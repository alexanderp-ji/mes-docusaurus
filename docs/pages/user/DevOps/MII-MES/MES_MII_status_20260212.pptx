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theme/theme2.xml" ContentType="application/vnd.openxmlformats-officedocument.theme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4"/>
    <p:sldMasterId id="2147483694" r:id="rId5"/>
    <p:sldMasterId id="2147483782" r:id="rId6"/>
  </p:sldMasterIdLst>
  <p:notesMasterIdLst>
    <p:notesMasterId r:id="rId15"/>
  </p:notesMasterIdLst>
  <p:sldIdLst>
    <p:sldId id="259" r:id="rId7"/>
    <p:sldId id="838841670" r:id="rId8"/>
    <p:sldId id="838841691" r:id="rId9"/>
    <p:sldId id="838841692" r:id="rId10"/>
    <p:sldId id="838841694" r:id="rId11"/>
    <p:sldId id="838841690" r:id="rId12"/>
    <p:sldId id="838841693" r:id="rId13"/>
    <p:sldId id="838841637" r:id="rId14"/>
  </p:sldIdLst>
  <p:sldSz cx="12192000" cy="6858000"/>
  <p:notesSz cx="6858000" cy="9144000"/>
  <p:defaultTextStyle>
    <a:defPPr>
      <a:defRPr lang="nl-B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3" orient="horz" pos="3475" userDrawn="1">
          <p15:clr>
            <a:srgbClr val="A4A3A4"/>
          </p15:clr>
        </p15:guide>
        <p15:guide id="4" pos="3840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23B84A3E-4B66-6938-95BE-C2CF1E01C31B}" name="Clément Damée" initials="CD" userId="S::Clement.Damee@joriside.be::17672e35-692c-4cb8-87b3-ea2e09ec8768" providerId="AD"/>
  <p188:author id="{3710E69D-DADE-F053-2374-DDF64C2FF081}" name="Els Demeulenaere" initials="ED" userId="S::Els.Demeulenaere@joriside.be::6de93bd7-9115-4e8b-b913-2ca18cd70e79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Clément Damée" initials="CD" lastIdx="119" clrIdx="0">
    <p:extLst>
      <p:ext uri="{19B8F6BF-5375-455C-9EA6-DF929625EA0E}">
        <p15:presenceInfo xmlns:p15="http://schemas.microsoft.com/office/powerpoint/2012/main" userId="S::Clement.Damee@joriside.be::17672e35-692c-4cb8-87b3-ea2e09ec8768" providerId="AD"/>
      </p:ext>
    </p:extLst>
  </p:cmAuthor>
  <p:cmAuthor id="2" name="Michèle Goethals" initials="MG" lastIdx="2" clrIdx="1">
    <p:extLst>
      <p:ext uri="{19B8F6BF-5375-455C-9EA6-DF929625EA0E}">
        <p15:presenceInfo xmlns:p15="http://schemas.microsoft.com/office/powerpoint/2012/main" userId="S::michele.goethals@joriside.be::61924f7b-be89-47e2-8c31-ddf083473094" providerId="AD"/>
      </p:ext>
    </p:extLst>
  </p:cmAuthor>
  <p:cmAuthor id="3" name="Els Demeulenaere" initials="ED" lastIdx="53" clrIdx="2">
    <p:extLst>
      <p:ext uri="{19B8F6BF-5375-455C-9EA6-DF929625EA0E}">
        <p15:presenceInfo xmlns:p15="http://schemas.microsoft.com/office/powerpoint/2012/main" userId="S::Els.Demeulenaere@joriside.be::6de93bd7-9115-4e8b-b913-2ca18cd70e79" providerId="AD"/>
      </p:ext>
    </p:extLst>
  </p:cmAuthor>
  <p:cmAuthor id="4" name="Clément Damée" initials="CD [2]" lastIdx="91" clrIdx="3">
    <p:extLst>
      <p:ext uri="{19B8F6BF-5375-455C-9EA6-DF929625EA0E}">
        <p15:presenceInfo xmlns:p15="http://schemas.microsoft.com/office/powerpoint/2012/main" userId="S-1-5-21-1420708823-995634821-3422957744-14117" providerId="AD"/>
      </p:ext>
    </p:extLst>
  </p:cmAuthor>
  <p:cmAuthor id="5" name="Vincent Oudouoir" initials="VO" lastIdx="32" clrIdx="4">
    <p:extLst>
      <p:ext uri="{19B8F6BF-5375-455C-9EA6-DF929625EA0E}">
        <p15:presenceInfo xmlns:p15="http://schemas.microsoft.com/office/powerpoint/2012/main" userId="Vincent Oudouoir" providerId="None"/>
      </p:ext>
    </p:extLst>
  </p:cmAuthor>
  <p:cmAuthor id="6" name="Katharina Thiesen" initials="KT" lastIdx="3" clrIdx="5">
    <p:extLst>
      <p:ext uri="{19B8F6BF-5375-455C-9EA6-DF929625EA0E}">
        <p15:presenceInfo xmlns:p15="http://schemas.microsoft.com/office/powerpoint/2012/main" userId="S::Katharina.Thiesen@joriside.de::259ef158-dc21-44f6-b23f-f6ab9d1b9698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browse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9BF4"/>
    <a:srgbClr val="4270C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  <p:ext uri="{1BD7E111-0CB8-44D6-8891-C1BB2F81B7CC}">
      <p1710:readonlyRecommended xmlns:p1710="http://schemas.microsoft.com/office/powerpoint/2017/10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2EECE139-0FC7-4CB8-8DE5-DEBB28487D9A}" v="38" dt="2026-02-11T23:35:12.108"/>
    <p1510:client id="{DA209634-9BAC-1F52-B428-A4986E4953B0}" v="245" dt="2026-02-11T16:26:03.373"/>
    <p1510:client id="{E99916E4-F06D-8D4C-9A9D-6BCA0AD6D3C8}" v="9" dt="2026-02-11T19:15:18.771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ijl, gemiddeld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793D81CF-94F2-401A-BA57-92F5A7B2D0C5}" styleName="Stijl, gemiddeld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7E9639D4-E3E2-4D34-9284-5A2195B3D0D7}" styleName="Light Style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1FECB4D8-DB02-4DC6-A0A2-4F2EBAE1DC90}" styleName="Medium Style 1 – Accent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3">
              <a:tint val="20000"/>
            </a:schemeClr>
          </a:solidFill>
        </a:fill>
      </a:tcStyle>
    </a:band1H>
    <a:band1V>
      <a:tcStyle>
        <a:tcBdr/>
        <a:fill>
          <a:solidFill>
            <a:schemeClr val="accent3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00A15C55-8517-42AA-B614-E9B94910E393}" styleName="Stijl, gemiddeld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7DF18680-E054-41AD-8BC1-D1AEF772440D}" styleName="Stijl, gemiddeld 2 - Accent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2A488322-F2BA-4B5B-9748-0D474271808F}" styleName="Stijl, gemiddeld 3 - Accent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5940675A-B579-460E-94D1-54222C63F5DA}" styleName="Geen stijl, tabelraster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125E5076-3810-47DD-B79F-674D7AD40C01}" styleName="Dark Style 1 – Accent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wholeTbl>
    <a:band1H>
      <a:tcStyle>
        <a:tcBdr/>
        <a:fill>
          <a:solidFill>
            <a:schemeClr val="accent1">
              <a:shade val="60000"/>
            </a:schemeClr>
          </a:solidFill>
        </a:fill>
      </a:tcStyle>
    </a:band1H>
    <a:band1V>
      <a:tcStyle>
        <a:tcBdr/>
        <a:fill>
          <a:solidFill>
            <a:schemeClr val="accent1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1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1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1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306799F8-075E-4A3A-A7F6-7FBC6576F1A4}" styleName="Themed Style 2 – Accent 3">
    <a:tblBg>
      <a:fillRef idx="3">
        <a:schemeClr val="accent3"/>
      </a:fillRef>
      <a:effectRef idx="3">
        <a:schemeClr val="accent3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3">
                <a:tint val="50000"/>
              </a:schemeClr>
            </a:lnRef>
          </a:left>
          <a:right>
            <a:lnRef idx="1">
              <a:schemeClr val="accent3">
                <a:tint val="50000"/>
              </a:schemeClr>
            </a:lnRef>
          </a:right>
          <a:top>
            <a:lnRef idx="1">
              <a:schemeClr val="accent3">
                <a:tint val="50000"/>
              </a:schemeClr>
            </a:lnRef>
          </a:top>
          <a:bottom>
            <a:lnRef idx="1">
              <a:schemeClr val="accent3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C083E6E3-FA7D-4D7B-A595-EF9225AFEA82}" styleName="Light Style 1 – Accent 3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–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8799B23B-EC83-4686-B30A-512413B5E67A}" styleName="Light Style 3 – Accent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72833802-FEF1-4C79-8D5D-14CF1EAF98D9}" styleName="Light Style 2 – Accent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  <a:tblStyle styleId="{F2DE63D5-997A-4646-A377-4702673A728D}" styleName="Light Style 2 – Accent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0975"/>
    <p:restoredTop sz="94684"/>
  </p:normalViewPr>
  <p:slideViewPr>
    <p:cSldViewPr snapToGrid="0">
      <p:cViewPr varScale="1">
        <p:scale>
          <a:sx n="150" d="100"/>
          <a:sy n="150" d="100"/>
        </p:scale>
        <p:origin x="1956" y="84"/>
      </p:cViewPr>
      <p:guideLst>
        <p:guide orient="horz" pos="347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2.xml"/><Relationship Id="rId13" Type="http://schemas.openxmlformats.org/officeDocument/2006/relationships/slide" Target="slides/slide7.xml"/><Relationship Id="rId18" Type="http://schemas.openxmlformats.org/officeDocument/2006/relationships/viewProps" Target="viewProps.xml"/><Relationship Id="rId3" Type="http://schemas.openxmlformats.org/officeDocument/2006/relationships/customXml" Target="../customXml/item3.xml"/><Relationship Id="rId21" Type="http://schemas.microsoft.com/office/2015/10/relationships/revisionInfo" Target="revisionInfo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commentAuthors" Target="commentAuthors.xml"/><Relationship Id="rId20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5.xml"/><Relationship Id="rId5" Type="http://schemas.openxmlformats.org/officeDocument/2006/relationships/slideMaster" Target="slideMasters/slideMaster2.xml"/><Relationship Id="rId15" Type="http://schemas.openxmlformats.org/officeDocument/2006/relationships/notesMaster" Target="notesMasters/notesMaster1.xml"/><Relationship Id="rId10" Type="http://schemas.openxmlformats.org/officeDocument/2006/relationships/slide" Target="slides/slide4.xml"/><Relationship Id="rId19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microsoft.com/office/2018/10/relationships/authors" Target="author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https://cronos-my.sharepoint.com/personal/peetet2_cronos_be/Documents/Documenten/Customers/Joris%20Ide/MII%20usage/MES_USAGE%20File%20Jasmine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https://cronos-my.sharepoint.com/personal/peetet2_cronos_be/Documents/Documenten/Customers/Joris%20Ide/MII%20usage/MES_USAGE%20File%20Jasmine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https://cronos-my.sharepoint.com/personal/peetet2_cronos_be/Documents/Documenten/Customers/Joris%20Ide/MII%20usage/MES_USAGE%20File%20Jasmine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rgbClr val="00B0F0"/>
                </a:solidFill>
                <a:latin typeface="+mn-lt"/>
                <a:ea typeface="+mn-ea"/>
                <a:cs typeface="+mn-cs"/>
              </a:defRPr>
            </a:pPr>
            <a:r>
              <a:rPr lang="nl-BE" sz="1400" b="0" i="0" u="none" strike="noStrike" kern="1200" spc="0" baseline="0" dirty="0">
                <a:solidFill>
                  <a:srgbClr val="009BF4"/>
                </a:solidFill>
              </a:rPr>
              <a:t>MES Usage 01/2026 (tem 31/01)</a:t>
            </a:r>
          </a:p>
        </c:rich>
      </c:tx>
      <c:layout>
        <c:manualLayout>
          <c:xMode val="edge"/>
          <c:yMode val="edge"/>
          <c:x val="0.13965854984295709"/>
          <c:y val="3.670394722839732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rgbClr val="00B0F0"/>
              </a:solidFill>
              <a:latin typeface="+mn-lt"/>
              <a:ea typeface="+mn-ea"/>
              <a:cs typeface="+mn-cs"/>
            </a:defRPr>
          </a:pPr>
          <a:endParaRPr lang="en-BE"/>
        </a:p>
      </c:txPr>
    </c:title>
    <c:autoTitleDeleted val="0"/>
    <c:view3D>
      <c:rotX val="30"/>
      <c:rotY val="0"/>
      <c:depthPercent val="100"/>
      <c:rAngAx val="0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pie3DChart>
        <c:varyColors val="1"/>
        <c:ser>
          <c:idx val="1"/>
          <c:order val="0"/>
          <c:dPt>
            <c:idx val="0"/>
            <c:bubble3D val="0"/>
            <c:spPr>
              <a:solidFill>
                <a:schemeClr val="accent1"/>
              </a:solidFill>
              <a:ln w="25400">
                <a:solidFill>
                  <a:schemeClr val="lt1"/>
                </a:solidFill>
              </a:ln>
              <a:effectLst/>
              <a:sp3d contourW="25400">
                <a:contourClr>
                  <a:schemeClr val="lt1"/>
                </a:contourClr>
              </a:sp3d>
            </c:spPr>
            <c:extLst>
              <c:ext xmlns:c16="http://schemas.microsoft.com/office/drawing/2014/chart" uri="{C3380CC4-5D6E-409C-BE32-E72D297353CC}">
                <c16:uniqueId val="{00000001-1CA0-4A5D-AF4A-28ECDC15A98B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25400">
                <a:solidFill>
                  <a:schemeClr val="lt1"/>
                </a:solidFill>
              </a:ln>
              <a:effectLst/>
              <a:sp3d contourW="25400">
                <a:contourClr>
                  <a:schemeClr val="lt1"/>
                </a:contourClr>
              </a:sp3d>
            </c:spPr>
            <c:extLst>
              <c:ext xmlns:c16="http://schemas.microsoft.com/office/drawing/2014/chart" uri="{C3380CC4-5D6E-409C-BE32-E72D297353CC}">
                <c16:uniqueId val="{00000003-1CA0-4A5D-AF4A-28ECDC15A98B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BE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'2026'!$B$280:$B$281</c:f>
              <c:strCache>
                <c:ptCount val="2"/>
                <c:pt idx="0">
                  <c:v>Non-MES usage</c:v>
                </c:pt>
                <c:pt idx="1">
                  <c:v>MES usage</c:v>
                </c:pt>
              </c:strCache>
            </c:strRef>
          </c:cat>
          <c:val>
            <c:numRef>
              <c:f>'2026'!$F$280:$F$281</c:f>
              <c:numCache>
                <c:formatCode>0.00%</c:formatCode>
                <c:ptCount val="2"/>
                <c:pt idx="0">
                  <c:v>2.6326002270823601E-2</c:v>
                </c:pt>
                <c:pt idx="1">
                  <c:v>0.9736739977291764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CA0-4A5D-AF4A-28ECDC15A98B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</c:pie3DChart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 rtl="0"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BE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BE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rgbClr val="00B0F0"/>
                </a:solidFill>
                <a:latin typeface="+mn-lt"/>
                <a:ea typeface="+mn-ea"/>
                <a:cs typeface="+mn-cs"/>
              </a:defRPr>
            </a:pPr>
            <a:r>
              <a:rPr lang="nl-BE" sz="1400" b="0" i="0" u="none" strike="noStrike" kern="1200" spc="0" baseline="0" dirty="0">
                <a:solidFill>
                  <a:srgbClr val="009BF4"/>
                </a:solidFill>
              </a:rPr>
              <a:t>MES Usage 02/2026 (tem 10/02)</a:t>
            </a:r>
          </a:p>
        </c:rich>
      </c:tx>
      <c:layout>
        <c:manualLayout>
          <c:xMode val="edge"/>
          <c:yMode val="edge"/>
          <c:x val="0.14970058354356189"/>
          <c:y val="4.0613293860121025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rgbClr val="00B0F0"/>
              </a:solidFill>
              <a:latin typeface="+mn-lt"/>
              <a:ea typeface="+mn-ea"/>
              <a:cs typeface="+mn-cs"/>
            </a:defRPr>
          </a:pPr>
          <a:endParaRPr lang="en-BE"/>
        </a:p>
      </c:txPr>
    </c:title>
    <c:autoTitleDeleted val="0"/>
    <c:view3D>
      <c:rotX val="30"/>
      <c:rotY val="0"/>
      <c:depthPercent val="100"/>
      <c:rAngAx val="0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>
        <c:manualLayout>
          <c:layoutTarget val="inner"/>
          <c:xMode val="edge"/>
          <c:yMode val="edge"/>
          <c:x val="7.70169126728973E-2"/>
          <c:y val="0.2236750912702625"/>
          <c:w val="0.84596617465420543"/>
          <c:h val="0.57664401500031337"/>
        </c:manualLayout>
      </c:layout>
      <c:pie3DChart>
        <c:varyColors val="1"/>
        <c:ser>
          <c:idx val="0"/>
          <c:order val="0"/>
          <c:dPt>
            <c:idx val="0"/>
            <c:bubble3D val="0"/>
            <c:spPr>
              <a:solidFill>
                <a:schemeClr val="accent1"/>
              </a:solidFill>
              <a:ln w="25400">
                <a:solidFill>
                  <a:schemeClr val="lt1"/>
                </a:solidFill>
              </a:ln>
              <a:effectLst/>
              <a:sp3d contourW="25400">
                <a:contourClr>
                  <a:schemeClr val="lt1"/>
                </a:contourClr>
              </a:sp3d>
            </c:spPr>
            <c:extLst>
              <c:ext xmlns:c16="http://schemas.microsoft.com/office/drawing/2014/chart" uri="{C3380CC4-5D6E-409C-BE32-E72D297353CC}">
                <c16:uniqueId val="{00000001-0701-4441-AF04-73280ECDE902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25400">
                <a:solidFill>
                  <a:schemeClr val="lt1"/>
                </a:solidFill>
              </a:ln>
              <a:effectLst/>
              <a:sp3d contourW="25400">
                <a:contourClr>
                  <a:schemeClr val="lt1"/>
                </a:contourClr>
              </a:sp3d>
            </c:spPr>
            <c:extLst>
              <c:ext xmlns:c16="http://schemas.microsoft.com/office/drawing/2014/chart" uri="{C3380CC4-5D6E-409C-BE32-E72D297353CC}">
                <c16:uniqueId val="{00000003-0701-4441-AF04-73280ECDE902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BE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'2026'!$B$283:$B$284</c:f>
              <c:strCache>
                <c:ptCount val="2"/>
                <c:pt idx="0">
                  <c:v>Non-MES usage</c:v>
                </c:pt>
                <c:pt idx="1">
                  <c:v>MES usage</c:v>
                </c:pt>
              </c:strCache>
            </c:strRef>
          </c:cat>
          <c:val>
            <c:numRef>
              <c:f>'2026'!$D$283:$D$284</c:f>
              <c:numCache>
                <c:formatCode>#,##0.00</c:formatCode>
                <c:ptCount val="2"/>
                <c:pt idx="0">
                  <c:v>35024.799999999996</c:v>
                </c:pt>
                <c:pt idx="1">
                  <c:v>2573202.3960000002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701-4441-AF04-73280ECDE90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</c:pie3DChart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 rtl="0"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BE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BE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rgbClr val="00B0F0"/>
                </a:solidFill>
                <a:latin typeface="+mn-lt"/>
                <a:ea typeface="+mn-ea"/>
                <a:cs typeface="+mn-cs"/>
              </a:defRPr>
            </a:pPr>
            <a:r>
              <a:rPr lang="nl-BE" sz="1400" b="0" i="0" u="none" strike="noStrike" kern="1200" spc="0" baseline="0" dirty="0">
                <a:solidFill>
                  <a:srgbClr val="009BF4"/>
                </a:solidFill>
              </a:rPr>
              <a:t>MES Usage 02/2026 (tem 10/02)</a:t>
            </a:r>
          </a:p>
        </c:rich>
      </c:tx>
      <c:layout>
        <c:manualLayout>
          <c:xMode val="edge"/>
          <c:yMode val="edge"/>
          <c:x val="0.13965854984295709"/>
          <c:y val="3.670394722839732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rgbClr val="00B0F0"/>
              </a:solidFill>
              <a:latin typeface="+mn-lt"/>
              <a:ea typeface="+mn-ea"/>
              <a:cs typeface="+mn-cs"/>
            </a:defRPr>
          </a:pPr>
          <a:endParaRPr lang="en-BE"/>
        </a:p>
      </c:txPr>
    </c:title>
    <c:autoTitleDeleted val="0"/>
    <c:view3D>
      <c:rotX val="30"/>
      <c:rotY val="0"/>
      <c:depthPercent val="100"/>
      <c:rAngAx val="0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pie3DChart>
        <c:varyColors val="1"/>
        <c:ser>
          <c:idx val="1"/>
          <c:order val="0"/>
          <c:dPt>
            <c:idx val="0"/>
            <c:bubble3D val="0"/>
            <c:spPr>
              <a:solidFill>
                <a:schemeClr val="accent1"/>
              </a:solidFill>
              <a:ln w="25400">
                <a:solidFill>
                  <a:schemeClr val="lt1"/>
                </a:solidFill>
              </a:ln>
              <a:effectLst/>
              <a:sp3d contourW="25400">
                <a:contourClr>
                  <a:schemeClr val="lt1"/>
                </a:contourClr>
              </a:sp3d>
            </c:spPr>
            <c:extLst>
              <c:ext xmlns:c16="http://schemas.microsoft.com/office/drawing/2014/chart" uri="{C3380CC4-5D6E-409C-BE32-E72D297353CC}">
                <c16:uniqueId val="{00000001-0BC6-4580-B97E-2ED0827B2EA5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25400">
                <a:solidFill>
                  <a:schemeClr val="lt1"/>
                </a:solidFill>
              </a:ln>
              <a:effectLst/>
              <a:sp3d contourW="25400">
                <a:contourClr>
                  <a:schemeClr val="lt1"/>
                </a:contourClr>
              </a:sp3d>
            </c:spPr>
            <c:extLst>
              <c:ext xmlns:c16="http://schemas.microsoft.com/office/drawing/2014/chart" uri="{C3380CC4-5D6E-409C-BE32-E72D297353CC}">
                <c16:uniqueId val="{00000003-0BC6-4580-B97E-2ED0827B2EA5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BE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'2026'!$B$283:$B$284</c:f>
              <c:strCache>
                <c:ptCount val="2"/>
                <c:pt idx="0">
                  <c:v>Non-MES usage</c:v>
                </c:pt>
                <c:pt idx="1">
                  <c:v>MES usage</c:v>
                </c:pt>
              </c:strCache>
            </c:strRef>
          </c:cat>
          <c:val>
            <c:numRef>
              <c:f>'2026'!$C$283:$C$284</c:f>
              <c:numCache>
                <c:formatCode>0.00%</c:formatCode>
                <c:ptCount val="2"/>
                <c:pt idx="0">
                  <c:v>1.3428584769652807E-2</c:v>
                </c:pt>
                <c:pt idx="1">
                  <c:v>0.98657141523034719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BC6-4580-B97E-2ED0827B2EA5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</c:pie3DChart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 rtl="0"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BE"/>
        </a:p>
      </c:txPr>
    </c:legend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BE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6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6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6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koptekst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nl-NL"/>
          </a:p>
        </p:txBody>
      </p:sp>
      <p:sp>
        <p:nvSpPr>
          <p:cNvPr id="3" name="Tijdelijke aanduiding voor datum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598924D-A4E9-6241-AB87-0E8E9B925F75}" type="datetimeFigureOut">
              <a:rPr lang="nl-NL" smtClean="0"/>
              <a:t>12-2-2026</a:t>
            </a:fld>
            <a:endParaRPr lang="nl-NL"/>
          </a:p>
        </p:txBody>
      </p:sp>
      <p:sp>
        <p:nvSpPr>
          <p:cNvPr id="4" name="Tijdelijke aanduiding voor dia-afbeelding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nl-NL"/>
          </a:p>
        </p:txBody>
      </p:sp>
      <p:sp>
        <p:nvSpPr>
          <p:cNvPr id="5" name="Tijdelijke aanduiding voor notiti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6" name="Tijdelijke aanduiding voor voettekst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nl-NL"/>
          </a:p>
        </p:txBody>
      </p:sp>
      <p:sp>
        <p:nvSpPr>
          <p:cNvPr id="7" name="Tijdelijke aanduiding voor dianumm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042D3C6-097F-9E40-B101-8420C6487F19}" type="slidenum">
              <a:rPr lang="nl-NL" smtClean="0"/>
              <a:t>‹#›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95673623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042D3C6-097F-9E40-B101-8420C6487F19}" type="slidenum">
              <a:rPr lang="nl-NL" smtClean="0"/>
              <a:t>1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48829306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950C15-ECE4-AC5A-7AC9-1D26A56437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DF37201-7E96-AA98-07C6-28CFE65F1E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0AB9C16-0150-6724-2FF7-DF25AAF4C1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E8E8BE9-660D-3ABB-EB1C-7B2373BF78B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042D3C6-097F-9E40-B101-8420C6487F19}" type="slidenum">
              <a:rPr lang="nl-NL" smtClean="0"/>
              <a:t>2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10991105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9892D0-9C80-B833-5FD3-0EBCB0B337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91575A-6C4F-4482-47FB-71385B5CD5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335A87E-9523-5E36-0B79-0EC3A9E1DA9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F0008F5-1E8B-6F29-76B5-4DA42F94EE2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042D3C6-097F-9E40-B101-8420C6487F19}" type="slidenum">
              <a:rPr lang="nl-NL" smtClean="0"/>
              <a:t>3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427941883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95FE1D-DC5E-3390-06AF-75BA85227B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6DAC29-F09C-F0E9-811B-F6001B0ED5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B012893-D95F-B83C-A41F-6AB48896E87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50ADE2D-1BE5-3A41-FC05-570AE714D4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042D3C6-097F-9E40-B101-8420C6487F19}" type="slidenum">
              <a:rPr lang="nl-NL" smtClean="0"/>
              <a:t>4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85573444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13D734-277D-2DA2-1C44-CB18BDD4D7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9B20BD4-5805-9644-3DA2-C925C0F3B3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2509A5C-8184-0209-EC70-26BDCDC8330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EBD287-F5A0-E26C-502C-B9868B308CA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042D3C6-097F-9E40-B101-8420C6487F19}" type="slidenum">
              <a:rPr lang="nl-NL" smtClean="0"/>
              <a:t>5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93097430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BD66F7-26B2-2F97-7974-B530DFFC47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9FBC7C8-2BBB-3468-2FB4-C92C1976A3A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ECABF42-DDBE-FEAA-BF17-25980F61F5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E3A307-D815-67B2-EA7A-1968B246B02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042D3C6-097F-9E40-B101-8420C6487F19}" type="slidenum">
              <a:rPr lang="nl-NL" smtClean="0"/>
              <a:t>6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48947368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B4953C-C63C-2B27-FC2B-C1E62D4B59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53DAEA0-9CB8-0BBF-5269-84E8D8CBC5D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E0539E8-494D-8ED4-104D-D87833C3942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F1841E9-59E0-6CCA-3FB5-9617C570BCF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042D3C6-097F-9E40-B101-8420C6487F19}" type="slidenum">
              <a:rPr lang="nl-NL" smtClean="0"/>
              <a:t>7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08956009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042D3C6-097F-9E40-B101-8420C6487F19}" type="slidenum">
              <a:rPr lang="nl-NL" smtClean="0"/>
              <a:t>8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42461645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1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1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1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1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1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1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1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1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1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1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7" Type="http://schemas.openxmlformats.org/officeDocument/2006/relationships/image" Target="../media/image11.emf"/><Relationship Id="rId2" Type="http://schemas.openxmlformats.org/officeDocument/2006/relationships/image" Target="../media/image12.emf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microsoft.com/office/2007/relationships/hdphoto" Target="../media/hdphoto1.wdp"/></Relationships>
</file>

<file path=ppt/slideLayouts/_rels/slideLayout2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.emf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2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.emf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2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.emf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2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3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3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9.png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3.emf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5.jpe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3.emf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8.emf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emf"/><Relationship Id="rId2" Type="http://schemas.openxmlformats.org/officeDocument/2006/relationships/image" Target="../media/image19.jpeg"/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emf"/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emf"/><Relationship Id="rId1" Type="http://schemas.openxmlformats.org/officeDocument/2006/relationships/slideMaster" Target="../slideMasters/slideMaster2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emf"/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emf"/><Relationship Id="rId2" Type="http://schemas.openxmlformats.org/officeDocument/2006/relationships/image" Target="../media/image36.emf"/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emf"/><Relationship Id="rId2" Type="http://schemas.openxmlformats.org/officeDocument/2006/relationships/image" Target="../media/image38.emf"/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emf"/><Relationship Id="rId2" Type="http://schemas.openxmlformats.org/officeDocument/2006/relationships/image" Target="../media/image40.emf"/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emf"/><Relationship Id="rId2" Type="http://schemas.openxmlformats.org/officeDocument/2006/relationships/image" Target="../media/image42.emf"/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emf"/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emf"/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emf"/><Relationship Id="rId2" Type="http://schemas.openxmlformats.org/officeDocument/2006/relationships/image" Target="../media/image45.emf"/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emf"/><Relationship Id="rId2" Type="http://schemas.openxmlformats.org/officeDocument/2006/relationships/image" Target="../media/image45.emf"/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emf"/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emf"/><Relationship Id="rId2" Type="http://schemas.openxmlformats.org/officeDocument/2006/relationships/image" Target="../media/image48.emf"/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emf"/><Relationship Id="rId2" Type="http://schemas.openxmlformats.org/officeDocument/2006/relationships/image" Target="../media/image48.emf"/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emf"/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emf"/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emf"/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emf"/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emf"/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emf"/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emf"/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emf"/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emf"/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emf"/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emf"/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emf"/><Relationship Id="rId2" Type="http://schemas.openxmlformats.org/officeDocument/2006/relationships/image" Target="../media/image62.emf"/><Relationship Id="rId1" Type="http://schemas.openxmlformats.org/officeDocument/2006/relationships/slideMaster" Target="../slideMasters/slideMaster3.xml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emf"/><Relationship Id="rId2" Type="http://schemas.openxmlformats.org/officeDocument/2006/relationships/image" Target="../media/image64.emf"/><Relationship Id="rId1" Type="http://schemas.openxmlformats.org/officeDocument/2006/relationships/slideMaster" Target="../slideMasters/slideMaster3.xml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emf"/><Relationship Id="rId2" Type="http://schemas.openxmlformats.org/officeDocument/2006/relationships/image" Target="../media/image66.emf"/><Relationship Id="rId1" Type="http://schemas.openxmlformats.org/officeDocument/2006/relationships/slideMaster" Target="../slideMasters/slideMaster3.xml"/></Relationships>
</file>

<file path=ppt/slideLayouts/_rels/slideLayout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emf"/><Relationship Id="rId2" Type="http://schemas.openxmlformats.org/officeDocument/2006/relationships/image" Target="../media/image68.emf"/><Relationship Id="rId1" Type="http://schemas.openxmlformats.org/officeDocument/2006/relationships/slideMaster" Target="../slideMasters/slideMaster3.xml"/></Relationships>
</file>

<file path=ppt/slideLayouts/_rels/slideLayout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emf"/><Relationship Id="rId1" Type="http://schemas.openxmlformats.org/officeDocument/2006/relationships/slideMaster" Target="../slideMasters/slideMaster3.xml"/></Relationships>
</file>

<file path=ppt/slideLayouts/_rels/slideLayout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emf"/><Relationship Id="rId1" Type="http://schemas.openxmlformats.org/officeDocument/2006/relationships/slideMaster" Target="../slideMasters/slideMaster3.xml"/></Relationships>
</file>

<file path=ppt/slideLayouts/_rels/slideLayout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emf"/><Relationship Id="rId2" Type="http://schemas.openxmlformats.org/officeDocument/2006/relationships/image" Target="../media/image45.emf"/><Relationship Id="rId1" Type="http://schemas.openxmlformats.org/officeDocument/2006/relationships/slideMaster" Target="../slideMasters/slideMaster3.xml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emf"/><Relationship Id="rId2" Type="http://schemas.openxmlformats.org/officeDocument/2006/relationships/image" Target="../media/image45.emf"/><Relationship Id="rId1" Type="http://schemas.openxmlformats.org/officeDocument/2006/relationships/slideMaster" Target="../slideMasters/slideMaster3.xml"/></Relationships>
</file>

<file path=ppt/slideLayouts/_rels/slideLayout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emf"/><Relationship Id="rId1" Type="http://schemas.openxmlformats.org/officeDocument/2006/relationships/slideMaster" Target="../slideMasters/slideMaster3.xml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emf"/><Relationship Id="rId2" Type="http://schemas.openxmlformats.org/officeDocument/2006/relationships/image" Target="../media/image48.emf"/><Relationship Id="rId1" Type="http://schemas.openxmlformats.org/officeDocument/2006/relationships/slideMaster" Target="../slideMasters/slideMaster3.xml"/></Relationships>
</file>

<file path=ppt/slideLayouts/_rels/slideLayout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emf"/><Relationship Id="rId2" Type="http://schemas.openxmlformats.org/officeDocument/2006/relationships/image" Target="../media/image48.emf"/><Relationship Id="rId1" Type="http://schemas.openxmlformats.org/officeDocument/2006/relationships/slideMaster" Target="../slideMasters/slideMaster3.xml"/></Relationships>
</file>

<file path=ppt/slideLayouts/_rels/slideLayout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emf"/><Relationship Id="rId1" Type="http://schemas.openxmlformats.org/officeDocument/2006/relationships/slideMaster" Target="../slideMasters/slideMaster3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emf"/><Relationship Id="rId1" Type="http://schemas.openxmlformats.org/officeDocument/2006/relationships/slideMaster" Target="../slideMasters/slideMaster3.xml"/></Relationships>
</file>

<file path=ppt/slideLayouts/_rels/slideLayout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emf"/><Relationship Id="rId1" Type="http://schemas.openxmlformats.org/officeDocument/2006/relationships/slideMaster" Target="../slideMasters/slideMaster3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emf"/><Relationship Id="rId1" Type="http://schemas.openxmlformats.org/officeDocument/2006/relationships/slideMaster" Target="../slideMasters/slideMaster3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Afbeelding 7">
            <a:extLst>
              <a:ext uri="{FF2B5EF4-FFF2-40B4-BE49-F238E27FC236}">
                <a16:creationId xmlns:a16="http://schemas.microsoft.com/office/drawing/2014/main" id="{B39EAE8F-1DAC-1145-97B8-F2FCC528D19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4611757"/>
          </a:xfrm>
          <a:prstGeom prst="rect">
            <a:avLst/>
          </a:prstGeom>
          <a:blipFill>
            <a:blip r:embed="rId3"/>
            <a:tile tx="0" ty="0" sx="100000" sy="100000" flip="none" algn="tl"/>
          </a:blipFill>
        </p:spPr>
      </p:pic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9715" y="5279665"/>
            <a:ext cx="9717460" cy="522661"/>
          </a:xfrm>
        </p:spPr>
        <p:txBody>
          <a:bodyPr anchor="b">
            <a:noAutofit/>
          </a:bodyPr>
          <a:lstStyle>
            <a:lvl1pPr>
              <a:defRPr sz="3600"/>
            </a:lvl1pPr>
          </a:lstStyle>
          <a:p>
            <a:r>
              <a:rPr lang="nl-NL"/>
              <a:t>Presentation </a:t>
            </a:r>
            <a:r>
              <a:rPr lang="nl-NL" err="1"/>
              <a:t>Title</a:t>
            </a:r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533B953C-C203-AA46-AD43-0A3DBC55833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9715" y="5802326"/>
            <a:ext cx="2905539" cy="369332"/>
          </a:xfrm>
        </p:spPr>
        <p:txBody>
          <a:bodyPr wrap="none">
            <a:spAutoFit/>
          </a:bodyPr>
          <a:lstStyle/>
          <a:p>
            <a:pPr lvl="0"/>
            <a:r>
              <a:rPr lang="nl-NL"/>
              <a:t>PRESENTATION SUBTITLE</a:t>
            </a:r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FB11238F-B457-1E4B-84C9-14530E436852}"/>
              </a:ext>
            </a:extLst>
          </p:cNvPr>
          <p:cNvSpPr/>
          <p:nvPr userDrawn="1"/>
        </p:nvSpPr>
        <p:spPr>
          <a:xfrm>
            <a:off x="749242" y="1437433"/>
            <a:ext cx="4227864" cy="233778"/>
          </a:xfrm>
          <a:custGeom>
            <a:avLst/>
            <a:gdLst>
              <a:gd name="connsiteX0" fmla="*/ 0 w 4227864"/>
              <a:gd name="connsiteY0" fmla="*/ 0 h 233778"/>
              <a:gd name="connsiteX1" fmla="*/ 4227865 w 4227864"/>
              <a:gd name="connsiteY1" fmla="*/ 0 h 233778"/>
              <a:gd name="connsiteX2" fmla="*/ 4227865 w 4227864"/>
              <a:gd name="connsiteY2" fmla="*/ 233778 h 233778"/>
              <a:gd name="connsiteX3" fmla="*/ 0 w 4227864"/>
              <a:gd name="connsiteY3" fmla="*/ 233778 h 233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864" h="233778">
                <a:moveTo>
                  <a:pt x="0" y="0"/>
                </a:moveTo>
                <a:lnTo>
                  <a:pt x="4227865" y="0"/>
                </a:lnTo>
                <a:lnTo>
                  <a:pt x="4227865" y="233778"/>
                </a:lnTo>
                <a:lnTo>
                  <a:pt x="0" y="233778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30244BF9-66E9-D647-A674-AD23D18F741F}"/>
              </a:ext>
            </a:extLst>
          </p:cNvPr>
          <p:cNvSpPr/>
          <p:nvPr userDrawn="1"/>
        </p:nvSpPr>
        <p:spPr>
          <a:xfrm>
            <a:off x="749242" y="765175"/>
            <a:ext cx="407066" cy="590843"/>
          </a:xfrm>
          <a:custGeom>
            <a:avLst/>
            <a:gdLst>
              <a:gd name="connsiteX0" fmla="*/ 407067 w 407066"/>
              <a:gd name="connsiteY0" fmla="*/ 0 h 590843"/>
              <a:gd name="connsiteX1" fmla="*/ 407067 w 407066"/>
              <a:gd name="connsiteY1" fmla="*/ 407077 h 590843"/>
              <a:gd name="connsiteX2" fmla="*/ 195908 w 407066"/>
              <a:gd name="connsiteY2" fmla="*/ 590843 h 590843"/>
              <a:gd name="connsiteX3" fmla="*/ 0 w 407066"/>
              <a:gd name="connsiteY3" fmla="*/ 390794 h 590843"/>
              <a:gd name="connsiteX4" fmla="*/ 0 w 407066"/>
              <a:gd name="connsiteY4" fmla="*/ 343108 h 590843"/>
              <a:gd name="connsiteX5" fmla="*/ 148984 w 407066"/>
              <a:gd name="connsiteY5" fmla="*/ 343108 h 590843"/>
              <a:gd name="connsiteX6" fmla="*/ 148984 w 407066"/>
              <a:gd name="connsiteY6" fmla="*/ 390794 h 590843"/>
              <a:gd name="connsiteX7" fmla="*/ 197081 w 407066"/>
              <a:gd name="connsiteY7" fmla="*/ 455926 h 590843"/>
              <a:gd name="connsiteX8" fmla="*/ 252217 w 407066"/>
              <a:gd name="connsiteY8" fmla="*/ 407077 h 590843"/>
              <a:gd name="connsiteX9" fmla="*/ 252217 w 407066"/>
              <a:gd name="connsiteY9" fmla="*/ 0 h 590843"/>
              <a:gd name="connsiteX10" fmla="*/ 407067 w 407066"/>
              <a:gd name="connsiteY10" fmla="*/ 0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7066" h="590843">
                <a:moveTo>
                  <a:pt x="407067" y="0"/>
                </a:moveTo>
                <a:lnTo>
                  <a:pt x="407067" y="407077"/>
                </a:lnTo>
                <a:cubicBezTo>
                  <a:pt x="407067" y="562929"/>
                  <a:pt x="360143" y="590843"/>
                  <a:pt x="195908" y="590843"/>
                </a:cubicBezTo>
                <a:cubicBezTo>
                  <a:pt x="34020" y="590843"/>
                  <a:pt x="0" y="552462"/>
                  <a:pt x="0" y="390794"/>
                </a:cubicBezTo>
                <a:lnTo>
                  <a:pt x="0" y="343108"/>
                </a:lnTo>
                <a:lnTo>
                  <a:pt x="148984" y="343108"/>
                </a:lnTo>
                <a:lnTo>
                  <a:pt x="148984" y="390794"/>
                </a:lnTo>
                <a:cubicBezTo>
                  <a:pt x="148984" y="438480"/>
                  <a:pt x="154850" y="455926"/>
                  <a:pt x="197081" y="455926"/>
                </a:cubicBezTo>
                <a:cubicBezTo>
                  <a:pt x="245179" y="455926"/>
                  <a:pt x="252217" y="443132"/>
                  <a:pt x="252217" y="407077"/>
                </a:cubicBezTo>
                <a:lnTo>
                  <a:pt x="252217" y="0"/>
                </a:lnTo>
                <a:lnTo>
                  <a:pt x="407067" y="0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9" name="Vrije vorm 8">
            <a:extLst>
              <a:ext uri="{FF2B5EF4-FFF2-40B4-BE49-F238E27FC236}">
                <a16:creationId xmlns:a16="http://schemas.microsoft.com/office/drawing/2014/main" id="{C53D3523-D7EE-5348-B43E-684A60F9139C}"/>
              </a:ext>
            </a:extLst>
          </p:cNvPr>
          <p:cNvSpPr/>
          <p:nvPr userDrawn="1"/>
        </p:nvSpPr>
        <p:spPr>
          <a:xfrm>
            <a:off x="1304119" y="765175"/>
            <a:ext cx="543146" cy="589708"/>
          </a:xfrm>
          <a:custGeom>
            <a:avLst/>
            <a:gdLst>
              <a:gd name="connsiteX0" fmla="*/ 0 w 543146"/>
              <a:gd name="connsiteY0" fmla="*/ 378000 h 589708"/>
              <a:gd name="connsiteX1" fmla="*/ 0 w 543146"/>
              <a:gd name="connsiteY1" fmla="*/ 212843 h 589708"/>
              <a:gd name="connsiteX2" fmla="*/ 270987 w 543146"/>
              <a:gd name="connsiteY2" fmla="*/ 0 h 589708"/>
              <a:gd name="connsiteX3" fmla="*/ 543147 w 543146"/>
              <a:gd name="connsiteY3" fmla="*/ 212843 h 589708"/>
              <a:gd name="connsiteX4" fmla="*/ 543147 w 543146"/>
              <a:gd name="connsiteY4" fmla="*/ 376837 h 589708"/>
              <a:gd name="connsiteX5" fmla="*/ 272160 w 543146"/>
              <a:gd name="connsiteY5" fmla="*/ 589680 h 589708"/>
              <a:gd name="connsiteX6" fmla="*/ 0 w 543146"/>
              <a:gd name="connsiteY6" fmla="*/ 378000 h 589708"/>
              <a:gd name="connsiteX7" fmla="*/ 381259 w 543146"/>
              <a:gd name="connsiteY7" fmla="*/ 360554 h 589708"/>
              <a:gd name="connsiteX8" fmla="*/ 381259 w 543146"/>
              <a:gd name="connsiteY8" fmla="*/ 229126 h 589708"/>
              <a:gd name="connsiteX9" fmla="*/ 270987 w 543146"/>
              <a:gd name="connsiteY9" fmla="*/ 134917 h 589708"/>
              <a:gd name="connsiteX10" fmla="*/ 160715 w 543146"/>
              <a:gd name="connsiteY10" fmla="*/ 229126 h 589708"/>
              <a:gd name="connsiteX11" fmla="*/ 160715 w 543146"/>
              <a:gd name="connsiteY11" fmla="*/ 360554 h 589708"/>
              <a:gd name="connsiteX12" fmla="*/ 270987 w 543146"/>
              <a:gd name="connsiteY12" fmla="*/ 455926 h 589708"/>
              <a:gd name="connsiteX13" fmla="*/ 381259 w 543146"/>
              <a:gd name="connsiteY13" fmla="*/ 360554 h 589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43146" h="589708">
                <a:moveTo>
                  <a:pt x="0" y="378000"/>
                </a:moveTo>
                <a:lnTo>
                  <a:pt x="0" y="212843"/>
                </a:lnTo>
                <a:cubicBezTo>
                  <a:pt x="0" y="33729"/>
                  <a:pt x="112618" y="0"/>
                  <a:pt x="270987" y="0"/>
                </a:cubicBezTo>
                <a:cubicBezTo>
                  <a:pt x="430529" y="0"/>
                  <a:pt x="543147" y="33729"/>
                  <a:pt x="543147" y="212843"/>
                </a:cubicBezTo>
                <a:lnTo>
                  <a:pt x="543147" y="376837"/>
                </a:lnTo>
                <a:cubicBezTo>
                  <a:pt x="543147" y="555951"/>
                  <a:pt x="430529" y="589680"/>
                  <a:pt x="272160" y="589680"/>
                </a:cubicBezTo>
                <a:cubicBezTo>
                  <a:pt x="112618" y="590843"/>
                  <a:pt x="0" y="557114"/>
                  <a:pt x="0" y="378000"/>
                </a:cubicBezTo>
                <a:close/>
                <a:moveTo>
                  <a:pt x="381259" y="360554"/>
                </a:moveTo>
                <a:lnTo>
                  <a:pt x="381259" y="229126"/>
                </a:lnTo>
                <a:cubicBezTo>
                  <a:pt x="381259" y="143058"/>
                  <a:pt x="351931" y="134917"/>
                  <a:pt x="270987" y="134917"/>
                </a:cubicBezTo>
                <a:cubicBezTo>
                  <a:pt x="190043" y="134917"/>
                  <a:pt x="163061" y="143058"/>
                  <a:pt x="160715" y="229126"/>
                </a:cubicBezTo>
                <a:lnTo>
                  <a:pt x="160715" y="360554"/>
                </a:lnTo>
                <a:cubicBezTo>
                  <a:pt x="163061" y="447785"/>
                  <a:pt x="190043" y="455926"/>
                  <a:pt x="270987" y="455926"/>
                </a:cubicBezTo>
                <a:cubicBezTo>
                  <a:pt x="351931" y="455926"/>
                  <a:pt x="381259" y="447785"/>
                  <a:pt x="381259" y="360554"/>
                </a:cubicBez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0" name="Vrije vorm 9">
            <a:extLst>
              <a:ext uri="{FF2B5EF4-FFF2-40B4-BE49-F238E27FC236}">
                <a16:creationId xmlns:a16="http://schemas.microsoft.com/office/drawing/2014/main" id="{7634C425-C2E2-EC40-A63C-3ACD83EC2556}"/>
              </a:ext>
            </a:extLst>
          </p:cNvPr>
          <p:cNvSpPr/>
          <p:nvPr userDrawn="1"/>
        </p:nvSpPr>
        <p:spPr>
          <a:xfrm>
            <a:off x="1988039" y="765175"/>
            <a:ext cx="503261" cy="590843"/>
          </a:xfrm>
          <a:custGeom>
            <a:avLst/>
            <a:gdLst>
              <a:gd name="connsiteX0" fmla="*/ 0 w 503261"/>
              <a:gd name="connsiteY0" fmla="*/ 0 h 590843"/>
              <a:gd name="connsiteX1" fmla="*/ 301488 w 503261"/>
              <a:gd name="connsiteY1" fmla="*/ 0 h 590843"/>
              <a:gd name="connsiteX2" fmla="*/ 503261 w 503261"/>
              <a:gd name="connsiteY2" fmla="*/ 175625 h 590843"/>
              <a:gd name="connsiteX3" fmla="*/ 391817 w 503261"/>
              <a:gd name="connsiteY3" fmla="*/ 354738 h 590843"/>
              <a:gd name="connsiteX4" fmla="*/ 391817 w 503261"/>
              <a:gd name="connsiteY4" fmla="*/ 360554 h 590843"/>
              <a:gd name="connsiteX5" fmla="*/ 497396 w 503261"/>
              <a:gd name="connsiteY5" fmla="*/ 464068 h 590843"/>
              <a:gd name="connsiteX6" fmla="*/ 497396 w 503261"/>
              <a:gd name="connsiteY6" fmla="*/ 590843 h 590843"/>
              <a:gd name="connsiteX7" fmla="*/ 341373 w 503261"/>
              <a:gd name="connsiteY7" fmla="*/ 590843 h 590843"/>
              <a:gd name="connsiteX8" fmla="*/ 341373 w 503261"/>
              <a:gd name="connsiteY8" fmla="*/ 500123 h 590843"/>
              <a:gd name="connsiteX9" fmla="*/ 276852 w 503261"/>
              <a:gd name="connsiteY9" fmla="*/ 426849 h 590843"/>
              <a:gd name="connsiteX10" fmla="*/ 156023 w 503261"/>
              <a:gd name="connsiteY10" fmla="*/ 426849 h 590843"/>
              <a:gd name="connsiteX11" fmla="*/ 156023 w 503261"/>
              <a:gd name="connsiteY11" fmla="*/ 590843 h 590843"/>
              <a:gd name="connsiteX12" fmla="*/ 0 w 503261"/>
              <a:gd name="connsiteY12" fmla="*/ 590843 h 590843"/>
              <a:gd name="connsiteX13" fmla="*/ 0 w 503261"/>
              <a:gd name="connsiteY13" fmla="*/ 0 h 590843"/>
              <a:gd name="connsiteX14" fmla="*/ 276852 w 503261"/>
              <a:gd name="connsiteY14" fmla="*/ 291932 h 590843"/>
              <a:gd name="connsiteX15" fmla="*/ 341373 w 503261"/>
              <a:gd name="connsiteY15" fmla="*/ 201212 h 590843"/>
              <a:gd name="connsiteX16" fmla="*/ 276852 w 503261"/>
              <a:gd name="connsiteY16" fmla="*/ 134917 h 590843"/>
              <a:gd name="connsiteX17" fmla="*/ 156023 w 503261"/>
              <a:gd name="connsiteY17" fmla="*/ 134917 h 590843"/>
              <a:gd name="connsiteX18" fmla="*/ 156023 w 503261"/>
              <a:gd name="connsiteY18" fmla="*/ 291932 h 590843"/>
              <a:gd name="connsiteX19" fmla="*/ 276852 w 503261"/>
              <a:gd name="connsiteY19" fmla="*/ 291932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503261" h="590843">
                <a:moveTo>
                  <a:pt x="0" y="0"/>
                </a:moveTo>
                <a:lnTo>
                  <a:pt x="301488" y="0"/>
                </a:lnTo>
                <a:cubicBezTo>
                  <a:pt x="436395" y="2326"/>
                  <a:pt x="503261" y="31403"/>
                  <a:pt x="503261" y="175625"/>
                </a:cubicBezTo>
                <a:cubicBezTo>
                  <a:pt x="503261" y="272160"/>
                  <a:pt x="503261" y="329151"/>
                  <a:pt x="391817" y="354738"/>
                </a:cubicBezTo>
                <a:lnTo>
                  <a:pt x="391817" y="360554"/>
                </a:lnTo>
                <a:cubicBezTo>
                  <a:pt x="456337" y="362880"/>
                  <a:pt x="497396" y="397772"/>
                  <a:pt x="497396" y="464068"/>
                </a:cubicBezTo>
                <a:lnTo>
                  <a:pt x="497396" y="590843"/>
                </a:lnTo>
                <a:lnTo>
                  <a:pt x="341373" y="590843"/>
                </a:lnTo>
                <a:lnTo>
                  <a:pt x="341373" y="500123"/>
                </a:lnTo>
                <a:cubicBezTo>
                  <a:pt x="342546" y="457089"/>
                  <a:pt x="323777" y="426849"/>
                  <a:pt x="276852" y="426849"/>
                </a:cubicBezTo>
                <a:lnTo>
                  <a:pt x="156023" y="426849"/>
                </a:lnTo>
                <a:lnTo>
                  <a:pt x="156023" y="590843"/>
                </a:lnTo>
                <a:lnTo>
                  <a:pt x="0" y="590843"/>
                </a:lnTo>
                <a:lnTo>
                  <a:pt x="0" y="0"/>
                </a:lnTo>
                <a:close/>
                <a:moveTo>
                  <a:pt x="276852" y="291932"/>
                </a:moveTo>
                <a:cubicBezTo>
                  <a:pt x="343719" y="291932"/>
                  <a:pt x="341373" y="267508"/>
                  <a:pt x="341373" y="201212"/>
                </a:cubicBezTo>
                <a:cubicBezTo>
                  <a:pt x="341373" y="148874"/>
                  <a:pt x="328469" y="134917"/>
                  <a:pt x="276852" y="134917"/>
                </a:cubicBezTo>
                <a:lnTo>
                  <a:pt x="156023" y="134917"/>
                </a:lnTo>
                <a:lnTo>
                  <a:pt x="156023" y="291932"/>
                </a:lnTo>
                <a:lnTo>
                  <a:pt x="276852" y="291932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1" name="Vrije vorm 10">
            <a:extLst>
              <a:ext uri="{FF2B5EF4-FFF2-40B4-BE49-F238E27FC236}">
                <a16:creationId xmlns:a16="http://schemas.microsoft.com/office/drawing/2014/main" id="{C436CA37-377F-B24D-A0DF-26DB2E09CAFA}"/>
              </a:ext>
            </a:extLst>
          </p:cNvPr>
          <p:cNvSpPr/>
          <p:nvPr userDrawn="1"/>
        </p:nvSpPr>
        <p:spPr>
          <a:xfrm>
            <a:off x="2642630" y="765175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2" name="Vrije vorm 11">
            <a:extLst>
              <a:ext uri="{FF2B5EF4-FFF2-40B4-BE49-F238E27FC236}">
                <a16:creationId xmlns:a16="http://schemas.microsoft.com/office/drawing/2014/main" id="{EA8E6DDB-E6F5-EF47-9EEF-6DEBFF8AECA8}"/>
              </a:ext>
            </a:extLst>
          </p:cNvPr>
          <p:cNvSpPr/>
          <p:nvPr userDrawn="1"/>
        </p:nvSpPr>
        <p:spPr>
          <a:xfrm>
            <a:off x="2946464" y="764011"/>
            <a:ext cx="503263" cy="592006"/>
          </a:xfrm>
          <a:custGeom>
            <a:avLst/>
            <a:gdLst>
              <a:gd name="connsiteX0" fmla="*/ 286237 w 503263"/>
              <a:gd name="connsiteY0" fmla="*/ 233778 h 592006"/>
              <a:gd name="connsiteX1" fmla="*/ 503261 w 503263"/>
              <a:gd name="connsiteY1" fmla="*/ 401262 h 592006"/>
              <a:gd name="connsiteX2" fmla="*/ 248698 w 503263"/>
              <a:gd name="connsiteY2" fmla="*/ 592006 h 592006"/>
              <a:gd name="connsiteX3" fmla="*/ 0 w 503263"/>
              <a:gd name="connsiteY3" fmla="*/ 397772 h 592006"/>
              <a:gd name="connsiteX4" fmla="*/ 150157 w 503263"/>
              <a:gd name="connsiteY4" fmla="*/ 397772 h 592006"/>
              <a:gd name="connsiteX5" fmla="*/ 248698 w 503263"/>
              <a:gd name="connsiteY5" fmla="*/ 464068 h 592006"/>
              <a:gd name="connsiteX6" fmla="*/ 346065 w 503263"/>
              <a:gd name="connsiteY6" fmla="*/ 410566 h 592006"/>
              <a:gd name="connsiteX7" fmla="*/ 263948 w 503263"/>
              <a:gd name="connsiteY7" fmla="*/ 355902 h 592006"/>
              <a:gd name="connsiteX8" fmla="*/ 229928 w 503263"/>
              <a:gd name="connsiteY8" fmla="*/ 353575 h 592006"/>
              <a:gd name="connsiteX9" fmla="*/ 1173 w 503263"/>
              <a:gd name="connsiteY9" fmla="*/ 177951 h 592006"/>
              <a:gd name="connsiteX10" fmla="*/ 248698 w 503263"/>
              <a:gd name="connsiteY10" fmla="*/ 0 h 592006"/>
              <a:gd name="connsiteX11" fmla="*/ 486838 w 503263"/>
              <a:gd name="connsiteY11" fmla="*/ 162831 h 592006"/>
              <a:gd name="connsiteX12" fmla="*/ 486838 w 503263"/>
              <a:gd name="connsiteY12" fmla="*/ 187255 h 592006"/>
              <a:gd name="connsiteX13" fmla="*/ 336681 w 503263"/>
              <a:gd name="connsiteY13" fmla="*/ 187255 h 592006"/>
              <a:gd name="connsiteX14" fmla="*/ 248698 w 503263"/>
              <a:gd name="connsiteY14" fmla="*/ 127938 h 592006"/>
              <a:gd name="connsiteX15" fmla="*/ 157196 w 503263"/>
              <a:gd name="connsiteY15" fmla="*/ 177951 h 592006"/>
              <a:gd name="connsiteX16" fmla="*/ 221716 w 503263"/>
              <a:gd name="connsiteY16" fmla="*/ 229126 h 592006"/>
              <a:gd name="connsiteX17" fmla="*/ 286237 w 503263"/>
              <a:gd name="connsiteY17" fmla="*/ 233778 h 592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03263" h="592006">
                <a:moveTo>
                  <a:pt x="286237" y="233778"/>
                </a:moveTo>
                <a:cubicBezTo>
                  <a:pt x="459856" y="246572"/>
                  <a:pt x="503261" y="267508"/>
                  <a:pt x="503261" y="401262"/>
                </a:cubicBezTo>
                <a:cubicBezTo>
                  <a:pt x="503261" y="497797"/>
                  <a:pt x="506781" y="592006"/>
                  <a:pt x="248698" y="592006"/>
                </a:cubicBezTo>
                <a:cubicBezTo>
                  <a:pt x="99714" y="592006"/>
                  <a:pt x="0" y="588517"/>
                  <a:pt x="0" y="397772"/>
                </a:cubicBezTo>
                <a:lnTo>
                  <a:pt x="150157" y="397772"/>
                </a:lnTo>
                <a:cubicBezTo>
                  <a:pt x="150157" y="458252"/>
                  <a:pt x="172446" y="464068"/>
                  <a:pt x="248698" y="464068"/>
                </a:cubicBezTo>
                <a:cubicBezTo>
                  <a:pt x="322603" y="464068"/>
                  <a:pt x="346065" y="459415"/>
                  <a:pt x="346065" y="410566"/>
                </a:cubicBezTo>
                <a:cubicBezTo>
                  <a:pt x="346065" y="360554"/>
                  <a:pt x="337854" y="360554"/>
                  <a:pt x="263948" y="355902"/>
                </a:cubicBezTo>
                <a:lnTo>
                  <a:pt x="229928" y="353575"/>
                </a:lnTo>
                <a:cubicBezTo>
                  <a:pt x="85637" y="343108"/>
                  <a:pt x="1173" y="344271"/>
                  <a:pt x="1173" y="177951"/>
                </a:cubicBezTo>
                <a:cubicBezTo>
                  <a:pt x="1173" y="11631"/>
                  <a:pt x="96194" y="0"/>
                  <a:pt x="248698" y="0"/>
                </a:cubicBezTo>
                <a:cubicBezTo>
                  <a:pt x="376566" y="0"/>
                  <a:pt x="486838" y="2326"/>
                  <a:pt x="486838" y="162831"/>
                </a:cubicBezTo>
                <a:lnTo>
                  <a:pt x="486838" y="187255"/>
                </a:lnTo>
                <a:lnTo>
                  <a:pt x="336681" y="187255"/>
                </a:lnTo>
                <a:cubicBezTo>
                  <a:pt x="336681" y="127938"/>
                  <a:pt x="312045" y="127938"/>
                  <a:pt x="248698" y="127938"/>
                </a:cubicBezTo>
                <a:cubicBezTo>
                  <a:pt x="164234" y="127938"/>
                  <a:pt x="157196" y="145385"/>
                  <a:pt x="157196" y="177951"/>
                </a:cubicBezTo>
                <a:cubicBezTo>
                  <a:pt x="157196" y="224474"/>
                  <a:pt x="179485" y="225637"/>
                  <a:pt x="221716" y="229126"/>
                </a:cubicBezTo>
                <a:lnTo>
                  <a:pt x="286237" y="233778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Vrije vorm 12">
            <a:extLst>
              <a:ext uri="{FF2B5EF4-FFF2-40B4-BE49-F238E27FC236}">
                <a16:creationId xmlns:a16="http://schemas.microsoft.com/office/drawing/2014/main" id="{860F93CF-101D-B445-8051-96103CE8A424}"/>
              </a:ext>
            </a:extLst>
          </p:cNvPr>
          <p:cNvSpPr/>
          <p:nvPr userDrawn="1"/>
        </p:nvSpPr>
        <p:spPr>
          <a:xfrm>
            <a:off x="3605748" y="765175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" name="Vrije vorm 13">
            <a:extLst>
              <a:ext uri="{FF2B5EF4-FFF2-40B4-BE49-F238E27FC236}">
                <a16:creationId xmlns:a16="http://schemas.microsoft.com/office/drawing/2014/main" id="{D682A1FA-0DA4-0F46-A3F4-04D74437ED2B}"/>
              </a:ext>
            </a:extLst>
          </p:cNvPr>
          <p:cNvSpPr/>
          <p:nvPr userDrawn="1"/>
        </p:nvSpPr>
        <p:spPr>
          <a:xfrm>
            <a:off x="3891985" y="765175"/>
            <a:ext cx="532588" cy="590843"/>
          </a:xfrm>
          <a:custGeom>
            <a:avLst/>
            <a:gdLst>
              <a:gd name="connsiteX0" fmla="*/ 0 w 532588"/>
              <a:gd name="connsiteY0" fmla="*/ 0 h 590843"/>
              <a:gd name="connsiteX1" fmla="*/ 296795 w 532588"/>
              <a:gd name="connsiteY1" fmla="*/ 0 h 590843"/>
              <a:gd name="connsiteX2" fmla="*/ 532589 w 532588"/>
              <a:gd name="connsiteY2" fmla="*/ 225637 h 590843"/>
              <a:gd name="connsiteX3" fmla="*/ 532589 w 532588"/>
              <a:gd name="connsiteY3" fmla="*/ 357065 h 590843"/>
              <a:gd name="connsiteX4" fmla="*/ 317911 w 532588"/>
              <a:gd name="connsiteY4" fmla="*/ 590843 h 590843"/>
              <a:gd name="connsiteX5" fmla="*/ 0 w 532588"/>
              <a:gd name="connsiteY5" fmla="*/ 590843 h 590843"/>
              <a:gd name="connsiteX6" fmla="*/ 0 w 532588"/>
              <a:gd name="connsiteY6" fmla="*/ 0 h 590843"/>
              <a:gd name="connsiteX7" fmla="*/ 156023 w 532588"/>
              <a:gd name="connsiteY7" fmla="*/ 455926 h 590843"/>
              <a:gd name="connsiteX8" fmla="*/ 293276 w 532588"/>
              <a:gd name="connsiteY8" fmla="*/ 455926 h 590843"/>
              <a:gd name="connsiteX9" fmla="*/ 371874 w 532588"/>
              <a:gd name="connsiteY9" fmla="*/ 357065 h 590843"/>
              <a:gd name="connsiteX10" fmla="*/ 371874 w 532588"/>
              <a:gd name="connsiteY10" fmla="*/ 225637 h 590843"/>
              <a:gd name="connsiteX11" fmla="*/ 293276 w 532588"/>
              <a:gd name="connsiteY11" fmla="*/ 134917 h 590843"/>
              <a:gd name="connsiteX12" fmla="*/ 156023 w 532588"/>
              <a:gd name="connsiteY12" fmla="*/ 134917 h 590843"/>
              <a:gd name="connsiteX13" fmla="*/ 156023 w 532588"/>
              <a:gd name="connsiteY13" fmla="*/ 455926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32588" h="590843">
                <a:moveTo>
                  <a:pt x="0" y="0"/>
                </a:moveTo>
                <a:lnTo>
                  <a:pt x="296795" y="0"/>
                </a:lnTo>
                <a:cubicBezTo>
                  <a:pt x="459857" y="0"/>
                  <a:pt x="532589" y="60480"/>
                  <a:pt x="532589" y="225637"/>
                </a:cubicBezTo>
                <a:lnTo>
                  <a:pt x="532589" y="357065"/>
                </a:lnTo>
                <a:cubicBezTo>
                  <a:pt x="532589" y="516406"/>
                  <a:pt x="480972" y="590843"/>
                  <a:pt x="317911" y="590843"/>
                </a:cubicBezTo>
                <a:lnTo>
                  <a:pt x="0" y="590843"/>
                </a:lnTo>
                <a:lnTo>
                  <a:pt x="0" y="0"/>
                </a:lnTo>
                <a:close/>
                <a:moveTo>
                  <a:pt x="156023" y="455926"/>
                </a:moveTo>
                <a:lnTo>
                  <a:pt x="293276" y="455926"/>
                </a:lnTo>
                <a:cubicBezTo>
                  <a:pt x="350758" y="455926"/>
                  <a:pt x="371874" y="417545"/>
                  <a:pt x="371874" y="357065"/>
                </a:cubicBezTo>
                <a:lnTo>
                  <a:pt x="371874" y="225637"/>
                </a:lnTo>
                <a:cubicBezTo>
                  <a:pt x="371874" y="150037"/>
                  <a:pt x="347239" y="134917"/>
                  <a:pt x="293276" y="134917"/>
                </a:cubicBezTo>
                <a:lnTo>
                  <a:pt x="156023" y="134917"/>
                </a:lnTo>
                <a:lnTo>
                  <a:pt x="156023" y="455926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F5F96FA3-C1C4-3D49-8900-BF0E60B5BFA4}"/>
              </a:ext>
            </a:extLst>
          </p:cNvPr>
          <p:cNvSpPr/>
          <p:nvPr userDrawn="1"/>
        </p:nvSpPr>
        <p:spPr>
          <a:xfrm>
            <a:off x="4548923" y="765175"/>
            <a:ext cx="428182" cy="590843"/>
          </a:xfrm>
          <a:custGeom>
            <a:avLst/>
            <a:gdLst>
              <a:gd name="connsiteX0" fmla="*/ 156023 w 428182"/>
              <a:gd name="connsiteY0" fmla="*/ 238431 h 590843"/>
              <a:gd name="connsiteX1" fmla="*/ 405894 w 428182"/>
              <a:gd name="connsiteY1" fmla="*/ 238431 h 590843"/>
              <a:gd name="connsiteX2" fmla="*/ 405894 w 428182"/>
              <a:gd name="connsiteY2" fmla="*/ 346597 h 590843"/>
              <a:gd name="connsiteX3" fmla="*/ 156023 w 428182"/>
              <a:gd name="connsiteY3" fmla="*/ 346597 h 590843"/>
              <a:gd name="connsiteX4" fmla="*/ 156023 w 428182"/>
              <a:gd name="connsiteY4" fmla="*/ 464068 h 590843"/>
              <a:gd name="connsiteX5" fmla="*/ 428183 w 428182"/>
              <a:gd name="connsiteY5" fmla="*/ 464068 h 590843"/>
              <a:gd name="connsiteX6" fmla="*/ 428183 w 428182"/>
              <a:gd name="connsiteY6" fmla="*/ 590843 h 590843"/>
              <a:gd name="connsiteX7" fmla="*/ 0 w 428182"/>
              <a:gd name="connsiteY7" fmla="*/ 590843 h 590843"/>
              <a:gd name="connsiteX8" fmla="*/ 0 w 428182"/>
              <a:gd name="connsiteY8" fmla="*/ 0 h 590843"/>
              <a:gd name="connsiteX9" fmla="*/ 428183 w 428182"/>
              <a:gd name="connsiteY9" fmla="*/ 0 h 590843"/>
              <a:gd name="connsiteX10" fmla="*/ 428183 w 428182"/>
              <a:gd name="connsiteY10" fmla="*/ 126775 h 590843"/>
              <a:gd name="connsiteX11" fmla="*/ 156023 w 428182"/>
              <a:gd name="connsiteY11" fmla="*/ 126775 h 590843"/>
              <a:gd name="connsiteX12" fmla="*/ 156023 w 428182"/>
              <a:gd name="connsiteY12" fmla="*/ 238431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28182" h="590843">
                <a:moveTo>
                  <a:pt x="156023" y="238431"/>
                </a:moveTo>
                <a:lnTo>
                  <a:pt x="405894" y="238431"/>
                </a:lnTo>
                <a:lnTo>
                  <a:pt x="405894" y="346597"/>
                </a:lnTo>
                <a:lnTo>
                  <a:pt x="156023" y="346597"/>
                </a:lnTo>
                <a:lnTo>
                  <a:pt x="156023" y="464068"/>
                </a:lnTo>
                <a:lnTo>
                  <a:pt x="428183" y="464068"/>
                </a:lnTo>
                <a:lnTo>
                  <a:pt x="428183" y="590843"/>
                </a:lnTo>
                <a:lnTo>
                  <a:pt x="0" y="590843"/>
                </a:lnTo>
                <a:lnTo>
                  <a:pt x="0" y="0"/>
                </a:lnTo>
                <a:lnTo>
                  <a:pt x="428183" y="0"/>
                </a:lnTo>
                <a:lnTo>
                  <a:pt x="428183" y="126775"/>
                </a:lnTo>
                <a:lnTo>
                  <a:pt x="156023" y="126775"/>
                </a:lnTo>
                <a:lnTo>
                  <a:pt x="156023" y="238431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6" name="Graphic 23">
            <a:extLst>
              <a:ext uri="{FF2B5EF4-FFF2-40B4-BE49-F238E27FC236}">
                <a16:creationId xmlns:a16="http://schemas.microsoft.com/office/drawing/2014/main" id="{43155466-2A66-9F46-9D09-2538706CD403}"/>
              </a:ext>
            </a:extLst>
          </p:cNvPr>
          <p:cNvGrpSpPr/>
          <p:nvPr userDrawn="1"/>
        </p:nvGrpSpPr>
        <p:grpSpPr>
          <a:xfrm>
            <a:off x="750415" y="1469999"/>
            <a:ext cx="4231383" cy="173298"/>
            <a:chOff x="750415" y="1469999"/>
            <a:chExt cx="4231383" cy="173298"/>
          </a:xfrm>
          <a:solidFill>
            <a:schemeClr val="tx1"/>
          </a:solidFill>
        </p:grpSpPr>
        <p:sp>
          <p:nvSpPr>
            <p:cNvPr id="18" name="Vrije vorm 17">
              <a:extLst>
                <a:ext uri="{FF2B5EF4-FFF2-40B4-BE49-F238E27FC236}">
                  <a16:creationId xmlns:a16="http://schemas.microsoft.com/office/drawing/2014/main" id="{24F0CE04-0757-644A-AEE0-0BF8BE075A75}"/>
                </a:ext>
              </a:extLst>
            </p:cNvPr>
            <p:cNvSpPr/>
            <p:nvPr/>
          </p:nvSpPr>
          <p:spPr>
            <a:xfrm>
              <a:off x="75041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" name="Vrije vorm 18">
              <a:extLst>
                <a:ext uri="{FF2B5EF4-FFF2-40B4-BE49-F238E27FC236}">
                  <a16:creationId xmlns:a16="http://schemas.microsoft.com/office/drawing/2014/main" id="{02E7C08A-3015-1D47-BE7C-EB7D1DA80706}"/>
                </a:ext>
              </a:extLst>
            </p:cNvPr>
            <p:cNvSpPr/>
            <p:nvPr/>
          </p:nvSpPr>
          <p:spPr>
            <a:xfrm>
              <a:off x="1038998" y="1472325"/>
              <a:ext cx="111444" cy="168646"/>
            </a:xfrm>
            <a:custGeom>
              <a:avLst/>
              <a:gdLst>
                <a:gd name="connsiteX0" fmla="*/ 0 w 111444"/>
                <a:gd name="connsiteY0" fmla="*/ 168646 h 168646"/>
                <a:gd name="connsiteX1" fmla="*/ 0 w 111444"/>
                <a:gd name="connsiteY1" fmla="*/ 0 h 168646"/>
                <a:gd name="connsiteX2" fmla="*/ 32847 w 111444"/>
                <a:gd name="connsiteY2" fmla="*/ 0 h 168646"/>
                <a:gd name="connsiteX3" fmla="*/ 32847 w 111444"/>
                <a:gd name="connsiteY3" fmla="*/ 67458 h 168646"/>
                <a:gd name="connsiteX4" fmla="*/ 78598 w 111444"/>
                <a:gd name="connsiteY4" fmla="*/ 67458 h 168646"/>
                <a:gd name="connsiteX5" fmla="*/ 78598 w 111444"/>
                <a:gd name="connsiteY5" fmla="*/ 0 h 168646"/>
                <a:gd name="connsiteX6" fmla="*/ 111445 w 111444"/>
                <a:gd name="connsiteY6" fmla="*/ 0 h 168646"/>
                <a:gd name="connsiteX7" fmla="*/ 111445 w 111444"/>
                <a:gd name="connsiteY7" fmla="*/ 168646 h 168646"/>
                <a:gd name="connsiteX8" fmla="*/ 78598 w 111444"/>
                <a:gd name="connsiteY8" fmla="*/ 168646 h 168646"/>
                <a:gd name="connsiteX9" fmla="*/ 78598 w 111444"/>
                <a:gd name="connsiteY9" fmla="*/ 95372 h 168646"/>
                <a:gd name="connsiteX10" fmla="*/ 32847 w 111444"/>
                <a:gd name="connsiteY10" fmla="*/ 95372 h 168646"/>
                <a:gd name="connsiteX11" fmla="*/ 32847 w 111444"/>
                <a:gd name="connsiteY11" fmla="*/ 168646 h 168646"/>
                <a:gd name="connsiteX12" fmla="*/ 0 w 111444"/>
                <a:gd name="connsiteY12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444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67458"/>
                  </a:lnTo>
                  <a:lnTo>
                    <a:pt x="78598" y="67458"/>
                  </a:lnTo>
                  <a:lnTo>
                    <a:pt x="78598" y="0"/>
                  </a:lnTo>
                  <a:lnTo>
                    <a:pt x="111445" y="0"/>
                  </a:lnTo>
                  <a:lnTo>
                    <a:pt x="111445" y="168646"/>
                  </a:lnTo>
                  <a:lnTo>
                    <a:pt x="78598" y="168646"/>
                  </a:lnTo>
                  <a:lnTo>
                    <a:pt x="78598" y="95372"/>
                  </a:lnTo>
                  <a:lnTo>
                    <a:pt x="32847" y="95372"/>
                  </a:lnTo>
                  <a:lnTo>
                    <a:pt x="32847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0" name="Vrije vorm 19">
              <a:extLst>
                <a:ext uri="{FF2B5EF4-FFF2-40B4-BE49-F238E27FC236}">
                  <a16:creationId xmlns:a16="http://schemas.microsoft.com/office/drawing/2014/main" id="{722A91E2-69B9-8B4F-930D-EBEE7A9AD663}"/>
                </a:ext>
              </a:extLst>
            </p:cNvPr>
            <p:cNvSpPr/>
            <p:nvPr/>
          </p:nvSpPr>
          <p:spPr>
            <a:xfrm>
              <a:off x="1340486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" name="Vrije vorm 21">
              <a:extLst>
                <a:ext uri="{FF2B5EF4-FFF2-40B4-BE49-F238E27FC236}">
                  <a16:creationId xmlns:a16="http://schemas.microsoft.com/office/drawing/2014/main" id="{32BA5F88-2738-3C43-B59E-A5EBFD21CF5D}"/>
                </a:ext>
              </a:extLst>
            </p:cNvPr>
            <p:cNvSpPr/>
            <p:nvPr/>
          </p:nvSpPr>
          <p:spPr>
            <a:xfrm>
              <a:off x="1836708" y="1469999"/>
              <a:ext cx="109098" cy="173298"/>
            </a:xfrm>
            <a:custGeom>
              <a:avLst/>
              <a:gdLst>
                <a:gd name="connsiteX0" fmla="*/ 77425 w 109098"/>
                <a:gd name="connsiteY0" fmla="*/ 48849 h 173298"/>
                <a:gd name="connsiteX1" fmla="*/ 53963 w 109098"/>
                <a:gd name="connsiteY1" fmla="*/ 26751 h 173298"/>
                <a:gd name="connsiteX2" fmla="*/ 36366 w 109098"/>
                <a:gd name="connsiteY2" fmla="*/ 45360 h 173298"/>
                <a:gd name="connsiteX3" fmla="*/ 109099 w 109098"/>
                <a:gd name="connsiteY3" fmla="*/ 125612 h 173298"/>
                <a:gd name="connsiteX4" fmla="*/ 55136 w 109098"/>
                <a:gd name="connsiteY4" fmla="*/ 173298 h 173298"/>
                <a:gd name="connsiteX5" fmla="*/ 0 w 109098"/>
                <a:gd name="connsiteY5" fmla="*/ 125612 h 173298"/>
                <a:gd name="connsiteX6" fmla="*/ 31674 w 109098"/>
                <a:gd name="connsiteY6" fmla="*/ 118634 h 173298"/>
                <a:gd name="connsiteX7" fmla="*/ 56309 w 109098"/>
                <a:gd name="connsiteY7" fmla="*/ 146548 h 173298"/>
                <a:gd name="connsiteX8" fmla="*/ 76252 w 109098"/>
                <a:gd name="connsiteY8" fmla="*/ 126775 h 173298"/>
                <a:gd name="connsiteX9" fmla="*/ 3519 w 109098"/>
                <a:gd name="connsiteY9" fmla="*/ 47686 h 173298"/>
                <a:gd name="connsiteX10" fmla="*/ 55136 w 109098"/>
                <a:gd name="connsiteY10" fmla="*/ 0 h 173298"/>
                <a:gd name="connsiteX11" fmla="*/ 107926 w 109098"/>
                <a:gd name="connsiteY11" fmla="*/ 40708 h 173298"/>
                <a:gd name="connsiteX12" fmla="*/ 77425 w 109098"/>
                <a:gd name="connsiteY12" fmla="*/ 48849 h 17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098" h="173298">
                  <a:moveTo>
                    <a:pt x="77425" y="48849"/>
                  </a:moveTo>
                  <a:cubicBezTo>
                    <a:pt x="71559" y="32566"/>
                    <a:pt x="64521" y="26751"/>
                    <a:pt x="53963" y="26751"/>
                  </a:cubicBezTo>
                  <a:cubicBezTo>
                    <a:pt x="42232" y="26751"/>
                    <a:pt x="36366" y="33729"/>
                    <a:pt x="36366" y="45360"/>
                  </a:cubicBezTo>
                  <a:cubicBezTo>
                    <a:pt x="36366" y="70948"/>
                    <a:pt x="109099" y="72111"/>
                    <a:pt x="109099" y="125612"/>
                  </a:cubicBezTo>
                  <a:cubicBezTo>
                    <a:pt x="109099" y="154689"/>
                    <a:pt x="89156" y="173298"/>
                    <a:pt x="55136" y="173298"/>
                  </a:cubicBezTo>
                  <a:cubicBezTo>
                    <a:pt x="29328" y="173298"/>
                    <a:pt x="8212" y="159342"/>
                    <a:pt x="0" y="125612"/>
                  </a:cubicBezTo>
                  <a:lnTo>
                    <a:pt x="31674" y="118634"/>
                  </a:lnTo>
                  <a:cubicBezTo>
                    <a:pt x="35193" y="138406"/>
                    <a:pt x="46924" y="146548"/>
                    <a:pt x="56309" y="146548"/>
                  </a:cubicBezTo>
                  <a:cubicBezTo>
                    <a:pt x="68040" y="146548"/>
                    <a:pt x="76252" y="139569"/>
                    <a:pt x="76252" y="126775"/>
                  </a:cubicBezTo>
                  <a:cubicBezTo>
                    <a:pt x="76252" y="95372"/>
                    <a:pt x="3519" y="94209"/>
                    <a:pt x="3519" y="47686"/>
                  </a:cubicBezTo>
                  <a:cubicBezTo>
                    <a:pt x="3519" y="18609"/>
                    <a:pt x="21116" y="0"/>
                    <a:pt x="55136" y="0"/>
                  </a:cubicBezTo>
                  <a:cubicBezTo>
                    <a:pt x="84463" y="0"/>
                    <a:pt x="102060" y="17446"/>
                    <a:pt x="107926" y="40708"/>
                  </a:cubicBezTo>
                  <a:lnTo>
                    <a:pt x="77425" y="48849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3" name="Vrije vorm 22">
              <a:extLst>
                <a:ext uri="{FF2B5EF4-FFF2-40B4-BE49-F238E27FC236}">
                  <a16:creationId xmlns:a16="http://schemas.microsoft.com/office/drawing/2014/main" id="{30C4BD1C-933A-4349-B7B9-5E1A4D28A37C}"/>
                </a:ext>
              </a:extLst>
            </p:cNvPr>
            <p:cNvSpPr/>
            <p:nvPr/>
          </p:nvSpPr>
          <p:spPr>
            <a:xfrm>
              <a:off x="212294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5" name="Vrije vorm 24">
              <a:extLst>
                <a:ext uri="{FF2B5EF4-FFF2-40B4-BE49-F238E27FC236}">
                  <a16:creationId xmlns:a16="http://schemas.microsoft.com/office/drawing/2014/main" id="{2AB6C8EF-DA42-5F46-8651-0D1176E23992}"/>
                </a:ext>
              </a:extLst>
            </p:cNvPr>
            <p:cNvSpPr/>
            <p:nvPr/>
          </p:nvSpPr>
          <p:spPr>
            <a:xfrm>
              <a:off x="241035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6" name="Vrije vorm 25">
              <a:extLst>
                <a:ext uri="{FF2B5EF4-FFF2-40B4-BE49-F238E27FC236}">
                  <a16:creationId xmlns:a16="http://schemas.microsoft.com/office/drawing/2014/main" id="{309A9824-0498-F64A-9C25-C1EC2AAE3E0C}"/>
                </a:ext>
              </a:extLst>
            </p:cNvPr>
            <p:cNvSpPr/>
            <p:nvPr/>
          </p:nvSpPr>
          <p:spPr>
            <a:xfrm>
              <a:off x="2687208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7" name="Vrije vorm 26">
              <a:extLst>
                <a:ext uri="{FF2B5EF4-FFF2-40B4-BE49-F238E27FC236}">
                  <a16:creationId xmlns:a16="http://schemas.microsoft.com/office/drawing/2014/main" id="{71285F08-41D4-C54F-B4ED-ADBB9DE20893}"/>
                </a:ext>
              </a:extLst>
            </p:cNvPr>
            <p:cNvSpPr/>
            <p:nvPr/>
          </p:nvSpPr>
          <p:spPr>
            <a:xfrm>
              <a:off x="2964061" y="1472325"/>
              <a:ext cx="85636" cy="168646"/>
            </a:xfrm>
            <a:custGeom>
              <a:avLst/>
              <a:gdLst>
                <a:gd name="connsiteX0" fmla="*/ 0 w 85636"/>
                <a:gd name="connsiteY0" fmla="*/ 168646 h 168646"/>
                <a:gd name="connsiteX1" fmla="*/ 0 w 85636"/>
                <a:gd name="connsiteY1" fmla="*/ 0 h 168646"/>
                <a:gd name="connsiteX2" fmla="*/ 32847 w 85636"/>
                <a:gd name="connsiteY2" fmla="*/ 0 h 168646"/>
                <a:gd name="connsiteX3" fmla="*/ 32847 w 85636"/>
                <a:gd name="connsiteY3" fmla="*/ 139569 h 168646"/>
                <a:gd name="connsiteX4" fmla="*/ 85637 w 85636"/>
                <a:gd name="connsiteY4" fmla="*/ 139569 h 168646"/>
                <a:gd name="connsiteX5" fmla="*/ 85637 w 85636"/>
                <a:gd name="connsiteY5" fmla="*/ 167483 h 168646"/>
                <a:gd name="connsiteX6" fmla="*/ 0 w 85636"/>
                <a:gd name="connsiteY6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36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139569"/>
                  </a:lnTo>
                  <a:lnTo>
                    <a:pt x="85637" y="139569"/>
                  </a:lnTo>
                  <a:lnTo>
                    <a:pt x="85637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9F5B6E60-8227-904D-A856-68F3D9C50638}"/>
                </a:ext>
              </a:extLst>
            </p:cNvPr>
            <p:cNvSpPr/>
            <p:nvPr/>
          </p:nvSpPr>
          <p:spPr>
            <a:xfrm>
              <a:off x="3453245" y="1472325"/>
              <a:ext cx="84463" cy="168646"/>
            </a:xfrm>
            <a:custGeom>
              <a:avLst/>
              <a:gdLst>
                <a:gd name="connsiteX0" fmla="*/ 0 w 84463"/>
                <a:gd name="connsiteY0" fmla="*/ 168646 h 168646"/>
                <a:gd name="connsiteX1" fmla="*/ 0 w 84463"/>
                <a:gd name="connsiteY1" fmla="*/ 0 h 168646"/>
                <a:gd name="connsiteX2" fmla="*/ 84463 w 84463"/>
                <a:gd name="connsiteY2" fmla="*/ 0 h 168646"/>
                <a:gd name="connsiteX3" fmla="*/ 84463 w 84463"/>
                <a:gd name="connsiteY3" fmla="*/ 27914 h 168646"/>
                <a:gd name="connsiteX4" fmla="*/ 31674 w 84463"/>
                <a:gd name="connsiteY4" fmla="*/ 27914 h 168646"/>
                <a:gd name="connsiteX5" fmla="*/ 31674 w 84463"/>
                <a:gd name="connsiteY5" fmla="*/ 66295 h 168646"/>
                <a:gd name="connsiteX6" fmla="*/ 72732 w 84463"/>
                <a:gd name="connsiteY6" fmla="*/ 66295 h 168646"/>
                <a:gd name="connsiteX7" fmla="*/ 72732 w 84463"/>
                <a:gd name="connsiteY7" fmla="*/ 95372 h 168646"/>
                <a:gd name="connsiteX8" fmla="*/ 31674 w 84463"/>
                <a:gd name="connsiteY8" fmla="*/ 95372 h 168646"/>
                <a:gd name="connsiteX9" fmla="*/ 31674 w 84463"/>
                <a:gd name="connsiteY9" fmla="*/ 168646 h 168646"/>
                <a:gd name="connsiteX10" fmla="*/ 0 w 84463"/>
                <a:gd name="connsiteY10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463" h="168646">
                  <a:moveTo>
                    <a:pt x="0" y="168646"/>
                  </a:moveTo>
                  <a:lnTo>
                    <a:pt x="0" y="0"/>
                  </a:lnTo>
                  <a:lnTo>
                    <a:pt x="84463" y="0"/>
                  </a:lnTo>
                  <a:lnTo>
                    <a:pt x="84463" y="27914"/>
                  </a:lnTo>
                  <a:lnTo>
                    <a:pt x="31674" y="27914"/>
                  </a:lnTo>
                  <a:lnTo>
                    <a:pt x="31674" y="66295"/>
                  </a:lnTo>
                  <a:lnTo>
                    <a:pt x="72732" y="66295"/>
                  </a:lnTo>
                  <a:lnTo>
                    <a:pt x="72732" y="95372"/>
                  </a:lnTo>
                  <a:lnTo>
                    <a:pt x="31674" y="95372"/>
                  </a:lnTo>
                  <a:lnTo>
                    <a:pt x="31674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1543B8FC-C236-374F-AB13-C5D0380BE7BD}"/>
                </a:ext>
              </a:extLst>
            </p:cNvPr>
            <p:cNvSpPr/>
            <p:nvPr/>
          </p:nvSpPr>
          <p:spPr>
            <a:xfrm>
              <a:off x="3719539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" name="Vrije vorm 29">
              <a:extLst>
                <a:ext uri="{FF2B5EF4-FFF2-40B4-BE49-F238E27FC236}">
                  <a16:creationId xmlns:a16="http://schemas.microsoft.com/office/drawing/2014/main" id="{4A8A4799-43DF-B843-9116-EB60765A1BDF}"/>
                </a:ext>
              </a:extLst>
            </p:cNvPr>
            <p:cNvSpPr/>
            <p:nvPr/>
          </p:nvSpPr>
          <p:spPr>
            <a:xfrm>
              <a:off x="4010469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" name="Vrije vorm 30">
              <a:extLst>
                <a:ext uri="{FF2B5EF4-FFF2-40B4-BE49-F238E27FC236}">
                  <a16:creationId xmlns:a16="http://schemas.microsoft.com/office/drawing/2014/main" id="{C0256341-2C06-024B-A589-94C65A60367A}"/>
                </a:ext>
              </a:extLst>
            </p:cNvPr>
            <p:cNvSpPr/>
            <p:nvPr/>
          </p:nvSpPr>
          <p:spPr>
            <a:xfrm>
              <a:off x="4299052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" name="Vrije vorm 31">
              <a:extLst>
                <a:ext uri="{FF2B5EF4-FFF2-40B4-BE49-F238E27FC236}">
                  <a16:creationId xmlns:a16="http://schemas.microsoft.com/office/drawing/2014/main" id="{F30FE386-B1C4-A741-A13F-9FA5AA70045C}"/>
                </a:ext>
              </a:extLst>
            </p:cNvPr>
            <p:cNvSpPr/>
            <p:nvPr/>
          </p:nvSpPr>
          <p:spPr>
            <a:xfrm>
              <a:off x="4599367" y="1472325"/>
              <a:ext cx="110271" cy="168646"/>
            </a:xfrm>
            <a:custGeom>
              <a:avLst/>
              <a:gdLst>
                <a:gd name="connsiteX0" fmla="*/ 77425 w 110271"/>
                <a:gd name="connsiteY0" fmla="*/ 168646 h 168646"/>
                <a:gd name="connsiteX1" fmla="*/ 49270 w 110271"/>
                <a:gd name="connsiteY1" fmla="*/ 100025 h 168646"/>
                <a:gd name="connsiteX2" fmla="*/ 32847 w 110271"/>
                <a:gd name="connsiteY2" fmla="*/ 100025 h 168646"/>
                <a:gd name="connsiteX3" fmla="*/ 32847 w 110271"/>
                <a:gd name="connsiteY3" fmla="*/ 168646 h 168646"/>
                <a:gd name="connsiteX4" fmla="*/ 0 w 110271"/>
                <a:gd name="connsiteY4" fmla="*/ 168646 h 168646"/>
                <a:gd name="connsiteX5" fmla="*/ 0 w 110271"/>
                <a:gd name="connsiteY5" fmla="*/ 0 h 168646"/>
                <a:gd name="connsiteX6" fmla="*/ 46924 w 110271"/>
                <a:gd name="connsiteY6" fmla="*/ 0 h 168646"/>
                <a:gd name="connsiteX7" fmla="*/ 104406 w 110271"/>
                <a:gd name="connsiteY7" fmla="*/ 50012 h 168646"/>
                <a:gd name="connsiteX8" fmla="*/ 78598 w 110271"/>
                <a:gd name="connsiteY8" fmla="*/ 93046 h 168646"/>
                <a:gd name="connsiteX9" fmla="*/ 110272 w 110271"/>
                <a:gd name="connsiteY9" fmla="*/ 168646 h 168646"/>
                <a:gd name="connsiteX10" fmla="*/ 77425 w 110271"/>
                <a:gd name="connsiteY10" fmla="*/ 168646 h 168646"/>
                <a:gd name="connsiteX11" fmla="*/ 32847 w 110271"/>
                <a:gd name="connsiteY11" fmla="*/ 73274 h 168646"/>
                <a:gd name="connsiteX12" fmla="*/ 49270 w 110271"/>
                <a:gd name="connsiteY12" fmla="*/ 73274 h 168646"/>
                <a:gd name="connsiteX13" fmla="*/ 72732 w 110271"/>
                <a:gd name="connsiteY13" fmla="*/ 50012 h 168646"/>
                <a:gd name="connsiteX14" fmla="*/ 49270 w 110271"/>
                <a:gd name="connsiteY14" fmla="*/ 26751 h 168646"/>
                <a:gd name="connsiteX15" fmla="*/ 32847 w 110271"/>
                <a:gd name="connsiteY15" fmla="*/ 26751 h 168646"/>
                <a:gd name="connsiteX16" fmla="*/ 32847 w 110271"/>
                <a:gd name="connsiteY16" fmla="*/ 73274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271" h="168646">
                  <a:moveTo>
                    <a:pt x="77425" y="168646"/>
                  </a:moveTo>
                  <a:lnTo>
                    <a:pt x="49270" y="100025"/>
                  </a:lnTo>
                  <a:lnTo>
                    <a:pt x="32847" y="100025"/>
                  </a:lnTo>
                  <a:lnTo>
                    <a:pt x="32847" y="168646"/>
                  </a:lnTo>
                  <a:lnTo>
                    <a:pt x="0" y="168646"/>
                  </a:lnTo>
                  <a:lnTo>
                    <a:pt x="0" y="0"/>
                  </a:lnTo>
                  <a:lnTo>
                    <a:pt x="46924" y="0"/>
                  </a:lnTo>
                  <a:cubicBezTo>
                    <a:pt x="85636" y="0"/>
                    <a:pt x="104406" y="18609"/>
                    <a:pt x="104406" y="50012"/>
                  </a:cubicBezTo>
                  <a:cubicBezTo>
                    <a:pt x="104406" y="70948"/>
                    <a:pt x="97367" y="86068"/>
                    <a:pt x="78598" y="93046"/>
                  </a:cubicBezTo>
                  <a:lnTo>
                    <a:pt x="110272" y="168646"/>
                  </a:lnTo>
                  <a:lnTo>
                    <a:pt x="77425" y="168646"/>
                  </a:lnTo>
                  <a:close/>
                  <a:moveTo>
                    <a:pt x="32847" y="73274"/>
                  </a:moveTo>
                  <a:lnTo>
                    <a:pt x="49270" y="73274"/>
                  </a:lnTo>
                  <a:cubicBezTo>
                    <a:pt x="63348" y="73274"/>
                    <a:pt x="72732" y="66295"/>
                    <a:pt x="72732" y="50012"/>
                  </a:cubicBezTo>
                  <a:cubicBezTo>
                    <a:pt x="72732" y="33729"/>
                    <a:pt x="64521" y="26751"/>
                    <a:pt x="49270" y="26751"/>
                  </a:cubicBezTo>
                  <a:lnTo>
                    <a:pt x="32847" y="26751"/>
                  </a:lnTo>
                  <a:lnTo>
                    <a:pt x="32847" y="73274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" name="Vrije vorm 32">
              <a:extLst>
                <a:ext uri="{FF2B5EF4-FFF2-40B4-BE49-F238E27FC236}">
                  <a16:creationId xmlns:a16="http://schemas.microsoft.com/office/drawing/2014/main" id="{481B188F-AE8A-4542-A497-939BB3221338}"/>
                </a:ext>
              </a:extLst>
            </p:cNvPr>
            <p:cNvSpPr/>
            <p:nvPr/>
          </p:nvSpPr>
          <p:spPr>
            <a:xfrm>
              <a:off x="489029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34" name="Groep 33">
            <a:extLst>
              <a:ext uri="{FF2B5EF4-FFF2-40B4-BE49-F238E27FC236}">
                <a16:creationId xmlns:a16="http://schemas.microsoft.com/office/drawing/2014/main" id="{49B68F0A-7152-D640-A4AA-DC1553398937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7D60C9A5-4086-7749-96A5-C1D20C5BBFCC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6" name="Rechthoek 35">
              <a:extLst>
                <a:ext uri="{FF2B5EF4-FFF2-40B4-BE49-F238E27FC236}">
                  <a16:creationId xmlns:a16="http://schemas.microsoft.com/office/drawing/2014/main" id="{CD67D895-B82F-AC4C-BF28-EE91ABD14C05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7" name="Rechthoek 36">
              <a:extLst>
                <a:ext uri="{FF2B5EF4-FFF2-40B4-BE49-F238E27FC236}">
                  <a16:creationId xmlns:a16="http://schemas.microsoft.com/office/drawing/2014/main" id="{442B5433-A0A1-A441-9DF0-99CE32623D91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8" name="Rechthoek 37">
              <a:extLst>
                <a:ext uri="{FF2B5EF4-FFF2-40B4-BE49-F238E27FC236}">
                  <a16:creationId xmlns:a16="http://schemas.microsoft.com/office/drawing/2014/main" id="{F076E1E4-9958-7F4F-B3C7-A7867621E7E6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9" name="Groep 38">
              <a:extLst>
                <a:ext uri="{FF2B5EF4-FFF2-40B4-BE49-F238E27FC236}">
                  <a16:creationId xmlns:a16="http://schemas.microsoft.com/office/drawing/2014/main" id="{3F7609BC-CD8D-C643-AF57-354C30EFAC4C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52" name="Rechthoek: afgeronde hoeken 61">
                <a:extLst>
                  <a:ext uri="{FF2B5EF4-FFF2-40B4-BE49-F238E27FC236}">
                    <a16:creationId xmlns:a16="http://schemas.microsoft.com/office/drawing/2014/main" id="{822D7287-199C-EA4F-8A5E-03B04FB2C24A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01556C4D-5AA5-6248-988A-1B7AF801C5BE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7A7F976C-29D6-3046-908D-D2ADCC159F11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04967EB8-C7F9-F64E-8528-A6E7B7C09DA8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2CE782F0-D9C4-3246-B71C-8AE050942553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9BA86131-0DF1-AF48-9C68-856898813F86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40" name="Groep 39">
              <a:extLst>
                <a:ext uri="{FF2B5EF4-FFF2-40B4-BE49-F238E27FC236}">
                  <a16:creationId xmlns:a16="http://schemas.microsoft.com/office/drawing/2014/main" id="{4A8E1E1B-5A7C-694C-9C6B-7850F5C90928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8C7E0AFD-9DE4-3D49-8B9D-4411AB9F7681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6" name="Rechthoek: afgeronde hoeken 55">
                  <a:extLst>
                    <a:ext uri="{FF2B5EF4-FFF2-40B4-BE49-F238E27FC236}">
                      <a16:creationId xmlns:a16="http://schemas.microsoft.com/office/drawing/2014/main" id="{3D31D28E-6600-D44C-892B-0F5CD183208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7D0C5DD9-BB61-D84E-AF1B-78A9446985B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397896A5-593A-F349-896C-CE021AE467CC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48">
                  <a:extLst>
                    <a:ext uri="{FF2B5EF4-FFF2-40B4-BE49-F238E27FC236}">
                      <a16:creationId xmlns:a16="http://schemas.microsoft.com/office/drawing/2014/main" id="{5356F2CD-D915-F840-AEBD-F965635F353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49">
                  <a:extLst>
                    <a:ext uri="{FF2B5EF4-FFF2-40B4-BE49-F238E27FC236}">
                      <a16:creationId xmlns:a16="http://schemas.microsoft.com/office/drawing/2014/main" id="{A149AC87-E61D-1848-9FE8-6FBC83D5FC3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48467B52-7DF0-0F46-A7FD-7C5D38D0838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5" name="Boog 44">
                <a:extLst>
                  <a:ext uri="{FF2B5EF4-FFF2-40B4-BE49-F238E27FC236}">
                    <a16:creationId xmlns:a16="http://schemas.microsoft.com/office/drawing/2014/main" id="{01FAD860-B9E6-B448-9336-5DF1853985F1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41" name="Tekstvak 40">
              <a:extLst>
                <a:ext uri="{FF2B5EF4-FFF2-40B4-BE49-F238E27FC236}">
                  <a16:creationId xmlns:a16="http://schemas.microsoft.com/office/drawing/2014/main" id="{0453DFB5-B26C-594C-A0AA-A4F21577A2AE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kstvak 41">
              <a:extLst>
                <a:ext uri="{FF2B5EF4-FFF2-40B4-BE49-F238E27FC236}">
                  <a16:creationId xmlns:a16="http://schemas.microsoft.com/office/drawing/2014/main" id="{389E88F1-9B1A-E649-BDFD-EFDC79625068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43" name="Vrije vorm: vorm 52">
              <a:extLst>
                <a:ext uri="{FF2B5EF4-FFF2-40B4-BE49-F238E27FC236}">
                  <a16:creationId xmlns:a16="http://schemas.microsoft.com/office/drawing/2014/main" id="{C916E408-BC60-9D42-A77F-DCFBCA966A9F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7476014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Afbeelding 7">
            <a:extLst>
              <a:ext uri="{FF2B5EF4-FFF2-40B4-BE49-F238E27FC236}">
                <a16:creationId xmlns:a16="http://schemas.microsoft.com/office/drawing/2014/main" id="{B39EAE8F-1DAC-1145-97B8-F2FCC528D19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l="1" t="7803" r="1" b="35445"/>
          <a:stretch/>
        </p:blipFill>
        <p:spPr>
          <a:xfrm>
            <a:off x="0" y="0"/>
            <a:ext cx="12192000" cy="4611757"/>
          </a:xfrm>
          <a:prstGeom prst="rect">
            <a:avLst/>
          </a:prstGeom>
          <a:blipFill>
            <a:blip r:embed="rId3"/>
            <a:tile tx="0" ty="0" sx="100000" sy="100000" flip="none" algn="tl"/>
          </a:blipFill>
        </p:spPr>
      </p:pic>
      <p:sp>
        <p:nvSpPr>
          <p:cNvPr id="3" name="Vrije vorm 2">
            <a:extLst>
              <a:ext uri="{FF2B5EF4-FFF2-40B4-BE49-F238E27FC236}">
                <a16:creationId xmlns:a16="http://schemas.microsoft.com/office/drawing/2014/main" id="{8D6B25ED-578F-9B46-BF36-629861D956E7}"/>
              </a:ext>
            </a:extLst>
          </p:cNvPr>
          <p:cNvSpPr/>
          <p:nvPr/>
        </p:nvSpPr>
        <p:spPr>
          <a:xfrm>
            <a:off x="749242" y="1437433"/>
            <a:ext cx="4227864" cy="233778"/>
          </a:xfrm>
          <a:custGeom>
            <a:avLst/>
            <a:gdLst>
              <a:gd name="connsiteX0" fmla="*/ 0 w 4227864"/>
              <a:gd name="connsiteY0" fmla="*/ 0 h 233778"/>
              <a:gd name="connsiteX1" fmla="*/ 4227865 w 4227864"/>
              <a:gd name="connsiteY1" fmla="*/ 0 h 233778"/>
              <a:gd name="connsiteX2" fmla="*/ 4227865 w 4227864"/>
              <a:gd name="connsiteY2" fmla="*/ 233778 h 233778"/>
              <a:gd name="connsiteX3" fmla="*/ 0 w 4227864"/>
              <a:gd name="connsiteY3" fmla="*/ 233778 h 233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864" h="233778">
                <a:moveTo>
                  <a:pt x="0" y="0"/>
                </a:moveTo>
                <a:lnTo>
                  <a:pt x="4227865" y="0"/>
                </a:lnTo>
                <a:lnTo>
                  <a:pt x="4227865" y="233778"/>
                </a:lnTo>
                <a:lnTo>
                  <a:pt x="0" y="233778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4" name="Vrije vorm 3">
            <a:extLst>
              <a:ext uri="{FF2B5EF4-FFF2-40B4-BE49-F238E27FC236}">
                <a16:creationId xmlns:a16="http://schemas.microsoft.com/office/drawing/2014/main" id="{489E6F12-B5A8-BF4A-B03C-1AC4916826B8}"/>
              </a:ext>
            </a:extLst>
          </p:cNvPr>
          <p:cNvSpPr/>
          <p:nvPr/>
        </p:nvSpPr>
        <p:spPr>
          <a:xfrm>
            <a:off x="749242" y="765175"/>
            <a:ext cx="407066" cy="590843"/>
          </a:xfrm>
          <a:custGeom>
            <a:avLst/>
            <a:gdLst>
              <a:gd name="connsiteX0" fmla="*/ 407067 w 407066"/>
              <a:gd name="connsiteY0" fmla="*/ 0 h 590843"/>
              <a:gd name="connsiteX1" fmla="*/ 407067 w 407066"/>
              <a:gd name="connsiteY1" fmla="*/ 407077 h 590843"/>
              <a:gd name="connsiteX2" fmla="*/ 195908 w 407066"/>
              <a:gd name="connsiteY2" fmla="*/ 590843 h 590843"/>
              <a:gd name="connsiteX3" fmla="*/ 0 w 407066"/>
              <a:gd name="connsiteY3" fmla="*/ 390794 h 590843"/>
              <a:gd name="connsiteX4" fmla="*/ 0 w 407066"/>
              <a:gd name="connsiteY4" fmla="*/ 343108 h 590843"/>
              <a:gd name="connsiteX5" fmla="*/ 148984 w 407066"/>
              <a:gd name="connsiteY5" fmla="*/ 343108 h 590843"/>
              <a:gd name="connsiteX6" fmla="*/ 148984 w 407066"/>
              <a:gd name="connsiteY6" fmla="*/ 390794 h 590843"/>
              <a:gd name="connsiteX7" fmla="*/ 197081 w 407066"/>
              <a:gd name="connsiteY7" fmla="*/ 455926 h 590843"/>
              <a:gd name="connsiteX8" fmla="*/ 252217 w 407066"/>
              <a:gd name="connsiteY8" fmla="*/ 407077 h 590843"/>
              <a:gd name="connsiteX9" fmla="*/ 252217 w 407066"/>
              <a:gd name="connsiteY9" fmla="*/ 0 h 590843"/>
              <a:gd name="connsiteX10" fmla="*/ 407067 w 407066"/>
              <a:gd name="connsiteY10" fmla="*/ 0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7066" h="590843">
                <a:moveTo>
                  <a:pt x="407067" y="0"/>
                </a:moveTo>
                <a:lnTo>
                  <a:pt x="407067" y="407077"/>
                </a:lnTo>
                <a:cubicBezTo>
                  <a:pt x="407067" y="562929"/>
                  <a:pt x="360143" y="590843"/>
                  <a:pt x="195908" y="590843"/>
                </a:cubicBezTo>
                <a:cubicBezTo>
                  <a:pt x="34020" y="590843"/>
                  <a:pt x="0" y="552462"/>
                  <a:pt x="0" y="390794"/>
                </a:cubicBezTo>
                <a:lnTo>
                  <a:pt x="0" y="343108"/>
                </a:lnTo>
                <a:lnTo>
                  <a:pt x="148984" y="343108"/>
                </a:lnTo>
                <a:lnTo>
                  <a:pt x="148984" y="390794"/>
                </a:lnTo>
                <a:cubicBezTo>
                  <a:pt x="148984" y="438480"/>
                  <a:pt x="154850" y="455926"/>
                  <a:pt x="197081" y="455926"/>
                </a:cubicBezTo>
                <a:cubicBezTo>
                  <a:pt x="245179" y="455926"/>
                  <a:pt x="252217" y="443132"/>
                  <a:pt x="252217" y="407077"/>
                </a:cubicBezTo>
                <a:lnTo>
                  <a:pt x="252217" y="0"/>
                </a:lnTo>
                <a:lnTo>
                  <a:pt x="407067" y="0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4">
            <a:extLst>
              <a:ext uri="{FF2B5EF4-FFF2-40B4-BE49-F238E27FC236}">
                <a16:creationId xmlns:a16="http://schemas.microsoft.com/office/drawing/2014/main" id="{3C0F0711-FF19-954B-8DAF-D80E98B05BE9}"/>
              </a:ext>
            </a:extLst>
          </p:cNvPr>
          <p:cNvSpPr/>
          <p:nvPr/>
        </p:nvSpPr>
        <p:spPr>
          <a:xfrm>
            <a:off x="1304119" y="765175"/>
            <a:ext cx="543146" cy="589708"/>
          </a:xfrm>
          <a:custGeom>
            <a:avLst/>
            <a:gdLst>
              <a:gd name="connsiteX0" fmla="*/ 0 w 543146"/>
              <a:gd name="connsiteY0" fmla="*/ 378000 h 589708"/>
              <a:gd name="connsiteX1" fmla="*/ 0 w 543146"/>
              <a:gd name="connsiteY1" fmla="*/ 212843 h 589708"/>
              <a:gd name="connsiteX2" fmla="*/ 270987 w 543146"/>
              <a:gd name="connsiteY2" fmla="*/ 0 h 589708"/>
              <a:gd name="connsiteX3" fmla="*/ 543147 w 543146"/>
              <a:gd name="connsiteY3" fmla="*/ 212843 h 589708"/>
              <a:gd name="connsiteX4" fmla="*/ 543147 w 543146"/>
              <a:gd name="connsiteY4" fmla="*/ 376837 h 589708"/>
              <a:gd name="connsiteX5" fmla="*/ 272160 w 543146"/>
              <a:gd name="connsiteY5" fmla="*/ 589680 h 589708"/>
              <a:gd name="connsiteX6" fmla="*/ 0 w 543146"/>
              <a:gd name="connsiteY6" fmla="*/ 378000 h 589708"/>
              <a:gd name="connsiteX7" fmla="*/ 381259 w 543146"/>
              <a:gd name="connsiteY7" fmla="*/ 360554 h 589708"/>
              <a:gd name="connsiteX8" fmla="*/ 381259 w 543146"/>
              <a:gd name="connsiteY8" fmla="*/ 229126 h 589708"/>
              <a:gd name="connsiteX9" fmla="*/ 270987 w 543146"/>
              <a:gd name="connsiteY9" fmla="*/ 134917 h 589708"/>
              <a:gd name="connsiteX10" fmla="*/ 160715 w 543146"/>
              <a:gd name="connsiteY10" fmla="*/ 229126 h 589708"/>
              <a:gd name="connsiteX11" fmla="*/ 160715 w 543146"/>
              <a:gd name="connsiteY11" fmla="*/ 360554 h 589708"/>
              <a:gd name="connsiteX12" fmla="*/ 270987 w 543146"/>
              <a:gd name="connsiteY12" fmla="*/ 455926 h 589708"/>
              <a:gd name="connsiteX13" fmla="*/ 381259 w 543146"/>
              <a:gd name="connsiteY13" fmla="*/ 360554 h 589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43146" h="589708">
                <a:moveTo>
                  <a:pt x="0" y="378000"/>
                </a:moveTo>
                <a:lnTo>
                  <a:pt x="0" y="212843"/>
                </a:lnTo>
                <a:cubicBezTo>
                  <a:pt x="0" y="33729"/>
                  <a:pt x="112618" y="0"/>
                  <a:pt x="270987" y="0"/>
                </a:cubicBezTo>
                <a:cubicBezTo>
                  <a:pt x="430529" y="0"/>
                  <a:pt x="543147" y="33729"/>
                  <a:pt x="543147" y="212843"/>
                </a:cubicBezTo>
                <a:lnTo>
                  <a:pt x="543147" y="376837"/>
                </a:lnTo>
                <a:cubicBezTo>
                  <a:pt x="543147" y="555951"/>
                  <a:pt x="430529" y="589680"/>
                  <a:pt x="272160" y="589680"/>
                </a:cubicBezTo>
                <a:cubicBezTo>
                  <a:pt x="112618" y="590843"/>
                  <a:pt x="0" y="557114"/>
                  <a:pt x="0" y="378000"/>
                </a:cubicBezTo>
                <a:close/>
                <a:moveTo>
                  <a:pt x="381259" y="360554"/>
                </a:moveTo>
                <a:lnTo>
                  <a:pt x="381259" y="229126"/>
                </a:lnTo>
                <a:cubicBezTo>
                  <a:pt x="381259" y="143058"/>
                  <a:pt x="351931" y="134917"/>
                  <a:pt x="270987" y="134917"/>
                </a:cubicBezTo>
                <a:cubicBezTo>
                  <a:pt x="190043" y="134917"/>
                  <a:pt x="163061" y="143058"/>
                  <a:pt x="160715" y="229126"/>
                </a:cubicBezTo>
                <a:lnTo>
                  <a:pt x="160715" y="360554"/>
                </a:lnTo>
                <a:cubicBezTo>
                  <a:pt x="163061" y="447785"/>
                  <a:pt x="190043" y="455926"/>
                  <a:pt x="270987" y="455926"/>
                </a:cubicBezTo>
                <a:cubicBezTo>
                  <a:pt x="351931" y="455926"/>
                  <a:pt x="381259" y="447785"/>
                  <a:pt x="381259" y="360554"/>
                </a:cubicBez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D2A7CDDF-AAF3-DF4A-8F8E-6BA1681E80DB}"/>
              </a:ext>
            </a:extLst>
          </p:cNvPr>
          <p:cNvSpPr/>
          <p:nvPr/>
        </p:nvSpPr>
        <p:spPr>
          <a:xfrm>
            <a:off x="1988039" y="765175"/>
            <a:ext cx="503261" cy="590843"/>
          </a:xfrm>
          <a:custGeom>
            <a:avLst/>
            <a:gdLst>
              <a:gd name="connsiteX0" fmla="*/ 0 w 503261"/>
              <a:gd name="connsiteY0" fmla="*/ 0 h 590843"/>
              <a:gd name="connsiteX1" fmla="*/ 301488 w 503261"/>
              <a:gd name="connsiteY1" fmla="*/ 0 h 590843"/>
              <a:gd name="connsiteX2" fmla="*/ 503261 w 503261"/>
              <a:gd name="connsiteY2" fmla="*/ 175625 h 590843"/>
              <a:gd name="connsiteX3" fmla="*/ 391817 w 503261"/>
              <a:gd name="connsiteY3" fmla="*/ 354738 h 590843"/>
              <a:gd name="connsiteX4" fmla="*/ 391817 w 503261"/>
              <a:gd name="connsiteY4" fmla="*/ 360554 h 590843"/>
              <a:gd name="connsiteX5" fmla="*/ 497396 w 503261"/>
              <a:gd name="connsiteY5" fmla="*/ 464068 h 590843"/>
              <a:gd name="connsiteX6" fmla="*/ 497396 w 503261"/>
              <a:gd name="connsiteY6" fmla="*/ 590843 h 590843"/>
              <a:gd name="connsiteX7" fmla="*/ 341373 w 503261"/>
              <a:gd name="connsiteY7" fmla="*/ 590843 h 590843"/>
              <a:gd name="connsiteX8" fmla="*/ 341373 w 503261"/>
              <a:gd name="connsiteY8" fmla="*/ 500123 h 590843"/>
              <a:gd name="connsiteX9" fmla="*/ 276852 w 503261"/>
              <a:gd name="connsiteY9" fmla="*/ 426849 h 590843"/>
              <a:gd name="connsiteX10" fmla="*/ 156023 w 503261"/>
              <a:gd name="connsiteY10" fmla="*/ 426849 h 590843"/>
              <a:gd name="connsiteX11" fmla="*/ 156023 w 503261"/>
              <a:gd name="connsiteY11" fmla="*/ 590843 h 590843"/>
              <a:gd name="connsiteX12" fmla="*/ 0 w 503261"/>
              <a:gd name="connsiteY12" fmla="*/ 590843 h 590843"/>
              <a:gd name="connsiteX13" fmla="*/ 0 w 503261"/>
              <a:gd name="connsiteY13" fmla="*/ 0 h 590843"/>
              <a:gd name="connsiteX14" fmla="*/ 276852 w 503261"/>
              <a:gd name="connsiteY14" fmla="*/ 291932 h 590843"/>
              <a:gd name="connsiteX15" fmla="*/ 341373 w 503261"/>
              <a:gd name="connsiteY15" fmla="*/ 201212 h 590843"/>
              <a:gd name="connsiteX16" fmla="*/ 276852 w 503261"/>
              <a:gd name="connsiteY16" fmla="*/ 134917 h 590843"/>
              <a:gd name="connsiteX17" fmla="*/ 156023 w 503261"/>
              <a:gd name="connsiteY17" fmla="*/ 134917 h 590843"/>
              <a:gd name="connsiteX18" fmla="*/ 156023 w 503261"/>
              <a:gd name="connsiteY18" fmla="*/ 291932 h 590843"/>
              <a:gd name="connsiteX19" fmla="*/ 276852 w 503261"/>
              <a:gd name="connsiteY19" fmla="*/ 291932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503261" h="590843">
                <a:moveTo>
                  <a:pt x="0" y="0"/>
                </a:moveTo>
                <a:lnTo>
                  <a:pt x="301488" y="0"/>
                </a:lnTo>
                <a:cubicBezTo>
                  <a:pt x="436395" y="2326"/>
                  <a:pt x="503261" y="31403"/>
                  <a:pt x="503261" y="175625"/>
                </a:cubicBezTo>
                <a:cubicBezTo>
                  <a:pt x="503261" y="272160"/>
                  <a:pt x="503261" y="329151"/>
                  <a:pt x="391817" y="354738"/>
                </a:cubicBezTo>
                <a:lnTo>
                  <a:pt x="391817" y="360554"/>
                </a:lnTo>
                <a:cubicBezTo>
                  <a:pt x="456337" y="362880"/>
                  <a:pt x="497396" y="397772"/>
                  <a:pt x="497396" y="464068"/>
                </a:cubicBezTo>
                <a:lnTo>
                  <a:pt x="497396" y="590843"/>
                </a:lnTo>
                <a:lnTo>
                  <a:pt x="341373" y="590843"/>
                </a:lnTo>
                <a:lnTo>
                  <a:pt x="341373" y="500123"/>
                </a:lnTo>
                <a:cubicBezTo>
                  <a:pt x="342546" y="457089"/>
                  <a:pt x="323777" y="426849"/>
                  <a:pt x="276852" y="426849"/>
                </a:cubicBezTo>
                <a:lnTo>
                  <a:pt x="156023" y="426849"/>
                </a:lnTo>
                <a:lnTo>
                  <a:pt x="156023" y="590843"/>
                </a:lnTo>
                <a:lnTo>
                  <a:pt x="0" y="590843"/>
                </a:lnTo>
                <a:lnTo>
                  <a:pt x="0" y="0"/>
                </a:lnTo>
                <a:close/>
                <a:moveTo>
                  <a:pt x="276852" y="291932"/>
                </a:moveTo>
                <a:cubicBezTo>
                  <a:pt x="343719" y="291932"/>
                  <a:pt x="341373" y="267508"/>
                  <a:pt x="341373" y="201212"/>
                </a:cubicBezTo>
                <a:cubicBezTo>
                  <a:pt x="341373" y="148874"/>
                  <a:pt x="328469" y="134917"/>
                  <a:pt x="276852" y="134917"/>
                </a:cubicBezTo>
                <a:lnTo>
                  <a:pt x="156023" y="134917"/>
                </a:lnTo>
                <a:lnTo>
                  <a:pt x="156023" y="291932"/>
                </a:lnTo>
                <a:lnTo>
                  <a:pt x="276852" y="291932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18C27227-CDD7-4446-9E37-5FDDF219FB27}"/>
              </a:ext>
            </a:extLst>
          </p:cNvPr>
          <p:cNvSpPr/>
          <p:nvPr/>
        </p:nvSpPr>
        <p:spPr>
          <a:xfrm>
            <a:off x="2642630" y="765175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9" name="Vrije vorm 8">
            <a:extLst>
              <a:ext uri="{FF2B5EF4-FFF2-40B4-BE49-F238E27FC236}">
                <a16:creationId xmlns:a16="http://schemas.microsoft.com/office/drawing/2014/main" id="{24F349B1-2A13-5D43-96D3-F6C2BA7F3651}"/>
              </a:ext>
            </a:extLst>
          </p:cNvPr>
          <p:cNvSpPr/>
          <p:nvPr/>
        </p:nvSpPr>
        <p:spPr>
          <a:xfrm>
            <a:off x="2946464" y="764011"/>
            <a:ext cx="503263" cy="592006"/>
          </a:xfrm>
          <a:custGeom>
            <a:avLst/>
            <a:gdLst>
              <a:gd name="connsiteX0" fmla="*/ 286237 w 503263"/>
              <a:gd name="connsiteY0" fmla="*/ 233778 h 592006"/>
              <a:gd name="connsiteX1" fmla="*/ 503261 w 503263"/>
              <a:gd name="connsiteY1" fmla="*/ 401262 h 592006"/>
              <a:gd name="connsiteX2" fmla="*/ 248698 w 503263"/>
              <a:gd name="connsiteY2" fmla="*/ 592006 h 592006"/>
              <a:gd name="connsiteX3" fmla="*/ 0 w 503263"/>
              <a:gd name="connsiteY3" fmla="*/ 397772 h 592006"/>
              <a:gd name="connsiteX4" fmla="*/ 150157 w 503263"/>
              <a:gd name="connsiteY4" fmla="*/ 397772 h 592006"/>
              <a:gd name="connsiteX5" fmla="*/ 248698 w 503263"/>
              <a:gd name="connsiteY5" fmla="*/ 464068 h 592006"/>
              <a:gd name="connsiteX6" fmla="*/ 346065 w 503263"/>
              <a:gd name="connsiteY6" fmla="*/ 410566 h 592006"/>
              <a:gd name="connsiteX7" fmla="*/ 263948 w 503263"/>
              <a:gd name="connsiteY7" fmla="*/ 355902 h 592006"/>
              <a:gd name="connsiteX8" fmla="*/ 229928 w 503263"/>
              <a:gd name="connsiteY8" fmla="*/ 353575 h 592006"/>
              <a:gd name="connsiteX9" fmla="*/ 1173 w 503263"/>
              <a:gd name="connsiteY9" fmla="*/ 177951 h 592006"/>
              <a:gd name="connsiteX10" fmla="*/ 248698 w 503263"/>
              <a:gd name="connsiteY10" fmla="*/ 0 h 592006"/>
              <a:gd name="connsiteX11" fmla="*/ 486838 w 503263"/>
              <a:gd name="connsiteY11" fmla="*/ 162831 h 592006"/>
              <a:gd name="connsiteX12" fmla="*/ 486838 w 503263"/>
              <a:gd name="connsiteY12" fmla="*/ 187255 h 592006"/>
              <a:gd name="connsiteX13" fmla="*/ 336681 w 503263"/>
              <a:gd name="connsiteY13" fmla="*/ 187255 h 592006"/>
              <a:gd name="connsiteX14" fmla="*/ 248698 w 503263"/>
              <a:gd name="connsiteY14" fmla="*/ 127938 h 592006"/>
              <a:gd name="connsiteX15" fmla="*/ 157196 w 503263"/>
              <a:gd name="connsiteY15" fmla="*/ 177951 h 592006"/>
              <a:gd name="connsiteX16" fmla="*/ 221716 w 503263"/>
              <a:gd name="connsiteY16" fmla="*/ 229126 h 592006"/>
              <a:gd name="connsiteX17" fmla="*/ 286237 w 503263"/>
              <a:gd name="connsiteY17" fmla="*/ 233778 h 592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03263" h="592006">
                <a:moveTo>
                  <a:pt x="286237" y="233778"/>
                </a:moveTo>
                <a:cubicBezTo>
                  <a:pt x="459856" y="246572"/>
                  <a:pt x="503261" y="267508"/>
                  <a:pt x="503261" y="401262"/>
                </a:cubicBezTo>
                <a:cubicBezTo>
                  <a:pt x="503261" y="497797"/>
                  <a:pt x="506781" y="592006"/>
                  <a:pt x="248698" y="592006"/>
                </a:cubicBezTo>
                <a:cubicBezTo>
                  <a:pt x="99714" y="592006"/>
                  <a:pt x="0" y="588517"/>
                  <a:pt x="0" y="397772"/>
                </a:cubicBezTo>
                <a:lnTo>
                  <a:pt x="150157" y="397772"/>
                </a:lnTo>
                <a:cubicBezTo>
                  <a:pt x="150157" y="458252"/>
                  <a:pt x="172446" y="464068"/>
                  <a:pt x="248698" y="464068"/>
                </a:cubicBezTo>
                <a:cubicBezTo>
                  <a:pt x="322603" y="464068"/>
                  <a:pt x="346065" y="459415"/>
                  <a:pt x="346065" y="410566"/>
                </a:cubicBezTo>
                <a:cubicBezTo>
                  <a:pt x="346065" y="360554"/>
                  <a:pt x="337854" y="360554"/>
                  <a:pt x="263948" y="355902"/>
                </a:cubicBezTo>
                <a:lnTo>
                  <a:pt x="229928" y="353575"/>
                </a:lnTo>
                <a:cubicBezTo>
                  <a:pt x="85637" y="343108"/>
                  <a:pt x="1173" y="344271"/>
                  <a:pt x="1173" y="177951"/>
                </a:cubicBezTo>
                <a:cubicBezTo>
                  <a:pt x="1173" y="11631"/>
                  <a:pt x="96194" y="0"/>
                  <a:pt x="248698" y="0"/>
                </a:cubicBezTo>
                <a:cubicBezTo>
                  <a:pt x="376566" y="0"/>
                  <a:pt x="486838" y="2326"/>
                  <a:pt x="486838" y="162831"/>
                </a:cubicBezTo>
                <a:lnTo>
                  <a:pt x="486838" y="187255"/>
                </a:lnTo>
                <a:lnTo>
                  <a:pt x="336681" y="187255"/>
                </a:lnTo>
                <a:cubicBezTo>
                  <a:pt x="336681" y="127938"/>
                  <a:pt x="312045" y="127938"/>
                  <a:pt x="248698" y="127938"/>
                </a:cubicBezTo>
                <a:cubicBezTo>
                  <a:pt x="164234" y="127938"/>
                  <a:pt x="157196" y="145385"/>
                  <a:pt x="157196" y="177951"/>
                </a:cubicBezTo>
                <a:cubicBezTo>
                  <a:pt x="157196" y="224474"/>
                  <a:pt x="179485" y="225637"/>
                  <a:pt x="221716" y="229126"/>
                </a:cubicBezTo>
                <a:lnTo>
                  <a:pt x="286237" y="233778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0" name="Vrije vorm 9">
            <a:extLst>
              <a:ext uri="{FF2B5EF4-FFF2-40B4-BE49-F238E27FC236}">
                <a16:creationId xmlns:a16="http://schemas.microsoft.com/office/drawing/2014/main" id="{6FD1B485-34DD-A04D-80FA-74E9F971117B}"/>
              </a:ext>
            </a:extLst>
          </p:cNvPr>
          <p:cNvSpPr/>
          <p:nvPr/>
        </p:nvSpPr>
        <p:spPr>
          <a:xfrm>
            <a:off x="3605748" y="765175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1" name="Vrije vorm 10">
            <a:extLst>
              <a:ext uri="{FF2B5EF4-FFF2-40B4-BE49-F238E27FC236}">
                <a16:creationId xmlns:a16="http://schemas.microsoft.com/office/drawing/2014/main" id="{535E54C2-B53E-6D48-9941-10BF2E38F562}"/>
              </a:ext>
            </a:extLst>
          </p:cNvPr>
          <p:cNvSpPr/>
          <p:nvPr/>
        </p:nvSpPr>
        <p:spPr>
          <a:xfrm>
            <a:off x="3891985" y="765175"/>
            <a:ext cx="532588" cy="590843"/>
          </a:xfrm>
          <a:custGeom>
            <a:avLst/>
            <a:gdLst>
              <a:gd name="connsiteX0" fmla="*/ 0 w 532588"/>
              <a:gd name="connsiteY0" fmla="*/ 0 h 590843"/>
              <a:gd name="connsiteX1" fmla="*/ 296795 w 532588"/>
              <a:gd name="connsiteY1" fmla="*/ 0 h 590843"/>
              <a:gd name="connsiteX2" fmla="*/ 532589 w 532588"/>
              <a:gd name="connsiteY2" fmla="*/ 225637 h 590843"/>
              <a:gd name="connsiteX3" fmla="*/ 532589 w 532588"/>
              <a:gd name="connsiteY3" fmla="*/ 357065 h 590843"/>
              <a:gd name="connsiteX4" fmla="*/ 317911 w 532588"/>
              <a:gd name="connsiteY4" fmla="*/ 590843 h 590843"/>
              <a:gd name="connsiteX5" fmla="*/ 0 w 532588"/>
              <a:gd name="connsiteY5" fmla="*/ 590843 h 590843"/>
              <a:gd name="connsiteX6" fmla="*/ 0 w 532588"/>
              <a:gd name="connsiteY6" fmla="*/ 0 h 590843"/>
              <a:gd name="connsiteX7" fmla="*/ 156023 w 532588"/>
              <a:gd name="connsiteY7" fmla="*/ 455926 h 590843"/>
              <a:gd name="connsiteX8" fmla="*/ 293276 w 532588"/>
              <a:gd name="connsiteY8" fmla="*/ 455926 h 590843"/>
              <a:gd name="connsiteX9" fmla="*/ 371874 w 532588"/>
              <a:gd name="connsiteY9" fmla="*/ 357065 h 590843"/>
              <a:gd name="connsiteX10" fmla="*/ 371874 w 532588"/>
              <a:gd name="connsiteY10" fmla="*/ 225637 h 590843"/>
              <a:gd name="connsiteX11" fmla="*/ 293276 w 532588"/>
              <a:gd name="connsiteY11" fmla="*/ 134917 h 590843"/>
              <a:gd name="connsiteX12" fmla="*/ 156023 w 532588"/>
              <a:gd name="connsiteY12" fmla="*/ 134917 h 590843"/>
              <a:gd name="connsiteX13" fmla="*/ 156023 w 532588"/>
              <a:gd name="connsiteY13" fmla="*/ 455926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32588" h="590843">
                <a:moveTo>
                  <a:pt x="0" y="0"/>
                </a:moveTo>
                <a:lnTo>
                  <a:pt x="296795" y="0"/>
                </a:lnTo>
                <a:cubicBezTo>
                  <a:pt x="459857" y="0"/>
                  <a:pt x="532589" y="60480"/>
                  <a:pt x="532589" y="225637"/>
                </a:cubicBezTo>
                <a:lnTo>
                  <a:pt x="532589" y="357065"/>
                </a:lnTo>
                <a:cubicBezTo>
                  <a:pt x="532589" y="516406"/>
                  <a:pt x="480972" y="590843"/>
                  <a:pt x="317911" y="590843"/>
                </a:cubicBezTo>
                <a:lnTo>
                  <a:pt x="0" y="590843"/>
                </a:lnTo>
                <a:lnTo>
                  <a:pt x="0" y="0"/>
                </a:lnTo>
                <a:close/>
                <a:moveTo>
                  <a:pt x="156023" y="455926"/>
                </a:moveTo>
                <a:lnTo>
                  <a:pt x="293276" y="455926"/>
                </a:lnTo>
                <a:cubicBezTo>
                  <a:pt x="350758" y="455926"/>
                  <a:pt x="371874" y="417545"/>
                  <a:pt x="371874" y="357065"/>
                </a:cubicBezTo>
                <a:lnTo>
                  <a:pt x="371874" y="225637"/>
                </a:lnTo>
                <a:cubicBezTo>
                  <a:pt x="371874" y="150037"/>
                  <a:pt x="347239" y="134917"/>
                  <a:pt x="293276" y="134917"/>
                </a:cubicBezTo>
                <a:lnTo>
                  <a:pt x="156023" y="134917"/>
                </a:lnTo>
                <a:lnTo>
                  <a:pt x="156023" y="455926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2" name="Vrije vorm 11">
            <a:extLst>
              <a:ext uri="{FF2B5EF4-FFF2-40B4-BE49-F238E27FC236}">
                <a16:creationId xmlns:a16="http://schemas.microsoft.com/office/drawing/2014/main" id="{3F96D491-D9DC-0241-9340-EA2434196F18}"/>
              </a:ext>
            </a:extLst>
          </p:cNvPr>
          <p:cNvSpPr/>
          <p:nvPr/>
        </p:nvSpPr>
        <p:spPr>
          <a:xfrm>
            <a:off x="4548923" y="765175"/>
            <a:ext cx="428182" cy="590843"/>
          </a:xfrm>
          <a:custGeom>
            <a:avLst/>
            <a:gdLst>
              <a:gd name="connsiteX0" fmla="*/ 156023 w 428182"/>
              <a:gd name="connsiteY0" fmla="*/ 238431 h 590843"/>
              <a:gd name="connsiteX1" fmla="*/ 405894 w 428182"/>
              <a:gd name="connsiteY1" fmla="*/ 238431 h 590843"/>
              <a:gd name="connsiteX2" fmla="*/ 405894 w 428182"/>
              <a:gd name="connsiteY2" fmla="*/ 346597 h 590843"/>
              <a:gd name="connsiteX3" fmla="*/ 156023 w 428182"/>
              <a:gd name="connsiteY3" fmla="*/ 346597 h 590843"/>
              <a:gd name="connsiteX4" fmla="*/ 156023 w 428182"/>
              <a:gd name="connsiteY4" fmla="*/ 464068 h 590843"/>
              <a:gd name="connsiteX5" fmla="*/ 428183 w 428182"/>
              <a:gd name="connsiteY5" fmla="*/ 464068 h 590843"/>
              <a:gd name="connsiteX6" fmla="*/ 428183 w 428182"/>
              <a:gd name="connsiteY6" fmla="*/ 590843 h 590843"/>
              <a:gd name="connsiteX7" fmla="*/ 0 w 428182"/>
              <a:gd name="connsiteY7" fmla="*/ 590843 h 590843"/>
              <a:gd name="connsiteX8" fmla="*/ 0 w 428182"/>
              <a:gd name="connsiteY8" fmla="*/ 0 h 590843"/>
              <a:gd name="connsiteX9" fmla="*/ 428183 w 428182"/>
              <a:gd name="connsiteY9" fmla="*/ 0 h 590843"/>
              <a:gd name="connsiteX10" fmla="*/ 428183 w 428182"/>
              <a:gd name="connsiteY10" fmla="*/ 126775 h 590843"/>
              <a:gd name="connsiteX11" fmla="*/ 156023 w 428182"/>
              <a:gd name="connsiteY11" fmla="*/ 126775 h 590843"/>
              <a:gd name="connsiteX12" fmla="*/ 156023 w 428182"/>
              <a:gd name="connsiteY12" fmla="*/ 238431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28182" h="590843">
                <a:moveTo>
                  <a:pt x="156023" y="238431"/>
                </a:moveTo>
                <a:lnTo>
                  <a:pt x="405894" y="238431"/>
                </a:lnTo>
                <a:lnTo>
                  <a:pt x="405894" y="346597"/>
                </a:lnTo>
                <a:lnTo>
                  <a:pt x="156023" y="346597"/>
                </a:lnTo>
                <a:lnTo>
                  <a:pt x="156023" y="464068"/>
                </a:lnTo>
                <a:lnTo>
                  <a:pt x="428183" y="464068"/>
                </a:lnTo>
                <a:lnTo>
                  <a:pt x="428183" y="590843"/>
                </a:lnTo>
                <a:lnTo>
                  <a:pt x="0" y="590843"/>
                </a:lnTo>
                <a:lnTo>
                  <a:pt x="0" y="0"/>
                </a:lnTo>
                <a:lnTo>
                  <a:pt x="428183" y="0"/>
                </a:lnTo>
                <a:lnTo>
                  <a:pt x="428183" y="126775"/>
                </a:lnTo>
                <a:lnTo>
                  <a:pt x="156023" y="126775"/>
                </a:lnTo>
                <a:lnTo>
                  <a:pt x="156023" y="238431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3" name="Graphic 23">
            <a:extLst>
              <a:ext uri="{FF2B5EF4-FFF2-40B4-BE49-F238E27FC236}">
                <a16:creationId xmlns:a16="http://schemas.microsoft.com/office/drawing/2014/main" id="{E488AC5E-69B5-6D47-9E55-1AD3B74C04A1}"/>
              </a:ext>
            </a:extLst>
          </p:cNvPr>
          <p:cNvGrpSpPr/>
          <p:nvPr/>
        </p:nvGrpSpPr>
        <p:grpSpPr>
          <a:xfrm>
            <a:off x="750415" y="1469999"/>
            <a:ext cx="4231383" cy="173298"/>
            <a:chOff x="750415" y="1469999"/>
            <a:chExt cx="4231383" cy="173298"/>
          </a:xfrm>
          <a:solidFill>
            <a:schemeClr val="tx1"/>
          </a:solidFill>
        </p:grpSpPr>
        <p:sp>
          <p:nvSpPr>
            <p:cNvPr id="14" name="Vrije vorm 13">
              <a:extLst>
                <a:ext uri="{FF2B5EF4-FFF2-40B4-BE49-F238E27FC236}">
                  <a16:creationId xmlns:a16="http://schemas.microsoft.com/office/drawing/2014/main" id="{435B8ED6-7149-D946-990B-B5752FF71A3E}"/>
                </a:ext>
              </a:extLst>
            </p:cNvPr>
            <p:cNvSpPr/>
            <p:nvPr/>
          </p:nvSpPr>
          <p:spPr>
            <a:xfrm>
              <a:off x="75041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" name="Vrije vorm 14">
              <a:extLst>
                <a:ext uri="{FF2B5EF4-FFF2-40B4-BE49-F238E27FC236}">
                  <a16:creationId xmlns:a16="http://schemas.microsoft.com/office/drawing/2014/main" id="{38C6598B-DA8A-B644-A446-3E0E7E81878A}"/>
                </a:ext>
              </a:extLst>
            </p:cNvPr>
            <p:cNvSpPr/>
            <p:nvPr/>
          </p:nvSpPr>
          <p:spPr>
            <a:xfrm>
              <a:off x="1038998" y="1472325"/>
              <a:ext cx="111444" cy="168646"/>
            </a:xfrm>
            <a:custGeom>
              <a:avLst/>
              <a:gdLst>
                <a:gd name="connsiteX0" fmla="*/ 0 w 111444"/>
                <a:gd name="connsiteY0" fmla="*/ 168646 h 168646"/>
                <a:gd name="connsiteX1" fmla="*/ 0 w 111444"/>
                <a:gd name="connsiteY1" fmla="*/ 0 h 168646"/>
                <a:gd name="connsiteX2" fmla="*/ 32847 w 111444"/>
                <a:gd name="connsiteY2" fmla="*/ 0 h 168646"/>
                <a:gd name="connsiteX3" fmla="*/ 32847 w 111444"/>
                <a:gd name="connsiteY3" fmla="*/ 67458 h 168646"/>
                <a:gd name="connsiteX4" fmla="*/ 78598 w 111444"/>
                <a:gd name="connsiteY4" fmla="*/ 67458 h 168646"/>
                <a:gd name="connsiteX5" fmla="*/ 78598 w 111444"/>
                <a:gd name="connsiteY5" fmla="*/ 0 h 168646"/>
                <a:gd name="connsiteX6" fmla="*/ 111445 w 111444"/>
                <a:gd name="connsiteY6" fmla="*/ 0 h 168646"/>
                <a:gd name="connsiteX7" fmla="*/ 111445 w 111444"/>
                <a:gd name="connsiteY7" fmla="*/ 168646 h 168646"/>
                <a:gd name="connsiteX8" fmla="*/ 78598 w 111444"/>
                <a:gd name="connsiteY8" fmla="*/ 168646 h 168646"/>
                <a:gd name="connsiteX9" fmla="*/ 78598 w 111444"/>
                <a:gd name="connsiteY9" fmla="*/ 95372 h 168646"/>
                <a:gd name="connsiteX10" fmla="*/ 32847 w 111444"/>
                <a:gd name="connsiteY10" fmla="*/ 95372 h 168646"/>
                <a:gd name="connsiteX11" fmla="*/ 32847 w 111444"/>
                <a:gd name="connsiteY11" fmla="*/ 168646 h 168646"/>
                <a:gd name="connsiteX12" fmla="*/ 0 w 111444"/>
                <a:gd name="connsiteY12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444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67458"/>
                  </a:lnTo>
                  <a:lnTo>
                    <a:pt x="78598" y="67458"/>
                  </a:lnTo>
                  <a:lnTo>
                    <a:pt x="78598" y="0"/>
                  </a:lnTo>
                  <a:lnTo>
                    <a:pt x="111445" y="0"/>
                  </a:lnTo>
                  <a:lnTo>
                    <a:pt x="111445" y="168646"/>
                  </a:lnTo>
                  <a:lnTo>
                    <a:pt x="78598" y="168646"/>
                  </a:lnTo>
                  <a:lnTo>
                    <a:pt x="78598" y="95372"/>
                  </a:lnTo>
                  <a:lnTo>
                    <a:pt x="32847" y="95372"/>
                  </a:lnTo>
                  <a:lnTo>
                    <a:pt x="32847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" name="Vrije vorm 15">
              <a:extLst>
                <a:ext uri="{FF2B5EF4-FFF2-40B4-BE49-F238E27FC236}">
                  <a16:creationId xmlns:a16="http://schemas.microsoft.com/office/drawing/2014/main" id="{AF1CD620-705F-E943-9992-ED38086904EE}"/>
                </a:ext>
              </a:extLst>
            </p:cNvPr>
            <p:cNvSpPr/>
            <p:nvPr/>
          </p:nvSpPr>
          <p:spPr>
            <a:xfrm>
              <a:off x="1340486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8" name="Vrije vorm 17">
              <a:extLst>
                <a:ext uri="{FF2B5EF4-FFF2-40B4-BE49-F238E27FC236}">
                  <a16:creationId xmlns:a16="http://schemas.microsoft.com/office/drawing/2014/main" id="{CE22F749-46D8-8C46-9A78-8215C94E0C2F}"/>
                </a:ext>
              </a:extLst>
            </p:cNvPr>
            <p:cNvSpPr/>
            <p:nvPr/>
          </p:nvSpPr>
          <p:spPr>
            <a:xfrm>
              <a:off x="1836708" y="1469999"/>
              <a:ext cx="109098" cy="173298"/>
            </a:xfrm>
            <a:custGeom>
              <a:avLst/>
              <a:gdLst>
                <a:gd name="connsiteX0" fmla="*/ 77425 w 109098"/>
                <a:gd name="connsiteY0" fmla="*/ 48849 h 173298"/>
                <a:gd name="connsiteX1" fmla="*/ 53963 w 109098"/>
                <a:gd name="connsiteY1" fmla="*/ 26751 h 173298"/>
                <a:gd name="connsiteX2" fmla="*/ 36366 w 109098"/>
                <a:gd name="connsiteY2" fmla="*/ 45360 h 173298"/>
                <a:gd name="connsiteX3" fmla="*/ 109099 w 109098"/>
                <a:gd name="connsiteY3" fmla="*/ 125612 h 173298"/>
                <a:gd name="connsiteX4" fmla="*/ 55136 w 109098"/>
                <a:gd name="connsiteY4" fmla="*/ 173298 h 173298"/>
                <a:gd name="connsiteX5" fmla="*/ 0 w 109098"/>
                <a:gd name="connsiteY5" fmla="*/ 125612 h 173298"/>
                <a:gd name="connsiteX6" fmla="*/ 31674 w 109098"/>
                <a:gd name="connsiteY6" fmla="*/ 118634 h 173298"/>
                <a:gd name="connsiteX7" fmla="*/ 56309 w 109098"/>
                <a:gd name="connsiteY7" fmla="*/ 146548 h 173298"/>
                <a:gd name="connsiteX8" fmla="*/ 76252 w 109098"/>
                <a:gd name="connsiteY8" fmla="*/ 126775 h 173298"/>
                <a:gd name="connsiteX9" fmla="*/ 3519 w 109098"/>
                <a:gd name="connsiteY9" fmla="*/ 47686 h 173298"/>
                <a:gd name="connsiteX10" fmla="*/ 55136 w 109098"/>
                <a:gd name="connsiteY10" fmla="*/ 0 h 173298"/>
                <a:gd name="connsiteX11" fmla="*/ 107926 w 109098"/>
                <a:gd name="connsiteY11" fmla="*/ 40708 h 173298"/>
                <a:gd name="connsiteX12" fmla="*/ 77425 w 109098"/>
                <a:gd name="connsiteY12" fmla="*/ 48849 h 17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098" h="173298">
                  <a:moveTo>
                    <a:pt x="77425" y="48849"/>
                  </a:moveTo>
                  <a:cubicBezTo>
                    <a:pt x="71559" y="32566"/>
                    <a:pt x="64521" y="26751"/>
                    <a:pt x="53963" y="26751"/>
                  </a:cubicBezTo>
                  <a:cubicBezTo>
                    <a:pt x="42232" y="26751"/>
                    <a:pt x="36366" y="33729"/>
                    <a:pt x="36366" y="45360"/>
                  </a:cubicBezTo>
                  <a:cubicBezTo>
                    <a:pt x="36366" y="70948"/>
                    <a:pt x="109099" y="72111"/>
                    <a:pt x="109099" y="125612"/>
                  </a:cubicBezTo>
                  <a:cubicBezTo>
                    <a:pt x="109099" y="154689"/>
                    <a:pt x="89156" y="173298"/>
                    <a:pt x="55136" y="173298"/>
                  </a:cubicBezTo>
                  <a:cubicBezTo>
                    <a:pt x="29328" y="173298"/>
                    <a:pt x="8212" y="159342"/>
                    <a:pt x="0" y="125612"/>
                  </a:cubicBezTo>
                  <a:lnTo>
                    <a:pt x="31674" y="118634"/>
                  </a:lnTo>
                  <a:cubicBezTo>
                    <a:pt x="35193" y="138406"/>
                    <a:pt x="46924" y="146548"/>
                    <a:pt x="56309" y="146548"/>
                  </a:cubicBezTo>
                  <a:cubicBezTo>
                    <a:pt x="68040" y="146548"/>
                    <a:pt x="76252" y="139569"/>
                    <a:pt x="76252" y="126775"/>
                  </a:cubicBezTo>
                  <a:cubicBezTo>
                    <a:pt x="76252" y="95372"/>
                    <a:pt x="3519" y="94209"/>
                    <a:pt x="3519" y="47686"/>
                  </a:cubicBezTo>
                  <a:cubicBezTo>
                    <a:pt x="3519" y="18609"/>
                    <a:pt x="21116" y="0"/>
                    <a:pt x="55136" y="0"/>
                  </a:cubicBezTo>
                  <a:cubicBezTo>
                    <a:pt x="84463" y="0"/>
                    <a:pt x="102060" y="17446"/>
                    <a:pt x="107926" y="40708"/>
                  </a:cubicBezTo>
                  <a:lnTo>
                    <a:pt x="77425" y="48849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" name="Vrije vorm 18">
              <a:extLst>
                <a:ext uri="{FF2B5EF4-FFF2-40B4-BE49-F238E27FC236}">
                  <a16:creationId xmlns:a16="http://schemas.microsoft.com/office/drawing/2014/main" id="{FB0B12BD-234F-0149-AFB5-5B47C23AC43C}"/>
                </a:ext>
              </a:extLst>
            </p:cNvPr>
            <p:cNvSpPr/>
            <p:nvPr/>
          </p:nvSpPr>
          <p:spPr>
            <a:xfrm>
              <a:off x="212294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0" name="Vrije vorm 19">
              <a:extLst>
                <a:ext uri="{FF2B5EF4-FFF2-40B4-BE49-F238E27FC236}">
                  <a16:creationId xmlns:a16="http://schemas.microsoft.com/office/drawing/2014/main" id="{47108066-1D4C-E14A-820C-5785AFA2338F}"/>
                </a:ext>
              </a:extLst>
            </p:cNvPr>
            <p:cNvSpPr/>
            <p:nvPr/>
          </p:nvSpPr>
          <p:spPr>
            <a:xfrm>
              <a:off x="241035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" name="Vrije vorm 21">
              <a:extLst>
                <a:ext uri="{FF2B5EF4-FFF2-40B4-BE49-F238E27FC236}">
                  <a16:creationId xmlns:a16="http://schemas.microsoft.com/office/drawing/2014/main" id="{AB0ADD14-AC6B-264A-A1E2-EFBE2E27B0E6}"/>
                </a:ext>
              </a:extLst>
            </p:cNvPr>
            <p:cNvSpPr/>
            <p:nvPr/>
          </p:nvSpPr>
          <p:spPr>
            <a:xfrm>
              <a:off x="2687208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3" name="Vrije vorm 22">
              <a:extLst>
                <a:ext uri="{FF2B5EF4-FFF2-40B4-BE49-F238E27FC236}">
                  <a16:creationId xmlns:a16="http://schemas.microsoft.com/office/drawing/2014/main" id="{FCC20DAC-29EC-3C4C-A1A2-C77D214AA5EA}"/>
                </a:ext>
              </a:extLst>
            </p:cNvPr>
            <p:cNvSpPr/>
            <p:nvPr/>
          </p:nvSpPr>
          <p:spPr>
            <a:xfrm>
              <a:off x="2964061" y="1472325"/>
              <a:ext cx="85636" cy="168646"/>
            </a:xfrm>
            <a:custGeom>
              <a:avLst/>
              <a:gdLst>
                <a:gd name="connsiteX0" fmla="*/ 0 w 85636"/>
                <a:gd name="connsiteY0" fmla="*/ 168646 h 168646"/>
                <a:gd name="connsiteX1" fmla="*/ 0 w 85636"/>
                <a:gd name="connsiteY1" fmla="*/ 0 h 168646"/>
                <a:gd name="connsiteX2" fmla="*/ 32847 w 85636"/>
                <a:gd name="connsiteY2" fmla="*/ 0 h 168646"/>
                <a:gd name="connsiteX3" fmla="*/ 32847 w 85636"/>
                <a:gd name="connsiteY3" fmla="*/ 139569 h 168646"/>
                <a:gd name="connsiteX4" fmla="*/ 85637 w 85636"/>
                <a:gd name="connsiteY4" fmla="*/ 139569 h 168646"/>
                <a:gd name="connsiteX5" fmla="*/ 85637 w 85636"/>
                <a:gd name="connsiteY5" fmla="*/ 167483 h 168646"/>
                <a:gd name="connsiteX6" fmla="*/ 0 w 85636"/>
                <a:gd name="connsiteY6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36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139569"/>
                  </a:lnTo>
                  <a:lnTo>
                    <a:pt x="85637" y="139569"/>
                  </a:lnTo>
                  <a:lnTo>
                    <a:pt x="85637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5" name="Vrije vorm 24">
              <a:extLst>
                <a:ext uri="{FF2B5EF4-FFF2-40B4-BE49-F238E27FC236}">
                  <a16:creationId xmlns:a16="http://schemas.microsoft.com/office/drawing/2014/main" id="{4278AD31-85BF-2342-AFF6-31F3ABDA746C}"/>
                </a:ext>
              </a:extLst>
            </p:cNvPr>
            <p:cNvSpPr/>
            <p:nvPr/>
          </p:nvSpPr>
          <p:spPr>
            <a:xfrm>
              <a:off x="3453245" y="1472325"/>
              <a:ext cx="84463" cy="168646"/>
            </a:xfrm>
            <a:custGeom>
              <a:avLst/>
              <a:gdLst>
                <a:gd name="connsiteX0" fmla="*/ 0 w 84463"/>
                <a:gd name="connsiteY0" fmla="*/ 168646 h 168646"/>
                <a:gd name="connsiteX1" fmla="*/ 0 w 84463"/>
                <a:gd name="connsiteY1" fmla="*/ 0 h 168646"/>
                <a:gd name="connsiteX2" fmla="*/ 84463 w 84463"/>
                <a:gd name="connsiteY2" fmla="*/ 0 h 168646"/>
                <a:gd name="connsiteX3" fmla="*/ 84463 w 84463"/>
                <a:gd name="connsiteY3" fmla="*/ 27914 h 168646"/>
                <a:gd name="connsiteX4" fmla="*/ 31674 w 84463"/>
                <a:gd name="connsiteY4" fmla="*/ 27914 h 168646"/>
                <a:gd name="connsiteX5" fmla="*/ 31674 w 84463"/>
                <a:gd name="connsiteY5" fmla="*/ 66295 h 168646"/>
                <a:gd name="connsiteX6" fmla="*/ 72732 w 84463"/>
                <a:gd name="connsiteY6" fmla="*/ 66295 h 168646"/>
                <a:gd name="connsiteX7" fmla="*/ 72732 w 84463"/>
                <a:gd name="connsiteY7" fmla="*/ 95372 h 168646"/>
                <a:gd name="connsiteX8" fmla="*/ 31674 w 84463"/>
                <a:gd name="connsiteY8" fmla="*/ 95372 h 168646"/>
                <a:gd name="connsiteX9" fmla="*/ 31674 w 84463"/>
                <a:gd name="connsiteY9" fmla="*/ 168646 h 168646"/>
                <a:gd name="connsiteX10" fmla="*/ 0 w 84463"/>
                <a:gd name="connsiteY10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463" h="168646">
                  <a:moveTo>
                    <a:pt x="0" y="168646"/>
                  </a:moveTo>
                  <a:lnTo>
                    <a:pt x="0" y="0"/>
                  </a:lnTo>
                  <a:lnTo>
                    <a:pt x="84463" y="0"/>
                  </a:lnTo>
                  <a:lnTo>
                    <a:pt x="84463" y="27914"/>
                  </a:lnTo>
                  <a:lnTo>
                    <a:pt x="31674" y="27914"/>
                  </a:lnTo>
                  <a:lnTo>
                    <a:pt x="31674" y="66295"/>
                  </a:lnTo>
                  <a:lnTo>
                    <a:pt x="72732" y="66295"/>
                  </a:lnTo>
                  <a:lnTo>
                    <a:pt x="72732" y="95372"/>
                  </a:lnTo>
                  <a:lnTo>
                    <a:pt x="31674" y="95372"/>
                  </a:lnTo>
                  <a:lnTo>
                    <a:pt x="31674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6" name="Vrije vorm 25">
              <a:extLst>
                <a:ext uri="{FF2B5EF4-FFF2-40B4-BE49-F238E27FC236}">
                  <a16:creationId xmlns:a16="http://schemas.microsoft.com/office/drawing/2014/main" id="{C174C83A-2F4E-7446-B16B-2947E67570DB}"/>
                </a:ext>
              </a:extLst>
            </p:cNvPr>
            <p:cNvSpPr/>
            <p:nvPr/>
          </p:nvSpPr>
          <p:spPr>
            <a:xfrm>
              <a:off x="3719539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7" name="Vrije vorm 26">
              <a:extLst>
                <a:ext uri="{FF2B5EF4-FFF2-40B4-BE49-F238E27FC236}">
                  <a16:creationId xmlns:a16="http://schemas.microsoft.com/office/drawing/2014/main" id="{26345EBF-A91D-A143-8AEB-9698F8B9C56E}"/>
                </a:ext>
              </a:extLst>
            </p:cNvPr>
            <p:cNvSpPr/>
            <p:nvPr/>
          </p:nvSpPr>
          <p:spPr>
            <a:xfrm>
              <a:off x="4010469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C7FF757E-D435-C44C-B33E-08B05A7F58F5}"/>
                </a:ext>
              </a:extLst>
            </p:cNvPr>
            <p:cNvSpPr/>
            <p:nvPr/>
          </p:nvSpPr>
          <p:spPr>
            <a:xfrm>
              <a:off x="4299052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2E0C96BC-FC37-D148-9AEC-4016C234710A}"/>
                </a:ext>
              </a:extLst>
            </p:cNvPr>
            <p:cNvSpPr/>
            <p:nvPr/>
          </p:nvSpPr>
          <p:spPr>
            <a:xfrm>
              <a:off x="4599367" y="1472325"/>
              <a:ext cx="110271" cy="168646"/>
            </a:xfrm>
            <a:custGeom>
              <a:avLst/>
              <a:gdLst>
                <a:gd name="connsiteX0" fmla="*/ 77425 w 110271"/>
                <a:gd name="connsiteY0" fmla="*/ 168646 h 168646"/>
                <a:gd name="connsiteX1" fmla="*/ 49270 w 110271"/>
                <a:gd name="connsiteY1" fmla="*/ 100025 h 168646"/>
                <a:gd name="connsiteX2" fmla="*/ 32847 w 110271"/>
                <a:gd name="connsiteY2" fmla="*/ 100025 h 168646"/>
                <a:gd name="connsiteX3" fmla="*/ 32847 w 110271"/>
                <a:gd name="connsiteY3" fmla="*/ 168646 h 168646"/>
                <a:gd name="connsiteX4" fmla="*/ 0 w 110271"/>
                <a:gd name="connsiteY4" fmla="*/ 168646 h 168646"/>
                <a:gd name="connsiteX5" fmla="*/ 0 w 110271"/>
                <a:gd name="connsiteY5" fmla="*/ 0 h 168646"/>
                <a:gd name="connsiteX6" fmla="*/ 46924 w 110271"/>
                <a:gd name="connsiteY6" fmla="*/ 0 h 168646"/>
                <a:gd name="connsiteX7" fmla="*/ 104406 w 110271"/>
                <a:gd name="connsiteY7" fmla="*/ 50012 h 168646"/>
                <a:gd name="connsiteX8" fmla="*/ 78598 w 110271"/>
                <a:gd name="connsiteY8" fmla="*/ 93046 h 168646"/>
                <a:gd name="connsiteX9" fmla="*/ 110272 w 110271"/>
                <a:gd name="connsiteY9" fmla="*/ 168646 h 168646"/>
                <a:gd name="connsiteX10" fmla="*/ 77425 w 110271"/>
                <a:gd name="connsiteY10" fmla="*/ 168646 h 168646"/>
                <a:gd name="connsiteX11" fmla="*/ 32847 w 110271"/>
                <a:gd name="connsiteY11" fmla="*/ 73274 h 168646"/>
                <a:gd name="connsiteX12" fmla="*/ 49270 w 110271"/>
                <a:gd name="connsiteY12" fmla="*/ 73274 h 168646"/>
                <a:gd name="connsiteX13" fmla="*/ 72732 w 110271"/>
                <a:gd name="connsiteY13" fmla="*/ 50012 h 168646"/>
                <a:gd name="connsiteX14" fmla="*/ 49270 w 110271"/>
                <a:gd name="connsiteY14" fmla="*/ 26751 h 168646"/>
                <a:gd name="connsiteX15" fmla="*/ 32847 w 110271"/>
                <a:gd name="connsiteY15" fmla="*/ 26751 h 168646"/>
                <a:gd name="connsiteX16" fmla="*/ 32847 w 110271"/>
                <a:gd name="connsiteY16" fmla="*/ 73274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271" h="168646">
                  <a:moveTo>
                    <a:pt x="77425" y="168646"/>
                  </a:moveTo>
                  <a:lnTo>
                    <a:pt x="49270" y="100025"/>
                  </a:lnTo>
                  <a:lnTo>
                    <a:pt x="32847" y="100025"/>
                  </a:lnTo>
                  <a:lnTo>
                    <a:pt x="32847" y="168646"/>
                  </a:lnTo>
                  <a:lnTo>
                    <a:pt x="0" y="168646"/>
                  </a:lnTo>
                  <a:lnTo>
                    <a:pt x="0" y="0"/>
                  </a:lnTo>
                  <a:lnTo>
                    <a:pt x="46924" y="0"/>
                  </a:lnTo>
                  <a:cubicBezTo>
                    <a:pt x="85636" y="0"/>
                    <a:pt x="104406" y="18609"/>
                    <a:pt x="104406" y="50012"/>
                  </a:cubicBezTo>
                  <a:cubicBezTo>
                    <a:pt x="104406" y="70948"/>
                    <a:pt x="97367" y="86068"/>
                    <a:pt x="78598" y="93046"/>
                  </a:cubicBezTo>
                  <a:lnTo>
                    <a:pt x="110272" y="168646"/>
                  </a:lnTo>
                  <a:lnTo>
                    <a:pt x="77425" y="168646"/>
                  </a:lnTo>
                  <a:close/>
                  <a:moveTo>
                    <a:pt x="32847" y="73274"/>
                  </a:moveTo>
                  <a:lnTo>
                    <a:pt x="49270" y="73274"/>
                  </a:lnTo>
                  <a:cubicBezTo>
                    <a:pt x="63348" y="73274"/>
                    <a:pt x="72732" y="66295"/>
                    <a:pt x="72732" y="50012"/>
                  </a:cubicBezTo>
                  <a:cubicBezTo>
                    <a:pt x="72732" y="33729"/>
                    <a:pt x="64521" y="26751"/>
                    <a:pt x="49270" y="26751"/>
                  </a:cubicBezTo>
                  <a:lnTo>
                    <a:pt x="32847" y="26751"/>
                  </a:lnTo>
                  <a:lnTo>
                    <a:pt x="32847" y="73274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" name="Vrije vorm 29">
              <a:extLst>
                <a:ext uri="{FF2B5EF4-FFF2-40B4-BE49-F238E27FC236}">
                  <a16:creationId xmlns:a16="http://schemas.microsoft.com/office/drawing/2014/main" id="{DBA75038-0285-974D-A8E8-84915E98AE12}"/>
                </a:ext>
              </a:extLst>
            </p:cNvPr>
            <p:cNvSpPr/>
            <p:nvPr/>
          </p:nvSpPr>
          <p:spPr>
            <a:xfrm>
              <a:off x="489029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9715" y="5279665"/>
            <a:ext cx="9717460" cy="522661"/>
          </a:xfrm>
        </p:spPr>
        <p:txBody>
          <a:bodyPr anchor="b">
            <a:noAutofit/>
          </a:bodyPr>
          <a:lstStyle>
            <a:lvl1pPr>
              <a:defRPr sz="3600"/>
            </a:lvl1pPr>
          </a:lstStyle>
          <a:p>
            <a:r>
              <a:rPr lang="nl-NL"/>
              <a:t>Presentation </a:t>
            </a:r>
            <a:r>
              <a:rPr lang="nl-NL" err="1"/>
              <a:t>Title</a:t>
            </a:r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533B953C-C203-AA46-AD43-0A3DBC55833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9715" y="5802326"/>
            <a:ext cx="2905539" cy="369332"/>
          </a:xfrm>
        </p:spPr>
        <p:txBody>
          <a:bodyPr wrap="none">
            <a:spAutoFit/>
          </a:bodyPr>
          <a:lstStyle/>
          <a:p>
            <a:pPr lvl="0"/>
            <a:r>
              <a:rPr lang="nl-NL"/>
              <a:t>PRESENTATION SUBTITLE</a:t>
            </a:r>
          </a:p>
        </p:txBody>
      </p:sp>
      <p:grpSp>
        <p:nvGrpSpPr>
          <p:cNvPr id="31" name="Groep 30">
            <a:extLst>
              <a:ext uri="{FF2B5EF4-FFF2-40B4-BE49-F238E27FC236}">
                <a16:creationId xmlns:a16="http://schemas.microsoft.com/office/drawing/2014/main" id="{89905EB8-3DC2-594F-A950-A5A8D2666674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D6E1FED8-293E-AE43-9273-83FCF94BED89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5CBA2310-F415-554B-A79A-79D746EADD11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A8FE8188-A532-924F-AD72-D0FA1B5102F0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12307BBA-8665-404C-B57F-091972BAA8CB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7E166535-DE45-8A4A-931E-410D00CA11B5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49" name="Rechthoek: afgeronde hoeken 61">
                <a:extLst>
                  <a:ext uri="{FF2B5EF4-FFF2-40B4-BE49-F238E27FC236}">
                    <a16:creationId xmlns:a16="http://schemas.microsoft.com/office/drawing/2014/main" id="{5B821FF4-E78E-A24E-A0F7-3A7C0C6A9449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BAAFCA57-4D23-CC47-B1DD-E2CC2EFD5748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60BBEC01-F891-D04B-BBA7-960CE418667A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CCF8BA7D-5662-E74F-8346-95A7D5D45FBD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131BE0E0-1D60-1341-BF55-A053593E69D2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43DADBA5-FB1F-5344-A199-D06A11D2CDF3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92E0C059-E2A8-5D4D-AFA7-8A2B154508F7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8AD59254-E6AC-1646-8C31-8A3348EE4798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3" name="Rechthoek: afgeronde hoeken 55">
                  <a:extLst>
                    <a:ext uri="{FF2B5EF4-FFF2-40B4-BE49-F238E27FC236}">
                      <a16:creationId xmlns:a16="http://schemas.microsoft.com/office/drawing/2014/main" id="{5698C6DC-9512-3B45-A910-4A411E76B18F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43">
                  <a:extLst>
                    <a:ext uri="{FF2B5EF4-FFF2-40B4-BE49-F238E27FC236}">
                      <a16:creationId xmlns:a16="http://schemas.microsoft.com/office/drawing/2014/main" id="{3A05A562-9EB5-5347-A5BC-CB2E35FE394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44">
                  <a:extLst>
                    <a:ext uri="{FF2B5EF4-FFF2-40B4-BE49-F238E27FC236}">
                      <a16:creationId xmlns:a16="http://schemas.microsoft.com/office/drawing/2014/main" id="{EAB949CD-BFAE-0845-9CA3-7E73761CAB9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654847AE-1645-984C-AC02-596CDD7112F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D862D5AC-2485-5A4D-A32E-6A75501D4D4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EEC719B9-A23C-634F-A939-1B03F304C40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2" name="Boog 41">
                <a:extLst>
                  <a:ext uri="{FF2B5EF4-FFF2-40B4-BE49-F238E27FC236}">
                    <a16:creationId xmlns:a16="http://schemas.microsoft.com/office/drawing/2014/main" id="{1D9AD5E3-E35E-7341-9D73-1884A58D9CA6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8" name="Tekstvak 37">
              <a:extLst>
                <a:ext uri="{FF2B5EF4-FFF2-40B4-BE49-F238E27FC236}">
                  <a16:creationId xmlns:a16="http://schemas.microsoft.com/office/drawing/2014/main" id="{00055F35-5DB4-EA4E-9128-40907EBEB167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kstvak 38">
              <a:extLst>
                <a:ext uri="{FF2B5EF4-FFF2-40B4-BE49-F238E27FC236}">
                  <a16:creationId xmlns:a16="http://schemas.microsoft.com/office/drawing/2014/main" id="{89AD90A0-E5B1-5F44-9F29-1EE195C13B5A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40" name="Vrije vorm: vorm 52">
              <a:extLst>
                <a:ext uri="{FF2B5EF4-FFF2-40B4-BE49-F238E27FC236}">
                  <a16:creationId xmlns:a16="http://schemas.microsoft.com/office/drawing/2014/main" id="{253A9B6D-F5EA-A743-85BC-5393AFC861D1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879502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Afbeelding 7">
            <a:extLst>
              <a:ext uri="{FF2B5EF4-FFF2-40B4-BE49-F238E27FC236}">
                <a16:creationId xmlns:a16="http://schemas.microsoft.com/office/drawing/2014/main" id="{B39EAE8F-1DAC-1145-97B8-F2FCC528D19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/>
          <a:stretch/>
        </p:blipFill>
        <p:spPr>
          <a:xfrm>
            <a:off x="10383" y="0"/>
            <a:ext cx="12171234" cy="4611757"/>
          </a:xfrm>
          <a:prstGeom prst="rect">
            <a:avLst/>
          </a:prstGeom>
          <a:blipFill>
            <a:blip r:embed="rId3"/>
            <a:tile tx="0" ty="0" sx="100000" sy="100000" flip="none" algn="tl"/>
          </a:blipFill>
        </p:spPr>
      </p:pic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9715" y="5279665"/>
            <a:ext cx="9717460" cy="522661"/>
          </a:xfrm>
        </p:spPr>
        <p:txBody>
          <a:bodyPr anchor="b">
            <a:noAutofit/>
          </a:bodyPr>
          <a:lstStyle>
            <a:lvl1pPr>
              <a:defRPr sz="3600"/>
            </a:lvl1pPr>
          </a:lstStyle>
          <a:p>
            <a:r>
              <a:rPr lang="nl-NL"/>
              <a:t>Presentation </a:t>
            </a:r>
            <a:r>
              <a:rPr lang="nl-NL" err="1"/>
              <a:t>Title</a:t>
            </a:r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533B953C-C203-AA46-AD43-0A3DBC55833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9715" y="5802326"/>
            <a:ext cx="2905539" cy="369332"/>
          </a:xfrm>
        </p:spPr>
        <p:txBody>
          <a:bodyPr wrap="none">
            <a:spAutoFit/>
          </a:bodyPr>
          <a:lstStyle/>
          <a:p>
            <a:pPr lvl="0"/>
            <a:r>
              <a:rPr lang="nl-NL"/>
              <a:t>PRESENTATION SUBTITLE</a:t>
            </a:r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B2691B7A-B9C1-5F46-8FF8-B110808468DB}"/>
              </a:ext>
            </a:extLst>
          </p:cNvPr>
          <p:cNvSpPr/>
          <p:nvPr userDrawn="1"/>
        </p:nvSpPr>
        <p:spPr>
          <a:xfrm>
            <a:off x="749242" y="1437433"/>
            <a:ext cx="4227864" cy="233778"/>
          </a:xfrm>
          <a:custGeom>
            <a:avLst/>
            <a:gdLst>
              <a:gd name="connsiteX0" fmla="*/ 0 w 4227864"/>
              <a:gd name="connsiteY0" fmla="*/ 0 h 233778"/>
              <a:gd name="connsiteX1" fmla="*/ 4227865 w 4227864"/>
              <a:gd name="connsiteY1" fmla="*/ 0 h 233778"/>
              <a:gd name="connsiteX2" fmla="*/ 4227865 w 4227864"/>
              <a:gd name="connsiteY2" fmla="*/ 233778 h 233778"/>
              <a:gd name="connsiteX3" fmla="*/ 0 w 4227864"/>
              <a:gd name="connsiteY3" fmla="*/ 233778 h 233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864" h="233778">
                <a:moveTo>
                  <a:pt x="0" y="0"/>
                </a:moveTo>
                <a:lnTo>
                  <a:pt x="4227865" y="0"/>
                </a:lnTo>
                <a:lnTo>
                  <a:pt x="4227865" y="233778"/>
                </a:lnTo>
                <a:lnTo>
                  <a:pt x="0" y="233778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1B9BA895-9A78-204D-BE9D-75A077504F7F}"/>
              </a:ext>
            </a:extLst>
          </p:cNvPr>
          <p:cNvSpPr/>
          <p:nvPr userDrawn="1"/>
        </p:nvSpPr>
        <p:spPr>
          <a:xfrm>
            <a:off x="749242" y="765175"/>
            <a:ext cx="407066" cy="590843"/>
          </a:xfrm>
          <a:custGeom>
            <a:avLst/>
            <a:gdLst>
              <a:gd name="connsiteX0" fmla="*/ 407067 w 407066"/>
              <a:gd name="connsiteY0" fmla="*/ 0 h 590843"/>
              <a:gd name="connsiteX1" fmla="*/ 407067 w 407066"/>
              <a:gd name="connsiteY1" fmla="*/ 407077 h 590843"/>
              <a:gd name="connsiteX2" fmla="*/ 195908 w 407066"/>
              <a:gd name="connsiteY2" fmla="*/ 590843 h 590843"/>
              <a:gd name="connsiteX3" fmla="*/ 0 w 407066"/>
              <a:gd name="connsiteY3" fmla="*/ 390794 h 590843"/>
              <a:gd name="connsiteX4" fmla="*/ 0 w 407066"/>
              <a:gd name="connsiteY4" fmla="*/ 343108 h 590843"/>
              <a:gd name="connsiteX5" fmla="*/ 148984 w 407066"/>
              <a:gd name="connsiteY5" fmla="*/ 343108 h 590843"/>
              <a:gd name="connsiteX6" fmla="*/ 148984 w 407066"/>
              <a:gd name="connsiteY6" fmla="*/ 390794 h 590843"/>
              <a:gd name="connsiteX7" fmla="*/ 197081 w 407066"/>
              <a:gd name="connsiteY7" fmla="*/ 455926 h 590843"/>
              <a:gd name="connsiteX8" fmla="*/ 252217 w 407066"/>
              <a:gd name="connsiteY8" fmla="*/ 407077 h 590843"/>
              <a:gd name="connsiteX9" fmla="*/ 252217 w 407066"/>
              <a:gd name="connsiteY9" fmla="*/ 0 h 590843"/>
              <a:gd name="connsiteX10" fmla="*/ 407067 w 407066"/>
              <a:gd name="connsiteY10" fmla="*/ 0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7066" h="590843">
                <a:moveTo>
                  <a:pt x="407067" y="0"/>
                </a:moveTo>
                <a:lnTo>
                  <a:pt x="407067" y="407077"/>
                </a:lnTo>
                <a:cubicBezTo>
                  <a:pt x="407067" y="562929"/>
                  <a:pt x="360143" y="590843"/>
                  <a:pt x="195908" y="590843"/>
                </a:cubicBezTo>
                <a:cubicBezTo>
                  <a:pt x="34020" y="590843"/>
                  <a:pt x="0" y="552462"/>
                  <a:pt x="0" y="390794"/>
                </a:cubicBezTo>
                <a:lnTo>
                  <a:pt x="0" y="343108"/>
                </a:lnTo>
                <a:lnTo>
                  <a:pt x="148984" y="343108"/>
                </a:lnTo>
                <a:lnTo>
                  <a:pt x="148984" y="390794"/>
                </a:lnTo>
                <a:cubicBezTo>
                  <a:pt x="148984" y="438480"/>
                  <a:pt x="154850" y="455926"/>
                  <a:pt x="197081" y="455926"/>
                </a:cubicBezTo>
                <a:cubicBezTo>
                  <a:pt x="245179" y="455926"/>
                  <a:pt x="252217" y="443132"/>
                  <a:pt x="252217" y="407077"/>
                </a:cubicBezTo>
                <a:lnTo>
                  <a:pt x="252217" y="0"/>
                </a:lnTo>
                <a:lnTo>
                  <a:pt x="407067" y="0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9" name="Vrije vorm 8">
            <a:extLst>
              <a:ext uri="{FF2B5EF4-FFF2-40B4-BE49-F238E27FC236}">
                <a16:creationId xmlns:a16="http://schemas.microsoft.com/office/drawing/2014/main" id="{51C83842-1614-E24F-B8C3-68EFAFA0B705}"/>
              </a:ext>
            </a:extLst>
          </p:cNvPr>
          <p:cNvSpPr/>
          <p:nvPr userDrawn="1"/>
        </p:nvSpPr>
        <p:spPr>
          <a:xfrm>
            <a:off x="1304119" y="765175"/>
            <a:ext cx="543146" cy="589708"/>
          </a:xfrm>
          <a:custGeom>
            <a:avLst/>
            <a:gdLst>
              <a:gd name="connsiteX0" fmla="*/ 0 w 543146"/>
              <a:gd name="connsiteY0" fmla="*/ 378000 h 589708"/>
              <a:gd name="connsiteX1" fmla="*/ 0 w 543146"/>
              <a:gd name="connsiteY1" fmla="*/ 212843 h 589708"/>
              <a:gd name="connsiteX2" fmla="*/ 270987 w 543146"/>
              <a:gd name="connsiteY2" fmla="*/ 0 h 589708"/>
              <a:gd name="connsiteX3" fmla="*/ 543147 w 543146"/>
              <a:gd name="connsiteY3" fmla="*/ 212843 h 589708"/>
              <a:gd name="connsiteX4" fmla="*/ 543147 w 543146"/>
              <a:gd name="connsiteY4" fmla="*/ 376837 h 589708"/>
              <a:gd name="connsiteX5" fmla="*/ 272160 w 543146"/>
              <a:gd name="connsiteY5" fmla="*/ 589680 h 589708"/>
              <a:gd name="connsiteX6" fmla="*/ 0 w 543146"/>
              <a:gd name="connsiteY6" fmla="*/ 378000 h 589708"/>
              <a:gd name="connsiteX7" fmla="*/ 381259 w 543146"/>
              <a:gd name="connsiteY7" fmla="*/ 360554 h 589708"/>
              <a:gd name="connsiteX8" fmla="*/ 381259 w 543146"/>
              <a:gd name="connsiteY8" fmla="*/ 229126 h 589708"/>
              <a:gd name="connsiteX9" fmla="*/ 270987 w 543146"/>
              <a:gd name="connsiteY9" fmla="*/ 134917 h 589708"/>
              <a:gd name="connsiteX10" fmla="*/ 160715 w 543146"/>
              <a:gd name="connsiteY10" fmla="*/ 229126 h 589708"/>
              <a:gd name="connsiteX11" fmla="*/ 160715 w 543146"/>
              <a:gd name="connsiteY11" fmla="*/ 360554 h 589708"/>
              <a:gd name="connsiteX12" fmla="*/ 270987 w 543146"/>
              <a:gd name="connsiteY12" fmla="*/ 455926 h 589708"/>
              <a:gd name="connsiteX13" fmla="*/ 381259 w 543146"/>
              <a:gd name="connsiteY13" fmla="*/ 360554 h 589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43146" h="589708">
                <a:moveTo>
                  <a:pt x="0" y="378000"/>
                </a:moveTo>
                <a:lnTo>
                  <a:pt x="0" y="212843"/>
                </a:lnTo>
                <a:cubicBezTo>
                  <a:pt x="0" y="33729"/>
                  <a:pt x="112618" y="0"/>
                  <a:pt x="270987" y="0"/>
                </a:cubicBezTo>
                <a:cubicBezTo>
                  <a:pt x="430529" y="0"/>
                  <a:pt x="543147" y="33729"/>
                  <a:pt x="543147" y="212843"/>
                </a:cubicBezTo>
                <a:lnTo>
                  <a:pt x="543147" y="376837"/>
                </a:lnTo>
                <a:cubicBezTo>
                  <a:pt x="543147" y="555951"/>
                  <a:pt x="430529" y="589680"/>
                  <a:pt x="272160" y="589680"/>
                </a:cubicBezTo>
                <a:cubicBezTo>
                  <a:pt x="112618" y="590843"/>
                  <a:pt x="0" y="557114"/>
                  <a:pt x="0" y="378000"/>
                </a:cubicBezTo>
                <a:close/>
                <a:moveTo>
                  <a:pt x="381259" y="360554"/>
                </a:moveTo>
                <a:lnTo>
                  <a:pt x="381259" y="229126"/>
                </a:lnTo>
                <a:cubicBezTo>
                  <a:pt x="381259" y="143058"/>
                  <a:pt x="351931" y="134917"/>
                  <a:pt x="270987" y="134917"/>
                </a:cubicBezTo>
                <a:cubicBezTo>
                  <a:pt x="190043" y="134917"/>
                  <a:pt x="163061" y="143058"/>
                  <a:pt x="160715" y="229126"/>
                </a:cubicBezTo>
                <a:lnTo>
                  <a:pt x="160715" y="360554"/>
                </a:lnTo>
                <a:cubicBezTo>
                  <a:pt x="163061" y="447785"/>
                  <a:pt x="190043" y="455926"/>
                  <a:pt x="270987" y="455926"/>
                </a:cubicBezTo>
                <a:cubicBezTo>
                  <a:pt x="351931" y="455926"/>
                  <a:pt x="381259" y="447785"/>
                  <a:pt x="381259" y="360554"/>
                </a:cubicBez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0" name="Vrije vorm 9">
            <a:extLst>
              <a:ext uri="{FF2B5EF4-FFF2-40B4-BE49-F238E27FC236}">
                <a16:creationId xmlns:a16="http://schemas.microsoft.com/office/drawing/2014/main" id="{E6386AD3-80A5-0142-BDC2-ECB18F176735}"/>
              </a:ext>
            </a:extLst>
          </p:cNvPr>
          <p:cNvSpPr/>
          <p:nvPr userDrawn="1"/>
        </p:nvSpPr>
        <p:spPr>
          <a:xfrm>
            <a:off x="1988039" y="765175"/>
            <a:ext cx="503261" cy="590843"/>
          </a:xfrm>
          <a:custGeom>
            <a:avLst/>
            <a:gdLst>
              <a:gd name="connsiteX0" fmla="*/ 0 w 503261"/>
              <a:gd name="connsiteY0" fmla="*/ 0 h 590843"/>
              <a:gd name="connsiteX1" fmla="*/ 301488 w 503261"/>
              <a:gd name="connsiteY1" fmla="*/ 0 h 590843"/>
              <a:gd name="connsiteX2" fmla="*/ 503261 w 503261"/>
              <a:gd name="connsiteY2" fmla="*/ 175625 h 590843"/>
              <a:gd name="connsiteX3" fmla="*/ 391817 w 503261"/>
              <a:gd name="connsiteY3" fmla="*/ 354738 h 590843"/>
              <a:gd name="connsiteX4" fmla="*/ 391817 w 503261"/>
              <a:gd name="connsiteY4" fmla="*/ 360554 h 590843"/>
              <a:gd name="connsiteX5" fmla="*/ 497396 w 503261"/>
              <a:gd name="connsiteY5" fmla="*/ 464068 h 590843"/>
              <a:gd name="connsiteX6" fmla="*/ 497396 w 503261"/>
              <a:gd name="connsiteY6" fmla="*/ 590843 h 590843"/>
              <a:gd name="connsiteX7" fmla="*/ 341373 w 503261"/>
              <a:gd name="connsiteY7" fmla="*/ 590843 h 590843"/>
              <a:gd name="connsiteX8" fmla="*/ 341373 w 503261"/>
              <a:gd name="connsiteY8" fmla="*/ 500123 h 590843"/>
              <a:gd name="connsiteX9" fmla="*/ 276852 w 503261"/>
              <a:gd name="connsiteY9" fmla="*/ 426849 h 590843"/>
              <a:gd name="connsiteX10" fmla="*/ 156023 w 503261"/>
              <a:gd name="connsiteY10" fmla="*/ 426849 h 590843"/>
              <a:gd name="connsiteX11" fmla="*/ 156023 w 503261"/>
              <a:gd name="connsiteY11" fmla="*/ 590843 h 590843"/>
              <a:gd name="connsiteX12" fmla="*/ 0 w 503261"/>
              <a:gd name="connsiteY12" fmla="*/ 590843 h 590843"/>
              <a:gd name="connsiteX13" fmla="*/ 0 w 503261"/>
              <a:gd name="connsiteY13" fmla="*/ 0 h 590843"/>
              <a:gd name="connsiteX14" fmla="*/ 276852 w 503261"/>
              <a:gd name="connsiteY14" fmla="*/ 291932 h 590843"/>
              <a:gd name="connsiteX15" fmla="*/ 341373 w 503261"/>
              <a:gd name="connsiteY15" fmla="*/ 201212 h 590843"/>
              <a:gd name="connsiteX16" fmla="*/ 276852 w 503261"/>
              <a:gd name="connsiteY16" fmla="*/ 134917 h 590843"/>
              <a:gd name="connsiteX17" fmla="*/ 156023 w 503261"/>
              <a:gd name="connsiteY17" fmla="*/ 134917 h 590843"/>
              <a:gd name="connsiteX18" fmla="*/ 156023 w 503261"/>
              <a:gd name="connsiteY18" fmla="*/ 291932 h 590843"/>
              <a:gd name="connsiteX19" fmla="*/ 276852 w 503261"/>
              <a:gd name="connsiteY19" fmla="*/ 291932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503261" h="590843">
                <a:moveTo>
                  <a:pt x="0" y="0"/>
                </a:moveTo>
                <a:lnTo>
                  <a:pt x="301488" y="0"/>
                </a:lnTo>
                <a:cubicBezTo>
                  <a:pt x="436395" y="2326"/>
                  <a:pt x="503261" y="31403"/>
                  <a:pt x="503261" y="175625"/>
                </a:cubicBezTo>
                <a:cubicBezTo>
                  <a:pt x="503261" y="272160"/>
                  <a:pt x="503261" y="329151"/>
                  <a:pt x="391817" y="354738"/>
                </a:cubicBezTo>
                <a:lnTo>
                  <a:pt x="391817" y="360554"/>
                </a:lnTo>
                <a:cubicBezTo>
                  <a:pt x="456337" y="362880"/>
                  <a:pt x="497396" y="397772"/>
                  <a:pt x="497396" y="464068"/>
                </a:cubicBezTo>
                <a:lnTo>
                  <a:pt x="497396" y="590843"/>
                </a:lnTo>
                <a:lnTo>
                  <a:pt x="341373" y="590843"/>
                </a:lnTo>
                <a:lnTo>
                  <a:pt x="341373" y="500123"/>
                </a:lnTo>
                <a:cubicBezTo>
                  <a:pt x="342546" y="457089"/>
                  <a:pt x="323777" y="426849"/>
                  <a:pt x="276852" y="426849"/>
                </a:cubicBezTo>
                <a:lnTo>
                  <a:pt x="156023" y="426849"/>
                </a:lnTo>
                <a:lnTo>
                  <a:pt x="156023" y="590843"/>
                </a:lnTo>
                <a:lnTo>
                  <a:pt x="0" y="590843"/>
                </a:lnTo>
                <a:lnTo>
                  <a:pt x="0" y="0"/>
                </a:lnTo>
                <a:close/>
                <a:moveTo>
                  <a:pt x="276852" y="291932"/>
                </a:moveTo>
                <a:cubicBezTo>
                  <a:pt x="343719" y="291932"/>
                  <a:pt x="341373" y="267508"/>
                  <a:pt x="341373" y="201212"/>
                </a:cubicBezTo>
                <a:cubicBezTo>
                  <a:pt x="341373" y="148874"/>
                  <a:pt x="328469" y="134917"/>
                  <a:pt x="276852" y="134917"/>
                </a:cubicBezTo>
                <a:lnTo>
                  <a:pt x="156023" y="134917"/>
                </a:lnTo>
                <a:lnTo>
                  <a:pt x="156023" y="291932"/>
                </a:lnTo>
                <a:lnTo>
                  <a:pt x="276852" y="291932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1" name="Vrije vorm 10">
            <a:extLst>
              <a:ext uri="{FF2B5EF4-FFF2-40B4-BE49-F238E27FC236}">
                <a16:creationId xmlns:a16="http://schemas.microsoft.com/office/drawing/2014/main" id="{38EABB54-46A3-4946-85AA-8E3966840819}"/>
              </a:ext>
            </a:extLst>
          </p:cNvPr>
          <p:cNvSpPr/>
          <p:nvPr userDrawn="1"/>
        </p:nvSpPr>
        <p:spPr>
          <a:xfrm>
            <a:off x="2642630" y="765175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2" name="Vrije vorm 11">
            <a:extLst>
              <a:ext uri="{FF2B5EF4-FFF2-40B4-BE49-F238E27FC236}">
                <a16:creationId xmlns:a16="http://schemas.microsoft.com/office/drawing/2014/main" id="{F0E5658D-51ED-5A4C-8F81-B840B3137A71}"/>
              </a:ext>
            </a:extLst>
          </p:cNvPr>
          <p:cNvSpPr/>
          <p:nvPr userDrawn="1"/>
        </p:nvSpPr>
        <p:spPr>
          <a:xfrm>
            <a:off x="2946464" y="764011"/>
            <a:ext cx="503263" cy="592006"/>
          </a:xfrm>
          <a:custGeom>
            <a:avLst/>
            <a:gdLst>
              <a:gd name="connsiteX0" fmla="*/ 286237 w 503263"/>
              <a:gd name="connsiteY0" fmla="*/ 233778 h 592006"/>
              <a:gd name="connsiteX1" fmla="*/ 503261 w 503263"/>
              <a:gd name="connsiteY1" fmla="*/ 401262 h 592006"/>
              <a:gd name="connsiteX2" fmla="*/ 248698 w 503263"/>
              <a:gd name="connsiteY2" fmla="*/ 592006 h 592006"/>
              <a:gd name="connsiteX3" fmla="*/ 0 w 503263"/>
              <a:gd name="connsiteY3" fmla="*/ 397772 h 592006"/>
              <a:gd name="connsiteX4" fmla="*/ 150157 w 503263"/>
              <a:gd name="connsiteY4" fmla="*/ 397772 h 592006"/>
              <a:gd name="connsiteX5" fmla="*/ 248698 w 503263"/>
              <a:gd name="connsiteY5" fmla="*/ 464068 h 592006"/>
              <a:gd name="connsiteX6" fmla="*/ 346065 w 503263"/>
              <a:gd name="connsiteY6" fmla="*/ 410566 h 592006"/>
              <a:gd name="connsiteX7" fmla="*/ 263948 w 503263"/>
              <a:gd name="connsiteY7" fmla="*/ 355902 h 592006"/>
              <a:gd name="connsiteX8" fmla="*/ 229928 w 503263"/>
              <a:gd name="connsiteY8" fmla="*/ 353575 h 592006"/>
              <a:gd name="connsiteX9" fmla="*/ 1173 w 503263"/>
              <a:gd name="connsiteY9" fmla="*/ 177951 h 592006"/>
              <a:gd name="connsiteX10" fmla="*/ 248698 w 503263"/>
              <a:gd name="connsiteY10" fmla="*/ 0 h 592006"/>
              <a:gd name="connsiteX11" fmla="*/ 486838 w 503263"/>
              <a:gd name="connsiteY11" fmla="*/ 162831 h 592006"/>
              <a:gd name="connsiteX12" fmla="*/ 486838 w 503263"/>
              <a:gd name="connsiteY12" fmla="*/ 187255 h 592006"/>
              <a:gd name="connsiteX13" fmla="*/ 336681 w 503263"/>
              <a:gd name="connsiteY13" fmla="*/ 187255 h 592006"/>
              <a:gd name="connsiteX14" fmla="*/ 248698 w 503263"/>
              <a:gd name="connsiteY14" fmla="*/ 127938 h 592006"/>
              <a:gd name="connsiteX15" fmla="*/ 157196 w 503263"/>
              <a:gd name="connsiteY15" fmla="*/ 177951 h 592006"/>
              <a:gd name="connsiteX16" fmla="*/ 221716 w 503263"/>
              <a:gd name="connsiteY16" fmla="*/ 229126 h 592006"/>
              <a:gd name="connsiteX17" fmla="*/ 286237 w 503263"/>
              <a:gd name="connsiteY17" fmla="*/ 233778 h 592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03263" h="592006">
                <a:moveTo>
                  <a:pt x="286237" y="233778"/>
                </a:moveTo>
                <a:cubicBezTo>
                  <a:pt x="459856" y="246572"/>
                  <a:pt x="503261" y="267508"/>
                  <a:pt x="503261" y="401262"/>
                </a:cubicBezTo>
                <a:cubicBezTo>
                  <a:pt x="503261" y="497797"/>
                  <a:pt x="506781" y="592006"/>
                  <a:pt x="248698" y="592006"/>
                </a:cubicBezTo>
                <a:cubicBezTo>
                  <a:pt x="99714" y="592006"/>
                  <a:pt x="0" y="588517"/>
                  <a:pt x="0" y="397772"/>
                </a:cubicBezTo>
                <a:lnTo>
                  <a:pt x="150157" y="397772"/>
                </a:lnTo>
                <a:cubicBezTo>
                  <a:pt x="150157" y="458252"/>
                  <a:pt x="172446" y="464068"/>
                  <a:pt x="248698" y="464068"/>
                </a:cubicBezTo>
                <a:cubicBezTo>
                  <a:pt x="322603" y="464068"/>
                  <a:pt x="346065" y="459415"/>
                  <a:pt x="346065" y="410566"/>
                </a:cubicBezTo>
                <a:cubicBezTo>
                  <a:pt x="346065" y="360554"/>
                  <a:pt x="337854" y="360554"/>
                  <a:pt x="263948" y="355902"/>
                </a:cubicBezTo>
                <a:lnTo>
                  <a:pt x="229928" y="353575"/>
                </a:lnTo>
                <a:cubicBezTo>
                  <a:pt x="85637" y="343108"/>
                  <a:pt x="1173" y="344271"/>
                  <a:pt x="1173" y="177951"/>
                </a:cubicBezTo>
                <a:cubicBezTo>
                  <a:pt x="1173" y="11631"/>
                  <a:pt x="96194" y="0"/>
                  <a:pt x="248698" y="0"/>
                </a:cubicBezTo>
                <a:cubicBezTo>
                  <a:pt x="376566" y="0"/>
                  <a:pt x="486838" y="2326"/>
                  <a:pt x="486838" y="162831"/>
                </a:cubicBezTo>
                <a:lnTo>
                  <a:pt x="486838" y="187255"/>
                </a:lnTo>
                <a:lnTo>
                  <a:pt x="336681" y="187255"/>
                </a:lnTo>
                <a:cubicBezTo>
                  <a:pt x="336681" y="127938"/>
                  <a:pt x="312045" y="127938"/>
                  <a:pt x="248698" y="127938"/>
                </a:cubicBezTo>
                <a:cubicBezTo>
                  <a:pt x="164234" y="127938"/>
                  <a:pt x="157196" y="145385"/>
                  <a:pt x="157196" y="177951"/>
                </a:cubicBezTo>
                <a:cubicBezTo>
                  <a:pt x="157196" y="224474"/>
                  <a:pt x="179485" y="225637"/>
                  <a:pt x="221716" y="229126"/>
                </a:cubicBezTo>
                <a:lnTo>
                  <a:pt x="286237" y="233778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Vrije vorm 12">
            <a:extLst>
              <a:ext uri="{FF2B5EF4-FFF2-40B4-BE49-F238E27FC236}">
                <a16:creationId xmlns:a16="http://schemas.microsoft.com/office/drawing/2014/main" id="{F13102FE-1D45-5B47-8B11-4006DD7AFF1B}"/>
              </a:ext>
            </a:extLst>
          </p:cNvPr>
          <p:cNvSpPr/>
          <p:nvPr userDrawn="1"/>
        </p:nvSpPr>
        <p:spPr>
          <a:xfrm>
            <a:off x="3605748" y="765175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" name="Vrije vorm 13">
            <a:extLst>
              <a:ext uri="{FF2B5EF4-FFF2-40B4-BE49-F238E27FC236}">
                <a16:creationId xmlns:a16="http://schemas.microsoft.com/office/drawing/2014/main" id="{F6D220F6-999B-474D-85A2-FF6B0EF24DD8}"/>
              </a:ext>
            </a:extLst>
          </p:cNvPr>
          <p:cNvSpPr/>
          <p:nvPr userDrawn="1"/>
        </p:nvSpPr>
        <p:spPr>
          <a:xfrm>
            <a:off x="3891985" y="765175"/>
            <a:ext cx="532588" cy="590843"/>
          </a:xfrm>
          <a:custGeom>
            <a:avLst/>
            <a:gdLst>
              <a:gd name="connsiteX0" fmla="*/ 0 w 532588"/>
              <a:gd name="connsiteY0" fmla="*/ 0 h 590843"/>
              <a:gd name="connsiteX1" fmla="*/ 296795 w 532588"/>
              <a:gd name="connsiteY1" fmla="*/ 0 h 590843"/>
              <a:gd name="connsiteX2" fmla="*/ 532589 w 532588"/>
              <a:gd name="connsiteY2" fmla="*/ 225637 h 590843"/>
              <a:gd name="connsiteX3" fmla="*/ 532589 w 532588"/>
              <a:gd name="connsiteY3" fmla="*/ 357065 h 590843"/>
              <a:gd name="connsiteX4" fmla="*/ 317911 w 532588"/>
              <a:gd name="connsiteY4" fmla="*/ 590843 h 590843"/>
              <a:gd name="connsiteX5" fmla="*/ 0 w 532588"/>
              <a:gd name="connsiteY5" fmla="*/ 590843 h 590843"/>
              <a:gd name="connsiteX6" fmla="*/ 0 w 532588"/>
              <a:gd name="connsiteY6" fmla="*/ 0 h 590843"/>
              <a:gd name="connsiteX7" fmla="*/ 156023 w 532588"/>
              <a:gd name="connsiteY7" fmla="*/ 455926 h 590843"/>
              <a:gd name="connsiteX8" fmla="*/ 293276 w 532588"/>
              <a:gd name="connsiteY8" fmla="*/ 455926 h 590843"/>
              <a:gd name="connsiteX9" fmla="*/ 371874 w 532588"/>
              <a:gd name="connsiteY9" fmla="*/ 357065 h 590843"/>
              <a:gd name="connsiteX10" fmla="*/ 371874 w 532588"/>
              <a:gd name="connsiteY10" fmla="*/ 225637 h 590843"/>
              <a:gd name="connsiteX11" fmla="*/ 293276 w 532588"/>
              <a:gd name="connsiteY11" fmla="*/ 134917 h 590843"/>
              <a:gd name="connsiteX12" fmla="*/ 156023 w 532588"/>
              <a:gd name="connsiteY12" fmla="*/ 134917 h 590843"/>
              <a:gd name="connsiteX13" fmla="*/ 156023 w 532588"/>
              <a:gd name="connsiteY13" fmla="*/ 455926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32588" h="590843">
                <a:moveTo>
                  <a:pt x="0" y="0"/>
                </a:moveTo>
                <a:lnTo>
                  <a:pt x="296795" y="0"/>
                </a:lnTo>
                <a:cubicBezTo>
                  <a:pt x="459857" y="0"/>
                  <a:pt x="532589" y="60480"/>
                  <a:pt x="532589" y="225637"/>
                </a:cubicBezTo>
                <a:lnTo>
                  <a:pt x="532589" y="357065"/>
                </a:lnTo>
                <a:cubicBezTo>
                  <a:pt x="532589" y="516406"/>
                  <a:pt x="480972" y="590843"/>
                  <a:pt x="317911" y="590843"/>
                </a:cubicBezTo>
                <a:lnTo>
                  <a:pt x="0" y="590843"/>
                </a:lnTo>
                <a:lnTo>
                  <a:pt x="0" y="0"/>
                </a:lnTo>
                <a:close/>
                <a:moveTo>
                  <a:pt x="156023" y="455926"/>
                </a:moveTo>
                <a:lnTo>
                  <a:pt x="293276" y="455926"/>
                </a:lnTo>
                <a:cubicBezTo>
                  <a:pt x="350758" y="455926"/>
                  <a:pt x="371874" y="417545"/>
                  <a:pt x="371874" y="357065"/>
                </a:cubicBezTo>
                <a:lnTo>
                  <a:pt x="371874" y="225637"/>
                </a:lnTo>
                <a:cubicBezTo>
                  <a:pt x="371874" y="150037"/>
                  <a:pt x="347239" y="134917"/>
                  <a:pt x="293276" y="134917"/>
                </a:cubicBezTo>
                <a:lnTo>
                  <a:pt x="156023" y="134917"/>
                </a:lnTo>
                <a:lnTo>
                  <a:pt x="156023" y="455926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CDE2465-6989-054E-899F-27AA994872D8}"/>
              </a:ext>
            </a:extLst>
          </p:cNvPr>
          <p:cNvSpPr/>
          <p:nvPr userDrawn="1"/>
        </p:nvSpPr>
        <p:spPr>
          <a:xfrm>
            <a:off x="4548923" y="765175"/>
            <a:ext cx="428182" cy="590843"/>
          </a:xfrm>
          <a:custGeom>
            <a:avLst/>
            <a:gdLst>
              <a:gd name="connsiteX0" fmla="*/ 156023 w 428182"/>
              <a:gd name="connsiteY0" fmla="*/ 238431 h 590843"/>
              <a:gd name="connsiteX1" fmla="*/ 405894 w 428182"/>
              <a:gd name="connsiteY1" fmla="*/ 238431 h 590843"/>
              <a:gd name="connsiteX2" fmla="*/ 405894 w 428182"/>
              <a:gd name="connsiteY2" fmla="*/ 346597 h 590843"/>
              <a:gd name="connsiteX3" fmla="*/ 156023 w 428182"/>
              <a:gd name="connsiteY3" fmla="*/ 346597 h 590843"/>
              <a:gd name="connsiteX4" fmla="*/ 156023 w 428182"/>
              <a:gd name="connsiteY4" fmla="*/ 464068 h 590843"/>
              <a:gd name="connsiteX5" fmla="*/ 428183 w 428182"/>
              <a:gd name="connsiteY5" fmla="*/ 464068 h 590843"/>
              <a:gd name="connsiteX6" fmla="*/ 428183 w 428182"/>
              <a:gd name="connsiteY6" fmla="*/ 590843 h 590843"/>
              <a:gd name="connsiteX7" fmla="*/ 0 w 428182"/>
              <a:gd name="connsiteY7" fmla="*/ 590843 h 590843"/>
              <a:gd name="connsiteX8" fmla="*/ 0 w 428182"/>
              <a:gd name="connsiteY8" fmla="*/ 0 h 590843"/>
              <a:gd name="connsiteX9" fmla="*/ 428183 w 428182"/>
              <a:gd name="connsiteY9" fmla="*/ 0 h 590843"/>
              <a:gd name="connsiteX10" fmla="*/ 428183 w 428182"/>
              <a:gd name="connsiteY10" fmla="*/ 126775 h 590843"/>
              <a:gd name="connsiteX11" fmla="*/ 156023 w 428182"/>
              <a:gd name="connsiteY11" fmla="*/ 126775 h 590843"/>
              <a:gd name="connsiteX12" fmla="*/ 156023 w 428182"/>
              <a:gd name="connsiteY12" fmla="*/ 238431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28182" h="590843">
                <a:moveTo>
                  <a:pt x="156023" y="238431"/>
                </a:moveTo>
                <a:lnTo>
                  <a:pt x="405894" y="238431"/>
                </a:lnTo>
                <a:lnTo>
                  <a:pt x="405894" y="346597"/>
                </a:lnTo>
                <a:lnTo>
                  <a:pt x="156023" y="346597"/>
                </a:lnTo>
                <a:lnTo>
                  <a:pt x="156023" y="464068"/>
                </a:lnTo>
                <a:lnTo>
                  <a:pt x="428183" y="464068"/>
                </a:lnTo>
                <a:lnTo>
                  <a:pt x="428183" y="590843"/>
                </a:lnTo>
                <a:lnTo>
                  <a:pt x="0" y="590843"/>
                </a:lnTo>
                <a:lnTo>
                  <a:pt x="0" y="0"/>
                </a:lnTo>
                <a:lnTo>
                  <a:pt x="428183" y="0"/>
                </a:lnTo>
                <a:lnTo>
                  <a:pt x="428183" y="126775"/>
                </a:lnTo>
                <a:lnTo>
                  <a:pt x="156023" y="126775"/>
                </a:lnTo>
                <a:lnTo>
                  <a:pt x="156023" y="238431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6" name="Graphic 23">
            <a:extLst>
              <a:ext uri="{FF2B5EF4-FFF2-40B4-BE49-F238E27FC236}">
                <a16:creationId xmlns:a16="http://schemas.microsoft.com/office/drawing/2014/main" id="{E49E1BE3-2211-8540-8E63-BEE908B11F3A}"/>
              </a:ext>
            </a:extLst>
          </p:cNvPr>
          <p:cNvGrpSpPr/>
          <p:nvPr userDrawn="1"/>
        </p:nvGrpSpPr>
        <p:grpSpPr>
          <a:xfrm>
            <a:off x="750415" y="1469999"/>
            <a:ext cx="4231383" cy="173298"/>
            <a:chOff x="750415" y="1469999"/>
            <a:chExt cx="4231383" cy="173298"/>
          </a:xfrm>
          <a:solidFill>
            <a:schemeClr val="tx1"/>
          </a:solidFill>
        </p:grpSpPr>
        <p:sp>
          <p:nvSpPr>
            <p:cNvPr id="18" name="Vrije vorm 17">
              <a:extLst>
                <a:ext uri="{FF2B5EF4-FFF2-40B4-BE49-F238E27FC236}">
                  <a16:creationId xmlns:a16="http://schemas.microsoft.com/office/drawing/2014/main" id="{5548DF34-50F5-3D45-802C-0928D503C0EB}"/>
                </a:ext>
              </a:extLst>
            </p:cNvPr>
            <p:cNvSpPr/>
            <p:nvPr/>
          </p:nvSpPr>
          <p:spPr>
            <a:xfrm>
              <a:off x="75041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" name="Vrije vorm 18">
              <a:extLst>
                <a:ext uri="{FF2B5EF4-FFF2-40B4-BE49-F238E27FC236}">
                  <a16:creationId xmlns:a16="http://schemas.microsoft.com/office/drawing/2014/main" id="{F23F4F45-BE26-4444-9DE1-1149919F5274}"/>
                </a:ext>
              </a:extLst>
            </p:cNvPr>
            <p:cNvSpPr/>
            <p:nvPr/>
          </p:nvSpPr>
          <p:spPr>
            <a:xfrm>
              <a:off x="1038998" y="1472325"/>
              <a:ext cx="111444" cy="168646"/>
            </a:xfrm>
            <a:custGeom>
              <a:avLst/>
              <a:gdLst>
                <a:gd name="connsiteX0" fmla="*/ 0 w 111444"/>
                <a:gd name="connsiteY0" fmla="*/ 168646 h 168646"/>
                <a:gd name="connsiteX1" fmla="*/ 0 w 111444"/>
                <a:gd name="connsiteY1" fmla="*/ 0 h 168646"/>
                <a:gd name="connsiteX2" fmla="*/ 32847 w 111444"/>
                <a:gd name="connsiteY2" fmla="*/ 0 h 168646"/>
                <a:gd name="connsiteX3" fmla="*/ 32847 w 111444"/>
                <a:gd name="connsiteY3" fmla="*/ 67458 h 168646"/>
                <a:gd name="connsiteX4" fmla="*/ 78598 w 111444"/>
                <a:gd name="connsiteY4" fmla="*/ 67458 h 168646"/>
                <a:gd name="connsiteX5" fmla="*/ 78598 w 111444"/>
                <a:gd name="connsiteY5" fmla="*/ 0 h 168646"/>
                <a:gd name="connsiteX6" fmla="*/ 111445 w 111444"/>
                <a:gd name="connsiteY6" fmla="*/ 0 h 168646"/>
                <a:gd name="connsiteX7" fmla="*/ 111445 w 111444"/>
                <a:gd name="connsiteY7" fmla="*/ 168646 h 168646"/>
                <a:gd name="connsiteX8" fmla="*/ 78598 w 111444"/>
                <a:gd name="connsiteY8" fmla="*/ 168646 h 168646"/>
                <a:gd name="connsiteX9" fmla="*/ 78598 w 111444"/>
                <a:gd name="connsiteY9" fmla="*/ 95372 h 168646"/>
                <a:gd name="connsiteX10" fmla="*/ 32847 w 111444"/>
                <a:gd name="connsiteY10" fmla="*/ 95372 h 168646"/>
                <a:gd name="connsiteX11" fmla="*/ 32847 w 111444"/>
                <a:gd name="connsiteY11" fmla="*/ 168646 h 168646"/>
                <a:gd name="connsiteX12" fmla="*/ 0 w 111444"/>
                <a:gd name="connsiteY12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444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67458"/>
                  </a:lnTo>
                  <a:lnTo>
                    <a:pt x="78598" y="67458"/>
                  </a:lnTo>
                  <a:lnTo>
                    <a:pt x="78598" y="0"/>
                  </a:lnTo>
                  <a:lnTo>
                    <a:pt x="111445" y="0"/>
                  </a:lnTo>
                  <a:lnTo>
                    <a:pt x="111445" y="168646"/>
                  </a:lnTo>
                  <a:lnTo>
                    <a:pt x="78598" y="168646"/>
                  </a:lnTo>
                  <a:lnTo>
                    <a:pt x="78598" y="95372"/>
                  </a:lnTo>
                  <a:lnTo>
                    <a:pt x="32847" y="95372"/>
                  </a:lnTo>
                  <a:lnTo>
                    <a:pt x="32847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0" name="Vrije vorm 19">
              <a:extLst>
                <a:ext uri="{FF2B5EF4-FFF2-40B4-BE49-F238E27FC236}">
                  <a16:creationId xmlns:a16="http://schemas.microsoft.com/office/drawing/2014/main" id="{8412EDD9-A0FA-E94F-A4ED-C18BEC975167}"/>
                </a:ext>
              </a:extLst>
            </p:cNvPr>
            <p:cNvSpPr/>
            <p:nvPr/>
          </p:nvSpPr>
          <p:spPr>
            <a:xfrm>
              <a:off x="1340486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" name="Vrije vorm 21">
              <a:extLst>
                <a:ext uri="{FF2B5EF4-FFF2-40B4-BE49-F238E27FC236}">
                  <a16:creationId xmlns:a16="http://schemas.microsoft.com/office/drawing/2014/main" id="{2CD510EB-802D-844D-AE7A-CBF4571057D3}"/>
                </a:ext>
              </a:extLst>
            </p:cNvPr>
            <p:cNvSpPr/>
            <p:nvPr/>
          </p:nvSpPr>
          <p:spPr>
            <a:xfrm>
              <a:off x="1836708" y="1469999"/>
              <a:ext cx="109098" cy="173298"/>
            </a:xfrm>
            <a:custGeom>
              <a:avLst/>
              <a:gdLst>
                <a:gd name="connsiteX0" fmla="*/ 77425 w 109098"/>
                <a:gd name="connsiteY0" fmla="*/ 48849 h 173298"/>
                <a:gd name="connsiteX1" fmla="*/ 53963 w 109098"/>
                <a:gd name="connsiteY1" fmla="*/ 26751 h 173298"/>
                <a:gd name="connsiteX2" fmla="*/ 36366 w 109098"/>
                <a:gd name="connsiteY2" fmla="*/ 45360 h 173298"/>
                <a:gd name="connsiteX3" fmla="*/ 109099 w 109098"/>
                <a:gd name="connsiteY3" fmla="*/ 125612 h 173298"/>
                <a:gd name="connsiteX4" fmla="*/ 55136 w 109098"/>
                <a:gd name="connsiteY4" fmla="*/ 173298 h 173298"/>
                <a:gd name="connsiteX5" fmla="*/ 0 w 109098"/>
                <a:gd name="connsiteY5" fmla="*/ 125612 h 173298"/>
                <a:gd name="connsiteX6" fmla="*/ 31674 w 109098"/>
                <a:gd name="connsiteY6" fmla="*/ 118634 h 173298"/>
                <a:gd name="connsiteX7" fmla="*/ 56309 w 109098"/>
                <a:gd name="connsiteY7" fmla="*/ 146548 h 173298"/>
                <a:gd name="connsiteX8" fmla="*/ 76252 w 109098"/>
                <a:gd name="connsiteY8" fmla="*/ 126775 h 173298"/>
                <a:gd name="connsiteX9" fmla="*/ 3519 w 109098"/>
                <a:gd name="connsiteY9" fmla="*/ 47686 h 173298"/>
                <a:gd name="connsiteX10" fmla="*/ 55136 w 109098"/>
                <a:gd name="connsiteY10" fmla="*/ 0 h 173298"/>
                <a:gd name="connsiteX11" fmla="*/ 107926 w 109098"/>
                <a:gd name="connsiteY11" fmla="*/ 40708 h 173298"/>
                <a:gd name="connsiteX12" fmla="*/ 77425 w 109098"/>
                <a:gd name="connsiteY12" fmla="*/ 48849 h 17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098" h="173298">
                  <a:moveTo>
                    <a:pt x="77425" y="48849"/>
                  </a:moveTo>
                  <a:cubicBezTo>
                    <a:pt x="71559" y="32566"/>
                    <a:pt x="64521" y="26751"/>
                    <a:pt x="53963" y="26751"/>
                  </a:cubicBezTo>
                  <a:cubicBezTo>
                    <a:pt x="42232" y="26751"/>
                    <a:pt x="36366" y="33729"/>
                    <a:pt x="36366" y="45360"/>
                  </a:cubicBezTo>
                  <a:cubicBezTo>
                    <a:pt x="36366" y="70948"/>
                    <a:pt x="109099" y="72111"/>
                    <a:pt x="109099" y="125612"/>
                  </a:cubicBezTo>
                  <a:cubicBezTo>
                    <a:pt x="109099" y="154689"/>
                    <a:pt x="89156" y="173298"/>
                    <a:pt x="55136" y="173298"/>
                  </a:cubicBezTo>
                  <a:cubicBezTo>
                    <a:pt x="29328" y="173298"/>
                    <a:pt x="8212" y="159342"/>
                    <a:pt x="0" y="125612"/>
                  </a:cubicBezTo>
                  <a:lnTo>
                    <a:pt x="31674" y="118634"/>
                  </a:lnTo>
                  <a:cubicBezTo>
                    <a:pt x="35193" y="138406"/>
                    <a:pt x="46924" y="146548"/>
                    <a:pt x="56309" y="146548"/>
                  </a:cubicBezTo>
                  <a:cubicBezTo>
                    <a:pt x="68040" y="146548"/>
                    <a:pt x="76252" y="139569"/>
                    <a:pt x="76252" y="126775"/>
                  </a:cubicBezTo>
                  <a:cubicBezTo>
                    <a:pt x="76252" y="95372"/>
                    <a:pt x="3519" y="94209"/>
                    <a:pt x="3519" y="47686"/>
                  </a:cubicBezTo>
                  <a:cubicBezTo>
                    <a:pt x="3519" y="18609"/>
                    <a:pt x="21116" y="0"/>
                    <a:pt x="55136" y="0"/>
                  </a:cubicBezTo>
                  <a:cubicBezTo>
                    <a:pt x="84463" y="0"/>
                    <a:pt x="102060" y="17446"/>
                    <a:pt x="107926" y="40708"/>
                  </a:cubicBezTo>
                  <a:lnTo>
                    <a:pt x="77425" y="48849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3" name="Vrije vorm 22">
              <a:extLst>
                <a:ext uri="{FF2B5EF4-FFF2-40B4-BE49-F238E27FC236}">
                  <a16:creationId xmlns:a16="http://schemas.microsoft.com/office/drawing/2014/main" id="{091D17E1-F753-E14A-BFA3-5355B0799EEE}"/>
                </a:ext>
              </a:extLst>
            </p:cNvPr>
            <p:cNvSpPr/>
            <p:nvPr/>
          </p:nvSpPr>
          <p:spPr>
            <a:xfrm>
              <a:off x="212294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5" name="Vrije vorm 24">
              <a:extLst>
                <a:ext uri="{FF2B5EF4-FFF2-40B4-BE49-F238E27FC236}">
                  <a16:creationId xmlns:a16="http://schemas.microsoft.com/office/drawing/2014/main" id="{37C3631C-D92B-894A-9BEF-ADCBEFE0DB81}"/>
                </a:ext>
              </a:extLst>
            </p:cNvPr>
            <p:cNvSpPr/>
            <p:nvPr/>
          </p:nvSpPr>
          <p:spPr>
            <a:xfrm>
              <a:off x="241035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6" name="Vrije vorm 25">
              <a:extLst>
                <a:ext uri="{FF2B5EF4-FFF2-40B4-BE49-F238E27FC236}">
                  <a16:creationId xmlns:a16="http://schemas.microsoft.com/office/drawing/2014/main" id="{5E3117D5-C226-3C48-8C31-FBDAE8A8AAA7}"/>
                </a:ext>
              </a:extLst>
            </p:cNvPr>
            <p:cNvSpPr/>
            <p:nvPr/>
          </p:nvSpPr>
          <p:spPr>
            <a:xfrm>
              <a:off x="2687208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7" name="Vrije vorm 26">
              <a:extLst>
                <a:ext uri="{FF2B5EF4-FFF2-40B4-BE49-F238E27FC236}">
                  <a16:creationId xmlns:a16="http://schemas.microsoft.com/office/drawing/2014/main" id="{B948FB58-8F4D-B747-9C3B-5BE04DB20C99}"/>
                </a:ext>
              </a:extLst>
            </p:cNvPr>
            <p:cNvSpPr/>
            <p:nvPr/>
          </p:nvSpPr>
          <p:spPr>
            <a:xfrm>
              <a:off x="2964061" y="1472325"/>
              <a:ext cx="85636" cy="168646"/>
            </a:xfrm>
            <a:custGeom>
              <a:avLst/>
              <a:gdLst>
                <a:gd name="connsiteX0" fmla="*/ 0 w 85636"/>
                <a:gd name="connsiteY0" fmla="*/ 168646 h 168646"/>
                <a:gd name="connsiteX1" fmla="*/ 0 w 85636"/>
                <a:gd name="connsiteY1" fmla="*/ 0 h 168646"/>
                <a:gd name="connsiteX2" fmla="*/ 32847 w 85636"/>
                <a:gd name="connsiteY2" fmla="*/ 0 h 168646"/>
                <a:gd name="connsiteX3" fmla="*/ 32847 w 85636"/>
                <a:gd name="connsiteY3" fmla="*/ 139569 h 168646"/>
                <a:gd name="connsiteX4" fmla="*/ 85637 w 85636"/>
                <a:gd name="connsiteY4" fmla="*/ 139569 h 168646"/>
                <a:gd name="connsiteX5" fmla="*/ 85637 w 85636"/>
                <a:gd name="connsiteY5" fmla="*/ 167483 h 168646"/>
                <a:gd name="connsiteX6" fmla="*/ 0 w 85636"/>
                <a:gd name="connsiteY6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36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139569"/>
                  </a:lnTo>
                  <a:lnTo>
                    <a:pt x="85637" y="139569"/>
                  </a:lnTo>
                  <a:lnTo>
                    <a:pt x="85637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03CC8336-5356-F64E-9DDE-DB747647F4B1}"/>
                </a:ext>
              </a:extLst>
            </p:cNvPr>
            <p:cNvSpPr/>
            <p:nvPr/>
          </p:nvSpPr>
          <p:spPr>
            <a:xfrm>
              <a:off x="3453245" y="1472325"/>
              <a:ext cx="84463" cy="168646"/>
            </a:xfrm>
            <a:custGeom>
              <a:avLst/>
              <a:gdLst>
                <a:gd name="connsiteX0" fmla="*/ 0 w 84463"/>
                <a:gd name="connsiteY0" fmla="*/ 168646 h 168646"/>
                <a:gd name="connsiteX1" fmla="*/ 0 w 84463"/>
                <a:gd name="connsiteY1" fmla="*/ 0 h 168646"/>
                <a:gd name="connsiteX2" fmla="*/ 84463 w 84463"/>
                <a:gd name="connsiteY2" fmla="*/ 0 h 168646"/>
                <a:gd name="connsiteX3" fmla="*/ 84463 w 84463"/>
                <a:gd name="connsiteY3" fmla="*/ 27914 h 168646"/>
                <a:gd name="connsiteX4" fmla="*/ 31674 w 84463"/>
                <a:gd name="connsiteY4" fmla="*/ 27914 h 168646"/>
                <a:gd name="connsiteX5" fmla="*/ 31674 w 84463"/>
                <a:gd name="connsiteY5" fmla="*/ 66295 h 168646"/>
                <a:gd name="connsiteX6" fmla="*/ 72732 w 84463"/>
                <a:gd name="connsiteY6" fmla="*/ 66295 h 168646"/>
                <a:gd name="connsiteX7" fmla="*/ 72732 w 84463"/>
                <a:gd name="connsiteY7" fmla="*/ 95372 h 168646"/>
                <a:gd name="connsiteX8" fmla="*/ 31674 w 84463"/>
                <a:gd name="connsiteY8" fmla="*/ 95372 h 168646"/>
                <a:gd name="connsiteX9" fmla="*/ 31674 w 84463"/>
                <a:gd name="connsiteY9" fmla="*/ 168646 h 168646"/>
                <a:gd name="connsiteX10" fmla="*/ 0 w 84463"/>
                <a:gd name="connsiteY10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463" h="168646">
                  <a:moveTo>
                    <a:pt x="0" y="168646"/>
                  </a:moveTo>
                  <a:lnTo>
                    <a:pt x="0" y="0"/>
                  </a:lnTo>
                  <a:lnTo>
                    <a:pt x="84463" y="0"/>
                  </a:lnTo>
                  <a:lnTo>
                    <a:pt x="84463" y="27914"/>
                  </a:lnTo>
                  <a:lnTo>
                    <a:pt x="31674" y="27914"/>
                  </a:lnTo>
                  <a:lnTo>
                    <a:pt x="31674" y="66295"/>
                  </a:lnTo>
                  <a:lnTo>
                    <a:pt x="72732" y="66295"/>
                  </a:lnTo>
                  <a:lnTo>
                    <a:pt x="72732" y="95372"/>
                  </a:lnTo>
                  <a:lnTo>
                    <a:pt x="31674" y="95372"/>
                  </a:lnTo>
                  <a:lnTo>
                    <a:pt x="31674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AE6048BA-6195-0B49-A35D-2B4AD551E009}"/>
                </a:ext>
              </a:extLst>
            </p:cNvPr>
            <p:cNvSpPr/>
            <p:nvPr/>
          </p:nvSpPr>
          <p:spPr>
            <a:xfrm>
              <a:off x="3719539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" name="Vrije vorm 29">
              <a:extLst>
                <a:ext uri="{FF2B5EF4-FFF2-40B4-BE49-F238E27FC236}">
                  <a16:creationId xmlns:a16="http://schemas.microsoft.com/office/drawing/2014/main" id="{C7C1ACEE-280F-7841-84FC-66D84B543762}"/>
                </a:ext>
              </a:extLst>
            </p:cNvPr>
            <p:cNvSpPr/>
            <p:nvPr/>
          </p:nvSpPr>
          <p:spPr>
            <a:xfrm>
              <a:off x="4010469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" name="Vrije vorm 30">
              <a:extLst>
                <a:ext uri="{FF2B5EF4-FFF2-40B4-BE49-F238E27FC236}">
                  <a16:creationId xmlns:a16="http://schemas.microsoft.com/office/drawing/2014/main" id="{A172A3A2-FBD9-F441-8E54-23AF06C58C1D}"/>
                </a:ext>
              </a:extLst>
            </p:cNvPr>
            <p:cNvSpPr/>
            <p:nvPr/>
          </p:nvSpPr>
          <p:spPr>
            <a:xfrm>
              <a:off x="4299052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" name="Vrije vorm 31">
              <a:extLst>
                <a:ext uri="{FF2B5EF4-FFF2-40B4-BE49-F238E27FC236}">
                  <a16:creationId xmlns:a16="http://schemas.microsoft.com/office/drawing/2014/main" id="{C89A3C1A-DD1C-DF46-8667-6F367E079BB9}"/>
                </a:ext>
              </a:extLst>
            </p:cNvPr>
            <p:cNvSpPr/>
            <p:nvPr/>
          </p:nvSpPr>
          <p:spPr>
            <a:xfrm>
              <a:off x="4599367" y="1472325"/>
              <a:ext cx="110271" cy="168646"/>
            </a:xfrm>
            <a:custGeom>
              <a:avLst/>
              <a:gdLst>
                <a:gd name="connsiteX0" fmla="*/ 77425 w 110271"/>
                <a:gd name="connsiteY0" fmla="*/ 168646 h 168646"/>
                <a:gd name="connsiteX1" fmla="*/ 49270 w 110271"/>
                <a:gd name="connsiteY1" fmla="*/ 100025 h 168646"/>
                <a:gd name="connsiteX2" fmla="*/ 32847 w 110271"/>
                <a:gd name="connsiteY2" fmla="*/ 100025 h 168646"/>
                <a:gd name="connsiteX3" fmla="*/ 32847 w 110271"/>
                <a:gd name="connsiteY3" fmla="*/ 168646 h 168646"/>
                <a:gd name="connsiteX4" fmla="*/ 0 w 110271"/>
                <a:gd name="connsiteY4" fmla="*/ 168646 h 168646"/>
                <a:gd name="connsiteX5" fmla="*/ 0 w 110271"/>
                <a:gd name="connsiteY5" fmla="*/ 0 h 168646"/>
                <a:gd name="connsiteX6" fmla="*/ 46924 w 110271"/>
                <a:gd name="connsiteY6" fmla="*/ 0 h 168646"/>
                <a:gd name="connsiteX7" fmla="*/ 104406 w 110271"/>
                <a:gd name="connsiteY7" fmla="*/ 50012 h 168646"/>
                <a:gd name="connsiteX8" fmla="*/ 78598 w 110271"/>
                <a:gd name="connsiteY8" fmla="*/ 93046 h 168646"/>
                <a:gd name="connsiteX9" fmla="*/ 110272 w 110271"/>
                <a:gd name="connsiteY9" fmla="*/ 168646 h 168646"/>
                <a:gd name="connsiteX10" fmla="*/ 77425 w 110271"/>
                <a:gd name="connsiteY10" fmla="*/ 168646 h 168646"/>
                <a:gd name="connsiteX11" fmla="*/ 32847 w 110271"/>
                <a:gd name="connsiteY11" fmla="*/ 73274 h 168646"/>
                <a:gd name="connsiteX12" fmla="*/ 49270 w 110271"/>
                <a:gd name="connsiteY12" fmla="*/ 73274 h 168646"/>
                <a:gd name="connsiteX13" fmla="*/ 72732 w 110271"/>
                <a:gd name="connsiteY13" fmla="*/ 50012 h 168646"/>
                <a:gd name="connsiteX14" fmla="*/ 49270 w 110271"/>
                <a:gd name="connsiteY14" fmla="*/ 26751 h 168646"/>
                <a:gd name="connsiteX15" fmla="*/ 32847 w 110271"/>
                <a:gd name="connsiteY15" fmla="*/ 26751 h 168646"/>
                <a:gd name="connsiteX16" fmla="*/ 32847 w 110271"/>
                <a:gd name="connsiteY16" fmla="*/ 73274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271" h="168646">
                  <a:moveTo>
                    <a:pt x="77425" y="168646"/>
                  </a:moveTo>
                  <a:lnTo>
                    <a:pt x="49270" y="100025"/>
                  </a:lnTo>
                  <a:lnTo>
                    <a:pt x="32847" y="100025"/>
                  </a:lnTo>
                  <a:lnTo>
                    <a:pt x="32847" y="168646"/>
                  </a:lnTo>
                  <a:lnTo>
                    <a:pt x="0" y="168646"/>
                  </a:lnTo>
                  <a:lnTo>
                    <a:pt x="0" y="0"/>
                  </a:lnTo>
                  <a:lnTo>
                    <a:pt x="46924" y="0"/>
                  </a:lnTo>
                  <a:cubicBezTo>
                    <a:pt x="85636" y="0"/>
                    <a:pt x="104406" y="18609"/>
                    <a:pt x="104406" y="50012"/>
                  </a:cubicBezTo>
                  <a:cubicBezTo>
                    <a:pt x="104406" y="70948"/>
                    <a:pt x="97367" y="86068"/>
                    <a:pt x="78598" y="93046"/>
                  </a:cubicBezTo>
                  <a:lnTo>
                    <a:pt x="110272" y="168646"/>
                  </a:lnTo>
                  <a:lnTo>
                    <a:pt x="77425" y="168646"/>
                  </a:lnTo>
                  <a:close/>
                  <a:moveTo>
                    <a:pt x="32847" y="73274"/>
                  </a:moveTo>
                  <a:lnTo>
                    <a:pt x="49270" y="73274"/>
                  </a:lnTo>
                  <a:cubicBezTo>
                    <a:pt x="63348" y="73274"/>
                    <a:pt x="72732" y="66295"/>
                    <a:pt x="72732" y="50012"/>
                  </a:cubicBezTo>
                  <a:cubicBezTo>
                    <a:pt x="72732" y="33729"/>
                    <a:pt x="64521" y="26751"/>
                    <a:pt x="49270" y="26751"/>
                  </a:cubicBezTo>
                  <a:lnTo>
                    <a:pt x="32847" y="26751"/>
                  </a:lnTo>
                  <a:lnTo>
                    <a:pt x="32847" y="73274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" name="Vrije vorm 32">
              <a:extLst>
                <a:ext uri="{FF2B5EF4-FFF2-40B4-BE49-F238E27FC236}">
                  <a16:creationId xmlns:a16="http://schemas.microsoft.com/office/drawing/2014/main" id="{7A839F69-8A6D-BF42-B2E4-37F5E785B2D5}"/>
                </a:ext>
              </a:extLst>
            </p:cNvPr>
            <p:cNvSpPr/>
            <p:nvPr/>
          </p:nvSpPr>
          <p:spPr>
            <a:xfrm>
              <a:off x="489029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34" name="Groep 33">
            <a:extLst>
              <a:ext uri="{FF2B5EF4-FFF2-40B4-BE49-F238E27FC236}">
                <a16:creationId xmlns:a16="http://schemas.microsoft.com/office/drawing/2014/main" id="{DACD5FFE-91EC-4E4E-8253-5B7495E8D815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D70B7D47-6568-9941-82CC-72071723A49C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6" name="Rechthoek 35">
              <a:extLst>
                <a:ext uri="{FF2B5EF4-FFF2-40B4-BE49-F238E27FC236}">
                  <a16:creationId xmlns:a16="http://schemas.microsoft.com/office/drawing/2014/main" id="{2DB48F01-674E-2C43-A6BA-92FFEA7B8029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7" name="Rechthoek 36">
              <a:extLst>
                <a:ext uri="{FF2B5EF4-FFF2-40B4-BE49-F238E27FC236}">
                  <a16:creationId xmlns:a16="http://schemas.microsoft.com/office/drawing/2014/main" id="{93E03F53-9958-AC41-8258-294F3BB679CB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8" name="Rechthoek 37">
              <a:extLst>
                <a:ext uri="{FF2B5EF4-FFF2-40B4-BE49-F238E27FC236}">
                  <a16:creationId xmlns:a16="http://schemas.microsoft.com/office/drawing/2014/main" id="{578BDA9A-1572-7D4C-BD1F-875A028B74E8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9" name="Groep 38">
              <a:extLst>
                <a:ext uri="{FF2B5EF4-FFF2-40B4-BE49-F238E27FC236}">
                  <a16:creationId xmlns:a16="http://schemas.microsoft.com/office/drawing/2014/main" id="{9DD39C5E-DB82-504E-8930-A854FB84C8BC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52" name="Rechthoek: afgeronde hoeken 61">
                <a:extLst>
                  <a:ext uri="{FF2B5EF4-FFF2-40B4-BE49-F238E27FC236}">
                    <a16:creationId xmlns:a16="http://schemas.microsoft.com/office/drawing/2014/main" id="{94875CE8-4BD6-7243-8D31-74383DE0A8AB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E71EE8D9-410A-6D4B-9D5E-04429D136AAB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102DE586-1B42-F944-83C9-AAD72F806525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C62ABF98-5E7B-2F4B-B466-93A090B13EC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ACB4D79C-6D6A-1647-80C2-1A24F08D3845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6BB3D1CF-97D2-FC46-A2F8-997430AF8ADA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40" name="Groep 39">
              <a:extLst>
                <a:ext uri="{FF2B5EF4-FFF2-40B4-BE49-F238E27FC236}">
                  <a16:creationId xmlns:a16="http://schemas.microsoft.com/office/drawing/2014/main" id="{ABC4CB29-341A-EA42-8D5A-87441CEA210E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8C23BDC2-12F1-0C44-932C-654D3B6CC435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6" name="Rechthoek: afgeronde hoeken 55">
                  <a:extLst>
                    <a:ext uri="{FF2B5EF4-FFF2-40B4-BE49-F238E27FC236}">
                      <a16:creationId xmlns:a16="http://schemas.microsoft.com/office/drawing/2014/main" id="{BC8D62CC-D740-274E-98C1-EED9779BCF4F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01C5762B-98E2-FF45-BE49-0E499A7F781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32E95C78-5708-674D-9F41-A0E7A4D778F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48">
                  <a:extLst>
                    <a:ext uri="{FF2B5EF4-FFF2-40B4-BE49-F238E27FC236}">
                      <a16:creationId xmlns:a16="http://schemas.microsoft.com/office/drawing/2014/main" id="{C5DAC128-CE1B-264B-8BAE-54EC859ACB4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49">
                  <a:extLst>
                    <a:ext uri="{FF2B5EF4-FFF2-40B4-BE49-F238E27FC236}">
                      <a16:creationId xmlns:a16="http://schemas.microsoft.com/office/drawing/2014/main" id="{A748DC14-B7E8-E64D-AC14-A04BFBFBEEB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68A5BBC4-B972-1940-ADEA-7008C2EAD78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5" name="Boog 44">
                <a:extLst>
                  <a:ext uri="{FF2B5EF4-FFF2-40B4-BE49-F238E27FC236}">
                    <a16:creationId xmlns:a16="http://schemas.microsoft.com/office/drawing/2014/main" id="{99265D07-E643-3C46-8B8B-9DEA460CE71F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41" name="Tekstvak 40">
              <a:extLst>
                <a:ext uri="{FF2B5EF4-FFF2-40B4-BE49-F238E27FC236}">
                  <a16:creationId xmlns:a16="http://schemas.microsoft.com/office/drawing/2014/main" id="{549D28E3-8C8A-7142-A88D-8BF5CB2EE9FB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kstvak 41">
              <a:extLst>
                <a:ext uri="{FF2B5EF4-FFF2-40B4-BE49-F238E27FC236}">
                  <a16:creationId xmlns:a16="http://schemas.microsoft.com/office/drawing/2014/main" id="{F911A3FE-2C4E-3849-AB0A-760CBF59058A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43" name="Vrije vorm: vorm 52">
              <a:extLst>
                <a:ext uri="{FF2B5EF4-FFF2-40B4-BE49-F238E27FC236}">
                  <a16:creationId xmlns:a16="http://schemas.microsoft.com/office/drawing/2014/main" id="{4D122E9B-3231-254E-9977-AE34A0A00A48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8840997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Vrije vorm 8">
            <a:extLst>
              <a:ext uri="{FF2B5EF4-FFF2-40B4-BE49-F238E27FC236}">
                <a16:creationId xmlns:a16="http://schemas.microsoft.com/office/drawing/2014/main" id="{B70D757D-7102-4649-AA6D-CC3D690CEEFA}"/>
              </a:ext>
            </a:extLst>
          </p:cNvPr>
          <p:cNvSpPr/>
          <p:nvPr userDrawn="1"/>
        </p:nvSpPr>
        <p:spPr>
          <a:xfrm>
            <a:off x="3605748" y="765175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0" name="Vrije vorm 9">
            <a:extLst>
              <a:ext uri="{FF2B5EF4-FFF2-40B4-BE49-F238E27FC236}">
                <a16:creationId xmlns:a16="http://schemas.microsoft.com/office/drawing/2014/main" id="{5BB11EB6-737E-8841-9C49-8898DE60C0F3}"/>
              </a:ext>
            </a:extLst>
          </p:cNvPr>
          <p:cNvSpPr/>
          <p:nvPr userDrawn="1"/>
        </p:nvSpPr>
        <p:spPr>
          <a:xfrm>
            <a:off x="3891985" y="765175"/>
            <a:ext cx="532588" cy="590843"/>
          </a:xfrm>
          <a:custGeom>
            <a:avLst/>
            <a:gdLst>
              <a:gd name="connsiteX0" fmla="*/ 0 w 532588"/>
              <a:gd name="connsiteY0" fmla="*/ 0 h 590843"/>
              <a:gd name="connsiteX1" fmla="*/ 296795 w 532588"/>
              <a:gd name="connsiteY1" fmla="*/ 0 h 590843"/>
              <a:gd name="connsiteX2" fmla="*/ 532589 w 532588"/>
              <a:gd name="connsiteY2" fmla="*/ 225637 h 590843"/>
              <a:gd name="connsiteX3" fmla="*/ 532589 w 532588"/>
              <a:gd name="connsiteY3" fmla="*/ 357065 h 590843"/>
              <a:gd name="connsiteX4" fmla="*/ 317911 w 532588"/>
              <a:gd name="connsiteY4" fmla="*/ 590843 h 590843"/>
              <a:gd name="connsiteX5" fmla="*/ 0 w 532588"/>
              <a:gd name="connsiteY5" fmla="*/ 590843 h 590843"/>
              <a:gd name="connsiteX6" fmla="*/ 0 w 532588"/>
              <a:gd name="connsiteY6" fmla="*/ 0 h 590843"/>
              <a:gd name="connsiteX7" fmla="*/ 156023 w 532588"/>
              <a:gd name="connsiteY7" fmla="*/ 455926 h 590843"/>
              <a:gd name="connsiteX8" fmla="*/ 293276 w 532588"/>
              <a:gd name="connsiteY8" fmla="*/ 455926 h 590843"/>
              <a:gd name="connsiteX9" fmla="*/ 371874 w 532588"/>
              <a:gd name="connsiteY9" fmla="*/ 357065 h 590843"/>
              <a:gd name="connsiteX10" fmla="*/ 371874 w 532588"/>
              <a:gd name="connsiteY10" fmla="*/ 225637 h 590843"/>
              <a:gd name="connsiteX11" fmla="*/ 293276 w 532588"/>
              <a:gd name="connsiteY11" fmla="*/ 134917 h 590843"/>
              <a:gd name="connsiteX12" fmla="*/ 156023 w 532588"/>
              <a:gd name="connsiteY12" fmla="*/ 134917 h 590843"/>
              <a:gd name="connsiteX13" fmla="*/ 156023 w 532588"/>
              <a:gd name="connsiteY13" fmla="*/ 455926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32588" h="590843">
                <a:moveTo>
                  <a:pt x="0" y="0"/>
                </a:moveTo>
                <a:lnTo>
                  <a:pt x="296795" y="0"/>
                </a:lnTo>
                <a:cubicBezTo>
                  <a:pt x="459857" y="0"/>
                  <a:pt x="532589" y="60480"/>
                  <a:pt x="532589" y="225637"/>
                </a:cubicBezTo>
                <a:lnTo>
                  <a:pt x="532589" y="357065"/>
                </a:lnTo>
                <a:cubicBezTo>
                  <a:pt x="532589" y="516406"/>
                  <a:pt x="480972" y="590843"/>
                  <a:pt x="317911" y="590843"/>
                </a:cubicBezTo>
                <a:lnTo>
                  <a:pt x="0" y="590843"/>
                </a:lnTo>
                <a:lnTo>
                  <a:pt x="0" y="0"/>
                </a:lnTo>
                <a:close/>
                <a:moveTo>
                  <a:pt x="156023" y="455926"/>
                </a:moveTo>
                <a:lnTo>
                  <a:pt x="293276" y="455926"/>
                </a:lnTo>
                <a:cubicBezTo>
                  <a:pt x="350758" y="455926"/>
                  <a:pt x="371874" y="417545"/>
                  <a:pt x="371874" y="357065"/>
                </a:cubicBezTo>
                <a:lnTo>
                  <a:pt x="371874" y="225637"/>
                </a:lnTo>
                <a:cubicBezTo>
                  <a:pt x="371874" y="150037"/>
                  <a:pt x="347239" y="134917"/>
                  <a:pt x="293276" y="134917"/>
                </a:cubicBezTo>
                <a:lnTo>
                  <a:pt x="156023" y="134917"/>
                </a:lnTo>
                <a:lnTo>
                  <a:pt x="156023" y="455926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1" name="Vrije vorm 10">
            <a:extLst>
              <a:ext uri="{FF2B5EF4-FFF2-40B4-BE49-F238E27FC236}">
                <a16:creationId xmlns:a16="http://schemas.microsoft.com/office/drawing/2014/main" id="{6CA5062A-B270-2E4C-8218-CFC67097B9E8}"/>
              </a:ext>
            </a:extLst>
          </p:cNvPr>
          <p:cNvSpPr/>
          <p:nvPr userDrawn="1"/>
        </p:nvSpPr>
        <p:spPr>
          <a:xfrm>
            <a:off x="4548923" y="765175"/>
            <a:ext cx="428182" cy="590843"/>
          </a:xfrm>
          <a:custGeom>
            <a:avLst/>
            <a:gdLst>
              <a:gd name="connsiteX0" fmla="*/ 156023 w 428182"/>
              <a:gd name="connsiteY0" fmla="*/ 238431 h 590843"/>
              <a:gd name="connsiteX1" fmla="*/ 405894 w 428182"/>
              <a:gd name="connsiteY1" fmla="*/ 238431 h 590843"/>
              <a:gd name="connsiteX2" fmla="*/ 405894 w 428182"/>
              <a:gd name="connsiteY2" fmla="*/ 346597 h 590843"/>
              <a:gd name="connsiteX3" fmla="*/ 156023 w 428182"/>
              <a:gd name="connsiteY3" fmla="*/ 346597 h 590843"/>
              <a:gd name="connsiteX4" fmla="*/ 156023 w 428182"/>
              <a:gd name="connsiteY4" fmla="*/ 464068 h 590843"/>
              <a:gd name="connsiteX5" fmla="*/ 428183 w 428182"/>
              <a:gd name="connsiteY5" fmla="*/ 464068 h 590843"/>
              <a:gd name="connsiteX6" fmla="*/ 428183 w 428182"/>
              <a:gd name="connsiteY6" fmla="*/ 590843 h 590843"/>
              <a:gd name="connsiteX7" fmla="*/ 0 w 428182"/>
              <a:gd name="connsiteY7" fmla="*/ 590843 h 590843"/>
              <a:gd name="connsiteX8" fmla="*/ 0 w 428182"/>
              <a:gd name="connsiteY8" fmla="*/ 0 h 590843"/>
              <a:gd name="connsiteX9" fmla="*/ 428183 w 428182"/>
              <a:gd name="connsiteY9" fmla="*/ 0 h 590843"/>
              <a:gd name="connsiteX10" fmla="*/ 428183 w 428182"/>
              <a:gd name="connsiteY10" fmla="*/ 126775 h 590843"/>
              <a:gd name="connsiteX11" fmla="*/ 156023 w 428182"/>
              <a:gd name="connsiteY11" fmla="*/ 126775 h 590843"/>
              <a:gd name="connsiteX12" fmla="*/ 156023 w 428182"/>
              <a:gd name="connsiteY12" fmla="*/ 238431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28182" h="590843">
                <a:moveTo>
                  <a:pt x="156023" y="238431"/>
                </a:moveTo>
                <a:lnTo>
                  <a:pt x="405894" y="238431"/>
                </a:lnTo>
                <a:lnTo>
                  <a:pt x="405894" y="346597"/>
                </a:lnTo>
                <a:lnTo>
                  <a:pt x="156023" y="346597"/>
                </a:lnTo>
                <a:lnTo>
                  <a:pt x="156023" y="464068"/>
                </a:lnTo>
                <a:lnTo>
                  <a:pt x="428183" y="464068"/>
                </a:lnTo>
                <a:lnTo>
                  <a:pt x="428183" y="590843"/>
                </a:lnTo>
                <a:lnTo>
                  <a:pt x="0" y="590843"/>
                </a:lnTo>
                <a:lnTo>
                  <a:pt x="0" y="0"/>
                </a:lnTo>
                <a:lnTo>
                  <a:pt x="428183" y="0"/>
                </a:lnTo>
                <a:lnTo>
                  <a:pt x="428183" y="126775"/>
                </a:lnTo>
                <a:lnTo>
                  <a:pt x="156023" y="126775"/>
                </a:lnTo>
                <a:lnTo>
                  <a:pt x="156023" y="238431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2" name="Graphic 23">
            <a:extLst>
              <a:ext uri="{FF2B5EF4-FFF2-40B4-BE49-F238E27FC236}">
                <a16:creationId xmlns:a16="http://schemas.microsoft.com/office/drawing/2014/main" id="{9FC59E65-ADB2-F342-A16F-FED1A3CA45C8}"/>
              </a:ext>
            </a:extLst>
          </p:cNvPr>
          <p:cNvGrpSpPr/>
          <p:nvPr/>
        </p:nvGrpSpPr>
        <p:grpSpPr>
          <a:xfrm>
            <a:off x="750415" y="1469999"/>
            <a:ext cx="4231383" cy="173298"/>
            <a:chOff x="750415" y="1469999"/>
            <a:chExt cx="4231383" cy="173298"/>
          </a:xfrm>
          <a:solidFill>
            <a:schemeClr val="tx1"/>
          </a:solidFill>
        </p:grpSpPr>
        <p:sp>
          <p:nvSpPr>
            <p:cNvPr id="13" name="Vrije vorm 12">
              <a:extLst>
                <a:ext uri="{FF2B5EF4-FFF2-40B4-BE49-F238E27FC236}">
                  <a16:creationId xmlns:a16="http://schemas.microsoft.com/office/drawing/2014/main" id="{C18B8B00-A536-5D46-BB36-1E1918BC5E39}"/>
                </a:ext>
              </a:extLst>
            </p:cNvPr>
            <p:cNvSpPr/>
            <p:nvPr/>
          </p:nvSpPr>
          <p:spPr>
            <a:xfrm>
              <a:off x="75041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" name="Vrije vorm 13">
              <a:extLst>
                <a:ext uri="{FF2B5EF4-FFF2-40B4-BE49-F238E27FC236}">
                  <a16:creationId xmlns:a16="http://schemas.microsoft.com/office/drawing/2014/main" id="{DD2D47A0-2144-7B48-A058-7B24C93C0604}"/>
                </a:ext>
              </a:extLst>
            </p:cNvPr>
            <p:cNvSpPr/>
            <p:nvPr/>
          </p:nvSpPr>
          <p:spPr>
            <a:xfrm>
              <a:off x="1038998" y="1472325"/>
              <a:ext cx="111444" cy="168646"/>
            </a:xfrm>
            <a:custGeom>
              <a:avLst/>
              <a:gdLst>
                <a:gd name="connsiteX0" fmla="*/ 0 w 111444"/>
                <a:gd name="connsiteY0" fmla="*/ 168646 h 168646"/>
                <a:gd name="connsiteX1" fmla="*/ 0 w 111444"/>
                <a:gd name="connsiteY1" fmla="*/ 0 h 168646"/>
                <a:gd name="connsiteX2" fmla="*/ 32847 w 111444"/>
                <a:gd name="connsiteY2" fmla="*/ 0 h 168646"/>
                <a:gd name="connsiteX3" fmla="*/ 32847 w 111444"/>
                <a:gd name="connsiteY3" fmla="*/ 67458 h 168646"/>
                <a:gd name="connsiteX4" fmla="*/ 78598 w 111444"/>
                <a:gd name="connsiteY4" fmla="*/ 67458 h 168646"/>
                <a:gd name="connsiteX5" fmla="*/ 78598 w 111444"/>
                <a:gd name="connsiteY5" fmla="*/ 0 h 168646"/>
                <a:gd name="connsiteX6" fmla="*/ 111445 w 111444"/>
                <a:gd name="connsiteY6" fmla="*/ 0 h 168646"/>
                <a:gd name="connsiteX7" fmla="*/ 111445 w 111444"/>
                <a:gd name="connsiteY7" fmla="*/ 168646 h 168646"/>
                <a:gd name="connsiteX8" fmla="*/ 78598 w 111444"/>
                <a:gd name="connsiteY8" fmla="*/ 168646 h 168646"/>
                <a:gd name="connsiteX9" fmla="*/ 78598 w 111444"/>
                <a:gd name="connsiteY9" fmla="*/ 95372 h 168646"/>
                <a:gd name="connsiteX10" fmla="*/ 32847 w 111444"/>
                <a:gd name="connsiteY10" fmla="*/ 95372 h 168646"/>
                <a:gd name="connsiteX11" fmla="*/ 32847 w 111444"/>
                <a:gd name="connsiteY11" fmla="*/ 168646 h 168646"/>
                <a:gd name="connsiteX12" fmla="*/ 0 w 111444"/>
                <a:gd name="connsiteY12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444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67458"/>
                  </a:lnTo>
                  <a:lnTo>
                    <a:pt x="78598" y="67458"/>
                  </a:lnTo>
                  <a:lnTo>
                    <a:pt x="78598" y="0"/>
                  </a:lnTo>
                  <a:lnTo>
                    <a:pt x="111445" y="0"/>
                  </a:lnTo>
                  <a:lnTo>
                    <a:pt x="111445" y="168646"/>
                  </a:lnTo>
                  <a:lnTo>
                    <a:pt x="78598" y="168646"/>
                  </a:lnTo>
                  <a:lnTo>
                    <a:pt x="78598" y="95372"/>
                  </a:lnTo>
                  <a:lnTo>
                    <a:pt x="32847" y="95372"/>
                  </a:lnTo>
                  <a:lnTo>
                    <a:pt x="32847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" name="Vrije vorm 14">
              <a:extLst>
                <a:ext uri="{FF2B5EF4-FFF2-40B4-BE49-F238E27FC236}">
                  <a16:creationId xmlns:a16="http://schemas.microsoft.com/office/drawing/2014/main" id="{B38F6814-DF38-8745-836F-5677B4656F5D}"/>
                </a:ext>
              </a:extLst>
            </p:cNvPr>
            <p:cNvSpPr/>
            <p:nvPr/>
          </p:nvSpPr>
          <p:spPr>
            <a:xfrm>
              <a:off x="1340486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" name="Vrije vorm 15">
              <a:extLst>
                <a:ext uri="{FF2B5EF4-FFF2-40B4-BE49-F238E27FC236}">
                  <a16:creationId xmlns:a16="http://schemas.microsoft.com/office/drawing/2014/main" id="{D4583BA5-D3CD-3147-9053-B2E32D6221F9}"/>
                </a:ext>
              </a:extLst>
            </p:cNvPr>
            <p:cNvSpPr/>
            <p:nvPr/>
          </p:nvSpPr>
          <p:spPr>
            <a:xfrm>
              <a:off x="1836708" y="1469999"/>
              <a:ext cx="109098" cy="173298"/>
            </a:xfrm>
            <a:custGeom>
              <a:avLst/>
              <a:gdLst>
                <a:gd name="connsiteX0" fmla="*/ 77425 w 109098"/>
                <a:gd name="connsiteY0" fmla="*/ 48849 h 173298"/>
                <a:gd name="connsiteX1" fmla="*/ 53963 w 109098"/>
                <a:gd name="connsiteY1" fmla="*/ 26751 h 173298"/>
                <a:gd name="connsiteX2" fmla="*/ 36366 w 109098"/>
                <a:gd name="connsiteY2" fmla="*/ 45360 h 173298"/>
                <a:gd name="connsiteX3" fmla="*/ 109099 w 109098"/>
                <a:gd name="connsiteY3" fmla="*/ 125612 h 173298"/>
                <a:gd name="connsiteX4" fmla="*/ 55136 w 109098"/>
                <a:gd name="connsiteY4" fmla="*/ 173298 h 173298"/>
                <a:gd name="connsiteX5" fmla="*/ 0 w 109098"/>
                <a:gd name="connsiteY5" fmla="*/ 125612 h 173298"/>
                <a:gd name="connsiteX6" fmla="*/ 31674 w 109098"/>
                <a:gd name="connsiteY6" fmla="*/ 118634 h 173298"/>
                <a:gd name="connsiteX7" fmla="*/ 56309 w 109098"/>
                <a:gd name="connsiteY7" fmla="*/ 146548 h 173298"/>
                <a:gd name="connsiteX8" fmla="*/ 76252 w 109098"/>
                <a:gd name="connsiteY8" fmla="*/ 126775 h 173298"/>
                <a:gd name="connsiteX9" fmla="*/ 3519 w 109098"/>
                <a:gd name="connsiteY9" fmla="*/ 47686 h 173298"/>
                <a:gd name="connsiteX10" fmla="*/ 55136 w 109098"/>
                <a:gd name="connsiteY10" fmla="*/ 0 h 173298"/>
                <a:gd name="connsiteX11" fmla="*/ 107926 w 109098"/>
                <a:gd name="connsiteY11" fmla="*/ 40708 h 173298"/>
                <a:gd name="connsiteX12" fmla="*/ 77425 w 109098"/>
                <a:gd name="connsiteY12" fmla="*/ 48849 h 17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098" h="173298">
                  <a:moveTo>
                    <a:pt x="77425" y="48849"/>
                  </a:moveTo>
                  <a:cubicBezTo>
                    <a:pt x="71559" y="32566"/>
                    <a:pt x="64521" y="26751"/>
                    <a:pt x="53963" y="26751"/>
                  </a:cubicBezTo>
                  <a:cubicBezTo>
                    <a:pt x="42232" y="26751"/>
                    <a:pt x="36366" y="33729"/>
                    <a:pt x="36366" y="45360"/>
                  </a:cubicBezTo>
                  <a:cubicBezTo>
                    <a:pt x="36366" y="70948"/>
                    <a:pt x="109099" y="72111"/>
                    <a:pt x="109099" y="125612"/>
                  </a:cubicBezTo>
                  <a:cubicBezTo>
                    <a:pt x="109099" y="154689"/>
                    <a:pt x="89156" y="173298"/>
                    <a:pt x="55136" y="173298"/>
                  </a:cubicBezTo>
                  <a:cubicBezTo>
                    <a:pt x="29328" y="173298"/>
                    <a:pt x="8212" y="159342"/>
                    <a:pt x="0" y="125612"/>
                  </a:cubicBezTo>
                  <a:lnTo>
                    <a:pt x="31674" y="118634"/>
                  </a:lnTo>
                  <a:cubicBezTo>
                    <a:pt x="35193" y="138406"/>
                    <a:pt x="46924" y="146548"/>
                    <a:pt x="56309" y="146548"/>
                  </a:cubicBezTo>
                  <a:cubicBezTo>
                    <a:pt x="68040" y="146548"/>
                    <a:pt x="76252" y="139569"/>
                    <a:pt x="76252" y="126775"/>
                  </a:cubicBezTo>
                  <a:cubicBezTo>
                    <a:pt x="76252" y="95372"/>
                    <a:pt x="3519" y="94209"/>
                    <a:pt x="3519" y="47686"/>
                  </a:cubicBezTo>
                  <a:cubicBezTo>
                    <a:pt x="3519" y="18609"/>
                    <a:pt x="21116" y="0"/>
                    <a:pt x="55136" y="0"/>
                  </a:cubicBezTo>
                  <a:cubicBezTo>
                    <a:pt x="84463" y="0"/>
                    <a:pt x="102060" y="17446"/>
                    <a:pt x="107926" y="40708"/>
                  </a:cubicBezTo>
                  <a:lnTo>
                    <a:pt x="77425" y="48849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8" name="Vrije vorm 17">
              <a:extLst>
                <a:ext uri="{FF2B5EF4-FFF2-40B4-BE49-F238E27FC236}">
                  <a16:creationId xmlns:a16="http://schemas.microsoft.com/office/drawing/2014/main" id="{9F78D44A-BC08-E340-9B1A-F1E3943E74AF}"/>
                </a:ext>
              </a:extLst>
            </p:cNvPr>
            <p:cNvSpPr/>
            <p:nvPr/>
          </p:nvSpPr>
          <p:spPr>
            <a:xfrm>
              <a:off x="212294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" name="Vrije vorm 18">
              <a:extLst>
                <a:ext uri="{FF2B5EF4-FFF2-40B4-BE49-F238E27FC236}">
                  <a16:creationId xmlns:a16="http://schemas.microsoft.com/office/drawing/2014/main" id="{87095935-1715-6044-AD00-9A8D49E1E837}"/>
                </a:ext>
              </a:extLst>
            </p:cNvPr>
            <p:cNvSpPr/>
            <p:nvPr/>
          </p:nvSpPr>
          <p:spPr>
            <a:xfrm>
              <a:off x="241035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0" name="Vrije vorm 19">
              <a:extLst>
                <a:ext uri="{FF2B5EF4-FFF2-40B4-BE49-F238E27FC236}">
                  <a16:creationId xmlns:a16="http://schemas.microsoft.com/office/drawing/2014/main" id="{5DA2B63E-3496-B843-B272-98EF05D3F655}"/>
                </a:ext>
              </a:extLst>
            </p:cNvPr>
            <p:cNvSpPr/>
            <p:nvPr/>
          </p:nvSpPr>
          <p:spPr>
            <a:xfrm>
              <a:off x="2687208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" name="Vrije vorm 21">
              <a:extLst>
                <a:ext uri="{FF2B5EF4-FFF2-40B4-BE49-F238E27FC236}">
                  <a16:creationId xmlns:a16="http://schemas.microsoft.com/office/drawing/2014/main" id="{A57DC756-86FA-CB4B-8B07-7CF0DC586275}"/>
                </a:ext>
              </a:extLst>
            </p:cNvPr>
            <p:cNvSpPr/>
            <p:nvPr/>
          </p:nvSpPr>
          <p:spPr>
            <a:xfrm>
              <a:off x="2964061" y="1472325"/>
              <a:ext cx="85636" cy="168646"/>
            </a:xfrm>
            <a:custGeom>
              <a:avLst/>
              <a:gdLst>
                <a:gd name="connsiteX0" fmla="*/ 0 w 85636"/>
                <a:gd name="connsiteY0" fmla="*/ 168646 h 168646"/>
                <a:gd name="connsiteX1" fmla="*/ 0 w 85636"/>
                <a:gd name="connsiteY1" fmla="*/ 0 h 168646"/>
                <a:gd name="connsiteX2" fmla="*/ 32847 w 85636"/>
                <a:gd name="connsiteY2" fmla="*/ 0 h 168646"/>
                <a:gd name="connsiteX3" fmla="*/ 32847 w 85636"/>
                <a:gd name="connsiteY3" fmla="*/ 139569 h 168646"/>
                <a:gd name="connsiteX4" fmla="*/ 85637 w 85636"/>
                <a:gd name="connsiteY4" fmla="*/ 139569 h 168646"/>
                <a:gd name="connsiteX5" fmla="*/ 85637 w 85636"/>
                <a:gd name="connsiteY5" fmla="*/ 167483 h 168646"/>
                <a:gd name="connsiteX6" fmla="*/ 0 w 85636"/>
                <a:gd name="connsiteY6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36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139569"/>
                  </a:lnTo>
                  <a:lnTo>
                    <a:pt x="85637" y="139569"/>
                  </a:lnTo>
                  <a:lnTo>
                    <a:pt x="85637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3" name="Vrije vorm 22">
              <a:extLst>
                <a:ext uri="{FF2B5EF4-FFF2-40B4-BE49-F238E27FC236}">
                  <a16:creationId xmlns:a16="http://schemas.microsoft.com/office/drawing/2014/main" id="{B94D003D-A477-F546-B666-B5711471BA93}"/>
                </a:ext>
              </a:extLst>
            </p:cNvPr>
            <p:cNvSpPr/>
            <p:nvPr/>
          </p:nvSpPr>
          <p:spPr>
            <a:xfrm>
              <a:off x="3453245" y="1472325"/>
              <a:ext cx="84463" cy="168646"/>
            </a:xfrm>
            <a:custGeom>
              <a:avLst/>
              <a:gdLst>
                <a:gd name="connsiteX0" fmla="*/ 0 w 84463"/>
                <a:gd name="connsiteY0" fmla="*/ 168646 h 168646"/>
                <a:gd name="connsiteX1" fmla="*/ 0 w 84463"/>
                <a:gd name="connsiteY1" fmla="*/ 0 h 168646"/>
                <a:gd name="connsiteX2" fmla="*/ 84463 w 84463"/>
                <a:gd name="connsiteY2" fmla="*/ 0 h 168646"/>
                <a:gd name="connsiteX3" fmla="*/ 84463 w 84463"/>
                <a:gd name="connsiteY3" fmla="*/ 27914 h 168646"/>
                <a:gd name="connsiteX4" fmla="*/ 31674 w 84463"/>
                <a:gd name="connsiteY4" fmla="*/ 27914 h 168646"/>
                <a:gd name="connsiteX5" fmla="*/ 31674 w 84463"/>
                <a:gd name="connsiteY5" fmla="*/ 66295 h 168646"/>
                <a:gd name="connsiteX6" fmla="*/ 72732 w 84463"/>
                <a:gd name="connsiteY6" fmla="*/ 66295 h 168646"/>
                <a:gd name="connsiteX7" fmla="*/ 72732 w 84463"/>
                <a:gd name="connsiteY7" fmla="*/ 95372 h 168646"/>
                <a:gd name="connsiteX8" fmla="*/ 31674 w 84463"/>
                <a:gd name="connsiteY8" fmla="*/ 95372 h 168646"/>
                <a:gd name="connsiteX9" fmla="*/ 31674 w 84463"/>
                <a:gd name="connsiteY9" fmla="*/ 168646 h 168646"/>
                <a:gd name="connsiteX10" fmla="*/ 0 w 84463"/>
                <a:gd name="connsiteY10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463" h="168646">
                  <a:moveTo>
                    <a:pt x="0" y="168646"/>
                  </a:moveTo>
                  <a:lnTo>
                    <a:pt x="0" y="0"/>
                  </a:lnTo>
                  <a:lnTo>
                    <a:pt x="84463" y="0"/>
                  </a:lnTo>
                  <a:lnTo>
                    <a:pt x="84463" y="27914"/>
                  </a:lnTo>
                  <a:lnTo>
                    <a:pt x="31674" y="27914"/>
                  </a:lnTo>
                  <a:lnTo>
                    <a:pt x="31674" y="66295"/>
                  </a:lnTo>
                  <a:lnTo>
                    <a:pt x="72732" y="66295"/>
                  </a:lnTo>
                  <a:lnTo>
                    <a:pt x="72732" y="95372"/>
                  </a:lnTo>
                  <a:lnTo>
                    <a:pt x="31674" y="95372"/>
                  </a:lnTo>
                  <a:lnTo>
                    <a:pt x="31674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5" name="Vrije vorm 24">
              <a:extLst>
                <a:ext uri="{FF2B5EF4-FFF2-40B4-BE49-F238E27FC236}">
                  <a16:creationId xmlns:a16="http://schemas.microsoft.com/office/drawing/2014/main" id="{6BC4350E-1997-1F4D-8511-19E09C2BBA0F}"/>
                </a:ext>
              </a:extLst>
            </p:cNvPr>
            <p:cNvSpPr/>
            <p:nvPr/>
          </p:nvSpPr>
          <p:spPr>
            <a:xfrm>
              <a:off x="3719539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6" name="Vrije vorm 25">
              <a:extLst>
                <a:ext uri="{FF2B5EF4-FFF2-40B4-BE49-F238E27FC236}">
                  <a16:creationId xmlns:a16="http://schemas.microsoft.com/office/drawing/2014/main" id="{1D86FCEA-981A-1943-82B8-4E225294A019}"/>
                </a:ext>
              </a:extLst>
            </p:cNvPr>
            <p:cNvSpPr/>
            <p:nvPr/>
          </p:nvSpPr>
          <p:spPr>
            <a:xfrm>
              <a:off x="4010469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7" name="Vrije vorm 26">
              <a:extLst>
                <a:ext uri="{FF2B5EF4-FFF2-40B4-BE49-F238E27FC236}">
                  <a16:creationId xmlns:a16="http://schemas.microsoft.com/office/drawing/2014/main" id="{DFF6BF3D-CBF3-3540-AF76-FEEA3F8EFE5E}"/>
                </a:ext>
              </a:extLst>
            </p:cNvPr>
            <p:cNvSpPr/>
            <p:nvPr/>
          </p:nvSpPr>
          <p:spPr>
            <a:xfrm>
              <a:off x="4299052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67ABD815-2863-0C4C-AAB7-5981229CCF1D}"/>
                </a:ext>
              </a:extLst>
            </p:cNvPr>
            <p:cNvSpPr/>
            <p:nvPr/>
          </p:nvSpPr>
          <p:spPr>
            <a:xfrm>
              <a:off x="4599367" y="1472325"/>
              <a:ext cx="110271" cy="168646"/>
            </a:xfrm>
            <a:custGeom>
              <a:avLst/>
              <a:gdLst>
                <a:gd name="connsiteX0" fmla="*/ 77425 w 110271"/>
                <a:gd name="connsiteY0" fmla="*/ 168646 h 168646"/>
                <a:gd name="connsiteX1" fmla="*/ 49270 w 110271"/>
                <a:gd name="connsiteY1" fmla="*/ 100025 h 168646"/>
                <a:gd name="connsiteX2" fmla="*/ 32847 w 110271"/>
                <a:gd name="connsiteY2" fmla="*/ 100025 h 168646"/>
                <a:gd name="connsiteX3" fmla="*/ 32847 w 110271"/>
                <a:gd name="connsiteY3" fmla="*/ 168646 h 168646"/>
                <a:gd name="connsiteX4" fmla="*/ 0 w 110271"/>
                <a:gd name="connsiteY4" fmla="*/ 168646 h 168646"/>
                <a:gd name="connsiteX5" fmla="*/ 0 w 110271"/>
                <a:gd name="connsiteY5" fmla="*/ 0 h 168646"/>
                <a:gd name="connsiteX6" fmla="*/ 46924 w 110271"/>
                <a:gd name="connsiteY6" fmla="*/ 0 h 168646"/>
                <a:gd name="connsiteX7" fmla="*/ 104406 w 110271"/>
                <a:gd name="connsiteY7" fmla="*/ 50012 h 168646"/>
                <a:gd name="connsiteX8" fmla="*/ 78598 w 110271"/>
                <a:gd name="connsiteY8" fmla="*/ 93046 h 168646"/>
                <a:gd name="connsiteX9" fmla="*/ 110272 w 110271"/>
                <a:gd name="connsiteY9" fmla="*/ 168646 h 168646"/>
                <a:gd name="connsiteX10" fmla="*/ 77425 w 110271"/>
                <a:gd name="connsiteY10" fmla="*/ 168646 h 168646"/>
                <a:gd name="connsiteX11" fmla="*/ 32847 w 110271"/>
                <a:gd name="connsiteY11" fmla="*/ 73274 h 168646"/>
                <a:gd name="connsiteX12" fmla="*/ 49270 w 110271"/>
                <a:gd name="connsiteY12" fmla="*/ 73274 h 168646"/>
                <a:gd name="connsiteX13" fmla="*/ 72732 w 110271"/>
                <a:gd name="connsiteY13" fmla="*/ 50012 h 168646"/>
                <a:gd name="connsiteX14" fmla="*/ 49270 w 110271"/>
                <a:gd name="connsiteY14" fmla="*/ 26751 h 168646"/>
                <a:gd name="connsiteX15" fmla="*/ 32847 w 110271"/>
                <a:gd name="connsiteY15" fmla="*/ 26751 h 168646"/>
                <a:gd name="connsiteX16" fmla="*/ 32847 w 110271"/>
                <a:gd name="connsiteY16" fmla="*/ 73274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271" h="168646">
                  <a:moveTo>
                    <a:pt x="77425" y="168646"/>
                  </a:moveTo>
                  <a:lnTo>
                    <a:pt x="49270" y="100025"/>
                  </a:lnTo>
                  <a:lnTo>
                    <a:pt x="32847" y="100025"/>
                  </a:lnTo>
                  <a:lnTo>
                    <a:pt x="32847" y="168646"/>
                  </a:lnTo>
                  <a:lnTo>
                    <a:pt x="0" y="168646"/>
                  </a:lnTo>
                  <a:lnTo>
                    <a:pt x="0" y="0"/>
                  </a:lnTo>
                  <a:lnTo>
                    <a:pt x="46924" y="0"/>
                  </a:lnTo>
                  <a:cubicBezTo>
                    <a:pt x="85636" y="0"/>
                    <a:pt x="104406" y="18609"/>
                    <a:pt x="104406" y="50012"/>
                  </a:cubicBezTo>
                  <a:cubicBezTo>
                    <a:pt x="104406" y="70948"/>
                    <a:pt x="97367" y="86068"/>
                    <a:pt x="78598" y="93046"/>
                  </a:cubicBezTo>
                  <a:lnTo>
                    <a:pt x="110272" y="168646"/>
                  </a:lnTo>
                  <a:lnTo>
                    <a:pt x="77425" y="168646"/>
                  </a:lnTo>
                  <a:close/>
                  <a:moveTo>
                    <a:pt x="32847" y="73274"/>
                  </a:moveTo>
                  <a:lnTo>
                    <a:pt x="49270" y="73274"/>
                  </a:lnTo>
                  <a:cubicBezTo>
                    <a:pt x="63348" y="73274"/>
                    <a:pt x="72732" y="66295"/>
                    <a:pt x="72732" y="50012"/>
                  </a:cubicBezTo>
                  <a:cubicBezTo>
                    <a:pt x="72732" y="33729"/>
                    <a:pt x="64521" y="26751"/>
                    <a:pt x="49270" y="26751"/>
                  </a:cubicBezTo>
                  <a:lnTo>
                    <a:pt x="32847" y="26751"/>
                  </a:lnTo>
                  <a:lnTo>
                    <a:pt x="32847" y="73274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5E4155E1-8F7B-8841-8E53-FFE1EE007A87}"/>
                </a:ext>
              </a:extLst>
            </p:cNvPr>
            <p:cNvSpPr/>
            <p:nvPr/>
          </p:nvSpPr>
          <p:spPr>
            <a:xfrm>
              <a:off x="489029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9715" y="5279665"/>
            <a:ext cx="9717460" cy="522661"/>
          </a:xfrm>
        </p:spPr>
        <p:txBody>
          <a:bodyPr anchor="b">
            <a:noAutofit/>
          </a:bodyPr>
          <a:lstStyle>
            <a:lvl1pPr>
              <a:defRPr sz="3600"/>
            </a:lvl1pPr>
          </a:lstStyle>
          <a:p>
            <a:r>
              <a:rPr lang="nl-NL"/>
              <a:t>Presentation </a:t>
            </a:r>
            <a:r>
              <a:rPr lang="nl-NL" err="1"/>
              <a:t>Title</a:t>
            </a:r>
            <a:endParaRPr lang="nl-NL"/>
          </a:p>
        </p:txBody>
      </p:sp>
      <p:sp>
        <p:nvSpPr>
          <p:cNvPr id="43" name="Tijdelijke aanduiding voor afbeelding 42">
            <a:extLst>
              <a:ext uri="{FF2B5EF4-FFF2-40B4-BE49-F238E27FC236}">
                <a16:creationId xmlns:a16="http://schemas.microsoft.com/office/drawing/2014/main" id="{70C665E7-3DC3-C84E-9DEE-9655F59491D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4611757"/>
          </a:xfrm>
          <a:custGeom>
            <a:avLst/>
            <a:gdLst>
              <a:gd name="connsiteX0" fmla="*/ 744550 w 12192000"/>
              <a:gd name="connsiteY0" fmla="*/ 1438597 h 4611757"/>
              <a:gd name="connsiteX1" fmla="*/ 744550 w 12192000"/>
              <a:gd name="connsiteY1" fmla="*/ 1672375 h 4611757"/>
              <a:gd name="connsiteX2" fmla="*/ 4972415 w 12192000"/>
              <a:gd name="connsiteY2" fmla="*/ 1672375 h 4611757"/>
              <a:gd name="connsiteX3" fmla="*/ 4972415 w 12192000"/>
              <a:gd name="connsiteY3" fmla="*/ 1640972 h 4611757"/>
              <a:gd name="connsiteX4" fmla="*/ 4977107 w 12192000"/>
              <a:gd name="connsiteY4" fmla="*/ 1640972 h 4611757"/>
              <a:gd name="connsiteX5" fmla="*/ 4977107 w 12192000"/>
              <a:gd name="connsiteY5" fmla="*/ 1613058 h 4611757"/>
              <a:gd name="connsiteX6" fmla="*/ 4972415 w 12192000"/>
              <a:gd name="connsiteY6" fmla="*/ 1613058 h 4611757"/>
              <a:gd name="connsiteX7" fmla="*/ 4972415 w 12192000"/>
              <a:gd name="connsiteY7" fmla="*/ 1501403 h 4611757"/>
              <a:gd name="connsiteX8" fmla="*/ 4974760 w 12192000"/>
              <a:gd name="connsiteY8" fmla="*/ 1501403 h 4611757"/>
              <a:gd name="connsiteX9" fmla="*/ 4974760 w 12192000"/>
              <a:gd name="connsiteY9" fmla="*/ 1473489 h 4611757"/>
              <a:gd name="connsiteX10" fmla="*/ 4972415 w 12192000"/>
              <a:gd name="connsiteY10" fmla="*/ 1473489 h 4611757"/>
              <a:gd name="connsiteX11" fmla="*/ 4972415 w 12192000"/>
              <a:gd name="connsiteY11" fmla="*/ 1438597 h 4611757"/>
              <a:gd name="connsiteX12" fmla="*/ 4043317 w 12192000"/>
              <a:gd name="connsiteY12" fmla="*/ 901256 h 4611757"/>
              <a:gd name="connsiteX13" fmla="*/ 4180570 w 12192000"/>
              <a:gd name="connsiteY13" fmla="*/ 901256 h 4611757"/>
              <a:gd name="connsiteX14" fmla="*/ 4259169 w 12192000"/>
              <a:gd name="connsiteY14" fmla="*/ 991976 h 4611757"/>
              <a:gd name="connsiteX15" fmla="*/ 4259169 w 12192000"/>
              <a:gd name="connsiteY15" fmla="*/ 1123404 h 4611757"/>
              <a:gd name="connsiteX16" fmla="*/ 4180570 w 12192000"/>
              <a:gd name="connsiteY16" fmla="*/ 1222265 h 4611757"/>
              <a:gd name="connsiteX17" fmla="*/ 4043317 w 12192000"/>
              <a:gd name="connsiteY17" fmla="*/ 1222265 h 4611757"/>
              <a:gd name="connsiteX18" fmla="*/ 2139371 w 12192000"/>
              <a:gd name="connsiteY18" fmla="*/ 901256 h 4611757"/>
              <a:gd name="connsiteX19" fmla="*/ 2260200 w 12192000"/>
              <a:gd name="connsiteY19" fmla="*/ 901256 h 4611757"/>
              <a:gd name="connsiteX20" fmla="*/ 2324721 w 12192000"/>
              <a:gd name="connsiteY20" fmla="*/ 967551 h 4611757"/>
              <a:gd name="connsiteX21" fmla="*/ 2260200 w 12192000"/>
              <a:gd name="connsiteY21" fmla="*/ 1058271 h 4611757"/>
              <a:gd name="connsiteX22" fmla="*/ 2139371 w 12192000"/>
              <a:gd name="connsiteY22" fmla="*/ 1058271 h 4611757"/>
              <a:gd name="connsiteX23" fmla="*/ 1570415 w 12192000"/>
              <a:gd name="connsiteY23" fmla="*/ 901256 h 4611757"/>
              <a:gd name="connsiteX24" fmla="*/ 1680687 w 12192000"/>
              <a:gd name="connsiteY24" fmla="*/ 995465 h 4611757"/>
              <a:gd name="connsiteX25" fmla="*/ 1680687 w 12192000"/>
              <a:gd name="connsiteY25" fmla="*/ 1126893 h 4611757"/>
              <a:gd name="connsiteX26" fmla="*/ 1570415 w 12192000"/>
              <a:gd name="connsiteY26" fmla="*/ 1222265 h 4611757"/>
              <a:gd name="connsiteX27" fmla="*/ 1460143 w 12192000"/>
              <a:gd name="connsiteY27" fmla="*/ 1126893 h 4611757"/>
              <a:gd name="connsiteX28" fmla="*/ 1460143 w 12192000"/>
              <a:gd name="connsiteY28" fmla="*/ 995465 h 4611757"/>
              <a:gd name="connsiteX29" fmla="*/ 1570415 w 12192000"/>
              <a:gd name="connsiteY29" fmla="*/ 901256 h 4611757"/>
              <a:gd name="connsiteX30" fmla="*/ 4544233 w 12192000"/>
              <a:gd name="connsiteY30" fmla="*/ 766339 h 4611757"/>
              <a:gd name="connsiteX31" fmla="*/ 4544233 w 12192000"/>
              <a:gd name="connsiteY31" fmla="*/ 1357182 h 4611757"/>
              <a:gd name="connsiteX32" fmla="*/ 4972415 w 12192000"/>
              <a:gd name="connsiteY32" fmla="*/ 1357182 h 4611757"/>
              <a:gd name="connsiteX33" fmla="*/ 4972415 w 12192000"/>
              <a:gd name="connsiteY33" fmla="*/ 1230407 h 4611757"/>
              <a:gd name="connsiteX34" fmla="*/ 4700256 w 12192000"/>
              <a:gd name="connsiteY34" fmla="*/ 1230407 h 4611757"/>
              <a:gd name="connsiteX35" fmla="*/ 4700256 w 12192000"/>
              <a:gd name="connsiteY35" fmla="*/ 1112936 h 4611757"/>
              <a:gd name="connsiteX36" fmla="*/ 4950127 w 12192000"/>
              <a:gd name="connsiteY36" fmla="*/ 1112936 h 4611757"/>
              <a:gd name="connsiteX37" fmla="*/ 4950127 w 12192000"/>
              <a:gd name="connsiteY37" fmla="*/ 1004770 h 4611757"/>
              <a:gd name="connsiteX38" fmla="*/ 4700256 w 12192000"/>
              <a:gd name="connsiteY38" fmla="*/ 1004770 h 4611757"/>
              <a:gd name="connsiteX39" fmla="*/ 4700256 w 12192000"/>
              <a:gd name="connsiteY39" fmla="*/ 893114 h 4611757"/>
              <a:gd name="connsiteX40" fmla="*/ 4972415 w 12192000"/>
              <a:gd name="connsiteY40" fmla="*/ 893114 h 4611757"/>
              <a:gd name="connsiteX41" fmla="*/ 4972415 w 12192000"/>
              <a:gd name="connsiteY41" fmla="*/ 766339 h 4611757"/>
              <a:gd name="connsiteX42" fmla="*/ 3887294 w 12192000"/>
              <a:gd name="connsiteY42" fmla="*/ 766339 h 4611757"/>
              <a:gd name="connsiteX43" fmla="*/ 3887294 w 12192000"/>
              <a:gd name="connsiteY43" fmla="*/ 1357182 h 4611757"/>
              <a:gd name="connsiteX44" fmla="*/ 4205205 w 12192000"/>
              <a:gd name="connsiteY44" fmla="*/ 1357182 h 4611757"/>
              <a:gd name="connsiteX45" fmla="*/ 4419883 w 12192000"/>
              <a:gd name="connsiteY45" fmla="*/ 1123404 h 4611757"/>
              <a:gd name="connsiteX46" fmla="*/ 4419883 w 12192000"/>
              <a:gd name="connsiteY46" fmla="*/ 991976 h 4611757"/>
              <a:gd name="connsiteX47" fmla="*/ 4184089 w 12192000"/>
              <a:gd name="connsiteY47" fmla="*/ 766339 h 4611757"/>
              <a:gd name="connsiteX48" fmla="*/ 3601057 w 12192000"/>
              <a:gd name="connsiteY48" fmla="*/ 766339 h 4611757"/>
              <a:gd name="connsiteX49" fmla="*/ 3601057 w 12192000"/>
              <a:gd name="connsiteY49" fmla="*/ 1357182 h 4611757"/>
              <a:gd name="connsiteX50" fmla="*/ 3757080 w 12192000"/>
              <a:gd name="connsiteY50" fmla="*/ 1357182 h 4611757"/>
              <a:gd name="connsiteX51" fmla="*/ 3757080 w 12192000"/>
              <a:gd name="connsiteY51" fmla="*/ 766339 h 4611757"/>
              <a:gd name="connsiteX52" fmla="*/ 2637939 w 12192000"/>
              <a:gd name="connsiteY52" fmla="*/ 766339 h 4611757"/>
              <a:gd name="connsiteX53" fmla="*/ 2637939 w 12192000"/>
              <a:gd name="connsiteY53" fmla="*/ 1357182 h 4611757"/>
              <a:gd name="connsiteX54" fmla="*/ 2793962 w 12192000"/>
              <a:gd name="connsiteY54" fmla="*/ 1357182 h 4611757"/>
              <a:gd name="connsiteX55" fmla="*/ 2793962 w 12192000"/>
              <a:gd name="connsiteY55" fmla="*/ 766339 h 4611757"/>
              <a:gd name="connsiteX56" fmla="*/ 1983348 w 12192000"/>
              <a:gd name="connsiteY56" fmla="*/ 766339 h 4611757"/>
              <a:gd name="connsiteX57" fmla="*/ 1983348 w 12192000"/>
              <a:gd name="connsiteY57" fmla="*/ 1357182 h 4611757"/>
              <a:gd name="connsiteX58" fmla="*/ 2139371 w 12192000"/>
              <a:gd name="connsiteY58" fmla="*/ 1357182 h 4611757"/>
              <a:gd name="connsiteX59" fmla="*/ 2139371 w 12192000"/>
              <a:gd name="connsiteY59" fmla="*/ 1193188 h 4611757"/>
              <a:gd name="connsiteX60" fmla="*/ 2260200 w 12192000"/>
              <a:gd name="connsiteY60" fmla="*/ 1193188 h 4611757"/>
              <a:gd name="connsiteX61" fmla="*/ 2324721 w 12192000"/>
              <a:gd name="connsiteY61" fmla="*/ 1266462 h 4611757"/>
              <a:gd name="connsiteX62" fmla="*/ 2324721 w 12192000"/>
              <a:gd name="connsiteY62" fmla="*/ 1357182 h 4611757"/>
              <a:gd name="connsiteX63" fmla="*/ 2480744 w 12192000"/>
              <a:gd name="connsiteY63" fmla="*/ 1357182 h 4611757"/>
              <a:gd name="connsiteX64" fmla="*/ 2480744 w 12192000"/>
              <a:gd name="connsiteY64" fmla="*/ 1230407 h 4611757"/>
              <a:gd name="connsiteX65" fmla="*/ 2375165 w 12192000"/>
              <a:gd name="connsiteY65" fmla="*/ 1126893 h 4611757"/>
              <a:gd name="connsiteX66" fmla="*/ 2375165 w 12192000"/>
              <a:gd name="connsiteY66" fmla="*/ 1121077 h 4611757"/>
              <a:gd name="connsiteX67" fmla="*/ 2486609 w 12192000"/>
              <a:gd name="connsiteY67" fmla="*/ 941964 h 4611757"/>
              <a:gd name="connsiteX68" fmla="*/ 2284836 w 12192000"/>
              <a:gd name="connsiteY68" fmla="*/ 766339 h 4611757"/>
              <a:gd name="connsiteX69" fmla="*/ 1570415 w 12192000"/>
              <a:gd name="connsiteY69" fmla="*/ 766339 h 4611757"/>
              <a:gd name="connsiteX70" fmla="*/ 1299428 w 12192000"/>
              <a:gd name="connsiteY70" fmla="*/ 979182 h 4611757"/>
              <a:gd name="connsiteX71" fmla="*/ 1299428 w 12192000"/>
              <a:gd name="connsiteY71" fmla="*/ 1144339 h 4611757"/>
              <a:gd name="connsiteX72" fmla="*/ 1571588 w 12192000"/>
              <a:gd name="connsiteY72" fmla="*/ 1356019 h 4611757"/>
              <a:gd name="connsiteX73" fmla="*/ 1842575 w 12192000"/>
              <a:gd name="connsiteY73" fmla="*/ 1143176 h 4611757"/>
              <a:gd name="connsiteX74" fmla="*/ 1842575 w 12192000"/>
              <a:gd name="connsiteY74" fmla="*/ 979182 h 4611757"/>
              <a:gd name="connsiteX75" fmla="*/ 1570415 w 12192000"/>
              <a:gd name="connsiteY75" fmla="*/ 766339 h 4611757"/>
              <a:gd name="connsiteX76" fmla="*/ 996768 w 12192000"/>
              <a:gd name="connsiteY76" fmla="*/ 766339 h 4611757"/>
              <a:gd name="connsiteX77" fmla="*/ 996768 w 12192000"/>
              <a:gd name="connsiteY77" fmla="*/ 1173416 h 4611757"/>
              <a:gd name="connsiteX78" fmla="*/ 941632 w 12192000"/>
              <a:gd name="connsiteY78" fmla="*/ 1222265 h 4611757"/>
              <a:gd name="connsiteX79" fmla="*/ 893535 w 12192000"/>
              <a:gd name="connsiteY79" fmla="*/ 1157133 h 4611757"/>
              <a:gd name="connsiteX80" fmla="*/ 893535 w 12192000"/>
              <a:gd name="connsiteY80" fmla="*/ 1109447 h 4611757"/>
              <a:gd name="connsiteX81" fmla="*/ 744551 w 12192000"/>
              <a:gd name="connsiteY81" fmla="*/ 1109447 h 4611757"/>
              <a:gd name="connsiteX82" fmla="*/ 744551 w 12192000"/>
              <a:gd name="connsiteY82" fmla="*/ 1157133 h 4611757"/>
              <a:gd name="connsiteX83" fmla="*/ 940459 w 12192000"/>
              <a:gd name="connsiteY83" fmla="*/ 1357182 h 4611757"/>
              <a:gd name="connsiteX84" fmla="*/ 1151618 w 12192000"/>
              <a:gd name="connsiteY84" fmla="*/ 1173416 h 4611757"/>
              <a:gd name="connsiteX85" fmla="*/ 1151618 w 12192000"/>
              <a:gd name="connsiteY85" fmla="*/ 766339 h 4611757"/>
              <a:gd name="connsiteX86" fmla="*/ 3190471 w 12192000"/>
              <a:gd name="connsiteY86" fmla="*/ 765175 h 4611757"/>
              <a:gd name="connsiteX87" fmla="*/ 2942946 w 12192000"/>
              <a:gd name="connsiteY87" fmla="*/ 943126 h 4611757"/>
              <a:gd name="connsiteX88" fmla="*/ 3171701 w 12192000"/>
              <a:gd name="connsiteY88" fmla="*/ 1118750 h 4611757"/>
              <a:gd name="connsiteX89" fmla="*/ 3205721 w 12192000"/>
              <a:gd name="connsiteY89" fmla="*/ 1121077 h 4611757"/>
              <a:gd name="connsiteX90" fmla="*/ 3287838 w 12192000"/>
              <a:gd name="connsiteY90" fmla="*/ 1175741 h 4611757"/>
              <a:gd name="connsiteX91" fmla="*/ 3190471 w 12192000"/>
              <a:gd name="connsiteY91" fmla="*/ 1229243 h 4611757"/>
              <a:gd name="connsiteX92" fmla="*/ 3091930 w 12192000"/>
              <a:gd name="connsiteY92" fmla="*/ 1162947 h 4611757"/>
              <a:gd name="connsiteX93" fmla="*/ 2941773 w 12192000"/>
              <a:gd name="connsiteY93" fmla="*/ 1162947 h 4611757"/>
              <a:gd name="connsiteX94" fmla="*/ 3190471 w 12192000"/>
              <a:gd name="connsiteY94" fmla="*/ 1357181 h 4611757"/>
              <a:gd name="connsiteX95" fmla="*/ 3445034 w 12192000"/>
              <a:gd name="connsiteY95" fmla="*/ 1166437 h 4611757"/>
              <a:gd name="connsiteX96" fmla="*/ 3228010 w 12192000"/>
              <a:gd name="connsiteY96" fmla="*/ 998953 h 4611757"/>
              <a:gd name="connsiteX97" fmla="*/ 3163489 w 12192000"/>
              <a:gd name="connsiteY97" fmla="*/ 994301 h 4611757"/>
              <a:gd name="connsiteX98" fmla="*/ 3098969 w 12192000"/>
              <a:gd name="connsiteY98" fmla="*/ 943126 h 4611757"/>
              <a:gd name="connsiteX99" fmla="*/ 3190471 w 12192000"/>
              <a:gd name="connsiteY99" fmla="*/ 893113 h 4611757"/>
              <a:gd name="connsiteX100" fmla="*/ 3278454 w 12192000"/>
              <a:gd name="connsiteY100" fmla="*/ 952430 h 4611757"/>
              <a:gd name="connsiteX101" fmla="*/ 3428611 w 12192000"/>
              <a:gd name="connsiteY101" fmla="*/ 952430 h 4611757"/>
              <a:gd name="connsiteX102" fmla="*/ 3428611 w 12192000"/>
              <a:gd name="connsiteY102" fmla="*/ 928006 h 4611757"/>
              <a:gd name="connsiteX103" fmla="*/ 3190471 w 12192000"/>
              <a:gd name="connsiteY103" fmla="*/ 765175 h 4611757"/>
              <a:gd name="connsiteX104" fmla="*/ 0 w 12192000"/>
              <a:gd name="connsiteY104" fmla="*/ 0 h 4611757"/>
              <a:gd name="connsiteX105" fmla="*/ 12192000 w 12192000"/>
              <a:gd name="connsiteY105" fmla="*/ 0 h 4611757"/>
              <a:gd name="connsiteX106" fmla="*/ 12192000 w 12192000"/>
              <a:gd name="connsiteY106" fmla="*/ 4611757 h 4611757"/>
              <a:gd name="connsiteX107" fmla="*/ 0 w 12192000"/>
              <a:gd name="connsiteY107" fmla="*/ 4611757 h 4611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12192000" h="4611757">
                <a:moveTo>
                  <a:pt x="744550" y="1438597"/>
                </a:moveTo>
                <a:lnTo>
                  <a:pt x="744550" y="1672375"/>
                </a:lnTo>
                <a:lnTo>
                  <a:pt x="4972415" y="1672375"/>
                </a:lnTo>
                <a:lnTo>
                  <a:pt x="4972415" y="1640972"/>
                </a:lnTo>
                <a:lnTo>
                  <a:pt x="4977107" y="1640972"/>
                </a:lnTo>
                <a:lnTo>
                  <a:pt x="4977107" y="1613058"/>
                </a:lnTo>
                <a:lnTo>
                  <a:pt x="4972415" y="1613058"/>
                </a:lnTo>
                <a:lnTo>
                  <a:pt x="4972415" y="1501403"/>
                </a:lnTo>
                <a:lnTo>
                  <a:pt x="4974760" y="1501403"/>
                </a:lnTo>
                <a:lnTo>
                  <a:pt x="4974760" y="1473489"/>
                </a:lnTo>
                <a:lnTo>
                  <a:pt x="4972415" y="1473489"/>
                </a:lnTo>
                <a:lnTo>
                  <a:pt x="4972415" y="1438597"/>
                </a:lnTo>
                <a:close/>
                <a:moveTo>
                  <a:pt x="4043317" y="901256"/>
                </a:moveTo>
                <a:lnTo>
                  <a:pt x="4180570" y="901256"/>
                </a:lnTo>
                <a:cubicBezTo>
                  <a:pt x="4234533" y="901256"/>
                  <a:pt x="4259169" y="916376"/>
                  <a:pt x="4259169" y="991976"/>
                </a:cubicBezTo>
                <a:lnTo>
                  <a:pt x="4259169" y="1123404"/>
                </a:lnTo>
                <a:cubicBezTo>
                  <a:pt x="4259169" y="1183884"/>
                  <a:pt x="4238052" y="1222265"/>
                  <a:pt x="4180570" y="1222265"/>
                </a:cubicBezTo>
                <a:lnTo>
                  <a:pt x="4043317" y="1222265"/>
                </a:lnTo>
                <a:close/>
                <a:moveTo>
                  <a:pt x="2139371" y="901256"/>
                </a:moveTo>
                <a:lnTo>
                  <a:pt x="2260200" y="901256"/>
                </a:lnTo>
                <a:cubicBezTo>
                  <a:pt x="2311817" y="901256"/>
                  <a:pt x="2324721" y="915213"/>
                  <a:pt x="2324721" y="967551"/>
                </a:cubicBezTo>
                <a:cubicBezTo>
                  <a:pt x="2324721" y="1033847"/>
                  <a:pt x="2327067" y="1058271"/>
                  <a:pt x="2260200" y="1058271"/>
                </a:cubicBezTo>
                <a:lnTo>
                  <a:pt x="2139371" y="1058271"/>
                </a:lnTo>
                <a:close/>
                <a:moveTo>
                  <a:pt x="1570415" y="901256"/>
                </a:moveTo>
                <a:cubicBezTo>
                  <a:pt x="1651359" y="901256"/>
                  <a:pt x="1680687" y="909397"/>
                  <a:pt x="1680687" y="995465"/>
                </a:cubicBezTo>
                <a:lnTo>
                  <a:pt x="1680687" y="1126893"/>
                </a:lnTo>
                <a:cubicBezTo>
                  <a:pt x="1680687" y="1214124"/>
                  <a:pt x="1651359" y="1222265"/>
                  <a:pt x="1570415" y="1222265"/>
                </a:cubicBezTo>
                <a:cubicBezTo>
                  <a:pt x="1489471" y="1222265"/>
                  <a:pt x="1462489" y="1214124"/>
                  <a:pt x="1460143" y="1126893"/>
                </a:cubicBezTo>
                <a:lnTo>
                  <a:pt x="1460143" y="995465"/>
                </a:lnTo>
                <a:cubicBezTo>
                  <a:pt x="1462489" y="909397"/>
                  <a:pt x="1489471" y="901256"/>
                  <a:pt x="1570415" y="901256"/>
                </a:cubicBezTo>
                <a:close/>
                <a:moveTo>
                  <a:pt x="4544233" y="766339"/>
                </a:moveTo>
                <a:lnTo>
                  <a:pt x="4544233" y="1357182"/>
                </a:lnTo>
                <a:lnTo>
                  <a:pt x="4972415" y="1357182"/>
                </a:lnTo>
                <a:lnTo>
                  <a:pt x="4972415" y="1230407"/>
                </a:lnTo>
                <a:lnTo>
                  <a:pt x="4700256" y="1230407"/>
                </a:lnTo>
                <a:lnTo>
                  <a:pt x="4700256" y="1112936"/>
                </a:lnTo>
                <a:lnTo>
                  <a:pt x="4950127" y="1112936"/>
                </a:lnTo>
                <a:lnTo>
                  <a:pt x="4950127" y="1004770"/>
                </a:lnTo>
                <a:lnTo>
                  <a:pt x="4700256" y="1004770"/>
                </a:lnTo>
                <a:lnTo>
                  <a:pt x="4700256" y="893114"/>
                </a:lnTo>
                <a:lnTo>
                  <a:pt x="4972415" y="893114"/>
                </a:lnTo>
                <a:lnTo>
                  <a:pt x="4972415" y="766339"/>
                </a:lnTo>
                <a:close/>
                <a:moveTo>
                  <a:pt x="3887294" y="766339"/>
                </a:moveTo>
                <a:lnTo>
                  <a:pt x="3887294" y="1357182"/>
                </a:lnTo>
                <a:lnTo>
                  <a:pt x="4205205" y="1357182"/>
                </a:lnTo>
                <a:cubicBezTo>
                  <a:pt x="4368267" y="1357182"/>
                  <a:pt x="4419883" y="1282745"/>
                  <a:pt x="4419883" y="1123404"/>
                </a:cubicBezTo>
                <a:lnTo>
                  <a:pt x="4419883" y="991976"/>
                </a:lnTo>
                <a:cubicBezTo>
                  <a:pt x="4419883" y="826819"/>
                  <a:pt x="4347152" y="766339"/>
                  <a:pt x="4184089" y="766339"/>
                </a:cubicBezTo>
                <a:close/>
                <a:moveTo>
                  <a:pt x="3601057" y="766339"/>
                </a:moveTo>
                <a:lnTo>
                  <a:pt x="3601057" y="1357182"/>
                </a:lnTo>
                <a:lnTo>
                  <a:pt x="3757080" y="1357182"/>
                </a:lnTo>
                <a:lnTo>
                  <a:pt x="3757080" y="766339"/>
                </a:lnTo>
                <a:close/>
                <a:moveTo>
                  <a:pt x="2637939" y="766339"/>
                </a:moveTo>
                <a:lnTo>
                  <a:pt x="2637939" y="1357182"/>
                </a:lnTo>
                <a:lnTo>
                  <a:pt x="2793962" y="1357182"/>
                </a:lnTo>
                <a:lnTo>
                  <a:pt x="2793962" y="766339"/>
                </a:lnTo>
                <a:close/>
                <a:moveTo>
                  <a:pt x="1983348" y="766339"/>
                </a:moveTo>
                <a:lnTo>
                  <a:pt x="1983348" y="1357182"/>
                </a:lnTo>
                <a:lnTo>
                  <a:pt x="2139371" y="1357182"/>
                </a:lnTo>
                <a:lnTo>
                  <a:pt x="2139371" y="1193188"/>
                </a:lnTo>
                <a:lnTo>
                  <a:pt x="2260200" y="1193188"/>
                </a:lnTo>
                <a:cubicBezTo>
                  <a:pt x="2307125" y="1193188"/>
                  <a:pt x="2325894" y="1223428"/>
                  <a:pt x="2324721" y="1266462"/>
                </a:cubicBezTo>
                <a:lnTo>
                  <a:pt x="2324721" y="1357182"/>
                </a:lnTo>
                <a:lnTo>
                  <a:pt x="2480744" y="1357182"/>
                </a:lnTo>
                <a:lnTo>
                  <a:pt x="2480744" y="1230407"/>
                </a:lnTo>
                <a:cubicBezTo>
                  <a:pt x="2480744" y="1164111"/>
                  <a:pt x="2439685" y="1129219"/>
                  <a:pt x="2375165" y="1126893"/>
                </a:cubicBezTo>
                <a:lnTo>
                  <a:pt x="2375165" y="1121077"/>
                </a:lnTo>
                <a:cubicBezTo>
                  <a:pt x="2486609" y="1095490"/>
                  <a:pt x="2486609" y="1038499"/>
                  <a:pt x="2486609" y="941964"/>
                </a:cubicBezTo>
                <a:cubicBezTo>
                  <a:pt x="2486609" y="797742"/>
                  <a:pt x="2419743" y="768665"/>
                  <a:pt x="2284836" y="766339"/>
                </a:cubicBezTo>
                <a:close/>
                <a:moveTo>
                  <a:pt x="1570415" y="766339"/>
                </a:moveTo>
                <a:cubicBezTo>
                  <a:pt x="1412046" y="766339"/>
                  <a:pt x="1299428" y="800068"/>
                  <a:pt x="1299428" y="979182"/>
                </a:cubicBezTo>
                <a:lnTo>
                  <a:pt x="1299428" y="1144339"/>
                </a:lnTo>
                <a:cubicBezTo>
                  <a:pt x="1299428" y="1323453"/>
                  <a:pt x="1412046" y="1357182"/>
                  <a:pt x="1571588" y="1356019"/>
                </a:cubicBezTo>
                <a:cubicBezTo>
                  <a:pt x="1729957" y="1356019"/>
                  <a:pt x="1842575" y="1322290"/>
                  <a:pt x="1842575" y="1143176"/>
                </a:cubicBezTo>
                <a:lnTo>
                  <a:pt x="1842575" y="979182"/>
                </a:lnTo>
                <a:cubicBezTo>
                  <a:pt x="1842575" y="800068"/>
                  <a:pt x="1729957" y="766339"/>
                  <a:pt x="1570415" y="766339"/>
                </a:cubicBezTo>
                <a:close/>
                <a:moveTo>
                  <a:pt x="996768" y="766339"/>
                </a:moveTo>
                <a:lnTo>
                  <a:pt x="996768" y="1173416"/>
                </a:lnTo>
                <a:cubicBezTo>
                  <a:pt x="996768" y="1209471"/>
                  <a:pt x="989730" y="1222265"/>
                  <a:pt x="941632" y="1222265"/>
                </a:cubicBezTo>
                <a:cubicBezTo>
                  <a:pt x="899401" y="1222265"/>
                  <a:pt x="893535" y="1204819"/>
                  <a:pt x="893535" y="1157133"/>
                </a:cubicBezTo>
                <a:lnTo>
                  <a:pt x="893535" y="1109447"/>
                </a:lnTo>
                <a:lnTo>
                  <a:pt x="744551" y="1109447"/>
                </a:lnTo>
                <a:lnTo>
                  <a:pt x="744551" y="1157133"/>
                </a:lnTo>
                <a:cubicBezTo>
                  <a:pt x="744551" y="1318801"/>
                  <a:pt x="778571" y="1357182"/>
                  <a:pt x="940459" y="1357182"/>
                </a:cubicBezTo>
                <a:cubicBezTo>
                  <a:pt x="1104694" y="1357182"/>
                  <a:pt x="1151618" y="1329268"/>
                  <a:pt x="1151618" y="1173416"/>
                </a:cubicBezTo>
                <a:lnTo>
                  <a:pt x="1151618" y="766339"/>
                </a:lnTo>
                <a:close/>
                <a:moveTo>
                  <a:pt x="3190471" y="765175"/>
                </a:moveTo>
                <a:cubicBezTo>
                  <a:pt x="3037967" y="765175"/>
                  <a:pt x="2942946" y="776806"/>
                  <a:pt x="2942946" y="943126"/>
                </a:cubicBezTo>
                <a:cubicBezTo>
                  <a:pt x="2942946" y="1109446"/>
                  <a:pt x="3027410" y="1108283"/>
                  <a:pt x="3171701" y="1118750"/>
                </a:cubicBezTo>
                <a:lnTo>
                  <a:pt x="3205721" y="1121077"/>
                </a:lnTo>
                <a:cubicBezTo>
                  <a:pt x="3279627" y="1125729"/>
                  <a:pt x="3287838" y="1125729"/>
                  <a:pt x="3287838" y="1175741"/>
                </a:cubicBezTo>
                <a:cubicBezTo>
                  <a:pt x="3287838" y="1224590"/>
                  <a:pt x="3264376" y="1229243"/>
                  <a:pt x="3190471" y="1229243"/>
                </a:cubicBezTo>
                <a:cubicBezTo>
                  <a:pt x="3114219" y="1229243"/>
                  <a:pt x="3091930" y="1223427"/>
                  <a:pt x="3091930" y="1162947"/>
                </a:cubicBezTo>
                <a:lnTo>
                  <a:pt x="2941773" y="1162947"/>
                </a:lnTo>
                <a:cubicBezTo>
                  <a:pt x="2941773" y="1353692"/>
                  <a:pt x="3041487" y="1357181"/>
                  <a:pt x="3190471" y="1357181"/>
                </a:cubicBezTo>
                <a:cubicBezTo>
                  <a:pt x="3448554" y="1357181"/>
                  <a:pt x="3445034" y="1262972"/>
                  <a:pt x="3445034" y="1166437"/>
                </a:cubicBezTo>
                <a:cubicBezTo>
                  <a:pt x="3445034" y="1032683"/>
                  <a:pt x="3401629" y="1011747"/>
                  <a:pt x="3228010" y="998953"/>
                </a:cubicBezTo>
                <a:lnTo>
                  <a:pt x="3163489" y="994301"/>
                </a:lnTo>
                <a:cubicBezTo>
                  <a:pt x="3121258" y="990812"/>
                  <a:pt x="3098969" y="989649"/>
                  <a:pt x="3098969" y="943126"/>
                </a:cubicBezTo>
                <a:cubicBezTo>
                  <a:pt x="3098969" y="910560"/>
                  <a:pt x="3106007" y="893113"/>
                  <a:pt x="3190471" y="893113"/>
                </a:cubicBezTo>
                <a:cubicBezTo>
                  <a:pt x="3253818" y="893113"/>
                  <a:pt x="3278454" y="893113"/>
                  <a:pt x="3278454" y="952430"/>
                </a:cubicBezTo>
                <a:lnTo>
                  <a:pt x="3428611" y="952430"/>
                </a:lnTo>
                <a:lnTo>
                  <a:pt x="3428611" y="928006"/>
                </a:lnTo>
                <a:cubicBezTo>
                  <a:pt x="3428611" y="767501"/>
                  <a:pt x="3318339" y="765175"/>
                  <a:pt x="3190471" y="765175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4611757"/>
                </a:lnTo>
                <a:lnTo>
                  <a:pt x="0" y="461175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defRPr sz="1400">
                <a:solidFill>
                  <a:schemeClr val="bg1"/>
                </a:solidFill>
              </a:defRPr>
            </a:lvl1pPr>
          </a:lstStyle>
          <a:p>
            <a:r>
              <a:rPr lang="nl-NL"/>
              <a:t>Image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533B953C-C203-AA46-AD43-0A3DBC55833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9715" y="5802326"/>
            <a:ext cx="2905539" cy="369332"/>
          </a:xfrm>
        </p:spPr>
        <p:txBody>
          <a:bodyPr wrap="none">
            <a:spAutoFit/>
          </a:bodyPr>
          <a:lstStyle/>
          <a:p>
            <a:pPr lvl="0"/>
            <a:r>
              <a:rPr lang="nl-NL"/>
              <a:t>PRESENTATION SUBTITLE</a:t>
            </a:r>
          </a:p>
        </p:txBody>
      </p:sp>
      <p:grpSp>
        <p:nvGrpSpPr>
          <p:cNvPr id="24" name="Groep 23">
            <a:extLst>
              <a:ext uri="{FF2B5EF4-FFF2-40B4-BE49-F238E27FC236}">
                <a16:creationId xmlns:a16="http://schemas.microsoft.com/office/drawing/2014/main" id="{7D0AE82D-0AEC-404C-82FC-F1DAEF5FC807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BEB38FFC-56EE-2946-8BB9-8B0284B070A4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CD678024-0F28-CD4B-8F87-0CC4F98CE585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E458B49A-2F74-F042-B6D6-8968B7D2E4B4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45FEA86C-F7E6-FF4E-AEB4-CBF308E994FB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33">
              <a:extLst>
                <a:ext uri="{FF2B5EF4-FFF2-40B4-BE49-F238E27FC236}">
                  <a16:creationId xmlns:a16="http://schemas.microsoft.com/office/drawing/2014/main" id="{59B232F4-4D9A-864B-8BDB-D77B3AC4C696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48" name="Rechthoek: afgeronde hoeken 61">
                <a:extLst>
                  <a:ext uri="{FF2B5EF4-FFF2-40B4-BE49-F238E27FC236}">
                    <a16:creationId xmlns:a16="http://schemas.microsoft.com/office/drawing/2014/main" id="{48BB6A88-5E35-0A41-B0A4-1AEA56524E1C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E4FDB6EA-53C7-9645-9A1A-951EE2478924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0EE4A40F-6622-1945-AC98-BC90ED4D1669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10522564-E0BB-F246-B876-20DE592695DB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34941FDD-DDB4-D74A-98D0-98F5F55B33DB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0489E6E7-B3AF-BD4A-844E-E12A8A347F57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D099DF6B-A3AD-3D44-8895-60CAA3924CDD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39" name="Groep 38">
                <a:extLst>
                  <a:ext uri="{FF2B5EF4-FFF2-40B4-BE49-F238E27FC236}">
                    <a16:creationId xmlns:a16="http://schemas.microsoft.com/office/drawing/2014/main" id="{4D2044D6-C553-5947-8559-83B3633C9365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1" name="Rechthoek: afgeronde hoeken 55">
                  <a:extLst>
                    <a:ext uri="{FF2B5EF4-FFF2-40B4-BE49-F238E27FC236}">
                      <a16:creationId xmlns:a16="http://schemas.microsoft.com/office/drawing/2014/main" id="{E4C3E57E-F512-674A-BA0B-1E1794DF3DC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A3C6351-806E-E440-96B0-35C75323BD3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43">
                  <a:extLst>
                    <a:ext uri="{FF2B5EF4-FFF2-40B4-BE49-F238E27FC236}">
                      <a16:creationId xmlns:a16="http://schemas.microsoft.com/office/drawing/2014/main" id="{2AE13D84-E217-C747-8382-1AA6E292AF5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44">
                  <a:extLst>
                    <a:ext uri="{FF2B5EF4-FFF2-40B4-BE49-F238E27FC236}">
                      <a16:creationId xmlns:a16="http://schemas.microsoft.com/office/drawing/2014/main" id="{051C6809-BD40-F14B-A2FD-4E0905FC444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66A870E6-7920-764D-8509-8E2696FE5899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1558F9B2-137C-F04E-A48A-980696270F9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Boog 39">
                <a:extLst>
                  <a:ext uri="{FF2B5EF4-FFF2-40B4-BE49-F238E27FC236}">
                    <a16:creationId xmlns:a16="http://schemas.microsoft.com/office/drawing/2014/main" id="{86BF0016-0067-7540-A209-8ED9E95D3BA4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6" name="Tekstvak 35">
              <a:extLst>
                <a:ext uri="{FF2B5EF4-FFF2-40B4-BE49-F238E27FC236}">
                  <a16:creationId xmlns:a16="http://schemas.microsoft.com/office/drawing/2014/main" id="{87BB2C2D-112F-9641-8191-F7C705D5755F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7" name="Tekstvak 36">
              <a:extLst>
                <a:ext uri="{FF2B5EF4-FFF2-40B4-BE49-F238E27FC236}">
                  <a16:creationId xmlns:a16="http://schemas.microsoft.com/office/drawing/2014/main" id="{C3212908-20F4-C447-9AC6-0DDF93AFFF27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38" name="Vrije vorm: vorm 52">
              <a:extLst>
                <a:ext uri="{FF2B5EF4-FFF2-40B4-BE49-F238E27FC236}">
                  <a16:creationId xmlns:a16="http://schemas.microsoft.com/office/drawing/2014/main" id="{793B7F4D-9F17-BE40-9EF4-1FFA947AA546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ep 53">
            <a:extLst>
              <a:ext uri="{FF2B5EF4-FFF2-40B4-BE49-F238E27FC236}">
                <a16:creationId xmlns:a16="http://schemas.microsoft.com/office/drawing/2014/main" id="{A709C3A2-1FBE-734B-9723-E08411887990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55" name="Rechthoek 54">
              <a:extLst>
                <a:ext uri="{FF2B5EF4-FFF2-40B4-BE49-F238E27FC236}">
                  <a16:creationId xmlns:a16="http://schemas.microsoft.com/office/drawing/2014/main" id="{1EA93E94-B410-294E-A51F-6F1B71CE9B4F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56" name="Ovaal 55">
              <a:extLst>
                <a:ext uri="{FF2B5EF4-FFF2-40B4-BE49-F238E27FC236}">
                  <a16:creationId xmlns:a16="http://schemas.microsoft.com/office/drawing/2014/main" id="{BAC42099-250A-BB43-AAFD-41D1DA61C46C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7" name="Rechthoek 56">
              <a:extLst>
                <a:ext uri="{FF2B5EF4-FFF2-40B4-BE49-F238E27FC236}">
                  <a16:creationId xmlns:a16="http://schemas.microsoft.com/office/drawing/2014/main" id="{74C6BA54-4C37-B149-8B09-F1EBEF845140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8" name="Groep 57">
              <a:extLst>
                <a:ext uri="{FF2B5EF4-FFF2-40B4-BE49-F238E27FC236}">
                  <a16:creationId xmlns:a16="http://schemas.microsoft.com/office/drawing/2014/main" id="{17B25C73-A171-4248-B0C7-B9E5F45E6A1D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109" name="Rechthoek 108">
                <a:extLst>
                  <a:ext uri="{FF2B5EF4-FFF2-40B4-BE49-F238E27FC236}">
                    <a16:creationId xmlns:a16="http://schemas.microsoft.com/office/drawing/2014/main" id="{851F8351-B7AA-8B42-9A82-94F314EC3D1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0" name="Ovaal 109">
                <a:extLst>
                  <a:ext uri="{FF2B5EF4-FFF2-40B4-BE49-F238E27FC236}">
                    <a16:creationId xmlns:a16="http://schemas.microsoft.com/office/drawing/2014/main" id="{62CE884F-C0C0-4C4C-9DE4-301E1319BD52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1" name="Vrije vorm: vorm 101">
                <a:extLst>
                  <a:ext uri="{FF2B5EF4-FFF2-40B4-BE49-F238E27FC236}">
                    <a16:creationId xmlns:a16="http://schemas.microsoft.com/office/drawing/2014/main" id="{8F28D1D7-291A-8449-A50C-C1374278988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2" name="Rechthoek: afgeronde hoeken 102">
                <a:extLst>
                  <a:ext uri="{FF2B5EF4-FFF2-40B4-BE49-F238E27FC236}">
                    <a16:creationId xmlns:a16="http://schemas.microsoft.com/office/drawing/2014/main" id="{BD4654C8-E161-2946-B4D4-590A672FE531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13" name="Rechte verbindingslijn 112">
                <a:extLst>
                  <a:ext uri="{FF2B5EF4-FFF2-40B4-BE49-F238E27FC236}">
                    <a16:creationId xmlns:a16="http://schemas.microsoft.com/office/drawing/2014/main" id="{B899E4A3-7B6A-2F4E-8BC6-A39584B5376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Rechte verbindingslijn 113">
                <a:extLst>
                  <a:ext uri="{FF2B5EF4-FFF2-40B4-BE49-F238E27FC236}">
                    <a16:creationId xmlns:a16="http://schemas.microsoft.com/office/drawing/2014/main" id="{FCB3984B-E589-6042-947B-754B26050D72}"/>
                  </a:ext>
                </a:extLst>
              </p:cNvPr>
              <p:cNvCxnSpPr>
                <a:cxnSpLocks/>
                <a:stCxn id="11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59" name="Ovaal 58">
              <a:extLst>
                <a:ext uri="{FF2B5EF4-FFF2-40B4-BE49-F238E27FC236}">
                  <a16:creationId xmlns:a16="http://schemas.microsoft.com/office/drawing/2014/main" id="{40632511-FD48-9645-B21A-E8FA658EBA9B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60" name="Rechthoek 59">
              <a:extLst>
                <a:ext uri="{FF2B5EF4-FFF2-40B4-BE49-F238E27FC236}">
                  <a16:creationId xmlns:a16="http://schemas.microsoft.com/office/drawing/2014/main" id="{97A21906-DD8D-724E-ADDF-A83E04300A0C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1" name="Groep 60">
              <a:extLst>
                <a:ext uri="{FF2B5EF4-FFF2-40B4-BE49-F238E27FC236}">
                  <a16:creationId xmlns:a16="http://schemas.microsoft.com/office/drawing/2014/main" id="{296AF897-CAC8-D54C-B88B-0B4CC6BE4E5D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106" name="Rechthoek 105">
                <a:extLst>
                  <a:ext uri="{FF2B5EF4-FFF2-40B4-BE49-F238E27FC236}">
                    <a16:creationId xmlns:a16="http://schemas.microsoft.com/office/drawing/2014/main" id="{DAAC2043-FF73-CA4E-BE87-D3B5A9CA2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107" name="Rechte verbindingslijn 106">
                <a:extLst>
                  <a:ext uri="{FF2B5EF4-FFF2-40B4-BE49-F238E27FC236}">
                    <a16:creationId xmlns:a16="http://schemas.microsoft.com/office/drawing/2014/main" id="{1F6246DF-3536-9F41-8033-AC485D2602A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08" name="Gelijkbenige driehoek 98">
                <a:extLst>
                  <a:ext uri="{FF2B5EF4-FFF2-40B4-BE49-F238E27FC236}">
                    <a16:creationId xmlns:a16="http://schemas.microsoft.com/office/drawing/2014/main" id="{698CE5BA-B92F-7A4F-85B7-E7BEC95F9BB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2" name="Ovaal 61">
              <a:extLst>
                <a:ext uri="{FF2B5EF4-FFF2-40B4-BE49-F238E27FC236}">
                  <a16:creationId xmlns:a16="http://schemas.microsoft.com/office/drawing/2014/main" id="{27A87C1B-9171-8349-99D0-1915C0E99329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63" name="Rechthoek 62">
              <a:extLst>
                <a:ext uri="{FF2B5EF4-FFF2-40B4-BE49-F238E27FC236}">
                  <a16:creationId xmlns:a16="http://schemas.microsoft.com/office/drawing/2014/main" id="{C7FE5B26-1832-0845-9BA1-1B14926BBCA2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Ovaal 63">
              <a:extLst>
                <a:ext uri="{FF2B5EF4-FFF2-40B4-BE49-F238E27FC236}">
                  <a16:creationId xmlns:a16="http://schemas.microsoft.com/office/drawing/2014/main" id="{719A520B-6701-7740-A440-2F2589896795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65" name="Rechthoek 64">
              <a:extLst>
                <a:ext uri="{FF2B5EF4-FFF2-40B4-BE49-F238E27FC236}">
                  <a16:creationId xmlns:a16="http://schemas.microsoft.com/office/drawing/2014/main" id="{610A6392-07AB-844A-9996-A3983A51B896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6" name="Groep 65">
              <a:extLst>
                <a:ext uri="{FF2B5EF4-FFF2-40B4-BE49-F238E27FC236}">
                  <a16:creationId xmlns:a16="http://schemas.microsoft.com/office/drawing/2014/main" id="{DF32457B-86C4-AD44-B500-31A017033B9C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90" name="Groep 89">
                <a:extLst>
                  <a:ext uri="{FF2B5EF4-FFF2-40B4-BE49-F238E27FC236}">
                    <a16:creationId xmlns:a16="http://schemas.microsoft.com/office/drawing/2014/main" id="{DAFD615B-2E03-9B4C-84C7-1FC2C15DA2D5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93" name="Groep 92">
                  <a:extLst>
                    <a:ext uri="{FF2B5EF4-FFF2-40B4-BE49-F238E27FC236}">
                      <a16:creationId xmlns:a16="http://schemas.microsoft.com/office/drawing/2014/main" id="{FE8340BF-8063-BD49-A05C-F6A0CB2BD0C1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00" name="Groep 99">
                    <a:extLst>
                      <a:ext uri="{FF2B5EF4-FFF2-40B4-BE49-F238E27FC236}">
                        <a16:creationId xmlns:a16="http://schemas.microsoft.com/office/drawing/2014/main" id="{0AFD0FA8-F273-CB42-BA03-C6CDB07501C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03" name="Rechthoek 102">
                      <a:extLst>
                        <a:ext uri="{FF2B5EF4-FFF2-40B4-BE49-F238E27FC236}">
                          <a16:creationId xmlns:a16="http://schemas.microsoft.com/office/drawing/2014/main" id="{99508DD6-D7C7-FC4D-90FD-530C7EB1A78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04" name="Rechthoek 103">
                      <a:extLst>
                        <a:ext uri="{FF2B5EF4-FFF2-40B4-BE49-F238E27FC236}">
                          <a16:creationId xmlns:a16="http://schemas.microsoft.com/office/drawing/2014/main" id="{C7A1BDEB-1E05-5242-B2B5-9B0C33DA5B2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05" name="Ovaal 104">
                      <a:extLst>
                        <a:ext uri="{FF2B5EF4-FFF2-40B4-BE49-F238E27FC236}">
                          <a16:creationId xmlns:a16="http://schemas.microsoft.com/office/drawing/2014/main" id="{B11C6BE9-0DE9-9845-B201-B77EEC81A51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01" name="Afbeelding 100">
                    <a:extLst>
                      <a:ext uri="{FF2B5EF4-FFF2-40B4-BE49-F238E27FC236}">
                        <a16:creationId xmlns:a16="http://schemas.microsoft.com/office/drawing/2014/main" id="{30944235-0191-544A-A9ED-AA84E69B333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2" name="Afbeelding 101">
                    <a:extLst>
                      <a:ext uri="{FF2B5EF4-FFF2-40B4-BE49-F238E27FC236}">
                        <a16:creationId xmlns:a16="http://schemas.microsoft.com/office/drawing/2014/main" id="{06C31C4E-5FBF-8C48-80F6-C82906A1102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4" name="Groep 93">
                  <a:extLst>
                    <a:ext uri="{FF2B5EF4-FFF2-40B4-BE49-F238E27FC236}">
                      <a16:creationId xmlns:a16="http://schemas.microsoft.com/office/drawing/2014/main" id="{F745350E-6581-9F4E-9C94-A076B8F3FF26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8" name="Rechthoek 97">
                    <a:extLst>
                      <a:ext uri="{FF2B5EF4-FFF2-40B4-BE49-F238E27FC236}">
                        <a16:creationId xmlns:a16="http://schemas.microsoft.com/office/drawing/2014/main" id="{FA26FE2A-1017-8445-82C5-C44DA1B741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99" name="Rechthoek 98">
                    <a:extLst>
                      <a:ext uri="{FF2B5EF4-FFF2-40B4-BE49-F238E27FC236}">
                        <a16:creationId xmlns:a16="http://schemas.microsoft.com/office/drawing/2014/main" id="{CCE237C1-6BA9-4C44-B5AA-7D8503C46F2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5" name="Groep 94">
                  <a:extLst>
                    <a:ext uri="{FF2B5EF4-FFF2-40B4-BE49-F238E27FC236}">
                      <a16:creationId xmlns:a16="http://schemas.microsoft.com/office/drawing/2014/main" id="{2647BCC2-CC68-DE4F-8DCF-D008E0CCA0E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6" name="Rechthoek 95">
                    <a:extLst>
                      <a:ext uri="{FF2B5EF4-FFF2-40B4-BE49-F238E27FC236}">
                        <a16:creationId xmlns:a16="http://schemas.microsoft.com/office/drawing/2014/main" id="{4C04E23B-A4CA-544B-A1CA-5E89C45E2A5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97" name="Rechthoek 96">
                    <a:extLst>
                      <a:ext uri="{FF2B5EF4-FFF2-40B4-BE49-F238E27FC236}">
                        <a16:creationId xmlns:a16="http://schemas.microsoft.com/office/drawing/2014/main" id="{125F3933-FD9B-3044-91B7-3FB83198EB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91" name="Rechthoek 90">
                <a:extLst>
                  <a:ext uri="{FF2B5EF4-FFF2-40B4-BE49-F238E27FC236}">
                    <a16:creationId xmlns:a16="http://schemas.microsoft.com/office/drawing/2014/main" id="{44A7B7AB-09F4-524E-8102-718D3226CBA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92" name="Gelijkbenige driehoek 78">
                <a:extLst>
                  <a:ext uri="{FF2B5EF4-FFF2-40B4-BE49-F238E27FC236}">
                    <a16:creationId xmlns:a16="http://schemas.microsoft.com/office/drawing/2014/main" id="{7C4E4BD9-FE6E-804D-B704-28DAE848EE0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7" name="Rechthoek 66">
              <a:extLst>
                <a:ext uri="{FF2B5EF4-FFF2-40B4-BE49-F238E27FC236}">
                  <a16:creationId xmlns:a16="http://schemas.microsoft.com/office/drawing/2014/main" id="{2DA64FDE-1A90-D248-845A-4CBB24599006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8" name="Groep 67">
              <a:extLst>
                <a:ext uri="{FF2B5EF4-FFF2-40B4-BE49-F238E27FC236}">
                  <a16:creationId xmlns:a16="http://schemas.microsoft.com/office/drawing/2014/main" id="{EC9EE128-0369-8F4B-9794-7FDADF6CB6E6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69" name="Rechthoek 68">
                <a:extLst>
                  <a:ext uri="{FF2B5EF4-FFF2-40B4-BE49-F238E27FC236}">
                    <a16:creationId xmlns:a16="http://schemas.microsoft.com/office/drawing/2014/main" id="{3E24E837-FBCC-A54D-AC3B-CCFBAE4FFB8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CD9A19F0-DF7C-4941-84A8-0167768F2CE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71" name="Groep 70">
                <a:extLst>
                  <a:ext uri="{FF2B5EF4-FFF2-40B4-BE49-F238E27FC236}">
                    <a16:creationId xmlns:a16="http://schemas.microsoft.com/office/drawing/2014/main" id="{96BBBE80-40ED-2949-82B8-F601C5E3408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4" name="Rechthoek: afgeronde hoeken 61">
                  <a:extLst>
                    <a:ext uri="{FF2B5EF4-FFF2-40B4-BE49-F238E27FC236}">
                      <a16:creationId xmlns:a16="http://schemas.microsoft.com/office/drawing/2014/main" id="{DC1D0837-F581-0942-8C97-E556E68A1D3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5" name="Rechthoek 84">
                  <a:extLst>
                    <a:ext uri="{FF2B5EF4-FFF2-40B4-BE49-F238E27FC236}">
                      <a16:creationId xmlns:a16="http://schemas.microsoft.com/office/drawing/2014/main" id="{6590493E-AC53-6640-8BB9-8BCCA5CC059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AD7FBD6F-71E1-DE4D-836F-36701B840AD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hthoek 86">
                  <a:extLst>
                    <a:ext uri="{FF2B5EF4-FFF2-40B4-BE49-F238E27FC236}">
                      <a16:creationId xmlns:a16="http://schemas.microsoft.com/office/drawing/2014/main" id="{25CC44EC-F460-094C-A224-1B5CB9DA465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hthoek 87">
                  <a:extLst>
                    <a:ext uri="{FF2B5EF4-FFF2-40B4-BE49-F238E27FC236}">
                      <a16:creationId xmlns:a16="http://schemas.microsoft.com/office/drawing/2014/main" id="{8C819D50-5071-9648-8686-FD831C2BB62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hthoek 88">
                  <a:extLst>
                    <a:ext uri="{FF2B5EF4-FFF2-40B4-BE49-F238E27FC236}">
                      <a16:creationId xmlns:a16="http://schemas.microsoft.com/office/drawing/2014/main" id="{54C2D7AB-D690-2247-B798-C74BFA0878F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72" name="Groep 71">
                <a:extLst>
                  <a:ext uri="{FF2B5EF4-FFF2-40B4-BE49-F238E27FC236}">
                    <a16:creationId xmlns:a16="http://schemas.microsoft.com/office/drawing/2014/main" id="{79089456-E18D-0041-ADC3-F9DA918B551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6" name="Groep 75">
                  <a:extLst>
                    <a:ext uri="{FF2B5EF4-FFF2-40B4-BE49-F238E27FC236}">
                      <a16:creationId xmlns:a16="http://schemas.microsoft.com/office/drawing/2014/main" id="{DF045634-267A-2D46-B0F8-702A9E924CA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8" name="Rechthoek: afgeronde hoeken 55">
                    <a:extLst>
                      <a:ext uri="{FF2B5EF4-FFF2-40B4-BE49-F238E27FC236}">
                        <a16:creationId xmlns:a16="http://schemas.microsoft.com/office/drawing/2014/main" id="{21BFA717-347C-AA41-98B3-22074DF518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79" name="Rechthoek 78">
                    <a:extLst>
                      <a:ext uri="{FF2B5EF4-FFF2-40B4-BE49-F238E27FC236}">
                        <a16:creationId xmlns:a16="http://schemas.microsoft.com/office/drawing/2014/main" id="{374EFB12-1616-A64D-943D-3A10104AA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DF78643A-9079-FC4A-A73E-0D54E8E28E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1" name="Rechthoek 80">
                    <a:extLst>
                      <a:ext uri="{FF2B5EF4-FFF2-40B4-BE49-F238E27FC236}">
                        <a16:creationId xmlns:a16="http://schemas.microsoft.com/office/drawing/2014/main" id="{75C2D87B-A560-B743-A65E-0D9E7C2E91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2" name="Rechthoek 81">
                    <a:extLst>
                      <a:ext uri="{FF2B5EF4-FFF2-40B4-BE49-F238E27FC236}">
                        <a16:creationId xmlns:a16="http://schemas.microsoft.com/office/drawing/2014/main" id="{4B94541C-1987-B84B-BF7F-3B371A2B10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3" name="Rechthoek 82">
                    <a:extLst>
                      <a:ext uri="{FF2B5EF4-FFF2-40B4-BE49-F238E27FC236}">
                        <a16:creationId xmlns:a16="http://schemas.microsoft.com/office/drawing/2014/main" id="{FE9C7EDB-446A-5A48-BFDF-A9CC25BF5C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77" name="Boog 76">
                  <a:extLst>
                    <a:ext uri="{FF2B5EF4-FFF2-40B4-BE49-F238E27FC236}">
                      <a16:creationId xmlns:a16="http://schemas.microsoft.com/office/drawing/2014/main" id="{0BF05146-9255-BC43-981E-3580653B3F6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73" name="Tekstvak 72">
                <a:extLst>
                  <a:ext uri="{FF2B5EF4-FFF2-40B4-BE49-F238E27FC236}">
                    <a16:creationId xmlns:a16="http://schemas.microsoft.com/office/drawing/2014/main" id="{E146EDDE-4358-BA4E-9420-DFA74222490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Tekstvak 73">
                <a:extLst>
                  <a:ext uri="{FF2B5EF4-FFF2-40B4-BE49-F238E27FC236}">
                    <a16:creationId xmlns:a16="http://schemas.microsoft.com/office/drawing/2014/main" id="{F77EBBCF-1FFE-864E-B19D-5F109CD3310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52">
                <a:extLst>
                  <a:ext uri="{FF2B5EF4-FFF2-40B4-BE49-F238E27FC236}">
                    <a16:creationId xmlns:a16="http://schemas.microsoft.com/office/drawing/2014/main" id="{3BF223C8-4E6E-0C4E-AE58-D675BFBE8A8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115" name="Afbeelding 114">
            <a:extLst>
              <a:ext uri="{FF2B5EF4-FFF2-40B4-BE49-F238E27FC236}">
                <a16:creationId xmlns:a16="http://schemas.microsoft.com/office/drawing/2014/main" id="{C7DE7424-6A9E-1B46-A2C7-F652EFE90F5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16" name="Ovaal 115">
            <a:extLst>
              <a:ext uri="{FF2B5EF4-FFF2-40B4-BE49-F238E27FC236}">
                <a16:creationId xmlns:a16="http://schemas.microsoft.com/office/drawing/2014/main" id="{9739BE40-C329-EF42-A754-FA5240E4072E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117" name="Rechthoek 116">
            <a:extLst>
              <a:ext uri="{FF2B5EF4-FFF2-40B4-BE49-F238E27FC236}">
                <a16:creationId xmlns:a16="http://schemas.microsoft.com/office/drawing/2014/main" id="{14EC2973-0C6D-4844-B427-BE6FF00B1A31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18" name="Afbeelding 117">
            <a:extLst>
              <a:ext uri="{FF2B5EF4-FFF2-40B4-BE49-F238E27FC236}">
                <a16:creationId xmlns:a16="http://schemas.microsoft.com/office/drawing/2014/main" id="{C92F93F8-625D-DF4A-9BB4-34F762734086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7862827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Cl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hthoek 2">
            <a:extLst>
              <a:ext uri="{FF2B5EF4-FFF2-40B4-BE49-F238E27FC236}">
                <a16:creationId xmlns:a16="http://schemas.microsoft.com/office/drawing/2014/main" id="{B981262F-2DBB-1840-AB88-47F9F3B62670}"/>
              </a:ext>
            </a:extLst>
          </p:cNvPr>
          <p:cNvSpPr/>
          <p:nvPr userDrawn="1"/>
        </p:nvSpPr>
        <p:spPr>
          <a:xfrm>
            <a:off x="8531750" y="4611758"/>
            <a:ext cx="3660250" cy="224624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9715" y="5279665"/>
            <a:ext cx="7832035" cy="522661"/>
          </a:xfrm>
        </p:spPr>
        <p:txBody>
          <a:bodyPr anchor="b">
            <a:noAutofit/>
          </a:bodyPr>
          <a:lstStyle>
            <a:lvl1pPr>
              <a:defRPr sz="3600"/>
            </a:lvl1pPr>
          </a:lstStyle>
          <a:p>
            <a:r>
              <a:rPr lang="nl-NL"/>
              <a:t>Presentation </a:t>
            </a:r>
            <a:r>
              <a:rPr lang="nl-NL" err="1"/>
              <a:t>Title</a:t>
            </a:r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533B953C-C203-AA46-AD43-0A3DBC55833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9715" y="5802326"/>
            <a:ext cx="2905539" cy="369332"/>
          </a:xfrm>
        </p:spPr>
        <p:txBody>
          <a:bodyPr wrap="none">
            <a:spAutoFit/>
          </a:bodyPr>
          <a:lstStyle/>
          <a:p>
            <a:pPr lvl="0"/>
            <a:r>
              <a:rPr lang="nl-NL"/>
              <a:t>PRESENTATION SUBTITLE</a:t>
            </a:r>
          </a:p>
        </p:txBody>
      </p:sp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A086EAD-441A-E741-8CF4-D1621AA7B5F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117496" y="5079117"/>
            <a:ext cx="2488758" cy="1326358"/>
          </a:xfrm>
        </p:spPr>
        <p:txBody>
          <a:bodyPr anchor="ctr">
            <a:normAutofit/>
          </a:bodyPr>
          <a:lstStyle>
            <a:lvl1pPr algn="ctr">
              <a:defRPr sz="1400"/>
            </a:lvl1pPr>
          </a:lstStyle>
          <a:p>
            <a:r>
              <a:rPr lang="nl-NL"/>
              <a:t>Logo </a:t>
            </a:r>
            <a:r>
              <a:rPr lang="nl-NL" err="1"/>
              <a:t>client</a:t>
            </a:r>
            <a:endParaRPr lang="nl-NL"/>
          </a:p>
        </p:txBody>
      </p:sp>
      <p:sp>
        <p:nvSpPr>
          <p:cNvPr id="8" name="Vrije vorm 7">
            <a:extLst>
              <a:ext uri="{FF2B5EF4-FFF2-40B4-BE49-F238E27FC236}">
                <a16:creationId xmlns:a16="http://schemas.microsoft.com/office/drawing/2014/main" id="{E145C818-3BEC-DF4A-9F47-04DF732FFF96}"/>
              </a:ext>
            </a:extLst>
          </p:cNvPr>
          <p:cNvSpPr/>
          <p:nvPr userDrawn="1"/>
        </p:nvSpPr>
        <p:spPr>
          <a:xfrm>
            <a:off x="3605748" y="765175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9" name="Vrije vorm 8">
            <a:extLst>
              <a:ext uri="{FF2B5EF4-FFF2-40B4-BE49-F238E27FC236}">
                <a16:creationId xmlns:a16="http://schemas.microsoft.com/office/drawing/2014/main" id="{87E3A25B-1CFC-774B-AF01-FB83D03685D2}"/>
              </a:ext>
            </a:extLst>
          </p:cNvPr>
          <p:cNvSpPr/>
          <p:nvPr userDrawn="1"/>
        </p:nvSpPr>
        <p:spPr>
          <a:xfrm>
            <a:off x="3891985" y="765175"/>
            <a:ext cx="532588" cy="590843"/>
          </a:xfrm>
          <a:custGeom>
            <a:avLst/>
            <a:gdLst>
              <a:gd name="connsiteX0" fmla="*/ 0 w 532588"/>
              <a:gd name="connsiteY0" fmla="*/ 0 h 590843"/>
              <a:gd name="connsiteX1" fmla="*/ 296795 w 532588"/>
              <a:gd name="connsiteY1" fmla="*/ 0 h 590843"/>
              <a:gd name="connsiteX2" fmla="*/ 532589 w 532588"/>
              <a:gd name="connsiteY2" fmla="*/ 225637 h 590843"/>
              <a:gd name="connsiteX3" fmla="*/ 532589 w 532588"/>
              <a:gd name="connsiteY3" fmla="*/ 357065 h 590843"/>
              <a:gd name="connsiteX4" fmla="*/ 317911 w 532588"/>
              <a:gd name="connsiteY4" fmla="*/ 590843 h 590843"/>
              <a:gd name="connsiteX5" fmla="*/ 0 w 532588"/>
              <a:gd name="connsiteY5" fmla="*/ 590843 h 590843"/>
              <a:gd name="connsiteX6" fmla="*/ 0 w 532588"/>
              <a:gd name="connsiteY6" fmla="*/ 0 h 590843"/>
              <a:gd name="connsiteX7" fmla="*/ 156023 w 532588"/>
              <a:gd name="connsiteY7" fmla="*/ 455926 h 590843"/>
              <a:gd name="connsiteX8" fmla="*/ 293276 w 532588"/>
              <a:gd name="connsiteY8" fmla="*/ 455926 h 590843"/>
              <a:gd name="connsiteX9" fmla="*/ 371874 w 532588"/>
              <a:gd name="connsiteY9" fmla="*/ 357065 h 590843"/>
              <a:gd name="connsiteX10" fmla="*/ 371874 w 532588"/>
              <a:gd name="connsiteY10" fmla="*/ 225637 h 590843"/>
              <a:gd name="connsiteX11" fmla="*/ 293276 w 532588"/>
              <a:gd name="connsiteY11" fmla="*/ 134917 h 590843"/>
              <a:gd name="connsiteX12" fmla="*/ 156023 w 532588"/>
              <a:gd name="connsiteY12" fmla="*/ 134917 h 590843"/>
              <a:gd name="connsiteX13" fmla="*/ 156023 w 532588"/>
              <a:gd name="connsiteY13" fmla="*/ 455926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32588" h="590843">
                <a:moveTo>
                  <a:pt x="0" y="0"/>
                </a:moveTo>
                <a:lnTo>
                  <a:pt x="296795" y="0"/>
                </a:lnTo>
                <a:cubicBezTo>
                  <a:pt x="459857" y="0"/>
                  <a:pt x="532589" y="60480"/>
                  <a:pt x="532589" y="225637"/>
                </a:cubicBezTo>
                <a:lnTo>
                  <a:pt x="532589" y="357065"/>
                </a:lnTo>
                <a:cubicBezTo>
                  <a:pt x="532589" y="516406"/>
                  <a:pt x="480972" y="590843"/>
                  <a:pt x="317911" y="590843"/>
                </a:cubicBezTo>
                <a:lnTo>
                  <a:pt x="0" y="590843"/>
                </a:lnTo>
                <a:lnTo>
                  <a:pt x="0" y="0"/>
                </a:lnTo>
                <a:close/>
                <a:moveTo>
                  <a:pt x="156023" y="455926"/>
                </a:moveTo>
                <a:lnTo>
                  <a:pt x="293276" y="455926"/>
                </a:lnTo>
                <a:cubicBezTo>
                  <a:pt x="350758" y="455926"/>
                  <a:pt x="371874" y="417545"/>
                  <a:pt x="371874" y="357065"/>
                </a:cubicBezTo>
                <a:lnTo>
                  <a:pt x="371874" y="225637"/>
                </a:lnTo>
                <a:cubicBezTo>
                  <a:pt x="371874" y="150037"/>
                  <a:pt x="347239" y="134917"/>
                  <a:pt x="293276" y="134917"/>
                </a:cubicBezTo>
                <a:lnTo>
                  <a:pt x="156023" y="134917"/>
                </a:lnTo>
                <a:lnTo>
                  <a:pt x="156023" y="455926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0" name="Vrije vorm 9">
            <a:extLst>
              <a:ext uri="{FF2B5EF4-FFF2-40B4-BE49-F238E27FC236}">
                <a16:creationId xmlns:a16="http://schemas.microsoft.com/office/drawing/2014/main" id="{830631E7-22C4-CD48-8E04-D76D257C72F5}"/>
              </a:ext>
            </a:extLst>
          </p:cNvPr>
          <p:cNvSpPr/>
          <p:nvPr userDrawn="1"/>
        </p:nvSpPr>
        <p:spPr>
          <a:xfrm>
            <a:off x="4548923" y="765175"/>
            <a:ext cx="428182" cy="590843"/>
          </a:xfrm>
          <a:custGeom>
            <a:avLst/>
            <a:gdLst>
              <a:gd name="connsiteX0" fmla="*/ 156023 w 428182"/>
              <a:gd name="connsiteY0" fmla="*/ 238431 h 590843"/>
              <a:gd name="connsiteX1" fmla="*/ 405894 w 428182"/>
              <a:gd name="connsiteY1" fmla="*/ 238431 h 590843"/>
              <a:gd name="connsiteX2" fmla="*/ 405894 w 428182"/>
              <a:gd name="connsiteY2" fmla="*/ 346597 h 590843"/>
              <a:gd name="connsiteX3" fmla="*/ 156023 w 428182"/>
              <a:gd name="connsiteY3" fmla="*/ 346597 h 590843"/>
              <a:gd name="connsiteX4" fmla="*/ 156023 w 428182"/>
              <a:gd name="connsiteY4" fmla="*/ 464068 h 590843"/>
              <a:gd name="connsiteX5" fmla="*/ 428183 w 428182"/>
              <a:gd name="connsiteY5" fmla="*/ 464068 h 590843"/>
              <a:gd name="connsiteX6" fmla="*/ 428183 w 428182"/>
              <a:gd name="connsiteY6" fmla="*/ 590843 h 590843"/>
              <a:gd name="connsiteX7" fmla="*/ 0 w 428182"/>
              <a:gd name="connsiteY7" fmla="*/ 590843 h 590843"/>
              <a:gd name="connsiteX8" fmla="*/ 0 w 428182"/>
              <a:gd name="connsiteY8" fmla="*/ 0 h 590843"/>
              <a:gd name="connsiteX9" fmla="*/ 428183 w 428182"/>
              <a:gd name="connsiteY9" fmla="*/ 0 h 590843"/>
              <a:gd name="connsiteX10" fmla="*/ 428183 w 428182"/>
              <a:gd name="connsiteY10" fmla="*/ 126775 h 590843"/>
              <a:gd name="connsiteX11" fmla="*/ 156023 w 428182"/>
              <a:gd name="connsiteY11" fmla="*/ 126775 h 590843"/>
              <a:gd name="connsiteX12" fmla="*/ 156023 w 428182"/>
              <a:gd name="connsiteY12" fmla="*/ 238431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28182" h="590843">
                <a:moveTo>
                  <a:pt x="156023" y="238431"/>
                </a:moveTo>
                <a:lnTo>
                  <a:pt x="405894" y="238431"/>
                </a:lnTo>
                <a:lnTo>
                  <a:pt x="405894" y="346597"/>
                </a:lnTo>
                <a:lnTo>
                  <a:pt x="156023" y="346597"/>
                </a:lnTo>
                <a:lnTo>
                  <a:pt x="156023" y="464068"/>
                </a:lnTo>
                <a:lnTo>
                  <a:pt x="428183" y="464068"/>
                </a:lnTo>
                <a:lnTo>
                  <a:pt x="428183" y="590843"/>
                </a:lnTo>
                <a:lnTo>
                  <a:pt x="0" y="590843"/>
                </a:lnTo>
                <a:lnTo>
                  <a:pt x="0" y="0"/>
                </a:lnTo>
                <a:lnTo>
                  <a:pt x="428183" y="0"/>
                </a:lnTo>
                <a:lnTo>
                  <a:pt x="428183" y="126775"/>
                </a:lnTo>
                <a:lnTo>
                  <a:pt x="156023" y="126775"/>
                </a:lnTo>
                <a:lnTo>
                  <a:pt x="156023" y="238431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aphic 23">
            <a:extLst>
              <a:ext uri="{FF2B5EF4-FFF2-40B4-BE49-F238E27FC236}">
                <a16:creationId xmlns:a16="http://schemas.microsoft.com/office/drawing/2014/main" id="{CCBBDB3A-2B78-4F44-A628-42F34CF2A753}"/>
              </a:ext>
            </a:extLst>
          </p:cNvPr>
          <p:cNvGrpSpPr/>
          <p:nvPr userDrawn="1"/>
        </p:nvGrpSpPr>
        <p:grpSpPr>
          <a:xfrm>
            <a:off x="750415" y="1469999"/>
            <a:ext cx="4231383" cy="173298"/>
            <a:chOff x="750415" y="1469999"/>
            <a:chExt cx="4231383" cy="173298"/>
          </a:xfrm>
          <a:solidFill>
            <a:schemeClr val="tx1"/>
          </a:solidFill>
        </p:grpSpPr>
        <p:sp>
          <p:nvSpPr>
            <p:cNvPr id="12" name="Vrije vorm 11">
              <a:extLst>
                <a:ext uri="{FF2B5EF4-FFF2-40B4-BE49-F238E27FC236}">
                  <a16:creationId xmlns:a16="http://schemas.microsoft.com/office/drawing/2014/main" id="{102ED62B-5FE0-E843-96CA-2EC05633CDBD}"/>
                </a:ext>
              </a:extLst>
            </p:cNvPr>
            <p:cNvSpPr/>
            <p:nvPr/>
          </p:nvSpPr>
          <p:spPr>
            <a:xfrm>
              <a:off x="75041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3" name="Vrije vorm 12">
              <a:extLst>
                <a:ext uri="{FF2B5EF4-FFF2-40B4-BE49-F238E27FC236}">
                  <a16:creationId xmlns:a16="http://schemas.microsoft.com/office/drawing/2014/main" id="{88655700-E164-174D-A20C-2A2D4FC36BE4}"/>
                </a:ext>
              </a:extLst>
            </p:cNvPr>
            <p:cNvSpPr/>
            <p:nvPr/>
          </p:nvSpPr>
          <p:spPr>
            <a:xfrm>
              <a:off x="1038998" y="1472325"/>
              <a:ext cx="111444" cy="168646"/>
            </a:xfrm>
            <a:custGeom>
              <a:avLst/>
              <a:gdLst>
                <a:gd name="connsiteX0" fmla="*/ 0 w 111444"/>
                <a:gd name="connsiteY0" fmla="*/ 168646 h 168646"/>
                <a:gd name="connsiteX1" fmla="*/ 0 w 111444"/>
                <a:gd name="connsiteY1" fmla="*/ 0 h 168646"/>
                <a:gd name="connsiteX2" fmla="*/ 32847 w 111444"/>
                <a:gd name="connsiteY2" fmla="*/ 0 h 168646"/>
                <a:gd name="connsiteX3" fmla="*/ 32847 w 111444"/>
                <a:gd name="connsiteY3" fmla="*/ 67458 h 168646"/>
                <a:gd name="connsiteX4" fmla="*/ 78598 w 111444"/>
                <a:gd name="connsiteY4" fmla="*/ 67458 h 168646"/>
                <a:gd name="connsiteX5" fmla="*/ 78598 w 111444"/>
                <a:gd name="connsiteY5" fmla="*/ 0 h 168646"/>
                <a:gd name="connsiteX6" fmla="*/ 111445 w 111444"/>
                <a:gd name="connsiteY6" fmla="*/ 0 h 168646"/>
                <a:gd name="connsiteX7" fmla="*/ 111445 w 111444"/>
                <a:gd name="connsiteY7" fmla="*/ 168646 h 168646"/>
                <a:gd name="connsiteX8" fmla="*/ 78598 w 111444"/>
                <a:gd name="connsiteY8" fmla="*/ 168646 h 168646"/>
                <a:gd name="connsiteX9" fmla="*/ 78598 w 111444"/>
                <a:gd name="connsiteY9" fmla="*/ 95372 h 168646"/>
                <a:gd name="connsiteX10" fmla="*/ 32847 w 111444"/>
                <a:gd name="connsiteY10" fmla="*/ 95372 h 168646"/>
                <a:gd name="connsiteX11" fmla="*/ 32847 w 111444"/>
                <a:gd name="connsiteY11" fmla="*/ 168646 h 168646"/>
                <a:gd name="connsiteX12" fmla="*/ 0 w 111444"/>
                <a:gd name="connsiteY12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444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67458"/>
                  </a:lnTo>
                  <a:lnTo>
                    <a:pt x="78598" y="67458"/>
                  </a:lnTo>
                  <a:lnTo>
                    <a:pt x="78598" y="0"/>
                  </a:lnTo>
                  <a:lnTo>
                    <a:pt x="111445" y="0"/>
                  </a:lnTo>
                  <a:lnTo>
                    <a:pt x="111445" y="168646"/>
                  </a:lnTo>
                  <a:lnTo>
                    <a:pt x="78598" y="168646"/>
                  </a:lnTo>
                  <a:lnTo>
                    <a:pt x="78598" y="95372"/>
                  </a:lnTo>
                  <a:lnTo>
                    <a:pt x="32847" y="95372"/>
                  </a:lnTo>
                  <a:lnTo>
                    <a:pt x="32847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" name="Vrije vorm 13">
              <a:extLst>
                <a:ext uri="{FF2B5EF4-FFF2-40B4-BE49-F238E27FC236}">
                  <a16:creationId xmlns:a16="http://schemas.microsoft.com/office/drawing/2014/main" id="{0CF0DE55-95A4-3C4E-9CEB-38A306FC6318}"/>
                </a:ext>
              </a:extLst>
            </p:cNvPr>
            <p:cNvSpPr/>
            <p:nvPr/>
          </p:nvSpPr>
          <p:spPr>
            <a:xfrm>
              <a:off x="1340486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" name="Vrije vorm 14">
              <a:extLst>
                <a:ext uri="{FF2B5EF4-FFF2-40B4-BE49-F238E27FC236}">
                  <a16:creationId xmlns:a16="http://schemas.microsoft.com/office/drawing/2014/main" id="{53875CEB-E026-9D46-81A2-30D25D10CDEA}"/>
                </a:ext>
              </a:extLst>
            </p:cNvPr>
            <p:cNvSpPr/>
            <p:nvPr/>
          </p:nvSpPr>
          <p:spPr>
            <a:xfrm>
              <a:off x="1836708" y="1469999"/>
              <a:ext cx="109098" cy="173298"/>
            </a:xfrm>
            <a:custGeom>
              <a:avLst/>
              <a:gdLst>
                <a:gd name="connsiteX0" fmla="*/ 77425 w 109098"/>
                <a:gd name="connsiteY0" fmla="*/ 48849 h 173298"/>
                <a:gd name="connsiteX1" fmla="*/ 53963 w 109098"/>
                <a:gd name="connsiteY1" fmla="*/ 26751 h 173298"/>
                <a:gd name="connsiteX2" fmla="*/ 36366 w 109098"/>
                <a:gd name="connsiteY2" fmla="*/ 45360 h 173298"/>
                <a:gd name="connsiteX3" fmla="*/ 109099 w 109098"/>
                <a:gd name="connsiteY3" fmla="*/ 125612 h 173298"/>
                <a:gd name="connsiteX4" fmla="*/ 55136 w 109098"/>
                <a:gd name="connsiteY4" fmla="*/ 173298 h 173298"/>
                <a:gd name="connsiteX5" fmla="*/ 0 w 109098"/>
                <a:gd name="connsiteY5" fmla="*/ 125612 h 173298"/>
                <a:gd name="connsiteX6" fmla="*/ 31674 w 109098"/>
                <a:gd name="connsiteY6" fmla="*/ 118634 h 173298"/>
                <a:gd name="connsiteX7" fmla="*/ 56309 w 109098"/>
                <a:gd name="connsiteY7" fmla="*/ 146548 h 173298"/>
                <a:gd name="connsiteX8" fmla="*/ 76252 w 109098"/>
                <a:gd name="connsiteY8" fmla="*/ 126775 h 173298"/>
                <a:gd name="connsiteX9" fmla="*/ 3519 w 109098"/>
                <a:gd name="connsiteY9" fmla="*/ 47686 h 173298"/>
                <a:gd name="connsiteX10" fmla="*/ 55136 w 109098"/>
                <a:gd name="connsiteY10" fmla="*/ 0 h 173298"/>
                <a:gd name="connsiteX11" fmla="*/ 107926 w 109098"/>
                <a:gd name="connsiteY11" fmla="*/ 40708 h 173298"/>
                <a:gd name="connsiteX12" fmla="*/ 77425 w 109098"/>
                <a:gd name="connsiteY12" fmla="*/ 48849 h 17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098" h="173298">
                  <a:moveTo>
                    <a:pt x="77425" y="48849"/>
                  </a:moveTo>
                  <a:cubicBezTo>
                    <a:pt x="71559" y="32566"/>
                    <a:pt x="64521" y="26751"/>
                    <a:pt x="53963" y="26751"/>
                  </a:cubicBezTo>
                  <a:cubicBezTo>
                    <a:pt x="42232" y="26751"/>
                    <a:pt x="36366" y="33729"/>
                    <a:pt x="36366" y="45360"/>
                  </a:cubicBezTo>
                  <a:cubicBezTo>
                    <a:pt x="36366" y="70948"/>
                    <a:pt x="109099" y="72111"/>
                    <a:pt x="109099" y="125612"/>
                  </a:cubicBezTo>
                  <a:cubicBezTo>
                    <a:pt x="109099" y="154689"/>
                    <a:pt x="89156" y="173298"/>
                    <a:pt x="55136" y="173298"/>
                  </a:cubicBezTo>
                  <a:cubicBezTo>
                    <a:pt x="29328" y="173298"/>
                    <a:pt x="8212" y="159342"/>
                    <a:pt x="0" y="125612"/>
                  </a:cubicBezTo>
                  <a:lnTo>
                    <a:pt x="31674" y="118634"/>
                  </a:lnTo>
                  <a:cubicBezTo>
                    <a:pt x="35193" y="138406"/>
                    <a:pt x="46924" y="146548"/>
                    <a:pt x="56309" y="146548"/>
                  </a:cubicBezTo>
                  <a:cubicBezTo>
                    <a:pt x="68040" y="146548"/>
                    <a:pt x="76252" y="139569"/>
                    <a:pt x="76252" y="126775"/>
                  </a:cubicBezTo>
                  <a:cubicBezTo>
                    <a:pt x="76252" y="95372"/>
                    <a:pt x="3519" y="94209"/>
                    <a:pt x="3519" y="47686"/>
                  </a:cubicBezTo>
                  <a:cubicBezTo>
                    <a:pt x="3519" y="18609"/>
                    <a:pt x="21116" y="0"/>
                    <a:pt x="55136" y="0"/>
                  </a:cubicBezTo>
                  <a:cubicBezTo>
                    <a:pt x="84463" y="0"/>
                    <a:pt x="102060" y="17446"/>
                    <a:pt x="107926" y="40708"/>
                  </a:cubicBezTo>
                  <a:lnTo>
                    <a:pt x="77425" y="48849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" name="Vrije vorm 15">
              <a:extLst>
                <a:ext uri="{FF2B5EF4-FFF2-40B4-BE49-F238E27FC236}">
                  <a16:creationId xmlns:a16="http://schemas.microsoft.com/office/drawing/2014/main" id="{06E7C7D9-8939-BD48-84B6-ECC032EB8392}"/>
                </a:ext>
              </a:extLst>
            </p:cNvPr>
            <p:cNvSpPr/>
            <p:nvPr/>
          </p:nvSpPr>
          <p:spPr>
            <a:xfrm>
              <a:off x="212294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8" name="Vrije vorm 17">
              <a:extLst>
                <a:ext uri="{FF2B5EF4-FFF2-40B4-BE49-F238E27FC236}">
                  <a16:creationId xmlns:a16="http://schemas.microsoft.com/office/drawing/2014/main" id="{E4917E86-AD39-EB4E-932B-74D1C0EBABFA}"/>
                </a:ext>
              </a:extLst>
            </p:cNvPr>
            <p:cNvSpPr/>
            <p:nvPr/>
          </p:nvSpPr>
          <p:spPr>
            <a:xfrm>
              <a:off x="241035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" name="Vrije vorm 18">
              <a:extLst>
                <a:ext uri="{FF2B5EF4-FFF2-40B4-BE49-F238E27FC236}">
                  <a16:creationId xmlns:a16="http://schemas.microsoft.com/office/drawing/2014/main" id="{4F209B29-1737-DB48-99F4-7B678CF532AA}"/>
                </a:ext>
              </a:extLst>
            </p:cNvPr>
            <p:cNvSpPr/>
            <p:nvPr/>
          </p:nvSpPr>
          <p:spPr>
            <a:xfrm>
              <a:off x="2687208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0" name="Vrije vorm 19">
              <a:extLst>
                <a:ext uri="{FF2B5EF4-FFF2-40B4-BE49-F238E27FC236}">
                  <a16:creationId xmlns:a16="http://schemas.microsoft.com/office/drawing/2014/main" id="{C71839A0-84E0-0B42-84DC-EA1B729D2BB3}"/>
                </a:ext>
              </a:extLst>
            </p:cNvPr>
            <p:cNvSpPr/>
            <p:nvPr/>
          </p:nvSpPr>
          <p:spPr>
            <a:xfrm>
              <a:off x="2964061" y="1472325"/>
              <a:ext cx="85636" cy="168646"/>
            </a:xfrm>
            <a:custGeom>
              <a:avLst/>
              <a:gdLst>
                <a:gd name="connsiteX0" fmla="*/ 0 w 85636"/>
                <a:gd name="connsiteY0" fmla="*/ 168646 h 168646"/>
                <a:gd name="connsiteX1" fmla="*/ 0 w 85636"/>
                <a:gd name="connsiteY1" fmla="*/ 0 h 168646"/>
                <a:gd name="connsiteX2" fmla="*/ 32847 w 85636"/>
                <a:gd name="connsiteY2" fmla="*/ 0 h 168646"/>
                <a:gd name="connsiteX3" fmla="*/ 32847 w 85636"/>
                <a:gd name="connsiteY3" fmla="*/ 139569 h 168646"/>
                <a:gd name="connsiteX4" fmla="*/ 85637 w 85636"/>
                <a:gd name="connsiteY4" fmla="*/ 139569 h 168646"/>
                <a:gd name="connsiteX5" fmla="*/ 85637 w 85636"/>
                <a:gd name="connsiteY5" fmla="*/ 167483 h 168646"/>
                <a:gd name="connsiteX6" fmla="*/ 0 w 85636"/>
                <a:gd name="connsiteY6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36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139569"/>
                  </a:lnTo>
                  <a:lnTo>
                    <a:pt x="85637" y="139569"/>
                  </a:lnTo>
                  <a:lnTo>
                    <a:pt x="85637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" name="Vrije vorm 21">
              <a:extLst>
                <a:ext uri="{FF2B5EF4-FFF2-40B4-BE49-F238E27FC236}">
                  <a16:creationId xmlns:a16="http://schemas.microsoft.com/office/drawing/2014/main" id="{47744AA7-EF14-034F-8A43-2DF9BDB62FA8}"/>
                </a:ext>
              </a:extLst>
            </p:cNvPr>
            <p:cNvSpPr/>
            <p:nvPr/>
          </p:nvSpPr>
          <p:spPr>
            <a:xfrm>
              <a:off x="3453245" y="1472325"/>
              <a:ext cx="84463" cy="168646"/>
            </a:xfrm>
            <a:custGeom>
              <a:avLst/>
              <a:gdLst>
                <a:gd name="connsiteX0" fmla="*/ 0 w 84463"/>
                <a:gd name="connsiteY0" fmla="*/ 168646 h 168646"/>
                <a:gd name="connsiteX1" fmla="*/ 0 w 84463"/>
                <a:gd name="connsiteY1" fmla="*/ 0 h 168646"/>
                <a:gd name="connsiteX2" fmla="*/ 84463 w 84463"/>
                <a:gd name="connsiteY2" fmla="*/ 0 h 168646"/>
                <a:gd name="connsiteX3" fmla="*/ 84463 w 84463"/>
                <a:gd name="connsiteY3" fmla="*/ 27914 h 168646"/>
                <a:gd name="connsiteX4" fmla="*/ 31674 w 84463"/>
                <a:gd name="connsiteY4" fmla="*/ 27914 h 168646"/>
                <a:gd name="connsiteX5" fmla="*/ 31674 w 84463"/>
                <a:gd name="connsiteY5" fmla="*/ 66295 h 168646"/>
                <a:gd name="connsiteX6" fmla="*/ 72732 w 84463"/>
                <a:gd name="connsiteY6" fmla="*/ 66295 h 168646"/>
                <a:gd name="connsiteX7" fmla="*/ 72732 w 84463"/>
                <a:gd name="connsiteY7" fmla="*/ 95372 h 168646"/>
                <a:gd name="connsiteX8" fmla="*/ 31674 w 84463"/>
                <a:gd name="connsiteY8" fmla="*/ 95372 h 168646"/>
                <a:gd name="connsiteX9" fmla="*/ 31674 w 84463"/>
                <a:gd name="connsiteY9" fmla="*/ 168646 h 168646"/>
                <a:gd name="connsiteX10" fmla="*/ 0 w 84463"/>
                <a:gd name="connsiteY10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463" h="168646">
                  <a:moveTo>
                    <a:pt x="0" y="168646"/>
                  </a:moveTo>
                  <a:lnTo>
                    <a:pt x="0" y="0"/>
                  </a:lnTo>
                  <a:lnTo>
                    <a:pt x="84463" y="0"/>
                  </a:lnTo>
                  <a:lnTo>
                    <a:pt x="84463" y="27914"/>
                  </a:lnTo>
                  <a:lnTo>
                    <a:pt x="31674" y="27914"/>
                  </a:lnTo>
                  <a:lnTo>
                    <a:pt x="31674" y="66295"/>
                  </a:lnTo>
                  <a:lnTo>
                    <a:pt x="72732" y="66295"/>
                  </a:lnTo>
                  <a:lnTo>
                    <a:pt x="72732" y="95372"/>
                  </a:lnTo>
                  <a:lnTo>
                    <a:pt x="31674" y="95372"/>
                  </a:lnTo>
                  <a:lnTo>
                    <a:pt x="31674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3" name="Vrije vorm 22">
              <a:extLst>
                <a:ext uri="{FF2B5EF4-FFF2-40B4-BE49-F238E27FC236}">
                  <a16:creationId xmlns:a16="http://schemas.microsoft.com/office/drawing/2014/main" id="{99AA37C9-8AB0-EE4E-A47E-2F2EAB12A166}"/>
                </a:ext>
              </a:extLst>
            </p:cNvPr>
            <p:cNvSpPr/>
            <p:nvPr/>
          </p:nvSpPr>
          <p:spPr>
            <a:xfrm>
              <a:off x="3719539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5" name="Vrije vorm 24">
              <a:extLst>
                <a:ext uri="{FF2B5EF4-FFF2-40B4-BE49-F238E27FC236}">
                  <a16:creationId xmlns:a16="http://schemas.microsoft.com/office/drawing/2014/main" id="{C91FE4F2-071A-7947-BB2B-13126310073B}"/>
                </a:ext>
              </a:extLst>
            </p:cNvPr>
            <p:cNvSpPr/>
            <p:nvPr/>
          </p:nvSpPr>
          <p:spPr>
            <a:xfrm>
              <a:off x="4010469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6" name="Vrije vorm 25">
              <a:extLst>
                <a:ext uri="{FF2B5EF4-FFF2-40B4-BE49-F238E27FC236}">
                  <a16:creationId xmlns:a16="http://schemas.microsoft.com/office/drawing/2014/main" id="{FB46991F-69F6-9F4A-A9F9-F61956F03005}"/>
                </a:ext>
              </a:extLst>
            </p:cNvPr>
            <p:cNvSpPr/>
            <p:nvPr/>
          </p:nvSpPr>
          <p:spPr>
            <a:xfrm>
              <a:off x="4299052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7" name="Vrije vorm 26">
              <a:extLst>
                <a:ext uri="{FF2B5EF4-FFF2-40B4-BE49-F238E27FC236}">
                  <a16:creationId xmlns:a16="http://schemas.microsoft.com/office/drawing/2014/main" id="{8E7CE5B8-C9A8-9545-9F64-6A7F84685A0F}"/>
                </a:ext>
              </a:extLst>
            </p:cNvPr>
            <p:cNvSpPr/>
            <p:nvPr/>
          </p:nvSpPr>
          <p:spPr>
            <a:xfrm>
              <a:off x="4599367" y="1472325"/>
              <a:ext cx="110271" cy="168646"/>
            </a:xfrm>
            <a:custGeom>
              <a:avLst/>
              <a:gdLst>
                <a:gd name="connsiteX0" fmla="*/ 77425 w 110271"/>
                <a:gd name="connsiteY0" fmla="*/ 168646 h 168646"/>
                <a:gd name="connsiteX1" fmla="*/ 49270 w 110271"/>
                <a:gd name="connsiteY1" fmla="*/ 100025 h 168646"/>
                <a:gd name="connsiteX2" fmla="*/ 32847 w 110271"/>
                <a:gd name="connsiteY2" fmla="*/ 100025 h 168646"/>
                <a:gd name="connsiteX3" fmla="*/ 32847 w 110271"/>
                <a:gd name="connsiteY3" fmla="*/ 168646 h 168646"/>
                <a:gd name="connsiteX4" fmla="*/ 0 w 110271"/>
                <a:gd name="connsiteY4" fmla="*/ 168646 h 168646"/>
                <a:gd name="connsiteX5" fmla="*/ 0 w 110271"/>
                <a:gd name="connsiteY5" fmla="*/ 0 h 168646"/>
                <a:gd name="connsiteX6" fmla="*/ 46924 w 110271"/>
                <a:gd name="connsiteY6" fmla="*/ 0 h 168646"/>
                <a:gd name="connsiteX7" fmla="*/ 104406 w 110271"/>
                <a:gd name="connsiteY7" fmla="*/ 50012 h 168646"/>
                <a:gd name="connsiteX8" fmla="*/ 78598 w 110271"/>
                <a:gd name="connsiteY8" fmla="*/ 93046 h 168646"/>
                <a:gd name="connsiteX9" fmla="*/ 110272 w 110271"/>
                <a:gd name="connsiteY9" fmla="*/ 168646 h 168646"/>
                <a:gd name="connsiteX10" fmla="*/ 77425 w 110271"/>
                <a:gd name="connsiteY10" fmla="*/ 168646 h 168646"/>
                <a:gd name="connsiteX11" fmla="*/ 32847 w 110271"/>
                <a:gd name="connsiteY11" fmla="*/ 73274 h 168646"/>
                <a:gd name="connsiteX12" fmla="*/ 49270 w 110271"/>
                <a:gd name="connsiteY12" fmla="*/ 73274 h 168646"/>
                <a:gd name="connsiteX13" fmla="*/ 72732 w 110271"/>
                <a:gd name="connsiteY13" fmla="*/ 50012 h 168646"/>
                <a:gd name="connsiteX14" fmla="*/ 49270 w 110271"/>
                <a:gd name="connsiteY14" fmla="*/ 26751 h 168646"/>
                <a:gd name="connsiteX15" fmla="*/ 32847 w 110271"/>
                <a:gd name="connsiteY15" fmla="*/ 26751 h 168646"/>
                <a:gd name="connsiteX16" fmla="*/ 32847 w 110271"/>
                <a:gd name="connsiteY16" fmla="*/ 73274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271" h="168646">
                  <a:moveTo>
                    <a:pt x="77425" y="168646"/>
                  </a:moveTo>
                  <a:lnTo>
                    <a:pt x="49270" y="100025"/>
                  </a:lnTo>
                  <a:lnTo>
                    <a:pt x="32847" y="100025"/>
                  </a:lnTo>
                  <a:lnTo>
                    <a:pt x="32847" y="168646"/>
                  </a:lnTo>
                  <a:lnTo>
                    <a:pt x="0" y="168646"/>
                  </a:lnTo>
                  <a:lnTo>
                    <a:pt x="0" y="0"/>
                  </a:lnTo>
                  <a:lnTo>
                    <a:pt x="46924" y="0"/>
                  </a:lnTo>
                  <a:cubicBezTo>
                    <a:pt x="85636" y="0"/>
                    <a:pt x="104406" y="18609"/>
                    <a:pt x="104406" y="50012"/>
                  </a:cubicBezTo>
                  <a:cubicBezTo>
                    <a:pt x="104406" y="70948"/>
                    <a:pt x="97367" y="86068"/>
                    <a:pt x="78598" y="93046"/>
                  </a:cubicBezTo>
                  <a:lnTo>
                    <a:pt x="110272" y="168646"/>
                  </a:lnTo>
                  <a:lnTo>
                    <a:pt x="77425" y="168646"/>
                  </a:lnTo>
                  <a:close/>
                  <a:moveTo>
                    <a:pt x="32847" y="73274"/>
                  </a:moveTo>
                  <a:lnTo>
                    <a:pt x="49270" y="73274"/>
                  </a:lnTo>
                  <a:cubicBezTo>
                    <a:pt x="63348" y="73274"/>
                    <a:pt x="72732" y="66295"/>
                    <a:pt x="72732" y="50012"/>
                  </a:cubicBezTo>
                  <a:cubicBezTo>
                    <a:pt x="72732" y="33729"/>
                    <a:pt x="64521" y="26751"/>
                    <a:pt x="49270" y="26751"/>
                  </a:cubicBezTo>
                  <a:lnTo>
                    <a:pt x="32847" y="26751"/>
                  </a:lnTo>
                  <a:lnTo>
                    <a:pt x="32847" y="73274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9962E095-FC84-7348-8D19-086B302BF353}"/>
                </a:ext>
              </a:extLst>
            </p:cNvPr>
            <p:cNvSpPr/>
            <p:nvPr/>
          </p:nvSpPr>
          <p:spPr>
            <a:xfrm>
              <a:off x="489029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sp>
        <p:nvSpPr>
          <p:cNvPr id="29" name="Tijdelijke aanduiding voor afbeelding 42">
            <a:extLst>
              <a:ext uri="{FF2B5EF4-FFF2-40B4-BE49-F238E27FC236}">
                <a16:creationId xmlns:a16="http://schemas.microsoft.com/office/drawing/2014/main" id="{058942EC-F0AC-E149-8008-0EF6B15149B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4611757"/>
          </a:xfrm>
          <a:custGeom>
            <a:avLst/>
            <a:gdLst>
              <a:gd name="connsiteX0" fmla="*/ 744550 w 12192000"/>
              <a:gd name="connsiteY0" fmla="*/ 1438597 h 4611757"/>
              <a:gd name="connsiteX1" fmla="*/ 744550 w 12192000"/>
              <a:gd name="connsiteY1" fmla="*/ 1672375 h 4611757"/>
              <a:gd name="connsiteX2" fmla="*/ 4972415 w 12192000"/>
              <a:gd name="connsiteY2" fmla="*/ 1672375 h 4611757"/>
              <a:gd name="connsiteX3" fmla="*/ 4972415 w 12192000"/>
              <a:gd name="connsiteY3" fmla="*/ 1640972 h 4611757"/>
              <a:gd name="connsiteX4" fmla="*/ 4977107 w 12192000"/>
              <a:gd name="connsiteY4" fmla="*/ 1640972 h 4611757"/>
              <a:gd name="connsiteX5" fmla="*/ 4977107 w 12192000"/>
              <a:gd name="connsiteY5" fmla="*/ 1613058 h 4611757"/>
              <a:gd name="connsiteX6" fmla="*/ 4972415 w 12192000"/>
              <a:gd name="connsiteY6" fmla="*/ 1613058 h 4611757"/>
              <a:gd name="connsiteX7" fmla="*/ 4972415 w 12192000"/>
              <a:gd name="connsiteY7" fmla="*/ 1501403 h 4611757"/>
              <a:gd name="connsiteX8" fmla="*/ 4974760 w 12192000"/>
              <a:gd name="connsiteY8" fmla="*/ 1501403 h 4611757"/>
              <a:gd name="connsiteX9" fmla="*/ 4974760 w 12192000"/>
              <a:gd name="connsiteY9" fmla="*/ 1473489 h 4611757"/>
              <a:gd name="connsiteX10" fmla="*/ 4972415 w 12192000"/>
              <a:gd name="connsiteY10" fmla="*/ 1473489 h 4611757"/>
              <a:gd name="connsiteX11" fmla="*/ 4972415 w 12192000"/>
              <a:gd name="connsiteY11" fmla="*/ 1438597 h 4611757"/>
              <a:gd name="connsiteX12" fmla="*/ 4043317 w 12192000"/>
              <a:gd name="connsiteY12" fmla="*/ 901256 h 4611757"/>
              <a:gd name="connsiteX13" fmla="*/ 4180570 w 12192000"/>
              <a:gd name="connsiteY13" fmla="*/ 901256 h 4611757"/>
              <a:gd name="connsiteX14" fmla="*/ 4259169 w 12192000"/>
              <a:gd name="connsiteY14" fmla="*/ 991976 h 4611757"/>
              <a:gd name="connsiteX15" fmla="*/ 4259169 w 12192000"/>
              <a:gd name="connsiteY15" fmla="*/ 1123404 h 4611757"/>
              <a:gd name="connsiteX16" fmla="*/ 4180570 w 12192000"/>
              <a:gd name="connsiteY16" fmla="*/ 1222265 h 4611757"/>
              <a:gd name="connsiteX17" fmla="*/ 4043317 w 12192000"/>
              <a:gd name="connsiteY17" fmla="*/ 1222265 h 4611757"/>
              <a:gd name="connsiteX18" fmla="*/ 2139371 w 12192000"/>
              <a:gd name="connsiteY18" fmla="*/ 901256 h 4611757"/>
              <a:gd name="connsiteX19" fmla="*/ 2260200 w 12192000"/>
              <a:gd name="connsiteY19" fmla="*/ 901256 h 4611757"/>
              <a:gd name="connsiteX20" fmla="*/ 2324721 w 12192000"/>
              <a:gd name="connsiteY20" fmla="*/ 967551 h 4611757"/>
              <a:gd name="connsiteX21" fmla="*/ 2260200 w 12192000"/>
              <a:gd name="connsiteY21" fmla="*/ 1058271 h 4611757"/>
              <a:gd name="connsiteX22" fmla="*/ 2139371 w 12192000"/>
              <a:gd name="connsiteY22" fmla="*/ 1058271 h 4611757"/>
              <a:gd name="connsiteX23" fmla="*/ 1570415 w 12192000"/>
              <a:gd name="connsiteY23" fmla="*/ 901256 h 4611757"/>
              <a:gd name="connsiteX24" fmla="*/ 1680687 w 12192000"/>
              <a:gd name="connsiteY24" fmla="*/ 995465 h 4611757"/>
              <a:gd name="connsiteX25" fmla="*/ 1680687 w 12192000"/>
              <a:gd name="connsiteY25" fmla="*/ 1126893 h 4611757"/>
              <a:gd name="connsiteX26" fmla="*/ 1570415 w 12192000"/>
              <a:gd name="connsiteY26" fmla="*/ 1222265 h 4611757"/>
              <a:gd name="connsiteX27" fmla="*/ 1460143 w 12192000"/>
              <a:gd name="connsiteY27" fmla="*/ 1126893 h 4611757"/>
              <a:gd name="connsiteX28" fmla="*/ 1460143 w 12192000"/>
              <a:gd name="connsiteY28" fmla="*/ 995465 h 4611757"/>
              <a:gd name="connsiteX29" fmla="*/ 1570415 w 12192000"/>
              <a:gd name="connsiteY29" fmla="*/ 901256 h 4611757"/>
              <a:gd name="connsiteX30" fmla="*/ 4544233 w 12192000"/>
              <a:gd name="connsiteY30" fmla="*/ 766339 h 4611757"/>
              <a:gd name="connsiteX31" fmla="*/ 4544233 w 12192000"/>
              <a:gd name="connsiteY31" fmla="*/ 1357182 h 4611757"/>
              <a:gd name="connsiteX32" fmla="*/ 4972415 w 12192000"/>
              <a:gd name="connsiteY32" fmla="*/ 1357182 h 4611757"/>
              <a:gd name="connsiteX33" fmla="*/ 4972415 w 12192000"/>
              <a:gd name="connsiteY33" fmla="*/ 1230407 h 4611757"/>
              <a:gd name="connsiteX34" fmla="*/ 4700256 w 12192000"/>
              <a:gd name="connsiteY34" fmla="*/ 1230407 h 4611757"/>
              <a:gd name="connsiteX35" fmla="*/ 4700256 w 12192000"/>
              <a:gd name="connsiteY35" fmla="*/ 1112936 h 4611757"/>
              <a:gd name="connsiteX36" fmla="*/ 4950127 w 12192000"/>
              <a:gd name="connsiteY36" fmla="*/ 1112936 h 4611757"/>
              <a:gd name="connsiteX37" fmla="*/ 4950127 w 12192000"/>
              <a:gd name="connsiteY37" fmla="*/ 1004770 h 4611757"/>
              <a:gd name="connsiteX38" fmla="*/ 4700256 w 12192000"/>
              <a:gd name="connsiteY38" fmla="*/ 1004770 h 4611757"/>
              <a:gd name="connsiteX39" fmla="*/ 4700256 w 12192000"/>
              <a:gd name="connsiteY39" fmla="*/ 893114 h 4611757"/>
              <a:gd name="connsiteX40" fmla="*/ 4972415 w 12192000"/>
              <a:gd name="connsiteY40" fmla="*/ 893114 h 4611757"/>
              <a:gd name="connsiteX41" fmla="*/ 4972415 w 12192000"/>
              <a:gd name="connsiteY41" fmla="*/ 766339 h 4611757"/>
              <a:gd name="connsiteX42" fmla="*/ 3887294 w 12192000"/>
              <a:gd name="connsiteY42" fmla="*/ 766339 h 4611757"/>
              <a:gd name="connsiteX43" fmla="*/ 3887294 w 12192000"/>
              <a:gd name="connsiteY43" fmla="*/ 1357182 h 4611757"/>
              <a:gd name="connsiteX44" fmla="*/ 4205205 w 12192000"/>
              <a:gd name="connsiteY44" fmla="*/ 1357182 h 4611757"/>
              <a:gd name="connsiteX45" fmla="*/ 4419883 w 12192000"/>
              <a:gd name="connsiteY45" fmla="*/ 1123404 h 4611757"/>
              <a:gd name="connsiteX46" fmla="*/ 4419883 w 12192000"/>
              <a:gd name="connsiteY46" fmla="*/ 991976 h 4611757"/>
              <a:gd name="connsiteX47" fmla="*/ 4184089 w 12192000"/>
              <a:gd name="connsiteY47" fmla="*/ 766339 h 4611757"/>
              <a:gd name="connsiteX48" fmla="*/ 3601057 w 12192000"/>
              <a:gd name="connsiteY48" fmla="*/ 766339 h 4611757"/>
              <a:gd name="connsiteX49" fmla="*/ 3601057 w 12192000"/>
              <a:gd name="connsiteY49" fmla="*/ 1357182 h 4611757"/>
              <a:gd name="connsiteX50" fmla="*/ 3757080 w 12192000"/>
              <a:gd name="connsiteY50" fmla="*/ 1357182 h 4611757"/>
              <a:gd name="connsiteX51" fmla="*/ 3757080 w 12192000"/>
              <a:gd name="connsiteY51" fmla="*/ 766339 h 4611757"/>
              <a:gd name="connsiteX52" fmla="*/ 2637939 w 12192000"/>
              <a:gd name="connsiteY52" fmla="*/ 766339 h 4611757"/>
              <a:gd name="connsiteX53" fmla="*/ 2637939 w 12192000"/>
              <a:gd name="connsiteY53" fmla="*/ 1357182 h 4611757"/>
              <a:gd name="connsiteX54" fmla="*/ 2793962 w 12192000"/>
              <a:gd name="connsiteY54" fmla="*/ 1357182 h 4611757"/>
              <a:gd name="connsiteX55" fmla="*/ 2793962 w 12192000"/>
              <a:gd name="connsiteY55" fmla="*/ 766339 h 4611757"/>
              <a:gd name="connsiteX56" fmla="*/ 1983348 w 12192000"/>
              <a:gd name="connsiteY56" fmla="*/ 766339 h 4611757"/>
              <a:gd name="connsiteX57" fmla="*/ 1983348 w 12192000"/>
              <a:gd name="connsiteY57" fmla="*/ 1357182 h 4611757"/>
              <a:gd name="connsiteX58" fmla="*/ 2139371 w 12192000"/>
              <a:gd name="connsiteY58" fmla="*/ 1357182 h 4611757"/>
              <a:gd name="connsiteX59" fmla="*/ 2139371 w 12192000"/>
              <a:gd name="connsiteY59" fmla="*/ 1193188 h 4611757"/>
              <a:gd name="connsiteX60" fmla="*/ 2260200 w 12192000"/>
              <a:gd name="connsiteY60" fmla="*/ 1193188 h 4611757"/>
              <a:gd name="connsiteX61" fmla="*/ 2324721 w 12192000"/>
              <a:gd name="connsiteY61" fmla="*/ 1266462 h 4611757"/>
              <a:gd name="connsiteX62" fmla="*/ 2324721 w 12192000"/>
              <a:gd name="connsiteY62" fmla="*/ 1357182 h 4611757"/>
              <a:gd name="connsiteX63" fmla="*/ 2480744 w 12192000"/>
              <a:gd name="connsiteY63" fmla="*/ 1357182 h 4611757"/>
              <a:gd name="connsiteX64" fmla="*/ 2480744 w 12192000"/>
              <a:gd name="connsiteY64" fmla="*/ 1230407 h 4611757"/>
              <a:gd name="connsiteX65" fmla="*/ 2375165 w 12192000"/>
              <a:gd name="connsiteY65" fmla="*/ 1126893 h 4611757"/>
              <a:gd name="connsiteX66" fmla="*/ 2375165 w 12192000"/>
              <a:gd name="connsiteY66" fmla="*/ 1121077 h 4611757"/>
              <a:gd name="connsiteX67" fmla="*/ 2486609 w 12192000"/>
              <a:gd name="connsiteY67" fmla="*/ 941964 h 4611757"/>
              <a:gd name="connsiteX68" fmla="*/ 2284836 w 12192000"/>
              <a:gd name="connsiteY68" fmla="*/ 766339 h 4611757"/>
              <a:gd name="connsiteX69" fmla="*/ 1570415 w 12192000"/>
              <a:gd name="connsiteY69" fmla="*/ 766339 h 4611757"/>
              <a:gd name="connsiteX70" fmla="*/ 1299428 w 12192000"/>
              <a:gd name="connsiteY70" fmla="*/ 979182 h 4611757"/>
              <a:gd name="connsiteX71" fmla="*/ 1299428 w 12192000"/>
              <a:gd name="connsiteY71" fmla="*/ 1144339 h 4611757"/>
              <a:gd name="connsiteX72" fmla="*/ 1571588 w 12192000"/>
              <a:gd name="connsiteY72" fmla="*/ 1356019 h 4611757"/>
              <a:gd name="connsiteX73" fmla="*/ 1842575 w 12192000"/>
              <a:gd name="connsiteY73" fmla="*/ 1143176 h 4611757"/>
              <a:gd name="connsiteX74" fmla="*/ 1842575 w 12192000"/>
              <a:gd name="connsiteY74" fmla="*/ 979182 h 4611757"/>
              <a:gd name="connsiteX75" fmla="*/ 1570415 w 12192000"/>
              <a:gd name="connsiteY75" fmla="*/ 766339 h 4611757"/>
              <a:gd name="connsiteX76" fmla="*/ 996768 w 12192000"/>
              <a:gd name="connsiteY76" fmla="*/ 766339 h 4611757"/>
              <a:gd name="connsiteX77" fmla="*/ 996768 w 12192000"/>
              <a:gd name="connsiteY77" fmla="*/ 1173416 h 4611757"/>
              <a:gd name="connsiteX78" fmla="*/ 941632 w 12192000"/>
              <a:gd name="connsiteY78" fmla="*/ 1222265 h 4611757"/>
              <a:gd name="connsiteX79" fmla="*/ 893535 w 12192000"/>
              <a:gd name="connsiteY79" fmla="*/ 1157133 h 4611757"/>
              <a:gd name="connsiteX80" fmla="*/ 893535 w 12192000"/>
              <a:gd name="connsiteY80" fmla="*/ 1109447 h 4611757"/>
              <a:gd name="connsiteX81" fmla="*/ 744551 w 12192000"/>
              <a:gd name="connsiteY81" fmla="*/ 1109447 h 4611757"/>
              <a:gd name="connsiteX82" fmla="*/ 744551 w 12192000"/>
              <a:gd name="connsiteY82" fmla="*/ 1157133 h 4611757"/>
              <a:gd name="connsiteX83" fmla="*/ 940459 w 12192000"/>
              <a:gd name="connsiteY83" fmla="*/ 1357182 h 4611757"/>
              <a:gd name="connsiteX84" fmla="*/ 1151618 w 12192000"/>
              <a:gd name="connsiteY84" fmla="*/ 1173416 h 4611757"/>
              <a:gd name="connsiteX85" fmla="*/ 1151618 w 12192000"/>
              <a:gd name="connsiteY85" fmla="*/ 766339 h 4611757"/>
              <a:gd name="connsiteX86" fmla="*/ 3190471 w 12192000"/>
              <a:gd name="connsiteY86" fmla="*/ 765175 h 4611757"/>
              <a:gd name="connsiteX87" fmla="*/ 2942946 w 12192000"/>
              <a:gd name="connsiteY87" fmla="*/ 943126 h 4611757"/>
              <a:gd name="connsiteX88" fmla="*/ 3171701 w 12192000"/>
              <a:gd name="connsiteY88" fmla="*/ 1118750 h 4611757"/>
              <a:gd name="connsiteX89" fmla="*/ 3205721 w 12192000"/>
              <a:gd name="connsiteY89" fmla="*/ 1121077 h 4611757"/>
              <a:gd name="connsiteX90" fmla="*/ 3287838 w 12192000"/>
              <a:gd name="connsiteY90" fmla="*/ 1175741 h 4611757"/>
              <a:gd name="connsiteX91" fmla="*/ 3190471 w 12192000"/>
              <a:gd name="connsiteY91" fmla="*/ 1229243 h 4611757"/>
              <a:gd name="connsiteX92" fmla="*/ 3091930 w 12192000"/>
              <a:gd name="connsiteY92" fmla="*/ 1162947 h 4611757"/>
              <a:gd name="connsiteX93" fmla="*/ 2941773 w 12192000"/>
              <a:gd name="connsiteY93" fmla="*/ 1162947 h 4611757"/>
              <a:gd name="connsiteX94" fmla="*/ 3190471 w 12192000"/>
              <a:gd name="connsiteY94" fmla="*/ 1357181 h 4611757"/>
              <a:gd name="connsiteX95" fmla="*/ 3445034 w 12192000"/>
              <a:gd name="connsiteY95" fmla="*/ 1166437 h 4611757"/>
              <a:gd name="connsiteX96" fmla="*/ 3228010 w 12192000"/>
              <a:gd name="connsiteY96" fmla="*/ 998953 h 4611757"/>
              <a:gd name="connsiteX97" fmla="*/ 3163489 w 12192000"/>
              <a:gd name="connsiteY97" fmla="*/ 994301 h 4611757"/>
              <a:gd name="connsiteX98" fmla="*/ 3098969 w 12192000"/>
              <a:gd name="connsiteY98" fmla="*/ 943126 h 4611757"/>
              <a:gd name="connsiteX99" fmla="*/ 3190471 w 12192000"/>
              <a:gd name="connsiteY99" fmla="*/ 893113 h 4611757"/>
              <a:gd name="connsiteX100" fmla="*/ 3278454 w 12192000"/>
              <a:gd name="connsiteY100" fmla="*/ 952430 h 4611757"/>
              <a:gd name="connsiteX101" fmla="*/ 3428611 w 12192000"/>
              <a:gd name="connsiteY101" fmla="*/ 952430 h 4611757"/>
              <a:gd name="connsiteX102" fmla="*/ 3428611 w 12192000"/>
              <a:gd name="connsiteY102" fmla="*/ 928006 h 4611757"/>
              <a:gd name="connsiteX103" fmla="*/ 3190471 w 12192000"/>
              <a:gd name="connsiteY103" fmla="*/ 765175 h 4611757"/>
              <a:gd name="connsiteX104" fmla="*/ 0 w 12192000"/>
              <a:gd name="connsiteY104" fmla="*/ 0 h 4611757"/>
              <a:gd name="connsiteX105" fmla="*/ 12192000 w 12192000"/>
              <a:gd name="connsiteY105" fmla="*/ 0 h 4611757"/>
              <a:gd name="connsiteX106" fmla="*/ 12192000 w 12192000"/>
              <a:gd name="connsiteY106" fmla="*/ 4611757 h 4611757"/>
              <a:gd name="connsiteX107" fmla="*/ 0 w 12192000"/>
              <a:gd name="connsiteY107" fmla="*/ 4611757 h 4611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12192000" h="4611757">
                <a:moveTo>
                  <a:pt x="744550" y="1438597"/>
                </a:moveTo>
                <a:lnTo>
                  <a:pt x="744550" y="1672375"/>
                </a:lnTo>
                <a:lnTo>
                  <a:pt x="4972415" y="1672375"/>
                </a:lnTo>
                <a:lnTo>
                  <a:pt x="4972415" y="1640972"/>
                </a:lnTo>
                <a:lnTo>
                  <a:pt x="4977107" y="1640972"/>
                </a:lnTo>
                <a:lnTo>
                  <a:pt x="4977107" y="1613058"/>
                </a:lnTo>
                <a:lnTo>
                  <a:pt x="4972415" y="1613058"/>
                </a:lnTo>
                <a:lnTo>
                  <a:pt x="4972415" y="1501403"/>
                </a:lnTo>
                <a:lnTo>
                  <a:pt x="4974760" y="1501403"/>
                </a:lnTo>
                <a:lnTo>
                  <a:pt x="4974760" y="1473489"/>
                </a:lnTo>
                <a:lnTo>
                  <a:pt x="4972415" y="1473489"/>
                </a:lnTo>
                <a:lnTo>
                  <a:pt x="4972415" y="1438597"/>
                </a:lnTo>
                <a:close/>
                <a:moveTo>
                  <a:pt x="4043317" y="901256"/>
                </a:moveTo>
                <a:lnTo>
                  <a:pt x="4180570" y="901256"/>
                </a:lnTo>
                <a:cubicBezTo>
                  <a:pt x="4234533" y="901256"/>
                  <a:pt x="4259169" y="916376"/>
                  <a:pt x="4259169" y="991976"/>
                </a:cubicBezTo>
                <a:lnTo>
                  <a:pt x="4259169" y="1123404"/>
                </a:lnTo>
                <a:cubicBezTo>
                  <a:pt x="4259169" y="1183884"/>
                  <a:pt x="4238052" y="1222265"/>
                  <a:pt x="4180570" y="1222265"/>
                </a:cubicBezTo>
                <a:lnTo>
                  <a:pt x="4043317" y="1222265"/>
                </a:lnTo>
                <a:close/>
                <a:moveTo>
                  <a:pt x="2139371" y="901256"/>
                </a:moveTo>
                <a:lnTo>
                  <a:pt x="2260200" y="901256"/>
                </a:lnTo>
                <a:cubicBezTo>
                  <a:pt x="2311817" y="901256"/>
                  <a:pt x="2324721" y="915213"/>
                  <a:pt x="2324721" y="967551"/>
                </a:cubicBezTo>
                <a:cubicBezTo>
                  <a:pt x="2324721" y="1033847"/>
                  <a:pt x="2327067" y="1058271"/>
                  <a:pt x="2260200" y="1058271"/>
                </a:cubicBezTo>
                <a:lnTo>
                  <a:pt x="2139371" y="1058271"/>
                </a:lnTo>
                <a:close/>
                <a:moveTo>
                  <a:pt x="1570415" y="901256"/>
                </a:moveTo>
                <a:cubicBezTo>
                  <a:pt x="1651359" y="901256"/>
                  <a:pt x="1680687" y="909397"/>
                  <a:pt x="1680687" y="995465"/>
                </a:cubicBezTo>
                <a:lnTo>
                  <a:pt x="1680687" y="1126893"/>
                </a:lnTo>
                <a:cubicBezTo>
                  <a:pt x="1680687" y="1214124"/>
                  <a:pt x="1651359" y="1222265"/>
                  <a:pt x="1570415" y="1222265"/>
                </a:cubicBezTo>
                <a:cubicBezTo>
                  <a:pt x="1489471" y="1222265"/>
                  <a:pt x="1462489" y="1214124"/>
                  <a:pt x="1460143" y="1126893"/>
                </a:cubicBezTo>
                <a:lnTo>
                  <a:pt x="1460143" y="995465"/>
                </a:lnTo>
                <a:cubicBezTo>
                  <a:pt x="1462489" y="909397"/>
                  <a:pt x="1489471" y="901256"/>
                  <a:pt x="1570415" y="901256"/>
                </a:cubicBezTo>
                <a:close/>
                <a:moveTo>
                  <a:pt x="4544233" y="766339"/>
                </a:moveTo>
                <a:lnTo>
                  <a:pt x="4544233" y="1357182"/>
                </a:lnTo>
                <a:lnTo>
                  <a:pt x="4972415" y="1357182"/>
                </a:lnTo>
                <a:lnTo>
                  <a:pt x="4972415" y="1230407"/>
                </a:lnTo>
                <a:lnTo>
                  <a:pt x="4700256" y="1230407"/>
                </a:lnTo>
                <a:lnTo>
                  <a:pt x="4700256" y="1112936"/>
                </a:lnTo>
                <a:lnTo>
                  <a:pt x="4950127" y="1112936"/>
                </a:lnTo>
                <a:lnTo>
                  <a:pt x="4950127" y="1004770"/>
                </a:lnTo>
                <a:lnTo>
                  <a:pt x="4700256" y="1004770"/>
                </a:lnTo>
                <a:lnTo>
                  <a:pt x="4700256" y="893114"/>
                </a:lnTo>
                <a:lnTo>
                  <a:pt x="4972415" y="893114"/>
                </a:lnTo>
                <a:lnTo>
                  <a:pt x="4972415" y="766339"/>
                </a:lnTo>
                <a:close/>
                <a:moveTo>
                  <a:pt x="3887294" y="766339"/>
                </a:moveTo>
                <a:lnTo>
                  <a:pt x="3887294" y="1357182"/>
                </a:lnTo>
                <a:lnTo>
                  <a:pt x="4205205" y="1357182"/>
                </a:lnTo>
                <a:cubicBezTo>
                  <a:pt x="4368267" y="1357182"/>
                  <a:pt x="4419883" y="1282745"/>
                  <a:pt x="4419883" y="1123404"/>
                </a:cubicBezTo>
                <a:lnTo>
                  <a:pt x="4419883" y="991976"/>
                </a:lnTo>
                <a:cubicBezTo>
                  <a:pt x="4419883" y="826819"/>
                  <a:pt x="4347152" y="766339"/>
                  <a:pt x="4184089" y="766339"/>
                </a:cubicBezTo>
                <a:close/>
                <a:moveTo>
                  <a:pt x="3601057" y="766339"/>
                </a:moveTo>
                <a:lnTo>
                  <a:pt x="3601057" y="1357182"/>
                </a:lnTo>
                <a:lnTo>
                  <a:pt x="3757080" y="1357182"/>
                </a:lnTo>
                <a:lnTo>
                  <a:pt x="3757080" y="766339"/>
                </a:lnTo>
                <a:close/>
                <a:moveTo>
                  <a:pt x="2637939" y="766339"/>
                </a:moveTo>
                <a:lnTo>
                  <a:pt x="2637939" y="1357182"/>
                </a:lnTo>
                <a:lnTo>
                  <a:pt x="2793962" y="1357182"/>
                </a:lnTo>
                <a:lnTo>
                  <a:pt x="2793962" y="766339"/>
                </a:lnTo>
                <a:close/>
                <a:moveTo>
                  <a:pt x="1983348" y="766339"/>
                </a:moveTo>
                <a:lnTo>
                  <a:pt x="1983348" y="1357182"/>
                </a:lnTo>
                <a:lnTo>
                  <a:pt x="2139371" y="1357182"/>
                </a:lnTo>
                <a:lnTo>
                  <a:pt x="2139371" y="1193188"/>
                </a:lnTo>
                <a:lnTo>
                  <a:pt x="2260200" y="1193188"/>
                </a:lnTo>
                <a:cubicBezTo>
                  <a:pt x="2307125" y="1193188"/>
                  <a:pt x="2325894" y="1223428"/>
                  <a:pt x="2324721" y="1266462"/>
                </a:cubicBezTo>
                <a:lnTo>
                  <a:pt x="2324721" y="1357182"/>
                </a:lnTo>
                <a:lnTo>
                  <a:pt x="2480744" y="1357182"/>
                </a:lnTo>
                <a:lnTo>
                  <a:pt x="2480744" y="1230407"/>
                </a:lnTo>
                <a:cubicBezTo>
                  <a:pt x="2480744" y="1164111"/>
                  <a:pt x="2439685" y="1129219"/>
                  <a:pt x="2375165" y="1126893"/>
                </a:cubicBezTo>
                <a:lnTo>
                  <a:pt x="2375165" y="1121077"/>
                </a:lnTo>
                <a:cubicBezTo>
                  <a:pt x="2486609" y="1095490"/>
                  <a:pt x="2486609" y="1038499"/>
                  <a:pt x="2486609" y="941964"/>
                </a:cubicBezTo>
                <a:cubicBezTo>
                  <a:pt x="2486609" y="797742"/>
                  <a:pt x="2419743" y="768665"/>
                  <a:pt x="2284836" y="766339"/>
                </a:cubicBezTo>
                <a:close/>
                <a:moveTo>
                  <a:pt x="1570415" y="766339"/>
                </a:moveTo>
                <a:cubicBezTo>
                  <a:pt x="1412046" y="766339"/>
                  <a:pt x="1299428" y="800068"/>
                  <a:pt x="1299428" y="979182"/>
                </a:cubicBezTo>
                <a:lnTo>
                  <a:pt x="1299428" y="1144339"/>
                </a:lnTo>
                <a:cubicBezTo>
                  <a:pt x="1299428" y="1323453"/>
                  <a:pt x="1412046" y="1357182"/>
                  <a:pt x="1571588" y="1356019"/>
                </a:cubicBezTo>
                <a:cubicBezTo>
                  <a:pt x="1729957" y="1356019"/>
                  <a:pt x="1842575" y="1322290"/>
                  <a:pt x="1842575" y="1143176"/>
                </a:cubicBezTo>
                <a:lnTo>
                  <a:pt x="1842575" y="979182"/>
                </a:lnTo>
                <a:cubicBezTo>
                  <a:pt x="1842575" y="800068"/>
                  <a:pt x="1729957" y="766339"/>
                  <a:pt x="1570415" y="766339"/>
                </a:cubicBezTo>
                <a:close/>
                <a:moveTo>
                  <a:pt x="996768" y="766339"/>
                </a:moveTo>
                <a:lnTo>
                  <a:pt x="996768" y="1173416"/>
                </a:lnTo>
                <a:cubicBezTo>
                  <a:pt x="996768" y="1209471"/>
                  <a:pt x="989730" y="1222265"/>
                  <a:pt x="941632" y="1222265"/>
                </a:cubicBezTo>
                <a:cubicBezTo>
                  <a:pt x="899401" y="1222265"/>
                  <a:pt x="893535" y="1204819"/>
                  <a:pt x="893535" y="1157133"/>
                </a:cubicBezTo>
                <a:lnTo>
                  <a:pt x="893535" y="1109447"/>
                </a:lnTo>
                <a:lnTo>
                  <a:pt x="744551" y="1109447"/>
                </a:lnTo>
                <a:lnTo>
                  <a:pt x="744551" y="1157133"/>
                </a:lnTo>
                <a:cubicBezTo>
                  <a:pt x="744551" y="1318801"/>
                  <a:pt x="778571" y="1357182"/>
                  <a:pt x="940459" y="1357182"/>
                </a:cubicBezTo>
                <a:cubicBezTo>
                  <a:pt x="1104694" y="1357182"/>
                  <a:pt x="1151618" y="1329268"/>
                  <a:pt x="1151618" y="1173416"/>
                </a:cubicBezTo>
                <a:lnTo>
                  <a:pt x="1151618" y="766339"/>
                </a:lnTo>
                <a:close/>
                <a:moveTo>
                  <a:pt x="3190471" y="765175"/>
                </a:moveTo>
                <a:cubicBezTo>
                  <a:pt x="3037967" y="765175"/>
                  <a:pt x="2942946" y="776806"/>
                  <a:pt x="2942946" y="943126"/>
                </a:cubicBezTo>
                <a:cubicBezTo>
                  <a:pt x="2942946" y="1109446"/>
                  <a:pt x="3027410" y="1108283"/>
                  <a:pt x="3171701" y="1118750"/>
                </a:cubicBezTo>
                <a:lnTo>
                  <a:pt x="3205721" y="1121077"/>
                </a:lnTo>
                <a:cubicBezTo>
                  <a:pt x="3279627" y="1125729"/>
                  <a:pt x="3287838" y="1125729"/>
                  <a:pt x="3287838" y="1175741"/>
                </a:cubicBezTo>
                <a:cubicBezTo>
                  <a:pt x="3287838" y="1224590"/>
                  <a:pt x="3264376" y="1229243"/>
                  <a:pt x="3190471" y="1229243"/>
                </a:cubicBezTo>
                <a:cubicBezTo>
                  <a:pt x="3114219" y="1229243"/>
                  <a:pt x="3091930" y="1223427"/>
                  <a:pt x="3091930" y="1162947"/>
                </a:cubicBezTo>
                <a:lnTo>
                  <a:pt x="2941773" y="1162947"/>
                </a:lnTo>
                <a:cubicBezTo>
                  <a:pt x="2941773" y="1353692"/>
                  <a:pt x="3041487" y="1357181"/>
                  <a:pt x="3190471" y="1357181"/>
                </a:cubicBezTo>
                <a:cubicBezTo>
                  <a:pt x="3448554" y="1357181"/>
                  <a:pt x="3445034" y="1262972"/>
                  <a:pt x="3445034" y="1166437"/>
                </a:cubicBezTo>
                <a:cubicBezTo>
                  <a:pt x="3445034" y="1032683"/>
                  <a:pt x="3401629" y="1011747"/>
                  <a:pt x="3228010" y="998953"/>
                </a:cubicBezTo>
                <a:lnTo>
                  <a:pt x="3163489" y="994301"/>
                </a:lnTo>
                <a:cubicBezTo>
                  <a:pt x="3121258" y="990812"/>
                  <a:pt x="3098969" y="989649"/>
                  <a:pt x="3098969" y="943126"/>
                </a:cubicBezTo>
                <a:cubicBezTo>
                  <a:pt x="3098969" y="910560"/>
                  <a:pt x="3106007" y="893113"/>
                  <a:pt x="3190471" y="893113"/>
                </a:cubicBezTo>
                <a:cubicBezTo>
                  <a:pt x="3253818" y="893113"/>
                  <a:pt x="3278454" y="893113"/>
                  <a:pt x="3278454" y="952430"/>
                </a:cubicBezTo>
                <a:lnTo>
                  <a:pt x="3428611" y="952430"/>
                </a:lnTo>
                <a:lnTo>
                  <a:pt x="3428611" y="928006"/>
                </a:lnTo>
                <a:cubicBezTo>
                  <a:pt x="3428611" y="767501"/>
                  <a:pt x="3318339" y="765175"/>
                  <a:pt x="3190471" y="765175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4611757"/>
                </a:lnTo>
                <a:lnTo>
                  <a:pt x="0" y="461175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defRPr sz="1400">
                <a:solidFill>
                  <a:schemeClr val="bg1"/>
                </a:solidFill>
              </a:defRPr>
            </a:lvl1pPr>
          </a:lstStyle>
          <a:p>
            <a:r>
              <a:rPr lang="nl-NL"/>
              <a:t>Image</a:t>
            </a:r>
          </a:p>
        </p:txBody>
      </p:sp>
      <p:grpSp>
        <p:nvGrpSpPr>
          <p:cNvPr id="30" name="Groep 29">
            <a:extLst>
              <a:ext uri="{FF2B5EF4-FFF2-40B4-BE49-F238E27FC236}">
                <a16:creationId xmlns:a16="http://schemas.microsoft.com/office/drawing/2014/main" id="{6539BA70-D536-F547-9AFB-AF9E95A1960E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494C3100-B6A1-D54F-A048-7CA1632CAB78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E07DCAB7-E13A-6943-A694-F91DB44B00AC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9EEEB82F-336D-4F49-884F-E5F55806DB15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3274E4CE-AB2E-7941-A455-5152F2B39323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D5263825-8768-9B44-AE27-5AB1FA95CB0F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48" name="Rechthoek: afgeronde hoeken 61">
                <a:extLst>
                  <a:ext uri="{FF2B5EF4-FFF2-40B4-BE49-F238E27FC236}">
                    <a16:creationId xmlns:a16="http://schemas.microsoft.com/office/drawing/2014/main" id="{6118B0E5-99DD-CE47-AABC-9C08CBD29405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C82AC943-C9EC-6140-BE07-C8E017CC7ECC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6E88DD02-615C-F046-AEFD-2600419D6FB4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95918B10-1788-534B-B3EF-62C3AD4B2BC1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A0BEA094-6F88-E244-8270-80C333A4E96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2F1BD417-E9A9-9F46-971C-E460244ACE40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2C632F2C-1F40-1D4B-B95C-EF73E0095AA6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B6EEF97F-F8FC-6042-8CF0-0F19F2EFFE06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2" name="Rechthoek: afgeronde hoeken 55">
                  <a:extLst>
                    <a:ext uri="{FF2B5EF4-FFF2-40B4-BE49-F238E27FC236}">
                      <a16:creationId xmlns:a16="http://schemas.microsoft.com/office/drawing/2014/main" id="{8CF0C4B5-0E3A-CD44-9124-8A4116B632D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42">
                  <a:extLst>
                    <a:ext uri="{FF2B5EF4-FFF2-40B4-BE49-F238E27FC236}">
                      <a16:creationId xmlns:a16="http://schemas.microsoft.com/office/drawing/2014/main" id="{0DFA8E44-17ED-884B-B80A-87E24C60C00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43">
                  <a:extLst>
                    <a:ext uri="{FF2B5EF4-FFF2-40B4-BE49-F238E27FC236}">
                      <a16:creationId xmlns:a16="http://schemas.microsoft.com/office/drawing/2014/main" id="{76AA7A3C-896D-8B46-A1B1-673599B10A9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44">
                  <a:extLst>
                    <a:ext uri="{FF2B5EF4-FFF2-40B4-BE49-F238E27FC236}">
                      <a16:creationId xmlns:a16="http://schemas.microsoft.com/office/drawing/2014/main" id="{41DC8C89-6D63-654D-90D3-F59F5B37998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CCEBDE48-5608-F842-9556-FCE8B454860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CABCADC5-D09D-6B43-A019-5272F1945CA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1" name="Boog 40">
                <a:extLst>
                  <a:ext uri="{FF2B5EF4-FFF2-40B4-BE49-F238E27FC236}">
                    <a16:creationId xmlns:a16="http://schemas.microsoft.com/office/drawing/2014/main" id="{9AC49236-DA44-7C48-B918-EA658EB04A4B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7" name="Tekstvak 36">
              <a:extLst>
                <a:ext uri="{FF2B5EF4-FFF2-40B4-BE49-F238E27FC236}">
                  <a16:creationId xmlns:a16="http://schemas.microsoft.com/office/drawing/2014/main" id="{28E4BF86-48CC-5C48-90E8-A581AFC3DC2F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8" name="Tekstvak 37">
              <a:extLst>
                <a:ext uri="{FF2B5EF4-FFF2-40B4-BE49-F238E27FC236}">
                  <a16:creationId xmlns:a16="http://schemas.microsoft.com/office/drawing/2014/main" id="{41F74262-06DA-A74C-8CD8-B2C0783C430A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39" name="Vrije vorm: vorm 52">
              <a:extLst>
                <a:ext uri="{FF2B5EF4-FFF2-40B4-BE49-F238E27FC236}">
                  <a16:creationId xmlns:a16="http://schemas.microsoft.com/office/drawing/2014/main" id="{59E22B30-F9C4-B64F-8A51-A3AFA869056F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ep 53">
            <a:extLst>
              <a:ext uri="{FF2B5EF4-FFF2-40B4-BE49-F238E27FC236}">
                <a16:creationId xmlns:a16="http://schemas.microsoft.com/office/drawing/2014/main" id="{088C702C-0168-944C-87B8-1FB7EB859F7B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55" name="Rechthoek 54">
              <a:extLst>
                <a:ext uri="{FF2B5EF4-FFF2-40B4-BE49-F238E27FC236}">
                  <a16:creationId xmlns:a16="http://schemas.microsoft.com/office/drawing/2014/main" id="{9F6E41E7-966A-374B-840F-7F8F637ADD62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56" name="Ovaal 55">
              <a:extLst>
                <a:ext uri="{FF2B5EF4-FFF2-40B4-BE49-F238E27FC236}">
                  <a16:creationId xmlns:a16="http://schemas.microsoft.com/office/drawing/2014/main" id="{687F574F-7523-674C-A20B-724342E2F9E5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7" name="Rechthoek 56">
              <a:extLst>
                <a:ext uri="{FF2B5EF4-FFF2-40B4-BE49-F238E27FC236}">
                  <a16:creationId xmlns:a16="http://schemas.microsoft.com/office/drawing/2014/main" id="{68C47A3C-FFA0-1849-99C5-BC1520D414F9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8" name="Groep 57">
              <a:extLst>
                <a:ext uri="{FF2B5EF4-FFF2-40B4-BE49-F238E27FC236}">
                  <a16:creationId xmlns:a16="http://schemas.microsoft.com/office/drawing/2014/main" id="{632C32B4-B5E1-F042-B70E-346CEF5D229B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109" name="Rechthoek 108">
                <a:extLst>
                  <a:ext uri="{FF2B5EF4-FFF2-40B4-BE49-F238E27FC236}">
                    <a16:creationId xmlns:a16="http://schemas.microsoft.com/office/drawing/2014/main" id="{15B9F8EE-B4CB-654A-860D-B9A841E9A36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0" name="Ovaal 109">
                <a:extLst>
                  <a:ext uri="{FF2B5EF4-FFF2-40B4-BE49-F238E27FC236}">
                    <a16:creationId xmlns:a16="http://schemas.microsoft.com/office/drawing/2014/main" id="{1E971484-AFDE-F145-9D9D-1710417F7D3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1" name="Vrije vorm: vorm 101">
                <a:extLst>
                  <a:ext uri="{FF2B5EF4-FFF2-40B4-BE49-F238E27FC236}">
                    <a16:creationId xmlns:a16="http://schemas.microsoft.com/office/drawing/2014/main" id="{63AE8F76-F410-B643-AD8F-2556EA7E5FC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2" name="Rechthoek: afgeronde hoeken 102">
                <a:extLst>
                  <a:ext uri="{FF2B5EF4-FFF2-40B4-BE49-F238E27FC236}">
                    <a16:creationId xmlns:a16="http://schemas.microsoft.com/office/drawing/2014/main" id="{649E95CD-C009-D946-BA6A-C8EBE3B01F8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13" name="Rechte verbindingslijn 112">
                <a:extLst>
                  <a:ext uri="{FF2B5EF4-FFF2-40B4-BE49-F238E27FC236}">
                    <a16:creationId xmlns:a16="http://schemas.microsoft.com/office/drawing/2014/main" id="{574AE152-01DA-684E-AAD6-2D61A4B2842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Rechte verbindingslijn 113">
                <a:extLst>
                  <a:ext uri="{FF2B5EF4-FFF2-40B4-BE49-F238E27FC236}">
                    <a16:creationId xmlns:a16="http://schemas.microsoft.com/office/drawing/2014/main" id="{22F35470-79D1-6E4C-8B07-B29CE1985B2F}"/>
                  </a:ext>
                </a:extLst>
              </p:cNvPr>
              <p:cNvCxnSpPr>
                <a:cxnSpLocks/>
                <a:stCxn id="11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59" name="Ovaal 58">
              <a:extLst>
                <a:ext uri="{FF2B5EF4-FFF2-40B4-BE49-F238E27FC236}">
                  <a16:creationId xmlns:a16="http://schemas.microsoft.com/office/drawing/2014/main" id="{71F75BCE-C874-F345-93F3-DC24138C05FC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60" name="Rechthoek 59">
              <a:extLst>
                <a:ext uri="{FF2B5EF4-FFF2-40B4-BE49-F238E27FC236}">
                  <a16:creationId xmlns:a16="http://schemas.microsoft.com/office/drawing/2014/main" id="{A8042583-4695-964F-BA4A-E5FEB727DF2D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1" name="Groep 60">
              <a:extLst>
                <a:ext uri="{FF2B5EF4-FFF2-40B4-BE49-F238E27FC236}">
                  <a16:creationId xmlns:a16="http://schemas.microsoft.com/office/drawing/2014/main" id="{F6CA0DBC-9A63-CA4D-B868-A5DED5BF3EE1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106" name="Rechthoek 105">
                <a:extLst>
                  <a:ext uri="{FF2B5EF4-FFF2-40B4-BE49-F238E27FC236}">
                    <a16:creationId xmlns:a16="http://schemas.microsoft.com/office/drawing/2014/main" id="{2931C51B-4F94-7F4D-B863-1AD708670D3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107" name="Rechte verbindingslijn 106">
                <a:extLst>
                  <a:ext uri="{FF2B5EF4-FFF2-40B4-BE49-F238E27FC236}">
                    <a16:creationId xmlns:a16="http://schemas.microsoft.com/office/drawing/2014/main" id="{BE6FA4E6-1171-0641-947F-7E9D2C98C38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08" name="Gelijkbenige driehoek 98">
                <a:extLst>
                  <a:ext uri="{FF2B5EF4-FFF2-40B4-BE49-F238E27FC236}">
                    <a16:creationId xmlns:a16="http://schemas.microsoft.com/office/drawing/2014/main" id="{6649D347-FCC1-1445-910E-F25842D3084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2" name="Ovaal 61">
              <a:extLst>
                <a:ext uri="{FF2B5EF4-FFF2-40B4-BE49-F238E27FC236}">
                  <a16:creationId xmlns:a16="http://schemas.microsoft.com/office/drawing/2014/main" id="{EA0B9B63-B5B9-174B-84D8-4865295E1A69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63" name="Rechthoek 62">
              <a:extLst>
                <a:ext uri="{FF2B5EF4-FFF2-40B4-BE49-F238E27FC236}">
                  <a16:creationId xmlns:a16="http://schemas.microsoft.com/office/drawing/2014/main" id="{043A2FD7-9E03-A244-9AD1-0A7031CB643F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Ovaal 63">
              <a:extLst>
                <a:ext uri="{FF2B5EF4-FFF2-40B4-BE49-F238E27FC236}">
                  <a16:creationId xmlns:a16="http://schemas.microsoft.com/office/drawing/2014/main" id="{D1AEC7F4-73B5-9E47-AA47-AD079883EFED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65" name="Rechthoek 64">
              <a:extLst>
                <a:ext uri="{FF2B5EF4-FFF2-40B4-BE49-F238E27FC236}">
                  <a16:creationId xmlns:a16="http://schemas.microsoft.com/office/drawing/2014/main" id="{BAE93F58-DDE8-124A-BE1A-523A52449356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6" name="Groep 65">
              <a:extLst>
                <a:ext uri="{FF2B5EF4-FFF2-40B4-BE49-F238E27FC236}">
                  <a16:creationId xmlns:a16="http://schemas.microsoft.com/office/drawing/2014/main" id="{B7F1A598-1A6B-A849-9C67-AA06FC8D0894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90" name="Groep 89">
                <a:extLst>
                  <a:ext uri="{FF2B5EF4-FFF2-40B4-BE49-F238E27FC236}">
                    <a16:creationId xmlns:a16="http://schemas.microsoft.com/office/drawing/2014/main" id="{B05C811F-FF1B-E444-B727-3D47235134C9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93" name="Groep 92">
                  <a:extLst>
                    <a:ext uri="{FF2B5EF4-FFF2-40B4-BE49-F238E27FC236}">
                      <a16:creationId xmlns:a16="http://schemas.microsoft.com/office/drawing/2014/main" id="{CA1C253D-1F0F-2E41-9E57-849AE3A764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00" name="Groep 99">
                    <a:extLst>
                      <a:ext uri="{FF2B5EF4-FFF2-40B4-BE49-F238E27FC236}">
                        <a16:creationId xmlns:a16="http://schemas.microsoft.com/office/drawing/2014/main" id="{B88B86C4-CC16-9248-9B46-01C82BC18D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03" name="Rechthoek 102">
                      <a:extLst>
                        <a:ext uri="{FF2B5EF4-FFF2-40B4-BE49-F238E27FC236}">
                          <a16:creationId xmlns:a16="http://schemas.microsoft.com/office/drawing/2014/main" id="{8D1E2A1D-8F76-4E44-9CAC-6EFEF35274D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04" name="Rechthoek 103">
                      <a:extLst>
                        <a:ext uri="{FF2B5EF4-FFF2-40B4-BE49-F238E27FC236}">
                          <a16:creationId xmlns:a16="http://schemas.microsoft.com/office/drawing/2014/main" id="{C3CCD734-31E6-5D4B-8BC3-56BAAFAA7B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05" name="Ovaal 104">
                      <a:extLst>
                        <a:ext uri="{FF2B5EF4-FFF2-40B4-BE49-F238E27FC236}">
                          <a16:creationId xmlns:a16="http://schemas.microsoft.com/office/drawing/2014/main" id="{58039CBF-04D4-5E48-BE94-1732579D6CB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01" name="Afbeelding 100">
                    <a:extLst>
                      <a:ext uri="{FF2B5EF4-FFF2-40B4-BE49-F238E27FC236}">
                        <a16:creationId xmlns:a16="http://schemas.microsoft.com/office/drawing/2014/main" id="{EEF2143C-C67D-9246-BDB6-D623ACCEBE7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2" name="Afbeelding 101">
                    <a:extLst>
                      <a:ext uri="{FF2B5EF4-FFF2-40B4-BE49-F238E27FC236}">
                        <a16:creationId xmlns:a16="http://schemas.microsoft.com/office/drawing/2014/main" id="{F1E08176-587A-224A-BF4A-9AF69DB865A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4" name="Groep 93">
                  <a:extLst>
                    <a:ext uri="{FF2B5EF4-FFF2-40B4-BE49-F238E27FC236}">
                      <a16:creationId xmlns:a16="http://schemas.microsoft.com/office/drawing/2014/main" id="{37E8F7F9-F868-264F-9390-3711990172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8" name="Rechthoek 97">
                    <a:extLst>
                      <a:ext uri="{FF2B5EF4-FFF2-40B4-BE49-F238E27FC236}">
                        <a16:creationId xmlns:a16="http://schemas.microsoft.com/office/drawing/2014/main" id="{6F4810F4-BEFF-AA4D-BC74-3D96382E8D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99" name="Rechthoek 98">
                    <a:extLst>
                      <a:ext uri="{FF2B5EF4-FFF2-40B4-BE49-F238E27FC236}">
                        <a16:creationId xmlns:a16="http://schemas.microsoft.com/office/drawing/2014/main" id="{D7B48776-5FAD-D14D-81B1-95E46E8C11D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5" name="Groep 94">
                  <a:extLst>
                    <a:ext uri="{FF2B5EF4-FFF2-40B4-BE49-F238E27FC236}">
                      <a16:creationId xmlns:a16="http://schemas.microsoft.com/office/drawing/2014/main" id="{20E65DD8-5B46-DD47-ABB7-EE20DD8B26F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6" name="Rechthoek 95">
                    <a:extLst>
                      <a:ext uri="{FF2B5EF4-FFF2-40B4-BE49-F238E27FC236}">
                        <a16:creationId xmlns:a16="http://schemas.microsoft.com/office/drawing/2014/main" id="{9712A9E8-872F-C040-9FE3-D0E7D86D22A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97" name="Rechthoek 96">
                    <a:extLst>
                      <a:ext uri="{FF2B5EF4-FFF2-40B4-BE49-F238E27FC236}">
                        <a16:creationId xmlns:a16="http://schemas.microsoft.com/office/drawing/2014/main" id="{0F4737E7-30D8-484F-875C-6721B720446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91" name="Rechthoek 90">
                <a:extLst>
                  <a:ext uri="{FF2B5EF4-FFF2-40B4-BE49-F238E27FC236}">
                    <a16:creationId xmlns:a16="http://schemas.microsoft.com/office/drawing/2014/main" id="{FC90B7A6-739F-C640-B248-B2CC491647E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92" name="Gelijkbenige driehoek 78">
                <a:extLst>
                  <a:ext uri="{FF2B5EF4-FFF2-40B4-BE49-F238E27FC236}">
                    <a16:creationId xmlns:a16="http://schemas.microsoft.com/office/drawing/2014/main" id="{EF71B600-A203-4641-B89C-87FC7477FA91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7" name="Rechthoek 66">
              <a:extLst>
                <a:ext uri="{FF2B5EF4-FFF2-40B4-BE49-F238E27FC236}">
                  <a16:creationId xmlns:a16="http://schemas.microsoft.com/office/drawing/2014/main" id="{5E650667-2716-924C-9470-5FC01EF2027B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8" name="Groep 67">
              <a:extLst>
                <a:ext uri="{FF2B5EF4-FFF2-40B4-BE49-F238E27FC236}">
                  <a16:creationId xmlns:a16="http://schemas.microsoft.com/office/drawing/2014/main" id="{12208393-BAE3-A94C-AE20-617436DFD3E0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69" name="Rechthoek 68">
                <a:extLst>
                  <a:ext uri="{FF2B5EF4-FFF2-40B4-BE49-F238E27FC236}">
                    <a16:creationId xmlns:a16="http://schemas.microsoft.com/office/drawing/2014/main" id="{63A51336-0A0E-944D-BB07-020675CBA12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A3E1E0C0-31C4-3F47-8597-DBDB9AC6BA21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71" name="Groep 70">
                <a:extLst>
                  <a:ext uri="{FF2B5EF4-FFF2-40B4-BE49-F238E27FC236}">
                    <a16:creationId xmlns:a16="http://schemas.microsoft.com/office/drawing/2014/main" id="{966EC4CF-B3B2-F34E-A08A-A702E6094CF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4" name="Rechthoek: afgeronde hoeken 61">
                  <a:extLst>
                    <a:ext uri="{FF2B5EF4-FFF2-40B4-BE49-F238E27FC236}">
                      <a16:creationId xmlns:a16="http://schemas.microsoft.com/office/drawing/2014/main" id="{A99E52B5-74A6-BC4E-99AB-83881732A42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5" name="Rechthoek 84">
                  <a:extLst>
                    <a:ext uri="{FF2B5EF4-FFF2-40B4-BE49-F238E27FC236}">
                      <a16:creationId xmlns:a16="http://schemas.microsoft.com/office/drawing/2014/main" id="{C0B5BCCA-52BC-B143-9FA9-EEB31FC6125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76339D79-AF99-974A-B7D6-5C67DBE56DF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hthoek 86">
                  <a:extLst>
                    <a:ext uri="{FF2B5EF4-FFF2-40B4-BE49-F238E27FC236}">
                      <a16:creationId xmlns:a16="http://schemas.microsoft.com/office/drawing/2014/main" id="{838B9BAA-6937-B946-AF58-6D2580141B8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hthoek 87">
                  <a:extLst>
                    <a:ext uri="{FF2B5EF4-FFF2-40B4-BE49-F238E27FC236}">
                      <a16:creationId xmlns:a16="http://schemas.microsoft.com/office/drawing/2014/main" id="{5227A12B-E2F1-724A-BF29-433D384ACAF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hthoek 88">
                  <a:extLst>
                    <a:ext uri="{FF2B5EF4-FFF2-40B4-BE49-F238E27FC236}">
                      <a16:creationId xmlns:a16="http://schemas.microsoft.com/office/drawing/2014/main" id="{DF7FF209-8C92-ED4E-8A9B-678B7F78D9DA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72" name="Groep 71">
                <a:extLst>
                  <a:ext uri="{FF2B5EF4-FFF2-40B4-BE49-F238E27FC236}">
                    <a16:creationId xmlns:a16="http://schemas.microsoft.com/office/drawing/2014/main" id="{C3F9081D-1E7B-3549-97A2-F75A8EF02BC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6" name="Groep 75">
                  <a:extLst>
                    <a:ext uri="{FF2B5EF4-FFF2-40B4-BE49-F238E27FC236}">
                      <a16:creationId xmlns:a16="http://schemas.microsoft.com/office/drawing/2014/main" id="{F41E3C14-D9CD-2B4D-844C-204DB0AC6EF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8" name="Rechthoek: afgeronde hoeken 55">
                    <a:extLst>
                      <a:ext uri="{FF2B5EF4-FFF2-40B4-BE49-F238E27FC236}">
                        <a16:creationId xmlns:a16="http://schemas.microsoft.com/office/drawing/2014/main" id="{2CDA7639-BE65-DF40-A34E-C47D0752B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79" name="Rechthoek 78">
                    <a:extLst>
                      <a:ext uri="{FF2B5EF4-FFF2-40B4-BE49-F238E27FC236}">
                        <a16:creationId xmlns:a16="http://schemas.microsoft.com/office/drawing/2014/main" id="{646AFC2C-3CEE-CD47-BB46-1682AFB5FD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C069FA82-50E7-5249-83B4-939B9141E5D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1" name="Rechthoek 80">
                    <a:extLst>
                      <a:ext uri="{FF2B5EF4-FFF2-40B4-BE49-F238E27FC236}">
                        <a16:creationId xmlns:a16="http://schemas.microsoft.com/office/drawing/2014/main" id="{D1773A03-8D9E-5245-B81F-0D091F5E958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2" name="Rechthoek 81">
                    <a:extLst>
                      <a:ext uri="{FF2B5EF4-FFF2-40B4-BE49-F238E27FC236}">
                        <a16:creationId xmlns:a16="http://schemas.microsoft.com/office/drawing/2014/main" id="{C030B09C-7246-054C-AAAE-ED8768C7F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3" name="Rechthoek 82">
                    <a:extLst>
                      <a:ext uri="{FF2B5EF4-FFF2-40B4-BE49-F238E27FC236}">
                        <a16:creationId xmlns:a16="http://schemas.microsoft.com/office/drawing/2014/main" id="{A6E83A0A-6A71-7245-B944-9A6FBA0ECB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77" name="Boog 76">
                  <a:extLst>
                    <a:ext uri="{FF2B5EF4-FFF2-40B4-BE49-F238E27FC236}">
                      <a16:creationId xmlns:a16="http://schemas.microsoft.com/office/drawing/2014/main" id="{02BD1ECE-7226-7248-94F7-5A30EC63A5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73" name="Tekstvak 72">
                <a:extLst>
                  <a:ext uri="{FF2B5EF4-FFF2-40B4-BE49-F238E27FC236}">
                    <a16:creationId xmlns:a16="http://schemas.microsoft.com/office/drawing/2014/main" id="{87E1EFA4-1CC4-C94D-89C6-AC728D908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Tekstvak 73">
                <a:extLst>
                  <a:ext uri="{FF2B5EF4-FFF2-40B4-BE49-F238E27FC236}">
                    <a16:creationId xmlns:a16="http://schemas.microsoft.com/office/drawing/2014/main" id="{0D0442FE-033E-D642-B2B5-79FEB77C73C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52">
                <a:extLst>
                  <a:ext uri="{FF2B5EF4-FFF2-40B4-BE49-F238E27FC236}">
                    <a16:creationId xmlns:a16="http://schemas.microsoft.com/office/drawing/2014/main" id="{A521F4FF-0E1E-E347-86A0-E79E7CABE23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115" name="Afbeelding 114">
            <a:extLst>
              <a:ext uri="{FF2B5EF4-FFF2-40B4-BE49-F238E27FC236}">
                <a16:creationId xmlns:a16="http://schemas.microsoft.com/office/drawing/2014/main" id="{A1ADCEDC-CC73-9542-8283-1E3BC65E196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16" name="Ovaal 115">
            <a:extLst>
              <a:ext uri="{FF2B5EF4-FFF2-40B4-BE49-F238E27FC236}">
                <a16:creationId xmlns:a16="http://schemas.microsoft.com/office/drawing/2014/main" id="{69E5FA58-771C-BC4C-B584-86BDA871916B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117" name="Rechthoek 116">
            <a:extLst>
              <a:ext uri="{FF2B5EF4-FFF2-40B4-BE49-F238E27FC236}">
                <a16:creationId xmlns:a16="http://schemas.microsoft.com/office/drawing/2014/main" id="{67C9BC61-7D6A-4848-A506-CD873DFE0D08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18" name="Afbeelding 117">
            <a:extLst>
              <a:ext uri="{FF2B5EF4-FFF2-40B4-BE49-F238E27FC236}">
                <a16:creationId xmlns:a16="http://schemas.microsoft.com/office/drawing/2014/main" id="{AC2F3C94-F01C-2A47-AA85-C0532FCC5A53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  <p:grpSp>
        <p:nvGrpSpPr>
          <p:cNvPr id="119" name="Groep 118">
            <a:extLst>
              <a:ext uri="{FF2B5EF4-FFF2-40B4-BE49-F238E27FC236}">
                <a16:creationId xmlns:a16="http://schemas.microsoft.com/office/drawing/2014/main" id="{199FA3C8-34F5-3349-B920-CFBD413918F6}"/>
              </a:ext>
            </a:extLst>
          </p:cNvPr>
          <p:cNvGrpSpPr/>
          <p:nvPr userDrawn="1"/>
        </p:nvGrpSpPr>
        <p:grpSpPr>
          <a:xfrm>
            <a:off x="-3760044" y="1639808"/>
            <a:ext cx="3593091" cy="6857999"/>
            <a:chOff x="12287959" y="1"/>
            <a:chExt cx="3593091" cy="6857999"/>
          </a:xfrm>
        </p:grpSpPr>
        <p:grpSp>
          <p:nvGrpSpPr>
            <p:cNvPr id="120" name="Groep 119">
              <a:extLst>
                <a:ext uri="{FF2B5EF4-FFF2-40B4-BE49-F238E27FC236}">
                  <a16:creationId xmlns:a16="http://schemas.microsoft.com/office/drawing/2014/main" id="{98581412-A0FD-8C4D-8C63-9ED9FFB97ACE}"/>
                </a:ext>
              </a:extLst>
            </p:cNvPr>
            <p:cNvGrpSpPr/>
            <p:nvPr userDrawn="1"/>
          </p:nvGrpSpPr>
          <p:grpSpPr>
            <a:xfrm>
              <a:off x="12287959" y="1"/>
              <a:ext cx="3593091" cy="6857999"/>
              <a:chOff x="667887" y="1"/>
              <a:chExt cx="3593091" cy="6857999"/>
            </a:xfrm>
          </p:grpSpPr>
          <p:sp>
            <p:nvSpPr>
              <p:cNvPr id="122" name="Rechthoek 121">
                <a:extLst>
                  <a:ext uri="{FF2B5EF4-FFF2-40B4-BE49-F238E27FC236}">
                    <a16:creationId xmlns:a16="http://schemas.microsoft.com/office/drawing/2014/main" id="{22216592-33B3-F94F-8292-868147B0FAE2}"/>
                  </a:ext>
                </a:extLst>
              </p:cNvPr>
              <p:cNvSpPr/>
              <p:nvPr userDrawn="1"/>
            </p:nvSpPr>
            <p:spPr>
              <a:xfrm>
                <a:off x="667887" y="1"/>
                <a:ext cx="3593091" cy="6857999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1200" b="1" i="0" cap="all" baseline="0">
                    <a:solidFill>
                      <a:schemeClr val="tx2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  <a:r>
                  <a:rPr lang="nl-NL" sz="1200" b="1" i="0" cap="all" baseline="0" noProof="0">
                    <a:solidFill>
                      <a:schemeClr val="tx2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/format LOGOS</a:t>
                </a:r>
              </a:p>
            </p:txBody>
          </p:sp>
          <p:sp>
            <p:nvSpPr>
              <p:cNvPr id="123" name="Ovaal 122">
                <a:extLst>
                  <a:ext uri="{FF2B5EF4-FFF2-40B4-BE49-F238E27FC236}">
                    <a16:creationId xmlns:a16="http://schemas.microsoft.com/office/drawing/2014/main" id="{5D508CA8-A52C-8246-94FF-594512CFB215}"/>
                  </a:ext>
                </a:extLst>
              </p:cNvPr>
              <p:cNvSpPr/>
              <p:nvPr userDrawn="1"/>
            </p:nvSpPr>
            <p:spPr>
              <a:xfrm>
                <a:off x="850466" y="535256"/>
                <a:ext cx="180000" cy="180000"/>
              </a:xfrm>
              <a:prstGeom prst="ellipse">
                <a:avLst/>
              </a:prstGeom>
              <a:solidFill>
                <a:schemeClr val="tx2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rPr>
                  <a:t>1</a:t>
                </a:r>
              </a:p>
            </p:txBody>
          </p:sp>
          <p:sp>
            <p:nvSpPr>
              <p:cNvPr id="124" name="Rechthoek 123">
                <a:extLst>
                  <a:ext uri="{FF2B5EF4-FFF2-40B4-BE49-F238E27FC236}">
                    <a16:creationId xmlns:a16="http://schemas.microsoft.com/office/drawing/2014/main" id="{05EE65D4-8290-0345-B235-25FD0A7EF5C8}"/>
                  </a:ext>
                </a:extLst>
              </p:cNvPr>
              <p:cNvSpPr/>
              <p:nvPr userDrawn="1"/>
            </p:nvSpPr>
            <p:spPr>
              <a:xfrm>
                <a:off x="1134638" y="535256"/>
                <a:ext cx="3126340" cy="658026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If necessary, delete the existing logo using the "</a:t>
                </a:r>
                <a:r>
                  <a:rPr kumimoji="0" lang="en-GB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Backspace Key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“. Click on the icon to insert a new </a:t>
                </a:r>
                <a:r>
                  <a:rPr lang="en-GB" sz="1000" kern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logo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(</a:t>
                </a:r>
                <a:r>
                  <a:rPr kumimoji="0" lang="en-GB" sz="1000" b="0" i="1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see example below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) or go to Insert&gt; Pictures.</a:t>
                </a:r>
                <a:endPara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E1698471-443D-C047-A14F-21A02A3335F3}"/>
                  </a:ext>
                </a:extLst>
              </p:cNvPr>
              <p:cNvGrpSpPr/>
              <p:nvPr userDrawn="1"/>
            </p:nvGrpSpPr>
            <p:grpSpPr>
              <a:xfrm>
                <a:off x="1120556" y="1209303"/>
                <a:ext cx="294789" cy="318834"/>
                <a:chOff x="14466489" y="1001522"/>
                <a:chExt cx="290627" cy="314333"/>
              </a:xfrm>
            </p:grpSpPr>
            <p:sp>
              <p:nvSpPr>
                <p:cNvPr id="176" name="Rechthoek 175">
                  <a:extLst>
                    <a:ext uri="{FF2B5EF4-FFF2-40B4-BE49-F238E27FC236}">
                      <a16:creationId xmlns:a16="http://schemas.microsoft.com/office/drawing/2014/main" id="{FA4F49AB-5811-9E48-B631-4A2102ECDB7C}"/>
                    </a:ext>
                  </a:extLst>
                </p:cNvPr>
                <p:cNvSpPr/>
                <p:nvPr userDrawn="1"/>
              </p:nvSpPr>
              <p:spPr>
                <a:xfrm>
                  <a:off x="14466489" y="1001522"/>
                  <a:ext cx="257935" cy="254168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77" name="Ovaal 176">
                  <a:extLst>
                    <a:ext uri="{FF2B5EF4-FFF2-40B4-BE49-F238E27FC236}">
                      <a16:creationId xmlns:a16="http://schemas.microsoft.com/office/drawing/2014/main" id="{FD371F24-4F6A-B94D-8122-B015A6DFA45E}"/>
                    </a:ext>
                  </a:extLst>
                </p:cNvPr>
                <p:cNvSpPr/>
                <p:nvPr userDrawn="1"/>
              </p:nvSpPr>
              <p:spPr>
                <a:xfrm>
                  <a:off x="14623626" y="1033630"/>
                  <a:ext cx="71169" cy="71169"/>
                </a:xfrm>
                <a:prstGeom prst="ellipse">
                  <a:avLst/>
                </a:prstGeom>
                <a:solidFill>
                  <a:srgbClr val="F1D8A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8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78" name="Vrije vorm: vorm 101">
                  <a:extLst>
                    <a:ext uri="{FF2B5EF4-FFF2-40B4-BE49-F238E27FC236}">
                      <a16:creationId xmlns:a16="http://schemas.microsoft.com/office/drawing/2014/main" id="{C174E9BD-1C8C-6547-9F69-59A44853B82B}"/>
                    </a:ext>
                  </a:extLst>
                </p:cNvPr>
                <p:cNvSpPr/>
                <p:nvPr userDrawn="1"/>
              </p:nvSpPr>
              <p:spPr>
                <a:xfrm rot="2700000">
                  <a:off x="14498877" y="1157846"/>
                  <a:ext cx="168558" cy="147459"/>
                </a:xfrm>
                <a:custGeom>
                  <a:avLst/>
                  <a:gdLst>
                    <a:gd name="connsiteX0" fmla="*/ 12837 w 168558"/>
                    <a:gd name="connsiteY0" fmla="*/ 12836 h 147459"/>
                    <a:gd name="connsiteX1" fmla="*/ 43826 w 168558"/>
                    <a:gd name="connsiteY1" fmla="*/ 0 h 147459"/>
                    <a:gd name="connsiteX2" fmla="*/ 168558 w 168558"/>
                    <a:gd name="connsiteY2" fmla="*/ 0 h 147459"/>
                    <a:gd name="connsiteX3" fmla="*/ 21099 w 168558"/>
                    <a:gd name="connsiteY3" fmla="*/ 147459 h 147459"/>
                    <a:gd name="connsiteX4" fmla="*/ 0 w 168558"/>
                    <a:gd name="connsiteY4" fmla="*/ 126361 h 147459"/>
                    <a:gd name="connsiteX5" fmla="*/ 0 w 168558"/>
                    <a:gd name="connsiteY5" fmla="*/ 43826 h 147459"/>
                    <a:gd name="connsiteX6" fmla="*/ 12837 w 168558"/>
                    <a:gd name="connsiteY6" fmla="*/ 12836 h 147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8558" h="147459">
                      <a:moveTo>
                        <a:pt x="12837" y="12836"/>
                      </a:moveTo>
                      <a:cubicBezTo>
                        <a:pt x="20768" y="4905"/>
                        <a:pt x="31724" y="0"/>
                        <a:pt x="43826" y="0"/>
                      </a:cubicBezTo>
                      <a:lnTo>
                        <a:pt x="168558" y="0"/>
                      </a:lnTo>
                      <a:lnTo>
                        <a:pt x="21099" y="147459"/>
                      </a:lnTo>
                      <a:lnTo>
                        <a:pt x="0" y="126361"/>
                      </a:lnTo>
                      <a:lnTo>
                        <a:pt x="0" y="43826"/>
                      </a:lnTo>
                      <a:cubicBezTo>
                        <a:pt x="1" y="31723"/>
                        <a:pt x="4906" y="20767"/>
                        <a:pt x="12837" y="12836"/>
                      </a:cubicBezTo>
                      <a:close/>
                    </a:path>
                  </a:pathLst>
                </a:custGeom>
                <a:solidFill>
                  <a:srgbClr val="C9D8E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8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79" name="Rechthoek: afgeronde hoeken 102">
                  <a:extLst>
                    <a:ext uri="{FF2B5EF4-FFF2-40B4-BE49-F238E27FC236}">
                      <a16:creationId xmlns:a16="http://schemas.microsoft.com/office/drawing/2014/main" id="{374BC484-ED63-C048-9F8E-34D2D82C7CA7}"/>
                    </a:ext>
                  </a:extLst>
                </p:cNvPr>
                <p:cNvSpPr/>
                <p:nvPr userDrawn="1"/>
              </p:nvSpPr>
              <p:spPr>
                <a:xfrm>
                  <a:off x="14601150" y="1145314"/>
                  <a:ext cx="155966" cy="116816"/>
                </a:xfrm>
                <a:prstGeom prst="roundRect">
                  <a:avLst/>
                </a:prstGeom>
                <a:solidFill>
                  <a:schemeClr val="bg1"/>
                </a:solidFill>
                <a:ln w="19050">
                  <a:solidFill>
                    <a:srgbClr val="8AADD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cxnSp>
              <p:nvCxnSpPr>
                <p:cNvPr id="180" name="Rechte verbindingslijn 179">
                  <a:extLst>
                    <a:ext uri="{FF2B5EF4-FFF2-40B4-BE49-F238E27FC236}">
                      <a16:creationId xmlns:a16="http://schemas.microsoft.com/office/drawing/2014/main" id="{376CADC9-E867-2449-A71F-949DE6EB6DB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4637490" y="1308665"/>
                  <a:ext cx="83286" cy="0"/>
                </a:xfrm>
                <a:prstGeom prst="line">
                  <a:avLst/>
                </a:prstGeom>
                <a:solidFill>
                  <a:schemeClr val="bg1"/>
                </a:solidFill>
                <a:ln w="19050">
                  <a:solidFill>
                    <a:srgbClr val="8AADD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181" name="Rechte verbindingslijn 180">
                  <a:extLst>
                    <a:ext uri="{FF2B5EF4-FFF2-40B4-BE49-F238E27FC236}">
                      <a16:creationId xmlns:a16="http://schemas.microsoft.com/office/drawing/2014/main" id="{04071413-1F0D-4743-BCCD-CF36D3749F55}"/>
                    </a:ext>
                  </a:extLst>
                </p:cNvPr>
                <p:cNvCxnSpPr>
                  <a:cxnSpLocks/>
                  <a:stCxn id="179" idx="2"/>
                </p:cNvCxnSpPr>
                <p:nvPr userDrawn="1"/>
              </p:nvCxnSpPr>
              <p:spPr>
                <a:xfrm flipH="1">
                  <a:off x="14678717" y="1262130"/>
                  <a:ext cx="416" cy="43573"/>
                </a:xfrm>
                <a:prstGeom prst="line">
                  <a:avLst/>
                </a:prstGeom>
                <a:solidFill>
                  <a:schemeClr val="bg1"/>
                </a:solidFill>
                <a:ln w="19050">
                  <a:solidFill>
                    <a:srgbClr val="8AADD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</p:cxnSp>
          </p:grpSp>
          <p:sp>
            <p:nvSpPr>
              <p:cNvPr id="126" name="Ovaal 125">
                <a:extLst>
                  <a:ext uri="{FF2B5EF4-FFF2-40B4-BE49-F238E27FC236}">
                    <a16:creationId xmlns:a16="http://schemas.microsoft.com/office/drawing/2014/main" id="{CE1BBF59-37F5-D046-AF55-0126D9016034}"/>
                  </a:ext>
                </a:extLst>
              </p:cNvPr>
              <p:cNvSpPr/>
              <p:nvPr userDrawn="1"/>
            </p:nvSpPr>
            <p:spPr>
              <a:xfrm>
                <a:off x="850466" y="1658126"/>
                <a:ext cx="180000" cy="180000"/>
              </a:xfrm>
              <a:prstGeom prst="ellipse">
                <a:avLst/>
              </a:prstGeom>
              <a:solidFill>
                <a:schemeClr val="tx2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rPr>
                  <a:t>2</a:t>
                </a:r>
              </a:p>
            </p:txBody>
          </p:sp>
          <p:sp>
            <p:nvSpPr>
              <p:cNvPr id="127" name="Rechthoek 126">
                <a:extLst>
                  <a:ext uri="{FF2B5EF4-FFF2-40B4-BE49-F238E27FC236}">
                    <a16:creationId xmlns:a16="http://schemas.microsoft.com/office/drawing/2014/main" id="{82170D8A-FB52-6445-87AE-5F5C63BE785E}"/>
                  </a:ext>
                </a:extLst>
              </p:cNvPr>
              <p:cNvSpPr/>
              <p:nvPr userDrawn="1"/>
            </p:nvSpPr>
            <p:spPr>
              <a:xfrm>
                <a:off x="1134638" y="1658127"/>
                <a:ext cx="2944682" cy="326338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Select the desired Logo and click "</a:t>
                </a:r>
                <a:r>
                  <a:rPr kumimoji="0" lang="en-GB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".</a:t>
                </a:r>
                <a:endPara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28" name="Groep 127">
                <a:extLst>
                  <a:ext uri="{FF2B5EF4-FFF2-40B4-BE49-F238E27FC236}">
                    <a16:creationId xmlns:a16="http://schemas.microsoft.com/office/drawing/2014/main" id="{335BA7C0-5DC5-FC41-AE05-9DDDCF0DD3ED}"/>
                  </a:ext>
                </a:extLst>
              </p:cNvPr>
              <p:cNvGrpSpPr/>
              <p:nvPr userDrawn="1"/>
            </p:nvGrpSpPr>
            <p:grpSpPr>
              <a:xfrm>
                <a:off x="1142734" y="2092702"/>
                <a:ext cx="825500" cy="209550"/>
                <a:chOff x="13504624" y="2482850"/>
                <a:chExt cx="825500" cy="209550"/>
              </a:xfrm>
            </p:grpSpPr>
            <p:sp>
              <p:nvSpPr>
                <p:cNvPr id="173" name="Rechthoek 172">
                  <a:extLst>
                    <a:ext uri="{FF2B5EF4-FFF2-40B4-BE49-F238E27FC236}">
                      <a16:creationId xmlns:a16="http://schemas.microsoft.com/office/drawing/2014/main" id="{122D69B0-6AC0-E54A-8EE6-46358C87065D}"/>
                    </a:ext>
                  </a:extLst>
                </p:cNvPr>
                <p:cNvSpPr/>
                <p:nvPr userDrawn="1"/>
              </p:nvSpPr>
              <p:spPr>
                <a:xfrm>
                  <a:off x="13504624" y="2482850"/>
                  <a:ext cx="825500" cy="209550"/>
                </a:xfrm>
                <a:prstGeom prst="rect">
                  <a:avLst/>
                </a:prstGeom>
                <a:solidFill>
                  <a:srgbClr val="E5F1FB"/>
                </a:solidFill>
                <a:ln w="12700">
                  <a:solidFill>
                    <a:srgbClr val="0B7E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en-GB" sz="900" b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rPr>
                    <a:t>Insert</a:t>
                  </a:r>
                </a:p>
              </p:txBody>
            </p:sp>
            <p:cxnSp>
              <p:nvCxnSpPr>
                <p:cNvPr id="174" name="Rechte verbindingslijn 173">
                  <a:extLst>
                    <a:ext uri="{FF2B5EF4-FFF2-40B4-BE49-F238E27FC236}">
                      <a16:creationId xmlns:a16="http://schemas.microsoft.com/office/drawing/2014/main" id="{27AF555D-5A4C-3847-9C19-2B9366DDAB7D}"/>
                    </a:ext>
                  </a:extLst>
                </p:cNvPr>
                <p:cNvCxnSpPr/>
                <p:nvPr userDrawn="1"/>
              </p:nvCxnSpPr>
              <p:spPr>
                <a:xfrm>
                  <a:off x="14155269" y="2515250"/>
                  <a:ext cx="0" cy="14271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44546A"/>
                  </a:solidFill>
                  <a:prstDash val="solid"/>
                </a:ln>
                <a:effectLst/>
              </p:spPr>
            </p:cxnSp>
            <p:sp>
              <p:nvSpPr>
                <p:cNvPr id="175" name="Gelijkbenige driehoek 98">
                  <a:extLst>
                    <a:ext uri="{FF2B5EF4-FFF2-40B4-BE49-F238E27FC236}">
                      <a16:creationId xmlns:a16="http://schemas.microsoft.com/office/drawing/2014/main" id="{4D93CDB1-C7A6-B84D-A652-39CAC8D6F3C8}"/>
                    </a:ext>
                  </a:extLst>
                </p:cNvPr>
                <p:cNvSpPr/>
                <p:nvPr userDrawn="1"/>
              </p:nvSpPr>
              <p:spPr>
                <a:xfrm rot="10800000">
                  <a:off x="14196089" y="2566904"/>
                  <a:ext cx="86866" cy="51147"/>
                </a:xfrm>
                <a:prstGeom prst="triangle">
                  <a:avLst/>
                </a:prstGeom>
                <a:solidFill>
                  <a:srgbClr val="0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29" name="Ovaal 128">
                <a:extLst>
                  <a:ext uri="{FF2B5EF4-FFF2-40B4-BE49-F238E27FC236}">
                    <a16:creationId xmlns:a16="http://schemas.microsoft.com/office/drawing/2014/main" id="{7D19FE14-B6BD-6D42-8BBA-51750E37FA19}"/>
                  </a:ext>
                </a:extLst>
              </p:cNvPr>
              <p:cNvSpPr/>
              <p:nvPr userDrawn="1"/>
            </p:nvSpPr>
            <p:spPr>
              <a:xfrm>
                <a:off x="850466" y="2438231"/>
                <a:ext cx="180000" cy="180000"/>
              </a:xfrm>
              <a:prstGeom prst="ellipse">
                <a:avLst/>
              </a:prstGeom>
              <a:solidFill>
                <a:schemeClr val="tx2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rPr>
                  <a:t>3</a:t>
                </a:r>
              </a:p>
            </p:txBody>
          </p:sp>
          <p:sp>
            <p:nvSpPr>
              <p:cNvPr id="130" name="Rechthoek 129">
                <a:extLst>
                  <a:ext uri="{FF2B5EF4-FFF2-40B4-BE49-F238E27FC236}">
                    <a16:creationId xmlns:a16="http://schemas.microsoft.com/office/drawing/2014/main" id="{909A8A64-C3B5-ED41-B0CB-E8B00848A11C}"/>
                  </a:ext>
                </a:extLst>
              </p:cNvPr>
              <p:cNvSpPr/>
              <p:nvPr userDrawn="1"/>
            </p:nvSpPr>
            <p:spPr>
              <a:xfrm>
                <a:off x="1134637" y="2438232"/>
                <a:ext cx="3126341" cy="462795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Right-click the slide thumbnail on the left-hand side of the screen and select "</a:t>
                </a:r>
                <a:r>
                  <a:rPr kumimoji="0" lang="en-GB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“.</a:t>
                </a:r>
                <a:endPara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1" name="Ovaal 130">
                <a:extLst>
                  <a:ext uri="{FF2B5EF4-FFF2-40B4-BE49-F238E27FC236}">
                    <a16:creationId xmlns:a16="http://schemas.microsoft.com/office/drawing/2014/main" id="{1717DE15-CC30-7F4C-8C8D-4AE0A5E87312}"/>
                  </a:ext>
                </a:extLst>
              </p:cNvPr>
              <p:cNvSpPr/>
              <p:nvPr userDrawn="1"/>
            </p:nvSpPr>
            <p:spPr>
              <a:xfrm>
                <a:off x="850466" y="4008891"/>
                <a:ext cx="180000" cy="180000"/>
              </a:xfrm>
              <a:prstGeom prst="ellipse">
                <a:avLst/>
              </a:prstGeom>
              <a:solidFill>
                <a:schemeClr val="tx2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rPr>
                  <a:t>4</a:t>
                </a:r>
              </a:p>
            </p:txBody>
          </p:sp>
          <p:sp>
            <p:nvSpPr>
              <p:cNvPr id="132" name="Rechthoek 131">
                <a:extLst>
                  <a:ext uri="{FF2B5EF4-FFF2-40B4-BE49-F238E27FC236}">
                    <a16:creationId xmlns:a16="http://schemas.microsoft.com/office/drawing/2014/main" id="{21DC30D0-1443-3443-9582-18C0BDFB1E25}"/>
                  </a:ext>
                </a:extLst>
              </p:cNvPr>
              <p:cNvSpPr/>
              <p:nvPr userDrawn="1"/>
            </p:nvSpPr>
            <p:spPr>
              <a:xfrm>
                <a:off x="1134638" y="4008892"/>
                <a:ext cx="2944682" cy="979796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To resize or crop the logos, go to the "</a:t>
                </a:r>
                <a:r>
                  <a:rPr kumimoji="0" lang="en-GB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Picture Tools - Format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" tab and click the "</a:t>
                </a:r>
                <a:r>
                  <a:rPr kumimoji="0" lang="en-GB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" button. Fit the logo using the button “</a:t>
                </a:r>
                <a:r>
                  <a:rPr kumimoji="0" lang="en-GB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Fit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”:</a:t>
                </a:r>
                <a:endPara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33" name="Groep 132">
                <a:extLst>
                  <a:ext uri="{FF2B5EF4-FFF2-40B4-BE49-F238E27FC236}">
                    <a16:creationId xmlns:a16="http://schemas.microsoft.com/office/drawing/2014/main" id="{4147A528-641E-9945-A6C8-EE61F3BC8CC7}"/>
                  </a:ext>
                </a:extLst>
              </p:cNvPr>
              <p:cNvGrpSpPr/>
              <p:nvPr userDrawn="1"/>
            </p:nvGrpSpPr>
            <p:grpSpPr>
              <a:xfrm>
                <a:off x="1045759" y="4769519"/>
                <a:ext cx="622283" cy="612919"/>
                <a:chOff x="12617641" y="3403239"/>
                <a:chExt cx="752963" cy="741634"/>
              </a:xfrm>
            </p:grpSpPr>
            <p:grpSp>
              <p:nvGrpSpPr>
                <p:cNvPr id="157" name="Groep 156">
                  <a:extLst>
                    <a:ext uri="{FF2B5EF4-FFF2-40B4-BE49-F238E27FC236}">
                      <a16:creationId xmlns:a16="http://schemas.microsoft.com/office/drawing/2014/main" id="{37F81738-B5C5-4A43-B869-3BCC11A6C765}"/>
                    </a:ext>
                  </a:extLst>
                </p:cNvPr>
                <p:cNvGrpSpPr/>
                <p:nvPr userDrawn="1"/>
              </p:nvGrpSpPr>
              <p:grpSpPr>
                <a:xfrm>
                  <a:off x="12771550" y="3403239"/>
                  <a:ext cx="467156" cy="448491"/>
                  <a:chOff x="12782177" y="3403239"/>
                  <a:chExt cx="467156" cy="448491"/>
                </a:xfrm>
              </p:grpSpPr>
              <p:grpSp>
                <p:nvGrpSpPr>
                  <p:cNvPr id="160" name="Groep 159">
                    <a:extLst>
                      <a:ext uri="{FF2B5EF4-FFF2-40B4-BE49-F238E27FC236}">
                        <a16:creationId xmlns:a16="http://schemas.microsoft.com/office/drawing/2014/main" id="{87F1603A-EAD8-E04B-9154-6DABE2C46F2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82177" y="3403239"/>
                    <a:ext cx="412972" cy="396132"/>
                    <a:chOff x="13554906" y="3320109"/>
                    <a:chExt cx="443912" cy="425811"/>
                  </a:xfrm>
                </p:grpSpPr>
                <p:grpSp>
                  <p:nvGrpSpPr>
                    <p:cNvPr id="167" name="Groep 166">
                      <a:extLst>
                        <a:ext uri="{FF2B5EF4-FFF2-40B4-BE49-F238E27FC236}">
                          <a16:creationId xmlns:a16="http://schemas.microsoft.com/office/drawing/2014/main" id="{856B7F67-D8E7-5143-897D-9BB3D8DCF6EA}"/>
                        </a:ext>
                      </a:extLst>
                    </p:cNvPr>
                    <p:cNvGrpSpPr/>
                    <p:nvPr userDrawn="1"/>
                  </p:nvGrpSpPr>
                  <p:grpSpPr>
                    <a:xfrm>
                      <a:off x="13554906" y="3320109"/>
                      <a:ext cx="443912" cy="425811"/>
                      <a:chOff x="12909684" y="1276143"/>
                      <a:chExt cx="443912" cy="425811"/>
                    </a:xfrm>
                  </p:grpSpPr>
                  <p:sp>
                    <p:nvSpPr>
                      <p:cNvPr id="170" name="Rechthoek 169">
                        <a:extLst>
                          <a:ext uri="{FF2B5EF4-FFF2-40B4-BE49-F238E27FC236}">
                            <a16:creationId xmlns:a16="http://schemas.microsoft.com/office/drawing/2014/main" id="{B7DED30F-A223-DC41-8F35-97F41946455A}"/>
                          </a:ext>
                        </a:extLst>
                      </p:cNvPr>
                      <p:cNvSpPr/>
                      <p:nvPr userDrawn="1"/>
                    </p:nvSpPr>
                    <p:spPr>
                      <a:xfrm>
                        <a:off x="12909684" y="1276143"/>
                        <a:ext cx="443912" cy="425811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rgbClr val="818181"/>
                        </a:solidFill>
                        <a:prstDash val="dash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lvl="0">
                          <a:lnSpc>
                            <a:spcPct val="90000"/>
                          </a:lnSpc>
                          <a:spcBef>
                            <a:spcPts val="600"/>
                          </a:spcBef>
                          <a:spcAft>
                            <a:spcPts val="600"/>
                          </a:spcAft>
                        </a:pPr>
                        <a:endParaRPr lang="nl-NL" sz="800" b="0" noProof="0">
                          <a:solidFill>
                            <a:schemeClr val="tx2"/>
                          </a:solidFill>
                          <a:latin typeface="Montserrat" pitchFamily="2" charset="77"/>
                          <a:ea typeface="Open Sans" panose="020B0606030504020204" pitchFamily="34" charset="0"/>
                          <a:cs typeface="Open Sans" panose="020B0606030504020204" pitchFamily="34" charset="0"/>
                        </a:endParaRPr>
                      </a:p>
                    </p:txBody>
                  </p:sp>
                  <p:sp>
                    <p:nvSpPr>
                      <p:cNvPr id="171" name="Rechthoek 170">
                        <a:extLst>
                          <a:ext uri="{FF2B5EF4-FFF2-40B4-BE49-F238E27FC236}">
                            <a16:creationId xmlns:a16="http://schemas.microsoft.com/office/drawing/2014/main" id="{8E3D0FB9-F329-B94D-9EC8-85B2AAFF596F}"/>
                          </a:ext>
                        </a:extLst>
                      </p:cNvPr>
                      <p:cNvSpPr/>
                      <p:nvPr userDrawn="1"/>
                    </p:nvSpPr>
                    <p:spPr>
                      <a:xfrm>
                        <a:off x="12909684" y="1276143"/>
                        <a:ext cx="261629" cy="257807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rgbClr val="81818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lvl="0">
                          <a:lnSpc>
                            <a:spcPct val="90000"/>
                          </a:lnSpc>
                          <a:spcBef>
                            <a:spcPts val="600"/>
                          </a:spcBef>
                          <a:spcAft>
                            <a:spcPts val="600"/>
                          </a:spcAft>
                        </a:pPr>
                        <a:endParaRPr lang="nl-NL" sz="800" b="0" noProof="0">
                          <a:solidFill>
                            <a:schemeClr val="tx2"/>
                          </a:solidFill>
                          <a:latin typeface="Montserrat" pitchFamily="2" charset="77"/>
                          <a:ea typeface="Open Sans" panose="020B0606030504020204" pitchFamily="34" charset="0"/>
                          <a:cs typeface="Open Sans" panose="020B0606030504020204" pitchFamily="34" charset="0"/>
                        </a:endParaRPr>
                      </a:p>
                    </p:txBody>
                  </p:sp>
                  <p:sp>
                    <p:nvSpPr>
                      <p:cNvPr id="172" name="Ovaal 171">
                        <a:extLst>
                          <a:ext uri="{FF2B5EF4-FFF2-40B4-BE49-F238E27FC236}">
                            <a16:creationId xmlns:a16="http://schemas.microsoft.com/office/drawing/2014/main" id="{C02B1223-69AC-A64A-A64E-17D92253A041}"/>
                          </a:ext>
                        </a:extLst>
                      </p:cNvPr>
                      <p:cNvSpPr/>
                      <p:nvPr userDrawn="1"/>
                    </p:nvSpPr>
                    <p:spPr>
                      <a:xfrm>
                        <a:off x="13069071" y="1308711"/>
                        <a:ext cx="72188" cy="72188"/>
                      </a:xfrm>
                      <a:prstGeom prst="ellipse">
                        <a:avLst/>
                      </a:prstGeom>
                      <a:solidFill>
                        <a:srgbClr val="ECC67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0" tIns="0" rIns="0" bIns="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l"/>
                        <a:endParaRPr lang="nl-NL" sz="1000" b="1" noProof="0">
                          <a:solidFill>
                            <a:schemeClr val="tx2"/>
                          </a:solidFill>
                          <a:latin typeface="Montserrat" pitchFamily="2" charset="77"/>
                          <a:ea typeface="Open Sans" panose="020B0606030504020204" pitchFamily="34" charset="0"/>
                          <a:cs typeface="Open Sans" panose="020B0606030504020204" pitchFamily="34" charset="0"/>
                        </a:endParaRPr>
                      </a:p>
                    </p:txBody>
                  </p:sp>
                </p:grpSp>
                <p:pic>
                  <p:nvPicPr>
                    <p:cNvPr id="168" name="Afbeelding 167">
                      <a:extLst>
                        <a:ext uri="{FF2B5EF4-FFF2-40B4-BE49-F238E27FC236}">
                          <a16:creationId xmlns:a16="http://schemas.microsoft.com/office/drawing/2014/main" id="{FE0E261E-54C7-CC4A-BD05-E6FF9AEDCEB2}"/>
                        </a:ext>
                      </a:extLst>
                    </p:cNvPr>
                    <p:cNvPicPr>
                      <a:picLocks noChangeAspect="1"/>
                    </p:cNvPicPr>
                    <p:nvPr userDrawn="1"/>
                  </p:nvPicPr>
                  <p:blipFill>
                    <a:blip r:embed="rId2" cstate="screen">
                      <a:duotone>
                        <a:prstClr val="black"/>
                        <a:srgbClr val="4D82B8">
                          <a:tint val="45000"/>
                          <a:satMod val="400000"/>
                        </a:srgbClr>
                      </a:duotone>
                      <a:extLst>
                        <a:ext uri="{BEBA8EAE-BF5A-486C-A8C5-ECC9F3942E4B}">
                          <a14:imgProps xmlns:a14="http://schemas.microsoft.com/office/drawing/2010/main">
                            <a14:imgLayer r:embed="rId3">
                              <a14:imgEffect>
                                <a14:brightnessContrast contrast="-40000"/>
                              </a14:imgEffect>
                            </a14:imgLayer>
                          </a14:imgProps>
                        </a:ext>
                        <a:ext uri="{28A0092B-C50C-407E-A947-70E740481C1C}">
                          <a14:useLocalDpi xmlns:a14="http://schemas.microsoft.com/office/drawing/2010/main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13567296" y="3424992"/>
                      <a:ext cx="173367" cy="14022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69" name="Afbeelding 168">
                      <a:extLst>
                        <a:ext uri="{FF2B5EF4-FFF2-40B4-BE49-F238E27FC236}">
                          <a16:creationId xmlns:a16="http://schemas.microsoft.com/office/drawing/2014/main" id="{89631CA9-FF62-5145-931F-5426C34CBD38}"/>
                        </a:ext>
                      </a:extLst>
                    </p:cNvPr>
                    <p:cNvPicPr>
                      <a:picLocks noChangeAspect="1"/>
                    </p:cNvPicPr>
                    <p:nvPr userDrawn="1"/>
                  </p:nvPicPr>
                  <p:blipFill>
                    <a:blip r:embed="rId2" cstate="screen">
                      <a:duotone>
                        <a:prstClr val="black"/>
                        <a:srgbClr val="4D82B8">
                          <a:tint val="45000"/>
                          <a:satMod val="400000"/>
                        </a:srgbClr>
                      </a:duotone>
                      <a:extLst>
                        <a:ext uri="{BEBA8EAE-BF5A-486C-A8C5-ECC9F3942E4B}">
                          <a14:imgProps xmlns:a14="http://schemas.microsoft.com/office/drawing/2010/main">
                            <a14:imgLayer r:embed="rId3">
                              <a14:imgEffect>
                                <a14:brightnessContrast contrast="-40000"/>
                              </a14:imgEffect>
                            </a14:imgLayer>
                          </a14:imgProps>
                        </a:ext>
                        <a:ext uri="{28A0092B-C50C-407E-A947-70E740481C1C}">
                          <a14:useLocalDpi xmlns:a14="http://schemas.microsoft.com/office/drawing/2010/main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flipH="1">
                      <a:off x="13635599" y="3453788"/>
                      <a:ext cx="173367" cy="11142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161" name="Groep 160">
                    <a:extLst>
                      <a:ext uri="{FF2B5EF4-FFF2-40B4-BE49-F238E27FC236}">
                        <a16:creationId xmlns:a16="http://schemas.microsoft.com/office/drawing/2014/main" id="{9B94CA86-F607-C146-9DFC-216B596A566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103513" y="3705268"/>
                    <a:ext cx="145820" cy="146462"/>
                    <a:chOff x="13096169" y="3602278"/>
                    <a:chExt cx="145820" cy="146462"/>
                  </a:xfrm>
                </p:grpSpPr>
                <p:sp>
                  <p:nvSpPr>
                    <p:cNvPr id="165" name="Rechthoek 164">
                      <a:extLst>
                        <a:ext uri="{FF2B5EF4-FFF2-40B4-BE49-F238E27FC236}">
                          <a16:creationId xmlns:a16="http://schemas.microsoft.com/office/drawing/2014/main" id="{8007FAA8-00C8-714D-BADA-D3EB5E05604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96169" y="3602278"/>
                      <a:ext cx="145820" cy="28388"/>
                    </a:xfrm>
                    <a:prstGeom prst="rect">
                      <a:avLst/>
                    </a:prstGeom>
                    <a:solidFill>
                      <a:srgbClr val="81818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66" name="Rechthoek 165">
                      <a:extLst>
                        <a:ext uri="{FF2B5EF4-FFF2-40B4-BE49-F238E27FC236}">
                          <a16:creationId xmlns:a16="http://schemas.microsoft.com/office/drawing/2014/main" id="{10E4E385-CFE4-014E-8283-42F0FC1250D6}"/>
                        </a:ext>
                      </a:extLst>
                    </p:cNvPr>
                    <p:cNvSpPr/>
                    <p:nvPr userDrawn="1"/>
                  </p:nvSpPr>
                  <p:spPr>
                    <a:xfrm rot="5400000">
                      <a:off x="13037453" y="3661636"/>
                      <a:ext cx="145820" cy="28388"/>
                    </a:xfrm>
                    <a:prstGeom prst="rect">
                      <a:avLst/>
                    </a:prstGeom>
                    <a:solidFill>
                      <a:srgbClr val="81818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grpSp>
                <p:nvGrpSpPr>
                  <p:cNvPr id="162" name="Groep 161">
                    <a:extLst>
                      <a:ext uri="{FF2B5EF4-FFF2-40B4-BE49-F238E27FC236}">
                        <a16:creationId xmlns:a16="http://schemas.microsoft.com/office/drawing/2014/main" id="{B5EB59E7-2013-EB48-8989-091C34150671}"/>
                      </a:ext>
                    </a:extLst>
                  </p:cNvPr>
                  <p:cNvGrpSpPr/>
                  <p:nvPr userDrawn="1"/>
                </p:nvGrpSpPr>
                <p:grpSpPr>
                  <a:xfrm rot="10800000">
                    <a:off x="13061402" y="3665637"/>
                    <a:ext cx="145820" cy="146462"/>
                    <a:chOff x="13096169" y="3602278"/>
                    <a:chExt cx="145820" cy="146462"/>
                  </a:xfrm>
                </p:grpSpPr>
                <p:sp>
                  <p:nvSpPr>
                    <p:cNvPr id="163" name="Rechthoek 162">
                      <a:extLst>
                        <a:ext uri="{FF2B5EF4-FFF2-40B4-BE49-F238E27FC236}">
                          <a16:creationId xmlns:a16="http://schemas.microsoft.com/office/drawing/2014/main" id="{97C7A080-C087-3840-B31C-99FAA5E206F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96169" y="3602278"/>
                      <a:ext cx="145820" cy="28388"/>
                    </a:xfrm>
                    <a:prstGeom prst="rect">
                      <a:avLst/>
                    </a:prstGeom>
                    <a:solidFill>
                      <a:srgbClr val="81818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64" name="Rechthoek 163">
                      <a:extLst>
                        <a:ext uri="{FF2B5EF4-FFF2-40B4-BE49-F238E27FC236}">
                          <a16:creationId xmlns:a16="http://schemas.microsoft.com/office/drawing/2014/main" id="{390FF610-57E5-6E4A-8C11-1D8E132B2C1B}"/>
                        </a:ext>
                      </a:extLst>
                    </p:cNvPr>
                    <p:cNvSpPr/>
                    <p:nvPr userDrawn="1"/>
                  </p:nvSpPr>
                  <p:spPr>
                    <a:xfrm rot="5400000">
                      <a:off x="13037453" y="3661636"/>
                      <a:ext cx="145820" cy="28388"/>
                    </a:xfrm>
                    <a:prstGeom prst="rect">
                      <a:avLst/>
                    </a:prstGeom>
                    <a:solidFill>
                      <a:srgbClr val="81818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</p:grpSp>
            <p:sp>
              <p:nvSpPr>
                <p:cNvPr id="158" name="Rechthoek 157">
                  <a:extLst>
                    <a:ext uri="{FF2B5EF4-FFF2-40B4-BE49-F238E27FC236}">
                      <a16:creationId xmlns:a16="http://schemas.microsoft.com/office/drawing/2014/main" id="{DFC7F1F8-D78F-C34D-8609-4D015EEE5808}"/>
                    </a:ext>
                  </a:extLst>
                </p:cNvPr>
                <p:cNvSpPr/>
                <p:nvPr userDrawn="1"/>
              </p:nvSpPr>
              <p:spPr>
                <a:xfrm>
                  <a:off x="12617641" y="3889890"/>
                  <a:ext cx="752963" cy="161170"/>
                </a:xfrm>
                <a:prstGeom prst="rect">
                  <a:avLst/>
                </a:prstGeom>
                <a:noFill/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en-GB" sz="900" b="0" i="0">
                      <a:solidFill>
                        <a:schemeClr val="tx2"/>
                      </a:solidFill>
                      <a:latin typeface="+mn-lt"/>
                      <a:ea typeface="Open Sans" panose="020B0606030504020204" pitchFamily="34" charset="0"/>
                      <a:cs typeface="Segoe UI Light" panose="020B0502040204020203" pitchFamily="34" charset="0"/>
                    </a:rPr>
                    <a:t>Crop</a:t>
                  </a:r>
                </a:p>
              </p:txBody>
            </p:sp>
            <p:sp>
              <p:nvSpPr>
                <p:cNvPr id="159" name="Gelijkbenige driehoek 78">
                  <a:extLst>
                    <a:ext uri="{FF2B5EF4-FFF2-40B4-BE49-F238E27FC236}">
                      <a16:creationId xmlns:a16="http://schemas.microsoft.com/office/drawing/2014/main" id="{3DA90042-B134-3446-A574-9B5CEAC063F4}"/>
                    </a:ext>
                  </a:extLst>
                </p:cNvPr>
                <p:cNvSpPr/>
                <p:nvPr userDrawn="1"/>
              </p:nvSpPr>
              <p:spPr>
                <a:xfrm rot="10800000">
                  <a:off x="12950688" y="4093726"/>
                  <a:ext cx="86866" cy="51147"/>
                </a:xfrm>
                <a:prstGeom prst="triangle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BDDF603D-D6F7-764F-B50F-A6A5EFA6D2CF}"/>
                  </a:ext>
                </a:extLst>
              </p:cNvPr>
              <p:cNvSpPr/>
              <p:nvPr userDrawn="1"/>
            </p:nvSpPr>
            <p:spPr>
              <a:xfrm>
                <a:off x="1137558" y="3112347"/>
                <a:ext cx="1239216" cy="719917"/>
              </a:xfrm>
              <a:prstGeom prst="rect">
                <a:avLst/>
              </a:prstGeom>
              <a:pattFill prst="wdUpDiag">
                <a:fgClr>
                  <a:srgbClr val="E0E0E0"/>
                </a:fgClr>
                <a:bgClr>
                  <a:srgbClr val="ECECEC"/>
                </a:bgClr>
              </a:pattFill>
              <a:ln w="12700">
                <a:solidFill>
                  <a:srgbClr val="D3D3D3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35" name="Groep 134">
                <a:extLst>
                  <a:ext uri="{FF2B5EF4-FFF2-40B4-BE49-F238E27FC236}">
                    <a16:creationId xmlns:a16="http://schemas.microsoft.com/office/drawing/2014/main" id="{4D0552FD-9C89-5647-869E-DA8C1322C769}"/>
                  </a:ext>
                </a:extLst>
              </p:cNvPr>
              <p:cNvGrpSpPr/>
              <p:nvPr userDrawn="1"/>
            </p:nvGrpSpPr>
            <p:grpSpPr>
              <a:xfrm>
                <a:off x="1968575" y="3391865"/>
                <a:ext cx="1222990" cy="563933"/>
                <a:chOff x="-2485819" y="3399207"/>
                <a:chExt cx="1222990" cy="563933"/>
              </a:xfrm>
            </p:grpSpPr>
            <p:sp>
              <p:nvSpPr>
                <p:cNvPr id="136" name="Rechthoek 135">
                  <a:extLst>
                    <a:ext uri="{FF2B5EF4-FFF2-40B4-BE49-F238E27FC236}">
                      <a16:creationId xmlns:a16="http://schemas.microsoft.com/office/drawing/2014/main" id="{143AEAC6-5914-1542-B13D-8528CD3C33B5}"/>
                    </a:ext>
                  </a:extLst>
                </p:cNvPr>
                <p:cNvSpPr/>
                <p:nvPr userDrawn="1"/>
              </p:nvSpPr>
              <p:spPr>
                <a:xfrm>
                  <a:off x="-2485819" y="3399207"/>
                  <a:ext cx="1176476" cy="504851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D1D1D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37" name="Rechthoek 136">
                  <a:extLst>
                    <a:ext uri="{FF2B5EF4-FFF2-40B4-BE49-F238E27FC236}">
                      <a16:creationId xmlns:a16="http://schemas.microsoft.com/office/drawing/2014/main" id="{26E0DD57-A0D9-0642-941B-5DCF1D2B9346}"/>
                    </a:ext>
                  </a:extLst>
                </p:cNvPr>
                <p:cNvSpPr/>
                <p:nvPr userDrawn="1"/>
              </p:nvSpPr>
              <p:spPr>
                <a:xfrm>
                  <a:off x="-2479584" y="3652838"/>
                  <a:ext cx="1164007" cy="246701"/>
                </a:xfrm>
                <a:prstGeom prst="rect">
                  <a:avLst/>
                </a:prstGeom>
                <a:solidFill>
                  <a:srgbClr val="FCE4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38" name="Groep 137">
                  <a:extLst>
                    <a:ext uri="{FF2B5EF4-FFF2-40B4-BE49-F238E27FC236}">
                      <a16:creationId xmlns:a16="http://schemas.microsoft.com/office/drawing/2014/main" id="{398A7882-067F-A046-9FAE-63B555FEDC26}"/>
                    </a:ext>
                  </a:extLst>
                </p:cNvPr>
                <p:cNvGrpSpPr/>
                <p:nvPr userDrawn="1"/>
              </p:nvGrpSpPr>
              <p:grpSpPr>
                <a:xfrm>
                  <a:off x="-2403869" y="3460544"/>
                  <a:ext cx="155951" cy="131922"/>
                  <a:chOff x="12968836" y="3354170"/>
                  <a:chExt cx="404806" cy="342433"/>
                </a:xfrm>
              </p:grpSpPr>
              <p:sp>
                <p:nvSpPr>
                  <p:cNvPr id="151" name="Rechthoek: afgeronde hoeken 61">
                    <a:extLst>
                      <a:ext uri="{FF2B5EF4-FFF2-40B4-BE49-F238E27FC236}">
                        <a16:creationId xmlns:a16="http://schemas.microsoft.com/office/drawing/2014/main" id="{1C2CDAAE-AAA9-0E4D-BC12-A113449EBD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52" name="Rechthoek 151">
                    <a:extLst>
                      <a:ext uri="{FF2B5EF4-FFF2-40B4-BE49-F238E27FC236}">
                        <a16:creationId xmlns:a16="http://schemas.microsoft.com/office/drawing/2014/main" id="{AE2E46A5-CD0F-4F42-BCE1-65351114DF5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53" name="Rechthoek 152">
                    <a:extLst>
                      <a:ext uri="{FF2B5EF4-FFF2-40B4-BE49-F238E27FC236}">
                        <a16:creationId xmlns:a16="http://schemas.microsoft.com/office/drawing/2014/main" id="{1204A912-06AD-ED4E-B9A1-FEC90A57EE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54" name="Rechthoek 153">
                    <a:extLst>
                      <a:ext uri="{FF2B5EF4-FFF2-40B4-BE49-F238E27FC236}">
                        <a16:creationId xmlns:a16="http://schemas.microsoft.com/office/drawing/2014/main" id="{54BEBA52-D677-A642-BD48-494D4D4593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55" name="Rechthoek 154">
                    <a:extLst>
                      <a:ext uri="{FF2B5EF4-FFF2-40B4-BE49-F238E27FC236}">
                        <a16:creationId xmlns:a16="http://schemas.microsoft.com/office/drawing/2014/main" id="{7AFD9B83-22D5-7041-96CE-A91F0E36C5D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56" name="Rechthoek 155">
                    <a:extLst>
                      <a:ext uri="{FF2B5EF4-FFF2-40B4-BE49-F238E27FC236}">
                        <a16:creationId xmlns:a16="http://schemas.microsoft.com/office/drawing/2014/main" id="{0518EDF1-29B7-2B48-88BB-642D267FF3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39" name="Groep 138">
                  <a:extLst>
                    <a:ext uri="{FF2B5EF4-FFF2-40B4-BE49-F238E27FC236}">
                      <a16:creationId xmlns:a16="http://schemas.microsoft.com/office/drawing/2014/main" id="{A76C73C6-0655-BB41-A088-CE4D5B3FD28F}"/>
                    </a:ext>
                  </a:extLst>
                </p:cNvPr>
                <p:cNvGrpSpPr/>
                <p:nvPr userDrawn="1"/>
              </p:nvGrpSpPr>
              <p:grpSpPr>
                <a:xfrm>
                  <a:off x="-2423424" y="3690208"/>
                  <a:ext cx="166739" cy="218963"/>
                  <a:chOff x="12940828" y="3950597"/>
                  <a:chExt cx="432813" cy="568367"/>
                </a:xfrm>
              </p:grpSpPr>
              <p:grpSp>
                <p:nvGrpSpPr>
                  <p:cNvPr id="143" name="Groep 142">
                    <a:extLst>
                      <a:ext uri="{FF2B5EF4-FFF2-40B4-BE49-F238E27FC236}">
                        <a16:creationId xmlns:a16="http://schemas.microsoft.com/office/drawing/2014/main" id="{040BE8D9-6482-6244-8D1B-46DC7E3C157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000382" y="4006891"/>
                    <a:ext cx="373259" cy="315747"/>
                    <a:chOff x="12968836" y="3354170"/>
                    <a:chExt cx="404806" cy="342433"/>
                  </a:xfrm>
                </p:grpSpPr>
                <p:sp>
                  <p:nvSpPr>
                    <p:cNvPr id="145" name="Rechthoek: afgeronde hoeken 55">
                      <a:extLst>
                        <a:ext uri="{FF2B5EF4-FFF2-40B4-BE49-F238E27FC236}">
                          <a16:creationId xmlns:a16="http://schemas.microsoft.com/office/drawing/2014/main" id="{98076F7A-F850-2F43-B595-0F435E1C1C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68836" y="3354170"/>
                      <a:ext cx="404806" cy="342433"/>
                    </a:xfrm>
                    <a:prstGeom prst="roundRect">
                      <a:avLst>
                        <a:gd name="adj" fmla="val 2911"/>
                      </a:avLst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46" name="Rechthoek 145">
                      <a:extLst>
                        <a:ext uri="{FF2B5EF4-FFF2-40B4-BE49-F238E27FC236}">
                          <a16:creationId xmlns:a16="http://schemas.microsoft.com/office/drawing/2014/main" id="{2CF724C1-16E2-9B4D-8C7B-84875AE8A75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25180" y="3401181"/>
                      <a:ext cx="305213" cy="41563"/>
                    </a:xfrm>
                    <a:prstGeom prst="rect">
                      <a:avLst/>
                    </a:prstGeom>
                    <a:solidFill>
                      <a:srgbClr val="D1D1D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47" name="Rechthoek 146">
                      <a:extLst>
                        <a:ext uri="{FF2B5EF4-FFF2-40B4-BE49-F238E27FC236}">
                          <a16:creationId xmlns:a16="http://schemas.microsoft.com/office/drawing/2014/main" id="{5F34D9FF-DE2A-1744-BEB5-C85C183D962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25181" y="3471575"/>
                      <a:ext cx="118778" cy="181691"/>
                    </a:xfrm>
                    <a:prstGeom prst="rect">
                      <a:avLst/>
                    </a:prstGeom>
                    <a:solidFill>
                      <a:srgbClr val="D1D1D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48" name="Rechthoek 147">
                      <a:extLst>
                        <a:ext uri="{FF2B5EF4-FFF2-40B4-BE49-F238E27FC236}">
                          <a16:creationId xmlns:a16="http://schemas.microsoft.com/office/drawing/2014/main" id="{1A89AF34-5222-224A-B442-9317506361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180812" y="3481982"/>
                      <a:ext cx="135278" cy="21328"/>
                    </a:xfrm>
                    <a:prstGeom prst="rect">
                      <a:avLst/>
                    </a:prstGeom>
                    <a:solidFill>
                      <a:srgbClr val="B2B2B2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49" name="Rechthoek 148">
                      <a:extLst>
                        <a:ext uri="{FF2B5EF4-FFF2-40B4-BE49-F238E27FC236}">
                          <a16:creationId xmlns:a16="http://schemas.microsoft.com/office/drawing/2014/main" id="{87556473-5ECA-C64B-9E0A-97B86C1D7C9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180812" y="3554800"/>
                      <a:ext cx="69418" cy="21328"/>
                    </a:xfrm>
                    <a:prstGeom prst="rect">
                      <a:avLst/>
                    </a:prstGeom>
                    <a:solidFill>
                      <a:srgbClr val="B2B2B2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50" name="Rechthoek 149">
                      <a:extLst>
                        <a:ext uri="{FF2B5EF4-FFF2-40B4-BE49-F238E27FC236}">
                          <a16:creationId xmlns:a16="http://schemas.microsoft.com/office/drawing/2014/main" id="{7857F958-2C15-3446-A3F0-16F5667F6A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180812" y="3627618"/>
                      <a:ext cx="69418" cy="21328"/>
                    </a:xfrm>
                    <a:prstGeom prst="rect">
                      <a:avLst/>
                    </a:prstGeom>
                    <a:solidFill>
                      <a:srgbClr val="B2B2B2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sp>
                <p:nvSpPr>
                  <p:cNvPr id="144" name="Boog 143">
                    <a:extLst>
                      <a:ext uri="{FF2B5EF4-FFF2-40B4-BE49-F238E27FC236}">
                        <a16:creationId xmlns:a16="http://schemas.microsoft.com/office/drawing/2014/main" id="{AE3AE76F-BEA9-9548-8FA7-D3926EE16A83}"/>
                      </a:ext>
                    </a:extLst>
                  </p:cNvPr>
                  <p:cNvSpPr/>
                  <p:nvPr userDrawn="1"/>
                </p:nvSpPr>
                <p:spPr>
                  <a:xfrm rot="17637075">
                    <a:off x="12776155" y="4115270"/>
                    <a:ext cx="568367" cy="239021"/>
                  </a:xfrm>
                  <a:prstGeom prst="arc">
                    <a:avLst>
                      <a:gd name="adj1" fmla="val 15959368"/>
                      <a:gd name="adj2" fmla="val 1354623"/>
                    </a:avLst>
                  </a:prstGeom>
                  <a:noFill/>
                  <a:ln w="19050" cap="flat" cmpd="sng" algn="ctr">
                    <a:solidFill>
                      <a:srgbClr val="4D82B8"/>
                    </a:solidFill>
                    <a:prstDash val="solid"/>
                    <a:headEnd type="arrow" w="med" len="sm"/>
                  </a:ln>
                  <a:effectLst/>
                </p:spPr>
                <p:txBody>
                  <a:bodyPr rtlCol="0" anchor="ctr">
                    <a:noAutofit/>
                  </a:bodyPr>
                  <a:lstStyle/>
                  <a:p>
                    <a:pPr algn="ctr"/>
                    <a:endParaRPr lang="nl-NL" sz="240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140" name="Tekstvak 139">
                  <a:extLst>
                    <a:ext uri="{FF2B5EF4-FFF2-40B4-BE49-F238E27FC236}">
                      <a16:creationId xmlns:a16="http://schemas.microsoft.com/office/drawing/2014/main" id="{3BFD33F0-32CA-9446-A2A0-E839C287DDA2}"/>
                    </a:ext>
                  </a:extLst>
                </p:cNvPr>
                <p:cNvSpPr txBox="1"/>
                <p:nvPr userDrawn="1"/>
              </p:nvSpPr>
              <p:spPr>
                <a:xfrm>
                  <a:off x="-2245455" y="3460544"/>
                  <a:ext cx="896116" cy="134709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algn="l" defTabSz="1217512" rtl="0" eaLnBrk="1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en-GB" sz="900" b="0" i="0">
                      <a:solidFill>
                        <a:schemeClr val="tx2"/>
                      </a:solidFill>
                      <a:latin typeface="+mn-lt"/>
                      <a:ea typeface="Open Sans" panose="020B0606030504020204" pitchFamily="34" charset="0"/>
                      <a:cs typeface="Segoe UI Light" panose="020B0502040204020203" pitchFamily="34" charset="0"/>
                    </a:rPr>
                    <a:t>Layout</a:t>
                  </a:r>
                  <a:endParaRPr lang="en-GB" sz="900" b="0" i="0" kern="12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Segoe UI Light" panose="020B0502040204020203" pitchFamily="34" charset="0"/>
                  </a:endParaRPr>
                </a:p>
              </p:txBody>
            </p:sp>
            <p:sp>
              <p:nvSpPr>
                <p:cNvPr id="141" name="Tekstvak 140">
                  <a:extLst>
                    <a:ext uri="{FF2B5EF4-FFF2-40B4-BE49-F238E27FC236}">
                      <a16:creationId xmlns:a16="http://schemas.microsoft.com/office/drawing/2014/main" id="{C5CA7E99-D6CA-4E48-B053-A03410A54F5C}"/>
                    </a:ext>
                  </a:extLst>
                </p:cNvPr>
                <p:cNvSpPr txBox="1"/>
                <p:nvPr userDrawn="1"/>
              </p:nvSpPr>
              <p:spPr>
                <a:xfrm>
                  <a:off x="-2258884" y="3712980"/>
                  <a:ext cx="909545" cy="126416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algn="l" defTabSz="1217512" rtl="0" eaLnBrk="1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nl-NL" sz="900" b="0" i="0">
                      <a:solidFill>
                        <a:schemeClr val="tx2"/>
                      </a:solidFill>
                      <a:latin typeface="+mn-lt"/>
                      <a:ea typeface="Open Sans" panose="020B0606030504020204" pitchFamily="34" charset="0"/>
                      <a:cs typeface="Segoe UI Light" panose="020B0502040204020203" pitchFamily="34" charset="0"/>
                    </a:rPr>
                    <a:t>Reset Slide</a:t>
                  </a:r>
                  <a:endParaRPr lang="nl-NL" sz="900" b="0" i="0" kern="1200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Segoe UI Light" panose="020B0502040204020203" pitchFamily="34" charset="0"/>
                  </a:endParaRPr>
                </a:p>
              </p:txBody>
            </p:sp>
            <p:sp>
              <p:nvSpPr>
                <p:cNvPr id="142" name="Vrije vorm: vorm 52">
                  <a:extLst>
                    <a:ext uri="{FF2B5EF4-FFF2-40B4-BE49-F238E27FC236}">
                      <a16:creationId xmlns:a16="http://schemas.microsoft.com/office/drawing/2014/main" id="{21624709-B2BF-3D45-BC5B-34F9462D9F3B}"/>
                    </a:ext>
                  </a:extLst>
                </p:cNvPr>
                <p:cNvSpPr/>
                <p:nvPr userDrawn="1"/>
              </p:nvSpPr>
              <p:spPr>
                <a:xfrm>
                  <a:off x="-1360391" y="3783140"/>
                  <a:ext cx="97562" cy="180000"/>
                </a:xfrm>
                <a:custGeom>
                  <a:avLst/>
                  <a:gdLst>
                    <a:gd name="connsiteX0" fmla="*/ 0 w 880280"/>
                    <a:gd name="connsiteY0" fmla="*/ 0 h 1624084"/>
                    <a:gd name="connsiteX1" fmla="*/ 0 w 880280"/>
                    <a:gd name="connsiteY1" fmla="*/ 1262418 h 1624084"/>
                    <a:gd name="connsiteX2" fmla="*/ 341194 w 880280"/>
                    <a:gd name="connsiteY2" fmla="*/ 968991 h 1624084"/>
                    <a:gd name="connsiteX3" fmla="*/ 620973 w 880280"/>
                    <a:gd name="connsiteY3" fmla="*/ 1624084 h 1624084"/>
                    <a:gd name="connsiteX4" fmla="*/ 839337 w 880280"/>
                    <a:gd name="connsiteY4" fmla="*/ 1480782 h 1624084"/>
                    <a:gd name="connsiteX5" fmla="*/ 525438 w 880280"/>
                    <a:gd name="connsiteY5" fmla="*/ 928048 h 1624084"/>
                    <a:gd name="connsiteX6" fmla="*/ 511791 w 880280"/>
                    <a:gd name="connsiteY6" fmla="*/ 900753 h 1624084"/>
                    <a:gd name="connsiteX7" fmla="*/ 880280 w 880280"/>
                    <a:gd name="connsiteY7" fmla="*/ 893929 h 1624084"/>
                    <a:gd name="connsiteX8" fmla="*/ 0 w 880280"/>
                    <a:gd name="connsiteY8" fmla="*/ 0 h 1624084"/>
                    <a:gd name="connsiteX0" fmla="*/ 0 w 880280"/>
                    <a:gd name="connsiteY0" fmla="*/ 0 h 1624084"/>
                    <a:gd name="connsiteX1" fmla="*/ 0 w 880280"/>
                    <a:gd name="connsiteY1" fmla="*/ 1262418 h 1624084"/>
                    <a:gd name="connsiteX2" fmla="*/ 327546 w 880280"/>
                    <a:gd name="connsiteY2" fmla="*/ 975815 h 1624084"/>
                    <a:gd name="connsiteX3" fmla="*/ 620973 w 880280"/>
                    <a:gd name="connsiteY3" fmla="*/ 1624084 h 1624084"/>
                    <a:gd name="connsiteX4" fmla="*/ 839337 w 880280"/>
                    <a:gd name="connsiteY4" fmla="*/ 1480782 h 1624084"/>
                    <a:gd name="connsiteX5" fmla="*/ 525438 w 880280"/>
                    <a:gd name="connsiteY5" fmla="*/ 928048 h 1624084"/>
                    <a:gd name="connsiteX6" fmla="*/ 511791 w 880280"/>
                    <a:gd name="connsiteY6" fmla="*/ 900753 h 1624084"/>
                    <a:gd name="connsiteX7" fmla="*/ 880280 w 880280"/>
                    <a:gd name="connsiteY7" fmla="*/ 893929 h 1624084"/>
                    <a:gd name="connsiteX8" fmla="*/ 0 w 880280"/>
                    <a:gd name="connsiteY8" fmla="*/ 0 h 1624084"/>
                    <a:gd name="connsiteX0" fmla="*/ 0 w 880280"/>
                    <a:gd name="connsiteY0" fmla="*/ 0 h 1624084"/>
                    <a:gd name="connsiteX1" fmla="*/ 0 w 880280"/>
                    <a:gd name="connsiteY1" fmla="*/ 1262418 h 1624084"/>
                    <a:gd name="connsiteX2" fmla="*/ 300250 w 880280"/>
                    <a:gd name="connsiteY2" fmla="*/ 1003111 h 1624084"/>
                    <a:gd name="connsiteX3" fmla="*/ 620973 w 880280"/>
                    <a:gd name="connsiteY3" fmla="*/ 1624084 h 1624084"/>
                    <a:gd name="connsiteX4" fmla="*/ 839337 w 880280"/>
                    <a:gd name="connsiteY4" fmla="*/ 1480782 h 1624084"/>
                    <a:gd name="connsiteX5" fmla="*/ 525438 w 880280"/>
                    <a:gd name="connsiteY5" fmla="*/ 928048 h 1624084"/>
                    <a:gd name="connsiteX6" fmla="*/ 511791 w 880280"/>
                    <a:gd name="connsiteY6" fmla="*/ 900753 h 1624084"/>
                    <a:gd name="connsiteX7" fmla="*/ 880280 w 880280"/>
                    <a:gd name="connsiteY7" fmla="*/ 893929 h 1624084"/>
                    <a:gd name="connsiteX8" fmla="*/ 0 w 880280"/>
                    <a:gd name="connsiteY8" fmla="*/ 0 h 1624084"/>
                    <a:gd name="connsiteX0" fmla="*/ 0 w 880280"/>
                    <a:gd name="connsiteY0" fmla="*/ 0 h 1624084"/>
                    <a:gd name="connsiteX1" fmla="*/ 0 w 880280"/>
                    <a:gd name="connsiteY1" fmla="*/ 1262418 h 1624084"/>
                    <a:gd name="connsiteX2" fmla="*/ 313898 w 880280"/>
                    <a:gd name="connsiteY2" fmla="*/ 996287 h 1624084"/>
                    <a:gd name="connsiteX3" fmla="*/ 620973 w 880280"/>
                    <a:gd name="connsiteY3" fmla="*/ 1624084 h 1624084"/>
                    <a:gd name="connsiteX4" fmla="*/ 839337 w 880280"/>
                    <a:gd name="connsiteY4" fmla="*/ 1480782 h 1624084"/>
                    <a:gd name="connsiteX5" fmla="*/ 525438 w 880280"/>
                    <a:gd name="connsiteY5" fmla="*/ 928048 h 1624084"/>
                    <a:gd name="connsiteX6" fmla="*/ 511791 w 880280"/>
                    <a:gd name="connsiteY6" fmla="*/ 900753 h 1624084"/>
                    <a:gd name="connsiteX7" fmla="*/ 880280 w 880280"/>
                    <a:gd name="connsiteY7" fmla="*/ 893929 h 1624084"/>
                    <a:gd name="connsiteX8" fmla="*/ 0 w 880280"/>
                    <a:gd name="connsiteY8" fmla="*/ 0 h 1624084"/>
                    <a:gd name="connsiteX0" fmla="*/ 0 w 880280"/>
                    <a:gd name="connsiteY0" fmla="*/ 0 h 1624084"/>
                    <a:gd name="connsiteX1" fmla="*/ 0 w 880280"/>
                    <a:gd name="connsiteY1" fmla="*/ 1262418 h 1624084"/>
                    <a:gd name="connsiteX2" fmla="*/ 313898 w 880280"/>
                    <a:gd name="connsiteY2" fmla="*/ 996287 h 1624084"/>
                    <a:gd name="connsiteX3" fmla="*/ 620973 w 880280"/>
                    <a:gd name="connsiteY3" fmla="*/ 1624084 h 1624084"/>
                    <a:gd name="connsiteX4" fmla="*/ 839337 w 880280"/>
                    <a:gd name="connsiteY4" fmla="*/ 1480782 h 1624084"/>
                    <a:gd name="connsiteX5" fmla="*/ 511791 w 880280"/>
                    <a:gd name="connsiteY5" fmla="*/ 900753 h 1624084"/>
                    <a:gd name="connsiteX6" fmla="*/ 880280 w 880280"/>
                    <a:gd name="connsiteY6" fmla="*/ 893929 h 1624084"/>
                    <a:gd name="connsiteX7" fmla="*/ 0 w 880280"/>
                    <a:gd name="connsiteY7" fmla="*/ 0 h 1624084"/>
                    <a:gd name="connsiteX0" fmla="*/ 0 w 880280"/>
                    <a:gd name="connsiteY0" fmla="*/ 0 h 1624084"/>
                    <a:gd name="connsiteX1" fmla="*/ 0 w 880280"/>
                    <a:gd name="connsiteY1" fmla="*/ 1262418 h 1624084"/>
                    <a:gd name="connsiteX2" fmla="*/ 313898 w 880280"/>
                    <a:gd name="connsiteY2" fmla="*/ 996287 h 1624084"/>
                    <a:gd name="connsiteX3" fmla="*/ 620973 w 880280"/>
                    <a:gd name="connsiteY3" fmla="*/ 1624084 h 1624084"/>
                    <a:gd name="connsiteX4" fmla="*/ 839337 w 880280"/>
                    <a:gd name="connsiteY4" fmla="*/ 1480782 h 1624084"/>
                    <a:gd name="connsiteX5" fmla="*/ 498144 w 880280"/>
                    <a:gd name="connsiteY5" fmla="*/ 900753 h 1624084"/>
                    <a:gd name="connsiteX6" fmla="*/ 880280 w 880280"/>
                    <a:gd name="connsiteY6" fmla="*/ 893929 h 1624084"/>
                    <a:gd name="connsiteX7" fmla="*/ 0 w 880280"/>
                    <a:gd name="connsiteY7" fmla="*/ 0 h 1624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80280" h="1624084">
                      <a:moveTo>
                        <a:pt x="0" y="0"/>
                      </a:moveTo>
                      <a:lnTo>
                        <a:pt x="0" y="1262418"/>
                      </a:lnTo>
                      <a:lnTo>
                        <a:pt x="313898" y="996287"/>
                      </a:lnTo>
                      <a:lnTo>
                        <a:pt x="620973" y="1624084"/>
                      </a:lnTo>
                      <a:lnTo>
                        <a:pt x="839337" y="1480782"/>
                      </a:lnTo>
                      <a:lnTo>
                        <a:pt x="498144" y="900753"/>
                      </a:lnTo>
                      <a:lnTo>
                        <a:pt x="880280" y="89392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  <p:pic>
          <p:nvPicPr>
            <p:cNvPr id="121" name="Afbeelding 120">
              <a:extLst>
                <a:ext uri="{FF2B5EF4-FFF2-40B4-BE49-F238E27FC236}">
                  <a16:creationId xmlns:a16="http://schemas.microsoft.com/office/drawing/2014/main" id="{C704DBED-F5B9-EC48-99E9-8E824741F1E6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3656084" y="4767285"/>
              <a:ext cx="972202" cy="108315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612605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aseline v2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Afbeelding 2">
            <a:extLst>
              <a:ext uri="{FF2B5EF4-FFF2-40B4-BE49-F238E27FC236}">
                <a16:creationId xmlns:a16="http://schemas.microsoft.com/office/drawing/2014/main" id="{69412429-927D-964E-B18E-11452CBDFCF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alphaModFix amt="5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-1"/>
            <a:ext cx="12191999" cy="6858001"/>
          </a:xfrm>
          <a:prstGeom prst="rect">
            <a:avLst/>
          </a:prstGeom>
        </p:spPr>
      </p:pic>
      <p:sp>
        <p:nvSpPr>
          <p:cNvPr id="9" name="Vrije vorm 8">
            <a:extLst>
              <a:ext uri="{FF2B5EF4-FFF2-40B4-BE49-F238E27FC236}">
                <a16:creationId xmlns:a16="http://schemas.microsoft.com/office/drawing/2014/main" id="{F3D36C18-5AE8-2146-9D33-5E134260552C}"/>
              </a:ext>
            </a:extLst>
          </p:cNvPr>
          <p:cNvSpPr/>
          <p:nvPr/>
        </p:nvSpPr>
        <p:spPr>
          <a:xfrm>
            <a:off x="766763" y="766339"/>
            <a:ext cx="407066" cy="590843"/>
          </a:xfrm>
          <a:custGeom>
            <a:avLst/>
            <a:gdLst>
              <a:gd name="connsiteX0" fmla="*/ 407067 w 407066"/>
              <a:gd name="connsiteY0" fmla="*/ 0 h 590843"/>
              <a:gd name="connsiteX1" fmla="*/ 407067 w 407066"/>
              <a:gd name="connsiteY1" fmla="*/ 407077 h 590843"/>
              <a:gd name="connsiteX2" fmla="*/ 195908 w 407066"/>
              <a:gd name="connsiteY2" fmla="*/ 590843 h 590843"/>
              <a:gd name="connsiteX3" fmla="*/ 0 w 407066"/>
              <a:gd name="connsiteY3" fmla="*/ 390794 h 590843"/>
              <a:gd name="connsiteX4" fmla="*/ 0 w 407066"/>
              <a:gd name="connsiteY4" fmla="*/ 343108 h 590843"/>
              <a:gd name="connsiteX5" fmla="*/ 148984 w 407066"/>
              <a:gd name="connsiteY5" fmla="*/ 343108 h 590843"/>
              <a:gd name="connsiteX6" fmla="*/ 148984 w 407066"/>
              <a:gd name="connsiteY6" fmla="*/ 390794 h 590843"/>
              <a:gd name="connsiteX7" fmla="*/ 197081 w 407066"/>
              <a:gd name="connsiteY7" fmla="*/ 455926 h 590843"/>
              <a:gd name="connsiteX8" fmla="*/ 252217 w 407066"/>
              <a:gd name="connsiteY8" fmla="*/ 407077 h 590843"/>
              <a:gd name="connsiteX9" fmla="*/ 252217 w 407066"/>
              <a:gd name="connsiteY9" fmla="*/ 0 h 590843"/>
              <a:gd name="connsiteX10" fmla="*/ 407067 w 407066"/>
              <a:gd name="connsiteY10" fmla="*/ 0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7066" h="590843">
                <a:moveTo>
                  <a:pt x="407067" y="0"/>
                </a:moveTo>
                <a:lnTo>
                  <a:pt x="407067" y="407077"/>
                </a:lnTo>
                <a:cubicBezTo>
                  <a:pt x="407067" y="562929"/>
                  <a:pt x="360143" y="590843"/>
                  <a:pt x="195908" y="590843"/>
                </a:cubicBezTo>
                <a:cubicBezTo>
                  <a:pt x="34020" y="590843"/>
                  <a:pt x="0" y="552462"/>
                  <a:pt x="0" y="390794"/>
                </a:cubicBezTo>
                <a:lnTo>
                  <a:pt x="0" y="343108"/>
                </a:lnTo>
                <a:lnTo>
                  <a:pt x="148984" y="343108"/>
                </a:lnTo>
                <a:lnTo>
                  <a:pt x="148984" y="390794"/>
                </a:lnTo>
                <a:cubicBezTo>
                  <a:pt x="148984" y="438480"/>
                  <a:pt x="154850" y="455926"/>
                  <a:pt x="197081" y="455926"/>
                </a:cubicBezTo>
                <a:cubicBezTo>
                  <a:pt x="245179" y="455926"/>
                  <a:pt x="252217" y="443132"/>
                  <a:pt x="252217" y="407077"/>
                </a:cubicBezTo>
                <a:lnTo>
                  <a:pt x="252217" y="0"/>
                </a:lnTo>
                <a:lnTo>
                  <a:pt x="407067" y="0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0" name="Vrije vorm 9">
            <a:extLst>
              <a:ext uri="{FF2B5EF4-FFF2-40B4-BE49-F238E27FC236}">
                <a16:creationId xmlns:a16="http://schemas.microsoft.com/office/drawing/2014/main" id="{33F66215-B8D3-1641-879C-965F810C4BD7}"/>
              </a:ext>
            </a:extLst>
          </p:cNvPr>
          <p:cNvSpPr/>
          <p:nvPr/>
        </p:nvSpPr>
        <p:spPr>
          <a:xfrm>
            <a:off x="1321640" y="766339"/>
            <a:ext cx="543146" cy="589708"/>
          </a:xfrm>
          <a:custGeom>
            <a:avLst/>
            <a:gdLst>
              <a:gd name="connsiteX0" fmla="*/ 0 w 543146"/>
              <a:gd name="connsiteY0" fmla="*/ 378000 h 589708"/>
              <a:gd name="connsiteX1" fmla="*/ 0 w 543146"/>
              <a:gd name="connsiteY1" fmla="*/ 212843 h 589708"/>
              <a:gd name="connsiteX2" fmla="*/ 270987 w 543146"/>
              <a:gd name="connsiteY2" fmla="*/ 0 h 589708"/>
              <a:gd name="connsiteX3" fmla="*/ 543147 w 543146"/>
              <a:gd name="connsiteY3" fmla="*/ 212843 h 589708"/>
              <a:gd name="connsiteX4" fmla="*/ 543147 w 543146"/>
              <a:gd name="connsiteY4" fmla="*/ 376837 h 589708"/>
              <a:gd name="connsiteX5" fmla="*/ 272160 w 543146"/>
              <a:gd name="connsiteY5" fmla="*/ 589680 h 589708"/>
              <a:gd name="connsiteX6" fmla="*/ 0 w 543146"/>
              <a:gd name="connsiteY6" fmla="*/ 378000 h 589708"/>
              <a:gd name="connsiteX7" fmla="*/ 381259 w 543146"/>
              <a:gd name="connsiteY7" fmla="*/ 360554 h 589708"/>
              <a:gd name="connsiteX8" fmla="*/ 381259 w 543146"/>
              <a:gd name="connsiteY8" fmla="*/ 229126 h 589708"/>
              <a:gd name="connsiteX9" fmla="*/ 270987 w 543146"/>
              <a:gd name="connsiteY9" fmla="*/ 134917 h 589708"/>
              <a:gd name="connsiteX10" fmla="*/ 160715 w 543146"/>
              <a:gd name="connsiteY10" fmla="*/ 229126 h 589708"/>
              <a:gd name="connsiteX11" fmla="*/ 160715 w 543146"/>
              <a:gd name="connsiteY11" fmla="*/ 360554 h 589708"/>
              <a:gd name="connsiteX12" fmla="*/ 270987 w 543146"/>
              <a:gd name="connsiteY12" fmla="*/ 455926 h 589708"/>
              <a:gd name="connsiteX13" fmla="*/ 381259 w 543146"/>
              <a:gd name="connsiteY13" fmla="*/ 360554 h 589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43146" h="589708">
                <a:moveTo>
                  <a:pt x="0" y="378000"/>
                </a:moveTo>
                <a:lnTo>
                  <a:pt x="0" y="212843"/>
                </a:lnTo>
                <a:cubicBezTo>
                  <a:pt x="0" y="33729"/>
                  <a:pt x="112618" y="0"/>
                  <a:pt x="270987" y="0"/>
                </a:cubicBezTo>
                <a:cubicBezTo>
                  <a:pt x="430529" y="0"/>
                  <a:pt x="543147" y="33729"/>
                  <a:pt x="543147" y="212843"/>
                </a:cubicBezTo>
                <a:lnTo>
                  <a:pt x="543147" y="376837"/>
                </a:lnTo>
                <a:cubicBezTo>
                  <a:pt x="543147" y="555951"/>
                  <a:pt x="430529" y="589680"/>
                  <a:pt x="272160" y="589680"/>
                </a:cubicBezTo>
                <a:cubicBezTo>
                  <a:pt x="112618" y="590843"/>
                  <a:pt x="0" y="557114"/>
                  <a:pt x="0" y="378000"/>
                </a:cubicBezTo>
                <a:close/>
                <a:moveTo>
                  <a:pt x="381259" y="360554"/>
                </a:moveTo>
                <a:lnTo>
                  <a:pt x="381259" y="229126"/>
                </a:lnTo>
                <a:cubicBezTo>
                  <a:pt x="381259" y="143058"/>
                  <a:pt x="351931" y="134917"/>
                  <a:pt x="270987" y="134917"/>
                </a:cubicBezTo>
                <a:cubicBezTo>
                  <a:pt x="190043" y="134917"/>
                  <a:pt x="163061" y="143058"/>
                  <a:pt x="160715" y="229126"/>
                </a:cubicBezTo>
                <a:lnTo>
                  <a:pt x="160715" y="360554"/>
                </a:lnTo>
                <a:cubicBezTo>
                  <a:pt x="163061" y="447785"/>
                  <a:pt x="190043" y="455926"/>
                  <a:pt x="270987" y="455926"/>
                </a:cubicBezTo>
                <a:cubicBezTo>
                  <a:pt x="351931" y="455926"/>
                  <a:pt x="381259" y="447785"/>
                  <a:pt x="381259" y="360554"/>
                </a:cubicBez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1" name="Vrije vorm 10">
            <a:extLst>
              <a:ext uri="{FF2B5EF4-FFF2-40B4-BE49-F238E27FC236}">
                <a16:creationId xmlns:a16="http://schemas.microsoft.com/office/drawing/2014/main" id="{B990F311-7739-5D45-B0FF-14C191CE0977}"/>
              </a:ext>
            </a:extLst>
          </p:cNvPr>
          <p:cNvSpPr/>
          <p:nvPr/>
        </p:nvSpPr>
        <p:spPr>
          <a:xfrm>
            <a:off x="2005560" y="766339"/>
            <a:ext cx="503261" cy="590843"/>
          </a:xfrm>
          <a:custGeom>
            <a:avLst/>
            <a:gdLst>
              <a:gd name="connsiteX0" fmla="*/ 0 w 503261"/>
              <a:gd name="connsiteY0" fmla="*/ 0 h 590843"/>
              <a:gd name="connsiteX1" fmla="*/ 301488 w 503261"/>
              <a:gd name="connsiteY1" fmla="*/ 0 h 590843"/>
              <a:gd name="connsiteX2" fmla="*/ 503261 w 503261"/>
              <a:gd name="connsiteY2" fmla="*/ 175625 h 590843"/>
              <a:gd name="connsiteX3" fmla="*/ 391817 w 503261"/>
              <a:gd name="connsiteY3" fmla="*/ 354738 h 590843"/>
              <a:gd name="connsiteX4" fmla="*/ 391817 w 503261"/>
              <a:gd name="connsiteY4" fmla="*/ 360554 h 590843"/>
              <a:gd name="connsiteX5" fmla="*/ 497396 w 503261"/>
              <a:gd name="connsiteY5" fmla="*/ 464068 h 590843"/>
              <a:gd name="connsiteX6" fmla="*/ 497396 w 503261"/>
              <a:gd name="connsiteY6" fmla="*/ 590843 h 590843"/>
              <a:gd name="connsiteX7" fmla="*/ 341373 w 503261"/>
              <a:gd name="connsiteY7" fmla="*/ 590843 h 590843"/>
              <a:gd name="connsiteX8" fmla="*/ 341373 w 503261"/>
              <a:gd name="connsiteY8" fmla="*/ 500123 h 590843"/>
              <a:gd name="connsiteX9" fmla="*/ 276852 w 503261"/>
              <a:gd name="connsiteY9" fmla="*/ 426849 h 590843"/>
              <a:gd name="connsiteX10" fmla="*/ 156023 w 503261"/>
              <a:gd name="connsiteY10" fmla="*/ 426849 h 590843"/>
              <a:gd name="connsiteX11" fmla="*/ 156023 w 503261"/>
              <a:gd name="connsiteY11" fmla="*/ 590843 h 590843"/>
              <a:gd name="connsiteX12" fmla="*/ 0 w 503261"/>
              <a:gd name="connsiteY12" fmla="*/ 590843 h 590843"/>
              <a:gd name="connsiteX13" fmla="*/ 0 w 503261"/>
              <a:gd name="connsiteY13" fmla="*/ 0 h 590843"/>
              <a:gd name="connsiteX14" fmla="*/ 276852 w 503261"/>
              <a:gd name="connsiteY14" fmla="*/ 291932 h 590843"/>
              <a:gd name="connsiteX15" fmla="*/ 341373 w 503261"/>
              <a:gd name="connsiteY15" fmla="*/ 201212 h 590843"/>
              <a:gd name="connsiteX16" fmla="*/ 276852 w 503261"/>
              <a:gd name="connsiteY16" fmla="*/ 134917 h 590843"/>
              <a:gd name="connsiteX17" fmla="*/ 156023 w 503261"/>
              <a:gd name="connsiteY17" fmla="*/ 134917 h 590843"/>
              <a:gd name="connsiteX18" fmla="*/ 156023 w 503261"/>
              <a:gd name="connsiteY18" fmla="*/ 291932 h 590843"/>
              <a:gd name="connsiteX19" fmla="*/ 276852 w 503261"/>
              <a:gd name="connsiteY19" fmla="*/ 291932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503261" h="590843">
                <a:moveTo>
                  <a:pt x="0" y="0"/>
                </a:moveTo>
                <a:lnTo>
                  <a:pt x="301488" y="0"/>
                </a:lnTo>
                <a:cubicBezTo>
                  <a:pt x="436395" y="2326"/>
                  <a:pt x="503261" y="31403"/>
                  <a:pt x="503261" y="175625"/>
                </a:cubicBezTo>
                <a:cubicBezTo>
                  <a:pt x="503261" y="272160"/>
                  <a:pt x="503261" y="329151"/>
                  <a:pt x="391817" y="354738"/>
                </a:cubicBezTo>
                <a:lnTo>
                  <a:pt x="391817" y="360554"/>
                </a:lnTo>
                <a:cubicBezTo>
                  <a:pt x="456337" y="362880"/>
                  <a:pt x="497396" y="397772"/>
                  <a:pt x="497396" y="464068"/>
                </a:cubicBezTo>
                <a:lnTo>
                  <a:pt x="497396" y="590843"/>
                </a:lnTo>
                <a:lnTo>
                  <a:pt x="341373" y="590843"/>
                </a:lnTo>
                <a:lnTo>
                  <a:pt x="341373" y="500123"/>
                </a:lnTo>
                <a:cubicBezTo>
                  <a:pt x="342546" y="457089"/>
                  <a:pt x="323777" y="426849"/>
                  <a:pt x="276852" y="426849"/>
                </a:cubicBezTo>
                <a:lnTo>
                  <a:pt x="156023" y="426849"/>
                </a:lnTo>
                <a:lnTo>
                  <a:pt x="156023" y="590843"/>
                </a:lnTo>
                <a:lnTo>
                  <a:pt x="0" y="590843"/>
                </a:lnTo>
                <a:lnTo>
                  <a:pt x="0" y="0"/>
                </a:lnTo>
                <a:close/>
                <a:moveTo>
                  <a:pt x="276852" y="291932"/>
                </a:moveTo>
                <a:cubicBezTo>
                  <a:pt x="343719" y="291932"/>
                  <a:pt x="341373" y="267508"/>
                  <a:pt x="341373" y="201212"/>
                </a:cubicBezTo>
                <a:cubicBezTo>
                  <a:pt x="341373" y="148874"/>
                  <a:pt x="328469" y="134917"/>
                  <a:pt x="276852" y="134917"/>
                </a:cubicBezTo>
                <a:lnTo>
                  <a:pt x="156023" y="134917"/>
                </a:lnTo>
                <a:lnTo>
                  <a:pt x="156023" y="291932"/>
                </a:lnTo>
                <a:lnTo>
                  <a:pt x="276852" y="291932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2" name="Vrije vorm 11">
            <a:extLst>
              <a:ext uri="{FF2B5EF4-FFF2-40B4-BE49-F238E27FC236}">
                <a16:creationId xmlns:a16="http://schemas.microsoft.com/office/drawing/2014/main" id="{9EC37B8C-F4A6-654A-9FFB-A2A0683911B4}"/>
              </a:ext>
            </a:extLst>
          </p:cNvPr>
          <p:cNvSpPr/>
          <p:nvPr/>
        </p:nvSpPr>
        <p:spPr>
          <a:xfrm>
            <a:off x="2660151" y="766339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Vrije vorm 12">
            <a:extLst>
              <a:ext uri="{FF2B5EF4-FFF2-40B4-BE49-F238E27FC236}">
                <a16:creationId xmlns:a16="http://schemas.microsoft.com/office/drawing/2014/main" id="{836D83F4-A802-3A4B-9AD6-ED18EF95C3B5}"/>
              </a:ext>
            </a:extLst>
          </p:cNvPr>
          <p:cNvSpPr/>
          <p:nvPr/>
        </p:nvSpPr>
        <p:spPr>
          <a:xfrm>
            <a:off x="2963985" y="765175"/>
            <a:ext cx="503263" cy="592006"/>
          </a:xfrm>
          <a:custGeom>
            <a:avLst/>
            <a:gdLst>
              <a:gd name="connsiteX0" fmla="*/ 286237 w 503263"/>
              <a:gd name="connsiteY0" fmla="*/ 233778 h 592006"/>
              <a:gd name="connsiteX1" fmla="*/ 503261 w 503263"/>
              <a:gd name="connsiteY1" fmla="*/ 401262 h 592006"/>
              <a:gd name="connsiteX2" fmla="*/ 248698 w 503263"/>
              <a:gd name="connsiteY2" fmla="*/ 592006 h 592006"/>
              <a:gd name="connsiteX3" fmla="*/ 0 w 503263"/>
              <a:gd name="connsiteY3" fmla="*/ 397772 h 592006"/>
              <a:gd name="connsiteX4" fmla="*/ 150157 w 503263"/>
              <a:gd name="connsiteY4" fmla="*/ 397772 h 592006"/>
              <a:gd name="connsiteX5" fmla="*/ 248698 w 503263"/>
              <a:gd name="connsiteY5" fmla="*/ 464068 h 592006"/>
              <a:gd name="connsiteX6" fmla="*/ 346065 w 503263"/>
              <a:gd name="connsiteY6" fmla="*/ 410566 h 592006"/>
              <a:gd name="connsiteX7" fmla="*/ 263948 w 503263"/>
              <a:gd name="connsiteY7" fmla="*/ 355902 h 592006"/>
              <a:gd name="connsiteX8" fmla="*/ 229928 w 503263"/>
              <a:gd name="connsiteY8" fmla="*/ 353575 h 592006"/>
              <a:gd name="connsiteX9" fmla="*/ 1173 w 503263"/>
              <a:gd name="connsiteY9" fmla="*/ 177951 h 592006"/>
              <a:gd name="connsiteX10" fmla="*/ 248698 w 503263"/>
              <a:gd name="connsiteY10" fmla="*/ 0 h 592006"/>
              <a:gd name="connsiteX11" fmla="*/ 486838 w 503263"/>
              <a:gd name="connsiteY11" fmla="*/ 162831 h 592006"/>
              <a:gd name="connsiteX12" fmla="*/ 486838 w 503263"/>
              <a:gd name="connsiteY12" fmla="*/ 187255 h 592006"/>
              <a:gd name="connsiteX13" fmla="*/ 336681 w 503263"/>
              <a:gd name="connsiteY13" fmla="*/ 187255 h 592006"/>
              <a:gd name="connsiteX14" fmla="*/ 248698 w 503263"/>
              <a:gd name="connsiteY14" fmla="*/ 127938 h 592006"/>
              <a:gd name="connsiteX15" fmla="*/ 157196 w 503263"/>
              <a:gd name="connsiteY15" fmla="*/ 177951 h 592006"/>
              <a:gd name="connsiteX16" fmla="*/ 221716 w 503263"/>
              <a:gd name="connsiteY16" fmla="*/ 229126 h 592006"/>
              <a:gd name="connsiteX17" fmla="*/ 286237 w 503263"/>
              <a:gd name="connsiteY17" fmla="*/ 233778 h 592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03263" h="592006">
                <a:moveTo>
                  <a:pt x="286237" y="233778"/>
                </a:moveTo>
                <a:cubicBezTo>
                  <a:pt x="459856" y="246572"/>
                  <a:pt x="503261" y="267508"/>
                  <a:pt x="503261" y="401262"/>
                </a:cubicBezTo>
                <a:cubicBezTo>
                  <a:pt x="503261" y="497797"/>
                  <a:pt x="506781" y="592006"/>
                  <a:pt x="248698" y="592006"/>
                </a:cubicBezTo>
                <a:cubicBezTo>
                  <a:pt x="99714" y="592006"/>
                  <a:pt x="0" y="588517"/>
                  <a:pt x="0" y="397772"/>
                </a:cubicBezTo>
                <a:lnTo>
                  <a:pt x="150157" y="397772"/>
                </a:lnTo>
                <a:cubicBezTo>
                  <a:pt x="150157" y="458252"/>
                  <a:pt x="172446" y="464068"/>
                  <a:pt x="248698" y="464068"/>
                </a:cubicBezTo>
                <a:cubicBezTo>
                  <a:pt x="322603" y="464068"/>
                  <a:pt x="346065" y="459415"/>
                  <a:pt x="346065" y="410566"/>
                </a:cubicBezTo>
                <a:cubicBezTo>
                  <a:pt x="346065" y="360554"/>
                  <a:pt x="337854" y="360554"/>
                  <a:pt x="263948" y="355902"/>
                </a:cubicBezTo>
                <a:lnTo>
                  <a:pt x="229928" y="353575"/>
                </a:lnTo>
                <a:cubicBezTo>
                  <a:pt x="85637" y="343108"/>
                  <a:pt x="1173" y="344271"/>
                  <a:pt x="1173" y="177951"/>
                </a:cubicBezTo>
                <a:cubicBezTo>
                  <a:pt x="1173" y="11631"/>
                  <a:pt x="96194" y="0"/>
                  <a:pt x="248698" y="0"/>
                </a:cubicBezTo>
                <a:cubicBezTo>
                  <a:pt x="376566" y="0"/>
                  <a:pt x="486838" y="2326"/>
                  <a:pt x="486838" y="162831"/>
                </a:cubicBezTo>
                <a:lnTo>
                  <a:pt x="486838" y="187255"/>
                </a:lnTo>
                <a:lnTo>
                  <a:pt x="336681" y="187255"/>
                </a:lnTo>
                <a:cubicBezTo>
                  <a:pt x="336681" y="127938"/>
                  <a:pt x="312045" y="127938"/>
                  <a:pt x="248698" y="127938"/>
                </a:cubicBezTo>
                <a:cubicBezTo>
                  <a:pt x="164234" y="127938"/>
                  <a:pt x="157196" y="145385"/>
                  <a:pt x="157196" y="177951"/>
                </a:cubicBezTo>
                <a:cubicBezTo>
                  <a:pt x="157196" y="224474"/>
                  <a:pt x="179485" y="225637"/>
                  <a:pt x="221716" y="229126"/>
                </a:cubicBezTo>
                <a:lnTo>
                  <a:pt x="286237" y="233778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" name="Vrije vorm 13">
            <a:extLst>
              <a:ext uri="{FF2B5EF4-FFF2-40B4-BE49-F238E27FC236}">
                <a16:creationId xmlns:a16="http://schemas.microsoft.com/office/drawing/2014/main" id="{04DEECA3-149F-6E42-B144-ED58D80D043A}"/>
              </a:ext>
            </a:extLst>
          </p:cNvPr>
          <p:cNvSpPr/>
          <p:nvPr/>
        </p:nvSpPr>
        <p:spPr>
          <a:xfrm>
            <a:off x="3623269" y="766339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2B77B04B-1CA7-7B4C-80C5-A842ECDA40C2}"/>
              </a:ext>
            </a:extLst>
          </p:cNvPr>
          <p:cNvSpPr/>
          <p:nvPr/>
        </p:nvSpPr>
        <p:spPr>
          <a:xfrm>
            <a:off x="3909506" y="766339"/>
            <a:ext cx="532588" cy="590843"/>
          </a:xfrm>
          <a:custGeom>
            <a:avLst/>
            <a:gdLst>
              <a:gd name="connsiteX0" fmla="*/ 0 w 532588"/>
              <a:gd name="connsiteY0" fmla="*/ 0 h 590843"/>
              <a:gd name="connsiteX1" fmla="*/ 296795 w 532588"/>
              <a:gd name="connsiteY1" fmla="*/ 0 h 590843"/>
              <a:gd name="connsiteX2" fmla="*/ 532589 w 532588"/>
              <a:gd name="connsiteY2" fmla="*/ 225637 h 590843"/>
              <a:gd name="connsiteX3" fmla="*/ 532589 w 532588"/>
              <a:gd name="connsiteY3" fmla="*/ 357065 h 590843"/>
              <a:gd name="connsiteX4" fmla="*/ 317911 w 532588"/>
              <a:gd name="connsiteY4" fmla="*/ 590843 h 590843"/>
              <a:gd name="connsiteX5" fmla="*/ 0 w 532588"/>
              <a:gd name="connsiteY5" fmla="*/ 590843 h 590843"/>
              <a:gd name="connsiteX6" fmla="*/ 0 w 532588"/>
              <a:gd name="connsiteY6" fmla="*/ 0 h 590843"/>
              <a:gd name="connsiteX7" fmla="*/ 156023 w 532588"/>
              <a:gd name="connsiteY7" fmla="*/ 455926 h 590843"/>
              <a:gd name="connsiteX8" fmla="*/ 293276 w 532588"/>
              <a:gd name="connsiteY8" fmla="*/ 455926 h 590843"/>
              <a:gd name="connsiteX9" fmla="*/ 371874 w 532588"/>
              <a:gd name="connsiteY9" fmla="*/ 357065 h 590843"/>
              <a:gd name="connsiteX10" fmla="*/ 371874 w 532588"/>
              <a:gd name="connsiteY10" fmla="*/ 225637 h 590843"/>
              <a:gd name="connsiteX11" fmla="*/ 293276 w 532588"/>
              <a:gd name="connsiteY11" fmla="*/ 134917 h 590843"/>
              <a:gd name="connsiteX12" fmla="*/ 156023 w 532588"/>
              <a:gd name="connsiteY12" fmla="*/ 134917 h 590843"/>
              <a:gd name="connsiteX13" fmla="*/ 156023 w 532588"/>
              <a:gd name="connsiteY13" fmla="*/ 455926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32588" h="590843">
                <a:moveTo>
                  <a:pt x="0" y="0"/>
                </a:moveTo>
                <a:lnTo>
                  <a:pt x="296795" y="0"/>
                </a:lnTo>
                <a:cubicBezTo>
                  <a:pt x="459857" y="0"/>
                  <a:pt x="532589" y="60480"/>
                  <a:pt x="532589" y="225637"/>
                </a:cubicBezTo>
                <a:lnTo>
                  <a:pt x="532589" y="357065"/>
                </a:lnTo>
                <a:cubicBezTo>
                  <a:pt x="532589" y="516406"/>
                  <a:pt x="480972" y="590843"/>
                  <a:pt x="317911" y="590843"/>
                </a:cubicBezTo>
                <a:lnTo>
                  <a:pt x="0" y="590843"/>
                </a:lnTo>
                <a:lnTo>
                  <a:pt x="0" y="0"/>
                </a:lnTo>
                <a:close/>
                <a:moveTo>
                  <a:pt x="156023" y="455926"/>
                </a:moveTo>
                <a:lnTo>
                  <a:pt x="293276" y="455926"/>
                </a:lnTo>
                <a:cubicBezTo>
                  <a:pt x="350758" y="455926"/>
                  <a:pt x="371874" y="417545"/>
                  <a:pt x="371874" y="357065"/>
                </a:cubicBezTo>
                <a:lnTo>
                  <a:pt x="371874" y="225637"/>
                </a:lnTo>
                <a:cubicBezTo>
                  <a:pt x="371874" y="150037"/>
                  <a:pt x="347239" y="134917"/>
                  <a:pt x="293276" y="134917"/>
                </a:cubicBezTo>
                <a:lnTo>
                  <a:pt x="156023" y="134917"/>
                </a:lnTo>
                <a:lnTo>
                  <a:pt x="156023" y="455926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Vrije vorm 15">
            <a:extLst>
              <a:ext uri="{FF2B5EF4-FFF2-40B4-BE49-F238E27FC236}">
                <a16:creationId xmlns:a16="http://schemas.microsoft.com/office/drawing/2014/main" id="{122C6BB8-FF31-9A47-9E28-BFB09C69A9E6}"/>
              </a:ext>
            </a:extLst>
          </p:cNvPr>
          <p:cNvSpPr/>
          <p:nvPr/>
        </p:nvSpPr>
        <p:spPr>
          <a:xfrm>
            <a:off x="4566444" y="766339"/>
            <a:ext cx="428182" cy="590843"/>
          </a:xfrm>
          <a:custGeom>
            <a:avLst/>
            <a:gdLst>
              <a:gd name="connsiteX0" fmla="*/ 156023 w 428182"/>
              <a:gd name="connsiteY0" fmla="*/ 238431 h 590843"/>
              <a:gd name="connsiteX1" fmla="*/ 405894 w 428182"/>
              <a:gd name="connsiteY1" fmla="*/ 238431 h 590843"/>
              <a:gd name="connsiteX2" fmla="*/ 405894 w 428182"/>
              <a:gd name="connsiteY2" fmla="*/ 346597 h 590843"/>
              <a:gd name="connsiteX3" fmla="*/ 156023 w 428182"/>
              <a:gd name="connsiteY3" fmla="*/ 346597 h 590843"/>
              <a:gd name="connsiteX4" fmla="*/ 156023 w 428182"/>
              <a:gd name="connsiteY4" fmla="*/ 464068 h 590843"/>
              <a:gd name="connsiteX5" fmla="*/ 428183 w 428182"/>
              <a:gd name="connsiteY5" fmla="*/ 464068 h 590843"/>
              <a:gd name="connsiteX6" fmla="*/ 428183 w 428182"/>
              <a:gd name="connsiteY6" fmla="*/ 590843 h 590843"/>
              <a:gd name="connsiteX7" fmla="*/ 0 w 428182"/>
              <a:gd name="connsiteY7" fmla="*/ 590843 h 590843"/>
              <a:gd name="connsiteX8" fmla="*/ 0 w 428182"/>
              <a:gd name="connsiteY8" fmla="*/ 0 h 590843"/>
              <a:gd name="connsiteX9" fmla="*/ 428183 w 428182"/>
              <a:gd name="connsiteY9" fmla="*/ 0 h 590843"/>
              <a:gd name="connsiteX10" fmla="*/ 428183 w 428182"/>
              <a:gd name="connsiteY10" fmla="*/ 126775 h 590843"/>
              <a:gd name="connsiteX11" fmla="*/ 156023 w 428182"/>
              <a:gd name="connsiteY11" fmla="*/ 126775 h 590843"/>
              <a:gd name="connsiteX12" fmla="*/ 156023 w 428182"/>
              <a:gd name="connsiteY12" fmla="*/ 238431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28182" h="590843">
                <a:moveTo>
                  <a:pt x="156023" y="238431"/>
                </a:moveTo>
                <a:lnTo>
                  <a:pt x="405894" y="238431"/>
                </a:lnTo>
                <a:lnTo>
                  <a:pt x="405894" y="346597"/>
                </a:lnTo>
                <a:lnTo>
                  <a:pt x="156023" y="346597"/>
                </a:lnTo>
                <a:lnTo>
                  <a:pt x="156023" y="464068"/>
                </a:lnTo>
                <a:lnTo>
                  <a:pt x="428183" y="464068"/>
                </a:lnTo>
                <a:lnTo>
                  <a:pt x="428183" y="590843"/>
                </a:lnTo>
                <a:lnTo>
                  <a:pt x="0" y="590843"/>
                </a:lnTo>
                <a:lnTo>
                  <a:pt x="0" y="0"/>
                </a:lnTo>
                <a:lnTo>
                  <a:pt x="428183" y="0"/>
                </a:lnTo>
                <a:lnTo>
                  <a:pt x="428183" y="126775"/>
                </a:lnTo>
                <a:lnTo>
                  <a:pt x="156023" y="126775"/>
                </a:lnTo>
                <a:lnTo>
                  <a:pt x="156023" y="238431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Tekstvak 4">
            <a:extLst>
              <a:ext uri="{FF2B5EF4-FFF2-40B4-BE49-F238E27FC236}">
                <a16:creationId xmlns:a16="http://schemas.microsoft.com/office/drawing/2014/main" id="{865F3FC6-17E2-2B43-8714-BFA9FAD2658E}"/>
              </a:ext>
            </a:extLst>
          </p:cNvPr>
          <p:cNvSpPr txBox="1"/>
          <p:nvPr userDrawn="1"/>
        </p:nvSpPr>
        <p:spPr>
          <a:xfrm>
            <a:off x="4829291" y="3498653"/>
            <a:ext cx="6380273" cy="259417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70000"/>
              </a:lnSpc>
            </a:pPr>
            <a:r>
              <a:rPr lang="nl-NL" sz="115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The steel</a:t>
            </a:r>
            <a:br>
              <a:rPr lang="nl-NL" sz="115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</a:br>
            <a:r>
              <a:rPr lang="nl-NL" sz="11500" b="1" i="0" err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future</a:t>
            </a:r>
            <a:endParaRPr lang="nl-NL" sz="11500" b="1" i="0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" name="Afgeronde rechthoek 5">
            <a:extLst>
              <a:ext uri="{FF2B5EF4-FFF2-40B4-BE49-F238E27FC236}">
                <a16:creationId xmlns:a16="http://schemas.microsoft.com/office/drawing/2014/main" id="{5851A37C-70B4-3841-A4CA-9CF3A698DA87}"/>
              </a:ext>
            </a:extLst>
          </p:cNvPr>
          <p:cNvSpPr/>
          <p:nvPr userDrawn="1"/>
        </p:nvSpPr>
        <p:spPr>
          <a:xfrm>
            <a:off x="10129914" y="5957653"/>
            <a:ext cx="914400" cy="13517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b="1" i="0" err="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7" name="Groep 16">
            <a:extLst>
              <a:ext uri="{FF2B5EF4-FFF2-40B4-BE49-F238E27FC236}">
                <a16:creationId xmlns:a16="http://schemas.microsoft.com/office/drawing/2014/main" id="{CEB58141-C49B-EC4A-988A-F18830CCB529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20E324B1-7751-3A4C-B2D5-21D23A389662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083EBCB5-2354-D848-BEAD-1BD54B392116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749D93B0-F2BF-EB42-B3ED-1518D4716640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3B6A0B74-9575-B04D-A081-478C6279C969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B63CEB0B-038F-B64E-89E0-416B27CAEE37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35" name="Rechthoek: afgeronde hoeken 61">
                <a:extLst>
                  <a:ext uri="{FF2B5EF4-FFF2-40B4-BE49-F238E27FC236}">
                    <a16:creationId xmlns:a16="http://schemas.microsoft.com/office/drawing/2014/main" id="{ECA4A4B6-DD07-D045-9159-226AA3859730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35">
                <a:extLst>
                  <a:ext uri="{FF2B5EF4-FFF2-40B4-BE49-F238E27FC236}">
                    <a16:creationId xmlns:a16="http://schemas.microsoft.com/office/drawing/2014/main" id="{A9FA9E24-4725-4547-A0E5-BD17E4A99D1D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36">
                <a:extLst>
                  <a:ext uri="{FF2B5EF4-FFF2-40B4-BE49-F238E27FC236}">
                    <a16:creationId xmlns:a16="http://schemas.microsoft.com/office/drawing/2014/main" id="{60180C65-CA17-E54F-9234-4CD6DAFC6466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9437F8F0-E24F-3440-B6F2-9B6A50FEAFB3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BA27AFCE-66D9-C642-B5F0-45B6D0EED292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484A8DD7-F90A-8F48-AD2B-13C0E75EDE4C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3D5AE9F7-4FE6-404A-BE83-3B4BA12D0CA7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27" name="Groep 26">
                <a:extLst>
                  <a:ext uri="{FF2B5EF4-FFF2-40B4-BE49-F238E27FC236}">
                    <a16:creationId xmlns:a16="http://schemas.microsoft.com/office/drawing/2014/main" id="{8D66A0DE-482E-1C4C-825C-1C277FD4FFD0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29" name="Rechthoek: afgeronde hoeken 55">
                  <a:extLst>
                    <a:ext uri="{FF2B5EF4-FFF2-40B4-BE49-F238E27FC236}">
                      <a16:creationId xmlns:a16="http://schemas.microsoft.com/office/drawing/2014/main" id="{670DE8C3-2207-C24C-8630-79E8D20F731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0" name="Rechthoek 29">
                  <a:extLst>
                    <a:ext uri="{FF2B5EF4-FFF2-40B4-BE49-F238E27FC236}">
                      <a16:creationId xmlns:a16="http://schemas.microsoft.com/office/drawing/2014/main" id="{B7E4EC33-3B43-4A41-B695-7BC23D462D3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1" name="Rechthoek 30">
                  <a:extLst>
                    <a:ext uri="{FF2B5EF4-FFF2-40B4-BE49-F238E27FC236}">
                      <a16:creationId xmlns:a16="http://schemas.microsoft.com/office/drawing/2014/main" id="{46EA1189-09DB-4845-9EE4-8991865F3A4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2" name="Rechthoek 31">
                  <a:extLst>
                    <a:ext uri="{FF2B5EF4-FFF2-40B4-BE49-F238E27FC236}">
                      <a16:creationId xmlns:a16="http://schemas.microsoft.com/office/drawing/2014/main" id="{E0A3FDAB-1BAA-3048-829F-6CA7596EF10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3" name="Rechthoek 32">
                  <a:extLst>
                    <a:ext uri="{FF2B5EF4-FFF2-40B4-BE49-F238E27FC236}">
                      <a16:creationId xmlns:a16="http://schemas.microsoft.com/office/drawing/2014/main" id="{66B4D348-7DD1-CF4D-9C3C-6213BCB6A0A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4" name="Rechthoek 33">
                  <a:extLst>
                    <a:ext uri="{FF2B5EF4-FFF2-40B4-BE49-F238E27FC236}">
                      <a16:creationId xmlns:a16="http://schemas.microsoft.com/office/drawing/2014/main" id="{D36E3835-72AC-524E-917B-816974358F8A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Boog 27">
                <a:extLst>
                  <a:ext uri="{FF2B5EF4-FFF2-40B4-BE49-F238E27FC236}">
                    <a16:creationId xmlns:a16="http://schemas.microsoft.com/office/drawing/2014/main" id="{96546385-1C27-FF4E-B0F3-1D0683D91226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Tekstvak 23">
              <a:extLst>
                <a:ext uri="{FF2B5EF4-FFF2-40B4-BE49-F238E27FC236}">
                  <a16:creationId xmlns:a16="http://schemas.microsoft.com/office/drawing/2014/main" id="{CF136117-50FB-1140-935E-3C796547A10A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5" name="Tekstvak 24">
              <a:extLst>
                <a:ext uri="{FF2B5EF4-FFF2-40B4-BE49-F238E27FC236}">
                  <a16:creationId xmlns:a16="http://schemas.microsoft.com/office/drawing/2014/main" id="{39631962-9FFC-774E-8BA0-DD59ED40EB9D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26" name="Vrije vorm: vorm 52">
              <a:extLst>
                <a:ext uri="{FF2B5EF4-FFF2-40B4-BE49-F238E27FC236}">
                  <a16:creationId xmlns:a16="http://schemas.microsoft.com/office/drawing/2014/main" id="{565A3800-7C3A-DC44-9EC7-263E954CAA90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636365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640206" y="3616025"/>
            <a:ext cx="2785031" cy="1947161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agenda</a:t>
            </a:r>
          </a:p>
        </p:txBody>
      </p:sp>
      <p:sp>
        <p:nvSpPr>
          <p:cNvPr id="19" name="Afgeronde rechthoek 18">
            <a:extLst>
              <a:ext uri="{FF2B5EF4-FFF2-40B4-BE49-F238E27FC236}">
                <a16:creationId xmlns:a16="http://schemas.microsoft.com/office/drawing/2014/main" id="{F53B573C-0004-A841-BC71-6C13CBF6B5A3}"/>
              </a:ext>
            </a:extLst>
          </p:cNvPr>
          <p:cNvSpPr/>
          <p:nvPr userDrawn="1"/>
        </p:nvSpPr>
        <p:spPr>
          <a:xfrm>
            <a:off x="10510838" y="5563570"/>
            <a:ext cx="914400" cy="13517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b="1" i="0" err="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Tijdelijke aanduiding voor afbeelding 29">
            <a:extLst>
              <a:ext uri="{FF2B5EF4-FFF2-40B4-BE49-F238E27FC236}">
                <a16:creationId xmlns:a16="http://schemas.microsoft.com/office/drawing/2014/main" id="{BA3A25BE-8831-6848-A014-F776420DACA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66763" y="765175"/>
            <a:ext cx="3717773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2" name="Tijdelijke aanduiding voor afbeelding 29">
            <a:extLst>
              <a:ext uri="{FF2B5EF4-FFF2-40B4-BE49-F238E27FC236}">
                <a16:creationId xmlns:a16="http://schemas.microsoft.com/office/drawing/2014/main" id="{940F11EC-064B-1149-BBB8-7E119B08C32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66763" y="3464826"/>
            <a:ext cx="3717773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5" name="Tijdelijke aanduiding voor afbeelding 29">
            <a:extLst>
              <a:ext uri="{FF2B5EF4-FFF2-40B4-BE49-F238E27FC236}">
                <a16:creationId xmlns:a16="http://schemas.microsoft.com/office/drawing/2014/main" id="{C01FC09D-0B8B-4E46-B78D-13B722381111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4562257" y="765175"/>
            <a:ext cx="3717772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6" name="Tijdelijke aanduiding voor afbeelding 29">
            <a:extLst>
              <a:ext uri="{FF2B5EF4-FFF2-40B4-BE49-F238E27FC236}">
                <a16:creationId xmlns:a16="http://schemas.microsoft.com/office/drawing/2014/main" id="{44B8CA23-ED30-B946-BA39-2E530B9B68B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562257" y="3464826"/>
            <a:ext cx="3717773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95741461-2414-7944-A0A7-0C99B480A64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93140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47" name="Tijdelijke aanduiding voor tekst 13">
            <a:extLst>
              <a:ext uri="{FF2B5EF4-FFF2-40B4-BE49-F238E27FC236}">
                <a16:creationId xmlns:a16="http://schemas.microsoft.com/office/drawing/2014/main" id="{BBCA57F4-38C2-0847-B836-10AC5F06BD1D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93138" y="2305877"/>
            <a:ext cx="3276711" cy="695179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48" name="Tijdelijke aanduiding voor tekst 13">
            <a:extLst>
              <a:ext uri="{FF2B5EF4-FFF2-40B4-BE49-F238E27FC236}">
                <a16:creationId xmlns:a16="http://schemas.microsoft.com/office/drawing/2014/main" id="{8E35E2C1-87A8-3E44-B3F0-638F614528B5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82787" y="2302665"/>
            <a:ext cx="3276711" cy="695179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49" name="Tijdelijke aanduiding voor tekst 13">
            <a:extLst>
              <a:ext uri="{FF2B5EF4-FFF2-40B4-BE49-F238E27FC236}">
                <a16:creationId xmlns:a16="http://schemas.microsoft.com/office/drawing/2014/main" id="{B12B323A-5762-9A4E-8150-E73F85E181B4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782787" y="5003563"/>
            <a:ext cx="3276711" cy="695179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50" name="Tijdelijke aanduiding voor tekst 13">
            <a:extLst>
              <a:ext uri="{FF2B5EF4-FFF2-40B4-BE49-F238E27FC236}">
                <a16:creationId xmlns:a16="http://schemas.microsoft.com/office/drawing/2014/main" id="{ECEFB2D1-964B-0F42-9E71-B17ED58F34D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782787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51" name="Tijdelijke aanduiding voor tekst 13">
            <a:extLst>
              <a:ext uri="{FF2B5EF4-FFF2-40B4-BE49-F238E27FC236}">
                <a16:creationId xmlns:a16="http://schemas.microsoft.com/office/drawing/2014/main" id="{63B3CBEF-DDC4-9A49-89E5-53270134B1B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82786" y="3692197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53" name="Tijdelijke aanduiding voor tekst 13">
            <a:extLst>
              <a:ext uri="{FF2B5EF4-FFF2-40B4-BE49-F238E27FC236}">
                <a16:creationId xmlns:a16="http://schemas.microsoft.com/office/drawing/2014/main" id="{76D832D6-DA61-1043-8908-7C09C978169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93138" y="3684702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54" name="Tijdelijke aanduiding voor tekst 13">
            <a:extLst>
              <a:ext uri="{FF2B5EF4-FFF2-40B4-BE49-F238E27FC236}">
                <a16:creationId xmlns:a16="http://schemas.microsoft.com/office/drawing/2014/main" id="{0C3B77F9-9C43-AD4A-B0EA-CE6888122A7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93139" y="5003563"/>
            <a:ext cx="3276711" cy="695179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56" name="Tijdelijke aanduiding voor tekst 55">
            <a:extLst>
              <a:ext uri="{FF2B5EF4-FFF2-40B4-BE49-F238E27FC236}">
                <a16:creationId xmlns:a16="http://schemas.microsoft.com/office/drawing/2014/main" id="{090702A3-644B-574F-9B0D-63708DF92AB4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93138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57" name="Tijdelijke aanduiding voor tekst 56">
            <a:extLst>
              <a:ext uri="{FF2B5EF4-FFF2-40B4-BE49-F238E27FC236}">
                <a16:creationId xmlns:a16="http://schemas.microsoft.com/office/drawing/2014/main" id="{3DCC2456-2A34-9140-92F3-4C313A23FC9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782786" y="3015825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58" name="Tijdelijke aanduiding voor tekst 57">
            <a:extLst>
              <a:ext uri="{FF2B5EF4-FFF2-40B4-BE49-F238E27FC236}">
                <a16:creationId xmlns:a16="http://schemas.microsoft.com/office/drawing/2014/main" id="{C27076AA-B3F7-4F46-85D0-C5566D91DBB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993138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59" name="Tijdelijke aanduiding voor tekst 58">
            <a:extLst>
              <a:ext uri="{FF2B5EF4-FFF2-40B4-BE49-F238E27FC236}">
                <a16:creationId xmlns:a16="http://schemas.microsoft.com/office/drawing/2014/main" id="{52F42F69-4894-7B49-8194-1C2B43EC0E5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4782786" y="5714293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grpSp>
        <p:nvGrpSpPr>
          <p:cNvPr id="133" name="Groep 132">
            <a:extLst>
              <a:ext uri="{FF2B5EF4-FFF2-40B4-BE49-F238E27FC236}">
                <a16:creationId xmlns:a16="http://schemas.microsoft.com/office/drawing/2014/main" id="{3AA1A41D-70DC-FD48-9317-BB6EFEEB5681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34" name="Vrije vorm 133">
              <a:extLst>
                <a:ext uri="{FF2B5EF4-FFF2-40B4-BE49-F238E27FC236}">
                  <a16:creationId xmlns:a16="http://schemas.microsoft.com/office/drawing/2014/main" id="{7C6B85AF-586C-124B-823F-87AE8217FFD9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35" name="Vrije vorm 134">
              <a:extLst>
                <a:ext uri="{FF2B5EF4-FFF2-40B4-BE49-F238E27FC236}">
                  <a16:creationId xmlns:a16="http://schemas.microsoft.com/office/drawing/2014/main" id="{31137A0A-1157-0C4C-9D29-697BD308B3C9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36" name="Vrije vorm 135">
              <a:extLst>
                <a:ext uri="{FF2B5EF4-FFF2-40B4-BE49-F238E27FC236}">
                  <a16:creationId xmlns:a16="http://schemas.microsoft.com/office/drawing/2014/main" id="{304C6D41-72F7-C048-ACA6-5A631CFE5DAD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37" name="Vrije vorm 136">
              <a:extLst>
                <a:ext uri="{FF2B5EF4-FFF2-40B4-BE49-F238E27FC236}">
                  <a16:creationId xmlns:a16="http://schemas.microsoft.com/office/drawing/2014/main" id="{05D583E3-FE8B-F843-8F93-53B9B7063194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38" name="Vrije vorm 137">
              <a:extLst>
                <a:ext uri="{FF2B5EF4-FFF2-40B4-BE49-F238E27FC236}">
                  <a16:creationId xmlns:a16="http://schemas.microsoft.com/office/drawing/2014/main" id="{D3D1EE9C-FD25-7848-92FE-08E706105FE6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39" name="Vrije vorm 138">
              <a:extLst>
                <a:ext uri="{FF2B5EF4-FFF2-40B4-BE49-F238E27FC236}">
                  <a16:creationId xmlns:a16="http://schemas.microsoft.com/office/drawing/2014/main" id="{D3D644D0-D654-CF4B-A7C8-A49B15480027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0" name="Vrije vorm 139">
              <a:extLst>
                <a:ext uri="{FF2B5EF4-FFF2-40B4-BE49-F238E27FC236}">
                  <a16:creationId xmlns:a16="http://schemas.microsoft.com/office/drawing/2014/main" id="{3AA798E8-593F-D043-AF97-4D4BBF3CAC75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1" name="Vrije vorm 140">
              <a:extLst>
                <a:ext uri="{FF2B5EF4-FFF2-40B4-BE49-F238E27FC236}">
                  <a16:creationId xmlns:a16="http://schemas.microsoft.com/office/drawing/2014/main" id="{C86C04EB-D1F5-BC4E-8618-41B6D43A7DA2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2" name="Vrije vorm 141">
              <a:extLst>
                <a:ext uri="{FF2B5EF4-FFF2-40B4-BE49-F238E27FC236}">
                  <a16:creationId xmlns:a16="http://schemas.microsoft.com/office/drawing/2014/main" id="{A7DFE909-62B6-D846-911D-87D04E4EDF1F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43" name="Graphic 23">
              <a:extLst>
                <a:ext uri="{FF2B5EF4-FFF2-40B4-BE49-F238E27FC236}">
                  <a16:creationId xmlns:a16="http://schemas.microsoft.com/office/drawing/2014/main" id="{F0A412AD-DFD6-C249-A984-18F4C45054A1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44" name="Vrije vorm 143">
                <a:extLst>
                  <a:ext uri="{FF2B5EF4-FFF2-40B4-BE49-F238E27FC236}">
                    <a16:creationId xmlns:a16="http://schemas.microsoft.com/office/drawing/2014/main" id="{8101F0E3-666E-FC44-A151-391975A00054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5" name="Vrije vorm 144">
                <a:extLst>
                  <a:ext uri="{FF2B5EF4-FFF2-40B4-BE49-F238E27FC236}">
                    <a16:creationId xmlns:a16="http://schemas.microsoft.com/office/drawing/2014/main" id="{7408A551-CDD9-984F-9055-02D0CA630623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6" name="Vrije vorm 145">
                <a:extLst>
                  <a:ext uri="{FF2B5EF4-FFF2-40B4-BE49-F238E27FC236}">
                    <a16:creationId xmlns:a16="http://schemas.microsoft.com/office/drawing/2014/main" id="{1CEF77D0-41A5-F049-B003-E59C6F8EC3E3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7" name="Vrije vorm 146">
                <a:extLst>
                  <a:ext uri="{FF2B5EF4-FFF2-40B4-BE49-F238E27FC236}">
                    <a16:creationId xmlns:a16="http://schemas.microsoft.com/office/drawing/2014/main" id="{0AABC589-C068-6F42-8319-860527DC6F59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8" name="Vrije vorm 147">
                <a:extLst>
                  <a:ext uri="{FF2B5EF4-FFF2-40B4-BE49-F238E27FC236}">
                    <a16:creationId xmlns:a16="http://schemas.microsoft.com/office/drawing/2014/main" id="{DFC372FE-1927-C749-9604-7E5098E01522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9" name="Vrije vorm 148">
                <a:extLst>
                  <a:ext uri="{FF2B5EF4-FFF2-40B4-BE49-F238E27FC236}">
                    <a16:creationId xmlns:a16="http://schemas.microsoft.com/office/drawing/2014/main" id="{42133554-AFB9-E04D-A4F0-EA095E011E7A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0" name="Vrije vorm 149">
                <a:extLst>
                  <a:ext uri="{FF2B5EF4-FFF2-40B4-BE49-F238E27FC236}">
                    <a16:creationId xmlns:a16="http://schemas.microsoft.com/office/drawing/2014/main" id="{367843D0-CACA-DA4A-8724-10B7C7B4BAA1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1" name="Vrije vorm 150">
                <a:extLst>
                  <a:ext uri="{FF2B5EF4-FFF2-40B4-BE49-F238E27FC236}">
                    <a16:creationId xmlns:a16="http://schemas.microsoft.com/office/drawing/2014/main" id="{0C268E02-2863-5741-A3B0-2033E2D9EB03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2" name="Vrije vorm 151">
                <a:extLst>
                  <a:ext uri="{FF2B5EF4-FFF2-40B4-BE49-F238E27FC236}">
                    <a16:creationId xmlns:a16="http://schemas.microsoft.com/office/drawing/2014/main" id="{B3C9452E-244F-A24A-B8A6-A7CAB9F14BD5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3" name="Vrije vorm 152">
                <a:extLst>
                  <a:ext uri="{FF2B5EF4-FFF2-40B4-BE49-F238E27FC236}">
                    <a16:creationId xmlns:a16="http://schemas.microsoft.com/office/drawing/2014/main" id="{8611B4E2-45D8-6246-91DB-7C72770F88AE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4" name="Vrije vorm 153">
                <a:extLst>
                  <a:ext uri="{FF2B5EF4-FFF2-40B4-BE49-F238E27FC236}">
                    <a16:creationId xmlns:a16="http://schemas.microsoft.com/office/drawing/2014/main" id="{C4A49445-9712-6D40-A7CC-6F9604D278FF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5" name="Vrije vorm 154">
                <a:extLst>
                  <a:ext uri="{FF2B5EF4-FFF2-40B4-BE49-F238E27FC236}">
                    <a16:creationId xmlns:a16="http://schemas.microsoft.com/office/drawing/2014/main" id="{5731F0B7-8D3C-8043-89E5-6A169A00430B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" name="Vrije vorm 155">
                <a:extLst>
                  <a:ext uri="{FF2B5EF4-FFF2-40B4-BE49-F238E27FC236}">
                    <a16:creationId xmlns:a16="http://schemas.microsoft.com/office/drawing/2014/main" id="{5298A5B4-9A1A-904F-B358-3D46337A2A62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7" name="Vrije vorm 156">
                <a:extLst>
                  <a:ext uri="{FF2B5EF4-FFF2-40B4-BE49-F238E27FC236}">
                    <a16:creationId xmlns:a16="http://schemas.microsoft.com/office/drawing/2014/main" id="{48829845-CC30-B944-9F2B-A3B02571B75B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52" name="Groep 51">
            <a:extLst>
              <a:ext uri="{FF2B5EF4-FFF2-40B4-BE49-F238E27FC236}">
                <a16:creationId xmlns:a16="http://schemas.microsoft.com/office/drawing/2014/main" id="{99B22D23-13F4-5842-9A6A-0236D2B1C9C8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55" name="Rechthoek 54">
              <a:extLst>
                <a:ext uri="{FF2B5EF4-FFF2-40B4-BE49-F238E27FC236}">
                  <a16:creationId xmlns:a16="http://schemas.microsoft.com/office/drawing/2014/main" id="{6FB6219A-2F74-A148-8DDC-05A24EF88246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60" name="Rechthoek 59">
              <a:extLst>
                <a:ext uri="{FF2B5EF4-FFF2-40B4-BE49-F238E27FC236}">
                  <a16:creationId xmlns:a16="http://schemas.microsoft.com/office/drawing/2014/main" id="{9A78F366-BED3-784D-AB6E-F6FA7A725EC8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61" name="Rechthoek 60">
              <a:extLst>
                <a:ext uri="{FF2B5EF4-FFF2-40B4-BE49-F238E27FC236}">
                  <a16:creationId xmlns:a16="http://schemas.microsoft.com/office/drawing/2014/main" id="{A162D50F-4B10-3447-A1F2-21873A36AC25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2" name="Rechthoek 61">
              <a:extLst>
                <a:ext uri="{FF2B5EF4-FFF2-40B4-BE49-F238E27FC236}">
                  <a16:creationId xmlns:a16="http://schemas.microsoft.com/office/drawing/2014/main" id="{22CDA6F2-9E3E-3846-9186-BEE2284B6D0C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3" name="Groep 62">
              <a:extLst>
                <a:ext uri="{FF2B5EF4-FFF2-40B4-BE49-F238E27FC236}">
                  <a16:creationId xmlns:a16="http://schemas.microsoft.com/office/drawing/2014/main" id="{09CE8CBF-1D6C-004A-A886-8BE524DEBBB1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76" name="Rechthoek: afgeronde hoeken 61">
                <a:extLst>
                  <a:ext uri="{FF2B5EF4-FFF2-40B4-BE49-F238E27FC236}">
                    <a16:creationId xmlns:a16="http://schemas.microsoft.com/office/drawing/2014/main" id="{CAB92CB8-4296-8146-900B-68A5F48FA6E2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3D7BF008-7645-AE41-B753-8B2487A10CBC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 77">
                <a:extLst>
                  <a:ext uri="{FF2B5EF4-FFF2-40B4-BE49-F238E27FC236}">
                    <a16:creationId xmlns:a16="http://schemas.microsoft.com/office/drawing/2014/main" id="{0E593D5F-C9C8-7347-8A4E-3A7522F8EA19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 78">
                <a:extLst>
                  <a:ext uri="{FF2B5EF4-FFF2-40B4-BE49-F238E27FC236}">
                    <a16:creationId xmlns:a16="http://schemas.microsoft.com/office/drawing/2014/main" id="{4FB49F94-779A-3242-8C15-8F28D3C5BC11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0" name="Rechthoek 79">
                <a:extLst>
                  <a:ext uri="{FF2B5EF4-FFF2-40B4-BE49-F238E27FC236}">
                    <a16:creationId xmlns:a16="http://schemas.microsoft.com/office/drawing/2014/main" id="{47303064-F532-E04C-8D30-6797FCFA287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1" name="Rechthoek 80">
                <a:extLst>
                  <a:ext uri="{FF2B5EF4-FFF2-40B4-BE49-F238E27FC236}">
                    <a16:creationId xmlns:a16="http://schemas.microsoft.com/office/drawing/2014/main" id="{20025609-2999-284D-8F30-C6E0F0D75C9D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64" name="Groep 63">
              <a:extLst>
                <a:ext uri="{FF2B5EF4-FFF2-40B4-BE49-F238E27FC236}">
                  <a16:creationId xmlns:a16="http://schemas.microsoft.com/office/drawing/2014/main" id="{F57B554A-DC55-6542-BCD9-6EDEA67041E8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68" name="Groep 67">
                <a:extLst>
                  <a:ext uri="{FF2B5EF4-FFF2-40B4-BE49-F238E27FC236}">
                    <a16:creationId xmlns:a16="http://schemas.microsoft.com/office/drawing/2014/main" id="{AE1DD795-9FC5-CE4F-B2C2-921B7535EB92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70" name="Rechthoek: afgeronde hoeken 55">
                  <a:extLst>
                    <a:ext uri="{FF2B5EF4-FFF2-40B4-BE49-F238E27FC236}">
                      <a16:creationId xmlns:a16="http://schemas.microsoft.com/office/drawing/2014/main" id="{A47C6EBC-1413-4E49-B39C-42E01C03A98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808F4678-E57F-1943-B37A-18A33F5B4F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2" name="Rechthoek 71">
                  <a:extLst>
                    <a:ext uri="{FF2B5EF4-FFF2-40B4-BE49-F238E27FC236}">
                      <a16:creationId xmlns:a16="http://schemas.microsoft.com/office/drawing/2014/main" id="{FF414B1C-68B2-194F-9CD3-A3F7A9C042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3" name="Rechthoek 72">
                  <a:extLst>
                    <a:ext uri="{FF2B5EF4-FFF2-40B4-BE49-F238E27FC236}">
                      <a16:creationId xmlns:a16="http://schemas.microsoft.com/office/drawing/2014/main" id="{8EFDBDF6-EE63-484F-9D6D-8D7DAC9286B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4" name="Rechthoek 73">
                  <a:extLst>
                    <a:ext uri="{FF2B5EF4-FFF2-40B4-BE49-F238E27FC236}">
                      <a16:creationId xmlns:a16="http://schemas.microsoft.com/office/drawing/2014/main" id="{3FD95CC4-7BDC-FB4C-AF84-F22B8FD29A49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5" name="Rechthoek 74">
                  <a:extLst>
                    <a:ext uri="{FF2B5EF4-FFF2-40B4-BE49-F238E27FC236}">
                      <a16:creationId xmlns:a16="http://schemas.microsoft.com/office/drawing/2014/main" id="{4F4C56B4-161F-074F-B17B-EC0F43BCB49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69" name="Boog 68">
                <a:extLst>
                  <a:ext uri="{FF2B5EF4-FFF2-40B4-BE49-F238E27FC236}">
                    <a16:creationId xmlns:a16="http://schemas.microsoft.com/office/drawing/2014/main" id="{EFA903D4-A940-1C42-B63E-1946C1D04573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5" name="Tekstvak 64">
              <a:extLst>
                <a:ext uri="{FF2B5EF4-FFF2-40B4-BE49-F238E27FC236}">
                  <a16:creationId xmlns:a16="http://schemas.microsoft.com/office/drawing/2014/main" id="{1452C5EF-C2FF-7040-83E8-3391A6736C74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6" name="Tekstvak 65">
              <a:extLst>
                <a:ext uri="{FF2B5EF4-FFF2-40B4-BE49-F238E27FC236}">
                  <a16:creationId xmlns:a16="http://schemas.microsoft.com/office/drawing/2014/main" id="{E39E1CF2-DB10-2D46-92EF-6A427EFAA817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67" name="Vrije vorm: vorm 52">
              <a:extLst>
                <a:ext uri="{FF2B5EF4-FFF2-40B4-BE49-F238E27FC236}">
                  <a16:creationId xmlns:a16="http://schemas.microsoft.com/office/drawing/2014/main" id="{338B8CC3-904B-5040-A44F-41EC77DFA59D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2" name="Groep 81">
            <a:extLst>
              <a:ext uri="{FF2B5EF4-FFF2-40B4-BE49-F238E27FC236}">
                <a16:creationId xmlns:a16="http://schemas.microsoft.com/office/drawing/2014/main" id="{C16891E4-5DE1-1A4C-BAAA-B63A178F5AD3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83" name="Rechthoek 82">
              <a:extLst>
                <a:ext uri="{FF2B5EF4-FFF2-40B4-BE49-F238E27FC236}">
                  <a16:creationId xmlns:a16="http://schemas.microsoft.com/office/drawing/2014/main" id="{AE93F72F-55CE-074C-AC7A-BB4A5FFA4577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84" name="Ovaal 83">
              <a:extLst>
                <a:ext uri="{FF2B5EF4-FFF2-40B4-BE49-F238E27FC236}">
                  <a16:creationId xmlns:a16="http://schemas.microsoft.com/office/drawing/2014/main" id="{1F3B1652-614D-0C4C-B3C9-0AB1B8950EBF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5" name="Rechthoek 84">
              <a:extLst>
                <a:ext uri="{FF2B5EF4-FFF2-40B4-BE49-F238E27FC236}">
                  <a16:creationId xmlns:a16="http://schemas.microsoft.com/office/drawing/2014/main" id="{52DC7B99-370F-024D-8DFF-2D91015839E7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86" name="Groep 85">
              <a:extLst>
                <a:ext uri="{FF2B5EF4-FFF2-40B4-BE49-F238E27FC236}">
                  <a16:creationId xmlns:a16="http://schemas.microsoft.com/office/drawing/2014/main" id="{32136B40-91C2-0843-814C-287E9145FDA0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162" name="Rechthoek 161">
                <a:extLst>
                  <a:ext uri="{FF2B5EF4-FFF2-40B4-BE49-F238E27FC236}">
                    <a16:creationId xmlns:a16="http://schemas.microsoft.com/office/drawing/2014/main" id="{676CE123-FCD6-B24F-8C29-36E702CD7729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63" name="Ovaal 162">
                <a:extLst>
                  <a:ext uri="{FF2B5EF4-FFF2-40B4-BE49-F238E27FC236}">
                    <a16:creationId xmlns:a16="http://schemas.microsoft.com/office/drawing/2014/main" id="{E79FE5A0-32AF-8844-AA9D-22B7C48B43E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64" name="Vrije vorm: vorm 101">
                <a:extLst>
                  <a:ext uri="{FF2B5EF4-FFF2-40B4-BE49-F238E27FC236}">
                    <a16:creationId xmlns:a16="http://schemas.microsoft.com/office/drawing/2014/main" id="{670568EC-CE3D-FF42-88EA-A5D34A6FE68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65" name="Rechthoek: afgeronde hoeken 102">
                <a:extLst>
                  <a:ext uri="{FF2B5EF4-FFF2-40B4-BE49-F238E27FC236}">
                    <a16:creationId xmlns:a16="http://schemas.microsoft.com/office/drawing/2014/main" id="{1B82132C-9841-BB42-B19C-6D66D42AB75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66" name="Rechte verbindingslijn 165">
                <a:extLst>
                  <a:ext uri="{FF2B5EF4-FFF2-40B4-BE49-F238E27FC236}">
                    <a16:creationId xmlns:a16="http://schemas.microsoft.com/office/drawing/2014/main" id="{AA636FA2-E77E-3048-83D3-5F87FDEBDF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Rechte verbindingslijn 166">
                <a:extLst>
                  <a:ext uri="{FF2B5EF4-FFF2-40B4-BE49-F238E27FC236}">
                    <a16:creationId xmlns:a16="http://schemas.microsoft.com/office/drawing/2014/main" id="{68BB4150-150A-1449-BAEE-A83E2281BA38}"/>
                  </a:ext>
                </a:extLst>
              </p:cNvPr>
              <p:cNvCxnSpPr>
                <a:cxnSpLocks/>
                <a:stCxn id="1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AAD77890-EC61-204F-88A1-E572E96C789C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B83B6A99-7C77-CE49-8265-2525D8F8947F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89" name="Groep 88">
              <a:extLst>
                <a:ext uri="{FF2B5EF4-FFF2-40B4-BE49-F238E27FC236}">
                  <a16:creationId xmlns:a16="http://schemas.microsoft.com/office/drawing/2014/main" id="{DA52460C-290C-8441-A419-56072EFED3AF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159" name="Rechthoek 158">
                <a:extLst>
                  <a:ext uri="{FF2B5EF4-FFF2-40B4-BE49-F238E27FC236}">
                    <a16:creationId xmlns:a16="http://schemas.microsoft.com/office/drawing/2014/main" id="{942711F8-317C-B246-9536-C1C1E3F6EB6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160" name="Rechte verbindingslijn 159">
                <a:extLst>
                  <a:ext uri="{FF2B5EF4-FFF2-40B4-BE49-F238E27FC236}">
                    <a16:creationId xmlns:a16="http://schemas.microsoft.com/office/drawing/2014/main" id="{ADC71E6E-6410-2B48-8243-60434701801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61" name="Gelijkbenige driehoek 98">
                <a:extLst>
                  <a:ext uri="{FF2B5EF4-FFF2-40B4-BE49-F238E27FC236}">
                    <a16:creationId xmlns:a16="http://schemas.microsoft.com/office/drawing/2014/main" id="{1944C1E8-8E4C-6A40-9BB0-7CE66379458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3F89D40B-BB7B-8C45-AF3C-5DCC2BE0E6F8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A9EFB2AA-2384-0E4F-91EA-8089F1642E22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2944C608-2A02-CD47-827E-D7BFDD80C6D4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1BCBE0FB-5645-8342-AEFA-F93ACE7B396A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B9E83DB9-E8AB-3042-AA46-FD9794E20AB3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118" name="Groep 117">
                <a:extLst>
                  <a:ext uri="{FF2B5EF4-FFF2-40B4-BE49-F238E27FC236}">
                    <a16:creationId xmlns:a16="http://schemas.microsoft.com/office/drawing/2014/main" id="{6EA767BA-8764-EB4C-AC38-AFB8E02F9517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1" name="Groep 120">
                  <a:extLst>
                    <a:ext uri="{FF2B5EF4-FFF2-40B4-BE49-F238E27FC236}">
                      <a16:creationId xmlns:a16="http://schemas.microsoft.com/office/drawing/2014/main" id="{7614764A-D925-954D-898D-BEE45EDC5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8" name="Groep 127">
                    <a:extLst>
                      <a:ext uri="{FF2B5EF4-FFF2-40B4-BE49-F238E27FC236}">
                        <a16:creationId xmlns:a16="http://schemas.microsoft.com/office/drawing/2014/main" id="{978D3994-3B31-B44D-83F8-2170D1462F5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1" name="Rechthoek 130">
                      <a:extLst>
                        <a:ext uri="{FF2B5EF4-FFF2-40B4-BE49-F238E27FC236}">
                          <a16:creationId xmlns:a16="http://schemas.microsoft.com/office/drawing/2014/main" id="{55C03267-E17C-7D42-A2D5-ED8EFA4A55D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Rechthoek 131">
                      <a:extLst>
                        <a:ext uri="{FF2B5EF4-FFF2-40B4-BE49-F238E27FC236}">
                          <a16:creationId xmlns:a16="http://schemas.microsoft.com/office/drawing/2014/main" id="{09D926F6-DC84-564B-A302-B221DE55B4D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58" name="Ovaal 157">
                      <a:extLst>
                        <a:ext uri="{FF2B5EF4-FFF2-40B4-BE49-F238E27FC236}">
                          <a16:creationId xmlns:a16="http://schemas.microsoft.com/office/drawing/2014/main" id="{8176AE25-8246-9E4A-B5F8-119865719D3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9" name="Afbeelding 128">
                    <a:extLst>
                      <a:ext uri="{FF2B5EF4-FFF2-40B4-BE49-F238E27FC236}">
                        <a16:creationId xmlns:a16="http://schemas.microsoft.com/office/drawing/2014/main" id="{52DE53C4-7165-6642-993D-9445D8D89F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30" name="Afbeelding 129">
                    <a:extLst>
                      <a:ext uri="{FF2B5EF4-FFF2-40B4-BE49-F238E27FC236}">
                        <a16:creationId xmlns:a16="http://schemas.microsoft.com/office/drawing/2014/main" id="{89698207-8980-B54B-99D5-FE249A7E5CB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4AB477B-35FD-F843-804B-E51FA9A4AFF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6" name="Rechthoek 125">
                    <a:extLst>
                      <a:ext uri="{FF2B5EF4-FFF2-40B4-BE49-F238E27FC236}">
                        <a16:creationId xmlns:a16="http://schemas.microsoft.com/office/drawing/2014/main" id="{92BB6D6C-1003-F640-B1C6-223BDAE4F50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7" name="Rechthoek 126">
                    <a:extLst>
                      <a:ext uri="{FF2B5EF4-FFF2-40B4-BE49-F238E27FC236}">
                        <a16:creationId xmlns:a16="http://schemas.microsoft.com/office/drawing/2014/main" id="{C73B8E20-EAD5-034C-9590-F0D0F84D9C8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3" name="Groep 122">
                  <a:extLst>
                    <a:ext uri="{FF2B5EF4-FFF2-40B4-BE49-F238E27FC236}">
                      <a16:creationId xmlns:a16="http://schemas.microsoft.com/office/drawing/2014/main" id="{5FFDA592-9AB3-684C-B39B-5F64D5DC1E8E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4" name="Rechthoek 123">
                    <a:extLst>
                      <a:ext uri="{FF2B5EF4-FFF2-40B4-BE49-F238E27FC236}">
                        <a16:creationId xmlns:a16="http://schemas.microsoft.com/office/drawing/2014/main" id="{5E1FABBD-424F-7D42-AD1C-479E631574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5" name="Rechthoek 124">
                    <a:extLst>
                      <a:ext uri="{FF2B5EF4-FFF2-40B4-BE49-F238E27FC236}">
                        <a16:creationId xmlns:a16="http://schemas.microsoft.com/office/drawing/2014/main" id="{53082B4C-06B6-2247-8B17-5E3FDA8FBA6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9" name="Rechthoek 118">
                <a:extLst>
                  <a:ext uri="{FF2B5EF4-FFF2-40B4-BE49-F238E27FC236}">
                    <a16:creationId xmlns:a16="http://schemas.microsoft.com/office/drawing/2014/main" id="{5FB0F340-7A0F-5D41-B429-C34139EE293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120" name="Gelijkbenige driehoek 78">
                <a:extLst>
                  <a:ext uri="{FF2B5EF4-FFF2-40B4-BE49-F238E27FC236}">
                    <a16:creationId xmlns:a16="http://schemas.microsoft.com/office/drawing/2014/main" id="{6DECD319-352D-5F4C-B682-4B006793EC0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3F2DA1CB-4425-7946-AF09-FC0D9D616F68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3A2D296B-52A1-3942-8D37-E97DFC235AB3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97" name="Rechthoek 96">
                <a:extLst>
                  <a:ext uri="{FF2B5EF4-FFF2-40B4-BE49-F238E27FC236}">
                    <a16:creationId xmlns:a16="http://schemas.microsoft.com/office/drawing/2014/main" id="{20DD5B39-8ADA-904F-B702-6C837056FFC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8" name="Rechthoek 97">
                <a:extLst>
                  <a:ext uri="{FF2B5EF4-FFF2-40B4-BE49-F238E27FC236}">
                    <a16:creationId xmlns:a16="http://schemas.microsoft.com/office/drawing/2014/main" id="{874CA26B-B9BC-764A-A25F-509F4688ED11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99" name="Groep 98">
                <a:extLst>
                  <a:ext uri="{FF2B5EF4-FFF2-40B4-BE49-F238E27FC236}">
                    <a16:creationId xmlns:a16="http://schemas.microsoft.com/office/drawing/2014/main" id="{07D2F427-E7A9-684F-A179-2FAB990E925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12" name="Rechthoek: afgeronde hoeken 61">
                  <a:extLst>
                    <a:ext uri="{FF2B5EF4-FFF2-40B4-BE49-F238E27FC236}">
                      <a16:creationId xmlns:a16="http://schemas.microsoft.com/office/drawing/2014/main" id="{BC067448-FE5E-6D44-9DFC-A5C4282A3E2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3" name="Rechthoek 112">
                  <a:extLst>
                    <a:ext uri="{FF2B5EF4-FFF2-40B4-BE49-F238E27FC236}">
                      <a16:creationId xmlns:a16="http://schemas.microsoft.com/office/drawing/2014/main" id="{3E915BF5-92F1-1E48-8F8F-90E45618C8A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4" name="Rechthoek 113">
                  <a:extLst>
                    <a:ext uri="{FF2B5EF4-FFF2-40B4-BE49-F238E27FC236}">
                      <a16:creationId xmlns:a16="http://schemas.microsoft.com/office/drawing/2014/main" id="{763C59AF-AE89-7340-8947-E8E93771FA0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5" name="Rechthoek 114">
                  <a:extLst>
                    <a:ext uri="{FF2B5EF4-FFF2-40B4-BE49-F238E27FC236}">
                      <a16:creationId xmlns:a16="http://schemas.microsoft.com/office/drawing/2014/main" id="{52898B9B-D4B0-E24C-98B0-FB5822566E3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6" name="Rechthoek 115">
                  <a:extLst>
                    <a:ext uri="{FF2B5EF4-FFF2-40B4-BE49-F238E27FC236}">
                      <a16:creationId xmlns:a16="http://schemas.microsoft.com/office/drawing/2014/main" id="{5D9AC772-84FD-9548-BEC7-E43FA0334D4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7" name="Rechthoek 116">
                  <a:extLst>
                    <a:ext uri="{FF2B5EF4-FFF2-40B4-BE49-F238E27FC236}">
                      <a16:creationId xmlns:a16="http://schemas.microsoft.com/office/drawing/2014/main" id="{832B4014-7579-854C-BE82-6BCDD0338CD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100" name="Groep 99">
                <a:extLst>
                  <a:ext uri="{FF2B5EF4-FFF2-40B4-BE49-F238E27FC236}">
                    <a16:creationId xmlns:a16="http://schemas.microsoft.com/office/drawing/2014/main" id="{0A181C1E-C3D0-5745-824D-265578A2074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A8ED6509-512E-0D4D-BB29-D7FB9449A6E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06" name="Rechthoek: afgeronde hoeken 55">
                    <a:extLst>
                      <a:ext uri="{FF2B5EF4-FFF2-40B4-BE49-F238E27FC236}">
                        <a16:creationId xmlns:a16="http://schemas.microsoft.com/office/drawing/2014/main" id="{DC040323-364F-B842-9B90-EA59BA8530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3FACB636-6892-1748-9CEE-1542249D3E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A4DB32A5-869B-DE4D-9BF0-BD1623377F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9CE22983-028E-5C4B-BD1D-CBA2FF4D69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53B11AA3-D991-634C-B4D6-68AD42EACE6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11" name="Rechthoek 110">
                    <a:extLst>
                      <a:ext uri="{FF2B5EF4-FFF2-40B4-BE49-F238E27FC236}">
                        <a16:creationId xmlns:a16="http://schemas.microsoft.com/office/drawing/2014/main" id="{E1BC3F7F-E6EC-5342-B0BD-9C6DC18631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105" name="Boog 104">
                  <a:extLst>
                    <a:ext uri="{FF2B5EF4-FFF2-40B4-BE49-F238E27FC236}">
                      <a16:creationId xmlns:a16="http://schemas.microsoft.com/office/drawing/2014/main" id="{2EA7B351-5500-4D4C-AEA8-9C7D8804601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01" name="Tekstvak 100">
                <a:extLst>
                  <a:ext uri="{FF2B5EF4-FFF2-40B4-BE49-F238E27FC236}">
                    <a16:creationId xmlns:a16="http://schemas.microsoft.com/office/drawing/2014/main" id="{8D5FCC77-B42D-6043-A3C7-FADD605834E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2" name="Tekstvak 101">
                <a:extLst>
                  <a:ext uri="{FF2B5EF4-FFF2-40B4-BE49-F238E27FC236}">
                    <a16:creationId xmlns:a16="http://schemas.microsoft.com/office/drawing/2014/main" id="{247BE3FB-A70C-AB48-A8F7-2A9A8725C15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3" name="Vrije vorm: vorm 52">
                <a:extLst>
                  <a:ext uri="{FF2B5EF4-FFF2-40B4-BE49-F238E27FC236}">
                    <a16:creationId xmlns:a16="http://schemas.microsoft.com/office/drawing/2014/main" id="{22DF9E0E-454A-8742-8694-DF2F1F3E87E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168" name="Afbeelding 167">
            <a:extLst>
              <a:ext uri="{FF2B5EF4-FFF2-40B4-BE49-F238E27FC236}">
                <a16:creationId xmlns:a16="http://schemas.microsoft.com/office/drawing/2014/main" id="{38C46797-DF9D-C844-971C-760AB9B0AC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69" name="Ovaal 168">
            <a:extLst>
              <a:ext uri="{FF2B5EF4-FFF2-40B4-BE49-F238E27FC236}">
                <a16:creationId xmlns:a16="http://schemas.microsoft.com/office/drawing/2014/main" id="{88470F01-FAF6-8B4D-9C5B-38EEF5FF8A0E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170" name="Rechthoek 169">
            <a:extLst>
              <a:ext uri="{FF2B5EF4-FFF2-40B4-BE49-F238E27FC236}">
                <a16:creationId xmlns:a16="http://schemas.microsoft.com/office/drawing/2014/main" id="{7C7CF859-3015-8749-AE3E-42E8BF1706B0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71" name="Afbeelding 170">
            <a:extLst>
              <a:ext uri="{FF2B5EF4-FFF2-40B4-BE49-F238E27FC236}">
                <a16:creationId xmlns:a16="http://schemas.microsoft.com/office/drawing/2014/main" id="{2062E84F-0112-684B-8C83-C6D32F2F9FD3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307298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ijdelijke aanduiding voor afbeelding 29">
            <a:extLst>
              <a:ext uri="{FF2B5EF4-FFF2-40B4-BE49-F238E27FC236}">
                <a16:creationId xmlns:a16="http://schemas.microsoft.com/office/drawing/2014/main" id="{BA3A25BE-8831-6848-A014-F776420DACA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66763" y="765175"/>
            <a:ext cx="2477369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2" name="Tijdelijke aanduiding voor afbeelding 29">
            <a:extLst>
              <a:ext uri="{FF2B5EF4-FFF2-40B4-BE49-F238E27FC236}">
                <a16:creationId xmlns:a16="http://schemas.microsoft.com/office/drawing/2014/main" id="{940F11EC-064B-1149-BBB8-7E119B08C32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66763" y="3464826"/>
            <a:ext cx="2477369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3" name="Tijdelijke aanduiding voor afbeelding 29">
            <a:extLst>
              <a:ext uri="{FF2B5EF4-FFF2-40B4-BE49-F238E27FC236}">
                <a16:creationId xmlns:a16="http://schemas.microsoft.com/office/drawing/2014/main" id="{3E77FC21-A15E-4546-B5A9-C4BBA024A09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3308564" y="765175"/>
            <a:ext cx="2477369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4" name="Tijdelijke aanduiding voor afbeelding 29">
            <a:extLst>
              <a:ext uri="{FF2B5EF4-FFF2-40B4-BE49-F238E27FC236}">
                <a16:creationId xmlns:a16="http://schemas.microsoft.com/office/drawing/2014/main" id="{6C7B5770-5024-E548-8C76-662294CE2BC4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308564" y="3464826"/>
            <a:ext cx="2477369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5" name="Tijdelijke aanduiding voor afbeelding 29">
            <a:extLst>
              <a:ext uri="{FF2B5EF4-FFF2-40B4-BE49-F238E27FC236}">
                <a16:creationId xmlns:a16="http://schemas.microsoft.com/office/drawing/2014/main" id="{C01FC09D-0B8B-4E46-B78D-13B722381111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5850365" y="765175"/>
            <a:ext cx="2477369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6" name="Tijdelijke aanduiding voor afbeelding 29">
            <a:extLst>
              <a:ext uri="{FF2B5EF4-FFF2-40B4-BE49-F238E27FC236}">
                <a16:creationId xmlns:a16="http://schemas.microsoft.com/office/drawing/2014/main" id="{44B8CA23-ED30-B946-BA39-2E530B9B68B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850364" y="3464826"/>
            <a:ext cx="2477369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23" name="Titel 20">
            <a:extLst>
              <a:ext uri="{FF2B5EF4-FFF2-40B4-BE49-F238E27FC236}">
                <a16:creationId xmlns:a16="http://schemas.microsoft.com/office/drawing/2014/main" id="{8D2B24B3-F8D5-7B46-948E-C0D8846391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640206" y="3613742"/>
            <a:ext cx="2785031" cy="1947161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agenda</a:t>
            </a:r>
          </a:p>
        </p:txBody>
      </p:sp>
      <p:sp>
        <p:nvSpPr>
          <p:cNvPr id="24" name="Afgeronde rechthoek 23">
            <a:extLst>
              <a:ext uri="{FF2B5EF4-FFF2-40B4-BE49-F238E27FC236}">
                <a16:creationId xmlns:a16="http://schemas.microsoft.com/office/drawing/2014/main" id="{86867101-F702-C641-9DA1-101F799FB0E6}"/>
              </a:ext>
            </a:extLst>
          </p:cNvPr>
          <p:cNvSpPr/>
          <p:nvPr userDrawn="1"/>
        </p:nvSpPr>
        <p:spPr>
          <a:xfrm>
            <a:off x="10500988" y="5565535"/>
            <a:ext cx="914400" cy="13517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b="1" i="0" err="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" name="Tijdelijke aanduiding voor tekst 13">
            <a:extLst>
              <a:ext uri="{FF2B5EF4-FFF2-40B4-BE49-F238E27FC236}">
                <a16:creationId xmlns:a16="http://schemas.microsoft.com/office/drawing/2014/main" id="{3F8F5B7B-2963-BA45-AFF2-7EDA5DFEE17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93140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26" name="Tijdelijke aanduiding voor tekst 13">
            <a:extLst>
              <a:ext uri="{FF2B5EF4-FFF2-40B4-BE49-F238E27FC236}">
                <a16:creationId xmlns:a16="http://schemas.microsoft.com/office/drawing/2014/main" id="{05763DFC-3CDB-4949-9D89-CAB2271FBB2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93138" y="2189753"/>
            <a:ext cx="2036309" cy="811303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27" name="Tijdelijke aanduiding voor tekst 13">
            <a:extLst>
              <a:ext uri="{FF2B5EF4-FFF2-40B4-BE49-F238E27FC236}">
                <a16:creationId xmlns:a16="http://schemas.microsoft.com/office/drawing/2014/main" id="{E4E09B24-6878-3641-AF88-385811EE477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23170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28" name="Tijdelijke aanduiding voor tekst 13">
            <a:extLst>
              <a:ext uri="{FF2B5EF4-FFF2-40B4-BE49-F238E27FC236}">
                <a16:creationId xmlns:a16="http://schemas.microsoft.com/office/drawing/2014/main" id="{81F38974-D010-C646-BE47-746B78030D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523170" y="2189753"/>
            <a:ext cx="2036309" cy="811303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29" name="Tijdelijke aanduiding voor tekst 13">
            <a:extLst>
              <a:ext uri="{FF2B5EF4-FFF2-40B4-BE49-F238E27FC236}">
                <a16:creationId xmlns:a16="http://schemas.microsoft.com/office/drawing/2014/main" id="{F4E54A95-BDDC-DE48-A667-83EAD627B66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070893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1" name="Tijdelijke aanduiding voor tekst 13">
            <a:extLst>
              <a:ext uri="{FF2B5EF4-FFF2-40B4-BE49-F238E27FC236}">
                <a16:creationId xmlns:a16="http://schemas.microsoft.com/office/drawing/2014/main" id="{4EA394E7-6D59-E744-8725-80238C80A03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070893" y="2189753"/>
            <a:ext cx="2036309" cy="811303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2" name="Tijdelijke aanduiding voor tekst 13">
            <a:extLst>
              <a:ext uri="{FF2B5EF4-FFF2-40B4-BE49-F238E27FC236}">
                <a16:creationId xmlns:a16="http://schemas.microsoft.com/office/drawing/2014/main" id="{421EDFD3-5DF7-FB47-988B-04DC0D008F0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93139" y="3677206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3" name="Tijdelijke aanduiding voor tekst 13">
            <a:extLst>
              <a:ext uri="{FF2B5EF4-FFF2-40B4-BE49-F238E27FC236}">
                <a16:creationId xmlns:a16="http://schemas.microsoft.com/office/drawing/2014/main" id="{F3082DA4-934E-4341-B5D6-01B4DF0A18B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93137" y="4889404"/>
            <a:ext cx="2036309" cy="811303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4" name="Tijdelijke aanduiding voor tekst 13">
            <a:extLst>
              <a:ext uri="{FF2B5EF4-FFF2-40B4-BE49-F238E27FC236}">
                <a16:creationId xmlns:a16="http://schemas.microsoft.com/office/drawing/2014/main" id="{3B7CE307-AE3A-E741-BAA2-128FF07F4B34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523169" y="3677206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5" name="Tijdelijke aanduiding voor tekst 13">
            <a:extLst>
              <a:ext uri="{FF2B5EF4-FFF2-40B4-BE49-F238E27FC236}">
                <a16:creationId xmlns:a16="http://schemas.microsoft.com/office/drawing/2014/main" id="{FB28C789-5F52-554B-BD71-C68EFA18AF69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523169" y="4889404"/>
            <a:ext cx="2036309" cy="811303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6" name="Tijdelijke aanduiding voor tekst 13">
            <a:extLst>
              <a:ext uri="{FF2B5EF4-FFF2-40B4-BE49-F238E27FC236}">
                <a16:creationId xmlns:a16="http://schemas.microsoft.com/office/drawing/2014/main" id="{2D9B9B1D-A364-DB4F-A379-075DC40327A8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070892" y="3677206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7" name="Tijdelijke aanduiding voor tekst 13">
            <a:extLst>
              <a:ext uri="{FF2B5EF4-FFF2-40B4-BE49-F238E27FC236}">
                <a16:creationId xmlns:a16="http://schemas.microsoft.com/office/drawing/2014/main" id="{25E719ED-6D3C-A147-B38D-9B85C22E1936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70892" y="4889404"/>
            <a:ext cx="2036309" cy="811303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8" name="Tijdelijke aanduiding voor tekst 37">
            <a:extLst>
              <a:ext uri="{FF2B5EF4-FFF2-40B4-BE49-F238E27FC236}">
                <a16:creationId xmlns:a16="http://schemas.microsoft.com/office/drawing/2014/main" id="{65A517CD-183B-0746-B0D8-FAE510710C1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993138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9" name="Tijdelijke aanduiding voor tekst 38">
            <a:extLst>
              <a:ext uri="{FF2B5EF4-FFF2-40B4-BE49-F238E27FC236}">
                <a16:creationId xmlns:a16="http://schemas.microsoft.com/office/drawing/2014/main" id="{773FCD42-54D0-3B41-872B-557998B69881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93138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0" name="Tijdelijke aanduiding voor tekst 39">
            <a:extLst>
              <a:ext uri="{FF2B5EF4-FFF2-40B4-BE49-F238E27FC236}">
                <a16:creationId xmlns:a16="http://schemas.microsoft.com/office/drawing/2014/main" id="{73A7FD18-E63E-BE44-A236-D0E255B25114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523169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1" name="Tijdelijke aanduiding voor tekst 40">
            <a:extLst>
              <a:ext uri="{FF2B5EF4-FFF2-40B4-BE49-F238E27FC236}">
                <a16:creationId xmlns:a16="http://schemas.microsoft.com/office/drawing/2014/main" id="{939E2E09-A97D-3C44-8E6E-4B5B70B74C0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3523169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7" name="Tijdelijke aanduiding voor tekst 46">
            <a:extLst>
              <a:ext uri="{FF2B5EF4-FFF2-40B4-BE49-F238E27FC236}">
                <a16:creationId xmlns:a16="http://schemas.microsoft.com/office/drawing/2014/main" id="{BAEA31E8-B7D2-974D-BAC2-82F3EFFE02A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070892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8" name="Tijdelijke aanduiding voor tekst 47">
            <a:extLst>
              <a:ext uri="{FF2B5EF4-FFF2-40B4-BE49-F238E27FC236}">
                <a16:creationId xmlns:a16="http://schemas.microsoft.com/office/drawing/2014/main" id="{8544A5F4-6BC4-564D-9A56-4C150B57C58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70892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grpSp>
        <p:nvGrpSpPr>
          <p:cNvPr id="137" name="Groep 136">
            <a:extLst>
              <a:ext uri="{FF2B5EF4-FFF2-40B4-BE49-F238E27FC236}">
                <a16:creationId xmlns:a16="http://schemas.microsoft.com/office/drawing/2014/main" id="{5CDEFD97-1EBA-D34C-BC5C-91FB345C31CF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38" name="Vrije vorm 137">
              <a:extLst>
                <a:ext uri="{FF2B5EF4-FFF2-40B4-BE49-F238E27FC236}">
                  <a16:creationId xmlns:a16="http://schemas.microsoft.com/office/drawing/2014/main" id="{1B238ADC-E475-4648-B3FE-D8E20FE25E72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39" name="Vrije vorm 138">
              <a:extLst>
                <a:ext uri="{FF2B5EF4-FFF2-40B4-BE49-F238E27FC236}">
                  <a16:creationId xmlns:a16="http://schemas.microsoft.com/office/drawing/2014/main" id="{8A3E0B65-F82A-4748-BA2B-429730658927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0" name="Vrije vorm 139">
              <a:extLst>
                <a:ext uri="{FF2B5EF4-FFF2-40B4-BE49-F238E27FC236}">
                  <a16:creationId xmlns:a16="http://schemas.microsoft.com/office/drawing/2014/main" id="{5807860E-0900-0247-AA1B-6BB32F4C4CE9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1" name="Vrije vorm 140">
              <a:extLst>
                <a:ext uri="{FF2B5EF4-FFF2-40B4-BE49-F238E27FC236}">
                  <a16:creationId xmlns:a16="http://schemas.microsoft.com/office/drawing/2014/main" id="{C02DD881-0DB6-E942-A588-A88B5E62F230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2" name="Vrije vorm 141">
              <a:extLst>
                <a:ext uri="{FF2B5EF4-FFF2-40B4-BE49-F238E27FC236}">
                  <a16:creationId xmlns:a16="http://schemas.microsoft.com/office/drawing/2014/main" id="{66270B1F-C147-244B-B87E-FD9805758D5F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3" name="Vrije vorm 142">
              <a:extLst>
                <a:ext uri="{FF2B5EF4-FFF2-40B4-BE49-F238E27FC236}">
                  <a16:creationId xmlns:a16="http://schemas.microsoft.com/office/drawing/2014/main" id="{09B34361-3691-DC4C-A063-2EB2C517F218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4" name="Vrije vorm 143">
              <a:extLst>
                <a:ext uri="{FF2B5EF4-FFF2-40B4-BE49-F238E27FC236}">
                  <a16:creationId xmlns:a16="http://schemas.microsoft.com/office/drawing/2014/main" id="{739E5233-2030-3349-98E5-7521F9DA9122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5" name="Vrije vorm 144">
              <a:extLst>
                <a:ext uri="{FF2B5EF4-FFF2-40B4-BE49-F238E27FC236}">
                  <a16:creationId xmlns:a16="http://schemas.microsoft.com/office/drawing/2014/main" id="{375096D0-E48F-A446-AD56-2685487C0A56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" name="Vrije vorm 145">
              <a:extLst>
                <a:ext uri="{FF2B5EF4-FFF2-40B4-BE49-F238E27FC236}">
                  <a16:creationId xmlns:a16="http://schemas.microsoft.com/office/drawing/2014/main" id="{BF3C2E64-2C94-6D49-859D-140DEE11F1FB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47" name="Graphic 23">
              <a:extLst>
                <a:ext uri="{FF2B5EF4-FFF2-40B4-BE49-F238E27FC236}">
                  <a16:creationId xmlns:a16="http://schemas.microsoft.com/office/drawing/2014/main" id="{AE4720BF-F5FA-7F40-813C-8205B52470FF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48" name="Vrije vorm 147">
                <a:extLst>
                  <a:ext uri="{FF2B5EF4-FFF2-40B4-BE49-F238E27FC236}">
                    <a16:creationId xmlns:a16="http://schemas.microsoft.com/office/drawing/2014/main" id="{F7E48A35-7752-394A-A51A-5ED168FBB2B0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9" name="Vrije vorm 148">
                <a:extLst>
                  <a:ext uri="{FF2B5EF4-FFF2-40B4-BE49-F238E27FC236}">
                    <a16:creationId xmlns:a16="http://schemas.microsoft.com/office/drawing/2014/main" id="{60A415FF-FF6C-1E4B-B8E4-6FD05F4AC8D4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0" name="Vrije vorm 149">
                <a:extLst>
                  <a:ext uri="{FF2B5EF4-FFF2-40B4-BE49-F238E27FC236}">
                    <a16:creationId xmlns:a16="http://schemas.microsoft.com/office/drawing/2014/main" id="{FE0D2893-42CE-2644-BCC8-48373461D5A4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1" name="Vrije vorm 150">
                <a:extLst>
                  <a:ext uri="{FF2B5EF4-FFF2-40B4-BE49-F238E27FC236}">
                    <a16:creationId xmlns:a16="http://schemas.microsoft.com/office/drawing/2014/main" id="{EFFFA97D-3FD0-E04F-88FB-94395463AD39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2" name="Vrije vorm 151">
                <a:extLst>
                  <a:ext uri="{FF2B5EF4-FFF2-40B4-BE49-F238E27FC236}">
                    <a16:creationId xmlns:a16="http://schemas.microsoft.com/office/drawing/2014/main" id="{60D857A6-F5CF-604E-A5FA-8947CE94DFD4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3" name="Vrije vorm 152">
                <a:extLst>
                  <a:ext uri="{FF2B5EF4-FFF2-40B4-BE49-F238E27FC236}">
                    <a16:creationId xmlns:a16="http://schemas.microsoft.com/office/drawing/2014/main" id="{59243783-5418-1547-8379-42EB32DF8A79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4" name="Vrije vorm 153">
                <a:extLst>
                  <a:ext uri="{FF2B5EF4-FFF2-40B4-BE49-F238E27FC236}">
                    <a16:creationId xmlns:a16="http://schemas.microsoft.com/office/drawing/2014/main" id="{330965C6-F286-9E43-A65B-DE0BFB99FDB5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5" name="Vrije vorm 154">
                <a:extLst>
                  <a:ext uri="{FF2B5EF4-FFF2-40B4-BE49-F238E27FC236}">
                    <a16:creationId xmlns:a16="http://schemas.microsoft.com/office/drawing/2014/main" id="{4EAC684E-200B-CE41-941B-C7DBDE84AC0D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" name="Vrije vorm 155">
                <a:extLst>
                  <a:ext uri="{FF2B5EF4-FFF2-40B4-BE49-F238E27FC236}">
                    <a16:creationId xmlns:a16="http://schemas.microsoft.com/office/drawing/2014/main" id="{DD354448-9A79-C445-98E1-934958746444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7" name="Vrije vorm 156">
                <a:extLst>
                  <a:ext uri="{FF2B5EF4-FFF2-40B4-BE49-F238E27FC236}">
                    <a16:creationId xmlns:a16="http://schemas.microsoft.com/office/drawing/2014/main" id="{9B9751F6-DF31-E74F-A26D-CAE6BC552D23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" name="Vrije vorm 157">
                <a:extLst>
                  <a:ext uri="{FF2B5EF4-FFF2-40B4-BE49-F238E27FC236}">
                    <a16:creationId xmlns:a16="http://schemas.microsoft.com/office/drawing/2014/main" id="{CA68DB86-8600-2645-9090-7503EBD71D1B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" name="Vrije vorm 158">
                <a:extLst>
                  <a:ext uri="{FF2B5EF4-FFF2-40B4-BE49-F238E27FC236}">
                    <a16:creationId xmlns:a16="http://schemas.microsoft.com/office/drawing/2014/main" id="{D6F737AF-70EA-D543-9F03-E148E23220D4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" name="Vrije vorm 159">
                <a:extLst>
                  <a:ext uri="{FF2B5EF4-FFF2-40B4-BE49-F238E27FC236}">
                    <a16:creationId xmlns:a16="http://schemas.microsoft.com/office/drawing/2014/main" id="{119F8694-5AB5-224F-BFD0-69F3ACB77E03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" name="Vrije vorm 160">
                <a:extLst>
                  <a:ext uri="{FF2B5EF4-FFF2-40B4-BE49-F238E27FC236}">
                    <a16:creationId xmlns:a16="http://schemas.microsoft.com/office/drawing/2014/main" id="{C13F4EF4-9C53-2A49-862C-01FB3027B205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55" name="Groep 54">
            <a:extLst>
              <a:ext uri="{FF2B5EF4-FFF2-40B4-BE49-F238E27FC236}">
                <a16:creationId xmlns:a16="http://schemas.microsoft.com/office/drawing/2014/main" id="{18FC12F2-17E7-1F4B-A563-02B0ADFC2CFD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56" name="Rechthoek 55">
              <a:extLst>
                <a:ext uri="{FF2B5EF4-FFF2-40B4-BE49-F238E27FC236}">
                  <a16:creationId xmlns:a16="http://schemas.microsoft.com/office/drawing/2014/main" id="{577074C4-FDB5-6942-845A-69D784368723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57" name="Rechthoek 56">
              <a:extLst>
                <a:ext uri="{FF2B5EF4-FFF2-40B4-BE49-F238E27FC236}">
                  <a16:creationId xmlns:a16="http://schemas.microsoft.com/office/drawing/2014/main" id="{78452FBC-0222-CF41-AAA7-C51C75DB0A8B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58" name="Rechthoek 57">
              <a:extLst>
                <a:ext uri="{FF2B5EF4-FFF2-40B4-BE49-F238E27FC236}">
                  <a16:creationId xmlns:a16="http://schemas.microsoft.com/office/drawing/2014/main" id="{CC3BCDAB-981C-A14A-8280-0B3721065C10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9" name="Rechthoek 58">
              <a:extLst>
                <a:ext uri="{FF2B5EF4-FFF2-40B4-BE49-F238E27FC236}">
                  <a16:creationId xmlns:a16="http://schemas.microsoft.com/office/drawing/2014/main" id="{5A1C970A-3445-EB45-83E3-A3AF92C41856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0" name="Groep 59">
              <a:extLst>
                <a:ext uri="{FF2B5EF4-FFF2-40B4-BE49-F238E27FC236}">
                  <a16:creationId xmlns:a16="http://schemas.microsoft.com/office/drawing/2014/main" id="{46CED643-9DF6-2548-9BE5-1E14C203B7F0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73" name="Rechthoek: afgeronde hoeken 61">
                <a:extLst>
                  <a:ext uri="{FF2B5EF4-FFF2-40B4-BE49-F238E27FC236}">
                    <a16:creationId xmlns:a16="http://schemas.microsoft.com/office/drawing/2014/main" id="{7E6A0474-C762-7E49-9592-ED04004EDDE3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 73">
                <a:extLst>
                  <a:ext uri="{FF2B5EF4-FFF2-40B4-BE49-F238E27FC236}">
                    <a16:creationId xmlns:a16="http://schemas.microsoft.com/office/drawing/2014/main" id="{80974294-439C-7A4E-BDE9-70CEBDF09138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 74">
                <a:extLst>
                  <a:ext uri="{FF2B5EF4-FFF2-40B4-BE49-F238E27FC236}">
                    <a16:creationId xmlns:a16="http://schemas.microsoft.com/office/drawing/2014/main" id="{834EA619-D3D4-D647-AB0E-D963FF9A01D3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 75">
                <a:extLst>
                  <a:ext uri="{FF2B5EF4-FFF2-40B4-BE49-F238E27FC236}">
                    <a16:creationId xmlns:a16="http://schemas.microsoft.com/office/drawing/2014/main" id="{69AC8C04-42A5-3D4F-AC8D-F1737AAE12C8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258F1B8B-F6A9-A740-B896-92EAC82837EB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 77">
                <a:extLst>
                  <a:ext uri="{FF2B5EF4-FFF2-40B4-BE49-F238E27FC236}">
                    <a16:creationId xmlns:a16="http://schemas.microsoft.com/office/drawing/2014/main" id="{D8C2578B-7950-044C-8204-27BCD4EB3FFA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61" name="Groep 60">
              <a:extLst>
                <a:ext uri="{FF2B5EF4-FFF2-40B4-BE49-F238E27FC236}">
                  <a16:creationId xmlns:a16="http://schemas.microsoft.com/office/drawing/2014/main" id="{41ADC484-EFED-9A43-9025-E33F477D072B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65" name="Groep 64">
                <a:extLst>
                  <a:ext uri="{FF2B5EF4-FFF2-40B4-BE49-F238E27FC236}">
                    <a16:creationId xmlns:a16="http://schemas.microsoft.com/office/drawing/2014/main" id="{B7AE1D3A-4922-E54A-9D59-5541A7F010D5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67" name="Rechthoek: afgeronde hoeken 55">
                  <a:extLst>
                    <a:ext uri="{FF2B5EF4-FFF2-40B4-BE49-F238E27FC236}">
                      <a16:creationId xmlns:a16="http://schemas.microsoft.com/office/drawing/2014/main" id="{7B0B3668-0048-BD45-B5D2-502D4C097C1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68" name="Rechthoek 67">
                  <a:extLst>
                    <a:ext uri="{FF2B5EF4-FFF2-40B4-BE49-F238E27FC236}">
                      <a16:creationId xmlns:a16="http://schemas.microsoft.com/office/drawing/2014/main" id="{B161395E-626C-274F-B77E-3A90E6B8ABD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69" name="Rechthoek 68">
                  <a:extLst>
                    <a:ext uri="{FF2B5EF4-FFF2-40B4-BE49-F238E27FC236}">
                      <a16:creationId xmlns:a16="http://schemas.microsoft.com/office/drawing/2014/main" id="{DC9643F3-7D62-C047-960E-497C018096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0" name="Rechthoek 69">
                  <a:extLst>
                    <a:ext uri="{FF2B5EF4-FFF2-40B4-BE49-F238E27FC236}">
                      <a16:creationId xmlns:a16="http://schemas.microsoft.com/office/drawing/2014/main" id="{217AEB47-0DE8-EA40-8B35-800DB18175E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D06E0AAA-FAFB-434A-991D-1D188CB6C59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2" name="Rechthoek 71">
                  <a:extLst>
                    <a:ext uri="{FF2B5EF4-FFF2-40B4-BE49-F238E27FC236}">
                      <a16:creationId xmlns:a16="http://schemas.microsoft.com/office/drawing/2014/main" id="{95C700D6-2649-1E48-82FC-94F1B454BD3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66" name="Boog 65">
                <a:extLst>
                  <a:ext uri="{FF2B5EF4-FFF2-40B4-BE49-F238E27FC236}">
                    <a16:creationId xmlns:a16="http://schemas.microsoft.com/office/drawing/2014/main" id="{18707CA2-D1C0-DD47-AFE8-2FBF756AF230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2" name="Tekstvak 61">
              <a:extLst>
                <a:ext uri="{FF2B5EF4-FFF2-40B4-BE49-F238E27FC236}">
                  <a16:creationId xmlns:a16="http://schemas.microsoft.com/office/drawing/2014/main" id="{42916ED0-7360-4842-A575-1CE728BD4E58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3" name="Tekstvak 62">
              <a:extLst>
                <a:ext uri="{FF2B5EF4-FFF2-40B4-BE49-F238E27FC236}">
                  <a16:creationId xmlns:a16="http://schemas.microsoft.com/office/drawing/2014/main" id="{C8DC8E55-C61F-2449-97A2-A9AADC758C63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64" name="Vrije vorm: vorm 52">
              <a:extLst>
                <a:ext uri="{FF2B5EF4-FFF2-40B4-BE49-F238E27FC236}">
                  <a16:creationId xmlns:a16="http://schemas.microsoft.com/office/drawing/2014/main" id="{CDA423F1-633A-584D-809B-705FCE39DD07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9" name="Groep 78">
            <a:extLst>
              <a:ext uri="{FF2B5EF4-FFF2-40B4-BE49-F238E27FC236}">
                <a16:creationId xmlns:a16="http://schemas.microsoft.com/office/drawing/2014/main" id="{1C7B9A62-9A1A-D649-878A-89384506505C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80" name="Rechthoek 79">
              <a:extLst>
                <a:ext uri="{FF2B5EF4-FFF2-40B4-BE49-F238E27FC236}">
                  <a16:creationId xmlns:a16="http://schemas.microsoft.com/office/drawing/2014/main" id="{4AB8571E-8C61-E64B-961D-CE6127510719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81" name="Ovaal 80">
              <a:extLst>
                <a:ext uri="{FF2B5EF4-FFF2-40B4-BE49-F238E27FC236}">
                  <a16:creationId xmlns:a16="http://schemas.microsoft.com/office/drawing/2014/main" id="{38E4E066-BFEF-B34C-98A0-43D2027F240F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CAB15BBC-B66A-FE40-A02B-1A23E9911084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83" name="Groep 82">
              <a:extLst>
                <a:ext uri="{FF2B5EF4-FFF2-40B4-BE49-F238E27FC236}">
                  <a16:creationId xmlns:a16="http://schemas.microsoft.com/office/drawing/2014/main" id="{17711234-C67F-7140-9B70-57AFE45B898A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820634EB-8F1F-4947-8246-EA5C76FF977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5" name="Ovaal 134">
                <a:extLst>
                  <a:ext uri="{FF2B5EF4-FFF2-40B4-BE49-F238E27FC236}">
                    <a16:creationId xmlns:a16="http://schemas.microsoft.com/office/drawing/2014/main" id="{02B9FF79-C874-BE4D-97C8-54E1C5005A22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6" name="Vrije vorm: vorm 101">
                <a:extLst>
                  <a:ext uri="{FF2B5EF4-FFF2-40B4-BE49-F238E27FC236}">
                    <a16:creationId xmlns:a16="http://schemas.microsoft.com/office/drawing/2014/main" id="{4582A0D7-24C8-7447-8BB8-B8ACC4B06ED7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62" name="Rechthoek: afgeronde hoeken 102">
                <a:extLst>
                  <a:ext uri="{FF2B5EF4-FFF2-40B4-BE49-F238E27FC236}">
                    <a16:creationId xmlns:a16="http://schemas.microsoft.com/office/drawing/2014/main" id="{E86D81DB-66B5-4948-99DC-F19D81F15CE2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63" name="Rechte verbindingslijn 162">
                <a:extLst>
                  <a:ext uri="{FF2B5EF4-FFF2-40B4-BE49-F238E27FC236}">
                    <a16:creationId xmlns:a16="http://schemas.microsoft.com/office/drawing/2014/main" id="{1ED5E408-0CCD-3C42-9DE4-405348C6EE1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Rechte verbindingslijn 163">
                <a:extLst>
                  <a:ext uri="{FF2B5EF4-FFF2-40B4-BE49-F238E27FC236}">
                    <a16:creationId xmlns:a16="http://schemas.microsoft.com/office/drawing/2014/main" id="{2FF6E377-6B23-C447-B26F-C525C3643652}"/>
                  </a:ext>
                </a:extLst>
              </p:cNvPr>
              <p:cNvCxnSpPr>
                <a:cxnSpLocks/>
                <a:stCxn id="16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83">
              <a:extLst>
                <a:ext uri="{FF2B5EF4-FFF2-40B4-BE49-F238E27FC236}">
                  <a16:creationId xmlns:a16="http://schemas.microsoft.com/office/drawing/2014/main" id="{FA331CAF-C853-0B4D-B3D8-2B285F493927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84">
              <a:extLst>
                <a:ext uri="{FF2B5EF4-FFF2-40B4-BE49-F238E27FC236}">
                  <a16:creationId xmlns:a16="http://schemas.microsoft.com/office/drawing/2014/main" id="{3E618D99-5E80-C24C-BE62-F60D1E3445DF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86" name="Groep 85">
              <a:extLst>
                <a:ext uri="{FF2B5EF4-FFF2-40B4-BE49-F238E27FC236}">
                  <a16:creationId xmlns:a16="http://schemas.microsoft.com/office/drawing/2014/main" id="{3E2323C9-F9C7-474F-94F3-A1214C65F083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131" name="Rechthoek 130">
                <a:extLst>
                  <a:ext uri="{FF2B5EF4-FFF2-40B4-BE49-F238E27FC236}">
                    <a16:creationId xmlns:a16="http://schemas.microsoft.com/office/drawing/2014/main" id="{7191229C-C758-944E-A4D4-4084076EEE4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132" name="Rechte verbindingslijn 131">
                <a:extLst>
                  <a:ext uri="{FF2B5EF4-FFF2-40B4-BE49-F238E27FC236}">
                    <a16:creationId xmlns:a16="http://schemas.microsoft.com/office/drawing/2014/main" id="{F8364801-3E7A-F14B-9BE3-B40FCC6BBC3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3" name="Gelijkbenige driehoek 98">
                <a:extLst>
                  <a:ext uri="{FF2B5EF4-FFF2-40B4-BE49-F238E27FC236}">
                    <a16:creationId xmlns:a16="http://schemas.microsoft.com/office/drawing/2014/main" id="{38043650-1CCF-5B41-A403-1AECD8D384C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F78787B5-BAF2-CB47-A1C8-5AFA12CF207E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7DFAB5FC-F0FE-A74D-8314-418F9C871D2A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9" name="Ovaal 88">
              <a:extLst>
                <a:ext uri="{FF2B5EF4-FFF2-40B4-BE49-F238E27FC236}">
                  <a16:creationId xmlns:a16="http://schemas.microsoft.com/office/drawing/2014/main" id="{57C1F85A-DEB9-8647-849C-C9F96AA3F519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44BF1E92-934C-EE47-8310-C542D1EFDB45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91" name="Groep 90">
              <a:extLst>
                <a:ext uri="{FF2B5EF4-FFF2-40B4-BE49-F238E27FC236}">
                  <a16:creationId xmlns:a16="http://schemas.microsoft.com/office/drawing/2014/main" id="{6B33468E-7128-134B-AEC0-540C4597D708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115" name="Groep 114">
                <a:extLst>
                  <a:ext uri="{FF2B5EF4-FFF2-40B4-BE49-F238E27FC236}">
                    <a16:creationId xmlns:a16="http://schemas.microsoft.com/office/drawing/2014/main" id="{5AD456C5-57DE-AF4F-81BD-44DAA004606C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18" name="Groep 117">
                  <a:extLst>
                    <a:ext uri="{FF2B5EF4-FFF2-40B4-BE49-F238E27FC236}">
                      <a16:creationId xmlns:a16="http://schemas.microsoft.com/office/drawing/2014/main" id="{2CED619D-9C21-D249-BDA7-2C6CA219C2C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5" name="Groep 124">
                    <a:extLst>
                      <a:ext uri="{FF2B5EF4-FFF2-40B4-BE49-F238E27FC236}">
                        <a16:creationId xmlns:a16="http://schemas.microsoft.com/office/drawing/2014/main" id="{F860F76C-B056-5343-97F6-74924FB113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28" name="Rechthoek 127">
                      <a:extLst>
                        <a:ext uri="{FF2B5EF4-FFF2-40B4-BE49-F238E27FC236}">
                          <a16:creationId xmlns:a16="http://schemas.microsoft.com/office/drawing/2014/main" id="{C89F939F-1B89-FE44-811A-C56473DA52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29" name="Rechthoek 128">
                      <a:extLst>
                        <a:ext uri="{FF2B5EF4-FFF2-40B4-BE49-F238E27FC236}">
                          <a16:creationId xmlns:a16="http://schemas.microsoft.com/office/drawing/2014/main" id="{D2E7BC8B-BAF1-A449-B955-4B804D46529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0" name="Ovaal 129">
                      <a:extLst>
                        <a:ext uri="{FF2B5EF4-FFF2-40B4-BE49-F238E27FC236}">
                          <a16:creationId xmlns:a16="http://schemas.microsoft.com/office/drawing/2014/main" id="{1F211DE7-59CE-414B-8289-064A53B212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6" name="Afbeelding 125">
                    <a:extLst>
                      <a:ext uri="{FF2B5EF4-FFF2-40B4-BE49-F238E27FC236}">
                        <a16:creationId xmlns:a16="http://schemas.microsoft.com/office/drawing/2014/main" id="{C8412126-660E-CE4C-8634-351BC7BC48C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7" name="Afbeelding 126">
                    <a:extLst>
                      <a:ext uri="{FF2B5EF4-FFF2-40B4-BE49-F238E27FC236}">
                        <a16:creationId xmlns:a16="http://schemas.microsoft.com/office/drawing/2014/main" id="{3EAF23BE-2B43-B54F-963C-248277A4742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19" name="Groep 118">
                  <a:extLst>
                    <a:ext uri="{FF2B5EF4-FFF2-40B4-BE49-F238E27FC236}">
                      <a16:creationId xmlns:a16="http://schemas.microsoft.com/office/drawing/2014/main" id="{E76B2749-1CAA-E848-9CC3-1399FCF2FC3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122">
                    <a:extLst>
                      <a:ext uri="{FF2B5EF4-FFF2-40B4-BE49-F238E27FC236}">
                        <a16:creationId xmlns:a16="http://schemas.microsoft.com/office/drawing/2014/main" id="{EF044CAB-B831-AD4E-80BE-9F9A2D38C9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123">
                    <a:extLst>
                      <a:ext uri="{FF2B5EF4-FFF2-40B4-BE49-F238E27FC236}">
                        <a16:creationId xmlns:a16="http://schemas.microsoft.com/office/drawing/2014/main" id="{EAB423AC-D3C7-FB45-A26D-DE214B3D193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0" name="Groep 119">
                  <a:extLst>
                    <a:ext uri="{FF2B5EF4-FFF2-40B4-BE49-F238E27FC236}">
                      <a16:creationId xmlns:a16="http://schemas.microsoft.com/office/drawing/2014/main" id="{5319430D-5953-674A-9F7B-B7E39F992A8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1" name="Rechthoek 120">
                    <a:extLst>
                      <a:ext uri="{FF2B5EF4-FFF2-40B4-BE49-F238E27FC236}">
                        <a16:creationId xmlns:a16="http://schemas.microsoft.com/office/drawing/2014/main" id="{A7BAD7B8-9D8C-E146-83C2-F07B6135CC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2" name="Rechthoek 121">
                    <a:extLst>
                      <a:ext uri="{FF2B5EF4-FFF2-40B4-BE49-F238E27FC236}">
                        <a16:creationId xmlns:a16="http://schemas.microsoft.com/office/drawing/2014/main" id="{9D34C70B-30A0-3446-A606-02793024041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6" name="Rechthoek 115">
                <a:extLst>
                  <a:ext uri="{FF2B5EF4-FFF2-40B4-BE49-F238E27FC236}">
                    <a16:creationId xmlns:a16="http://schemas.microsoft.com/office/drawing/2014/main" id="{4D3F5E6A-6CB0-AB4C-9A58-B111716576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117" name="Gelijkbenige driehoek 78">
                <a:extLst>
                  <a:ext uri="{FF2B5EF4-FFF2-40B4-BE49-F238E27FC236}">
                    <a16:creationId xmlns:a16="http://schemas.microsoft.com/office/drawing/2014/main" id="{E71898D9-158D-7D43-90C3-5C0A1975AA4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92" name="Rechthoek 91">
              <a:extLst>
                <a:ext uri="{FF2B5EF4-FFF2-40B4-BE49-F238E27FC236}">
                  <a16:creationId xmlns:a16="http://schemas.microsoft.com/office/drawing/2014/main" id="{885AB7F2-BC36-DF44-93AE-737D2F2CC360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8D75595E-D807-2F45-A888-35838223B97F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94" name="Rechthoek 93">
                <a:extLst>
                  <a:ext uri="{FF2B5EF4-FFF2-40B4-BE49-F238E27FC236}">
                    <a16:creationId xmlns:a16="http://schemas.microsoft.com/office/drawing/2014/main" id="{2399B22D-AA91-5F45-97BC-DCD4F947762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5" name="Rechthoek 94">
                <a:extLst>
                  <a:ext uri="{FF2B5EF4-FFF2-40B4-BE49-F238E27FC236}">
                    <a16:creationId xmlns:a16="http://schemas.microsoft.com/office/drawing/2014/main" id="{09C36F2F-43D6-BF4D-BAD8-68236392F4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96" name="Groep 95">
                <a:extLst>
                  <a:ext uri="{FF2B5EF4-FFF2-40B4-BE49-F238E27FC236}">
                    <a16:creationId xmlns:a16="http://schemas.microsoft.com/office/drawing/2014/main" id="{93653ABD-2EC7-FD4B-AC67-433074B590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09" name="Rechthoek: afgeronde hoeken 61">
                  <a:extLst>
                    <a:ext uri="{FF2B5EF4-FFF2-40B4-BE49-F238E27FC236}">
                      <a16:creationId xmlns:a16="http://schemas.microsoft.com/office/drawing/2014/main" id="{845E6197-4E8E-6B4E-B7B7-875F482895BF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0" name="Rechthoek 109">
                  <a:extLst>
                    <a:ext uri="{FF2B5EF4-FFF2-40B4-BE49-F238E27FC236}">
                      <a16:creationId xmlns:a16="http://schemas.microsoft.com/office/drawing/2014/main" id="{07860730-DD12-6642-BB8C-E227D7F3DF4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1" name="Rechthoek 110">
                  <a:extLst>
                    <a:ext uri="{FF2B5EF4-FFF2-40B4-BE49-F238E27FC236}">
                      <a16:creationId xmlns:a16="http://schemas.microsoft.com/office/drawing/2014/main" id="{52CF8F66-5806-0D49-8F0D-1A55ACBDF16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2" name="Rechthoek 111">
                  <a:extLst>
                    <a:ext uri="{FF2B5EF4-FFF2-40B4-BE49-F238E27FC236}">
                      <a16:creationId xmlns:a16="http://schemas.microsoft.com/office/drawing/2014/main" id="{19B77BB5-14CB-6C44-BB11-835B8A3499F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3" name="Rechthoek 112">
                  <a:extLst>
                    <a:ext uri="{FF2B5EF4-FFF2-40B4-BE49-F238E27FC236}">
                      <a16:creationId xmlns:a16="http://schemas.microsoft.com/office/drawing/2014/main" id="{CED9868C-0588-C04E-9BFB-ED64752654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4" name="Rechthoek 113">
                  <a:extLst>
                    <a:ext uri="{FF2B5EF4-FFF2-40B4-BE49-F238E27FC236}">
                      <a16:creationId xmlns:a16="http://schemas.microsoft.com/office/drawing/2014/main" id="{7F0A18F1-D03A-5140-BFF9-00B57117982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97" name="Groep 96">
                <a:extLst>
                  <a:ext uri="{FF2B5EF4-FFF2-40B4-BE49-F238E27FC236}">
                    <a16:creationId xmlns:a16="http://schemas.microsoft.com/office/drawing/2014/main" id="{41F82AA8-D4EF-E046-8D0C-FECAE65AD7C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01" name="Groep 100">
                  <a:extLst>
                    <a:ext uri="{FF2B5EF4-FFF2-40B4-BE49-F238E27FC236}">
                      <a16:creationId xmlns:a16="http://schemas.microsoft.com/office/drawing/2014/main" id="{498A827D-A68B-0641-A1B2-4DD3B5F369A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03" name="Rechthoek: afgeronde hoeken 55">
                    <a:extLst>
                      <a:ext uri="{FF2B5EF4-FFF2-40B4-BE49-F238E27FC236}">
                        <a16:creationId xmlns:a16="http://schemas.microsoft.com/office/drawing/2014/main" id="{8241F868-6998-004F-9D81-A0C6C6905C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4" name="Rechthoek 103">
                    <a:extLst>
                      <a:ext uri="{FF2B5EF4-FFF2-40B4-BE49-F238E27FC236}">
                        <a16:creationId xmlns:a16="http://schemas.microsoft.com/office/drawing/2014/main" id="{CEC86C69-C819-194B-A035-72EB9A75A1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5" name="Rechthoek 104">
                    <a:extLst>
                      <a:ext uri="{FF2B5EF4-FFF2-40B4-BE49-F238E27FC236}">
                        <a16:creationId xmlns:a16="http://schemas.microsoft.com/office/drawing/2014/main" id="{1E6820EB-6D35-C746-8E58-6570DFDBD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6" name="Rechthoek 105">
                    <a:extLst>
                      <a:ext uri="{FF2B5EF4-FFF2-40B4-BE49-F238E27FC236}">
                        <a16:creationId xmlns:a16="http://schemas.microsoft.com/office/drawing/2014/main" id="{316EE6EC-D50B-3840-8674-E7B74B6A39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04C58959-73A5-7A4B-AAC5-4E1217BEDF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CB88E6DE-475D-5842-B565-60C7A05C5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102" name="Boog 101">
                  <a:extLst>
                    <a:ext uri="{FF2B5EF4-FFF2-40B4-BE49-F238E27FC236}">
                      <a16:creationId xmlns:a16="http://schemas.microsoft.com/office/drawing/2014/main" id="{48496FB4-0038-7042-8BD2-463EC32C0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98" name="Tekstvak 97">
                <a:extLst>
                  <a:ext uri="{FF2B5EF4-FFF2-40B4-BE49-F238E27FC236}">
                    <a16:creationId xmlns:a16="http://schemas.microsoft.com/office/drawing/2014/main" id="{87A54188-765F-B24D-8C61-F62F595612A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9" name="Tekstvak 98">
                <a:extLst>
                  <a:ext uri="{FF2B5EF4-FFF2-40B4-BE49-F238E27FC236}">
                    <a16:creationId xmlns:a16="http://schemas.microsoft.com/office/drawing/2014/main" id="{2BC015BB-5F2E-8340-A893-91056568619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0" name="Vrije vorm: vorm 52">
                <a:extLst>
                  <a:ext uri="{FF2B5EF4-FFF2-40B4-BE49-F238E27FC236}">
                    <a16:creationId xmlns:a16="http://schemas.microsoft.com/office/drawing/2014/main" id="{0342C361-C890-F94D-95FA-204439AF850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165" name="Afbeelding 164">
            <a:extLst>
              <a:ext uri="{FF2B5EF4-FFF2-40B4-BE49-F238E27FC236}">
                <a16:creationId xmlns:a16="http://schemas.microsoft.com/office/drawing/2014/main" id="{71C8B55A-FF22-464E-911C-4509EEBEA0F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66" name="Ovaal 165">
            <a:extLst>
              <a:ext uri="{FF2B5EF4-FFF2-40B4-BE49-F238E27FC236}">
                <a16:creationId xmlns:a16="http://schemas.microsoft.com/office/drawing/2014/main" id="{98D59E63-D6A4-4747-BADC-2C000243F7B9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167" name="Rechthoek 166">
            <a:extLst>
              <a:ext uri="{FF2B5EF4-FFF2-40B4-BE49-F238E27FC236}">
                <a16:creationId xmlns:a16="http://schemas.microsoft.com/office/drawing/2014/main" id="{800193FD-3849-CF46-A80E-F3A3670C2D5A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68" name="Afbeelding 167">
            <a:extLst>
              <a:ext uri="{FF2B5EF4-FFF2-40B4-BE49-F238E27FC236}">
                <a16:creationId xmlns:a16="http://schemas.microsoft.com/office/drawing/2014/main" id="{D1F4B3B3-3658-274D-97D0-5D7C7F1887E2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425151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ijdelijke aanduiding voor afbeelding 29">
            <a:extLst>
              <a:ext uri="{FF2B5EF4-FFF2-40B4-BE49-F238E27FC236}">
                <a16:creationId xmlns:a16="http://schemas.microsoft.com/office/drawing/2014/main" id="{BA3A25BE-8831-6848-A014-F776420DACA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66763" y="765175"/>
            <a:ext cx="2477369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2" name="Tijdelijke aanduiding voor afbeelding 29">
            <a:extLst>
              <a:ext uri="{FF2B5EF4-FFF2-40B4-BE49-F238E27FC236}">
                <a16:creationId xmlns:a16="http://schemas.microsoft.com/office/drawing/2014/main" id="{940F11EC-064B-1149-BBB8-7E119B08C32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66763" y="3464826"/>
            <a:ext cx="2477369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3" name="Tijdelijke aanduiding voor afbeelding 29">
            <a:extLst>
              <a:ext uri="{FF2B5EF4-FFF2-40B4-BE49-F238E27FC236}">
                <a16:creationId xmlns:a16="http://schemas.microsoft.com/office/drawing/2014/main" id="{3E77FC21-A15E-4546-B5A9-C4BBA024A09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3308564" y="765175"/>
            <a:ext cx="2477369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4" name="Tijdelijke aanduiding voor afbeelding 29">
            <a:extLst>
              <a:ext uri="{FF2B5EF4-FFF2-40B4-BE49-F238E27FC236}">
                <a16:creationId xmlns:a16="http://schemas.microsoft.com/office/drawing/2014/main" id="{6C7B5770-5024-E548-8C76-662294CE2BC4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308564" y="3464826"/>
            <a:ext cx="2477369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5" name="Tijdelijke aanduiding voor afbeelding 29">
            <a:extLst>
              <a:ext uri="{FF2B5EF4-FFF2-40B4-BE49-F238E27FC236}">
                <a16:creationId xmlns:a16="http://schemas.microsoft.com/office/drawing/2014/main" id="{C01FC09D-0B8B-4E46-B78D-13B722381111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5850365" y="765175"/>
            <a:ext cx="2477369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6" name="Tijdelijke aanduiding voor afbeelding 29">
            <a:extLst>
              <a:ext uri="{FF2B5EF4-FFF2-40B4-BE49-F238E27FC236}">
                <a16:creationId xmlns:a16="http://schemas.microsoft.com/office/drawing/2014/main" id="{44B8CA23-ED30-B946-BA39-2E530B9B68B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850364" y="3464826"/>
            <a:ext cx="2477369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21" name="Tijdelijke aanduiding voor afbeelding 29">
            <a:extLst>
              <a:ext uri="{FF2B5EF4-FFF2-40B4-BE49-F238E27FC236}">
                <a16:creationId xmlns:a16="http://schemas.microsoft.com/office/drawing/2014/main" id="{EB1C389B-6265-1146-9CB5-0D1B9A26743A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92164" y="765175"/>
            <a:ext cx="2477369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22" name="Tijdelijke aanduiding voor afbeelding 29">
            <a:extLst>
              <a:ext uri="{FF2B5EF4-FFF2-40B4-BE49-F238E27FC236}">
                <a16:creationId xmlns:a16="http://schemas.microsoft.com/office/drawing/2014/main" id="{CAA14AE7-E615-5040-9B4F-AC8E83CFD032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8392163" y="3464826"/>
            <a:ext cx="2477369" cy="262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23" name="Tijdelijke aanduiding voor tekst 13">
            <a:extLst>
              <a:ext uri="{FF2B5EF4-FFF2-40B4-BE49-F238E27FC236}">
                <a16:creationId xmlns:a16="http://schemas.microsoft.com/office/drawing/2014/main" id="{27F44C6F-7E88-F845-B74B-2116B100998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93140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24" name="Tijdelijke aanduiding voor tekst 13">
            <a:extLst>
              <a:ext uri="{FF2B5EF4-FFF2-40B4-BE49-F238E27FC236}">
                <a16:creationId xmlns:a16="http://schemas.microsoft.com/office/drawing/2014/main" id="{FE51CC7C-C3BB-6243-9FBF-AE066100E3C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93138" y="2214255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25" name="Tijdelijke aanduiding voor tekst 13">
            <a:extLst>
              <a:ext uri="{FF2B5EF4-FFF2-40B4-BE49-F238E27FC236}">
                <a16:creationId xmlns:a16="http://schemas.microsoft.com/office/drawing/2014/main" id="{00378CF2-A571-EB46-9B7A-1015DA741D1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523170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26" name="Tijdelijke aanduiding voor tekst 13">
            <a:extLst>
              <a:ext uri="{FF2B5EF4-FFF2-40B4-BE49-F238E27FC236}">
                <a16:creationId xmlns:a16="http://schemas.microsoft.com/office/drawing/2014/main" id="{A661E1BD-EF20-AC4C-98CD-68430C20275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523170" y="2214255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27" name="Tijdelijke aanduiding voor tekst 13">
            <a:extLst>
              <a:ext uri="{FF2B5EF4-FFF2-40B4-BE49-F238E27FC236}">
                <a16:creationId xmlns:a16="http://schemas.microsoft.com/office/drawing/2014/main" id="{914874A9-D494-4140-AE50-CD92AA56016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070893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28" name="Tijdelijke aanduiding voor tekst 13">
            <a:extLst>
              <a:ext uri="{FF2B5EF4-FFF2-40B4-BE49-F238E27FC236}">
                <a16:creationId xmlns:a16="http://schemas.microsoft.com/office/drawing/2014/main" id="{662A763A-49CA-9145-8832-927DE98F966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70893" y="2214255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29" name="Tijdelijke aanduiding voor tekst 13">
            <a:extLst>
              <a:ext uri="{FF2B5EF4-FFF2-40B4-BE49-F238E27FC236}">
                <a16:creationId xmlns:a16="http://schemas.microsoft.com/office/drawing/2014/main" id="{FCAEA785-0E9A-FB4D-8D0E-6B854A5FDA0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93139" y="3677206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1" name="Tijdelijke aanduiding voor tekst 13">
            <a:extLst>
              <a:ext uri="{FF2B5EF4-FFF2-40B4-BE49-F238E27FC236}">
                <a16:creationId xmlns:a16="http://schemas.microsoft.com/office/drawing/2014/main" id="{7A3946D8-C14B-3341-A23C-927586E371A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93137" y="4913906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2" name="Tijdelijke aanduiding voor tekst 13">
            <a:extLst>
              <a:ext uri="{FF2B5EF4-FFF2-40B4-BE49-F238E27FC236}">
                <a16:creationId xmlns:a16="http://schemas.microsoft.com/office/drawing/2014/main" id="{151C194E-27EB-6345-A0EF-2589891A8FAF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523169" y="3677206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3" name="Tijdelijke aanduiding voor tekst 13">
            <a:extLst>
              <a:ext uri="{FF2B5EF4-FFF2-40B4-BE49-F238E27FC236}">
                <a16:creationId xmlns:a16="http://schemas.microsoft.com/office/drawing/2014/main" id="{FF3B65E9-17F2-C24E-BE8C-36807A51152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3523169" y="4913906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4" name="Tijdelijke aanduiding voor tekst 13">
            <a:extLst>
              <a:ext uri="{FF2B5EF4-FFF2-40B4-BE49-F238E27FC236}">
                <a16:creationId xmlns:a16="http://schemas.microsoft.com/office/drawing/2014/main" id="{735B4F78-DC08-1E40-93C9-80300ED4F70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070892" y="3677206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5" name="Tijdelijke aanduiding voor tekst 13">
            <a:extLst>
              <a:ext uri="{FF2B5EF4-FFF2-40B4-BE49-F238E27FC236}">
                <a16:creationId xmlns:a16="http://schemas.microsoft.com/office/drawing/2014/main" id="{5BAEB4CE-CA30-924E-AE5C-0DCD7C02BA79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70892" y="4913906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6" name="Tijdelijke aanduiding voor tekst 13">
            <a:extLst>
              <a:ext uri="{FF2B5EF4-FFF2-40B4-BE49-F238E27FC236}">
                <a16:creationId xmlns:a16="http://schemas.microsoft.com/office/drawing/2014/main" id="{BF73CF80-F215-3E4A-B213-190741B9DF3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607476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7" name="Tijdelijke aanduiding voor tekst 13">
            <a:extLst>
              <a:ext uri="{FF2B5EF4-FFF2-40B4-BE49-F238E27FC236}">
                <a16:creationId xmlns:a16="http://schemas.microsoft.com/office/drawing/2014/main" id="{3A82EED2-EED5-4F4C-BBD3-D81D04A2697A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607476" y="2214255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8" name="Tijdelijke aanduiding voor tekst 13">
            <a:extLst>
              <a:ext uri="{FF2B5EF4-FFF2-40B4-BE49-F238E27FC236}">
                <a16:creationId xmlns:a16="http://schemas.microsoft.com/office/drawing/2014/main" id="{AA7088C1-1B4E-A644-B682-B16F7749DF5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8607476" y="3677206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9" name="Tijdelijke aanduiding voor tekst 13">
            <a:extLst>
              <a:ext uri="{FF2B5EF4-FFF2-40B4-BE49-F238E27FC236}">
                <a16:creationId xmlns:a16="http://schemas.microsoft.com/office/drawing/2014/main" id="{04463C36-F6A7-EC42-A6BD-6FF38E2D5DB0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607476" y="4913906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40" name="Tijdelijke aanduiding voor tekst 39">
            <a:extLst>
              <a:ext uri="{FF2B5EF4-FFF2-40B4-BE49-F238E27FC236}">
                <a16:creationId xmlns:a16="http://schemas.microsoft.com/office/drawing/2014/main" id="{4B1C2B9D-DCE9-524B-9329-93AA84926CF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93138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1" name="Tijdelijke aanduiding voor tekst 40">
            <a:extLst>
              <a:ext uri="{FF2B5EF4-FFF2-40B4-BE49-F238E27FC236}">
                <a16:creationId xmlns:a16="http://schemas.microsoft.com/office/drawing/2014/main" id="{B4F68BF7-1753-6644-8E1F-F3C265062DB1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93138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7" name="Tijdelijke aanduiding voor tekst 46">
            <a:extLst>
              <a:ext uri="{FF2B5EF4-FFF2-40B4-BE49-F238E27FC236}">
                <a16:creationId xmlns:a16="http://schemas.microsoft.com/office/drawing/2014/main" id="{F78E001A-D541-764F-B6FC-361512AF5480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523169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8" name="Tijdelijke aanduiding voor tekst 47">
            <a:extLst>
              <a:ext uri="{FF2B5EF4-FFF2-40B4-BE49-F238E27FC236}">
                <a16:creationId xmlns:a16="http://schemas.microsoft.com/office/drawing/2014/main" id="{4D7A3A6F-87CA-504F-8B33-42CDC98FC5EB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3523169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9" name="Tijdelijke aanduiding voor tekst 48">
            <a:extLst>
              <a:ext uri="{FF2B5EF4-FFF2-40B4-BE49-F238E27FC236}">
                <a16:creationId xmlns:a16="http://schemas.microsoft.com/office/drawing/2014/main" id="{D7E973E5-A2DD-6C43-890D-99E9E7CE8DCE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070892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50" name="Tijdelijke aanduiding voor tekst 49">
            <a:extLst>
              <a:ext uri="{FF2B5EF4-FFF2-40B4-BE49-F238E27FC236}">
                <a16:creationId xmlns:a16="http://schemas.microsoft.com/office/drawing/2014/main" id="{1BB169F9-508F-464C-9FDC-CFE6C7A90B91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070892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51" name="Tijdelijke aanduiding voor tekst 50">
            <a:extLst>
              <a:ext uri="{FF2B5EF4-FFF2-40B4-BE49-F238E27FC236}">
                <a16:creationId xmlns:a16="http://schemas.microsoft.com/office/drawing/2014/main" id="{5DB2181C-DEDA-DC4D-94D2-1A5C95A7A1F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07476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52" name="Tijdelijke aanduiding voor tekst 51">
            <a:extLst>
              <a:ext uri="{FF2B5EF4-FFF2-40B4-BE49-F238E27FC236}">
                <a16:creationId xmlns:a16="http://schemas.microsoft.com/office/drawing/2014/main" id="{062B1E11-3814-2044-BB92-C5FF4DB1BF39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07476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grpSp>
        <p:nvGrpSpPr>
          <p:cNvPr id="141" name="Groep 140">
            <a:extLst>
              <a:ext uri="{FF2B5EF4-FFF2-40B4-BE49-F238E27FC236}">
                <a16:creationId xmlns:a16="http://schemas.microsoft.com/office/drawing/2014/main" id="{D328C035-9AF5-D143-AFB2-D32E69C49E5F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42" name="Vrije vorm 141">
              <a:extLst>
                <a:ext uri="{FF2B5EF4-FFF2-40B4-BE49-F238E27FC236}">
                  <a16:creationId xmlns:a16="http://schemas.microsoft.com/office/drawing/2014/main" id="{C25A1A52-1285-5E48-84A2-5655F1AEAC01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3" name="Vrije vorm 142">
              <a:extLst>
                <a:ext uri="{FF2B5EF4-FFF2-40B4-BE49-F238E27FC236}">
                  <a16:creationId xmlns:a16="http://schemas.microsoft.com/office/drawing/2014/main" id="{8E8A37A6-73D5-2F4F-BD90-3AC848F935D3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4" name="Vrije vorm 143">
              <a:extLst>
                <a:ext uri="{FF2B5EF4-FFF2-40B4-BE49-F238E27FC236}">
                  <a16:creationId xmlns:a16="http://schemas.microsoft.com/office/drawing/2014/main" id="{7B74092B-EF34-DA49-8289-6F989D34182F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5" name="Vrije vorm 144">
              <a:extLst>
                <a:ext uri="{FF2B5EF4-FFF2-40B4-BE49-F238E27FC236}">
                  <a16:creationId xmlns:a16="http://schemas.microsoft.com/office/drawing/2014/main" id="{B2BEFF1A-6487-AA4A-89A9-48639C0C08EE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" name="Vrije vorm 145">
              <a:extLst>
                <a:ext uri="{FF2B5EF4-FFF2-40B4-BE49-F238E27FC236}">
                  <a16:creationId xmlns:a16="http://schemas.microsoft.com/office/drawing/2014/main" id="{42340066-B44A-8143-8091-F6BC3870C3A0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7" name="Vrije vorm 146">
              <a:extLst>
                <a:ext uri="{FF2B5EF4-FFF2-40B4-BE49-F238E27FC236}">
                  <a16:creationId xmlns:a16="http://schemas.microsoft.com/office/drawing/2014/main" id="{8C251D8B-531F-8049-883A-8EF78D90BEC3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8" name="Vrije vorm 147">
              <a:extLst>
                <a:ext uri="{FF2B5EF4-FFF2-40B4-BE49-F238E27FC236}">
                  <a16:creationId xmlns:a16="http://schemas.microsoft.com/office/drawing/2014/main" id="{31B79717-7852-D54A-BCA1-0DE488B42CAE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9" name="Vrije vorm 148">
              <a:extLst>
                <a:ext uri="{FF2B5EF4-FFF2-40B4-BE49-F238E27FC236}">
                  <a16:creationId xmlns:a16="http://schemas.microsoft.com/office/drawing/2014/main" id="{B5A691AD-C5C8-814F-B7B4-98F8CAF8BA53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0" name="Vrije vorm 149">
              <a:extLst>
                <a:ext uri="{FF2B5EF4-FFF2-40B4-BE49-F238E27FC236}">
                  <a16:creationId xmlns:a16="http://schemas.microsoft.com/office/drawing/2014/main" id="{10B1B1DA-5771-F54C-806E-F08799DB74DF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51" name="Graphic 23">
              <a:extLst>
                <a:ext uri="{FF2B5EF4-FFF2-40B4-BE49-F238E27FC236}">
                  <a16:creationId xmlns:a16="http://schemas.microsoft.com/office/drawing/2014/main" id="{DE1A3398-F841-6842-9B93-D85E37BF6292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52" name="Vrije vorm 151">
                <a:extLst>
                  <a:ext uri="{FF2B5EF4-FFF2-40B4-BE49-F238E27FC236}">
                    <a16:creationId xmlns:a16="http://schemas.microsoft.com/office/drawing/2014/main" id="{23B7278A-4C7F-1C4F-867A-62CD3673A412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3" name="Vrije vorm 152">
                <a:extLst>
                  <a:ext uri="{FF2B5EF4-FFF2-40B4-BE49-F238E27FC236}">
                    <a16:creationId xmlns:a16="http://schemas.microsoft.com/office/drawing/2014/main" id="{843F32EB-4A29-6449-A26E-10F5748438FF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4" name="Vrije vorm 153">
                <a:extLst>
                  <a:ext uri="{FF2B5EF4-FFF2-40B4-BE49-F238E27FC236}">
                    <a16:creationId xmlns:a16="http://schemas.microsoft.com/office/drawing/2014/main" id="{2170F3C5-404E-4A44-BBD4-1E2D20575D5D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5" name="Vrije vorm 154">
                <a:extLst>
                  <a:ext uri="{FF2B5EF4-FFF2-40B4-BE49-F238E27FC236}">
                    <a16:creationId xmlns:a16="http://schemas.microsoft.com/office/drawing/2014/main" id="{E6C13492-77E9-184B-AEDF-A0094CD5EA76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" name="Vrije vorm 155">
                <a:extLst>
                  <a:ext uri="{FF2B5EF4-FFF2-40B4-BE49-F238E27FC236}">
                    <a16:creationId xmlns:a16="http://schemas.microsoft.com/office/drawing/2014/main" id="{4F6B9898-6891-C540-9AD7-11E8CCDC9A2A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7" name="Vrije vorm 156">
                <a:extLst>
                  <a:ext uri="{FF2B5EF4-FFF2-40B4-BE49-F238E27FC236}">
                    <a16:creationId xmlns:a16="http://schemas.microsoft.com/office/drawing/2014/main" id="{4A42CABA-2658-1C48-8FA7-5781B1B26D9A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" name="Vrije vorm 157">
                <a:extLst>
                  <a:ext uri="{FF2B5EF4-FFF2-40B4-BE49-F238E27FC236}">
                    <a16:creationId xmlns:a16="http://schemas.microsoft.com/office/drawing/2014/main" id="{2587FE11-076F-AE43-936E-68C59676DD81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" name="Vrije vorm 158">
                <a:extLst>
                  <a:ext uri="{FF2B5EF4-FFF2-40B4-BE49-F238E27FC236}">
                    <a16:creationId xmlns:a16="http://schemas.microsoft.com/office/drawing/2014/main" id="{4DED2057-3508-5042-AD71-425A71892103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" name="Vrije vorm 159">
                <a:extLst>
                  <a:ext uri="{FF2B5EF4-FFF2-40B4-BE49-F238E27FC236}">
                    <a16:creationId xmlns:a16="http://schemas.microsoft.com/office/drawing/2014/main" id="{C15701BF-68B9-3140-AA96-ED6F9CFAC319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" name="Vrije vorm 160">
                <a:extLst>
                  <a:ext uri="{FF2B5EF4-FFF2-40B4-BE49-F238E27FC236}">
                    <a16:creationId xmlns:a16="http://schemas.microsoft.com/office/drawing/2014/main" id="{1F0E64DA-3EC7-0343-BB85-F33759164E71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" name="Vrije vorm 161">
                <a:extLst>
                  <a:ext uri="{FF2B5EF4-FFF2-40B4-BE49-F238E27FC236}">
                    <a16:creationId xmlns:a16="http://schemas.microsoft.com/office/drawing/2014/main" id="{0FBB2EC8-AE08-1742-9463-1375EFEC6B87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" name="Vrije vorm 162">
                <a:extLst>
                  <a:ext uri="{FF2B5EF4-FFF2-40B4-BE49-F238E27FC236}">
                    <a16:creationId xmlns:a16="http://schemas.microsoft.com/office/drawing/2014/main" id="{7515EAA1-7691-F944-ACFB-1135E724D583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" name="Vrije vorm 163">
                <a:extLst>
                  <a:ext uri="{FF2B5EF4-FFF2-40B4-BE49-F238E27FC236}">
                    <a16:creationId xmlns:a16="http://schemas.microsoft.com/office/drawing/2014/main" id="{48D5CEEC-7F01-044E-A343-E0E59E9DF968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" name="Vrije vorm 164">
                <a:extLst>
                  <a:ext uri="{FF2B5EF4-FFF2-40B4-BE49-F238E27FC236}">
                    <a16:creationId xmlns:a16="http://schemas.microsoft.com/office/drawing/2014/main" id="{9DF6B84E-E89F-E944-AAE2-12DE1EE0DC36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61" name="Groep 60">
            <a:extLst>
              <a:ext uri="{FF2B5EF4-FFF2-40B4-BE49-F238E27FC236}">
                <a16:creationId xmlns:a16="http://schemas.microsoft.com/office/drawing/2014/main" id="{726769E7-48FD-BF48-AD9E-9B5A9883FE94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62" name="Rechthoek 61">
              <a:extLst>
                <a:ext uri="{FF2B5EF4-FFF2-40B4-BE49-F238E27FC236}">
                  <a16:creationId xmlns:a16="http://schemas.microsoft.com/office/drawing/2014/main" id="{F5522CF7-F6A2-ED40-B2DD-DD8F1887963E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63" name="Rechthoek 62">
              <a:extLst>
                <a:ext uri="{FF2B5EF4-FFF2-40B4-BE49-F238E27FC236}">
                  <a16:creationId xmlns:a16="http://schemas.microsoft.com/office/drawing/2014/main" id="{9798DCFF-DA88-A549-8EF3-E90E0C3A8ED9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64" name="Rechthoek 63">
              <a:extLst>
                <a:ext uri="{FF2B5EF4-FFF2-40B4-BE49-F238E27FC236}">
                  <a16:creationId xmlns:a16="http://schemas.microsoft.com/office/drawing/2014/main" id="{FA5A7C75-3665-ED4E-ADEA-1116F26B9BA6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Rechthoek 64">
              <a:extLst>
                <a:ext uri="{FF2B5EF4-FFF2-40B4-BE49-F238E27FC236}">
                  <a16:creationId xmlns:a16="http://schemas.microsoft.com/office/drawing/2014/main" id="{40438CFD-BB23-FB43-851C-7C010501E28B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6" name="Groep 65">
              <a:extLst>
                <a:ext uri="{FF2B5EF4-FFF2-40B4-BE49-F238E27FC236}">
                  <a16:creationId xmlns:a16="http://schemas.microsoft.com/office/drawing/2014/main" id="{2467F47E-765B-6948-A5CD-00AE09843F64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79" name="Rechthoek: afgeronde hoeken 61">
                <a:extLst>
                  <a:ext uri="{FF2B5EF4-FFF2-40B4-BE49-F238E27FC236}">
                    <a16:creationId xmlns:a16="http://schemas.microsoft.com/office/drawing/2014/main" id="{09AC5DF8-78D3-394B-AB28-9E68A9933DCB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0" name="Rechthoek 79">
                <a:extLst>
                  <a:ext uri="{FF2B5EF4-FFF2-40B4-BE49-F238E27FC236}">
                    <a16:creationId xmlns:a16="http://schemas.microsoft.com/office/drawing/2014/main" id="{A6FBE8FC-1F71-9140-B125-E7224C270CF6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1" name="Rechthoek 80">
                <a:extLst>
                  <a:ext uri="{FF2B5EF4-FFF2-40B4-BE49-F238E27FC236}">
                    <a16:creationId xmlns:a16="http://schemas.microsoft.com/office/drawing/2014/main" id="{58706A3A-5B62-9A4A-A4C8-D7D84CDAC024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2" name="Rechthoek 81">
                <a:extLst>
                  <a:ext uri="{FF2B5EF4-FFF2-40B4-BE49-F238E27FC236}">
                    <a16:creationId xmlns:a16="http://schemas.microsoft.com/office/drawing/2014/main" id="{5168A9C6-6FBB-BD42-999F-FFC892AA83C8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3" name="Rechthoek 82">
                <a:extLst>
                  <a:ext uri="{FF2B5EF4-FFF2-40B4-BE49-F238E27FC236}">
                    <a16:creationId xmlns:a16="http://schemas.microsoft.com/office/drawing/2014/main" id="{7C6E1AB8-3D31-5047-90F5-00D6F968B36E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4" name="Rechthoek 83">
                <a:extLst>
                  <a:ext uri="{FF2B5EF4-FFF2-40B4-BE49-F238E27FC236}">
                    <a16:creationId xmlns:a16="http://schemas.microsoft.com/office/drawing/2014/main" id="{92AD1D8C-0148-4048-AE44-097267E25CD7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67" name="Groep 66">
              <a:extLst>
                <a:ext uri="{FF2B5EF4-FFF2-40B4-BE49-F238E27FC236}">
                  <a16:creationId xmlns:a16="http://schemas.microsoft.com/office/drawing/2014/main" id="{CAEE924F-8713-1B42-8C0A-2A1DFAAF14FF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71" name="Groep 70">
                <a:extLst>
                  <a:ext uri="{FF2B5EF4-FFF2-40B4-BE49-F238E27FC236}">
                    <a16:creationId xmlns:a16="http://schemas.microsoft.com/office/drawing/2014/main" id="{38411EB9-832E-5947-9853-55696534DACC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73" name="Rechthoek: afgeronde hoeken 55">
                  <a:extLst>
                    <a:ext uri="{FF2B5EF4-FFF2-40B4-BE49-F238E27FC236}">
                      <a16:creationId xmlns:a16="http://schemas.microsoft.com/office/drawing/2014/main" id="{DDBE9AC4-E125-BA44-A631-E5FAD84C5B0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4" name="Rechthoek 73">
                  <a:extLst>
                    <a:ext uri="{FF2B5EF4-FFF2-40B4-BE49-F238E27FC236}">
                      <a16:creationId xmlns:a16="http://schemas.microsoft.com/office/drawing/2014/main" id="{0A1F022E-12CE-8847-B5EC-73293AB5C61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5" name="Rechthoek 74">
                  <a:extLst>
                    <a:ext uri="{FF2B5EF4-FFF2-40B4-BE49-F238E27FC236}">
                      <a16:creationId xmlns:a16="http://schemas.microsoft.com/office/drawing/2014/main" id="{B2DA160B-E7DB-6B49-8B8A-32CE7933394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9FFA4872-0660-2845-B28E-21DC8042D5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AD93891D-DCE0-784B-BF4F-0BBE424C5959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DDB40AEA-65D0-644D-ADB7-FF694E8DB30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72" name="Boog 71">
                <a:extLst>
                  <a:ext uri="{FF2B5EF4-FFF2-40B4-BE49-F238E27FC236}">
                    <a16:creationId xmlns:a16="http://schemas.microsoft.com/office/drawing/2014/main" id="{ACEAA274-3EF1-5E4C-8D8C-BFCAEA795FBC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8" name="Tekstvak 67">
              <a:extLst>
                <a:ext uri="{FF2B5EF4-FFF2-40B4-BE49-F238E27FC236}">
                  <a16:creationId xmlns:a16="http://schemas.microsoft.com/office/drawing/2014/main" id="{79BA0F09-EDBE-9D46-8BA6-81583F985E2E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9" name="Tekstvak 68">
              <a:extLst>
                <a:ext uri="{FF2B5EF4-FFF2-40B4-BE49-F238E27FC236}">
                  <a16:creationId xmlns:a16="http://schemas.microsoft.com/office/drawing/2014/main" id="{12ABBCEA-78EA-734D-86FD-48D516E7F03F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70" name="Vrije vorm: vorm 52">
              <a:extLst>
                <a:ext uri="{FF2B5EF4-FFF2-40B4-BE49-F238E27FC236}">
                  <a16:creationId xmlns:a16="http://schemas.microsoft.com/office/drawing/2014/main" id="{7D108C4F-38E2-6C4B-901D-012CD0E791AC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5" name="Groep 84">
            <a:extLst>
              <a:ext uri="{FF2B5EF4-FFF2-40B4-BE49-F238E27FC236}">
                <a16:creationId xmlns:a16="http://schemas.microsoft.com/office/drawing/2014/main" id="{FB1A86A5-C622-CC4D-80FB-DA1DF44CDF11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22FEC6F7-22AD-2F48-ABBE-C66678928E53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6F89E3FA-F411-4847-9BF8-C74B4B53DD68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23119F16-690C-A047-87B1-8DFBB8853E78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89" name="Groep 88">
              <a:extLst>
                <a:ext uri="{FF2B5EF4-FFF2-40B4-BE49-F238E27FC236}">
                  <a16:creationId xmlns:a16="http://schemas.microsoft.com/office/drawing/2014/main" id="{6624F5B3-25EF-7A4D-AB08-4CEB27F57274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140" name="Rechthoek 139">
                <a:extLst>
                  <a:ext uri="{FF2B5EF4-FFF2-40B4-BE49-F238E27FC236}">
                    <a16:creationId xmlns:a16="http://schemas.microsoft.com/office/drawing/2014/main" id="{CB19084D-0E95-B44B-8AE1-1EE4DAE1731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66" name="Ovaal 165">
                <a:extLst>
                  <a:ext uri="{FF2B5EF4-FFF2-40B4-BE49-F238E27FC236}">
                    <a16:creationId xmlns:a16="http://schemas.microsoft.com/office/drawing/2014/main" id="{DD6BB949-E23D-8244-A556-9A760AF2B8E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67" name="Vrije vorm: vorm 101">
                <a:extLst>
                  <a:ext uri="{FF2B5EF4-FFF2-40B4-BE49-F238E27FC236}">
                    <a16:creationId xmlns:a16="http://schemas.microsoft.com/office/drawing/2014/main" id="{348A524D-6203-5442-922B-1E48A4911DD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68" name="Rechthoek: afgeronde hoeken 102">
                <a:extLst>
                  <a:ext uri="{FF2B5EF4-FFF2-40B4-BE49-F238E27FC236}">
                    <a16:creationId xmlns:a16="http://schemas.microsoft.com/office/drawing/2014/main" id="{CB163347-5B33-274B-AEAA-01A5CDAC818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69" name="Rechte verbindingslijn 168">
                <a:extLst>
                  <a:ext uri="{FF2B5EF4-FFF2-40B4-BE49-F238E27FC236}">
                    <a16:creationId xmlns:a16="http://schemas.microsoft.com/office/drawing/2014/main" id="{35AED8D3-4CB3-2042-A491-D290BB5367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Rechte verbindingslijn 169">
                <a:extLst>
                  <a:ext uri="{FF2B5EF4-FFF2-40B4-BE49-F238E27FC236}">
                    <a16:creationId xmlns:a16="http://schemas.microsoft.com/office/drawing/2014/main" id="{9E9DA90D-EBAC-EC48-8570-B019879A2B0F}"/>
                  </a:ext>
                </a:extLst>
              </p:cNvPr>
              <p:cNvCxnSpPr>
                <a:cxnSpLocks/>
                <a:stCxn id="1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570AF04D-12D1-8A4E-A11C-88FE6A646943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1F0D3788-13F7-EC48-AF2B-EF83CE981B27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92" name="Groep 91">
              <a:extLst>
                <a:ext uri="{FF2B5EF4-FFF2-40B4-BE49-F238E27FC236}">
                  <a16:creationId xmlns:a16="http://schemas.microsoft.com/office/drawing/2014/main" id="{42E001FE-03E9-F04F-8BD3-7DCC637C5E52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137" name="Rechthoek 136">
                <a:extLst>
                  <a:ext uri="{FF2B5EF4-FFF2-40B4-BE49-F238E27FC236}">
                    <a16:creationId xmlns:a16="http://schemas.microsoft.com/office/drawing/2014/main" id="{4E0C857C-D549-0D40-9DD8-A5E10A2CE04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138" name="Rechte verbindingslijn 137">
                <a:extLst>
                  <a:ext uri="{FF2B5EF4-FFF2-40B4-BE49-F238E27FC236}">
                    <a16:creationId xmlns:a16="http://schemas.microsoft.com/office/drawing/2014/main" id="{F39D0F95-8EC2-2048-A232-DCCF316A5C8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9" name="Gelijkbenige driehoek 98">
                <a:extLst>
                  <a:ext uri="{FF2B5EF4-FFF2-40B4-BE49-F238E27FC236}">
                    <a16:creationId xmlns:a16="http://schemas.microsoft.com/office/drawing/2014/main" id="{5DBEFFE8-3D39-A740-88D8-5493E5A2FB7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93" name="Ovaal 92">
              <a:extLst>
                <a:ext uri="{FF2B5EF4-FFF2-40B4-BE49-F238E27FC236}">
                  <a16:creationId xmlns:a16="http://schemas.microsoft.com/office/drawing/2014/main" id="{F9167C8C-688C-EE4E-8520-A64542517A97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4" name="Rechthoek 93">
              <a:extLst>
                <a:ext uri="{FF2B5EF4-FFF2-40B4-BE49-F238E27FC236}">
                  <a16:creationId xmlns:a16="http://schemas.microsoft.com/office/drawing/2014/main" id="{16FE8F2F-94DD-8142-A239-BA0E5C541206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5" name="Ovaal 94">
              <a:extLst>
                <a:ext uri="{FF2B5EF4-FFF2-40B4-BE49-F238E27FC236}">
                  <a16:creationId xmlns:a16="http://schemas.microsoft.com/office/drawing/2014/main" id="{227B088C-33A9-8248-ACE5-438124ED0E64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96" name="Rechthoek 95">
              <a:extLst>
                <a:ext uri="{FF2B5EF4-FFF2-40B4-BE49-F238E27FC236}">
                  <a16:creationId xmlns:a16="http://schemas.microsoft.com/office/drawing/2014/main" id="{E715D084-245E-F64A-9D13-08A38A8CCB49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0F83A8B8-CF8F-8942-9046-5329F075D52E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121" name="Groep 120">
                <a:extLst>
                  <a:ext uri="{FF2B5EF4-FFF2-40B4-BE49-F238E27FC236}">
                    <a16:creationId xmlns:a16="http://schemas.microsoft.com/office/drawing/2014/main" id="{B4BE7FE8-88D6-1F40-8C61-57D5995741A4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4" name="Groep 123">
                  <a:extLst>
                    <a:ext uri="{FF2B5EF4-FFF2-40B4-BE49-F238E27FC236}">
                      <a16:creationId xmlns:a16="http://schemas.microsoft.com/office/drawing/2014/main" id="{84D8B866-E994-624D-A566-47306E09D5F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31" name="Groep 130">
                    <a:extLst>
                      <a:ext uri="{FF2B5EF4-FFF2-40B4-BE49-F238E27FC236}">
                        <a16:creationId xmlns:a16="http://schemas.microsoft.com/office/drawing/2014/main" id="{33807A17-0E9B-1146-829F-12A55C5608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4" name="Rechthoek 133">
                      <a:extLst>
                        <a:ext uri="{FF2B5EF4-FFF2-40B4-BE49-F238E27FC236}">
                          <a16:creationId xmlns:a16="http://schemas.microsoft.com/office/drawing/2014/main" id="{E33C62CB-F69B-A943-969B-E499DC9AAED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5" name="Rechthoek 134">
                      <a:extLst>
                        <a:ext uri="{FF2B5EF4-FFF2-40B4-BE49-F238E27FC236}">
                          <a16:creationId xmlns:a16="http://schemas.microsoft.com/office/drawing/2014/main" id="{F5E83A60-6410-A240-BF5B-583BF6FD11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6" name="Ovaal 135">
                      <a:extLst>
                        <a:ext uri="{FF2B5EF4-FFF2-40B4-BE49-F238E27FC236}">
                          <a16:creationId xmlns:a16="http://schemas.microsoft.com/office/drawing/2014/main" id="{67BF7487-F5A6-2445-B1C5-37F98DC3D3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32" name="Afbeelding 131">
                    <a:extLst>
                      <a:ext uri="{FF2B5EF4-FFF2-40B4-BE49-F238E27FC236}">
                        <a16:creationId xmlns:a16="http://schemas.microsoft.com/office/drawing/2014/main" id="{639306FD-328F-7848-A8E7-A9AA83BD89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33" name="Afbeelding 132">
                    <a:extLst>
                      <a:ext uri="{FF2B5EF4-FFF2-40B4-BE49-F238E27FC236}">
                        <a16:creationId xmlns:a16="http://schemas.microsoft.com/office/drawing/2014/main" id="{8DD11CF8-1838-F14A-99D9-19A6FA70902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5" name="Groep 124">
                  <a:extLst>
                    <a:ext uri="{FF2B5EF4-FFF2-40B4-BE49-F238E27FC236}">
                      <a16:creationId xmlns:a16="http://schemas.microsoft.com/office/drawing/2014/main" id="{510C98F8-0409-E441-B820-B2FA815B5BEF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9" name="Rechthoek 128">
                    <a:extLst>
                      <a:ext uri="{FF2B5EF4-FFF2-40B4-BE49-F238E27FC236}">
                        <a16:creationId xmlns:a16="http://schemas.microsoft.com/office/drawing/2014/main" id="{43766FF6-34E9-964A-81E7-6E527B75A0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30" name="Rechthoek 129">
                    <a:extLst>
                      <a:ext uri="{FF2B5EF4-FFF2-40B4-BE49-F238E27FC236}">
                        <a16:creationId xmlns:a16="http://schemas.microsoft.com/office/drawing/2014/main" id="{450AD866-691D-7A44-8C3B-636A2AB8B2A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6" name="Groep 125">
                  <a:extLst>
                    <a:ext uri="{FF2B5EF4-FFF2-40B4-BE49-F238E27FC236}">
                      <a16:creationId xmlns:a16="http://schemas.microsoft.com/office/drawing/2014/main" id="{3D5F15DC-F58D-BE41-921E-2D446799E90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7" name="Rechthoek 126">
                    <a:extLst>
                      <a:ext uri="{FF2B5EF4-FFF2-40B4-BE49-F238E27FC236}">
                        <a16:creationId xmlns:a16="http://schemas.microsoft.com/office/drawing/2014/main" id="{D7030D68-3E40-1947-9822-710CF9B4EA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8" name="Rechthoek 127">
                    <a:extLst>
                      <a:ext uri="{FF2B5EF4-FFF2-40B4-BE49-F238E27FC236}">
                        <a16:creationId xmlns:a16="http://schemas.microsoft.com/office/drawing/2014/main" id="{18639913-A937-4A48-BB29-E97157A1002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22" name="Rechthoek 121">
                <a:extLst>
                  <a:ext uri="{FF2B5EF4-FFF2-40B4-BE49-F238E27FC236}">
                    <a16:creationId xmlns:a16="http://schemas.microsoft.com/office/drawing/2014/main" id="{3A67F336-5737-CB48-9663-24AAEEFFBA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123" name="Gelijkbenige driehoek 78">
                <a:extLst>
                  <a:ext uri="{FF2B5EF4-FFF2-40B4-BE49-F238E27FC236}">
                    <a16:creationId xmlns:a16="http://schemas.microsoft.com/office/drawing/2014/main" id="{0027A08E-51CE-504C-A0DB-FDEEA281137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98" name="Rechthoek 97">
              <a:extLst>
                <a:ext uri="{FF2B5EF4-FFF2-40B4-BE49-F238E27FC236}">
                  <a16:creationId xmlns:a16="http://schemas.microsoft.com/office/drawing/2014/main" id="{DDE5F75B-1E1D-5941-ADDF-EDDB9D46D44C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99" name="Groep 98">
              <a:extLst>
                <a:ext uri="{FF2B5EF4-FFF2-40B4-BE49-F238E27FC236}">
                  <a16:creationId xmlns:a16="http://schemas.microsoft.com/office/drawing/2014/main" id="{5D5673AA-DC67-DD46-90D0-75CFB7DB4B1D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100" name="Rechthoek 99">
                <a:extLst>
                  <a:ext uri="{FF2B5EF4-FFF2-40B4-BE49-F238E27FC236}">
                    <a16:creationId xmlns:a16="http://schemas.microsoft.com/office/drawing/2014/main" id="{6CEC1A24-5F6F-E44F-ADE8-320643649B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1" name="Rechthoek 100">
                <a:extLst>
                  <a:ext uri="{FF2B5EF4-FFF2-40B4-BE49-F238E27FC236}">
                    <a16:creationId xmlns:a16="http://schemas.microsoft.com/office/drawing/2014/main" id="{8DABF63F-D787-C744-8A13-FE00C79F2B9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02" name="Groep 101">
                <a:extLst>
                  <a:ext uri="{FF2B5EF4-FFF2-40B4-BE49-F238E27FC236}">
                    <a16:creationId xmlns:a16="http://schemas.microsoft.com/office/drawing/2014/main" id="{31E1F0BC-7F00-5345-8ACE-EC3F716D671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15" name="Rechthoek: afgeronde hoeken 61">
                  <a:extLst>
                    <a:ext uri="{FF2B5EF4-FFF2-40B4-BE49-F238E27FC236}">
                      <a16:creationId xmlns:a16="http://schemas.microsoft.com/office/drawing/2014/main" id="{B2BDF70D-9A00-FA4B-A931-A51C281D72EF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6" name="Rechthoek 115">
                  <a:extLst>
                    <a:ext uri="{FF2B5EF4-FFF2-40B4-BE49-F238E27FC236}">
                      <a16:creationId xmlns:a16="http://schemas.microsoft.com/office/drawing/2014/main" id="{34029FD0-3C07-AD45-AD05-C989D36621DE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7" name="Rechthoek 116">
                  <a:extLst>
                    <a:ext uri="{FF2B5EF4-FFF2-40B4-BE49-F238E27FC236}">
                      <a16:creationId xmlns:a16="http://schemas.microsoft.com/office/drawing/2014/main" id="{D5CDB35C-AFC8-FF4D-9600-9C16402CE03C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8" name="Rechthoek 117">
                  <a:extLst>
                    <a:ext uri="{FF2B5EF4-FFF2-40B4-BE49-F238E27FC236}">
                      <a16:creationId xmlns:a16="http://schemas.microsoft.com/office/drawing/2014/main" id="{E733A468-2E6F-B84D-9F8D-5AE4AE01BD3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9" name="Rechthoek 118">
                  <a:extLst>
                    <a:ext uri="{FF2B5EF4-FFF2-40B4-BE49-F238E27FC236}">
                      <a16:creationId xmlns:a16="http://schemas.microsoft.com/office/drawing/2014/main" id="{04606FA4-7E1E-A345-9229-EFF9E985AC2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20" name="Rechthoek 119">
                  <a:extLst>
                    <a:ext uri="{FF2B5EF4-FFF2-40B4-BE49-F238E27FC236}">
                      <a16:creationId xmlns:a16="http://schemas.microsoft.com/office/drawing/2014/main" id="{23BC0CCB-9C7F-6640-9F0E-CD97BF60784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103" name="Groep 102">
                <a:extLst>
                  <a:ext uri="{FF2B5EF4-FFF2-40B4-BE49-F238E27FC236}">
                    <a16:creationId xmlns:a16="http://schemas.microsoft.com/office/drawing/2014/main" id="{EA2980ED-115D-DB4A-A767-C86F58657E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07" name="Groep 106">
                  <a:extLst>
                    <a:ext uri="{FF2B5EF4-FFF2-40B4-BE49-F238E27FC236}">
                      <a16:creationId xmlns:a16="http://schemas.microsoft.com/office/drawing/2014/main" id="{71CD92B5-1ABC-5046-8E0E-3FED5C95F23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09" name="Rechthoek: afgeronde hoeken 55">
                    <a:extLst>
                      <a:ext uri="{FF2B5EF4-FFF2-40B4-BE49-F238E27FC236}">
                        <a16:creationId xmlns:a16="http://schemas.microsoft.com/office/drawing/2014/main" id="{473D0746-55E0-184D-97D8-358B405795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5F64CB60-B3A5-7441-B762-978928EE3C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11" name="Rechthoek 110">
                    <a:extLst>
                      <a:ext uri="{FF2B5EF4-FFF2-40B4-BE49-F238E27FC236}">
                        <a16:creationId xmlns:a16="http://schemas.microsoft.com/office/drawing/2014/main" id="{CF177435-4043-6442-AEB8-419D2224FCB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12" name="Rechthoek 111">
                    <a:extLst>
                      <a:ext uri="{FF2B5EF4-FFF2-40B4-BE49-F238E27FC236}">
                        <a16:creationId xmlns:a16="http://schemas.microsoft.com/office/drawing/2014/main" id="{16C96358-05B1-2D4F-936B-F046882E585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13" name="Rechthoek 112">
                    <a:extLst>
                      <a:ext uri="{FF2B5EF4-FFF2-40B4-BE49-F238E27FC236}">
                        <a16:creationId xmlns:a16="http://schemas.microsoft.com/office/drawing/2014/main" id="{056D7185-67EA-3347-B738-5FEE20DD154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14" name="Rechthoek 113">
                    <a:extLst>
                      <a:ext uri="{FF2B5EF4-FFF2-40B4-BE49-F238E27FC236}">
                        <a16:creationId xmlns:a16="http://schemas.microsoft.com/office/drawing/2014/main" id="{F97713BC-E3E4-1940-B6B0-97F92DAFC3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108" name="Boog 107">
                  <a:extLst>
                    <a:ext uri="{FF2B5EF4-FFF2-40B4-BE49-F238E27FC236}">
                      <a16:creationId xmlns:a16="http://schemas.microsoft.com/office/drawing/2014/main" id="{FCE33844-6C71-B749-A31A-3B1F4BA6649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04" name="Tekstvak 103">
                <a:extLst>
                  <a:ext uri="{FF2B5EF4-FFF2-40B4-BE49-F238E27FC236}">
                    <a16:creationId xmlns:a16="http://schemas.microsoft.com/office/drawing/2014/main" id="{C65628AF-9D13-8243-AD66-79D37AF4C22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5" name="Tekstvak 104">
                <a:extLst>
                  <a:ext uri="{FF2B5EF4-FFF2-40B4-BE49-F238E27FC236}">
                    <a16:creationId xmlns:a16="http://schemas.microsoft.com/office/drawing/2014/main" id="{EA99D102-B391-4C4A-B6BE-ABFE9B7732A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6" name="Vrije vorm: vorm 52">
                <a:extLst>
                  <a:ext uri="{FF2B5EF4-FFF2-40B4-BE49-F238E27FC236}">
                    <a16:creationId xmlns:a16="http://schemas.microsoft.com/office/drawing/2014/main" id="{96325243-85F2-484F-99C9-B46AD998099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171" name="Afbeelding 170">
            <a:extLst>
              <a:ext uri="{FF2B5EF4-FFF2-40B4-BE49-F238E27FC236}">
                <a16:creationId xmlns:a16="http://schemas.microsoft.com/office/drawing/2014/main" id="{8F307D8B-B0DE-8B4E-94CF-3B296C1F2F8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72" name="Ovaal 171">
            <a:extLst>
              <a:ext uri="{FF2B5EF4-FFF2-40B4-BE49-F238E27FC236}">
                <a16:creationId xmlns:a16="http://schemas.microsoft.com/office/drawing/2014/main" id="{DEE7EF91-0871-D947-8F6C-FBFEA7BDC76C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173" name="Rechthoek 172">
            <a:extLst>
              <a:ext uri="{FF2B5EF4-FFF2-40B4-BE49-F238E27FC236}">
                <a16:creationId xmlns:a16="http://schemas.microsoft.com/office/drawing/2014/main" id="{177AA695-223E-C248-84C6-ABEC3FD8255F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74" name="Afbeelding 173">
            <a:extLst>
              <a:ext uri="{FF2B5EF4-FFF2-40B4-BE49-F238E27FC236}">
                <a16:creationId xmlns:a16="http://schemas.microsoft.com/office/drawing/2014/main" id="{B27ABC13-DB4E-134F-91EB-75207F1E67CA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476288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8E614B23-D3E0-A74C-9776-EAF0B9C63AF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" y="1085066"/>
            <a:ext cx="5690489" cy="5207779"/>
          </a:xfrm>
          <a:custGeom>
            <a:avLst/>
            <a:gdLst/>
            <a:ahLst/>
            <a:cxnLst/>
            <a:rect l="l" t="t" r="r" b="b"/>
            <a:pathLst>
              <a:path w="5690489" h="5207779">
                <a:moveTo>
                  <a:pt x="688214" y="1114206"/>
                </a:moveTo>
                <a:cubicBezTo>
                  <a:pt x="383175" y="1114206"/>
                  <a:pt x="230656" y="1624156"/>
                  <a:pt x="230656" y="2644057"/>
                </a:cubicBezTo>
                <a:cubicBezTo>
                  <a:pt x="230656" y="3144693"/>
                  <a:pt x="266166" y="3515513"/>
                  <a:pt x="337187" y="3756517"/>
                </a:cubicBezTo>
                <a:cubicBezTo>
                  <a:pt x="408207" y="3997521"/>
                  <a:pt x="520559" y="4118023"/>
                  <a:pt x="674243" y="4118023"/>
                </a:cubicBezTo>
                <a:cubicBezTo>
                  <a:pt x="979282" y="4118023"/>
                  <a:pt x="1131801" y="3603416"/>
                  <a:pt x="1131801" y="2574201"/>
                </a:cubicBezTo>
                <a:cubicBezTo>
                  <a:pt x="1131801" y="2075893"/>
                  <a:pt x="1096873" y="1707984"/>
                  <a:pt x="1027017" y="1470472"/>
                </a:cubicBezTo>
                <a:cubicBezTo>
                  <a:pt x="957161" y="1232962"/>
                  <a:pt x="844226" y="1114206"/>
                  <a:pt x="688214" y="1114206"/>
                </a:cubicBezTo>
                <a:close/>
                <a:moveTo>
                  <a:pt x="761563" y="27942"/>
                </a:moveTo>
                <a:cubicBezTo>
                  <a:pt x="1986375" y="27942"/>
                  <a:pt x="2598781" y="876695"/>
                  <a:pt x="2598781" y="2574201"/>
                </a:cubicBezTo>
                <a:cubicBezTo>
                  <a:pt x="2598781" y="3433432"/>
                  <a:pt x="2435201" y="4087170"/>
                  <a:pt x="2108041" y="4535413"/>
                </a:cubicBezTo>
                <a:cubicBezTo>
                  <a:pt x="1780881" y="4983658"/>
                  <a:pt x="1302948" y="5207779"/>
                  <a:pt x="674243" y="5207779"/>
                </a:cubicBezTo>
                <a:cubicBezTo>
                  <a:pt x="433239" y="5207779"/>
                  <a:pt x="215075" y="5178800"/>
                  <a:pt x="19750" y="5120841"/>
                </a:cubicBezTo>
                <a:lnTo>
                  <a:pt x="0" y="5113727"/>
                </a:lnTo>
                <a:lnTo>
                  <a:pt x="0" y="159067"/>
                </a:lnTo>
                <a:lnTo>
                  <a:pt x="95283" y="122739"/>
                </a:lnTo>
                <a:cubicBezTo>
                  <a:pt x="295846" y="59541"/>
                  <a:pt x="517940" y="27942"/>
                  <a:pt x="761563" y="27942"/>
                </a:cubicBezTo>
                <a:close/>
                <a:moveTo>
                  <a:pt x="4813794" y="0"/>
                </a:moveTo>
                <a:lnTo>
                  <a:pt x="5690489" y="0"/>
                </a:lnTo>
                <a:lnTo>
                  <a:pt x="5690489" y="5120459"/>
                </a:lnTo>
                <a:lnTo>
                  <a:pt x="4202552" y="5120459"/>
                </a:lnTo>
                <a:lnTo>
                  <a:pt x="4202552" y="1515879"/>
                </a:lnTo>
                <a:cubicBezTo>
                  <a:pt x="4039555" y="1611349"/>
                  <a:pt x="3870735" y="1684116"/>
                  <a:pt x="3696095" y="1734180"/>
                </a:cubicBezTo>
                <a:cubicBezTo>
                  <a:pt x="3521454" y="1784243"/>
                  <a:pt x="3323529" y="1820918"/>
                  <a:pt x="3102318" y="1844203"/>
                </a:cubicBezTo>
                <a:lnTo>
                  <a:pt x="3102318" y="726504"/>
                </a:lnTo>
                <a:cubicBezTo>
                  <a:pt x="3416670" y="672948"/>
                  <a:pt x="3709484" y="588538"/>
                  <a:pt x="3980759" y="473275"/>
                </a:cubicBezTo>
                <a:cubicBezTo>
                  <a:pt x="4252034" y="358013"/>
                  <a:pt x="4529713" y="200254"/>
                  <a:pt x="4813794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105" name="Groep 104">
            <a:extLst>
              <a:ext uri="{FF2B5EF4-FFF2-40B4-BE49-F238E27FC236}">
                <a16:creationId xmlns:a16="http://schemas.microsoft.com/office/drawing/2014/main" id="{51A698BB-A8E9-6D43-A787-024CA2440718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06" name="Vrije vorm 105">
              <a:extLst>
                <a:ext uri="{FF2B5EF4-FFF2-40B4-BE49-F238E27FC236}">
                  <a16:creationId xmlns:a16="http://schemas.microsoft.com/office/drawing/2014/main" id="{01D5013F-66CB-DF43-94F9-CA22E8AAE455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7" name="Vrije vorm 106">
              <a:extLst>
                <a:ext uri="{FF2B5EF4-FFF2-40B4-BE49-F238E27FC236}">
                  <a16:creationId xmlns:a16="http://schemas.microsoft.com/office/drawing/2014/main" id="{AEE2D7B5-4E54-874F-AE47-F94A0BC49E55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8" name="Vrije vorm 107">
              <a:extLst>
                <a:ext uri="{FF2B5EF4-FFF2-40B4-BE49-F238E27FC236}">
                  <a16:creationId xmlns:a16="http://schemas.microsoft.com/office/drawing/2014/main" id="{54482FBF-937A-5B41-A564-FBB71BF3FF87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9" name="Vrije vorm 108">
              <a:extLst>
                <a:ext uri="{FF2B5EF4-FFF2-40B4-BE49-F238E27FC236}">
                  <a16:creationId xmlns:a16="http://schemas.microsoft.com/office/drawing/2014/main" id="{C4E80119-2124-1D48-8E67-A6E55770A4D1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0" name="Vrije vorm 109">
              <a:extLst>
                <a:ext uri="{FF2B5EF4-FFF2-40B4-BE49-F238E27FC236}">
                  <a16:creationId xmlns:a16="http://schemas.microsoft.com/office/drawing/2014/main" id="{323B9639-8191-734A-9573-A78F4697FBBE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1" name="Vrije vorm 110">
              <a:extLst>
                <a:ext uri="{FF2B5EF4-FFF2-40B4-BE49-F238E27FC236}">
                  <a16:creationId xmlns:a16="http://schemas.microsoft.com/office/drawing/2014/main" id="{ABD3E247-24AA-2343-A47F-64EDBE7277F8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2" name="Vrije vorm 111">
              <a:extLst>
                <a:ext uri="{FF2B5EF4-FFF2-40B4-BE49-F238E27FC236}">
                  <a16:creationId xmlns:a16="http://schemas.microsoft.com/office/drawing/2014/main" id="{BB558462-82E6-5149-B871-310D0B653DF4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3" name="Vrije vorm 112">
              <a:extLst>
                <a:ext uri="{FF2B5EF4-FFF2-40B4-BE49-F238E27FC236}">
                  <a16:creationId xmlns:a16="http://schemas.microsoft.com/office/drawing/2014/main" id="{8847C880-FF76-2249-A749-1C7F59BF679F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4" name="Vrije vorm 113">
              <a:extLst>
                <a:ext uri="{FF2B5EF4-FFF2-40B4-BE49-F238E27FC236}">
                  <a16:creationId xmlns:a16="http://schemas.microsoft.com/office/drawing/2014/main" id="{8694ED9F-808E-5446-90EB-495AECDFA7A7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15" name="Graphic 23">
              <a:extLst>
                <a:ext uri="{FF2B5EF4-FFF2-40B4-BE49-F238E27FC236}">
                  <a16:creationId xmlns:a16="http://schemas.microsoft.com/office/drawing/2014/main" id="{5BF5A72E-2974-934F-B13D-6F2610165B2C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16" name="Vrije vorm 115">
                <a:extLst>
                  <a:ext uri="{FF2B5EF4-FFF2-40B4-BE49-F238E27FC236}">
                    <a16:creationId xmlns:a16="http://schemas.microsoft.com/office/drawing/2014/main" id="{EA334677-B644-CE4C-8369-B9F62E32935C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7" name="Vrije vorm 116">
                <a:extLst>
                  <a:ext uri="{FF2B5EF4-FFF2-40B4-BE49-F238E27FC236}">
                    <a16:creationId xmlns:a16="http://schemas.microsoft.com/office/drawing/2014/main" id="{75CE198E-7F16-E94A-ADEB-42D41B0E11B6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8" name="Vrije vorm 117">
                <a:extLst>
                  <a:ext uri="{FF2B5EF4-FFF2-40B4-BE49-F238E27FC236}">
                    <a16:creationId xmlns:a16="http://schemas.microsoft.com/office/drawing/2014/main" id="{150D947A-26F1-9E42-9753-DDF8412C5B8C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9" name="Vrije vorm 118">
                <a:extLst>
                  <a:ext uri="{FF2B5EF4-FFF2-40B4-BE49-F238E27FC236}">
                    <a16:creationId xmlns:a16="http://schemas.microsoft.com/office/drawing/2014/main" id="{168CF482-65CE-9342-95D9-F1CAEC2AA999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0" name="Vrije vorm 119">
                <a:extLst>
                  <a:ext uri="{FF2B5EF4-FFF2-40B4-BE49-F238E27FC236}">
                    <a16:creationId xmlns:a16="http://schemas.microsoft.com/office/drawing/2014/main" id="{5B6AE0D3-3AF3-1F45-B071-DC648A89325C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1" name="Vrije vorm 120">
                <a:extLst>
                  <a:ext uri="{FF2B5EF4-FFF2-40B4-BE49-F238E27FC236}">
                    <a16:creationId xmlns:a16="http://schemas.microsoft.com/office/drawing/2014/main" id="{1C155C89-7A63-FA4C-944C-6EA234179D8A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" name="Vrije vorm 121">
                <a:extLst>
                  <a:ext uri="{FF2B5EF4-FFF2-40B4-BE49-F238E27FC236}">
                    <a16:creationId xmlns:a16="http://schemas.microsoft.com/office/drawing/2014/main" id="{1F1BB59C-2F6E-9447-BBC5-91F9D3284DF7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" name="Vrije vorm 122">
                <a:extLst>
                  <a:ext uri="{FF2B5EF4-FFF2-40B4-BE49-F238E27FC236}">
                    <a16:creationId xmlns:a16="http://schemas.microsoft.com/office/drawing/2014/main" id="{C650BFE9-91B1-A642-8545-4AEF979F12EA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" name="Vrije vorm 123">
                <a:extLst>
                  <a:ext uri="{FF2B5EF4-FFF2-40B4-BE49-F238E27FC236}">
                    <a16:creationId xmlns:a16="http://schemas.microsoft.com/office/drawing/2014/main" id="{472A3544-44C2-0046-8B25-BC5497494A29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" name="Vrije vorm 124">
                <a:extLst>
                  <a:ext uri="{FF2B5EF4-FFF2-40B4-BE49-F238E27FC236}">
                    <a16:creationId xmlns:a16="http://schemas.microsoft.com/office/drawing/2014/main" id="{AB49F021-A876-7D4E-B250-73A362E62E57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6" name="Vrije vorm 125">
                <a:extLst>
                  <a:ext uri="{FF2B5EF4-FFF2-40B4-BE49-F238E27FC236}">
                    <a16:creationId xmlns:a16="http://schemas.microsoft.com/office/drawing/2014/main" id="{00BC9CE8-EF1F-4F40-BA90-69FBB215E9C2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7" name="Vrije vorm 126">
                <a:extLst>
                  <a:ext uri="{FF2B5EF4-FFF2-40B4-BE49-F238E27FC236}">
                    <a16:creationId xmlns:a16="http://schemas.microsoft.com/office/drawing/2014/main" id="{8DBA094C-9D55-F144-B3E6-F49978140C5A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" name="Vrije vorm 127">
                <a:extLst>
                  <a:ext uri="{FF2B5EF4-FFF2-40B4-BE49-F238E27FC236}">
                    <a16:creationId xmlns:a16="http://schemas.microsoft.com/office/drawing/2014/main" id="{93A8E591-FB30-EE4B-90FB-815B190CAC61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" name="Vrije vorm 128">
                <a:extLst>
                  <a:ext uri="{FF2B5EF4-FFF2-40B4-BE49-F238E27FC236}">
                    <a16:creationId xmlns:a16="http://schemas.microsoft.com/office/drawing/2014/main" id="{2D2BD72D-7A60-FA4C-9C57-1183028E0526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30" name="Groep 29">
            <a:extLst>
              <a:ext uri="{FF2B5EF4-FFF2-40B4-BE49-F238E27FC236}">
                <a16:creationId xmlns:a16="http://schemas.microsoft.com/office/drawing/2014/main" id="{4B68D676-D93A-E249-888C-C9650DCC1741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B164EAA0-2726-704C-86B6-A315841BE04B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F9095766-A912-9A47-80AD-1A60DDFB7734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295F2BEB-7E35-3F49-98D3-B8CA00C6B6C0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F76F6CC7-DF9C-3A40-8E1B-1AB7A848FADB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CAF15AB1-9225-4440-85A6-BCAC30FCA1A4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49" name="Rechthoek: afgeronde hoeken 61">
                <a:extLst>
                  <a:ext uri="{FF2B5EF4-FFF2-40B4-BE49-F238E27FC236}">
                    <a16:creationId xmlns:a16="http://schemas.microsoft.com/office/drawing/2014/main" id="{422FC770-6435-A54C-A8FB-181C6CB84429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AA89C1E0-E1E2-CA46-AB7C-F36A9DD8E2A3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08E0A2A8-59F0-8648-B1EE-B43B37E1A7A7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38BBEDDD-833E-D34A-85C7-8BF9F84C7D81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E78813FF-D2C8-B645-AB6C-2E9F30494ECA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3288CB49-A8DF-9C48-B053-E226C38013D6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B097519D-F4A3-C544-92E4-90ED5407A7F5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A2F3301D-A94C-DB4A-9E86-15ADEB46D334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3" name="Rechthoek: afgeronde hoeken 55">
                  <a:extLst>
                    <a:ext uri="{FF2B5EF4-FFF2-40B4-BE49-F238E27FC236}">
                      <a16:creationId xmlns:a16="http://schemas.microsoft.com/office/drawing/2014/main" id="{04612489-5CFD-3B43-9575-606E3BA206E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43">
                  <a:extLst>
                    <a:ext uri="{FF2B5EF4-FFF2-40B4-BE49-F238E27FC236}">
                      <a16:creationId xmlns:a16="http://schemas.microsoft.com/office/drawing/2014/main" id="{46E52957-D7F1-CE45-A8E6-D0F4A696721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44">
                  <a:extLst>
                    <a:ext uri="{FF2B5EF4-FFF2-40B4-BE49-F238E27FC236}">
                      <a16:creationId xmlns:a16="http://schemas.microsoft.com/office/drawing/2014/main" id="{DA366774-D3F1-FA4E-840F-FCEFBA11862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D2DE6A1F-4FA1-BB4D-981C-655D12D902F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66AC95C9-F5F9-2B42-B1A1-37092F423A4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1A8CB0AA-37D3-E346-AAAB-FB10397A04C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2" name="Boog 41">
                <a:extLst>
                  <a:ext uri="{FF2B5EF4-FFF2-40B4-BE49-F238E27FC236}">
                    <a16:creationId xmlns:a16="http://schemas.microsoft.com/office/drawing/2014/main" id="{E7A4698A-5D09-6149-9D6B-5811BDC94585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8" name="Tekstvak 37">
              <a:extLst>
                <a:ext uri="{FF2B5EF4-FFF2-40B4-BE49-F238E27FC236}">
                  <a16:creationId xmlns:a16="http://schemas.microsoft.com/office/drawing/2014/main" id="{501AC573-3F7C-134E-8B4E-7661FA760CEF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kstvak 38">
              <a:extLst>
                <a:ext uri="{FF2B5EF4-FFF2-40B4-BE49-F238E27FC236}">
                  <a16:creationId xmlns:a16="http://schemas.microsoft.com/office/drawing/2014/main" id="{9F5EFD89-CA5A-694C-9DF4-E74A6B14AC0F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40" name="Vrije vorm: vorm 52">
              <a:extLst>
                <a:ext uri="{FF2B5EF4-FFF2-40B4-BE49-F238E27FC236}">
                  <a16:creationId xmlns:a16="http://schemas.microsoft.com/office/drawing/2014/main" id="{5C7276D4-5305-7D45-9192-108C8C7D8B76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ep 54">
            <a:extLst>
              <a:ext uri="{FF2B5EF4-FFF2-40B4-BE49-F238E27FC236}">
                <a16:creationId xmlns:a16="http://schemas.microsoft.com/office/drawing/2014/main" id="{EB115315-98CD-F348-9581-C9ACD23CD269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56" name="Rechthoek 55">
              <a:extLst>
                <a:ext uri="{FF2B5EF4-FFF2-40B4-BE49-F238E27FC236}">
                  <a16:creationId xmlns:a16="http://schemas.microsoft.com/office/drawing/2014/main" id="{9039DB7B-5784-8A4E-A224-E3494D26947C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57" name="Ovaal 56">
              <a:extLst>
                <a:ext uri="{FF2B5EF4-FFF2-40B4-BE49-F238E27FC236}">
                  <a16:creationId xmlns:a16="http://schemas.microsoft.com/office/drawing/2014/main" id="{72B76507-73FC-D246-A0FC-8720D9360C36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8" name="Rechthoek 57">
              <a:extLst>
                <a:ext uri="{FF2B5EF4-FFF2-40B4-BE49-F238E27FC236}">
                  <a16:creationId xmlns:a16="http://schemas.microsoft.com/office/drawing/2014/main" id="{E19EA3CF-4BFC-D540-9600-F84B780069B0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9" name="Groep 58">
              <a:extLst>
                <a:ext uri="{FF2B5EF4-FFF2-40B4-BE49-F238E27FC236}">
                  <a16:creationId xmlns:a16="http://schemas.microsoft.com/office/drawing/2014/main" id="{F70511A2-39B0-C14C-81EE-6ACD9AFBE7C9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0BF8CEBB-33C9-6B45-A10E-B50E911C500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6" name="Ovaal 135">
                <a:extLst>
                  <a:ext uri="{FF2B5EF4-FFF2-40B4-BE49-F238E27FC236}">
                    <a16:creationId xmlns:a16="http://schemas.microsoft.com/office/drawing/2014/main" id="{618D7747-3FC9-F143-8279-3E9F08EEA56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Vrije vorm: vorm 101">
                <a:extLst>
                  <a:ext uri="{FF2B5EF4-FFF2-40B4-BE49-F238E27FC236}">
                    <a16:creationId xmlns:a16="http://schemas.microsoft.com/office/drawing/2014/main" id="{0855A4D8-6A60-F946-B94A-ED48105C289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Rechthoek: afgeronde hoeken 102">
                <a:extLst>
                  <a:ext uri="{FF2B5EF4-FFF2-40B4-BE49-F238E27FC236}">
                    <a16:creationId xmlns:a16="http://schemas.microsoft.com/office/drawing/2014/main" id="{F3E7A08A-31E5-244E-8C3C-1837FE28A77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39" name="Rechte verbindingslijn 138">
                <a:extLst>
                  <a:ext uri="{FF2B5EF4-FFF2-40B4-BE49-F238E27FC236}">
                    <a16:creationId xmlns:a16="http://schemas.microsoft.com/office/drawing/2014/main" id="{8A0D94F8-83BF-B046-ACB2-D10952180C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Rechte verbindingslijn 139">
                <a:extLst>
                  <a:ext uri="{FF2B5EF4-FFF2-40B4-BE49-F238E27FC236}">
                    <a16:creationId xmlns:a16="http://schemas.microsoft.com/office/drawing/2014/main" id="{33E134BB-9C51-B94A-92FD-29A54ECD1C34}"/>
                  </a:ext>
                </a:extLst>
              </p:cNvPr>
              <p:cNvCxnSpPr>
                <a:cxnSpLocks/>
                <a:stCxn id="13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60" name="Ovaal 59">
              <a:extLst>
                <a:ext uri="{FF2B5EF4-FFF2-40B4-BE49-F238E27FC236}">
                  <a16:creationId xmlns:a16="http://schemas.microsoft.com/office/drawing/2014/main" id="{5F01401D-AA57-5F49-A84C-05B98EA71FF5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61" name="Rechthoek 60">
              <a:extLst>
                <a:ext uri="{FF2B5EF4-FFF2-40B4-BE49-F238E27FC236}">
                  <a16:creationId xmlns:a16="http://schemas.microsoft.com/office/drawing/2014/main" id="{6208310F-C611-D544-8BFB-B4ED7F00B05D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ep 61">
              <a:extLst>
                <a:ext uri="{FF2B5EF4-FFF2-40B4-BE49-F238E27FC236}">
                  <a16:creationId xmlns:a16="http://schemas.microsoft.com/office/drawing/2014/main" id="{118B23BA-E6BF-C34D-8D9C-982C6BE199BE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132" name="Rechthoek 131">
                <a:extLst>
                  <a:ext uri="{FF2B5EF4-FFF2-40B4-BE49-F238E27FC236}">
                    <a16:creationId xmlns:a16="http://schemas.microsoft.com/office/drawing/2014/main" id="{0320D0B9-E041-F645-ADA0-8A58E16DFE9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133" name="Rechte verbindingslijn 132">
                <a:extLst>
                  <a:ext uri="{FF2B5EF4-FFF2-40B4-BE49-F238E27FC236}">
                    <a16:creationId xmlns:a16="http://schemas.microsoft.com/office/drawing/2014/main" id="{73A212E7-3202-E642-B662-DCD02682165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4" name="Gelijkbenige driehoek 98">
                <a:extLst>
                  <a:ext uri="{FF2B5EF4-FFF2-40B4-BE49-F238E27FC236}">
                    <a16:creationId xmlns:a16="http://schemas.microsoft.com/office/drawing/2014/main" id="{BD0268F5-EFA0-1B42-8196-48F9739EC7D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3" name="Ovaal 62">
              <a:extLst>
                <a:ext uri="{FF2B5EF4-FFF2-40B4-BE49-F238E27FC236}">
                  <a16:creationId xmlns:a16="http://schemas.microsoft.com/office/drawing/2014/main" id="{E1344235-56EA-A34B-A2AD-80AAD85F04FE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64" name="Rechthoek 63">
              <a:extLst>
                <a:ext uri="{FF2B5EF4-FFF2-40B4-BE49-F238E27FC236}">
                  <a16:creationId xmlns:a16="http://schemas.microsoft.com/office/drawing/2014/main" id="{C982B603-56B1-3E41-AC2F-789ECD05603F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Ovaal 64">
              <a:extLst>
                <a:ext uri="{FF2B5EF4-FFF2-40B4-BE49-F238E27FC236}">
                  <a16:creationId xmlns:a16="http://schemas.microsoft.com/office/drawing/2014/main" id="{8BA4F32F-EEE8-494E-81BD-F8D204518780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66" name="Rechthoek 65">
              <a:extLst>
                <a:ext uri="{FF2B5EF4-FFF2-40B4-BE49-F238E27FC236}">
                  <a16:creationId xmlns:a16="http://schemas.microsoft.com/office/drawing/2014/main" id="{7D33FE38-8E83-4249-BB29-B542CA643D04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7" name="Groep 66">
              <a:extLst>
                <a:ext uri="{FF2B5EF4-FFF2-40B4-BE49-F238E27FC236}">
                  <a16:creationId xmlns:a16="http://schemas.microsoft.com/office/drawing/2014/main" id="{102C9498-D4BE-0245-A075-403D271D7F06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91" name="Groep 90">
                <a:extLst>
                  <a:ext uri="{FF2B5EF4-FFF2-40B4-BE49-F238E27FC236}">
                    <a16:creationId xmlns:a16="http://schemas.microsoft.com/office/drawing/2014/main" id="{9BAAE3D9-2A91-8749-8544-49BE4047648C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94" name="Groep 93">
                  <a:extLst>
                    <a:ext uri="{FF2B5EF4-FFF2-40B4-BE49-F238E27FC236}">
                      <a16:creationId xmlns:a16="http://schemas.microsoft.com/office/drawing/2014/main" id="{9C44CCB9-026D-2F4E-BAD1-F0F7240F8BD1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01" name="Groep 100">
                    <a:extLst>
                      <a:ext uri="{FF2B5EF4-FFF2-40B4-BE49-F238E27FC236}">
                        <a16:creationId xmlns:a16="http://schemas.microsoft.com/office/drawing/2014/main" id="{4A8C5EA9-C29D-A941-835A-2542CC2CE3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04" name="Rechthoek 103">
                      <a:extLst>
                        <a:ext uri="{FF2B5EF4-FFF2-40B4-BE49-F238E27FC236}">
                          <a16:creationId xmlns:a16="http://schemas.microsoft.com/office/drawing/2014/main" id="{5D24F0D6-8DAA-DF4F-985B-F70326500C7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0" name="Rechthoek 129">
                      <a:extLst>
                        <a:ext uri="{FF2B5EF4-FFF2-40B4-BE49-F238E27FC236}">
                          <a16:creationId xmlns:a16="http://schemas.microsoft.com/office/drawing/2014/main" id="{CE20B64B-5717-C247-AD32-D801F90094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Ovaal 130">
                      <a:extLst>
                        <a:ext uri="{FF2B5EF4-FFF2-40B4-BE49-F238E27FC236}">
                          <a16:creationId xmlns:a16="http://schemas.microsoft.com/office/drawing/2014/main" id="{ADF9CE8D-5F43-F84D-8A72-03691F109AB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02" name="Afbeelding 101">
                    <a:extLst>
                      <a:ext uri="{FF2B5EF4-FFF2-40B4-BE49-F238E27FC236}">
                        <a16:creationId xmlns:a16="http://schemas.microsoft.com/office/drawing/2014/main" id="{592DDB74-B576-0446-A6AF-695E796AE3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3" name="Afbeelding 102">
                    <a:extLst>
                      <a:ext uri="{FF2B5EF4-FFF2-40B4-BE49-F238E27FC236}">
                        <a16:creationId xmlns:a16="http://schemas.microsoft.com/office/drawing/2014/main" id="{B395BC77-2A03-214D-9349-C6985D91E98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5" name="Groep 94">
                  <a:extLst>
                    <a:ext uri="{FF2B5EF4-FFF2-40B4-BE49-F238E27FC236}">
                      <a16:creationId xmlns:a16="http://schemas.microsoft.com/office/drawing/2014/main" id="{84581337-FC52-5740-BBD0-A107945773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9" name="Rechthoek 98">
                    <a:extLst>
                      <a:ext uri="{FF2B5EF4-FFF2-40B4-BE49-F238E27FC236}">
                        <a16:creationId xmlns:a16="http://schemas.microsoft.com/office/drawing/2014/main" id="{B57AFF8E-4A44-314B-A81A-C45F8F33A22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0" name="Rechthoek 99">
                    <a:extLst>
                      <a:ext uri="{FF2B5EF4-FFF2-40B4-BE49-F238E27FC236}">
                        <a16:creationId xmlns:a16="http://schemas.microsoft.com/office/drawing/2014/main" id="{87C03BCD-03E4-D847-AFF0-8A2091219A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6" name="Groep 95">
                  <a:extLst>
                    <a:ext uri="{FF2B5EF4-FFF2-40B4-BE49-F238E27FC236}">
                      <a16:creationId xmlns:a16="http://schemas.microsoft.com/office/drawing/2014/main" id="{DA8026DC-773A-2244-85C4-76B0F8577B5E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7" name="Rechthoek 96">
                    <a:extLst>
                      <a:ext uri="{FF2B5EF4-FFF2-40B4-BE49-F238E27FC236}">
                        <a16:creationId xmlns:a16="http://schemas.microsoft.com/office/drawing/2014/main" id="{8D9CA0E1-3EBE-AA40-AE4C-E4E695B23C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98" name="Rechthoek 97">
                    <a:extLst>
                      <a:ext uri="{FF2B5EF4-FFF2-40B4-BE49-F238E27FC236}">
                        <a16:creationId xmlns:a16="http://schemas.microsoft.com/office/drawing/2014/main" id="{C313CA5A-C4BB-1344-B292-930E7E6CB99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DAC95938-FD31-B44E-8633-C83C16A4E51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93" name="Gelijkbenige driehoek 78">
                <a:extLst>
                  <a:ext uri="{FF2B5EF4-FFF2-40B4-BE49-F238E27FC236}">
                    <a16:creationId xmlns:a16="http://schemas.microsoft.com/office/drawing/2014/main" id="{1DAB0C9E-E9DF-8F4E-870A-EAFF487F5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8" name="Rechthoek 67">
              <a:extLst>
                <a:ext uri="{FF2B5EF4-FFF2-40B4-BE49-F238E27FC236}">
                  <a16:creationId xmlns:a16="http://schemas.microsoft.com/office/drawing/2014/main" id="{E5B2443B-9609-974E-8AA6-1F4EE7E76811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ep 68">
              <a:extLst>
                <a:ext uri="{FF2B5EF4-FFF2-40B4-BE49-F238E27FC236}">
                  <a16:creationId xmlns:a16="http://schemas.microsoft.com/office/drawing/2014/main" id="{FC64B6B5-C15E-C74B-86D1-86AC30F9D7DD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F09F5CDA-52A5-7642-82C3-83E831955F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55FB82AD-5F0F-BF4A-AB44-66343B8C2FD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72" name="Groep 71">
                <a:extLst>
                  <a:ext uri="{FF2B5EF4-FFF2-40B4-BE49-F238E27FC236}">
                    <a16:creationId xmlns:a16="http://schemas.microsoft.com/office/drawing/2014/main" id="{A4941CC7-95F4-7249-A773-48CF0ED5785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5" name="Rechthoek: afgeronde hoeken 61">
                  <a:extLst>
                    <a:ext uri="{FF2B5EF4-FFF2-40B4-BE49-F238E27FC236}">
                      <a16:creationId xmlns:a16="http://schemas.microsoft.com/office/drawing/2014/main" id="{4CF66F0B-CB04-664B-8E66-37D36CC0457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D737D15A-BEAC-4A43-992F-5F0B8C15F91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hthoek 86">
                  <a:extLst>
                    <a:ext uri="{FF2B5EF4-FFF2-40B4-BE49-F238E27FC236}">
                      <a16:creationId xmlns:a16="http://schemas.microsoft.com/office/drawing/2014/main" id="{373E7B03-A2EA-8846-A097-EDCC21CDEBD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hthoek 87">
                  <a:extLst>
                    <a:ext uri="{FF2B5EF4-FFF2-40B4-BE49-F238E27FC236}">
                      <a16:creationId xmlns:a16="http://schemas.microsoft.com/office/drawing/2014/main" id="{618D0ABA-F861-F04F-8852-868A18AC0D2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hthoek 88">
                  <a:extLst>
                    <a:ext uri="{FF2B5EF4-FFF2-40B4-BE49-F238E27FC236}">
                      <a16:creationId xmlns:a16="http://schemas.microsoft.com/office/drawing/2014/main" id="{4CA20451-EE8B-FA49-A143-F5857768AA3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Rechthoek 89">
                  <a:extLst>
                    <a:ext uri="{FF2B5EF4-FFF2-40B4-BE49-F238E27FC236}">
                      <a16:creationId xmlns:a16="http://schemas.microsoft.com/office/drawing/2014/main" id="{2652877D-8C20-4E41-8B99-59EF563BF6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CA4CA8F8-B8B9-3144-AD29-D83B76C97E45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A8C3D2F1-0DB8-CD4D-B1B4-F654D4E25DA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9" name="Rechthoek: afgeronde hoeken 55">
                    <a:extLst>
                      <a:ext uri="{FF2B5EF4-FFF2-40B4-BE49-F238E27FC236}">
                        <a16:creationId xmlns:a16="http://schemas.microsoft.com/office/drawing/2014/main" id="{5936EA03-D27A-CF4C-8C33-6C529E4D13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3627D8C4-6686-6842-A0BA-C106A33394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1" name="Rechthoek 80">
                    <a:extLst>
                      <a:ext uri="{FF2B5EF4-FFF2-40B4-BE49-F238E27FC236}">
                        <a16:creationId xmlns:a16="http://schemas.microsoft.com/office/drawing/2014/main" id="{DEC754DC-FBCE-5446-B641-83CF44BCF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2" name="Rechthoek 81">
                    <a:extLst>
                      <a:ext uri="{FF2B5EF4-FFF2-40B4-BE49-F238E27FC236}">
                        <a16:creationId xmlns:a16="http://schemas.microsoft.com/office/drawing/2014/main" id="{993BC2D6-960E-3640-B853-BFA69FFA72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3" name="Rechthoek 82">
                    <a:extLst>
                      <a:ext uri="{FF2B5EF4-FFF2-40B4-BE49-F238E27FC236}">
                        <a16:creationId xmlns:a16="http://schemas.microsoft.com/office/drawing/2014/main" id="{CA9473E2-4569-424E-A0E1-1EAA77A5B51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4" name="Rechthoek 83">
                    <a:extLst>
                      <a:ext uri="{FF2B5EF4-FFF2-40B4-BE49-F238E27FC236}">
                        <a16:creationId xmlns:a16="http://schemas.microsoft.com/office/drawing/2014/main" id="{5E3337FA-7031-1345-B289-818C524BCB2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78" name="Boog 77">
                  <a:extLst>
                    <a:ext uri="{FF2B5EF4-FFF2-40B4-BE49-F238E27FC236}">
                      <a16:creationId xmlns:a16="http://schemas.microsoft.com/office/drawing/2014/main" id="{1B4A5FB7-FE45-554D-9EDD-A5FDE939FCA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74" name="Tekstvak 73">
                <a:extLst>
                  <a:ext uri="{FF2B5EF4-FFF2-40B4-BE49-F238E27FC236}">
                    <a16:creationId xmlns:a16="http://schemas.microsoft.com/office/drawing/2014/main" id="{0FC3D508-E580-9B48-89D8-1686BCE162D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Tekstvak 74">
                <a:extLst>
                  <a:ext uri="{FF2B5EF4-FFF2-40B4-BE49-F238E27FC236}">
                    <a16:creationId xmlns:a16="http://schemas.microsoft.com/office/drawing/2014/main" id="{598F6EF7-2F24-7F43-9504-96E7577A082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Vrije vorm: vorm 52">
                <a:extLst>
                  <a:ext uri="{FF2B5EF4-FFF2-40B4-BE49-F238E27FC236}">
                    <a16:creationId xmlns:a16="http://schemas.microsoft.com/office/drawing/2014/main" id="{434629C5-63ED-C448-A9C2-17C2DBD001F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141" name="Afbeelding 140">
            <a:extLst>
              <a:ext uri="{FF2B5EF4-FFF2-40B4-BE49-F238E27FC236}">
                <a16:creationId xmlns:a16="http://schemas.microsoft.com/office/drawing/2014/main" id="{BF7F26D9-2428-BF43-BE49-81C4CD47BD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42" name="Ovaal 141">
            <a:extLst>
              <a:ext uri="{FF2B5EF4-FFF2-40B4-BE49-F238E27FC236}">
                <a16:creationId xmlns:a16="http://schemas.microsoft.com/office/drawing/2014/main" id="{9D4BD098-9061-744A-B663-DFA813C2B6F4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143" name="Rechthoek 142">
            <a:extLst>
              <a:ext uri="{FF2B5EF4-FFF2-40B4-BE49-F238E27FC236}">
                <a16:creationId xmlns:a16="http://schemas.microsoft.com/office/drawing/2014/main" id="{752E9A2D-FC9A-294B-AEEF-6E64133B67F1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44" name="Afbeelding 143">
            <a:extLst>
              <a:ext uri="{FF2B5EF4-FFF2-40B4-BE49-F238E27FC236}">
                <a16:creationId xmlns:a16="http://schemas.microsoft.com/office/drawing/2014/main" id="{BA674C38-6E27-CD49-9F08-EB9502D05A0E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938222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CDEDEA90-3EBB-2D41-851E-F582847F288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1113008"/>
            <a:ext cx="6664984" cy="5179837"/>
          </a:xfrm>
          <a:custGeom>
            <a:avLst/>
            <a:gdLst/>
            <a:ahLst/>
            <a:cxnLst/>
            <a:rect l="l" t="t" r="r" b="b"/>
            <a:pathLst>
              <a:path w="6664984" h="5179837"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60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4908100" y="6986"/>
                </a:moveTo>
                <a:cubicBezTo>
                  <a:pt x="5452978" y="6986"/>
                  <a:pt x="5874443" y="136220"/>
                  <a:pt x="6172497" y="394688"/>
                </a:cubicBezTo>
                <a:cubicBezTo>
                  <a:pt x="6470550" y="653155"/>
                  <a:pt x="6619577" y="1017572"/>
                  <a:pt x="6619577" y="1487937"/>
                </a:cubicBezTo>
                <a:cubicBezTo>
                  <a:pt x="6619577" y="1848861"/>
                  <a:pt x="6541570" y="2155064"/>
                  <a:pt x="6385559" y="2406546"/>
                </a:cubicBezTo>
                <a:cubicBezTo>
                  <a:pt x="6229546" y="2658029"/>
                  <a:pt x="5939643" y="2919989"/>
                  <a:pt x="5515849" y="3192428"/>
                </a:cubicBezTo>
                <a:cubicBezTo>
                  <a:pt x="5192182" y="3401997"/>
                  <a:pt x="4977374" y="3555099"/>
                  <a:pt x="4871426" y="3651733"/>
                </a:cubicBezTo>
                <a:cubicBezTo>
                  <a:pt x="4765477" y="3748368"/>
                  <a:pt x="4711339" y="3830449"/>
                  <a:pt x="4709010" y="3897976"/>
                </a:cubicBezTo>
                <a:lnTo>
                  <a:pt x="6664984" y="3897976"/>
                </a:lnTo>
                <a:lnTo>
                  <a:pt x="6664984" y="5092517"/>
                </a:lnTo>
                <a:lnTo>
                  <a:pt x="3137246" y="5092517"/>
                </a:lnTo>
                <a:lnTo>
                  <a:pt x="3137246" y="4690844"/>
                </a:lnTo>
                <a:cubicBezTo>
                  <a:pt x="3137246" y="4406762"/>
                  <a:pt x="3172174" y="4159937"/>
                  <a:pt x="3242030" y="3950368"/>
                </a:cubicBezTo>
                <a:cubicBezTo>
                  <a:pt x="3311886" y="3740800"/>
                  <a:pt x="3421909" y="3544038"/>
                  <a:pt x="3572100" y="3360083"/>
                </a:cubicBezTo>
                <a:cubicBezTo>
                  <a:pt x="3722291" y="3176129"/>
                  <a:pt x="3983670" y="2939782"/>
                  <a:pt x="4356236" y="2651043"/>
                </a:cubicBezTo>
                <a:cubicBezTo>
                  <a:pt x="4621690" y="2441475"/>
                  <a:pt x="4798077" y="2290702"/>
                  <a:pt x="4885397" y="2198724"/>
                </a:cubicBezTo>
                <a:cubicBezTo>
                  <a:pt x="4972717" y="2106747"/>
                  <a:pt x="5037917" y="2017680"/>
                  <a:pt x="5080994" y="1931524"/>
                </a:cubicBezTo>
                <a:cubicBezTo>
                  <a:pt x="5124072" y="1845368"/>
                  <a:pt x="5145611" y="1752227"/>
                  <a:pt x="5145611" y="1652099"/>
                </a:cubicBezTo>
                <a:cubicBezTo>
                  <a:pt x="5145611" y="1319118"/>
                  <a:pt x="4945357" y="1152628"/>
                  <a:pt x="4544848" y="1152628"/>
                </a:cubicBezTo>
                <a:cubicBezTo>
                  <a:pt x="4137353" y="1152628"/>
                  <a:pt x="3751980" y="1300490"/>
                  <a:pt x="3388728" y="1596214"/>
                </a:cubicBezTo>
                <a:lnTo>
                  <a:pt x="3388728" y="377224"/>
                </a:lnTo>
                <a:cubicBezTo>
                  <a:pt x="3665824" y="237511"/>
                  <a:pt x="3924874" y="140877"/>
                  <a:pt x="4165878" y="87320"/>
                </a:cubicBezTo>
                <a:cubicBezTo>
                  <a:pt x="4406882" y="33764"/>
                  <a:pt x="4654289" y="6986"/>
                  <a:pt x="4908100" y="6986"/>
                </a:cubicBezTo>
                <a:close/>
                <a:moveTo>
                  <a:pt x="761563" y="0"/>
                </a:moveTo>
                <a:cubicBezTo>
                  <a:pt x="1986375" y="0"/>
                  <a:pt x="2598781" y="848753"/>
                  <a:pt x="2598781" y="2546259"/>
                </a:cubicBezTo>
                <a:cubicBezTo>
                  <a:pt x="2598781" y="3405490"/>
                  <a:pt x="2435201" y="4059228"/>
                  <a:pt x="2108041" y="4507471"/>
                </a:cubicBezTo>
                <a:cubicBezTo>
                  <a:pt x="1780881" y="4955716"/>
                  <a:pt x="1302948" y="5179837"/>
                  <a:pt x="674243" y="5179837"/>
                </a:cubicBezTo>
                <a:cubicBezTo>
                  <a:pt x="433239" y="5179837"/>
                  <a:pt x="215075" y="5150858"/>
                  <a:pt x="19750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2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105" name="Groep 104">
            <a:extLst>
              <a:ext uri="{FF2B5EF4-FFF2-40B4-BE49-F238E27FC236}">
                <a16:creationId xmlns:a16="http://schemas.microsoft.com/office/drawing/2014/main" id="{A23FC2F9-5FE8-054C-BC5C-6A2F7E8D8139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06" name="Vrije vorm 105">
              <a:extLst>
                <a:ext uri="{FF2B5EF4-FFF2-40B4-BE49-F238E27FC236}">
                  <a16:creationId xmlns:a16="http://schemas.microsoft.com/office/drawing/2014/main" id="{C929A732-851A-E24D-9BBE-F2C4530C0120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7" name="Vrije vorm 106">
              <a:extLst>
                <a:ext uri="{FF2B5EF4-FFF2-40B4-BE49-F238E27FC236}">
                  <a16:creationId xmlns:a16="http://schemas.microsoft.com/office/drawing/2014/main" id="{65870885-9913-FE4B-99A2-A359313C988E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8" name="Vrije vorm 107">
              <a:extLst>
                <a:ext uri="{FF2B5EF4-FFF2-40B4-BE49-F238E27FC236}">
                  <a16:creationId xmlns:a16="http://schemas.microsoft.com/office/drawing/2014/main" id="{7180398D-44B9-D648-BAA0-D9ED17849729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9" name="Vrije vorm 108">
              <a:extLst>
                <a:ext uri="{FF2B5EF4-FFF2-40B4-BE49-F238E27FC236}">
                  <a16:creationId xmlns:a16="http://schemas.microsoft.com/office/drawing/2014/main" id="{4D423491-7E92-C045-9BB2-C2374DB2DD8C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0" name="Vrije vorm 109">
              <a:extLst>
                <a:ext uri="{FF2B5EF4-FFF2-40B4-BE49-F238E27FC236}">
                  <a16:creationId xmlns:a16="http://schemas.microsoft.com/office/drawing/2014/main" id="{BCBC3EBC-9331-204F-824D-3765551046E5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1" name="Vrije vorm 110">
              <a:extLst>
                <a:ext uri="{FF2B5EF4-FFF2-40B4-BE49-F238E27FC236}">
                  <a16:creationId xmlns:a16="http://schemas.microsoft.com/office/drawing/2014/main" id="{986D3CF2-8A08-1A40-8CC7-22A6DD8D5B48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2" name="Vrije vorm 111">
              <a:extLst>
                <a:ext uri="{FF2B5EF4-FFF2-40B4-BE49-F238E27FC236}">
                  <a16:creationId xmlns:a16="http://schemas.microsoft.com/office/drawing/2014/main" id="{2ED8AA19-F4AE-1C4B-AE4D-B7B36A4DCBDB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3" name="Vrije vorm 112">
              <a:extLst>
                <a:ext uri="{FF2B5EF4-FFF2-40B4-BE49-F238E27FC236}">
                  <a16:creationId xmlns:a16="http://schemas.microsoft.com/office/drawing/2014/main" id="{4793A517-0289-794E-99A1-619A46748421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4" name="Vrije vorm 113">
              <a:extLst>
                <a:ext uri="{FF2B5EF4-FFF2-40B4-BE49-F238E27FC236}">
                  <a16:creationId xmlns:a16="http://schemas.microsoft.com/office/drawing/2014/main" id="{CCC41BA1-1EDC-0E4D-AB71-A74432D723CD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15" name="Graphic 23">
              <a:extLst>
                <a:ext uri="{FF2B5EF4-FFF2-40B4-BE49-F238E27FC236}">
                  <a16:creationId xmlns:a16="http://schemas.microsoft.com/office/drawing/2014/main" id="{9148C8AB-E2BF-4440-B96E-972A57A73610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16" name="Vrije vorm 115">
                <a:extLst>
                  <a:ext uri="{FF2B5EF4-FFF2-40B4-BE49-F238E27FC236}">
                    <a16:creationId xmlns:a16="http://schemas.microsoft.com/office/drawing/2014/main" id="{27EE93F5-442B-594C-B3E6-9B729961E822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7" name="Vrije vorm 116">
                <a:extLst>
                  <a:ext uri="{FF2B5EF4-FFF2-40B4-BE49-F238E27FC236}">
                    <a16:creationId xmlns:a16="http://schemas.microsoft.com/office/drawing/2014/main" id="{02526C7A-8A4C-7747-8B6E-8173405E59D4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8" name="Vrije vorm 117">
                <a:extLst>
                  <a:ext uri="{FF2B5EF4-FFF2-40B4-BE49-F238E27FC236}">
                    <a16:creationId xmlns:a16="http://schemas.microsoft.com/office/drawing/2014/main" id="{F61C60BE-C887-6F44-B921-F341975A0C33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9" name="Vrije vorm 118">
                <a:extLst>
                  <a:ext uri="{FF2B5EF4-FFF2-40B4-BE49-F238E27FC236}">
                    <a16:creationId xmlns:a16="http://schemas.microsoft.com/office/drawing/2014/main" id="{17F17F53-D770-504D-8B23-3DF45CF9BEC6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0" name="Vrije vorm 119">
                <a:extLst>
                  <a:ext uri="{FF2B5EF4-FFF2-40B4-BE49-F238E27FC236}">
                    <a16:creationId xmlns:a16="http://schemas.microsoft.com/office/drawing/2014/main" id="{2022D83D-8498-D34B-8A89-680A73F9A0E1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1" name="Vrije vorm 120">
                <a:extLst>
                  <a:ext uri="{FF2B5EF4-FFF2-40B4-BE49-F238E27FC236}">
                    <a16:creationId xmlns:a16="http://schemas.microsoft.com/office/drawing/2014/main" id="{438F7684-421D-8447-836C-FD314BC94032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" name="Vrije vorm 121">
                <a:extLst>
                  <a:ext uri="{FF2B5EF4-FFF2-40B4-BE49-F238E27FC236}">
                    <a16:creationId xmlns:a16="http://schemas.microsoft.com/office/drawing/2014/main" id="{4BD0CC09-3507-4040-8766-1F20FC4904B2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" name="Vrije vorm 122">
                <a:extLst>
                  <a:ext uri="{FF2B5EF4-FFF2-40B4-BE49-F238E27FC236}">
                    <a16:creationId xmlns:a16="http://schemas.microsoft.com/office/drawing/2014/main" id="{36CC4F43-27A3-7044-8BB5-D3083CB31330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" name="Vrije vorm 123">
                <a:extLst>
                  <a:ext uri="{FF2B5EF4-FFF2-40B4-BE49-F238E27FC236}">
                    <a16:creationId xmlns:a16="http://schemas.microsoft.com/office/drawing/2014/main" id="{F6A0B17A-0C1E-AC45-AFAF-4687B04A236D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" name="Vrije vorm 124">
                <a:extLst>
                  <a:ext uri="{FF2B5EF4-FFF2-40B4-BE49-F238E27FC236}">
                    <a16:creationId xmlns:a16="http://schemas.microsoft.com/office/drawing/2014/main" id="{26287F8C-C72D-8D40-A6FC-AB351760F7D7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6" name="Vrije vorm 125">
                <a:extLst>
                  <a:ext uri="{FF2B5EF4-FFF2-40B4-BE49-F238E27FC236}">
                    <a16:creationId xmlns:a16="http://schemas.microsoft.com/office/drawing/2014/main" id="{BB609479-7FD1-114B-ACB1-B498A0094867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7" name="Vrije vorm 126">
                <a:extLst>
                  <a:ext uri="{FF2B5EF4-FFF2-40B4-BE49-F238E27FC236}">
                    <a16:creationId xmlns:a16="http://schemas.microsoft.com/office/drawing/2014/main" id="{DD11CDF5-8799-204C-9F54-36BAC4FD4260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" name="Vrije vorm 127">
                <a:extLst>
                  <a:ext uri="{FF2B5EF4-FFF2-40B4-BE49-F238E27FC236}">
                    <a16:creationId xmlns:a16="http://schemas.microsoft.com/office/drawing/2014/main" id="{BB444B45-404D-EB4F-B1D7-4B2A307684DD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" name="Vrije vorm 128">
                <a:extLst>
                  <a:ext uri="{FF2B5EF4-FFF2-40B4-BE49-F238E27FC236}">
                    <a16:creationId xmlns:a16="http://schemas.microsoft.com/office/drawing/2014/main" id="{36C31E0F-6F54-6F4C-98A2-B3799AF980DE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30" name="Groep 29">
            <a:extLst>
              <a:ext uri="{FF2B5EF4-FFF2-40B4-BE49-F238E27FC236}">
                <a16:creationId xmlns:a16="http://schemas.microsoft.com/office/drawing/2014/main" id="{557C4C61-4F25-484E-B8EE-19F6F337B48C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00A100-6017-994B-9C3A-070A2E52D57D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61740918-1CE1-A845-9B79-D592BBA7DC63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DD79FC18-06B0-484B-A84D-B8094D26229B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B89AB3B0-6C97-7041-B2C1-B67491EAF0C9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6C16F0CB-044B-E547-9F51-D90D2EE0D34F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49" name="Rechthoek: afgeronde hoeken 61">
                <a:extLst>
                  <a:ext uri="{FF2B5EF4-FFF2-40B4-BE49-F238E27FC236}">
                    <a16:creationId xmlns:a16="http://schemas.microsoft.com/office/drawing/2014/main" id="{1138E929-3DEB-C84E-9250-5747FD73929C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D6251460-60A5-7F4D-928C-1EB0D61A3D45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BC339B7C-9DBB-494A-8508-29DAE8820CE0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61A658EF-4B48-AA4C-B8BB-B89AB7072638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4E03F23B-852B-AF4D-AB10-923E790227E5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B4DBAB4C-3415-4643-9D90-07B7FA3C64DF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1FBE97A0-46D5-A045-BC93-01AF58AAAB1E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4E9D1292-A1FF-F44A-B98D-5497B8B924A5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3" name="Rechthoek: afgeronde hoeken 55">
                  <a:extLst>
                    <a:ext uri="{FF2B5EF4-FFF2-40B4-BE49-F238E27FC236}">
                      <a16:creationId xmlns:a16="http://schemas.microsoft.com/office/drawing/2014/main" id="{49E37819-3448-1349-8EA4-9E3293239EC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43">
                  <a:extLst>
                    <a:ext uri="{FF2B5EF4-FFF2-40B4-BE49-F238E27FC236}">
                      <a16:creationId xmlns:a16="http://schemas.microsoft.com/office/drawing/2014/main" id="{7C6EE3DE-C95C-C047-BEF1-3EC44C22326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44">
                  <a:extLst>
                    <a:ext uri="{FF2B5EF4-FFF2-40B4-BE49-F238E27FC236}">
                      <a16:creationId xmlns:a16="http://schemas.microsoft.com/office/drawing/2014/main" id="{66850379-D03F-194D-974E-57D529D7A4D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3AB0BA78-485C-B74D-A85D-10BD7ED9430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AB0E80D5-8257-BE41-BAB0-AF156ECC9B7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9AB338AB-4C4D-8B41-A255-8DC4EC4CC58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2" name="Boog 41">
                <a:extLst>
                  <a:ext uri="{FF2B5EF4-FFF2-40B4-BE49-F238E27FC236}">
                    <a16:creationId xmlns:a16="http://schemas.microsoft.com/office/drawing/2014/main" id="{1C56F01B-3C2E-E24A-9A45-6B4AABC737AC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8" name="Tekstvak 37">
              <a:extLst>
                <a:ext uri="{FF2B5EF4-FFF2-40B4-BE49-F238E27FC236}">
                  <a16:creationId xmlns:a16="http://schemas.microsoft.com/office/drawing/2014/main" id="{94648A5D-E872-564A-945D-836C965473E6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kstvak 38">
              <a:extLst>
                <a:ext uri="{FF2B5EF4-FFF2-40B4-BE49-F238E27FC236}">
                  <a16:creationId xmlns:a16="http://schemas.microsoft.com/office/drawing/2014/main" id="{472CBCDE-8038-E64A-9E28-CBC2A2A1E99D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40" name="Vrije vorm: vorm 52">
              <a:extLst>
                <a:ext uri="{FF2B5EF4-FFF2-40B4-BE49-F238E27FC236}">
                  <a16:creationId xmlns:a16="http://schemas.microsoft.com/office/drawing/2014/main" id="{A34D6FD5-5623-A24B-91A8-EE3792F8E545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ep 54">
            <a:extLst>
              <a:ext uri="{FF2B5EF4-FFF2-40B4-BE49-F238E27FC236}">
                <a16:creationId xmlns:a16="http://schemas.microsoft.com/office/drawing/2014/main" id="{D80AE4AE-0F91-3648-875D-342AEDB38C9B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56" name="Rechthoek 55">
              <a:extLst>
                <a:ext uri="{FF2B5EF4-FFF2-40B4-BE49-F238E27FC236}">
                  <a16:creationId xmlns:a16="http://schemas.microsoft.com/office/drawing/2014/main" id="{E56971C6-3859-894F-A883-39B8501CC3A2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57" name="Ovaal 56">
              <a:extLst>
                <a:ext uri="{FF2B5EF4-FFF2-40B4-BE49-F238E27FC236}">
                  <a16:creationId xmlns:a16="http://schemas.microsoft.com/office/drawing/2014/main" id="{85DD9307-0CB5-BF46-92AB-5A77FD82FC62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8" name="Rechthoek 57">
              <a:extLst>
                <a:ext uri="{FF2B5EF4-FFF2-40B4-BE49-F238E27FC236}">
                  <a16:creationId xmlns:a16="http://schemas.microsoft.com/office/drawing/2014/main" id="{DC4994C5-0422-A74B-9D79-F8724345D464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9" name="Groep 58">
              <a:extLst>
                <a:ext uri="{FF2B5EF4-FFF2-40B4-BE49-F238E27FC236}">
                  <a16:creationId xmlns:a16="http://schemas.microsoft.com/office/drawing/2014/main" id="{B200437B-0676-ED4A-99DD-797DD8602267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5FD2EB3F-674E-9D42-8CE9-0982D3D4034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6" name="Ovaal 135">
                <a:extLst>
                  <a:ext uri="{FF2B5EF4-FFF2-40B4-BE49-F238E27FC236}">
                    <a16:creationId xmlns:a16="http://schemas.microsoft.com/office/drawing/2014/main" id="{8E843D71-CE9B-204E-A119-140A0B2B131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Vrije vorm: vorm 101">
                <a:extLst>
                  <a:ext uri="{FF2B5EF4-FFF2-40B4-BE49-F238E27FC236}">
                    <a16:creationId xmlns:a16="http://schemas.microsoft.com/office/drawing/2014/main" id="{C4D9323E-0CDC-3B40-8315-04ABE0DC501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Rechthoek: afgeronde hoeken 102">
                <a:extLst>
                  <a:ext uri="{FF2B5EF4-FFF2-40B4-BE49-F238E27FC236}">
                    <a16:creationId xmlns:a16="http://schemas.microsoft.com/office/drawing/2014/main" id="{CF142BD8-F17D-D14F-99A9-B62C899E18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39" name="Rechte verbindingslijn 138">
                <a:extLst>
                  <a:ext uri="{FF2B5EF4-FFF2-40B4-BE49-F238E27FC236}">
                    <a16:creationId xmlns:a16="http://schemas.microsoft.com/office/drawing/2014/main" id="{007E79FD-CF0F-6A45-9733-6B4A609DD60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Rechte verbindingslijn 139">
                <a:extLst>
                  <a:ext uri="{FF2B5EF4-FFF2-40B4-BE49-F238E27FC236}">
                    <a16:creationId xmlns:a16="http://schemas.microsoft.com/office/drawing/2014/main" id="{81A68DE1-DE76-7546-B53D-2D1E7ECDBF19}"/>
                  </a:ext>
                </a:extLst>
              </p:cNvPr>
              <p:cNvCxnSpPr>
                <a:cxnSpLocks/>
                <a:stCxn id="13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60" name="Ovaal 59">
              <a:extLst>
                <a:ext uri="{FF2B5EF4-FFF2-40B4-BE49-F238E27FC236}">
                  <a16:creationId xmlns:a16="http://schemas.microsoft.com/office/drawing/2014/main" id="{C62BE0EF-9082-EB4A-A952-08F803EA9E85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61" name="Rechthoek 60">
              <a:extLst>
                <a:ext uri="{FF2B5EF4-FFF2-40B4-BE49-F238E27FC236}">
                  <a16:creationId xmlns:a16="http://schemas.microsoft.com/office/drawing/2014/main" id="{B4302769-CAD7-C145-B9C2-FE1B340F9745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ep 61">
              <a:extLst>
                <a:ext uri="{FF2B5EF4-FFF2-40B4-BE49-F238E27FC236}">
                  <a16:creationId xmlns:a16="http://schemas.microsoft.com/office/drawing/2014/main" id="{531D1EEA-A1D9-1F49-940B-A9959055B0D7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132" name="Rechthoek 131">
                <a:extLst>
                  <a:ext uri="{FF2B5EF4-FFF2-40B4-BE49-F238E27FC236}">
                    <a16:creationId xmlns:a16="http://schemas.microsoft.com/office/drawing/2014/main" id="{4150B06E-3DE2-284C-A091-5692FA3CA65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133" name="Rechte verbindingslijn 132">
                <a:extLst>
                  <a:ext uri="{FF2B5EF4-FFF2-40B4-BE49-F238E27FC236}">
                    <a16:creationId xmlns:a16="http://schemas.microsoft.com/office/drawing/2014/main" id="{D1935F66-86A6-1C44-8C91-C67C0472C5B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4" name="Gelijkbenige driehoek 98">
                <a:extLst>
                  <a:ext uri="{FF2B5EF4-FFF2-40B4-BE49-F238E27FC236}">
                    <a16:creationId xmlns:a16="http://schemas.microsoft.com/office/drawing/2014/main" id="{13EC498E-1C9F-A940-B1FC-B082E10372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3" name="Ovaal 62">
              <a:extLst>
                <a:ext uri="{FF2B5EF4-FFF2-40B4-BE49-F238E27FC236}">
                  <a16:creationId xmlns:a16="http://schemas.microsoft.com/office/drawing/2014/main" id="{5EEE6097-2009-B940-90DF-11624767D4BA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64" name="Rechthoek 63">
              <a:extLst>
                <a:ext uri="{FF2B5EF4-FFF2-40B4-BE49-F238E27FC236}">
                  <a16:creationId xmlns:a16="http://schemas.microsoft.com/office/drawing/2014/main" id="{A3EE0760-E2C8-4741-A032-FEEECFB3DB98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Ovaal 64">
              <a:extLst>
                <a:ext uri="{FF2B5EF4-FFF2-40B4-BE49-F238E27FC236}">
                  <a16:creationId xmlns:a16="http://schemas.microsoft.com/office/drawing/2014/main" id="{4D73BA77-9779-8D42-8C1E-E6404B9B54F1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66" name="Rechthoek 65">
              <a:extLst>
                <a:ext uri="{FF2B5EF4-FFF2-40B4-BE49-F238E27FC236}">
                  <a16:creationId xmlns:a16="http://schemas.microsoft.com/office/drawing/2014/main" id="{D92DB500-06C2-EE44-BA2D-2AC0E40EB15A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7" name="Groep 66">
              <a:extLst>
                <a:ext uri="{FF2B5EF4-FFF2-40B4-BE49-F238E27FC236}">
                  <a16:creationId xmlns:a16="http://schemas.microsoft.com/office/drawing/2014/main" id="{ADFCB5EF-BA14-A446-BD5C-B0B8970338D4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91" name="Groep 90">
                <a:extLst>
                  <a:ext uri="{FF2B5EF4-FFF2-40B4-BE49-F238E27FC236}">
                    <a16:creationId xmlns:a16="http://schemas.microsoft.com/office/drawing/2014/main" id="{625613AB-BF5E-ED41-ABE2-23C50D48D3CC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94" name="Groep 93">
                  <a:extLst>
                    <a:ext uri="{FF2B5EF4-FFF2-40B4-BE49-F238E27FC236}">
                      <a16:creationId xmlns:a16="http://schemas.microsoft.com/office/drawing/2014/main" id="{0B38B405-4D6B-9246-8A8B-DD29C731B89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01" name="Groep 100">
                    <a:extLst>
                      <a:ext uri="{FF2B5EF4-FFF2-40B4-BE49-F238E27FC236}">
                        <a16:creationId xmlns:a16="http://schemas.microsoft.com/office/drawing/2014/main" id="{5A2EBCC6-F02A-C344-99B4-C89F642F11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04" name="Rechthoek 103">
                      <a:extLst>
                        <a:ext uri="{FF2B5EF4-FFF2-40B4-BE49-F238E27FC236}">
                          <a16:creationId xmlns:a16="http://schemas.microsoft.com/office/drawing/2014/main" id="{46D7F4B1-AE01-0942-9743-5E971972447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0" name="Rechthoek 129">
                      <a:extLst>
                        <a:ext uri="{FF2B5EF4-FFF2-40B4-BE49-F238E27FC236}">
                          <a16:creationId xmlns:a16="http://schemas.microsoft.com/office/drawing/2014/main" id="{A49569AD-BC01-D642-A6CF-E90DCC87C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Ovaal 130">
                      <a:extLst>
                        <a:ext uri="{FF2B5EF4-FFF2-40B4-BE49-F238E27FC236}">
                          <a16:creationId xmlns:a16="http://schemas.microsoft.com/office/drawing/2014/main" id="{E1A98343-B310-AA4F-823B-0B1D59D2CBB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02" name="Afbeelding 101">
                    <a:extLst>
                      <a:ext uri="{FF2B5EF4-FFF2-40B4-BE49-F238E27FC236}">
                        <a16:creationId xmlns:a16="http://schemas.microsoft.com/office/drawing/2014/main" id="{0CBA2AF0-7C78-5547-BD33-D96D0F66E6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3" name="Afbeelding 102">
                    <a:extLst>
                      <a:ext uri="{FF2B5EF4-FFF2-40B4-BE49-F238E27FC236}">
                        <a16:creationId xmlns:a16="http://schemas.microsoft.com/office/drawing/2014/main" id="{0E4DBA45-0B18-A046-A706-15727BAFD5C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5" name="Groep 94">
                  <a:extLst>
                    <a:ext uri="{FF2B5EF4-FFF2-40B4-BE49-F238E27FC236}">
                      <a16:creationId xmlns:a16="http://schemas.microsoft.com/office/drawing/2014/main" id="{5259AEAF-F1F2-B541-BA8B-AE697C65131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9" name="Rechthoek 98">
                    <a:extLst>
                      <a:ext uri="{FF2B5EF4-FFF2-40B4-BE49-F238E27FC236}">
                        <a16:creationId xmlns:a16="http://schemas.microsoft.com/office/drawing/2014/main" id="{6527B3C9-B8F4-9549-966B-FA3CA766B6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0" name="Rechthoek 99">
                    <a:extLst>
                      <a:ext uri="{FF2B5EF4-FFF2-40B4-BE49-F238E27FC236}">
                        <a16:creationId xmlns:a16="http://schemas.microsoft.com/office/drawing/2014/main" id="{131B4AD8-995D-C14C-B05F-B427F0B4087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6" name="Groep 95">
                  <a:extLst>
                    <a:ext uri="{FF2B5EF4-FFF2-40B4-BE49-F238E27FC236}">
                      <a16:creationId xmlns:a16="http://schemas.microsoft.com/office/drawing/2014/main" id="{28BB751F-5E7C-1641-8183-825459626CB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7" name="Rechthoek 96">
                    <a:extLst>
                      <a:ext uri="{FF2B5EF4-FFF2-40B4-BE49-F238E27FC236}">
                        <a16:creationId xmlns:a16="http://schemas.microsoft.com/office/drawing/2014/main" id="{612A0ECD-348D-B440-AFB3-C9E7904C9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98" name="Rechthoek 97">
                    <a:extLst>
                      <a:ext uri="{FF2B5EF4-FFF2-40B4-BE49-F238E27FC236}">
                        <a16:creationId xmlns:a16="http://schemas.microsoft.com/office/drawing/2014/main" id="{70990C04-D565-A647-BA0A-54DAF1598CA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6CA4C03C-5A16-454A-8468-50DA372EB3A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93" name="Gelijkbenige driehoek 78">
                <a:extLst>
                  <a:ext uri="{FF2B5EF4-FFF2-40B4-BE49-F238E27FC236}">
                    <a16:creationId xmlns:a16="http://schemas.microsoft.com/office/drawing/2014/main" id="{D4459FF8-4CB9-1E4B-87C3-56A0DE35826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8" name="Rechthoek 67">
              <a:extLst>
                <a:ext uri="{FF2B5EF4-FFF2-40B4-BE49-F238E27FC236}">
                  <a16:creationId xmlns:a16="http://schemas.microsoft.com/office/drawing/2014/main" id="{3CF39977-26FD-C74D-A9C2-29F905E34884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ep 68">
              <a:extLst>
                <a:ext uri="{FF2B5EF4-FFF2-40B4-BE49-F238E27FC236}">
                  <a16:creationId xmlns:a16="http://schemas.microsoft.com/office/drawing/2014/main" id="{77A85B7F-32E8-FF4D-8B9A-C978B79BE58D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D4C3112B-13B3-5145-A4BA-F161DA040FC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732AC8FD-8F62-1A4F-8CF5-31559E637041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72" name="Groep 71">
                <a:extLst>
                  <a:ext uri="{FF2B5EF4-FFF2-40B4-BE49-F238E27FC236}">
                    <a16:creationId xmlns:a16="http://schemas.microsoft.com/office/drawing/2014/main" id="{91F0D79A-F206-7E49-97F0-6FC13AE0930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5" name="Rechthoek: afgeronde hoeken 61">
                  <a:extLst>
                    <a:ext uri="{FF2B5EF4-FFF2-40B4-BE49-F238E27FC236}">
                      <a16:creationId xmlns:a16="http://schemas.microsoft.com/office/drawing/2014/main" id="{EE87C4A1-8D54-0043-9F72-C86F68FEDA8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DFD6130E-97AB-D443-BDD6-4A09D4CDEB4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hthoek 86">
                  <a:extLst>
                    <a:ext uri="{FF2B5EF4-FFF2-40B4-BE49-F238E27FC236}">
                      <a16:creationId xmlns:a16="http://schemas.microsoft.com/office/drawing/2014/main" id="{D2910B2A-654F-2246-A0D6-D9C06843A42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hthoek 87">
                  <a:extLst>
                    <a:ext uri="{FF2B5EF4-FFF2-40B4-BE49-F238E27FC236}">
                      <a16:creationId xmlns:a16="http://schemas.microsoft.com/office/drawing/2014/main" id="{D6DF8A1D-418E-014B-BE06-CD82B508E7E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hthoek 88">
                  <a:extLst>
                    <a:ext uri="{FF2B5EF4-FFF2-40B4-BE49-F238E27FC236}">
                      <a16:creationId xmlns:a16="http://schemas.microsoft.com/office/drawing/2014/main" id="{ADF132BE-BBB3-CE45-86D2-3304FDCCBDE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Rechthoek 89">
                  <a:extLst>
                    <a:ext uri="{FF2B5EF4-FFF2-40B4-BE49-F238E27FC236}">
                      <a16:creationId xmlns:a16="http://schemas.microsoft.com/office/drawing/2014/main" id="{4FB73F24-7C1F-1549-A1F4-2D4FF898A49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1E95E357-BD7B-DB41-9D20-772C7DA267A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625E870B-E469-0642-867C-32D9CD618B3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9" name="Rechthoek: afgeronde hoeken 55">
                    <a:extLst>
                      <a:ext uri="{FF2B5EF4-FFF2-40B4-BE49-F238E27FC236}">
                        <a16:creationId xmlns:a16="http://schemas.microsoft.com/office/drawing/2014/main" id="{BF84A13C-5E2B-D747-A5AB-C6AF572C15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E8C8933A-B754-0E42-8720-A9FF49A302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1" name="Rechthoek 80">
                    <a:extLst>
                      <a:ext uri="{FF2B5EF4-FFF2-40B4-BE49-F238E27FC236}">
                        <a16:creationId xmlns:a16="http://schemas.microsoft.com/office/drawing/2014/main" id="{C7605960-6C0E-BF47-ACE7-B1405CBC1B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2" name="Rechthoek 81">
                    <a:extLst>
                      <a:ext uri="{FF2B5EF4-FFF2-40B4-BE49-F238E27FC236}">
                        <a16:creationId xmlns:a16="http://schemas.microsoft.com/office/drawing/2014/main" id="{BF07500C-6199-4348-96A7-25EF47CCF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3" name="Rechthoek 82">
                    <a:extLst>
                      <a:ext uri="{FF2B5EF4-FFF2-40B4-BE49-F238E27FC236}">
                        <a16:creationId xmlns:a16="http://schemas.microsoft.com/office/drawing/2014/main" id="{1988B346-5AC2-114F-BDE9-0070F67F024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4" name="Rechthoek 83">
                    <a:extLst>
                      <a:ext uri="{FF2B5EF4-FFF2-40B4-BE49-F238E27FC236}">
                        <a16:creationId xmlns:a16="http://schemas.microsoft.com/office/drawing/2014/main" id="{DE39C266-9280-C043-955A-C9B8D0E967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78" name="Boog 77">
                  <a:extLst>
                    <a:ext uri="{FF2B5EF4-FFF2-40B4-BE49-F238E27FC236}">
                      <a16:creationId xmlns:a16="http://schemas.microsoft.com/office/drawing/2014/main" id="{AB0B4924-0C6A-DE4F-9A49-82A64935CF4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74" name="Tekstvak 73">
                <a:extLst>
                  <a:ext uri="{FF2B5EF4-FFF2-40B4-BE49-F238E27FC236}">
                    <a16:creationId xmlns:a16="http://schemas.microsoft.com/office/drawing/2014/main" id="{5B1077E9-D4C0-C147-B729-576687A5FB6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Tekstvak 74">
                <a:extLst>
                  <a:ext uri="{FF2B5EF4-FFF2-40B4-BE49-F238E27FC236}">
                    <a16:creationId xmlns:a16="http://schemas.microsoft.com/office/drawing/2014/main" id="{2E783374-696B-C449-8C8C-66E1ACEC4AA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Vrije vorm: vorm 52">
                <a:extLst>
                  <a:ext uri="{FF2B5EF4-FFF2-40B4-BE49-F238E27FC236}">
                    <a16:creationId xmlns:a16="http://schemas.microsoft.com/office/drawing/2014/main" id="{B55F663A-146C-6A4B-8077-92667F61A7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141" name="Afbeelding 140">
            <a:extLst>
              <a:ext uri="{FF2B5EF4-FFF2-40B4-BE49-F238E27FC236}">
                <a16:creationId xmlns:a16="http://schemas.microsoft.com/office/drawing/2014/main" id="{A64386EC-7773-4943-AFAF-4CBF2F209D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42" name="Ovaal 141">
            <a:extLst>
              <a:ext uri="{FF2B5EF4-FFF2-40B4-BE49-F238E27FC236}">
                <a16:creationId xmlns:a16="http://schemas.microsoft.com/office/drawing/2014/main" id="{A6A6A0A3-8E91-C04A-9716-DCA68738AE90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143" name="Rechthoek 142">
            <a:extLst>
              <a:ext uri="{FF2B5EF4-FFF2-40B4-BE49-F238E27FC236}">
                <a16:creationId xmlns:a16="http://schemas.microsoft.com/office/drawing/2014/main" id="{4D4117C8-89ED-C04E-94F2-BC08A4904AA6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44" name="Afbeelding 143">
            <a:extLst>
              <a:ext uri="{FF2B5EF4-FFF2-40B4-BE49-F238E27FC236}">
                <a16:creationId xmlns:a16="http://schemas.microsoft.com/office/drawing/2014/main" id="{1E14BB69-395B-6749-AE66-D9E2882E67D6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425002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58B8E805-772D-A34E-AF18-A014A6797DB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" y="1113008"/>
            <a:ext cx="6595127" cy="5179837"/>
          </a:xfrm>
          <a:custGeom>
            <a:avLst/>
            <a:gdLst/>
            <a:ahLst/>
            <a:cxnLst/>
            <a:rect l="l" t="t" r="r" b="b"/>
            <a:pathLst>
              <a:path w="6595127" h="5179837"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60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4691546" y="0"/>
                </a:moveTo>
                <a:cubicBezTo>
                  <a:pt x="5245739" y="0"/>
                  <a:pt x="5680011" y="112935"/>
                  <a:pt x="5994364" y="338803"/>
                </a:cubicBezTo>
                <a:cubicBezTo>
                  <a:pt x="6308717" y="564671"/>
                  <a:pt x="6465893" y="877860"/>
                  <a:pt x="6465893" y="1278368"/>
                </a:cubicBezTo>
                <a:cubicBezTo>
                  <a:pt x="6465893" y="1590393"/>
                  <a:pt x="6381483" y="1852354"/>
                  <a:pt x="6212665" y="2064251"/>
                </a:cubicBezTo>
                <a:cubicBezTo>
                  <a:pt x="6043845" y="2276148"/>
                  <a:pt x="5806916" y="2414696"/>
                  <a:pt x="5501878" y="2479895"/>
                </a:cubicBezTo>
                <a:lnTo>
                  <a:pt x="5501878" y="2497359"/>
                </a:lnTo>
                <a:cubicBezTo>
                  <a:pt x="5839516" y="2543930"/>
                  <a:pt x="6106134" y="2672582"/>
                  <a:pt x="6301731" y="2883315"/>
                </a:cubicBezTo>
                <a:cubicBezTo>
                  <a:pt x="6497329" y="3094048"/>
                  <a:pt x="6595127" y="3353098"/>
                  <a:pt x="6595127" y="3660465"/>
                </a:cubicBezTo>
                <a:cubicBezTo>
                  <a:pt x="6595127" y="4142473"/>
                  <a:pt x="6420487" y="4516203"/>
                  <a:pt x="6071206" y="4781657"/>
                </a:cubicBezTo>
                <a:cubicBezTo>
                  <a:pt x="5721925" y="5047111"/>
                  <a:pt x="5222453" y="5179837"/>
                  <a:pt x="4572790" y="5179837"/>
                </a:cubicBezTo>
                <a:cubicBezTo>
                  <a:pt x="4330622" y="5179837"/>
                  <a:pt x="4090782" y="5159463"/>
                  <a:pt x="3853271" y="5118713"/>
                </a:cubicBezTo>
                <a:cubicBezTo>
                  <a:pt x="3615760" y="5077964"/>
                  <a:pt x="3412013" y="5023825"/>
                  <a:pt x="3242030" y="4956298"/>
                </a:cubicBezTo>
                <a:lnTo>
                  <a:pt x="3242030" y="3789699"/>
                </a:lnTo>
                <a:cubicBezTo>
                  <a:pt x="3398042" y="3882841"/>
                  <a:pt x="3576176" y="3956190"/>
                  <a:pt x="3776430" y="4009746"/>
                </a:cubicBezTo>
                <a:cubicBezTo>
                  <a:pt x="3976684" y="4063303"/>
                  <a:pt x="4179267" y="4090081"/>
                  <a:pt x="4384179" y="4090081"/>
                </a:cubicBezTo>
                <a:cubicBezTo>
                  <a:pt x="4621690" y="4090081"/>
                  <a:pt x="4803898" y="4047585"/>
                  <a:pt x="4930803" y="3962593"/>
                </a:cubicBezTo>
                <a:cubicBezTo>
                  <a:pt x="5057709" y="3877602"/>
                  <a:pt x="5121161" y="3755935"/>
                  <a:pt x="5121161" y="3597594"/>
                </a:cubicBezTo>
                <a:cubicBezTo>
                  <a:pt x="5121161" y="3436925"/>
                  <a:pt x="5043156" y="3311184"/>
                  <a:pt x="4887143" y="3220371"/>
                </a:cubicBezTo>
                <a:cubicBezTo>
                  <a:pt x="4731131" y="3129558"/>
                  <a:pt x="4513413" y="3084151"/>
                  <a:pt x="4233988" y="3084151"/>
                </a:cubicBezTo>
                <a:lnTo>
                  <a:pt x="3751980" y="3084151"/>
                </a:lnTo>
                <a:lnTo>
                  <a:pt x="3751980" y="1987409"/>
                </a:lnTo>
                <a:lnTo>
                  <a:pt x="4178103" y="1987409"/>
                </a:lnTo>
                <a:cubicBezTo>
                  <a:pt x="4459856" y="1987409"/>
                  <a:pt x="4667679" y="1943749"/>
                  <a:pt x="4801569" y="1856429"/>
                </a:cubicBezTo>
                <a:cubicBezTo>
                  <a:pt x="4935461" y="1769108"/>
                  <a:pt x="5002406" y="1655592"/>
                  <a:pt x="5002406" y="1515880"/>
                </a:cubicBezTo>
                <a:cubicBezTo>
                  <a:pt x="5002406" y="1383153"/>
                  <a:pt x="4951760" y="1278368"/>
                  <a:pt x="4850469" y="1201527"/>
                </a:cubicBezTo>
                <a:cubicBezTo>
                  <a:pt x="4749177" y="1124685"/>
                  <a:pt x="4593747" y="1086264"/>
                  <a:pt x="4384179" y="1086264"/>
                </a:cubicBezTo>
                <a:cubicBezTo>
                  <a:pt x="4060512" y="1086264"/>
                  <a:pt x="3736845" y="1179406"/>
                  <a:pt x="3413178" y="1365689"/>
                </a:cubicBezTo>
                <a:lnTo>
                  <a:pt x="3413178" y="251482"/>
                </a:lnTo>
                <a:cubicBezTo>
                  <a:pt x="3818343" y="83828"/>
                  <a:pt x="4244466" y="0"/>
                  <a:pt x="4691546" y="0"/>
                </a:cubicBezTo>
                <a:close/>
                <a:moveTo>
                  <a:pt x="761563" y="0"/>
                </a:moveTo>
                <a:cubicBezTo>
                  <a:pt x="1986375" y="0"/>
                  <a:pt x="2598782" y="848753"/>
                  <a:pt x="2598782" y="2546259"/>
                </a:cubicBezTo>
                <a:cubicBezTo>
                  <a:pt x="2598782" y="3405490"/>
                  <a:pt x="2435201" y="4059228"/>
                  <a:pt x="2108041" y="4507471"/>
                </a:cubicBezTo>
                <a:cubicBezTo>
                  <a:pt x="1780881" y="4955716"/>
                  <a:pt x="1302948" y="5179837"/>
                  <a:pt x="674243" y="5179837"/>
                </a:cubicBezTo>
                <a:cubicBezTo>
                  <a:pt x="433239" y="5179837"/>
                  <a:pt x="215075" y="5150858"/>
                  <a:pt x="19751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2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105" name="Groep 104">
            <a:extLst>
              <a:ext uri="{FF2B5EF4-FFF2-40B4-BE49-F238E27FC236}">
                <a16:creationId xmlns:a16="http://schemas.microsoft.com/office/drawing/2014/main" id="{A28BC74B-661F-DD44-BB9C-8E6688F70F47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06" name="Vrije vorm 105">
              <a:extLst>
                <a:ext uri="{FF2B5EF4-FFF2-40B4-BE49-F238E27FC236}">
                  <a16:creationId xmlns:a16="http://schemas.microsoft.com/office/drawing/2014/main" id="{B0FD6FAC-0D52-4548-89EC-51B994563C3B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7" name="Vrije vorm 106">
              <a:extLst>
                <a:ext uri="{FF2B5EF4-FFF2-40B4-BE49-F238E27FC236}">
                  <a16:creationId xmlns:a16="http://schemas.microsoft.com/office/drawing/2014/main" id="{256FDF8C-D1E1-814F-A4D2-E52710408B15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8" name="Vrije vorm 107">
              <a:extLst>
                <a:ext uri="{FF2B5EF4-FFF2-40B4-BE49-F238E27FC236}">
                  <a16:creationId xmlns:a16="http://schemas.microsoft.com/office/drawing/2014/main" id="{5404C505-0E34-8F48-8FF5-EC1E6AEB794C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9" name="Vrije vorm 108">
              <a:extLst>
                <a:ext uri="{FF2B5EF4-FFF2-40B4-BE49-F238E27FC236}">
                  <a16:creationId xmlns:a16="http://schemas.microsoft.com/office/drawing/2014/main" id="{F3BF663E-8020-B349-B5AA-78B689BFBA50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0" name="Vrije vorm 109">
              <a:extLst>
                <a:ext uri="{FF2B5EF4-FFF2-40B4-BE49-F238E27FC236}">
                  <a16:creationId xmlns:a16="http://schemas.microsoft.com/office/drawing/2014/main" id="{6607296E-2D7D-114B-B72B-30ABB2D01C51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1" name="Vrije vorm 110">
              <a:extLst>
                <a:ext uri="{FF2B5EF4-FFF2-40B4-BE49-F238E27FC236}">
                  <a16:creationId xmlns:a16="http://schemas.microsoft.com/office/drawing/2014/main" id="{B8A8D071-3090-0A46-8C69-797491302135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2" name="Vrije vorm 111">
              <a:extLst>
                <a:ext uri="{FF2B5EF4-FFF2-40B4-BE49-F238E27FC236}">
                  <a16:creationId xmlns:a16="http://schemas.microsoft.com/office/drawing/2014/main" id="{379ED909-E4EB-1E46-B3A0-5F70E97CB2A4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3" name="Vrije vorm 112">
              <a:extLst>
                <a:ext uri="{FF2B5EF4-FFF2-40B4-BE49-F238E27FC236}">
                  <a16:creationId xmlns:a16="http://schemas.microsoft.com/office/drawing/2014/main" id="{0547CBC4-6D8C-1B42-B9D8-087D5D5056D8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4" name="Vrije vorm 113">
              <a:extLst>
                <a:ext uri="{FF2B5EF4-FFF2-40B4-BE49-F238E27FC236}">
                  <a16:creationId xmlns:a16="http://schemas.microsoft.com/office/drawing/2014/main" id="{27A35FBF-944F-514B-BA57-C60B7C711134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15" name="Graphic 23">
              <a:extLst>
                <a:ext uri="{FF2B5EF4-FFF2-40B4-BE49-F238E27FC236}">
                  <a16:creationId xmlns:a16="http://schemas.microsoft.com/office/drawing/2014/main" id="{E83DB131-17DE-694E-89FB-E055595C19CC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16" name="Vrije vorm 115">
                <a:extLst>
                  <a:ext uri="{FF2B5EF4-FFF2-40B4-BE49-F238E27FC236}">
                    <a16:creationId xmlns:a16="http://schemas.microsoft.com/office/drawing/2014/main" id="{775F1A21-6CA9-3647-A397-6F1A9E95D0FE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7" name="Vrije vorm 116">
                <a:extLst>
                  <a:ext uri="{FF2B5EF4-FFF2-40B4-BE49-F238E27FC236}">
                    <a16:creationId xmlns:a16="http://schemas.microsoft.com/office/drawing/2014/main" id="{857EFA50-7562-B741-9CB2-B1D2EA648919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8" name="Vrije vorm 117">
                <a:extLst>
                  <a:ext uri="{FF2B5EF4-FFF2-40B4-BE49-F238E27FC236}">
                    <a16:creationId xmlns:a16="http://schemas.microsoft.com/office/drawing/2014/main" id="{5DDE5AEC-EC0B-9447-AE8F-E6456FDB2541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9" name="Vrije vorm 118">
                <a:extLst>
                  <a:ext uri="{FF2B5EF4-FFF2-40B4-BE49-F238E27FC236}">
                    <a16:creationId xmlns:a16="http://schemas.microsoft.com/office/drawing/2014/main" id="{4479B6E6-8610-9D49-8B9C-9A1C0D34B78B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0" name="Vrije vorm 119">
                <a:extLst>
                  <a:ext uri="{FF2B5EF4-FFF2-40B4-BE49-F238E27FC236}">
                    <a16:creationId xmlns:a16="http://schemas.microsoft.com/office/drawing/2014/main" id="{4A3CFF67-DADC-CD4C-BE1D-6C2FD2C46F9F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1" name="Vrije vorm 120">
                <a:extLst>
                  <a:ext uri="{FF2B5EF4-FFF2-40B4-BE49-F238E27FC236}">
                    <a16:creationId xmlns:a16="http://schemas.microsoft.com/office/drawing/2014/main" id="{5F7CE4E9-B2CA-A244-B38D-0DBFBBD01A45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" name="Vrije vorm 121">
                <a:extLst>
                  <a:ext uri="{FF2B5EF4-FFF2-40B4-BE49-F238E27FC236}">
                    <a16:creationId xmlns:a16="http://schemas.microsoft.com/office/drawing/2014/main" id="{BA6F2ECE-75B3-794B-97D3-7E7DF4E9E202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" name="Vrije vorm 122">
                <a:extLst>
                  <a:ext uri="{FF2B5EF4-FFF2-40B4-BE49-F238E27FC236}">
                    <a16:creationId xmlns:a16="http://schemas.microsoft.com/office/drawing/2014/main" id="{422CB170-FCFC-5746-A879-611E906E9184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" name="Vrije vorm 123">
                <a:extLst>
                  <a:ext uri="{FF2B5EF4-FFF2-40B4-BE49-F238E27FC236}">
                    <a16:creationId xmlns:a16="http://schemas.microsoft.com/office/drawing/2014/main" id="{41AF9F0C-F6CB-3C41-917E-1F1A8167BDAC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" name="Vrije vorm 124">
                <a:extLst>
                  <a:ext uri="{FF2B5EF4-FFF2-40B4-BE49-F238E27FC236}">
                    <a16:creationId xmlns:a16="http://schemas.microsoft.com/office/drawing/2014/main" id="{F42CBBFD-9262-7248-B1A2-131EB76E7904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6" name="Vrije vorm 125">
                <a:extLst>
                  <a:ext uri="{FF2B5EF4-FFF2-40B4-BE49-F238E27FC236}">
                    <a16:creationId xmlns:a16="http://schemas.microsoft.com/office/drawing/2014/main" id="{6415C356-38A9-9048-BA47-570668581AC9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7" name="Vrije vorm 126">
                <a:extLst>
                  <a:ext uri="{FF2B5EF4-FFF2-40B4-BE49-F238E27FC236}">
                    <a16:creationId xmlns:a16="http://schemas.microsoft.com/office/drawing/2014/main" id="{CA5B2601-1818-8849-8772-82A191BF2900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" name="Vrije vorm 127">
                <a:extLst>
                  <a:ext uri="{FF2B5EF4-FFF2-40B4-BE49-F238E27FC236}">
                    <a16:creationId xmlns:a16="http://schemas.microsoft.com/office/drawing/2014/main" id="{17F10F1B-4F08-BA4F-90FF-7D449A6A0173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" name="Vrije vorm 128">
                <a:extLst>
                  <a:ext uri="{FF2B5EF4-FFF2-40B4-BE49-F238E27FC236}">
                    <a16:creationId xmlns:a16="http://schemas.microsoft.com/office/drawing/2014/main" id="{38D37C1B-890C-144D-936C-A4A3C9C29F61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30" name="Groep 29">
            <a:extLst>
              <a:ext uri="{FF2B5EF4-FFF2-40B4-BE49-F238E27FC236}">
                <a16:creationId xmlns:a16="http://schemas.microsoft.com/office/drawing/2014/main" id="{52CEE95D-2F8C-4F42-84D7-9B8A86D83A54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E8D67537-4086-0049-9F4C-5CCB75B84BF0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081DD661-9694-1B47-8476-FFCC73BFBF9D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011DCC1E-2F8B-9142-9018-00751D77C124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0B931640-8C5D-D642-8938-2CCABBFFBA4A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569E740D-8CD0-7940-91F0-20E39016C4E8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49" name="Rechthoek: afgeronde hoeken 61">
                <a:extLst>
                  <a:ext uri="{FF2B5EF4-FFF2-40B4-BE49-F238E27FC236}">
                    <a16:creationId xmlns:a16="http://schemas.microsoft.com/office/drawing/2014/main" id="{868E8AE1-FFE1-9540-8318-D270C0CC44E7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7499B28E-511B-9946-92A5-CEDC4D2B452A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D8BB502B-6CE1-6B4E-B860-B94E9A92DA9C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8D9D5714-E548-5E4B-9B59-AF4CD3C83547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9ED02B61-26DF-8447-BFEC-3D5EC7C5450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FE4A1555-1881-8145-9E74-1F288AA9CF0D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6B542C20-EB71-5140-8DD2-6749B8A83B1D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5E64309A-D8A9-4C4E-857F-3E423587F3AD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3" name="Rechthoek: afgeronde hoeken 55">
                  <a:extLst>
                    <a:ext uri="{FF2B5EF4-FFF2-40B4-BE49-F238E27FC236}">
                      <a16:creationId xmlns:a16="http://schemas.microsoft.com/office/drawing/2014/main" id="{C5695C72-8308-E440-A74B-A78D6BB9060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43">
                  <a:extLst>
                    <a:ext uri="{FF2B5EF4-FFF2-40B4-BE49-F238E27FC236}">
                      <a16:creationId xmlns:a16="http://schemas.microsoft.com/office/drawing/2014/main" id="{B261B33C-1DD4-C74D-BA36-AE001837D34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44">
                  <a:extLst>
                    <a:ext uri="{FF2B5EF4-FFF2-40B4-BE49-F238E27FC236}">
                      <a16:creationId xmlns:a16="http://schemas.microsoft.com/office/drawing/2014/main" id="{6F53D79B-3600-8F48-BD62-B021A0411A9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592000A0-804A-9C43-9990-E1EDC03DD55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038EFA85-A8E0-B04A-9411-09FAAB5D077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55839506-5B60-894D-8C3D-8418AB6AB94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2" name="Boog 41">
                <a:extLst>
                  <a:ext uri="{FF2B5EF4-FFF2-40B4-BE49-F238E27FC236}">
                    <a16:creationId xmlns:a16="http://schemas.microsoft.com/office/drawing/2014/main" id="{A31AF42D-AA4E-D34B-A95F-986095F11FB3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8" name="Tekstvak 37">
              <a:extLst>
                <a:ext uri="{FF2B5EF4-FFF2-40B4-BE49-F238E27FC236}">
                  <a16:creationId xmlns:a16="http://schemas.microsoft.com/office/drawing/2014/main" id="{15857BCC-F7FC-9443-AA30-0C0EB7FFC4E9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kstvak 38">
              <a:extLst>
                <a:ext uri="{FF2B5EF4-FFF2-40B4-BE49-F238E27FC236}">
                  <a16:creationId xmlns:a16="http://schemas.microsoft.com/office/drawing/2014/main" id="{107D0E61-E422-DC47-A8F4-DFC984608F95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40" name="Vrije vorm: vorm 52">
              <a:extLst>
                <a:ext uri="{FF2B5EF4-FFF2-40B4-BE49-F238E27FC236}">
                  <a16:creationId xmlns:a16="http://schemas.microsoft.com/office/drawing/2014/main" id="{26D8FC53-8269-AB48-B08E-6E2E317CD863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ep 54">
            <a:extLst>
              <a:ext uri="{FF2B5EF4-FFF2-40B4-BE49-F238E27FC236}">
                <a16:creationId xmlns:a16="http://schemas.microsoft.com/office/drawing/2014/main" id="{CF2400C5-3086-114B-A385-627558247CB6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56" name="Rechthoek 55">
              <a:extLst>
                <a:ext uri="{FF2B5EF4-FFF2-40B4-BE49-F238E27FC236}">
                  <a16:creationId xmlns:a16="http://schemas.microsoft.com/office/drawing/2014/main" id="{E31A456E-F1D2-9641-AFA4-9AC06F1562BB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57" name="Ovaal 56">
              <a:extLst>
                <a:ext uri="{FF2B5EF4-FFF2-40B4-BE49-F238E27FC236}">
                  <a16:creationId xmlns:a16="http://schemas.microsoft.com/office/drawing/2014/main" id="{B7E4CEE6-696D-0B46-8763-47CC3982E676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8" name="Rechthoek 57">
              <a:extLst>
                <a:ext uri="{FF2B5EF4-FFF2-40B4-BE49-F238E27FC236}">
                  <a16:creationId xmlns:a16="http://schemas.microsoft.com/office/drawing/2014/main" id="{A5037C42-BE30-4149-8CDE-B8C153792C01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9" name="Groep 58">
              <a:extLst>
                <a:ext uri="{FF2B5EF4-FFF2-40B4-BE49-F238E27FC236}">
                  <a16:creationId xmlns:a16="http://schemas.microsoft.com/office/drawing/2014/main" id="{5F072B1B-4DA9-4A49-B58F-62DD6426EF98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54167389-2E39-3D48-82F5-4D8F1C18058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6" name="Ovaal 135">
                <a:extLst>
                  <a:ext uri="{FF2B5EF4-FFF2-40B4-BE49-F238E27FC236}">
                    <a16:creationId xmlns:a16="http://schemas.microsoft.com/office/drawing/2014/main" id="{514F33E3-C578-234B-89FB-35CC0116E7F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Vrije vorm: vorm 101">
                <a:extLst>
                  <a:ext uri="{FF2B5EF4-FFF2-40B4-BE49-F238E27FC236}">
                    <a16:creationId xmlns:a16="http://schemas.microsoft.com/office/drawing/2014/main" id="{4B199AC1-878B-3042-BC26-27441CDFA1E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Rechthoek: afgeronde hoeken 102">
                <a:extLst>
                  <a:ext uri="{FF2B5EF4-FFF2-40B4-BE49-F238E27FC236}">
                    <a16:creationId xmlns:a16="http://schemas.microsoft.com/office/drawing/2014/main" id="{E15DDA6D-A8FC-5B49-8716-A086938652AD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39" name="Rechte verbindingslijn 138">
                <a:extLst>
                  <a:ext uri="{FF2B5EF4-FFF2-40B4-BE49-F238E27FC236}">
                    <a16:creationId xmlns:a16="http://schemas.microsoft.com/office/drawing/2014/main" id="{5A25BC03-3E18-7F45-824A-F0AC56C389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Rechte verbindingslijn 139">
                <a:extLst>
                  <a:ext uri="{FF2B5EF4-FFF2-40B4-BE49-F238E27FC236}">
                    <a16:creationId xmlns:a16="http://schemas.microsoft.com/office/drawing/2014/main" id="{B09B9338-74A0-7340-B74B-CE0A3157FB19}"/>
                  </a:ext>
                </a:extLst>
              </p:cNvPr>
              <p:cNvCxnSpPr>
                <a:cxnSpLocks/>
                <a:stCxn id="13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60" name="Ovaal 59">
              <a:extLst>
                <a:ext uri="{FF2B5EF4-FFF2-40B4-BE49-F238E27FC236}">
                  <a16:creationId xmlns:a16="http://schemas.microsoft.com/office/drawing/2014/main" id="{3C64CBE8-E4A5-D34F-AF3B-5A04E47EE33A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61" name="Rechthoek 60">
              <a:extLst>
                <a:ext uri="{FF2B5EF4-FFF2-40B4-BE49-F238E27FC236}">
                  <a16:creationId xmlns:a16="http://schemas.microsoft.com/office/drawing/2014/main" id="{A38D54E4-6641-234F-8BBB-E0643D5DC329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ep 61">
              <a:extLst>
                <a:ext uri="{FF2B5EF4-FFF2-40B4-BE49-F238E27FC236}">
                  <a16:creationId xmlns:a16="http://schemas.microsoft.com/office/drawing/2014/main" id="{9904A5BB-4465-544B-B4BF-F4A36B62A257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132" name="Rechthoek 131">
                <a:extLst>
                  <a:ext uri="{FF2B5EF4-FFF2-40B4-BE49-F238E27FC236}">
                    <a16:creationId xmlns:a16="http://schemas.microsoft.com/office/drawing/2014/main" id="{5C0CB2A2-22D6-5C41-9864-38A4F46C6C0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133" name="Rechte verbindingslijn 132">
                <a:extLst>
                  <a:ext uri="{FF2B5EF4-FFF2-40B4-BE49-F238E27FC236}">
                    <a16:creationId xmlns:a16="http://schemas.microsoft.com/office/drawing/2014/main" id="{99C44FFC-A7B3-8C44-A838-CF697D2C9E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4" name="Gelijkbenige driehoek 98">
                <a:extLst>
                  <a:ext uri="{FF2B5EF4-FFF2-40B4-BE49-F238E27FC236}">
                    <a16:creationId xmlns:a16="http://schemas.microsoft.com/office/drawing/2014/main" id="{22CECB75-5343-5C41-980D-7D455C0F713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3" name="Ovaal 62">
              <a:extLst>
                <a:ext uri="{FF2B5EF4-FFF2-40B4-BE49-F238E27FC236}">
                  <a16:creationId xmlns:a16="http://schemas.microsoft.com/office/drawing/2014/main" id="{E0DE12B7-C679-144D-BA8F-795743319EB9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64" name="Rechthoek 63">
              <a:extLst>
                <a:ext uri="{FF2B5EF4-FFF2-40B4-BE49-F238E27FC236}">
                  <a16:creationId xmlns:a16="http://schemas.microsoft.com/office/drawing/2014/main" id="{F323E0DD-B1CB-464E-9A8A-24947048BC44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Ovaal 64">
              <a:extLst>
                <a:ext uri="{FF2B5EF4-FFF2-40B4-BE49-F238E27FC236}">
                  <a16:creationId xmlns:a16="http://schemas.microsoft.com/office/drawing/2014/main" id="{448BDC5B-1E16-A240-B087-798A689C5C67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66" name="Rechthoek 65">
              <a:extLst>
                <a:ext uri="{FF2B5EF4-FFF2-40B4-BE49-F238E27FC236}">
                  <a16:creationId xmlns:a16="http://schemas.microsoft.com/office/drawing/2014/main" id="{2FDC32E8-EC73-D243-8C3A-962ECDF3F915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7" name="Groep 66">
              <a:extLst>
                <a:ext uri="{FF2B5EF4-FFF2-40B4-BE49-F238E27FC236}">
                  <a16:creationId xmlns:a16="http://schemas.microsoft.com/office/drawing/2014/main" id="{541D922B-4E47-A947-BFD8-7466290750AC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91" name="Groep 90">
                <a:extLst>
                  <a:ext uri="{FF2B5EF4-FFF2-40B4-BE49-F238E27FC236}">
                    <a16:creationId xmlns:a16="http://schemas.microsoft.com/office/drawing/2014/main" id="{726D8AB2-B7D8-994A-A718-42F5880591C4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94" name="Groep 93">
                  <a:extLst>
                    <a:ext uri="{FF2B5EF4-FFF2-40B4-BE49-F238E27FC236}">
                      <a16:creationId xmlns:a16="http://schemas.microsoft.com/office/drawing/2014/main" id="{10C46165-E0A1-B74B-854C-C4F15440698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01" name="Groep 100">
                    <a:extLst>
                      <a:ext uri="{FF2B5EF4-FFF2-40B4-BE49-F238E27FC236}">
                        <a16:creationId xmlns:a16="http://schemas.microsoft.com/office/drawing/2014/main" id="{0FDE86AE-0E8B-CD45-B58E-41AEA7B7BC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04" name="Rechthoek 103">
                      <a:extLst>
                        <a:ext uri="{FF2B5EF4-FFF2-40B4-BE49-F238E27FC236}">
                          <a16:creationId xmlns:a16="http://schemas.microsoft.com/office/drawing/2014/main" id="{1CFA663B-56DF-6C46-8FAD-FE74798A1DE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0" name="Rechthoek 129">
                      <a:extLst>
                        <a:ext uri="{FF2B5EF4-FFF2-40B4-BE49-F238E27FC236}">
                          <a16:creationId xmlns:a16="http://schemas.microsoft.com/office/drawing/2014/main" id="{EC7DB9FA-EBBA-2B41-B8E2-65B9255C6D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Ovaal 130">
                      <a:extLst>
                        <a:ext uri="{FF2B5EF4-FFF2-40B4-BE49-F238E27FC236}">
                          <a16:creationId xmlns:a16="http://schemas.microsoft.com/office/drawing/2014/main" id="{C3D22F43-A34A-BC43-91C2-5F4EA6AA9CF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02" name="Afbeelding 101">
                    <a:extLst>
                      <a:ext uri="{FF2B5EF4-FFF2-40B4-BE49-F238E27FC236}">
                        <a16:creationId xmlns:a16="http://schemas.microsoft.com/office/drawing/2014/main" id="{BB409350-14F0-A24E-873B-AC7854B4D81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3" name="Afbeelding 102">
                    <a:extLst>
                      <a:ext uri="{FF2B5EF4-FFF2-40B4-BE49-F238E27FC236}">
                        <a16:creationId xmlns:a16="http://schemas.microsoft.com/office/drawing/2014/main" id="{3084CF2C-4EED-D340-9FFF-68C63443895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5" name="Groep 94">
                  <a:extLst>
                    <a:ext uri="{FF2B5EF4-FFF2-40B4-BE49-F238E27FC236}">
                      <a16:creationId xmlns:a16="http://schemas.microsoft.com/office/drawing/2014/main" id="{DE5433B1-0D59-F24F-BA6A-31C7EFBB76D6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9" name="Rechthoek 98">
                    <a:extLst>
                      <a:ext uri="{FF2B5EF4-FFF2-40B4-BE49-F238E27FC236}">
                        <a16:creationId xmlns:a16="http://schemas.microsoft.com/office/drawing/2014/main" id="{F3E344F7-DD81-1A4F-9D83-2EE8F8BCAC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0" name="Rechthoek 99">
                    <a:extLst>
                      <a:ext uri="{FF2B5EF4-FFF2-40B4-BE49-F238E27FC236}">
                        <a16:creationId xmlns:a16="http://schemas.microsoft.com/office/drawing/2014/main" id="{2629A58B-1CCC-C945-8BF5-89368B029A0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6" name="Groep 95">
                  <a:extLst>
                    <a:ext uri="{FF2B5EF4-FFF2-40B4-BE49-F238E27FC236}">
                      <a16:creationId xmlns:a16="http://schemas.microsoft.com/office/drawing/2014/main" id="{8E1335E7-4AFF-7547-8B46-CD6078E479C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7" name="Rechthoek 96">
                    <a:extLst>
                      <a:ext uri="{FF2B5EF4-FFF2-40B4-BE49-F238E27FC236}">
                        <a16:creationId xmlns:a16="http://schemas.microsoft.com/office/drawing/2014/main" id="{372F9F4E-D7D5-E643-A754-CF26294EC0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98" name="Rechthoek 97">
                    <a:extLst>
                      <a:ext uri="{FF2B5EF4-FFF2-40B4-BE49-F238E27FC236}">
                        <a16:creationId xmlns:a16="http://schemas.microsoft.com/office/drawing/2014/main" id="{CF565EE1-8164-AE47-B70E-D8B9ECE8A17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59EF65EB-4B13-E740-9D34-2795BDAFB4C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93" name="Gelijkbenige driehoek 78">
                <a:extLst>
                  <a:ext uri="{FF2B5EF4-FFF2-40B4-BE49-F238E27FC236}">
                    <a16:creationId xmlns:a16="http://schemas.microsoft.com/office/drawing/2014/main" id="{9FCFFF13-1DDD-A542-9375-6B4376B775D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8" name="Rechthoek 67">
              <a:extLst>
                <a:ext uri="{FF2B5EF4-FFF2-40B4-BE49-F238E27FC236}">
                  <a16:creationId xmlns:a16="http://schemas.microsoft.com/office/drawing/2014/main" id="{620378E5-896B-D740-AA19-412209457296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ep 68">
              <a:extLst>
                <a:ext uri="{FF2B5EF4-FFF2-40B4-BE49-F238E27FC236}">
                  <a16:creationId xmlns:a16="http://schemas.microsoft.com/office/drawing/2014/main" id="{0F12CB15-C477-D245-9441-5F46B75B3E2B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0A05C910-1A9A-DB4B-B479-1571BA6BF52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3205F363-A4C8-AB4F-8B77-B552A939F6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72" name="Groep 71">
                <a:extLst>
                  <a:ext uri="{FF2B5EF4-FFF2-40B4-BE49-F238E27FC236}">
                    <a16:creationId xmlns:a16="http://schemas.microsoft.com/office/drawing/2014/main" id="{58424F57-1E13-9640-984C-27E5BB87343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5" name="Rechthoek: afgeronde hoeken 61">
                  <a:extLst>
                    <a:ext uri="{FF2B5EF4-FFF2-40B4-BE49-F238E27FC236}">
                      <a16:creationId xmlns:a16="http://schemas.microsoft.com/office/drawing/2014/main" id="{6579F11D-46A1-9D46-9BCB-2A56911F25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91508EB8-87DE-0A4E-92D4-D4161E16DD2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hthoek 86">
                  <a:extLst>
                    <a:ext uri="{FF2B5EF4-FFF2-40B4-BE49-F238E27FC236}">
                      <a16:creationId xmlns:a16="http://schemas.microsoft.com/office/drawing/2014/main" id="{50D965D7-B936-7242-9B78-A3B943BA23A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hthoek 87">
                  <a:extLst>
                    <a:ext uri="{FF2B5EF4-FFF2-40B4-BE49-F238E27FC236}">
                      <a16:creationId xmlns:a16="http://schemas.microsoft.com/office/drawing/2014/main" id="{2B8A757C-D68E-7846-9A7A-EA890174F90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hthoek 88">
                  <a:extLst>
                    <a:ext uri="{FF2B5EF4-FFF2-40B4-BE49-F238E27FC236}">
                      <a16:creationId xmlns:a16="http://schemas.microsoft.com/office/drawing/2014/main" id="{8364BD3E-F319-2B4A-B715-392CA7AF447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Rechthoek 89">
                  <a:extLst>
                    <a:ext uri="{FF2B5EF4-FFF2-40B4-BE49-F238E27FC236}">
                      <a16:creationId xmlns:a16="http://schemas.microsoft.com/office/drawing/2014/main" id="{DA2EEA49-6246-F54A-AF81-C7D333E658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EEF2C13D-1DE4-FD4F-8293-27A8DDFFA6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FFB0BEE9-175E-AB4B-977C-7A639855702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9" name="Rechthoek: afgeronde hoeken 55">
                    <a:extLst>
                      <a:ext uri="{FF2B5EF4-FFF2-40B4-BE49-F238E27FC236}">
                        <a16:creationId xmlns:a16="http://schemas.microsoft.com/office/drawing/2014/main" id="{2E22FE77-DF93-7941-AF7D-D97626EDA1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393112E6-371C-7646-BA3B-0C8054B5982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1" name="Rechthoek 80">
                    <a:extLst>
                      <a:ext uri="{FF2B5EF4-FFF2-40B4-BE49-F238E27FC236}">
                        <a16:creationId xmlns:a16="http://schemas.microsoft.com/office/drawing/2014/main" id="{A5C29187-44E4-D64D-8B41-D0AE8B0371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2" name="Rechthoek 81">
                    <a:extLst>
                      <a:ext uri="{FF2B5EF4-FFF2-40B4-BE49-F238E27FC236}">
                        <a16:creationId xmlns:a16="http://schemas.microsoft.com/office/drawing/2014/main" id="{645D52FA-8AA4-824B-8979-32659DE2CF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3" name="Rechthoek 82">
                    <a:extLst>
                      <a:ext uri="{FF2B5EF4-FFF2-40B4-BE49-F238E27FC236}">
                        <a16:creationId xmlns:a16="http://schemas.microsoft.com/office/drawing/2014/main" id="{8AFAF1C6-95EA-4548-8B89-BEDCD5FA0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4" name="Rechthoek 83">
                    <a:extLst>
                      <a:ext uri="{FF2B5EF4-FFF2-40B4-BE49-F238E27FC236}">
                        <a16:creationId xmlns:a16="http://schemas.microsoft.com/office/drawing/2014/main" id="{7FD1FE9B-390C-554F-B145-C91C513A7C0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78" name="Boog 77">
                  <a:extLst>
                    <a:ext uri="{FF2B5EF4-FFF2-40B4-BE49-F238E27FC236}">
                      <a16:creationId xmlns:a16="http://schemas.microsoft.com/office/drawing/2014/main" id="{B06CE958-E70D-9249-ACE4-86784AC118D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74" name="Tekstvak 73">
                <a:extLst>
                  <a:ext uri="{FF2B5EF4-FFF2-40B4-BE49-F238E27FC236}">
                    <a16:creationId xmlns:a16="http://schemas.microsoft.com/office/drawing/2014/main" id="{337247DB-9D47-0B4A-B241-C0D6420C6B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Tekstvak 74">
                <a:extLst>
                  <a:ext uri="{FF2B5EF4-FFF2-40B4-BE49-F238E27FC236}">
                    <a16:creationId xmlns:a16="http://schemas.microsoft.com/office/drawing/2014/main" id="{53F3FFC7-4553-494B-A0BC-37BF9AC7FE84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Vrije vorm: vorm 52">
                <a:extLst>
                  <a:ext uri="{FF2B5EF4-FFF2-40B4-BE49-F238E27FC236}">
                    <a16:creationId xmlns:a16="http://schemas.microsoft.com/office/drawing/2014/main" id="{4EE70DCE-DB2F-A04E-8772-3D2BC72870C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141" name="Afbeelding 140">
            <a:extLst>
              <a:ext uri="{FF2B5EF4-FFF2-40B4-BE49-F238E27FC236}">
                <a16:creationId xmlns:a16="http://schemas.microsoft.com/office/drawing/2014/main" id="{5720CCDC-6B51-8644-A7B4-65EA1D1A92C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42" name="Ovaal 141">
            <a:extLst>
              <a:ext uri="{FF2B5EF4-FFF2-40B4-BE49-F238E27FC236}">
                <a16:creationId xmlns:a16="http://schemas.microsoft.com/office/drawing/2014/main" id="{DE7DD75F-A5F2-1449-8BA6-EAC759F17E78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143" name="Rechthoek 142">
            <a:extLst>
              <a:ext uri="{FF2B5EF4-FFF2-40B4-BE49-F238E27FC236}">
                <a16:creationId xmlns:a16="http://schemas.microsoft.com/office/drawing/2014/main" id="{BAA785C7-3918-204C-9C75-DC2B49ACDEC8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44" name="Afbeelding 143">
            <a:extLst>
              <a:ext uri="{FF2B5EF4-FFF2-40B4-BE49-F238E27FC236}">
                <a16:creationId xmlns:a16="http://schemas.microsoft.com/office/drawing/2014/main" id="{4263E260-BC0D-4B43-A36F-27EB4A3A65E9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053138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2B8AF499-C531-CD4F-BFD4-AF059915A3C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" y="1113008"/>
            <a:ext cx="7122541" cy="5179837"/>
          </a:xfrm>
          <a:custGeom>
            <a:avLst/>
            <a:gdLst/>
            <a:ahLst/>
            <a:cxnLst/>
            <a:rect l="l" t="t" r="r" b="b"/>
            <a:pathLst>
              <a:path w="7122541" h="5179837">
                <a:moveTo>
                  <a:pt x="5096712" y="1774347"/>
                </a:moveTo>
                <a:cubicBezTo>
                  <a:pt x="4882486" y="2247042"/>
                  <a:pt x="4587926" y="2736035"/>
                  <a:pt x="4213031" y="3241328"/>
                </a:cubicBezTo>
                <a:lnTo>
                  <a:pt x="5096712" y="3241328"/>
                </a:lnTo>
                <a:close/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59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4991927" y="83828"/>
                </a:moveTo>
                <a:lnTo>
                  <a:pt x="6413501" y="83828"/>
                </a:lnTo>
                <a:lnTo>
                  <a:pt x="6413501" y="3241328"/>
                </a:lnTo>
                <a:lnTo>
                  <a:pt x="7122541" y="3241328"/>
                </a:lnTo>
                <a:lnTo>
                  <a:pt x="7122541" y="4233286"/>
                </a:lnTo>
                <a:lnTo>
                  <a:pt x="6410008" y="4233286"/>
                </a:lnTo>
                <a:lnTo>
                  <a:pt x="6410008" y="5092517"/>
                </a:lnTo>
                <a:lnTo>
                  <a:pt x="5100205" y="5092517"/>
                </a:lnTo>
                <a:lnTo>
                  <a:pt x="5100205" y="4233286"/>
                </a:lnTo>
                <a:lnTo>
                  <a:pt x="2980069" y="4233286"/>
                </a:lnTo>
                <a:lnTo>
                  <a:pt x="2980069" y="3202907"/>
                </a:lnTo>
                <a:cubicBezTo>
                  <a:pt x="3352636" y="2774456"/>
                  <a:pt x="3723455" y="2277312"/>
                  <a:pt x="4092529" y="1711477"/>
                </a:cubicBezTo>
                <a:cubicBezTo>
                  <a:pt x="4461603" y="1145642"/>
                  <a:pt x="4761402" y="603092"/>
                  <a:pt x="4991927" y="83828"/>
                </a:cubicBezTo>
                <a:close/>
                <a:moveTo>
                  <a:pt x="761563" y="0"/>
                </a:moveTo>
                <a:cubicBezTo>
                  <a:pt x="1986375" y="0"/>
                  <a:pt x="2598781" y="848753"/>
                  <a:pt x="2598781" y="2546259"/>
                </a:cubicBezTo>
                <a:cubicBezTo>
                  <a:pt x="2598781" y="3405490"/>
                  <a:pt x="2435201" y="4059228"/>
                  <a:pt x="2108042" y="4507471"/>
                </a:cubicBezTo>
                <a:cubicBezTo>
                  <a:pt x="1780881" y="4955716"/>
                  <a:pt x="1302948" y="5179837"/>
                  <a:pt x="674243" y="5179837"/>
                </a:cubicBezTo>
                <a:cubicBezTo>
                  <a:pt x="433239" y="5179837"/>
                  <a:pt x="215075" y="5150858"/>
                  <a:pt x="19751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2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105" name="Groep 104">
            <a:extLst>
              <a:ext uri="{FF2B5EF4-FFF2-40B4-BE49-F238E27FC236}">
                <a16:creationId xmlns:a16="http://schemas.microsoft.com/office/drawing/2014/main" id="{E2780FD8-04D6-9D42-A6B2-B4D5B7534927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06" name="Vrije vorm 105">
              <a:extLst>
                <a:ext uri="{FF2B5EF4-FFF2-40B4-BE49-F238E27FC236}">
                  <a16:creationId xmlns:a16="http://schemas.microsoft.com/office/drawing/2014/main" id="{9566FBE4-600F-1744-8A38-06CE6C194180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7" name="Vrije vorm 106">
              <a:extLst>
                <a:ext uri="{FF2B5EF4-FFF2-40B4-BE49-F238E27FC236}">
                  <a16:creationId xmlns:a16="http://schemas.microsoft.com/office/drawing/2014/main" id="{8E8DC6C9-9789-BA4F-A29A-42946468AE78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8" name="Vrije vorm 107">
              <a:extLst>
                <a:ext uri="{FF2B5EF4-FFF2-40B4-BE49-F238E27FC236}">
                  <a16:creationId xmlns:a16="http://schemas.microsoft.com/office/drawing/2014/main" id="{5B38FDCD-5D20-1641-A5F9-3C7204EE4679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9" name="Vrije vorm 108">
              <a:extLst>
                <a:ext uri="{FF2B5EF4-FFF2-40B4-BE49-F238E27FC236}">
                  <a16:creationId xmlns:a16="http://schemas.microsoft.com/office/drawing/2014/main" id="{D2DB3665-9CE1-B042-9163-923224364193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0" name="Vrije vorm 109">
              <a:extLst>
                <a:ext uri="{FF2B5EF4-FFF2-40B4-BE49-F238E27FC236}">
                  <a16:creationId xmlns:a16="http://schemas.microsoft.com/office/drawing/2014/main" id="{48DBFD52-4E50-7F47-B496-6D6186C66454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1" name="Vrije vorm 110">
              <a:extLst>
                <a:ext uri="{FF2B5EF4-FFF2-40B4-BE49-F238E27FC236}">
                  <a16:creationId xmlns:a16="http://schemas.microsoft.com/office/drawing/2014/main" id="{E35F34ED-0A32-AF44-A818-E857C4F95FD9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2" name="Vrije vorm 111">
              <a:extLst>
                <a:ext uri="{FF2B5EF4-FFF2-40B4-BE49-F238E27FC236}">
                  <a16:creationId xmlns:a16="http://schemas.microsoft.com/office/drawing/2014/main" id="{DBCFCE5E-CE69-3D43-BA15-58714607C24F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3" name="Vrije vorm 112">
              <a:extLst>
                <a:ext uri="{FF2B5EF4-FFF2-40B4-BE49-F238E27FC236}">
                  <a16:creationId xmlns:a16="http://schemas.microsoft.com/office/drawing/2014/main" id="{E6DB55C5-41D2-E14A-86C2-A9CBFF82FDAE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4" name="Vrije vorm 113">
              <a:extLst>
                <a:ext uri="{FF2B5EF4-FFF2-40B4-BE49-F238E27FC236}">
                  <a16:creationId xmlns:a16="http://schemas.microsoft.com/office/drawing/2014/main" id="{EFA66AD3-DCD0-B347-97C4-03DE786AB3A9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15" name="Graphic 23">
              <a:extLst>
                <a:ext uri="{FF2B5EF4-FFF2-40B4-BE49-F238E27FC236}">
                  <a16:creationId xmlns:a16="http://schemas.microsoft.com/office/drawing/2014/main" id="{D6A19859-4CD1-FB44-8B56-692FA4049D80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16" name="Vrije vorm 115">
                <a:extLst>
                  <a:ext uri="{FF2B5EF4-FFF2-40B4-BE49-F238E27FC236}">
                    <a16:creationId xmlns:a16="http://schemas.microsoft.com/office/drawing/2014/main" id="{AA4E41F0-A845-4A45-B842-9E9531E122F8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7" name="Vrije vorm 116">
                <a:extLst>
                  <a:ext uri="{FF2B5EF4-FFF2-40B4-BE49-F238E27FC236}">
                    <a16:creationId xmlns:a16="http://schemas.microsoft.com/office/drawing/2014/main" id="{B867EA90-7313-6D48-A8D3-6271B6EFEA15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8" name="Vrije vorm 117">
                <a:extLst>
                  <a:ext uri="{FF2B5EF4-FFF2-40B4-BE49-F238E27FC236}">
                    <a16:creationId xmlns:a16="http://schemas.microsoft.com/office/drawing/2014/main" id="{A75CDC70-10A4-0F4E-922D-F48443115B4E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9" name="Vrije vorm 118">
                <a:extLst>
                  <a:ext uri="{FF2B5EF4-FFF2-40B4-BE49-F238E27FC236}">
                    <a16:creationId xmlns:a16="http://schemas.microsoft.com/office/drawing/2014/main" id="{2D34CB9C-1030-CD49-9B93-85069BADA4C3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0" name="Vrije vorm 119">
                <a:extLst>
                  <a:ext uri="{FF2B5EF4-FFF2-40B4-BE49-F238E27FC236}">
                    <a16:creationId xmlns:a16="http://schemas.microsoft.com/office/drawing/2014/main" id="{EE5155D2-60D8-844A-8240-EF98C10942B1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1" name="Vrije vorm 120">
                <a:extLst>
                  <a:ext uri="{FF2B5EF4-FFF2-40B4-BE49-F238E27FC236}">
                    <a16:creationId xmlns:a16="http://schemas.microsoft.com/office/drawing/2014/main" id="{C21EE870-2C19-014D-A6C9-22085D7A2B25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" name="Vrije vorm 121">
                <a:extLst>
                  <a:ext uri="{FF2B5EF4-FFF2-40B4-BE49-F238E27FC236}">
                    <a16:creationId xmlns:a16="http://schemas.microsoft.com/office/drawing/2014/main" id="{9A95398B-7D4D-1647-9F7D-055DEF34DD04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" name="Vrije vorm 122">
                <a:extLst>
                  <a:ext uri="{FF2B5EF4-FFF2-40B4-BE49-F238E27FC236}">
                    <a16:creationId xmlns:a16="http://schemas.microsoft.com/office/drawing/2014/main" id="{012E312F-6118-3B49-886B-E24A6210A8A3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" name="Vrije vorm 123">
                <a:extLst>
                  <a:ext uri="{FF2B5EF4-FFF2-40B4-BE49-F238E27FC236}">
                    <a16:creationId xmlns:a16="http://schemas.microsoft.com/office/drawing/2014/main" id="{F16C7FBC-9DF1-3946-AFB1-C2A6A459C473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" name="Vrije vorm 124">
                <a:extLst>
                  <a:ext uri="{FF2B5EF4-FFF2-40B4-BE49-F238E27FC236}">
                    <a16:creationId xmlns:a16="http://schemas.microsoft.com/office/drawing/2014/main" id="{CE7E2E48-1802-B84B-920D-65CDB824A380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6" name="Vrije vorm 125">
                <a:extLst>
                  <a:ext uri="{FF2B5EF4-FFF2-40B4-BE49-F238E27FC236}">
                    <a16:creationId xmlns:a16="http://schemas.microsoft.com/office/drawing/2014/main" id="{294E4264-F3F6-FA41-832C-1381072ABBAF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7" name="Vrije vorm 126">
                <a:extLst>
                  <a:ext uri="{FF2B5EF4-FFF2-40B4-BE49-F238E27FC236}">
                    <a16:creationId xmlns:a16="http://schemas.microsoft.com/office/drawing/2014/main" id="{C1B90672-0C8B-004D-992C-D263F4DCEB47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" name="Vrije vorm 127">
                <a:extLst>
                  <a:ext uri="{FF2B5EF4-FFF2-40B4-BE49-F238E27FC236}">
                    <a16:creationId xmlns:a16="http://schemas.microsoft.com/office/drawing/2014/main" id="{838CA431-F9C9-3041-81F5-10CE3E03050D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" name="Vrije vorm 128">
                <a:extLst>
                  <a:ext uri="{FF2B5EF4-FFF2-40B4-BE49-F238E27FC236}">
                    <a16:creationId xmlns:a16="http://schemas.microsoft.com/office/drawing/2014/main" id="{0AD1D6DA-9D5B-A243-8F73-56EA077D2617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30" name="Groep 29">
            <a:extLst>
              <a:ext uri="{FF2B5EF4-FFF2-40B4-BE49-F238E27FC236}">
                <a16:creationId xmlns:a16="http://schemas.microsoft.com/office/drawing/2014/main" id="{FF86FF6B-66F6-4441-B854-F7AB0C467390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E79CC7AA-6D02-D248-B15E-A3C3864278BF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CEAE04BE-3041-DC49-8391-743EC95FAFDE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90E5592B-A350-A84E-BEBF-51276FD5A8CC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855E3B1A-44F1-094C-A472-B9FA6771AEB4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91271BD9-806C-1F45-AC66-635301288B75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49" name="Rechthoek: afgeronde hoeken 61">
                <a:extLst>
                  <a:ext uri="{FF2B5EF4-FFF2-40B4-BE49-F238E27FC236}">
                    <a16:creationId xmlns:a16="http://schemas.microsoft.com/office/drawing/2014/main" id="{967D0FBA-4C32-BD46-8A5E-4A01DE0D41B7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8478D556-DBE6-EE4A-AA15-97DDCB9DFF7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B00265B9-F217-814E-90E6-CDA08883DD2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7679B419-37A0-5444-9966-A75D6E3A0736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81F5464B-9647-F247-B41D-87F3EC66FF5E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BC284FB6-DEC8-C349-9942-62DBBDB983AE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0406F960-C4F6-6543-B50E-246D8EA83ED5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907894D5-3D86-6B44-9E99-16F7363A2A97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3" name="Rechthoek: afgeronde hoeken 55">
                  <a:extLst>
                    <a:ext uri="{FF2B5EF4-FFF2-40B4-BE49-F238E27FC236}">
                      <a16:creationId xmlns:a16="http://schemas.microsoft.com/office/drawing/2014/main" id="{807CAF40-CB53-8545-9EE8-CB799FC4412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43">
                  <a:extLst>
                    <a:ext uri="{FF2B5EF4-FFF2-40B4-BE49-F238E27FC236}">
                      <a16:creationId xmlns:a16="http://schemas.microsoft.com/office/drawing/2014/main" id="{9A1F8365-3775-C94E-84AA-F75D145F08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44">
                  <a:extLst>
                    <a:ext uri="{FF2B5EF4-FFF2-40B4-BE49-F238E27FC236}">
                      <a16:creationId xmlns:a16="http://schemas.microsoft.com/office/drawing/2014/main" id="{99580E0A-9EEE-6247-9B44-308FACE1D05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17EE43CD-8704-5848-902B-B828A8872D5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98B60DB2-7A79-1A42-8824-8B9718463DE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0493320B-D8E6-D844-A057-7609D27A290A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2" name="Boog 41">
                <a:extLst>
                  <a:ext uri="{FF2B5EF4-FFF2-40B4-BE49-F238E27FC236}">
                    <a16:creationId xmlns:a16="http://schemas.microsoft.com/office/drawing/2014/main" id="{C6162147-7F47-7D45-B137-6C7590481335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8" name="Tekstvak 37">
              <a:extLst>
                <a:ext uri="{FF2B5EF4-FFF2-40B4-BE49-F238E27FC236}">
                  <a16:creationId xmlns:a16="http://schemas.microsoft.com/office/drawing/2014/main" id="{5D2FEFD3-AEA9-5E48-8B9E-9A470F36636A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kstvak 38">
              <a:extLst>
                <a:ext uri="{FF2B5EF4-FFF2-40B4-BE49-F238E27FC236}">
                  <a16:creationId xmlns:a16="http://schemas.microsoft.com/office/drawing/2014/main" id="{8A2021B5-A9BD-364B-9D66-9CFEC83951DC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40" name="Vrije vorm: vorm 52">
              <a:extLst>
                <a:ext uri="{FF2B5EF4-FFF2-40B4-BE49-F238E27FC236}">
                  <a16:creationId xmlns:a16="http://schemas.microsoft.com/office/drawing/2014/main" id="{B2624B66-BCCD-ED46-8C85-79FABE975873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ep 54">
            <a:extLst>
              <a:ext uri="{FF2B5EF4-FFF2-40B4-BE49-F238E27FC236}">
                <a16:creationId xmlns:a16="http://schemas.microsoft.com/office/drawing/2014/main" id="{6D2FCD2D-BDEA-E640-A4F3-6C4BC3C1F137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56" name="Rechthoek 55">
              <a:extLst>
                <a:ext uri="{FF2B5EF4-FFF2-40B4-BE49-F238E27FC236}">
                  <a16:creationId xmlns:a16="http://schemas.microsoft.com/office/drawing/2014/main" id="{6FC69E06-BCC1-0345-8E61-602571F8171D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57" name="Ovaal 56">
              <a:extLst>
                <a:ext uri="{FF2B5EF4-FFF2-40B4-BE49-F238E27FC236}">
                  <a16:creationId xmlns:a16="http://schemas.microsoft.com/office/drawing/2014/main" id="{F5AF8643-4412-E443-B744-C279AF57C597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8" name="Rechthoek 57">
              <a:extLst>
                <a:ext uri="{FF2B5EF4-FFF2-40B4-BE49-F238E27FC236}">
                  <a16:creationId xmlns:a16="http://schemas.microsoft.com/office/drawing/2014/main" id="{3B4D4BD1-4444-F241-9E44-892780982F4B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9" name="Groep 58">
              <a:extLst>
                <a:ext uri="{FF2B5EF4-FFF2-40B4-BE49-F238E27FC236}">
                  <a16:creationId xmlns:a16="http://schemas.microsoft.com/office/drawing/2014/main" id="{1695F1B6-A4FE-5142-B875-0748B0FA6CE3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BDB6F433-0000-0B4A-B56D-A11DF05A766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6" name="Ovaal 135">
                <a:extLst>
                  <a:ext uri="{FF2B5EF4-FFF2-40B4-BE49-F238E27FC236}">
                    <a16:creationId xmlns:a16="http://schemas.microsoft.com/office/drawing/2014/main" id="{7B4C6055-27AE-FE49-AFA5-DF1F397BAE2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Vrije vorm: vorm 101">
                <a:extLst>
                  <a:ext uri="{FF2B5EF4-FFF2-40B4-BE49-F238E27FC236}">
                    <a16:creationId xmlns:a16="http://schemas.microsoft.com/office/drawing/2014/main" id="{A41D38AB-7338-EB4A-9076-B58A2C0222A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Rechthoek: afgeronde hoeken 102">
                <a:extLst>
                  <a:ext uri="{FF2B5EF4-FFF2-40B4-BE49-F238E27FC236}">
                    <a16:creationId xmlns:a16="http://schemas.microsoft.com/office/drawing/2014/main" id="{6A28F8D6-0582-8A4C-9655-0D0F3840946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39" name="Rechte verbindingslijn 138">
                <a:extLst>
                  <a:ext uri="{FF2B5EF4-FFF2-40B4-BE49-F238E27FC236}">
                    <a16:creationId xmlns:a16="http://schemas.microsoft.com/office/drawing/2014/main" id="{2FC3A10C-C0E3-D942-B12B-418134B32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Rechte verbindingslijn 139">
                <a:extLst>
                  <a:ext uri="{FF2B5EF4-FFF2-40B4-BE49-F238E27FC236}">
                    <a16:creationId xmlns:a16="http://schemas.microsoft.com/office/drawing/2014/main" id="{FF2DA6A8-0D0D-2B49-9041-18CDFA50BAB9}"/>
                  </a:ext>
                </a:extLst>
              </p:cNvPr>
              <p:cNvCxnSpPr>
                <a:cxnSpLocks/>
                <a:stCxn id="13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60" name="Ovaal 59">
              <a:extLst>
                <a:ext uri="{FF2B5EF4-FFF2-40B4-BE49-F238E27FC236}">
                  <a16:creationId xmlns:a16="http://schemas.microsoft.com/office/drawing/2014/main" id="{D8BBF5B2-20D7-7045-B756-F3184D607B14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61" name="Rechthoek 60">
              <a:extLst>
                <a:ext uri="{FF2B5EF4-FFF2-40B4-BE49-F238E27FC236}">
                  <a16:creationId xmlns:a16="http://schemas.microsoft.com/office/drawing/2014/main" id="{0FE42894-8D41-7E47-B614-C7561FD24C56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ep 61">
              <a:extLst>
                <a:ext uri="{FF2B5EF4-FFF2-40B4-BE49-F238E27FC236}">
                  <a16:creationId xmlns:a16="http://schemas.microsoft.com/office/drawing/2014/main" id="{603F93AA-22F1-4446-83C6-5A7E36AE54BA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132" name="Rechthoek 131">
                <a:extLst>
                  <a:ext uri="{FF2B5EF4-FFF2-40B4-BE49-F238E27FC236}">
                    <a16:creationId xmlns:a16="http://schemas.microsoft.com/office/drawing/2014/main" id="{A38C3761-E93D-B747-951A-91A96F2C9B6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133" name="Rechte verbindingslijn 132">
                <a:extLst>
                  <a:ext uri="{FF2B5EF4-FFF2-40B4-BE49-F238E27FC236}">
                    <a16:creationId xmlns:a16="http://schemas.microsoft.com/office/drawing/2014/main" id="{03416335-C6EC-AC40-B985-2CB940C50A5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4" name="Gelijkbenige driehoek 98">
                <a:extLst>
                  <a:ext uri="{FF2B5EF4-FFF2-40B4-BE49-F238E27FC236}">
                    <a16:creationId xmlns:a16="http://schemas.microsoft.com/office/drawing/2014/main" id="{2E084F85-94E4-3442-A1F5-146DA17D468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3" name="Ovaal 62">
              <a:extLst>
                <a:ext uri="{FF2B5EF4-FFF2-40B4-BE49-F238E27FC236}">
                  <a16:creationId xmlns:a16="http://schemas.microsoft.com/office/drawing/2014/main" id="{8E352752-4D00-6E4D-9467-BB9B016C442E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64" name="Rechthoek 63">
              <a:extLst>
                <a:ext uri="{FF2B5EF4-FFF2-40B4-BE49-F238E27FC236}">
                  <a16:creationId xmlns:a16="http://schemas.microsoft.com/office/drawing/2014/main" id="{9387149E-A27C-DC47-88D5-A10BA115854E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Ovaal 64">
              <a:extLst>
                <a:ext uri="{FF2B5EF4-FFF2-40B4-BE49-F238E27FC236}">
                  <a16:creationId xmlns:a16="http://schemas.microsoft.com/office/drawing/2014/main" id="{9E463E97-E4B1-8C40-84B9-2952F9315679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66" name="Rechthoek 65">
              <a:extLst>
                <a:ext uri="{FF2B5EF4-FFF2-40B4-BE49-F238E27FC236}">
                  <a16:creationId xmlns:a16="http://schemas.microsoft.com/office/drawing/2014/main" id="{5639F775-5B90-DB40-B22D-E0CED766CA85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7" name="Groep 66">
              <a:extLst>
                <a:ext uri="{FF2B5EF4-FFF2-40B4-BE49-F238E27FC236}">
                  <a16:creationId xmlns:a16="http://schemas.microsoft.com/office/drawing/2014/main" id="{A2B98B1F-37A0-8A4E-8446-A00985E7D64F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91" name="Groep 90">
                <a:extLst>
                  <a:ext uri="{FF2B5EF4-FFF2-40B4-BE49-F238E27FC236}">
                    <a16:creationId xmlns:a16="http://schemas.microsoft.com/office/drawing/2014/main" id="{37579C14-1D52-4041-8C39-5D5FFB85528E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94" name="Groep 93">
                  <a:extLst>
                    <a:ext uri="{FF2B5EF4-FFF2-40B4-BE49-F238E27FC236}">
                      <a16:creationId xmlns:a16="http://schemas.microsoft.com/office/drawing/2014/main" id="{B29E4072-0BAD-4449-ADF3-B2A4EDF8E2B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01" name="Groep 100">
                    <a:extLst>
                      <a:ext uri="{FF2B5EF4-FFF2-40B4-BE49-F238E27FC236}">
                        <a16:creationId xmlns:a16="http://schemas.microsoft.com/office/drawing/2014/main" id="{D8F08DDD-C7F3-534D-B771-91DF67B1E8D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04" name="Rechthoek 103">
                      <a:extLst>
                        <a:ext uri="{FF2B5EF4-FFF2-40B4-BE49-F238E27FC236}">
                          <a16:creationId xmlns:a16="http://schemas.microsoft.com/office/drawing/2014/main" id="{50E3D7E0-4206-4E42-9F15-F4DE4E20495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0" name="Rechthoek 129">
                      <a:extLst>
                        <a:ext uri="{FF2B5EF4-FFF2-40B4-BE49-F238E27FC236}">
                          <a16:creationId xmlns:a16="http://schemas.microsoft.com/office/drawing/2014/main" id="{2CD41D18-0DD9-804F-B960-2BF5D466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Ovaal 130">
                      <a:extLst>
                        <a:ext uri="{FF2B5EF4-FFF2-40B4-BE49-F238E27FC236}">
                          <a16:creationId xmlns:a16="http://schemas.microsoft.com/office/drawing/2014/main" id="{AE143715-0C44-6D4C-867C-82FF3FE5056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02" name="Afbeelding 101">
                    <a:extLst>
                      <a:ext uri="{FF2B5EF4-FFF2-40B4-BE49-F238E27FC236}">
                        <a16:creationId xmlns:a16="http://schemas.microsoft.com/office/drawing/2014/main" id="{72B4BA00-263F-E645-9B40-3B99A59272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3" name="Afbeelding 102">
                    <a:extLst>
                      <a:ext uri="{FF2B5EF4-FFF2-40B4-BE49-F238E27FC236}">
                        <a16:creationId xmlns:a16="http://schemas.microsoft.com/office/drawing/2014/main" id="{A750B257-ACC1-1742-B86A-1317DDCB9A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5" name="Groep 94">
                  <a:extLst>
                    <a:ext uri="{FF2B5EF4-FFF2-40B4-BE49-F238E27FC236}">
                      <a16:creationId xmlns:a16="http://schemas.microsoft.com/office/drawing/2014/main" id="{91471A9F-803D-1541-AE2E-6C8A651F21C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9" name="Rechthoek 98">
                    <a:extLst>
                      <a:ext uri="{FF2B5EF4-FFF2-40B4-BE49-F238E27FC236}">
                        <a16:creationId xmlns:a16="http://schemas.microsoft.com/office/drawing/2014/main" id="{DEE53BEA-C6C7-294B-9E24-35FE6CB27E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0" name="Rechthoek 99">
                    <a:extLst>
                      <a:ext uri="{FF2B5EF4-FFF2-40B4-BE49-F238E27FC236}">
                        <a16:creationId xmlns:a16="http://schemas.microsoft.com/office/drawing/2014/main" id="{B2F36E93-8BDD-C84D-8D5E-2729AA6A76E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6" name="Groep 95">
                  <a:extLst>
                    <a:ext uri="{FF2B5EF4-FFF2-40B4-BE49-F238E27FC236}">
                      <a16:creationId xmlns:a16="http://schemas.microsoft.com/office/drawing/2014/main" id="{8EB441BE-7F4F-494E-A396-18DEA35B0E1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7" name="Rechthoek 96">
                    <a:extLst>
                      <a:ext uri="{FF2B5EF4-FFF2-40B4-BE49-F238E27FC236}">
                        <a16:creationId xmlns:a16="http://schemas.microsoft.com/office/drawing/2014/main" id="{5251C626-EC41-2645-ADDD-76C41150D8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98" name="Rechthoek 97">
                    <a:extLst>
                      <a:ext uri="{FF2B5EF4-FFF2-40B4-BE49-F238E27FC236}">
                        <a16:creationId xmlns:a16="http://schemas.microsoft.com/office/drawing/2014/main" id="{1270DE9E-23E6-E548-9757-61641700C46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63002F1A-5DA5-A04F-8FA9-5F6C413A009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93" name="Gelijkbenige driehoek 78">
                <a:extLst>
                  <a:ext uri="{FF2B5EF4-FFF2-40B4-BE49-F238E27FC236}">
                    <a16:creationId xmlns:a16="http://schemas.microsoft.com/office/drawing/2014/main" id="{7D629BA9-4319-3847-86D2-85EDFCF3EB4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8" name="Rechthoek 67">
              <a:extLst>
                <a:ext uri="{FF2B5EF4-FFF2-40B4-BE49-F238E27FC236}">
                  <a16:creationId xmlns:a16="http://schemas.microsoft.com/office/drawing/2014/main" id="{E58DF48A-EAC5-2C41-8C77-2EA798793B0E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ep 68">
              <a:extLst>
                <a:ext uri="{FF2B5EF4-FFF2-40B4-BE49-F238E27FC236}">
                  <a16:creationId xmlns:a16="http://schemas.microsoft.com/office/drawing/2014/main" id="{CC8904F0-89A5-5043-BD5D-7D5F37973D2C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14A973FA-DBBE-084D-B749-F6CAF8C7CC6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4B4AED9D-C1F4-E144-8D45-571DB3799428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72" name="Groep 71">
                <a:extLst>
                  <a:ext uri="{FF2B5EF4-FFF2-40B4-BE49-F238E27FC236}">
                    <a16:creationId xmlns:a16="http://schemas.microsoft.com/office/drawing/2014/main" id="{BF3E2301-4341-7B40-9658-7596B0F0A8B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5" name="Rechthoek: afgeronde hoeken 61">
                  <a:extLst>
                    <a:ext uri="{FF2B5EF4-FFF2-40B4-BE49-F238E27FC236}">
                      <a16:creationId xmlns:a16="http://schemas.microsoft.com/office/drawing/2014/main" id="{803AA2DF-E80D-B64F-8517-804A06FC9249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69F14BEE-6807-E749-9E5C-DCF6D0F0997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hthoek 86">
                  <a:extLst>
                    <a:ext uri="{FF2B5EF4-FFF2-40B4-BE49-F238E27FC236}">
                      <a16:creationId xmlns:a16="http://schemas.microsoft.com/office/drawing/2014/main" id="{AF58FC15-16CD-5A42-8D2E-8F9B5A8F9D1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hthoek 87">
                  <a:extLst>
                    <a:ext uri="{FF2B5EF4-FFF2-40B4-BE49-F238E27FC236}">
                      <a16:creationId xmlns:a16="http://schemas.microsoft.com/office/drawing/2014/main" id="{39AAE0E8-3A8D-5B4F-8026-D778D7FAD6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hthoek 88">
                  <a:extLst>
                    <a:ext uri="{FF2B5EF4-FFF2-40B4-BE49-F238E27FC236}">
                      <a16:creationId xmlns:a16="http://schemas.microsoft.com/office/drawing/2014/main" id="{C1E0D365-9288-C644-B7D7-D45F0817607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Rechthoek 89">
                  <a:extLst>
                    <a:ext uri="{FF2B5EF4-FFF2-40B4-BE49-F238E27FC236}">
                      <a16:creationId xmlns:a16="http://schemas.microsoft.com/office/drawing/2014/main" id="{D5642BBF-F18B-B94A-9E38-D8424C3E7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78EC9034-F427-A54C-9110-D380CBA6F285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2E239D2F-B8A5-9545-A69E-DFB8BA933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9" name="Rechthoek: afgeronde hoeken 55">
                    <a:extLst>
                      <a:ext uri="{FF2B5EF4-FFF2-40B4-BE49-F238E27FC236}">
                        <a16:creationId xmlns:a16="http://schemas.microsoft.com/office/drawing/2014/main" id="{0A8CBDBE-CADB-4F4E-BF34-ED4A441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8EA8BF03-3D54-4A44-9E61-AC6E3C0875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1" name="Rechthoek 80">
                    <a:extLst>
                      <a:ext uri="{FF2B5EF4-FFF2-40B4-BE49-F238E27FC236}">
                        <a16:creationId xmlns:a16="http://schemas.microsoft.com/office/drawing/2014/main" id="{7351E505-EF87-7140-8CC5-1326810AB93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2" name="Rechthoek 81">
                    <a:extLst>
                      <a:ext uri="{FF2B5EF4-FFF2-40B4-BE49-F238E27FC236}">
                        <a16:creationId xmlns:a16="http://schemas.microsoft.com/office/drawing/2014/main" id="{A80E7F5C-2E21-B544-8857-6EF81F0653F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3" name="Rechthoek 82">
                    <a:extLst>
                      <a:ext uri="{FF2B5EF4-FFF2-40B4-BE49-F238E27FC236}">
                        <a16:creationId xmlns:a16="http://schemas.microsoft.com/office/drawing/2014/main" id="{B2ED7837-89DE-CA48-9408-7C257C7C2CF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4" name="Rechthoek 83">
                    <a:extLst>
                      <a:ext uri="{FF2B5EF4-FFF2-40B4-BE49-F238E27FC236}">
                        <a16:creationId xmlns:a16="http://schemas.microsoft.com/office/drawing/2014/main" id="{5519BF4A-3700-6C4D-B897-A77A04FBE43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78" name="Boog 77">
                  <a:extLst>
                    <a:ext uri="{FF2B5EF4-FFF2-40B4-BE49-F238E27FC236}">
                      <a16:creationId xmlns:a16="http://schemas.microsoft.com/office/drawing/2014/main" id="{EC0E872A-67C5-BF49-B8AE-F4B1ECBF9A0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74" name="Tekstvak 73">
                <a:extLst>
                  <a:ext uri="{FF2B5EF4-FFF2-40B4-BE49-F238E27FC236}">
                    <a16:creationId xmlns:a16="http://schemas.microsoft.com/office/drawing/2014/main" id="{5FB6BD9C-D7CB-6940-8233-02D785DA636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Tekstvak 74">
                <a:extLst>
                  <a:ext uri="{FF2B5EF4-FFF2-40B4-BE49-F238E27FC236}">
                    <a16:creationId xmlns:a16="http://schemas.microsoft.com/office/drawing/2014/main" id="{E28750FD-FA96-5E4F-B540-190738A0D5F4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Vrije vorm: vorm 52">
                <a:extLst>
                  <a:ext uri="{FF2B5EF4-FFF2-40B4-BE49-F238E27FC236}">
                    <a16:creationId xmlns:a16="http://schemas.microsoft.com/office/drawing/2014/main" id="{C9D2EDEB-3447-BD47-9BF3-E3AD6EAB484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141" name="Afbeelding 140">
            <a:extLst>
              <a:ext uri="{FF2B5EF4-FFF2-40B4-BE49-F238E27FC236}">
                <a16:creationId xmlns:a16="http://schemas.microsoft.com/office/drawing/2014/main" id="{3FEB35BE-0F49-184C-9CC3-6451435AE74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42" name="Ovaal 141">
            <a:extLst>
              <a:ext uri="{FF2B5EF4-FFF2-40B4-BE49-F238E27FC236}">
                <a16:creationId xmlns:a16="http://schemas.microsoft.com/office/drawing/2014/main" id="{92FD09BB-8C51-FE46-BDC7-DC3CF9753F2D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143" name="Rechthoek 142">
            <a:extLst>
              <a:ext uri="{FF2B5EF4-FFF2-40B4-BE49-F238E27FC236}">
                <a16:creationId xmlns:a16="http://schemas.microsoft.com/office/drawing/2014/main" id="{1D1F41A4-AC5F-EC4E-B36F-E8B27F252DEE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44" name="Afbeelding 143">
            <a:extLst>
              <a:ext uri="{FF2B5EF4-FFF2-40B4-BE49-F238E27FC236}">
                <a16:creationId xmlns:a16="http://schemas.microsoft.com/office/drawing/2014/main" id="{081D5A25-F694-074A-87E2-70E4C5BEC3D3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380071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E31EB834-89B4-2940-B9E4-91C428C86F77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" y="1113008"/>
            <a:ext cx="6630055" cy="5179837"/>
          </a:xfrm>
          <a:custGeom>
            <a:avLst/>
            <a:gdLst/>
            <a:ahLst/>
            <a:cxnLst/>
            <a:rect l="l" t="t" r="r" b="b"/>
            <a:pathLst>
              <a:path w="6630055" h="5179837"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60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3580832" y="83828"/>
                </a:moveTo>
                <a:lnTo>
                  <a:pt x="6410008" y="83828"/>
                </a:lnTo>
                <a:lnTo>
                  <a:pt x="6410008" y="1243440"/>
                </a:lnTo>
                <a:lnTo>
                  <a:pt x="4733460" y="1243440"/>
                </a:lnTo>
                <a:lnTo>
                  <a:pt x="4684560" y="1945495"/>
                </a:lnTo>
                <a:cubicBezTo>
                  <a:pt x="4819616" y="1931524"/>
                  <a:pt x="4946521" y="1924538"/>
                  <a:pt x="5065276" y="1924538"/>
                </a:cubicBezTo>
                <a:cubicBezTo>
                  <a:pt x="5554270" y="1924538"/>
                  <a:pt x="5937314" y="2056683"/>
                  <a:pt x="6214411" y="2320972"/>
                </a:cubicBezTo>
                <a:cubicBezTo>
                  <a:pt x="6491507" y="2585262"/>
                  <a:pt x="6630055" y="2944439"/>
                  <a:pt x="6630055" y="3398504"/>
                </a:cubicBezTo>
                <a:cubicBezTo>
                  <a:pt x="6630055" y="3740800"/>
                  <a:pt x="6549138" y="4047585"/>
                  <a:pt x="6387305" y="4318860"/>
                </a:cubicBezTo>
                <a:cubicBezTo>
                  <a:pt x="6225471" y="4590135"/>
                  <a:pt x="5992036" y="4801450"/>
                  <a:pt x="5686997" y="4952805"/>
                </a:cubicBezTo>
                <a:cubicBezTo>
                  <a:pt x="5381958" y="5104160"/>
                  <a:pt x="5022199" y="5179837"/>
                  <a:pt x="4607718" y="5179837"/>
                </a:cubicBezTo>
                <a:cubicBezTo>
                  <a:pt x="4377193" y="5179837"/>
                  <a:pt x="4136772" y="5160045"/>
                  <a:pt x="3886453" y="5120460"/>
                </a:cubicBezTo>
                <a:cubicBezTo>
                  <a:pt x="3636135" y="5080875"/>
                  <a:pt x="3430641" y="5030811"/>
                  <a:pt x="3269973" y="4970269"/>
                </a:cubicBezTo>
                <a:lnTo>
                  <a:pt x="3269973" y="3810656"/>
                </a:lnTo>
                <a:cubicBezTo>
                  <a:pt x="3619253" y="3996939"/>
                  <a:pt x="3988327" y="4090081"/>
                  <a:pt x="4377193" y="4090081"/>
                </a:cubicBezTo>
                <a:cubicBezTo>
                  <a:pt x="4633333" y="4090081"/>
                  <a:pt x="4827183" y="4043510"/>
                  <a:pt x="4958746" y="3950368"/>
                </a:cubicBezTo>
                <a:cubicBezTo>
                  <a:pt x="5090309" y="3857227"/>
                  <a:pt x="5156090" y="3725665"/>
                  <a:pt x="5156090" y="3555681"/>
                </a:cubicBezTo>
                <a:cubicBezTo>
                  <a:pt x="5156090" y="3187772"/>
                  <a:pt x="4851051" y="3003817"/>
                  <a:pt x="4240973" y="3003817"/>
                </a:cubicBezTo>
                <a:cubicBezTo>
                  <a:pt x="3935935" y="3003817"/>
                  <a:pt x="3653017" y="3032924"/>
                  <a:pt x="3392221" y="3091137"/>
                </a:cubicBezTo>
                <a:close/>
                <a:moveTo>
                  <a:pt x="761563" y="0"/>
                </a:moveTo>
                <a:cubicBezTo>
                  <a:pt x="1986375" y="0"/>
                  <a:pt x="2598781" y="848753"/>
                  <a:pt x="2598781" y="2546259"/>
                </a:cubicBezTo>
                <a:cubicBezTo>
                  <a:pt x="2598781" y="3405490"/>
                  <a:pt x="2435201" y="4059228"/>
                  <a:pt x="2108042" y="4507471"/>
                </a:cubicBezTo>
                <a:cubicBezTo>
                  <a:pt x="1780881" y="4955716"/>
                  <a:pt x="1302948" y="5179837"/>
                  <a:pt x="674243" y="5179837"/>
                </a:cubicBezTo>
                <a:cubicBezTo>
                  <a:pt x="433239" y="5179837"/>
                  <a:pt x="215075" y="5150858"/>
                  <a:pt x="19751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2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105" name="Groep 104">
            <a:extLst>
              <a:ext uri="{FF2B5EF4-FFF2-40B4-BE49-F238E27FC236}">
                <a16:creationId xmlns:a16="http://schemas.microsoft.com/office/drawing/2014/main" id="{7589CBE2-869C-5745-9551-46E05C0F358B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06" name="Vrije vorm 105">
              <a:extLst>
                <a:ext uri="{FF2B5EF4-FFF2-40B4-BE49-F238E27FC236}">
                  <a16:creationId xmlns:a16="http://schemas.microsoft.com/office/drawing/2014/main" id="{68B6DC74-A867-4248-AD6F-56FBE8CB390F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7" name="Vrije vorm 106">
              <a:extLst>
                <a:ext uri="{FF2B5EF4-FFF2-40B4-BE49-F238E27FC236}">
                  <a16:creationId xmlns:a16="http://schemas.microsoft.com/office/drawing/2014/main" id="{ADD09EEC-6A71-E441-9D0A-1377151B8B64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8" name="Vrije vorm 107">
              <a:extLst>
                <a:ext uri="{FF2B5EF4-FFF2-40B4-BE49-F238E27FC236}">
                  <a16:creationId xmlns:a16="http://schemas.microsoft.com/office/drawing/2014/main" id="{3C5CE54D-5D59-2A4A-9BEA-15154D674FCB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9" name="Vrije vorm 108">
              <a:extLst>
                <a:ext uri="{FF2B5EF4-FFF2-40B4-BE49-F238E27FC236}">
                  <a16:creationId xmlns:a16="http://schemas.microsoft.com/office/drawing/2014/main" id="{54F1C18E-7279-9541-9222-71D0BE25793C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0" name="Vrije vorm 109">
              <a:extLst>
                <a:ext uri="{FF2B5EF4-FFF2-40B4-BE49-F238E27FC236}">
                  <a16:creationId xmlns:a16="http://schemas.microsoft.com/office/drawing/2014/main" id="{2EB4353F-0718-FB43-8099-DFB9D27D3078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1" name="Vrije vorm 110">
              <a:extLst>
                <a:ext uri="{FF2B5EF4-FFF2-40B4-BE49-F238E27FC236}">
                  <a16:creationId xmlns:a16="http://schemas.microsoft.com/office/drawing/2014/main" id="{D6B09781-CD76-CE40-A8E1-3D5F9C998276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2" name="Vrije vorm 111">
              <a:extLst>
                <a:ext uri="{FF2B5EF4-FFF2-40B4-BE49-F238E27FC236}">
                  <a16:creationId xmlns:a16="http://schemas.microsoft.com/office/drawing/2014/main" id="{597E40D9-9621-8E4F-B2F3-713DE82BE60F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3" name="Vrije vorm 112">
              <a:extLst>
                <a:ext uri="{FF2B5EF4-FFF2-40B4-BE49-F238E27FC236}">
                  <a16:creationId xmlns:a16="http://schemas.microsoft.com/office/drawing/2014/main" id="{712E8544-40FC-EF4A-B089-E4B74CCF9F1D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4" name="Vrije vorm 113">
              <a:extLst>
                <a:ext uri="{FF2B5EF4-FFF2-40B4-BE49-F238E27FC236}">
                  <a16:creationId xmlns:a16="http://schemas.microsoft.com/office/drawing/2014/main" id="{9BE69E45-5632-0F4C-BD95-C42F9E993865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15" name="Graphic 23">
              <a:extLst>
                <a:ext uri="{FF2B5EF4-FFF2-40B4-BE49-F238E27FC236}">
                  <a16:creationId xmlns:a16="http://schemas.microsoft.com/office/drawing/2014/main" id="{128DCB76-59A9-7D46-8B25-BBAF902842F9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16" name="Vrije vorm 115">
                <a:extLst>
                  <a:ext uri="{FF2B5EF4-FFF2-40B4-BE49-F238E27FC236}">
                    <a16:creationId xmlns:a16="http://schemas.microsoft.com/office/drawing/2014/main" id="{8C43157C-56D6-A14F-8713-8F959F6C70B8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7" name="Vrije vorm 116">
                <a:extLst>
                  <a:ext uri="{FF2B5EF4-FFF2-40B4-BE49-F238E27FC236}">
                    <a16:creationId xmlns:a16="http://schemas.microsoft.com/office/drawing/2014/main" id="{DE9E310E-293E-6D42-BE05-E42E44B81F62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8" name="Vrije vorm 117">
                <a:extLst>
                  <a:ext uri="{FF2B5EF4-FFF2-40B4-BE49-F238E27FC236}">
                    <a16:creationId xmlns:a16="http://schemas.microsoft.com/office/drawing/2014/main" id="{8E0129D3-3F4D-3F44-9C74-6FA84A9ECCB6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9" name="Vrije vorm 118">
                <a:extLst>
                  <a:ext uri="{FF2B5EF4-FFF2-40B4-BE49-F238E27FC236}">
                    <a16:creationId xmlns:a16="http://schemas.microsoft.com/office/drawing/2014/main" id="{911291AB-FEE4-7242-A535-5B4D9F4B36EF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0" name="Vrije vorm 119">
                <a:extLst>
                  <a:ext uri="{FF2B5EF4-FFF2-40B4-BE49-F238E27FC236}">
                    <a16:creationId xmlns:a16="http://schemas.microsoft.com/office/drawing/2014/main" id="{EE9BB474-F0D7-C34F-81BD-FA8D82292272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1" name="Vrije vorm 120">
                <a:extLst>
                  <a:ext uri="{FF2B5EF4-FFF2-40B4-BE49-F238E27FC236}">
                    <a16:creationId xmlns:a16="http://schemas.microsoft.com/office/drawing/2014/main" id="{EE72EC97-99F5-3341-8834-A78383CA4261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" name="Vrije vorm 121">
                <a:extLst>
                  <a:ext uri="{FF2B5EF4-FFF2-40B4-BE49-F238E27FC236}">
                    <a16:creationId xmlns:a16="http://schemas.microsoft.com/office/drawing/2014/main" id="{83E49866-E319-6845-B52F-C055D9E0441B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" name="Vrije vorm 122">
                <a:extLst>
                  <a:ext uri="{FF2B5EF4-FFF2-40B4-BE49-F238E27FC236}">
                    <a16:creationId xmlns:a16="http://schemas.microsoft.com/office/drawing/2014/main" id="{F29FCF32-3684-E149-8B7F-C05664469DF6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" name="Vrije vorm 123">
                <a:extLst>
                  <a:ext uri="{FF2B5EF4-FFF2-40B4-BE49-F238E27FC236}">
                    <a16:creationId xmlns:a16="http://schemas.microsoft.com/office/drawing/2014/main" id="{BEC42E3D-3B29-9747-A596-ACAEAD556C71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" name="Vrije vorm 124">
                <a:extLst>
                  <a:ext uri="{FF2B5EF4-FFF2-40B4-BE49-F238E27FC236}">
                    <a16:creationId xmlns:a16="http://schemas.microsoft.com/office/drawing/2014/main" id="{374DF0B8-A142-F444-A955-35E08264D29C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6" name="Vrije vorm 125">
                <a:extLst>
                  <a:ext uri="{FF2B5EF4-FFF2-40B4-BE49-F238E27FC236}">
                    <a16:creationId xmlns:a16="http://schemas.microsoft.com/office/drawing/2014/main" id="{4C841C47-07CD-5941-B2A6-53B6D698A5CC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7" name="Vrije vorm 126">
                <a:extLst>
                  <a:ext uri="{FF2B5EF4-FFF2-40B4-BE49-F238E27FC236}">
                    <a16:creationId xmlns:a16="http://schemas.microsoft.com/office/drawing/2014/main" id="{51B1CC46-624E-6048-BD49-B8C3E9E87AD6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" name="Vrije vorm 127">
                <a:extLst>
                  <a:ext uri="{FF2B5EF4-FFF2-40B4-BE49-F238E27FC236}">
                    <a16:creationId xmlns:a16="http://schemas.microsoft.com/office/drawing/2014/main" id="{7D7A2CD3-E245-2C47-A4EB-DC057CE41398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" name="Vrije vorm 128">
                <a:extLst>
                  <a:ext uri="{FF2B5EF4-FFF2-40B4-BE49-F238E27FC236}">
                    <a16:creationId xmlns:a16="http://schemas.microsoft.com/office/drawing/2014/main" id="{110F17D1-A534-2649-8C01-F918FE88933A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30" name="Groep 29">
            <a:extLst>
              <a:ext uri="{FF2B5EF4-FFF2-40B4-BE49-F238E27FC236}">
                <a16:creationId xmlns:a16="http://schemas.microsoft.com/office/drawing/2014/main" id="{16E22190-4A77-4441-8BCD-5D5CFA63A058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213CB43B-54D2-AE4C-82E9-493EB14FEB1D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CF5B4723-91DC-B941-BAD3-AB8508CC20A5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A82DE1D0-FAFE-9249-B241-17936712B5EC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92D9FBB6-DC6B-A44B-848E-31DBBEF026E5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41FFF773-B69E-7945-B91E-B3F99A10B3E8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49" name="Rechthoek: afgeronde hoeken 61">
                <a:extLst>
                  <a:ext uri="{FF2B5EF4-FFF2-40B4-BE49-F238E27FC236}">
                    <a16:creationId xmlns:a16="http://schemas.microsoft.com/office/drawing/2014/main" id="{5C593761-261E-3A42-987D-3918260303B4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760FC19E-5264-1442-8C28-45C16FB411E5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36BA5A29-0A8D-6046-84FA-947319E53102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FA3B834A-3668-BA4E-B237-86264F83356D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456DEC34-DE2B-C741-B274-9EE2EC755A6E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A19CFB54-E386-E64C-9BBE-B60A83B6AAE3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2B4D8A40-6B93-F043-9B6F-D82CD8A63AF1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297203AB-5907-BF4D-88BD-1449DA79A2FF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3" name="Rechthoek: afgeronde hoeken 55">
                  <a:extLst>
                    <a:ext uri="{FF2B5EF4-FFF2-40B4-BE49-F238E27FC236}">
                      <a16:creationId xmlns:a16="http://schemas.microsoft.com/office/drawing/2014/main" id="{4C4853CD-C9BA-2A4A-B0B5-20B0C4590C2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43">
                  <a:extLst>
                    <a:ext uri="{FF2B5EF4-FFF2-40B4-BE49-F238E27FC236}">
                      <a16:creationId xmlns:a16="http://schemas.microsoft.com/office/drawing/2014/main" id="{36CE19F2-6126-184A-9EE9-2694DE8C9C4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44">
                  <a:extLst>
                    <a:ext uri="{FF2B5EF4-FFF2-40B4-BE49-F238E27FC236}">
                      <a16:creationId xmlns:a16="http://schemas.microsoft.com/office/drawing/2014/main" id="{12888672-EF50-DC49-B7F5-FD1FF20F31B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A67CB880-09A4-2F41-BE0A-357E53BDC15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BE4B68F6-BFD8-6442-BF9E-E73CAE7737F9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B17B8235-130D-BE4A-95AB-1476E5B485AA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2" name="Boog 41">
                <a:extLst>
                  <a:ext uri="{FF2B5EF4-FFF2-40B4-BE49-F238E27FC236}">
                    <a16:creationId xmlns:a16="http://schemas.microsoft.com/office/drawing/2014/main" id="{1A0C34BF-D73F-DE41-A1F0-B85C758D0D30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8" name="Tekstvak 37">
              <a:extLst>
                <a:ext uri="{FF2B5EF4-FFF2-40B4-BE49-F238E27FC236}">
                  <a16:creationId xmlns:a16="http://schemas.microsoft.com/office/drawing/2014/main" id="{609C9725-59A9-134C-9019-EC17A0393308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kstvak 38">
              <a:extLst>
                <a:ext uri="{FF2B5EF4-FFF2-40B4-BE49-F238E27FC236}">
                  <a16:creationId xmlns:a16="http://schemas.microsoft.com/office/drawing/2014/main" id="{E2AE06FB-9419-8442-9770-11A8752E0078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40" name="Vrije vorm: vorm 52">
              <a:extLst>
                <a:ext uri="{FF2B5EF4-FFF2-40B4-BE49-F238E27FC236}">
                  <a16:creationId xmlns:a16="http://schemas.microsoft.com/office/drawing/2014/main" id="{F974411F-C9B5-A947-8390-A7A6DA9CB2B5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ep 54">
            <a:extLst>
              <a:ext uri="{FF2B5EF4-FFF2-40B4-BE49-F238E27FC236}">
                <a16:creationId xmlns:a16="http://schemas.microsoft.com/office/drawing/2014/main" id="{80C85C5A-B3E1-3A47-9140-FE083AB35C28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56" name="Rechthoek 55">
              <a:extLst>
                <a:ext uri="{FF2B5EF4-FFF2-40B4-BE49-F238E27FC236}">
                  <a16:creationId xmlns:a16="http://schemas.microsoft.com/office/drawing/2014/main" id="{AD7F4D9A-D55A-5249-91CE-7DD4FF6100B8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57" name="Ovaal 56">
              <a:extLst>
                <a:ext uri="{FF2B5EF4-FFF2-40B4-BE49-F238E27FC236}">
                  <a16:creationId xmlns:a16="http://schemas.microsoft.com/office/drawing/2014/main" id="{559F3A06-3ABD-4547-9690-7B66E65AF1FC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8" name="Rechthoek 57">
              <a:extLst>
                <a:ext uri="{FF2B5EF4-FFF2-40B4-BE49-F238E27FC236}">
                  <a16:creationId xmlns:a16="http://schemas.microsoft.com/office/drawing/2014/main" id="{15CED99E-DBD2-BC43-B129-7E46E3ABF1AD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9" name="Groep 58">
              <a:extLst>
                <a:ext uri="{FF2B5EF4-FFF2-40B4-BE49-F238E27FC236}">
                  <a16:creationId xmlns:a16="http://schemas.microsoft.com/office/drawing/2014/main" id="{CB80EEEE-628E-DB4D-A1ED-1E34F8EC5033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A8B002CA-34A1-1143-8BFC-1FAB98ACC32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6" name="Ovaal 135">
                <a:extLst>
                  <a:ext uri="{FF2B5EF4-FFF2-40B4-BE49-F238E27FC236}">
                    <a16:creationId xmlns:a16="http://schemas.microsoft.com/office/drawing/2014/main" id="{4D5D2F71-16BA-FF4D-ADBD-D48ADA93280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Vrije vorm: vorm 101">
                <a:extLst>
                  <a:ext uri="{FF2B5EF4-FFF2-40B4-BE49-F238E27FC236}">
                    <a16:creationId xmlns:a16="http://schemas.microsoft.com/office/drawing/2014/main" id="{AC9132DF-E28F-3544-8DA7-9215342AD9D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Rechthoek: afgeronde hoeken 102">
                <a:extLst>
                  <a:ext uri="{FF2B5EF4-FFF2-40B4-BE49-F238E27FC236}">
                    <a16:creationId xmlns:a16="http://schemas.microsoft.com/office/drawing/2014/main" id="{6230D399-3DF9-364B-A341-F51FE85A4412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39" name="Rechte verbindingslijn 138">
                <a:extLst>
                  <a:ext uri="{FF2B5EF4-FFF2-40B4-BE49-F238E27FC236}">
                    <a16:creationId xmlns:a16="http://schemas.microsoft.com/office/drawing/2014/main" id="{85FD30F6-1758-474D-A40A-43A44479E6E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Rechte verbindingslijn 139">
                <a:extLst>
                  <a:ext uri="{FF2B5EF4-FFF2-40B4-BE49-F238E27FC236}">
                    <a16:creationId xmlns:a16="http://schemas.microsoft.com/office/drawing/2014/main" id="{ECE9EFEA-AB90-0E4A-84F4-E774D3C18F7B}"/>
                  </a:ext>
                </a:extLst>
              </p:cNvPr>
              <p:cNvCxnSpPr>
                <a:cxnSpLocks/>
                <a:stCxn id="13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60" name="Ovaal 59">
              <a:extLst>
                <a:ext uri="{FF2B5EF4-FFF2-40B4-BE49-F238E27FC236}">
                  <a16:creationId xmlns:a16="http://schemas.microsoft.com/office/drawing/2014/main" id="{50B09E55-7202-9B44-8633-60081C87E575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61" name="Rechthoek 60">
              <a:extLst>
                <a:ext uri="{FF2B5EF4-FFF2-40B4-BE49-F238E27FC236}">
                  <a16:creationId xmlns:a16="http://schemas.microsoft.com/office/drawing/2014/main" id="{5C3E4438-364B-B24D-9CA6-D72944526A51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ep 61">
              <a:extLst>
                <a:ext uri="{FF2B5EF4-FFF2-40B4-BE49-F238E27FC236}">
                  <a16:creationId xmlns:a16="http://schemas.microsoft.com/office/drawing/2014/main" id="{DB52DDF9-FADC-AF46-A33B-5F7AF02BC9D6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132" name="Rechthoek 131">
                <a:extLst>
                  <a:ext uri="{FF2B5EF4-FFF2-40B4-BE49-F238E27FC236}">
                    <a16:creationId xmlns:a16="http://schemas.microsoft.com/office/drawing/2014/main" id="{A403B3F5-0676-E34C-AA53-25BEE03EEDE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133" name="Rechte verbindingslijn 132">
                <a:extLst>
                  <a:ext uri="{FF2B5EF4-FFF2-40B4-BE49-F238E27FC236}">
                    <a16:creationId xmlns:a16="http://schemas.microsoft.com/office/drawing/2014/main" id="{12351F6D-C169-3B4E-8407-64C181725C2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4" name="Gelijkbenige driehoek 98">
                <a:extLst>
                  <a:ext uri="{FF2B5EF4-FFF2-40B4-BE49-F238E27FC236}">
                    <a16:creationId xmlns:a16="http://schemas.microsoft.com/office/drawing/2014/main" id="{6295249B-1564-6B44-A6FB-5BD1120FBD0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3" name="Ovaal 62">
              <a:extLst>
                <a:ext uri="{FF2B5EF4-FFF2-40B4-BE49-F238E27FC236}">
                  <a16:creationId xmlns:a16="http://schemas.microsoft.com/office/drawing/2014/main" id="{6A254CB2-AF74-FB48-A5B2-8108DD0EA48C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64" name="Rechthoek 63">
              <a:extLst>
                <a:ext uri="{FF2B5EF4-FFF2-40B4-BE49-F238E27FC236}">
                  <a16:creationId xmlns:a16="http://schemas.microsoft.com/office/drawing/2014/main" id="{AD00A84A-EB6F-F44F-9AAD-AEBDCCE6B1C5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Ovaal 64">
              <a:extLst>
                <a:ext uri="{FF2B5EF4-FFF2-40B4-BE49-F238E27FC236}">
                  <a16:creationId xmlns:a16="http://schemas.microsoft.com/office/drawing/2014/main" id="{17B8F4BA-9F79-F349-AD5C-533DFB097884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66" name="Rechthoek 65">
              <a:extLst>
                <a:ext uri="{FF2B5EF4-FFF2-40B4-BE49-F238E27FC236}">
                  <a16:creationId xmlns:a16="http://schemas.microsoft.com/office/drawing/2014/main" id="{BF972FFC-653D-8449-B899-2561F990CFA6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7" name="Groep 66">
              <a:extLst>
                <a:ext uri="{FF2B5EF4-FFF2-40B4-BE49-F238E27FC236}">
                  <a16:creationId xmlns:a16="http://schemas.microsoft.com/office/drawing/2014/main" id="{B3CC9BF6-7D5F-DB40-8119-A6FED832EA4D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91" name="Groep 90">
                <a:extLst>
                  <a:ext uri="{FF2B5EF4-FFF2-40B4-BE49-F238E27FC236}">
                    <a16:creationId xmlns:a16="http://schemas.microsoft.com/office/drawing/2014/main" id="{AB0B66D6-E707-B94A-90BE-BDF048532570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94" name="Groep 93">
                  <a:extLst>
                    <a:ext uri="{FF2B5EF4-FFF2-40B4-BE49-F238E27FC236}">
                      <a16:creationId xmlns:a16="http://schemas.microsoft.com/office/drawing/2014/main" id="{F966D6AF-A1FB-D24A-A360-7D613A0C495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01" name="Groep 100">
                    <a:extLst>
                      <a:ext uri="{FF2B5EF4-FFF2-40B4-BE49-F238E27FC236}">
                        <a16:creationId xmlns:a16="http://schemas.microsoft.com/office/drawing/2014/main" id="{F2F32755-99C0-9142-B70F-FAD4D15602F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04" name="Rechthoek 103">
                      <a:extLst>
                        <a:ext uri="{FF2B5EF4-FFF2-40B4-BE49-F238E27FC236}">
                          <a16:creationId xmlns:a16="http://schemas.microsoft.com/office/drawing/2014/main" id="{E63CF8D5-8276-8D44-A400-7CE444226A2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0" name="Rechthoek 129">
                      <a:extLst>
                        <a:ext uri="{FF2B5EF4-FFF2-40B4-BE49-F238E27FC236}">
                          <a16:creationId xmlns:a16="http://schemas.microsoft.com/office/drawing/2014/main" id="{A8851BD5-5120-B946-8A75-B2540F8E98C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Ovaal 130">
                      <a:extLst>
                        <a:ext uri="{FF2B5EF4-FFF2-40B4-BE49-F238E27FC236}">
                          <a16:creationId xmlns:a16="http://schemas.microsoft.com/office/drawing/2014/main" id="{CBECB7D7-F203-9F46-800B-A667BF3B658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02" name="Afbeelding 101">
                    <a:extLst>
                      <a:ext uri="{FF2B5EF4-FFF2-40B4-BE49-F238E27FC236}">
                        <a16:creationId xmlns:a16="http://schemas.microsoft.com/office/drawing/2014/main" id="{1F1DF35E-6BB9-4C4C-BFEF-E7AD270D75A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3" name="Afbeelding 102">
                    <a:extLst>
                      <a:ext uri="{FF2B5EF4-FFF2-40B4-BE49-F238E27FC236}">
                        <a16:creationId xmlns:a16="http://schemas.microsoft.com/office/drawing/2014/main" id="{669398C0-0B30-4241-BC59-B499F71CFF8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5" name="Groep 94">
                  <a:extLst>
                    <a:ext uri="{FF2B5EF4-FFF2-40B4-BE49-F238E27FC236}">
                      <a16:creationId xmlns:a16="http://schemas.microsoft.com/office/drawing/2014/main" id="{7A8BBCE6-4216-B04C-8C91-B10F34661B30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9" name="Rechthoek 98">
                    <a:extLst>
                      <a:ext uri="{FF2B5EF4-FFF2-40B4-BE49-F238E27FC236}">
                        <a16:creationId xmlns:a16="http://schemas.microsoft.com/office/drawing/2014/main" id="{48BAC39F-4567-0742-9986-C0F3F16748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0" name="Rechthoek 99">
                    <a:extLst>
                      <a:ext uri="{FF2B5EF4-FFF2-40B4-BE49-F238E27FC236}">
                        <a16:creationId xmlns:a16="http://schemas.microsoft.com/office/drawing/2014/main" id="{9852FAAC-72F2-7848-A247-488F88D3730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6" name="Groep 95">
                  <a:extLst>
                    <a:ext uri="{FF2B5EF4-FFF2-40B4-BE49-F238E27FC236}">
                      <a16:creationId xmlns:a16="http://schemas.microsoft.com/office/drawing/2014/main" id="{A54C6CFF-4851-594C-8A42-A8627F82339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7" name="Rechthoek 96">
                    <a:extLst>
                      <a:ext uri="{FF2B5EF4-FFF2-40B4-BE49-F238E27FC236}">
                        <a16:creationId xmlns:a16="http://schemas.microsoft.com/office/drawing/2014/main" id="{C3F8A037-EED2-B84F-AA92-F5FEF7C1A4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98" name="Rechthoek 97">
                    <a:extLst>
                      <a:ext uri="{FF2B5EF4-FFF2-40B4-BE49-F238E27FC236}">
                        <a16:creationId xmlns:a16="http://schemas.microsoft.com/office/drawing/2014/main" id="{F52B7E5C-F10C-9442-AE6A-A36FE77D3C1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FCAD819E-6249-0244-AC7F-278C793B0B5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93" name="Gelijkbenige driehoek 78">
                <a:extLst>
                  <a:ext uri="{FF2B5EF4-FFF2-40B4-BE49-F238E27FC236}">
                    <a16:creationId xmlns:a16="http://schemas.microsoft.com/office/drawing/2014/main" id="{06449E12-CD79-BB49-B533-5A61FAF2D93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8" name="Rechthoek 67">
              <a:extLst>
                <a:ext uri="{FF2B5EF4-FFF2-40B4-BE49-F238E27FC236}">
                  <a16:creationId xmlns:a16="http://schemas.microsoft.com/office/drawing/2014/main" id="{2D2C9598-1029-2347-9989-AF0A4835E285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ep 68">
              <a:extLst>
                <a:ext uri="{FF2B5EF4-FFF2-40B4-BE49-F238E27FC236}">
                  <a16:creationId xmlns:a16="http://schemas.microsoft.com/office/drawing/2014/main" id="{18E9DB89-2240-6648-A273-55ADCE66A5C0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8A459F1B-E4E9-0C4B-B998-F209C9AFC62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268392D5-3C56-4A40-95F4-1045A82C9143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72" name="Groep 71">
                <a:extLst>
                  <a:ext uri="{FF2B5EF4-FFF2-40B4-BE49-F238E27FC236}">
                    <a16:creationId xmlns:a16="http://schemas.microsoft.com/office/drawing/2014/main" id="{80B37A66-95CE-3A48-AC34-83CEA200875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5" name="Rechthoek: afgeronde hoeken 61">
                  <a:extLst>
                    <a:ext uri="{FF2B5EF4-FFF2-40B4-BE49-F238E27FC236}">
                      <a16:creationId xmlns:a16="http://schemas.microsoft.com/office/drawing/2014/main" id="{4817A8E4-1B5E-5E4C-B185-EDFD4D61472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63F85FC4-5B3D-B743-99BF-2D09A6E912B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hthoek 86">
                  <a:extLst>
                    <a:ext uri="{FF2B5EF4-FFF2-40B4-BE49-F238E27FC236}">
                      <a16:creationId xmlns:a16="http://schemas.microsoft.com/office/drawing/2014/main" id="{5B6FBDDE-6077-4F40-9DFA-F0B27E70ACE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hthoek 87">
                  <a:extLst>
                    <a:ext uri="{FF2B5EF4-FFF2-40B4-BE49-F238E27FC236}">
                      <a16:creationId xmlns:a16="http://schemas.microsoft.com/office/drawing/2014/main" id="{B5031937-340E-8C49-AA63-BE9D10F1415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hthoek 88">
                  <a:extLst>
                    <a:ext uri="{FF2B5EF4-FFF2-40B4-BE49-F238E27FC236}">
                      <a16:creationId xmlns:a16="http://schemas.microsoft.com/office/drawing/2014/main" id="{8BBAEC48-216D-5841-82F3-35E61D30D60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Rechthoek 89">
                  <a:extLst>
                    <a:ext uri="{FF2B5EF4-FFF2-40B4-BE49-F238E27FC236}">
                      <a16:creationId xmlns:a16="http://schemas.microsoft.com/office/drawing/2014/main" id="{3D8DCE5F-4890-4B42-B4A3-6EA7600E953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EAFAB59C-C9AB-BA43-978B-CF32D956619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B270BDC6-BF36-414C-8490-4F847C26FC5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9" name="Rechthoek: afgeronde hoeken 55">
                    <a:extLst>
                      <a:ext uri="{FF2B5EF4-FFF2-40B4-BE49-F238E27FC236}">
                        <a16:creationId xmlns:a16="http://schemas.microsoft.com/office/drawing/2014/main" id="{A20C1C42-321A-C748-A23C-CE3F6F855C2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1A31C282-0E9D-6D40-8932-9A019368E1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1" name="Rechthoek 80">
                    <a:extLst>
                      <a:ext uri="{FF2B5EF4-FFF2-40B4-BE49-F238E27FC236}">
                        <a16:creationId xmlns:a16="http://schemas.microsoft.com/office/drawing/2014/main" id="{142AC73D-8DEB-DF4E-AB3F-1E947A33DD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2" name="Rechthoek 81">
                    <a:extLst>
                      <a:ext uri="{FF2B5EF4-FFF2-40B4-BE49-F238E27FC236}">
                        <a16:creationId xmlns:a16="http://schemas.microsoft.com/office/drawing/2014/main" id="{F53279B7-DCAE-DA4D-BD86-89D6EBEBB4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3" name="Rechthoek 82">
                    <a:extLst>
                      <a:ext uri="{FF2B5EF4-FFF2-40B4-BE49-F238E27FC236}">
                        <a16:creationId xmlns:a16="http://schemas.microsoft.com/office/drawing/2014/main" id="{6B81B316-AEAD-7248-8A15-B473B6FE289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4" name="Rechthoek 83">
                    <a:extLst>
                      <a:ext uri="{FF2B5EF4-FFF2-40B4-BE49-F238E27FC236}">
                        <a16:creationId xmlns:a16="http://schemas.microsoft.com/office/drawing/2014/main" id="{4A0B64D1-F4FD-754C-844C-A1C7FC0E353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78" name="Boog 77">
                  <a:extLst>
                    <a:ext uri="{FF2B5EF4-FFF2-40B4-BE49-F238E27FC236}">
                      <a16:creationId xmlns:a16="http://schemas.microsoft.com/office/drawing/2014/main" id="{DD815B79-0227-4348-9699-55C1C82BE2E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74" name="Tekstvak 73">
                <a:extLst>
                  <a:ext uri="{FF2B5EF4-FFF2-40B4-BE49-F238E27FC236}">
                    <a16:creationId xmlns:a16="http://schemas.microsoft.com/office/drawing/2014/main" id="{DA5C804D-F39C-2342-8962-9299B128366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Tekstvak 74">
                <a:extLst>
                  <a:ext uri="{FF2B5EF4-FFF2-40B4-BE49-F238E27FC236}">
                    <a16:creationId xmlns:a16="http://schemas.microsoft.com/office/drawing/2014/main" id="{D54E6219-ACB2-4640-B99D-D331FFEE1715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Vrije vorm: vorm 52">
                <a:extLst>
                  <a:ext uri="{FF2B5EF4-FFF2-40B4-BE49-F238E27FC236}">
                    <a16:creationId xmlns:a16="http://schemas.microsoft.com/office/drawing/2014/main" id="{E97CAC8D-0EEF-6742-B122-63B2DCCE692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141" name="Afbeelding 140">
            <a:extLst>
              <a:ext uri="{FF2B5EF4-FFF2-40B4-BE49-F238E27FC236}">
                <a16:creationId xmlns:a16="http://schemas.microsoft.com/office/drawing/2014/main" id="{D813D779-C1B9-7942-944C-EC0DB24A7B0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42" name="Ovaal 141">
            <a:extLst>
              <a:ext uri="{FF2B5EF4-FFF2-40B4-BE49-F238E27FC236}">
                <a16:creationId xmlns:a16="http://schemas.microsoft.com/office/drawing/2014/main" id="{201C6E7F-B802-D341-8CB2-E9758F62DB2F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143" name="Rechthoek 142">
            <a:extLst>
              <a:ext uri="{FF2B5EF4-FFF2-40B4-BE49-F238E27FC236}">
                <a16:creationId xmlns:a16="http://schemas.microsoft.com/office/drawing/2014/main" id="{F9AD8CC8-A0A0-9344-A625-13E0377F6CBE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44" name="Afbeelding 143">
            <a:extLst>
              <a:ext uri="{FF2B5EF4-FFF2-40B4-BE49-F238E27FC236}">
                <a16:creationId xmlns:a16="http://schemas.microsoft.com/office/drawing/2014/main" id="{D31CD8CE-C05A-2E4E-8216-F484A0196C1F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261748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8FE2EDAC-6B28-DC40-A559-D3FE8386695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1113008"/>
            <a:ext cx="6899002" cy="5179837"/>
          </a:xfrm>
          <a:custGeom>
            <a:avLst/>
            <a:gdLst/>
            <a:ahLst/>
            <a:cxnLst/>
            <a:rect l="l" t="t" r="r" b="b"/>
            <a:pathLst>
              <a:path w="6899002" h="5179837">
                <a:moveTo>
                  <a:pt x="5054798" y="2832669"/>
                </a:moveTo>
                <a:cubicBezTo>
                  <a:pt x="4917415" y="2832669"/>
                  <a:pt x="4811466" y="2887972"/>
                  <a:pt x="4736952" y="2998578"/>
                </a:cubicBezTo>
                <a:cubicBezTo>
                  <a:pt x="4662439" y="3109184"/>
                  <a:pt x="4625182" y="3258792"/>
                  <a:pt x="4625182" y="3447404"/>
                </a:cubicBezTo>
                <a:cubicBezTo>
                  <a:pt x="4625182" y="3624373"/>
                  <a:pt x="4665350" y="3769907"/>
                  <a:pt x="4745684" y="3884005"/>
                </a:cubicBezTo>
                <a:cubicBezTo>
                  <a:pt x="4826019" y="3998104"/>
                  <a:pt x="4929057" y="4055153"/>
                  <a:pt x="5054798" y="4055153"/>
                </a:cubicBezTo>
                <a:cubicBezTo>
                  <a:pt x="5187525" y="4055153"/>
                  <a:pt x="5292309" y="3998686"/>
                  <a:pt x="5369151" y="3885751"/>
                </a:cubicBezTo>
                <a:cubicBezTo>
                  <a:pt x="5445993" y="3772817"/>
                  <a:pt x="5484414" y="3619716"/>
                  <a:pt x="5484414" y="3426447"/>
                </a:cubicBezTo>
                <a:cubicBezTo>
                  <a:pt x="5484414" y="3242492"/>
                  <a:pt x="5448904" y="3097541"/>
                  <a:pt x="5377883" y="2991592"/>
                </a:cubicBezTo>
                <a:cubicBezTo>
                  <a:pt x="5306863" y="2885643"/>
                  <a:pt x="5199168" y="2832669"/>
                  <a:pt x="5054798" y="2832669"/>
                </a:cubicBezTo>
                <a:close/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60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5592691" y="0"/>
                </a:moveTo>
                <a:cubicBezTo>
                  <a:pt x="5974572" y="0"/>
                  <a:pt x="6281938" y="43078"/>
                  <a:pt x="6514793" y="129234"/>
                </a:cubicBezTo>
                <a:lnTo>
                  <a:pt x="6514793" y="1295832"/>
                </a:lnTo>
                <a:cubicBezTo>
                  <a:pt x="6284267" y="1156120"/>
                  <a:pt x="6011828" y="1086264"/>
                  <a:pt x="5697475" y="1086264"/>
                </a:cubicBezTo>
                <a:cubicBezTo>
                  <a:pt x="5378466" y="1086264"/>
                  <a:pt x="5119415" y="1190466"/>
                  <a:pt x="4920325" y="1398870"/>
                </a:cubicBezTo>
                <a:cubicBezTo>
                  <a:pt x="4721235" y="1607275"/>
                  <a:pt x="4611211" y="1882625"/>
                  <a:pt x="4590254" y="2224920"/>
                </a:cubicBezTo>
                <a:lnTo>
                  <a:pt x="4611211" y="2224920"/>
                </a:lnTo>
                <a:cubicBezTo>
                  <a:pt x="4846394" y="1938510"/>
                  <a:pt x="5182868" y="1795304"/>
                  <a:pt x="5620633" y="1795304"/>
                </a:cubicBezTo>
                <a:cubicBezTo>
                  <a:pt x="6014156" y="1795304"/>
                  <a:pt x="6325598" y="1939674"/>
                  <a:pt x="6554960" y="2228413"/>
                </a:cubicBezTo>
                <a:cubicBezTo>
                  <a:pt x="6784320" y="2517152"/>
                  <a:pt x="6899002" y="2894375"/>
                  <a:pt x="6899002" y="3360083"/>
                </a:cubicBezTo>
                <a:cubicBezTo>
                  <a:pt x="6899002" y="3695393"/>
                  <a:pt x="6821577" y="4002178"/>
                  <a:pt x="6666730" y="4280439"/>
                </a:cubicBezTo>
                <a:cubicBezTo>
                  <a:pt x="6511881" y="4558700"/>
                  <a:pt x="6292999" y="4777000"/>
                  <a:pt x="6010082" y="4935341"/>
                </a:cubicBezTo>
                <a:cubicBezTo>
                  <a:pt x="5727164" y="5093682"/>
                  <a:pt x="5413394" y="5172852"/>
                  <a:pt x="5068769" y="5172852"/>
                </a:cubicBezTo>
                <a:cubicBezTo>
                  <a:pt x="4456364" y="5172852"/>
                  <a:pt x="3984834" y="4969104"/>
                  <a:pt x="3654181" y="4561610"/>
                </a:cubicBezTo>
                <a:cubicBezTo>
                  <a:pt x="3323529" y="4154116"/>
                  <a:pt x="3158202" y="3577802"/>
                  <a:pt x="3158203" y="2832669"/>
                </a:cubicBezTo>
                <a:cubicBezTo>
                  <a:pt x="3158202" y="2269162"/>
                  <a:pt x="3258330" y="1769108"/>
                  <a:pt x="3458584" y="1332507"/>
                </a:cubicBezTo>
                <a:cubicBezTo>
                  <a:pt x="3658839" y="895906"/>
                  <a:pt x="3940010" y="564671"/>
                  <a:pt x="4302097" y="338803"/>
                </a:cubicBezTo>
                <a:cubicBezTo>
                  <a:pt x="4664186" y="112935"/>
                  <a:pt x="5094383" y="0"/>
                  <a:pt x="5592691" y="0"/>
                </a:cubicBezTo>
                <a:close/>
                <a:moveTo>
                  <a:pt x="761563" y="0"/>
                </a:moveTo>
                <a:cubicBezTo>
                  <a:pt x="1986375" y="0"/>
                  <a:pt x="2598782" y="848753"/>
                  <a:pt x="2598782" y="2546259"/>
                </a:cubicBezTo>
                <a:cubicBezTo>
                  <a:pt x="2598782" y="3405490"/>
                  <a:pt x="2435201" y="4059228"/>
                  <a:pt x="2108041" y="4507471"/>
                </a:cubicBezTo>
                <a:cubicBezTo>
                  <a:pt x="1780881" y="4955716"/>
                  <a:pt x="1302949" y="5179837"/>
                  <a:pt x="674243" y="5179837"/>
                </a:cubicBezTo>
                <a:cubicBezTo>
                  <a:pt x="433239" y="5179837"/>
                  <a:pt x="215075" y="5150858"/>
                  <a:pt x="19751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3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105" name="Groep 104">
            <a:extLst>
              <a:ext uri="{FF2B5EF4-FFF2-40B4-BE49-F238E27FC236}">
                <a16:creationId xmlns:a16="http://schemas.microsoft.com/office/drawing/2014/main" id="{D8593495-53C7-B843-B260-7F9F41A650CD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06" name="Vrije vorm 105">
              <a:extLst>
                <a:ext uri="{FF2B5EF4-FFF2-40B4-BE49-F238E27FC236}">
                  <a16:creationId xmlns:a16="http://schemas.microsoft.com/office/drawing/2014/main" id="{EA423A7E-794C-DE4E-853F-718657762EC1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7" name="Vrije vorm 106">
              <a:extLst>
                <a:ext uri="{FF2B5EF4-FFF2-40B4-BE49-F238E27FC236}">
                  <a16:creationId xmlns:a16="http://schemas.microsoft.com/office/drawing/2014/main" id="{DB13263B-BEAB-4045-8534-1A10A664AD41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8" name="Vrije vorm 107">
              <a:extLst>
                <a:ext uri="{FF2B5EF4-FFF2-40B4-BE49-F238E27FC236}">
                  <a16:creationId xmlns:a16="http://schemas.microsoft.com/office/drawing/2014/main" id="{6EBA5922-5E32-B043-82AA-BF8A5B71CF0E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9" name="Vrije vorm 108">
              <a:extLst>
                <a:ext uri="{FF2B5EF4-FFF2-40B4-BE49-F238E27FC236}">
                  <a16:creationId xmlns:a16="http://schemas.microsoft.com/office/drawing/2014/main" id="{B3794AE2-1288-9C4E-82BD-1488CFFE1D75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0" name="Vrije vorm 109">
              <a:extLst>
                <a:ext uri="{FF2B5EF4-FFF2-40B4-BE49-F238E27FC236}">
                  <a16:creationId xmlns:a16="http://schemas.microsoft.com/office/drawing/2014/main" id="{52CACD3E-40B9-D34C-9C3D-7717C6AB3123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1" name="Vrije vorm 110">
              <a:extLst>
                <a:ext uri="{FF2B5EF4-FFF2-40B4-BE49-F238E27FC236}">
                  <a16:creationId xmlns:a16="http://schemas.microsoft.com/office/drawing/2014/main" id="{7B794C4E-A641-EF47-97D0-0AC7713940B6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2" name="Vrije vorm 111">
              <a:extLst>
                <a:ext uri="{FF2B5EF4-FFF2-40B4-BE49-F238E27FC236}">
                  <a16:creationId xmlns:a16="http://schemas.microsoft.com/office/drawing/2014/main" id="{88720807-34C1-EB43-8DD0-781E2BD27CA2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3" name="Vrije vorm 112">
              <a:extLst>
                <a:ext uri="{FF2B5EF4-FFF2-40B4-BE49-F238E27FC236}">
                  <a16:creationId xmlns:a16="http://schemas.microsoft.com/office/drawing/2014/main" id="{33F78988-90A3-8C4D-BB1E-D45739DC9665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4" name="Vrije vorm 113">
              <a:extLst>
                <a:ext uri="{FF2B5EF4-FFF2-40B4-BE49-F238E27FC236}">
                  <a16:creationId xmlns:a16="http://schemas.microsoft.com/office/drawing/2014/main" id="{43CB8FC1-7BAA-1641-A1FF-B33137CEC6B1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15" name="Graphic 23">
              <a:extLst>
                <a:ext uri="{FF2B5EF4-FFF2-40B4-BE49-F238E27FC236}">
                  <a16:creationId xmlns:a16="http://schemas.microsoft.com/office/drawing/2014/main" id="{5D7647F9-3FA0-F94A-8B9D-2F46747A84F7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16" name="Vrije vorm 115">
                <a:extLst>
                  <a:ext uri="{FF2B5EF4-FFF2-40B4-BE49-F238E27FC236}">
                    <a16:creationId xmlns:a16="http://schemas.microsoft.com/office/drawing/2014/main" id="{C8539C9C-AB71-F243-8BCE-D304B0574886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7" name="Vrije vorm 116">
                <a:extLst>
                  <a:ext uri="{FF2B5EF4-FFF2-40B4-BE49-F238E27FC236}">
                    <a16:creationId xmlns:a16="http://schemas.microsoft.com/office/drawing/2014/main" id="{C2476563-4499-904F-95E6-924BC616DDBC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8" name="Vrije vorm 117">
                <a:extLst>
                  <a:ext uri="{FF2B5EF4-FFF2-40B4-BE49-F238E27FC236}">
                    <a16:creationId xmlns:a16="http://schemas.microsoft.com/office/drawing/2014/main" id="{3F0154A1-129F-F74B-AB52-E6245D043214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9" name="Vrije vorm 118">
                <a:extLst>
                  <a:ext uri="{FF2B5EF4-FFF2-40B4-BE49-F238E27FC236}">
                    <a16:creationId xmlns:a16="http://schemas.microsoft.com/office/drawing/2014/main" id="{FF50B41F-FF5C-404B-AA8C-7D980F779924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0" name="Vrije vorm 119">
                <a:extLst>
                  <a:ext uri="{FF2B5EF4-FFF2-40B4-BE49-F238E27FC236}">
                    <a16:creationId xmlns:a16="http://schemas.microsoft.com/office/drawing/2014/main" id="{92B7655A-8E3D-8D4C-B311-584163B5C1AB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1" name="Vrije vorm 120">
                <a:extLst>
                  <a:ext uri="{FF2B5EF4-FFF2-40B4-BE49-F238E27FC236}">
                    <a16:creationId xmlns:a16="http://schemas.microsoft.com/office/drawing/2014/main" id="{6DC4D1C0-6F2C-0146-9098-CF36C7AEDD6C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" name="Vrije vorm 121">
                <a:extLst>
                  <a:ext uri="{FF2B5EF4-FFF2-40B4-BE49-F238E27FC236}">
                    <a16:creationId xmlns:a16="http://schemas.microsoft.com/office/drawing/2014/main" id="{9C95EFDC-EA3F-1B46-8F88-235519CF9D78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" name="Vrije vorm 122">
                <a:extLst>
                  <a:ext uri="{FF2B5EF4-FFF2-40B4-BE49-F238E27FC236}">
                    <a16:creationId xmlns:a16="http://schemas.microsoft.com/office/drawing/2014/main" id="{97409EF5-042F-3D48-B78C-F9A9FCBE786C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" name="Vrije vorm 123">
                <a:extLst>
                  <a:ext uri="{FF2B5EF4-FFF2-40B4-BE49-F238E27FC236}">
                    <a16:creationId xmlns:a16="http://schemas.microsoft.com/office/drawing/2014/main" id="{DAC6B3C4-8549-0347-BA88-7315598F24D1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" name="Vrije vorm 124">
                <a:extLst>
                  <a:ext uri="{FF2B5EF4-FFF2-40B4-BE49-F238E27FC236}">
                    <a16:creationId xmlns:a16="http://schemas.microsoft.com/office/drawing/2014/main" id="{03EBC3E5-2883-B241-9E5A-6BA43D784335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6" name="Vrije vorm 125">
                <a:extLst>
                  <a:ext uri="{FF2B5EF4-FFF2-40B4-BE49-F238E27FC236}">
                    <a16:creationId xmlns:a16="http://schemas.microsoft.com/office/drawing/2014/main" id="{628DD0F8-FDE5-E54D-ACFB-ECC4779FDA36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7" name="Vrije vorm 126">
                <a:extLst>
                  <a:ext uri="{FF2B5EF4-FFF2-40B4-BE49-F238E27FC236}">
                    <a16:creationId xmlns:a16="http://schemas.microsoft.com/office/drawing/2014/main" id="{D2DA754E-F73C-484D-A559-93DB63E2558B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" name="Vrije vorm 127">
                <a:extLst>
                  <a:ext uri="{FF2B5EF4-FFF2-40B4-BE49-F238E27FC236}">
                    <a16:creationId xmlns:a16="http://schemas.microsoft.com/office/drawing/2014/main" id="{2445A68D-F574-C44F-BD68-473F3F4BFB0C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" name="Vrije vorm 128">
                <a:extLst>
                  <a:ext uri="{FF2B5EF4-FFF2-40B4-BE49-F238E27FC236}">
                    <a16:creationId xmlns:a16="http://schemas.microsoft.com/office/drawing/2014/main" id="{15100747-D287-F744-B86D-5559C1F7FC47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30" name="Groep 29">
            <a:extLst>
              <a:ext uri="{FF2B5EF4-FFF2-40B4-BE49-F238E27FC236}">
                <a16:creationId xmlns:a16="http://schemas.microsoft.com/office/drawing/2014/main" id="{C6AB7BEA-38F2-AD42-A704-55B48E1BA0EA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8864AA0A-3DB5-1D49-A23B-3D3711E802F2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AC49EE3E-6962-2340-AF36-424781BB9F76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526CBB1E-934D-6B4B-A9D2-FA687E026611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5CA66F42-00E1-254A-B063-625A8CB0164F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57CA4B45-A8EE-ED4B-86F2-49F5F2C03C53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49" name="Rechthoek: afgeronde hoeken 61">
                <a:extLst>
                  <a:ext uri="{FF2B5EF4-FFF2-40B4-BE49-F238E27FC236}">
                    <a16:creationId xmlns:a16="http://schemas.microsoft.com/office/drawing/2014/main" id="{F848CA8D-FF0C-1843-8876-C0A7FCFBC6D3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3BF45ED2-8B09-1C4C-903A-BAC5F1634B5A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1EBFD694-B06D-7146-8F82-169393E4A8B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58591E36-18C1-894D-8753-8A9A5EDC673C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5521F3A9-51DE-AB48-8F47-41D7DC8728BC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B00E9B43-773D-A047-A531-A5FED0751E2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F6D5C985-DDC7-0A46-B03F-B836BC3520E5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F0BE38CF-5183-AC42-97D2-D8DC1FBDFD2D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3" name="Rechthoek: afgeronde hoeken 55">
                  <a:extLst>
                    <a:ext uri="{FF2B5EF4-FFF2-40B4-BE49-F238E27FC236}">
                      <a16:creationId xmlns:a16="http://schemas.microsoft.com/office/drawing/2014/main" id="{CDCD5E42-EE1F-4E49-A4F4-D6B9DE34F09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43">
                  <a:extLst>
                    <a:ext uri="{FF2B5EF4-FFF2-40B4-BE49-F238E27FC236}">
                      <a16:creationId xmlns:a16="http://schemas.microsoft.com/office/drawing/2014/main" id="{1EE04A7D-0AAE-7C46-A034-04637A9E1BE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44">
                  <a:extLst>
                    <a:ext uri="{FF2B5EF4-FFF2-40B4-BE49-F238E27FC236}">
                      <a16:creationId xmlns:a16="http://schemas.microsoft.com/office/drawing/2014/main" id="{BDB24C13-7443-7040-94F8-100E5337165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4055A409-B107-F745-BC50-7E2C9DCAE99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10DFFEF8-DB91-3940-9A87-9CDF43ACF7D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3EF3B9DC-D2A9-E547-B624-00F54EBD8EF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2" name="Boog 41">
                <a:extLst>
                  <a:ext uri="{FF2B5EF4-FFF2-40B4-BE49-F238E27FC236}">
                    <a16:creationId xmlns:a16="http://schemas.microsoft.com/office/drawing/2014/main" id="{6E59CC95-1D0B-AE43-912A-DEB64C7B9E1D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8" name="Tekstvak 37">
              <a:extLst>
                <a:ext uri="{FF2B5EF4-FFF2-40B4-BE49-F238E27FC236}">
                  <a16:creationId xmlns:a16="http://schemas.microsoft.com/office/drawing/2014/main" id="{346C7BD3-8874-264D-82C9-54B7365905BC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kstvak 38">
              <a:extLst>
                <a:ext uri="{FF2B5EF4-FFF2-40B4-BE49-F238E27FC236}">
                  <a16:creationId xmlns:a16="http://schemas.microsoft.com/office/drawing/2014/main" id="{29979DED-AB00-F24D-92C8-D6F511BBBFC8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40" name="Vrije vorm: vorm 52">
              <a:extLst>
                <a:ext uri="{FF2B5EF4-FFF2-40B4-BE49-F238E27FC236}">
                  <a16:creationId xmlns:a16="http://schemas.microsoft.com/office/drawing/2014/main" id="{CF3B2BDF-4422-5346-9915-6DB117AFB2F1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ep 54">
            <a:extLst>
              <a:ext uri="{FF2B5EF4-FFF2-40B4-BE49-F238E27FC236}">
                <a16:creationId xmlns:a16="http://schemas.microsoft.com/office/drawing/2014/main" id="{EE985C82-4ED2-F546-BDA0-7D3E7503F39A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56" name="Rechthoek 55">
              <a:extLst>
                <a:ext uri="{FF2B5EF4-FFF2-40B4-BE49-F238E27FC236}">
                  <a16:creationId xmlns:a16="http://schemas.microsoft.com/office/drawing/2014/main" id="{064D5373-8199-654A-9CD9-C6FF6EAC2172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57" name="Ovaal 56">
              <a:extLst>
                <a:ext uri="{FF2B5EF4-FFF2-40B4-BE49-F238E27FC236}">
                  <a16:creationId xmlns:a16="http://schemas.microsoft.com/office/drawing/2014/main" id="{C6327A31-AD28-3A4C-8119-75E3ADB9879B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8" name="Rechthoek 57">
              <a:extLst>
                <a:ext uri="{FF2B5EF4-FFF2-40B4-BE49-F238E27FC236}">
                  <a16:creationId xmlns:a16="http://schemas.microsoft.com/office/drawing/2014/main" id="{D9DC6FBD-B0C0-BA45-BBE1-C8FC6087CA80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9" name="Groep 58">
              <a:extLst>
                <a:ext uri="{FF2B5EF4-FFF2-40B4-BE49-F238E27FC236}">
                  <a16:creationId xmlns:a16="http://schemas.microsoft.com/office/drawing/2014/main" id="{06F4577D-7807-B343-B6D9-1A18601215D4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0B156B82-EE42-9B45-B107-BFE6E9E1D78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6" name="Ovaal 135">
                <a:extLst>
                  <a:ext uri="{FF2B5EF4-FFF2-40B4-BE49-F238E27FC236}">
                    <a16:creationId xmlns:a16="http://schemas.microsoft.com/office/drawing/2014/main" id="{C4622369-0C43-7748-B570-07C338121FB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Vrije vorm: vorm 101">
                <a:extLst>
                  <a:ext uri="{FF2B5EF4-FFF2-40B4-BE49-F238E27FC236}">
                    <a16:creationId xmlns:a16="http://schemas.microsoft.com/office/drawing/2014/main" id="{840AF10A-95D6-CE43-948D-ED935BD4EC7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Rechthoek: afgeronde hoeken 102">
                <a:extLst>
                  <a:ext uri="{FF2B5EF4-FFF2-40B4-BE49-F238E27FC236}">
                    <a16:creationId xmlns:a16="http://schemas.microsoft.com/office/drawing/2014/main" id="{700ADDBB-8D35-AC48-AA7F-5C8DE0C63C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39" name="Rechte verbindingslijn 138">
                <a:extLst>
                  <a:ext uri="{FF2B5EF4-FFF2-40B4-BE49-F238E27FC236}">
                    <a16:creationId xmlns:a16="http://schemas.microsoft.com/office/drawing/2014/main" id="{0D678B26-2B9D-1443-9222-E2D920A899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Rechte verbindingslijn 139">
                <a:extLst>
                  <a:ext uri="{FF2B5EF4-FFF2-40B4-BE49-F238E27FC236}">
                    <a16:creationId xmlns:a16="http://schemas.microsoft.com/office/drawing/2014/main" id="{E7C5F4B4-0860-D743-B488-F7AB9BA7CB99}"/>
                  </a:ext>
                </a:extLst>
              </p:cNvPr>
              <p:cNvCxnSpPr>
                <a:cxnSpLocks/>
                <a:stCxn id="13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60" name="Ovaal 59">
              <a:extLst>
                <a:ext uri="{FF2B5EF4-FFF2-40B4-BE49-F238E27FC236}">
                  <a16:creationId xmlns:a16="http://schemas.microsoft.com/office/drawing/2014/main" id="{8C0BCCAC-9456-E34A-92FA-F7B2B49E82BB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61" name="Rechthoek 60">
              <a:extLst>
                <a:ext uri="{FF2B5EF4-FFF2-40B4-BE49-F238E27FC236}">
                  <a16:creationId xmlns:a16="http://schemas.microsoft.com/office/drawing/2014/main" id="{FD874350-1DDC-ED4A-8B47-941386A8AB2C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ep 61">
              <a:extLst>
                <a:ext uri="{FF2B5EF4-FFF2-40B4-BE49-F238E27FC236}">
                  <a16:creationId xmlns:a16="http://schemas.microsoft.com/office/drawing/2014/main" id="{FDD2BE9D-4704-2A42-86E0-A119AA48CAF9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132" name="Rechthoek 131">
                <a:extLst>
                  <a:ext uri="{FF2B5EF4-FFF2-40B4-BE49-F238E27FC236}">
                    <a16:creationId xmlns:a16="http://schemas.microsoft.com/office/drawing/2014/main" id="{F1A146A0-1A42-1D40-ACF7-5F88646AF87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133" name="Rechte verbindingslijn 132">
                <a:extLst>
                  <a:ext uri="{FF2B5EF4-FFF2-40B4-BE49-F238E27FC236}">
                    <a16:creationId xmlns:a16="http://schemas.microsoft.com/office/drawing/2014/main" id="{59643B55-409F-074F-9A12-798AF64B0F6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4" name="Gelijkbenige driehoek 98">
                <a:extLst>
                  <a:ext uri="{FF2B5EF4-FFF2-40B4-BE49-F238E27FC236}">
                    <a16:creationId xmlns:a16="http://schemas.microsoft.com/office/drawing/2014/main" id="{8E0715CD-C177-CE4C-B57B-677638340A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3" name="Ovaal 62">
              <a:extLst>
                <a:ext uri="{FF2B5EF4-FFF2-40B4-BE49-F238E27FC236}">
                  <a16:creationId xmlns:a16="http://schemas.microsoft.com/office/drawing/2014/main" id="{4B48B6BB-B796-0D46-894A-ED702E7D85BD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64" name="Rechthoek 63">
              <a:extLst>
                <a:ext uri="{FF2B5EF4-FFF2-40B4-BE49-F238E27FC236}">
                  <a16:creationId xmlns:a16="http://schemas.microsoft.com/office/drawing/2014/main" id="{18698C4D-7806-D44E-A0C6-1347DAE1977A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Ovaal 64">
              <a:extLst>
                <a:ext uri="{FF2B5EF4-FFF2-40B4-BE49-F238E27FC236}">
                  <a16:creationId xmlns:a16="http://schemas.microsoft.com/office/drawing/2014/main" id="{796FAB47-3EEA-DF44-A447-1D5B3B6ACE76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66" name="Rechthoek 65">
              <a:extLst>
                <a:ext uri="{FF2B5EF4-FFF2-40B4-BE49-F238E27FC236}">
                  <a16:creationId xmlns:a16="http://schemas.microsoft.com/office/drawing/2014/main" id="{5E2943B6-9BF6-6340-9DF5-52A1900B7B04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7" name="Groep 66">
              <a:extLst>
                <a:ext uri="{FF2B5EF4-FFF2-40B4-BE49-F238E27FC236}">
                  <a16:creationId xmlns:a16="http://schemas.microsoft.com/office/drawing/2014/main" id="{E08A6BCA-A86F-C447-A6CB-EB6224AF773D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91" name="Groep 90">
                <a:extLst>
                  <a:ext uri="{FF2B5EF4-FFF2-40B4-BE49-F238E27FC236}">
                    <a16:creationId xmlns:a16="http://schemas.microsoft.com/office/drawing/2014/main" id="{F8BC6B34-4D57-5941-9F8A-D3B2C96F71A2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94" name="Groep 93">
                  <a:extLst>
                    <a:ext uri="{FF2B5EF4-FFF2-40B4-BE49-F238E27FC236}">
                      <a16:creationId xmlns:a16="http://schemas.microsoft.com/office/drawing/2014/main" id="{D044CC8C-8487-0748-A811-5704664C027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01" name="Groep 100">
                    <a:extLst>
                      <a:ext uri="{FF2B5EF4-FFF2-40B4-BE49-F238E27FC236}">
                        <a16:creationId xmlns:a16="http://schemas.microsoft.com/office/drawing/2014/main" id="{C61163CB-5947-6E4B-A291-2FC2B3C5A8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04" name="Rechthoek 103">
                      <a:extLst>
                        <a:ext uri="{FF2B5EF4-FFF2-40B4-BE49-F238E27FC236}">
                          <a16:creationId xmlns:a16="http://schemas.microsoft.com/office/drawing/2014/main" id="{B25CF4F6-89E8-9645-B0E0-7DFE9D04E2D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0" name="Rechthoek 129">
                      <a:extLst>
                        <a:ext uri="{FF2B5EF4-FFF2-40B4-BE49-F238E27FC236}">
                          <a16:creationId xmlns:a16="http://schemas.microsoft.com/office/drawing/2014/main" id="{288B3731-970D-744F-B000-DADBD210EB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Ovaal 130">
                      <a:extLst>
                        <a:ext uri="{FF2B5EF4-FFF2-40B4-BE49-F238E27FC236}">
                          <a16:creationId xmlns:a16="http://schemas.microsoft.com/office/drawing/2014/main" id="{B9A405F1-85CB-6F4B-8725-297E503EA70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02" name="Afbeelding 101">
                    <a:extLst>
                      <a:ext uri="{FF2B5EF4-FFF2-40B4-BE49-F238E27FC236}">
                        <a16:creationId xmlns:a16="http://schemas.microsoft.com/office/drawing/2014/main" id="{DD5A157B-C4B0-FC4A-8025-11ADA8686B7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3" name="Afbeelding 102">
                    <a:extLst>
                      <a:ext uri="{FF2B5EF4-FFF2-40B4-BE49-F238E27FC236}">
                        <a16:creationId xmlns:a16="http://schemas.microsoft.com/office/drawing/2014/main" id="{B747E26F-1AFD-C048-98C0-0F9D4F29695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5" name="Groep 94">
                  <a:extLst>
                    <a:ext uri="{FF2B5EF4-FFF2-40B4-BE49-F238E27FC236}">
                      <a16:creationId xmlns:a16="http://schemas.microsoft.com/office/drawing/2014/main" id="{EF1CC284-B805-2B4A-9D7D-1604028EDE8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9" name="Rechthoek 98">
                    <a:extLst>
                      <a:ext uri="{FF2B5EF4-FFF2-40B4-BE49-F238E27FC236}">
                        <a16:creationId xmlns:a16="http://schemas.microsoft.com/office/drawing/2014/main" id="{74486395-ADAE-E04B-A923-F47DBF76B6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0" name="Rechthoek 99">
                    <a:extLst>
                      <a:ext uri="{FF2B5EF4-FFF2-40B4-BE49-F238E27FC236}">
                        <a16:creationId xmlns:a16="http://schemas.microsoft.com/office/drawing/2014/main" id="{A6B3FBFD-2B4E-A448-A9BC-278B43353B4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6" name="Groep 95">
                  <a:extLst>
                    <a:ext uri="{FF2B5EF4-FFF2-40B4-BE49-F238E27FC236}">
                      <a16:creationId xmlns:a16="http://schemas.microsoft.com/office/drawing/2014/main" id="{B14BA340-72BD-284B-A776-5951FA59C72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7" name="Rechthoek 96">
                    <a:extLst>
                      <a:ext uri="{FF2B5EF4-FFF2-40B4-BE49-F238E27FC236}">
                        <a16:creationId xmlns:a16="http://schemas.microsoft.com/office/drawing/2014/main" id="{20A496B2-A5B6-CB48-AE6A-65886963E4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98" name="Rechthoek 97">
                    <a:extLst>
                      <a:ext uri="{FF2B5EF4-FFF2-40B4-BE49-F238E27FC236}">
                        <a16:creationId xmlns:a16="http://schemas.microsoft.com/office/drawing/2014/main" id="{40AF3645-6F8B-B844-BF83-0B9D17F3D72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69AAB0C4-C6D8-6440-8D15-6434B5BAE54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93" name="Gelijkbenige driehoek 78">
                <a:extLst>
                  <a:ext uri="{FF2B5EF4-FFF2-40B4-BE49-F238E27FC236}">
                    <a16:creationId xmlns:a16="http://schemas.microsoft.com/office/drawing/2014/main" id="{10D5D781-AA1C-2541-AF9A-A5746B71043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8" name="Rechthoek 67">
              <a:extLst>
                <a:ext uri="{FF2B5EF4-FFF2-40B4-BE49-F238E27FC236}">
                  <a16:creationId xmlns:a16="http://schemas.microsoft.com/office/drawing/2014/main" id="{EB0227BF-95FB-5348-80C1-6EB5C027C868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ep 68">
              <a:extLst>
                <a:ext uri="{FF2B5EF4-FFF2-40B4-BE49-F238E27FC236}">
                  <a16:creationId xmlns:a16="http://schemas.microsoft.com/office/drawing/2014/main" id="{5C815D53-2080-7741-B360-D3A02C595307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6807AA3C-74BC-5F49-9D83-92E2E73E6FA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8889EDA4-F984-1848-8558-C41F81A72BB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72" name="Groep 71">
                <a:extLst>
                  <a:ext uri="{FF2B5EF4-FFF2-40B4-BE49-F238E27FC236}">
                    <a16:creationId xmlns:a16="http://schemas.microsoft.com/office/drawing/2014/main" id="{CAF53AEE-1D42-7F40-AC46-A10449CCBE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5" name="Rechthoek: afgeronde hoeken 61">
                  <a:extLst>
                    <a:ext uri="{FF2B5EF4-FFF2-40B4-BE49-F238E27FC236}">
                      <a16:creationId xmlns:a16="http://schemas.microsoft.com/office/drawing/2014/main" id="{032FA458-7173-3C44-8B46-625B98726A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8D4795DE-5A5F-174B-8AC6-291AFD6EB56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hthoek 86">
                  <a:extLst>
                    <a:ext uri="{FF2B5EF4-FFF2-40B4-BE49-F238E27FC236}">
                      <a16:creationId xmlns:a16="http://schemas.microsoft.com/office/drawing/2014/main" id="{480B1A1B-C370-9746-AE49-348299B360E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hthoek 87">
                  <a:extLst>
                    <a:ext uri="{FF2B5EF4-FFF2-40B4-BE49-F238E27FC236}">
                      <a16:creationId xmlns:a16="http://schemas.microsoft.com/office/drawing/2014/main" id="{8F391736-4988-994A-8BD1-D07DB43D6D3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hthoek 88">
                  <a:extLst>
                    <a:ext uri="{FF2B5EF4-FFF2-40B4-BE49-F238E27FC236}">
                      <a16:creationId xmlns:a16="http://schemas.microsoft.com/office/drawing/2014/main" id="{32A461DE-111E-FA43-B5BE-DC30738505A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Rechthoek 89">
                  <a:extLst>
                    <a:ext uri="{FF2B5EF4-FFF2-40B4-BE49-F238E27FC236}">
                      <a16:creationId xmlns:a16="http://schemas.microsoft.com/office/drawing/2014/main" id="{78BDD440-ACBA-3B44-9A69-71A38691CDC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BA65444F-0D56-7D4F-9A21-2CB2DE7C0B1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3F1CA693-9306-1C49-A93E-26F9FC7A3A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9" name="Rechthoek: afgeronde hoeken 55">
                    <a:extLst>
                      <a:ext uri="{FF2B5EF4-FFF2-40B4-BE49-F238E27FC236}">
                        <a16:creationId xmlns:a16="http://schemas.microsoft.com/office/drawing/2014/main" id="{B1D59BD2-41EE-6849-B91F-4908FE6101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25119CDF-8D3A-D741-80A0-2DF5823B18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1" name="Rechthoek 80">
                    <a:extLst>
                      <a:ext uri="{FF2B5EF4-FFF2-40B4-BE49-F238E27FC236}">
                        <a16:creationId xmlns:a16="http://schemas.microsoft.com/office/drawing/2014/main" id="{69DF4EB5-323F-724D-BB1D-67DB02AA68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2" name="Rechthoek 81">
                    <a:extLst>
                      <a:ext uri="{FF2B5EF4-FFF2-40B4-BE49-F238E27FC236}">
                        <a16:creationId xmlns:a16="http://schemas.microsoft.com/office/drawing/2014/main" id="{16AC2B7A-F05B-A446-A05F-97446E8B2F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3" name="Rechthoek 82">
                    <a:extLst>
                      <a:ext uri="{FF2B5EF4-FFF2-40B4-BE49-F238E27FC236}">
                        <a16:creationId xmlns:a16="http://schemas.microsoft.com/office/drawing/2014/main" id="{B9B743BD-4BF6-DB47-B146-F068F5B9E4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4" name="Rechthoek 83">
                    <a:extLst>
                      <a:ext uri="{FF2B5EF4-FFF2-40B4-BE49-F238E27FC236}">
                        <a16:creationId xmlns:a16="http://schemas.microsoft.com/office/drawing/2014/main" id="{01971EC3-7FB9-FB49-AE1C-0DFFE09FF1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78" name="Boog 77">
                  <a:extLst>
                    <a:ext uri="{FF2B5EF4-FFF2-40B4-BE49-F238E27FC236}">
                      <a16:creationId xmlns:a16="http://schemas.microsoft.com/office/drawing/2014/main" id="{CDD024F4-9B51-6A4D-95D4-F7E788EABD8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74" name="Tekstvak 73">
                <a:extLst>
                  <a:ext uri="{FF2B5EF4-FFF2-40B4-BE49-F238E27FC236}">
                    <a16:creationId xmlns:a16="http://schemas.microsoft.com/office/drawing/2014/main" id="{A3D8EBA3-5D91-3543-AD92-05884937928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Tekstvak 74">
                <a:extLst>
                  <a:ext uri="{FF2B5EF4-FFF2-40B4-BE49-F238E27FC236}">
                    <a16:creationId xmlns:a16="http://schemas.microsoft.com/office/drawing/2014/main" id="{A5152BE4-88F0-064C-9692-A7CE3AF67D3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Vrije vorm: vorm 52">
                <a:extLst>
                  <a:ext uri="{FF2B5EF4-FFF2-40B4-BE49-F238E27FC236}">
                    <a16:creationId xmlns:a16="http://schemas.microsoft.com/office/drawing/2014/main" id="{8AB75C30-8809-C344-B3EB-039DD35797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141" name="Afbeelding 140">
            <a:extLst>
              <a:ext uri="{FF2B5EF4-FFF2-40B4-BE49-F238E27FC236}">
                <a16:creationId xmlns:a16="http://schemas.microsoft.com/office/drawing/2014/main" id="{6E3D2D59-89BF-644C-9735-B69D2427AEA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42" name="Ovaal 141">
            <a:extLst>
              <a:ext uri="{FF2B5EF4-FFF2-40B4-BE49-F238E27FC236}">
                <a16:creationId xmlns:a16="http://schemas.microsoft.com/office/drawing/2014/main" id="{78320722-43A5-9D42-A010-4F5CB1AEC481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143" name="Rechthoek 142">
            <a:extLst>
              <a:ext uri="{FF2B5EF4-FFF2-40B4-BE49-F238E27FC236}">
                <a16:creationId xmlns:a16="http://schemas.microsoft.com/office/drawing/2014/main" id="{30786781-B4B8-FA4D-810B-11FC09334E93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44" name="Afbeelding 143">
            <a:extLst>
              <a:ext uri="{FF2B5EF4-FFF2-40B4-BE49-F238E27FC236}">
                <a16:creationId xmlns:a16="http://schemas.microsoft.com/office/drawing/2014/main" id="{EF4A5BFD-BD71-6B44-B7DF-EC0939A1108F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021969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7B586FF1-0FDA-484F-A81E-58251B4B604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1113008"/>
            <a:ext cx="6829146" cy="5179837"/>
          </a:xfrm>
          <a:custGeom>
            <a:avLst/>
            <a:gdLst/>
            <a:ahLst/>
            <a:cxnLst/>
            <a:rect l="l" t="t" r="r" b="b"/>
            <a:pathLst>
              <a:path w="6829146" h="5179837"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60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3165188" y="83828"/>
                </a:moveTo>
                <a:lnTo>
                  <a:pt x="6829146" y="83828"/>
                </a:lnTo>
                <a:lnTo>
                  <a:pt x="6829146" y="964016"/>
                </a:lnTo>
                <a:cubicBezTo>
                  <a:pt x="6496164" y="1557794"/>
                  <a:pt x="6244100" y="2053773"/>
                  <a:pt x="6072952" y="2451953"/>
                </a:cubicBezTo>
                <a:cubicBezTo>
                  <a:pt x="5901805" y="2850133"/>
                  <a:pt x="5753941" y="3264031"/>
                  <a:pt x="5629365" y="3693647"/>
                </a:cubicBezTo>
                <a:cubicBezTo>
                  <a:pt x="5504789" y="4123262"/>
                  <a:pt x="5402915" y="4589552"/>
                  <a:pt x="5323744" y="5092517"/>
                </a:cubicBezTo>
                <a:lnTo>
                  <a:pt x="3776430" y="5092517"/>
                </a:lnTo>
                <a:cubicBezTo>
                  <a:pt x="3846286" y="4633795"/>
                  <a:pt x="3945249" y="4206508"/>
                  <a:pt x="4073318" y="3810656"/>
                </a:cubicBezTo>
                <a:cubicBezTo>
                  <a:pt x="4201389" y="3414804"/>
                  <a:pt x="4354490" y="3032924"/>
                  <a:pt x="4532623" y="2665014"/>
                </a:cubicBezTo>
                <a:cubicBezTo>
                  <a:pt x="4710756" y="2297105"/>
                  <a:pt x="4981449" y="1823247"/>
                  <a:pt x="5344701" y="1243440"/>
                </a:cubicBezTo>
                <a:lnTo>
                  <a:pt x="3165188" y="1243440"/>
                </a:lnTo>
                <a:close/>
                <a:moveTo>
                  <a:pt x="761563" y="0"/>
                </a:moveTo>
                <a:cubicBezTo>
                  <a:pt x="1986375" y="0"/>
                  <a:pt x="2598782" y="848753"/>
                  <a:pt x="2598782" y="2546259"/>
                </a:cubicBezTo>
                <a:cubicBezTo>
                  <a:pt x="2598782" y="3405490"/>
                  <a:pt x="2435201" y="4059228"/>
                  <a:pt x="2108041" y="4507471"/>
                </a:cubicBezTo>
                <a:cubicBezTo>
                  <a:pt x="1780881" y="4955716"/>
                  <a:pt x="1302949" y="5179837"/>
                  <a:pt x="674243" y="5179837"/>
                </a:cubicBezTo>
                <a:cubicBezTo>
                  <a:pt x="433239" y="5179837"/>
                  <a:pt x="215075" y="5150858"/>
                  <a:pt x="19751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2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105" name="Groep 104">
            <a:extLst>
              <a:ext uri="{FF2B5EF4-FFF2-40B4-BE49-F238E27FC236}">
                <a16:creationId xmlns:a16="http://schemas.microsoft.com/office/drawing/2014/main" id="{E1635DB8-BFC3-B44F-9F2F-43D723F88060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06" name="Vrije vorm 105">
              <a:extLst>
                <a:ext uri="{FF2B5EF4-FFF2-40B4-BE49-F238E27FC236}">
                  <a16:creationId xmlns:a16="http://schemas.microsoft.com/office/drawing/2014/main" id="{E5951435-1E1C-0C41-805C-68A272481753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7" name="Vrije vorm 106">
              <a:extLst>
                <a:ext uri="{FF2B5EF4-FFF2-40B4-BE49-F238E27FC236}">
                  <a16:creationId xmlns:a16="http://schemas.microsoft.com/office/drawing/2014/main" id="{504EC33B-CF43-9548-BB05-8CD32C26F8C9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8" name="Vrije vorm 107">
              <a:extLst>
                <a:ext uri="{FF2B5EF4-FFF2-40B4-BE49-F238E27FC236}">
                  <a16:creationId xmlns:a16="http://schemas.microsoft.com/office/drawing/2014/main" id="{18A174CD-0F0A-554A-97D8-61E99D8E0AB7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9" name="Vrije vorm 108">
              <a:extLst>
                <a:ext uri="{FF2B5EF4-FFF2-40B4-BE49-F238E27FC236}">
                  <a16:creationId xmlns:a16="http://schemas.microsoft.com/office/drawing/2014/main" id="{4CAAD3A0-3772-4B49-A8E6-949F71E6333C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0" name="Vrije vorm 109">
              <a:extLst>
                <a:ext uri="{FF2B5EF4-FFF2-40B4-BE49-F238E27FC236}">
                  <a16:creationId xmlns:a16="http://schemas.microsoft.com/office/drawing/2014/main" id="{5F6E4D34-F3F1-A54B-A0A9-487415F81723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1" name="Vrije vorm 110">
              <a:extLst>
                <a:ext uri="{FF2B5EF4-FFF2-40B4-BE49-F238E27FC236}">
                  <a16:creationId xmlns:a16="http://schemas.microsoft.com/office/drawing/2014/main" id="{EE6C1A6E-8802-BD4A-B55E-B94F88C33AC1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2" name="Vrije vorm 111">
              <a:extLst>
                <a:ext uri="{FF2B5EF4-FFF2-40B4-BE49-F238E27FC236}">
                  <a16:creationId xmlns:a16="http://schemas.microsoft.com/office/drawing/2014/main" id="{C0AC9A8A-B044-7247-8674-ABC434ED9587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3" name="Vrije vorm 112">
              <a:extLst>
                <a:ext uri="{FF2B5EF4-FFF2-40B4-BE49-F238E27FC236}">
                  <a16:creationId xmlns:a16="http://schemas.microsoft.com/office/drawing/2014/main" id="{75B1BD5A-D622-DA40-91BC-F14BE27961B3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4" name="Vrije vorm 113">
              <a:extLst>
                <a:ext uri="{FF2B5EF4-FFF2-40B4-BE49-F238E27FC236}">
                  <a16:creationId xmlns:a16="http://schemas.microsoft.com/office/drawing/2014/main" id="{43DDC803-1959-5846-A9D6-AAF504B71841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15" name="Graphic 23">
              <a:extLst>
                <a:ext uri="{FF2B5EF4-FFF2-40B4-BE49-F238E27FC236}">
                  <a16:creationId xmlns:a16="http://schemas.microsoft.com/office/drawing/2014/main" id="{48BE7974-BEE1-0149-AC37-7A80910D0D33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16" name="Vrije vorm 115">
                <a:extLst>
                  <a:ext uri="{FF2B5EF4-FFF2-40B4-BE49-F238E27FC236}">
                    <a16:creationId xmlns:a16="http://schemas.microsoft.com/office/drawing/2014/main" id="{33CCD291-F28C-6E49-9964-5E415B3DA350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7" name="Vrije vorm 116">
                <a:extLst>
                  <a:ext uri="{FF2B5EF4-FFF2-40B4-BE49-F238E27FC236}">
                    <a16:creationId xmlns:a16="http://schemas.microsoft.com/office/drawing/2014/main" id="{BD23A926-8503-2141-8053-AB0F39D22A36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8" name="Vrije vorm 117">
                <a:extLst>
                  <a:ext uri="{FF2B5EF4-FFF2-40B4-BE49-F238E27FC236}">
                    <a16:creationId xmlns:a16="http://schemas.microsoft.com/office/drawing/2014/main" id="{A7D9C661-5835-5640-BFDB-07A4AFB13149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9" name="Vrije vorm 118">
                <a:extLst>
                  <a:ext uri="{FF2B5EF4-FFF2-40B4-BE49-F238E27FC236}">
                    <a16:creationId xmlns:a16="http://schemas.microsoft.com/office/drawing/2014/main" id="{FD6BEBB6-828C-7546-9359-51C33917C11E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0" name="Vrije vorm 119">
                <a:extLst>
                  <a:ext uri="{FF2B5EF4-FFF2-40B4-BE49-F238E27FC236}">
                    <a16:creationId xmlns:a16="http://schemas.microsoft.com/office/drawing/2014/main" id="{CCB6CA66-B082-C444-AAA8-2649DF59C5FC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1" name="Vrije vorm 120">
                <a:extLst>
                  <a:ext uri="{FF2B5EF4-FFF2-40B4-BE49-F238E27FC236}">
                    <a16:creationId xmlns:a16="http://schemas.microsoft.com/office/drawing/2014/main" id="{6432F8C3-F001-944A-87B8-FD2B30698918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" name="Vrije vorm 121">
                <a:extLst>
                  <a:ext uri="{FF2B5EF4-FFF2-40B4-BE49-F238E27FC236}">
                    <a16:creationId xmlns:a16="http://schemas.microsoft.com/office/drawing/2014/main" id="{6E400314-6CCA-864F-93F7-6D14A318F761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" name="Vrije vorm 122">
                <a:extLst>
                  <a:ext uri="{FF2B5EF4-FFF2-40B4-BE49-F238E27FC236}">
                    <a16:creationId xmlns:a16="http://schemas.microsoft.com/office/drawing/2014/main" id="{78AE628A-3A8D-7F49-A4B8-83882E3ABA85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" name="Vrije vorm 123">
                <a:extLst>
                  <a:ext uri="{FF2B5EF4-FFF2-40B4-BE49-F238E27FC236}">
                    <a16:creationId xmlns:a16="http://schemas.microsoft.com/office/drawing/2014/main" id="{2C5F2CE0-DB86-E641-A773-57E9B06CD3F2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" name="Vrije vorm 124">
                <a:extLst>
                  <a:ext uri="{FF2B5EF4-FFF2-40B4-BE49-F238E27FC236}">
                    <a16:creationId xmlns:a16="http://schemas.microsoft.com/office/drawing/2014/main" id="{D2358A64-E149-1545-8E02-F008401274D4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6" name="Vrije vorm 125">
                <a:extLst>
                  <a:ext uri="{FF2B5EF4-FFF2-40B4-BE49-F238E27FC236}">
                    <a16:creationId xmlns:a16="http://schemas.microsoft.com/office/drawing/2014/main" id="{AA406F46-58E5-4540-8CDE-C478A5F627BC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7" name="Vrije vorm 126">
                <a:extLst>
                  <a:ext uri="{FF2B5EF4-FFF2-40B4-BE49-F238E27FC236}">
                    <a16:creationId xmlns:a16="http://schemas.microsoft.com/office/drawing/2014/main" id="{890373A6-907E-3241-AA07-4A6D0BDC142E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" name="Vrije vorm 127">
                <a:extLst>
                  <a:ext uri="{FF2B5EF4-FFF2-40B4-BE49-F238E27FC236}">
                    <a16:creationId xmlns:a16="http://schemas.microsoft.com/office/drawing/2014/main" id="{A3508D84-BD25-F94A-BF06-0B261EE6A7B4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" name="Vrije vorm 128">
                <a:extLst>
                  <a:ext uri="{FF2B5EF4-FFF2-40B4-BE49-F238E27FC236}">
                    <a16:creationId xmlns:a16="http://schemas.microsoft.com/office/drawing/2014/main" id="{8E9FD0B6-5B2B-7247-994D-06AA50B5B212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30" name="Groep 29">
            <a:extLst>
              <a:ext uri="{FF2B5EF4-FFF2-40B4-BE49-F238E27FC236}">
                <a16:creationId xmlns:a16="http://schemas.microsoft.com/office/drawing/2014/main" id="{4A985009-3E02-6049-BE77-679C7D5106D6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90D76E26-966F-C04B-A8E4-1EF996AE8E7F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D8D923A-D9FD-0843-87BE-3FBBB00486B9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0FDDB0CC-5EFA-644A-BC5D-B9A7CFEFEB8D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D38CD4AC-EFBB-3F43-85FA-5DEAA09282C1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D1B0F9D6-F09A-204B-838A-24F26A53D288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49" name="Rechthoek: afgeronde hoeken 61">
                <a:extLst>
                  <a:ext uri="{FF2B5EF4-FFF2-40B4-BE49-F238E27FC236}">
                    <a16:creationId xmlns:a16="http://schemas.microsoft.com/office/drawing/2014/main" id="{07E89C61-3523-1644-BA50-4316057C510A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657EDEC2-3EE7-1F4C-A64B-F34A00F6474A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74361025-71E7-1048-8ED9-EB3D1811B7F3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149947EB-1904-264E-9201-15A7E6CBF0F7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38F990E6-9319-1B4F-AF54-A8545A1EE88E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31881CCE-4B6E-5841-9719-5C87337D7949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52FBB5B9-40A7-3D42-B007-5086911155D4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963F1EA2-1805-7F48-A2DE-0BA65F2DE65F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3" name="Rechthoek: afgeronde hoeken 55">
                  <a:extLst>
                    <a:ext uri="{FF2B5EF4-FFF2-40B4-BE49-F238E27FC236}">
                      <a16:creationId xmlns:a16="http://schemas.microsoft.com/office/drawing/2014/main" id="{AD560535-D8E2-0543-BA3A-35DFB560DFF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43">
                  <a:extLst>
                    <a:ext uri="{FF2B5EF4-FFF2-40B4-BE49-F238E27FC236}">
                      <a16:creationId xmlns:a16="http://schemas.microsoft.com/office/drawing/2014/main" id="{0A863A03-3B8C-E74C-88C2-4C04BB3569C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44">
                  <a:extLst>
                    <a:ext uri="{FF2B5EF4-FFF2-40B4-BE49-F238E27FC236}">
                      <a16:creationId xmlns:a16="http://schemas.microsoft.com/office/drawing/2014/main" id="{64AF8D1F-1628-174A-898E-7CB94712101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0EDAC5FF-6F22-364B-B2C9-FE2FC2DC6C2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63CC1A3E-3D7D-C84C-BC6D-3AC3ADB02A79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9397D0BD-4520-E744-979B-522991FD160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2" name="Boog 41">
                <a:extLst>
                  <a:ext uri="{FF2B5EF4-FFF2-40B4-BE49-F238E27FC236}">
                    <a16:creationId xmlns:a16="http://schemas.microsoft.com/office/drawing/2014/main" id="{E3F8C9D2-B49C-4942-BFF3-3CC7EE925015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8" name="Tekstvak 37">
              <a:extLst>
                <a:ext uri="{FF2B5EF4-FFF2-40B4-BE49-F238E27FC236}">
                  <a16:creationId xmlns:a16="http://schemas.microsoft.com/office/drawing/2014/main" id="{D6FCF77D-DD25-8D43-BA7C-7ACB5F6AA6C7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kstvak 38">
              <a:extLst>
                <a:ext uri="{FF2B5EF4-FFF2-40B4-BE49-F238E27FC236}">
                  <a16:creationId xmlns:a16="http://schemas.microsoft.com/office/drawing/2014/main" id="{E5C136BB-D93C-954D-A6FA-86B2B17E37F2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40" name="Vrije vorm: vorm 52">
              <a:extLst>
                <a:ext uri="{FF2B5EF4-FFF2-40B4-BE49-F238E27FC236}">
                  <a16:creationId xmlns:a16="http://schemas.microsoft.com/office/drawing/2014/main" id="{B384DA96-71C3-1042-9AC7-7C9A355AAFEE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ep 54">
            <a:extLst>
              <a:ext uri="{FF2B5EF4-FFF2-40B4-BE49-F238E27FC236}">
                <a16:creationId xmlns:a16="http://schemas.microsoft.com/office/drawing/2014/main" id="{DE0A7C80-7882-8E4C-A4C1-81D010EF9064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56" name="Rechthoek 55">
              <a:extLst>
                <a:ext uri="{FF2B5EF4-FFF2-40B4-BE49-F238E27FC236}">
                  <a16:creationId xmlns:a16="http://schemas.microsoft.com/office/drawing/2014/main" id="{0898B487-BA88-1240-B05B-D97A73CA7BDB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57" name="Ovaal 56">
              <a:extLst>
                <a:ext uri="{FF2B5EF4-FFF2-40B4-BE49-F238E27FC236}">
                  <a16:creationId xmlns:a16="http://schemas.microsoft.com/office/drawing/2014/main" id="{41BE03DD-AEB1-3D47-93D0-31E4AB3D08D5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8" name="Rechthoek 57">
              <a:extLst>
                <a:ext uri="{FF2B5EF4-FFF2-40B4-BE49-F238E27FC236}">
                  <a16:creationId xmlns:a16="http://schemas.microsoft.com/office/drawing/2014/main" id="{FA0AD1BF-752C-1948-A426-3D5B6A1310D1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9" name="Groep 58">
              <a:extLst>
                <a:ext uri="{FF2B5EF4-FFF2-40B4-BE49-F238E27FC236}">
                  <a16:creationId xmlns:a16="http://schemas.microsoft.com/office/drawing/2014/main" id="{8DB1B5F9-BB47-0B47-810E-529492CD8E65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7339A006-1E6A-9242-BE20-3E760AEC88B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6" name="Ovaal 135">
                <a:extLst>
                  <a:ext uri="{FF2B5EF4-FFF2-40B4-BE49-F238E27FC236}">
                    <a16:creationId xmlns:a16="http://schemas.microsoft.com/office/drawing/2014/main" id="{C73CE6E6-37DE-C94A-81DB-B2F3F045DE3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Vrije vorm: vorm 101">
                <a:extLst>
                  <a:ext uri="{FF2B5EF4-FFF2-40B4-BE49-F238E27FC236}">
                    <a16:creationId xmlns:a16="http://schemas.microsoft.com/office/drawing/2014/main" id="{E955E769-D33E-5744-B85C-E7E6B4D36E0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Rechthoek: afgeronde hoeken 102">
                <a:extLst>
                  <a:ext uri="{FF2B5EF4-FFF2-40B4-BE49-F238E27FC236}">
                    <a16:creationId xmlns:a16="http://schemas.microsoft.com/office/drawing/2014/main" id="{D229D896-2B8C-1048-81DC-128B7874EEC1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39" name="Rechte verbindingslijn 138">
                <a:extLst>
                  <a:ext uri="{FF2B5EF4-FFF2-40B4-BE49-F238E27FC236}">
                    <a16:creationId xmlns:a16="http://schemas.microsoft.com/office/drawing/2014/main" id="{7E0A3922-F617-774A-A800-94B40B2DF8D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Rechte verbindingslijn 139">
                <a:extLst>
                  <a:ext uri="{FF2B5EF4-FFF2-40B4-BE49-F238E27FC236}">
                    <a16:creationId xmlns:a16="http://schemas.microsoft.com/office/drawing/2014/main" id="{91038B58-0F66-C046-BE9D-D30971538CF2}"/>
                  </a:ext>
                </a:extLst>
              </p:cNvPr>
              <p:cNvCxnSpPr>
                <a:cxnSpLocks/>
                <a:stCxn id="13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60" name="Ovaal 59">
              <a:extLst>
                <a:ext uri="{FF2B5EF4-FFF2-40B4-BE49-F238E27FC236}">
                  <a16:creationId xmlns:a16="http://schemas.microsoft.com/office/drawing/2014/main" id="{593A99FC-4691-9947-BB4D-5601AAB40244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61" name="Rechthoek 60">
              <a:extLst>
                <a:ext uri="{FF2B5EF4-FFF2-40B4-BE49-F238E27FC236}">
                  <a16:creationId xmlns:a16="http://schemas.microsoft.com/office/drawing/2014/main" id="{D33A9B1E-34DE-DB4D-B7B3-C6D353B48EEE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ep 61">
              <a:extLst>
                <a:ext uri="{FF2B5EF4-FFF2-40B4-BE49-F238E27FC236}">
                  <a16:creationId xmlns:a16="http://schemas.microsoft.com/office/drawing/2014/main" id="{21A9BA7F-A12B-9449-A070-1C00FB4387DC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132" name="Rechthoek 131">
                <a:extLst>
                  <a:ext uri="{FF2B5EF4-FFF2-40B4-BE49-F238E27FC236}">
                    <a16:creationId xmlns:a16="http://schemas.microsoft.com/office/drawing/2014/main" id="{60668722-68C6-1A42-8295-49C5D1CFC6B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133" name="Rechte verbindingslijn 132">
                <a:extLst>
                  <a:ext uri="{FF2B5EF4-FFF2-40B4-BE49-F238E27FC236}">
                    <a16:creationId xmlns:a16="http://schemas.microsoft.com/office/drawing/2014/main" id="{C2A5CF83-AF98-1E40-B76A-87855C4B3CB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4" name="Gelijkbenige driehoek 98">
                <a:extLst>
                  <a:ext uri="{FF2B5EF4-FFF2-40B4-BE49-F238E27FC236}">
                    <a16:creationId xmlns:a16="http://schemas.microsoft.com/office/drawing/2014/main" id="{9D69E8E8-36EC-E349-8AA8-FAA8C75F2D1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3" name="Ovaal 62">
              <a:extLst>
                <a:ext uri="{FF2B5EF4-FFF2-40B4-BE49-F238E27FC236}">
                  <a16:creationId xmlns:a16="http://schemas.microsoft.com/office/drawing/2014/main" id="{0D53AFE1-64F2-1F47-8DBF-1524095E84BE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64" name="Rechthoek 63">
              <a:extLst>
                <a:ext uri="{FF2B5EF4-FFF2-40B4-BE49-F238E27FC236}">
                  <a16:creationId xmlns:a16="http://schemas.microsoft.com/office/drawing/2014/main" id="{F0527D09-0818-A14C-A88F-95F16B6183B0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Ovaal 64">
              <a:extLst>
                <a:ext uri="{FF2B5EF4-FFF2-40B4-BE49-F238E27FC236}">
                  <a16:creationId xmlns:a16="http://schemas.microsoft.com/office/drawing/2014/main" id="{96D368FA-CB52-934A-A765-4F2289181BC2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66" name="Rechthoek 65">
              <a:extLst>
                <a:ext uri="{FF2B5EF4-FFF2-40B4-BE49-F238E27FC236}">
                  <a16:creationId xmlns:a16="http://schemas.microsoft.com/office/drawing/2014/main" id="{E359781B-A66E-CF4A-BFED-01336DE03ED5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7" name="Groep 66">
              <a:extLst>
                <a:ext uri="{FF2B5EF4-FFF2-40B4-BE49-F238E27FC236}">
                  <a16:creationId xmlns:a16="http://schemas.microsoft.com/office/drawing/2014/main" id="{1627D7E2-A1B3-EF45-8D65-D6B1FCD7415E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91" name="Groep 90">
                <a:extLst>
                  <a:ext uri="{FF2B5EF4-FFF2-40B4-BE49-F238E27FC236}">
                    <a16:creationId xmlns:a16="http://schemas.microsoft.com/office/drawing/2014/main" id="{22424C52-06DD-9147-B166-4D0431361008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94" name="Groep 93">
                  <a:extLst>
                    <a:ext uri="{FF2B5EF4-FFF2-40B4-BE49-F238E27FC236}">
                      <a16:creationId xmlns:a16="http://schemas.microsoft.com/office/drawing/2014/main" id="{56A57D49-AE4D-4748-94CE-C4E7DB08BEE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01" name="Groep 100">
                    <a:extLst>
                      <a:ext uri="{FF2B5EF4-FFF2-40B4-BE49-F238E27FC236}">
                        <a16:creationId xmlns:a16="http://schemas.microsoft.com/office/drawing/2014/main" id="{E1313355-FD1C-A745-BEB0-D1A6C72A42D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04" name="Rechthoek 103">
                      <a:extLst>
                        <a:ext uri="{FF2B5EF4-FFF2-40B4-BE49-F238E27FC236}">
                          <a16:creationId xmlns:a16="http://schemas.microsoft.com/office/drawing/2014/main" id="{E613AACF-AB14-0F47-8E5C-57562F36EFD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0" name="Rechthoek 129">
                      <a:extLst>
                        <a:ext uri="{FF2B5EF4-FFF2-40B4-BE49-F238E27FC236}">
                          <a16:creationId xmlns:a16="http://schemas.microsoft.com/office/drawing/2014/main" id="{3EF2ADA8-D9B9-E64B-AE51-84E58227DA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Ovaal 130">
                      <a:extLst>
                        <a:ext uri="{FF2B5EF4-FFF2-40B4-BE49-F238E27FC236}">
                          <a16:creationId xmlns:a16="http://schemas.microsoft.com/office/drawing/2014/main" id="{0A72E24E-FA66-6244-8B25-A1D8CE10EA7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02" name="Afbeelding 101">
                    <a:extLst>
                      <a:ext uri="{FF2B5EF4-FFF2-40B4-BE49-F238E27FC236}">
                        <a16:creationId xmlns:a16="http://schemas.microsoft.com/office/drawing/2014/main" id="{8EA5B593-DAE6-6B4D-8A31-5CCFFC0CF46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3" name="Afbeelding 102">
                    <a:extLst>
                      <a:ext uri="{FF2B5EF4-FFF2-40B4-BE49-F238E27FC236}">
                        <a16:creationId xmlns:a16="http://schemas.microsoft.com/office/drawing/2014/main" id="{8E325FF3-1717-9941-9C15-FFC9A0AF13E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5" name="Groep 94">
                  <a:extLst>
                    <a:ext uri="{FF2B5EF4-FFF2-40B4-BE49-F238E27FC236}">
                      <a16:creationId xmlns:a16="http://schemas.microsoft.com/office/drawing/2014/main" id="{23C7F9EA-7054-054A-9CAE-EE1D1189A8CF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9" name="Rechthoek 98">
                    <a:extLst>
                      <a:ext uri="{FF2B5EF4-FFF2-40B4-BE49-F238E27FC236}">
                        <a16:creationId xmlns:a16="http://schemas.microsoft.com/office/drawing/2014/main" id="{4465E6A9-22C2-F648-BDCD-6624F66EBA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0" name="Rechthoek 99">
                    <a:extLst>
                      <a:ext uri="{FF2B5EF4-FFF2-40B4-BE49-F238E27FC236}">
                        <a16:creationId xmlns:a16="http://schemas.microsoft.com/office/drawing/2014/main" id="{C574FA39-54EB-9B47-9D81-6DF89BC4B95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6" name="Groep 95">
                  <a:extLst>
                    <a:ext uri="{FF2B5EF4-FFF2-40B4-BE49-F238E27FC236}">
                      <a16:creationId xmlns:a16="http://schemas.microsoft.com/office/drawing/2014/main" id="{5D744E08-62E5-DB4E-BD08-41265CEADE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7" name="Rechthoek 96">
                    <a:extLst>
                      <a:ext uri="{FF2B5EF4-FFF2-40B4-BE49-F238E27FC236}">
                        <a16:creationId xmlns:a16="http://schemas.microsoft.com/office/drawing/2014/main" id="{8FE9AB52-076F-3840-8494-50EA879D0C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98" name="Rechthoek 97">
                    <a:extLst>
                      <a:ext uri="{FF2B5EF4-FFF2-40B4-BE49-F238E27FC236}">
                        <a16:creationId xmlns:a16="http://schemas.microsoft.com/office/drawing/2014/main" id="{FD119FEC-AEDE-FC4F-BFD3-AC237702A8D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4ECBC619-F86F-0145-98F0-FB7E4C1E58E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93" name="Gelijkbenige driehoek 78">
                <a:extLst>
                  <a:ext uri="{FF2B5EF4-FFF2-40B4-BE49-F238E27FC236}">
                    <a16:creationId xmlns:a16="http://schemas.microsoft.com/office/drawing/2014/main" id="{FD0A0E8D-B7F4-EF44-AA58-7759F50F25C5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8" name="Rechthoek 67">
              <a:extLst>
                <a:ext uri="{FF2B5EF4-FFF2-40B4-BE49-F238E27FC236}">
                  <a16:creationId xmlns:a16="http://schemas.microsoft.com/office/drawing/2014/main" id="{BA4CFC4D-73A3-244E-869E-91A091FE52DA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ep 68">
              <a:extLst>
                <a:ext uri="{FF2B5EF4-FFF2-40B4-BE49-F238E27FC236}">
                  <a16:creationId xmlns:a16="http://schemas.microsoft.com/office/drawing/2014/main" id="{F0E91B85-94E8-0B46-9DB9-302B6947F9FA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9D9F949B-E95A-BE47-9105-17E65B998153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B8B07311-CAFC-5548-9D42-AE5D0E39656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72" name="Groep 71">
                <a:extLst>
                  <a:ext uri="{FF2B5EF4-FFF2-40B4-BE49-F238E27FC236}">
                    <a16:creationId xmlns:a16="http://schemas.microsoft.com/office/drawing/2014/main" id="{054A6948-D6BE-7B40-BC63-7EF040D715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5" name="Rechthoek: afgeronde hoeken 61">
                  <a:extLst>
                    <a:ext uri="{FF2B5EF4-FFF2-40B4-BE49-F238E27FC236}">
                      <a16:creationId xmlns:a16="http://schemas.microsoft.com/office/drawing/2014/main" id="{401E8DB4-C390-6148-9B18-EE80C846436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609D5928-5734-5C4B-B1AE-B4FFAFA4333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hthoek 86">
                  <a:extLst>
                    <a:ext uri="{FF2B5EF4-FFF2-40B4-BE49-F238E27FC236}">
                      <a16:creationId xmlns:a16="http://schemas.microsoft.com/office/drawing/2014/main" id="{3CD7E948-C250-C845-A3F3-CCC5ED9ACE0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hthoek 87">
                  <a:extLst>
                    <a:ext uri="{FF2B5EF4-FFF2-40B4-BE49-F238E27FC236}">
                      <a16:creationId xmlns:a16="http://schemas.microsoft.com/office/drawing/2014/main" id="{880829A3-8C64-8A44-B6A3-EC58B8BC56E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hthoek 88">
                  <a:extLst>
                    <a:ext uri="{FF2B5EF4-FFF2-40B4-BE49-F238E27FC236}">
                      <a16:creationId xmlns:a16="http://schemas.microsoft.com/office/drawing/2014/main" id="{90E0C071-8228-284D-B635-70B8DBC0BC1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Rechthoek 89">
                  <a:extLst>
                    <a:ext uri="{FF2B5EF4-FFF2-40B4-BE49-F238E27FC236}">
                      <a16:creationId xmlns:a16="http://schemas.microsoft.com/office/drawing/2014/main" id="{DAFD8A3D-F71C-F440-8603-704765CF7E2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3BC1CB10-AF28-1C40-854B-290A998B9FC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22072A89-C4B4-8545-81C3-6AF27319C9F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9" name="Rechthoek: afgeronde hoeken 55">
                    <a:extLst>
                      <a:ext uri="{FF2B5EF4-FFF2-40B4-BE49-F238E27FC236}">
                        <a16:creationId xmlns:a16="http://schemas.microsoft.com/office/drawing/2014/main" id="{8A4DE480-A42F-334A-A0E4-F6CD72ABB9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ECE2911D-2C8A-4B49-9166-5194B185D0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1" name="Rechthoek 80">
                    <a:extLst>
                      <a:ext uri="{FF2B5EF4-FFF2-40B4-BE49-F238E27FC236}">
                        <a16:creationId xmlns:a16="http://schemas.microsoft.com/office/drawing/2014/main" id="{52EB2BBC-0421-F346-8604-39F7BCE009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2" name="Rechthoek 81">
                    <a:extLst>
                      <a:ext uri="{FF2B5EF4-FFF2-40B4-BE49-F238E27FC236}">
                        <a16:creationId xmlns:a16="http://schemas.microsoft.com/office/drawing/2014/main" id="{BD1E1E58-6C0B-614A-A4BF-09BA43BAD3A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3" name="Rechthoek 82">
                    <a:extLst>
                      <a:ext uri="{FF2B5EF4-FFF2-40B4-BE49-F238E27FC236}">
                        <a16:creationId xmlns:a16="http://schemas.microsoft.com/office/drawing/2014/main" id="{0DD260C2-7BA3-4B48-A3C3-5F23596FC4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4" name="Rechthoek 83">
                    <a:extLst>
                      <a:ext uri="{FF2B5EF4-FFF2-40B4-BE49-F238E27FC236}">
                        <a16:creationId xmlns:a16="http://schemas.microsoft.com/office/drawing/2014/main" id="{96789AFD-5A80-FA4F-879E-1842D5D83B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78" name="Boog 77">
                  <a:extLst>
                    <a:ext uri="{FF2B5EF4-FFF2-40B4-BE49-F238E27FC236}">
                      <a16:creationId xmlns:a16="http://schemas.microsoft.com/office/drawing/2014/main" id="{0DF61F07-0C65-BC46-83A7-E448A35F769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74" name="Tekstvak 73">
                <a:extLst>
                  <a:ext uri="{FF2B5EF4-FFF2-40B4-BE49-F238E27FC236}">
                    <a16:creationId xmlns:a16="http://schemas.microsoft.com/office/drawing/2014/main" id="{3960A8FB-016B-484C-9576-DA551AAF110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Tekstvak 74">
                <a:extLst>
                  <a:ext uri="{FF2B5EF4-FFF2-40B4-BE49-F238E27FC236}">
                    <a16:creationId xmlns:a16="http://schemas.microsoft.com/office/drawing/2014/main" id="{23FB729F-AB5C-254D-A83E-A76174CB4EA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Vrije vorm: vorm 52">
                <a:extLst>
                  <a:ext uri="{FF2B5EF4-FFF2-40B4-BE49-F238E27FC236}">
                    <a16:creationId xmlns:a16="http://schemas.microsoft.com/office/drawing/2014/main" id="{69085B1C-8C8B-804C-BB68-327136DE803A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141" name="Afbeelding 140">
            <a:extLst>
              <a:ext uri="{FF2B5EF4-FFF2-40B4-BE49-F238E27FC236}">
                <a16:creationId xmlns:a16="http://schemas.microsoft.com/office/drawing/2014/main" id="{46A042E1-6870-714D-B136-CCB5CEFB258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42" name="Ovaal 141">
            <a:extLst>
              <a:ext uri="{FF2B5EF4-FFF2-40B4-BE49-F238E27FC236}">
                <a16:creationId xmlns:a16="http://schemas.microsoft.com/office/drawing/2014/main" id="{7D71F864-3CE3-9149-A165-F39955C1A747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143" name="Rechthoek 142">
            <a:extLst>
              <a:ext uri="{FF2B5EF4-FFF2-40B4-BE49-F238E27FC236}">
                <a16:creationId xmlns:a16="http://schemas.microsoft.com/office/drawing/2014/main" id="{D29BC067-D259-094D-92DE-B64CC49C88B6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44" name="Afbeelding 143">
            <a:extLst>
              <a:ext uri="{FF2B5EF4-FFF2-40B4-BE49-F238E27FC236}">
                <a16:creationId xmlns:a16="http://schemas.microsoft.com/office/drawing/2014/main" id="{BA2A102E-E7DF-5B4F-9702-DCCE14DF61FD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511397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9AF608BE-9175-524F-9E4E-BA037C4C55A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" y="1113008"/>
            <a:ext cx="6871059" cy="5179837"/>
          </a:xfrm>
          <a:custGeom>
            <a:avLst/>
            <a:gdLst/>
            <a:ahLst/>
            <a:cxnLst/>
            <a:rect l="l" t="t" r="r" b="b"/>
            <a:pathLst>
              <a:path w="6871059" h="5179837">
                <a:moveTo>
                  <a:pt x="4967478" y="3024774"/>
                </a:moveTo>
                <a:cubicBezTo>
                  <a:pt x="4809137" y="3024774"/>
                  <a:pt x="4676411" y="3078912"/>
                  <a:pt x="4569297" y="3187189"/>
                </a:cubicBezTo>
                <a:cubicBezTo>
                  <a:pt x="4462185" y="3295466"/>
                  <a:pt x="4408628" y="3435761"/>
                  <a:pt x="4408628" y="3608073"/>
                </a:cubicBezTo>
                <a:cubicBezTo>
                  <a:pt x="4408628" y="3787371"/>
                  <a:pt x="4459856" y="3928248"/>
                  <a:pt x="4562312" y="4030703"/>
                </a:cubicBezTo>
                <a:cubicBezTo>
                  <a:pt x="4664768" y="4133159"/>
                  <a:pt x="4799823" y="4184387"/>
                  <a:pt x="4967478" y="4184387"/>
                </a:cubicBezTo>
                <a:cubicBezTo>
                  <a:pt x="5137462" y="4184387"/>
                  <a:pt x="5273681" y="4129666"/>
                  <a:pt x="5376137" y="4020224"/>
                </a:cubicBezTo>
                <a:cubicBezTo>
                  <a:pt x="5478593" y="3910783"/>
                  <a:pt x="5529820" y="3773399"/>
                  <a:pt x="5529820" y="3608073"/>
                </a:cubicBezTo>
                <a:cubicBezTo>
                  <a:pt x="5529820" y="3440418"/>
                  <a:pt x="5476264" y="3301288"/>
                  <a:pt x="5369151" y="3190682"/>
                </a:cubicBezTo>
                <a:cubicBezTo>
                  <a:pt x="5262038" y="3080077"/>
                  <a:pt x="5128147" y="3024774"/>
                  <a:pt x="4967478" y="3024774"/>
                </a:cubicBezTo>
                <a:close/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60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4988435" y="936073"/>
                </a:moveTo>
                <a:cubicBezTo>
                  <a:pt x="4858037" y="936073"/>
                  <a:pt x="4749760" y="986137"/>
                  <a:pt x="4663603" y="1086264"/>
                </a:cubicBezTo>
                <a:cubicBezTo>
                  <a:pt x="4577448" y="1186392"/>
                  <a:pt x="4534369" y="1310968"/>
                  <a:pt x="4534369" y="1459995"/>
                </a:cubicBezTo>
                <a:cubicBezTo>
                  <a:pt x="4534369" y="1597379"/>
                  <a:pt x="4578029" y="1718463"/>
                  <a:pt x="4665350" y="1823247"/>
                </a:cubicBezTo>
                <a:cubicBezTo>
                  <a:pt x="4752670" y="1928032"/>
                  <a:pt x="4860365" y="1980424"/>
                  <a:pt x="4988435" y="1980423"/>
                </a:cubicBezTo>
                <a:cubicBezTo>
                  <a:pt x="5118833" y="1980424"/>
                  <a:pt x="5227692" y="1928032"/>
                  <a:pt x="5315012" y="1823247"/>
                </a:cubicBezTo>
                <a:cubicBezTo>
                  <a:pt x="5402333" y="1718463"/>
                  <a:pt x="5445993" y="1597379"/>
                  <a:pt x="5445993" y="1459995"/>
                </a:cubicBezTo>
                <a:cubicBezTo>
                  <a:pt x="5445993" y="1310968"/>
                  <a:pt x="5401751" y="1186392"/>
                  <a:pt x="5313266" y="1086264"/>
                </a:cubicBezTo>
                <a:cubicBezTo>
                  <a:pt x="5224782" y="986137"/>
                  <a:pt x="5116505" y="936073"/>
                  <a:pt x="4988435" y="936073"/>
                </a:cubicBezTo>
                <a:close/>
                <a:moveTo>
                  <a:pt x="4977956" y="0"/>
                </a:moveTo>
                <a:cubicBezTo>
                  <a:pt x="5320252" y="0"/>
                  <a:pt x="5627619" y="55303"/>
                  <a:pt x="5900058" y="165909"/>
                </a:cubicBezTo>
                <a:cubicBezTo>
                  <a:pt x="6172497" y="276515"/>
                  <a:pt x="6383230" y="430780"/>
                  <a:pt x="6532257" y="628706"/>
                </a:cubicBezTo>
                <a:cubicBezTo>
                  <a:pt x="6681283" y="826632"/>
                  <a:pt x="6755797" y="1047843"/>
                  <a:pt x="6755797" y="1292340"/>
                </a:cubicBezTo>
                <a:cubicBezTo>
                  <a:pt x="6755797" y="1527522"/>
                  <a:pt x="6687104" y="1747569"/>
                  <a:pt x="6549721" y="1952481"/>
                </a:cubicBezTo>
                <a:cubicBezTo>
                  <a:pt x="6412336" y="2157393"/>
                  <a:pt x="6212082" y="2322719"/>
                  <a:pt x="5948957" y="2448460"/>
                </a:cubicBezTo>
                <a:cubicBezTo>
                  <a:pt x="6274953" y="2590501"/>
                  <a:pt x="6510135" y="2766888"/>
                  <a:pt x="6654505" y="2977621"/>
                </a:cubicBezTo>
                <a:cubicBezTo>
                  <a:pt x="6798874" y="3188354"/>
                  <a:pt x="6871059" y="3435761"/>
                  <a:pt x="6871059" y="3719843"/>
                </a:cubicBezTo>
                <a:cubicBezTo>
                  <a:pt x="6871059" y="3999268"/>
                  <a:pt x="6790142" y="4250750"/>
                  <a:pt x="6628309" y="4474290"/>
                </a:cubicBezTo>
                <a:cubicBezTo>
                  <a:pt x="6466475" y="4697830"/>
                  <a:pt x="6239442" y="4870142"/>
                  <a:pt x="5947211" y="4991226"/>
                </a:cubicBezTo>
                <a:cubicBezTo>
                  <a:pt x="5654979" y="5112310"/>
                  <a:pt x="5327237" y="5172852"/>
                  <a:pt x="4963985" y="5172852"/>
                </a:cubicBezTo>
                <a:cubicBezTo>
                  <a:pt x="4400479" y="5172852"/>
                  <a:pt x="3941756" y="5037797"/>
                  <a:pt x="3587818" y="4767686"/>
                </a:cubicBezTo>
                <a:cubicBezTo>
                  <a:pt x="3233880" y="4497576"/>
                  <a:pt x="3056911" y="4151787"/>
                  <a:pt x="3056911" y="3730321"/>
                </a:cubicBezTo>
                <a:cubicBezTo>
                  <a:pt x="3056911" y="3422954"/>
                  <a:pt x="3134918" y="3164486"/>
                  <a:pt x="3290930" y="2954917"/>
                </a:cubicBezTo>
                <a:cubicBezTo>
                  <a:pt x="3446942" y="2745349"/>
                  <a:pt x="3676303" y="2574201"/>
                  <a:pt x="3979013" y="2441474"/>
                </a:cubicBezTo>
                <a:cubicBezTo>
                  <a:pt x="3725202" y="2313405"/>
                  <a:pt x="3534262" y="2149243"/>
                  <a:pt x="3406192" y="1948988"/>
                </a:cubicBezTo>
                <a:cubicBezTo>
                  <a:pt x="3278123" y="1748734"/>
                  <a:pt x="3214088" y="1528687"/>
                  <a:pt x="3214088" y="1288847"/>
                </a:cubicBezTo>
                <a:cubicBezTo>
                  <a:pt x="3214088" y="1051336"/>
                  <a:pt x="3290348" y="833035"/>
                  <a:pt x="3442866" y="633945"/>
                </a:cubicBezTo>
                <a:cubicBezTo>
                  <a:pt x="3595386" y="434855"/>
                  <a:pt x="3807283" y="279425"/>
                  <a:pt x="4078558" y="167655"/>
                </a:cubicBezTo>
                <a:cubicBezTo>
                  <a:pt x="4349833" y="55885"/>
                  <a:pt x="4649632" y="0"/>
                  <a:pt x="4977956" y="0"/>
                </a:cubicBezTo>
                <a:close/>
                <a:moveTo>
                  <a:pt x="761563" y="0"/>
                </a:moveTo>
                <a:cubicBezTo>
                  <a:pt x="1986375" y="0"/>
                  <a:pt x="2598781" y="848753"/>
                  <a:pt x="2598781" y="2546259"/>
                </a:cubicBezTo>
                <a:cubicBezTo>
                  <a:pt x="2598781" y="3405490"/>
                  <a:pt x="2435201" y="4059228"/>
                  <a:pt x="2108042" y="4507471"/>
                </a:cubicBezTo>
                <a:cubicBezTo>
                  <a:pt x="1780881" y="4955716"/>
                  <a:pt x="1302949" y="5179837"/>
                  <a:pt x="674243" y="5179837"/>
                </a:cubicBezTo>
                <a:cubicBezTo>
                  <a:pt x="433239" y="5179837"/>
                  <a:pt x="215075" y="5150858"/>
                  <a:pt x="19751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2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105" name="Groep 104">
            <a:extLst>
              <a:ext uri="{FF2B5EF4-FFF2-40B4-BE49-F238E27FC236}">
                <a16:creationId xmlns:a16="http://schemas.microsoft.com/office/drawing/2014/main" id="{31ECB666-8BB9-E84E-9BF0-6A6DD3004911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06" name="Vrije vorm 105">
              <a:extLst>
                <a:ext uri="{FF2B5EF4-FFF2-40B4-BE49-F238E27FC236}">
                  <a16:creationId xmlns:a16="http://schemas.microsoft.com/office/drawing/2014/main" id="{B1A3B907-8B48-8E44-A7FF-852AFFCC8355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7" name="Vrije vorm 106">
              <a:extLst>
                <a:ext uri="{FF2B5EF4-FFF2-40B4-BE49-F238E27FC236}">
                  <a16:creationId xmlns:a16="http://schemas.microsoft.com/office/drawing/2014/main" id="{EF191546-3180-1546-A259-0FA85828088C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8" name="Vrije vorm 107">
              <a:extLst>
                <a:ext uri="{FF2B5EF4-FFF2-40B4-BE49-F238E27FC236}">
                  <a16:creationId xmlns:a16="http://schemas.microsoft.com/office/drawing/2014/main" id="{5A722D36-1096-DC4D-92EF-FD2E20456042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9" name="Vrije vorm 108">
              <a:extLst>
                <a:ext uri="{FF2B5EF4-FFF2-40B4-BE49-F238E27FC236}">
                  <a16:creationId xmlns:a16="http://schemas.microsoft.com/office/drawing/2014/main" id="{AE8E11AB-CAC8-694F-9FBA-3C8DC6BC4A03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0" name="Vrije vorm 109">
              <a:extLst>
                <a:ext uri="{FF2B5EF4-FFF2-40B4-BE49-F238E27FC236}">
                  <a16:creationId xmlns:a16="http://schemas.microsoft.com/office/drawing/2014/main" id="{88DDB77C-B51F-924D-88B9-46482322C816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1" name="Vrije vorm 110">
              <a:extLst>
                <a:ext uri="{FF2B5EF4-FFF2-40B4-BE49-F238E27FC236}">
                  <a16:creationId xmlns:a16="http://schemas.microsoft.com/office/drawing/2014/main" id="{7FCDC330-C612-2E46-8FC0-8719F6FE8FC9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2" name="Vrije vorm 111">
              <a:extLst>
                <a:ext uri="{FF2B5EF4-FFF2-40B4-BE49-F238E27FC236}">
                  <a16:creationId xmlns:a16="http://schemas.microsoft.com/office/drawing/2014/main" id="{1A4D8C5C-D24A-3549-A50F-8040EB54D163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3" name="Vrije vorm 112">
              <a:extLst>
                <a:ext uri="{FF2B5EF4-FFF2-40B4-BE49-F238E27FC236}">
                  <a16:creationId xmlns:a16="http://schemas.microsoft.com/office/drawing/2014/main" id="{37C0CC67-567E-CC46-9A2C-B40E19219485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4" name="Vrije vorm 113">
              <a:extLst>
                <a:ext uri="{FF2B5EF4-FFF2-40B4-BE49-F238E27FC236}">
                  <a16:creationId xmlns:a16="http://schemas.microsoft.com/office/drawing/2014/main" id="{80CB4F9C-4F6A-9643-BE95-69A744F3F8D2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15" name="Graphic 23">
              <a:extLst>
                <a:ext uri="{FF2B5EF4-FFF2-40B4-BE49-F238E27FC236}">
                  <a16:creationId xmlns:a16="http://schemas.microsoft.com/office/drawing/2014/main" id="{FD529AAA-EE4E-AA48-A0ED-88C3886A7D59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16" name="Vrije vorm 115">
                <a:extLst>
                  <a:ext uri="{FF2B5EF4-FFF2-40B4-BE49-F238E27FC236}">
                    <a16:creationId xmlns:a16="http://schemas.microsoft.com/office/drawing/2014/main" id="{EB1E16E4-963E-664B-8F12-FC11AE3656AF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7" name="Vrije vorm 116">
                <a:extLst>
                  <a:ext uri="{FF2B5EF4-FFF2-40B4-BE49-F238E27FC236}">
                    <a16:creationId xmlns:a16="http://schemas.microsoft.com/office/drawing/2014/main" id="{F4B384C1-7F43-814B-8649-444DE3EFBCFB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8" name="Vrije vorm 117">
                <a:extLst>
                  <a:ext uri="{FF2B5EF4-FFF2-40B4-BE49-F238E27FC236}">
                    <a16:creationId xmlns:a16="http://schemas.microsoft.com/office/drawing/2014/main" id="{57B3EC43-98AD-F94A-B231-C220A9DE6242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9" name="Vrije vorm 118">
                <a:extLst>
                  <a:ext uri="{FF2B5EF4-FFF2-40B4-BE49-F238E27FC236}">
                    <a16:creationId xmlns:a16="http://schemas.microsoft.com/office/drawing/2014/main" id="{6C93E7AD-6287-7441-9AFC-790E5E5F8319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0" name="Vrije vorm 119">
                <a:extLst>
                  <a:ext uri="{FF2B5EF4-FFF2-40B4-BE49-F238E27FC236}">
                    <a16:creationId xmlns:a16="http://schemas.microsoft.com/office/drawing/2014/main" id="{06589978-43CB-E547-B839-5BB176E830A9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1" name="Vrije vorm 120">
                <a:extLst>
                  <a:ext uri="{FF2B5EF4-FFF2-40B4-BE49-F238E27FC236}">
                    <a16:creationId xmlns:a16="http://schemas.microsoft.com/office/drawing/2014/main" id="{D9A990AC-8663-9E48-A232-0D42FAE9A2C0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" name="Vrije vorm 121">
                <a:extLst>
                  <a:ext uri="{FF2B5EF4-FFF2-40B4-BE49-F238E27FC236}">
                    <a16:creationId xmlns:a16="http://schemas.microsoft.com/office/drawing/2014/main" id="{A40099DA-E124-0249-AE97-6B45628FD415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" name="Vrije vorm 122">
                <a:extLst>
                  <a:ext uri="{FF2B5EF4-FFF2-40B4-BE49-F238E27FC236}">
                    <a16:creationId xmlns:a16="http://schemas.microsoft.com/office/drawing/2014/main" id="{525C0DAA-1B3B-0C4E-ABFE-FD9B4FE59F46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" name="Vrije vorm 123">
                <a:extLst>
                  <a:ext uri="{FF2B5EF4-FFF2-40B4-BE49-F238E27FC236}">
                    <a16:creationId xmlns:a16="http://schemas.microsoft.com/office/drawing/2014/main" id="{298F16CF-2661-7146-9D38-E635F254C797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" name="Vrije vorm 124">
                <a:extLst>
                  <a:ext uri="{FF2B5EF4-FFF2-40B4-BE49-F238E27FC236}">
                    <a16:creationId xmlns:a16="http://schemas.microsoft.com/office/drawing/2014/main" id="{63327EF1-49C0-DB42-A1BD-294A2C73103B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6" name="Vrije vorm 125">
                <a:extLst>
                  <a:ext uri="{FF2B5EF4-FFF2-40B4-BE49-F238E27FC236}">
                    <a16:creationId xmlns:a16="http://schemas.microsoft.com/office/drawing/2014/main" id="{7BBFEF54-182A-D540-86B9-AFA42171447F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7" name="Vrije vorm 126">
                <a:extLst>
                  <a:ext uri="{FF2B5EF4-FFF2-40B4-BE49-F238E27FC236}">
                    <a16:creationId xmlns:a16="http://schemas.microsoft.com/office/drawing/2014/main" id="{4A163E68-3278-7E41-BFA2-DB487D2915BC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" name="Vrije vorm 127">
                <a:extLst>
                  <a:ext uri="{FF2B5EF4-FFF2-40B4-BE49-F238E27FC236}">
                    <a16:creationId xmlns:a16="http://schemas.microsoft.com/office/drawing/2014/main" id="{A4AEC11F-A3B5-1C44-B72E-9B0316A1B1CE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" name="Vrije vorm 128">
                <a:extLst>
                  <a:ext uri="{FF2B5EF4-FFF2-40B4-BE49-F238E27FC236}">
                    <a16:creationId xmlns:a16="http://schemas.microsoft.com/office/drawing/2014/main" id="{5BF09FE8-70B5-B94C-9F05-EB92884F4438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30" name="Groep 29">
            <a:extLst>
              <a:ext uri="{FF2B5EF4-FFF2-40B4-BE49-F238E27FC236}">
                <a16:creationId xmlns:a16="http://schemas.microsoft.com/office/drawing/2014/main" id="{41F55879-A06D-D746-8EB3-8DFBA0D774A2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18715850-4595-624E-B84F-B96B0B863167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396A59EC-6537-AB4B-AFF7-4A20C427DBB4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6E9A2651-4773-CA4A-8C21-972F89481F4D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BB4FBAB0-A6C3-6244-8CAB-56BB1425F9E5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56DFDFA8-16AD-0240-9F79-D0127160FA48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49" name="Rechthoek: afgeronde hoeken 61">
                <a:extLst>
                  <a:ext uri="{FF2B5EF4-FFF2-40B4-BE49-F238E27FC236}">
                    <a16:creationId xmlns:a16="http://schemas.microsoft.com/office/drawing/2014/main" id="{00314A4E-FA1A-7947-AAE1-E37EFEE640BB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2D50CEDC-AFD1-C048-8E41-CA3671817023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93F1BB75-EB84-7047-93C6-A7BB4833334D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D16AC8BA-20C2-D34A-9DC7-C5CABC62FCB7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676DCB27-5FFE-1E40-BD87-427FED1451FE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C3BDBF57-C14D-1E4A-93CE-CF2EDF4D431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9C159758-F916-114A-B937-35F71B65ED82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98E2C18C-4915-0246-9FBE-B51B75945C02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3" name="Rechthoek: afgeronde hoeken 55">
                  <a:extLst>
                    <a:ext uri="{FF2B5EF4-FFF2-40B4-BE49-F238E27FC236}">
                      <a16:creationId xmlns:a16="http://schemas.microsoft.com/office/drawing/2014/main" id="{34745074-4160-E446-84A3-6B33AB190D9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43">
                  <a:extLst>
                    <a:ext uri="{FF2B5EF4-FFF2-40B4-BE49-F238E27FC236}">
                      <a16:creationId xmlns:a16="http://schemas.microsoft.com/office/drawing/2014/main" id="{AD661C07-D44B-774B-8E5D-8D71FBD9CBB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44">
                  <a:extLst>
                    <a:ext uri="{FF2B5EF4-FFF2-40B4-BE49-F238E27FC236}">
                      <a16:creationId xmlns:a16="http://schemas.microsoft.com/office/drawing/2014/main" id="{72218DB7-2264-8549-A32C-0E401456EF2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1A8E3290-9CAA-B243-86D1-175265A7EBE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5F51FCE0-220E-F249-BB6B-C213CFDC6D99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8FB0D2FE-B7D9-8147-855B-C2D094B7673A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2" name="Boog 41">
                <a:extLst>
                  <a:ext uri="{FF2B5EF4-FFF2-40B4-BE49-F238E27FC236}">
                    <a16:creationId xmlns:a16="http://schemas.microsoft.com/office/drawing/2014/main" id="{71C1A5CC-8DC7-0F44-A7CE-AFB08845CA6D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8" name="Tekstvak 37">
              <a:extLst>
                <a:ext uri="{FF2B5EF4-FFF2-40B4-BE49-F238E27FC236}">
                  <a16:creationId xmlns:a16="http://schemas.microsoft.com/office/drawing/2014/main" id="{C9D227DC-C6FA-A74C-AA14-1EED3DAB5DCF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kstvak 38">
              <a:extLst>
                <a:ext uri="{FF2B5EF4-FFF2-40B4-BE49-F238E27FC236}">
                  <a16:creationId xmlns:a16="http://schemas.microsoft.com/office/drawing/2014/main" id="{8C86E496-D614-C147-B356-9C67D6BC3F6A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40" name="Vrije vorm: vorm 52">
              <a:extLst>
                <a:ext uri="{FF2B5EF4-FFF2-40B4-BE49-F238E27FC236}">
                  <a16:creationId xmlns:a16="http://schemas.microsoft.com/office/drawing/2014/main" id="{079C42A0-F481-5B4B-852F-193E4C35EF44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ep 54">
            <a:extLst>
              <a:ext uri="{FF2B5EF4-FFF2-40B4-BE49-F238E27FC236}">
                <a16:creationId xmlns:a16="http://schemas.microsoft.com/office/drawing/2014/main" id="{2EB5F1D0-6658-5846-9779-533926DB56DA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56" name="Rechthoek 55">
              <a:extLst>
                <a:ext uri="{FF2B5EF4-FFF2-40B4-BE49-F238E27FC236}">
                  <a16:creationId xmlns:a16="http://schemas.microsoft.com/office/drawing/2014/main" id="{C01DF387-9B33-674F-8244-9331E9F3C25A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57" name="Ovaal 56">
              <a:extLst>
                <a:ext uri="{FF2B5EF4-FFF2-40B4-BE49-F238E27FC236}">
                  <a16:creationId xmlns:a16="http://schemas.microsoft.com/office/drawing/2014/main" id="{B5E412CF-DDED-1E41-BB43-C7ED9C939C6F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8" name="Rechthoek 57">
              <a:extLst>
                <a:ext uri="{FF2B5EF4-FFF2-40B4-BE49-F238E27FC236}">
                  <a16:creationId xmlns:a16="http://schemas.microsoft.com/office/drawing/2014/main" id="{8DD549A3-3F2B-F044-9B27-C8E77F99212D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9" name="Groep 58">
              <a:extLst>
                <a:ext uri="{FF2B5EF4-FFF2-40B4-BE49-F238E27FC236}">
                  <a16:creationId xmlns:a16="http://schemas.microsoft.com/office/drawing/2014/main" id="{A79D3915-7B65-934A-9068-1D1CBACE71C7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38A387E6-9FA5-4C4B-A2E6-EC3781D4734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6" name="Ovaal 135">
                <a:extLst>
                  <a:ext uri="{FF2B5EF4-FFF2-40B4-BE49-F238E27FC236}">
                    <a16:creationId xmlns:a16="http://schemas.microsoft.com/office/drawing/2014/main" id="{1D1CD180-361A-4A4E-930C-FBB33E985F0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Vrije vorm: vorm 101">
                <a:extLst>
                  <a:ext uri="{FF2B5EF4-FFF2-40B4-BE49-F238E27FC236}">
                    <a16:creationId xmlns:a16="http://schemas.microsoft.com/office/drawing/2014/main" id="{9AE35C96-09D4-0844-AEE1-8754BBBC72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Rechthoek: afgeronde hoeken 102">
                <a:extLst>
                  <a:ext uri="{FF2B5EF4-FFF2-40B4-BE49-F238E27FC236}">
                    <a16:creationId xmlns:a16="http://schemas.microsoft.com/office/drawing/2014/main" id="{862E6CCD-C376-3548-9B71-48F983F3380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39" name="Rechte verbindingslijn 138">
                <a:extLst>
                  <a:ext uri="{FF2B5EF4-FFF2-40B4-BE49-F238E27FC236}">
                    <a16:creationId xmlns:a16="http://schemas.microsoft.com/office/drawing/2014/main" id="{18F5F811-FCCD-6941-B5D4-CDBC6753FC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Rechte verbindingslijn 139">
                <a:extLst>
                  <a:ext uri="{FF2B5EF4-FFF2-40B4-BE49-F238E27FC236}">
                    <a16:creationId xmlns:a16="http://schemas.microsoft.com/office/drawing/2014/main" id="{6A65BB84-355F-2F45-81E8-36BE46295802}"/>
                  </a:ext>
                </a:extLst>
              </p:cNvPr>
              <p:cNvCxnSpPr>
                <a:cxnSpLocks/>
                <a:stCxn id="13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60" name="Ovaal 59">
              <a:extLst>
                <a:ext uri="{FF2B5EF4-FFF2-40B4-BE49-F238E27FC236}">
                  <a16:creationId xmlns:a16="http://schemas.microsoft.com/office/drawing/2014/main" id="{2A023E8C-BA25-D242-9316-1E93D0092BED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61" name="Rechthoek 60">
              <a:extLst>
                <a:ext uri="{FF2B5EF4-FFF2-40B4-BE49-F238E27FC236}">
                  <a16:creationId xmlns:a16="http://schemas.microsoft.com/office/drawing/2014/main" id="{AC29E733-9FD0-E644-B41D-115524ED6014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ep 61">
              <a:extLst>
                <a:ext uri="{FF2B5EF4-FFF2-40B4-BE49-F238E27FC236}">
                  <a16:creationId xmlns:a16="http://schemas.microsoft.com/office/drawing/2014/main" id="{FE73D5F9-2320-0C47-A709-7699503A4DD9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132" name="Rechthoek 131">
                <a:extLst>
                  <a:ext uri="{FF2B5EF4-FFF2-40B4-BE49-F238E27FC236}">
                    <a16:creationId xmlns:a16="http://schemas.microsoft.com/office/drawing/2014/main" id="{23D8DC07-62AA-3D41-819A-E2A174E1788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133" name="Rechte verbindingslijn 132">
                <a:extLst>
                  <a:ext uri="{FF2B5EF4-FFF2-40B4-BE49-F238E27FC236}">
                    <a16:creationId xmlns:a16="http://schemas.microsoft.com/office/drawing/2014/main" id="{5F6CA3AC-A236-3545-8E77-42EA268F654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4" name="Gelijkbenige driehoek 98">
                <a:extLst>
                  <a:ext uri="{FF2B5EF4-FFF2-40B4-BE49-F238E27FC236}">
                    <a16:creationId xmlns:a16="http://schemas.microsoft.com/office/drawing/2014/main" id="{51DFF0EC-8742-8C43-AFCB-0697A4422D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3" name="Ovaal 62">
              <a:extLst>
                <a:ext uri="{FF2B5EF4-FFF2-40B4-BE49-F238E27FC236}">
                  <a16:creationId xmlns:a16="http://schemas.microsoft.com/office/drawing/2014/main" id="{82F94AC3-BC42-FD45-9B62-262DE103012F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64" name="Rechthoek 63">
              <a:extLst>
                <a:ext uri="{FF2B5EF4-FFF2-40B4-BE49-F238E27FC236}">
                  <a16:creationId xmlns:a16="http://schemas.microsoft.com/office/drawing/2014/main" id="{BD67DE7C-49BA-DD48-AD4E-8908B45656F1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Ovaal 64">
              <a:extLst>
                <a:ext uri="{FF2B5EF4-FFF2-40B4-BE49-F238E27FC236}">
                  <a16:creationId xmlns:a16="http://schemas.microsoft.com/office/drawing/2014/main" id="{2F322D5D-FADA-9845-8E20-8FFE55A3C385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66" name="Rechthoek 65">
              <a:extLst>
                <a:ext uri="{FF2B5EF4-FFF2-40B4-BE49-F238E27FC236}">
                  <a16:creationId xmlns:a16="http://schemas.microsoft.com/office/drawing/2014/main" id="{96A420D3-DA9A-6148-865D-4283B963F6E6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7" name="Groep 66">
              <a:extLst>
                <a:ext uri="{FF2B5EF4-FFF2-40B4-BE49-F238E27FC236}">
                  <a16:creationId xmlns:a16="http://schemas.microsoft.com/office/drawing/2014/main" id="{357D2277-0BCF-FD49-8006-EF6AB9949C91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91" name="Groep 90">
                <a:extLst>
                  <a:ext uri="{FF2B5EF4-FFF2-40B4-BE49-F238E27FC236}">
                    <a16:creationId xmlns:a16="http://schemas.microsoft.com/office/drawing/2014/main" id="{65EDD2DB-6B26-4044-850F-9C6046BC9C19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94" name="Groep 93">
                  <a:extLst>
                    <a:ext uri="{FF2B5EF4-FFF2-40B4-BE49-F238E27FC236}">
                      <a16:creationId xmlns:a16="http://schemas.microsoft.com/office/drawing/2014/main" id="{ABC11B06-A72F-704F-A3B6-FC94F89BA5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01" name="Groep 100">
                    <a:extLst>
                      <a:ext uri="{FF2B5EF4-FFF2-40B4-BE49-F238E27FC236}">
                        <a16:creationId xmlns:a16="http://schemas.microsoft.com/office/drawing/2014/main" id="{646C22A0-9AD4-1544-BE83-EB4A8B27DBB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04" name="Rechthoek 103">
                      <a:extLst>
                        <a:ext uri="{FF2B5EF4-FFF2-40B4-BE49-F238E27FC236}">
                          <a16:creationId xmlns:a16="http://schemas.microsoft.com/office/drawing/2014/main" id="{08F6769E-8F65-F34E-8814-1C2CD5F9CB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0" name="Rechthoek 129">
                      <a:extLst>
                        <a:ext uri="{FF2B5EF4-FFF2-40B4-BE49-F238E27FC236}">
                          <a16:creationId xmlns:a16="http://schemas.microsoft.com/office/drawing/2014/main" id="{215AB64F-4387-444E-A951-2A999795988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Ovaal 130">
                      <a:extLst>
                        <a:ext uri="{FF2B5EF4-FFF2-40B4-BE49-F238E27FC236}">
                          <a16:creationId xmlns:a16="http://schemas.microsoft.com/office/drawing/2014/main" id="{EF310395-3014-7A47-BB70-35DD4781AC8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02" name="Afbeelding 101">
                    <a:extLst>
                      <a:ext uri="{FF2B5EF4-FFF2-40B4-BE49-F238E27FC236}">
                        <a16:creationId xmlns:a16="http://schemas.microsoft.com/office/drawing/2014/main" id="{B05008B0-1328-9C43-A6FB-6CBBE72A9EA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3" name="Afbeelding 102">
                    <a:extLst>
                      <a:ext uri="{FF2B5EF4-FFF2-40B4-BE49-F238E27FC236}">
                        <a16:creationId xmlns:a16="http://schemas.microsoft.com/office/drawing/2014/main" id="{AB8CA892-8DCF-0F4C-8083-D22A75593A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5" name="Groep 94">
                  <a:extLst>
                    <a:ext uri="{FF2B5EF4-FFF2-40B4-BE49-F238E27FC236}">
                      <a16:creationId xmlns:a16="http://schemas.microsoft.com/office/drawing/2014/main" id="{40A7C127-700A-2947-A0BC-10965E5E9F9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9" name="Rechthoek 98">
                    <a:extLst>
                      <a:ext uri="{FF2B5EF4-FFF2-40B4-BE49-F238E27FC236}">
                        <a16:creationId xmlns:a16="http://schemas.microsoft.com/office/drawing/2014/main" id="{22D00D49-A68E-564E-9D71-669E413354F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0" name="Rechthoek 99">
                    <a:extLst>
                      <a:ext uri="{FF2B5EF4-FFF2-40B4-BE49-F238E27FC236}">
                        <a16:creationId xmlns:a16="http://schemas.microsoft.com/office/drawing/2014/main" id="{151A9868-0BA8-554B-9919-554705BB69C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6" name="Groep 95">
                  <a:extLst>
                    <a:ext uri="{FF2B5EF4-FFF2-40B4-BE49-F238E27FC236}">
                      <a16:creationId xmlns:a16="http://schemas.microsoft.com/office/drawing/2014/main" id="{A2820D35-9DF0-604B-9A89-BAE4B8B4D85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7" name="Rechthoek 96">
                    <a:extLst>
                      <a:ext uri="{FF2B5EF4-FFF2-40B4-BE49-F238E27FC236}">
                        <a16:creationId xmlns:a16="http://schemas.microsoft.com/office/drawing/2014/main" id="{47959B41-AB84-8A4B-A6D6-9A8D6F05A7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98" name="Rechthoek 97">
                    <a:extLst>
                      <a:ext uri="{FF2B5EF4-FFF2-40B4-BE49-F238E27FC236}">
                        <a16:creationId xmlns:a16="http://schemas.microsoft.com/office/drawing/2014/main" id="{FA6372EA-40D8-2141-9D3B-A47223E3EDB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A6AA7AF7-C16C-0B4C-8ABC-9C1D24CC5C8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93" name="Gelijkbenige driehoek 78">
                <a:extLst>
                  <a:ext uri="{FF2B5EF4-FFF2-40B4-BE49-F238E27FC236}">
                    <a16:creationId xmlns:a16="http://schemas.microsoft.com/office/drawing/2014/main" id="{61262D24-3A7C-CA4E-B932-9D8A776B1C0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8" name="Rechthoek 67">
              <a:extLst>
                <a:ext uri="{FF2B5EF4-FFF2-40B4-BE49-F238E27FC236}">
                  <a16:creationId xmlns:a16="http://schemas.microsoft.com/office/drawing/2014/main" id="{63565509-15D6-3D44-BD54-1DC29567D78D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ep 68">
              <a:extLst>
                <a:ext uri="{FF2B5EF4-FFF2-40B4-BE49-F238E27FC236}">
                  <a16:creationId xmlns:a16="http://schemas.microsoft.com/office/drawing/2014/main" id="{A5465839-1366-7E4F-AC96-EFC3FE6B01E7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30342BE5-8903-854D-9BD5-76521CEAFA0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85BF6B71-C1E3-8A41-BDB3-0F4C3D510013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72" name="Groep 71">
                <a:extLst>
                  <a:ext uri="{FF2B5EF4-FFF2-40B4-BE49-F238E27FC236}">
                    <a16:creationId xmlns:a16="http://schemas.microsoft.com/office/drawing/2014/main" id="{E6C75019-4EF0-9745-80D0-34E213CD9F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5" name="Rechthoek: afgeronde hoeken 61">
                  <a:extLst>
                    <a:ext uri="{FF2B5EF4-FFF2-40B4-BE49-F238E27FC236}">
                      <a16:creationId xmlns:a16="http://schemas.microsoft.com/office/drawing/2014/main" id="{7BD54BAF-7593-D34C-B212-CD5DAD048577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5B0B60C5-2A90-5A44-877E-705137F8C8E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hthoek 86">
                  <a:extLst>
                    <a:ext uri="{FF2B5EF4-FFF2-40B4-BE49-F238E27FC236}">
                      <a16:creationId xmlns:a16="http://schemas.microsoft.com/office/drawing/2014/main" id="{69B8654E-E753-E244-8FF8-0333D472614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hthoek 87">
                  <a:extLst>
                    <a:ext uri="{FF2B5EF4-FFF2-40B4-BE49-F238E27FC236}">
                      <a16:creationId xmlns:a16="http://schemas.microsoft.com/office/drawing/2014/main" id="{070E027A-7ACF-1143-8632-1C35EF007B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hthoek 88">
                  <a:extLst>
                    <a:ext uri="{FF2B5EF4-FFF2-40B4-BE49-F238E27FC236}">
                      <a16:creationId xmlns:a16="http://schemas.microsoft.com/office/drawing/2014/main" id="{DA30C281-D00A-DF4F-8A65-552F7CD495F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Rechthoek 89">
                  <a:extLst>
                    <a:ext uri="{FF2B5EF4-FFF2-40B4-BE49-F238E27FC236}">
                      <a16:creationId xmlns:a16="http://schemas.microsoft.com/office/drawing/2014/main" id="{E35FB133-BBA4-1549-9E09-A13D2DCE62A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8D6C71C0-FDB1-494C-A104-959DEB97E82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A30C31CD-3B9E-6E40-8874-9D16ACD4305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9" name="Rechthoek: afgeronde hoeken 55">
                    <a:extLst>
                      <a:ext uri="{FF2B5EF4-FFF2-40B4-BE49-F238E27FC236}">
                        <a16:creationId xmlns:a16="http://schemas.microsoft.com/office/drawing/2014/main" id="{B492C14C-1EDA-3A40-A601-67C033030E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6857E5FF-FD37-2A4D-93EA-2A9A9F79F5C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1" name="Rechthoek 80">
                    <a:extLst>
                      <a:ext uri="{FF2B5EF4-FFF2-40B4-BE49-F238E27FC236}">
                        <a16:creationId xmlns:a16="http://schemas.microsoft.com/office/drawing/2014/main" id="{34999D1B-56BB-2D40-B47C-9194F4919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2" name="Rechthoek 81">
                    <a:extLst>
                      <a:ext uri="{FF2B5EF4-FFF2-40B4-BE49-F238E27FC236}">
                        <a16:creationId xmlns:a16="http://schemas.microsoft.com/office/drawing/2014/main" id="{1D510322-DC1C-F346-BBA9-A7E7485A6A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3" name="Rechthoek 82">
                    <a:extLst>
                      <a:ext uri="{FF2B5EF4-FFF2-40B4-BE49-F238E27FC236}">
                        <a16:creationId xmlns:a16="http://schemas.microsoft.com/office/drawing/2014/main" id="{9AC82BF7-8F0F-BF4A-B35D-AB57844C0A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4" name="Rechthoek 83">
                    <a:extLst>
                      <a:ext uri="{FF2B5EF4-FFF2-40B4-BE49-F238E27FC236}">
                        <a16:creationId xmlns:a16="http://schemas.microsoft.com/office/drawing/2014/main" id="{48CA7E5B-F16C-5044-9326-1F6AEC14344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78" name="Boog 77">
                  <a:extLst>
                    <a:ext uri="{FF2B5EF4-FFF2-40B4-BE49-F238E27FC236}">
                      <a16:creationId xmlns:a16="http://schemas.microsoft.com/office/drawing/2014/main" id="{FC3A73A1-3A97-D74C-B349-FB82516E3DC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74" name="Tekstvak 73">
                <a:extLst>
                  <a:ext uri="{FF2B5EF4-FFF2-40B4-BE49-F238E27FC236}">
                    <a16:creationId xmlns:a16="http://schemas.microsoft.com/office/drawing/2014/main" id="{F4699F17-F96E-4C42-8197-817F454001A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Tekstvak 74">
                <a:extLst>
                  <a:ext uri="{FF2B5EF4-FFF2-40B4-BE49-F238E27FC236}">
                    <a16:creationId xmlns:a16="http://schemas.microsoft.com/office/drawing/2014/main" id="{EBAD06D1-A81E-4E46-B69E-77FBC82D067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Vrije vorm: vorm 52">
                <a:extLst>
                  <a:ext uri="{FF2B5EF4-FFF2-40B4-BE49-F238E27FC236}">
                    <a16:creationId xmlns:a16="http://schemas.microsoft.com/office/drawing/2014/main" id="{FF2471AC-B908-3F49-A395-90A43FBF7B0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141" name="Afbeelding 140">
            <a:extLst>
              <a:ext uri="{FF2B5EF4-FFF2-40B4-BE49-F238E27FC236}">
                <a16:creationId xmlns:a16="http://schemas.microsoft.com/office/drawing/2014/main" id="{1AD9990D-A3E5-854E-AA9A-E2F33962A48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42" name="Ovaal 141">
            <a:extLst>
              <a:ext uri="{FF2B5EF4-FFF2-40B4-BE49-F238E27FC236}">
                <a16:creationId xmlns:a16="http://schemas.microsoft.com/office/drawing/2014/main" id="{3B4B4940-25BA-054C-BBFA-F8F1D23C2C34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143" name="Rechthoek 142">
            <a:extLst>
              <a:ext uri="{FF2B5EF4-FFF2-40B4-BE49-F238E27FC236}">
                <a16:creationId xmlns:a16="http://schemas.microsoft.com/office/drawing/2014/main" id="{8032802D-914E-2242-B1F9-830B82A5F8FC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44" name="Afbeelding 143">
            <a:extLst>
              <a:ext uri="{FF2B5EF4-FFF2-40B4-BE49-F238E27FC236}">
                <a16:creationId xmlns:a16="http://schemas.microsoft.com/office/drawing/2014/main" id="{EC158AA8-124C-4342-91FA-46EBBE1F9CE5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02454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D63D58D8-94CD-5547-A15B-A13B2F71E9F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" y="1113008"/>
            <a:ext cx="6808189" cy="5179837"/>
          </a:xfrm>
          <a:custGeom>
            <a:avLst/>
            <a:gdLst/>
            <a:ahLst/>
            <a:cxnLst/>
            <a:rect l="l" t="t" r="r" b="b"/>
            <a:pathLst>
              <a:path w="6808189" h="5179837">
                <a:moveTo>
                  <a:pt x="4911593" y="1114206"/>
                </a:moveTo>
                <a:cubicBezTo>
                  <a:pt x="4785852" y="1114206"/>
                  <a:pt x="4681650" y="1164852"/>
                  <a:pt x="4598986" y="1266144"/>
                </a:cubicBezTo>
                <a:cubicBezTo>
                  <a:pt x="4516323" y="1367435"/>
                  <a:pt x="4474992" y="1524030"/>
                  <a:pt x="4474992" y="1735927"/>
                </a:cubicBezTo>
                <a:cubicBezTo>
                  <a:pt x="4474992" y="1933853"/>
                  <a:pt x="4515741" y="2084044"/>
                  <a:pt x="4597240" y="2186499"/>
                </a:cubicBezTo>
                <a:cubicBezTo>
                  <a:pt x="4678739" y="2288955"/>
                  <a:pt x="4781195" y="2340183"/>
                  <a:pt x="4904607" y="2340183"/>
                </a:cubicBezTo>
                <a:cubicBezTo>
                  <a:pt x="5044320" y="2340183"/>
                  <a:pt x="5150850" y="2283716"/>
                  <a:pt x="5224199" y="2170781"/>
                </a:cubicBezTo>
                <a:cubicBezTo>
                  <a:pt x="5297548" y="2057848"/>
                  <a:pt x="5334223" y="1910567"/>
                  <a:pt x="5334223" y="1728941"/>
                </a:cubicBezTo>
                <a:cubicBezTo>
                  <a:pt x="5334223" y="1558958"/>
                  <a:pt x="5295802" y="1414006"/>
                  <a:pt x="5218960" y="1294086"/>
                </a:cubicBezTo>
                <a:cubicBezTo>
                  <a:pt x="5142118" y="1174167"/>
                  <a:pt x="5039663" y="1114206"/>
                  <a:pt x="4911593" y="1114206"/>
                </a:cubicBezTo>
                <a:close/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60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4925564" y="0"/>
                </a:moveTo>
                <a:cubicBezTo>
                  <a:pt x="5307445" y="0"/>
                  <a:pt x="5643919" y="98963"/>
                  <a:pt x="5934986" y="296889"/>
                </a:cubicBezTo>
                <a:cubicBezTo>
                  <a:pt x="6226053" y="494815"/>
                  <a:pt x="6444354" y="769583"/>
                  <a:pt x="6589888" y="1121192"/>
                </a:cubicBezTo>
                <a:cubicBezTo>
                  <a:pt x="6735421" y="1472802"/>
                  <a:pt x="6808189" y="1893103"/>
                  <a:pt x="6808189" y="2382097"/>
                </a:cubicBezTo>
                <a:cubicBezTo>
                  <a:pt x="6808189" y="3257627"/>
                  <a:pt x="6604441" y="3942801"/>
                  <a:pt x="6196947" y="4437615"/>
                </a:cubicBezTo>
                <a:cubicBezTo>
                  <a:pt x="5789453" y="4932430"/>
                  <a:pt x="5227110" y="5179837"/>
                  <a:pt x="4509920" y="5179837"/>
                </a:cubicBezTo>
                <a:cubicBezTo>
                  <a:pt x="4069826" y="5179837"/>
                  <a:pt x="3686781" y="5114638"/>
                  <a:pt x="3360786" y="4984240"/>
                </a:cubicBezTo>
                <a:lnTo>
                  <a:pt x="3360786" y="3835106"/>
                </a:lnTo>
                <a:cubicBezTo>
                  <a:pt x="3458584" y="3904962"/>
                  <a:pt x="3602372" y="3964922"/>
                  <a:pt x="3792147" y="4014985"/>
                </a:cubicBezTo>
                <a:cubicBezTo>
                  <a:pt x="3981923" y="4065049"/>
                  <a:pt x="4152489" y="4090081"/>
                  <a:pt x="4303844" y="4090081"/>
                </a:cubicBezTo>
                <a:cubicBezTo>
                  <a:pt x="4653125" y="4090081"/>
                  <a:pt x="4920325" y="3993446"/>
                  <a:pt x="5105444" y="3800177"/>
                </a:cubicBezTo>
                <a:cubicBezTo>
                  <a:pt x="5290563" y="3606909"/>
                  <a:pt x="5385451" y="3322827"/>
                  <a:pt x="5390108" y="2947932"/>
                </a:cubicBezTo>
                <a:lnTo>
                  <a:pt x="5369151" y="2947932"/>
                </a:lnTo>
                <a:cubicBezTo>
                  <a:pt x="5150268" y="3227357"/>
                  <a:pt x="4831258" y="3367069"/>
                  <a:pt x="4412121" y="3367069"/>
                </a:cubicBezTo>
                <a:cubicBezTo>
                  <a:pt x="4162968" y="3367069"/>
                  <a:pt x="3934189" y="3302452"/>
                  <a:pt x="3725784" y="3173218"/>
                </a:cubicBezTo>
                <a:cubicBezTo>
                  <a:pt x="3517380" y="3043984"/>
                  <a:pt x="3354382" y="2863522"/>
                  <a:pt x="3236791" y="2631832"/>
                </a:cubicBezTo>
                <a:cubicBezTo>
                  <a:pt x="3119199" y="2400143"/>
                  <a:pt x="3060404" y="2135271"/>
                  <a:pt x="3060404" y="1837218"/>
                </a:cubicBezTo>
                <a:cubicBezTo>
                  <a:pt x="3060404" y="1469309"/>
                  <a:pt x="3137828" y="1145642"/>
                  <a:pt x="3292676" y="866217"/>
                </a:cubicBezTo>
                <a:cubicBezTo>
                  <a:pt x="3447523" y="586792"/>
                  <a:pt x="3666406" y="372567"/>
                  <a:pt x="3949324" y="223540"/>
                </a:cubicBezTo>
                <a:cubicBezTo>
                  <a:pt x="4232241" y="74514"/>
                  <a:pt x="4557655" y="0"/>
                  <a:pt x="4925564" y="0"/>
                </a:cubicBezTo>
                <a:close/>
                <a:moveTo>
                  <a:pt x="761563" y="0"/>
                </a:moveTo>
                <a:cubicBezTo>
                  <a:pt x="1986375" y="0"/>
                  <a:pt x="2598782" y="848753"/>
                  <a:pt x="2598782" y="2546259"/>
                </a:cubicBezTo>
                <a:cubicBezTo>
                  <a:pt x="2598782" y="3405490"/>
                  <a:pt x="2435201" y="4059228"/>
                  <a:pt x="2108041" y="4507471"/>
                </a:cubicBezTo>
                <a:cubicBezTo>
                  <a:pt x="1780881" y="4955716"/>
                  <a:pt x="1302948" y="5179837"/>
                  <a:pt x="674243" y="5179837"/>
                </a:cubicBezTo>
                <a:cubicBezTo>
                  <a:pt x="433239" y="5179837"/>
                  <a:pt x="215075" y="5150858"/>
                  <a:pt x="19751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2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105" name="Groep 104">
            <a:extLst>
              <a:ext uri="{FF2B5EF4-FFF2-40B4-BE49-F238E27FC236}">
                <a16:creationId xmlns:a16="http://schemas.microsoft.com/office/drawing/2014/main" id="{2EFD1245-A3E2-AC4F-9944-BA2C1A85C8DC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06" name="Vrije vorm 105">
              <a:extLst>
                <a:ext uri="{FF2B5EF4-FFF2-40B4-BE49-F238E27FC236}">
                  <a16:creationId xmlns:a16="http://schemas.microsoft.com/office/drawing/2014/main" id="{AE2A48BC-0E36-CF4A-98E4-BE6A23DF8572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7" name="Vrije vorm 106">
              <a:extLst>
                <a:ext uri="{FF2B5EF4-FFF2-40B4-BE49-F238E27FC236}">
                  <a16:creationId xmlns:a16="http://schemas.microsoft.com/office/drawing/2014/main" id="{7CF1B46F-11B5-A542-BCD6-D99F294F8633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8" name="Vrije vorm 107">
              <a:extLst>
                <a:ext uri="{FF2B5EF4-FFF2-40B4-BE49-F238E27FC236}">
                  <a16:creationId xmlns:a16="http://schemas.microsoft.com/office/drawing/2014/main" id="{EFEF0EB5-0DEB-B84C-9450-3C6F419AD1A9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9" name="Vrije vorm 108">
              <a:extLst>
                <a:ext uri="{FF2B5EF4-FFF2-40B4-BE49-F238E27FC236}">
                  <a16:creationId xmlns:a16="http://schemas.microsoft.com/office/drawing/2014/main" id="{E4CAA571-9E2A-B940-9408-A45FCF0C760C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0" name="Vrije vorm 109">
              <a:extLst>
                <a:ext uri="{FF2B5EF4-FFF2-40B4-BE49-F238E27FC236}">
                  <a16:creationId xmlns:a16="http://schemas.microsoft.com/office/drawing/2014/main" id="{22CDBEB7-A5D9-0C43-B7A0-400DC16F055A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1" name="Vrije vorm 110">
              <a:extLst>
                <a:ext uri="{FF2B5EF4-FFF2-40B4-BE49-F238E27FC236}">
                  <a16:creationId xmlns:a16="http://schemas.microsoft.com/office/drawing/2014/main" id="{3E0C5B91-1B85-D640-AADC-6F49E0B92ACD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2" name="Vrije vorm 111">
              <a:extLst>
                <a:ext uri="{FF2B5EF4-FFF2-40B4-BE49-F238E27FC236}">
                  <a16:creationId xmlns:a16="http://schemas.microsoft.com/office/drawing/2014/main" id="{E975D127-B904-C44A-B5EF-06C16363D648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3" name="Vrije vorm 112">
              <a:extLst>
                <a:ext uri="{FF2B5EF4-FFF2-40B4-BE49-F238E27FC236}">
                  <a16:creationId xmlns:a16="http://schemas.microsoft.com/office/drawing/2014/main" id="{82AF03E6-68E0-A545-8BF6-D6A564B722F0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4" name="Vrije vorm 113">
              <a:extLst>
                <a:ext uri="{FF2B5EF4-FFF2-40B4-BE49-F238E27FC236}">
                  <a16:creationId xmlns:a16="http://schemas.microsoft.com/office/drawing/2014/main" id="{33BF5AEA-235E-3049-914A-B19412AB0954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15" name="Graphic 23">
              <a:extLst>
                <a:ext uri="{FF2B5EF4-FFF2-40B4-BE49-F238E27FC236}">
                  <a16:creationId xmlns:a16="http://schemas.microsoft.com/office/drawing/2014/main" id="{B3FF1673-42E0-EF4B-81B7-6E0103F7CE52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16" name="Vrije vorm 115">
                <a:extLst>
                  <a:ext uri="{FF2B5EF4-FFF2-40B4-BE49-F238E27FC236}">
                    <a16:creationId xmlns:a16="http://schemas.microsoft.com/office/drawing/2014/main" id="{E7BF47AD-D2D1-EF44-B765-545A4D30EAC2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7" name="Vrije vorm 116">
                <a:extLst>
                  <a:ext uri="{FF2B5EF4-FFF2-40B4-BE49-F238E27FC236}">
                    <a16:creationId xmlns:a16="http://schemas.microsoft.com/office/drawing/2014/main" id="{B3FF5F92-8C32-5E46-A225-B9744BE87BCC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8" name="Vrije vorm 117">
                <a:extLst>
                  <a:ext uri="{FF2B5EF4-FFF2-40B4-BE49-F238E27FC236}">
                    <a16:creationId xmlns:a16="http://schemas.microsoft.com/office/drawing/2014/main" id="{B919790D-60C2-DA42-ABF0-6B3E830C8D6D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9" name="Vrije vorm 118">
                <a:extLst>
                  <a:ext uri="{FF2B5EF4-FFF2-40B4-BE49-F238E27FC236}">
                    <a16:creationId xmlns:a16="http://schemas.microsoft.com/office/drawing/2014/main" id="{337C3D6C-6EE5-4745-82A9-985CD5DB80AC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0" name="Vrije vorm 119">
                <a:extLst>
                  <a:ext uri="{FF2B5EF4-FFF2-40B4-BE49-F238E27FC236}">
                    <a16:creationId xmlns:a16="http://schemas.microsoft.com/office/drawing/2014/main" id="{70DACB40-FB4D-7541-9B09-2CFAE56FA697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1" name="Vrije vorm 120">
                <a:extLst>
                  <a:ext uri="{FF2B5EF4-FFF2-40B4-BE49-F238E27FC236}">
                    <a16:creationId xmlns:a16="http://schemas.microsoft.com/office/drawing/2014/main" id="{678E8848-3E09-1540-A1CC-595FAE68DB9B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" name="Vrije vorm 121">
                <a:extLst>
                  <a:ext uri="{FF2B5EF4-FFF2-40B4-BE49-F238E27FC236}">
                    <a16:creationId xmlns:a16="http://schemas.microsoft.com/office/drawing/2014/main" id="{881CF03F-7F9F-D24B-A140-A0FDD4A9EFE6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" name="Vrije vorm 122">
                <a:extLst>
                  <a:ext uri="{FF2B5EF4-FFF2-40B4-BE49-F238E27FC236}">
                    <a16:creationId xmlns:a16="http://schemas.microsoft.com/office/drawing/2014/main" id="{E4746847-FF80-2E46-85B6-8F3D46F1C076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" name="Vrije vorm 123">
                <a:extLst>
                  <a:ext uri="{FF2B5EF4-FFF2-40B4-BE49-F238E27FC236}">
                    <a16:creationId xmlns:a16="http://schemas.microsoft.com/office/drawing/2014/main" id="{D10ECEC2-7C37-AE43-9D58-59BB26C31CD6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" name="Vrije vorm 124">
                <a:extLst>
                  <a:ext uri="{FF2B5EF4-FFF2-40B4-BE49-F238E27FC236}">
                    <a16:creationId xmlns:a16="http://schemas.microsoft.com/office/drawing/2014/main" id="{6F5D9065-8D1F-8C41-AA6D-F0FB9E1D55B7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6" name="Vrije vorm 125">
                <a:extLst>
                  <a:ext uri="{FF2B5EF4-FFF2-40B4-BE49-F238E27FC236}">
                    <a16:creationId xmlns:a16="http://schemas.microsoft.com/office/drawing/2014/main" id="{8152B9F5-F27A-A74B-8DE1-A792B066A107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7" name="Vrije vorm 126">
                <a:extLst>
                  <a:ext uri="{FF2B5EF4-FFF2-40B4-BE49-F238E27FC236}">
                    <a16:creationId xmlns:a16="http://schemas.microsoft.com/office/drawing/2014/main" id="{29303C09-8BFA-2A43-81BD-3B1DFEBA725F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" name="Vrije vorm 127">
                <a:extLst>
                  <a:ext uri="{FF2B5EF4-FFF2-40B4-BE49-F238E27FC236}">
                    <a16:creationId xmlns:a16="http://schemas.microsoft.com/office/drawing/2014/main" id="{B6F20769-7D28-7743-888C-2F37C7F7B343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" name="Vrije vorm 128">
                <a:extLst>
                  <a:ext uri="{FF2B5EF4-FFF2-40B4-BE49-F238E27FC236}">
                    <a16:creationId xmlns:a16="http://schemas.microsoft.com/office/drawing/2014/main" id="{B2CDD7F9-AE87-9B4C-85BC-876020AD5A89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30" name="Groep 29">
            <a:extLst>
              <a:ext uri="{FF2B5EF4-FFF2-40B4-BE49-F238E27FC236}">
                <a16:creationId xmlns:a16="http://schemas.microsoft.com/office/drawing/2014/main" id="{49E72013-8704-BA4E-8202-45F15FE52B7A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28D319F6-079F-DF41-BE74-02FED2D74760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67254878-BD89-A941-BFF5-049F9383A6F3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18B5674F-34B7-6045-85B3-97F7613B2CE2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6366C730-2C4D-4E4D-8AA0-1583AD05F784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0329D3D6-28AD-BA4B-8DDA-32355CAFE0E6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49" name="Rechthoek: afgeronde hoeken 61">
                <a:extLst>
                  <a:ext uri="{FF2B5EF4-FFF2-40B4-BE49-F238E27FC236}">
                    <a16:creationId xmlns:a16="http://schemas.microsoft.com/office/drawing/2014/main" id="{B3DC7F80-0C0D-EE4A-8DBB-7EECCA64B8B7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17EB6D9C-7959-5643-9282-2035C208E990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72B8D6F5-6C56-5741-A222-89BA47728FB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56E4992B-F705-F341-9081-23742673A09D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7885EE68-A6DD-E64D-958E-92B85F55DFCF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18E70065-91EA-0640-8F6B-C558054049D1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42A21BDA-9133-7546-AD37-C6BE6C11531B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32A8535F-B6C3-CD42-B047-3CAECB612600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3" name="Rechthoek: afgeronde hoeken 55">
                  <a:extLst>
                    <a:ext uri="{FF2B5EF4-FFF2-40B4-BE49-F238E27FC236}">
                      <a16:creationId xmlns:a16="http://schemas.microsoft.com/office/drawing/2014/main" id="{B9D7C417-F7DD-B94D-BDF4-10313F901E1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43">
                  <a:extLst>
                    <a:ext uri="{FF2B5EF4-FFF2-40B4-BE49-F238E27FC236}">
                      <a16:creationId xmlns:a16="http://schemas.microsoft.com/office/drawing/2014/main" id="{D6E45229-54EB-DE4B-8EBF-0444053C949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44">
                  <a:extLst>
                    <a:ext uri="{FF2B5EF4-FFF2-40B4-BE49-F238E27FC236}">
                      <a16:creationId xmlns:a16="http://schemas.microsoft.com/office/drawing/2014/main" id="{F4D28B4B-27CD-E54B-B054-DE87BDEB82A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91D46BFC-FEE2-3544-898F-445F7986490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35DB2B87-396D-B34D-9155-21FD6FA0F60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DB5B5343-65F4-9A4E-90D9-81491936A8CA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2" name="Boog 41">
                <a:extLst>
                  <a:ext uri="{FF2B5EF4-FFF2-40B4-BE49-F238E27FC236}">
                    <a16:creationId xmlns:a16="http://schemas.microsoft.com/office/drawing/2014/main" id="{37C8C37C-47AD-F549-A371-F72FB44BBF4E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8" name="Tekstvak 37">
              <a:extLst>
                <a:ext uri="{FF2B5EF4-FFF2-40B4-BE49-F238E27FC236}">
                  <a16:creationId xmlns:a16="http://schemas.microsoft.com/office/drawing/2014/main" id="{EB3E32B3-85F8-6B41-9D76-1E5EB6585398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kstvak 38">
              <a:extLst>
                <a:ext uri="{FF2B5EF4-FFF2-40B4-BE49-F238E27FC236}">
                  <a16:creationId xmlns:a16="http://schemas.microsoft.com/office/drawing/2014/main" id="{FCE1B990-3EBF-1E4D-AA26-6EAF882BC212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40" name="Vrije vorm: vorm 52">
              <a:extLst>
                <a:ext uri="{FF2B5EF4-FFF2-40B4-BE49-F238E27FC236}">
                  <a16:creationId xmlns:a16="http://schemas.microsoft.com/office/drawing/2014/main" id="{85397748-FD03-8B49-803D-08A0963A4B47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ep 54">
            <a:extLst>
              <a:ext uri="{FF2B5EF4-FFF2-40B4-BE49-F238E27FC236}">
                <a16:creationId xmlns:a16="http://schemas.microsoft.com/office/drawing/2014/main" id="{8373A9BB-EE6F-8246-98F6-262DEB596893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56" name="Rechthoek 55">
              <a:extLst>
                <a:ext uri="{FF2B5EF4-FFF2-40B4-BE49-F238E27FC236}">
                  <a16:creationId xmlns:a16="http://schemas.microsoft.com/office/drawing/2014/main" id="{BCB3E60E-4443-7D46-BA13-8C47B97D8E7A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57" name="Ovaal 56">
              <a:extLst>
                <a:ext uri="{FF2B5EF4-FFF2-40B4-BE49-F238E27FC236}">
                  <a16:creationId xmlns:a16="http://schemas.microsoft.com/office/drawing/2014/main" id="{51D24CD6-A63D-A546-B606-0E186832859E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8" name="Rechthoek 57">
              <a:extLst>
                <a:ext uri="{FF2B5EF4-FFF2-40B4-BE49-F238E27FC236}">
                  <a16:creationId xmlns:a16="http://schemas.microsoft.com/office/drawing/2014/main" id="{D9E00FFA-EE35-EE40-9CD3-BF8ECFA1C53B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9" name="Groep 58">
              <a:extLst>
                <a:ext uri="{FF2B5EF4-FFF2-40B4-BE49-F238E27FC236}">
                  <a16:creationId xmlns:a16="http://schemas.microsoft.com/office/drawing/2014/main" id="{F2521452-1AB4-054B-A7A1-070ADCA08ECD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336E059B-3912-5640-8B0D-5AE4F9DC669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6" name="Ovaal 135">
                <a:extLst>
                  <a:ext uri="{FF2B5EF4-FFF2-40B4-BE49-F238E27FC236}">
                    <a16:creationId xmlns:a16="http://schemas.microsoft.com/office/drawing/2014/main" id="{62599490-56C4-5640-ABBA-486EF221DD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Vrije vorm: vorm 101">
                <a:extLst>
                  <a:ext uri="{FF2B5EF4-FFF2-40B4-BE49-F238E27FC236}">
                    <a16:creationId xmlns:a16="http://schemas.microsoft.com/office/drawing/2014/main" id="{D82009E5-CE47-994C-ACBC-5F1885BE12F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Rechthoek: afgeronde hoeken 102">
                <a:extLst>
                  <a:ext uri="{FF2B5EF4-FFF2-40B4-BE49-F238E27FC236}">
                    <a16:creationId xmlns:a16="http://schemas.microsoft.com/office/drawing/2014/main" id="{9F9DBC26-CB1E-A741-80FA-9A09065FFB3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39" name="Rechte verbindingslijn 138">
                <a:extLst>
                  <a:ext uri="{FF2B5EF4-FFF2-40B4-BE49-F238E27FC236}">
                    <a16:creationId xmlns:a16="http://schemas.microsoft.com/office/drawing/2014/main" id="{E9FDB0EF-2E73-CC4C-ADA3-D1E9785D3F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Rechte verbindingslijn 139">
                <a:extLst>
                  <a:ext uri="{FF2B5EF4-FFF2-40B4-BE49-F238E27FC236}">
                    <a16:creationId xmlns:a16="http://schemas.microsoft.com/office/drawing/2014/main" id="{7054DF33-767D-FE4B-BE49-D901E8793D70}"/>
                  </a:ext>
                </a:extLst>
              </p:cNvPr>
              <p:cNvCxnSpPr>
                <a:cxnSpLocks/>
                <a:stCxn id="13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60" name="Ovaal 59">
              <a:extLst>
                <a:ext uri="{FF2B5EF4-FFF2-40B4-BE49-F238E27FC236}">
                  <a16:creationId xmlns:a16="http://schemas.microsoft.com/office/drawing/2014/main" id="{57C6B2C1-6FD0-0F4A-BE33-5CC114B19826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61" name="Rechthoek 60">
              <a:extLst>
                <a:ext uri="{FF2B5EF4-FFF2-40B4-BE49-F238E27FC236}">
                  <a16:creationId xmlns:a16="http://schemas.microsoft.com/office/drawing/2014/main" id="{B556B603-24FE-7546-B275-5776486B00C3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ep 61">
              <a:extLst>
                <a:ext uri="{FF2B5EF4-FFF2-40B4-BE49-F238E27FC236}">
                  <a16:creationId xmlns:a16="http://schemas.microsoft.com/office/drawing/2014/main" id="{37FF00EF-B5C6-BD42-AE3F-F59B534A05A2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132" name="Rechthoek 131">
                <a:extLst>
                  <a:ext uri="{FF2B5EF4-FFF2-40B4-BE49-F238E27FC236}">
                    <a16:creationId xmlns:a16="http://schemas.microsoft.com/office/drawing/2014/main" id="{807D3841-0A09-8D4A-8476-F870F2E5B13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133" name="Rechte verbindingslijn 132">
                <a:extLst>
                  <a:ext uri="{FF2B5EF4-FFF2-40B4-BE49-F238E27FC236}">
                    <a16:creationId xmlns:a16="http://schemas.microsoft.com/office/drawing/2014/main" id="{A0923371-6309-504F-9C47-5C71B22CC49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4" name="Gelijkbenige driehoek 98">
                <a:extLst>
                  <a:ext uri="{FF2B5EF4-FFF2-40B4-BE49-F238E27FC236}">
                    <a16:creationId xmlns:a16="http://schemas.microsoft.com/office/drawing/2014/main" id="{8D1A0F63-8995-7E48-819B-CEC71CAF67D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3" name="Ovaal 62">
              <a:extLst>
                <a:ext uri="{FF2B5EF4-FFF2-40B4-BE49-F238E27FC236}">
                  <a16:creationId xmlns:a16="http://schemas.microsoft.com/office/drawing/2014/main" id="{8B7984EB-D067-C241-B410-82BDB74C6CB7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64" name="Rechthoek 63">
              <a:extLst>
                <a:ext uri="{FF2B5EF4-FFF2-40B4-BE49-F238E27FC236}">
                  <a16:creationId xmlns:a16="http://schemas.microsoft.com/office/drawing/2014/main" id="{E606EC9B-941B-6E44-B28A-68FC31956CDB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Ovaal 64">
              <a:extLst>
                <a:ext uri="{FF2B5EF4-FFF2-40B4-BE49-F238E27FC236}">
                  <a16:creationId xmlns:a16="http://schemas.microsoft.com/office/drawing/2014/main" id="{18797B3A-B51A-AE4E-A724-0F5E20A6E793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66" name="Rechthoek 65">
              <a:extLst>
                <a:ext uri="{FF2B5EF4-FFF2-40B4-BE49-F238E27FC236}">
                  <a16:creationId xmlns:a16="http://schemas.microsoft.com/office/drawing/2014/main" id="{E3B05766-D5B0-BA4B-8DBB-DC53D2D8660D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7" name="Groep 66">
              <a:extLst>
                <a:ext uri="{FF2B5EF4-FFF2-40B4-BE49-F238E27FC236}">
                  <a16:creationId xmlns:a16="http://schemas.microsoft.com/office/drawing/2014/main" id="{04DD51A1-9AC9-A649-9943-824A29E071F4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91" name="Groep 90">
                <a:extLst>
                  <a:ext uri="{FF2B5EF4-FFF2-40B4-BE49-F238E27FC236}">
                    <a16:creationId xmlns:a16="http://schemas.microsoft.com/office/drawing/2014/main" id="{3CD48B35-48A7-FE41-9970-3D21BD14F06A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94" name="Groep 93">
                  <a:extLst>
                    <a:ext uri="{FF2B5EF4-FFF2-40B4-BE49-F238E27FC236}">
                      <a16:creationId xmlns:a16="http://schemas.microsoft.com/office/drawing/2014/main" id="{BBD67FB1-4026-B841-8F93-9FF6804BA57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01" name="Groep 100">
                    <a:extLst>
                      <a:ext uri="{FF2B5EF4-FFF2-40B4-BE49-F238E27FC236}">
                        <a16:creationId xmlns:a16="http://schemas.microsoft.com/office/drawing/2014/main" id="{5DBFC06D-3E96-6E4F-A8B7-EBD94A0423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04" name="Rechthoek 103">
                      <a:extLst>
                        <a:ext uri="{FF2B5EF4-FFF2-40B4-BE49-F238E27FC236}">
                          <a16:creationId xmlns:a16="http://schemas.microsoft.com/office/drawing/2014/main" id="{7C816F75-27CE-B54E-9D23-0F10F2B15F5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0" name="Rechthoek 129">
                      <a:extLst>
                        <a:ext uri="{FF2B5EF4-FFF2-40B4-BE49-F238E27FC236}">
                          <a16:creationId xmlns:a16="http://schemas.microsoft.com/office/drawing/2014/main" id="{1D4E8B8F-886F-EB42-9495-EDEE0E51B5D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Ovaal 130">
                      <a:extLst>
                        <a:ext uri="{FF2B5EF4-FFF2-40B4-BE49-F238E27FC236}">
                          <a16:creationId xmlns:a16="http://schemas.microsoft.com/office/drawing/2014/main" id="{22CBEE9E-6E59-944B-9DC2-0946809157E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02" name="Afbeelding 101">
                    <a:extLst>
                      <a:ext uri="{FF2B5EF4-FFF2-40B4-BE49-F238E27FC236}">
                        <a16:creationId xmlns:a16="http://schemas.microsoft.com/office/drawing/2014/main" id="{160ACDF2-8A1C-F749-B590-981726413AC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3" name="Afbeelding 102">
                    <a:extLst>
                      <a:ext uri="{FF2B5EF4-FFF2-40B4-BE49-F238E27FC236}">
                        <a16:creationId xmlns:a16="http://schemas.microsoft.com/office/drawing/2014/main" id="{31CB8AD2-6230-0047-83A8-E1FC27986BE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5" name="Groep 94">
                  <a:extLst>
                    <a:ext uri="{FF2B5EF4-FFF2-40B4-BE49-F238E27FC236}">
                      <a16:creationId xmlns:a16="http://schemas.microsoft.com/office/drawing/2014/main" id="{B84A06F8-A000-2A4C-9798-512227F01A3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9" name="Rechthoek 98">
                    <a:extLst>
                      <a:ext uri="{FF2B5EF4-FFF2-40B4-BE49-F238E27FC236}">
                        <a16:creationId xmlns:a16="http://schemas.microsoft.com/office/drawing/2014/main" id="{F1138B0A-E789-5940-B634-2122B20945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0" name="Rechthoek 99">
                    <a:extLst>
                      <a:ext uri="{FF2B5EF4-FFF2-40B4-BE49-F238E27FC236}">
                        <a16:creationId xmlns:a16="http://schemas.microsoft.com/office/drawing/2014/main" id="{B1D05D83-0F9A-5D4D-87C3-090AF59C323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6" name="Groep 95">
                  <a:extLst>
                    <a:ext uri="{FF2B5EF4-FFF2-40B4-BE49-F238E27FC236}">
                      <a16:creationId xmlns:a16="http://schemas.microsoft.com/office/drawing/2014/main" id="{404918ED-098E-094B-9E70-4B86904CE0C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7" name="Rechthoek 96">
                    <a:extLst>
                      <a:ext uri="{FF2B5EF4-FFF2-40B4-BE49-F238E27FC236}">
                        <a16:creationId xmlns:a16="http://schemas.microsoft.com/office/drawing/2014/main" id="{EF6B8B0B-2DEE-6B47-A547-4E0D3297E1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98" name="Rechthoek 97">
                    <a:extLst>
                      <a:ext uri="{FF2B5EF4-FFF2-40B4-BE49-F238E27FC236}">
                        <a16:creationId xmlns:a16="http://schemas.microsoft.com/office/drawing/2014/main" id="{0CE479CE-7ED4-E84A-8537-96D0C08C11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3A66DFDB-7570-874D-A013-C2AA4E9E1FD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93" name="Gelijkbenige driehoek 78">
                <a:extLst>
                  <a:ext uri="{FF2B5EF4-FFF2-40B4-BE49-F238E27FC236}">
                    <a16:creationId xmlns:a16="http://schemas.microsoft.com/office/drawing/2014/main" id="{CD9EC0AE-7DD9-0F44-B9F6-4FDD659244E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8" name="Rechthoek 67">
              <a:extLst>
                <a:ext uri="{FF2B5EF4-FFF2-40B4-BE49-F238E27FC236}">
                  <a16:creationId xmlns:a16="http://schemas.microsoft.com/office/drawing/2014/main" id="{1EFB0645-9BCA-0043-A4DA-B2C15267EAE2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ep 68">
              <a:extLst>
                <a:ext uri="{FF2B5EF4-FFF2-40B4-BE49-F238E27FC236}">
                  <a16:creationId xmlns:a16="http://schemas.microsoft.com/office/drawing/2014/main" id="{96D65588-4FD6-FC4E-AAD0-04E6CBBE6879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C86D5242-B50B-F344-82BC-3808383E071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64878F5E-F6F4-9044-BB48-1C4A1604835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72" name="Groep 71">
                <a:extLst>
                  <a:ext uri="{FF2B5EF4-FFF2-40B4-BE49-F238E27FC236}">
                    <a16:creationId xmlns:a16="http://schemas.microsoft.com/office/drawing/2014/main" id="{E5BF3FF4-9B5C-EC48-B8AB-3DD9BE29EE4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5" name="Rechthoek: afgeronde hoeken 61">
                  <a:extLst>
                    <a:ext uri="{FF2B5EF4-FFF2-40B4-BE49-F238E27FC236}">
                      <a16:creationId xmlns:a16="http://schemas.microsoft.com/office/drawing/2014/main" id="{A935B1F6-033A-A242-9D67-EF5F695636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88D1E308-23AE-FE4B-B7A3-0DAEAFED468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hthoek 86">
                  <a:extLst>
                    <a:ext uri="{FF2B5EF4-FFF2-40B4-BE49-F238E27FC236}">
                      <a16:creationId xmlns:a16="http://schemas.microsoft.com/office/drawing/2014/main" id="{EC8A7160-ED02-BC42-926A-7D59CE12C2AC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hthoek 87">
                  <a:extLst>
                    <a:ext uri="{FF2B5EF4-FFF2-40B4-BE49-F238E27FC236}">
                      <a16:creationId xmlns:a16="http://schemas.microsoft.com/office/drawing/2014/main" id="{C89D0F47-745E-DF4E-A30D-D888D5A7C90B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hthoek 88">
                  <a:extLst>
                    <a:ext uri="{FF2B5EF4-FFF2-40B4-BE49-F238E27FC236}">
                      <a16:creationId xmlns:a16="http://schemas.microsoft.com/office/drawing/2014/main" id="{F60FAB52-5566-6A44-86B2-E6E2A442914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Rechthoek 89">
                  <a:extLst>
                    <a:ext uri="{FF2B5EF4-FFF2-40B4-BE49-F238E27FC236}">
                      <a16:creationId xmlns:a16="http://schemas.microsoft.com/office/drawing/2014/main" id="{BB139407-2ADF-6D49-B92A-13E9A16DCBC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8429D24F-29CC-CA4A-982A-BBA102CB8EF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5393B9DF-5C05-564C-9F93-8DAFB93C1058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9" name="Rechthoek: afgeronde hoeken 55">
                    <a:extLst>
                      <a:ext uri="{FF2B5EF4-FFF2-40B4-BE49-F238E27FC236}">
                        <a16:creationId xmlns:a16="http://schemas.microsoft.com/office/drawing/2014/main" id="{D836BB3B-A1CB-EE4B-842A-118A4415D3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839D1374-AA2F-344D-94E2-ECA2455770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1" name="Rechthoek 80">
                    <a:extLst>
                      <a:ext uri="{FF2B5EF4-FFF2-40B4-BE49-F238E27FC236}">
                        <a16:creationId xmlns:a16="http://schemas.microsoft.com/office/drawing/2014/main" id="{E65AE8E6-4644-0349-B0C0-DEDAF77F4C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2" name="Rechthoek 81">
                    <a:extLst>
                      <a:ext uri="{FF2B5EF4-FFF2-40B4-BE49-F238E27FC236}">
                        <a16:creationId xmlns:a16="http://schemas.microsoft.com/office/drawing/2014/main" id="{2D6C931D-C1E9-FE4D-8464-1E08231B51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3" name="Rechthoek 82">
                    <a:extLst>
                      <a:ext uri="{FF2B5EF4-FFF2-40B4-BE49-F238E27FC236}">
                        <a16:creationId xmlns:a16="http://schemas.microsoft.com/office/drawing/2014/main" id="{2FF9E6CC-303E-6E44-B8B1-3917B4EE19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4" name="Rechthoek 83">
                    <a:extLst>
                      <a:ext uri="{FF2B5EF4-FFF2-40B4-BE49-F238E27FC236}">
                        <a16:creationId xmlns:a16="http://schemas.microsoft.com/office/drawing/2014/main" id="{D7319CE5-5A32-FC48-8E77-4AF30C19B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78" name="Boog 77">
                  <a:extLst>
                    <a:ext uri="{FF2B5EF4-FFF2-40B4-BE49-F238E27FC236}">
                      <a16:creationId xmlns:a16="http://schemas.microsoft.com/office/drawing/2014/main" id="{13FC49F8-2B42-0A48-A2C7-6E3EA76EE9D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74" name="Tekstvak 73">
                <a:extLst>
                  <a:ext uri="{FF2B5EF4-FFF2-40B4-BE49-F238E27FC236}">
                    <a16:creationId xmlns:a16="http://schemas.microsoft.com/office/drawing/2014/main" id="{44DAAFA9-2DB3-C046-8204-F8A16F8A6CE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Tekstvak 74">
                <a:extLst>
                  <a:ext uri="{FF2B5EF4-FFF2-40B4-BE49-F238E27FC236}">
                    <a16:creationId xmlns:a16="http://schemas.microsoft.com/office/drawing/2014/main" id="{4D460CA4-F02C-3B4E-A392-B8936C31192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Vrije vorm: vorm 52">
                <a:extLst>
                  <a:ext uri="{FF2B5EF4-FFF2-40B4-BE49-F238E27FC236}">
                    <a16:creationId xmlns:a16="http://schemas.microsoft.com/office/drawing/2014/main" id="{815C6328-33AB-ED4D-B54B-9E272E53DB8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141" name="Afbeelding 140">
            <a:extLst>
              <a:ext uri="{FF2B5EF4-FFF2-40B4-BE49-F238E27FC236}">
                <a16:creationId xmlns:a16="http://schemas.microsoft.com/office/drawing/2014/main" id="{304BD98B-37E1-D248-B3B0-1238A8BF089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42" name="Ovaal 141">
            <a:extLst>
              <a:ext uri="{FF2B5EF4-FFF2-40B4-BE49-F238E27FC236}">
                <a16:creationId xmlns:a16="http://schemas.microsoft.com/office/drawing/2014/main" id="{04A17CAA-0BB1-6D47-849B-F18B8BBA7E83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143" name="Rechthoek 142">
            <a:extLst>
              <a:ext uri="{FF2B5EF4-FFF2-40B4-BE49-F238E27FC236}">
                <a16:creationId xmlns:a16="http://schemas.microsoft.com/office/drawing/2014/main" id="{336ED226-F850-E94C-B249-31C71BF0A21C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44" name="Afbeelding 143">
            <a:extLst>
              <a:ext uri="{FF2B5EF4-FFF2-40B4-BE49-F238E27FC236}">
                <a16:creationId xmlns:a16="http://schemas.microsoft.com/office/drawing/2014/main" id="{16C89AA9-1673-5E4B-84ED-6957548A12D2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1714111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6B755F73-6638-7943-9671-03DB4862F10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1085066"/>
            <a:ext cx="6819816" cy="5207779"/>
          </a:xfrm>
          <a:custGeom>
            <a:avLst/>
            <a:gdLst/>
            <a:ahLst/>
            <a:cxnLst/>
            <a:rect l="l" t="t" r="r" b="b"/>
            <a:pathLst>
              <a:path w="6819816" h="5207779">
                <a:moveTo>
                  <a:pt x="4909249" y="1114206"/>
                </a:moveTo>
                <a:cubicBezTo>
                  <a:pt x="4604210" y="1114206"/>
                  <a:pt x="4451691" y="1624156"/>
                  <a:pt x="4451691" y="2644057"/>
                </a:cubicBezTo>
                <a:cubicBezTo>
                  <a:pt x="4451691" y="3144693"/>
                  <a:pt x="4487201" y="3515513"/>
                  <a:pt x="4558222" y="3756517"/>
                </a:cubicBezTo>
                <a:cubicBezTo>
                  <a:pt x="4629242" y="3997521"/>
                  <a:pt x="4741594" y="4118023"/>
                  <a:pt x="4895278" y="4118023"/>
                </a:cubicBezTo>
                <a:cubicBezTo>
                  <a:pt x="5200316" y="4118023"/>
                  <a:pt x="5352836" y="3603416"/>
                  <a:pt x="5352836" y="2574201"/>
                </a:cubicBezTo>
                <a:cubicBezTo>
                  <a:pt x="5352836" y="2075893"/>
                  <a:pt x="5317908" y="1707984"/>
                  <a:pt x="5248052" y="1470472"/>
                </a:cubicBezTo>
                <a:cubicBezTo>
                  <a:pt x="5178195" y="1232962"/>
                  <a:pt x="5065261" y="1114206"/>
                  <a:pt x="4909249" y="1114206"/>
                </a:cubicBezTo>
                <a:close/>
                <a:moveTo>
                  <a:pt x="4982598" y="27942"/>
                </a:moveTo>
                <a:cubicBezTo>
                  <a:pt x="6207410" y="27942"/>
                  <a:pt x="6819816" y="876695"/>
                  <a:pt x="6819816" y="2574201"/>
                </a:cubicBezTo>
                <a:cubicBezTo>
                  <a:pt x="6819816" y="3433432"/>
                  <a:pt x="6656235" y="4087170"/>
                  <a:pt x="6329076" y="4535413"/>
                </a:cubicBezTo>
                <a:cubicBezTo>
                  <a:pt x="6001916" y="4983658"/>
                  <a:pt x="5523983" y="5207779"/>
                  <a:pt x="4895278" y="5207779"/>
                </a:cubicBezTo>
                <a:cubicBezTo>
                  <a:pt x="4252601" y="5207779"/>
                  <a:pt x="3772340" y="5001704"/>
                  <a:pt x="3454494" y="4589552"/>
                </a:cubicBezTo>
                <a:cubicBezTo>
                  <a:pt x="3136649" y="4177400"/>
                  <a:pt x="2977725" y="3539381"/>
                  <a:pt x="2977725" y="2675492"/>
                </a:cubicBezTo>
                <a:cubicBezTo>
                  <a:pt x="2977725" y="1809275"/>
                  <a:pt x="3149455" y="1151463"/>
                  <a:pt x="3492915" y="702054"/>
                </a:cubicBezTo>
                <a:cubicBezTo>
                  <a:pt x="3836374" y="252646"/>
                  <a:pt x="4332935" y="27942"/>
                  <a:pt x="4982598" y="27942"/>
                </a:cubicBezTo>
                <a:close/>
                <a:moveTo>
                  <a:pt x="1291005" y="0"/>
                </a:moveTo>
                <a:lnTo>
                  <a:pt x="2167700" y="0"/>
                </a:lnTo>
                <a:lnTo>
                  <a:pt x="2167700" y="5120459"/>
                </a:lnTo>
                <a:lnTo>
                  <a:pt x="679763" y="5120459"/>
                </a:lnTo>
                <a:lnTo>
                  <a:pt x="679763" y="1515879"/>
                </a:lnTo>
                <a:cubicBezTo>
                  <a:pt x="516765" y="1611349"/>
                  <a:pt x="347946" y="1684116"/>
                  <a:pt x="173306" y="1734180"/>
                </a:cubicBezTo>
                <a:cubicBezTo>
                  <a:pt x="129646" y="1746696"/>
                  <a:pt x="84530" y="1758375"/>
                  <a:pt x="37959" y="1769217"/>
                </a:cubicBezTo>
                <a:lnTo>
                  <a:pt x="0" y="1777125"/>
                </a:lnTo>
                <a:lnTo>
                  <a:pt x="0" y="632007"/>
                </a:lnTo>
                <a:lnTo>
                  <a:pt x="34903" y="623030"/>
                </a:lnTo>
                <a:cubicBezTo>
                  <a:pt x="181310" y="580825"/>
                  <a:pt x="322332" y="530907"/>
                  <a:pt x="457970" y="473275"/>
                </a:cubicBezTo>
                <a:cubicBezTo>
                  <a:pt x="729245" y="358013"/>
                  <a:pt x="1006923" y="200254"/>
                  <a:pt x="1291005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105" name="Groep 104">
            <a:extLst>
              <a:ext uri="{FF2B5EF4-FFF2-40B4-BE49-F238E27FC236}">
                <a16:creationId xmlns:a16="http://schemas.microsoft.com/office/drawing/2014/main" id="{2375241E-A7A0-E146-941A-B1F4742828AB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06" name="Vrije vorm 105">
              <a:extLst>
                <a:ext uri="{FF2B5EF4-FFF2-40B4-BE49-F238E27FC236}">
                  <a16:creationId xmlns:a16="http://schemas.microsoft.com/office/drawing/2014/main" id="{F5977ED2-6AA1-804B-AD98-C91163532CB7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7" name="Vrije vorm 106">
              <a:extLst>
                <a:ext uri="{FF2B5EF4-FFF2-40B4-BE49-F238E27FC236}">
                  <a16:creationId xmlns:a16="http://schemas.microsoft.com/office/drawing/2014/main" id="{CF52CA4B-524C-C848-9F11-2793ED61D25A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8" name="Vrije vorm 107">
              <a:extLst>
                <a:ext uri="{FF2B5EF4-FFF2-40B4-BE49-F238E27FC236}">
                  <a16:creationId xmlns:a16="http://schemas.microsoft.com/office/drawing/2014/main" id="{BFAAC707-8C4E-4B4C-8E92-66ECD8C1179D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9" name="Vrije vorm 108">
              <a:extLst>
                <a:ext uri="{FF2B5EF4-FFF2-40B4-BE49-F238E27FC236}">
                  <a16:creationId xmlns:a16="http://schemas.microsoft.com/office/drawing/2014/main" id="{4E76D01C-55AB-714B-8F26-3B2E9B49399B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0" name="Vrije vorm 109">
              <a:extLst>
                <a:ext uri="{FF2B5EF4-FFF2-40B4-BE49-F238E27FC236}">
                  <a16:creationId xmlns:a16="http://schemas.microsoft.com/office/drawing/2014/main" id="{5CDFF049-DA7A-D042-B4FF-16204C7113D2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1" name="Vrije vorm 110">
              <a:extLst>
                <a:ext uri="{FF2B5EF4-FFF2-40B4-BE49-F238E27FC236}">
                  <a16:creationId xmlns:a16="http://schemas.microsoft.com/office/drawing/2014/main" id="{6F461798-20B9-0347-B8CD-7207BE90C70F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2" name="Vrije vorm 111">
              <a:extLst>
                <a:ext uri="{FF2B5EF4-FFF2-40B4-BE49-F238E27FC236}">
                  <a16:creationId xmlns:a16="http://schemas.microsoft.com/office/drawing/2014/main" id="{06E27AD4-9077-2D4A-B5FB-07BD2B140059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3" name="Vrije vorm 112">
              <a:extLst>
                <a:ext uri="{FF2B5EF4-FFF2-40B4-BE49-F238E27FC236}">
                  <a16:creationId xmlns:a16="http://schemas.microsoft.com/office/drawing/2014/main" id="{2E5294BF-70B9-7140-8289-8BE2E7903CAC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4" name="Vrije vorm 113">
              <a:extLst>
                <a:ext uri="{FF2B5EF4-FFF2-40B4-BE49-F238E27FC236}">
                  <a16:creationId xmlns:a16="http://schemas.microsoft.com/office/drawing/2014/main" id="{E64B607E-380F-E647-9AFB-670E70CF2C82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15" name="Graphic 23">
              <a:extLst>
                <a:ext uri="{FF2B5EF4-FFF2-40B4-BE49-F238E27FC236}">
                  <a16:creationId xmlns:a16="http://schemas.microsoft.com/office/drawing/2014/main" id="{B3FA378D-B4DE-7542-BAAA-DFB93EE2530B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16" name="Vrije vorm 115">
                <a:extLst>
                  <a:ext uri="{FF2B5EF4-FFF2-40B4-BE49-F238E27FC236}">
                    <a16:creationId xmlns:a16="http://schemas.microsoft.com/office/drawing/2014/main" id="{9F71421A-FEA5-3D48-A64A-4A5DA3E67D4B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7" name="Vrije vorm 116">
                <a:extLst>
                  <a:ext uri="{FF2B5EF4-FFF2-40B4-BE49-F238E27FC236}">
                    <a16:creationId xmlns:a16="http://schemas.microsoft.com/office/drawing/2014/main" id="{7C5F138B-FDBC-5A46-96FA-6AB70F50EFB5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8" name="Vrije vorm 117">
                <a:extLst>
                  <a:ext uri="{FF2B5EF4-FFF2-40B4-BE49-F238E27FC236}">
                    <a16:creationId xmlns:a16="http://schemas.microsoft.com/office/drawing/2014/main" id="{DA9F1F78-9798-B34E-A1D4-4CC315E8EB13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9" name="Vrije vorm 118">
                <a:extLst>
                  <a:ext uri="{FF2B5EF4-FFF2-40B4-BE49-F238E27FC236}">
                    <a16:creationId xmlns:a16="http://schemas.microsoft.com/office/drawing/2014/main" id="{DC547083-5E3E-9C4B-8507-7114BF58D88E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0" name="Vrije vorm 119">
                <a:extLst>
                  <a:ext uri="{FF2B5EF4-FFF2-40B4-BE49-F238E27FC236}">
                    <a16:creationId xmlns:a16="http://schemas.microsoft.com/office/drawing/2014/main" id="{A243CF49-185F-194A-B733-3643662174C8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1" name="Vrije vorm 120">
                <a:extLst>
                  <a:ext uri="{FF2B5EF4-FFF2-40B4-BE49-F238E27FC236}">
                    <a16:creationId xmlns:a16="http://schemas.microsoft.com/office/drawing/2014/main" id="{197F7A72-0B55-E641-827A-5DAE2DFD078E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" name="Vrije vorm 121">
                <a:extLst>
                  <a:ext uri="{FF2B5EF4-FFF2-40B4-BE49-F238E27FC236}">
                    <a16:creationId xmlns:a16="http://schemas.microsoft.com/office/drawing/2014/main" id="{039C30AD-9F9F-114B-941A-5260A228B9A7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" name="Vrije vorm 122">
                <a:extLst>
                  <a:ext uri="{FF2B5EF4-FFF2-40B4-BE49-F238E27FC236}">
                    <a16:creationId xmlns:a16="http://schemas.microsoft.com/office/drawing/2014/main" id="{B53DCB48-8DDB-2642-A0D8-D5F64FD39FDF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" name="Vrije vorm 123">
                <a:extLst>
                  <a:ext uri="{FF2B5EF4-FFF2-40B4-BE49-F238E27FC236}">
                    <a16:creationId xmlns:a16="http://schemas.microsoft.com/office/drawing/2014/main" id="{7BE07652-F1F0-B942-BEAA-61865ECEB35E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" name="Vrije vorm 124">
                <a:extLst>
                  <a:ext uri="{FF2B5EF4-FFF2-40B4-BE49-F238E27FC236}">
                    <a16:creationId xmlns:a16="http://schemas.microsoft.com/office/drawing/2014/main" id="{C3555F72-FCD1-7E4B-82CA-46D27CC434B4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6" name="Vrije vorm 125">
                <a:extLst>
                  <a:ext uri="{FF2B5EF4-FFF2-40B4-BE49-F238E27FC236}">
                    <a16:creationId xmlns:a16="http://schemas.microsoft.com/office/drawing/2014/main" id="{DEC2002A-C221-FC47-986C-C9850A0D0317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7" name="Vrije vorm 126">
                <a:extLst>
                  <a:ext uri="{FF2B5EF4-FFF2-40B4-BE49-F238E27FC236}">
                    <a16:creationId xmlns:a16="http://schemas.microsoft.com/office/drawing/2014/main" id="{36C40C42-5049-1743-9994-CBA861987FDE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" name="Vrije vorm 127">
                <a:extLst>
                  <a:ext uri="{FF2B5EF4-FFF2-40B4-BE49-F238E27FC236}">
                    <a16:creationId xmlns:a16="http://schemas.microsoft.com/office/drawing/2014/main" id="{433C4B1E-E1A0-9A48-AE64-DDF732E442AE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" name="Vrije vorm 128">
                <a:extLst>
                  <a:ext uri="{FF2B5EF4-FFF2-40B4-BE49-F238E27FC236}">
                    <a16:creationId xmlns:a16="http://schemas.microsoft.com/office/drawing/2014/main" id="{E18E4F45-DE9B-9040-9F51-CDD7803CE511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30" name="Groep 29">
            <a:extLst>
              <a:ext uri="{FF2B5EF4-FFF2-40B4-BE49-F238E27FC236}">
                <a16:creationId xmlns:a16="http://schemas.microsoft.com/office/drawing/2014/main" id="{EC86F9A9-35F7-644A-A9EE-BDD5EA215357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4523A619-2A93-7247-8A05-3DF2E5E01516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67568273-8C72-A44A-BECE-E5A644712D9A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A11F9479-B2FA-ED49-98AE-DB6DE3AFC2CE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8380347A-DCE3-8241-8DF3-8A94ADAD463C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FBBFC50C-E5FF-454F-A424-2B7FFD4D8498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49" name="Rechthoek: afgeronde hoeken 61">
                <a:extLst>
                  <a:ext uri="{FF2B5EF4-FFF2-40B4-BE49-F238E27FC236}">
                    <a16:creationId xmlns:a16="http://schemas.microsoft.com/office/drawing/2014/main" id="{71C7A2A8-24D1-3542-99FF-57F4AB66EA77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600367C6-E051-E445-A89E-CFD39D7958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A20315DD-38F3-A249-8BAA-D3BFDC1EA10D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BEEF6817-9949-2D49-908A-0E03B1620360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E6327A5F-52EE-ED4F-A249-D1ED63D16622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A6E407BD-E869-BE40-9A70-388C99BEA6DF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17EF1008-2956-B549-8F21-5F72CF40B458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0CD2AF29-10B7-DC48-B1EA-3E135CF6A84F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3" name="Rechthoek: afgeronde hoeken 55">
                  <a:extLst>
                    <a:ext uri="{FF2B5EF4-FFF2-40B4-BE49-F238E27FC236}">
                      <a16:creationId xmlns:a16="http://schemas.microsoft.com/office/drawing/2014/main" id="{608D7942-60DD-974F-AC0A-C3207C9CCD2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43">
                  <a:extLst>
                    <a:ext uri="{FF2B5EF4-FFF2-40B4-BE49-F238E27FC236}">
                      <a16:creationId xmlns:a16="http://schemas.microsoft.com/office/drawing/2014/main" id="{1F5DF7B2-9DCC-404C-8CDD-153AE017E43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44">
                  <a:extLst>
                    <a:ext uri="{FF2B5EF4-FFF2-40B4-BE49-F238E27FC236}">
                      <a16:creationId xmlns:a16="http://schemas.microsoft.com/office/drawing/2014/main" id="{00550090-BC38-0F41-9FCA-8D0DDAFE17D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B727B7B8-2853-4C42-AA9D-109EDBC71E0B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656C9629-AC07-9F45-BFAC-3996DFF9087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D661EB67-B37E-1941-A92E-AB0921184F0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2" name="Boog 41">
                <a:extLst>
                  <a:ext uri="{FF2B5EF4-FFF2-40B4-BE49-F238E27FC236}">
                    <a16:creationId xmlns:a16="http://schemas.microsoft.com/office/drawing/2014/main" id="{0900C8E7-060C-1340-895B-A6E46685F230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8" name="Tekstvak 37">
              <a:extLst>
                <a:ext uri="{FF2B5EF4-FFF2-40B4-BE49-F238E27FC236}">
                  <a16:creationId xmlns:a16="http://schemas.microsoft.com/office/drawing/2014/main" id="{7DE88FC7-F29C-AF4A-9E2B-14C7781653C9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kstvak 38">
              <a:extLst>
                <a:ext uri="{FF2B5EF4-FFF2-40B4-BE49-F238E27FC236}">
                  <a16:creationId xmlns:a16="http://schemas.microsoft.com/office/drawing/2014/main" id="{2290D734-C745-E64C-B691-6698E29B6223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40" name="Vrije vorm: vorm 52">
              <a:extLst>
                <a:ext uri="{FF2B5EF4-FFF2-40B4-BE49-F238E27FC236}">
                  <a16:creationId xmlns:a16="http://schemas.microsoft.com/office/drawing/2014/main" id="{117D7265-AC4F-A24B-B361-64B757C07312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ep 54">
            <a:extLst>
              <a:ext uri="{FF2B5EF4-FFF2-40B4-BE49-F238E27FC236}">
                <a16:creationId xmlns:a16="http://schemas.microsoft.com/office/drawing/2014/main" id="{5CE2B7C2-4692-5241-8509-143860F1BA40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56" name="Rechthoek 55">
              <a:extLst>
                <a:ext uri="{FF2B5EF4-FFF2-40B4-BE49-F238E27FC236}">
                  <a16:creationId xmlns:a16="http://schemas.microsoft.com/office/drawing/2014/main" id="{D11EB7C7-6B61-5F4B-837C-F3FDC6A6DCB2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57" name="Ovaal 56">
              <a:extLst>
                <a:ext uri="{FF2B5EF4-FFF2-40B4-BE49-F238E27FC236}">
                  <a16:creationId xmlns:a16="http://schemas.microsoft.com/office/drawing/2014/main" id="{4560872D-7BCD-8746-91D9-213BD07998A8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8" name="Rechthoek 57">
              <a:extLst>
                <a:ext uri="{FF2B5EF4-FFF2-40B4-BE49-F238E27FC236}">
                  <a16:creationId xmlns:a16="http://schemas.microsoft.com/office/drawing/2014/main" id="{0ECB4B02-236B-984A-B542-A9A1D8E4AFD9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9" name="Groep 58">
              <a:extLst>
                <a:ext uri="{FF2B5EF4-FFF2-40B4-BE49-F238E27FC236}">
                  <a16:creationId xmlns:a16="http://schemas.microsoft.com/office/drawing/2014/main" id="{CF8948B1-EFDD-D041-AE47-AF28C5077147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B5A3D535-9D7A-724E-A59A-44C2AF4EB1A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6" name="Ovaal 135">
                <a:extLst>
                  <a:ext uri="{FF2B5EF4-FFF2-40B4-BE49-F238E27FC236}">
                    <a16:creationId xmlns:a16="http://schemas.microsoft.com/office/drawing/2014/main" id="{1DED63CD-5359-6545-BEAE-BC0D59D0494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Vrije vorm: vorm 101">
                <a:extLst>
                  <a:ext uri="{FF2B5EF4-FFF2-40B4-BE49-F238E27FC236}">
                    <a16:creationId xmlns:a16="http://schemas.microsoft.com/office/drawing/2014/main" id="{ED415EA2-8A02-BA45-81CC-02FD6E0844D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Rechthoek: afgeronde hoeken 102">
                <a:extLst>
                  <a:ext uri="{FF2B5EF4-FFF2-40B4-BE49-F238E27FC236}">
                    <a16:creationId xmlns:a16="http://schemas.microsoft.com/office/drawing/2014/main" id="{A669DC55-62F3-5C4F-BA5C-EA825C50CD9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39" name="Rechte verbindingslijn 138">
                <a:extLst>
                  <a:ext uri="{FF2B5EF4-FFF2-40B4-BE49-F238E27FC236}">
                    <a16:creationId xmlns:a16="http://schemas.microsoft.com/office/drawing/2014/main" id="{ED633D26-4E93-3F4C-B00D-4E5656215EF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Rechte verbindingslijn 139">
                <a:extLst>
                  <a:ext uri="{FF2B5EF4-FFF2-40B4-BE49-F238E27FC236}">
                    <a16:creationId xmlns:a16="http://schemas.microsoft.com/office/drawing/2014/main" id="{2CD9D632-0EA8-6F4A-9A55-500C391DCA6F}"/>
                  </a:ext>
                </a:extLst>
              </p:cNvPr>
              <p:cNvCxnSpPr>
                <a:cxnSpLocks/>
                <a:stCxn id="13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60" name="Ovaal 59">
              <a:extLst>
                <a:ext uri="{FF2B5EF4-FFF2-40B4-BE49-F238E27FC236}">
                  <a16:creationId xmlns:a16="http://schemas.microsoft.com/office/drawing/2014/main" id="{80D2C8C9-3DED-4342-B475-58D1211D1D3D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61" name="Rechthoek 60">
              <a:extLst>
                <a:ext uri="{FF2B5EF4-FFF2-40B4-BE49-F238E27FC236}">
                  <a16:creationId xmlns:a16="http://schemas.microsoft.com/office/drawing/2014/main" id="{D46BA4F1-AAC3-DC47-9391-F0BBDCF1E86F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ep 61">
              <a:extLst>
                <a:ext uri="{FF2B5EF4-FFF2-40B4-BE49-F238E27FC236}">
                  <a16:creationId xmlns:a16="http://schemas.microsoft.com/office/drawing/2014/main" id="{C00B3B3E-DEBC-7D46-8398-758DE7F7D511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132" name="Rechthoek 131">
                <a:extLst>
                  <a:ext uri="{FF2B5EF4-FFF2-40B4-BE49-F238E27FC236}">
                    <a16:creationId xmlns:a16="http://schemas.microsoft.com/office/drawing/2014/main" id="{EE2C2170-CF5C-6149-848E-D74FE4EF4B2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133" name="Rechte verbindingslijn 132">
                <a:extLst>
                  <a:ext uri="{FF2B5EF4-FFF2-40B4-BE49-F238E27FC236}">
                    <a16:creationId xmlns:a16="http://schemas.microsoft.com/office/drawing/2014/main" id="{30FFCD0D-7773-1346-A85E-338E8EF606C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4" name="Gelijkbenige driehoek 98">
                <a:extLst>
                  <a:ext uri="{FF2B5EF4-FFF2-40B4-BE49-F238E27FC236}">
                    <a16:creationId xmlns:a16="http://schemas.microsoft.com/office/drawing/2014/main" id="{057EAB36-1B5A-5947-93A6-A1D847908C0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3" name="Ovaal 62">
              <a:extLst>
                <a:ext uri="{FF2B5EF4-FFF2-40B4-BE49-F238E27FC236}">
                  <a16:creationId xmlns:a16="http://schemas.microsoft.com/office/drawing/2014/main" id="{FB4AE414-6F61-1C4B-972F-A6B2A1B6F60A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64" name="Rechthoek 63">
              <a:extLst>
                <a:ext uri="{FF2B5EF4-FFF2-40B4-BE49-F238E27FC236}">
                  <a16:creationId xmlns:a16="http://schemas.microsoft.com/office/drawing/2014/main" id="{E76FD338-C53A-1F4E-BE1C-8DFF492AECF5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Ovaal 64">
              <a:extLst>
                <a:ext uri="{FF2B5EF4-FFF2-40B4-BE49-F238E27FC236}">
                  <a16:creationId xmlns:a16="http://schemas.microsoft.com/office/drawing/2014/main" id="{358AAAED-BA45-6B48-9479-C19053457597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66" name="Rechthoek 65">
              <a:extLst>
                <a:ext uri="{FF2B5EF4-FFF2-40B4-BE49-F238E27FC236}">
                  <a16:creationId xmlns:a16="http://schemas.microsoft.com/office/drawing/2014/main" id="{48C3D4F6-5A72-AB4D-B650-CE6E43463ADC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7" name="Groep 66">
              <a:extLst>
                <a:ext uri="{FF2B5EF4-FFF2-40B4-BE49-F238E27FC236}">
                  <a16:creationId xmlns:a16="http://schemas.microsoft.com/office/drawing/2014/main" id="{52BBA46D-E36B-954C-BD48-247BCCBABA69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91" name="Groep 90">
                <a:extLst>
                  <a:ext uri="{FF2B5EF4-FFF2-40B4-BE49-F238E27FC236}">
                    <a16:creationId xmlns:a16="http://schemas.microsoft.com/office/drawing/2014/main" id="{23396C43-D66E-0046-99F8-C93C25BF8F7A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94" name="Groep 93">
                  <a:extLst>
                    <a:ext uri="{FF2B5EF4-FFF2-40B4-BE49-F238E27FC236}">
                      <a16:creationId xmlns:a16="http://schemas.microsoft.com/office/drawing/2014/main" id="{A52E39AD-4DC0-DB4B-8959-F67C3B2416E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01" name="Groep 100">
                    <a:extLst>
                      <a:ext uri="{FF2B5EF4-FFF2-40B4-BE49-F238E27FC236}">
                        <a16:creationId xmlns:a16="http://schemas.microsoft.com/office/drawing/2014/main" id="{3DAAE332-6884-F543-873A-8714787E429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04" name="Rechthoek 103">
                      <a:extLst>
                        <a:ext uri="{FF2B5EF4-FFF2-40B4-BE49-F238E27FC236}">
                          <a16:creationId xmlns:a16="http://schemas.microsoft.com/office/drawing/2014/main" id="{79A9EB16-F107-FB4F-91AE-1EF6C70B111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0" name="Rechthoek 129">
                      <a:extLst>
                        <a:ext uri="{FF2B5EF4-FFF2-40B4-BE49-F238E27FC236}">
                          <a16:creationId xmlns:a16="http://schemas.microsoft.com/office/drawing/2014/main" id="{B320D7E1-AD18-8C43-8897-C31FED6D868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Ovaal 130">
                      <a:extLst>
                        <a:ext uri="{FF2B5EF4-FFF2-40B4-BE49-F238E27FC236}">
                          <a16:creationId xmlns:a16="http://schemas.microsoft.com/office/drawing/2014/main" id="{6310C6FC-4005-E341-A30F-644E423EEF1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02" name="Afbeelding 101">
                    <a:extLst>
                      <a:ext uri="{FF2B5EF4-FFF2-40B4-BE49-F238E27FC236}">
                        <a16:creationId xmlns:a16="http://schemas.microsoft.com/office/drawing/2014/main" id="{39785F20-2977-D843-A5FC-C211872F877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3" name="Afbeelding 102">
                    <a:extLst>
                      <a:ext uri="{FF2B5EF4-FFF2-40B4-BE49-F238E27FC236}">
                        <a16:creationId xmlns:a16="http://schemas.microsoft.com/office/drawing/2014/main" id="{62EC8D19-F766-254A-899B-46468A7D8AC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5" name="Groep 94">
                  <a:extLst>
                    <a:ext uri="{FF2B5EF4-FFF2-40B4-BE49-F238E27FC236}">
                      <a16:creationId xmlns:a16="http://schemas.microsoft.com/office/drawing/2014/main" id="{BE4D9FDD-6157-A44E-9634-78B80FB745C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9" name="Rechthoek 98">
                    <a:extLst>
                      <a:ext uri="{FF2B5EF4-FFF2-40B4-BE49-F238E27FC236}">
                        <a16:creationId xmlns:a16="http://schemas.microsoft.com/office/drawing/2014/main" id="{BE9518EC-1BD3-4042-BE92-6AB5E9BDDC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00" name="Rechthoek 99">
                    <a:extLst>
                      <a:ext uri="{FF2B5EF4-FFF2-40B4-BE49-F238E27FC236}">
                        <a16:creationId xmlns:a16="http://schemas.microsoft.com/office/drawing/2014/main" id="{C1D3E24C-28B1-4D44-8926-83F1F7C6D93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6" name="Groep 95">
                  <a:extLst>
                    <a:ext uri="{FF2B5EF4-FFF2-40B4-BE49-F238E27FC236}">
                      <a16:creationId xmlns:a16="http://schemas.microsoft.com/office/drawing/2014/main" id="{B053CD0C-1150-564D-8E8E-ACBA76A1974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97" name="Rechthoek 96">
                    <a:extLst>
                      <a:ext uri="{FF2B5EF4-FFF2-40B4-BE49-F238E27FC236}">
                        <a16:creationId xmlns:a16="http://schemas.microsoft.com/office/drawing/2014/main" id="{1FD163B0-1EB7-2947-B4E2-B87760A8E2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98" name="Rechthoek 97">
                    <a:extLst>
                      <a:ext uri="{FF2B5EF4-FFF2-40B4-BE49-F238E27FC236}">
                        <a16:creationId xmlns:a16="http://schemas.microsoft.com/office/drawing/2014/main" id="{C87E5FEF-2515-3C46-9E0E-BBA6CB0CBE0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D6CC26B9-8370-BC48-B7F8-1CF087FCD6E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93" name="Gelijkbenige driehoek 78">
                <a:extLst>
                  <a:ext uri="{FF2B5EF4-FFF2-40B4-BE49-F238E27FC236}">
                    <a16:creationId xmlns:a16="http://schemas.microsoft.com/office/drawing/2014/main" id="{FD9CCDB4-3BF9-DC4F-A5F3-F5853FCE733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8" name="Rechthoek 67">
              <a:extLst>
                <a:ext uri="{FF2B5EF4-FFF2-40B4-BE49-F238E27FC236}">
                  <a16:creationId xmlns:a16="http://schemas.microsoft.com/office/drawing/2014/main" id="{32746466-62AD-BF4D-914F-42EFE545BF01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ep 68">
              <a:extLst>
                <a:ext uri="{FF2B5EF4-FFF2-40B4-BE49-F238E27FC236}">
                  <a16:creationId xmlns:a16="http://schemas.microsoft.com/office/drawing/2014/main" id="{2C466C48-4C2A-0543-8F87-5F5E3285296C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E474FBC6-AF45-1B40-B20D-660C9C03689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01716EE1-4AFC-3A4D-9ABC-80FABD110CD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72" name="Groep 71">
                <a:extLst>
                  <a:ext uri="{FF2B5EF4-FFF2-40B4-BE49-F238E27FC236}">
                    <a16:creationId xmlns:a16="http://schemas.microsoft.com/office/drawing/2014/main" id="{2DA73859-49ED-1B41-B1F9-A43B2840633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5" name="Rechthoek: afgeronde hoeken 61">
                  <a:extLst>
                    <a:ext uri="{FF2B5EF4-FFF2-40B4-BE49-F238E27FC236}">
                      <a16:creationId xmlns:a16="http://schemas.microsoft.com/office/drawing/2014/main" id="{58CCFF17-45EC-9645-9324-17A66EFF2B0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3008156B-2DCD-334C-B67A-1A571F96871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hthoek 86">
                  <a:extLst>
                    <a:ext uri="{FF2B5EF4-FFF2-40B4-BE49-F238E27FC236}">
                      <a16:creationId xmlns:a16="http://schemas.microsoft.com/office/drawing/2014/main" id="{929465B9-BC5F-1F41-A193-0C44D3568EC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hthoek 87">
                  <a:extLst>
                    <a:ext uri="{FF2B5EF4-FFF2-40B4-BE49-F238E27FC236}">
                      <a16:creationId xmlns:a16="http://schemas.microsoft.com/office/drawing/2014/main" id="{1D93DD6C-7E55-9B49-A06E-0A6EE00F504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hthoek 88">
                  <a:extLst>
                    <a:ext uri="{FF2B5EF4-FFF2-40B4-BE49-F238E27FC236}">
                      <a16:creationId xmlns:a16="http://schemas.microsoft.com/office/drawing/2014/main" id="{0B2C1B81-C632-E744-BC5B-4787F0E89DF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Rechthoek 89">
                  <a:extLst>
                    <a:ext uri="{FF2B5EF4-FFF2-40B4-BE49-F238E27FC236}">
                      <a16:creationId xmlns:a16="http://schemas.microsoft.com/office/drawing/2014/main" id="{582212A0-3EB1-8C4C-B2F7-7A9BB278793A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3E3E14C9-964B-9440-9180-D028A4F16A6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C9C66C37-4B47-6948-AA17-92B196911B0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9" name="Rechthoek: afgeronde hoeken 55">
                    <a:extLst>
                      <a:ext uri="{FF2B5EF4-FFF2-40B4-BE49-F238E27FC236}">
                        <a16:creationId xmlns:a16="http://schemas.microsoft.com/office/drawing/2014/main" id="{02251A05-6D42-C04E-A771-496EA02CB7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83F8E328-D167-7C41-BE96-374ECD3D33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1" name="Rechthoek 80">
                    <a:extLst>
                      <a:ext uri="{FF2B5EF4-FFF2-40B4-BE49-F238E27FC236}">
                        <a16:creationId xmlns:a16="http://schemas.microsoft.com/office/drawing/2014/main" id="{69C161DF-6CCA-484C-9B4C-FC7839CCA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2" name="Rechthoek 81">
                    <a:extLst>
                      <a:ext uri="{FF2B5EF4-FFF2-40B4-BE49-F238E27FC236}">
                        <a16:creationId xmlns:a16="http://schemas.microsoft.com/office/drawing/2014/main" id="{B89BC8DB-1BF3-074C-BA7D-32A47F091B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3" name="Rechthoek 82">
                    <a:extLst>
                      <a:ext uri="{FF2B5EF4-FFF2-40B4-BE49-F238E27FC236}">
                        <a16:creationId xmlns:a16="http://schemas.microsoft.com/office/drawing/2014/main" id="{41BE53FC-2D3F-9340-88CC-DC980905DA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84" name="Rechthoek 83">
                    <a:extLst>
                      <a:ext uri="{FF2B5EF4-FFF2-40B4-BE49-F238E27FC236}">
                        <a16:creationId xmlns:a16="http://schemas.microsoft.com/office/drawing/2014/main" id="{DB3153B2-F570-C64A-A3FD-33F1AF66F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78" name="Boog 77">
                  <a:extLst>
                    <a:ext uri="{FF2B5EF4-FFF2-40B4-BE49-F238E27FC236}">
                      <a16:creationId xmlns:a16="http://schemas.microsoft.com/office/drawing/2014/main" id="{BE1A3ADC-8060-3F48-A6ED-EB1162E1A7A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74" name="Tekstvak 73">
                <a:extLst>
                  <a:ext uri="{FF2B5EF4-FFF2-40B4-BE49-F238E27FC236}">
                    <a16:creationId xmlns:a16="http://schemas.microsoft.com/office/drawing/2014/main" id="{DC545428-5930-1040-B474-1CD3D3EB8C2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Tekstvak 74">
                <a:extLst>
                  <a:ext uri="{FF2B5EF4-FFF2-40B4-BE49-F238E27FC236}">
                    <a16:creationId xmlns:a16="http://schemas.microsoft.com/office/drawing/2014/main" id="{71B3E11F-DC06-DD45-8CA7-357F4D499E9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Vrije vorm: vorm 52">
                <a:extLst>
                  <a:ext uri="{FF2B5EF4-FFF2-40B4-BE49-F238E27FC236}">
                    <a16:creationId xmlns:a16="http://schemas.microsoft.com/office/drawing/2014/main" id="{3F9CA008-7F43-0D4E-9A63-EAA05AA545E5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141" name="Afbeelding 140">
            <a:extLst>
              <a:ext uri="{FF2B5EF4-FFF2-40B4-BE49-F238E27FC236}">
                <a16:creationId xmlns:a16="http://schemas.microsoft.com/office/drawing/2014/main" id="{69398159-4BF5-074C-8BF6-26CF4EFCB35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42" name="Ovaal 141">
            <a:extLst>
              <a:ext uri="{FF2B5EF4-FFF2-40B4-BE49-F238E27FC236}">
                <a16:creationId xmlns:a16="http://schemas.microsoft.com/office/drawing/2014/main" id="{3AD47242-4F55-784F-84F0-49BAFD18E90A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143" name="Rechthoek 142">
            <a:extLst>
              <a:ext uri="{FF2B5EF4-FFF2-40B4-BE49-F238E27FC236}">
                <a16:creationId xmlns:a16="http://schemas.microsoft.com/office/drawing/2014/main" id="{D9AB509E-1FF6-7943-A2A6-13CC195A99D5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44" name="Afbeelding 143">
            <a:extLst>
              <a:ext uri="{FF2B5EF4-FFF2-40B4-BE49-F238E27FC236}">
                <a16:creationId xmlns:a16="http://schemas.microsoft.com/office/drawing/2014/main" id="{A35A9972-B63E-4249-91B9-3E7200778656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801783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andom Chap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235904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278527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72E13FC9-1394-E246-A59A-C07854ACF6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-526347" y="1"/>
            <a:ext cx="7999306" cy="6858000"/>
          </a:xfrm>
        </p:spPr>
        <p:txBody>
          <a:bodyPr wrap="none" lIns="0" rIns="0" anchor="b">
            <a:normAutofit/>
          </a:bodyPr>
          <a:lstStyle>
            <a:lvl1pPr>
              <a:defRPr sz="45000" b="1" i="0">
                <a:solidFill>
                  <a:schemeClr val="accent3"/>
                </a:solidFill>
                <a:latin typeface="Segoe UI Black" panose="020B0502040204020203" pitchFamily="34" charset="0"/>
                <a:cs typeface="Segoe UI Black" panose="020B0502040204020203" pitchFamily="34" charset="0"/>
              </a:defRPr>
            </a:lvl1pPr>
          </a:lstStyle>
          <a:p>
            <a:pPr lvl="0"/>
            <a:r>
              <a:rPr lang="nl-NL"/>
              <a:t>N°</a:t>
            </a:r>
          </a:p>
        </p:txBody>
      </p:sp>
      <p:grpSp>
        <p:nvGrpSpPr>
          <p:cNvPr id="40" name="Groep 39">
            <a:extLst>
              <a:ext uri="{FF2B5EF4-FFF2-40B4-BE49-F238E27FC236}">
                <a16:creationId xmlns:a16="http://schemas.microsoft.com/office/drawing/2014/main" id="{1994C4D9-589B-EB40-BE5E-251E17B52B15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41" name="Vrije vorm 40">
              <a:extLst>
                <a:ext uri="{FF2B5EF4-FFF2-40B4-BE49-F238E27FC236}">
                  <a16:creationId xmlns:a16="http://schemas.microsoft.com/office/drawing/2014/main" id="{DBAA2A08-5E92-2E45-9F22-51215194C4B6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" name="Vrije vorm 41">
              <a:extLst>
                <a:ext uri="{FF2B5EF4-FFF2-40B4-BE49-F238E27FC236}">
                  <a16:creationId xmlns:a16="http://schemas.microsoft.com/office/drawing/2014/main" id="{B6218C00-8EAF-AE4F-B0DD-4A66D20DFBB1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" name="Vrije vorm 42">
              <a:extLst>
                <a:ext uri="{FF2B5EF4-FFF2-40B4-BE49-F238E27FC236}">
                  <a16:creationId xmlns:a16="http://schemas.microsoft.com/office/drawing/2014/main" id="{A91D4951-FD9D-5A45-800D-911D349E2A40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4" name="Vrije vorm 43">
              <a:extLst>
                <a:ext uri="{FF2B5EF4-FFF2-40B4-BE49-F238E27FC236}">
                  <a16:creationId xmlns:a16="http://schemas.microsoft.com/office/drawing/2014/main" id="{364C2AF0-5D23-1C4A-A1C0-15FD9AF03C2A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" name="Vrije vorm 44">
              <a:extLst>
                <a:ext uri="{FF2B5EF4-FFF2-40B4-BE49-F238E27FC236}">
                  <a16:creationId xmlns:a16="http://schemas.microsoft.com/office/drawing/2014/main" id="{30288560-A620-2646-99B1-F6D9BA2B922E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" name="Vrije vorm 45">
              <a:extLst>
                <a:ext uri="{FF2B5EF4-FFF2-40B4-BE49-F238E27FC236}">
                  <a16:creationId xmlns:a16="http://schemas.microsoft.com/office/drawing/2014/main" id="{EC9B5067-21C2-4843-AFFD-E69C17F1E85A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" name="Vrije vorm 46">
              <a:extLst>
                <a:ext uri="{FF2B5EF4-FFF2-40B4-BE49-F238E27FC236}">
                  <a16:creationId xmlns:a16="http://schemas.microsoft.com/office/drawing/2014/main" id="{B485EFD0-1E32-3243-9232-65480AC8A09A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" name="Vrije vorm 47">
              <a:extLst>
                <a:ext uri="{FF2B5EF4-FFF2-40B4-BE49-F238E27FC236}">
                  <a16:creationId xmlns:a16="http://schemas.microsoft.com/office/drawing/2014/main" id="{22AFFCBB-1C26-9C46-A520-504BC7D9FF84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" name="Vrije vorm 48">
              <a:extLst>
                <a:ext uri="{FF2B5EF4-FFF2-40B4-BE49-F238E27FC236}">
                  <a16:creationId xmlns:a16="http://schemas.microsoft.com/office/drawing/2014/main" id="{6F4F6C67-8F5B-834A-B2AE-F8425CEEC00C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50" name="Graphic 23">
              <a:extLst>
                <a:ext uri="{FF2B5EF4-FFF2-40B4-BE49-F238E27FC236}">
                  <a16:creationId xmlns:a16="http://schemas.microsoft.com/office/drawing/2014/main" id="{6422A254-B9B1-8C41-A277-4DC6CC7F9666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51" name="Vrije vorm 50">
                <a:extLst>
                  <a:ext uri="{FF2B5EF4-FFF2-40B4-BE49-F238E27FC236}">
                    <a16:creationId xmlns:a16="http://schemas.microsoft.com/office/drawing/2014/main" id="{90F4FB75-A3FD-D343-A6F3-16A0C6ABF1E6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" name="Vrije vorm 51">
                <a:extLst>
                  <a:ext uri="{FF2B5EF4-FFF2-40B4-BE49-F238E27FC236}">
                    <a16:creationId xmlns:a16="http://schemas.microsoft.com/office/drawing/2014/main" id="{F2A33B6E-DC42-8F4A-BCB9-7B0617258D59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" name="Vrije vorm 52">
                <a:extLst>
                  <a:ext uri="{FF2B5EF4-FFF2-40B4-BE49-F238E27FC236}">
                    <a16:creationId xmlns:a16="http://schemas.microsoft.com/office/drawing/2014/main" id="{7CE96AA5-F1A7-FA40-BABF-D7097CF81C03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4" name="Vrije vorm 53">
                <a:extLst>
                  <a:ext uri="{FF2B5EF4-FFF2-40B4-BE49-F238E27FC236}">
                    <a16:creationId xmlns:a16="http://schemas.microsoft.com/office/drawing/2014/main" id="{26740596-38DF-674D-B3FC-9DF4BFB0C42A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" name="Vrije vorm 54">
                <a:extLst>
                  <a:ext uri="{FF2B5EF4-FFF2-40B4-BE49-F238E27FC236}">
                    <a16:creationId xmlns:a16="http://schemas.microsoft.com/office/drawing/2014/main" id="{409AC74B-70D5-DD4F-9885-9E565EE16132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" name="Vrije vorm 55">
                <a:extLst>
                  <a:ext uri="{FF2B5EF4-FFF2-40B4-BE49-F238E27FC236}">
                    <a16:creationId xmlns:a16="http://schemas.microsoft.com/office/drawing/2014/main" id="{78FFD2B9-1B43-6A4A-936E-A0FDF2DAAEA2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" name="Vrije vorm 56">
                <a:extLst>
                  <a:ext uri="{FF2B5EF4-FFF2-40B4-BE49-F238E27FC236}">
                    <a16:creationId xmlns:a16="http://schemas.microsoft.com/office/drawing/2014/main" id="{365CE8FD-187B-654C-9FD5-48A5C268422D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8" name="Vrije vorm 57">
                <a:extLst>
                  <a:ext uri="{FF2B5EF4-FFF2-40B4-BE49-F238E27FC236}">
                    <a16:creationId xmlns:a16="http://schemas.microsoft.com/office/drawing/2014/main" id="{8C91BBD4-BE58-5141-851F-73D1CCE822F2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9" name="Vrije vorm 58">
                <a:extLst>
                  <a:ext uri="{FF2B5EF4-FFF2-40B4-BE49-F238E27FC236}">
                    <a16:creationId xmlns:a16="http://schemas.microsoft.com/office/drawing/2014/main" id="{E14247D4-C337-364C-A9BA-66F9C1208543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" name="Vrije vorm 59">
                <a:extLst>
                  <a:ext uri="{FF2B5EF4-FFF2-40B4-BE49-F238E27FC236}">
                    <a16:creationId xmlns:a16="http://schemas.microsoft.com/office/drawing/2014/main" id="{84BF69B6-4536-E543-A1AF-C599C975A142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" name="Vrije vorm 60">
                <a:extLst>
                  <a:ext uri="{FF2B5EF4-FFF2-40B4-BE49-F238E27FC236}">
                    <a16:creationId xmlns:a16="http://schemas.microsoft.com/office/drawing/2014/main" id="{DF535A6E-DB5F-C244-BE00-9DE0239FB9DE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2" name="Vrije vorm 61">
                <a:extLst>
                  <a:ext uri="{FF2B5EF4-FFF2-40B4-BE49-F238E27FC236}">
                    <a16:creationId xmlns:a16="http://schemas.microsoft.com/office/drawing/2014/main" id="{96340441-C1C1-C140-8172-9C6ADB2251C5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3" name="Vrije vorm 62">
                <a:extLst>
                  <a:ext uri="{FF2B5EF4-FFF2-40B4-BE49-F238E27FC236}">
                    <a16:creationId xmlns:a16="http://schemas.microsoft.com/office/drawing/2014/main" id="{29649D8B-0330-9B48-9CA2-DBCEACAB706C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4" name="Vrije vorm 63">
                <a:extLst>
                  <a:ext uri="{FF2B5EF4-FFF2-40B4-BE49-F238E27FC236}">
                    <a16:creationId xmlns:a16="http://schemas.microsoft.com/office/drawing/2014/main" id="{0D50C9A7-F494-0A4B-8BEE-08CB0D0D1C9E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30" name="Groep 29">
            <a:extLst>
              <a:ext uri="{FF2B5EF4-FFF2-40B4-BE49-F238E27FC236}">
                <a16:creationId xmlns:a16="http://schemas.microsoft.com/office/drawing/2014/main" id="{A56BA620-33C6-AC41-8DB3-BFFB2CEFFD12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90A85A88-5913-F441-B914-523BA78700DF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0A19D757-090D-DA49-A153-3AF07CDF348F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04A3BFF8-211A-4944-B191-1427FBE9EED4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944BF800-9B26-2A41-876C-F621B84CB4BA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5BD0353E-7659-664F-A22C-1A648C828B23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74" name="Rechthoek: afgeronde hoeken 61">
                <a:extLst>
                  <a:ext uri="{FF2B5EF4-FFF2-40B4-BE49-F238E27FC236}">
                    <a16:creationId xmlns:a16="http://schemas.microsoft.com/office/drawing/2014/main" id="{408A88EF-0C71-D345-AA8E-547CF60A7820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 74">
                <a:extLst>
                  <a:ext uri="{FF2B5EF4-FFF2-40B4-BE49-F238E27FC236}">
                    <a16:creationId xmlns:a16="http://schemas.microsoft.com/office/drawing/2014/main" id="{CAB35582-F942-1B4E-8716-4934BD4F903E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 75">
                <a:extLst>
                  <a:ext uri="{FF2B5EF4-FFF2-40B4-BE49-F238E27FC236}">
                    <a16:creationId xmlns:a16="http://schemas.microsoft.com/office/drawing/2014/main" id="{25D239CF-486B-4243-8AA8-5589E6325E65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C84BE854-5E2B-9C48-854D-695E1F337179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 77">
                <a:extLst>
                  <a:ext uri="{FF2B5EF4-FFF2-40B4-BE49-F238E27FC236}">
                    <a16:creationId xmlns:a16="http://schemas.microsoft.com/office/drawing/2014/main" id="{565A3B5C-43D7-C74E-8FA7-5B796F6C3C5A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 78">
                <a:extLst>
                  <a:ext uri="{FF2B5EF4-FFF2-40B4-BE49-F238E27FC236}">
                    <a16:creationId xmlns:a16="http://schemas.microsoft.com/office/drawing/2014/main" id="{A8AE4727-83E3-B14D-A0FB-254669AB899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527E6CB2-5FB4-CC49-9AEA-E42EB5EC518D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66" name="Groep 65">
                <a:extLst>
                  <a:ext uri="{FF2B5EF4-FFF2-40B4-BE49-F238E27FC236}">
                    <a16:creationId xmlns:a16="http://schemas.microsoft.com/office/drawing/2014/main" id="{E7CB71E3-2CA8-6F42-8109-989F0C9F4E75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68" name="Rechthoek: afgeronde hoeken 55">
                  <a:extLst>
                    <a:ext uri="{FF2B5EF4-FFF2-40B4-BE49-F238E27FC236}">
                      <a16:creationId xmlns:a16="http://schemas.microsoft.com/office/drawing/2014/main" id="{08AD3DD1-161A-4549-9C23-8B99FB35B1A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69" name="Rechthoek 68">
                  <a:extLst>
                    <a:ext uri="{FF2B5EF4-FFF2-40B4-BE49-F238E27FC236}">
                      <a16:creationId xmlns:a16="http://schemas.microsoft.com/office/drawing/2014/main" id="{B84FD175-24BC-E94D-A23D-39499B5BE6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0" name="Rechthoek 69">
                  <a:extLst>
                    <a:ext uri="{FF2B5EF4-FFF2-40B4-BE49-F238E27FC236}">
                      <a16:creationId xmlns:a16="http://schemas.microsoft.com/office/drawing/2014/main" id="{1F251111-B169-B64C-8B08-D297BDF969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1A4A89DC-68F6-9D41-80BA-B55919AE79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2" name="Rechthoek 71">
                  <a:extLst>
                    <a:ext uri="{FF2B5EF4-FFF2-40B4-BE49-F238E27FC236}">
                      <a16:creationId xmlns:a16="http://schemas.microsoft.com/office/drawing/2014/main" id="{E8988782-2944-1549-94AD-4A295C5EA23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3" name="Rechthoek 72">
                  <a:extLst>
                    <a:ext uri="{FF2B5EF4-FFF2-40B4-BE49-F238E27FC236}">
                      <a16:creationId xmlns:a16="http://schemas.microsoft.com/office/drawing/2014/main" id="{A2F139DC-9CE7-924E-810D-00CA77A5CE3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67" name="Boog 66">
                <a:extLst>
                  <a:ext uri="{FF2B5EF4-FFF2-40B4-BE49-F238E27FC236}">
                    <a16:creationId xmlns:a16="http://schemas.microsoft.com/office/drawing/2014/main" id="{720C0F04-D326-3D48-92A7-80645BE7BC84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8" name="Tekstvak 37">
              <a:extLst>
                <a:ext uri="{FF2B5EF4-FFF2-40B4-BE49-F238E27FC236}">
                  <a16:creationId xmlns:a16="http://schemas.microsoft.com/office/drawing/2014/main" id="{86B8E4BC-879C-9C4B-B59B-2818675E915E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kstvak 38">
              <a:extLst>
                <a:ext uri="{FF2B5EF4-FFF2-40B4-BE49-F238E27FC236}">
                  <a16:creationId xmlns:a16="http://schemas.microsoft.com/office/drawing/2014/main" id="{E4BC9E58-B015-4D43-8AC6-B1AE534BA47A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65" name="Vrije vorm: vorm 52">
              <a:extLst>
                <a:ext uri="{FF2B5EF4-FFF2-40B4-BE49-F238E27FC236}">
                  <a16:creationId xmlns:a16="http://schemas.microsoft.com/office/drawing/2014/main" id="{1906DF8B-E221-3B4F-BC2C-5D86005FD9B5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0478428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43154"/>
            <a:ext cx="905504" cy="21423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899163"/>
            <a:ext cx="9938345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585B8A70-D1BE-5546-97D7-E39D8CE28983}"/>
              </a:ext>
            </a:extLst>
          </p:cNvPr>
          <p:cNvGrpSpPr/>
          <p:nvPr userDrawn="1"/>
        </p:nvGrpSpPr>
        <p:grpSpPr>
          <a:xfrm>
            <a:off x="-3194379" y="2857470"/>
            <a:ext cx="3194379" cy="3235354"/>
            <a:chOff x="-3194379" y="2857470"/>
            <a:chExt cx="3194379" cy="3235354"/>
          </a:xfrm>
        </p:grpSpPr>
        <p:sp>
          <p:nvSpPr>
            <p:cNvPr id="12" name="Ovaal 11">
              <a:extLst>
                <a:ext uri="{FF2B5EF4-FFF2-40B4-BE49-F238E27FC236}">
                  <a16:creationId xmlns:a16="http://schemas.microsoft.com/office/drawing/2014/main" id="{F25E7504-C033-7843-AFCD-5B2938B310E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137" y="463509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1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266E4636-2BA8-5F4E-96FD-DC40837D894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487435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2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3F1D5381-87AF-D542-B226-05F0564E806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10338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3</a:t>
              </a: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B1FE895E-DFFF-B748-B786-93FAAC2E03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33528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4</a:t>
              </a:r>
            </a:p>
          </p:txBody>
        </p:sp>
        <p:pic>
          <p:nvPicPr>
            <p:cNvPr id="2" name="Afbeelding 1">
              <a:extLst>
                <a:ext uri="{FF2B5EF4-FFF2-40B4-BE49-F238E27FC236}">
                  <a16:creationId xmlns:a16="http://schemas.microsoft.com/office/drawing/2014/main" id="{7925099B-4CA2-5447-9BCD-9846EE659131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/>
            <a:srcRect r="76738" b="62308"/>
            <a:stretch/>
          </p:blipFill>
          <p:spPr>
            <a:xfrm>
              <a:off x="-2699907" y="4535706"/>
              <a:ext cx="1626676" cy="1094825"/>
            </a:xfrm>
            <a:prstGeom prst="rect">
              <a:avLst/>
            </a:prstGeom>
          </p:spPr>
        </p:pic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EAB34D30-06C8-324D-9976-1C2E7B167283}"/>
                </a:ext>
              </a:extLst>
            </p:cNvPr>
            <p:cNvSpPr/>
            <p:nvPr userDrawn="1"/>
          </p:nvSpPr>
          <p:spPr>
            <a:xfrm>
              <a:off x="-3194379" y="2857470"/>
              <a:ext cx="2923123" cy="323535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CHOOSE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TEXt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 LEVELS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1D6706AB-250B-E44C-B987-065EC7D18110}"/>
                </a:ext>
              </a:extLst>
            </p:cNvPr>
            <p:cNvSpPr/>
            <p:nvPr userDrawn="1"/>
          </p:nvSpPr>
          <p:spPr>
            <a:xfrm>
              <a:off x="-3012396" y="4151269"/>
              <a:ext cx="2741140" cy="49673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List </a:t>
              </a:r>
              <a:r>
                <a:rPr lang="en-GB" sz="1000" b="1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kumimoji="0" lang="en-GB" sz="1000" b="1" i="0" u="none" strike="noStrike" kern="0" cap="none" spc="0" normalizeH="0" baseline="0" noProof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evel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buttons under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Start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tab, to select a text level. Choose from: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4" name="VOORBEELD">
              <a:extLst>
                <a:ext uri="{FF2B5EF4-FFF2-40B4-BE49-F238E27FC236}">
                  <a16:creationId xmlns:a16="http://schemas.microsoft.com/office/drawing/2014/main" id="{851350D6-FB8B-194B-8DBA-B6A68C0B3B05}"/>
                </a:ext>
              </a:extLst>
            </p:cNvPr>
            <p:cNvGrpSpPr/>
            <p:nvPr userDrawn="1"/>
          </p:nvGrpSpPr>
          <p:grpSpPr>
            <a:xfrm>
              <a:off x="-3013384" y="3353604"/>
              <a:ext cx="3013384" cy="604518"/>
              <a:chOff x="-3605171" y="458674"/>
              <a:chExt cx="3234311" cy="558875"/>
            </a:xfrm>
          </p:grpSpPr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4162EBEE-66AB-6345-A6E2-BAAF5AA46883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4E45EE1D-B6A0-694F-A8B2-EEA857753622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0" name="Groep 29">
                <a:extLst>
                  <a:ext uri="{FF2B5EF4-FFF2-40B4-BE49-F238E27FC236}">
                    <a16:creationId xmlns:a16="http://schemas.microsoft.com/office/drawing/2014/main" id="{4B3E9C74-6815-7447-810B-0C3CAB69F46C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001FA381-525D-0543-B380-7D7F9AFA6EA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73D85A3E-FE21-2C44-A04B-2A033435947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29824BED-584F-2D46-99BF-4A183E64437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F054349E-80E8-6A4A-A8AD-5D0BDF70504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D50CF24F-0F35-7E47-85D1-A8FF54F9C05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DF190847-F0C8-CB49-AE15-2597EA93ACC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3" name="Pijl: rechts 129">
                  <a:extLst>
                    <a:ext uri="{FF2B5EF4-FFF2-40B4-BE49-F238E27FC236}">
                      <a16:creationId xmlns:a16="http://schemas.microsoft.com/office/drawing/2014/main" id="{9BDB4BC2-61AB-7140-B54F-E3E114DAB338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2" name="Groep 31">
                <a:extLst>
                  <a:ext uri="{FF2B5EF4-FFF2-40B4-BE49-F238E27FC236}">
                    <a16:creationId xmlns:a16="http://schemas.microsoft.com/office/drawing/2014/main" id="{A9960AC5-0AE3-394A-BCDC-4E11B5AB96EF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55" name="Groep 54">
                  <a:extLst>
                    <a:ext uri="{FF2B5EF4-FFF2-40B4-BE49-F238E27FC236}">
                      <a16:creationId xmlns:a16="http://schemas.microsoft.com/office/drawing/2014/main" id="{F940FE61-C338-F842-803C-79475BCE0D27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3B285F0D-6C2A-E44E-A932-EFC68B8C41E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8D291FB5-1BC8-524F-BB7D-4257FA98934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6A9DDB62-AC85-4145-B439-071F1420BE4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0736C2CE-E82F-B643-8C1D-A07F5429132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" name="Rechte verbindingslijn 60">
                    <a:extLst>
                      <a:ext uri="{FF2B5EF4-FFF2-40B4-BE49-F238E27FC236}">
                        <a16:creationId xmlns:a16="http://schemas.microsoft.com/office/drawing/2014/main" id="{5DDFBCAF-52A5-1E4A-8DAE-F06652194EF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6" name="Pijl: rechts 122">
                  <a:extLst>
                    <a:ext uri="{FF2B5EF4-FFF2-40B4-BE49-F238E27FC236}">
                      <a16:creationId xmlns:a16="http://schemas.microsoft.com/office/drawing/2014/main" id="{89716837-0BA5-7148-9765-E6CAB158C29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33" name="Rechte verbindingslijn 32">
                <a:extLst>
                  <a:ext uri="{FF2B5EF4-FFF2-40B4-BE49-F238E27FC236}">
                    <a16:creationId xmlns:a16="http://schemas.microsoft.com/office/drawing/2014/main" id="{84CAD667-8165-B24D-B486-C943F6499DE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34" name="Rechte verbindingslijn 33">
                <a:extLst>
                  <a:ext uri="{FF2B5EF4-FFF2-40B4-BE49-F238E27FC236}">
                    <a16:creationId xmlns:a16="http://schemas.microsoft.com/office/drawing/2014/main" id="{BA8DA669-26EB-DE41-AEB2-223C4B95586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1CF9D2A3-7E35-FD42-A549-EE3AD90D690D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sp>
            <p:nvSpPr>
              <p:cNvPr id="36" name="Rechthoek 35">
                <a:extLst>
                  <a:ext uri="{FF2B5EF4-FFF2-40B4-BE49-F238E27FC236}">
                    <a16:creationId xmlns:a16="http://schemas.microsoft.com/office/drawing/2014/main" id="{39C87635-7ECE-6F4B-9E6B-6A9157B5DA12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Decrease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grpSp>
            <p:nvGrpSpPr>
              <p:cNvPr id="37" name="Groep 36">
                <a:extLst>
                  <a:ext uri="{FF2B5EF4-FFF2-40B4-BE49-F238E27FC236}">
                    <a16:creationId xmlns:a16="http://schemas.microsoft.com/office/drawing/2014/main" id="{889064A9-B1AF-0344-B700-9AB2D21EC87D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D29D6F76-39BB-B940-88E6-E3E5F9D1898C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8" name="Groep 47">
                  <a:extLst>
                    <a:ext uri="{FF2B5EF4-FFF2-40B4-BE49-F238E27FC236}">
                      <a16:creationId xmlns:a16="http://schemas.microsoft.com/office/drawing/2014/main" id="{75156547-410F-C14C-861C-ED98CA2BF56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50" name="Rechte verbindingslijn 49">
                    <a:extLst>
                      <a:ext uri="{FF2B5EF4-FFF2-40B4-BE49-F238E27FC236}">
                        <a16:creationId xmlns:a16="http://schemas.microsoft.com/office/drawing/2014/main" id="{DA7C0F03-AA05-B34C-A690-FDD3A7CB3D8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1" name="Rechte verbindingslijn 50">
                    <a:extLst>
                      <a:ext uri="{FF2B5EF4-FFF2-40B4-BE49-F238E27FC236}">
                        <a16:creationId xmlns:a16="http://schemas.microsoft.com/office/drawing/2014/main" id="{AC706688-B307-9E49-B195-DC6F0DE65A9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2" name="Rechte verbindingslijn 51">
                    <a:extLst>
                      <a:ext uri="{FF2B5EF4-FFF2-40B4-BE49-F238E27FC236}">
                        <a16:creationId xmlns:a16="http://schemas.microsoft.com/office/drawing/2014/main" id="{F1D2B653-D27B-A44E-9FDE-BE98738F85B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3" name="Rechte verbindingslijn 52">
                    <a:extLst>
                      <a:ext uri="{FF2B5EF4-FFF2-40B4-BE49-F238E27FC236}">
                        <a16:creationId xmlns:a16="http://schemas.microsoft.com/office/drawing/2014/main" id="{F78C3240-9F8E-E549-B382-AF95B578E30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232F0040-6751-864D-8706-9021F16197F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49" name="Pijl: rechts 115">
                  <a:extLst>
                    <a:ext uri="{FF2B5EF4-FFF2-40B4-BE49-F238E27FC236}">
                      <a16:creationId xmlns:a16="http://schemas.microsoft.com/office/drawing/2014/main" id="{201BCEFD-FFC5-4940-B073-CDF63616E9E8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8" name="Groep 37">
                <a:extLst>
                  <a:ext uri="{FF2B5EF4-FFF2-40B4-BE49-F238E27FC236}">
                    <a16:creationId xmlns:a16="http://schemas.microsoft.com/office/drawing/2014/main" id="{C1E6B163-3414-CC4D-8B16-0BF20C11698B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39" name="Rechthoek 38">
                  <a:extLst>
                    <a:ext uri="{FF2B5EF4-FFF2-40B4-BE49-F238E27FC236}">
                      <a16:creationId xmlns:a16="http://schemas.microsoft.com/office/drawing/2014/main" id="{DDA1A3B5-D596-8A42-BA38-F2922DD509DC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0" name="Groep 39">
                  <a:extLst>
                    <a:ext uri="{FF2B5EF4-FFF2-40B4-BE49-F238E27FC236}">
                      <a16:creationId xmlns:a16="http://schemas.microsoft.com/office/drawing/2014/main" id="{6268129D-5E19-624E-A836-E45F229BC21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42" name="Rechte verbindingslijn 41">
                    <a:extLst>
                      <a:ext uri="{FF2B5EF4-FFF2-40B4-BE49-F238E27FC236}">
                        <a16:creationId xmlns:a16="http://schemas.microsoft.com/office/drawing/2014/main" id="{1882260E-C85B-E74D-99CF-43F5DE9A4B9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3" name="Rechte verbindingslijn 42">
                    <a:extLst>
                      <a:ext uri="{FF2B5EF4-FFF2-40B4-BE49-F238E27FC236}">
                        <a16:creationId xmlns:a16="http://schemas.microsoft.com/office/drawing/2014/main" id="{2CDAC956-B63E-9A42-9DA5-A15386963A4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4" name="Rechte verbindingslijn 43">
                    <a:extLst>
                      <a:ext uri="{FF2B5EF4-FFF2-40B4-BE49-F238E27FC236}">
                        <a16:creationId xmlns:a16="http://schemas.microsoft.com/office/drawing/2014/main" id="{62AAA8E4-8BDF-4142-B1E0-C2BA88948E0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5" name="Rechte verbindingslijn 44">
                    <a:extLst>
                      <a:ext uri="{FF2B5EF4-FFF2-40B4-BE49-F238E27FC236}">
                        <a16:creationId xmlns:a16="http://schemas.microsoft.com/office/drawing/2014/main" id="{9FB858F3-E7A1-3141-A892-78D1313B1F0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6" name="Rechte verbindingslijn 45">
                    <a:extLst>
                      <a:ext uri="{FF2B5EF4-FFF2-40B4-BE49-F238E27FC236}">
                        <a16:creationId xmlns:a16="http://schemas.microsoft.com/office/drawing/2014/main" id="{CF24D6F6-A653-2247-8F36-C3F51A1AEB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41" name="Pijl: rechts 107">
                  <a:extLst>
                    <a:ext uri="{FF2B5EF4-FFF2-40B4-BE49-F238E27FC236}">
                      <a16:creationId xmlns:a16="http://schemas.microsoft.com/office/drawing/2014/main" id="{0016A654-DF70-5743-86B1-97E005A4E266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0306855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orient="horz" pos="3838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43154"/>
            <a:ext cx="905504" cy="21423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899163"/>
            <a:ext cx="9938345" cy="4193661"/>
          </a:xfrm>
        </p:spPr>
        <p:txBody>
          <a:bodyPr numCol="2" spcCol="360000">
            <a:normAutofit/>
          </a:bodyPr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grpSp>
        <p:nvGrpSpPr>
          <p:cNvPr id="8" name="Groep 7">
            <a:extLst>
              <a:ext uri="{FF2B5EF4-FFF2-40B4-BE49-F238E27FC236}">
                <a16:creationId xmlns:a16="http://schemas.microsoft.com/office/drawing/2014/main" id="{A0C53019-DB77-3D4B-B051-7939AF8EA3AA}"/>
              </a:ext>
            </a:extLst>
          </p:cNvPr>
          <p:cNvGrpSpPr/>
          <p:nvPr userDrawn="1"/>
        </p:nvGrpSpPr>
        <p:grpSpPr>
          <a:xfrm>
            <a:off x="-3194379" y="2857470"/>
            <a:ext cx="3194379" cy="3235354"/>
            <a:chOff x="-3194379" y="2857470"/>
            <a:chExt cx="3194379" cy="3235354"/>
          </a:xfrm>
        </p:grpSpPr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CD0C61B7-BA64-2A41-B56C-99666E85A12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137" y="463509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1</a:t>
              </a:r>
            </a:p>
          </p:txBody>
        </p:sp>
        <p:sp>
          <p:nvSpPr>
            <p:cNvPr id="10" name="Ovaal 9">
              <a:extLst>
                <a:ext uri="{FF2B5EF4-FFF2-40B4-BE49-F238E27FC236}">
                  <a16:creationId xmlns:a16="http://schemas.microsoft.com/office/drawing/2014/main" id="{0C421BA7-E2A1-1045-8583-EA2221F1479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487435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2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8DB7279C-7EF0-EA43-841B-1DACC5A9DF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10338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3</a:t>
              </a:r>
            </a:p>
          </p:txBody>
        </p:sp>
        <p:sp>
          <p:nvSpPr>
            <p:cNvPr id="12" name="Ovaal 11">
              <a:extLst>
                <a:ext uri="{FF2B5EF4-FFF2-40B4-BE49-F238E27FC236}">
                  <a16:creationId xmlns:a16="http://schemas.microsoft.com/office/drawing/2014/main" id="{5A07D504-3DE7-8A43-9D6F-6D2A02A4DAA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33528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4</a:t>
              </a:r>
            </a:p>
          </p:txBody>
        </p:sp>
        <p:pic>
          <p:nvPicPr>
            <p:cNvPr id="13" name="Afbeelding 12">
              <a:extLst>
                <a:ext uri="{FF2B5EF4-FFF2-40B4-BE49-F238E27FC236}">
                  <a16:creationId xmlns:a16="http://schemas.microsoft.com/office/drawing/2014/main" id="{F5D52F8D-215A-2140-8D96-4677981E57F7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/>
            <a:srcRect r="76738" b="62308"/>
            <a:stretch/>
          </p:blipFill>
          <p:spPr>
            <a:xfrm>
              <a:off x="-2699907" y="4535706"/>
              <a:ext cx="1626676" cy="1094825"/>
            </a:xfrm>
            <a:prstGeom prst="rect">
              <a:avLst/>
            </a:prstGeom>
          </p:spPr>
        </p:pic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EF0BF8F3-0EB6-324E-8CEC-2515F8D0D4B5}"/>
                </a:ext>
              </a:extLst>
            </p:cNvPr>
            <p:cNvSpPr/>
            <p:nvPr userDrawn="1"/>
          </p:nvSpPr>
          <p:spPr>
            <a:xfrm>
              <a:off x="-3194379" y="2857470"/>
              <a:ext cx="2923123" cy="323535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CHOOSE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TEXt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 LEVELS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8197729-3B81-4D4D-9C3F-41464981607E}"/>
                </a:ext>
              </a:extLst>
            </p:cNvPr>
            <p:cNvSpPr/>
            <p:nvPr userDrawn="1"/>
          </p:nvSpPr>
          <p:spPr>
            <a:xfrm>
              <a:off x="-3012396" y="4151269"/>
              <a:ext cx="2741140" cy="49673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List </a:t>
              </a:r>
              <a:r>
                <a:rPr lang="en-GB" sz="1000" b="1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kumimoji="0" lang="en-GB" sz="1000" b="1" i="0" u="none" strike="noStrike" kern="0" cap="none" spc="0" normalizeH="0" baseline="0" noProof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evel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buttons under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Start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tab, to select a text level. Choose from: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VOORBEELD">
              <a:extLst>
                <a:ext uri="{FF2B5EF4-FFF2-40B4-BE49-F238E27FC236}">
                  <a16:creationId xmlns:a16="http://schemas.microsoft.com/office/drawing/2014/main" id="{663044AD-68DC-5145-A5E9-D2CF5651727B}"/>
                </a:ext>
              </a:extLst>
            </p:cNvPr>
            <p:cNvGrpSpPr/>
            <p:nvPr userDrawn="1"/>
          </p:nvGrpSpPr>
          <p:grpSpPr>
            <a:xfrm>
              <a:off x="-3013384" y="3353604"/>
              <a:ext cx="3013384" cy="604518"/>
              <a:chOff x="-3605171" y="458674"/>
              <a:chExt cx="3234311" cy="558875"/>
            </a:xfrm>
          </p:grpSpPr>
          <p:sp>
            <p:nvSpPr>
              <p:cNvPr id="19" name="Rechthoek 18">
                <a:extLst>
                  <a:ext uri="{FF2B5EF4-FFF2-40B4-BE49-F238E27FC236}">
                    <a16:creationId xmlns:a16="http://schemas.microsoft.com/office/drawing/2014/main" id="{B1BEB173-495D-7248-8F97-B53E0FCE233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20" name="Rechthoek 19">
                <a:extLst>
                  <a:ext uri="{FF2B5EF4-FFF2-40B4-BE49-F238E27FC236}">
                    <a16:creationId xmlns:a16="http://schemas.microsoft.com/office/drawing/2014/main" id="{801E422F-7D77-7340-8B82-D521D7DD8C7A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2" name="Groep 21">
                <a:extLst>
                  <a:ext uri="{FF2B5EF4-FFF2-40B4-BE49-F238E27FC236}">
                    <a16:creationId xmlns:a16="http://schemas.microsoft.com/office/drawing/2014/main" id="{6F97496E-C37D-CF4C-B061-DEA72559A3C7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55" name="Groep 54">
                  <a:extLst>
                    <a:ext uri="{FF2B5EF4-FFF2-40B4-BE49-F238E27FC236}">
                      <a16:creationId xmlns:a16="http://schemas.microsoft.com/office/drawing/2014/main" id="{4A69915F-4F30-5747-B9CE-1EA56EA89A0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38921D5F-DD5D-844F-965B-5C25BC98A52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1EE5D2B-DB49-8E46-A990-7AA10285FF3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FAD931D4-1512-AB45-B86E-66A0C6125D8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46958FB5-DD6E-B94E-86F9-B5B4905A936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" name="Rechte verbindingslijn 60">
                    <a:extLst>
                      <a:ext uri="{FF2B5EF4-FFF2-40B4-BE49-F238E27FC236}">
                        <a16:creationId xmlns:a16="http://schemas.microsoft.com/office/drawing/2014/main" id="{8C69DCCB-AE44-914D-8F31-195F182483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6" name="Pijl: rechts 129">
                  <a:extLst>
                    <a:ext uri="{FF2B5EF4-FFF2-40B4-BE49-F238E27FC236}">
                      <a16:creationId xmlns:a16="http://schemas.microsoft.com/office/drawing/2014/main" id="{B6DD1BFD-ABCC-3B4E-8403-8D24B1537F68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" name="Groep 22">
                <a:extLst>
                  <a:ext uri="{FF2B5EF4-FFF2-40B4-BE49-F238E27FC236}">
                    <a16:creationId xmlns:a16="http://schemas.microsoft.com/office/drawing/2014/main" id="{12C33987-88F2-9947-8C82-3001B03E01E8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48" name="Groep 47">
                  <a:extLst>
                    <a:ext uri="{FF2B5EF4-FFF2-40B4-BE49-F238E27FC236}">
                      <a16:creationId xmlns:a16="http://schemas.microsoft.com/office/drawing/2014/main" id="{4A9AC7FD-2863-E341-B4B6-488117F1104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0" name="Rechte verbindingslijn 49">
                    <a:extLst>
                      <a:ext uri="{FF2B5EF4-FFF2-40B4-BE49-F238E27FC236}">
                        <a16:creationId xmlns:a16="http://schemas.microsoft.com/office/drawing/2014/main" id="{50D778D6-F6BD-8E4E-AD06-C0F8A00A030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1" name="Rechte verbindingslijn 50">
                    <a:extLst>
                      <a:ext uri="{FF2B5EF4-FFF2-40B4-BE49-F238E27FC236}">
                        <a16:creationId xmlns:a16="http://schemas.microsoft.com/office/drawing/2014/main" id="{29A8DB25-29F9-F54A-8E5E-4F5AE0F0CAD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2" name="Rechte verbindingslijn 51">
                    <a:extLst>
                      <a:ext uri="{FF2B5EF4-FFF2-40B4-BE49-F238E27FC236}">
                        <a16:creationId xmlns:a16="http://schemas.microsoft.com/office/drawing/2014/main" id="{6EC9F075-700B-DB4B-B87C-6178A827AC0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3" name="Rechte verbindingslijn 52">
                    <a:extLst>
                      <a:ext uri="{FF2B5EF4-FFF2-40B4-BE49-F238E27FC236}">
                        <a16:creationId xmlns:a16="http://schemas.microsoft.com/office/drawing/2014/main" id="{118CFC15-7FDB-404C-B3AC-6EDFE7C425A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D5194554-EA81-B34F-9C03-3652896948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49" name="Pijl: rechts 122">
                  <a:extLst>
                    <a:ext uri="{FF2B5EF4-FFF2-40B4-BE49-F238E27FC236}">
                      <a16:creationId xmlns:a16="http://schemas.microsoft.com/office/drawing/2014/main" id="{A9208F9B-B370-1E45-95D7-56F04E33E43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24" name="Rechte verbindingslijn 23">
                <a:extLst>
                  <a:ext uri="{FF2B5EF4-FFF2-40B4-BE49-F238E27FC236}">
                    <a16:creationId xmlns:a16="http://schemas.microsoft.com/office/drawing/2014/main" id="{0CBBFB40-65E3-CD4B-8CF5-24354F9D6C7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25" name="Rechte verbindingslijn 24">
                <a:extLst>
                  <a:ext uri="{FF2B5EF4-FFF2-40B4-BE49-F238E27FC236}">
                    <a16:creationId xmlns:a16="http://schemas.microsoft.com/office/drawing/2014/main" id="{37D9F9C7-5D50-8C47-A65F-6278E6F42CE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A688DA7B-8324-2646-B9D9-05D2133DD442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753DF6ED-5087-DA4E-965C-5595AC240120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Decrease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958D23D5-EA44-EF4C-9BC5-41ADCCFA67E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40" name="Rechthoek 39">
                  <a:extLst>
                    <a:ext uri="{FF2B5EF4-FFF2-40B4-BE49-F238E27FC236}">
                      <a16:creationId xmlns:a16="http://schemas.microsoft.com/office/drawing/2014/main" id="{44D86061-6F19-134F-91BF-876360875592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1" name="Groep 40">
                  <a:extLst>
                    <a:ext uri="{FF2B5EF4-FFF2-40B4-BE49-F238E27FC236}">
                      <a16:creationId xmlns:a16="http://schemas.microsoft.com/office/drawing/2014/main" id="{6A817788-0374-0042-A26C-C5E949AAA1C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43" name="Rechte verbindingslijn 42">
                    <a:extLst>
                      <a:ext uri="{FF2B5EF4-FFF2-40B4-BE49-F238E27FC236}">
                        <a16:creationId xmlns:a16="http://schemas.microsoft.com/office/drawing/2014/main" id="{81B521D4-1F0E-9643-95D5-DE5A7FA7173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4" name="Rechte verbindingslijn 43">
                    <a:extLst>
                      <a:ext uri="{FF2B5EF4-FFF2-40B4-BE49-F238E27FC236}">
                        <a16:creationId xmlns:a16="http://schemas.microsoft.com/office/drawing/2014/main" id="{9B437480-1937-6B44-8890-C4F064DA7FA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5" name="Rechte verbindingslijn 44">
                    <a:extLst>
                      <a:ext uri="{FF2B5EF4-FFF2-40B4-BE49-F238E27FC236}">
                        <a16:creationId xmlns:a16="http://schemas.microsoft.com/office/drawing/2014/main" id="{8BEDC150-EFA2-014E-9C83-228F7A5368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6" name="Rechte verbindingslijn 45">
                    <a:extLst>
                      <a:ext uri="{FF2B5EF4-FFF2-40B4-BE49-F238E27FC236}">
                        <a16:creationId xmlns:a16="http://schemas.microsoft.com/office/drawing/2014/main" id="{51D66D6F-74BB-A244-A724-51CF6BB9B97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A5599068-B4F6-CF4F-BCD0-6EB3F8FC08E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42" name="Pijl: rechts 115">
                  <a:extLst>
                    <a:ext uri="{FF2B5EF4-FFF2-40B4-BE49-F238E27FC236}">
                      <a16:creationId xmlns:a16="http://schemas.microsoft.com/office/drawing/2014/main" id="{7AC2E888-3AF3-CC41-A8E3-F427AB0EDA4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0" name="Groep 29">
                <a:extLst>
                  <a:ext uri="{FF2B5EF4-FFF2-40B4-BE49-F238E27FC236}">
                    <a16:creationId xmlns:a16="http://schemas.microsoft.com/office/drawing/2014/main" id="{3C4CAE59-2411-5740-954F-FCEBDB9AF016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32" name="Rechthoek 31">
                  <a:extLst>
                    <a:ext uri="{FF2B5EF4-FFF2-40B4-BE49-F238E27FC236}">
                      <a16:creationId xmlns:a16="http://schemas.microsoft.com/office/drawing/2014/main" id="{5A0CDBCB-3619-4B45-B19D-43DCA3D57A70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53DBEBEF-C021-9D47-9E39-74ECCFE9893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35" name="Rechte verbindingslijn 34">
                    <a:extLst>
                      <a:ext uri="{FF2B5EF4-FFF2-40B4-BE49-F238E27FC236}">
                        <a16:creationId xmlns:a16="http://schemas.microsoft.com/office/drawing/2014/main" id="{5FF5DC6C-1A48-9B42-B617-695C2E08EEA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6" name="Rechte verbindingslijn 35">
                    <a:extLst>
                      <a:ext uri="{FF2B5EF4-FFF2-40B4-BE49-F238E27FC236}">
                        <a16:creationId xmlns:a16="http://schemas.microsoft.com/office/drawing/2014/main" id="{A2C6206A-3D28-0648-A0B5-D546DD1CA8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7" name="Rechte verbindingslijn 36">
                    <a:extLst>
                      <a:ext uri="{FF2B5EF4-FFF2-40B4-BE49-F238E27FC236}">
                        <a16:creationId xmlns:a16="http://schemas.microsoft.com/office/drawing/2014/main" id="{82CCC554-C154-7E44-B521-6E889C0EE0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8" name="Rechte verbindingslijn 37">
                    <a:extLst>
                      <a:ext uri="{FF2B5EF4-FFF2-40B4-BE49-F238E27FC236}">
                        <a16:creationId xmlns:a16="http://schemas.microsoft.com/office/drawing/2014/main" id="{F90EB89E-638D-4B4E-8979-09B0B31168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9" name="Rechte verbindingslijn 38">
                    <a:extLst>
                      <a:ext uri="{FF2B5EF4-FFF2-40B4-BE49-F238E27FC236}">
                        <a16:creationId xmlns:a16="http://schemas.microsoft.com/office/drawing/2014/main" id="{174D20EA-8078-CF4E-B63E-BCC61592458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4" name="Pijl: rechts 107">
                  <a:extLst>
                    <a:ext uri="{FF2B5EF4-FFF2-40B4-BE49-F238E27FC236}">
                      <a16:creationId xmlns:a16="http://schemas.microsoft.com/office/drawing/2014/main" id="{5A84E526-77AF-6C4A-A9AF-61DF13DF24D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630738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orient="horz" pos="3838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43154"/>
            <a:ext cx="905504" cy="21423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899163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8" name="Tijdelijke aanduiding voor tekst 30">
            <a:extLst>
              <a:ext uri="{FF2B5EF4-FFF2-40B4-BE49-F238E27FC236}">
                <a16:creationId xmlns:a16="http://schemas.microsoft.com/office/drawing/2014/main" id="{24852BD3-B1BD-8040-8B38-8D1DEBB903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90014" y="1899162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3DA0F525-188C-7348-9580-71146B194317}"/>
              </a:ext>
            </a:extLst>
          </p:cNvPr>
          <p:cNvGrpSpPr/>
          <p:nvPr userDrawn="1"/>
        </p:nvGrpSpPr>
        <p:grpSpPr>
          <a:xfrm>
            <a:off x="-3194379" y="2857470"/>
            <a:ext cx="3194379" cy="3235354"/>
            <a:chOff x="-3194379" y="2857470"/>
            <a:chExt cx="3194379" cy="3235354"/>
          </a:xfrm>
        </p:grpSpPr>
        <p:sp>
          <p:nvSpPr>
            <p:cNvPr id="10" name="Ovaal 9">
              <a:extLst>
                <a:ext uri="{FF2B5EF4-FFF2-40B4-BE49-F238E27FC236}">
                  <a16:creationId xmlns:a16="http://schemas.microsoft.com/office/drawing/2014/main" id="{51789C25-9E82-B642-9C35-C8FE6725490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137" y="463509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1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67894CE5-A700-8240-A76C-E050EBF4E21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487435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2</a:t>
              </a:r>
            </a:p>
          </p:txBody>
        </p:sp>
        <p:sp>
          <p:nvSpPr>
            <p:cNvPr id="12" name="Ovaal 11">
              <a:extLst>
                <a:ext uri="{FF2B5EF4-FFF2-40B4-BE49-F238E27FC236}">
                  <a16:creationId xmlns:a16="http://schemas.microsoft.com/office/drawing/2014/main" id="{BB570B0D-893E-CA4B-AFA6-5CAE9B8666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10338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3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194C3301-984C-A940-9605-7D83B09061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33528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4</a:t>
              </a:r>
            </a:p>
          </p:txBody>
        </p:sp>
        <p:pic>
          <p:nvPicPr>
            <p:cNvPr id="14" name="Afbeelding 13">
              <a:extLst>
                <a:ext uri="{FF2B5EF4-FFF2-40B4-BE49-F238E27FC236}">
                  <a16:creationId xmlns:a16="http://schemas.microsoft.com/office/drawing/2014/main" id="{4B461A11-7FE2-E341-A3EB-00015E29D1CD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/>
            <a:srcRect r="76738" b="62308"/>
            <a:stretch/>
          </p:blipFill>
          <p:spPr>
            <a:xfrm>
              <a:off x="-2699907" y="4535706"/>
              <a:ext cx="1626676" cy="1094825"/>
            </a:xfrm>
            <a:prstGeom prst="rect">
              <a:avLst/>
            </a:prstGeom>
          </p:spPr>
        </p:pic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0B3D9DAB-F638-464F-958C-FB0C2A314E84}"/>
                </a:ext>
              </a:extLst>
            </p:cNvPr>
            <p:cNvSpPr/>
            <p:nvPr userDrawn="1"/>
          </p:nvSpPr>
          <p:spPr>
            <a:xfrm>
              <a:off x="-3194379" y="2857470"/>
              <a:ext cx="2923123" cy="323535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CHOOSE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TEXt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 LEVELS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F706005E-DAD4-AF46-B4C7-A9B4C23E4C9C}"/>
                </a:ext>
              </a:extLst>
            </p:cNvPr>
            <p:cNvSpPr/>
            <p:nvPr userDrawn="1"/>
          </p:nvSpPr>
          <p:spPr>
            <a:xfrm>
              <a:off x="-3012396" y="4151269"/>
              <a:ext cx="2741140" cy="49673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List </a:t>
              </a:r>
              <a:r>
                <a:rPr lang="en-GB" sz="1000" b="1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kumimoji="0" lang="en-GB" sz="1000" b="1" i="0" u="none" strike="noStrike" kern="0" cap="none" spc="0" normalizeH="0" baseline="0" noProof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evel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buttons under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Start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tab, to select a text level. Choose from: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VOORBEELD">
              <a:extLst>
                <a:ext uri="{FF2B5EF4-FFF2-40B4-BE49-F238E27FC236}">
                  <a16:creationId xmlns:a16="http://schemas.microsoft.com/office/drawing/2014/main" id="{6762060C-ADF7-EC44-8C05-F640FEB7CF8A}"/>
                </a:ext>
              </a:extLst>
            </p:cNvPr>
            <p:cNvGrpSpPr/>
            <p:nvPr userDrawn="1"/>
          </p:nvGrpSpPr>
          <p:grpSpPr>
            <a:xfrm>
              <a:off x="-3013384" y="3353604"/>
              <a:ext cx="3013384" cy="604518"/>
              <a:chOff x="-3605171" y="458674"/>
              <a:chExt cx="3234311" cy="558875"/>
            </a:xfrm>
          </p:grpSpPr>
          <p:sp>
            <p:nvSpPr>
              <p:cNvPr id="20" name="Rechthoek 19">
                <a:extLst>
                  <a:ext uri="{FF2B5EF4-FFF2-40B4-BE49-F238E27FC236}">
                    <a16:creationId xmlns:a16="http://schemas.microsoft.com/office/drawing/2014/main" id="{3CE7B42E-6650-A449-9A2F-9FA72B5DAF2F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22" name="Rechthoek 21">
                <a:extLst>
                  <a:ext uri="{FF2B5EF4-FFF2-40B4-BE49-F238E27FC236}">
                    <a16:creationId xmlns:a16="http://schemas.microsoft.com/office/drawing/2014/main" id="{F4D30E62-AF34-EE45-A409-A3B55946A71F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3" name="Groep 22">
                <a:extLst>
                  <a:ext uri="{FF2B5EF4-FFF2-40B4-BE49-F238E27FC236}">
                    <a16:creationId xmlns:a16="http://schemas.microsoft.com/office/drawing/2014/main" id="{EBE68FE9-6E68-AB4F-9BA1-E21AAC144670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56" name="Groep 55">
                  <a:extLst>
                    <a:ext uri="{FF2B5EF4-FFF2-40B4-BE49-F238E27FC236}">
                      <a16:creationId xmlns:a16="http://schemas.microsoft.com/office/drawing/2014/main" id="{03B890EC-482D-E342-9EB2-FF8958A846A7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85B8589B-654C-2148-B156-119070C52B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1D1F41E2-467A-264C-BF97-656CDE6CC39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5AA87CE0-101E-3A47-923C-B81AEC2242C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" name="Rechte verbindingslijn 60">
                    <a:extLst>
                      <a:ext uri="{FF2B5EF4-FFF2-40B4-BE49-F238E27FC236}">
                        <a16:creationId xmlns:a16="http://schemas.microsoft.com/office/drawing/2014/main" id="{B7FC2348-5408-AF45-9619-4F51BE60A28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69320678-E80E-1C49-B7D0-58EF0A094C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7" name="Pijl: rechts 129">
                  <a:extLst>
                    <a:ext uri="{FF2B5EF4-FFF2-40B4-BE49-F238E27FC236}">
                      <a16:creationId xmlns:a16="http://schemas.microsoft.com/office/drawing/2014/main" id="{4BE8CB86-7F37-DF4F-A6F5-0CB02A9FC3B4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" name="Groep 23">
                <a:extLst>
                  <a:ext uri="{FF2B5EF4-FFF2-40B4-BE49-F238E27FC236}">
                    <a16:creationId xmlns:a16="http://schemas.microsoft.com/office/drawing/2014/main" id="{694B20EA-0191-3E4E-98D5-0A28DAF9C5A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49" name="Groep 48">
                  <a:extLst>
                    <a:ext uri="{FF2B5EF4-FFF2-40B4-BE49-F238E27FC236}">
                      <a16:creationId xmlns:a16="http://schemas.microsoft.com/office/drawing/2014/main" id="{FDC37D37-F8E4-D846-B4B0-BC9AEF3DBE7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1" name="Rechte verbindingslijn 50">
                    <a:extLst>
                      <a:ext uri="{FF2B5EF4-FFF2-40B4-BE49-F238E27FC236}">
                        <a16:creationId xmlns:a16="http://schemas.microsoft.com/office/drawing/2014/main" id="{B8809C26-3389-DE48-A688-ED496289E2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2" name="Rechte verbindingslijn 51">
                    <a:extLst>
                      <a:ext uri="{FF2B5EF4-FFF2-40B4-BE49-F238E27FC236}">
                        <a16:creationId xmlns:a16="http://schemas.microsoft.com/office/drawing/2014/main" id="{2CFB2A6C-1A48-AC45-A0C3-AB206058D12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3" name="Rechte verbindingslijn 52">
                    <a:extLst>
                      <a:ext uri="{FF2B5EF4-FFF2-40B4-BE49-F238E27FC236}">
                        <a16:creationId xmlns:a16="http://schemas.microsoft.com/office/drawing/2014/main" id="{022844BE-5A8C-4B4E-8F29-6564AD832D8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0C504C99-B0EC-9545-8586-18D203D0D3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FB803D93-E162-0346-981A-0F2BB36D65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0" name="Pijl: rechts 122">
                  <a:extLst>
                    <a:ext uri="{FF2B5EF4-FFF2-40B4-BE49-F238E27FC236}">
                      <a16:creationId xmlns:a16="http://schemas.microsoft.com/office/drawing/2014/main" id="{F4D0C0CE-C448-AE46-B00E-E44CDD52FE4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25" name="Rechte verbindingslijn 24">
                <a:extLst>
                  <a:ext uri="{FF2B5EF4-FFF2-40B4-BE49-F238E27FC236}">
                    <a16:creationId xmlns:a16="http://schemas.microsoft.com/office/drawing/2014/main" id="{53F5093E-C028-8947-B08C-A9D1010099F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26" name="Rechte verbindingslijn 25">
                <a:extLst>
                  <a:ext uri="{FF2B5EF4-FFF2-40B4-BE49-F238E27FC236}">
                    <a16:creationId xmlns:a16="http://schemas.microsoft.com/office/drawing/2014/main" id="{2B137F60-7527-ED40-86FE-979A56DAA7C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C5A9B06D-FBC0-0343-A560-5BFA89AEFBB2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161F93D4-C72D-8041-A4A7-4CD0DDB65229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Decrease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grpSp>
            <p:nvGrpSpPr>
              <p:cNvPr id="30" name="Groep 29">
                <a:extLst>
                  <a:ext uri="{FF2B5EF4-FFF2-40B4-BE49-F238E27FC236}">
                    <a16:creationId xmlns:a16="http://schemas.microsoft.com/office/drawing/2014/main" id="{84D07410-3CBA-D241-9A09-E9251135D40D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41" name="Rechthoek 40">
                  <a:extLst>
                    <a:ext uri="{FF2B5EF4-FFF2-40B4-BE49-F238E27FC236}">
                      <a16:creationId xmlns:a16="http://schemas.microsoft.com/office/drawing/2014/main" id="{E362A605-21EA-124F-961C-6AFCD5DA60DE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1">
                  <a:extLst>
                    <a:ext uri="{FF2B5EF4-FFF2-40B4-BE49-F238E27FC236}">
                      <a16:creationId xmlns:a16="http://schemas.microsoft.com/office/drawing/2014/main" id="{EA9B989E-656C-6549-AF22-7D5F71D3090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44" name="Rechte verbindingslijn 43">
                    <a:extLst>
                      <a:ext uri="{FF2B5EF4-FFF2-40B4-BE49-F238E27FC236}">
                        <a16:creationId xmlns:a16="http://schemas.microsoft.com/office/drawing/2014/main" id="{12950C09-B5BC-3048-A170-60464EB3733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5" name="Rechte verbindingslijn 44">
                    <a:extLst>
                      <a:ext uri="{FF2B5EF4-FFF2-40B4-BE49-F238E27FC236}">
                        <a16:creationId xmlns:a16="http://schemas.microsoft.com/office/drawing/2014/main" id="{622C2391-5087-A74A-8460-94BCAF32833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6" name="Rechte verbindingslijn 45">
                    <a:extLst>
                      <a:ext uri="{FF2B5EF4-FFF2-40B4-BE49-F238E27FC236}">
                        <a16:creationId xmlns:a16="http://schemas.microsoft.com/office/drawing/2014/main" id="{9B4C9211-BBDD-304A-B91B-CC4805276B7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6C4DBCC1-267E-F746-BA17-BEF5EC6D2B4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B5CFA5A5-49CF-E34F-8AD0-E7C35E85C7A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43" name="Pijl: rechts 115">
                  <a:extLst>
                    <a:ext uri="{FF2B5EF4-FFF2-40B4-BE49-F238E27FC236}">
                      <a16:creationId xmlns:a16="http://schemas.microsoft.com/office/drawing/2014/main" id="{95E3B9A7-943E-FD4C-9739-07AE9E4AD169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2" name="Groep 31">
                <a:extLst>
                  <a:ext uri="{FF2B5EF4-FFF2-40B4-BE49-F238E27FC236}">
                    <a16:creationId xmlns:a16="http://schemas.microsoft.com/office/drawing/2014/main" id="{76A67ED1-FBD3-9948-8550-4ED7E22E604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33" name="Rechthoek 32">
                  <a:extLst>
                    <a:ext uri="{FF2B5EF4-FFF2-40B4-BE49-F238E27FC236}">
                      <a16:creationId xmlns:a16="http://schemas.microsoft.com/office/drawing/2014/main" id="{4EEBE98B-6A98-EE4F-917B-09174F41E02A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4" name="Groep 33">
                  <a:extLst>
                    <a:ext uri="{FF2B5EF4-FFF2-40B4-BE49-F238E27FC236}">
                      <a16:creationId xmlns:a16="http://schemas.microsoft.com/office/drawing/2014/main" id="{B194645E-AE11-6B43-BAF4-A133353FC51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36" name="Rechte verbindingslijn 35">
                    <a:extLst>
                      <a:ext uri="{FF2B5EF4-FFF2-40B4-BE49-F238E27FC236}">
                        <a16:creationId xmlns:a16="http://schemas.microsoft.com/office/drawing/2014/main" id="{CD6ACFDB-A2D2-654E-91A9-28664793DC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7" name="Rechte verbindingslijn 36">
                    <a:extLst>
                      <a:ext uri="{FF2B5EF4-FFF2-40B4-BE49-F238E27FC236}">
                        <a16:creationId xmlns:a16="http://schemas.microsoft.com/office/drawing/2014/main" id="{5DEC629A-9B56-8743-AE21-3E9724BD60A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8" name="Rechte verbindingslijn 37">
                    <a:extLst>
                      <a:ext uri="{FF2B5EF4-FFF2-40B4-BE49-F238E27FC236}">
                        <a16:creationId xmlns:a16="http://schemas.microsoft.com/office/drawing/2014/main" id="{C0019418-F85B-B547-9D2F-0E6C91BF52E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9" name="Rechte verbindingslijn 38">
                    <a:extLst>
                      <a:ext uri="{FF2B5EF4-FFF2-40B4-BE49-F238E27FC236}">
                        <a16:creationId xmlns:a16="http://schemas.microsoft.com/office/drawing/2014/main" id="{A8AC2C13-F5B1-F14C-97AC-2A102B9E0A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0" name="Rechte verbindingslijn 39">
                    <a:extLst>
                      <a:ext uri="{FF2B5EF4-FFF2-40B4-BE49-F238E27FC236}">
                        <a16:creationId xmlns:a16="http://schemas.microsoft.com/office/drawing/2014/main" id="{0FB67C81-A389-AE4E-95AE-B5542F80D65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5" name="Pijl: rechts 107">
                  <a:extLst>
                    <a:ext uri="{FF2B5EF4-FFF2-40B4-BE49-F238E27FC236}">
                      <a16:creationId xmlns:a16="http://schemas.microsoft.com/office/drawing/2014/main" id="{26C062E4-A9F4-1D43-AEEA-630A1A5FC761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8434832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orient="horz" pos="3838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Image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Afbeelding 1">
            <a:extLst>
              <a:ext uri="{FF2B5EF4-FFF2-40B4-BE49-F238E27FC236}">
                <a16:creationId xmlns:a16="http://schemas.microsoft.com/office/drawing/2014/main" id="{EA5A5905-BF61-7A40-A2D4-338628FF482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415048" y="290584"/>
            <a:ext cx="1447800" cy="317500"/>
          </a:xfrm>
          <a:prstGeom prst="rect">
            <a:avLst/>
          </a:prstGeom>
        </p:spPr>
      </p:pic>
      <p:sp>
        <p:nvSpPr>
          <p:cNvPr id="135" name="Tijdelijke aanduiding voor afbeelding 134">
            <a:extLst>
              <a:ext uri="{FF2B5EF4-FFF2-40B4-BE49-F238E27FC236}">
                <a16:creationId xmlns:a16="http://schemas.microsoft.com/office/drawing/2014/main" id="{14FE981F-821B-4047-BD48-961BE3F17048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8253452" y="0"/>
            <a:ext cx="3938548" cy="6858000"/>
          </a:xfrm>
          <a:custGeom>
            <a:avLst/>
            <a:gdLst>
              <a:gd name="connsiteX0" fmla="*/ 3429396 w 3938548"/>
              <a:gd name="connsiteY0" fmla="*/ 6559826 h 6858000"/>
              <a:gd name="connsiteX1" fmla="*/ 3429396 w 3938548"/>
              <a:gd name="connsiteY1" fmla="*/ 6574226 h 6858000"/>
              <a:gd name="connsiteX2" fmla="*/ 3609396 w 3938548"/>
              <a:gd name="connsiteY2" fmla="*/ 6574226 h 6858000"/>
              <a:gd name="connsiteX3" fmla="*/ 3609396 w 3938548"/>
              <a:gd name="connsiteY3" fmla="*/ 6559826 h 6858000"/>
              <a:gd name="connsiteX4" fmla="*/ 2163723 w 3938548"/>
              <a:gd name="connsiteY4" fmla="*/ 523138 h 6858000"/>
              <a:gd name="connsiteX5" fmla="*/ 2163723 w 3938548"/>
              <a:gd name="connsiteY5" fmla="*/ 602674 h 6858000"/>
              <a:gd name="connsiteX6" fmla="*/ 3602127 w 3938548"/>
              <a:gd name="connsiteY6" fmla="*/ 602674 h 6858000"/>
              <a:gd name="connsiteX7" fmla="*/ 3602127 w 3938548"/>
              <a:gd name="connsiteY7" fmla="*/ 591990 h 6858000"/>
              <a:gd name="connsiteX8" fmla="*/ 3603722 w 3938548"/>
              <a:gd name="connsiteY8" fmla="*/ 591990 h 6858000"/>
              <a:gd name="connsiteX9" fmla="*/ 3603722 w 3938548"/>
              <a:gd name="connsiteY9" fmla="*/ 582493 h 6858000"/>
              <a:gd name="connsiteX10" fmla="*/ 3602127 w 3938548"/>
              <a:gd name="connsiteY10" fmla="*/ 582493 h 6858000"/>
              <a:gd name="connsiteX11" fmla="*/ 3602127 w 3938548"/>
              <a:gd name="connsiteY11" fmla="*/ 544506 h 6858000"/>
              <a:gd name="connsiteX12" fmla="*/ 3602924 w 3938548"/>
              <a:gd name="connsiteY12" fmla="*/ 544506 h 6858000"/>
              <a:gd name="connsiteX13" fmla="*/ 3602924 w 3938548"/>
              <a:gd name="connsiteY13" fmla="*/ 535009 h 6858000"/>
              <a:gd name="connsiteX14" fmla="*/ 3602127 w 3938548"/>
              <a:gd name="connsiteY14" fmla="*/ 535009 h 6858000"/>
              <a:gd name="connsiteX15" fmla="*/ 3602127 w 3938548"/>
              <a:gd name="connsiteY15" fmla="*/ 523138 h 6858000"/>
              <a:gd name="connsiteX16" fmla="*/ 3286029 w 3938548"/>
              <a:gd name="connsiteY16" fmla="*/ 340324 h 6858000"/>
              <a:gd name="connsiteX17" fmla="*/ 3332725 w 3938548"/>
              <a:gd name="connsiteY17" fmla="*/ 340324 h 6858000"/>
              <a:gd name="connsiteX18" fmla="*/ 3359466 w 3938548"/>
              <a:gd name="connsiteY18" fmla="*/ 371188 h 6858000"/>
              <a:gd name="connsiteX19" fmla="*/ 3359466 w 3938548"/>
              <a:gd name="connsiteY19" fmla="*/ 415903 h 6858000"/>
              <a:gd name="connsiteX20" fmla="*/ 3332725 w 3938548"/>
              <a:gd name="connsiteY20" fmla="*/ 449537 h 6858000"/>
              <a:gd name="connsiteX21" fmla="*/ 3286029 w 3938548"/>
              <a:gd name="connsiteY21" fmla="*/ 449537 h 6858000"/>
              <a:gd name="connsiteX22" fmla="*/ 2638268 w 3938548"/>
              <a:gd name="connsiteY22" fmla="*/ 340324 h 6858000"/>
              <a:gd name="connsiteX23" fmla="*/ 2679376 w 3938548"/>
              <a:gd name="connsiteY23" fmla="*/ 340324 h 6858000"/>
              <a:gd name="connsiteX24" fmla="*/ 2701328 w 3938548"/>
              <a:gd name="connsiteY24" fmla="*/ 362878 h 6858000"/>
              <a:gd name="connsiteX25" fmla="*/ 2679376 w 3938548"/>
              <a:gd name="connsiteY25" fmla="*/ 393743 h 6858000"/>
              <a:gd name="connsiteX26" fmla="*/ 2638268 w 3938548"/>
              <a:gd name="connsiteY26" fmla="*/ 393743 h 6858000"/>
              <a:gd name="connsiteX27" fmla="*/ 2444698 w 3938548"/>
              <a:gd name="connsiteY27" fmla="*/ 340324 h 6858000"/>
              <a:gd name="connsiteX28" fmla="*/ 2482215 w 3938548"/>
              <a:gd name="connsiteY28" fmla="*/ 372375 h 6858000"/>
              <a:gd name="connsiteX29" fmla="*/ 2482215 w 3938548"/>
              <a:gd name="connsiteY29" fmla="*/ 417090 h 6858000"/>
              <a:gd name="connsiteX30" fmla="*/ 2444698 w 3938548"/>
              <a:gd name="connsiteY30" fmla="*/ 449538 h 6858000"/>
              <a:gd name="connsiteX31" fmla="*/ 2407181 w 3938548"/>
              <a:gd name="connsiteY31" fmla="*/ 417090 h 6858000"/>
              <a:gd name="connsiteX32" fmla="*/ 2407181 w 3938548"/>
              <a:gd name="connsiteY32" fmla="*/ 372375 h 6858000"/>
              <a:gd name="connsiteX33" fmla="*/ 2444698 w 3938548"/>
              <a:gd name="connsiteY33" fmla="*/ 340324 h 6858000"/>
              <a:gd name="connsiteX34" fmla="*/ 3456450 w 3938548"/>
              <a:gd name="connsiteY34" fmla="*/ 294422 h 6858000"/>
              <a:gd name="connsiteX35" fmla="*/ 3456450 w 3938548"/>
              <a:gd name="connsiteY35" fmla="*/ 495439 h 6858000"/>
              <a:gd name="connsiteX36" fmla="*/ 3602126 w 3938548"/>
              <a:gd name="connsiteY36" fmla="*/ 495439 h 6858000"/>
              <a:gd name="connsiteX37" fmla="*/ 3602126 w 3938548"/>
              <a:gd name="connsiteY37" fmla="*/ 452308 h 6858000"/>
              <a:gd name="connsiteX38" fmla="*/ 3509532 w 3938548"/>
              <a:gd name="connsiteY38" fmla="*/ 452308 h 6858000"/>
              <a:gd name="connsiteX39" fmla="*/ 3509532 w 3938548"/>
              <a:gd name="connsiteY39" fmla="*/ 412341 h 6858000"/>
              <a:gd name="connsiteX40" fmla="*/ 3594543 w 3938548"/>
              <a:gd name="connsiteY40" fmla="*/ 412341 h 6858000"/>
              <a:gd name="connsiteX41" fmla="*/ 3594543 w 3938548"/>
              <a:gd name="connsiteY41" fmla="*/ 375541 h 6858000"/>
              <a:gd name="connsiteX42" fmla="*/ 3509532 w 3938548"/>
              <a:gd name="connsiteY42" fmla="*/ 375541 h 6858000"/>
              <a:gd name="connsiteX43" fmla="*/ 3509532 w 3938548"/>
              <a:gd name="connsiteY43" fmla="*/ 337553 h 6858000"/>
              <a:gd name="connsiteX44" fmla="*/ 3602126 w 3938548"/>
              <a:gd name="connsiteY44" fmla="*/ 337553 h 6858000"/>
              <a:gd name="connsiteX45" fmla="*/ 3602126 w 3938548"/>
              <a:gd name="connsiteY45" fmla="*/ 294422 h 6858000"/>
              <a:gd name="connsiteX46" fmla="*/ 3232947 w 3938548"/>
              <a:gd name="connsiteY46" fmla="*/ 294422 h 6858000"/>
              <a:gd name="connsiteX47" fmla="*/ 3232947 w 3938548"/>
              <a:gd name="connsiteY47" fmla="*/ 495439 h 6858000"/>
              <a:gd name="connsiteX48" fmla="*/ 3341107 w 3938548"/>
              <a:gd name="connsiteY48" fmla="*/ 495439 h 6858000"/>
              <a:gd name="connsiteX49" fmla="*/ 3414144 w 3938548"/>
              <a:gd name="connsiteY49" fmla="*/ 415903 h 6858000"/>
              <a:gd name="connsiteX50" fmla="*/ 3414144 w 3938548"/>
              <a:gd name="connsiteY50" fmla="*/ 371188 h 6858000"/>
              <a:gd name="connsiteX51" fmla="*/ 3333923 w 3938548"/>
              <a:gd name="connsiteY51" fmla="*/ 294422 h 6858000"/>
              <a:gd name="connsiteX52" fmla="*/ 3135563 w 3938548"/>
              <a:gd name="connsiteY52" fmla="*/ 294422 h 6858000"/>
              <a:gd name="connsiteX53" fmla="*/ 3135563 w 3938548"/>
              <a:gd name="connsiteY53" fmla="*/ 495439 h 6858000"/>
              <a:gd name="connsiteX54" fmla="*/ 3188645 w 3938548"/>
              <a:gd name="connsiteY54" fmla="*/ 495439 h 6858000"/>
              <a:gd name="connsiteX55" fmla="*/ 3188645 w 3938548"/>
              <a:gd name="connsiteY55" fmla="*/ 294422 h 6858000"/>
              <a:gd name="connsiteX56" fmla="*/ 2807891 w 3938548"/>
              <a:gd name="connsiteY56" fmla="*/ 294422 h 6858000"/>
              <a:gd name="connsiteX57" fmla="*/ 2807891 w 3938548"/>
              <a:gd name="connsiteY57" fmla="*/ 495439 h 6858000"/>
              <a:gd name="connsiteX58" fmla="*/ 2860973 w 3938548"/>
              <a:gd name="connsiteY58" fmla="*/ 495439 h 6858000"/>
              <a:gd name="connsiteX59" fmla="*/ 2860973 w 3938548"/>
              <a:gd name="connsiteY59" fmla="*/ 294422 h 6858000"/>
              <a:gd name="connsiteX60" fmla="*/ 2585186 w 3938548"/>
              <a:gd name="connsiteY60" fmla="*/ 294422 h 6858000"/>
              <a:gd name="connsiteX61" fmla="*/ 2585186 w 3938548"/>
              <a:gd name="connsiteY61" fmla="*/ 495439 h 6858000"/>
              <a:gd name="connsiteX62" fmla="*/ 2638268 w 3938548"/>
              <a:gd name="connsiteY62" fmla="*/ 495439 h 6858000"/>
              <a:gd name="connsiteX63" fmla="*/ 2638268 w 3938548"/>
              <a:gd name="connsiteY63" fmla="*/ 439645 h 6858000"/>
              <a:gd name="connsiteX64" fmla="*/ 2679376 w 3938548"/>
              <a:gd name="connsiteY64" fmla="*/ 439645 h 6858000"/>
              <a:gd name="connsiteX65" fmla="*/ 2701328 w 3938548"/>
              <a:gd name="connsiteY65" fmla="*/ 464574 h 6858000"/>
              <a:gd name="connsiteX66" fmla="*/ 2701328 w 3938548"/>
              <a:gd name="connsiteY66" fmla="*/ 495439 h 6858000"/>
              <a:gd name="connsiteX67" fmla="*/ 2754410 w 3938548"/>
              <a:gd name="connsiteY67" fmla="*/ 495439 h 6858000"/>
              <a:gd name="connsiteX68" fmla="*/ 2754410 w 3938548"/>
              <a:gd name="connsiteY68" fmla="*/ 452308 h 6858000"/>
              <a:gd name="connsiteX69" fmla="*/ 2718490 w 3938548"/>
              <a:gd name="connsiteY69" fmla="*/ 417090 h 6858000"/>
              <a:gd name="connsiteX70" fmla="*/ 2718490 w 3938548"/>
              <a:gd name="connsiteY70" fmla="*/ 415111 h 6858000"/>
              <a:gd name="connsiteX71" fmla="*/ 2756405 w 3938548"/>
              <a:gd name="connsiteY71" fmla="*/ 354173 h 6858000"/>
              <a:gd name="connsiteX72" fmla="*/ 2687758 w 3938548"/>
              <a:gd name="connsiteY72" fmla="*/ 294422 h 6858000"/>
              <a:gd name="connsiteX73" fmla="*/ 2444698 w 3938548"/>
              <a:gd name="connsiteY73" fmla="*/ 294422 h 6858000"/>
              <a:gd name="connsiteX74" fmla="*/ 2352503 w 3938548"/>
              <a:gd name="connsiteY74" fmla="*/ 366836 h 6858000"/>
              <a:gd name="connsiteX75" fmla="*/ 2352503 w 3938548"/>
              <a:gd name="connsiteY75" fmla="*/ 423025 h 6858000"/>
              <a:gd name="connsiteX76" fmla="*/ 2445097 w 3938548"/>
              <a:gd name="connsiteY76" fmla="*/ 495043 h 6858000"/>
              <a:gd name="connsiteX77" fmla="*/ 2537292 w 3938548"/>
              <a:gd name="connsiteY77" fmla="*/ 422630 h 6858000"/>
              <a:gd name="connsiteX78" fmla="*/ 2537292 w 3938548"/>
              <a:gd name="connsiteY78" fmla="*/ 366836 h 6858000"/>
              <a:gd name="connsiteX79" fmla="*/ 2444698 w 3938548"/>
              <a:gd name="connsiteY79" fmla="*/ 294422 h 6858000"/>
              <a:gd name="connsiteX80" fmla="*/ 2249532 w 3938548"/>
              <a:gd name="connsiteY80" fmla="*/ 294422 h 6858000"/>
              <a:gd name="connsiteX81" fmla="*/ 2249532 w 3938548"/>
              <a:gd name="connsiteY81" fmla="*/ 432918 h 6858000"/>
              <a:gd name="connsiteX82" fmla="*/ 2230774 w 3938548"/>
              <a:gd name="connsiteY82" fmla="*/ 449537 h 6858000"/>
              <a:gd name="connsiteX83" fmla="*/ 2214410 w 3938548"/>
              <a:gd name="connsiteY83" fmla="*/ 427378 h 6858000"/>
              <a:gd name="connsiteX84" fmla="*/ 2214410 w 3938548"/>
              <a:gd name="connsiteY84" fmla="*/ 411154 h 6858000"/>
              <a:gd name="connsiteX85" fmla="*/ 2163723 w 3938548"/>
              <a:gd name="connsiteY85" fmla="*/ 411154 h 6858000"/>
              <a:gd name="connsiteX86" fmla="*/ 2163723 w 3938548"/>
              <a:gd name="connsiteY86" fmla="*/ 427378 h 6858000"/>
              <a:gd name="connsiteX87" fmla="*/ 2230375 w 3938548"/>
              <a:gd name="connsiteY87" fmla="*/ 495439 h 6858000"/>
              <a:gd name="connsiteX88" fmla="*/ 2302215 w 3938548"/>
              <a:gd name="connsiteY88" fmla="*/ 432918 h 6858000"/>
              <a:gd name="connsiteX89" fmla="*/ 2302215 w 3938548"/>
              <a:gd name="connsiteY89" fmla="*/ 294422 h 6858000"/>
              <a:gd name="connsiteX90" fmla="*/ 2995874 w 3938548"/>
              <a:gd name="connsiteY90" fmla="*/ 294026 h 6858000"/>
              <a:gd name="connsiteX91" fmla="*/ 2911661 w 3938548"/>
              <a:gd name="connsiteY91" fmla="*/ 354569 h 6858000"/>
              <a:gd name="connsiteX92" fmla="*/ 2989488 w 3938548"/>
              <a:gd name="connsiteY92" fmla="*/ 414320 h 6858000"/>
              <a:gd name="connsiteX93" fmla="*/ 3001062 w 3938548"/>
              <a:gd name="connsiteY93" fmla="*/ 415111 h 6858000"/>
              <a:gd name="connsiteX94" fmla="*/ 3029000 w 3938548"/>
              <a:gd name="connsiteY94" fmla="*/ 433709 h 6858000"/>
              <a:gd name="connsiteX95" fmla="*/ 2995874 w 3938548"/>
              <a:gd name="connsiteY95" fmla="*/ 451912 h 6858000"/>
              <a:gd name="connsiteX96" fmla="*/ 2962348 w 3938548"/>
              <a:gd name="connsiteY96" fmla="*/ 429356 h 6858000"/>
              <a:gd name="connsiteX97" fmla="*/ 2911262 w 3938548"/>
              <a:gd name="connsiteY97" fmla="*/ 429356 h 6858000"/>
              <a:gd name="connsiteX98" fmla="*/ 2995874 w 3938548"/>
              <a:gd name="connsiteY98" fmla="*/ 495439 h 6858000"/>
              <a:gd name="connsiteX99" fmla="*/ 3082481 w 3938548"/>
              <a:gd name="connsiteY99" fmla="*/ 430544 h 6858000"/>
              <a:gd name="connsiteX100" fmla="*/ 3008645 w 3938548"/>
              <a:gd name="connsiteY100" fmla="*/ 373562 h 6858000"/>
              <a:gd name="connsiteX101" fmla="*/ 2986694 w 3938548"/>
              <a:gd name="connsiteY101" fmla="*/ 371980 h 6858000"/>
              <a:gd name="connsiteX102" fmla="*/ 2964743 w 3938548"/>
              <a:gd name="connsiteY102" fmla="*/ 354569 h 6858000"/>
              <a:gd name="connsiteX103" fmla="*/ 2995874 w 3938548"/>
              <a:gd name="connsiteY103" fmla="*/ 337553 h 6858000"/>
              <a:gd name="connsiteX104" fmla="*/ 3025808 w 3938548"/>
              <a:gd name="connsiteY104" fmla="*/ 357734 h 6858000"/>
              <a:gd name="connsiteX105" fmla="*/ 3076894 w 3938548"/>
              <a:gd name="connsiteY105" fmla="*/ 357734 h 6858000"/>
              <a:gd name="connsiteX106" fmla="*/ 3076894 w 3938548"/>
              <a:gd name="connsiteY106" fmla="*/ 349425 h 6858000"/>
              <a:gd name="connsiteX107" fmla="*/ 2995874 w 3938548"/>
              <a:gd name="connsiteY107" fmla="*/ 294026 h 6858000"/>
              <a:gd name="connsiteX108" fmla="*/ 2 w 3938548"/>
              <a:gd name="connsiteY108" fmla="*/ 0 h 6858000"/>
              <a:gd name="connsiteX109" fmla="*/ 3938548 w 3938548"/>
              <a:gd name="connsiteY109" fmla="*/ 0 h 6858000"/>
              <a:gd name="connsiteX110" fmla="*/ 3938548 w 3938548"/>
              <a:gd name="connsiteY110" fmla="*/ 6858000 h 6858000"/>
              <a:gd name="connsiteX111" fmla="*/ 2 w 3938548"/>
              <a:gd name="connsiteY111" fmla="*/ 6858000 h 6858000"/>
              <a:gd name="connsiteX112" fmla="*/ 2 w 3938548"/>
              <a:gd name="connsiteY112" fmla="*/ 1059875 h 6858000"/>
              <a:gd name="connsiteX113" fmla="*/ 0 w 3938548"/>
              <a:gd name="connsiteY113" fmla="*/ 1059875 h 6858000"/>
              <a:gd name="connsiteX114" fmla="*/ 0 w 3938548"/>
              <a:gd name="connsiteY114" fmla="*/ 145475 h 6858000"/>
              <a:gd name="connsiteX115" fmla="*/ 2 w 3938548"/>
              <a:gd name="connsiteY115" fmla="*/ 14547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3938548" h="6858000">
                <a:moveTo>
                  <a:pt x="3429396" y="6559826"/>
                </a:moveTo>
                <a:lnTo>
                  <a:pt x="3429396" y="6574226"/>
                </a:lnTo>
                <a:lnTo>
                  <a:pt x="3609396" y="6574226"/>
                </a:lnTo>
                <a:lnTo>
                  <a:pt x="3609396" y="6559826"/>
                </a:lnTo>
                <a:close/>
                <a:moveTo>
                  <a:pt x="2163723" y="523138"/>
                </a:moveTo>
                <a:lnTo>
                  <a:pt x="2163723" y="602674"/>
                </a:lnTo>
                <a:lnTo>
                  <a:pt x="3602127" y="602674"/>
                </a:lnTo>
                <a:lnTo>
                  <a:pt x="3602127" y="591990"/>
                </a:lnTo>
                <a:lnTo>
                  <a:pt x="3603722" y="591990"/>
                </a:lnTo>
                <a:lnTo>
                  <a:pt x="3603722" y="582493"/>
                </a:lnTo>
                <a:lnTo>
                  <a:pt x="3602127" y="582493"/>
                </a:lnTo>
                <a:lnTo>
                  <a:pt x="3602127" y="544506"/>
                </a:lnTo>
                <a:lnTo>
                  <a:pt x="3602924" y="544506"/>
                </a:lnTo>
                <a:lnTo>
                  <a:pt x="3602924" y="535009"/>
                </a:lnTo>
                <a:lnTo>
                  <a:pt x="3602127" y="535009"/>
                </a:lnTo>
                <a:lnTo>
                  <a:pt x="3602127" y="523138"/>
                </a:lnTo>
                <a:close/>
                <a:moveTo>
                  <a:pt x="3286029" y="340324"/>
                </a:moveTo>
                <a:lnTo>
                  <a:pt x="3332725" y="340324"/>
                </a:lnTo>
                <a:cubicBezTo>
                  <a:pt x="3351085" y="340324"/>
                  <a:pt x="3359466" y="345468"/>
                  <a:pt x="3359466" y="371188"/>
                </a:cubicBezTo>
                <a:lnTo>
                  <a:pt x="3359466" y="415903"/>
                </a:lnTo>
                <a:cubicBezTo>
                  <a:pt x="3359466" y="436479"/>
                  <a:pt x="3352282" y="449537"/>
                  <a:pt x="3332725" y="449537"/>
                </a:cubicBezTo>
                <a:lnTo>
                  <a:pt x="3286029" y="449537"/>
                </a:lnTo>
                <a:close/>
                <a:moveTo>
                  <a:pt x="2638268" y="340324"/>
                </a:moveTo>
                <a:lnTo>
                  <a:pt x="2679376" y="340324"/>
                </a:lnTo>
                <a:cubicBezTo>
                  <a:pt x="2696937" y="340324"/>
                  <a:pt x="2701328" y="345072"/>
                  <a:pt x="2701328" y="362878"/>
                </a:cubicBezTo>
                <a:cubicBezTo>
                  <a:pt x="2701328" y="385434"/>
                  <a:pt x="2702126" y="393743"/>
                  <a:pt x="2679376" y="393743"/>
                </a:cubicBezTo>
                <a:lnTo>
                  <a:pt x="2638268" y="393743"/>
                </a:lnTo>
                <a:close/>
                <a:moveTo>
                  <a:pt x="2444698" y="340324"/>
                </a:moveTo>
                <a:cubicBezTo>
                  <a:pt x="2472237" y="340324"/>
                  <a:pt x="2482215" y="343093"/>
                  <a:pt x="2482215" y="372375"/>
                </a:cubicBezTo>
                <a:lnTo>
                  <a:pt x="2482215" y="417090"/>
                </a:lnTo>
                <a:cubicBezTo>
                  <a:pt x="2482215" y="446768"/>
                  <a:pt x="2472237" y="449538"/>
                  <a:pt x="2444698" y="449538"/>
                </a:cubicBezTo>
                <a:cubicBezTo>
                  <a:pt x="2417159" y="449538"/>
                  <a:pt x="2407980" y="446768"/>
                  <a:pt x="2407181" y="417090"/>
                </a:cubicBezTo>
                <a:lnTo>
                  <a:pt x="2407181" y="372375"/>
                </a:lnTo>
                <a:cubicBezTo>
                  <a:pt x="2407980" y="343093"/>
                  <a:pt x="2417159" y="340324"/>
                  <a:pt x="2444698" y="340324"/>
                </a:cubicBezTo>
                <a:close/>
                <a:moveTo>
                  <a:pt x="3456450" y="294422"/>
                </a:moveTo>
                <a:lnTo>
                  <a:pt x="3456450" y="495439"/>
                </a:lnTo>
                <a:lnTo>
                  <a:pt x="3602126" y="495439"/>
                </a:lnTo>
                <a:lnTo>
                  <a:pt x="3602126" y="452308"/>
                </a:lnTo>
                <a:lnTo>
                  <a:pt x="3509532" y="452308"/>
                </a:lnTo>
                <a:lnTo>
                  <a:pt x="3509532" y="412341"/>
                </a:lnTo>
                <a:lnTo>
                  <a:pt x="3594543" y="412341"/>
                </a:lnTo>
                <a:lnTo>
                  <a:pt x="3594543" y="375541"/>
                </a:lnTo>
                <a:lnTo>
                  <a:pt x="3509532" y="375541"/>
                </a:lnTo>
                <a:lnTo>
                  <a:pt x="3509532" y="337553"/>
                </a:lnTo>
                <a:lnTo>
                  <a:pt x="3602126" y="337553"/>
                </a:lnTo>
                <a:lnTo>
                  <a:pt x="3602126" y="294422"/>
                </a:lnTo>
                <a:close/>
                <a:moveTo>
                  <a:pt x="3232947" y="294422"/>
                </a:moveTo>
                <a:lnTo>
                  <a:pt x="3232947" y="495439"/>
                </a:lnTo>
                <a:lnTo>
                  <a:pt x="3341107" y="495439"/>
                </a:lnTo>
                <a:cubicBezTo>
                  <a:pt x="3396583" y="495439"/>
                  <a:pt x="3414144" y="470114"/>
                  <a:pt x="3414144" y="415903"/>
                </a:cubicBezTo>
                <a:lnTo>
                  <a:pt x="3414144" y="371188"/>
                </a:lnTo>
                <a:cubicBezTo>
                  <a:pt x="3414144" y="314999"/>
                  <a:pt x="3389399" y="294422"/>
                  <a:pt x="3333923" y="294422"/>
                </a:cubicBezTo>
                <a:close/>
                <a:moveTo>
                  <a:pt x="3135563" y="294422"/>
                </a:moveTo>
                <a:lnTo>
                  <a:pt x="3135563" y="495439"/>
                </a:lnTo>
                <a:lnTo>
                  <a:pt x="3188645" y="495439"/>
                </a:lnTo>
                <a:lnTo>
                  <a:pt x="3188645" y="294422"/>
                </a:lnTo>
                <a:close/>
                <a:moveTo>
                  <a:pt x="2807891" y="294422"/>
                </a:moveTo>
                <a:lnTo>
                  <a:pt x="2807891" y="495439"/>
                </a:lnTo>
                <a:lnTo>
                  <a:pt x="2860973" y="495439"/>
                </a:lnTo>
                <a:lnTo>
                  <a:pt x="2860973" y="294422"/>
                </a:lnTo>
                <a:close/>
                <a:moveTo>
                  <a:pt x="2585186" y="294422"/>
                </a:moveTo>
                <a:lnTo>
                  <a:pt x="2585186" y="495439"/>
                </a:lnTo>
                <a:lnTo>
                  <a:pt x="2638268" y="495439"/>
                </a:lnTo>
                <a:lnTo>
                  <a:pt x="2638268" y="439645"/>
                </a:lnTo>
                <a:lnTo>
                  <a:pt x="2679376" y="439645"/>
                </a:lnTo>
                <a:cubicBezTo>
                  <a:pt x="2695341" y="439645"/>
                  <a:pt x="2701727" y="449933"/>
                  <a:pt x="2701328" y="464574"/>
                </a:cubicBezTo>
                <a:lnTo>
                  <a:pt x="2701328" y="495439"/>
                </a:lnTo>
                <a:lnTo>
                  <a:pt x="2754410" y="495439"/>
                </a:lnTo>
                <a:lnTo>
                  <a:pt x="2754410" y="452308"/>
                </a:lnTo>
                <a:cubicBezTo>
                  <a:pt x="2754410" y="429752"/>
                  <a:pt x="2740441" y="417881"/>
                  <a:pt x="2718490" y="417090"/>
                </a:cubicBezTo>
                <a:lnTo>
                  <a:pt x="2718490" y="415111"/>
                </a:lnTo>
                <a:cubicBezTo>
                  <a:pt x="2756405" y="406406"/>
                  <a:pt x="2756405" y="387016"/>
                  <a:pt x="2756405" y="354173"/>
                </a:cubicBezTo>
                <a:cubicBezTo>
                  <a:pt x="2756405" y="305106"/>
                  <a:pt x="2733656" y="295213"/>
                  <a:pt x="2687758" y="294422"/>
                </a:cubicBezTo>
                <a:close/>
                <a:moveTo>
                  <a:pt x="2444698" y="294422"/>
                </a:moveTo>
                <a:cubicBezTo>
                  <a:pt x="2390818" y="294422"/>
                  <a:pt x="2352503" y="305897"/>
                  <a:pt x="2352503" y="366836"/>
                </a:cubicBezTo>
                <a:lnTo>
                  <a:pt x="2352503" y="423025"/>
                </a:lnTo>
                <a:cubicBezTo>
                  <a:pt x="2352503" y="483964"/>
                  <a:pt x="2390818" y="495439"/>
                  <a:pt x="2445097" y="495043"/>
                </a:cubicBezTo>
                <a:cubicBezTo>
                  <a:pt x="2498977" y="495043"/>
                  <a:pt x="2537292" y="483568"/>
                  <a:pt x="2537292" y="422630"/>
                </a:cubicBezTo>
                <a:lnTo>
                  <a:pt x="2537292" y="366836"/>
                </a:lnTo>
                <a:cubicBezTo>
                  <a:pt x="2537292" y="305897"/>
                  <a:pt x="2498977" y="294422"/>
                  <a:pt x="2444698" y="294422"/>
                </a:cubicBezTo>
                <a:close/>
                <a:moveTo>
                  <a:pt x="2249532" y="294422"/>
                </a:moveTo>
                <a:lnTo>
                  <a:pt x="2249532" y="432918"/>
                </a:lnTo>
                <a:cubicBezTo>
                  <a:pt x="2249532" y="445185"/>
                  <a:pt x="2247138" y="449537"/>
                  <a:pt x="2230774" y="449537"/>
                </a:cubicBezTo>
                <a:cubicBezTo>
                  <a:pt x="2216406" y="449537"/>
                  <a:pt x="2214410" y="443602"/>
                  <a:pt x="2214410" y="427378"/>
                </a:cubicBezTo>
                <a:lnTo>
                  <a:pt x="2214410" y="411154"/>
                </a:lnTo>
                <a:lnTo>
                  <a:pt x="2163723" y="411154"/>
                </a:lnTo>
                <a:lnTo>
                  <a:pt x="2163723" y="427378"/>
                </a:lnTo>
                <a:cubicBezTo>
                  <a:pt x="2163723" y="482381"/>
                  <a:pt x="2175297" y="495439"/>
                  <a:pt x="2230375" y="495439"/>
                </a:cubicBezTo>
                <a:cubicBezTo>
                  <a:pt x="2286251" y="495439"/>
                  <a:pt x="2302215" y="485942"/>
                  <a:pt x="2302215" y="432918"/>
                </a:cubicBezTo>
                <a:lnTo>
                  <a:pt x="2302215" y="294422"/>
                </a:lnTo>
                <a:close/>
                <a:moveTo>
                  <a:pt x="2995874" y="294026"/>
                </a:moveTo>
                <a:cubicBezTo>
                  <a:pt x="2943989" y="294026"/>
                  <a:pt x="2911661" y="297983"/>
                  <a:pt x="2911661" y="354569"/>
                </a:cubicBezTo>
                <a:cubicBezTo>
                  <a:pt x="2911661" y="411154"/>
                  <a:pt x="2940397" y="410759"/>
                  <a:pt x="2989488" y="414320"/>
                </a:cubicBezTo>
                <a:lnTo>
                  <a:pt x="3001062" y="415111"/>
                </a:lnTo>
                <a:cubicBezTo>
                  <a:pt x="3026207" y="416694"/>
                  <a:pt x="3029000" y="416694"/>
                  <a:pt x="3029000" y="433709"/>
                </a:cubicBezTo>
                <a:cubicBezTo>
                  <a:pt x="3029000" y="450329"/>
                  <a:pt x="3021018" y="451912"/>
                  <a:pt x="2995874" y="451912"/>
                </a:cubicBezTo>
                <a:cubicBezTo>
                  <a:pt x="2969932" y="451912"/>
                  <a:pt x="2962348" y="449933"/>
                  <a:pt x="2962348" y="429356"/>
                </a:cubicBezTo>
                <a:lnTo>
                  <a:pt x="2911262" y="429356"/>
                </a:lnTo>
                <a:cubicBezTo>
                  <a:pt x="2911262" y="494252"/>
                  <a:pt x="2945187" y="495439"/>
                  <a:pt x="2995874" y="495439"/>
                </a:cubicBezTo>
                <a:cubicBezTo>
                  <a:pt x="3083679" y="495439"/>
                  <a:pt x="3082481" y="463387"/>
                  <a:pt x="3082481" y="430544"/>
                </a:cubicBezTo>
                <a:cubicBezTo>
                  <a:pt x="3082481" y="385038"/>
                  <a:pt x="3067714" y="377915"/>
                  <a:pt x="3008645" y="373562"/>
                </a:cubicBezTo>
                <a:lnTo>
                  <a:pt x="2986694" y="371980"/>
                </a:lnTo>
                <a:cubicBezTo>
                  <a:pt x="2972326" y="370792"/>
                  <a:pt x="2964743" y="370397"/>
                  <a:pt x="2964743" y="354569"/>
                </a:cubicBezTo>
                <a:cubicBezTo>
                  <a:pt x="2964743" y="343489"/>
                  <a:pt x="2967138" y="337553"/>
                  <a:pt x="2995874" y="337553"/>
                </a:cubicBezTo>
                <a:cubicBezTo>
                  <a:pt x="3017426" y="337553"/>
                  <a:pt x="3025808" y="337553"/>
                  <a:pt x="3025808" y="357734"/>
                </a:cubicBezTo>
                <a:lnTo>
                  <a:pt x="3076894" y="357734"/>
                </a:lnTo>
                <a:lnTo>
                  <a:pt x="3076894" y="349425"/>
                </a:lnTo>
                <a:cubicBezTo>
                  <a:pt x="3076894" y="294817"/>
                  <a:pt x="3039377" y="294026"/>
                  <a:pt x="2995874" y="294026"/>
                </a:cubicBezTo>
                <a:close/>
                <a:moveTo>
                  <a:pt x="2" y="0"/>
                </a:moveTo>
                <a:lnTo>
                  <a:pt x="3938548" y="0"/>
                </a:lnTo>
                <a:lnTo>
                  <a:pt x="3938548" y="6858000"/>
                </a:lnTo>
                <a:lnTo>
                  <a:pt x="2" y="6858000"/>
                </a:lnTo>
                <a:lnTo>
                  <a:pt x="2" y="1059875"/>
                </a:lnTo>
                <a:lnTo>
                  <a:pt x="0" y="1059875"/>
                </a:lnTo>
                <a:lnTo>
                  <a:pt x="0" y="145475"/>
                </a:lnTo>
                <a:lnTo>
                  <a:pt x="2" y="145475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/>
          <a:p>
            <a:endParaRPr lang="nl-NL"/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192696" y="2138901"/>
            <a:ext cx="6217920" cy="3953923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4" name="Tijdelijke aanduiding voor verticale tekst 2">
            <a:extLst>
              <a:ext uri="{FF2B5EF4-FFF2-40B4-BE49-F238E27FC236}">
                <a16:creationId xmlns:a16="http://schemas.microsoft.com/office/drawing/2014/main" id="{92E62DDD-B8D2-9146-B75F-2847AA5559C5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34" name="Titel 20">
            <a:extLst>
              <a:ext uri="{FF2B5EF4-FFF2-40B4-BE49-F238E27FC236}">
                <a16:creationId xmlns:a16="http://schemas.microsoft.com/office/drawing/2014/main" id="{ED088E3F-EEAA-1546-8CA3-33DAA169EA2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2695" y="765175"/>
            <a:ext cx="6217919" cy="898498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36" name="Tijdelijke aanduiding voor tekst 28">
            <a:extLst>
              <a:ext uri="{FF2B5EF4-FFF2-40B4-BE49-F238E27FC236}">
                <a16:creationId xmlns:a16="http://schemas.microsoft.com/office/drawing/2014/main" id="{2D446AF8-49C9-6F43-8B16-F4E571F56DC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233967" y="1692403"/>
            <a:ext cx="905504" cy="21423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80" name="Vrije vorm 79">
            <a:extLst>
              <a:ext uri="{FF2B5EF4-FFF2-40B4-BE49-F238E27FC236}">
                <a16:creationId xmlns:a16="http://schemas.microsoft.com/office/drawing/2014/main" id="{0AB20BE6-5E14-BB4C-A42D-E272363BD94C}"/>
              </a:ext>
            </a:extLst>
          </p:cNvPr>
          <p:cNvSpPr/>
          <p:nvPr userDrawn="1"/>
        </p:nvSpPr>
        <p:spPr>
          <a:xfrm>
            <a:off x="10432111" y="294421"/>
            <a:ext cx="137754" cy="199945"/>
          </a:xfrm>
          <a:custGeom>
            <a:avLst/>
            <a:gdLst>
              <a:gd name="connsiteX0" fmla="*/ 330518 w 330517"/>
              <a:gd name="connsiteY0" fmla="*/ 0 h 479734"/>
              <a:gd name="connsiteX1" fmla="*/ 330518 w 330517"/>
              <a:gd name="connsiteY1" fmla="*/ 330526 h 479734"/>
              <a:gd name="connsiteX2" fmla="*/ 159068 w 330517"/>
              <a:gd name="connsiteY2" fmla="*/ 479734 h 479734"/>
              <a:gd name="connsiteX3" fmla="*/ 0 w 330517"/>
              <a:gd name="connsiteY3" fmla="*/ 317305 h 479734"/>
              <a:gd name="connsiteX4" fmla="*/ 0 w 330517"/>
              <a:gd name="connsiteY4" fmla="*/ 278586 h 479734"/>
              <a:gd name="connsiteX5" fmla="*/ 120968 w 330517"/>
              <a:gd name="connsiteY5" fmla="*/ 278586 h 479734"/>
              <a:gd name="connsiteX6" fmla="*/ 120968 w 330517"/>
              <a:gd name="connsiteY6" fmla="*/ 317305 h 479734"/>
              <a:gd name="connsiteX7" fmla="*/ 160020 w 330517"/>
              <a:gd name="connsiteY7" fmla="*/ 370189 h 479734"/>
              <a:gd name="connsiteX8" fmla="*/ 204788 w 330517"/>
              <a:gd name="connsiteY8" fmla="*/ 330526 h 479734"/>
              <a:gd name="connsiteX9" fmla="*/ 204788 w 330517"/>
              <a:gd name="connsiteY9" fmla="*/ 0 h 479734"/>
              <a:gd name="connsiteX10" fmla="*/ 330518 w 330517"/>
              <a:gd name="connsiteY10" fmla="*/ 0 h 479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30517" h="479734">
                <a:moveTo>
                  <a:pt x="330518" y="0"/>
                </a:moveTo>
                <a:lnTo>
                  <a:pt x="330518" y="330526"/>
                </a:lnTo>
                <a:cubicBezTo>
                  <a:pt x="330518" y="457070"/>
                  <a:pt x="292418" y="479734"/>
                  <a:pt x="159068" y="479734"/>
                </a:cubicBezTo>
                <a:cubicBezTo>
                  <a:pt x="27623" y="479734"/>
                  <a:pt x="0" y="448571"/>
                  <a:pt x="0" y="317305"/>
                </a:cubicBezTo>
                <a:lnTo>
                  <a:pt x="0" y="278586"/>
                </a:lnTo>
                <a:lnTo>
                  <a:pt x="120968" y="278586"/>
                </a:lnTo>
                <a:lnTo>
                  <a:pt x="120968" y="317305"/>
                </a:lnTo>
                <a:cubicBezTo>
                  <a:pt x="120968" y="356023"/>
                  <a:pt x="125730" y="370189"/>
                  <a:pt x="160020" y="370189"/>
                </a:cubicBezTo>
                <a:cubicBezTo>
                  <a:pt x="199073" y="370189"/>
                  <a:pt x="204788" y="359801"/>
                  <a:pt x="204788" y="330526"/>
                </a:cubicBezTo>
                <a:lnTo>
                  <a:pt x="204788" y="0"/>
                </a:lnTo>
                <a:lnTo>
                  <a:pt x="330518" y="0"/>
                </a:ln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1" name="Vrije vorm 80">
            <a:extLst>
              <a:ext uri="{FF2B5EF4-FFF2-40B4-BE49-F238E27FC236}">
                <a16:creationId xmlns:a16="http://schemas.microsoft.com/office/drawing/2014/main" id="{A4A1C747-375F-7F4D-9F24-091FFCE887F2}"/>
              </a:ext>
            </a:extLst>
          </p:cNvPr>
          <p:cNvSpPr/>
          <p:nvPr userDrawn="1"/>
        </p:nvSpPr>
        <p:spPr>
          <a:xfrm>
            <a:off x="10619885" y="294421"/>
            <a:ext cx="183804" cy="199561"/>
          </a:xfrm>
          <a:custGeom>
            <a:avLst/>
            <a:gdLst>
              <a:gd name="connsiteX0" fmla="*/ 0 w 441007"/>
              <a:gd name="connsiteY0" fmla="*/ 306917 h 478813"/>
              <a:gd name="connsiteX1" fmla="*/ 0 w 441007"/>
              <a:gd name="connsiteY1" fmla="*/ 172818 h 478813"/>
              <a:gd name="connsiteX2" fmla="*/ 220028 w 441007"/>
              <a:gd name="connsiteY2" fmla="*/ 0 h 478813"/>
              <a:gd name="connsiteX3" fmla="*/ 441008 w 441007"/>
              <a:gd name="connsiteY3" fmla="*/ 172818 h 478813"/>
              <a:gd name="connsiteX4" fmla="*/ 441008 w 441007"/>
              <a:gd name="connsiteY4" fmla="*/ 305972 h 478813"/>
              <a:gd name="connsiteX5" fmla="*/ 220980 w 441007"/>
              <a:gd name="connsiteY5" fmla="*/ 478790 h 478813"/>
              <a:gd name="connsiteX6" fmla="*/ 0 w 441007"/>
              <a:gd name="connsiteY6" fmla="*/ 306917 h 478813"/>
              <a:gd name="connsiteX7" fmla="*/ 309563 w 441007"/>
              <a:gd name="connsiteY7" fmla="*/ 292751 h 478813"/>
              <a:gd name="connsiteX8" fmla="*/ 309563 w 441007"/>
              <a:gd name="connsiteY8" fmla="*/ 186039 h 478813"/>
              <a:gd name="connsiteX9" fmla="*/ 220028 w 441007"/>
              <a:gd name="connsiteY9" fmla="*/ 109546 h 478813"/>
              <a:gd name="connsiteX10" fmla="*/ 130493 w 441007"/>
              <a:gd name="connsiteY10" fmla="*/ 186039 h 478813"/>
              <a:gd name="connsiteX11" fmla="*/ 130493 w 441007"/>
              <a:gd name="connsiteY11" fmla="*/ 292751 h 478813"/>
              <a:gd name="connsiteX12" fmla="*/ 220028 w 441007"/>
              <a:gd name="connsiteY12" fmla="*/ 370189 h 478813"/>
              <a:gd name="connsiteX13" fmla="*/ 309563 w 441007"/>
              <a:gd name="connsiteY13" fmla="*/ 292751 h 478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41007" h="478813">
                <a:moveTo>
                  <a:pt x="0" y="306917"/>
                </a:moveTo>
                <a:lnTo>
                  <a:pt x="0" y="172818"/>
                </a:lnTo>
                <a:cubicBezTo>
                  <a:pt x="0" y="27386"/>
                  <a:pt x="91440" y="0"/>
                  <a:pt x="220028" y="0"/>
                </a:cubicBezTo>
                <a:cubicBezTo>
                  <a:pt x="349568" y="0"/>
                  <a:pt x="441008" y="27386"/>
                  <a:pt x="441008" y="172818"/>
                </a:cubicBezTo>
                <a:lnTo>
                  <a:pt x="441008" y="305972"/>
                </a:lnTo>
                <a:cubicBezTo>
                  <a:pt x="441008" y="451404"/>
                  <a:pt x="349568" y="478790"/>
                  <a:pt x="220980" y="478790"/>
                </a:cubicBezTo>
                <a:cubicBezTo>
                  <a:pt x="91440" y="479734"/>
                  <a:pt x="0" y="452348"/>
                  <a:pt x="0" y="306917"/>
                </a:cubicBezTo>
                <a:close/>
                <a:moveTo>
                  <a:pt x="309563" y="292751"/>
                </a:moveTo>
                <a:lnTo>
                  <a:pt x="309563" y="186039"/>
                </a:lnTo>
                <a:cubicBezTo>
                  <a:pt x="309563" y="116156"/>
                  <a:pt x="285750" y="109546"/>
                  <a:pt x="220028" y="109546"/>
                </a:cubicBezTo>
                <a:cubicBezTo>
                  <a:pt x="154305" y="109546"/>
                  <a:pt x="132398" y="116156"/>
                  <a:pt x="130493" y="186039"/>
                </a:cubicBezTo>
                <a:lnTo>
                  <a:pt x="130493" y="292751"/>
                </a:lnTo>
                <a:cubicBezTo>
                  <a:pt x="132398" y="363578"/>
                  <a:pt x="154305" y="370189"/>
                  <a:pt x="220028" y="370189"/>
                </a:cubicBezTo>
                <a:cubicBezTo>
                  <a:pt x="285750" y="370189"/>
                  <a:pt x="309563" y="363578"/>
                  <a:pt x="309563" y="292751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2" name="Vrije vorm 81">
            <a:extLst>
              <a:ext uri="{FF2B5EF4-FFF2-40B4-BE49-F238E27FC236}">
                <a16:creationId xmlns:a16="http://schemas.microsoft.com/office/drawing/2014/main" id="{86E6863E-24C4-094F-A038-857349DB3F2A}"/>
              </a:ext>
            </a:extLst>
          </p:cNvPr>
          <p:cNvSpPr/>
          <p:nvPr userDrawn="1"/>
        </p:nvSpPr>
        <p:spPr>
          <a:xfrm>
            <a:off x="10851328" y="294421"/>
            <a:ext cx="170307" cy="199945"/>
          </a:xfrm>
          <a:custGeom>
            <a:avLst/>
            <a:gdLst>
              <a:gd name="connsiteX0" fmla="*/ 0 w 408622"/>
              <a:gd name="connsiteY0" fmla="*/ 0 h 479734"/>
              <a:gd name="connsiteX1" fmla="*/ 244793 w 408622"/>
              <a:gd name="connsiteY1" fmla="*/ 0 h 479734"/>
              <a:gd name="connsiteX2" fmla="*/ 408623 w 408622"/>
              <a:gd name="connsiteY2" fmla="*/ 142598 h 479734"/>
              <a:gd name="connsiteX3" fmla="*/ 318135 w 408622"/>
              <a:gd name="connsiteY3" fmla="*/ 288030 h 479734"/>
              <a:gd name="connsiteX4" fmla="*/ 318135 w 408622"/>
              <a:gd name="connsiteY4" fmla="*/ 292751 h 479734"/>
              <a:gd name="connsiteX5" fmla="*/ 403860 w 408622"/>
              <a:gd name="connsiteY5" fmla="*/ 376799 h 479734"/>
              <a:gd name="connsiteX6" fmla="*/ 403860 w 408622"/>
              <a:gd name="connsiteY6" fmla="*/ 479734 h 479734"/>
              <a:gd name="connsiteX7" fmla="*/ 277178 w 408622"/>
              <a:gd name="connsiteY7" fmla="*/ 479734 h 479734"/>
              <a:gd name="connsiteX8" fmla="*/ 277178 w 408622"/>
              <a:gd name="connsiteY8" fmla="*/ 406074 h 479734"/>
              <a:gd name="connsiteX9" fmla="*/ 224790 w 408622"/>
              <a:gd name="connsiteY9" fmla="*/ 346580 h 479734"/>
              <a:gd name="connsiteX10" fmla="*/ 126683 w 408622"/>
              <a:gd name="connsiteY10" fmla="*/ 346580 h 479734"/>
              <a:gd name="connsiteX11" fmla="*/ 126683 w 408622"/>
              <a:gd name="connsiteY11" fmla="*/ 479734 h 479734"/>
              <a:gd name="connsiteX12" fmla="*/ 0 w 408622"/>
              <a:gd name="connsiteY12" fmla="*/ 479734 h 479734"/>
              <a:gd name="connsiteX13" fmla="*/ 0 w 408622"/>
              <a:gd name="connsiteY13" fmla="*/ 0 h 479734"/>
              <a:gd name="connsiteX14" fmla="*/ 224790 w 408622"/>
              <a:gd name="connsiteY14" fmla="*/ 237034 h 479734"/>
              <a:gd name="connsiteX15" fmla="*/ 277178 w 408622"/>
              <a:gd name="connsiteY15" fmla="*/ 163374 h 479734"/>
              <a:gd name="connsiteX16" fmla="*/ 224790 w 408622"/>
              <a:gd name="connsiteY16" fmla="*/ 109546 h 479734"/>
              <a:gd name="connsiteX17" fmla="*/ 126683 w 408622"/>
              <a:gd name="connsiteY17" fmla="*/ 109546 h 479734"/>
              <a:gd name="connsiteX18" fmla="*/ 126683 w 408622"/>
              <a:gd name="connsiteY18" fmla="*/ 237034 h 479734"/>
              <a:gd name="connsiteX19" fmla="*/ 224790 w 408622"/>
              <a:gd name="connsiteY19" fmla="*/ 237034 h 479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08622" h="479734">
                <a:moveTo>
                  <a:pt x="0" y="0"/>
                </a:moveTo>
                <a:lnTo>
                  <a:pt x="244793" y="0"/>
                </a:lnTo>
                <a:cubicBezTo>
                  <a:pt x="354330" y="1889"/>
                  <a:pt x="408623" y="25498"/>
                  <a:pt x="408623" y="142598"/>
                </a:cubicBezTo>
                <a:cubicBezTo>
                  <a:pt x="408623" y="220980"/>
                  <a:pt x="408623" y="267254"/>
                  <a:pt x="318135" y="288030"/>
                </a:cubicBezTo>
                <a:lnTo>
                  <a:pt x="318135" y="292751"/>
                </a:lnTo>
                <a:cubicBezTo>
                  <a:pt x="370523" y="294640"/>
                  <a:pt x="403860" y="322971"/>
                  <a:pt x="403860" y="376799"/>
                </a:cubicBezTo>
                <a:lnTo>
                  <a:pt x="403860" y="479734"/>
                </a:lnTo>
                <a:lnTo>
                  <a:pt x="277178" y="479734"/>
                </a:lnTo>
                <a:lnTo>
                  <a:pt x="277178" y="406074"/>
                </a:lnTo>
                <a:cubicBezTo>
                  <a:pt x="278130" y="371133"/>
                  <a:pt x="262890" y="346580"/>
                  <a:pt x="224790" y="346580"/>
                </a:cubicBezTo>
                <a:lnTo>
                  <a:pt x="126683" y="346580"/>
                </a:lnTo>
                <a:lnTo>
                  <a:pt x="126683" y="479734"/>
                </a:lnTo>
                <a:lnTo>
                  <a:pt x="0" y="479734"/>
                </a:lnTo>
                <a:lnTo>
                  <a:pt x="0" y="0"/>
                </a:lnTo>
                <a:close/>
                <a:moveTo>
                  <a:pt x="224790" y="237034"/>
                </a:moveTo>
                <a:cubicBezTo>
                  <a:pt x="279082" y="237034"/>
                  <a:pt x="277178" y="217203"/>
                  <a:pt x="277178" y="163374"/>
                </a:cubicBezTo>
                <a:cubicBezTo>
                  <a:pt x="277178" y="120878"/>
                  <a:pt x="266700" y="109546"/>
                  <a:pt x="224790" y="109546"/>
                </a:cubicBezTo>
                <a:lnTo>
                  <a:pt x="126683" y="109546"/>
                </a:lnTo>
                <a:lnTo>
                  <a:pt x="126683" y="237034"/>
                </a:lnTo>
                <a:lnTo>
                  <a:pt x="224790" y="237034"/>
                </a:ln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3" name="Vrije vorm 82">
            <a:extLst>
              <a:ext uri="{FF2B5EF4-FFF2-40B4-BE49-F238E27FC236}">
                <a16:creationId xmlns:a16="http://schemas.microsoft.com/office/drawing/2014/main" id="{0C787FD4-0461-0D41-986C-414E00CEF92B}"/>
              </a:ext>
            </a:extLst>
          </p:cNvPr>
          <p:cNvSpPr/>
          <p:nvPr userDrawn="1"/>
        </p:nvSpPr>
        <p:spPr>
          <a:xfrm>
            <a:off x="11072846" y="294421"/>
            <a:ext cx="52799" cy="199945"/>
          </a:xfrm>
          <a:custGeom>
            <a:avLst/>
            <a:gdLst>
              <a:gd name="connsiteX0" fmla="*/ 126683 w 126682"/>
              <a:gd name="connsiteY0" fmla="*/ 479734 h 479734"/>
              <a:gd name="connsiteX1" fmla="*/ 0 w 126682"/>
              <a:gd name="connsiteY1" fmla="*/ 479734 h 479734"/>
              <a:gd name="connsiteX2" fmla="*/ 0 w 126682"/>
              <a:gd name="connsiteY2" fmla="*/ 0 h 479734"/>
              <a:gd name="connsiteX3" fmla="*/ 126683 w 126682"/>
              <a:gd name="connsiteY3" fmla="*/ 0 h 479734"/>
              <a:gd name="connsiteX4" fmla="*/ 126683 w 126682"/>
              <a:gd name="connsiteY4" fmla="*/ 479734 h 479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82" h="479734">
                <a:moveTo>
                  <a:pt x="126683" y="479734"/>
                </a:moveTo>
                <a:lnTo>
                  <a:pt x="0" y="479734"/>
                </a:lnTo>
                <a:lnTo>
                  <a:pt x="0" y="0"/>
                </a:lnTo>
                <a:lnTo>
                  <a:pt x="126683" y="0"/>
                </a:lnTo>
                <a:lnTo>
                  <a:pt x="126683" y="479734"/>
                </a:ln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4" name="Vrije vorm 83">
            <a:extLst>
              <a:ext uri="{FF2B5EF4-FFF2-40B4-BE49-F238E27FC236}">
                <a16:creationId xmlns:a16="http://schemas.microsoft.com/office/drawing/2014/main" id="{46E5AEDA-53F7-9741-A387-67999FE7D67A}"/>
              </a:ext>
            </a:extLst>
          </p:cNvPr>
          <p:cNvSpPr/>
          <p:nvPr userDrawn="1"/>
        </p:nvSpPr>
        <p:spPr>
          <a:xfrm>
            <a:off x="11175666" y="294027"/>
            <a:ext cx="170308" cy="200339"/>
          </a:xfrm>
          <a:custGeom>
            <a:avLst/>
            <a:gdLst>
              <a:gd name="connsiteX0" fmla="*/ 232410 w 408624"/>
              <a:gd name="connsiteY0" fmla="*/ 189816 h 480678"/>
              <a:gd name="connsiteX1" fmla="*/ 408622 w 408624"/>
              <a:gd name="connsiteY1" fmla="*/ 325804 h 480678"/>
              <a:gd name="connsiteX2" fmla="*/ 201930 w 408624"/>
              <a:gd name="connsiteY2" fmla="*/ 480679 h 480678"/>
              <a:gd name="connsiteX3" fmla="*/ 0 w 408624"/>
              <a:gd name="connsiteY3" fmla="*/ 322971 h 480678"/>
              <a:gd name="connsiteX4" fmla="*/ 121920 w 408624"/>
              <a:gd name="connsiteY4" fmla="*/ 322971 h 480678"/>
              <a:gd name="connsiteX5" fmla="*/ 201930 w 408624"/>
              <a:gd name="connsiteY5" fmla="*/ 376799 h 480678"/>
              <a:gd name="connsiteX6" fmla="*/ 280988 w 408624"/>
              <a:gd name="connsiteY6" fmla="*/ 333359 h 480678"/>
              <a:gd name="connsiteX7" fmla="*/ 214313 w 408624"/>
              <a:gd name="connsiteY7" fmla="*/ 288974 h 480678"/>
              <a:gd name="connsiteX8" fmla="*/ 186690 w 408624"/>
              <a:gd name="connsiteY8" fmla="*/ 287085 h 480678"/>
              <a:gd name="connsiteX9" fmla="*/ 952 w 408624"/>
              <a:gd name="connsiteY9" fmla="*/ 144487 h 480678"/>
              <a:gd name="connsiteX10" fmla="*/ 201930 w 408624"/>
              <a:gd name="connsiteY10" fmla="*/ 0 h 480678"/>
              <a:gd name="connsiteX11" fmla="*/ 395288 w 408624"/>
              <a:gd name="connsiteY11" fmla="*/ 132210 h 480678"/>
              <a:gd name="connsiteX12" fmla="*/ 395288 w 408624"/>
              <a:gd name="connsiteY12" fmla="*/ 152042 h 480678"/>
              <a:gd name="connsiteX13" fmla="*/ 273367 w 408624"/>
              <a:gd name="connsiteY13" fmla="*/ 152042 h 480678"/>
              <a:gd name="connsiteX14" fmla="*/ 201930 w 408624"/>
              <a:gd name="connsiteY14" fmla="*/ 103879 h 480678"/>
              <a:gd name="connsiteX15" fmla="*/ 127635 w 408624"/>
              <a:gd name="connsiteY15" fmla="*/ 144487 h 480678"/>
              <a:gd name="connsiteX16" fmla="*/ 180022 w 408624"/>
              <a:gd name="connsiteY16" fmla="*/ 186039 h 480678"/>
              <a:gd name="connsiteX17" fmla="*/ 232410 w 408624"/>
              <a:gd name="connsiteY17" fmla="*/ 189816 h 480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08624" h="480678">
                <a:moveTo>
                  <a:pt x="232410" y="189816"/>
                </a:moveTo>
                <a:cubicBezTo>
                  <a:pt x="373380" y="200204"/>
                  <a:pt x="408622" y="217203"/>
                  <a:pt x="408622" y="325804"/>
                </a:cubicBezTo>
                <a:cubicBezTo>
                  <a:pt x="408622" y="404186"/>
                  <a:pt x="411480" y="480679"/>
                  <a:pt x="201930" y="480679"/>
                </a:cubicBezTo>
                <a:cubicBezTo>
                  <a:pt x="80963" y="480679"/>
                  <a:pt x="0" y="477846"/>
                  <a:pt x="0" y="322971"/>
                </a:cubicBezTo>
                <a:lnTo>
                  <a:pt x="121920" y="322971"/>
                </a:lnTo>
                <a:cubicBezTo>
                  <a:pt x="121920" y="372077"/>
                  <a:pt x="140017" y="376799"/>
                  <a:pt x="201930" y="376799"/>
                </a:cubicBezTo>
                <a:cubicBezTo>
                  <a:pt x="261938" y="376799"/>
                  <a:pt x="280988" y="373022"/>
                  <a:pt x="280988" y="333359"/>
                </a:cubicBezTo>
                <a:cubicBezTo>
                  <a:pt x="280988" y="292751"/>
                  <a:pt x="274320" y="292751"/>
                  <a:pt x="214313" y="288974"/>
                </a:cubicBezTo>
                <a:lnTo>
                  <a:pt x="186690" y="287085"/>
                </a:lnTo>
                <a:cubicBezTo>
                  <a:pt x="69533" y="278586"/>
                  <a:pt x="952" y="279530"/>
                  <a:pt x="952" y="144487"/>
                </a:cubicBezTo>
                <a:cubicBezTo>
                  <a:pt x="952" y="9444"/>
                  <a:pt x="78105" y="0"/>
                  <a:pt x="201930" y="0"/>
                </a:cubicBezTo>
                <a:cubicBezTo>
                  <a:pt x="305752" y="0"/>
                  <a:pt x="395288" y="1889"/>
                  <a:pt x="395288" y="132210"/>
                </a:cubicBezTo>
                <a:lnTo>
                  <a:pt x="395288" y="152042"/>
                </a:lnTo>
                <a:lnTo>
                  <a:pt x="273367" y="152042"/>
                </a:lnTo>
                <a:cubicBezTo>
                  <a:pt x="273367" y="103879"/>
                  <a:pt x="253365" y="103879"/>
                  <a:pt x="201930" y="103879"/>
                </a:cubicBezTo>
                <a:cubicBezTo>
                  <a:pt x="133350" y="103879"/>
                  <a:pt x="127635" y="118045"/>
                  <a:pt x="127635" y="144487"/>
                </a:cubicBezTo>
                <a:cubicBezTo>
                  <a:pt x="127635" y="182261"/>
                  <a:pt x="145733" y="183206"/>
                  <a:pt x="180022" y="186039"/>
                </a:cubicBezTo>
                <a:lnTo>
                  <a:pt x="232410" y="189816"/>
                </a:ln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5" name="Groep 14">
            <a:extLst>
              <a:ext uri="{FF2B5EF4-FFF2-40B4-BE49-F238E27FC236}">
                <a16:creationId xmlns:a16="http://schemas.microsoft.com/office/drawing/2014/main" id="{FAADB973-B542-6F4A-B663-C6816CCDD23E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CAD2A25D-91B8-B145-9CD2-37B4E4B1D074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90C8CEA5-5087-834E-B4E6-6C9FBAAA675F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918C311E-F3F7-D14F-A0AC-2CB05D3EB9A7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E99FA632-0695-D54D-BF66-9007E3FB8277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75">
                <a:extLst>
                  <a:ext uri="{FF2B5EF4-FFF2-40B4-BE49-F238E27FC236}">
                    <a16:creationId xmlns:a16="http://schemas.microsoft.com/office/drawing/2014/main" id="{D1C40367-EB8A-BE4B-8DE2-2992AF2355C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76">
                <a:extLst>
                  <a:ext uri="{FF2B5EF4-FFF2-40B4-BE49-F238E27FC236}">
                    <a16:creationId xmlns:a16="http://schemas.microsoft.com/office/drawing/2014/main" id="{5AD328F3-C141-284C-89C8-2E1B65F1AEF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158F59E2-6427-9744-BBD5-4445BB57359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CCF93AF6-29BB-D744-A757-CF0E32121A0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5" name="Rechte verbindingslijn 84">
                <a:extLst>
                  <a:ext uri="{FF2B5EF4-FFF2-40B4-BE49-F238E27FC236}">
                    <a16:creationId xmlns:a16="http://schemas.microsoft.com/office/drawing/2014/main" id="{6ABEA7DB-5E53-D24E-9235-562D670487F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Rechte verbindingslijn 85">
                <a:extLst>
                  <a:ext uri="{FF2B5EF4-FFF2-40B4-BE49-F238E27FC236}">
                    <a16:creationId xmlns:a16="http://schemas.microsoft.com/office/drawing/2014/main" id="{EFF90593-B248-DD42-85ED-7A8FAEA0D05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F6E185A7-507F-A94B-A685-F162206FED41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C4D87017-17F1-CE4F-A406-D8F187D9C662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7501B313-CFEA-8A48-9D48-9C772BD3602C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72">
                <a:extLst>
                  <a:ext uri="{FF2B5EF4-FFF2-40B4-BE49-F238E27FC236}">
                    <a16:creationId xmlns:a16="http://schemas.microsoft.com/office/drawing/2014/main" id="{B96DFEF3-8FA8-4C4F-A3D9-0CD326125D1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74" name="Rechte verbindingslijn 73">
                <a:extLst>
                  <a:ext uri="{FF2B5EF4-FFF2-40B4-BE49-F238E27FC236}">
                    <a16:creationId xmlns:a16="http://schemas.microsoft.com/office/drawing/2014/main" id="{4DEBABE6-270D-4943-A720-570B79214DB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B8ABEAD5-42A4-2840-A241-889CA4D1FC9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A4FC9A6-C786-BF44-BBDC-A811DBAF763C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08E7F308-DF2D-5245-AF40-74FAAE305143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6B0BE980-088F-D74D-88C2-C927316CCE51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F393734B-E8FE-CB4F-BC65-3E7E26F65B10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29">
              <a:extLst>
                <a:ext uri="{FF2B5EF4-FFF2-40B4-BE49-F238E27FC236}">
                  <a16:creationId xmlns:a16="http://schemas.microsoft.com/office/drawing/2014/main" id="{C07C34E9-1495-B84A-A61F-229EE0F0AA09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57" name="Groep 56">
                <a:extLst>
                  <a:ext uri="{FF2B5EF4-FFF2-40B4-BE49-F238E27FC236}">
                    <a16:creationId xmlns:a16="http://schemas.microsoft.com/office/drawing/2014/main" id="{0430F621-0E3A-4943-BE58-CB0B5909FEB1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1400BDF1-B14E-594D-898D-8E4FAFA858A1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7" name="Groep 66">
                    <a:extLst>
                      <a:ext uri="{FF2B5EF4-FFF2-40B4-BE49-F238E27FC236}">
                        <a16:creationId xmlns:a16="http://schemas.microsoft.com/office/drawing/2014/main" id="{74BD5358-4314-0449-9BB9-162B64D6F8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0" name="Rechthoek 69">
                      <a:extLst>
                        <a:ext uri="{FF2B5EF4-FFF2-40B4-BE49-F238E27FC236}">
                          <a16:creationId xmlns:a16="http://schemas.microsoft.com/office/drawing/2014/main" id="{7874D962-D2A6-834C-8922-B67BDE3A73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70">
                      <a:extLst>
                        <a:ext uri="{FF2B5EF4-FFF2-40B4-BE49-F238E27FC236}">
                          <a16:creationId xmlns:a16="http://schemas.microsoft.com/office/drawing/2014/main" id="{2B7A3486-9D37-DB48-8968-7B75267DA7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71">
                      <a:extLst>
                        <a:ext uri="{FF2B5EF4-FFF2-40B4-BE49-F238E27FC236}">
                          <a16:creationId xmlns:a16="http://schemas.microsoft.com/office/drawing/2014/main" id="{4EB13842-855A-274A-B41A-8B8043B0F5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67">
                    <a:extLst>
                      <a:ext uri="{FF2B5EF4-FFF2-40B4-BE49-F238E27FC236}">
                        <a16:creationId xmlns:a16="http://schemas.microsoft.com/office/drawing/2014/main" id="{9B0FBF02-C65E-C943-AAE5-F6B931C5897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68">
                    <a:extLst>
                      <a:ext uri="{FF2B5EF4-FFF2-40B4-BE49-F238E27FC236}">
                        <a16:creationId xmlns:a16="http://schemas.microsoft.com/office/drawing/2014/main" id="{A755FC36-3889-A947-A2AF-AA29FDC5E06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60">
                  <a:extLst>
                    <a:ext uri="{FF2B5EF4-FFF2-40B4-BE49-F238E27FC236}">
                      <a16:creationId xmlns:a16="http://schemas.microsoft.com/office/drawing/2014/main" id="{82D67BFF-2CC2-774C-831F-50E1B1BAFE6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5B44E4CE-6E36-894E-B5A7-43A2B8C2DB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A37CCE9C-E83E-DE42-92F2-06422C801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FF7AD176-B1C2-3D4F-91B9-7AA50D37BD2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62">
                    <a:extLst>
                      <a:ext uri="{FF2B5EF4-FFF2-40B4-BE49-F238E27FC236}">
                        <a16:creationId xmlns:a16="http://schemas.microsoft.com/office/drawing/2014/main" id="{3A3E0537-B1B3-E341-8239-03DB17AC54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63">
                    <a:extLst>
                      <a:ext uri="{FF2B5EF4-FFF2-40B4-BE49-F238E27FC236}">
                        <a16:creationId xmlns:a16="http://schemas.microsoft.com/office/drawing/2014/main" id="{54338C92-1A69-4C4A-AE20-C1CCF5EEF51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57">
                <a:extLst>
                  <a:ext uri="{FF2B5EF4-FFF2-40B4-BE49-F238E27FC236}">
                    <a16:creationId xmlns:a16="http://schemas.microsoft.com/office/drawing/2014/main" id="{FFA5A1C6-49F5-7642-97F5-1FE62C73A62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9B067633-86DE-1F4D-9B9A-A3C7C128E77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E1FAE6D3-5ADF-D84B-938B-75A7BDB5721C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F899F274-96A7-C94F-9444-F0C4EEE63A23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0A2E45C0-A997-224E-A25B-9BD909FA32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36">
                <a:extLst>
                  <a:ext uri="{FF2B5EF4-FFF2-40B4-BE49-F238E27FC236}">
                    <a16:creationId xmlns:a16="http://schemas.microsoft.com/office/drawing/2014/main" id="{F198846B-2284-9943-AF8A-6742850C63B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37">
                <a:extLst>
                  <a:ext uri="{FF2B5EF4-FFF2-40B4-BE49-F238E27FC236}">
                    <a16:creationId xmlns:a16="http://schemas.microsoft.com/office/drawing/2014/main" id="{1391B712-904D-7D47-A738-95D6930ACB0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7EF5DAD0-DBF7-F141-90B6-664A8B05601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51">
                  <a:extLst>
                    <a:ext uri="{FF2B5EF4-FFF2-40B4-BE49-F238E27FC236}">
                      <a16:creationId xmlns:a16="http://schemas.microsoft.com/office/drawing/2014/main" id="{EB776BE1-97A2-0942-8594-393DB317A1EE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52">
                  <a:extLst>
                    <a:ext uri="{FF2B5EF4-FFF2-40B4-BE49-F238E27FC236}">
                      <a16:creationId xmlns:a16="http://schemas.microsoft.com/office/drawing/2014/main" id="{27B33365-020D-654A-843F-7FDD0E6EDD5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39835EC-5250-9248-9471-01F2F45B2FD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8A20AA6-E206-164D-A602-4855D822FB5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99CAFC31-4971-444D-8D2E-3419292B8DF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38">
                <a:extLst>
                  <a:ext uri="{FF2B5EF4-FFF2-40B4-BE49-F238E27FC236}">
                    <a16:creationId xmlns:a16="http://schemas.microsoft.com/office/drawing/2014/main" id="{AAA2DAC1-7327-B740-9DD0-CBB276BA809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765CA1F8-4F23-9840-A95D-8A68CEF4C5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E7B089A1-96D3-8A4B-9267-E4692375B34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45">
                    <a:extLst>
                      <a:ext uri="{FF2B5EF4-FFF2-40B4-BE49-F238E27FC236}">
                        <a16:creationId xmlns:a16="http://schemas.microsoft.com/office/drawing/2014/main" id="{C83332C3-0FAB-E543-B7E2-CDAFD32DCDF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46">
                    <a:extLst>
                      <a:ext uri="{FF2B5EF4-FFF2-40B4-BE49-F238E27FC236}">
                        <a16:creationId xmlns:a16="http://schemas.microsoft.com/office/drawing/2014/main" id="{02452009-6F23-9A45-BC40-DBB7E36825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8D9EF5FF-7660-FD43-AFDF-35BA8B61D1E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1F8DDB24-B6E2-0A47-B192-C632B20204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4FBD2E0F-0A45-ED48-AC64-FB17C7A825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43">
                  <a:extLst>
                    <a:ext uri="{FF2B5EF4-FFF2-40B4-BE49-F238E27FC236}">
                      <a16:creationId xmlns:a16="http://schemas.microsoft.com/office/drawing/2014/main" id="{D3A323EC-AA49-6146-866B-4BE1E0406780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39">
                <a:extLst>
                  <a:ext uri="{FF2B5EF4-FFF2-40B4-BE49-F238E27FC236}">
                    <a16:creationId xmlns:a16="http://schemas.microsoft.com/office/drawing/2014/main" id="{5FEFB495-29B6-414A-A75D-4DB497EB27C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1" name="Tekstvak 40">
                <a:extLst>
                  <a:ext uri="{FF2B5EF4-FFF2-40B4-BE49-F238E27FC236}">
                    <a16:creationId xmlns:a16="http://schemas.microsoft.com/office/drawing/2014/main" id="{6C7113CD-6BF9-0749-AB92-FB1B66C38E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306F3085-96F7-7F40-B37B-3D10F851668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87" name="Afbeelding 86">
            <a:extLst>
              <a:ext uri="{FF2B5EF4-FFF2-40B4-BE49-F238E27FC236}">
                <a16:creationId xmlns:a16="http://schemas.microsoft.com/office/drawing/2014/main" id="{06EE8E68-7A17-4944-B3D0-5B4A3EBF399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88" name="Ovaal 87">
            <a:extLst>
              <a:ext uri="{FF2B5EF4-FFF2-40B4-BE49-F238E27FC236}">
                <a16:creationId xmlns:a16="http://schemas.microsoft.com/office/drawing/2014/main" id="{F7891FDA-CC4F-934B-B158-B920CAD330AE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89" name="Rechthoek 88">
            <a:extLst>
              <a:ext uri="{FF2B5EF4-FFF2-40B4-BE49-F238E27FC236}">
                <a16:creationId xmlns:a16="http://schemas.microsoft.com/office/drawing/2014/main" id="{E072477E-5714-7D4B-84DB-CC0AF7E5D290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90" name="Afbeelding 89">
            <a:extLst>
              <a:ext uri="{FF2B5EF4-FFF2-40B4-BE49-F238E27FC236}">
                <a16:creationId xmlns:a16="http://schemas.microsoft.com/office/drawing/2014/main" id="{39D7A349-2B7E-2B43-8CB0-72D4EF2F136D}"/>
              </a:ext>
            </a:extLst>
          </p:cNvPr>
          <p:cNvPicPr>
            <a:picLocks noChangeAspect="1"/>
          </p:cNvPicPr>
          <p:nvPr userDrawn="1"/>
        </p:nvPicPr>
        <p:blipFill>
          <a:blip r:embed="rId6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  <p:grpSp>
        <p:nvGrpSpPr>
          <p:cNvPr id="91" name="Groep 90">
            <a:extLst>
              <a:ext uri="{FF2B5EF4-FFF2-40B4-BE49-F238E27FC236}">
                <a16:creationId xmlns:a16="http://schemas.microsoft.com/office/drawing/2014/main" id="{9D1E69AF-E556-6049-AA25-86E9555AAC68}"/>
              </a:ext>
            </a:extLst>
          </p:cNvPr>
          <p:cNvGrpSpPr/>
          <p:nvPr userDrawn="1"/>
        </p:nvGrpSpPr>
        <p:grpSpPr>
          <a:xfrm>
            <a:off x="-3194379" y="2857470"/>
            <a:ext cx="3194379" cy="3235354"/>
            <a:chOff x="-3194379" y="2857470"/>
            <a:chExt cx="3194379" cy="3235354"/>
          </a:xfrm>
        </p:grpSpPr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715F4815-C226-2048-B0F6-1486FB4641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137" y="463509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1</a:t>
              </a:r>
            </a:p>
          </p:txBody>
        </p:sp>
        <p:sp>
          <p:nvSpPr>
            <p:cNvPr id="93" name="Ovaal 92">
              <a:extLst>
                <a:ext uri="{FF2B5EF4-FFF2-40B4-BE49-F238E27FC236}">
                  <a16:creationId xmlns:a16="http://schemas.microsoft.com/office/drawing/2014/main" id="{F1C79B50-75FF-BE4B-BB06-CD5C58423DF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487435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2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300E48D-8753-8D4F-9DDF-3BF7B803E4C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10338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3</a:t>
              </a:r>
            </a:p>
          </p:txBody>
        </p:sp>
        <p:sp>
          <p:nvSpPr>
            <p:cNvPr id="95" name="Ovaal 94">
              <a:extLst>
                <a:ext uri="{FF2B5EF4-FFF2-40B4-BE49-F238E27FC236}">
                  <a16:creationId xmlns:a16="http://schemas.microsoft.com/office/drawing/2014/main" id="{3791AD67-B169-4E43-9928-EFA326FA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33528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4</a:t>
              </a:r>
            </a:p>
          </p:txBody>
        </p:sp>
        <p:pic>
          <p:nvPicPr>
            <p:cNvPr id="96" name="Afbeelding 95">
              <a:extLst>
                <a:ext uri="{FF2B5EF4-FFF2-40B4-BE49-F238E27FC236}">
                  <a16:creationId xmlns:a16="http://schemas.microsoft.com/office/drawing/2014/main" id="{E5A74EFD-3110-3F4A-9576-35161611BE6A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7"/>
            <a:srcRect r="76738" b="62308"/>
            <a:stretch/>
          </p:blipFill>
          <p:spPr>
            <a:xfrm>
              <a:off x="-2699907" y="4535706"/>
              <a:ext cx="1626676" cy="1094825"/>
            </a:xfrm>
            <a:prstGeom prst="rect">
              <a:avLst/>
            </a:prstGeom>
          </p:spPr>
        </p:pic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C546B028-6ECD-8D49-8D90-59DA94A20FD9}"/>
                </a:ext>
              </a:extLst>
            </p:cNvPr>
            <p:cNvSpPr/>
            <p:nvPr userDrawn="1"/>
          </p:nvSpPr>
          <p:spPr>
            <a:xfrm>
              <a:off x="-3194379" y="2857470"/>
              <a:ext cx="2923123" cy="323535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CHOOSE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TEXt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 LEVELS</a:t>
              </a:r>
            </a:p>
          </p:txBody>
        </p:sp>
        <p:sp>
          <p:nvSpPr>
            <p:cNvPr id="98" name="Rechthoek 97">
              <a:extLst>
                <a:ext uri="{FF2B5EF4-FFF2-40B4-BE49-F238E27FC236}">
                  <a16:creationId xmlns:a16="http://schemas.microsoft.com/office/drawing/2014/main" id="{5B3B73BE-D3BE-0B4C-ABF8-CB786E7F3553}"/>
                </a:ext>
              </a:extLst>
            </p:cNvPr>
            <p:cNvSpPr/>
            <p:nvPr userDrawn="1"/>
          </p:nvSpPr>
          <p:spPr>
            <a:xfrm>
              <a:off x="-3012396" y="4151269"/>
              <a:ext cx="2741140" cy="49673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List </a:t>
              </a:r>
              <a:r>
                <a:rPr lang="en-GB" sz="1000" b="1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kumimoji="0" lang="en-GB" sz="1000" b="1" i="0" u="none" strike="noStrike" kern="0" cap="none" spc="0" normalizeH="0" baseline="0" noProof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evel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buttons under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Start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tab, to select a text level. Choose from: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9" name="VOORBEELD">
              <a:extLst>
                <a:ext uri="{FF2B5EF4-FFF2-40B4-BE49-F238E27FC236}">
                  <a16:creationId xmlns:a16="http://schemas.microsoft.com/office/drawing/2014/main" id="{BEDEB72C-E280-A847-985D-D0C5BA071A01}"/>
                </a:ext>
              </a:extLst>
            </p:cNvPr>
            <p:cNvGrpSpPr/>
            <p:nvPr userDrawn="1"/>
          </p:nvGrpSpPr>
          <p:grpSpPr>
            <a:xfrm>
              <a:off x="-3013384" y="3353604"/>
              <a:ext cx="3013384" cy="604518"/>
              <a:chOff x="-3605171" y="458674"/>
              <a:chExt cx="3234311" cy="558875"/>
            </a:xfrm>
          </p:grpSpPr>
          <p:sp>
            <p:nvSpPr>
              <p:cNvPr id="100" name="Rechthoek 99">
                <a:extLst>
                  <a:ext uri="{FF2B5EF4-FFF2-40B4-BE49-F238E27FC236}">
                    <a16:creationId xmlns:a16="http://schemas.microsoft.com/office/drawing/2014/main" id="{80279B1A-9E06-B944-828E-F9CE7373F63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01" name="Rechthoek 100">
                <a:extLst>
                  <a:ext uri="{FF2B5EF4-FFF2-40B4-BE49-F238E27FC236}">
                    <a16:creationId xmlns:a16="http://schemas.microsoft.com/office/drawing/2014/main" id="{39152F2A-AB75-2649-9DEE-0A4C841DEA67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02" name="Groep 101">
                <a:extLst>
                  <a:ext uri="{FF2B5EF4-FFF2-40B4-BE49-F238E27FC236}">
                    <a16:creationId xmlns:a16="http://schemas.microsoft.com/office/drawing/2014/main" id="{96A8393B-9554-6946-B264-9EA0BEDE70D4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33" name="Groep 132">
                  <a:extLst>
                    <a:ext uri="{FF2B5EF4-FFF2-40B4-BE49-F238E27FC236}">
                      <a16:creationId xmlns:a16="http://schemas.microsoft.com/office/drawing/2014/main" id="{22129044-FFA8-8E4F-9987-12BD2461641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CEBFF155-1570-8C4B-B3C6-9833BC24C17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7" name="Rechte verbindingslijn 136">
                    <a:extLst>
                      <a:ext uri="{FF2B5EF4-FFF2-40B4-BE49-F238E27FC236}">
                        <a16:creationId xmlns:a16="http://schemas.microsoft.com/office/drawing/2014/main" id="{E9641D69-7F43-2345-B0D0-8BC87B2E43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8" name="Rechte verbindingslijn 137">
                    <a:extLst>
                      <a:ext uri="{FF2B5EF4-FFF2-40B4-BE49-F238E27FC236}">
                        <a16:creationId xmlns:a16="http://schemas.microsoft.com/office/drawing/2014/main" id="{170BAB8C-3146-1D4D-B055-3B7524ED264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0ABD4AAB-32F5-0A47-AB70-9E8544B2462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9CEF5797-8AF5-4F4D-A81A-DC60C8FD47A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4" name="Pijl: rechts 129">
                  <a:extLst>
                    <a:ext uri="{FF2B5EF4-FFF2-40B4-BE49-F238E27FC236}">
                      <a16:creationId xmlns:a16="http://schemas.microsoft.com/office/drawing/2014/main" id="{F7CF57E9-142A-204A-8C72-702C3CBC693E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03" name="Groep 102">
                <a:extLst>
                  <a:ext uri="{FF2B5EF4-FFF2-40B4-BE49-F238E27FC236}">
                    <a16:creationId xmlns:a16="http://schemas.microsoft.com/office/drawing/2014/main" id="{84505F0A-20FD-824D-82A5-FD29F21F451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26" name="Groep 125">
                  <a:extLst>
                    <a:ext uri="{FF2B5EF4-FFF2-40B4-BE49-F238E27FC236}">
                      <a16:creationId xmlns:a16="http://schemas.microsoft.com/office/drawing/2014/main" id="{84F3C1B4-FE57-284B-9E56-607F5C861C6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C47764D9-6625-464D-9E10-9C705E5E373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9" name="Rechte verbindingslijn 128">
                    <a:extLst>
                      <a:ext uri="{FF2B5EF4-FFF2-40B4-BE49-F238E27FC236}">
                        <a16:creationId xmlns:a16="http://schemas.microsoft.com/office/drawing/2014/main" id="{E950BE63-5843-2848-B6EA-AE16F257E5B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0" name="Rechte verbindingslijn 129">
                    <a:extLst>
                      <a:ext uri="{FF2B5EF4-FFF2-40B4-BE49-F238E27FC236}">
                        <a16:creationId xmlns:a16="http://schemas.microsoft.com/office/drawing/2014/main" id="{6889519E-BFA6-2D4E-8470-597329D3863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1" name="Rechte verbindingslijn 130">
                    <a:extLst>
                      <a:ext uri="{FF2B5EF4-FFF2-40B4-BE49-F238E27FC236}">
                        <a16:creationId xmlns:a16="http://schemas.microsoft.com/office/drawing/2014/main" id="{71C46860-030C-514A-B211-15BAA98603F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A7E735A6-5238-454C-856E-C0E600ADD04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7" name="Pijl: rechts 122">
                  <a:extLst>
                    <a:ext uri="{FF2B5EF4-FFF2-40B4-BE49-F238E27FC236}">
                      <a16:creationId xmlns:a16="http://schemas.microsoft.com/office/drawing/2014/main" id="{4D1A2870-6E3B-024A-85F1-722391445F96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04" name="Rechte verbindingslijn 103">
                <a:extLst>
                  <a:ext uri="{FF2B5EF4-FFF2-40B4-BE49-F238E27FC236}">
                    <a16:creationId xmlns:a16="http://schemas.microsoft.com/office/drawing/2014/main" id="{CAFDD2CC-A733-6343-9FCD-D17C754D7F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05" name="Rechte verbindingslijn 104">
                <a:extLst>
                  <a:ext uri="{FF2B5EF4-FFF2-40B4-BE49-F238E27FC236}">
                    <a16:creationId xmlns:a16="http://schemas.microsoft.com/office/drawing/2014/main" id="{9FC9D73A-36E4-2748-B2E2-9542ABFE954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06" name="Rechthoek 105">
                <a:extLst>
                  <a:ext uri="{FF2B5EF4-FFF2-40B4-BE49-F238E27FC236}">
                    <a16:creationId xmlns:a16="http://schemas.microsoft.com/office/drawing/2014/main" id="{BFA61FAF-0490-D54C-90A0-67C0583CA4B1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sp>
            <p:nvSpPr>
              <p:cNvPr id="107" name="Rechthoek 106">
                <a:extLst>
                  <a:ext uri="{FF2B5EF4-FFF2-40B4-BE49-F238E27FC236}">
                    <a16:creationId xmlns:a16="http://schemas.microsoft.com/office/drawing/2014/main" id="{1DC002CB-98C3-3F49-A612-43E099CB4C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Decrease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grpSp>
            <p:nvGrpSpPr>
              <p:cNvPr id="108" name="Groep 107">
                <a:extLst>
                  <a:ext uri="{FF2B5EF4-FFF2-40B4-BE49-F238E27FC236}">
                    <a16:creationId xmlns:a16="http://schemas.microsoft.com/office/drawing/2014/main" id="{32804AA7-2138-E740-80B9-0843C73994C3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18" name="Rechthoek 117">
                  <a:extLst>
                    <a:ext uri="{FF2B5EF4-FFF2-40B4-BE49-F238E27FC236}">
                      <a16:creationId xmlns:a16="http://schemas.microsoft.com/office/drawing/2014/main" id="{E9D814C4-3FD7-6242-B4C2-603AD09D6BA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19" name="Groep 118">
                  <a:extLst>
                    <a:ext uri="{FF2B5EF4-FFF2-40B4-BE49-F238E27FC236}">
                      <a16:creationId xmlns:a16="http://schemas.microsoft.com/office/drawing/2014/main" id="{4177D1D5-B4CC-E44F-8708-AAF5D5B1172F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21" name="Rechte verbindingslijn 120">
                    <a:extLst>
                      <a:ext uri="{FF2B5EF4-FFF2-40B4-BE49-F238E27FC236}">
                        <a16:creationId xmlns:a16="http://schemas.microsoft.com/office/drawing/2014/main" id="{59E8AF5A-5727-8844-8D24-0531FD93913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2" name="Rechte verbindingslijn 121">
                    <a:extLst>
                      <a:ext uri="{FF2B5EF4-FFF2-40B4-BE49-F238E27FC236}">
                        <a16:creationId xmlns:a16="http://schemas.microsoft.com/office/drawing/2014/main" id="{CFCC95CB-D871-A44D-8B21-3B80C078DF2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3" name="Rechte verbindingslijn 122">
                    <a:extLst>
                      <a:ext uri="{FF2B5EF4-FFF2-40B4-BE49-F238E27FC236}">
                        <a16:creationId xmlns:a16="http://schemas.microsoft.com/office/drawing/2014/main" id="{A7204659-0C25-8D47-97F7-0C6F0D8CAA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2697C3EB-D450-744D-859D-CD3F29A9BBB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33AA3023-9175-BB49-9D05-9D4B70D26CC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0" name="Pijl: rechts 115">
                  <a:extLst>
                    <a:ext uri="{FF2B5EF4-FFF2-40B4-BE49-F238E27FC236}">
                      <a16:creationId xmlns:a16="http://schemas.microsoft.com/office/drawing/2014/main" id="{307C5B05-0235-DF46-BDC3-F36A1AF56619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09" name="Groep 108">
                <a:extLst>
                  <a:ext uri="{FF2B5EF4-FFF2-40B4-BE49-F238E27FC236}">
                    <a16:creationId xmlns:a16="http://schemas.microsoft.com/office/drawing/2014/main" id="{8F3490DF-269B-8948-AE1F-4A8E603916A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10" name="Rechthoek 109">
                  <a:extLst>
                    <a:ext uri="{FF2B5EF4-FFF2-40B4-BE49-F238E27FC236}">
                      <a16:creationId xmlns:a16="http://schemas.microsoft.com/office/drawing/2014/main" id="{DC6439DC-5E87-7042-AAB7-83F214E2B4E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11" name="Groep 110">
                  <a:extLst>
                    <a:ext uri="{FF2B5EF4-FFF2-40B4-BE49-F238E27FC236}">
                      <a16:creationId xmlns:a16="http://schemas.microsoft.com/office/drawing/2014/main" id="{48C5B367-28B1-494F-97D5-C97490419CF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13" name="Rechte verbindingslijn 112">
                    <a:extLst>
                      <a:ext uri="{FF2B5EF4-FFF2-40B4-BE49-F238E27FC236}">
                        <a16:creationId xmlns:a16="http://schemas.microsoft.com/office/drawing/2014/main" id="{E7D5693E-C376-914F-8B39-F876ECC34CD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4" name="Rechte verbindingslijn 113">
                    <a:extLst>
                      <a:ext uri="{FF2B5EF4-FFF2-40B4-BE49-F238E27FC236}">
                        <a16:creationId xmlns:a16="http://schemas.microsoft.com/office/drawing/2014/main" id="{9666DFF5-3EE1-1C4B-945F-459973B5D63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5" name="Rechte verbindingslijn 114">
                    <a:extLst>
                      <a:ext uri="{FF2B5EF4-FFF2-40B4-BE49-F238E27FC236}">
                        <a16:creationId xmlns:a16="http://schemas.microsoft.com/office/drawing/2014/main" id="{6F48156D-6CE0-EF4F-BADE-28B00D7609A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6" name="Rechte verbindingslijn 115">
                    <a:extLst>
                      <a:ext uri="{FF2B5EF4-FFF2-40B4-BE49-F238E27FC236}">
                        <a16:creationId xmlns:a16="http://schemas.microsoft.com/office/drawing/2014/main" id="{CC58DE96-51A0-4D40-8D99-40CC5023E62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7" name="Rechte verbindingslijn 116">
                    <a:extLst>
                      <a:ext uri="{FF2B5EF4-FFF2-40B4-BE49-F238E27FC236}">
                        <a16:creationId xmlns:a16="http://schemas.microsoft.com/office/drawing/2014/main" id="{D8F847C8-068D-754B-9851-A9545E6728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12" name="Pijl: rechts 107">
                  <a:extLst>
                    <a:ext uri="{FF2B5EF4-FFF2-40B4-BE49-F238E27FC236}">
                      <a16:creationId xmlns:a16="http://schemas.microsoft.com/office/drawing/2014/main" id="{C88029CC-CE17-8440-96E8-9AFCB162EA21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1737329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Small +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07137" y="659958"/>
            <a:ext cx="5110038" cy="554466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/>
              <a:t>Short </a:t>
            </a:r>
            <a:r>
              <a:rPr lang="nl-NL" err="1"/>
              <a:t>Title</a:t>
            </a:r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348408" y="1243154"/>
            <a:ext cx="905504" cy="21423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5307137" y="1899163"/>
            <a:ext cx="6118101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4" name="Tijdelijke aanduiding voor verticale tekst 2">
            <a:extLst>
              <a:ext uri="{FF2B5EF4-FFF2-40B4-BE49-F238E27FC236}">
                <a16:creationId xmlns:a16="http://schemas.microsoft.com/office/drawing/2014/main" id="{92E62DDD-B8D2-9146-B75F-2847AA5559C5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3" name="Tijdelijke aanduiding voor afbeelding 2">
            <a:extLst>
              <a:ext uri="{FF2B5EF4-FFF2-40B4-BE49-F238E27FC236}">
                <a16:creationId xmlns:a16="http://schemas.microsoft.com/office/drawing/2014/main" id="{E654E8F0-4721-AF46-A1D2-74507BB3173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766762" y="0"/>
            <a:ext cx="4242559" cy="685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400">
                <a:solidFill>
                  <a:schemeClr val="bg1"/>
                </a:solidFill>
              </a:defRPr>
            </a:lvl1pPr>
          </a:lstStyle>
          <a:p>
            <a:r>
              <a:rPr lang="nl-NL"/>
              <a:t>Image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6AE5AFAD-B2BC-C546-8BFA-80F5EF7C935D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F34FFF59-4CF3-E149-B7EE-CDA8E985EBB2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2AB12807-6163-144C-AC05-20B6949A9ED4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B1B815C3-43C5-0146-BCC9-1994CF20A149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5270E926-D804-E242-B9A1-D2C0C1762944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71715033-CE16-3243-A80C-2E17CEE0EEA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Ovaal 70">
                <a:extLst>
                  <a:ext uri="{FF2B5EF4-FFF2-40B4-BE49-F238E27FC236}">
                    <a16:creationId xmlns:a16="http://schemas.microsoft.com/office/drawing/2014/main" id="{4DF60930-6CAC-9D41-93C0-59ED81C196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Vrije vorm: vorm 101">
                <a:extLst>
                  <a:ext uri="{FF2B5EF4-FFF2-40B4-BE49-F238E27FC236}">
                    <a16:creationId xmlns:a16="http://schemas.microsoft.com/office/drawing/2014/main" id="{CD9D78D0-4E68-9043-9184-1AD927F99AC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Rechthoek: afgeronde hoeken 102">
                <a:extLst>
                  <a:ext uri="{FF2B5EF4-FFF2-40B4-BE49-F238E27FC236}">
                    <a16:creationId xmlns:a16="http://schemas.microsoft.com/office/drawing/2014/main" id="{344BE1F1-037F-CD4D-B165-BB587EBCEE9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4" name="Rechte verbindingslijn 73">
                <a:extLst>
                  <a:ext uri="{FF2B5EF4-FFF2-40B4-BE49-F238E27FC236}">
                    <a16:creationId xmlns:a16="http://schemas.microsoft.com/office/drawing/2014/main" id="{D08AE9F2-8EE5-9B4C-9C41-A170F1F59A5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5" name="Rechte verbindingslijn 74">
                <a:extLst>
                  <a:ext uri="{FF2B5EF4-FFF2-40B4-BE49-F238E27FC236}">
                    <a16:creationId xmlns:a16="http://schemas.microsoft.com/office/drawing/2014/main" id="{9655B49C-AD56-EF49-B0AA-99A8DDF4D521}"/>
                  </a:ext>
                </a:extLst>
              </p:cNvPr>
              <p:cNvCxnSpPr>
                <a:cxnSpLocks/>
                <a:stCxn id="73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B013D793-1B87-C347-BB80-D52E519699FB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250D5C68-161C-D54A-9D9B-72F82AF8FE2E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7" name="Groep 16">
              <a:extLst>
                <a:ext uri="{FF2B5EF4-FFF2-40B4-BE49-F238E27FC236}">
                  <a16:creationId xmlns:a16="http://schemas.microsoft.com/office/drawing/2014/main" id="{A840E48E-7E7E-A74E-A92A-61271694E293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67" name="Rechthoek 66">
                <a:extLst>
                  <a:ext uri="{FF2B5EF4-FFF2-40B4-BE49-F238E27FC236}">
                    <a16:creationId xmlns:a16="http://schemas.microsoft.com/office/drawing/2014/main" id="{8D43A135-1F53-3048-8662-E3B4BB131A0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68" name="Rechte verbindingslijn 67">
                <a:extLst>
                  <a:ext uri="{FF2B5EF4-FFF2-40B4-BE49-F238E27FC236}">
                    <a16:creationId xmlns:a16="http://schemas.microsoft.com/office/drawing/2014/main" id="{136FA525-3979-6342-892D-9E3B49369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9" name="Gelijkbenige driehoek 98">
                <a:extLst>
                  <a:ext uri="{FF2B5EF4-FFF2-40B4-BE49-F238E27FC236}">
                    <a16:creationId xmlns:a16="http://schemas.microsoft.com/office/drawing/2014/main" id="{C09180D0-71A5-EC46-BECF-C3A1910CDEE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E916A45A-2AA1-5342-9D12-570489044089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127E1B75-C7F3-1845-A1A8-525AC0A58E56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F0758542-1C1F-0F44-8EB3-5151982734AB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8EB0CB2A-DC6E-194D-81A5-D15A6CD5F198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1BF7AF1D-FED3-D642-B6A3-E3C60007EA42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51" name="Groep 50">
                <a:extLst>
                  <a:ext uri="{FF2B5EF4-FFF2-40B4-BE49-F238E27FC236}">
                    <a16:creationId xmlns:a16="http://schemas.microsoft.com/office/drawing/2014/main" id="{75AC901F-A44E-9540-BEF3-3EAAC78E61C1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54" name="Groep 53">
                  <a:extLst>
                    <a:ext uri="{FF2B5EF4-FFF2-40B4-BE49-F238E27FC236}">
                      <a16:creationId xmlns:a16="http://schemas.microsoft.com/office/drawing/2014/main" id="{4735BAEE-C5E1-EF43-85B4-BB4552C2648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1" name="Groep 60">
                    <a:extLst>
                      <a:ext uri="{FF2B5EF4-FFF2-40B4-BE49-F238E27FC236}">
                        <a16:creationId xmlns:a16="http://schemas.microsoft.com/office/drawing/2014/main" id="{E84F8CDA-0260-D040-871C-63F4CB2A1A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64" name="Rechthoek 63">
                      <a:extLst>
                        <a:ext uri="{FF2B5EF4-FFF2-40B4-BE49-F238E27FC236}">
                          <a16:creationId xmlns:a16="http://schemas.microsoft.com/office/drawing/2014/main" id="{287F9B7E-1DCA-6045-9BFD-7FC8218FF8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Rechthoek 64">
                      <a:extLst>
                        <a:ext uri="{FF2B5EF4-FFF2-40B4-BE49-F238E27FC236}">
                          <a16:creationId xmlns:a16="http://schemas.microsoft.com/office/drawing/2014/main" id="{46E67EDB-257B-4142-8F23-5D6A9979414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Ovaal 65">
                      <a:extLst>
                        <a:ext uri="{FF2B5EF4-FFF2-40B4-BE49-F238E27FC236}">
                          <a16:creationId xmlns:a16="http://schemas.microsoft.com/office/drawing/2014/main" id="{079E306A-BCDB-9646-B76A-76A3926842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2" name="Afbeelding 61">
                    <a:extLst>
                      <a:ext uri="{FF2B5EF4-FFF2-40B4-BE49-F238E27FC236}">
                        <a16:creationId xmlns:a16="http://schemas.microsoft.com/office/drawing/2014/main" id="{1A8113CE-2B1E-0341-BC26-4DCDCD8C24A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3" name="Afbeelding 62">
                    <a:extLst>
                      <a:ext uri="{FF2B5EF4-FFF2-40B4-BE49-F238E27FC236}">
                        <a16:creationId xmlns:a16="http://schemas.microsoft.com/office/drawing/2014/main" id="{11F15482-E550-CD4D-92B3-0DA46E175C1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5" name="Groep 54">
                  <a:extLst>
                    <a:ext uri="{FF2B5EF4-FFF2-40B4-BE49-F238E27FC236}">
                      <a16:creationId xmlns:a16="http://schemas.microsoft.com/office/drawing/2014/main" id="{CD483989-A15E-BA4B-BC14-1CA078E94AB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58">
                    <a:extLst>
                      <a:ext uri="{FF2B5EF4-FFF2-40B4-BE49-F238E27FC236}">
                        <a16:creationId xmlns:a16="http://schemas.microsoft.com/office/drawing/2014/main" id="{5E363295-7CA6-3D45-9525-F3CE929D2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59">
                    <a:extLst>
                      <a:ext uri="{FF2B5EF4-FFF2-40B4-BE49-F238E27FC236}">
                        <a16:creationId xmlns:a16="http://schemas.microsoft.com/office/drawing/2014/main" id="{471A9034-7E3C-2349-AD44-50A0124097D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6" name="Groep 55">
                  <a:extLst>
                    <a:ext uri="{FF2B5EF4-FFF2-40B4-BE49-F238E27FC236}">
                      <a16:creationId xmlns:a16="http://schemas.microsoft.com/office/drawing/2014/main" id="{158D2703-8AD3-6F4A-8C8A-DACF140856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56">
                    <a:extLst>
                      <a:ext uri="{FF2B5EF4-FFF2-40B4-BE49-F238E27FC236}">
                        <a16:creationId xmlns:a16="http://schemas.microsoft.com/office/drawing/2014/main" id="{E268CCE3-C883-BA4C-88D6-607B068F8D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57">
                    <a:extLst>
                      <a:ext uri="{FF2B5EF4-FFF2-40B4-BE49-F238E27FC236}">
                        <a16:creationId xmlns:a16="http://schemas.microsoft.com/office/drawing/2014/main" id="{8990DA29-F2B6-E345-9F91-FE69E2441E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DDF05E32-B52A-8B49-82B9-CB240F85F04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53" name="Gelijkbenige driehoek 78">
                <a:extLst>
                  <a:ext uri="{FF2B5EF4-FFF2-40B4-BE49-F238E27FC236}">
                    <a16:creationId xmlns:a16="http://schemas.microsoft.com/office/drawing/2014/main" id="{46823F1C-87DD-4341-8D0F-50AFFF19943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DB3C52C4-1C29-7B41-91C5-09FFAD5BEC5E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DFDDE362-0193-0241-8B30-E206B3F24065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F494DC9F-8F83-FE4E-89E6-F198DE0071E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51F8C15E-B588-5A4D-9682-C66661FF601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2" name="Groep 31">
                <a:extLst>
                  <a:ext uri="{FF2B5EF4-FFF2-40B4-BE49-F238E27FC236}">
                    <a16:creationId xmlns:a16="http://schemas.microsoft.com/office/drawing/2014/main" id="{15ACC53F-B469-704D-AA12-0E0A98CDF6B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5" name="Rechthoek: afgeronde hoeken 61">
                  <a:extLst>
                    <a:ext uri="{FF2B5EF4-FFF2-40B4-BE49-F238E27FC236}">
                      <a16:creationId xmlns:a16="http://schemas.microsoft.com/office/drawing/2014/main" id="{B22926EA-0A09-AC4B-B564-82A0DAD4209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BF8BCEA6-7AC6-894A-BE11-E2732457C4E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4889535F-151A-D14C-A1D3-BE00EE0CDCD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20DA3C9D-7DFE-964E-A41F-53FBA4A33D3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48">
                  <a:extLst>
                    <a:ext uri="{FF2B5EF4-FFF2-40B4-BE49-F238E27FC236}">
                      <a16:creationId xmlns:a16="http://schemas.microsoft.com/office/drawing/2014/main" id="{A71BEFCA-8430-074F-86F9-B065E1789FE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49">
                  <a:extLst>
                    <a:ext uri="{FF2B5EF4-FFF2-40B4-BE49-F238E27FC236}">
                      <a16:creationId xmlns:a16="http://schemas.microsoft.com/office/drawing/2014/main" id="{578CB74E-969D-E148-AEE3-FFB98F467C0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3" name="Groep 32">
                <a:extLst>
                  <a:ext uri="{FF2B5EF4-FFF2-40B4-BE49-F238E27FC236}">
                    <a16:creationId xmlns:a16="http://schemas.microsoft.com/office/drawing/2014/main" id="{1A2C5249-BF30-2A46-9ACC-3DAE15306D5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958B0F1C-C096-F441-A046-0989F7D6748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9" name="Rechthoek: afgeronde hoeken 55">
                    <a:extLst>
                      <a:ext uri="{FF2B5EF4-FFF2-40B4-BE49-F238E27FC236}">
                        <a16:creationId xmlns:a16="http://schemas.microsoft.com/office/drawing/2014/main" id="{559D6568-CF8C-FD42-A9C0-D2DB99E95B2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39">
                    <a:extLst>
                      <a:ext uri="{FF2B5EF4-FFF2-40B4-BE49-F238E27FC236}">
                        <a16:creationId xmlns:a16="http://schemas.microsoft.com/office/drawing/2014/main" id="{27AA7826-82C5-8C48-95CA-E322372318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12FE1AA1-E4CD-9F44-8B4D-4503DEBFE0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41">
                    <a:extLst>
                      <a:ext uri="{FF2B5EF4-FFF2-40B4-BE49-F238E27FC236}">
                        <a16:creationId xmlns:a16="http://schemas.microsoft.com/office/drawing/2014/main" id="{CCBE5E48-B28E-1E42-8253-2722575BDC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42">
                    <a:extLst>
                      <a:ext uri="{FF2B5EF4-FFF2-40B4-BE49-F238E27FC236}">
                        <a16:creationId xmlns:a16="http://schemas.microsoft.com/office/drawing/2014/main" id="{C7838727-5E64-7749-AD12-FF7B21A5E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681C49B6-6426-EF4E-818A-BF0168E95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8" name="Boog 37">
                  <a:extLst>
                    <a:ext uri="{FF2B5EF4-FFF2-40B4-BE49-F238E27FC236}">
                      <a16:creationId xmlns:a16="http://schemas.microsoft.com/office/drawing/2014/main" id="{DA3F7D8E-B5CD-1644-9C0E-B0D62C849AB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4" name="Tekstvak 33">
                <a:extLst>
                  <a:ext uri="{FF2B5EF4-FFF2-40B4-BE49-F238E27FC236}">
                    <a16:creationId xmlns:a16="http://schemas.microsoft.com/office/drawing/2014/main" id="{0385ED04-8D01-BA43-8F37-26927E2517F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7352D81F-029F-C642-AB80-99AA7D2C1484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Vrije vorm: vorm 52">
                <a:extLst>
                  <a:ext uri="{FF2B5EF4-FFF2-40B4-BE49-F238E27FC236}">
                    <a16:creationId xmlns:a16="http://schemas.microsoft.com/office/drawing/2014/main" id="{ECF4BF17-0506-9B45-8DD2-694D960011D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76" name="Afbeelding 75">
            <a:extLst>
              <a:ext uri="{FF2B5EF4-FFF2-40B4-BE49-F238E27FC236}">
                <a16:creationId xmlns:a16="http://schemas.microsoft.com/office/drawing/2014/main" id="{1486B427-5735-9E40-8FF6-614EB08B98C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77" name="Ovaal 76">
            <a:extLst>
              <a:ext uri="{FF2B5EF4-FFF2-40B4-BE49-F238E27FC236}">
                <a16:creationId xmlns:a16="http://schemas.microsoft.com/office/drawing/2014/main" id="{BB3E4E1D-6895-E843-AC36-A3DE26345E7F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78" name="Rechthoek 77">
            <a:extLst>
              <a:ext uri="{FF2B5EF4-FFF2-40B4-BE49-F238E27FC236}">
                <a16:creationId xmlns:a16="http://schemas.microsoft.com/office/drawing/2014/main" id="{81DB3AFE-1035-B842-B74A-60111C82A982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79" name="Afbeelding 78">
            <a:extLst>
              <a:ext uri="{FF2B5EF4-FFF2-40B4-BE49-F238E27FC236}">
                <a16:creationId xmlns:a16="http://schemas.microsoft.com/office/drawing/2014/main" id="{F534706A-EE43-8C46-B348-039AB8363480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  <p:grpSp>
        <p:nvGrpSpPr>
          <p:cNvPr id="80" name="Groep 79">
            <a:extLst>
              <a:ext uri="{FF2B5EF4-FFF2-40B4-BE49-F238E27FC236}">
                <a16:creationId xmlns:a16="http://schemas.microsoft.com/office/drawing/2014/main" id="{5881220B-0ABF-4B43-B725-301906DB35D0}"/>
              </a:ext>
            </a:extLst>
          </p:cNvPr>
          <p:cNvGrpSpPr/>
          <p:nvPr userDrawn="1"/>
        </p:nvGrpSpPr>
        <p:grpSpPr>
          <a:xfrm>
            <a:off x="-3194379" y="2857470"/>
            <a:ext cx="3194379" cy="3235354"/>
            <a:chOff x="-3194379" y="2857470"/>
            <a:chExt cx="3194379" cy="3235354"/>
          </a:xfrm>
        </p:grpSpPr>
        <p:sp>
          <p:nvSpPr>
            <p:cNvPr id="81" name="Ovaal 80">
              <a:extLst>
                <a:ext uri="{FF2B5EF4-FFF2-40B4-BE49-F238E27FC236}">
                  <a16:creationId xmlns:a16="http://schemas.microsoft.com/office/drawing/2014/main" id="{1717FC54-E4D8-AB45-9B6F-17D180EE5EB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137" y="463509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1</a:t>
              </a:r>
            </a:p>
          </p:txBody>
        </p:sp>
        <p:sp>
          <p:nvSpPr>
            <p:cNvPr id="82" name="Ovaal 81">
              <a:extLst>
                <a:ext uri="{FF2B5EF4-FFF2-40B4-BE49-F238E27FC236}">
                  <a16:creationId xmlns:a16="http://schemas.microsoft.com/office/drawing/2014/main" id="{8FA88941-3328-A944-AD23-9377F344DB9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487435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2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DD9B9187-C74D-5240-9D27-D91EB9149E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10338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3</a:t>
              </a:r>
            </a:p>
          </p:txBody>
        </p:sp>
        <p:sp>
          <p:nvSpPr>
            <p:cNvPr id="84" name="Ovaal 83">
              <a:extLst>
                <a:ext uri="{FF2B5EF4-FFF2-40B4-BE49-F238E27FC236}">
                  <a16:creationId xmlns:a16="http://schemas.microsoft.com/office/drawing/2014/main" id="{D7C99403-B762-2649-9C70-06E56AAC2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33528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4</a:t>
              </a:r>
            </a:p>
          </p:txBody>
        </p:sp>
        <p:pic>
          <p:nvPicPr>
            <p:cNvPr id="85" name="Afbeelding 84">
              <a:extLst>
                <a:ext uri="{FF2B5EF4-FFF2-40B4-BE49-F238E27FC236}">
                  <a16:creationId xmlns:a16="http://schemas.microsoft.com/office/drawing/2014/main" id="{7FBF7865-BCF9-EC45-B049-4A109940E8B0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6"/>
            <a:srcRect r="76738" b="62308"/>
            <a:stretch/>
          </p:blipFill>
          <p:spPr>
            <a:xfrm>
              <a:off x="-2699907" y="4535706"/>
              <a:ext cx="1626676" cy="1094825"/>
            </a:xfrm>
            <a:prstGeom prst="rect">
              <a:avLst/>
            </a:prstGeom>
          </p:spPr>
        </p:pic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2EAFA78-F32D-BE43-B6F9-020520E91865}"/>
                </a:ext>
              </a:extLst>
            </p:cNvPr>
            <p:cNvSpPr/>
            <p:nvPr userDrawn="1"/>
          </p:nvSpPr>
          <p:spPr>
            <a:xfrm>
              <a:off x="-3194379" y="2857470"/>
              <a:ext cx="2923123" cy="323535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CHOOSE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TEXt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 LEVELS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9D63BF99-53D5-4249-BC00-FE8644F2DB71}"/>
                </a:ext>
              </a:extLst>
            </p:cNvPr>
            <p:cNvSpPr/>
            <p:nvPr userDrawn="1"/>
          </p:nvSpPr>
          <p:spPr>
            <a:xfrm>
              <a:off x="-3012396" y="4151269"/>
              <a:ext cx="2741140" cy="49673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List </a:t>
              </a:r>
              <a:r>
                <a:rPr lang="en-GB" sz="1000" b="1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kumimoji="0" lang="en-GB" sz="1000" b="1" i="0" u="none" strike="noStrike" kern="0" cap="none" spc="0" normalizeH="0" baseline="0" noProof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evel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buttons under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Start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tab, to select a text level. Choose from: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88" name="VOORBEELD">
              <a:extLst>
                <a:ext uri="{FF2B5EF4-FFF2-40B4-BE49-F238E27FC236}">
                  <a16:creationId xmlns:a16="http://schemas.microsoft.com/office/drawing/2014/main" id="{32EB7B3B-B68D-B443-86E9-7BDE7ECC3A5D}"/>
                </a:ext>
              </a:extLst>
            </p:cNvPr>
            <p:cNvGrpSpPr/>
            <p:nvPr userDrawn="1"/>
          </p:nvGrpSpPr>
          <p:grpSpPr>
            <a:xfrm>
              <a:off x="-3013384" y="3353604"/>
              <a:ext cx="3013384" cy="604518"/>
              <a:chOff x="-3605171" y="458674"/>
              <a:chExt cx="3234311" cy="558875"/>
            </a:xfrm>
          </p:grpSpPr>
          <p:sp>
            <p:nvSpPr>
              <p:cNvPr id="89" name="Rechthoek 88">
                <a:extLst>
                  <a:ext uri="{FF2B5EF4-FFF2-40B4-BE49-F238E27FC236}">
                    <a16:creationId xmlns:a16="http://schemas.microsoft.com/office/drawing/2014/main" id="{BF7CF649-B946-A847-BBB5-A94A10BF03C1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90" name="Rechthoek 89">
                <a:extLst>
                  <a:ext uri="{FF2B5EF4-FFF2-40B4-BE49-F238E27FC236}">
                    <a16:creationId xmlns:a16="http://schemas.microsoft.com/office/drawing/2014/main" id="{7399EF2C-BC51-AD43-8FC3-84E8D5579CB5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91" name="Groep 90">
                <a:extLst>
                  <a:ext uri="{FF2B5EF4-FFF2-40B4-BE49-F238E27FC236}">
                    <a16:creationId xmlns:a16="http://schemas.microsoft.com/office/drawing/2014/main" id="{FC3896A8-394D-C24B-8758-EE5A4FAC2DAC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8526083F-0E4D-9F47-A6A8-B0F8697046E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678E428C-6F72-A240-99CF-074F049050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4A7DDD78-0061-BB47-BE2C-5239A557BD6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F9601B1-ACF9-E442-86DA-3A05C9579AB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0897E0D-5B98-3E4F-ACDD-20EC4E9787D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925812F1-0540-C340-9DF3-3809C1820CF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9">
                  <a:extLst>
                    <a:ext uri="{FF2B5EF4-FFF2-40B4-BE49-F238E27FC236}">
                      <a16:creationId xmlns:a16="http://schemas.microsoft.com/office/drawing/2014/main" id="{6E9644EF-AFF5-1E46-AB6C-E6A7AEA2C98D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92" name="Groep 91">
                <a:extLst>
                  <a:ext uri="{FF2B5EF4-FFF2-40B4-BE49-F238E27FC236}">
                    <a16:creationId xmlns:a16="http://schemas.microsoft.com/office/drawing/2014/main" id="{90231B91-FCA9-1641-A0A3-8B76C84F989D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15" name="Groep 114">
                  <a:extLst>
                    <a:ext uri="{FF2B5EF4-FFF2-40B4-BE49-F238E27FC236}">
                      <a16:creationId xmlns:a16="http://schemas.microsoft.com/office/drawing/2014/main" id="{2C4B2FDF-F2EA-814D-808E-B70BF38FDC2F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17" name="Rechte verbindingslijn 116">
                    <a:extLst>
                      <a:ext uri="{FF2B5EF4-FFF2-40B4-BE49-F238E27FC236}">
                        <a16:creationId xmlns:a16="http://schemas.microsoft.com/office/drawing/2014/main" id="{8E3EEE30-5461-7A40-B1D9-388788AFF9D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8" name="Rechte verbindingslijn 117">
                    <a:extLst>
                      <a:ext uri="{FF2B5EF4-FFF2-40B4-BE49-F238E27FC236}">
                        <a16:creationId xmlns:a16="http://schemas.microsoft.com/office/drawing/2014/main" id="{C5C7EE00-3A5D-5C47-8D9F-803A53A2AAE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9" name="Rechte verbindingslijn 118">
                    <a:extLst>
                      <a:ext uri="{FF2B5EF4-FFF2-40B4-BE49-F238E27FC236}">
                        <a16:creationId xmlns:a16="http://schemas.microsoft.com/office/drawing/2014/main" id="{87F2125F-B1E9-1A47-9936-0D6156BA872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0" name="Rechte verbindingslijn 119">
                    <a:extLst>
                      <a:ext uri="{FF2B5EF4-FFF2-40B4-BE49-F238E27FC236}">
                        <a16:creationId xmlns:a16="http://schemas.microsoft.com/office/drawing/2014/main" id="{ECC27A1B-4BCB-2D4E-8BCF-792534A0537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1" name="Rechte verbindingslijn 120">
                    <a:extLst>
                      <a:ext uri="{FF2B5EF4-FFF2-40B4-BE49-F238E27FC236}">
                        <a16:creationId xmlns:a16="http://schemas.microsoft.com/office/drawing/2014/main" id="{5DF1EF8A-56ED-0D4E-B321-B042622DF1D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16" name="Pijl: rechts 122">
                  <a:extLst>
                    <a:ext uri="{FF2B5EF4-FFF2-40B4-BE49-F238E27FC236}">
                      <a16:creationId xmlns:a16="http://schemas.microsoft.com/office/drawing/2014/main" id="{93B180F4-57DB-8B4D-8D1D-4A6B2B50858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93" name="Rechte verbindingslijn 92">
                <a:extLst>
                  <a:ext uri="{FF2B5EF4-FFF2-40B4-BE49-F238E27FC236}">
                    <a16:creationId xmlns:a16="http://schemas.microsoft.com/office/drawing/2014/main" id="{D77A8B74-10CF-364F-8040-21B4EBC6D93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94" name="Rechte verbindingslijn 93">
                <a:extLst>
                  <a:ext uri="{FF2B5EF4-FFF2-40B4-BE49-F238E27FC236}">
                    <a16:creationId xmlns:a16="http://schemas.microsoft.com/office/drawing/2014/main" id="{A612CBD9-BB85-E448-A24F-8C4CCA8A3F7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95" name="Rechthoek 94">
                <a:extLst>
                  <a:ext uri="{FF2B5EF4-FFF2-40B4-BE49-F238E27FC236}">
                    <a16:creationId xmlns:a16="http://schemas.microsoft.com/office/drawing/2014/main" id="{CCFA28EF-B4A4-E34A-B12E-3B4208E28C7F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sp>
            <p:nvSpPr>
              <p:cNvPr id="96" name="Rechthoek 95">
                <a:extLst>
                  <a:ext uri="{FF2B5EF4-FFF2-40B4-BE49-F238E27FC236}">
                    <a16:creationId xmlns:a16="http://schemas.microsoft.com/office/drawing/2014/main" id="{4DC52773-270B-7D42-80E0-5594960BDFFB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Decrease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grpSp>
            <p:nvGrpSpPr>
              <p:cNvPr id="97" name="Groep 96">
                <a:extLst>
                  <a:ext uri="{FF2B5EF4-FFF2-40B4-BE49-F238E27FC236}">
                    <a16:creationId xmlns:a16="http://schemas.microsoft.com/office/drawing/2014/main" id="{001ABD70-38BC-9547-BCE0-4A04461B4717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07" name="Rechthoek 106">
                  <a:extLst>
                    <a:ext uri="{FF2B5EF4-FFF2-40B4-BE49-F238E27FC236}">
                      <a16:creationId xmlns:a16="http://schemas.microsoft.com/office/drawing/2014/main" id="{F369EE88-4A37-E840-BE17-1C3665D245D5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08" name="Groep 107">
                  <a:extLst>
                    <a:ext uri="{FF2B5EF4-FFF2-40B4-BE49-F238E27FC236}">
                      <a16:creationId xmlns:a16="http://schemas.microsoft.com/office/drawing/2014/main" id="{CA35B4B6-88DC-6742-9D4B-41DC4BDB8E3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10" name="Rechte verbindingslijn 109">
                    <a:extLst>
                      <a:ext uri="{FF2B5EF4-FFF2-40B4-BE49-F238E27FC236}">
                        <a16:creationId xmlns:a16="http://schemas.microsoft.com/office/drawing/2014/main" id="{6DDCDC6E-24B1-DE4F-9908-3B25E2B5500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1" name="Rechte verbindingslijn 110">
                    <a:extLst>
                      <a:ext uri="{FF2B5EF4-FFF2-40B4-BE49-F238E27FC236}">
                        <a16:creationId xmlns:a16="http://schemas.microsoft.com/office/drawing/2014/main" id="{09E8A7C5-F15F-0A4B-B26C-A06D13E1642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2" name="Rechte verbindingslijn 111">
                    <a:extLst>
                      <a:ext uri="{FF2B5EF4-FFF2-40B4-BE49-F238E27FC236}">
                        <a16:creationId xmlns:a16="http://schemas.microsoft.com/office/drawing/2014/main" id="{A984D04E-F353-5646-B2E3-FF24EE7268C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3" name="Rechte verbindingslijn 112">
                    <a:extLst>
                      <a:ext uri="{FF2B5EF4-FFF2-40B4-BE49-F238E27FC236}">
                        <a16:creationId xmlns:a16="http://schemas.microsoft.com/office/drawing/2014/main" id="{77D2128A-FD6C-A845-8665-9FCBF0C3A98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4" name="Rechte verbindingslijn 113">
                    <a:extLst>
                      <a:ext uri="{FF2B5EF4-FFF2-40B4-BE49-F238E27FC236}">
                        <a16:creationId xmlns:a16="http://schemas.microsoft.com/office/drawing/2014/main" id="{A9F5A66B-09F6-7A40-BC93-941FC1A6DA9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09" name="Pijl: rechts 115">
                  <a:extLst>
                    <a:ext uri="{FF2B5EF4-FFF2-40B4-BE49-F238E27FC236}">
                      <a16:creationId xmlns:a16="http://schemas.microsoft.com/office/drawing/2014/main" id="{04EAFE4B-8555-7F4D-B6B0-074A623C8B50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98" name="Groep 97">
                <a:extLst>
                  <a:ext uri="{FF2B5EF4-FFF2-40B4-BE49-F238E27FC236}">
                    <a16:creationId xmlns:a16="http://schemas.microsoft.com/office/drawing/2014/main" id="{B2EA28F1-C28E-7D4D-A667-856B2C23FC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99" name="Rechthoek 98">
                  <a:extLst>
                    <a:ext uri="{FF2B5EF4-FFF2-40B4-BE49-F238E27FC236}">
                      <a16:creationId xmlns:a16="http://schemas.microsoft.com/office/drawing/2014/main" id="{52D74101-EC83-2649-AF28-1C75302308D3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00" name="Groep 99">
                  <a:extLst>
                    <a:ext uri="{FF2B5EF4-FFF2-40B4-BE49-F238E27FC236}">
                      <a16:creationId xmlns:a16="http://schemas.microsoft.com/office/drawing/2014/main" id="{FB5CB300-74A6-0E43-840D-391B362A10D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02" name="Rechte verbindingslijn 101">
                    <a:extLst>
                      <a:ext uri="{FF2B5EF4-FFF2-40B4-BE49-F238E27FC236}">
                        <a16:creationId xmlns:a16="http://schemas.microsoft.com/office/drawing/2014/main" id="{F89BEF28-87F0-3547-ADD3-660F531B4BC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3" name="Rechte verbindingslijn 102">
                    <a:extLst>
                      <a:ext uri="{FF2B5EF4-FFF2-40B4-BE49-F238E27FC236}">
                        <a16:creationId xmlns:a16="http://schemas.microsoft.com/office/drawing/2014/main" id="{9E2F0F03-294A-AF45-BD05-286408E2C24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4" name="Rechte verbindingslijn 103">
                    <a:extLst>
                      <a:ext uri="{FF2B5EF4-FFF2-40B4-BE49-F238E27FC236}">
                        <a16:creationId xmlns:a16="http://schemas.microsoft.com/office/drawing/2014/main" id="{E50961E3-DC16-4445-BBF7-1A2B15C3D4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5" name="Rechte verbindingslijn 104">
                    <a:extLst>
                      <a:ext uri="{FF2B5EF4-FFF2-40B4-BE49-F238E27FC236}">
                        <a16:creationId xmlns:a16="http://schemas.microsoft.com/office/drawing/2014/main" id="{C0E65168-9386-194D-8685-CE1A45202FC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6" name="Rechte verbindingslijn 105">
                    <a:extLst>
                      <a:ext uri="{FF2B5EF4-FFF2-40B4-BE49-F238E27FC236}">
                        <a16:creationId xmlns:a16="http://schemas.microsoft.com/office/drawing/2014/main" id="{FA345149-1510-0245-A197-6CB563BF176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01" name="Pijl: rechts 107">
                  <a:extLst>
                    <a:ext uri="{FF2B5EF4-FFF2-40B4-BE49-F238E27FC236}">
                      <a16:creationId xmlns:a16="http://schemas.microsoft.com/office/drawing/2014/main" id="{631B79EA-4593-6C46-896F-F346F5352233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3168831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Tijdelijke aanduiding voor afbeelding 39">
            <a:extLst>
              <a:ext uri="{FF2B5EF4-FFF2-40B4-BE49-F238E27FC236}">
                <a16:creationId xmlns:a16="http://schemas.microsoft.com/office/drawing/2014/main" id="{BC990F55-9104-9F43-914E-94C5A9085B6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814268" y="765174"/>
            <a:ext cx="5377732" cy="6092825"/>
          </a:xfrm>
          <a:custGeom>
            <a:avLst/>
            <a:gdLst>
              <a:gd name="connsiteX0" fmla="*/ 4868580 w 5377732"/>
              <a:gd name="connsiteY0" fmla="*/ 5794652 h 6092825"/>
              <a:gd name="connsiteX1" fmla="*/ 4868580 w 5377732"/>
              <a:gd name="connsiteY1" fmla="*/ 5809052 h 6092825"/>
              <a:gd name="connsiteX2" fmla="*/ 5048580 w 5377732"/>
              <a:gd name="connsiteY2" fmla="*/ 5809052 h 6092825"/>
              <a:gd name="connsiteX3" fmla="*/ 5048580 w 5377732"/>
              <a:gd name="connsiteY3" fmla="*/ 5794652 h 6092825"/>
              <a:gd name="connsiteX4" fmla="*/ 0 w 5377732"/>
              <a:gd name="connsiteY4" fmla="*/ 0 h 6092825"/>
              <a:gd name="connsiteX5" fmla="*/ 5377732 w 5377732"/>
              <a:gd name="connsiteY5" fmla="*/ 0 h 6092825"/>
              <a:gd name="connsiteX6" fmla="*/ 5377732 w 5377732"/>
              <a:gd name="connsiteY6" fmla="*/ 6092825 h 6092825"/>
              <a:gd name="connsiteX7" fmla="*/ 0 w 5377732"/>
              <a:gd name="connsiteY7" fmla="*/ 6092825 h 6092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377732" h="6092825">
                <a:moveTo>
                  <a:pt x="4868580" y="5794652"/>
                </a:moveTo>
                <a:lnTo>
                  <a:pt x="4868580" y="5809052"/>
                </a:lnTo>
                <a:lnTo>
                  <a:pt x="5048580" y="5809052"/>
                </a:lnTo>
                <a:lnTo>
                  <a:pt x="5048580" y="5794652"/>
                </a:lnTo>
                <a:close/>
                <a:moveTo>
                  <a:pt x="0" y="0"/>
                </a:moveTo>
                <a:lnTo>
                  <a:pt x="5377732" y="0"/>
                </a:lnTo>
                <a:lnTo>
                  <a:pt x="5377732" y="6092825"/>
                </a:lnTo>
                <a:lnTo>
                  <a:pt x="0" y="6092825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/>
              <a:t>Image</a:t>
            </a:r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2696" y="765175"/>
            <a:ext cx="5327374" cy="898498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233967" y="1692403"/>
            <a:ext cx="905504" cy="21423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192696" y="2600077"/>
            <a:ext cx="5327374" cy="3492747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6" name="Tijdelijke aanduiding voor verticale tekst 2">
            <a:extLst>
              <a:ext uri="{FF2B5EF4-FFF2-40B4-BE49-F238E27FC236}">
                <a16:creationId xmlns:a16="http://schemas.microsoft.com/office/drawing/2014/main" id="{59199EEF-54C4-9C4D-AB35-A3078BE2EC83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DB48F4DE-7290-674D-8C09-F321D90ED61B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98079FEE-B769-654F-8A1C-4123DE52512F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C0C9E19A-B8AA-C148-8DCA-66B71D4B0C8C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F41DF4E2-F0A1-714B-97E2-31C02C759153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E0D5E57F-984A-944C-BC62-B545359A17AE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12BA051D-0F65-8240-8529-2462EF6535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71">
                <a:extLst>
                  <a:ext uri="{FF2B5EF4-FFF2-40B4-BE49-F238E27FC236}">
                    <a16:creationId xmlns:a16="http://schemas.microsoft.com/office/drawing/2014/main" id="{D65E1750-3BA4-7149-BDC2-2CE2E55A3E6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9477C4F4-FF1A-514C-802E-7A24F142FCA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CBC428E-B249-544A-A17B-E572BF3543C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74">
                <a:extLst>
                  <a:ext uri="{FF2B5EF4-FFF2-40B4-BE49-F238E27FC236}">
                    <a16:creationId xmlns:a16="http://schemas.microsoft.com/office/drawing/2014/main" id="{1A90768B-DA9A-2141-82DB-345BBC3FFC6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75">
                <a:extLst>
                  <a:ext uri="{FF2B5EF4-FFF2-40B4-BE49-F238E27FC236}">
                    <a16:creationId xmlns:a16="http://schemas.microsoft.com/office/drawing/2014/main" id="{5AB35C37-106C-7547-A11C-C4363E328A1D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A000A57A-B150-6B45-993D-02ADDB308B81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46855960-86CB-7547-A745-07275EF21547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7" name="Groep 16">
              <a:extLst>
                <a:ext uri="{FF2B5EF4-FFF2-40B4-BE49-F238E27FC236}">
                  <a16:creationId xmlns:a16="http://schemas.microsoft.com/office/drawing/2014/main" id="{38C5C6E2-AC82-8749-99D6-69245C6CD2C1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51E8D578-EAEA-F249-BD42-F2C95E86D1C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69" name="Rechte verbindingslijn 68">
                <a:extLst>
                  <a:ext uri="{FF2B5EF4-FFF2-40B4-BE49-F238E27FC236}">
                    <a16:creationId xmlns:a16="http://schemas.microsoft.com/office/drawing/2014/main" id="{98029DF8-FA62-974D-B1D2-CFB1435D621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8507A023-255D-C74E-BF50-6ACEF20942D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2D188343-AA22-574D-9286-FC7BEF124A84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57BDEC81-1899-1045-99D8-EE390F934E71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B0112992-0947-954A-A8DD-E476DE2E6D7C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2CAC4FFD-0BB5-3E46-B51A-2AADA74DEC35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93D40AF5-504D-6447-98B0-9C91A1E4CB26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41A40CD8-7B16-E949-AF3E-DFE82D7CCB8A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55" name="Groep 54">
                  <a:extLst>
                    <a:ext uri="{FF2B5EF4-FFF2-40B4-BE49-F238E27FC236}">
                      <a16:creationId xmlns:a16="http://schemas.microsoft.com/office/drawing/2014/main" id="{B818F60B-48FE-D642-8FF2-318EA8808D0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2" name="Groep 61">
                    <a:extLst>
                      <a:ext uri="{FF2B5EF4-FFF2-40B4-BE49-F238E27FC236}">
                        <a16:creationId xmlns:a16="http://schemas.microsoft.com/office/drawing/2014/main" id="{66AFCCC5-618D-C642-8FD2-AECAC179785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65" name="Rechthoek 64">
                      <a:extLst>
                        <a:ext uri="{FF2B5EF4-FFF2-40B4-BE49-F238E27FC236}">
                          <a16:creationId xmlns:a16="http://schemas.microsoft.com/office/drawing/2014/main" id="{2D074F1D-CB4E-1B42-B659-9ED42EE58F4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65">
                      <a:extLst>
                        <a:ext uri="{FF2B5EF4-FFF2-40B4-BE49-F238E27FC236}">
                          <a16:creationId xmlns:a16="http://schemas.microsoft.com/office/drawing/2014/main" id="{8CF2511B-3628-474F-A512-30B59E1602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66">
                      <a:extLst>
                        <a:ext uri="{FF2B5EF4-FFF2-40B4-BE49-F238E27FC236}">
                          <a16:creationId xmlns:a16="http://schemas.microsoft.com/office/drawing/2014/main" id="{476C17CA-3DD2-5048-80C6-735C5F3A250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62">
                    <a:extLst>
                      <a:ext uri="{FF2B5EF4-FFF2-40B4-BE49-F238E27FC236}">
                        <a16:creationId xmlns:a16="http://schemas.microsoft.com/office/drawing/2014/main" id="{1E3D3418-200D-CC4A-813F-A66F0BA620B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63">
                    <a:extLst>
                      <a:ext uri="{FF2B5EF4-FFF2-40B4-BE49-F238E27FC236}">
                        <a16:creationId xmlns:a16="http://schemas.microsoft.com/office/drawing/2014/main" id="{599BFFC6-7AEA-9F4F-A3E0-FD402049746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55">
                  <a:extLst>
                    <a:ext uri="{FF2B5EF4-FFF2-40B4-BE49-F238E27FC236}">
                      <a16:creationId xmlns:a16="http://schemas.microsoft.com/office/drawing/2014/main" id="{9E01514C-FEE7-064C-9F4A-C56182483B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59">
                    <a:extLst>
                      <a:ext uri="{FF2B5EF4-FFF2-40B4-BE49-F238E27FC236}">
                        <a16:creationId xmlns:a16="http://schemas.microsoft.com/office/drawing/2014/main" id="{3846E8D6-64FD-5E4D-87E7-8825D5691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60">
                    <a:extLst>
                      <a:ext uri="{FF2B5EF4-FFF2-40B4-BE49-F238E27FC236}">
                        <a16:creationId xmlns:a16="http://schemas.microsoft.com/office/drawing/2014/main" id="{3818DE15-AB03-C64C-9325-67CE3B977B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56">
                  <a:extLst>
                    <a:ext uri="{FF2B5EF4-FFF2-40B4-BE49-F238E27FC236}">
                      <a16:creationId xmlns:a16="http://schemas.microsoft.com/office/drawing/2014/main" id="{40030E99-63CF-8640-B803-B0FD73E980A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57">
                    <a:extLst>
                      <a:ext uri="{FF2B5EF4-FFF2-40B4-BE49-F238E27FC236}">
                        <a16:creationId xmlns:a16="http://schemas.microsoft.com/office/drawing/2014/main" id="{E96764B3-F509-A940-B094-5DF85CA7E55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58">
                    <a:extLst>
                      <a:ext uri="{FF2B5EF4-FFF2-40B4-BE49-F238E27FC236}">
                        <a16:creationId xmlns:a16="http://schemas.microsoft.com/office/drawing/2014/main" id="{A6A7144F-FA6B-2344-BDC8-7313BC6A231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5200E797-8D49-7849-9E8D-F4A85E591D5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093EB276-08B7-5843-BA3C-6074F8314DF1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11DF09F7-620B-AE4D-8E5A-46D1894AF9D4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FB1600CA-D08F-3C46-B55F-EB26D53D3212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4A903D7F-4FCC-2C47-A24B-1FC90D3B6C1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C12EBA57-528E-B645-A36A-9951FBFB29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29">
                <a:extLst>
                  <a:ext uri="{FF2B5EF4-FFF2-40B4-BE49-F238E27FC236}">
                    <a16:creationId xmlns:a16="http://schemas.microsoft.com/office/drawing/2014/main" id="{2A420715-0FDB-5F42-8481-2570C11602B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C6E48290-A72A-E446-9F73-33B0553470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032BA9E1-AF21-3745-8CB7-C3174611CC5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591EB7A8-5584-2D44-B818-988C645A89A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48">
                  <a:extLst>
                    <a:ext uri="{FF2B5EF4-FFF2-40B4-BE49-F238E27FC236}">
                      <a16:creationId xmlns:a16="http://schemas.microsoft.com/office/drawing/2014/main" id="{E4407A02-6625-5842-BBE7-BD11C416AD7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49">
                  <a:extLst>
                    <a:ext uri="{FF2B5EF4-FFF2-40B4-BE49-F238E27FC236}">
                      <a16:creationId xmlns:a16="http://schemas.microsoft.com/office/drawing/2014/main" id="{D7D45FE3-F53D-984B-843F-DA0966D8892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F714FE04-24EC-164D-A6AC-E34549256B9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31">
                <a:extLst>
                  <a:ext uri="{FF2B5EF4-FFF2-40B4-BE49-F238E27FC236}">
                    <a16:creationId xmlns:a16="http://schemas.microsoft.com/office/drawing/2014/main" id="{7611C346-31A9-B140-9764-720EB311C07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970B536-7916-FF47-8F0E-27DA8A292BC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9" name="Rechthoek: afgeronde hoeken 55">
                    <a:extLst>
                      <a:ext uri="{FF2B5EF4-FFF2-40B4-BE49-F238E27FC236}">
                        <a16:creationId xmlns:a16="http://schemas.microsoft.com/office/drawing/2014/main" id="{18F16E84-8E58-E14F-A735-7A3159306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7A9916F8-6630-334D-95AF-37E160BEA1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41">
                    <a:extLst>
                      <a:ext uri="{FF2B5EF4-FFF2-40B4-BE49-F238E27FC236}">
                        <a16:creationId xmlns:a16="http://schemas.microsoft.com/office/drawing/2014/main" id="{258E0ED9-6A03-1B45-A8F4-7FE1504CCD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42">
                    <a:extLst>
                      <a:ext uri="{FF2B5EF4-FFF2-40B4-BE49-F238E27FC236}">
                        <a16:creationId xmlns:a16="http://schemas.microsoft.com/office/drawing/2014/main" id="{FD34D978-D42A-E74B-B07F-E2BF5065A97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F37619E8-D159-1B41-8EBA-44E5689839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44">
                    <a:extLst>
                      <a:ext uri="{FF2B5EF4-FFF2-40B4-BE49-F238E27FC236}">
                        <a16:creationId xmlns:a16="http://schemas.microsoft.com/office/drawing/2014/main" id="{953E785B-FD04-8B47-B713-6267E791C5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8" name="Boog 37">
                  <a:extLst>
                    <a:ext uri="{FF2B5EF4-FFF2-40B4-BE49-F238E27FC236}">
                      <a16:creationId xmlns:a16="http://schemas.microsoft.com/office/drawing/2014/main" id="{7867060D-1271-B540-96F4-BFE18EB4F690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32">
                <a:extLst>
                  <a:ext uri="{FF2B5EF4-FFF2-40B4-BE49-F238E27FC236}">
                    <a16:creationId xmlns:a16="http://schemas.microsoft.com/office/drawing/2014/main" id="{4A607C0B-835B-DA42-9EA0-1A7DEBFD2CE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Tekstvak 33">
                <a:extLst>
                  <a:ext uri="{FF2B5EF4-FFF2-40B4-BE49-F238E27FC236}">
                    <a16:creationId xmlns:a16="http://schemas.microsoft.com/office/drawing/2014/main" id="{66041C96-F06F-994D-8FAC-51B3F71884D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8B70CACB-DFCE-4249-B14B-E35786DDA86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77" name="Afbeelding 76">
            <a:extLst>
              <a:ext uri="{FF2B5EF4-FFF2-40B4-BE49-F238E27FC236}">
                <a16:creationId xmlns:a16="http://schemas.microsoft.com/office/drawing/2014/main" id="{583741A7-D334-E941-B41B-39D02A530B8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78" name="Ovaal 77">
            <a:extLst>
              <a:ext uri="{FF2B5EF4-FFF2-40B4-BE49-F238E27FC236}">
                <a16:creationId xmlns:a16="http://schemas.microsoft.com/office/drawing/2014/main" id="{CF8B39DB-C621-4D40-8878-562A77AA8743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79" name="Rechthoek 78">
            <a:extLst>
              <a:ext uri="{FF2B5EF4-FFF2-40B4-BE49-F238E27FC236}">
                <a16:creationId xmlns:a16="http://schemas.microsoft.com/office/drawing/2014/main" id="{96EEF571-9C6A-F443-A5A0-CD1C40C86486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80" name="Afbeelding 79">
            <a:extLst>
              <a:ext uri="{FF2B5EF4-FFF2-40B4-BE49-F238E27FC236}">
                <a16:creationId xmlns:a16="http://schemas.microsoft.com/office/drawing/2014/main" id="{8ED95275-60E0-E145-8C5C-58F2D5E3E7C5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  <p:grpSp>
        <p:nvGrpSpPr>
          <p:cNvPr id="81" name="Groep 80">
            <a:extLst>
              <a:ext uri="{FF2B5EF4-FFF2-40B4-BE49-F238E27FC236}">
                <a16:creationId xmlns:a16="http://schemas.microsoft.com/office/drawing/2014/main" id="{B185DCE7-2C42-D64B-ACB7-8762AB066413}"/>
              </a:ext>
            </a:extLst>
          </p:cNvPr>
          <p:cNvGrpSpPr/>
          <p:nvPr userDrawn="1"/>
        </p:nvGrpSpPr>
        <p:grpSpPr>
          <a:xfrm>
            <a:off x="-3194379" y="2857470"/>
            <a:ext cx="3194379" cy="3235354"/>
            <a:chOff x="-3194379" y="2857470"/>
            <a:chExt cx="3194379" cy="3235354"/>
          </a:xfrm>
        </p:grpSpPr>
        <p:sp>
          <p:nvSpPr>
            <p:cNvPr id="82" name="Ovaal 81">
              <a:extLst>
                <a:ext uri="{FF2B5EF4-FFF2-40B4-BE49-F238E27FC236}">
                  <a16:creationId xmlns:a16="http://schemas.microsoft.com/office/drawing/2014/main" id="{7F4F6737-8139-9C46-A5D4-0818C59E866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137" y="463509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1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20B30304-4904-6646-AD25-70D78196476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487435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2</a:t>
              </a:r>
            </a:p>
          </p:txBody>
        </p:sp>
        <p:sp>
          <p:nvSpPr>
            <p:cNvPr id="84" name="Ovaal 83">
              <a:extLst>
                <a:ext uri="{FF2B5EF4-FFF2-40B4-BE49-F238E27FC236}">
                  <a16:creationId xmlns:a16="http://schemas.microsoft.com/office/drawing/2014/main" id="{98F24513-27F1-4748-BB7F-9BBC3EFDCE9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10338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3</a:t>
              </a: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2DADEDE-5773-D644-B432-BADDD4B4CA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33528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4</a:t>
              </a:r>
            </a:p>
          </p:txBody>
        </p:sp>
        <p:pic>
          <p:nvPicPr>
            <p:cNvPr id="86" name="Afbeelding 85">
              <a:extLst>
                <a:ext uri="{FF2B5EF4-FFF2-40B4-BE49-F238E27FC236}">
                  <a16:creationId xmlns:a16="http://schemas.microsoft.com/office/drawing/2014/main" id="{08DE85E1-098D-1B46-A64E-FAE79A49AC92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6"/>
            <a:srcRect r="76738" b="62308"/>
            <a:stretch/>
          </p:blipFill>
          <p:spPr>
            <a:xfrm>
              <a:off x="-2699907" y="4535706"/>
              <a:ext cx="1626676" cy="1094825"/>
            </a:xfrm>
            <a:prstGeom prst="rect">
              <a:avLst/>
            </a:prstGeom>
          </p:spPr>
        </p:pic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22156681-F781-F241-9B12-CB102E6484AD}"/>
                </a:ext>
              </a:extLst>
            </p:cNvPr>
            <p:cNvSpPr/>
            <p:nvPr userDrawn="1"/>
          </p:nvSpPr>
          <p:spPr>
            <a:xfrm>
              <a:off x="-3194379" y="2857470"/>
              <a:ext cx="2923123" cy="323535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CHOOSE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TEXt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 LEVELS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646DB97D-4501-554D-BFE2-7A28EF94C984}"/>
                </a:ext>
              </a:extLst>
            </p:cNvPr>
            <p:cNvSpPr/>
            <p:nvPr userDrawn="1"/>
          </p:nvSpPr>
          <p:spPr>
            <a:xfrm>
              <a:off x="-3012396" y="4151269"/>
              <a:ext cx="2741140" cy="49673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List </a:t>
              </a:r>
              <a:r>
                <a:rPr lang="en-GB" sz="1000" b="1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kumimoji="0" lang="en-GB" sz="1000" b="1" i="0" u="none" strike="noStrike" kern="0" cap="none" spc="0" normalizeH="0" baseline="0" noProof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evel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buttons under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Start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tab, to select a text level. Choose from: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89" name="VOORBEELD">
              <a:extLst>
                <a:ext uri="{FF2B5EF4-FFF2-40B4-BE49-F238E27FC236}">
                  <a16:creationId xmlns:a16="http://schemas.microsoft.com/office/drawing/2014/main" id="{119CD0BC-B473-9842-A1DE-F10ACC4D7D58}"/>
                </a:ext>
              </a:extLst>
            </p:cNvPr>
            <p:cNvGrpSpPr/>
            <p:nvPr userDrawn="1"/>
          </p:nvGrpSpPr>
          <p:grpSpPr>
            <a:xfrm>
              <a:off x="-3013384" y="3353604"/>
              <a:ext cx="3013384" cy="604518"/>
              <a:chOff x="-3605171" y="458674"/>
              <a:chExt cx="3234311" cy="558875"/>
            </a:xfrm>
          </p:grpSpPr>
          <p:sp>
            <p:nvSpPr>
              <p:cNvPr id="90" name="Rechthoek 89">
                <a:extLst>
                  <a:ext uri="{FF2B5EF4-FFF2-40B4-BE49-F238E27FC236}">
                    <a16:creationId xmlns:a16="http://schemas.microsoft.com/office/drawing/2014/main" id="{6526A0A1-A395-2C47-9A82-15F520B4FD2F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91" name="Rechthoek 90">
                <a:extLst>
                  <a:ext uri="{FF2B5EF4-FFF2-40B4-BE49-F238E27FC236}">
                    <a16:creationId xmlns:a16="http://schemas.microsoft.com/office/drawing/2014/main" id="{F5941EB8-B8A4-444F-9A1D-A0E2EE7534A6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92" name="Groep 91">
                <a:extLst>
                  <a:ext uri="{FF2B5EF4-FFF2-40B4-BE49-F238E27FC236}">
                    <a16:creationId xmlns:a16="http://schemas.microsoft.com/office/drawing/2014/main" id="{D0F788A9-4853-D44A-AC71-44CAE32CA68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23" name="Groep 122">
                  <a:extLst>
                    <a:ext uri="{FF2B5EF4-FFF2-40B4-BE49-F238E27FC236}">
                      <a16:creationId xmlns:a16="http://schemas.microsoft.com/office/drawing/2014/main" id="{7BC1B356-EF76-AE41-A5FB-44C4FCC03FC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ECEF0F90-6727-9B44-B595-6C1CA4EE03F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D50ECFE4-FB98-0C4F-97D9-42399912C62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7C8EE917-3E51-C24C-9601-49C69EDEAA9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B714D2FC-9090-E04F-B0AB-05B50409B32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9" name="Rechte verbindingslijn 128">
                    <a:extLst>
                      <a:ext uri="{FF2B5EF4-FFF2-40B4-BE49-F238E27FC236}">
                        <a16:creationId xmlns:a16="http://schemas.microsoft.com/office/drawing/2014/main" id="{78A452B5-F3D1-A744-92E5-69021EDD33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4" name="Pijl: rechts 129">
                  <a:extLst>
                    <a:ext uri="{FF2B5EF4-FFF2-40B4-BE49-F238E27FC236}">
                      <a16:creationId xmlns:a16="http://schemas.microsoft.com/office/drawing/2014/main" id="{AF25FE78-2CC2-6E4B-B1F6-5AD4E3A9DB22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93" name="Groep 92">
                <a:extLst>
                  <a:ext uri="{FF2B5EF4-FFF2-40B4-BE49-F238E27FC236}">
                    <a16:creationId xmlns:a16="http://schemas.microsoft.com/office/drawing/2014/main" id="{DBCF923D-85B4-724B-B53A-744075D11659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16" name="Groep 115">
                  <a:extLst>
                    <a:ext uri="{FF2B5EF4-FFF2-40B4-BE49-F238E27FC236}">
                      <a16:creationId xmlns:a16="http://schemas.microsoft.com/office/drawing/2014/main" id="{A17669F6-3E35-9546-B340-E29C6B6CAC2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18" name="Rechte verbindingslijn 117">
                    <a:extLst>
                      <a:ext uri="{FF2B5EF4-FFF2-40B4-BE49-F238E27FC236}">
                        <a16:creationId xmlns:a16="http://schemas.microsoft.com/office/drawing/2014/main" id="{8053F84A-2389-7446-A7AA-32A38CEEEE8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9" name="Rechte verbindingslijn 118">
                    <a:extLst>
                      <a:ext uri="{FF2B5EF4-FFF2-40B4-BE49-F238E27FC236}">
                        <a16:creationId xmlns:a16="http://schemas.microsoft.com/office/drawing/2014/main" id="{E4C3BB71-4533-5A4E-BB94-463A2E33D53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0" name="Rechte verbindingslijn 119">
                    <a:extLst>
                      <a:ext uri="{FF2B5EF4-FFF2-40B4-BE49-F238E27FC236}">
                        <a16:creationId xmlns:a16="http://schemas.microsoft.com/office/drawing/2014/main" id="{E95D2EE6-5700-B445-ADCD-219ECBEF2F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1" name="Rechte verbindingslijn 120">
                    <a:extLst>
                      <a:ext uri="{FF2B5EF4-FFF2-40B4-BE49-F238E27FC236}">
                        <a16:creationId xmlns:a16="http://schemas.microsoft.com/office/drawing/2014/main" id="{973F5A96-33AE-834E-830A-C5746B3D5A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2" name="Rechte verbindingslijn 121">
                    <a:extLst>
                      <a:ext uri="{FF2B5EF4-FFF2-40B4-BE49-F238E27FC236}">
                        <a16:creationId xmlns:a16="http://schemas.microsoft.com/office/drawing/2014/main" id="{5713DE6C-2FE4-6349-B6A4-EBE242F4BF1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17" name="Pijl: rechts 122">
                  <a:extLst>
                    <a:ext uri="{FF2B5EF4-FFF2-40B4-BE49-F238E27FC236}">
                      <a16:creationId xmlns:a16="http://schemas.microsoft.com/office/drawing/2014/main" id="{20BA1831-2DDD-084B-96D6-B4DADA31578D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94" name="Rechte verbindingslijn 93">
                <a:extLst>
                  <a:ext uri="{FF2B5EF4-FFF2-40B4-BE49-F238E27FC236}">
                    <a16:creationId xmlns:a16="http://schemas.microsoft.com/office/drawing/2014/main" id="{729AC7E1-5A60-D046-B90C-1DF708C94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95" name="Rechte verbindingslijn 94">
                <a:extLst>
                  <a:ext uri="{FF2B5EF4-FFF2-40B4-BE49-F238E27FC236}">
                    <a16:creationId xmlns:a16="http://schemas.microsoft.com/office/drawing/2014/main" id="{DD0B0010-7DA5-F942-8320-D62964EBD29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96" name="Rechthoek 95">
                <a:extLst>
                  <a:ext uri="{FF2B5EF4-FFF2-40B4-BE49-F238E27FC236}">
                    <a16:creationId xmlns:a16="http://schemas.microsoft.com/office/drawing/2014/main" id="{5694F1A0-176F-C64E-AE54-5A6EB551FF97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sp>
            <p:nvSpPr>
              <p:cNvPr id="97" name="Rechthoek 96">
                <a:extLst>
                  <a:ext uri="{FF2B5EF4-FFF2-40B4-BE49-F238E27FC236}">
                    <a16:creationId xmlns:a16="http://schemas.microsoft.com/office/drawing/2014/main" id="{8017A3B3-C51E-EF44-8661-78E5070323D3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Decrease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grpSp>
            <p:nvGrpSpPr>
              <p:cNvPr id="98" name="Groep 97">
                <a:extLst>
                  <a:ext uri="{FF2B5EF4-FFF2-40B4-BE49-F238E27FC236}">
                    <a16:creationId xmlns:a16="http://schemas.microsoft.com/office/drawing/2014/main" id="{C3C0CE44-F78D-C849-8EF7-96B8D51EB7CC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08" name="Rechthoek 107">
                  <a:extLst>
                    <a:ext uri="{FF2B5EF4-FFF2-40B4-BE49-F238E27FC236}">
                      <a16:creationId xmlns:a16="http://schemas.microsoft.com/office/drawing/2014/main" id="{CF324948-C226-4447-8E82-07E07826986B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09" name="Groep 108">
                  <a:extLst>
                    <a:ext uri="{FF2B5EF4-FFF2-40B4-BE49-F238E27FC236}">
                      <a16:creationId xmlns:a16="http://schemas.microsoft.com/office/drawing/2014/main" id="{993B01F3-D670-4F4A-9593-CCB8C8E695F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11" name="Rechte verbindingslijn 110">
                    <a:extLst>
                      <a:ext uri="{FF2B5EF4-FFF2-40B4-BE49-F238E27FC236}">
                        <a16:creationId xmlns:a16="http://schemas.microsoft.com/office/drawing/2014/main" id="{67737E6F-591A-564B-ABE1-308C4AA3803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2" name="Rechte verbindingslijn 111">
                    <a:extLst>
                      <a:ext uri="{FF2B5EF4-FFF2-40B4-BE49-F238E27FC236}">
                        <a16:creationId xmlns:a16="http://schemas.microsoft.com/office/drawing/2014/main" id="{2E0CBB1D-6B05-B34D-8136-DA6637C8F4F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3" name="Rechte verbindingslijn 112">
                    <a:extLst>
                      <a:ext uri="{FF2B5EF4-FFF2-40B4-BE49-F238E27FC236}">
                        <a16:creationId xmlns:a16="http://schemas.microsoft.com/office/drawing/2014/main" id="{98991BE4-60CD-804B-9AEB-AADA79BCCB6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4" name="Rechte verbindingslijn 113">
                    <a:extLst>
                      <a:ext uri="{FF2B5EF4-FFF2-40B4-BE49-F238E27FC236}">
                        <a16:creationId xmlns:a16="http://schemas.microsoft.com/office/drawing/2014/main" id="{E92A8AC6-B7F9-D948-AF99-C5EF8EDADCC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5" name="Rechte verbindingslijn 114">
                    <a:extLst>
                      <a:ext uri="{FF2B5EF4-FFF2-40B4-BE49-F238E27FC236}">
                        <a16:creationId xmlns:a16="http://schemas.microsoft.com/office/drawing/2014/main" id="{FA98F23B-0B82-3D4B-A87D-F1A9F235002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10" name="Pijl: rechts 115">
                  <a:extLst>
                    <a:ext uri="{FF2B5EF4-FFF2-40B4-BE49-F238E27FC236}">
                      <a16:creationId xmlns:a16="http://schemas.microsoft.com/office/drawing/2014/main" id="{BA37F413-14AB-B243-9190-AA52F6D147B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99" name="Groep 98">
                <a:extLst>
                  <a:ext uri="{FF2B5EF4-FFF2-40B4-BE49-F238E27FC236}">
                    <a16:creationId xmlns:a16="http://schemas.microsoft.com/office/drawing/2014/main" id="{C7ACDC0A-686E-B048-990E-19A91362BD78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00" name="Rechthoek 99">
                  <a:extLst>
                    <a:ext uri="{FF2B5EF4-FFF2-40B4-BE49-F238E27FC236}">
                      <a16:creationId xmlns:a16="http://schemas.microsoft.com/office/drawing/2014/main" id="{AE6D9BF4-48CF-444D-900A-0094E775CE63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01" name="Groep 100">
                  <a:extLst>
                    <a:ext uri="{FF2B5EF4-FFF2-40B4-BE49-F238E27FC236}">
                      <a16:creationId xmlns:a16="http://schemas.microsoft.com/office/drawing/2014/main" id="{B7127A73-D857-7D4B-B753-9B951DD88BBF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03" name="Rechte verbindingslijn 102">
                    <a:extLst>
                      <a:ext uri="{FF2B5EF4-FFF2-40B4-BE49-F238E27FC236}">
                        <a16:creationId xmlns:a16="http://schemas.microsoft.com/office/drawing/2014/main" id="{FCA9C938-2E71-5E48-932D-C3674B6C3F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4" name="Rechte verbindingslijn 103">
                    <a:extLst>
                      <a:ext uri="{FF2B5EF4-FFF2-40B4-BE49-F238E27FC236}">
                        <a16:creationId xmlns:a16="http://schemas.microsoft.com/office/drawing/2014/main" id="{8AA3B988-B1F8-0040-A08F-EB2B328122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5" name="Rechte verbindingslijn 104">
                    <a:extLst>
                      <a:ext uri="{FF2B5EF4-FFF2-40B4-BE49-F238E27FC236}">
                        <a16:creationId xmlns:a16="http://schemas.microsoft.com/office/drawing/2014/main" id="{C6034C94-E72B-A34A-BABB-7DE4962480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6" name="Rechte verbindingslijn 105">
                    <a:extLst>
                      <a:ext uri="{FF2B5EF4-FFF2-40B4-BE49-F238E27FC236}">
                        <a16:creationId xmlns:a16="http://schemas.microsoft.com/office/drawing/2014/main" id="{03C09F07-7243-114C-BA6D-0C10EECBDC4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7" name="Rechte verbindingslijn 106">
                    <a:extLst>
                      <a:ext uri="{FF2B5EF4-FFF2-40B4-BE49-F238E27FC236}">
                        <a16:creationId xmlns:a16="http://schemas.microsoft.com/office/drawing/2014/main" id="{5951EE6D-156F-FE4E-A552-E5C97DE9B96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02" name="Pijl: rechts 107">
                  <a:extLst>
                    <a:ext uri="{FF2B5EF4-FFF2-40B4-BE49-F238E27FC236}">
                      <a16:creationId xmlns:a16="http://schemas.microsoft.com/office/drawing/2014/main" id="{DF2E25D2-F49E-624D-8818-E6DE508D73CD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7616230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+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4" name="Tijdelijke aanduiding voor verticale tekst 2">
            <a:extLst>
              <a:ext uri="{FF2B5EF4-FFF2-40B4-BE49-F238E27FC236}">
                <a16:creationId xmlns:a16="http://schemas.microsoft.com/office/drawing/2014/main" id="{92E62DDD-B8D2-9146-B75F-2847AA5559C5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3" name="Tijdelijke aanduiding voor afbeelding 2">
            <a:extLst>
              <a:ext uri="{FF2B5EF4-FFF2-40B4-BE49-F238E27FC236}">
                <a16:creationId xmlns:a16="http://schemas.microsoft.com/office/drawing/2014/main" id="{E654E8F0-4721-AF46-A1D2-74507BB3173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766762" y="0"/>
            <a:ext cx="5327374" cy="6858000"/>
          </a:xfrm>
          <a:solidFill>
            <a:schemeClr val="tx1"/>
          </a:solidFill>
        </p:spPr>
        <p:txBody>
          <a:bodyPr anchor="ctr">
            <a:normAutofit/>
          </a:bodyPr>
          <a:lstStyle>
            <a:lvl1pPr algn="ctr">
              <a:defRPr sz="1400">
                <a:solidFill>
                  <a:schemeClr val="bg1"/>
                </a:solidFill>
              </a:defRPr>
            </a:lvl1pPr>
          </a:lstStyle>
          <a:p>
            <a:r>
              <a:rPr lang="nl-NL"/>
              <a:t>Image</a:t>
            </a:r>
          </a:p>
        </p:txBody>
      </p:sp>
      <p:sp>
        <p:nvSpPr>
          <p:cNvPr id="9" name="Titel 20">
            <a:extLst>
              <a:ext uri="{FF2B5EF4-FFF2-40B4-BE49-F238E27FC236}">
                <a16:creationId xmlns:a16="http://schemas.microsoft.com/office/drawing/2014/main" id="{BA459634-E583-8745-87F5-A3DE4C6C7B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481482" y="765175"/>
            <a:ext cx="4943756" cy="898498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10" name="Tijdelijke aanduiding voor tekst 28">
            <a:extLst>
              <a:ext uri="{FF2B5EF4-FFF2-40B4-BE49-F238E27FC236}">
                <a16:creationId xmlns:a16="http://schemas.microsoft.com/office/drawing/2014/main" id="{4898E21C-F259-AC4F-B970-E35A49B8DA2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81482" y="1692403"/>
            <a:ext cx="905504" cy="21423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11" name="Tijdelijke aanduiding voor tekst 30">
            <a:extLst>
              <a:ext uri="{FF2B5EF4-FFF2-40B4-BE49-F238E27FC236}">
                <a16:creationId xmlns:a16="http://schemas.microsoft.com/office/drawing/2014/main" id="{C1AF83A9-920A-404C-95EC-EE8943AD665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481482" y="2600077"/>
            <a:ext cx="4943755" cy="3492747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grpSp>
        <p:nvGrpSpPr>
          <p:cNvPr id="12" name="Groep 11">
            <a:extLst>
              <a:ext uri="{FF2B5EF4-FFF2-40B4-BE49-F238E27FC236}">
                <a16:creationId xmlns:a16="http://schemas.microsoft.com/office/drawing/2014/main" id="{62779957-C09F-914C-8534-3E59495AAD94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7EDA162E-6C52-C349-9A8D-42EE2075D9D8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60A0D75C-D465-B348-B79D-D53476DAD67E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492111E7-4A1B-BE47-B4F1-F547A7E9D6BB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7" name="Groep 16">
              <a:extLst>
                <a:ext uri="{FF2B5EF4-FFF2-40B4-BE49-F238E27FC236}">
                  <a16:creationId xmlns:a16="http://schemas.microsoft.com/office/drawing/2014/main" id="{82041E93-CBC1-A24B-A3F8-438998DCFA9E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77695A31-2BF7-A84D-99E2-E97C5C8194C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Ovaal 70">
                <a:extLst>
                  <a:ext uri="{FF2B5EF4-FFF2-40B4-BE49-F238E27FC236}">
                    <a16:creationId xmlns:a16="http://schemas.microsoft.com/office/drawing/2014/main" id="{AD801EA1-E158-134D-8040-2FE4236CB0C2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Vrije vorm: vorm 101">
                <a:extLst>
                  <a:ext uri="{FF2B5EF4-FFF2-40B4-BE49-F238E27FC236}">
                    <a16:creationId xmlns:a16="http://schemas.microsoft.com/office/drawing/2014/main" id="{9DB71EE1-BE7D-4845-B1D6-A34ED84A7C8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Rechthoek: afgeronde hoeken 102">
                <a:extLst>
                  <a:ext uri="{FF2B5EF4-FFF2-40B4-BE49-F238E27FC236}">
                    <a16:creationId xmlns:a16="http://schemas.microsoft.com/office/drawing/2014/main" id="{3977D84D-2A89-A045-B072-83EAEAED0FC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4" name="Rechte verbindingslijn 73">
                <a:extLst>
                  <a:ext uri="{FF2B5EF4-FFF2-40B4-BE49-F238E27FC236}">
                    <a16:creationId xmlns:a16="http://schemas.microsoft.com/office/drawing/2014/main" id="{5FD27C62-4233-EF4F-8A1B-7623F5E974A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5" name="Rechte verbindingslijn 74">
                <a:extLst>
                  <a:ext uri="{FF2B5EF4-FFF2-40B4-BE49-F238E27FC236}">
                    <a16:creationId xmlns:a16="http://schemas.microsoft.com/office/drawing/2014/main" id="{36D05798-44FA-5746-AC0D-8BFF572AEBD1}"/>
                  </a:ext>
                </a:extLst>
              </p:cNvPr>
              <p:cNvCxnSpPr>
                <a:cxnSpLocks/>
                <a:stCxn id="73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B3C0099B-0285-0E4E-AF8C-7C73E54E556C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029D56D8-FAF4-544F-BFB2-03D6EECCD02C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246EF245-3D9F-7B4F-8917-97EA30D2169D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67" name="Rechthoek 66">
                <a:extLst>
                  <a:ext uri="{FF2B5EF4-FFF2-40B4-BE49-F238E27FC236}">
                    <a16:creationId xmlns:a16="http://schemas.microsoft.com/office/drawing/2014/main" id="{77E0E685-B988-AD44-9080-397375D522F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68" name="Rechte verbindingslijn 67">
                <a:extLst>
                  <a:ext uri="{FF2B5EF4-FFF2-40B4-BE49-F238E27FC236}">
                    <a16:creationId xmlns:a16="http://schemas.microsoft.com/office/drawing/2014/main" id="{BC3F13F7-D759-1743-9C00-C2F8B7CB56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9" name="Gelijkbenige driehoek 98">
                <a:extLst>
                  <a:ext uri="{FF2B5EF4-FFF2-40B4-BE49-F238E27FC236}">
                    <a16:creationId xmlns:a16="http://schemas.microsoft.com/office/drawing/2014/main" id="{F3B0D302-F120-1D49-BD23-CC771C01D48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B00B7AA1-1610-D545-B1EA-317221FD25F6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5BACC652-AFC8-9D4F-9DBD-2A6DAC719D64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3CE32056-E3BB-CB46-8357-3D7FA61331DB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A74DD128-3972-C74F-ABBF-C7FF795F4475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EEAD20F9-CA32-2B45-B0CF-7756F72BD59B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51" name="Groep 50">
                <a:extLst>
                  <a:ext uri="{FF2B5EF4-FFF2-40B4-BE49-F238E27FC236}">
                    <a16:creationId xmlns:a16="http://schemas.microsoft.com/office/drawing/2014/main" id="{E19609C1-2968-D646-A5C7-BD35058DBC9C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54" name="Groep 53">
                  <a:extLst>
                    <a:ext uri="{FF2B5EF4-FFF2-40B4-BE49-F238E27FC236}">
                      <a16:creationId xmlns:a16="http://schemas.microsoft.com/office/drawing/2014/main" id="{8148F2C7-EF2A-C44E-9917-2E482D6960E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1" name="Groep 60">
                    <a:extLst>
                      <a:ext uri="{FF2B5EF4-FFF2-40B4-BE49-F238E27FC236}">
                        <a16:creationId xmlns:a16="http://schemas.microsoft.com/office/drawing/2014/main" id="{C20E3680-5AEA-9243-B231-CBF2F9DB821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64" name="Rechthoek 63">
                      <a:extLst>
                        <a:ext uri="{FF2B5EF4-FFF2-40B4-BE49-F238E27FC236}">
                          <a16:creationId xmlns:a16="http://schemas.microsoft.com/office/drawing/2014/main" id="{90A97669-921E-0D46-BBD4-B93CF0C777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Rechthoek 64">
                      <a:extLst>
                        <a:ext uri="{FF2B5EF4-FFF2-40B4-BE49-F238E27FC236}">
                          <a16:creationId xmlns:a16="http://schemas.microsoft.com/office/drawing/2014/main" id="{1C629D03-AA6C-D048-9991-A77D60A15F3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Ovaal 65">
                      <a:extLst>
                        <a:ext uri="{FF2B5EF4-FFF2-40B4-BE49-F238E27FC236}">
                          <a16:creationId xmlns:a16="http://schemas.microsoft.com/office/drawing/2014/main" id="{9EC184A5-FD5A-604F-B395-0F22FE47E6A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2" name="Afbeelding 61">
                    <a:extLst>
                      <a:ext uri="{FF2B5EF4-FFF2-40B4-BE49-F238E27FC236}">
                        <a16:creationId xmlns:a16="http://schemas.microsoft.com/office/drawing/2014/main" id="{3FE0F95D-D26A-9943-88FB-275D1D3EEFC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3" name="Afbeelding 62">
                    <a:extLst>
                      <a:ext uri="{FF2B5EF4-FFF2-40B4-BE49-F238E27FC236}">
                        <a16:creationId xmlns:a16="http://schemas.microsoft.com/office/drawing/2014/main" id="{333F0EF1-EFAF-7345-90AA-481AB97CA2C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5" name="Groep 54">
                  <a:extLst>
                    <a:ext uri="{FF2B5EF4-FFF2-40B4-BE49-F238E27FC236}">
                      <a16:creationId xmlns:a16="http://schemas.microsoft.com/office/drawing/2014/main" id="{AC3020CC-61DB-0F4B-B9B3-8784B945E92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58">
                    <a:extLst>
                      <a:ext uri="{FF2B5EF4-FFF2-40B4-BE49-F238E27FC236}">
                        <a16:creationId xmlns:a16="http://schemas.microsoft.com/office/drawing/2014/main" id="{6635090A-6D0F-674D-A48A-E4602F8CECB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59">
                    <a:extLst>
                      <a:ext uri="{FF2B5EF4-FFF2-40B4-BE49-F238E27FC236}">
                        <a16:creationId xmlns:a16="http://schemas.microsoft.com/office/drawing/2014/main" id="{6ABC67C0-2A92-0C4D-908B-79D6B5A0417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6" name="Groep 55">
                  <a:extLst>
                    <a:ext uri="{FF2B5EF4-FFF2-40B4-BE49-F238E27FC236}">
                      <a16:creationId xmlns:a16="http://schemas.microsoft.com/office/drawing/2014/main" id="{55EB4D11-D8F1-2E4A-8DE3-A97AA936C7B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56">
                    <a:extLst>
                      <a:ext uri="{FF2B5EF4-FFF2-40B4-BE49-F238E27FC236}">
                        <a16:creationId xmlns:a16="http://schemas.microsoft.com/office/drawing/2014/main" id="{BD109705-7124-924F-A3D1-1CAD79EE3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57">
                    <a:extLst>
                      <a:ext uri="{FF2B5EF4-FFF2-40B4-BE49-F238E27FC236}">
                        <a16:creationId xmlns:a16="http://schemas.microsoft.com/office/drawing/2014/main" id="{346F3863-4505-C747-9FAA-F9812B9F58F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B03CAFA8-B69C-A04E-BA4E-03EAF2FD32F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53" name="Gelijkbenige driehoek 78">
                <a:extLst>
                  <a:ext uri="{FF2B5EF4-FFF2-40B4-BE49-F238E27FC236}">
                    <a16:creationId xmlns:a16="http://schemas.microsoft.com/office/drawing/2014/main" id="{045B0C88-FC76-5049-B115-51FEB7917C1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D5BD9DB4-7378-9542-86CC-54E2BB02704A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F7BA7AB5-80D3-9C41-B67E-F4A33076B903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BD02D3E7-CD6D-1540-B4FE-649A10B63B1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1" name="Rechthoek 30">
                <a:extLst>
                  <a:ext uri="{FF2B5EF4-FFF2-40B4-BE49-F238E27FC236}">
                    <a16:creationId xmlns:a16="http://schemas.microsoft.com/office/drawing/2014/main" id="{D248D78E-8AA1-D348-9D8E-C262661D777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2" name="Groep 31">
                <a:extLst>
                  <a:ext uri="{FF2B5EF4-FFF2-40B4-BE49-F238E27FC236}">
                    <a16:creationId xmlns:a16="http://schemas.microsoft.com/office/drawing/2014/main" id="{55E62FD6-A3CF-A140-AEBA-E1283338073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5" name="Rechthoek: afgeronde hoeken 61">
                  <a:extLst>
                    <a:ext uri="{FF2B5EF4-FFF2-40B4-BE49-F238E27FC236}">
                      <a16:creationId xmlns:a16="http://schemas.microsoft.com/office/drawing/2014/main" id="{3C9D1ADC-CEB3-CC49-A773-5C4D417BB7B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54474A11-7EBF-2040-85C5-7AD1992E136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039C87F2-0AF0-4540-A787-5E679FFE032C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25587E02-3562-8B45-9EBF-97EE9EAE567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48">
                  <a:extLst>
                    <a:ext uri="{FF2B5EF4-FFF2-40B4-BE49-F238E27FC236}">
                      <a16:creationId xmlns:a16="http://schemas.microsoft.com/office/drawing/2014/main" id="{4ED17EBA-DF84-4847-8216-55E64072CF0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49">
                  <a:extLst>
                    <a:ext uri="{FF2B5EF4-FFF2-40B4-BE49-F238E27FC236}">
                      <a16:creationId xmlns:a16="http://schemas.microsoft.com/office/drawing/2014/main" id="{931BFB1E-C9F2-824C-9D59-99BE665096E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3" name="Groep 32">
                <a:extLst>
                  <a:ext uri="{FF2B5EF4-FFF2-40B4-BE49-F238E27FC236}">
                    <a16:creationId xmlns:a16="http://schemas.microsoft.com/office/drawing/2014/main" id="{F3DE2FD6-3591-484D-9B4D-41AEFE3BA9D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9614A4FF-AC35-0C49-AAE0-C41FFEEB46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9" name="Rechthoek: afgeronde hoeken 55">
                    <a:extLst>
                      <a:ext uri="{FF2B5EF4-FFF2-40B4-BE49-F238E27FC236}">
                        <a16:creationId xmlns:a16="http://schemas.microsoft.com/office/drawing/2014/main" id="{F39544B3-97E3-5F41-BD8A-F13D5B21DE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39">
                    <a:extLst>
                      <a:ext uri="{FF2B5EF4-FFF2-40B4-BE49-F238E27FC236}">
                        <a16:creationId xmlns:a16="http://schemas.microsoft.com/office/drawing/2014/main" id="{25A2E14D-40A0-FE45-BFAC-499ADF62FA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134796F4-CCCC-EF45-9301-299869D740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41">
                    <a:extLst>
                      <a:ext uri="{FF2B5EF4-FFF2-40B4-BE49-F238E27FC236}">
                        <a16:creationId xmlns:a16="http://schemas.microsoft.com/office/drawing/2014/main" id="{844F8C29-BB95-DA41-8D75-ED8F042D24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42">
                    <a:extLst>
                      <a:ext uri="{FF2B5EF4-FFF2-40B4-BE49-F238E27FC236}">
                        <a16:creationId xmlns:a16="http://schemas.microsoft.com/office/drawing/2014/main" id="{42853B26-B18B-5243-9EA4-0DDF064645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72ABE431-D8FE-E349-9477-57950724C4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8" name="Boog 37">
                  <a:extLst>
                    <a:ext uri="{FF2B5EF4-FFF2-40B4-BE49-F238E27FC236}">
                      <a16:creationId xmlns:a16="http://schemas.microsoft.com/office/drawing/2014/main" id="{F9069A4C-B611-F844-82DE-CD87890C6F9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4" name="Tekstvak 33">
                <a:extLst>
                  <a:ext uri="{FF2B5EF4-FFF2-40B4-BE49-F238E27FC236}">
                    <a16:creationId xmlns:a16="http://schemas.microsoft.com/office/drawing/2014/main" id="{ADDC59B2-506B-344A-B9B6-6300EEFE9BB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37D670A2-1F92-384B-8F3A-778BEFF34BC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Vrije vorm: vorm 52">
                <a:extLst>
                  <a:ext uri="{FF2B5EF4-FFF2-40B4-BE49-F238E27FC236}">
                    <a16:creationId xmlns:a16="http://schemas.microsoft.com/office/drawing/2014/main" id="{F1AEDC75-E167-764F-BC71-8AB815D9CAC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76" name="Afbeelding 75">
            <a:extLst>
              <a:ext uri="{FF2B5EF4-FFF2-40B4-BE49-F238E27FC236}">
                <a16:creationId xmlns:a16="http://schemas.microsoft.com/office/drawing/2014/main" id="{54576587-2110-FA4F-B9F8-FE5959847AD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77" name="Ovaal 76">
            <a:extLst>
              <a:ext uri="{FF2B5EF4-FFF2-40B4-BE49-F238E27FC236}">
                <a16:creationId xmlns:a16="http://schemas.microsoft.com/office/drawing/2014/main" id="{A551FAEA-D374-A049-83DE-1ACF8CA1C6B8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78" name="Rechthoek 77">
            <a:extLst>
              <a:ext uri="{FF2B5EF4-FFF2-40B4-BE49-F238E27FC236}">
                <a16:creationId xmlns:a16="http://schemas.microsoft.com/office/drawing/2014/main" id="{1DFAC47F-115B-084F-B1F9-6720435DC8AC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79" name="Afbeelding 78">
            <a:extLst>
              <a:ext uri="{FF2B5EF4-FFF2-40B4-BE49-F238E27FC236}">
                <a16:creationId xmlns:a16="http://schemas.microsoft.com/office/drawing/2014/main" id="{023518BB-2B4D-B44F-9DCF-CCB0E45E6AE1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  <p:grpSp>
        <p:nvGrpSpPr>
          <p:cNvPr id="80" name="Groep 79">
            <a:extLst>
              <a:ext uri="{FF2B5EF4-FFF2-40B4-BE49-F238E27FC236}">
                <a16:creationId xmlns:a16="http://schemas.microsoft.com/office/drawing/2014/main" id="{74A76657-C4F8-4D4A-ACC2-C5E966CA854B}"/>
              </a:ext>
            </a:extLst>
          </p:cNvPr>
          <p:cNvGrpSpPr/>
          <p:nvPr userDrawn="1"/>
        </p:nvGrpSpPr>
        <p:grpSpPr>
          <a:xfrm>
            <a:off x="-3194379" y="2857470"/>
            <a:ext cx="3194379" cy="3235354"/>
            <a:chOff x="-3194379" y="2857470"/>
            <a:chExt cx="3194379" cy="3235354"/>
          </a:xfrm>
        </p:grpSpPr>
        <p:sp>
          <p:nvSpPr>
            <p:cNvPr id="81" name="Ovaal 80">
              <a:extLst>
                <a:ext uri="{FF2B5EF4-FFF2-40B4-BE49-F238E27FC236}">
                  <a16:creationId xmlns:a16="http://schemas.microsoft.com/office/drawing/2014/main" id="{37749B6B-D5D6-E84B-954D-517BC617E53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137" y="463509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1</a:t>
              </a:r>
            </a:p>
          </p:txBody>
        </p:sp>
        <p:sp>
          <p:nvSpPr>
            <p:cNvPr id="82" name="Ovaal 81">
              <a:extLst>
                <a:ext uri="{FF2B5EF4-FFF2-40B4-BE49-F238E27FC236}">
                  <a16:creationId xmlns:a16="http://schemas.microsoft.com/office/drawing/2014/main" id="{C59E728E-F939-DD4B-95CC-4283823473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487435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2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B9BE6054-F661-9D4D-9E4D-E11ADCEE136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10338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3</a:t>
              </a:r>
            </a:p>
          </p:txBody>
        </p:sp>
        <p:sp>
          <p:nvSpPr>
            <p:cNvPr id="84" name="Ovaal 83">
              <a:extLst>
                <a:ext uri="{FF2B5EF4-FFF2-40B4-BE49-F238E27FC236}">
                  <a16:creationId xmlns:a16="http://schemas.microsoft.com/office/drawing/2014/main" id="{3FECB445-4BB1-984E-8F5D-9C3F277491E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33528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4</a:t>
              </a:r>
            </a:p>
          </p:txBody>
        </p:sp>
        <p:pic>
          <p:nvPicPr>
            <p:cNvPr id="85" name="Afbeelding 84">
              <a:extLst>
                <a:ext uri="{FF2B5EF4-FFF2-40B4-BE49-F238E27FC236}">
                  <a16:creationId xmlns:a16="http://schemas.microsoft.com/office/drawing/2014/main" id="{F23669F7-A760-E94D-8D52-3ACDD00553FA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6"/>
            <a:srcRect r="76738" b="62308"/>
            <a:stretch/>
          </p:blipFill>
          <p:spPr>
            <a:xfrm>
              <a:off x="-2699907" y="4535706"/>
              <a:ext cx="1626676" cy="1094825"/>
            </a:xfrm>
            <a:prstGeom prst="rect">
              <a:avLst/>
            </a:prstGeom>
          </p:spPr>
        </p:pic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D77E316D-3398-6847-9471-73290BFC3DC7}"/>
                </a:ext>
              </a:extLst>
            </p:cNvPr>
            <p:cNvSpPr/>
            <p:nvPr userDrawn="1"/>
          </p:nvSpPr>
          <p:spPr>
            <a:xfrm>
              <a:off x="-3194379" y="2857470"/>
              <a:ext cx="2923123" cy="323535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CHOOSE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TEXt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 LEVELS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BD966FFD-CB88-C34F-9D85-A26CE49D2E85}"/>
                </a:ext>
              </a:extLst>
            </p:cNvPr>
            <p:cNvSpPr/>
            <p:nvPr userDrawn="1"/>
          </p:nvSpPr>
          <p:spPr>
            <a:xfrm>
              <a:off x="-3012396" y="4151269"/>
              <a:ext cx="2741140" cy="49673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List </a:t>
              </a:r>
              <a:r>
                <a:rPr lang="en-GB" sz="1000" b="1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kumimoji="0" lang="en-GB" sz="1000" b="1" i="0" u="none" strike="noStrike" kern="0" cap="none" spc="0" normalizeH="0" baseline="0" noProof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evel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buttons under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Start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tab, to select a text level. Choose from: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88" name="VOORBEELD">
              <a:extLst>
                <a:ext uri="{FF2B5EF4-FFF2-40B4-BE49-F238E27FC236}">
                  <a16:creationId xmlns:a16="http://schemas.microsoft.com/office/drawing/2014/main" id="{5E46744F-00A3-7347-952F-D458C28E0FDF}"/>
                </a:ext>
              </a:extLst>
            </p:cNvPr>
            <p:cNvGrpSpPr/>
            <p:nvPr userDrawn="1"/>
          </p:nvGrpSpPr>
          <p:grpSpPr>
            <a:xfrm>
              <a:off x="-3013384" y="3353604"/>
              <a:ext cx="3013384" cy="604518"/>
              <a:chOff x="-3605171" y="458674"/>
              <a:chExt cx="3234311" cy="558875"/>
            </a:xfrm>
          </p:grpSpPr>
          <p:sp>
            <p:nvSpPr>
              <p:cNvPr id="89" name="Rechthoek 88">
                <a:extLst>
                  <a:ext uri="{FF2B5EF4-FFF2-40B4-BE49-F238E27FC236}">
                    <a16:creationId xmlns:a16="http://schemas.microsoft.com/office/drawing/2014/main" id="{6DC20F77-EE5B-8E4E-8C4E-4F010A528D23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90" name="Rechthoek 89">
                <a:extLst>
                  <a:ext uri="{FF2B5EF4-FFF2-40B4-BE49-F238E27FC236}">
                    <a16:creationId xmlns:a16="http://schemas.microsoft.com/office/drawing/2014/main" id="{35048382-E7E6-674D-9E0A-F7D9C388789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91" name="Groep 90">
                <a:extLst>
                  <a:ext uri="{FF2B5EF4-FFF2-40B4-BE49-F238E27FC236}">
                    <a16:creationId xmlns:a16="http://schemas.microsoft.com/office/drawing/2014/main" id="{53EA1864-E983-5742-9703-58F279FC8A5B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1958EBE6-E064-3049-97DB-FEC568EAD7D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C43D1DE5-7C08-9A40-8334-5806A9AEF6C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18088F8D-0E88-3E44-A014-5F51BE1094B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6ADF9054-DBA7-8142-9D34-EB75E53E57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BEFFC566-E1D5-2545-99B2-12A2693C675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3ECF8975-9CE6-1344-B819-2857261B4F6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9">
                  <a:extLst>
                    <a:ext uri="{FF2B5EF4-FFF2-40B4-BE49-F238E27FC236}">
                      <a16:creationId xmlns:a16="http://schemas.microsoft.com/office/drawing/2014/main" id="{F3147F4C-BBA0-C54B-A2EE-04FE38C557A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92" name="Groep 91">
                <a:extLst>
                  <a:ext uri="{FF2B5EF4-FFF2-40B4-BE49-F238E27FC236}">
                    <a16:creationId xmlns:a16="http://schemas.microsoft.com/office/drawing/2014/main" id="{429B8AF5-36A7-574C-B17C-D730F1E44E2D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15" name="Groep 114">
                  <a:extLst>
                    <a:ext uri="{FF2B5EF4-FFF2-40B4-BE49-F238E27FC236}">
                      <a16:creationId xmlns:a16="http://schemas.microsoft.com/office/drawing/2014/main" id="{18318FD1-10F9-1B4D-8A6A-56F7D263A23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17" name="Rechte verbindingslijn 116">
                    <a:extLst>
                      <a:ext uri="{FF2B5EF4-FFF2-40B4-BE49-F238E27FC236}">
                        <a16:creationId xmlns:a16="http://schemas.microsoft.com/office/drawing/2014/main" id="{548A9027-DD68-C54F-A718-4A4B87EBF37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8" name="Rechte verbindingslijn 117">
                    <a:extLst>
                      <a:ext uri="{FF2B5EF4-FFF2-40B4-BE49-F238E27FC236}">
                        <a16:creationId xmlns:a16="http://schemas.microsoft.com/office/drawing/2014/main" id="{02F674D4-8AB1-FE47-AFE1-9785C9E8896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9" name="Rechte verbindingslijn 118">
                    <a:extLst>
                      <a:ext uri="{FF2B5EF4-FFF2-40B4-BE49-F238E27FC236}">
                        <a16:creationId xmlns:a16="http://schemas.microsoft.com/office/drawing/2014/main" id="{40A0480A-8A26-9A4C-80B9-042658A45BD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0" name="Rechte verbindingslijn 119">
                    <a:extLst>
                      <a:ext uri="{FF2B5EF4-FFF2-40B4-BE49-F238E27FC236}">
                        <a16:creationId xmlns:a16="http://schemas.microsoft.com/office/drawing/2014/main" id="{11EE4CB8-930C-B64B-8BAF-9BCB02D89B7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1" name="Rechte verbindingslijn 120">
                    <a:extLst>
                      <a:ext uri="{FF2B5EF4-FFF2-40B4-BE49-F238E27FC236}">
                        <a16:creationId xmlns:a16="http://schemas.microsoft.com/office/drawing/2014/main" id="{C5DFB6C2-8296-504F-B5BF-F19795C06EC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16" name="Pijl: rechts 122">
                  <a:extLst>
                    <a:ext uri="{FF2B5EF4-FFF2-40B4-BE49-F238E27FC236}">
                      <a16:creationId xmlns:a16="http://schemas.microsoft.com/office/drawing/2014/main" id="{6A549DB5-CD2A-8046-92B7-8EAFB6B8301D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93" name="Rechte verbindingslijn 92">
                <a:extLst>
                  <a:ext uri="{FF2B5EF4-FFF2-40B4-BE49-F238E27FC236}">
                    <a16:creationId xmlns:a16="http://schemas.microsoft.com/office/drawing/2014/main" id="{CA4DD5EF-F591-634E-85D2-5BE843A09B3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94" name="Rechte verbindingslijn 93">
                <a:extLst>
                  <a:ext uri="{FF2B5EF4-FFF2-40B4-BE49-F238E27FC236}">
                    <a16:creationId xmlns:a16="http://schemas.microsoft.com/office/drawing/2014/main" id="{8E7B4698-D21C-574B-96A5-EE1CF638C7B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95" name="Rechthoek 94">
                <a:extLst>
                  <a:ext uri="{FF2B5EF4-FFF2-40B4-BE49-F238E27FC236}">
                    <a16:creationId xmlns:a16="http://schemas.microsoft.com/office/drawing/2014/main" id="{86947CD9-5E85-B545-AF96-A297C3F289F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sp>
            <p:nvSpPr>
              <p:cNvPr id="96" name="Rechthoek 95">
                <a:extLst>
                  <a:ext uri="{FF2B5EF4-FFF2-40B4-BE49-F238E27FC236}">
                    <a16:creationId xmlns:a16="http://schemas.microsoft.com/office/drawing/2014/main" id="{550F28DE-FA8B-5745-BCC4-D2C514C202EF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Decrease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grpSp>
            <p:nvGrpSpPr>
              <p:cNvPr id="97" name="Groep 96">
                <a:extLst>
                  <a:ext uri="{FF2B5EF4-FFF2-40B4-BE49-F238E27FC236}">
                    <a16:creationId xmlns:a16="http://schemas.microsoft.com/office/drawing/2014/main" id="{2B2CBEA1-C079-A347-B652-D621478330E3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07" name="Rechthoek 106">
                  <a:extLst>
                    <a:ext uri="{FF2B5EF4-FFF2-40B4-BE49-F238E27FC236}">
                      <a16:creationId xmlns:a16="http://schemas.microsoft.com/office/drawing/2014/main" id="{5BCC9467-C4F1-B742-AC29-28463665C702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08" name="Groep 107">
                  <a:extLst>
                    <a:ext uri="{FF2B5EF4-FFF2-40B4-BE49-F238E27FC236}">
                      <a16:creationId xmlns:a16="http://schemas.microsoft.com/office/drawing/2014/main" id="{ABEFFB79-16DF-0248-BFD3-43A35341DB3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10" name="Rechte verbindingslijn 109">
                    <a:extLst>
                      <a:ext uri="{FF2B5EF4-FFF2-40B4-BE49-F238E27FC236}">
                        <a16:creationId xmlns:a16="http://schemas.microsoft.com/office/drawing/2014/main" id="{F8518957-725C-B84A-8BCF-FA861488CB5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1" name="Rechte verbindingslijn 110">
                    <a:extLst>
                      <a:ext uri="{FF2B5EF4-FFF2-40B4-BE49-F238E27FC236}">
                        <a16:creationId xmlns:a16="http://schemas.microsoft.com/office/drawing/2014/main" id="{397B0926-E777-E841-B7EC-C68309FFF7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2" name="Rechte verbindingslijn 111">
                    <a:extLst>
                      <a:ext uri="{FF2B5EF4-FFF2-40B4-BE49-F238E27FC236}">
                        <a16:creationId xmlns:a16="http://schemas.microsoft.com/office/drawing/2014/main" id="{C48B0BD6-E7EA-374E-A590-261E8D1F3CF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3" name="Rechte verbindingslijn 112">
                    <a:extLst>
                      <a:ext uri="{FF2B5EF4-FFF2-40B4-BE49-F238E27FC236}">
                        <a16:creationId xmlns:a16="http://schemas.microsoft.com/office/drawing/2014/main" id="{C1837D3E-16D8-6A4A-ADE9-6DC70237F6E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4" name="Rechte verbindingslijn 113">
                    <a:extLst>
                      <a:ext uri="{FF2B5EF4-FFF2-40B4-BE49-F238E27FC236}">
                        <a16:creationId xmlns:a16="http://schemas.microsoft.com/office/drawing/2014/main" id="{25EEFCB1-20AE-C145-8F16-76E771906D4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09" name="Pijl: rechts 115">
                  <a:extLst>
                    <a:ext uri="{FF2B5EF4-FFF2-40B4-BE49-F238E27FC236}">
                      <a16:creationId xmlns:a16="http://schemas.microsoft.com/office/drawing/2014/main" id="{8B1162B6-F670-924F-9353-5E8ED099749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98" name="Groep 97">
                <a:extLst>
                  <a:ext uri="{FF2B5EF4-FFF2-40B4-BE49-F238E27FC236}">
                    <a16:creationId xmlns:a16="http://schemas.microsoft.com/office/drawing/2014/main" id="{A818C2A9-8FD2-5948-8015-37DA30E5376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99" name="Rechthoek 98">
                  <a:extLst>
                    <a:ext uri="{FF2B5EF4-FFF2-40B4-BE49-F238E27FC236}">
                      <a16:creationId xmlns:a16="http://schemas.microsoft.com/office/drawing/2014/main" id="{65E4292F-5223-804E-931A-3B9EB40E5876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00" name="Groep 99">
                  <a:extLst>
                    <a:ext uri="{FF2B5EF4-FFF2-40B4-BE49-F238E27FC236}">
                      <a16:creationId xmlns:a16="http://schemas.microsoft.com/office/drawing/2014/main" id="{A4D8E231-2386-C049-BC40-607E9B05C23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02" name="Rechte verbindingslijn 101">
                    <a:extLst>
                      <a:ext uri="{FF2B5EF4-FFF2-40B4-BE49-F238E27FC236}">
                        <a16:creationId xmlns:a16="http://schemas.microsoft.com/office/drawing/2014/main" id="{EB3F4B56-60CB-1A4B-96B9-4FC7D4F9A6D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3" name="Rechte verbindingslijn 102">
                    <a:extLst>
                      <a:ext uri="{FF2B5EF4-FFF2-40B4-BE49-F238E27FC236}">
                        <a16:creationId xmlns:a16="http://schemas.microsoft.com/office/drawing/2014/main" id="{3A002522-B448-EB43-B108-BA002C1D08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4" name="Rechte verbindingslijn 103">
                    <a:extLst>
                      <a:ext uri="{FF2B5EF4-FFF2-40B4-BE49-F238E27FC236}">
                        <a16:creationId xmlns:a16="http://schemas.microsoft.com/office/drawing/2014/main" id="{32E062A0-B59E-B449-8E7A-DAB3B104F87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5" name="Rechte verbindingslijn 104">
                    <a:extLst>
                      <a:ext uri="{FF2B5EF4-FFF2-40B4-BE49-F238E27FC236}">
                        <a16:creationId xmlns:a16="http://schemas.microsoft.com/office/drawing/2014/main" id="{06F66FDB-C582-9D47-A94B-6EBCEA3DBB9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6" name="Rechte verbindingslijn 105">
                    <a:extLst>
                      <a:ext uri="{FF2B5EF4-FFF2-40B4-BE49-F238E27FC236}">
                        <a16:creationId xmlns:a16="http://schemas.microsoft.com/office/drawing/2014/main" id="{D8C788DE-B5CD-A448-A133-11B710286CA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01" name="Pijl: rechts 107">
                  <a:extLst>
                    <a:ext uri="{FF2B5EF4-FFF2-40B4-BE49-F238E27FC236}">
                      <a16:creationId xmlns:a16="http://schemas.microsoft.com/office/drawing/2014/main" id="{DF85ABEE-1906-1C43-A18F-1E06C3658B43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5935914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7B887ED9-AE91-2C43-ADFA-9F26AB6E413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787176" y="765174"/>
            <a:ext cx="11404824" cy="6092825"/>
          </a:xfrm>
          <a:custGeom>
            <a:avLst/>
            <a:gdLst>
              <a:gd name="connsiteX0" fmla="*/ 10895672 w 11404824"/>
              <a:gd name="connsiteY0" fmla="*/ 5794652 h 6092825"/>
              <a:gd name="connsiteX1" fmla="*/ 10895672 w 11404824"/>
              <a:gd name="connsiteY1" fmla="*/ 5809052 h 6092825"/>
              <a:gd name="connsiteX2" fmla="*/ 11075672 w 11404824"/>
              <a:gd name="connsiteY2" fmla="*/ 5809052 h 6092825"/>
              <a:gd name="connsiteX3" fmla="*/ 11075672 w 11404824"/>
              <a:gd name="connsiteY3" fmla="*/ 5794652 h 6092825"/>
              <a:gd name="connsiteX4" fmla="*/ 0 w 11404824"/>
              <a:gd name="connsiteY4" fmla="*/ 0 h 6092825"/>
              <a:gd name="connsiteX5" fmla="*/ 6027092 w 11404824"/>
              <a:gd name="connsiteY5" fmla="*/ 0 h 6092825"/>
              <a:gd name="connsiteX6" fmla="*/ 11404824 w 11404824"/>
              <a:gd name="connsiteY6" fmla="*/ 0 h 6092825"/>
              <a:gd name="connsiteX7" fmla="*/ 11404824 w 11404824"/>
              <a:gd name="connsiteY7" fmla="*/ 6092825 h 6092825"/>
              <a:gd name="connsiteX8" fmla="*/ 6027092 w 11404824"/>
              <a:gd name="connsiteY8" fmla="*/ 6092825 h 6092825"/>
              <a:gd name="connsiteX9" fmla="*/ 6027092 w 11404824"/>
              <a:gd name="connsiteY9" fmla="*/ 6092823 h 6092825"/>
              <a:gd name="connsiteX10" fmla="*/ 0 w 11404824"/>
              <a:gd name="connsiteY10" fmla="*/ 6092823 h 6092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04824" h="6092825">
                <a:moveTo>
                  <a:pt x="10895672" y="5794652"/>
                </a:moveTo>
                <a:lnTo>
                  <a:pt x="10895672" y="5809052"/>
                </a:lnTo>
                <a:lnTo>
                  <a:pt x="11075672" y="5809052"/>
                </a:lnTo>
                <a:lnTo>
                  <a:pt x="11075672" y="5794652"/>
                </a:lnTo>
                <a:close/>
                <a:moveTo>
                  <a:pt x="0" y="0"/>
                </a:moveTo>
                <a:lnTo>
                  <a:pt x="6027092" y="0"/>
                </a:lnTo>
                <a:lnTo>
                  <a:pt x="11404824" y="0"/>
                </a:lnTo>
                <a:lnTo>
                  <a:pt x="11404824" y="6092825"/>
                </a:lnTo>
                <a:lnTo>
                  <a:pt x="6027092" y="6092825"/>
                </a:lnTo>
                <a:lnTo>
                  <a:pt x="6027092" y="6092823"/>
                </a:lnTo>
                <a:lnTo>
                  <a:pt x="0" y="6092823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r>
              <a:rPr lang="nl-NL"/>
              <a:t>Image</a:t>
            </a:r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verticale tekst 2">
            <a:extLst>
              <a:ext uri="{FF2B5EF4-FFF2-40B4-BE49-F238E27FC236}">
                <a16:creationId xmlns:a16="http://schemas.microsoft.com/office/drawing/2014/main" id="{41085B1E-B417-454E-BE30-62203F9634DD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207067" y="765175"/>
            <a:ext cx="378565" cy="2914901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INFORMATION ABOUT THIS PICTURE</a:t>
            </a:r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54262BEE-93B0-874E-8263-91502D76F966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3F11B7D2-6199-B648-AD0F-0130F6DC5D39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8AD0DB13-B044-AF48-8A58-7FF4C2C2F6B5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46E64E40-3239-9244-9228-A2C2A312E245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7EF1897E-B748-A143-886F-500744047DF1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64">
                <a:extLst>
                  <a:ext uri="{FF2B5EF4-FFF2-40B4-BE49-F238E27FC236}">
                    <a16:creationId xmlns:a16="http://schemas.microsoft.com/office/drawing/2014/main" id="{E05BF510-5986-6745-ACE4-49B33BE7143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65">
                <a:extLst>
                  <a:ext uri="{FF2B5EF4-FFF2-40B4-BE49-F238E27FC236}">
                    <a16:creationId xmlns:a16="http://schemas.microsoft.com/office/drawing/2014/main" id="{B1646299-5AB6-EF46-AAB1-C77DAD6429C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EA5B47F-0754-2945-A7AF-74E5F82B189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EFCDF3F2-2BAB-DD42-B71E-EE04B0ED0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68">
                <a:extLst>
                  <a:ext uri="{FF2B5EF4-FFF2-40B4-BE49-F238E27FC236}">
                    <a16:creationId xmlns:a16="http://schemas.microsoft.com/office/drawing/2014/main" id="{042F8ECD-34B3-D44D-B5E4-0EE8AF4EC73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69">
                <a:extLst>
                  <a:ext uri="{FF2B5EF4-FFF2-40B4-BE49-F238E27FC236}">
                    <a16:creationId xmlns:a16="http://schemas.microsoft.com/office/drawing/2014/main" id="{15E99310-AB13-0C4F-B76F-77761E47572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BC3E4483-AD23-3145-99EC-42932066CDA6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22F69D0-44CD-8A4A-810D-379E7E62F54C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4" name="Groep 13">
              <a:extLst>
                <a:ext uri="{FF2B5EF4-FFF2-40B4-BE49-F238E27FC236}">
                  <a16:creationId xmlns:a16="http://schemas.microsoft.com/office/drawing/2014/main" id="{CE5DE585-558C-AC46-8D34-8541BA395118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61">
                <a:extLst>
                  <a:ext uri="{FF2B5EF4-FFF2-40B4-BE49-F238E27FC236}">
                    <a16:creationId xmlns:a16="http://schemas.microsoft.com/office/drawing/2014/main" id="{254B3036-F33B-644B-83E8-4547570D72C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63" name="Rechte verbindingslijn 62">
                <a:extLst>
                  <a:ext uri="{FF2B5EF4-FFF2-40B4-BE49-F238E27FC236}">
                    <a16:creationId xmlns:a16="http://schemas.microsoft.com/office/drawing/2014/main" id="{9B2D1B04-576B-AF44-9B28-F335FD37510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186F5C3C-30ED-D642-BCE2-98F33E55A77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3C7AE172-F4B3-D544-96F7-8E0B9F7F9193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248ACFFA-B5BE-5B4A-85CB-640D109719CC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8E274821-A4CE-EF41-85B1-630098251AE5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FCDD8019-9F93-6E4F-9104-42FA12C12169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8E40B191-63B3-FB40-A350-6F35361EB983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46" name="Groep 45">
                <a:extLst>
                  <a:ext uri="{FF2B5EF4-FFF2-40B4-BE49-F238E27FC236}">
                    <a16:creationId xmlns:a16="http://schemas.microsoft.com/office/drawing/2014/main" id="{0E16316F-F6F0-774E-8421-97A1E612FF9D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9" name="Groep 48">
                  <a:extLst>
                    <a:ext uri="{FF2B5EF4-FFF2-40B4-BE49-F238E27FC236}">
                      <a16:creationId xmlns:a16="http://schemas.microsoft.com/office/drawing/2014/main" id="{4FCD2932-1B4A-DC45-B85A-D845825CEB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6" name="Groep 55">
                    <a:extLst>
                      <a:ext uri="{FF2B5EF4-FFF2-40B4-BE49-F238E27FC236}">
                        <a16:creationId xmlns:a16="http://schemas.microsoft.com/office/drawing/2014/main" id="{5D568D98-18BF-AC49-A610-9EECA04C1C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9" name="Rechthoek 58">
                      <a:extLst>
                        <a:ext uri="{FF2B5EF4-FFF2-40B4-BE49-F238E27FC236}">
                          <a16:creationId xmlns:a16="http://schemas.microsoft.com/office/drawing/2014/main" id="{A8DEA542-E26D-3A40-93DE-91DEF767309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59">
                      <a:extLst>
                        <a:ext uri="{FF2B5EF4-FFF2-40B4-BE49-F238E27FC236}">
                          <a16:creationId xmlns:a16="http://schemas.microsoft.com/office/drawing/2014/main" id="{E7C721D7-5CA2-C849-BEBC-02C89F1094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60">
                      <a:extLst>
                        <a:ext uri="{FF2B5EF4-FFF2-40B4-BE49-F238E27FC236}">
                          <a16:creationId xmlns:a16="http://schemas.microsoft.com/office/drawing/2014/main" id="{1E8AEE1E-E0F4-F940-BB05-52A6198A7C1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56">
                    <a:extLst>
                      <a:ext uri="{FF2B5EF4-FFF2-40B4-BE49-F238E27FC236}">
                        <a16:creationId xmlns:a16="http://schemas.microsoft.com/office/drawing/2014/main" id="{9C971F64-B03B-F740-B6E4-D439BB7B71C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57">
                    <a:extLst>
                      <a:ext uri="{FF2B5EF4-FFF2-40B4-BE49-F238E27FC236}">
                        <a16:creationId xmlns:a16="http://schemas.microsoft.com/office/drawing/2014/main" id="{E6B4FECF-A06E-7A41-B36B-FB573F75FBE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49">
                  <a:extLst>
                    <a:ext uri="{FF2B5EF4-FFF2-40B4-BE49-F238E27FC236}">
                      <a16:creationId xmlns:a16="http://schemas.microsoft.com/office/drawing/2014/main" id="{5F46B232-CFE6-6F42-8126-251A4F25F96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53">
                    <a:extLst>
                      <a:ext uri="{FF2B5EF4-FFF2-40B4-BE49-F238E27FC236}">
                        <a16:creationId xmlns:a16="http://schemas.microsoft.com/office/drawing/2014/main" id="{46BA782D-A657-8640-BE93-B6C9E4CED7D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54">
                    <a:extLst>
                      <a:ext uri="{FF2B5EF4-FFF2-40B4-BE49-F238E27FC236}">
                        <a16:creationId xmlns:a16="http://schemas.microsoft.com/office/drawing/2014/main" id="{AFDD14D9-EB30-D748-9CA2-A57E45ECD6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50">
                  <a:extLst>
                    <a:ext uri="{FF2B5EF4-FFF2-40B4-BE49-F238E27FC236}">
                      <a16:creationId xmlns:a16="http://schemas.microsoft.com/office/drawing/2014/main" id="{E569B0F7-7A5F-B541-A272-E03E87126D5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DED3CCA4-5613-7F4F-B13D-5526CE1025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52">
                    <a:extLst>
                      <a:ext uri="{FF2B5EF4-FFF2-40B4-BE49-F238E27FC236}">
                        <a16:creationId xmlns:a16="http://schemas.microsoft.com/office/drawing/2014/main" id="{D9C92BAB-23CD-9249-954A-912770B9C21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DA2A7E42-38E8-3D48-853D-CE8C4994BC7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094A18B2-A3A7-3143-835C-74235DD01C0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0BCAE57-6652-2947-883D-29D84159C874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F016D0D1-F282-BA47-A3B2-29FEC33461F6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97CDEE2F-2DD5-584D-9C36-B52649710C8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1353FFC7-D098-BB4D-A308-51FF6F88EA5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26">
                <a:extLst>
                  <a:ext uri="{FF2B5EF4-FFF2-40B4-BE49-F238E27FC236}">
                    <a16:creationId xmlns:a16="http://schemas.microsoft.com/office/drawing/2014/main" id="{F4EBE799-E78C-3A44-B3B2-54E5827A69E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A5FE989F-8BBD-3944-871E-B1B6489C534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40">
                  <a:extLst>
                    <a:ext uri="{FF2B5EF4-FFF2-40B4-BE49-F238E27FC236}">
                      <a16:creationId xmlns:a16="http://schemas.microsoft.com/office/drawing/2014/main" id="{654B86EA-289A-3543-8B40-12E8BF52075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AE7338CC-699C-1D4A-A8ED-3CEB492D978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42">
                  <a:extLst>
                    <a:ext uri="{FF2B5EF4-FFF2-40B4-BE49-F238E27FC236}">
                      <a16:creationId xmlns:a16="http://schemas.microsoft.com/office/drawing/2014/main" id="{66D9489A-00D6-984E-8842-13953552036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43">
                  <a:extLst>
                    <a:ext uri="{FF2B5EF4-FFF2-40B4-BE49-F238E27FC236}">
                      <a16:creationId xmlns:a16="http://schemas.microsoft.com/office/drawing/2014/main" id="{827C137A-2451-C142-8CAD-A9580AA1A0F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44">
                  <a:extLst>
                    <a:ext uri="{FF2B5EF4-FFF2-40B4-BE49-F238E27FC236}">
                      <a16:creationId xmlns:a16="http://schemas.microsoft.com/office/drawing/2014/main" id="{C78C4F1D-F158-0342-8414-721E7136DA0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76FF44C5-2A81-0F44-B0E3-E67AED23B60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D88C6AD6-219D-A54E-A746-ED26B9A3C018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970BB3C-5FC2-0A4F-900E-66187F6BE45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CA342D77-CBA5-384B-9B76-FB8C72FD6A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E4AD4E0D-D800-3441-AB00-8A9D64CEE8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AEEAA289-7AEA-424D-8069-EC64310C4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37">
                    <a:extLst>
                      <a:ext uri="{FF2B5EF4-FFF2-40B4-BE49-F238E27FC236}">
                        <a16:creationId xmlns:a16="http://schemas.microsoft.com/office/drawing/2014/main" id="{5875A8F7-35E6-FF49-ACBD-68845DA373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38">
                    <a:extLst>
                      <a:ext uri="{FF2B5EF4-FFF2-40B4-BE49-F238E27FC236}">
                        <a16:creationId xmlns:a16="http://schemas.microsoft.com/office/drawing/2014/main" id="{5B046F1F-863B-1348-9121-EB32C20CB6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32">
                  <a:extLst>
                    <a:ext uri="{FF2B5EF4-FFF2-40B4-BE49-F238E27FC236}">
                      <a16:creationId xmlns:a16="http://schemas.microsoft.com/office/drawing/2014/main" id="{FC0FBFDF-870C-ED48-9316-01C95AAEF85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28">
                <a:extLst>
                  <a:ext uri="{FF2B5EF4-FFF2-40B4-BE49-F238E27FC236}">
                    <a16:creationId xmlns:a16="http://schemas.microsoft.com/office/drawing/2014/main" id="{2C24085C-2040-3142-AF1F-D737BF3206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Tekstvak 29">
                <a:extLst>
                  <a:ext uri="{FF2B5EF4-FFF2-40B4-BE49-F238E27FC236}">
                    <a16:creationId xmlns:a16="http://schemas.microsoft.com/office/drawing/2014/main" id="{8C9E3F6A-E9B1-284A-81C7-AEAE730B975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3A547EC-C93D-814B-A119-9C176EF4851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71" name="Afbeelding 70">
            <a:extLst>
              <a:ext uri="{FF2B5EF4-FFF2-40B4-BE49-F238E27FC236}">
                <a16:creationId xmlns:a16="http://schemas.microsoft.com/office/drawing/2014/main" id="{7A15541E-63BC-F84B-868A-2C5886BABD0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72" name="Ovaal 71">
            <a:extLst>
              <a:ext uri="{FF2B5EF4-FFF2-40B4-BE49-F238E27FC236}">
                <a16:creationId xmlns:a16="http://schemas.microsoft.com/office/drawing/2014/main" id="{B3D1772F-0976-A140-9733-C4D611A9AF86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73" name="Rechthoek 72">
            <a:extLst>
              <a:ext uri="{FF2B5EF4-FFF2-40B4-BE49-F238E27FC236}">
                <a16:creationId xmlns:a16="http://schemas.microsoft.com/office/drawing/2014/main" id="{749D758E-9D31-2A44-A661-F64BB6B00B16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74" name="Afbeelding 73">
            <a:extLst>
              <a:ext uri="{FF2B5EF4-FFF2-40B4-BE49-F238E27FC236}">
                <a16:creationId xmlns:a16="http://schemas.microsoft.com/office/drawing/2014/main" id="{53F056EA-9378-7940-AEFC-C6598E01A3FC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060464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43154"/>
            <a:ext cx="905504" cy="21423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4" name="Tijdelijke aanduiding voor grafiek 3">
            <a:extLst>
              <a:ext uri="{FF2B5EF4-FFF2-40B4-BE49-F238E27FC236}">
                <a16:creationId xmlns:a16="http://schemas.microsoft.com/office/drawing/2014/main" id="{C341B85F-397D-D044-A957-6043BC6E0F69}"/>
              </a:ext>
            </a:extLst>
          </p:cNvPr>
          <p:cNvSpPr>
            <a:spLocks noGrp="1"/>
          </p:cNvSpPr>
          <p:nvPr>
            <p:ph type="chart" sz="quarter" idx="18"/>
          </p:nvPr>
        </p:nvSpPr>
        <p:spPr>
          <a:xfrm>
            <a:off x="1486894" y="1899161"/>
            <a:ext cx="9938344" cy="4193661"/>
          </a:xfrm>
        </p:spPr>
        <p:txBody>
          <a:bodyPr/>
          <a:lstStyle/>
          <a:p>
            <a:endParaRPr lang="nl-NL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5B445906-90BA-F242-AA70-DD42DB90F588}"/>
              </a:ext>
            </a:extLst>
          </p:cNvPr>
          <p:cNvGrpSpPr/>
          <p:nvPr userDrawn="1"/>
        </p:nvGrpSpPr>
        <p:grpSpPr>
          <a:xfrm>
            <a:off x="12192000" y="0"/>
            <a:ext cx="3593091" cy="5328246"/>
            <a:chOff x="599309" y="764877"/>
            <a:chExt cx="3593091" cy="5328246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671C2EE2-706D-4B42-8F94-2913F2AF617A}"/>
                </a:ext>
              </a:extLst>
            </p:cNvPr>
            <p:cNvSpPr/>
            <p:nvPr userDrawn="1"/>
          </p:nvSpPr>
          <p:spPr>
            <a:xfrm>
              <a:off x="599309" y="4340523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EDIT CHART data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DFB6D1AF-0A9A-A64C-9078-5691481DCB03}"/>
                </a:ext>
              </a:extLst>
            </p:cNvPr>
            <p:cNvSpPr/>
            <p:nvPr userDrawn="1"/>
          </p:nvSpPr>
          <p:spPr>
            <a:xfrm>
              <a:off x="781887" y="480512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0D305BDF-1C1F-9C41-9095-78AA9AA0375C}"/>
                </a:ext>
              </a:extLst>
            </p:cNvPr>
            <p:cNvSpPr/>
            <p:nvPr userDrawn="1"/>
          </p:nvSpPr>
          <p:spPr>
            <a:xfrm>
              <a:off x="1066059" y="4805122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 click on the chart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Edit Data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03759FA8-32A5-254A-ABC2-35D8E45ABC8A}"/>
                </a:ext>
              </a:extLst>
            </p:cNvPr>
            <p:cNvGrpSpPr/>
            <p:nvPr userDrawn="1"/>
          </p:nvGrpSpPr>
          <p:grpSpPr>
            <a:xfrm>
              <a:off x="1070653" y="5244914"/>
              <a:ext cx="1798482" cy="563933"/>
              <a:chOff x="-3314821" y="3310415"/>
              <a:chExt cx="1798482" cy="563933"/>
            </a:xfrm>
          </p:grpSpPr>
          <p:sp>
            <p:nvSpPr>
              <p:cNvPr id="33" name="Rechthoek 32">
                <a:extLst>
                  <a:ext uri="{FF2B5EF4-FFF2-40B4-BE49-F238E27FC236}">
                    <a16:creationId xmlns:a16="http://schemas.microsoft.com/office/drawing/2014/main" id="{B36305F1-D543-1645-B887-FEBBC527D8ED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788380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33">
                <a:extLst>
                  <a:ext uri="{FF2B5EF4-FFF2-40B4-BE49-F238E27FC236}">
                    <a16:creationId xmlns:a16="http://schemas.microsoft.com/office/drawing/2014/main" id="{B444F9EC-34C5-E14F-A529-6FCEF70BB6E8}"/>
                  </a:ext>
                </a:extLst>
              </p:cNvPr>
              <p:cNvSpPr/>
              <p:nvPr userDrawn="1"/>
            </p:nvSpPr>
            <p:spPr>
              <a:xfrm>
                <a:off x="-3304719" y="3561780"/>
                <a:ext cx="1788380" cy="24896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51CE6740-2EC4-DC48-BBE7-9EBCD1C31DBD}"/>
                  </a:ext>
                </a:extLst>
              </p:cNvPr>
              <p:cNvSpPr txBox="1"/>
              <p:nvPr userDrawn="1"/>
            </p:nvSpPr>
            <p:spPr>
              <a:xfrm>
                <a:off x="-3122116" y="3369117"/>
                <a:ext cx="1473331" cy="133961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Change </a:t>
                </a: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</a:t>
                </a:r>
                <a:r>
                  <a:rPr lang="nl-NL" sz="900" b="0" kern="1200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hart </a:t>
                </a: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T</a:t>
                </a:r>
                <a:r>
                  <a:rPr lang="en-GB" sz="900" b="0" kern="1200" err="1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ype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Tekstvak 35">
                <a:extLst>
                  <a:ext uri="{FF2B5EF4-FFF2-40B4-BE49-F238E27FC236}">
                    <a16:creationId xmlns:a16="http://schemas.microsoft.com/office/drawing/2014/main" id="{5B0FA0C5-E3B9-3A4B-BDD4-6B191CEBEEF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Edit Data</a:t>
                </a:r>
              </a:p>
            </p:txBody>
          </p:sp>
          <p:sp>
            <p:nvSpPr>
              <p:cNvPr id="37" name="Vrije vorm: vorm 61">
                <a:extLst>
                  <a:ext uri="{FF2B5EF4-FFF2-40B4-BE49-F238E27FC236}">
                    <a16:creationId xmlns:a16="http://schemas.microsoft.com/office/drawing/2014/main" id="{D676A6D1-DF8A-F74A-9AB3-6AF8CDD4125D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37">
                <a:extLst>
                  <a:ext uri="{FF2B5EF4-FFF2-40B4-BE49-F238E27FC236}">
                    <a16:creationId xmlns:a16="http://schemas.microsoft.com/office/drawing/2014/main" id="{0C3B3B04-C2F0-3C47-8690-CAB403497466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914DEEAD-B3C8-FD43-9CA4-0E678E485350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A60E0B2A-5440-D842-888B-50446162805C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60" name="Rechthoek 59">
                  <a:extLst>
                    <a:ext uri="{FF2B5EF4-FFF2-40B4-BE49-F238E27FC236}">
                      <a16:creationId xmlns:a16="http://schemas.microsoft.com/office/drawing/2014/main" id="{98C8BDF5-450C-F348-B874-6996A51F897E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38">
                <a:extLst>
                  <a:ext uri="{FF2B5EF4-FFF2-40B4-BE49-F238E27FC236}">
                    <a16:creationId xmlns:a16="http://schemas.microsoft.com/office/drawing/2014/main" id="{AE7FDA45-C976-3845-BC59-2E67B84E274A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40" name="Rechthoek 39">
                  <a:extLst>
                    <a:ext uri="{FF2B5EF4-FFF2-40B4-BE49-F238E27FC236}">
                      <a16:creationId xmlns:a16="http://schemas.microsoft.com/office/drawing/2014/main" id="{B0D5D394-5EB0-8C41-99EA-EC6528AD1E2B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1" name="Groep 40">
                  <a:extLst>
                    <a:ext uri="{FF2B5EF4-FFF2-40B4-BE49-F238E27FC236}">
                      <a16:creationId xmlns:a16="http://schemas.microsoft.com/office/drawing/2014/main" id="{A9CD8045-9FD7-3B41-8CAB-D8AA24F7B525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51" name="Rechte verbindingslijn 50">
                    <a:extLst>
                      <a:ext uri="{FF2B5EF4-FFF2-40B4-BE49-F238E27FC236}">
                        <a16:creationId xmlns:a16="http://schemas.microsoft.com/office/drawing/2014/main" id="{C95A9F26-CBEF-B546-A889-81D0FE7BBFA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" name="Rechte verbindingslijn 51">
                    <a:extLst>
                      <a:ext uri="{FF2B5EF4-FFF2-40B4-BE49-F238E27FC236}">
                        <a16:creationId xmlns:a16="http://schemas.microsoft.com/office/drawing/2014/main" id="{3ABA78EF-AA91-C547-854D-C06A3F78765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3" name="Groep 52">
                    <a:extLst>
                      <a:ext uri="{FF2B5EF4-FFF2-40B4-BE49-F238E27FC236}">
                        <a16:creationId xmlns:a16="http://schemas.microsoft.com/office/drawing/2014/main" id="{B356378F-5AFC-4D42-9326-02CF40E7E5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4" name="Rechte verbindingslijn 53">
                      <a:extLst>
                        <a:ext uri="{FF2B5EF4-FFF2-40B4-BE49-F238E27FC236}">
                          <a16:creationId xmlns:a16="http://schemas.microsoft.com/office/drawing/2014/main" id="{53ED3A7C-42A8-1548-87B1-7383AEB760D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4">
                      <a:extLst>
                        <a:ext uri="{FF2B5EF4-FFF2-40B4-BE49-F238E27FC236}">
                          <a16:creationId xmlns:a16="http://schemas.microsoft.com/office/drawing/2014/main" id="{5CECCB4A-305B-D447-AC75-6ABB2EC547E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6" name="Rechte verbindingslijn 55">
                      <a:extLst>
                        <a:ext uri="{FF2B5EF4-FFF2-40B4-BE49-F238E27FC236}">
                          <a16:creationId xmlns:a16="http://schemas.microsoft.com/office/drawing/2014/main" id="{963CEF92-5DF3-A144-8499-747B4DD4DB7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7" name="Rechte verbindingslijn 56">
                      <a:extLst>
                        <a:ext uri="{FF2B5EF4-FFF2-40B4-BE49-F238E27FC236}">
                          <a16:creationId xmlns:a16="http://schemas.microsoft.com/office/drawing/2014/main" id="{7D71E6C6-501B-6443-98B3-5CA6D8C777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2" name="Rechte verbindingslijn 41">
                  <a:extLst>
                    <a:ext uri="{FF2B5EF4-FFF2-40B4-BE49-F238E27FC236}">
                      <a16:creationId xmlns:a16="http://schemas.microsoft.com/office/drawing/2014/main" id="{26DAD845-0D07-9841-BC5E-0402FC8E40F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2">
                  <a:extLst>
                    <a:ext uri="{FF2B5EF4-FFF2-40B4-BE49-F238E27FC236}">
                      <a16:creationId xmlns:a16="http://schemas.microsoft.com/office/drawing/2014/main" id="{0A8DC35B-A8E7-A440-BDEE-83B9AB7AC91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" name="Rechte verbindingslijn 43">
                  <a:extLst>
                    <a:ext uri="{FF2B5EF4-FFF2-40B4-BE49-F238E27FC236}">
                      <a16:creationId xmlns:a16="http://schemas.microsoft.com/office/drawing/2014/main" id="{7A1D22EA-28E5-774A-85F5-FE5849DB6C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Rechte verbindingslijn 44">
                  <a:extLst>
                    <a:ext uri="{FF2B5EF4-FFF2-40B4-BE49-F238E27FC236}">
                      <a16:creationId xmlns:a16="http://schemas.microsoft.com/office/drawing/2014/main" id="{31D69F61-6FA6-AD4D-AA77-7D2E4DE830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10AF571D-4AD4-2F47-BA39-01BA7F64894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9316D31A-DB66-9047-9767-27BC578B60E4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49370972-64C9-D84F-8AC7-C5235BA356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: afgeronde bovenhoeken 74">
                    <a:extLst>
                      <a:ext uri="{FF2B5EF4-FFF2-40B4-BE49-F238E27FC236}">
                        <a16:creationId xmlns:a16="http://schemas.microsoft.com/office/drawing/2014/main" id="{D7B52999-E6F4-EB40-9EB8-91AD80A723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Gelijkbenige driehoek 75">
                    <a:extLst>
                      <a:ext uri="{FF2B5EF4-FFF2-40B4-BE49-F238E27FC236}">
                        <a16:creationId xmlns:a16="http://schemas.microsoft.com/office/drawing/2014/main" id="{21779F5D-8E71-4B46-931D-3B16DBB56D11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73EAE1D7-1FE5-C743-88D8-0127B13AB757}"/>
                </a:ext>
              </a:extLst>
            </p:cNvPr>
            <p:cNvSpPr/>
            <p:nvPr userDrawn="1"/>
          </p:nvSpPr>
          <p:spPr>
            <a:xfrm>
              <a:off x="599309" y="764877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CHART</a:t>
              </a: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D8F3FF2B-0EFA-8045-8C6A-EB158192B64D}"/>
                </a:ext>
              </a:extLst>
            </p:cNvPr>
            <p:cNvSpPr/>
            <p:nvPr userDrawn="1"/>
          </p:nvSpPr>
          <p:spPr>
            <a:xfrm>
              <a:off x="781887" y="123020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A225556A-2781-0B4B-A3BC-75E61A49D4A7}"/>
                </a:ext>
              </a:extLst>
            </p:cNvPr>
            <p:cNvSpPr/>
            <p:nvPr userDrawn="1"/>
          </p:nvSpPr>
          <p:spPr>
            <a:xfrm>
              <a:off x="1066059" y="1230200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chart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 Click on the icon to insert a new chart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B22935DF-6D2F-784E-B74B-3C325F5272A1}"/>
                </a:ext>
              </a:extLst>
            </p:cNvPr>
            <p:cNvSpPr/>
            <p:nvPr userDrawn="1"/>
          </p:nvSpPr>
          <p:spPr>
            <a:xfrm>
              <a:off x="781887" y="249458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8974BF0B-EB9E-2A40-9302-24E8BF9EFB88}"/>
                </a:ext>
              </a:extLst>
            </p:cNvPr>
            <p:cNvSpPr/>
            <p:nvPr userDrawn="1"/>
          </p:nvSpPr>
          <p:spPr>
            <a:xfrm>
              <a:off x="1066059" y="2494586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chart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88F5FE58-5E48-534A-A6B0-26B8C909EC3B}"/>
                </a:ext>
              </a:extLst>
            </p:cNvPr>
            <p:cNvGrpSpPr/>
            <p:nvPr userDrawn="1"/>
          </p:nvGrpSpPr>
          <p:grpSpPr>
            <a:xfrm>
              <a:off x="1074155" y="2929161"/>
              <a:ext cx="825500" cy="209550"/>
              <a:chOff x="13504624" y="2482850"/>
              <a:chExt cx="825500" cy="209550"/>
            </a:xfrm>
          </p:grpSpPr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9B4F6A40-B938-F349-A2A9-42A1BA7ADEF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31" name="Rechte verbindingslijn 30">
                <a:extLst>
                  <a:ext uri="{FF2B5EF4-FFF2-40B4-BE49-F238E27FC236}">
                    <a16:creationId xmlns:a16="http://schemas.microsoft.com/office/drawing/2014/main" id="{A8A98A5D-5405-F840-915F-9267FF6F198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2" name="Gelijkbenige driehoek 56">
                <a:extLst>
                  <a:ext uri="{FF2B5EF4-FFF2-40B4-BE49-F238E27FC236}">
                    <a16:creationId xmlns:a16="http://schemas.microsoft.com/office/drawing/2014/main" id="{CA07C11A-251E-C84D-9B94-E8E7FB4B2C9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B88A16AD-DAD6-8342-AEB9-0EFAC2EB37AB}"/>
                </a:ext>
              </a:extLst>
            </p:cNvPr>
            <p:cNvGrpSpPr/>
            <p:nvPr userDrawn="1"/>
          </p:nvGrpSpPr>
          <p:grpSpPr>
            <a:xfrm>
              <a:off x="1068875" y="1997356"/>
              <a:ext cx="289372" cy="314992"/>
              <a:chOff x="7322769" y="-310267"/>
              <a:chExt cx="289372" cy="314992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6B44C3B-383C-754E-8174-03EA72DF776B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79C75DA0-EB7E-F447-B974-10A924624EA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4C3CBF7E-6E25-A940-99C5-E9E23613E05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BE626EF4-2473-6944-89B4-7C43E82A9F5F}"/>
                </a:ext>
              </a:extLst>
            </p:cNvPr>
            <p:cNvSpPr/>
            <p:nvPr userDrawn="1"/>
          </p:nvSpPr>
          <p:spPr>
            <a:xfrm>
              <a:off x="781887" y="332048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4AF914E9-9A28-414A-83BF-16B181F0E3E7}"/>
                </a:ext>
              </a:extLst>
            </p:cNvPr>
            <p:cNvSpPr/>
            <p:nvPr userDrawn="1"/>
          </p:nvSpPr>
          <p:spPr>
            <a:xfrm>
              <a:off x="1066059" y="3320485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Change the chart format by clicking on the chart elements that you wish to format and navigating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Chart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854051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orient="horz" pos="3838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43154"/>
            <a:ext cx="905504" cy="21423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899163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4" name="Tijdelijke aanduiding voor grafiek 3">
            <a:extLst>
              <a:ext uri="{FF2B5EF4-FFF2-40B4-BE49-F238E27FC236}">
                <a16:creationId xmlns:a16="http://schemas.microsoft.com/office/drawing/2014/main" id="{C341B85F-397D-D044-A957-6043BC6E0F69}"/>
              </a:ext>
            </a:extLst>
          </p:cNvPr>
          <p:cNvSpPr>
            <a:spLocks noGrp="1"/>
          </p:cNvSpPr>
          <p:nvPr>
            <p:ph type="chart" sz="quarter" idx="18"/>
          </p:nvPr>
        </p:nvSpPr>
        <p:spPr>
          <a:xfrm>
            <a:off x="6490015" y="1899161"/>
            <a:ext cx="4935223" cy="4193661"/>
          </a:xfrm>
        </p:spPr>
        <p:txBody>
          <a:bodyPr/>
          <a:lstStyle/>
          <a:p>
            <a:endParaRPr lang="nl-NL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07A5FFFC-79D4-F846-BE36-41B6CCDAE39E}"/>
              </a:ext>
            </a:extLst>
          </p:cNvPr>
          <p:cNvGrpSpPr/>
          <p:nvPr userDrawn="1"/>
        </p:nvGrpSpPr>
        <p:grpSpPr>
          <a:xfrm>
            <a:off x="12192000" y="0"/>
            <a:ext cx="3593091" cy="5328246"/>
            <a:chOff x="599309" y="764877"/>
            <a:chExt cx="3593091" cy="5328246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A63DC359-F259-0E47-B5FB-4BDA63128347}"/>
                </a:ext>
              </a:extLst>
            </p:cNvPr>
            <p:cNvSpPr/>
            <p:nvPr userDrawn="1"/>
          </p:nvSpPr>
          <p:spPr>
            <a:xfrm>
              <a:off x="599309" y="4340523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EDIT CHART data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720F54BB-7541-2B4D-B49C-F516B16DFDE6}"/>
                </a:ext>
              </a:extLst>
            </p:cNvPr>
            <p:cNvSpPr/>
            <p:nvPr userDrawn="1"/>
          </p:nvSpPr>
          <p:spPr>
            <a:xfrm>
              <a:off x="781887" y="480512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60928CE3-7092-5547-85EA-0DB7F66C8493}"/>
                </a:ext>
              </a:extLst>
            </p:cNvPr>
            <p:cNvSpPr/>
            <p:nvPr userDrawn="1"/>
          </p:nvSpPr>
          <p:spPr>
            <a:xfrm>
              <a:off x="1066059" y="4805122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 click on the chart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Edit Data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DA629E77-3927-C749-996A-B71A743787D7}"/>
                </a:ext>
              </a:extLst>
            </p:cNvPr>
            <p:cNvGrpSpPr/>
            <p:nvPr userDrawn="1"/>
          </p:nvGrpSpPr>
          <p:grpSpPr>
            <a:xfrm>
              <a:off x="1070653" y="5244914"/>
              <a:ext cx="1798482" cy="563933"/>
              <a:chOff x="-3314821" y="3310415"/>
              <a:chExt cx="1798482" cy="563933"/>
            </a:xfrm>
          </p:grpSpPr>
          <p:sp>
            <p:nvSpPr>
              <p:cNvPr id="34" name="Rechthoek 33">
                <a:extLst>
                  <a:ext uri="{FF2B5EF4-FFF2-40B4-BE49-F238E27FC236}">
                    <a16:creationId xmlns:a16="http://schemas.microsoft.com/office/drawing/2014/main" id="{48CEB004-122A-0548-9C83-FC7CCDB3F989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788380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45EE89D0-A365-5741-B9D5-B54266C70495}"/>
                  </a:ext>
                </a:extLst>
              </p:cNvPr>
              <p:cNvSpPr/>
              <p:nvPr userDrawn="1"/>
            </p:nvSpPr>
            <p:spPr>
              <a:xfrm>
                <a:off x="-3304719" y="3561780"/>
                <a:ext cx="1788380" cy="24896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Tekstvak 35">
                <a:extLst>
                  <a:ext uri="{FF2B5EF4-FFF2-40B4-BE49-F238E27FC236}">
                    <a16:creationId xmlns:a16="http://schemas.microsoft.com/office/drawing/2014/main" id="{316C46E4-7EA8-EA41-AD23-D08C288A41C0}"/>
                  </a:ext>
                </a:extLst>
              </p:cNvPr>
              <p:cNvSpPr txBox="1"/>
              <p:nvPr userDrawn="1"/>
            </p:nvSpPr>
            <p:spPr>
              <a:xfrm>
                <a:off x="-3122116" y="3369117"/>
                <a:ext cx="1473331" cy="133961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Change </a:t>
                </a: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</a:t>
                </a:r>
                <a:r>
                  <a:rPr lang="nl-NL" sz="900" b="0" kern="1200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hart </a:t>
                </a: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T</a:t>
                </a:r>
                <a:r>
                  <a:rPr lang="en-GB" sz="900" b="0" kern="1200" err="1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ype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53D5F3BA-696C-1B4B-AA1C-20789F8B685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Edit Data</a:t>
                </a:r>
              </a:p>
            </p:txBody>
          </p:sp>
          <p:sp>
            <p:nvSpPr>
              <p:cNvPr id="38" name="Vrije vorm: vorm 61">
                <a:extLst>
                  <a:ext uri="{FF2B5EF4-FFF2-40B4-BE49-F238E27FC236}">
                    <a16:creationId xmlns:a16="http://schemas.microsoft.com/office/drawing/2014/main" id="{5AD2EDF7-85D2-C343-A86F-8148298F597D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9" name="Groep 38">
                <a:extLst>
                  <a:ext uri="{FF2B5EF4-FFF2-40B4-BE49-F238E27FC236}">
                    <a16:creationId xmlns:a16="http://schemas.microsoft.com/office/drawing/2014/main" id="{E82BE040-762A-B442-A5AE-41FEECEAB56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FAB11F82-3259-1E47-A008-21532B4C3A28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60" name="Rechthoek 59">
                  <a:extLst>
                    <a:ext uri="{FF2B5EF4-FFF2-40B4-BE49-F238E27FC236}">
                      <a16:creationId xmlns:a16="http://schemas.microsoft.com/office/drawing/2014/main" id="{AADDC545-9347-394E-A2AE-1F419EAC0D4E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5595129D-C557-5F4D-B9B6-47A761F3C55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827FCF8A-4B1D-2746-BA2F-B05752BF7E4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41" name="Rechthoek 40">
                  <a:extLst>
                    <a:ext uri="{FF2B5EF4-FFF2-40B4-BE49-F238E27FC236}">
                      <a16:creationId xmlns:a16="http://schemas.microsoft.com/office/drawing/2014/main" id="{16929EF8-6D34-8A43-A40B-6F4D511D23AF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2" name="Groep 41">
                  <a:extLst>
                    <a:ext uri="{FF2B5EF4-FFF2-40B4-BE49-F238E27FC236}">
                      <a16:creationId xmlns:a16="http://schemas.microsoft.com/office/drawing/2014/main" id="{D63C7DB4-EF31-7141-A409-0DD8A1DDCF4C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52" name="Rechte verbindingslijn 51">
                    <a:extLst>
                      <a:ext uri="{FF2B5EF4-FFF2-40B4-BE49-F238E27FC236}">
                        <a16:creationId xmlns:a16="http://schemas.microsoft.com/office/drawing/2014/main" id="{047F4034-FFF0-4144-8ED2-41FCBF704AA4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" name="Rechte verbindingslijn 52">
                    <a:extLst>
                      <a:ext uri="{FF2B5EF4-FFF2-40B4-BE49-F238E27FC236}">
                        <a16:creationId xmlns:a16="http://schemas.microsoft.com/office/drawing/2014/main" id="{F8D4740D-A9EA-2F41-99A7-3FD666716C2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4" name="Groep 53">
                    <a:extLst>
                      <a:ext uri="{FF2B5EF4-FFF2-40B4-BE49-F238E27FC236}">
                        <a16:creationId xmlns:a16="http://schemas.microsoft.com/office/drawing/2014/main" id="{A44E2329-A779-AE4F-A3AE-C84F597C2F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5" name="Rechte verbindingslijn 54">
                      <a:extLst>
                        <a:ext uri="{FF2B5EF4-FFF2-40B4-BE49-F238E27FC236}">
                          <a16:creationId xmlns:a16="http://schemas.microsoft.com/office/drawing/2014/main" id="{5BD7E816-BDCB-6E45-A57B-751C79BF918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6" name="Rechte verbindingslijn 55">
                      <a:extLst>
                        <a:ext uri="{FF2B5EF4-FFF2-40B4-BE49-F238E27FC236}">
                          <a16:creationId xmlns:a16="http://schemas.microsoft.com/office/drawing/2014/main" id="{2A6FED37-C173-8C4F-894A-E3A4F8295A0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7" name="Rechte verbindingslijn 56">
                      <a:extLst>
                        <a:ext uri="{FF2B5EF4-FFF2-40B4-BE49-F238E27FC236}">
                          <a16:creationId xmlns:a16="http://schemas.microsoft.com/office/drawing/2014/main" id="{D4898E08-BBCB-6B4C-A70A-44EFF648958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8" name="Rechte verbindingslijn 57">
                      <a:extLst>
                        <a:ext uri="{FF2B5EF4-FFF2-40B4-BE49-F238E27FC236}">
                          <a16:creationId xmlns:a16="http://schemas.microsoft.com/office/drawing/2014/main" id="{F4E28C67-A965-B645-B10C-A9A66E10B2C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3" name="Rechte verbindingslijn 42">
                  <a:extLst>
                    <a:ext uri="{FF2B5EF4-FFF2-40B4-BE49-F238E27FC236}">
                      <a16:creationId xmlns:a16="http://schemas.microsoft.com/office/drawing/2014/main" id="{0EE8F568-B56B-BB48-815B-AB3A79892E9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" name="Rechte verbindingslijn 43">
                  <a:extLst>
                    <a:ext uri="{FF2B5EF4-FFF2-40B4-BE49-F238E27FC236}">
                      <a16:creationId xmlns:a16="http://schemas.microsoft.com/office/drawing/2014/main" id="{1D5AEEEA-21DA-4E4B-B684-9CC915C01B3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Rechte verbindingslijn 44">
                  <a:extLst>
                    <a:ext uri="{FF2B5EF4-FFF2-40B4-BE49-F238E27FC236}">
                      <a16:creationId xmlns:a16="http://schemas.microsoft.com/office/drawing/2014/main" id="{D5752F82-9ED3-4F44-BC49-0658D909784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Rechte verbindingslijn 45">
                  <a:extLst>
                    <a:ext uri="{FF2B5EF4-FFF2-40B4-BE49-F238E27FC236}">
                      <a16:creationId xmlns:a16="http://schemas.microsoft.com/office/drawing/2014/main" id="{1C2CC935-CEEB-A347-AF9B-682DF4F3867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889939CB-B404-9D44-9B57-DF58671BD813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47">
                  <a:extLst>
                    <a:ext uri="{FF2B5EF4-FFF2-40B4-BE49-F238E27FC236}">
                      <a16:creationId xmlns:a16="http://schemas.microsoft.com/office/drawing/2014/main" id="{E9456730-0B93-A94C-8956-D7721431E1F0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B1C4FA68-A9A2-654C-99F0-52F70317B1C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: afgeronde bovenhoeken 74">
                    <a:extLst>
                      <a:ext uri="{FF2B5EF4-FFF2-40B4-BE49-F238E27FC236}">
                        <a16:creationId xmlns:a16="http://schemas.microsoft.com/office/drawing/2014/main" id="{E4C212A8-80F0-764F-88FF-340D7F0CFD1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Gelijkbenige driehoek 75">
                    <a:extLst>
                      <a:ext uri="{FF2B5EF4-FFF2-40B4-BE49-F238E27FC236}">
                        <a16:creationId xmlns:a16="http://schemas.microsoft.com/office/drawing/2014/main" id="{A0AABADF-E926-2E45-846F-CA7239AC56A1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C91F6897-9B7C-D74A-B8E6-36443DEF230A}"/>
                </a:ext>
              </a:extLst>
            </p:cNvPr>
            <p:cNvSpPr/>
            <p:nvPr userDrawn="1"/>
          </p:nvSpPr>
          <p:spPr>
            <a:xfrm>
              <a:off x="599309" y="764877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CHART</a:t>
              </a: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570E3923-4152-2E40-9A95-41AF79D7BEB9}"/>
                </a:ext>
              </a:extLst>
            </p:cNvPr>
            <p:cNvSpPr/>
            <p:nvPr userDrawn="1"/>
          </p:nvSpPr>
          <p:spPr>
            <a:xfrm>
              <a:off x="781887" y="123020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202E6B14-0F60-AB4D-BC1E-224EB04D0C57}"/>
                </a:ext>
              </a:extLst>
            </p:cNvPr>
            <p:cNvSpPr/>
            <p:nvPr userDrawn="1"/>
          </p:nvSpPr>
          <p:spPr>
            <a:xfrm>
              <a:off x="1066059" y="1230200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chart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 Click on the icon to insert a new chart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AD040195-A038-A34A-B477-067C1B9A6A9D}"/>
                </a:ext>
              </a:extLst>
            </p:cNvPr>
            <p:cNvSpPr/>
            <p:nvPr userDrawn="1"/>
          </p:nvSpPr>
          <p:spPr>
            <a:xfrm>
              <a:off x="781887" y="249458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AA1BF8B2-5A5D-B842-9CB6-49614A34B4E1}"/>
                </a:ext>
              </a:extLst>
            </p:cNvPr>
            <p:cNvSpPr/>
            <p:nvPr userDrawn="1"/>
          </p:nvSpPr>
          <p:spPr>
            <a:xfrm>
              <a:off x="1066059" y="2494586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chart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85A59C38-0B95-9C4D-A3B3-DD7134E214F9}"/>
                </a:ext>
              </a:extLst>
            </p:cNvPr>
            <p:cNvGrpSpPr/>
            <p:nvPr userDrawn="1"/>
          </p:nvGrpSpPr>
          <p:grpSpPr>
            <a:xfrm>
              <a:off x="1074155" y="2929161"/>
              <a:ext cx="825500" cy="209550"/>
              <a:chOff x="13504624" y="2482850"/>
              <a:chExt cx="825500" cy="209550"/>
            </a:xfrm>
          </p:grpSpPr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1EC2F135-86D4-3F41-B35D-249AE1023C9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32" name="Rechte verbindingslijn 31">
                <a:extLst>
                  <a:ext uri="{FF2B5EF4-FFF2-40B4-BE49-F238E27FC236}">
                    <a16:creationId xmlns:a16="http://schemas.microsoft.com/office/drawing/2014/main" id="{44F780B3-FECD-484C-A13E-139560A622B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3" name="Gelijkbenige driehoek 56">
                <a:extLst>
                  <a:ext uri="{FF2B5EF4-FFF2-40B4-BE49-F238E27FC236}">
                    <a16:creationId xmlns:a16="http://schemas.microsoft.com/office/drawing/2014/main" id="{EAB4E9F0-AF6B-7A42-B8DA-5343E688669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7BF20AAB-5B89-7140-AEBA-0D6F51862C69}"/>
                </a:ext>
              </a:extLst>
            </p:cNvPr>
            <p:cNvGrpSpPr/>
            <p:nvPr userDrawn="1"/>
          </p:nvGrpSpPr>
          <p:grpSpPr>
            <a:xfrm>
              <a:off x="1068875" y="1997356"/>
              <a:ext cx="289372" cy="314992"/>
              <a:chOff x="7322769" y="-310267"/>
              <a:chExt cx="289372" cy="314992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75A33960-F956-E54F-AD5E-980621E51CC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00BC193-2ABC-B944-9802-6F113C94EBE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D670365B-89BE-354C-9475-EC54556D800B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54E20FE6-57F6-914C-866F-B35A54B96C09}"/>
                </a:ext>
              </a:extLst>
            </p:cNvPr>
            <p:cNvSpPr/>
            <p:nvPr userDrawn="1"/>
          </p:nvSpPr>
          <p:spPr>
            <a:xfrm>
              <a:off x="781887" y="332048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F948A0E8-75F8-7949-8175-0B45D0ED0813}"/>
                </a:ext>
              </a:extLst>
            </p:cNvPr>
            <p:cNvSpPr/>
            <p:nvPr userDrawn="1"/>
          </p:nvSpPr>
          <p:spPr>
            <a:xfrm>
              <a:off x="1066059" y="3320485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Change the chart format by clicking on the chart elements that you wish to format and navigating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Chart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ep 61">
            <a:extLst>
              <a:ext uri="{FF2B5EF4-FFF2-40B4-BE49-F238E27FC236}">
                <a16:creationId xmlns:a16="http://schemas.microsoft.com/office/drawing/2014/main" id="{B90FDD43-B646-FC42-9101-E03D23E25024}"/>
              </a:ext>
            </a:extLst>
          </p:cNvPr>
          <p:cNvGrpSpPr/>
          <p:nvPr userDrawn="1"/>
        </p:nvGrpSpPr>
        <p:grpSpPr>
          <a:xfrm>
            <a:off x="-3194379" y="2857470"/>
            <a:ext cx="3194379" cy="3235354"/>
            <a:chOff x="-3194379" y="2857470"/>
            <a:chExt cx="3194379" cy="3235354"/>
          </a:xfrm>
        </p:grpSpPr>
        <p:sp>
          <p:nvSpPr>
            <p:cNvPr id="63" name="Ovaal 62">
              <a:extLst>
                <a:ext uri="{FF2B5EF4-FFF2-40B4-BE49-F238E27FC236}">
                  <a16:creationId xmlns:a16="http://schemas.microsoft.com/office/drawing/2014/main" id="{4F98450D-8511-3749-814A-9F70CFD2C3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137" y="463509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1</a:t>
              </a:r>
            </a:p>
          </p:txBody>
        </p:sp>
        <p:sp>
          <p:nvSpPr>
            <p:cNvPr id="64" name="Ovaal 63">
              <a:extLst>
                <a:ext uri="{FF2B5EF4-FFF2-40B4-BE49-F238E27FC236}">
                  <a16:creationId xmlns:a16="http://schemas.microsoft.com/office/drawing/2014/main" id="{44245497-C64A-1A45-B1E1-0CA27DCEB3F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487435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2</a:t>
              </a:r>
            </a:p>
          </p:txBody>
        </p:sp>
        <p:sp>
          <p:nvSpPr>
            <p:cNvPr id="65" name="Ovaal 64">
              <a:extLst>
                <a:ext uri="{FF2B5EF4-FFF2-40B4-BE49-F238E27FC236}">
                  <a16:creationId xmlns:a16="http://schemas.microsoft.com/office/drawing/2014/main" id="{4F8C83E1-CC1A-5C4A-A3D9-9067A04315C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10338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3</a:t>
              </a:r>
            </a:p>
          </p:txBody>
        </p:sp>
        <p:sp>
          <p:nvSpPr>
            <p:cNvPr id="66" name="Ovaal 65">
              <a:extLst>
                <a:ext uri="{FF2B5EF4-FFF2-40B4-BE49-F238E27FC236}">
                  <a16:creationId xmlns:a16="http://schemas.microsoft.com/office/drawing/2014/main" id="{32F6E414-1A5A-0144-B50F-A63132903C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33528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4</a:t>
              </a:r>
            </a:p>
          </p:txBody>
        </p:sp>
        <p:pic>
          <p:nvPicPr>
            <p:cNvPr id="67" name="Afbeelding 66">
              <a:extLst>
                <a:ext uri="{FF2B5EF4-FFF2-40B4-BE49-F238E27FC236}">
                  <a16:creationId xmlns:a16="http://schemas.microsoft.com/office/drawing/2014/main" id="{90A788EC-FBF5-3F40-BB31-E04BDAE8A4CC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/>
            <a:srcRect r="76738" b="62308"/>
            <a:stretch/>
          </p:blipFill>
          <p:spPr>
            <a:xfrm>
              <a:off x="-2699907" y="4535706"/>
              <a:ext cx="1626676" cy="1094825"/>
            </a:xfrm>
            <a:prstGeom prst="rect">
              <a:avLst/>
            </a:prstGeom>
          </p:spPr>
        </p:pic>
        <p:sp>
          <p:nvSpPr>
            <p:cNvPr id="68" name="Rechthoek 67">
              <a:extLst>
                <a:ext uri="{FF2B5EF4-FFF2-40B4-BE49-F238E27FC236}">
                  <a16:creationId xmlns:a16="http://schemas.microsoft.com/office/drawing/2014/main" id="{5986D241-3C16-AA4E-B053-E30932E16B31}"/>
                </a:ext>
              </a:extLst>
            </p:cNvPr>
            <p:cNvSpPr/>
            <p:nvPr userDrawn="1"/>
          </p:nvSpPr>
          <p:spPr>
            <a:xfrm>
              <a:off x="-3194379" y="2857470"/>
              <a:ext cx="2923123" cy="323535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CHOOSE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TEXt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 LEVELS</a:t>
              </a:r>
            </a:p>
          </p:txBody>
        </p:sp>
        <p:sp>
          <p:nvSpPr>
            <p:cNvPr id="69" name="Rechthoek 68">
              <a:extLst>
                <a:ext uri="{FF2B5EF4-FFF2-40B4-BE49-F238E27FC236}">
                  <a16:creationId xmlns:a16="http://schemas.microsoft.com/office/drawing/2014/main" id="{3F4EC307-AEAC-534E-8934-125BCBE9DBED}"/>
                </a:ext>
              </a:extLst>
            </p:cNvPr>
            <p:cNvSpPr/>
            <p:nvPr userDrawn="1"/>
          </p:nvSpPr>
          <p:spPr>
            <a:xfrm>
              <a:off x="-3012396" y="4151269"/>
              <a:ext cx="2741140" cy="49673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List </a:t>
              </a:r>
              <a:r>
                <a:rPr lang="en-GB" sz="1000" b="1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kumimoji="0" lang="en-GB" sz="1000" b="1" i="0" u="none" strike="noStrike" kern="0" cap="none" spc="0" normalizeH="0" baseline="0" noProof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evel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buttons under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Start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tab, to select a text level. Choose from: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70" name="VOORBEELD">
              <a:extLst>
                <a:ext uri="{FF2B5EF4-FFF2-40B4-BE49-F238E27FC236}">
                  <a16:creationId xmlns:a16="http://schemas.microsoft.com/office/drawing/2014/main" id="{0996A6E9-85E8-4B4A-885F-1774FAF07777}"/>
                </a:ext>
              </a:extLst>
            </p:cNvPr>
            <p:cNvGrpSpPr/>
            <p:nvPr userDrawn="1"/>
          </p:nvGrpSpPr>
          <p:grpSpPr>
            <a:xfrm>
              <a:off x="-3013384" y="3353604"/>
              <a:ext cx="3013384" cy="604518"/>
              <a:chOff x="-3605171" y="458674"/>
              <a:chExt cx="3234311" cy="558875"/>
            </a:xfrm>
          </p:grpSpPr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189C9ECA-97B0-E246-B37D-ECBC73E4A91A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72" name="Rechthoek 71">
                <a:extLst>
                  <a:ext uri="{FF2B5EF4-FFF2-40B4-BE49-F238E27FC236}">
                    <a16:creationId xmlns:a16="http://schemas.microsoft.com/office/drawing/2014/main" id="{C58A112D-A3F9-6F41-8543-2A2DDFBA8A9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1434D898-4D8D-1146-A634-D903C8FE0F2C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7CFDF7A5-4228-1148-A8E1-B933E8BF346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06" name="Rechte verbindingslijn 105">
                    <a:extLst>
                      <a:ext uri="{FF2B5EF4-FFF2-40B4-BE49-F238E27FC236}">
                        <a16:creationId xmlns:a16="http://schemas.microsoft.com/office/drawing/2014/main" id="{35B7E1AD-2B42-6348-9887-F14078F4E7F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7" name="Rechte verbindingslijn 106">
                    <a:extLst>
                      <a:ext uri="{FF2B5EF4-FFF2-40B4-BE49-F238E27FC236}">
                        <a16:creationId xmlns:a16="http://schemas.microsoft.com/office/drawing/2014/main" id="{2F3AC6CC-7A9A-1B4B-9CE6-F61073E1C21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8" name="Rechte verbindingslijn 107">
                    <a:extLst>
                      <a:ext uri="{FF2B5EF4-FFF2-40B4-BE49-F238E27FC236}">
                        <a16:creationId xmlns:a16="http://schemas.microsoft.com/office/drawing/2014/main" id="{730C2B72-0CF7-FE4A-8B64-602193D4DF7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9" name="Rechte verbindingslijn 108">
                    <a:extLst>
                      <a:ext uri="{FF2B5EF4-FFF2-40B4-BE49-F238E27FC236}">
                        <a16:creationId xmlns:a16="http://schemas.microsoft.com/office/drawing/2014/main" id="{9A47227E-61B8-7C4F-AB18-9B77FD3EE16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0" name="Rechte verbindingslijn 109">
                    <a:extLst>
                      <a:ext uri="{FF2B5EF4-FFF2-40B4-BE49-F238E27FC236}">
                        <a16:creationId xmlns:a16="http://schemas.microsoft.com/office/drawing/2014/main" id="{4253EC31-03DF-D24C-A9BD-80BD40CEBD6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05" name="Pijl: rechts 129">
                  <a:extLst>
                    <a:ext uri="{FF2B5EF4-FFF2-40B4-BE49-F238E27FC236}">
                      <a16:creationId xmlns:a16="http://schemas.microsoft.com/office/drawing/2014/main" id="{7AD7C790-8E8C-D64B-BEAA-47869BA5BAF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74" name="Groep 73">
                <a:extLst>
                  <a:ext uri="{FF2B5EF4-FFF2-40B4-BE49-F238E27FC236}">
                    <a16:creationId xmlns:a16="http://schemas.microsoft.com/office/drawing/2014/main" id="{32003DB2-6DFB-664E-A37A-98E856F18EE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97" name="Groep 96">
                  <a:extLst>
                    <a:ext uri="{FF2B5EF4-FFF2-40B4-BE49-F238E27FC236}">
                      <a16:creationId xmlns:a16="http://schemas.microsoft.com/office/drawing/2014/main" id="{D735A139-068B-2848-A97A-32C7B2CB7D1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99" name="Rechte verbindingslijn 98">
                    <a:extLst>
                      <a:ext uri="{FF2B5EF4-FFF2-40B4-BE49-F238E27FC236}">
                        <a16:creationId xmlns:a16="http://schemas.microsoft.com/office/drawing/2014/main" id="{645E1C51-AFA6-9545-BA20-51FC40324FA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0" name="Rechte verbindingslijn 99">
                    <a:extLst>
                      <a:ext uri="{FF2B5EF4-FFF2-40B4-BE49-F238E27FC236}">
                        <a16:creationId xmlns:a16="http://schemas.microsoft.com/office/drawing/2014/main" id="{724DC7B3-2BAA-5F4B-B22E-BE018CD1994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1" name="Rechte verbindingslijn 100">
                    <a:extLst>
                      <a:ext uri="{FF2B5EF4-FFF2-40B4-BE49-F238E27FC236}">
                        <a16:creationId xmlns:a16="http://schemas.microsoft.com/office/drawing/2014/main" id="{055CF8A1-DF15-2E4D-BFF3-FCF6396C531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2" name="Rechte verbindingslijn 101">
                    <a:extLst>
                      <a:ext uri="{FF2B5EF4-FFF2-40B4-BE49-F238E27FC236}">
                        <a16:creationId xmlns:a16="http://schemas.microsoft.com/office/drawing/2014/main" id="{34DF5464-9783-5648-A7D2-29B028167E2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3" name="Rechte verbindingslijn 102">
                    <a:extLst>
                      <a:ext uri="{FF2B5EF4-FFF2-40B4-BE49-F238E27FC236}">
                        <a16:creationId xmlns:a16="http://schemas.microsoft.com/office/drawing/2014/main" id="{C2803A67-DA73-7348-8017-017AF14D19E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98" name="Pijl: rechts 122">
                  <a:extLst>
                    <a:ext uri="{FF2B5EF4-FFF2-40B4-BE49-F238E27FC236}">
                      <a16:creationId xmlns:a16="http://schemas.microsoft.com/office/drawing/2014/main" id="{33235E3F-1A0E-A340-91D5-770C9479932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75" name="Rechte verbindingslijn 74">
                <a:extLst>
                  <a:ext uri="{FF2B5EF4-FFF2-40B4-BE49-F238E27FC236}">
                    <a16:creationId xmlns:a16="http://schemas.microsoft.com/office/drawing/2014/main" id="{71BD6E55-40D9-3341-B9D9-51C5FD5CABE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76" name="Rechte verbindingslijn 75">
                <a:extLst>
                  <a:ext uri="{FF2B5EF4-FFF2-40B4-BE49-F238E27FC236}">
                    <a16:creationId xmlns:a16="http://schemas.microsoft.com/office/drawing/2014/main" id="{95879490-B1CA-7945-8E07-A234294721F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7C528221-AEB4-6E49-A24C-47A5B4188D60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sp>
            <p:nvSpPr>
              <p:cNvPr id="78" name="Rechthoek 77">
                <a:extLst>
                  <a:ext uri="{FF2B5EF4-FFF2-40B4-BE49-F238E27FC236}">
                    <a16:creationId xmlns:a16="http://schemas.microsoft.com/office/drawing/2014/main" id="{9EBCE45A-0904-6444-9247-EA6D745B5A2A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Decrease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grpSp>
            <p:nvGrpSpPr>
              <p:cNvPr id="79" name="Groep 78">
                <a:extLst>
                  <a:ext uri="{FF2B5EF4-FFF2-40B4-BE49-F238E27FC236}">
                    <a16:creationId xmlns:a16="http://schemas.microsoft.com/office/drawing/2014/main" id="{C271DE22-455A-AF4C-A789-06FFA888C9B6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89" name="Rechthoek 88">
                  <a:extLst>
                    <a:ext uri="{FF2B5EF4-FFF2-40B4-BE49-F238E27FC236}">
                      <a16:creationId xmlns:a16="http://schemas.microsoft.com/office/drawing/2014/main" id="{BD8B8746-BD66-1E4F-8C19-A6914876E8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90" name="Groep 89">
                  <a:extLst>
                    <a:ext uri="{FF2B5EF4-FFF2-40B4-BE49-F238E27FC236}">
                      <a16:creationId xmlns:a16="http://schemas.microsoft.com/office/drawing/2014/main" id="{55962AEF-AFA5-9641-8306-9060EF8377A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92" name="Rechte verbindingslijn 91">
                    <a:extLst>
                      <a:ext uri="{FF2B5EF4-FFF2-40B4-BE49-F238E27FC236}">
                        <a16:creationId xmlns:a16="http://schemas.microsoft.com/office/drawing/2014/main" id="{F7935083-894A-E342-B40C-24C0EAFE8E4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93" name="Rechte verbindingslijn 92">
                    <a:extLst>
                      <a:ext uri="{FF2B5EF4-FFF2-40B4-BE49-F238E27FC236}">
                        <a16:creationId xmlns:a16="http://schemas.microsoft.com/office/drawing/2014/main" id="{86D250F7-708C-B346-BDC5-248B0479E74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94" name="Rechte verbindingslijn 93">
                    <a:extLst>
                      <a:ext uri="{FF2B5EF4-FFF2-40B4-BE49-F238E27FC236}">
                        <a16:creationId xmlns:a16="http://schemas.microsoft.com/office/drawing/2014/main" id="{83BC334A-FE14-5444-91A6-4C39B295C5B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95" name="Rechte verbindingslijn 94">
                    <a:extLst>
                      <a:ext uri="{FF2B5EF4-FFF2-40B4-BE49-F238E27FC236}">
                        <a16:creationId xmlns:a16="http://schemas.microsoft.com/office/drawing/2014/main" id="{461F9482-60DA-054F-B1F9-4B98626A013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96" name="Rechte verbindingslijn 95">
                    <a:extLst>
                      <a:ext uri="{FF2B5EF4-FFF2-40B4-BE49-F238E27FC236}">
                        <a16:creationId xmlns:a16="http://schemas.microsoft.com/office/drawing/2014/main" id="{17CE5063-2421-C245-AA98-9149F098609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91" name="Pijl: rechts 115">
                  <a:extLst>
                    <a:ext uri="{FF2B5EF4-FFF2-40B4-BE49-F238E27FC236}">
                      <a16:creationId xmlns:a16="http://schemas.microsoft.com/office/drawing/2014/main" id="{0D5257B6-AD2A-F146-BC99-EF2232EEE28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80" name="Groep 79">
                <a:extLst>
                  <a:ext uri="{FF2B5EF4-FFF2-40B4-BE49-F238E27FC236}">
                    <a16:creationId xmlns:a16="http://schemas.microsoft.com/office/drawing/2014/main" id="{BADB538B-0971-824E-8BAE-2D99A0D8001C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81" name="Rechthoek 80">
                  <a:extLst>
                    <a:ext uri="{FF2B5EF4-FFF2-40B4-BE49-F238E27FC236}">
                      <a16:creationId xmlns:a16="http://schemas.microsoft.com/office/drawing/2014/main" id="{E6813D96-733E-224D-A2C8-5520FF298742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82" name="Groep 81">
                  <a:extLst>
                    <a:ext uri="{FF2B5EF4-FFF2-40B4-BE49-F238E27FC236}">
                      <a16:creationId xmlns:a16="http://schemas.microsoft.com/office/drawing/2014/main" id="{4BD4AE81-297B-4843-9635-554E37F03D0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84" name="Rechte verbindingslijn 83">
                    <a:extLst>
                      <a:ext uri="{FF2B5EF4-FFF2-40B4-BE49-F238E27FC236}">
                        <a16:creationId xmlns:a16="http://schemas.microsoft.com/office/drawing/2014/main" id="{BF5E143C-49E3-3540-BE22-3A8095FB1CE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5" name="Rechte verbindingslijn 84">
                    <a:extLst>
                      <a:ext uri="{FF2B5EF4-FFF2-40B4-BE49-F238E27FC236}">
                        <a16:creationId xmlns:a16="http://schemas.microsoft.com/office/drawing/2014/main" id="{4684407D-2F66-A740-ABCF-6409F138691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6" name="Rechte verbindingslijn 85">
                    <a:extLst>
                      <a:ext uri="{FF2B5EF4-FFF2-40B4-BE49-F238E27FC236}">
                        <a16:creationId xmlns:a16="http://schemas.microsoft.com/office/drawing/2014/main" id="{4E77BBF7-48C2-F24E-ADF0-D6F354081C0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7" name="Rechte verbindingslijn 86">
                    <a:extLst>
                      <a:ext uri="{FF2B5EF4-FFF2-40B4-BE49-F238E27FC236}">
                        <a16:creationId xmlns:a16="http://schemas.microsoft.com/office/drawing/2014/main" id="{6D71596C-9382-E348-A8F3-EA3E8954FF7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8" name="Rechte verbindingslijn 87">
                    <a:extLst>
                      <a:ext uri="{FF2B5EF4-FFF2-40B4-BE49-F238E27FC236}">
                        <a16:creationId xmlns:a16="http://schemas.microsoft.com/office/drawing/2014/main" id="{3831627C-7B57-0545-980D-DD4908FFFB3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83" name="Pijl: rechts 107">
                  <a:extLst>
                    <a:ext uri="{FF2B5EF4-FFF2-40B4-BE49-F238E27FC236}">
                      <a16:creationId xmlns:a16="http://schemas.microsoft.com/office/drawing/2014/main" id="{E3C52B9E-63BB-E140-8C2C-DB9CEE55B292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3892047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orient="horz" pos="3838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+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43154"/>
            <a:ext cx="905504" cy="21423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490014" y="1899160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4" name="Tijdelijke aanduiding voor grafiek 3">
            <a:extLst>
              <a:ext uri="{FF2B5EF4-FFF2-40B4-BE49-F238E27FC236}">
                <a16:creationId xmlns:a16="http://schemas.microsoft.com/office/drawing/2014/main" id="{C341B85F-397D-D044-A957-6043BC6E0F69}"/>
              </a:ext>
            </a:extLst>
          </p:cNvPr>
          <p:cNvSpPr>
            <a:spLocks noGrp="1"/>
          </p:cNvSpPr>
          <p:nvPr>
            <p:ph type="chart" sz="quarter" idx="18"/>
          </p:nvPr>
        </p:nvSpPr>
        <p:spPr>
          <a:xfrm>
            <a:off x="1486894" y="1899161"/>
            <a:ext cx="4935223" cy="4193661"/>
          </a:xfrm>
        </p:spPr>
        <p:txBody>
          <a:bodyPr/>
          <a:lstStyle/>
          <a:p>
            <a:endParaRPr lang="nl-NL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C42C9C50-D09F-744D-9B35-B5FEB51E4907}"/>
              </a:ext>
            </a:extLst>
          </p:cNvPr>
          <p:cNvGrpSpPr/>
          <p:nvPr userDrawn="1"/>
        </p:nvGrpSpPr>
        <p:grpSpPr>
          <a:xfrm>
            <a:off x="12192000" y="0"/>
            <a:ext cx="3593091" cy="5328246"/>
            <a:chOff x="599309" y="764877"/>
            <a:chExt cx="3593091" cy="5328246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410AC73B-723E-CB4B-BA4A-9DE8BDBAB981}"/>
                </a:ext>
              </a:extLst>
            </p:cNvPr>
            <p:cNvSpPr/>
            <p:nvPr userDrawn="1"/>
          </p:nvSpPr>
          <p:spPr>
            <a:xfrm>
              <a:off x="599309" y="4340523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EDIT CHART data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55D67376-2BB9-D64E-9CB9-B25C7D1EA2BD}"/>
                </a:ext>
              </a:extLst>
            </p:cNvPr>
            <p:cNvSpPr/>
            <p:nvPr userDrawn="1"/>
          </p:nvSpPr>
          <p:spPr>
            <a:xfrm>
              <a:off x="781887" y="480512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1AC65E-6F4C-694A-871C-CAD89B604D35}"/>
                </a:ext>
              </a:extLst>
            </p:cNvPr>
            <p:cNvSpPr/>
            <p:nvPr userDrawn="1"/>
          </p:nvSpPr>
          <p:spPr>
            <a:xfrm>
              <a:off x="1066059" y="4805122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 click on the chart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Edit Data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2E1A469B-AAC0-3543-BDBB-0E3585E7563A}"/>
                </a:ext>
              </a:extLst>
            </p:cNvPr>
            <p:cNvGrpSpPr/>
            <p:nvPr userDrawn="1"/>
          </p:nvGrpSpPr>
          <p:grpSpPr>
            <a:xfrm>
              <a:off x="1070653" y="5244914"/>
              <a:ext cx="1798482" cy="563933"/>
              <a:chOff x="-3314821" y="3310415"/>
              <a:chExt cx="1798482" cy="563933"/>
            </a:xfrm>
          </p:grpSpPr>
          <p:sp>
            <p:nvSpPr>
              <p:cNvPr id="34" name="Rechthoek 33">
                <a:extLst>
                  <a:ext uri="{FF2B5EF4-FFF2-40B4-BE49-F238E27FC236}">
                    <a16:creationId xmlns:a16="http://schemas.microsoft.com/office/drawing/2014/main" id="{AA19A2DC-8A28-774E-94EC-886B8A1F3D4A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788380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7A1C7FDA-EE6F-F947-BFE1-5F6E3C52BABA}"/>
                  </a:ext>
                </a:extLst>
              </p:cNvPr>
              <p:cNvSpPr/>
              <p:nvPr userDrawn="1"/>
            </p:nvSpPr>
            <p:spPr>
              <a:xfrm>
                <a:off x="-3304719" y="3561780"/>
                <a:ext cx="1788380" cy="24896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Tekstvak 35">
                <a:extLst>
                  <a:ext uri="{FF2B5EF4-FFF2-40B4-BE49-F238E27FC236}">
                    <a16:creationId xmlns:a16="http://schemas.microsoft.com/office/drawing/2014/main" id="{BB350F2E-BE77-ED48-B8EE-57DC4D21F9C9}"/>
                  </a:ext>
                </a:extLst>
              </p:cNvPr>
              <p:cNvSpPr txBox="1"/>
              <p:nvPr userDrawn="1"/>
            </p:nvSpPr>
            <p:spPr>
              <a:xfrm>
                <a:off x="-3122116" y="3369117"/>
                <a:ext cx="1473331" cy="133961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Change </a:t>
                </a: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</a:t>
                </a:r>
                <a:r>
                  <a:rPr lang="nl-NL" sz="900" b="0" kern="1200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hart </a:t>
                </a: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T</a:t>
                </a:r>
                <a:r>
                  <a:rPr lang="en-GB" sz="900" b="0" kern="1200" err="1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ype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F9DE04CA-A6BB-7A47-ABE1-0A128E688E94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Edit Data</a:t>
                </a:r>
              </a:p>
            </p:txBody>
          </p:sp>
          <p:sp>
            <p:nvSpPr>
              <p:cNvPr id="38" name="Vrije vorm: vorm 61">
                <a:extLst>
                  <a:ext uri="{FF2B5EF4-FFF2-40B4-BE49-F238E27FC236}">
                    <a16:creationId xmlns:a16="http://schemas.microsoft.com/office/drawing/2014/main" id="{53742507-DB14-8D42-8149-4DD82110BC03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9" name="Groep 38">
                <a:extLst>
                  <a:ext uri="{FF2B5EF4-FFF2-40B4-BE49-F238E27FC236}">
                    <a16:creationId xmlns:a16="http://schemas.microsoft.com/office/drawing/2014/main" id="{E9752C33-C111-564A-9AD4-655E93850FF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35A9C4C2-6600-F440-A6AA-3F6557F5C286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60" name="Rechthoek 59">
                  <a:extLst>
                    <a:ext uri="{FF2B5EF4-FFF2-40B4-BE49-F238E27FC236}">
                      <a16:creationId xmlns:a16="http://schemas.microsoft.com/office/drawing/2014/main" id="{E9505339-BF41-C748-9A81-F020A96DF473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1AA8E039-A3AB-7143-889C-F1E00F91A6A0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4B2A9A6A-440C-1E44-BFB1-CF5043188B7A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41" name="Rechthoek 40">
                  <a:extLst>
                    <a:ext uri="{FF2B5EF4-FFF2-40B4-BE49-F238E27FC236}">
                      <a16:creationId xmlns:a16="http://schemas.microsoft.com/office/drawing/2014/main" id="{EFF4390F-6FF2-6240-8453-BBD33E25718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2" name="Groep 41">
                  <a:extLst>
                    <a:ext uri="{FF2B5EF4-FFF2-40B4-BE49-F238E27FC236}">
                      <a16:creationId xmlns:a16="http://schemas.microsoft.com/office/drawing/2014/main" id="{FE7C0FAD-CFC8-0B4F-85F6-F206F9DDB75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52" name="Rechte verbindingslijn 51">
                    <a:extLst>
                      <a:ext uri="{FF2B5EF4-FFF2-40B4-BE49-F238E27FC236}">
                        <a16:creationId xmlns:a16="http://schemas.microsoft.com/office/drawing/2014/main" id="{C8F28799-4114-4C40-9900-67CC0F05AEB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" name="Rechte verbindingslijn 52">
                    <a:extLst>
                      <a:ext uri="{FF2B5EF4-FFF2-40B4-BE49-F238E27FC236}">
                        <a16:creationId xmlns:a16="http://schemas.microsoft.com/office/drawing/2014/main" id="{0894B0E0-02F8-784B-96BD-AA6058123FFF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4" name="Groep 53">
                    <a:extLst>
                      <a:ext uri="{FF2B5EF4-FFF2-40B4-BE49-F238E27FC236}">
                        <a16:creationId xmlns:a16="http://schemas.microsoft.com/office/drawing/2014/main" id="{69FD1CFE-5279-6747-8746-83DF1C206DA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5" name="Rechte verbindingslijn 54">
                      <a:extLst>
                        <a:ext uri="{FF2B5EF4-FFF2-40B4-BE49-F238E27FC236}">
                          <a16:creationId xmlns:a16="http://schemas.microsoft.com/office/drawing/2014/main" id="{5ACE1E64-E9DD-E848-9416-8C9DFF601BA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6" name="Rechte verbindingslijn 55">
                      <a:extLst>
                        <a:ext uri="{FF2B5EF4-FFF2-40B4-BE49-F238E27FC236}">
                          <a16:creationId xmlns:a16="http://schemas.microsoft.com/office/drawing/2014/main" id="{DE61F03A-D5E1-6F44-83E4-08DC6CCE662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7" name="Rechte verbindingslijn 56">
                      <a:extLst>
                        <a:ext uri="{FF2B5EF4-FFF2-40B4-BE49-F238E27FC236}">
                          <a16:creationId xmlns:a16="http://schemas.microsoft.com/office/drawing/2014/main" id="{97778C86-C884-134F-9706-EF163F832B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8" name="Rechte verbindingslijn 57">
                      <a:extLst>
                        <a:ext uri="{FF2B5EF4-FFF2-40B4-BE49-F238E27FC236}">
                          <a16:creationId xmlns:a16="http://schemas.microsoft.com/office/drawing/2014/main" id="{840E4F60-A8C8-8145-9271-93234FF892C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3" name="Rechte verbindingslijn 42">
                  <a:extLst>
                    <a:ext uri="{FF2B5EF4-FFF2-40B4-BE49-F238E27FC236}">
                      <a16:creationId xmlns:a16="http://schemas.microsoft.com/office/drawing/2014/main" id="{DB0A8484-6730-4F4C-8FFC-62B08C355F2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" name="Rechte verbindingslijn 43">
                  <a:extLst>
                    <a:ext uri="{FF2B5EF4-FFF2-40B4-BE49-F238E27FC236}">
                      <a16:creationId xmlns:a16="http://schemas.microsoft.com/office/drawing/2014/main" id="{EA21ED7D-77AD-F246-80F4-7F037C4FB55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Rechte verbindingslijn 44">
                  <a:extLst>
                    <a:ext uri="{FF2B5EF4-FFF2-40B4-BE49-F238E27FC236}">
                      <a16:creationId xmlns:a16="http://schemas.microsoft.com/office/drawing/2014/main" id="{75C2746D-B876-464C-BE05-B4FC8F874A8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Rechte verbindingslijn 45">
                  <a:extLst>
                    <a:ext uri="{FF2B5EF4-FFF2-40B4-BE49-F238E27FC236}">
                      <a16:creationId xmlns:a16="http://schemas.microsoft.com/office/drawing/2014/main" id="{E3ACC6FA-5661-524A-BEBF-0BB7D3DC46E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29900E3D-FCDC-E742-99E6-236404FE89A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47">
                  <a:extLst>
                    <a:ext uri="{FF2B5EF4-FFF2-40B4-BE49-F238E27FC236}">
                      <a16:creationId xmlns:a16="http://schemas.microsoft.com/office/drawing/2014/main" id="{E34432D3-19CB-4247-8377-7684E8D4C464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837EA478-6C78-774E-BFF2-79DDEB4B299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: afgeronde bovenhoeken 74">
                    <a:extLst>
                      <a:ext uri="{FF2B5EF4-FFF2-40B4-BE49-F238E27FC236}">
                        <a16:creationId xmlns:a16="http://schemas.microsoft.com/office/drawing/2014/main" id="{49375333-ABEB-6241-918C-265A3430B6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Gelijkbenige driehoek 75">
                    <a:extLst>
                      <a:ext uri="{FF2B5EF4-FFF2-40B4-BE49-F238E27FC236}">
                        <a16:creationId xmlns:a16="http://schemas.microsoft.com/office/drawing/2014/main" id="{552D4879-4359-3745-8CF0-00556430513D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A2C2967B-E639-FF41-ACD7-2F735B1D546D}"/>
                </a:ext>
              </a:extLst>
            </p:cNvPr>
            <p:cNvSpPr/>
            <p:nvPr userDrawn="1"/>
          </p:nvSpPr>
          <p:spPr>
            <a:xfrm>
              <a:off x="599309" y="764877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CHART</a:t>
              </a: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B0936A05-E70B-0249-8A2E-CA27834F17FA}"/>
                </a:ext>
              </a:extLst>
            </p:cNvPr>
            <p:cNvSpPr/>
            <p:nvPr userDrawn="1"/>
          </p:nvSpPr>
          <p:spPr>
            <a:xfrm>
              <a:off x="781887" y="123020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DA7ECC2B-23B1-EF4E-ADD2-C44BAB1CA49A}"/>
                </a:ext>
              </a:extLst>
            </p:cNvPr>
            <p:cNvSpPr/>
            <p:nvPr userDrawn="1"/>
          </p:nvSpPr>
          <p:spPr>
            <a:xfrm>
              <a:off x="1066059" y="1230200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chart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 Click on the icon to insert a new chart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55447179-4EB3-9446-BD9E-C39C7A37C681}"/>
                </a:ext>
              </a:extLst>
            </p:cNvPr>
            <p:cNvSpPr/>
            <p:nvPr userDrawn="1"/>
          </p:nvSpPr>
          <p:spPr>
            <a:xfrm>
              <a:off x="781887" y="249458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3B9B626A-9E8C-C34C-B2E2-600BB8A03451}"/>
                </a:ext>
              </a:extLst>
            </p:cNvPr>
            <p:cNvSpPr/>
            <p:nvPr userDrawn="1"/>
          </p:nvSpPr>
          <p:spPr>
            <a:xfrm>
              <a:off x="1066059" y="2494586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chart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69B78CF3-8808-4940-BBA5-09541036CED8}"/>
                </a:ext>
              </a:extLst>
            </p:cNvPr>
            <p:cNvGrpSpPr/>
            <p:nvPr userDrawn="1"/>
          </p:nvGrpSpPr>
          <p:grpSpPr>
            <a:xfrm>
              <a:off x="1074155" y="2929161"/>
              <a:ext cx="825500" cy="209550"/>
              <a:chOff x="13504624" y="2482850"/>
              <a:chExt cx="825500" cy="209550"/>
            </a:xfrm>
          </p:grpSpPr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F8B1E340-E8C8-3D4A-87B9-13F36CF309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32" name="Rechte verbindingslijn 31">
                <a:extLst>
                  <a:ext uri="{FF2B5EF4-FFF2-40B4-BE49-F238E27FC236}">
                    <a16:creationId xmlns:a16="http://schemas.microsoft.com/office/drawing/2014/main" id="{8003F430-4C74-4E4F-AC3F-7DF29CFC17D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3" name="Gelijkbenige driehoek 56">
                <a:extLst>
                  <a:ext uri="{FF2B5EF4-FFF2-40B4-BE49-F238E27FC236}">
                    <a16:creationId xmlns:a16="http://schemas.microsoft.com/office/drawing/2014/main" id="{F5CF521D-5261-BE48-8402-7734FF5F5D2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87FDDE43-EBC3-FA4A-943F-632BB70128CB}"/>
                </a:ext>
              </a:extLst>
            </p:cNvPr>
            <p:cNvGrpSpPr/>
            <p:nvPr userDrawn="1"/>
          </p:nvGrpSpPr>
          <p:grpSpPr>
            <a:xfrm>
              <a:off x="1068875" y="1997356"/>
              <a:ext cx="289372" cy="314992"/>
              <a:chOff x="7322769" y="-310267"/>
              <a:chExt cx="289372" cy="314992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1C4D4EC9-6E9E-3B40-864A-82867405FD5D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9632B963-FA57-4F48-88B0-254631846AD5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3A446089-7A22-CE43-A28E-DB12C50346FB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42B74B59-7591-EB46-A825-ADFBE625D504}"/>
                </a:ext>
              </a:extLst>
            </p:cNvPr>
            <p:cNvSpPr/>
            <p:nvPr userDrawn="1"/>
          </p:nvSpPr>
          <p:spPr>
            <a:xfrm>
              <a:off x="781887" y="332048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0A182075-39C1-374A-B4E9-DC833D168297}"/>
                </a:ext>
              </a:extLst>
            </p:cNvPr>
            <p:cNvSpPr/>
            <p:nvPr userDrawn="1"/>
          </p:nvSpPr>
          <p:spPr>
            <a:xfrm>
              <a:off x="1066059" y="3320485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Change the chart format by clicking on the chart elements that you wish to format and navigating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Chart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ep 61">
            <a:extLst>
              <a:ext uri="{FF2B5EF4-FFF2-40B4-BE49-F238E27FC236}">
                <a16:creationId xmlns:a16="http://schemas.microsoft.com/office/drawing/2014/main" id="{798E5B7A-7115-DF49-8803-2E89C4F392A6}"/>
              </a:ext>
            </a:extLst>
          </p:cNvPr>
          <p:cNvGrpSpPr/>
          <p:nvPr userDrawn="1"/>
        </p:nvGrpSpPr>
        <p:grpSpPr>
          <a:xfrm>
            <a:off x="-3194379" y="2857470"/>
            <a:ext cx="3194379" cy="3235354"/>
            <a:chOff x="-3194379" y="2857470"/>
            <a:chExt cx="3194379" cy="3235354"/>
          </a:xfrm>
        </p:grpSpPr>
        <p:sp>
          <p:nvSpPr>
            <p:cNvPr id="63" name="Ovaal 62">
              <a:extLst>
                <a:ext uri="{FF2B5EF4-FFF2-40B4-BE49-F238E27FC236}">
                  <a16:creationId xmlns:a16="http://schemas.microsoft.com/office/drawing/2014/main" id="{6508D8EB-FBF1-0849-9E71-03ECFCFD361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137" y="463509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1</a:t>
              </a:r>
            </a:p>
          </p:txBody>
        </p:sp>
        <p:sp>
          <p:nvSpPr>
            <p:cNvPr id="64" name="Ovaal 63">
              <a:extLst>
                <a:ext uri="{FF2B5EF4-FFF2-40B4-BE49-F238E27FC236}">
                  <a16:creationId xmlns:a16="http://schemas.microsoft.com/office/drawing/2014/main" id="{B4B506B4-D4A3-814C-A006-43828F01B92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487435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2</a:t>
              </a:r>
            </a:p>
          </p:txBody>
        </p:sp>
        <p:sp>
          <p:nvSpPr>
            <p:cNvPr id="65" name="Ovaal 64">
              <a:extLst>
                <a:ext uri="{FF2B5EF4-FFF2-40B4-BE49-F238E27FC236}">
                  <a16:creationId xmlns:a16="http://schemas.microsoft.com/office/drawing/2014/main" id="{BD89475F-C5AE-8148-9758-8D0E001042B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10338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3</a:t>
              </a:r>
            </a:p>
          </p:txBody>
        </p:sp>
        <p:sp>
          <p:nvSpPr>
            <p:cNvPr id="66" name="Ovaal 65">
              <a:extLst>
                <a:ext uri="{FF2B5EF4-FFF2-40B4-BE49-F238E27FC236}">
                  <a16:creationId xmlns:a16="http://schemas.microsoft.com/office/drawing/2014/main" id="{836FC61F-3510-6B4D-9CA0-CEB0F3EAB3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33528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4</a:t>
              </a:r>
            </a:p>
          </p:txBody>
        </p:sp>
        <p:pic>
          <p:nvPicPr>
            <p:cNvPr id="67" name="Afbeelding 66">
              <a:extLst>
                <a:ext uri="{FF2B5EF4-FFF2-40B4-BE49-F238E27FC236}">
                  <a16:creationId xmlns:a16="http://schemas.microsoft.com/office/drawing/2014/main" id="{8A7C5095-C6D1-614D-9A0C-3A9A9B684B73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/>
            <a:srcRect r="76738" b="62308"/>
            <a:stretch/>
          </p:blipFill>
          <p:spPr>
            <a:xfrm>
              <a:off x="-2699907" y="4535706"/>
              <a:ext cx="1626676" cy="1094825"/>
            </a:xfrm>
            <a:prstGeom prst="rect">
              <a:avLst/>
            </a:prstGeom>
          </p:spPr>
        </p:pic>
        <p:sp>
          <p:nvSpPr>
            <p:cNvPr id="68" name="Rechthoek 67">
              <a:extLst>
                <a:ext uri="{FF2B5EF4-FFF2-40B4-BE49-F238E27FC236}">
                  <a16:creationId xmlns:a16="http://schemas.microsoft.com/office/drawing/2014/main" id="{4BD43C45-2006-BD4A-A6F9-4DAEBAD32A84}"/>
                </a:ext>
              </a:extLst>
            </p:cNvPr>
            <p:cNvSpPr/>
            <p:nvPr userDrawn="1"/>
          </p:nvSpPr>
          <p:spPr>
            <a:xfrm>
              <a:off x="-3194379" y="2857470"/>
              <a:ext cx="2923123" cy="323535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CHOOSE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TEXt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 LEVELS</a:t>
              </a:r>
            </a:p>
          </p:txBody>
        </p:sp>
        <p:sp>
          <p:nvSpPr>
            <p:cNvPr id="69" name="Rechthoek 68">
              <a:extLst>
                <a:ext uri="{FF2B5EF4-FFF2-40B4-BE49-F238E27FC236}">
                  <a16:creationId xmlns:a16="http://schemas.microsoft.com/office/drawing/2014/main" id="{A5C76873-A743-314B-AC22-ABF6AD91D91A}"/>
                </a:ext>
              </a:extLst>
            </p:cNvPr>
            <p:cNvSpPr/>
            <p:nvPr userDrawn="1"/>
          </p:nvSpPr>
          <p:spPr>
            <a:xfrm>
              <a:off x="-3012396" y="4151269"/>
              <a:ext cx="2741140" cy="49673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List </a:t>
              </a:r>
              <a:r>
                <a:rPr lang="en-GB" sz="1000" b="1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kumimoji="0" lang="en-GB" sz="1000" b="1" i="0" u="none" strike="noStrike" kern="0" cap="none" spc="0" normalizeH="0" baseline="0" noProof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evel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buttons under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Start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tab, to select a text level. Choose from: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70" name="VOORBEELD">
              <a:extLst>
                <a:ext uri="{FF2B5EF4-FFF2-40B4-BE49-F238E27FC236}">
                  <a16:creationId xmlns:a16="http://schemas.microsoft.com/office/drawing/2014/main" id="{6C5F26A3-FECF-224A-AC07-EDD390BE1A72}"/>
                </a:ext>
              </a:extLst>
            </p:cNvPr>
            <p:cNvGrpSpPr/>
            <p:nvPr userDrawn="1"/>
          </p:nvGrpSpPr>
          <p:grpSpPr>
            <a:xfrm>
              <a:off x="-3013384" y="3353604"/>
              <a:ext cx="3013384" cy="604518"/>
              <a:chOff x="-3605171" y="458674"/>
              <a:chExt cx="3234311" cy="558875"/>
            </a:xfrm>
          </p:grpSpPr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C5EFF0E1-9FE6-1F41-BD89-B403B302FEA0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72" name="Rechthoek 71">
                <a:extLst>
                  <a:ext uri="{FF2B5EF4-FFF2-40B4-BE49-F238E27FC236}">
                    <a16:creationId xmlns:a16="http://schemas.microsoft.com/office/drawing/2014/main" id="{2251409B-49DC-7E41-9BC1-90C70DC9AE78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99B367AC-FE82-E041-8146-8E563094642F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546657AA-A91C-7748-952F-0B0450F2A82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06" name="Rechte verbindingslijn 105">
                    <a:extLst>
                      <a:ext uri="{FF2B5EF4-FFF2-40B4-BE49-F238E27FC236}">
                        <a16:creationId xmlns:a16="http://schemas.microsoft.com/office/drawing/2014/main" id="{D2136EED-8DB7-D14B-805E-67CB4DA9371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7" name="Rechte verbindingslijn 106">
                    <a:extLst>
                      <a:ext uri="{FF2B5EF4-FFF2-40B4-BE49-F238E27FC236}">
                        <a16:creationId xmlns:a16="http://schemas.microsoft.com/office/drawing/2014/main" id="{E7614469-FC62-C14F-A1B0-83DBAF6069C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8" name="Rechte verbindingslijn 107">
                    <a:extLst>
                      <a:ext uri="{FF2B5EF4-FFF2-40B4-BE49-F238E27FC236}">
                        <a16:creationId xmlns:a16="http://schemas.microsoft.com/office/drawing/2014/main" id="{EB9C7B65-CB82-8744-ADCE-349FB0714AC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9" name="Rechte verbindingslijn 108">
                    <a:extLst>
                      <a:ext uri="{FF2B5EF4-FFF2-40B4-BE49-F238E27FC236}">
                        <a16:creationId xmlns:a16="http://schemas.microsoft.com/office/drawing/2014/main" id="{B9FD96D7-C89D-8644-99D6-ABF31CAD166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10" name="Rechte verbindingslijn 109">
                    <a:extLst>
                      <a:ext uri="{FF2B5EF4-FFF2-40B4-BE49-F238E27FC236}">
                        <a16:creationId xmlns:a16="http://schemas.microsoft.com/office/drawing/2014/main" id="{31D5DD7B-8D79-4F47-A6F7-966A14B8495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05" name="Pijl: rechts 129">
                  <a:extLst>
                    <a:ext uri="{FF2B5EF4-FFF2-40B4-BE49-F238E27FC236}">
                      <a16:creationId xmlns:a16="http://schemas.microsoft.com/office/drawing/2014/main" id="{D3D2FE0F-54D2-1747-B6DA-D32D25671333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74" name="Groep 73">
                <a:extLst>
                  <a:ext uri="{FF2B5EF4-FFF2-40B4-BE49-F238E27FC236}">
                    <a16:creationId xmlns:a16="http://schemas.microsoft.com/office/drawing/2014/main" id="{32C8F748-0FF6-6947-9358-AA3354459F97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97" name="Groep 96">
                  <a:extLst>
                    <a:ext uri="{FF2B5EF4-FFF2-40B4-BE49-F238E27FC236}">
                      <a16:creationId xmlns:a16="http://schemas.microsoft.com/office/drawing/2014/main" id="{39759B64-65AC-9744-B1C7-D5DDDD65017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99" name="Rechte verbindingslijn 98">
                    <a:extLst>
                      <a:ext uri="{FF2B5EF4-FFF2-40B4-BE49-F238E27FC236}">
                        <a16:creationId xmlns:a16="http://schemas.microsoft.com/office/drawing/2014/main" id="{A46B5990-26DB-7247-833A-613070FE5CB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0" name="Rechte verbindingslijn 99">
                    <a:extLst>
                      <a:ext uri="{FF2B5EF4-FFF2-40B4-BE49-F238E27FC236}">
                        <a16:creationId xmlns:a16="http://schemas.microsoft.com/office/drawing/2014/main" id="{078D0F12-D293-3140-B435-13E9DB19C95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1" name="Rechte verbindingslijn 100">
                    <a:extLst>
                      <a:ext uri="{FF2B5EF4-FFF2-40B4-BE49-F238E27FC236}">
                        <a16:creationId xmlns:a16="http://schemas.microsoft.com/office/drawing/2014/main" id="{7BE9792F-5F28-824B-9E3A-3B40344BF58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2" name="Rechte verbindingslijn 101">
                    <a:extLst>
                      <a:ext uri="{FF2B5EF4-FFF2-40B4-BE49-F238E27FC236}">
                        <a16:creationId xmlns:a16="http://schemas.microsoft.com/office/drawing/2014/main" id="{F7AE0C86-7B7C-4543-A9A6-929993FC43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03" name="Rechte verbindingslijn 102">
                    <a:extLst>
                      <a:ext uri="{FF2B5EF4-FFF2-40B4-BE49-F238E27FC236}">
                        <a16:creationId xmlns:a16="http://schemas.microsoft.com/office/drawing/2014/main" id="{7A80D163-3141-EF4C-8E3D-BF23075C1C3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98" name="Pijl: rechts 122">
                  <a:extLst>
                    <a:ext uri="{FF2B5EF4-FFF2-40B4-BE49-F238E27FC236}">
                      <a16:creationId xmlns:a16="http://schemas.microsoft.com/office/drawing/2014/main" id="{9D847149-3C70-8646-95DF-C95FB98684D0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75" name="Rechte verbindingslijn 74">
                <a:extLst>
                  <a:ext uri="{FF2B5EF4-FFF2-40B4-BE49-F238E27FC236}">
                    <a16:creationId xmlns:a16="http://schemas.microsoft.com/office/drawing/2014/main" id="{5B1AA8DF-237B-0F43-BC49-657C9809D78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76" name="Rechte verbindingslijn 75">
                <a:extLst>
                  <a:ext uri="{FF2B5EF4-FFF2-40B4-BE49-F238E27FC236}">
                    <a16:creationId xmlns:a16="http://schemas.microsoft.com/office/drawing/2014/main" id="{45265252-A2ED-3D4F-A7CE-E0457FF7156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1A9988D3-F42D-BA4F-9A21-028BFD5CA0A4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sp>
            <p:nvSpPr>
              <p:cNvPr id="78" name="Rechthoek 77">
                <a:extLst>
                  <a:ext uri="{FF2B5EF4-FFF2-40B4-BE49-F238E27FC236}">
                    <a16:creationId xmlns:a16="http://schemas.microsoft.com/office/drawing/2014/main" id="{8173DF94-6B57-C944-9A9B-78F0E1CE7E99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Decrease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grpSp>
            <p:nvGrpSpPr>
              <p:cNvPr id="79" name="Groep 78">
                <a:extLst>
                  <a:ext uri="{FF2B5EF4-FFF2-40B4-BE49-F238E27FC236}">
                    <a16:creationId xmlns:a16="http://schemas.microsoft.com/office/drawing/2014/main" id="{E40D57C1-9B14-1649-BA71-C92333AB8D38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89" name="Rechthoek 88">
                  <a:extLst>
                    <a:ext uri="{FF2B5EF4-FFF2-40B4-BE49-F238E27FC236}">
                      <a16:creationId xmlns:a16="http://schemas.microsoft.com/office/drawing/2014/main" id="{B19A6190-7CE2-1B44-A955-2FBCAC7C6D3C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90" name="Groep 89">
                  <a:extLst>
                    <a:ext uri="{FF2B5EF4-FFF2-40B4-BE49-F238E27FC236}">
                      <a16:creationId xmlns:a16="http://schemas.microsoft.com/office/drawing/2014/main" id="{608CE93E-21F3-524F-8585-3FC3040C3E8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92" name="Rechte verbindingslijn 91">
                    <a:extLst>
                      <a:ext uri="{FF2B5EF4-FFF2-40B4-BE49-F238E27FC236}">
                        <a16:creationId xmlns:a16="http://schemas.microsoft.com/office/drawing/2014/main" id="{CD87A9DE-3612-464B-BF5F-7F70216769B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93" name="Rechte verbindingslijn 92">
                    <a:extLst>
                      <a:ext uri="{FF2B5EF4-FFF2-40B4-BE49-F238E27FC236}">
                        <a16:creationId xmlns:a16="http://schemas.microsoft.com/office/drawing/2014/main" id="{C0FFFF43-AC6A-D74B-B4FD-6673437994A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94" name="Rechte verbindingslijn 93">
                    <a:extLst>
                      <a:ext uri="{FF2B5EF4-FFF2-40B4-BE49-F238E27FC236}">
                        <a16:creationId xmlns:a16="http://schemas.microsoft.com/office/drawing/2014/main" id="{55C28AF6-8EAF-8548-BA78-E65AEABAF6D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95" name="Rechte verbindingslijn 94">
                    <a:extLst>
                      <a:ext uri="{FF2B5EF4-FFF2-40B4-BE49-F238E27FC236}">
                        <a16:creationId xmlns:a16="http://schemas.microsoft.com/office/drawing/2014/main" id="{6A76F01E-0EDA-BE4D-943A-7F569DD66D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96" name="Rechte verbindingslijn 95">
                    <a:extLst>
                      <a:ext uri="{FF2B5EF4-FFF2-40B4-BE49-F238E27FC236}">
                        <a16:creationId xmlns:a16="http://schemas.microsoft.com/office/drawing/2014/main" id="{8DC77336-A90B-494A-9D54-F0F5BBCA78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91" name="Pijl: rechts 115">
                  <a:extLst>
                    <a:ext uri="{FF2B5EF4-FFF2-40B4-BE49-F238E27FC236}">
                      <a16:creationId xmlns:a16="http://schemas.microsoft.com/office/drawing/2014/main" id="{FDDEBEC6-85B5-1D44-88B5-FA515D6CE0DF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80" name="Groep 79">
                <a:extLst>
                  <a:ext uri="{FF2B5EF4-FFF2-40B4-BE49-F238E27FC236}">
                    <a16:creationId xmlns:a16="http://schemas.microsoft.com/office/drawing/2014/main" id="{1294C356-7869-4544-B323-7E7C977A2E55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81" name="Rechthoek 80">
                  <a:extLst>
                    <a:ext uri="{FF2B5EF4-FFF2-40B4-BE49-F238E27FC236}">
                      <a16:creationId xmlns:a16="http://schemas.microsoft.com/office/drawing/2014/main" id="{2728A874-C666-1B43-A3E7-F354EC53C8A2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82" name="Groep 81">
                  <a:extLst>
                    <a:ext uri="{FF2B5EF4-FFF2-40B4-BE49-F238E27FC236}">
                      <a16:creationId xmlns:a16="http://schemas.microsoft.com/office/drawing/2014/main" id="{B41F578F-BEBE-504D-9AE5-84670C23282B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84" name="Rechte verbindingslijn 83">
                    <a:extLst>
                      <a:ext uri="{FF2B5EF4-FFF2-40B4-BE49-F238E27FC236}">
                        <a16:creationId xmlns:a16="http://schemas.microsoft.com/office/drawing/2014/main" id="{D9613980-3FBF-8647-BE5A-B9CA4EF7E2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5" name="Rechte verbindingslijn 84">
                    <a:extLst>
                      <a:ext uri="{FF2B5EF4-FFF2-40B4-BE49-F238E27FC236}">
                        <a16:creationId xmlns:a16="http://schemas.microsoft.com/office/drawing/2014/main" id="{EE2ABD8D-5BB4-C341-8FDD-6E3AC72465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6" name="Rechte verbindingslijn 85">
                    <a:extLst>
                      <a:ext uri="{FF2B5EF4-FFF2-40B4-BE49-F238E27FC236}">
                        <a16:creationId xmlns:a16="http://schemas.microsoft.com/office/drawing/2014/main" id="{FB653684-D87D-5940-BF23-EA7B46378F7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7" name="Rechte verbindingslijn 86">
                    <a:extLst>
                      <a:ext uri="{FF2B5EF4-FFF2-40B4-BE49-F238E27FC236}">
                        <a16:creationId xmlns:a16="http://schemas.microsoft.com/office/drawing/2014/main" id="{FA0A8207-4C05-EB41-A929-06C23520CE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8" name="Rechte verbindingslijn 87">
                    <a:extLst>
                      <a:ext uri="{FF2B5EF4-FFF2-40B4-BE49-F238E27FC236}">
                        <a16:creationId xmlns:a16="http://schemas.microsoft.com/office/drawing/2014/main" id="{EA6B9D45-FC38-FD4E-83D2-BE34975E713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83" name="Pijl: rechts 107">
                  <a:extLst>
                    <a:ext uri="{FF2B5EF4-FFF2-40B4-BE49-F238E27FC236}">
                      <a16:creationId xmlns:a16="http://schemas.microsoft.com/office/drawing/2014/main" id="{468582BA-6B1C-4D43-8238-02250B0764CF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8406626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orient="horz" pos="3838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43154"/>
            <a:ext cx="905504" cy="21423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5" name="Tijdelijke aanduiding voor tabel 4">
            <a:extLst>
              <a:ext uri="{FF2B5EF4-FFF2-40B4-BE49-F238E27FC236}">
                <a16:creationId xmlns:a16="http://schemas.microsoft.com/office/drawing/2014/main" id="{D171D123-BA76-E642-9701-A2838B383549}"/>
              </a:ext>
            </a:extLst>
          </p:cNvPr>
          <p:cNvSpPr>
            <a:spLocks noGrp="1"/>
          </p:cNvSpPr>
          <p:nvPr>
            <p:ph type="tbl" sz="quarter" idx="19"/>
          </p:nvPr>
        </p:nvSpPr>
        <p:spPr>
          <a:xfrm>
            <a:off x="1486893" y="1899161"/>
            <a:ext cx="9938345" cy="4193664"/>
          </a:xfrm>
        </p:spPr>
        <p:txBody>
          <a:bodyPr/>
          <a:lstStyle/>
          <a:p>
            <a:endParaRPr lang="nl-NL"/>
          </a:p>
        </p:txBody>
      </p:sp>
      <p:grpSp>
        <p:nvGrpSpPr>
          <p:cNvPr id="8" name="Groep 7">
            <a:extLst>
              <a:ext uri="{FF2B5EF4-FFF2-40B4-BE49-F238E27FC236}">
                <a16:creationId xmlns:a16="http://schemas.microsoft.com/office/drawing/2014/main" id="{F2842DBF-147A-F243-8146-BD40152FBD75}"/>
              </a:ext>
            </a:extLst>
          </p:cNvPr>
          <p:cNvGrpSpPr/>
          <p:nvPr userDrawn="1"/>
        </p:nvGrpSpPr>
        <p:grpSpPr>
          <a:xfrm>
            <a:off x="12191999" y="-6340"/>
            <a:ext cx="3593091" cy="3394057"/>
            <a:chOff x="852806" y="1539090"/>
            <a:chExt cx="3593091" cy="3394057"/>
          </a:xfrm>
        </p:grpSpPr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12289C4-CC9B-704F-B96F-CE458779D1F6}"/>
                </a:ext>
              </a:extLst>
            </p:cNvPr>
            <p:cNvSpPr/>
            <p:nvPr userDrawn="1"/>
          </p:nvSpPr>
          <p:spPr>
            <a:xfrm>
              <a:off x="852806" y="1539090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INSERT/FORMAT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TABLe</a:t>
              </a:r>
              <a:endParaRPr lang="nl-NL" sz="1200" b="1" i="0" cap="all" baseline="0" noProof="0">
                <a:solidFill>
                  <a:schemeClr val="tx2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" name="Ovaal 9">
              <a:extLst>
                <a:ext uri="{FF2B5EF4-FFF2-40B4-BE49-F238E27FC236}">
                  <a16:creationId xmlns:a16="http://schemas.microsoft.com/office/drawing/2014/main" id="{8989C478-0AFF-8440-957B-3F2B09F3C32B}"/>
                </a:ext>
              </a:extLst>
            </p:cNvPr>
            <p:cNvSpPr/>
            <p:nvPr userDrawn="1"/>
          </p:nvSpPr>
          <p:spPr>
            <a:xfrm>
              <a:off x="1035384" y="2004413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F4939E1D-8CB6-8A44-AA36-DE1421A98AFE}"/>
                </a:ext>
              </a:extLst>
            </p:cNvPr>
            <p:cNvSpPr/>
            <p:nvPr userDrawn="1"/>
          </p:nvSpPr>
          <p:spPr>
            <a:xfrm>
              <a:off x="1319556" y="2004413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table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 Click on the icon to insert a new table (</a:t>
              </a:r>
              <a:r>
                <a:rPr kumimoji="0" lang="en-GB" sz="100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2" name="Ovaal 11">
              <a:extLst>
                <a:ext uri="{FF2B5EF4-FFF2-40B4-BE49-F238E27FC236}">
                  <a16:creationId xmlns:a16="http://schemas.microsoft.com/office/drawing/2014/main" id="{1D8F6D2D-3C82-E945-A1A4-CB037A23911A}"/>
                </a:ext>
              </a:extLst>
            </p:cNvPr>
            <p:cNvSpPr/>
            <p:nvPr userDrawn="1"/>
          </p:nvSpPr>
          <p:spPr>
            <a:xfrm>
              <a:off x="1035384" y="326879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7A44E5CE-E929-F14E-88D7-AA4FC35BE487}"/>
                </a:ext>
              </a:extLst>
            </p:cNvPr>
            <p:cNvSpPr/>
            <p:nvPr userDrawn="1"/>
          </p:nvSpPr>
          <p:spPr>
            <a:xfrm>
              <a:off x="1319556" y="3268799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table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4" name="Groep 13">
              <a:extLst>
                <a:ext uri="{FF2B5EF4-FFF2-40B4-BE49-F238E27FC236}">
                  <a16:creationId xmlns:a16="http://schemas.microsoft.com/office/drawing/2014/main" id="{3E733FDE-1B77-0542-B27D-607157188E1D}"/>
                </a:ext>
              </a:extLst>
            </p:cNvPr>
            <p:cNvGrpSpPr/>
            <p:nvPr userDrawn="1"/>
          </p:nvGrpSpPr>
          <p:grpSpPr>
            <a:xfrm>
              <a:off x="1327652" y="3703374"/>
              <a:ext cx="825500" cy="209550"/>
              <a:chOff x="13504624" y="2482850"/>
              <a:chExt cx="825500" cy="209550"/>
            </a:xfrm>
          </p:grpSpPr>
          <p:sp>
            <p:nvSpPr>
              <p:cNvPr id="36" name="Rechthoek 35">
                <a:extLst>
                  <a:ext uri="{FF2B5EF4-FFF2-40B4-BE49-F238E27FC236}">
                    <a16:creationId xmlns:a16="http://schemas.microsoft.com/office/drawing/2014/main" id="{1623C2E5-9408-E547-97D5-7E656E39046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37" name="Rechte verbindingslijn 36">
                <a:extLst>
                  <a:ext uri="{FF2B5EF4-FFF2-40B4-BE49-F238E27FC236}">
                    <a16:creationId xmlns:a16="http://schemas.microsoft.com/office/drawing/2014/main" id="{A47892F2-1855-1646-921F-640CCCA333C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8" name="Gelijkbenige driehoek 56">
                <a:extLst>
                  <a:ext uri="{FF2B5EF4-FFF2-40B4-BE49-F238E27FC236}">
                    <a16:creationId xmlns:a16="http://schemas.microsoft.com/office/drawing/2014/main" id="{BA5CE8C2-5E56-6C4D-8D4E-40DBA592717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34BD672A-4ECC-154B-B2A4-0768E254CC2E}"/>
                </a:ext>
              </a:extLst>
            </p:cNvPr>
            <p:cNvSpPr/>
            <p:nvPr userDrawn="1"/>
          </p:nvSpPr>
          <p:spPr>
            <a:xfrm>
              <a:off x="1035384" y="409469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861540A9-580B-C344-A80B-7A1F36E1C596}"/>
                </a:ext>
              </a:extLst>
            </p:cNvPr>
            <p:cNvSpPr/>
            <p:nvPr/>
          </p:nvSpPr>
          <p:spPr>
            <a:xfrm>
              <a:off x="1325532" y="4094698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Change the table layout by clicking on the table elements that you wish to change and navigating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Table Layout 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or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Table Design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8">
              <a:extLst>
                <a:ext uri="{FF2B5EF4-FFF2-40B4-BE49-F238E27FC236}">
                  <a16:creationId xmlns:a16="http://schemas.microsoft.com/office/drawing/2014/main" id="{53348929-38DB-EA42-8AB2-9CA619C4ECE1}"/>
                </a:ext>
              </a:extLst>
            </p:cNvPr>
            <p:cNvGrpSpPr/>
            <p:nvPr userDrawn="1"/>
          </p:nvGrpSpPr>
          <p:grpSpPr>
            <a:xfrm>
              <a:off x="1441526" y="2709558"/>
              <a:ext cx="426684" cy="356478"/>
              <a:chOff x="-3261070" y="3620931"/>
              <a:chExt cx="143928" cy="118477"/>
            </a:xfrm>
          </p:grpSpPr>
          <p:sp>
            <p:nvSpPr>
              <p:cNvPr id="20" name="Rechthoek 19">
                <a:extLst>
                  <a:ext uri="{FF2B5EF4-FFF2-40B4-BE49-F238E27FC236}">
                    <a16:creationId xmlns:a16="http://schemas.microsoft.com/office/drawing/2014/main" id="{01E80302-EDBF-A04A-AE3B-3E1270866BE2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2" name="Groep 21">
                <a:extLst>
                  <a:ext uri="{FF2B5EF4-FFF2-40B4-BE49-F238E27FC236}">
                    <a16:creationId xmlns:a16="http://schemas.microsoft.com/office/drawing/2014/main" id="{A3DF7037-D1FA-0B4C-A0A3-268BEEDA5FA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8" name="Rechte verbindingslijn 27">
                  <a:extLst>
                    <a:ext uri="{FF2B5EF4-FFF2-40B4-BE49-F238E27FC236}">
                      <a16:creationId xmlns:a16="http://schemas.microsoft.com/office/drawing/2014/main" id="{B4D9E66B-3632-F94A-AE43-26F56BD6CE9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" name="Rechte verbindingslijn 29">
                  <a:extLst>
                    <a:ext uri="{FF2B5EF4-FFF2-40B4-BE49-F238E27FC236}">
                      <a16:creationId xmlns:a16="http://schemas.microsoft.com/office/drawing/2014/main" id="{EA612917-8304-6948-B39D-928BFFA1C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04E0B473-C9E1-F841-BB7D-913D06D1EC4C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32" name="Rechte verbindingslijn 31">
                    <a:extLst>
                      <a:ext uri="{FF2B5EF4-FFF2-40B4-BE49-F238E27FC236}">
                        <a16:creationId xmlns:a16="http://schemas.microsoft.com/office/drawing/2014/main" id="{059F4EF9-CF86-B343-A376-250E330895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" name="Rechte verbindingslijn 32">
                    <a:extLst>
                      <a:ext uri="{FF2B5EF4-FFF2-40B4-BE49-F238E27FC236}">
                        <a16:creationId xmlns:a16="http://schemas.microsoft.com/office/drawing/2014/main" id="{B18EDA7F-0C88-EB4D-A998-068CE4A5721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4" name="Rechte verbindingslijn 33">
                    <a:extLst>
                      <a:ext uri="{FF2B5EF4-FFF2-40B4-BE49-F238E27FC236}">
                        <a16:creationId xmlns:a16="http://schemas.microsoft.com/office/drawing/2014/main" id="{C7ACEC81-4A9B-4840-A988-CE5DD7AB51E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" name="Rechte verbindingslijn 34">
                    <a:extLst>
                      <a:ext uri="{FF2B5EF4-FFF2-40B4-BE49-F238E27FC236}">
                        <a16:creationId xmlns:a16="http://schemas.microsoft.com/office/drawing/2014/main" id="{32CBA154-7F8C-204D-98F9-39A84F2CABC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3" name="Rechte verbindingslijn 22">
                <a:extLst>
                  <a:ext uri="{FF2B5EF4-FFF2-40B4-BE49-F238E27FC236}">
                    <a16:creationId xmlns:a16="http://schemas.microsoft.com/office/drawing/2014/main" id="{27846A99-1840-D642-8E29-126A4479641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3">
                <a:extLst>
                  <a:ext uri="{FF2B5EF4-FFF2-40B4-BE49-F238E27FC236}">
                    <a16:creationId xmlns:a16="http://schemas.microsoft.com/office/drawing/2014/main" id="{15554322-2125-034E-91EF-2832FD45AD0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Rechte verbindingslijn 24">
                <a:extLst>
                  <a:ext uri="{FF2B5EF4-FFF2-40B4-BE49-F238E27FC236}">
                    <a16:creationId xmlns:a16="http://schemas.microsoft.com/office/drawing/2014/main" id="{3C825A5E-A6E3-0A41-ACC9-A3D6E45BF53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Rechte verbindingslijn 25">
                <a:extLst>
                  <a:ext uri="{FF2B5EF4-FFF2-40B4-BE49-F238E27FC236}">
                    <a16:creationId xmlns:a16="http://schemas.microsoft.com/office/drawing/2014/main" id="{68A2A29A-AE80-F24C-B766-6DE65831C7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6CC4984A-DAC9-DE4D-A541-952B1B25CBD7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35776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orient="horz" pos="3838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43154"/>
            <a:ext cx="905504" cy="21423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899163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9" name="Tijdelijke aanduiding voor tabel 4">
            <a:extLst>
              <a:ext uri="{FF2B5EF4-FFF2-40B4-BE49-F238E27FC236}">
                <a16:creationId xmlns:a16="http://schemas.microsoft.com/office/drawing/2014/main" id="{CD2133CB-459E-AF45-8ABB-E0A6580DD588}"/>
              </a:ext>
            </a:extLst>
          </p:cNvPr>
          <p:cNvSpPr>
            <a:spLocks noGrp="1"/>
          </p:cNvSpPr>
          <p:nvPr>
            <p:ph type="tbl" sz="quarter" idx="19"/>
          </p:nvPr>
        </p:nvSpPr>
        <p:spPr>
          <a:xfrm>
            <a:off x="6490014" y="1899161"/>
            <a:ext cx="4935224" cy="4193664"/>
          </a:xfrm>
        </p:spPr>
        <p:txBody>
          <a:bodyPr/>
          <a:lstStyle/>
          <a:p>
            <a:endParaRPr lang="nl-NL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3808C358-0DE3-EE42-95B3-ACB27EA05D3C}"/>
              </a:ext>
            </a:extLst>
          </p:cNvPr>
          <p:cNvGrpSpPr/>
          <p:nvPr userDrawn="1"/>
        </p:nvGrpSpPr>
        <p:grpSpPr>
          <a:xfrm>
            <a:off x="12191999" y="-6340"/>
            <a:ext cx="3593091" cy="3394057"/>
            <a:chOff x="852806" y="1539090"/>
            <a:chExt cx="3593091" cy="3394057"/>
          </a:xfrm>
        </p:grpSpPr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7200D0C5-AE74-9B42-A7F2-082D052C5E5D}"/>
                </a:ext>
              </a:extLst>
            </p:cNvPr>
            <p:cNvSpPr/>
            <p:nvPr userDrawn="1"/>
          </p:nvSpPr>
          <p:spPr>
            <a:xfrm>
              <a:off x="852806" y="1539090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INSERT/FORMAT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TABLe</a:t>
              </a:r>
              <a:endParaRPr lang="nl-NL" sz="1200" b="1" i="0" cap="all" baseline="0" noProof="0">
                <a:solidFill>
                  <a:schemeClr val="tx2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2" name="Ovaal 11">
              <a:extLst>
                <a:ext uri="{FF2B5EF4-FFF2-40B4-BE49-F238E27FC236}">
                  <a16:creationId xmlns:a16="http://schemas.microsoft.com/office/drawing/2014/main" id="{B2C24B15-3185-FA43-9DB9-FE2DBD0D1D6D}"/>
                </a:ext>
              </a:extLst>
            </p:cNvPr>
            <p:cNvSpPr/>
            <p:nvPr userDrawn="1"/>
          </p:nvSpPr>
          <p:spPr>
            <a:xfrm>
              <a:off x="1035384" y="2004413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3C720552-9293-0540-975D-007F0A690A78}"/>
                </a:ext>
              </a:extLst>
            </p:cNvPr>
            <p:cNvSpPr/>
            <p:nvPr userDrawn="1"/>
          </p:nvSpPr>
          <p:spPr>
            <a:xfrm>
              <a:off x="1319556" y="2004413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table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 Click on the icon to insert a new table (</a:t>
              </a:r>
              <a:r>
                <a:rPr kumimoji="0" lang="en-GB" sz="100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234E2129-EB05-5F4A-8B6F-DC0A389F1649}"/>
                </a:ext>
              </a:extLst>
            </p:cNvPr>
            <p:cNvSpPr/>
            <p:nvPr userDrawn="1"/>
          </p:nvSpPr>
          <p:spPr>
            <a:xfrm>
              <a:off x="1035384" y="326879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DD836FE4-2240-BE49-93E6-A86E3924475C}"/>
                </a:ext>
              </a:extLst>
            </p:cNvPr>
            <p:cNvSpPr/>
            <p:nvPr userDrawn="1"/>
          </p:nvSpPr>
          <p:spPr>
            <a:xfrm>
              <a:off x="1319556" y="3268799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table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7" name="Groep 16">
              <a:extLst>
                <a:ext uri="{FF2B5EF4-FFF2-40B4-BE49-F238E27FC236}">
                  <a16:creationId xmlns:a16="http://schemas.microsoft.com/office/drawing/2014/main" id="{5B20E2A2-FA4A-F749-8234-4F3CDD201EAF}"/>
                </a:ext>
              </a:extLst>
            </p:cNvPr>
            <p:cNvGrpSpPr/>
            <p:nvPr userDrawn="1"/>
          </p:nvGrpSpPr>
          <p:grpSpPr>
            <a:xfrm>
              <a:off x="1327652" y="3703374"/>
              <a:ext cx="825500" cy="209550"/>
              <a:chOff x="13504624" y="2482850"/>
              <a:chExt cx="825500" cy="209550"/>
            </a:xfrm>
          </p:grpSpPr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7EA4408A-C123-F741-8502-951C56865D9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40" name="Rechte verbindingslijn 39">
                <a:extLst>
                  <a:ext uri="{FF2B5EF4-FFF2-40B4-BE49-F238E27FC236}">
                    <a16:creationId xmlns:a16="http://schemas.microsoft.com/office/drawing/2014/main" id="{1F5024D3-2600-6B47-A9F8-B8FDCE849C4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1" name="Gelijkbenige driehoek 56">
                <a:extLst>
                  <a:ext uri="{FF2B5EF4-FFF2-40B4-BE49-F238E27FC236}">
                    <a16:creationId xmlns:a16="http://schemas.microsoft.com/office/drawing/2014/main" id="{5C1AD36A-8D61-4F4A-8A4D-F8DC8A6B85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B04D1919-12D4-2844-9568-94B98EF61C06}"/>
                </a:ext>
              </a:extLst>
            </p:cNvPr>
            <p:cNvSpPr/>
            <p:nvPr userDrawn="1"/>
          </p:nvSpPr>
          <p:spPr>
            <a:xfrm>
              <a:off x="1035384" y="409469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F0796FCD-5EE3-084F-9C69-BD50A238DD4C}"/>
                </a:ext>
              </a:extLst>
            </p:cNvPr>
            <p:cNvSpPr/>
            <p:nvPr/>
          </p:nvSpPr>
          <p:spPr>
            <a:xfrm>
              <a:off x="1325532" y="4094698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Change the table layout by clicking on the table elements that you wish to change and navigating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Table Layout 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or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Table Design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7C619034-A97A-5749-962C-7810C5BC5056}"/>
                </a:ext>
              </a:extLst>
            </p:cNvPr>
            <p:cNvGrpSpPr/>
            <p:nvPr userDrawn="1"/>
          </p:nvGrpSpPr>
          <p:grpSpPr>
            <a:xfrm>
              <a:off x="1441526" y="2709558"/>
              <a:ext cx="426684" cy="356478"/>
              <a:chOff x="-3261070" y="3620931"/>
              <a:chExt cx="143928" cy="118477"/>
            </a:xfrm>
          </p:grpSpPr>
          <p:sp>
            <p:nvSpPr>
              <p:cNvPr id="23" name="Rechthoek 22">
                <a:extLst>
                  <a:ext uri="{FF2B5EF4-FFF2-40B4-BE49-F238E27FC236}">
                    <a16:creationId xmlns:a16="http://schemas.microsoft.com/office/drawing/2014/main" id="{6AB9D969-80BF-EF41-9CA4-1F3CE30139EA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23">
                <a:extLst>
                  <a:ext uri="{FF2B5EF4-FFF2-40B4-BE49-F238E27FC236}">
                    <a16:creationId xmlns:a16="http://schemas.microsoft.com/office/drawing/2014/main" id="{2883CAE9-EAF9-8B42-8C79-A821B6A5EDCA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32" name="Rechte verbindingslijn 31">
                  <a:extLst>
                    <a:ext uri="{FF2B5EF4-FFF2-40B4-BE49-F238E27FC236}">
                      <a16:creationId xmlns:a16="http://schemas.microsoft.com/office/drawing/2014/main" id="{3D5C5BF2-A3F0-0547-9E6D-649F71A7A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Rechte verbindingslijn 32">
                  <a:extLst>
                    <a:ext uri="{FF2B5EF4-FFF2-40B4-BE49-F238E27FC236}">
                      <a16:creationId xmlns:a16="http://schemas.microsoft.com/office/drawing/2014/main" id="{1A57D94D-8E2E-074F-AD88-D771545E67C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4" name="Groep 33">
                  <a:extLst>
                    <a:ext uri="{FF2B5EF4-FFF2-40B4-BE49-F238E27FC236}">
                      <a16:creationId xmlns:a16="http://schemas.microsoft.com/office/drawing/2014/main" id="{C86A9505-1771-914B-8CD2-687CFB9929C3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35" name="Rechte verbindingslijn 34">
                    <a:extLst>
                      <a:ext uri="{FF2B5EF4-FFF2-40B4-BE49-F238E27FC236}">
                        <a16:creationId xmlns:a16="http://schemas.microsoft.com/office/drawing/2014/main" id="{345EA8E2-7C16-CE48-9D1E-DA596E78FB3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" name="Rechte verbindingslijn 35">
                    <a:extLst>
                      <a:ext uri="{FF2B5EF4-FFF2-40B4-BE49-F238E27FC236}">
                        <a16:creationId xmlns:a16="http://schemas.microsoft.com/office/drawing/2014/main" id="{7E8E8B19-2730-F340-8C73-21C7855F13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7" name="Rechte verbindingslijn 36">
                    <a:extLst>
                      <a:ext uri="{FF2B5EF4-FFF2-40B4-BE49-F238E27FC236}">
                        <a16:creationId xmlns:a16="http://schemas.microsoft.com/office/drawing/2014/main" id="{86CC6F35-69F7-0649-988C-085C2D08988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" name="Rechte verbindingslijn 37">
                    <a:extLst>
                      <a:ext uri="{FF2B5EF4-FFF2-40B4-BE49-F238E27FC236}">
                        <a16:creationId xmlns:a16="http://schemas.microsoft.com/office/drawing/2014/main" id="{03AAB69A-BCD5-B642-8006-DB7C7827E0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5" name="Rechte verbindingslijn 24">
                <a:extLst>
                  <a:ext uri="{FF2B5EF4-FFF2-40B4-BE49-F238E27FC236}">
                    <a16:creationId xmlns:a16="http://schemas.microsoft.com/office/drawing/2014/main" id="{86F38350-D0D8-6D45-ADFF-9F52FCF303F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Rechte verbindingslijn 25">
                <a:extLst>
                  <a:ext uri="{FF2B5EF4-FFF2-40B4-BE49-F238E27FC236}">
                    <a16:creationId xmlns:a16="http://schemas.microsoft.com/office/drawing/2014/main" id="{21E3C2DD-FADB-3D4F-955B-BD93DBA822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F4E8C597-39C5-E641-83B2-4DDCD5A9DD2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Rechte verbindingslijn 27">
                <a:extLst>
                  <a:ext uri="{FF2B5EF4-FFF2-40B4-BE49-F238E27FC236}">
                    <a16:creationId xmlns:a16="http://schemas.microsoft.com/office/drawing/2014/main" id="{59B9A34B-E52B-B744-85C3-6103B6F3C3D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A31BF0C1-3A67-114E-A720-6F9777BCB399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2" name="Groep 41">
            <a:extLst>
              <a:ext uri="{FF2B5EF4-FFF2-40B4-BE49-F238E27FC236}">
                <a16:creationId xmlns:a16="http://schemas.microsoft.com/office/drawing/2014/main" id="{A9FCEB8E-DBEF-9344-B40F-71CD11DBFCAB}"/>
              </a:ext>
            </a:extLst>
          </p:cNvPr>
          <p:cNvGrpSpPr/>
          <p:nvPr userDrawn="1"/>
        </p:nvGrpSpPr>
        <p:grpSpPr>
          <a:xfrm>
            <a:off x="-3194379" y="2857470"/>
            <a:ext cx="3194379" cy="3235354"/>
            <a:chOff x="-3194379" y="2857470"/>
            <a:chExt cx="3194379" cy="3235354"/>
          </a:xfrm>
        </p:grpSpPr>
        <p:sp>
          <p:nvSpPr>
            <p:cNvPr id="43" name="Ovaal 42">
              <a:extLst>
                <a:ext uri="{FF2B5EF4-FFF2-40B4-BE49-F238E27FC236}">
                  <a16:creationId xmlns:a16="http://schemas.microsoft.com/office/drawing/2014/main" id="{C44AEA8D-1BF3-7346-BADD-6D6F10A01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137" y="463509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1</a:t>
              </a:r>
            </a:p>
          </p:txBody>
        </p:sp>
        <p:sp>
          <p:nvSpPr>
            <p:cNvPr id="44" name="Ovaal 43">
              <a:extLst>
                <a:ext uri="{FF2B5EF4-FFF2-40B4-BE49-F238E27FC236}">
                  <a16:creationId xmlns:a16="http://schemas.microsoft.com/office/drawing/2014/main" id="{C453BEE2-E837-BA47-8A13-2886ADBCEC5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487435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2</a:t>
              </a:r>
            </a:p>
          </p:txBody>
        </p:sp>
        <p:sp>
          <p:nvSpPr>
            <p:cNvPr id="45" name="Ovaal 44">
              <a:extLst>
                <a:ext uri="{FF2B5EF4-FFF2-40B4-BE49-F238E27FC236}">
                  <a16:creationId xmlns:a16="http://schemas.microsoft.com/office/drawing/2014/main" id="{39C081F3-7A2E-3B40-BB6A-48EEA6BF612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10338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3</a:t>
              </a:r>
            </a:p>
          </p:txBody>
        </p:sp>
        <p:sp>
          <p:nvSpPr>
            <p:cNvPr id="46" name="Ovaal 45">
              <a:extLst>
                <a:ext uri="{FF2B5EF4-FFF2-40B4-BE49-F238E27FC236}">
                  <a16:creationId xmlns:a16="http://schemas.microsoft.com/office/drawing/2014/main" id="{1749B336-EF03-2F44-BD42-61CA891FD0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33528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4</a:t>
              </a:r>
            </a:p>
          </p:txBody>
        </p:sp>
        <p:pic>
          <p:nvPicPr>
            <p:cNvPr id="47" name="Afbeelding 46">
              <a:extLst>
                <a:ext uri="{FF2B5EF4-FFF2-40B4-BE49-F238E27FC236}">
                  <a16:creationId xmlns:a16="http://schemas.microsoft.com/office/drawing/2014/main" id="{C2CDF15A-4BA1-B343-A34F-23E1E6393F60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/>
            <a:srcRect r="76738" b="62308"/>
            <a:stretch/>
          </p:blipFill>
          <p:spPr>
            <a:xfrm>
              <a:off x="-2699907" y="4535706"/>
              <a:ext cx="1626676" cy="1094825"/>
            </a:xfrm>
            <a:prstGeom prst="rect">
              <a:avLst/>
            </a:prstGeom>
          </p:spPr>
        </p:pic>
        <p:sp>
          <p:nvSpPr>
            <p:cNvPr id="48" name="Rechthoek 47">
              <a:extLst>
                <a:ext uri="{FF2B5EF4-FFF2-40B4-BE49-F238E27FC236}">
                  <a16:creationId xmlns:a16="http://schemas.microsoft.com/office/drawing/2014/main" id="{5BF28A2F-EDE8-FF45-8C13-B2CB7F95A699}"/>
                </a:ext>
              </a:extLst>
            </p:cNvPr>
            <p:cNvSpPr/>
            <p:nvPr userDrawn="1"/>
          </p:nvSpPr>
          <p:spPr>
            <a:xfrm>
              <a:off x="-3194379" y="2857470"/>
              <a:ext cx="2923123" cy="323535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CHOOSE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TEXt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 LEVELS</a:t>
              </a:r>
            </a:p>
          </p:txBody>
        </p:sp>
        <p:sp>
          <p:nvSpPr>
            <p:cNvPr id="49" name="Rechthoek 48">
              <a:extLst>
                <a:ext uri="{FF2B5EF4-FFF2-40B4-BE49-F238E27FC236}">
                  <a16:creationId xmlns:a16="http://schemas.microsoft.com/office/drawing/2014/main" id="{92256DEA-685D-384E-8E5E-FBDCECC84C8B}"/>
                </a:ext>
              </a:extLst>
            </p:cNvPr>
            <p:cNvSpPr/>
            <p:nvPr userDrawn="1"/>
          </p:nvSpPr>
          <p:spPr>
            <a:xfrm>
              <a:off x="-3012396" y="4151269"/>
              <a:ext cx="2741140" cy="49673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List </a:t>
              </a:r>
              <a:r>
                <a:rPr lang="en-GB" sz="1000" b="1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kumimoji="0" lang="en-GB" sz="1000" b="1" i="0" u="none" strike="noStrike" kern="0" cap="none" spc="0" normalizeH="0" baseline="0" noProof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evel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buttons under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Start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tab, to select a text level. Choose from: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0" name="VOORBEELD">
              <a:extLst>
                <a:ext uri="{FF2B5EF4-FFF2-40B4-BE49-F238E27FC236}">
                  <a16:creationId xmlns:a16="http://schemas.microsoft.com/office/drawing/2014/main" id="{8E86013B-0B80-1747-B893-7C13421383F0}"/>
                </a:ext>
              </a:extLst>
            </p:cNvPr>
            <p:cNvGrpSpPr/>
            <p:nvPr userDrawn="1"/>
          </p:nvGrpSpPr>
          <p:grpSpPr>
            <a:xfrm>
              <a:off x="-3013384" y="3353604"/>
              <a:ext cx="3013384" cy="604518"/>
              <a:chOff x="-3605171" y="458674"/>
              <a:chExt cx="3234311" cy="558875"/>
            </a:xfrm>
          </p:grpSpPr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BDBFB84A-B92A-2749-8B61-965B3243A71D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16044AF1-752E-EA48-807C-8CB40DEE7911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53" name="Groep 52">
                <a:extLst>
                  <a:ext uri="{FF2B5EF4-FFF2-40B4-BE49-F238E27FC236}">
                    <a16:creationId xmlns:a16="http://schemas.microsoft.com/office/drawing/2014/main" id="{D00BC69E-D293-474F-AC04-F708107B117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84" name="Groep 83">
                  <a:extLst>
                    <a:ext uri="{FF2B5EF4-FFF2-40B4-BE49-F238E27FC236}">
                      <a16:creationId xmlns:a16="http://schemas.microsoft.com/office/drawing/2014/main" id="{D6961031-FBF5-F447-ADB1-92DF39BD08CF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86" name="Rechte verbindingslijn 85">
                    <a:extLst>
                      <a:ext uri="{FF2B5EF4-FFF2-40B4-BE49-F238E27FC236}">
                        <a16:creationId xmlns:a16="http://schemas.microsoft.com/office/drawing/2014/main" id="{D3857D5F-5C85-FF40-B880-AD784FFD0E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7" name="Rechte verbindingslijn 86">
                    <a:extLst>
                      <a:ext uri="{FF2B5EF4-FFF2-40B4-BE49-F238E27FC236}">
                        <a16:creationId xmlns:a16="http://schemas.microsoft.com/office/drawing/2014/main" id="{CEFD5345-FFEF-FD43-BDB0-055D8B0137A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8" name="Rechte verbindingslijn 87">
                    <a:extLst>
                      <a:ext uri="{FF2B5EF4-FFF2-40B4-BE49-F238E27FC236}">
                        <a16:creationId xmlns:a16="http://schemas.microsoft.com/office/drawing/2014/main" id="{8ACD36BD-3311-854A-8A21-633568CD93D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9" name="Rechte verbindingslijn 88">
                    <a:extLst>
                      <a:ext uri="{FF2B5EF4-FFF2-40B4-BE49-F238E27FC236}">
                        <a16:creationId xmlns:a16="http://schemas.microsoft.com/office/drawing/2014/main" id="{7D4EBE16-F509-9040-8AA5-0BE99FE685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90" name="Rechte verbindingslijn 89">
                    <a:extLst>
                      <a:ext uri="{FF2B5EF4-FFF2-40B4-BE49-F238E27FC236}">
                        <a16:creationId xmlns:a16="http://schemas.microsoft.com/office/drawing/2014/main" id="{13E2618B-5E2A-E144-B1C8-8DC8A3D8EEA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85" name="Pijl: rechts 129">
                  <a:extLst>
                    <a:ext uri="{FF2B5EF4-FFF2-40B4-BE49-F238E27FC236}">
                      <a16:creationId xmlns:a16="http://schemas.microsoft.com/office/drawing/2014/main" id="{4957B231-10E5-F64D-9ED1-10CB3D1F14E1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4" name="Groep 53">
                <a:extLst>
                  <a:ext uri="{FF2B5EF4-FFF2-40B4-BE49-F238E27FC236}">
                    <a16:creationId xmlns:a16="http://schemas.microsoft.com/office/drawing/2014/main" id="{1581CDC0-BD72-FA4A-8A3A-D2D1DBD12E95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C6175FE0-A72E-6642-94BA-605B0D6BABD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BFF37452-6511-F140-BD8A-3C1F234D0CD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D442F67E-D0C9-584C-B113-97A0E9EE858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06ACBF30-A935-EA44-B47B-6C0BD6D59A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2" name="Rechte verbindingslijn 81">
                    <a:extLst>
                      <a:ext uri="{FF2B5EF4-FFF2-40B4-BE49-F238E27FC236}">
                        <a16:creationId xmlns:a16="http://schemas.microsoft.com/office/drawing/2014/main" id="{83F5815B-5B09-6240-B172-112870528CF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3" name="Rechte verbindingslijn 82">
                    <a:extLst>
                      <a:ext uri="{FF2B5EF4-FFF2-40B4-BE49-F238E27FC236}">
                        <a16:creationId xmlns:a16="http://schemas.microsoft.com/office/drawing/2014/main" id="{97E4EF4E-E14C-154C-9142-DC821D4A0D3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8" name="Pijl: rechts 122">
                  <a:extLst>
                    <a:ext uri="{FF2B5EF4-FFF2-40B4-BE49-F238E27FC236}">
                      <a16:creationId xmlns:a16="http://schemas.microsoft.com/office/drawing/2014/main" id="{DDB0980A-C6C7-1946-B673-B5A7206E52D6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55" name="Rechte verbindingslijn 54">
                <a:extLst>
                  <a:ext uri="{FF2B5EF4-FFF2-40B4-BE49-F238E27FC236}">
                    <a16:creationId xmlns:a16="http://schemas.microsoft.com/office/drawing/2014/main" id="{187606D6-46E2-614B-B9ED-F9BD4BBA63A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56" name="Rechte verbindingslijn 55">
                <a:extLst>
                  <a:ext uri="{FF2B5EF4-FFF2-40B4-BE49-F238E27FC236}">
                    <a16:creationId xmlns:a16="http://schemas.microsoft.com/office/drawing/2014/main" id="{E7023B21-B874-D34E-BC27-FF54E1CBC4F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C91F033D-C101-F145-A2F0-91B97289409B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sp>
            <p:nvSpPr>
              <p:cNvPr id="58" name="Rechthoek 57">
                <a:extLst>
                  <a:ext uri="{FF2B5EF4-FFF2-40B4-BE49-F238E27FC236}">
                    <a16:creationId xmlns:a16="http://schemas.microsoft.com/office/drawing/2014/main" id="{212F5D21-528C-664F-AE4B-AA7BDB3F9A2C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Decrease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E5596E8B-EFF0-1641-9D8D-1D07A6709BCE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9" name="Rechthoek 68">
                  <a:extLst>
                    <a:ext uri="{FF2B5EF4-FFF2-40B4-BE49-F238E27FC236}">
                      <a16:creationId xmlns:a16="http://schemas.microsoft.com/office/drawing/2014/main" id="{2767A9CA-C6D9-B94A-BCC6-E8E20F05248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70" name="Groep 69">
                  <a:extLst>
                    <a:ext uri="{FF2B5EF4-FFF2-40B4-BE49-F238E27FC236}">
                      <a16:creationId xmlns:a16="http://schemas.microsoft.com/office/drawing/2014/main" id="{6B2AB1E1-EADF-7640-910E-034148BB349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B4D69762-7FCF-B540-9CCC-CA5F5812241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9F5EA6D5-E9BC-1840-A957-1C77EF25592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C680F7A8-884C-0641-8798-029CC0CD9B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5" name="Rechte verbindingslijn 74">
                    <a:extLst>
                      <a:ext uri="{FF2B5EF4-FFF2-40B4-BE49-F238E27FC236}">
                        <a16:creationId xmlns:a16="http://schemas.microsoft.com/office/drawing/2014/main" id="{7A2E6BF1-9B34-A543-B69C-4DA707BA785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6DFC6B50-AF2B-9B42-9418-8A157AEDF25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1" name="Pijl: rechts 115">
                  <a:extLst>
                    <a:ext uri="{FF2B5EF4-FFF2-40B4-BE49-F238E27FC236}">
                      <a16:creationId xmlns:a16="http://schemas.microsoft.com/office/drawing/2014/main" id="{11644C8F-0C86-5641-8CDF-0290063F371E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0" name="Groep 59">
                <a:extLst>
                  <a:ext uri="{FF2B5EF4-FFF2-40B4-BE49-F238E27FC236}">
                    <a16:creationId xmlns:a16="http://schemas.microsoft.com/office/drawing/2014/main" id="{AB2B2B45-D458-B742-A8EE-13392C8D9C68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9216033D-B7DF-CC40-93C7-7F650B541E18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2FA15345-AB19-FE46-A685-A7FF37F1F64F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C4031633-BB34-B343-BED9-EAC60EE3563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1C28304F-9906-C64E-A741-A8DBAEFF14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6795AB52-229B-9E44-90C2-189E3E8F023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DA68F6E0-85CB-EB46-BD40-A9C378883A9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A5530731-F4B0-3044-8120-6A3F9839250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3" name="Pijl: rechts 107">
                  <a:extLst>
                    <a:ext uri="{FF2B5EF4-FFF2-40B4-BE49-F238E27FC236}">
                      <a16:creationId xmlns:a16="http://schemas.microsoft.com/office/drawing/2014/main" id="{AC65D314-5852-014F-A136-88CCA174D36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2149384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orient="horz" pos="3838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 +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43154"/>
            <a:ext cx="905504" cy="21423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490014" y="1899160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9" name="Tijdelijke aanduiding voor tabel 4">
            <a:extLst>
              <a:ext uri="{FF2B5EF4-FFF2-40B4-BE49-F238E27FC236}">
                <a16:creationId xmlns:a16="http://schemas.microsoft.com/office/drawing/2014/main" id="{51802AB4-F685-C243-9557-F4E9E40593C2}"/>
              </a:ext>
            </a:extLst>
          </p:cNvPr>
          <p:cNvSpPr>
            <a:spLocks noGrp="1"/>
          </p:cNvSpPr>
          <p:nvPr>
            <p:ph type="tbl" sz="quarter" idx="19"/>
          </p:nvPr>
        </p:nvSpPr>
        <p:spPr>
          <a:xfrm>
            <a:off x="1486894" y="1899157"/>
            <a:ext cx="4935224" cy="4193664"/>
          </a:xfrm>
        </p:spPr>
        <p:txBody>
          <a:bodyPr/>
          <a:lstStyle/>
          <a:p>
            <a:endParaRPr lang="nl-NL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3114ED14-C175-F144-BD9E-18AE623AC91B}"/>
              </a:ext>
            </a:extLst>
          </p:cNvPr>
          <p:cNvGrpSpPr/>
          <p:nvPr userDrawn="1"/>
        </p:nvGrpSpPr>
        <p:grpSpPr>
          <a:xfrm>
            <a:off x="12191999" y="-6340"/>
            <a:ext cx="3593091" cy="3394057"/>
            <a:chOff x="852806" y="1539090"/>
            <a:chExt cx="3593091" cy="3394057"/>
          </a:xfrm>
        </p:grpSpPr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68FB9CFF-ED3F-9540-AFBA-1D7E219A2940}"/>
                </a:ext>
              </a:extLst>
            </p:cNvPr>
            <p:cNvSpPr/>
            <p:nvPr userDrawn="1"/>
          </p:nvSpPr>
          <p:spPr>
            <a:xfrm>
              <a:off x="852806" y="1539090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INSERT/FORMAT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TABLe</a:t>
              </a:r>
              <a:endParaRPr lang="nl-NL" sz="1200" b="1" i="0" cap="all" baseline="0" noProof="0">
                <a:solidFill>
                  <a:schemeClr val="tx2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2" name="Ovaal 11">
              <a:extLst>
                <a:ext uri="{FF2B5EF4-FFF2-40B4-BE49-F238E27FC236}">
                  <a16:creationId xmlns:a16="http://schemas.microsoft.com/office/drawing/2014/main" id="{2C52E088-2C8B-E443-91B1-C6D34113D3E0}"/>
                </a:ext>
              </a:extLst>
            </p:cNvPr>
            <p:cNvSpPr/>
            <p:nvPr userDrawn="1"/>
          </p:nvSpPr>
          <p:spPr>
            <a:xfrm>
              <a:off x="1035384" y="2004413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7AD5C70E-EB62-C64D-8C52-8F50BEC5C042}"/>
                </a:ext>
              </a:extLst>
            </p:cNvPr>
            <p:cNvSpPr/>
            <p:nvPr userDrawn="1"/>
          </p:nvSpPr>
          <p:spPr>
            <a:xfrm>
              <a:off x="1319556" y="2004413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table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 Click on the icon to insert a new table (</a:t>
              </a:r>
              <a:r>
                <a:rPr kumimoji="0" lang="en-GB" sz="100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AB9F2159-7485-8547-9581-ECEBE6653E5F}"/>
                </a:ext>
              </a:extLst>
            </p:cNvPr>
            <p:cNvSpPr/>
            <p:nvPr userDrawn="1"/>
          </p:nvSpPr>
          <p:spPr>
            <a:xfrm>
              <a:off x="1035384" y="326879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0E9895B-FABB-EF40-8BD6-775095815127}"/>
                </a:ext>
              </a:extLst>
            </p:cNvPr>
            <p:cNvSpPr/>
            <p:nvPr userDrawn="1"/>
          </p:nvSpPr>
          <p:spPr>
            <a:xfrm>
              <a:off x="1319556" y="3268799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table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7" name="Groep 16">
              <a:extLst>
                <a:ext uri="{FF2B5EF4-FFF2-40B4-BE49-F238E27FC236}">
                  <a16:creationId xmlns:a16="http://schemas.microsoft.com/office/drawing/2014/main" id="{AFDADA0F-4BC1-124A-8B79-C428ED6E31AB}"/>
                </a:ext>
              </a:extLst>
            </p:cNvPr>
            <p:cNvGrpSpPr/>
            <p:nvPr userDrawn="1"/>
          </p:nvGrpSpPr>
          <p:grpSpPr>
            <a:xfrm>
              <a:off x="1327652" y="3703374"/>
              <a:ext cx="825500" cy="209550"/>
              <a:chOff x="13504624" y="2482850"/>
              <a:chExt cx="825500" cy="209550"/>
            </a:xfrm>
          </p:grpSpPr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15C7B024-BBCA-4149-AFB4-631A946B35F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40" name="Rechte verbindingslijn 39">
                <a:extLst>
                  <a:ext uri="{FF2B5EF4-FFF2-40B4-BE49-F238E27FC236}">
                    <a16:creationId xmlns:a16="http://schemas.microsoft.com/office/drawing/2014/main" id="{1FCC4DEA-7AAC-454C-8E46-9B1B65E0194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1" name="Gelijkbenige driehoek 56">
                <a:extLst>
                  <a:ext uri="{FF2B5EF4-FFF2-40B4-BE49-F238E27FC236}">
                    <a16:creationId xmlns:a16="http://schemas.microsoft.com/office/drawing/2014/main" id="{8757A80F-0592-584F-92C8-CD53B95FE4C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A888EFC-FDC2-474A-B232-CDBD7A5D97F9}"/>
                </a:ext>
              </a:extLst>
            </p:cNvPr>
            <p:cNvSpPr/>
            <p:nvPr userDrawn="1"/>
          </p:nvSpPr>
          <p:spPr>
            <a:xfrm>
              <a:off x="1035384" y="409469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AACB0B40-ED51-EB43-BEAA-C8A7C82323A9}"/>
                </a:ext>
              </a:extLst>
            </p:cNvPr>
            <p:cNvSpPr/>
            <p:nvPr/>
          </p:nvSpPr>
          <p:spPr>
            <a:xfrm>
              <a:off x="1325532" y="4094698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Change the table layout by clicking on the table elements that you wish to change and navigating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Table Layout 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or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Table Design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B9A53FAC-952B-2C4D-9D4E-7E3C7F949DEA}"/>
                </a:ext>
              </a:extLst>
            </p:cNvPr>
            <p:cNvGrpSpPr/>
            <p:nvPr userDrawn="1"/>
          </p:nvGrpSpPr>
          <p:grpSpPr>
            <a:xfrm>
              <a:off x="1441526" y="2709558"/>
              <a:ext cx="426684" cy="356478"/>
              <a:chOff x="-3261070" y="3620931"/>
              <a:chExt cx="143928" cy="118477"/>
            </a:xfrm>
          </p:grpSpPr>
          <p:sp>
            <p:nvSpPr>
              <p:cNvPr id="23" name="Rechthoek 22">
                <a:extLst>
                  <a:ext uri="{FF2B5EF4-FFF2-40B4-BE49-F238E27FC236}">
                    <a16:creationId xmlns:a16="http://schemas.microsoft.com/office/drawing/2014/main" id="{A3A83247-3076-844E-A40A-623F81D065D2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23">
                <a:extLst>
                  <a:ext uri="{FF2B5EF4-FFF2-40B4-BE49-F238E27FC236}">
                    <a16:creationId xmlns:a16="http://schemas.microsoft.com/office/drawing/2014/main" id="{3E0572D6-5987-7545-8906-752B63E90A7F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32" name="Rechte verbindingslijn 31">
                  <a:extLst>
                    <a:ext uri="{FF2B5EF4-FFF2-40B4-BE49-F238E27FC236}">
                      <a16:creationId xmlns:a16="http://schemas.microsoft.com/office/drawing/2014/main" id="{E51F8FC4-E73A-284E-A0FA-BB50D41224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Rechte verbindingslijn 32">
                  <a:extLst>
                    <a:ext uri="{FF2B5EF4-FFF2-40B4-BE49-F238E27FC236}">
                      <a16:creationId xmlns:a16="http://schemas.microsoft.com/office/drawing/2014/main" id="{5D8D6132-84E1-AE48-9212-1C54B4EE296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4" name="Groep 33">
                  <a:extLst>
                    <a:ext uri="{FF2B5EF4-FFF2-40B4-BE49-F238E27FC236}">
                      <a16:creationId xmlns:a16="http://schemas.microsoft.com/office/drawing/2014/main" id="{94A6DA04-353C-5843-AD21-0C37B852F553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35" name="Rechte verbindingslijn 34">
                    <a:extLst>
                      <a:ext uri="{FF2B5EF4-FFF2-40B4-BE49-F238E27FC236}">
                        <a16:creationId xmlns:a16="http://schemas.microsoft.com/office/drawing/2014/main" id="{92A2F2FD-8FC5-834C-8082-DCE7FD511F3D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" name="Rechte verbindingslijn 35">
                    <a:extLst>
                      <a:ext uri="{FF2B5EF4-FFF2-40B4-BE49-F238E27FC236}">
                        <a16:creationId xmlns:a16="http://schemas.microsoft.com/office/drawing/2014/main" id="{B1E6F4F0-CD14-FE40-8563-016C2F329E7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7" name="Rechte verbindingslijn 36">
                    <a:extLst>
                      <a:ext uri="{FF2B5EF4-FFF2-40B4-BE49-F238E27FC236}">
                        <a16:creationId xmlns:a16="http://schemas.microsoft.com/office/drawing/2014/main" id="{74C4E57F-5BC3-D74A-9687-479C6545229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" name="Rechte verbindingslijn 37">
                    <a:extLst>
                      <a:ext uri="{FF2B5EF4-FFF2-40B4-BE49-F238E27FC236}">
                        <a16:creationId xmlns:a16="http://schemas.microsoft.com/office/drawing/2014/main" id="{A1F2046A-2263-0743-8289-CFFDEFD49684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5" name="Rechte verbindingslijn 24">
                <a:extLst>
                  <a:ext uri="{FF2B5EF4-FFF2-40B4-BE49-F238E27FC236}">
                    <a16:creationId xmlns:a16="http://schemas.microsoft.com/office/drawing/2014/main" id="{FCDC5D19-25BC-4149-A661-55C7F39158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Rechte verbindingslijn 25">
                <a:extLst>
                  <a:ext uri="{FF2B5EF4-FFF2-40B4-BE49-F238E27FC236}">
                    <a16:creationId xmlns:a16="http://schemas.microsoft.com/office/drawing/2014/main" id="{B60A6F27-D3AD-F54A-96F7-A08A5A8730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4C9ABF25-CAE4-9348-ADAA-E3E727F402F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Rechte verbindingslijn 27">
                <a:extLst>
                  <a:ext uri="{FF2B5EF4-FFF2-40B4-BE49-F238E27FC236}">
                    <a16:creationId xmlns:a16="http://schemas.microsoft.com/office/drawing/2014/main" id="{48F161B2-3FD9-5E40-9A8F-181CFE8EAB6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F1C5D780-7D3C-2D4C-8B4F-5F2DF447DED4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2" name="Groep 41">
            <a:extLst>
              <a:ext uri="{FF2B5EF4-FFF2-40B4-BE49-F238E27FC236}">
                <a16:creationId xmlns:a16="http://schemas.microsoft.com/office/drawing/2014/main" id="{85137C82-E8CC-574C-97BF-EC69C8837DBA}"/>
              </a:ext>
            </a:extLst>
          </p:cNvPr>
          <p:cNvGrpSpPr/>
          <p:nvPr userDrawn="1"/>
        </p:nvGrpSpPr>
        <p:grpSpPr>
          <a:xfrm>
            <a:off x="-3194379" y="2857470"/>
            <a:ext cx="3194379" cy="3235354"/>
            <a:chOff x="-3194379" y="2857470"/>
            <a:chExt cx="3194379" cy="3235354"/>
          </a:xfrm>
        </p:grpSpPr>
        <p:sp>
          <p:nvSpPr>
            <p:cNvPr id="43" name="Ovaal 42">
              <a:extLst>
                <a:ext uri="{FF2B5EF4-FFF2-40B4-BE49-F238E27FC236}">
                  <a16:creationId xmlns:a16="http://schemas.microsoft.com/office/drawing/2014/main" id="{E0E06DBE-223D-FC41-A9DF-88D55619BBB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137" y="463509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1</a:t>
              </a:r>
            </a:p>
          </p:txBody>
        </p:sp>
        <p:sp>
          <p:nvSpPr>
            <p:cNvPr id="44" name="Ovaal 43">
              <a:extLst>
                <a:ext uri="{FF2B5EF4-FFF2-40B4-BE49-F238E27FC236}">
                  <a16:creationId xmlns:a16="http://schemas.microsoft.com/office/drawing/2014/main" id="{C528564D-029A-4549-91E7-D5E4F68DE15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487435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2</a:t>
              </a:r>
            </a:p>
          </p:txBody>
        </p:sp>
        <p:sp>
          <p:nvSpPr>
            <p:cNvPr id="45" name="Ovaal 44">
              <a:extLst>
                <a:ext uri="{FF2B5EF4-FFF2-40B4-BE49-F238E27FC236}">
                  <a16:creationId xmlns:a16="http://schemas.microsoft.com/office/drawing/2014/main" id="{1FF28C43-2BF7-C24A-B110-4539B250093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10338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3</a:t>
              </a:r>
            </a:p>
          </p:txBody>
        </p:sp>
        <p:sp>
          <p:nvSpPr>
            <p:cNvPr id="46" name="Ovaal 45">
              <a:extLst>
                <a:ext uri="{FF2B5EF4-FFF2-40B4-BE49-F238E27FC236}">
                  <a16:creationId xmlns:a16="http://schemas.microsoft.com/office/drawing/2014/main" id="{769257CC-1A49-B341-9D2F-AF4C9E82E9F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33528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4</a:t>
              </a:r>
            </a:p>
          </p:txBody>
        </p:sp>
        <p:pic>
          <p:nvPicPr>
            <p:cNvPr id="47" name="Afbeelding 46">
              <a:extLst>
                <a:ext uri="{FF2B5EF4-FFF2-40B4-BE49-F238E27FC236}">
                  <a16:creationId xmlns:a16="http://schemas.microsoft.com/office/drawing/2014/main" id="{BFABDFB2-0126-454E-992F-437FB1A0FC4D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/>
            <a:srcRect r="76738" b="62308"/>
            <a:stretch/>
          </p:blipFill>
          <p:spPr>
            <a:xfrm>
              <a:off x="-2699907" y="4535706"/>
              <a:ext cx="1626676" cy="1094825"/>
            </a:xfrm>
            <a:prstGeom prst="rect">
              <a:avLst/>
            </a:prstGeom>
          </p:spPr>
        </p:pic>
        <p:sp>
          <p:nvSpPr>
            <p:cNvPr id="48" name="Rechthoek 47">
              <a:extLst>
                <a:ext uri="{FF2B5EF4-FFF2-40B4-BE49-F238E27FC236}">
                  <a16:creationId xmlns:a16="http://schemas.microsoft.com/office/drawing/2014/main" id="{DD11F55A-46FC-9342-9157-FB3C2ACCB7F1}"/>
                </a:ext>
              </a:extLst>
            </p:cNvPr>
            <p:cNvSpPr/>
            <p:nvPr userDrawn="1"/>
          </p:nvSpPr>
          <p:spPr>
            <a:xfrm>
              <a:off x="-3194379" y="2857470"/>
              <a:ext cx="2923123" cy="323535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CHOOSE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TEXt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 LEVELS</a:t>
              </a:r>
            </a:p>
          </p:txBody>
        </p:sp>
        <p:sp>
          <p:nvSpPr>
            <p:cNvPr id="49" name="Rechthoek 48">
              <a:extLst>
                <a:ext uri="{FF2B5EF4-FFF2-40B4-BE49-F238E27FC236}">
                  <a16:creationId xmlns:a16="http://schemas.microsoft.com/office/drawing/2014/main" id="{79F644CD-A19F-824D-8502-235FDA1E22EB}"/>
                </a:ext>
              </a:extLst>
            </p:cNvPr>
            <p:cNvSpPr/>
            <p:nvPr userDrawn="1"/>
          </p:nvSpPr>
          <p:spPr>
            <a:xfrm>
              <a:off x="-3012396" y="4151269"/>
              <a:ext cx="2741140" cy="49673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List </a:t>
              </a:r>
              <a:r>
                <a:rPr lang="en-GB" sz="1000" b="1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kumimoji="0" lang="en-GB" sz="1000" b="1" i="0" u="none" strike="noStrike" kern="0" cap="none" spc="0" normalizeH="0" baseline="0" noProof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evel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buttons under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Start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tab, to select a text level. Choose from: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0" name="VOORBEELD">
              <a:extLst>
                <a:ext uri="{FF2B5EF4-FFF2-40B4-BE49-F238E27FC236}">
                  <a16:creationId xmlns:a16="http://schemas.microsoft.com/office/drawing/2014/main" id="{7D5AEC6D-D336-6A46-9A53-2E25D93C2B2E}"/>
                </a:ext>
              </a:extLst>
            </p:cNvPr>
            <p:cNvGrpSpPr/>
            <p:nvPr userDrawn="1"/>
          </p:nvGrpSpPr>
          <p:grpSpPr>
            <a:xfrm>
              <a:off x="-3013384" y="3353604"/>
              <a:ext cx="3013384" cy="604518"/>
              <a:chOff x="-3605171" y="458674"/>
              <a:chExt cx="3234311" cy="558875"/>
            </a:xfrm>
          </p:grpSpPr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DCF10D75-CD67-A341-BF2F-30DEE8CB7B5D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0B047925-B731-0C4B-842B-4DDBD1E32B64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53" name="Groep 52">
                <a:extLst>
                  <a:ext uri="{FF2B5EF4-FFF2-40B4-BE49-F238E27FC236}">
                    <a16:creationId xmlns:a16="http://schemas.microsoft.com/office/drawing/2014/main" id="{665DDBA9-89D0-FE4C-867B-353973D731F4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84" name="Groep 83">
                  <a:extLst>
                    <a:ext uri="{FF2B5EF4-FFF2-40B4-BE49-F238E27FC236}">
                      <a16:creationId xmlns:a16="http://schemas.microsoft.com/office/drawing/2014/main" id="{729F2CF9-0A3D-D740-82D2-3C29A8FE1AA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86" name="Rechte verbindingslijn 85">
                    <a:extLst>
                      <a:ext uri="{FF2B5EF4-FFF2-40B4-BE49-F238E27FC236}">
                        <a16:creationId xmlns:a16="http://schemas.microsoft.com/office/drawing/2014/main" id="{196E23D0-EEC5-A747-B8D6-AB5B1531AB4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7" name="Rechte verbindingslijn 86">
                    <a:extLst>
                      <a:ext uri="{FF2B5EF4-FFF2-40B4-BE49-F238E27FC236}">
                        <a16:creationId xmlns:a16="http://schemas.microsoft.com/office/drawing/2014/main" id="{10E734C8-3564-9045-880E-1E8BF53D285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8" name="Rechte verbindingslijn 87">
                    <a:extLst>
                      <a:ext uri="{FF2B5EF4-FFF2-40B4-BE49-F238E27FC236}">
                        <a16:creationId xmlns:a16="http://schemas.microsoft.com/office/drawing/2014/main" id="{7FE7EDD8-3ABF-014E-A3AD-FC467F19046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9" name="Rechte verbindingslijn 88">
                    <a:extLst>
                      <a:ext uri="{FF2B5EF4-FFF2-40B4-BE49-F238E27FC236}">
                        <a16:creationId xmlns:a16="http://schemas.microsoft.com/office/drawing/2014/main" id="{6FB6E370-34D2-7044-BC06-9E7B4870C6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90" name="Rechte verbindingslijn 89">
                    <a:extLst>
                      <a:ext uri="{FF2B5EF4-FFF2-40B4-BE49-F238E27FC236}">
                        <a16:creationId xmlns:a16="http://schemas.microsoft.com/office/drawing/2014/main" id="{833BB17C-DF21-E544-8EA6-832EE856AB2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85" name="Pijl: rechts 129">
                  <a:extLst>
                    <a:ext uri="{FF2B5EF4-FFF2-40B4-BE49-F238E27FC236}">
                      <a16:creationId xmlns:a16="http://schemas.microsoft.com/office/drawing/2014/main" id="{1ADA4D8D-ABF4-434C-827D-3BB334B35408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4" name="Groep 53">
                <a:extLst>
                  <a:ext uri="{FF2B5EF4-FFF2-40B4-BE49-F238E27FC236}">
                    <a16:creationId xmlns:a16="http://schemas.microsoft.com/office/drawing/2014/main" id="{EB273178-B7D7-2148-896F-E1E2483C6B0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DC5ACCFB-544C-1340-8BA7-4C07F8E4028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A7458BB4-6D96-D342-8431-FEB649DDE37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F236069E-8123-CE46-813D-9B869016C07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80ACE734-2B24-6741-A8C7-698A5F7FE41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2" name="Rechte verbindingslijn 81">
                    <a:extLst>
                      <a:ext uri="{FF2B5EF4-FFF2-40B4-BE49-F238E27FC236}">
                        <a16:creationId xmlns:a16="http://schemas.microsoft.com/office/drawing/2014/main" id="{711443AA-421F-0D49-95FE-D9332F497F2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3" name="Rechte verbindingslijn 82">
                    <a:extLst>
                      <a:ext uri="{FF2B5EF4-FFF2-40B4-BE49-F238E27FC236}">
                        <a16:creationId xmlns:a16="http://schemas.microsoft.com/office/drawing/2014/main" id="{E2F49BE9-B446-0544-80A3-2BCA39221D4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8" name="Pijl: rechts 122">
                  <a:extLst>
                    <a:ext uri="{FF2B5EF4-FFF2-40B4-BE49-F238E27FC236}">
                      <a16:creationId xmlns:a16="http://schemas.microsoft.com/office/drawing/2014/main" id="{7E12FFFB-1662-F94E-BD6A-94AAFB73F7A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55" name="Rechte verbindingslijn 54">
                <a:extLst>
                  <a:ext uri="{FF2B5EF4-FFF2-40B4-BE49-F238E27FC236}">
                    <a16:creationId xmlns:a16="http://schemas.microsoft.com/office/drawing/2014/main" id="{6053876C-8044-EC41-AD11-D9E5C3705C7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56" name="Rechte verbindingslijn 55">
                <a:extLst>
                  <a:ext uri="{FF2B5EF4-FFF2-40B4-BE49-F238E27FC236}">
                    <a16:creationId xmlns:a16="http://schemas.microsoft.com/office/drawing/2014/main" id="{F6E18735-915F-E341-B00E-8C21961545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A1D5805E-1F32-FF43-9B1C-6C5C71BE8E0F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sp>
            <p:nvSpPr>
              <p:cNvPr id="58" name="Rechthoek 57">
                <a:extLst>
                  <a:ext uri="{FF2B5EF4-FFF2-40B4-BE49-F238E27FC236}">
                    <a16:creationId xmlns:a16="http://schemas.microsoft.com/office/drawing/2014/main" id="{99244E4A-EC7D-E744-848E-D73DFBF33641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Decrease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A71025FC-D16C-7746-ADB0-569E93724B86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9" name="Rechthoek 68">
                  <a:extLst>
                    <a:ext uri="{FF2B5EF4-FFF2-40B4-BE49-F238E27FC236}">
                      <a16:creationId xmlns:a16="http://schemas.microsoft.com/office/drawing/2014/main" id="{F728C04C-D66E-D745-B884-C99B3E4001AB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70" name="Groep 69">
                  <a:extLst>
                    <a:ext uri="{FF2B5EF4-FFF2-40B4-BE49-F238E27FC236}">
                      <a16:creationId xmlns:a16="http://schemas.microsoft.com/office/drawing/2014/main" id="{7156CCFD-A625-414B-912D-E18CAA68958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2DCCB576-F6F3-CC40-9F5A-6B1012DE97E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4C8096DA-42E7-B144-9347-923B6471E39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0035EF9C-2761-1A40-BF89-F069A13A6E6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5" name="Rechte verbindingslijn 74">
                    <a:extLst>
                      <a:ext uri="{FF2B5EF4-FFF2-40B4-BE49-F238E27FC236}">
                        <a16:creationId xmlns:a16="http://schemas.microsoft.com/office/drawing/2014/main" id="{FA83EF88-77FB-E44C-9058-8DCAA37E3F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AB2F14B3-9A11-0F47-87A0-A3EC30FE0FC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1" name="Pijl: rechts 115">
                  <a:extLst>
                    <a:ext uri="{FF2B5EF4-FFF2-40B4-BE49-F238E27FC236}">
                      <a16:creationId xmlns:a16="http://schemas.microsoft.com/office/drawing/2014/main" id="{FDFEFC81-309D-624B-8A58-EEBB450AB012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0" name="Groep 59">
                <a:extLst>
                  <a:ext uri="{FF2B5EF4-FFF2-40B4-BE49-F238E27FC236}">
                    <a16:creationId xmlns:a16="http://schemas.microsoft.com/office/drawing/2014/main" id="{2127A09E-C756-7A40-A873-5151B434E7B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5486439C-B6D1-0245-AC3C-70A6D328E7AB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CDCD9777-1701-5E45-8E39-464FF4F3EAA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73E72A78-8379-D943-B811-F74955067E7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D036D54F-64BD-DD40-95DB-9403824165C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3C4986B1-7DCF-F741-8D16-23F42422DB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1600E8E0-4237-BC4E-8137-C26F7E3776C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E76E29C3-C389-1249-9D75-53A09420CE8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3" name="Pijl: rechts 107">
                  <a:extLst>
                    <a:ext uri="{FF2B5EF4-FFF2-40B4-BE49-F238E27FC236}">
                      <a16:creationId xmlns:a16="http://schemas.microsoft.com/office/drawing/2014/main" id="{2812D224-384F-374F-B35C-EA64AE2D091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651611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orient="horz" pos="3838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AA50BDFE-7BB3-4E4A-89FF-7CF201DCEAFA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tx1"/>
          </a:solidFill>
        </p:spPr>
        <p:txBody>
          <a:bodyPr anchor="ctr"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Video</a:t>
            </a:r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242F6415-FFC8-5349-AF68-98BB67693CF0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47BE5794-E535-654B-A7AE-AA8D81D31988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6" name="Rechthoek 5">
              <a:extLst>
                <a:ext uri="{FF2B5EF4-FFF2-40B4-BE49-F238E27FC236}">
                  <a16:creationId xmlns:a16="http://schemas.microsoft.com/office/drawing/2014/main" id="{75FE4178-364C-0345-BCA6-EE9D820FFE72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FF6DF23D-7DAE-C84C-9A8C-0494B3FCBC08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" name="Rechthoek 7">
              <a:extLst>
                <a:ext uri="{FF2B5EF4-FFF2-40B4-BE49-F238E27FC236}">
                  <a16:creationId xmlns:a16="http://schemas.microsoft.com/office/drawing/2014/main" id="{C4021E27-33CA-7E47-A4B4-8908B583FF3E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9" name="Groep 8">
              <a:extLst>
                <a:ext uri="{FF2B5EF4-FFF2-40B4-BE49-F238E27FC236}">
                  <a16:creationId xmlns:a16="http://schemas.microsoft.com/office/drawing/2014/main" id="{6E0C003D-97A5-E641-9665-4F7CFE040EA3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22" name="Rechthoek: afgeronde hoeken 61">
                <a:extLst>
                  <a:ext uri="{FF2B5EF4-FFF2-40B4-BE49-F238E27FC236}">
                    <a16:creationId xmlns:a16="http://schemas.microsoft.com/office/drawing/2014/main" id="{488C9836-C56B-8941-A04A-F0F70003F216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3" name="Rechthoek 22">
                <a:extLst>
                  <a:ext uri="{FF2B5EF4-FFF2-40B4-BE49-F238E27FC236}">
                    <a16:creationId xmlns:a16="http://schemas.microsoft.com/office/drawing/2014/main" id="{0019AA9B-0EE1-BA40-AE5A-38699A775AB4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0CE824A9-44CC-4447-8AF4-8EF667D5BFC4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19DB1F02-E0C2-1442-91C9-E7BCCCFCB3CC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692C8718-9A87-FA47-AA44-C4C74F7C40FC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E87925ED-32D2-FC46-A06F-FA61821323DD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0BAA05BA-ADC4-6B4E-B64D-FE0A1C559F99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14" name="Groep 13">
                <a:extLst>
                  <a:ext uri="{FF2B5EF4-FFF2-40B4-BE49-F238E27FC236}">
                    <a16:creationId xmlns:a16="http://schemas.microsoft.com/office/drawing/2014/main" id="{D5599654-A039-6B4A-AA41-75C5E96CFDC1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6" name="Rechthoek: afgeronde hoeken 55">
                  <a:extLst>
                    <a:ext uri="{FF2B5EF4-FFF2-40B4-BE49-F238E27FC236}">
                      <a16:creationId xmlns:a16="http://schemas.microsoft.com/office/drawing/2014/main" id="{3ECDB7EB-715B-A543-9EB2-6E0E35261EB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7" name="Rechthoek 16">
                  <a:extLst>
                    <a:ext uri="{FF2B5EF4-FFF2-40B4-BE49-F238E27FC236}">
                      <a16:creationId xmlns:a16="http://schemas.microsoft.com/office/drawing/2014/main" id="{1B7FE5F9-2A36-C84E-A125-C1B3BA6ECF9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8" name="Rechthoek 17">
                  <a:extLst>
                    <a:ext uri="{FF2B5EF4-FFF2-40B4-BE49-F238E27FC236}">
                      <a16:creationId xmlns:a16="http://schemas.microsoft.com/office/drawing/2014/main" id="{57D67D12-B1B0-184F-BBC7-7373FD5FC37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9" name="Rechthoek 18">
                  <a:extLst>
                    <a:ext uri="{FF2B5EF4-FFF2-40B4-BE49-F238E27FC236}">
                      <a16:creationId xmlns:a16="http://schemas.microsoft.com/office/drawing/2014/main" id="{9EBED059-91EE-3642-82DC-FCE32F0CFC2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E76FEBDA-06E8-6448-BECE-873780D4B99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B507D170-7D8C-8B4B-A312-0E24FA283CD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5" name="Boog 14">
                <a:extLst>
                  <a:ext uri="{FF2B5EF4-FFF2-40B4-BE49-F238E27FC236}">
                    <a16:creationId xmlns:a16="http://schemas.microsoft.com/office/drawing/2014/main" id="{661AC27D-0AE1-5840-97CB-0E2CE2270EF8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1" name="Tekstvak 10">
              <a:extLst>
                <a:ext uri="{FF2B5EF4-FFF2-40B4-BE49-F238E27FC236}">
                  <a16:creationId xmlns:a16="http://schemas.microsoft.com/office/drawing/2014/main" id="{E65566FE-AB8E-C643-A24A-8270150C38DE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2" name="Tekstvak 11">
              <a:extLst>
                <a:ext uri="{FF2B5EF4-FFF2-40B4-BE49-F238E27FC236}">
                  <a16:creationId xmlns:a16="http://schemas.microsoft.com/office/drawing/2014/main" id="{FB7DB9D9-0760-254A-B285-08C3F14A0992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13" name="Vrije vorm: vorm 52">
              <a:extLst>
                <a:ext uri="{FF2B5EF4-FFF2-40B4-BE49-F238E27FC236}">
                  <a16:creationId xmlns:a16="http://schemas.microsoft.com/office/drawing/2014/main" id="{BC4EC8B2-019B-A54B-861F-264992134413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8" name="Groep 27">
            <a:extLst>
              <a:ext uri="{FF2B5EF4-FFF2-40B4-BE49-F238E27FC236}">
                <a16:creationId xmlns:a16="http://schemas.microsoft.com/office/drawing/2014/main" id="{0DAE86F8-C764-4A4A-B73C-076C5E0FAE99}"/>
              </a:ext>
            </a:extLst>
          </p:cNvPr>
          <p:cNvGrpSpPr/>
          <p:nvPr userDrawn="1"/>
        </p:nvGrpSpPr>
        <p:grpSpPr>
          <a:xfrm>
            <a:off x="12192000" y="0"/>
            <a:ext cx="3593091" cy="5930021"/>
            <a:chOff x="318652" y="407405"/>
            <a:chExt cx="3593091" cy="5930021"/>
          </a:xfrm>
        </p:grpSpPr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8CF38905-0A06-C74D-A001-7E0CCEE8640D}"/>
                </a:ext>
              </a:extLst>
            </p:cNvPr>
            <p:cNvSpPr/>
            <p:nvPr userDrawn="1"/>
          </p:nvSpPr>
          <p:spPr>
            <a:xfrm>
              <a:off x="318652" y="407405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INSERT/FORMAT VIDEO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0E1760A0-CD7B-FD4D-BD8D-4A6DF2E157B7}"/>
                </a:ext>
              </a:extLst>
            </p:cNvPr>
            <p:cNvSpPr/>
            <p:nvPr userDrawn="1"/>
          </p:nvSpPr>
          <p:spPr>
            <a:xfrm>
              <a:off x="501230" y="87273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6980F94F-20C0-EC4C-B6FB-0838A970FC6D}"/>
                </a:ext>
              </a:extLst>
            </p:cNvPr>
            <p:cNvSpPr/>
            <p:nvPr userDrawn="1"/>
          </p:nvSpPr>
          <p:spPr>
            <a:xfrm>
              <a:off x="785402" y="872730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Montserrat ExtraLight" pitchFamily="2" charset="77"/>
                  <a:ea typeface="Verdana" panose="020B0604030504040204" pitchFamily="34" charset="0"/>
                  <a:cs typeface="Verdana" panose="020B0604030504040204" pitchFamily="34" charset="0"/>
                </a:rPr>
                <a:t>If necessary, delete the existing video using the "Backspace Key". Click on the icon to insert a new video (see example below).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Montserrat ExtraLight" pitchFamily="2" charset="77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32" name="Ovaal 31">
              <a:extLst>
                <a:ext uri="{FF2B5EF4-FFF2-40B4-BE49-F238E27FC236}">
                  <a16:creationId xmlns:a16="http://schemas.microsoft.com/office/drawing/2014/main" id="{E389E7E3-3026-E741-9573-D4FC8C19D077}"/>
                </a:ext>
              </a:extLst>
            </p:cNvPr>
            <p:cNvSpPr/>
            <p:nvPr userDrawn="1"/>
          </p:nvSpPr>
          <p:spPr>
            <a:xfrm>
              <a:off x="501230" y="213711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096D4C9A-D3FC-8640-8465-033FD306E060}"/>
                </a:ext>
              </a:extLst>
            </p:cNvPr>
            <p:cNvSpPr/>
            <p:nvPr userDrawn="1"/>
          </p:nvSpPr>
          <p:spPr>
            <a:xfrm>
              <a:off x="785402" y="2137116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Montserrat ExtraLight" pitchFamily="2" charset="77"/>
                  <a:ea typeface="Verdana" panose="020B0604030504040204" pitchFamily="34" charset="0"/>
                  <a:cs typeface="Verdana" panose="020B0604030504040204" pitchFamily="34" charset="0"/>
                </a:rPr>
                <a:t>Select the desired video and click "Insert".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Montserrat ExtraLight" pitchFamily="2" charset="77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grpSp>
          <p:nvGrpSpPr>
            <p:cNvPr id="34" name="Groep 33">
              <a:extLst>
                <a:ext uri="{FF2B5EF4-FFF2-40B4-BE49-F238E27FC236}">
                  <a16:creationId xmlns:a16="http://schemas.microsoft.com/office/drawing/2014/main" id="{4C52475A-9CD1-4541-BBC6-44053DD5661A}"/>
                </a:ext>
              </a:extLst>
            </p:cNvPr>
            <p:cNvGrpSpPr/>
            <p:nvPr userDrawn="1"/>
          </p:nvGrpSpPr>
          <p:grpSpPr>
            <a:xfrm>
              <a:off x="793498" y="2571691"/>
              <a:ext cx="825500" cy="209550"/>
              <a:chOff x="13504624" y="2482850"/>
              <a:chExt cx="825500" cy="209550"/>
            </a:xfrm>
          </p:grpSpPr>
          <p:sp>
            <p:nvSpPr>
              <p:cNvPr id="83" name="Rechthoek 82">
                <a:extLst>
                  <a:ext uri="{FF2B5EF4-FFF2-40B4-BE49-F238E27FC236}">
                    <a16:creationId xmlns:a16="http://schemas.microsoft.com/office/drawing/2014/main" id="{78DB0174-DBBD-AE42-90E7-FBFAA7A1BC1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2"/>
                    </a:solidFill>
                    <a:latin typeface="Montserrat" pitchFamily="2" charset="77"/>
                    <a:cs typeface="Calibri" panose="020F0502020204030204" pitchFamily="34" charset="0"/>
                  </a:rPr>
                  <a:t>Insert</a:t>
                </a:r>
              </a:p>
            </p:txBody>
          </p:sp>
          <p:cxnSp>
            <p:nvCxnSpPr>
              <p:cNvPr id="84" name="Rechte verbindingslijn 83">
                <a:extLst>
                  <a:ext uri="{FF2B5EF4-FFF2-40B4-BE49-F238E27FC236}">
                    <a16:creationId xmlns:a16="http://schemas.microsoft.com/office/drawing/2014/main" id="{55BC0412-2FD0-8B4D-B04C-60AE2484118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85" name="Gelijkbenige driehoek 98">
                <a:extLst>
                  <a:ext uri="{FF2B5EF4-FFF2-40B4-BE49-F238E27FC236}">
                    <a16:creationId xmlns:a16="http://schemas.microsoft.com/office/drawing/2014/main" id="{5B8BDECD-D2C6-5E4C-A432-E91973B8BD8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35" name="Ovaal 34">
              <a:extLst>
                <a:ext uri="{FF2B5EF4-FFF2-40B4-BE49-F238E27FC236}">
                  <a16:creationId xmlns:a16="http://schemas.microsoft.com/office/drawing/2014/main" id="{1753AA28-9CBD-0F46-80E7-CA5399F2CFE0}"/>
                </a:ext>
              </a:extLst>
            </p:cNvPr>
            <p:cNvSpPr/>
            <p:nvPr userDrawn="1"/>
          </p:nvSpPr>
          <p:spPr>
            <a:xfrm>
              <a:off x="501230" y="296076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36" name="Rechthoek 35">
              <a:extLst>
                <a:ext uri="{FF2B5EF4-FFF2-40B4-BE49-F238E27FC236}">
                  <a16:creationId xmlns:a16="http://schemas.microsoft.com/office/drawing/2014/main" id="{BB8A9E4A-0FD3-5641-AD63-ED6AD4A3A528}"/>
                </a:ext>
              </a:extLst>
            </p:cNvPr>
            <p:cNvSpPr/>
            <p:nvPr userDrawn="1"/>
          </p:nvSpPr>
          <p:spPr>
            <a:xfrm>
              <a:off x="785401" y="296076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Montserrat ExtraLight" pitchFamily="2" charset="77"/>
                  <a:ea typeface="Verdana" panose="020B0604030504040204" pitchFamily="34" charset="0"/>
                  <a:cs typeface="Verdana" panose="020B0604030504040204" pitchFamily="34" charset="0"/>
                </a:rPr>
                <a:t>Right-click the slide thumbnail on the left-hand side of the screen and select "Reset Slide".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Montserrat ExtraLight" pitchFamily="2" charset="77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37" name="Ovaal 36">
              <a:extLst>
                <a:ext uri="{FF2B5EF4-FFF2-40B4-BE49-F238E27FC236}">
                  <a16:creationId xmlns:a16="http://schemas.microsoft.com/office/drawing/2014/main" id="{C79C124E-3888-4B4D-ABAE-C481256CAAC2}"/>
                </a:ext>
              </a:extLst>
            </p:cNvPr>
            <p:cNvSpPr/>
            <p:nvPr userDrawn="1"/>
          </p:nvSpPr>
          <p:spPr>
            <a:xfrm>
              <a:off x="501230" y="455319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Montserrat" pitchFamily="2" charset="77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38" name="Rechthoek 37">
              <a:extLst>
                <a:ext uri="{FF2B5EF4-FFF2-40B4-BE49-F238E27FC236}">
                  <a16:creationId xmlns:a16="http://schemas.microsoft.com/office/drawing/2014/main" id="{1C7C68E3-5C38-CB4A-9ACC-D5A51590DEE5}"/>
                </a:ext>
              </a:extLst>
            </p:cNvPr>
            <p:cNvSpPr/>
            <p:nvPr/>
          </p:nvSpPr>
          <p:spPr>
            <a:xfrm>
              <a:off x="785402" y="4553196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Montserrat ExtraLight" pitchFamily="2" charset="77"/>
                  <a:ea typeface="Verdana" panose="020B0604030504040204" pitchFamily="34" charset="0"/>
                  <a:cs typeface="Verdana" panose="020B0604030504040204" pitchFamily="34" charset="0"/>
                </a:rPr>
                <a:t>To resize or crop the video, go to the "Video Tools - Format" tab and click the "Crop" button. Resize the picture using the dots and the picture frame using the corner handles. 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Montserrat ExtraLight" pitchFamily="2" charset="77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grpSp>
          <p:nvGrpSpPr>
            <p:cNvPr id="39" name="Groep 38">
              <a:extLst>
                <a:ext uri="{FF2B5EF4-FFF2-40B4-BE49-F238E27FC236}">
                  <a16:creationId xmlns:a16="http://schemas.microsoft.com/office/drawing/2014/main" id="{C524430F-384A-5140-B130-2871A7C385BF}"/>
                </a:ext>
              </a:extLst>
            </p:cNvPr>
            <p:cNvGrpSpPr/>
            <p:nvPr userDrawn="1"/>
          </p:nvGrpSpPr>
          <p:grpSpPr>
            <a:xfrm>
              <a:off x="696523" y="5643573"/>
              <a:ext cx="622283" cy="612919"/>
              <a:chOff x="12617641" y="3403239"/>
              <a:chExt cx="752963" cy="741634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D0618B64-384E-944C-8203-93284105CD12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70" name="Groep 69">
                  <a:extLst>
                    <a:ext uri="{FF2B5EF4-FFF2-40B4-BE49-F238E27FC236}">
                      <a16:creationId xmlns:a16="http://schemas.microsoft.com/office/drawing/2014/main" id="{5502B12E-BA46-0C41-8453-0522CCB66B3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77" name="Groep 76">
                    <a:extLst>
                      <a:ext uri="{FF2B5EF4-FFF2-40B4-BE49-F238E27FC236}">
                        <a16:creationId xmlns:a16="http://schemas.microsoft.com/office/drawing/2014/main" id="{443C1020-86CD-2E4F-A3D3-5AB4876121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80" name="Rechthoek 79">
                      <a:extLst>
                        <a:ext uri="{FF2B5EF4-FFF2-40B4-BE49-F238E27FC236}">
                          <a16:creationId xmlns:a16="http://schemas.microsoft.com/office/drawing/2014/main" id="{6FC87836-5E09-6A45-A93A-5642EA5FE8F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81" name="Rechthoek 80">
                      <a:extLst>
                        <a:ext uri="{FF2B5EF4-FFF2-40B4-BE49-F238E27FC236}">
                          <a16:creationId xmlns:a16="http://schemas.microsoft.com/office/drawing/2014/main" id="{C38C16F8-5BDF-CC46-B423-9FBB3F80FB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82" name="Ovaal 81">
                      <a:extLst>
                        <a:ext uri="{FF2B5EF4-FFF2-40B4-BE49-F238E27FC236}">
                          <a16:creationId xmlns:a16="http://schemas.microsoft.com/office/drawing/2014/main" id="{9187087A-E425-F44E-B310-361D404DD9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8" name="Afbeelding 77">
                    <a:extLst>
                      <a:ext uri="{FF2B5EF4-FFF2-40B4-BE49-F238E27FC236}">
                        <a16:creationId xmlns:a16="http://schemas.microsoft.com/office/drawing/2014/main" id="{BAB374F4-3555-CB4B-ACB3-38491D8679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9" name="Afbeelding 78">
                    <a:extLst>
                      <a:ext uri="{FF2B5EF4-FFF2-40B4-BE49-F238E27FC236}">
                        <a16:creationId xmlns:a16="http://schemas.microsoft.com/office/drawing/2014/main" id="{AFC9164E-0C92-FE46-808C-0A361F06F02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print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1" name="Groep 70">
                  <a:extLst>
                    <a:ext uri="{FF2B5EF4-FFF2-40B4-BE49-F238E27FC236}">
                      <a16:creationId xmlns:a16="http://schemas.microsoft.com/office/drawing/2014/main" id="{B27C7D1A-6DCE-D74D-8482-CA172C35641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75" name="Rechthoek 74">
                    <a:extLst>
                      <a:ext uri="{FF2B5EF4-FFF2-40B4-BE49-F238E27FC236}">
                        <a16:creationId xmlns:a16="http://schemas.microsoft.com/office/drawing/2014/main" id="{86CC3C8D-BE8C-6D44-AEFF-7E245B0CB1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6" name="Rechthoek 75">
                    <a:extLst>
                      <a:ext uri="{FF2B5EF4-FFF2-40B4-BE49-F238E27FC236}">
                        <a16:creationId xmlns:a16="http://schemas.microsoft.com/office/drawing/2014/main" id="{4E36D861-6C54-1D47-9479-EE94EF51A77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72" name="Groep 71">
                  <a:extLst>
                    <a:ext uri="{FF2B5EF4-FFF2-40B4-BE49-F238E27FC236}">
                      <a16:creationId xmlns:a16="http://schemas.microsoft.com/office/drawing/2014/main" id="{C646B712-C69B-4A49-BD21-65DFF503DFF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1A26CD17-EE33-5248-8B3C-B5AA9E5D63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F1A15310-496F-7F45-92EE-C989C387476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D08B8AEA-9FA9-CD4C-94F6-0ECFA0B3245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2"/>
                    </a:solidFill>
                    <a:latin typeface="Montserrat" pitchFamily="2" charset="77"/>
                    <a:cs typeface="Calibri" panose="020F0502020204030204" pitchFamily="34" charset="0"/>
                  </a:rPr>
                  <a:t>Crop</a:t>
                </a:r>
              </a:p>
            </p:txBody>
          </p:sp>
          <p:sp>
            <p:nvSpPr>
              <p:cNvPr id="69" name="Gelijkbenige driehoek 78">
                <a:extLst>
                  <a:ext uri="{FF2B5EF4-FFF2-40B4-BE49-F238E27FC236}">
                    <a16:creationId xmlns:a16="http://schemas.microsoft.com/office/drawing/2014/main" id="{59213B19-5EE2-7A46-894F-12D0BD94BDB5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40" name="Rechthoek 39">
              <a:extLst>
                <a:ext uri="{FF2B5EF4-FFF2-40B4-BE49-F238E27FC236}">
                  <a16:creationId xmlns:a16="http://schemas.microsoft.com/office/drawing/2014/main" id="{E3D363AD-2218-3748-AC84-8FA511B8C12F}"/>
                </a:ext>
              </a:extLst>
            </p:cNvPr>
            <p:cNvSpPr/>
            <p:nvPr userDrawn="1"/>
          </p:nvSpPr>
          <p:spPr>
            <a:xfrm>
              <a:off x="792669" y="3621554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cs typeface="Calibri" panose="020F0502020204030204" pitchFamily="34" charset="0"/>
              </a:endParaRPr>
            </a:p>
          </p:txBody>
        </p:sp>
        <p:grpSp>
          <p:nvGrpSpPr>
            <p:cNvPr id="41" name="Groep 40">
              <a:extLst>
                <a:ext uri="{FF2B5EF4-FFF2-40B4-BE49-F238E27FC236}">
                  <a16:creationId xmlns:a16="http://schemas.microsoft.com/office/drawing/2014/main" id="{D2405B57-A614-8442-8163-BC5DB7FEC107}"/>
                </a:ext>
              </a:extLst>
            </p:cNvPr>
            <p:cNvGrpSpPr/>
            <p:nvPr userDrawn="1"/>
          </p:nvGrpSpPr>
          <p:grpSpPr>
            <a:xfrm>
              <a:off x="1618998" y="3806613"/>
              <a:ext cx="1222990" cy="563933"/>
              <a:chOff x="-2485819" y="3399207"/>
              <a:chExt cx="1222990" cy="563933"/>
            </a:xfrm>
          </p:grpSpPr>
          <p:sp>
            <p:nvSpPr>
              <p:cNvPr id="46" name="Rechthoek 45">
                <a:extLst>
                  <a:ext uri="{FF2B5EF4-FFF2-40B4-BE49-F238E27FC236}">
                    <a16:creationId xmlns:a16="http://schemas.microsoft.com/office/drawing/2014/main" id="{E159DBBB-22C5-9349-8A5C-D42B5D20BD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1D93C92E-5AEA-414B-A0A7-04C10AC73F73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cs typeface="Calibri" panose="020F0502020204030204" pitchFamily="34" charset="0"/>
                </a:endParaRPr>
              </a:p>
            </p:txBody>
          </p:sp>
          <p:grpSp>
            <p:nvGrpSpPr>
              <p:cNvPr id="48" name="Groep 47">
                <a:extLst>
                  <a:ext uri="{FF2B5EF4-FFF2-40B4-BE49-F238E27FC236}">
                    <a16:creationId xmlns:a16="http://schemas.microsoft.com/office/drawing/2014/main" id="{0485EEC6-4820-374E-9536-F0AC850028A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61" name="Rechthoek: afgeronde hoeken 61">
                  <a:extLst>
                    <a:ext uri="{FF2B5EF4-FFF2-40B4-BE49-F238E27FC236}">
                      <a16:creationId xmlns:a16="http://schemas.microsoft.com/office/drawing/2014/main" id="{57029681-18C9-B241-B969-B6FA3955D8F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2" name="Rechthoek 61">
                  <a:extLst>
                    <a:ext uri="{FF2B5EF4-FFF2-40B4-BE49-F238E27FC236}">
                      <a16:creationId xmlns:a16="http://schemas.microsoft.com/office/drawing/2014/main" id="{76C2DF11-1993-AE4B-89AA-286C5376D4CE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3" name="Rechthoek 62">
                  <a:extLst>
                    <a:ext uri="{FF2B5EF4-FFF2-40B4-BE49-F238E27FC236}">
                      <a16:creationId xmlns:a16="http://schemas.microsoft.com/office/drawing/2014/main" id="{BDF9EF96-3470-A945-A43C-48FAC0E5856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4" name="Rechthoek 63">
                  <a:extLst>
                    <a:ext uri="{FF2B5EF4-FFF2-40B4-BE49-F238E27FC236}">
                      <a16:creationId xmlns:a16="http://schemas.microsoft.com/office/drawing/2014/main" id="{E67C9960-6812-D145-AE33-EF572BA631A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5" name="Rechthoek 64">
                  <a:extLst>
                    <a:ext uri="{FF2B5EF4-FFF2-40B4-BE49-F238E27FC236}">
                      <a16:creationId xmlns:a16="http://schemas.microsoft.com/office/drawing/2014/main" id="{A7A9142F-E027-264E-91BB-3291CF3D65F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6" name="Rechthoek 65">
                  <a:extLst>
                    <a:ext uri="{FF2B5EF4-FFF2-40B4-BE49-F238E27FC236}">
                      <a16:creationId xmlns:a16="http://schemas.microsoft.com/office/drawing/2014/main" id="{ACD91901-21E8-D340-BAB3-1007A396D51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A0726ED5-8B54-2A44-828B-E13AF1982F5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53" name="Groep 52">
                  <a:extLst>
                    <a:ext uri="{FF2B5EF4-FFF2-40B4-BE49-F238E27FC236}">
                      <a16:creationId xmlns:a16="http://schemas.microsoft.com/office/drawing/2014/main" id="{5FB7DD26-723F-6D42-8DFB-096DA300E61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55" name="Rechthoek: afgeronde hoeken 55">
                    <a:extLst>
                      <a:ext uri="{FF2B5EF4-FFF2-40B4-BE49-F238E27FC236}">
                        <a16:creationId xmlns:a16="http://schemas.microsoft.com/office/drawing/2014/main" id="{4904CC78-A586-8B49-A970-C804BB709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6" name="Rechthoek 55">
                    <a:extLst>
                      <a:ext uri="{FF2B5EF4-FFF2-40B4-BE49-F238E27FC236}">
                        <a16:creationId xmlns:a16="http://schemas.microsoft.com/office/drawing/2014/main" id="{243E6DED-E615-1D47-BB04-FD71D51EF8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7" name="Rechthoek 56">
                    <a:extLst>
                      <a:ext uri="{FF2B5EF4-FFF2-40B4-BE49-F238E27FC236}">
                        <a16:creationId xmlns:a16="http://schemas.microsoft.com/office/drawing/2014/main" id="{7DA2C327-D384-6B4E-B84F-3EC8C01C42F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8" name="Rechthoek 57">
                    <a:extLst>
                      <a:ext uri="{FF2B5EF4-FFF2-40B4-BE49-F238E27FC236}">
                        <a16:creationId xmlns:a16="http://schemas.microsoft.com/office/drawing/2014/main" id="{E40D6160-CD57-8D46-8E37-77C719C8CC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9" name="Rechthoek 58">
                    <a:extLst>
                      <a:ext uri="{FF2B5EF4-FFF2-40B4-BE49-F238E27FC236}">
                        <a16:creationId xmlns:a16="http://schemas.microsoft.com/office/drawing/2014/main" id="{2DD0AFB9-DBE9-154D-AE37-6516918CB6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0" name="Rechthoek 59">
                    <a:extLst>
                      <a:ext uri="{FF2B5EF4-FFF2-40B4-BE49-F238E27FC236}">
                        <a16:creationId xmlns:a16="http://schemas.microsoft.com/office/drawing/2014/main" id="{4672D7B2-4C67-C547-B1FD-F1D96E97EC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54" name="Boog 53">
                  <a:extLst>
                    <a:ext uri="{FF2B5EF4-FFF2-40B4-BE49-F238E27FC236}">
                      <a16:creationId xmlns:a16="http://schemas.microsoft.com/office/drawing/2014/main" id="{29A25DFD-6DDD-E541-BAE3-769B4909F5B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E7948D71-5BD0-804F-A640-B0CA704CDD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Montserrat" pitchFamily="2" charset="77"/>
                    <a:cs typeface="Calibri" panose="020F0502020204030204" pitchFamily="34" charset="0"/>
                  </a:rPr>
                  <a:t>Layout</a:t>
                </a:r>
                <a:endParaRPr lang="nl-NL" sz="900" b="0" kern="1200" noProof="0">
                  <a:solidFill>
                    <a:schemeClr val="tx2"/>
                  </a:solidFill>
                  <a:latin typeface="Montserrat" pitchFamily="2" charset="77"/>
                  <a:ea typeface="+mn-ea"/>
                  <a:cs typeface="Calibri" panose="020F0502020204030204" pitchFamily="34" charset="0"/>
                </a:endParaRP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A1BF6130-E6CD-7F4E-AF7E-E7780EA5D67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2"/>
                    </a:solidFill>
                    <a:latin typeface="Montserrat" pitchFamily="2" charset="77"/>
                    <a:ea typeface="+mn-ea"/>
                    <a:cs typeface="Calibri" panose="020F0502020204030204" pitchFamily="34" charset="0"/>
                  </a:rPr>
                  <a:t>Reset Slide</a:t>
                </a:r>
              </a:p>
            </p:txBody>
          </p:sp>
          <p:sp>
            <p:nvSpPr>
              <p:cNvPr id="52" name="Vrije vorm: vorm 52">
                <a:extLst>
                  <a:ext uri="{FF2B5EF4-FFF2-40B4-BE49-F238E27FC236}">
                    <a16:creationId xmlns:a16="http://schemas.microsoft.com/office/drawing/2014/main" id="{CF8A0ADB-F8AD-9A4C-A799-3D6AD54E90F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42" name="Groep 41">
              <a:extLst>
                <a:ext uri="{FF2B5EF4-FFF2-40B4-BE49-F238E27FC236}">
                  <a16:creationId xmlns:a16="http://schemas.microsoft.com/office/drawing/2014/main" id="{ED402AF6-9DBA-C64B-B4A3-433D63E492A6}"/>
                </a:ext>
              </a:extLst>
            </p:cNvPr>
            <p:cNvGrpSpPr/>
            <p:nvPr userDrawn="1"/>
          </p:nvGrpSpPr>
          <p:grpSpPr>
            <a:xfrm>
              <a:off x="780625" y="1629591"/>
              <a:ext cx="311450" cy="313414"/>
              <a:chOff x="-3310781" y="1231352"/>
              <a:chExt cx="311450" cy="313414"/>
            </a:xfrm>
          </p:grpSpPr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09E13998-CE1C-2142-AF2F-E1A0CBD7359B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Montserrat" pitchFamily="2" charset="77"/>
                  <a:cs typeface="Calibri" panose="020F0502020204030204" pitchFamily="34" charset="0"/>
                </a:endParaRPr>
              </a:p>
            </p:txBody>
          </p:sp>
          <p:sp>
            <p:nvSpPr>
              <p:cNvPr id="44" name="Vrije vorm 112">
                <a:extLst>
                  <a:ext uri="{FF2B5EF4-FFF2-40B4-BE49-F238E27FC236}">
                    <a16:creationId xmlns:a16="http://schemas.microsoft.com/office/drawing/2014/main" id="{468B7DAA-ED58-DB4A-837C-329E6E39C02E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Montserrat" pitchFamily="2" charset="77"/>
                  <a:cs typeface="Calibri" panose="020F0502020204030204" pitchFamily="34" charset="0"/>
                </a:endParaRPr>
              </a:p>
            </p:txBody>
          </p:sp>
          <p:sp>
            <p:nvSpPr>
              <p:cNvPr id="45" name="Vrije vorm 113">
                <a:extLst>
                  <a:ext uri="{FF2B5EF4-FFF2-40B4-BE49-F238E27FC236}">
                    <a16:creationId xmlns:a16="http://schemas.microsoft.com/office/drawing/2014/main" id="{1A84A8C5-45E0-FE4A-A22C-B40C0BE22F91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2"/>
                  </a:solidFill>
                  <a:latin typeface="Montserrat" pitchFamily="2" charset="77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22693450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erson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87179" y="3483722"/>
            <a:ext cx="5327374" cy="1960624"/>
          </a:xfrm>
        </p:spPr>
        <p:txBody>
          <a:bodyPr anchor="b">
            <a:noAutofit/>
          </a:bodyPr>
          <a:lstStyle>
            <a:lvl1pPr>
              <a:defRPr sz="4000"/>
            </a:lvl1pPr>
          </a:lstStyle>
          <a:p>
            <a:r>
              <a:rPr lang="nl-NL"/>
              <a:t>Name</a:t>
            </a:r>
            <a:br>
              <a:rPr lang="nl-NL"/>
            </a:br>
            <a:r>
              <a:rPr lang="nl-NL" err="1"/>
              <a:t>Surname</a:t>
            </a:r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87179" y="5464923"/>
            <a:ext cx="1210155" cy="30295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4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FUNCTION</a:t>
            </a:r>
          </a:p>
        </p:txBody>
      </p:sp>
      <p:sp>
        <p:nvSpPr>
          <p:cNvPr id="23" name="Tijdelijke aanduiding voor afbeelding 22">
            <a:extLst>
              <a:ext uri="{FF2B5EF4-FFF2-40B4-BE49-F238E27FC236}">
                <a16:creationId xmlns:a16="http://schemas.microsoft.com/office/drawing/2014/main" id="{281498C6-427B-4C42-93AF-E18BFC7F7B38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096000" y="765174"/>
            <a:ext cx="6096000" cy="6092825"/>
          </a:xfrm>
          <a:custGeom>
            <a:avLst/>
            <a:gdLst>
              <a:gd name="connsiteX0" fmla="*/ 5586848 w 6096000"/>
              <a:gd name="connsiteY0" fmla="*/ 5794652 h 6092825"/>
              <a:gd name="connsiteX1" fmla="*/ 5586848 w 6096000"/>
              <a:gd name="connsiteY1" fmla="*/ 5809052 h 6092825"/>
              <a:gd name="connsiteX2" fmla="*/ 5766848 w 6096000"/>
              <a:gd name="connsiteY2" fmla="*/ 5809052 h 6092825"/>
              <a:gd name="connsiteX3" fmla="*/ 5766848 w 6096000"/>
              <a:gd name="connsiteY3" fmla="*/ 5794652 h 6092825"/>
              <a:gd name="connsiteX4" fmla="*/ 718268 w 6096000"/>
              <a:gd name="connsiteY4" fmla="*/ 0 h 6092825"/>
              <a:gd name="connsiteX5" fmla="*/ 6096000 w 6096000"/>
              <a:gd name="connsiteY5" fmla="*/ 0 h 6092825"/>
              <a:gd name="connsiteX6" fmla="*/ 6096000 w 6096000"/>
              <a:gd name="connsiteY6" fmla="*/ 6092825 h 6092825"/>
              <a:gd name="connsiteX7" fmla="*/ 718268 w 6096000"/>
              <a:gd name="connsiteY7" fmla="*/ 6092825 h 6092825"/>
              <a:gd name="connsiteX8" fmla="*/ 0 w 6096000"/>
              <a:gd name="connsiteY8" fmla="*/ 6092825 h 6092825"/>
              <a:gd name="connsiteX9" fmla="*/ 0 w 6096000"/>
              <a:gd name="connsiteY9" fmla="*/ 1 h 6092825"/>
              <a:gd name="connsiteX10" fmla="*/ 718268 w 6096000"/>
              <a:gd name="connsiteY10" fmla="*/ 1 h 6092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096000" h="6092825">
                <a:moveTo>
                  <a:pt x="5586848" y="5794652"/>
                </a:moveTo>
                <a:lnTo>
                  <a:pt x="5586848" y="5809052"/>
                </a:lnTo>
                <a:lnTo>
                  <a:pt x="5766848" y="5809052"/>
                </a:lnTo>
                <a:lnTo>
                  <a:pt x="5766848" y="5794652"/>
                </a:lnTo>
                <a:close/>
                <a:moveTo>
                  <a:pt x="718268" y="0"/>
                </a:moveTo>
                <a:lnTo>
                  <a:pt x="6096000" y="0"/>
                </a:lnTo>
                <a:lnTo>
                  <a:pt x="6096000" y="6092825"/>
                </a:lnTo>
                <a:lnTo>
                  <a:pt x="718268" y="6092825"/>
                </a:lnTo>
                <a:lnTo>
                  <a:pt x="0" y="6092825"/>
                </a:lnTo>
                <a:lnTo>
                  <a:pt x="0" y="1"/>
                </a:lnTo>
                <a:lnTo>
                  <a:pt x="718268" y="1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/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5" name="Tijdelijke aanduiding voor tekst 4">
            <a:extLst>
              <a:ext uri="{FF2B5EF4-FFF2-40B4-BE49-F238E27FC236}">
                <a16:creationId xmlns:a16="http://schemas.microsoft.com/office/drawing/2014/main" id="{84AB24C3-3479-794B-AF90-374E59B15A8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612996" y="2697170"/>
            <a:ext cx="537327" cy="338554"/>
          </a:xfrm>
        </p:spPr>
        <p:txBody>
          <a:bodyPr wrap="none">
            <a:spAutoFit/>
          </a:bodyPr>
          <a:lstStyle>
            <a:lvl1pPr>
              <a:defRPr sz="1600"/>
            </a:lvl1pPr>
          </a:lstStyle>
          <a:p>
            <a:pPr lvl="0"/>
            <a:r>
              <a:rPr lang="nl-NL"/>
              <a:t>mail</a:t>
            </a:r>
          </a:p>
        </p:txBody>
      </p:sp>
      <p:sp>
        <p:nvSpPr>
          <p:cNvPr id="14" name="Tijdelijke aanduiding voor tekst 4">
            <a:extLst>
              <a:ext uri="{FF2B5EF4-FFF2-40B4-BE49-F238E27FC236}">
                <a16:creationId xmlns:a16="http://schemas.microsoft.com/office/drawing/2014/main" id="{E4984B1B-0716-5748-9E9C-8FFB3F6DC53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612996" y="3035724"/>
            <a:ext cx="740908" cy="338554"/>
          </a:xfrm>
        </p:spPr>
        <p:txBody>
          <a:bodyPr wrap="none">
            <a:spAutoFit/>
          </a:bodyPr>
          <a:lstStyle>
            <a:lvl1pPr>
              <a:defRPr sz="1600"/>
            </a:lvl1pPr>
          </a:lstStyle>
          <a:p>
            <a:pPr lvl="0"/>
            <a:r>
              <a:rPr lang="nl-NL" err="1"/>
              <a:t>phone</a:t>
            </a:r>
            <a:endParaRPr lang="nl-NL"/>
          </a:p>
        </p:txBody>
      </p:sp>
      <p:cxnSp>
        <p:nvCxnSpPr>
          <p:cNvPr id="7" name="Rechte verbindingslijn met pijl 6">
            <a:extLst>
              <a:ext uri="{FF2B5EF4-FFF2-40B4-BE49-F238E27FC236}">
                <a16:creationId xmlns:a16="http://schemas.microsoft.com/office/drawing/2014/main" id="{B2A513F7-D3CA-E64E-BA08-463F1B516D45}"/>
              </a:ext>
            </a:extLst>
          </p:cNvPr>
          <p:cNvCxnSpPr/>
          <p:nvPr userDrawn="1"/>
        </p:nvCxnSpPr>
        <p:spPr>
          <a:xfrm>
            <a:off x="1868556" y="2866447"/>
            <a:ext cx="623096" cy="0"/>
          </a:xfrm>
          <a:prstGeom prst="straightConnector1">
            <a:avLst/>
          </a:prstGeom>
          <a:ln>
            <a:tailEnd type="arrow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Rechte verbindingslijn met pijl 16">
            <a:extLst>
              <a:ext uri="{FF2B5EF4-FFF2-40B4-BE49-F238E27FC236}">
                <a16:creationId xmlns:a16="http://schemas.microsoft.com/office/drawing/2014/main" id="{FBF1A944-B69E-194E-B830-2D44F10D0B6C}"/>
              </a:ext>
            </a:extLst>
          </p:cNvPr>
          <p:cNvCxnSpPr/>
          <p:nvPr userDrawn="1"/>
        </p:nvCxnSpPr>
        <p:spPr>
          <a:xfrm>
            <a:off x="1868556" y="3205001"/>
            <a:ext cx="623096" cy="0"/>
          </a:xfrm>
          <a:prstGeom prst="straightConnector1">
            <a:avLst/>
          </a:prstGeom>
          <a:ln>
            <a:tailEnd type="arrow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ep 9">
            <a:extLst>
              <a:ext uri="{FF2B5EF4-FFF2-40B4-BE49-F238E27FC236}">
                <a16:creationId xmlns:a16="http://schemas.microsoft.com/office/drawing/2014/main" id="{A3228C3F-E1C0-014E-9BC5-AAF37DD330ED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EB6C6CB6-7513-EF4D-B4D7-E09BB1B81288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12" name="Ovaal 11">
              <a:extLst>
                <a:ext uri="{FF2B5EF4-FFF2-40B4-BE49-F238E27FC236}">
                  <a16:creationId xmlns:a16="http://schemas.microsoft.com/office/drawing/2014/main" id="{A9CEC00E-681B-EB48-A92A-8D844771DFA3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769C7DD4-0CFA-2144-BC28-6B0E5EA5F344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5" name="Groep 14">
              <a:extLst>
                <a:ext uri="{FF2B5EF4-FFF2-40B4-BE49-F238E27FC236}">
                  <a16:creationId xmlns:a16="http://schemas.microsoft.com/office/drawing/2014/main" id="{99659391-DA58-CE42-B69D-B69383EB1BE8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6D03FBAE-E86A-7E45-B873-FA11549D895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71">
                <a:extLst>
                  <a:ext uri="{FF2B5EF4-FFF2-40B4-BE49-F238E27FC236}">
                    <a16:creationId xmlns:a16="http://schemas.microsoft.com/office/drawing/2014/main" id="{2597BAF7-B6E5-2B4E-87E9-54F6FF790EB2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94CD11C4-3D95-3740-9993-FCE506A3116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7CE4ACE8-D990-5743-B9D8-AD30DF1A8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74">
                <a:extLst>
                  <a:ext uri="{FF2B5EF4-FFF2-40B4-BE49-F238E27FC236}">
                    <a16:creationId xmlns:a16="http://schemas.microsoft.com/office/drawing/2014/main" id="{41324BF1-D3CC-BC4A-91D3-ABCF93F30BC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75">
                <a:extLst>
                  <a:ext uri="{FF2B5EF4-FFF2-40B4-BE49-F238E27FC236}">
                    <a16:creationId xmlns:a16="http://schemas.microsoft.com/office/drawing/2014/main" id="{67D00354-1379-2F4F-8980-D39A462CFC97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01B60095-CA51-3948-ABAF-13C24874190D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AE214BFE-BB7D-1040-B1FB-0B7B9E64E488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FC5B38F2-8903-D74D-8A04-76CD926C3180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9B906FC7-2F6B-FF42-B6FF-9ECE1327FFF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69" name="Rechte verbindingslijn 68">
                <a:extLst>
                  <a:ext uri="{FF2B5EF4-FFF2-40B4-BE49-F238E27FC236}">
                    <a16:creationId xmlns:a16="http://schemas.microsoft.com/office/drawing/2014/main" id="{9AAE13E8-3202-0048-B150-813AD5DBF24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8A497B57-47C1-9E45-9E82-D8193A5E6E72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1831C6CC-C5FB-1347-8DED-046DAA115CE9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8A2F0239-92EE-2A44-A93D-B60C8D6D43EA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90376037-4FF3-2A41-A97D-6DCBA8FBBECA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B97BA496-387C-2548-98EA-C1D24A721E4B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B43B3BA5-88C0-744E-AA1B-8ED253170BCF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B806E98F-D195-AF49-8F10-EC70DE9556C2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55" name="Groep 54">
                  <a:extLst>
                    <a:ext uri="{FF2B5EF4-FFF2-40B4-BE49-F238E27FC236}">
                      <a16:creationId xmlns:a16="http://schemas.microsoft.com/office/drawing/2014/main" id="{A651C8FC-A8AD-6A4C-9701-4877BB9932C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2" name="Groep 61">
                    <a:extLst>
                      <a:ext uri="{FF2B5EF4-FFF2-40B4-BE49-F238E27FC236}">
                        <a16:creationId xmlns:a16="http://schemas.microsoft.com/office/drawing/2014/main" id="{936E8608-65DE-3B4D-97A7-EED0AF664BC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65" name="Rechthoek 64">
                      <a:extLst>
                        <a:ext uri="{FF2B5EF4-FFF2-40B4-BE49-F238E27FC236}">
                          <a16:creationId xmlns:a16="http://schemas.microsoft.com/office/drawing/2014/main" id="{E7E0C449-5079-9443-9804-AE37578BF42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65">
                      <a:extLst>
                        <a:ext uri="{FF2B5EF4-FFF2-40B4-BE49-F238E27FC236}">
                          <a16:creationId xmlns:a16="http://schemas.microsoft.com/office/drawing/2014/main" id="{86B77ACC-D60A-1647-A359-E960064DD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66">
                      <a:extLst>
                        <a:ext uri="{FF2B5EF4-FFF2-40B4-BE49-F238E27FC236}">
                          <a16:creationId xmlns:a16="http://schemas.microsoft.com/office/drawing/2014/main" id="{8C4B7579-C722-9D43-B73F-E3B74494786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62">
                    <a:extLst>
                      <a:ext uri="{FF2B5EF4-FFF2-40B4-BE49-F238E27FC236}">
                        <a16:creationId xmlns:a16="http://schemas.microsoft.com/office/drawing/2014/main" id="{65D581DF-1FAA-6C4A-872A-37CE9843CE4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63">
                    <a:extLst>
                      <a:ext uri="{FF2B5EF4-FFF2-40B4-BE49-F238E27FC236}">
                        <a16:creationId xmlns:a16="http://schemas.microsoft.com/office/drawing/2014/main" id="{F9A6FE46-8889-984C-B9EC-688F896F0F4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55">
                  <a:extLst>
                    <a:ext uri="{FF2B5EF4-FFF2-40B4-BE49-F238E27FC236}">
                      <a16:creationId xmlns:a16="http://schemas.microsoft.com/office/drawing/2014/main" id="{107331F4-6E1A-CC4D-ADE5-473F8B46E98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59">
                    <a:extLst>
                      <a:ext uri="{FF2B5EF4-FFF2-40B4-BE49-F238E27FC236}">
                        <a16:creationId xmlns:a16="http://schemas.microsoft.com/office/drawing/2014/main" id="{29291A89-C1E1-334F-AECD-5FAB84917D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60">
                    <a:extLst>
                      <a:ext uri="{FF2B5EF4-FFF2-40B4-BE49-F238E27FC236}">
                        <a16:creationId xmlns:a16="http://schemas.microsoft.com/office/drawing/2014/main" id="{5E72A7AF-0F92-8E4D-BF00-A7ECB04008D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56">
                  <a:extLst>
                    <a:ext uri="{FF2B5EF4-FFF2-40B4-BE49-F238E27FC236}">
                      <a16:creationId xmlns:a16="http://schemas.microsoft.com/office/drawing/2014/main" id="{06670151-FD6D-D34A-8B15-A453D64E967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57">
                    <a:extLst>
                      <a:ext uri="{FF2B5EF4-FFF2-40B4-BE49-F238E27FC236}">
                        <a16:creationId xmlns:a16="http://schemas.microsoft.com/office/drawing/2014/main" id="{947BFB23-CDBF-5F45-904A-BB08D35742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58">
                    <a:extLst>
                      <a:ext uri="{FF2B5EF4-FFF2-40B4-BE49-F238E27FC236}">
                        <a16:creationId xmlns:a16="http://schemas.microsoft.com/office/drawing/2014/main" id="{7571FCA5-D686-FC46-A333-88135637E8D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B7890601-34DD-914D-BB34-AF65EA7FC46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7F292642-2F3F-1A44-81ED-BBFF316EC5A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DB0D1E3D-1F11-5D46-8177-D1B48CFE697C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29">
              <a:extLst>
                <a:ext uri="{FF2B5EF4-FFF2-40B4-BE49-F238E27FC236}">
                  <a16:creationId xmlns:a16="http://schemas.microsoft.com/office/drawing/2014/main" id="{3476BE19-61A8-494E-A138-5BD32F39D392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30">
                <a:extLst>
                  <a:ext uri="{FF2B5EF4-FFF2-40B4-BE49-F238E27FC236}">
                    <a16:creationId xmlns:a16="http://schemas.microsoft.com/office/drawing/2014/main" id="{7D22BFBF-89CF-C54B-8AF8-FF73183634D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31">
                <a:extLst>
                  <a:ext uri="{FF2B5EF4-FFF2-40B4-BE49-F238E27FC236}">
                    <a16:creationId xmlns:a16="http://schemas.microsoft.com/office/drawing/2014/main" id="{01884330-8A90-E44F-B467-3AA5F0A5D85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32">
                <a:extLst>
                  <a:ext uri="{FF2B5EF4-FFF2-40B4-BE49-F238E27FC236}">
                    <a16:creationId xmlns:a16="http://schemas.microsoft.com/office/drawing/2014/main" id="{D7193FBA-E4D7-9E41-80B1-98CE29CD341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D02EE915-DECB-C549-9580-77ADE6E56E17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ADF26DB9-C2EE-6942-BF95-CE8E1132DD2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925F6D3F-18D4-8C43-99EC-6E881813441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48">
                  <a:extLst>
                    <a:ext uri="{FF2B5EF4-FFF2-40B4-BE49-F238E27FC236}">
                      <a16:creationId xmlns:a16="http://schemas.microsoft.com/office/drawing/2014/main" id="{BA270D06-286A-9D48-9586-35A6C732894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49">
                  <a:extLst>
                    <a:ext uri="{FF2B5EF4-FFF2-40B4-BE49-F238E27FC236}">
                      <a16:creationId xmlns:a16="http://schemas.microsoft.com/office/drawing/2014/main" id="{B617576F-C4DF-4846-BAE3-ECE911AFD9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E4CFF2F5-4D9E-1D41-A372-0BA7A5F96B1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823E102E-D140-D549-BA4F-23ABE276977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37">
                  <a:extLst>
                    <a:ext uri="{FF2B5EF4-FFF2-40B4-BE49-F238E27FC236}">
                      <a16:creationId xmlns:a16="http://schemas.microsoft.com/office/drawing/2014/main" id="{22BBFDA6-F491-2D4D-9C83-26EE9D90018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3A72B2FC-4C4A-6849-A1F5-68321ABB402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C2D6984A-30C4-F349-87D6-FC82FB7655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41">
                    <a:extLst>
                      <a:ext uri="{FF2B5EF4-FFF2-40B4-BE49-F238E27FC236}">
                        <a16:creationId xmlns:a16="http://schemas.microsoft.com/office/drawing/2014/main" id="{090F65FA-C2D5-6045-9BDF-6DE5940B5D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42">
                    <a:extLst>
                      <a:ext uri="{FF2B5EF4-FFF2-40B4-BE49-F238E27FC236}">
                        <a16:creationId xmlns:a16="http://schemas.microsoft.com/office/drawing/2014/main" id="{E8D17B6A-FDD8-0C4C-8B2D-AFB9EBC56B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5798E742-F7DE-224C-AC01-62213D71FC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44">
                    <a:extLst>
                      <a:ext uri="{FF2B5EF4-FFF2-40B4-BE49-F238E27FC236}">
                        <a16:creationId xmlns:a16="http://schemas.microsoft.com/office/drawing/2014/main" id="{49EAD08F-2C4A-D643-BBF7-75524DF8DF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38">
                  <a:extLst>
                    <a:ext uri="{FF2B5EF4-FFF2-40B4-BE49-F238E27FC236}">
                      <a16:creationId xmlns:a16="http://schemas.microsoft.com/office/drawing/2014/main" id="{E3E07670-36AB-0F43-B080-FDD02B8C85A0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47C4C9E4-16E6-9A49-86BB-BE594E9B8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Tekstvak 35">
                <a:extLst>
                  <a:ext uri="{FF2B5EF4-FFF2-40B4-BE49-F238E27FC236}">
                    <a16:creationId xmlns:a16="http://schemas.microsoft.com/office/drawing/2014/main" id="{67781862-BCE3-A541-9590-288E2C938BE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E72FCE72-C219-8C4F-A354-40106D3B205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77" name="Afbeelding 76">
            <a:extLst>
              <a:ext uri="{FF2B5EF4-FFF2-40B4-BE49-F238E27FC236}">
                <a16:creationId xmlns:a16="http://schemas.microsoft.com/office/drawing/2014/main" id="{8A25F8BA-5447-C64C-AE1E-70ABF4DB542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78" name="Ovaal 77">
            <a:extLst>
              <a:ext uri="{FF2B5EF4-FFF2-40B4-BE49-F238E27FC236}">
                <a16:creationId xmlns:a16="http://schemas.microsoft.com/office/drawing/2014/main" id="{DBD25F33-5E84-6843-B584-A09EFBB9616C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79" name="Rechthoek 78">
            <a:extLst>
              <a:ext uri="{FF2B5EF4-FFF2-40B4-BE49-F238E27FC236}">
                <a16:creationId xmlns:a16="http://schemas.microsoft.com/office/drawing/2014/main" id="{65DFF716-EE39-C242-8410-3DC8364CBCAD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80" name="Afbeelding 79">
            <a:extLst>
              <a:ext uri="{FF2B5EF4-FFF2-40B4-BE49-F238E27FC236}">
                <a16:creationId xmlns:a16="http://schemas.microsoft.com/office/drawing/2014/main" id="{D3F77864-346A-F947-B1BB-C128D967D9C0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81411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>
          <p15:clr>
            <a:srgbClr val="FBAE40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hthoek 5">
            <a:extLst>
              <a:ext uri="{FF2B5EF4-FFF2-40B4-BE49-F238E27FC236}">
                <a16:creationId xmlns:a16="http://schemas.microsoft.com/office/drawing/2014/main" id="{2EDEEF0E-2621-4D41-A152-D2E1F0D341D0}"/>
              </a:ext>
            </a:extLst>
          </p:cNvPr>
          <p:cNvSpPr/>
          <p:nvPr userDrawn="1"/>
        </p:nvSpPr>
        <p:spPr>
          <a:xfrm>
            <a:off x="6095808" y="765174"/>
            <a:ext cx="6096000" cy="60928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b="1" i="0" err="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83496" y="4826442"/>
            <a:ext cx="4741742" cy="617903"/>
          </a:xfrm>
        </p:spPr>
        <p:txBody>
          <a:bodyPr anchor="b">
            <a:normAutofit/>
          </a:bodyPr>
          <a:lstStyle>
            <a:lvl1pPr algn="r">
              <a:defRPr sz="2800"/>
            </a:lvl1pPr>
          </a:lstStyle>
          <a:p>
            <a:r>
              <a:rPr lang="nl-NL"/>
              <a:t>Name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353717" y="5486563"/>
            <a:ext cx="1071521" cy="25967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2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FUNCTION</a:t>
            </a:r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5" name="Tijdelijke aanduiding voor tekst 4">
            <a:extLst>
              <a:ext uri="{FF2B5EF4-FFF2-40B4-BE49-F238E27FC236}">
                <a16:creationId xmlns:a16="http://schemas.microsoft.com/office/drawing/2014/main" id="{84AB24C3-3479-794B-AF90-374E59B15A8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683496" y="1413655"/>
            <a:ext cx="4741742" cy="3187851"/>
          </a:xfrm>
        </p:spPr>
        <p:txBody>
          <a:bodyPr wrap="square" anchor="ctr">
            <a:normAutofit/>
          </a:bodyPr>
          <a:lstStyle>
            <a:lvl1pPr>
              <a:defRPr sz="3200" b="1" i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“quote”</a:t>
            </a:r>
          </a:p>
        </p:txBody>
      </p:sp>
      <p:sp>
        <p:nvSpPr>
          <p:cNvPr id="3" name="Tijdelijke aanduiding voor afbeelding 2">
            <a:extLst>
              <a:ext uri="{FF2B5EF4-FFF2-40B4-BE49-F238E27FC236}">
                <a16:creationId xmlns:a16="http://schemas.microsoft.com/office/drawing/2014/main" id="{DEDAA0A9-8955-F147-8A71-0BEDFF4FAF2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6096000" cy="6858000"/>
          </a:xfrm>
          <a:solidFill>
            <a:schemeClr val="tx2"/>
          </a:solidFill>
        </p:spPr>
        <p:txBody>
          <a:bodyPr anchor="ctr"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Image </a:t>
            </a:r>
            <a:r>
              <a:rPr lang="nl-NL" err="1"/>
              <a:t>about</a:t>
            </a:r>
            <a:r>
              <a:rPr lang="nl-NL"/>
              <a:t> </a:t>
            </a:r>
            <a:r>
              <a:rPr lang="nl-NL" err="1"/>
              <a:t>the</a:t>
            </a:r>
            <a:r>
              <a:rPr lang="nl-NL"/>
              <a:t> quote</a:t>
            </a:r>
            <a:br>
              <a:rPr lang="nl-NL"/>
            </a:br>
            <a:r>
              <a:rPr lang="nl-NL"/>
              <a:t>Image of </a:t>
            </a:r>
            <a:r>
              <a:rPr lang="nl-NL" err="1"/>
              <a:t>the</a:t>
            </a:r>
            <a:r>
              <a:rPr lang="nl-NL"/>
              <a:t> person of </a:t>
            </a:r>
            <a:r>
              <a:rPr lang="nl-NL" err="1"/>
              <a:t>the</a:t>
            </a:r>
            <a:r>
              <a:rPr lang="nl-NL"/>
              <a:t> quote</a:t>
            </a:r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9B738DC4-DCC9-8141-B91D-E9DFB78C920B}"/>
              </a:ext>
            </a:extLst>
          </p:cNvPr>
          <p:cNvSpPr>
            <a:spLocks/>
          </p:cNvSpPr>
          <p:nvPr userDrawn="1"/>
        </p:nvSpPr>
        <p:spPr>
          <a:xfrm>
            <a:off x="11682848" y="6559826"/>
            <a:ext cx="180000" cy="14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Vrije vorm 11">
            <a:extLst>
              <a:ext uri="{FF2B5EF4-FFF2-40B4-BE49-F238E27FC236}">
                <a16:creationId xmlns:a16="http://schemas.microsoft.com/office/drawing/2014/main" id="{E3C44069-9C58-514D-A2EE-408A2EEBBD37}"/>
              </a:ext>
            </a:extLst>
          </p:cNvPr>
          <p:cNvSpPr>
            <a:spLocks noChangeAspect="1"/>
          </p:cNvSpPr>
          <p:nvPr/>
        </p:nvSpPr>
        <p:spPr>
          <a:xfrm>
            <a:off x="6683496" y="491068"/>
            <a:ext cx="688049" cy="540000"/>
          </a:xfrm>
          <a:custGeom>
            <a:avLst/>
            <a:gdLst>
              <a:gd name="connsiteX0" fmla="*/ 13898 w 58449"/>
              <a:gd name="connsiteY0" fmla="*/ 23218 h 45873"/>
              <a:gd name="connsiteX1" fmla="*/ 24560 w 58449"/>
              <a:gd name="connsiteY1" fmla="*/ 23218 h 45873"/>
              <a:gd name="connsiteX2" fmla="*/ 22656 w 58449"/>
              <a:gd name="connsiteY2" fmla="*/ 45874 h 45873"/>
              <a:gd name="connsiteX3" fmla="*/ 0 w 58449"/>
              <a:gd name="connsiteY3" fmla="*/ 45874 h 45873"/>
              <a:gd name="connsiteX4" fmla="*/ 1333 w 58449"/>
              <a:gd name="connsiteY4" fmla="*/ 30462 h 45873"/>
              <a:gd name="connsiteX5" fmla="*/ 5521 w 58449"/>
              <a:gd name="connsiteY5" fmla="*/ 14374 h 45873"/>
              <a:gd name="connsiteX6" fmla="*/ 16754 w 58449"/>
              <a:gd name="connsiteY6" fmla="*/ 0 h 45873"/>
              <a:gd name="connsiteX7" fmla="*/ 24560 w 58449"/>
              <a:gd name="connsiteY7" fmla="*/ 6473 h 45873"/>
              <a:gd name="connsiteX8" fmla="*/ 13898 w 58449"/>
              <a:gd name="connsiteY8" fmla="*/ 23218 h 45873"/>
              <a:gd name="connsiteX9" fmla="*/ 47787 w 58449"/>
              <a:gd name="connsiteY9" fmla="*/ 23218 h 45873"/>
              <a:gd name="connsiteX10" fmla="*/ 58449 w 58449"/>
              <a:gd name="connsiteY10" fmla="*/ 23218 h 45873"/>
              <a:gd name="connsiteX11" fmla="*/ 56545 w 58449"/>
              <a:gd name="connsiteY11" fmla="*/ 45874 h 45873"/>
              <a:gd name="connsiteX12" fmla="*/ 33889 w 58449"/>
              <a:gd name="connsiteY12" fmla="*/ 45874 h 45873"/>
              <a:gd name="connsiteX13" fmla="*/ 35222 w 58449"/>
              <a:gd name="connsiteY13" fmla="*/ 30462 h 45873"/>
              <a:gd name="connsiteX14" fmla="*/ 39410 w 58449"/>
              <a:gd name="connsiteY14" fmla="*/ 14374 h 45873"/>
              <a:gd name="connsiteX15" fmla="*/ 50643 w 58449"/>
              <a:gd name="connsiteY15" fmla="*/ 0 h 45873"/>
              <a:gd name="connsiteX16" fmla="*/ 58449 w 58449"/>
              <a:gd name="connsiteY16" fmla="*/ 6473 h 45873"/>
              <a:gd name="connsiteX17" fmla="*/ 47787 w 58449"/>
              <a:gd name="connsiteY17" fmla="*/ 23218 h 4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8449" h="45873">
                <a:moveTo>
                  <a:pt x="13898" y="23218"/>
                </a:moveTo>
                <a:lnTo>
                  <a:pt x="24560" y="23218"/>
                </a:lnTo>
                <a:lnTo>
                  <a:pt x="22656" y="45874"/>
                </a:lnTo>
                <a:lnTo>
                  <a:pt x="0" y="45874"/>
                </a:lnTo>
                <a:lnTo>
                  <a:pt x="1333" y="30462"/>
                </a:lnTo>
                <a:cubicBezTo>
                  <a:pt x="1714" y="24627"/>
                  <a:pt x="3113" y="19258"/>
                  <a:pt x="5521" y="14374"/>
                </a:cubicBezTo>
                <a:cubicBezTo>
                  <a:pt x="7930" y="9491"/>
                  <a:pt x="11671" y="4693"/>
                  <a:pt x="16754" y="0"/>
                </a:cubicBezTo>
                <a:lnTo>
                  <a:pt x="24560" y="6473"/>
                </a:lnTo>
                <a:cubicBezTo>
                  <a:pt x="18848" y="12166"/>
                  <a:pt x="15288" y="17754"/>
                  <a:pt x="13898" y="23218"/>
                </a:cubicBezTo>
                <a:close/>
                <a:moveTo>
                  <a:pt x="47787" y="23218"/>
                </a:moveTo>
                <a:lnTo>
                  <a:pt x="58449" y="23218"/>
                </a:lnTo>
                <a:lnTo>
                  <a:pt x="56545" y="45874"/>
                </a:lnTo>
                <a:lnTo>
                  <a:pt x="33889" y="45874"/>
                </a:lnTo>
                <a:lnTo>
                  <a:pt x="35222" y="30462"/>
                </a:lnTo>
                <a:cubicBezTo>
                  <a:pt x="35603" y="24627"/>
                  <a:pt x="37002" y="19258"/>
                  <a:pt x="39410" y="14374"/>
                </a:cubicBezTo>
                <a:cubicBezTo>
                  <a:pt x="41819" y="9491"/>
                  <a:pt x="45560" y="4693"/>
                  <a:pt x="50643" y="0"/>
                </a:cubicBezTo>
                <a:lnTo>
                  <a:pt x="58449" y="6473"/>
                </a:lnTo>
                <a:cubicBezTo>
                  <a:pt x="52737" y="12166"/>
                  <a:pt x="49177" y="17754"/>
                  <a:pt x="47787" y="23218"/>
                </a:cubicBezTo>
                <a:close/>
              </a:path>
            </a:pathLst>
          </a:custGeom>
          <a:noFill/>
          <a:ln w="9508" cap="flat">
            <a:solidFill>
              <a:schemeClr val="tx2"/>
            </a:solidFill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Vrije vorm 12">
            <a:extLst>
              <a:ext uri="{FF2B5EF4-FFF2-40B4-BE49-F238E27FC236}">
                <a16:creationId xmlns:a16="http://schemas.microsoft.com/office/drawing/2014/main" id="{E080B7AC-6449-6841-B3FC-9D5DC109B1FE}"/>
              </a:ext>
            </a:extLst>
          </p:cNvPr>
          <p:cNvSpPr>
            <a:spLocks noChangeAspect="1"/>
          </p:cNvSpPr>
          <p:nvPr/>
        </p:nvSpPr>
        <p:spPr>
          <a:xfrm>
            <a:off x="6150979" y="-1335779"/>
            <a:ext cx="58268" cy="46073"/>
          </a:xfrm>
          <a:custGeom>
            <a:avLst/>
            <a:gdLst>
              <a:gd name="connsiteX0" fmla="*/ 24370 w 58268"/>
              <a:gd name="connsiteY0" fmla="*/ 10 h 46073"/>
              <a:gd name="connsiteX1" fmla="*/ 23418 w 58268"/>
              <a:gd name="connsiteY1" fmla="*/ 15421 h 46073"/>
              <a:gd name="connsiteX2" fmla="*/ 19039 w 58268"/>
              <a:gd name="connsiteY2" fmla="*/ 31509 h 46073"/>
              <a:gd name="connsiteX3" fmla="*/ 7806 w 58268"/>
              <a:gd name="connsiteY3" fmla="*/ 46074 h 46073"/>
              <a:gd name="connsiteX4" fmla="*/ 0 w 58268"/>
              <a:gd name="connsiteY4" fmla="*/ 39410 h 46073"/>
              <a:gd name="connsiteX5" fmla="*/ 10662 w 58268"/>
              <a:gd name="connsiteY5" fmla="*/ 22656 h 46073"/>
              <a:gd name="connsiteX6" fmla="*/ 0 w 58268"/>
              <a:gd name="connsiteY6" fmla="*/ 22656 h 46073"/>
              <a:gd name="connsiteX7" fmla="*/ 1713 w 58268"/>
              <a:gd name="connsiteY7" fmla="*/ 0 h 46073"/>
              <a:gd name="connsiteX8" fmla="*/ 24370 w 58268"/>
              <a:gd name="connsiteY8" fmla="*/ 0 h 46073"/>
              <a:gd name="connsiteX9" fmla="*/ 58268 w 58268"/>
              <a:gd name="connsiteY9" fmla="*/ 10 h 46073"/>
              <a:gd name="connsiteX10" fmla="*/ 57316 w 58268"/>
              <a:gd name="connsiteY10" fmla="*/ 15421 h 46073"/>
              <a:gd name="connsiteX11" fmla="*/ 52928 w 58268"/>
              <a:gd name="connsiteY11" fmla="*/ 31509 h 46073"/>
              <a:gd name="connsiteX12" fmla="*/ 41695 w 58268"/>
              <a:gd name="connsiteY12" fmla="*/ 46074 h 46073"/>
              <a:gd name="connsiteX13" fmla="*/ 33889 w 58268"/>
              <a:gd name="connsiteY13" fmla="*/ 39410 h 46073"/>
              <a:gd name="connsiteX14" fmla="*/ 44551 w 58268"/>
              <a:gd name="connsiteY14" fmla="*/ 22656 h 46073"/>
              <a:gd name="connsiteX15" fmla="*/ 33889 w 58268"/>
              <a:gd name="connsiteY15" fmla="*/ 22656 h 46073"/>
              <a:gd name="connsiteX16" fmla="*/ 35612 w 58268"/>
              <a:gd name="connsiteY16" fmla="*/ 0 h 46073"/>
              <a:gd name="connsiteX17" fmla="*/ 58268 w 58268"/>
              <a:gd name="connsiteY17" fmla="*/ 0 h 46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8268" h="46073">
                <a:moveTo>
                  <a:pt x="24370" y="10"/>
                </a:moveTo>
                <a:lnTo>
                  <a:pt x="23418" y="15421"/>
                </a:lnTo>
                <a:cubicBezTo>
                  <a:pt x="22904" y="21266"/>
                  <a:pt x="21447" y="26635"/>
                  <a:pt x="19039" y="31509"/>
                </a:cubicBezTo>
                <a:cubicBezTo>
                  <a:pt x="16630" y="36402"/>
                  <a:pt x="12889" y="41248"/>
                  <a:pt x="7806" y="46074"/>
                </a:cubicBezTo>
                <a:lnTo>
                  <a:pt x="0" y="39410"/>
                </a:lnTo>
                <a:cubicBezTo>
                  <a:pt x="5712" y="34079"/>
                  <a:pt x="9272" y="28501"/>
                  <a:pt x="10662" y="22656"/>
                </a:cubicBezTo>
                <a:lnTo>
                  <a:pt x="0" y="22656"/>
                </a:lnTo>
                <a:lnTo>
                  <a:pt x="1713" y="0"/>
                </a:lnTo>
                <a:lnTo>
                  <a:pt x="24370" y="0"/>
                </a:lnTo>
                <a:close/>
                <a:moveTo>
                  <a:pt x="58268" y="10"/>
                </a:moveTo>
                <a:lnTo>
                  <a:pt x="57316" y="15421"/>
                </a:lnTo>
                <a:cubicBezTo>
                  <a:pt x="56802" y="21266"/>
                  <a:pt x="55346" y="26635"/>
                  <a:pt x="52928" y="31509"/>
                </a:cubicBezTo>
                <a:cubicBezTo>
                  <a:pt x="50520" y="36402"/>
                  <a:pt x="46778" y="41248"/>
                  <a:pt x="41695" y="46074"/>
                </a:cubicBezTo>
                <a:lnTo>
                  <a:pt x="33889" y="39410"/>
                </a:lnTo>
                <a:cubicBezTo>
                  <a:pt x="39610" y="34079"/>
                  <a:pt x="43161" y="28501"/>
                  <a:pt x="44551" y="22656"/>
                </a:cubicBezTo>
                <a:lnTo>
                  <a:pt x="33889" y="22656"/>
                </a:lnTo>
                <a:lnTo>
                  <a:pt x="35612" y="0"/>
                </a:lnTo>
                <a:lnTo>
                  <a:pt x="58268" y="0"/>
                </a:lnTo>
                <a:close/>
              </a:path>
            </a:pathLst>
          </a:custGeom>
          <a:solidFill>
            <a:srgbClr val="000000"/>
          </a:solidFill>
          <a:ln w="9508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2" name="Vrije vorm 21">
            <a:extLst>
              <a:ext uri="{FF2B5EF4-FFF2-40B4-BE49-F238E27FC236}">
                <a16:creationId xmlns:a16="http://schemas.microsoft.com/office/drawing/2014/main" id="{90CCCE9A-B3BD-4E42-8091-3775EE0EB964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7536809" y="495175"/>
            <a:ext cx="688049" cy="540000"/>
          </a:xfrm>
          <a:custGeom>
            <a:avLst/>
            <a:gdLst>
              <a:gd name="connsiteX0" fmla="*/ 13898 w 58449"/>
              <a:gd name="connsiteY0" fmla="*/ 23218 h 45873"/>
              <a:gd name="connsiteX1" fmla="*/ 24560 w 58449"/>
              <a:gd name="connsiteY1" fmla="*/ 23218 h 45873"/>
              <a:gd name="connsiteX2" fmla="*/ 22656 w 58449"/>
              <a:gd name="connsiteY2" fmla="*/ 45874 h 45873"/>
              <a:gd name="connsiteX3" fmla="*/ 0 w 58449"/>
              <a:gd name="connsiteY3" fmla="*/ 45874 h 45873"/>
              <a:gd name="connsiteX4" fmla="*/ 1333 w 58449"/>
              <a:gd name="connsiteY4" fmla="*/ 30462 h 45873"/>
              <a:gd name="connsiteX5" fmla="*/ 5521 w 58449"/>
              <a:gd name="connsiteY5" fmla="*/ 14374 h 45873"/>
              <a:gd name="connsiteX6" fmla="*/ 16754 w 58449"/>
              <a:gd name="connsiteY6" fmla="*/ 0 h 45873"/>
              <a:gd name="connsiteX7" fmla="*/ 24560 w 58449"/>
              <a:gd name="connsiteY7" fmla="*/ 6473 h 45873"/>
              <a:gd name="connsiteX8" fmla="*/ 13898 w 58449"/>
              <a:gd name="connsiteY8" fmla="*/ 23218 h 45873"/>
              <a:gd name="connsiteX9" fmla="*/ 47787 w 58449"/>
              <a:gd name="connsiteY9" fmla="*/ 23218 h 45873"/>
              <a:gd name="connsiteX10" fmla="*/ 58449 w 58449"/>
              <a:gd name="connsiteY10" fmla="*/ 23218 h 45873"/>
              <a:gd name="connsiteX11" fmla="*/ 56545 w 58449"/>
              <a:gd name="connsiteY11" fmla="*/ 45874 h 45873"/>
              <a:gd name="connsiteX12" fmla="*/ 33889 w 58449"/>
              <a:gd name="connsiteY12" fmla="*/ 45874 h 45873"/>
              <a:gd name="connsiteX13" fmla="*/ 35222 w 58449"/>
              <a:gd name="connsiteY13" fmla="*/ 30462 h 45873"/>
              <a:gd name="connsiteX14" fmla="*/ 39410 w 58449"/>
              <a:gd name="connsiteY14" fmla="*/ 14374 h 45873"/>
              <a:gd name="connsiteX15" fmla="*/ 50643 w 58449"/>
              <a:gd name="connsiteY15" fmla="*/ 0 h 45873"/>
              <a:gd name="connsiteX16" fmla="*/ 58449 w 58449"/>
              <a:gd name="connsiteY16" fmla="*/ 6473 h 45873"/>
              <a:gd name="connsiteX17" fmla="*/ 47787 w 58449"/>
              <a:gd name="connsiteY17" fmla="*/ 23218 h 4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8449" h="45873">
                <a:moveTo>
                  <a:pt x="13898" y="23218"/>
                </a:moveTo>
                <a:lnTo>
                  <a:pt x="24560" y="23218"/>
                </a:lnTo>
                <a:lnTo>
                  <a:pt x="22656" y="45874"/>
                </a:lnTo>
                <a:lnTo>
                  <a:pt x="0" y="45874"/>
                </a:lnTo>
                <a:lnTo>
                  <a:pt x="1333" y="30462"/>
                </a:lnTo>
                <a:cubicBezTo>
                  <a:pt x="1714" y="24627"/>
                  <a:pt x="3113" y="19258"/>
                  <a:pt x="5521" y="14374"/>
                </a:cubicBezTo>
                <a:cubicBezTo>
                  <a:pt x="7930" y="9491"/>
                  <a:pt x="11671" y="4693"/>
                  <a:pt x="16754" y="0"/>
                </a:cubicBezTo>
                <a:lnTo>
                  <a:pt x="24560" y="6473"/>
                </a:lnTo>
                <a:cubicBezTo>
                  <a:pt x="18848" y="12166"/>
                  <a:pt x="15288" y="17754"/>
                  <a:pt x="13898" y="23218"/>
                </a:cubicBezTo>
                <a:close/>
                <a:moveTo>
                  <a:pt x="47787" y="23218"/>
                </a:moveTo>
                <a:lnTo>
                  <a:pt x="58449" y="23218"/>
                </a:lnTo>
                <a:lnTo>
                  <a:pt x="56545" y="45874"/>
                </a:lnTo>
                <a:lnTo>
                  <a:pt x="33889" y="45874"/>
                </a:lnTo>
                <a:lnTo>
                  <a:pt x="35222" y="30462"/>
                </a:lnTo>
                <a:cubicBezTo>
                  <a:pt x="35603" y="24627"/>
                  <a:pt x="37002" y="19258"/>
                  <a:pt x="39410" y="14374"/>
                </a:cubicBezTo>
                <a:cubicBezTo>
                  <a:pt x="41819" y="9491"/>
                  <a:pt x="45560" y="4693"/>
                  <a:pt x="50643" y="0"/>
                </a:cubicBezTo>
                <a:lnTo>
                  <a:pt x="58449" y="6473"/>
                </a:lnTo>
                <a:cubicBezTo>
                  <a:pt x="52737" y="12166"/>
                  <a:pt x="49177" y="17754"/>
                  <a:pt x="47787" y="23218"/>
                </a:cubicBezTo>
                <a:close/>
              </a:path>
            </a:pathLst>
          </a:custGeom>
          <a:noFill/>
          <a:ln w="9508" cap="flat">
            <a:solidFill>
              <a:schemeClr val="tx2"/>
            </a:solidFill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4" name="Groep 13">
            <a:extLst>
              <a:ext uri="{FF2B5EF4-FFF2-40B4-BE49-F238E27FC236}">
                <a16:creationId xmlns:a16="http://schemas.microsoft.com/office/drawing/2014/main" id="{596F4F1E-0D34-7446-9016-45B897BB8A23}"/>
              </a:ext>
            </a:extLst>
          </p:cNvPr>
          <p:cNvGrpSpPr/>
          <p:nvPr userDrawn="1"/>
        </p:nvGrpSpPr>
        <p:grpSpPr>
          <a:xfrm>
            <a:off x="12196061" y="1"/>
            <a:ext cx="3593091" cy="6857999"/>
            <a:chOff x="667887" y="1"/>
            <a:chExt cx="3593091" cy="6857999"/>
          </a:xfrm>
        </p:grpSpPr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148B77CA-B12F-4948-B2AD-C44FD4D38A2E}"/>
                </a:ext>
              </a:extLst>
            </p:cNvPr>
            <p:cNvSpPr/>
            <p:nvPr userDrawn="1"/>
          </p:nvSpPr>
          <p:spPr>
            <a:xfrm>
              <a:off x="667887" y="1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2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/format PICTURE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D4A9546E-60B4-7042-B6E9-CD3B7D2AD012}"/>
                </a:ext>
              </a:extLst>
            </p:cNvPr>
            <p:cNvSpPr/>
            <p:nvPr userDrawn="1"/>
          </p:nvSpPr>
          <p:spPr>
            <a:xfrm>
              <a:off x="850466" y="53525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DBA367E9-7D84-2A46-AA71-0CF86DA36D9E}"/>
                </a:ext>
              </a:extLst>
            </p:cNvPr>
            <p:cNvSpPr/>
            <p:nvPr userDrawn="1"/>
          </p:nvSpPr>
          <p:spPr>
            <a:xfrm>
              <a:off x="1134638" y="535256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If necessary, delete the existing picture using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Backspace Key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 Click on the icon to insert a new </a:t>
              </a: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(</a:t>
              </a:r>
              <a:r>
                <a:rPr kumimoji="0" lang="en-GB" sz="1000" b="0" i="1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see example below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 or go to Insert&gt; Pictures.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BC07C405-69AB-524C-8E15-6F3016F6630C}"/>
                </a:ext>
              </a:extLst>
            </p:cNvPr>
            <p:cNvGrpSpPr/>
            <p:nvPr userDrawn="1"/>
          </p:nvGrpSpPr>
          <p:grpSpPr>
            <a:xfrm>
              <a:off x="1120556" y="1209303"/>
              <a:ext cx="294789" cy="318834"/>
              <a:chOff x="14466489" y="1001522"/>
              <a:chExt cx="290627" cy="314333"/>
            </a:xfrm>
          </p:grpSpPr>
          <p:sp>
            <p:nvSpPr>
              <p:cNvPr id="74" name="Rechthoek 73">
                <a:extLst>
                  <a:ext uri="{FF2B5EF4-FFF2-40B4-BE49-F238E27FC236}">
                    <a16:creationId xmlns:a16="http://schemas.microsoft.com/office/drawing/2014/main" id="{EE8BF22D-72B0-7E4E-A87C-35237C9D3ED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2E1370A4-4108-2F4D-BF9C-C8F50DEB04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Vrije vorm: vorm 101">
                <a:extLst>
                  <a:ext uri="{FF2B5EF4-FFF2-40B4-BE49-F238E27FC236}">
                    <a16:creationId xmlns:a16="http://schemas.microsoft.com/office/drawing/2014/main" id="{E4B38775-C4B5-9946-8921-B840DE618EA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Rechthoek: afgeronde hoeken 102">
                <a:extLst>
                  <a:ext uri="{FF2B5EF4-FFF2-40B4-BE49-F238E27FC236}">
                    <a16:creationId xmlns:a16="http://schemas.microsoft.com/office/drawing/2014/main" id="{BB71D0E6-DFCC-9D4D-B00D-B3B4D8467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BEC4CDBB-0CCC-F743-BC6B-02259C73665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9" name="Rechte verbindingslijn 78">
                <a:extLst>
                  <a:ext uri="{FF2B5EF4-FFF2-40B4-BE49-F238E27FC236}">
                    <a16:creationId xmlns:a16="http://schemas.microsoft.com/office/drawing/2014/main" id="{777E33CC-734B-674C-80A4-CB38149E26B7}"/>
                  </a:ext>
                </a:extLst>
              </p:cNvPr>
              <p:cNvCxnSpPr>
                <a:cxnSpLocks/>
                <a:stCxn id="7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22">
              <a:extLst>
                <a:ext uri="{FF2B5EF4-FFF2-40B4-BE49-F238E27FC236}">
                  <a16:creationId xmlns:a16="http://schemas.microsoft.com/office/drawing/2014/main" id="{AA062A9F-8F09-D449-867D-B100288B4B22}"/>
                </a:ext>
              </a:extLst>
            </p:cNvPr>
            <p:cNvSpPr/>
            <p:nvPr userDrawn="1"/>
          </p:nvSpPr>
          <p:spPr>
            <a:xfrm>
              <a:off x="850466" y="1658126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8772BA0D-5936-2346-B2A5-43329F87AF4A}"/>
                </a:ext>
              </a:extLst>
            </p:cNvPr>
            <p:cNvSpPr/>
            <p:nvPr userDrawn="1"/>
          </p:nvSpPr>
          <p:spPr>
            <a:xfrm>
              <a:off x="1134638" y="1658127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 the desired picture and click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A5B84348-5AC8-E64F-98FD-CD0E2272DD1E}"/>
                </a:ext>
              </a:extLst>
            </p:cNvPr>
            <p:cNvGrpSpPr/>
            <p:nvPr userDrawn="1"/>
          </p:nvGrpSpPr>
          <p:grpSpPr>
            <a:xfrm>
              <a:off x="1142734" y="2092702"/>
              <a:ext cx="825500" cy="209550"/>
              <a:chOff x="13504624" y="2482850"/>
              <a:chExt cx="825500" cy="209550"/>
            </a:xfrm>
          </p:grpSpPr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1FDD0704-8174-9A4E-ADE7-E59D7B4B4DF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</p:txBody>
          </p:sp>
          <p:cxnSp>
            <p:nvCxnSpPr>
              <p:cNvPr id="72" name="Rechte verbindingslijn 71">
                <a:extLst>
                  <a:ext uri="{FF2B5EF4-FFF2-40B4-BE49-F238E27FC236}">
                    <a16:creationId xmlns:a16="http://schemas.microsoft.com/office/drawing/2014/main" id="{192A688B-EC34-3644-9900-1DD45C96A1E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3" name="Gelijkbenige driehoek 98">
                <a:extLst>
                  <a:ext uri="{FF2B5EF4-FFF2-40B4-BE49-F238E27FC236}">
                    <a16:creationId xmlns:a16="http://schemas.microsoft.com/office/drawing/2014/main" id="{EBB75395-6A46-C341-BF72-9168B1BCB99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8CDF4815-CFED-1B4A-95D8-4868F435A01E}"/>
                </a:ext>
              </a:extLst>
            </p:cNvPr>
            <p:cNvSpPr/>
            <p:nvPr userDrawn="1"/>
          </p:nvSpPr>
          <p:spPr>
            <a:xfrm>
              <a:off x="850466" y="243823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0B2A4529-03AE-354C-901F-F3E3B9ABEB22}"/>
                </a:ext>
              </a:extLst>
            </p:cNvPr>
            <p:cNvSpPr/>
            <p:nvPr userDrawn="1"/>
          </p:nvSpPr>
          <p:spPr>
            <a:xfrm>
              <a:off x="1134637" y="243823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Right-click the slide thumbnail on the left-hand side of the screen and select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 Slide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“.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5F68A2AE-1D75-474B-A150-6F84466A1B4C}"/>
                </a:ext>
              </a:extLst>
            </p:cNvPr>
            <p:cNvSpPr/>
            <p:nvPr userDrawn="1"/>
          </p:nvSpPr>
          <p:spPr>
            <a:xfrm>
              <a:off x="850466" y="4008891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E303AA31-6987-6C41-ADE9-85217DC574B4}"/>
                </a:ext>
              </a:extLst>
            </p:cNvPr>
            <p:cNvSpPr/>
            <p:nvPr userDrawn="1"/>
          </p:nvSpPr>
          <p:spPr>
            <a:xfrm>
              <a:off x="1134638" y="4008892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To resize or crop the picture, go to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Picture Tools - Format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 and click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Crop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button. Resize the picture using the dots and the picture frame using the corner handles.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30">
              <a:extLst>
                <a:ext uri="{FF2B5EF4-FFF2-40B4-BE49-F238E27FC236}">
                  <a16:creationId xmlns:a16="http://schemas.microsoft.com/office/drawing/2014/main" id="{8CCB1157-521F-8645-B245-ED36DABCF392}"/>
                </a:ext>
              </a:extLst>
            </p:cNvPr>
            <p:cNvGrpSpPr/>
            <p:nvPr userDrawn="1"/>
          </p:nvGrpSpPr>
          <p:grpSpPr>
            <a:xfrm>
              <a:off x="1045759" y="4769519"/>
              <a:ext cx="622283" cy="612919"/>
              <a:chOff x="12617641" y="3403239"/>
              <a:chExt cx="752963" cy="741634"/>
            </a:xfrm>
          </p:grpSpPr>
          <p:grpSp>
            <p:nvGrpSpPr>
              <p:cNvPr id="55" name="Groep 54">
                <a:extLst>
                  <a:ext uri="{FF2B5EF4-FFF2-40B4-BE49-F238E27FC236}">
                    <a16:creationId xmlns:a16="http://schemas.microsoft.com/office/drawing/2014/main" id="{DE3D5887-283D-8B40-9226-FA4257566E25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58" name="Groep 57">
                  <a:extLst>
                    <a:ext uri="{FF2B5EF4-FFF2-40B4-BE49-F238E27FC236}">
                      <a16:creationId xmlns:a16="http://schemas.microsoft.com/office/drawing/2014/main" id="{1472AE40-D30D-7D4B-A14A-E530D6B9A86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5" name="Groep 64">
                    <a:extLst>
                      <a:ext uri="{FF2B5EF4-FFF2-40B4-BE49-F238E27FC236}">
                        <a16:creationId xmlns:a16="http://schemas.microsoft.com/office/drawing/2014/main" id="{F924AC64-FBB2-6246-A29F-9BB3ED261C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68" name="Rechthoek 67">
                      <a:extLst>
                        <a:ext uri="{FF2B5EF4-FFF2-40B4-BE49-F238E27FC236}">
                          <a16:creationId xmlns:a16="http://schemas.microsoft.com/office/drawing/2014/main" id="{123AFE99-EEA3-7A4F-A1B9-57016CCCE33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Rechthoek 68">
                      <a:extLst>
                        <a:ext uri="{FF2B5EF4-FFF2-40B4-BE49-F238E27FC236}">
                          <a16:creationId xmlns:a16="http://schemas.microsoft.com/office/drawing/2014/main" id="{65D68552-3934-124E-B3B9-F68D02D664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Ovaal 69">
                      <a:extLst>
                        <a:ext uri="{FF2B5EF4-FFF2-40B4-BE49-F238E27FC236}">
                          <a16:creationId xmlns:a16="http://schemas.microsoft.com/office/drawing/2014/main" id="{44FC38F6-5801-2C42-8B78-9A6EA81529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6" name="Afbeelding 65">
                    <a:extLst>
                      <a:ext uri="{FF2B5EF4-FFF2-40B4-BE49-F238E27FC236}">
                        <a16:creationId xmlns:a16="http://schemas.microsoft.com/office/drawing/2014/main" id="{56D3EA5A-716F-464B-8CA6-BBE88F08101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7" name="Afbeelding 66">
                    <a:extLst>
                      <a:ext uri="{FF2B5EF4-FFF2-40B4-BE49-F238E27FC236}">
                        <a16:creationId xmlns:a16="http://schemas.microsoft.com/office/drawing/2014/main" id="{B5E3DF1D-BD58-B84D-B90F-EFFE04D3BBE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9" name="Groep 58">
                  <a:extLst>
                    <a:ext uri="{FF2B5EF4-FFF2-40B4-BE49-F238E27FC236}">
                      <a16:creationId xmlns:a16="http://schemas.microsoft.com/office/drawing/2014/main" id="{2AE54D2A-54BF-C745-89CF-926059BD7ED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62">
                    <a:extLst>
                      <a:ext uri="{FF2B5EF4-FFF2-40B4-BE49-F238E27FC236}">
                        <a16:creationId xmlns:a16="http://schemas.microsoft.com/office/drawing/2014/main" id="{6C8A9D59-735D-5E48-B39B-46D42938B1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63">
                    <a:extLst>
                      <a:ext uri="{FF2B5EF4-FFF2-40B4-BE49-F238E27FC236}">
                        <a16:creationId xmlns:a16="http://schemas.microsoft.com/office/drawing/2014/main" id="{CB39B84B-4885-2846-81A9-92C3148E276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86D8D352-6962-984C-8F89-8708ABA4B73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60">
                    <a:extLst>
                      <a:ext uri="{FF2B5EF4-FFF2-40B4-BE49-F238E27FC236}">
                        <a16:creationId xmlns:a16="http://schemas.microsoft.com/office/drawing/2014/main" id="{B95DC389-F796-DE48-AA03-C266C161B23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61">
                    <a:extLst>
                      <a:ext uri="{FF2B5EF4-FFF2-40B4-BE49-F238E27FC236}">
                        <a16:creationId xmlns:a16="http://schemas.microsoft.com/office/drawing/2014/main" id="{37534103-A503-2948-AB1B-4A427F21D5C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796A9678-CE69-C44B-9180-D86D6FD70B6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 b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</a:p>
            </p:txBody>
          </p:sp>
          <p:sp>
            <p:nvSpPr>
              <p:cNvPr id="57" name="Gelijkbenige driehoek 78">
                <a:extLst>
                  <a:ext uri="{FF2B5EF4-FFF2-40B4-BE49-F238E27FC236}">
                    <a16:creationId xmlns:a16="http://schemas.microsoft.com/office/drawing/2014/main" id="{F75B7D57-97CF-A948-A243-CB1EE21E458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AD8FE4B-C4AF-BE46-9CD1-88D2645C7E8E}"/>
                </a:ext>
              </a:extLst>
            </p:cNvPr>
            <p:cNvSpPr/>
            <p:nvPr userDrawn="1"/>
          </p:nvSpPr>
          <p:spPr>
            <a:xfrm>
              <a:off x="1137558" y="3112347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2"/>
                </a:solidFill>
                <a:latin typeface="Montserrat" pitchFamily="2" charset="77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7D6866F3-E650-0945-9482-E7FAF676A27B}"/>
                </a:ext>
              </a:extLst>
            </p:cNvPr>
            <p:cNvGrpSpPr/>
            <p:nvPr userDrawn="1"/>
          </p:nvGrpSpPr>
          <p:grpSpPr>
            <a:xfrm>
              <a:off x="1968575" y="3391865"/>
              <a:ext cx="1222990" cy="563933"/>
              <a:chOff x="-2485819" y="3399207"/>
              <a:chExt cx="1222990" cy="563933"/>
            </a:xfrm>
          </p:grpSpPr>
          <p:sp>
            <p:nvSpPr>
              <p:cNvPr id="34" name="Rechthoek 33">
                <a:extLst>
                  <a:ext uri="{FF2B5EF4-FFF2-40B4-BE49-F238E27FC236}">
                    <a16:creationId xmlns:a16="http://schemas.microsoft.com/office/drawing/2014/main" id="{64851DA8-0AA5-1B4F-92C9-3EFB938C197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1F63DF3E-07C2-BB4B-B71E-4F7544E2AF9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6" name="Groep 35">
                <a:extLst>
                  <a:ext uri="{FF2B5EF4-FFF2-40B4-BE49-F238E27FC236}">
                    <a16:creationId xmlns:a16="http://schemas.microsoft.com/office/drawing/2014/main" id="{243B520D-C904-9340-AA68-C72C64BD9C2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9" name="Rechthoek: afgeronde hoeken 61">
                  <a:extLst>
                    <a:ext uri="{FF2B5EF4-FFF2-40B4-BE49-F238E27FC236}">
                      <a16:creationId xmlns:a16="http://schemas.microsoft.com/office/drawing/2014/main" id="{99C46ACC-2C52-BF4E-AEC3-450BB118871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49">
                  <a:extLst>
                    <a:ext uri="{FF2B5EF4-FFF2-40B4-BE49-F238E27FC236}">
                      <a16:creationId xmlns:a16="http://schemas.microsoft.com/office/drawing/2014/main" id="{75C2BDF7-8F8E-D541-8691-BEA0660AC06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0562C3A1-324A-8F44-BA20-0EA3F429E65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51">
                  <a:extLst>
                    <a:ext uri="{FF2B5EF4-FFF2-40B4-BE49-F238E27FC236}">
                      <a16:creationId xmlns:a16="http://schemas.microsoft.com/office/drawing/2014/main" id="{CD8354F9-9DEB-2B44-B753-EE782B7BB33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52">
                  <a:extLst>
                    <a:ext uri="{FF2B5EF4-FFF2-40B4-BE49-F238E27FC236}">
                      <a16:creationId xmlns:a16="http://schemas.microsoft.com/office/drawing/2014/main" id="{08D93179-8AB1-1943-932E-9B2F5CAAD89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441E4243-1614-7E47-9060-57F166A624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7" name="Groep 36">
                <a:extLst>
                  <a:ext uri="{FF2B5EF4-FFF2-40B4-BE49-F238E27FC236}">
                    <a16:creationId xmlns:a16="http://schemas.microsoft.com/office/drawing/2014/main" id="{42856CBC-A840-BB44-8156-B73DFF41DBE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1" name="Groep 40">
                  <a:extLst>
                    <a:ext uri="{FF2B5EF4-FFF2-40B4-BE49-F238E27FC236}">
                      <a16:creationId xmlns:a16="http://schemas.microsoft.com/office/drawing/2014/main" id="{26AB3DDD-907B-4243-97EB-CF5A0C2C3F4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3" name="Rechthoek: afgeronde hoeken 55">
                    <a:extLst>
                      <a:ext uri="{FF2B5EF4-FFF2-40B4-BE49-F238E27FC236}">
                        <a16:creationId xmlns:a16="http://schemas.microsoft.com/office/drawing/2014/main" id="{72659474-8CED-6D48-AF3B-88424E4769F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9CA76487-15AE-054A-8F42-09360DD6A3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44">
                    <a:extLst>
                      <a:ext uri="{FF2B5EF4-FFF2-40B4-BE49-F238E27FC236}">
                        <a16:creationId xmlns:a16="http://schemas.microsoft.com/office/drawing/2014/main" id="{D772EAE3-3DCE-2741-855B-F53668B8F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45">
                    <a:extLst>
                      <a:ext uri="{FF2B5EF4-FFF2-40B4-BE49-F238E27FC236}">
                        <a16:creationId xmlns:a16="http://schemas.microsoft.com/office/drawing/2014/main" id="{04342D62-5775-564B-B34D-7463BAF2C9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46">
                    <a:extLst>
                      <a:ext uri="{FF2B5EF4-FFF2-40B4-BE49-F238E27FC236}">
                        <a16:creationId xmlns:a16="http://schemas.microsoft.com/office/drawing/2014/main" id="{F4090FCC-0F55-2046-AF02-437A764544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FE0B35F5-A9C3-A84B-BA89-CD88F281C1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2" name="Boog 41">
                  <a:extLst>
                    <a:ext uri="{FF2B5EF4-FFF2-40B4-BE49-F238E27FC236}">
                      <a16:creationId xmlns:a16="http://schemas.microsoft.com/office/drawing/2014/main" id="{D95585F7-BD7A-1942-A530-D822B19E0FB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8" name="Tekstvak 37">
                <a:extLst>
                  <a:ext uri="{FF2B5EF4-FFF2-40B4-BE49-F238E27FC236}">
                    <a16:creationId xmlns:a16="http://schemas.microsoft.com/office/drawing/2014/main" id="{500D786A-5F2C-F14F-93FA-08FC4CF63A9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Layout</a:t>
                </a:r>
                <a:endParaRPr lang="en-GB" sz="900" b="0" kern="120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9" name="Tekstvak 38">
                <a:extLst>
                  <a:ext uri="{FF2B5EF4-FFF2-40B4-BE49-F238E27FC236}">
                    <a16:creationId xmlns:a16="http://schemas.microsoft.com/office/drawing/2014/main" id="{E07EE30B-1754-AC40-96FF-C2B8E2781AC5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endParaRPr lang="nl-NL" sz="900" b="0" kern="1200" noProof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Vrije vorm: vorm 52">
                <a:extLst>
                  <a:ext uri="{FF2B5EF4-FFF2-40B4-BE49-F238E27FC236}">
                    <a16:creationId xmlns:a16="http://schemas.microsoft.com/office/drawing/2014/main" id="{484BC46E-9606-D548-A2DD-9B47C0E6811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pic>
        <p:nvPicPr>
          <p:cNvPr id="80" name="Afbeelding 79">
            <a:extLst>
              <a:ext uri="{FF2B5EF4-FFF2-40B4-BE49-F238E27FC236}">
                <a16:creationId xmlns:a16="http://schemas.microsoft.com/office/drawing/2014/main" id="{E2BFFFCF-F524-9A4F-8A0D-6D27757ED96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653738" y="6297409"/>
            <a:ext cx="569557" cy="29791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81" name="Ovaal 80">
            <a:extLst>
              <a:ext uri="{FF2B5EF4-FFF2-40B4-BE49-F238E27FC236}">
                <a16:creationId xmlns:a16="http://schemas.microsoft.com/office/drawing/2014/main" id="{DFD4975D-1C2B-8643-B255-DA543059F185}"/>
              </a:ext>
            </a:extLst>
          </p:cNvPr>
          <p:cNvSpPr/>
          <p:nvPr userDrawn="1"/>
        </p:nvSpPr>
        <p:spPr>
          <a:xfrm>
            <a:off x="12368999" y="5520782"/>
            <a:ext cx="180000" cy="180000"/>
          </a:xfrm>
          <a:prstGeom prst="ellipse">
            <a:avLst/>
          </a:prstGeom>
          <a:solidFill>
            <a:schemeClr val="tx2"/>
          </a:solidFill>
          <a:ln w="25400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0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</a:p>
        </p:txBody>
      </p:sp>
      <p:sp>
        <p:nvSpPr>
          <p:cNvPr id="82" name="Rechthoek 81">
            <a:extLst>
              <a:ext uri="{FF2B5EF4-FFF2-40B4-BE49-F238E27FC236}">
                <a16:creationId xmlns:a16="http://schemas.microsoft.com/office/drawing/2014/main" id="{C42E9434-4BFD-B544-A46D-4F912057C8B9}"/>
              </a:ext>
            </a:extLst>
          </p:cNvPr>
          <p:cNvSpPr/>
          <p:nvPr userDrawn="1"/>
        </p:nvSpPr>
        <p:spPr>
          <a:xfrm>
            <a:off x="12706114" y="5520782"/>
            <a:ext cx="3255975" cy="97979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0" tIns="0" rIns="0" bIns="0" rtlCol="0" anchor="t">
            <a:noAutofit/>
          </a:bodyPr>
          <a:lstStyle/>
          <a:p>
            <a:pPr marR="0" lvl="0" indent="0" fontAlgn="auto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To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give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 the picture 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a transparent blue colour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: click on the picture and go to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Format Picture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tab.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lick the "</a:t>
            </a:r>
            <a:r>
              <a:rPr kumimoji="0" lang="en-GB" sz="10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Transparency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" button. </a:t>
            </a:r>
            <a:r>
              <a:rPr lang="en-GB" sz="1000" kern="0">
                <a:solidFill>
                  <a:schemeClr val="tx2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kumimoji="0" lang="en-GB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Open Sans" panose="020B0606030504020204" pitchFamily="34" charset="0"/>
                <a:cs typeface="Open Sans" panose="020B0606030504020204" pitchFamily="34" charset="0"/>
              </a:rPr>
              <a:t>et the transparency to 50% for optimal results.</a:t>
            </a:r>
            <a:endParaRPr kumimoji="0" lang="nl-NL" sz="1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83" name="Afbeelding 82">
            <a:extLst>
              <a:ext uri="{FF2B5EF4-FFF2-40B4-BE49-F238E27FC236}">
                <a16:creationId xmlns:a16="http://schemas.microsoft.com/office/drawing/2014/main" id="{8A0B7C30-ECA1-DF44-A531-214374436830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rcRect/>
          <a:stretch/>
        </p:blipFill>
        <p:spPr>
          <a:xfrm>
            <a:off x="13372316" y="6320088"/>
            <a:ext cx="2340420" cy="387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633120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eferenc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688916" y="3711295"/>
            <a:ext cx="3736322" cy="1947161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references</a:t>
            </a:r>
            <a:endParaRPr lang="nl-NL"/>
          </a:p>
        </p:txBody>
      </p:sp>
      <p:sp>
        <p:nvSpPr>
          <p:cNvPr id="19" name="Afgeronde rechthoek 18">
            <a:extLst>
              <a:ext uri="{FF2B5EF4-FFF2-40B4-BE49-F238E27FC236}">
                <a16:creationId xmlns:a16="http://schemas.microsoft.com/office/drawing/2014/main" id="{F53B573C-0004-A841-BC71-6C13CBF6B5A3}"/>
              </a:ext>
            </a:extLst>
          </p:cNvPr>
          <p:cNvSpPr/>
          <p:nvPr userDrawn="1"/>
        </p:nvSpPr>
        <p:spPr>
          <a:xfrm>
            <a:off x="10510838" y="5658840"/>
            <a:ext cx="914400" cy="13517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b="1" i="0" err="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20" name="Rechte verbindingslijn 19">
            <a:extLst>
              <a:ext uri="{FF2B5EF4-FFF2-40B4-BE49-F238E27FC236}">
                <a16:creationId xmlns:a16="http://schemas.microsoft.com/office/drawing/2014/main" id="{F676D55D-6B7D-7E44-A17D-874AF81C129F}"/>
              </a:ext>
            </a:extLst>
          </p:cNvPr>
          <p:cNvCxnSpPr>
            <a:cxnSpLocks/>
          </p:cNvCxnSpPr>
          <p:nvPr userDrawn="1"/>
        </p:nvCxnSpPr>
        <p:spPr>
          <a:xfrm>
            <a:off x="2997642" y="765175"/>
            <a:ext cx="0" cy="5118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Rechte verbindingslijn 20">
            <a:extLst>
              <a:ext uri="{FF2B5EF4-FFF2-40B4-BE49-F238E27FC236}">
                <a16:creationId xmlns:a16="http://schemas.microsoft.com/office/drawing/2014/main" id="{570993FC-0CCF-BA4E-9B36-AB53827E38CE}"/>
              </a:ext>
            </a:extLst>
          </p:cNvPr>
          <p:cNvCxnSpPr>
            <a:cxnSpLocks/>
          </p:cNvCxnSpPr>
          <p:nvPr userDrawn="1"/>
        </p:nvCxnSpPr>
        <p:spPr>
          <a:xfrm>
            <a:off x="5201478" y="765175"/>
            <a:ext cx="0" cy="5118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Rechte verbindingslijn 21">
            <a:extLst>
              <a:ext uri="{FF2B5EF4-FFF2-40B4-BE49-F238E27FC236}">
                <a16:creationId xmlns:a16="http://schemas.microsoft.com/office/drawing/2014/main" id="{5E46F449-9238-D248-9ED1-4F586105F8BE}"/>
              </a:ext>
            </a:extLst>
          </p:cNvPr>
          <p:cNvCxnSpPr>
            <a:cxnSpLocks/>
          </p:cNvCxnSpPr>
          <p:nvPr userDrawn="1"/>
        </p:nvCxnSpPr>
        <p:spPr>
          <a:xfrm flipH="1">
            <a:off x="781609" y="2091193"/>
            <a:ext cx="663590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Rechte verbindingslijn 24">
            <a:extLst>
              <a:ext uri="{FF2B5EF4-FFF2-40B4-BE49-F238E27FC236}">
                <a16:creationId xmlns:a16="http://schemas.microsoft.com/office/drawing/2014/main" id="{07F2B6CE-05CD-5E48-AB8D-9EEE44A4DC61}"/>
              </a:ext>
            </a:extLst>
          </p:cNvPr>
          <p:cNvCxnSpPr>
            <a:cxnSpLocks/>
          </p:cNvCxnSpPr>
          <p:nvPr userDrawn="1"/>
        </p:nvCxnSpPr>
        <p:spPr>
          <a:xfrm flipH="1">
            <a:off x="766763" y="3360751"/>
            <a:ext cx="663590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Rechte verbindingslijn 27">
            <a:extLst>
              <a:ext uri="{FF2B5EF4-FFF2-40B4-BE49-F238E27FC236}">
                <a16:creationId xmlns:a16="http://schemas.microsoft.com/office/drawing/2014/main" id="{803D97FB-B8D9-944E-8F22-6FB558805C5C}"/>
              </a:ext>
            </a:extLst>
          </p:cNvPr>
          <p:cNvCxnSpPr>
            <a:cxnSpLocks/>
          </p:cNvCxnSpPr>
          <p:nvPr userDrawn="1"/>
        </p:nvCxnSpPr>
        <p:spPr>
          <a:xfrm flipH="1">
            <a:off x="766763" y="4630309"/>
            <a:ext cx="663590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ijdelijke aanduiding voor afbeelding 29">
            <a:extLst>
              <a:ext uri="{FF2B5EF4-FFF2-40B4-BE49-F238E27FC236}">
                <a16:creationId xmlns:a16="http://schemas.microsoft.com/office/drawing/2014/main" id="{BA3A25BE-8831-6848-A014-F776420DACA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26919" y="898928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1" name="Tijdelijke aanduiding voor afbeelding 29">
            <a:extLst>
              <a:ext uri="{FF2B5EF4-FFF2-40B4-BE49-F238E27FC236}">
                <a16:creationId xmlns:a16="http://schemas.microsoft.com/office/drawing/2014/main" id="{C5BCA336-5926-054C-AABF-08170D7A6FE3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926919" y="2197047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2" name="Tijdelijke aanduiding voor afbeelding 29">
            <a:extLst>
              <a:ext uri="{FF2B5EF4-FFF2-40B4-BE49-F238E27FC236}">
                <a16:creationId xmlns:a16="http://schemas.microsoft.com/office/drawing/2014/main" id="{C242897C-72FF-9141-9D0B-CBD8B937BE2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926918" y="3466605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3" name="Tijdelijke aanduiding voor afbeelding 29">
            <a:extLst>
              <a:ext uri="{FF2B5EF4-FFF2-40B4-BE49-F238E27FC236}">
                <a16:creationId xmlns:a16="http://schemas.microsoft.com/office/drawing/2014/main" id="{D111B247-BAF4-E844-9A13-07CBB15BB60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26917" y="4736162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4" name="Tijdelijke aanduiding voor afbeelding 29">
            <a:extLst>
              <a:ext uri="{FF2B5EF4-FFF2-40B4-BE49-F238E27FC236}">
                <a16:creationId xmlns:a16="http://schemas.microsoft.com/office/drawing/2014/main" id="{A9117B17-6377-474F-8200-E3D5B52780F7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3144276" y="4736162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5" name="Tijdelijke aanduiding voor afbeelding 29">
            <a:extLst>
              <a:ext uri="{FF2B5EF4-FFF2-40B4-BE49-F238E27FC236}">
                <a16:creationId xmlns:a16="http://schemas.microsoft.com/office/drawing/2014/main" id="{2A696797-D36F-8B43-A0F1-A26F0DA0AD18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360569" y="4736161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6" name="Tijdelijke aanduiding voor afbeelding 29">
            <a:extLst>
              <a:ext uri="{FF2B5EF4-FFF2-40B4-BE49-F238E27FC236}">
                <a16:creationId xmlns:a16="http://schemas.microsoft.com/office/drawing/2014/main" id="{B6864734-C19A-224B-A201-7E2E29C8EA67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3144276" y="3466603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7" name="Tijdelijke aanduiding voor afbeelding 29">
            <a:extLst>
              <a:ext uri="{FF2B5EF4-FFF2-40B4-BE49-F238E27FC236}">
                <a16:creationId xmlns:a16="http://schemas.microsoft.com/office/drawing/2014/main" id="{57C988DB-190F-5643-9CED-D8599BBAE348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5360569" y="3466602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8" name="Tijdelijke aanduiding voor afbeelding 29">
            <a:extLst>
              <a:ext uri="{FF2B5EF4-FFF2-40B4-BE49-F238E27FC236}">
                <a16:creationId xmlns:a16="http://schemas.microsoft.com/office/drawing/2014/main" id="{B9468B5B-9B76-024A-B9D1-C0AB7991F60C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3144276" y="2197045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9" name="Tijdelijke aanduiding voor afbeelding 29">
            <a:extLst>
              <a:ext uri="{FF2B5EF4-FFF2-40B4-BE49-F238E27FC236}">
                <a16:creationId xmlns:a16="http://schemas.microsoft.com/office/drawing/2014/main" id="{5AF10C23-93AA-004E-A191-F46DB223DE15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360569" y="2197044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40" name="Tijdelijke aanduiding voor afbeelding 29">
            <a:extLst>
              <a:ext uri="{FF2B5EF4-FFF2-40B4-BE49-F238E27FC236}">
                <a16:creationId xmlns:a16="http://schemas.microsoft.com/office/drawing/2014/main" id="{97D713E6-E4F9-BA4D-ABBE-CB36345660E5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3142952" y="902943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41" name="Tijdelijke aanduiding voor afbeelding 29">
            <a:extLst>
              <a:ext uri="{FF2B5EF4-FFF2-40B4-BE49-F238E27FC236}">
                <a16:creationId xmlns:a16="http://schemas.microsoft.com/office/drawing/2014/main" id="{7FF9E3E1-E36D-F441-83C4-6476C5849DAD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5359245" y="902942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grpSp>
        <p:nvGrpSpPr>
          <p:cNvPr id="105" name="Groep 104">
            <a:extLst>
              <a:ext uri="{FF2B5EF4-FFF2-40B4-BE49-F238E27FC236}">
                <a16:creationId xmlns:a16="http://schemas.microsoft.com/office/drawing/2014/main" id="{438DAAF3-A7B2-284B-8BFB-6C5E7BAA4445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06" name="Vrije vorm 105">
              <a:extLst>
                <a:ext uri="{FF2B5EF4-FFF2-40B4-BE49-F238E27FC236}">
                  <a16:creationId xmlns:a16="http://schemas.microsoft.com/office/drawing/2014/main" id="{A43399FA-7363-BB4E-A71F-BA51C3FF1070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7" name="Vrije vorm 106">
              <a:extLst>
                <a:ext uri="{FF2B5EF4-FFF2-40B4-BE49-F238E27FC236}">
                  <a16:creationId xmlns:a16="http://schemas.microsoft.com/office/drawing/2014/main" id="{E330424A-6C1B-9747-84FB-65F6F777F843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8" name="Vrije vorm 107">
              <a:extLst>
                <a:ext uri="{FF2B5EF4-FFF2-40B4-BE49-F238E27FC236}">
                  <a16:creationId xmlns:a16="http://schemas.microsoft.com/office/drawing/2014/main" id="{54C23423-9975-9343-9108-323E4C6F1863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9" name="Vrije vorm 108">
              <a:extLst>
                <a:ext uri="{FF2B5EF4-FFF2-40B4-BE49-F238E27FC236}">
                  <a16:creationId xmlns:a16="http://schemas.microsoft.com/office/drawing/2014/main" id="{1C424F11-F2F3-F14D-8445-51230A5ECBE7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0" name="Vrije vorm 109">
              <a:extLst>
                <a:ext uri="{FF2B5EF4-FFF2-40B4-BE49-F238E27FC236}">
                  <a16:creationId xmlns:a16="http://schemas.microsoft.com/office/drawing/2014/main" id="{C2A3EE44-F102-E74C-A3A4-871143A85DC2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1" name="Vrije vorm 110">
              <a:extLst>
                <a:ext uri="{FF2B5EF4-FFF2-40B4-BE49-F238E27FC236}">
                  <a16:creationId xmlns:a16="http://schemas.microsoft.com/office/drawing/2014/main" id="{62C59A0B-CD18-ED4E-AB14-67CB465193F3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2" name="Vrije vorm 111">
              <a:extLst>
                <a:ext uri="{FF2B5EF4-FFF2-40B4-BE49-F238E27FC236}">
                  <a16:creationId xmlns:a16="http://schemas.microsoft.com/office/drawing/2014/main" id="{133B6196-A108-3145-9FCA-CAC3A5F725D2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3" name="Vrije vorm 112">
              <a:extLst>
                <a:ext uri="{FF2B5EF4-FFF2-40B4-BE49-F238E27FC236}">
                  <a16:creationId xmlns:a16="http://schemas.microsoft.com/office/drawing/2014/main" id="{72FC11C5-6D9F-0B45-A328-AAB31D23437D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4" name="Vrije vorm 113">
              <a:extLst>
                <a:ext uri="{FF2B5EF4-FFF2-40B4-BE49-F238E27FC236}">
                  <a16:creationId xmlns:a16="http://schemas.microsoft.com/office/drawing/2014/main" id="{181614B1-C22E-1340-94B5-3CE84DE3681B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15" name="Graphic 23">
              <a:extLst>
                <a:ext uri="{FF2B5EF4-FFF2-40B4-BE49-F238E27FC236}">
                  <a16:creationId xmlns:a16="http://schemas.microsoft.com/office/drawing/2014/main" id="{F77BCC57-9575-884C-BD0D-8D1A18922C7B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16" name="Vrije vorm 115">
                <a:extLst>
                  <a:ext uri="{FF2B5EF4-FFF2-40B4-BE49-F238E27FC236}">
                    <a16:creationId xmlns:a16="http://schemas.microsoft.com/office/drawing/2014/main" id="{32D56E96-E280-D34E-841E-E9B84BE9B828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7" name="Vrije vorm 116">
                <a:extLst>
                  <a:ext uri="{FF2B5EF4-FFF2-40B4-BE49-F238E27FC236}">
                    <a16:creationId xmlns:a16="http://schemas.microsoft.com/office/drawing/2014/main" id="{ED36FB99-3D77-6A48-BC85-6A1677CFE806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8" name="Vrije vorm 117">
                <a:extLst>
                  <a:ext uri="{FF2B5EF4-FFF2-40B4-BE49-F238E27FC236}">
                    <a16:creationId xmlns:a16="http://schemas.microsoft.com/office/drawing/2014/main" id="{D12081D5-6E84-EA48-B919-58D507DCC1A7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9" name="Vrije vorm 118">
                <a:extLst>
                  <a:ext uri="{FF2B5EF4-FFF2-40B4-BE49-F238E27FC236}">
                    <a16:creationId xmlns:a16="http://schemas.microsoft.com/office/drawing/2014/main" id="{02F791C5-36F8-6F45-999B-C8428B49588B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0" name="Vrije vorm 119">
                <a:extLst>
                  <a:ext uri="{FF2B5EF4-FFF2-40B4-BE49-F238E27FC236}">
                    <a16:creationId xmlns:a16="http://schemas.microsoft.com/office/drawing/2014/main" id="{1E7DFE68-FAEB-B14E-833B-94ED7E1C2933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1" name="Vrije vorm 120">
                <a:extLst>
                  <a:ext uri="{FF2B5EF4-FFF2-40B4-BE49-F238E27FC236}">
                    <a16:creationId xmlns:a16="http://schemas.microsoft.com/office/drawing/2014/main" id="{C000B665-B49B-9240-9A42-A43F6D1A617D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" name="Vrije vorm 121">
                <a:extLst>
                  <a:ext uri="{FF2B5EF4-FFF2-40B4-BE49-F238E27FC236}">
                    <a16:creationId xmlns:a16="http://schemas.microsoft.com/office/drawing/2014/main" id="{8B1C4273-D9E7-0343-8FA0-13EAED0AE59E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" name="Vrije vorm 122">
                <a:extLst>
                  <a:ext uri="{FF2B5EF4-FFF2-40B4-BE49-F238E27FC236}">
                    <a16:creationId xmlns:a16="http://schemas.microsoft.com/office/drawing/2014/main" id="{7D5E3CEE-33DE-6C4F-A680-D604ED309B45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" name="Vrije vorm 123">
                <a:extLst>
                  <a:ext uri="{FF2B5EF4-FFF2-40B4-BE49-F238E27FC236}">
                    <a16:creationId xmlns:a16="http://schemas.microsoft.com/office/drawing/2014/main" id="{B7667F61-541B-3345-B823-05B604C59398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" name="Vrije vorm 124">
                <a:extLst>
                  <a:ext uri="{FF2B5EF4-FFF2-40B4-BE49-F238E27FC236}">
                    <a16:creationId xmlns:a16="http://schemas.microsoft.com/office/drawing/2014/main" id="{2E73277E-0D38-6D46-A486-86CF01E8006A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6" name="Vrije vorm 125">
                <a:extLst>
                  <a:ext uri="{FF2B5EF4-FFF2-40B4-BE49-F238E27FC236}">
                    <a16:creationId xmlns:a16="http://schemas.microsoft.com/office/drawing/2014/main" id="{E0787CF8-0B73-5C40-BB02-174A7BF8B496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7" name="Vrije vorm 126">
                <a:extLst>
                  <a:ext uri="{FF2B5EF4-FFF2-40B4-BE49-F238E27FC236}">
                    <a16:creationId xmlns:a16="http://schemas.microsoft.com/office/drawing/2014/main" id="{BE8E4ED2-7109-7E46-BD84-41135BEAF605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" name="Vrije vorm 127">
                <a:extLst>
                  <a:ext uri="{FF2B5EF4-FFF2-40B4-BE49-F238E27FC236}">
                    <a16:creationId xmlns:a16="http://schemas.microsoft.com/office/drawing/2014/main" id="{3209E058-5FBB-7545-AE58-A76742471E60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" name="Vrije vorm 128">
                <a:extLst>
                  <a:ext uri="{FF2B5EF4-FFF2-40B4-BE49-F238E27FC236}">
                    <a16:creationId xmlns:a16="http://schemas.microsoft.com/office/drawing/2014/main" id="{646C84DA-C194-C542-9E6D-3355B6938B5C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48" name="Groep 47">
            <a:extLst>
              <a:ext uri="{FF2B5EF4-FFF2-40B4-BE49-F238E27FC236}">
                <a16:creationId xmlns:a16="http://schemas.microsoft.com/office/drawing/2014/main" id="{B51D8B0E-3945-F94F-A9CB-18639E48C224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49" name="Rechthoek 48">
              <a:extLst>
                <a:ext uri="{FF2B5EF4-FFF2-40B4-BE49-F238E27FC236}">
                  <a16:creationId xmlns:a16="http://schemas.microsoft.com/office/drawing/2014/main" id="{62D2B03E-72B3-8B4C-825F-77D7622F0BD7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50" name="Rechthoek 49">
              <a:extLst>
                <a:ext uri="{FF2B5EF4-FFF2-40B4-BE49-F238E27FC236}">
                  <a16:creationId xmlns:a16="http://schemas.microsoft.com/office/drawing/2014/main" id="{BCF2B643-AB93-F14B-BF74-AEBB7F8AB60E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51" name="Rechthoek 50">
              <a:extLst>
                <a:ext uri="{FF2B5EF4-FFF2-40B4-BE49-F238E27FC236}">
                  <a16:creationId xmlns:a16="http://schemas.microsoft.com/office/drawing/2014/main" id="{EDA99C21-0114-474A-84B1-2FD879CA93CE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2" name="Rechthoek 51">
              <a:extLst>
                <a:ext uri="{FF2B5EF4-FFF2-40B4-BE49-F238E27FC236}">
                  <a16:creationId xmlns:a16="http://schemas.microsoft.com/office/drawing/2014/main" id="{E1321EEA-3F8D-7148-AB9D-38B4E3F39ED8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3" name="Groep 52">
              <a:extLst>
                <a:ext uri="{FF2B5EF4-FFF2-40B4-BE49-F238E27FC236}">
                  <a16:creationId xmlns:a16="http://schemas.microsoft.com/office/drawing/2014/main" id="{AE4055C2-98EF-6A48-A2C2-0F0918501DD6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66" name="Rechthoek: afgeronde hoeken 61">
                <a:extLst>
                  <a:ext uri="{FF2B5EF4-FFF2-40B4-BE49-F238E27FC236}">
                    <a16:creationId xmlns:a16="http://schemas.microsoft.com/office/drawing/2014/main" id="{402578B7-088B-AC4F-953A-6C4A4CE55082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 66">
                <a:extLst>
                  <a:ext uri="{FF2B5EF4-FFF2-40B4-BE49-F238E27FC236}">
                    <a16:creationId xmlns:a16="http://schemas.microsoft.com/office/drawing/2014/main" id="{D39CDD03-A107-1A44-A4CF-D2BE761AC045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C8AF7175-95B9-BD44-9875-F8583FCBB407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 68">
                <a:extLst>
                  <a:ext uri="{FF2B5EF4-FFF2-40B4-BE49-F238E27FC236}">
                    <a16:creationId xmlns:a16="http://schemas.microsoft.com/office/drawing/2014/main" id="{3BD4422B-4709-9940-96DA-F489AF0D0A30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DEC839E8-D854-FA43-BA5D-EE72384C5871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4DAD053B-76BC-C145-B52F-FED4573F285A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54" name="Groep 53">
              <a:extLst>
                <a:ext uri="{FF2B5EF4-FFF2-40B4-BE49-F238E27FC236}">
                  <a16:creationId xmlns:a16="http://schemas.microsoft.com/office/drawing/2014/main" id="{9EF0F032-6F31-AB4D-AF62-433ADC85DDBF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58" name="Groep 57">
                <a:extLst>
                  <a:ext uri="{FF2B5EF4-FFF2-40B4-BE49-F238E27FC236}">
                    <a16:creationId xmlns:a16="http://schemas.microsoft.com/office/drawing/2014/main" id="{AA70D127-2714-874E-B0F9-4222384AB6D6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60" name="Rechthoek: afgeronde hoeken 55">
                  <a:extLst>
                    <a:ext uri="{FF2B5EF4-FFF2-40B4-BE49-F238E27FC236}">
                      <a16:creationId xmlns:a16="http://schemas.microsoft.com/office/drawing/2014/main" id="{D5448DD7-DE5A-E54E-A7A4-0B7CD3307E1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05327D59-60D6-0E4A-9E00-34A464A959E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62" name="Rechthoek 61">
                  <a:extLst>
                    <a:ext uri="{FF2B5EF4-FFF2-40B4-BE49-F238E27FC236}">
                      <a16:creationId xmlns:a16="http://schemas.microsoft.com/office/drawing/2014/main" id="{1632A361-7681-7144-A30C-87EE0F21724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63" name="Rechthoek 62">
                  <a:extLst>
                    <a:ext uri="{FF2B5EF4-FFF2-40B4-BE49-F238E27FC236}">
                      <a16:creationId xmlns:a16="http://schemas.microsoft.com/office/drawing/2014/main" id="{14BA1FA1-FA1E-834E-82BA-EE54BB58A5E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64" name="Rechthoek 63">
                  <a:extLst>
                    <a:ext uri="{FF2B5EF4-FFF2-40B4-BE49-F238E27FC236}">
                      <a16:creationId xmlns:a16="http://schemas.microsoft.com/office/drawing/2014/main" id="{F1748970-191C-A546-857E-A115B8EFD119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65" name="Rechthoek 64">
                  <a:extLst>
                    <a:ext uri="{FF2B5EF4-FFF2-40B4-BE49-F238E27FC236}">
                      <a16:creationId xmlns:a16="http://schemas.microsoft.com/office/drawing/2014/main" id="{05B2B8FE-DF53-5849-B9F9-43B72854657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59" name="Boog 58">
                <a:extLst>
                  <a:ext uri="{FF2B5EF4-FFF2-40B4-BE49-F238E27FC236}">
                    <a16:creationId xmlns:a16="http://schemas.microsoft.com/office/drawing/2014/main" id="{2187D5BC-394A-1946-AE79-1356629CFFA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5" name="Tekstvak 54">
              <a:extLst>
                <a:ext uri="{FF2B5EF4-FFF2-40B4-BE49-F238E27FC236}">
                  <a16:creationId xmlns:a16="http://schemas.microsoft.com/office/drawing/2014/main" id="{81913405-C316-F84E-91D6-FE7CC523A099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6" name="Tekstvak 55">
              <a:extLst>
                <a:ext uri="{FF2B5EF4-FFF2-40B4-BE49-F238E27FC236}">
                  <a16:creationId xmlns:a16="http://schemas.microsoft.com/office/drawing/2014/main" id="{DABD806B-1FAD-334F-B9D5-0BB485C603B0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57" name="Vrije vorm: vorm 52">
              <a:extLst>
                <a:ext uri="{FF2B5EF4-FFF2-40B4-BE49-F238E27FC236}">
                  <a16:creationId xmlns:a16="http://schemas.microsoft.com/office/drawing/2014/main" id="{13E3BEC8-E871-DC4B-B5BD-200B6ECE5B36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0" name="Groep 159">
            <a:extLst>
              <a:ext uri="{FF2B5EF4-FFF2-40B4-BE49-F238E27FC236}">
                <a16:creationId xmlns:a16="http://schemas.microsoft.com/office/drawing/2014/main" id="{8E3CC53E-C519-DF45-AFA6-774171B4C8BE}"/>
              </a:ext>
            </a:extLst>
          </p:cNvPr>
          <p:cNvGrpSpPr/>
          <p:nvPr userDrawn="1"/>
        </p:nvGrpSpPr>
        <p:grpSpPr>
          <a:xfrm>
            <a:off x="12192000" y="0"/>
            <a:ext cx="3593091" cy="6857999"/>
            <a:chOff x="12287959" y="1"/>
            <a:chExt cx="3593091" cy="6857999"/>
          </a:xfrm>
        </p:grpSpPr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C6006D7E-A361-FB4D-898A-D3983A05F804}"/>
                </a:ext>
              </a:extLst>
            </p:cNvPr>
            <p:cNvGrpSpPr/>
            <p:nvPr userDrawn="1"/>
          </p:nvGrpSpPr>
          <p:grpSpPr>
            <a:xfrm>
              <a:off x="12287959" y="1"/>
              <a:ext cx="3593091" cy="6857999"/>
              <a:chOff x="667887" y="1"/>
              <a:chExt cx="3593091" cy="6857999"/>
            </a:xfrm>
          </p:grpSpPr>
          <p:sp>
            <p:nvSpPr>
              <p:cNvPr id="163" name="Rechthoek 162">
                <a:extLst>
                  <a:ext uri="{FF2B5EF4-FFF2-40B4-BE49-F238E27FC236}">
                    <a16:creationId xmlns:a16="http://schemas.microsoft.com/office/drawing/2014/main" id="{EB71DA99-84B5-7647-BF54-DBB51732F3F3}"/>
                  </a:ext>
                </a:extLst>
              </p:cNvPr>
              <p:cNvSpPr/>
              <p:nvPr userDrawn="1"/>
            </p:nvSpPr>
            <p:spPr>
              <a:xfrm>
                <a:off x="667887" y="1"/>
                <a:ext cx="3593091" cy="6857999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GB" sz="1200" b="1" i="0" cap="all" baseline="0">
                    <a:solidFill>
                      <a:schemeClr val="tx2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  <a:r>
                  <a:rPr lang="nl-NL" sz="1200" b="1" i="0" cap="all" baseline="0" noProof="0">
                    <a:solidFill>
                      <a:schemeClr val="tx2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/format LOGOS</a:t>
                </a:r>
              </a:p>
            </p:txBody>
          </p:sp>
          <p:sp>
            <p:nvSpPr>
              <p:cNvPr id="164" name="Ovaal 163">
                <a:extLst>
                  <a:ext uri="{FF2B5EF4-FFF2-40B4-BE49-F238E27FC236}">
                    <a16:creationId xmlns:a16="http://schemas.microsoft.com/office/drawing/2014/main" id="{186A0866-95C3-9F4F-A816-1A188745AD52}"/>
                  </a:ext>
                </a:extLst>
              </p:cNvPr>
              <p:cNvSpPr/>
              <p:nvPr userDrawn="1"/>
            </p:nvSpPr>
            <p:spPr>
              <a:xfrm>
                <a:off x="850466" y="535256"/>
                <a:ext cx="180000" cy="180000"/>
              </a:xfrm>
              <a:prstGeom prst="ellipse">
                <a:avLst/>
              </a:prstGeom>
              <a:solidFill>
                <a:schemeClr val="tx2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rPr>
                  <a:t>1</a:t>
                </a:r>
              </a:p>
            </p:txBody>
          </p:sp>
          <p:sp>
            <p:nvSpPr>
              <p:cNvPr id="165" name="Rechthoek 164">
                <a:extLst>
                  <a:ext uri="{FF2B5EF4-FFF2-40B4-BE49-F238E27FC236}">
                    <a16:creationId xmlns:a16="http://schemas.microsoft.com/office/drawing/2014/main" id="{F534D37D-5536-524D-BA89-D2A48A646286}"/>
                  </a:ext>
                </a:extLst>
              </p:cNvPr>
              <p:cNvSpPr/>
              <p:nvPr userDrawn="1"/>
            </p:nvSpPr>
            <p:spPr>
              <a:xfrm>
                <a:off x="1134638" y="535256"/>
                <a:ext cx="3126340" cy="658026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If necessary, delete the existing logo using the "</a:t>
                </a:r>
                <a:r>
                  <a:rPr kumimoji="0" lang="en-GB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Backspace Key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“. Click on the icon to insert a new </a:t>
                </a:r>
                <a:r>
                  <a:rPr lang="en-GB" sz="1000" kern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logo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(</a:t>
                </a:r>
                <a:r>
                  <a:rPr kumimoji="0" lang="en-GB" sz="1000" b="0" i="1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see example below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) or go to Insert&gt; Pictures.</a:t>
                </a:r>
                <a:endPara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66" name="Groep 165">
                <a:extLst>
                  <a:ext uri="{FF2B5EF4-FFF2-40B4-BE49-F238E27FC236}">
                    <a16:creationId xmlns:a16="http://schemas.microsoft.com/office/drawing/2014/main" id="{474424A1-ED8F-E145-B425-D9CCA890A5E5}"/>
                  </a:ext>
                </a:extLst>
              </p:cNvPr>
              <p:cNvGrpSpPr/>
              <p:nvPr userDrawn="1"/>
            </p:nvGrpSpPr>
            <p:grpSpPr>
              <a:xfrm>
                <a:off x="1120556" y="1209303"/>
                <a:ext cx="294789" cy="318834"/>
                <a:chOff x="14466489" y="1001522"/>
                <a:chExt cx="290627" cy="314333"/>
              </a:xfrm>
            </p:grpSpPr>
            <p:sp>
              <p:nvSpPr>
                <p:cNvPr id="217" name="Rechthoek 216">
                  <a:extLst>
                    <a:ext uri="{FF2B5EF4-FFF2-40B4-BE49-F238E27FC236}">
                      <a16:creationId xmlns:a16="http://schemas.microsoft.com/office/drawing/2014/main" id="{6DB77A83-A1FC-BD4F-A911-4EBF20B5C461}"/>
                    </a:ext>
                  </a:extLst>
                </p:cNvPr>
                <p:cNvSpPr/>
                <p:nvPr userDrawn="1"/>
              </p:nvSpPr>
              <p:spPr>
                <a:xfrm>
                  <a:off x="14466489" y="1001522"/>
                  <a:ext cx="257935" cy="254168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8" name="Ovaal 217">
                  <a:extLst>
                    <a:ext uri="{FF2B5EF4-FFF2-40B4-BE49-F238E27FC236}">
                      <a16:creationId xmlns:a16="http://schemas.microsoft.com/office/drawing/2014/main" id="{174040A2-C52B-C343-880C-400CDE09611C}"/>
                    </a:ext>
                  </a:extLst>
                </p:cNvPr>
                <p:cNvSpPr/>
                <p:nvPr userDrawn="1"/>
              </p:nvSpPr>
              <p:spPr>
                <a:xfrm>
                  <a:off x="14623626" y="1033630"/>
                  <a:ext cx="71169" cy="71169"/>
                </a:xfrm>
                <a:prstGeom prst="ellipse">
                  <a:avLst/>
                </a:prstGeom>
                <a:solidFill>
                  <a:srgbClr val="F1D8A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8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9" name="Vrije vorm: vorm 101">
                  <a:extLst>
                    <a:ext uri="{FF2B5EF4-FFF2-40B4-BE49-F238E27FC236}">
                      <a16:creationId xmlns:a16="http://schemas.microsoft.com/office/drawing/2014/main" id="{12945375-D964-6245-9CA3-A00FFD14785D}"/>
                    </a:ext>
                  </a:extLst>
                </p:cNvPr>
                <p:cNvSpPr/>
                <p:nvPr userDrawn="1"/>
              </p:nvSpPr>
              <p:spPr>
                <a:xfrm rot="2700000">
                  <a:off x="14498877" y="1157846"/>
                  <a:ext cx="168558" cy="147459"/>
                </a:xfrm>
                <a:custGeom>
                  <a:avLst/>
                  <a:gdLst>
                    <a:gd name="connsiteX0" fmla="*/ 12837 w 168558"/>
                    <a:gd name="connsiteY0" fmla="*/ 12836 h 147459"/>
                    <a:gd name="connsiteX1" fmla="*/ 43826 w 168558"/>
                    <a:gd name="connsiteY1" fmla="*/ 0 h 147459"/>
                    <a:gd name="connsiteX2" fmla="*/ 168558 w 168558"/>
                    <a:gd name="connsiteY2" fmla="*/ 0 h 147459"/>
                    <a:gd name="connsiteX3" fmla="*/ 21099 w 168558"/>
                    <a:gd name="connsiteY3" fmla="*/ 147459 h 147459"/>
                    <a:gd name="connsiteX4" fmla="*/ 0 w 168558"/>
                    <a:gd name="connsiteY4" fmla="*/ 126361 h 147459"/>
                    <a:gd name="connsiteX5" fmla="*/ 0 w 168558"/>
                    <a:gd name="connsiteY5" fmla="*/ 43826 h 147459"/>
                    <a:gd name="connsiteX6" fmla="*/ 12837 w 168558"/>
                    <a:gd name="connsiteY6" fmla="*/ 12836 h 147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8558" h="147459">
                      <a:moveTo>
                        <a:pt x="12837" y="12836"/>
                      </a:moveTo>
                      <a:cubicBezTo>
                        <a:pt x="20768" y="4905"/>
                        <a:pt x="31724" y="0"/>
                        <a:pt x="43826" y="0"/>
                      </a:cubicBezTo>
                      <a:lnTo>
                        <a:pt x="168558" y="0"/>
                      </a:lnTo>
                      <a:lnTo>
                        <a:pt x="21099" y="147459"/>
                      </a:lnTo>
                      <a:lnTo>
                        <a:pt x="0" y="126361"/>
                      </a:lnTo>
                      <a:lnTo>
                        <a:pt x="0" y="43826"/>
                      </a:lnTo>
                      <a:cubicBezTo>
                        <a:pt x="1" y="31723"/>
                        <a:pt x="4906" y="20767"/>
                        <a:pt x="12837" y="12836"/>
                      </a:cubicBezTo>
                      <a:close/>
                    </a:path>
                  </a:pathLst>
                </a:custGeom>
                <a:solidFill>
                  <a:srgbClr val="C9D8E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8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0" name="Rechthoek: afgeronde hoeken 102">
                  <a:extLst>
                    <a:ext uri="{FF2B5EF4-FFF2-40B4-BE49-F238E27FC236}">
                      <a16:creationId xmlns:a16="http://schemas.microsoft.com/office/drawing/2014/main" id="{1CC8BD69-950E-7746-8D49-12E757A5BCAB}"/>
                    </a:ext>
                  </a:extLst>
                </p:cNvPr>
                <p:cNvSpPr/>
                <p:nvPr userDrawn="1"/>
              </p:nvSpPr>
              <p:spPr>
                <a:xfrm>
                  <a:off x="14601150" y="1145314"/>
                  <a:ext cx="155966" cy="116816"/>
                </a:xfrm>
                <a:prstGeom prst="roundRect">
                  <a:avLst/>
                </a:prstGeom>
                <a:solidFill>
                  <a:schemeClr val="bg1"/>
                </a:solidFill>
                <a:ln w="19050">
                  <a:solidFill>
                    <a:srgbClr val="8AADD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cxnSp>
              <p:nvCxnSpPr>
                <p:cNvPr id="221" name="Rechte verbindingslijn 220">
                  <a:extLst>
                    <a:ext uri="{FF2B5EF4-FFF2-40B4-BE49-F238E27FC236}">
                      <a16:creationId xmlns:a16="http://schemas.microsoft.com/office/drawing/2014/main" id="{8FB66E00-FFBE-6F45-A99E-49745DC6C4D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4637490" y="1308665"/>
                  <a:ext cx="83286" cy="0"/>
                </a:xfrm>
                <a:prstGeom prst="line">
                  <a:avLst/>
                </a:prstGeom>
                <a:solidFill>
                  <a:schemeClr val="bg1"/>
                </a:solidFill>
                <a:ln w="19050">
                  <a:solidFill>
                    <a:srgbClr val="8AADD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</p:cxnSp>
            <p:cxnSp>
              <p:nvCxnSpPr>
                <p:cNvPr id="222" name="Rechte verbindingslijn 221">
                  <a:extLst>
                    <a:ext uri="{FF2B5EF4-FFF2-40B4-BE49-F238E27FC236}">
                      <a16:creationId xmlns:a16="http://schemas.microsoft.com/office/drawing/2014/main" id="{62509E75-200A-4447-8CC9-5AF4E441A6FD}"/>
                    </a:ext>
                  </a:extLst>
                </p:cNvPr>
                <p:cNvCxnSpPr>
                  <a:cxnSpLocks/>
                  <a:stCxn id="220" idx="2"/>
                </p:cNvCxnSpPr>
                <p:nvPr userDrawn="1"/>
              </p:nvCxnSpPr>
              <p:spPr>
                <a:xfrm flipH="1">
                  <a:off x="14678717" y="1262130"/>
                  <a:ext cx="416" cy="43573"/>
                </a:xfrm>
                <a:prstGeom prst="line">
                  <a:avLst/>
                </a:prstGeom>
                <a:solidFill>
                  <a:schemeClr val="bg1"/>
                </a:solidFill>
                <a:ln w="19050">
                  <a:solidFill>
                    <a:srgbClr val="8AADD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</p:cxnSp>
          </p:grpSp>
          <p:sp>
            <p:nvSpPr>
              <p:cNvPr id="167" name="Ovaal 166">
                <a:extLst>
                  <a:ext uri="{FF2B5EF4-FFF2-40B4-BE49-F238E27FC236}">
                    <a16:creationId xmlns:a16="http://schemas.microsoft.com/office/drawing/2014/main" id="{C57D17CF-33D5-4741-A8E1-8C50AED27C24}"/>
                  </a:ext>
                </a:extLst>
              </p:cNvPr>
              <p:cNvSpPr/>
              <p:nvPr userDrawn="1"/>
            </p:nvSpPr>
            <p:spPr>
              <a:xfrm>
                <a:off x="850466" y="1658126"/>
                <a:ext cx="180000" cy="180000"/>
              </a:xfrm>
              <a:prstGeom prst="ellipse">
                <a:avLst/>
              </a:prstGeom>
              <a:solidFill>
                <a:schemeClr val="tx2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rPr>
                  <a:t>2</a:t>
                </a:r>
              </a:p>
            </p:txBody>
          </p:sp>
          <p:sp>
            <p:nvSpPr>
              <p:cNvPr id="168" name="Rechthoek 167">
                <a:extLst>
                  <a:ext uri="{FF2B5EF4-FFF2-40B4-BE49-F238E27FC236}">
                    <a16:creationId xmlns:a16="http://schemas.microsoft.com/office/drawing/2014/main" id="{B69D40A2-31A9-8E4B-AB5E-96A0EA7D6472}"/>
                  </a:ext>
                </a:extLst>
              </p:cNvPr>
              <p:cNvSpPr/>
              <p:nvPr userDrawn="1"/>
            </p:nvSpPr>
            <p:spPr>
              <a:xfrm>
                <a:off x="1134638" y="1658127"/>
                <a:ext cx="2944682" cy="326338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Select the desired Logo and click "</a:t>
                </a:r>
                <a:r>
                  <a:rPr kumimoji="0" lang="en-GB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".</a:t>
                </a:r>
                <a:endPara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69" name="Groep 168">
                <a:extLst>
                  <a:ext uri="{FF2B5EF4-FFF2-40B4-BE49-F238E27FC236}">
                    <a16:creationId xmlns:a16="http://schemas.microsoft.com/office/drawing/2014/main" id="{C6239CDD-6822-A940-9373-190AE7E83D9C}"/>
                  </a:ext>
                </a:extLst>
              </p:cNvPr>
              <p:cNvGrpSpPr/>
              <p:nvPr userDrawn="1"/>
            </p:nvGrpSpPr>
            <p:grpSpPr>
              <a:xfrm>
                <a:off x="1142734" y="2092702"/>
                <a:ext cx="825500" cy="209550"/>
                <a:chOff x="13504624" y="2482850"/>
                <a:chExt cx="825500" cy="209550"/>
              </a:xfrm>
            </p:grpSpPr>
            <p:sp>
              <p:nvSpPr>
                <p:cNvPr id="214" name="Rechthoek 213">
                  <a:extLst>
                    <a:ext uri="{FF2B5EF4-FFF2-40B4-BE49-F238E27FC236}">
                      <a16:creationId xmlns:a16="http://schemas.microsoft.com/office/drawing/2014/main" id="{418BA41D-E2D0-5941-95AA-1C610C041B71}"/>
                    </a:ext>
                  </a:extLst>
                </p:cNvPr>
                <p:cNvSpPr/>
                <p:nvPr userDrawn="1"/>
              </p:nvSpPr>
              <p:spPr>
                <a:xfrm>
                  <a:off x="13504624" y="2482850"/>
                  <a:ext cx="825500" cy="209550"/>
                </a:xfrm>
                <a:prstGeom prst="rect">
                  <a:avLst/>
                </a:prstGeom>
                <a:solidFill>
                  <a:srgbClr val="E5F1FB"/>
                </a:solidFill>
                <a:ln w="12700">
                  <a:solidFill>
                    <a:srgbClr val="0B7E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en-GB" sz="900" b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rPr>
                    <a:t>Insert</a:t>
                  </a:r>
                </a:p>
              </p:txBody>
            </p:sp>
            <p:cxnSp>
              <p:nvCxnSpPr>
                <p:cNvPr id="215" name="Rechte verbindingslijn 214">
                  <a:extLst>
                    <a:ext uri="{FF2B5EF4-FFF2-40B4-BE49-F238E27FC236}">
                      <a16:creationId xmlns:a16="http://schemas.microsoft.com/office/drawing/2014/main" id="{596FE02D-ACBC-EF41-83F0-0E85417956C2}"/>
                    </a:ext>
                  </a:extLst>
                </p:cNvPr>
                <p:cNvCxnSpPr/>
                <p:nvPr userDrawn="1"/>
              </p:nvCxnSpPr>
              <p:spPr>
                <a:xfrm>
                  <a:off x="14155269" y="2515250"/>
                  <a:ext cx="0" cy="14271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44546A"/>
                  </a:solidFill>
                  <a:prstDash val="solid"/>
                </a:ln>
                <a:effectLst/>
              </p:spPr>
            </p:cxnSp>
            <p:sp>
              <p:nvSpPr>
                <p:cNvPr id="216" name="Gelijkbenige driehoek 98">
                  <a:extLst>
                    <a:ext uri="{FF2B5EF4-FFF2-40B4-BE49-F238E27FC236}">
                      <a16:creationId xmlns:a16="http://schemas.microsoft.com/office/drawing/2014/main" id="{8F12F637-8505-9E48-BF2B-8C2751D9D01E}"/>
                    </a:ext>
                  </a:extLst>
                </p:cNvPr>
                <p:cNvSpPr/>
                <p:nvPr userDrawn="1"/>
              </p:nvSpPr>
              <p:spPr>
                <a:xfrm rot="10800000">
                  <a:off x="14196089" y="2566904"/>
                  <a:ext cx="86866" cy="51147"/>
                </a:xfrm>
                <a:prstGeom prst="triangle">
                  <a:avLst/>
                </a:prstGeom>
                <a:solidFill>
                  <a:srgbClr val="0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70" name="Ovaal 169">
                <a:extLst>
                  <a:ext uri="{FF2B5EF4-FFF2-40B4-BE49-F238E27FC236}">
                    <a16:creationId xmlns:a16="http://schemas.microsoft.com/office/drawing/2014/main" id="{1214279A-1418-FD4C-A55B-7FF801D709FD}"/>
                  </a:ext>
                </a:extLst>
              </p:cNvPr>
              <p:cNvSpPr/>
              <p:nvPr userDrawn="1"/>
            </p:nvSpPr>
            <p:spPr>
              <a:xfrm>
                <a:off x="850466" y="2438231"/>
                <a:ext cx="180000" cy="180000"/>
              </a:xfrm>
              <a:prstGeom prst="ellipse">
                <a:avLst/>
              </a:prstGeom>
              <a:solidFill>
                <a:schemeClr val="tx2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rPr>
                  <a:t>3</a:t>
                </a:r>
              </a:p>
            </p:txBody>
          </p:sp>
          <p:sp>
            <p:nvSpPr>
              <p:cNvPr id="171" name="Rechthoek 170">
                <a:extLst>
                  <a:ext uri="{FF2B5EF4-FFF2-40B4-BE49-F238E27FC236}">
                    <a16:creationId xmlns:a16="http://schemas.microsoft.com/office/drawing/2014/main" id="{946878FD-9A93-F341-8BAE-FC86385A8C44}"/>
                  </a:ext>
                </a:extLst>
              </p:cNvPr>
              <p:cNvSpPr/>
              <p:nvPr userDrawn="1"/>
            </p:nvSpPr>
            <p:spPr>
              <a:xfrm>
                <a:off x="1134637" y="2438232"/>
                <a:ext cx="3126341" cy="462795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Right-click the slide thumbnail on the left-hand side of the screen and select "</a:t>
                </a:r>
                <a:r>
                  <a:rPr kumimoji="0" lang="en-GB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Reset Slide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“.</a:t>
                </a:r>
                <a:endPara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72" name="Ovaal 171">
                <a:extLst>
                  <a:ext uri="{FF2B5EF4-FFF2-40B4-BE49-F238E27FC236}">
                    <a16:creationId xmlns:a16="http://schemas.microsoft.com/office/drawing/2014/main" id="{04298B36-AA32-FB4F-A707-A70BEC5DB55D}"/>
                  </a:ext>
                </a:extLst>
              </p:cNvPr>
              <p:cNvSpPr/>
              <p:nvPr userDrawn="1"/>
            </p:nvSpPr>
            <p:spPr>
              <a:xfrm>
                <a:off x="850466" y="4008891"/>
                <a:ext cx="180000" cy="180000"/>
              </a:xfrm>
              <a:prstGeom prst="ellipse">
                <a:avLst/>
              </a:prstGeom>
              <a:solidFill>
                <a:schemeClr val="tx2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rPr>
                  <a:t>4</a:t>
                </a:r>
              </a:p>
            </p:txBody>
          </p:sp>
          <p:sp>
            <p:nvSpPr>
              <p:cNvPr id="173" name="Rechthoek 172">
                <a:extLst>
                  <a:ext uri="{FF2B5EF4-FFF2-40B4-BE49-F238E27FC236}">
                    <a16:creationId xmlns:a16="http://schemas.microsoft.com/office/drawing/2014/main" id="{CDF4CB65-A205-764D-8DB7-E21A4CE014C8}"/>
                  </a:ext>
                </a:extLst>
              </p:cNvPr>
              <p:cNvSpPr/>
              <p:nvPr userDrawn="1"/>
            </p:nvSpPr>
            <p:spPr>
              <a:xfrm>
                <a:off x="1134638" y="4008892"/>
                <a:ext cx="2944682" cy="979796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To resize or crop the logos, go to the "</a:t>
                </a:r>
                <a:r>
                  <a:rPr kumimoji="0" lang="en-GB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Picture Tools - Format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" tab and click the "</a:t>
                </a:r>
                <a:r>
                  <a:rPr kumimoji="0" lang="en-GB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Crop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" button. Fit the logo using the button “</a:t>
                </a:r>
                <a:r>
                  <a:rPr kumimoji="0" lang="en-GB" sz="1000" b="1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Fit</a:t>
                </a:r>
                <a:r>
                  <a:rPr kumimoji="0" lang="en-GB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”:</a:t>
                </a:r>
                <a:endPara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74" name="Groep 173">
                <a:extLst>
                  <a:ext uri="{FF2B5EF4-FFF2-40B4-BE49-F238E27FC236}">
                    <a16:creationId xmlns:a16="http://schemas.microsoft.com/office/drawing/2014/main" id="{6D18B45D-2A60-1D46-A25A-52A95E443859}"/>
                  </a:ext>
                </a:extLst>
              </p:cNvPr>
              <p:cNvGrpSpPr/>
              <p:nvPr userDrawn="1"/>
            </p:nvGrpSpPr>
            <p:grpSpPr>
              <a:xfrm>
                <a:off x="1045759" y="4769519"/>
                <a:ext cx="622283" cy="612919"/>
                <a:chOff x="12617641" y="3403239"/>
                <a:chExt cx="752963" cy="741634"/>
              </a:xfrm>
            </p:grpSpPr>
            <p:grpSp>
              <p:nvGrpSpPr>
                <p:cNvPr id="198" name="Groep 197">
                  <a:extLst>
                    <a:ext uri="{FF2B5EF4-FFF2-40B4-BE49-F238E27FC236}">
                      <a16:creationId xmlns:a16="http://schemas.microsoft.com/office/drawing/2014/main" id="{5FF99C83-5327-C746-AA6E-0B7DC2155F6B}"/>
                    </a:ext>
                  </a:extLst>
                </p:cNvPr>
                <p:cNvGrpSpPr/>
                <p:nvPr userDrawn="1"/>
              </p:nvGrpSpPr>
              <p:grpSpPr>
                <a:xfrm>
                  <a:off x="12771550" y="3403239"/>
                  <a:ext cx="467156" cy="448491"/>
                  <a:chOff x="12782177" y="3403239"/>
                  <a:chExt cx="467156" cy="448491"/>
                </a:xfrm>
              </p:grpSpPr>
              <p:grpSp>
                <p:nvGrpSpPr>
                  <p:cNvPr id="201" name="Groep 200">
                    <a:extLst>
                      <a:ext uri="{FF2B5EF4-FFF2-40B4-BE49-F238E27FC236}">
                        <a16:creationId xmlns:a16="http://schemas.microsoft.com/office/drawing/2014/main" id="{8A7E964C-92F5-7A40-923C-469FA6B0EC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82177" y="3403239"/>
                    <a:ext cx="412972" cy="396132"/>
                    <a:chOff x="13554906" y="3320109"/>
                    <a:chExt cx="443912" cy="425811"/>
                  </a:xfrm>
                </p:grpSpPr>
                <p:grpSp>
                  <p:nvGrpSpPr>
                    <p:cNvPr id="208" name="Groep 207">
                      <a:extLst>
                        <a:ext uri="{FF2B5EF4-FFF2-40B4-BE49-F238E27FC236}">
                          <a16:creationId xmlns:a16="http://schemas.microsoft.com/office/drawing/2014/main" id="{528998C0-F281-424B-B17E-AD1F88A783F5}"/>
                        </a:ext>
                      </a:extLst>
                    </p:cNvPr>
                    <p:cNvGrpSpPr/>
                    <p:nvPr userDrawn="1"/>
                  </p:nvGrpSpPr>
                  <p:grpSpPr>
                    <a:xfrm>
                      <a:off x="13554906" y="3320109"/>
                      <a:ext cx="443912" cy="425811"/>
                      <a:chOff x="12909684" y="1276143"/>
                      <a:chExt cx="443912" cy="425811"/>
                    </a:xfrm>
                  </p:grpSpPr>
                  <p:sp>
                    <p:nvSpPr>
                      <p:cNvPr id="211" name="Rechthoek 210">
                        <a:extLst>
                          <a:ext uri="{FF2B5EF4-FFF2-40B4-BE49-F238E27FC236}">
                            <a16:creationId xmlns:a16="http://schemas.microsoft.com/office/drawing/2014/main" id="{19E68FEE-D28F-D444-99E1-B7428B454324}"/>
                          </a:ext>
                        </a:extLst>
                      </p:cNvPr>
                      <p:cNvSpPr/>
                      <p:nvPr userDrawn="1"/>
                    </p:nvSpPr>
                    <p:spPr>
                      <a:xfrm>
                        <a:off x="12909684" y="1276143"/>
                        <a:ext cx="443912" cy="425811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rgbClr val="818181"/>
                        </a:solidFill>
                        <a:prstDash val="dash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lvl="0">
                          <a:lnSpc>
                            <a:spcPct val="90000"/>
                          </a:lnSpc>
                          <a:spcBef>
                            <a:spcPts val="600"/>
                          </a:spcBef>
                          <a:spcAft>
                            <a:spcPts val="600"/>
                          </a:spcAft>
                        </a:pPr>
                        <a:endParaRPr lang="nl-NL" sz="800" b="0" noProof="0">
                          <a:solidFill>
                            <a:schemeClr val="tx2"/>
                          </a:solidFill>
                          <a:latin typeface="Montserrat" pitchFamily="2" charset="77"/>
                          <a:ea typeface="Open Sans" panose="020B0606030504020204" pitchFamily="34" charset="0"/>
                          <a:cs typeface="Open Sans" panose="020B0606030504020204" pitchFamily="34" charset="0"/>
                        </a:endParaRPr>
                      </a:p>
                    </p:txBody>
                  </p:sp>
                  <p:sp>
                    <p:nvSpPr>
                      <p:cNvPr id="212" name="Rechthoek 211">
                        <a:extLst>
                          <a:ext uri="{FF2B5EF4-FFF2-40B4-BE49-F238E27FC236}">
                            <a16:creationId xmlns:a16="http://schemas.microsoft.com/office/drawing/2014/main" id="{493E05AE-CA85-FA4F-89BB-523D4B75DB27}"/>
                          </a:ext>
                        </a:extLst>
                      </p:cNvPr>
                      <p:cNvSpPr/>
                      <p:nvPr userDrawn="1"/>
                    </p:nvSpPr>
                    <p:spPr>
                      <a:xfrm>
                        <a:off x="12909684" y="1276143"/>
                        <a:ext cx="261629" cy="257807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rgbClr val="81818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lvl="0">
                          <a:lnSpc>
                            <a:spcPct val="90000"/>
                          </a:lnSpc>
                          <a:spcBef>
                            <a:spcPts val="600"/>
                          </a:spcBef>
                          <a:spcAft>
                            <a:spcPts val="600"/>
                          </a:spcAft>
                        </a:pPr>
                        <a:endParaRPr lang="nl-NL" sz="800" b="0" noProof="0">
                          <a:solidFill>
                            <a:schemeClr val="tx2"/>
                          </a:solidFill>
                          <a:latin typeface="Montserrat" pitchFamily="2" charset="77"/>
                          <a:ea typeface="Open Sans" panose="020B0606030504020204" pitchFamily="34" charset="0"/>
                          <a:cs typeface="Open Sans" panose="020B0606030504020204" pitchFamily="34" charset="0"/>
                        </a:endParaRPr>
                      </a:p>
                    </p:txBody>
                  </p:sp>
                  <p:sp>
                    <p:nvSpPr>
                      <p:cNvPr id="213" name="Ovaal 212">
                        <a:extLst>
                          <a:ext uri="{FF2B5EF4-FFF2-40B4-BE49-F238E27FC236}">
                            <a16:creationId xmlns:a16="http://schemas.microsoft.com/office/drawing/2014/main" id="{3284EB6E-CA85-2249-9639-CE8787876980}"/>
                          </a:ext>
                        </a:extLst>
                      </p:cNvPr>
                      <p:cNvSpPr/>
                      <p:nvPr userDrawn="1"/>
                    </p:nvSpPr>
                    <p:spPr>
                      <a:xfrm>
                        <a:off x="13069071" y="1308711"/>
                        <a:ext cx="72188" cy="72188"/>
                      </a:xfrm>
                      <a:prstGeom prst="ellipse">
                        <a:avLst/>
                      </a:prstGeom>
                      <a:solidFill>
                        <a:srgbClr val="ECC67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0" tIns="0" rIns="0" bIns="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l"/>
                        <a:endParaRPr lang="nl-NL" sz="1000" b="1" noProof="0">
                          <a:solidFill>
                            <a:schemeClr val="tx2"/>
                          </a:solidFill>
                          <a:latin typeface="Montserrat" pitchFamily="2" charset="77"/>
                          <a:ea typeface="Open Sans" panose="020B0606030504020204" pitchFamily="34" charset="0"/>
                          <a:cs typeface="Open Sans" panose="020B0606030504020204" pitchFamily="34" charset="0"/>
                        </a:endParaRPr>
                      </a:p>
                    </p:txBody>
                  </p:sp>
                </p:grpSp>
                <p:pic>
                  <p:nvPicPr>
                    <p:cNvPr id="209" name="Afbeelding 208">
                      <a:extLst>
                        <a:ext uri="{FF2B5EF4-FFF2-40B4-BE49-F238E27FC236}">
                          <a16:creationId xmlns:a16="http://schemas.microsoft.com/office/drawing/2014/main" id="{567DD5A7-E2C8-DB47-A95F-DF9B02471F19}"/>
                        </a:ext>
                      </a:extLst>
                    </p:cNvPr>
                    <p:cNvPicPr>
                      <a:picLocks noChangeAspect="1"/>
                    </p:cNvPicPr>
                    <p:nvPr userDrawn="1"/>
                  </p:nvPicPr>
                  <p:blipFill>
                    <a:blip r:embed="rId2" cstate="screen">
                      <a:duotone>
                        <a:prstClr val="black"/>
                        <a:srgbClr val="4D82B8">
                          <a:tint val="45000"/>
                          <a:satMod val="400000"/>
                        </a:srgbClr>
                      </a:duotone>
                      <a:extLst>
                        <a:ext uri="{BEBA8EAE-BF5A-486C-A8C5-ECC9F3942E4B}">
                          <a14:imgProps xmlns:a14="http://schemas.microsoft.com/office/drawing/2010/main">
                            <a14:imgLayer r:embed="rId3">
                              <a14:imgEffect>
                                <a14:brightnessContrast contrast="-40000"/>
                              </a14:imgEffect>
                            </a14:imgLayer>
                          </a14:imgProps>
                        </a:ext>
                        <a:ext uri="{28A0092B-C50C-407E-A947-70E740481C1C}">
                          <a14:useLocalDpi xmlns:a14="http://schemas.microsoft.com/office/drawing/2010/main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13567296" y="3424992"/>
                      <a:ext cx="173367" cy="14022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10" name="Afbeelding 209">
                      <a:extLst>
                        <a:ext uri="{FF2B5EF4-FFF2-40B4-BE49-F238E27FC236}">
                          <a16:creationId xmlns:a16="http://schemas.microsoft.com/office/drawing/2014/main" id="{D55B74F1-2774-F84C-BE82-63FDB690508A}"/>
                        </a:ext>
                      </a:extLst>
                    </p:cNvPr>
                    <p:cNvPicPr>
                      <a:picLocks noChangeAspect="1"/>
                    </p:cNvPicPr>
                    <p:nvPr userDrawn="1"/>
                  </p:nvPicPr>
                  <p:blipFill>
                    <a:blip r:embed="rId2" cstate="screen">
                      <a:duotone>
                        <a:prstClr val="black"/>
                        <a:srgbClr val="4D82B8">
                          <a:tint val="45000"/>
                          <a:satMod val="400000"/>
                        </a:srgbClr>
                      </a:duotone>
                      <a:extLst>
                        <a:ext uri="{BEBA8EAE-BF5A-486C-A8C5-ECC9F3942E4B}">
                          <a14:imgProps xmlns:a14="http://schemas.microsoft.com/office/drawing/2010/main">
                            <a14:imgLayer r:embed="rId3">
                              <a14:imgEffect>
                                <a14:brightnessContrast contrast="-40000"/>
                              </a14:imgEffect>
                            </a14:imgLayer>
                          </a14:imgProps>
                        </a:ext>
                        <a:ext uri="{28A0092B-C50C-407E-A947-70E740481C1C}">
                          <a14:useLocalDpi xmlns:a14="http://schemas.microsoft.com/office/drawing/2010/main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flipH="1">
                      <a:off x="13635599" y="3453788"/>
                      <a:ext cx="173367" cy="11142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202" name="Groep 201">
                    <a:extLst>
                      <a:ext uri="{FF2B5EF4-FFF2-40B4-BE49-F238E27FC236}">
                        <a16:creationId xmlns:a16="http://schemas.microsoft.com/office/drawing/2014/main" id="{46D91B1A-93D3-D94A-9A0C-AB655FEEB18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103513" y="3705268"/>
                    <a:ext cx="145820" cy="146462"/>
                    <a:chOff x="13096169" y="3602278"/>
                    <a:chExt cx="145820" cy="146462"/>
                  </a:xfrm>
                </p:grpSpPr>
                <p:sp>
                  <p:nvSpPr>
                    <p:cNvPr id="206" name="Rechthoek 205">
                      <a:extLst>
                        <a:ext uri="{FF2B5EF4-FFF2-40B4-BE49-F238E27FC236}">
                          <a16:creationId xmlns:a16="http://schemas.microsoft.com/office/drawing/2014/main" id="{35E457A0-1D1D-1A4D-9371-5A40784F7D1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96169" y="3602278"/>
                      <a:ext cx="145820" cy="28388"/>
                    </a:xfrm>
                    <a:prstGeom prst="rect">
                      <a:avLst/>
                    </a:prstGeom>
                    <a:solidFill>
                      <a:srgbClr val="81818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207" name="Rechthoek 206">
                      <a:extLst>
                        <a:ext uri="{FF2B5EF4-FFF2-40B4-BE49-F238E27FC236}">
                          <a16:creationId xmlns:a16="http://schemas.microsoft.com/office/drawing/2014/main" id="{F93443EF-6982-7747-85D7-C0E87F5EC681}"/>
                        </a:ext>
                      </a:extLst>
                    </p:cNvPr>
                    <p:cNvSpPr/>
                    <p:nvPr userDrawn="1"/>
                  </p:nvSpPr>
                  <p:spPr>
                    <a:xfrm rot="5400000">
                      <a:off x="13037453" y="3661636"/>
                      <a:ext cx="145820" cy="28388"/>
                    </a:xfrm>
                    <a:prstGeom prst="rect">
                      <a:avLst/>
                    </a:prstGeom>
                    <a:solidFill>
                      <a:srgbClr val="81818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grpSp>
                <p:nvGrpSpPr>
                  <p:cNvPr id="203" name="Groep 202">
                    <a:extLst>
                      <a:ext uri="{FF2B5EF4-FFF2-40B4-BE49-F238E27FC236}">
                        <a16:creationId xmlns:a16="http://schemas.microsoft.com/office/drawing/2014/main" id="{336625CB-C8B3-F64D-BBF5-3870EBB2381E}"/>
                      </a:ext>
                    </a:extLst>
                  </p:cNvPr>
                  <p:cNvGrpSpPr/>
                  <p:nvPr userDrawn="1"/>
                </p:nvGrpSpPr>
                <p:grpSpPr>
                  <a:xfrm rot="10800000">
                    <a:off x="13061402" y="3665637"/>
                    <a:ext cx="145820" cy="146462"/>
                    <a:chOff x="13096169" y="3602278"/>
                    <a:chExt cx="145820" cy="146462"/>
                  </a:xfrm>
                </p:grpSpPr>
                <p:sp>
                  <p:nvSpPr>
                    <p:cNvPr id="204" name="Rechthoek 203">
                      <a:extLst>
                        <a:ext uri="{FF2B5EF4-FFF2-40B4-BE49-F238E27FC236}">
                          <a16:creationId xmlns:a16="http://schemas.microsoft.com/office/drawing/2014/main" id="{C390247C-1878-F444-BBB2-398EA234D9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96169" y="3602278"/>
                      <a:ext cx="145820" cy="28388"/>
                    </a:xfrm>
                    <a:prstGeom prst="rect">
                      <a:avLst/>
                    </a:prstGeom>
                    <a:solidFill>
                      <a:srgbClr val="81818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205" name="Rechthoek 204">
                      <a:extLst>
                        <a:ext uri="{FF2B5EF4-FFF2-40B4-BE49-F238E27FC236}">
                          <a16:creationId xmlns:a16="http://schemas.microsoft.com/office/drawing/2014/main" id="{A3EC07B2-1263-9148-8F69-AF41735AFD4A}"/>
                        </a:ext>
                      </a:extLst>
                    </p:cNvPr>
                    <p:cNvSpPr/>
                    <p:nvPr userDrawn="1"/>
                  </p:nvSpPr>
                  <p:spPr>
                    <a:xfrm rot="5400000">
                      <a:off x="13037453" y="3661636"/>
                      <a:ext cx="145820" cy="28388"/>
                    </a:xfrm>
                    <a:prstGeom prst="rect">
                      <a:avLst/>
                    </a:prstGeom>
                    <a:solidFill>
                      <a:srgbClr val="81818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</p:grpSp>
            <p:sp>
              <p:nvSpPr>
                <p:cNvPr id="199" name="Rechthoek 198">
                  <a:extLst>
                    <a:ext uri="{FF2B5EF4-FFF2-40B4-BE49-F238E27FC236}">
                      <a16:creationId xmlns:a16="http://schemas.microsoft.com/office/drawing/2014/main" id="{17846AF2-898C-C942-9DE0-C89E3C41D20C}"/>
                    </a:ext>
                  </a:extLst>
                </p:cNvPr>
                <p:cNvSpPr/>
                <p:nvPr userDrawn="1"/>
              </p:nvSpPr>
              <p:spPr>
                <a:xfrm>
                  <a:off x="12617641" y="3889890"/>
                  <a:ext cx="752963" cy="161170"/>
                </a:xfrm>
                <a:prstGeom prst="rect">
                  <a:avLst/>
                </a:prstGeom>
                <a:noFill/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en-GB" sz="900" b="0" i="0">
                      <a:solidFill>
                        <a:schemeClr val="tx2"/>
                      </a:solidFill>
                      <a:latin typeface="+mn-lt"/>
                      <a:ea typeface="Open Sans" panose="020B0606030504020204" pitchFamily="34" charset="0"/>
                      <a:cs typeface="Segoe UI Light" panose="020B0502040204020203" pitchFamily="34" charset="0"/>
                    </a:rPr>
                    <a:t>Crop</a:t>
                  </a:r>
                </a:p>
              </p:txBody>
            </p:sp>
            <p:sp>
              <p:nvSpPr>
                <p:cNvPr id="200" name="Gelijkbenige driehoek 78">
                  <a:extLst>
                    <a:ext uri="{FF2B5EF4-FFF2-40B4-BE49-F238E27FC236}">
                      <a16:creationId xmlns:a16="http://schemas.microsoft.com/office/drawing/2014/main" id="{5C569CA6-16B2-D043-A2D0-6C9521E418FC}"/>
                    </a:ext>
                  </a:extLst>
                </p:cNvPr>
                <p:cNvSpPr/>
                <p:nvPr userDrawn="1"/>
              </p:nvSpPr>
              <p:spPr>
                <a:xfrm rot="10800000">
                  <a:off x="12950688" y="4093726"/>
                  <a:ext cx="86866" cy="51147"/>
                </a:xfrm>
                <a:prstGeom prst="triangle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75" name="Rechthoek 174">
                <a:extLst>
                  <a:ext uri="{FF2B5EF4-FFF2-40B4-BE49-F238E27FC236}">
                    <a16:creationId xmlns:a16="http://schemas.microsoft.com/office/drawing/2014/main" id="{5573C3B9-B811-444C-BC9D-088267A4370E}"/>
                  </a:ext>
                </a:extLst>
              </p:cNvPr>
              <p:cNvSpPr/>
              <p:nvPr userDrawn="1"/>
            </p:nvSpPr>
            <p:spPr>
              <a:xfrm>
                <a:off x="1137558" y="3112347"/>
                <a:ext cx="1239216" cy="719917"/>
              </a:xfrm>
              <a:prstGeom prst="rect">
                <a:avLst/>
              </a:prstGeom>
              <a:pattFill prst="wdUpDiag">
                <a:fgClr>
                  <a:srgbClr val="E0E0E0"/>
                </a:fgClr>
                <a:bgClr>
                  <a:srgbClr val="ECECEC"/>
                </a:bgClr>
              </a:pattFill>
              <a:ln w="12700">
                <a:solidFill>
                  <a:srgbClr val="D3D3D3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1" noProof="0">
                  <a:solidFill>
                    <a:schemeClr val="tx2"/>
                  </a:solidFill>
                  <a:latin typeface="Montserrat" pitchFamily="2" charset="77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76" name="Groep 175">
                <a:extLst>
                  <a:ext uri="{FF2B5EF4-FFF2-40B4-BE49-F238E27FC236}">
                    <a16:creationId xmlns:a16="http://schemas.microsoft.com/office/drawing/2014/main" id="{EBC30EE9-97CE-6047-A7BE-E892E8AD8C9E}"/>
                  </a:ext>
                </a:extLst>
              </p:cNvPr>
              <p:cNvGrpSpPr/>
              <p:nvPr userDrawn="1"/>
            </p:nvGrpSpPr>
            <p:grpSpPr>
              <a:xfrm>
                <a:off x="1968575" y="3391865"/>
                <a:ext cx="1222990" cy="563933"/>
                <a:chOff x="-2485819" y="3399207"/>
                <a:chExt cx="1222990" cy="563933"/>
              </a:xfrm>
            </p:grpSpPr>
            <p:sp>
              <p:nvSpPr>
                <p:cNvPr id="177" name="Rechthoek 176">
                  <a:extLst>
                    <a:ext uri="{FF2B5EF4-FFF2-40B4-BE49-F238E27FC236}">
                      <a16:creationId xmlns:a16="http://schemas.microsoft.com/office/drawing/2014/main" id="{959BEBE1-FA41-5741-9DDE-49681B1CE88F}"/>
                    </a:ext>
                  </a:extLst>
                </p:cNvPr>
                <p:cNvSpPr/>
                <p:nvPr userDrawn="1"/>
              </p:nvSpPr>
              <p:spPr>
                <a:xfrm>
                  <a:off x="-2485819" y="3399207"/>
                  <a:ext cx="1176476" cy="504851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D1D1D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78" name="Rechthoek 177">
                  <a:extLst>
                    <a:ext uri="{FF2B5EF4-FFF2-40B4-BE49-F238E27FC236}">
                      <a16:creationId xmlns:a16="http://schemas.microsoft.com/office/drawing/2014/main" id="{37D010B4-CC63-6741-9A29-FE6FBF0ADA5B}"/>
                    </a:ext>
                  </a:extLst>
                </p:cNvPr>
                <p:cNvSpPr/>
                <p:nvPr userDrawn="1"/>
              </p:nvSpPr>
              <p:spPr>
                <a:xfrm>
                  <a:off x="-2479584" y="3652838"/>
                  <a:ext cx="1164007" cy="246701"/>
                </a:xfrm>
                <a:prstGeom prst="rect">
                  <a:avLst/>
                </a:prstGeom>
                <a:solidFill>
                  <a:srgbClr val="FCE4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79" name="Groep 178">
                  <a:extLst>
                    <a:ext uri="{FF2B5EF4-FFF2-40B4-BE49-F238E27FC236}">
                      <a16:creationId xmlns:a16="http://schemas.microsoft.com/office/drawing/2014/main" id="{E6FB2E81-37E6-6B4D-B260-3F00BC4325C6}"/>
                    </a:ext>
                  </a:extLst>
                </p:cNvPr>
                <p:cNvGrpSpPr/>
                <p:nvPr userDrawn="1"/>
              </p:nvGrpSpPr>
              <p:grpSpPr>
                <a:xfrm>
                  <a:off x="-2403869" y="3460544"/>
                  <a:ext cx="155951" cy="131922"/>
                  <a:chOff x="12968836" y="3354170"/>
                  <a:chExt cx="404806" cy="342433"/>
                </a:xfrm>
              </p:grpSpPr>
              <p:sp>
                <p:nvSpPr>
                  <p:cNvPr id="192" name="Rechthoek: afgeronde hoeken 61">
                    <a:extLst>
                      <a:ext uri="{FF2B5EF4-FFF2-40B4-BE49-F238E27FC236}">
                        <a16:creationId xmlns:a16="http://schemas.microsoft.com/office/drawing/2014/main" id="{BA602181-59D9-9A46-91E3-E7FE170E20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93" name="Rechthoek 192">
                    <a:extLst>
                      <a:ext uri="{FF2B5EF4-FFF2-40B4-BE49-F238E27FC236}">
                        <a16:creationId xmlns:a16="http://schemas.microsoft.com/office/drawing/2014/main" id="{D4246AFE-B813-E142-831A-E40B951FE7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94" name="Rechthoek 193">
                    <a:extLst>
                      <a:ext uri="{FF2B5EF4-FFF2-40B4-BE49-F238E27FC236}">
                        <a16:creationId xmlns:a16="http://schemas.microsoft.com/office/drawing/2014/main" id="{75E3A5F7-3A63-6F46-B3C4-B7AB739AE16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95" name="Rechthoek 194">
                    <a:extLst>
                      <a:ext uri="{FF2B5EF4-FFF2-40B4-BE49-F238E27FC236}">
                        <a16:creationId xmlns:a16="http://schemas.microsoft.com/office/drawing/2014/main" id="{588A1A36-1DD8-5846-B7B4-F69823974A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96" name="Rechthoek 195">
                    <a:extLst>
                      <a:ext uri="{FF2B5EF4-FFF2-40B4-BE49-F238E27FC236}">
                        <a16:creationId xmlns:a16="http://schemas.microsoft.com/office/drawing/2014/main" id="{669BDABE-0E6F-F441-898A-FE716C47BE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97" name="Rechthoek 196">
                    <a:extLst>
                      <a:ext uri="{FF2B5EF4-FFF2-40B4-BE49-F238E27FC236}">
                        <a16:creationId xmlns:a16="http://schemas.microsoft.com/office/drawing/2014/main" id="{3EFFC723-909D-0945-B9A3-DCB35178B0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80" name="Groep 179">
                  <a:extLst>
                    <a:ext uri="{FF2B5EF4-FFF2-40B4-BE49-F238E27FC236}">
                      <a16:creationId xmlns:a16="http://schemas.microsoft.com/office/drawing/2014/main" id="{2513151D-6017-5540-A720-0131F566CB85}"/>
                    </a:ext>
                  </a:extLst>
                </p:cNvPr>
                <p:cNvGrpSpPr/>
                <p:nvPr userDrawn="1"/>
              </p:nvGrpSpPr>
              <p:grpSpPr>
                <a:xfrm>
                  <a:off x="-2423424" y="3690208"/>
                  <a:ext cx="166739" cy="218963"/>
                  <a:chOff x="12940828" y="3950597"/>
                  <a:chExt cx="432813" cy="568367"/>
                </a:xfrm>
              </p:grpSpPr>
              <p:grpSp>
                <p:nvGrpSpPr>
                  <p:cNvPr id="184" name="Groep 183">
                    <a:extLst>
                      <a:ext uri="{FF2B5EF4-FFF2-40B4-BE49-F238E27FC236}">
                        <a16:creationId xmlns:a16="http://schemas.microsoft.com/office/drawing/2014/main" id="{BCB11B69-2F4B-2244-977E-4F0B17A227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000382" y="4006891"/>
                    <a:ext cx="373259" cy="315747"/>
                    <a:chOff x="12968836" y="3354170"/>
                    <a:chExt cx="404806" cy="342433"/>
                  </a:xfrm>
                </p:grpSpPr>
                <p:sp>
                  <p:nvSpPr>
                    <p:cNvPr id="186" name="Rechthoek: afgeronde hoeken 55">
                      <a:extLst>
                        <a:ext uri="{FF2B5EF4-FFF2-40B4-BE49-F238E27FC236}">
                          <a16:creationId xmlns:a16="http://schemas.microsoft.com/office/drawing/2014/main" id="{04F0C9AC-FD17-0E4D-8BED-E2D205A3A5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68836" y="3354170"/>
                      <a:ext cx="404806" cy="342433"/>
                    </a:xfrm>
                    <a:prstGeom prst="roundRect">
                      <a:avLst>
                        <a:gd name="adj" fmla="val 2911"/>
                      </a:avLst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87" name="Rechthoek 186">
                      <a:extLst>
                        <a:ext uri="{FF2B5EF4-FFF2-40B4-BE49-F238E27FC236}">
                          <a16:creationId xmlns:a16="http://schemas.microsoft.com/office/drawing/2014/main" id="{CB89BF35-274F-1341-9F35-9F47B3C6432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25180" y="3401181"/>
                      <a:ext cx="305213" cy="41563"/>
                    </a:xfrm>
                    <a:prstGeom prst="rect">
                      <a:avLst/>
                    </a:prstGeom>
                    <a:solidFill>
                      <a:srgbClr val="D1D1D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88" name="Rechthoek 187">
                      <a:extLst>
                        <a:ext uri="{FF2B5EF4-FFF2-40B4-BE49-F238E27FC236}">
                          <a16:creationId xmlns:a16="http://schemas.microsoft.com/office/drawing/2014/main" id="{7AB08B19-0BCB-9F48-A35B-5AF9AD081B9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25181" y="3471575"/>
                      <a:ext cx="118778" cy="181691"/>
                    </a:xfrm>
                    <a:prstGeom prst="rect">
                      <a:avLst/>
                    </a:prstGeom>
                    <a:solidFill>
                      <a:srgbClr val="D1D1D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89" name="Rechthoek 188">
                      <a:extLst>
                        <a:ext uri="{FF2B5EF4-FFF2-40B4-BE49-F238E27FC236}">
                          <a16:creationId xmlns:a16="http://schemas.microsoft.com/office/drawing/2014/main" id="{B8721C68-D209-D248-B791-F1BE7A03E3E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180812" y="3481982"/>
                      <a:ext cx="135278" cy="21328"/>
                    </a:xfrm>
                    <a:prstGeom prst="rect">
                      <a:avLst/>
                    </a:prstGeom>
                    <a:solidFill>
                      <a:srgbClr val="B2B2B2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90" name="Rechthoek 189">
                      <a:extLst>
                        <a:ext uri="{FF2B5EF4-FFF2-40B4-BE49-F238E27FC236}">
                          <a16:creationId xmlns:a16="http://schemas.microsoft.com/office/drawing/2014/main" id="{E7E9BA7B-AA54-994D-A137-D7D6180A91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180812" y="3554800"/>
                      <a:ext cx="69418" cy="21328"/>
                    </a:xfrm>
                    <a:prstGeom prst="rect">
                      <a:avLst/>
                    </a:prstGeom>
                    <a:solidFill>
                      <a:srgbClr val="B2B2B2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91" name="Rechthoek 190">
                      <a:extLst>
                        <a:ext uri="{FF2B5EF4-FFF2-40B4-BE49-F238E27FC236}">
                          <a16:creationId xmlns:a16="http://schemas.microsoft.com/office/drawing/2014/main" id="{D8D2C3CD-8946-1C47-8E10-92ADE48751A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180812" y="3627618"/>
                      <a:ext cx="69418" cy="21328"/>
                    </a:xfrm>
                    <a:prstGeom prst="rect">
                      <a:avLst/>
                    </a:prstGeom>
                    <a:solidFill>
                      <a:srgbClr val="B2B2B2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2"/>
                        </a:solidFill>
                        <a:latin typeface="Montserrat" pitchFamily="2" charset="77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sp>
                <p:nvSpPr>
                  <p:cNvPr id="185" name="Boog 184">
                    <a:extLst>
                      <a:ext uri="{FF2B5EF4-FFF2-40B4-BE49-F238E27FC236}">
                        <a16:creationId xmlns:a16="http://schemas.microsoft.com/office/drawing/2014/main" id="{01C1A384-9CBB-6E45-9A60-6C5A25171102}"/>
                      </a:ext>
                    </a:extLst>
                  </p:cNvPr>
                  <p:cNvSpPr/>
                  <p:nvPr userDrawn="1"/>
                </p:nvSpPr>
                <p:spPr>
                  <a:xfrm rot="17637075">
                    <a:off x="12776155" y="4115270"/>
                    <a:ext cx="568367" cy="239021"/>
                  </a:xfrm>
                  <a:prstGeom prst="arc">
                    <a:avLst>
                      <a:gd name="adj1" fmla="val 15959368"/>
                      <a:gd name="adj2" fmla="val 1354623"/>
                    </a:avLst>
                  </a:prstGeom>
                  <a:noFill/>
                  <a:ln w="19050" cap="flat" cmpd="sng" algn="ctr">
                    <a:solidFill>
                      <a:srgbClr val="4D82B8"/>
                    </a:solidFill>
                    <a:prstDash val="solid"/>
                    <a:headEnd type="arrow" w="med" len="sm"/>
                  </a:ln>
                  <a:effectLst/>
                </p:spPr>
                <p:txBody>
                  <a:bodyPr rtlCol="0" anchor="ctr">
                    <a:noAutofit/>
                  </a:bodyPr>
                  <a:lstStyle/>
                  <a:p>
                    <a:pPr algn="ctr"/>
                    <a:endParaRPr lang="nl-NL" sz="2400" noProof="0">
                      <a:solidFill>
                        <a:schemeClr val="tx2"/>
                      </a:solidFill>
                      <a:latin typeface="Montserrat" pitchFamily="2" charset="77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181" name="Tekstvak 180">
                  <a:extLst>
                    <a:ext uri="{FF2B5EF4-FFF2-40B4-BE49-F238E27FC236}">
                      <a16:creationId xmlns:a16="http://schemas.microsoft.com/office/drawing/2014/main" id="{1F24CE00-1B2A-EA4A-9599-5B3F62458DE2}"/>
                    </a:ext>
                  </a:extLst>
                </p:cNvPr>
                <p:cNvSpPr txBox="1"/>
                <p:nvPr userDrawn="1"/>
              </p:nvSpPr>
              <p:spPr>
                <a:xfrm>
                  <a:off x="-2245455" y="3460544"/>
                  <a:ext cx="896116" cy="134709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algn="l" defTabSz="1217512" rtl="0" eaLnBrk="1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en-GB" sz="900" b="0" i="0">
                      <a:solidFill>
                        <a:schemeClr val="tx2"/>
                      </a:solidFill>
                      <a:latin typeface="+mn-lt"/>
                      <a:ea typeface="Open Sans" panose="020B0606030504020204" pitchFamily="34" charset="0"/>
                      <a:cs typeface="Segoe UI Light" panose="020B0502040204020203" pitchFamily="34" charset="0"/>
                    </a:rPr>
                    <a:t>Layout</a:t>
                  </a:r>
                  <a:endParaRPr lang="en-GB" sz="900" b="0" i="0" kern="120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Segoe UI Light" panose="020B0502040204020203" pitchFamily="34" charset="0"/>
                  </a:endParaRPr>
                </a:p>
              </p:txBody>
            </p:sp>
            <p:sp>
              <p:nvSpPr>
                <p:cNvPr id="182" name="Tekstvak 181">
                  <a:extLst>
                    <a:ext uri="{FF2B5EF4-FFF2-40B4-BE49-F238E27FC236}">
                      <a16:creationId xmlns:a16="http://schemas.microsoft.com/office/drawing/2014/main" id="{4289BD31-0BCC-D94E-A1AE-457E2D41B04B}"/>
                    </a:ext>
                  </a:extLst>
                </p:cNvPr>
                <p:cNvSpPr txBox="1"/>
                <p:nvPr userDrawn="1"/>
              </p:nvSpPr>
              <p:spPr>
                <a:xfrm>
                  <a:off x="-2258884" y="3712980"/>
                  <a:ext cx="909545" cy="126416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algn="l" defTabSz="1217512" rtl="0" eaLnBrk="1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nl-NL" sz="900" b="0" i="0">
                      <a:solidFill>
                        <a:schemeClr val="tx2"/>
                      </a:solidFill>
                      <a:latin typeface="+mn-lt"/>
                      <a:ea typeface="Open Sans" panose="020B0606030504020204" pitchFamily="34" charset="0"/>
                      <a:cs typeface="Segoe UI Light" panose="020B0502040204020203" pitchFamily="34" charset="0"/>
                    </a:rPr>
                    <a:t>Reset Slide</a:t>
                  </a:r>
                  <a:endParaRPr lang="nl-NL" sz="900" b="0" i="0" kern="1200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Segoe UI Light" panose="020B0502040204020203" pitchFamily="34" charset="0"/>
                  </a:endParaRPr>
                </a:p>
              </p:txBody>
            </p:sp>
            <p:sp>
              <p:nvSpPr>
                <p:cNvPr id="183" name="Vrije vorm: vorm 52">
                  <a:extLst>
                    <a:ext uri="{FF2B5EF4-FFF2-40B4-BE49-F238E27FC236}">
                      <a16:creationId xmlns:a16="http://schemas.microsoft.com/office/drawing/2014/main" id="{DD5264F3-7811-FE4B-B52D-1B2B76C75959}"/>
                    </a:ext>
                  </a:extLst>
                </p:cNvPr>
                <p:cNvSpPr/>
                <p:nvPr userDrawn="1"/>
              </p:nvSpPr>
              <p:spPr>
                <a:xfrm>
                  <a:off x="-1360391" y="3783140"/>
                  <a:ext cx="97562" cy="180000"/>
                </a:xfrm>
                <a:custGeom>
                  <a:avLst/>
                  <a:gdLst>
                    <a:gd name="connsiteX0" fmla="*/ 0 w 880280"/>
                    <a:gd name="connsiteY0" fmla="*/ 0 h 1624084"/>
                    <a:gd name="connsiteX1" fmla="*/ 0 w 880280"/>
                    <a:gd name="connsiteY1" fmla="*/ 1262418 h 1624084"/>
                    <a:gd name="connsiteX2" fmla="*/ 341194 w 880280"/>
                    <a:gd name="connsiteY2" fmla="*/ 968991 h 1624084"/>
                    <a:gd name="connsiteX3" fmla="*/ 620973 w 880280"/>
                    <a:gd name="connsiteY3" fmla="*/ 1624084 h 1624084"/>
                    <a:gd name="connsiteX4" fmla="*/ 839337 w 880280"/>
                    <a:gd name="connsiteY4" fmla="*/ 1480782 h 1624084"/>
                    <a:gd name="connsiteX5" fmla="*/ 525438 w 880280"/>
                    <a:gd name="connsiteY5" fmla="*/ 928048 h 1624084"/>
                    <a:gd name="connsiteX6" fmla="*/ 511791 w 880280"/>
                    <a:gd name="connsiteY6" fmla="*/ 900753 h 1624084"/>
                    <a:gd name="connsiteX7" fmla="*/ 880280 w 880280"/>
                    <a:gd name="connsiteY7" fmla="*/ 893929 h 1624084"/>
                    <a:gd name="connsiteX8" fmla="*/ 0 w 880280"/>
                    <a:gd name="connsiteY8" fmla="*/ 0 h 1624084"/>
                    <a:gd name="connsiteX0" fmla="*/ 0 w 880280"/>
                    <a:gd name="connsiteY0" fmla="*/ 0 h 1624084"/>
                    <a:gd name="connsiteX1" fmla="*/ 0 w 880280"/>
                    <a:gd name="connsiteY1" fmla="*/ 1262418 h 1624084"/>
                    <a:gd name="connsiteX2" fmla="*/ 327546 w 880280"/>
                    <a:gd name="connsiteY2" fmla="*/ 975815 h 1624084"/>
                    <a:gd name="connsiteX3" fmla="*/ 620973 w 880280"/>
                    <a:gd name="connsiteY3" fmla="*/ 1624084 h 1624084"/>
                    <a:gd name="connsiteX4" fmla="*/ 839337 w 880280"/>
                    <a:gd name="connsiteY4" fmla="*/ 1480782 h 1624084"/>
                    <a:gd name="connsiteX5" fmla="*/ 525438 w 880280"/>
                    <a:gd name="connsiteY5" fmla="*/ 928048 h 1624084"/>
                    <a:gd name="connsiteX6" fmla="*/ 511791 w 880280"/>
                    <a:gd name="connsiteY6" fmla="*/ 900753 h 1624084"/>
                    <a:gd name="connsiteX7" fmla="*/ 880280 w 880280"/>
                    <a:gd name="connsiteY7" fmla="*/ 893929 h 1624084"/>
                    <a:gd name="connsiteX8" fmla="*/ 0 w 880280"/>
                    <a:gd name="connsiteY8" fmla="*/ 0 h 1624084"/>
                    <a:gd name="connsiteX0" fmla="*/ 0 w 880280"/>
                    <a:gd name="connsiteY0" fmla="*/ 0 h 1624084"/>
                    <a:gd name="connsiteX1" fmla="*/ 0 w 880280"/>
                    <a:gd name="connsiteY1" fmla="*/ 1262418 h 1624084"/>
                    <a:gd name="connsiteX2" fmla="*/ 300250 w 880280"/>
                    <a:gd name="connsiteY2" fmla="*/ 1003111 h 1624084"/>
                    <a:gd name="connsiteX3" fmla="*/ 620973 w 880280"/>
                    <a:gd name="connsiteY3" fmla="*/ 1624084 h 1624084"/>
                    <a:gd name="connsiteX4" fmla="*/ 839337 w 880280"/>
                    <a:gd name="connsiteY4" fmla="*/ 1480782 h 1624084"/>
                    <a:gd name="connsiteX5" fmla="*/ 525438 w 880280"/>
                    <a:gd name="connsiteY5" fmla="*/ 928048 h 1624084"/>
                    <a:gd name="connsiteX6" fmla="*/ 511791 w 880280"/>
                    <a:gd name="connsiteY6" fmla="*/ 900753 h 1624084"/>
                    <a:gd name="connsiteX7" fmla="*/ 880280 w 880280"/>
                    <a:gd name="connsiteY7" fmla="*/ 893929 h 1624084"/>
                    <a:gd name="connsiteX8" fmla="*/ 0 w 880280"/>
                    <a:gd name="connsiteY8" fmla="*/ 0 h 1624084"/>
                    <a:gd name="connsiteX0" fmla="*/ 0 w 880280"/>
                    <a:gd name="connsiteY0" fmla="*/ 0 h 1624084"/>
                    <a:gd name="connsiteX1" fmla="*/ 0 w 880280"/>
                    <a:gd name="connsiteY1" fmla="*/ 1262418 h 1624084"/>
                    <a:gd name="connsiteX2" fmla="*/ 313898 w 880280"/>
                    <a:gd name="connsiteY2" fmla="*/ 996287 h 1624084"/>
                    <a:gd name="connsiteX3" fmla="*/ 620973 w 880280"/>
                    <a:gd name="connsiteY3" fmla="*/ 1624084 h 1624084"/>
                    <a:gd name="connsiteX4" fmla="*/ 839337 w 880280"/>
                    <a:gd name="connsiteY4" fmla="*/ 1480782 h 1624084"/>
                    <a:gd name="connsiteX5" fmla="*/ 525438 w 880280"/>
                    <a:gd name="connsiteY5" fmla="*/ 928048 h 1624084"/>
                    <a:gd name="connsiteX6" fmla="*/ 511791 w 880280"/>
                    <a:gd name="connsiteY6" fmla="*/ 900753 h 1624084"/>
                    <a:gd name="connsiteX7" fmla="*/ 880280 w 880280"/>
                    <a:gd name="connsiteY7" fmla="*/ 893929 h 1624084"/>
                    <a:gd name="connsiteX8" fmla="*/ 0 w 880280"/>
                    <a:gd name="connsiteY8" fmla="*/ 0 h 1624084"/>
                    <a:gd name="connsiteX0" fmla="*/ 0 w 880280"/>
                    <a:gd name="connsiteY0" fmla="*/ 0 h 1624084"/>
                    <a:gd name="connsiteX1" fmla="*/ 0 w 880280"/>
                    <a:gd name="connsiteY1" fmla="*/ 1262418 h 1624084"/>
                    <a:gd name="connsiteX2" fmla="*/ 313898 w 880280"/>
                    <a:gd name="connsiteY2" fmla="*/ 996287 h 1624084"/>
                    <a:gd name="connsiteX3" fmla="*/ 620973 w 880280"/>
                    <a:gd name="connsiteY3" fmla="*/ 1624084 h 1624084"/>
                    <a:gd name="connsiteX4" fmla="*/ 839337 w 880280"/>
                    <a:gd name="connsiteY4" fmla="*/ 1480782 h 1624084"/>
                    <a:gd name="connsiteX5" fmla="*/ 511791 w 880280"/>
                    <a:gd name="connsiteY5" fmla="*/ 900753 h 1624084"/>
                    <a:gd name="connsiteX6" fmla="*/ 880280 w 880280"/>
                    <a:gd name="connsiteY6" fmla="*/ 893929 h 1624084"/>
                    <a:gd name="connsiteX7" fmla="*/ 0 w 880280"/>
                    <a:gd name="connsiteY7" fmla="*/ 0 h 1624084"/>
                    <a:gd name="connsiteX0" fmla="*/ 0 w 880280"/>
                    <a:gd name="connsiteY0" fmla="*/ 0 h 1624084"/>
                    <a:gd name="connsiteX1" fmla="*/ 0 w 880280"/>
                    <a:gd name="connsiteY1" fmla="*/ 1262418 h 1624084"/>
                    <a:gd name="connsiteX2" fmla="*/ 313898 w 880280"/>
                    <a:gd name="connsiteY2" fmla="*/ 996287 h 1624084"/>
                    <a:gd name="connsiteX3" fmla="*/ 620973 w 880280"/>
                    <a:gd name="connsiteY3" fmla="*/ 1624084 h 1624084"/>
                    <a:gd name="connsiteX4" fmla="*/ 839337 w 880280"/>
                    <a:gd name="connsiteY4" fmla="*/ 1480782 h 1624084"/>
                    <a:gd name="connsiteX5" fmla="*/ 498144 w 880280"/>
                    <a:gd name="connsiteY5" fmla="*/ 900753 h 1624084"/>
                    <a:gd name="connsiteX6" fmla="*/ 880280 w 880280"/>
                    <a:gd name="connsiteY6" fmla="*/ 893929 h 1624084"/>
                    <a:gd name="connsiteX7" fmla="*/ 0 w 880280"/>
                    <a:gd name="connsiteY7" fmla="*/ 0 h 1624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80280" h="1624084">
                      <a:moveTo>
                        <a:pt x="0" y="0"/>
                      </a:moveTo>
                      <a:lnTo>
                        <a:pt x="0" y="1262418"/>
                      </a:lnTo>
                      <a:lnTo>
                        <a:pt x="313898" y="996287"/>
                      </a:lnTo>
                      <a:lnTo>
                        <a:pt x="620973" y="1624084"/>
                      </a:lnTo>
                      <a:lnTo>
                        <a:pt x="839337" y="1480782"/>
                      </a:lnTo>
                      <a:lnTo>
                        <a:pt x="498144" y="900753"/>
                      </a:lnTo>
                      <a:lnTo>
                        <a:pt x="880280" y="89392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>
                    <a:solidFill>
                      <a:schemeClr val="tx2"/>
                    </a:solidFill>
                    <a:latin typeface="Montserrat" pitchFamily="2" charset="77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  <p:pic>
          <p:nvPicPr>
            <p:cNvPr id="162" name="Afbeelding 161">
              <a:extLst>
                <a:ext uri="{FF2B5EF4-FFF2-40B4-BE49-F238E27FC236}">
                  <a16:creationId xmlns:a16="http://schemas.microsoft.com/office/drawing/2014/main" id="{66336CA2-DE31-EF4F-BEA5-B7443A304EB7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3656084" y="4767285"/>
              <a:ext cx="972202" cy="108315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315407908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7098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70984" y="765175"/>
            <a:ext cx="4935224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8" name="Tijdelijke aanduiding voor tekst 30">
            <a:extLst>
              <a:ext uri="{FF2B5EF4-FFF2-40B4-BE49-F238E27FC236}">
                <a16:creationId xmlns:a16="http://schemas.microsoft.com/office/drawing/2014/main" id="{24852BD3-B1BD-8040-8B38-8D1DEBB903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170984" y="1899164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9" name="Tijdelijke aanduiding voor tekst 28">
            <a:extLst>
              <a:ext uri="{FF2B5EF4-FFF2-40B4-BE49-F238E27FC236}">
                <a16:creationId xmlns:a16="http://schemas.microsoft.com/office/drawing/2014/main" id="{84107F69-1362-A44D-8149-0BE576EA4D7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49001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10" name="Tijdelijke aanduiding voor tekst 30">
            <a:extLst>
              <a:ext uri="{FF2B5EF4-FFF2-40B4-BE49-F238E27FC236}">
                <a16:creationId xmlns:a16="http://schemas.microsoft.com/office/drawing/2014/main" id="{ACAA29C8-0E89-8D4D-A556-D5F8179D7D2D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90014" y="765175"/>
            <a:ext cx="4935224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11" name="Tijdelijke aanduiding voor tekst 30">
            <a:extLst>
              <a:ext uri="{FF2B5EF4-FFF2-40B4-BE49-F238E27FC236}">
                <a16:creationId xmlns:a16="http://schemas.microsoft.com/office/drawing/2014/main" id="{5062370D-B668-C147-9440-687AF954D5EC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490014" y="1899164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grpSp>
        <p:nvGrpSpPr>
          <p:cNvPr id="12" name="Groep 11">
            <a:extLst>
              <a:ext uri="{FF2B5EF4-FFF2-40B4-BE49-F238E27FC236}">
                <a16:creationId xmlns:a16="http://schemas.microsoft.com/office/drawing/2014/main" id="{658EB764-9914-0445-8324-14287328C3EE}"/>
              </a:ext>
            </a:extLst>
          </p:cNvPr>
          <p:cNvGrpSpPr/>
          <p:nvPr userDrawn="1"/>
        </p:nvGrpSpPr>
        <p:grpSpPr>
          <a:xfrm>
            <a:off x="-3194379" y="2857470"/>
            <a:ext cx="3194379" cy="3235354"/>
            <a:chOff x="-3194379" y="2857470"/>
            <a:chExt cx="3194379" cy="3235354"/>
          </a:xfrm>
        </p:grpSpPr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AAD7A7F5-970F-A94A-85E9-DA2924F56C4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137" y="463509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1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7B170A06-D027-0544-915E-A2B74F2916B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487435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2</a:t>
              </a: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A8E3D56-1354-F948-AF32-FF005C5E29B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10338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3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F25D7A9D-8F97-3147-A05F-791FFF3382A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33528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4</a:t>
              </a:r>
            </a:p>
          </p:txBody>
        </p:sp>
        <p:pic>
          <p:nvPicPr>
            <p:cNvPr id="19" name="Afbeelding 18">
              <a:extLst>
                <a:ext uri="{FF2B5EF4-FFF2-40B4-BE49-F238E27FC236}">
                  <a16:creationId xmlns:a16="http://schemas.microsoft.com/office/drawing/2014/main" id="{2CE5CE68-1A11-8742-823E-3E1287A3C3BF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/>
            <a:srcRect r="76738" b="62308"/>
            <a:stretch/>
          </p:blipFill>
          <p:spPr>
            <a:xfrm>
              <a:off x="-2699907" y="4535706"/>
              <a:ext cx="1626676" cy="1094825"/>
            </a:xfrm>
            <a:prstGeom prst="rect">
              <a:avLst/>
            </a:prstGeom>
          </p:spPr>
        </p:pic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E38A5CF5-14B0-B542-9F3F-B60C356C9C8A}"/>
                </a:ext>
              </a:extLst>
            </p:cNvPr>
            <p:cNvSpPr/>
            <p:nvPr userDrawn="1"/>
          </p:nvSpPr>
          <p:spPr>
            <a:xfrm>
              <a:off x="-3194379" y="2857470"/>
              <a:ext cx="2923123" cy="323535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CHOOSE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TEXt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 LEVELS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70D03E66-B3BB-C841-9CDA-64EE9C9B733B}"/>
                </a:ext>
              </a:extLst>
            </p:cNvPr>
            <p:cNvSpPr/>
            <p:nvPr userDrawn="1"/>
          </p:nvSpPr>
          <p:spPr>
            <a:xfrm>
              <a:off x="-3012396" y="4151269"/>
              <a:ext cx="2741140" cy="49673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List </a:t>
              </a:r>
              <a:r>
                <a:rPr lang="en-GB" sz="1000" b="1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kumimoji="0" lang="en-GB" sz="1000" b="1" i="0" u="none" strike="noStrike" kern="0" cap="none" spc="0" normalizeH="0" baseline="0" noProof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evel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buttons under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Start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tab, to select a text level. Choose from: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2" name="VOORBEELD">
              <a:extLst>
                <a:ext uri="{FF2B5EF4-FFF2-40B4-BE49-F238E27FC236}">
                  <a16:creationId xmlns:a16="http://schemas.microsoft.com/office/drawing/2014/main" id="{EF88A8AB-DD51-774A-B8EE-41571592A12A}"/>
                </a:ext>
              </a:extLst>
            </p:cNvPr>
            <p:cNvGrpSpPr/>
            <p:nvPr userDrawn="1"/>
          </p:nvGrpSpPr>
          <p:grpSpPr>
            <a:xfrm>
              <a:off x="-3013384" y="3353604"/>
              <a:ext cx="3013384" cy="604518"/>
              <a:chOff x="-3605171" y="458674"/>
              <a:chExt cx="3234311" cy="558875"/>
            </a:xfrm>
          </p:grpSpPr>
          <p:sp>
            <p:nvSpPr>
              <p:cNvPr id="23" name="Rechthoek 22">
                <a:extLst>
                  <a:ext uri="{FF2B5EF4-FFF2-40B4-BE49-F238E27FC236}">
                    <a16:creationId xmlns:a16="http://schemas.microsoft.com/office/drawing/2014/main" id="{9DC15126-FF39-1B4B-B37E-A0A2CFE2484B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FFC48302-493D-7145-BCB9-C568D566BCF2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5" name="Groep 24">
                <a:extLst>
                  <a:ext uri="{FF2B5EF4-FFF2-40B4-BE49-F238E27FC236}">
                    <a16:creationId xmlns:a16="http://schemas.microsoft.com/office/drawing/2014/main" id="{C8C94740-DCED-1A4A-90FF-DBE26AEDE27D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58" name="Groep 57">
                  <a:extLst>
                    <a:ext uri="{FF2B5EF4-FFF2-40B4-BE49-F238E27FC236}">
                      <a16:creationId xmlns:a16="http://schemas.microsoft.com/office/drawing/2014/main" id="{BD7874EB-2CF1-1B49-BE6F-84200546AAC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47FA3515-990D-C047-B47E-7D957124D90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" name="Rechte verbindingslijn 60">
                    <a:extLst>
                      <a:ext uri="{FF2B5EF4-FFF2-40B4-BE49-F238E27FC236}">
                        <a16:creationId xmlns:a16="http://schemas.microsoft.com/office/drawing/2014/main" id="{F83B2B36-84C3-3F40-BBBB-6CE11884682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01D8BD9E-68DB-6440-BEE3-9A2F13F16F1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A135253D-8AD8-CF42-8803-EFB097BBE83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DAFAA3EE-7387-684A-91A4-B919BADE8A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9" name="Pijl: rechts 129">
                  <a:extLst>
                    <a:ext uri="{FF2B5EF4-FFF2-40B4-BE49-F238E27FC236}">
                      <a16:creationId xmlns:a16="http://schemas.microsoft.com/office/drawing/2014/main" id="{A6B1D287-33AF-CD43-BEBB-4D3B335874C9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6" name="Groep 25">
                <a:extLst>
                  <a:ext uri="{FF2B5EF4-FFF2-40B4-BE49-F238E27FC236}">
                    <a16:creationId xmlns:a16="http://schemas.microsoft.com/office/drawing/2014/main" id="{00CFA70B-E02F-DC44-87AC-CA635279ECC8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51" name="Groep 50">
                  <a:extLst>
                    <a:ext uri="{FF2B5EF4-FFF2-40B4-BE49-F238E27FC236}">
                      <a16:creationId xmlns:a16="http://schemas.microsoft.com/office/drawing/2014/main" id="{0DE4CE2A-58BC-3A46-B92B-74763C56ADE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3" name="Rechte verbindingslijn 52">
                    <a:extLst>
                      <a:ext uri="{FF2B5EF4-FFF2-40B4-BE49-F238E27FC236}">
                        <a16:creationId xmlns:a16="http://schemas.microsoft.com/office/drawing/2014/main" id="{1CDD2D3B-BF44-F140-A7F8-CC84F4139C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05093BC5-0408-7B44-8B32-001F542B148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4DD3FDBD-6513-2541-B760-A9A31A87D5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1B9C5561-8D89-4545-A781-5BBA356852D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8D295037-98DE-264F-840C-C97D3C6C044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2" name="Pijl: rechts 122">
                  <a:extLst>
                    <a:ext uri="{FF2B5EF4-FFF2-40B4-BE49-F238E27FC236}">
                      <a16:creationId xmlns:a16="http://schemas.microsoft.com/office/drawing/2014/main" id="{F5A2A40D-DC65-664D-A846-DACE69CA0476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FE7B183E-FB46-BB4A-88E5-C3A4B49E298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28" name="Rechte verbindingslijn 27">
                <a:extLst>
                  <a:ext uri="{FF2B5EF4-FFF2-40B4-BE49-F238E27FC236}">
                    <a16:creationId xmlns:a16="http://schemas.microsoft.com/office/drawing/2014/main" id="{F5547C4B-3312-AA42-8BD2-088A4682C46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38297B3A-454B-3D42-999E-D047F25D5A47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sp>
            <p:nvSpPr>
              <p:cNvPr id="32" name="Rechthoek 31">
                <a:extLst>
                  <a:ext uri="{FF2B5EF4-FFF2-40B4-BE49-F238E27FC236}">
                    <a16:creationId xmlns:a16="http://schemas.microsoft.com/office/drawing/2014/main" id="{1483C043-67CD-714E-BF2B-26F327E26A8D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Decrease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grpSp>
            <p:nvGrpSpPr>
              <p:cNvPr id="33" name="Groep 32">
                <a:extLst>
                  <a:ext uri="{FF2B5EF4-FFF2-40B4-BE49-F238E27FC236}">
                    <a16:creationId xmlns:a16="http://schemas.microsoft.com/office/drawing/2014/main" id="{27D08A2A-B529-C043-A8C8-A1408C2ED433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43" name="Rechthoek 42">
                  <a:extLst>
                    <a:ext uri="{FF2B5EF4-FFF2-40B4-BE49-F238E27FC236}">
                      <a16:creationId xmlns:a16="http://schemas.microsoft.com/office/drawing/2014/main" id="{C30E4999-C0E0-9C4E-9128-54A0515A22F1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4" name="Groep 43">
                  <a:extLst>
                    <a:ext uri="{FF2B5EF4-FFF2-40B4-BE49-F238E27FC236}">
                      <a16:creationId xmlns:a16="http://schemas.microsoft.com/office/drawing/2014/main" id="{7486C2B2-F16E-0142-B501-967CEB83CE4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46" name="Rechte verbindingslijn 45">
                    <a:extLst>
                      <a:ext uri="{FF2B5EF4-FFF2-40B4-BE49-F238E27FC236}">
                        <a16:creationId xmlns:a16="http://schemas.microsoft.com/office/drawing/2014/main" id="{3B920B4C-0585-0940-84AC-AC7E5154C67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BB377187-A24F-4045-B3E1-5E00A46525B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15ECA808-606E-DC4F-B184-6FFFE842304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9" name="Rechte verbindingslijn 48">
                    <a:extLst>
                      <a:ext uri="{FF2B5EF4-FFF2-40B4-BE49-F238E27FC236}">
                        <a16:creationId xmlns:a16="http://schemas.microsoft.com/office/drawing/2014/main" id="{E1326592-0E55-FB40-BFF1-AD4CB87DE5E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0" name="Rechte verbindingslijn 49">
                    <a:extLst>
                      <a:ext uri="{FF2B5EF4-FFF2-40B4-BE49-F238E27FC236}">
                        <a16:creationId xmlns:a16="http://schemas.microsoft.com/office/drawing/2014/main" id="{B4B6923D-44D6-6248-BD28-A5A61B96BC6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45" name="Pijl: rechts 115">
                  <a:extLst>
                    <a:ext uri="{FF2B5EF4-FFF2-40B4-BE49-F238E27FC236}">
                      <a16:creationId xmlns:a16="http://schemas.microsoft.com/office/drawing/2014/main" id="{3DCBC562-4810-0B4F-976D-B0AC7C2A60BD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8B27270C-CE5D-FD4B-AA61-7AF41DEECF2D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35" name="Rechthoek 34">
                  <a:extLst>
                    <a:ext uri="{FF2B5EF4-FFF2-40B4-BE49-F238E27FC236}">
                      <a16:creationId xmlns:a16="http://schemas.microsoft.com/office/drawing/2014/main" id="{AEEA0539-2A7C-534B-9412-67DCF331651A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5">
                  <a:extLst>
                    <a:ext uri="{FF2B5EF4-FFF2-40B4-BE49-F238E27FC236}">
                      <a16:creationId xmlns:a16="http://schemas.microsoft.com/office/drawing/2014/main" id="{28F7FDEF-9B83-E248-B134-7317D98C68E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38" name="Rechte verbindingslijn 37">
                    <a:extLst>
                      <a:ext uri="{FF2B5EF4-FFF2-40B4-BE49-F238E27FC236}">
                        <a16:creationId xmlns:a16="http://schemas.microsoft.com/office/drawing/2014/main" id="{89EAB35C-E46A-8E48-AC70-A43D30B3A83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9" name="Rechte verbindingslijn 38">
                    <a:extLst>
                      <a:ext uri="{FF2B5EF4-FFF2-40B4-BE49-F238E27FC236}">
                        <a16:creationId xmlns:a16="http://schemas.microsoft.com/office/drawing/2014/main" id="{A33A545F-D09F-014A-80A7-53B6553076D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0" name="Rechte verbindingslijn 39">
                    <a:extLst>
                      <a:ext uri="{FF2B5EF4-FFF2-40B4-BE49-F238E27FC236}">
                        <a16:creationId xmlns:a16="http://schemas.microsoft.com/office/drawing/2014/main" id="{70DD227D-00CE-F64F-8205-45D73A5933A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1" name="Rechte verbindingslijn 40">
                    <a:extLst>
                      <a:ext uri="{FF2B5EF4-FFF2-40B4-BE49-F238E27FC236}">
                        <a16:creationId xmlns:a16="http://schemas.microsoft.com/office/drawing/2014/main" id="{4CC6FC30-2490-D842-B953-329DBF14CE3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2" name="Rechte verbindingslijn 41">
                    <a:extLst>
                      <a:ext uri="{FF2B5EF4-FFF2-40B4-BE49-F238E27FC236}">
                        <a16:creationId xmlns:a16="http://schemas.microsoft.com/office/drawing/2014/main" id="{123D6BDC-EA46-1A4A-8858-A8D540AAB6B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7" name="Pijl: rechts 107">
                  <a:extLst>
                    <a:ext uri="{FF2B5EF4-FFF2-40B4-BE49-F238E27FC236}">
                      <a16:creationId xmlns:a16="http://schemas.microsoft.com/office/drawing/2014/main" id="{6C54BCD8-655F-AD48-AEA2-79D18E5BFCF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2696817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orient="horz" pos="3838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7098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70984" y="765175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8" name="Tijdelijke aanduiding voor tekst 30">
            <a:extLst>
              <a:ext uri="{FF2B5EF4-FFF2-40B4-BE49-F238E27FC236}">
                <a16:creationId xmlns:a16="http://schemas.microsoft.com/office/drawing/2014/main" id="{24852BD3-B1BD-8040-8B38-8D1DEBB903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170984" y="1781757"/>
            <a:ext cx="3314389" cy="4311068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0" name="Tijdelijke aanduiding voor tekst 28">
            <a:extLst>
              <a:ext uri="{FF2B5EF4-FFF2-40B4-BE49-F238E27FC236}">
                <a16:creationId xmlns:a16="http://schemas.microsoft.com/office/drawing/2014/main" id="{CD31FB62-CE03-B84D-B23B-BC47FDFECE1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110849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21" name="Tijdelijke aanduiding voor tekst 30">
            <a:extLst>
              <a:ext uri="{FF2B5EF4-FFF2-40B4-BE49-F238E27FC236}">
                <a16:creationId xmlns:a16="http://schemas.microsoft.com/office/drawing/2014/main" id="{0FBDF83D-9C74-4543-B3CA-CB055C26941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110849" y="765175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22" name="Tijdelijke aanduiding voor tekst 30">
            <a:extLst>
              <a:ext uri="{FF2B5EF4-FFF2-40B4-BE49-F238E27FC236}">
                <a16:creationId xmlns:a16="http://schemas.microsoft.com/office/drawing/2014/main" id="{8F43CA51-0533-FD4D-A762-69F51BDA80D9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8110849" y="1781757"/>
            <a:ext cx="3314389" cy="4311068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6" name="Tijdelijke aanduiding voor tekst 28">
            <a:extLst>
              <a:ext uri="{FF2B5EF4-FFF2-40B4-BE49-F238E27FC236}">
                <a16:creationId xmlns:a16="http://schemas.microsoft.com/office/drawing/2014/main" id="{4A4009E3-503D-AF41-AF9A-7995F90377E5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4640916" y="1561838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27" name="Tijdelijke aanduiding voor tekst 30">
            <a:extLst>
              <a:ext uri="{FF2B5EF4-FFF2-40B4-BE49-F238E27FC236}">
                <a16:creationId xmlns:a16="http://schemas.microsoft.com/office/drawing/2014/main" id="{E57B1EAA-8F3A-2F42-B00D-EE802F79846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40916" y="760739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28" name="Tijdelijke aanduiding voor tekst 30">
            <a:extLst>
              <a:ext uri="{FF2B5EF4-FFF2-40B4-BE49-F238E27FC236}">
                <a16:creationId xmlns:a16="http://schemas.microsoft.com/office/drawing/2014/main" id="{9D5632E0-5593-5A4E-BA59-DFEE92DB0BDA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4640916" y="1777321"/>
            <a:ext cx="3314389" cy="4311068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grpSp>
        <p:nvGrpSpPr>
          <p:cNvPr id="14" name="Groep 13">
            <a:extLst>
              <a:ext uri="{FF2B5EF4-FFF2-40B4-BE49-F238E27FC236}">
                <a16:creationId xmlns:a16="http://schemas.microsoft.com/office/drawing/2014/main" id="{65FE5ACA-468A-5046-B418-6BA85B61F3BF}"/>
              </a:ext>
            </a:extLst>
          </p:cNvPr>
          <p:cNvGrpSpPr/>
          <p:nvPr userDrawn="1"/>
        </p:nvGrpSpPr>
        <p:grpSpPr>
          <a:xfrm>
            <a:off x="-3194379" y="2857470"/>
            <a:ext cx="3194379" cy="3235354"/>
            <a:chOff x="-3194379" y="2857470"/>
            <a:chExt cx="3194379" cy="3235354"/>
          </a:xfrm>
        </p:grpSpPr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98EAFE0A-2588-B145-B2B1-2B1A014604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137" y="463509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1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A8631B09-7563-0841-8167-C31AEB2F1AC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487435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2</a:t>
              </a: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2AE736A6-A945-2741-B799-C2D6F66D94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10338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3</a:t>
              </a:r>
            </a:p>
          </p:txBody>
        </p:sp>
        <p:sp>
          <p:nvSpPr>
            <p:cNvPr id="23" name="Ovaal 22">
              <a:extLst>
                <a:ext uri="{FF2B5EF4-FFF2-40B4-BE49-F238E27FC236}">
                  <a16:creationId xmlns:a16="http://schemas.microsoft.com/office/drawing/2014/main" id="{116AD26A-24DF-DC47-B0FC-3558143B96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33528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4</a:t>
              </a:r>
            </a:p>
          </p:txBody>
        </p:sp>
        <p:pic>
          <p:nvPicPr>
            <p:cNvPr id="24" name="Afbeelding 23">
              <a:extLst>
                <a:ext uri="{FF2B5EF4-FFF2-40B4-BE49-F238E27FC236}">
                  <a16:creationId xmlns:a16="http://schemas.microsoft.com/office/drawing/2014/main" id="{C7CBD0A1-E323-764C-ADF7-DE6CDCE319F5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/>
            <a:srcRect r="76738" b="62308"/>
            <a:stretch/>
          </p:blipFill>
          <p:spPr>
            <a:xfrm>
              <a:off x="-2699907" y="4535706"/>
              <a:ext cx="1626676" cy="1094825"/>
            </a:xfrm>
            <a:prstGeom prst="rect">
              <a:avLst/>
            </a:prstGeom>
          </p:spPr>
        </p:pic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E18ABE59-4289-8140-A691-CBE54B461C1F}"/>
                </a:ext>
              </a:extLst>
            </p:cNvPr>
            <p:cNvSpPr/>
            <p:nvPr userDrawn="1"/>
          </p:nvSpPr>
          <p:spPr>
            <a:xfrm>
              <a:off x="-3194379" y="2857470"/>
              <a:ext cx="2923123" cy="323535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CHOOSE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TEXt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 LEVELS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BEA96D7D-5F1F-D04B-B3A8-EA470D0B8AF0}"/>
                </a:ext>
              </a:extLst>
            </p:cNvPr>
            <p:cNvSpPr/>
            <p:nvPr userDrawn="1"/>
          </p:nvSpPr>
          <p:spPr>
            <a:xfrm>
              <a:off x="-3012396" y="4151269"/>
              <a:ext cx="2741140" cy="49673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List </a:t>
              </a:r>
              <a:r>
                <a:rPr lang="en-GB" sz="1000" b="1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kumimoji="0" lang="en-GB" sz="1000" b="1" i="0" u="none" strike="noStrike" kern="0" cap="none" spc="0" normalizeH="0" baseline="0" noProof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evel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buttons under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Start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tab, to select a text level. Choose from: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32" name="VOORBEELD">
              <a:extLst>
                <a:ext uri="{FF2B5EF4-FFF2-40B4-BE49-F238E27FC236}">
                  <a16:creationId xmlns:a16="http://schemas.microsoft.com/office/drawing/2014/main" id="{C116C471-B07C-EB4D-A847-75EAE379F1D3}"/>
                </a:ext>
              </a:extLst>
            </p:cNvPr>
            <p:cNvGrpSpPr/>
            <p:nvPr userDrawn="1"/>
          </p:nvGrpSpPr>
          <p:grpSpPr>
            <a:xfrm>
              <a:off x="-3013384" y="3353604"/>
              <a:ext cx="3013384" cy="604518"/>
              <a:chOff x="-3605171" y="458674"/>
              <a:chExt cx="3234311" cy="558875"/>
            </a:xfrm>
          </p:grpSpPr>
          <p:sp>
            <p:nvSpPr>
              <p:cNvPr id="33" name="Rechthoek 32">
                <a:extLst>
                  <a:ext uri="{FF2B5EF4-FFF2-40B4-BE49-F238E27FC236}">
                    <a16:creationId xmlns:a16="http://schemas.microsoft.com/office/drawing/2014/main" id="{6A23C3F3-A1EC-8C48-918F-A01132FCB811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34" name="Rechthoek 33">
                <a:extLst>
                  <a:ext uri="{FF2B5EF4-FFF2-40B4-BE49-F238E27FC236}">
                    <a16:creationId xmlns:a16="http://schemas.microsoft.com/office/drawing/2014/main" id="{070535DF-95EA-A748-AC00-887FD0CB9E72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DBA8BE2F-B836-C04B-ABE1-3390FCE5E34C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66" name="Groep 65">
                  <a:extLst>
                    <a:ext uri="{FF2B5EF4-FFF2-40B4-BE49-F238E27FC236}">
                      <a16:creationId xmlns:a16="http://schemas.microsoft.com/office/drawing/2014/main" id="{8A53B9A1-85DE-4440-8AC5-7E779E3687D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291918FA-D21D-5B45-AF21-B1EF7F05C2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B618C3E7-BC74-B141-A841-3022BDCE700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3160BBDB-4A38-934D-AF68-CAD07C90C7E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E3D8783B-0CCC-E54E-AF7E-56A6132A07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F9E03507-AF07-2643-B6E0-101D70ABEE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7" name="Pijl: rechts 129">
                  <a:extLst>
                    <a:ext uri="{FF2B5EF4-FFF2-40B4-BE49-F238E27FC236}">
                      <a16:creationId xmlns:a16="http://schemas.microsoft.com/office/drawing/2014/main" id="{2D5BEFCA-1DDB-0447-9C55-9127C1A086F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6" name="Groep 35">
                <a:extLst>
                  <a:ext uri="{FF2B5EF4-FFF2-40B4-BE49-F238E27FC236}">
                    <a16:creationId xmlns:a16="http://schemas.microsoft.com/office/drawing/2014/main" id="{B7B801B0-AE6D-CF43-9458-D7553DDCC5E9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59" name="Groep 58">
                  <a:extLst>
                    <a:ext uri="{FF2B5EF4-FFF2-40B4-BE49-F238E27FC236}">
                      <a16:creationId xmlns:a16="http://schemas.microsoft.com/office/drawing/2014/main" id="{69E7AA5F-1D2B-AB4B-8A80-A73055D2600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1" name="Rechte verbindingslijn 60">
                    <a:extLst>
                      <a:ext uri="{FF2B5EF4-FFF2-40B4-BE49-F238E27FC236}">
                        <a16:creationId xmlns:a16="http://schemas.microsoft.com/office/drawing/2014/main" id="{0597A01D-FEC4-3547-AE44-32771F0186E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9947F253-84F8-9E4B-A541-BB95E2DB028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43A763F1-940F-7A4D-84DF-FA7717C4A1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6CBE0E03-2DD3-F24A-B6DD-985971364EC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CC7D1BB1-F2A3-B741-AF64-BAA4783704A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0" name="Pijl: rechts 122">
                  <a:extLst>
                    <a:ext uri="{FF2B5EF4-FFF2-40B4-BE49-F238E27FC236}">
                      <a16:creationId xmlns:a16="http://schemas.microsoft.com/office/drawing/2014/main" id="{571A7948-C510-0D42-88DE-73068D6BF140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37" name="Rechte verbindingslijn 36">
                <a:extLst>
                  <a:ext uri="{FF2B5EF4-FFF2-40B4-BE49-F238E27FC236}">
                    <a16:creationId xmlns:a16="http://schemas.microsoft.com/office/drawing/2014/main" id="{6A14DE62-D426-BC41-A49E-FC2C7155D3F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38" name="Rechte verbindingslijn 37">
                <a:extLst>
                  <a:ext uri="{FF2B5EF4-FFF2-40B4-BE49-F238E27FC236}">
                    <a16:creationId xmlns:a16="http://schemas.microsoft.com/office/drawing/2014/main" id="{EDFBFB95-29FE-8740-9618-FE3A3996AE7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968B8D83-106D-C742-B222-B2EC3E60DB3A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84A007AF-F2AD-2844-9D76-EC9F34B71DBC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Decrease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B0B05504-9680-DC47-B866-619F5EEDC86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1D1CB43B-97E3-0346-8F73-3821FC330DB2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7FFC97D1-6B80-FE4A-B406-438BC9F110CF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7932C118-7E97-3840-80DC-6EBBE21B3CD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AAC6FC34-9E78-7745-B626-A7B26B6CC13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B24F2A4B-F91C-6147-A496-C1CDD81EFD9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0BD07587-2AE8-2C48-AB96-606792BB5C5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F55D25DE-B515-6443-AD3D-2B43235265F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115">
                  <a:extLst>
                    <a:ext uri="{FF2B5EF4-FFF2-40B4-BE49-F238E27FC236}">
                      <a16:creationId xmlns:a16="http://schemas.microsoft.com/office/drawing/2014/main" id="{BA40802D-D3BE-134A-ABAD-DBB8DDB702C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2" name="Groep 41">
                <a:extLst>
                  <a:ext uri="{FF2B5EF4-FFF2-40B4-BE49-F238E27FC236}">
                    <a16:creationId xmlns:a16="http://schemas.microsoft.com/office/drawing/2014/main" id="{8FC5EA0A-76D7-7E4D-B8DF-530BECB1F880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43" name="Rechthoek 42">
                  <a:extLst>
                    <a:ext uri="{FF2B5EF4-FFF2-40B4-BE49-F238E27FC236}">
                      <a16:creationId xmlns:a16="http://schemas.microsoft.com/office/drawing/2014/main" id="{E17DF9C6-789F-0C49-9165-1E30004056AA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4" name="Groep 43">
                  <a:extLst>
                    <a:ext uri="{FF2B5EF4-FFF2-40B4-BE49-F238E27FC236}">
                      <a16:creationId xmlns:a16="http://schemas.microsoft.com/office/drawing/2014/main" id="{B7DF9442-B4F8-6342-893D-D4BA0AD0B9C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46" name="Rechte verbindingslijn 45">
                    <a:extLst>
                      <a:ext uri="{FF2B5EF4-FFF2-40B4-BE49-F238E27FC236}">
                        <a16:creationId xmlns:a16="http://schemas.microsoft.com/office/drawing/2014/main" id="{1A82DEAA-1F0E-D34E-8061-83B20992E1F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80EBAEBC-AAF3-194B-AA4A-E15B547336E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391DAAAD-1B60-2A48-876F-08B5631F413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9" name="Rechte verbindingslijn 48">
                    <a:extLst>
                      <a:ext uri="{FF2B5EF4-FFF2-40B4-BE49-F238E27FC236}">
                        <a16:creationId xmlns:a16="http://schemas.microsoft.com/office/drawing/2014/main" id="{B795D3BF-A6A8-E244-9E91-9421754A88C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0" name="Rechte verbindingslijn 49">
                    <a:extLst>
                      <a:ext uri="{FF2B5EF4-FFF2-40B4-BE49-F238E27FC236}">
                        <a16:creationId xmlns:a16="http://schemas.microsoft.com/office/drawing/2014/main" id="{5762A2A1-BC82-BB41-B804-5D2E7680EB8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45" name="Pijl: rechts 107">
                  <a:extLst>
                    <a:ext uri="{FF2B5EF4-FFF2-40B4-BE49-F238E27FC236}">
                      <a16:creationId xmlns:a16="http://schemas.microsoft.com/office/drawing/2014/main" id="{9C0C5349-52BA-AF49-AE6F-F4B336031C56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848919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orient="horz" pos="3838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7098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70984" y="765175"/>
            <a:ext cx="4935224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8" name="Tijdelijke aanduiding voor tekst 30">
            <a:extLst>
              <a:ext uri="{FF2B5EF4-FFF2-40B4-BE49-F238E27FC236}">
                <a16:creationId xmlns:a16="http://schemas.microsoft.com/office/drawing/2014/main" id="{24852BD3-B1BD-8040-8B38-8D1DEBB903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170984" y="1781757"/>
            <a:ext cx="4935224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9" name="Tijdelijke aanduiding voor tekst 28">
            <a:extLst>
              <a:ext uri="{FF2B5EF4-FFF2-40B4-BE49-F238E27FC236}">
                <a16:creationId xmlns:a16="http://schemas.microsoft.com/office/drawing/2014/main" id="{84107F69-1362-A44D-8149-0BE576EA4D7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49001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10" name="Tijdelijke aanduiding voor tekst 30">
            <a:extLst>
              <a:ext uri="{FF2B5EF4-FFF2-40B4-BE49-F238E27FC236}">
                <a16:creationId xmlns:a16="http://schemas.microsoft.com/office/drawing/2014/main" id="{ACAA29C8-0E89-8D4D-A556-D5F8179D7D2D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90014" y="765175"/>
            <a:ext cx="4935224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11" name="Tijdelijke aanduiding voor tekst 30">
            <a:extLst>
              <a:ext uri="{FF2B5EF4-FFF2-40B4-BE49-F238E27FC236}">
                <a16:creationId xmlns:a16="http://schemas.microsoft.com/office/drawing/2014/main" id="{5062370D-B668-C147-9440-687AF954D5EC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490014" y="1781757"/>
            <a:ext cx="4935224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12" name="Tijdelijke aanduiding voor tekst 28">
            <a:extLst>
              <a:ext uri="{FF2B5EF4-FFF2-40B4-BE49-F238E27FC236}">
                <a16:creationId xmlns:a16="http://schemas.microsoft.com/office/drawing/2014/main" id="{74F6A9C0-6660-F14C-92F9-5995E033C4D6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70984" y="4230099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13" name="Tijdelijke aanduiding voor tekst 30">
            <a:extLst>
              <a:ext uri="{FF2B5EF4-FFF2-40B4-BE49-F238E27FC236}">
                <a16:creationId xmlns:a16="http://schemas.microsoft.com/office/drawing/2014/main" id="{DFF4862E-FCC3-D441-A77C-F66CD55953F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170984" y="3514645"/>
            <a:ext cx="4935224" cy="719890"/>
          </a:xfrm>
        </p:spPr>
        <p:txBody>
          <a:bodyPr anchor="b"/>
          <a:lstStyle>
            <a:lvl1pPr>
              <a:lnSpc>
                <a:spcPct val="100000"/>
              </a:lnSpc>
              <a:spcBef>
                <a:spcPts val="0"/>
              </a:spcBef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14" name="Tijdelijke aanduiding voor tekst 30">
            <a:extLst>
              <a:ext uri="{FF2B5EF4-FFF2-40B4-BE49-F238E27FC236}">
                <a16:creationId xmlns:a16="http://schemas.microsoft.com/office/drawing/2014/main" id="{0397DC37-BDBF-DA4F-AA57-40FB1E10AEEE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1170984" y="4445582"/>
            <a:ext cx="4935224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15" name="Tijdelijke aanduiding voor tekst 28">
            <a:extLst>
              <a:ext uri="{FF2B5EF4-FFF2-40B4-BE49-F238E27FC236}">
                <a16:creationId xmlns:a16="http://schemas.microsoft.com/office/drawing/2014/main" id="{5897EDB4-62C7-4D49-9BAF-931CFF72F01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490014" y="4230099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17" name="Tijdelijke aanduiding voor tekst 30">
            <a:extLst>
              <a:ext uri="{FF2B5EF4-FFF2-40B4-BE49-F238E27FC236}">
                <a16:creationId xmlns:a16="http://schemas.microsoft.com/office/drawing/2014/main" id="{C3D91285-CF89-8E4F-938D-2D58C5A7A0C5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490014" y="3514645"/>
            <a:ext cx="4935224" cy="719890"/>
          </a:xfrm>
        </p:spPr>
        <p:txBody>
          <a:bodyPr anchor="b"/>
          <a:lstStyle>
            <a:lvl1pPr>
              <a:lnSpc>
                <a:spcPct val="100000"/>
              </a:lnSpc>
              <a:spcBef>
                <a:spcPts val="0"/>
              </a:spcBef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19" name="Tijdelijke aanduiding voor tekst 30">
            <a:extLst>
              <a:ext uri="{FF2B5EF4-FFF2-40B4-BE49-F238E27FC236}">
                <a16:creationId xmlns:a16="http://schemas.microsoft.com/office/drawing/2014/main" id="{6DF83DA2-979D-9C45-B809-08A644248C8B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6490014" y="4445582"/>
            <a:ext cx="4935224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grpSp>
        <p:nvGrpSpPr>
          <p:cNvPr id="20" name="Groep 19">
            <a:extLst>
              <a:ext uri="{FF2B5EF4-FFF2-40B4-BE49-F238E27FC236}">
                <a16:creationId xmlns:a16="http://schemas.microsoft.com/office/drawing/2014/main" id="{E9098CED-956B-4A4E-842C-F2C228CF6E00}"/>
              </a:ext>
            </a:extLst>
          </p:cNvPr>
          <p:cNvGrpSpPr/>
          <p:nvPr userDrawn="1"/>
        </p:nvGrpSpPr>
        <p:grpSpPr>
          <a:xfrm>
            <a:off x="-3194379" y="2857470"/>
            <a:ext cx="3194379" cy="3235354"/>
            <a:chOff x="-3194379" y="2857470"/>
            <a:chExt cx="3194379" cy="3235354"/>
          </a:xfrm>
        </p:grpSpPr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FBA8BE3D-3283-9741-95D5-891A2560A1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137" y="463509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1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6961CD1-C622-CB4E-9740-AC7BB1F75B1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487435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2</a:t>
              </a:r>
            </a:p>
          </p:txBody>
        </p:sp>
        <p:sp>
          <p:nvSpPr>
            <p:cNvPr id="23" name="Ovaal 22">
              <a:extLst>
                <a:ext uri="{FF2B5EF4-FFF2-40B4-BE49-F238E27FC236}">
                  <a16:creationId xmlns:a16="http://schemas.microsoft.com/office/drawing/2014/main" id="{A04607AE-85A7-4343-A3D1-55F557EEEBD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10338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3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7381E75A-8F98-DF4C-8E72-0A99A9E5C11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33528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4</a:t>
              </a:r>
            </a:p>
          </p:txBody>
        </p:sp>
        <p:pic>
          <p:nvPicPr>
            <p:cNvPr id="25" name="Afbeelding 24">
              <a:extLst>
                <a:ext uri="{FF2B5EF4-FFF2-40B4-BE49-F238E27FC236}">
                  <a16:creationId xmlns:a16="http://schemas.microsoft.com/office/drawing/2014/main" id="{BB698F2F-6BD0-0F43-8CE5-5388272A3CCE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/>
            <a:srcRect r="76738" b="62308"/>
            <a:stretch/>
          </p:blipFill>
          <p:spPr>
            <a:xfrm>
              <a:off x="-2699907" y="4535706"/>
              <a:ext cx="1626676" cy="1094825"/>
            </a:xfrm>
            <a:prstGeom prst="rect">
              <a:avLst/>
            </a:prstGeom>
          </p:spPr>
        </p:pic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C07B5A3D-4DA3-3F47-8859-5E98C98323AB}"/>
                </a:ext>
              </a:extLst>
            </p:cNvPr>
            <p:cNvSpPr/>
            <p:nvPr userDrawn="1"/>
          </p:nvSpPr>
          <p:spPr>
            <a:xfrm>
              <a:off x="-3194379" y="2857470"/>
              <a:ext cx="2923123" cy="323535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CHOOSE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TEXt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 LEVELS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D5940E16-4DB1-F24C-A89D-E05714226B1E}"/>
                </a:ext>
              </a:extLst>
            </p:cNvPr>
            <p:cNvSpPr/>
            <p:nvPr userDrawn="1"/>
          </p:nvSpPr>
          <p:spPr>
            <a:xfrm>
              <a:off x="-3012396" y="4151269"/>
              <a:ext cx="2741140" cy="49673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List </a:t>
              </a:r>
              <a:r>
                <a:rPr lang="en-GB" sz="1000" b="1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kumimoji="0" lang="en-GB" sz="1000" b="1" i="0" u="none" strike="noStrike" kern="0" cap="none" spc="0" normalizeH="0" baseline="0" noProof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evel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buttons under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Start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tab, to select a text level. Choose from: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8" name="VOORBEELD">
              <a:extLst>
                <a:ext uri="{FF2B5EF4-FFF2-40B4-BE49-F238E27FC236}">
                  <a16:creationId xmlns:a16="http://schemas.microsoft.com/office/drawing/2014/main" id="{A2D3F839-DB5B-7341-8FD5-3D26562C1953}"/>
                </a:ext>
              </a:extLst>
            </p:cNvPr>
            <p:cNvGrpSpPr/>
            <p:nvPr userDrawn="1"/>
          </p:nvGrpSpPr>
          <p:grpSpPr>
            <a:xfrm>
              <a:off x="-3013384" y="3353604"/>
              <a:ext cx="3013384" cy="604518"/>
              <a:chOff x="-3605171" y="458674"/>
              <a:chExt cx="3234311" cy="558875"/>
            </a:xfrm>
          </p:grpSpPr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708DFF26-2165-2F46-B0BA-E7409E8668CA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32" name="Rechthoek 31">
                <a:extLst>
                  <a:ext uri="{FF2B5EF4-FFF2-40B4-BE49-F238E27FC236}">
                    <a16:creationId xmlns:a16="http://schemas.microsoft.com/office/drawing/2014/main" id="{4D952EA0-1BF9-8242-8EA5-729C7913A821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2">
                <a:extLst>
                  <a:ext uri="{FF2B5EF4-FFF2-40B4-BE49-F238E27FC236}">
                    <a16:creationId xmlns:a16="http://schemas.microsoft.com/office/drawing/2014/main" id="{87A5D483-17FE-124C-BD11-C1339A85127E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1EDBC2D1-80DD-8F4A-857F-DDA6B62E2AE7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29B2F4BE-88D7-274A-B17D-DDF04697FCE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FF5651A5-E505-D24C-9DA9-463D31E6B26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ACB11B31-7BAD-4A41-939C-6BDC6559317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9AF4ED44-E4B2-C144-9BC0-F07509B5C34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A3C3AF8F-3437-E84B-AFE3-50C5C0D9243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5" name="Pijl: rechts 129">
                  <a:extLst>
                    <a:ext uri="{FF2B5EF4-FFF2-40B4-BE49-F238E27FC236}">
                      <a16:creationId xmlns:a16="http://schemas.microsoft.com/office/drawing/2014/main" id="{7025F023-7679-2F4C-8055-A2CE7CBBFB79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22C99F51-09C0-7949-B713-46A7084B2F1E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57" name="Groep 56">
                  <a:extLst>
                    <a:ext uri="{FF2B5EF4-FFF2-40B4-BE49-F238E27FC236}">
                      <a16:creationId xmlns:a16="http://schemas.microsoft.com/office/drawing/2014/main" id="{92B0A7DC-51D9-A040-9F05-E854878A191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FDEA970D-5299-4647-BE23-8E4D9200D6C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37D28DB1-3640-AF42-9781-58DBF6A157C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" name="Rechte verbindingslijn 60">
                    <a:extLst>
                      <a:ext uri="{FF2B5EF4-FFF2-40B4-BE49-F238E27FC236}">
                        <a16:creationId xmlns:a16="http://schemas.microsoft.com/office/drawing/2014/main" id="{3D4B3E9A-8CA7-1E47-BE18-18D2615AB17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87F26630-5D05-1A47-8AA9-0276E407F1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268D7EBC-8C9C-484B-9E36-14FBB2290AF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8" name="Pijl: rechts 122">
                  <a:extLst>
                    <a:ext uri="{FF2B5EF4-FFF2-40B4-BE49-F238E27FC236}">
                      <a16:creationId xmlns:a16="http://schemas.microsoft.com/office/drawing/2014/main" id="{0ABAA5D3-810A-4648-89D5-AA3FAC75E8E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35" name="Rechte verbindingslijn 34">
                <a:extLst>
                  <a:ext uri="{FF2B5EF4-FFF2-40B4-BE49-F238E27FC236}">
                    <a16:creationId xmlns:a16="http://schemas.microsoft.com/office/drawing/2014/main" id="{C5767B36-8E81-2445-BEE4-0BF0C770482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36" name="Rechte verbindingslijn 35">
                <a:extLst>
                  <a:ext uri="{FF2B5EF4-FFF2-40B4-BE49-F238E27FC236}">
                    <a16:creationId xmlns:a16="http://schemas.microsoft.com/office/drawing/2014/main" id="{34A661F3-32E2-F343-A4E7-75CFD5237D7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37" name="Rechthoek 36">
                <a:extLst>
                  <a:ext uri="{FF2B5EF4-FFF2-40B4-BE49-F238E27FC236}">
                    <a16:creationId xmlns:a16="http://schemas.microsoft.com/office/drawing/2014/main" id="{D9751EBF-C936-344B-90A6-C2C283C759BE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C32561C1-F9E6-BC44-AD09-C6B161B0C9B1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Decrease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grpSp>
            <p:nvGrpSpPr>
              <p:cNvPr id="39" name="Groep 38">
                <a:extLst>
                  <a:ext uri="{FF2B5EF4-FFF2-40B4-BE49-F238E27FC236}">
                    <a16:creationId xmlns:a16="http://schemas.microsoft.com/office/drawing/2014/main" id="{0FE4B8DA-0847-8A40-9157-93D6AA6699BE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49" name="Rechthoek 48">
                  <a:extLst>
                    <a:ext uri="{FF2B5EF4-FFF2-40B4-BE49-F238E27FC236}">
                      <a16:creationId xmlns:a16="http://schemas.microsoft.com/office/drawing/2014/main" id="{3E3D4642-945B-CA40-81B9-302A93F1B01C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0" name="Groep 49">
                  <a:extLst>
                    <a:ext uri="{FF2B5EF4-FFF2-40B4-BE49-F238E27FC236}">
                      <a16:creationId xmlns:a16="http://schemas.microsoft.com/office/drawing/2014/main" id="{E852105E-4055-2E49-B122-52E0CECF6F3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52" name="Rechte verbindingslijn 51">
                    <a:extLst>
                      <a:ext uri="{FF2B5EF4-FFF2-40B4-BE49-F238E27FC236}">
                        <a16:creationId xmlns:a16="http://schemas.microsoft.com/office/drawing/2014/main" id="{05F94BD3-EA48-A14E-AF40-0874596AC5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3" name="Rechte verbindingslijn 52">
                    <a:extLst>
                      <a:ext uri="{FF2B5EF4-FFF2-40B4-BE49-F238E27FC236}">
                        <a16:creationId xmlns:a16="http://schemas.microsoft.com/office/drawing/2014/main" id="{D1A1DD22-263F-C545-AE1F-FB6525DA119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A5869EFF-45DB-754D-B8FA-E78EC58B16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4590086B-5A93-4542-9654-59867CF7D0C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8D90703C-0B85-2C43-A062-2DDCD9DDA63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1" name="Pijl: rechts 115">
                  <a:extLst>
                    <a:ext uri="{FF2B5EF4-FFF2-40B4-BE49-F238E27FC236}">
                      <a16:creationId xmlns:a16="http://schemas.microsoft.com/office/drawing/2014/main" id="{1A1CDDEC-2362-B74F-8F71-E7FB9E951FD8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F1DD400B-FFBF-C54E-976C-CE2348B9AEB0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41" name="Rechthoek 40">
                  <a:extLst>
                    <a:ext uri="{FF2B5EF4-FFF2-40B4-BE49-F238E27FC236}">
                      <a16:creationId xmlns:a16="http://schemas.microsoft.com/office/drawing/2014/main" id="{2BAACFE4-B231-A847-9CC9-BFC529AD9FCC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1">
                  <a:extLst>
                    <a:ext uri="{FF2B5EF4-FFF2-40B4-BE49-F238E27FC236}">
                      <a16:creationId xmlns:a16="http://schemas.microsoft.com/office/drawing/2014/main" id="{0FDC304B-3BEA-6148-9B99-CF00AD8687AF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44" name="Rechte verbindingslijn 43">
                    <a:extLst>
                      <a:ext uri="{FF2B5EF4-FFF2-40B4-BE49-F238E27FC236}">
                        <a16:creationId xmlns:a16="http://schemas.microsoft.com/office/drawing/2014/main" id="{1EA94287-2621-FE40-8998-1F084077A95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5" name="Rechte verbindingslijn 44">
                    <a:extLst>
                      <a:ext uri="{FF2B5EF4-FFF2-40B4-BE49-F238E27FC236}">
                        <a16:creationId xmlns:a16="http://schemas.microsoft.com/office/drawing/2014/main" id="{02604B14-29C1-624E-9FBE-CF523C05C99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6" name="Rechte verbindingslijn 45">
                    <a:extLst>
                      <a:ext uri="{FF2B5EF4-FFF2-40B4-BE49-F238E27FC236}">
                        <a16:creationId xmlns:a16="http://schemas.microsoft.com/office/drawing/2014/main" id="{675D691B-F075-BE41-BFDE-7221AE91CBC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4F03F701-2A4B-8B4F-91CA-4C5C4F33BD2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42B98841-7BFA-3B49-8071-6FFA2632AC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43" name="Pijl: rechts 107">
                  <a:extLst>
                    <a:ext uri="{FF2B5EF4-FFF2-40B4-BE49-F238E27FC236}">
                      <a16:creationId xmlns:a16="http://schemas.microsoft.com/office/drawing/2014/main" id="{D7C9AC90-EA8A-DE4D-B997-612866251540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9705903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orient="horz" pos="3838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7098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70984" y="765175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8" name="Tijdelijke aanduiding voor tekst 30">
            <a:extLst>
              <a:ext uri="{FF2B5EF4-FFF2-40B4-BE49-F238E27FC236}">
                <a16:creationId xmlns:a16="http://schemas.microsoft.com/office/drawing/2014/main" id="{24852BD3-B1BD-8040-8B38-8D1DEBB903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170984" y="1781757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12" name="Tijdelijke aanduiding voor tekst 28">
            <a:extLst>
              <a:ext uri="{FF2B5EF4-FFF2-40B4-BE49-F238E27FC236}">
                <a16:creationId xmlns:a16="http://schemas.microsoft.com/office/drawing/2014/main" id="{74F6A9C0-6660-F14C-92F9-5995E033C4D6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70984" y="4230099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13" name="Tijdelijke aanduiding voor tekst 30">
            <a:extLst>
              <a:ext uri="{FF2B5EF4-FFF2-40B4-BE49-F238E27FC236}">
                <a16:creationId xmlns:a16="http://schemas.microsoft.com/office/drawing/2014/main" id="{DFF4862E-FCC3-D441-A77C-F66CD55953F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170984" y="3514645"/>
            <a:ext cx="3314389" cy="719890"/>
          </a:xfrm>
        </p:spPr>
        <p:txBody>
          <a:bodyPr anchor="b"/>
          <a:lstStyle>
            <a:lvl1pPr>
              <a:lnSpc>
                <a:spcPct val="100000"/>
              </a:lnSpc>
              <a:spcBef>
                <a:spcPts val="0"/>
              </a:spcBef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14" name="Tijdelijke aanduiding voor tekst 30">
            <a:extLst>
              <a:ext uri="{FF2B5EF4-FFF2-40B4-BE49-F238E27FC236}">
                <a16:creationId xmlns:a16="http://schemas.microsoft.com/office/drawing/2014/main" id="{0397DC37-BDBF-DA4F-AA57-40FB1E10AEEE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1170984" y="4445582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0" name="Tijdelijke aanduiding voor tekst 28">
            <a:extLst>
              <a:ext uri="{FF2B5EF4-FFF2-40B4-BE49-F238E27FC236}">
                <a16:creationId xmlns:a16="http://schemas.microsoft.com/office/drawing/2014/main" id="{CD31FB62-CE03-B84D-B23B-BC47FDFECE1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110849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21" name="Tijdelijke aanduiding voor tekst 30">
            <a:extLst>
              <a:ext uri="{FF2B5EF4-FFF2-40B4-BE49-F238E27FC236}">
                <a16:creationId xmlns:a16="http://schemas.microsoft.com/office/drawing/2014/main" id="{0FBDF83D-9C74-4543-B3CA-CB055C26941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110849" y="765175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22" name="Tijdelijke aanduiding voor tekst 30">
            <a:extLst>
              <a:ext uri="{FF2B5EF4-FFF2-40B4-BE49-F238E27FC236}">
                <a16:creationId xmlns:a16="http://schemas.microsoft.com/office/drawing/2014/main" id="{8F43CA51-0533-FD4D-A762-69F51BDA80D9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8110849" y="1781757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3" name="Tijdelijke aanduiding voor tekst 28">
            <a:extLst>
              <a:ext uri="{FF2B5EF4-FFF2-40B4-BE49-F238E27FC236}">
                <a16:creationId xmlns:a16="http://schemas.microsoft.com/office/drawing/2014/main" id="{27195075-A823-1C46-B5A9-805B71000ECF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110849" y="4230099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24" name="Tijdelijke aanduiding voor tekst 30">
            <a:extLst>
              <a:ext uri="{FF2B5EF4-FFF2-40B4-BE49-F238E27FC236}">
                <a16:creationId xmlns:a16="http://schemas.microsoft.com/office/drawing/2014/main" id="{77E574EB-62CE-0240-BA2C-B7BBB5A0A04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110849" y="3514645"/>
            <a:ext cx="3314389" cy="719890"/>
          </a:xfrm>
        </p:spPr>
        <p:txBody>
          <a:bodyPr anchor="b"/>
          <a:lstStyle>
            <a:lvl1pPr>
              <a:lnSpc>
                <a:spcPct val="100000"/>
              </a:lnSpc>
              <a:spcBef>
                <a:spcPts val="0"/>
              </a:spcBef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25" name="Tijdelijke aanduiding voor tekst 30">
            <a:extLst>
              <a:ext uri="{FF2B5EF4-FFF2-40B4-BE49-F238E27FC236}">
                <a16:creationId xmlns:a16="http://schemas.microsoft.com/office/drawing/2014/main" id="{854A23BA-6461-C947-A1F7-89D9ECFC1F37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110849" y="4445582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6" name="Tijdelijke aanduiding voor tekst 28">
            <a:extLst>
              <a:ext uri="{FF2B5EF4-FFF2-40B4-BE49-F238E27FC236}">
                <a16:creationId xmlns:a16="http://schemas.microsoft.com/office/drawing/2014/main" id="{4A4009E3-503D-AF41-AF9A-7995F90377E5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4640916" y="1561838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27" name="Tijdelijke aanduiding voor tekst 30">
            <a:extLst>
              <a:ext uri="{FF2B5EF4-FFF2-40B4-BE49-F238E27FC236}">
                <a16:creationId xmlns:a16="http://schemas.microsoft.com/office/drawing/2014/main" id="{E57B1EAA-8F3A-2F42-B00D-EE802F79846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40916" y="760739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28" name="Tijdelijke aanduiding voor tekst 30">
            <a:extLst>
              <a:ext uri="{FF2B5EF4-FFF2-40B4-BE49-F238E27FC236}">
                <a16:creationId xmlns:a16="http://schemas.microsoft.com/office/drawing/2014/main" id="{9D5632E0-5593-5A4E-BA59-DFEE92DB0BDA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4640916" y="1777321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0" name="Tijdelijke aanduiding voor tekst 28">
            <a:extLst>
              <a:ext uri="{FF2B5EF4-FFF2-40B4-BE49-F238E27FC236}">
                <a16:creationId xmlns:a16="http://schemas.microsoft.com/office/drawing/2014/main" id="{723DCFDA-4F68-794D-9125-DC648585DDB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40916" y="4225663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2" name="Tijdelijke aanduiding voor tekst 30">
            <a:extLst>
              <a:ext uri="{FF2B5EF4-FFF2-40B4-BE49-F238E27FC236}">
                <a16:creationId xmlns:a16="http://schemas.microsoft.com/office/drawing/2014/main" id="{3D7DFCDC-7A57-7E41-B7FD-4D54B5B193CA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4640916" y="3510209"/>
            <a:ext cx="3314389" cy="719890"/>
          </a:xfrm>
        </p:spPr>
        <p:txBody>
          <a:bodyPr anchor="b"/>
          <a:lstStyle>
            <a:lvl1pPr>
              <a:lnSpc>
                <a:spcPct val="100000"/>
              </a:lnSpc>
              <a:spcBef>
                <a:spcPts val="0"/>
              </a:spcBef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33" name="Tijdelijke aanduiding voor tekst 30">
            <a:extLst>
              <a:ext uri="{FF2B5EF4-FFF2-40B4-BE49-F238E27FC236}">
                <a16:creationId xmlns:a16="http://schemas.microsoft.com/office/drawing/2014/main" id="{8B02D277-145B-D841-AE41-DCCA9ED0DAC2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4640916" y="4441146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grpSp>
        <p:nvGrpSpPr>
          <p:cNvPr id="34" name="Groep 33">
            <a:extLst>
              <a:ext uri="{FF2B5EF4-FFF2-40B4-BE49-F238E27FC236}">
                <a16:creationId xmlns:a16="http://schemas.microsoft.com/office/drawing/2014/main" id="{6138403D-4755-AA42-B217-05790923D7AE}"/>
              </a:ext>
            </a:extLst>
          </p:cNvPr>
          <p:cNvGrpSpPr/>
          <p:nvPr userDrawn="1"/>
        </p:nvGrpSpPr>
        <p:grpSpPr>
          <a:xfrm>
            <a:off x="-3194379" y="2857470"/>
            <a:ext cx="3194379" cy="3235354"/>
            <a:chOff x="-3194379" y="2857470"/>
            <a:chExt cx="3194379" cy="3235354"/>
          </a:xfrm>
        </p:grpSpPr>
        <p:sp>
          <p:nvSpPr>
            <p:cNvPr id="35" name="Ovaal 34">
              <a:extLst>
                <a:ext uri="{FF2B5EF4-FFF2-40B4-BE49-F238E27FC236}">
                  <a16:creationId xmlns:a16="http://schemas.microsoft.com/office/drawing/2014/main" id="{B4B52F6B-2F07-2B41-B41B-8646D9CE9F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137" y="463509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1</a:t>
              </a:r>
            </a:p>
          </p:txBody>
        </p:sp>
        <p:sp>
          <p:nvSpPr>
            <p:cNvPr id="36" name="Ovaal 35">
              <a:extLst>
                <a:ext uri="{FF2B5EF4-FFF2-40B4-BE49-F238E27FC236}">
                  <a16:creationId xmlns:a16="http://schemas.microsoft.com/office/drawing/2014/main" id="{BC758B20-6C34-CE4D-83FB-0B0C26915DB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487435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2</a:t>
              </a:r>
            </a:p>
          </p:txBody>
        </p:sp>
        <p:sp>
          <p:nvSpPr>
            <p:cNvPr id="37" name="Ovaal 36">
              <a:extLst>
                <a:ext uri="{FF2B5EF4-FFF2-40B4-BE49-F238E27FC236}">
                  <a16:creationId xmlns:a16="http://schemas.microsoft.com/office/drawing/2014/main" id="{BE47E3C3-38A0-2848-9459-37EDF45844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10338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3</a:t>
              </a:r>
            </a:p>
          </p:txBody>
        </p:sp>
        <p:sp>
          <p:nvSpPr>
            <p:cNvPr id="38" name="Ovaal 37">
              <a:extLst>
                <a:ext uri="{FF2B5EF4-FFF2-40B4-BE49-F238E27FC236}">
                  <a16:creationId xmlns:a16="http://schemas.microsoft.com/office/drawing/2014/main" id="{92D1FE7A-E32D-1C44-8797-7609D44370E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2991646" y="533528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>
                  <a:latin typeface="+mj-lt"/>
                </a:rPr>
                <a:t>4</a:t>
              </a:r>
            </a:p>
          </p:txBody>
        </p:sp>
        <p:pic>
          <p:nvPicPr>
            <p:cNvPr id="39" name="Afbeelding 38">
              <a:extLst>
                <a:ext uri="{FF2B5EF4-FFF2-40B4-BE49-F238E27FC236}">
                  <a16:creationId xmlns:a16="http://schemas.microsoft.com/office/drawing/2014/main" id="{6630ED0C-8748-A14D-AD3F-B4A31FEE336D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/>
            <a:srcRect r="76738" b="62308"/>
            <a:stretch/>
          </p:blipFill>
          <p:spPr>
            <a:xfrm>
              <a:off x="-2699907" y="4535706"/>
              <a:ext cx="1626676" cy="1094825"/>
            </a:xfrm>
            <a:prstGeom prst="rect">
              <a:avLst/>
            </a:prstGeom>
          </p:spPr>
        </p:pic>
        <p:sp>
          <p:nvSpPr>
            <p:cNvPr id="40" name="Rechthoek 39">
              <a:extLst>
                <a:ext uri="{FF2B5EF4-FFF2-40B4-BE49-F238E27FC236}">
                  <a16:creationId xmlns:a16="http://schemas.microsoft.com/office/drawing/2014/main" id="{799FCBF1-A635-0D47-B150-4F75C24343BD}"/>
                </a:ext>
              </a:extLst>
            </p:cNvPr>
            <p:cNvSpPr/>
            <p:nvPr userDrawn="1"/>
          </p:nvSpPr>
          <p:spPr>
            <a:xfrm>
              <a:off x="-3194379" y="2857470"/>
              <a:ext cx="2923123" cy="323535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CHOOSE </a:t>
              </a:r>
              <a:r>
                <a:rPr lang="nl-NL" sz="1200" b="1" i="0" cap="all" baseline="0" noProof="0" err="1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TEXt</a:t>
              </a:r>
              <a:r>
                <a:rPr lang="nl-NL" sz="1200" b="1" i="0" cap="all" baseline="0" noProof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 LEVELS</a:t>
              </a:r>
            </a:p>
          </p:txBody>
        </p:sp>
        <p:sp>
          <p:nvSpPr>
            <p:cNvPr id="41" name="Rechthoek 40">
              <a:extLst>
                <a:ext uri="{FF2B5EF4-FFF2-40B4-BE49-F238E27FC236}">
                  <a16:creationId xmlns:a16="http://schemas.microsoft.com/office/drawing/2014/main" id="{ECA2751D-C6EC-6249-A118-04FF8F237F91}"/>
                </a:ext>
              </a:extLst>
            </p:cNvPr>
            <p:cNvSpPr/>
            <p:nvPr userDrawn="1"/>
          </p:nvSpPr>
          <p:spPr>
            <a:xfrm>
              <a:off x="-3012396" y="4151269"/>
              <a:ext cx="2741140" cy="49673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0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List </a:t>
              </a:r>
              <a:r>
                <a:rPr lang="en-GB" sz="1000" b="1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kumimoji="0" lang="en-GB" sz="1000" b="1" i="0" u="none" strike="noStrike" kern="0" cap="none" spc="0" normalizeH="0" baseline="0" noProof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evel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buttons under the "</a:t>
              </a:r>
              <a:r>
                <a:rPr kumimoji="0" lang="en-GB" sz="100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Start</a:t>
              </a:r>
              <a:r>
                <a:rPr kumimoji="0" lang="en-GB" sz="100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tab, to select a text level. Choose from:</a:t>
              </a: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000" b="0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ea typeface="Open Sans" panose="020B060603050402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2" name="VOORBEELD">
              <a:extLst>
                <a:ext uri="{FF2B5EF4-FFF2-40B4-BE49-F238E27FC236}">
                  <a16:creationId xmlns:a16="http://schemas.microsoft.com/office/drawing/2014/main" id="{B04571F7-336C-C04E-967D-DFD951FF3E62}"/>
                </a:ext>
              </a:extLst>
            </p:cNvPr>
            <p:cNvGrpSpPr/>
            <p:nvPr userDrawn="1"/>
          </p:nvGrpSpPr>
          <p:grpSpPr>
            <a:xfrm>
              <a:off x="-3013384" y="3353604"/>
              <a:ext cx="3013384" cy="604518"/>
              <a:chOff x="-3605171" y="458674"/>
              <a:chExt cx="3234311" cy="558875"/>
            </a:xfrm>
          </p:grpSpPr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8058F00D-2285-EF4E-83D5-E195BBF75231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>
                    <a:solidFill>
                      <a:schemeClr val="tx2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593F4073-A020-7A49-9C20-F400DB099761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2"/>
                  </a:solidFill>
                  <a:latin typeface="Lato" panose="020F0502020204030203" pitchFamily="34" charset="77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CC3B8534-604B-414C-8FDC-69B38F172735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6" name="Groep 75">
                  <a:extLst>
                    <a:ext uri="{FF2B5EF4-FFF2-40B4-BE49-F238E27FC236}">
                      <a16:creationId xmlns:a16="http://schemas.microsoft.com/office/drawing/2014/main" id="{F70A861F-DF59-3E4C-8388-6C3674B1A55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5E4D4535-4D77-304B-91CA-60C4D25FB6F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ECFCF570-DA29-5241-989E-D9C8B4D1AEF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8A7DD49B-8B6E-004A-9A51-58E50B7DC3A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AE7BD7A0-3F21-2B49-9B21-D5D0DAD9437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2" name="Rechte verbindingslijn 81">
                    <a:extLst>
                      <a:ext uri="{FF2B5EF4-FFF2-40B4-BE49-F238E27FC236}">
                        <a16:creationId xmlns:a16="http://schemas.microsoft.com/office/drawing/2014/main" id="{D397BEA7-76F6-FA46-9425-21347DE097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7" name="Pijl: rechts 129">
                  <a:extLst>
                    <a:ext uri="{FF2B5EF4-FFF2-40B4-BE49-F238E27FC236}">
                      <a16:creationId xmlns:a16="http://schemas.microsoft.com/office/drawing/2014/main" id="{78ADB1C3-2958-C34F-BB20-4928211DE858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6" name="Groep 45">
                <a:extLst>
                  <a:ext uri="{FF2B5EF4-FFF2-40B4-BE49-F238E27FC236}">
                    <a16:creationId xmlns:a16="http://schemas.microsoft.com/office/drawing/2014/main" id="{3450994C-ACDE-D044-AD6E-C033D4B85C0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9" name="Groep 68">
                  <a:extLst>
                    <a:ext uri="{FF2B5EF4-FFF2-40B4-BE49-F238E27FC236}">
                      <a16:creationId xmlns:a16="http://schemas.microsoft.com/office/drawing/2014/main" id="{C7EF8CBF-B735-F34B-83EE-DCCAF3BBE51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0AAA53D7-7576-3A43-8FED-DD7788CB669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652855A0-B45F-5D4D-B35D-ECF7CD1144E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1735504D-3C91-0E4B-B5F0-B12A8681F6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BDE9E2D0-5017-C647-A289-6CFDE057FC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5" name="Rechte verbindingslijn 74">
                    <a:extLst>
                      <a:ext uri="{FF2B5EF4-FFF2-40B4-BE49-F238E27FC236}">
                        <a16:creationId xmlns:a16="http://schemas.microsoft.com/office/drawing/2014/main" id="{21627978-FF5E-5E4B-B671-90C618CA139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0" name="Pijl: rechts 122">
                  <a:extLst>
                    <a:ext uri="{FF2B5EF4-FFF2-40B4-BE49-F238E27FC236}">
                      <a16:creationId xmlns:a16="http://schemas.microsoft.com/office/drawing/2014/main" id="{979F2486-B312-FA41-AD9A-485CE090531B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7" name="Rechte verbindingslijn 46">
                <a:extLst>
                  <a:ext uri="{FF2B5EF4-FFF2-40B4-BE49-F238E27FC236}">
                    <a16:creationId xmlns:a16="http://schemas.microsoft.com/office/drawing/2014/main" id="{6F0C68E7-D8EC-1B47-8936-C5EF6975E41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8" name="Rechte verbindingslijn 47">
                <a:extLst>
                  <a:ext uri="{FF2B5EF4-FFF2-40B4-BE49-F238E27FC236}">
                    <a16:creationId xmlns:a16="http://schemas.microsoft.com/office/drawing/2014/main" id="{3A90E2F5-B82C-7F43-85F5-4DCC643BB5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7242489E-F880-9148-8763-49A5CFA943D1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A366E4C3-B524-FD4B-8C8E-C43CBC2926D9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err="1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Decrease</a:t>
                </a:r>
                <a:r>
                  <a:rPr kumimoji="0" lang="nl-NL" sz="1000" b="0" i="0" u="none" strike="noStrike" kern="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 List Level</a:t>
                </a:r>
              </a:p>
            </p:txBody>
          </p:sp>
          <p:grpSp>
            <p:nvGrpSpPr>
              <p:cNvPr id="51" name="Groep 50">
                <a:extLst>
                  <a:ext uri="{FF2B5EF4-FFF2-40B4-BE49-F238E27FC236}">
                    <a16:creationId xmlns:a16="http://schemas.microsoft.com/office/drawing/2014/main" id="{83CE3301-642D-A44B-8B79-9D0C259711B8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471FA934-1018-214E-8FCF-64695F05341D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28ED824D-02DC-3041-B31F-0A6022E9BEA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CAF73A92-2466-EF48-B1EC-D5CCFF07FC8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79EFCA52-3DE4-D248-9578-1EFE1C40B4E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8B58CC70-B145-2347-82DF-97412E1CF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2160AE1A-5D64-AB42-AD08-894DC2041AC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A25CCC0A-F303-CC44-A117-1518D747093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3" name="Pijl: rechts 115">
                  <a:extLst>
                    <a:ext uri="{FF2B5EF4-FFF2-40B4-BE49-F238E27FC236}">
                      <a16:creationId xmlns:a16="http://schemas.microsoft.com/office/drawing/2014/main" id="{E950FE1A-3E93-3744-8640-E079DA871A64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13C8BF36-AB86-2D45-ABD1-FAF2E3524925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3" name="Rechthoek 52">
                  <a:extLst>
                    <a:ext uri="{FF2B5EF4-FFF2-40B4-BE49-F238E27FC236}">
                      <a16:creationId xmlns:a16="http://schemas.microsoft.com/office/drawing/2014/main" id="{3220BB28-907D-554E-AFC0-1FF917A6DE3F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4" name="Groep 53">
                  <a:extLst>
                    <a:ext uri="{FF2B5EF4-FFF2-40B4-BE49-F238E27FC236}">
                      <a16:creationId xmlns:a16="http://schemas.microsoft.com/office/drawing/2014/main" id="{C73A0C3C-5BA9-2E40-A757-80F1ECDF499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04B8C327-ACB5-9241-B005-07EDC2D0808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18889EC6-3C20-2C4B-98C1-755ECE62E11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721D6D3A-FB12-2B4F-877B-E60644D929D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DD156A80-316D-BE46-9F00-4E6EB7905F7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628D1DBE-03F4-FA41-AAD1-E71C47ABC0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" name="Pijl: rechts 107">
                  <a:extLst>
                    <a:ext uri="{FF2B5EF4-FFF2-40B4-BE49-F238E27FC236}">
                      <a16:creationId xmlns:a16="http://schemas.microsoft.com/office/drawing/2014/main" id="{8AF0C9F8-B0E7-B848-8CAF-A056DDBEE987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2"/>
                    </a:solidFill>
                    <a:latin typeface="Lato" panose="020F0502020204030203" pitchFamily="34" charset="77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139278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orient="horz" pos="3838">
          <p15:clr>
            <a:srgbClr val="FBAE40"/>
          </p15:clr>
        </p15:guide>
      </p15:sldGuideLst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hthoek 13">
            <a:extLst>
              <a:ext uri="{FF2B5EF4-FFF2-40B4-BE49-F238E27FC236}">
                <a16:creationId xmlns:a16="http://schemas.microsoft.com/office/drawing/2014/main" id="{612240F9-A90B-2244-AA18-C027ADFBF5B7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Tijdelijke aanduiding voor verticale tekst 2">
            <a:extLst>
              <a:ext uri="{FF2B5EF4-FFF2-40B4-BE49-F238E27FC236}">
                <a16:creationId xmlns:a16="http://schemas.microsoft.com/office/drawing/2014/main" id="{1A9A78AC-A588-5142-BB08-9D67126D8039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18" name="Tijdelijke aanduiding voor tekst 28">
            <a:extLst>
              <a:ext uri="{FF2B5EF4-FFF2-40B4-BE49-F238E27FC236}">
                <a16:creationId xmlns:a16="http://schemas.microsoft.com/office/drawing/2014/main" id="{46BCD7EE-99C8-9A41-B5DF-5A370771834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43154"/>
            <a:ext cx="905504" cy="21423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243398833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hthoek 13">
            <a:extLst>
              <a:ext uri="{FF2B5EF4-FFF2-40B4-BE49-F238E27FC236}">
                <a16:creationId xmlns:a16="http://schemas.microsoft.com/office/drawing/2014/main" id="{612240F9-A90B-2244-AA18-C027ADFBF5B7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Tijdelijke aanduiding voor verticale tekst 2">
            <a:extLst>
              <a:ext uri="{FF2B5EF4-FFF2-40B4-BE49-F238E27FC236}">
                <a16:creationId xmlns:a16="http://schemas.microsoft.com/office/drawing/2014/main" id="{1A9A78AC-A588-5142-BB08-9D67126D8039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</p:spTree>
    <p:extLst>
      <p:ext uri="{BB962C8B-B14F-4D97-AF65-F5344CB8AC3E}">
        <p14:creationId xmlns:p14="http://schemas.microsoft.com/office/powerpoint/2010/main" val="4147344124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ep 1">
            <a:extLst>
              <a:ext uri="{FF2B5EF4-FFF2-40B4-BE49-F238E27FC236}">
                <a16:creationId xmlns:a16="http://schemas.microsoft.com/office/drawing/2014/main" id="{62BC271B-4007-4A43-A9A8-AB60D6473D4C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" name="Rechthoek 2">
              <a:extLst>
                <a:ext uri="{FF2B5EF4-FFF2-40B4-BE49-F238E27FC236}">
                  <a16:creationId xmlns:a16="http://schemas.microsoft.com/office/drawing/2014/main" id="{D21702BA-EB9F-1240-AF67-69534D047A56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4" name="Rechthoek 3">
              <a:extLst>
                <a:ext uri="{FF2B5EF4-FFF2-40B4-BE49-F238E27FC236}">
                  <a16:creationId xmlns:a16="http://schemas.microsoft.com/office/drawing/2014/main" id="{9A5834DE-FDA3-884E-A456-E4CBF81B0CA3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807B72CC-ADF6-044E-9EBA-B79AD5C3E8C2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" name="Rechthoek 5">
              <a:extLst>
                <a:ext uri="{FF2B5EF4-FFF2-40B4-BE49-F238E27FC236}">
                  <a16:creationId xmlns:a16="http://schemas.microsoft.com/office/drawing/2014/main" id="{F3C99D89-E439-5B48-B1FD-36DE3B8BB530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7" name="Groep 6">
              <a:extLst>
                <a:ext uri="{FF2B5EF4-FFF2-40B4-BE49-F238E27FC236}">
                  <a16:creationId xmlns:a16="http://schemas.microsoft.com/office/drawing/2014/main" id="{1F2F0C0C-EF3F-DA43-8914-F68A2E9100AB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20" name="Rechthoek: afgeronde hoeken 61">
                <a:extLst>
                  <a:ext uri="{FF2B5EF4-FFF2-40B4-BE49-F238E27FC236}">
                    <a16:creationId xmlns:a16="http://schemas.microsoft.com/office/drawing/2014/main" id="{DDEAC20B-00B6-2E4D-96DA-C57949587996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1" name="Rechthoek 20">
                <a:extLst>
                  <a:ext uri="{FF2B5EF4-FFF2-40B4-BE49-F238E27FC236}">
                    <a16:creationId xmlns:a16="http://schemas.microsoft.com/office/drawing/2014/main" id="{FC9100FD-E81E-174A-9855-DF9D74AB08F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21">
                <a:extLst>
                  <a:ext uri="{FF2B5EF4-FFF2-40B4-BE49-F238E27FC236}">
                    <a16:creationId xmlns:a16="http://schemas.microsoft.com/office/drawing/2014/main" id="{C125CE1C-1072-554E-A39C-57E53CE7B1A1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3" name="Rechthoek 22">
                <a:extLst>
                  <a:ext uri="{FF2B5EF4-FFF2-40B4-BE49-F238E27FC236}">
                    <a16:creationId xmlns:a16="http://schemas.microsoft.com/office/drawing/2014/main" id="{68A2C51B-43E0-9746-A284-F28F3E17B12B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514765EA-4492-5945-9474-5FAFE672C32A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7496FACB-A490-E94A-AACD-86059DAE387F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8" name="Groep 7">
              <a:extLst>
                <a:ext uri="{FF2B5EF4-FFF2-40B4-BE49-F238E27FC236}">
                  <a16:creationId xmlns:a16="http://schemas.microsoft.com/office/drawing/2014/main" id="{1BD8A6D6-B2F9-0240-9A70-97A1AD7613C4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12" name="Groep 11">
                <a:extLst>
                  <a:ext uri="{FF2B5EF4-FFF2-40B4-BE49-F238E27FC236}">
                    <a16:creationId xmlns:a16="http://schemas.microsoft.com/office/drawing/2014/main" id="{ABECBB50-1BAC-6F48-98D0-CEE566F182E0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4" name="Rechthoek: afgeronde hoeken 55">
                  <a:extLst>
                    <a:ext uri="{FF2B5EF4-FFF2-40B4-BE49-F238E27FC236}">
                      <a16:creationId xmlns:a16="http://schemas.microsoft.com/office/drawing/2014/main" id="{21C3829E-8488-2D4A-BB19-A5098B1603C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5" name="Rechthoek 14">
                  <a:extLst>
                    <a:ext uri="{FF2B5EF4-FFF2-40B4-BE49-F238E27FC236}">
                      <a16:creationId xmlns:a16="http://schemas.microsoft.com/office/drawing/2014/main" id="{9BFCBF9C-8122-424B-96EF-0B5221F5347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6" name="Rechthoek 15">
                  <a:extLst>
                    <a:ext uri="{FF2B5EF4-FFF2-40B4-BE49-F238E27FC236}">
                      <a16:creationId xmlns:a16="http://schemas.microsoft.com/office/drawing/2014/main" id="{8A7987C9-E27B-9343-8C55-4D7DB7271D1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7" name="Rechthoek 16">
                  <a:extLst>
                    <a:ext uri="{FF2B5EF4-FFF2-40B4-BE49-F238E27FC236}">
                      <a16:creationId xmlns:a16="http://schemas.microsoft.com/office/drawing/2014/main" id="{66FF6605-1155-6749-895C-B23EB475352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8" name="Rechthoek 17">
                  <a:extLst>
                    <a:ext uri="{FF2B5EF4-FFF2-40B4-BE49-F238E27FC236}">
                      <a16:creationId xmlns:a16="http://schemas.microsoft.com/office/drawing/2014/main" id="{BD75EFDC-FA56-124A-8930-A412528AF16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9" name="Rechthoek 18">
                  <a:extLst>
                    <a:ext uri="{FF2B5EF4-FFF2-40B4-BE49-F238E27FC236}">
                      <a16:creationId xmlns:a16="http://schemas.microsoft.com/office/drawing/2014/main" id="{2FC4E926-609C-3549-9BEC-B221CFECC66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3" name="Boog 12">
                <a:extLst>
                  <a:ext uri="{FF2B5EF4-FFF2-40B4-BE49-F238E27FC236}">
                    <a16:creationId xmlns:a16="http://schemas.microsoft.com/office/drawing/2014/main" id="{D283F053-87EA-034F-A187-D21416BAFE33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9" name="Tekstvak 8">
              <a:extLst>
                <a:ext uri="{FF2B5EF4-FFF2-40B4-BE49-F238E27FC236}">
                  <a16:creationId xmlns:a16="http://schemas.microsoft.com/office/drawing/2014/main" id="{10D7885A-6F95-F74F-95B6-CAA6DBC665F4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" name="Tekstvak 9">
              <a:extLst>
                <a:ext uri="{FF2B5EF4-FFF2-40B4-BE49-F238E27FC236}">
                  <a16:creationId xmlns:a16="http://schemas.microsoft.com/office/drawing/2014/main" id="{FABBBED4-AF43-1646-A4BD-356A7593D140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11" name="Vrije vorm: vorm 52">
              <a:extLst>
                <a:ext uri="{FF2B5EF4-FFF2-40B4-BE49-F238E27FC236}">
                  <a16:creationId xmlns:a16="http://schemas.microsoft.com/office/drawing/2014/main" id="{BA7E6183-DE09-BB46-A64B-D7AB9DF3C0FD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8816982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hthoek 16">
            <a:extLst>
              <a:ext uri="{FF2B5EF4-FFF2-40B4-BE49-F238E27FC236}">
                <a16:creationId xmlns:a16="http://schemas.microsoft.com/office/drawing/2014/main" id="{FCD50EC1-2D85-1D41-9A4F-4A493BA2A277}"/>
              </a:ext>
            </a:extLst>
          </p:cNvPr>
          <p:cNvSpPr/>
          <p:nvPr userDrawn="1"/>
        </p:nvSpPr>
        <p:spPr>
          <a:xfrm>
            <a:off x="312000" y="3558273"/>
            <a:ext cx="11880000" cy="9079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ep 4">
            <a:extLst>
              <a:ext uri="{FF2B5EF4-FFF2-40B4-BE49-F238E27FC236}">
                <a16:creationId xmlns:a16="http://schemas.microsoft.com/office/drawing/2014/main" id="{28E514FA-FD05-4E48-96A7-EF08DB6E2E3C}"/>
              </a:ext>
            </a:extLst>
          </p:cNvPr>
          <p:cNvGrpSpPr/>
          <p:nvPr userDrawn="1"/>
        </p:nvGrpSpPr>
        <p:grpSpPr>
          <a:xfrm>
            <a:off x="10432111" y="294027"/>
            <a:ext cx="1430737" cy="200339"/>
            <a:chOff x="590053" y="3363230"/>
            <a:chExt cx="3432809" cy="480679"/>
          </a:xfrm>
        </p:grpSpPr>
        <p:sp>
          <p:nvSpPr>
            <p:cNvPr id="6" name="Vrije vorm 5">
              <a:extLst>
                <a:ext uri="{FF2B5EF4-FFF2-40B4-BE49-F238E27FC236}">
                  <a16:creationId xmlns:a16="http://schemas.microsoft.com/office/drawing/2014/main" id="{8DF1201D-AFD7-4149-B03B-D1D7D8514456}"/>
                </a:ext>
              </a:extLst>
            </p:cNvPr>
            <p:cNvSpPr/>
            <p:nvPr/>
          </p:nvSpPr>
          <p:spPr>
            <a:xfrm>
              <a:off x="590053" y="3364175"/>
              <a:ext cx="330517" cy="479734"/>
            </a:xfrm>
            <a:custGeom>
              <a:avLst/>
              <a:gdLst>
                <a:gd name="connsiteX0" fmla="*/ 330518 w 330517"/>
                <a:gd name="connsiteY0" fmla="*/ 0 h 479734"/>
                <a:gd name="connsiteX1" fmla="*/ 330518 w 330517"/>
                <a:gd name="connsiteY1" fmla="*/ 330526 h 479734"/>
                <a:gd name="connsiteX2" fmla="*/ 159068 w 330517"/>
                <a:gd name="connsiteY2" fmla="*/ 479734 h 479734"/>
                <a:gd name="connsiteX3" fmla="*/ 0 w 330517"/>
                <a:gd name="connsiteY3" fmla="*/ 317305 h 479734"/>
                <a:gd name="connsiteX4" fmla="*/ 0 w 330517"/>
                <a:gd name="connsiteY4" fmla="*/ 278586 h 479734"/>
                <a:gd name="connsiteX5" fmla="*/ 120968 w 330517"/>
                <a:gd name="connsiteY5" fmla="*/ 278586 h 479734"/>
                <a:gd name="connsiteX6" fmla="*/ 120968 w 330517"/>
                <a:gd name="connsiteY6" fmla="*/ 317305 h 479734"/>
                <a:gd name="connsiteX7" fmla="*/ 160020 w 330517"/>
                <a:gd name="connsiteY7" fmla="*/ 370189 h 479734"/>
                <a:gd name="connsiteX8" fmla="*/ 204788 w 330517"/>
                <a:gd name="connsiteY8" fmla="*/ 330526 h 479734"/>
                <a:gd name="connsiteX9" fmla="*/ 204788 w 330517"/>
                <a:gd name="connsiteY9" fmla="*/ 0 h 479734"/>
                <a:gd name="connsiteX10" fmla="*/ 330518 w 330517"/>
                <a:gd name="connsiteY10" fmla="*/ 0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517" h="479734">
                  <a:moveTo>
                    <a:pt x="330518" y="0"/>
                  </a:moveTo>
                  <a:lnTo>
                    <a:pt x="330518" y="330526"/>
                  </a:lnTo>
                  <a:cubicBezTo>
                    <a:pt x="330518" y="457070"/>
                    <a:pt x="292418" y="479734"/>
                    <a:pt x="159068" y="479734"/>
                  </a:cubicBezTo>
                  <a:cubicBezTo>
                    <a:pt x="27623" y="479734"/>
                    <a:pt x="0" y="448571"/>
                    <a:pt x="0" y="317305"/>
                  </a:cubicBezTo>
                  <a:lnTo>
                    <a:pt x="0" y="278586"/>
                  </a:lnTo>
                  <a:lnTo>
                    <a:pt x="120968" y="278586"/>
                  </a:lnTo>
                  <a:lnTo>
                    <a:pt x="120968" y="317305"/>
                  </a:lnTo>
                  <a:cubicBezTo>
                    <a:pt x="120968" y="356023"/>
                    <a:pt x="125730" y="370189"/>
                    <a:pt x="160020" y="370189"/>
                  </a:cubicBezTo>
                  <a:cubicBezTo>
                    <a:pt x="199073" y="370189"/>
                    <a:pt x="204788" y="359801"/>
                    <a:pt x="204788" y="330526"/>
                  </a:cubicBezTo>
                  <a:lnTo>
                    <a:pt x="204788" y="0"/>
                  </a:lnTo>
                  <a:lnTo>
                    <a:pt x="330518" y="0"/>
                  </a:lnTo>
                  <a:close/>
                </a:path>
              </a:pathLst>
            </a:custGeom>
            <a:solidFill>
              <a:srgbClr val="0040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" name="Vrije vorm 6">
              <a:extLst>
                <a:ext uri="{FF2B5EF4-FFF2-40B4-BE49-F238E27FC236}">
                  <a16:creationId xmlns:a16="http://schemas.microsoft.com/office/drawing/2014/main" id="{17B7F621-7515-CD4D-A9AB-71E0DA14EA27}"/>
                </a:ext>
              </a:extLst>
            </p:cNvPr>
            <p:cNvSpPr/>
            <p:nvPr/>
          </p:nvSpPr>
          <p:spPr>
            <a:xfrm>
              <a:off x="1040585" y="3364175"/>
              <a:ext cx="441007" cy="478813"/>
            </a:xfrm>
            <a:custGeom>
              <a:avLst/>
              <a:gdLst>
                <a:gd name="connsiteX0" fmla="*/ 0 w 441007"/>
                <a:gd name="connsiteY0" fmla="*/ 306917 h 478813"/>
                <a:gd name="connsiteX1" fmla="*/ 0 w 441007"/>
                <a:gd name="connsiteY1" fmla="*/ 172818 h 478813"/>
                <a:gd name="connsiteX2" fmla="*/ 220028 w 441007"/>
                <a:gd name="connsiteY2" fmla="*/ 0 h 478813"/>
                <a:gd name="connsiteX3" fmla="*/ 441008 w 441007"/>
                <a:gd name="connsiteY3" fmla="*/ 172818 h 478813"/>
                <a:gd name="connsiteX4" fmla="*/ 441008 w 441007"/>
                <a:gd name="connsiteY4" fmla="*/ 305972 h 478813"/>
                <a:gd name="connsiteX5" fmla="*/ 220980 w 441007"/>
                <a:gd name="connsiteY5" fmla="*/ 478790 h 478813"/>
                <a:gd name="connsiteX6" fmla="*/ 0 w 441007"/>
                <a:gd name="connsiteY6" fmla="*/ 306917 h 478813"/>
                <a:gd name="connsiteX7" fmla="*/ 309563 w 441007"/>
                <a:gd name="connsiteY7" fmla="*/ 292751 h 478813"/>
                <a:gd name="connsiteX8" fmla="*/ 309563 w 441007"/>
                <a:gd name="connsiteY8" fmla="*/ 186039 h 478813"/>
                <a:gd name="connsiteX9" fmla="*/ 220028 w 441007"/>
                <a:gd name="connsiteY9" fmla="*/ 109546 h 478813"/>
                <a:gd name="connsiteX10" fmla="*/ 130493 w 441007"/>
                <a:gd name="connsiteY10" fmla="*/ 186039 h 478813"/>
                <a:gd name="connsiteX11" fmla="*/ 130493 w 441007"/>
                <a:gd name="connsiteY11" fmla="*/ 292751 h 478813"/>
                <a:gd name="connsiteX12" fmla="*/ 220028 w 441007"/>
                <a:gd name="connsiteY12" fmla="*/ 370189 h 478813"/>
                <a:gd name="connsiteX13" fmla="*/ 309563 w 441007"/>
                <a:gd name="connsiteY13" fmla="*/ 292751 h 47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1007" h="478813">
                  <a:moveTo>
                    <a:pt x="0" y="306917"/>
                  </a:moveTo>
                  <a:lnTo>
                    <a:pt x="0" y="172818"/>
                  </a:lnTo>
                  <a:cubicBezTo>
                    <a:pt x="0" y="27386"/>
                    <a:pt x="91440" y="0"/>
                    <a:pt x="220028" y="0"/>
                  </a:cubicBezTo>
                  <a:cubicBezTo>
                    <a:pt x="349568" y="0"/>
                    <a:pt x="441008" y="27386"/>
                    <a:pt x="441008" y="172818"/>
                  </a:cubicBezTo>
                  <a:lnTo>
                    <a:pt x="441008" y="305972"/>
                  </a:lnTo>
                  <a:cubicBezTo>
                    <a:pt x="441008" y="451404"/>
                    <a:pt x="349568" y="478790"/>
                    <a:pt x="220980" y="478790"/>
                  </a:cubicBezTo>
                  <a:cubicBezTo>
                    <a:pt x="91440" y="479734"/>
                    <a:pt x="0" y="452348"/>
                    <a:pt x="0" y="306917"/>
                  </a:cubicBezTo>
                  <a:close/>
                  <a:moveTo>
                    <a:pt x="309563" y="292751"/>
                  </a:moveTo>
                  <a:lnTo>
                    <a:pt x="309563" y="186039"/>
                  </a:lnTo>
                  <a:cubicBezTo>
                    <a:pt x="309563" y="116156"/>
                    <a:pt x="285750" y="109546"/>
                    <a:pt x="220028" y="109546"/>
                  </a:cubicBezTo>
                  <a:cubicBezTo>
                    <a:pt x="154305" y="109546"/>
                    <a:pt x="132398" y="116156"/>
                    <a:pt x="130493" y="186039"/>
                  </a:cubicBezTo>
                  <a:lnTo>
                    <a:pt x="130493" y="292751"/>
                  </a:lnTo>
                  <a:cubicBezTo>
                    <a:pt x="132398" y="363578"/>
                    <a:pt x="154305" y="370189"/>
                    <a:pt x="220028" y="370189"/>
                  </a:cubicBezTo>
                  <a:cubicBezTo>
                    <a:pt x="285750" y="370189"/>
                    <a:pt x="309563" y="363578"/>
                    <a:pt x="309563" y="292751"/>
                  </a:cubicBezTo>
                  <a:close/>
                </a:path>
              </a:pathLst>
            </a:custGeom>
            <a:solidFill>
              <a:srgbClr val="0040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" name="Vrije vorm 7">
              <a:extLst>
                <a:ext uri="{FF2B5EF4-FFF2-40B4-BE49-F238E27FC236}">
                  <a16:creationId xmlns:a16="http://schemas.microsoft.com/office/drawing/2014/main" id="{FA6CEA7D-72DC-B340-BB10-70B75840FBCE}"/>
                </a:ext>
              </a:extLst>
            </p:cNvPr>
            <p:cNvSpPr/>
            <p:nvPr/>
          </p:nvSpPr>
          <p:spPr>
            <a:xfrm>
              <a:off x="1595892" y="3364175"/>
              <a:ext cx="408622" cy="479734"/>
            </a:xfrm>
            <a:custGeom>
              <a:avLst/>
              <a:gdLst>
                <a:gd name="connsiteX0" fmla="*/ 0 w 408622"/>
                <a:gd name="connsiteY0" fmla="*/ 0 h 479734"/>
                <a:gd name="connsiteX1" fmla="*/ 244793 w 408622"/>
                <a:gd name="connsiteY1" fmla="*/ 0 h 479734"/>
                <a:gd name="connsiteX2" fmla="*/ 408623 w 408622"/>
                <a:gd name="connsiteY2" fmla="*/ 142598 h 479734"/>
                <a:gd name="connsiteX3" fmla="*/ 318135 w 408622"/>
                <a:gd name="connsiteY3" fmla="*/ 288030 h 479734"/>
                <a:gd name="connsiteX4" fmla="*/ 318135 w 408622"/>
                <a:gd name="connsiteY4" fmla="*/ 292751 h 479734"/>
                <a:gd name="connsiteX5" fmla="*/ 403860 w 408622"/>
                <a:gd name="connsiteY5" fmla="*/ 376799 h 479734"/>
                <a:gd name="connsiteX6" fmla="*/ 403860 w 408622"/>
                <a:gd name="connsiteY6" fmla="*/ 479734 h 479734"/>
                <a:gd name="connsiteX7" fmla="*/ 277178 w 408622"/>
                <a:gd name="connsiteY7" fmla="*/ 479734 h 479734"/>
                <a:gd name="connsiteX8" fmla="*/ 277178 w 408622"/>
                <a:gd name="connsiteY8" fmla="*/ 406074 h 479734"/>
                <a:gd name="connsiteX9" fmla="*/ 224790 w 408622"/>
                <a:gd name="connsiteY9" fmla="*/ 346580 h 479734"/>
                <a:gd name="connsiteX10" fmla="*/ 126683 w 408622"/>
                <a:gd name="connsiteY10" fmla="*/ 346580 h 479734"/>
                <a:gd name="connsiteX11" fmla="*/ 126683 w 408622"/>
                <a:gd name="connsiteY11" fmla="*/ 479734 h 479734"/>
                <a:gd name="connsiteX12" fmla="*/ 0 w 408622"/>
                <a:gd name="connsiteY12" fmla="*/ 479734 h 479734"/>
                <a:gd name="connsiteX13" fmla="*/ 0 w 408622"/>
                <a:gd name="connsiteY13" fmla="*/ 0 h 479734"/>
                <a:gd name="connsiteX14" fmla="*/ 224790 w 408622"/>
                <a:gd name="connsiteY14" fmla="*/ 237034 h 479734"/>
                <a:gd name="connsiteX15" fmla="*/ 277178 w 408622"/>
                <a:gd name="connsiteY15" fmla="*/ 163374 h 479734"/>
                <a:gd name="connsiteX16" fmla="*/ 224790 w 408622"/>
                <a:gd name="connsiteY16" fmla="*/ 109546 h 479734"/>
                <a:gd name="connsiteX17" fmla="*/ 126683 w 408622"/>
                <a:gd name="connsiteY17" fmla="*/ 109546 h 479734"/>
                <a:gd name="connsiteX18" fmla="*/ 126683 w 408622"/>
                <a:gd name="connsiteY18" fmla="*/ 237034 h 479734"/>
                <a:gd name="connsiteX19" fmla="*/ 224790 w 408622"/>
                <a:gd name="connsiteY19" fmla="*/ 23703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8622" h="479734">
                  <a:moveTo>
                    <a:pt x="0" y="0"/>
                  </a:moveTo>
                  <a:lnTo>
                    <a:pt x="244793" y="0"/>
                  </a:lnTo>
                  <a:cubicBezTo>
                    <a:pt x="354330" y="1889"/>
                    <a:pt x="408623" y="25498"/>
                    <a:pt x="408623" y="142598"/>
                  </a:cubicBezTo>
                  <a:cubicBezTo>
                    <a:pt x="408623" y="220980"/>
                    <a:pt x="408623" y="267254"/>
                    <a:pt x="318135" y="288030"/>
                  </a:cubicBezTo>
                  <a:lnTo>
                    <a:pt x="318135" y="292751"/>
                  </a:lnTo>
                  <a:cubicBezTo>
                    <a:pt x="370523" y="294640"/>
                    <a:pt x="403860" y="322971"/>
                    <a:pt x="403860" y="376799"/>
                  </a:cubicBezTo>
                  <a:lnTo>
                    <a:pt x="403860" y="479734"/>
                  </a:lnTo>
                  <a:lnTo>
                    <a:pt x="277178" y="479734"/>
                  </a:lnTo>
                  <a:lnTo>
                    <a:pt x="277178" y="406074"/>
                  </a:lnTo>
                  <a:cubicBezTo>
                    <a:pt x="278130" y="371133"/>
                    <a:pt x="262890" y="346580"/>
                    <a:pt x="224790" y="346580"/>
                  </a:cubicBezTo>
                  <a:lnTo>
                    <a:pt x="126683" y="346580"/>
                  </a:lnTo>
                  <a:lnTo>
                    <a:pt x="126683" y="479734"/>
                  </a:lnTo>
                  <a:lnTo>
                    <a:pt x="0" y="479734"/>
                  </a:lnTo>
                  <a:lnTo>
                    <a:pt x="0" y="0"/>
                  </a:lnTo>
                  <a:close/>
                  <a:moveTo>
                    <a:pt x="224790" y="237034"/>
                  </a:moveTo>
                  <a:cubicBezTo>
                    <a:pt x="279082" y="237034"/>
                    <a:pt x="277178" y="217203"/>
                    <a:pt x="277178" y="163374"/>
                  </a:cubicBezTo>
                  <a:cubicBezTo>
                    <a:pt x="277178" y="120878"/>
                    <a:pt x="266700" y="109546"/>
                    <a:pt x="224790" y="109546"/>
                  </a:cubicBezTo>
                  <a:lnTo>
                    <a:pt x="126683" y="109546"/>
                  </a:lnTo>
                  <a:lnTo>
                    <a:pt x="126683" y="237034"/>
                  </a:lnTo>
                  <a:lnTo>
                    <a:pt x="224790" y="237034"/>
                  </a:lnTo>
                  <a:close/>
                </a:path>
              </a:pathLst>
            </a:custGeom>
            <a:solidFill>
              <a:srgbClr val="0040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9" name="Vrije vorm 8">
              <a:extLst>
                <a:ext uri="{FF2B5EF4-FFF2-40B4-BE49-F238E27FC236}">
                  <a16:creationId xmlns:a16="http://schemas.microsoft.com/office/drawing/2014/main" id="{F47EEC21-8566-0B42-A531-D98D8BCC0023}"/>
                </a:ext>
              </a:extLst>
            </p:cNvPr>
            <p:cNvSpPr/>
            <p:nvPr/>
          </p:nvSpPr>
          <p:spPr>
            <a:xfrm>
              <a:off x="2127387" y="3364175"/>
              <a:ext cx="126682" cy="479734"/>
            </a:xfrm>
            <a:custGeom>
              <a:avLst/>
              <a:gdLst>
                <a:gd name="connsiteX0" fmla="*/ 126683 w 126682"/>
                <a:gd name="connsiteY0" fmla="*/ 479734 h 479734"/>
                <a:gd name="connsiteX1" fmla="*/ 0 w 126682"/>
                <a:gd name="connsiteY1" fmla="*/ 479734 h 479734"/>
                <a:gd name="connsiteX2" fmla="*/ 0 w 126682"/>
                <a:gd name="connsiteY2" fmla="*/ 0 h 479734"/>
                <a:gd name="connsiteX3" fmla="*/ 126683 w 126682"/>
                <a:gd name="connsiteY3" fmla="*/ 0 h 479734"/>
                <a:gd name="connsiteX4" fmla="*/ 126683 w 126682"/>
                <a:gd name="connsiteY4" fmla="*/ 47973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682" h="479734">
                  <a:moveTo>
                    <a:pt x="126683" y="479734"/>
                  </a:moveTo>
                  <a:lnTo>
                    <a:pt x="0" y="479734"/>
                  </a:lnTo>
                  <a:lnTo>
                    <a:pt x="0" y="0"/>
                  </a:lnTo>
                  <a:lnTo>
                    <a:pt x="126683" y="0"/>
                  </a:lnTo>
                  <a:lnTo>
                    <a:pt x="126683" y="479734"/>
                  </a:lnTo>
                  <a:close/>
                </a:path>
              </a:pathLst>
            </a:custGeom>
            <a:solidFill>
              <a:srgbClr val="0040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" name="Vrije vorm 9">
              <a:extLst>
                <a:ext uri="{FF2B5EF4-FFF2-40B4-BE49-F238E27FC236}">
                  <a16:creationId xmlns:a16="http://schemas.microsoft.com/office/drawing/2014/main" id="{66240777-4AFF-AB46-855B-33169B4E21F7}"/>
                </a:ext>
              </a:extLst>
            </p:cNvPr>
            <p:cNvSpPr/>
            <p:nvPr/>
          </p:nvSpPr>
          <p:spPr>
            <a:xfrm>
              <a:off x="2374085" y="3363230"/>
              <a:ext cx="408624" cy="480678"/>
            </a:xfrm>
            <a:custGeom>
              <a:avLst/>
              <a:gdLst>
                <a:gd name="connsiteX0" fmla="*/ 232410 w 408624"/>
                <a:gd name="connsiteY0" fmla="*/ 189816 h 480678"/>
                <a:gd name="connsiteX1" fmla="*/ 408622 w 408624"/>
                <a:gd name="connsiteY1" fmla="*/ 325804 h 480678"/>
                <a:gd name="connsiteX2" fmla="*/ 201930 w 408624"/>
                <a:gd name="connsiteY2" fmla="*/ 480679 h 480678"/>
                <a:gd name="connsiteX3" fmla="*/ 0 w 408624"/>
                <a:gd name="connsiteY3" fmla="*/ 322971 h 480678"/>
                <a:gd name="connsiteX4" fmla="*/ 121920 w 408624"/>
                <a:gd name="connsiteY4" fmla="*/ 322971 h 480678"/>
                <a:gd name="connsiteX5" fmla="*/ 201930 w 408624"/>
                <a:gd name="connsiteY5" fmla="*/ 376799 h 480678"/>
                <a:gd name="connsiteX6" fmla="*/ 280988 w 408624"/>
                <a:gd name="connsiteY6" fmla="*/ 333359 h 480678"/>
                <a:gd name="connsiteX7" fmla="*/ 214313 w 408624"/>
                <a:gd name="connsiteY7" fmla="*/ 288974 h 480678"/>
                <a:gd name="connsiteX8" fmla="*/ 186690 w 408624"/>
                <a:gd name="connsiteY8" fmla="*/ 287085 h 480678"/>
                <a:gd name="connsiteX9" fmla="*/ 952 w 408624"/>
                <a:gd name="connsiteY9" fmla="*/ 144487 h 480678"/>
                <a:gd name="connsiteX10" fmla="*/ 201930 w 408624"/>
                <a:gd name="connsiteY10" fmla="*/ 0 h 480678"/>
                <a:gd name="connsiteX11" fmla="*/ 395288 w 408624"/>
                <a:gd name="connsiteY11" fmla="*/ 132210 h 480678"/>
                <a:gd name="connsiteX12" fmla="*/ 395288 w 408624"/>
                <a:gd name="connsiteY12" fmla="*/ 152042 h 480678"/>
                <a:gd name="connsiteX13" fmla="*/ 273367 w 408624"/>
                <a:gd name="connsiteY13" fmla="*/ 152042 h 480678"/>
                <a:gd name="connsiteX14" fmla="*/ 201930 w 408624"/>
                <a:gd name="connsiteY14" fmla="*/ 103879 h 480678"/>
                <a:gd name="connsiteX15" fmla="*/ 127635 w 408624"/>
                <a:gd name="connsiteY15" fmla="*/ 144487 h 480678"/>
                <a:gd name="connsiteX16" fmla="*/ 180022 w 408624"/>
                <a:gd name="connsiteY16" fmla="*/ 186039 h 480678"/>
                <a:gd name="connsiteX17" fmla="*/ 232410 w 408624"/>
                <a:gd name="connsiteY17" fmla="*/ 189816 h 480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08624" h="480678">
                  <a:moveTo>
                    <a:pt x="232410" y="189816"/>
                  </a:moveTo>
                  <a:cubicBezTo>
                    <a:pt x="373380" y="200204"/>
                    <a:pt x="408622" y="217203"/>
                    <a:pt x="408622" y="325804"/>
                  </a:cubicBezTo>
                  <a:cubicBezTo>
                    <a:pt x="408622" y="404186"/>
                    <a:pt x="411480" y="480679"/>
                    <a:pt x="201930" y="480679"/>
                  </a:cubicBezTo>
                  <a:cubicBezTo>
                    <a:pt x="80963" y="480679"/>
                    <a:pt x="0" y="477846"/>
                    <a:pt x="0" y="322971"/>
                  </a:cubicBezTo>
                  <a:lnTo>
                    <a:pt x="121920" y="322971"/>
                  </a:lnTo>
                  <a:cubicBezTo>
                    <a:pt x="121920" y="372077"/>
                    <a:pt x="140017" y="376799"/>
                    <a:pt x="201930" y="376799"/>
                  </a:cubicBezTo>
                  <a:cubicBezTo>
                    <a:pt x="261938" y="376799"/>
                    <a:pt x="280988" y="373022"/>
                    <a:pt x="280988" y="333359"/>
                  </a:cubicBezTo>
                  <a:cubicBezTo>
                    <a:pt x="280988" y="292751"/>
                    <a:pt x="274320" y="292751"/>
                    <a:pt x="214313" y="288974"/>
                  </a:cubicBezTo>
                  <a:lnTo>
                    <a:pt x="186690" y="287085"/>
                  </a:lnTo>
                  <a:cubicBezTo>
                    <a:pt x="69533" y="278586"/>
                    <a:pt x="952" y="279530"/>
                    <a:pt x="952" y="144487"/>
                  </a:cubicBezTo>
                  <a:cubicBezTo>
                    <a:pt x="952" y="9444"/>
                    <a:pt x="78105" y="0"/>
                    <a:pt x="201930" y="0"/>
                  </a:cubicBezTo>
                  <a:cubicBezTo>
                    <a:pt x="305752" y="0"/>
                    <a:pt x="395288" y="1889"/>
                    <a:pt x="395288" y="132210"/>
                  </a:cubicBezTo>
                  <a:lnTo>
                    <a:pt x="395288" y="152042"/>
                  </a:lnTo>
                  <a:lnTo>
                    <a:pt x="273367" y="152042"/>
                  </a:lnTo>
                  <a:cubicBezTo>
                    <a:pt x="273367" y="103879"/>
                    <a:pt x="253365" y="103879"/>
                    <a:pt x="201930" y="103879"/>
                  </a:cubicBezTo>
                  <a:cubicBezTo>
                    <a:pt x="133350" y="103879"/>
                    <a:pt x="127635" y="118045"/>
                    <a:pt x="127635" y="144487"/>
                  </a:cubicBezTo>
                  <a:cubicBezTo>
                    <a:pt x="127635" y="182261"/>
                    <a:pt x="145733" y="183206"/>
                    <a:pt x="180022" y="186039"/>
                  </a:cubicBezTo>
                  <a:lnTo>
                    <a:pt x="232410" y="189816"/>
                  </a:lnTo>
                  <a:close/>
                </a:path>
              </a:pathLst>
            </a:custGeom>
            <a:solidFill>
              <a:srgbClr val="0040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" name="Vrije vorm 10">
              <a:extLst>
                <a:ext uri="{FF2B5EF4-FFF2-40B4-BE49-F238E27FC236}">
                  <a16:creationId xmlns:a16="http://schemas.microsoft.com/office/drawing/2014/main" id="{6A08392E-09DE-3D42-9ADE-EF8612AF64FE}"/>
                </a:ext>
              </a:extLst>
            </p:cNvPr>
            <p:cNvSpPr/>
            <p:nvPr/>
          </p:nvSpPr>
          <p:spPr>
            <a:xfrm>
              <a:off x="2909390" y="3364175"/>
              <a:ext cx="126682" cy="479734"/>
            </a:xfrm>
            <a:custGeom>
              <a:avLst/>
              <a:gdLst>
                <a:gd name="connsiteX0" fmla="*/ 126682 w 126682"/>
                <a:gd name="connsiteY0" fmla="*/ 479734 h 479734"/>
                <a:gd name="connsiteX1" fmla="*/ 0 w 126682"/>
                <a:gd name="connsiteY1" fmla="*/ 479734 h 479734"/>
                <a:gd name="connsiteX2" fmla="*/ 0 w 126682"/>
                <a:gd name="connsiteY2" fmla="*/ 0 h 479734"/>
                <a:gd name="connsiteX3" fmla="*/ 126682 w 126682"/>
                <a:gd name="connsiteY3" fmla="*/ 0 h 479734"/>
                <a:gd name="connsiteX4" fmla="*/ 126682 w 126682"/>
                <a:gd name="connsiteY4" fmla="*/ 47973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682" h="479734">
                  <a:moveTo>
                    <a:pt x="126682" y="479734"/>
                  </a:moveTo>
                  <a:lnTo>
                    <a:pt x="0" y="479734"/>
                  </a:lnTo>
                  <a:lnTo>
                    <a:pt x="0" y="0"/>
                  </a:lnTo>
                  <a:lnTo>
                    <a:pt x="126682" y="0"/>
                  </a:lnTo>
                  <a:lnTo>
                    <a:pt x="126682" y="479734"/>
                  </a:lnTo>
                  <a:close/>
                </a:path>
              </a:pathLst>
            </a:custGeom>
            <a:solidFill>
              <a:srgbClr val="7495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2" name="Vrije vorm 11">
              <a:extLst>
                <a:ext uri="{FF2B5EF4-FFF2-40B4-BE49-F238E27FC236}">
                  <a16:creationId xmlns:a16="http://schemas.microsoft.com/office/drawing/2014/main" id="{30C19EF3-B20E-844D-B785-58DC086A899D}"/>
                </a:ext>
              </a:extLst>
            </p:cNvPr>
            <p:cNvSpPr/>
            <p:nvPr/>
          </p:nvSpPr>
          <p:spPr>
            <a:xfrm>
              <a:off x="3141800" y="3364175"/>
              <a:ext cx="432434" cy="479734"/>
            </a:xfrm>
            <a:custGeom>
              <a:avLst/>
              <a:gdLst>
                <a:gd name="connsiteX0" fmla="*/ 0 w 432434"/>
                <a:gd name="connsiteY0" fmla="*/ 0 h 479734"/>
                <a:gd name="connsiteX1" fmla="*/ 240983 w 432434"/>
                <a:gd name="connsiteY1" fmla="*/ 0 h 479734"/>
                <a:gd name="connsiteX2" fmla="*/ 432435 w 432434"/>
                <a:gd name="connsiteY2" fmla="*/ 183206 h 479734"/>
                <a:gd name="connsiteX3" fmla="*/ 432435 w 432434"/>
                <a:gd name="connsiteY3" fmla="*/ 289918 h 479734"/>
                <a:gd name="connsiteX4" fmla="*/ 258128 w 432434"/>
                <a:gd name="connsiteY4" fmla="*/ 479734 h 479734"/>
                <a:gd name="connsiteX5" fmla="*/ 0 w 432434"/>
                <a:gd name="connsiteY5" fmla="*/ 479734 h 479734"/>
                <a:gd name="connsiteX6" fmla="*/ 0 w 432434"/>
                <a:gd name="connsiteY6" fmla="*/ 0 h 479734"/>
                <a:gd name="connsiteX7" fmla="*/ 126683 w 432434"/>
                <a:gd name="connsiteY7" fmla="*/ 370189 h 479734"/>
                <a:gd name="connsiteX8" fmla="*/ 238125 w 432434"/>
                <a:gd name="connsiteY8" fmla="*/ 370189 h 479734"/>
                <a:gd name="connsiteX9" fmla="*/ 301943 w 432434"/>
                <a:gd name="connsiteY9" fmla="*/ 289918 h 479734"/>
                <a:gd name="connsiteX10" fmla="*/ 301943 w 432434"/>
                <a:gd name="connsiteY10" fmla="*/ 183206 h 479734"/>
                <a:gd name="connsiteX11" fmla="*/ 238125 w 432434"/>
                <a:gd name="connsiteY11" fmla="*/ 109546 h 479734"/>
                <a:gd name="connsiteX12" fmla="*/ 126683 w 432434"/>
                <a:gd name="connsiteY12" fmla="*/ 109546 h 479734"/>
                <a:gd name="connsiteX13" fmla="*/ 126683 w 432434"/>
                <a:gd name="connsiteY13" fmla="*/ 370189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2434" h="479734">
                  <a:moveTo>
                    <a:pt x="0" y="0"/>
                  </a:moveTo>
                  <a:lnTo>
                    <a:pt x="240983" y="0"/>
                  </a:lnTo>
                  <a:cubicBezTo>
                    <a:pt x="373380" y="0"/>
                    <a:pt x="432435" y="49107"/>
                    <a:pt x="432435" y="183206"/>
                  </a:cubicBezTo>
                  <a:lnTo>
                    <a:pt x="432435" y="289918"/>
                  </a:lnTo>
                  <a:cubicBezTo>
                    <a:pt x="432435" y="419295"/>
                    <a:pt x="390525" y="479734"/>
                    <a:pt x="258128" y="479734"/>
                  </a:cubicBezTo>
                  <a:lnTo>
                    <a:pt x="0" y="479734"/>
                  </a:lnTo>
                  <a:lnTo>
                    <a:pt x="0" y="0"/>
                  </a:lnTo>
                  <a:close/>
                  <a:moveTo>
                    <a:pt x="126683" y="370189"/>
                  </a:moveTo>
                  <a:lnTo>
                    <a:pt x="238125" y="370189"/>
                  </a:lnTo>
                  <a:cubicBezTo>
                    <a:pt x="284797" y="370189"/>
                    <a:pt x="301943" y="339025"/>
                    <a:pt x="301943" y="289918"/>
                  </a:cubicBezTo>
                  <a:lnTo>
                    <a:pt x="301943" y="183206"/>
                  </a:lnTo>
                  <a:cubicBezTo>
                    <a:pt x="301943" y="121822"/>
                    <a:pt x="281940" y="109546"/>
                    <a:pt x="238125" y="109546"/>
                  </a:cubicBezTo>
                  <a:lnTo>
                    <a:pt x="126683" y="109546"/>
                  </a:lnTo>
                  <a:lnTo>
                    <a:pt x="126683" y="370189"/>
                  </a:lnTo>
                  <a:close/>
                </a:path>
              </a:pathLst>
            </a:custGeom>
            <a:solidFill>
              <a:srgbClr val="7495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3" name="Vrije vorm 12">
              <a:extLst>
                <a:ext uri="{FF2B5EF4-FFF2-40B4-BE49-F238E27FC236}">
                  <a16:creationId xmlns:a16="http://schemas.microsoft.com/office/drawing/2014/main" id="{80735B62-11F9-034C-AD1B-79283020AFF9}"/>
                </a:ext>
              </a:extLst>
            </p:cNvPr>
            <p:cNvSpPr/>
            <p:nvPr/>
          </p:nvSpPr>
          <p:spPr>
            <a:xfrm>
              <a:off x="3675200" y="3364175"/>
              <a:ext cx="347662" cy="479734"/>
            </a:xfrm>
            <a:custGeom>
              <a:avLst/>
              <a:gdLst>
                <a:gd name="connsiteX0" fmla="*/ 126683 w 347662"/>
                <a:gd name="connsiteY0" fmla="*/ 193594 h 479734"/>
                <a:gd name="connsiteX1" fmla="*/ 329565 w 347662"/>
                <a:gd name="connsiteY1" fmla="*/ 193594 h 479734"/>
                <a:gd name="connsiteX2" fmla="*/ 329565 w 347662"/>
                <a:gd name="connsiteY2" fmla="*/ 281419 h 479734"/>
                <a:gd name="connsiteX3" fmla="*/ 126683 w 347662"/>
                <a:gd name="connsiteY3" fmla="*/ 281419 h 479734"/>
                <a:gd name="connsiteX4" fmla="*/ 126683 w 347662"/>
                <a:gd name="connsiteY4" fmla="*/ 376799 h 479734"/>
                <a:gd name="connsiteX5" fmla="*/ 347663 w 347662"/>
                <a:gd name="connsiteY5" fmla="*/ 376799 h 479734"/>
                <a:gd name="connsiteX6" fmla="*/ 347663 w 347662"/>
                <a:gd name="connsiteY6" fmla="*/ 479734 h 479734"/>
                <a:gd name="connsiteX7" fmla="*/ 0 w 347662"/>
                <a:gd name="connsiteY7" fmla="*/ 479734 h 479734"/>
                <a:gd name="connsiteX8" fmla="*/ 0 w 347662"/>
                <a:gd name="connsiteY8" fmla="*/ 0 h 479734"/>
                <a:gd name="connsiteX9" fmla="*/ 347663 w 347662"/>
                <a:gd name="connsiteY9" fmla="*/ 0 h 479734"/>
                <a:gd name="connsiteX10" fmla="*/ 347663 w 347662"/>
                <a:gd name="connsiteY10" fmla="*/ 102935 h 479734"/>
                <a:gd name="connsiteX11" fmla="*/ 126683 w 347662"/>
                <a:gd name="connsiteY11" fmla="*/ 102935 h 479734"/>
                <a:gd name="connsiteX12" fmla="*/ 126683 w 347662"/>
                <a:gd name="connsiteY12" fmla="*/ 19359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7662" h="479734">
                  <a:moveTo>
                    <a:pt x="126683" y="193594"/>
                  </a:moveTo>
                  <a:lnTo>
                    <a:pt x="329565" y="193594"/>
                  </a:lnTo>
                  <a:lnTo>
                    <a:pt x="329565" y="281419"/>
                  </a:lnTo>
                  <a:lnTo>
                    <a:pt x="126683" y="281419"/>
                  </a:lnTo>
                  <a:lnTo>
                    <a:pt x="126683" y="376799"/>
                  </a:lnTo>
                  <a:lnTo>
                    <a:pt x="347663" y="376799"/>
                  </a:lnTo>
                  <a:lnTo>
                    <a:pt x="347663" y="479734"/>
                  </a:lnTo>
                  <a:lnTo>
                    <a:pt x="0" y="479734"/>
                  </a:lnTo>
                  <a:lnTo>
                    <a:pt x="0" y="0"/>
                  </a:lnTo>
                  <a:lnTo>
                    <a:pt x="347663" y="0"/>
                  </a:lnTo>
                  <a:lnTo>
                    <a:pt x="347663" y="102935"/>
                  </a:lnTo>
                  <a:lnTo>
                    <a:pt x="126683" y="102935"/>
                  </a:lnTo>
                  <a:lnTo>
                    <a:pt x="126683" y="193594"/>
                  </a:lnTo>
                  <a:close/>
                </a:path>
              </a:pathLst>
            </a:custGeom>
            <a:solidFill>
              <a:srgbClr val="7495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sp>
        <p:nvSpPr>
          <p:cNvPr id="14" name="Rechthoek 13">
            <a:extLst>
              <a:ext uri="{FF2B5EF4-FFF2-40B4-BE49-F238E27FC236}">
                <a16:creationId xmlns:a16="http://schemas.microsoft.com/office/drawing/2014/main" id="{612240F9-A90B-2244-AA18-C027ADFBF5B7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Tijdelijke aanduiding voor verticale tekst 2">
            <a:extLst>
              <a:ext uri="{FF2B5EF4-FFF2-40B4-BE49-F238E27FC236}">
                <a16:creationId xmlns:a16="http://schemas.microsoft.com/office/drawing/2014/main" id="{1A9A78AC-A588-5142-BB08-9D67126D8039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29" name="Tijdelijke aanduiding voor tekst 19">
            <a:extLst>
              <a:ext uri="{FF2B5EF4-FFF2-40B4-BE49-F238E27FC236}">
                <a16:creationId xmlns:a16="http://schemas.microsoft.com/office/drawing/2014/main" id="{F3EBF283-58F9-CA41-B625-4A95AA43C94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184359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0" name="Tijdelijke aanduiding voor tekst 19">
            <a:extLst>
              <a:ext uri="{FF2B5EF4-FFF2-40B4-BE49-F238E27FC236}">
                <a16:creationId xmlns:a16="http://schemas.microsoft.com/office/drawing/2014/main" id="{19362229-325F-CB47-B9AD-2CB33BE43C7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184359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1" name="Tijdelijke aanduiding voor tekst 19">
            <a:extLst>
              <a:ext uri="{FF2B5EF4-FFF2-40B4-BE49-F238E27FC236}">
                <a16:creationId xmlns:a16="http://schemas.microsoft.com/office/drawing/2014/main" id="{C80D6803-C4F9-0A4E-AC2F-5F9EE012809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751378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2" name="Tijdelijke aanduiding voor tekst 19">
            <a:extLst>
              <a:ext uri="{FF2B5EF4-FFF2-40B4-BE49-F238E27FC236}">
                <a16:creationId xmlns:a16="http://schemas.microsoft.com/office/drawing/2014/main" id="{6E90E04C-CDC4-E24B-B1D9-308D8CC7CBD5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751378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4" name="Tijdelijke aanduiding voor tekst 19">
            <a:extLst>
              <a:ext uri="{FF2B5EF4-FFF2-40B4-BE49-F238E27FC236}">
                <a16:creationId xmlns:a16="http://schemas.microsoft.com/office/drawing/2014/main" id="{8A29E778-9F3E-2F42-B4BC-B50B2885239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13210" y="404184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5" name="Tijdelijke aanduiding voor tekst 19">
            <a:extLst>
              <a:ext uri="{FF2B5EF4-FFF2-40B4-BE49-F238E27FC236}">
                <a16:creationId xmlns:a16="http://schemas.microsoft.com/office/drawing/2014/main" id="{A1001979-EE87-294D-B038-C6567E3B572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13210" y="434962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7" name="Tijdelijke aanduiding voor tekst 19">
            <a:extLst>
              <a:ext uri="{FF2B5EF4-FFF2-40B4-BE49-F238E27FC236}">
                <a16:creationId xmlns:a16="http://schemas.microsoft.com/office/drawing/2014/main" id="{57DBF88F-3080-2F4C-AE3C-AC6E06502C1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619661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8" name="Tijdelijke aanduiding voor tekst 19">
            <a:extLst>
              <a:ext uri="{FF2B5EF4-FFF2-40B4-BE49-F238E27FC236}">
                <a16:creationId xmlns:a16="http://schemas.microsoft.com/office/drawing/2014/main" id="{07AA38EE-921C-7E4C-9525-A8E9AEA6461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619661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56" name="Tijdelijke aanduiding voor tekst 19">
            <a:extLst>
              <a:ext uri="{FF2B5EF4-FFF2-40B4-BE49-F238E27FC236}">
                <a16:creationId xmlns:a16="http://schemas.microsoft.com/office/drawing/2014/main" id="{E9CC0C5F-4C7E-9E47-A372-762C3E6A5A4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594435" y="78133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57" name="Tijdelijke aanduiding voor tekst 19">
            <a:extLst>
              <a:ext uri="{FF2B5EF4-FFF2-40B4-BE49-F238E27FC236}">
                <a16:creationId xmlns:a16="http://schemas.microsoft.com/office/drawing/2014/main" id="{45BE8DC9-ABE3-B54A-8311-41FEAC95E0E6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94435" y="108911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58" name="Tijdelijke aanduiding voor tekst 19">
            <a:extLst>
              <a:ext uri="{FF2B5EF4-FFF2-40B4-BE49-F238E27FC236}">
                <a16:creationId xmlns:a16="http://schemas.microsoft.com/office/drawing/2014/main" id="{40C7440A-E453-E845-9688-E9F080C9FE5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665857" y="78133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59" name="Tijdelijke aanduiding voor tekst 19">
            <a:extLst>
              <a:ext uri="{FF2B5EF4-FFF2-40B4-BE49-F238E27FC236}">
                <a16:creationId xmlns:a16="http://schemas.microsoft.com/office/drawing/2014/main" id="{DEA579D0-A28B-CA41-9864-DA659BF418B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665857" y="108911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60" name="Tijdelijke aanduiding voor tekst 19">
            <a:extLst>
              <a:ext uri="{FF2B5EF4-FFF2-40B4-BE49-F238E27FC236}">
                <a16:creationId xmlns:a16="http://schemas.microsoft.com/office/drawing/2014/main" id="{A62FE2BB-2A36-794E-BED6-7C09472288B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722983" y="784780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61" name="Tijdelijke aanduiding voor tekst 19">
            <a:extLst>
              <a:ext uri="{FF2B5EF4-FFF2-40B4-BE49-F238E27FC236}">
                <a16:creationId xmlns:a16="http://schemas.microsoft.com/office/drawing/2014/main" id="{747B6A19-884B-5947-BD3D-BF107571355B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722983" y="1092559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40" name="Tijdelijke aanduiding voor tekst 39">
            <a:extLst>
              <a:ext uri="{FF2B5EF4-FFF2-40B4-BE49-F238E27FC236}">
                <a16:creationId xmlns:a16="http://schemas.microsoft.com/office/drawing/2014/main" id="{3CE3E9E3-0A96-9348-AF70-DDEED6C7AEE0}"/>
              </a:ext>
            </a:extLst>
          </p:cNvPr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2587235" y="76906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42" name="Tijdelijke aanduiding voor tekst 41">
            <a:extLst>
              <a:ext uri="{FF2B5EF4-FFF2-40B4-BE49-F238E27FC236}">
                <a16:creationId xmlns:a16="http://schemas.microsoft.com/office/drawing/2014/main" id="{C3C826AC-F1F0-5040-A62E-396FE1568E99}"/>
              </a:ext>
            </a:extLst>
          </p:cNvPr>
          <p:cNvSpPr>
            <a:spLocks noGrp="1" noChangeAspect="1"/>
          </p:cNvSpPr>
          <p:nvPr>
            <p:ph type="body" sz="quarter" idx="33" hasCustomPrompt="1"/>
          </p:nvPr>
        </p:nvSpPr>
        <p:spPr>
          <a:xfrm>
            <a:off x="5665857" y="76906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43" name="Tijdelijke aanduiding voor tekst 42">
            <a:extLst>
              <a:ext uri="{FF2B5EF4-FFF2-40B4-BE49-F238E27FC236}">
                <a16:creationId xmlns:a16="http://schemas.microsoft.com/office/drawing/2014/main" id="{504E4385-11C4-4749-AE39-14E1BD21F9D2}"/>
              </a:ext>
            </a:extLst>
          </p:cNvPr>
          <p:cNvSpPr>
            <a:spLocks noGrp="1" noChangeAspect="1"/>
          </p:cNvSpPr>
          <p:nvPr>
            <p:ph type="body" sz="quarter" idx="34" hasCustomPrompt="1"/>
          </p:nvPr>
        </p:nvSpPr>
        <p:spPr>
          <a:xfrm>
            <a:off x="8715783" y="76980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44" name="Tijdelijke aanduiding voor tekst 43">
            <a:extLst>
              <a:ext uri="{FF2B5EF4-FFF2-40B4-BE49-F238E27FC236}">
                <a16:creationId xmlns:a16="http://schemas.microsoft.com/office/drawing/2014/main" id="{D057FF92-C583-B240-91D4-8610F458E3F0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740747" y="3562457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45" name="Tijdelijke aanduiding voor tekst 44">
            <a:extLst>
              <a:ext uri="{FF2B5EF4-FFF2-40B4-BE49-F238E27FC236}">
                <a16:creationId xmlns:a16="http://schemas.microsoft.com/office/drawing/2014/main" id="{6F5AD4EE-D4F4-4349-9A24-659A2248E81F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9306010" y="3562457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46" name="Tijdelijke aanduiding voor tekst 45">
            <a:extLst>
              <a:ext uri="{FF2B5EF4-FFF2-40B4-BE49-F238E27FC236}">
                <a16:creationId xmlns:a16="http://schemas.microsoft.com/office/drawing/2014/main" id="{DCB7B790-4D3E-BD4D-B2F2-8656AD50088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180928" y="3556664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47" name="Tijdelijke aanduiding voor tekst 46">
            <a:extLst>
              <a:ext uri="{FF2B5EF4-FFF2-40B4-BE49-F238E27FC236}">
                <a16:creationId xmlns:a16="http://schemas.microsoft.com/office/drawing/2014/main" id="{BDB7DE48-40CA-7A4D-9EA7-FF1BF7132C4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1612461" y="3556664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80061550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hthoek 16">
            <a:extLst>
              <a:ext uri="{FF2B5EF4-FFF2-40B4-BE49-F238E27FC236}">
                <a16:creationId xmlns:a16="http://schemas.microsoft.com/office/drawing/2014/main" id="{FCD50EC1-2D85-1D41-9A4F-4A493BA2A277}"/>
              </a:ext>
            </a:extLst>
          </p:cNvPr>
          <p:cNvSpPr/>
          <p:nvPr userDrawn="1"/>
        </p:nvSpPr>
        <p:spPr>
          <a:xfrm>
            <a:off x="312000" y="3558273"/>
            <a:ext cx="11139571" cy="9917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ep 4">
            <a:extLst>
              <a:ext uri="{FF2B5EF4-FFF2-40B4-BE49-F238E27FC236}">
                <a16:creationId xmlns:a16="http://schemas.microsoft.com/office/drawing/2014/main" id="{28E514FA-FD05-4E48-96A7-EF08DB6E2E3C}"/>
              </a:ext>
            </a:extLst>
          </p:cNvPr>
          <p:cNvGrpSpPr/>
          <p:nvPr userDrawn="1"/>
        </p:nvGrpSpPr>
        <p:grpSpPr>
          <a:xfrm>
            <a:off x="10432111" y="294027"/>
            <a:ext cx="1430737" cy="200339"/>
            <a:chOff x="590053" y="3363230"/>
            <a:chExt cx="3432809" cy="480679"/>
          </a:xfrm>
        </p:grpSpPr>
        <p:sp>
          <p:nvSpPr>
            <p:cNvPr id="6" name="Vrije vorm 5">
              <a:extLst>
                <a:ext uri="{FF2B5EF4-FFF2-40B4-BE49-F238E27FC236}">
                  <a16:creationId xmlns:a16="http://schemas.microsoft.com/office/drawing/2014/main" id="{8DF1201D-AFD7-4149-B03B-D1D7D8514456}"/>
                </a:ext>
              </a:extLst>
            </p:cNvPr>
            <p:cNvSpPr/>
            <p:nvPr/>
          </p:nvSpPr>
          <p:spPr>
            <a:xfrm>
              <a:off x="590053" y="3364175"/>
              <a:ext cx="330517" cy="479734"/>
            </a:xfrm>
            <a:custGeom>
              <a:avLst/>
              <a:gdLst>
                <a:gd name="connsiteX0" fmla="*/ 330518 w 330517"/>
                <a:gd name="connsiteY0" fmla="*/ 0 h 479734"/>
                <a:gd name="connsiteX1" fmla="*/ 330518 w 330517"/>
                <a:gd name="connsiteY1" fmla="*/ 330526 h 479734"/>
                <a:gd name="connsiteX2" fmla="*/ 159068 w 330517"/>
                <a:gd name="connsiteY2" fmla="*/ 479734 h 479734"/>
                <a:gd name="connsiteX3" fmla="*/ 0 w 330517"/>
                <a:gd name="connsiteY3" fmla="*/ 317305 h 479734"/>
                <a:gd name="connsiteX4" fmla="*/ 0 w 330517"/>
                <a:gd name="connsiteY4" fmla="*/ 278586 h 479734"/>
                <a:gd name="connsiteX5" fmla="*/ 120968 w 330517"/>
                <a:gd name="connsiteY5" fmla="*/ 278586 h 479734"/>
                <a:gd name="connsiteX6" fmla="*/ 120968 w 330517"/>
                <a:gd name="connsiteY6" fmla="*/ 317305 h 479734"/>
                <a:gd name="connsiteX7" fmla="*/ 160020 w 330517"/>
                <a:gd name="connsiteY7" fmla="*/ 370189 h 479734"/>
                <a:gd name="connsiteX8" fmla="*/ 204788 w 330517"/>
                <a:gd name="connsiteY8" fmla="*/ 330526 h 479734"/>
                <a:gd name="connsiteX9" fmla="*/ 204788 w 330517"/>
                <a:gd name="connsiteY9" fmla="*/ 0 h 479734"/>
                <a:gd name="connsiteX10" fmla="*/ 330518 w 330517"/>
                <a:gd name="connsiteY10" fmla="*/ 0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517" h="479734">
                  <a:moveTo>
                    <a:pt x="330518" y="0"/>
                  </a:moveTo>
                  <a:lnTo>
                    <a:pt x="330518" y="330526"/>
                  </a:lnTo>
                  <a:cubicBezTo>
                    <a:pt x="330518" y="457070"/>
                    <a:pt x="292418" y="479734"/>
                    <a:pt x="159068" y="479734"/>
                  </a:cubicBezTo>
                  <a:cubicBezTo>
                    <a:pt x="27623" y="479734"/>
                    <a:pt x="0" y="448571"/>
                    <a:pt x="0" y="317305"/>
                  </a:cubicBezTo>
                  <a:lnTo>
                    <a:pt x="0" y="278586"/>
                  </a:lnTo>
                  <a:lnTo>
                    <a:pt x="120968" y="278586"/>
                  </a:lnTo>
                  <a:lnTo>
                    <a:pt x="120968" y="317305"/>
                  </a:lnTo>
                  <a:cubicBezTo>
                    <a:pt x="120968" y="356023"/>
                    <a:pt x="125730" y="370189"/>
                    <a:pt x="160020" y="370189"/>
                  </a:cubicBezTo>
                  <a:cubicBezTo>
                    <a:pt x="199073" y="370189"/>
                    <a:pt x="204788" y="359801"/>
                    <a:pt x="204788" y="330526"/>
                  </a:cubicBezTo>
                  <a:lnTo>
                    <a:pt x="204788" y="0"/>
                  </a:lnTo>
                  <a:lnTo>
                    <a:pt x="330518" y="0"/>
                  </a:lnTo>
                  <a:close/>
                </a:path>
              </a:pathLst>
            </a:custGeom>
            <a:solidFill>
              <a:srgbClr val="0040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" name="Vrije vorm 6">
              <a:extLst>
                <a:ext uri="{FF2B5EF4-FFF2-40B4-BE49-F238E27FC236}">
                  <a16:creationId xmlns:a16="http://schemas.microsoft.com/office/drawing/2014/main" id="{17B7F621-7515-CD4D-A9AB-71E0DA14EA27}"/>
                </a:ext>
              </a:extLst>
            </p:cNvPr>
            <p:cNvSpPr/>
            <p:nvPr/>
          </p:nvSpPr>
          <p:spPr>
            <a:xfrm>
              <a:off x="1040585" y="3364175"/>
              <a:ext cx="441007" cy="478813"/>
            </a:xfrm>
            <a:custGeom>
              <a:avLst/>
              <a:gdLst>
                <a:gd name="connsiteX0" fmla="*/ 0 w 441007"/>
                <a:gd name="connsiteY0" fmla="*/ 306917 h 478813"/>
                <a:gd name="connsiteX1" fmla="*/ 0 w 441007"/>
                <a:gd name="connsiteY1" fmla="*/ 172818 h 478813"/>
                <a:gd name="connsiteX2" fmla="*/ 220028 w 441007"/>
                <a:gd name="connsiteY2" fmla="*/ 0 h 478813"/>
                <a:gd name="connsiteX3" fmla="*/ 441008 w 441007"/>
                <a:gd name="connsiteY3" fmla="*/ 172818 h 478813"/>
                <a:gd name="connsiteX4" fmla="*/ 441008 w 441007"/>
                <a:gd name="connsiteY4" fmla="*/ 305972 h 478813"/>
                <a:gd name="connsiteX5" fmla="*/ 220980 w 441007"/>
                <a:gd name="connsiteY5" fmla="*/ 478790 h 478813"/>
                <a:gd name="connsiteX6" fmla="*/ 0 w 441007"/>
                <a:gd name="connsiteY6" fmla="*/ 306917 h 478813"/>
                <a:gd name="connsiteX7" fmla="*/ 309563 w 441007"/>
                <a:gd name="connsiteY7" fmla="*/ 292751 h 478813"/>
                <a:gd name="connsiteX8" fmla="*/ 309563 w 441007"/>
                <a:gd name="connsiteY8" fmla="*/ 186039 h 478813"/>
                <a:gd name="connsiteX9" fmla="*/ 220028 w 441007"/>
                <a:gd name="connsiteY9" fmla="*/ 109546 h 478813"/>
                <a:gd name="connsiteX10" fmla="*/ 130493 w 441007"/>
                <a:gd name="connsiteY10" fmla="*/ 186039 h 478813"/>
                <a:gd name="connsiteX11" fmla="*/ 130493 w 441007"/>
                <a:gd name="connsiteY11" fmla="*/ 292751 h 478813"/>
                <a:gd name="connsiteX12" fmla="*/ 220028 w 441007"/>
                <a:gd name="connsiteY12" fmla="*/ 370189 h 478813"/>
                <a:gd name="connsiteX13" fmla="*/ 309563 w 441007"/>
                <a:gd name="connsiteY13" fmla="*/ 292751 h 47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1007" h="478813">
                  <a:moveTo>
                    <a:pt x="0" y="306917"/>
                  </a:moveTo>
                  <a:lnTo>
                    <a:pt x="0" y="172818"/>
                  </a:lnTo>
                  <a:cubicBezTo>
                    <a:pt x="0" y="27386"/>
                    <a:pt x="91440" y="0"/>
                    <a:pt x="220028" y="0"/>
                  </a:cubicBezTo>
                  <a:cubicBezTo>
                    <a:pt x="349568" y="0"/>
                    <a:pt x="441008" y="27386"/>
                    <a:pt x="441008" y="172818"/>
                  </a:cubicBezTo>
                  <a:lnTo>
                    <a:pt x="441008" y="305972"/>
                  </a:lnTo>
                  <a:cubicBezTo>
                    <a:pt x="441008" y="451404"/>
                    <a:pt x="349568" y="478790"/>
                    <a:pt x="220980" y="478790"/>
                  </a:cubicBezTo>
                  <a:cubicBezTo>
                    <a:pt x="91440" y="479734"/>
                    <a:pt x="0" y="452348"/>
                    <a:pt x="0" y="306917"/>
                  </a:cubicBezTo>
                  <a:close/>
                  <a:moveTo>
                    <a:pt x="309563" y="292751"/>
                  </a:moveTo>
                  <a:lnTo>
                    <a:pt x="309563" y="186039"/>
                  </a:lnTo>
                  <a:cubicBezTo>
                    <a:pt x="309563" y="116156"/>
                    <a:pt x="285750" y="109546"/>
                    <a:pt x="220028" y="109546"/>
                  </a:cubicBezTo>
                  <a:cubicBezTo>
                    <a:pt x="154305" y="109546"/>
                    <a:pt x="132398" y="116156"/>
                    <a:pt x="130493" y="186039"/>
                  </a:cubicBezTo>
                  <a:lnTo>
                    <a:pt x="130493" y="292751"/>
                  </a:lnTo>
                  <a:cubicBezTo>
                    <a:pt x="132398" y="363578"/>
                    <a:pt x="154305" y="370189"/>
                    <a:pt x="220028" y="370189"/>
                  </a:cubicBezTo>
                  <a:cubicBezTo>
                    <a:pt x="285750" y="370189"/>
                    <a:pt x="309563" y="363578"/>
                    <a:pt x="309563" y="292751"/>
                  </a:cubicBezTo>
                  <a:close/>
                </a:path>
              </a:pathLst>
            </a:custGeom>
            <a:solidFill>
              <a:srgbClr val="0040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" name="Vrije vorm 7">
              <a:extLst>
                <a:ext uri="{FF2B5EF4-FFF2-40B4-BE49-F238E27FC236}">
                  <a16:creationId xmlns:a16="http://schemas.microsoft.com/office/drawing/2014/main" id="{FA6CEA7D-72DC-B340-BB10-70B75840FBCE}"/>
                </a:ext>
              </a:extLst>
            </p:cNvPr>
            <p:cNvSpPr/>
            <p:nvPr/>
          </p:nvSpPr>
          <p:spPr>
            <a:xfrm>
              <a:off x="1595892" y="3364175"/>
              <a:ext cx="408622" cy="479734"/>
            </a:xfrm>
            <a:custGeom>
              <a:avLst/>
              <a:gdLst>
                <a:gd name="connsiteX0" fmla="*/ 0 w 408622"/>
                <a:gd name="connsiteY0" fmla="*/ 0 h 479734"/>
                <a:gd name="connsiteX1" fmla="*/ 244793 w 408622"/>
                <a:gd name="connsiteY1" fmla="*/ 0 h 479734"/>
                <a:gd name="connsiteX2" fmla="*/ 408623 w 408622"/>
                <a:gd name="connsiteY2" fmla="*/ 142598 h 479734"/>
                <a:gd name="connsiteX3" fmla="*/ 318135 w 408622"/>
                <a:gd name="connsiteY3" fmla="*/ 288030 h 479734"/>
                <a:gd name="connsiteX4" fmla="*/ 318135 w 408622"/>
                <a:gd name="connsiteY4" fmla="*/ 292751 h 479734"/>
                <a:gd name="connsiteX5" fmla="*/ 403860 w 408622"/>
                <a:gd name="connsiteY5" fmla="*/ 376799 h 479734"/>
                <a:gd name="connsiteX6" fmla="*/ 403860 w 408622"/>
                <a:gd name="connsiteY6" fmla="*/ 479734 h 479734"/>
                <a:gd name="connsiteX7" fmla="*/ 277178 w 408622"/>
                <a:gd name="connsiteY7" fmla="*/ 479734 h 479734"/>
                <a:gd name="connsiteX8" fmla="*/ 277178 w 408622"/>
                <a:gd name="connsiteY8" fmla="*/ 406074 h 479734"/>
                <a:gd name="connsiteX9" fmla="*/ 224790 w 408622"/>
                <a:gd name="connsiteY9" fmla="*/ 346580 h 479734"/>
                <a:gd name="connsiteX10" fmla="*/ 126683 w 408622"/>
                <a:gd name="connsiteY10" fmla="*/ 346580 h 479734"/>
                <a:gd name="connsiteX11" fmla="*/ 126683 w 408622"/>
                <a:gd name="connsiteY11" fmla="*/ 479734 h 479734"/>
                <a:gd name="connsiteX12" fmla="*/ 0 w 408622"/>
                <a:gd name="connsiteY12" fmla="*/ 479734 h 479734"/>
                <a:gd name="connsiteX13" fmla="*/ 0 w 408622"/>
                <a:gd name="connsiteY13" fmla="*/ 0 h 479734"/>
                <a:gd name="connsiteX14" fmla="*/ 224790 w 408622"/>
                <a:gd name="connsiteY14" fmla="*/ 237034 h 479734"/>
                <a:gd name="connsiteX15" fmla="*/ 277178 w 408622"/>
                <a:gd name="connsiteY15" fmla="*/ 163374 h 479734"/>
                <a:gd name="connsiteX16" fmla="*/ 224790 w 408622"/>
                <a:gd name="connsiteY16" fmla="*/ 109546 h 479734"/>
                <a:gd name="connsiteX17" fmla="*/ 126683 w 408622"/>
                <a:gd name="connsiteY17" fmla="*/ 109546 h 479734"/>
                <a:gd name="connsiteX18" fmla="*/ 126683 w 408622"/>
                <a:gd name="connsiteY18" fmla="*/ 237034 h 479734"/>
                <a:gd name="connsiteX19" fmla="*/ 224790 w 408622"/>
                <a:gd name="connsiteY19" fmla="*/ 23703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8622" h="479734">
                  <a:moveTo>
                    <a:pt x="0" y="0"/>
                  </a:moveTo>
                  <a:lnTo>
                    <a:pt x="244793" y="0"/>
                  </a:lnTo>
                  <a:cubicBezTo>
                    <a:pt x="354330" y="1889"/>
                    <a:pt x="408623" y="25498"/>
                    <a:pt x="408623" y="142598"/>
                  </a:cubicBezTo>
                  <a:cubicBezTo>
                    <a:pt x="408623" y="220980"/>
                    <a:pt x="408623" y="267254"/>
                    <a:pt x="318135" y="288030"/>
                  </a:cubicBezTo>
                  <a:lnTo>
                    <a:pt x="318135" y="292751"/>
                  </a:lnTo>
                  <a:cubicBezTo>
                    <a:pt x="370523" y="294640"/>
                    <a:pt x="403860" y="322971"/>
                    <a:pt x="403860" y="376799"/>
                  </a:cubicBezTo>
                  <a:lnTo>
                    <a:pt x="403860" y="479734"/>
                  </a:lnTo>
                  <a:lnTo>
                    <a:pt x="277178" y="479734"/>
                  </a:lnTo>
                  <a:lnTo>
                    <a:pt x="277178" y="406074"/>
                  </a:lnTo>
                  <a:cubicBezTo>
                    <a:pt x="278130" y="371133"/>
                    <a:pt x="262890" y="346580"/>
                    <a:pt x="224790" y="346580"/>
                  </a:cubicBezTo>
                  <a:lnTo>
                    <a:pt x="126683" y="346580"/>
                  </a:lnTo>
                  <a:lnTo>
                    <a:pt x="126683" y="479734"/>
                  </a:lnTo>
                  <a:lnTo>
                    <a:pt x="0" y="479734"/>
                  </a:lnTo>
                  <a:lnTo>
                    <a:pt x="0" y="0"/>
                  </a:lnTo>
                  <a:close/>
                  <a:moveTo>
                    <a:pt x="224790" y="237034"/>
                  </a:moveTo>
                  <a:cubicBezTo>
                    <a:pt x="279082" y="237034"/>
                    <a:pt x="277178" y="217203"/>
                    <a:pt x="277178" y="163374"/>
                  </a:cubicBezTo>
                  <a:cubicBezTo>
                    <a:pt x="277178" y="120878"/>
                    <a:pt x="266700" y="109546"/>
                    <a:pt x="224790" y="109546"/>
                  </a:cubicBezTo>
                  <a:lnTo>
                    <a:pt x="126683" y="109546"/>
                  </a:lnTo>
                  <a:lnTo>
                    <a:pt x="126683" y="237034"/>
                  </a:lnTo>
                  <a:lnTo>
                    <a:pt x="224790" y="237034"/>
                  </a:lnTo>
                  <a:close/>
                </a:path>
              </a:pathLst>
            </a:custGeom>
            <a:solidFill>
              <a:srgbClr val="0040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9" name="Vrije vorm 8">
              <a:extLst>
                <a:ext uri="{FF2B5EF4-FFF2-40B4-BE49-F238E27FC236}">
                  <a16:creationId xmlns:a16="http://schemas.microsoft.com/office/drawing/2014/main" id="{F47EEC21-8566-0B42-A531-D98D8BCC0023}"/>
                </a:ext>
              </a:extLst>
            </p:cNvPr>
            <p:cNvSpPr/>
            <p:nvPr/>
          </p:nvSpPr>
          <p:spPr>
            <a:xfrm>
              <a:off x="2127387" y="3364175"/>
              <a:ext cx="126682" cy="479734"/>
            </a:xfrm>
            <a:custGeom>
              <a:avLst/>
              <a:gdLst>
                <a:gd name="connsiteX0" fmla="*/ 126683 w 126682"/>
                <a:gd name="connsiteY0" fmla="*/ 479734 h 479734"/>
                <a:gd name="connsiteX1" fmla="*/ 0 w 126682"/>
                <a:gd name="connsiteY1" fmla="*/ 479734 h 479734"/>
                <a:gd name="connsiteX2" fmla="*/ 0 w 126682"/>
                <a:gd name="connsiteY2" fmla="*/ 0 h 479734"/>
                <a:gd name="connsiteX3" fmla="*/ 126683 w 126682"/>
                <a:gd name="connsiteY3" fmla="*/ 0 h 479734"/>
                <a:gd name="connsiteX4" fmla="*/ 126683 w 126682"/>
                <a:gd name="connsiteY4" fmla="*/ 47973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682" h="479734">
                  <a:moveTo>
                    <a:pt x="126683" y="479734"/>
                  </a:moveTo>
                  <a:lnTo>
                    <a:pt x="0" y="479734"/>
                  </a:lnTo>
                  <a:lnTo>
                    <a:pt x="0" y="0"/>
                  </a:lnTo>
                  <a:lnTo>
                    <a:pt x="126683" y="0"/>
                  </a:lnTo>
                  <a:lnTo>
                    <a:pt x="126683" y="479734"/>
                  </a:lnTo>
                  <a:close/>
                </a:path>
              </a:pathLst>
            </a:custGeom>
            <a:solidFill>
              <a:srgbClr val="0040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" name="Vrije vorm 9">
              <a:extLst>
                <a:ext uri="{FF2B5EF4-FFF2-40B4-BE49-F238E27FC236}">
                  <a16:creationId xmlns:a16="http://schemas.microsoft.com/office/drawing/2014/main" id="{66240777-4AFF-AB46-855B-33169B4E21F7}"/>
                </a:ext>
              </a:extLst>
            </p:cNvPr>
            <p:cNvSpPr/>
            <p:nvPr/>
          </p:nvSpPr>
          <p:spPr>
            <a:xfrm>
              <a:off x="2374085" y="3363230"/>
              <a:ext cx="408624" cy="480678"/>
            </a:xfrm>
            <a:custGeom>
              <a:avLst/>
              <a:gdLst>
                <a:gd name="connsiteX0" fmla="*/ 232410 w 408624"/>
                <a:gd name="connsiteY0" fmla="*/ 189816 h 480678"/>
                <a:gd name="connsiteX1" fmla="*/ 408622 w 408624"/>
                <a:gd name="connsiteY1" fmla="*/ 325804 h 480678"/>
                <a:gd name="connsiteX2" fmla="*/ 201930 w 408624"/>
                <a:gd name="connsiteY2" fmla="*/ 480679 h 480678"/>
                <a:gd name="connsiteX3" fmla="*/ 0 w 408624"/>
                <a:gd name="connsiteY3" fmla="*/ 322971 h 480678"/>
                <a:gd name="connsiteX4" fmla="*/ 121920 w 408624"/>
                <a:gd name="connsiteY4" fmla="*/ 322971 h 480678"/>
                <a:gd name="connsiteX5" fmla="*/ 201930 w 408624"/>
                <a:gd name="connsiteY5" fmla="*/ 376799 h 480678"/>
                <a:gd name="connsiteX6" fmla="*/ 280988 w 408624"/>
                <a:gd name="connsiteY6" fmla="*/ 333359 h 480678"/>
                <a:gd name="connsiteX7" fmla="*/ 214313 w 408624"/>
                <a:gd name="connsiteY7" fmla="*/ 288974 h 480678"/>
                <a:gd name="connsiteX8" fmla="*/ 186690 w 408624"/>
                <a:gd name="connsiteY8" fmla="*/ 287085 h 480678"/>
                <a:gd name="connsiteX9" fmla="*/ 952 w 408624"/>
                <a:gd name="connsiteY9" fmla="*/ 144487 h 480678"/>
                <a:gd name="connsiteX10" fmla="*/ 201930 w 408624"/>
                <a:gd name="connsiteY10" fmla="*/ 0 h 480678"/>
                <a:gd name="connsiteX11" fmla="*/ 395288 w 408624"/>
                <a:gd name="connsiteY11" fmla="*/ 132210 h 480678"/>
                <a:gd name="connsiteX12" fmla="*/ 395288 w 408624"/>
                <a:gd name="connsiteY12" fmla="*/ 152042 h 480678"/>
                <a:gd name="connsiteX13" fmla="*/ 273367 w 408624"/>
                <a:gd name="connsiteY13" fmla="*/ 152042 h 480678"/>
                <a:gd name="connsiteX14" fmla="*/ 201930 w 408624"/>
                <a:gd name="connsiteY14" fmla="*/ 103879 h 480678"/>
                <a:gd name="connsiteX15" fmla="*/ 127635 w 408624"/>
                <a:gd name="connsiteY15" fmla="*/ 144487 h 480678"/>
                <a:gd name="connsiteX16" fmla="*/ 180022 w 408624"/>
                <a:gd name="connsiteY16" fmla="*/ 186039 h 480678"/>
                <a:gd name="connsiteX17" fmla="*/ 232410 w 408624"/>
                <a:gd name="connsiteY17" fmla="*/ 189816 h 480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08624" h="480678">
                  <a:moveTo>
                    <a:pt x="232410" y="189816"/>
                  </a:moveTo>
                  <a:cubicBezTo>
                    <a:pt x="373380" y="200204"/>
                    <a:pt x="408622" y="217203"/>
                    <a:pt x="408622" y="325804"/>
                  </a:cubicBezTo>
                  <a:cubicBezTo>
                    <a:pt x="408622" y="404186"/>
                    <a:pt x="411480" y="480679"/>
                    <a:pt x="201930" y="480679"/>
                  </a:cubicBezTo>
                  <a:cubicBezTo>
                    <a:pt x="80963" y="480679"/>
                    <a:pt x="0" y="477846"/>
                    <a:pt x="0" y="322971"/>
                  </a:cubicBezTo>
                  <a:lnTo>
                    <a:pt x="121920" y="322971"/>
                  </a:lnTo>
                  <a:cubicBezTo>
                    <a:pt x="121920" y="372077"/>
                    <a:pt x="140017" y="376799"/>
                    <a:pt x="201930" y="376799"/>
                  </a:cubicBezTo>
                  <a:cubicBezTo>
                    <a:pt x="261938" y="376799"/>
                    <a:pt x="280988" y="373022"/>
                    <a:pt x="280988" y="333359"/>
                  </a:cubicBezTo>
                  <a:cubicBezTo>
                    <a:pt x="280988" y="292751"/>
                    <a:pt x="274320" y="292751"/>
                    <a:pt x="214313" y="288974"/>
                  </a:cubicBezTo>
                  <a:lnTo>
                    <a:pt x="186690" y="287085"/>
                  </a:lnTo>
                  <a:cubicBezTo>
                    <a:pt x="69533" y="278586"/>
                    <a:pt x="952" y="279530"/>
                    <a:pt x="952" y="144487"/>
                  </a:cubicBezTo>
                  <a:cubicBezTo>
                    <a:pt x="952" y="9444"/>
                    <a:pt x="78105" y="0"/>
                    <a:pt x="201930" y="0"/>
                  </a:cubicBezTo>
                  <a:cubicBezTo>
                    <a:pt x="305752" y="0"/>
                    <a:pt x="395288" y="1889"/>
                    <a:pt x="395288" y="132210"/>
                  </a:cubicBezTo>
                  <a:lnTo>
                    <a:pt x="395288" y="152042"/>
                  </a:lnTo>
                  <a:lnTo>
                    <a:pt x="273367" y="152042"/>
                  </a:lnTo>
                  <a:cubicBezTo>
                    <a:pt x="273367" y="103879"/>
                    <a:pt x="253365" y="103879"/>
                    <a:pt x="201930" y="103879"/>
                  </a:cubicBezTo>
                  <a:cubicBezTo>
                    <a:pt x="133350" y="103879"/>
                    <a:pt x="127635" y="118045"/>
                    <a:pt x="127635" y="144487"/>
                  </a:cubicBezTo>
                  <a:cubicBezTo>
                    <a:pt x="127635" y="182261"/>
                    <a:pt x="145733" y="183206"/>
                    <a:pt x="180022" y="186039"/>
                  </a:cubicBezTo>
                  <a:lnTo>
                    <a:pt x="232410" y="189816"/>
                  </a:lnTo>
                  <a:close/>
                </a:path>
              </a:pathLst>
            </a:custGeom>
            <a:solidFill>
              <a:srgbClr val="00406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" name="Vrije vorm 10">
              <a:extLst>
                <a:ext uri="{FF2B5EF4-FFF2-40B4-BE49-F238E27FC236}">
                  <a16:creationId xmlns:a16="http://schemas.microsoft.com/office/drawing/2014/main" id="{6A08392E-09DE-3D42-9ADE-EF8612AF64FE}"/>
                </a:ext>
              </a:extLst>
            </p:cNvPr>
            <p:cNvSpPr/>
            <p:nvPr/>
          </p:nvSpPr>
          <p:spPr>
            <a:xfrm>
              <a:off x="2909390" y="3364175"/>
              <a:ext cx="126682" cy="479734"/>
            </a:xfrm>
            <a:custGeom>
              <a:avLst/>
              <a:gdLst>
                <a:gd name="connsiteX0" fmla="*/ 126682 w 126682"/>
                <a:gd name="connsiteY0" fmla="*/ 479734 h 479734"/>
                <a:gd name="connsiteX1" fmla="*/ 0 w 126682"/>
                <a:gd name="connsiteY1" fmla="*/ 479734 h 479734"/>
                <a:gd name="connsiteX2" fmla="*/ 0 w 126682"/>
                <a:gd name="connsiteY2" fmla="*/ 0 h 479734"/>
                <a:gd name="connsiteX3" fmla="*/ 126682 w 126682"/>
                <a:gd name="connsiteY3" fmla="*/ 0 h 479734"/>
                <a:gd name="connsiteX4" fmla="*/ 126682 w 126682"/>
                <a:gd name="connsiteY4" fmla="*/ 47973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682" h="479734">
                  <a:moveTo>
                    <a:pt x="126682" y="479734"/>
                  </a:moveTo>
                  <a:lnTo>
                    <a:pt x="0" y="479734"/>
                  </a:lnTo>
                  <a:lnTo>
                    <a:pt x="0" y="0"/>
                  </a:lnTo>
                  <a:lnTo>
                    <a:pt x="126682" y="0"/>
                  </a:lnTo>
                  <a:lnTo>
                    <a:pt x="126682" y="479734"/>
                  </a:lnTo>
                  <a:close/>
                </a:path>
              </a:pathLst>
            </a:custGeom>
            <a:solidFill>
              <a:srgbClr val="7495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2" name="Vrije vorm 11">
              <a:extLst>
                <a:ext uri="{FF2B5EF4-FFF2-40B4-BE49-F238E27FC236}">
                  <a16:creationId xmlns:a16="http://schemas.microsoft.com/office/drawing/2014/main" id="{30C19EF3-B20E-844D-B785-58DC086A899D}"/>
                </a:ext>
              </a:extLst>
            </p:cNvPr>
            <p:cNvSpPr/>
            <p:nvPr/>
          </p:nvSpPr>
          <p:spPr>
            <a:xfrm>
              <a:off x="3141800" y="3364175"/>
              <a:ext cx="432434" cy="479734"/>
            </a:xfrm>
            <a:custGeom>
              <a:avLst/>
              <a:gdLst>
                <a:gd name="connsiteX0" fmla="*/ 0 w 432434"/>
                <a:gd name="connsiteY0" fmla="*/ 0 h 479734"/>
                <a:gd name="connsiteX1" fmla="*/ 240983 w 432434"/>
                <a:gd name="connsiteY1" fmla="*/ 0 h 479734"/>
                <a:gd name="connsiteX2" fmla="*/ 432435 w 432434"/>
                <a:gd name="connsiteY2" fmla="*/ 183206 h 479734"/>
                <a:gd name="connsiteX3" fmla="*/ 432435 w 432434"/>
                <a:gd name="connsiteY3" fmla="*/ 289918 h 479734"/>
                <a:gd name="connsiteX4" fmla="*/ 258128 w 432434"/>
                <a:gd name="connsiteY4" fmla="*/ 479734 h 479734"/>
                <a:gd name="connsiteX5" fmla="*/ 0 w 432434"/>
                <a:gd name="connsiteY5" fmla="*/ 479734 h 479734"/>
                <a:gd name="connsiteX6" fmla="*/ 0 w 432434"/>
                <a:gd name="connsiteY6" fmla="*/ 0 h 479734"/>
                <a:gd name="connsiteX7" fmla="*/ 126683 w 432434"/>
                <a:gd name="connsiteY7" fmla="*/ 370189 h 479734"/>
                <a:gd name="connsiteX8" fmla="*/ 238125 w 432434"/>
                <a:gd name="connsiteY8" fmla="*/ 370189 h 479734"/>
                <a:gd name="connsiteX9" fmla="*/ 301943 w 432434"/>
                <a:gd name="connsiteY9" fmla="*/ 289918 h 479734"/>
                <a:gd name="connsiteX10" fmla="*/ 301943 w 432434"/>
                <a:gd name="connsiteY10" fmla="*/ 183206 h 479734"/>
                <a:gd name="connsiteX11" fmla="*/ 238125 w 432434"/>
                <a:gd name="connsiteY11" fmla="*/ 109546 h 479734"/>
                <a:gd name="connsiteX12" fmla="*/ 126683 w 432434"/>
                <a:gd name="connsiteY12" fmla="*/ 109546 h 479734"/>
                <a:gd name="connsiteX13" fmla="*/ 126683 w 432434"/>
                <a:gd name="connsiteY13" fmla="*/ 370189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2434" h="479734">
                  <a:moveTo>
                    <a:pt x="0" y="0"/>
                  </a:moveTo>
                  <a:lnTo>
                    <a:pt x="240983" y="0"/>
                  </a:lnTo>
                  <a:cubicBezTo>
                    <a:pt x="373380" y="0"/>
                    <a:pt x="432435" y="49107"/>
                    <a:pt x="432435" y="183206"/>
                  </a:cubicBezTo>
                  <a:lnTo>
                    <a:pt x="432435" y="289918"/>
                  </a:lnTo>
                  <a:cubicBezTo>
                    <a:pt x="432435" y="419295"/>
                    <a:pt x="390525" y="479734"/>
                    <a:pt x="258128" y="479734"/>
                  </a:cubicBezTo>
                  <a:lnTo>
                    <a:pt x="0" y="479734"/>
                  </a:lnTo>
                  <a:lnTo>
                    <a:pt x="0" y="0"/>
                  </a:lnTo>
                  <a:close/>
                  <a:moveTo>
                    <a:pt x="126683" y="370189"/>
                  </a:moveTo>
                  <a:lnTo>
                    <a:pt x="238125" y="370189"/>
                  </a:lnTo>
                  <a:cubicBezTo>
                    <a:pt x="284797" y="370189"/>
                    <a:pt x="301943" y="339025"/>
                    <a:pt x="301943" y="289918"/>
                  </a:cubicBezTo>
                  <a:lnTo>
                    <a:pt x="301943" y="183206"/>
                  </a:lnTo>
                  <a:cubicBezTo>
                    <a:pt x="301943" y="121822"/>
                    <a:pt x="281940" y="109546"/>
                    <a:pt x="238125" y="109546"/>
                  </a:cubicBezTo>
                  <a:lnTo>
                    <a:pt x="126683" y="109546"/>
                  </a:lnTo>
                  <a:lnTo>
                    <a:pt x="126683" y="370189"/>
                  </a:lnTo>
                  <a:close/>
                </a:path>
              </a:pathLst>
            </a:custGeom>
            <a:solidFill>
              <a:srgbClr val="7495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3" name="Vrije vorm 12">
              <a:extLst>
                <a:ext uri="{FF2B5EF4-FFF2-40B4-BE49-F238E27FC236}">
                  <a16:creationId xmlns:a16="http://schemas.microsoft.com/office/drawing/2014/main" id="{80735B62-11F9-034C-AD1B-79283020AFF9}"/>
                </a:ext>
              </a:extLst>
            </p:cNvPr>
            <p:cNvSpPr/>
            <p:nvPr/>
          </p:nvSpPr>
          <p:spPr>
            <a:xfrm>
              <a:off x="3675200" y="3364175"/>
              <a:ext cx="347662" cy="479734"/>
            </a:xfrm>
            <a:custGeom>
              <a:avLst/>
              <a:gdLst>
                <a:gd name="connsiteX0" fmla="*/ 126683 w 347662"/>
                <a:gd name="connsiteY0" fmla="*/ 193594 h 479734"/>
                <a:gd name="connsiteX1" fmla="*/ 329565 w 347662"/>
                <a:gd name="connsiteY1" fmla="*/ 193594 h 479734"/>
                <a:gd name="connsiteX2" fmla="*/ 329565 w 347662"/>
                <a:gd name="connsiteY2" fmla="*/ 281419 h 479734"/>
                <a:gd name="connsiteX3" fmla="*/ 126683 w 347662"/>
                <a:gd name="connsiteY3" fmla="*/ 281419 h 479734"/>
                <a:gd name="connsiteX4" fmla="*/ 126683 w 347662"/>
                <a:gd name="connsiteY4" fmla="*/ 376799 h 479734"/>
                <a:gd name="connsiteX5" fmla="*/ 347663 w 347662"/>
                <a:gd name="connsiteY5" fmla="*/ 376799 h 479734"/>
                <a:gd name="connsiteX6" fmla="*/ 347663 w 347662"/>
                <a:gd name="connsiteY6" fmla="*/ 479734 h 479734"/>
                <a:gd name="connsiteX7" fmla="*/ 0 w 347662"/>
                <a:gd name="connsiteY7" fmla="*/ 479734 h 479734"/>
                <a:gd name="connsiteX8" fmla="*/ 0 w 347662"/>
                <a:gd name="connsiteY8" fmla="*/ 0 h 479734"/>
                <a:gd name="connsiteX9" fmla="*/ 347663 w 347662"/>
                <a:gd name="connsiteY9" fmla="*/ 0 h 479734"/>
                <a:gd name="connsiteX10" fmla="*/ 347663 w 347662"/>
                <a:gd name="connsiteY10" fmla="*/ 102935 h 479734"/>
                <a:gd name="connsiteX11" fmla="*/ 126683 w 347662"/>
                <a:gd name="connsiteY11" fmla="*/ 102935 h 479734"/>
                <a:gd name="connsiteX12" fmla="*/ 126683 w 347662"/>
                <a:gd name="connsiteY12" fmla="*/ 19359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7662" h="479734">
                  <a:moveTo>
                    <a:pt x="126683" y="193594"/>
                  </a:moveTo>
                  <a:lnTo>
                    <a:pt x="329565" y="193594"/>
                  </a:lnTo>
                  <a:lnTo>
                    <a:pt x="329565" y="281419"/>
                  </a:lnTo>
                  <a:lnTo>
                    <a:pt x="126683" y="281419"/>
                  </a:lnTo>
                  <a:lnTo>
                    <a:pt x="126683" y="376799"/>
                  </a:lnTo>
                  <a:lnTo>
                    <a:pt x="347663" y="376799"/>
                  </a:lnTo>
                  <a:lnTo>
                    <a:pt x="347663" y="479734"/>
                  </a:lnTo>
                  <a:lnTo>
                    <a:pt x="0" y="479734"/>
                  </a:lnTo>
                  <a:lnTo>
                    <a:pt x="0" y="0"/>
                  </a:lnTo>
                  <a:lnTo>
                    <a:pt x="347663" y="0"/>
                  </a:lnTo>
                  <a:lnTo>
                    <a:pt x="347663" y="102935"/>
                  </a:lnTo>
                  <a:lnTo>
                    <a:pt x="126683" y="102935"/>
                  </a:lnTo>
                  <a:lnTo>
                    <a:pt x="126683" y="193594"/>
                  </a:lnTo>
                  <a:close/>
                </a:path>
              </a:pathLst>
            </a:custGeom>
            <a:solidFill>
              <a:srgbClr val="7495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sp>
        <p:nvSpPr>
          <p:cNvPr id="14" name="Rechthoek 13">
            <a:extLst>
              <a:ext uri="{FF2B5EF4-FFF2-40B4-BE49-F238E27FC236}">
                <a16:creationId xmlns:a16="http://schemas.microsoft.com/office/drawing/2014/main" id="{612240F9-A90B-2244-AA18-C027ADFBF5B7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Tijdelijke aanduiding voor verticale tekst 2">
            <a:extLst>
              <a:ext uri="{FF2B5EF4-FFF2-40B4-BE49-F238E27FC236}">
                <a16:creationId xmlns:a16="http://schemas.microsoft.com/office/drawing/2014/main" id="{1A9A78AC-A588-5142-BB08-9D67126D8039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29" name="Tijdelijke aanduiding voor tekst 19">
            <a:extLst>
              <a:ext uri="{FF2B5EF4-FFF2-40B4-BE49-F238E27FC236}">
                <a16:creationId xmlns:a16="http://schemas.microsoft.com/office/drawing/2014/main" id="{F3EBF283-58F9-CA41-B625-4A95AA43C94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184359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0" name="Tijdelijke aanduiding voor tekst 19">
            <a:extLst>
              <a:ext uri="{FF2B5EF4-FFF2-40B4-BE49-F238E27FC236}">
                <a16:creationId xmlns:a16="http://schemas.microsoft.com/office/drawing/2014/main" id="{19362229-325F-CB47-B9AD-2CB33BE43C7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184359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1" name="Tijdelijke aanduiding voor tekst 19">
            <a:extLst>
              <a:ext uri="{FF2B5EF4-FFF2-40B4-BE49-F238E27FC236}">
                <a16:creationId xmlns:a16="http://schemas.microsoft.com/office/drawing/2014/main" id="{C80D6803-C4F9-0A4E-AC2F-5F9EE012809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751378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2" name="Tijdelijke aanduiding voor tekst 19">
            <a:extLst>
              <a:ext uri="{FF2B5EF4-FFF2-40B4-BE49-F238E27FC236}">
                <a16:creationId xmlns:a16="http://schemas.microsoft.com/office/drawing/2014/main" id="{6E90E04C-CDC4-E24B-B1D9-308D8CC7CBD5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751378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4" name="Tijdelijke aanduiding voor tekst 19">
            <a:extLst>
              <a:ext uri="{FF2B5EF4-FFF2-40B4-BE49-F238E27FC236}">
                <a16:creationId xmlns:a16="http://schemas.microsoft.com/office/drawing/2014/main" id="{8A29E778-9F3E-2F42-B4BC-B50B2885239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13210" y="404184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5" name="Tijdelijke aanduiding voor tekst 19">
            <a:extLst>
              <a:ext uri="{FF2B5EF4-FFF2-40B4-BE49-F238E27FC236}">
                <a16:creationId xmlns:a16="http://schemas.microsoft.com/office/drawing/2014/main" id="{A1001979-EE87-294D-B038-C6567E3B572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13210" y="434962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7" name="Tijdelijke aanduiding voor tekst 19">
            <a:extLst>
              <a:ext uri="{FF2B5EF4-FFF2-40B4-BE49-F238E27FC236}">
                <a16:creationId xmlns:a16="http://schemas.microsoft.com/office/drawing/2014/main" id="{57DBF88F-3080-2F4C-AE3C-AC6E06502C1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619661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8" name="Tijdelijke aanduiding voor tekst 19">
            <a:extLst>
              <a:ext uri="{FF2B5EF4-FFF2-40B4-BE49-F238E27FC236}">
                <a16:creationId xmlns:a16="http://schemas.microsoft.com/office/drawing/2014/main" id="{07AA38EE-921C-7E4C-9525-A8E9AEA6461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619661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56" name="Tijdelijke aanduiding voor tekst 19">
            <a:extLst>
              <a:ext uri="{FF2B5EF4-FFF2-40B4-BE49-F238E27FC236}">
                <a16:creationId xmlns:a16="http://schemas.microsoft.com/office/drawing/2014/main" id="{E9CC0C5F-4C7E-9E47-A372-762C3E6A5A4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651513" y="78133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57" name="Tijdelijke aanduiding voor tekst 19">
            <a:extLst>
              <a:ext uri="{FF2B5EF4-FFF2-40B4-BE49-F238E27FC236}">
                <a16:creationId xmlns:a16="http://schemas.microsoft.com/office/drawing/2014/main" id="{45BE8DC9-ABE3-B54A-8311-41FEAC95E0E6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651513" y="108911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58" name="Tijdelijke aanduiding voor tekst 19">
            <a:extLst>
              <a:ext uri="{FF2B5EF4-FFF2-40B4-BE49-F238E27FC236}">
                <a16:creationId xmlns:a16="http://schemas.microsoft.com/office/drawing/2014/main" id="{40C7440A-E453-E845-9688-E9F080C9FE5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180098" y="78133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59" name="Tijdelijke aanduiding voor tekst 19">
            <a:extLst>
              <a:ext uri="{FF2B5EF4-FFF2-40B4-BE49-F238E27FC236}">
                <a16:creationId xmlns:a16="http://schemas.microsoft.com/office/drawing/2014/main" id="{DEA579D0-A28B-CA41-9864-DA659BF418B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180098" y="108911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60" name="Tijdelijke aanduiding voor tekst 19">
            <a:extLst>
              <a:ext uri="{FF2B5EF4-FFF2-40B4-BE49-F238E27FC236}">
                <a16:creationId xmlns:a16="http://schemas.microsoft.com/office/drawing/2014/main" id="{A62FE2BB-2A36-794E-BED6-7C09472288B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722983" y="784780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61" name="Tijdelijke aanduiding voor tekst 19">
            <a:extLst>
              <a:ext uri="{FF2B5EF4-FFF2-40B4-BE49-F238E27FC236}">
                <a16:creationId xmlns:a16="http://schemas.microsoft.com/office/drawing/2014/main" id="{747B6A19-884B-5947-BD3D-BF107571355B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722983" y="1092559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62" name="Tijdelijke aanduiding voor tekst 19">
            <a:extLst>
              <a:ext uri="{FF2B5EF4-FFF2-40B4-BE49-F238E27FC236}">
                <a16:creationId xmlns:a16="http://schemas.microsoft.com/office/drawing/2014/main" id="{73C370C1-0941-914F-B7B9-71FD8AD389F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1108630" y="78133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63" name="Tijdelijke aanduiding voor tekst 19">
            <a:extLst>
              <a:ext uri="{FF2B5EF4-FFF2-40B4-BE49-F238E27FC236}">
                <a16:creationId xmlns:a16="http://schemas.microsoft.com/office/drawing/2014/main" id="{0EE4B40B-48D0-4946-9679-49535B874BD8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08630" y="108911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40" name="Tijdelijke aanduiding voor tekst 39">
            <a:extLst>
              <a:ext uri="{FF2B5EF4-FFF2-40B4-BE49-F238E27FC236}">
                <a16:creationId xmlns:a16="http://schemas.microsoft.com/office/drawing/2014/main" id="{7DDE4E00-DC4E-924B-8567-6D23AC03FAB2}"/>
              </a:ext>
            </a:extLst>
          </p:cNvPr>
          <p:cNvSpPr>
            <a:spLocks noGrp="1" noChangeAspect="1"/>
          </p:cNvSpPr>
          <p:nvPr>
            <p:ph type="body" sz="quarter" idx="34" hasCustomPrompt="1"/>
          </p:nvPr>
        </p:nvSpPr>
        <p:spPr>
          <a:xfrm>
            <a:off x="8715783" y="76980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42" name="Tijdelijke aanduiding voor tekst 41">
            <a:extLst>
              <a:ext uri="{FF2B5EF4-FFF2-40B4-BE49-F238E27FC236}">
                <a16:creationId xmlns:a16="http://schemas.microsoft.com/office/drawing/2014/main" id="{A2E76CA6-1707-AF42-A43F-8ADFDA37095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740747" y="3562457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43" name="Tijdelijke aanduiding voor tekst 42">
            <a:extLst>
              <a:ext uri="{FF2B5EF4-FFF2-40B4-BE49-F238E27FC236}">
                <a16:creationId xmlns:a16="http://schemas.microsoft.com/office/drawing/2014/main" id="{D5083DCB-22BB-D340-B8D4-6FE6072FF154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9306010" y="3562457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44" name="Tijdelijke aanduiding voor tekst 43">
            <a:extLst>
              <a:ext uri="{FF2B5EF4-FFF2-40B4-BE49-F238E27FC236}">
                <a16:creationId xmlns:a16="http://schemas.microsoft.com/office/drawing/2014/main" id="{E868FFFA-AA4F-AB42-BB23-21295F088658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180928" y="3556664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45" name="Tijdelijke aanduiding voor tekst 44">
            <a:extLst>
              <a:ext uri="{FF2B5EF4-FFF2-40B4-BE49-F238E27FC236}">
                <a16:creationId xmlns:a16="http://schemas.microsoft.com/office/drawing/2014/main" id="{C78D6318-B560-1C40-B641-8498C8C024C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1612461" y="3556664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46" name="Tijdelijke aanduiding voor tekst 45">
            <a:extLst>
              <a:ext uri="{FF2B5EF4-FFF2-40B4-BE49-F238E27FC236}">
                <a16:creationId xmlns:a16="http://schemas.microsoft.com/office/drawing/2014/main" id="{3D6E28BB-5C19-AB43-B9ED-61F7F4D3D6C6}"/>
              </a:ext>
            </a:extLst>
          </p:cNvPr>
          <p:cNvSpPr>
            <a:spLocks noGrp="1" noChangeAspect="1"/>
          </p:cNvSpPr>
          <p:nvPr>
            <p:ph type="body" sz="quarter" idx="39" hasCustomPrompt="1"/>
          </p:nvPr>
        </p:nvSpPr>
        <p:spPr>
          <a:xfrm>
            <a:off x="6179412" y="76906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47" name="Tijdelijke aanduiding voor tekst 46">
            <a:extLst>
              <a:ext uri="{FF2B5EF4-FFF2-40B4-BE49-F238E27FC236}">
                <a16:creationId xmlns:a16="http://schemas.microsoft.com/office/drawing/2014/main" id="{5EB1DC9C-B4D5-4749-96D8-50C1E567096F}"/>
              </a:ext>
            </a:extLst>
          </p:cNvPr>
          <p:cNvSpPr>
            <a:spLocks noGrp="1" noChangeAspect="1"/>
          </p:cNvSpPr>
          <p:nvPr>
            <p:ph type="body" sz="quarter" idx="40" hasCustomPrompt="1"/>
          </p:nvPr>
        </p:nvSpPr>
        <p:spPr>
          <a:xfrm>
            <a:off x="3647913" y="76906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48" name="Tijdelijke aanduiding voor tekst 47">
            <a:extLst>
              <a:ext uri="{FF2B5EF4-FFF2-40B4-BE49-F238E27FC236}">
                <a16:creationId xmlns:a16="http://schemas.microsoft.com/office/drawing/2014/main" id="{C3F36C28-2376-8342-A651-8939E43A04B0}"/>
              </a:ext>
            </a:extLst>
          </p:cNvPr>
          <p:cNvSpPr>
            <a:spLocks noGrp="1" noChangeAspect="1"/>
          </p:cNvSpPr>
          <p:nvPr>
            <p:ph type="body" sz="quarter" idx="41" hasCustomPrompt="1"/>
          </p:nvPr>
        </p:nvSpPr>
        <p:spPr>
          <a:xfrm>
            <a:off x="1105030" y="765175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2" name="Isosceles Triangle 1">
            <a:extLst>
              <a:ext uri="{FF2B5EF4-FFF2-40B4-BE49-F238E27FC236}">
                <a16:creationId xmlns:a16="http://schemas.microsoft.com/office/drawing/2014/main" id="{DF3D7376-3054-483B-8121-B7D75BE9DFA1}"/>
              </a:ext>
            </a:extLst>
          </p:cNvPr>
          <p:cNvSpPr/>
          <p:nvPr userDrawn="1"/>
        </p:nvSpPr>
        <p:spPr>
          <a:xfrm rot="5400000">
            <a:off x="11555685" y="3276802"/>
            <a:ext cx="399843" cy="654078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b="1" i="0" err="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3407816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JI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9" name="Group 1862">
            <a:extLst>
              <a:ext uri="{FF2B5EF4-FFF2-40B4-BE49-F238E27FC236}">
                <a16:creationId xmlns:a16="http://schemas.microsoft.com/office/drawing/2014/main" id="{35975F11-BCD2-4833-9A4D-E4CAFEA2F62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3368824" y="-2403648"/>
            <a:ext cx="12067644" cy="10033172"/>
            <a:chOff x="1239" y="-4"/>
            <a:chExt cx="5202" cy="4325"/>
          </a:xfrm>
          <a:solidFill>
            <a:schemeClr val="tx1">
              <a:alpha val="30000"/>
            </a:schemeClr>
          </a:solid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1870" name="Group 2063">
              <a:extLst>
                <a:ext uri="{FF2B5EF4-FFF2-40B4-BE49-F238E27FC236}">
                  <a16:creationId xmlns:a16="http://schemas.microsoft.com/office/drawing/2014/main" id="{F681F437-4436-4A30-9237-FF8242E3D1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9" y="429"/>
              <a:ext cx="3988" cy="3892"/>
              <a:chOff x="1239" y="429"/>
              <a:chExt cx="3988" cy="3892"/>
            </a:xfrm>
            <a:grpFill/>
          </p:grpSpPr>
          <p:sp>
            <p:nvSpPr>
              <p:cNvPr id="5263" name="Freeform 1863">
                <a:extLst>
                  <a:ext uri="{FF2B5EF4-FFF2-40B4-BE49-F238E27FC236}">
                    <a16:creationId xmlns:a16="http://schemas.microsoft.com/office/drawing/2014/main" id="{6E291D67-31A3-41C0-9C48-D35A24FAB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4098"/>
                <a:ext cx="210" cy="146"/>
              </a:xfrm>
              <a:custGeom>
                <a:avLst/>
                <a:gdLst>
                  <a:gd name="T0" fmla="*/ 486 w 518"/>
                  <a:gd name="T1" fmla="*/ 11 h 357"/>
                  <a:gd name="T2" fmla="*/ 513 w 518"/>
                  <a:gd name="T3" fmla="*/ 13 h 357"/>
                  <a:gd name="T4" fmla="*/ 466 w 518"/>
                  <a:gd name="T5" fmla="*/ 49 h 357"/>
                  <a:gd name="T6" fmla="*/ 441 w 518"/>
                  <a:gd name="T7" fmla="*/ 75 h 357"/>
                  <a:gd name="T8" fmla="*/ 418 w 518"/>
                  <a:gd name="T9" fmla="*/ 104 h 357"/>
                  <a:gd name="T10" fmla="*/ 407 w 518"/>
                  <a:gd name="T11" fmla="*/ 115 h 357"/>
                  <a:gd name="T12" fmla="*/ 386 w 518"/>
                  <a:gd name="T13" fmla="*/ 127 h 357"/>
                  <a:gd name="T14" fmla="*/ 384 w 518"/>
                  <a:gd name="T15" fmla="*/ 163 h 357"/>
                  <a:gd name="T16" fmla="*/ 401 w 518"/>
                  <a:gd name="T17" fmla="*/ 175 h 357"/>
                  <a:gd name="T18" fmla="*/ 435 w 518"/>
                  <a:gd name="T19" fmla="*/ 200 h 357"/>
                  <a:gd name="T20" fmla="*/ 412 w 518"/>
                  <a:gd name="T21" fmla="*/ 210 h 357"/>
                  <a:gd name="T22" fmla="*/ 393 w 518"/>
                  <a:gd name="T23" fmla="*/ 219 h 357"/>
                  <a:gd name="T24" fmla="*/ 380 w 518"/>
                  <a:gd name="T25" fmla="*/ 232 h 357"/>
                  <a:gd name="T26" fmla="*/ 357 w 518"/>
                  <a:gd name="T27" fmla="*/ 225 h 357"/>
                  <a:gd name="T28" fmla="*/ 348 w 518"/>
                  <a:gd name="T29" fmla="*/ 239 h 357"/>
                  <a:gd name="T30" fmla="*/ 345 w 518"/>
                  <a:gd name="T31" fmla="*/ 258 h 357"/>
                  <a:gd name="T32" fmla="*/ 321 w 518"/>
                  <a:gd name="T33" fmla="*/ 267 h 357"/>
                  <a:gd name="T34" fmla="*/ 313 w 518"/>
                  <a:gd name="T35" fmla="*/ 275 h 357"/>
                  <a:gd name="T36" fmla="*/ 295 w 518"/>
                  <a:gd name="T37" fmla="*/ 286 h 357"/>
                  <a:gd name="T38" fmla="*/ 280 w 518"/>
                  <a:gd name="T39" fmla="*/ 300 h 357"/>
                  <a:gd name="T40" fmla="*/ 244 w 518"/>
                  <a:gd name="T41" fmla="*/ 320 h 357"/>
                  <a:gd name="T42" fmla="*/ 202 w 518"/>
                  <a:gd name="T43" fmla="*/ 342 h 357"/>
                  <a:gd name="T44" fmla="*/ 187 w 518"/>
                  <a:gd name="T45" fmla="*/ 356 h 357"/>
                  <a:gd name="T46" fmla="*/ 168 w 518"/>
                  <a:gd name="T47" fmla="*/ 348 h 357"/>
                  <a:gd name="T48" fmla="*/ 148 w 518"/>
                  <a:gd name="T49" fmla="*/ 340 h 357"/>
                  <a:gd name="T50" fmla="*/ 122 w 518"/>
                  <a:gd name="T51" fmla="*/ 346 h 357"/>
                  <a:gd name="T52" fmla="*/ 87 w 518"/>
                  <a:gd name="T53" fmla="*/ 341 h 357"/>
                  <a:gd name="T54" fmla="*/ 69 w 518"/>
                  <a:gd name="T55" fmla="*/ 341 h 357"/>
                  <a:gd name="T56" fmla="*/ 46 w 518"/>
                  <a:gd name="T57" fmla="*/ 328 h 357"/>
                  <a:gd name="T58" fmla="*/ 36 w 518"/>
                  <a:gd name="T59" fmla="*/ 320 h 357"/>
                  <a:gd name="T60" fmla="*/ 30 w 518"/>
                  <a:gd name="T61" fmla="*/ 308 h 357"/>
                  <a:gd name="T62" fmla="*/ 22 w 518"/>
                  <a:gd name="T63" fmla="*/ 301 h 357"/>
                  <a:gd name="T64" fmla="*/ 10 w 518"/>
                  <a:gd name="T65" fmla="*/ 289 h 357"/>
                  <a:gd name="T66" fmla="*/ 5 w 518"/>
                  <a:gd name="T67" fmla="*/ 270 h 357"/>
                  <a:gd name="T68" fmla="*/ 0 w 518"/>
                  <a:gd name="T69" fmla="*/ 247 h 357"/>
                  <a:gd name="T70" fmla="*/ 24 w 518"/>
                  <a:gd name="T71" fmla="*/ 255 h 357"/>
                  <a:gd name="T72" fmla="*/ 52 w 518"/>
                  <a:gd name="T73" fmla="*/ 248 h 357"/>
                  <a:gd name="T74" fmla="*/ 53 w 518"/>
                  <a:gd name="T75" fmla="*/ 224 h 357"/>
                  <a:gd name="T76" fmla="*/ 70 w 518"/>
                  <a:gd name="T77" fmla="*/ 209 h 357"/>
                  <a:gd name="T78" fmla="*/ 97 w 518"/>
                  <a:gd name="T79" fmla="*/ 199 h 357"/>
                  <a:gd name="T80" fmla="*/ 109 w 518"/>
                  <a:gd name="T81" fmla="*/ 210 h 357"/>
                  <a:gd name="T82" fmla="*/ 138 w 518"/>
                  <a:gd name="T83" fmla="*/ 200 h 357"/>
                  <a:gd name="T84" fmla="*/ 141 w 518"/>
                  <a:gd name="T85" fmla="*/ 177 h 357"/>
                  <a:gd name="T86" fmla="*/ 145 w 518"/>
                  <a:gd name="T87" fmla="*/ 135 h 357"/>
                  <a:gd name="T88" fmla="*/ 168 w 518"/>
                  <a:gd name="T89" fmla="*/ 143 h 357"/>
                  <a:gd name="T90" fmla="*/ 204 w 518"/>
                  <a:gd name="T91" fmla="*/ 140 h 357"/>
                  <a:gd name="T92" fmla="*/ 255 w 518"/>
                  <a:gd name="T93" fmla="*/ 136 h 357"/>
                  <a:gd name="T94" fmla="*/ 295 w 518"/>
                  <a:gd name="T95" fmla="*/ 132 h 357"/>
                  <a:gd name="T96" fmla="*/ 315 w 518"/>
                  <a:gd name="T97" fmla="*/ 122 h 357"/>
                  <a:gd name="T98" fmla="*/ 341 w 518"/>
                  <a:gd name="T99" fmla="*/ 98 h 357"/>
                  <a:gd name="T100" fmla="*/ 368 w 518"/>
                  <a:gd name="T101" fmla="*/ 93 h 357"/>
                  <a:gd name="T102" fmla="*/ 392 w 518"/>
                  <a:gd name="T103" fmla="*/ 77 h 357"/>
                  <a:gd name="T104" fmla="*/ 402 w 518"/>
                  <a:gd name="T105" fmla="*/ 65 h 357"/>
                  <a:gd name="T106" fmla="*/ 415 w 518"/>
                  <a:gd name="T107" fmla="*/ 56 h 357"/>
                  <a:gd name="T108" fmla="*/ 426 w 518"/>
                  <a:gd name="T109" fmla="*/ 41 h 357"/>
                  <a:gd name="T110" fmla="*/ 439 w 518"/>
                  <a:gd name="T111" fmla="*/ 36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18" h="357">
                    <a:moveTo>
                      <a:pt x="454" y="25"/>
                    </a:moveTo>
                    <a:cubicBezTo>
                      <a:pt x="458" y="21"/>
                      <a:pt x="463" y="18"/>
                      <a:pt x="468" y="16"/>
                    </a:cubicBezTo>
                    <a:cubicBezTo>
                      <a:pt x="474" y="14"/>
                      <a:pt x="481" y="13"/>
                      <a:pt x="486" y="11"/>
                    </a:cubicBezTo>
                    <a:cubicBezTo>
                      <a:pt x="491" y="9"/>
                      <a:pt x="495" y="5"/>
                      <a:pt x="500" y="3"/>
                    </a:cubicBezTo>
                    <a:cubicBezTo>
                      <a:pt x="504" y="0"/>
                      <a:pt x="510" y="0"/>
                      <a:pt x="514" y="3"/>
                    </a:cubicBezTo>
                    <a:cubicBezTo>
                      <a:pt x="518" y="6"/>
                      <a:pt x="517" y="10"/>
                      <a:pt x="513" y="13"/>
                    </a:cubicBezTo>
                    <a:cubicBezTo>
                      <a:pt x="509" y="17"/>
                      <a:pt x="503" y="18"/>
                      <a:pt x="497" y="21"/>
                    </a:cubicBezTo>
                    <a:cubicBezTo>
                      <a:pt x="492" y="24"/>
                      <a:pt x="487" y="27"/>
                      <a:pt x="482" y="32"/>
                    </a:cubicBezTo>
                    <a:cubicBezTo>
                      <a:pt x="477" y="37"/>
                      <a:pt x="471" y="43"/>
                      <a:pt x="466" y="49"/>
                    </a:cubicBezTo>
                    <a:cubicBezTo>
                      <a:pt x="460" y="55"/>
                      <a:pt x="454" y="61"/>
                      <a:pt x="448" y="68"/>
                    </a:cubicBezTo>
                    <a:cubicBezTo>
                      <a:pt x="446" y="69"/>
                      <a:pt x="445" y="71"/>
                      <a:pt x="443" y="73"/>
                    </a:cubicBezTo>
                    <a:cubicBezTo>
                      <a:pt x="443" y="73"/>
                      <a:pt x="442" y="74"/>
                      <a:pt x="441" y="75"/>
                    </a:cubicBezTo>
                    <a:cubicBezTo>
                      <a:pt x="439" y="76"/>
                      <a:pt x="437" y="77"/>
                      <a:pt x="435" y="79"/>
                    </a:cubicBezTo>
                    <a:cubicBezTo>
                      <a:pt x="429" y="84"/>
                      <a:pt x="426" y="90"/>
                      <a:pt x="422" y="96"/>
                    </a:cubicBezTo>
                    <a:cubicBezTo>
                      <a:pt x="420" y="99"/>
                      <a:pt x="419" y="101"/>
                      <a:pt x="418" y="104"/>
                    </a:cubicBezTo>
                    <a:cubicBezTo>
                      <a:pt x="418" y="106"/>
                      <a:pt x="417" y="109"/>
                      <a:pt x="416" y="111"/>
                    </a:cubicBezTo>
                    <a:cubicBezTo>
                      <a:pt x="415" y="113"/>
                      <a:pt x="414" y="113"/>
                      <a:pt x="412" y="114"/>
                    </a:cubicBezTo>
                    <a:cubicBezTo>
                      <a:pt x="410" y="114"/>
                      <a:pt x="409" y="114"/>
                      <a:pt x="407" y="115"/>
                    </a:cubicBezTo>
                    <a:cubicBezTo>
                      <a:pt x="405" y="115"/>
                      <a:pt x="403" y="116"/>
                      <a:pt x="401" y="117"/>
                    </a:cubicBezTo>
                    <a:cubicBezTo>
                      <a:pt x="397" y="118"/>
                      <a:pt x="393" y="120"/>
                      <a:pt x="390" y="123"/>
                    </a:cubicBezTo>
                    <a:cubicBezTo>
                      <a:pt x="388" y="124"/>
                      <a:pt x="386" y="125"/>
                      <a:pt x="386" y="127"/>
                    </a:cubicBezTo>
                    <a:cubicBezTo>
                      <a:pt x="385" y="129"/>
                      <a:pt x="384" y="131"/>
                      <a:pt x="383" y="134"/>
                    </a:cubicBezTo>
                    <a:cubicBezTo>
                      <a:pt x="382" y="136"/>
                      <a:pt x="381" y="139"/>
                      <a:pt x="381" y="141"/>
                    </a:cubicBezTo>
                    <a:cubicBezTo>
                      <a:pt x="380" y="148"/>
                      <a:pt x="383" y="156"/>
                      <a:pt x="384" y="163"/>
                    </a:cubicBezTo>
                    <a:cubicBezTo>
                      <a:pt x="385" y="165"/>
                      <a:pt x="386" y="168"/>
                      <a:pt x="388" y="170"/>
                    </a:cubicBezTo>
                    <a:cubicBezTo>
                      <a:pt x="390" y="171"/>
                      <a:pt x="393" y="171"/>
                      <a:pt x="395" y="171"/>
                    </a:cubicBezTo>
                    <a:cubicBezTo>
                      <a:pt x="398" y="171"/>
                      <a:pt x="400" y="172"/>
                      <a:pt x="401" y="175"/>
                    </a:cubicBezTo>
                    <a:cubicBezTo>
                      <a:pt x="402" y="178"/>
                      <a:pt x="403" y="182"/>
                      <a:pt x="404" y="185"/>
                    </a:cubicBezTo>
                    <a:cubicBezTo>
                      <a:pt x="407" y="191"/>
                      <a:pt x="413" y="190"/>
                      <a:pt x="419" y="190"/>
                    </a:cubicBezTo>
                    <a:cubicBezTo>
                      <a:pt x="425" y="191"/>
                      <a:pt x="431" y="195"/>
                      <a:pt x="435" y="200"/>
                    </a:cubicBezTo>
                    <a:cubicBezTo>
                      <a:pt x="437" y="204"/>
                      <a:pt x="438" y="209"/>
                      <a:pt x="435" y="213"/>
                    </a:cubicBezTo>
                    <a:cubicBezTo>
                      <a:pt x="432" y="219"/>
                      <a:pt x="424" y="214"/>
                      <a:pt x="420" y="212"/>
                    </a:cubicBezTo>
                    <a:cubicBezTo>
                      <a:pt x="417" y="211"/>
                      <a:pt x="415" y="210"/>
                      <a:pt x="412" y="210"/>
                    </a:cubicBezTo>
                    <a:cubicBezTo>
                      <a:pt x="410" y="210"/>
                      <a:pt x="409" y="211"/>
                      <a:pt x="407" y="210"/>
                    </a:cubicBezTo>
                    <a:cubicBezTo>
                      <a:pt x="403" y="210"/>
                      <a:pt x="400" y="212"/>
                      <a:pt x="397" y="215"/>
                    </a:cubicBezTo>
                    <a:cubicBezTo>
                      <a:pt x="396" y="216"/>
                      <a:pt x="394" y="217"/>
                      <a:pt x="393" y="219"/>
                    </a:cubicBezTo>
                    <a:cubicBezTo>
                      <a:pt x="391" y="220"/>
                      <a:pt x="390" y="222"/>
                      <a:pt x="389" y="224"/>
                    </a:cubicBezTo>
                    <a:cubicBezTo>
                      <a:pt x="387" y="226"/>
                      <a:pt x="386" y="229"/>
                      <a:pt x="384" y="230"/>
                    </a:cubicBezTo>
                    <a:cubicBezTo>
                      <a:pt x="383" y="231"/>
                      <a:pt x="382" y="232"/>
                      <a:pt x="380" y="232"/>
                    </a:cubicBezTo>
                    <a:cubicBezTo>
                      <a:pt x="379" y="232"/>
                      <a:pt x="378" y="230"/>
                      <a:pt x="377" y="229"/>
                    </a:cubicBezTo>
                    <a:cubicBezTo>
                      <a:pt x="375" y="226"/>
                      <a:pt x="372" y="224"/>
                      <a:pt x="369" y="223"/>
                    </a:cubicBezTo>
                    <a:cubicBezTo>
                      <a:pt x="365" y="222"/>
                      <a:pt x="360" y="224"/>
                      <a:pt x="357" y="225"/>
                    </a:cubicBezTo>
                    <a:cubicBezTo>
                      <a:pt x="355" y="225"/>
                      <a:pt x="353" y="226"/>
                      <a:pt x="351" y="227"/>
                    </a:cubicBezTo>
                    <a:cubicBezTo>
                      <a:pt x="350" y="228"/>
                      <a:pt x="350" y="229"/>
                      <a:pt x="349" y="230"/>
                    </a:cubicBezTo>
                    <a:cubicBezTo>
                      <a:pt x="348" y="232"/>
                      <a:pt x="348" y="236"/>
                      <a:pt x="348" y="239"/>
                    </a:cubicBezTo>
                    <a:cubicBezTo>
                      <a:pt x="348" y="242"/>
                      <a:pt x="348" y="244"/>
                      <a:pt x="348" y="246"/>
                    </a:cubicBezTo>
                    <a:cubicBezTo>
                      <a:pt x="349" y="248"/>
                      <a:pt x="349" y="249"/>
                      <a:pt x="349" y="251"/>
                    </a:cubicBezTo>
                    <a:cubicBezTo>
                      <a:pt x="348" y="253"/>
                      <a:pt x="347" y="256"/>
                      <a:pt x="345" y="258"/>
                    </a:cubicBezTo>
                    <a:cubicBezTo>
                      <a:pt x="344" y="261"/>
                      <a:pt x="342" y="263"/>
                      <a:pt x="339" y="265"/>
                    </a:cubicBezTo>
                    <a:cubicBezTo>
                      <a:pt x="337" y="266"/>
                      <a:pt x="334" y="267"/>
                      <a:pt x="332" y="266"/>
                    </a:cubicBezTo>
                    <a:cubicBezTo>
                      <a:pt x="328" y="266"/>
                      <a:pt x="324" y="266"/>
                      <a:pt x="321" y="267"/>
                    </a:cubicBezTo>
                    <a:cubicBezTo>
                      <a:pt x="319" y="268"/>
                      <a:pt x="319" y="268"/>
                      <a:pt x="318" y="269"/>
                    </a:cubicBezTo>
                    <a:cubicBezTo>
                      <a:pt x="317" y="270"/>
                      <a:pt x="316" y="270"/>
                      <a:pt x="315" y="271"/>
                    </a:cubicBezTo>
                    <a:cubicBezTo>
                      <a:pt x="314" y="272"/>
                      <a:pt x="313" y="273"/>
                      <a:pt x="313" y="275"/>
                    </a:cubicBezTo>
                    <a:cubicBezTo>
                      <a:pt x="313" y="276"/>
                      <a:pt x="312" y="277"/>
                      <a:pt x="312" y="279"/>
                    </a:cubicBezTo>
                    <a:cubicBezTo>
                      <a:pt x="310" y="284"/>
                      <a:pt x="304" y="284"/>
                      <a:pt x="299" y="285"/>
                    </a:cubicBezTo>
                    <a:cubicBezTo>
                      <a:pt x="297" y="285"/>
                      <a:pt x="296" y="286"/>
                      <a:pt x="295" y="286"/>
                    </a:cubicBezTo>
                    <a:cubicBezTo>
                      <a:pt x="294" y="287"/>
                      <a:pt x="293" y="288"/>
                      <a:pt x="292" y="289"/>
                    </a:cubicBezTo>
                    <a:cubicBezTo>
                      <a:pt x="290" y="291"/>
                      <a:pt x="289" y="293"/>
                      <a:pt x="287" y="295"/>
                    </a:cubicBezTo>
                    <a:cubicBezTo>
                      <a:pt x="285" y="297"/>
                      <a:pt x="283" y="299"/>
                      <a:pt x="280" y="300"/>
                    </a:cubicBezTo>
                    <a:cubicBezTo>
                      <a:pt x="278" y="301"/>
                      <a:pt x="276" y="301"/>
                      <a:pt x="275" y="302"/>
                    </a:cubicBezTo>
                    <a:cubicBezTo>
                      <a:pt x="270" y="305"/>
                      <a:pt x="267" y="309"/>
                      <a:pt x="262" y="312"/>
                    </a:cubicBezTo>
                    <a:cubicBezTo>
                      <a:pt x="256" y="315"/>
                      <a:pt x="250" y="318"/>
                      <a:pt x="244" y="320"/>
                    </a:cubicBezTo>
                    <a:cubicBezTo>
                      <a:pt x="237" y="322"/>
                      <a:pt x="230" y="322"/>
                      <a:pt x="224" y="323"/>
                    </a:cubicBezTo>
                    <a:cubicBezTo>
                      <a:pt x="218" y="324"/>
                      <a:pt x="212" y="326"/>
                      <a:pt x="208" y="328"/>
                    </a:cubicBezTo>
                    <a:cubicBezTo>
                      <a:pt x="202" y="331"/>
                      <a:pt x="202" y="336"/>
                      <a:pt x="202" y="342"/>
                    </a:cubicBezTo>
                    <a:cubicBezTo>
                      <a:pt x="202" y="345"/>
                      <a:pt x="202" y="347"/>
                      <a:pt x="202" y="350"/>
                    </a:cubicBezTo>
                    <a:cubicBezTo>
                      <a:pt x="202" y="352"/>
                      <a:pt x="202" y="354"/>
                      <a:pt x="200" y="355"/>
                    </a:cubicBezTo>
                    <a:cubicBezTo>
                      <a:pt x="197" y="357"/>
                      <a:pt x="191" y="356"/>
                      <a:pt x="187" y="356"/>
                    </a:cubicBezTo>
                    <a:cubicBezTo>
                      <a:pt x="184" y="355"/>
                      <a:pt x="181" y="356"/>
                      <a:pt x="177" y="355"/>
                    </a:cubicBezTo>
                    <a:cubicBezTo>
                      <a:pt x="175" y="355"/>
                      <a:pt x="173" y="355"/>
                      <a:pt x="171" y="354"/>
                    </a:cubicBezTo>
                    <a:cubicBezTo>
                      <a:pt x="170" y="352"/>
                      <a:pt x="168" y="350"/>
                      <a:pt x="168" y="348"/>
                    </a:cubicBezTo>
                    <a:cubicBezTo>
                      <a:pt x="167" y="347"/>
                      <a:pt x="167" y="345"/>
                      <a:pt x="166" y="344"/>
                    </a:cubicBezTo>
                    <a:cubicBezTo>
                      <a:pt x="164" y="342"/>
                      <a:pt x="161" y="342"/>
                      <a:pt x="158" y="341"/>
                    </a:cubicBezTo>
                    <a:cubicBezTo>
                      <a:pt x="155" y="340"/>
                      <a:pt x="151" y="339"/>
                      <a:pt x="148" y="340"/>
                    </a:cubicBezTo>
                    <a:cubicBezTo>
                      <a:pt x="145" y="341"/>
                      <a:pt x="142" y="343"/>
                      <a:pt x="139" y="344"/>
                    </a:cubicBezTo>
                    <a:cubicBezTo>
                      <a:pt x="136" y="345"/>
                      <a:pt x="133" y="347"/>
                      <a:pt x="130" y="347"/>
                    </a:cubicBezTo>
                    <a:cubicBezTo>
                      <a:pt x="127" y="347"/>
                      <a:pt x="124" y="347"/>
                      <a:pt x="122" y="346"/>
                    </a:cubicBezTo>
                    <a:cubicBezTo>
                      <a:pt x="118" y="345"/>
                      <a:pt x="115" y="343"/>
                      <a:pt x="112" y="343"/>
                    </a:cubicBezTo>
                    <a:cubicBezTo>
                      <a:pt x="108" y="342"/>
                      <a:pt x="104" y="342"/>
                      <a:pt x="100" y="342"/>
                    </a:cubicBezTo>
                    <a:cubicBezTo>
                      <a:pt x="96" y="342"/>
                      <a:pt x="91" y="342"/>
                      <a:pt x="87" y="341"/>
                    </a:cubicBezTo>
                    <a:cubicBezTo>
                      <a:pt x="84" y="341"/>
                      <a:pt x="80" y="340"/>
                      <a:pt x="77" y="341"/>
                    </a:cubicBezTo>
                    <a:cubicBezTo>
                      <a:pt x="76" y="341"/>
                      <a:pt x="75" y="341"/>
                      <a:pt x="73" y="341"/>
                    </a:cubicBezTo>
                    <a:cubicBezTo>
                      <a:pt x="72" y="341"/>
                      <a:pt x="71" y="341"/>
                      <a:pt x="69" y="341"/>
                    </a:cubicBezTo>
                    <a:cubicBezTo>
                      <a:pt x="68" y="341"/>
                      <a:pt x="66" y="340"/>
                      <a:pt x="65" y="340"/>
                    </a:cubicBezTo>
                    <a:cubicBezTo>
                      <a:pt x="62" y="339"/>
                      <a:pt x="60" y="338"/>
                      <a:pt x="59" y="335"/>
                    </a:cubicBezTo>
                    <a:cubicBezTo>
                      <a:pt x="57" y="329"/>
                      <a:pt x="51" y="329"/>
                      <a:pt x="46" y="328"/>
                    </a:cubicBezTo>
                    <a:cubicBezTo>
                      <a:pt x="45" y="327"/>
                      <a:pt x="43" y="327"/>
                      <a:pt x="41" y="326"/>
                    </a:cubicBezTo>
                    <a:cubicBezTo>
                      <a:pt x="40" y="325"/>
                      <a:pt x="39" y="324"/>
                      <a:pt x="38" y="323"/>
                    </a:cubicBezTo>
                    <a:cubicBezTo>
                      <a:pt x="37" y="322"/>
                      <a:pt x="36" y="322"/>
                      <a:pt x="36" y="320"/>
                    </a:cubicBezTo>
                    <a:cubicBezTo>
                      <a:pt x="36" y="318"/>
                      <a:pt x="36" y="317"/>
                      <a:pt x="36" y="316"/>
                    </a:cubicBezTo>
                    <a:cubicBezTo>
                      <a:pt x="37" y="314"/>
                      <a:pt x="37" y="312"/>
                      <a:pt x="36" y="310"/>
                    </a:cubicBezTo>
                    <a:cubicBezTo>
                      <a:pt x="35" y="308"/>
                      <a:pt x="32" y="309"/>
                      <a:pt x="30" y="308"/>
                    </a:cubicBezTo>
                    <a:cubicBezTo>
                      <a:pt x="29" y="307"/>
                      <a:pt x="29" y="307"/>
                      <a:pt x="28" y="306"/>
                    </a:cubicBezTo>
                    <a:cubicBezTo>
                      <a:pt x="28" y="305"/>
                      <a:pt x="27" y="305"/>
                      <a:pt x="26" y="304"/>
                    </a:cubicBezTo>
                    <a:cubicBezTo>
                      <a:pt x="25" y="303"/>
                      <a:pt x="24" y="302"/>
                      <a:pt x="22" y="301"/>
                    </a:cubicBezTo>
                    <a:cubicBezTo>
                      <a:pt x="21" y="301"/>
                      <a:pt x="20" y="300"/>
                      <a:pt x="19" y="300"/>
                    </a:cubicBezTo>
                    <a:cubicBezTo>
                      <a:pt x="17" y="298"/>
                      <a:pt x="14" y="297"/>
                      <a:pt x="13" y="295"/>
                    </a:cubicBezTo>
                    <a:cubicBezTo>
                      <a:pt x="12" y="293"/>
                      <a:pt x="11" y="291"/>
                      <a:pt x="10" y="289"/>
                    </a:cubicBezTo>
                    <a:cubicBezTo>
                      <a:pt x="9" y="288"/>
                      <a:pt x="7" y="286"/>
                      <a:pt x="6" y="284"/>
                    </a:cubicBezTo>
                    <a:cubicBezTo>
                      <a:pt x="5" y="282"/>
                      <a:pt x="6" y="280"/>
                      <a:pt x="6" y="278"/>
                    </a:cubicBezTo>
                    <a:cubicBezTo>
                      <a:pt x="5" y="275"/>
                      <a:pt x="6" y="273"/>
                      <a:pt x="5" y="270"/>
                    </a:cubicBezTo>
                    <a:cubicBezTo>
                      <a:pt x="5" y="267"/>
                      <a:pt x="3" y="264"/>
                      <a:pt x="2" y="261"/>
                    </a:cubicBezTo>
                    <a:cubicBezTo>
                      <a:pt x="1" y="259"/>
                      <a:pt x="0" y="256"/>
                      <a:pt x="0" y="253"/>
                    </a:cubicBezTo>
                    <a:cubicBezTo>
                      <a:pt x="0" y="252"/>
                      <a:pt x="0" y="249"/>
                      <a:pt x="0" y="247"/>
                    </a:cubicBezTo>
                    <a:cubicBezTo>
                      <a:pt x="1" y="246"/>
                      <a:pt x="3" y="246"/>
                      <a:pt x="5" y="246"/>
                    </a:cubicBezTo>
                    <a:cubicBezTo>
                      <a:pt x="7" y="246"/>
                      <a:pt x="9" y="246"/>
                      <a:pt x="11" y="246"/>
                    </a:cubicBezTo>
                    <a:cubicBezTo>
                      <a:pt x="17" y="247"/>
                      <a:pt x="21" y="252"/>
                      <a:pt x="24" y="255"/>
                    </a:cubicBezTo>
                    <a:cubicBezTo>
                      <a:pt x="28" y="258"/>
                      <a:pt x="33" y="260"/>
                      <a:pt x="37" y="259"/>
                    </a:cubicBezTo>
                    <a:cubicBezTo>
                      <a:pt x="41" y="258"/>
                      <a:pt x="44" y="254"/>
                      <a:pt x="47" y="252"/>
                    </a:cubicBezTo>
                    <a:cubicBezTo>
                      <a:pt x="49" y="251"/>
                      <a:pt x="51" y="250"/>
                      <a:pt x="52" y="248"/>
                    </a:cubicBezTo>
                    <a:cubicBezTo>
                      <a:pt x="53" y="246"/>
                      <a:pt x="53" y="245"/>
                      <a:pt x="54" y="243"/>
                    </a:cubicBezTo>
                    <a:cubicBezTo>
                      <a:pt x="55" y="237"/>
                      <a:pt x="55" y="233"/>
                      <a:pt x="54" y="227"/>
                    </a:cubicBezTo>
                    <a:cubicBezTo>
                      <a:pt x="54" y="226"/>
                      <a:pt x="53" y="225"/>
                      <a:pt x="53" y="224"/>
                    </a:cubicBezTo>
                    <a:cubicBezTo>
                      <a:pt x="53" y="222"/>
                      <a:pt x="55" y="220"/>
                      <a:pt x="56" y="219"/>
                    </a:cubicBezTo>
                    <a:cubicBezTo>
                      <a:pt x="57" y="216"/>
                      <a:pt x="60" y="215"/>
                      <a:pt x="62" y="213"/>
                    </a:cubicBezTo>
                    <a:cubicBezTo>
                      <a:pt x="65" y="212"/>
                      <a:pt x="67" y="210"/>
                      <a:pt x="70" y="209"/>
                    </a:cubicBezTo>
                    <a:cubicBezTo>
                      <a:pt x="76" y="207"/>
                      <a:pt x="81" y="203"/>
                      <a:pt x="87" y="200"/>
                    </a:cubicBezTo>
                    <a:cubicBezTo>
                      <a:pt x="89" y="200"/>
                      <a:pt x="91" y="198"/>
                      <a:pt x="92" y="199"/>
                    </a:cubicBezTo>
                    <a:cubicBezTo>
                      <a:pt x="94" y="199"/>
                      <a:pt x="95" y="199"/>
                      <a:pt x="97" y="199"/>
                    </a:cubicBezTo>
                    <a:cubicBezTo>
                      <a:pt x="99" y="199"/>
                      <a:pt x="104" y="200"/>
                      <a:pt x="105" y="203"/>
                    </a:cubicBezTo>
                    <a:cubicBezTo>
                      <a:pt x="105" y="204"/>
                      <a:pt x="105" y="206"/>
                      <a:pt x="106" y="208"/>
                    </a:cubicBezTo>
                    <a:cubicBezTo>
                      <a:pt x="106" y="209"/>
                      <a:pt x="108" y="209"/>
                      <a:pt x="109" y="210"/>
                    </a:cubicBezTo>
                    <a:cubicBezTo>
                      <a:pt x="113" y="211"/>
                      <a:pt x="117" y="210"/>
                      <a:pt x="121" y="210"/>
                    </a:cubicBezTo>
                    <a:cubicBezTo>
                      <a:pt x="125" y="210"/>
                      <a:pt x="128" y="209"/>
                      <a:pt x="130" y="205"/>
                    </a:cubicBezTo>
                    <a:cubicBezTo>
                      <a:pt x="132" y="202"/>
                      <a:pt x="135" y="202"/>
                      <a:pt x="138" y="200"/>
                    </a:cubicBezTo>
                    <a:cubicBezTo>
                      <a:pt x="139" y="199"/>
                      <a:pt x="140" y="199"/>
                      <a:pt x="141" y="198"/>
                    </a:cubicBezTo>
                    <a:cubicBezTo>
                      <a:pt x="142" y="196"/>
                      <a:pt x="142" y="194"/>
                      <a:pt x="142" y="192"/>
                    </a:cubicBezTo>
                    <a:cubicBezTo>
                      <a:pt x="142" y="187"/>
                      <a:pt x="143" y="182"/>
                      <a:pt x="141" y="177"/>
                    </a:cubicBezTo>
                    <a:cubicBezTo>
                      <a:pt x="141" y="174"/>
                      <a:pt x="139" y="172"/>
                      <a:pt x="138" y="170"/>
                    </a:cubicBezTo>
                    <a:cubicBezTo>
                      <a:pt x="134" y="163"/>
                      <a:pt x="134" y="154"/>
                      <a:pt x="135" y="147"/>
                    </a:cubicBezTo>
                    <a:cubicBezTo>
                      <a:pt x="135" y="141"/>
                      <a:pt x="138" y="134"/>
                      <a:pt x="145" y="135"/>
                    </a:cubicBezTo>
                    <a:cubicBezTo>
                      <a:pt x="149" y="136"/>
                      <a:pt x="152" y="139"/>
                      <a:pt x="156" y="141"/>
                    </a:cubicBezTo>
                    <a:cubicBezTo>
                      <a:pt x="158" y="142"/>
                      <a:pt x="160" y="144"/>
                      <a:pt x="163" y="144"/>
                    </a:cubicBezTo>
                    <a:cubicBezTo>
                      <a:pt x="165" y="145"/>
                      <a:pt x="167" y="144"/>
                      <a:pt x="168" y="143"/>
                    </a:cubicBezTo>
                    <a:cubicBezTo>
                      <a:pt x="171" y="142"/>
                      <a:pt x="174" y="142"/>
                      <a:pt x="176" y="142"/>
                    </a:cubicBezTo>
                    <a:cubicBezTo>
                      <a:pt x="182" y="141"/>
                      <a:pt x="187" y="138"/>
                      <a:pt x="192" y="138"/>
                    </a:cubicBezTo>
                    <a:cubicBezTo>
                      <a:pt x="196" y="138"/>
                      <a:pt x="200" y="139"/>
                      <a:pt x="204" y="140"/>
                    </a:cubicBezTo>
                    <a:cubicBezTo>
                      <a:pt x="209" y="141"/>
                      <a:pt x="214" y="142"/>
                      <a:pt x="219" y="142"/>
                    </a:cubicBezTo>
                    <a:cubicBezTo>
                      <a:pt x="228" y="142"/>
                      <a:pt x="237" y="142"/>
                      <a:pt x="246" y="139"/>
                    </a:cubicBezTo>
                    <a:cubicBezTo>
                      <a:pt x="249" y="138"/>
                      <a:pt x="252" y="137"/>
                      <a:pt x="255" y="136"/>
                    </a:cubicBezTo>
                    <a:cubicBezTo>
                      <a:pt x="258" y="136"/>
                      <a:pt x="262" y="136"/>
                      <a:pt x="266" y="136"/>
                    </a:cubicBezTo>
                    <a:cubicBezTo>
                      <a:pt x="273" y="137"/>
                      <a:pt x="280" y="137"/>
                      <a:pt x="287" y="135"/>
                    </a:cubicBezTo>
                    <a:cubicBezTo>
                      <a:pt x="290" y="134"/>
                      <a:pt x="293" y="133"/>
                      <a:pt x="295" y="132"/>
                    </a:cubicBezTo>
                    <a:cubicBezTo>
                      <a:pt x="297" y="131"/>
                      <a:pt x="299" y="129"/>
                      <a:pt x="301" y="128"/>
                    </a:cubicBezTo>
                    <a:cubicBezTo>
                      <a:pt x="303" y="127"/>
                      <a:pt x="305" y="126"/>
                      <a:pt x="308" y="125"/>
                    </a:cubicBezTo>
                    <a:cubicBezTo>
                      <a:pt x="311" y="124"/>
                      <a:pt x="313" y="123"/>
                      <a:pt x="315" y="122"/>
                    </a:cubicBezTo>
                    <a:cubicBezTo>
                      <a:pt x="319" y="120"/>
                      <a:pt x="322" y="118"/>
                      <a:pt x="325" y="114"/>
                    </a:cubicBezTo>
                    <a:cubicBezTo>
                      <a:pt x="328" y="111"/>
                      <a:pt x="332" y="109"/>
                      <a:pt x="334" y="106"/>
                    </a:cubicBezTo>
                    <a:cubicBezTo>
                      <a:pt x="337" y="103"/>
                      <a:pt x="337" y="100"/>
                      <a:pt x="341" y="98"/>
                    </a:cubicBezTo>
                    <a:cubicBezTo>
                      <a:pt x="345" y="97"/>
                      <a:pt x="348" y="97"/>
                      <a:pt x="352" y="98"/>
                    </a:cubicBezTo>
                    <a:cubicBezTo>
                      <a:pt x="356" y="98"/>
                      <a:pt x="361" y="97"/>
                      <a:pt x="364" y="96"/>
                    </a:cubicBezTo>
                    <a:cubicBezTo>
                      <a:pt x="365" y="95"/>
                      <a:pt x="366" y="94"/>
                      <a:pt x="368" y="93"/>
                    </a:cubicBezTo>
                    <a:cubicBezTo>
                      <a:pt x="370" y="92"/>
                      <a:pt x="372" y="92"/>
                      <a:pt x="374" y="91"/>
                    </a:cubicBezTo>
                    <a:cubicBezTo>
                      <a:pt x="377" y="89"/>
                      <a:pt x="380" y="87"/>
                      <a:pt x="383" y="85"/>
                    </a:cubicBezTo>
                    <a:cubicBezTo>
                      <a:pt x="387" y="83"/>
                      <a:pt x="390" y="80"/>
                      <a:pt x="392" y="77"/>
                    </a:cubicBezTo>
                    <a:cubicBezTo>
                      <a:pt x="393" y="76"/>
                      <a:pt x="395" y="75"/>
                      <a:pt x="396" y="74"/>
                    </a:cubicBezTo>
                    <a:cubicBezTo>
                      <a:pt x="397" y="73"/>
                      <a:pt x="399" y="71"/>
                      <a:pt x="400" y="70"/>
                    </a:cubicBezTo>
                    <a:cubicBezTo>
                      <a:pt x="401" y="68"/>
                      <a:pt x="401" y="67"/>
                      <a:pt x="402" y="65"/>
                    </a:cubicBezTo>
                    <a:cubicBezTo>
                      <a:pt x="403" y="63"/>
                      <a:pt x="405" y="62"/>
                      <a:pt x="407" y="62"/>
                    </a:cubicBezTo>
                    <a:cubicBezTo>
                      <a:pt x="408" y="61"/>
                      <a:pt x="410" y="61"/>
                      <a:pt x="412" y="60"/>
                    </a:cubicBezTo>
                    <a:cubicBezTo>
                      <a:pt x="413" y="59"/>
                      <a:pt x="414" y="58"/>
                      <a:pt x="415" y="56"/>
                    </a:cubicBezTo>
                    <a:cubicBezTo>
                      <a:pt x="416" y="54"/>
                      <a:pt x="417" y="52"/>
                      <a:pt x="419" y="49"/>
                    </a:cubicBezTo>
                    <a:cubicBezTo>
                      <a:pt x="420" y="47"/>
                      <a:pt x="421" y="46"/>
                      <a:pt x="423" y="44"/>
                    </a:cubicBezTo>
                    <a:cubicBezTo>
                      <a:pt x="423" y="43"/>
                      <a:pt x="424" y="42"/>
                      <a:pt x="426" y="41"/>
                    </a:cubicBezTo>
                    <a:cubicBezTo>
                      <a:pt x="426" y="40"/>
                      <a:pt x="427" y="40"/>
                      <a:pt x="428" y="40"/>
                    </a:cubicBezTo>
                    <a:cubicBezTo>
                      <a:pt x="430" y="39"/>
                      <a:pt x="432" y="37"/>
                      <a:pt x="433" y="36"/>
                    </a:cubicBezTo>
                    <a:cubicBezTo>
                      <a:pt x="435" y="36"/>
                      <a:pt x="437" y="36"/>
                      <a:pt x="439" y="36"/>
                    </a:cubicBezTo>
                    <a:cubicBezTo>
                      <a:pt x="441" y="35"/>
                      <a:pt x="442" y="34"/>
                      <a:pt x="444" y="34"/>
                    </a:cubicBezTo>
                    <a:cubicBezTo>
                      <a:pt x="448" y="31"/>
                      <a:pt x="451" y="28"/>
                      <a:pt x="454" y="2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64" name="Freeform 1864">
                <a:extLst>
                  <a:ext uri="{FF2B5EF4-FFF2-40B4-BE49-F238E27FC236}">
                    <a16:creationId xmlns:a16="http://schemas.microsoft.com/office/drawing/2014/main" id="{C21D40A7-110D-4E5D-A5D8-C00E713766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00" y="429"/>
                <a:ext cx="485" cy="384"/>
              </a:xfrm>
              <a:custGeom>
                <a:avLst/>
                <a:gdLst>
                  <a:gd name="T0" fmla="*/ 1062 w 1192"/>
                  <a:gd name="T1" fmla="*/ 445 h 943"/>
                  <a:gd name="T2" fmla="*/ 995 w 1192"/>
                  <a:gd name="T3" fmla="*/ 407 h 943"/>
                  <a:gd name="T4" fmla="*/ 911 w 1192"/>
                  <a:gd name="T5" fmla="*/ 384 h 943"/>
                  <a:gd name="T6" fmla="*/ 843 w 1192"/>
                  <a:gd name="T7" fmla="*/ 411 h 943"/>
                  <a:gd name="T8" fmla="*/ 781 w 1192"/>
                  <a:gd name="T9" fmla="*/ 363 h 943"/>
                  <a:gd name="T10" fmla="*/ 765 w 1192"/>
                  <a:gd name="T11" fmla="*/ 345 h 943"/>
                  <a:gd name="T12" fmla="*/ 705 w 1192"/>
                  <a:gd name="T13" fmla="*/ 306 h 943"/>
                  <a:gd name="T14" fmla="*/ 609 w 1192"/>
                  <a:gd name="T15" fmla="*/ 414 h 943"/>
                  <a:gd name="T16" fmla="*/ 532 w 1192"/>
                  <a:gd name="T17" fmla="*/ 331 h 943"/>
                  <a:gd name="T18" fmla="*/ 435 w 1192"/>
                  <a:gd name="T19" fmla="*/ 333 h 943"/>
                  <a:gd name="T20" fmla="*/ 401 w 1192"/>
                  <a:gd name="T21" fmla="*/ 345 h 943"/>
                  <a:gd name="T22" fmla="*/ 421 w 1192"/>
                  <a:gd name="T23" fmla="*/ 266 h 943"/>
                  <a:gd name="T24" fmla="*/ 468 w 1192"/>
                  <a:gd name="T25" fmla="*/ 215 h 943"/>
                  <a:gd name="T26" fmla="*/ 465 w 1192"/>
                  <a:gd name="T27" fmla="*/ 179 h 943"/>
                  <a:gd name="T28" fmla="*/ 452 w 1192"/>
                  <a:gd name="T29" fmla="*/ 99 h 943"/>
                  <a:gd name="T30" fmla="*/ 433 w 1192"/>
                  <a:gd name="T31" fmla="*/ 30 h 943"/>
                  <a:gd name="T32" fmla="*/ 397 w 1192"/>
                  <a:gd name="T33" fmla="*/ 45 h 943"/>
                  <a:gd name="T34" fmla="*/ 398 w 1192"/>
                  <a:gd name="T35" fmla="*/ 63 h 943"/>
                  <a:gd name="T36" fmla="*/ 371 w 1192"/>
                  <a:gd name="T37" fmla="*/ 154 h 943"/>
                  <a:gd name="T38" fmla="*/ 335 w 1192"/>
                  <a:gd name="T39" fmla="*/ 127 h 943"/>
                  <a:gd name="T40" fmla="*/ 338 w 1192"/>
                  <a:gd name="T41" fmla="*/ 99 h 943"/>
                  <a:gd name="T42" fmla="*/ 311 w 1192"/>
                  <a:gd name="T43" fmla="*/ 55 h 943"/>
                  <a:gd name="T44" fmla="*/ 272 w 1192"/>
                  <a:gd name="T45" fmla="*/ 103 h 943"/>
                  <a:gd name="T46" fmla="*/ 234 w 1192"/>
                  <a:gd name="T47" fmla="*/ 157 h 943"/>
                  <a:gd name="T48" fmla="*/ 174 w 1192"/>
                  <a:gd name="T49" fmla="*/ 134 h 943"/>
                  <a:gd name="T50" fmla="*/ 190 w 1192"/>
                  <a:gd name="T51" fmla="*/ 180 h 943"/>
                  <a:gd name="T52" fmla="*/ 277 w 1192"/>
                  <a:gd name="T53" fmla="*/ 198 h 943"/>
                  <a:gd name="T54" fmla="*/ 292 w 1192"/>
                  <a:gd name="T55" fmla="*/ 212 h 943"/>
                  <a:gd name="T56" fmla="*/ 335 w 1192"/>
                  <a:gd name="T57" fmla="*/ 249 h 943"/>
                  <a:gd name="T58" fmla="*/ 330 w 1192"/>
                  <a:gd name="T59" fmla="*/ 296 h 943"/>
                  <a:gd name="T60" fmla="*/ 286 w 1192"/>
                  <a:gd name="T61" fmla="*/ 349 h 943"/>
                  <a:gd name="T62" fmla="*/ 206 w 1192"/>
                  <a:gd name="T63" fmla="*/ 320 h 943"/>
                  <a:gd name="T64" fmla="*/ 138 w 1192"/>
                  <a:gd name="T65" fmla="*/ 302 h 943"/>
                  <a:gd name="T66" fmla="*/ 38 w 1192"/>
                  <a:gd name="T67" fmla="*/ 285 h 943"/>
                  <a:gd name="T68" fmla="*/ 147 w 1192"/>
                  <a:gd name="T69" fmla="*/ 367 h 943"/>
                  <a:gd name="T70" fmla="*/ 164 w 1192"/>
                  <a:gd name="T71" fmla="*/ 439 h 943"/>
                  <a:gd name="T72" fmla="*/ 220 w 1192"/>
                  <a:gd name="T73" fmla="*/ 484 h 943"/>
                  <a:gd name="T74" fmla="*/ 231 w 1192"/>
                  <a:gd name="T75" fmla="*/ 548 h 943"/>
                  <a:gd name="T76" fmla="*/ 122 w 1192"/>
                  <a:gd name="T77" fmla="*/ 562 h 943"/>
                  <a:gd name="T78" fmla="*/ 19 w 1192"/>
                  <a:gd name="T79" fmla="*/ 558 h 943"/>
                  <a:gd name="T80" fmla="*/ 119 w 1192"/>
                  <a:gd name="T81" fmla="*/ 652 h 943"/>
                  <a:gd name="T82" fmla="*/ 228 w 1192"/>
                  <a:gd name="T83" fmla="*/ 607 h 943"/>
                  <a:gd name="T84" fmla="*/ 209 w 1192"/>
                  <a:gd name="T85" fmla="*/ 661 h 943"/>
                  <a:gd name="T86" fmla="*/ 205 w 1192"/>
                  <a:gd name="T87" fmla="*/ 753 h 943"/>
                  <a:gd name="T88" fmla="*/ 244 w 1192"/>
                  <a:gd name="T89" fmla="*/ 795 h 943"/>
                  <a:gd name="T90" fmla="*/ 377 w 1192"/>
                  <a:gd name="T91" fmla="*/ 932 h 943"/>
                  <a:gd name="T92" fmla="*/ 475 w 1192"/>
                  <a:gd name="T93" fmla="*/ 931 h 943"/>
                  <a:gd name="T94" fmla="*/ 585 w 1192"/>
                  <a:gd name="T95" fmla="*/ 933 h 943"/>
                  <a:gd name="T96" fmla="*/ 658 w 1192"/>
                  <a:gd name="T97" fmla="*/ 942 h 943"/>
                  <a:gd name="T98" fmla="*/ 770 w 1192"/>
                  <a:gd name="T99" fmla="*/ 915 h 943"/>
                  <a:gd name="T100" fmla="*/ 868 w 1192"/>
                  <a:gd name="T101" fmla="*/ 926 h 943"/>
                  <a:gd name="T102" fmla="*/ 964 w 1192"/>
                  <a:gd name="T103" fmla="*/ 892 h 943"/>
                  <a:gd name="T104" fmla="*/ 1071 w 1192"/>
                  <a:gd name="T105" fmla="*/ 860 h 943"/>
                  <a:gd name="T106" fmla="*/ 1098 w 1192"/>
                  <a:gd name="T107" fmla="*/ 818 h 943"/>
                  <a:gd name="T108" fmla="*/ 1151 w 1192"/>
                  <a:gd name="T109" fmla="*/ 770 h 943"/>
                  <a:gd name="T110" fmla="*/ 1175 w 1192"/>
                  <a:gd name="T111" fmla="*/ 708 h 943"/>
                  <a:gd name="T112" fmla="*/ 1117 w 1192"/>
                  <a:gd name="T113" fmla="*/ 653 h 943"/>
                  <a:gd name="T114" fmla="*/ 1139 w 1192"/>
                  <a:gd name="T115" fmla="*/ 615 h 943"/>
                  <a:gd name="T116" fmla="*/ 1115 w 1192"/>
                  <a:gd name="T117" fmla="*/ 535 h 943"/>
                  <a:gd name="T118" fmla="*/ 492 w 1192"/>
                  <a:gd name="T119" fmla="*/ 340 h 943"/>
                  <a:gd name="T120" fmla="*/ 449 w 1192"/>
                  <a:gd name="T121" fmla="*/ 732 h 943"/>
                  <a:gd name="T122" fmla="*/ 537 w 1192"/>
                  <a:gd name="T123" fmla="*/ 773 h 943"/>
                  <a:gd name="T124" fmla="*/ 840 w 1192"/>
                  <a:gd name="T125" fmla="*/ 537 h 9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92" h="943">
                    <a:moveTo>
                      <a:pt x="1190" y="469"/>
                    </a:moveTo>
                    <a:cubicBezTo>
                      <a:pt x="1189" y="468"/>
                      <a:pt x="1188" y="468"/>
                      <a:pt x="1187" y="468"/>
                    </a:cubicBezTo>
                    <a:cubicBezTo>
                      <a:pt x="1185" y="468"/>
                      <a:pt x="1184" y="468"/>
                      <a:pt x="1182" y="468"/>
                    </a:cubicBezTo>
                    <a:cubicBezTo>
                      <a:pt x="1179" y="468"/>
                      <a:pt x="1175" y="467"/>
                      <a:pt x="1172" y="465"/>
                    </a:cubicBezTo>
                    <a:cubicBezTo>
                      <a:pt x="1170" y="463"/>
                      <a:pt x="1170" y="460"/>
                      <a:pt x="1168" y="458"/>
                    </a:cubicBezTo>
                    <a:cubicBezTo>
                      <a:pt x="1164" y="454"/>
                      <a:pt x="1158" y="453"/>
                      <a:pt x="1153" y="453"/>
                    </a:cubicBezTo>
                    <a:cubicBezTo>
                      <a:pt x="1151" y="454"/>
                      <a:pt x="1148" y="454"/>
                      <a:pt x="1146" y="456"/>
                    </a:cubicBezTo>
                    <a:cubicBezTo>
                      <a:pt x="1144" y="457"/>
                      <a:pt x="1143" y="458"/>
                      <a:pt x="1141" y="459"/>
                    </a:cubicBezTo>
                    <a:cubicBezTo>
                      <a:pt x="1138" y="460"/>
                      <a:pt x="1134" y="461"/>
                      <a:pt x="1132" y="463"/>
                    </a:cubicBezTo>
                    <a:cubicBezTo>
                      <a:pt x="1130" y="464"/>
                      <a:pt x="1129" y="466"/>
                      <a:pt x="1127" y="467"/>
                    </a:cubicBezTo>
                    <a:cubicBezTo>
                      <a:pt x="1126" y="468"/>
                      <a:pt x="1125" y="470"/>
                      <a:pt x="1123" y="470"/>
                    </a:cubicBezTo>
                    <a:cubicBezTo>
                      <a:pt x="1121" y="470"/>
                      <a:pt x="1119" y="469"/>
                      <a:pt x="1117" y="468"/>
                    </a:cubicBezTo>
                    <a:cubicBezTo>
                      <a:pt x="1115" y="467"/>
                      <a:pt x="1114" y="466"/>
                      <a:pt x="1112" y="464"/>
                    </a:cubicBezTo>
                    <a:cubicBezTo>
                      <a:pt x="1110" y="463"/>
                      <a:pt x="1108" y="463"/>
                      <a:pt x="1107" y="463"/>
                    </a:cubicBezTo>
                    <a:cubicBezTo>
                      <a:pt x="1105" y="463"/>
                      <a:pt x="1103" y="464"/>
                      <a:pt x="1102" y="465"/>
                    </a:cubicBezTo>
                    <a:cubicBezTo>
                      <a:pt x="1100" y="466"/>
                      <a:pt x="1098" y="467"/>
                      <a:pt x="1097" y="468"/>
                    </a:cubicBezTo>
                    <a:cubicBezTo>
                      <a:pt x="1096" y="469"/>
                      <a:pt x="1094" y="470"/>
                      <a:pt x="1094" y="471"/>
                    </a:cubicBezTo>
                    <a:cubicBezTo>
                      <a:pt x="1092" y="474"/>
                      <a:pt x="1092" y="478"/>
                      <a:pt x="1090" y="480"/>
                    </a:cubicBezTo>
                    <a:cubicBezTo>
                      <a:pt x="1089" y="481"/>
                      <a:pt x="1088" y="482"/>
                      <a:pt x="1087" y="483"/>
                    </a:cubicBezTo>
                    <a:cubicBezTo>
                      <a:pt x="1086" y="483"/>
                      <a:pt x="1085" y="482"/>
                      <a:pt x="1084" y="481"/>
                    </a:cubicBezTo>
                    <a:cubicBezTo>
                      <a:pt x="1083" y="480"/>
                      <a:pt x="1082" y="479"/>
                      <a:pt x="1081" y="478"/>
                    </a:cubicBezTo>
                    <a:cubicBezTo>
                      <a:pt x="1080" y="477"/>
                      <a:pt x="1079" y="477"/>
                      <a:pt x="1078" y="476"/>
                    </a:cubicBezTo>
                    <a:cubicBezTo>
                      <a:pt x="1076" y="474"/>
                      <a:pt x="1077" y="471"/>
                      <a:pt x="1077" y="468"/>
                    </a:cubicBezTo>
                    <a:cubicBezTo>
                      <a:pt x="1078" y="466"/>
                      <a:pt x="1078" y="463"/>
                      <a:pt x="1077" y="461"/>
                    </a:cubicBezTo>
                    <a:cubicBezTo>
                      <a:pt x="1076" y="460"/>
                      <a:pt x="1075" y="459"/>
                      <a:pt x="1074" y="458"/>
                    </a:cubicBezTo>
                    <a:cubicBezTo>
                      <a:pt x="1073" y="456"/>
                      <a:pt x="1072" y="456"/>
                      <a:pt x="1071" y="455"/>
                    </a:cubicBezTo>
                    <a:cubicBezTo>
                      <a:pt x="1069" y="454"/>
                      <a:pt x="1068" y="455"/>
                      <a:pt x="1066" y="454"/>
                    </a:cubicBezTo>
                    <a:cubicBezTo>
                      <a:pt x="1065" y="454"/>
                      <a:pt x="1064" y="453"/>
                      <a:pt x="1064" y="452"/>
                    </a:cubicBezTo>
                    <a:cubicBezTo>
                      <a:pt x="1064" y="452"/>
                      <a:pt x="1065" y="451"/>
                      <a:pt x="1065" y="450"/>
                    </a:cubicBezTo>
                    <a:cubicBezTo>
                      <a:pt x="1066" y="449"/>
                      <a:pt x="1068" y="447"/>
                      <a:pt x="1067" y="445"/>
                    </a:cubicBezTo>
                    <a:cubicBezTo>
                      <a:pt x="1066" y="444"/>
                      <a:pt x="1065" y="444"/>
                      <a:pt x="1064" y="445"/>
                    </a:cubicBezTo>
                    <a:cubicBezTo>
                      <a:pt x="1064" y="445"/>
                      <a:pt x="1064" y="445"/>
                      <a:pt x="1063" y="445"/>
                    </a:cubicBezTo>
                    <a:cubicBezTo>
                      <a:pt x="1063" y="445"/>
                      <a:pt x="1062" y="445"/>
                      <a:pt x="1062" y="445"/>
                    </a:cubicBezTo>
                    <a:cubicBezTo>
                      <a:pt x="1062" y="445"/>
                      <a:pt x="1061" y="445"/>
                      <a:pt x="1061" y="444"/>
                    </a:cubicBezTo>
                    <a:cubicBezTo>
                      <a:pt x="1061" y="444"/>
                      <a:pt x="1061" y="444"/>
                      <a:pt x="1061" y="444"/>
                    </a:cubicBezTo>
                    <a:cubicBezTo>
                      <a:pt x="1061" y="443"/>
                      <a:pt x="1061" y="443"/>
                      <a:pt x="1061" y="443"/>
                    </a:cubicBezTo>
                    <a:cubicBezTo>
                      <a:pt x="1061" y="443"/>
                      <a:pt x="1061" y="443"/>
                      <a:pt x="1061" y="442"/>
                    </a:cubicBezTo>
                    <a:cubicBezTo>
                      <a:pt x="1062" y="441"/>
                      <a:pt x="1062" y="440"/>
                      <a:pt x="1063" y="440"/>
                    </a:cubicBezTo>
                    <a:cubicBezTo>
                      <a:pt x="1064" y="438"/>
                      <a:pt x="1065" y="437"/>
                      <a:pt x="1066" y="436"/>
                    </a:cubicBezTo>
                    <a:cubicBezTo>
                      <a:pt x="1070" y="433"/>
                      <a:pt x="1075" y="430"/>
                      <a:pt x="1079" y="426"/>
                    </a:cubicBezTo>
                    <a:cubicBezTo>
                      <a:pt x="1082" y="423"/>
                      <a:pt x="1086" y="416"/>
                      <a:pt x="1083" y="411"/>
                    </a:cubicBezTo>
                    <a:cubicBezTo>
                      <a:pt x="1081" y="408"/>
                      <a:pt x="1076" y="407"/>
                      <a:pt x="1075" y="403"/>
                    </a:cubicBezTo>
                    <a:cubicBezTo>
                      <a:pt x="1074" y="402"/>
                      <a:pt x="1074" y="401"/>
                      <a:pt x="1074" y="400"/>
                    </a:cubicBezTo>
                    <a:cubicBezTo>
                      <a:pt x="1074" y="399"/>
                      <a:pt x="1073" y="399"/>
                      <a:pt x="1072" y="399"/>
                    </a:cubicBezTo>
                    <a:cubicBezTo>
                      <a:pt x="1070" y="398"/>
                      <a:pt x="1069" y="398"/>
                      <a:pt x="1067" y="396"/>
                    </a:cubicBezTo>
                    <a:cubicBezTo>
                      <a:pt x="1066" y="395"/>
                      <a:pt x="1066" y="393"/>
                      <a:pt x="1067" y="391"/>
                    </a:cubicBezTo>
                    <a:cubicBezTo>
                      <a:pt x="1068" y="389"/>
                      <a:pt x="1070" y="387"/>
                      <a:pt x="1072" y="385"/>
                    </a:cubicBezTo>
                    <a:cubicBezTo>
                      <a:pt x="1073" y="384"/>
                      <a:pt x="1075" y="382"/>
                      <a:pt x="1076" y="380"/>
                    </a:cubicBezTo>
                    <a:cubicBezTo>
                      <a:pt x="1076" y="378"/>
                      <a:pt x="1076" y="376"/>
                      <a:pt x="1075" y="374"/>
                    </a:cubicBezTo>
                    <a:cubicBezTo>
                      <a:pt x="1075" y="372"/>
                      <a:pt x="1074" y="370"/>
                      <a:pt x="1072" y="369"/>
                    </a:cubicBezTo>
                    <a:cubicBezTo>
                      <a:pt x="1071" y="368"/>
                      <a:pt x="1070" y="367"/>
                      <a:pt x="1068" y="366"/>
                    </a:cubicBezTo>
                    <a:cubicBezTo>
                      <a:pt x="1066" y="366"/>
                      <a:pt x="1064" y="365"/>
                      <a:pt x="1062" y="364"/>
                    </a:cubicBezTo>
                    <a:cubicBezTo>
                      <a:pt x="1060" y="364"/>
                      <a:pt x="1058" y="362"/>
                      <a:pt x="1056" y="361"/>
                    </a:cubicBezTo>
                    <a:cubicBezTo>
                      <a:pt x="1055" y="360"/>
                      <a:pt x="1054" y="360"/>
                      <a:pt x="1052" y="360"/>
                    </a:cubicBezTo>
                    <a:cubicBezTo>
                      <a:pt x="1050" y="360"/>
                      <a:pt x="1048" y="362"/>
                      <a:pt x="1047" y="362"/>
                    </a:cubicBezTo>
                    <a:cubicBezTo>
                      <a:pt x="1045" y="363"/>
                      <a:pt x="1042" y="364"/>
                      <a:pt x="1040" y="364"/>
                    </a:cubicBezTo>
                    <a:cubicBezTo>
                      <a:pt x="1038" y="364"/>
                      <a:pt x="1036" y="362"/>
                      <a:pt x="1035" y="360"/>
                    </a:cubicBezTo>
                    <a:cubicBezTo>
                      <a:pt x="1033" y="358"/>
                      <a:pt x="1032" y="356"/>
                      <a:pt x="1030" y="353"/>
                    </a:cubicBezTo>
                    <a:cubicBezTo>
                      <a:pt x="1027" y="349"/>
                      <a:pt x="1020" y="347"/>
                      <a:pt x="1015" y="348"/>
                    </a:cubicBezTo>
                    <a:cubicBezTo>
                      <a:pt x="1011" y="349"/>
                      <a:pt x="1008" y="353"/>
                      <a:pt x="1006" y="357"/>
                    </a:cubicBezTo>
                    <a:cubicBezTo>
                      <a:pt x="1004" y="361"/>
                      <a:pt x="1004" y="365"/>
                      <a:pt x="1003" y="369"/>
                    </a:cubicBezTo>
                    <a:cubicBezTo>
                      <a:pt x="1002" y="371"/>
                      <a:pt x="1002" y="373"/>
                      <a:pt x="1000" y="375"/>
                    </a:cubicBezTo>
                    <a:cubicBezTo>
                      <a:pt x="999" y="377"/>
                      <a:pt x="998" y="379"/>
                      <a:pt x="997" y="381"/>
                    </a:cubicBezTo>
                    <a:cubicBezTo>
                      <a:pt x="996" y="383"/>
                      <a:pt x="997" y="386"/>
                      <a:pt x="997" y="388"/>
                    </a:cubicBezTo>
                    <a:cubicBezTo>
                      <a:pt x="997" y="392"/>
                      <a:pt x="998" y="396"/>
                      <a:pt x="997" y="399"/>
                    </a:cubicBezTo>
                    <a:cubicBezTo>
                      <a:pt x="997" y="402"/>
                      <a:pt x="997" y="405"/>
                      <a:pt x="995" y="407"/>
                    </a:cubicBezTo>
                    <a:cubicBezTo>
                      <a:pt x="994" y="408"/>
                      <a:pt x="992" y="409"/>
                      <a:pt x="990" y="410"/>
                    </a:cubicBezTo>
                    <a:cubicBezTo>
                      <a:pt x="988" y="411"/>
                      <a:pt x="987" y="412"/>
                      <a:pt x="985" y="413"/>
                    </a:cubicBezTo>
                    <a:cubicBezTo>
                      <a:pt x="983" y="414"/>
                      <a:pt x="982" y="416"/>
                      <a:pt x="980" y="418"/>
                    </a:cubicBezTo>
                    <a:cubicBezTo>
                      <a:pt x="978" y="419"/>
                      <a:pt x="977" y="420"/>
                      <a:pt x="975" y="420"/>
                    </a:cubicBezTo>
                    <a:cubicBezTo>
                      <a:pt x="974" y="420"/>
                      <a:pt x="973" y="420"/>
                      <a:pt x="972" y="419"/>
                    </a:cubicBezTo>
                    <a:cubicBezTo>
                      <a:pt x="970" y="418"/>
                      <a:pt x="969" y="418"/>
                      <a:pt x="967" y="418"/>
                    </a:cubicBezTo>
                    <a:cubicBezTo>
                      <a:pt x="966" y="418"/>
                      <a:pt x="965" y="418"/>
                      <a:pt x="964" y="418"/>
                    </a:cubicBezTo>
                    <a:cubicBezTo>
                      <a:pt x="962" y="418"/>
                      <a:pt x="960" y="419"/>
                      <a:pt x="958" y="419"/>
                    </a:cubicBezTo>
                    <a:cubicBezTo>
                      <a:pt x="957" y="419"/>
                      <a:pt x="957" y="419"/>
                      <a:pt x="956" y="419"/>
                    </a:cubicBezTo>
                    <a:cubicBezTo>
                      <a:pt x="956" y="419"/>
                      <a:pt x="955" y="420"/>
                      <a:pt x="955" y="420"/>
                    </a:cubicBezTo>
                    <a:cubicBezTo>
                      <a:pt x="955" y="421"/>
                      <a:pt x="955" y="421"/>
                      <a:pt x="955" y="422"/>
                    </a:cubicBezTo>
                    <a:cubicBezTo>
                      <a:pt x="955" y="423"/>
                      <a:pt x="955" y="424"/>
                      <a:pt x="954" y="425"/>
                    </a:cubicBezTo>
                    <a:cubicBezTo>
                      <a:pt x="953" y="425"/>
                      <a:pt x="951" y="423"/>
                      <a:pt x="951" y="422"/>
                    </a:cubicBezTo>
                    <a:cubicBezTo>
                      <a:pt x="951" y="420"/>
                      <a:pt x="950" y="419"/>
                      <a:pt x="949" y="418"/>
                    </a:cubicBezTo>
                    <a:cubicBezTo>
                      <a:pt x="948" y="417"/>
                      <a:pt x="946" y="417"/>
                      <a:pt x="944" y="418"/>
                    </a:cubicBezTo>
                    <a:cubicBezTo>
                      <a:pt x="943" y="418"/>
                      <a:pt x="942" y="418"/>
                      <a:pt x="941" y="418"/>
                    </a:cubicBezTo>
                    <a:cubicBezTo>
                      <a:pt x="941" y="417"/>
                      <a:pt x="940" y="417"/>
                      <a:pt x="940" y="416"/>
                    </a:cubicBezTo>
                    <a:cubicBezTo>
                      <a:pt x="939" y="416"/>
                      <a:pt x="939" y="415"/>
                      <a:pt x="938" y="415"/>
                    </a:cubicBezTo>
                    <a:cubicBezTo>
                      <a:pt x="936" y="414"/>
                      <a:pt x="934" y="414"/>
                      <a:pt x="932" y="414"/>
                    </a:cubicBezTo>
                    <a:cubicBezTo>
                      <a:pt x="931" y="414"/>
                      <a:pt x="930" y="415"/>
                      <a:pt x="929" y="415"/>
                    </a:cubicBezTo>
                    <a:cubicBezTo>
                      <a:pt x="929" y="415"/>
                      <a:pt x="927" y="416"/>
                      <a:pt x="926" y="416"/>
                    </a:cubicBezTo>
                    <a:cubicBezTo>
                      <a:pt x="925" y="416"/>
                      <a:pt x="923" y="415"/>
                      <a:pt x="922" y="413"/>
                    </a:cubicBezTo>
                    <a:cubicBezTo>
                      <a:pt x="922" y="412"/>
                      <a:pt x="922" y="410"/>
                      <a:pt x="922" y="409"/>
                    </a:cubicBezTo>
                    <a:cubicBezTo>
                      <a:pt x="922" y="408"/>
                      <a:pt x="922" y="407"/>
                      <a:pt x="922" y="406"/>
                    </a:cubicBezTo>
                    <a:cubicBezTo>
                      <a:pt x="923" y="404"/>
                      <a:pt x="924" y="403"/>
                      <a:pt x="925" y="401"/>
                    </a:cubicBezTo>
                    <a:cubicBezTo>
                      <a:pt x="926" y="399"/>
                      <a:pt x="927" y="397"/>
                      <a:pt x="927" y="395"/>
                    </a:cubicBezTo>
                    <a:cubicBezTo>
                      <a:pt x="927" y="393"/>
                      <a:pt x="927" y="391"/>
                      <a:pt x="925" y="390"/>
                    </a:cubicBezTo>
                    <a:cubicBezTo>
                      <a:pt x="925" y="389"/>
                      <a:pt x="924" y="389"/>
                      <a:pt x="924" y="389"/>
                    </a:cubicBezTo>
                    <a:cubicBezTo>
                      <a:pt x="924" y="389"/>
                      <a:pt x="923" y="388"/>
                      <a:pt x="923" y="388"/>
                    </a:cubicBezTo>
                    <a:cubicBezTo>
                      <a:pt x="922" y="387"/>
                      <a:pt x="921" y="387"/>
                      <a:pt x="920" y="386"/>
                    </a:cubicBezTo>
                    <a:cubicBezTo>
                      <a:pt x="919" y="386"/>
                      <a:pt x="917" y="386"/>
                      <a:pt x="916" y="385"/>
                    </a:cubicBezTo>
                    <a:cubicBezTo>
                      <a:pt x="915" y="385"/>
                      <a:pt x="914" y="385"/>
                      <a:pt x="913" y="384"/>
                    </a:cubicBezTo>
                    <a:cubicBezTo>
                      <a:pt x="912" y="384"/>
                      <a:pt x="912" y="384"/>
                      <a:pt x="911" y="384"/>
                    </a:cubicBezTo>
                    <a:cubicBezTo>
                      <a:pt x="910" y="384"/>
                      <a:pt x="910" y="384"/>
                      <a:pt x="909" y="384"/>
                    </a:cubicBezTo>
                    <a:cubicBezTo>
                      <a:pt x="908" y="384"/>
                      <a:pt x="907" y="383"/>
                      <a:pt x="906" y="383"/>
                    </a:cubicBezTo>
                    <a:cubicBezTo>
                      <a:pt x="905" y="383"/>
                      <a:pt x="904" y="383"/>
                      <a:pt x="903" y="383"/>
                    </a:cubicBezTo>
                    <a:cubicBezTo>
                      <a:pt x="902" y="384"/>
                      <a:pt x="901" y="384"/>
                      <a:pt x="901" y="384"/>
                    </a:cubicBezTo>
                    <a:cubicBezTo>
                      <a:pt x="900" y="384"/>
                      <a:pt x="900" y="384"/>
                      <a:pt x="900" y="384"/>
                    </a:cubicBezTo>
                    <a:cubicBezTo>
                      <a:pt x="899" y="385"/>
                      <a:pt x="899" y="385"/>
                      <a:pt x="898" y="386"/>
                    </a:cubicBezTo>
                    <a:cubicBezTo>
                      <a:pt x="898" y="386"/>
                      <a:pt x="897" y="386"/>
                      <a:pt x="897" y="386"/>
                    </a:cubicBezTo>
                    <a:cubicBezTo>
                      <a:pt x="897" y="386"/>
                      <a:pt x="897" y="387"/>
                      <a:pt x="896" y="387"/>
                    </a:cubicBezTo>
                    <a:cubicBezTo>
                      <a:pt x="896" y="388"/>
                      <a:pt x="896" y="389"/>
                      <a:pt x="896" y="390"/>
                    </a:cubicBezTo>
                    <a:cubicBezTo>
                      <a:pt x="896" y="390"/>
                      <a:pt x="896" y="391"/>
                      <a:pt x="896" y="391"/>
                    </a:cubicBezTo>
                    <a:cubicBezTo>
                      <a:pt x="896" y="392"/>
                      <a:pt x="896" y="393"/>
                      <a:pt x="896" y="394"/>
                    </a:cubicBezTo>
                    <a:cubicBezTo>
                      <a:pt x="896" y="395"/>
                      <a:pt x="896" y="396"/>
                      <a:pt x="896" y="397"/>
                    </a:cubicBezTo>
                    <a:cubicBezTo>
                      <a:pt x="896" y="397"/>
                      <a:pt x="896" y="398"/>
                      <a:pt x="895" y="398"/>
                    </a:cubicBezTo>
                    <a:cubicBezTo>
                      <a:pt x="894" y="399"/>
                      <a:pt x="892" y="400"/>
                      <a:pt x="891" y="400"/>
                    </a:cubicBezTo>
                    <a:cubicBezTo>
                      <a:pt x="890" y="400"/>
                      <a:pt x="889" y="400"/>
                      <a:pt x="888" y="399"/>
                    </a:cubicBezTo>
                    <a:cubicBezTo>
                      <a:pt x="887" y="399"/>
                      <a:pt x="886" y="398"/>
                      <a:pt x="886" y="398"/>
                    </a:cubicBezTo>
                    <a:cubicBezTo>
                      <a:pt x="884" y="398"/>
                      <a:pt x="883" y="398"/>
                      <a:pt x="883" y="399"/>
                    </a:cubicBezTo>
                    <a:cubicBezTo>
                      <a:pt x="881" y="399"/>
                      <a:pt x="880" y="400"/>
                      <a:pt x="879" y="401"/>
                    </a:cubicBezTo>
                    <a:cubicBezTo>
                      <a:pt x="878" y="402"/>
                      <a:pt x="878" y="403"/>
                      <a:pt x="877" y="404"/>
                    </a:cubicBezTo>
                    <a:cubicBezTo>
                      <a:pt x="877" y="404"/>
                      <a:pt x="876" y="405"/>
                      <a:pt x="876" y="405"/>
                    </a:cubicBezTo>
                    <a:cubicBezTo>
                      <a:pt x="875" y="406"/>
                      <a:pt x="875" y="406"/>
                      <a:pt x="875" y="407"/>
                    </a:cubicBezTo>
                    <a:cubicBezTo>
                      <a:pt x="874" y="408"/>
                      <a:pt x="874" y="408"/>
                      <a:pt x="874" y="409"/>
                    </a:cubicBezTo>
                    <a:cubicBezTo>
                      <a:pt x="873" y="410"/>
                      <a:pt x="873" y="410"/>
                      <a:pt x="872" y="411"/>
                    </a:cubicBezTo>
                    <a:cubicBezTo>
                      <a:pt x="872" y="412"/>
                      <a:pt x="871" y="412"/>
                      <a:pt x="871" y="413"/>
                    </a:cubicBezTo>
                    <a:cubicBezTo>
                      <a:pt x="870" y="414"/>
                      <a:pt x="869" y="415"/>
                      <a:pt x="868" y="415"/>
                    </a:cubicBezTo>
                    <a:cubicBezTo>
                      <a:pt x="867" y="416"/>
                      <a:pt x="866" y="417"/>
                      <a:pt x="865" y="418"/>
                    </a:cubicBezTo>
                    <a:cubicBezTo>
                      <a:pt x="864" y="418"/>
                      <a:pt x="863" y="418"/>
                      <a:pt x="862" y="419"/>
                    </a:cubicBezTo>
                    <a:cubicBezTo>
                      <a:pt x="861" y="419"/>
                      <a:pt x="860" y="419"/>
                      <a:pt x="859" y="419"/>
                    </a:cubicBezTo>
                    <a:cubicBezTo>
                      <a:pt x="857" y="418"/>
                      <a:pt x="856" y="418"/>
                      <a:pt x="854" y="418"/>
                    </a:cubicBezTo>
                    <a:cubicBezTo>
                      <a:pt x="853" y="417"/>
                      <a:pt x="852" y="417"/>
                      <a:pt x="851" y="416"/>
                    </a:cubicBezTo>
                    <a:cubicBezTo>
                      <a:pt x="851" y="415"/>
                      <a:pt x="850" y="415"/>
                      <a:pt x="849" y="414"/>
                    </a:cubicBezTo>
                    <a:cubicBezTo>
                      <a:pt x="848" y="413"/>
                      <a:pt x="848" y="413"/>
                      <a:pt x="847" y="412"/>
                    </a:cubicBezTo>
                    <a:cubicBezTo>
                      <a:pt x="846" y="411"/>
                      <a:pt x="844" y="410"/>
                      <a:pt x="843" y="411"/>
                    </a:cubicBezTo>
                    <a:cubicBezTo>
                      <a:pt x="840" y="412"/>
                      <a:pt x="840" y="417"/>
                      <a:pt x="840" y="420"/>
                    </a:cubicBezTo>
                    <a:cubicBezTo>
                      <a:pt x="840" y="421"/>
                      <a:pt x="841" y="423"/>
                      <a:pt x="841" y="425"/>
                    </a:cubicBezTo>
                    <a:cubicBezTo>
                      <a:pt x="840" y="426"/>
                      <a:pt x="840" y="427"/>
                      <a:pt x="840" y="428"/>
                    </a:cubicBezTo>
                    <a:cubicBezTo>
                      <a:pt x="839" y="429"/>
                      <a:pt x="839" y="430"/>
                      <a:pt x="839" y="431"/>
                    </a:cubicBezTo>
                    <a:cubicBezTo>
                      <a:pt x="838" y="432"/>
                      <a:pt x="838" y="433"/>
                      <a:pt x="837" y="434"/>
                    </a:cubicBezTo>
                    <a:cubicBezTo>
                      <a:pt x="837" y="434"/>
                      <a:pt x="836" y="433"/>
                      <a:pt x="836" y="433"/>
                    </a:cubicBezTo>
                    <a:cubicBezTo>
                      <a:pt x="836" y="433"/>
                      <a:pt x="836" y="432"/>
                      <a:pt x="836" y="432"/>
                    </a:cubicBezTo>
                    <a:cubicBezTo>
                      <a:pt x="836" y="432"/>
                      <a:pt x="836" y="431"/>
                      <a:pt x="836" y="431"/>
                    </a:cubicBezTo>
                    <a:cubicBezTo>
                      <a:pt x="836" y="429"/>
                      <a:pt x="836" y="428"/>
                      <a:pt x="836" y="426"/>
                    </a:cubicBezTo>
                    <a:cubicBezTo>
                      <a:pt x="836" y="426"/>
                      <a:pt x="836" y="425"/>
                      <a:pt x="836" y="425"/>
                    </a:cubicBezTo>
                    <a:cubicBezTo>
                      <a:pt x="837" y="424"/>
                      <a:pt x="837" y="423"/>
                      <a:pt x="837" y="422"/>
                    </a:cubicBezTo>
                    <a:cubicBezTo>
                      <a:pt x="837" y="421"/>
                      <a:pt x="837" y="420"/>
                      <a:pt x="838" y="419"/>
                    </a:cubicBezTo>
                    <a:cubicBezTo>
                      <a:pt x="838" y="418"/>
                      <a:pt x="838" y="417"/>
                      <a:pt x="838" y="416"/>
                    </a:cubicBezTo>
                    <a:cubicBezTo>
                      <a:pt x="838" y="415"/>
                      <a:pt x="838" y="414"/>
                      <a:pt x="838" y="413"/>
                    </a:cubicBezTo>
                    <a:cubicBezTo>
                      <a:pt x="837" y="412"/>
                      <a:pt x="837" y="411"/>
                      <a:pt x="837" y="410"/>
                    </a:cubicBezTo>
                    <a:cubicBezTo>
                      <a:pt x="836" y="407"/>
                      <a:pt x="837" y="405"/>
                      <a:pt x="838" y="403"/>
                    </a:cubicBezTo>
                    <a:cubicBezTo>
                      <a:pt x="840" y="401"/>
                      <a:pt x="840" y="399"/>
                      <a:pt x="840" y="396"/>
                    </a:cubicBezTo>
                    <a:cubicBezTo>
                      <a:pt x="839" y="395"/>
                      <a:pt x="839" y="394"/>
                      <a:pt x="838" y="393"/>
                    </a:cubicBezTo>
                    <a:cubicBezTo>
                      <a:pt x="838" y="392"/>
                      <a:pt x="837" y="392"/>
                      <a:pt x="837" y="391"/>
                    </a:cubicBezTo>
                    <a:cubicBezTo>
                      <a:pt x="836" y="390"/>
                      <a:pt x="836" y="389"/>
                      <a:pt x="836" y="388"/>
                    </a:cubicBezTo>
                    <a:cubicBezTo>
                      <a:pt x="837" y="386"/>
                      <a:pt x="837" y="384"/>
                      <a:pt x="837" y="383"/>
                    </a:cubicBezTo>
                    <a:cubicBezTo>
                      <a:pt x="838" y="380"/>
                      <a:pt x="839" y="376"/>
                      <a:pt x="838" y="374"/>
                    </a:cubicBezTo>
                    <a:cubicBezTo>
                      <a:pt x="836" y="371"/>
                      <a:pt x="834" y="370"/>
                      <a:pt x="833" y="368"/>
                    </a:cubicBezTo>
                    <a:cubicBezTo>
                      <a:pt x="832" y="365"/>
                      <a:pt x="834" y="365"/>
                      <a:pt x="835" y="363"/>
                    </a:cubicBezTo>
                    <a:cubicBezTo>
                      <a:pt x="836" y="361"/>
                      <a:pt x="833" y="359"/>
                      <a:pt x="832" y="357"/>
                    </a:cubicBezTo>
                    <a:cubicBezTo>
                      <a:pt x="830" y="355"/>
                      <a:pt x="828" y="353"/>
                      <a:pt x="826" y="352"/>
                    </a:cubicBezTo>
                    <a:cubicBezTo>
                      <a:pt x="823" y="350"/>
                      <a:pt x="820" y="350"/>
                      <a:pt x="818" y="349"/>
                    </a:cubicBezTo>
                    <a:cubicBezTo>
                      <a:pt x="815" y="347"/>
                      <a:pt x="814" y="344"/>
                      <a:pt x="812" y="341"/>
                    </a:cubicBezTo>
                    <a:cubicBezTo>
                      <a:pt x="810" y="339"/>
                      <a:pt x="808" y="338"/>
                      <a:pt x="805" y="337"/>
                    </a:cubicBezTo>
                    <a:cubicBezTo>
                      <a:pt x="800" y="335"/>
                      <a:pt x="795" y="340"/>
                      <a:pt x="792" y="343"/>
                    </a:cubicBezTo>
                    <a:cubicBezTo>
                      <a:pt x="790" y="345"/>
                      <a:pt x="788" y="347"/>
                      <a:pt x="786" y="349"/>
                    </a:cubicBezTo>
                    <a:cubicBezTo>
                      <a:pt x="784" y="351"/>
                      <a:pt x="783" y="354"/>
                      <a:pt x="782" y="357"/>
                    </a:cubicBezTo>
                    <a:cubicBezTo>
                      <a:pt x="782" y="359"/>
                      <a:pt x="782" y="361"/>
                      <a:pt x="781" y="363"/>
                    </a:cubicBezTo>
                    <a:cubicBezTo>
                      <a:pt x="781" y="364"/>
                      <a:pt x="781" y="365"/>
                      <a:pt x="781" y="366"/>
                    </a:cubicBezTo>
                    <a:cubicBezTo>
                      <a:pt x="781" y="367"/>
                      <a:pt x="781" y="369"/>
                      <a:pt x="781" y="371"/>
                    </a:cubicBezTo>
                    <a:cubicBezTo>
                      <a:pt x="781" y="373"/>
                      <a:pt x="781" y="375"/>
                      <a:pt x="781" y="376"/>
                    </a:cubicBezTo>
                    <a:cubicBezTo>
                      <a:pt x="780" y="380"/>
                      <a:pt x="779" y="383"/>
                      <a:pt x="778" y="387"/>
                    </a:cubicBezTo>
                    <a:cubicBezTo>
                      <a:pt x="778" y="390"/>
                      <a:pt x="777" y="392"/>
                      <a:pt x="778" y="395"/>
                    </a:cubicBezTo>
                    <a:cubicBezTo>
                      <a:pt x="779" y="397"/>
                      <a:pt x="780" y="399"/>
                      <a:pt x="779" y="402"/>
                    </a:cubicBezTo>
                    <a:cubicBezTo>
                      <a:pt x="779" y="405"/>
                      <a:pt x="778" y="409"/>
                      <a:pt x="777" y="412"/>
                    </a:cubicBezTo>
                    <a:cubicBezTo>
                      <a:pt x="776" y="415"/>
                      <a:pt x="775" y="419"/>
                      <a:pt x="774" y="422"/>
                    </a:cubicBezTo>
                    <a:cubicBezTo>
                      <a:pt x="772" y="425"/>
                      <a:pt x="771" y="428"/>
                      <a:pt x="768" y="430"/>
                    </a:cubicBezTo>
                    <a:cubicBezTo>
                      <a:pt x="766" y="433"/>
                      <a:pt x="764" y="434"/>
                      <a:pt x="762" y="437"/>
                    </a:cubicBezTo>
                    <a:cubicBezTo>
                      <a:pt x="757" y="442"/>
                      <a:pt x="758" y="449"/>
                      <a:pt x="757" y="456"/>
                    </a:cubicBezTo>
                    <a:cubicBezTo>
                      <a:pt x="757" y="459"/>
                      <a:pt x="756" y="462"/>
                      <a:pt x="754" y="464"/>
                    </a:cubicBezTo>
                    <a:cubicBezTo>
                      <a:pt x="752" y="465"/>
                      <a:pt x="751" y="467"/>
                      <a:pt x="749" y="468"/>
                    </a:cubicBezTo>
                    <a:cubicBezTo>
                      <a:pt x="748" y="468"/>
                      <a:pt x="747" y="469"/>
                      <a:pt x="745" y="469"/>
                    </a:cubicBezTo>
                    <a:cubicBezTo>
                      <a:pt x="742" y="470"/>
                      <a:pt x="745" y="465"/>
                      <a:pt x="745" y="464"/>
                    </a:cubicBezTo>
                    <a:cubicBezTo>
                      <a:pt x="748" y="461"/>
                      <a:pt x="751" y="458"/>
                      <a:pt x="752" y="454"/>
                    </a:cubicBezTo>
                    <a:cubicBezTo>
                      <a:pt x="754" y="451"/>
                      <a:pt x="753" y="447"/>
                      <a:pt x="753" y="444"/>
                    </a:cubicBezTo>
                    <a:cubicBezTo>
                      <a:pt x="753" y="440"/>
                      <a:pt x="754" y="437"/>
                      <a:pt x="756" y="434"/>
                    </a:cubicBezTo>
                    <a:cubicBezTo>
                      <a:pt x="757" y="432"/>
                      <a:pt x="758" y="429"/>
                      <a:pt x="758" y="426"/>
                    </a:cubicBezTo>
                    <a:cubicBezTo>
                      <a:pt x="757" y="425"/>
                      <a:pt x="756" y="423"/>
                      <a:pt x="756" y="422"/>
                    </a:cubicBezTo>
                    <a:cubicBezTo>
                      <a:pt x="755" y="419"/>
                      <a:pt x="757" y="418"/>
                      <a:pt x="759" y="416"/>
                    </a:cubicBezTo>
                    <a:cubicBezTo>
                      <a:pt x="761" y="414"/>
                      <a:pt x="762" y="411"/>
                      <a:pt x="763" y="408"/>
                    </a:cubicBezTo>
                    <a:cubicBezTo>
                      <a:pt x="764" y="405"/>
                      <a:pt x="764" y="401"/>
                      <a:pt x="764" y="397"/>
                    </a:cubicBezTo>
                    <a:cubicBezTo>
                      <a:pt x="764" y="396"/>
                      <a:pt x="764" y="395"/>
                      <a:pt x="764" y="394"/>
                    </a:cubicBezTo>
                    <a:cubicBezTo>
                      <a:pt x="764" y="392"/>
                      <a:pt x="764" y="390"/>
                      <a:pt x="764" y="388"/>
                    </a:cubicBezTo>
                    <a:cubicBezTo>
                      <a:pt x="764" y="386"/>
                      <a:pt x="764" y="384"/>
                      <a:pt x="764" y="382"/>
                    </a:cubicBezTo>
                    <a:cubicBezTo>
                      <a:pt x="764" y="380"/>
                      <a:pt x="764" y="376"/>
                      <a:pt x="762" y="375"/>
                    </a:cubicBezTo>
                    <a:cubicBezTo>
                      <a:pt x="761" y="375"/>
                      <a:pt x="760" y="375"/>
                      <a:pt x="759" y="374"/>
                    </a:cubicBezTo>
                    <a:cubicBezTo>
                      <a:pt x="758" y="374"/>
                      <a:pt x="757" y="374"/>
                      <a:pt x="756" y="373"/>
                    </a:cubicBezTo>
                    <a:cubicBezTo>
                      <a:pt x="753" y="372"/>
                      <a:pt x="753" y="370"/>
                      <a:pt x="754" y="367"/>
                    </a:cubicBezTo>
                    <a:cubicBezTo>
                      <a:pt x="755" y="365"/>
                      <a:pt x="756" y="363"/>
                      <a:pt x="757" y="360"/>
                    </a:cubicBezTo>
                    <a:cubicBezTo>
                      <a:pt x="759" y="358"/>
                      <a:pt x="760" y="354"/>
                      <a:pt x="762" y="352"/>
                    </a:cubicBezTo>
                    <a:cubicBezTo>
                      <a:pt x="763" y="350"/>
                      <a:pt x="765" y="348"/>
                      <a:pt x="765" y="345"/>
                    </a:cubicBezTo>
                    <a:cubicBezTo>
                      <a:pt x="766" y="343"/>
                      <a:pt x="766" y="341"/>
                      <a:pt x="765" y="339"/>
                    </a:cubicBezTo>
                    <a:cubicBezTo>
                      <a:pt x="765" y="338"/>
                      <a:pt x="764" y="337"/>
                      <a:pt x="764" y="336"/>
                    </a:cubicBezTo>
                    <a:cubicBezTo>
                      <a:pt x="763" y="336"/>
                      <a:pt x="763" y="335"/>
                      <a:pt x="762" y="334"/>
                    </a:cubicBezTo>
                    <a:cubicBezTo>
                      <a:pt x="761" y="334"/>
                      <a:pt x="759" y="334"/>
                      <a:pt x="758" y="335"/>
                    </a:cubicBezTo>
                    <a:cubicBezTo>
                      <a:pt x="756" y="335"/>
                      <a:pt x="755" y="335"/>
                      <a:pt x="753" y="335"/>
                    </a:cubicBezTo>
                    <a:cubicBezTo>
                      <a:pt x="752" y="335"/>
                      <a:pt x="751" y="335"/>
                      <a:pt x="752" y="334"/>
                    </a:cubicBezTo>
                    <a:cubicBezTo>
                      <a:pt x="752" y="334"/>
                      <a:pt x="753" y="333"/>
                      <a:pt x="754" y="333"/>
                    </a:cubicBezTo>
                    <a:cubicBezTo>
                      <a:pt x="756" y="332"/>
                      <a:pt x="759" y="331"/>
                      <a:pt x="760" y="329"/>
                    </a:cubicBezTo>
                    <a:cubicBezTo>
                      <a:pt x="761" y="327"/>
                      <a:pt x="761" y="326"/>
                      <a:pt x="762" y="324"/>
                    </a:cubicBezTo>
                    <a:cubicBezTo>
                      <a:pt x="762" y="323"/>
                      <a:pt x="762" y="321"/>
                      <a:pt x="761" y="319"/>
                    </a:cubicBezTo>
                    <a:cubicBezTo>
                      <a:pt x="761" y="317"/>
                      <a:pt x="760" y="316"/>
                      <a:pt x="758" y="316"/>
                    </a:cubicBezTo>
                    <a:cubicBezTo>
                      <a:pt x="757" y="316"/>
                      <a:pt x="755" y="316"/>
                      <a:pt x="754" y="317"/>
                    </a:cubicBezTo>
                    <a:cubicBezTo>
                      <a:pt x="753" y="317"/>
                      <a:pt x="752" y="317"/>
                      <a:pt x="752" y="316"/>
                    </a:cubicBezTo>
                    <a:cubicBezTo>
                      <a:pt x="751" y="314"/>
                      <a:pt x="751" y="312"/>
                      <a:pt x="752" y="310"/>
                    </a:cubicBezTo>
                    <a:cubicBezTo>
                      <a:pt x="753" y="309"/>
                      <a:pt x="756" y="308"/>
                      <a:pt x="756" y="306"/>
                    </a:cubicBezTo>
                    <a:cubicBezTo>
                      <a:pt x="756" y="305"/>
                      <a:pt x="755" y="304"/>
                      <a:pt x="755" y="304"/>
                    </a:cubicBezTo>
                    <a:cubicBezTo>
                      <a:pt x="755" y="303"/>
                      <a:pt x="755" y="302"/>
                      <a:pt x="754" y="302"/>
                    </a:cubicBezTo>
                    <a:cubicBezTo>
                      <a:pt x="754" y="300"/>
                      <a:pt x="752" y="299"/>
                      <a:pt x="751" y="298"/>
                    </a:cubicBezTo>
                    <a:cubicBezTo>
                      <a:pt x="750" y="297"/>
                      <a:pt x="749" y="298"/>
                      <a:pt x="748" y="298"/>
                    </a:cubicBezTo>
                    <a:cubicBezTo>
                      <a:pt x="746" y="299"/>
                      <a:pt x="744" y="301"/>
                      <a:pt x="742" y="301"/>
                    </a:cubicBezTo>
                    <a:cubicBezTo>
                      <a:pt x="741" y="302"/>
                      <a:pt x="741" y="305"/>
                      <a:pt x="739" y="305"/>
                    </a:cubicBezTo>
                    <a:cubicBezTo>
                      <a:pt x="740" y="304"/>
                      <a:pt x="740" y="303"/>
                      <a:pt x="740" y="302"/>
                    </a:cubicBezTo>
                    <a:cubicBezTo>
                      <a:pt x="741" y="301"/>
                      <a:pt x="741" y="300"/>
                      <a:pt x="741" y="298"/>
                    </a:cubicBezTo>
                    <a:cubicBezTo>
                      <a:pt x="741" y="298"/>
                      <a:pt x="741" y="296"/>
                      <a:pt x="741" y="296"/>
                    </a:cubicBezTo>
                    <a:cubicBezTo>
                      <a:pt x="740" y="294"/>
                      <a:pt x="738" y="295"/>
                      <a:pt x="736" y="295"/>
                    </a:cubicBezTo>
                    <a:cubicBezTo>
                      <a:pt x="734" y="295"/>
                      <a:pt x="732" y="295"/>
                      <a:pt x="730" y="296"/>
                    </a:cubicBezTo>
                    <a:cubicBezTo>
                      <a:pt x="728" y="296"/>
                      <a:pt x="726" y="295"/>
                      <a:pt x="724" y="296"/>
                    </a:cubicBezTo>
                    <a:cubicBezTo>
                      <a:pt x="723" y="296"/>
                      <a:pt x="721" y="296"/>
                      <a:pt x="720" y="297"/>
                    </a:cubicBezTo>
                    <a:cubicBezTo>
                      <a:pt x="719" y="297"/>
                      <a:pt x="718" y="297"/>
                      <a:pt x="717" y="298"/>
                    </a:cubicBezTo>
                    <a:cubicBezTo>
                      <a:pt x="717" y="298"/>
                      <a:pt x="716" y="299"/>
                      <a:pt x="716" y="300"/>
                    </a:cubicBezTo>
                    <a:cubicBezTo>
                      <a:pt x="715" y="301"/>
                      <a:pt x="714" y="302"/>
                      <a:pt x="713" y="303"/>
                    </a:cubicBezTo>
                    <a:cubicBezTo>
                      <a:pt x="711" y="305"/>
                      <a:pt x="710" y="305"/>
                      <a:pt x="708" y="305"/>
                    </a:cubicBezTo>
                    <a:cubicBezTo>
                      <a:pt x="707" y="305"/>
                      <a:pt x="706" y="305"/>
                      <a:pt x="705" y="306"/>
                    </a:cubicBezTo>
                    <a:cubicBezTo>
                      <a:pt x="705" y="306"/>
                      <a:pt x="705" y="307"/>
                      <a:pt x="705" y="307"/>
                    </a:cubicBezTo>
                    <a:cubicBezTo>
                      <a:pt x="705" y="308"/>
                      <a:pt x="705" y="309"/>
                      <a:pt x="705" y="309"/>
                    </a:cubicBezTo>
                    <a:cubicBezTo>
                      <a:pt x="704" y="310"/>
                      <a:pt x="703" y="309"/>
                      <a:pt x="703" y="309"/>
                    </a:cubicBezTo>
                    <a:cubicBezTo>
                      <a:pt x="702" y="308"/>
                      <a:pt x="701" y="308"/>
                      <a:pt x="701" y="307"/>
                    </a:cubicBezTo>
                    <a:cubicBezTo>
                      <a:pt x="700" y="306"/>
                      <a:pt x="700" y="306"/>
                      <a:pt x="699" y="306"/>
                    </a:cubicBezTo>
                    <a:cubicBezTo>
                      <a:pt x="697" y="305"/>
                      <a:pt x="696" y="303"/>
                      <a:pt x="695" y="301"/>
                    </a:cubicBezTo>
                    <a:cubicBezTo>
                      <a:pt x="693" y="299"/>
                      <a:pt x="691" y="297"/>
                      <a:pt x="688" y="297"/>
                    </a:cubicBezTo>
                    <a:cubicBezTo>
                      <a:pt x="684" y="296"/>
                      <a:pt x="681" y="296"/>
                      <a:pt x="678" y="296"/>
                    </a:cubicBezTo>
                    <a:cubicBezTo>
                      <a:pt x="676" y="296"/>
                      <a:pt x="675" y="296"/>
                      <a:pt x="673" y="296"/>
                    </a:cubicBezTo>
                    <a:cubicBezTo>
                      <a:pt x="672" y="296"/>
                      <a:pt x="671" y="296"/>
                      <a:pt x="670" y="296"/>
                    </a:cubicBezTo>
                    <a:cubicBezTo>
                      <a:pt x="668" y="297"/>
                      <a:pt x="666" y="300"/>
                      <a:pt x="666" y="302"/>
                    </a:cubicBezTo>
                    <a:cubicBezTo>
                      <a:pt x="665" y="303"/>
                      <a:pt x="665" y="304"/>
                      <a:pt x="664" y="306"/>
                    </a:cubicBezTo>
                    <a:cubicBezTo>
                      <a:pt x="664" y="307"/>
                      <a:pt x="663" y="308"/>
                      <a:pt x="662" y="309"/>
                    </a:cubicBezTo>
                    <a:cubicBezTo>
                      <a:pt x="661" y="310"/>
                      <a:pt x="661" y="311"/>
                      <a:pt x="660" y="311"/>
                    </a:cubicBezTo>
                    <a:cubicBezTo>
                      <a:pt x="659" y="312"/>
                      <a:pt x="658" y="312"/>
                      <a:pt x="657" y="312"/>
                    </a:cubicBezTo>
                    <a:cubicBezTo>
                      <a:pt x="656" y="312"/>
                      <a:pt x="655" y="312"/>
                      <a:pt x="654" y="312"/>
                    </a:cubicBezTo>
                    <a:cubicBezTo>
                      <a:pt x="653" y="312"/>
                      <a:pt x="652" y="312"/>
                      <a:pt x="651" y="313"/>
                    </a:cubicBezTo>
                    <a:cubicBezTo>
                      <a:pt x="650" y="314"/>
                      <a:pt x="650" y="315"/>
                      <a:pt x="650" y="316"/>
                    </a:cubicBezTo>
                    <a:cubicBezTo>
                      <a:pt x="649" y="317"/>
                      <a:pt x="649" y="318"/>
                      <a:pt x="649" y="319"/>
                    </a:cubicBezTo>
                    <a:cubicBezTo>
                      <a:pt x="649" y="320"/>
                      <a:pt x="648" y="321"/>
                      <a:pt x="648" y="322"/>
                    </a:cubicBezTo>
                    <a:cubicBezTo>
                      <a:pt x="648" y="324"/>
                      <a:pt x="648" y="325"/>
                      <a:pt x="648" y="326"/>
                    </a:cubicBezTo>
                    <a:cubicBezTo>
                      <a:pt x="648" y="327"/>
                      <a:pt x="648" y="328"/>
                      <a:pt x="648" y="329"/>
                    </a:cubicBezTo>
                    <a:cubicBezTo>
                      <a:pt x="648" y="330"/>
                      <a:pt x="647" y="331"/>
                      <a:pt x="647" y="333"/>
                    </a:cubicBezTo>
                    <a:cubicBezTo>
                      <a:pt x="647" y="335"/>
                      <a:pt x="647" y="337"/>
                      <a:pt x="647" y="340"/>
                    </a:cubicBezTo>
                    <a:cubicBezTo>
                      <a:pt x="648" y="343"/>
                      <a:pt x="648" y="347"/>
                      <a:pt x="647" y="350"/>
                    </a:cubicBezTo>
                    <a:cubicBezTo>
                      <a:pt x="646" y="352"/>
                      <a:pt x="644" y="354"/>
                      <a:pt x="641" y="356"/>
                    </a:cubicBezTo>
                    <a:cubicBezTo>
                      <a:pt x="639" y="358"/>
                      <a:pt x="636" y="360"/>
                      <a:pt x="634" y="363"/>
                    </a:cubicBezTo>
                    <a:cubicBezTo>
                      <a:pt x="632" y="366"/>
                      <a:pt x="630" y="370"/>
                      <a:pt x="628" y="373"/>
                    </a:cubicBezTo>
                    <a:cubicBezTo>
                      <a:pt x="626" y="377"/>
                      <a:pt x="623" y="380"/>
                      <a:pt x="621" y="383"/>
                    </a:cubicBezTo>
                    <a:cubicBezTo>
                      <a:pt x="618" y="385"/>
                      <a:pt x="615" y="388"/>
                      <a:pt x="613" y="391"/>
                    </a:cubicBezTo>
                    <a:cubicBezTo>
                      <a:pt x="612" y="394"/>
                      <a:pt x="611" y="396"/>
                      <a:pt x="610" y="399"/>
                    </a:cubicBezTo>
                    <a:cubicBezTo>
                      <a:pt x="610" y="403"/>
                      <a:pt x="610" y="406"/>
                      <a:pt x="610" y="409"/>
                    </a:cubicBezTo>
                    <a:cubicBezTo>
                      <a:pt x="610" y="411"/>
                      <a:pt x="610" y="412"/>
                      <a:pt x="609" y="414"/>
                    </a:cubicBezTo>
                    <a:cubicBezTo>
                      <a:pt x="609" y="415"/>
                      <a:pt x="609" y="416"/>
                      <a:pt x="608" y="417"/>
                    </a:cubicBezTo>
                    <a:cubicBezTo>
                      <a:pt x="607" y="418"/>
                      <a:pt x="606" y="414"/>
                      <a:pt x="605" y="414"/>
                    </a:cubicBezTo>
                    <a:cubicBezTo>
                      <a:pt x="604" y="411"/>
                      <a:pt x="604" y="408"/>
                      <a:pt x="603" y="406"/>
                    </a:cubicBezTo>
                    <a:cubicBezTo>
                      <a:pt x="603" y="403"/>
                      <a:pt x="602" y="401"/>
                      <a:pt x="602" y="399"/>
                    </a:cubicBezTo>
                    <a:cubicBezTo>
                      <a:pt x="602" y="396"/>
                      <a:pt x="603" y="393"/>
                      <a:pt x="604" y="391"/>
                    </a:cubicBezTo>
                    <a:cubicBezTo>
                      <a:pt x="606" y="384"/>
                      <a:pt x="609" y="378"/>
                      <a:pt x="611" y="372"/>
                    </a:cubicBezTo>
                    <a:cubicBezTo>
                      <a:pt x="612" y="365"/>
                      <a:pt x="612" y="359"/>
                      <a:pt x="610" y="352"/>
                    </a:cubicBezTo>
                    <a:cubicBezTo>
                      <a:pt x="610" y="350"/>
                      <a:pt x="610" y="348"/>
                      <a:pt x="610" y="346"/>
                    </a:cubicBezTo>
                    <a:cubicBezTo>
                      <a:pt x="610" y="345"/>
                      <a:pt x="611" y="344"/>
                      <a:pt x="611" y="343"/>
                    </a:cubicBezTo>
                    <a:cubicBezTo>
                      <a:pt x="611" y="342"/>
                      <a:pt x="612" y="340"/>
                      <a:pt x="613" y="339"/>
                    </a:cubicBezTo>
                    <a:cubicBezTo>
                      <a:pt x="613" y="338"/>
                      <a:pt x="613" y="337"/>
                      <a:pt x="614" y="336"/>
                    </a:cubicBezTo>
                    <a:cubicBezTo>
                      <a:pt x="614" y="336"/>
                      <a:pt x="615" y="335"/>
                      <a:pt x="615" y="334"/>
                    </a:cubicBezTo>
                    <a:cubicBezTo>
                      <a:pt x="619" y="327"/>
                      <a:pt x="614" y="319"/>
                      <a:pt x="611" y="312"/>
                    </a:cubicBezTo>
                    <a:cubicBezTo>
                      <a:pt x="610" y="309"/>
                      <a:pt x="609" y="307"/>
                      <a:pt x="609" y="304"/>
                    </a:cubicBezTo>
                    <a:cubicBezTo>
                      <a:pt x="610" y="299"/>
                      <a:pt x="611" y="295"/>
                      <a:pt x="612" y="291"/>
                    </a:cubicBezTo>
                    <a:cubicBezTo>
                      <a:pt x="613" y="286"/>
                      <a:pt x="613" y="280"/>
                      <a:pt x="613" y="275"/>
                    </a:cubicBezTo>
                    <a:cubicBezTo>
                      <a:pt x="614" y="270"/>
                      <a:pt x="614" y="266"/>
                      <a:pt x="614" y="262"/>
                    </a:cubicBezTo>
                    <a:cubicBezTo>
                      <a:pt x="615" y="259"/>
                      <a:pt x="615" y="256"/>
                      <a:pt x="615" y="253"/>
                    </a:cubicBezTo>
                    <a:cubicBezTo>
                      <a:pt x="614" y="250"/>
                      <a:pt x="612" y="247"/>
                      <a:pt x="610" y="244"/>
                    </a:cubicBezTo>
                    <a:cubicBezTo>
                      <a:pt x="607" y="241"/>
                      <a:pt x="603" y="240"/>
                      <a:pt x="599" y="239"/>
                    </a:cubicBezTo>
                    <a:cubicBezTo>
                      <a:pt x="596" y="238"/>
                      <a:pt x="593" y="238"/>
                      <a:pt x="590" y="238"/>
                    </a:cubicBezTo>
                    <a:cubicBezTo>
                      <a:pt x="586" y="238"/>
                      <a:pt x="580" y="237"/>
                      <a:pt x="577" y="240"/>
                    </a:cubicBezTo>
                    <a:cubicBezTo>
                      <a:pt x="575" y="242"/>
                      <a:pt x="573" y="245"/>
                      <a:pt x="572" y="247"/>
                    </a:cubicBezTo>
                    <a:cubicBezTo>
                      <a:pt x="571" y="251"/>
                      <a:pt x="570" y="254"/>
                      <a:pt x="569" y="257"/>
                    </a:cubicBezTo>
                    <a:cubicBezTo>
                      <a:pt x="566" y="265"/>
                      <a:pt x="564" y="272"/>
                      <a:pt x="561" y="279"/>
                    </a:cubicBezTo>
                    <a:cubicBezTo>
                      <a:pt x="560" y="282"/>
                      <a:pt x="559" y="286"/>
                      <a:pt x="557" y="289"/>
                    </a:cubicBezTo>
                    <a:cubicBezTo>
                      <a:pt x="555" y="292"/>
                      <a:pt x="554" y="296"/>
                      <a:pt x="552" y="299"/>
                    </a:cubicBezTo>
                    <a:cubicBezTo>
                      <a:pt x="550" y="303"/>
                      <a:pt x="548" y="306"/>
                      <a:pt x="547" y="310"/>
                    </a:cubicBezTo>
                    <a:cubicBezTo>
                      <a:pt x="546" y="311"/>
                      <a:pt x="546" y="312"/>
                      <a:pt x="546" y="313"/>
                    </a:cubicBezTo>
                    <a:cubicBezTo>
                      <a:pt x="545" y="315"/>
                      <a:pt x="545" y="316"/>
                      <a:pt x="544" y="318"/>
                    </a:cubicBezTo>
                    <a:cubicBezTo>
                      <a:pt x="544" y="320"/>
                      <a:pt x="543" y="322"/>
                      <a:pt x="542" y="323"/>
                    </a:cubicBezTo>
                    <a:cubicBezTo>
                      <a:pt x="540" y="324"/>
                      <a:pt x="538" y="325"/>
                      <a:pt x="537" y="327"/>
                    </a:cubicBezTo>
                    <a:cubicBezTo>
                      <a:pt x="535" y="328"/>
                      <a:pt x="533" y="330"/>
                      <a:pt x="532" y="331"/>
                    </a:cubicBezTo>
                    <a:cubicBezTo>
                      <a:pt x="530" y="333"/>
                      <a:pt x="529" y="335"/>
                      <a:pt x="527" y="337"/>
                    </a:cubicBezTo>
                    <a:cubicBezTo>
                      <a:pt x="525" y="338"/>
                      <a:pt x="523" y="340"/>
                      <a:pt x="521" y="341"/>
                    </a:cubicBezTo>
                    <a:cubicBezTo>
                      <a:pt x="520" y="342"/>
                      <a:pt x="518" y="344"/>
                      <a:pt x="517" y="346"/>
                    </a:cubicBezTo>
                    <a:cubicBezTo>
                      <a:pt x="516" y="348"/>
                      <a:pt x="515" y="349"/>
                      <a:pt x="513" y="351"/>
                    </a:cubicBezTo>
                    <a:cubicBezTo>
                      <a:pt x="512" y="352"/>
                      <a:pt x="509" y="353"/>
                      <a:pt x="507" y="353"/>
                    </a:cubicBezTo>
                    <a:cubicBezTo>
                      <a:pt x="506" y="353"/>
                      <a:pt x="507" y="351"/>
                      <a:pt x="507" y="350"/>
                    </a:cubicBezTo>
                    <a:cubicBezTo>
                      <a:pt x="509" y="348"/>
                      <a:pt x="511" y="346"/>
                      <a:pt x="512" y="344"/>
                    </a:cubicBezTo>
                    <a:cubicBezTo>
                      <a:pt x="513" y="343"/>
                      <a:pt x="513" y="341"/>
                      <a:pt x="511" y="340"/>
                    </a:cubicBezTo>
                    <a:cubicBezTo>
                      <a:pt x="510" y="339"/>
                      <a:pt x="508" y="338"/>
                      <a:pt x="507" y="337"/>
                    </a:cubicBezTo>
                    <a:cubicBezTo>
                      <a:pt x="505" y="336"/>
                      <a:pt x="504" y="335"/>
                      <a:pt x="503" y="335"/>
                    </a:cubicBezTo>
                    <a:cubicBezTo>
                      <a:pt x="501" y="335"/>
                      <a:pt x="500" y="335"/>
                      <a:pt x="498" y="335"/>
                    </a:cubicBezTo>
                    <a:cubicBezTo>
                      <a:pt x="496" y="335"/>
                      <a:pt x="493" y="336"/>
                      <a:pt x="492" y="338"/>
                    </a:cubicBezTo>
                    <a:cubicBezTo>
                      <a:pt x="492" y="337"/>
                      <a:pt x="492" y="336"/>
                      <a:pt x="492" y="335"/>
                    </a:cubicBezTo>
                    <a:cubicBezTo>
                      <a:pt x="491" y="334"/>
                      <a:pt x="491" y="332"/>
                      <a:pt x="490" y="332"/>
                    </a:cubicBezTo>
                    <a:cubicBezTo>
                      <a:pt x="489" y="331"/>
                      <a:pt x="488" y="332"/>
                      <a:pt x="488" y="333"/>
                    </a:cubicBezTo>
                    <a:cubicBezTo>
                      <a:pt x="487" y="333"/>
                      <a:pt x="486" y="335"/>
                      <a:pt x="485" y="334"/>
                    </a:cubicBezTo>
                    <a:cubicBezTo>
                      <a:pt x="483" y="334"/>
                      <a:pt x="484" y="332"/>
                      <a:pt x="484" y="331"/>
                    </a:cubicBezTo>
                    <a:cubicBezTo>
                      <a:pt x="485" y="329"/>
                      <a:pt x="486" y="327"/>
                      <a:pt x="487" y="326"/>
                    </a:cubicBezTo>
                    <a:cubicBezTo>
                      <a:pt x="488" y="324"/>
                      <a:pt x="489" y="323"/>
                      <a:pt x="491" y="322"/>
                    </a:cubicBezTo>
                    <a:cubicBezTo>
                      <a:pt x="492" y="321"/>
                      <a:pt x="493" y="320"/>
                      <a:pt x="494" y="318"/>
                    </a:cubicBezTo>
                    <a:cubicBezTo>
                      <a:pt x="496" y="317"/>
                      <a:pt x="497" y="315"/>
                      <a:pt x="498" y="314"/>
                    </a:cubicBezTo>
                    <a:cubicBezTo>
                      <a:pt x="499" y="313"/>
                      <a:pt x="500" y="311"/>
                      <a:pt x="499" y="310"/>
                    </a:cubicBezTo>
                    <a:cubicBezTo>
                      <a:pt x="499" y="309"/>
                      <a:pt x="497" y="308"/>
                      <a:pt x="497" y="308"/>
                    </a:cubicBezTo>
                    <a:cubicBezTo>
                      <a:pt x="496" y="307"/>
                      <a:pt x="495" y="307"/>
                      <a:pt x="494" y="306"/>
                    </a:cubicBezTo>
                    <a:cubicBezTo>
                      <a:pt x="493" y="306"/>
                      <a:pt x="492" y="305"/>
                      <a:pt x="491" y="305"/>
                    </a:cubicBezTo>
                    <a:cubicBezTo>
                      <a:pt x="488" y="305"/>
                      <a:pt x="486" y="306"/>
                      <a:pt x="483" y="306"/>
                    </a:cubicBezTo>
                    <a:cubicBezTo>
                      <a:pt x="480" y="307"/>
                      <a:pt x="477" y="307"/>
                      <a:pt x="474" y="308"/>
                    </a:cubicBezTo>
                    <a:cubicBezTo>
                      <a:pt x="472" y="309"/>
                      <a:pt x="470" y="310"/>
                      <a:pt x="468" y="311"/>
                    </a:cubicBezTo>
                    <a:cubicBezTo>
                      <a:pt x="466" y="312"/>
                      <a:pt x="464" y="312"/>
                      <a:pt x="462" y="313"/>
                    </a:cubicBezTo>
                    <a:cubicBezTo>
                      <a:pt x="460" y="314"/>
                      <a:pt x="458" y="314"/>
                      <a:pt x="456" y="316"/>
                    </a:cubicBezTo>
                    <a:cubicBezTo>
                      <a:pt x="452" y="317"/>
                      <a:pt x="449" y="321"/>
                      <a:pt x="446" y="323"/>
                    </a:cubicBezTo>
                    <a:cubicBezTo>
                      <a:pt x="443" y="325"/>
                      <a:pt x="440" y="326"/>
                      <a:pt x="438" y="329"/>
                    </a:cubicBezTo>
                    <a:cubicBezTo>
                      <a:pt x="437" y="331"/>
                      <a:pt x="436" y="332"/>
                      <a:pt x="435" y="333"/>
                    </a:cubicBezTo>
                    <a:cubicBezTo>
                      <a:pt x="434" y="334"/>
                      <a:pt x="434" y="334"/>
                      <a:pt x="433" y="335"/>
                    </a:cubicBezTo>
                    <a:cubicBezTo>
                      <a:pt x="431" y="337"/>
                      <a:pt x="431" y="340"/>
                      <a:pt x="429" y="342"/>
                    </a:cubicBezTo>
                    <a:cubicBezTo>
                      <a:pt x="428" y="343"/>
                      <a:pt x="427" y="344"/>
                      <a:pt x="427" y="346"/>
                    </a:cubicBezTo>
                    <a:cubicBezTo>
                      <a:pt x="426" y="348"/>
                      <a:pt x="426" y="350"/>
                      <a:pt x="425" y="352"/>
                    </a:cubicBezTo>
                    <a:cubicBezTo>
                      <a:pt x="424" y="355"/>
                      <a:pt x="424" y="358"/>
                      <a:pt x="423" y="361"/>
                    </a:cubicBezTo>
                    <a:cubicBezTo>
                      <a:pt x="422" y="361"/>
                      <a:pt x="421" y="365"/>
                      <a:pt x="420" y="364"/>
                    </a:cubicBezTo>
                    <a:cubicBezTo>
                      <a:pt x="419" y="363"/>
                      <a:pt x="419" y="362"/>
                      <a:pt x="419" y="361"/>
                    </a:cubicBezTo>
                    <a:cubicBezTo>
                      <a:pt x="419" y="360"/>
                      <a:pt x="420" y="359"/>
                      <a:pt x="420" y="358"/>
                    </a:cubicBezTo>
                    <a:cubicBezTo>
                      <a:pt x="420" y="355"/>
                      <a:pt x="421" y="353"/>
                      <a:pt x="422" y="350"/>
                    </a:cubicBezTo>
                    <a:cubicBezTo>
                      <a:pt x="423" y="346"/>
                      <a:pt x="425" y="341"/>
                      <a:pt x="424" y="337"/>
                    </a:cubicBezTo>
                    <a:cubicBezTo>
                      <a:pt x="424" y="336"/>
                      <a:pt x="424" y="335"/>
                      <a:pt x="423" y="334"/>
                    </a:cubicBezTo>
                    <a:cubicBezTo>
                      <a:pt x="422" y="334"/>
                      <a:pt x="421" y="335"/>
                      <a:pt x="420" y="336"/>
                    </a:cubicBezTo>
                    <a:cubicBezTo>
                      <a:pt x="419" y="337"/>
                      <a:pt x="418" y="339"/>
                      <a:pt x="417" y="340"/>
                    </a:cubicBezTo>
                    <a:cubicBezTo>
                      <a:pt x="416" y="342"/>
                      <a:pt x="415" y="345"/>
                      <a:pt x="413" y="347"/>
                    </a:cubicBezTo>
                    <a:cubicBezTo>
                      <a:pt x="411" y="351"/>
                      <a:pt x="408" y="356"/>
                      <a:pt x="404" y="359"/>
                    </a:cubicBezTo>
                    <a:cubicBezTo>
                      <a:pt x="401" y="362"/>
                      <a:pt x="398" y="364"/>
                      <a:pt x="396" y="367"/>
                    </a:cubicBezTo>
                    <a:cubicBezTo>
                      <a:pt x="393" y="370"/>
                      <a:pt x="392" y="374"/>
                      <a:pt x="390" y="377"/>
                    </a:cubicBezTo>
                    <a:cubicBezTo>
                      <a:pt x="389" y="379"/>
                      <a:pt x="388" y="380"/>
                      <a:pt x="387" y="382"/>
                    </a:cubicBezTo>
                    <a:cubicBezTo>
                      <a:pt x="387" y="384"/>
                      <a:pt x="386" y="386"/>
                      <a:pt x="385" y="388"/>
                    </a:cubicBezTo>
                    <a:cubicBezTo>
                      <a:pt x="385" y="389"/>
                      <a:pt x="384" y="390"/>
                      <a:pt x="383" y="392"/>
                    </a:cubicBezTo>
                    <a:cubicBezTo>
                      <a:pt x="383" y="392"/>
                      <a:pt x="382" y="393"/>
                      <a:pt x="382" y="392"/>
                    </a:cubicBezTo>
                    <a:cubicBezTo>
                      <a:pt x="381" y="392"/>
                      <a:pt x="382" y="391"/>
                      <a:pt x="382" y="391"/>
                    </a:cubicBezTo>
                    <a:cubicBezTo>
                      <a:pt x="382" y="390"/>
                      <a:pt x="382" y="389"/>
                      <a:pt x="382" y="389"/>
                    </a:cubicBezTo>
                    <a:cubicBezTo>
                      <a:pt x="383" y="387"/>
                      <a:pt x="384" y="386"/>
                      <a:pt x="384" y="385"/>
                    </a:cubicBezTo>
                    <a:cubicBezTo>
                      <a:pt x="384" y="383"/>
                      <a:pt x="384" y="382"/>
                      <a:pt x="385" y="380"/>
                    </a:cubicBezTo>
                    <a:cubicBezTo>
                      <a:pt x="385" y="378"/>
                      <a:pt x="386" y="377"/>
                      <a:pt x="386" y="375"/>
                    </a:cubicBezTo>
                    <a:cubicBezTo>
                      <a:pt x="387" y="371"/>
                      <a:pt x="388" y="368"/>
                      <a:pt x="390" y="364"/>
                    </a:cubicBezTo>
                    <a:cubicBezTo>
                      <a:pt x="391" y="363"/>
                      <a:pt x="392" y="361"/>
                      <a:pt x="392" y="360"/>
                    </a:cubicBezTo>
                    <a:cubicBezTo>
                      <a:pt x="392" y="359"/>
                      <a:pt x="393" y="358"/>
                      <a:pt x="393" y="357"/>
                    </a:cubicBezTo>
                    <a:cubicBezTo>
                      <a:pt x="393" y="357"/>
                      <a:pt x="393" y="356"/>
                      <a:pt x="394" y="356"/>
                    </a:cubicBezTo>
                    <a:cubicBezTo>
                      <a:pt x="394" y="355"/>
                      <a:pt x="394" y="355"/>
                      <a:pt x="395" y="355"/>
                    </a:cubicBezTo>
                    <a:cubicBezTo>
                      <a:pt x="395" y="354"/>
                      <a:pt x="396" y="353"/>
                      <a:pt x="396" y="353"/>
                    </a:cubicBezTo>
                    <a:cubicBezTo>
                      <a:pt x="398" y="350"/>
                      <a:pt x="399" y="348"/>
                      <a:pt x="401" y="345"/>
                    </a:cubicBezTo>
                    <a:cubicBezTo>
                      <a:pt x="403" y="342"/>
                      <a:pt x="404" y="339"/>
                      <a:pt x="406" y="337"/>
                    </a:cubicBezTo>
                    <a:cubicBezTo>
                      <a:pt x="407" y="336"/>
                      <a:pt x="408" y="335"/>
                      <a:pt x="408" y="333"/>
                    </a:cubicBezTo>
                    <a:cubicBezTo>
                      <a:pt x="408" y="332"/>
                      <a:pt x="408" y="330"/>
                      <a:pt x="408" y="329"/>
                    </a:cubicBezTo>
                    <a:cubicBezTo>
                      <a:pt x="407" y="326"/>
                      <a:pt x="408" y="323"/>
                      <a:pt x="408" y="320"/>
                    </a:cubicBezTo>
                    <a:cubicBezTo>
                      <a:pt x="408" y="319"/>
                      <a:pt x="408" y="318"/>
                      <a:pt x="407" y="317"/>
                    </a:cubicBezTo>
                    <a:cubicBezTo>
                      <a:pt x="406" y="316"/>
                      <a:pt x="405" y="316"/>
                      <a:pt x="404" y="316"/>
                    </a:cubicBezTo>
                    <a:cubicBezTo>
                      <a:pt x="401" y="315"/>
                      <a:pt x="397" y="314"/>
                      <a:pt x="394" y="315"/>
                    </a:cubicBezTo>
                    <a:cubicBezTo>
                      <a:pt x="392" y="315"/>
                      <a:pt x="390" y="315"/>
                      <a:pt x="388" y="315"/>
                    </a:cubicBezTo>
                    <a:cubicBezTo>
                      <a:pt x="388" y="314"/>
                      <a:pt x="387" y="314"/>
                      <a:pt x="387" y="313"/>
                    </a:cubicBezTo>
                    <a:cubicBezTo>
                      <a:pt x="387" y="311"/>
                      <a:pt x="388" y="310"/>
                      <a:pt x="390" y="310"/>
                    </a:cubicBezTo>
                    <a:cubicBezTo>
                      <a:pt x="392" y="309"/>
                      <a:pt x="393" y="309"/>
                      <a:pt x="395" y="309"/>
                    </a:cubicBezTo>
                    <a:cubicBezTo>
                      <a:pt x="396" y="309"/>
                      <a:pt x="397" y="309"/>
                      <a:pt x="398" y="308"/>
                    </a:cubicBezTo>
                    <a:cubicBezTo>
                      <a:pt x="401" y="308"/>
                      <a:pt x="404" y="306"/>
                      <a:pt x="406" y="305"/>
                    </a:cubicBezTo>
                    <a:cubicBezTo>
                      <a:pt x="407" y="305"/>
                      <a:pt x="408" y="305"/>
                      <a:pt x="409" y="305"/>
                    </a:cubicBezTo>
                    <a:cubicBezTo>
                      <a:pt x="411" y="304"/>
                      <a:pt x="412" y="304"/>
                      <a:pt x="413" y="303"/>
                    </a:cubicBezTo>
                    <a:cubicBezTo>
                      <a:pt x="414" y="303"/>
                      <a:pt x="415" y="302"/>
                      <a:pt x="416" y="301"/>
                    </a:cubicBezTo>
                    <a:cubicBezTo>
                      <a:pt x="417" y="300"/>
                      <a:pt x="419" y="299"/>
                      <a:pt x="420" y="299"/>
                    </a:cubicBezTo>
                    <a:cubicBezTo>
                      <a:pt x="423" y="297"/>
                      <a:pt x="425" y="294"/>
                      <a:pt x="426" y="291"/>
                    </a:cubicBezTo>
                    <a:cubicBezTo>
                      <a:pt x="427" y="289"/>
                      <a:pt x="426" y="287"/>
                      <a:pt x="424" y="287"/>
                    </a:cubicBezTo>
                    <a:cubicBezTo>
                      <a:pt x="422" y="286"/>
                      <a:pt x="419" y="286"/>
                      <a:pt x="416" y="287"/>
                    </a:cubicBezTo>
                    <a:cubicBezTo>
                      <a:pt x="414" y="287"/>
                      <a:pt x="412" y="287"/>
                      <a:pt x="410" y="287"/>
                    </a:cubicBezTo>
                    <a:cubicBezTo>
                      <a:pt x="409" y="287"/>
                      <a:pt x="408" y="287"/>
                      <a:pt x="408" y="287"/>
                    </a:cubicBezTo>
                    <a:cubicBezTo>
                      <a:pt x="407" y="287"/>
                      <a:pt x="406" y="287"/>
                      <a:pt x="406" y="286"/>
                    </a:cubicBezTo>
                    <a:cubicBezTo>
                      <a:pt x="405" y="286"/>
                      <a:pt x="409" y="284"/>
                      <a:pt x="409" y="283"/>
                    </a:cubicBezTo>
                    <a:cubicBezTo>
                      <a:pt x="410" y="283"/>
                      <a:pt x="411" y="283"/>
                      <a:pt x="412" y="283"/>
                    </a:cubicBezTo>
                    <a:cubicBezTo>
                      <a:pt x="413" y="283"/>
                      <a:pt x="414" y="283"/>
                      <a:pt x="415" y="282"/>
                    </a:cubicBezTo>
                    <a:cubicBezTo>
                      <a:pt x="416" y="282"/>
                      <a:pt x="418" y="282"/>
                      <a:pt x="419" y="282"/>
                    </a:cubicBezTo>
                    <a:cubicBezTo>
                      <a:pt x="420" y="281"/>
                      <a:pt x="421" y="280"/>
                      <a:pt x="423" y="279"/>
                    </a:cubicBezTo>
                    <a:cubicBezTo>
                      <a:pt x="424" y="279"/>
                      <a:pt x="425" y="279"/>
                      <a:pt x="425" y="278"/>
                    </a:cubicBezTo>
                    <a:cubicBezTo>
                      <a:pt x="425" y="278"/>
                      <a:pt x="425" y="277"/>
                      <a:pt x="425" y="277"/>
                    </a:cubicBezTo>
                    <a:cubicBezTo>
                      <a:pt x="425" y="275"/>
                      <a:pt x="425" y="274"/>
                      <a:pt x="426" y="273"/>
                    </a:cubicBezTo>
                    <a:cubicBezTo>
                      <a:pt x="426" y="272"/>
                      <a:pt x="425" y="270"/>
                      <a:pt x="425" y="269"/>
                    </a:cubicBezTo>
                    <a:cubicBezTo>
                      <a:pt x="424" y="268"/>
                      <a:pt x="422" y="267"/>
                      <a:pt x="421" y="266"/>
                    </a:cubicBezTo>
                    <a:cubicBezTo>
                      <a:pt x="417" y="265"/>
                      <a:pt x="414" y="263"/>
                      <a:pt x="411" y="261"/>
                    </a:cubicBezTo>
                    <a:cubicBezTo>
                      <a:pt x="409" y="260"/>
                      <a:pt x="405" y="258"/>
                      <a:pt x="405" y="255"/>
                    </a:cubicBezTo>
                    <a:cubicBezTo>
                      <a:pt x="405" y="254"/>
                      <a:pt x="405" y="253"/>
                      <a:pt x="405" y="252"/>
                    </a:cubicBezTo>
                    <a:cubicBezTo>
                      <a:pt x="405" y="250"/>
                      <a:pt x="405" y="249"/>
                      <a:pt x="405" y="248"/>
                    </a:cubicBezTo>
                    <a:cubicBezTo>
                      <a:pt x="405" y="246"/>
                      <a:pt x="406" y="245"/>
                      <a:pt x="406" y="244"/>
                    </a:cubicBezTo>
                    <a:cubicBezTo>
                      <a:pt x="407" y="243"/>
                      <a:pt x="408" y="243"/>
                      <a:pt x="409" y="242"/>
                    </a:cubicBezTo>
                    <a:cubicBezTo>
                      <a:pt x="412" y="241"/>
                      <a:pt x="414" y="239"/>
                      <a:pt x="414" y="235"/>
                    </a:cubicBezTo>
                    <a:cubicBezTo>
                      <a:pt x="414" y="232"/>
                      <a:pt x="412" y="230"/>
                      <a:pt x="412" y="226"/>
                    </a:cubicBezTo>
                    <a:cubicBezTo>
                      <a:pt x="412" y="224"/>
                      <a:pt x="413" y="221"/>
                      <a:pt x="415" y="223"/>
                    </a:cubicBezTo>
                    <a:cubicBezTo>
                      <a:pt x="417" y="225"/>
                      <a:pt x="417" y="226"/>
                      <a:pt x="418" y="228"/>
                    </a:cubicBezTo>
                    <a:cubicBezTo>
                      <a:pt x="419" y="229"/>
                      <a:pt x="419" y="231"/>
                      <a:pt x="420" y="232"/>
                    </a:cubicBezTo>
                    <a:cubicBezTo>
                      <a:pt x="421" y="235"/>
                      <a:pt x="420" y="238"/>
                      <a:pt x="419" y="240"/>
                    </a:cubicBezTo>
                    <a:cubicBezTo>
                      <a:pt x="418" y="242"/>
                      <a:pt x="417" y="243"/>
                      <a:pt x="417" y="245"/>
                    </a:cubicBezTo>
                    <a:cubicBezTo>
                      <a:pt x="416" y="247"/>
                      <a:pt x="417" y="250"/>
                      <a:pt x="417" y="252"/>
                    </a:cubicBezTo>
                    <a:cubicBezTo>
                      <a:pt x="418" y="254"/>
                      <a:pt x="419" y="256"/>
                      <a:pt x="421" y="257"/>
                    </a:cubicBezTo>
                    <a:cubicBezTo>
                      <a:pt x="423" y="258"/>
                      <a:pt x="425" y="259"/>
                      <a:pt x="427" y="260"/>
                    </a:cubicBezTo>
                    <a:cubicBezTo>
                      <a:pt x="429" y="262"/>
                      <a:pt x="431" y="263"/>
                      <a:pt x="433" y="262"/>
                    </a:cubicBezTo>
                    <a:cubicBezTo>
                      <a:pt x="434" y="262"/>
                      <a:pt x="435" y="261"/>
                      <a:pt x="437" y="260"/>
                    </a:cubicBezTo>
                    <a:cubicBezTo>
                      <a:pt x="439" y="259"/>
                      <a:pt x="441" y="260"/>
                      <a:pt x="443" y="259"/>
                    </a:cubicBezTo>
                    <a:cubicBezTo>
                      <a:pt x="446" y="259"/>
                      <a:pt x="448" y="257"/>
                      <a:pt x="449" y="254"/>
                    </a:cubicBezTo>
                    <a:cubicBezTo>
                      <a:pt x="449" y="251"/>
                      <a:pt x="449" y="247"/>
                      <a:pt x="447" y="245"/>
                    </a:cubicBezTo>
                    <a:cubicBezTo>
                      <a:pt x="446" y="244"/>
                      <a:pt x="443" y="243"/>
                      <a:pt x="445" y="242"/>
                    </a:cubicBezTo>
                    <a:cubicBezTo>
                      <a:pt x="447" y="241"/>
                      <a:pt x="450" y="242"/>
                      <a:pt x="451" y="243"/>
                    </a:cubicBezTo>
                    <a:cubicBezTo>
                      <a:pt x="453" y="244"/>
                      <a:pt x="455" y="244"/>
                      <a:pt x="456" y="244"/>
                    </a:cubicBezTo>
                    <a:cubicBezTo>
                      <a:pt x="457" y="244"/>
                      <a:pt x="458" y="244"/>
                      <a:pt x="458" y="244"/>
                    </a:cubicBezTo>
                    <a:cubicBezTo>
                      <a:pt x="460" y="244"/>
                      <a:pt x="461" y="243"/>
                      <a:pt x="461" y="242"/>
                    </a:cubicBezTo>
                    <a:cubicBezTo>
                      <a:pt x="463" y="240"/>
                      <a:pt x="464" y="239"/>
                      <a:pt x="466" y="238"/>
                    </a:cubicBezTo>
                    <a:cubicBezTo>
                      <a:pt x="467" y="237"/>
                      <a:pt x="469" y="236"/>
                      <a:pt x="470" y="234"/>
                    </a:cubicBezTo>
                    <a:cubicBezTo>
                      <a:pt x="471" y="234"/>
                      <a:pt x="472" y="233"/>
                      <a:pt x="472" y="232"/>
                    </a:cubicBezTo>
                    <a:cubicBezTo>
                      <a:pt x="472" y="231"/>
                      <a:pt x="473" y="230"/>
                      <a:pt x="473" y="229"/>
                    </a:cubicBezTo>
                    <a:cubicBezTo>
                      <a:pt x="475" y="227"/>
                      <a:pt x="479" y="226"/>
                      <a:pt x="480" y="223"/>
                    </a:cubicBezTo>
                    <a:cubicBezTo>
                      <a:pt x="482" y="220"/>
                      <a:pt x="478" y="218"/>
                      <a:pt x="476" y="217"/>
                    </a:cubicBezTo>
                    <a:cubicBezTo>
                      <a:pt x="473" y="216"/>
                      <a:pt x="470" y="217"/>
                      <a:pt x="468" y="215"/>
                    </a:cubicBezTo>
                    <a:cubicBezTo>
                      <a:pt x="468" y="214"/>
                      <a:pt x="467" y="213"/>
                      <a:pt x="468" y="212"/>
                    </a:cubicBezTo>
                    <a:cubicBezTo>
                      <a:pt x="469" y="211"/>
                      <a:pt x="470" y="211"/>
                      <a:pt x="472" y="210"/>
                    </a:cubicBezTo>
                    <a:cubicBezTo>
                      <a:pt x="473" y="210"/>
                      <a:pt x="474" y="210"/>
                      <a:pt x="475" y="210"/>
                    </a:cubicBezTo>
                    <a:cubicBezTo>
                      <a:pt x="476" y="209"/>
                      <a:pt x="475" y="208"/>
                      <a:pt x="475" y="208"/>
                    </a:cubicBezTo>
                    <a:cubicBezTo>
                      <a:pt x="473" y="206"/>
                      <a:pt x="470" y="204"/>
                      <a:pt x="468" y="204"/>
                    </a:cubicBezTo>
                    <a:cubicBezTo>
                      <a:pt x="465" y="203"/>
                      <a:pt x="461" y="202"/>
                      <a:pt x="459" y="200"/>
                    </a:cubicBezTo>
                    <a:cubicBezTo>
                      <a:pt x="458" y="199"/>
                      <a:pt x="456" y="196"/>
                      <a:pt x="458" y="195"/>
                    </a:cubicBezTo>
                    <a:cubicBezTo>
                      <a:pt x="459" y="194"/>
                      <a:pt x="460" y="195"/>
                      <a:pt x="461" y="195"/>
                    </a:cubicBezTo>
                    <a:cubicBezTo>
                      <a:pt x="463" y="195"/>
                      <a:pt x="465" y="195"/>
                      <a:pt x="466" y="196"/>
                    </a:cubicBezTo>
                    <a:cubicBezTo>
                      <a:pt x="468" y="196"/>
                      <a:pt x="469" y="197"/>
                      <a:pt x="470" y="198"/>
                    </a:cubicBezTo>
                    <a:cubicBezTo>
                      <a:pt x="472" y="199"/>
                      <a:pt x="473" y="200"/>
                      <a:pt x="474" y="201"/>
                    </a:cubicBezTo>
                    <a:cubicBezTo>
                      <a:pt x="476" y="201"/>
                      <a:pt x="477" y="202"/>
                      <a:pt x="479" y="202"/>
                    </a:cubicBezTo>
                    <a:cubicBezTo>
                      <a:pt x="480" y="202"/>
                      <a:pt x="481" y="202"/>
                      <a:pt x="483" y="203"/>
                    </a:cubicBezTo>
                    <a:cubicBezTo>
                      <a:pt x="484" y="204"/>
                      <a:pt x="484" y="207"/>
                      <a:pt x="487" y="208"/>
                    </a:cubicBezTo>
                    <a:cubicBezTo>
                      <a:pt x="489" y="209"/>
                      <a:pt x="491" y="207"/>
                      <a:pt x="491" y="205"/>
                    </a:cubicBezTo>
                    <a:cubicBezTo>
                      <a:pt x="491" y="203"/>
                      <a:pt x="491" y="202"/>
                      <a:pt x="489" y="200"/>
                    </a:cubicBezTo>
                    <a:cubicBezTo>
                      <a:pt x="489" y="199"/>
                      <a:pt x="488" y="198"/>
                      <a:pt x="487" y="197"/>
                    </a:cubicBezTo>
                    <a:cubicBezTo>
                      <a:pt x="487" y="197"/>
                      <a:pt x="486" y="196"/>
                      <a:pt x="486" y="195"/>
                    </a:cubicBezTo>
                    <a:cubicBezTo>
                      <a:pt x="485" y="194"/>
                      <a:pt x="484" y="194"/>
                      <a:pt x="484" y="193"/>
                    </a:cubicBezTo>
                    <a:cubicBezTo>
                      <a:pt x="482" y="193"/>
                      <a:pt x="480" y="192"/>
                      <a:pt x="478" y="192"/>
                    </a:cubicBezTo>
                    <a:cubicBezTo>
                      <a:pt x="475" y="191"/>
                      <a:pt x="472" y="191"/>
                      <a:pt x="472" y="188"/>
                    </a:cubicBezTo>
                    <a:cubicBezTo>
                      <a:pt x="471" y="187"/>
                      <a:pt x="472" y="186"/>
                      <a:pt x="472" y="185"/>
                    </a:cubicBezTo>
                    <a:cubicBezTo>
                      <a:pt x="472" y="184"/>
                      <a:pt x="472" y="183"/>
                      <a:pt x="473" y="182"/>
                    </a:cubicBezTo>
                    <a:cubicBezTo>
                      <a:pt x="473" y="181"/>
                      <a:pt x="474" y="181"/>
                      <a:pt x="476" y="181"/>
                    </a:cubicBezTo>
                    <a:cubicBezTo>
                      <a:pt x="477" y="181"/>
                      <a:pt x="479" y="181"/>
                      <a:pt x="480" y="180"/>
                    </a:cubicBezTo>
                    <a:cubicBezTo>
                      <a:pt x="481" y="179"/>
                      <a:pt x="481" y="178"/>
                      <a:pt x="481" y="177"/>
                    </a:cubicBezTo>
                    <a:cubicBezTo>
                      <a:pt x="481" y="175"/>
                      <a:pt x="482" y="174"/>
                      <a:pt x="482" y="172"/>
                    </a:cubicBezTo>
                    <a:cubicBezTo>
                      <a:pt x="482" y="171"/>
                      <a:pt x="481" y="171"/>
                      <a:pt x="480" y="171"/>
                    </a:cubicBezTo>
                    <a:cubicBezTo>
                      <a:pt x="479" y="170"/>
                      <a:pt x="478" y="170"/>
                      <a:pt x="477" y="170"/>
                    </a:cubicBezTo>
                    <a:cubicBezTo>
                      <a:pt x="476" y="170"/>
                      <a:pt x="474" y="170"/>
                      <a:pt x="473" y="170"/>
                    </a:cubicBezTo>
                    <a:cubicBezTo>
                      <a:pt x="472" y="170"/>
                      <a:pt x="472" y="171"/>
                      <a:pt x="471" y="172"/>
                    </a:cubicBezTo>
                    <a:cubicBezTo>
                      <a:pt x="471" y="173"/>
                      <a:pt x="470" y="173"/>
                      <a:pt x="469" y="174"/>
                    </a:cubicBezTo>
                    <a:cubicBezTo>
                      <a:pt x="468" y="176"/>
                      <a:pt x="467" y="178"/>
                      <a:pt x="465" y="179"/>
                    </a:cubicBezTo>
                    <a:cubicBezTo>
                      <a:pt x="464" y="179"/>
                      <a:pt x="463" y="178"/>
                      <a:pt x="463" y="177"/>
                    </a:cubicBezTo>
                    <a:cubicBezTo>
                      <a:pt x="464" y="176"/>
                      <a:pt x="465" y="175"/>
                      <a:pt x="465" y="174"/>
                    </a:cubicBezTo>
                    <a:cubicBezTo>
                      <a:pt x="465" y="171"/>
                      <a:pt x="461" y="171"/>
                      <a:pt x="460" y="171"/>
                    </a:cubicBezTo>
                    <a:cubicBezTo>
                      <a:pt x="460" y="170"/>
                      <a:pt x="460" y="169"/>
                      <a:pt x="461" y="168"/>
                    </a:cubicBezTo>
                    <a:cubicBezTo>
                      <a:pt x="461" y="167"/>
                      <a:pt x="461" y="165"/>
                      <a:pt x="462" y="163"/>
                    </a:cubicBezTo>
                    <a:cubicBezTo>
                      <a:pt x="463" y="162"/>
                      <a:pt x="464" y="161"/>
                      <a:pt x="465" y="160"/>
                    </a:cubicBezTo>
                    <a:cubicBezTo>
                      <a:pt x="465" y="158"/>
                      <a:pt x="466" y="156"/>
                      <a:pt x="467" y="155"/>
                    </a:cubicBezTo>
                    <a:cubicBezTo>
                      <a:pt x="468" y="154"/>
                      <a:pt x="469" y="153"/>
                      <a:pt x="470" y="152"/>
                    </a:cubicBezTo>
                    <a:cubicBezTo>
                      <a:pt x="471" y="151"/>
                      <a:pt x="471" y="150"/>
                      <a:pt x="471" y="149"/>
                    </a:cubicBezTo>
                    <a:cubicBezTo>
                      <a:pt x="472" y="148"/>
                      <a:pt x="472" y="147"/>
                      <a:pt x="473" y="146"/>
                    </a:cubicBezTo>
                    <a:cubicBezTo>
                      <a:pt x="474" y="145"/>
                      <a:pt x="475" y="145"/>
                      <a:pt x="476" y="144"/>
                    </a:cubicBezTo>
                    <a:cubicBezTo>
                      <a:pt x="477" y="143"/>
                      <a:pt x="479" y="142"/>
                      <a:pt x="478" y="141"/>
                    </a:cubicBezTo>
                    <a:cubicBezTo>
                      <a:pt x="478" y="140"/>
                      <a:pt x="477" y="139"/>
                      <a:pt x="477" y="138"/>
                    </a:cubicBezTo>
                    <a:cubicBezTo>
                      <a:pt x="476" y="136"/>
                      <a:pt x="474" y="135"/>
                      <a:pt x="472" y="134"/>
                    </a:cubicBezTo>
                    <a:cubicBezTo>
                      <a:pt x="471" y="133"/>
                      <a:pt x="470" y="132"/>
                      <a:pt x="469" y="132"/>
                    </a:cubicBezTo>
                    <a:cubicBezTo>
                      <a:pt x="468" y="130"/>
                      <a:pt x="468" y="129"/>
                      <a:pt x="468" y="127"/>
                    </a:cubicBezTo>
                    <a:cubicBezTo>
                      <a:pt x="468" y="124"/>
                      <a:pt x="468" y="121"/>
                      <a:pt x="469" y="118"/>
                    </a:cubicBezTo>
                    <a:cubicBezTo>
                      <a:pt x="469" y="117"/>
                      <a:pt x="470" y="117"/>
                      <a:pt x="471" y="116"/>
                    </a:cubicBezTo>
                    <a:cubicBezTo>
                      <a:pt x="472" y="115"/>
                      <a:pt x="472" y="114"/>
                      <a:pt x="472" y="112"/>
                    </a:cubicBezTo>
                    <a:cubicBezTo>
                      <a:pt x="472" y="111"/>
                      <a:pt x="472" y="110"/>
                      <a:pt x="472" y="109"/>
                    </a:cubicBezTo>
                    <a:cubicBezTo>
                      <a:pt x="472" y="108"/>
                      <a:pt x="471" y="108"/>
                      <a:pt x="471" y="107"/>
                    </a:cubicBezTo>
                    <a:cubicBezTo>
                      <a:pt x="471" y="107"/>
                      <a:pt x="470" y="106"/>
                      <a:pt x="469" y="106"/>
                    </a:cubicBezTo>
                    <a:cubicBezTo>
                      <a:pt x="469" y="106"/>
                      <a:pt x="468" y="106"/>
                      <a:pt x="468" y="106"/>
                    </a:cubicBezTo>
                    <a:cubicBezTo>
                      <a:pt x="467" y="106"/>
                      <a:pt x="467" y="106"/>
                      <a:pt x="466" y="106"/>
                    </a:cubicBezTo>
                    <a:cubicBezTo>
                      <a:pt x="465" y="106"/>
                      <a:pt x="465" y="105"/>
                      <a:pt x="464" y="105"/>
                    </a:cubicBezTo>
                    <a:cubicBezTo>
                      <a:pt x="463" y="104"/>
                      <a:pt x="462" y="104"/>
                      <a:pt x="462" y="103"/>
                    </a:cubicBezTo>
                    <a:cubicBezTo>
                      <a:pt x="461" y="103"/>
                      <a:pt x="459" y="102"/>
                      <a:pt x="459" y="101"/>
                    </a:cubicBezTo>
                    <a:cubicBezTo>
                      <a:pt x="459" y="101"/>
                      <a:pt x="460" y="101"/>
                      <a:pt x="461" y="100"/>
                    </a:cubicBezTo>
                    <a:cubicBezTo>
                      <a:pt x="461" y="100"/>
                      <a:pt x="462" y="100"/>
                      <a:pt x="462" y="99"/>
                    </a:cubicBezTo>
                    <a:cubicBezTo>
                      <a:pt x="463" y="99"/>
                      <a:pt x="464" y="97"/>
                      <a:pt x="463" y="96"/>
                    </a:cubicBezTo>
                    <a:cubicBezTo>
                      <a:pt x="463" y="96"/>
                      <a:pt x="462" y="95"/>
                      <a:pt x="461" y="96"/>
                    </a:cubicBezTo>
                    <a:cubicBezTo>
                      <a:pt x="459" y="96"/>
                      <a:pt x="458" y="97"/>
                      <a:pt x="456" y="97"/>
                    </a:cubicBezTo>
                    <a:cubicBezTo>
                      <a:pt x="455" y="98"/>
                      <a:pt x="454" y="99"/>
                      <a:pt x="452" y="99"/>
                    </a:cubicBezTo>
                    <a:cubicBezTo>
                      <a:pt x="451" y="99"/>
                      <a:pt x="449" y="100"/>
                      <a:pt x="448" y="99"/>
                    </a:cubicBezTo>
                    <a:cubicBezTo>
                      <a:pt x="449" y="98"/>
                      <a:pt x="450" y="97"/>
                      <a:pt x="451" y="96"/>
                    </a:cubicBezTo>
                    <a:cubicBezTo>
                      <a:pt x="451" y="96"/>
                      <a:pt x="453" y="94"/>
                      <a:pt x="452" y="93"/>
                    </a:cubicBezTo>
                    <a:cubicBezTo>
                      <a:pt x="451" y="92"/>
                      <a:pt x="449" y="93"/>
                      <a:pt x="448" y="93"/>
                    </a:cubicBezTo>
                    <a:cubicBezTo>
                      <a:pt x="447" y="94"/>
                      <a:pt x="445" y="94"/>
                      <a:pt x="444" y="94"/>
                    </a:cubicBezTo>
                    <a:cubicBezTo>
                      <a:pt x="443" y="93"/>
                      <a:pt x="444" y="92"/>
                      <a:pt x="444" y="91"/>
                    </a:cubicBezTo>
                    <a:cubicBezTo>
                      <a:pt x="446" y="90"/>
                      <a:pt x="450" y="90"/>
                      <a:pt x="451" y="87"/>
                    </a:cubicBezTo>
                    <a:cubicBezTo>
                      <a:pt x="453" y="85"/>
                      <a:pt x="451" y="82"/>
                      <a:pt x="454" y="81"/>
                    </a:cubicBezTo>
                    <a:cubicBezTo>
                      <a:pt x="455" y="80"/>
                      <a:pt x="456" y="80"/>
                      <a:pt x="457" y="80"/>
                    </a:cubicBezTo>
                    <a:cubicBezTo>
                      <a:pt x="457" y="79"/>
                      <a:pt x="457" y="78"/>
                      <a:pt x="457" y="77"/>
                    </a:cubicBezTo>
                    <a:cubicBezTo>
                      <a:pt x="456" y="76"/>
                      <a:pt x="453" y="76"/>
                      <a:pt x="454" y="74"/>
                    </a:cubicBezTo>
                    <a:cubicBezTo>
                      <a:pt x="454" y="72"/>
                      <a:pt x="457" y="71"/>
                      <a:pt x="457" y="69"/>
                    </a:cubicBezTo>
                    <a:cubicBezTo>
                      <a:pt x="458" y="67"/>
                      <a:pt x="458" y="63"/>
                      <a:pt x="456" y="61"/>
                    </a:cubicBezTo>
                    <a:cubicBezTo>
                      <a:pt x="455" y="60"/>
                      <a:pt x="455" y="60"/>
                      <a:pt x="454" y="59"/>
                    </a:cubicBezTo>
                    <a:cubicBezTo>
                      <a:pt x="454" y="57"/>
                      <a:pt x="454" y="56"/>
                      <a:pt x="454" y="55"/>
                    </a:cubicBezTo>
                    <a:cubicBezTo>
                      <a:pt x="454" y="54"/>
                      <a:pt x="454" y="52"/>
                      <a:pt x="454" y="51"/>
                    </a:cubicBezTo>
                    <a:cubicBezTo>
                      <a:pt x="455" y="50"/>
                      <a:pt x="455" y="49"/>
                      <a:pt x="456" y="48"/>
                    </a:cubicBezTo>
                    <a:cubicBezTo>
                      <a:pt x="457" y="46"/>
                      <a:pt x="457" y="44"/>
                      <a:pt x="457" y="41"/>
                    </a:cubicBezTo>
                    <a:cubicBezTo>
                      <a:pt x="457" y="40"/>
                      <a:pt x="457" y="39"/>
                      <a:pt x="457" y="38"/>
                    </a:cubicBezTo>
                    <a:cubicBezTo>
                      <a:pt x="457" y="36"/>
                      <a:pt x="457" y="35"/>
                      <a:pt x="456" y="34"/>
                    </a:cubicBezTo>
                    <a:cubicBezTo>
                      <a:pt x="455" y="33"/>
                      <a:pt x="454" y="33"/>
                      <a:pt x="454" y="34"/>
                    </a:cubicBezTo>
                    <a:cubicBezTo>
                      <a:pt x="453" y="35"/>
                      <a:pt x="454" y="37"/>
                      <a:pt x="454" y="38"/>
                    </a:cubicBezTo>
                    <a:cubicBezTo>
                      <a:pt x="454" y="39"/>
                      <a:pt x="455" y="41"/>
                      <a:pt x="454" y="42"/>
                    </a:cubicBezTo>
                    <a:cubicBezTo>
                      <a:pt x="454" y="44"/>
                      <a:pt x="453" y="45"/>
                      <a:pt x="452" y="46"/>
                    </a:cubicBezTo>
                    <a:cubicBezTo>
                      <a:pt x="451" y="46"/>
                      <a:pt x="449" y="47"/>
                      <a:pt x="449" y="46"/>
                    </a:cubicBezTo>
                    <a:cubicBezTo>
                      <a:pt x="448" y="45"/>
                      <a:pt x="449" y="44"/>
                      <a:pt x="449" y="43"/>
                    </a:cubicBezTo>
                    <a:cubicBezTo>
                      <a:pt x="449" y="41"/>
                      <a:pt x="449" y="40"/>
                      <a:pt x="448" y="39"/>
                    </a:cubicBezTo>
                    <a:cubicBezTo>
                      <a:pt x="448" y="38"/>
                      <a:pt x="447" y="37"/>
                      <a:pt x="446" y="37"/>
                    </a:cubicBezTo>
                    <a:cubicBezTo>
                      <a:pt x="443" y="35"/>
                      <a:pt x="443" y="33"/>
                      <a:pt x="443" y="31"/>
                    </a:cubicBezTo>
                    <a:cubicBezTo>
                      <a:pt x="443" y="29"/>
                      <a:pt x="443" y="24"/>
                      <a:pt x="441" y="23"/>
                    </a:cubicBezTo>
                    <a:cubicBezTo>
                      <a:pt x="439" y="23"/>
                      <a:pt x="437" y="25"/>
                      <a:pt x="437" y="26"/>
                    </a:cubicBezTo>
                    <a:cubicBezTo>
                      <a:pt x="436" y="27"/>
                      <a:pt x="437" y="28"/>
                      <a:pt x="436" y="29"/>
                    </a:cubicBezTo>
                    <a:cubicBezTo>
                      <a:pt x="435" y="30"/>
                      <a:pt x="434" y="30"/>
                      <a:pt x="433" y="30"/>
                    </a:cubicBezTo>
                    <a:cubicBezTo>
                      <a:pt x="432" y="30"/>
                      <a:pt x="431" y="30"/>
                      <a:pt x="430" y="30"/>
                    </a:cubicBezTo>
                    <a:cubicBezTo>
                      <a:pt x="428" y="31"/>
                      <a:pt x="425" y="30"/>
                      <a:pt x="424" y="28"/>
                    </a:cubicBezTo>
                    <a:cubicBezTo>
                      <a:pt x="422" y="25"/>
                      <a:pt x="422" y="20"/>
                      <a:pt x="420" y="17"/>
                    </a:cubicBezTo>
                    <a:cubicBezTo>
                      <a:pt x="419" y="13"/>
                      <a:pt x="416" y="10"/>
                      <a:pt x="413" y="8"/>
                    </a:cubicBezTo>
                    <a:cubicBezTo>
                      <a:pt x="412" y="7"/>
                      <a:pt x="411" y="5"/>
                      <a:pt x="410" y="6"/>
                    </a:cubicBezTo>
                    <a:cubicBezTo>
                      <a:pt x="409" y="6"/>
                      <a:pt x="409" y="7"/>
                      <a:pt x="408" y="8"/>
                    </a:cubicBezTo>
                    <a:cubicBezTo>
                      <a:pt x="408" y="9"/>
                      <a:pt x="408" y="11"/>
                      <a:pt x="406" y="11"/>
                    </a:cubicBezTo>
                    <a:cubicBezTo>
                      <a:pt x="405" y="12"/>
                      <a:pt x="404" y="11"/>
                      <a:pt x="403" y="10"/>
                    </a:cubicBezTo>
                    <a:cubicBezTo>
                      <a:pt x="400" y="9"/>
                      <a:pt x="397" y="8"/>
                      <a:pt x="394" y="6"/>
                    </a:cubicBezTo>
                    <a:cubicBezTo>
                      <a:pt x="393" y="5"/>
                      <a:pt x="392" y="3"/>
                      <a:pt x="390" y="2"/>
                    </a:cubicBezTo>
                    <a:cubicBezTo>
                      <a:pt x="390" y="1"/>
                      <a:pt x="389" y="0"/>
                      <a:pt x="388" y="1"/>
                    </a:cubicBezTo>
                    <a:cubicBezTo>
                      <a:pt x="386" y="2"/>
                      <a:pt x="386" y="4"/>
                      <a:pt x="385" y="5"/>
                    </a:cubicBezTo>
                    <a:cubicBezTo>
                      <a:pt x="385" y="7"/>
                      <a:pt x="384" y="8"/>
                      <a:pt x="384" y="10"/>
                    </a:cubicBezTo>
                    <a:cubicBezTo>
                      <a:pt x="383" y="12"/>
                      <a:pt x="386" y="14"/>
                      <a:pt x="387" y="16"/>
                    </a:cubicBezTo>
                    <a:cubicBezTo>
                      <a:pt x="388" y="17"/>
                      <a:pt x="389" y="18"/>
                      <a:pt x="389" y="19"/>
                    </a:cubicBezTo>
                    <a:cubicBezTo>
                      <a:pt x="388" y="20"/>
                      <a:pt x="387" y="21"/>
                      <a:pt x="386" y="22"/>
                    </a:cubicBezTo>
                    <a:cubicBezTo>
                      <a:pt x="385" y="23"/>
                      <a:pt x="383" y="24"/>
                      <a:pt x="381" y="24"/>
                    </a:cubicBezTo>
                    <a:cubicBezTo>
                      <a:pt x="380" y="24"/>
                      <a:pt x="378" y="23"/>
                      <a:pt x="377" y="22"/>
                    </a:cubicBezTo>
                    <a:cubicBezTo>
                      <a:pt x="376" y="20"/>
                      <a:pt x="370" y="13"/>
                      <a:pt x="368" y="17"/>
                    </a:cubicBezTo>
                    <a:cubicBezTo>
                      <a:pt x="368" y="19"/>
                      <a:pt x="369" y="21"/>
                      <a:pt x="369" y="23"/>
                    </a:cubicBezTo>
                    <a:cubicBezTo>
                      <a:pt x="370" y="25"/>
                      <a:pt x="372" y="26"/>
                      <a:pt x="373" y="28"/>
                    </a:cubicBezTo>
                    <a:cubicBezTo>
                      <a:pt x="374" y="29"/>
                      <a:pt x="374" y="31"/>
                      <a:pt x="373" y="32"/>
                    </a:cubicBezTo>
                    <a:cubicBezTo>
                      <a:pt x="373" y="33"/>
                      <a:pt x="373" y="35"/>
                      <a:pt x="374" y="36"/>
                    </a:cubicBezTo>
                    <a:cubicBezTo>
                      <a:pt x="375" y="38"/>
                      <a:pt x="377" y="39"/>
                      <a:pt x="378" y="39"/>
                    </a:cubicBezTo>
                    <a:cubicBezTo>
                      <a:pt x="381" y="40"/>
                      <a:pt x="383" y="40"/>
                      <a:pt x="385" y="40"/>
                    </a:cubicBezTo>
                    <a:cubicBezTo>
                      <a:pt x="387" y="40"/>
                      <a:pt x="390" y="40"/>
                      <a:pt x="392" y="40"/>
                    </a:cubicBezTo>
                    <a:cubicBezTo>
                      <a:pt x="393" y="40"/>
                      <a:pt x="395" y="40"/>
                      <a:pt x="396" y="40"/>
                    </a:cubicBezTo>
                    <a:cubicBezTo>
                      <a:pt x="398" y="40"/>
                      <a:pt x="399" y="39"/>
                      <a:pt x="401" y="39"/>
                    </a:cubicBezTo>
                    <a:cubicBezTo>
                      <a:pt x="402" y="38"/>
                      <a:pt x="404" y="39"/>
                      <a:pt x="406" y="39"/>
                    </a:cubicBezTo>
                    <a:cubicBezTo>
                      <a:pt x="407" y="39"/>
                      <a:pt x="408" y="40"/>
                      <a:pt x="409" y="40"/>
                    </a:cubicBezTo>
                    <a:cubicBezTo>
                      <a:pt x="409" y="40"/>
                      <a:pt x="410" y="41"/>
                      <a:pt x="410" y="41"/>
                    </a:cubicBezTo>
                    <a:cubicBezTo>
                      <a:pt x="410" y="42"/>
                      <a:pt x="406" y="42"/>
                      <a:pt x="406" y="42"/>
                    </a:cubicBezTo>
                    <a:cubicBezTo>
                      <a:pt x="404" y="42"/>
                      <a:pt x="397" y="41"/>
                      <a:pt x="397" y="45"/>
                    </a:cubicBezTo>
                    <a:cubicBezTo>
                      <a:pt x="398" y="47"/>
                      <a:pt x="401" y="48"/>
                      <a:pt x="404" y="48"/>
                    </a:cubicBezTo>
                    <a:cubicBezTo>
                      <a:pt x="407" y="49"/>
                      <a:pt x="412" y="50"/>
                      <a:pt x="415" y="48"/>
                    </a:cubicBezTo>
                    <a:cubicBezTo>
                      <a:pt x="416" y="47"/>
                      <a:pt x="417" y="46"/>
                      <a:pt x="419" y="45"/>
                    </a:cubicBezTo>
                    <a:cubicBezTo>
                      <a:pt x="420" y="45"/>
                      <a:pt x="422" y="45"/>
                      <a:pt x="423" y="46"/>
                    </a:cubicBezTo>
                    <a:cubicBezTo>
                      <a:pt x="424" y="48"/>
                      <a:pt x="423" y="49"/>
                      <a:pt x="422" y="50"/>
                    </a:cubicBezTo>
                    <a:cubicBezTo>
                      <a:pt x="421" y="51"/>
                      <a:pt x="418" y="52"/>
                      <a:pt x="416" y="52"/>
                    </a:cubicBezTo>
                    <a:cubicBezTo>
                      <a:pt x="414" y="53"/>
                      <a:pt x="412" y="53"/>
                      <a:pt x="409" y="53"/>
                    </a:cubicBezTo>
                    <a:cubicBezTo>
                      <a:pt x="408" y="53"/>
                      <a:pt x="407" y="54"/>
                      <a:pt x="407" y="56"/>
                    </a:cubicBezTo>
                    <a:cubicBezTo>
                      <a:pt x="406" y="58"/>
                      <a:pt x="408" y="62"/>
                      <a:pt x="410" y="63"/>
                    </a:cubicBezTo>
                    <a:cubicBezTo>
                      <a:pt x="411" y="64"/>
                      <a:pt x="412" y="64"/>
                      <a:pt x="413" y="64"/>
                    </a:cubicBezTo>
                    <a:cubicBezTo>
                      <a:pt x="415" y="64"/>
                      <a:pt x="417" y="65"/>
                      <a:pt x="418" y="65"/>
                    </a:cubicBezTo>
                    <a:cubicBezTo>
                      <a:pt x="421" y="65"/>
                      <a:pt x="423" y="65"/>
                      <a:pt x="425" y="65"/>
                    </a:cubicBezTo>
                    <a:cubicBezTo>
                      <a:pt x="425" y="64"/>
                      <a:pt x="426" y="64"/>
                      <a:pt x="427" y="64"/>
                    </a:cubicBezTo>
                    <a:cubicBezTo>
                      <a:pt x="427" y="63"/>
                      <a:pt x="427" y="63"/>
                      <a:pt x="428" y="63"/>
                    </a:cubicBezTo>
                    <a:cubicBezTo>
                      <a:pt x="429" y="63"/>
                      <a:pt x="429" y="65"/>
                      <a:pt x="429" y="65"/>
                    </a:cubicBezTo>
                    <a:cubicBezTo>
                      <a:pt x="429" y="67"/>
                      <a:pt x="430" y="68"/>
                      <a:pt x="429" y="69"/>
                    </a:cubicBezTo>
                    <a:cubicBezTo>
                      <a:pt x="427" y="71"/>
                      <a:pt x="425" y="70"/>
                      <a:pt x="423" y="70"/>
                    </a:cubicBezTo>
                    <a:cubicBezTo>
                      <a:pt x="421" y="70"/>
                      <a:pt x="419" y="69"/>
                      <a:pt x="417" y="70"/>
                    </a:cubicBezTo>
                    <a:cubicBezTo>
                      <a:pt x="415" y="71"/>
                      <a:pt x="416" y="72"/>
                      <a:pt x="417" y="72"/>
                    </a:cubicBezTo>
                    <a:cubicBezTo>
                      <a:pt x="418" y="73"/>
                      <a:pt x="420" y="74"/>
                      <a:pt x="422" y="74"/>
                    </a:cubicBezTo>
                    <a:cubicBezTo>
                      <a:pt x="425" y="75"/>
                      <a:pt x="427" y="75"/>
                      <a:pt x="429" y="76"/>
                    </a:cubicBezTo>
                    <a:cubicBezTo>
                      <a:pt x="430" y="77"/>
                      <a:pt x="432" y="78"/>
                      <a:pt x="433" y="80"/>
                    </a:cubicBezTo>
                    <a:cubicBezTo>
                      <a:pt x="434" y="83"/>
                      <a:pt x="427" y="81"/>
                      <a:pt x="426" y="80"/>
                    </a:cubicBezTo>
                    <a:cubicBezTo>
                      <a:pt x="423" y="80"/>
                      <a:pt x="421" y="78"/>
                      <a:pt x="418" y="77"/>
                    </a:cubicBezTo>
                    <a:cubicBezTo>
                      <a:pt x="417" y="77"/>
                      <a:pt x="414" y="75"/>
                      <a:pt x="412" y="76"/>
                    </a:cubicBezTo>
                    <a:cubicBezTo>
                      <a:pt x="410" y="77"/>
                      <a:pt x="410" y="80"/>
                      <a:pt x="410" y="81"/>
                    </a:cubicBezTo>
                    <a:cubicBezTo>
                      <a:pt x="410" y="82"/>
                      <a:pt x="410" y="85"/>
                      <a:pt x="410" y="85"/>
                    </a:cubicBezTo>
                    <a:cubicBezTo>
                      <a:pt x="409" y="85"/>
                      <a:pt x="409" y="85"/>
                      <a:pt x="409" y="84"/>
                    </a:cubicBezTo>
                    <a:cubicBezTo>
                      <a:pt x="408" y="83"/>
                      <a:pt x="408" y="82"/>
                      <a:pt x="407" y="82"/>
                    </a:cubicBezTo>
                    <a:cubicBezTo>
                      <a:pt x="407" y="80"/>
                      <a:pt x="406" y="77"/>
                      <a:pt x="405" y="75"/>
                    </a:cubicBezTo>
                    <a:cubicBezTo>
                      <a:pt x="405" y="74"/>
                      <a:pt x="405" y="73"/>
                      <a:pt x="404" y="72"/>
                    </a:cubicBezTo>
                    <a:cubicBezTo>
                      <a:pt x="403" y="71"/>
                      <a:pt x="402" y="69"/>
                      <a:pt x="401" y="68"/>
                    </a:cubicBezTo>
                    <a:cubicBezTo>
                      <a:pt x="400" y="67"/>
                      <a:pt x="399" y="65"/>
                      <a:pt x="398" y="63"/>
                    </a:cubicBezTo>
                    <a:cubicBezTo>
                      <a:pt x="397" y="62"/>
                      <a:pt x="395" y="60"/>
                      <a:pt x="393" y="59"/>
                    </a:cubicBezTo>
                    <a:cubicBezTo>
                      <a:pt x="389" y="56"/>
                      <a:pt x="384" y="54"/>
                      <a:pt x="379" y="54"/>
                    </a:cubicBezTo>
                    <a:cubicBezTo>
                      <a:pt x="376" y="55"/>
                      <a:pt x="372" y="55"/>
                      <a:pt x="370" y="58"/>
                    </a:cubicBezTo>
                    <a:cubicBezTo>
                      <a:pt x="368" y="59"/>
                      <a:pt x="367" y="62"/>
                      <a:pt x="367" y="64"/>
                    </a:cubicBezTo>
                    <a:cubicBezTo>
                      <a:pt x="367" y="66"/>
                      <a:pt x="367" y="69"/>
                      <a:pt x="367" y="71"/>
                    </a:cubicBezTo>
                    <a:cubicBezTo>
                      <a:pt x="367" y="73"/>
                      <a:pt x="367" y="75"/>
                      <a:pt x="367" y="77"/>
                    </a:cubicBezTo>
                    <a:cubicBezTo>
                      <a:pt x="368" y="78"/>
                      <a:pt x="369" y="80"/>
                      <a:pt x="369" y="82"/>
                    </a:cubicBezTo>
                    <a:cubicBezTo>
                      <a:pt x="370" y="83"/>
                      <a:pt x="371" y="85"/>
                      <a:pt x="371" y="86"/>
                    </a:cubicBezTo>
                    <a:cubicBezTo>
                      <a:pt x="373" y="89"/>
                      <a:pt x="375" y="93"/>
                      <a:pt x="377" y="95"/>
                    </a:cubicBezTo>
                    <a:cubicBezTo>
                      <a:pt x="379" y="99"/>
                      <a:pt x="381" y="102"/>
                      <a:pt x="383" y="105"/>
                    </a:cubicBezTo>
                    <a:cubicBezTo>
                      <a:pt x="384" y="109"/>
                      <a:pt x="385" y="113"/>
                      <a:pt x="388" y="115"/>
                    </a:cubicBezTo>
                    <a:cubicBezTo>
                      <a:pt x="391" y="116"/>
                      <a:pt x="395" y="116"/>
                      <a:pt x="398" y="117"/>
                    </a:cubicBezTo>
                    <a:cubicBezTo>
                      <a:pt x="400" y="117"/>
                      <a:pt x="404" y="119"/>
                      <a:pt x="403" y="121"/>
                    </a:cubicBezTo>
                    <a:cubicBezTo>
                      <a:pt x="403" y="124"/>
                      <a:pt x="399" y="123"/>
                      <a:pt x="397" y="123"/>
                    </a:cubicBezTo>
                    <a:cubicBezTo>
                      <a:pt x="394" y="122"/>
                      <a:pt x="390" y="122"/>
                      <a:pt x="387" y="123"/>
                    </a:cubicBezTo>
                    <a:cubicBezTo>
                      <a:pt x="386" y="123"/>
                      <a:pt x="385" y="124"/>
                      <a:pt x="384" y="125"/>
                    </a:cubicBezTo>
                    <a:cubicBezTo>
                      <a:pt x="384" y="126"/>
                      <a:pt x="383" y="127"/>
                      <a:pt x="384" y="128"/>
                    </a:cubicBezTo>
                    <a:cubicBezTo>
                      <a:pt x="384" y="131"/>
                      <a:pt x="384" y="135"/>
                      <a:pt x="384" y="138"/>
                    </a:cubicBezTo>
                    <a:cubicBezTo>
                      <a:pt x="384" y="141"/>
                      <a:pt x="384" y="144"/>
                      <a:pt x="383" y="147"/>
                    </a:cubicBezTo>
                    <a:cubicBezTo>
                      <a:pt x="383" y="150"/>
                      <a:pt x="382" y="152"/>
                      <a:pt x="380" y="154"/>
                    </a:cubicBezTo>
                    <a:cubicBezTo>
                      <a:pt x="379" y="157"/>
                      <a:pt x="377" y="159"/>
                      <a:pt x="375" y="161"/>
                    </a:cubicBezTo>
                    <a:cubicBezTo>
                      <a:pt x="373" y="163"/>
                      <a:pt x="370" y="165"/>
                      <a:pt x="368" y="167"/>
                    </a:cubicBezTo>
                    <a:cubicBezTo>
                      <a:pt x="366" y="169"/>
                      <a:pt x="363" y="171"/>
                      <a:pt x="360" y="172"/>
                    </a:cubicBezTo>
                    <a:cubicBezTo>
                      <a:pt x="356" y="173"/>
                      <a:pt x="352" y="174"/>
                      <a:pt x="349" y="175"/>
                    </a:cubicBezTo>
                    <a:cubicBezTo>
                      <a:pt x="347" y="175"/>
                      <a:pt x="345" y="175"/>
                      <a:pt x="343" y="176"/>
                    </a:cubicBezTo>
                    <a:cubicBezTo>
                      <a:pt x="342" y="176"/>
                      <a:pt x="340" y="175"/>
                      <a:pt x="339" y="175"/>
                    </a:cubicBezTo>
                    <a:cubicBezTo>
                      <a:pt x="337" y="173"/>
                      <a:pt x="341" y="171"/>
                      <a:pt x="342" y="170"/>
                    </a:cubicBezTo>
                    <a:cubicBezTo>
                      <a:pt x="345" y="169"/>
                      <a:pt x="348" y="168"/>
                      <a:pt x="351" y="167"/>
                    </a:cubicBezTo>
                    <a:cubicBezTo>
                      <a:pt x="353" y="166"/>
                      <a:pt x="355" y="166"/>
                      <a:pt x="357" y="165"/>
                    </a:cubicBezTo>
                    <a:cubicBezTo>
                      <a:pt x="360" y="163"/>
                      <a:pt x="362" y="161"/>
                      <a:pt x="365" y="159"/>
                    </a:cubicBezTo>
                    <a:cubicBezTo>
                      <a:pt x="366" y="158"/>
                      <a:pt x="368" y="157"/>
                      <a:pt x="369" y="157"/>
                    </a:cubicBezTo>
                    <a:cubicBezTo>
                      <a:pt x="370" y="156"/>
                      <a:pt x="370" y="156"/>
                      <a:pt x="370" y="156"/>
                    </a:cubicBezTo>
                    <a:cubicBezTo>
                      <a:pt x="371" y="155"/>
                      <a:pt x="371" y="154"/>
                      <a:pt x="371" y="154"/>
                    </a:cubicBezTo>
                    <a:cubicBezTo>
                      <a:pt x="372" y="152"/>
                      <a:pt x="373" y="151"/>
                      <a:pt x="373" y="149"/>
                    </a:cubicBezTo>
                    <a:cubicBezTo>
                      <a:pt x="374" y="147"/>
                      <a:pt x="374" y="145"/>
                      <a:pt x="374" y="144"/>
                    </a:cubicBezTo>
                    <a:cubicBezTo>
                      <a:pt x="374" y="142"/>
                      <a:pt x="374" y="140"/>
                      <a:pt x="374" y="139"/>
                    </a:cubicBezTo>
                    <a:cubicBezTo>
                      <a:pt x="374" y="138"/>
                      <a:pt x="373" y="136"/>
                      <a:pt x="373" y="136"/>
                    </a:cubicBezTo>
                    <a:cubicBezTo>
                      <a:pt x="372" y="136"/>
                      <a:pt x="372" y="136"/>
                      <a:pt x="371" y="136"/>
                    </a:cubicBezTo>
                    <a:cubicBezTo>
                      <a:pt x="370" y="137"/>
                      <a:pt x="370" y="138"/>
                      <a:pt x="369" y="138"/>
                    </a:cubicBezTo>
                    <a:cubicBezTo>
                      <a:pt x="367" y="140"/>
                      <a:pt x="365" y="142"/>
                      <a:pt x="363" y="145"/>
                    </a:cubicBezTo>
                    <a:cubicBezTo>
                      <a:pt x="361" y="147"/>
                      <a:pt x="359" y="148"/>
                      <a:pt x="357" y="150"/>
                    </a:cubicBezTo>
                    <a:cubicBezTo>
                      <a:pt x="354" y="151"/>
                      <a:pt x="351" y="152"/>
                      <a:pt x="349" y="154"/>
                    </a:cubicBezTo>
                    <a:cubicBezTo>
                      <a:pt x="348" y="155"/>
                      <a:pt x="346" y="156"/>
                      <a:pt x="345" y="157"/>
                    </a:cubicBezTo>
                    <a:cubicBezTo>
                      <a:pt x="344" y="158"/>
                      <a:pt x="343" y="158"/>
                      <a:pt x="342" y="159"/>
                    </a:cubicBezTo>
                    <a:cubicBezTo>
                      <a:pt x="341" y="159"/>
                      <a:pt x="341" y="158"/>
                      <a:pt x="342" y="157"/>
                    </a:cubicBezTo>
                    <a:cubicBezTo>
                      <a:pt x="342" y="156"/>
                      <a:pt x="343" y="156"/>
                      <a:pt x="343" y="156"/>
                    </a:cubicBezTo>
                    <a:cubicBezTo>
                      <a:pt x="344" y="155"/>
                      <a:pt x="345" y="154"/>
                      <a:pt x="345" y="154"/>
                    </a:cubicBezTo>
                    <a:cubicBezTo>
                      <a:pt x="346" y="152"/>
                      <a:pt x="348" y="150"/>
                      <a:pt x="350" y="149"/>
                    </a:cubicBezTo>
                    <a:cubicBezTo>
                      <a:pt x="351" y="148"/>
                      <a:pt x="352" y="147"/>
                      <a:pt x="353" y="146"/>
                    </a:cubicBezTo>
                    <a:cubicBezTo>
                      <a:pt x="354" y="145"/>
                      <a:pt x="355" y="144"/>
                      <a:pt x="356" y="143"/>
                    </a:cubicBezTo>
                    <a:cubicBezTo>
                      <a:pt x="358" y="140"/>
                      <a:pt x="360" y="138"/>
                      <a:pt x="362" y="135"/>
                    </a:cubicBezTo>
                    <a:cubicBezTo>
                      <a:pt x="364" y="134"/>
                      <a:pt x="366" y="132"/>
                      <a:pt x="367" y="129"/>
                    </a:cubicBezTo>
                    <a:cubicBezTo>
                      <a:pt x="367" y="127"/>
                      <a:pt x="368" y="124"/>
                      <a:pt x="366" y="123"/>
                    </a:cubicBezTo>
                    <a:cubicBezTo>
                      <a:pt x="365" y="122"/>
                      <a:pt x="362" y="123"/>
                      <a:pt x="361" y="122"/>
                    </a:cubicBezTo>
                    <a:cubicBezTo>
                      <a:pt x="360" y="121"/>
                      <a:pt x="363" y="118"/>
                      <a:pt x="364" y="117"/>
                    </a:cubicBezTo>
                    <a:cubicBezTo>
                      <a:pt x="365" y="116"/>
                      <a:pt x="366" y="116"/>
                      <a:pt x="367" y="114"/>
                    </a:cubicBezTo>
                    <a:cubicBezTo>
                      <a:pt x="368" y="114"/>
                      <a:pt x="369" y="113"/>
                      <a:pt x="369" y="112"/>
                    </a:cubicBezTo>
                    <a:cubicBezTo>
                      <a:pt x="368" y="110"/>
                      <a:pt x="366" y="110"/>
                      <a:pt x="365" y="110"/>
                    </a:cubicBezTo>
                    <a:cubicBezTo>
                      <a:pt x="363" y="110"/>
                      <a:pt x="362" y="110"/>
                      <a:pt x="362" y="109"/>
                    </a:cubicBezTo>
                    <a:cubicBezTo>
                      <a:pt x="362" y="108"/>
                      <a:pt x="363" y="106"/>
                      <a:pt x="362" y="105"/>
                    </a:cubicBezTo>
                    <a:cubicBezTo>
                      <a:pt x="360" y="103"/>
                      <a:pt x="357" y="109"/>
                      <a:pt x="356" y="110"/>
                    </a:cubicBezTo>
                    <a:cubicBezTo>
                      <a:pt x="355" y="111"/>
                      <a:pt x="353" y="113"/>
                      <a:pt x="351" y="115"/>
                    </a:cubicBezTo>
                    <a:cubicBezTo>
                      <a:pt x="349" y="117"/>
                      <a:pt x="348" y="119"/>
                      <a:pt x="346" y="121"/>
                    </a:cubicBezTo>
                    <a:cubicBezTo>
                      <a:pt x="344" y="124"/>
                      <a:pt x="342" y="126"/>
                      <a:pt x="339" y="128"/>
                    </a:cubicBezTo>
                    <a:cubicBezTo>
                      <a:pt x="339" y="129"/>
                      <a:pt x="335" y="132"/>
                      <a:pt x="334" y="130"/>
                    </a:cubicBezTo>
                    <a:cubicBezTo>
                      <a:pt x="334" y="129"/>
                      <a:pt x="335" y="127"/>
                      <a:pt x="335" y="127"/>
                    </a:cubicBezTo>
                    <a:cubicBezTo>
                      <a:pt x="336" y="125"/>
                      <a:pt x="337" y="125"/>
                      <a:pt x="339" y="124"/>
                    </a:cubicBezTo>
                    <a:cubicBezTo>
                      <a:pt x="341" y="121"/>
                      <a:pt x="343" y="119"/>
                      <a:pt x="345" y="116"/>
                    </a:cubicBezTo>
                    <a:cubicBezTo>
                      <a:pt x="345" y="115"/>
                      <a:pt x="346" y="114"/>
                      <a:pt x="345" y="113"/>
                    </a:cubicBezTo>
                    <a:cubicBezTo>
                      <a:pt x="345" y="113"/>
                      <a:pt x="344" y="113"/>
                      <a:pt x="344" y="113"/>
                    </a:cubicBezTo>
                    <a:cubicBezTo>
                      <a:pt x="343" y="113"/>
                      <a:pt x="342" y="114"/>
                      <a:pt x="341" y="115"/>
                    </a:cubicBezTo>
                    <a:cubicBezTo>
                      <a:pt x="340" y="116"/>
                      <a:pt x="339" y="117"/>
                      <a:pt x="338" y="118"/>
                    </a:cubicBezTo>
                    <a:cubicBezTo>
                      <a:pt x="337" y="119"/>
                      <a:pt x="336" y="120"/>
                      <a:pt x="335" y="121"/>
                    </a:cubicBezTo>
                    <a:cubicBezTo>
                      <a:pt x="334" y="121"/>
                      <a:pt x="333" y="122"/>
                      <a:pt x="332" y="122"/>
                    </a:cubicBezTo>
                    <a:cubicBezTo>
                      <a:pt x="332" y="121"/>
                      <a:pt x="334" y="118"/>
                      <a:pt x="335" y="118"/>
                    </a:cubicBezTo>
                    <a:cubicBezTo>
                      <a:pt x="336" y="116"/>
                      <a:pt x="337" y="115"/>
                      <a:pt x="339" y="114"/>
                    </a:cubicBezTo>
                    <a:cubicBezTo>
                      <a:pt x="341" y="113"/>
                      <a:pt x="344" y="111"/>
                      <a:pt x="346" y="109"/>
                    </a:cubicBezTo>
                    <a:cubicBezTo>
                      <a:pt x="347" y="108"/>
                      <a:pt x="347" y="107"/>
                      <a:pt x="348" y="106"/>
                    </a:cubicBezTo>
                    <a:cubicBezTo>
                      <a:pt x="348" y="105"/>
                      <a:pt x="348" y="104"/>
                      <a:pt x="348" y="103"/>
                    </a:cubicBezTo>
                    <a:cubicBezTo>
                      <a:pt x="347" y="103"/>
                      <a:pt x="347" y="104"/>
                      <a:pt x="346" y="104"/>
                    </a:cubicBezTo>
                    <a:cubicBezTo>
                      <a:pt x="345" y="104"/>
                      <a:pt x="345" y="104"/>
                      <a:pt x="345" y="105"/>
                    </a:cubicBezTo>
                    <a:cubicBezTo>
                      <a:pt x="344" y="106"/>
                      <a:pt x="343" y="107"/>
                      <a:pt x="342" y="108"/>
                    </a:cubicBezTo>
                    <a:cubicBezTo>
                      <a:pt x="341" y="108"/>
                      <a:pt x="341" y="109"/>
                      <a:pt x="340" y="109"/>
                    </a:cubicBezTo>
                    <a:cubicBezTo>
                      <a:pt x="339" y="110"/>
                      <a:pt x="339" y="110"/>
                      <a:pt x="338" y="111"/>
                    </a:cubicBezTo>
                    <a:cubicBezTo>
                      <a:pt x="337" y="111"/>
                      <a:pt x="335" y="111"/>
                      <a:pt x="335" y="110"/>
                    </a:cubicBezTo>
                    <a:cubicBezTo>
                      <a:pt x="335" y="109"/>
                      <a:pt x="335" y="108"/>
                      <a:pt x="335" y="108"/>
                    </a:cubicBezTo>
                    <a:cubicBezTo>
                      <a:pt x="335" y="107"/>
                      <a:pt x="336" y="106"/>
                      <a:pt x="337" y="105"/>
                    </a:cubicBezTo>
                    <a:cubicBezTo>
                      <a:pt x="337" y="105"/>
                      <a:pt x="337" y="104"/>
                      <a:pt x="337" y="104"/>
                    </a:cubicBezTo>
                    <a:cubicBezTo>
                      <a:pt x="337" y="104"/>
                      <a:pt x="338" y="104"/>
                      <a:pt x="338" y="104"/>
                    </a:cubicBezTo>
                    <a:cubicBezTo>
                      <a:pt x="338" y="104"/>
                      <a:pt x="338" y="104"/>
                      <a:pt x="338" y="104"/>
                    </a:cubicBezTo>
                    <a:cubicBezTo>
                      <a:pt x="338" y="104"/>
                      <a:pt x="338" y="104"/>
                      <a:pt x="338" y="104"/>
                    </a:cubicBezTo>
                    <a:cubicBezTo>
                      <a:pt x="338" y="104"/>
                      <a:pt x="338" y="104"/>
                      <a:pt x="338" y="104"/>
                    </a:cubicBezTo>
                    <a:cubicBezTo>
                      <a:pt x="338" y="104"/>
                      <a:pt x="338" y="104"/>
                      <a:pt x="338" y="104"/>
                    </a:cubicBezTo>
                    <a:cubicBezTo>
                      <a:pt x="339" y="103"/>
                      <a:pt x="340" y="103"/>
                      <a:pt x="340" y="102"/>
                    </a:cubicBezTo>
                    <a:cubicBezTo>
                      <a:pt x="341" y="102"/>
                      <a:pt x="341" y="102"/>
                      <a:pt x="342" y="102"/>
                    </a:cubicBezTo>
                    <a:cubicBezTo>
                      <a:pt x="342" y="101"/>
                      <a:pt x="342" y="101"/>
                      <a:pt x="343" y="100"/>
                    </a:cubicBezTo>
                    <a:cubicBezTo>
                      <a:pt x="343" y="100"/>
                      <a:pt x="343" y="99"/>
                      <a:pt x="344" y="98"/>
                    </a:cubicBezTo>
                    <a:cubicBezTo>
                      <a:pt x="344" y="98"/>
                      <a:pt x="344" y="97"/>
                      <a:pt x="344" y="97"/>
                    </a:cubicBezTo>
                    <a:cubicBezTo>
                      <a:pt x="341" y="97"/>
                      <a:pt x="340" y="98"/>
                      <a:pt x="338" y="99"/>
                    </a:cubicBezTo>
                    <a:cubicBezTo>
                      <a:pt x="336" y="101"/>
                      <a:pt x="334" y="103"/>
                      <a:pt x="331" y="104"/>
                    </a:cubicBezTo>
                    <a:cubicBezTo>
                      <a:pt x="330" y="104"/>
                      <a:pt x="328" y="104"/>
                      <a:pt x="326" y="104"/>
                    </a:cubicBezTo>
                    <a:cubicBezTo>
                      <a:pt x="325" y="104"/>
                      <a:pt x="323" y="103"/>
                      <a:pt x="323" y="102"/>
                    </a:cubicBezTo>
                    <a:cubicBezTo>
                      <a:pt x="323" y="102"/>
                      <a:pt x="325" y="101"/>
                      <a:pt x="325" y="101"/>
                    </a:cubicBezTo>
                    <a:cubicBezTo>
                      <a:pt x="327" y="101"/>
                      <a:pt x="329" y="100"/>
                      <a:pt x="331" y="100"/>
                    </a:cubicBezTo>
                    <a:cubicBezTo>
                      <a:pt x="333" y="99"/>
                      <a:pt x="334" y="99"/>
                      <a:pt x="336" y="98"/>
                    </a:cubicBezTo>
                    <a:cubicBezTo>
                      <a:pt x="337" y="97"/>
                      <a:pt x="338" y="95"/>
                      <a:pt x="338" y="94"/>
                    </a:cubicBezTo>
                    <a:cubicBezTo>
                      <a:pt x="339" y="93"/>
                      <a:pt x="340" y="91"/>
                      <a:pt x="341" y="90"/>
                    </a:cubicBezTo>
                    <a:cubicBezTo>
                      <a:pt x="342" y="88"/>
                      <a:pt x="343" y="87"/>
                      <a:pt x="344" y="86"/>
                    </a:cubicBezTo>
                    <a:cubicBezTo>
                      <a:pt x="344" y="85"/>
                      <a:pt x="345" y="84"/>
                      <a:pt x="345" y="82"/>
                    </a:cubicBezTo>
                    <a:cubicBezTo>
                      <a:pt x="344" y="81"/>
                      <a:pt x="344" y="81"/>
                      <a:pt x="343" y="80"/>
                    </a:cubicBezTo>
                    <a:cubicBezTo>
                      <a:pt x="341" y="79"/>
                      <a:pt x="339" y="80"/>
                      <a:pt x="337" y="80"/>
                    </a:cubicBezTo>
                    <a:cubicBezTo>
                      <a:pt x="333" y="82"/>
                      <a:pt x="330" y="84"/>
                      <a:pt x="326" y="85"/>
                    </a:cubicBezTo>
                    <a:cubicBezTo>
                      <a:pt x="325" y="85"/>
                      <a:pt x="324" y="85"/>
                      <a:pt x="323" y="84"/>
                    </a:cubicBezTo>
                    <a:cubicBezTo>
                      <a:pt x="323" y="83"/>
                      <a:pt x="324" y="81"/>
                      <a:pt x="325" y="81"/>
                    </a:cubicBezTo>
                    <a:cubicBezTo>
                      <a:pt x="327" y="78"/>
                      <a:pt x="330" y="77"/>
                      <a:pt x="334" y="76"/>
                    </a:cubicBezTo>
                    <a:cubicBezTo>
                      <a:pt x="335" y="75"/>
                      <a:pt x="337" y="75"/>
                      <a:pt x="338" y="74"/>
                    </a:cubicBezTo>
                    <a:cubicBezTo>
                      <a:pt x="339" y="73"/>
                      <a:pt x="339" y="72"/>
                      <a:pt x="340" y="70"/>
                    </a:cubicBezTo>
                    <a:cubicBezTo>
                      <a:pt x="340" y="69"/>
                      <a:pt x="340" y="67"/>
                      <a:pt x="340" y="65"/>
                    </a:cubicBezTo>
                    <a:cubicBezTo>
                      <a:pt x="340" y="64"/>
                      <a:pt x="340" y="62"/>
                      <a:pt x="340" y="60"/>
                    </a:cubicBezTo>
                    <a:cubicBezTo>
                      <a:pt x="340" y="59"/>
                      <a:pt x="340" y="58"/>
                      <a:pt x="339" y="57"/>
                    </a:cubicBezTo>
                    <a:cubicBezTo>
                      <a:pt x="338" y="57"/>
                      <a:pt x="337" y="56"/>
                      <a:pt x="336" y="56"/>
                    </a:cubicBezTo>
                    <a:cubicBezTo>
                      <a:pt x="336" y="55"/>
                      <a:pt x="335" y="55"/>
                      <a:pt x="334" y="54"/>
                    </a:cubicBezTo>
                    <a:cubicBezTo>
                      <a:pt x="334" y="52"/>
                      <a:pt x="334" y="51"/>
                      <a:pt x="334" y="50"/>
                    </a:cubicBezTo>
                    <a:cubicBezTo>
                      <a:pt x="334" y="46"/>
                      <a:pt x="333" y="42"/>
                      <a:pt x="330" y="40"/>
                    </a:cubicBezTo>
                    <a:cubicBezTo>
                      <a:pt x="329" y="38"/>
                      <a:pt x="326" y="36"/>
                      <a:pt x="324" y="35"/>
                    </a:cubicBezTo>
                    <a:cubicBezTo>
                      <a:pt x="321" y="33"/>
                      <a:pt x="318" y="32"/>
                      <a:pt x="315" y="32"/>
                    </a:cubicBezTo>
                    <a:cubicBezTo>
                      <a:pt x="312" y="31"/>
                      <a:pt x="308" y="32"/>
                      <a:pt x="305" y="32"/>
                    </a:cubicBezTo>
                    <a:cubicBezTo>
                      <a:pt x="304" y="32"/>
                      <a:pt x="298" y="33"/>
                      <a:pt x="299" y="35"/>
                    </a:cubicBezTo>
                    <a:cubicBezTo>
                      <a:pt x="299" y="35"/>
                      <a:pt x="300" y="36"/>
                      <a:pt x="300" y="36"/>
                    </a:cubicBezTo>
                    <a:cubicBezTo>
                      <a:pt x="301" y="37"/>
                      <a:pt x="302" y="37"/>
                      <a:pt x="303" y="38"/>
                    </a:cubicBezTo>
                    <a:cubicBezTo>
                      <a:pt x="305" y="40"/>
                      <a:pt x="307" y="41"/>
                      <a:pt x="308" y="43"/>
                    </a:cubicBezTo>
                    <a:cubicBezTo>
                      <a:pt x="311" y="46"/>
                      <a:pt x="313" y="51"/>
                      <a:pt x="311" y="55"/>
                    </a:cubicBezTo>
                    <a:cubicBezTo>
                      <a:pt x="311" y="56"/>
                      <a:pt x="310" y="57"/>
                      <a:pt x="309" y="56"/>
                    </a:cubicBezTo>
                    <a:cubicBezTo>
                      <a:pt x="309" y="55"/>
                      <a:pt x="308" y="54"/>
                      <a:pt x="308" y="53"/>
                    </a:cubicBezTo>
                    <a:cubicBezTo>
                      <a:pt x="307" y="49"/>
                      <a:pt x="305" y="46"/>
                      <a:pt x="303" y="44"/>
                    </a:cubicBezTo>
                    <a:cubicBezTo>
                      <a:pt x="300" y="42"/>
                      <a:pt x="297" y="40"/>
                      <a:pt x="294" y="38"/>
                    </a:cubicBezTo>
                    <a:cubicBezTo>
                      <a:pt x="291" y="37"/>
                      <a:pt x="288" y="37"/>
                      <a:pt x="287" y="40"/>
                    </a:cubicBezTo>
                    <a:cubicBezTo>
                      <a:pt x="287" y="41"/>
                      <a:pt x="287" y="43"/>
                      <a:pt x="288" y="45"/>
                    </a:cubicBezTo>
                    <a:cubicBezTo>
                      <a:pt x="288" y="47"/>
                      <a:pt x="288" y="48"/>
                      <a:pt x="289" y="50"/>
                    </a:cubicBezTo>
                    <a:cubicBezTo>
                      <a:pt x="289" y="54"/>
                      <a:pt x="290" y="57"/>
                      <a:pt x="291" y="60"/>
                    </a:cubicBezTo>
                    <a:cubicBezTo>
                      <a:pt x="293" y="63"/>
                      <a:pt x="296" y="66"/>
                      <a:pt x="297" y="69"/>
                    </a:cubicBezTo>
                    <a:cubicBezTo>
                      <a:pt x="299" y="73"/>
                      <a:pt x="299" y="78"/>
                      <a:pt x="298" y="82"/>
                    </a:cubicBezTo>
                    <a:cubicBezTo>
                      <a:pt x="297" y="83"/>
                      <a:pt x="296" y="85"/>
                      <a:pt x="295" y="85"/>
                    </a:cubicBezTo>
                    <a:cubicBezTo>
                      <a:pt x="294" y="85"/>
                      <a:pt x="294" y="84"/>
                      <a:pt x="293" y="83"/>
                    </a:cubicBezTo>
                    <a:cubicBezTo>
                      <a:pt x="292" y="80"/>
                      <a:pt x="293" y="77"/>
                      <a:pt x="293" y="74"/>
                    </a:cubicBezTo>
                    <a:cubicBezTo>
                      <a:pt x="293" y="71"/>
                      <a:pt x="292" y="68"/>
                      <a:pt x="290" y="66"/>
                    </a:cubicBezTo>
                    <a:cubicBezTo>
                      <a:pt x="289" y="64"/>
                      <a:pt x="287" y="63"/>
                      <a:pt x="285" y="61"/>
                    </a:cubicBezTo>
                    <a:cubicBezTo>
                      <a:pt x="283" y="58"/>
                      <a:pt x="282" y="55"/>
                      <a:pt x="280" y="53"/>
                    </a:cubicBezTo>
                    <a:cubicBezTo>
                      <a:pt x="277" y="50"/>
                      <a:pt x="275" y="48"/>
                      <a:pt x="273" y="44"/>
                    </a:cubicBezTo>
                    <a:cubicBezTo>
                      <a:pt x="272" y="44"/>
                      <a:pt x="271" y="42"/>
                      <a:pt x="270" y="42"/>
                    </a:cubicBezTo>
                    <a:cubicBezTo>
                      <a:pt x="270" y="41"/>
                      <a:pt x="269" y="41"/>
                      <a:pt x="268" y="42"/>
                    </a:cubicBezTo>
                    <a:cubicBezTo>
                      <a:pt x="267" y="42"/>
                      <a:pt x="265" y="43"/>
                      <a:pt x="264" y="44"/>
                    </a:cubicBezTo>
                    <a:cubicBezTo>
                      <a:pt x="262" y="45"/>
                      <a:pt x="261" y="45"/>
                      <a:pt x="259" y="46"/>
                    </a:cubicBezTo>
                    <a:cubicBezTo>
                      <a:pt x="258" y="47"/>
                      <a:pt x="257" y="47"/>
                      <a:pt x="256" y="48"/>
                    </a:cubicBezTo>
                    <a:cubicBezTo>
                      <a:pt x="256" y="49"/>
                      <a:pt x="256" y="51"/>
                      <a:pt x="256" y="52"/>
                    </a:cubicBezTo>
                    <a:cubicBezTo>
                      <a:pt x="257" y="55"/>
                      <a:pt x="257" y="58"/>
                      <a:pt x="258" y="61"/>
                    </a:cubicBezTo>
                    <a:cubicBezTo>
                      <a:pt x="258" y="62"/>
                      <a:pt x="258" y="63"/>
                      <a:pt x="259" y="64"/>
                    </a:cubicBezTo>
                    <a:cubicBezTo>
                      <a:pt x="259" y="65"/>
                      <a:pt x="259" y="66"/>
                      <a:pt x="260" y="67"/>
                    </a:cubicBezTo>
                    <a:cubicBezTo>
                      <a:pt x="260" y="68"/>
                      <a:pt x="260" y="69"/>
                      <a:pt x="261" y="70"/>
                    </a:cubicBezTo>
                    <a:cubicBezTo>
                      <a:pt x="261" y="71"/>
                      <a:pt x="262" y="72"/>
                      <a:pt x="262" y="73"/>
                    </a:cubicBezTo>
                    <a:cubicBezTo>
                      <a:pt x="262" y="74"/>
                      <a:pt x="263" y="75"/>
                      <a:pt x="263" y="75"/>
                    </a:cubicBezTo>
                    <a:cubicBezTo>
                      <a:pt x="264" y="78"/>
                      <a:pt x="264" y="80"/>
                      <a:pt x="264" y="82"/>
                    </a:cubicBezTo>
                    <a:cubicBezTo>
                      <a:pt x="265" y="84"/>
                      <a:pt x="264" y="87"/>
                      <a:pt x="265" y="89"/>
                    </a:cubicBezTo>
                    <a:cubicBezTo>
                      <a:pt x="266" y="91"/>
                      <a:pt x="267" y="93"/>
                      <a:pt x="269" y="95"/>
                    </a:cubicBezTo>
                    <a:cubicBezTo>
                      <a:pt x="270" y="97"/>
                      <a:pt x="271" y="100"/>
                      <a:pt x="272" y="103"/>
                    </a:cubicBezTo>
                    <a:cubicBezTo>
                      <a:pt x="272" y="106"/>
                      <a:pt x="274" y="107"/>
                      <a:pt x="276" y="109"/>
                    </a:cubicBezTo>
                    <a:cubicBezTo>
                      <a:pt x="278" y="111"/>
                      <a:pt x="281" y="113"/>
                      <a:pt x="282" y="116"/>
                    </a:cubicBezTo>
                    <a:cubicBezTo>
                      <a:pt x="282" y="117"/>
                      <a:pt x="283" y="120"/>
                      <a:pt x="281" y="118"/>
                    </a:cubicBezTo>
                    <a:cubicBezTo>
                      <a:pt x="278" y="116"/>
                      <a:pt x="277" y="113"/>
                      <a:pt x="275" y="111"/>
                    </a:cubicBezTo>
                    <a:cubicBezTo>
                      <a:pt x="273" y="110"/>
                      <a:pt x="270" y="109"/>
                      <a:pt x="268" y="107"/>
                    </a:cubicBezTo>
                    <a:cubicBezTo>
                      <a:pt x="267" y="105"/>
                      <a:pt x="267" y="101"/>
                      <a:pt x="266" y="99"/>
                    </a:cubicBezTo>
                    <a:cubicBezTo>
                      <a:pt x="265" y="96"/>
                      <a:pt x="262" y="95"/>
                      <a:pt x="260" y="95"/>
                    </a:cubicBezTo>
                    <a:cubicBezTo>
                      <a:pt x="257" y="94"/>
                      <a:pt x="256" y="92"/>
                      <a:pt x="255" y="89"/>
                    </a:cubicBezTo>
                    <a:cubicBezTo>
                      <a:pt x="254" y="86"/>
                      <a:pt x="254" y="84"/>
                      <a:pt x="252" y="81"/>
                    </a:cubicBezTo>
                    <a:cubicBezTo>
                      <a:pt x="251" y="79"/>
                      <a:pt x="249" y="76"/>
                      <a:pt x="248" y="74"/>
                    </a:cubicBezTo>
                    <a:cubicBezTo>
                      <a:pt x="246" y="71"/>
                      <a:pt x="243" y="68"/>
                      <a:pt x="240" y="68"/>
                    </a:cubicBezTo>
                    <a:cubicBezTo>
                      <a:pt x="237" y="67"/>
                      <a:pt x="236" y="69"/>
                      <a:pt x="234" y="71"/>
                    </a:cubicBezTo>
                    <a:cubicBezTo>
                      <a:pt x="231" y="75"/>
                      <a:pt x="227" y="78"/>
                      <a:pt x="226" y="84"/>
                    </a:cubicBezTo>
                    <a:cubicBezTo>
                      <a:pt x="226" y="86"/>
                      <a:pt x="226" y="88"/>
                      <a:pt x="227" y="90"/>
                    </a:cubicBezTo>
                    <a:cubicBezTo>
                      <a:pt x="227" y="93"/>
                      <a:pt x="226" y="95"/>
                      <a:pt x="227" y="97"/>
                    </a:cubicBezTo>
                    <a:cubicBezTo>
                      <a:pt x="227" y="102"/>
                      <a:pt x="231" y="105"/>
                      <a:pt x="234" y="108"/>
                    </a:cubicBezTo>
                    <a:cubicBezTo>
                      <a:pt x="237" y="112"/>
                      <a:pt x="241" y="115"/>
                      <a:pt x="245" y="119"/>
                    </a:cubicBezTo>
                    <a:cubicBezTo>
                      <a:pt x="248" y="123"/>
                      <a:pt x="250" y="127"/>
                      <a:pt x="255" y="129"/>
                    </a:cubicBezTo>
                    <a:cubicBezTo>
                      <a:pt x="259" y="131"/>
                      <a:pt x="263" y="133"/>
                      <a:pt x="268" y="134"/>
                    </a:cubicBezTo>
                    <a:cubicBezTo>
                      <a:pt x="270" y="134"/>
                      <a:pt x="273" y="134"/>
                      <a:pt x="275" y="136"/>
                    </a:cubicBezTo>
                    <a:cubicBezTo>
                      <a:pt x="277" y="137"/>
                      <a:pt x="276" y="138"/>
                      <a:pt x="274" y="139"/>
                    </a:cubicBezTo>
                    <a:cubicBezTo>
                      <a:pt x="272" y="140"/>
                      <a:pt x="270" y="141"/>
                      <a:pt x="269" y="142"/>
                    </a:cubicBezTo>
                    <a:cubicBezTo>
                      <a:pt x="267" y="144"/>
                      <a:pt x="266" y="144"/>
                      <a:pt x="265" y="142"/>
                    </a:cubicBezTo>
                    <a:cubicBezTo>
                      <a:pt x="263" y="141"/>
                      <a:pt x="261" y="139"/>
                      <a:pt x="258" y="138"/>
                    </a:cubicBezTo>
                    <a:cubicBezTo>
                      <a:pt x="256" y="137"/>
                      <a:pt x="253" y="137"/>
                      <a:pt x="251" y="135"/>
                    </a:cubicBezTo>
                    <a:cubicBezTo>
                      <a:pt x="249" y="134"/>
                      <a:pt x="248" y="132"/>
                      <a:pt x="246" y="131"/>
                    </a:cubicBezTo>
                    <a:cubicBezTo>
                      <a:pt x="244" y="129"/>
                      <a:pt x="241" y="129"/>
                      <a:pt x="239" y="130"/>
                    </a:cubicBezTo>
                    <a:cubicBezTo>
                      <a:pt x="235" y="132"/>
                      <a:pt x="235" y="138"/>
                      <a:pt x="237" y="141"/>
                    </a:cubicBezTo>
                    <a:cubicBezTo>
                      <a:pt x="239" y="146"/>
                      <a:pt x="246" y="147"/>
                      <a:pt x="247" y="152"/>
                    </a:cubicBezTo>
                    <a:cubicBezTo>
                      <a:pt x="246" y="152"/>
                      <a:pt x="244" y="152"/>
                      <a:pt x="243" y="152"/>
                    </a:cubicBezTo>
                    <a:cubicBezTo>
                      <a:pt x="242" y="152"/>
                      <a:pt x="241" y="152"/>
                      <a:pt x="240" y="152"/>
                    </a:cubicBezTo>
                    <a:cubicBezTo>
                      <a:pt x="238" y="153"/>
                      <a:pt x="238" y="154"/>
                      <a:pt x="237" y="154"/>
                    </a:cubicBezTo>
                    <a:cubicBezTo>
                      <a:pt x="236" y="155"/>
                      <a:pt x="236" y="157"/>
                      <a:pt x="234" y="157"/>
                    </a:cubicBezTo>
                    <a:cubicBezTo>
                      <a:pt x="233" y="157"/>
                      <a:pt x="232" y="155"/>
                      <a:pt x="232" y="154"/>
                    </a:cubicBezTo>
                    <a:cubicBezTo>
                      <a:pt x="231" y="153"/>
                      <a:pt x="231" y="151"/>
                      <a:pt x="230" y="150"/>
                    </a:cubicBezTo>
                    <a:cubicBezTo>
                      <a:pt x="229" y="149"/>
                      <a:pt x="228" y="150"/>
                      <a:pt x="228" y="151"/>
                    </a:cubicBezTo>
                    <a:cubicBezTo>
                      <a:pt x="227" y="153"/>
                      <a:pt x="226" y="156"/>
                      <a:pt x="224" y="154"/>
                    </a:cubicBezTo>
                    <a:cubicBezTo>
                      <a:pt x="223" y="153"/>
                      <a:pt x="222" y="152"/>
                      <a:pt x="221" y="151"/>
                    </a:cubicBezTo>
                    <a:cubicBezTo>
                      <a:pt x="220" y="151"/>
                      <a:pt x="218" y="150"/>
                      <a:pt x="217" y="149"/>
                    </a:cubicBezTo>
                    <a:cubicBezTo>
                      <a:pt x="215" y="148"/>
                      <a:pt x="216" y="145"/>
                      <a:pt x="218" y="143"/>
                    </a:cubicBezTo>
                    <a:cubicBezTo>
                      <a:pt x="220" y="141"/>
                      <a:pt x="223" y="139"/>
                      <a:pt x="224" y="135"/>
                    </a:cubicBezTo>
                    <a:cubicBezTo>
                      <a:pt x="225" y="133"/>
                      <a:pt x="226" y="130"/>
                      <a:pt x="225" y="128"/>
                    </a:cubicBezTo>
                    <a:cubicBezTo>
                      <a:pt x="224" y="127"/>
                      <a:pt x="223" y="126"/>
                      <a:pt x="222" y="125"/>
                    </a:cubicBezTo>
                    <a:cubicBezTo>
                      <a:pt x="220" y="124"/>
                      <a:pt x="219" y="123"/>
                      <a:pt x="218" y="121"/>
                    </a:cubicBezTo>
                    <a:cubicBezTo>
                      <a:pt x="216" y="118"/>
                      <a:pt x="216" y="114"/>
                      <a:pt x="214" y="111"/>
                    </a:cubicBezTo>
                    <a:cubicBezTo>
                      <a:pt x="213" y="107"/>
                      <a:pt x="211" y="105"/>
                      <a:pt x="210" y="101"/>
                    </a:cubicBezTo>
                    <a:cubicBezTo>
                      <a:pt x="209" y="98"/>
                      <a:pt x="208" y="95"/>
                      <a:pt x="206" y="92"/>
                    </a:cubicBezTo>
                    <a:cubicBezTo>
                      <a:pt x="204" y="89"/>
                      <a:pt x="203" y="86"/>
                      <a:pt x="202" y="83"/>
                    </a:cubicBezTo>
                    <a:cubicBezTo>
                      <a:pt x="201" y="81"/>
                      <a:pt x="200" y="77"/>
                      <a:pt x="197" y="76"/>
                    </a:cubicBezTo>
                    <a:cubicBezTo>
                      <a:pt x="194" y="76"/>
                      <a:pt x="192" y="78"/>
                      <a:pt x="190" y="79"/>
                    </a:cubicBezTo>
                    <a:cubicBezTo>
                      <a:pt x="188" y="81"/>
                      <a:pt x="186" y="82"/>
                      <a:pt x="186" y="85"/>
                    </a:cubicBezTo>
                    <a:cubicBezTo>
                      <a:pt x="185" y="89"/>
                      <a:pt x="185" y="93"/>
                      <a:pt x="185" y="96"/>
                    </a:cubicBezTo>
                    <a:cubicBezTo>
                      <a:pt x="185" y="100"/>
                      <a:pt x="184" y="103"/>
                      <a:pt x="184" y="107"/>
                    </a:cubicBezTo>
                    <a:cubicBezTo>
                      <a:pt x="184" y="110"/>
                      <a:pt x="184" y="112"/>
                      <a:pt x="186" y="114"/>
                    </a:cubicBezTo>
                    <a:cubicBezTo>
                      <a:pt x="187" y="115"/>
                      <a:pt x="187" y="116"/>
                      <a:pt x="188" y="118"/>
                    </a:cubicBezTo>
                    <a:cubicBezTo>
                      <a:pt x="190" y="120"/>
                      <a:pt x="190" y="123"/>
                      <a:pt x="192" y="125"/>
                    </a:cubicBezTo>
                    <a:cubicBezTo>
                      <a:pt x="193" y="128"/>
                      <a:pt x="193" y="131"/>
                      <a:pt x="193" y="134"/>
                    </a:cubicBezTo>
                    <a:cubicBezTo>
                      <a:pt x="193" y="135"/>
                      <a:pt x="193" y="140"/>
                      <a:pt x="190" y="139"/>
                    </a:cubicBezTo>
                    <a:cubicBezTo>
                      <a:pt x="188" y="139"/>
                      <a:pt x="188" y="134"/>
                      <a:pt x="187" y="133"/>
                    </a:cubicBezTo>
                    <a:cubicBezTo>
                      <a:pt x="187" y="130"/>
                      <a:pt x="187" y="127"/>
                      <a:pt x="187" y="124"/>
                    </a:cubicBezTo>
                    <a:cubicBezTo>
                      <a:pt x="186" y="122"/>
                      <a:pt x="184" y="121"/>
                      <a:pt x="182" y="119"/>
                    </a:cubicBezTo>
                    <a:cubicBezTo>
                      <a:pt x="180" y="117"/>
                      <a:pt x="178" y="114"/>
                      <a:pt x="176" y="112"/>
                    </a:cubicBezTo>
                    <a:cubicBezTo>
                      <a:pt x="175" y="110"/>
                      <a:pt x="173" y="109"/>
                      <a:pt x="171" y="110"/>
                    </a:cubicBezTo>
                    <a:cubicBezTo>
                      <a:pt x="169" y="112"/>
                      <a:pt x="168" y="115"/>
                      <a:pt x="168" y="118"/>
                    </a:cubicBezTo>
                    <a:cubicBezTo>
                      <a:pt x="167" y="121"/>
                      <a:pt x="169" y="123"/>
                      <a:pt x="170" y="126"/>
                    </a:cubicBezTo>
                    <a:cubicBezTo>
                      <a:pt x="172" y="128"/>
                      <a:pt x="174" y="131"/>
                      <a:pt x="174" y="134"/>
                    </a:cubicBezTo>
                    <a:cubicBezTo>
                      <a:pt x="175" y="137"/>
                      <a:pt x="175" y="140"/>
                      <a:pt x="175" y="143"/>
                    </a:cubicBezTo>
                    <a:cubicBezTo>
                      <a:pt x="176" y="146"/>
                      <a:pt x="177" y="148"/>
                      <a:pt x="177" y="150"/>
                    </a:cubicBezTo>
                    <a:cubicBezTo>
                      <a:pt x="178" y="152"/>
                      <a:pt x="177" y="154"/>
                      <a:pt x="175" y="155"/>
                    </a:cubicBezTo>
                    <a:cubicBezTo>
                      <a:pt x="173" y="155"/>
                      <a:pt x="171" y="154"/>
                      <a:pt x="170" y="152"/>
                    </a:cubicBezTo>
                    <a:cubicBezTo>
                      <a:pt x="167" y="146"/>
                      <a:pt x="171" y="139"/>
                      <a:pt x="169" y="133"/>
                    </a:cubicBezTo>
                    <a:cubicBezTo>
                      <a:pt x="167" y="127"/>
                      <a:pt x="159" y="126"/>
                      <a:pt x="157" y="121"/>
                    </a:cubicBezTo>
                    <a:cubicBezTo>
                      <a:pt x="156" y="118"/>
                      <a:pt x="157" y="115"/>
                      <a:pt x="157" y="112"/>
                    </a:cubicBezTo>
                    <a:cubicBezTo>
                      <a:pt x="158" y="109"/>
                      <a:pt x="158" y="107"/>
                      <a:pt x="156" y="104"/>
                    </a:cubicBezTo>
                    <a:cubicBezTo>
                      <a:pt x="154" y="102"/>
                      <a:pt x="152" y="99"/>
                      <a:pt x="149" y="97"/>
                    </a:cubicBezTo>
                    <a:cubicBezTo>
                      <a:pt x="148" y="95"/>
                      <a:pt x="146" y="94"/>
                      <a:pt x="144" y="96"/>
                    </a:cubicBezTo>
                    <a:cubicBezTo>
                      <a:pt x="141" y="98"/>
                      <a:pt x="139" y="101"/>
                      <a:pt x="136" y="103"/>
                    </a:cubicBezTo>
                    <a:cubicBezTo>
                      <a:pt x="133" y="105"/>
                      <a:pt x="131" y="107"/>
                      <a:pt x="128" y="109"/>
                    </a:cubicBezTo>
                    <a:cubicBezTo>
                      <a:pt x="125" y="111"/>
                      <a:pt x="123" y="111"/>
                      <a:pt x="119" y="112"/>
                    </a:cubicBezTo>
                    <a:cubicBezTo>
                      <a:pt x="118" y="112"/>
                      <a:pt x="116" y="112"/>
                      <a:pt x="114" y="112"/>
                    </a:cubicBezTo>
                    <a:cubicBezTo>
                      <a:pt x="112" y="112"/>
                      <a:pt x="111" y="112"/>
                      <a:pt x="109" y="112"/>
                    </a:cubicBezTo>
                    <a:cubicBezTo>
                      <a:pt x="106" y="113"/>
                      <a:pt x="110" y="117"/>
                      <a:pt x="111" y="118"/>
                    </a:cubicBezTo>
                    <a:cubicBezTo>
                      <a:pt x="114" y="121"/>
                      <a:pt x="117" y="125"/>
                      <a:pt x="121" y="127"/>
                    </a:cubicBezTo>
                    <a:cubicBezTo>
                      <a:pt x="124" y="129"/>
                      <a:pt x="127" y="129"/>
                      <a:pt x="130" y="129"/>
                    </a:cubicBezTo>
                    <a:cubicBezTo>
                      <a:pt x="134" y="130"/>
                      <a:pt x="136" y="132"/>
                      <a:pt x="138" y="135"/>
                    </a:cubicBezTo>
                    <a:cubicBezTo>
                      <a:pt x="139" y="139"/>
                      <a:pt x="140" y="142"/>
                      <a:pt x="142" y="145"/>
                    </a:cubicBezTo>
                    <a:cubicBezTo>
                      <a:pt x="144" y="148"/>
                      <a:pt x="147" y="149"/>
                      <a:pt x="149" y="151"/>
                    </a:cubicBezTo>
                    <a:cubicBezTo>
                      <a:pt x="152" y="154"/>
                      <a:pt x="152" y="157"/>
                      <a:pt x="151" y="160"/>
                    </a:cubicBezTo>
                    <a:cubicBezTo>
                      <a:pt x="150" y="162"/>
                      <a:pt x="148" y="165"/>
                      <a:pt x="148" y="168"/>
                    </a:cubicBezTo>
                    <a:cubicBezTo>
                      <a:pt x="148" y="170"/>
                      <a:pt x="151" y="172"/>
                      <a:pt x="153" y="172"/>
                    </a:cubicBezTo>
                    <a:cubicBezTo>
                      <a:pt x="156" y="174"/>
                      <a:pt x="159" y="174"/>
                      <a:pt x="162" y="175"/>
                    </a:cubicBezTo>
                    <a:cubicBezTo>
                      <a:pt x="166" y="177"/>
                      <a:pt x="174" y="181"/>
                      <a:pt x="177" y="176"/>
                    </a:cubicBezTo>
                    <a:cubicBezTo>
                      <a:pt x="178" y="175"/>
                      <a:pt x="179" y="171"/>
                      <a:pt x="181" y="171"/>
                    </a:cubicBezTo>
                    <a:cubicBezTo>
                      <a:pt x="182" y="171"/>
                      <a:pt x="183" y="172"/>
                      <a:pt x="184" y="173"/>
                    </a:cubicBezTo>
                    <a:cubicBezTo>
                      <a:pt x="184" y="173"/>
                      <a:pt x="185" y="174"/>
                      <a:pt x="186" y="175"/>
                    </a:cubicBezTo>
                    <a:cubicBezTo>
                      <a:pt x="186" y="175"/>
                      <a:pt x="186" y="175"/>
                      <a:pt x="186" y="176"/>
                    </a:cubicBezTo>
                    <a:cubicBezTo>
                      <a:pt x="187" y="176"/>
                      <a:pt x="187" y="176"/>
                      <a:pt x="187" y="177"/>
                    </a:cubicBezTo>
                    <a:cubicBezTo>
                      <a:pt x="187" y="178"/>
                      <a:pt x="188" y="178"/>
                      <a:pt x="189" y="179"/>
                    </a:cubicBezTo>
                    <a:cubicBezTo>
                      <a:pt x="189" y="179"/>
                      <a:pt x="190" y="179"/>
                      <a:pt x="190" y="180"/>
                    </a:cubicBezTo>
                    <a:cubicBezTo>
                      <a:pt x="191" y="180"/>
                      <a:pt x="192" y="181"/>
                      <a:pt x="193" y="181"/>
                    </a:cubicBezTo>
                    <a:cubicBezTo>
                      <a:pt x="193" y="182"/>
                      <a:pt x="194" y="182"/>
                      <a:pt x="195" y="182"/>
                    </a:cubicBezTo>
                    <a:cubicBezTo>
                      <a:pt x="195" y="183"/>
                      <a:pt x="196" y="183"/>
                      <a:pt x="196" y="183"/>
                    </a:cubicBezTo>
                    <a:cubicBezTo>
                      <a:pt x="197" y="184"/>
                      <a:pt x="197" y="184"/>
                      <a:pt x="198" y="184"/>
                    </a:cubicBezTo>
                    <a:cubicBezTo>
                      <a:pt x="199" y="183"/>
                      <a:pt x="200" y="183"/>
                      <a:pt x="200" y="184"/>
                    </a:cubicBezTo>
                    <a:cubicBezTo>
                      <a:pt x="203" y="184"/>
                      <a:pt x="206" y="187"/>
                      <a:pt x="209" y="186"/>
                    </a:cubicBezTo>
                    <a:cubicBezTo>
                      <a:pt x="210" y="186"/>
                      <a:pt x="210" y="185"/>
                      <a:pt x="211" y="186"/>
                    </a:cubicBezTo>
                    <a:cubicBezTo>
                      <a:pt x="211" y="186"/>
                      <a:pt x="212" y="186"/>
                      <a:pt x="212" y="187"/>
                    </a:cubicBezTo>
                    <a:cubicBezTo>
                      <a:pt x="214" y="189"/>
                      <a:pt x="216" y="191"/>
                      <a:pt x="217" y="193"/>
                    </a:cubicBezTo>
                    <a:cubicBezTo>
                      <a:pt x="218" y="193"/>
                      <a:pt x="219" y="194"/>
                      <a:pt x="219" y="195"/>
                    </a:cubicBezTo>
                    <a:cubicBezTo>
                      <a:pt x="219" y="196"/>
                      <a:pt x="220" y="196"/>
                      <a:pt x="221" y="197"/>
                    </a:cubicBezTo>
                    <a:cubicBezTo>
                      <a:pt x="222" y="197"/>
                      <a:pt x="224" y="198"/>
                      <a:pt x="225" y="198"/>
                    </a:cubicBezTo>
                    <a:cubicBezTo>
                      <a:pt x="226" y="198"/>
                      <a:pt x="227" y="199"/>
                      <a:pt x="228" y="199"/>
                    </a:cubicBezTo>
                    <a:cubicBezTo>
                      <a:pt x="229" y="198"/>
                      <a:pt x="229" y="198"/>
                      <a:pt x="230" y="197"/>
                    </a:cubicBezTo>
                    <a:cubicBezTo>
                      <a:pt x="230" y="197"/>
                      <a:pt x="231" y="196"/>
                      <a:pt x="232" y="196"/>
                    </a:cubicBezTo>
                    <a:cubicBezTo>
                      <a:pt x="233" y="195"/>
                      <a:pt x="234" y="194"/>
                      <a:pt x="235" y="192"/>
                    </a:cubicBezTo>
                    <a:cubicBezTo>
                      <a:pt x="236" y="191"/>
                      <a:pt x="237" y="189"/>
                      <a:pt x="238" y="188"/>
                    </a:cubicBezTo>
                    <a:cubicBezTo>
                      <a:pt x="240" y="186"/>
                      <a:pt x="243" y="183"/>
                      <a:pt x="247" y="184"/>
                    </a:cubicBezTo>
                    <a:cubicBezTo>
                      <a:pt x="249" y="185"/>
                      <a:pt x="248" y="187"/>
                      <a:pt x="248" y="188"/>
                    </a:cubicBezTo>
                    <a:cubicBezTo>
                      <a:pt x="247" y="190"/>
                      <a:pt x="245" y="193"/>
                      <a:pt x="248" y="195"/>
                    </a:cubicBezTo>
                    <a:cubicBezTo>
                      <a:pt x="248" y="196"/>
                      <a:pt x="249" y="196"/>
                      <a:pt x="250" y="197"/>
                    </a:cubicBezTo>
                    <a:cubicBezTo>
                      <a:pt x="251" y="198"/>
                      <a:pt x="251" y="198"/>
                      <a:pt x="251" y="198"/>
                    </a:cubicBezTo>
                    <a:cubicBezTo>
                      <a:pt x="252" y="198"/>
                      <a:pt x="253" y="199"/>
                      <a:pt x="253" y="199"/>
                    </a:cubicBezTo>
                    <a:cubicBezTo>
                      <a:pt x="254" y="199"/>
                      <a:pt x="254" y="199"/>
                      <a:pt x="255" y="199"/>
                    </a:cubicBezTo>
                    <a:cubicBezTo>
                      <a:pt x="256" y="199"/>
                      <a:pt x="258" y="198"/>
                      <a:pt x="259" y="198"/>
                    </a:cubicBezTo>
                    <a:cubicBezTo>
                      <a:pt x="261" y="197"/>
                      <a:pt x="262" y="196"/>
                      <a:pt x="263" y="194"/>
                    </a:cubicBezTo>
                    <a:cubicBezTo>
                      <a:pt x="265" y="193"/>
                      <a:pt x="266" y="193"/>
                      <a:pt x="267" y="192"/>
                    </a:cubicBezTo>
                    <a:cubicBezTo>
                      <a:pt x="268" y="192"/>
                      <a:pt x="269" y="191"/>
                      <a:pt x="270" y="191"/>
                    </a:cubicBezTo>
                    <a:cubicBezTo>
                      <a:pt x="270" y="193"/>
                      <a:pt x="269" y="195"/>
                      <a:pt x="269" y="196"/>
                    </a:cubicBezTo>
                    <a:cubicBezTo>
                      <a:pt x="269" y="197"/>
                      <a:pt x="269" y="199"/>
                      <a:pt x="270" y="199"/>
                    </a:cubicBezTo>
                    <a:cubicBezTo>
                      <a:pt x="270" y="199"/>
                      <a:pt x="271" y="199"/>
                      <a:pt x="271" y="199"/>
                    </a:cubicBezTo>
                    <a:cubicBezTo>
                      <a:pt x="272" y="200"/>
                      <a:pt x="273" y="200"/>
                      <a:pt x="274" y="199"/>
                    </a:cubicBezTo>
                    <a:cubicBezTo>
                      <a:pt x="275" y="199"/>
                      <a:pt x="276" y="199"/>
                      <a:pt x="277" y="198"/>
                    </a:cubicBezTo>
                    <a:cubicBezTo>
                      <a:pt x="277" y="197"/>
                      <a:pt x="278" y="196"/>
                      <a:pt x="279" y="195"/>
                    </a:cubicBezTo>
                    <a:cubicBezTo>
                      <a:pt x="279" y="195"/>
                      <a:pt x="280" y="195"/>
                      <a:pt x="281" y="195"/>
                    </a:cubicBezTo>
                    <a:cubicBezTo>
                      <a:pt x="281" y="195"/>
                      <a:pt x="282" y="195"/>
                      <a:pt x="282" y="195"/>
                    </a:cubicBezTo>
                    <a:cubicBezTo>
                      <a:pt x="282" y="195"/>
                      <a:pt x="283" y="196"/>
                      <a:pt x="283" y="196"/>
                    </a:cubicBezTo>
                    <a:cubicBezTo>
                      <a:pt x="283" y="196"/>
                      <a:pt x="284" y="196"/>
                      <a:pt x="284" y="197"/>
                    </a:cubicBezTo>
                    <a:cubicBezTo>
                      <a:pt x="284" y="197"/>
                      <a:pt x="284" y="197"/>
                      <a:pt x="284" y="197"/>
                    </a:cubicBezTo>
                    <a:cubicBezTo>
                      <a:pt x="284" y="198"/>
                      <a:pt x="284" y="198"/>
                      <a:pt x="284" y="198"/>
                    </a:cubicBezTo>
                    <a:cubicBezTo>
                      <a:pt x="284" y="198"/>
                      <a:pt x="284" y="198"/>
                      <a:pt x="284" y="198"/>
                    </a:cubicBezTo>
                    <a:cubicBezTo>
                      <a:pt x="284" y="199"/>
                      <a:pt x="284" y="201"/>
                      <a:pt x="283" y="202"/>
                    </a:cubicBezTo>
                    <a:cubicBezTo>
                      <a:pt x="283" y="203"/>
                      <a:pt x="282" y="203"/>
                      <a:pt x="281" y="203"/>
                    </a:cubicBezTo>
                    <a:cubicBezTo>
                      <a:pt x="279" y="203"/>
                      <a:pt x="278" y="203"/>
                      <a:pt x="277" y="203"/>
                    </a:cubicBezTo>
                    <a:cubicBezTo>
                      <a:pt x="275" y="203"/>
                      <a:pt x="274" y="203"/>
                      <a:pt x="272" y="204"/>
                    </a:cubicBezTo>
                    <a:cubicBezTo>
                      <a:pt x="271" y="204"/>
                      <a:pt x="270" y="205"/>
                      <a:pt x="270" y="207"/>
                    </a:cubicBezTo>
                    <a:cubicBezTo>
                      <a:pt x="269" y="208"/>
                      <a:pt x="269" y="210"/>
                      <a:pt x="270" y="211"/>
                    </a:cubicBezTo>
                    <a:cubicBezTo>
                      <a:pt x="270" y="212"/>
                      <a:pt x="271" y="212"/>
                      <a:pt x="271" y="212"/>
                    </a:cubicBezTo>
                    <a:cubicBezTo>
                      <a:pt x="273" y="214"/>
                      <a:pt x="272" y="215"/>
                      <a:pt x="271" y="216"/>
                    </a:cubicBezTo>
                    <a:cubicBezTo>
                      <a:pt x="270" y="218"/>
                      <a:pt x="269" y="221"/>
                      <a:pt x="270" y="224"/>
                    </a:cubicBezTo>
                    <a:cubicBezTo>
                      <a:pt x="271" y="226"/>
                      <a:pt x="273" y="227"/>
                      <a:pt x="275" y="226"/>
                    </a:cubicBezTo>
                    <a:cubicBezTo>
                      <a:pt x="276" y="226"/>
                      <a:pt x="276" y="226"/>
                      <a:pt x="277" y="225"/>
                    </a:cubicBezTo>
                    <a:cubicBezTo>
                      <a:pt x="277" y="225"/>
                      <a:pt x="278" y="225"/>
                      <a:pt x="278" y="224"/>
                    </a:cubicBezTo>
                    <a:cubicBezTo>
                      <a:pt x="279" y="223"/>
                      <a:pt x="280" y="223"/>
                      <a:pt x="280" y="222"/>
                    </a:cubicBezTo>
                    <a:cubicBezTo>
                      <a:pt x="281" y="221"/>
                      <a:pt x="282" y="219"/>
                      <a:pt x="282" y="218"/>
                    </a:cubicBezTo>
                    <a:cubicBezTo>
                      <a:pt x="283" y="216"/>
                      <a:pt x="283" y="215"/>
                      <a:pt x="283" y="214"/>
                    </a:cubicBezTo>
                    <a:cubicBezTo>
                      <a:pt x="284" y="212"/>
                      <a:pt x="284" y="211"/>
                      <a:pt x="285" y="210"/>
                    </a:cubicBezTo>
                    <a:cubicBezTo>
                      <a:pt x="285" y="209"/>
                      <a:pt x="286" y="207"/>
                      <a:pt x="286" y="206"/>
                    </a:cubicBezTo>
                    <a:cubicBezTo>
                      <a:pt x="287" y="203"/>
                      <a:pt x="288" y="201"/>
                      <a:pt x="289" y="199"/>
                    </a:cubicBezTo>
                    <a:cubicBezTo>
                      <a:pt x="290" y="198"/>
                      <a:pt x="291" y="197"/>
                      <a:pt x="293" y="197"/>
                    </a:cubicBezTo>
                    <a:cubicBezTo>
                      <a:pt x="293" y="198"/>
                      <a:pt x="293" y="198"/>
                      <a:pt x="294" y="198"/>
                    </a:cubicBezTo>
                    <a:cubicBezTo>
                      <a:pt x="295" y="199"/>
                      <a:pt x="296" y="198"/>
                      <a:pt x="297" y="198"/>
                    </a:cubicBezTo>
                    <a:cubicBezTo>
                      <a:pt x="298" y="198"/>
                      <a:pt x="299" y="199"/>
                      <a:pt x="299" y="200"/>
                    </a:cubicBezTo>
                    <a:cubicBezTo>
                      <a:pt x="299" y="201"/>
                      <a:pt x="298" y="203"/>
                      <a:pt x="298" y="204"/>
                    </a:cubicBezTo>
                    <a:cubicBezTo>
                      <a:pt x="297" y="205"/>
                      <a:pt x="296" y="207"/>
                      <a:pt x="296" y="208"/>
                    </a:cubicBezTo>
                    <a:cubicBezTo>
                      <a:pt x="295" y="209"/>
                      <a:pt x="294" y="211"/>
                      <a:pt x="292" y="212"/>
                    </a:cubicBezTo>
                    <a:cubicBezTo>
                      <a:pt x="291" y="213"/>
                      <a:pt x="290" y="213"/>
                      <a:pt x="288" y="214"/>
                    </a:cubicBezTo>
                    <a:cubicBezTo>
                      <a:pt x="287" y="216"/>
                      <a:pt x="286" y="218"/>
                      <a:pt x="286" y="220"/>
                    </a:cubicBezTo>
                    <a:cubicBezTo>
                      <a:pt x="286" y="221"/>
                      <a:pt x="286" y="223"/>
                      <a:pt x="287" y="224"/>
                    </a:cubicBezTo>
                    <a:cubicBezTo>
                      <a:pt x="287" y="225"/>
                      <a:pt x="289" y="225"/>
                      <a:pt x="289" y="224"/>
                    </a:cubicBezTo>
                    <a:cubicBezTo>
                      <a:pt x="291" y="224"/>
                      <a:pt x="292" y="223"/>
                      <a:pt x="293" y="223"/>
                    </a:cubicBezTo>
                    <a:cubicBezTo>
                      <a:pt x="295" y="221"/>
                      <a:pt x="295" y="218"/>
                      <a:pt x="297" y="216"/>
                    </a:cubicBezTo>
                    <a:cubicBezTo>
                      <a:pt x="298" y="214"/>
                      <a:pt x="299" y="213"/>
                      <a:pt x="301" y="212"/>
                    </a:cubicBezTo>
                    <a:cubicBezTo>
                      <a:pt x="301" y="211"/>
                      <a:pt x="303" y="210"/>
                      <a:pt x="304" y="211"/>
                    </a:cubicBezTo>
                    <a:cubicBezTo>
                      <a:pt x="305" y="212"/>
                      <a:pt x="303" y="214"/>
                      <a:pt x="303" y="214"/>
                    </a:cubicBezTo>
                    <a:cubicBezTo>
                      <a:pt x="301" y="216"/>
                      <a:pt x="300" y="218"/>
                      <a:pt x="298" y="219"/>
                    </a:cubicBezTo>
                    <a:cubicBezTo>
                      <a:pt x="296" y="222"/>
                      <a:pt x="294" y="224"/>
                      <a:pt x="294" y="228"/>
                    </a:cubicBezTo>
                    <a:cubicBezTo>
                      <a:pt x="295" y="227"/>
                      <a:pt x="296" y="226"/>
                      <a:pt x="297" y="225"/>
                    </a:cubicBezTo>
                    <a:cubicBezTo>
                      <a:pt x="300" y="224"/>
                      <a:pt x="302" y="222"/>
                      <a:pt x="304" y="220"/>
                    </a:cubicBezTo>
                    <a:cubicBezTo>
                      <a:pt x="306" y="218"/>
                      <a:pt x="308" y="215"/>
                      <a:pt x="310" y="212"/>
                    </a:cubicBezTo>
                    <a:cubicBezTo>
                      <a:pt x="310" y="211"/>
                      <a:pt x="312" y="208"/>
                      <a:pt x="312" y="210"/>
                    </a:cubicBezTo>
                    <a:cubicBezTo>
                      <a:pt x="313" y="211"/>
                      <a:pt x="312" y="213"/>
                      <a:pt x="311" y="214"/>
                    </a:cubicBezTo>
                    <a:cubicBezTo>
                      <a:pt x="308" y="217"/>
                      <a:pt x="308" y="222"/>
                      <a:pt x="307" y="226"/>
                    </a:cubicBezTo>
                    <a:cubicBezTo>
                      <a:pt x="306" y="229"/>
                      <a:pt x="304" y="231"/>
                      <a:pt x="302" y="233"/>
                    </a:cubicBezTo>
                    <a:cubicBezTo>
                      <a:pt x="301" y="234"/>
                      <a:pt x="300" y="235"/>
                      <a:pt x="299" y="236"/>
                    </a:cubicBezTo>
                    <a:cubicBezTo>
                      <a:pt x="298" y="237"/>
                      <a:pt x="298" y="238"/>
                      <a:pt x="298" y="238"/>
                    </a:cubicBezTo>
                    <a:cubicBezTo>
                      <a:pt x="299" y="240"/>
                      <a:pt x="302" y="240"/>
                      <a:pt x="303" y="239"/>
                    </a:cubicBezTo>
                    <a:cubicBezTo>
                      <a:pt x="305" y="239"/>
                      <a:pt x="306" y="238"/>
                      <a:pt x="307" y="237"/>
                    </a:cubicBezTo>
                    <a:cubicBezTo>
                      <a:pt x="308" y="236"/>
                      <a:pt x="310" y="234"/>
                      <a:pt x="312" y="234"/>
                    </a:cubicBezTo>
                    <a:cubicBezTo>
                      <a:pt x="313" y="234"/>
                      <a:pt x="313" y="236"/>
                      <a:pt x="314" y="237"/>
                    </a:cubicBezTo>
                    <a:cubicBezTo>
                      <a:pt x="314" y="238"/>
                      <a:pt x="315" y="240"/>
                      <a:pt x="316" y="241"/>
                    </a:cubicBezTo>
                    <a:cubicBezTo>
                      <a:pt x="317" y="242"/>
                      <a:pt x="319" y="242"/>
                      <a:pt x="321" y="243"/>
                    </a:cubicBezTo>
                    <a:cubicBezTo>
                      <a:pt x="322" y="243"/>
                      <a:pt x="323" y="244"/>
                      <a:pt x="324" y="244"/>
                    </a:cubicBezTo>
                    <a:cubicBezTo>
                      <a:pt x="326" y="245"/>
                      <a:pt x="328" y="245"/>
                      <a:pt x="330" y="245"/>
                    </a:cubicBezTo>
                    <a:cubicBezTo>
                      <a:pt x="331" y="246"/>
                      <a:pt x="333" y="246"/>
                      <a:pt x="335" y="246"/>
                    </a:cubicBezTo>
                    <a:cubicBezTo>
                      <a:pt x="337" y="245"/>
                      <a:pt x="338" y="243"/>
                      <a:pt x="339" y="242"/>
                    </a:cubicBezTo>
                    <a:cubicBezTo>
                      <a:pt x="340" y="241"/>
                      <a:pt x="343" y="240"/>
                      <a:pt x="343" y="242"/>
                    </a:cubicBezTo>
                    <a:cubicBezTo>
                      <a:pt x="344" y="244"/>
                      <a:pt x="343" y="247"/>
                      <a:pt x="341" y="248"/>
                    </a:cubicBezTo>
                    <a:cubicBezTo>
                      <a:pt x="339" y="250"/>
                      <a:pt x="337" y="249"/>
                      <a:pt x="335" y="249"/>
                    </a:cubicBezTo>
                    <a:cubicBezTo>
                      <a:pt x="333" y="249"/>
                      <a:pt x="332" y="250"/>
                      <a:pt x="330" y="250"/>
                    </a:cubicBezTo>
                    <a:cubicBezTo>
                      <a:pt x="328" y="251"/>
                      <a:pt x="326" y="251"/>
                      <a:pt x="324" y="251"/>
                    </a:cubicBezTo>
                    <a:cubicBezTo>
                      <a:pt x="322" y="251"/>
                      <a:pt x="320" y="250"/>
                      <a:pt x="319" y="249"/>
                    </a:cubicBezTo>
                    <a:cubicBezTo>
                      <a:pt x="317" y="247"/>
                      <a:pt x="315" y="246"/>
                      <a:pt x="312" y="246"/>
                    </a:cubicBezTo>
                    <a:cubicBezTo>
                      <a:pt x="309" y="246"/>
                      <a:pt x="306" y="246"/>
                      <a:pt x="304" y="248"/>
                    </a:cubicBezTo>
                    <a:cubicBezTo>
                      <a:pt x="303" y="249"/>
                      <a:pt x="302" y="250"/>
                      <a:pt x="303" y="252"/>
                    </a:cubicBezTo>
                    <a:cubicBezTo>
                      <a:pt x="303" y="254"/>
                      <a:pt x="305" y="256"/>
                      <a:pt x="305" y="258"/>
                    </a:cubicBezTo>
                    <a:cubicBezTo>
                      <a:pt x="306" y="260"/>
                      <a:pt x="306" y="262"/>
                      <a:pt x="307" y="264"/>
                    </a:cubicBezTo>
                    <a:cubicBezTo>
                      <a:pt x="307" y="266"/>
                      <a:pt x="308" y="267"/>
                      <a:pt x="309" y="269"/>
                    </a:cubicBezTo>
                    <a:cubicBezTo>
                      <a:pt x="310" y="269"/>
                      <a:pt x="312" y="270"/>
                      <a:pt x="313" y="270"/>
                    </a:cubicBezTo>
                    <a:cubicBezTo>
                      <a:pt x="315" y="270"/>
                      <a:pt x="318" y="270"/>
                      <a:pt x="320" y="269"/>
                    </a:cubicBezTo>
                    <a:cubicBezTo>
                      <a:pt x="322" y="269"/>
                      <a:pt x="322" y="267"/>
                      <a:pt x="324" y="266"/>
                    </a:cubicBezTo>
                    <a:cubicBezTo>
                      <a:pt x="325" y="264"/>
                      <a:pt x="327" y="263"/>
                      <a:pt x="329" y="263"/>
                    </a:cubicBezTo>
                    <a:cubicBezTo>
                      <a:pt x="331" y="263"/>
                      <a:pt x="331" y="266"/>
                      <a:pt x="331" y="267"/>
                    </a:cubicBezTo>
                    <a:cubicBezTo>
                      <a:pt x="331" y="268"/>
                      <a:pt x="332" y="270"/>
                      <a:pt x="334" y="270"/>
                    </a:cubicBezTo>
                    <a:cubicBezTo>
                      <a:pt x="335" y="269"/>
                      <a:pt x="336" y="268"/>
                      <a:pt x="337" y="268"/>
                    </a:cubicBezTo>
                    <a:cubicBezTo>
                      <a:pt x="338" y="268"/>
                      <a:pt x="339" y="270"/>
                      <a:pt x="340" y="271"/>
                    </a:cubicBezTo>
                    <a:cubicBezTo>
                      <a:pt x="340" y="272"/>
                      <a:pt x="340" y="272"/>
                      <a:pt x="340" y="273"/>
                    </a:cubicBezTo>
                    <a:cubicBezTo>
                      <a:pt x="340" y="274"/>
                      <a:pt x="340" y="274"/>
                      <a:pt x="341" y="275"/>
                    </a:cubicBezTo>
                    <a:cubicBezTo>
                      <a:pt x="341" y="276"/>
                      <a:pt x="341" y="277"/>
                      <a:pt x="341" y="278"/>
                    </a:cubicBezTo>
                    <a:cubicBezTo>
                      <a:pt x="340" y="278"/>
                      <a:pt x="339" y="278"/>
                      <a:pt x="338" y="279"/>
                    </a:cubicBezTo>
                    <a:cubicBezTo>
                      <a:pt x="338" y="279"/>
                      <a:pt x="337" y="280"/>
                      <a:pt x="336" y="280"/>
                    </a:cubicBezTo>
                    <a:cubicBezTo>
                      <a:pt x="336" y="280"/>
                      <a:pt x="335" y="281"/>
                      <a:pt x="335" y="281"/>
                    </a:cubicBezTo>
                    <a:cubicBezTo>
                      <a:pt x="338" y="283"/>
                      <a:pt x="341" y="285"/>
                      <a:pt x="344" y="288"/>
                    </a:cubicBezTo>
                    <a:cubicBezTo>
                      <a:pt x="345" y="289"/>
                      <a:pt x="346" y="290"/>
                      <a:pt x="347" y="290"/>
                    </a:cubicBezTo>
                    <a:cubicBezTo>
                      <a:pt x="349" y="291"/>
                      <a:pt x="351" y="292"/>
                      <a:pt x="354" y="292"/>
                    </a:cubicBezTo>
                    <a:cubicBezTo>
                      <a:pt x="356" y="293"/>
                      <a:pt x="359" y="293"/>
                      <a:pt x="361" y="294"/>
                    </a:cubicBezTo>
                    <a:cubicBezTo>
                      <a:pt x="362" y="295"/>
                      <a:pt x="363" y="295"/>
                      <a:pt x="362" y="296"/>
                    </a:cubicBezTo>
                    <a:cubicBezTo>
                      <a:pt x="360" y="297"/>
                      <a:pt x="358" y="297"/>
                      <a:pt x="356" y="297"/>
                    </a:cubicBezTo>
                    <a:cubicBezTo>
                      <a:pt x="354" y="297"/>
                      <a:pt x="352" y="297"/>
                      <a:pt x="350" y="297"/>
                    </a:cubicBezTo>
                    <a:cubicBezTo>
                      <a:pt x="349" y="296"/>
                      <a:pt x="348" y="296"/>
                      <a:pt x="347" y="295"/>
                    </a:cubicBezTo>
                    <a:cubicBezTo>
                      <a:pt x="345" y="294"/>
                      <a:pt x="344" y="294"/>
                      <a:pt x="342" y="293"/>
                    </a:cubicBezTo>
                    <a:cubicBezTo>
                      <a:pt x="338" y="293"/>
                      <a:pt x="334" y="294"/>
                      <a:pt x="330" y="296"/>
                    </a:cubicBezTo>
                    <a:cubicBezTo>
                      <a:pt x="329" y="296"/>
                      <a:pt x="329" y="297"/>
                      <a:pt x="328" y="296"/>
                    </a:cubicBezTo>
                    <a:cubicBezTo>
                      <a:pt x="327" y="296"/>
                      <a:pt x="326" y="295"/>
                      <a:pt x="325" y="295"/>
                    </a:cubicBezTo>
                    <a:cubicBezTo>
                      <a:pt x="321" y="293"/>
                      <a:pt x="317" y="292"/>
                      <a:pt x="313" y="293"/>
                    </a:cubicBezTo>
                    <a:cubicBezTo>
                      <a:pt x="311" y="294"/>
                      <a:pt x="310" y="297"/>
                      <a:pt x="308" y="297"/>
                    </a:cubicBezTo>
                    <a:cubicBezTo>
                      <a:pt x="306" y="297"/>
                      <a:pt x="305" y="295"/>
                      <a:pt x="304" y="294"/>
                    </a:cubicBezTo>
                    <a:cubicBezTo>
                      <a:pt x="303" y="293"/>
                      <a:pt x="302" y="293"/>
                      <a:pt x="301" y="293"/>
                    </a:cubicBezTo>
                    <a:cubicBezTo>
                      <a:pt x="299" y="292"/>
                      <a:pt x="297" y="293"/>
                      <a:pt x="295" y="293"/>
                    </a:cubicBezTo>
                    <a:cubicBezTo>
                      <a:pt x="291" y="293"/>
                      <a:pt x="287" y="294"/>
                      <a:pt x="283" y="293"/>
                    </a:cubicBezTo>
                    <a:cubicBezTo>
                      <a:pt x="280" y="292"/>
                      <a:pt x="276" y="290"/>
                      <a:pt x="273" y="292"/>
                    </a:cubicBezTo>
                    <a:cubicBezTo>
                      <a:pt x="272" y="293"/>
                      <a:pt x="270" y="294"/>
                      <a:pt x="269" y="295"/>
                    </a:cubicBezTo>
                    <a:cubicBezTo>
                      <a:pt x="268" y="296"/>
                      <a:pt x="266" y="297"/>
                      <a:pt x="264" y="297"/>
                    </a:cubicBezTo>
                    <a:cubicBezTo>
                      <a:pt x="262" y="297"/>
                      <a:pt x="260" y="296"/>
                      <a:pt x="257" y="296"/>
                    </a:cubicBezTo>
                    <a:cubicBezTo>
                      <a:pt x="256" y="295"/>
                      <a:pt x="254" y="295"/>
                      <a:pt x="252" y="295"/>
                    </a:cubicBezTo>
                    <a:cubicBezTo>
                      <a:pt x="251" y="296"/>
                      <a:pt x="250" y="296"/>
                      <a:pt x="249" y="297"/>
                    </a:cubicBezTo>
                    <a:cubicBezTo>
                      <a:pt x="247" y="298"/>
                      <a:pt x="246" y="298"/>
                      <a:pt x="244" y="299"/>
                    </a:cubicBezTo>
                    <a:cubicBezTo>
                      <a:pt x="243" y="299"/>
                      <a:pt x="242" y="299"/>
                      <a:pt x="241" y="299"/>
                    </a:cubicBezTo>
                    <a:cubicBezTo>
                      <a:pt x="241" y="299"/>
                      <a:pt x="240" y="298"/>
                      <a:pt x="240" y="299"/>
                    </a:cubicBezTo>
                    <a:cubicBezTo>
                      <a:pt x="240" y="299"/>
                      <a:pt x="240" y="299"/>
                      <a:pt x="240" y="299"/>
                    </a:cubicBezTo>
                    <a:cubicBezTo>
                      <a:pt x="240" y="300"/>
                      <a:pt x="241" y="300"/>
                      <a:pt x="241" y="300"/>
                    </a:cubicBezTo>
                    <a:cubicBezTo>
                      <a:pt x="243" y="302"/>
                      <a:pt x="245" y="303"/>
                      <a:pt x="247" y="305"/>
                    </a:cubicBezTo>
                    <a:cubicBezTo>
                      <a:pt x="248" y="306"/>
                      <a:pt x="249" y="307"/>
                      <a:pt x="250" y="308"/>
                    </a:cubicBezTo>
                    <a:cubicBezTo>
                      <a:pt x="250" y="308"/>
                      <a:pt x="250" y="309"/>
                      <a:pt x="250" y="309"/>
                    </a:cubicBezTo>
                    <a:cubicBezTo>
                      <a:pt x="249" y="311"/>
                      <a:pt x="242" y="306"/>
                      <a:pt x="242" y="306"/>
                    </a:cubicBezTo>
                    <a:cubicBezTo>
                      <a:pt x="239" y="304"/>
                      <a:pt x="236" y="301"/>
                      <a:pt x="233" y="302"/>
                    </a:cubicBezTo>
                    <a:cubicBezTo>
                      <a:pt x="230" y="304"/>
                      <a:pt x="232" y="308"/>
                      <a:pt x="234" y="310"/>
                    </a:cubicBezTo>
                    <a:cubicBezTo>
                      <a:pt x="236" y="312"/>
                      <a:pt x="240" y="314"/>
                      <a:pt x="243" y="316"/>
                    </a:cubicBezTo>
                    <a:cubicBezTo>
                      <a:pt x="247" y="317"/>
                      <a:pt x="249" y="320"/>
                      <a:pt x="251" y="323"/>
                    </a:cubicBezTo>
                    <a:cubicBezTo>
                      <a:pt x="252" y="324"/>
                      <a:pt x="252" y="326"/>
                      <a:pt x="253" y="328"/>
                    </a:cubicBezTo>
                    <a:cubicBezTo>
                      <a:pt x="253" y="329"/>
                      <a:pt x="253" y="330"/>
                      <a:pt x="254" y="332"/>
                    </a:cubicBezTo>
                    <a:cubicBezTo>
                      <a:pt x="256" y="335"/>
                      <a:pt x="260" y="338"/>
                      <a:pt x="263" y="340"/>
                    </a:cubicBezTo>
                    <a:cubicBezTo>
                      <a:pt x="266" y="342"/>
                      <a:pt x="269" y="344"/>
                      <a:pt x="272" y="346"/>
                    </a:cubicBezTo>
                    <a:cubicBezTo>
                      <a:pt x="274" y="348"/>
                      <a:pt x="277" y="350"/>
                      <a:pt x="280" y="350"/>
                    </a:cubicBezTo>
                    <a:cubicBezTo>
                      <a:pt x="282" y="350"/>
                      <a:pt x="284" y="349"/>
                      <a:pt x="286" y="349"/>
                    </a:cubicBezTo>
                    <a:cubicBezTo>
                      <a:pt x="288" y="349"/>
                      <a:pt x="291" y="349"/>
                      <a:pt x="293" y="349"/>
                    </a:cubicBezTo>
                    <a:cubicBezTo>
                      <a:pt x="295" y="349"/>
                      <a:pt x="297" y="349"/>
                      <a:pt x="300" y="349"/>
                    </a:cubicBezTo>
                    <a:cubicBezTo>
                      <a:pt x="302" y="349"/>
                      <a:pt x="304" y="349"/>
                      <a:pt x="306" y="348"/>
                    </a:cubicBezTo>
                    <a:cubicBezTo>
                      <a:pt x="308" y="348"/>
                      <a:pt x="310" y="347"/>
                      <a:pt x="312" y="346"/>
                    </a:cubicBezTo>
                    <a:cubicBezTo>
                      <a:pt x="314" y="346"/>
                      <a:pt x="315" y="346"/>
                      <a:pt x="316" y="347"/>
                    </a:cubicBezTo>
                    <a:cubicBezTo>
                      <a:pt x="319" y="349"/>
                      <a:pt x="318" y="354"/>
                      <a:pt x="317" y="356"/>
                    </a:cubicBezTo>
                    <a:cubicBezTo>
                      <a:pt x="316" y="360"/>
                      <a:pt x="313" y="362"/>
                      <a:pt x="309" y="364"/>
                    </a:cubicBezTo>
                    <a:cubicBezTo>
                      <a:pt x="307" y="365"/>
                      <a:pt x="304" y="366"/>
                      <a:pt x="302" y="367"/>
                    </a:cubicBezTo>
                    <a:cubicBezTo>
                      <a:pt x="299" y="367"/>
                      <a:pt x="297" y="368"/>
                      <a:pt x="295" y="369"/>
                    </a:cubicBezTo>
                    <a:cubicBezTo>
                      <a:pt x="293" y="370"/>
                      <a:pt x="292" y="371"/>
                      <a:pt x="292" y="373"/>
                    </a:cubicBezTo>
                    <a:cubicBezTo>
                      <a:pt x="291" y="375"/>
                      <a:pt x="291" y="376"/>
                      <a:pt x="291" y="378"/>
                    </a:cubicBezTo>
                    <a:cubicBezTo>
                      <a:pt x="290" y="379"/>
                      <a:pt x="290" y="381"/>
                      <a:pt x="289" y="381"/>
                    </a:cubicBezTo>
                    <a:cubicBezTo>
                      <a:pt x="287" y="382"/>
                      <a:pt x="286" y="382"/>
                      <a:pt x="284" y="382"/>
                    </a:cubicBezTo>
                    <a:cubicBezTo>
                      <a:pt x="280" y="382"/>
                      <a:pt x="277" y="379"/>
                      <a:pt x="274" y="376"/>
                    </a:cubicBezTo>
                    <a:cubicBezTo>
                      <a:pt x="273" y="374"/>
                      <a:pt x="272" y="372"/>
                      <a:pt x="270" y="371"/>
                    </a:cubicBezTo>
                    <a:cubicBezTo>
                      <a:pt x="268" y="369"/>
                      <a:pt x="266" y="368"/>
                      <a:pt x="264" y="367"/>
                    </a:cubicBezTo>
                    <a:cubicBezTo>
                      <a:pt x="260" y="365"/>
                      <a:pt x="255" y="365"/>
                      <a:pt x="252" y="361"/>
                    </a:cubicBezTo>
                    <a:cubicBezTo>
                      <a:pt x="249" y="357"/>
                      <a:pt x="248" y="353"/>
                      <a:pt x="245" y="349"/>
                    </a:cubicBezTo>
                    <a:cubicBezTo>
                      <a:pt x="243" y="346"/>
                      <a:pt x="240" y="345"/>
                      <a:pt x="237" y="343"/>
                    </a:cubicBezTo>
                    <a:cubicBezTo>
                      <a:pt x="235" y="343"/>
                      <a:pt x="234" y="342"/>
                      <a:pt x="232" y="341"/>
                    </a:cubicBezTo>
                    <a:cubicBezTo>
                      <a:pt x="230" y="340"/>
                      <a:pt x="227" y="339"/>
                      <a:pt x="224" y="338"/>
                    </a:cubicBezTo>
                    <a:cubicBezTo>
                      <a:pt x="223" y="337"/>
                      <a:pt x="221" y="337"/>
                      <a:pt x="220" y="336"/>
                    </a:cubicBezTo>
                    <a:cubicBezTo>
                      <a:pt x="219" y="336"/>
                      <a:pt x="218" y="335"/>
                      <a:pt x="218" y="334"/>
                    </a:cubicBezTo>
                    <a:cubicBezTo>
                      <a:pt x="217" y="333"/>
                      <a:pt x="215" y="332"/>
                      <a:pt x="214" y="331"/>
                    </a:cubicBezTo>
                    <a:cubicBezTo>
                      <a:pt x="213" y="330"/>
                      <a:pt x="212" y="330"/>
                      <a:pt x="211" y="330"/>
                    </a:cubicBezTo>
                    <a:cubicBezTo>
                      <a:pt x="209" y="330"/>
                      <a:pt x="207" y="330"/>
                      <a:pt x="206" y="331"/>
                    </a:cubicBezTo>
                    <a:cubicBezTo>
                      <a:pt x="204" y="332"/>
                      <a:pt x="204" y="334"/>
                      <a:pt x="204" y="336"/>
                    </a:cubicBezTo>
                    <a:cubicBezTo>
                      <a:pt x="203" y="337"/>
                      <a:pt x="202" y="340"/>
                      <a:pt x="200" y="339"/>
                    </a:cubicBezTo>
                    <a:cubicBezTo>
                      <a:pt x="199" y="338"/>
                      <a:pt x="198" y="336"/>
                      <a:pt x="198" y="335"/>
                    </a:cubicBezTo>
                    <a:cubicBezTo>
                      <a:pt x="197" y="334"/>
                      <a:pt x="196" y="332"/>
                      <a:pt x="196" y="330"/>
                    </a:cubicBezTo>
                    <a:cubicBezTo>
                      <a:pt x="196" y="328"/>
                      <a:pt x="197" y="327"/>
                      <a:pt x="199" y="326"/>
                    </a:cubicBezTo>
                    <a:cubicBezTo>
                      <a:pt x="200" y="326"/>
                      <a:pt x="202" y="325"/>
                      <a:pt x="203" y="323"/>
                    </a:cubicBezTo>
                    <a:cubicBezTo>
                      <a:pt x="204" y="322"/>
                      <a:pt x="206" y="321"/>
                      <a:pt x="206" y="320"/>
                    </a:cubicBezTo>
                    <a:cubicBezTo>
                      <a:pt x="206" y="318"/>
                      <a:pt x="206" y="316"/>
                      <a:pt x="205" y="315"/>
                    </a:cubicBezTo>
                    <a:cubicBezTo>
                      <a:pt x="204" y="314"/>
                      <a:pt x="203" y="314"/>
                      <a:pt x="202" y="314"/>
                    </a:cubicBezTo>
                    <a:cubicBezTo>
                      <a:pt x="201" y="314"/>
                      <a:pt x="200" y="314"/>
                      <a:pt x="199" y="314"/>
                    </a:cubicBezTo>
                    <a:cubicBezTo>
                      <a:pt x="197" y="314"/>
                      <a:pt x="196" y="314"/>
                      <a:pt x="194" y="313"/>
                    </a:cubicBezTo>
                    <a:cubicBezTo>
                      <a:pt x="192" y="313"/>
                      <a:pt x="190" y="311"/>
                      <a:pt x="188" y="312"/>
                    </a:cubicBezTo>
                    <a:cubicBezTo>
                      <a:pt x="186" y="312"/>
                      <a:pt x="184" y="314"/>
                      <a:pt x="184" y="316"/>
                    </a:cubicBezTo>
                    <a:cubicBezTo>
                      <a:pt x="185" y="317"/>
                      <a:pt x="186" y="318"/>
                      <a:pt x="187" y="318"/>
                    </a:cubicBezTo>
                    <a:cubicBezTo>
                      <a:pt x="188" y="319"/>
                      <a:pt x="189" y="319"/>
                      <a:pt x="190" y="320"/>
                    </a:cubicBezTo>
                    <a:cubicBezTo>
                      <a:pt x="190" y="321"/>
                      <a:pt x="186" y="322"/>
                      <a:pt x="185" y="322"/>
                    </a:cubicBezTo>
                    <a:cubicBezTo>
                      <a:pt x="184" y="322"/>
                      <a:pt x="183" y="321"/>
                      <a:pt x="181" y="320"/>
                    </a:cubicBezTo>
                    <a:cubicBezTo>
                      <a:pt x="180" y="320"/>
                      <a:pt x="178" y="320"/>
                      <a:pt x="177" y="320"/>
                    </a:cubicBezTo>
                    <a:cubicBezTo>
                      <a:pt x="174" y="320"/>
                      <a:pt x="172" y="319"/>
                      <a:pt x="171" y="317"/>
                    </a:cubicBezTo>
                    <a:cubicBezTo>
                      <a:pt x="171" y="316"/>
                      <a:pt x="171" y="315"/>
                      <a:pt x="170" y="314"/>
                    </a:cubicBezTo>
                    <a:cubicBezTo>
                      <a:pt x="170" y="313"/>
                      <a:pt x="169" y="313"/>
                      <a:pt x="168" y="313"/>
                    </a:cubicBezTo>
                    <a:cubicBezTo>
                      <a:pt x="167" y="313"/>
                      <a:pt x="166" y="313"/>
                      <a:pt x="164" y="313"/>
                    </a:cubicBezTo>
                    <a:cubicBezTo>
                      <a:pt x="163" y="313"/>
                      <a:pt x="163" y="313"/>
                      <a:pt x="162" y="313"/>
                    </a:cubicBezTo>
                    <a:cubicBezTo>
                      <a:pt x="160" y="313"/>
                      <a:pt x="157" y="314"/>
                      <a:pt x="156" y="316"/>
                    </a:cubicBezTo>
                    <a:cubicBezTo>
                      <a:pt x="156" y="317"/>
                      <a:pt x="156" y="318"/>
                      <a:pt x="154" y="318"/>
                    </a:cubicBezTo>
                    <a:cubicBezTo>
                      <a:pt x="152" y="317"/>
                      <a:pt x="152" y="315"/>
                      <a:pt x="151" y="313"/>
                    </a:cubicBezTo>
                    <a:cubicBezTo>
                      <a:pt x="150" y="312"/>
                      <a:pt x="149" y="313"/>
                      <a:pt x="148" y="315"/>
                    </a:cubicBezTo>
                    <a:cubicBezTo>
                      <a:pt x="148" y="316"/>
                      <a:pt x="148" y="316"/>
                      <a:pt x="148" y="317"/>
                    </a:cubicBezTo>
                    <a:cubicBezTo>
                      <a:pt x="148" y="318"/>
                      <a:pt x="148" y="319"/>
                      <a:pt x="147" y="320"/>
                    </a:cubicBezTo>
                    <a:cubicBezTo>
                      <a:pt x="146" y="322"/>
                      <a:pt x="145" y="324"/>
                      <a:pt x="143" y="323"/>
                    </a:cubicBezTo>
                    <a:cubicBezTo>
                      <a:pt x="142" y="322"/>
                      <a:pt x="141" y="321"/>
                      <a:pt x="141" y="319"/>
                    </a:cubicBezTo>
                    <a:cubicBezTo>
                      <a:pt x="141" y="317"/>
                      <a:pt x="141" y="315"/>
                      <a:pt x="142" y="313"/>
                    </a:cubicBezTo>
                    <a:cubicBezTo>
                      <a:pt x="143" y="311"/>
                      <a:pt x="144" y="310"/>
                      <a:pt x="146" y="309"/>
                    </a:cubicBezTo>
                    <a:cubicBezTo>
                      <a:pt x="147" y="308"/>
                      <a:pt x="149" y="307"/>
                      <a:pt x="152" y="307"/>
                    </a:cubicBezTo>
                    <a:cubicBezTo>
                      <a:pt x="153" y="307"/>
                      <a:pt x="155" y="307"/>
                      <a:pt x="156" y="306"/>
                    </a:cubicBezTo>
                    <a:cubicBezTo>
                      <a:pt x="156" y="304"/>
                      <a:pt x="154" y="304"/>
                      <a:pt x="154" y="303"/>
                    </a:cubicBezTo>
                    <a:cubicBezTo>
                      <a:pt x="153" y="302"/>
                      <a:pt x="152" y="300"/>
                      <a:pt x="151" y="299"/>
                    </a:cubicBezTo>
                    <a:cubicBezTo>
                      <a:pt x="150" y="298"/>
                      <a:pt x="148" y="298"/>
                      <a:pt x="146" y="297"/>
                    </a:cubicBezTo>
                    <a:cubicBezTo>
                      <a:pt x="144" y="297"/>
                      <a:pt x="142" y="297"/>
                      <a:pt x="141" y="298"/>
                    </a:cubicBezTo>
                    <a:cubicBezTo>
                      <a:pt x="139" y="299"/>
                      <a:pt x="139" y="300"/>
                      <a:pt x="138" y="302"/>
                    </a:cubicBezTo>
                    <a:cubicBezTo>
                      <a:pt x="138" y="302"/>
                      <a:pt x="138" y="303"/>
                      <a:pt x="137" y="303"/>
                    </a:cubicBezTo>
                    <a:cubicBezTo>
                      <a:pt x="137" y="304"/>
                      <a:pt x="137" y="304"/>
                      <a:pt x="137" y="305"/>
                    </a:cubicBezTo>
                    <a:cubicBezTo>
                      <a:pt x="136" y="305"/>
                      <a:pt x="135" y="305"/>
                      <a:pt x="135" y="306"/>
                    </a:cubicBezTo>
                    <a:cubicBezTo>
                      <a:pt x="135" y="306"/>
                      <a:pt x="134" y="307"/>
                      <a:pt x="134" y="307"/>
                    </a:cubicBezTo>
                    <a:cubicBezTo>
                      <a:pt x="133" y="309"/>
                      <a:pt x="132" y="310"/>
                      <a:pt x="131" y="311"/>
                    </a:cubicBezTo>
                    <a:cubicBezTo>
                      <a:pt x="131" y="312"/>
                      <a:pt x="130" y="314"/>
                      <a:pt x="129" y="315"/>
                    </a:cubicBezTo>
                    <a:cubicBezTo>
                      <a:pt x="127" y="315"/>
                      <a:pt x="127" y="313"/>
                      <a:pt x="127" y="312"/>
                    </a:cubicBezTo>
                    <a:cubicBezTo>
                      <a:pt x="126" y="310"/>
                      <a:pt x="126" y="309"/>
                      <a:pt x="127" y="307"/>
                    </a:cubicBezTo>
                    <a:cubicBezTo>
                      <a:pt x="127" y="305"/>
                      <a:pt x="128" y="303"/>
                      <a:pt x="128" y="301"/>
                    </a:cubicBezTo>
                    <a:cubicBezTo>
                      <a:pt x="128" y="299"/>
                      <a:pt x="127" y="298"/>
                      <a:pt x="126" y="296"/>
                    </a:cubicBezTo>
                    <a:cubicBezTo>
                      <a:pt x="125" y="296"/>
                      <a:pt x="124" y="296"/>
                      <a:pt x="123" y="295"/>
                    </a:cubicBezTo>
                    <a:cubicBezTo>
                      <a:pt x="121" y="295"/>
                      <a:pt x="120" y="295"/>
                      <a:pt x="119" y="295"/>
                    </a:cubicBezTo>
                    <a:cubicBezTo>
                      <a:pt x="117" y="294"/>
                      <a:pt x="116" y="294"/>
                      <a:pt x="114" y="294"/>
                    </a:cubicBezTo>
                    <a:cubicBezTo>
                      <a:pt x="113" y="294"/>
                      <a:pt x="113" y="293"/>
                      <a:pt x="112" y="292"/>
                    </a:cubicBezTo>
                    <a:cubicBezTo>
                      <a:pt x="110" y="290"/>
                      <a:pt x="106" y="291"/>
                      <a:pt x="104" y="292"/>
                    </a:cubicBezTo>
                    <a:cubicBezTo>
                      <a:pt x="102" y="294"/>
                      <a:pt x="102" y="296"/>
                      <a:pt x="100" y="297"/>
                    </a:cubicBezTo>
                    <a:cubicBezTo>
                      <a:pt x="97" y="298"/>
                      <a:pt x="97" y="294"/>
                      <a:pt x="95" y="293"/>
                    </a:cubicBezTo>
                    <a:cubicBezTo>
                      <a:pt x="93" y="292"/>
                      <a:pt x="92" y="292"/>
                      <a:pt x="90" y="292"/>
                    </a:cubicBezTo>
                    <a:cubicBezTo>
                      <a:pt x="88" y="293"/>
                      <a:pt x="87" y="293"/>
                      <a:pt x="85" y="293"/>
                    </a:cubicBezTo>
                    <a:cubicBezTo>
                      <a:pt x="84" y="293"/>
                      <a:pt x="82" y="293"/>
                      <a:pt x="81" y="293"/>
                    </a:cubicBezTo>
                    <a:cubicBezTo>
                      <a:pt x="80" y="293"/>
                      <a:pt x="79" y="291"/>
                      <a:pt x="78" y="290"/>
                    </a:cubicBezTo>
                    <a:cubicBezTo>
                      <a:pt x="76" y="286"/>
                      <a:pt x="75" y="282"/>
                      <a:pt x="74" y="277"/>
                    </a:cubicBezTo>
                    <a:cubicBezTo>
                      <a:pt x="74" y="276"/>
                      <a:pt x="73" y="275"/>
                      <a:pt x="72" y="274"/>
                    </a:cubicBezTo>
                    <a:cubicBezTo>
                      <a:pt x="71" y="273"/>
                      <a:pt x="69" y="273"/>
                      <a:pt x="67" y="272"/>
                    </a:cubicBezTo>
                    <a:cubicBezTo>
                      <a:pt x="64" y="271"/>
                      <a:pt x="61" y="270"/>
                      <a:pt x="59" y="271"/>
                    </a:cubicBezTo>
                    <a:cubicBezTo>
                      <a:pt x="57" y="272"/>
                      <a:pt x="55" y="274"/>
                      <a:pt x="53" y="273"/>
                    </a:cubicBezTo>
                    <a:cubicBezTo>
                      <a:pt x="52" y="272"/>
                      <a:pt x="51" y="271"/>
                      <a:pt x="50" y="270"/>
                    </a:cubicBezTo>
                    <a:cubicBezTo>
                      <a:pt x="50" y="270"/>
                      <a:pt x="49" y="269"/>
                      <a:pt x="48" y="269"/>
                    </a:cubicBezTo>
                    <a:cubicBezTo>
                      <a:pt x="46" y="269"/>
                      <a:pt x="45" y="270"/>
                      <a:pt x="44" y="272"/>
                    </a:cubicBezTo>
                    <a:cubicBezTo>
                      <a:pt x="44" y="273"/>
                      <a:pt x="44" y="274"/>
                      <a:pt x="43" y="275"/>
                    </a:cubicBezTo>
                    <a:cubicBezTo>
                      <a:pt x="43" y="276"/>
                      <a:pt x="42" y="277"/>
                      <a:pt x="42" y="278"/>
                    </a:cubicBezTo>
                    <a:cubicBezTo>
                      <a:pt x="41" y="279"/>
                      <a:pt x="41" y="281"/>
                      <a:pt x="41" y="282"/>
                    </a:cubicBezTo>
                    <a:cubicBezTo>
                      <a:pt x="40" y="283"/>
                      <a:pt x="39" y="284"/>
                      <a:pt x="38" y="285"/>
                    </a:cubicBezTo>
                    <a:cubicBezTo>
                      <a:pt x="38" y="285"/>
                      <a:pt x="37" y="286"/>
                      <a:pt x="37" y="287"/>
                    </a:cubicBezTo>
                    <a:cubicBezTo>
                      <a:pt x="37" y="288"/>
                      <a:pt x="37" y="289"/>
                      <a:pt x="37" y="290"/>
                    </a:cubicBezTo>
                    <a:cubicBezTo>
                      <a:pt x="37" y="291"/>
                      <a:pt x="37" y="292"/>
                      <a:pt x="38" y="294"/>
                    </a:cubicBezTo>
                    <a:cubicBezTo>
                      <a:pt x="38" y="295"/>
                      <a:pt x="38" y="297"/>
                      <a:pt x="38" y="299"/>
                    </a:cubicBezTo>
                    <a:cubicBezTo>
                      <a:pt x="38" y="300"/>
                      <a:pt x="39" y="300"/>
                      <a:pt x="39" y="301"/>
                    </a:cubicBezTo>
                    <a:cubicBezTo>
                      <a:pt x="39" y="301"/>
                      <a:pt x="39" y="302"/>
                      <a:pt x="40" y="303"/>
                    </a:cubicBezTo>
                    <a:cubicBezTo>
                      <a:pt x="40" y="304"/>
                      <a:pt x="41" y="306"/>
                      <a:pt x="41" y="307"/>
                    </a:cubicBezTo>
                    <a:cubicBezTo>
                      <a:pt x="41" y="309"/>
                      <a:pt x="40" y="311"/>
                      <a:pt x="40" y="313"/>
                    </a:cubicBezTo>
                    <a:cubicBezTo>
                      <a:pt x="40" y="315"/>
                      <a:pt x="41" y="316"/>
                      <a:pt x="43" y="317"/>
                    </a:cubicBezTo>
                    <a:cubicBezTo>
                      <a:pt x="45" y="318"/>
                      <a:pt x="46" y="318"/>
                      <a:pt x="48" y="319"/>
                    </a:cubicBezTo>
                    <a:cubicBezTo>
                      <a:pt x="49" y="319"/>
                      <a:pt x="50" y="318"/>
                      <a:pt x="51" y="319"/>
                    </a:cubicBezTo>
                    <a:cubicBezTo>
                      <a:pt x="53" y="319"/>
                      <a:pt x="53" y="320"/>
                      <a:pt x="54" y="321"/>
                    </a:cubicBezTo>
                    <a:cubicBezTo>
                      <a:pt x="54" y="322"/>
                      <a:pt x="55" y="323"/>
                      <a:pt x="56" y="324"/>
                    </a:cubicBezTo>
                    <a:cubicBezTo>
                      <a:pt x="57" y="324"/>
                      <a:pt x="58" y="324"/>
                      <a:pt x="59" y="324"/>
                    </a:cubicBezTo>
                    <a:cubicBezTo>
                      <a:pt x="60" y="324"/>
                      <a:pt x="61" y="324"/>
                      <a:pt x="62" y="323"/>
                    </a:cubicBezTo>
                    <a:cubicBezTo>
                      <a:pt x="63" y="323"/>
                      <a:pt x="64" y="322"/>
                      <a:pt x="65" y="322"/>
                    </a:cubicBezTo>
                    <a:cubicBezTo>
                      <a:pt x="67" y="320"/>
                      <a:pt x="68" y="319"/>
                      <a:pt x="70" y="318"/>
                    </a:cubicBezTo>
                    <a:cubicBezTo>
                      <a:pt x="72" y="317"/>
                      <a:pt x="75" y="316"/>
                      <a:pt x="77" y="317"/>
                    </a:cubicBezTo>
                    <a:cubicBezTo>
                      <a:pt x="79" y="318"/>
                      <a:pt x="80" y="321"/>
                      <a:pt x="82" y="323"/>
                    </a:cubicBezTo>
                    <a:cubicBezTo>
                      <a:pt x="83" y="325"/>
                      <a:pt x="84" y="325"/>
                      <a:pt x="86" y="325"/>
                    </a:cubicBezTo>
                    <a:cubicBezTo>
                      <a:pt x="87" y="325"/>
                      <a:pt x="88" y="325"/>
                      <a:pt x="89" y="326"/>
                    </a:cubicBezTo>
                    <a:cubicBezTo>
                      <a:pt x="90" y="326"/>
                      <a:pt x="91" y="326"/>
                      <a:pt x="92" y="326"/>
                    </a:cubicBezTo>
                    <a:cubicBezTo>
                      <a:pt x="94" y="326"/>
                      <a:pt x="95" y="326"/>
                      <a:pt x="96" y="326"/>
                    </a:cubicBezTo>
                    <a:cubicBezTo>
                      <a:pt x="98" y="326"/>
                      <a:pt x="100" y="326"/>
                      <a:pt x="102" y="326"/>
                    </a:cubicBezTo>
                    <a:cubicBezTo>
                      <a:pt x="105" y="328"/>
                      <a:pt x="108" y="331"/>
                      <a:pt x="109" y="334"/>
                    </a:cubicBezTo>
                    <a:cubicBezTo>
                      <a:pt x="110" y="335"/>
                      <a:pt x="111" y="337"/>
                      <a:pt x="112" y="338"/>
                    </a:cubicBezTo>
                    <a:cubicBezTo>
                      <a:pt x="113" y="338"/>
                      <a:pt x="114" y="339"/>
                      <a:pt x="115" y="340"/>
                    </a:cubicBezTo>
                    <a:cubicBezTo>
                      <a:pt x="117" y="342"/>
                      <a:pt x="120" y="344"/>
                      <a:pt x="123" y="346"/>
                    </a:cubicBezTo>
                    <a:cubicBezTo>
                      <a:pt x="124" y="347"/>
                      <a:pt x="126" y="348"/>
                      <a:pt x="127" y="349"/>
                    </a:cubicBezTo>
                    <a:cubicBezTo>
                      <a:pt x="129" y="350"/>
                      <a:pt x="130" y="350"/>
                      <a:pt x="132" y="351"/>
                    </a:cubicBezTo>
                    <a:cubicBezTo>
                      <a:pt x="134" y="353"/>
                      <a:pt x="135" y="355"/>
                      <a:pt x="137" y="358"/>
                    </a:cubicBezTo>
                    <a:cubicBezTo>
                      <a:pt x="138" y="360"/>
                      <a:pt x="140" y="362"/>
                      <a:pt x="143" y="364"/>
                    </a:cubicBezTo>
                    <a:cubicBezTo>
                      <a:pt x="144" y="365"/>
                      <a:pt x="145" y="366"/>
                      <a:pt x="147" y="367"/>
                    </a:cubicBezTo>
                    <a:cubicBezTo>
                      <a:pt x="147" y="368"/>
                      <a:pt x="148" y="368"/>
                      <a:pt x="149" y="369"/>
                    </a:cubicBezTo>
                    <a:cubicBezTo>
                      <a:pt x="150" y="369"/>
                      <a:pt x="151" y="369"/>
                      <a:pt x="152" y="370"/>
                    </a:cubicBezTo>
                    <a:cubicBezTo>
                      <a:pt x="152" y="371"/>
                      <a:pt x="152" y="372"/>
                      <a:pt x="153" y="373"/>
                    </a:cubicBezTo>
                    <a:cubicBezTo>
                      <a:pt x="153" y="373"/>
                      <a:pt x="153" y="375"/>
                      <a:pt x="154" y="375"/>
                    </a:cubicBezTo>
                    <a:cubicBezTo>
                      <a:pt x="154" y="375"/>
                      <a:pt x="155" y="373"/>
                      <a:pt x="155" y="373"/>
                    </a:cubicBezTo>
                    <a:cubicBezTo>
                      <a:pt x="156" y="372"/>
                      <a:pt x="158" y="373"/>
                      <a:pt x="159" y="374"/>
                    </a:cubicBezTo>
                    <a:cubicBezTo>
                      <a:pt x="160" y="375"/>
                      <a:pt x="161" y="376"/>
                      <a:pt x="160" y="377"/>
                    </a:cubicBezTo>
                    <a:cubicBezTo>
                      <a:pt x="160" y="378"/>
                      <a:pt x="160" y="380"/>
                      <a:pt x="160" y="381"/>
                    </a:cubicBezTo>
                    <a:cubicBezTo>
                      <a:pt x="161" y="382"/>
                      <a:pt x="162" y="383"/>
                      <a:pt x="163" y="384"/>
                    </a:cubicBezTo>
                    <a:cubicBezTo>
                      <a:pt x="164" y="385"/>
                      <a:pt x="165" y="386"/>
                      <a:pt x="167" y="386"/>
                    </a:cubicBezTo>
                    <a:cubicBezTo>
                      <a:pt x="169" y="386"/>
                      <a:pt x="170" y="386"/>
                      <a:pt x="172" y="386"/>
                    </a:cubicBezTo>
                    <a:cubicBezTo>
                      <a:pt x="173" y="387"/>
                      <a:pt x="175" y="386"/>
                      <a:pt x="177" y="386"/>
                    </a:cubicBezTo>
                    <a:cubicBezTo>
                      <a:pt x="178" y="385"/>
                      <a:pt x="180" y="385"/>
                      <a:pt x="181" y="385"/>
                    </a:cubicBezTo>
                    <a:cubicBezTo>
                      <a:pt x="182" y="386"/>
                      <a:pt x="183" y="387"/>
                      <a:pt x="184" y="388"/>
                    </a:cubicBezTo>
                    <a:cubicBezTo>
                      <a:pt x="185" y="390"/>
                      <a:pt x="185" y="392"/>
                      <a:pt x="185" y="394"/>
                    </a:cubicBezTo>
                    <a:cubicBezTo>
                      <a:pt x="184" y="395"/>
                      <a:pt x="182" y="395"/>
                      <a:pt x="181" y="396"/>
                    </a:cubicBezTo>
                    <a:cubicBezTo>
                      <a:pt x="180" y="397"/>
                      <a:pt x="179" y="398"/>
                      <a:pt x="180" y="400"/>
                    </a:cubicBezTo>
                    <a:cubicBezTo>
                      <a:pt x="180" y="401"/>
                      <a:pt x="181" y="400"/>
                      <a:pt x="182" y="400"/>
                    </a:cubicBezTo>
                    <a:cubicBezTo>
                      <a:pt x="184" y="401"/>
                      <a:pt x="186" y="401"/>
                      <a:pt x="188" y="403"/>
                    </a:cubicBezTo>
                    <a:cubicBezTo>
                      <a:pt x="190" y="404"/>
                      <a:pt x="190" y="405"/>
                      <a:pt x="189" y="407"/>
                    </a:cubicBezTo>
                    <a:cubicBezTo>
                      <a:pt x="189" y="408"/>
                      <a:pt x="188" y="410"/>
                      <a:pt x="186" y="410"/>
                    </a:cubicBezTo>
                    <a:cubicBezTo>
                      <a:pt x="185" y="410"/>
                      <a:pt x="183" y="409"/>
                      <a:pt x="181" y="410"/>
                    </a:cubicBezTo>
                    <a:cubicBezTo>
                      <a:pt x="179" y="410"/>
                      <a:pt x="178" y="411"/>
                      <a:pt x="177" y="412"/>
                    </a:cubicBezTo>
                    <a:cubicBezTo>
                      <a:pt x="176" y="413"/>
                      <a:pt x="176" y="413"/>
                      <a:pt x="175" y="414"/>
                    </a:cubicBezTo>
                    <a:cubicBezTo>
                      <a:pt x="174" y="414"/>
                      <a:pt x="173" y="414"/>
                      <a:pt x="172" y="414"/>
                    </a:cubicBezTo>
                    <a:cubicBezTo>
                      <a:pt x="171" y="415"/>
                      <a:pt x="170" y="416"/>
                      <a:pt x="170" y="417"/>
                    </a:cubicBezTo>
                    <a:cubicBezTo>
                      <a:pt x="170" y="420"/>
                      <a:pt x="176" y="418"/>
                      <a:pt x="176" y="421"/>
                    </a:cubicBezTo>
                    <a:cubicBezTo>
                      <a:pt x="175" y="422"/>
                      <a:pt x="175" y="423"/>
                      <a:pt x="174" y="424"/>
                    </a:cubicBezTo>
                    <a:cubicBezTo>
                      <a:pt x="173" y="425"/>
                      <a:pt x="172" y="426"/>
                      <a:pt x="170" y="426"/>
                    </a:cubicBezTo>
                    <a:cubicBezTo>
                      <a:pt x="169" y="426"/>
                      <a:pt x="167" y="426"/>
                      <a:pt x="166" y="427"/>
                    </a:cubicBezTo>
                    <a:cubicBezTo>
                      <a:pt x="165" y="428"/>
                      <a:pt x="165" y="429"/>
                      <a:pt x="165" y="430"/>
                    </a:cubicBezTo>
                    <a:cubicBezTo>
                      <a:pt x="165" y="431"/>
                      <a:pt x="165" y="432"/>
                      <a:pt x="165" y="433"/>
                    </a:cubicBezTo>
                    <a:cubicBezTo>
                      <a:pt x="165" y="435"/>
                      <a:pt x="164" y="437"/>
                      <a:pt x="164" y="439"/>
                    </a:cubicBezTo>
                    <a:cubicBezTo>
                      <a:pt x="163" y="441"/>
                      <a:pt x="162" y="441"/>
                      <a:pt x="160" y="442"/>
                    </a:cubicBezTo>
                    <a:cubicBezTo>
                      <a:pt x="159" y="443"/>
                      <a:pt x="158" y="444"/>
                      <a:pt x="158" y="445"/>
                    </a:cubicBezTo>
                    <a:cubicBezTo>
                      <a:pt x="158" y="446"/>
                      <a:pt x="158" y="448"/>
                      <a:pt x="160" y="448"/>
                    </a:cubicBezTo>
                    <a:cubicBezTo>
                      <a:pt x="160" y="448"/>
                      <a:pt x="161" y="448"/>
                      <a:pt x="162" y="448"/>
                    </a:cubicBezTo>
                    <a:cubicBezTo>
                      <a:pt x="162" y="448"/>
                      <a:pt x="163" y="448"/>
                      <a:pt x="164" y="448"/>
                    </a:cubicBezTo>
                    <a:cubicBezTo>
                      <a:pt x="165" y="449"/>
                      <a:pt x="166" y="449"/>
                      <a:pt x="166" y="449"/>
                    </a:cubicBezTo>
                    <a:cubicBezTo>
                      <a:pt x="167" y="449"/>
                      <a:pt x="167" y="449"/>
                      <a:pt x="168" y="450"/>
                    </a:cubicBezTo>
                    <a:cubicBezTo>
                      <a:pt x="168" y="450"/>
                      <a:pt x="167" y="450"/>
                      <a:pt x="167" y="451"/>
                    </a:cubicBezTo>
                    <a:cubicBezTo>
                      <a:pt x="167" y="451"/>
                      <a:pt x="167" y="452"/>
                      <a:pt x="166" y="453"/>
                    </a:cubicBezTo>
                    <a:cubicBezTo>
                      <a:pt x="166" y="454"/>
                      <a:pt x="166" y="455"/>
                      <a:pt x="166" y="456"/>
                    </a:cubicBezTo>
                    <a:cubicBezTo>
                      <a:pt x="165" y="458"/>
                      <a:pt x="165" y="459"/>
                      <a:pt x="164" y="461"/>
                    </a:cubicBezTo>
                    <a:cubicBezTo>
                      <a:pt x="164" y="462"/>
                      <a:pt x="164" y="462"/>
                      <a:pt x="163" y="463"/>
                    </a:cubicBezTo>
                    <a:cubicBezTo>
                      <a:pt x="163" y="463"/>
                      <a:pt x="162" y="464"/>
                      <a:pt x="162" y="465"/>
                    </a:cubicBezTo>
                    <a:cubicBezTo>
                      <a:pt x="161" y="466"/>
                      <a:pt x="159" y="466"/>
                      <a:pt x="158" y="467"/>
                    </a:cubicBezTo>
                    <a:cubicBezTo>
                      <a:pt x="157" y="468"/>
                      <a:pt x="157" y="469"/>
                      <a:pt x="157" y="470"/>
                    </a:cubicBezTo>
                    <a:cubicBezTo>
                      <a:pt x="157" y="472"/>
                      <a:pt x="158" y="473"/>
                      <a:pt x="159" y="474"/>
                    </a:cubicBezTo>
                    <a:cubicBezTo>
                      <a:pt x="161" y="477"/>
                      <a:pt x="164" y="478"/>
                      <a:pt x="167" y="479"/>
                    </a:cubicBezTo>
                    <a:cubicBezTo>
                      <a:pt x="170" y="480"/>
                      <a:pt x="174" y="480"/>
                      <a:pt x="177" y="478"/>
                    </a:cubicBezTo>
                    <a:cubicBezTo>
                      <a:pt x="179" y="478"/>
                      <a:pt x="180" y="477"/>
                      <a:pt x="182" y="475"/>
                    </a:cubicBezTo>
                    <a:cubicBezTo>
                      <a:pt x="183" y="474"/>
                      <a:pt x="184" y="473"/>
                      <a:pt x="185" y="472"/>
                    </a:cubicBezTo>
                    <a:cubicBezTo>
                      <a:pt x="187" y="470"/>
                      <a:pt x="186" y="473"/>
                      <a:pt x="186" y="475"/>
                    </a:cubicBezTo>
                    <a:cubicBezTo>
                      <a:pt x="186" y="476"/>
                      <a:pt x="186" y="477"/>
                      <a:pt x="187" y="478"/>
                    </a:cubicBezTo>
                    <a:cubicBezTo>
                      <a:pt x="187" y="479"/>
                      <a:pt x="188" y="480"/>
                      <a:pt x="190" y="480"/>
                    </a:cubicBezTo>
                    <a:cubicBezTo>
                      <a:pt x="193" y="482"/>
                      <a:pt x="197" y="482"/>
                      <a:pt x="201" y="481"/>
                    </a:cubicBezTo>
                    <a:cubicBezTo>
                      <a:pt x="204" y="480"/>
                      <a:pt x="206" y="478"/>
                      <a:pt x="210" y="478"/>
                    </a:cubicBezTo>
                    <a:cubicBezTo>
                      <a:pt x="212" y="477"/>
                      <a:pt x="214" y="478"/>
                      <a:pt x="216" y="478"/>
                    </a:cubicBezTo>
                    <a:cubicBezTo>
                      <a:pt x="219" y="478"/>
                      <a:pt x="221" y="479"/>
                      <a:pt x="224" y="479"/>
                    </a:cubicBezTo>
                    <a:cubicBezTo>
                      <a:pt x="227" y="479"/>
                      <a:pt x="229" y="479"/>
                      <a:pt x="232" y="479"/>
                    </a:cubicBezTo>
                    <a:cubicBezTo>
                      <a:pt x="233" y="480"/>
                      <a:pt x="234" y="480"/>
                      <a:pt x="235" y="480"/>
                    </a:cubicBezTo>
                    <a:cubicBezTo>
                      <a:pt x="235" y="480"/>
                      <a:pt x="236" y="480"/>
                      <a:pt x="236" y="480"/>
                    </a:cubicBezTo>
                    <a:cubicBezTo>
                      <a:pt x="237" y="482"/>
                      <a:pt x="229" y="483"/>
                      <a:pt x="229" y="484"/>
                    </a:cubicBezTo>
                    <a:cubicBezTo>
                      <a:pt x="227" y="484"/>
                      <a:pt x="225" y="484"/>
                      <a:pt x="223" y="484"/>
                    </a:cubicBezTo>
                    <a:cubicBezTo>
                      <a:pt x="222" y="484"/>
                      <a:pt x="221" y="484"/>
                      <a:pt x="220" y="484"/>
                    </a:cubicBezTo>
                    <a:cubicBezTo>
                      <a:pt x="217" y="485"/>
                      <a:pt x="216" y="487"/>
                      <a:pt x="214" y="488"/>
                    </a:cubicBezTo>
                    <a:cubicBezTo>
                      <a:pt x="211" y="490"/>
                      <a:pt x="209" y="489"/>
                      <a:pt x="206" y="487"/>
                    </a:cubicBezTo>
                    <a:cubicBezTo>
                      <a:pt x="205" y="487"/>
                      <a:pt x="203" y="486"/>
                      <a:pt x="201" y="486"/>
                    </a:cubicBezTo>
                    <a:cubicBezTo>
                      <a:pt x="199" y="485"/>
                      <a:pt x="197" y="485"/>
                      <a:pt x="195" y="485"/>
                    </a:cubicBezTo>
                    <a:cubicBezTo>
                      <a:pt x="193" y="485"/>
                      <a:pt x="190" y="485"/>
                      <a:pt x="188" y="486"/>
                    </a:cubicBezTo>
                    <a:cubicBezTo>
                      <a:pt x="186" y="486"/>
                      <a:pt x="184" y="486"/>
                      <a:pt x="183" y="487"/>
                    </a:cubicBezTo>
                    <a:cubicBezTo>
                      <a:pt x="181" y="487"/>
                      <a:pt x="180" y="489"/>
                      <a:pt x="179" y="490"/>
                    </a:cubicBezTo>
                    <a:cubicBezTo>
                      <a:pt x="178" y="492"/>
                      <a:pt x="177" y="494"/>
                      <a:pt x="175" y="495"/>
                    </a:cubicBezTo>
                    <a:cubicBezTo>
                      <a:pt x="174" y="496"/>
                      <a:pt x="172" y="496"/>
                      <a:pt x="170" y="497"/>
                    </a:cubicBezTo>
                    <a:cubicBezTo>
                      <a:pt x="168" y="497"/>
                      <a:pt x="167" y="497"/>
                      <a:pt x="165" y="497"/>
                    </a:cubicBezTo>
                    <a:cubicBezTo>
                      <a:pt x="162" y="498"/>
                      <a:pt x="162" y="502"/>
                      <a:pt x="164" y="505"/>
                    </a:cubicBezTo>
                    <a:cubicBezTo>
                      <a:pt x="165" y="506"/>
                      <a:pt x="167" y="507"/>
                      <a:pt x="169" y="508"/>
                    </a:cubicBezTo>
                    <a:cubicBezTo>
                      <a:pt x="172" y="508"/>
                      <a:pt x="174" y="509"/>
                      <a:pt x="176" y="510"/>
                    </a:cubicBezTo>
                    <a:cubicBezTo>
                      <a:pt x="177" y="510"/>
                      <a:pt x="179" y="511"/>
                      <a:pt x="179" y="512"/>
                    </a:cubicBezTo>
                    <a:cubicBezTo>
                      <a:pt x="178" y="514"/>
                      <a:pt x="175" y="513"/>
                      <a:pt x="174" y="513"/>
                    </a:cubicBezTo>
                    <a:cubicBezTo>
                      <a:pt x="170" y="513"/>
                      <a:pt x="166" y="510"/>
                      <a:pt x="161" y="510"/>
                    </a:cubicBezTo>
                    <a:cubicBezTo>
                      <a:pt x="159" y="510"/>
                      <a:pt x="156" y="510"/>
                      <a:pt x="154" y="511"/>
                    </a:cubicBezTo>
                    <a:cubicBezTo>
                      <a:pt x="152" y="511"/>
                      <a:pt x="150" y="512"/>
                      <a:pt x="147" y="513"/>
                    </a:cubicBezTo>
                    <a:cubicBezTo>
                      <a:pt x="145" y="514"/>
                      <a:pt x="143" y="515"/>
                      <a:pt x="143" y="518"/>
                    </a:cubicBezTo>
                    <a:cubicBezTo>
                      <a:pt x="144" y="521"/>
                      <a:pt x="147" y="522"/>
                      <a:pt x="149" y="524"/>
                    </a:cubicBezTo>
                    <a:cubicBezTo>
                      <a:pt x="151" y="525"/>
                      <a:pt x="153" y="526"/>
                      <a:pt x="154" y="527"/>
                    </a:cubicBezTo>
                    <a:cubicBezTo>
                      <a:pt x="156" y="527"/>
                      <a:pt x="158" y="528"/>
                      <a:pt x="159" y="529"/>
                    </a:cubicBezTo>
                    <a:cubicBezTo>
                      <a:pt x="161" y="529"/>
                      <a:pt x="163" y="529"/>
                      <a:pt x="165" y="528"/>
                    </a:cubicBezTo>
                    <a:cubicBezTo>
                      <a:pt x="167" y="528"/>
                      <a:pt x="170" y="528"/>
                      <a:pt x="172" y="528"/>
                    </a:cubicBezTo>
                    <a:cubicBezTo>
                      <a:pt x="176" y="527"/>
                      <a:pt x="180" y="528"/>
                      <a:pt x="184" y="526"/>
                    </a:cubicBezTo>
                    <a:cubicBezTo>
                      <a:pt x="188" y="525"/>
                      <a:pt x="191" y="523"/>
                      <a:pt x="195" y="524"/>
                    </a:cubicBezTo>
                    <a:cubicBezTo>
                      <a:pt x="199" y="524"/>
                      <a:pt x="202" y="525"/>
                      <a:pt x="205" y="527"/>
                    </a:cubicBezTo>
                    <a:cubicBezTo>
                      <a:pt x="209" y="530"/>
                      <a:pt x="211" y="533"/>
                      <a:pt x="213" y="537"/>
                    </a:cubicBezTo>
                    <a:cubicBezTo>
                      <a:pt x="214" y="538"/>
                      <a:pt x="215" y="540"/>
                      <a:pt x="217" y="541"/>
                    </a:cubicBezTo>
                    <a:cubicBezTo>
                      <a:pt x="219" y="542"/>
                      <a:pt x="221" y="542"/>
                      <a:pt x="223" y="543"/>
                    </a:cubicBezTo>
                    <a:cubicBezTo>
                      <a:pt x="225" y="543"/>
                      <a:pt x="227" y="543"/>
                      <a:pt x="229" y="544"/>
                    </a:cubicBezTo>
                    <a:cubicBezTo>
                      <a:pt x="230" y="545"/>
                      <a:pt x="231" y="546"/>
                      <a:pt x="232" y="547"/>
                    </a:cubicBezTo>
                    <a:cubicBezTo>
                      <a:pt x="232" y="548"/>
                      <a:pt x="231" y="548"/>
                      <a:pt x="231" y="548"/>
                    </a:cubicBezTo>
                    <a:cubicBezTo>
                      <a:pt x="229" y="548"/>
                      <a:pt x="228" y="547"/>
                      <a:pt x="226" y="546"/>
                    </a:cubicBezTo>
                    <a:cubicBezTo>
                      <a:pt x="224" y="546"/>
                      <a:pt x="222" y="546"/>
                      <a:pt x="220" y="546"/>
                    </a:cubicBezTo>
                    <a:cubicBezTo>
                      <a:pt x="218" y="546"/>
                      <a:pt x="216" y="546"/>
                      <a:pt x="215" y="546"/>
                    </a:cubicBezTo>
                    <a:cubicBezTo>
                      <a:pt x="213" y="545"/>
                      <a:pt x="212" y="543"/>
                      <a:pt x="211" y="542"/>
                    </a:cubicBezTo>
                    <a:cubicBezTo>
                      <a:pt x="210" y="540"/>
                      <a:pt x="209" y="537"/>
                      <a:pt x="207" y="536"/>
                    </a:cubicBezTo>
                    <a:cubicBezTo>
                      <a:pt x="205" y="534"/>
                      <a:pt x="203" y="533"/>
                      <a:pt x="201" y="533"/>
                    </a:cubicBezTo>
                    <a:cubicBezTo>
                      <a:pt x="199" y="534"/>
                      <a:pt x="197" y="535"/>
                      <a:pt x="196" y="536"/>
                    </a:cubicBezTo>
                    <a:cubicBezTo>
                      <a:pt x="195" y="536"/>
                      <a:pt x="194" y="537"/>
                      <a:pt x="193" y="537"/>
                    </a:cubicBezTo>
                    <a:cubicBezTo>
                      <a:pt x="191" y="537"/>
                      <a:pt x="190" y="536"/>
                      <a:pt x="189" y="535"/>
                    </a:cubicBezTo>
                    <a:cubicBezTo>
                      <a:pt x="183" y="532"/>
                      <a:pt x="178" y="532"/>
                      <a:pt x="172" y="533"/>
                    </a:cubicBezTo>
                    <a:cubicBezTo>
                      <a:pt x="168" y="534"/>
                      <a:pt x="165" y="536"/>
                      <a:pt x="162" y="538"/>
                    </a:cubicBezTo>
                    <a:cubicBezTo>
                      <a:pt x="161" y="539"/>
                      <a:pt x="160" y="539"/>
                      <a:pt x="159" y="539"/>
                    </a:cubicBezTo>
                    <a:cubicBezTo>
                      <a:pt x="158" y="539"/>
                      <a:pt x="157" y="539"/>
                      <a:pt x="157" y="540"/>
                    </a:cubicBezTo>
                    <a:cubicBezTo>
                      <a:pt x="156" y="540"/>
                      <a:pt x="156" y="540"/>
                      <a:pt x="155" y="540"/>
                    </a:cubicBezTo>
                    <a:cubicBezTo>
                      <a:pt x="155" y="540"/>
                      <a:pt x="152" y="540"/>
                      <a:pt x="152" y="541"/>
                    </a:cubicBezTo>
                    <a:cubicBezTo>
                      <a:pt x="152" y="541"/>
                      <a:pt x="152" y="542"/>
                      <a:pt x="153" y="543"/>
                    </a:cubicBezTo>
                    <a:cubicBezTo>
                      <a:pt x="153" y="544"/>
                      <a:pt x="154" y="544"/>
                      <a:pt x="154" y="545"/>
                    </a:cubicBezTo>
                    <a:cubicBezTo>
                      <a:pt x="156" y="546"/>
                      <a:pt x="157" y="548"/>
                      <a:pt x="158" y="550"/>
                    </a:cubicBezTo>
                    <a:cubicBezTo>
                      <a:pt x="158" y="552"/>
                      <a:pt x="158" y="555"/>
                      <a:pt x="157" y="557"/>
                    </a:cubicBezTo>
                    <a:cubicBezTo>
                      <a:pt x="157" y="559"/>
                      <a:pt x="157" y="561"/>
                      <a:pt x="156" y="563"/>
                    </a:cubicBezTo>
                    <a:cubicBezTo>
                      <a:pt x="155" y="564"/>
                      <a:pt x="154" y="564"/>
                      <a:pt x="153" y="564"/>
                    </a:cubicBezTo>
                    <a:cubicBezTo>
                      <a:pt x="150" y="565"/>
                      <a:pt x="149" y="565"/>
                      <a:pt x="146" y="565"/>
                    </a:cubicBezTo>
                    <a:cubicBezTo>
                      <a:pt x="145" y="564"/>
                      <a:pt x="144" y="564"/>
                      <a:pt x="143" y="564"/>
                    </a:cubicBezTo>
                    <a:cubicBezTo>
                      <a:pt x="142" y="564"/>
                      <a:pt x="141" y="564"/>
                      <a:pt x="140" y="564"/>
                    </a:cubicBezTo>
                    <a:cubicBezTo>
                      <a:pt x="138" y="563"/>
                      <a:pt x="137" y="561"/>
                      <a:pt x="135" y="559"/>
                    </a:cubicBezTo>
                    <a:cubicBezTo>
                      <a:pt x="134" y="558"/>
                      <a:pt x="133" y="556"/>
                      <a:pt x="132" y="555"/>
                    </a:cubicBezTo>
                    <a:cubicBezTo>
                      <a:pt x="131" y="554"/>
                      <a:pt x="130" y="553"/>
                      <a:pt x="129" y="552"/>
                    </a:cubicBezTo>
                    <a:cubicBezTo>
                      <a:pt x="127" y="551"/>
                      <a:pt x="126" y="554"/>
                      <a:pt x="127" y="556"/>
                    </a:cubicBezTo>
                    <a:cubicBezTo>
                      <a:pt x="127" y="559"/>
                      <a:pt x="128" y="561"/>
                      <a:pt x="129" y="564"/>
                    </a:cubicBezTo>
                    <a:cubicBezTo>
                      <a:pt x="130" y="566"/>
                      <a:pt x="130" y="568"/>
                      <a:pt x="129" y="570"/>
                    </a:cubicBezTo>
                    <a:cubicBezTo>
                      <a:pt x="128" y="571"/>
                      <a:pt x="127" y="572"/>
                      <a:pt x="126" y="572"/>
                    </a:cubicBezTo>
                    <a:cubicBezTo>
                      <a:pt x="125" y="572"/>
                      <a:pt x="125" y="571"/>
                      <a:pt x="125" y="570"/>
                    </a:cubicBezTo>
                    <a:cubicBezTo>
                      <a:pt x="125" y="567"/>
                      <a:pt x="125" y="563"/>
                      <a:pt x="122" y="562"/>
                    </a:cubicBezTo>
                    <a:cubicBezTo>
                      <a:pt x="120" y="561"/>
                      <a:pt x="118" y="563"/>
                      <a:pt x="118" y="565"/>
                    </a:cubicBezTo>
                    <a:cubicBezTo>
                      <a:pt x="118" y="567"/>
                      <a:pt x="119" y="569"/>
                      <a:pt x="118" y="571"/>
                    </a:cubicBezTo>
                    <a:cubicBezTo>
                      <a:pt x="118" y="572"/>
                      <a:pt x="116" y="574"/>
                      <a:pt x="115" y="573"/>
                    </a:cubicBezTo>
                    <a:cubicBezTo>
                      <a:pt x="114" y="573"/>
                      <a:pt x="114" y="573"/>
                      <a:pt x="113" y="573"/>
                    </a:cubicBezTo>
                    <a:cubicBezTo>
                      <a:pt x="112" y="572"/>
                      <a:pt x="112" y="572"/>
                      <a:pt x="111" y="572"/>
                    </a:cubicBezTo>
                    <a:cubicBezTo>
                      <a:pt x="109" y="572"/>
                      <a:pt x="107" y="572"/>
                      <a:pt x="105" y="572"/>
                    </a:cubicBezTo>
                    <a:cubicBezTo>
                      <a:pt x="103" y="572"/>
                      <a:pt x="101" y="573"/>
                      <a:pt x="99" y="573"/>
                    </a:cubicBezTo>
                    <a:cubicBezTo>
                      <a:pt x="96" y="573"/>
                      <a:pt x="92" y="573"/>
                      <a:pt x="90" y="571"/>
                    </a:cubicBezTo>
                    <a:cubicBezTo>
                      <a:pt x="89" y="570"/>
                      <a:pt x="88" y="570"/>
                      <a:pt x="87" y="569"/>
                    </a:cubicBezTo>
                    <a:cubicBezTo>
                      <a:pt x="87" y="568"/>
                      <a:pt x="86" y="567"/>
                      <a:pt x="85" y="566"/>
                    </a:cubicBezTo>
                    <a:cubicBezTo>
                      <a:pt x="82" y="565"/>
                      <a:pt x="79" y="564"/>
                      <a:pt x="76" y="562"/>
                    </a:cubicBezTo>
                    <a:cubicBezTo>
                      <a:pt x="74" y="561"/>
                      <a:pt x="72" y="560"/>
                      <a:pt x="70" y="561"/>
                    </a:cubicBezTo>
                    <a:cubicBezTo>
                      <a:pt x="68" y="562"/>
                      <a:pt x="66" y="564"/>
                      <a:pt x="64" y="565"/>
                    </a:cubicBezTo>
                    <a:cubicBezTo>
                      <a:pt x="62" y="566"/>
                      <a:pt x="59" y="566"/>
                      <a:pt x="58" y="564"/>
                    </a:cubicBezTo>
                    <a:cubicBezTo>
                      <a:pt x="57" y="562"/>
                      <a:pt x="56" y="561"/>
                      <a:pt x="54" y="560"/>
                    </a:cubicBezTo>
                    <a:cubicBezTo>
                      <a:pt x="53" y="560"/>
                      <a:pt x="52" y="560"/>
                      <a:pt x="50" y="560"/>
                    </a:cubicBezTo>
                    <a:cubicBezTo>
                      <a:pt x="49" y="559"/>
                      <a:pt x="48" y="559"/>
                      <a:pt x="46" y="559"/>
                    </a:cubicBezTo>
                    <a:cubicBezTo>
                      <a:pt x="45" y="558"/>
                      <a:pt x="46" y="554"/>
                      <a:pt x="47" y="553"/>
                    </a:cubicBezTo>
                    <a:cubicBezTo>
                      <a:pt x="48" y="551"/>
                      <a:pt x="49" y="550"/>
                      <a:pt x="50" y="548"/>
                    </a:cubicBezTo>
                    <a:cubicBezTo>
                      <a:pt x="51" y="546"/>
                      <a:pt x="51" y="543"/>
                      <a:pt x="51" y="541"/>
                    </a:cubicBezTo>
                    <a:cubicBezTo>
                      <a:pt x="51" y="539"/>
                      <a:pt x="50" y="537"/>
                      <a:pt x="50" y="534"/>
                    </a:cubicBezTo>
                    <a:cubicBezTo>
                      <a:pt x="50" y="532"/>
                      <a:pt x="49" y="529"/>
                      <a:pt x="47" y="527"/>
                    </a:cubicBezTo>
                    <a:cubicBezTo>
                      <a:pt x="47" y="526"/>
                      <a:pt x="46" y="526"/>
                      <a:pt x="45" y="526"/>
                    </a:cubicBezTo>
                    <a:cubicBezTo>
                      <a:pt x="44" y="526"/>
                      <a:pt x="44" y="527"/>
                      <a:pt x="43" y="527"/>
                    </a:cubicBezTo>
                    <a:cubicBezTo>
                      <a:pt x="42" y="529"/>
                      <a:pt x="41" y="531"/>
                      <a:pt x="40" y="533"/>
                    </a:cubicBezTo>
                    <a:cubicBezTo>
                      <a:pt x="38" y="535"/>
                      <a:pt x="36" y="537"/>
                      <a:pt x="34" y="538"/>
                    </a:cubicBezTo>
                    <a:cubicBezTo>
                      <a:pt x="32" y="540"/>
                      <a:pt x="29" y="541"/>
                      <a:pt x="26" y="541"/>
                    </a:cubicBezTo>
                    <a:cubicBezTo>
                      <a:pt x="24" y="542"/>
                      <a:pt x="24" y="543"/>
                      <a:pt x="23" y="545"/>
                    </a:cubicBezTo>
                    <a:cubicBezTo>
                      <a:pt x="23" y="547"/>
                      <a:pt x="22" y="549"/>
                      <a:pt x="23" y="551"/>
                    </a:cubicBezTo>
                    <a:cubicBezTo>
                      <a:pt x="24" y="553"/>
                      <a:pt x="25" y="554"/>
                      <a:pt x="25" y="556"/>
                    </a:cubicBezTo>
                    <a:cubicBezTo>
                      <a:pt x="25" y="557"/>
                      <a:pt x="24" y="557"/>
                      <a:pt x="23" y="557"/>
                    </a:cubicBezTo>
                    <a:cubicBezTo>
                      <a:pt x="22" y="557"/>
                      <a:pt x="22" y="557"/>
                      <a:pt x="21" y="558"/>
                    </a:cubicBezTo>
                    <a:cubicBezTo>
                      <a:pt x="20" y="558"/>
                      <a:pt x="20" y="558"/>
                      <a:pt x="19" y="558"/>
                    </a:cubicBezTo>
                    <a:cubicBezTo>
                      <a:pt x="18" y="558"/>
                      <a:pt x="17" y="558"/>
                      <a:pt x="15" y="559"/>
                    </a:cubicBezTo>
                    <a:cubicBezTo>
                      <a:pt x="13" y="559"/>
                      <a:pt x="11" y="560"/>
                      <a:pt x="10" y="562"/>
                    </a:cubicBezTo>
                    <a:cubicBezTo>
                      <a:pt x="9" y="564"/>
                      <a:pt x="9" y="565"/>
                      <a:pt x="9" y="567"/>
                    </a:cubicBezTo>
                    <a:cubicBezTo>
                      <a:pt x="8" y="568"/>
                      <a:pt x="8" y="569"/>
                      <a:pt x="7" y="571"/>
                    </a:cubicBezTo>
                    <a:cubicBezTo>
                      <a:pt x="7" y="572"/>
                      <a:pt x="6" y="573"/>
                      <a:pt x="5" y="574"/>
                    </a:cubicBezTo>
                    <a:cubicBezTo>
                      <a:pt x="5" y="574"/>
                      <a:pt x="4" y="575"/>
                      <a:pt x="3" y="575"/>
                    </a:cubicBezTo>
                    <a:cubicBezTo>
                      <a:pt x="1" y="577"/>
                      <a:pt x="0" y="579"/>
                      <a:pt x="1" y="582"/>
                    </a:cubicBezTo>
                    <a:cubicBezTo>
                      <a:pt x="2" y="584"/>
                      <a:pt x="4" y="584"/>
                      <a:pt x="6" y="584"/>
                    </a:cubicBezTo>
                    <a:cubicBezTo>
                      <a:pt x="7" y="583"/>
                      <a:pt x="8" y="583"/>
                      <a:pt x="10" y="584"/>
                    </a:cubicBezTo>
                    <a:cubicBezTo>
                      <a:pt x="11" y="584"/>
                      <a:pt x="12" y="586"/>
                      <a:pt x="12" y="587"/>
                    </a:cubicBezTo>
                    <a:cubicBezTo>
                      <a:pt x="13" y="589"/>
                      <a:pt x="14" y="590"/>
                      <a:pt x="15" y="591"/>
                    </a:cubicBezTo>
                    <a:cubicBezTo>
                      <a:pt x="16" y="592"/>
                      <a:pt x="17" y="592"/>
                      <a:pt x="19" y="592"/>
                    </a:cubicBezTo>
                    <a:cubicBezTo>
                      <a:pt x="20" y="592"/>
                      <a:pt x="22" y="593"/>
                      <a:pt x="23" y="594"/>
                    </a:cubicBezTo>
                    <a:cubicBezTo>
                      <a:pt x="24" y="595"/>
                      <a:pt x="24" y="596"/>
                      <a:pt x="25" y="597"/>
                    </a:cubicBezTo>
                    <a:cubicBezTo>
                      <a:pt x="27" y="598"/>
                      <a:pt x="29" y="598"/>
                      <a:pt x="31" y="599"/>
                    </a:cubicBezTo>
                    <a:cubicBezTo>
                      <a:pt x="33" y="599"/>
                      <a:pt x="35" y="599"/>
                      <a:pt x="38" y="599"/>
                    </a:cubicBezTo>
                    <a:cubicBezTo>
                      <a:pt x="40" y="599"/>
                      <a:pt x="42" y="598"/>
                      <a:pt x="45" y="597"/>
                    </a:cubicBezTo>
                    <a:cubicBezTo>
                      <a:pt x="46" y="597"/>
                      <a:pt x="47" y="596"/>
                      <a:pt x="49" y="596"/>
                    </a:cubicBezTo>
                    <a:cubicBezTo>
                      <a:pt x="50" y="596"/>
                      <a:pt x="51" y="597"/>
                      <a:pt x="51" y="599"/>
                    </a:cubicBezTo>
                    <a:cubicBezTo>
                      <a:pt x="52" y="600"/>
                      <a:pt x="52" y="602"/>
                      <a:pt x="53" y="604"/>
                    </a:cubicBezTo>
                    <a:cubicBezTo>
                      <a:pt x="54" y="605"/>
                      <a:pt x="55" y="607"/>
                      <a:pt x="56" y="608"/>
                    </a:cubicBezTo>
                    <a:cubicBezTo>
                      <a:pt x="58" y="610"/>
                      <a:pt x="59" y="611"/>
                      <a:pt x="61" y="612"/>
                    </a:cubicBezTo>
                    <a:cubicBezTo>
                      <a:pt x="62" y="613"/>
                      <a:pt x="63" y="615"/>
                      <a:pt x="64" y="616"/>
                    </a:cubicBezTo>
                    <a:cubicBezTo>
                      <a:pt x="67" y="618"/>
                      <a:pt x="70" y="620"/>
                      <a:pt x="74" y="621"/>
                    </a:cubicBezTo>
                    <a:cubicBezTo>
                      <a:pt x="75" y="622"/>
                      <a:pt x="77" y="623"/>
                      <a:pt x="79" y="623"/>
                    </a:cubicBezTo>
                    <a:cubicBezTo>
                      <a:pt x="82" y="624"/>
                      <a:pt x="84" y="625"/>
                      <a:pt x="86" y="626"/>
                    </a:cubicBezTo>
                    <a:cubicBezTo>
                      <a:pt x="88" y="628"/>
                      <a:pt x="90" y="629"/>
                      <a:pt x="92" y="630"/>
                    </a:cubicBezTo>
                    <a:cubicBezTo>
                      <a:pt x="93" y="631"/>
                      <a:pt x="95" y="631"/>
                      <a:pt x="97" y="630"/>
                    </a:cubicBezTo>
                    <a:cubicBezTo>
                      <a:pt x="101" y="630"/>
                      <a:pt x="107" y="632"/>
                      <a:pt x="108" y="637"/>
                    </a:cubicBezTo>
                    <a:cubicBezTo>
                      <a:pt x="109" y="641"/>
                      <a:pt x="107" y="645"/>
                      <a:pt x="109" y="648"/>
                    </a:cubicBezTo>
                    <a:cubicBezTo>
                      <a:pt x="110" y="649"/>
                      <a:pt x="111" y="650"/>
                      <a:pt x="112" y="651"/>
                    </a:cubicBezTo>
                    <a:cubicBezTo>
                      <a:pt x="113" y="651"/>
                      <a:pt x="114" y="651"/>
                      <a:pt x="115" y="651"/>
                    </a:cubicBezTo>
                    <a:cubicBezTo>
                      <a:pt x="116" y="651"/>
                      <a:pt x="117" y="652"/>
                      <a:pt x="119" y="652"/>
                    </a:cubicBezTo>
                    <a:cubicBezTo>
                      <a:pt x="121" y="653"/>
                      <a:pt x="123" y="653"/>
                      <a:pt x="125" y="654"/>
                    </a:cubicBezTo>
                    <a:cubicBezTo>
                      <a:pt x="125" y="655"/>
                      <a:pt x="126" y="655"/>
                      <a:pt x="126" y="655"/>
                    </a:cubicBezTo>
                    <a:cubicBezTo>
                      <a:pt x="127" y="655"/>
                      <a:pt x="127" y="655"/>
                      <a:pt x="128" y="655"/>
                    </a:cubicBezTo>
                    <a:cubicBezTo>
                      <a:pt x="129" y="656"/>
                      <a:pt x="130" y="656"/>
                      <a:pt x="131" y="657"/>
                    </a:cubicBezTo>
                    <a:cubicBezTo>
                      <a:pt x="134" y="659"/>
                      <a:pt x="137" y="661"/>
                      <a:pt x="141" y="661"/>
                    </a:cubicBezTo>
                    <a:cubicBezTo>
                      <a:pt x="144" y="662"/>
                      <a:pt x="146" y="660"/>
                      <a:pt x="149" y="659"/>
                    </a:cubicBezTo>
                    <a:cubicBezTo>
                      <a:pt x="150" y="658"/>
                      <a:pt x="151" y="657"/>
                      <a:pt x="153" y="658"/>
                    </a:cubicBezTo>
                    <a:cubicBezTo>
                      <a:pt x="154" y="658"/>
                      <a:pt x="155" y="659"/>
                      <a:pt x="156" y="660"/>
                    </a:cubicBezTo>
                    <a:cubicBezTo>
                      <a:pt x="157" y="662"/>
                      <a:pt x="160" y="665"/>
                      <a:pt x="162" y="662"/>
                    </a:cubicBezTo>
                    <a:cubicBezTo>
                      <a:pt x="162" y="661"/>
                      <a:pt x="162" y="659"/>
                      <a:pt x="163" y="658"/>
                    </a:cubicBezTo>
                    <a:cubicBezTo>
                      <a:pt x="163" y="656"/>
                      <a:pt x="164" y="654"/>
                      <a:pt x="165" y="653"/>
                    </a:cubicBezTo>
                    <a:cubicBezTo>
                      <a:pt x="167" y="649"/>
                      <a:pt x="172" y="652"/>
                      <a:pt x="176" y="652"/>
                    </a:cubicBezTo>
                    <a:cubicBezTo>
                      <a:pt x="177" y="653"/>
                      <a:pt x="179" y="653"/>
                      <a:pt x="180" y="653"/>
                    </a:cubicBezTo>
                    <a:cubicBezTo>
                      <a:pt x="182" y="654"/>
                      <a:pt x="184" y="655"/>
                      <a:pt x="186" y="656"/>
                    </a:cubicBezTo>
                    <a:cubicBezTo>
                      <a:pt x="189" y="658"/>
                      <a:pt x="192" y="662"/>
                      <a:pt x="197" y="660"/>
                    </a:cubicBezTo>
                    <a:cubicBezTo>
                      <a:pt x="197" y="660"/>
                      <a:pt x="198" y="659"/>
                      <a:pt x="199" y="659"/>
                    </a:cubicBezTo>
                    <a:cubicBezTo>
                      <a:pt x="201" y="659"/>
                      <a:pt x="202" y="659"/>
                      <a:pt x="203" y="659"/>
                    </a:cubicBezTo>
                    <a:cubicBezTo>
                      <a:pt x="206" y="658"/>
                      <a:pt x="209" y="656"/>
                      <a:pt x="211" y="653"/>
                    </a:cubicBezTo>
                    <a:cubicBezTo>
                      <a:pt x="213" y="649"/>
                      <a:pt x="212" y="644"/>
                      <a:pt x="213" y="640"/>
                    </a:cubicBezTo>
                    <a:cubicBezTo>
                      <a:pt x="214" y="636"/>
                      <a:pt x="217" y="631"/>
                      <a:pt x="216" y="627"/>
                    </a:cubicBezTo>
                    <a:cubicBezTo>
                      <a:pt x="216" y="625"/>
                      <a:pt x="214" y="624"/>
                      <a:pt x="213" y="622"/>
                    </a:cubicBezTo>
                    <a:cubicBezTo>
                      <a:pt x="212" y="621"/>
                      <a:pt x="211" y="621"/>
                      <a:pt x="211" y="619"/>
                    </a:cubicBezTo>
                    <a:cubicBezTo>
                      <a:pt x="210" y="618"/>
                      <a:pt x="210" y="617"/>
                      <a:pt x="210" y="615"/>
                    </a:cubicBezTo>
                    <a:cubicBezTo>
                      <a:pt x="209" y="613"/>
                      <a:pt x="208" y="612"/>
                      <a:pt x="207" y="610"/>
                    </a:cubicBezTo>
                    <a:cubicBezTo>
                      <a:pt x="206" y="609"/>
                      <a:pt x="205" y="607"/>
                      <a:pt x="205" y="605"/>
                    </a:cubicBezTo>
                    <a:cubicBezTo>
                      <a:pt x="205" y="604"/>
                      <a:pt x="207" y="602"/>
                      <a:pt x="208" y="601"/>
                    </a:cubicBezTo>
                    <a:cubicBezTo>
                      <a:pt x="212" y="598"/>
                      <a:pt x="216" y="595"/>
                      <a:pt x="222" y="594"/>
                    </a:cubicBezTo>
                    <a:cubicBezTo>
                      <a:pt x="223" y="594"/>
                      <a:pt x="225" y="594"/>
                      <a:pt x="227" y="594"/>
                    </a:cubicBezTo>
                    <a:cubicBezTo>
                      <a:pt x="229" y="594"/>
                      <a:pt x="232" y="594"/>
                      <a:pt x="234" y="595"/>
                    </a:cubicBezTo>
                    <a:cubicBezTo>
                      <a:pt x="235" y="595"/>
                      <a:pt x="237" y="596"/>
                      <a:pt x="237" y="598"/>
                    </a:cubicBezTo>
                    <a:cubicBezTo>
                      <a:pt x="237" y="599"/>
                      <a:pt x="236" y="599"/>
                      <a:pt x="235" y="600"/>
                    </a:cubicBezTo>
                    <a:cubicBezTo>
                      <a:pt x="234" y="602"/>
                      <a:pt x="232" y="604"/>
                      <a:pt x="230" y="605"/>
                    </a:cubicBezTo>
                    <a:cubicBezTo>
                      <a:pt x="229" y="606"/>
                      <a:pt x="228" y="606"/>
                      <a:pt x="228" y="607"/>
                    </a:cubicBezTo>
                    <a:cubicBezTo>
                      <a:pt x="227" y="608"/>
                      <a:pt x="226" y="610"/>
                      <a:pt x="226" y="612"/>
                    </a:cubicBezTo>
                    <a:cubicBezTo>
                      <a:pt x="226" y="614"/>
                      <a:pt x="225" y="616"/>
                      <a:pt x="225" y="617"/>
                    </a:cubicBezTo>
                    <a:cubicBezTo>
                      <a:pt x="224" y="620"/>
                      <a:pt x="223" y="622"/>
                      <a:pt x="223" y="624"/>
                    </a:cubicBezTo>
                    <a:cubicBezTo>
                      <a:pt x="222" y="626"/>
                      <a:pt x="222" y="629"/>
                      <a:pt x="222" y="631"/>
                    </a:cubicBezTo>
                    <a:cubicBezTo>
                      <a:pt x="222" y="634"/>
                      <a:pt x="222" y="636"/>
                      <a:pt x="221" y="639"/>
                    </a:cubicBezTo>
                    <a:cubicBezTo>
                      <a:pt x="221" y="641"/>
                      <a:pt x="220" y="644"/>
                      <a:pt x="219" y="646"/>
                    </a:cubicBezTo>
                    <a:cubicBezTo>
                      <a:pt x="217" y="650"/>
                      <a:pt x="214" y="654"/>
                      <a:pt x="216" y="658"/>
                    </a:cubicBezTo>
                    <a:cubicBezTo>
                      <a:pt x="217" y="660"/>
                      <a:pt x="219" y="662"/>
                      <a:pt x="221" y="663"/>
                    </a:cubicBezTo>
                    <a:cubicBezTo>
                      <a:pt x="223" y="665"/>
                      <a:pt x="225" y="666"/>
                      <a:pt x="227" y="667"/>
                    </a:cubicBezTo>
                    <a:cubicBezTo>
                      <a:pt x="229" y="668"/>
                      <a:pt x="231" y="668"/>
                      <a:pt x="234" y="667"/>
                    </a:cubicBezTo>
                    <a:cubicBezTo>
                      <a:pt x="236" y="667"/>
                      <a:pt x="238" y="666"/>
                      <a:pt x="240" y="665"/>
                    </a:cubicBezTo>
                    <a:cubicBezTo>
                      <a:pt x="241" y="665"/>
                      <a:pt x="243" y="665"/>
                      <a:pt x="245" y="665"/>
                    </a:cubicBezTo>
                    <a:cubicBezTo>
                      <a:pt x="247" y="665"/>
                      <a:pt x="248" y="666"/>
                      <a:pt x="250" y="666"/>
                    </a:cubicBezTo>
                    <a:cubicBezTo>
                      <a:pt x="255" y="666"/>
                      <a:pt x="257" y="662"/>
                      <a:pt x="260" y="660"/>
                    </a:cubicBezTo>
                    <a:cubicBezTo>
                      <a:pt x="261" y="658"/>
                      <a:pt x="263" y="657"/>
                      <a:pt x="266" y="656"/>
                    </a:cubicBezTo>
                    <a:cubicBezTo>
                      <a:pt x="268" y="656"/>
                      <a:pt x="271" y="657"/>
                      <a:pt x="273" y="658"/>
                    </a:cubicBezTo>
                    <a:cubicBezTo>
                      <a:pt x="275" y="658"/>
                      <a:pt x="277" y="659"/>
                      <a:pt x="278" y="661"/>
                    </a:cubicBezTo>
                    <a:cubicBezTo>
                      <a:pt x="278" y="662"/>
                      <a:pt x="278" y="663"/>
                      <a:pt x="277" y="665"/>
                    </a:cubicBezTo>
                    <a:cubicBezTo>
                      <a:pt x="276" y="666"/>
                      <a:pt x="275" y="668"/>
                      <a:pt x="275" y="669"/>
                    </a:cubicBezTo>
                    <a:cubicBezTo>
                      <a:pt x="274" y="671"/>
                      <a:pt x="274" y="672"/>
                      <a:pt x="273" y="674"/>
                    </a:cubicBezTo>
                    <a:cubicBezTo>
                      <a:pt x="273" y="674"/>
                      <a:pt x="273" y="676"/>
                      <a:pt x="273" y="675"/>
                    </a:cubicBezTo>
                    <a:cubicBezTo>
                      <a:pt x="273" y="673"/>
                      <a:pt x="273" y="671"/>
                      <a:pt x="273" y="670"/>
                    </a:cubicBezTo>
                    <a:cubicBezTo>
                      <a:pt x="273" y="668"/>
                      <a:pt x="273" y="665"/>
                      <a:pt x="272" y="663"/>
                    </a:cubicBezTo>
                    <a:cubicBezTo>
                      <a:pt x="271" y="662"/>
                      <a:pt x="269" y="662"/>
                      <a:pt x="268" y="663"/>
                    </a:cubicBezTo>
                    <a:cubicBezTo>
                      <a:pt x="264" y="664"/>
                      <a:pt x="261" y="667"/>
                      <a:pt x="257" y="668"/>
                    </a:cubicBezTo>
                    <a:cubicBezTo>
                      <a:pt x="256" y="668"/>
                      <a:pt x="255" y="668"/>
                      <a:pt x="254" y="668"/>
                    </a:cubicBezTo>
                    <a:cubicBezTo>
                      <a:pt x="252" y="669"/>
                      <a:pt x="250" y="671"/>
                      <a:pt x="249" y="672"/>
                    </a:cubicBezTo>
                    <a:cubicBezTo>
                      <a:pt x="247" y="674"/>
                      <a:pt x="245" y="676"/>
                      <a:pt x="243" y="678"/>
                    </a:cubicBezTo>
                    <a:cubicBezTo>
                      <a:pt x="242" y="680"/>
                      <a:pt x="241" y="681"/>
                      <a:pt x="239" y="681"/>
                    </a:cubicBezTo>
                    <a:cubicBezTo>
                      <a:pt x="237" y="681"/>
                      <a:pt x="235" y="681"/>
                      <a:pt x="234" y="680"/>
                    </a:cubicBezTo>
                    <a:cubicBezTo>
                      <a:pt x="232" y="679"/>
                      <a:pt x="230" y="678"/>
                      <a:pt x="229" y="676"/>
                    </a:cubicBezTo>
                    <a:cubicBezTo>
                      <a:pt x="225" y="673"/>
                      <a:pt x="223" y="667"/>
                      <a:pt x="219" y="664"/>
                    </a:cubicBezTo>
                    <a:cubicBezTo>
                      <a:pt x="216" y="662"/>
                      <a:pt x="213" y="660"/>
                      <a:pt x="209" y="661"/>
                    </a:cubicBezTo>
                    <a:cubicBezTo>
                      <a:pt x="206" y="661"/>
                      <a:pt x="202" y="662"/>
                      <a:pt x="199" y="664"/>
                    </a:cubicBezTo>
                    <a:cubicBezTo>
                      <a:pt x="197" y="665"/>
                      <a:pt x="194" y="666"/>
                      <a:pt x="191" y="665"/>
                    </a:cubicBezTo>
                    <a:cubicBezTo>
                      <a:pt x="188" y="664"/>
                      <a:pt x="186" y="662"/>
                      <a:pt x="184" y="660"/>
                    </a:cubicBezTo>
                    <a:cubicBezTo>
                      <a:pt x="182" y="658"/>
                      <a:pt x="180" y="656"/>
                      <a:pt x="177" y="657"/>
                    </a:cubicBezTo>
                    <a:cubicBezTo>
                      <a:pt x="176" y="657"/>
                      <a:pt x="175" y="657"/>
                      <a:pt x="174" y="658"/>
                    </a:cubicBezTo>
                    <a:cubicBezTo>
                      <a:pt x="172" y="660"/>
                      <a:pt x="169" y="664"/>
                      <a:pt x="169" y="667"/>
                    </a:cubicBezTo>
                    <a:cubicBezTo>
                      <a:pt x="169" y="668"/>
                      <a:pt x="169" y="669"/>
                      <a:pt x="169" y="670"/>
                    </a:cubicBezTo>
                    <a:cubicBezTo>
                      <a:pt x="169" y="672"/>
                      <a:pt x="170" y="675"/>
                      <a:pt x="171" y="677"/>
                    </a:cubicBezTo>
                    <a:cubicBezTo>
                      <a:pt x="172" y="680"/>
                      <a:pt x="175" y="682"/>
                      <a:pt x="177" y="684"/>
                    </a:cubicBezTo>
                    <a:cubicBezTo>
                      <a:pt x="178" y="686"/>
                      <a:pt x="180" y="689"/>
                      <a:pt x="181" y="692"/>
                    </a:cubicBezTo>
                    <a:cubicBezTo>
                      <a:pt x="183" y="695"/>
                      <a:pt x="183" y="698"/>
                      <a:pt x="185" y="701"/>
                    </a:cubicBezTo>
                    <a:cubicBezTo>
                      <a:pt x="186" y="702"/>
                      <a:pt x="186" y="703"/>
                      <a:pt x="187" y="704"/>
                    </a:cubicBezTo>
                    <a:cubicBezTo>
                      <a:pt x="188" y="706"/>
                      <a:pt x="189" y="707"/>
                      <a:pt x="190" y="709"/>
                    </a:cubicBezTo>
                    <a:cubicBezTo>
                      <a:pt x="191" y="710"/>
                      <a:pt x="192" y="711"/>
                      <a:pt x="193" y="711"/>
                    </a:cubicBezTo>
                    <a:cubicBezTo>
                      <a:pt x="194" y="711"/>
                      <a:pt x="195" y="711"/>
                      <a:pt x="195" y="710"/>
                    </a:cubicBezTo>
                    <a:cubicBezTo>
                      <a:pt x="197" y="709"/>
                      <a:pt x="199" y="708"/>
                      <a:pt x="200" y="707"/>
                    </a:cubicBezTo>
                    <a:cubicBezTo>
                      <a:pt x="203" y="706"/>
                      <a:pt x="205" y="703"/>
                      <a:pt x="207" y="702"/>
                    </a:cubicBezTo>
                    <a:cubicBezTo>
                      <a:pt x="211" y="700"/>
                      <a:pt x="214" y="699"/>
                      <a:pt x="217" y="696"/>
                    </a:cubicBezTo>
                    <a:cubicBezTo>
                      <a:pt x="218" y="695"/>
                      <a:pt x="219" y="693"/>
                      <a:pt x="221" y="692"/>
                    </a:cubicBezTo>
                    <a:cubicBezTo>
                      <a:pt x="222" y="691"/>
                      <a:pt x="223" y="689"/>
                      <a:pt x="224" y="690"/>
                    </a:cubicBezTo>
                    <a:cubicBezTo>
                      <a:pt x="225" y="690"/>
                      <a:pt x="225" y="691"/>
                      <a:pt x="224" y="692"/>
                    </a:cubicBezTo>
                    <a:cubicBezTo>
                      <a:pt x="224" y="693"/>
                      <a:pt x="223" y="694"/>
                      <a:pt x="223" y="695"/>
                    </a:cubicBezTo>
                    <a:cubicBezTo>
                      <a:pt x="222" y="698"/>
                      <a:pt x="222" y="701"/>
                      <a:pt x="220" y="703"/>
                    </a:cubicBezTo>
                    <a:cubicBezTo>
                      <a:pt x="218" y="705"/>
                      <a:pt x="216" y="707"/>
                      <a:pt x="214" y="709"/>
                    </a:cubicBezTo>
                    <a:cubicBezTo>
                      <a:pt x="212" y="711"/>
                      <a:pt x="210" y="713"/>
                      <a:pt x="208" y="715"/>
                    </a:cubicBezTo>
                    <a:cubicBezTo>
                      <a:pt x="205" y="716"/>
                      <a:pt x="202" y="716"/>
                      <a:pt x="200" y="718"/>
                    </a:cubicBezTo>
                    <a:cubicBezTo>
                      <a:pt x="198" y="719"/>
                      <a:pt x="196" y="721"/>
                      <a:pt x="196" y="723"/>
                    </a:cubicBezTo>
                    <a:cubicBezTo>
                      <a:pt x="196" y="724"/>
                      <a:pt x="196" y="725"/>
                      <a:pt x="197" y="726"/>
                    </a:cubicBezTo>
                    <a:cubicBezTo>
                      <a:pt x="197" y="728"/>
                      <a:pt x="198" y="729"/>
                      <a:pt x="198" y="730"/>
                    </a:cubicBezTo>
                    <a:cubicBezTo>
                      <a:pt x="199" y="734"/>
                      <a:pt x="200" y="738"/>
                      <a:pt x="202" y="741"/>
                    </a:cubicBezTo>
                    <a:cubicBezTo>
                      <a:pt x="203" y="742"/>
                      <a:pt x="203" y="744"/>
                      <a:pt x="203" y="745"/>
                    </a:cubicBezTo>
                    <a:cubicBezTo>
                      <a:pt x="204" y="747"/>
                      <a:pt x="204" y="749"/>
                      <a:pt x="205" y="751"/>
                    </a:cubicBezTo>
                    <a:cubicBezTo>
                      <a:pt x="205" y="752"/>
                      <a:pt x="205" y="752"/>
                      <a:pt x="205" y="753"/>
                    </a:cubicBezTo>
                    <a:cubicBezTo>
                      <a:pt x="206" y="754"/>
                      <a:pt x="206" y="755"/>
                      <a:pt x="206" y="756"/>
                    </a:cubicBezTo>
                    <a:cubicBezTo>
                      <a:pt x="207" y="757"/>
                      <a:pt x="207" y="759"/>
                      <a:pt x="207" y="760"/>
                    </a:cubicBezTo>
                    <a:cubicBezTo>
                      <a:pt x="208" y="761"/>
                      <a:pt x="208" y="762"/>
                      <a:pt x="208" y="763"/>
                    </a:cubicBezTo>
                    <a:cubicBezTo>
                      <a:pt x="209" y="765"/>
                      <a:pt x="210" y="766"/>
                      <a:pt x="211" y="768"/>
                    </a:cubicBezTo>
                    <a:cubicBezTo>
                      <a:pt x="212" y="769"/>
                      <a:pt x="213" y="771"/>
                      <a:pt x="214" y="771"/>
                    </a:cubicBezTo>
                    <a:cubicBezTo>
                      <a:pt x="215" y="772"/>
                      <a:pt x="215" y="772"/>
                      <a:pt x="216" y="772"/>
                    </a:cubicBezTo>
                    <a:cubicBezTo>
                      <a:pt x="217" y="772"/>
                      <a:pt x="217" y="772"/>
                      <a:pt x="217" y="773"/>
                    </a:cubicBezTo>
                    <a:cubicBezTo>
                      <a:pt x="218" y="773"/>
                      <a:pt x="218" y="773"/>
                      <a:pt x="219" y="774"/>
                    </a:cubicBezTo>
                    <a:cubicBezTo>
                      <a:pt x="219" y="774"/>
                      <a:pt x="219" y="775"/>
                      <a:pt x="219" y="776"/>
                    </a:cubicBezTo>
                    <a:cubicBezTo>
                      <a:pt x="217" y="776"/>
                      <a:pt x="214" y="775"/>
                      <a:pt x="214" y="777"/>
                    </a:cubicBezTo>
                    <a:cubicBezTo>
                      <a:pt x="213" y="778"/>
                      <a:pt x="213" y="779"/>
                      <a:pt x="214" y="780"/>
                    </a:cubicBezTo>
                    <a:cubicBezTo>
                      <a:pt x="214" y="782"/>
                      <a:pt x="214" y="784"/>
                      <a:pt x="215" y="785"/>
                    </a:cubicBezTo>
                    <a:cubicBezTo>
                      <a:pt x="215" y="787"/>
                      <a:pt x="216" y="788"/>
                      <a:pt x="217" y="790"/>
                    </a:cubicBezTo>
                    <a:cubicBezTo>
                      <a:pt x="217" y="792"/>
                      <a:pt x="218" y="795"/>
                      <a:pt x="219" y="798"/>
                    </a:cubicBezTo>
                    <a:cubicBezTo>
                      <a:pt x="219" y="799"/>
                      <a:pt x="220" y="800"/>
                      <a:pt x="221" y="802"/>
                    </a:cubicBezTo>
                    <a:cubicBezTo>
                      <a:pt x="222" y="803"/>
                      <a:pt x="222" y="804"/>
                      <a:pt x="223" y="805"/>
                    </a:cubicBezTo>
                    <a:cubicBezTo>
                      <a:pt x="224" y="806"/>
                      <a:pt x="225" y="806"/>
                      <a:pt x="227" y="807"/>
                    </a:cubicBezTo>
                    <a:cubicBezTo>
                      <a:pt x="228" y="806"/>
                      <a:pt x="229" y="805"/>
                      <a:pt x="230" y="804"/>
                    </a:cubicBezTo>
                    <a:cubicBezTo>
                      <a:pt x="230" y="804"/>
                      <a:pt x="230" y="803"/>
                      <a:pt x="230" y="803"/>
                    </a:cubicBezTo>
                    <a:cubicBezTo>
                      <a:pt x="231" y="803"/>
                      <a:pt x="231" y="802"/>
                      <a:pt x="232" y="802"/>
                    </a:cubicBezTo>
                    <a:cubicBezTo>
                      <a:pt x="232" y="801"/>
                      <a:pt x="233" y="800"/>
                      <a:pt x="234" y="799"/>
                    </a:cubicBezTo>
                    <a:cubicBezTo>
                      <a:pt x="234" y="799"/>
                      <a:pt x="235" y="798"/>
                      <a:pt x="235" y="797"/>
                    </a:cubicBezTo>
                    <a:cubicBezTo>
                      <a:pt x="236" y="796"/>
                      <a:pt x="236" y="796"/>
                      <a:pt x="237" y="795"/>
                    </a:cubicBezTo>
                    <a:cubicBezTo>
                      <a:pt x="237" y="794"/>
                      <a:pt x="237" y="794"/>
                      <a:pt x="238" y="793"/>
                    </a:cubicBezTo>
                    <a:cubicBezTo>
                      <a:pt x="238" y="792"/>
                      <a:pt x="238" y="792"/>
                      <a:pt x="239" y="791"/>
                    </a:cubicBezTo>
                    <a:cubicBezTo>
                      <a:pt x="239" y="791"/>
                      <a:pt x="240" y="790"/>
                      <a:pt x="240" y="790"/>
                    </a:cubicBezTo>
                    <a:cubicBezTo>
                      <a:pt x="241" y="789"/>
                      <a:pt x="242" y="788"/>
                      <a:pt x="242" y="788"/>
                    </a:cubicBezTo>
                    <a:cubicBezTo>
                      <a:pt x="242" y="787"/>
                      <a:pt x="243" y="786"/>
                      <a:pt x="243" y="786"/>
                    </a:cubicBezTo>
                    <a:cubicBezTo>
                      <a:pt x="244" y="785"/>
                      <a:pt x="244" y="784"/>
                      <a:pt x="245" y="784"/>
                    </a:cubicBezTo>
                    <a:cubicBezTo>
                      <a:pt x="245" y="784"/>
                      <a:pt x="246" y="784"/>
                      <a:pt x="246" y="785"/>
                    </a:cubicBezTo>
                    <a:cubicBezTo>
                      <a:pt x="247" y="786"/>
                      <a:pt x="247" y="786"/>
                      <a:pt x="246" y="787"/>
                    </a:cubicBezTo>
                    <a:cubicBezTo>
                      <a:pt x="246" y="788"/>
                      <a:pt x="245" y="789"/>
                      <a:pt x="245" y="790"/>
                    </a:cubicBezTo>
                    <a:cubicBezTo>
                      <a:pt x="245" y="792"/>
                      <a:pt x="245" y="793"/>
                      <a:pt x="244" y="795"/>
                    </a:cubicBezTo>
                    <a:cubicBezTo>
                      <a:pt x="243" y="796"/>
                      <a:pt x="242" y="797"/>
                      <a:pt x="241" y="798"/>
                    </a:cubicBezTo>
                    <a:cubicBezTo>
                      <a:pt x="240" y="800"/>
                      <a:pt x="239" y="801"/>
                      <a:pt x="239" y="803"/>
                    </a:cubicBezTo>
                    <a:cubicBezTo>
                      <a:pt x="239" y="805"/>
                      <a:pt x="239" y="808"/>
                      <a:pt x="240" y="810"/>
                    </a:cubicBezTo>
                    <a:cubicBezTo>
                      <a:pt x="242" y="813"/>
                      <a:pt x="244" y="816"/>
                      <a:pt x="247" y="819"/>
                    </a:cubicBezTo>
                    <a:cubicBezTo>
                      <a:pt x="250" y="821"/>
                      <a:pt x="254" y="823"/>
                      <a:pt x="257" y="826"/>
                    </a:cubicBezTo>
                    <a:cubicBezTo>
                      <a:pt x="258" y="827"/>
                      <a:pt x="259" y="828"/>
                      <a:pt x="260" y="829"/>
                    </a:cubicBezTo>
                    <a:cubicBezTo>
                      <a:pt x="260" y="830"/>
                      <a:pt x="261" y="831"/>
                      <a:pt x="262" y="832"/>
                    </a:cubicBezTo>
                    <a:cubicBezTo>
                      <a:pt x="264" y="834"/>
                      <a:pt x="265" y="835"/>
                      <a:pt x="266" y="837"/>
                    </a:cubicBezTo>
                    <a:cubicBezTo>
                      <a:pt x="267" y="839"/>
                      <a:pt x="269" y="840"/>
                      <a:pt x="270" y="842"/>
                    </a:cubicBezTo>
                    <a:cubicBezTo>
                      <a:pt x="271" y="843"/>
                      <a:pt x="272" y="845"/>
                      <a:pt x="273" y="846"/>
                    </a:cubicBezTo>
                    <a:cubicBezTo>
                      <a:pt x="274" y="847"/>
                      <a:pt x="275" y="848"/>
                      <a:pt x="276" y="850"/>
                    </a:cubicBezTo>
                    <a:cubicBezTo>
                      <a:pt x="278" y="852"/>
                      <a:pt x="281" y="855"/>
                      <a:pt x="283" y="858"/>
                    </a:cubicBezTo>
                    <a:cubicBezTo>
                      <a:pt x="285" y="860"/>
                      <a:pt x="286" y="862"/>
                      <a:pt x="288" y="864"/>
                    </a:cubicBezTo>
                    <a:cubicBezTo>
                      <a:pt x="291" y="867"/>
                      <a:pt x="294" y="870"/>
                      <a:pt x="295" y="874"/>
                    </a:cubicBezTo>
                    <a:cubicBezTo>
                      <a:pt x="296" y="876"/>
                      <a:pt x="297" y="878"/>
                      <a:pt x="298" y="880"/>
                    </a:cubicBezTo>
                    <a:cubicBezTo>
                      <a:pt x="300" y="882"/>
                      <a:pt x="302" y="883"/>
                      <a:pt x="303" y="885"/>
                    </a:cubicBezTo>
                    <a:cubicBezTo>
                      <a:pt x="305" y="887"/>
                      <a:pt x="306" y="890"/>
                      <a:pt x="307" y="892"/>
                    </a:cubicBezTo>
                    <a:cubicBezTo>
                      <a:pt x="308" y="893"/>
                      <a:pt x="309" y="895"/>
                      <a:pt x="311" y="896"/>
                    </a:cubicBezTo>
                    <a:cubicBezTo>
                      <a:pt x="312" y="897"/>
                      <a:pt x="313" y="897"/>
                      <a:pt x="314" y="898"/>
                    </a:cubicBezTo>
                    <a:cubicBezTo>
                      <a:pt x="314" y="898"/>
                      <a:pt x="315" y="898"/>
                      <a:pt x="316" y="899"/>
                    </a:cubicBezTo>
                    <a:cubicBezTo>
                      <a:pt x="316" y="899"/>
                      <a:pt x="317" y="899"/>
                      <a:pt x="317" y="900"/>
                    </a:cubicBezTo>
                    <a:cubicBezTo>
                      <a:pt x="319" y="900"/>
                      <a:pt x="320" y="901"/>
                      <a:pt x="321" y="901"/>
                    </a:cubicBezTo>
                    <a:cubicBezTo>
                      <a:pt x="323" y="902"/>
                      <a:pt x="324" y="903"/>
                      <a:pt x="326" y="904"/>
                    </a:cubicBezTo>
                    <a:cubicBezTo>
                      <a:pt x="328" y="904"/>
                      <a:pt x="329" y="904"/>
                      <a:pt x="330" y="905"/>
                    </a:cubicBezTo>
                    <a:cubicBezTo>
                      <a:pt x="332" y="906"/>
                      <a:pt x="333" y="907"/>
                      <a:pt x="334" y="908"/>
                    </a:cubicBezTo>
                    <a:cubicBezTo>
                      <a:pt x="335" y="908"/>
                      <a:pt x="336" y="910"/>
                      <a:pt x="337" y="911"/>
                    </a:cubicBezTo>
                    <a:cubicBezTo>
                      <a:pt x="339" y="912"/>
                      <a:pt x="340" y="913"/>
                      <a:pt x="341" y="914"/>
                    </a:cubicBezTo>
                    <a:cubicBezTo>
                      <a:pt x="343" y="915"/>
                      <a:pt x="344" y="916"/>
                      <a:pt x="345" y="917"/>
                    </a:cubicBezTo>
                    <a:cubicBezTo>
                      <a:pt x="346" y="919"/>
                      <a:pt x="348" y="920"/>
                      <a:pt x="349" y="921"/>
                    </a:cubicBezTo>
                    <a:cubicBezTo>
                      <a:pt x="350" y="922"/>
                      <a:pt x="352" y="923"/>
                      <a:pt x="354" y="923"/>
                    </a:cubicBezTo>
                    <a:cubicBezTo>
                      <a:pt x="356" y="924"/>
                      <a:pt x="358" y="924"/>
                      <a:pt x="360" y="925"/>
                    </a:cubicBezTo>
                    <a:cubicBezTo>
                      <a:pt x="364" y="927"/>
                      <a:pt x="367" y="929"/>
                      <a:pt x="371" y="930"/>
                    </a:cubicBezTo>
                    <a:cubicBezTo>
                      <a:pt x="373" y="931"/>
                      <a:pt x="375" y="932"/>
                      <a:pt x="377" y="932"/>
                    </a:cubicBezTo>
                    <a:cubicBezTo>
                      <a:pt x="379" y="932"/>
                      <a:pt x="380" y="932"/>
                      <a:pt x="382" y="932"/>
                    </a:cubicBezTo>
                    <a:cubicBezTo>
                      <a:pt x="387" y="932"/>
                      <a:pt x="391" y="933"/>
                      <a:pt x="395" y="934"/>
                    </a:cubicBezTo>
                    <a:cubicBezTo>
                      <a:pt x="398" y="934"/>
                      <a:pt x="401" y="935"/>
                      <a:pt x="404" y="935"/>
                    </a:cubicBezTo>
                    <a:cubicBezTo>
                      <a:pt x="408" y="935"/>
                      <a:pt x="412" y="936"/>
                      <a:pt x="416" y="936"/>
                    </a:cubicBezTo>
                    <a:cubicBezTo>
                      <a:pt x="417" y="936"/>
                      <a:pt x="420" y="937"/>
                      <a:pt x="419" y="935"/>
                    </a:cubicBezTo>
                    <a:cubicBezTo>
                      <a:pt x="419" y="932"/>
                      <a:pt x="416" y="931"/>
                      <a:pt x="416" y="928"/>
                    </a:cubicBezTo>
                    <a:cubicBezTo>
                      <a:pt x="416" y="925"/>
                      <a:pt x="419" y="924"/>
                      <a:pt x="420" y="921"/>
                    </a:cubicBezTo>
                    <a:cubicBezTo>
                      <a:pt x="420" y="919"/>
                      <a:pt x="417" y="917"/>
                      <a:pt x="416" y="915"/>
                    </a:cubicBezTo>
                    <a:cubicBezTo>
                      <a:pt x="415" y="912"/>
                      <a:pt x="419" y="911"/>
                      <a:pt x="420" y="910"/>
                    </a:cubicBezTo>
                    <a:cubicBezTo>
                      <a:pt x="422" y="910"/>
                      <a:pt x="423" y="909"/>
                      <a:pt x="424" y="908"/>
                    </a:cubicBezTo>
                    <a:cubicBezTo>
                      <a:pt x="424" y="907"/>
                      <a:pt x="425" y="906"/>
                      <a:pt x="425" y="905"/>
                    </a:cubicBezTo>
                    <a:cubicBezTo>
                      <a:pt x="425" y="901"/>
                      <a:pt x="424" y="897"/>
                      <a:pt x="423" y="893"/>
                    </a:cubicBezTo>
                    <a:cubicBezTo>
                      <a:pt x="423" y="890"/>
                      <a:pt x="422" y="887"/>
                      <a:pt x="423" y="885"/>
                    </a:cubicBezTo>
                    <a:cubicBezTo>
                      <a:pt x="424" y="883"/>
                      <a:pt x="426" y="880"/>
                      <a:pt x="428" y="879"/>
                    </a:cubicBezTo>
                    <a:cubicBezTo>
                      <a:pt x="430" y="878"/>
                      <a:pt x="430" y="881"/>
                      <a:pt x="430" y="882"/>
                    </a:cubicBezTo>
                    <a:cubicBezTo>
                      <a:pt x="430" y="883"/>
                      <a:pt x="430" y="884"/>
                      <a:pt x="430" y="885"/>
                    </a:cubicBezTo>
                    <a:cubicBezTo>
                      <a:pt x="430" y="886"/>
                      <a:pt x="430" y="887"/>
                      <a:pt x="430" y="888"/>
                    </a:cubicBezTo>
                    <a:cubicBezTo>
                      <a:pt x="430" y="893"/>
                      <a:pt x="431" y="897"/>
                      <a:pt x="431" y="902"/>
                    </a:cubicBezTo>
                    <a:cubicBezTo>
                      <a:pt x="431" y="904"/>
                      <a:pt x="431" y="906"/>
                      <a:pt x="432" y="908"/>
                    </a:cubicBezTo>
                    <a:cubicBezTo>
                      <a:pt x="432" y="910"/>
                      <a:pt x="432" y="913"/>
                      <a:pt x="432" y="916"/>
                    </a:cubicBezTo>
                    <a:cubicBezTo>
                      <a:pt x="432" y="917"/>
                      <a:pt x="432" y="918"/>
                      <a:pt x="432" y="920"/>
                    </a:cubicBezTo>
                    <a:cubicBezTo>
                      <a:pt x="431" y="921"/>
                      <a:pt x="431" y="923"/>
                      <a:pt x="431" y="925"/>
                    </a:cubicBezTo>
                    <a:cubicBezTo>
                      <a:pt x="431" y="926"/>
                      <a:pt x="431" y="927"/>
                      <a:pt x="431" y="929"/>
                    </a:cubicBezTo>
                    <a:cubicBezTo>
                      <a:pt x="430" y="930"/>
                      <a:pt x="429" y="931"/>
                      <a:pt x="428" y="931"/>
                    </a:cubicBezTo>
                    <a:cubicBezTo>
                      <a:pt x="427" y="933"/>
                      <a:pt x="425" y="936"/>
                      <a:pt x="426" y="939"/>
                    </a:cubicBezTo>
                    <a:cubicBezTo>
                      <a:pt x="426" y="940"/>
                      <a:pt x="426" y="941"/>
                      <a:pt x="427" y="941"/>
                    </a:cubicBezTo>
                    <a:cubicBezTo>
                      <a:pt x="428" y="941"/>
                      <a:pt x="430" y="941"/>
                      <a:pt x="431" y="940"/>
                    </a:cubicBezTo>
                    <a:cubicBezTo>
                      <a:pt x="434" y="939"/>
                      <a:pt x="438" y="939"/>
                      <a:pt x="442" y="940"/>
                    </a:cubicBezTo>
                    <a:cubicBezTo>
                      <a:pt x="444" y="940"/>
                      <a:pt x="447" y="940"/>
                      <a:pt x="449" y="940"/>
                    </a:cubicBezTo>
                    <a:cubicBezTo>
                      <a:pt x="451" y="940"/>
                      <a:pt x="454" y="940"/>
                      <a:pt x="456" y="940"/>
                    </a:cubicBezTo>
                    <a:cubicBezTo>
                      <a:pt x="457" y="940"/>
                      <a:pt x="459" y="940"/>
                      <a:pt x="461" y="940"/>
                    </a:cubicBezTo>
                    <a:cubicBezTo>
                      <a:pt x="463" y="940"/>
                      <a:pt x="465" y="938"/>
                      <a:pt x="466" y="937"/>
                    </a:cubicBezTo>
                    <a:cubicBezTo>
                      <a:pt x="469" y="935"/>
                      <a:pt x="472" y="933"/>
                      <a:pt x="475" y="931"/>
                    </a:cubicBezTo>
                    <a:cubicBezTo>
                      <a:pt x="476" y="930"/>
                      <a:pt x="477" y="928"/>
                      <a:pt x="479" y="927"/>
                    </a:cubicBezTo>
                    <a:cubicBezTo>
                      <a:pt x="481" y="926"/>
                      <a:pt x="483" y="925"/>
                      <a:pt x="485" y="924"/>
                    </a:cubicBezTo>
                    <a:cubicBezTo>
                      <a:pt x="487" y="923"/>
                      <a:pt x="489" y="923"/>
                      <a:pt x="491" y="922"/>
                    </a:cubicBezTo>
                    <a:cubicBezTo>
                      <a:pt x="492" y="922"/>
                      <a:pt x="494" y="921"/>
                      <a:pt x="494" y="920"/>
                    </a:cubicBezTo>
                    <a:cubicBezTo>
                      <a:pt x="495" y="918"/>
                      <a:pt x="493" y="917"/>
                      <a:pt x="492" y="916"/>
                    </a:cubicBezTo>
                    <a:cubicBezTo>
                      <a:pt x="490" y="914"/>
                      <a:pt x="487" y="913"/>
                      <a:pt x="486" y="911"/>
                    </a:cubicBezTo>
                    <a:cubicBezTo>
                      <a:pt x="485" y="908"/>
                      <a:pt x="487" y="905"/>
                      <a:pt x="489" y="904"/>
                    </a:cubicBezTo>
                    <a:cubicBezTo>
                      <a:pt x="492" y="904"/>
                      <a:pt x="491" y="907"/>
                      <a:pt x="492" y="909"/>
                    </a:cubicBezTo>
                    <a:cubicBezTo>
                      <a:pt x="492" y="911"/>
                      <a:pt x="493" y="912"/>
                      <a:pt x="495" y="913"/>
                    </a:cubicBezTo>
                    <a:cubicBezTo>
                      <a:pt x="497" y="914"/>
                      <a:pt x="499" y="915"/>
                      <a:pt x="501" y="916"/>
                    </a:cubicBezTo>
                    <a:cubicBezTo>
                      <a:pt x="502" y="917"/>
                      <a:pt x="504" y="916"/>
                      <a:pt x="506" y="916"/>
                    </a:cubicBezTo>
                    <a:cubicBezTo>
                      <a:pt x="510" y="916"/>
                      <a:pt x="513" y="915"/>
                      <a:pt x="516" y="915"/>
                    </a:cubicBezTo>
                    <a:cubicBezTo>
                      <a:pt x="518" y="915"/>
                      <a:pt x="519" y="915"/>
                      <a:pt x="520" y="915"/>
                    </a:cubicBezTo>
                    <a:cubicBezTo>
                      <a:pt x="522" y="915"/>
                      <a:pt x="524" y="916"/>
                      <a:pt x="526" y="917"/>
                    </a:cubicBezTo>
                    <a:cubicBezTo>
                      <a:pt x="527" y="917"/>
                      <a:pt x="528" y="917"/>
                      <a:pt x="529" y="918"/>
                    </a:cubicBezTo>
                    <a:cubicBezTo>
                      <a:pt x="530" y="918"/>
                      <a:pt x="531" y="918"/>
                      <a:pt x="532" y="918"/>
                    </a:cubicBezTo>
                    <a:cubicBezTo>
                      <a:pt x="536" y="918"/>
                      <a:pt x="540" y="918"/>
                      <a:pt x="544" y="919"/>
                    </a:cubicBezTo>
                    <a:cubicBezTo>
                      <a:pt x="547" y="919"/>
                      <a:pt x="550" y="921"/>
                      <a:pt x="553" y="920"/>
                    </a:cubicBezTo>
                    <a:cubicBezTo>
                      <a:pt x="556" y="920"/>
                      <a:pt x="559" y="919"/>
                      <a:pt x="562" y="920"/>
                    </a:cubicBezTo>
                    <a:cubicBezTo>
                      <a:pt x="564" y="920"/>
                      <a:pt x="565" y="921"/>
                      <a:pt x="567" y="921"/>
                    </a:cubicBezTo>
                    <a:cubicBezTo>
                      <a:pt x="568" y="922"/>
                      <a:pt x="570" y="922"/>
                      <a:pt x="571" y="923"/>
                    </a:cubicBezTo>
                    <a:cubicBezTo>
                      <a:pt x="572" y="923"/>
                      <a:pt x="573" y="924"/>
                      <a:pt x="574" y="925"/>
                    </a:cubicBezTo>
                    <a:cubicBezTo>
                      <a:pt x="575" y="925"/>
                      <a:pt x="575" y="926"/>
                      <a:pt x="576" y="926"/>
                    </a:cubicBezTo>
                    <a:cubicBezTo>
                      <a:pt x="579" y="927"/>
                      <a:pt x="582" y="924"/>
                      <a:pt x="583" y="922"/>
                    </a:cubicBezTo>
                    <a:cubicBezTo>
                      <a:pt x="587" y="917"/>
                      <a:pt x="590" y="912"/>
                      <a:pt x="593" y="907"/>
                    </a:cubicBezTo>
                    <a:cubicBezTo>
                      <a:pt x="594" y="907"/>
                      <a:pt x="599" y="899"/>
                      <a:pt x="600" y="901"/>
                    </a:cubicBezTo>
                    <a:cubicBezTo>
                      <a:pt x="601" y="902"/>
                      <a:pt x="600" y="903"/>
                      <a:pt x="600" y="904"/>
                    </a:cubicBezTo>
                    <a:cubicBezTo>
                      <a:pt x="599" y="906"/>
                      <a:pt x="599" y="907"/>
                      <a:pt x="598" y="908"/>
                    </a:cubicBezTo>
                    <a:cubicBezTo>
                      <a:pt x="596" y="912"/>
                      <a:pt x="593" y="915"/>
                      <a:pt x="590" y="918"/>
                    </a:cubicBezTo>
                    <a:cubicBezTo>
                      <a:pt x="589" y="920"/>
                      <a:pt x="587" y="921"/>
                      <a:pt x="585" y="923"/>
                    </a:cubicBezTo>
                    <a:cubicBezTo>
                      <a:pt x="584" y="924"/>
                      <a:pt x="583" y="925"/>
                      <a:pt x="582" y="926"/>
                    </a:cubicBezTo>
                    <a:cubicBezTo>
                      <a:pt x="581" y="927"/>
                      <a:pt x="581" y="929"/>
                      <a:pt x="582" y="930"/>
                    </a:cubicBezTo>
                    <a:cubicBezTo>
                      <a:pt x="583" y="931"/>
                      <a:pt x="584" y="932"/>
                      <a:pt x="585" y="933"/>
                    </a:cubicBezTo>
                    <a:cubicBezTo>
                      <a:pt x="587" y="935"/>
                      <a:pt x="589" y="935"/>
                      <a:pt x="591" y="936"/>
                    </a:cubicBezTo>
                    <a:cubicBezTo>
                      <a:pt x="592" y="936"/>
                      <a:pt x="593" y="936"/>
                      <a:pt x="594" y="936"/>
                    </a:cubicBezTo>
                    <a:cubicBezTo>
                      <a:pt x="596" y="935"/>
                      <a:pt x="597" y="934"/>
                      <a:pt x="598" y="933"/>
                    </a:cubicBezTo>
                    <a:cubicBezTo>
                      <a:pt x="600" y="929"/>
                      <a:pt x="603" y="927"/>
                      <a:pt x="606" y="923"/>
                    </a:cubicBezTo>
                    <a:cubicBezTo>
                      <a:pt x="608" y="921"/>
                      <a:pt x="609" y="919"/>
                      <a:pt x="610" y="917"/>
                    </a:cubicBezTo>
                    <a:cubicBezTo>
                      <a:pt x="611" y="915"/>
                      <a:pt x="612" y="913"/>
                      <a:pt x="614" y="912"/>
                    </a:cubicBezTo>
                    <a:cubicBezTo>
                      <a:pt x="615" y="912"/>
                      <a:pt x="615" y="912"/>
                      <a:pt x="615" y="913"/>
                    </a:cubicBezTo>
                    <a:cubicBezTo>
                      <a:pt x="615" y="915"/>
                      <a:pt x="614" y="916"/>
                      <a:pt x="613" y="918"/>
                    </a:cubicBezTo>
                    <a:cubicBezTo>
                      <a:pt x="611" y="921"/>
                      <a:pt x="609" y="924"/>
                      <a:pt x="607" y="927"/>
                    </a:cubicBezTo>
                    <a:cubicBezTo>
                      <a:pt x="607" y="928"/>
                      <a:pt x="606" y="929"/>
                      <a:pt x="606" y="930"/>
                    </a:cubicBezTo>
                    <a:cubicBezTo>
                      <a:pt x="605" y="932"/>
                      <a:pt x="604" y="933"/>
                      <a:pt x="603" y="935"/>
                    </a:cubicBezTo>
                    <a:cubicBezTo>
                      <a:pt x="603" y="936"/>
                      <a:pt x="602" y="937"/>
                      <a:pt x="603" y="937"/>
                    </a:cubicBezTo>
                    <a:cubicBezTo>
                      <a:pt x="603" y="938"/>
                      <a:pt x="604" y="938"/>
                      <a:pt x="605" y="938"/>
                    </a:cubicBezTo>
                    <a:cubicBezTo>
                      <a:pt x="606" y="938"/>
                      <a:pt x="607" y="937"/>
                      <a:pt x="608" y="937"/>
                    </a:cubicBezTo>
                    <a:cubicBezTo>
                      <a:pt x="609" y="937"/>
                      <a:pt x="609" y="937"/>
                      <a:pt x="610" y="936"/>
                    </a:cubicBezTo>
                    <a:cubicBezTo>
                      <a:pt x="611" y="935"/>
                      <a:pt x="611" y="933"/>
                      <a:pt x="611" y="931"/>
                    </a:cubicBezTo>
                    <a:cubicBezTo>
                      <a:pt x="612" y="929"/>
                      <a:pt x="614" y="926"/>
                      <a:pt x="615" y="924"/>
                    </a:cubicBezTo>
                    <a:cubicBezTo>
                      <a:pt x="616" y="923"/>
                      <a:pt x="617" y="922"/>
                      <a:pt x="618" y="921"/>
                    </a:cubicBezTo>
                    <a:cubicBezTo>
                      <a:pt x="619" y="920"/>
                      <a:pt x="619" y="919"/>
                      <a:pt x="620" y="919"/>
                    </a:cubicBezTo>
                    <a:cubicBezTo>
                      <a:pt x="620" y="922"/>
                      <a:pt x="619" y="924"/>
                      <a:pt x="619" y="926"/>
                    </a:cubicBezTo>
                    <a:cubicBezTo>
                      <a:pt x="617" y="930"/>
                      <a:pt x="618" y="933"/>
                      <a:pt x="619" y="937"/>
                    </a:cubicBezTo>
                    <a:cubicBezTo>
                      <a:pt x="619" y="938"/>
                      <a:pt x="619" y="940"/>
                      <a:pt x="620" y="942"/>
                    </a:cubicBezTo>
                    <a:cubicBezTo>
                      <a:pt x="620" y="942"/>
                      <a:pt x="621" y="942"/>
                      <a:pt x="621" y="942"/>
                    </a:cubicBezTo>
                    <a:cubicBezTo>
                      <a:pt x="622" y="942"/>
                      <a:pt x="623" y="941"/>
                      <a:pt x="623" y="941"/>
                    </a:cubicBezTo>
                    <a:cubicBezTo>
                      <a:pt x="624" y="940"/>
                      <a:pt x="625" y="940"/>
                      <a:pt x="625" y="940"/>
                    </a:cubicBezTo>
                    <a:cubicBezTo>
                      <a:pt x="627" y="938"/>
                      <a:pt x="628" y="937"/>
                      <a:pt x="630" y="937"/>
                    </a:cubicBezTo>
                    <a:cubicBezTo>
                      <a:pt x="632" y="937"/>
                      <a:pt x="633" y="937"/>
                      <a:pt x="634" y="937"/>
                    </a:cubicBezTo>
                    <a:cubicBezTo>
                      <a:pt x="635" y="937"/>
                      <a:pt x="636" y="937"/>
                      <a:pt x="637" y="937"/>
                    </a:cubicBezTo>
                    <a:cubicBezTo>
                      <a:pt x="640" y="937"/>
                      <a:pt x="642" y="937"/>
                      <a:pt x="645" y="938"/>
                    </a:cubicBezTo>
                    <a:cubicBezTo>
                      <a:pt x="648" y="938"/>
                      <a:pt x="651" y="938"/>
                      <a:pt x="654" y="938"/>
                    </a:cubicBezTo>
                    <a:cubicBezTo>
                      <a:pt x="655" y="938"/>
                      <a:pt x="661" y="937"/>
                      <a:pt x="661" y="939"/>
                    </a:cubicBezTo>
                    <a:cubicBezTo>
                      <a:pt x="661" y="940"/>
                      <a:pt x="660" y="940"/>
                      <a:pt x="659" y="941"/>
                    </a:cubicBezTo>
                    <a:cubicBezTo>
                      <a:pt x="659" y="941"/>
                      <a:pt x="659" y="942"/>
                      <a:pt x="658" y="942"/>
                    </a:cubicBezTo>
                    <a:cubicBezTo>
                      <a:pt x="659" y="943"/>
                      <a:pt x="660" y="943"/>
                      <a:pt x="660" y="943"/>
                    </a:cubicBezTo>
                    <a:cubicBezTo>
                      <a:pt x="661" y="943"/>
                      <a:pt x="661" y="942"/>
                      <a:pt x="662" y="942"/>
                    </a:cubicBezTo>
                    <a:cubicBezTo>
                      <a:pt x="663" y="942"/>
                      <a:pt x="663" y="942"/>
                      <a:pt x="664" y="941"/>
                    </a:cubicBezTo>
                    <a:cubicBezTo>
                      <a:pt x="665" y="941"/>
                      <a:pt x="666" y="941"/>
                      <a:pt x="668" y="940"/>
                    </a:cubicBezTo>
                    <a:cubicBezTo>
                      <a:pt x="669" y="940"/>
                      <a:pt x="671" y="940"/>
                      <a:pt x="672" y="939"/>
                    </a:cubicBezTo>
                    <a:cubicBezTo>
                      <a:pt x="674" y="938"/>
                      <a:pt x="675" y="938"/>
                      <a:pt x="677" y="937"/>
                    </a:cubicBezTo>
                    <a:cubicBezTo>
                      <a:pt x="678" y="936"/>
                      <a:pt x="680" y="936"/>
                      <a:pt x="682" y="935"/>
                    </a:cubicBezTo>
                    <a:cubicBezTo>
                      <a:pt x="683" y="935"/>
                      <a:pt x="684" y="935"/>
                      <a:pt x="685" y="934"/>
                    </a:cubicBezTo>
                    <a:cubicBezTo>
                      <a:pt x="686" y="934"/>
                      <a:pt x="686" y="933"/>
                      <a:pt x="687" y="933"/>
                    </a:cubicBezTo>
                    <a:cubicBezTo>
                      <a:pt x="688" y="932"/>
                      <a:pt x="689" y="931"/>
                      <a:pt x="690" y="931"/>
                    </a:cubicBezTo>
                    <a:cubicBezTo>
                      <a:pt x="691" y="930"/>
                      <a:pt x="692" y="930"/>
                      <a:pt x="692" y="929"/>
                    </a:cubicBezTo>
                    <a:cubicBezTo>
                      <a:pt x="694" y="928"/>
                      <a:pt x="696" y="927"/>
                      <a:pt x="697" y="926"/>
                    </a:cubicBezTo>
                    <a:cubicBezTo>
                      <a:pt x="698" y="926"/>
                      <a:pt x="699" y="925"/>
                      <a:pt x="700" y="925"/>
                    </a:cubicBezTo>
                    <a:cubicBezTo>
                      <a:pt x="701" y="925"/>
                      <a:pt x="702" y="924"/>
                      <a:pt x="702" y="924"/>
                    </a:cubicBezTo>
                    <a:cubicBezTo>
                      <a:pt x="704" y="924"/>
                      <a:pt x="705" y="924"/>
                      <a:pt x="707" y="924"/>
                    </a:cubicBezTo>
                    <a:cubicBezTo>
                      <a:pt x="708" y="924"/>
                      <a:pt x="708" y="924"/>
                      <a:pt x="709" y="924"/>
                    </a:cubicBezTo>
                    <a:cubicBezTo>
                      <a:pt x="709" y="924"/>
                      <a:pt x="710" y="924"/>
                      <a:pt x="710" y="924"/>
                    </a:cubicBezTo>
                    <a:cubicBezTo>
                      <a:pt x="710" y="924"/>
                      <a:pt x="710" y="924"/>
                      <a:pt x="710" y="924"/>
                    </a:cubicBezTo>
                    <a:cubicBezTo>
                      <a:pt x="710" y="924"/>
                      <a:pt x="711" y="924"/>
                      <a:pt x="711" y="924"/>
                    </a:cubicBezTo>
                    <a:cubicBezTo>
                      <a:pt x="711" y="924"/>
                      <a:pt x="712" y="924"/>
                      <a:pt x="713" y="924"/>
                    </a:cubicBezTo>
                    <a:cubicBezTo>
                      <a:pt x="714" y="924"/>
                      <a:pt x="715" y="925"/>
                      <a:pt x="715" y="924"/>
                    </a:cubicBezTo>
                    <a:cubicBezTo>
                      <a:pt x="717" y="924"/>
                      <a:pt x="718" y="925"/>
                      <a:pt x="720" y="924"/>
                    </a:cubicBezTo>
                    <a:cubicBezTo>
                      <a:pt x="720" y="924"/>
                      <a:pt x="721" y="924"/>
                      <a:pt x="721" y="924"/>
                    </a:cubicBezTo>
                    <a:cubicBezTo>
                      <a:pt x="721" y="924"/>
                      <a:pt x="722" y="923"/>
                      <a:pt x="722" y="923"/>
                    </a:cubicBezTo>
                    <a:cubicBezTo>
                      <a:pt x="724" y="922"/>
                      <a:pt x="725" y="922"/>
                      <a:pt x="727" y="921"/>
                    </a:cubicBezTo>
                    <a:cubicBezTo>
                      <a:pt x="728" y="921"/>
                      <a:pt x="730" y="920"/>
                      <a:pt x="731" y="920"/>
                    </a:cubicBezTo>
                    <a:cubicBezTo>
                      <a:pt x="733" y="920"/>
                      <a:pt x="734" y="920"/>
                      <a:pt x="736" y="919"/>
                    </a:cubicBezTo>
                    <a:cubicBezTo>
                      <a:pt x="739" y="919"/>
                      <a:pt x="742" y="918"/>
                      <a:pt x="745" y="917"/>
                    </a:cubicBezTo>
                    <a:cubicBezTo>
                      <a:pt x="746" y="917"/>
                      <a:pt x="748" y="917"/>
                      <a:pt x="750" y="916"/>
                    </a:cubicBezTo>
                    <a:cubicBezTo>
                      <a:pt x="752" y="916"/>
                      <a:pt x="754" y="915"/>
                      <a:pt x="756" y="915"/>
                    </a:cubicBezTo>
                    <a:cubicBezTo>
                      <a:pt x="757" y="915"/>
                      <a:pt x="759" y="915"/>
                      <a:pt x="760" y="915"/>
                    </a:cubicBezTo>
                    <a:cubicBezTo>
                      <a:pt x="761" y="915"/>
                      <a:pt x="762" y="915"/>
                      <a:pt x="763" y="915"/>
                    </a:cubicBezTo>
                    <a:cubicBezTo>
                      <a:pt x="766" y="915"/>
                      <a:pt x="768" y="915"/>
                      <a:pt x="770" y="915"/>
                    </a:cubicBezTo>
                    <a:cubicBezTo>
                      <a:pt x="772" y="915"/>
                      <a:pt x="774" y="915"/>
                      <a:pt x="776" y="915"/>
                    </a:cubicBezTo>
                    <a:cubicBezTo>
                      <a:pt x="778" y="915"/>
                      <a:pt x="780" y="915"/>
                      <a:pt x="782" y="915"/>
                    </a:cubicBezTo>
                    <a:cubicBezTo>
                      <a:pt x="783" y="916"/>
                      <a:pt x="785" y="916"/>
                      <a:pt x="785" y="915"/>
                    </a:cubicBezTo>
                    <a:cubicBezTo>
                      <a:pt x="786" y="915"/>
                      <a:pt x="786" y="915"/>
                      <a:pt x="786" y="914"/>
                    </a:cubicBezTo>
                    <a:cubicBezTo>
                      <a:pt x="786" y="914"/>
                      <a:pt x="786" y="913"/>
                      <a:pt x="787" y="913"/>
                    </a:cubicBezTo>
                    <a:cubicBezTo>
                      <a:pt x="788" y="912"/>
                      <a:pt x="789" y="911"/>
                      <a:pt x="791" y="911"/>
                    </a:cubicBezTo>
                    <a:cubicBezTo>
                      <a:pt x="793" y="911"/>
                      <a:pt x="795" y="910"/>
                      <a:pt x="798" y="911"/>
                    </a:cubicBezTo>
                    <a:cubicBezTo>
                      <a:pt x="799" y="911"/>
                      <a:pt x="800" y="911"/>
                      <a:pt x="801" y="910"/>
                    </a:cubicBezTo>
                    <a:cubicBezTo>
                      <a:pt x="802" y="910"/>
                      <a:pt x="803" y="910"/>
                      <a:pt x="804" y="910"/>
                    </a:cubicBezTo>
                    <a:cubicBezTo>
                      <a:pt x="805" y="909"/>
                      <a:pt x="807" y="909"/>
                      <a:pt x="809" y="909"/>
                    </a:cubicBezTo>
                    <a:cubicBezTo>
                      <a:pt x="810" y="909"/>
                      <a:pt x="812" y="909"/>
                      <a:pt x="814" y="909"/>
                    </a:cubicBezTo>
                    <a:cubicBezTo>
                      <a:pt x="817" y="909"/>
                      <a:pt x="821" y="910"/>
                      <a:pt x="824" y="910"/>
                    </a:cubicBezTo>
                    <a:cubicBezTo>
                      <a:pt x="825" y="911"/>
                      <a:pt x="827" y="911"/>
                      <a:pt x="828" y="911"/>
                    </a:cubicBezTo>
                    <a:cubicBezTo>
                      <a:pt x="829" y="911"/>
                      <a:pt x="830" y="911"/>
                      <a:pt x="832" y="911"/>
                    </a:cubicBezTo>
                    <a:cubicBezTo>
                      <a:pt x="833" y="912"/>
                      <a:pt x="835" y="912"/>
                      <a:pt x="837" y="912"/>
                    </a:cubicBezTo>
                    <a:cubicBezTo>
                      <a:pt x="838" y="912"/>
                      <a:pt x="840" y="913"/>
                      <a:pt x="842" y="912"/>
                    </a:cubicBezTo>
                    <a:cubicBezTo>
                      <a:pt x="842" y="911"/>
                      <a:pt x="843" y="911"/>
                      <a:pt x="843" y="910"/>
                    </a:cubicBezTo>
                    <a:cubicBezTo>
                      <a:pt x="843" y="908"/>
                      <a:pt x="843" y="907"/>
                      <a:pt x="844" y="906"/>
                    </a:cubicBezTo>
                    <a:cubicBezTo>
                      <a:pt x="844" y="905"/>
                      <a:pt x="845" y="899"/>
                      <a:pt x="847" y="900"/>
                    </a:cubicBezTo>
                    <a:cubicBezTo>
                      <a:pt x="848" y="901"/>
                      <a:pt x="848" y="903"/>
                      <a:pt x="849" y="904"/>
                    </a:cubicBezTo>
                    <a:cubicBezTo>
                      <a:pt x="849" y="906"/>
                      <a:pt x="849" y="908"/>
                      <a:pt x="849" y="910"/>
                    </a:cubicBezTo>
                    <a:cubicBezTo>
                      <a:pt x="849" y="911"/>
                      <a:pt x="848" y="913"/>
                      <a:pt x="849" y="914"/>
                    </a:cubicBezTo>
                    <a:cubicBezTo>
                      <a:pt x="849" y="914"/>
                      <a:pt x="850" y="914"/>
                      <a:pt x="851" y="914"/>
                    </a:cubicBezTo>
                    <a:cubicBezTo>
                      <a:pt x="852" y="914"/>
                      <a:pt x="852" y="914"/>
                      <a:pt x="853" y="914"/>
                    </a:cubicBezTo>
                    <a:cubicBezTo>
                      <a:pt x="854" y="913"/>
                      <a:pt x="854" y="913"/>
                      <a:pt x="855" y="913"/>
                    </a:cubicBezTo>
                    <a:cubicBezTo>
                      <a:pt x="855" y="912"/>
                      <a:pt x="855" y="911"/>
                      <a:pt x="856" y="910"/>
                    </a:cubicBezTo>
                    <a:cubicBezTo>
                      <a:pt x="856" y="908"/>
                      <a:pt x="857" y="907"/>
                      <a:pt x="857" y="905"/>
                    </a:cubicBezTo>
                    <a:cubicBezTo>
                      <a:pt x="858" y="904"/>
                      <a:pt x="859" y="903"/>
                      <a:pt x="860" y="904"/>
                    </a:cubicBezTo>
                    <a:cubicBezTo>
                      <a:pt x="861" y="904"/>
                      <a:pt x="861" y="906"/>
                      <a:pt x="861" y="907"/>
                    </a:cubicBezTo>
                    <a:cubicBezTo>
                      <a:pt x="861" y="910"/>
                      <a:pt x="860" y="913"/>
                      <a:pt x="859" y="916"/>
                    </a:cubicBezTo>
                    <a:cubicBezTo>
                      <a:pt x="858" y="918"/>
                      <a:pt x="857" y="921"/>
                      <a:pt x="858" y="923"/>
                    </a:cubicBezTo>
                    <a:cubicBezTo>
                      <a:pt x="859" y="925"/>
                      <a:pt x="861" y="926"/>
                      <a:pt x="863" y="926"/>
                    </a:cubicBezTo>
                    <a:cubicBezTo>
                      <a:pt x="865" y="926"/>
                      <a:pt x="867" y="926"/>
                      <a:pt x="868" y="926"/>
                    </a:cubicBezTo>
                    <a:cubicBezTo>
                      <a:pt x="871" y="926"/>
                      <a:pt x="873" y="925"/>
                      <a:pt x="875" y="926"/>
                    </a:cubicBezTo>
                    <a:cubicBezTo>
                      <a:pt x="879" y="927"/>
                      <a:pt x="883" y="934"/>
                      <a:pt x="878" y="936"/>
                    </a:cubicBezTo>
                    <a:cubicBezTo>
                      <a:pt x="876" y="937"/>
                      <a:pt x="872" y="937"/>
                      <a:pt x="870" y="937"/>
                    </a:cubicBezTo>
                    <a:cubicBezTo>
                      <a:pt x="869" y="936"/>
                      <a:pt x="866" y="936"/>
                      <a:pt x="867" y="938"/>
                    </a:cubicBezTo>
                    <a:cubicBezTo>
                      <a:pt x="868" y="940"/>
                      <a:pt x="871" y="941"/>
                      <a:pt x="872" y="941"/>
                    </a:cubicBezTo>
                    <a:cubicBezTo>
                      <a:pt x="874" y="942"/>
                      <a:pt x="877" y="942"/>
                      <a:pt x="879" y="942"/>
                    </a:cubicBezTo>
                    <a:cubicBezTo>
                      <a:pt x="880" y="942"/>
                      <a:pt x="882" y="941"/>
                      <a:pt x="883" y="940"/>
                    </a:cubicBezTo>
                    <a:cubicBezTo>
                      <a:pt x="885" y="938"/>
                      <a:pt x="888" y="937"/>
                      <a:pt x="889" y="936"/>
                    </a:cubicBezTo>
                    <a:cubicBezTo>
                      <a:pt x="891" y="934"/>
                      <a:pt x="892" y="932"/>
                      <a:pt x="891" y="930"/>
                    </a:cubicBezTo>
                    <a:cubicBezTo>
                      <a:pt x="891" y="929"/>
                      <a:pt x="890" y="928"/>
                      <a:pt x="892" y="927"/>
                    </a:cubicBezTo>
                    <a:cubicBezTo>
                      <a:pt x="895" y="925"/>
                      <a:pt x="898" y="924"/>
                      <a:pt x="902" y="922"/>
                    </a:cubicBezTo>
                    <a:cubicBezTo>
                      <a:pt x="905" y="920"/>
                      <a:pt x="908" y="919"/>
                      <a:pt x="912" y="919"/>
                    </a:cubicBezTo>
                    <a:cubicBezTo>
                      <a:pt x="913" y="918"/>
                      <a:pt x="915" y="919"/>
                      <a:pt x="917" y="919"/>
                    </a:cubicBezTo>
                    <a:cubicBezTo>
                      <a:pt x="918" y="920"/>
                      <a:pt x="919" y="920"/>
                      <a:pt x="920" y="920"/>
                    </a:cubicBezTo>
                    <a:cubicBezTo>
                      <a:pt x="923" y="921"/>
                      <a:pt x="926" y="919"/>
                      <a:pt x="928" y="917"/>
                    </a:cubicBezTo>
                    <a:cubicBezTo>
                      <a:pt x="931" y="916"/>
                      <a:pt x="934" y="915"/>
                      <a:pt x="936" y="915"/>
                    </a:cubicBezTo>
                    <a:cubicBezTo>
                      <a:pt x="938" y="914"/>
                      <a:pt x="941" y="915"/>
                      <a:pt x="942" y="916"/>
                    </a:cubicBezTo>
                    <a:cubicBezTo>
                      <a:pt x="943" y="918"/>
                      <a:pt x="942" y="920"/>
                      <a:pt x="942" y="922"/>
                    </a:cubicBezTo>
                    <a:cubicBezTo>
                      <a:pt x="942" y="925"/>
                      <a:pt x="946" y="926"/>
                      <a:pt x="948" y="925"/>
                    </a:cubicBezTo>
                    <a:cubicBezTo>
                      <a:pt x="950" y="924"/>
                      <a:pt x="952" y="921"/>
                      <a:pt x="953" y="920"/>
                    </a:cubicBezTo>
                    <a:cubicBezTo>
                      <a:pt x="955" y="917"/>
                      <a:pt x="958" y="915"/>
                      <a:pt x="960" y="913"/>
                    </a:cubicBezTo>
                    <a:cubicBezTo>
                      <a:pt x="962" y="912"/>
                      <a:pt x="964" y="911"/>
                      <a:pt x="964" y="909"/>
                    </a:cubicBezTo>
                    <a:cubicBezTo>
                      <a:pt x="965" y="908"/>
                      <a:pt x="965" y="906"/>
                      <a:pt x="966" y="905"/>
                    </a:cubicBezTo>
                    <a:cubicBezTo>
                      <a:pt x="966" y="904"/>
                      <a:pt x="967" y="903"/>
                      <a:pt x="967" y="903"/>
                    </a:cubicBezTo>
                    <a:cubicBezTo>
                      <a:pt x="968" y="902"/>
                      <a:pt x="968" y="901"/>
                      <a:pt x="969" y="900"/>
                    </a:cubicBezTo>
                    <a:cubicBezTo>
                      <a:pt x="970" y="899"/>
                      <a:pt x="972" y="898"/>
                      <a:pt x="974" y="897"/>
                    </a:cubicBezTo>
                    <a:cubicBezTo>
                      <a:pt x="978" y="895"/>
                      <a:pt x="982" y="894"/>
                      <a:pt x="986" y="892"/>
                    </a:cubicBezTo>
                    <a:cubicBezTo>
                      <a:pt x="987" y="891"/>
                      <a:pt x="997" y="887"/>
                      <a:pt x="996" y="885"/>
                    </a:cubicBezTo>
                    <a:cubicBezTo>
                      <a:pt x="995" y="885"/>
                      <a:pt x="993" y="885"/>
                      <a:pt x="992" y="885"/>
                    </a:cubicBezTo>
                    <a:cubicBezTo>
                      <a:pt x="990" y="885"/>
                      <a:pt x="989" y="886"/>
                      <a:pt x="987" y="886"/>
                    </a:cubicBezTo>
                    <a:cubicBezTo>
                      <a:pt x="985" y="886"/>
                      <a:pt x="983" y="887"/>
                      <a:pt x="981" y="888"/>
                    </a:cubicBezTo>
                    <a:cubicBezTo>
                      <a:pt x="979" y="888"/>
                      <a:pt x="977" y="889"/>
                      <a:pt x="975" y="890"/>
                    </a:cubicBezTo>
                    <a:cubicBezTo>
                      <a:pt x="972" y="892"/>
                      <a:pt x="967" y="894"/>
                      <a:pt x="964" y="892"/>
                    </a:cubicBezTo>
                    <a:cubicBezTo>
                      <a:pt x="961" y="890"/>
                      <a:pt x="961" y="887"/>
                      <a:pt x="961" y="884"/>
                    </a:cubicBezTo>
                    <a:cubicBezTo>
                      <a:pt x="961" y="881"/>
                      <a:pt x="964" y="880"/>
                      <a:pt x="967" y="880"/>
                    </a:cubicBezTo>
                    <a:cubicBezTo>
                      <a:pt x="969" y="880"/>
                      <a:pt x="970" y="880"/>
                      <a:pt x="972" y="880"/>
                    </a:cubicBezTo>
                    <a:cubicBezTo>
                      <a:pt x="973" y="881"/>
                      <a:pt x="974" y="881"/>
                      <a:pt x="975" y="882"/>
                    </a:cubicBezTo>
                    <a:cubicBezTo>
                      <a:pt x="977" y="882"/>
                      <a:pt x="980" y="882"/>
                      <a:pt x="982" y="882"/>
                    </a:cubicBezTo>
                    <a:cubicBezTo>
                      <a:pt x="983" y="882"/>
                      <a:pt x="984" y="882"/>
                      <a:pt x="985" y="882"/>
                    </a:cubicBezTo>
                    <a:cubicBezTo>
                      <a:pt x="986" y="882"/>
                      <a:pt x="987" y="881"/>
                      <a:pt x="987" y="880"/>
                    </a:cubicBezTo>
                    <a:cubicBezTo>
                      <a:pt x="987" y="877"/>
                      <a:pt x="987" y="874"/>
                      <a:pt x="989" y="873"/>
                    </a:cubicBezTo>
                    <a:cubicBezTo>
                      <a:pt x="992" y="873"/>
                      <a:pt x="995" y="873"/>
                      <a:pt x="997" y="875"/>
                    </a:cubicBezTo>
                    <a:cubicBezTo>
                      <a:pt x="998" y="876"/>
                      <a:pt x="999" y="877"/>
                      <a:pt x="1000" y="879"/>
                    </a:cubicBezTo>
                    <a:cubicBezTo>
                      <a:pt x="1001" y="880"/>
                      <a:pt x="1002" y="881"/>
                      <a:pt x="1003" y="882"/>
                    </a:cubicBezTo>
                    <a:cubicBezTo>
                      <a:pt x="1004" y="883"/>
                      <a:pt x="1007" y="883"/>
                      <a:pt x="1008" y="882"/>
                    </a:cubicBezTo>
                    <a:cubicBezTo>
                      <a:pt x="1009" y="881"/>
                      <a:pt x="1009" y="881"/>
                      <a:pt x="1009" y="880"/>
                    </a:cubicBezTo>
                    <a:cubicBezTo>
                      <a:pt x="1009" y="878"/>
                      <a:pt x="1008" y="877"/>
                      <a:pt x="1008" y="876"/>
                    </a:cubicBezTo>
                    <a:cubicBezTo>
                      <a:pt x="1008" y="872"/>
                      <a:pt x="1007" y="869"/>
                      <a:pt x="1006" y="865"/>
                    </a:cubicBezTo>
                    <a:cubicBezTo>
                      <a:pt x="1004" y="861"/>
                      <a:pt x="1002" y="857"/>
                      <a:pt x="1000" y="854"/>
                    </a:cubicBezTo>
                    <a:cubicBezTo>
                      <a:pt x="999" y="851"/>
                      <a:pt x="997" y="847"/>
                      <a:pt x="1000" y="845"/>
                    </a:cubicBezTo>
                    <a:cubicBezTo>
                      <a:pt x="1003" y="845"/>
                      <a:pt x="1005" y="848"/>
                      <a:pt x="1005" y="850"/>
                    </a:cubicBezTo>
                    <a:cubicBezTo>
                      <a:pt x="1006" y="853"/>
                      <a:pt x="1006" y="856"/>
                      <a:pt x="1007" y="859"/>
                    </a:cubicBezTo>
                    <a:cubicBezTo>
                      <a:pt x="1008" y="861"/>
                      <a:pt x="1009" y="863"/>
                      <a:pt x="1009" y="865"/>
                    </a:cubicBezTo>
                    <a:cubicBezTo>
                      <a:pt x="1010" y="866"/>
                      <a:pt x="1010" y="868"/>
                      <a:pt x="1011" y="869"/>
                    </a:cubicBezTo>
                    <a:cubicBezTo>
                      <a:pt x="1013" y="872"/>
                      <a:pt x="1015" y="872"/>
                      <a:pt x="1017" y="874"/>
                    </a:cubicBezTo>
                    <a:cubicBezTo>
                      <a:pt x="1018" y="875"/>
                      <a:pt x="1019" y="876"/>
                      <a:pt x="1020" y="876"/>
                    </a:cubicBezTo>
                    <a:cubicBezTo>
                      <a:pt x="1021" y="877"/>
                      <a:pt x="1022" y="877"/>
                      <a:pt x="1023" y="877"/>
                    </a:cubicBezTo>
                    <a:cubicBezTo>
                      <a:pt x="1027" y="878"/>
                      <a:pt x="1030" y="878"/>
                      <a:pt x="1034" y="877"/>
                    </a:cubicBezTo>
                    <a:cubicBezTo>
                      <a:pt x="1037" y="876"/>
                      <a:pt x="1041" y="875"/>
                      <a:pt x="1043" y="871"/>
                    </a:cubicBezTo>
                    <a:cubicBezTo>
                      <a:pt x="1044" y="870"/>
                      <a:pt x="1044" y="867"/>
                      <a:pt x="1045" y="865"/>
                    </a:cubicBezTo>
                    <a:cubicBezTo>
                      <a:pt x="1045" y="863"/>
                      <a:pt x="1045" y="861"/>
                      <a:pt x="1046" y="860"/>
                    </a:cubicBezTo>
                    <a:cubicBezTo>
                      <a:pt x="1049" y="858"/>
                      <a:pt x="1053" y="860"/>
                      <a:pt x="1055" y="861"/>
                    </a:cubicBezTo>
                    <a:cubicBezTo>
                      <a:pt x="1057" y="863"/>
                      <a:pt x="1059" y="865"/>
                      <a:pt x="1061" y="864"/>
                    </a:cubicBezTo>
                    <a:cubicBezTo>
                      <a:pt x="1064" y="864"/>
                      <a:pt x="1065" y="860"/>
                      <a:pt x="1066" y="858"/>
                    </a:cubicBezTo>
                    <a:cubicBezTo>
                      <a:pt x="1067" y="857"/>
                      <a:pt x="1068" y="856"/>
                      <a:pt x="1069" y="857"/>
                    </a:cubicBezTo>
                    <a:cubicBezTo>
                      <a:pt x="1070" y="857"/>
                      <a:pt x="1070" y="859"/>
                      <a:pt x="1071" y="860"/>
                    </a:cubicBezTo>
                    <a:cubicBezTo>
                      <a:pt x="1072" y="861"/>
                      <a:pt x="1072" y="861"/>
                      <a:pt x="1073" y="860"/>
                    </a:cubicBezTo>
                    <a:cubicBezTo>
                      <a:pt x="1075" y="860"/>
                      <a:pt x="1076" y="858"/>
                      <a:pt x="1078" y="857"/>
                    </a:cubicBezTo>
                    <a:cubicBezTo>
                      <a:pt x="1079" y="856"/>
                      <a:pt x="1081" y="856"/>
                      <a:pt x="1082" y="855"/>
                    </a:cubicBezTo>
                    <a:cubicBezTo>
                      <a:pt x="1083" y="854"/>
                      <a:pt x="1083" y="853"/>
                      <a:pt x="1083" y="851"/>
                    </a:cubicBezTo>
                    <a:cubicBezTo>
                      <a:pt x="1083" y="850"/>
                      <a:pt x="1083" y="848"/>
                      <a:pt x="1082" y="847"/>
                    </a:cubicBezTo>
                    <a:cubicBezTo>
                      <a:pt x="1082" y="845"/>
                      <a:pt x="1081" y="843"/>
                      <a:pt x="1080" y="842"/>
                    </a:cubicBezTo>
                    <a:cubicBezTo>
                      <a:pt x="1078" y="838"/>
                      <a:pt x="1074" y="836"/>
                      <a:pt x="1071" y="832"/>
                    </a:cubicBezTo>
                    <a:cubicBezTo>
                      <a:pt x="1071" y="831"/>
                      <a:pt x="1070" y="829"/>
                      <a:pt x="1072" y="830"/>
                    </a:cubicBezTo>
                    <a:cubicBezTo>
                      <a:pt x="1074" y="830"/>
                      <a:pt x="1076" y="831"/>
                      <a:pt x="1077" y="832"/>
                    </a:cubicBezTo>
                    <a:cubicBezTo>
                      <a:pt x="1079" y="833"/>
                      <a:pt x="1080" y="835"/>
                      <a:pt x="1082" y="836"/>
                    </a:cubicBezTo>
                    <a:cubicBezTo>
                      <a:pt x="1083" y="836"/>
                      <a:pt x="1084" y="837"/>
                      <a:pt x="1086" y="838"/>
                    </a:cubicBezTo>
                    <a:cubicBezTo>
                      <a:pt x="1088" y="839"/>
                      <a:pt x="1091" y="842"/>
                      <a:pt x="1094" y="842"/>
                    </a:cubicBezTo>
                    <a:cubicBezTo>
                      <a:pt x="1096" y="842"/>
                      <a:pt x="1099" y="841"/>
                      <a:pt x="1099" y="839"/>
                    </a:cubicBezTo>
                    <a:cubicBezTo>
                      <a:pt x="1099" y="838"/>
                      <a:pt x="1099" y="837"/>
                      <a:pt x="1098" y="836"/>
                    </a:cubicBezTo>
                    <a:cubicBezTo>
                      <a:pt x="1098" y="835"/>
                      <a:pt x="1097" y="834"/>
                      <a:pt x="1097" y="833"/>
                    </a:cubicBezTo>
                    <a:cubicBezTo>
                      <a:pt x="1096" y="832"/>
                      <a:pt x="1095" y="830"/>
                      <a:pt x="1095" y="829"/>
                    </a:cubicBezTo>
                    <a:cubicBezTo>
                      <a:pt x="1094" y="828"/>
                      <a:pt x="1094" y="827"/>
                      <a:pt x="1093" y="825"/>
                    </a:cubicBezTo>
                    <a:cubicBezTo>
                      <a:pt x="1093" y="825"/>
                      <a:pt x="1093" y="824"/>
                      <a:pt x="1093" y="823"/>
                    </a:cubicBezTo>
                    <a:cubicBezTo>
                      <a:pt x="1092" y="821"/>
                      <a:pt x="1090" y="819"/>
                      <a:pt x="1088" y="818"/>
                    </a:cubicBezTo>
                    <a:cubicBezTo>
                      <a:pt x="1086" y="815"/>
                      <a:pt x="1083" y="813"/>
                      <a:pt x="1080" y="810"/>
                    </a:cubicBezTo>
                    <a:cubicBezTo>
                      <a:pt x="1076" y="808"/>
                      <a:pt x="1072" y="805"/>
                      <a:pt x="1068" y="804"/>
                    </a:cubicBezTo>
                    <a:cubicBezTo>
                      <a:pt x="1066" y="803"/>
                      <a:pt x="1064" y="802"/>
                      <a:pt x="1061" y="802"/>
                    </a:cubicBezTo>
                    <a:cubicBezTo>
                      <a:pt x="1060" y="801"/>
                      <a:pt x="1059" y="801"/>
                      <a:pt x="1058" y="800"/>
                    </a:cubicBezTo>
                    <a:cubicBezTo>
                      <a:pt x="1056" y="799"/>
                      <a:pt x="1060" y="799"/>
                      <a:pt x="1061" y="799"/>
                    </a:cubicBezTo>
                    <a:cubicBezTo>
                      <a:pt x="1064" y="798"/>
                      <a:pt x="1067" y="799"/>
                      <a:pt x="1071" y="800"/>
                    </a:cubicBezTo>
                    <a:cubicBezTo>
                      <a:pt x="1073" y="801"/>
                      <a:pt x="1076" y="802"/>
                      <a:pt x="1078" y="801"/>
                    </a:cubicBezTo>
                    <a:cubicBezTo>
                      <a:pt x="1080" y="800"/>
                      <a:pt x="1081" y="798"/>
                      <a:pt x="1082" y="797"/>
                    </a:cubicBezTo>
                    <a:cubicBezTo>
                      <a:pt x="1083" y="796"/>
                      <a:pt x="1083" y="796"/>
                      <a:pt x="1084" y="796"/>
                    </a:cubicBezTo>
                    <a:cubicBezTo>
                      <a:pt x="1085" y="796"/>
                      <a:pt x="1085" y="797"/>
                      <a:pt x="1086" y="797"/>
                    </a:cubicBezTo>
                    <a:cubicBezTo>
                      <a:pt x="1087" y="799"/>
                      <a:pt x="1088" y="801"/>
                      <a:pt x="1089" y="802"/>
                    </a:cubicBezTo>
                    <a:cubicBezTo>
                      <a:pt x="1090" y="803"/>
                      <a:pt x="1092" y="804"/>
                      <a:pt x="1093" y="805"/>
                    </a:cubicBezTo>
                    <a:cubicBezTo>
                      <a:pt x="1095" y="807"/>
                      <a:pt x="1096" y="809"/>
                      <a:pt x="1097" y="811"/>
                    </a:cubicBezTo>
                    <a:cubicBezTo>
                      <a:pt x="1097" y="813"/>
                      <a:pt x="1097" y="816"/>
                      <a:pt x="1098" y="818"/>
                    </a:cubicBezTo>
                    <a:cubicBezTo>
                      <a:pt x="1099" y="821"/>
                      <a:pt x="1102" y="823"/>
                      <a:pt x="1104" y="825"/>
                    </a:cubicBezTo>
                    <a:cubicBezTo>
                      <a:pt x="1107" y="827"/>
                      <a:pt x="1110" y="829"/>
                      <a:pt x="1113" y="828"/>
                    </a:cubicBezTo>
                    <a:cubicBezTo>
                      <a:pt x="1116" y="827"/>
                      <a:pt x="1118" y="825"/>
                      <a:pt x="1120" y="823"/>
                    </a:cubicBezTo>
                    <a:cubicBezTo>
                      <a:pt x="1123" y="822"/>
                      <a:pt x="1126" y="822"/>
                      <a:pt x="1129" y="821"/>
                    </a:cubicBezTo>
                    <a:cubicBezTo>
                      <a:pt x="1131" y="821"/>
                      <a:pt x="1134" y="820"/>
                      <a:pt x="1135" y="817"/>
                    </a:cubicBezTo>
                    <a:cubicBezTo>
                      <a:pt x="1137" y="814"/>
                      <a:pt x="1138" y="811"/>
                      <a:pt x="1139" y="808"/>
                    </a:cubicBezTo>
                    <a:cubicBezTo>
                      <a:pt x="1141" y="804"/>
                      <a:pt x="1143" y="801"/>
                      <a:pt x="1145" y="797"/>
                    </a:cubicBezTo>
                    <a:cubicBezTo>
                      <a:pt x="1144" y="797"/>
                      <a:pt x="1142" y="797"/>
                      <a:pt x="1141" y="798"/>
                    </a:cubicBezTo>
                    <a:cubicBezTo>
                      <a:pt x="1139" y="800"/>
                      <a:pt x="1137" y="802"/>
                      <a:pt x="1134" y="804"/>
                    </a:cubicBezTo>
                    <a:cubicBezTo>
                      <a:pt x="1133" y="805"/>
                      <a:pt x="1131" y="806"/>
                      <a:pt x="1129" y="807"/>
                    </a:cubicBezTo>
                    <a:cubicBezTo>
                      <a:pt x="1128" y="808"/>
                      <a:pt x="1126" y="809"/>
                      <a:pt x="1126" y="809"/>
                    </a:cubicBezTo>
                    <a:cubicBezTo>
                      <a:pt x="1125" y="808"/>
                      <a:pt x="1126" y="806"/>
                      <a:pt x="1126" y="806"/>
                    </a:cubicBezTo>
                    <a:cubicBezTo>
                      <a:pt x="1127" y="804"/>
                      <a:pt x="1128" y="803"/>
                      <a:pt x="1129" y="801"/>
                    </a:cubicBezTo>
                    <a:cubicBezTo>
                      <a:pt x="1129" y="800"/>
                      <a:pt x="1129" y="798"/>
                      <a:pt x="1128" y="797"/>
                    </a:cubicBezTo>
                    <a:cubicBezTo>
                      <a:pt x="1127" y="796"/>
                      <a:pt x="1126" y="796"/>
                      <a:pt x="1125" y="796"/>
                    </a:cubicBezTo>
                    <a:cubicBezTo>
                      <a:pt x="1123" y="795"/>
                      <a:pt x="1120" y="794"/>
                      <a:pt x="1122" y="793"/>
                    </a:cubicBezTo>
                    <a:cubicBezTo>
                      <a:pt x="1123" y="791"/>
                      <a:pt x="1125" y="792"/>
                      <a:pt x="1127" y="792"/>
                    </a:cubicBezTo>
                    <a:cubicBezTo>
                      <a:pt x="1129" y="792"/>
                      <a:pt x="1130" y="792"/>
                      <a:pt x="1132" y="792"/>
                    </a:cubicBezTo>
                    <a:cubicBezTo>
                      <a:pt x="1133" y="792"/>
                      <a:pt x="1134" y="792"/>
                      <a:pt x="1135" y="791"/>
                    </a:cubicBezTo>
                    <a:cubicBezTo>
                      <a:pt x="1136" y="790"/>
                      <a:pt x="1135" y="789"/>
                      <a:pt x="1134" y="787"/>
                    </a:cubicBezTo>
                    <a:cubicBezTo>
                      <a:pt x="1134" y="786"/>
                      <a:pt x="1133" y="785"/>
                      <a:pt x="1131" y="784"/>
                    </a:cubicBezTo>
                    <a:cubicBezTo>
                      <a:pt x="1129" y="783"/>
                      <a:pt x="1126" y="783"/>
                      <a:pt x="1123" y="782"/>
                    </a:cubicBezTo>
                    <a:cubicBezTo>
                      <a:pt x="1122" y="782"/>
                      <a:pt x="1121" y="781"/>
                      <a:pt x="1120" y="780"/>
                    </a:cubicBezTo>
                    <a:cubicBezTo>
                      <a:pt x="1118" y="779"/>
                      <a:pt x="1117" y="778"/>
                      <a:pt x="1115" y="777"/>
                    </a:cubicBezTo>
                    <a:cubicBezTo>
                      <a:pt x="1113" y="776"/>
                      <a:pt x="1111" y="775"/>
                      <a:pt x="1109" y="775"/>
                    </a:cubicBezTo>
                    <a:cubicBezTo>
                      <a:pt x="1107" y="774"/>
                      <a:pt x="1105" y="774"/>
                      <a:pt x="1104" y="773"/>
                    </a:cubicBezTo>
                    <a:cubicBezTo>
                      <a:pt x="1102" y="772"/>
                      <a:pt x="1105" y="772"/>
                      <a:pt x="1106" y="772"/>
                    </a:cubicBezTo>
                    <a:cubicBezTo>
                      <a:pt x="1108" y="771"/>
                      <a:pt x="1110" y="771"/>
                      <a:pt x="1112" y="771"/>
                    </a:cubicBezTo>
                    <a:cubicBezTo>
                      <a:pt x="1114" y="771"/>
                      <a:pt x="1117" y="771"/>
                      <a:pt x="1120" y="771"/>
                    </a:cubicBezTo>
                    <a:cubicBezTo>
                      <a:pt x="1122" y="772"/>
                      <a:pt x="1125" y="774"/>
                      <a:pt x="1127" y="775"/>
                    </a:cubicBezTo>
                    <a:cubicBezTo>
                      <a:pt x="1130" y="777"/>
                      <a:pt x="1133" y="778"/>
                      <a:pt x="1137" y="777"/>
                    </a:cubicBezTo>
                    <a:cubicBezTo>
                      <a:pt x="1140" y="777"/>
                      <a:pt x="1142" y="775"/>
                      <a:pt x="1144" y="774"/>
                    </a:cubicBezTo>
                    <a:cubicBezTo>
                      <a:pt x="1146" y="772"/>
                      <a:pt x="1149" y="772"/>
                      <a:pt x="1151" y="770"/>
                    </a:cubicBezTo>
                    <a:cubicBezTo>
                      <a:pt x="1152" y="768"/>
                      <a:pt x="1153" y="766"/>
                      <a:pt x="1152" y="763"/>
                    </a:cubicBezTo>
                    <a:cubicBezTo>
                      <a:pt x="1152" y="762"/>
                      <a:pt x="1150" y="761"/>
                      <a:pt x="1149" y="760"/>
                    </a:cubicBezTo>
                    <a:cubicBezTo>
                      <a:pt x="1147" y="758"/>
                      <a:pt x="1145" y="758"/>
                      <a:pt x="1142" y="757"/>
                    </a:cubicBezTo>
                    <a:cubicBezTo>
                      <a:pt x="1139" y="757"/>
                      <a:pt x="1137" y="757"/>
                      <a:pt x="1134" y="757"/>
                    </a:cubicBezTo>
                    <a:cubicBezTo>
                      <a:pt x="1130" y="756"/>
                      <a:pt x="1127" y="756"/>
                      <a:pt x="1123" y="756"/>
                    </a:cubicBezTo>
                    <a:cubicBezTo>
                      <a:pt x="1122" y="756"/>
                      <a:pt x="1107" y="757"/>
                      <a:pt x="1107" y="755"/>
                    </a:cubicBezTo>
                    <a:cubicBezTo>
                      <a:pt x="1107" y="754"/>
                      <a:pt x="1109" y="754"/>
                      <a:pt x="1109" y="754"/>
                    </a:cubicBezTo>
                    <a:cubicBezTo>
                      <a:pt x="1110" y="753"/>
                      <a:pt x="1112" y="753"/>
                      <a:pt x="1113" y="753"/>
                    </a:cubicBezTo>
                    <a:cubicBezTo>
                      <a:pt x="1117" y="752"/>
                      <a:pt x="1120" y="752"/>
                      <a:pt x="1124" y="753"/>
                    </a:cubicBezTo>
                    <a:cubicBezTo>
                      <a:pt x="1126" y="753"/>
                      <a:pt x="1129" y="753"/>
                      <a:pt x="1132" y="753"/>
                    </a:cubicBezTo>
                    <a:cubicBezTo>
                      <a:pt x="1132" y="753"/>
                      <a:pt x="1133" y="754"/>
                      <a:pt x="1134" y="754"/>
                    </a:cubicBezTo>
                    <a:cubicBezTo>
                      <a:pt x="1135" y="754"/>
                      <a:pt x="1136" y="754"/>
                      <a:pt x="1137" y="754"/>
                    </a:cubicBezTo>
                    <a:cubicBezTo>
                      <a:pt x="1139" y="753"/>
                      <a:pt x="1141" y="753"/>
                      <a:pt x="1142" y="752"/>
                    </a:cubicBezTo>
                    <a:cubicBezTo>
                      <a:pt x="1143" y="751"/>
                      <a:pt x="1145" y="751"/>
                      <a:pt x="1146" y="749"/>
                    </a:cubicBezTo>
                    <a:cubicBezTo>
                      <a:pt x="1148" y="748"/>
                      <a:pt x="1146" y="746"/>
                      <a:pt x="1145" y="744"/>
                    </a:cubicBezTo>
                    <a:cubicBezTo>
                      <a:pt x="1145" y="743"/>
                      <a:pt x="1144" y="741"/>
                      <a:pt x="1144" y="740"/>
                    </a:cubicBezTo>
                    <a:cubicBezTo>
                      <a:pt x="1144" y="739"/>
                      <a:pt x="1144" y="738"/>
                      <a:pt x="1144" y="737"/>
                    </a:cubicBezTo>
                    <a:cubicBezTo>
                      <a:pt x="1145" y="736"/>
                      <a:pt x="1147" y="738"/>
                      <a:pt x="1148" y="739"/>
                    </a:cubicBezTo>
                    <a:cubicBezTo>
                      <a:pt x="1149" y="740"/>
                      <a:pt x="1151" y="741"/>
                      <a:pt x="1153" y="741"/>
                    </a:cubicBezTo>
                    <a:cubicBezTo>
                      <a:pt x="1156" y="742"/>
                      <a:pt x="1158" y="742"/>
                      <a:pt x="1161" y="742"/>
                    </a:cubicBezTo>
                    <a:cubicBezTo>
                      <a:pt x="1162" y="742"/>
                      <a:pt x="1164" y="741"/>
                      <a:pt x="1165" y="740"/>
                    </a:cubicBezTo>
                    <a:cubicBezTo>
                      <a:pt x="1165" y="740"/>
                      <a:pt x="1165" y="739"/>
                      <a:pt x="1164" y="738"/>
                    </a:cubicBezTo>
                    <a:cubicBezTo>
                      <a:pt x="1164" y="737"/>
                      <a:pt x="1163" y="736"/>
                      <a:pt x="1162" y="735"/>
                    </a:cubicBezTo>
                    <a:cubicBezTo>
                      <a:pt x="1161" y="735"/>
                      <a:pt x="1160" y="734"/>
                      <a:pt x="1161" y="733"/>
                    </a:cubicBezTo>
                    <a:cubicBezTo>
                      <a:pt x="1161" y="732"/>
                      <a:pt x="1162" y="732"/>
                      <a:pt x="1163" y="732"/>
                    </a:cubicBezTo>
                    <a:cubicBezTo>
                      <a:pt x="1164" y="731"/>
                      <a:pt x="1166" y="730"/>
                      <a:pt x="1167" y="729"/>
                    </a:cubicBezTo>
                    <a:cubicBezTo>
                      <a:pt x="1168" y="728"/>
                      <a:pt x="1169" y="727"/>
                      <a:pt x="1170" y="726"/>
                    </a:cubicBezTo>
                    <a:cubicBezTo>
                      <a:pt x="1171" y="724"/>
                      <a:pt x="1172" y="723"/>
                      <a:pt x="1173" y="722"/>
                    </a:cubicBezTo>
                    <a:cubicBezTo>
                      <a:pt x="1174" y="721"/>
                      <a:pt x="1176" y="720"/>
                      <a:pt x="1177" y="719"/>
                    </a:cubicBezTo>
                    <a:cubicBezTo>
                      <a:pt x="1178" y="719"/>
                      <a:pt x="1179" y="718"/>
                      <a:pt x="1179" y="717"/>
                    </a:cubicBezTo>
                    <a:cubicBezTo>
                      <a:pt x="1180" y="715"/>
                      <a:pt x="1180" y="714"/>
                      <a:pt x="1179" y="712"/>
                    </a:cubicBezTo>
                    <a:cubicBezTo>
                      <a:pt x="1179" y="711"/>
                      <a:pt x="1178" y="710"/>
                      <a:pt x="1177" y="710"/>
                    </a:cubicBezTo>
                    <a:cubicBezTo>
                      <a:pt x="1176" y="710"/>
                      <a:pt x="1175" y="709"/>
                      <a:pt x="1175" y="708"/>
                    </a:cubicBezTo>
                    <a:cubicBezTo>
                      <a:pt x="1175" y="707"/>
                      <a:pt x="1175" y="706"/>
                      <a:pt x="1174" y="705"/>
                    </a:cubicBezTo>
                    <a:cubicBezTo>
                      <a:pt x="1174" y="704"/>
                      <a:pt x="1173" y="704"/>
                      <a:pt x="1172" y="704"/>
                    </a:cubicBezTo>
                    <a:cubicBezTo>
                      <a:pt x="1170" y="704"/>
                      <a:pt x="1169" y="704"/>
                      <a:pt x="1167" y="705"/>
                    </a:cubicBezTo>
                    <a:cubicBezTo>
                      <a:pt x="1166" y="705"/>
                      <a:pt x="1164" y="705"/>
                      <a:pt x="1163" y="705"/>
                    </a:cubicBezTo>
                    <a:cubicBezTo>
                      <a:pt x="1161" y="704"/>
                      <a:pt x="1161" y="702"/>
                      <a:pt x="1161" y="701"/>
                    </a:cubicBezTo>
                    <a:cubicBezTo>
                      <a:pt x="1161" y="699"/>
                      <a:pt x="1161" y="698"/>
                      <a:pt x="1162" y="696"/>
                    </a:cubicBezTo>
                    <a:cubicBezTo>
                      <a:pt x="1162" y="695"/>
                      <a:pt x="1161" y="693"/>
                      <a:pt x="1161" y="692"/>
                    </a:cubicBezTo>
                    <a:cubicBezTo>
                      <a:pt x="1161" y="691"/>
                      <a:pt x="1160" y="690"/>
                      <a:pt x="1161" y="689"/>
                    </a:cubicBezTo>
                    <a:cubicBezTo>
                      <a:pt x="1161" y="687"/>
                      <a:pt x="1164" y="686"/>
                      <a:pt x="1164" y="684"/>
                    </a:cubicBezTo>
                    <a:cubicBezTo>
                      <a:pt x="1164" y="682"/>
                      <a:pt x="1164" y="681"/>
                      <a:pt x="1164" y="680"/>
                    </a:cubicBezTo>
                    <a:cubicBezTo>
                      <a:pt x="1163" y="679"/>
                      <a:pt x="1162" y="677"/>
                      <a:pt x="1161" y="677"/>
                    </a:cubicBezTo>
                    <a:cubicBezTo>
                      <a:pt x="1160" y="676"/>
                      <a:pt x="1158" y="676"/>
                      <a:pt x="1157" y="676"/>
                    </a:cubicBezTo>
                    <a:cubicBezTo>
                      <a:pt x="1155" y="677"/>
                      <a:pt x="1154" y="677"/>
                      <a:pt x="1152" y="677"/>
                    </a:cubicBezTo>
                    <a:cubicBezTo>
                      <a:pt x="1151" y="677"/>
                      <a:pt x="1149" y="677"/>
                      <a:pt x="1148" y="676"/>
                    </a:cubicBezTo>
                    <a:cubicBezTo>
                      <a:pt x="1147" y="676"/>
                      <a:pt x="1147" y="675"/>
                      <a:pt x="1147" y="674"/>
                    </a:cubicBezTo>
                    <a:cubicBezTo>
                      <a:pt x="1147" y="672"/>
                      <a:pt x="1147" y="671"/>
                      <a:pt x="1146" y="669"/>
                    </a:cubicBezTo>
                    <a:cubicBezTo>
                      <a:pt x="1146" y="668"/>
                      <a:pt x="1145" y="667"/>
                      <a:pt x="1144" y="665"/>
                    </a:cubicBezTo>
                    <a:cubicBezTo>
                      <a:pt x="1142" y="663"/>
                      <a:pt x="1141" y="662"/>
                      <a:pt x="1140" y="660"/>
                    </a:cubicBezTo>
                    <a:cubicBezTo>
                      <a:pt x="1139" y="659"/>
                      <a:pt x="1138" y="657"/>
                      <a:pt x="1136" y="657"/>
                    </a:cubicBezTo>
                    <a:cubicBezTo>
                      <a:pt x="1135" y="657"/>
                      <a:pt x="1134" y="658"/>
                      <a:pt x="1134" y="658"/>
                    </a:cubicBezTo>
                    <a:cubicBezTo>
                      <a:pt x="1132" y="659"/>
                      <a:pt x="1130" y="659"/>
                      <a:pt x="1129" y="659"/>
                    </a:cubicBezTo>
                    <a:cubicBezTo>
                      <a:pt x="1127" y="659"/>
                      <a:pt x="1125" y="659"/>
                      <a:pt x="1123" y="660"/>
                    </a:cubicBezTo>
                    <a:cubicBezTo>
                      <a:pt x="1121" y="661"/>
                      <a:pt x="1120" y="662"/>
                      <a:pt x="1118" y="663"/>
                    </a:cubicBezTo>
                    <a:cubicBezTo>
                      <a:pt x="1116" y="664"/>
                      <a:pt x="1114" y="666"/>
                      <a:pt x="1112" y="667"/>
                    </a:cubicBezTo>
                    <a:cubicBezTo>
                      <a:pt x="1111" y="667"/>
                      <a:pt x="1108" y="669"/>
                      <a:pt x="1108" y="668"/>
                    </a:cubicBezTo>
                    <a:cubicBezTo>
                      <a:pt x="1108" y="668"/>
                      <a:pt x="1108" y="667"/>
                      <a:pt x="1108" y="667"/>
                    </a:cubicBezTo>
                    <a:cubicBezTo>
                      <a:pt x="1109" y="666"/>
                      <a:pt x="1109" y="665"/>
                      <a:pt x="1110" y="664"/>
                    </a:cubicBezTo>
                    <a:cubicBezTo>
                      <a:pt x="1111" y="662"/>
                      <a:pt x="1112" y="661"/>
                      <a:pt x="1114" y="660"/>
                    </a:cubicBezTo>
                    <a:cubicBezTo>
                      <a:pt x="1117" y="658"/>
                      <a:pt x="1120" y="658"/>
                      <a:pt x="1122" y="658"/>
                    </a:cubicBezTo>
                    <a:cubicBezTo>
                      <a:pt x="1125" y="657"/>
                      <a:pt x="1127" y="657"/>
                      <a:pt x="1129" y="656"/>
                    </a:cubicBezTo>
                    <a:cubicBezTo>
                      <a:pt x="1130" y="655"/>
                      <a:pt x="1131" y="654"/>
                      <a:pt x="1130" y="653"/>
                    </a:cubicBezTo>
                    <a:cubicBezTo>
                      <a:pt x="1129" y="652"/>
                      <a:pt x="1127" y="652"/>
                      <a:pt x="1126" y="652"/>
                    </a:cubicBezTo>
                    <a:cubicBezTo>
                      <a:pt x="1123" y="652"/>
                      <a:pt x="1120" y="653"/>
                      <a:pt x="1117" y="653"/>
                    </a:cubicBezTo>
                    <a:cubicBezTo>
                      <a:pt x="1116" y="653"/>
                      <a:pt x="1116" y="653"/>
                      <a:pt x="1117" y="653"/>
                    </a:cubicBezTo>
                    <a:cubicBezTo>
                      <a:pt x="1115" y="653"/>
                      <a:pt x="1114" y="654"/>
                      <a:pt x="1113" y="654"/>
                    </a:cubicBezTo>
                    <a:cubicBezTo>
                      <a:pt x="1113" y="654"/>
                      <a:pt x="1112" y="654"/>
                      <a:pt x="1111" y="654"/>
                    </a:cubicBezTo>
                    <a:cubicBezTo>
                      <a:pt x="1109" y="654"/>
                      <a:pt x="1107" y="655"/>
                      <a:pt x="1105" y="656"/>
                    </a:cubicBezTo>
                    <a:cubicBezTo>
                      <a:pt x="1103" y="657"/>
                      <a:pt x="1100" y="659"/>
                      <a:pt x="1098" y="661"/>
                    </a:cubicBezTo>
                    <a:cubicBezTo>
                      <a:pt x="1095" y="663"/>
                      <a:pt x="1093" y="665"/>
                      <a:pt x="1091" y="666"/>
                    </a:cubicBezTo>
                    <a:cubicBezTo>
                      <a:pt x="1088" y="668"/>
                      <a:pt x="1086" y="670"/>
                      <a:pt x="1084" y="671"/>
                    </a:cubicBezTo>
                    <a:cubicBezTo>
                      <a:pt x="1082" y="673"/>
                      <a:pt x="1080" y="675"/>
                      <a:pt x="1078" y="676"/>
                    </a:cubicBezTo>
                    <a:cubicBezTo>
                      <a:pt x="1078" y="677"/>
                      <a:pt x="1076" y="678"/>
                      <a:pt x="1076" y="677"/>
                    </a:cubicBezTo>
                    <a:cubicBezTo>
                      <a:pt x="1076" y="677"/>
                      <a:pt x="1076" y="676"/>
                      <a:pt x="1076" y="675"/>
                    </a:cubicBezTo>
                    <a:cubicBezTo>
                      <a:pt x="1077" y="674"/>
                      <a:pt x="1077" y="674"/>
                      <a:pt x="1077" y="673"/>
                    </a:cubicBezTo>
                    <a:cubicBezTo>
                      <a:pt x="1078" y="672"/>
                      <a:pt x="1079" y="671"/>
                      <a:pt x="1080" y="670"/>
                    </a:cubicBezTo>
                    <a:cubicBezTo>
                      <a:pt x="1081" y="668"/>
                      <a:pt x="1083" y="666"/>
                      <a:pt x="1084" y="664"/>
                    </a:cubicBezTo>
                    <a:cubicBezTo>
                      <a:pt x="1085" y="662"/>
                      <a:pt x="1087" y="661"/>
                      <a:pt x="1088" y="660"/>
                    </a:cubicBezTo>
                    <a:cubicBezTo>
                      <a:pt x="1089" y="659"/>
                      <a:pt x="1090" y="659"/>
                      <a:pt x="1091" y="658"/>
                    </a:cubicBezTo>
                    <a:cubicBezTo>
                      <a:pt x="1093" y="657"/>
                      <a:pt x="1094" y="656"/>
                      <a:pt x="1096" y="655"/>
                    </a:cubicBezTo>
                    <a:cubicBezTo>
                      <a:pt x="1099" y="653"/>
                      <a:pt x="1102" y="652"/>
                      <a:pt x="1105" y="651"/>
                    </a:cubicBezTo>
                    <a:cubicBezTo>
                      <a:pt x="1108" y="650"/>
                      <a:pt x="1110" y="649"/>
                      <a:pt x="1112" y="649"/>
                    </a:cubicBezTo>
                    <a:cubicBezTo>
                      <a:pt x="1114" y="648"/>
                      <a:pt x="1116" y="648"/>
                      <a:pt x="1118" y="647"/>
                    </a:cubicBezTo>
                    <a:cubicBezTo>
                      <a:pt x="1119" y="647"/>
                      <a:pt x="1120" y="647"/>
                      <a:pt x="1121" y="647"/>
                    </a:cubicBezTo>
                    <a:cubicBezTo>
                      <a:pt x="1121" y="647"/>
                      <a:pt x="1122" y="647"/>
                      <a:pt x="1123" y="647"/>
                    </a:cubicBezTo>
                    <a:cubicBezTo>
                      <a:pt x="1123" y="646"/>
                      <a:pt x="1124" y="646"/>
                      <a:pt x="1125" y="646"/>
                    </a:cubicBezTo>
                    <a:cubicBezTo>
                      <a:pt x="1126" y="646"/>
                      <a:pt x="1126" y="646"/>
                      <a:pt x="1127" y="646"/>
                    </a:cubicBezTo>
                    <a:cubicBezTo>
                      <a:pt x="1128" y="646"/>
                      <a:pt x="1129" y="645"/>
                      <a:pt x="1129" y="644"/>
                    </a:cubicBezTo>
                    <a:cubicBezTo>
                      <a:pt x="1130" y="642"/>
                      <a:pt x="1130" y="641"/>
                      <a:pt x="1129" y="639"/>
                    </a:cubicBezTo>
                    <a:cubicBezTo>
                      <a:pt x="1129" y="638"/>
                      <a:pt x="1129" y="637"/>
                      <a:pt x="1129" y="637"/>
                    </a:cubicBezTo>
                    <a:cubicBezTo>
                      <a:pt x="1129" y="636"/>
                      <a:pt x="1129" y="636"/>
                      <a:pt x="1128" y="635"/>
                    </a:cubicBezTo>
                    <a:cubicBezTo>
                      <a:pt x="1128" y="635"/>
                      <a:pt x="1128" y="634"/>
                      <a:pt x="1128" y="634"/>
                    </a:cubicBezTo>
                    <a:cubicBezTo>
                      <a:pt x="1128" y="632"/>
                      <a:pt x="1128" y="631"/>
                      <a:pt x="1128" y="630"/>
                    </a:cubicBezTo>
                    <a:cubicBezTo>
                      <a:pt x="1128" y="628"/>
                      <a:pt x="1129" y="627"/>
                      <a:pt x="1130" y="627"/>
                    </a:cubicBezTo>
                    <a:cubicBezTo>
                      <a:pt x="1132" y="625"/>
                      <a:pt x="1133" y="624"/>
                      <a:pt x="1135" y="622"/>
                    </a:cubicBezTo>
                    <a:cubicBezTo>
                      <a:pt x="1137" y="621"/>
                      <a:pt x="1138" y="620"/>
                      <a:pt x="1139" y="619"/>
                    </a:cubicBezTo>
                    <a:cubicBezTo>
                      <a:pt x="1140" y="617"/>
                      <a:pt x="1141" y="615"/>
                      <a:pt x="1139" y="615"/>
                    </a:cubicBezTo>
                    <a:cubicBezTo>
                      <a:pt x="1137" y="614"/>
                      <a:pt x="1136" y="614"/>
                      <a:pt x="1134" y="614"/>
                    </a:cubicBezTo>
                    <a:cubicBezTo>
                      <a:pt x="1132" y="614"/>
                      <a:pt x="1129" y="614"/>
                      <a:pt x="1126" y="613"/>
                    </a:cubicBezTo>
                    <a:cubicBezTo>
                      <a:pt x="1121" y="612"/>
                      <a:pt x="1116" y="611"/>
                      <a:pt x="1110" y="610"/>
                    </a:cubicBezTo>
                    <a:cubicBezTo>
                      <a:pt x="1104" y="609"/>
                      <a:pt x="1098" y="610"/>
                      <a:pt x="1092" y="610"/>
                    </a:cubicBezTo>
                    <a:cubicBezTo>
                      <a:pt x="1088" y="611"/>
                      <a:pt x="1082" y="612"/>
                      <a:pt x="1079" y="607"/>
                    </a:cubicBezTo>
                    <a:cubicBezTo>
                      <a:pt x="1079" y="606"/>
                      <a:pt x="1079" y="605"/>
                      <a:pt x="1080" y="604"/>
                    </a:cubicBezTo>
                    <a:cubicBezTo>
                      <a:pt x="1080" y="603"/>
                      <a:pt x="1082" y="603"/>
                      <a:pt x="1083" y="602"/>
                    </a:cubicBezTo>
                    <a:cubicBezTo>
                      <a:pt x="1085" y="602"/>
                      <a:pt x="1087" y="601"/>
                      <a:pt x="1088" y="600"/>
                    </a:cubicBezTo>
                    <a:cubicBezTo>
                      <a:pt x="1089" y="599"/>
                      <a:pt x="1092" y="598"/>
                      <a:pt x="1091" y="597"/>
                    </a:cubicBezTo>
                    <a:cubicBezTo>
                      <a:pt x="1090" y="596"/>
                      <a:pt x="1089" y="596"/>
                      <a:pt x="1088" y="596"/>
                    </a:cubicBezTo>
                    <a:cubicBezTo>
                      <a:pt x="1087" y="596"/>
                      <a:pt x="1086" y="596"/>
                      <a:pt x="1085" y="596"/>
                    </a:cubicBezTo>
                    <a:cubicBezTo>
                      <a:pt x="1084" y="596"/>
                      <a:pt x="1083" y="596"/>
                      <a:pt x="1083" y="596"/>
                    </a:cubicBezTo>
                    <a:cubicBezTo>
                      <a:pt x="1082" y="596"/>
                      <a:pt x="1082" y="596"/>
                      <a:pt x="1081" y="596"/>
                    </a:cubicBezTo>
                    <a:cubicBezTo>
                      <a:pt x="1081" y="595"/>
                      <a:pt x="1083" y="594"/>
                      <a:pt x="1083" y="593"/>
                    </a:cubicBezTo>
                    <a:cubicBezTo>
                      <a:pt x="1085" y="591"/>
                      <a:pt x="1087" y="590"/>
                      <a:pt x="1089" y="589"/>
                    </a:cubicBezTo>
                    <a:cubicBezTo>
                      <a:pt x="1094" y="585"/>
                      <a:pt x="1100" y="584"/>
                      <a:pt x="1106" y="584"/>
                    </a:cubicBezTo>
                    <a:cubicBezTo>
                      <a:pt x="1107" y="584"/>
                      <a:pt x="1109" y="584"/>
                      <a:pt x="1110" y="583"/>
                    </a:cubicBezTo>
                    <a:cubicBezTo>
                      <a:pt x="1111" y="583"/>
                      <a:pt x="1112" y="582"/>
                      <a:pt x="1113" y="581"/>
                    </a:cubicBezTo>
                    <a:cubicBezTo>
                      <a:pt x="1116" y="579"/>
                      <a:pt x="1120" y="579"/>
                      <a:pt x="1124" y="578"/>
                    </a:cubicBezTo>
                    <a:cubicBezTo>
                      <a:pt x="1125" y="577"/>
                      <a:pt x="1126" y="576"/>
                      <a:pt x="1127" y="574"/>
                    </a:cubicBezTo>
                    <a:cubicBezTo>
                      <a:pt x="1128" y="573"/>
                      <a:pt x="1129" y="572"/>
                      <a:pt x="1130" y="570"/>
                    </a:cubicBezTo>
                    <a:cubicBezTo>
                      <a:pt x="1131" y="569"/>
                      <a:pt x="1133" y="568"/>
                      <a:pt x="1134" y="566"/>
                    </a:cubicBezTo>
                    <a:cubicBezTo>
                      <a:pt x="1135" y="564"/>
                      <a:pt x="1135" y="562"/>
                      <a:pt x="1136" y="560"/>
                    </a:cubicBezTo>
                    <a:cubicBezTo>
                      <a:pt x="1136" y="558"/>
                      <a:pt x="1136" y="556"/>
                      <a:pt x="1137" y="554"/>
                    </a:cubicBezTo>
                    <a:cubicBezTo>
                      <a:pt x="1137" y="552"/>
                      <a:pt x="1138" y="549"/>
                      <a:pt x="1139" y="546"/>
                    </a:cubicBezTo>
                    <a:cubicBezTo>
                      <a:pt x="1139" y="545"/>
                      <a:pt x="1141" y="542"/>
                      <a:pt x="1139" y="541"/>
                    </a:cubicBezTo>
                    <a:cubicBezTo>
                      <a:pt x="1138" y="539"/>
                      <a:pt x="1136" y="540"/>
                      <a:pt x="1134" y="540"/>
                    </a:cubicBezTo>
                    <a:cubicBezTo>
                      <a:pt x="1132" y="539"/>
                      <a:pt x="1130" y="539"/>
                      <a:pt x="1128" y="539"/>
                    </a:cubicBezTo>
                    <a:cubicBezTo>
                      <a:pt x="1127" y="538"/>
                      <a:pt x="1126" y="539"/>
                      <a:pt x="1125" y="540"/>
                    </a:cubicBezTo>
                    <a:cubicBezTo>
                      <a:pt x="1124" y="541"/>
                      <a:pt x="1123" y="542"/>
                      <a:pt x="1122" y="542"/>
                    </a:cubicBezTo>
                    <a:cubicBezTo>
                      <a:pt x="1121" y="542"/>
                      <a:pt x="1120" y="541"/>
                      <a:pt x="1120" y="540"/>
                    </a:cubicBezTo>
                    <a:cubicBezTo>
                      <a:pt x="1119" y="539"/>
                      <a:pt x="1117" y="539"/>
                      <a:pt x="1116" y="538"/>
                    </a:cubicBezTo>
                    <a:cubicBezTo>
                      <a:pt x="1115" y="537"/>
                      <a:pt x="1115" y="536"/>
                      <a:pt x="1115" y="535"/>
                    </a:cubicBezTo>
                    <a:cubicBezTo>
                      <a:pt x="1114" y="534"/>
                      <a:pt x="1114" y="533"/>
                      <a:pt x="1114" y="531"/>
                    </a:cubicBezTo>
                    <a:cubicBezTo>
                      <a:pt x="1114" y="529"/>
                      <a:pt x="1112" y="528"/>
                      <a:pt x="1110" y="528"/>
                    </a:cubicBezTo>
                    <a:cubicBezTo>
                      <a:pt x="1108" y="527"/>
                      <a:pt x="1105" y="526"/>
                      <a:pt x="1103" y="525"/>
                    </a:cubicBezTo>
                    <a:cubicBezTo>
                      <a:pt x="1102" y="523"/>
                      <a:pt x="1100" y="522"/>
                      <a:pt x="1101" y="520"/>
                    </a:cubicBezTo>
                    <a:cubicBezTo>
                      <a:pt x="1102" y="518"/>
                      <a:pt x="1103" y="516"/>
                      <a:pt x="1105" y="514"/>
                    </a:cubicBezTo>
                    <a:cubicBezTo>
                      <a:pt x="1105" y="513"/>
                      <a:pt x="1105" y="512"/>
                      <a:pt x="1105" y="512"/>
                    </a:cubicBezTo>
                    <a:cubicBezTo>
                      <a:pt x="1105" y="511"/>
                      <a:pt x="1104" y="510"/>
                      <a:pt x="1103" y="510"/>
                    </a:cubicBezTo>
                    <a:cubicBezTo>
                      <a:pt x="1101" y="510"/>
                      <a:pt x="1099" y="510"/>
                      <a:pt x="1097" y="509"/>
                    </a:cubicBezTo>
                    <a:cubicBezTo>
                      <a:pt x="1093" y="508"/>
                      <a:pt x="1098" y="503"/>
                      <a:pt x="1100" y="502"/>
                    </a:cubicBezTo>
                    <a:cubicBezTo>
                      <a:pt x="1103" y="499"/>
                      <a:pt x="1107" y="501"/>
                      <a:pt x="1110" y="501"/>
                    </a:cubicBezTo>
                    <a:cubicBezTo>
                      <a:pt x="1112" y="501"/>
                      <a:pt x="1114" y="500"/>
                      <a:pt x="1116" y="500"/>
                    </a:cubicBezTo>
                    <a:cubicBezTo>
                      <a:pt x="1118" y="499"/>
                      <a:pt x="1121" y="499"/>
                      <a:pt x="1123" y="498"/>
                    </a:cubicBezTo>
                    <a:cubicBezTo>
                      <a:pt x="1125" y="498"/>
                      <a:pt x="1127" y="498"/>
                      <a:pt x="1129" y="497"/>
                    </a:cubicBezTo>
                    <a:cubicBezTo>
                      <a:pt x="1131" y="496"/>
                      <a:pt x="1132" y="494"/>
                      <a:pt x="1133" y="492"/>
                    </a:cubicBezTo>
                    <a:cubicBezTo>
                      <a:pt x="1135" y="489"/>
                      <a:pt x="1135" y="487"/>
                      <a:pt x="1136" y="485"/>
                    </a:cubicBezTo>
                    <a:cubicBezTo>
                      <a:pt x="1136" y="483"/>
                      <a:pt x="1136" y="480"/>
                      <a:pt x="1137" y="479"/>
                    </a:cubicBezTo>
                    <a:cubicBezTo>
                      <a:pt x="1138" y="477"/>
                      <a:pt x="1139" y="475"/>
                      <a:pt x="1140" y="474"/>
                    </a:cubicBezTo>
                    <a:cubicBezTo>
                      <a:pt x="1142" y="472"/>
                      <a:pt x="1144" y="472"/>
                      <a:pt x="1146" y="472"/>
                    </a:cubicBezTo>
                    <a:cubicBezTo>
                      <a:pt x="1149" y="472"/>
                      <a:pt x="1152" y="472"/>
                      <a:pt x="1155" y="472"/>
                    </a:cubicBezTo>
                    <a:cubicBezTo>
                      <a:pt x="1157" y="473"/>
                      <a:pt x="1158" y="472"/>
                      <a:pt x="1160" y="472"/>
                    </a:cubicBezTo>
                    <a:cubicBezTo>
                      <a:pt x="1161" y="472"/>
                      <a:pt x="1162" y="471"/>
                      <a:pt x="1163" y="471"/>
                    </a:cubicBezTo>
                    <a:cubicBezTo>
                      <a:pt x="1164" y="471"/>
                      <a:pt x="1165" y="471"/>
                      <a:pt x="1166" y="471"/>
                    </a:cubicBezTo>
                    <a:cubicBezTo>
                      <a:pt x="1167" y="471"/>
                      <a:pt x="1168" y="471"/>
                      <a:pt x="1169" y="471"/>
                    </a:cubicBezTo>
                    <a:cubicBezTo>
                      <a:pt x="1171" y="472"/>
                      <a:pt x="1173" y="472"/>
                      <a:pt x="1175" y="472"/>
                    </a:cubicBezTo>
                    <a:cubicBezTo>
                      <a:pt x="1178" y="472"/>
                      <a:pt x="1181" y="472"/>
                      <a:pt x="1184" y="473"/>
                    </a:cubicBezTo>
                    <a:cubicBezTo>
                      <a:pt x="1186" y="473"/>
                      <a:pt x="1189" y="474"/>
                      <a:pt x="1190" y="472"/>
                    </a:cubicBezTo>
                    <a:cubicBezTo>
                      <a:pt x="1192" y="471"/>
                      <a:pt x="1191" y="469"/>
                      <a:pt x="1190" y="469"/>
                    </a:cubicBezTo>
                    <a:close/>
                    <a:moveTo>
                      <a:pt x="486" y="349"/>
                    </a:moveTo>
                    <a:cubicBezTo>
                      <a:pt x="487" y="347"/>
                      <a:pt x="488" y="345"/>
                      <a:pt x="489" y="344"/>
                    </a:cubicBezTo>
                    <a:cubicBezTo>
                      <a:pt x="490" y="343"/>
                      <a:pt x="491" y="342"/>
                      <a:pt x="492" y="340"/>
                    </a:cubicBezTo>
                    <a:cubicBezTo>
                      <a:pt x="492" y="340"/>
                      <a:pt x="492" y="339"/>
                      <a:pt x="492" y="339"/>
                    </a:cubicBezTo>
                    <a:cubicBezTo>
                      <a:pt x="492" y="338"/>
                      <a:pt x="492" y="338"/>
                      <a:pt x="492" y="338"/>
                    </a:cubicBezTo>
                    <a:cubicBezTo>
                      <a:pt x="492" y="339"/>
                      <a:pt x="492" y="339"/>
                      <a:pt x="492" y="340"/>
                    </a:cubicBezTo>
                    <a:cubicBezTo>
                      <a:pt x="492" y="340"/>
                      <a:pt x="492" y="340"/>
                      <a:pt x="492" y="340"/>
                    </a:cubicBezTo>
                    <a:cubicBezTo>
                      <a:pt x="492" y="343"/>
                      <a:pt x="494" y="345"/>
                      <a:pt x="496" y="347"/>
                    </a:cubicBezTo>
                    <a:cubicBezTo>
                      <a:pt x="497" y="348"/>
                      <a:pt x="498" y="350"/>
                      <a:pt x="498" y="351"/>
                    </a:cubicBezTo>
                    <a:cubicBezTo>
                      <a:pt x="498" y="352"/>
                      <a:pt x="497" y="353"/>
                      <a:pt x="496" y="354"/>
                    </a:cubicBezTo>
                    <a:cubicBezTo>
                      <a:pt x="494" y="355"/>
                      <a:pt x="491" y="355"/>
                      <a:pt x="489" y="355"/>
                    </a:cubicBezTo>
                    <a:cubicBezTo>
                      <a:pt x="488" y="355"/>
                      <a:pt x="487" y="354"/>
                      <a:pt x="486" y="353"/>
                    </a:cubicBezTo>
                    <a:cubicBezTo>
                      <a:pt x="485" y="352"/>
                      <a:pt x="485" y="350"/>
                      <a:pt x="486" y="349"/>
                    </a:cubicBezTo>
                    <a:close/>
                    <a:moveTo>
                      <a:pt x="449" y="729"/>
                    </a:moveTo>
                    <a:cubicBezTo>
                      <a:pt x="450" y="729"/>
                      <a:pt x="451" y="728"/>
                      <a:pt x="452" y="727"/>
                    </a:cubicBezTo>
                    <a:cubicBezTo>
                      <a:pt x="453" y="726"/>
                      <a:pt x="455" y="726"/>
                      <a:pt x="456" y="725"/>
                    </a:cubicBezTo>
                    <a:cubicBezTo>
                      <a:pt x="460" y="725"/>
                      <a:pt x="467" y="727"/>
                      <a:pt x="469" y="722"/>
                    </a:cubicBezTo>
                    <a:cubicBezTo>
                      <a:pt x="469" y="721"/>
                      <a:pt x="469" y="720"/>
                      <a:pt x="469" y="719"/>
                    </a:cubicBezTo>
                    <a:cubicBezTo>
                      <a:pt x="470" y="718"/>
                      <a:pt x="471" y="718"/>
                      <a:pt x="472" y="718"/>
                    </a:cubicBezTo>
                    <a:cubicBezTo>
                      <a:pt x="474" y="717"/>
                      <a:pt x="477" y="716"/>
                      <a:pt x="479" y="717"/>
                    </a:cubicBezTo>
                    <a:cubicBezTo>
                      <a:pt x="481" y="718"/>
                      <a:pt x="482" y="719"/>
                      <a:pt x="482" y="720"/>
                    </a:cubicBezTo>
                    <a:cubicBezTo>
                      <a:pt x="483" y="722"/>
                      <a:pt x="483" y="724"/>
                      <a:pt x="482" y="725"/>
                    </a:cubicBezTo>
                    <a:cubicBezTo>
                      <a:pt x="481" y="727"/>
                      <a:pt x="477" y="727"/>
                      <a:pt x="475" y="727"/>
                    </a:cubicBezTo>
                    <a:cubicBezTo>
                      <a:pt x="473" y="728"/>
                      <a:pt x="471" y="728"/>
                      <a:pt x="470" y="730"/>
                    </a:cubicBezTo>
                    <a:cubicBezTo>
                      <a:pt x="470" y="730"/>
                      <a:pt x="469" y="731"/>
                      <a:pt x="469" y="732"/>
                    </a:cubicBezTo>
                    <a:cubicBezTo>
                      <a:pt x="469" y="733"/>
                      <a:pt x="470" y="733"/>
                      <a:pt x="471" y="733"/>
                    </a:cubicBezTo>
                    <a:cubicBezTo>
                      <a:pt x="474" y="733"/>
                      <a:pt x="477" y="733"/>
                      <a:pt x="480" y="733"/>
                    </a:cubicBezTo>
                    <a:cubicBezTo>
                      <a:pt x="482" y="733"/>
                      <a:pt x="486" y="732"/>
                      <a:pt x="487" y="734"/>
                    </a:cubicBezTo>
                    <a:cubicBezTo>
                      <a:pt x="489" y="736"/>
                      <a:pt x="489" y="738"/>
                      <a:pt x="487" y="739"/>
                    </a:cubicBezTo>
                    <a:cubicBezTo>
                      <a:pt x="486" y="740"/>
                      <a:pt x="484" y="740"/>
                      <a:pt x="483" y="741"/>
                    </a:cubicBezTo>
                    <a:cubicBezTo>
                      <a:pt x="481" y="741"/>
                      <a:pt x="478" y="741"/>
                      <a:pt x="476" y="741"/>
                    </a:cubicBezTo>
                    <a:cubicBezTo>
                      <a:pt x="474" y="740"/>
                      <a:pt x="471" y="740"/>
                      <a:pt x="469" y="740"/>
                    </a:cubicBezTo>
                    <a:cubicBezTo>
                      <a:pt x="467" y="740"/>
                      <a:pt x="466" y="740"/>
                      <a:pt x="465" y="740"/>
                    </a:cubicBezTo>
                    <a:cubicBezTo>
                      <a:pt x="463" y="740"/>
                      <a:pt x="462" y="740"/>
                      <a:pt x="461" y="739"/>
                    </a:cubicBezTo>
                    <a:cubicBezTo>
                      <a:pt x="459" y="739"/>
                      <a:pt x="458" y="740"/>
                      <a:pt x="457" y="740"/>
                    </a:cubicBezTo>
                    <a:cubicBezTo>
                      <a:pt x="456" y="740"/>
                      <a:pt x="455" y="740"/>
                      <a:pt x="455" y="739"/>
                    </a:cubicBezTo>
                    <a:cubicBezTo>
                      <a:pt x="453" y="739"/>
                      <a:pt x="452" y="739"/>
                      <a:pt x="452" y="738"/>
                    </a:cubicBezTo>
                    <a:cubicBezTo>
                      <a:pt x="451" y="736"/>
                      <a:pt x="452" y="735"/>
                      <a:pt x="451" y="734"/>
                    </a:cubicBezTo>
                    <a:cubicBezTo>
                      <a:pt x="451" y="733"/>
                      <a:pt x="450" y="732"/>
                      <a:pt x="449" y="732"/>
                    </a:cubicBezTo>
                    <a:cubicBezTo>
                      <a:pt x="449" y="732"/>
                      <a:pt x="448" y="731"/>
                      <a:pt x="448" y="731"/>
                    </a:cubicBezTo>
                    <a:cubicBezTo>
                      <a:pt x="448" y="730"/>
                      <a:pt x="449" y="730"/>
                      <a:pt x="449" y="729"/>
                    </a:cubicBezTo>
                    <a:close/>
                    <a:moveTo>
                      <a:pt x="537" y="779"/>
                    </a:moveTo>
                    <a:cubicBezTo>
                      <a:pt x="536" y="779"/>
                      <a:pt x="536" y="779"/>
                      <a:pt x="535" y="779"/>
                    </a:cubicBezTo>
                    <a:cubicBezTo>
                      <a:pt x="533" y="779"/>
                      <a:pt x="532" y="779"/>
                      <a:pt x="531" y="779"/>
                    </a:cubicBezTo>
                    <a:cubicBezTo>
                      <a:pt x="528" y="780"/>
                      <a:pt x="526" y="780"/>
                      <a:pt x="524" y="781"/>
                    </a:cubicBezTo>
                    <a:cubicBezTo>
                      <a:pt x="521" y="781"/>
                      <a:pt x="518" y="782"/>
                      <a:pt x="515" y="782"/>
                    </a:cubicBezTo>
                    <a:cubicBezTo>
                      <a:pt x="514" y="782"/>
                      <a:pt x="512" y="782"/>
                      <a:pt x="510" y="783"/>
                    </a:cubicBezTo>
                    <a:cubicBezTo>
                      <a:pt x="508" y="784"/>
                      <a:pt x="506" y="784"/>
                      <a:pt x="504" y="785"/>
                    </a:cubicBezTo>
                    <a:cubicBezTo>
                      <a:pt x="503" y="785"/>
                      <a:pt x="501" y="785"/>
                      <a:pt x="499" y="786"/>
                    </a:cubicBezTo>
                    <a:cubicBezTo>
                      <a:pt x="498" y="786"/>
                      <a:pt x="496" y="786"/>
                      <a:pt x="495" y="787"/>
                    </a:cubicBezTo>
                    <a:cubicBezTo>
                      <a:pt x="494" y="787"/>
                      <a:pt x="492" y="787"/>
                      <a:pt x="491" y="788"/>
                    </a:cubicBezTo>
                    <a:cubicBezTo>
                      <a:pt x="491" y="788"/>
                      <a:pt x="490" y="788"/>
                      <a:pt x="489" y="789"/>
                    </a:cubicBezTo>
                    <a:cubicBezTo>
                      <a:pt x="487" y="790"/>
                      <a:pt x="485" y="789"/>
                      <a:pt x="483" y="788"/>
                    </a:cubicBezTo>
                    <a:cubicBezTo>
                      <a:pt x="482" y="788"/>
                      <a:pt x="482" y="788"/>
                      <a:pt x="481" y="788"/>
                    </a:cubicBezTo>
                    <a:cubicBezTo>
                      <a:pt x="481" y="788"/>
                      <a:pt x="481" y="788"/>
                      <a:pt x="481" y="788"/>
                    </a:cubicBezTo>
                    <a:cubicBezTo>
                      <a:pt x="481" y="788"/>
                      <a:pt x="481" y="787"/>
                      <a:pt x="482" y="787"/>
                    </a:cubicBezTo>
                    <a:cubicBezTo>
                      <a:pt x="482" y="786"/>
                      <a:pt x="483" y="785"/>
                      <a:pt x="484" y="785"/>
                    </a:cubicBezTo>
                    <a:cubicBezTo>
                      <a:pt x="484" y="785"/>
                      <a:pt x="485" y="785"/>
                      <a:pt x="485" y="785"/>
                    </a:cubicBezTo>
                    <a:cubicBezTo>
                      <a:pt x="485" y="785"/>
                      <a:pt x="486" y="784"/>
                      <a:pt x="486" y="784"/>
                    </a:cubicBezTo>
                    <a:cubicBezTo>
                      <a:pt x="486" y="784"/>
                      <a:pt x="486" y="784"/>
                      <a:pt x="486" y="784"/>
                    </a:cubicBezTo>
                    <a:cubicBezTo>
                      <a:pt x="486" y="784"/>
                      <a:pt x="486" y="784"/>
                      <a:pt x="486" y="784"/>
                    </a:cubicBezTo>
                    <a:cubicBezTo>
                      <a:pt x="486" y="784"/>
                      <a:pt x="486" y="784"/>
                      <a:pt x="486" y="784"/>
                    </a:cubicBezTo>
                    <a:cubicBezTo>
                      <a:pt x="486" y="784"/>
                      <a:pt x="486" y="784"/>
                      <a:pt x="486" y="784"/>
                    </a:cubicBezTo>
                    <a:cubicBezTo>
                      <a:pt x="486" y="784"/>
                      <a:pt x="486" y="784"/>
                      <a:pt x="487" y="784"/>
                    </a:cubicBezTo>
                    <a:cubicBezTo>
                      <a:pt x="488" y="784"/>
                      <a:pt x="489" y="783"/>
                      <a:pt x="490" y="783"/>
                    </a:cubicBezTo>
                    <a:cubicBezTo>
                      <a:pt x="491" y="783"/>
                      <a:pt x="492" y="782"/>
                      <a:pt x="493" y="782"/>
                    </a:cubicBezTo>
                    <a:cubicBezTo>
                      <a:pt x="494" y="782"/>
                      <a:pt x="495" y="782"/>
                      <a:pt x="496" y="782"/>
                    </a:cubicBezTo>
                    <a:cubicBezTo>
                      <a:pt x="500" y="781"/>
                      <a:pt x="503" y="779"/>
                      <a:pt x="506" y="778"/>
                    </a:cubicBezTo>
                    <a:cubicBezTo>
                      <a:pt x="509" y="777"/>
                      <a:pt x="512" y="777"/>
                      <a:pt x="515" y="777"/>
                    </a:cubicBezTo>
                    <a:cubicBezTo>
                      <a:pt x="518" y="776"/>
                      <a:pt x="521" y="775"/>
                      <a:pt x="524" y="774"/>
                    </a:cubicBezTo>
                    <a:cubicBezTo>
                      <a:pt x="527" y="774"/>
                      <a:pt x="529" y="773"/>
                      <a:pt x="531" y="773"/>
                    </a:cubicBezTo>
                    <a:cubicBezTo>
                      <a:pt x="533" y="772"/>
                      <a:pt x="536" y="772"/>
                      <a:pt x="537" y="773"/>
                    </a:cubicBezTo>
                    <a:cubicBezTo>
                      <a:pt x="540" y="774"/>
                      <a:pt x="539" y="777"/>
                      <a:pt x="537" y="779"/>
                    </a:cubicBezTo>
                    <a:close/>
                    <a:moveTo>
                      <a:pt x="545" y="755"/>
                    </a:moveTo>
                    <a:cubicBezTo>
                      <a:pt x="541" y="757"/>
                      <a:pt x="537" y="759"/>
                      <a:pt x="533" y="760"/>
                    </a:cubicBezTo>
                    <a:cubicBezTo>
                      <a:pt x="530" y="761"/>
                      <a:pt x="526" y="762"/>
                      <a:pt x="522" y="762"/>
                    </a:cubicBezTo>
                    <a:cubicBezTo>
                      <a:pt x="518" y="763"/>
                      <a:pt x="515" y="764"/>
                      <a:pt x="511" y="765"/>
                    </a:cubicBezTo>
                    <a:cubicBezTo>
                      <a:pt x="507" y="766"/>
                      <a:pt x="503" y="766"/>
                      <a:pt x="498" y="767"/>
                    </a:cubicBezTo>
                    <a:cubicBezTo>
                      <a:pt x="493" y="768"/>
                      <a:pt x="489" y="768"/>
                      <a:pt x="484" y="770"/>
                    </a:cubicBezTo>
                    <a:cubicBezTo>
                      <a:pt x="480" y="771"/>
                      <a:pt x="475" y="772"/>
                      <a:pt x="471" y="774"/>
                    </a:cubicBezTo>
                    <a:cubicBezTo>
                      <a:pt x="467" y="775"/>
                      <a:pt x="464" y="776"/>
                      <a:pt x="460" y="777"/>
                    </a:cubicBezTo>
                    <a:cubicBezTo>
                      <a:pt x="458" y="777"/>
                      <a:pt x="456" y="778"/>
                      <a:pt x="454" y="779"/>
                    </a:cubicBezTo>
                    <a:cubicBezTo>
                      <a:pt x="451" y="780"/>
                      <a:pt x="448" y="781"/>
                      <a:pt x="445" y="782"/>
                    </a:cubicBezTo>
                    <a:cubicBezTo>
                      <a:pt x="444" y="782"/>
                      <a:pt x="442" y="783"/>
                      <a:pt x="441" y="783"/>
                    </a:cubicBezTo>
                    <a:cubicBezTo>
                      <a:pt x="440" y="784"/>
                      <a:pt x="438" y="785"/>
                      <a:pt x="437" y="784"/>
                    </a:cubicBezTo>
                    <a:cubicBezTo>
                      <a:pt x="436" y="784"/>
                      <a:pt x="434" y="784"/>
                      <a:pt x="433" y="783"/>
                    </a:cubicBezTo>
                    <a:cubicBezTo>
                      <a:pt x="433" y="783"/>
                      <a:pt x="434" y="783"/>
                      <a:pt x="434" y="783"/>
                    </a:cubicBezTo>
                    <a:cubicBezTo>
                      <a:pt x="435" y="782"/>
                      <a:pt x="437" y="782"/>
                      <a:pt x="438" y="781"/>
                    </a:cubicBezTo>
                    <a:cubicBezTo>
                      <a:pt x="438" y="781"/>
                      <a:pt x="439" y="780"/>
                      <a:pt x="440" y="780"/>
                    </a:cubicBezTo>
                    <a:cubicBezTo>
                      <a:pt x="441" y="779"/>
                      <a:pt x="442" y="779"/>
                      <a:pt x="443" y="779"/>
                    </a:cubicBezTo>
                    <a:cubicBezTo>
                      <a:pt x="446" y="778"/>
                      <a:pt x="448" y="778"/>
                      <a:pt x="451" y="777"/>
                    </a:cubicBezTo>
                    <a:cubicBezTo>
                      <a:pt x="456" y="775"/>
                      <a:pt x="461" y="772"/>
                      <a:pt x="466" y="770"/>
                    </a:cubicBezTo>
                    <a:cubicBezTo>
                      <a:pt x="472" y="768"/>
                      <a:pt x="478" y="767"/>
                      <a:pt x="484" y="766"/>
                    </a:cubicBezTo>
                    <a:cubicBezTo>
                      <a:pt x="488" y="765"/>
                      <a:pt x="492" y="764"/>
                      <a:pt x="496" y="763"/>
                    </a:cubicBezTo>
                    <a:cubicBezTo>
                      <a:pt x="499" y="763"/>
                      <a:pt x="502" y="763"/>
                      <a:pt x="506" y="762"/>
                    </a:cubicBezTo>
                    <a:cubicBezTo>
                      <a:pt x="509" y="762"/>
                      <a:pt x="513" y="760"/>
                      <a:pt x="516" y="759"/>
                    </a:cubicBezTo>
                    <a:cubicBezTo>
                      <a:pt x="521" y="757"/>
                      <a:pt x="526" y="756"/>
                      <a:pt x="531" y="754"/>
                    </a:cubicBezTo>
                    <a:cubicBezTo>
                      <a:pt x="535" y="753"/>
                      <a:pt x="540" y="752"/>
                      <a:pt x="544" y="752"/>
                    </a:cubicBezTo>
                    <a:cubicBezTo>
                      <a:pt x="545" y="752"/>
                      <a:pt x="547" y="752"/>
                      <a:pt x="547" y="753"/>
                    </a:cubicBezTo>
                    <a:cubicBezTo>
                      <a:pt x="547" y="753"/>
                      <a:pt x="545" y="754"/>
                      <a:pt x="545" y="755"/>
                    </a:cubicBezTo>
                    <a:close/>
                    <a:moveTo>
                      <a:pt x="853" y="531"/>
                    </a:moveTo>
                    <a:cubicBezTo>
                      <a:pt x="850" y="533"/>
                      <a:pt x="847" y="534"/>
                      <a:pt x="846" y="538"/>
                    </a:cubicBezTo>
                    <a:cubicBezTo>
                      <a:pt x="846" y="538"/>
                      <a:pt x="846" y="539"/>
                      <a:pt x="845" y="540"/>
                    </a:cubicBezTo>
                    <a:cubicBezTo>
                      <a:pt x="844" y="540"/>
                      <a:pt x="843" y="540"/>
                      <a:pt x="842" y="539"/>
                    </a:cubicBezTo>
                    <a:cubicBezTo>
                      <a:pt x="841" y="539"/>
                      <a:pt x="841" y="538"/>
                      <a:pt x="840" y="537"/>
                    </a:cubicBezTo>
                    <a:cubicBezTo>
                      <a:pt x="839" y="536"/>
                      <a:pt x="837" y="534"/>
                      <a:pt x="837" y="532"/>
                    </a:cubicBezTo>
                    <a:cubicBezTo>
                      <a:pt x="836" y="530"/>
                      <a:pt x="837" y="527"/>
                      <a:pt x="836" y="526"/>
                    </a:cubicBezTo>
                    <a:cubicBezTo>
                      <a:pt x="835" y="525"/>
                      <a:pt x="834" y="524"/>
                      <a:pt x="833" y="524"/>
                    </a:cubicBezTo>
                    <a:cubicBezTo>
                      <a:pt x="832" y="523"/>
                      <a:pt x="831" y="523"/>
                      <a:pt x="831" y="522"/>
                    </a:cubicBezTo>
                    <a:cubicBezTo>
                      <a:pt x="831" y="521"/>
                      <a:pt x="832" y="520"/>
                      <a:pt x="833" y="519"/>
                    </a:cubicBezTo>
                    <a:cubicBezTo>
                      <a:pt x="835" y="517"/>
                      <a:pt x="838" y="517"/>
                      <a:pt x="841" y="517"/>
                    </a:cubicBezTo>
                    <a:cubicBezTo>
                      <a:pt x="844" y="517"/>
                      <a:pt x="845" y="516"/>
                      <a:pt x="848" y="516"/>
                    </a:cubicBezTo>
                    <a:cubicBezTo>
                      <a:pt x="850" y="515"/>
                      <a:pt x="854" y="516"/>
                      <a:pt x="856" y="517"/>
                    </a:cubicBezTo>
                    <a:cubicBezTo>
                      <a:pt x="858" y="518"/>
                      <a:pt x="859" y="521"/>
                      <a:pt x="859" y="523"/>
                    </a:cubicBezTo>
                    <a:cubicBezTo>
                      <a:pt x="859" y="527"/>
                      <a:pt x="856" y="529"/>
                      <a:pt x="853" y="531"/>
                    </a:cubicBezTo>
                    <a:close/>
                    <a:moveTo>
                      <a:pt x="1070" y="730"/>
                    </a:moveTo>
                    <a:cubicBezTo>
                      <a:pt x="1067" y="734"/>
                      <a:pt x="1063" y="734"/>
                      <a:pt x="1059" y="735"/>
                    </a:cubicBezTo>
                    <a:cubicBezTo>
                      <a:pt x="1054" y="737"/>
                      <a:pt x="1048" y="738"/>
                      <a:pt x="1043" y="741"/>
                    </a:cubicBezTo>
                    <a:cubicBezTo>
                      <a:pt x="1041" y="743"/>
                      <a:pt x="1039" y="744"/>
                      <a:pt x="1037" y="746"/>
                    </a:cubicBezTo>
                    <a:cubicBezTo>
                      <a:pt x="1035" y="748"/>
                      <a:pt x="1034" y="748"/>
                      <a:pt x="1031" y="749"/>
                    </a:cubicBezTo>
                    <a:cubicBezTo>
                      <a:pt x="1030" y="749"/>
                      <a:pt x="1028" y="750"/>
                      <a:pt x="1027" y="751"/>
                    </a:cubicBezTo>
                    <a:cubicBezTo>
                      <a:pt x="1026" y="751"/>
                      <a:pt x="1025" y="751"/>
                      <a:pt x="1025" y="752"/>
                    </a:cubicBezTo>
                    <a:cubicBezTo>
                      <a:pt x="1023" y="753"/>
                      <a:pt x="1021" y="753"/>
                      <a:pt x="1019" y="753"/>
                    </a:cubicBezTo>
                    <a:cubicBezTo>
                      <a:pt x="1018" y="753"/>
                      <a:pt x="1017" y="754"/>
                      <a:pt x="1017" y="754"/>
                    </a:cubicBezTo>
                    <a:cubicBezTo>
                      <a:pt x="1015" y="754"/>
                      <a:pt x="1014" y="755"/>
                      <a:pt x="1013" y="755"/>
                    </a:cubicBezTo>
                    <a:cubicBezTo>
                      <a:pt x="1010" y="756"/>
                      <a:pt x="1007" y="758"/>
                      <a:pt x="1004" y="758"/>
                    </a:cubicBezTo>
                    <a:cubicBezTo>
                      <a:pt x="1002" y="758"/>
                      <a:pt x="1001" y="758"/>
                      <a:pt x="999" y="758"/>
                    </a:cubicBezTo>
                    <a:cubicBezTo>
                      <a:pt x="998" y="758"/>
                      <a:pt x="996" y="758"/>
                      <a:pt x="994" y="757"/>
                    </a:cubicBezTo>
                    <a:cubicBezTo>
                      <a:pt x="991" y="756"/>
                      <a:pt x="997" y="754"/>
                      <a:pt x="998" y="753"/>
                    </a:cubicBezTo>
                    <a:cubicBezTo>
                      <a:pt x="1004" y="750"/>
                      <a:pt x="1011" y="748"/>
                      <a:pt x="1017" y="746"/>
                    </a:cubicBezTo>
                    <a:cubicBezTo>
                      <a:pt x="1021" y="746"/>
                      <a:pt x="1024" y="745"/>
                      <a:pt x="1027" y="744"/>
                    </a:cubicBezTo>
                    <a:cubicBezTo>
                      <a:pt x="1029" y="743"/>
                      <a:pt x="1031" y="742"/>
                      <a:pt x="1032" y="740"/>
                    </a:cubicBezTo>
                    <a:cubicBezTo>
                      <a:pt x="1036" y="736"/>
                      <a:pt x="1040" y="735"/>
                      <a:pt x="1045" y="733"/>
                    </a:cubicBezTo>
                    <a:cubicBezTo>
                      <a:pt x="1047" y="732"/>
                      <a:pt x="1049" y="731"/>
                      <a:pt x="1051" y="731"/>
                    </a:cubicBezTo>
                    <a:cubicBezTo>
                      <a:pt x="1054" y="731"/>
                      <a:pt x="1057" y="729"/>
                      <a:pt x="1059" y="728"/>
                    </a:cubicBezTo>
                    <a:cubicBezTo>
                      <a:pt x="1062" y="727"/>
                      <a:pt x="1065" y="726"/>
                      <a:pt x="1068" y="726"/>
                    </a:cubicBezTo>
                    <a:cubicBezTo>
                      <a:pt x="1070" y="727"/>
                      <a:pt x="1071" y="728"/>
                      <a:pt x="1070" y="7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65" name="Freeform 1865">
                <a:extLst>
                  <a:ext uri="{FF2B5EF4-FFF2-40B4-BE49-F238E27FC236}">
                    <a16:creationId xmlns:a16="http://schemas.microsoft.com/office/drawing/2014/main" id="{4EF12DEF-803D-43CC-B954-2FA54973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701"/>
                <a:ext cx="5" cy="4"/>
              </a:xfrm>
              <a:custGeom>
                <a:avLst/>
                <a:gdLst>
                  <a:gd name="T0" fmla="*/ 11 w 14"/>
                  <a:gd name="T1" fmla="*/ 4 h 8"/>
                  <a:gd name="T2" fmla="*/ 9 w 14"/>
                  <a:gd name="T3" fmla="*/ 5 h 8"/>
                  <a:gd name="T4" fmla="*/ 9 w 14"/>
                  <a:gd name="T5" fmla="*/ 6 h 8"/>
                  <a:gd name="T6" fmla="*/ 8 w 14"/>
                  <a:gd name="T7" fmla="*/ 7 h 8"/>
                  <a:gd name="T8" fmla="*/ 7 w 14"/>
                  <a:gd name="T9" fmla="*/ 8 h 8"/>
                  <a:gd name="T10" fmla="*/ 5 w 14"/>
                  <a:gd name="T11" fmla="*/ 8 h 8"/>
                  <a:gd name="T12" fmla="*/ 3 w 14"/>
                  <a:gd name="T13" fmla="*/ 7 h 8"/>
                  <a:gd name="T14" fmla="*/ 2 w 14"/>
                  <a:gd name="T15" fmla="*/ 5 h 8"/>
                  <a:gd name="T16" fmla="*/ 1 w 14"/>
                  <a:gd name="T17" fmla="*/ 4 h 8"/>
                  <a:gd name="T18" fmla="*/ 0 w 14"/>
                  <a:gd name="T19" fmla="*/ 3 h 8"/>
                  <a:gd name="T20" fmla="*/ 0 w 14"/>
                  <a:gd name="T21" fmla="*/ 1 h 8"/>
                  <a:gd name="T22" fmla="*/ 1 w 14"/>
                  <a:gd name="T23" fmla="*/ 1 h 8"/>
                  <a:gd name="T24" fmla="*/ 1 w 14"/>
                  <a:gd name="T25" fmla="*/ 1 h 8"/>
                  <a:gd name="T26" fmla="*/ 3 w 14"/>
                  <a:gd name="T27" fmla="*/ 0 h 8"/>
                  <a:gd name="T28" fmla="*/ 6 w 14"/>
                  <a:gd name="T29" fmla="*/ 0 h 8"/>
                  <a:gd name="T30" fmla="*/ 8 w 14"/>
                  <a:gd name="T31" fmla="*/ 0 h 8"/>
                  <a:gd name="T32" fmla="*/ 10 w 14"/>
                  <a:gd name="T33" fmla="*/ 0 h 8"/>
                  <a:gd name="T34" fmla="*/ 11 w 14"/>
                  <a:gd name="T35" fmla="*/ 0 h 8"/>
                  <a:gd name="T36" fmla="*/ 12 w 14"/>
                  <a:gd name="T37" fmla="*/ 0 h 8"/>
                  <a:gd name="T38" fmla="*/ 13 w 14"/>
                  <a:gd name="T39" fmla="*/ 0 h 8"/>
                  <a:gd name="T40" fmla="*/ 14 w 14"/>
                  <a:gd name="T41" fmla="*/ 0 h 8"/>
                  <a:gd name="T42" fmla="*/ 14 w 14"/>
                  <a:gd name="T43" fmla="*/ 0 h 8"/>
                  <a:gd name="T44" fmla="*/ 14 w 14"/>
                  <a:gd name="T45" fmla="*/ 1 h 8"/>
                  <a:gd name="T46" fmla="*/ 14 w 14"/>
                  <a:gd name="T47" fmla="*/ 2 h 8"/>
                  <a:gd name="T48" fmla="*/ 13 w 14"/>
                  <a:gd name="T49" fmla="*/ 3 h 8"/>
                  <a:gd name="T50" fmla="*/ 12 w 14"/>
                  <a:gd name="T51" fmla="*/ 3 h 8"/>
                  <a:gd name="T52" fmla="*/ 12 w 14"/>
                  <a:gd name="T53" fmla="*/ 4 h 8"/>
                  <a:gd name="T54" fmla="*/ 11 w 14"/>
                  <a:gd name="T5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4" h="8">
                    <a:moveTo>
                      <a:pt x="11" y="4"/>
                    </a:moveTo>
                    <a:cubicBezTo>
                      <a:pt x="10" y="5"/>
                      <a:pt x="10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3"/>
                      <a:pt x="13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66" name="Freeform 1866">
                <a:extLst>
                  <a:ext uri="{FF2B5EF4-FFF2-40B4-BE49-F238E27FC236}">
                    <a16:creationId xmlns:a16="http://schemas.microsoft.com/office/drawing/2014/main" id="{8EAB942E-0DB8-4A46-A30A-C018C08816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55" y="1886"/>
                <a:ext cx="343" cy="373"/>
              </a:xfrm>
              <a:custGeom>
                <a:avLst/>
                <a:gdLst>
                  <a:gd name="T0" fmla="*/ 751 w 843"/>
                  <a:gd name="T1" fmla="*/ 289 h 916"/>
                  <a:gd name="T2" fmla="*/ 608 w 843"/>
                  <a:gd name="T3" fmla="*/ 290 h 916"/>
                  <a:gd name="T4" fmla="*/ 637 w 843"/>
                  <a:gd name="T5" fmla="*/ 156 h 916"/>
                  <a:gd name="T6" fmla="*/ 805 w 843"/>
                  <a:gd name="T7" fmla="*/ 55 h 916"/>
                  <a:gd name="T8" fmla="*/ 716 w 843"/>
                  <a:gd name="T9" fmla="*/ 58 h 916"/>
                  <a:gd name="T10" fmla="*/ 703 w 843"/>
                  <a:gd name="T11" fmla="*/ 22 h 916"/>
                  <a:gd name="T12" fmla="*/ 675 w 843"/>
                  <a:gd name="T13" fmla="*/ 38 h 916"/>
                  <a:gd name="T14" fmla="*/ 640 w 843"/>
                  <a:gd name="T15" fmla="*/ 17 h 916"/>
                  <a:gd name="T16" fmla="*/ 575 w 843"/>
                  <a:gd name="T17" fmla="*/ 48 h 916"/>
                  <a:gd name="T18" fmla="*/ 558 w 843"/>
                  <a:gd name="T19" fmla="*/ 89 h 916"/>
                  <a:gd name="T20" fmla="*/ 482 w 843"/>
                  <a:gd name="T21" fmla="*/ 113 h 916"/>
                  <a:gd name="T22" fmla="*/ 535 w 843"/>
                  <a:gd name="T23" fmla="*/ 161 h 916"/>
                  <a:gd name="T24" fmla="*/ 552 w 843"/>
                  <a:gd name="T25" fmla="*/ 188 h 916"/>
                  <a:gd name="T26" fmla="*/ 479 w 843"/>
                  <a:gd name="T27" fmla="*/ 228 h 916"/>
                  <a:gd name="T28" fmla="*/ 423 w 843"/>
                  <a:gd name="T29" fmla="*/ 208 h 916"/>
                  <a:gd name="T30" fmla="*/ 366 w 843"/>
                  <a:gd name="T31" fmla="*/ 183 h 916"/>
                  <a:gd name="T32" fmla="*/ 271 w 843"/>
                  <a:gd name="T33" fmla="*/ 164 h 916"/>
                  <a:gd name="T34" fmla="*/ 262 w 843"/>
                  <a:gd name="T35" fmla="*/ 201 h 916"/>
                  <a:gd name="T36" fmla="*/ 265 w 843"/>
                  <a:gd name="T37" fmla="*/ 242 h 916"/>
                  <a:gd name="T38" fmla="*/ 286 w 843"/>
                  <a:gd name="T39" fmla="*/ 300 h 916"/>
                  <a:gd name="T40" fmla="*/ 229 w 843"/>
                  <a:gd name="T41" fmla="*/ 338 h 916"/>
                  <a:gd name="T42" fmla="*/ 189 w 843"/>
                  <a:gd name="T43" fmla="*/ 363 h 916"/>
                  <a:gd name="T44" fmla="*/ 207 w 843"/>
                  <a:gd name="T45" fmla="*/ 394 h 916"/>
                  <a:gd name="T46" fmla="*/ 256 w 843"/>
                  <a:gd name="T47" fmla="*/ 426 h 916"/>
                  <a:gd name="T48" fmla="*/ 311 w 843"/>
                  <a:gd name="T49" fmla="*/ 493 h 916"/>
                  <a:gd name="T50" fmla="*/ 247 w 843"/>
                  <a:gd name="T51" fmla="*/ 542 h 916"/>
                  <a:gd name="T52" fmla="*/ 195 w 843"/>
                  <a:gd name="T53" fmla="*/ 602 h 916"/>
                  <a:gd name="T54" fmla="*/ 301 w 843"/>
                  <a:gd name="T55" fmla="*/ 596 h 916"/>
                  <a:gd name="T56" fmla="*/ 282 w 843"/>
                  <a:gd name="T57" fmla="*/ 631 h 916"/>
                  <a:gd name="T58" fmla="*/ 175 w 843"/>
                  <a:gd name="T59" fmla="*/ 617 h 916"/>
                  <a:gd name="T60" fmla="*/ 129 w 843"/>
                  <a:gd name="T61" fmla="*/ 688 h 916"/>
                  <a:gd name="T62" fmla="*/ 49 w 843"/>
                  <a:gd name="T63" fmla="*/ 663 h 916"/>
                  <a:gd name="T64" fmla="*/ 47 w 843"/>
                  <a:gd name="T65" fmla="*/ 699 h 916"/>
                  <a:gd name="T66" fmla="*/ 35 w 843"/>
                  <a:gd name="T67" fmla="*/ 743 h 916"/>
                  <a:gd name="T68" fmla="*/ 65 w 843"/>
                  <a:gd name="T69" fmla="*/ 798 h 916"/>
                  <a:gd name="T70" fmla="*/ 101 w 843"/>
                  <a:gd name="T71" fmla="*/ 799 h 916"/>
                  <a:gd name="T72" fmla="*/ 33 w 843"/>
                  <a:gd name="T73" fmla="*/ 831 h 916"/>
                  <a:gd name="T74" fmla="*/ 105 w 843"/>
                  <a:gd name="T75" fmla="*/ 840 h 916"/>
                  <a:gd name="T76" fmla="*/ 110 w 843"/>
                  <a:gd name="T77" fmla="*/ 861 h 916"/>
                  <a:gd name="T78" fmla="*/ 127 w 843"/>
                  <a:gd name="T79" fmla="*/ 894 h 916"/>
                  <a:gd name="T80" fmla="*/ 176 w 843"/>
                  <a:gd name="T81" fmla="*/ 904 h 916"/>
                  <a:gd name="T82" fmla="*/ 237 w 843"/>
                  <a:gd name="T83" fmla="*/ 905 h 916"/>
                  <a:gd name="T84" fmla="*/ 302 w 843"/>
                  <a:gd name="T85" fmla="*/ 898 h 916"/>
                  <a:gd name="T86" fmla="*/ 348 w 843"/>
                  <a:gd name="T87" fmla="*/ 882 h 916"/>
                  <a:gd name="T88" fmla="*/ 457 w 843"/>
                  <a:gd name="T89" fmla="*/ 865 h 916"/>
                  <a:gd name="T90" fmla="*/ 537 w 843"/>
                  <a:gd name="T91" fmla="*/ 844 h 916"/>
                  <a:gd name="T92" fmla="*/ 584 w 843"/>
                  <a:gd name="T93" fmla="*/ 858 h 916"/>
                  <a:gd name="T94" fmla="*/ 682 w 843"/>
                  <a:gd name="T95" fmla="*/ 842 h 916"/>
                  <a:gd name="T96" fmla="*/ 720 w 843"/>
                  <a:gd name="T97" fmla="*/ 794 h 916"/>
                  <a:gd name="T98" fmla="*/ 789 w 843"/>
                  <a:gd name="T99" fmla="*/ 690 h 916"/>
                  <a:gd name="T100" fmla="*/ 812 w 843"/>
                  <a:gd name="T101" fmla="*/ 565 h 916"/>
                  <a:gd name="T102" fmla="*/ 810 w 843"/>
                  <a:gd name="T103" fmla="*/ 469 h 916"/>
                  <a:gd name="T104" fmla="*/ 304 w 843"/>
                  <a:gd name="T105" fmla="*/ 189 h 916"/>
                  <a:gd name="T106" fmla="*/ 324 w 843"/>
                  <a:gd name="T107" fmla="*/ 342 h 916"/>
                  <a:gd name="T108" fmla="*/ 315 w 843"/>
                  <a:gd name="T109" fmla="*/ 424 h 916"/>
                  <a:gd name="T110" fmla="*/ 316 w 843"/>
                  <a:gd name="T111" fmla="*/ 400 h 916"/>
                  <a:gd name="T112" fmla="*/ 362 w 843"/>
                  <a:gd name="T113" fmla="*/ 266 h 916"/>
                  <a:gd name="T114" fmla="*/ 436 w 843"/>
                  <a:gd name="T115" fmla="*/ 584 h 916"/>
                  <a:gd name="T116" fmla="*/ 453 w 843"/>
                  <a:gd name="T117" fmla="*/ 550 h 916"/>
                  <a:gd name="T118" fmla="*/ 521 w 843"/>
                  <a:gd name="T119" fmla="*/ 311 h 916"/>
                  <a:gd name="T120" fmla="*/ 517 w 843"/>
                  <a:gd name="T121" fmla="*/ 477 h 916"/>
                  <a:gd name="T122" fmla="*/ 621 w 843"/>
                  <a:gd name="T123" fmla="*/ 447 h 9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43" h="916">
                    <a:moveTo>
                      <a:pt x="840" y="400"/>
                    </a:moveTo>
                    <a:cubicBezTo>
                      <a:pt x="840" y="399"/>
                      <a:pt x="839" y="397"/>
                      <a:pt x="838" y="396"/>
                    </a:cubicBezTo>
                    <a:cubicBezTo>
                      <a:pt x="837" y="395"/>
                      <a:pt x="836" y="394"/>
                      <a:pt x="835" y="393"/>
                    </a:cubicBezTo>
                    <a:cubicBezTo>
                      <a:pt x="832" y="391"/>
                      <a:pt x="829" y="388"/>
                      <a:pt x="828" y="385"/>
                    </a:cubicBezTo>
                    <a:cubicBezTo>
                      <a:pt x="828" y="384"/>
                      <a:pt x="827" y="382"/>
                      <a:pt x="828" y="380"/>
                    </a:cubicBezTo>
                    <a:cubicBezTo>
                      <a:pt x="822" y="374"/>
                      <a:pt x="822" y="374"/>
                      <a:pt x="822" y="374"/>
                    </a:cubicBezTo>
                    <a:cubicBezTo>
                      <a:pt x="816" y="377"/>
                      <a:pt x="816" y="377"/>
                      <a:pt x="816" y="377"/>
                    </a:cubicBezTo>
                    <a:cubicBezTo>
                      <a:pt x="811" y="370"/>
                      <a:pt x="811" y="370"/>
                      <a:pt x="811" y="370"/>
                    </a:cubicBezTo>
                    <a:cubicBezTo>
                      <a:pt x="810" y="382"/>
                      <a:pt x="810" y="382"/>
                      <a:pt x="810" y="382"/>
                    </a:cubicBezTo>
                    <a:cubicBezTo>
                      <a:pt x="800" y="383"/>
                      <a:pt x="800" y="383"/>
                      <a:pt x="800" y="383"/>
                    </a:cubicBezTo>
                    <a:cubicBezTo>
                      <a:pt x="796" y="378"/>
                      <a:pt x="796" y="378"/>
                      <a:pt x="796" y="378"/>
                    </a:cubicBezTo>
                    <a:cubicBezTo>
                      <a:pt x="781" y="379"/>
                      <a:pt x="781" y="379"/>
                      <a:pt x="781" y="379"/>
                    </a:cubicBezTo>
                    <a:cubicBezTo>
                      <a:pt x="776" y="378"/>
                      <a:pt x="776" y="378"/>
                      <a:pt x="776" y="378"/>
                    </a:cubicBezTo>
                    <a:cubicBezTo>
                      <a:pt x="775" y="379"/>
                      <a:pt x="775" y="379"/>
                      <a:pt x="775" y="379"/>
                    </a:cubicBezTo>
                    <a:cubicBezTo>
                      <a:pt x="769" y="379"/>
                      <a:pt x="769" y="379"/>
                      <a:pt x="769" y="379"/>
                    </a:cubicBezTo>
                    <a:cubicBezTo>
                      <a:pt x="767" y="375"/>
                      <a:pt x="767" y="375"/>
                      <a:pt x="767" y="375"/>
                    </a:cubicBezTo>
                    <a:cubicBezTo>
                      <a:pt x="765" y="368"/>
                      <a:pt x="765" y="368"/>
                      <a:pt x="765" y="368"/>
                    </a:cubicBezTo>
                    <a:cubicBezTo>
                      <a:pt x="767" y="363"/>
                      <a:pt x="767" y="363"/>
                      <a:pt x="767" y="363"/>
                    </a:cubicBezTo>
                    <a:cubicBezTo>
                      <a:pt x="774" y="353"/>
                      <a:pt x="774" y="353"/>
                      <a:pt x="774" y="353"/>
                    </a:cubicBezTo>
                    <a:cubicBezTo>
                      <a:pt x="776" y="343"/>
                      <a:pt x="776" y="343"/>
                      <a:pt x="776" y="343"/>
                    </a:cubicBezTo>
                    <a:cubicBezTo>
                      <a:pt x="773" y="341"/>
                      <a:pt x="773" y="341"/>
                      <a:pt x="773" y="341"/>
                    </a:cubicBezTo>
                    <a:cubicBezTo>
                      <a:pt x="772" y="335"/>
                      <a:pt x="772" y="335"/>
                      <a:pt x="772" y="335"/>
                    </a:cubicBezTo>
                    <a:cubicBezTo>
                      <a:pt x="768" y="335"/>
                      <a:pt x="768" y="335"/>
                      <a:pt x="768" y="335"/>
                    </a:cubicBezTo>
                    <a:cubicBezTo>
                      <a:pt x="765" y="337"/>
                      <a:pt x="765" y="337"/>
                      <a:pt x="765" y="337"/>
                    </a:cubicBezTo>
                    <a:cubicBezTo>
                      <a:pt x="764" y="338"/>
                      <a:pt x="764" y="338"/>
                      <a:pt x="764" y="338"/>
                    </a:cubicBezTo>
                    <a:cubicBezTo>
                      <a:pt x="757" y="331"/>
                      <a:pt x="757" y="331"/>
                      <a:pt x="757" y="331"/>
                    </a:cubicBezTo>
                    <a:cubicBezTo>
                      <a:pt x="753" y="323"/>
                      <a:pt x="753" y="323"/>
                      <a:pt x="753" y="323"/>
                    </a:cubicBezTo>
                    <a:cubicBezTo>
                      <a:pt x="754" y="314"/>
                      <a:pt x="754" y="314"/>
                      <a:pt x="754" y="314"/>
                    </a:cubicBezTo>
                    <a:cubicBezTo>
                      <a:pt x="748" y="311"/>
                      <a:pt x="748" y="311"/>
                      <a:pt x="748" y="311"/>
                    </a:cubicBezTo>
                    <a:cubicBezTo>
                      <a:pt x="747" y="308"/>
                      <a:pt x="747" y="308"/>
                      <a:pt x="747" y="308"/>
                    </a:cubicBezTo>
                    <a:cubicBezTo>
                      <a:pt x="751" y="303"/>
                      <a:pt x="751" y="303"/>
                      <a:pt x="751" y="303"/>
                    </a:cubicBezTo>
                    <a:cubicBezTo>
                      <a:pt x="751" y="289"/>
                      <a:pt x="751" y="289"/>
                      <a:pt x="751" y="289"/>
                    </a:cubicBezTo>
                    <a:cubicBezTo>
                      <a:pt x="746" y="288"/>
                      <a:pt x="746" y="288"/>
                      <a:pt x="746" y="288"/>
                    </a:cubicBezTo>
                    <a:cubicBezTo>
                      <a:pt x="747" y="279"/>
                      <a:pt x="747" y="279"/>
                      <a:pt x="747" y="279"/>
                    </a:cubicBezTo>
                    <a:cubicBezTo>
                      <a:pt x="734" y="264"/>
                      <a:pt x="734" y="264"/>
                      <a:pt x="734" y="264"/>
                    </a:cubicBezTo>
                    <a:cubicBezTo>
                      <a:pt x="728" y="264"/>
                      <a:pt x="728" y="264"/>
                      <a:pt x="728" y="264"/>
                    </a:cubicBezTo>
                    <a:cubicBezTo>
                      <a:pt x="723" y="270"/>
                      <a:pt x="723" y="270"/>
                      <a:pt x="723" y="270"/>
                    </a:cubicBezTo>
                    <a:cubicBezTo>
                      <a:pt x="717" y="271"/>
                      <a:pt x="717" y="271"/>
                      <a:pt x="717" y="271"/>
                    </a:cubicBezTo>
                    <a:cubicBezTo>
                      <a:pt x="714" y="278"/>
                      <a:pt x="714" y="278"/>
                      <a:pt x="714" y="278"/>
                    </a:cubicBezTo>
                    <a:cubicBezTo>
                      <a:pt x="702" y="279"/>
                      <a:pt x="702" y="279"/>
                      <a:pt x="702" y="279"/>
                    </a:cubicBezTo>
                    <a:cubicBezTo>
                      <a:pt x="701" y="284"/>
                      <a:pt x="701" y="284"/>
                      <a:pt x="701" y="284"/>
                    </a:cubicBezTo>
                    <a:cubicBezTo>
                      <a:pt x="699" y="284"/>
                      <a:pt x="699" y="284"/>
                      <a:pt x="699" y="284"/>
                    </a:cubicBezTo>
                    <a:cubicBezTo>
                      <a:pt x="697" y="289"/>
                      <a:pt x="697" y="289"/>
                      <a:pt x="697" y="289"/>
                    </a:cubicBezTo>
                    <a:cubicBezTo>
                      <a:pt x="698" y="292"/>
                      <a:pt x="698" y="292"/>
                      <a:pt x="698" y="292"/>
                    </a:cubicBezTo>
                    <a:cubicBezTo>
                      <a:pt x="698" y="295"/>
                      <a:pt x="698" y="295"/>
                      <a:pt x="698" y="295"/>
                    </a:cubicBezTo>
                    <a:cubicBezTo>
                      <a:pt x="703" y="301"/>
                      <a:pt x="703" y="301"/>
                      <a:pt x="703" y="301"/>
                    </a:cubicBezTo>
                    <a:cubicBezTo>
                      <a:pt x="700" y="308"/>
                      <a:pt x="700" y="308"/>
                      <a:pt x="700" y="308"/>
                    </a:cubicBezTo>
                    <a:cubicBezTo>
                      <a:pt x="685" y="309"/>
                      <a:pt x="685" y="309"/>
                      <a:pt x="685" y="309"/>
                    </a:cubicBezTo>
                    <a:cubicBezTo>
                      <a:pt x="681" y="314"/>
                      <a:pt x="681" y="314"/>
                      <a:pt x="681" y="314"/>
                    </a:cubicBezTo>
                    <a:cubicBezTo>
                      <a:pt x="680" y="321"/>
                      <a:pt x="680" y="321"/>
                      <a:pt x="680" y="321"/>
                    </a:cubicBezTo>
                    <a:cubicBezTo>
                      <a:pt x="670" y="330"/>
                      <a:pt x="670" y="330"/>
                      <a:pt x="670" y="330"/>
                    </a:cubicBezTo>
                    <a:cubicBezTo>
                      <a:pt x="662" y="328"/>
                      <a:pt x="662" y="328"/>
                      <a:pt x="662" y="328"/>
                    </a:cubicBezTo>
                    <a:cubicBezTo>
                      <a:pt x="658" y="322"/>
                      <a:pt x="658" y="322"/>
                      <a:pt x="658" y="322"/>
                    </a:cubicBezTo>
                    <a:cubicBezTo>
                      <a:pt x="655" y="321"/>
                      <a:pt x="655" y="321"/>
                      <a:pt x="655" y="321"/>
                    </a:cubicBezTo>
                    <a:cubicBezTo>
                      <a:pt x="653" y="316"/>
                      <a:pt x="653" y="316"/>
                      <a:pt x="653" y="316"/>
                    </a:cubicBezTo>
                    <a:cubicBezTo>
                      <a:pt x="646" y="316"/>
                      <a:pt x="646" y="316"/>
                      <a:pt x="646" y="316"/>
                    </a:cubicBezTo>
                    <a:cubicBezTo>
                      <a:pt x="642" y="320"/>
                      <a:pt x="642" y="320"/>
                      <a:pt x="642" y="320"/>
                    </a:cubicBezTo>
                    <a:cubicBezTo>
                      <a:pt x="638" y="320"/>
                      <a:pt x="638" y="320"/>
                      <a:pt x="638" y="320"/>
                    </a:cubicBezTo>
                    <a:cubicBezTo>
                      <a:pt x="636" y="317"/>
                      <a:pt x="636" y="317"/>
                      <a:pt x="636" y="317"/>
                    </a:cubicBezTo>
                    <a:cubicBezTo>
                      <a:pt x="628" y="317"/>
                      <a:pt x="628" y="317"/>
                      <a:pt x="628" y="317"/>
                    </a:cubicBezTo>
                    <a:cubicBezTo>
                      <a:pt x="620" y="307"/>
                      <a:pt x="620" y="307"/>
                      <a:pt x="620" y="307"/>
                    </a:cubicBezTo>
                    <a:cubicBezTo>
                      <a:pt x="620" y="298"/>
                      <a:pt x="620" y="298"/>
                      <a:pt x="620" y="298"/>
                    </a:cubicBezTo>
                    <a:cubicBezTo>
                      <a:pt x="616" y="290"/>
                      <a:pt x="616" y="290"/>
                      <a:pt x="616" y="290"/>
                    </a:cubicBezTo>
                    <a:cubicBezTo>
                      <a:pt x="608" y="290"/>
                      <a:pt x="608" y="290"/>
                      <a:pt x="608" y="290"/>
                    </a:cubicBezTo>
                    <a:cubicBezTo>
                      <a:pt x="606" y="285"/>
                      <a:pt x="606" y="285"/>
                      <a:pt x="606" y="285"/>
                    </a:cubicBezTo>
                    <a:cubicBezTo>
                      <a:pt x="595" y="285"/>
                      <a:pt x="595" y="285"/>
                      <a:pt x="595" y="285"/>
                    </a:cubicBezTo>
                    <a:cubicBezTo>
                      <a:pt x="591" y="282"/>
                      <a:pt x="591" y="282"/>
                      <a:pt x="591" y="282"/>
                    </a:cubicBezTo>
                    <a:cubicBezTo>
                      <a:pt x="590" y="276"/>
                      <a:pt x="590" y="276"/>
                      <a:pt x="590" y="276"/>
                    </a:cubicBezTo>
                    <a:cubicBezTo>
                      <a:pt x="593" y="269"/>
                      <a:pt x="593" y="269"/>
                      <a:pt x="593" y="269"/>
                    </a:cubicBezTo>
                    <a:cubicBezTo>
                      <a:pt x="593" y="258"/>
                      <a:pt x="593" y="258"/>
                      <a:pt x="593" y="258"/>
                    </a:cubicBezTo>
                    <a:cubicBezTo>
                      <a:pt x="582" y="254"/>
                      <a:pt x="582" y="254"/>
                      <a:pt x="582" y="254"/>
                    </a:cubicBezTo>
                    <a:cubicBezTo>
                      <a:pt x="581" y="245"/>
                      <a:pt x="581" y="245"/>
                      <a:pt x="581" y="245"/>
                    </a:cubicBezTo>
                    <a:cubicBezTo>
                      <a:pt x="578" y="236"/>
                      <a:pt x="578" y="236"/>
                      <a:pt x="578" y="236"/>
                    </a:cubicBezTo>
                    <a:cubicBezTo>
                      <a:pt x="570" y="232"/>
                      <a:pt x="570" y="232"/>
                      <a:pt x="570" y="232"/>
                    </a:cubicBezTo>
                    <a:cubicBezTo>
                      <a:pt x="568" y="221"/>
                      <a:pt x="568" y="221"/>
                      <a:pt x="568" y="221"/>
                    </a:cubicBezTo>
                    <a:cubicBezTo>
                      <a:pt x="560" y="214"/>
                      <a:pt x="560" y="214"/>
                      <a:pt x="560" y="214"/>
                    </a:cubicBezTo>
                    <a:cubicBezTo>
                      <a:pt x="560" y="202"/>
                      <a:pt x="560" y="202"/>
                      <a:pt x="560" y="202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91" y="188"/>
                      <a:pt x="591" y="188"/>
                      <a:pt x="591" y="188"/>
                    </a:cubicBezTo>
                    <a:cubicBezTo>
                      <a:pt x="598" y="190"/>
                      <a:pt x="598" y="190"/>
                      <a:pt x="598" y="190"/>
                    </a:cubicBezTo>
                    <a:cubicBezTo>
                      <a:pt x="599" y="194"/>
                      <a:pt x="599" y="194"/>
                      <a:pt x="599" y="194"/>
                    </a:cubicBezTo>
                    <a:cubicBezTo>
                      <a:pt x="616" y="199"/>
                      <a:pt x="616" y="199"/>
                      <a:pt x="616" y="199"/>
                    </a:cubicBezTo>
                    <a:cubicBezTo>
                      <a:pt x="626" y="188"/>
                      <a:pt x="626" y="188"/>
                      <a:pt x="626" y="188"/>
                    </a:cubicBezTo>
                    <a:cubicBezTo>
                      <a:pt x="640" y="188"/>
                      <a:pt x="640" y="188"/>
                      <a:pt x="640" y="188"/>
                    </a:cubicBezTo>
                    <a:cubicBezTo>
                      <a:pt x="646" y="184"/>
                      <a:pt x="646" y="184"/>
                      <a:pt x="646" y="184"/>
                    </a:cubicBezTo>
                    <a:cubicBezTo>
                      <a:pt x="643" y="181"/>
                      <a:pt x="643" y="181"/>
                      <a:pt x="643" y="181"/>
                    </a:cubicBezTo>
                    <a:cubicBezTo>
                      <a:pt x="633" y="181"/>
                      <a:pt x="633" y="181"/>
                      <a:pt x="633" y="181"/>
                    </a:cubicBezTo>
                    <a:cubicBezTo>
                      <a:pt x="629" y="175"/>
                      <a:pt x="629" y="175"/>
                      <a:pt x="629" y="175"/>
                    </a:cubicBezTo>
                    <a:cubicBezTo>
                      <a:pt x="621" y="173"/>
                      <a:pt x="621" y="173"/>
                      <a:pt x="621" y="173"/>
                    </a:cubicBezTo>
                    <a:cubicBezTo>
                      <a:pt x="620" y="167"/>
                      <a:pt x="620" y="167"/>
                      <a:pt x="620" y="167"/>
                    </a:cubicBezTo>
                    <a:cubicBezTo>
                      <a:pt x="616" y="163"/>
                      <a:pt x="616" y="163"/>
                      <a:pt x="616" y="163"/>
                    </a:cubicBezTo>
                    <a:cubicBezTo>
                      <a:pt x="617" y="153"/>
                      <a:pt x="617" y="153"/>
                      <a:pt x="617" y="153"/>
                    </a:cubicBezTo>
                    <a:cubicBezTo>
                      <a:pt x="624" y="153"/>
                      <a:pt x="624" y="153"/>
                      <a:pt x="624" y="153"/>
                    </a:cubicBezTo>
                    <a:cubicBezTo>
                      <a:pt x="631" y="146"/>
                      <a:pt x="631" y="146"/>
                      <a:pt x="631" y="146"/>
                    </a:cubicBezTo>
                    <a:cubicBezTo>
                      <a:pt x="635" y="146"/>
                      <a:pt x="635" y="146"/>
                      <a:pt x="635" y="146"/>
                    </a:cubicBezTo>
                    <a:cubicBezTo>
                      <a:pt x="637" y="156"/>
                      <a:pt x="637" y="156"/>
                      <a:pt x="637" y="156"/>
                    </a:cubicBezTo>
                    <a:cubicBezTo>
                      <a:pt x="644" y="159"/>
                      <a:pt x="644" y="159"/>
                      <a:pt x="644" y="159"/>
                    </a:cubicBezTo>
                    <a:cubicBezTo>
                      <a:pt x="647" y="155"/>
                      <a:pt x="647" y="155"/>
                      <a:pt x="647" y="155"/>
                    </a:cubicBezTo>
                    <a:cubicBezTo>
                      <a:pt x="656" y="154"/>
                      <a:pt x="656" y="154"/>
                      <a:pt x="656" y="154"/>
                    </a:cubicBezTo>
                    <a:cubicBezTo>
                      <a:pt x="662" y="151"/>
                      <a:pt x="662" y="151"/>
                      <a:pt x="662" y="151"/>
                    </a:cubicBezTo>
                    <a:cubicBezTo>
                      <a:pt x="669" y="158"/>
                      <a:pt x="669" y="158"/>
                      <a:pt x="669" y="158"/>
                    </a:cubicBezTo>
                    <a:cubicBezTo>
                      <a:pt x="675" y="159"/>
                      <a:pt x="675" y="159"/>
                      <a:pt x="675" y="159"/>
                    </a:cubicBezTo>
                    <a:cubicBezTo>
                      <a:pt x="679" y="157"/>
                      <a:pt x="679" y="157"/>
                      <a:pt x="679" y="157"/>
                    </a:cubicBezTo>
                    <a:cubicBezTo>
                      <a:pt x="679" y="147"/>
                      <a:pt x="679" y="147"/>
                      <a:pt x="679" y="147"/>
                    </a:cubicBezTo>
                    <a:cubicBezTo>
                      <a:pt x="683" y="143"/>
                      <a:pt x="683" y="143"/>
                      <a:pt x="683" y="143"/>
                    </a:cubicBezTo>
                    <a:cubicBezTo>
                      <a:pt x="690" y="143"/>
                      <a:pt x="690" y="143"/>
                      <a:pt x="690" y="143"/>
                    </a:cubicBezTo>
                    <a:cubicBezTo>
                      <a:pt x="702" y="132"/>
                      <a:pt x="702" y="132"/>
                      <a:pt x="702" y="132"/>
                    </a:cubicBezTo>
                    <a:cubicBezTo>
                      <a:pt x="702" y="124"/>
                      <a:pt x="702" y="124"/>
                      <a:pt x="702" y="124"/>
                    </a:cubicBezTo>
                    <a:cubicBezTo>
                      <a:pt x="705" y="121"/>
                      <a:pt x="705" y="121"/>
                      <a:pt x="705" y="121"/>
                    </a:cubicBezTo>
                    <a:cubicBezTo>
                      <a:pt x="704" y="119"/>
                      <a:pt x="704" y="119"/>
                      <a:pt x="704" y="119"/>
                    </a:cubicBezTo>
                    <a:cubicBezTo>
                      <a:pt x="706" y="114"/>
                      <a:pt x="706" y="114"/>
                      <a:pt x="706" y="114"/>
                    </a:cubicBezTo>
                    <a:cubicBezTo>
                      <a:pt x="714" y="114"/>
                      <a:pt x="714" y="114"/>
                      <a:pt x="714" y="114"/>
                    </a:cubicBezTo>
                    <a:cubicBezTo>
                      <a:pt x="714" y="108"/>
                      <a:pt x="714" y="108"/>
                      <a:pt x="714" y="108"/>
                    </a:cubicBezTo>
                    <a:cubicBezTo>
                      <a:pt x="717" y="103"/>
                      <a:pt x="717" y="103"/>
                      <a:pt x="717" y="103"/>
                    </a:cubicBezTo>
                    <a:cubicBezTo>
                      <a:pt x="717" y="97"/>
                      <a:pt x="717" y="97"/>
                      <a:pt x="717" y="97"/>
                    </a:cubicBezTo>
                    <a:cubicBezTo>
                      <a:pt x="732" y="89"/>
                      <a:pt x="732" y="89"/>
                      <a:pt x="732" y="89"/>
                    </a:cubicBezTo>
                    <a:cubicBezTo>
                      <a:pt x="739" y="91"/>
                      <a:pt x="739" y="91"/>
                      <a:pt x="739" y="91"/>
                    </a:cubicBezTo>
                    <a:cubicBezTo>
                      <a:pt x="744" y="89"/>
                      <a:pt x="744" y="89"/>
                      <a:pt x="744" y="89"/>
                    </a:cubicBezTo>
                    <a:cubicBezTo>
                      <a:pt x="743" y="87"/>
                      <a:pt x="745" y="85"/>
                      <a:pt x="746" y="84"/>
                    </a:cubicBezTo>
                    <a:cubicBezTo>
                      <a:pt x="747" y="83"/>
                      <a:pt x="749" y="82"/>
                      <a:pt x="750" y="81"/>
                    </a:cubicBezTo>
                    <a:cubicBezTo>
                      <a:pt x="752" y="80"/>
                      <a:pt x="754" y="79"/>
                      <a:pt x="756" y="78"/>
                    </a:cubicBezTo>
                    <a:cubicBezTo>
                      <a:pt x="757" y="77"/>
                      <a:pt x="757" y="77"/>
                      <a:pt x="758" y="76"/>
                    </a:cubicBezTo>
                    <a:cubicBezTo>
                      <a:pt x="759" y="76"/>
                      <a:pt x="760" y="75"/>
                      <a:pt x="761" y="75"/>
                    </a:cubicBezTo>
                    <a:cubicBezTo>
                      <a:pt x="764" y="72"/>
                      <a:pt x="768" y="71"/>
                      <a:pt x="773" y="70"/>
                    </a:cubicBezTo>
                    <a:cubicBezTo>
                      <a:pt x="778" y="69"/>
                      <a:pt x="784" y="68"/>
                      <a:pt x="789" y="67"/>
                    </a:cubicBezTo>
                    <a:cubicBezTo>
                      <a:pt x="792" y="66"/>
                      <a:pt x="794" y="66"/>
                      <a:pt x="797" y="65"/>
                    </a:cubicBezTo>
                    <a:cubicBezTo>
                      <a:pt x="799" y="65"/>
                      <a:pt x="801" y="65"/>
                      <a:pt x="803" y="64"/>
                    </a:cubicBezTo>
                    <a:cubicBezTo>
                      <a:pt x="806" y="62"/>
                      <a:pt x="807" y="58"/>
                      <a:pt x="805" y="55"/>
                    </a:cubicBezTo>
                    <a:cubicBezTo>
                      <a:pt x="804" y="53"/>
                      <a:pt x="802" y="52"/>
                      <a:pt x="800" y="51"/>
                    </a:cubicBezTo>
                    <a:cubicBezTo>
                      <a:pt x="798" y="49"/>
                      <a:pt x="796" y="47"/>
                      <a:pt x="794" y="46"/>
                    </a:cubicBezTo>
                    <a:cubicBezTo>
                      <a:pt x="791" y="43"/>
                      <a:pt x="788" y="41"/>
                      <a:pt x="785" y="39"/>
                    </a:cubicBezTo>
                    <a:cubicBezTo>
                      <a:pt x="783" y="38"/>
                      <a:pt x="780" y="36"/>
                      <a:pt x="778" y="34"/>
                    </a:cubicBezTo>
                    <a:cubicBezTo>
                      <a:pt x="777" y="32"/>
                      <a:pt x="777" y="29"/>
                      <a:pt x="777" y="26"/>
                    </a:cubicBezTo>
                    <a:cubicBezTo>
                      <a:pt x="777" y="23"/>
                      <a:pt x="777" y="20"/>
                      <a:pt x="775" y="18"/>
                    </a:cubicBezTo>
                    <a:cubicBezTo>
                      <a:pt x="773" y="16"/>
                      <a:pt x="770" y="16"/>
                      <a:pt x="767" y="14"/>
                    </a:cubicBezTo>
                    <a:cubicBezTo>
                      <a:pt x="764" y="13"/>
                      <a:pt x="762" y="11"/>
                      <a:pt x="759" y="9"/>
                    </a:cubicBezTo>
                    <a:cubicBezTo>
                      <a:pt x="757" y="7"/>
                      <a:pt x="754" y="5"/>
                      <a:pt x="752" y="3"/>
                    </a:cubicBezTo>
                    <a:cubicBezTo>
                      <a:pt x="751" y="2"/>
                      <a:pt x="748" y="0"/>
                      <a:pt x="747" y="2"/>
                    </a:cubicBezTo>
                    <a:cubicBezTo>
                      <a:pt x="746" y="2"/>
                      <a:pt x="746" y="3"/>
                      <a:pt x="747" y="4"/>
                    </a:cubicBezTo>
                    <a:cubicBezTo>
                      <a:pt x="747" y="5"/>
                      <a:pt x="747" y="6"/>
                      <a:pt x="748" y="7"/>
                    </a:cubicBezTo>
                    <a:cubicBezTo>
                      <a:pt x="748" y="8"/>
                      <a:pt x="748" y="9"/>
                      <a:pt x="749" y="10"/>
                    </a:cubicBezTo>
                    <a:cubicBezTo>
                      <a:pt x="749" y="12"/>
                      <a:pt x="750" y="14"/>
                      <a:pt x="750" y="16"/>
                    </a:cubicBezTo>
                    <a:cubicBezTo>
                      <a:pt x="751" y="17"/>
                      <a:pt x="751" y="17"/>
                      <a:pt x="751" y="18"/>
                    </a:cubicBezTo>
                    <a:cubicBezTo>
                      <a:pt x="751" y="19"/>
                      <a:pt x="752" y="20"/>
                      <a:pt x="752" y="20"/>
                    </a:cubicBezTo>
                    <a:cubicBezTo>
                      <a:pt x="754" y="22"/>
                      <a:pt x="757" y="23"/>
                      <a:pt x="758" y="25"/>
                    </a:cubicBezTo>
                    <a:cubicBezTo>
                      <a:pt x="760" y="27"/>
                      <a:pt x="760" y="30"/>
                      <a:pt x="759" y="32"/>
                    </a:cubicBezTo>
                    <a:cubicBezTo>
                      <a:pt x="759" y="33"/>
                      <a:pt x="758" y="34"/>
                      <a:pt x="757" y="34"/>
                    </a:cubicBezTo>
                    <a:cubicBezTo>
                      <a:pt x="756" y="34"/>
                      <a:pt x="755" y="33"/>
                      <a:pt x="755" y="33"/>
                    </a:cubicBezTo>
                    <a:cubicBezTo>
                      <a:pt x="753" y="30"/>
                      <a:pt x="753" y="27"/>
                      <a:pt x="752" y="24"/>
                    </a:cubicBezTo>
                    <a:cubicBezTo>
                      <a:pt x="751" y="22"/>
                      <a:pt x="750" y="20"/>
                      <a:pt x="748" y="20"/>
                    </a:cubicBezTo>
                    <a:cubicBezTo>
                      <a:pt x="746" y="20"/>
                      <a:pt x="744" y="21"/>
                      <a:pt x="742" y="22"/>
                    </a:cubicBezTo>
                    <a:cubicBezTo>
                      <a:pt x="741" y="24"/>
                      <a:pt x="740" y="25"/>
                      <a:pt x="738" y="25"/>
                    </a:cubicBezTo>
                    <a:cubicBezTo>
                      <a:pt x="736" y="26"/>
                      <a:pt x="734" y="24"/>
                      <a:pt x="732" y="23"/>
                    </a:cubicBezTo>
                    <a:cubicBezTo>
                      <a:pt x="730" y="22"/>
                      <a:pt x="727" y="21"/>
                      <a:pt x="725" y="20"/>
                    </a:cubicBezTo>
                    <a:cubicBezTo>
                      <a:pt x="723" y="20"/>
                      <a:pt x="722" y="22"/>
                      <a:pt x="721" y="23"/>
                    </a:cubicBezTo>
                    <a:cubicBezTo>
                      <a:pt x="720" y="25"/>
                      <a:pt x="718" y="27"/>
                      <a:pt x="717" y="29"/>
                    </a:cubicBezTo>
                    <a:cubicBezTo>
                      <a:pt x="715" y="31"/>
                      <a:pt x="714" y="33"/>
                      <a:pt x="712" y="36"/>
                    </a:cubicBezTo>
                    <a:cubicBezTo>
                      <a:pt x="711" y="38"/>
                      <a:pt x="711" y="40"/>
                      <a:pt x="711" y="42"/>
                    </a:cubicBezTo>
                    <a:cubicBezTo>
                      <a:pt x="711" y="44"/>
                      <a:pt x="712" y="47"/>
                      <a:pt x="713" y="49"/>
                    </a:cubicBezTo>
                    <a:cubicBezTo>
                      <a:pt x="714" y="52"/>
                      <a:pt x="715" y="55"/>
                      <a:pt x="716" y="58"/>
                    </a:cubicBezTo>
                    <a:cubicBezTo>
                      <a:pt x="717" y="60"/>
                      <a:pt x="718" y="63"/>
                      <a:pt x="717" y="66"/>
                    </a:cubicBezTo>
                    <a:cubicBezTo>
                      <a:pt x="716" y="68"/>
                      <a:pt x="715" y="71"/>
                      <a:pt x="714" y="73"/>
                    </a:cubicBezTo>
                    <a:cubicBezTo>
                      <a:pt x="714" y="74"/>
                      <a:pt x="713" y="75"/>
                      <a:pt x="713" y="76"/>
                    </a:cubicBezTo>
                    <a:cubicBezTo>
                      <a:pt x="713" y="76"/>
                      <a:pt x="713" y="77"/>
                      <a:pt x="713" y="77"/>
                    </a:cubicBezTo>
                    <a:cubicBezTo>
                      <a:pt x="713" y="77"/>
                      <a:pt x="712" y="76"/>
                      <a:pt x="712" y="76"/>
                    </a:cubicBezTo>
                    <a:cubicBezTo>
                      <a:pt x="711" y="75"/>
                      <a:pt x="710" y="75"/>
                      <a:pt x="709" y="74"/>
                    </a:cubicBezTo>
                    <a:cubicBezTo>
                      <a:pt x="708" y="73"/>
                      <a:pt x="705" y="71"/>
                      <a:pt x="703" y="72"/>
                    </a:cubicBezTo>
                    <a:cubicBezTo>
                      <a:pt x="702" y="74"/>
                      <a:pt x="703" y="77"/>
                      <a:pt x="704" y="78"/>
                    </a:cubicBezTo>
                    <a:cubicBezTo>
                      <a:pt x="704" y="80"/>
                      <a:pt x="705" y="82"/>
                      <a:pt x="704" y="84"/>
                    </a:cubicBezTo>
                    <a:cubicBezTo>
                      <a:pt x="703" y="85"/>
                      <a:pt x="701" y="86"/>
                      <a:pt x="699" y="87"/>
                    </a:cubicBezTo>
                    <a:cubicBezTo>
                      <a:pt x="697" y="87"/>
                      <a:pt x="695" y="88"/>
                      <a:pt x="693" y="89"/>
                    </a:cubicBezTo>
                    <a:cubicBezTo>
                      <a:pt x="691" y="90"/>
                      <a:pt x="689" y="92"/>
                      <a:pt x="687" y="94"/>
                    </a:cubicBezTo>
                    <a:cubicBezTo>
                      <a:pt x="685" y="95"/>
                      <a:pt x="683" y="97"/>
                      <a:pt x="681" y="97"/>
                    </a:cubicBezTo>
                    <a:cubicBezTo>
                      <a:pt x="679" y="97"/>
                      <a:pt x="679" y="94"/>
                      <a:pt x="680" y="93"/>
                    </a:cubicBezTo>
                    <a:cubicBezTo>
                      <a:pt x="681" y="90"/>
                      <a:pt x="684" y="88"/>
                      <a:pt x="687" y="87"/>
                    </a:cubicBezTo>
                    <a:cubicBezTo>
                      <a:pt x="688" y="86"/>
                      <a:pt x="690" y="85"/>
                      <a:pt x="692" y="85"/>
                    </a:cubicBezTo>
                    <a:cubicBezTo>
                      <a:pt x="693" y="84"/>
                      <a:pt x="695" y="83"/>
                      <a:pt x="695" y="82"/>
                    </a:cubicBezTo>
                    <a:cubicBezTo>
                      <a:pt x="697" y="80"/>
                      <a:pt x="694" y="79"/>
                      <a:pt x="693" y="78"/>
                    </a:cubicBezTo>
                    <a:cubicBezTo>
                      <a:pt x="692" y="77"/>
                      <a:pt x="691" y="77"/>
                      <a:pt x="690" y="77"/>
                    </a:cubicBezTo>
                    <a:cubicBezTo>
                      <a:pt x="689" y="76"/>
                      <a:pt x="688" y="76"/>
                      <a:pt x="688" y="75"/>
                    </a:cubicBezTo>
                    <a:cubicBezTo>
                      <a:pt x="688" y="75"/>
                      <a:pt x="689" y="74"/>
                      <a:pt x="690" y="73"/>
                    </a:cubicBezTo>
                    <a:cubicBezTo>
                      <a:pt x="691" y="73"/>
                      <a:pt x="692" y="72"/>
                      <a:pt x="693" y="71"/>
                    </a:cubicBezTo>
                    <a:cubicBezTo>
                      <a:pt x="695" y="70"/>
                      <a:pt x="698" y="69"/>
                      <a:pt x="700" y="68"/>
                    </a:cubicBezTo>
                    <a:cubicBezTo>
                      <a:pt x="702" y="67"/>
                      <a:pt x="704" y="67"/>
                      <a:pt x="706" y="65"/>
                    </a:cubicBezTo>
                    <a:cubicBezTo>
                      <a:pt x="707" y="64"/>
                      <a:pt x="709" y="62"/>
                      <a:pt x="709" y="59"/>
                    </a:cubicBezTo>
                    <a:cubicBezTo>
                      <a:pt x="709" y="57"/>
                      <a:pt x="708" y="55"/>
                      <a:pt x="707" y="54"/>
                    </a:cubicBezTo>
                    <a:cubicBezTo>
                      <a:pt x="705" y="49"/>
                      <a:pt x="703" y="45"/>
                      <a:pt x="702" y="40"/>
                    </a:cubicBezTo>
                    <a:cubicBezTo>
                      <a:pt x="701" y="38"/>
                      <a:pt x="701" y="36"/>
                      <a:pt x="701" y="35"/>
                    </a:cubicBezTo>
                    <a:cubicBezTo>
                      <a:pt x="701" y="34"/>
                      <a:pt x="701" y="32"/>
                      <a:pt x="702" y="31"/>
                    </a:cubicBezTo>
                    <a:cubicBezTo>
                      <a:pt x="702" y="30"/>
                      <a:pt x="702" y="30"/>
                      <a:pt x="702" y="29"/>
                    </a:cubicBezTo>
                    <a:cubicBezTo>
                      <a:pt x="702" y="28"/>
                      <a:pt x="702" y="27"/>
                      <a:pt x="703" y="26"/>
                    </a:cubicBezTo>
                    <a:cubicBezTo>
                      <a:pt x="704" y="25"/>
                      <a:pt x="704" y="23"/>
                      <a:pt x="703" y="22"/>
                    </a:cubicBezTo>
                    <a:cubicBezTo>
                      <a:pt x="702" y="19"/>
                      <a:pt x="699" y="18"/>
                      <a:pt x="697" y="18"/>
                    </a:cubicBezTo>
                    <a:cubicBezTo>
                      <a:pt x="695" y="18"/>
                      <a:pt x="694" y="20"/>
                      <a:pt x="693" y="21"/>
                    </a:cubicBezTo>
                    <a:cubicBezTo>
                      <a:pt x="692" y="22"/>
                      <a:pt x="690" y="23"/>
                      <a:pt x="689" y="22"/>
                    </a:cubicBezTo>
                    <a:cubicBezTo>
                      <a:pt x="687" y="21"/>
                      <a:pt x="686" y="19"/>
                      <a:pt x="684" y="20"/>
                    </a:cubicBezTo>
                    <a:cubicBezTo>
                      <a:pt x="683" y="21"/>
                      <a:pt x="683" y="21"/>
                      <a:pt x="682" y="22"/>
                    </a:cubicBezTo>
                    <a:cubicBezTo>
                      <a:pt x="682" y="22"/>
                      <a:pt x="681" y="23"/>
                      <a:pt x="680" y="23"/>
                    </a:cubicBezTo>
                    <a:cubicBezTo>
                      <a:pt x="679" y="23"/>
                      <a:pt x="678" y="24"/>
                      <a:pt x="677" y="25"/>
                    </a:cubicBezTo>
                    <a:cubicBezTo>
                      <a:pt x="676" y="25"/>
                      <a:pt x="676" y="27"/>
                      <a:pt x="676" y="28"/>
                    </a:cubicBezTo>
                    <a:cubicBezTo>
                      <a:pt x="675" y="29"/>
                      <a:pt x="675" y="31"/>
                      <a:pt x="675" y="32"/>
                    </a:cubicBezTo>
                    <a:cubicBezTo>
                      <a:pt x="675" y="33"/>
                      <a:pt x="676" y="34"/>
                      <a:pt x="677" y="34"/>
                    </a:cubicBezTo>
                    <a:cubicBezTo>
                      <a:pt x="678" y="35"/>
                      <a:pt x="679" y="35"/>
                      <a:pt x="679" y="36"/>
                    </a:cubicBezTo>
                    <a:cubicBezTo>
                      <a:pt x="680" y="36"/>
                      <a:pt x="681" y="38"/>
                      <a:pt x="681" y="39"/>
                    </a:cubicBezTo>
                    <a:cubicBezTo>
                      <a:pt x="682" y="40"/>
                      <a:pt x="682" y="41"/>
                      <a:pt x="683" y="42"/>
                    </a:cubicBezTo>
                    <a:cubicBezTo>
                      <a:pt x="684" y="42"/>
                      <a:pt x="685" y="40"/>
                      <a:pt x="685" y="39"/>
                    </a:cubicBezTo>
                    <a:cubicBezTo>
                      <a:pt x="685" y="38"/>
                      <a:pt x="685" y="37"/>
                      <a:pt x="685" y="36"/>
                    </a:cubicBezTo>
                    <a:cubicBezTo>
                      <a:pt x="684" y="34"/>
                      <a:pt x="684" y="32"/>
                      <a:pt x="684" y="30"/>
                    </a:cubicBezTo>
                    <a:cubicBezTo>
                      <a:pt x="685" y="29"/>
                      <a:pt x="685" y="28"/>
                      <a:pt x="685" y="27"/>
                    </a:cubicBezTo>
                    <a:cubicBezTo>
                      <a:pt x="685" y="26"/>
                      <a:pt x="686" y="25"/>
                      <a:pt x="686" y="25"/>
                    </a:cubicBezTo>
                    <a:cubicBezTo>
                      <a:pt x="687" y="25"/>
                      <a:pt x="688" y="28"/>
                      <a:pt x="688" y="28"/>
                    </a:cubicBezTo>
                    <a:cubicBezTo>
                      <a:pt x="688" y="30"/>
                      <a:pt x="688" y="31"/>
                      <a:pt x="688" y="32"/>
                    </a:cubicBezTo>
                    <a:cubicBezTo>
                      <a:pt x="687" y="33"/>
                      <a:pt x="687" y="34"/>
                      <a:pt x="687" y="35"/>
                    </a:cubicBezTo>
                    <a:cubicBezTo>
                      <a:pt x="687" y="36"/>
                      <a:pt x="686" y="38"/>
                      <a:pt x="686" y="39"/>
                    </a:cubicBezTo>
                    <a:cubicBezTo>
                      <a:pt x="686" y="40"/>
                      <a:pt x="686" y="42"/>
                      <a:pt x="687" y="43"/>
                    </a:cubicBezTo>
                    <a:cubicBezTo>
                      <a:pt x="687" y="43"/>
                      <a:pt x="687" y="44"/>
                      <a:pt x="688" y="44"/>
                    </a:cubicBezTo>
                    <a:cubicBezTo>
                      <a:pt x="688" y="45"/>
                      <a:pt x="688" y="46"/>
                      <a:pt x="688" y="47"/>
                    </a:cubicBezTo>
                    <a:cubicBezTo>
                      <a:pt x="687" y="49"/>
                      <a:pt x="687" y="52"/>
                      <a:pt x="686" y="54"/>
                    </a:cubicBezTo>
                    <a:cubicBezTo>
                      <a:pt x="685" y="55"/>
                      <a:pt x="683" y="56"/>
                      <a:pt x="682" y="55"/>
                    </a:cubicBezTo>
                    <a:cubicBezTo>
                      <a:pt x="680" y="53"/>
                      <a:pt x="681" y="51"/>
                      <a:pt x="681" y="49"/>
                    </a:cubicBezTo>
                    <a:cubicBezTo>
                      <a:pt x="682" y="47"/>
                      <a:pt x="683" y="45"/>
                      <a:pt x="681" y="44"/>
                    </a:cubicBezTo>
                    <a:cubicBezTo>
                      <a:pt x="681" y="43"/>
                      <a:pt x="680" y="42"/>
                      <a:pt x="680" y="41"/>
                    </a:cubicBezTo>
                    <a:cubicBezTo>
                      <a:pt x="679" y="40"/>
                      <a:pt x="678" y="40"/>
                      <a:pt x="678" y="39"/>
                    </a:cubicBezTo>
                    <a:cubicBezTo>
                      <a:pt x="677" y="38"/>
                      <a:pt x="676" y="38"/>
                      <a:pt x="675" y="38"/>
                    </a:cubicBezTo>
                    <a:cubicBezTo>
                      <a:pt x="674" y="37"/>
                      <a:pt x="673" y="37"/>
                      <a:pt x="673" y="36"/>
                    </a:cubicBezTo>
                    <a:cubicBezTo>
                      <a:pt x="672" y="36"/>
                      <a:pt x="672" y="35"/>
                      <a:pt x="672" y="34"/>
                    </a:cubicBezTo>
                    <a:cubicBezTo>
                      <a:pt x="672" y="33"/>
                      <a:pt x="672" y="32"/>
                      <a:pt x="672" y="30"/>
                    </a:cubicBezTo>
                    <a:cubicBezTo>
                      <a:pt x="672" y="28"/>
                      <a:pt x="672" y="26"/>
                      <a:pt x="674" y="24"/>
                    </a:cubicBezTo>
                    <a:cubicBezTo>
                      <a:pt x="675" y="23"/>
                      <a:pt x="678" y="23"/>
                      <a:pt x="678" y="20"/>
                    </a:cubicBezTo>
                    <a:cubicBezTo>
                      <a:pt x="677" y="18"/>
                      <a:pt x="674" y="19"/>
                      <a:pt x="673" y="19"/>
                    </a:cubicBezTo>
                    <a:cubicBezTo>
                      <a:pt x="672" y="19"/>
                      <a:pt x="672" y="20"/>
                      <a:pt x="671" y="20"/>
                    </a:cubicBezTo>
                    <a:cubicBezTo>
                      <a:pt x="670" y="20"/>
                      <a:pt x="670" y="21"/>
                      <a:pt x="669" y="21"/>
                    </a:cubicBezTo>
                    <a:cubicBezTo>
                      <a:pt x="668" y="22"/>
                      <a:pt x="667" y="21"/>
                      <a:pt x="666" y="21"/>
                    </a:cubicBezTo>
                    <a:cubicBezTo>
                      <a:pt x="665" y="21"/>
                      <a:pt x="663" y="21"/>
                      <a:pt x="662" y="22"/>
                    </a:cubicBezTo>
                    <a:cubicBezTo>
                      <a:pt x="660" y="22"/>
                      <a:pt x="659" y="26"/>
                      <a:pt x="661" y="27"/>
                    </a:cubicBezTo>
                    <a:cubicBezTo>
                      <a:pt x="662" y="27"/>
                      <a:pt x="663" y="28"/>
                      <a:pt x="664" y="28"/>
                    </a:cubicBezTo>
                    <a:cubicBezTo>
                      <a:pt x="665" y="29"/>
                      <a:pt x="665" y="30"/>
                      <a:pt x="666" y="31"/>
                    </a:cubicBezTo>
                    <a:cubicBezTo>
                      <a:pt x="666" y="33"/>
                      <a:pt x="666" y="37"/>
                      <a:pt x="664" y="38"/>
                    </a:cubicBezTo>
                    <a:cubicBezTo>
                      <a:pt x="663" y="39"/>
                      <a:pt x="662" y="39"/>
                      <a:pt x="662" y="40"/>
                    </a:cubicBezTo>
                    <a:cubicBezTo>
                      <a:pt x="661" y="41"/>
                      <a:pt x="661" y="42"/>
                      <a:pt x="660" y="43"/>
                    </a:cubicBezTo>
                    <a:cubicBezTo>
                      <a:pt x="659" y="43"/>
                      <a:pt x="658" y="43"/>
                      <a:pt x="657" y="43"/>
                    </a:cubicBezTo>
                    <a:cubicBezTo>
                      <a:pt x="656" y="42"/>
                      <a:pt x="657" y="42"/>
                      <a:pt x="657" y="41"/>
                    </a:cubicBezTo>
                    <a:cubicBezTo>
                      <a:pt x="658" y="40"/>
                      <a:pt x="659" y="39"/>
                      <a:pt x="659" y="38"/>
                    </a:cubicBezTo>
                    <a:cubicBezTo>
                      <a:pt x="659" y="37"/>
                      <a:pt x="659" y="36"/>
                      <a:pt x="658" y="36"/>
                    </a:cubicBezTo>
                    <a:cubicBezTo>
                      <a:pt x="657" y="35"/>
                      <a:pt x="657" y="35"/>
                      <a:pt x="657" y="34"/>
                    </a:cubicBezTo>
                    <a:cubicBezTo>
                      <a:pt x="657" y="33"/>
                      <a:pt x="657" y="33"/>
                      <a:pt x="657" y="32"/>
                    </a:cubicBezTo>
                    <a:cubicBezTo>
                      <a:pt x="657" y="31"/>
                      <a:pt x="656" y="30"/>
                      <a:pt x="655" y="30"/>
                    </a:cubicBezTo>
                    <a:cubicBezTo>
                      <a:pt x="654" y="30"/>
                      <a:pt x="653" y="30"/>
                      <a:pt x="652" y="30"/>
                    </a:cubicBezTo>
                    <a:cubicBezTo>
                      <a:pt x="650" y="29"/>
                      <a:pt x="648" y="27"/>
                      <a:pt x="649" y="25"/>
                    </a:cubicBezTo>
                    <a:cubicBezTo>
                      <a:pt x="650" y="24"/>
                      <a:pt x="651" y="23"/>
                      <a:pt x="652" y="22"/>
                    </a:cubicBezTo>
                    <a:cubicBezTo>
                      <a:pt x="652" y="21"/>
                      <a:pt x="652" y="21"/>
                      <a:pt x="651" y="20"/>
                    </a:cubicBezTo>
                    <a:cubicBezTo>
                      <a:pt x="651" y="19"/>
                      <a:pt x="650" y="18"/>
                      <a:pt x="649" y="18"/>
                    </a:cubicBezTo>
                    <a:cubicBezTo>
                      <a:pt x="648" y="18"/>
                      <a:pt x="647" y="18"/>
                      <a:pt x="646" y="18"/>
                    </a:cubicBezTo>
                    <a:cubicBezTo>
                      <a:pt x="645" y="18"/>
                      <a:pt x="645" y="17"/>
                      <a:pt x="644" y="17"/>
                    </a:cubicBezTo>
                    <a:cubicBezTo>
                      <a:pt x="643" y="17"/>
                      <a:pt x="642" y="17"/>
                      <a:pt x="641" y="17"/>
                    </a:cubicBezTo>
                    <a:cubicBezTo>
                      <a:pt x="641" y="17"/>
                      <a:pt x="641" y="17"/>
                      <a:pt x="640" y="17"/>
                    </a:cubicBezTo>
                    <a:cubicBezTo>
                      <a:pt x="640" y="18"/>
                      <a:pt x="639" y="18"/>
                      <a:pt x="639" y="19"/>
                    </a:cubicBezTo>
                    <a:cubicBezTo>
                      <a:pt x="639" y="20"/>
                      <a:pt x="638" y="20"/>
                      <a:pt x="638" y="21"/>
                    </a:cubicBezTo>
                    <a:cubicBezTo>
                      <a:pt x="638" y="22"/>
                      <a:pt x="637" y="23"/>
                      <a:pt x="637" y="24"/>
                    </a:cubicBezTo>
                    <a:cubicBezTo>
                      <a:pt x="637" y="24"/>
                      <a:pt x="637" y="25"/>
                      <a:pt x="637" y="26"/>
                    </a:cubicBezTo>
                    <a:cubicBezTo>
                      <a:pt x="636" y="27"/>
                      <a:pt x="635" y="28"/>
                      <a:pt x="633" y="28"/>
                    </a:cubicBezTo>
                    <a:cubicBezTo>
                      <a:pt x="632" y="28"/>
                      <a:pt x="631" y="28"/>
                      <a:pt x="629" y="27"/>
                    </a:cubicBezTo>
                    <a:cubicBezTo>
                      <a:pt x="628" y="27"/>
                      <a:pt x="626" y="26"/>
                      <a:pt x="624" y="26"/>
                    </a:cubicBezTo>
                    <a:cubicBezTo>
                      <a:pt x="624" y="25"/>
                      <a:pt x="623" y="25"/>
                      <a:pt x="622" y="25"/>
                    </a:cubicBezTo>
                    <a:cubicBezTo>
                      <a:pt x="621" y="25"/>
                      <a:pt x="621" y="26"/>
                      <a:pt x="621" y="27"/>
                    </a:cubicBezTo>
                    <a:cubicBezTo>
                      <a:pt x="621" y="27"/>
                      <a:pt x="620" y="27"/>
                      <a:pt x="620" y="28"/>
                    </a:cubicBezTo>
                    <a:cubicBezTo>
                      <a:pt x="619" y="28"/>
                      <a:pt x="619" y="28"/>
                      <a:pt x="619" y="28"/>
                    </a:cubicBezTo>
                    <a:cubicBezTo>
                      <a:pt x="618" y="29"/>
                      <a:pt x="618" y="30"/>
                      <a:pt x="617" y="31"/>
                    </a:cubicBezTo>
                    <a:cubicBezTo>
                      <a:pt x="617" y="32"/>
                      <a:pt x="616" y="33"/>
                      <a:pt x="616" y="33"/>
                    </a:cubicBezTo>
                    <a:cubicBezTo>
                      <a:pt x="615" y="34"/>
                      <a:pt x="614" y="33"/>
                      <a:pt x="614" y="33"/>
                    </a:cubicBezTo>
                    <a:cubicBezTo>
                      <a:pt x="613" y="32"/>
                      <a:pt x="613" y="31"/>
                      <a:pt x="612" y="31"/>
                    </a:cubicBezTo>
                    <a:cubicBezTo>
                      <a:pt x="611" y="30"/>
                      <a:pt x="611" y="28"/>
                      <a:pt x="610" y="28"/>
                    </a:cubicBezTo>
                    <a:cubicBezTo>
                      <a:pt x="609" y="27"/>
                      <a:pt x="608" y="27"/>
                      <a:pt x="607" y="26"/>
                    </a:cubicBezTo>
                    <a:cubicBezTo>
                      <a:pt x="606" y="25"/>
                      <a:pt x="605" y="25"/>
                      <a:pt x="604" y="24"/>
                    </a:cubicBezTo>
                    <a:cubicBezTo>
                      <a:pt x="603" y="24"/>
                      <a:pt x="601" y="23"/>
                      <a:pt x="600" y="23"/>
                    </a:cubicBezTo>
                    <a:cubicBezTo>
                      <a:pt x="599" y="22"/>
                      <a:pt x="598" y="21"/>
                      <a:pt x="596" y="21"/>
                    </a:cubicBezTo>
                    <a:cubicBezTo>
                      <a:pt x="595" y="20"/>
                      <a:pt x="594" y="20"/>
                      <a:pt x="593" y="20"/>
                    </a:cubicBezTo>
                    <a:cubicBezTo>
                      <a:pt x="592" y="21"/>
                      <a:pt x="592" y="22"/>
                      <a:pt x="592" y="22"/>
                    </a:cubicBezTo>
                    <a:cubicBezTo>
                      <a:pt x="591" y="23"/>
                      <a:pt x="591" y="24"/>
                      <a:pt x="591" y="25"/>
                    </a:cubicBezTo>
                    <a:cubicBezTo>
                      <a:pt x="590" y="26"/>
                      <a:pt x="589" y="27"/>
                      <a:pt x="588" y="27"/>
                    </a:cubicBezTo>
                    <a:cubicBezTo>
                      <a:pt x="587" y="28"/>
                      <a:pt x="587" y="28"/>
                      <a:pt x="587" y="29"/>
                    </a:cubicBezTo>
                    <a:cubicBezTo>
                      <a:pt x="587" y="29"/>
                      <a:pt x="587" y="30"/>
                      <a:pt x="586" y="30"/>
                    </a:cubicBezTo>
                    <a:cubicBezTo>
                      <a:pt x="586" y="30"/>
                      <a:pt x="586" y="31"/>
                      <a:pt x="586" y="31"/>
                    </a:cubicBezTo>
                    <a:cubicBezTo>
                      <a:pt x="586" y="33"/>
                      <a:pt x="587" y="35"/>
                      <a:pt x="586" y="36"/>
                    </a:cubicBezTo>
                    <a:cubicBezTo>
                      <a:pt x="585" y="38"/>
                      <a:pt x="584" y="40"/>
                      <a:pt x="582" y="40"/>
                    </a:cubicBezTo>
                    <a:cubicBezTo>
                      <a:pt x="580" y="40"/>
                      <a:pt x="578" y="40"/>
                      <a:pt x="578" y="42"/>
                    </a:cubicBezTo>
                    <a:cubicBezTo>
                      <a:pt x="577" y="44"/>
                      <a:pt x="578" y="46"/>
                      <a:pt x="577" y="48"/>
                    </a:cubicBezTo>
                    <a:cubicBezTo>
                      <a:pt x="577" y="49"/>
                      <a:pt x="576" y="48"/>
                      <a:pt x="575" y="48"/>
                    </a:cubicBezTo>
                    <a:cubicBezTo>
                      <a:pt x="574" y="48"/>
                      <a:pt x="573" y="47"/>
                      <a:pt x="572" y="47"/>
                    </a:cubicBezTo>
                    <a:cubicBezTo>
                      <a:pt x="570" y="47"/>
                      <a:pt x="569" y="46"/>
                      <a:pt x="569" y="45"/>
                    </a:cubicBezTo>
                    <a:cubicBezTo>
                      <a:pt x="568" y="44"/>
                      <a:pt x="567" y="43"/>
                      <a:pt x="566" y="42"/>
                    </a:cubicBezTo>
                    <a:cubicBezTo>
                      <a:pt x="566" y="42"/>
                      <a:pt x="565" y="41"/>
                      <a:pt x="564" y="42"/>
                    </a:cubicBezTo>
                    <a:cubicBezTo>
                      <a:pt x="564" y="42"/>
                      <a:pt x="564" y="43"/>
                      <a:pt x="564" y="43"/>
                    </a:cubicBezTo>
                    <a:cubicBezTo>
                      <a:pt x="565" y="44"/>
                      <a:pt x="565" y="45"/>
                      <a:pt x="565" y="46"/>
                    </a:cubicBezTo>
                    <a:cubicBezTo>
                      <a:pt x="565" y="48"/>
                      <a:pt x="566" y="50"/>
                      <a:pt x="565" y="51"/>
                    </a:cubicBezTo>
                    <a:cubicBezTo>
                      <a:pt x="565" y="52"/>
                      <a:pt x="564" y="52"/>
                      <a:pt x="564" y="53"/>
                    </a:cubicBezTo>
                    <a:cubicBezTo>
                      <a:pt x="563" y="53"/>
                      <a:pt x="562" y="53"/>
                      <a:pt x="561" y="53"/>
                    </a:cubicBezTo>
                    <a:cubicBezTo>
                      <a:pt x="559" y="53"/>
                      <a:pt x="557" y="53"/>
                      <a:pt x="556" y="54"/>
                    </a:cubicBezTo>
                    <a:cubicBezTo>
                      <a:pt x="555" y="55"/>
                      <a:pt x="556" y="57"/>
                      <a:pt x="557" y="59"/>
                    </a:cubicBezTo>
                    <a:cubicBezTo>
                      <a:pt x="557" y="61"/>
                      <a:pt x="558" y="63"/>
                      <a:pt x="559" y="64"/>
                    </a:cubicBezTo>
                    <a:cubicBezTo>
                      <a:pt x="561" y="65"/>
                      <a:pt x="563" y="66"/>
                      <a:pt x="564" y="67"/>
                    </a:cubicBezTo>
                    <a:cubicBezTo>
                      <a:pt x="564" y="68"/>
                      <a:pt x="565" y="72"/>
                      <a:pt x="563" y="71"/>
                    </a:cubicBezTo>
                    <a:cubicBezTo>
                      <a:pt x="561" y="70"/>
                      <a:pt x="560" y="68"/>
                      <a:pt x="558" y="68"/>
                    </a:cubicBezTo>
                    <a:cubicBezTo>
                      <a:pt x="557" y="68"/>
                      <a:pt x="555" y="69"/>
                      <a:pt x="554" y="69"/>
                    </a:cubicBezTo>
                    <a:cubicBezTo>
                      <a:pt x="553" y="69"/>
                      <a:pt x="553" y="69"/>
                      <a:pt x="552" y="69"/>
                    </a:cubicBezTo>
                    <a:cubicBezTo>
                      <a:pt x="551" y="70"/>
                      <a:pt x="551" y="70"/>
                      <a:pt x="551" y="71"/>
                    </a:cubicBezTo>
                    <a:cubicBezTo>
                      <a:pt x="551" y="72"/>
                      <a:pt x="551" y="73"/>
                      <a:pt x="551" y="74"/>
                    </a:cubicBezTo>
                    <a:cubicBezTo>
                      <a:pt x="551" y="75"/>
                      <a:pt x="551" y="76"/>
                      <a:pt x="552" y="76"/>
                    </a:cubicBezTo>
                    <a:cubicBezTo>
                      <a:pt x="552" y="77"/>
                      <a:pt x="552" y="78"/>
                      <a:pt x="553" y="79"/>
                    </a:cubicBezTo>
                    <a:cubicBezTo>
                      <a:pt x="553" y="80"/>
                      <a:pt x="553" y="80"/>
                      <a:pt x="554" y="80"/>
                    </a:cubicBezTo>
                    <a:cubicBezTo>
                      <a:pt x="555" y="81"/>
                      <a:pt x="556" y="80"/>
                      <a:pt x="556" y="80"/>
                    </a:cubicBezTo>
                    <a:cubicBezTo>
                      <a:pt x="557" y="80"/>
                      <a:pt x="558" y="80"/>
                      <a:pt x="559" y="80"/>
                    </a:cubicBezTo>
                    <a:cubicBezTo>
                      <a:pt x="559" y="80"/>
                      <a:pt x="560" y="81"/>
                      <a:pt x="560" y="81"/>
                    </a:cubicBezTo>
                    <a:cubicBezTo>
                      <a:pt x="562" y="82"/>
                      <a:pt x="563" y="82"/>
                      <a:pt x="564" y="83"/>
                    </a:cubicBezTo>
                    <a:cubicBezTo>
                      <a:pt x="565" y="83"/>
                      <a:pt x="566" y="83"/>
                      <a:pt x="566" y="84"/>
                    </a:cubicBezTo>
                    <a:cubicBezTo>
                      <a:pt x="566" y="84"/>
                      <a:pt x="567" y="84"/>
                      <a:pt x="567" y="85"/>
                    </a:cubicBezTo>
                    <a:cubicBezTo>
                      <a:pt x="568" y="85"/>
                      <a:pt x="569" y="86"/>
                      <a:pt x="569" y="87"/>
                    </a:cubicBezTo>
                    <a:cubicBezTo>
                      <a:pt x="569" y="89"/>
                      <a:pt x="567" y="89"/>
                      <a:pt x="566" y="88"/>
                    </a:cubicBezTo>
                    <a:cubicBezTo>
                      <a:pt x="565" y="88"/>
                      <a:pt x="563" y="88"/>
                      <a:pt x="562" y="88"/>
                    </a:cubicBezTo>
                    <a:cubicBezTo>
                      <a:pt x="560" y="88"/>
                      <a:pt x="558" y="88"/>
                      <a:pt x="558" y="89"/>
                    </a:cubicBezTo>
                    <a:cubicBezTo>
                      <a:pt x="557" y="91"/>
                      <a:pt x="557" y="92"/>
                      <a:pt x="555" y="92"/>
                    </a:cubicBezTo>
                    <a:cubicBezTo>
                      <a:pt x="554" y="92"/>
                      <a:pt x="553" y="92"/>
                      <a:pt x="553" y="92"/>
                    </a:cubicBezTo>
                    <a:cubicBezTo>
                      <a:pt x="552" y="92"/>
                      <a:pt x="551" y="92"/>
                      <a:pt x="550" y="92"/>
                    </a:cubicBezTo>
                    <a:cubicBezTo>
                      <a:pt x="548" y="92"/>
                      <a:pt x="545" y="92"/>
                      <a:pt x="543" y="92"/>
                    </a:cubicBezTo>
                    <a:cubicBezTo>
                      <a:pt x="542" y="91"/>
                      <a:pt x="540" y="91"/>
                      <a:pt x="539" y="90"/>
                    </a:cubicBezTo>
                    <a:cubicBezTo>
                      <a:pt x="538" y="90"/>
                      <a:pt x="537" y="90"/>
                      <a:pt x="536" y="90"/>
                    </a:cubicBezTo>
                    <a:cubicBezTo>
                      <a:pt x="534" y="90"/>
                      <a:pt x="533" y="90"/>
                      <a:pt x="532" y="90"/>
                    </a:cubicBezTo>
                    <a:cubicBezTo>
                      <a:pt x="531" y="91"/>
                      <a:pt x="530" y="91"/>
                      <a:pt x="530" y="91"/>
                    </a:cubicBezTo>
                    <a:cubicBezTo>
                      <a:pt x="529" y="91"/>
                      <a:pt x="529" y="91"/>
                      <a:pt x="529" y="92"/>
                    </a:cubicBezTo>
                    <a:cubicBezTo>
                      <a:pt x="529" y="92"/>
                      <a:pt x="529" y="93"/>
                      <a:pt x="529" y="93"/>
                    </a:cubicBezTo>
                    <a:cubicBezTo>
                      <a:pt x="529" y="93"/>
                      <a:pt x="529" y="93"/>
                      <a:pt x="529" y="94"/>
                    </a:cubicBezTo>
                    <a:cubicBezTo>
                      <a:pt x="529" y="94"/>
                      <a:pt x="530" y="94"/>
                      <a:pt x="530" y="94"/>
                    </a:cubicBezTo>
                    <a:cubicBezTo>
                      <a:pt x="530" y="95"/>
                      <a:pt x="531" y="96"/>
                      <a:pt x="532" y="97"/>
                    </a:cubicBezTo>
                    <a:cubicBezTo>
                      <a:pt x="532" y="97"/>
                      <a:pt x="533" y="97"/>
                      <a:pt x="534" y="98"/>
                    </a:cubicBezTo>
                    <a:cubicBezTo>
                      <a:pt x="535" y="99"/>
                      <a:pt x="536" y="101"/>
                      <a:pt x="538" y="103"/>
                    </a:cubicBezTo>
                    <a:cubicBezTo>
                      <a:pt x="539" y="104"/>
                      <a:pt x="540" y="106"/>
                      <a:pt x="541" y="107"/>
                    </a:cubicBezTo>
                    <a:cubicBezTo>
                      <a:pt x="541" y="108"/>
                      <a:pt x="541" y="108"/>
                      <a:pt x="542" y="109"/>
                    </a:cubicBezTo>
                    <a:cubicBezTo>
                      <a:pt x="542" y="109"/>
                      <a:pt x="543" y="110"/>
                      <a:pt x="542" y="111"/>
                    </a:cubicBezTo>
                    <a:cubicBezTo>
                      <a:pt x="542" y="111"/>
                      <a:pt x="541" y="110"/>
                      <a:pt x="541" y="110"/>
                    </a:cubicBezTo>
                    <a:cubicBezTo>
                      <a:pt x="540" y="110"/>
                      <a:pt x="539" y="109"/>
                      <a:pt x="538" y="108"/>
                    </a:cubicBezTo>
                    <a:cubicBezTo>
                      <a:pt x="536" y="106"/>
                      <a:pt x="534" y="104"/>
                      <a:pt x="532" y="102"/>
                    </a:cubicBezTo>
                    <a:cubicBezTo>
                      <a:pt x="531" y="102"/>
                      <a:pt x="528" y="101"/>
                      <a:pt x="527" y="102"/>
                    </a:cubicBezTo>
                    <a:cubicBezTo>
                      <a:pt x="526" y="103"/>
                      <a:pt x="527" y="105"/>
                      <a:pt x="528" y="106"/>
                    </a:cubicBezTo>
                    <a:cubicBezTo>
                      <a:pt x="528" y="107"/>
                      <a:pt x="528" y="108"/>
                      <a:pt x="527" y="108"/>
                    </a:cubicBezTo>
                    <a:cubicBezTo>
                      <a:pt x="525" y="109"/>
                      <a:pt x="524" y="108"/>
                      <a:pt x="523" y="107"/>
                    </a:cubicBezTo>
                    <a:cubicBezTo>
                      <a:pt x="521" y="106"/>
                      <a:pt x="520" y="104"/>
                      <a:pt x="518" y="103"/>
                    </a:cubicBezTo>
                    <a:cubicBezTo>
                      <a:pt x="516" y="102"/>
                      <a:pt x="513" y="102"/>
                      <a:pt x="511" y="101"/>
                    </a:cubicBezTo>
                    <a:cubicBezTo>
                      <a:pt x="508" y="100"/>
                      <a:pt x="505" y="100"/>
                      <a:pt x="502" y="100"/>
                    </a:cubicBezTo>
                    <a:cubicBezTo>
                      <a:pt x="500" y="101"/>
                      <a:pt x="498" y="102"/>
                      <a:pt x="497" y="104"/>
                    </a:cubicBezTo>
                    <a:cubicBezTo>
                      <a:pt x="496" y="106"/>
                      <a:pt x="495" y="108"/>
                      <a:pt x="493" y="109"/>
                    </a:cubicBezTo>
                    <a:cubicBezTo>
                      <a:pt x="491" y="109"/>
                      <a:pt x="489" y="110"/>
                      <a:pt x="487" y="110"/>
                    </a:cubicBezTo>
                    <a:cubicBezTo>
                      <a:pt x="485" y="111"/>
                      <a:pt x="483" y="112"/>
                      <a:pt x="482" y="113"/>
                    </a:cubicBezTo>
                    <a:cubicBezTo>
                      <a:pt x="480" y="115"/>
                      <a:pt x="477" y="117"/>
                      <a:pt x="476" y="119"/>
                    </a:cubicBezTo>
                    <a:cubicBezTo>
                      <a:pt x="476" y="121"/>
                      <a:pt x="476" y="122"/>
                      <a:pt x="478" y="123"/>
                    </a:cubicBezTo>
                    <a:cubicBezTo>
                      <a:pt x="479" y="124"/>
                      <a:pt x="481" y="124"/>
                      <a:pt x="481" y="126"/>
                    </a:cubicBezTo>
                    <a:cubicBezTo>
                      <a:pt x="483" y="127"/>
                      <a:pt x="484" y="129"/>
                      <a:pt x="486" y="130"/>
                    </a:cubicBezTo>
                    <a:cubicBezTo>
                      <a:pt x="488" y="131"/>
                      <a:pt x="491" y="132"/>
                      <a:pt x="492" y="135"/>
                    </a:cubicBezTo>
                    <a:cubicBezTo>
                      <a:pt x="493" y="136"/>
                      <a:pt x="493" y="139"/>
                      <a:pt x="494" y="140"/>
                    </a:cubicBezTo>
                    <a:cubicBezTo>
                      <a:pt x="495" y="141"/>
                      <a:pt x="496" y="141"/>
                      <a:pt x="497" y="141"/>
                    </a:cubicBezTo>
                    <a:cubicBezTo>
                      <a:pt x="499" y="142"/>
                      <a:pt x="500" y="142"/>
                      <a:pt x="502" y="142"/>
                    </a:cubicBezTo>
                    <a:cubicBezTo>
                      <a:pt x="502" y="142"/>
                      <a:pt x="503" y="142"/>
                      <a:pt x="503" y="142"/>
                    </a:cubicBezTo>
                    <a:cubicBezTo>
                      <a:pt x="504" y="142"/>
                      <a:pt x="504" y="142"/>
                      <a:pt x="505" y="143"/>
                    </a:cubicBezTo>
                    <a:cubicBezTo>
                      <a:pt x="506" y="143"/>
                      <a:pt x="506" y="143"/>
                      <a:pt x="507" y="144"/>
                    </a:cubicBezTo>
                    <a:cubicBezTo>
                      <a:pt x="507" y="144"/>
                      <a:pt x="507" y="145"/>
                      <a:pt x="508" y="145"/>
                    </a:cubicBezTo>
                    <a:cubicBezTo>
                      <a:pt x="508" y="145"/>
                      <a:pt x="509" y="146"/>
                      <a:pt x="510" y="146"/>
                    </a:cubicBezTo>
                    <a:cubicBezTo>
                      <a:pt x="510" y="147"/>
                      <a:pt x="510" y="149"/>
                      <a:pt x="510" y="149"/>
                    </a:cubicBezTo>
                    <a:cubicBezTo>
                      <a:pt x="510" y="150"/>
                      <a:pt x="510" y="150"/>
                      <a:pt x="510" y="151"/>
                    </a:cubicBezTo>
                    <a:cubicBezTo>
                      <a:pt x="510" y="151"/>
                      <a:pt x="511" y="151"/>
                      <a:pt x="512" y="151"/>
                    </a:cubicBezTo>
                    <a:cubicBezTo>
                      <a:pt x="513" y="150"/>
                      <a:pt x="514" y="149"/>
                      <a:pt x="515" y="148"/>
                    </a:cubicBezTo>
                    <a:cubicBezTo>
                      <a:pt x="516" y="147"/>
                      <a:pt x="517" y="146"/>
                      <a:pt x="518" y="146"/>
                    </a:cubicBezTo>
                    <a:cubicBezTo>
                      <a:pt x="519" y="146"/>
                      <a:pt x="521" y="145"/>
                      <a:pt x="522" y="145"/>
                    </a:cubicBezTo>
                    <a:cubicBezTo>
                      <a:pt x="524" y="146"/>
                      <a:pt x="524" y="148"/>
                      <a:pt x="524" y="149"/>
                    </a:cubicBezTo>
                    <a:cubicBezTo>
                      <a:pt x="524" y="150"/>
                      <a:pt x="524" y="151"/>
                      <a:pt x="525" y="152"/>
                    </a:cubicBezTo>
                    <a:cubicBezTo>
                      <a:pt x="526" y="153"/>
                      <a:pt x="528" y="152"/>
                      <a:pt x="528" y="151"/>
                    </a:cubicBezTo>
                    <a:cubicBezTo>
                      <a:pt x="529" y="150"/>
                      <a:pt x="530" y="149"/>
                      <a:pt x="531" y="149"/>
                    </a:cubicBezTo>
                    <a:cubicBezTo>
                      <a:pt x="532" y="149"/>
                      <a:pt x="533" y="148"/>
                      <a:pt x="534" y="148"/>
                    </a:cubicBezTo>
                    <a:cubicBezTo>
                      <a:pt x="535" y="148"/>
                      <a:pt x="537" y="148"/>
                      <a:pt x="537" y="150"/>
                    </a:cubicBezTo>
                    <a:cubicBezTo>
                      <a:pt x="537" y="151"/>
                      <a:pt x="536" y="153"/>
                      <a:pt x="535" y="153"/>
                    </a:cubicBezTo>
                    <a:cubicBezTo>
                      <a:pt x="533" y="156"/>
                      <a:pt x="531" y="157"/>
                      <a:pt x="528" y="159"/>
                    </a:cubicBezTo>
                    <a:cubicBezTo>
                      <a:pt x="527" y="159"/>
                      <a:pt x="526" y="159"/>
                      <a:pt x="525" y="160"/>
                    </a:cubicBezTo>
                    <a:cubicBezTo>
                      <a:pt x="524" y="161"/>
                      <a:pt x="524" y="162"/>
                      <a:pt x="524" y="162"/>
                    </a:cubicBezTo>
                    <a:cubicBezTo>
                      <a:pt x="524" y="164"/>
                      <a:pt x="527" y="163"/>
                      <a:pt x="528" y="162"/>
                    </a:cubicBezTo>
                    <a:cubicBezTo>
                      <a:pt x="530" y="162"/>
                      <a:pt x="531" y="162"/>
                      <a:pt x="532" y="162"/>
                    </a:cubicBezTo>
                    <a:cubicBezTo>
                      <a:pt x="534" y="162"/>
                      <a:pt x="535" y="161"/>
                      <a:pt x="535" y="161"/>
                    </a:cubicBezTo>
                    <a:cubicBezTo>
                      <a:pt x="536" y="160"/>
                      <a:pt x="537" y="159"/>
                      <a:pt x="538" y="159"/>
                    </a:cubicBezTo>
                    <a:cubicBezTo>
                      <a:pt x="539" y="158"/>
                      <a:pt x="540" y="156"/>
                      <a:pt x="541" y="155"/>
                    </a:cubicBezTo>
                    <a:cubicBezTo>
                      <a:pt x="542" y="154"/>
                      <a:pt x="542" y="154"/>
                      <a:pt x="543" y="153"/>
                    </a:cubicBezTo>
                    <a:cubicBezTo>
                      <a:pt x="544" y="152"/>
                      <a:pt x="544" y="152"/>
                      <a:pt x="545" y="151"/>
                    </a:cubicBezTo>
                    <a:cubicBezTo>
                      <a:pt x="546" y="151"/>
                      <a:pt x="546" y="151"/>
                      <a:pt x="546" y="151"/>
                    </a:cubicBezTo>
                    <a:cubicBezTo>
                      <a:pt x="547" y="151"/>
                      <a:pt x="547" y="151"/>
                      <a:pt x="547" y="151"/>
                    </a:cubicBezTo>
                    <a:cubicBezTo>
                      <a:pt x="547" y="151"/>
                      <a:pt x="548" y="151"/>
                      <a:pt x="549" y="151"/>
                    </a:cubicBezTo>
                    <a:cubicBezTo>
                      <a:pt x="550" y="151"/>
                      <a:pt x="551" y="152"/>
                      <a:pt x="552" y="152"/>
                    </a:cubicBezTo>
                    <a:cubicBezTo>
                      <a:pt x="553" y="152"/>
                      <a:pt x="555" y="152"/>
                      <a:pt x="555" y="153"/>
                    </a:cubicBezTo>
                    <a:cubicBezTo>
                      <a:pt x="556" y="154"/>
                      <a:pt x="555" y="157"/>
                      <a:pt x="554" y="158"/>
                    </a:cubicBezTo>
                    <a:cubicBezTo>
                      <a:pt x="553" y="158"/>
                      <a:pt x="549" y="162"/>
                      <a:pt x="551" y="162"/>
                    </a:cubicBezTo>
                    <a:cubicBezTo>
                      <a:pt x="552" y="163"/>
                      <a:pt x="554" y="163"/>
                      <a:pt x="555" y="163"/>
                    </a:cubicBezTo>
                    <a:cubicBezTo>
                      <a:pt x="557" y="162"/>
                      <a:pt x="558" y="162"/>
                      <a:pt x="560" y="161"/>
                    </a:cubicBezTo>
                    <a:cubicBezTo>
                      <a:pt x="561" y="160"/>
                      <a:pt x="563" y="160"/>
                      <a:pt x="564" y="159"/>
                    </a:cubicBezTo>
                    <a:cubicBezTo>
                      <a:pt x="566" y="159"/>
                      <a:pt x="567" y="159"/>
                      <a:pt x="568" y="158"/>
                    </a:cubicBezTo>
                    <a:cubicBezTo>
                      <a:pt x="570" y="158"/>
                      <a:pt x="571" y="157"/>
                      <a:pt x="573" y="157"/>
                    </a:cubicBezTo>
                    <a:cubicBezTo>
                      <a:pt x="574" y="157"/>
                      <a:pt x="575" y="157"/>
                      <a:pt x="576" y="158"/>
                    </a:cubicBezTo>
                    <a:cubicBezTo>
                      <a:pt x="577" y="158"/>
                      <a:pt x="577" y="160"/>
                      <a:pt x="577" y="161"/>
                    </a:cubicBezTo>
                    <a:cubicBezTo>
                      <a:pt x="577" y="162"/>
                      <a:pt x="576" y="163"/>
                      <a:pt x="576" y="164"/>
                    </a:cubicBezTo>
                    <a:cubicBezTo>
                      <a:pt x="575" y="165"/>
                      <a:pt x="574" y="165"/>
                      <a:pt x="573" y="166"/>
                    </a:cubicBezTo>
                    <a:cubicBezTo>
                      <a:pt x="572" y="167"/>
                      <a:pt x="570" y="168"/>
                      <a:pt x="568" y="168"/>
                    </a:cubicBezTo>
                    <a:cubicBezTo>
                      <a:pt x="567" y="169"/>
                      <a:pt x="566" y="170"/>
                      <a:pt x="565" y="170"/>
                    </a:cubicBezTo>
                    <a:cubicBezTo>
                      <a:pt x="563" y="171"/>
                      <a:pt x="562" y="172"/>
                      <a:pt x="561" y="173"/>
                    </a:cubicBezTo>
                    <a:cubicBezTo>
                      <a:pt x="561" y="174"/>
                      <a:pt x="560" y="174"/>
                      <a:pt x="560" y="174"/>
                    </a:cubicBezTo>
                    <a:cubicBezTo>
                      <a:pt x="560" y="175"/>
                      <a:pt x="559" y="176"/>
                      <a:pt x="559" y="177"/>
                    </a:cubicBezTo>
                    <a:cubicBezTo>
                      <a:pt x="558" y="177"/>
                      <a:pt x="558" y="178"/>
                      <a:pt x="558" y="178"/>
                    </a:cubicBezTo>
                    <a:cubicBezTo>
                      <a:pt x="557" y="179"/>
                      <a:pt x="556" y="180"/>
                      <a:pt x="556" y="180"/>
                    </a:cubicBezTo>
                    <a:cubicBezTo>
                      <a:pt x="554" y="180"/>
                      <a:pt x="552" y="180"/>
                      <a:pt x="550" y="180"/>
                    </a:cubicBezTo>
                    <a:cubicBezTo>
                      <a:pt x="549" y="181"/>
                      <a:pt x="549" y="181"/>
                      <a:pt x="549" y="182"/>
                    </a:cubicBezTo>
                    <a:cubicBezTo>
                      <a:pt x="549" y="183"/>
                      <a:pt x="549" y="184"/>
                      <a:pt x="550" y="184"/>
                    </a:cubicBezTo>
                    <a:cubicBezTo>
                      <a:pt x="550" y="185"/>
                      <a:pt x="550" y="185"/>
                      <a:pt x="551" y="186"/>
                    </a:cubicBezTo>
                    <a:cubicBezTo>
                      <a:pt x="551" y="187"/>
                      <a:pt x="552" y="187"/>
                      <a:pt x="552" y="188"/>
                    </a:cubicBezTo>
                    <a:cubicBezTo>
                      <a:pt x="552" y="189"/>
                      <a:pt x="551" y="190"/>
                      <a:pt x="550" y="190"/>
                    </a:cubicBezTo>
                    <a:cubicBezTo>
                      <a:pt x="549" y="190"/>
                      <a:pt x="548" y="190"/>
                      <a:pt x="546" y="190"/>
                    </a:cubicBezTo>
                    <a:cubicBezTo>
                      <a:pt x="544" y="190"/>
                      <a:pt x="542" y="191"/>
                      <a:pt x="540" y="191"/>
                    </a:cubicBezTo>
                    <a:cubicBezTo>
                      <a:pt x="539" y="192"/>
                      <a:pt x="537" y="192"/>
                      <a:pt x="536" y="192"/>
                    </a:cubicBezTo>
                    <a:cubicBezTo>
                      <a:pt x="533" y="192"/>
                      <a:pt x="530" y="192"/>
                      <a:pt x="528" y="192"/>
                    </a:cubicBezTo>
                    <a:cubicBezTo>
                      <a:pt x="526" y="193"/>
                      <a:pt x="525" y="193"/>
                      <a:pt x="523" y="194"/>
                    </a:cubicBezTo>
                    <a:cubicBezTo>
                      <a:pt x="522" y="194"/>
                      <a:pt x="522" y="194"/>
                      <a:pt x="521" y="193"/>
                    </a:cubicBezTo>
                    <a:cubicBezTo>
                      <a:pt x="519" y="191"/>
                      <a:pt x="517" y="187"/>
                      <a:pt x="514" y="188"/>
                    </a:cubicBezTo>
                    <a:cubicBezTo>
                      <a:pt x="511" y="189"/>
                      <a:pt x="511" y="192"/>
                      <a:pt x="511" y="194"/>
                    </a:cubicBezTo>
                    <a:cubicBezTo>
                      <a:pt x="510" y="196"/>
                      <a:pt x="508" y="197"/>
                      <a:pt x="506" y="197"/>
                    </a:cubicBezTo>
                    <a:cubicBezTo>
                      <a:pt x="503" y="198"/>
                      <a:pt x="500" y="199"/>
                      <a:pt x="497" y="199"/>
                    </a:cubicBezTo>
                    <a:cubicBezTo>
                      <a:pt x="496" y="200"/>
                      <a:pt x="495" y="200"/>
                      <a:pt x="493" y="201"/>
                    </a:cubicBezTo>
                    <a:cubicBezTo>
                      <a:pt x="492" y="201"/>
                      <a:pt x="491" y="202"/>
                      <a:pt x="490" y="203"/>
                    </a:cubicBezTo>
                    <a:cubicBezTo>
                      <a:pt x="489" y="204"/>
                      <a:pt x="488" y="205"/>
                      <a:pt x="487" y="205"/>
                    </a:cubicBezTo>
                    <a:cubicBezTo>
                      <a:pt x="485" y="205"/>
                      <a:pt x="484" y="205"/>
                      <a:pt x="482" y="205"/>
                    </a:cubicBezTo>
                    <a:cubicBezTo>
                      <a:pt x="479" y="204"/>
                      <a:pt x="474" y="205"/>
                      <a:pt x="472" y="209"/>
                    </a:cubicBezTo>
                    <a:cubicBezTo>
                      <a:pt x="471" y="212"/>
                      <a:pt x="473" y="216"/>
                      <a:pt x="477" y="216"/>
                    </a:cubicBezTo>
                    <a:cubicBezTo>
                      <a:pt x="480" y="216"/>
                      <a:pt x="482" y="213"/>
                      <a:pt x="485" y="214"/>
                    </a:cubicBezTo>
                    <a:cubicBezTo>
                      <a:pt x="486" y="214"/>
                      <a:pt x="487" y="215"/>
                      <a:pt x="488" y="215"/>
                    </a:cubicBezTo>
                    <a:cubicBezTo>
                      <a:pt x="489" y="216"/>
                      <a:pt x="490" y="217"/>
                      <a:pt x="492" y="218"/>
                    </a:cubicBezTo>
                    <a:cubicBezTo>
                      <a:pt x="493" y="219"/>
                      <a:pt x="495" y="220"/>
                      <a:pt x="496" y="222"/>
                    </a:cubicBezTo>
                    <a:cubicBezTo>
                      <a:pt x="496" y="223"/>
                      <a:pt x="497" y="224"/>
                      <a:pt x="496" y="224"/>
                    </a:cubicBezTo>
                    <a:cubicBezTo>
                      <a:pt x="495" y="224"/>
                      <a:pt x="494" y="223"/>
                      <a:pt x="493" y="223"/>
                    </a:cubicBezTo>
                    <a:cubicBezTo>
                      <a:pt x="492" y="222"/>
                      <a:pt x="491" y="221"/>
                      <a:pt x="490" y="220"/>
                    </a:cubicBezTo>
                    <a:cubicBezTo>
                      <a:pt x="488" y="220"/>
                      <a:pt x="487" y="219"/>
                      <a:pt x="485" y="220"/>
                    </a:cubicBezTo>
                    <a:cubicBezTo>
                      <a:pt x="484" y="220"/>
                      <a:pt x="483" y="221"/>
                      <a:pt x="483" y="223"/>
                    </a:cubicBezTo>
                    <a:cubicBezTo>
                      <a:pt x="484" y="224"/>
                      <a:pt x="485" y="225"/>
                      <a:pt x="487" y="226"/>
                    </a:cubicBezTo>
                    <a:cubicBezTo>
                      <a:pt x="489" y="227"/>
                      <a:pt x="491" y="228"/>
                      <a:pt x="492" y="229"/>
                    </a:cubicBezTo>
                    <a:cubicBezTo>
                      <a:pt x="493" y="229"/>
                      <a:pt x="495" y="230"/>
                      <a:pt x="495" y="232"/>
                    </a:cubicBezTo>
                    <a:cubicBezTo>
                      <a:pt x="495" y="233"/>
                      <a:pt x="494" y="233"/>
                      <a:pt x="493" y="234"/>
                    </a:cubicBezTo>
                    <a:cubicBezTo>
                      <a:pt x="491" y="234"/>
                      <a:pt x="489" y="235"/>
                      <a:pt x="487" y="233"/>
                    </a:cubicBezTo>
                    <a:cubicBezTo>
                      <a:pt x="485" y="231"/>
                      <a:pt x="483" y="227"/>
                      <a:pt x="479" y="228"/>
                    </a:cubicBezTo>
                    <a:cubicBezTo>
                      <a:pt x="477" y="228"/>
                      <a:pt x="476" y="229"/>
                      <a:pt x="475" y="231"/>
                    </a:cubicBezTo>
                    <a:cubicBezTo>
                      <a:pt x="474" y="232"/>
                      <a:pt x="474" y="233"/>
                      <a:pt x="475" y="234"/>
                    </a:cubicBezTo>
                    <a:cubicBezTo>
                      <a:pt x="476" y="235"/>
                      <a:pt x="476" y="236"/>
                      <a:pt x="477" y="237"/>
                    </a:cubicBezTo>
                    <a:cubicBezTo>
                      <a:pt x="477" y="239"/>
                      <a:pt x="478" y="240"/>
                      <a:pt x="479" y="241"/>
                    </a:cubicBezTo>
                    <a:cubicBezTo>
                      <a:pt x="481" y="243"/>
                      <a:pt x="483" y="243"/>
                      <a:pt x="484" y="244"/>
                    </a:cubicBezTo>
                    <a:cubicBezTo>
                      <a:pt x="486" y="246"/>
                      <a:pt x="486" y="247"/>
                      <a:pt x="487" y="249"/>
                    </a:cubicBezTo>
                    <a:cubicBezTo>
                      <a:pt x="486" y="249"/>
                      <a:pt x="485" y="249"/>
                      <a:pt x="484" y="249"/>
                    </a:cubicBezTo>
                    <a:cubicBezTo>
                      <a:pt x="483" y="248"/>
                      <a:pt x="483" y="248"/>
                      <a:pt x="482" y="248"/>
                    </a:cubicBezTo>
                    <a:cubicBezTo>
                      <a:pt x="480" y="247"/>
                      <a:pt x="479" y="247"/>
                      <a:pt x="478" y="247"/>
                    </a:cubicBezTo>
                    <a:cubicBezTo>
                      <a:pt x="477" y="247"/>
                      <a:pt x="477" y="246"/>
                      <a:pt x="476" y="246"/>
                    </a:cubicBezTo>
                    <a:cubicBezTo>
                      <a:pt x="475" y="244"/>
                      <a:pt x="474" y="242"/>
                      <a:pt x="473" y="240"/>
                    </a:cubicBezTo>
                    <a:cubicBezTo>
                      <a:pt x="473" y="239"/>
                      <a:pt x="473" y="238"/>
                      <a:pt x="472" y="237"/>
                    </a:cubicBezTo>
                    <a:cubicBezTo>
                      <a:pt x="472" y="237"/>
                      <a:pt x="472" y="236"/>
                      <a:pt x="472" y="235"/>
                    </a:cubicBezTo>
                    <a:cubicBezTo>
                      <a:pt x="472" y="233"/>
                      <a:pt x="471" y="231"/>
                      <a:pt x="470" y="230"/>
                    </a:cubicBezTo>
                    <a:cubicBezTo>
                      <a:pt x="470" y="229"/>
                      <a:pt x="469" y="229"/>
                      <a:pt x="468" y="229"/>
                    </a:cubicBezTo>
                    <a:cubicBezTo>
                      <a:pt x="468" y="229"/>
                      <a:pt x="467" y="228"/>
                      <a:pt x="467" y="228"/>
                    </a:cubicBezTo>
                    <a:cubicBezTo>
                      <a:pt x="465" y="228"/>
                      <a:pt x="464" y="228"/>
                      <a:pt x="462" y="228"/>
                    </a:cubicBezTo>
                    <a:cubicBezTo>
                      <a:pt x="462" y="228"/>
                      <a:pt x="461" y="228"/>
                      <a:pt x="460" y="228"/>
                    </a:cubicBezTo>
                    <a:cubicBezTo>
                      <a:pt x="459" y="228"/>
                      <a:pt x="459" y="227"/>
                      <a:pt x="458" y="227"/>
                    </a:cubicBezTo>
                    <a:cubicBezTo>
                      <a:pt x="458" y="227"/>
                      <a:pt x="458" y="227"/>
                      <a:pt x="458" y="227"/>
                    </a:cubicBezTo>
                    <a:cubicBezTo>
                      <a:pt x="458" y="227"/>
                      <a:pt x="457" y="227"/>
                      <a:pt x="457" y="227"/>
                    </a:cubicBezTo>
                    <a:cubicBezTo>
                      <a:pt x="457" y="227"/>
                      <a:pt x="456" y="226"/>
                      <a:pt x="455" y="226"/>
                    </a:cubicBezTo>
                    <a:cubicBezTo>
                      <a:pt x="454" y="226"/>
                      <a:pt x="454" y="226"/>
                      <a:pt x="454" y="225"/>
                    </a:cubicBezTo>
                    <a:cubicBezTo>
                      <a:pt x="453" y="224"/>
                      <a:pt x="452" y="224"/>
                      <a:pt x="451" y="224"/>
                    </a:cubicBezTo>
                    <a:cubicBezTo>
                      <a:pt x="450" y="224"/>
                      <a:pt x="449" y="224"/>
                      <a:pt x="448" y="224"/>
                    </a:cubicBezTo>
                    <a:cubicBezTo>
                      <a:pt x="448" y="224"/>
                      <a:pt x="447" y="224"/>
                      <a:pt x="447" y="225"/>
                    </a:cubicBezTo>
                    <a:cubicBezTo>
                      <a:pt x="447" y="226"/>
                      <a:pt x="446" y="227"/>
                      <a:pt x="444" y="227"/>
                    </a:cubicBezTo>
                    <a:cubicBezTo>
                      <a:pt x="442" y="227"/>
                      <a:pt x="441" y="225"/>
                      <a:pt x="440" y="223"/>
                    </a:cubicBezTo>
                    <a:cubicBezTo>
                      <a:pt x="438" y="222"/>
                      <a:pt x="437" y="221"/>
                      <a:pt x="435" y="219"/>
                    </a:cubicBezTo>
                    <a:cubicBezTo>
                      <a:pt x="434" y="218"/>
                      <a:pt x="432" y="216"/>
                      <a:pt x="431" y="215"/>
                    </a:cubicBezTo>
                    <a:cubicBezTo>
                      <a:pt x="430" y="213"/>
                      <a:pt x="429" y="211"/>
                      <a:pt x="427" y="210"/>
                    </a:cubicBezTo>
                    <a:cubicBezTo>
                      <a:pt x="426" y="209"/>
                      <a:pt x="425" y="209"/>
                      <a:pt x="423" y="208"/>
                    </a:cubicBezTo>
                    <a:cubicBezTo>
                      <a:pt x="420" y="207"/>
                      <a:pt x="416" y="206"/>
                      <a:pt x="413" y="208"/>
                    </a:cubicBezTo>
                    <a:cubicBezTo>
                      <a:pt x="411" y="209"/>
                      <a:pt x="410" y="209"/>
                      <a:pt x="408" y="210"/>
                    </a:cubicBezTo>
                    <a:cubicBezTo>
                      <a:pt x="406" y="211"/>
                      <a:pt x="404" y="211"/>
                      <a:pt x="404" y="214"/>
                    </a:cubicBezTo>
                    <a:cubicBezTo>
                      <a:pt x="403" y="215"/>
                      <a:pt x="402" y="217"/>
                      <a:pt x="401" y="218"/>
                    </a:cubicBezTo>
                    <a:cubicBezTo>
                      <a:pt x="400" y="220"/>
                      <a:pt x="399" y="221"/>
                      <a:pt x="397" y="222"/>
                    </a:cubicBezTo>
                    <a:cubicBezTo>
                      <a:pt x="396" y="223"/>
                      <a:pt x="395" y="224"/>
                      <a:pt x="394" y="225"/>
                    </a:cubicBezTo>
                    <a:cubicBezTo>
                      <a:pt x="393" y="226"/>
                      <a:pt x="391" y="227"/>
                      <a:pt x="390" y="226"/>
                    </a:cubicBezTo>
                    <a:cubicBezTo>
                      <a:pt x="389" y="226"/>
                      <a:pt x="388" y="224"/>
                      <a:pt x="388" y="223"/>
                    </a:cubicBezTo>
                    <a:cubicBezTo>
                      <a:pt x="387" y="222"/>
                      <a:pt x="386" y="221"/>
                      <a:pt x="385" y="222"/>
                    </a:cubicBezTo>
                    <a:cubicBezTo>
                      <a:pt x="384" y="221"/>
                      <a:pt x="383" y="221"/>
                      <a:pt x="383" y="221"/>
                    </a:cubicBezTo>
                    <a:cubicBezTo>
                      <a:pt x="382" y="221"/>
                      <a:pt x="382" y="221"/>
                      <a:pt x="381" y="220"/>
                    </a:cubicBezTo>
                    <a:cubicBezTo>
                      <a:pt x="381" y="219"/>
                      <a:pt x="381" y="218"/>
                      <a:pt x="380" y="217"/>
                    </a:cubicBezTo>
                    <a:cubicBezTo>
                      <a:pt x="380" y="216"/>
                      <a:pt x="380" y="215"/>
                      <a:pt x="380" y="214"/>
                    </a:cubicBezTo>
                    <a:cubicBezTo>
                      <a:pt x="381" y="214"/>
                      <a:pt x="381" y="213"/>
                      <a:pt x="382" y="213"/>
                    </a:cubicBezTo>
                    <a:cubicBezTo>
                      <a:pt x="382" y="212"/>
                      <a:pt x="382" y="212"/>
                      <a:pt x="382" y="211"/>
                    </a:cubicBezTo>
                    <a:cubicBezTo>
                      <a:pt x="382" y="211"/>
                      <a:pt x="381" y="209"/>
                      <a:pt x="381" y="209"/>
                    </a:cubicBezTo>
                    <a:cubicBezTo>
                      <a:pt x="381" y="209"/>
                      <a:pt x="381" y="208"/>
                      <a:pt x="381" y="207"/>
                    </a:cubicBezTo>
                    <a:cubicBezTo>
                      <a:pt x="381" y="206"/>
                      <a:pt x="382" y="205"/>
                      <a:pt x="382" y="205"/>
                    </a:cubicBezTo>
                    <a:cubicBezTo>
                      <a:pt x="382" y="204"/>
                      <a:pt x="383" y="204"/>
                      <a:pt x="383" y="204"/>
                    </a:cubicBezTo>
                    <a:cubicBezTo>
                      <a:pt x="384" y="203"/>
                      <a:pt x="384" y="201"/>
                      <a:pt x="383" y="201"/>
                    </a:cubicBezTo>
                    <a:cubicBezTo>
                      <a:pt x="383" y="200"/>
                      <a:pt x="382" y="201"/>
                      <a:pt x="381" y="200"/>
                    </a:cubicBezTo>
                    <a:cubicBezTo>
                      <a:pt x="380" y="200"/>
                      <a:pt x="380" y="199"/>
                      <a:pt x="380" y="198"/>
                    </a:cubicBezTo>
                    <a:cubicBezTo>
                      <a:pt x="380" y="198"/>
                      <a:pt x="379" y="197"/>
                      <a:pt x="379" y="197"/>
                    </a:cubicBezTo>
                    <a:cubicBezTo>
                      <a:pt x="379" y="196"/>
                      <a:pt x="380" y="196"/>
                      <a:pt x="380" y="196"/>
                    </a:cubicBezTo>
                    <a:cubicBezTo>
                      <a:pt x="380" y="195"/>
                      <a:pt x="380" y="195"/>
                      <a:pt x="380" y="195"/>
                    </a:cubicBezTo>
                    <a:cubicBezTo>
                      <a:pt x="380" y="195"/>
                      <a:pt x="380" y="195"/>
                      <a:pt x="380" y="195"/>
                    </a:cubicBezTo>
                    <a:cubicBezTo>
                      <a:pt x="380" y="194"/>
                      <a:pt x="380" y="193"/>
                      <a:pt x="379" y="193"/>
                    </a:cubicBezTo>
                    <a:cubicBezTo>
                      <a:pt x="379" y="192"/>
                      <a:pt x="379" y="192"/>
                      <a:pt x="379" y="191"/>
                    </a:cubicBezTo>
                    <a:cubicBezTo>
                      <a:pt x="379" y="191"/>
                      <a:pt x="378" y="190"/>
                      <a:pt x="378" y="190"/>
                    </a:cubicBezTo>
                    <a:cubicBezTo>
                      <a:pt x="377" y="189"/>
                      <a:pt x="377" y="188"/>
                      <a:pt x="376" y="188"/>
                    </a:cubicBezTo>
                    <a:cubicBezTo>
                      <a:pt x="375" y="186"/>
                      <a:pt x="373" y="185"/>
                      <a:pt x="372" y="184"/>
                    </a:cubicBezTo>
                    <a:cubicBezTo>
                      <a:pt x="370" y="183"/>
                      <a:pt x="368" y="183"/>
                      <a:pt x="366" y="183"/>
                    </a:cubicBezTo>
                    <a:cubicBezTo>
                      <a:pt x="365" y="184"/>
                      <a:pt x="364" y="184"/>
                      <a:pt x="363" y="184"/>
                    </a:cubicBezTo>
                    <a:cubicBezTo>
                      <a:pt x="363" y="184"/>
                      <a:pt x="363" y="185"/>
                      <a:pt x="362" y="185"/>
                    </a:cubicBezTo>
                    <a:cubicBezTo>
                      <a:pt x="359" y="186"/>
                      <a:pt x="357" y="183"/>
                      <a:pt x="355" y="182"/>
                    </a:cubicBezTo>
                    <a:cubicBezTo>
                      <a:pt x="354" y="180"/>
                      <a:pt x="352" y="179"/>
                      <a:pt x="350" y="179"/>
                    </a:cubicBezTo>
                    <a:cubicBezTo>
                      <a:pt x="349" y="179"/>
                      <a:pt x="348" y="179"/>
                      <a:pt x="346" y="179"/>
                    </a:cubicBezTo>
                    <a:cubicBezTo>
                      <a:pt x="344" y="179"/>
                      <a:pt x="342" y="178"/>
                      <a:pt x="340" y="177"/>
                    </a:cubicBezTo>
                    <a:cubicBezTo>
                      <a:pt x="339" y="177"/>
                      <a:pt x="338" y="176"/>
                      <a:pt x="337" y="175"/>
                    </a:cubicBezTo>
                    <a:cubicBezTo>
                      <a:pt x="337" y="175"/>
                      <a:pt x="337" y="174"/>
                      <a:pt x="336" y="173"/>
                    </a:cubicBezTo>
                    <a:cubicBezTo>
                      <a:pt x="334" y="171"/>
                      <a:pt x="331" y="171"/>
                      <a:pt x="328" y="171"/>
                    </a:cubicBezTo>
                    <a:cubicBezTo>
                      <a:pt x="327" y="171"/>
                      <a:pt x="325" y="171"/>
                      <a:pt x="324" y="171"/>
                    </a:cubicBezTo>
                    <a:cubicBezTo>
                      <a:pt x="323" y="171"/>
                      <a:pt x="322" y="171"/>
                      <a:pt x="321" y="171"/>
                    </a:cubicBezTo>
                    <a:cubicBezTo>
                      <a:pt x="320" y="171"/>
                      <a:pt x="318" y="171"/>
                      <a:pt x="317" y="171"/>
                    </a:cubicBezTo>
                    <a:cubicBezTo>
                      <a:pt x="316" y="170"/>
                      <a:pt x="314" y="169"/>
                      <a:pt x="314" y="168"/>
                    </a:cubicBezTo>
                    <a:cubicBezTo>
                      <a:pt x="311" y="166"/>
                      <a:pt x="310" y="163"/>
                      <a:pt x="307" y="160"/>
                    </a:cubicBezTo>
                    <a:cubicBezTo>
                      <a:pt x="305" y="158"/>
                      <a:pt x="303" y="157"/>
                      <a:pt x="300" y="156"/>
                    </a:cubicBezTo>
                    <a:cubicBezTo>
                      <a:pt x="297" y="155"/>
                      <a:pt x="293" y="154"/>
                      <a:pt x="291" y="157"/>
                    </a:cubicBezTo>
                    <a:cubicBezTo>
                      <a:pt x="289" y="159"/>
                      <a:pt x="289" y="161"/>
                      <a:pt x="291" y="163"/>
                    </a:cubicBezTo>
                    <a:cubicBezTo>
                      <a:pt x="292" y="165"/>
                      <a:pt x="294" y="166"/>
                      <a:pt x="295" y="168"/>
                    </a:cubicBezTo>
                    <a:cubicBezTo>
                      <a:pt x="296" y="170"/>
                      <a:pt x="296" y="173"/>
                      <a:pt x="295" y="175"/>
                    </a:cubicBezTo>
                    <a:cubicBezTo>
                      <a:pt x="294" y="177"/>
                      <a:pt x="292" y="175"/>
                      <a:pt x="292" y="174"/>
                    </a:cubicBezTo>
                    <a:cubicBezTo>
                      <a:pt x="290" y="172"/>
                      <a:pt x="289" y="172"/>
                      <a:pt x="286" y="172"/>
                    </a:cubicBezTo>
                    <a:cubicBezTo>
                      <a:pt x="285" y="172"/>
                      <a:pt x="282" y="173"/>
                      <a:pt x="281" y="174"/>
                    </a:cubicBezTo>
                    <a:cubicBezTo>
                      <a:pt x="281" y="175"/>
                      <a:pt x="281" y="177"/>
                      <a:pt x="280" y="178"/>
                    </a:cubicBezTo>
                    <a:cubicBezTo>
                      <a:pt x="280" y="180"/>
                      <a:pt x="280" y="181"/>
                      <a:pt x="279" y="183"/>
                    </a:cubicBezTo>
                    <a:cubicBezTo>
                      <a:pt x="279" y="184"/>
                      <a:pt x="278" y="185"/>
                      <a:pt x="277" y="185"/>
                    </a:cubicBezTo>
                    <a:cubicBezTo>
                      <a:pt x="275" y="185"/>
                      <a:pt x="274" y="185"/>
                      <a:pt x="273" y="184"/>
                    </a:cubicBezTo>
                    <a:cubicBezTo>
                      <a:pt x="271" y="181"/>
                      <a:pt x="271" y="178"/>
                      <a:pt x="273" y="176"/>
                    </a:cubicBezTo>
                    <a:cubicBezTo>
                      <a:pt x="274" y="175"/>
                      <a:pt x="275" y="175"/>
                      <a:pt x="276" y="174"/>
                    </a:cubicBezTo>
                    <a:cubicBezTo>
                      <a:pt x="276" y="174"/>
                      <a:pt x="277" y="174"/>
                      <a:pt x="277" y="173"/>
                    </a:cubicBezTo>
                    <a:cubicBezTo>
                      <a:pt x="277" y="172"/>
                      <a:pt x="276" y="172"/>
                      <a:pt x="275" y="171"/>
                    </a:cubicBezTo>
                    <a:cubicBezTo>
                      <a:pt x="275" y="170"/>
                      <a:pt x="274" y="169"/>
                      <a:pt x="273" y="169"/>
                    </a:cubicBezTo>
                    <a:cubicBezTo>
                      <a:pt x="272" y="167"/>
                      <a:pt x="272" y="166"/>
                      <a:pt x="271" y="164"/>
                    </a:cubicBezTo>
                    <a:cubicBezTo>
                      <a:pt x="270" y="162"/>
                      <a:pt x="268" y="160"/>
                      <a:pt x="267" y="159"/>
                    </a:cubicBezTo>
                    <a:cubicBezTo>
                      <a:pt x="265" y="158"/>
                      <a:pt x="264" y="157"/>
                      <a:pt x="263" y="158"/>
                    </a:cubicBezTo>
                    <a:cubicBezTo>
                      <a:pt x="261" y="160"/>
                      <a:pt x="260" y="161"/>
                      <a:pt x="258" y="161"/>
                    </a:cubicBezTo>
                    <a:cubicBezTo>
                      <a:pt x="255" y="161"/>
                      <a:pt x="253" y="160"/>
                      <a:pt x="251" y="161"/>
                    </a:cubicBezTo>
                    <a:cubicBezTo>
                      <a:pt x="249" y="161"/>
                      <a:pt x="248" y="163"/>
                      <a:pt x="247" y="164"/>
                    </a:cubicBezTo>
                    <a:cubicBezTo>
                      <a:pt x="247" y="166"/>
                      <a:pt x="247" y="168"/>
                      <a:pt x="247" y="170"/>
                    </a:cubicBezTo>
                    <a:cubicBezTo>
                      <a:pt x="248" y="171"/>
                      <a:pt x="249" y="172"/>
                      <a:pt x="249" y="173"/>
                    </a:cubicBezTo>
                    <a:cubicBezTo>
                      <a:pt x="249" y="175"/>
                      <a:pt x="247" y="176"/>
                      <a:pt x="246" y="177"/>
                    </a:cubicBezTo>
                    <a:cubicBezTo>
                      <a:pt x="245" y="178"/>
                      <a:pt x="244" y="179"/>
                      <a:pt x="242" y="181"/>
                    </a:cubicBezTo>
                    <a:cubicBezTo>
                      <a:pt x="240" y="184"/>
                      <a:pt x="238" y="187"/>
                      <a:pt x="235" y="189"/>
                    </a:cubicBezTo>
                    <a:cubicBezTo>
                      <a:pt x="234" y="190"/>
                      <a:pt x="233" y="191"/>
                      <a:pt x="232" y="193"/>
                    </a:cubicBezTo>
                    <a:cubicBezTo>
                      <a:pt x="230" y="194"/>
                      <a:pt x="229" y="196"/>
                      <a:pt x="229" y="198"/>
                    </a:cubicBezTo>
                    <a:cubicBezTo>
                      <a:pt x="229" y="200"/>
                      <a:pt x="230" y="202"/>
                      <a:pt x="230" y="203"/>
                    </a:cubicBezTo>
                    <a:cubicBezTo>
                      <a:pt x="231" y="205"/>
                      <a:pt x="233" y="208"/>
                      <a:pt x="235" y="208"/>
                    </a:cubicBezTo>
                    <a:cubicBezTo>
                      <a:pt x="237" y="208"/>
                      <a:pt x="239" y="206"/>
                      <a:pt x="239" y="204"/>
                    </a:cubicBezTo>
                    <a:cubicBezTo>
                      <a:pt x="239" y="202"/>
                      <a:pt x="238" y="201"/>
                      <a:pt x="238" y="199"/>
                    </a:cubicBezTo>
                    <a:cubicBezTo>
                      <a:pt x="238" y="197"/>
                      <a:pt x="240" y="196"/>
                      <a:pt x="241" y="195"/>
                    </a:cubicBezTo>
                    <a:cubicBezTo>
                      <a:pt x="242" y="193"/>
                      <a:pt x="244" y="191"/>
                      <a:pt x="246" y="190"/>
                    </a:cubicBezTo>
                    <a:cubicBezTo>
                      <a:pt x="247" y="188"/>
                      <a:pt x="250" y="187"/>
                      <a:pt x="252" y="185"/>
                    </a:cubicBezTo>
                    <a:cubicBezTo>
                      <a:pt x="254" y="184"/>
                      <a:pt x="255" y="182"/>
                      <a:pt x="257" y="179"/>
                    </a:cubicBezTo>
                    <a:cubicBezTo>
                      <a:pt x="258" y="177"/>
                      <a:pt x="259" y="175"/>
                      <a:pt x="261" y="174"/>
                    </a:cubicBezTo>
                    <a:cubicBezTo>
                      <a:pt x="263" y="173"/>
                      <a:pt x="265" y="174"/>
                      <a:pt x="265" y="176"/>
                    </a:cubicBezTo>
                    <a:cubicBezTo>
                      <a:pt x="265" y="178"/>
                      <a:pt x="263" y="179"/>
                      <a:pt x="262" y="181"/>
                    </a:cubicBezTo>
                    <a:cubicBezTo>
                      <a:pt x="261" y="183"/>
                      <a:pt x="263" y="184"/>
                      <a:pt x="264" y="185"/>
                    </a:cubicBezTo>
                    <a:cubicBezTo>
                      <a:pt x="265" y="185"/>
                      <a:pt x="265" y="185"/>
                      <a:pt x="266" y="186"/>
                    </a:cubicBezTo>
                    <a:cubicBezTo>
                      <a:pt x="267" y="187"/>
                      <a:pt x="269" y="188"/>
                      <a:pt x="267" y="190"/>
                    </a:cubicBezTo>
                    <a:cubicBezTo>
                      <a:pt x="267" y="191"/>
                      <a:pt x="266" y="191"/>
                      <a:pt x="265" y="191"/>
                    </a:cubicBezTo>
                    <a:cubicBezTo>
                      <a:pt x="264" y="191"/>
                      <a:pt x="263" y="191"/>
                      <a:pt x="263" y="191"/>
                    </a:cubicBezTo>
                    <a:cubicBezTo>
                      <a:pt x="263" y="192"/>
                      <a:pt x="263" y="192"/>
                      <a:pt x="263" y="193"/>
                    </a:cubicBezTo>
                    <a:cubicBezTo>
                      <a:pt x="263" y="194"/>
                      <a:pt x="262" y="194"/>
                      <a:pt x="262" y="195"/>
                    </a:cubicBezTo>
                    <a:cubicBezTo>
                      <a:pt x="261" y="196"/>
                      <a:pt x="263" y="197"/>
                      <a:pt x="263" y="198"/>
                    </a:cubicBezTo>
                    <a:cubicBezTo>
                      <a:pt x="263" y="200"/>
                      <a:pt x="261" y="200"/>
                      <a:pt x="262" y="201"/>
                    </a:cubicBezTo>
                    <a:cubicBezTo>
                      <a:pt x="262" y="202"/>
                      <a:pt x="262" y="203"/>
                      <a:pt x="262" y="204"/>
                    </a:cubicBezTo>
                    <a:cubicBezTo>
                      <a:pt x="262" y="206"/>
                      <a:pt x="261" y="207"/>
                      <a:pt x="260" y="207"/>
                    </a:cubicBezTo>
                    <a:cubicBezTo>
                      <a:pt x="258" y="207"/>
                      <a:pt x="255" y="207"/>
                      <a:pt x="253" y="208"/>
                    </a:cubicBezTo>
                    <a:cubicBezTo>
                      <a:pt x="251" y="209"/>
                      <a:pt x="251" y="212"/>
                      <a:pt x="251" y="213"/>
                    </a:cubicBezTo>
                    <a:cubicBezTo>
                      <a:pt x="251" y="215"/>
                      <a:pt x="251" y="216"/>
                      <a:pt x="252" y="217"/>
                    </a:cubicBezTo>
                    <a:cubicBezTo>
                      <a:pt x="252" y="218"/>
                      <a:pt x="253" y="219"/>
                      <a:pt x="254" y="219"/>
                    </a:cubicBezTo>
                    <a:cubicBezTo>
                      <a:pt x="254" y="220"/>
                      <a:pt x="255" y="221"/>
                      <a:pt x="255" y="221"/>
                    </a:cubicBezTo>
                    <a:cubicBezTo>
                      <a:pt x="257" y="223"/>
                      <a:pt x="258" y="223"/>
                      <a:pt x="260" y="222"/>
                    </a:cubicBezTo>
                    <a:cubicBezTo>
                      <a:pt x="261" y="221"/>
                      <a:pt x="263" y="219"/>
                      <a:pt x="263" y="217"/>
                    </a:cubicBezTo>
                    <a:cubicBezTo>
                      <a:pt x="263" y="216"/>
                      <a:pt x="263" y="215"/>
                      <a:pt x="263" y="214"/>
                    </a:cubicBezTo>
                    <a:cubicBezTo>
                      <a:pt x="264" y="214"/>
                      <a:pt x="265" y="213"/>
                      <a:pt x="265" y="213"/>
                    </a:cubicBezTo>
                    <a:cubicBezTo>
                      <a:pt x="267" y="212"/>
                      <a:pt x="268" y="211"/>
                      <a:pt x="269" y="211"/>
                    </a:cubicBezTo>
                    <a:cubicBezTo>
                      <a:pt x="271" y="210"/>
                      <a:pt x="273" y="212"/>
                      <a:pt x="273" y="213"/>
                    </a:cubicBezTo>
                    <a:cubicBezTo>
                      <a:pt x="274" y="214"/>
                      <a:pt x="273" y="216"/>
                      <a:pt x="272" y="216"/>
                    </a:cubicBezTo>
                    <a:cubicBezTo>
                      <a:pt x="271" y="217"/>
                      <a:pt x="270" y="217"/>
                      <a:pt x="270" y="217"/>
                    </a:cubicBezTo>
                    <a:cubicBezTo>
                      <a:pt x="269" y="217"/>
                      <a:pt x="269" y="217"/>
                      <a:pt x="268" y="218"/>
                    </a:cubicBezTo>
                    <a:cubicBezTo>
                      <a:pt x="267" y="219"/>
                      <a:pt x="268" y="221"/>
                      <a:pt x="268" y="222"/>
                    </a:cubicBezTo>
                    <a:cubicBezTo>
                      <a:pt x="268" y="223"/>
                      <a:pt x="268" y="224"/>
                      <a:pt x="267" y="225"/>
                    </a:cubicBezTo>
                    <a:cubicBezTo>
                      <a:pt x="266" y="225"/>
                      <a:pt x="266" y="225"/>
                      <a:pt x="265" y="226"/>
                    </a:cubicBezTo>
                    <a:cubicBezTo>
                      <a:pt x="264" y="226"/>
                      <a:pt x="263" y="226"/>
                      <a:pt x="263" y="226"/>
                    </a:cubicBezTo>
                    <a:cubicBezTo>
                      <a:pt x="262" y="226"/>
                      <a:pt x="261" y="226"/>
                      <a:pt x="260" y="227"/>
                    </a:cubicBezTo>
                    <a:cubicBezTo>
                      <a:pt x="260" y="227"/>
                      <a:pt x="260" y="227"/>
                      <a:pt x="260" y="227"/>
                    </a:cubicBezTo>
                    <a:cubicBezTo>
                      <a:pt x="259" y="228"/>
                      <a:pt x="259" y="228"/>
                      <a:pt x="260" y="229"/>
                    </a:cubicBezTo>
                    <a:cubicBezTo>
                      <a:pt x="260" y="229"/>
                      <a:pt x="260" y="230"/>
                      <a:pt x="260" y="230"/>
                    </a:cubicBezTo>
                    <a:cubicBezTo>
                      <a:pt x="260" y="231"/>
                      <a:pt x="260" y="232"/>
                      <a:pt x="260" y="233"/>
                    </a:cubicBezTo>
                    <a:cubicBezTo>
                      <a:pt x="260" y="233"/>
                      <a:pt x="261" y="234"/>
                      <a:pt x="261" y="234"/>
                    </a:cubicBezTo>
                    <a:cubicBezTo>
                      <a:pt x="261" y="235"/>
                      <a:pt x="261" y="235"/>
                      <a:pt x="261" y="235"/>
                    </a:cubicBezTo>
                    <a:cubicBezTo>
                      <a:pt x="261" y="235"/>
                      <a:pt x="261" y="235"/>
                      <a:pt x="261" y="235"/>
                    </a:cubicBezTo>
                    <a:cubicBezTo>
                      <a:pt x="261" y="235"/>
                      <a:pt x="261" y="235"/>
                      <a:pt x="261" y="235"/>
                    </a:cubicBezTo>
                    <a:cubicBezTo>
                      <a:pt x="261" y="236"/>
                      <a:pt x="262" y="236"/>
                      <a:pt x="262" y="237"/>
                    </a:cubicBezTo>
                    <a:cubicBezTo>
                      <a:pt x="263" y="237"/>
                      <a:pt x="263" y="237"/>
                      <a:pt x="264" y="238"/>
                    </a:cubicBezTo>
                    <a:cubicBezTo>
                      <a:pt x="266" y="238"/>
                      <a:pt x="266" y="240"/>
                      <a:pt x="265" y="242"/>
                    </a:cubicBezTo>
                    <a:cubicBezTo>
                      <a:pt x="265" y="244"/>
                      <a:pt x="265" y="246"/>
                      <a:pt x="264" y="247"/>
                    </a:cubicBezTo>
                    <a:cubicBezTo>
                      <a:pt x="263" y="247"/>
                      <a:pt x="260" y="247"/>
                      <a:pt x="260" y="249"/>
                    </a:cubicBezTo>
                    <a:cubicBezTo>
                      <a:pt x="260" y="249"/>
                      <a:pt x="261" y="250"/>
                      <a:pt x="261" y="250"/>
                    </a:cubicBezTo>
                    <a:cubicBezTo>
                      <a:pt x="262" y="251"/>
                      <a:pt x="263" y="251"/>
                      <a:pt x="265" y="251"/>
                    </a:cubicBezTo>
                    <a:cubicBezTo>
                      <a:pt x="266" y="252"/>
                      <a:pt x="267" y="252"/>
                      <a:pt x="268" y="254"/>
                    </a:cubicBezTo>
                    <a:cubicBezTo>
                      <a:pt x="268" y="255"/>
                      <a:pt x="269" y="257"/>
                      <a:pt x="268" y="259"/>
                    </a:cubicBezTo>
                    <a:cubicBezTo>
                      <a:pt x="267" y="260"/>
                      <a:pt x="266" y="261"/>
                      <a:pt x="265" y="260"/>
                    </a:cubicBezTo>
                    <a:cubicBezTo>
                      <a:pt x="264" y="259"/>
                      <a:pt x="264" y="259"/>
                      <a:pt x="264" y="258"/>
                    </a:cubicBezTo>
                    <a:cubicBezTo>
                      <a:pt x="264" y="257"/>
                      <a:pt x="264" y="257"/>
                      <a:pt x="264" y="256"/>
                    </a:cubicBezTo>
                    <a:cubicBezTo>
                      <a:pt x="263" y="254"/>
                      <a:pt x="262" y="253"/>
                      <a:pt x="261" y="252"/>
                    </a:cubicBezTo>
                    <a:cubicBezTo>
                      <a:pt x="260" y="251"/>
                      <a:pt x="258" y="250"/>
                      <a:pt x="257" y="250"/>
                    </a:cubicBezTo>
                    <a:cubicBezTo>
                      <a:pt x="255" y="250"/>
                      <a:pt x="253" y="251"/>
                      <a:pt x="252" y="253"/>
                    </a:cubicBezTo>
                    <a:cubicBezTo>
                      <a:pt x="251" y="254"/>
                      <a:pt x="250" y="255"/>
                      <a:pt x="249" y="256"/>
                    </a:cubicBezTo>
                    <a:cubicBezTo>
                      <a:pt x="248" y="257"/>
                      <a:pt x="247" y="258"/>
                      <a:pt x="246" y="258"/>
                    </a:cubicBezTo>
                    <a:cubicBezTo>
                      <a:pt x="245" y="259"/>
                      <a:pt x="244" y="260"/>
                      <a:pt x="243" y="261"/>
                    </a:cubicBezTo>
                    <a:cubicBezTo>
                      <a:pt x="242" y="263"/>
                      <a:pt x="242" y="265"/>
                      <a:pt x="242" y="267"/>
                    </a:cubicBezTo>
                    <a:cubicBezTo>
                      <a:pt x="241" y="268"/>
                      <a:pt x="241" y="270"/>
                      <a:pt x="242" y="271"/>
                    </a:cubicBezTo>
                    <a:cubicBezTo>
                      <a:pt x="243" y="272"/>
                      <a:pt x="245" y="272"/>
                      <a:pt x="246" y="272"/>
                    </a:cubicBezTo>
                    <a:cubicBezTo>
                      <a:pt x="247" y="273"/>
                      <a:pt x="248" y="274"/>
                      <a:pt x="250" y="274"/>
                    </a:cubicBezTo>
                    <a:cubicBezTo>
                      <a:pt x="251" y="274"/>
                      <a:pt x="253" y="274"/>
                      <a:pt x="255" y="274"/>
                    </a:cubicBezTo>
                    <a:cubicBezTo>
                      <a:pt x="257" y="274"/>
                      <a:pt x="257" y="273"/>
                      <a:pt x="259" y="272"/>
                    </a:cubicBezTo>
                    <a:cubicBezTo>
                      <a:pt x="260" y="272"/>
                      <a:pt x="262" y="271"/>
                      <a:pt x="264" y="271"/>
                    </a:cubicBezTo>
                    <a:cubicBezTo>
                      <a:pt x="266" y="271"/>
                      <a:pt x="267" y="271"/>
                      <a:pt x="269" y="272"/>
                    </a:cubicBezTo>
                    <a:cubicBezTo>
                      <a:pt x="271" y="272"/>
                      <a:pt x="272" y="272"/>
                      <a:pt x="274" y="273"/>
                    </a:cubicBezTo>
                    <a:cubicBezTo>
                      <a:pt x="276" y="273"/>
                      <a:pt x="278" y="273"/>
                      <a:pt x="280" y="274"/>
                    </a:cubicBezTo>
                    <a:cubicBezTo>
                      <a:pt x="282" y="274"/>
                      <a:pt x="283" y="276"/>
                      <a:pt x="285" y="277"/>
                    </a:cubicBezTo>
                    <a:cubicBezTo>
                      <a:pt x="287" y="278"/>
                      <a:pt x="289" y="279"/>
                      <a:pt x="291" y="280"/>
                    </a:cubicBezTo>
                    <a:cubicBezTo>
                      <a:pt x="292" y="282"/>
                      <a:pt x="293" y="283"/>
                      <a:pt x="294" y="285"/>
                    </a:cubicBezTo>
                    <a:cubicBezTo>
                      <a:pt x="294" y="287"/>
                      <a:pt x="294" y="288"/>
                      <a:pt x="294" y="290"/>
                    </a:cubicBezTo>
                    <a:cubicBezTo>
                      <a:pt x="294" y="292"/>
                      <a:pt x="293" y="293"/>
                      <a:pt x="291" y="294"/>
                    </a:cubicBezTo>
                    <a:cubicBezTo>
                      <a:pt x="290" y="295"/>
                      <a:pt x="288" y="295"/>
                      <a:pt x="287" y="296"/>
                    </a:cubicBezTo>
                    <a:cubicBezTo>
                      <a:pt x="286" y="297"/>
                      <a:pt x="285" y="299"/>
                      <a:pt x="286" y="300"/>
                    </a:cubicBezTo>
                    <a:cubicBezTo>
                      <a:pt x="287" y="302"/>
                      <a:pt x="289" y="302"/>
                      <a:pt x="291" y="302"/>
                    </a:cubicBezTo>
                    <a:cubicBezTo>
                      <a:pt x="293" y="303"/>
                      <a:pt x="294" y="305"/>
                      <a:pt x="293" y="306"/>
                    </a:cubicBezTo>
                    <a:cubicBezTo>
                      <a:pt x="292" y="308"/>
                      <a:pt x="290" y="308"/>
                      <a:pt x="288" y="308"/>
                    </a:cubicBezTo>
                    <a:cubicBezTo>
                      <a:pt x="286" y="307"/>
                      <a:pt x="285" y="307"/>
                      <a:pt x="283" y="307"/>
                    </a:cubicBezTo>
                    <a:cubicBezTo>
                      <a:pt x="281" y="307"/>
                      <a:pt x="280" y="306"/>
                      <a:pt x="279" y="305"/>
                    </a:cubicBezTo>
                    <a:cubicBezTo>
                      <a:pt x="279" y="304"/>
                      <a:pt x="278" y="304"/>
                      <a:pt x="278" y="304"/>
                    </a:cubicBezTo>
                    <a:cubicBezTo>
                      <a:pt x="277" y="304"/>
                      <a:pt x="277" y="304"/>
                      <a:pt x="276" y="304"/>
                    </a:cubicBezTo>
                    <a:cubicBezTo>
                      <a:pt x="274" y="304"/>
                      <a:pt x="272" y="305"/>
                      <a:pt x="269" y="305"/>
                    </a:cubicBezTo>
                    <a:cubicBezTo>
                      <a:pt x="267" y="305"/>
                      <a:pt x="265" y="305"/>
                      <a:pt x="264" y="304"/>
                    </a:cubicBezTo>
                    <a:cubicBezTo>
                      <a:pt x="262" y="303"/>
                      <a:pt x="261" y="302"/>
                      <a:pt x="260" y="301"/>
                    </a:cubicBezTo>
                    <a:cubicBezTo>
                      <a:pt x="258" y="300"/>
                      <a:pt x="255" y="300"/>
                      <a:pt x="253" y="299"/>
                    </a:cubicBezTo>
                    <a:cubicBezTo>
                      <a:pt x="251" y="299"/>
                      <a:pt x="249" y="299"/>
                      <a:pt x="248" y="299"/>
                    </a:cubicBezTo>
                    <a:cubicBezTo>
                      <a:pt x="246" y="299"/>
                      <a:pt x="245" y="298"/>
                      <a:pt x="244" y="298"/>
                    </a:cubicBezTo>
                    <a:cubicBezTo>
                      <a:pt x="241" y="297"/>
                      <a:pt x="237" y="298"/>
                      <a:pt x="235" y="300"/>
                    </a:cubicBezTo>
                    <a:cubicBezTo>
                      <a:pt x="235" y="301"/>
                      <a:pt x="235" y="302"/>
                      <a:pt x="235" y="303"/>
                    </a:cubicBezTo>
                    <a:cubicBezTo>
                      <a:pt x="235" y="304"/>
                      <a:pt x="234" y="305"/>
                      <a:pt x="234" y="306"/>
                    </a:cubicBezTo>
                    <a:cubicBezTo>
                      <a:pt x="234" y="307"/>
                      <a:pt x="233" y="309"/>
                      <a:pt x="232" y="310"/>
                    </a:cubicBezTo>
                    <a:cubicBezTo>
                      <a:pt x="231" y="311"/>
                      <a:pt x="231" y="311"/>
                      <a:pt x="230" y="312"/>
                    </a:cubicBezTo>
                    <a:cubicBezTo>
                      <a:pt x="229" y="312"/>
                      <a:pt x="229" y="313"/>
                      <a:pt x="229" y="314"/>
                    </a:cubicBezTo>
                    <a:cubicBezTo>
                      <a:pt x="228" y="314"/>
                      <a:pt x="228" y="315"/>
                      <a:pt x="228" y="315"/>
                    </a:cubicBezTo>
                    <a:cubicBezTo>
                      <a:pt x="228" y="316"/>
                      <a:pt x="228" y="317"/>
                      <a:pt x="228" y="318"/>
                    </a:cubicBezTo>
                    <a:cubicBezTo>
                      <a:pt x="228" y="319"/>
                      <a:pt x="227" y="320"/>
                      <a:pt x="227" y="320"/>
                    </a:cubicBezTo>
                    <a:cubicBezTo>
                      <a:pt x="227" y="320"/>
                      <a:pt x="227" y="321"/>
                      <a:pt x="227" y="321"/>
                    </a:cubicBezTo>
                    <a:cubicBezTo>
                      <a:pt x="227" y="322"/>
                      <a:pt x="226" y="321"/>
                      <a:pt x="225" y="322"/>
                    </a:cubicBezTo>
                    <a:cubicBezTo>
                      <a:pt x="224" y="322"/>
                      <a:pt x="223" y="323"/>
                      <a:pt x="224" y="324"/>
                    </a:cubicBezTo>
                    <a:cubicBezTo>
                      <a:pt x="224" y="325"/>
                      <a:pt x="224" y="327"/>
                      <a:pt x="225" y="327"/>
                    </a:cubicBezTo>
                    <a:cubicBezTo>
                      <a:pt x="225" y="328"/>
                      <a:pt x="226" y="328"/>
                      <a:pt x="226" y="328"/>
                    </a:cubicBezTo>
                    <a:cubicBezTo>
                      <a:pt x="227" y="329"/>
                      <a:pt x="227" y="329"/>
                      <a:pt x="228" y="330"/>
                    </a:cubicBezTo>
                    <a:cubicBezTo>
                      <a:pt x="229" y="332"/>
                      <a:pt x="231" y="333"/>
                      <a:pt x="232" y="335"/>
                    </a:cubicBezTo>
                    <a:cubicBezTo>
                      <a:pt x="233" y="336"/>
                      <a:pt x="234" y="338"/>
                      <a:pt x="233" y="339"/>
                    </a:cubicBezTo>
                    <a:cubicBezTo>
                      <a:pt x="233" y="340"/>
                      <a:pt x="232" y="339"/>
                      <a:pt x="232" y="339"/>
                    </a:cubicBezTo>
                    <a:cubicBezTo>
                      <a:pt x="231" y="339"/>
                      <a:pt x="230" y="339"/>
                      <a:pt x="229" y="338"/>
                    </a:cubicBezTo>
                    <a:cubicBezTo>
                      <a:pt x="227" y="338"/>
                      <a:pt x="225" y="338"/>
                      <a:pt x="223" y="338"/>
                    </a:cubicBezTo>
                    <a:cubicBezTo>
                      <a:pt x="222" y="338"/>
                      <a:pt x="221" y="339"/>
                      <a:pt x="220" y="338"/>
                    </a:cubicBezTo>
                    <a:cubicBezTo>
                      <a:pt x="219" y="338"/>
                      <a:pt x="218" y="338"/>
                      <a:pt x="217" y="337"/>
                    </a:cubicBezTo>
                    <a:cubicBezTo>
                      <a:pt x="215" y="337"/>
                      <a:pt x="214" y="337"/>
                      <a:pt x="213" y="336"/>
                    </a:cubicBezTo>
                    <a:cubicBezTo>
                      <a:pt x="210" y="335"/>
                      <a:pt x="209" y="332"/>
                      <a:pt x="206" y="332"/>
                    </a:cubicBezTo>
                    <a:cubicBezTo>
                      <a:pt x="205" y="332"/>
                      <a:pt x="204" y="332"/>
                      <a:pt x="203" y="331"/>
                    </a:cubicBezTo>
                    <a:cubicBezTo>
                      <a:pt x="202" y="331"/>
                      <a:pt x="202" y="331"/>
                      <a:pt x="201" y="332"/>
                    </a:cubicBezTo>
                    <a:cubicBezTo>
                      <a:pt x="200" y="332"/>
                      <a:pt x="200" y="333"/>
                      <a:pt x="200" y="334"/>
                    </a:cubicBezTo>
                    <a:cubicBezTo>
                      <a:pt x="200" y="335"/>
                      <a:pt x="200" y="336"/>
                      <a:pt x="201" y="337"/>
                    </a:cubicBezTo>
                    <a:cubicBezTo>
                      <a:pt x="202" y="340"/>
                      <a:pt x="205" y="342"/>
                      <a:pt x="205" y="345"/>
                    </a:cubicBezTo>
                    <a:cubicBezTo>
                      <a:pt x="203" y="344"/>
                      <a:pt x="200" y="343"/>
                      <a:pt x="198" y="342"/>
                    </a:cubicBezTo>
                    <a:cubicBezTo>
                      <a:pt x="197" y="341"/>
                      <a:pt x="196" y="340"/>
                      <a:pt x="195" y="339"/>
                    </a:cubicBezTo>
                    <a:cubicBezTo>
                      <a:pt x="195" y="338"/>
                      <a:pt x="194" y="337"/>
                      <a:pt x="193" y="337"/>
                    </a:cubicBezTo>
                    <a:cubicBezTo>
                      <a:pt x="190" y="336"/>
                      <a:pt x="188" y="338"/>
                      <a:pt x="186" y="339"/>
                    </a:cubicBezTo>
                    <a:cubicBezTo>
                      <a:pt x="185" y="339"/>
                      <a:pt x="184" y="339"/>
                      <a:pt x="183" y="339"/>
                    </a:cubicBezTo>
                    <a:cubicBezTo>
                      <a:pt x="182" y="338"/>
                      <a:pt x="181" y="337"/>
                      <a:pt x="180" y="337"/>
                    </a:cubicBezTo>
                    <a:cubicBezTo>
                      <a:pt x="178" y="335"/>
                      <a:pt x="174" y="334"/>
                      <a:pt x="172" y="336"/>
                    </a:cubicBezTo>
                    <a:cubicBezTo>
                      <a:pt x="171" y="338"/>
                      <a:pt x="172" y="340"/>
                      <a:pt x="173" y="341"/>
                    </a:cubicBezTo>
                    <a:cubicBezTo>
                      <a:pt x="175" y="342"/>
                      <a:pt x="176" y="343"/>
                      <a:pt x="177" y="345"/>
                    </a:cubicBezTo>
                    <a:cubicBezTo>
                      <a:pt x="178" y="346"/>
                      <a:pt x="179" y="347"/>
                      <a:pt x="180" y="348"/>
                    </a:cubicBezTo>
                    <a:cubicBezTo>
                      <a:pt x="182" y="349"/>
                      <a:pt x="183" y="350"/>
                      <a:pt x="185" y="351"/>
                    </a:cubicBezTo>
                    <a:cubicBezTo>
                      <a:pt x="186" y="352"/>
                      <a:pt x="188" y="353"/>
                      <a:pt x="189" y="355"/>
                    </a:cubicBezTo>
                    <a:cubicBezTo>
                      <a:pt x="189" y="355"/>
                      <a:pt x="188" y="355"/>
                      <a:pt x="188" y="354"/>
                    </a:cubicBezTo>
                    <a:cubicBezTo>
                      <a:pt x="187" y="354"/>
                      <a:pt x="186" y="354"/>
                      <a:pt x="185" y="354"/>
                    </a:cubicBezTo>
                    <a:cubicBezTo>
                      <a:pt x="185" y="354"/>
                      <a:pt x="184" y="353"/>
                      <a:pt x="183" y="353"/>
                    </a:cubicBezTo>
                    <a:cubicBezTo>
                      <a:pt x="182" y="353"/>
                      <a:pt x="182" y="353"/>
                      <a:pt x="181" y="354"/>
                    </a:cubicBezTo>
                    <a:cubicBezTo>
                      <a:pt x="181" y="354"/>
                      <a:pt x="182" y="355"/>
                      <a:pt x="182" y="355"/>
                    </a:cubicBezTo>
                    <a:cubicBezTo>
                      <a:pt x="183" y="356"/>
                      <a:pt x="184" y="358"/>
                      <a:pt x="184" y="359"/>
                    </a:cubicBezTo>
                    <a:cubicBezTo>
                      <a:pt x="185" y="360"/>
                      <a:pt x="185" y="360"/>
                      <a:pt x="185" y="360"/>
                    </a:cubicBezTo>
                    <a:cubicBezTo>
                      <a:pt x="186" y="361"/>
                      <a:pt x="187" y="361"/>
                      <a:pt x="187" y="361"/>
                    </a:cubicBezTo>
                    <a:cubicBezTo>
                      <a:pt x="188" y="361"/>
                      <a:pt x="188" y="361"/>
                      <a:pt x="188" y="362"/>
                    </a:cubicBezTo>
                    <a:cubicBezTo>
                      <a:pt x="189" y="362"/>
                      <a:pt x="189" y="363"/>
                      <a:pt x="189" y="363"/>
                    </a:cubicBezTo>
                    <a:cubicBezTo>
                      <a:pt x="188" y="364"/>
                      <a:pt x="187" y="363"/>
                      <a:pt x="187" y="363"/>
                    </a:cubicBezTo>
                    <a:cubicBezTo>
                      <a:pt x="186" y="362"/>
                      <a:pt x="185" y="361"/>
                      <a:pt x="184" y="360"/>
                    </a:cubicBezTo>
                    <a:cubicBezTo>
                      <a:pt x="183" y="360"/>
                      <a:pt x="182" y="360"/>
                      <a:pt x="182" y="361"/>
                    </a:cubicBezTo>
                    <a:cubicBezTo>
                      <a:pt x="182" y="361"/>
                      <a:pt x="182" y="361"/>
                      <a:pt x="182" y="362"/>
                    </a:cubicBezTo>
                    <a:cubicBezTo>
                      <a:pt x="182" y="362"/>
                      <a:pt x="182" y="363"/>
                      <a:pt x="183" y="363"/>
                    </a:cubicBezTo>
                    <a:cubicBezTo>
                      <a:pt x="183" y="364"/>
                      <a:pt x="183" y="364"/>
                      <a:pt x="183" y="365"/>
                    </a:cubicBezTo>
                    <a:cubicBezTo>
                      <a:pt x="184" y="365"/>
                      <a:pt x="184" y="365"/>
                      <a:pt x="185" y="366"/>
                    </a:cubicBezTo>
                    <a:cubicBezTo>
                      <a:pt x="186" y="366"/>
                      <a:pt x="186" y="368"/>
                      <a:pt x="186" y="369"/>
                    </a:cubicBezTo>
                    <a:cubicBezTo>
                      <a:pt x="186" y="370"/>
                      <a:pt x="185" y="370"/>
                      <a:pt x="184" y="370"/>
                    </a:cubicBezTo>
                    <a:cubicBezTo>
                      <a:pt x="183" y="370"/>
                      <a:pt x="182" y="370"/>
                      <a:pt x="181" y="370"/>
                    </a:cubicBezTo>
                    <a:cubicBezTo>
                      <a:pt x="180" y="369"/>
                      <a:pt x="179" y="367"/>
                      <a:pt x="177" y="366"/>
                    </a:cubicBezTo>
                    <a:cubicBezTo>
                      <a:pt x="177" y="366"/>
                      <a:pt x="176" y="366"/>
                      <a:pt x="176" y="365"/>
                    </a:cubicBezTo>
                    <a:cubicBezTo>
                      <a:pt x="175" y="365"/>
                      <a:pt x="175" y="365"/>
                      <a:pt x="174" y="365"/>
                    </a:cubicBezTo>
                    <a:cubicBezTo>
                      <a:pt x="173" y="364"/>
                      <a:pt x="171" y="364"/>
                      <a:pt x="171" y="366"/>
                    </a:cubicBezTo>
                    <a:cubicBezTo>
                      <a:pt x="171" y="366"/>
                      <a:pt x="171" y="367"/>
                      <a:pt x="171" y="367"/>
                    </a:cubicBezTo>
                    <a:cubicBezTo>
                      <a:pt x="171" y="367"/>
                      <a:pt x="170" y="367"/>
                      <a:pt x="170" y="367"/>
                    </a:cubicBezTo>
                    <a:cubicBezTo>
                      <a:pt x="170" y="367"/>
                      <a:pt x="170" y="367"/>
                      <a:pt x="169" y="367"/>
                    </a:cubicBezTo>
                    <a:cubicBezTo>
                      <a:pt x="169" y="367"/>
                      <a:pt x="169" y="367"/>
                      <a:pt x="169" y="367"/>
                    </a:cubicBezTo>
                    <a:cubicBezTo>
                      <a:pt x="168" y="367"/>
                      <a:pt x="167" y="369"/>
                      <a:pt x="167" y="370"/>
                    </a:cubicBezTo>
                    <a:cubicBezTo>
                      <a:pt x="166" y="371"/>
                      <a:pt x="166" y="372"/>
                      <a:pt x="167" y="373"/>
                    </a:cubicBezTo>
                    <a:cubicBezTo>
                      <a:pt x="168" y="374"/>
                      <a:pt x="170" y="375"/>
                      <a:pt x="171" y="375"/>
                    </a:cubicBezTo>
                    <a:cubicBezTo>
                      <a:pt x="172" y="376"/>
                      <a:pt x="173" y="377"/>
                      <a:pt x="175" y="378"/>
                    </a:cubicBezTo>
                    <a:cubicBezTo>
                      <a:pt x="177" y="379"/>
                      <a:pt x="180" y="378"/>
                      <a:pt x="182" y="378"/>
                    </a:cubicBezTo>
                    <a:cubicBezTo>
                      <a:pt x="185" y="379"/>
                      <a:pt x="187" y="382"/>
                      <a:pt x="187" y="385"/>
                    </a:cubicBezTo>
                    <a:cubicBezTo>
                      <a:pt x="187" y="386"/>
                      <a:pt x="187" y="387"/>
                      <a:pt x="188" y="388"/>
                    </a:cubicBezTo>
                    <a:cubicBezTo>
                      <a:pt x="188" y="389"/>
                      <a:pt x="189" y="390"/>
                      <a:pt x="189" y="391"/>
                    </a:cubicBezTo>
                    <a:cubicBezTo>
                      <a:pt x="191" y="393"/>
                      <a:pt x="192" y="395"/>
                      <a:pt x="195" y="396"/>
                    </a:cubicBezTo>
                    <a:cubicBezTo>
                      <a:pt x="197" y="396"/>
                      <a:pt x="200" y="396"/>
                      <a:pt x="202" y="394"/>
                    </a:cubicBezTo>
                    <a:cubicBezTo>
                      <a:pt x="203" y="393"/>
                      <a:pt x="205" y="391"/>
                      <a:pt x="206" y="390"/>
                    </a:cubicBezTo>
                    <a:cubicBezTo>
                      <a:pt x="207" y="390"/>
                      <a:pt x="209" y="387"/>
                      <a:pt x="210" y="388"/>
                    </a:cubicBezTo>
                    <a:cubicBezTo>
                      <a:pt x="210" y="389"/>
                      <a:pt x="209" y="391"/>
                      <a:pt x="208" y="391"/>
                    </a:cubicBezTo>
                    <a:cubicBezTo>
                      <a:pt x="208" y="392"/>
                      <a:pt x="206" y="394"/>
                      <a:pt x="207" y="394"/>
                    </a:cubicBezTo>
                    <a:cubicBezTo>
                      <a:pt x="207" y="395"/>
                      <a:pt x="210" y="394"/>
                      <a:pt x="210" y="394"/>
                    </a:cubicBezTo>
                    <a:cubicBezTo>
                      <a:pt x="212" y="393"/>
                      <a:pt x="214" y="392"/>
                      <a:pt x="216" y="391"/>
                    </a:cubicBezTo>
                    <a:cubicBezTo>
                      <a:pt x="217" y="391"/>
                      <a:pt x="222" y="390"/>
                      <a:pt x="222" y="393"/>
                    </a:cubicBezTo>
                    <a:cubicBezTo>
                      <a:pt x="222" y="396"/>
                      <a:pt x="218" y="398"/>
                      <a:pt x="216" y="399"/>
                    </a:cubicBezTo>
                    <a:cubicBezTo>
                      <a:pt x="215" y="400"/>
                      <a:pt x="214" y="401"/>
                      <a:pt x="213" y="402"/>
                    </a:cubicBezTo>
                    <a:cubicBezTo>
                      <a:pt x="212" y="403"/>
                      <a:pt x="211" y="403"/>
                      <a:pt x="209" y="403"/>
                    </a:cubicBezTo>
                    <a:cubicBezTo>
                      <a:pt x="206" y="403"/>
                      <a:pt x="202" y="402"/>
                      <a:pt x="201" y="406"/>
                    </a:cubicBezTo>
                    <a:cubicBezTo>
                      <a:pt x="200" y="407"/>
                      <a:pt x="200" y="409"/>
                      <a:pt x="200" y="410"/>
                    </a:cubicBezTo>
                    <a:cubicBezTo>
                      <a:pt x="200" y="411"/>
                      <a:pt x="200" y="413"/>
                      <a:pt x="201" y="414"/>
                    </a:cubicBezTo>
                    <a:cubicBezTo>
                      <a:pt x="202" y="415"/>
                      <a:pt x="203" y="415"/>
                      <a:pt x="204" y="415"/>
                    </a:cubicBezTo>
                    <a:cubicBezTo>
                      <a:pt x="206" y="416"/>
                      <a:pt x="208" y="416"/>
                      <a:pt x="209" y="417"/>
                    </a:cubicBezTo>
                    <a:cubicBezTo>
                      <a:pt x="212" y="418"/>
                      <a:pt x="213" y="421"/>
                      <a:pt x="216" y="424"/>
                    </a:cubicBezTo>
                    <a:cubicBezTo>
                      <a:pt x="217" y="424"/>
                      <a:pt x="218" y="426"/>
                      <a:pt x="219" y="425"/>
                    </a:cubicBezTo>
                    <a:cubicBezTo>
                      <a:pt x="220" y="425"/>
                      <a:pt x="221" y="423"/>
                      <a:pt x="221" y="423"/>
                    </a:cubicBezTo>
                    <a:cubicBezTo>
                      <a:pt x="222" y="421"/>
                      <a:pt x="223" y="420"/>
                      <a:pt x="224" y="420"/>
                    </a:cubicBezTo>
                    <a:cubicBezTo>
                      <a:pt x="226" y="419"/>
                      <a:pt x="227" y="419"/>
                      <a:pt x="229" y="418"/>
                    </a:cubicBezTo>
                    <a:cubicBezTo>
                      <a:pt x="231" y="416"/>
                      <a:pt x="231" y="412"/>
                      <a:pt x="234" y="411"/>
                    </a:cubicBezTo>
                    <a:cubicBezTo>
                      <a:pt x="237" y="411"/>
                      <a:pt x="240" y="413"/>
                      <a:pt x="242" y="410"/>
                    </a:cubicBezTo>
                    <a:cubicBezTo>
                      <a:pt x="243" y="409"/>
                      <a:pt x="243" y="408"/>
                      <a:pt x="244" y="408"/>
                    </a:cubicBezTo>
                    <a:cubicBezTo>
                      <a:pt x="245" y="407"/>
                      <a:pt x="246" y="408"/>
                      <a:pt x="246" y="409"/>
                    </a:cubicBezTo>
                    <a:cubicBezTo>
                      <a:pt x="247" y="412"/>
                      <a:pt x="246" y="414"/>
                      <a:pt x="244" y="416"/>
                    </a:cubicBezTo>
                    <a:cubicBezTo>
                      <a:pt x="243" y="419"/>
                      <a:pt x="246" y="422"/>
                      <a:pt x="249" y="421"/>
                    </a:cubicBezTo>
                    <a:cubicBezTo>
                      <a:pt x="250" y="421"/>
                      <a:pt x="250" y="420"/>
                      <a:pt x="250" y="419"/>
                    </a:cubicBezTo>
                    <a:cubicBezTo>
                      <a:pt x="250" y="418"/>
                      <a:pt x="250" y="417"/>
                      <a:pt x="250" y="416"/>
                    </a:cubicBezTo>
                    <a:cubicBezTo>
                      <a:pt x="250" y="414"/>
                      <a:pt x="251" y="413"/>
                      <a:pt x="252" y="413"/>
                    </a:cubicBezTo>
                    <a:cubicBezTo>
                      <a:pt x="253" y="412"/>
                      <a:pt x="253" y="412"/>
                      <a:pt x="254" y="411"/>
                    </a:cubicBezTo>
                    <a:cubicBezTo>
                      <a:pt x="256" y="411"/>
                      <a:pt x="257" y="409"/>
                      <a:pt x="259" y="408"/>
                    </a:cubicBezTo>
                    <a:cubicBezTo>
                      <a:pt x="262" y="407"/>
                      <a:pt x="262" y="411"/>
                      <a:pt x="261" y="412"/>
                    </a:cubicBezTo>
                    <a:cubicBezTo>
                      <a:pt x="260" y="415"/>
                      <a:pt x="257" y="415"/>
                      <a:pt x="255" y="416"/>
                    </a:cubicBezTo>
                    <a:cubicBezTo>
                      <a:pt x="254" y="416"/>
                      <a:pt x="253" y="417"/>
                      <a:pt x="253" y="418"/>
                    </a:cubicBezTo>
                    <a:cubicBezTo>
                      <a:pt x="253" y="419"/>
                      <a:pt x="254" y="419"/>
                      <a:pt x="254" y="420"/>
                    </a:cubicBezTo>
                    <a:cubicBezTo>
                      <a:pt x="256" y="422"/>
                      <a:pt x="258" y="424"/>
                      <a:pt x="256" y="426"/>
                    </a:cubicBezTo>
                    <a:cubicBezTo>
                      <a:pt x="255" y="429"/>
                      <a:pt x="251" y="427"/>
                      <a:pt x="249" y="427"/>
                    </a:cubicBezTo>
                    <a:cubicBezTo>
                      <a:pt x="247" y="426"/>
                      <a:pt x="245" y="426"/>
                      <a:pt x="244" y="429"/>
                    </a:cubicBezTo>
                    <a:cubicBezTo>
                      <a:pt x="243" y="429"/>
                      <a:pt x="243" y="430"/>
                      <a:pt x="244" y="431"/>
                    </a:cubicBezTo>
                    <a:cubicBezTo>
                      <a:pt x="244" y="432"/>
                      <a:pt x="244" y="433"/>
                      <a:pt x="244" y="434"/>
                    </a:cubicBezTo>
                    <a:cubicBezTo>
                      <a:pt x="244" y="437"/>
                      <a:pt x="243" y="439"/>
                      <a:pt x="241" y="441"/>
                    </a:cubicBezTo>
                    <a:cubicBezTo>
                      <a:pt x="240" y="442"/>
                      <a:pt x="238" y="444"/>
                      <a:pt x="239" y="446"/>
                    </a:cubicBezTo>
                    <a:cubicBezTo>
                      <a:pt x="239" y="448"/>
                      <a:pt x="242" y="447"/>
                      <a:pt x="243" y="446"/>
                    </a:cubicBezTo>
                    <a:cubicBezTo>
                      <a:pt x="245" y="444"/>
                      <a:pt x="245" y="441"/>
                      <a:pt x="247" y="439"/>
                    </a:cubicBezTo>
                    <a:cubicBezTo>
                      <a:pt x="248" y="437"/>
                      <a:pt x="250" y="436"/>
                      <a:pt x="252" y="438"/>
                    </a:cubicBezTo>
                    <a:cubicBezTo>
                      <a:pt x="252" y="438"/>
                      <a:pt x="252" y="439"/>
                      <a:pt x="252" y="440"/>
                    </a:cubicBezTo>
                    <a:cubicBezTo>
                      <a:pt x="252" y="443"/>
                      <a:pt x="251" y="445"/>
                      <a:pt x="252" y="448"/>
                    </a:cubicBezTo>
                    <a:cubicBezTo>
                      <a:pt x="254" y="452"/>
                      <a:pt x="259" y="454"/>
                      <a:pt x="263" y="454"/>
                    </a:cubicBezTo>
                    <a:cubicBezTo>
                      <a:pt x="269" y="456"/>
                      <a:pt x="275" y="455"/>
                      <a:pt x="280" y="455"/>
                    </a:cubicBezTo>
                    <a:cubicBezTo>
                      <a:pt x="287" y="456"/>
                      <a:pt x="293" y="458"/>
                      <a:pt x="299" y="461"/>
                    </a:cubicBezTo>
                    <a:cubicBezTo>
                      <a:pt x="301" y="463"/>
                      <a:pt x="304" y="464"/>
                      <a:pt x="306" y="465"/>
                    </a:cubicBezTo>
                    <a:cubicBezTo>
                      <a:pt x="308" y="466"/>
                      <a:pt x="310" y="466"/>
                      <a:pt x="312" y="465"/>
                    </a:cubicBezTo>
                    <a:cubicBezTo>
                      <a:pt x="313" y="464"/>
                      <a:pt x="315" y="463"/>
                      <a:pt x="317" y="462"/>
                    </a:cubicBezTo>
                    <a:cubicBezTo>
                      <a:pt x="319" y="460"/>
                      <a:pt x="321" y="459"/>
                      <a:pt x="323" y="458"/>
                    </a:cubicBezTo>
                    <a:cubicBezTo>
                      <a:pt x="327" y="456"/>
                      <a:pt x="331" y="455"/>
                      <a:pt x="334" y="458"/>
                    </a:cubicBezTo>
                    <a:cubicBezTo>
                      <a:pt x="336" y="459"/>
                      <a:pt x="337" y="461"/>
                      <a:pt x="338" y="462"/>
                    </a:cubicBezTo>
                    <a:cubicBezTo>
                      <a:pt x="340" y="464"/>
                      <a:pt x="342" y="466"/>
                      <a:pt x="343" y="467"/>
                    </a:cubicBezTo>
                    <a:cubicBezTo>
                      <a:pt x="344" y="468"/>
                      <a:pt x="346" y="470"/>
                      <a:pt x="346" y="471"/>
                    </a:cubicBezTo>
                    <a:cubicBezTo>
                      <a:pt x="346" y="473"/>
                      <a:pt x="344" y="474"/>
                      <a:pt x="343" y="474"/>
                    </a:cubicBezTo>
                    <a:cubicBezTo>
                      <a:pt x="341" y="476"/>
                      <a:pt x="339" y="477"/>
                      <a:pt x="337" y="478"/>
                    </a:cubicBezTo>
                    <a:cubicBezTo>
                      <a:pt x="336" y="479"/>
                      <a:pt x="335" y="480"/>
                      <a:pt x="335" y="482"/>
                    </a:cubicBezTo>
                    <a:cubicBezTo>
                      <a:pt x="335" y="485"/>
                      <a:pt x="339" y="486"/>
                      <a:pt x="342" y="487"/>
                    </a:cubicBezTo>
                    <a:cubicBezTo>
                      <a:pt x="344" y="489"/>
                      <a:pt x="342" y="492"/>
                      <a:pt x="340" y="494"/>
                    </a:cubicBezTo>
                    <a:cubicBezTo>
                      <a:pt x="340" y="495"/>
                      <a:pt x="339" y="497"/>
                      <a:pt x="338" y="498"/>
                    </a:cubicBezTo>
                    <a:cubicBezTo>
                      <a:pt x="337" y="499"/>
                      <a:pt x="336" y="499"/>
                      <a:pt x="336" y="498"/>
                    </a:cubicBezTo>
                    <a:cubicBezTo>
                      <a:pt x="334" y="497"/>
                      <a:pt x="333" y="496"/>
                      <a:pt x="332" y="495"/>
                    </a:cubicBezTo>
                    <a:cubicBezTo>
                      <a:pt x="330" y="493"/>
                      <a:pt x="328" y="492"/>
                      <a:pt x="325" y="491"/>
                    </a:cubicBezTo>
                    <a:cubicBezTo>
                      <a:pt x="320" y="489"/>
                      <a:pt x="315" y="490"/>
                      <a:pt x="311" y="493"/>
                    </a:cubicBezTo>
                    <a:cubicBezTo>
                      <a:pt x="309" y="495"/>
                      <a:pt x="306" y="498"/>
                      <a:pt x="303" y="497"/>
                    </a:cubicBezTo>
                    <a:cubicBezTo>
                      <a:pt x="300" y="497"/>
                      <a:pt x="297" y="493"/>
                      <a:pt x="295" y="491"/>
                    </a:cubicBezTo>
                    <a:cubicBezTo>
                      <a:pt x="293" y="488"/>
                      <a:pt x="290" y="484"/>
                      <a:pt x="286" y="484"/>
                    </a:cubicBezTo>
                    <a:cubicBezTo>
                      <a:pt x="284" y="485"/>
                      <a:pt x="282" y="486"/>
                      <a:pt x="281" y="488"/>
                    </a:cubicBezTo>
                    <a:cubicBezTo>
                      <a:pt x="280" y="490"/>
                      <a:pt x="279" y="492"/>
                      <a:pt x="277" y="494"/>
                    </a:cubicBezTo>
                    <a:cubicBezTo>
                      <a:pt x="276" y="496"/>
                      <a:pt x="275" y="497"/>
                      <a:pt x="273" y="498"/>
                    </a:cubicBezTo>
                    <a:cubicBezTo>
                      <a:pt x="272" y="499"/>
                      <a:pt x="270" y="500"/>
                      <a:pt x="269" y="501"/>
                    </a:cubicBezTo>
                    <a:cubicBezTo>
                      <a:pt x="267" y="501"/>
                      <a:pt x="266" y="502"/>
                      <a:pt x="265" y="502"/>
                    </a:cubicBezTo>
                    <a:cubicBezTo>
                      <a:pt x="263" y="504"/>
                      <a:pt x="261" y="505"/>
                      <a:pt x="259" y="507"/>
                    </a:cubicBezTo>
                    <a:cubicBezTo>
                      <a:pt x="258" y="507"/>
                      <a:pt x="258" y="508"/>
                      <a:pt x="258" y="508"/>
                    </a:cubicBezTo>
                    <a:cubicBezTo>
                      <a:pt x="257" y="508"/>
                      <a:pt x="257" y="509"/>
                      <a:pt x="257" y="509"/>
                    </a:cubicBezTo>
                    <a:cubicBezTo>
                      <a:pt x="256" y="510"/>
                      <a:pt x="255" y="510"/>
                      <a:pt x="254" y="511"/>
                    </a:cubicBezTo>
                    <a:cubicBezTo>
                      <a:pt x="254" y="512"/>
                      <a:pt x="254" y="513"/>
                      <a:pt x="254" y="514"/>
                    </a:cubicBezTo>
                    <a:cubicBezTo>
                      <a:pt x="254" y="515"/>
                      <a:pt x="253" y="516"/>
                      <a:pt x="252" y="516"/>
                    </a:cubicBezTo>
                    <a:cubicBezTo>
                      <a:pt x="251" y="517"/>
                      <a:pt x="250" y="517"/>
                      <a:pt x="250" y="517"/>
                    </a:cubicBezTo>
                    <a:cubicBezTo>
                      <a:pt x="248" y="518"/>
                      <a:pt x="247" y="519"/>
                      <a:pt x="246" y="520"/>
                    </a:cubicBezTo>
                    <a:cubicBezTo>
                      <a:pt x="246" y="522"/>
                      <a:pt x="245" y="523"/>
                      <a:pt x="245" y="524"/>
                    </a:cubicBezTo>
                    <a:cubicBezTo>
                      <a:pt x="244" y="525"/>
                      <a:pt x="243" y="525"/>
                      <a:pt x="242" y="526"/>
                    </a:cubicBezTo>
                    <a:cubicBezTo>
                      <a:pt x="241" y="526"/>
                      <a:pt x="240" y="527"/>
                      <a:pt x="239" y="527"/>
                    </a:cubicBezTo>
                    <a:cubicBezTo>
                      <a:pt x="238" y="528"/>
                      <a:pt x="235" y="529"/>
                      <a:pt x="236" y="531"/>
                    </a:cubicBezTo>
                    <a:cubicBezTo>
                      <a:pt x="236" y="531"/>
                      <a:pt x="236" y="531"/>
                      <a:pt x="236" y="531"/>
                    </a:cubicBezTo>
                    <a:cubicBezTo>
                      <a:pt x="237" y="531"/>
                      <a:pt x="238" y="531"/>
                      <a:pt x="239" y="531"/>
                    </a:cubicBezTo>
                    <a:cubicBezTo>
                      <a:pt x="240" y="531"/>
                      <a:pt x="241" y="532"/>
                      <a:pt x="241" y="532"/>
                    </a:cubicBezTo>
                    <a:cubicBezTo>
                      <a:pt x="242" y="532"/>
                      <a:pt x="242" y="532"/>
                      <a:pt x="242" y="532"/>
                    </a:cubicBezTo>
                    <a:cubicBezTo>
                      <a:pt x="243" y="532"/>
                      <a:pt x="244" y="532"/>
                      <a:pt x="245" y="532"/>
                    </a:cubicBezTo>
                    <a:cubicBezTo>
                      <a:pt x="246" y="532"/>
                      <a:pt x="247" y="532"/>
                      <a:pt x="248" y="533"/>
                    </a:cubicBezTo>
                    <a:cubicBezTo>
                      <a:pt x="250" y="533"/>
                      <a:pt x="251" y="533"/>
                      <a:pt x="253" y="533"/>
                    </a:cubicBezTo>
                    <a:cubicBezTo>
                      <a:pt x="254" y="533"/>
                      <a:pt x="255" y="534"/>
                      <a:pt x="256" y="535"/>
                    </a:cubicBezTo>
                    <a:cubicBezTo>
                      <a:pt x="257" y="536"/>
                      <a:pt x="257" y="539"/>
                      <a:pt x="255" y="540"/>
                    </a:cubicBezTo>
                    <a:cubicBezTo>
                      <a:pt x="254" y="540"/>
                      <a:pt x="253" y="541"/>
                      <a:pt x="252" y="541"/>
                    </a:cubicBezTo>
                    <a:cubicBezTo>
                      <a:pt x="252" y="541"/>
                      <a:pt x="251" y="542"/>
                      <a:pt x="250" y="542"/>
                    </a:cubicBezTo>
                    <a:cubicBezTo>
                      <a:pt x="249" y="542"/>
                      <a:pt x="248" y="542"/>
                      <a:pt x="247" y="542"/>
                    </a:cubicBezTo>
                    <a:cubicBezTo>
                      <a:pt x="246" y="543"/>
                      <a:pt x="246" y="543"/>
                      <a:pt x="245" y="544"/>
                    </a:cubicBezTo>
                    <a:cubicBezTo>
                      <a:pt x="244" y="545"/>
                      <a:pt x="243" y="545"/>
                      <a:pt x="242" y="545"/>
                    </a:cubicBezTo>
                    <a:cubicBezTo>
                      <a:pt x="241" y="545"/>
                      <a:pt x="239" y="545"/>
                      <a:pt x="238" y="545"/>
                    </a:cubicBezTo>
                    <a:cubicBezTo>
                      <a:pt x="236" y="545"/>
                      <a:pt x="234" y="547"/>
                      <a:pt x="234" y="549"/>
                    </a:cubicBezTo>
                    <a:cubicBezTo>
                      <a:pt x="233" y="551"/>
                      <a:pt x="234" y="554"/>
                      <a:pt x="232" y="556"/>
                    </a:cubicBezTo>
                    <a:cubicBezTo>
                      <a:pt x="231" y="557"/>
                      <a:pt x="230" y="557"/>
                      <a:pt x="229" y="558"/>
                    </a:cubicBezTo>
                    <a:cubicBezTo>
                      <a:pt x="229" y="558"/>
                      <a:pt x="228" y="559"/>
                      <a:pt x="227" y="560"/>
                    </a:cubicBezTo>
                    <a:cubicBezTo>
                      <a:pt x="225" y="561"/>
                      <a:pt x="224" y="559"/>
                      <a:pt x="222" y="559"/>
                    </a:cubicBezTo>
                    <a:cubicBezTo>
                      <a:pt x="220" y="558"/>
                      <a:pt x="219" y="559"/>
                      <a:pt x="218" y="561"/>
                    </a:cubicBezTo>
                    <a:cubicBezTo>
                      <a:pt x="218" y="562"/>
                      <a:pt x="218" y="564"/>
                      <a:pt x="220" y="564"/>
                    </a:cubicBezTo>
                    <a:cubicBezTo>
                      <a:pt x="220" y="565"/>
                      <a:pt x="220" y="566"/>
                      <a:pt x="220" y="567"/>
                    </a:cubicBezTo>
                    <a:cubicBezTo>
                      <a:pt x="220" y="568"/>
                      <a:pt x="220" y="569"/>
                      <a:pt x="219" y="570"/>
                    </a:cubicBezTo>
                    <a:cubicBezTo>
                      <a:pt x="218" y="573"/>
                      <a:pt x="217" y="576"/>
                      <a:pt x="214" y="576"/>
                    </a:cubicBezTo>
                    <a:cubicBezTo>
                      <a:pt x="211" y="577"/>
                      <a:pt x="209" y="575"/>
                      <a:pt x="206" y="573"/>
                    </a:cubicBezTo>
                    <a:cubicBezTo>
                      <a:pt x="205" y="572"/>
                      <a:pt x="204" y="571"/>
                      <a:pt x="203" y="571"/>
                    </a:cubicBezTo>
                    <a:cubicBezTo>
                      <a:pt x="201" y="571"/>
                      <a:pt x="199" y="572"/>
                      <a:pt x="198" y="573"/>
                    </a:cubicBezTo>
                    <a:cubicBezTo>
                      <a:pt x="196" y="574"/>
                      <a:pt x="195" y="575"/>
                      <a:pt x="194" y="576"/>
                    </a:cubicBezTo>
                    <a:cubicBezTo>
                      <a:pt x="193" y="577"/>
                      <a:pt x="192" y="578"/>
                      <a:pt x="192" y="580"/>
                    </a:cubicBezTo>
                    <a:cubicBezTo>
                      <a:pt x="190" y="582"/>
                      <a:pt x="187" y="584"/>
                      <a:pt x="184" y="585"/>
                    </a:cubicBezTo>
                    <a:cubicBezTo>
                      <a:pt x="181" y="586"/>
                      <a:pt x="177" y="587"/>
                      <a:pt x="174" y="589"/>
                    </a:cubicBezTo>
                    <a:cubicBezTo>
                      <a:pt x="170" y="590"/>
                      <a:pt x="167" y="592"/>
                      <a:pt x="163" y="593"/>
                    </a:cubicBezTo>
                    <a:cubicBezTo>
                      <a:pt x="160" y="595"/>
                      <a:pt x="156" y="596"/>
                      <a:pt x="152" y="597"/>
                    </a:cubicBezTo>
                    <a:cubicBezTo>
                      <a:pt x="148" y="597"/>
                      <a:pt x="145" y="598"/>
                      <a:pt x="142" y="599"/>
                    </a:cubicBezTo>
                    <a:cubicBezTo>
                      <a:pt x="140" y="599"/>
                      <a:pt x="138" y="600"/>
                      <a:pt x="136" y="601"/>
                    </a:cubicBezTo>
                    <a:cubicBezTo>
                      <a:pt x="134" y="603"/>
                      <a:pt x="140" y="604"/>
                      <a:pt x="141" y="604"/>
                    </a:cubicBezTo>
                    <a:cubicBezTo>
                      <a:pt x="144" y="605"/>
                      <a:pt x="147" y="605"/>
                      <a:pt x="150" y="605"/>
                    </a:cubicBezTo>
                    <a:cubicBezTo>
                      <a:pt x="154" y="605"/>
                      <a:pt x="158" y="607"/>
                      <a:pt x="162" y="607"/>
                    </a:cubicBezTo>
                    <a:cubicBezTo>
                      <a:pt x="166" y="607"/>
                      <a:pt x="169" y="605"/>
                      <a:pt x="172" y="602"/>
                    </a:cubicBezTo>
                    <a:cubicBezTo>
                      <a:pt x="173" y="601"/>
                      <a:pt x="174" y="600"/>
                      <a:pt x="176" y="600"/>
                    </a:cubicBezTo>
                    <a:cubicBezTo>
                      <a:pt x="177" y="599"/>
                      <a:pt x="179" y="600"/>
                      <a:pt x="181" y="601"/>
                    </a:cubicBezTo>
                    <a:cubicBezTo>
                      <a:pt x="184" y="602"/>
                      <a:pt x="186" y="602"/>
                      <a:pt x="189" y="603"/>
                    </a:cubicBezTo>
                    <a:cubicBezTo>
                      <a:pt x="191" y="603"/>
                      <a:pt x="193" y="603"/>
                      <a:pt x="195" y="602"/>
                    </a:cubicBezTo>
                    <a:cubicBezTo>
                      <a:pt x="197" y="599"/>
                      <a:pt x="195" y="596"/>
                      <a:pt x="197" y="593"/>
                    </a:cubicBezTo>
                    <a:cubicBezTo>
                      <a:pt x="197" y="592"/>
                      <a:pt x="199" y="592"/>
                      <a:pt x="200" y="592"/>
                    </a:cubicBezTo>
                    <a:cubicBezTo>
                      <a:pt x="201" y="593"/>
                      <a:pt x="202" y="595"/>
                      <a:pt x="203" y="596"/>
                    </a:cubicBezTo>
                    <a:cubicBezTo>
                      <a:pt x="204" y="598"/>
                      <a:pt x="205" y="600"/>
                      <a:pt x="206" y="602"/>
                    </a:cubicBezTo>
                    <a:cubicBezTo>
                      <a:pt x="207" y="605"/>
                      <a:pt x="208" y="607"/>
                      <a:pt x="210" y="609"/>
                    </a:cubicBezTo>
                    <a:cubicBezTo>
                      <a:pt x="212" y="610"/>
                      <a:pt x="214" y="612"/>
                      <a:pt x="215" y="613"/>
                    </a:cubicBezTo>
                    <a:cubicBezTo>
                      <a:pt x="216" y="614"/>
                      <a:pt x="217" y="615"/>
                      <a:pt x="218" y="616"/>
                    </a:cubicBezTo>
                    <a:cubicBezTo>
                      <a:pt x="219" y="616"/>
                      <a:pt x="221" y="616"/>
                      <a:pt x="222" y="616"/>
                    </a:cubicBezTo>
                    <a:cubicBezTo>
                      <a:pt x="223" y="616"/>
                      <a:pt x="224" y="616"/>
                      <a:pt x="225" y="616"/>
                    </a:cubicBezTo>
                    <a:cubicBezTo>
                      <a:pt x="226" y="616"/>
                      <a:pt x="227" y="616"/>
                      <a:pt x="228" y="616"/>
                    </a:cubicBezTo>
                    <a:cubicBezTo>
                      <a:pt x="229" y="616"/>
                      <a:pt x="230" y="616"/>
                      <a:pt x="231" y="616"/>
                    </a:cubicBezTo>
                    <a:cubicBezTo>
                      <a:pt x="231" y="617"/>
                      <a:pt x="232" y="617"/>
                      <a:pt x="232" y="617"/>
                    </a:cubicBezTo>
                    <a:cubicBezTo>
                      <a:pt x="233" y="617"/>
                      <a:pt x="234" y="617"/>
                      <a:pt x="234" y="616"/>
                    </a:cubicBezTo>
                    <a:cubicBezTo>
                      <a:pt x="236" y="615"/>
                      <a:pt x="237" y="614"/>
                      <a:pt x="239" y="614"/>
                    </a:cubicBezTo>
                    <a:cubicBezTo>
                      <a:pt x="240" y="613"/>
                      <a:pt x="243" y="614"/>
                      <a:pt x="243" y="615"/>
                    </a:cubicBezTo>
                    <a:cubicBezTo>
                      <a:pt x="243" y="617"/>
                      <a:pt x="240" y="618"/>
                      <a:pt x="239" y="618"/>
                    </a:cubicBezTo>
                    <a:cubicBezTo>
                      <a:pt x="238" y="619"/>
                      <a:pt x="236" y="619"/>
                      <a:pt x="235" y="620"/>
                    </a:cubicBezTo>
                    <a:cubicBezTo>
                      <a:pt x="233" y="622"/>
                      <a:pt x="232" y="624"/>
                      <a:pt x="234" y="626"/>
                    </a:cubicBezTo>
                    <a:cubicBezTo>
                      <a:pt x="235" y="627"/>
                      <a:pt x="237" y="627"/>
                      <a:pt x="239" y="627"/>
                    </a:cubicBezTo>
                    <a:cubicBezTo>
                      <a:pt x="240" y="627"/>
                      <a:pt x="242" y="626"/>
                      <a:pt x="243" y="625"/>
                    </a:cubicBezTo>
                    <a:cubicBezTo>
                      <a:pt x="244" y="624"/>
                      <a:pt x="245" y="623"/>
                      <a:pt x="246" y="623"/>
                    </a:cubicBezTo>
                    <a:cubicBezTo>
                      <a:pt x="247" y="623"/>
                      <a:pt x="249" y="624"/>
                      <a:pt x="250" y="624"/>
                    </a:cubicBezTo>
                    <a:cubicBezTo>
                      <a:pt x="251" y="625"/>
                      <a:pt x="253" y="625"/>
                      <a:pt x="255" y="625"/>
                    </a:cubicBezTo>
                    <a:cubicBezTo>
                      <a:pt x="258" y="625"/>
                      <a:pt x="260" y="625"/>
                      <a:pt x="262" y="624"/>
                    </a:cubicBezTo>
                    <a:cubicBezTo>
                      <a:pt x="264" y="623"/>
                      <a:pt x="266" y="623"/>
                      <a:pt x="267" y="622"/>
                    </a:cubicBezTo>
                    <a:cubicBezTo>
                      <a:pt x="269" y="621"/>
                      <a:pt x="270" y="621"/>
                      <a:pt x="272" y="620"/>
                    </a:cubicBezTo>
                    <a:cubicBezTo>
                      <a:pt x="273" y="619"/>
                      <a:pt x="274" y="618"/>
                      <a:pt x="275" y="617"/>
                    </a:cubicBezTo>
                    <a:cubicBezTo>
                      <a:pt x="277" y="615"/>
                      <a:pt x="279" y="613"/>
                      <a:pt x="281" y="612"/>
                    </a:cubicBezTo>
                    <a:cubicBezTo>
                      <a:pt x="282" y="610"/>
                      <a:pt x="285" y="609"/>
                      <a:pt x="287" y="607"/>
                    </a:cubicBezTo>
                    <a:cubicBezTo>
                      <a:pt x="288" y="606"/>
                      <a:pt x="289" y="605"/>
                      <a:pt x="290" y="603"/>
                    </a:cubicBezTo>
                    <a:cubicBezTo>
                      <a:pt x="291" y="600"/>
                      <a:pt x="294" y="599"/>
                      <a:pt x="298" y="598"/>
                    </a:cubicBezTo>
                    <a:cubicBezTo>
                      <a:pt x="299" y="597"/>
                      <a:pt x="300" y="597"/>
                      <a:pt x="301" y="596"/>
                    </a:cubicBezTo>
                    <a:cubicBezTo>
                      <a:pt x="302" y="596"/>
                      <a:pt x="303" y="595"/>
                      <a:pt x="303" y="594"/>
                    </a:cubicBezTo>
                    <a:cubicBezTo>
                      <a:pt x="304" y="593"/>
                      <a:pt x="306" y="592"/>
                      <a:pt x="307" y="592"/>
                    </a:cubicBezTo>
                    <a:cubicBezTo>
                      <a:pt x="308" y="593"/>
                      <a:pt x="310" y="593"/>
                      <a:pt x="309" y="594"/>
                    </a:cubicBezTo>
                    <a:cubicBezTo>
                      <a:pt x="308" y="596"/>
                      <a:pt x="306" y="596"/>
                      <a:pt x="304" y="597"/>
                    </a:cubicBezTo>
                    <a:cubicBezTo>
                      <a:pt x="303" y="598"/>
                      <a:pt x="303" y="599"/>
                      <a:pt x="303" y="600"/>
                    </a:cubicBezTo>
                    <a:cubicBezTo>
                      <a:pt x="304" y="601"/>
                      <a:pt x="305" y="603"/>
                      <a:pt x="304" y="604"/>
                    </a:cubicBezTo>
                    <a:cubicBezTo>
                      <a:pt x="304" y="605"/>
                      <a:pt x="303" y="606"/>
                      <a:pt x="302" y="607"/>
                    </a:cubicBezTo>
                    <a:cubicBezTo>
                      <a:pt x="301" y="608"/>
                      <a:pt x="301" y="608"/>
                      <a:pt x="301" y="610"/>
                    </a:cubicBezTo>
                    <a:cubicBezTo>
                      <a:pt x="301" y="611"/>
                      <a:pt x="301" y="612"/>
                      <a:pt x="300" y="613"/>
                    </a:cubicBezTo>
                    <a:cubicBezTo>
                      <a:pt x="299" y="614"/>
                      <a:pt x="298" y="615"/>
                      <a:pt x="298" y="616"/>
                    </a:cubicBezTo>
                    <a:cubicBezTo>
                      <a:pt x="298" y="617"/>
                      <a:pt x="298" y="618"/>
                      <a:pt x="299" y="618"/>
                    </a:cubicBezTo>
                    <a:cubicBezTo>
                      <a:pt x="300" y="621"/>
                      <a:pt x="304" y="620"/>
                      <a:pt x="306" y="620"/>
                    </a:cubicBezTo>
                    <a:cubicBezTo>
                      <a:pt x="308" y="620"/>
                      <a:pt x="309" y="620"/>
                      <a:pt x="311" y="621"/>
                    </a:cubicBezTo>
                    <a:cubicBezTo>
                      <a:pt x="313" y="621"/>
                      <a:pt x="314" y="621"/>
                      <a:pt x="315" y="622"/>
                    </a:cubicBezTo>
                    <a:cubicBezTo>
                      <a:pt x="318" y="623"/>
                      <a:pt x="319" y="627"/>
                      <a:pt x="322" y="628"/>
                    </a:cubicBezTo>
                    <a:cubicBezTo>
                      <a:pt x="324" y="629"/>
                      <a:pt x="325" y="629"/>
                      <a:pt x="327" y="630"/>
                    </a:cubicBezTo>
                    <a:cubicBezTo>
                      <a:pt x="328" y="631"/>
                      <a:pt x="329" y="632"/>
                      <a:pt x="329" y="633"/>
                    </a:cubicBezTo>
                    <a:cubicBezTo>
                      <a:pt x="328" y="633"/>
                      <a:pt x="326" y="633"/>
                      <a:pt x="325" y="633"/>
                    </a:cubicBezTo>
                    <a:cubicBezTo>
                      <a:pt x="323" y="633"/>
                      <a:pt x="322" y="633"/>
                      <a:pt x="321" y="632"/>
                    </a:cubicBezTo>
                    <a:cubicBezTo>
                      <a:pt x="320" y="632"/>
                      <a:pt x="319" y="632"/>
                      <a:pt x="318" y="631"/>
                    </a:cubicBezTo>
                    <a:cubicBezTo>
                      <a:pt x="316" y="630"/>
                      <a:pt x="315" y="628"/>
                      <a:pt x="313" y="628"/>
                    </a:cubicBezTo>
                    <a:cubicBezTo>
                      <a:pt x="311" y="627"/>
                      <a:pt x="309" y="627"/>
                      <a:pt x="308" y="628"/>
                    </a:cubicBezTo>
                    <a:cubicBezTo>
                      <a:pt x="307" y="628"/>
                      <a:pt x="306" y="628"/>
                      <a:pt x="305" y="628"/>
                    </a:cubicBezTo>
                    <a:cubicBezTo>
                      <a:pt x="304" y="628"/>
                      <a:pt x="304" y="628"/>
                      <a:pt x="303" y="628"/>
                    </a:cubicBezTo>
                    <a:cubicBezTo>
                      <a:pt x="302" y="628"/>
                      <a:pt x="301" y="628"/>
                      <a:pt x="300" y="627"/>
                    </a:cubicBezTo>
                    <a:cubicBezTo>
                      <a:pt x="299" y="627"/>
                      <a:pt x="298" y="627"/>
                      <a:pt x="297" y="627"/>
                    </a:cubicBezTo>
                    <a:cubicBezTo>
                      <a:pt x="295" y="627"/>
                      <a:pt x="293" y="627"/>
                      <a:pt x="292" y="627"/>
                    </a:cubicBezTo>
                    <a:cubicBezTo>
                      <a:pt x="291" y="628"/>
                      <a:pt x="290" y="629"/>
                      <a:pt x="289" y="630"/>
                    </a:cubicBezTo>
                    <a:cubicBezTo>
                      <a:pt x="289" y="630"/>
                      <a:pt x="289" y="631"/>
                      <a:pt x="288" y="632"/>
                    </a:cubicBezTo>
                    <a:cubicBezTo>
                      <a:pt x="288" y="632"/>
                      <a:pt x="287" y="632"/>
                      <a:pt x="287" y="631"/>
                    </a:cubicBezTo>
                    <a:cubicBezTo>
                      <a:pt x="286" y="631"/>
                      <a:pt x="285" y="630"/>
                      <a:pt x="283" y="630"/>
                    </a:cubicBezTo>
                    <a:cubicBezTo>
                      <a:pt x="283" y="630"/>
                      <a:pt x="283" y="631"/>
                      <a:pt x="282" y="631"/>
                    </a:cubicBezTo>
                    <a:cubicBezTo>
                      <a:pt x="282" y="631"/>
                      <a:pt x="282" y="631"/>
                      <a:pt x="281" y="631"/>
                    </a:cubicBezTo>
                    <a:cubicBezTo>
                      <a:pt x="280" y="632"/>
                      <a:pt x="278" y="633"/>
                      <a:pt x="277" y="633"/>
                    </a:cubicBezTo>
                    <a:cubicBezTo>
                      <a:pt x="275" y="633"/>
                      <a:pt x="274" y="631"/>
                      <a:pt x="272" y="630"/>
                    </a:cubicBezTo>
                    <a:cubicBezTo>
                      <a:pt x="269" y="628"/>
                      <a:pt x="265" y="628"/>
                      <a:pt x="261" y="628"/>
                    </a:cubicBezTo>
                    <a:cubicBezTo>
                      <a:pt x="260" y="629"/>
                      <a:pt x="259" y="629"/>
                      <a:pt x="258" y="629"/>
                    </a:cubicBezTo>
                    <a:cubicBezTo>
                      <a:pt x="257" y="629"/>
                      <a:pt x="256" y="629"/>
                      <a:pt x="255" y="629"/>
                    </a:cubicBezTo>
                    <a:cubicBezTo>
                      <a:pt x="253" y="629"/>
                      <a:pt x="251" y="629"/>
                      <a:pt x="249" y="630"/>
                    </a:cubicBezTo>
                    <a:cubicBezTo>
                      <a:pt x="247" y="630"/>
                      <a:pt x="244" y="630"/>
                      <a:pt x="242" y="630"/>
                    </a:cubicBezTo>
                    <a:cubicBezTo>
                      <a:pt x="241" y="631"/>
                      <a:pt x="240" y="631"/>
                      <a:pt x="239" y="631"/>
                    </a:cubicBezTo>
                    <a:cubicBezTo>
                      <a:pt x="239" y="631"/>
                      <a:pt x="239" y="631"/>
                      <a:pt x="239" y="631"/>
                    </a:cubicBezTo>
                    <a:cubicBezTo>
                      <a:pt x="238" y="631"/>
                      <a:pt x="238" y="631"/>
                      <a:pt x="237" y="631"/>
                    </a:cubicBezTo>
                    <a:cubicBezTo>
                      <a:pt x="237" y="631"/>
                      <a:pt x="236" y="631"/>
                      <a:pt x="235" y="631"/>
                    </a:cubicBezTo>
                    <a:cubicBezTo>
                      <a:pt x="234" y="631"/>
                      <a:pt x="233" y="631"/>
                      <a:pt x="232" y="631"/>
                    </a:cubicBezTo>
                    <a:cubicBezTo>
                      <a:pt x="231" y="630"/>
                      <a:pt x="228" y="630"/>
                      <a:pt x="227" y="628"/>
                    </a:cubicBezTo>
                    <a:cubicBezTo>
                      <a:pt x="227" y="627"/>
                      <a:pt x="226" y="625"/>
                      <a:pt x="225" y="624"/>
                    </a:cubicBezTo>
                    <a:cubicBezTo>
                      <a:pt x="224" y="624"/>
                      <a:pt x="223" y="623"/>
                      <a:pt x="222" y="624"/>
                    </a:cubicBezTo>
                    <a:cubicBezTo>
                      <a:pt x="222" y="624"/>
                      <a:pt x="221" y="624"/>
                      <a:pt x="220" y="624"/>
                    </a:cubicBezTo>
                    <a:cubicBezTo>
                      <a:pt x="219" y="624"/>
                      <a:pt x="218" y="622"/>
                      <a:pt x="217" y="621"/>
                    </a:cubicBezTo>
                    <a:cubicBezTo>
                      <a:pt x="216" y="620"/>
                      <a:pt x="214" y="619"/>
                      <a:pt x="212" y="620"/>
                    </a:cubicBezTo>
                    <a:cubicBezTo>
                      <a:pt x="211" y="620"/>
                      <a:pt x="210" y="621"/>
                      <a:pt x="210" y="622"/>
                    </a:cubicBezTo>
                    <a:cubicBezTo>
                      <a:pt x="210" y="622"/>
                      <a:pt x="209" y="623"/>
                      <a:pt x="208" y="623"/>
                    </a:cubicBezTo>
                    <a:cubicBezTo>
                      <a:pt x="208" y="624"/>
                      <a:pt x="207" y="623"/>
                      <a:pt x="207" y="623"/>
                    </a:cubicBezTo>
                    <a:cubicBezTo>
                      <a:pt x="205" y="622"/>
                      <a:pt x="204" y="622"/>
                      <a:pt x="203" y="621"/>
                    </a:cubicBezTo>
                    <a:cubicBezTo>
                      <a:pt x="202" y="620"/>
                      <a:pt x="201" y="620"/>
                      <a:pt x="200" y="619"/>
                    </a:cubicBezTo>
                    <a:cubicBezTo>
                      <a:pt x="199" y="619"/>
                      <a:pt x="197" y="618"/>
                      <a:pt x="196" y="618"/>
                    </a:cubicBezTo>
                    <a:cubicBezTo>
                      <a:pt x="195" y="617"/>
                      <a:pt x="194" y="617"/>
                      <a:pt x="193" y="617"/>
                    </a:cubicBezTo>
                    <a:cubicBezTo>
                      <a:pt x="191" y="617"/>
                      <a:pt x="189" y="616"/>
                      <a:pt x="188" y="615"/>
                    </a:cubicBezTo>
                    <a:cubicBezTo>
                      <a:pt x="187" y="615"/>
                      <a:pt x="186" y="613"/>
                      <a:pt x="184" y="613"/>
                    </a:cubicBezTo>
                    <a:cubicBezTo>
                      <a:pt x="183" y="613"/>
                      <a:pt x="182" y="612"/>
                      <a:pt x="181" y="612"/>
                    </a:cubicBezTo>
                    <a:cubicBezTo>
                      <a:pt x="181" y="612"/>
                      <a:pt x="180" y="613"/>
                      <a:pt x="179" y="613"/>
                    </a:cubicBezTo>
                    <a:cubicBezTo>
                      <a:pt x="178" y="614"/>
                      <a:pt x="177" y="615"/>
                      <a:pt x="177" y="615"/>
                    </a:cubicBezTo>
                    <a:cubicBezTo>
                      <a:pt x="176" y="616"/>
                      <a:pt x="176" y="616"/>
                      <a:pt x="175" y="617"/>
                    </a:cubicBezTo>
                    <a:cubicBezTo>
                      <a:pt x="175" y="618"/>
                      <a:pt x="175" y="618"/>
                      <a:pt x="174" y="619"/>
                    </a:cubicBezTo>
                    <a:cubicBezTo>
                      <a:pt x="173" y="620"/>
                      <a:pt x="172" y="621"/>
                      <a:pt x="170" y="622"/>
                    </a:cubicBezTo>
                    <a:cubicBezTo>
                      <a:pt x="170" y="623"/>
                      <a:pt x="169" y="624"/>
                      <a:pt x="168" y="625"/>
                    </a:cubicBezTo>
                    <a:cubicBezTo>
                      <a:pt x="168" y="626"/>
                      <a:pt x="168" y="626"/>
                      <a:pt x="168" y="626"/>
                    </a:cubicBezTo>
                    <a:cubicBezTo>
                      <a:pt x="168" y="628"/>
                      <a:pt x="167" y="629"/>
                      <a:pt x="166" y="630"/>
                    </a:cubicBezTo>
                    <a:cubicBezTo>
                      <a:pt x="165" y="632"/>
                      <a:pt x="164" y="633"/>
                      <a:pt x="163" y="633"/>
                    </a:cubicBezTo>
                    <a:cubicBezTo>
                      <a:pt x="161" y="635"/>
                      <a:pt x="158" y="633"/>
                      <a:pt x="155" y="633"/>
                    </a:cubicBezTo>
                    <a:cubicBezTo>
                      <a:pt x="154" y="634"/>
                      <a:pt x="153" y="635"/>
                      <a:pt x="152" y="635"/>
                    </a:cubicBezTo>
                    <a:cubicBezTo>
                      <a:pt x="150" y="636"/>
                      <a:pt x="149" y="637"/>
                      <a:pt x="148" y="637"/>
                    </a:cubicBezTo>
                    <a:cubicBezTo>
                      <a:pt x="147" y="638"/>
                      <a:pt x="146" y="638"/>
                      <a:pt x="145" y="638"/>
                    </a:cubicBezTo>
                    <a:cubicBezTo>
                      <a:pt x="144" y="639"/>
                      <a:pt x="143" y="640"/>
                      <a:pt x="141" y="640"/>
                    </a:cubicBezTo>
                    <a:cubicBezTo>
                      <a:pt x="138" y="641"/>
                      <a:pt x="136" y="640"/>
                      <a:pt x="134" y="638"/>
                    </a:cubicBezTo>
                    <a:cubicBezTo>
                      <a:pt x="132" y="636"/>
                      <a:pt x="130" y="635"/>
                      <a:pt x="128" y="634"/>
                    </a:cubicBezTo>
                    <a:cubicBezTo>
                      <a:pt x="125" y="634"/>
                      <a:pt x="123" y="634"/>
                      <a:pt x="121" y="635"/>
                    </a:cubicBezTo>
                    <a:cubicBezTo>
                      <a:pt x="120" y="636"/>
                      <a:pt x="119" y="636"/>
                      <a:pt x="119" y="637"/>
                    </a:cubicBezTo>
                    <a:cubicBezTo>
                      <a:pt x="118" y="637"/>
                      <a:pt x="118" y="638"/>
                      <a:pt x="117" y="638"/>
                    </a:cubicBezTo>
                    <a:cubicBezTo>
                      <a:pt x="117" y="640"/>
                      <a:pt x="118" y="642"/>
                      <a:pt x="119" y="643"/>
                    </a:cubicBezTo>
                    <a:cubicBezTo>
                      <a:pt x="120" y="644"/>
                      <a:pt x="122" y="645"/>
                      <a:pt x="123" y="646"/>
                    </a:cubicBezTo>
                    <a:cubicBezTo>
                      <a:pt x="125" y="647"/>
                      <a:pt x="128" y="647"/>
                      <a:pt x="130" y="648"/>
                    </a:cubicBezTo>
                    <a:cubicBezTo>
                      <a:pt x="131" y="648"/>
                      <a:pt x="132" y="649"/>
                      <a:pt x="132" y="650"/>
                    </a:cubicBezTo>
                    <a:cubicBezTo>
                      <a:pt x="133" y="651"/>
                      <a:pt x="132" y="652"/>
                      <a:pt x="132" y="653"/>
                    </a:cubicBezTo>
                    <a:cubicBezTo>
                      <a:pt x="131" y="656"/>
                      <a:pt x="129" y="659"/>
                      <a:pt x="129" y="662"/>
                    </a:cubicBezTo>
                    <a:cubicBezTo>
                      <a:pt x="130" y="663"/>
                      <a:pt x="130" y="664"/>
                      <a:pt x="130" y="665"/>
                    </a:cubicBezTo>
                    <a:cubicBezTo>
                      <a:pt x="130" y="666"/>
                      <a:pt x="129" y="666"/>
                      <a:pt x="128" y="667"/>
                    </a:cubicBezTo>
                    <a:cubicBezTo>
                      <a:pt x="125" y="667"/>
                      <a:pt x="122" y="667"/>
                      <a:pt x="119" y="668"/>
                    </a:cubicBezTo>
                    <a:cubicBezTo>
                      <a:pt x="117" y="668"/>
                      <a:pt x="117" y="670"/>
                      <a:pt x="117" y="672"/>
                    </a:cubicBezTo>
                    <a:cubicBezTo>
                      <a:pt x="118" y="674"/>
                      <a:pt x="118" y="675"/>
                      <a:pt x="120" y="676"/>
                    </a:cubicBezTo>
                    <a:cubicBezTo>
                      <a:pt x="123" y="679"/>
                      <a:pt x="128" y="679"/>
                      <a:pt x="131" y="682"/>
                    </a:cubicBezTo>
                    <a:cubicBezTo>
                      <a:pt x="132" y="682"/>
                      <a:pt x="133" y="683"/>
                      <a:pt x="134" y="684"/>
                    </a:cubicBezTo>
                    <a:cubicBezTo>
                      <a:pt x="135" y="685"/>
                      <a:pt x="136" y="686"/>
                      <a:pt x="136" y="687"/>
                    </a:cubicBezTo>
                    <a:cubicBezTo>
                      <a:pt x="136" y="688"/>
                      <a:pt x="134" y="688"/>
                      <a:pt x="133" y="688"/>
                    </a:cubicBezTo>
                    <a:cubicBezTo>
                      <a:pt x="132" y="688"/>
                      <a:pt x="130" y="688"/>
                      <a:pt x="129" y="688"/>
                    </a:cubicBezTo>
                    <a:cubicBezTo>
                      <a:pt x="128" y="688"/>
                      <a:pt x="127" y="688"/>
                      <a:pt x="127" y="687"/>
                    </a:cubicBezTo>
                    <a:cubicBezTo>
                      <a:pt x="126" y="686"/>
                      <a:pt x="126" y="685"/>
                      <a:pt x="125" y="684"/>
                    </a:cubicBezTo>
                    <a:cubicBezTo>
                      <a:pt x="124" y="683"/>
                      <a:pt x="121" y="683"/>
                      <a:pt x="119" y="684"/>
                    </a:cubicBezTo>
                    <a:cubicBezTo>
                      <a:pt x="118" y="684"/>
                      <a:pt x="116" y="686"/>
                      <a:pt x="114" y="686"/>
                    </a:cubicBezTo>
                    <a:cubicBezTo>
                      <a:pt x="112" y="687"/>
                      <a:pt x="110" y="686"/>
                      <a:pt x="108" y="686"/>
                    </a:cubicBezTo>
                    <a:cubicBezTo>
                      <a:pt x="107" y="686"/>
                      <a:pt x="105" y="685"/>
                      <a:pt x="104" y="684"/>
                    </a:cubicBezTo>
                    <a:cubicBezTo>
                      <a:pt x="103" y="683"/>
                      <a:pt x="103" y="682"/>
                      <a:pt x="102" y="681"/>
                    </a:cubicBezTo>
                    <a:cubicBezTo>
                      <a:pt x="102" y="681"/>
                      <a:pt x="101" y="680"/>
                      <a:pt x="101" y="679"/>
                    </a:cubicBezTo>
                    <a:cubicBezTo>
                      <a:pt x="99" y="678"/>
                      <a:pt x="98" y="676"/>
                      <a:pt x="97" y="675"/>
                    </a:cubicBezTo>
                    <a:cubicBezTo>
                      <a:pt x="97" y="674"/>
                      <a:pt x="96" y="673"/>
                      <a:pt x="96" y="672"/>
                    </a:cubicBezTo>
                    <a:cubicBezTo>
                      <a:pt x="95" y="671"/>
                      <a:pt x="96" y="669"/>
                      <a:pt x="97" y="667"/>
                    </a:cubicBezTo>
                    <a:cubicBezTo>
                      <a:pt x="98" y="666"/>
                      <a:pt x="99" y="666"/>
                      <a:pt x="100" y="664"/>
                    </a:cubicBezTo>
                    <a:cubicBezTo>
                      <a:pt x="101" y="663"/>
                      <a:pt x="101" y="661"/>
                      <a:pt x="100" y="660"/>
                    </a:cubicBezTo>
                    <a:cubicBezTo>
                      <a:pt x="99" y="660"/>
                      <a:pt x="98" y="660"/>
                      <a:pt x="97" y="660"/>
                    </a:cubicBezTo>
                    <a:cubicBezTo>
                      <a:pt x="96" y="660"/>
                      <a:pt x="95" y="660"/>
                      <a:pt x="94" y="660"/>
                    </a:cubicBezTo>
                    <a:cubicBezTo>
                      <a:pt x="93" y="660"/>
                      <a:pt x="92" y="661"/>
                      <a:pt x="91" y="662"/>
                    </a:cubicBezTo>
                    <a:cubicBezTo>
                      <a:pt x="91" y="663"/>
                      <a:pt x="91" y="664"/>
                      <a:pt x="91" y="665"/>
                    </a:cubicBezTo>
                    <a:cubicBezTo>
                      <a:pt x="91" y="666"/>
                      <a:pt x="90" y="666"/>
                      <a:pt x="89" y="667"/>
                    </a:cubicBezTo>
                    <a:cubicBezTo>
                      <a:pt x="89" y="668"/>
                      <a:pt x="88" y="669"/>
                      <a:pt x="88" y="670"/>
                    </a:cubicBezTo>
                    <a:cubicBezTo>
                      <a:pt x="88" y="670"/>
                      <a:pt x="87" y="671"/>
                      <a:pt x="87" y="672"/>
                    </a:cubicBezTo>
                    <a:cubicBezTo>
                      <a:pt x="86" y="672"/>
                      <a:pt x="85" y="673"/>
                      <a:pt x="84" y="673"/>
                    </a:cubicBezTo>
                    <a:cubicBezTo>
                      <a:pt x="83" y="673"/>
                      <a:pt x="82" y="673"/>
                      <a:pt x="81" y="673"/>
                    </a:cubicBezTo>
                    <a:cubicBezTo>
                      <a:pt x="80" y="672"/>
                      <a:pt x="78" y="672"/>
                      <a:pt x="76" y="672"/>
                    </a:cubicBezTo>
                    <a:cubicBezTo>
                      <a:pt x="75" y="672"/>
                      <a:pt x="74" y="672"/>
                      <a:pt x="73" y="672"/>
                    </a:cubicBezTo>
                    <a:cubicBezTo>
                      <a:pt x="72" y="672"/>
                      <a:pt x="72" y="671"/>
                      <a:pt x="72" y="670"/>
                    </a:cubicBezTo>
                    <a:cubicBezTo>
                      <a:pt x="72" y="669"/>
                      <a:pt x="73" y="667"/>
                      <a:pt x="73" y="666"/>
                    </a:cubicBezTo>
                    <a:cubicBezTo>
                      <a:pt x="74" y="664"/>
                      <a:pt x="76" y="660"/>
                      <a:pt x="73" y="659"/>
                    </a:cubicBezTo>
                    <a:cubicBezTo>
                      <a:pt x="70" y="657"/>
                      <a:pt x="67" y="658"/>
                      <a:pt x="65" y="658"/>
                    </a:cubicBezTo>
                    <a:cubicBezTo>
                      <a:pt x="63" y="658"/>
                      <a:pt x="62" y="658"/>
                      <a:pt x="61" y="658"/>
                    </a:cubicBezTo>
                    <a:cubicBezTo>
                      <a:pt x="60" y="658"/>
                      <a:pt x="59" y="657"/>
                      <a:pt x="57" y="658"/>
                    </a:cubicBezTo>
                    <a:cubicBezTo>
                      <a:pt x="55" y="658"/>
                      <a:pt x="53" y="660"/>
                      <a:pt x="51" y="662"/>
                    </a:cubicBezTo>
                    <a:cubicBezTo>
                      <a:pt x="50" y="663"/>
                      <a:pt x="50" y="663"/>
                      <a:pt x="49" y="663"/>
                    </a:cubicBezTo>
                    <a:cubicBezTo>
                      <a:pt x="47" y="663"/>
                      <a:pt x="46" y="662"/>
                      <a:pt x="45" y="662"/>
                    </a:cubicBezTo>
                    <a:cubicBezTo>
                      <a:pt x="43" y="662"/>
                      <a:pt x="41" y="661"/>
                      <a:pt x="39" y="661"/>
                    </a:cubicBezTo>
                    <a:cubicBezTo>
                      <a:pt x="37" y="662"/>
                      <a:pt x="36" y="662"/>
                      <a:pt x="35" y="663"/>
                    </a:cubicBezTo>
                    <a:cubicBezTo>
                      <a:pt x="33" y="665"/>
                      <a:pt x="35" y="668"/>
                      <a:pt x="34" y="670"/>
                    </a:cubicBezTo>
                    <a:cubicBezTo>
                      <a:pt x="33" y="671"/>
                      <a:pt x="32" y="672"/>
                      <a:pt x="32" y="672"/>
                    </a:cubicBezTo>
                    <a:cubicBezTo>
                      <a:pt x="31" y="673"/>
                      <a:pt x="30" y="673"/>
                      <a:pt x="29" y="674"/>
                    </a:cubicBezTo>
                    <a:cubicBezTo>
                      <a:pt x="29" y="675"/>
                      <a:pt x="28" y="675"/>
                      <a:pt x="27" y="675"/>
                    </a:cubicBezTo>
                    <a:cubicBezTo>
                      <a:pt x="27" y="674"/>
                      <a:pt x="26" y="672"/>
                      <a:pt x="26" y="671"/>
                    </a:cubicBezTo>
                    <a:cubicBezTo>
                      <a:pt x="25" y="670"/>
                      <a:pt x="25" y="668"/>
                      <a:pt x="24" y="667"/>
                    </a:cubicBezTo>
                    <a:cubicBezTo>
                      <a:pt x="24" y="666"/>
                      <a:pt x="23" y="666"/>
                      <a:pt x="22" y="667"/>
                    </a:cubicBezTo>
                    <a:cubicBezTo>
                      <a:pt x="20" y="667"/>
                      <a:pt x="16" y="667"/>
                      <a:pt x="16" y="669"/>
                    </a:cubicBezTo>
                    <a:cubicBezTo>
                      <a:pt x="16" y="671"/>
                      <a:pt x="17" y="672"/>
                      <a:pt x="18" y="673"/>
                    </a:cubicBezTo>
                    <a:cubicBezTo>
                      <a:pt x="18" y="674"/>
                      <a:pt x="18" y="674"/>
                      <a:pt x="17" y="675"/>
                    </a:cubicBezTo>
                    <a:cubicBezTo>
                      <a:pt x="14" y="676"/>
                      <a:pt x="10" y="676"/>
                      <a:pt x="11" y="679"/>
                    </a:cubicBezTo>
                    <a:cubicBezTo>
                      <a:pt x="11" y="681"/>
                      <a:pt x="11" y="682"/>
                      <a:pt x="11" y="684"/>
                    </a:cubicBezTo>
                    <a:cubicBezTo>
                      <a:pt x="11" y="685"/>
                      <a:pt x="10" y="686"/>
                      <a:pt x="9" y="687"/>
                    </a:cubicBezTo>
                    <a:cubicBezTo>
                      <a:pt x="8" y="688"/>
                      <a:pt x="10" y="689"/>
                      <a:pt x="10" y="691"/>
                    </a:cubicBezTo>
                    <a:cubicBezTo>
                      <a:pt x="11" y="691"/>
                      <a:pt x="11" y="692"/>
                      <a:pt x="12" y="692"/>
                    </a:cubicBezTo>
                    <a:cubicBezTo>
                      <a:pt x="13" y="693"/>
                      <a:pt x="15" y="693"/>
                      <a:pt x="16" y="694"/>
                    </a:cubicBezTo>
                    <a:cubicBezTo>
                      <a:pt x="18" y="694"/>
                      <a:pt x="20" y="694"/>
                      <a:pt x="21" y="694"/>
                    </a:cubicBezTo>
                    <a:cubicBezTo>
                      <a:pt x="22" y="693"/>
                      <a:pt x="23" y="693"/>
                      <a:pt x="24" y="692"/>
                    </a:cubicBezTo>
                    <a:cubicBezTo>
                      <a:pt x="25" y="690"/>
                      <a:pt x="27" y="687"/>
                      <a:pt x="28" y="688"/>
                    </a:cubicBezTo>
                    <a:cubicBezTo>
                      <a:pt x="29" y="689"/>
                      <a:pt x="30" y="690"/>
                      <a:pt x="30" y="691"/>
                    </a:cubicBezTo>
                    <a:cubicBezTo>
                      <a:pt x="31" y="693"/>
                      <a:pt x="32" y="694"/>
                      <a:pt x="33" y="696"/>
                    </a:cubicBezTo>
                    <a:cubicBezTo>
                      <a:pt x="33" y="696"/>
                      <a:pt x="34" y="697"/>
                      <a:pt x="34" y="697"/>
                    </a:cubicBezTo>
                    <a:cubicBezTo>
                      <a:pt x="34" y="698"/>
                      <a:pt x="35" y="699"/>
                      <a:pt x="35" y="699"/>
                    </a:cubicBezTo>
                    <a:cubicBezTo>
                      <a:pt x="36" y="700"/>
                      <a:pt x="36" y="699"/>
                      <a:pt x="37" y="698"/>
                    </a:cubicBezTo>
                    <a:cubicBezTo>
                      <a:pt x="37" y="697"/>
                      <a:pt x="37" y="695"/>
                      <a:pt x="38" y="694"/>
                    </a:cubicBezTo>
                    <a:cubicBezTo>
                      <a:pt x="38" y="693"/>
                      <a:pt x="39" y="692"/>
                      <a:pt x="40" y="692"/>
                    </a:cubicBezTo>
                    <a:cubicBezTo>
                      <a:pt x="41" y="693"/>
                      <a:pt x="41" y="694"/>
                      <a:pt x="42" y="695"/>
                    </a:cubicBezTo>
                    <a:cubicBezTo>
                      <a:pt x="42" y="696"/>
                      <a:pt x="43" y="697"/>
                      <a:pt x="44" y="698"/>
                    </a:cubicBezTo>
                    <a:cubicBezTo>
                      <a:pt x="45" y="699"/>
                      <a:pt x="46" y="699"/>
                      <a:pt x="47" y="699"/>
                    </a:cubicBezTo>
                    <a:cubicBezTo>
                      <a:pt x="50" y="701"/>
                      <a:pt x="52" y="703"/>
                      <a:pt x="54" y="704"/>
                    </a:cubicBezTo>
                    <a:cubicBezTo>
                      <a:pt x="56" y="705"/>
                      <a:pt x="57" y="706"/>
                      <a:pt x="58" y="706"/>
                    </a:cubicBezTo>
                    <a:cubicBezTo>
                      <a:pt x="60" y="706"/>
                      <a:pt x="61" y="705"/>
                      <a:pt x="62" y="705"/>
                    </a:cubicBezTo>
                    <a:cubicBezTo>
                      <a:pt x="65" y="704"/>
                      <a:pt x="68" y="704"/>
                      <a:pt x="71" y="704"/>
                    </a:cubicBezTo>
                    <a:cubicBezTo>
                      <a:pt x="73" y="704"/>
                      <a:pt x="75" y="704"/>
                      <a:pt x="77" y="704"/>
                    </a:cubicBezTo>
                    <a:cubicBezTo>
                      <a:pt x="79" y="704"/>
                      <a:pt x="81" y="704"/>
                      <a:pt x="83" y="704"/>
                    </a:cubicBezTo>
                    <a:cubicBezTo>
                      <a:pt x="85" y="705"/>
                      <a:pt x="86" y="705"/>
                      <a:pt x="87" y="707"/>
                    </a:cubicBezTo>
                    <a:cubicBezTo>
                      <a:pt x="88" y="708"/>
                      <a:pt x="89" y="710"/>
                      <a:pt x="89" y="711"/>
                    </a:cubicBezTo>
                    <a:cubicBezTo>
                      <a:pt x="89" y="712"/>
                      <a:pt x="90" y="717"/>
                      <a:pt x="92" y="715"/>
                    </a:cubicBezTo>
                    <a:cubicBezTo>
                      <a:pt x="95" y="714"/>
                      <a:pt x="95" y="711"/>
                      <a:pt x="97" y="709"/>
                    </a:cubicBezTo>
                    <a:cubicBezTo>
                      <a:pt x="99" y="707"/>
                      <a:pt x="102" y="709"/>
                      <a:pt x="104" y="709"/>
                    </a:cubicBezTo>
                    <a:cubicBezTo>
                      <a:pt x="108" y="711"/>
                      <a:pt x="111" y="711"/>
                      <a:pt x="115" y="711"/>
                    </a:cubicBezTo>
                    <a:cubicBezTo>
                      <a:pt x="117" y="711"/>
                      <a:pt x="121" y="710"/>
                      <a:pt x="121" y="713"/>
                    </a:cubicBezTo>
                    <a:cubicBezTo>
                      <a:pt x="120" y="716"/>
                      <a:pt x="118" y="718"/>
                      <a:pt x="115" y="718"/>
                    </a:cubicBezTo>
                    <a:cubicBezTo>
                      <a:pt x="112" y="719"/>
                      <a:pt x="110" y="717"/>
                      <a:pt x="107" y="718"/>
                    </a:cubicBezTo>
                    <a:cubicBezTo>
                      <a:pt x="103" y="718"/>
                      <a:pt x="99" y="720"/>
                      <a:pt x="96" y="722"/>
                    </a:cubicBezTo>
                    <a:cubicBezTo>
                      <a:pt x="95" y="723"/>
                      <a:pt x="94" y="723"/>
                      <a:pt x="93" y="724"/>
                    </a:cubicBezTo>
                    <a:cubicBezTo>
                      <a:pt x="92" y="725"/>
                      <a:pt x="92" y="725"/>
                      <a:pt x="91" y="725"/>
                    </a:cubicBezTo>
                    <a:cubicBezTo>
                      <a:pt x="90" y="726"/>
                      <a:pt x="88" y="726"/>
                      <a:pt x="87" y="726"/>
                    </a:cubicBezTo>
                    <a:cubicBezTo>
                      <a:pt x="85" y="726"/>
                      <a:pt x="83" y="727"/>
                      <a:pt x="80" y="727"/>
                    </a:cubicBezTo>
                    <a:cubicBezTo>
                      <a:pt x="75" y="727"/>
                      <a:pt x="70" y="727"/>
                      <a:pt x="65" y="727"/>
                    </a:cubicBezTo>
                    <a:cubicBezTo>
                      <a:pt x="62" y="727"/>
                      <a:pt x="60" y="727"/>
                      <a:pt x="58" y="727"/>
                    </a:cubicBezTo>
                    <a:cubicBezTo>
                      <a:pt x="54" y="727"/>
                      <a:pt x="50" y="728"/>
                      <a:pt x="46" y="728"/>
                    </a:cubicBezTo>
                    <a:cubicBezTo>
                      <a:pt x="43" y="729"/>
                      <a:pt x="40" y="731"/>
                      <a:pt x="37" y="732"/>
                    </a:cubicBezTo>
                    <a:cubicBezTo>
                      <a:pt x="34" y="733"/>
                      <a:pt x="30" y="732"/>
                      <a:pt x="27" y="733"/>
                    </a:cubicBezTo>
                    <a:cubicBezTo>
                      <a:pt x="26" y="734"/>
                      <a:pt x="22" y="736"/>
                      <a:pt x="24" y="738"/>
                    </a:cubicBezTo>
                    <a:cubicBezTo>
                      <a:pt x="25" y="739"/>
                      <a:pt x="26" y="739"/>
                      <a:pt x="27" y="739"/>
                    </a:cubicBezTo>
                    <a:cubicBezTo>
                      <a:pt x="29" y="740"/>
                      <a:pt x="30" y="740"/>
                      <a:pt x="32" y="740"/>
                    </a:cubicBezTo>
                    <a:cubicBezTo>
                      <a:pt x="34" y="740"/>
                      <a:pt x="36" y="740"/>
                      <a:pt x="38" y="740"/>
                    </a:cubicBezTo>
                    <a:cubicBezTo>
                      <a:pt x="39" y="740"/>
                      <a:pt x="41" y="741"/>
                      <a:pt x="40" y="742"/>
                    </a:cubicBezTo>
                    <a:cubicBezTo>
                      <a:pt x="39" y="742"/>
                      <a:pt x="38" y="742"/>
                      <a:pt x="37" y="742"/>
                    </a:cubicBezTo>
                    <a:cubicBezTo>
                      <a:pt x="37" y="743"/>
                      <a:pt x="36" y="743"/>
                      <a:pt x="35" y="743"/>
                    </a:cubicBezTo>
                    <a:cubicBezTo>
                      <a:pt x="33" y="743"/>
                      <a:pt x="30" y="743"/>
                      <a:pt x="29" y="744"/>
                    </a:cubicBezTo>
                    <a:cubicBezTo>
                      <a:pt x="27" y="744"/>
                      <a:pt x="27" y="745"/>
                      <a:pt x="26" y="746"/>
                    </a:cubicBezTo>
                    <a:cubicBezTo>
                      <a:pt x="26" y="747"/>
                      <a:pt x="26" y="749"/>
                      <a:pt x="25" y="750"/>
                    </a:cubicBezTo>
                    <a:cubicBezTo>
                      <a:pt x="23" y="753"/>
                      <a:pt x="19" y="752"/>
                      <a:pt x="17" y="752"/>
                    </a:cubicBezTo>
                    <a:cubicBezTo>
                      <a:pt x="13" y="751"/>
                      <a:pt x="8" y="750"/>
                      <a:pt x="4" y="751"/>
                    </a:cubicBezTo>
                    <a:cubicBezTo>
                      <a:pt x="3" y="752"/>
                      <a:pt x="1" y="752"/>
                      <a:pt x="0" y="754"/>
                    </a:cubicBezTo>
                    <a:cubicBezTo>
                      <a:pt x="0" y="755"/>
                      <a:pt x="0" y="756"/>
                      <a:pt x="0" y="757"/>
                    </a:cubicBezTo>
                    <a:cubicBezTo>
                      <a:pt x="0" y="759"/>
                      <a:pt x="0" y="761"/>
                      <a:pt x="2" y="761"/>
                    </a:cubicBezTo>
                    <a:cubicBezTo>
                      <a:pt x="3" y="761"/>
                      <a:pt x="4" y="761"/>
                      <a:pt x="5" y="761"/>
                    </a:cubicBezTo>
                    <a:cubicBezTo>
                      <a:pt x="6" y="761"/>
                      <a:pt x="7" y="762"/>
                      <a:pt x="6" y="763"/>
                    </a:cubicBezTo>
                    <a:cubicBezTo>
                      <a:pt x="6" y="767"/>
                      <a:pt x="4" y="770"/>
                      <a:pt x="3" y="774"/>
                    </a:cubicBezTo>
                    <a:cubicBezTo>
                      <a:pt x="2" y="775"/>
                      <a:pt x="3" y="777"/>
                      <a:pt x="4" y="778"/>
                    </a:cubicBezTo>
                    <a:cubicBezTo>
                      <a:pt x="7" y="779"/>
                      <a:pt x="9" y="779"/>
                      <a:pt x="11" y="777"/>
                    </a:cubicBezTo>
                    <a:cubicBezTo>
                      <a:pt x="14" y="776"/>
                      <a:pt x="16" y="772"/>
                      <a:pt x="19" y="770"/>
                    </a:cubicBezTo>
                    <a:cubicBezTo>
                      <a:pt x="21" y="768"/>
                      <a:pt x="24" y="766"/>
                      <a:pt x="27" y="767"/>
                    </a:cubicBezTo>
                    <a:cubicBezTo>
                      <a:pt x="30" y="768"/>
                      <a:pt x="30" y="772"/>
                      <a:pt x="30" y="775"/>
                    </a:cubicBezTo>
                    <a:cubicBezTo>
                      <a:pt x="30" y="778"/>
                      <a:pt x="30" y="781"/>
                      <a:pt x="28" y="783"/>
                    </a:cubicBezTo>
                    <a:cubicBezTo>
                      <a:pt x="28" y="784"/>
                      <a:pt x="27" y="784"/>
                      <a:pt x="27" y="785"/>
                    </a:cubicBezTo>
                    <a:cubicBezTo>
                      <a:pt x="26" y="786"/>
                      <a:pt x="25" y="787"/>
                      <a:pt x="25" y="788"/>
                    </a:cubicBezTo>
                    <a:cubicBezTo>
                      <a:pt x="26" y="790"/>
                      <a:pt x="27" y="790"/>
                      <a:pt x="28" y="792"/>
                    </a:cubicBezTo>
                    <a:cubicBezTo>
                      <a:pt x="28" y="792"/>
                      <a:pt x="28" y="793"/>
                      <a:pt x="29" y="793"/>
                    </a:cubicBezTo>
                    <a:cubicBezTo>
                      <a:pt x="29" y="794"/>
                      <a:pt x="30" y="794"/>
                      <a:pt x="30" y="794"/>
                    </a:cubicBezTo>
                    <a:cubicBezTo>
                      <a:pt x="32" y="795"/>
                      <a:pt x="33" y="796"/>
                      <a:pt x="35" y="796"/>
                    </a:cubicBezTo>
                    <a:cubicBezTo>
                      <a:pt x="36" y="797"/>
                      <a:pt x="38" y="798"/>
                      <a:pt x="40" y="798"/>
                    </a:cubicBezTo>
                    <a:cubicBezTo>
                      <a:pt x="42" y="798"/>
                      <a:pt x="45" y="798"/>
                      <a:pt x="46" y="796"/>
                    </a:cubicBezTo>
                    <a:cubicBezTo>
                      <a:pt x="47" y="796"/>
                      <a:pt x="47" y="795"/>
                      <a:pt x="48" y="795"/>
                    </a:cubicBezTo>
                    <a:cubicBezTo>
                      <a:pt x="48" y="795"/>
                      <a:pt x="49" y="796"/>
                      <a:pt x="49" y="796"/>
                    </a:cubicBezTo>
                    <a:cubicBezTo>
                      <a:pt x="50" y="797"/>
                      <a:pt x="51" y="798"/>
                      <a:pt x="52" y="798"/>
                    </a:cubicBezTo>
                    <a:cubicBezTo>
                      <a:pt x="53" y="799"/>
                      <a:pt x="54" y="799"/>
                      <a:pt x="55" y="799"/>
                    </a:cubicBezTo>
                    <a:cubicBezTo>
                      <a:pt x="56" y="799"/>
                      <a:pt x="57" y="799"/>
                      <a:pt x="58" y="799"/>
                    </a:cubicBezTo>
                    <a:cubicBezTo>
                      <a:pt x="60" y="799"/>
                      <a:pt x="62" y="799"/>
                      <a:pt x="64" y="799"/>
                    </a:cubicBezTo>
                    <a:cubicBezTo>
                      <a:pt x="64" y="799"/>
                      <a:pt x="65" y="799"/>
                      <a:pt x="65" y="798"/>
                    </a:cubicBezTo>
                    <a:cubicBezTo>
                      <a:pt x="66" y="798"/>
                      <a:pt x="66" y="798"/>
                      <a:pt x="66" y="797"/>
                    </a:cubicBezTo>
                    <a:cubicBezTo>
                      <a:pt x="67" y="796"/>
                      <a:pt x="69" y="795"/>
                      <a:pt x="70" y="796"/>
                    </a:cubicBezTo>
                    <a:cubicBezTo>
                      <a:pt x="71" y="796"/>
                      <a:pt x="74" y="797"/>
                      <a:pt x="75" y="796"/>
                    </a:cubicBezTo>
                    <a:cubicBezTo>
                      <a:pt x="75" y="795"/>
                      <a:pt x="75" y="794"/>
                      <a:pt x="75" y="794"/>
                    </a:cubicBezTo>
                    <a:cubicBezTo>
                      <a:pt x="75" y="793"/>
                      <a:pt x="75" y="793"/>
                      <a:pt x="76" y="792"/>
                    </a:cubicBezTo>
                    <a:cubicBezTo>
                      <a:pt x="77" y="791"/>
                      <a:pt x="78" y="792"/>
                      <a:pt x="79" y="793"/>
                    </a:cubicBezTo>
                    <a:cubicBezTo>
                      <a:pt x="79" y="795"/>
                      <a:pt x="80" y="796"/>
                      <a:pt x="81" y="797"/>
                    </a:cubicBezTo>
                    <a:cubicBezTo>
                      <a:pt x="83" y="797"/>
                      <a:pt x="85" y="797"/>
                      <a:pt x="86" y="797"/>
                    </a:cubicBezTo>
                    <a:cubicBezTo>
                      <a:pt x="87" y="796"/>
                      <a:pt x="88" y="796"/>
                      <a:pt x="89" y="795"/>
                    </a:cubicBezTo>
                    <a:cubicBezTo>
                      <a:pt x="89" y="795"/>
                      <a:pt x="90" y="794"/>
                      <a:pt x="90" y="794"/>
                    </a:cubicBezTo>
                    <a:cubicBezTo>
                      <a:pt x="91" y="794"/>
                      <a:pt x="92" y="794"/>
                      <a:pt x="93" y="794"/>
                    </a:cubicBezTo>
                    <a:cubicBezTo>
                      <a:pt x="94" y="793"/>
                      <a:pt x="95" y="793"/>
                      <a:pt x="96" y="793"/>
                    </a:cubicBezTo>
                    <a:cubicBezTo>
                      <a:pt x="97" y="793"/>
                      <a:pt x="98" y="792"/>
                      <a:pt x="99" y="792"/>
                    </a:cubicBezTo>
                    <a:cubicBezTo>
                      <a:pt x="102" y="792"/>
                      <a:pt x="106" y="793"/>
                      <a:pt x="109" y="792"/>
                    </a:cubicBezTo>
                    <a:cubicBezTo>
                      <a:pt x="110" y="792"/>
                      <a:pt x="111" y="792"/>
                      <a:pt x="111" y="793"/>
                    </a:cubicBezTo>
                    <a:cubicBezTo>
                      <a:pt x="112" y="793"/>
                      <a:pt x="113" y="793"/>
                      <a:pt x="114" y="793"/>
                    </a:cubicBezTo>
                    <a:cubicBezTo>
                      <a:pt x="115" y="793"/>
                      <a:pt x="115" y="793"/>
                      <a:pt x="116" y="793"/>
                    </a:cubicBezTo>
                    <a:cubicBezTo>
                      <a:pt x="117" y="794"/>
                      <a:pt x="117" y="794"/>
                      <a:pt x="118" y="794"/>
                    </a:cubicBezTo>
                    <a:cubicBezTo>
                      <a:pt x="119" y="794"/>
                      <a:pt x="121" y="793"/>
                      <a:pt x="122" y="794"/>
                    </a:cubicBezTo>
                    <a:cubicBezTo>
                      <a:pt x="123" y="794"/>
                      <a:pt x="125" y="794"/>
                      <a:pt x="126" y="794"/>
                    </a:cubicBezTo>
                    <a:cubicBezTo>
                      <a:pt x="127" y="794"/>
                      <a:pt x="128" y="794"/>
                      <a:pt x="129" y="795"/>
                    </a:cubicBezTo>
                    <a:cubicBezTo>
                      <a:pt x="130" y="795"/>
                      <a:pt x="130" y="795"/>
                      <a:pt x="131" y="795"/>
                    </a:cubicBezTo>
                    <a:cubicBezTo>
                      <a:pt x="131" y="795"/>
                      <a:pt x="132" y="796"/>
                      <a:pt x="132" y="796"/>
                    </a:cubicBezTo>
                    <a:cubicBezTo>
                      <a:pt x="131" y="796"/>
                      <a:pt x="131" y="796"/>
                      <a:pt x="130" y="797"/>
                    </a:cubicBezTo>
                    <a:cubicBezTo>
                      <a:pt x="128" y="797"/>
                      <a:pt x="126" y="797"/>
                      <a:pt x="124" y="797"/>
                    </a:cubicBezTo>
                    <a:cubicBezTo>
                      <a:pt x="122" y="798"/>
                      <a:pt x="121" y="798"/>
                      <a:pt x="119" y="799"/>
                    </a:cubicBezTo>
                    <a:cubicBezTo>
                      <a:pt x="118" y="799"/>
                      <a:pt x="117" y="799"/>
                      <a:pt x="115" y="799"/>
                    </a:cubicBezTo>
                    <a:cubicBezTo>
                      <a:pt x="114" y="799"/>
                      <a:pt x="113" y="799"/>
                      <a:pt x="112" y="799"/>
                    </a:cubicBezTo>
                    <a:cubicBezTo>
                      <a:pt x="110" y="798"/>
                      <a:pt x="109" y="798"/>
                      <a:pt x="107" y="798"/>
                    </a:cubicBezTo>
                    <a:cubicBezTo>
                      <a:pt x="106" y="798"/>
                      <a:pt x="105" y="798"/>
                      <a:pt x="104" y="798"/>
                    </a:cubicBezTo>
                    <a:cubicBezTo>
                      <a:pt x="103" y="798"/>
                      <a:pt x="103" y="798"/>
                      <a:pt x="103" y="799"/>
                    </a:cubicBezTo>
                    <a:cubicBezTo>
                      <a:pt x="102" y="799"/>
                      <a:pt x="102" y="799"/>
                      <a:pt x="101" y="799"/>
                    </a:cubicBezTo>
                    <a:cubicBezTo>
                      <a:pt x="100" y="800"/>
                      <a:pt x="99" y="800"/>
                      <a:pt x="98" y="800"/>
                    </a:cubicBezTo>
                    <a:cubicBezTo>
                      <a:pt x="97" y="800"/>
                      <a:pt x="96" y="800"/>
                      <a:pt x="95" y="800"/>
                    </a:cubicBezTo>
                    <a:cubicBezTo>
                      <a:pt x="94" y="800"/>
                      <a:pt x="94" y="800"/>
                      <a:pt x="93" y="800"/>
                    </a:cubicBezTo>
                    <a:cubicBezTo>
                      <a:pt x="92" y="801"/>
                      <a:pt x="91" y="801"/>
                      <a:pt x="91" y="802"/>
                    </a:cubicBezTo>
                    <a:cubicBezTo>
                      <a:pt x="90" y="802"/>
                      <a:pt x="89" y="803"/>
                      <a:pt x="89" y="804"/>
                    </a:cubicBezTo>
                    <a:cubicBezTo>
                      <a:pt x="88" y="805"/>
                      <a:pt x="88" y="806"/>
                      <a:pt x="88" y="806"/>
                    </a:cubicBezTo>
                    <a:cubicBezTo>
                      <a:pt x="88" y="807"/>
                      <a:pt x="88" y="807"/>
                      <a:pt x="88" y="808"/>
                    </a:cubicBezTo>
                    <a:cubicBezTo>
                      <a:pt x="88" y="809"/>
                      <a:pt x="88" y="809"/>
                      <a:pt x="87" y="810"/>
                    </a:cubicBezTo>
                    <a:cubicBezTo>
                      <a:pt x="87" y="810"/>
                      <a:pt x="86" y="810"/>
                      <a:pt x="86" y="810"/>
                    </a:cubicBezTo>
                    <a:cubicBezTo>
                      <a:pt x="85" y="809"/>
                      <a:pt x="84" y="809"/>
                      <a:pt x="83" y="809"/>
                    </a:cubicBezTo>
                    <a:cubicBezTo>
                      <a:pt x="82" y="809"/>
                      <a:pt x="81" y="809"/>
                      <a:pt x="80" y="809"/>
                    </a:cubicBezTo>
                    <a:cubicBezTo>
                      <a:pt x="79" y="809"/>
                      <a:pt x="78" y="809"/>
                      <a:pt x="78" y="809"/>
                    </a:cubicBezTo>
                    <a:cubicBezTo>
                      <a:pt x="77" y="809"/>
                      <a:pt x="76" y="808"/>
                      <a:pt x="76" y="808"/>
                    </a:cubicBezTo>
                    <a:cubicBezTo>
                      <a:pt x="75" y="808"/>
                      <a:pt x="74" y="809"/>
                      <a:pt x="73" y="809"/>
                    </a:cubicBezTo>
                    <a:cubicBezTo>
                      <a:pt x="70" y="809"/>
                      <a:pt x="68" y="808"/>
                      <a:pt x="66" y="808"/>
                    </a:cubicBezTo>
                    <a:cubicBezTo>
                      <a:pt x="66" y="809"/>
                      <a:pt x="65" y="809"/>
                      <a:pt x="64" y="809"/>
                    </a:cubicBezTo>
                    <a:cubicBezTo>
                      <a:pt x="63" y="809"/>
                      <a:pt x="62" y="809"/>
                      <a:pt x="61" y="809"/>
                    </a:cubicBezTo>
                    <a:cubicBezTo>
                      <a:pt x="60" y="810"/>
                      <a:pt x="59" y="810"/>
                      <a:pt x="58" y="811"/>
                    </a:cubicBezTo>
                    <a:cubicBezTo>
                      <a:pt x="57" y="811"/>
                      <a:pt x="55" y="811"/>
                      <a:pt x="54" y="811"/>
                    </a:cubicBezTo>
                    <a:cubicBezTo>
                      <a:pt x="53" y="811"/>
                      <a:pt x="53" y="811"/>
                      <a:pt x="52" y="812"/>
                    </a:cubicBezTo>
                    <a:cubicBezTo>
                      <a:pt x="52" y="812"/>
                      <a:pt x="51" y="812"/>
                      <a:pt x="51" y="813"/>
                    </a:cubicBezTo>
                    <a:cubicBezTo>
                      <a:pt x="49" y="815"/>
                      <a:pt x="56" y="815"/>
                      <a:pt x="56" y="817"/>
                    </a:cubicBezTo>
                    <a:cubicBezTo>
                      <a:pt x="56" y="818"/>
                      <a:pt x="55" y="819"/>
                      <a:pt x="54" y="819"/>
                    </a:cubicBezTo>
                    <a:cubicBezTo>
                      <a:pt x="53" y="820"/>
                      <a:pt x="53" y="821"/>
                      <a:pt x="52" y="821"/>
                    </a:cubicBezTo>
                    <a:cubicBezTo>
                      <a:pt x="51" y="822"/>
                      <a:pt x="49" y="822"/>
                      <a:pt x="48" y="822"/>
                    </a:cubicBezTo>
                    <a:cubicBezTo>
                      <a:pt x="47" y="822"/>
                      <a:pt x="46" y="822"/>
                      <a:pt x="44" y="822"/>
                    </a:cubicBezTo>
                    <a:cubicBezTo>
                      <a:pt x="42" y="821"/>
                      <a:pt x="40" y="820"/>
                      <a:pt x="38" y="819"/>
                    </a:cubicBezTo>
                    <a:cubicBezTo>
                      <a:pt x="37" y="818"/>
                      <a:pt x="36" y="818"/>
                      <a:pt x="35" y="819"/>
                    </a:cubicBezTo>
                    <a:cubicBezTo>
                      <a:pt x="34" y="819"/>
                      <a:pt x="32" y="819"/>
                      <a:pt x="31" y="820"/>
                    </a:cubicBezTo>
                    <a:cubicBezTo>
                      <a:pt x="31" y="821"/>
                      <a:pt x="31" y="821"/>
                      <a:pt x="31" y="822"/>
                    </a:cubicBezTo>
                    <a:cubicBezTo>
                      <a:pt x="32" y="823"/>
                      <a:pt x="34" y="823"/>
                      <a:pt x="35" y="824"/>
                    </a:cubicBezTo>
                    <a:cubicBezTo>
                      <a:pt x="37" y="826"/>
                      <a:pt x="36" y="830"/>
                      <a:pt x="33" y="831"/>
                    </a:cubicBezTo>
                    <a:cubicBezTo>
                      <a:pt x="31" y="833"/>
                      <a:pt x="28" y="832"/>
                      <a:pt x="25" y="832"/>
                    </a:cubicBezTo>
                    <a:cubicBezTo>
                      <a:pt x="24" y="831"/>
                      <a:pt x="23" y="831"/>
                      <a:pt x="21" y="831"/>
                    </a:cubicBezTo>
                    <a:cubicBezTo>
                      <a:pt x="21" y="831"/>
                      <a:pt x="20" y="831"/>
                      <a:pt x="19" y="831"/>
                    </a:cubicBezTo>
                    <a:cubicBezTo>
                      <a:pt x="16" y="830"/>
                      <a:pt x="15" y="827"/>
                      <a:pt x="12" y="827"/>
                    </a:cubicBezTo>
                    <a:cubicBezTo>
                      <a:pt x="11" y="828"/>
                      <a:pt x="8" y="830"/>
                      <a:pt x="8" y="832"/>
                    </a:cubicBezTo>
                    <a:cubicBezTo>
                      <a:pt x="8" y="833"/>
                      <a:pt x="9" y="834"/>
                      <a:pt x="10" y="835"/>
                    </a:cubicBezTo>
                    <a:cubicBezTo>
                      <a:pt x="11" y="836"/>
                      <a:pt x="13" y="835"/>
                      <a:pt x="15" y="835"/>
                    </a:cubicBezTo>
                    <a:cubicBezTo>
                      <a:pt x="16" y="834"/>
                      <a:pt x="17" y="834"/>
                      <a:pt x="18" y="835"/>
                    </a:cubicBezTo>
                    <a:cubicBezTo>
                      <a:pt x="19" y="835"/>
                      <a:pt x="21" y="836"/>
                      <a:pt x="22" y="836"/>
                    </a:cubicBezTo>
                    <a:cubicBezTo>
                      <a:pt x="23" y="837"/>
                      <a:pt x="25" y="837"/>
                      <a:pt x="27" y="838"/>
                    </a:cubicBezTo>
                    <a:cubicBezTo>
                      <a:pt x="28" y="838"/>
                      <a:pt x="29" y="838"/>
                      <a:pt x="30" y="839"/>
                    </a:cubicBezTo>
                    <a:cubicBezTo>
                      <a:pt x="32" y="840"/>
                      <a:pt x="34" y="842"/>
                      <a:pt x="37" y="842"/>
                    </a:cubicBezTo>
                    <a:cubicBezTo>
                      <a:pt x="38" y="842"/>
                      <a:pt x="39" y="842"/>
                      <a:pt x="40" y="842"/>
                    </a:cubicBezTo>
                    <a:cubicBezTo>
                      <a:pt x="41" y="842"/>
                      <a:pt x="42" y="842"/>
                      <a:pt x="43" y="842"/>
                    </a:cubicBezTo>
                    <a:cubicBezTo>
                      <a:pt x="46" y="843"/>
                      <a:pt x="49" y="842"/>
                      <a:pt x="51" y="842"/>
                    </a:cubicBezTo>
                    <a:cubicBezTo>
                      <a:pt x="52" y="842"/>
                      <a:pt x="54" y="842"/>
                      <a:pt x="55" y="843"/>
                    </a:cubicBezTo>
                    <a:cubicBezTo>
                      <a:pt x="56" y="843"/>
                      <a:pt x="57" y="843"/>
                      <a:pt x="58" y="843"/>
                    </a:cubicBezTo>
                    <a:cubicBezTo>
                      <a:pt x="61" y="843"/>
                      <a:pt x="63" y="844"/>
                      <a:pt x="66" y="845"/>
                    </a:cubicBezTo>
                    <a:cubicBezTo>
                      <a:pt x="67" y="845"/>
                      <a:pt x="69" y="846"/>
                      <a:pt x="71" y="845"/>
                    </a:cubicBezTo>
                    <a:cubicBezTo>
                      <a:pt x="72" y="845"/>
                      <a:pt x="73" y="844"/>
                      <a:pt x="72" y="843"/>
                    </a:cubicBezTo>
                    <a:cubicBezTo>
                      <a:pt x="71" y="842"/>
                      <a:pt x="70" y="841"/>
                      <a:pt x="69" y="841"/>
                    </a:cubicBezTo>
                    <a:cubicBezTo>
                      <a:pt x="68" y="841"/>
                      <a:pt x="66" y="840"/>
                      <a:pt x="65" y="839"/>
                    </a:cubicBezTo>
                    <a:cubicBezTo>
                      <a:pt x="65" y="838"/>
                      <a:pt x="66" y="837"/>
                      <a:pt x="67" y="836"/>
                    </a:cubicBezTo>
                    <a:cubicBezTo>
                      <a:pt x="68" y="836"/>
                      <a:pt x="69" y="836"/>
                      <a:pt x="70" y="836"/>
                    </a:cubicBezTo>
                    <a:cubicBezTo>
                      <a:pt x="72" y="837"/>
                      <a:pt x="74" y="837"/>
                      <a:pt x="76" y="838"/>
                    </a:cubicBezTo>
                    <a:cubicBezTo>
                      <a:pt x="78" y="839"/>
                      <a:pt x="80" y="839"/>
                      <a:pt x="82" y="839"/>
                    </a:cubicBezTo>
                    <a:cubicBezTo>
                      <a:pt x="83" y="839"/>
                      <a:pt x="84" y="839"/>
                      <a:pt x="84" y="839"/>
                    </a:cubicBezTo>
                    <a:cubicBezTo>
                      <a:pt x="85" y="839"/>
                      <a:pt x="86" y="838"/>
                      <a:pt x="87" y="838"/>
                    </a:cubicBezTo>
                    <a:cubicBezTo>
                      <a:pt x="89" y="838"/>
                      <a:pt x="90" y="837"/>
                      <a:pt x="92" y="837"/>
                    </a:cubicBezTo>
                    <a:cubicBezTo>
                      <a:pt x="93" y="837"/>
                      <a:pt x="94" y="837"/>
                      <a:pt x="94" y="837"/>
                    </a:cubicBezTo>
                    <a:cubicBezTo>
                      <a:pt x="95" y="836"/>
                      <a:pt x="96" y="837"/>
                      <a:pt x="96" y="837"/>
                    </a:cubicBezTo>
                    <a:cubicBezTo>
                      <a:pt x="99" y="838"/>
                      <a:pt x="102" y="839"/>
                      <a:pt x="105" y="840"/>
                    </a:cubicBezTo>
                    <a:cubicBezTo>
                      <a:pt x="107" y="841"/>
                      <a:pt x="109" y="841"/>
                      <a:pt x="111" y="841"/>
                    </a:cubicBezTo>
                    <a:cubicBezTo>
                      <a:pt x="114" y="841"/>
                      <a:pt x="116" y="841"/>
                      <a:pt x="118" y="840"/>
                    </a:cubicBezTo>
                    <a:cubicBezTo>
                      <a:pt x="120" y="839"/>
                      <a:pt x="121" y="838"/>
                      <a:pt x="122" y="837"/>
                    </a:cubicBezTo>
                    <a:cubicBezTo>
                      <a:pt x="123" y="835"/>
                      <a:pt x="124" y="834"/>
                      <a:pt x="126" y="833"/>
                    </a:cubicBezTo>
                    <a:cubicBezTo>
                      <a:pt x="128" y="832"/>
                      <a:pt x="130" y="832"/>
                      <a:pt x="132" y="832"/>
                    </a:cubicBezTo>
                    <a:cubicBezTo>
                      <a:pt x="133" y="832"/>
                      <a:pt x="135" y="833"/>
                      <a:pt x="135" y="834"/>
                    </a:cubicBezTo>
                    <a:cubicBezTo>
                      <a:pt x="136" y="834"/>
                      <a:pt x="137" y="835"/>
                      <a:pt x="138" y="836"/>
                    </a:cubicBezTo>
                    <a:cubicBezTo>
                      <a:pt x="140" y="838"/>
                      <a:pt x="144" y="840"/>
                      <a:pt x="142" y="842"/>
                    </a:cubicBezTo>
                    <a:cubicBezTo>
                      <a:pt x="141" y="843"/>
                      <a:pt x="140" y="844"/>
                      <a:pt x="139" y="845"/>
                    </a:cubicBezTo>
                    <a:cubicBezTo>
                      <a:pt x="139" y="847"/>
                      <a:pt x="138" y="848"/>
                      <a:pt x="137" y="849"/>
                    </a:cubicBezTo>
                    <a:cubicBezTo>
                      <a:pt x="136" y="850"/>
                      <a:pt x="135" y="851"/>
                      <a:pt x="133" y="851"/>
                    </a:cubicBezTo>
                    <a:cubicBezTo>
                      <a:pt x="132" y="851"/>
                      <a:pt x="131" y="851"/>
                      <a:pt x="130" y="851"/>
                    </a:cubicBezTo>
                    <a:cubicBezTo>
                      <a:pt x="128" y="851"/>
                      <a:pt x="126" y="851"/>
                      <a:pt x="125" y="851"/>
                    </a:cubicBezTo>
                    <a:cubicBezTo>
                      <a:pt x="122" y="852"/>
                      <a:pt x="119" y="852"/>
                      <a:pt x="117" y="852"/>
                    </a:cubicBezTo>
                    <a:cubicBezTo>
                      <a:pt x="115" y="852"/>
                      <a:pt x="113" y="851"/>
                      <a:pt x="110" y="852"/>
                    </a:cubicBezTo>
                    <a:cubicBezTo>
                      <a:pt x="109" y="852"/>
                      <a:pt x="107" y="852"/>
                      <a:pt x="106" y="852"/>
                    </a:cubicBezTo>
                    <a:cubicBezTo>
                      <a:pt x="105" y="852"/>
                      <a:pt x="104" y="852"/>
                      <a:pt x="103" y="853"/>
                    </a:cubicBezTo>
                    <a:cubicBezTo>
                      <a:pt x="102" y="853"/>
                      <a:pt x="101" y="854"/>
                      <a:pt x="101" y="854"/>
                    </a:cubicBezTo>
                    <a:cubicBezTo>
                      <a:pt x="98" y="855"/>
                      <a:pt x="95" y="855"/>
                      <a:pt x="93" y="855"/>
                    </a:cubicBezTo>
                    <a:cubicBezTo>
                      <a:pt x="91" y="855"/>
                      <a:pt x="89" y="856"/>
                      <a:pt x="87" y="857"/>
                    </a:cubicBezTo>
                    <a:cubicBezTo>
                      <a:pt x="85" y="857"/>
                      <a:pt x="83" y="858"/>
                      <a:pt x="81" y="858"/>
                    </a:cubicBezTo>
                    <a:cubicBezTo>
                      <a:pt x="79" y="859"/>
                      <a:pt x="77" y="859"/>
                      <a:pt x="75" y="859"/>
                    </a:cubicBezTo>
                    <a:cubicBezTo>
                      <a:pt x="73" y="859"/>
                      <a:pt x="70" y="860"/>
                      <a:pt x="68" y="861"/>
                    </a:cubicBezTo>
                    <a:cubicBezTo>
                      <a:pt x="67" y="861"/>
                      <a:pt x="64" y="862"/>
                      <a:pt x="64" y="864"/>
                    </a:cubicBezTo>
                    <a:cubicBezTo>
                      <a:pt x="64" y="866"/>
                      <a:pt x="66" y="867"/>
                      <a:pt x="67" y="867"/>
                    </a:cubicBezTo>
                    <a:cubicBezTo>
                      <a:pt x="69" y="868"/>
                      <a:pt x="71" y="868"/>
                      <a:pt x="72" y="867"/>
                    </a:cubicBezTo>
                    <a:cubicBezTo>
                      <a:pt x="74" y="867"/>
                      <a:pt x="75" y="867"/>
                      <a:pt x="76" y="867"/>
                    </a:cubicBezTo>
                    <a:cubicBezTo>
                      <a:pt x="77" y="866"/>
                      <a:pt x="79" y="866"/>
                      <a:pt x="80" y="866"/>
                    </a:cubicBezTo>
                    <a:cubicBezTo>
                      <a:pt x="82" y="866"/>
                      <a:pt x="84" y="866"/>
                      <a:pt x="86" y="866"/>
                    </a:cubicBezTo>
                    <a:cubicBezTo>
                      <a:pt x="88" y="866"/>
                      <a:pt x="90" y="865"/>
                      <a:pt x="93" y="865"/>
                    </a:cubicBezTo>
                    <a:cubicBezTo>
                      <a:pt x="96" y="864"/>
                      <a:pt x="100" y="863"/>
                      <a:pt x="104" y="862"/>
                    </a:cubicBezTo>
                    <a:cubicBezTo>
                      <a:pt x="106" y="862"/>
                      <a:pt x="108" y="861"/>
                      <a:pt x="110" y="861"/>
                    </a:cubicBezTo>
                    <a:cubicBezTo>
                      <a:pt x="112" y="861"/>
                      <a:pt x="114" y="861"/>
                      <a:pt x="115" y="863"/>
                    </a:cubicBezTo>
                    <a:cubicBezTo>
                      <a:pt x="117" y="865"/>
                      <a:pt x="111" y="866"/>
                      <a:pt x="110" y="867"/>
                    </a:cubicBezTo>
                    <a:cubicBezTo>
                      <a:pt x="109" y="867"/>
                      <a:pt x="108" y="868"/>
                      <a:pt x="107" y="868"/>
                    </a:cubicBezTo>
                    <a:cubicBezTo>
                      <a:pt x="105" y="869"/>
                      <a:pt x="103" y="869"/>
                      <a:pt x="101" y="869"/>
                    </a:cubicBezTo>
                    <a:cubicBezTo>
                      <a:pt x="99" y="870"/>
                      <a:pt x="97" y="870"/>
                      <a:pt x="95" y="872"/>
                    </a:cubicBezTo>
                    <a:cubicBezTo>
                      <a:pt x="94" y="873"/>
                      <a:pt x="93" y="874"/>
                      <a:pt x="91" y="875"/>
                    </a:cubicBezTo>
                    <a:cubicBezTo>
                      <a:pt x="90" y="877"/>
                      <a:pt x="88" y="877"/>
                      <a:pt x="87" y="877"/>
                    </a:cubicBezTo>
                    <a:cubicBezTo>
                      <a:pt x="85" y="877"/>
                      <a:pt x="82" y="875"/>
                      <a:pt x="80" y="875"/>
                    </a:cubicBezTo>
                    <a:cubicBezTo>
                      <a:pt x="78" y="874"/>
                      <a:pt x="76" y="874"/>
                      <a:pt x="74" y="874"/>
                    </a:cubicBezTo>
                    <a:cubicBezTo>
                      <a:pt x="72" y="875"/>
                      <a:pt x="70" y="876"/>
                      <a:pt x="68" y="877"/>
                    </a:cubicBezTo>
                    <a:cubicBezTo>
                      <a:pt x="66" y="878"/>
                      <a:pt x="65" y="879"/>
                      <a:pt x="63" y="880"/>
                    </a:cubicBezTo>
                    <a:cubicBezTo>
                      <a:pt x="62" y="881"/>
                      <a:pt x="61" y="882"/>
                      <a:pt x="60" y="883"/>
                    </a:cubicBezTo>
                    <a:cubicBezTo>
                      <a:pt x="59" y="885"/>
                      <a:pt x="60" y="888"/>
                      <a:pt x="62" y="890"/>
                    </a:cubicBezTo>
                    <a:cubicBezTo>
                      <a:pt x="63" y="890"/>
                      <a:pt x="64" y="890"/>
                      <a:pt x="66" y="890"/>
                    </a:cubicBezTo>
                    <a:cubicBezTo>
                      <a:pt x="68" y="890"/>
                      <a:pt x="70" y="890"/>
                      <a:pt x="72" y="890"/>
                    </a:cubicBezTo>
                    <a:cubicBezTo>
                      <a:pt x="74" y="890"/>
                      <a:pt x="75" y="890"/>
                      <a:pt x="77" y="890"/>
                    </a:cubicBezTo>
                    <a:cubicBezTo>
                      <a:pt x="78" y="890"/>
                      <a:pt x="78" y="889"/>
                      <a:pt x="79" y="889"/>
                    </a:cubicBezTo>
                    <a:cubicBezTo>
                      <a:pt x="81" y="888"/>
                      <a:pt x="82" y="886"/>
                      <a:pt x="84" y="885"/>
                    </a:cubicBezTo>
                    <a:cubicBezTo>
                      <a:pt x="86" y="885"/>
                      <a:pt x="88" y="884"/>
                      <a:pt x="90" y="884"/>
                    </a:cubicBezTo>
                    <a:cubicBezTo>
                      <a:pt x="91" y="884"/>
                      <a:pt x="92" y="885"/>
                      <a:pt x="94" y="886"/>
                    </a:cubicBezTo>
                    <a:cubicBezTo>
                      <a:pt x="94" y="887"/>
                      <a:pt x="95" y="888"/>
                      <a:pt x="96" y="888"/>
                    </a:cubicBezTo>
                    <a:cubicBezTo>
                      <a:pt x="97" y="889"/>
                      <a:pt x="99" y="889"/>
                      <a:pt x="100" y="889"/>
                    </a:cubicBezTo>
                    <a:cubicBezTo>
                      <a:pt x="102" y="889"/>
                      <a:pt x="104" y="888"/>
                      <a:pt x="106" y="888"/>
                    </a:cubicBezTo>
                    <a:cubicBezTo>
                      <a:pt x="107" y="888"/>
                      <a:pt x="107" y="888"/>
                      <a:pt x="108" y="888"/>
                    </a:cubicBezTo>
                    <a:cubicBezTo>
                      <a:pt x="109" y="888"/>
                      <a:pt x="110" y="888"/>
                      <a:pt x="111" y="888"/>
                    </a:cubicBezTo>
                    <a:cubicBezTo>
                      <a:pt x="112" y="888"/>
                      <a:pt x="113" y="888"/>
                      <a:pt x="114" y="888"/>
                    </a:cubicBezTo>
                    <a:cubicBezTo>
                      <a:pt x="115" y="888"/>
                      <a:pt x="117" y="888"/>
                      <a:pt x="118" y="888"/>
                    </a:cubicBezTo>
                    <a:cubicBezTo>
                      <a:pt x="120" y="888"/>
                      <a:pt x="121" y="888"/>
                      <a:pt x="123" y="887"/>
                    </a:cubicBezTo>
                    <a:cubicBezTo>
                      <a:pt x="125" y="887"/>
                      <a:pt x="135" y="887"/>
                      <a:pt x="134" y="890"/>
                    </a:cubicBezTo>
                    <a:cubicBezTo>
                      <a:pt x="134" y="890"/>
                      <a:pt x="133" y="890"/>
                      <a:pt x="133" y="891"/>
                    </a:cubicBezTo>
                    <a:cubicBezTo>
                      <a:pt x="132" y="891"/>
                      <a:pt x="132" y="892"/>
                      <a:pt x="131" y="893"/>
                    </a:cubicBezTo>
                    <a:cubicBezTo>
                      <a:pt x="130" y="894"/>
                      <a:pt x="129" y="894"/>
                      <a:pt x="127" y="894"/>
                    </a:cubicBezTo>
                    <a:cubicBezTo>
                      <a:pt x="126" y="894"/>
                      <a:pt x="124" y="895"/>
                      <a:pt x="124" y="897"/>
                    </a:cubicBezTo>
                    <a:cubicBezTo>
                      <a:pt x="124" y="898"/>
                      <a:pt x="124" y="899"/>
                      <a:pt x="124" y="900"/>
                    </a:cubicBezTo>
                    <a:cubicBezTo>
                      <a:pt x="124" y="901"/>
                      <a:pt x="123" y="901"/>
                      <a:pt x="123" y="902"/>
                    </a:cubicBezTo>
                    <a:cubicBezTo>
                      <a:pt x="123" y="903"/>
                      <a:pt x="124" y="903"/>
                      <a:pt x="124" y="904"/>
                    </a:cubicBezTo>
                    <a:cubicBezTo>
                      <a:pt x="124" y="904"/>
                      <a:pt x="124" y="905"/>
                      <a:pt x="125" y="906"/>
                    </a:cubicBezTo>
                    <a:cubicBezTo>
                      <a:pt x="125" y="906"/>
                      <a:pt x="126" y="906"/>
                      <a:pt x="127" y="906"/>
                    </a:cubicBezTo>
                    <a:cubicBezTo>
                      <a:pt x="128" y="906"/>
                      <a:pt x="130" y="906"/>
                      <a:pt x="132" y="906"/>
                    </a:cubicBezTo>
                    <a:cubicBezTo>
                      <a:pt x="134" y="907"/>
                      <a:pt x="134" y="908"/>
                      <a:pt x="135" y="909"/>
                    </a:cubicBezTo>
                    <a:cubicBezTo>
                      <a:pt x="137" y="911"/>
                      <a:pt x="139" y="913"/>
                      <a:pt x="141" y="912"/>
                    </a:cubicBezTo>
                    <a:cubicBezTo>
                      <a:pt x="142" y="911"/>
                      <a:pt x="143" y="910"/>
                      <a:pt x="144" y="908"/>
                    </a:cubicBezTo>
                    <a:cubicBezTo>
                      <a:pt x="144" y="908"/>
                      <a:pt x="145" y="908"/>
                      <a:pt x="145" y="907"/>
                    </a:cubicBezTo>
                    <a:cubicBezTo>
                      <a:pt x="145" y="907"/>
                      <a:pt x="145" y="907"/>
                      <a:pt x="146" y="907"/>
                    </a:cubicBezTo>
                    <a:cubicBezTo>
                      <a:pt x="146" y="907"/>
                      <a:pt x="146" y="907"/>
                      <a:pt x="147" y="906"/>
                    </a:cubicBezTo>
                    <a:cubicBezTo>
                      <a:pt x="147" y="906"/>
                      <a:pt x="147" y="906"/>
                      <a:pt x="147" y="906"/>
                    </a:cubicBezTo>
                    <a:cubicBezTo>
                      <a:pt x="148" y="905"/>
                      <a:pt x="148" y="905"/>
                      <a:pt x="149" y="905"/>
                    </a:cubicBezTo>
                    <a:cubicBezTo>
                      <a:pt x="150" y="904"/>
                      <a:pt x="152" y="905"/>
                      <a:pt x="153" y="905"/>
                    </a:cubicBezTo>
                    <a:cubicBezTo>
                      <a:pt x="154" y="906"/>
                      <a:pt x="154" y="906"/>
                      <a:pt x="155" y="907"/>
                    </a:cubicBezTo>
                    <a:cubicBezTo>
                      <a:pt x="156" y="908"/>
                      <a:pt x="156" y="909"/>
                      <a:pt x="157" y="910"/>
                    </a:cubicBezTo>
                    <a:cubicBezTo>
                      <a:pt x="157" y="911"/>
                      <a:pt x="158" y="911"/>
                      <a:pt x="159" y="912"/>
                    </a:cubicBezTo>
                    <a:cubicBezTo>
                      <a:pt x="159" y="913"/>
                      <a:pt x="159" y="913"/>
                      <a:pt x="160" y="913"/>
                    </a:cubicBezTo>
                    <a:cubicBezTo>
                      <a:pt x="160" y="913"/>
                      <a:pt x="161" y="913"/>
                      <a:pt x="161" y="913"/>
                    </a:cubicBezTo>
                    <a:cubicBezTo>
                      <a:pt x="162" y="912"/>
                      <a:pt x="162" y="911"/>
                      <a:pt x="162" y="910"/>
                    </a:cubicBezTo>
                    <a:cubicBezTo>
                      <a:pt x="162" y="910"/>
                      <a:pt x="162" y="908"/>
                      <a:pt x="163" y="908"/>
                    </a:cubicBezTo>
                    <a:cubicBezTo>
                      <a:pt x="163" y="907"/>
                      <a:pt x="164" y="908"/>
                      <a:pt x="164" y="908"/>
                    </a:cubicBezTo>
                    <a:cubicBezTo>
                      <a:pt x="165" y="908"/>
                      <a:pt x="165" y="908"/>
                      <a:pt x="166" y="907"/>
                    </a:cubicBezTo>
                    <a:cubicBezTo>
                      <a:pt x="167" y="907"/>
                      <a:pt x="167" y="906"/>
                      <a:pt x="167" y="906"/>
                    </a:cubicBezTo>
                    <a:cubicBezTo>
                      <a:pt x="168" y="906"/>
                      <a:pt x="168" y="905"/>
                      <a:pt x="169" y="905"/>
                    </a:cubicBezTo>
                    <a:cubicBezTo>
                      <a:pt x="170" y="905"/>
                      <a:pt x="170" y="905"/>
                      <a:pt x="171" y="904"/>
                    </a:cubicBezTo>
                    <a:cubicBezTo>
                      <a:pt x="172" y="904"/>
                      <a:pt x="172" y="904"/>
                      <a:pt x="172" y="904"/>
                    </a:cubicBezTo>
                    <a:cubicBezTo>
                      <a:pt x="173" y="904"/>
                      <a:pt x="173" y="904"/>
                      <a:pt x="173" y="904"/>
                    </a:cubicBezTo>
                    <a:cubicBezTo>
                      <a:pt x="173" y="904"/>
                      <a:pt x="173" y="904"/>
                      <a:pt x="173" y="904"/>
                    </a:cubicBezTo>
                    <a:cubicBezTo>
                      <a:pt x="174" y="904"/>
                      <a:pt x="175" y="904"/>
                      <a:pt x="176" y="904"/>
                    </a:cubicBezTo>
                    <a:cubicBezTo>
                      <a:pt x="176" y="904"/>
                      <a:pt x="176" y="905"/>
                      <a:pt x="177" y="905"/>
                    </a:cubicBezTo>
                    <a:cubicBezTo>
                      <a:pt x="178" y="905"/>
                      <a:pt x="179" y="905"/>
                      <a:pt x="180" y="904"/>
                    </a:cubicBezTo>
                    <a:cubicBezTo>
                      <a:pt x="181" y="904"/>
                      <a:pt x="181" y="903"/>
                      <a:pt x="181" y="903"/>
                    </a:cubicBezTo>
                    <a:cubicBezTo>
                      <a:pt x="182" y="902"/>
                      <a:pt x="181" y="901"/>
                      <a:pt x="181" y="900"/>
                    </a:cubicBezTo>
                    <a:cubicBezTo>
                      <a:pt x="180" y="899"/>
                      <a:pt x="180" y="898"/>
                      <a:pt x="180" y="897"/>
                    </a:cubicBezTo>
                    <a:cubicBezTo>
                      <a:pt x="180" y="896"/>
                      <a:pt x="180" y="896"/>
                      <a:pt x="181" y="895"/>
                    </a:cubicBezTo>
                    <a:cubicBezTo>
                      <a:pt x="181" y="894"/>
                      <a:pt x="183" y="895"/>
                      <a:pt x="183" y="895"/>
                    </a:cubicBezTo>
                    <a:cubicBezTo>
                      <a:pt x="184" y="896"/>
                      <a:pt x="184" y="896"/>
                      <a:pt x="184" y="897"/>
                    </a:cubicBezTo>
                    <a:cubicBezTo>
                      <a:pt x="185" y="897"/>
                      <a:pt x="185" y="898"/>
                      <a:pt x="186" y="899"/>
                    </a:cubicBezTo>
                    <a:cubicBezTo>
                      <a:pt x="186" y="899"/>
                      <a:pt x="186" y="900"/>
                      <a:pt x="186" y="900"/>
                    </a:cubicBezTo>
                    <a:cubicBezTo>
                      <a:pt x="187" y="901"/>
                      <a:pt x="187" y="901"/>
                      <a:pt x="188" y="901"/>
                    </a:cubicBezTo>
                    <a:cubicBezTo>
                      <a:pt x="188" y="902"/>
                      <a:pt x="189" y="902"/>
                      <a:pt x="190" y="902"/>
                    </a:cubicBezTo>
                    <a:cubicBezTo>
                      <a:pt x="193" y="903"/>
                      <a:pt x="195" y="904"/>
                      <a:pt x="198" y="902"/>
                    </a:cubicBezTo>
                    <a:cubicBezTo>
                      <a:pt x="199" y="901"/>
                      <a:pt x="202" y="901"/>
                      <a:pt x="202" y="902"/>
                    </a:cubicBezTo>
                    <a:cubicBezTo>
                      <a:pt x="203" y="903"/>
                      <a:pt x="203" y="904"/>
                      <a:pt x="204" y="904"/>
                    </a:cubicBezTo>
                    <a:cubicBezTo>
                      <a:pt x="204" y="905"/>
                      <a:pt x="205" y="905"/>
                      <a:pt x="205" y="905"/>
                    </a:cubicBezTo>
                    <a:cubicBezTo>
                      <a:pt x="205" y="905"/>
                      <a:pt x="205" y="906"/>
                      <a:pt x="206" y="906"/>
                    </a:cubicBezTo>
                    <a:cubicBezTo>
                      <a:pt x="206" y="907"/>
                      <a:pt x="206" y="908"/>
                      <a:pt x="207" y="909"/>
                    </a:cubicBezTo>
                    <a:cubicBezTo>
                      <a:pt x="208" y="910"/>
                      <a:pt x="209" y="911"/>
                      <a:pt x="210" y="911"/>
                    </a:cubicBezTo>
                    <a:cubicBezTo>
                      <a:pt x="211" y="911"/>
                      <a:pt x="211" y="911"/>
                      <a:pt x="212" y="912"/>
                    </a:cubicBezTo>
                    <a:cubicBezTo>
                      <a:pt x="212" y="912"/>
                      <a:pt x="212" y="912"/>
                      <a:pt x="213" y="912"/>
                    </a:cubicBezTo>
                    <a:cubicBezTo>
                      <a:pt x="214" y="912"/>
                      <a:pt x="216" y="913"/>
                      <a:pt x="217" y="912"/>
                    </a:cubicBezTo>
                    <a:cubicBezTo>
                      <a:pt x="218" y="911"/>
                      <a:pt x="218" y="910"/>
                      <a:pt x="219" y="910"/>
                    </a:cubicBezTo>
                    <a:cubicBezTo>
                      <a:pt x="219" y="909"/>
                      <a:pt x="220" y="909"/>
                      <a:pt x="220" y="909"/>
                    </a:cubicBezTo>
                    <a:cubicBezTo>
                      <a:pt x="220" y="908"/>
                      <a:pt x="220" y="907"/>
                      <a:pt x="221" y="906"/>
                    </a:cubicBezTo>
                    <a:cubicBezTo>
                      <a:pt x="222" y="905"/>
                      <a:pt x="223" y="905"/>
                      <a:pt x="224" y="905"/>
                    </a:cubicBezTo>
                    <a:cubicBezTo>
                      <a:pt x="225" y="904"/>
                      <a:pt x="226" y="904"/>
                      <a:pt x="226" y="903"/>
                    </a:cubicBezTo>
                    <a:cubicBezTo>
                      <a:pt x="226" y="901"/>
                      <a:pt x="225" y="899"/>
                      <a:pt x="226" y="897"/>
                    </a:cubicBezTo>
                    <a:cubicBezTo>
                      <a:pt x="227" y="896"/>
                      <a:pt x="228" y="896"/>
                      <a:pt x="229" y="898"/>
                    </a:cubicBezTo>
                    <a:cubicBezTo>
                      <a:pt x="229" y="899"/>
                      <a:pt x="229" y="899"/>
                      <a:pt x="230" y="900"/>
                    </a:cubicBezTo>
                    <a:cubicBezTo>
                      <a:pt x="231" y="901"/>
                      <a:pt x="232" y="901"/>
                      <a:pt x="233" y="902"/>
                    </a:cubicBezTo>
                    <a:cubicBezTo>
                      <a:pt x="235" y="903"/>
                      <a:pt x="236" y="904"/>
                      <a:pt x="237" y="905"/>
                    </a:cubicBezTo>
                    <a:cubicBezTo>
                      <a:pt x="239" y="906"/>
                      <a:pt x="240" y="908"/>
                      <a:pt x="241" y="909"/>
                    </a:cubicBezTo>
                    <a:cubicBezTo>
                      <a:pt x="241" y="909"/>
                      <a:pt x="242" y="910"/>
                      <a:pt x="242" y="910"/>
                    </a:cubicBezTo>
                    <a:cubicBezTo>
                      <a:pt x="243" y="911"/>
                      <a:pt x="243" y="912"/>
                      <a:pt x="244" y="912"/>
                    </a:cubicBezTo>
                    <a:cubicBezTo>
                      <a:pt x="244" y="913"/>
                      <a:pt x="244" y="913"/>
                      <a:pt x="244" y="914"/>
                    </a:cubicBezTo>
                    <a:cubicBezTo>
                      <a:pt x="245" y="914"/>
                      <a:pt x="245" y="914"/>
                      <a:pt x="245" y="915"/>
                    </a:cubicBezTo>
                    <a:cubicBezTo>
                      <a:pt x="246" y="916"/>
                      <a:pt x="247" y="916"/>
                      <a:pt x="248" y="916"/>
                    </a:cubicBezTo>
                    <a:cubicBezTo>
                      <a:pt x="250" y="916"/>
                      <a:pt x="251" y="915"/>
                      <a:pt x="253" y="914"/>
                    </a:cubicBezTo>
                    <a:cubicBezTo>
                      <a:pt x="254" y="912"/>
                      <a:pt x="254" y="911"/>
                      <a:pt x="255" y="909"/>
                    </a:cubicBezTo>
                    <a:cubicBezTo>
                      <a:pt x="256" y="908"/>
                      <a:pt x="257" y="907"/>
                      <a:pt x="257" y="906"/>
                    </a:cubicBezTo>
                    <a:cubicBezTo>
                      <a:pt x="258" y="905"/>
                      <a:pt x="258" y="904"/>
                      <a:pt x="258" y="903"/>
                    </a:cubicBezTo>
                    <a:cubicBezTo>
                      <a:pt x="258" y="902"/>
                      <a:pt x="258" y="901"/>
                      <a:pt x="259" y="900"/>
                    </a:cubicBezTo>
                    <a:cubicBezTo>
                      <a:pt x="260" y="899"/>
                      <a:pt x="262" y="899"/>
                      <a:pt x="264" y="899"/>
                    </a:cubicBezTo>
                    <a:cubicBezTo>
                      <a:pt x="265" y="899"/>
                      <a:pt x="265" y="900"/>
                      <a:pt x="266" y="901"/>
                    </a:cubicBezTo>
                    <a:cubicBezTo>
                      <a:pt x="267" y="902"/>
                      <a:pt x="268" y="902"/>
                      <a:pt x="269" y="902"/>
                    </a:cubicBezTo>
                    <a:cubicBezTo>
                      <a:pt x="271" y="903"/>
                      <a:pt x="273" y="903"/>
                      <a:pt x="275" y="903"/>
                    </a:cubicBezTo>
                    <a:cubicBezTo>
                      <a:pt x="276" y="903"/>
                      <a:pt x="277" y="903"/>
                      <a:pt x="278" y="904"/>
                    </a:cubicBezTo>
                    <a:cubicBezTo>
                      <a:pt x="279" y="904"/>
                      <a:pt x="279" y="905"/>
                      <a:pt x="280" y="905"/>
                    </a:cubicBezTo>
                    <a:cubicBezTo>
                      <a:pt x="280" y="906"/>
                      <a:pt x="280" y="906"/>
                      <a:pt x="280" y="907"/>
                    </a:cubicBezTo>
                    <a:cubicBezTo>
                      <a:pt x="280" y="909"/>
                      <a:pt x="280" y="911"/>
                      <a:pt x="280" y="913"/>
                    </a:cubicBezTo>
                    <a:cubicBezTo>
                      <a:pt x="280" y="913"/>
                      <a:pt x="281" y="915"/>
                      <a:pt x="281" y="914"/>
                    </a:cubicBezTo>
                    <a:cubicBezTo>
                      <a:pt x="282" y="914"/>
                      <a:pt x="282" y="914"/>
                      <a:pt x="283" y="913"/>
                    </a:cubicBezTo>
                    <a:cubicBezTo>
                      <a:pt x="283" y="912"/>
                      <a:pt x="284" y="910"/>
                      <a:pt x="284" y="908"/>
                    </a:cubicBezTo>
                    <a:cubicBezTo>
                      <a:pt x="284" y="907"/>
                      <a:pt x="284" y="904"/>
                      <a:pt x="285" y="903"/>
                    </a:cubicBezTo>
                    <a:cubicBezTo>
                      <a:pt x="286" y="903"/>
                      <a:pt x="286" y="903"/>
                      <a:pt x="287" y="903"/>
                    </a:cubicBezTo>
                    <a:cubicBezTo>
                      <a:pt x="287" y="903"/>
                      <a:pt x="288" y="902"/>
                      <a:pt x="288" y="902"/>
                    </a:cubicBezTo>
                    <a:cubicBezTo>
                      <a:pt x="289" y="902"/>
                      <a:pt x="289" y="902"/>
                      <a:pt x="289" y="901"/>
                    </a:cubicBezTo>
                    <a:cubicBezTo>
                      <a:pt x="290" y="900"/>
                      <a:pt x="290" y="898"/>
                      <a:pt x="290" y="897"/>
                    </a:cubicBezTo>
                    <a:cubicBezTo>
                      <a:pt x="290" y="896"/>
                      <a:pt x="290" y="895"/>
                      <a:pt x="291" y="894"/>
                    </a:cubicBezTo>
                    <a:cubicBezTo>
                      <a:pt x="292" y="893"/>
                      <a:pt x="295" y="894"/>
                      <a:pt x="296" y="895"/>
                    </a:cubicBezTo>
                    <a:cubicBezTo>
                      <a:pt x="296" y="896"/>
                      <a:pt x="296" y="897"/>
                      <a:pt x="296" y="898"/>
                    </a:cubicBezTo>
                    <a:cubicBezTo>
                      <a:pt x="297" y="899"/>
                      <a:pt x="298" y="900"/>
                      <a:pt x="299" y="899"/>
                    </a:cubicBezTo>
                    <a:cubicBezTo>
                      <a:pt x="301" y="899"/>
                      <a:pt x="301" y="898"/>
                      <a:pt x="302" y="898"/>
                    </a:cubicBezTo>
                    <a:cubicBezTo>
                      <a:pt x="302" y="897"/>
                      <a:pt x="303" y="897"/>
                      <a:pt x="303" y="898"/>
                    </a:cubicBezTo>
                    <a:cubicBezTo>
                      <a:pt x="303" y="898"/>
                      <a:pt x="304" y="899"/>
                      <a:pt x="304" y="899"/>
                    </a:cubicBezTo>
                    <a:cubicBezTo>
                      <a:pt x="306" y="900"/>
                      <a:pt x="307" y="899"/>
                      <a:pt x="308" y="899"/>
                    </a:cubicBezTo>
                    <a:cubicBezTo>
                      <a:pt x="310" y="898"/>
                      <a:pt x="313" y="897"/>
                      <a:pt x="315" y="897"/>
                    </a:cubicBezTo>
                    <a:cubicBezTo>
                      <a:pt x="318" y="897"/>
                      <a:pt x="320" y="898"/>
                      <a:pt x="323" y="898"/>
                    </a:cubicBezTo>
                    <a:cubicBezTo>
                      <a:pt x="324" y="897"/>
                      <a:pt x="326" y="897"/>
                      <a:pt x="327" y="895"/>
                    </a:cubicBezTo>
                    <a:cubicBezTo>
                      <a:pt x="328" y="894"/>
                      <a:pt x="329" y="893"/>
                      <a:pt x="330" y="893"/>
                    </a:cubicBezTo>
                    <a:cubicBezTo>
                      <a:pt x="332" y="893"/>
                      <a:pt x="333" y="894"/>
                      <a:pt x="335" y="893"/>
                    </a:cubicBezTo>
                    <a:cubicBezTo>
                      <a:pt x="336" y="892"/>
                      <a:pt x="336" y="891"/>
                      <a:pt x="336" y="890"/>
                    </a:cubicBezTo>
                    <a:cubicBezTo>
                      <a:pt x="337" y="888"/>
                      <a:pt x="336" y="888"/>
                      <a:pt x="335" y="887"/>
                    </a:cubicBezTo>
                    <a:cubicBezTo>
                      <a:pt x="333" y="887"/>
                      <a:pt x="331" y="887"/>
                      <a:pt x="330" y="887"/>
                    </a:cubicBezTo>
                    <a:cubicBezTo>
                      <a:pt x="329" y="886"/>
                      <a:pt x="330" y="885"/>
                      <a:pt x="330" y="884"/>
                    </a:cubicBezTo>
                    <a:cubicBezTo>
                      <a:pt x="332" y="883"/>
                      <a:pt x="335" y="884"/>
                      <a:pt x="338" y="883"/>
                    </a:cubicBezTo>
                    <a:cubicBezTo>
                      <a:pt x="339" y="883"/>
                      <a:pt x="340" y="882"/>
                      <a:pt x="340" y="881"/>
                    </a:cubicBezTo>
                    <a:cubicBezTo>
                      <a:pt x="340" y="880"/>
                      <a:pt x="339" y="879"/>
                      <a:pt x="339" y="878"/>
                    </a:cubicBezTo>
                    <a:cubicBezTo>
                      <a:pt x="339" y="877"/>
                      <a:pt x="338" y="876"/>
                      <a:pt x="337" y="876"/>
                    </a:cubicBezTo>
                    <a:cubicBezTo>
                      <a:pt x="335" y="875"/>
                      <a:pt x="333" y="875"/>
                      <a:pt x="332" y="875"/>
                    </a:cubicBezTo>
                    <a:cubicBezTo>
                      <a:pt x="330" y="875"/>
                      <a:pt x="328" y="874"/>
                      <a:pt x="327" y="873"/>
                    </a:cubicBezTo>
                    <a:cubicBezTo>
                      <a:pt x="327" y="872"/>
                      <a:pt x="328" y="871"/>
                      <a:pt x="328" y="871"/>
                    </a:cubicBezTo>
                    <a:cubicBezTo>
                      <a:pt x="330" y="871"/>
                      <a:pt x="331" y="871"/>
                      <a:pt x="333" y="870"/>
                    </a:cubicBezTo>
                    <a:cubicBezTo>
                      <a:pt x="334" y="870"/>
                      <a:pt x="334" y="868"/>
                      <a:pt x="334" y="867"/>
                    </a:cubicBezTo>
                    <a:cubicBezTo>
                      <a:pt x="334" y="865"/>
                      <a:pt x="338" y="866"/>
                      <a:pt x="340" y="866"/>
                    </a:cubicBezTo>
                    <a:cubicBezTo>
                      <a:pt x="341" y="866"/>
                      <a:pt x="341" y="865"/>
                      <a:pt x="342" y="865"/>
                    </a:cubicBezTo>
                    <a:cubicBezTo>
                      <a:pt x="344" y="865"/>
                      <a:pt x="346" y="865"/>
                      <a:pt x="347" y="865"/>
                    </a:cubicBezTo>
                    <a:cubicBezTo>
                      <a:pt x="350" y="865"/>
                      <a:pt x="354" y="865"/>
                      <a:pt x="356" y="866"/>
                    </a:cubicBezTo>
                    <a:cubicBezTo>
                      <a:pt x="359" y="868"/>
                      <a:pt x="357" y="871"/>
                      <a:pt x="355" y="872"/>
                    </a:cubicBezTo>
                    <a:cubicBezTo>
                      <a:pt x="354" y="872"/>
                      <a:pt x="353" y="872"/>
                      <a:pt x="352" y="872"/>
                    </a:cubicBezTo>
                    <a:cubicBezTo>
                      <a:pt x="350" y="872"/>
                      <a:pt x="349" y="873"/>
                      <a:pt x="348" y="873"/>
                    </a:cubicBezTo>
                    <a:cubicBezTo>
                      <a:pt x="347" y="873"/>
                      <a:pt x="346" y="874"/>
                      <a:pt x="346" y="875"/>
                    </a:cubicBezTo>
                    <a:cubicBezTo>
                      <a:pt x="345" y="875"/>
                      <a:pt x="345" y="876"/>
                      <a:pt x="345" y="877"/>
                    </a:cubicBezTo>
                    <a:cubicBezTo>
                      <a:pt x="345" y="878"/>
                      <a:pt x="345" y="879"/>
                      <a:pt x="346" y="880"/>
                    </a:cubicBezTo>
                    <a:cubicBezTo>
                      <a:pt x="346" y="881"/>
                      <a:pt x="347" y="881"/>
                      <a:pt x="348" y="882"/>
                    </a:cubicBezTo>
                    <a:cubicBezTo>
                      <a:pt x="350" y="883"/>
                      <a:pt x="351" y="883"/>
                      <a:pt x="352" y="884"/>
                    </a:cubicBezTo>
                    <a:cubicBezTo>
                      <a:pt x="353" y="885"/>
                      <a:pt x="353" y="886"/>
                      <a:pt x="354" y="886"/>
                    </a:cubicBezTo>
                    <a:cubicBezTo>
                      <a:pt x="355" y="887"/>
                      <a:pt x="357" y="887"/>
                      <a:pt x="358" y="887"/>
                    </a:cubicBezTo>
                    <a:cubicBezTo>
                      <a:pt x="359" y="887"/>
                      <a:pt x="361" y="887"/>
                      <a:pt x="362" y="887"/>
                    </a:cubicBezTo>
                    <a:cubicBezTo>
                      <a:pt x="364" y="886"/>
                      <a:pt x="365" y="885"/>
                      <a:pt x="367" y="885"/>
                    </a:cubicBezTo>
                    <a:cubicBezTo>
                      <a:pt x="368" y="885"/>
                      <a:pt x="370" y="885"/>
                      <a:pt x="371" y="886"/>
                    </a:cubicBezTo>
                    <a:cubicBezTo>
                      <a:pt x="372" y="886"/>
                      <a:pt x="373" y="887"/>
                      <a:pt x="374" y="887"/>
                    </a:cubicBezTo>
                    <a:cubicBezTo>
                      <a:pt x="374" y="888"/>
                      <a:pt x="376" y="887"/>
                      <a:pt x="377" y="887"/>
                    </a:cubicBezTo>
                    <a:cubicBezTo>
                      <a:pt x="378" y="888"/>
                      <a:pt x="380" y="888"/>
                      <a:pt x="382" y="888"/>
                    </a:cubicBezTo>
                    <a:cubicBezTo>
                      <a:pt x="384" y="887"/>
                      <a:pt x="384" y="886"/>
                      <a:pt x="384" y="885"/>
                    </a:cubicBezTo>
                    <a:cubicBezTo>
                      <a:pt x="384" y="883"/>
                      <a:pt x="384" y="881"/>
                      <a:pt x="385" y="880"/>
                    </a:cubicBezTo>
                    <a:cubicBezTo>
                      <a:pt x="386" y="879"/>
                      <a:pt x="388" y="879"/>
                      <a:pt x="389" y="878"/>
                    </a:cubicBezTo>
                    <a:cubicBezTo>
                      <a:pt x="390" y="878"/>
                      <a:pt x="391" y="878"/>
                      <a:pt x="392" y="877"/>
                    </a:cubicBezTo>
                    <a:cubicBezTo>
                      <a:pt x="395" y="876"/>
                      <a:pt x="397" y="877"/>
                      <a:pt x="400" y="877"/>
                    </a:cubicBezTo>
                    <a:cubicBezTo>
                      <a:pt x="402" y="878"/>
                      <a:pt x="403" y="878"/>
                      <a:pt x="405" y="878"/>
                    </a:cubicBezTo>
                    <a:cubicBezTo>
                      <a:pt x="407" y="878"/>
                      <a:pt x="409" y="878"/>
                      <a:pt x="411" y="878"/>
                    </a:cubicBezTo>
                    <a:cubicBezTo>
                      <a:pt x="412" y="877"/>
                      <a:pt x="414" y="877"/>
                      <a:pt x="414" y="875"/>
                    </a:cubicBezTo>
                    <a:cubicBezTo>
                      <a:pt x="414" y="874"/>
                      <a:pt x="412" y="873"/>
                      <a:pt x="411" y="873"/>
                    </a:cubicBezTo>
                    <a:cubicBezTo>
                      <a:pt x="410" y="873"/>
                      <a:pt x="409" y="873"/>
                      <a:pt x="408" y="871"/>
                    </a:cubicBezTo>
                    <a:cubicBezTo>
                      <a:pt x="407" y="870"/>
                      <a:pt x="407" y="869"/>
                      <a:pt x="407" y="868"/>
                    </a:cubicBezTo>
                    <a:cubicBezTo>
                      <a:pt x="407" y="866"/>
                      <a:pt x="408" y="865"/>
                      <a:pt x="409" y="865"/>
                    </a:cubicBezTo>
                    <a:cubicBezTo>
                      <a:pt x="411" y="864"/>
                      <a:pt x="413" y="864"/>
                      <a:pt x="415" y="864"/>
                    </a:cubicBezTo>
                    <a:cubicBezTo>
                      <a:pt x="417" y="863"/>
                      <a:pt x="419" y="863"/>
                      <a:pt x="422" y="864"/>
                    </a:cubicBezTo>
                    <a:cubicBezTo>
                      <a:pt x="423" y="864"/>
                      <a:pt x="424" y="865"/>
                      <a:pt x="426" y="865"/>
                    </a:cubicBezTo>
                    <a:cubicBezTo>
                      <a:pt x="427" y="866"/>
                      <a:pt x="430" y="866"/>
                      <a:pt x="432" y="866"/>
                    </a:cubicBezTo>
                    <a:cubicBezTo>
                      <a:pt x="433" y="865"/>
                      <a:pt x="435" y="865"/>
                      <a:pt x="436" y="867"/>
                    </a:cubicBezTo>
                    <a:cubicBezTo>
                      <a:pt x="437" y="868"/>
                      <a:pt x="437" y="869"/>
                      <a:pt x="438" y="869"/>
                    </a:cubicBezTo>
                    <a:cubicBezTo>
                      <a:pt x="439" y="870"/>
                      <a:pt x="441" y="869"/>
                      <a:pt x="442" y="869"/>
                    </a:cubicBezTo>
                    <a:cubicBezTo>
                      <a:pt x="443" y="869"/>
                      <a:pt x="444" y="868"/>
                      <a:pt x="444" y="867"/>
                    </a:cubicBezTo>
                    <a:cubicBezTo>
                      <a:pt x="445" y="866"/>
                      <a:pt x="444" y="865"/>
                      <a:pt x="444" y="864"/>
                    </a:cubicBezTo>
                    <a:cubicBezTo>
                      <a:pt x="445" y="862"/>
                      <a:pt x="449" y="862"/>
                      <a:pt x="451" y="863"/>
                    </a:cubicBezTo>
                    <a:cubicBezTo>
                      <a:pt x="453" y="864"/>
                      <a:pt x="455" y="865"/>
                      <a:pt x="457" y="865"/>
                    </a:cubicBezTo>
                    <a:cubicBezTo>
                      <a:pt x="459" y="865"/>
                      <a:pt x="462" y="866"/>
                      <a:pt x="464" y="864"/>
                    </a:cubicBezTo>
                    <a:cubicBezTo>
                      <a:pt x="465" y="863"/>
                      <a:pt x="465" y="862"/>
                      <a:pt x="466" y="862"/>
                    </a:cubicBezTo>
                    <a:cubicBezTo>
                      <a:pt x="466" y="861"/>
                      <a:pt x="467" y="861"/>
                      <a:pt x="468" y="860"/>
                    </a:cubicBezTo>
                    <a:cubicBezTo>
                      <a:pt x="470" y="859"/>
                      <a:pt x="471" y="858"/>
                      <a:pt x="472" y="856"/>
                    </a:cubicBezTo>
                    <a:cubicBezTo>
                      <a:pt x="473" y="855"/>
                      <a:pt x="474" y="854"/>
                      <a:pt x="475" y="853"/>
                    </a:cubicBezTo>
                    <a:cubicBezTo>
                      <a:pt x="476" y="852"/>
                      <a:pt x="478" y="850"/>
                      <a:pt x="478" y="849"/>
                    </a:cubicBezTo>
                    <a:cubicBezTo>
                      <a:pt x="478" y="848"/>
                      <a:pt x="478" y="847"/>
                      <a:pt x="477" y="847"/>
                    </a:cubicBezTo>
                    <a:cubicBezTo>
                      <a:pt x="476" y="847"/>
                      <a:pt x="474" y="846"/>
                      <a:pt x="473" y="845"/>
                    </a:cubicBezTo>
                    <a:cubicBezTo>
                      <a:pt x="473" y="845"/>
                      <a:pt x="472" y="844"/>
                      <a:pt x="472" y="844"/>
                    </a:cubicBezTo>
                    <a:cubicBezTo>
                      <a:pt x="471" y="843"/>
                      <a:pt x="471" y="843"/>
                      <a:pt x="470" y="843"/>
                    </a:cubicBezTo>
                    <a:cubicBezTo>
                      <a:pt x="469" y="842"/>
                      <a:pt x="467" y="843"/>
                      <a:pt x="466" y="841"/>
                    </a:cubicBezTo>
                    <a:cubicBezTo>
                      <a:pt x="466" y="840"/>
                      <a:pt x="467" y="839"/>
                      <a:pt x="469" y="838"/>
                    </a:cubicBezTo>
                    <a:cubicBezTo>
                      <a:pt x="469" y="838"/>
                      <a:pt x="469" y="837"/>
                      <a:pt x="469" y="836"/>
                    </a:cubicBezTo>
                    <a:cubicBezTo>
                      <a:pt x="470" y="835"/>
                      <a:pt x="474" y="835"/>
                      <a:pt x="475" y="837"/>
                    </a:cubicBezTo>
                    <a:cubicBezTo>
                      <a:pt x="475" y="837"/>
                      <a:pt x="475" y="838"/>
                      <a:pt x="476" y="839"/>
                    </a:cubicBezTo>
                    <a:cubicBezTo>
                      <a:pt x="476" y="839"/>
                      <a:pt x="477" y="840"/>
                      <a:pt x="478" y="840"/>
                    </a:cubicBezTo>
                    <a:cubicBezTo>
                      <a:pt x="479" y="841"/>
                      <a:pt x="480" y="839"/>
                      <a:pt x="482" y="839"/>
                    </a:cubicBezTo>
                    <a:cubicBezTo>
                      <a:pt x="483" y="839"/>
                      <a:pt x="484" y="840"/>
                      <a:pt x="485" y="840"/>
                    </a:cubicBezTo>
                    <a:cubicBezTo>
                      <a:pt x="486" y="840"/>
                      <a:pt x="487" y="840"/>
                      <a:pt x="488" y="840"/>
                    </a:cubicBezTo>
                    <a:cubicBezTo>
                      <a:pt x="490" y="840"/>
                      <a:pt x="492" y="840"/>
                      <a:pt x="494" y="838"/>
                    </a:cubicBezTo>
                    <a:cubicBezTo>
                      <a:pt x="495" y="838"/>
                      <a:pt x="496" y="837"/>
                      <a:pt x="497" y="836"/>
                    </a:cubicBezTo>
                    <a:cubicBezTo>
                      <a:pt x="498" y="836"/>
                      <a:pt x="499" y="836"/>
                      <a:pt x="501" y="836"/>
                    </a:cubicBezTo>
                    <a:cubicBezTo>
                      <a:pt x="502" y="836"/>
                      <a:pt x="504" y="835"/>
                      <a:pt x="506" y="835"/>
                    </a:cubicBezTo>
                    <a:cubicBezTo>
                      <a:pt x="507" y="835"/>
                      <a:pt x="507" y="835"/>
                      <a:pt x="508" y="835"/>
                    </a:cubicBezTo>
                    <a:cubicBezTo>
                      <a:pt x="509" y="835"/>
                      <a:pt x="510" y="835"/>
                      <a:pt x="511" y="835"/>
                    </a:cubicBezTo>
                    <a:cubicBezTo>
                      <a:pt x="513" y="835"/>
                      <a:pt x="514" y="835"/>
                      <a:pt x="515" y="835"/>
                    </a:cubicBezTo>
                    <a:cubicBezTo>
                      <a:pt x="517" y="835"/>
                      <a:pt x="518" y="835"/>
                      <a:pt x="519" y="835"/>
                    </a:cubicBezTo>
                    <a:cubicBezTo>
                      <a:pt x="521" y="836"/>
                      <a:pt x="523" y="838"/>
                      <a:pt x="526" y="839"/>
                    </a:cubicBezTo>
                    <a:cubicBezTo>
                      <a:pt x="527" y="840"/>
                      <a:pt x="528" y="841"/>
                      <a:pt x="530" y="842"/>
                    </a:cubicBezTo>
                    <a:cubicBezTo>
                      <a:pt x="531" y="842"/>
                      <a:pt x="531" y="842"/>
                      <a:pt x="532" y="842"/>
                    </a:cubicBezTo>
                    <a:cubicBezTo>
                      <a:pt x="533" y="843"/>
                      <a:pt x="534" y="843"/>
                      <a:pt x="535" y="844"/>
                    </a:cubicBezTo>
                    <a:cubicBezTo>
                      <a:pt x="536" y="844"/>
                      <a:pt x="536" y="844"/>
                      <a:pt x="537" y="844"/>
                    </a:cubicBezTo>
                    <a:cubicBezTo>
                      <a:pt x="539" y="845"/>
                      <a:pt x="540" y="845"/>
                      <a:pt x="542" y="845"/>
                    </a:cubicBezTo>
                    <a:cubicBezTo>
                      <a:pt x="543" y="845"/>
                      <a:pt x="545" y="845"/>
                      <a:pt x="546" y="844"/>
                    </a:cubicBezTo>
                    <a:cubicBezTo>
                      <a:pt x="547" y="843"/>
                      <a:pt x="548" y="842"/>
                      <a:pt x="548" y="842"/>
                    </a:cubicBezTo>
                    <a:cubicBezTo>
                      <a:pt x="549" y="842"/>
                      <a:pt x="550" y="841"/>
                      <a:pt x="550" y="841"/>
                    </a:cubicBezTo>
                    <a:cubicBezTo>
                      <a:pt x="552" y="840"/>
                      <a:pt x="554" y="838"/>
                      <a:pt x="556" y="840"/>
                    </a:cubicBezTo>
                    <a:cubicBezTo>
                      <a:pt x="556" y="841"/>
                      <a:pt x="556" y="841"/>
                      <a:pt x="557" y="841"/>
                    </a:cubicBezTo>
                    <a:cubicBezTo>
                      <a:pt x="558" y="842"/>
                      <a:pt x="559" y="842"/>
                      <a:pt x="560" y="842"/>
                    </a:cubicBezTo>
                    <a:cubicBezTo>
                      <a:pt x="563" y="843"/>
                      <a:pt x="559" y="844"/>
                      <a:pt x="558" y="845"/>
                    </a:cubicBezTo>
                    <a:cubicBezTo>
                      <a:pt x="557" y="845"/>
                      <a:pt x="556" y="847"/>
                      <a:pt x="556" y="848"/>
                    </a:cubicBezTo>
                    <a:cubicBezTo>
                      <a:pt x="556" y="850"/>
                      <a:pt x="559" y="850"/>
                      <a:pt x="560" y="850"/>
                    </a:cubicBezTo>
                    <a:cubicBezTo>
                      <a:pt x="562" y="850"/>
                      <a:pt x="563" y="850"/>
                      <a:pt x="565" y="849"/>
                    </a:cubicBezTo>
                    <a:cubicBezTo>
                      <a:pt x="566" y="850"/>
                      <a:pt x="566" y="850"/>
                      <a:pt x="567" y="850"/>
                    </a:cubicBezTo>
                    <a:cubicBezTo>
                      <a:pt x="568" y="850"/>
                      <a:pt x="568" y="850"/>
                      <a:pt x="569" y="850"/>
                    </a:cubicBezTo>
                    <a:cubicBezTo>
                      <a:pt x="570" y="851"/>
                      <a:pt x="571" y="851"/>
                      <a:pt x="573" y="851"/>
                    </a:cubicBezTo>
                    <a:cubicBezTo>
                      <a:pt x="574" y="850"/>
                      <a:pt x="575" y="850"/>
                      <a:pt x="576" y="849"/>
                    </a:cubicBezTo>
                    <a:cubicBezTo>
                      <a:pt x="577" y="848"/>
                      <a:pt x="578" y="847"/>
                      <a:pt x="580" y="846"/>
                    </a:cubicBezTo>
                    <a:cubicBezTo>
                      <a:pt x="581" y="845"/>
                      <a:pt x="582" y="844"/>
                      <a:pt x="581" y="843"/>
                    </a:cubicBezTo>
                    <a:cubicBezTo>
                      <a:pt x="581" y="842"/>
                      <a:pt x="581" y="841"/>
                      <a:pt x="581" y="841"/>
                    </a:cubicBezTo>
                    <a:cubicBezTo>
                      <a:pt x="580" y="841"/>
                      <a:pt x="580" y="840"/>
                      <a:pt x="580" y="840"/>
                    </a:cubicBezTo>
                    <a:cubicBezTo>
                      <a:pt x="581" y="839"/>
                      <a:pt x="581" y="839"/>
                      <a:pt x="582" y="838"/>
                    </a:cubicBezTo>
                    <a:cubicBezTo>
                      <a:pt x="584" y="837"/>
                      <a:pt x="584" y="835"/>
                      <a:pt x="584" y="834"/>
                    </a:cubicBezTo>
                    <a:cubicBezTo>
                      <a:pt x="584" y="833"/>
                      <a:pt x="583" y="831"/>
                      <a:pt x="584" y="830"/>
                    </a:cubicBezTo>
                    <a:cubicBezTo>
                      <a:pt x="584" y="829"/>
                      <a:pt x="585" y="828"/>
                      <a:pt x="585" y="827"/>
                    </a:cubicBezTo>
                    <a:cubicBezTo>
                      <a:pt x="586" y="827"/>
                      <a:pt x="587" y="826"/>
                      <a:pt x="588" y="827"/>
                    </a:cubicBezTo>
                    <a:cubicBezTo>
                      <a:pt x="588" y="828"/>
                      <a:pt x="588" y="829"/>
                      <a:pt x="589" y="830"/>
                    </a:cubicBezTo>
                    <a:cubicBezTo>
                      <a:pt x="589" y="832"/>
                      <a:pt x="589" y="833"/>
                      <a:pt x="590" y="835"/>
                    </a:cubicBezTo>
                    <a:cubicBezTo>
                      <a:pt x="590" y="836"/>
                      <a:pt x="591" y="837"/>
                      <a:pt x="592" y="839"/>
                    </a:cubicBezTo>
                    <a:cubicBezTo>
                      <a:pt x="592" y="840"/>
                      <a:pt x="592" y="841"/>
                      <a:pt x="593" y="843"/>
                    </a:cubicBezTo>
                    <a:cubicBezTo>
                      <a:pt x="593" y="844"/>
                      <a:pt x="593" y="846"/>
                      <a:pt x="593" y="847"/>
                    </a:cubicBezTo>
                    <a:cubicBezTo>
                      <a:pt x="594" y="849"/>
                      <a:pt x="593" y="850"/>
                      <a:pt x="591" y="851"/>
                    </a:cubicBezTo>
                    <a:cubicBezTo>
                      <a:pt x="590" y="852"/>
                      <a:pt x="588" y="853"/>
                      <a:pt x="586" y="854"/>
                    </a:cubicBezTo>
                    <a:cubicBezTo>
                      <a:pt x="585" y="855"/>
                      <a:pt x="584" y="856"/>
                      <a:pt x="584" y="858"/>
                    </a:cubicBezTo>
                    <a:cubicBezTo>
                      <a:pt x="584" y="859"/>
                      <a:pt x="584" y="860"/>
                      <a:pt x="585" y="859"/>
                    </a:cubicBezTo>
                    <a:cubicBezTo>
                      <a:pt x="587" y="859"/>
                      <a:pt x="588" y="857"/>
                      <a:pt x="589" y="856"/>
                    </a:cubicBezTo>
                    <a:cubicBezTo>
                      <a:pt x="590" y="855"/>
                      <a:pt x="592" y="854"/>
                      <a:pt x="594" y="853"/>
                    </a:cubicBezTo>
                    <a:cubicBezTo>
                      <a:pt x="595" y="853"/>
                      <a:pt x="596" y="853"/>
                      <a:pt x="598" y="853"/>
                    </a:cubicBezTo>
                    <a:cubicBezTo>
                      <a:pt x="600" y="853"/>
                      <a:pt x="603" y="852"/>
                      <a:pt x="604" y="849"/>
                    </a:cubicBezTo>
                    <a:cubicBezTo>
                      <a:pt x="606" y="846"/>
                      <a:pt x="604" y="842"/>
                      <a:pt x="606" y="839"/>
                    </a:cubicBezTo>
                    <a:cubicBezTo>
                      <a:pt x="608" y="836"/>
                      <a:pt x="611" y="836"/>
                      <a:pt x="614" y="835"/>
                    </a:cubicBezTo>
                    <a:cubicBezTo>
                      <a:pt x="616" y="835"/>
                      <a:pt x="618" y="835"/>
                      <a:pt x="620" y="834"/>
                    </a:cubicBezTo>
                    <a:cubicBezTo>
                      <a:pt x="621" y="836"/>
                      <a:pt x="619" y="837"/>
                      <a:pt x="618" y="838"/>
                    </a:cubicBezTo>
                    <a:cubicBezTo>
                      <a:pt x="617" y="839"/>
                      <a:pt x="616" y="840"/>
                      <a:pt x="615" y="841"/>
                    </a:cubicBezTo>
                    <a:cubicBezTo>
                      <a:pt x="614" y="841"/>
                      <a:pt x="613" y="842"/>
                      <a:pt x="612" y="843"/>
                    </a:cubicBezTo>
                    <a:cubicBezTo>
                      <a:pt x="611" y="844"/>
                      <a:pt x="612" y="845"/>
                      <a:pt x="612" y="846"/>
                    </a:cubicBezTo>
                    <a:cubicBezTo>
                      <a:pt x="613" y="846"/>
                      <a:pt x="614" y="845"/>
                      <a:pt x="615" y="845"/>
                    </a:cubicBezTo>
                    <a:cubicBezTo>
                      <a:pt x="618" y="844"/>
                      <a:pt x="621" y="844"/>
                      <a:pt x="624" y="843"/>
                    </a:cubicBezTo>
                    <a:cubicBezTo>
                      <a:pt x="627" y="843"/>
                      <a:pt x="629" y="843"/>
                      <a:pt x="632" y="844"/>
                    </a:cubicBezTo>
                    <a:cubicBezTo>
                      <a:pt x="634" y="846"/>
                      <a:pt x="636" y="849"/>
                      <a:pt x="638" y="851"/>
                    </a:cubicBezTo>
                    <a:cubicBezTo>
                      <a:pt x="639" y="854"/>
                      <a:pt x="641" y="856"/>
                      <a:pt x="642" y="859"/>
                    </a:cubicBezTo>
                    <a:cubicBezTo>
                      <a:pt x="642" y="860"/>
                      <a:pt x="643" y="862"/>
                      <a:pt x="646" y="862"/>
                    </a:cubicBezTo>
                    <a:cubicBezTo>
                      <a:pt x="648" y="862"/>
                      <a:pt x="650" y="861"/>
                      <a:pt x="652" y="861"/>
                    </a:cubicBezTo>
                    <a:cubicBezTo>
                      <a:pt x="654" y="861"/>
                      <a:pt x="656" y="863"/>
                      <a:pt x="658" y="863"/>
                    </a:cubicBezTo>
                    <a:cubicBezTo>
                      <a:pt x="660" y="864"/>
                      <a:pt x="662" y="863"/>
                      <a:pt x="664" y="862"/>
                    </a:cubicBezTo>
                    <a:cubicBezTo>
                      <a:pt x="665" y="861"/>
                      <a:pt x="666" y="858"/>
                      <a:pt x="667" y="860"/>
                    </a:cubicBezTo>
                    <a:cubicBezTo>
                      <a:pt x="668" y="861"/>
                      <a:pt x="668" y="864"/>
                      <a:pt x="669" y="865"/>
                    </a:cubicBezTo>
                    <a:cubicBezTo>
                      <a:pt x="670" y="867"/>
                      <a:pt x="672" y="868"/>
                      <a:pt x="674" y="868"/>
                    </a:cubicBezTo>
                    <a:cubicBezTo>
                      <a:pt x="676" y="869"/>
                      <a:pt x="678" y="870"/>
                      <a:pt x="680" y="869"/>
                    </a:cubicBezTo>
                    <a:cubicBezTo>
                      <a:pt x="681" y="869"/>
                      <a:pt x="681" y="868"/>
                      <a:pt x="681" y="867"/>
                    </a:cubicBezTo>
                    <a:cubicBezTo>
                      <a:pt x="682" y="867"/>
                      <a:pt x="683" y="866"/>
                      <a:pt x="684" y="865"/>
                    </a:cubicBezTo>
                    <a:cubicBezTo>
                      <a:pt x="686" y="862"/>
                      <a:pt x="688" y="861"/>
                      <a:pt x="691" y="859"/>
                    </a:cubicBezTo>
                    <a:cubicBezTo>
                      <a:pt x="692" y="857"/>
                      <a:pt x="694" y="854"/>
                      <a:pt x="692" y="853"/>
                    </a:cubicBezTo>
                    <a:cubicBezTo>
                      <a:pt x="691" y="851"/>
                      <a:pt x="688" y="852"/>
                      <a:pt x="686" y="852"/>
                    </a:cubicBezTo>
                    <a:cubicBezTo>
                      <a:pt x="683" y="851"/>
                      <a:pt x="682" y="849"/>
                      <a:pt x="682" y="846"/>
                    </a:cubicBezTo>
                    <a:cubicBezTo>
                      <a:pt x="682" y="845"/>
                      <a:pt x="682" y="843"/>
                      <a:pt x="682" y="842"/>
                    </a:cubicBezTo>
                    <a:cubicBezTo>
                      <a:pt x="682" y="841"/>
                      <a:pt x="682" y="839"/>
                      <a:pt x="682" y="838"/>
                    </a:cubicBezTo>
                    <a:cubicBezTo>
                      <a:pt x="681" y="837"/>
                      <a:pt x="679" y="836"/>
                      <a:pt x="678" y="835"/>
                    </a:cubicBezTo>
                    <a:cubicBezTo>
                      <a:pt x="677" y="834"/>
                      <a:pt x="677" y="834"/>
                      <a:pt x="677" y="833"/>
                    </a:cubicBezTo>
                    <a:cubicBezTo>
                      <a:pt x="677" y="831"/>
                      <a:pt x="677" y="830"/>
                      <a:pt x="677" y="829"/>
                    </a:cubicBezTo>
                    <a:cubicBezTo>
                      <a:pt x="677" y="828"/>
                      <a:pt x="677" y="827"/>
                      <a:pt x="677" y="827"/>
                    </a:cubicBezTo>
                    <a:cubicBezTo>
                      <a:pt x="677" y="826"/>
                      <a:pt x="677" y="825"/>
                      <a:pt x="677" y="825"/>
                    </a:cubicBezTo>
                    <a:cubicBezTo>
                      <a:pt x="676" y="824"/>
                      <a:pt x="675" y="824"/>
                      <a:pt x="674" y="823"/>
                    </a:cubicBezTo>
                    <a:cubicBezTo>
                      <a:pt x="673" y="822"/>
                      <a:pt x="673" y="821"/>
                      <a:pt x="673" y="820"/>
                    </a:cubicBezTo>
                    <a:cubicBezTo>
                      <a:pt x="673" y="819"/>
                      <a:pt x="673" y="818"/>
                      <a:pt x="673" y="818"/>
                    </a:cubicBezTo>
                    <a:cubicBezTo>
                      <a:pt x="673" y="817"/>
                      <a:pt x="674" y="817"/>
                      <a:pt x="674" y="816"/>
                    </a:cubicBezTo>
                    <a:cubicBezTo>
                      <a:pt x="675" y="816"/>
                      <a:pt x="676" y="817"/>
                      <a:pt x="676" y="818"/>
                    </a:cubicBezTo>
                    <a:cubicBezTo>
                      <a:pt x="677" y="819"/>
                      <a:pt x="676" y="820"/>
                      <a:pt x="677" y="821"/>
                    </a:cubicBezTo>
                    <a:cubicBezTo>
                      <a:pt x="678" y="822"/>
                      <a:pt x="679" y="822"/>
                      <a:pt x="680" y="822"/>
                    </a:cubicBezTo>
                    <a:cubicBezTo>
                      <a:pt x="681" y="822"/>
                      <a:pt x="682" y="822"/>
                      <a:pt x="683" y="822"/>
                    </a:cubicBezTo>
                    <a:cubicBezTo>
                      <a:pt x="683" y="822"/>
                      <a:pt x="683" y="822"/>
                      <a:pt x="684" y="822"/>
                    </a:cubicBezTo>
                    <a:cubicBezTo>
                      <a:pt x="684" y="822"/>
                      <a:pt x="684" y="822"/>
                      <a:pt x="684" y="823"/>
                    </a:cubicBezTo>
                    <a:cubicBezTo>
                      <a:pt x="685" y="823"/>
                      <a:pt x="685" y="823"/>
                      <a:pt x="685" y="823"/>
                    </a:cubicBezTo>
                    <a:cubicBezTo>
                      <a:pt x="686" y="824"/>
                      <a:pt x="687" y="825"/>
                      <a:pt x="687" y="826"/>
                    </a:cubicBezTo>
                    <a:cubicBezTo>
                      <a:pt x="688" y="826"/>
                      <a:pt x="688" y="827"/>
                      <a:pt x="689" y="827"/>
                    </a:cubicBezTo>
                    <a:cubicBezTo>
                      <a:pt x="690" y="827"/>
                      <a:pt x="691" y="827"/>
                      <a:pt x="692" y="827"/>
                    </a:cubicBezTo>
                    <a:cubicBezTo>
                      <a:pt x="692" y="826"/>
                      <a:pt x="693" y="825"/>
                      <a:pt x="694" y="825"/>
                    </a:cubicBezTo>
                    <a:cubicBezTo>
                      <a:pt x="694" y="824"/>
                      <a:pt x="694" y="823"/>
                      <a:pt x="694" y="821"/>
                    </a:cubicBezTo>
                    <a:cubicBezTo>
                      <a:pt x="695" y="820"/>
                      <a:pt x="695" y="819"/>
                      <a:pt x="695" y="817"/>
                    </a:cubicBezTo>
                    <a:cubicBezTo>
                      <a:pt x="695" y="816"/>
                      <a:pt x="695" y="815"/>
                      <a:pt x="696" y="815"/>
                    </a:cubicBezTo>
                    <a:cubicBezTo>
                      <a:pt x="696" y="814"/>
                      <a:pt x="697" y="813"/>
                      <a:pt x="698" y="813"/>
                    </a:cubicBezTo>
                    <a:cubicBezTo>
                      <a:pt x="699" y="811"/>
                      <a:pt x="700" y="810"/>
                      <a:pt x="702" y="809"/>
                    </a:cubicBezTo>
                    <a:cubicBezTo>
                      <a:pt x="704" y="808"/>
                      <a:pt x="705" y="806"/>
                      <a:pt x="706" y="805"/>
                    </a:cubicBezTo>
                    <a:cubicBezTo>
                      <a:pt x="707" y="804"/>
                      <a:pt x="708" y="803"/>
                      <a:pt x="709" y="803"/>
                    </a:cubicBezTo>
                    <a:cubicBezTo>
                      <a:pt x="710" y="802"/>
                      <a:pt x="711" y="801"/>
                      <a:pt x="712" y="801"/>
                    </a:cubicBezTo>
                    <a:cubicBezTo>
                      <a:pt x="712" y="800"/>
                      <a:pt x="713" y="799"/>
                      <a:pt x="713" y="799"/>
                    </a:cubicBezTo>
                    <a:cubicBezTo>
                      <a:pt x="714" y="798"/>
                      <a:pt x="715" y="798"/>
                      <a:pt x="715" y="797"/>
                    </a:cubicBezTo>
                    <a:cubicBezTo>
                      <a:pt x="717" y="796"/>
                      <a:pt x="718" y="795"/>
                      <a:pt x="720" y="794"/>
                    </a:cubicBezTo>
                    <a:cubicBezTo>
                      <a:pt x="721" y="793"/>
                      <a:pt x="721" y="792"/>
                      <a:pt x="722" y="791"/>
                    </a:cubicBezTo>
                    <a:cubicBezTo>
                      <a:pt x="723" y="791"/>
                      <a:pt x="724" y="790"/>
                      <a:pt x="725" y="789"/>
                    </a:cubicBezTo>
                    <a:cubicBezTo>
                      <a:pt x="726" y="788"/>
                      <a:pt x="727" y="788"/>
                      <a:pt x="728" y="788"/>
                    </a:cubicBezTo>
                    <a:cubicBezTo>
                      <a:pt x="729" y="788"/>
                      <a:pt x="730" y="787"/>
                      <a:pt x="730" y="787"/>
                    </a:cubicBezTo>
                    <a:cubicBezTo>
                      <a:pt x="731" y="786"/>
                      <a:pt x="732" y="785"/>
                      <a:pt x="733" y="783"/>
                    </a:cubicBezTo>
                    <a:cubicBezTo>
                      <a:pt x="733" y="782"/>
                      <a:pt x="733" y="781"/>
                      <a:pt x="733" y="780"/>
                    </a:cubicBezTo>
                    <a:cubicBezTo>
                      <a:pt x="733" y="779"/>
                      <a:pt x="733" y="778"/>
                      <a:pt x="733" y="777"/>
                    </a:cubicBezTo>
                    <a:cubicBezTo>
                      <a:pt x="733" y="775"/>
                      <a:pt x="733" y="772"/>
                      <a:pt x="734" y="770"/>
                    </a:cubicBezTo>
                    <a:cubicBezTo>
                      <a:pt x="734" y="768"/>
                      <a:pt x="734" y="766"/>
                      <a:pt x="734" y="763"/>
                    </a:cubicBezTo>
                    <a:cubicBezTo>
                      <a:pt x="734" y="762"/>
                      <a:pt x="734" y="761"/>
                      <a:pt x="734" y="759"/>
                    </a:cubicBezTo>
                    <a:cubicBezTo>
                      <a:pt x="734" y="758"/>
                      <a:pt x="735" y="758"/>
                      <a:pt x="735" y="757"/>
                    </a:cubicBezTo>
                    <a:cubicBezTo>
                      <a:pt x="735" y="756"/>
                      <a:pt x="736" y="755"/>
                      <a:pt x="736" y="754"/>
                    </a:cubicBezTo>
                    <a:cubicBezTo>
                      <a:pt x="739" y="751"/>
                      <a:pt x="741" y="748"/>
                      <a:pt x="745" y="747"/>
                    </a:cubicBezTo>
                    <a:cubicBezTo>
                      <a:pt x="746" y="746"/>
                      <a:pt x="747" y="745"/>
                      <a:pt x="749" y="745"/>
                    </a:cubicBezTo>
                    <a:cubicBezTo>
                      <a:pt x="749" y="744"/>
                      <a:pt x="750" y="744"/>
                      <a:pt x="751" y="744"/>
                    </a:cubicBezTo>
                    <a:cubicBezTo>
                      <a:pt x="752" y="743"/>
                      <a:pt x="752" y="743"/>
                      <a:pt x="753" y="742"/>
                    </a:cubicBezTo>
                    <a:cubicBezTo>
                      <a:pt x="753" y="742"/>
                      <a:pt x="754" y="741"/>
                      <a:pt x="754" y="740"/>
                    </a:cubicBezTo>
                    <a:cubicBezTo>
                      <a:pt x="754" y="739"/>
                      <a:pt x="754" y="738"/>
                      <a:pt x="754" y="737"/>
                    </a:cubicBezTo>
                    <a:cubicBezTo>
                      <a:pt x="754" y="736"/>
                      <a:pt x="754" y="734"/>
                      <a:pt x="754" y="733"/>
                    </a:cubicBezTo>
                    <a:cubicBezTo>
                      <a:pt x="754" y="732"/>
                      <a:pt x="754" y="731"/>
                      <a:pt x="755" y="730"/>
                    </a:cubicBezTo>
                    <a:cubicBezTo>
                      <a:pt x="755" y="729"/>
                      <a:pt x="755" y="728"/>
                      <a:pt x="755" y="728"/>
                    </a:cubicBezTo>
                    <a:cubicBezTo>
                      <a:pt x="756" y="726"/>
                      <a:pt x="757" y="725"/>
                      <a:pt x="758" y="724"/>
                    </a:cubicBezTo>
                    <a:cubicBezTo>
                      <a:pt x="759" y="723"/>
                      <a:pt x="760" y="723"/>
                      <a:pt x="761" y="722"/>
                    </a:cubicBezTo>
                    <a:cubicBezTo>
                      <a:pt x="761" y="721"/>
                      <a:pt x="762" y="719"/>
                      <a:pt x="763" y="718"/>
                    </a:cubicBezTo>
                    <a:cubicBezTo>
                      <a:pt x="764" y="717"/>
                      <a:pt x="764" y="716"/>
                      <a:pt x="765" y="715"/>
                    </a:cubicBezTo>
                    <a:cubicBezTo>
                      <a:pt x="766" y="714"/>
                      <a:pt x="767" y="714"/>
                      <a:pt x="768" y="713"/>
                    </a:cubicBezTo>
                    <a:cubicBezTo>
                      <a:pt x="769" y="713"/>
                      <a:pt x="770" y="713"/>
                      <a:pt x="770" y="712"/>
                    </a:cubicBezTo>
                    <a:cubicBezTo>
                      <a:pt x="772" y="711"/>
                      <a:pt x="773" y="710"/>
                      <a:pt x="774" y="708"/>
                    </a:cubicBezTo>
                    <a:cubicBezTo>
                      <a:pt x="776" y="706"/>
                      <a:pt x="777" y="704"/>
                      <a:pt x="779" y="703"/>
                    </a:cubicBezTo>
                    <a:cubicBezTo>
                      <a:pt x="780" y="701"/>
                      <a:pt x="782" y="699"/>
                      <a:pt x="783" y="697"/>
                    </a:cubicBezTo>
                    <a:cubicBezTo>
                      <a:pt x="784" y="696"/>
                      <a:pt x="785" y="694"/>
                      <a:pt x="786" y="693"/>
                    </a:cubicBezTo>
                    <a:cubicBezTo>
                      <a:pt x="787" y="692"/>
                      <a:pt x="788" y="691"/>
                      <a:pt x="789" y="690"/>
                    </a:cubicBezTo>
                    <a:cubicBezTo>
                      <a:pt x="790" y="689"/>
                      <a:pt x="792" y="687"/>
                      <a:pt x="793" y="685"/>
                    </a:cubicBezTo>
                    <a:cubicBezTo>
                      <a:pt x="793" y="683"/>
                      <a:pt x="794" y="682"/>
                      <a:pt x="793" y="680"/>
                    </a:cubicBezTo>
                    <a:cubicBezTo>
                      <a:pt x="792" y="678"/>
                      <a:pt x="790" y="678"/>
                      <a:pt x="789" y="676"/>
                    </a:cubicBezTo>
                    <a:cubicBezTo>
                      <a:pt x="787" y="674"/>
                      <a:pt x="788" y="670"/>
                      <a:pt x="788" y="667"/>
                    </a:cubicBezTo>
                    <a:cubicBezTo>
                      <a:pt x="788" y="665"/>
                      <a:pt x="788" y="663"/>
                      <a:pt x="790" y="661"/>
                    </a:cubicBezTo>
                    <a:cubicBezTo>
                      <a:pt x="791" y="660"/>
                      <a:pt x="792" y="662"/>
                      <a:pt x="793" y="662"/>
                    </a:cubicBezTo>
                    <a:cubicBezTo>
                      <a:pt x="794" y="662"/>
                      <a:pt x="794" y="660"/>
                      <a:pt x="794" y="659"/>
                    </a:cubicBezTo>
                    <a:cubicBezTo>
                      <a:pt x="795" y="656"/>
                      <a:pt x="794" y="653"/>
                      <a:pt x="794" y="650"/>
                    </a:cubicBezTo>
                    <a:cubicBezTo>
                      <a:pt x="794" y="645"/>
                      <a:pt x="795" y="641"/>
                      <a:pt x="795" y="636"/>
                    </a:cubicBezTo>
                    <a:cubicBezTo>
                      <a:pt x="795" y="634"/>
                      <a:pt x="795" y="631"/>
                      <a:pt x="794" y="629"/>
                    </a:cubicBezTo>
                    <a:cubicBezTo>
                      <a:pt x="794" y="629"/>
                      <a:pt x="794" y="629"/>
                      <a:pt x="794" y="628"/>
                    </a:cubicBezTo>
                    <a:cubicBezTo>
                      <a:pt x="794" y="626"/>
                      <a:pt x="794" y="625"/>
                      <a:pt x="794" y="623"/>
                    </a:cubicBezTo>
                    <a:cubicBezTo>
                      <a:pt x="794" y="622"/>
                      <a:pt x="795" y="622"/>
                      <a:pt x="795" y="621"/>
                    </a:cubicBezTo>
                    <a:cubicBezTo>
                      <a:pt x="795" y="620"/>
                      <a:pt x="795" y="619"/>
                      <a:pt x="795" y="618"/>
                    </a:cubicBezTo>
                    <a:cubicBezTo>
                      <a:pt x="795" y="616"/>
                      <a:pt x="795" y="613"/>
                      <a:pt x="795" y="610"/>
                    </a:cubicBezTo>
                    <a:cubicBezTo>
                      <a:pt x="795" y="608"/>
                      <a:pt x="795" y="606"/>
                      <a:pt x="795" y="604"/>
                    </a:cubicBezTo>
                    <a:cubicBezTo>
                      <a:pt x="796" y="603"/>
                      <a:pt x="796" y="602"/>
                      <a:pt x="797" y="601"/>
                    </a:cubicBezTo>
                    <a:cubicBezTo>
                      <a:pt x="798" y="599"/>
                      <a:pt x="798" y="598"/>
                      <a:pt x="798" y="596"/>
                    </a:cubicBezTo>
                    <a:cubicBezTo>
                      <a:pt x="798" y="595"/>
                      <a:pt x="798" y="593"/>
                      <a:pt x="797" y="592"/>
                    </a:cubicBezTo>
                    <a:cubicBezTo>
                      <a:pt x="795" y="592"/>
                      <a:pt x="793" y="592"/>
                      <a:pt x="792" y="591"/>
                    </a:cubicBezTo>
                    <a:cubicBezTo>
                      <a:pt x="790" y="591"/>
                      <a:pt x="789" y="591"/>
                      <a:pt x="788" y="590"/>
                    </a:cubicBezTo>
                    <a:cubicBezTo>
                      <a:pt x="787" y="589"/>
                      <a:pt x="787" y="587"/>
                      <a:pt x="786" y="586"/>
                    </a:cubicBezTo>
                    <a:cubicBezTo>
                      <a:pt x="786" y="583"/>
                      <a:pt x="786" y="580"/>
                      <a:pt x="787" y="577"/>
                    </a:cubicBezTo>
                    <a:cubicBezTo>
                      <a:pt x="787" y="575"/>
                      <a:pt x="788" y="574"/>
                      <a:pt x="790" y="573"/>
                    </a:cubicBezTo>
                    <a:cubicBezTo>
                      <a:pt x="792" y="572"/>
                      <a:pt x="794" y="573"/>
                      <a:pt x="796" y="572"/>
                    </a:cubicBezTo>
                    <a:cubicBezTo>
                      <a:pt x="797" y="572"/>
                      <a:pt x="798" y="572"/>
                      <a:pt x="799" y="572"/>
                    </a:cubicBezTo>
                    <a:cubicBezTo>
                      <a:pt x="800" y="571"/>
                      <a:pt x="801" y="571"/>
                      <a:pt x="802" y="571"/>
                    </a:cubicBezTo>
                    <a:cubicBezTo>
                      <a:pt x="803" y="572"/>
                      <a:pt x="803" y="572"/>
                      <a:pt x="804" y="573"/>
                    </a:cubicBezTo>
                    <a:cubicBezTo>
                      <a:pt x="804" y="574"/>
                      <a:pt x="805" y="575"/>
                      <a:pt x="806" y="576"/>
                    </a:cubicBezTo>
                    <a:cubicBezTo>
                      <a:pt x="807" y="578"/>
                      <a:pt x="810" y="579"/>
                      <a:pt x="812" y="577"/>
                    </a:cubicBezTo>
                    <a:cubicBezTo>
                      <a:pt x="815" y="575"/>
                      <a:pt x="814" y="571"/>
                      <a:pt x="814" y="568"/>
                    </a:cubicBezTo>
                    <a:cubicBezTo>
                      <a:pt x="814" y="567"/>
                      <a:pt x="813" y="566"/>
                      <a:pt x="812" y="565"/>
                    </a:cubicBezTo>
                    <a:cubicBezTo>
                      <a:pt x="811" y="564"/>
                      <a:pt x="810" y="565"/>
                      <a:pt x="809" y="564"/>
                    </a:cubicBezTo>
                    <a:cubicBezTo>
                      <a:pt x="807" y="564"/>
                      <a:pt x="806" y="561"/>
                      <a:pt x="806" y="558"/>
                    </a:cubicBezTo>
                    <a:cubicBezTo>
                      <a:pt x="805" y="557"/>
                      <a:pt x="805" y="555"/>
                      <a:pt x="805" y="553"/>
                    </a:cubicBezTo>
                    <a:cubicBezTo>
                      <a:pt x="805" y="552"/>
                      <a:pt x="805" y="550"/>
                      <a:pt x="806" y="549"/>
                    </a:cubicBezTo>
                    <a:cubicBezTo>
                      <a:pt x="807" y="548"/>
                      <a:pt x="810" y="549"/>
                      <a:pt x="811" y="547"/>
                    </a:cubicBezTo>
                    <a:cubicBezTo>
                      <a:pt x="811" y="546"/>
                      <a:pt x="810" y="543"/>
                      <a:pt x="812" y="542"/>
                    </a:cubicBezTo>
                    <a:cubicBezTo>
                      <a:pt x="814" y="542"/>
                      <a:pt x="815" y="545"/>
                      <a:pt x="816" y="546"/>
                    </a:cubicBezTo>
                    <a:cubicBezTo>
                      <a:pt x="817" y="548"/>
                      <a:pt x="819" y="549"/>
                      <a:pt x="821" y="550"/>
                    </a:cubicBezTo>
                    <a:cubicBezTo>
                      <a:pt x="823" y="550"/>
                      <a:pt x="826" y="550"/>
                      <a:pt x="827" y="548"/>
                    </a:cubicBezTo>
                    <a:cubicBezTo>
                      <a:pt x="827" y="547"/>
                      <a:pt x="827" y="547"/>
                      <a:pt x="826" y="546"/>
                    </a:cubicBezTo>
                    <a:cubicBezTo>
                      <a:pt x="826" y="545"/>
                      <a:pt x="824" y="545"/>
                      <a:pt x="823" y="545"/>
                    </a:cubicBezTo>
                    <a:cubicBezTo>
                      <a:pt x="822" y="545"/>
                      <a:pt x="821" y="544"/>
                      <a:pt x="820" y="543"/>
                    </a:cubicBezTo>
                    <a:cubicBezTo>
                      <a:pt x="819" y="540"/>
                      <a:pt x="820" y="537"/>
                      <a:pt x="820" y="535"/>
                    </a:cubicBezTo>
                    <a:cubicBezTo>
                      <a:pt x="820" y="533"/>
                      <a:pt x="821" y="532"/>
                      <a:pt x="821" y="531"/>
                    </a:cubicBezTo>
                    <a:cubicBezTo>
                      <a:pt x="821" y="531"/>
                      <a:pt x="821" y="530"/>
                      <a:pt x="821" y="529"/>
                    </a:cubicBezTo>
                    <a:cubicBezTo>
                      <a:pt x="821" y="528"/>
                      <a:pt x="821" y="528"/>
                      <a:pt x="820" y="527"/>
                    </a:cubicBezTo>
                    <a:cubicBezTo>
                      <a:pt x="820" y="526"/>
                      <a:pt x="820" y="525"/>
                      <a:pt x="819" y="524"/>
                    </a:cubicBezTo>
                    <a:cubicBezTo>
                      <a:pt x="819" y="522"/>
                      <a:pt x="817" y="520"/>
                      <a:pt x="816" y="519"/>
                    </a:cubicBezTo>
                    <a:cubicBezTo>
                      <a:pt x="814" y="517"/>
                      <a:pt x="812" y="515"/>
                      <a:pt x="810" y="514"/>
                    </a:cubicBezTo>
                    <a:cubicBezTo>
                      <a:pt x="810" y="513"/>
                      <a:pt x="810" y="512"/>
                      <a:pt x="810" y="511"/>
                    </a:cubicBezTo>
                    <a:cubicBezTo>
                      <a:pt x="809" y="510"/>
                      <a:pt x="809" y="508"/>
                      <a:pt x="809" y="507"/>
                    </a:cubicBezTo>
                    <a:cubicBezTo>
                      <a:pt x="809" y="506"/>
                      <a:pt x="810" y="506"/>
                      <a:pt x="809" y="505"/>
                    </a:cubicBezTo>
                    <a:cubicBezTo>
                      <a:pt x="809" y="505"/>
                      <a:pt x="808" y="504"/>
                      <a:pt x="808" y="504"/>
                    </a:cubicBezTo>
                    <a:cubicBezTo>
                      <a:pt x="807" y="503"/>
                      <a:pt x="806" y="502"/>
                      <a:pt x="806" y="501"/>
                    </a:cubicBezTo>
                    <a:cubicBezTo>
                      <a:pt x="805" y="500"/>
                      <a:pt x="805" y="499"/>
                      <a:pt x="805" y="498"/>
                    </a:cubicBezTo>
                    <a:cubicBezTo>
                      <a:pt x="805" y="496"/>
                      <a:pt x="805" y="495"/>
                      <a:pt x="805" y="494"/>
                    </a:cubicBezTo>
                    <a:cubicBezTo>
                      <a:pt x="805" y="493"/>
                      <a:pt x="805" y="493"/>
                      <a:pt x="805" y="492"/>
                    </a:cubicBezTo>
                    <a:cubicBezTo>
                      <a:pt x="805" y="489"/>
                      <a:pt x="805" y="486"/>
                      <a:pt x="805" y="483"/>
                    </a:cubicBezTo>
                    <a:cubicBezTo>
                      <a:pt x="805" y="481"/>
                      <a:pt x="805" y="479"/>
                      <a:pt x="805" y="476"/>
                    </a:cubicBezTo>
                    <a:cubicBezTo>
                      <a:pt x="805" y="476"/>
                      <a:pt x="805" y="475"/>
                      <a:pt x="805" y="474"/>
                    </a:cubicBezTo>
                    <a:cubicBezTo>
                      <a:pt x="806" y="473"/>
                      <a:pt x="807" y="473"/>
                      <a:pt x="807" y="472"/>
                    </a:cubicBezTo>
                    <a:cubicBezTo>
                      <a:pt x="809" y="472"/>
                      <a:pt x="809" y="470"/>
                      <a:pt x="810" y="469"/>
                    </a:cubicBezTo>
                    <a:cubicBezTo>
                      <a:pt x="810" y="468"/>
                      <a:pt x="810" y="467"/>
                      <a:pt x="811" y="466"/>
                    </a:cubicBezTo>
                    <a:cubicBezTo>
                      <a:pt x="812" y="465"/>
                      <a:pt x="812" y="464"/>
                      <a:pt x="812" y="463"/>
                    </a:cubicBezTo>
                    <a:cubicBezTo>
                      <a:pt x="813" y="462"/>
                      <a:pt x="813" y="461"/>
                      <a:pt x="813" y="460"/>
                    </a:cubicBezTo>
                    <a:cubicBezTo>
                      <a:pt x="813" y="460"/>
                      <a:pt x="813" y="459"/>
                      <a:pt x="813" y="459"/>
                    </a:cubicBezTo>
                    <a:cubicBezTo>
                      <a:pt x="812" y="458"/>
                      <a:pt x="810" y="458"/>
                      <a:pt x="809" y="457"/>
                    </a:cubicBezTo>
                    <a:cubicBezTo>
                      <a:pt x="809" y="456"/>
                      <a:pt x="809" y="455"/>
                      <a:pt x="809" y="454"/>
                    </a:cubicBezTo>
                    <a:cubicBezTo>
                      <a:pt x="809" y="453"/>
                      <a:pt x="809" y="453"/>
                      <a:pt x="810" y="452"/>
                    </a:cubicBezTo>
                    <a:cubicBezTo>
                      <a:pt x="810" y="451"/>
                      <a:pt x="811" y="449"/>
                      <a:pt x="812" y="448"/>
                    </a:cubicBezTo>
                    <a:cubicBezTo>
                      <a:pt x="812" y="448"/>
                      <a:pt x="813" y="447"/>
                      <a:pt x="813" y="447"/>
                    </a:cubicBezTo>
                    <a:cubicBezTo>
                      <a:pt x="814" y="446"/>
                      <a:pt x="814" y="445"/>
                      <a:pt x="814" y="443"/>
                    </a:cubicBezTo>
                    <a:cubicBezTo>
                      <a:pt x="814" y="442"/>
                      <a:pt x="814" y="441"/>
                      <a:pt x="814" y="440"/>
                    </a:cubicBezTo>
                    <a:cubicBezTo>
                      <a:pt x="813" y="438"/>
                      <a:pt x="810" y="438"/>
                      <a:pt x="809" y="437"/>
                    </a:cubicBezTo>
                    <a:cubicBezTo>
                      <a:pt x="808" y="437"/>
                      <a:pt x="807" y="436"/>
                      <a:pt x="806" y="435"/>
                    </a:cubicBezTo>
                    <a:cubicBezTo>
                      <a:pt x="804" y="435"/>
                      <a:pt x="803" y="434"/>
                      <a:pt x="802" y="434"/>
                    </a:cubicBezTo>
                    <a:cubicBezTo>
                      <a:pt x="800" y="432"/>
                      <a:pt x="800" y="429"/>
                      <a:pt x="800" y="427"/>
                    </a:cubicBezTo>
                    <a:cubicBezTo>
                      <a:pt x="800" y="424"/>
                      <a:pt x="800" y="421"/>
                      <a:pt x="800" y="418"/>
                    </a:cubicBezTo>
                    <a:cubicBezTo>
                      <a:pt x="800" y="416"/>
                      <a:pt x="801" y="414"/>
                      <a:pt x="802" y="412"/>
                    </a:cubicBezTo>
                    <a:cubicBezTo>
                      <a:pt x="802" y="410"/>
                      <a:pt x="803" y="408"/>
                      <a:pt x="805" y="406"/>
                    </a:cubicBezTo>
                    <a:cubicBezTo>
                      <a:pt x="807" y="405"/>
                      <a:pt x="809" y="405"/>
                      <a:pt x="810" y="402"/>
                    </a:cubicBezTo>
                    <a:cubicBezTo>
                      <a:pt x="810" y="400"/>
                      <a:pt x="811" y="398"/>
                      <a:pt x="813" y="398"/>
                    </a:cubicBezTo>
                    <a:cubicBezTo>
                      <a:pt x="815" y="397"/>
                      <a:pt x="816" y="399"/>
                      <a:pt x="817" y="400"/>
                    </a:cubicBezTo>
                    <a:cubicBezTo>
                      <a:pt x="818" y="401"/>
                      <a:pt x="819" y="402"/>
                      <a:pt x="820" y="403"/>
                    </a:cubicBezTo>
                    <a:cubicBezTo>
                      <a:pt x="821" y="404"/>
                      <a:pt x="822" y="404"/>
                      <a:pt x="823" y="405"/>
                    </a:cubicBezTo>
                    <a:cubicBezTo>
                      <a:pt x="825" y="406"/>
                      <a:pt x="826" y="409"/>
                      <a:pt x="827" y="412"/>
                    </a:cubicBezTo>
                    <a:cubicBezTo>
                      <a:pt x="827" y="413"/>
                      <a:pt x="828" y="414"/>
                      <a:pt x="828" y="415"/>
                    </a:cubicBezTo>
                    <a:cubicBezTo>
                      <a:pt x="829" y="415"/>
                      <a:pt x="830" y="415"/>
                      <a:pt x="831" y="415"/>
                    </a:cubicBezTo>
                    <a:cubicBezTo>
                      <a:pt x="834" y="415"/>
                      <a:pt x="837" y="415"/>
                      <a:pt x="839" y="414"/>
                    </a:cubicBezTo>
                    <a:cubicBezTo>
                      <a:pt x="842" y="412"/>
                      <a:pt x="843" y="409"/>
                      <a:pt x="843" y="407"/>
                    </a:cubicBezTo>
                    <a:cubicBezTo>
                      <a:pt x="842" y="405"/>
                      <a:pt x="841" y="402"/>
                      <a:pt x="840" y="400"/>
                    </a:cubicBezTo>
                    <a:close/>
                    <a:moveTo>
                      <a:pt x="301" y="187"/>
                    </a:moveTo>
                    <a:cubicBezTo>
                      <a:pt x="302" y="186"/>
                      <a:pt x="302" y="186"/>
                      <a:pt x="303" y="187"/>
                    </a:cubicBezTo>
                    <a:cubicBezTo>
                      <a:pt x="304" y="187"/>
                      <a:pt x="304" y="188"/>
                      <a:pt x="304" y="189"/>
                    </a:cubicBezTo>
                    <a:cubicBezTo>
                      <a:pt x="304" y="190"/>
                      <a:pt x="305" y="190"/>
                      <a:pt x="305" y="190"/>
                    </a:cubicBezTo>
                    <a:cubicBezTo>
                      <a:pt x="306" y="190"/>
                      <a:pt x="307" y="190"/>
                      <a:pt x="307" y="191"/>
                    </a:cubicBezTo>
                    <a:cubicBezTo>
                      <a:pt x="307" y="192"/>
                      <a:pt x="308" y="192"/>
                      <a:pt x="308" y="193"/>
                    </a:cubicBezTo>
                    <a:cubicBezTo>
                      <a:pt x="308" y="194"/>
                      <a:pt x="308" y="195"/>
                      <a:pt x="308" y="196"/>
                    </a:cubicBezTo>
                    <a:cubicBezTo>
                      <a:pt x="308" y="197"/>
                      <a:pt x="307" y="198"/>
                      <a:pt x="306" y="198"/>
                    </a:cubicBezTo>
                    <a:cubicBezTo>
                      <a:pt x="306" y="199"/>
                      <a:pt x="306" y="199"/>
                      <a:pt x="305" y="199"/>
                    </a:cubicBezTo>
                    <a:cubicBezTo>
                      <a:pt x="305" y="199"/>
                      <a:pt x="304" y="200"/>
                      <a:pt x="304" y="200"/>
                    </a:cubicBezTo>
                    <a:cubicBezTo>
                      <a:pt x="304" y="201"/>
                      <a:pt x="304" y="201"/>
                      <a:pt x="304" y="201"/>
                    </a:cubicBezTo>
                    <a:cubicBezTo>
                      <a:pt x="304" y="202"/>
                      <a:pt x="304" y="202"/>
                      <a:pt x="304" y="202"/>
                    </a:cubicBezTo>
                    <a:cubicBezTo>
                      <a:pt x="304" y="202"/>
                      <a:pt x="304" y="203"/>
                      <a:pt x="304" y="203"/>
                    </a:cubicBezTo>
                    <a:cubicBezTo>
                      <a:pt x="304" y="203"/>
                      <a:pt x="304" y="203"/>
                      <a:pt x="303" y="204"/>
                    </a:cubicBezTo>
                    <a:cubicBezTo>
                      <a:pt x="303" y="204"/>
                      <a:pt x="302" y="203"/>
                      <a:pt x="302" y="203"/>
                    </a:cubicBezTo>
                    <a:cubicBezTo>
                      <a:pt x="301" y="203"/>
                      <a:pt x="301" y="202"/>
                      <a:pt x="301" y="201"/>
                    </a:cubicBezTo>
                    <a:cubicBezTo>
                      <a:pt x="301" y="201"/>
                      <a:pt x="301" y="200"/>
                      <a:pt x="301" y="200"/>
                    </a:cubicBezTo>
                    <a:cubicBezTo>
                      <a:pt x="300" y="200"/>
                      <a:pt x="300" y="199"/>
                      <a:pt x="300" y="199"/>
                    </a:cubicBezTo>
                    <a:cubicBezTo>
                      <a:pt x="300" y="199"/>
                      <a:pt x="299" y="199"/>
                      <a:pt x="299" y="198"/>
                    </a:cubicBezTo>
                    <a:cubicBezTo>
                      <a:pt x="299" y="197"/>
                      <a:pt x="299" y="195"/>
                      <a:pt x="299" y="193"/>
                    </a:cubicBezTo>
                    <a:cubicBezTo>
                      <a:pt x="299" y="193"/>
                      <a:pt x="299" y="192"/>
                      <a:pt x="299" y="192"/>
                    </a:cubicBezTo>
                    <a:cubicBezTo>
                      <a:pt x="298" y="191"/>
                      <a:pt x="298" y="190"/>
                      <a:pt x="298" y="189"/>
                    </a:cubicBezTo>
                    <a:cubicBezTo>
                      <a:pt x="298" y="188"/>
                      <a:pt x="299" y="187"/>
                      <a:pt x="301" y="187"/>
                    </a:cubicBezTo>
                    <a:close/>
                    <a:moveTo>
                      <a:pt x="290" y="366"/>
                    </a:moveTo>
                    <a:cubicBezTo>
                      <a:pt x="291" y="365"/>
                      <a:pt x="292" y="365"/>
                      <a:pt x="293" y="365"/>
                    </a:cubicBezTo>
                    <a:cubicBezTo>
                      <a:pt x="294" y="365"/>
                      <a:pt x="295" y="365"/>
                      <a:pt x="296" y="364"/>
                    </a:cubicBezTo>
                    <a:cubicBezTo>
                      <a:pt x="298" y="363"/>
                      <a:pt x="296" y="361"/>
                      <a:pt x="296" y="360"/>
                    </a:cubicBezTo>
                    <a:cubicBezTo>
                      <a:pt x="296" y="358"/>
                      <a:pt x="300" y="358"/>
                      <a:pt x="301" y="358"/>
                    </a:cubicBezTo>
                    <a:cubicBezTo>
                      <a:pt x="303" y="358"/>
                      <a:pt x="306" y="358"/>
                      <a:pt x="307" y="357"/>
                    </a:cubicBezTo>
                    <a:cubicBezTo>
                      <a:pt x="308" y="356"/>
                      <a:pt x="308" y="355"/>
                      <a:pt x="309" y="354"/>
                    </a:cubicBezTo>
                    <a:cubicBezTo>
                      <a:pt x="310" y="353"/>
                      <a:pt x="311" y="353"/>
                      <a:pt x="312" y="353"/>
                    </a:cubicBezTo>
                    <a:cubicBezTo>
                      <a:pt x="313" y="353"/>
                      <a:pt x="314" y="352"/>
                      <a:pt x="315" y="352"/>
                    </a:cubicBezTo>
                    <a:cubicBezTo>
                      <a:pt x="316" y="351"/>
                      <a:pt x="316" y="350"/>
                      <a:pt x="316" y="349"/>
                    </a:cubicBezTo>
                    <a:cubicBezTo>
                      <a:pt x="317" y="347"/>
                      <a:pt x="319" y="346"/>
                      <a:pt x="321" y="344"/>
                    </a:cubicBezTo>
                    <a:cubicBezTo>
                      <a:pt x="321" y="344"/>
                      <a:pt x="322" y="340"/>
                      <a:pt x="324" y="342"/>
                    </a:cubicBezTo>
                    <a:cubicBezTo>
                      <a:pt x="325" y="343"/>
                      <a:pt x="325" y="346"/>
                      <a:pt x="326" y="348"/>
                    </a:cubicBezTo>
                    <a:cubicBezTo>
                      <a:pt x="326" y="349"/>
                      <a:pt x="327" y="350"/>
                      <a:pt x="327" y="351"/>
                    </a:cubicBezTo>
                    <a:cubicBezTo>
                      <a:pt x="327" y="352"/>
                      <a:pt x="326" y="353"/>
                      <a:pt x="326" y="354"/>
                    </a:cubicBezTo>
                    <a:cubicBezTo>
                      <a:pt x="325" y="354"/>
                      <a:pt x="324" y="355"/>
                      <a:pt x="324" y="356"/>
                    </a:cubicBezTo>
                    <a:cubicBezTo>
                      <a:pt x="325" y="357"/>
                      <a:pt x="328" y="358"/>
                      <a:pt x="326" y="360"/>
                    </a:cubicBezTo>
                    <a:cubicBezTo>
                      <a:pt x="326" y="361"/>
                      <a:pt x="324" y="361"/>
                      <a:pt x="324" y="361"/>
                    </a:cubicBezTo>
                    <a:cubicBezTo>
                      <a:pt x="323" y="362"/>
                      <a:pt x="322" y="362"/>
                      <a:pt x="322" y="362"/>
                    </a:cubicBezTo>
                    <a:cubicBezTo>
                      <a:pt x="320" y="363"/>
                      <a:pt x="319" y="365"/>
                      <a:pt x="319" y="367"/>
                    </a:cubicBezTo>
                    <a:cubicBezTo>
                      <a:pt x="319" y="368"/>
                      <a:pt x="319" y="369"/>
                      <a:pt x="320" y="370"/>
                    </a:cubicBezTo>
                    <a:cubicBezTo>
                      <a:pt x="320" y="372"/>
                      <a:pt x="316" y="372"/>
                      <a:pt x="315" y="372"/>
                    </a:cubicBezTo>
                    <a:cubicBezTo>
                      <a:pt x="314" y="372"/>
                      <a:pt x="313" y="372"/>
                      <a:pt x="312" y="372"/>
                    </a:cubicBezTo>
                    <a:cubicBezTo>
                      <a:pt x="311" y="372"/>
                      <a:pt x="310" y="373"/>
                      <a:pt x="309" y="374"/>
                    </a:cubicBezTo>
                    <a:cubicBezTo>
                      <a:pt x="308" y="375"/>
                      <a:pt x="306" y="376"/>
                      <a:pt x="305" y="376"/>
                    </a:cubicBezTo>
                    <a:cubicBezTo>
                      <a:pt x="303" y="376"/>
                      <a:pt x="303" y="374"/>
                      <a:pt x="302" y="373"/>
                    </a:cubicBezTo>
                    <a:cubicBezTo>
                      <a:pt x="301" y="372"/>
                      <a:pt x="299" y="374"/>
                      <a:pt x="298" y="372"/>
                    </a:cubicBezTo>
                    <a:cubicBezTo>
                      <a:pt x="298" y="371"/>
                      <a:pt x="298" y="371"/>
                      <a:pt x="297" y="370"/>
                    </a:cubicBezTo>
                    <a:cubicBezTo>
                      <a:pt x="297" y="370"/>
                      <a:pt x="296" y="370"/>
                      <a:pt x="295" y="370"/>
                    </a:cubicBezTo>
                    <a:cubicBezTo>
                      <a:pt x="293" y="370"/>
                      <a:pt x="292" y="370"/>
                      <a:pt x="290" y="370"/>
                    </a:cubicBezTo>
                    <a:cubicBezTo>
                      <a:pt x="288" y="369"/>
                      <a:pt x="288" y="367"/>
                      <a:pt x="290" y="366"/>
                    </a:cubicBezTo>
                    <a:close/>
                    <a:moveTo>
                      <a:pt x="331" y="421"/>
                    </a:moveTo>
                    <a:cubicBezTo>
                      <a:pt x="329" y="421"/>
                      <a:pt x="326" y="421"/>
                      <a:pt x="325" y="423"/>
                    </a:cubicBezTo>
                    <a:cubicBezTo>
                      <a:pt x="325" y="424"/>
                      <a:pt x="326" y="426"/>
                      <a:pt x="326" y="427"/>
                    </a:cubicBezTo>
                    <a:cubicBezTo>
                      <a:pt x="326" y="428"/>
                      <a:pt x="326" y="429"/>
                      <a:pt x="326" y="430"/>
                    </a:cubicBezTo>
                    <a:cubicBezTo>
                      <a:pt x="325" y="431"/>
                      <a:pt x="325" y="432"/>
                      <a:pt x="325" y="433"/>
                    </a:cubicBezTo>
                    <a:cubicBezTo>
                      <a:pt x="325" y="435"/>
                      <a:pt x="326" y="437"/>
                      <a:pt x="325" y="439"/>
                    </a:cubicBezTo>
                    <a:cubicBezTo>
                      <a:pt x="324" y="439"/>
                      <a:pt x="323" y="440"/>
                      <a:pt x="323" y="441"/>
                    </a:cubicBezTo>
                    <a:cubicBezTo>
                      <a:pt x="322" y="442"/>
                      <a:pt x="321" y="443"/>
                      <a:pt x="320" y="443"/>
                    </a:cubicBezTo>
                    <a:cubicBezTo>
                      <a:pt x="318" y="443"/>
                      <a:pt x="318" y="439"/>
                      <a:pt x="318" y="438"/>
                    </a:cubicBezTo>
                    <a:cubicBezTo>
                      <a:pt x="317" y="436"/>
                      <a:pt x="316" y="434"/>
                      <a:pt x="315" y="432"/>
                    </a:cubicBezTo>
                    <a:cubicBezTo>
                      <a:pt x="314" y="431"/>
                      <a:pt x="313" y="430"/>
                      <a:pt x="313" y="429"/>
                    </a:cubicBezTo>
                    <a:cubicBezTo>
                      <a:pt x="314" y="429"/>
                      <a:pt x="314" y="428"/>
                      <a:pt x="314" y="427"/>
                    </a:cubicBezTo>
                    <a:cubicBezTo>
                      <a:pt x="314" y="426"/>
                      <a:pt x="314" y="424"/>
                      <a:pt x="315" y="424"/>
                    </a:cubicBezTo>
                    <a:cubicBezTo>
                      <a:pt x="316" y="423"/>
                      <a:pt x="317" y="424"/>
                      <a:pt x="317" y="422"/>
                    </a:cubicBezTo>
                    <a:cubicBezTo>
                      <a:pt x="317" y="421"/>
                      <a:pt x="317" y="420"/>
                      <a:pt x="317" y="419"/>
                    </a:cubicBezTo>
                    <a:cubicBezTo>
                      <a:pt x="317" y="418"/>
                      <a:pt x="317" y="416"/>
                      <a:pt x="317" y="415"/>
                    </a:cubicBezTo>
                    <a:cubicBezTo>
                      <a:pt x="317" y="413"/>
                      <a:pt x="315" y="414"/>
                      <a:pt x="314" y="414"/>
                    </a:cubicBezTo>
                    <a:cubicBezTo>
                      <a:pt x="312" y="414"/>
                      <a:pt x="311" y="414"/>
                      <a:pt x="309" y="415"/>
                    </a:cubicBezTo>
                    <a:cubicBezTo>
                      <a:pt x="308" y="416"/>
                      <a:pt x="307" y="416"/>
                      <a:pt x="306" y="415"/>
                    </a:cubicBezTo>
                    <a:cubicBezTo>
                      <a:pt x="305" y="415"/>
                      <a:pt x="305" y="413"/>
                      <a:pt x="305" y="412"/>
                    </a:cubicBezTo>
                    <a:cubicBezTo>
                      <a:pt x="304" y="411"/>
                      <a:pt x="304" y="410"/>
                      <a:pt x="303" y="409"/>
                    </a:cubicBezTo>
                    <a:cubicBezTo>
                      <a:pt x="303" y="408"/>
                      <a:pt x="302" y="408"/>
                      <a:pt x="301" y="408"/>
                    </a:cubicBezTo>
                    <a:cubicBezTo>
                      <a:pt x="300" y="407"/>
                      <a:pt x="300" y="406"/>
                      <a:pt x="300" y="405"/>
                    </a:cubicBezTo>
                    <a:cubicBezTo>
                      <a:pt x="299" y="404"/>
                      <a:pt x="299" y="403"/>
                      <a:pt x="299" y="401"/>
                    </a:cubicBezTo>
                    <a:cubicBezTo>
                      <a:pt x="299" y="400"/>
                      <a:pt x="299" y="399"/>
                      <a:pt x="298" y="398"/>
                    </a:cubicBezTo>
                    <a:cubicBezTo>
                      <a:pt x="298" y="397"/>
                      <a:pt x="297" y="397"/>
                      <a:pt x="296" y="397"/>
                    </a:cubicBezTo>
                    <a:cubicBezTo>
                      <a:pt x="295" y="396"/>
                      <a:pt x="295" y="396"/>
                      <a:pt x="294" y="395"/>
                    </a:cubicBezTo>
                    <a:cubicBezTo>
                      <a:pt x="293" y="394"/>
                      <a:pt x="293" y="393"/>
                      <a:pt x="293" y="391"/>
                    </a:cubicBezTo>
                    <a:cubicBezTo>
                      <a:pt x="293" y="390"/>
                      <a:pt x="293" y="389"/>
                      <a:pt x="292" y="389"/>
                    </a:cubicBezTo>
                    <a:cubicBezTo>
                      <a:pt x="291" y="388"/>
                      <a:pt x="289" y="388"/>
                      <a:pt x="288" y="388"/>
                    </a:cubicBezTo>
                    <a:cubicBezTo>
                      <a:pt x="287" y="387"/>
                      <a:pt x="286" y="386"/>
                      <a:pt x="285" y="385"/>
                    </a:cubicBezTo>
                    <a:cubicBezTo>
                      <a:pt x="284" y="385"/>
                      <a:pt x="284" y="384"/>
                      <a:pt x="283" y="384"/>
                    </a:cubicBezTo>
                    <a:cubicBezTo>
                      <a:pt x="282" y="384"/>
                      <a:pt x="281" y="384"/>
                      <a:pt x="280" y="383"/>
                    </a:cubicBezTo>
                    <a:cubicBezTo>
                      <a:pt x="278" y="383"/>
                      <a:pt x="277" y="382"/>
                      <a:pt x="276" y="381"/>
                    </a:cubicBezTo>
                    <a:cubicBezTo>
                      <a:pt x="275" y="380"/>
                      <a:pt x="275" y="379"/>
                      <a:pt x="275" y="378"/>
                    </a:cubicBezTo>
                    <a:cubicBezTo>
                      <a:pt x="275" y="378"/>
                      <a:pt x="274" y="377"/>
                      <a:pt x="274" y="376"/>
                    </a:cubicBezTo>
                    <a:cubicBezTo>
                      <a:pt x="276" y="377"/>
                      <a:pt x="278" y="380"/>
                      <a:pt x="281" y="379"/>
                    </a:cubicBezTo>
                    <a:cubicBezTo>
                      <a:pt x="283" y="378"/>
                      <a:pt x="284" y="377"/>
                      <a:pt x="286" y="377"/>
                    </a:cubicBezTo>
                    <a:cubicBezTo>
                      <a:pt x="289" y="377"/>
                      <a:pt x="291" y="379"/>
                      <a:pt x="294" y="379"/>
                    </a:cubicBezTo>
                    <a:cubicBezTo>
                      <a:pt x="297" y="379"/>
                      <a:pt x="300" y="378"/>
                      <a:pt x="303" y="379"/>
                    </a:cubicBezTo>
                    <a:cubicBezTo>
                      <a:pt x="305" y="379"/>
                      <a:pt x="308" y="379"/>
                      <a:pt x="311" y="380"/>
                    </a:cubicBezTo>
                    <a:cubicBezTo>
                      <a:pt x="314" y="380"/>
                      <a:pt x="315" y="382"/>
                      <a:pt x="316" y="385"/>
                    </a:cubicBezTo>
                    <a:cubicBezTo>
                      <a:pt x="316" y="387"/>
                      <a:pt x="316" y="388"/>
                      <a:pt x="316" y="389"/>
                    </a:cubicBezTo>
                    <a:cubicBezTo>
                      <a:pt x="316" y="390"/>
                      <a:pt x="317" y="391"/>
                      <a:pt x="317" y="392"/>
                    </a:cubicBezTo>
                    <a:cubicBezTo>
                      <a:pt x="318" y="395"/>
                      <a:pt x="316" y="397"/>
                      <a:pt x="316" y="400"/>
                    </a:cubicBezTo>
                    <a:cubicBezTo>
                      <a:pt x="316" y="403"/>
                      <a:pt x="316" y="405"/>
                      <a:pt x="319" y="407"/>
                    </a:cubicBezTo>
                    <a:cubicBezTo>
                      <a:pt x="321" y="408"/>
                      <a:pt x="322" y="409"/>
                      <a:pt x="323" y="411"/>
                    </a:cubicBezTo>
                    <a:cubicBezTo>
                      <a:pt x="324" y="413"/>
                      <a:pt x="325" y="415"/>
                      <a:pt x="327" y="416"/>
                    </a:cubicBezTo>
                    <a:cubicBezTo>
                      <a:pt x="329" y="416"/>
                      <a:pt x="331" y="416"/>
                      <a:pt x="332" y="418"/>
                    </a:cubicBezTo>
                    <a:cubicBezTo>
                      <a:pt x="334" y="419"/>
                      <a:pt x="333" y="420"/>
                      <a:pt x="331" y="421"/>
                    </a:cubicBezTo>
                    <a:close/>
                    <a:moveTo>
                      <a:pt x="337" y="344"/>
                    </a:moveTo>
                    <a:cubicBezTo>
                      <a:pt x="337" y="346"/>
                      <a:pt x="335" y="346"/>
                      <a:pt x="334" y="347"/>
                    </a:cubicBezTo>
                    <a:cubicBezTo>
                      <a:pt x="332" y="347"/>
                      <a:pt x="331" y="346"/>
                      <a:pt x="330" y="346"/>
                    </a:cubicBezTo>
                    <a:cubicBezTo>
                      <a:pt x="329" y="345"/>
                      <a:pt x="329" y="343"/>
                      <a:pt x="329" y="342"/>
                    </a:cubicBezTo>
                    <a:cubicBezTo>
                      <a:pt x="329" y="342"/>
                      <a:pt x="329" y="341"/>
                      <a:pt x="329" y="341"/>
                    </a:cubicBezTo>
                    <a:cubicBezTo>
                      <a:pt x="330" y="340"/>
                      <a:pt x="329" y="339"/>
                      <a:pt x="330" y="338"/>
                    </a:cubicBezTo>
                    <a:cubicBezTo>
                      <a:pt x="330" y="337"/>
                      <a:pt x="330" y="337"/>
                      <a:pt x="331" y="336"/>
                    </a:cubicBezTo>
                    <a:cubicBezTo>
                      <a:pt x="331" y="335"/>
                      <a:pt x="332" y="334"/>
                      <a:pt x="333" y="333"/>
                    </a:cubicBezTo>
                    <a:cubicBezTo>
                      <a:pt x="333" y="333"/>
                      <a:pt x="334" y="333"/>
                      <a:pt x="334" y="332"/>
                    </a:cubicBezTo>
                    <a:cubicBezTo>
                      <a:pt x="334" y="332"/>
                      <a:pt x="334" y="332"/>
                      <a:pt x="335" y="332"/>
                    </a:cubicBezTo>
                    <a:cubicBezTo>
                      <a:pt x="336" y="332"/>
                      <a:pt x="336" y="332"/>
                      <a:pt x="336" y="332"/>
                    </a:cubicBezTo>
                    <a:cubicBezTo>
                      <a:pt x="337" y="333"/>
                      <a:pt x="337" y="335"/>
                      <a:pt x="337" y="336"/>
                    </a:cubicBezTo>
                    <a:cubicBezTo>
                      <a:pt x="337" y="337"/>
                      <a:pt x="337" y="339"/>
                      <a:pt x="338" y="340"/>
                    </a:cubicBezTo>
                    <a:cubicBezTo>
                      <a:pt x="337" y="341"/>
                      <a:pt x="338" y="343"/>
                      <a:pt x="337" y="344"/>
                    </a:cubicBezTo>
                    <a:close/>
                    <a:moveTo>
                      <a:pt x="379" y="283"/>
                    </a:moveTo>
                    <a:cubicBezTo>
                      <a:pt x="379" y="284"/>
                      <a:pt x="378" y="284"/>
                      <a:pt x="378" y="284"/>
                    </a:cubicBezTo>
                    <a:cubicBezTo>
                      <a:pt x="377" y="285"/>
                      <a:pt x="376" y="285"/>
                      <a:pt x="376" y="285"/>
                    </a:cubicBezTo>
                    <a:cubicBezTo>
                      <a:pt x="375" y="285"/>
                      <a:pt x="374" y="286"/>
                      <a:pt x="373" y="287"/>
                    </a:cubicBezTo>
                    <a:cubicBezTo>
                      <a:pt x="372" y="287"/>
                      <a:pt x="372" y="287"/>
                      <a:pt x="371" y="287"/>
                    </a:cubicBezTo>
                    <a:cubicBezTo>
                      <a:pt x="370" y="287"/>
                      <a:pt x="370" y="287"/>
                      <a:pt x="370" y="286"/>
                    </a:cubicBezTo>
                    <a:cubicBezTo>
                      <a:pt x="370" y="285"/>
                      <a:pt x="370" y="284"/>
                      <a:pt x="370" y="283"/>
                    </a:cubicBezTo>
                    <a:cubicBezTo>
                      <a:pt x="370" y="280"/>
                      <a:pt x="370" y="278"/>
                      <a:pt x="369" y="276"/>
                    </a:cubicBezTo>
                    <a:cubicBezTo>
                      <a:pt x="368" y="275"/>
                      <a:pt x="366" y="274"/>
                      <a:pt x="365" y="273"/>
                    </a:cubicBezTo>
                    <a:cubicBezTo>
                      <a:pt x="365" y="272"/>
                      <a:pt x="365" y="271"/>
                      <a:pt x="364" y="271"/>
                    </a:cubicBezTo>
                    <a:cubicBezTo>
                      <a:pt x="364" y="270"/>
                      <a:pt x="363" y="270"/>
                      <a:pt x="363" y="269"/>
                    </a:cubicBezTo>
                    <a:cubicBezTo>
                      <a:pt x="362" y="269"/>
                      <a:pt x="362" y="268"/>
                      <a:pt x="361" y="268"/>
                    </a:cubicBezTo>
                    <a:cubicBezTo>
                      <a:pt x="361" y="267"/>
                      <a:pt x="361" y="267"/>
                      <a:pt x="362" y="266"/>
                    </a:cubicBezTo>
                    <a:cubicBezTo>
                      <a:pt x="363" y="265"/>
                      <a:pt x="366" y="264"/>
                      <a:pt x="365" y="262"/>
                    </a:cubicBezTo>
                    <a:cubicBezTo>
                      <a:pt x="365" y="261"/>
                      <a:pt x="364" y="260"/>
                      <a:pt x="363" y="260"/>
                    </a:cubicBezTo>
                    <a:cubicBezTo>
                      <a:pt x="362" y="259"/>
                      <a:pt x="361" y="258"/>
                      <a:pt x="361" y="256"/>
                    </a:cubicBezTo>
                    <a:cubicBezTo>
                      <a:pt x="360" y="254"/>
                      <a:pt x="361" y="252"/>
                      <a:pt x="363" y="251"/>
                    </a:cubicBezTo>
                    <a:cubicBezTo>
                      <a:pt x="364" y="250"/>
                      <a:pt x="364" y="250"/>
                      <a:pt x="365" y="249"/>
                    </a:cubicBezTo>
                    <a:cubicBezTo>
                      <a:pt x="365" y="249"/>
                      <a:pt x="365" y="248"/>
                      <a:pt x="365" y="247"/>
                    </a:cubicBezTo>
                    <a:cubicBezTo>
                      <a:pt x="365" y="246"/>
                      <a:pt x="365" y="245"/>
                      <a:pt x="366" y="243"/>
                    </a:cubicBezTo>
                    <a:cubicBezTo>
                      <a:pt x="366" y="243"/>
                      <a:pt x="367" y="242"/>
                      <a:pt x="368" y="242"/>
                    </a:cubicBezTo>
                    <a:cubicBezTo>
                      <a:pt x="369" y="242"/>
                      <a:pt x="369" y="243"/>
                      <a:pt x="370" y="243"/>
                    </a:cubicBezTo>
                    <a:cubicBezTo>
                      <a:pt x="370" y="244"/>
                      <a:pt x="370" y="245"/>
                      <a:pt x="371" y="246"/>
                    </a:cubicBezTo>
                    <a:cubicBezTo>
                      <a:pt x="371" y="247"/>
                      <a:pt x="372" y="247"/>
                      <a:pt x="372" y="248"/>
                    </a:cubicBezTo>
                    <a:cubicBezTo>
                      <a:pt x="373" y="248"/>
                      <a:pt x="373" y="249"/>
                      <a:pt x="374" y="250"/>
                    </a:cubicBezTo>
                    <a:cubicBezTo>
                      <a:pt x="375" y="252"/>
                      <a:pt x="375" y="254"/>
                      <a:pt x="374" y="256"/>
                    </a:cubicBezTo>
                    <a:cubicBezTo>
                      <a:pt x="374" y="257"/>
                      <a:pt x="374" y="258"/>
                      <a:pt x="373" y="259"/>
                    </a:cubicBezTo>
                    <a:cubicBezTo>
                      <a:pt x="373" y="259"/>
                      <a:pt x="373" y="260"/>
                      <a:pt x="373" y="260"/>
                    </a:cubicBezTo>
                    <a:cubicBezTo>
                      <a:pt x="373" y="262"/>
                      <a:pt x="374" y="264"/>
                      <a:pt x="375" y="265"/>
                    </a:cubicBezTo>
                    <a:cubicBezTo>
                      <a:pt x="376" y="265"/>
                      <a:pt x="377" y="266"/>
                      <a:pt x="377" y="267"/>
                    </a:cubicBezTo>
                    <a:cubicBezTo>
                      <a:pt x="378" y="267"/>
                      <a:pt x="378" y="268"/>
                      <a:pt x="378" y="268"/>
                    </a:cubicBezTo>
                    <a:cubicBezTo>
                      <a:pt x="377" y="270"/>
                      <a:pt x="375" y="270"/>
                      <a:pt x="375" y="272"/>
                    </a:cubicBezTo>
                    <a:cubicBezTo>
                      <a:pt x="375" y="273"/>
                      <a:pt x="375" y="274"/>
                      <a:pt x="376" y="274"/>
                    </a:cubicBezTo>
                    <a:cubicBezTo>
                      <a:pt x="376" y="275"/>
                      <a:pt x="377" y="276"/>
                      <a:pt x="378" y="277"/>
                    </a:cubicBezTo>
                    <a:cubicBezTo>
                      <a:pt x="379" y="279"/>
                      <a:pt x="380" y="281"/>
                      <a:pt x="379" y="283"/>
                    </a:cubicBezTo>
                    <a:close/>
                    <a:moveTo>
                      <a:pt x="459" y="546"/>
                    </a:moveTo>
                    <a:cubicBezTo>
                      <a:pt x="459" y="548"/>
                      <a:pt x="457" y="550"/>
                      <a:pt x="457" y="552"/>
                    </a:cubicBezTo>
                    <a:cubicBezTo>
                      <a:pt x="456" y="554"/>
                      <a:pt x="456" y="555"/>
                      <a:pt x="457" y="557"/>
                    </a:cubicBezTo>
                    <a:cubicBezTo>
                      <a:pt x="457" y="558"/>
                      <a:pt x="459" y="560"/>
                      <a:pt x="458" y="561"/>
                    </a:cubicBezTo>
                    <a:cubicBezTo>
                      <a:pt x="458" y="563"/>
                      <a:pt x="455" y="564"/>
                      <a:pt x="454" y="564"/>
                    </a:cubicBezTo>
                    <a:cubicBezTo>
                      <a:pt x="451" y="565"/>
                      <a:pt x="448" y="566"/>
                      <a:pt x="446" y="566"/>
                    </a:cubicBezTo>
                    <a:cubicBezTo>
                      <a:pt x="445" y="567"/>
                      <a:pt x="443" y="567"/>
                      <a:pt x="443" y="568"/>
                    </a:cubicBezTo>
                    <a:cubicBezTo>
                      <a:pt x="443" y="570"/>
                      <a:pt x="444" y="571"/>
                      <a:pt x="443" y="572"/>
                    </a:cubicBezTo>
                    <a:cubicBezTo>
                      <a:pt x="441" y="574"/>
                      <a:pt x="437" y="574"/>
                      <a:pt x="435" y="576"/>
                    </a:cubicBezTo>
                    <a:cubicBezTo>
                      <a:pt x="434" y="578"/>
                      <a:pt x="436" y="581"/>
                      <a:pt x="436" y="584"/>
                    </a:cubicBezTo>
                    <a:cubicBezTo>
                      <a:pt x="436" y="587"/>
                      <a:pt x="433" y="589"/>
                      <a:pt x="431" y="591"/>
                    </a:cubicBezTo>
                    <a:cubicBezTo>
                      <a:pt x="430" y="592"/>
                      <a:pt x="428" y="592"/>
                      <a:pt x="428" y="594"/>
                    </a:cubicBezTo>
                    <a:cubicBezTo>
                      <a:pt x="428" y="595"/>
                      <a:pt x="428" y="596"/>
                      <a:pt x="427" y="597"/>
                    </a:cubicBezTo>
                    <a:cubicBezTo>
                      <a:pt x="427" y="600"/>
                      <a:pt x="424" y="602"/>
                      <a:pt x="422" y="600"/>
                    </a:cubicBezTo>
                    <a:cubicBezTo>
                      <a:pt x="421" y="599"/>
                      <a:pt x="420" y="597"/>
                      <a:pt x="419" y="596"/>
                    </a:cubicBezTo>
                    <a:cubicBezTo>
                      <a:pt x="418" y="595"/>
                      <a:pt x="417" y="595"/>
                      <a:pt x="416" y="595"/>
                    </a:cubicBezTo>
                    <a:cubicBezTo>
                      <a:pt x="414" y="596"/>
                      <a:pt x="410" y="596"/>
                      <a:pt x="409" y="599"/>
                    </a:cubicBezTo>
                    <a:cubicBezTo>
                      <a:pt x="408" y="600"/>
                      <a:pt x="408" y="602"/>
                      <a:pt x="408" y="603"/>
                    </a:cubicBezTo>
                    <a:cubicBezTo>
                      <a:pt x="407" y="604"/>
                      <a:pt x="407" y="604"/>
                      <a:pt x="406" y="604"/>
                    </a:cubicBezTo>
                    <a:cubicBezTo>
                      <a:pt x="405" y="604"/>
                      <a:pt x="404" y="604"/>
                      <a:pt x="404" y="605"/>
                    </a:cubicBezTo>
                    <a:cubicBezTo>
                      <a:pt x="403" y="605"/>
                      <a:pt x="403" y="605"/>
                      <a:pt x="402" y="605"/>
                    </a:cubicBezTo>
                    <a:cubicBezTo>
                      <a:pt x="401" y="605"/>
                      <a:pt x="400" y="606"/>
                      <a:pt x="400" y="606"/>
                    </a:cubicBezTo>
                    <a:cubicBezTo>
                      <a:pt x="399" y="607"/>
                      <a:pt x="397" y="608"/>
                      <a:pt x="396" y="608"/>
                    </a:cubicBezTo>
                    <a:cubicBezTo>
                      <a:pt x="394" y="608"/>
                      <a:pt x="393" y="606"/>
                      <a:pt x="393" y="604"/>
                    </a:cubicBezTo>
                    <a:cubicBezTo>
                      <a:pt x="393" y="603"/>
                      <a:pt x="394" y="603"/>
                      <a:pt x="396" y="603"/>
                    </a:cubicBezTo>
                    <a:cubicBezTo>
                      <a:pt x="397" y="602"/>
                      <a:pt x="398" y="601"/>
                      <a:pt x="398" y="600"/>
                    </a:cubicBezTo>
                    <a:cubicBezTo>
                      <a:pt x="399" y="598"/>
                      <a:pt x="400" y="596"/>
                      <a:pt x="401" y="594"/>
                    </a:cubicBezTo>
                    <a:cubicBezTo>
                      <a:pt x="402" y="593"/>
                      <a:pt x="403" y="591"/>
                      <a:pt x="403" y="589"/>
                    </a:cubicBezTo>
                    <a:cubicBezTo>
                      <a:pt x="402" y="587"/>
                      <a:pt x="399" y="588"/>
                      <a:pt x="397" y="588"/>
                    </a:cubicBezTo>
                    <a:cubicBezTo>
                      <a:pt x="396" y="588"/>
                      <a:pt x="393" y="590"/>
                      <a:pt x="393" y="588"/>
                    </a:cubicBezTo>
                    <a:cubicBezTo>
                      <a:pt x="393" y="587"/>
                      <a:pt x="396" y="585"/>
                      <a:pt x="397" y="584"/>
                    </a:cubicBezTo>
                    <a:cubicBezTo>
                      <a:pt x="398" y="583"/>
                      <a:pt x="400" y="582"/>
                      <a:pt x="402" y="582"/>
                    </a:cubicBezTo>
                    <a:cubicBezTo>
                      <a:pt x="404" y="583"/>
                      <a:pt x="406" y="583"/>
                      <a:pt x="407" y="584"/>
                    </a:cubicBezTo>
                    <a:cubicBezTo>
                      <a:pt x="410" y="585"/>
                      <a:pt x="413" y="586"/>
                      <a:pt x="416" y="583"/>
                    </a:cubicBezTo>
                    <a:cubicBezTo>
                      <a:pt x="419" y="581"/>
                      <a:pt x="422" y="578"/>
                      <a:pt x="423" y="575"/>
                    </a:cubicBezTo>
                    <a:cubicBezTo>
                      <a:pt x="423" y="573"/>
                      <a:pt x="424" y="572"/>
                      <a:pt x="425" y="570"/>
                    </a:cubicBezTo>
                    <a:cubicBezTo>
                      <a:pt x="426" y="568"/>
                      <a:pt x="428" y="567"/>
                      <a:pt x="429" y="566"/>
                    </a:cubicBezTo>
                    <a:cubicBezTo>
                      <a:pt x="431" y="565"/>
                      <a:pt x="433" y="564"/>
                      <a:pt x="434" y="563"/>
                    </a:cubicBezTo>
                    <a:cubicBezTo>
                      <a:pt x="436" y="562"/>
                      <a:pt x="436" y="560"/>
                      <a:pt x="437" y="558"/>
                    </a:cubicBezTo>
                    <a:cubicBezTo>
                      <a:pt x="439" y="556"/>
                      <a:pt x="440" y="554"/>
                      <a:pt x="442" y="553"/>
                    </a:cubicBezTo>
                    <a:cubicBezTo>
                      <a:pt x="444" y="552"/>
                      <a:pt x="446" y="552"/>
                      <a:pt x="449" y="551"/>
                    </a:cubicBezTo>
                    <a:cubicBezTo>
                      <a:pt x="450" y="551"/>
                      <a:pt x="452" y="551"/>
                      <a:pt x="453" y="550"/>
                    </a:cubicBezTo>
                    <a:cubicBezTo>
                      <a:pt x="455" y="549"/>
                      <a:pt x="456" y="547"/>
                      <a:pt x="457" y="546"/>
                    </a:cubicBezTo>
                    <a:cubicBezTo>
                      <a:pt x="458" y="545"/>
                      <a:pt x="459" y="545"/>
                      <a:pt x="459" y="546"/>
                    </a:cubicBezTo>
                    <a:close/>
                    <a:moveTo>
                      <a:pt x="488" y="318"/>
                    </a:moveTo>
                    <a:cubicBezTo>
                      <a:pt x="487" y="320"/>
                      <a:pt x="486" y="323"/>
                      <a:pt x="485" y="325"/>
                    </a:cubicBezTo>
                    <a:cubicBezTo>
                      <a:pt x="485" y="325"/>
                      <a:pt x="483" y="325"/>
                      <a:pt x="483" y="326"/>
                    </a:cubicBezTo>
                    <a:cubicBezTo>
                      <a:pt x="483" y="326"/>
                      <a:pt x="483" y="326"/>
                      <a:pt x="483" y="327"/>
                    </a:cubicBezTo>
                    <a:cubicBezTo>
                      <a:pt x="483" y="327"/>
                      <a:pt x="482" y="328"/>
                      <a:pt x="482" y="328"/>
                    </a:cubicBezTo>
                    <a:cubicBezTo>
                      <a:pt x="482" y="328"/>
                      <a:pt x="482" y="329"/>
                      <a:pt x="481" y="329"/>
                    </a:cubicBezTo>
                    <a:cubicBezTo>
                      <a:pt x="480" y="330"/>
                      <a:pt x="479" y="329"/>
                      <a:pt x="478" y="328"/>
                    </a:cubicBezTo>
                    <a:cubicBezTo>
                      <a:pt x="476" y="328"/>
                      <a:pt x="475" y="327"/>
                      <a:pt x="474" y="326"/>
                    </a:cubicBezTo>
                    <a:cubicBezTo>
                      <a:pt x="474" y="325"/>
                      <a:pt x="475" y="325"/>
                      <a:pt x="475" y="324"/>
                    </a:cubicBezTo>
                    <a:cubicBezTo>
                      <a:pt x="475" y="323"/>
                      <a:pt x="476" y="322"/>
                      <a:pt x="476" y="321"/>
                    </a:cubicBezTo>
                    <a:cubicBezTo>
                      <a:pt x="477" y="319"/>
                      <a:pt x="476" y="318"/>
                      <a:pt x="477" y="316"/>
                    </a:cubicBezTo>
                    <a:cubicBezTo>
                      <a:pt x="477" y="315"/>
                      <a:pt x="478" y="314"/>
                      <a:pt x="479" y="313"/>
                    </a:cubicBezTo>
                    <a:cubicBezTo>
                      <a:pt x="480" y="312"/>
                      <a:pt x="482" y="312"/>
                      <a:pt x="483" y="312"/>
                    </a:cubicBezTo>
                    <a:cubicBezTo>
                      <a:pt x="484" y="312"/>
                      <a:pt x="484" y="313"/>
                      <a:pt x="485" y="313"/>
                    </a:cubicBezTo>
                    <a:cubicBezTo>
                      <a:pt x="486" y="313"/>
                      <a:pt x="486" y="313"/>
                      <a:pt x="487" y="313"/>
                    </a:cubicBezTo>
                    <a:cubicBezTo>
                      <a:pt x="489" y="314"/>
                      <a:pt x="489" y="316"/>
                      <a:pt x="488" y="318"/>
                    </a:cubicBezTo>
                    <a:close/>
                    <a:moveTo>
                      <a:pt x="521" y="311"/>
                    </a:moveTo>
                    <a:cubicBezTo>
                      <a:pt x="522" y="312"/>
                      <a:pt x="521" y="313"/>
                      <a:pt x="521" y="314"/>
                    </a:cubicBezTo>
                    <a:cubicBezTo>
                      <a:pt x="520" y="316"/>
                      <a:pt x="520" y="317"/>
                      <a:pt x="519" y="319"/>
                    </a:cubicBezTo>
                    <a:cubicBezTo>
                      <a:pt x="519" y="319"/>
                      <a:pt x="519" y="319"/>
                      <a:pt x="519" y="319"/>
                    </a:cubicBezTo>
                    <a:cubicBezTo>
                      <a:pt x="519" y="319"/>
                      <a:pt x="519" y="319"/>
                      <a:pt x="518" y="319"/>
                    </a:cubicBezTo>
                    <a:cubicBezTo>
                      <a:pt x="517" y="319"/>
                      <a:pt x="516" y="319"/>
                      <a:pt x="515" y="319"/>
                    </a:cubicBezTo>
                    <a:cubicBezTo>
                      <a:pt x="515" y="319"/>
                      <a:pt x="515" y="319"/>
                      <a:pt x="514" y="319"/>
                    </a:cubicBezTo>
                    <a:cubicBezTo>
                      <a:pt x="513" y="319"/>
                      <a:pt x="511" y="319"/>
                      <a:pt x="511" y="317"/>
                    </a:cubicBezTo>
                    <a:cubicBezTo>
                      <a:pt x="510" y="316"/>
                      <a:pt x="509" y="315"/>
                      <a:pt x="510" y="313"/>
                    </a:cubicBezTo>
                    <a:cubicBezTo>
                      <a:pt x="511" y="312"/>
                      <a:pt x="512" y="311"/>
                      <a:pt x="512" y="310"/>
                    </a:cubicBezTo>
                    <a:cubicBezTo>
                      <a:pt x="512" y="310"/>
                      <a:pt x="513" y="309"/>
                      <a:pt x="513" y="309"/>
                    </a:cubicBezTo>
                    <a:cubicBezTo>
                      <a:pt x="514" y="309"/>
                      <a:pt x="514" y="309"/>
                      <a:pt x="515" y="309"/>
                    </a:cubicBezTo>
                    <a:cubicBezTo>
                      <a:pt x="516" y="309"/>
                      <a:pt x="517" y="309"/>
                      <a:pt x="518" y="310"/>
                    </a:cubicBezTo>
                    <a:cubicBezTo>
                      <a:pt x="519" y="310"/>
                      <a:pt x="521" y="310"/>
                      <a:pt x="521" y="311"/>
                    </a:cubicBezTo>
                    <a:close/>
                    <a:moveTo>
                      <a:pt x="504" y="248"/>
                    </a:moveTo>
                    <a:cubicBezTo>
                      <a:pt x="503" y="248"/>
                      <a:pt x="503" y="248"/>
                      <a:pt x="503" y="247"/>
                    </a:cubicBezTo>
                    <a:cubicBezTo>
                      <a:pt x="502" y="247"/>
                      <a:pt x="502" y="246"/>
                      <a:pt x="501" y="246"/>
                    </a:cubicBezTo>
                    <a:cubicBezTo>
                      <a:pt x="501" y="245"/>
                      <a:pt x="501" y="245"/>
                      <a:pt x="501" y="245"/>
                    </a:cubicBezTo>
                    <a:cubicBezTo>
                      <a:pt x="501" y="245"/>
                      <a:pt x="501" y="244"/>
                      <a:pt x="501" y="244"/>
                    </a:cubicBezTo>
                    <a:cubicBezTo>
                      <a:pt x="500" y="244"/>
                      <a:pt x="500" y="243"/>
                      <a:pt x="500" y="243"/>
                    </a:cubicBezTo>
                    <a:cubicBezTo>
                      <a:pt x="500" y="242"/>
                      <a:pt x="500" y="242"/>
                      <a:pt x="500" y="242"/>
                    </a:cubicBezTo>
                    <a:cubicBezTo>
                      <a:pt x="500" y="241"/>
                      <a:pt x="501" y="241"/>
                      <a:pt x="501" y="241"/>
                    </a:cubicBezTo>
                    <a:cubicBezTo>
                      <a:pt x="502" y="240"/>
                      <a:pt x="502" y="240"/>
                      <a:pt x="503" y="240"/>
                    </a:cubicBezTo>
                    <a:cubicBezTo>
                      <a:pt x="505" y="240"/>
                      <a:pt x="506" y="240"/>
                      <a:pt x="507" y="240"/>
                    </a:cubicBezTo>
                    <a:cubicBezTo>
                      <a:pt x="508" y="240"/>
                      <a:pt x="509" y="240"/>
                      <a:pt x="509" y="241"/>
                    </a:cubicBezTo>
                    <a:cubicBezTo>
                      <a:pt x="511" y="241"/>
                      <a:pt x="512" y="241"/>
                      <a:pt x="513" y="241"/>
                    </a:cubicBezTo>
                    <a:cubicBezTo>
                      <a:pt x="515" y="241"/>
                      <a:pt x="517" y="241"/>
                      <a:pt x="518" y="242"/>
                    </a:cubicBezTo>
                    <a:cubicBezTo>
                      <a:pt x="519" y="242"/>
                      <a:pt x="519" y="242"/>
                      <a:pt x="520" y="243"/>
                    </a:cubicBezTo>
                    <a:cubicBezTo>
                      <a:pt x="520" y="243"/>
                      <a:pt x="520" y="244"/>
                      <a:pt x="520" y="245"/>
                    </a:cubicBezTo>
                    <a:cubicBezTo>
                      <a:pt x="520" y="246"/>
                      <a:pt x="520" y="246"/>
                      <a:pt x="520" y="247"/>
                    </a:cubicBezTo>
                    <a:cubicBezTo>
                      <a:pt x="519" y="249"/>
                      <a:pt x="517" y="250"/>
                      <a:pt x="515" y="250"/>
                    </a:cubicBezTo>
                    <a:cubicBezTo>
                      <a:pt x="514" y="251"/>
                      <a:pt x="513" y="251"/>
                      <a:pt x="512" y="250"/>
                    </a:cubicBezTo>
                    <a:cubicBezTo>
                      <a:pt x="511" y="250"/>
                      <a:pt x="510" y="249"/>
                      <a:pt x="509" y="249"/>
                    </a:cubicBezTo>
                    <a:cubicBezTo>
                      <a:pt x="508" y="249"/>
                      <a:pt x="507" y="249"/>
                      <a:pt x="506" y="249"/>
                    </a:cubicBezTo>
                    <a:cubicBezTo>
                      <a:pt x="505" y="249"/>
                      <a:pt x="505" y="249"/>
                      <a:pt x="504" y="248"/>
                    </a:cubicBezTo>
                    <a:close/>
                    <a:moveTo>
                      <a:pt x="540" y="456"/>
                    </a:moveTo>
                    <a:cubicBezTo>
                      <a:pt x="538" y="457"/>
                      <a:pt x="531" y="455"/>
                      <a:pt x="531" y="458"/>
                    </a:cubicBezTo>
                    <a:cubicBezTo>
                      <a:pt x="531" y="461"/>
                      <a:pt x="535" y="464"/>
                      <a:pt x="531" y="466"/>
                    </a:cubicBezTo>
                    <a:cubicBezTo>
                      <a:pt x="530" y="467"/>
                      <a:pt x="528" y="467"/>
                      <a:pt x="527" y="469"/>
                    </a:cubicBezTo>
                    <a:cubicBezTo>
                      <a:pt x="526" y="470"/>
                      <a:pt x="527" y="472"/>
                      <a:pt x="528" y="473"/>
                    </a:cubicBezTo>
                    <a:cubicBezTo>
                      <a:pt x="529" y="474"/>
                      <a:pt x="530" y="476"/>
                      <a:pt x="529" y="477"/>
                    </a:cubicBezTo>
                    <a:cubicBezTo>
                      <a:pt x="528" y="479"/>
                      <a:pt x="527" y="479"/>
                      <a:pt x="525" y="480"/>
                    </a:cubicBezTo>
                    <a:cubicBezTo>
                      <a:pt x="524" y="481"/>
                      <a:pt x="523" y="482"/>
                      <a:pt x="522" y="483"/>
                    </a:cubicBezTo>
                    <a:cubicBezTo>
                      <a:pt x="521" y="483"/>
                      <a:pt x="521" y="484"/>
                      <a:pt x="520" y="483"/>
                    </a:cubicBezTo>
                    <a:cubicBezTo>
                      <a:pt x="520" y="482"/>
                      <a:pt x="519" y="481"/>
                      <a:pt x="519" y="480"/>
                    </a:cubicBezTo>
                    <a:cubicBezTo>
                      <a:pt x="518" y="479"/>
                      <a:pt x="518" y="478"/>
                      <a:pt x="517" y="477"/>
                    </a:cubicBezTo>
                    <a:cubicBezTo>
                      <a:pt x="515" y="476"/>
                      <a:pt x="514" y="476"/>
                      <a:pt x="514" y="474"/>
                    </a:cubicBezTo>
                    <a:cubicBezTo>
                      <a:pt x="513" y="473"/>
                      <a:pt x="513" y="472"/>
                      <a:pt x="512" y="470"/>
                    </a:cubicBezTo>
                    <a:cubicBezTo>
                      <a:pt x="511" y="467"/>
                      <a:pt x="511" y="464"/>
                      <a:pt x="511" y="460"/>
                    </a:cubicBezTo>
                    <a:cubicBezTo>
                      <a:pt x="510" y="459"/>
                      <a:pt x="510" y="458"/>
                      <a:pt x="511" y="457"/>
                    </a:cubicBezTo>
                    <a:cubicBezTo>
                      <a:pt x="512" y="456"/>
                      <a:pt x="512" y="455"/>
                      <a:pt x="513" y="454"/>
                    </a:cubicBezTo>
                    <a:cubicBezTo>
                      <a:pt x="514" y="453"/>
                      <a:pt x="514" y="451"/>
                      <a:pt x="515" y="449"/>
                    </a:cubicBezTo>
                    <a:cubicBezTo>
                      <a:pt x="516" y="446"/>
                      <a:pt x="515" y="445"/>
                      <a:pt x="513" y="443"/>
                    </a:cubicBezTo>
                    <a:cubicBezTo>
                      <a:pt x="512" y="442"/>
                      <a:pt x="511" y="442"/>
                      <a:pt x="510" y="441"/>
                    </a:cubicBezTo>
                    <a:cubicBezTo>
                      <a:pt x="509" y="440"/>
                      <a:pt x="509" y="438"/>
                      <a:pt x="509" y="437"/>
                    </a:cubicBezTo>
                    <a:cubicBezTo>
                      <a:pt x="508" y="436"/>
                      <a:pt x="507" y="435"/>
                      <a:pt x="507" y="433"/>
                    </a:cubicBezTo>
                    <a:cubicBezTo>
                      <a:pt x="507" y="432"/>
                      <a:pt x="507" y="431"/>
                      <a:pt x="508" y="430"/>
                    </a:cubicBezTo>
                    <a:cubicBezTo>
                      <a:pt x="510" y="428"/>
                      <a:pt x="511" y="426"/>
                      <a:pt x="513" y="425"/>
                    </a:cubicBezTo>
                    <a:cubicBezTo>
                      <a:pt x="514" y="423"/>
                      <a:pt x="514" y="421"/>
                      <a:pt x="515" y="419"/>
                    </a:cubicBezTo>
                    <a:cubicBezTo>
                      <a:pt x="517" y="416"/>
                      <a:pt x="519" y="415"/>
                      <a:pt x="522" y="413"/>
                    </a:cubicBezTo>
                    <a:cubicBezTo>
                      <a:pt x="524" y="413"/>
                      <a:pt x="526" y="412"/>
                      <a:pt x="527" y="413"/>
                    </a:cubicBezTo>
                    <a:cubicBezTo>
                      <a:pt x="530" y="416"/>
                      <a:pt x="526" y="422"/>
                      <a:pt x="524" y="424"/>
                    </a:cubicBezTo>
                    <a:cubicBezTo>
                      <a:pt x="523" y="426"/>
                      <a:pt x="522" y="427"/>
                      <a:pt x="522" y="428"/>
                    </a:cubicBezTo>
                    <a:cubicBezTo>
                      <a:pt x="522" y="429"/>
                      <a:pt x="523" y="431"/>
                      <a:pt x="523" y="432"/>
                    </a:cubicBezTo>
                    <a:cubicBezTo>
                      <a:pt x="524" y="433"/>
                      <a:pt x="525" y="434"/>
                      <a:pt x="526" y="436"/>
                    </a:cubicBezTo>
                    <a:cubicBezTo>
                      <a:pt x="527" y="436"/>
                      <a:pt x="529" y="437"/>
                      <a:pt x="530" y="438"/>
                    </a:cubicBezTo>
                    <a:cubicBezTo>
                      <a:pt x="532" y="440"/>
                      <a:pt x="529" y="445"/>
                      <a:pt x="531" y="447"/>
                    </a:cubicBezTo>
                    <a:cubicBezTo>
                      <a:pt x="533" y="450"/>
                      <a:pt x="538" y="446"/>
                      <a:pt x="540" y="448"/>
                    </a:cubicBezTo>
                    <a:cubicBezTo>
                      <a:pt x="543" y="449"/>
                      <a:pt x="543" y="456"/>
                      <a:pt x="540" y="456"/>
                    </a:cubicBezTo>
                    <a:close/>
                    <a:moveTo>
                      <a:pt x="628" y="451"/>
                    </a:moveTo>
                    <a:cubicBezTo>
                      <a:pt x="628" y="452"/>
                      <a:pt x="627" y="452"/>
                      <a:pt x="626" y="452"/>
                    </a:cubicBezTo>
                    <a:cubicBezTo>
                      <a:pt x="625" y="452"/>
                      <a:pt x="624" y="451"/>
                      <a:pt x="623" y="451"/>
                    </a:cubicBezTo>
                    <a:cubicBezTo>
                      <a:pt x="623" y="451"/>
                      <a:pt x="622" y="451"/>
                      <a:pt x="622" y="451"/>
                    </a:cubicBezTo>
                    <a:cubicBezTo>
                      <a:pt x="622" y="450"/>
                      <a:pt x="622" y="450"/>
                      <a:pt x="622" y="450"/>
                    </a:cubicBezTo>
                    <a:cubicBezTo>
                      <a:pt x="622" y="450"/>
                      <a:pt x="622" y="450"/>
                      <a:pt x="622" y="450"/>
                    </a:cubicBezTo>
                    <a:cubicBezTo>
                      <a:pt x="621" y="449"/>
                      <a:pt x="621" y="449"/>
                      <a:pt x="621" y="449"/>
                    </a:cubicBezTo>
                    <a:cubicBezTo>
                      <a:pt x="621" y="449"/>
                      <a:pt x="621" y="448"/>
                      <a:pt x="621" y="448"/>
                    </a:cubicBezTo>
                    <a:cubicBezTo>
                      <a:pt x="621" y="448"/>
                      <a:pt x="621" y="448"/>
                      <a:pt x="621" y="447"/>
                    </a:cubicBezTo>
                    <a:cubicBezTo>
                      <a:pt x="621" y="447"/>
                      <a:pt x="621" y="447"/>
                      <a:pt x="621" y="446"/>
                    </a:cubicBezTo>
                    <a:cubicBezTo>
                      <a:pt x="620" y="445"/>
                      <a:pt x="619" y="443"/>
                      <a:pt x="620" y="441"/>
                    </a:cubicBezTo>
                    <a:cubicBezTo>
                      <a:pt x="620" y="440"/>
                      <a:pt x="621" y="439"/>
                      <a:pt x="622" y="439"/>
                    </a:cubicBezTo>
                    <a:cubicBezTo>
                      <a:pt x="623" y="439"/>
                      <a:pt x="624" y="440"/>
                      <a:pt x="624" y="441"/>
                    </a:cubicBezTo>
                    <a:cubicBezTo>
                      <a:pt x="625" y="442"/>
                      <a:pt x="625" y="444"/>
                      <a:pt x="626" y="445"/>
                    </a:cubicBezTo>
                    <a:cubicBezTo>
                      <a:pt x="626" y="446"/>
                      <a:pt x="627" y="446"/>
                      <a:pt x="628" y="446"/>
                    </a:cubicBezTo>
                    <a:cubicBezTo>
                      <a:pt x="630" y="447"/>
                      <a:pt x="630" y="450"/>
                      <a:pt x="628" y="451"/>
                    </a:cubicBezTo>
                    <a:close/>
                    <a:moveTo>
                      <a:pt x="652" y="407"/>
                    </a:moveTo>
                    <a:cubicBezTo>
                      <a:pt x="652" y="408"/>
                      <a:pt x="651" y="408"/>
                      <a:pt x="650" y="409"/>
                    </a:cubicBezTo>
                    <a:cubicBezTo>
                      <a:pt x="649" y="410"/>
                      <a:pt x="647" y="412"/>
                      <a:pt x="645" y="412"/>
                    </a:cubicBezTo>
                    <a:cubicBezTo>
                      <a:pt x="644" y="412"/>
                      <a:pt x="643" y="412"/>
                      <a:pt x="642" y="412"/>
                    </a:cubicBezTo>
                    <a:cubicBezTo>
                      <a:pt x="641" y="412"/>
                      <a:pt x="640" y="413"/>
                      <a:pt x="639" y="412"/>
                    </a:cubicBezTo>
                    <a:cubicBezTo>
                      <a:pt x="638" y="412"/>
                      <a:pt x="637" y="410"/>
                      <a:pt x="637" y="410"/>
                    </a:cubicBezTo>
                    <a:cubicBezTo>
                      <a:pt x="637" y="409"/>
                      <a:pt x="637" y="408"/>
                      <a:pt x="638" y="407"/>
                    </a:cubicBezTo>
                    <a:cubicBezTo>
                      <a:pt x="639" y="406"/>
                      <a:pt x="641" y="406"/>
                      <a:pt x="642" y="406"/>
                    </a:cubicBezTo>
                    <a:cubicBezTo>
                      <a:pt x="643" y="405"/>
                      <a:pt x="643" y="404"/>
                      <a:pt x="643" y="403"/>
                    </a:cubicBezTo>
                    <a:cubicBezTo>
                      <a:pt x="644" y="402"/>
                      <a:pt x="645" y="402"/>
                      <a:pt x="646" y="401"/>
                    </a:cubicBezTo>
                    <a:cubicBezTo>
                      <a:pt x="647" y="401"/>
                      <a:pt x="648" y="401"/>
                      <a:pt x="649" y="402"/>
                    </a:cubicBezTo>
                    <a:cubicBezTo>
                      <a:pt x="650" y="402"/>
                      <a:pt x="651" y="403"/>
                      <a:pt x="651" y="404"/>
                    </a:cubicBezTo>
                    <a:cubicBezTo>
                      <a:pt x="651" y="405"/>
                      <a:pt x="652" y="406"/>
                      <a:pt x="652" y="40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67" name="Freeform 1867">
                <a:extLst>
                  <a:ext uri="{FF2B5EF4-FFF2-40B4-BE49-F238E27FC236}">
                    <a16:creationId xmlns:a16="http://schemas.microsoft.com/office/drawing/2014/main" id="{9AF570CF-1E40-4139-88A6-61937B465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251"/>
                <a:ext cx="2" cy="2"/>
              </a:xfrm>
              <a:custGeom>
                <a:avLst/>
                <a:gdLst>
                  <a:gd name="T0" fmla="*/ 0 w 7"/>
                  <a:gd name="T1" fmla="*/ 2 h 5"/>
                  <a:gd name="T2" fmla="*/ 0 w 7"/>
                  <a:gd name="T3" fmla="*/ 1 h 5"/>
                  <a:gd name="T4" fmla="*/ 2 w 7"/>
                  <a:gd name="T5" fmla="*/ 1 h 5"/>
                  <a:gd name="T6" fmla="*/ 6 w 7"/>
                  <a:gd name="T7" fmla="*/ 1 h 5"/>
                  <a:gd name="T8" fmla="*/ 6 w 7"/>
                  <a:gd name="T9" fmla="*/ 4 h 5"/>
                  <a:gd name="T10" fmla="*/ 2 w 7"/>
                  <a:gd name="T11" fmla="*/ 4 h 5"/>
                  <a:gd name="T12" fmla="*/ 1 w 7"/>
                  <a:gd name="T13" fmla="*/ 3 h 5"/>
                  <a:gd name="T14" fmla="*/ 0 w 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5" y="5"/>
                      <a:pt x="3" y="4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68" name="Freeform 1868">
                <a:extLst>
                  <a:ext uri="{FF2B5EF4-FFF2-40B4-BE49-F238E27FC236}">
                    <a16:creationId xmlns:a16="http://schemas.microsoft.com/office/drawing/2014/main" id="{607A51A2-53FF-4AF0-A52A-1F062C5BD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254"/>
                <a:ext cx="6" cy="3"/>
              </a:xfrm>
              <a:custGeom>
                <a:avLst/>
                <a:gdLst>
                  <a:gd name="T0" fmla="*/ 5 w 15"/>
                  <a:gd name="T1" fmla="*/ 4 h 8"/>
                  <a:gd name="T2" fmla="*/ 1 w 15"/>
                  <a:gd name="T3" fmla="*/ 4 h 8"/>
                  <a:gd name="T4" fmla="*/ 0 w 15"/>
                  <a:gd name="T5" fmla="*/ 6 h 8"/>
                  <a:gd name="T6" fmla="*/ 4 w 15"/>
                  <a:gd name="T7" fmla="*/ 8 h 8"/>
                  <a:gd name="T8" fmla="*/ 8 w 15"/>
                  <a:gd name="T9" fmla="*/ 8 h 8"/>
                  <a:gd name="T10" fmla="*/ 11 w 15"/>
                  <a:gd name="T11" fmla="*/ 7 h 8"/>
                  <a:gd name="T12" fmla="*/ 13 w 15"/>
                  <a:gd name="T13" fmla="*/ 7 h 8"/>
                  <a:gd name="T14" fmla="*/ 14 w 15"/>
                  <a:gd name="T15" fmla="*/ 5 h 8"/>
                  <a:gd name="T16" fmla="*/ 14 w 15"/>
                  <a:gd name="T17" fmla="*/ 1 h 8"/>
                  <a:gd name="T18" fmla="*/ 11 w 15"/>
                  <a:gd name="T19" fmla="*/ 0 h 8"/>
                  <a:gd name="T20" fmla="*/ 7 w 15"/>
                  <a:gd name="T21" fmla="*/ 1 h 8"/>
                  <a:gd name="T22" fmla="*/ 7 w 15"/>
                  <a:gd name="T23" fmla="*/ 2 h 8"/>
                  <a:gd name="T24" fmla="*/ 6 w 15"/>
                  <a:gd name="T25" fmla="*/ 3 h 8"/>
                  <a:gd name="T26" fmla="*/ 5 w 15"/>
                  <a:gd name="T2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8">
                    <a:moveTo>
                      <a:pt x="5" y="4"/>
                    </a:moveTo>
                    <a:cubicBezTo>
                      <a:pt x="4" y="4"/>
                      <a:pt x="3" y="4"/>
                      <a:pt x="1" y="4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8"/>
                      <a:pt x="3" y="8"/>
                      <a:pt x="4" y="8"/>
                    </a:cubicBezTo>
                    <a:cubicBezTo>
                      <a:pt x="5" y="8"/>
                      <a:pt x="6" y="8"/>
                      <a:pt x="8" y="8"/>
                    </a:cubicBezTo>
                    <a:cubicBezTo>
                      <a:pt x="9" y="8"/>
                      <a:pt x="10" y="8"/>
                      <a:pt x="11" y="7"/>
                    </a:cubicBezTo>
                    <a:cubicBezTo>
                      <a:pt x="11" y="7"/>
                      <a:pt x="12" y="7"/>
                      <a:pt x="13" y="7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4"/>
                      <a:pt x="15" y="2"/>
                      <a:pt x="14" y="1"/>
                    </a:cubicBezTo>
                    <a:cubicBezTo>
                      <a:pt x="13" y="1"/>
                      <a:pt x="12" y="0"/>
                      <a:pt x="11" y="0"/>
                    </a:cubicBezTo>
                    <a:cubicBezTo>
                      <a:pt x="10" y="1"/>
                      <a:pt x="9" y="1"/>
                      <a:pt x="7" y="1"/>
                    </a:cubicBezTo>
                    <a:cubicBezTo>
                      <a:pt x="7" y="1"/>
                      <a:pt x="5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4"/>
                      <a:pt x="5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69" name="Freeform 1869">
                <a:extLst>
                  <a:ext uri="{FF2B5EF4-FFF2-40B4-BE49-F238E27FC236}">
                    <a16:creationId xmlns:a16="http://schemas.microsoft.com/office/drawing/2014/main" id="{649FAA7E-0C44-42BA-991C-7A47A46A0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09"/>
                <a:ext cx="5" cy="2"/>
              </a:xfrm>
              <a:custGeom>
                <a:avLst/>
                <a:gdLst>
                  <a:gd name="T0" fmla="*/ 1 w 13"/>
                  <a:gd name="T1" fmla="*/ 3 h 6"/>
                  <a:gd name="T2" fmla="*/ 7 w 13"/>
                  <a:gd name="T3" fmla="*/ 0 h 6"/>
                  <a:gd name="T4" fmla="*/ 10 w 13"/>
                  <a:gd name="T5" fmla="*/ 1 h 6"/>
                  <a:gd name="T6" fmla="*/ 13 w 13"/>
                  <a:gd name="T7" fmla="*/ 1 h 6"/>
                  <a:gd name="T8" fmla="*/ 13 w 13"/>
                  <a:gd name="T9" fmla="*/ 4 h 6"/>
                  <a:gd name="T10" fmla="*/ 11 w 13"/>
                  <a:gd name="T11" fmla="*/ 5 h 6"/>
                  <a:gd name="T12" fmla="*/ 8 w 13"/>
                  <a:gd name="T13" fmla="*/ 5 h 6"/>
                  <a:gd name="T14" fmla="*/ 4 w 13"/>
                  <a:gd name="T15" fmla="*/ 5 h 6"/>
                  <a:gd name="T16" fmla="*/ 1 w 13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0" y="0"/>
                      <a:pt x="6" y="0"/>
                      <a:pt x="7" y="0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1" y="1"/>
                      <a:pt x="12" y="1"/>
                      <a:pt x="13" y="1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5"/>
                      <a:pt x="12" y="5"/>
                      <a:pt x="11" y="5"/>
                    </a:cubicBezTo>
                    <a:cubicBezTo>
                      <a:pt x="10" y="6"/>
                      <a:pt x="9" y="5"/>
                      <a:pt x="8" y="5"/>
                    </a:cubicBezTo>
                    <a:cubicBezTo>
                      <a:pt x="7" y="5"/>
                      <a:pt x="5" y="5"/>
                      <a:pt x="4" y="5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70" name="Freeform 1870">
                <a:extLst>
                  <a:ext uri="{FF2B5EF4-FFF2-40B4-BE49-F238E27FC236}">
                    <a16:creationId xmlns:a16="http://schemas.microsoft.com/office/drawing/2014/main" id="{D852B80A-6200-4948-A917-B52788E7E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198"/>
                <a:ext cx="3" cy="2"/>
              </a:xfrm>
              <a:custGeom>
                <a:avLst/>
                <a:gdLst>
                  <a:gd name="T0" fmla="*/ 3 w 9"/>
                  <a:gd name="T1" fmla="*/ 4 h 5"/>
                  <a:gd name="T2" fmla="*/ 3 w 9"/>
                  <a:gd name="T3" fmla="*/ 3 h 5"/>
                  <a:gd name="T4" fmla="*/ 2 w 9"/>
                  <a:gd name="T5" fmla="*/ 2 h 5"/>
                  <a:gd name="T6" fmla="*/ 3 w 9"/>
                  <a:gd name="T7" fmla="*/ 0 h 5"/>
                  <a:gd name="T8" fmla="*/ 8 w 9"/>
                  <a:gd name="T9" fmla="*/ 1 h 5"/>
                  <a:gd name="T10" fmla="*/ 8 w 9"/>
                  <a:gd name="T11" fmla="*/ 4 h 5"/>
                  <a:gd name="T12" fmla="*/ 3 w 9"/>
                  <a:gd name="T13" fmla="*/ 5 h 5"/>
                  <a:gd name="T14" fmla="*/ 3 w 9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3" y="4"/>
                    </a:moveTo>
                    <a:cubicBezTo>
                      <a:pt x="3" y="4"/>
                      <a:pt x="3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7" y="0"/>
                      <a:pt x="8" y="1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7" y="5"/>
                      <a:pt x="5" y="5"/>
                      <a:pt x="3" y="5"/>
                    </a:cubicBezTo>
                    <a:cubicBezTo>
                      <a:pt x="4" y="4"/>
                      <a:pt x="3" y="4"/>
                      <a:pt x="3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71" name="Freeform 1871">
                <a:extLst>
                  <a:ext uri="{FF2B5EF4-FFF2-40B4-BE49-F238E27FC236}">
                    <a16:creationId xmlns:a16="http://schemas.microsoft.com/office/drawing/2014/main" id="{1A65E9E3-C9CD-492A-B697-016B3F418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198"/>
                <a:ext cx="1" cy="2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4 h 4"/>
                  <a:gd name="T4" fmla="*/ 0 w 3"/>
                  <a:gd name="T5" fmla="*/ 1 h 4"/>
                  <a:gd name="T6" fmla="*/ 3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3" y="1"/>
                      <a:pt x="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72" name="Freeform 1872">
                <a:extLst>
                  <a:ext uri="{FF2B5EF4-FFF2-40B4-BE49-F238E27FC236}">
                    <a16:creationId xmlns:a16="http://schemas.microsoft.com/office/drawing/2014/main" id="{D0A276CA-BE6A-4AA9-9B77-DA46AF463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188"/>
                <a:ext cx="9" cy="3"/>
              </a:xfrm>
              <a:custGeom>
                <a:avLst/>
                <a:gdLst>
                  <a:gd name="T0" fmla="*/ 2 w 23"/>
                  <a:gd name="T1" fmla="*/ 6 h 7"/>
                  <a:gd name="T2" fmla="*/ 1 w 23"/>
                  <a:gd name="T3" fmla="*/ 4 h 7"/>
                  <a:gd name="T4" fmla="*/ 2 w 23"/>
                  <a:gd name="T5" fmla="*/ 1 h 7"/>
                  <a:gd name="T6" fmla="*/ 7 w 23"/>
                  <a:gd name="T7" fmla="*/ 0 h 7"/>
                  <a:gd name="T8" fmla="*/ 12 w 23"/>
                  <a:gd name="T9" fmla="*/ 0 h 7"/>
                  <a:gd name="T10" fmla="*/ 17 w 23"/>
                  <a:gd name="T11" fmla="*/ 0 h 7"/>
                  <a:gd name="T12" fmla="*/ 21 w 23"/>
                  <a:gd name="T13" fmla="*/ 0 h 7"/>
                  <a:gd name="T14" fmla="*/ 23 w 23"/>
                  <a:gd name="T15" fmla="*/ 3 h 7"/>
                  <a:gd name="T16" fmla="*/ 21 w 23"/>
                  <a:gd name="T17" fmla="*/ 6 h 7"/>
                  <a:gd name="T18" fmla="*/ 16 w 23"/>
                  <a:gd name="T19" fmla="*/ 7 h 7"/>
                  <a:gd name="T20" fmla="*/ 13 w 23"/>
                  <a:gd name="T21" fmla="*/ 7 h 7"/>
                  <a:gd name="T22" fmla="*/ 9 w 23"/>
                  <a:gd name="T23" fmla="*/ 7 h 7"/>
                  <a:gd name="T24" fmla="*/ 2 w 23"/>
                  <a:gd name="T2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7">
                    <a:moveTo>
                      <a:pt x="2" y="6"/>
                    </a:moveTo>
                    <a:cubicBezTo>
                      <a:pt x="1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7" y="0"/>
                    </a:cubicBezTo>
                    <a:cubicBezTo>
                      <a:pt x="8" y="0"/>
                      <a:pt x="10" y="0"/>
                      <a:pt x="12" y="0"/>
                    </a:cubicBezTo>
                    <a:cubicBezTo>
                      <a:pt x="14" y="0"/>
                      <a:pt x="15" y="0"/>
                      <a:pt x="17" y="0"/>
                    </a:cubicBezTo>
                    <a:cubicBezTo>
                      <a:pt x="18" y="0"/>
                      <a:pt x="20" y="0"/>
                      <a:pt x="21" y="0"/>
                    </a:cubicBezTo>
                    <a:cubicBezTo>
                      <a:pt x="22" y="1"/>
                      <a:pt x="23" y="1"/>
                      <a:pt x="23" y="3"/>
                    </a:cubicBezTo>
                    <a:cubicBezTo>
                      <a:pt x="23" y="4"/>
                      <a:pt x="22" y="5"/>
                      <a:pt x="21" y="6"/>
                    </a:cubicBezTo>
                    <a:cubicBezTo>
                      <a:pt x="20" y="7"/>
                      <a:pt x="18" y="7"/>
                      <a:pt x="16" y="7"/>
                    </a:cubicBezTo>
                    <a:cubicBezTo>
                      <a:pt x="15" y="7"/>
                      <a:pt x="14" y="7"/>
                      <a:pt x="13" y="7"/>
                    </a:cubicBezTo>
                    <a:cubicBezTo>
                      <a:pt x="12" y="7"/>
                      <a:pt x="10" y="7"/>
                      <a:pt x="9" y="7"/>
                    </a:cubicBezTo>
                    <a:cubicBezTo>
                      <a:pt x="7" y="7"/>
                      <a:pt x="5" y="7"/>
                      <a:pt x="2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73" name="Freeform 1873">
                <a:extLst>
                  <a:ext uri="{FF2B5EF4-FFF2-40B4-BE49-F238E27FC236}">
                    <a16:creationId xmlns:a16="http://schemas.microsoft.com/office/drawing/2014/main" id="{096CE37B-CC9F-4362-A786-93A6B7E27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168"/>
                <a:ext cx="2" cy="3"/>
              </a:xfrm>
              <a:custGeom>
                <a:avLst/>
                <a:gdLst>
                  <a:gd name="T0" fmla="*/ 2 w 7"/>
                  <a:gd name="T1" fmla="*/ 3 h 8"/>
                  <a:gd name="T2" fmla="*/ 5 w 7"/>
                  <a:gd name="T3" fmla="*/ 0 h 8"/>
                  <a:gd name="T4" fmla="*/ 7 w 7"/>
                  <a:gd name="T5" fmla="*/ 4 h 8"/>
                  <a:gd name="T6" fmla="*/ 7 w 7"/>
                  <a:gd name="T7" fmla="*/ 6 h 8"/>
                  <a:gd name="T8" fmla="*/ 3 w 7"/>
                  <a:gd name="T9" fmla="*/ 8 h 8"/>
                  <a:gd name="T10" fmla="*/ 1 w 7"/>
                  <a:gd name="T11" fmla="*/ 8 h 8"/>
                  <a:gd name="T12" fmla="*/ 0 w 7"/>
                  <a:gd name="T13" fmla="*/ 5 h 8"/>
                  <a:gd name="T14" fmla="*/ 2 w 7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2" y="3"/>
                    </a:moveTo>
                    <a:cubicBezTo>
                      <a:pt x="3" y="2"/>
                      <a:pt x="4" y="0"/>
                      <a:pt x="5" y="0"/>
                    </a:cubicBezTo>
                    <a:cubicBezTo>
                      <a:pt x="7" y="0"/>
                      <a:pt x="6" y="3"/>
                      <a:pt x="7" y="4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8"/>
                      <a:pt x="4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4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74" name="Freeform 1874">
                <a:extLst>
                  <a:ext uri="{FF2B5EF4-FFF2-40B4-BE49-F238E27FC236}">
                    <a16:creationId xmlns:a16="http://schemas.microsoft.com/office/drawing/2014/main" id="{9DF8EFD1-C347-4196-B3ED-BA0B436C6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165"/>
                <a:ext cx="7" cy="3"/>
              </a:xfrm>
              <a:custGeom>
                <a:avLst/>
                <a:gdLst>
                  <a:gd name="T0" fmla="*/ 3 w 16"/>
                  <a:gd name="T1" fmla="*/ 6 h 7"/>
                  <a:gd name="T2" fmla="*/ 9 w 16"/>
                  <a:gd name="T3" fmla="*/ 5 h 7"/>
                  <a:gd name="T4" fmla="*/ 13 w 16"/>
                  <a:gd name="T5" fmla="*/ 6 h 7"/>
                  <a:gd name="T6" fmla="*/ 16 w 16"/>
                  <a:gd name="T7" fmla="*/ 2 h 7"/>
                  <a:gd name="T8" fmla="*/ 12 w 16"/>
                  <a:gd name="T9" fmla="*/ 1 h 7"/>
                  <a:gd name="T10" fmla="*/ 4 w 16"/>
                  <a:gd name="T11" fmla="*/ 1 h 7"/>
                  <a:gd name="T12" fmla="*/ 1 w 16"/>
                  <a:gd name="T13" fmla="*/ 2 h 7"/>
                  <a:gd name="T14" fmla="*/ 0 w 16"/>
                  <a:gd name="T15" fmla="*/ 5 h 7"/>
                  <a:gd name="T16" fmla="*/ 3 w 16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7">
                    <a:moveTo>
                      <a:pt x="3" y="6"/>
                    </a:moveTo>
                    <a:cubicBezTo>
                      <a:pt x="5" y="7"/>
                      <a:pt x="7" y="5"/>
                      <a:pt x="9" y="5"/>
                    </a:cubicBezTo>
                    <a:cubicBezTo>
                      <a:pt x="10" y="6"/>
                      <a:pt x="12" y="6"/>
                      <a:pt x="13" y="6"/>
                    </a:cubicBezTo>
                    <a:cubicBezTo>
                      <a:pt x="15" y="5"/>
                      <a:pt x="16" y="4"/>
                      <a:pt x="16" y="2"/>
                    </a:cubicBezTo>
                    <a:cubicBezTo>
                      <a:pt x="15" y="0"/>
                      <a:pt x="14" y="1"/>
                      <a:pt x="12" y="1"/>
                    </a:cubicBezTo>
                    <a:cubicBezTo>
                      <a:pt x="9" y="0"/>
                      <a:pt x="6" y="1"/>
                      <a:pt x="4" y="1"/>
                    </a:cubicBezTo>
                    <a:cubicBezTo>
                      <a:pt x="3" y="1"/>
                      <a:pt x="1" y="1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75" name="Freeform 1875">
                <a:extLst>
                  <a:ext uri="{FF2B5EF4-FFF2-40B4-BE49-F238E27FC236}">
                    <a16:creationId xmlns:a16="http://schemas.microsoft.com/office/drawing/2014/main" id="{08A04FA2-C354-46A8-BE51-0A4F9D003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161"/>
                <a:ext cx="3" cy="2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2 h 4"/>
                  <a:gd name="T4" fmla="*/ 4 w 7"/>
                  <a:gd name="T5" fmla="*/ 4 h 4"/>
                  <a:gd name="T6" fmla="*/ 1 w 7"/>
                  <a:gd name="T7" fmla="*/ 3 h 4"/>
                  <a:gd name="T8" fmla="*/ 1 w 7"/>
                  <a:gd name="T9" fmla="*/ 1 h 4"/>
                  <a:gd name="T10" fmla="*/ 4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6" y="0"/>
                      <a:pt x="7" y="0"/>
                      <a:pt x="7" y="2"/>
                    </a:cubicBezTo>
                    <a:cubicBezTo>
                      <a:pt x="7" y="4"/>
                      <a:pt x="5" y="4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76" name="Freeform 1876">
                <a:extLst>
                  <a:ext uri="{FF2B5EF4-FFF2-40B4-BE49-F238E27FC236}">
                    <a16:creationId xmlns:a16="http://schemas.microsoft.com/office/drawing/2014/main" id="{EDC6EDD2-A7DF-4968-AEE6-EF5EBAFB6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904"/>
                <a:ext cx="5" cy="8"/>
              </a:xfrm>
              <a:custGeom>
                <a:avLst/>
                <a:gdLst>
                  <a:gd name="T0" fmla="*/ 10 w 13"/>
                  <a:gd name="T1" fmla="*/ 16 h 18"/>
                  <a:gd name="T2" fmla="*/ 10 w 13"/>
                  <a:gd name="T3" fmla="*/ 17 h 18"/>
                  <a:gd name="T4" fmla="*/ 6 w 13"/>
                  <a:gd name="T5" fmla="*/ 14 h 18"/>
                  <a:gd name="T6" fmla="*/ 6 w 13"/>
                  <a:gd name="T7" fmla="*/ 11 h 18"/>
                  <a:gd name="T8" fmla="*/ 3 w 13"/>
                  <a:gd name="T9" fmla="*/ 10 h 18"/>
                  <a:gd name="T10" fmla="*/ 0 w 13"/>
                  <a:gd name="T11" fmla="*/ 6 h 18"/>
                  <a:gd name="T12" fmla="*/ 0 w 13"/>
                  <a:gd name="T13" fmla="*/ 4 h 18"/>
                  <a:gd name="T14" fmla="*/ 1 w 13"/>
                  <a:gd name="T15" fmla="*/ 3 h 18"/>
                  <a:gd name="T16" fmla="*/ 2 w 13"/>
                  <a:gd name="T17" fmla="*/ 1 h 18"/>
                  <a:gd name="T18" fmla="*/ 3 w 13"/>
                  <a:gd name="T19" fmla="*/ 1 h 18"/>
                  <a:gd name="T20" fmla="*/ 7 w 13"/>
                  <a:gd name="T21" fmla="*/ 0 h 18"/>
                  <a:gd name="T22" fmla="*/ 10 w 13"/>
                  <a:gd name="T23" fmla="*/ 0 h 18"/>
                  <a:gd name="T24" fmla="*/ 11 w 13"/>
                  <a:gd name="T25" fmla="*/ 0 h 18"/>
                  <a:gd name="T26" fmla="*/ 13 w 13"/>
                  <a:gd name="T27" fmla="*/ 4 h 18"/>
                  <a:gd name="T28" fmla="*/ 13 w 13"/>
                  <a:gd name="T29" fmla="*/ 9 h 18"/>
                  <a:gd name="T30" fmla="*/ 12 w 13"/>
                  <a:gd name="T31" fmla="*/ 13 h 18"/>
                  <a:gd name="T32" fmla="*/ 10 w 13"/>
                  <a:gd name="T33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8">
                    <a:moveTo>
                      <a:pt x="10" y="16"/>
                    </a:moveTo>
                    <a:cubicBezTo>
                      <a:pt x="10" y="17"/>
                      <a:pt x="10" y="17"/>
                      <a:pt x="10" y="17"/>
                    </a:cubicBezTo>
                    <a:cubicBezTo>
                      <a:pt x="8" y="18"/>
                      <a:pt x="6" y="16"/>
                      <a:pt x="6" y="14"/>
                    </a:cubicBezTo>
                    <a:cubicBezTo>
                      <a:pt x="6" y="13"/>
                      <a:pt x="6" y="12"/>
                      <a:pt x="6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2" y="9"/>
                      <a:pt x="1" y="8"/>
                      <a:pt x="0" y="6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2" y="1"/>
                      <a:pt x="13" y="3"/>
                      <a:pt x="13" y="4"/>
                    </a:cubicBezTo>
                    <a:cubicBezTo>
                      <a:pt x="12" y="6"/>
                      <a:pt x="13" y="7"/>
                      <a:pt x="13" y="9"/>
                    </a:cubicBezTo>
                    <a:cubicBezTo>
                      <a:pt x="13" y="11"/>
                      <a:pt x="12" y="12"/>
                      <a:pt x="12" y="13"/>
                    </a:cubicBezTo>
                    <a:cubicBezTo>
                      <a:pt x="11" y="14"/>
                      <a:pt x="10" y="15"/>
                      <a:pt x="10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77" name="Freeform 1877">
                <a:extLst>
                  <a:ext uri="{FF2B5EF4-FFF2-40B4-BE49-F238E27FC236}">
                    <a16:creationId xmlns:a16="http://schemas.microsoft.com/office/drawing/2014/main" id="{8F228180-8C1A-426A-80D6-9E32FFC0D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961"/>
                <a:ext cx="3" cy="3"/>
              </a:xfrm>
              <a:custGeom>
                <a:avLst/>
                <a:gdLst>
                  <a:gd name="T0" fmla="*/ 0 w 9"/>
                  <a:gd name="T1" fmla="*/ 3 h 7"/>
                  <a:gd name="T2" fmla="*/ 0 w 9"/>
                  <a:gd name="T3" fmla="*/ 1 h 7"/>
                  <a:gd name="T4" fmla="*/ 5 w 9"/>
                  <a:gd name="T5" fmla="*/ 0 h 7"/>
                  <a:gd name="T6" fmla="*/ 8 w 9"/>
                  <a:gd name="T7" fmla="*/ 2 h 7"/>
                  <a:gd name="T8" fmla="*/ 8 w 9"/>
                  <a:gd name="T9" fmla="*/ 5 h 7"/>
                  <a:gd name="T10" fmla="*/ 6 w 9"/>
                  <a:gd name="T11" fmla="*/ 6 h 7"/>
                  <a:gd name="T12" fmla="*/ 1 w 9"/>
                  <a:gd name="T13" fmla="*/ 6 h 7"/>
                  <a:gd name="T14" fmla="*/ 0 w 9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8" y="2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4" y="6"/>
                      <a:pt x="2" y="7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78" name="Freeform 1878">
                <a:extLst>
                  <a:ext uri="{FF2B5EF4-FFF2-40B4-BE49-F238E27FC236}">
                    <a16:creationId xmlns:a16="http://schemas.microsoft.com/office/drawing/2014/main" id="{6EA6F880-1541-4949-8052-F07A798C3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086"/>
                <a:ext cx="4" cy="4"/>
              </a:xfrm>
              <a:custGeom>
                <a:avLst/>
                <a:gdLst>
                  <a:gd name="T0" fmla="*/ 1 w 9"/>
                  <a:gd name="T1" fmla="*/ 1 h 9"/>
                  <a:gd name="T2" fmla="*/ 6 w 9"/>
                  <a:gd name="T3" fmla="*/ 1 h 9"/>
                  <a:gd name="T4" fmla="*/ 8 w 9"/>
                  <a:gd name="T5" fmla="*/ 4 h 9"/>
                  <a:gd name="T6" fmla="*/ 8 w 9"/>
                  <a:gd name="T7" fmla="*/ 8 h 9"/>
                  <a:gd name="T8" fmla="*/ 5 w 9"/>
                  <a:gd name="T9" fmla="*/ 9 h 9"/>
                  <a:gd name="T10" fmla="*/ 2 w 9"/>
                  <a:gd name="T11" fmla="*/ 9 h 9"/>
                  <a:gd name="T12" fmla="*/ 0 w 9"/>
                  <a:gd name="T13" fmla="*/ 4 h 9"/>
                  <a:gd name="T14" fmla="*/ 1 w 9"/>
                  <a:gd name="T1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1" y="1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7" y="1"/>
                      <a:pt x="8" y="2"/>
                      <a:pt x="8" y="4"/>
                    </a:cubicBezTo>
                    <a:cubicBezTo>
                      <a:pt x="9" y="5"/>
                      <a:pt x="9" y="7"/>
                      <a:pt x="8" y="8"/>
                    </a:cubicBezTo>
                    <a:cubicBezTo>
                      <a:pt x="7" y="9"/>
                      <a:pt x="6" y="9"/>
                      <a:pt x="5" y="9"/>
                    </a:cubicBezTo>
                    <a:cubicBezTo>
                      <a:pt x="4" y="9"/>
                      <a:pt x="3" y="9"/>
                      <a:pt x="2" y="9"/>
                    </a:cubicBezTo>
                    <a:cubicBezTo>
                      <a:pt x="0" y="8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79" name="Freeform 1879">
                <a:extLst>
                  <a:ext uri="{FF2B5EF4-FFF2-40B4-BE49-F238E27FC236}">
                    <a16:creationId xmlns:a16="http://schemas.microsoft.com/office/drawing/2014/main" id="{5CA61294-285F-493A-9781-4B1C93AAF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082"/>
                <a:ext cx="5" cy="4"/>
              </a:xfrm>
              <a:custGeom>
                <a:avLst/>
                <a:gdLst>
                  <a:gd name="T0" fmla="*/ 1 w 11"/>
                  <a:gd name="T1" fmla="*/ 8 h 9"/>
                  <a:gd name="T2" fmla="*/ 0 w 11"/>
                  <a:gd name="T3" fmla="*/ 7 h 9"/>
                  <a:gd name="T4" fmla="*/ 0 w 11"/>
                  <a:gd name="T5" fmla="*/ 6 h 9"/>
                  <a:gd name="T6" fmla="*/ 1 w 11"/>
                  <a:gd name="T7" fmla="*/ 2 h 9"/>
                  <a:gd name="T8" fmla="*/ 3 w 11"/>
                  <a:gd name="T9" fmla="*/ 1 h 9"/>
                  <a:gd name="T10" fmla="*/ 6 w 11"/>
                  <a:gd name="T11" fmla="*/ 0 h 9"/>
                  <a:gd name="T12" fmla="*/ 9 w 11"/>
                  <a:gd name="T13" fmla="*/ 1 h 9"/>
                  <a:gd name="T14" fmla="*/ 10 w 11"/>
                  <a:gd name="T15" fmla="*/ 2 h 9"/>
                  <a:gd name="T16" fmla="*/ 11 w 11"/>
                  <a:gd name="T17" fmla="*/ 4 h 9"/>
                  <a:gd name="T18" fmla="*/ 8 w 11"/>
                  <a:gd name="T19" fmla="*/ 8 h 9"/>
                  <a:gd name="T20" fmla="*/ 5 w 11"/>
                  <a:gd name="T21" fmla="*/ 8 h 9"/>
                  <a:gd name="T22" fmla="*/ 3 w 11"/>
                  <a:gd name="T23" fmla="*/ 9 h 9"/>
                  <a:gd name="T24" fmla="*/ 1 w 11"/>
                  <a:gd name="T25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9">
                    <a:moveTo>
                      <a:pt x="1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2"/>
                      <a:pt x="11" y="4"/>
                      <a:pt x="11" y="4"/>
                    </a:cubicBezTo>
                    <a:cubicBezTo>
                      <a:pt x="11" y="6"/>
                      <a:pt x="9" y="7"/>
                      <a:pt x="8" y="8"/>
                    </a:cubicBezTo>
                    <a:cubicBezTo>
                      <a:pt x="7" y="8"/>
                      <a:pt x="6" y="8"/>
                      <a:pt x="5" y="8"/>
                    </a:cubicBezTo>
                    <a:cubicBezTo>
                      <a:pt x="5" y="8"/>
                      <a:pt x="4" y="9"/>
                      <a:pt x="3" y="9"/>
                    </a:cubicBezTo>
                    <a:cubicBezTo>
                      <a:pt x="2" y="9"/>
                      <a:pt x="1" y="8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80" name="Freeform 1880">
                <a:extLst>
                  <a:ext uri="{FF2B5EF4-FFF2-40B4-BE49-F238E27FC236}">
                    <a16:creationId xmlns:a16="http://schemas.microsoft.com/office/drawing/2014/main" id="{83755DD6-A1B6-4C95-892A-98A9BD0C6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074"/>
                <a:ext cx="7" cy="8"/>
              </a:xfrm>
              <a:custGeom>
                <a:avLst/>
                <a:gdLst>
                  <a:gd name="T0" fmla="*/ 5 w 18"/>
                  <a:gd name="T1" fmla="*/ 8 h 22"/>
                  <a:gd name="T2" fmla="*/ 1 w 18"/>
                  <a:gd name="T3" fmla="*/ 7 h 22"/>
                  <a:gd name="T4" fmla="*/ 0 w 18"/>
                  <a:gd name="T5" fmla="*/ 5 h 22"/>
                  <a:gd name="T6" fmla="*/ 0 w 18"/>
                  <a:gd name="T7" fmla="*/ 2 h 22"/>
                  <a:gd name="T8" fmla="*/ 1 w 18"/>
                  <a:gd name="T9" fmla="*/ 1 h 22"/>
                  <a:gd name="T10" fmla="*/ 4 w 18"/>
                  <a:gd name="T11" fmla="*/ 1 h 22"/>
                  <a:gd name="T12" fmla="*/ 7 w 18"/>
                  <a:gd name="T13" fmla="*/ 5 h 22"/>
                  <a:gd name="T14" fmla="*/ 10 w 18"/>
                  <a:gd name="T15" fmla="*/ 7 h 22"/>
                  <a:gd name="T16" fmla="*/ 13 w 18"/>
                  <a:gd name="T17" fmla="*/ 9 h 22"/>
                  <a:gd name="T18" fmla="*/ 16 w 18"/>
                  <a:gd name="T19" fmla="*/ 10 h 22"/>
                  <a:gd name="T20" fmla="*/ 18 w 18"/>
                  <a:gd name="T21" fmla="*/ 16 h 22"/>
                  <a:gd name="T22" fmla="*/ 17 w 18"/>
                  <a:gd name="T23" fmla="*/ 20 h 22"/>
                  <a:gd name="T24" fmla="*/ 15 w 18"/>
                  <a:gd name="T25" fmla="*/ 22 h 22"/>
                  <a:gd name="T26" fmla="*/ 12 w 18"/>
                  <a:gd name="T27" fmla="*/ 18 h 22"/>
                  <a:gd name="T28" fmla="*/ 11 w 18"/>
                  <a:gd name="T29" fmla="*/ 15 h 22"/>
                  <a:gd name="T30" fmla="*/ 11 w 18"/>
                  <a:gd name="T31" fmla="*/ 11 h 22"/>
                  <a:gd name="T32" fmla="*/ 10 w 18"/>
                  <a:gd name="T33" fmla="*/ 10 h 22"/>
                  <a:gd name="T34" fmla="*/ 7 w 18"/>
                  <a:gd name="T35" fmla="*/ 9 h 22"/>
                  <a:gd name="T36" fmla="*/ 5 w 18"/>
                  <a:gd name="T3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2">
                    <a:moveTo>
                      <a:pt x="5" y="8"/>
                    </a:moveTo>
                    <a:cubicBezTo>
                      <a:pt x="3" y="8"/>
                      <a:pt x="2" y="8"/>
                      <a:pt x="1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6" y="4"/>
                      <a:pt x="7" y="5"/>
                    </a:cubicBezTo>
                    <a:cubicBezTo>
                      <a:pt x="7" y="6"/>
                      <a:pt x="9" y="6"/>
                      <a:pt x="10" y="7"/>
                    </a:cubicBezTo>
                    <a:cubicBezTo>
                      <a:pt x="11" y="8"/>
                      <a:pt x="12" y="8"/>
                      <a:pt x="13" y="9"/>
                    </a:cubicBezTo>
                    <a:cubicBezTo>
                      <a:pt x="14" y="10"/>
                      <a:pt x="15" y="10"/>
                      <a:pt x="16" y="10"/>
                    </a:cubicBezTo>
                    <a:cubicBezTo>
                      <a:pt x="17" y="12"/>
                      <a:pt x="18" y="14"/>
                      <a:pt x="18" y="16"/>
                    </a:cubicBezTo>
                    <a:cubicBezTo>
                      <a:pt x="18" y="18"/>
                      <a:pt x="17" y="19"/>
                      <a:pt x="17" y="20"/>
                    </a:cubicBezTo>
                    <a:cubicBezTo>
                      <a:pt x="17" y="21"/>
                      <a:pt x="16" y="22"/>
                      <a:pt x="15" y="22"/>
                    </a:cubicBezTo>
                    <a:cubicBezTo>
                      <a:pt x="13" y="22"/>
                      <a:pt x="12" y="20"/>
                      <a:pt x="12" y="18"/>
                    </a:cubicBezTo>
                    <a:cubicBezTo>
                      <a:pt x="11" y="17"/>
                      <a:pt x="11" y="16"/>
                      <a:pt x="11" y="15"/>
                    </a:cubicBezTo>
                    <a:cubicBezTo>
                      <a:pt x="11" y="14"/>
                      <a:pt x="11" y="12"/>
                      <a:pt x="11" y="11"/>
                    </a:cubicBezTo>
                    <a:cubicBezTo>
                      <a:pt x="11" y="10"/>
                      <a:pt x="11" y="10"/>
                      <a:pt x="10" y="10"/>
                    </a:cubicBezTo>
                    <a:cubicBezTo>
                      <a:pt x="9" y="10"/>
                      <a:pt x="8" y="10"/>
                      <a:pt x="7" y="9"/>
                    </a:cubicBezTo>
                    <a:cubicBezTo>
                      <a:pt x="6" y="9"/>
                      <a:pt x="6" y="8"/>
                      <a:pt x="5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81" name="Freeform 1881">
                <a:extLst>
                  <a:ext uri="{FF2B5EF4-FFF2-40B4-BE49-F238E27FC236}">
                    <a16:creationId xmlns:a16="http://schemas.microsoft.com/office/drawing/2014/main" id="{AF5B79E3-5A30-47BC-BFE2-DC60DE93C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063"/>
                <a:ext cx="6" cy="5"/>
              </a:xfrm>
              <a:custGeom>
                <a:avLst/>
                <a:gdLst>
                  <a:gd name="T0" fmla="*/ 15 w 15"/>
                  <a:gd name="T1" fmla="*/ 3 h 13"/>
                  <a:gd name="T2" fmla="*/ 14 w 15"/>
                  <a:gd name="T3" fmla="*/ 8 h 13"/>
                  <a:gd name="T4" fmla="*/ 13 w 15"/>
                  <a:gd name="T5" fmla="*/ 11 h 13"/>
                  <a:gd name="T6" fmla="*/ 7 w 15"/>
                  <a:gd name="T7" fmla="*/ 12 h 13"/>
                  <a:gd name="T8" fmla="*/ 3 w 15"/>
                  <a:gd name="T9" fmla="*/ 10 h 13"/>
                  <a:gd name="T10" fmla="*/ 2 w 15"/>
                  <a:gd name="T11" fmla="*/ 4 h 13"/>
                  <a:gd name="T12" fmla="*/ 7 w 15"/>
                  <a:gd name="T13" fmla="*/ 1 h 13"/>
                  <a:gd name="T14" fmla="*/ 13 w 15"/>
                  <a:gd name="T15" fmla="*/ 1 h 13"/>
                  <a:gd name="T16" fmla="*/ 15 w 15"/>
                  <a:gd name="T1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5" y="4"/>
                      <a:pt x="15" y="6"/>
                      <a:pt x="14" y="8"/>
                    </a:cubicBezTo>
                    <a:cubicBezTo>
                      <a:pt x="14" y="10"/>
                      <a:pt x="14" y="11"/>
                      <a:pt x="13" y="11"/>
                    </a:cubicBezTo>
                    <a:cubicBezTo>
                      <a:pt x="11" y="12"/>
                      <a:pt x="9" y="13"/>
                      <a:pt x="7" y="12"/>
                    </a:cubicBezTo>
                    <a:cubicBezTo>
                      <a:pt x="6" y="12"/>
                      <a:pt x="4" y="11"/>
                      <a:pt x="3" y="10"/>
                    </a:cubicBezTo>
                    <a:cubicBezTo>
                      <a:pt x="1" y="8"/>
                      <a:pt x="0" y="5"/>
                      <a:pt x="2" y="4"/>
                    </a:cubicBezTo>
                    <a:cubicBezTo>
                      <a:pt x="3" y="2"/>
                      <a:pt x="5" y="1"/>
                      <a:pt x="7" y="1"/>
                    </a:cubicBezTo>
                    <a:cubicBezTo>
                      <a:pt x="9" y="0"/>
                      <a:pt x="11" y="0"/>
                      <a:pt x="13" y="1"/>
                    </a:cubicBezTo>
                    <a:cubicBezTo>
                      <a:pt x="14" y="1"/>
                      <a:pt x="14" y="2"/>
                      <a:pt x="15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82" name="Freeform 1882">
                <a:extLst>
                  <a:ext uri="{FF2B5EF4-FFF2-40B4-BE49-F238E27FC236}">
                    <a16:creationId xmlns:a16="http://schemas.microsoft.com/office/drawing/2014/main" id="{AC83BD87-4C79-40C6-AB94-1BF918609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058"/>
                <a:ext cx="4" cy="4"/>
              </a:xfrm>
              <a:custGeom>
                <a:avLst/>
                <a:gdLst>
                  <a:gd name="T0" fmla="*/ 1 w 11"/>
                  <a:gd name="T1" fmla="*/ 4 h 10"/>
                  <a:gd name="T2" fmla="*/ 2 w 11"/>
                  <a:gd name="T3" fmla="*/ 2 h 10"/>
                  <a:gd name="T4" fmla="*/ 4 w 11"/>
                  <a:gd name="T5" fmla="*/ 1 h 10"/>
                  <a:gd name="T6" fmla="*/ 9 w 11"/>
                  <a:gd name="T7" fmla="*/ 1 h 10"/>
                  <a:gd name="T8" fmla="*/ 10 w 11"/>
                  <a:gd name="T9" fmla="*/ 3 h 10"/>
                  <a:gd name="T10" fmla="*/ 10 w 11"/>
                  <a:gd name="T11" fmla="*/ 7 h 10"/>
                  <a:gd name="T12" fmla="*/ 7 w 11"/>
                  <a:gd name="T13" fmla="*/ 9 h 10"/>
                  <a:gd name="T14" fmla="*/ 4 w 11"/>
                  <a:gd name="T15" fmla="*/ 9 h 10"/>
                  <a:gd name="T16" fmla="*/ 1 w 11"/>
                  <a:gd name="T17" fmla="*/ 8 h 10"/>
                  <a:gd name="T18" fmla="*/ 1 w 11"/>
                  <a:gd name="T1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1" y="4"/>
                    </a:moveTo>
                    <a:cubicBezTo>
                      <a:pt x="1" y="3"/>
                      <a:pt x="1" y="3"/>
                      <a:pt x="2" y="2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10" y="1"/>
                      <a:pt x="10" y="2"/>
                      <a:pt x="10" y="3"/>
                    </a:cubicBezTo>
                    <a:cubicBezTo>
                      <a:pt x="10" y="4"/>
                      <a:pt x="11" y="6"/>
                      <a:pt x="10" y="7"/>
                    </a:cubicBezTo>
                    <a:cubicBezTo>
                      <a:pt x="9" y="8"/>
                      <a:pt x="8" y="8"/>
                      <a:pt x="7" y="9"/>
                    </a:cubicBezTo>
                    <a:cubicBezTo>
                      <a:pt x="6" y="10"/>
                      <a:pt x="5" y="10"/>
                      <a:pt x="4" y="9"/>
                    </a:cubicBezTo>
                    <a:cubicBezTo>
                      <a:pt x="3" y="8"/>
                      <a:pt x="2" y="8"/>
                      <a:pt x="1" y="8"/>
                    </a:cubicBezTo>
                    <a:cubicBezTo>
                      <a:pt x="0" y="7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83" name="Freeform 1883">
                <a:extLst>
                  <a:ext uri="{FF2B5EF4-FFF2-40B4-BE49-F238E27FC236}">
                    <a16:creationId xmlns:a16="http://schemas.microsoft.com/office/drawing/2014/main" id="{7586D4BD-AB95-4F7D-A50D-3CDAF12BA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014"/>
                <a:ext cx="8" cy="4"/>
              </a:xfrm>
              <a:custGeom>
                <a:avLst/>
                <a:gdLst>
                  <a:gd name="T0" fmla="*/ 11 w 21"/>
                  <a:gd name="T1" fmla="*/ 7 h 11"/>
                  <a:gd name="T2" fmla="*/ 7 w 21"/>
                  <a:gd name="T3" fmla="*/ 6 h 11"/>
                  <a:gd name="T4" fmla="*/ 4 w 21"/>
                  <a:gd name="T5" fmla="*/ 6 h 11"/>
                  <a:gd name="T6" fmla="*/ 4 w 21"/>
                  <a:gd name="T7" fmla="*/ 6 h 11"/>
                  <a:gd name="T8" fmla="*/ 3 w 21"/>
                  <a:gd name="T9" fmla="*/ 6 h 11"/>
                  <a:gd name="T10" fmla="*/ 0 w 21"/>
                  <a:gd name="T11" fmla="*/ 5 h 11"/>
                  <a:gd name="T12" fmla="*/ 2 w 21"/>
                  <a:gd name="T13" fmla="*/ 1 h 11"/>
                  <a:gd name="T14" fmla="*/ 8 w 21"/>
                  <a:gd name="T15" fmla="*/ 0 h 11"/>
                  <a:gd name="T16" fmla="*/ 10 w 21"/>
                  <a:gd name="T17" fmla="*/ 0 h 11"/>
                  <a:gd name="T18" fmla="*/ 13 w 21"/>
                  <a:gd name="T19" fmla="*/ 0 h 11"/>
                  <a:gd name="T20" fmla="*/ 19 w 21"/>
                  <a:gd name="T21" fmla="*/ 0 h 11"/>
                  <a:gd name="T22" fmla="*/ 21 w 21"/>
                  <a:gd name="T23" fmla="*/ 4 h 11"/>
                  <a:gd name="T24" fmla="*/ 19 w 21"/>
                  <a:gd name="T25" fmla="*/ 10 h 11"/>
                  <a:gd name="T26" fmla="*/ 18 w 21"/>
                  <a:gd name="T27" fmla="*/ 11 h 11"/>
                  <a:gd name="T28" fmla="*/ 17 w 21"/>
                  <a:gd name="T29" fmla="*/ 11 h 11"/>
                  <a:gd name="T30" fmla="*/ 15 w 21"/>
                  <a:gd name="T31" fmla="*/ 10 h 11"/>
                  <a:gd name="T32" fmla="*/ 13 w 21"/>
                  <a:gd name="T33" fmla="*/ 8 h 11"/>
                  <a:gd name="T34" fmla="*/ 11 w 21"/>
                  <a:gd name="T3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1">
                    <a:moveTo>
                      <a:pt x="11" y="7"/>
                    </a:moveTo>
                    <a:cubicBezTo>
                      <a:pt x="9" y="7"/>
                      <a:pt x="8" y="6"/>
                      <a:pt x="7" y="6"/>
                    </a:cubicBezTo>
                    <a:cubicBezTo>
                      <a:pt x="6" y="6"/>
                      <a:pt x="5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6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11" y="0"/>
                      <a:pt x="12" y="0"/>
                      <a:pt x="13" y="0"/>
                    </a:cubicBezTo>
                    <a:cubicBezTo>
                      <a:pt x="15" y="0"/>
                      <a:pt x="17" y="0"/>
                      <a:pt x="19" y="0"/>
                    </a:cubicBezTo>
                    <a:cubicBezTo>
                      <a:pt x="21" y="1"/>
                      <a:pt x="21" y="3"/>
                      <a:pt x="21" y="4"/>
                    </a:cubicBezTo>
                    <a:cubicBezTo>
                      <a:pt x="21" y="6"/>
                      <a:pt x="20" y="8"/>
                      <a:pt x="19" y="10"/>
                    </a:cubicBezTo>
                    <a:cubicBezTo>
                      <a:pt x="19" y="11"/>
                      <a:pt x="19" y="11"/>
                      <a:pt x="18" y="11"/>
                    </a:cubicBezTo>
                    <a:cubicBezTo>
                      <a:pt x="18" y="11"/>
                      <a:pt x="17" y="11"/>
                      <a:pt x="17" y="11"/>
                    </a:cubicBezTo>
                    <a:cubicBezTo>
                      <a:pt x="16" y="10"/>
                      <a:pt x="16" y="10"/>
                      <a:pt x="15" y="10"/>
                    </a:cubicBezTo>
                    <a:cubicBezTo>
                      <a:pt x="15" y="9"/>
                      <a:pt x="14" y="9"/>
                      <a:pt x="13" y="8"/>
                    </a:cubicBezTo>
                    <a:cubicBezTo>
                      <a:pt x="12" y="7"/>
                      <a:pt x="12" y="7"/>
                      <a:pt x="1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84" name="Freeform 1884">
                <a:extLst>
                  <a:ext uri="{FF2B5EF4-FFF2-40B4-BE49-F238E27FC236}">
                    <a16:creationId xmlns:a16="http://schemas.microsoft.com/office/drawing/2014/main" id="{338E8CE2-50F2-4412-97D2-725EC8A50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2007"/>
                <a:ext cx="6" cy="4"/>
              </a:xfrm>
              <a:custGeom>
                <a:avLst/>
                <a:gdLst>
                  <a:gd name="T0" fmla="*/ 4 w 13"/>
                  <a:gd name="T1" fmla="*/ 10 h 10"/>
                  <a:gd name="T2" fmla="*/ 3 w 13"/>
                  <a:gd name="T3" fmla="*/ 10 h 10"/>
                  <a:gd name="T4" fmla="*/ 1 w 13"/>
                  <a:gd name="T5" fmla="*/ 9 h 10"/>
                  <a:gd name="T6" fmla="*/ 1 w 13"/>
                  <a:gd name="T7" fmla="*/ 5 h 10"/>
                  <a:gd name="T8" fmla="*/ 2 w 13"/>
                  <a:gd name="T9" fmla="*/ 3 h 10"/>
                  <a:gd name="T10" fmla="*/ 3 w 13"/>
                  <a:gd name="T11" fmla="*/ 1 h 10"/>
                  <a:gd name="T12" fmla="*/ 6 w 13"/>
                  <a:gd name="T13" fmla="*/ 0 h 10"/>
                  <a:gd name="T14" fmla="*/ 11 w 13"/>
                  <a:gd name="T15" fmla="*/ 2 h 10"/>
                  <a:gd name="T16" fmla="*/ 12 w 13"/>
                  <a:gd name="T17" fmla="*/ 6 h 10"/>
                  <a:gd name="T18" fmla="*/ 10 w 13"/>
                  <a:gd name="T19" fmla="*/ 8 h 10"/>
                  <a:gd name="T20" fmla="*/ 8 w 13"/>
                  <a:gd name="T21" fmla="*/ 10 h 10"/>
                  <a:gd name="T22" fmla="*/ 7 w 13"/>
                  <a:gd name="T23" fmla="*/ 10 h 10"/>
                  <a:gd name="T24" fmla="*/ 5 w 13"/>
                  <a:gd name="T25" fmla="*/ 10 h 10"/>
                  <a:gd name="T26" fmla="*/ 5 w 13"/>
                  <a:gd name="T27" fmla="*/ 9 h 10"/>
                  <a:gd name="T28" fmla="*/ 4 w 13"/>
                  <a:gd name="T2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1" y="10"/>
                      <a:pt x="1" y="9"/>
                    </a:cubicBezTo>
                    <a:cubicBezTo>
                      <a:pt x="0" y="8"/>
                      <a:pt x="1" y="6"/>
                      <a:pt x="1" y="5"/>
                    </a:cubicBezTo>
                    <a:cubicBezTo>
                      <a:pt x="1" y="4"/>
                      <a:pt x="1" y="4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8" y="0"/>
                      <a:pt x="10" y="0"/>
                      <a:pt x="11" y="2"/>
                    </a:cubicBezTo>
                    <a:cubicBezTo>
                      <a:pt x="11" y="3"/>
                      <a:pt x="13" y="5"/>
                      <a:pt x="12" y="6"/>
                    </a:cubicBezTo>
                    <a:cubicBezTo>
                      <a:pt x="12" y="7"/>
                      <a:pt x="11" y="8"/>
                      <a:pt x="10" y="8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5" y="10"/>
                      <a:pt x="6" y="10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85" name="Freeform 1885">
                <a:extLst>
                  <a:ext uri="{FF2B5EF4-FFF2-40B4-BE49-F238E27FC236}">
                    <a16:creationId xmlns:a16="http://schemas.microsoft.com/office/drawing/2014/main" id="{C99A6DF4-1AB1-4291-9B93-4D2877AFF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999"/>
                <a:ext cx="7" cy="5"/>
              </a:xfrm>
              <a:custGeom>
                <a:avLst/>
                <a:gdLst>
                  <a:gd name="T0" fmla="*/ 3 w 19"/>
                  <a:gd name="T1" fmla="*/ 2 h 10"/>
                  <a:gd name="T2" fmla="*/ 8 w 19"/>
                  <a:gd name="T3" fmla="*/ 1 h 10"/>
                  <a:gd name="T4" fmla="*/ 11 w 19"/>
                  <a:gd name="T5" fmla="*/ 0 h 10"/>
                  <a:gd name="T6" fmla="*/ 14 w 19"/>
                  <a:gd name="T7" fmla="*/ 0 h 10"/>
                  <a:gd name="T8" fmla="*/ 15 w 19"/>
                  <a:gd name="T9" fmla="*/ 0 h 10"/>
                  <a:gd name="T10" fmla="*/ 18 w 19"/>
                  <a:gd name="T11" fmla="*/ 1 h 10"/>
                  <a:gd name="T12" fmla="*/ 19 w 19"/>
                  <a:gd name="T13" fmla="*/ 4 h 10"/>
                  <a:gd name="T14" fmla="*/ 18 w 19"/>
                  <a:gd name="T15" fmla="*/ 8 h 10"/>
                  <a:gd name="T16" fmla="*/ 16 w 19"/>
                  <a:gd name="T17" fmla="*/ 9 h 10"/>
                  <a:gd name="T18" fmla="*/ 11 w 19"/>
                  <a:gd name="T19" fmla="*/ 9 h 10"/>
                  <a:gd name="T20" fmla="*/ 7 w 19"/>
                  <a:gd name="T21" fmla="*/ 8 h 10"/>
                  <a:gd name="T22" fmla="*/ 4 w 19"/>
                  <a:gd name="T23" fmla="*/ 8 h 10"/>
                  <a:gd name="T24" fmla="*/ 1 w 19"/>
                  <a:gd name="T25" fmla="*/ 5 h 10"/>
                  <a:gd name="T26" fmla="*/ 3 w 19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0">
                    <a:moveTo>
                      <a:pt x="3" y="2"/>
                    </a:moveTo>
                    <a:cubicBezTo>
                      <a:pt x="4" y="1"/>
                      <a:pt x="6" y="1"/>
                      <a:pt x="8" y="1"/>
                    </a:cubicBezTo>
                    <a:cubicBezTo>
                      <a:pt x="9" y="1"/>
                      <a:pt x="10" y="1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1"/>
                      <a:pt x="17" y="1"/>
                      <a:pt x="18" y="1"/>
                    </a:cubicBezTo>
                    <a:cubicBezTo>
                      <a:pt x="19" y="2"/>
                      <a:pt x="19" y="3"/>
                      <a:pt x="19" y="4"/>
                    </a:cubicBezTo>
                    <a:cubicBezTo>
                      <a:pt x="19" y="5"/>
                      <a:pt x="19" y="6"/>
                      <a:pt x="18" y="8"/>
                    </a:cubicBezTo>
                    <a:cubicBezTo>
                      <a:pt x="17" y="8"/>
                      <a:pt x="17" y="9"/>
                      <a:pt x="16" y="9"/>
                    </a:cubicBezTo>
                    <a:cubicBezTo>
                      <a:pt x="14" y="10"/>
                      <a:pt x="13" y="9"/>
                      <a:pt x="11" y="9"/>
                    </a:cubicBezTo>
                    <a:cubicBezTo>
                      <a:pt x="10" y="8"/>
                      <a:pt x="9" y="8"/>
                      <a:pt x="7" y="8"/>
                    </a:cubicBezTo>
                    <a:cubicBezTo>
                      <a:pt x="6" y="8"/>
                      <a:pt x="5" y="8"/>
                      <a:pt x="4" y="8"/>
                    </a:cubicBezTo>
                    <a:cubicBezTo>
                      <a:pt x="3" y="8"/>
                      <a:pt x="2" y="6"/>
                      <a:pt x="1" y="5"/>
                    </a:cubicBezTo>
                    <a:cubicBezTo>
                      <a:pt x="0" y="4"/>
                      <a:pt x="1" y="3"/>
                      <a:pt x="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86" name="Freeform 1886">
                <a:extLst>
                  <a:ext uri="{FF2B5EF4-FFF2-40B4-BE49-F238E27FC236}">
                    <a16:creationId xmlns:a16="http://schemas.microsoft.com/office/drawing/2014/main" id="{C45D72C2-37BE-4AAB-9179-DF9E2712F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1977"/>
                <a:ext cx="19" cy="19"/>
              </a:xfrm>
              <a:custGeom>
                <a:avLst/>
                <a:gdLst>
                  <a:gd name="T0" fmla="*/ 24 w 47"/>
                  <a:gd name="T1" fmla="*/ 27 h 47"/>
                  <a:gd name="T2" fmla="*/ 25 w 47"/>
                  <a:gd name="T3" fmla="*/ 23 h 47"/>
                  <a:gd name="T4" fmla="*/ 27 w 47"/>
                  <a:gd name="T5" fmla="*/ 19 h 47"/>
                  <a:gd name="T6" fmla="*/ 25 w 47"/>
                  <a:gd name="T7" fmla="*/ 17 h 47"/>
                  <a:gd name="T8" fmla="*/ 23 w 47"/>
                  <a:gd name="T9" fmla="*/ 16 h 47"/>
                  <a:gd name="T10" fmla="*/ 20 w 47"/>
                  <a:gd name="T11" fmla="*/ 12 h 47"/>
                  <a:gd name="T12" fmla="*/ 18 w 47"/>
                  <a:gd name="T13" fmla="*/ 10 h 47"/>
                  <a:gd name="T14" fmla="*/ 16 w 47"/>
                  <a:gd name="T15" fmla="*/ 11 h 47"/>
                  <a:gd name="T16" fmla="*/ 15 w 47"/>
                  <a:gd name="T17" fmla="*/ 12 h 47"/>
                  <a:gd name="T18" fmla="*/ 14 w 47"/>
                  <a:gd name="T19" fmla="*/ 13 h 47"/>
                  <a:gd name="T20" fmla="*/ 12 w 47"/>
                  <a:gd name="T21" fmla="*/ 11 h 47"/>
                  <a:gd name="T22" fmla="*/ 10 w 47"/>
                  <a:gd name="T23" fmla="*/ 9 h 47"/>
                  <a:gd name="T24" fmla="*/ 9 w 47"/>
                  <a:gd name="T25" fmla="*/ 9 h 47"/>
                  <a:gd name="T26" fmla="*/ 7 w 47"/>
                  <a:gd name="T27" fmla="*/ 10 h 47"/>
                  <a:gd name="T28" fmla="*/ 4 w 47"/>
                  <a:gd name="T29" fmla="*/ 10 h 47"/>
                  <a:gd name="T30" fmla="*/ 1 w 47"/>
                  <a:gd name="T31" fmla="*/ 4 h 47"/>
                  <a:gd name="T32" fmla="*/ 5 w 47"/>
                  <a:gd name="T33" fmla="*/ 2 h 47"/>
                  <a:gd name="T34" fmla="*/ 7 w 47"/>
                  <a:gd name="T35" fmla="*/ 1 h 47"/>
                  <a:gd name="T36" fmla="*/ 9 w 47"/>
                  <a:gd name="T37" fmla="*/ 1 h 47"/>
                  <a:gd name="T38" fmla="*/ 14 w 47"/>
                  <a:gd name="T39" fmla="*/ 1 h 47"/>
                  <a:gd name="T40" fmla="*/ 16 w 47"/>
                  <a:gd name="T41" fmla="*/ 1 h 47"/>
                  <a:gd name="T42" fmla="*/ 18 w 47"/>
                  <a:gd name="T43" fmla="*/ 3 h 47"/>
                  <a:gd name="T44" fmla="*/ 22 w 47"/>
                  <a:gd name="T45" fmla="*/ 3 h 47"/>
                  <a:gd name="T46" fmla="*/ 26 w 47"/>
                  <a:gd name="T47" fmla="*/ 3 h 47"/>
                  <a:gd name="T48" fmla="*/ 27 w 47"/>
                  <a:gd name="T49" fmla="*/ 0 h 47"/>
                  <a:gd name="T50" fmla="*/ 31 w 47"/>
                  <a:gd name="T51" fmla="*/ 2 h 47"/>
                  <a:gd name="T52" fmla="*/ 38 w 47"/>
                  <a:gd name="T53" fmla="*/ 5 h 47"/>
                  <a:gd name="T54" fmla="*/ 43 w 47"/>
                  <a:gd name="T55" fmla="*/ 3 h 47"/>
                  <a:gd name="T56" fmla="*/ 45 w 47"/>
                  <a:gd name="T57" fmla="*/ 6 h 47"/>
                  <a:gd name="T58" fmla="*/ 46 w 47"/>
                  <a:gd name="T59" fmla="*/ 11 h 47"/>
                  <a:gd name="T60" fmla="*/ 47 w 47"/>
                  <a:gd name="T61" fmla="*/ 16 h 47"/>
                  <a:gd name="T62" fmla="*/ 41 w 47"/>
                  <a:gd name="T63" fmla="*/ 20 h 47"/>
                  <a:gd name="T64" fmla="*/ 44 w 47"/>
                  <a:gd name="T65" fmla="*/ 25 h 47"/>
                  <a:gd name="T66" fmla="*/ 44 w 47"/>
                  <a:gd name="T67" fmla="*/ 30 h 47"/>
                  <a:gd name="T68" fmla="*/ 41 w 47"/>
                  <a:gd name="T69" fmla="*/ 33 h 47"/>
                  <a:gd name="T70" fmla="*/ 40 w 47"/>
                  <a:gd name="T71" fmla="*/ 35 h 47"/>
                  <a:gd name="T72" fmla="*/ 37 w 47"/>
                  <a:gd name="T73" fmla="*/ 38 h 47"/>
                  <a:gd name="T74" fmla="*/ 35 w 47"/>
                  <a:gd name="T75" fmla="*/ 43 h 47"/>
                  <a:gd name="T76" fmla="*/ 33 w 47"/>
                  <a:gd name="T77" fmla="*/ 47 h 47"/>
                  <a:gd name="T78" fmla="*/ 31 w 47"/>
                  <a:gd name="T79" fmla="*/ 40 h 47"/>
                  <a:gd name="T80" fmla="*/ 30 w 47"/>
                  <a:gd name="T81" fmla="*/ 35 h 47"/>
                  <a:gd name="T82" fmla="*/ 28 w 47"/>
                  <a:gd name="T83" fmla="*/ 30 h 47"/>
                  <a:gd name="T84" fmla="*/ 25 w 47"/>
                  <a:gd name="T85" fmla="*/ 30 h 47"/>
                  <a:gd name="T86" fmla="*/ 24 w 47"/>
                  <a:gd name="T87" fmla="*/ 2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7" h="47">
                    <a:moveTo>
                      <a:pt x="24" y="27"/>
                    </a:moveTo>
                    <a:cubicBezTo>
                      <a:pt x="24" y="26"/>
                      <a:pt x="24" y="24"/>
                      <a:pt x="25" y="23"/>
                    </a:cubicBezTo>
                    <a:cubicBezTo>
                      <a:pt x="25" y="22"/>
                      <a:pt x="27" y="21"/>
                      <a:pt x="27" y="19"/>
                    </a:cubicBezTo>
                    <a:cubicBezTo>
                      <a:pt x="26" y="18"/>
                      <a:pt x="26" y="18"/>
                      <a:pt x="25" y="17"/>
                    </a:cubicBezTo>
                    <a:cubicBezTo>
                      <a:pt x="24" y="17"/>
                      <a:pt x="23" y="16"/>
                      <a:pt x="23" y="16"/>
                    </a:cubicBezTo>
                    <a:cubicBezTo>
                      <a:pt x="22" y="15"/>
                      <a:pt x="21" y="13"/>
                      <a:pt x="20" y="12"/>
                    </a:cubicBezTo>
                    <a:cubicBezTo>
                      <a:pt x="19" y="11"/>
                      <a:pt x="19" y="10"/>
                      <a:pt x="18" y="10"/>
                    </a:cubicBezTo>
                    <a:cubicBezTo>
                      <a:pt x="18" y="11"/>
                      <a:pt x="17" y="11"/>
                      <a:pt x="16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3"/>
                      <a:pt x="14" y="14"/>
                      <a:pt x="14" y="13"/>
                    </a:cubicBezTo>
                    <a:cubicBezTo>
                      <a:pt x="13" y="13"/>
                      <a:pt x="13" y="12"/>
                      <a:pt x="12" y="11"/>
                    </a:cubicBezTo>
                    <a:cubicBezTo>
                      <a:pt x="12" y="10"/>
                      <a:pt x="11" y="9"/>
                      <a:pt x="10" y="9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5" y="10"/>
                      <a:pt x="5" y="10"/>
                      <a:pt x="4" y="10"/>
                    </a:cubicBezTo>
                    <a:cubicBezTo>
                      <a:pt x="2" y="9"/>
                      <a:pt x="0" y="6"/>
                      <a:pt x="1" y="4"/>
                    </a:cubicBezTo>
                    <a:cubicBezTo>
                      <a:pt x="2" y="3"/>
                      <a:pt x="3" y="2"/>
                      <a:pt x="5" y="2"/>
                    </a:cubicBezTo>
                    <a:cubicBezTo>
                      <a:pt x="6" y="2"/>
                      <a:pt x="6" y="2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5" y="1"/>
                      <a:pt x="16" y="1"/>
                      <a:pt x="16" y="1"/>
                    </a:cubicBezTo>
                    <a:cubicBezTo>
                      <a:pt x="17" y="2"/>
                      <a:pt x="17" y="2"/>
                      <a:pt x="18" y="3"/>
                    </a:cubicBezTo>
                    <a:cubicBezTo>
                      <a:pt x="19" y="3"/>
                      <a:pt x="21" y="3"/>
                      <a:pt x="22" y="3"/>
                    </a:cubicBezTo>
                    <a:cubicBezTo>
                      <a:pt x="23" y="2"/>
                      <a:pt x="24" y="3"/>
                      <a:pt x="26" y="3"/>
                    </a:cubicBezTo>
                    <a:cubicBezTo>
                      <a:pt x="25" y="1"/>
                      <a:pt x="26" y="0"/>
                      <a:pt x="27" y="0"/>
                    </a:cubicBezTo>
                    <a:cubicBezTo>
                      <a:pt x="29" y="0"/>
                      <a:pt x="30" y="1"/>
                      <a:pt x="31" y="2"/>
                    </a:cubicBezTo>
                    <a:cubicBezTo>
                      <a:pt x="33" y="3"/>
                      <a:pt x="35" y="6"/>
                      <a:pt x="38" y="5"/>
                    </a:cubicBezTo>
                    <a:cubicBezTo>
                      <a:pt x="40" y="4"/>
                      <a:pt x="41" y="3"/>
                      <a:pt x="43" y="3"/>
                    </a:cubicBezTo>
                    <a:cubicBezTo>
                      <a:pt x="44" y="3"/>
                      <a:pt x="45" y="4"/>
                      <a:pt x="45" y="6"/>
                    </a:cubicBezTo>
                    <a:cubicBezTo>
                      <a:pt x="46" y="7"/>
                      <a:pt x="46" y="9"/>
                      <a:pt x="46" y="11"/>
                    </a:cubicBezTo>
                    <a:cubicBezTo>
                      <a:pt x="46" y="12"/>
                      <a:pt x="47" y="14"/>
                      <a:pt x="47" y="16"/>
                    </a:cubicBezTo>
                    <a:cubicBezTo>
                      <a:pt x="46" y="18"/>
                      <a:pt x="42" y="17"/>
                      <a:pt x="41" y="20"/>
                    </a:cubicBezTo>
                    <a:cubicBezTo>
                      <a:pt x="41" y="22"/>
                      <a:pt x="44" y="24"/>
                      <a:pt x="44" y="25"/>
                    </a:cubicBezTo>
                    <a:cubicBezTo>
                      <a:pt x="44" y="27"/>
                      <a:pt x="44" y="28"/>
                      <a:pt x="44" y="30"/>
                    </a:cubicBezTo>
                    <a:cubicBezTo>
                      <a:pt x="44" y="31"/>
                      <a:pt x="42" y="32"/>
                      <a:pt x="41" y="33"/>
                    </a:cubicBezTo>
                    <a:cubicBezTo>
                      <a:pt x="40" y="33"/>
                      <a:pt x="40" y="34"/>
                      <a:pt x="40" y="35"/>
                    </a:cubicBezTo>
                    <a:cubicBezTo>
                      <a:pt x="39" y="36"/>
                      <a:pt x="37" y="37"/>
                      <a:pt x="37" y="38"/>
                    </a:cubicBezTo>
                    <a:cubicBezTo>
                      <a:pt x="36" y="39"/>
                      <a:pt x="35" y="41"/>
                      <a:pt x="35" y="43"/>
                    </a:cubicBezTo>
                    <a:cubicBezTo>
                      <a:pt x="35" y="44"/>
                      <a:pt x="35" y="46"/>
                      <a:pt x="33" y="47"/>
                    </a:cubicBezTo>
                    <a:cubicBezTo>
                      <a:pt x="31" y="47"/>
                      <a:pt x="31" y="42"/>
                      <a:pt x="31" y="40"/>
                    </a:cubicBezTo>
                    <a:cubicBezTo>
                      <a:pt x="30" y="39"/>
                      <a:pt x="30" y="37"/>
                      <a:pt x="30" y="35"/>
                    </a:cubicBezTo>
                    <a:cubicBezTo>
                      <a:pt x="29" y="33"/>
                      <a:pt x="29" y="31"/>
                      <a:pt x="28" y="30"/>
                    </a:cubicBezTo>
                    <a:cubicBezTo>
                      <a:pt x="27" y="29"/>
                      <a:pt x="26" y="30"/>
                      <a:pt x="25" y="30"/>
                    </a:cubicBezTo>
                    <a:cubicBezTo>
                      <a:pt x="24" y="29"/>
                      <a:pt x="24" y="28"/>
                      <a:pt x="24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87" name="Freeform 1887">
                <a:extLst>
                  <a:ext uri="{FF2B5EF4-FFF2-40B4-BE49-F238E27FC236}">
                    <a16:creationId xmlns:a16="http://schemas.microsoft.com/office/drawing/2014/main" id="{14429E02-7D72-4748-9147-0EE118C62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982"/>
                <a:ext cx="2" cy="2"/>
              </a:xfrm>
              <a:custGeom>
                <a:avLst/>
                <a:gdLst>
                  <a:gd name="T0" fmla="*/ 0 w 6"/>
                  <a:gd name="T1" fmla="*/ 2 h 5"/>
                  <a:gd name="T2" fmla="*/ 2 w 6"/>
                  <a:gd name="T3" fmla="*/ 0 h 5"/>
                  <a:gd name="T4" fmla="*/ 6 w 6"/>
                  <a:gd name="T5" fmla="*/ 1 h 5"/>
                  <a:gd name="T6" fmla="*/ 5 w 6"/>
                  <a:gd name="T7" fmla="*/ 4 h 5"/>
                  <a:gd name="T8" fmla="*/ 1 w 6"/>
                  <a:gd name="T9" fmla="*/ 5 h 5"/>
                  <a:gd name="T10" fmla="*/ 0 w 6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2" y="5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88" name="Freeform 1888">
                <a:extLst>
                  <a:ext uri="{FF2B5EF4-FFF2-40B4-BE49-F238E27FC236}">
                    <a16:creationId xmlns:a16="http://schemas.microsoft.com/office/drawing/2014/main" id="{364EAB8F-A442-4CF2-9F9C-63C98AB73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961"/>
                <a:ext cx="5" cy="4"/>
              </a:xfrm>
              <a:custGeom>
                <a:avLst/>
                <a:gdLst>
                  <a:gd name="T0" fmla="*/ 7 w 14"/>
                  <a:gd name="T1" fmla="*/ 10 h 10"/>
                  <a:gd name="T2" fmla="*/ 5 w 14"/>
                  <a:gd name="T3" fmla="*/ 10 h 10"/>
                  <a:gd name="T4" fmla="*/ 2 w 14"/>
                  <a:gd name="T5" fmla="*/ 9 h 10"/>
                  <a:gd name="T6" fmla="*/ 0 w 14"/>
                  <a:gd name="T7" fmla="*/ 8 h 10"/>
                  <a:gd name="T8" fmla="*/ 4 w 14"/>
                  <a:gd name="T9" fmla="*/ 6 h 10"/>
                  <a:gd name="T10" fmla="*/ 8 w 14"/>
                  <a:gd name="T11" fmla="*/ 1 h 10"/>
                  <a:gd name="T12" fmla="*/ 11 w 14"/>
                  <a:gd name="T13" fmla="*/ 0 h 10"/>
                  <a:gd name="T14" fmla="*/ 14 w 14"/>
                  <a:gd name="T15" fmla="*/ 2 h 10"/>
                  <a:gd name="T16" fmla="*/ 14 w 14"/>
                  <a:gd name="T17" fmla="*/ 6 h 10"/>
                  <a:gd name="T18" fmla="*/ 12 w 14"/>
                  <a:gd name="T19" fmla="*/ 9 h 10"/>
                  <a:gd name="T20" fmla="*/ 10 w 14"/>
                  <a:gd name="T21" fmla="*/ 9 h 10"/>
                  <a:gd name="T22" fmla="*/ 7 w 14"/>
                  <a:gd name="T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0">
                    <a:moveTo>
                      <a:pt x="7" y="10"/>
                    </a:moveTo>
                    <a:cubicBezTo>
                      <a:pt x="6" y="10"/>
                      <a:pt x="6" y="10"/>
                      <a:pt x="5" y="10"/>
                    </a:cubicBezTo>
                    <a:cubicBezTo>
                      <a:pt x="4" y="10"/>
                      <a:pt x="3" y="10"/>
                      <a:pt x="2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6"/>
                      <a:pt x="2" y="6"/>
                      <a:pt x="4" y="6"/>
                    </a:cubicBezTo>
                    <a:cubicBezTo>
                      <a:pt x="6" y="5"/>
                      <a:pt x="7" y="2"/>
                      <a:pt x="8" y="1"/>
                    </a:cubicBezTo>
                    <a:cubicBezTo>
                      <a:pt x="9" y="0"/>
                      <a:pt x="11" y="0"/>
                      <a:pt x="11" y="0"/>
                    </a:cubicBezTo>
                    <a:cubicBezTo>
                      <a:pt x="12" y="0"/>
                      <a:pt x="13" y="1"/>
                      <a:pt x="14" y="2"/>
                    </a:cubicBezTo>
                    <a:cubicBezTo>
                      <a:pt x="14" y="3"/>
                      <a:pt x="14" y="5"/>
                      <a:pt x="14" y="6"/>
                    </a:cubicBezTo>
                    <a:cubicBezTo>
                      <a:pt x="14" y="8"/>
                      <a:pt x="13" y="9"/>
                      <a:pt x="12" y="9"/>
                    </a:cubicBezTo>
                    <a:cubicBezTo>
                      <a:pt x="11" y="9"/>
                      <a:pt x="10" y="9"/>
                      <a:pt x="10" y="9"/>
                    </a:cubicBezTo>
                    <a:cubicBezTo>
                      <a:pt x="9" y="9"/>
                      <a:pt x="8" y="10"/>
                      <a:pt x="7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89" name="Freeform 1889">
                <a:extLst>
                  <a:ext uri="{FF2B5EF4-FFF2-40B4-BE49-F238E27FC236}">
                    <a16:creationId xmlns:a16="http://schemas.microsoft.com/office/drawing/2014/main" id="{93D456B4-8504-4EE1-8928-1095815D8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881"/>
                <a:ext cx="4" cy="5"/>
              </a:xfrm>
              <a:custGeom>
                <a:avLst/>
                <a:gdLst>
                  <a:gd name="T0" fmla="*/ 3 w 10"/>
                  <a:gd name="T1" fmla="*/ 5 h 12"/>
                  <a:gd name="T2" fmla="*/ 3 w 10"/>
                  <a:gd name="T3" fmla="*/ 5 h 12"/>
                  <a:gd name="T4" fmla="*/ 2 w 10"/>
                  <a:gd name="T5" fmla="*/ 5 h 12"/>
                  <a:gd name="T6" fmla="*/ 1 w 10"/>
                  <a:gd name="T7" fmla="*/ 5 h 12"/>
                  <a:gd name="T8" fmla="*/ 0 w 10"/>
                  <a:gd name="T9" fmla="*/ 3 h 12"/>
                  <a:gd name="T10" fmla="*/ 1 w 10"/>
                  <a:gd name="T11" fmla="*/ 1 h 12"/>
                  <a:gd name="T12" fmla="*/ 3 w 10"/>
                  <a:gd name="T13" fmla="*/ 0 h 12"/>
                  <a:gd name="T14" fmla="*/ 6 w 10"/>
                  <a:gd name="T15" fmla="*/ 1 h 12"/>
                  <a:gd name="T16" fmla="*/ 8 w 10"/>
                  <a:gd name="T17" fmla="*/ 4 h 12"/>
                  <a:gd name="T18" fmla="*/ 9 w 10"/>
                  <a:gd name="T19" fmla="*/ 6 h 12"/>
                  <a:gd name="T20" fmla="*/ 10 w 10"/>
                  <a:gd name="T21" fmla="*/ 9 h 12"/>
                  <a:gd name="T22" fmla="*/ 9 w 10"/>
                  <a:gd name="T23" fmla="*/ 11 h 12"/>
                  <a:gd name="T24" fmla="*/ 7 w 10"/>
                  <a:gd name="T25" fmla="*/ 10 h 12"/>
                  <a:gd name="T26" fmla="*/ 6 w 10"/>
                  <a:gd name="T27" fmla="*/ 8 h 12"/>
                  <a:gd name="T28" fmla="*/ 5 w 10"/>
                  <a:gd name="T29" fmla="*/ 6 h 12"/>
                  <a:gd name="T30" fmla="*/ 4 w 10"/>
                  <a:gd name="T31" fmla="*/ 6 h 12"/>
                  <a:gd name="T32" fmla="*/ 3 w 10"/>
                  <a:gd name="T3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2"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8" y="2"/>
                      <a:pt x="8" y="2"/>
                      <a:pt x="8" y="4"/>
                    </a:cubicBezTo>
                    <a:cubicBezTo>
                      <a:pt x="9" y="4"/>
                      <a:pt x="9" y="5"/>
                      <a:pt x="9" y="6"/>
                    </a:cubicBezTo>
                    <a:cubicBezTo>
                      <a:pt x="9" y="7"/>
                      <a:pt x="10" y="8"/>
                      <a:pt x="10" y="9"/>
                    </a:cubicBezTo>
                    <a:cubicBezTo>
                      <a:pt x="10" y="10"/>
                      <a:pt x="10" y="11"/>
                      <a:pt x="9" y="11"/>
                    </a:cubicBezTo>
                    <a:cubicBezTo>
                      <a:pt x="8" y="12"/>
                      <a:pt x="7" y="11"/>
                      <a:pt x="7" y="10"/>
                    </a:cubicBezTo>
                    <a:cubicBezTo>
                      <a:pt x="6" y="9"/>
                      <a:pt x="6" y="9"/>
                      <a:pt x="6" y="8"/>
                    </a:cubicBezTo>
                    <a:cubicBezTo>
                      <a:pt x="6" y="8"/>
                      <a:pt x="5" y="7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90" name="Freeform 1890">
                <a:extLst>
                  <a:ext uri="{FF2B5EF4-FFF2-40B4-BE49-F238E27FC236}">
                    <a16:creationId xmlns:a16="http://schemas.microsoft.com/office/drawing/2014/main" id="{614E64FC-B88D-4EC5-8574-AD16B2D1A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884"/>
                <a:ext cx="3" cy="3"/>
              </a:xfrm>
              <a:custGeom>
                <a:avLst/>
                <a:gdLst>
                  <a:gd name="T0" fmla="*/ 1 w 6"/>
                  <a:gd name="T1" fmla="*/ 2 h 8"/>
                  <a:gd name="T2" fmla="*/ 0 w 6"/>
                  <a:gd name="T3" fmla="*/ 0 h 8"/>
                  <a:gd name="T4" fmla="*/ 4 w 6"/>
                  <a:gd name="T5" fmla="*/ 0 h 8"/>
                  <a:gd name="T6" fmla="*/ 5 w 6"/>
                  <a:gd name="T7" fmla="*/ 3 h 8"/>
                  <a:gd name="T8" fmla="*/ 6 w 6"/>
                  <a:gd name="T9" fmla="*/ 6 h 8"/>
                  <a:gd name="T10" fmla="*/ 4 w 6"/>
                  <a:gd name="T11" fmla="*/ 8 h 8"/>
                  <a:gd name="T12" fmla="*/ 1 w 6"/>
                  <a:gd name="T13" fmla="*/ 5 h 8"/>
                  <a:gd name="T14" fmla="*/ 1 w 6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4"/>
                      <a:pt x="6" y="5"/>
                      <a:pt x="6" y="6"/>
                    </a:cubicBezTo>
                    <a:cubicBezTo>
                      <a:pt x="6" y="7"/>
                      <a:pt x="5" y="8"/>
                      <a:pt x="4" y="8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4"/>
                      <a:pt x="1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91" name="Freeform 1891">
                <a:extLst>
                  <a:ext uri="{FF2B5EF4-FFF2-40B4-BE49-F238E27FC236}">
                    <a16:creationId xmlns:a16="http://schemas.microsoft.com/office/drawing/2014/main" id="{DC74E4B8-3B78-4AD6-8022-87BF718C6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202"/>
                <a:ext cx="3" cy="3"/>
              </a:xfrm>
              <a:custGeom>
                <a:avLst/>
                <a:gdLst>
                  <a:gd name="T0" fmla="*/ 0 w 6"/>
                  <a:gd name="T1" fmla="*/ 4 h 8"/>
                  <a:gd name="T2" fmla="*/ 1 w 6"/>
                  <a:gd name="T3" fmla="*/ 2 h 8"/>
                  <a:gd name="T4" fmla="*/ 3 w 6"/>
                  <a:gd name="T5" fmla="*/ 0 h 8"/>
                  <a:gd name="T6" fmla="*/ 6 w 6"/>
                  <a:gd name="T7" fmla="*/ 1 h 8"/>
                  <a:gd name="T8" fmla="*/ 6 w 6"/>
                  <a:gd name="T9" fmla="*/ 3 h 8"/>
                  <a:gd name="T10" fmla="*/ 2 w 6"/>
                  <a:gd name="T11" fmla="*/ 7 h 8"/>
                  <a:gd name="T12" fmla="*/ 0 w 6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0" y="3"/>
                      <a:pt x="0" y="3"/>
                      <a:pt x="1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1"/>
                      <a:pt x="6" y="3"/>
                      <a:pt x="6" y="3"/>
                    </a:cubicBezTo>
                    <a:cubicBezTo>
                      <a:pt x="5" y="5"/>
                      <a:pt x="4" y="8"/>
                      <a:pt x="2" y="7"/>
                    </a:cubicBezTo>
                    <a:cubicBezTo>
                      <a:pt x="0" y="6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92" name="Freeform 1892">
                <a:extLst>
                  <a:ext uri="{FF2B5EF4-FFF2-40B4-BE49-F238E27FC236}">
                    <a16:creationId xmlns:a16="http://schemas.microsoft.com/office/drawing/2014/main" id="{F81D7969-D2A3-4837-BFF2-15072E1A9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307"/>
                <a:ext cx="17" cy="20"/>
              </a:xfrm>
              <a:custGeom>
                <a:avLst/>
                <a:gdLst>
                  <a:gd name="T0" fmla="*/ 16 w 44"/>
                  <a:gd name="T1" fmla="*/ 19 h 47"/>
                  <a:gd name="T2" fmla="*/ 19 w 44"/>
                  <a:gd name="T3" fmla="*/ 15 h 47"/>
                  <a:gd name="T4" fmla="*/ 21 w 44"/>
                  <a:gd name="T5" fmla="*/ 12 h 47"/>
                  <a:gd name="T6" fmla="*/ 24 w 44"/>
                  <a:gd name="T7" fmla="*/ 9 h 47"/>
                  <a:gd name="T8" fmla="*/ 26 w 44"/>
                  <a:gd name="T9" fmla="*/ 8 h 47"/>
                  <a:gd name="T10" fmla="*/ 28 w 44"/>
                  <a:gd name="T11" fmla="*/ 4 h 47"/>
                  <a:gd name="T12" fmla="*/ 31 w 44"/>
                  <a:gd name="T13" fmla="*/ 3 h 47"/>
                  <a:gd name="T14" fmla="*/ 34 w 44"/>
                  <a:gd name="T15" fmla="*/ 2 h 47"/>
                  <a:gd name="T16" fmla="*/ 43 w 44"/>
                  <a:gd name="T17" fmla="*/ 5 h 47"/>
                  <a:gd name="T18" fmla="*/ 43 w 44"/>
                  <a:gd name="T19" fmla="*/ 13 h 47"/>
                  <a:gd name="T20" fmla="*/ 43 w 44"/>
                  <a:gd name="T21" fmla="*/ 21 h 47"/>
                  <a:gd name="T22" fmla="*/ 42 w 44"/>
                  <a:gd name="T23" fmla="*/ 28 h 47"/>
                  <a:gd name="T24" fmla="*/ 37 w 44"/>
                  <a:gd name="T25" fmla="*/ 33 h 47"/>
                  <a:gd name="T26" fmla="*/ 27 w 44"/>
                  <a:gd name="T27" fmla="*/ 42 h 47"/>
                  <a:gd name="T28" fmla="*/ 21 w 44"/>
                  <a:gd name="T29" fmla="*/ 45 h 47"/>
                  <a:gd name="T30" fmla="*/ 16 w 44"/>
                  <a:gd name="T31" fmla="*/ 45 h 47"/>
                  <a:gd name="T32" fmla="*/ 6 w 44"/>
                  <a:gd name="T33" fmla="*/ 46 h 47"/>
                  <a:gd name="T34" fmla="*/ 1 w 44"/>
                  <a:gd name="T35" fmla="*/ 42 h 47"/>
                  <a:gd name="T36" fmla="*/ 3 w 44"/>
                  <a:gd name="T37" fmla="*/ 34 h 47"/>
                  <a:gd name="T38" fmla="*/ 5 w 44"/>
                  <a:gd name="T39" fmla="*/ 31 h 47"/>
                  <a:gd name="T40" fmla="*/ 9 w 44"/>
                  <a:gd name="T41" fmla="*/ 27 h 47"/>
                  <a:gd name="T42" fmla="*/ 12 w 44"/>
                  <a:gd name="T43" fmla="*/ 24 h 47"/>
                  <a:gd name="T44" fmla="*/ 16 w 44"/>
                  <a:gd name="T45" fmla="*/ 1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47">
                    <a:moveTo>
                      <a:pt x="16" y="19"/>
                    </a:moveTo>
                    <a:cubicBezTo>
                      <a:pt x="17" y="18"/>
                      <a:pt x="18" y="16"/>
                      <a:pt x="19" y="15"/>
                    </a:cubicBezTo>
                    <a:cubicBezTo>
                      <a:pt x="19" y="14"/>
                      <a:pt x="20" y="13"/>
                      <a:pt x="21" y="12"/>
                    </a:cubicBezTo>
                    <a:cubicBezTo>
                      <a:pt x="22" y="11"/>
                      <a:pt x="23" y="10"/>
                      <a:pt x="24" y="9"/>
                    </a:cubicBezTo>
                    <a:cubicBezTo>
                      <a:pt x="25" y="9"/>
                      <a:pt x="26" y="9"/>
                      <a:pt x="26" y="8"/>
                    </a:cubicBezTo>
                    <a:cubicBezTo>
                      <a:pt x="27" y="7"/>
                      <a:pt x="27" y="5"/>
                      <a:pt x="28" y="4"/>
                    </a:cubicBezTo>
                    <a:cubicBezTo>
                      <a:pt x="29" y="4"/>
                      <a:pt x="30" y="4"/>
                      <a:pt x="31" y="3"/>
                    </a:cubicBezTo>
                    <a:cubicBezTo>
                      <a:pt x="32" y="3"/>
                      <a:pt x="33" y="2"/>
                      <a:pt x="34" y="2"/>
                    </a:cubicBezTo>
                    <a:cubicBezTo>
                      <a:pt x="37" y="0"/>
                      <a:pt x="42" y="1"/>
                      <a:pt x="43" y="5"/>
                    </a:cubicBezTo>
                    <a:cubicBezTo>
                      <a:pt x="44" y="7"/>
                      <a:pt x="44" y="10"/>
                      <a:pt x="43" y="13"/>
                    </a:cubicBezTo>
                    <a:cubicBezTo>
                      <a:pt x="43" y="16"/>
                      <a:pt x="43" y="19"/>
                      <a:pt x="43" y="21"/>
                    </a:cubicBezTo>
                    <a:cubicBezTo>
                      <a:pt x="43" y="24"/>
                      <a:pt x="43" y="26"/>
                      <a:pt x="42" y="28"/>
                    </a:cubicBezTo>
                    <a:cubicBezTo>
                      <a:pt x="41" y="30"/>
                      <a:pt x="39" y="32"/>
                      <a:pt x="37" y="33"/>
                    </a:cubicBezTo>
                    <a:cubicBezTo>
                      <a:pt x="33" y="36"/>
                      <a:pt x="31" y="40"/>
                      <a:pt x="27" y="42"/>
                    </a:cubicBezTo>
                    <a:cubicBezTo>
                      <a:pt x="25" y="43"/>
                      <a:pt x="23" y="44"/>
                      <a:pt x="21" y="45"/>
                    </a:cubicBezTo>
                    <a:cubicBezTo>
                      <a:pt x="19" y="45"/>
                      <a:pt x="18" y="45"/>
                      <a:pt x="16" y="45"/>
                    </a:cubicBezTo>
                    <a:cubicBezTo>
                      <a:pt x="13" y="45"/>
                      <a:pt x="9" y="47"/>
                      <a:pt x="6" y="46"/>
                    </a:cubicBezTo>
                    <a:cubicBezTo>
                      <a:pt x="4" y="45"/>
                      <a:pt x="2" y="44"/>
                      <a:pt x="1" y="42"/>
                    </a:cubicBezTo>
                    <a:cubicBezTo>
                      <a:pt x="0" y="39"/>
                      <a:pt x="2" y="37"/>
                      <a:pt x="3" y="34"/>
                    </a:cubicBezTo>
                    <a:cubicBezTo>
                      <a:pt x="4" y="33"/>
                      <a:pt x="4" y="32"/>
                      <a:pt x="5" y="31"/>
                    </a:cubicBezTo>
                    <a:cubicBezTo>
                      <a:pt x="7" y="29"/>
                      <a:pt x="7" y="28"/>
                      <a:pt x="9" y="27"/>
                    </a:cubicBezTo>
                    <a:cubicBezTo>
                      <a:pt x="10" y="26"/>
                      <a:pt x="11" y="25"/>
                      <a:pt x="12" y="24"/>
                    </a:cubicBezTo>
                    <a:cubicBezTo>
                      <a:pt x="13" y="22"/>
                      <a:pt x="15" y="21"/>
                      <a:pt x="16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93" name="Freeform 1893">
                <a:extLst>
                  <a:ext uri="{FF2B5EF4-FFF2-40B4-BE49-F238E27FC236}">
                    <a16:creationId xmlns:a16="http://schemas.microsoft.com/office/drawing/2014/main" id="{B96C4D94-94C2-4192-91DD-FCF1F2676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297"/>
                <a:ext cx="21" cy="8"/>
              </a:xfrm>
              <a:custGeom>
                <a:avLst/>
                <a:gdLst>
                  <a:gd name="T0" fmla="*/ 13 w 51"/>
                  <a:gd name="T1" fmla="*/ 22 h 22"/>
                  <a:gd name="T2" fmla="*/ 5 w 51"/>
                  <a:gd name="T3" fmla="*/ 22 h 22"/>
                  <a:gd name="T4" fmla="*/ 2 w 51"/>
                  <a:gd name="T5" fmla="*/ 16 h 22"/>
                  <a:gd name="T6" fmla="*/ 9 w 51"/>
                  <a:gd name="T7" fmla="*/ 13 h 22"/>
                  <a:gd name="T8" fmla="*/ 14 w 51"/>
                  <a:gd name="T9" fmla="*/ 10 h 22"/>
                  <a:gd name="T10" fmla="*/ 19 w 51"/>
                  <a:gd name="T11" fmla="*/ 7 h 22"/>
                  <a:gd name="T12" fmla="*/ 24 w 51"/>
                  <a:gd name="T13" fmla="*/ 5 h 22"/>
                  <a:gd name="T14" fmla="*/ 29 w 51"/>
                  <a:gd name="T15" fmla="*/ 3 h 22"/>
                  <a:gd name="T16" fmla="*/ 34 w 51"/>
                  <a:gd name="T17" fmla="*/ 1 h 22"/>
                  <a:gd name="T18" fmla="*/ 43 w 51"/>
                  <a:gd name="T19" fmla="*/ 0 h 22"/>
                  <a:gd name="T20" fmla="*/ 50 w 51"/>
                  <a:gd name="T21" fmla="*/ 2 h 22"/>
                  <a:gd name="T22" fmla="*/ 47 w 51"/>
                  <a:gd name="T23" fmla="*/ 5 h 22"/>
                  <a:gd name="T24" fmla="*/ 39 w 51"/>
                  <a:gd name="T25" fmla="*/ 7 h 22"/>
                  <a:gd name="T26" fmla="*/ 30 w 51"/>
                  <a:gd name="T27" fmla="*/ 9 h 22"/>
                  <a:gd name="T28" fmla="*/ 23 w 51"/>
                  <a:gd name="T29" fmla="*/ 14 h 22"/>
                  <a:gd name="T30" fmla="*/ 17 w 51"/>
                  <a:gd name="T31" fmla="*/ 19 h 22"/>
                  <a:gd name="T32" fmla="*/ 13 w 51"/>
                  <a:gd name="T3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22">
                    <a:moveTo>
                      <a:pt x="13" y="22"/>
                    </a:moveTo>
                    <a:cubicBezTo>
                      <a:pt x="10" y="22"/>
                      <a:pt x="8" y="22"/>
                      <a:pt x="5" y="22"/>
                    </a:cubicBezTo>
                    <a:cubicBezTo>
                      <a:pt x="2" y="22"/>
                      <a:pt x="0" y="18"/>
                      <a:pt x="2" y="16"/>
                    </a:cubicBezTo>
                    <a:cubicBezTo>
                      <a:pt x="4" y="14"/>
                      <a:pt x="7" y="14"/>
                      <a:pt x="9" y="13"/>
                    </a:cubicBezTo>
                    <a:cubicBezTo>
                      <a:pt x="10" y="12"/>
                      <a:pt x="12" y="11"/>
                      <a:pt x="14" y="10"/>
                    </a:cubicBezTo>
                    <a:cubicBezTo>
                      <a:pt x="15" y="9"/>
                      <a:pt x="17" y="8"/>
                      <a:pt x="19" y="7"/>
                    </a:cubicBezTo>
                    <a:cubicBezTo>
                      <a:pt x="20" y="6"/>
                      <a:pt x="22" y="5"/>
                      <a:pt x="24" y="5"/>
                    </a:cubicBezTo>
                    <a:cubicBezTo>
                      <a:pt x="26" y="4"/>
                      <a:pt x="27" y="3"/>
                      <a:pt x="29" y="3"/>
                    </a:cubicBezTo>
                    <a:cubicBezTo>
                      <a:pt x="31" y="2"/>
                      <a:pt x="32" y="1"/>
                      <a:pt x="34" y="1"/>
                    </a:cubicBezTo>
                    <a:cubicBezTo>
                      <a:pt x="37" y="0"/>
                      <a:pt x="40" y="1"/>
                      <a:pt x="43" y="0"/>
                    </a:cubicBezTo>
                    <a:cubicBezTo>
                      <a:pt x="45" y="0"/>
                      <a:pt x="49" y="0"/>
                      <a:pt x="50" y="2"/>
                    </a:cubicBezTo>
                    <a:cubicBezTo>
                      <a:pt x="51" y="4"/>
                      <a:pt x="48" y="5"/>
                      <a:pt x="47" y="5"/>
                    </a:cubicBezTo>
                    <a:cubicBezTo>
                      <a:pt x="44" y="6"/>
                      <a:pt x="42" y="6"/>
                      <a:pt x="39" y="7"/>
                    </a:cubicBezTo>
                    <a:cubicBezTo>
                      <a:pt x="36" y="7"/>
                      <a:pt x="33" y="8"/>
                      <a:pt x="30" y="9"/>
                    </a:cubicBezTo>
                    <a:cubicBezTo>
                      <a:pt x="27" y="10"/>
                      <a:pt x="26" y="13"/>
                      <a:pt x="23" y="14"/>
                    </a:cubicBezTo>
                    <a:cubicBezTo>
                      <a:pt x="21" y="15"/>
                      <a:pt x="19" y="17"/>
                      <a:pt x="17" y="19"/>
                    </a:cubicBezTo>
                    <a:cubicBezTo>
                      <a:pt x="16" y="20"/>
                      <a:pt x="15" y="21"/>
                      <a:pt x="1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94" name="Freeform 1894">
                <a:extLst>
                  <a:ext uri="{FF2B5EF4-FFF2-40B4-BE49-F238E27FC236}">
                    <a16:creationId xmlns:a16="http://schemas.microsoft.com/office/drawing/2014/main" id="{59F3078E-2FCA-44C5-A1EE-7AC465E75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284"/>
                <a:ext cx="28" cy="10"/>
              </a:xfrm>
              <a:custGeom>
                <a:avLst/>
                <a:gdLst>
                  <a:gd name="T0" fmla="*/ 5 w 69"/>
                  <a:gd name="T1" fmla="*/ 24 h 25"/>
                  <a:gd name="T2" fmla="*/ 2 w 69"/>
                  <a:gd name="T3" fmla="*/ 16 h 25"/>
                  <a:gd name="T4" fmla="*/ 17 w 69"/>
                  <a:gd name="T5" fmla="*/ 9 h 25"/>
                  <a:gd name="T6" fmla="*/ 32 w 69"/>
                  <a:gd name="T7" fmla="*/ 7 h 25"/>
                  <a:gd name="T8" fmla="*/ 48 w 69"/>
                  <a:gd name="T9" fmla="*/ 3 h 25"/>
                  <a:gd name="T10" fmla="*/ 61 w 69"/>
                  <a:gd name="T11" fmla="*/ 1 h 25"/>
                  <a:gd name="T12" fmla="*/ 66 w 69"/>
                  <a:gd name="T13" fmla="*/ 9 h 25"/>
                  <a:gd name="T14" fmla="*/ 60 w 69"/>
                  <a:gd name="T15" fmla="*/ 12 h 25"/>
                  <a:gd name="T16" fmla="*/ 54 w 69"/>
                  <a:gd name="T17" fmla="*/ 14 h 25"/>
                  <a:gd name="T18" fmla="*/ 40 w 69"/>
                  <a:gd name="T19" fmla="*/ 16 h 25"/>
                  <a:gd name="T20" fmla="*/ 31 w 69"/>
                  <a:gd name="T21" fmla="*/ 19 h 25"/>
                  <a:gd name="T22" fmla="*/ 20 w 69"/>
                  <a:gd name="T23" fmla="*/ 23 h 25"/>
                  <a:gd name="T24" fmla="*/ 16 w 69"/>
                  <a:gd name="T25" fmla="*/ 23 h 25"/>
                  <a:gd name="T26" fmla="*/ 13 w 69"/>
                  <a:gd name="T27" fmla="*/ 24 h 25"/>
                  <a:gd name="T28" fmla="*/ 5 w 69"/>
                  <a:gd name="T2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9" h="25">
                    <a:moveTo>
                      <a:pt x="5" y="24"/>
                    </a:moveTo>
                    <a:cubicBezTo>
                      <a:pt x="2" y="23"/>
                      <a:pt x="0" y="19"/>
                      <a:pt x="2" y="16"/>
                    </a:cubicBezTo>
                    <a:cubicBezTo>
                      <a:pt x="5" y="11"/>
                      <a:pt x="12" y="10"/>
                      <a:pt x="17" y="9"/>
                    </a:cubicBezTo>
                    <a:cubicBezTo>
                      <a:pt x="23" y="9"/>
                      <a:pt x="28" y="8"/>
                      <a:pt x="32" y="7"/>
                    </a:cubicBezTo>
                    <a:cubicBezTo>
                      <a:pt x="37" y="5"/>
                      <a:pt x="42" y="4"/>
                      <a:pt x="48" y="3"/>
                    </a:cubicBezTo>
                    <a:cubicBezTo>
                      <a:pt x="52" y="2"/>
                      <a:pt x="57" y="0"/>
                      <a:pt x="61" y="1"/>
                    </a:cubicBezTo>
                    <a:cubicBezTo>
                      <a:pt x="64" y="2"/>
                      <a:pt x="69" y="5"/>
                      <a:pt x="66" y="9"/>
                    </a:cubicBezTo>
                    <a:cubicBezTo>
                      <a:pt x="65" y="10"/>
                      <a:pt x="62" y="11"/>
                      <a:pt x="60" y="12"/>
                    </a:cubicBezTo>
                    <a:cubicBezTo>
                      <a:pt x="58" y="13"/>
                      <a:pt x="56" y="14"/>
                      <a:pt x="54" y="14"/>
                    </a:cubicBezTo>
                    <a:cubicBezTo>
                      <a:pt x="50" y="16"/>
                      <a:pt x="45" y="15"/>
                      <a:pt x="40" y="16"/>
                    </a:cubicBezTo>
                    <a:cubicBezTo>
                      <a:pt x="37" y="16"/>
                      <a:pt x="34" y="18"/>
                      <a:pt x="31" y="19"/>
                    </a:cubicBezTo>
                    <a:cubicBezTo>
                      <a:pt x="27" y="20"/>
                      <a:pt x="24" y="23"/>
                      <a:pt x="20" y="23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4"/>
                      <a:pt x="13" y="24"/>
                    </a:cubicBezTo>
                    <a:cubicBezTo>
                      <a:pt x="10" y="25"/>
                      <a:pt x="8" y="25"/>
                      <a:pt x="5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95" name="Freeform 1895">
                <a:extLst>
                  <a:ext uri="{FF2B5EF4-FFF2-40B4-BE49-F238E27FC236}">
                    <a16:creationId xmlns:a16="http://schemas.microsoft.com/office/drawing/2014/main" id="{F1635216-E332-4E61-826B-4CEA0D984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285"/>
                <a:ext cx="23" cy="5"/>
              </a:xfrm>
              <a:custGeom>
                <a:avLst/>
                <a:gdLst>
                  <a:gd name="T0" fmla="*/ 7 w 57"/>
                  <a:gd name="T1" fmla="*/ 10 h 12"/>
                  <a:gd name="T2" fmla="*/ 5 w 57"/>
                  <a:gd name="T3" fmla="*/ 10 h 12"/>
                  <a:gd name="T4" fmla="*/ 3 w 57"/>
                  <a:gd name="T5" fmla="*/ 8 h 12"/>
                  <a:gd name="T6" fmla="*/ 1 w 57"/>
                  <a:gd name="T7" fmla="*/ 3 h 12"/>
                  <a:gd name="T8" fmla="*/ 7 w 57"/>
                  <a:gd name="T9" fmla="*/ 1 h 12"/>
                  <a:gd name="T10" fmla="*/ 17 w 57"/>
                  <a:gd name="T11" fmla="*/ 2 h 12"/>
                  <a:gd name="T12" fmla="*/ 27 w 57"/>
                  <a:gd name="T13" fmla="*/ 2 h 12"/>
                  <a:gd name="T14" fmla="*/ 34 w 57"/>
                  <a:gd name="T15" fmla="*/ 3 h 12"/>
                  <a:gd name="T16" fmla="*/ 43 w 57"/>
                  <a:gd name="T17" fmla="*/ 3 h 12"/>
                  <a:gd name="T18" fmla="*/ 55 w 57"/>
                  <a:gd name="T19" fmla="*/ 6 h 12"/>
                  <a:gd name="T20" fmla="*/ 51 w 57"/>
                  <a:gd name="T21" fmla="*/ 8 h 12"/>
                  <a:gd name="T22" fmla="*/ 43 w 57"/>
                  <a:gd name="T23" fmla="*/ 10 h 12"/>
                  <a:gd name="T24" fmla="*/ 35 w 57"/>
                  <a:gd name="T25" fmla="*/ 10 h 12"/>
                  <a:gd name="T26" fmla="*/ 27 w 57"/>
                  <a:gd name="T27" fmla="*/ 12 h 12"/>
                  <a:gd name="T28" fmla="*/ 16 w 57"/>
                  <a:gd name="T29" fmla="*/ 10 h 12"/>
                  <a:gd name="T30" fmla="*/ 7 w 57"/>
                  <a:gd name="T3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12">
                    <a:moveTo>
                      <a:pt x="7" y="10"/>
                    </a:moveTo>
                    <a:cubicBezTo>
                      <a:pt x="6" y="10"/>
                      <a:pt x="6" y="10"/>
                      <a:pt x="5" y="10"/>
                    </a:cubicBezTo>
                    <a:cubicBezTo>
                      <a:pt x="4" y="9"/>
                      <a:pt x="4" y="8"/>
                      <a:pt x="3" y="8"/>
                    </a:cubicBezTo>
                    <a:cubicBezTo>
                      <a:pt x="2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11" y="1"/>
                      <a:pt x="14" y="1"/>
                      <a:pt x="17" y="2"/>
                    </a:cubicBezTo>
                    <a:cubicBezTo>
                      <a:pt x="20" y="2"/>
                      <a:pt x="24" y="2"/>
                      <a:pt x="27" y="2"/>
                    </a:cubicBezTo>
                    <a:cubicBezTo>
                      <a:pt x="29" y="3"/>
                      <a:pt x="32" y="3"/>
                      <a:pt x="34" y="3"/>
                    </a:cubicBezTo>
                    <a:cubicBezTo>
                      <a:pt x="37" y="3"/>
                      <a:pt x="40" y="3"/>
                      <a:pt x="43" y="3"/>
                    </a:cubicBezTo>
                    <a:cubicBezTo>
                      <a:pt x="44" y="3"/>
                      <a:pt x="57" y="3"/>
                      <a:pt x="55" y="6"/>
                    </a:cubicBezTo>
                    <a:cubicBezTo>
                      <a:pt x="54" y="7"/>
                      <a:pt x="52" y="8"/>
                      <a:pt x="51" y="8"/>
                    </a:cubicBezTo>
                    <a:cubicBezTo>
                      <a:pt x="48" y="9"/>
                      <a:pt x="46" y="9"/>
                      <a:pt x="43" y="10"/>
                    </a:cubicBezTo>
                    <a:cubicBezTo>
                      <a:pt x="40" y="10"/>
                      <a:pt x="38" y="10"/>
                      <a:pt x="35" y="10"/>
                    </a:cubicBezTo>
                    <a:cubicBezTo>
                      <a:pt x="33" y="11"/>
                      <a:pt x="30" y="12"/>
                      <a:pt x="27" y="12"/>
                    </a:cubicBezTo>
                    <a:cubicBezTo>
                      <a:pt x="24" y="12"/>
                      <a:pt x="20" y="10"/>
                      <a:pt x="16" y="10"/>
                    </a:cubicBezTo>
                    <a:cubicBezTo>
                      <a:pt x="13" y="11"/>
                      <a:pt x="10" y="11"/>
                      <a:pt x="7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96" name="Freeform 1896">
                <a:extLst>
                  <a:ext uri="{FF2B5EF4-FFF2-40B4-BE49-F238E27FC236}">
                    <a16:creationId xmlns:a16="http://schemas.microsoft.com/office/drawing/2014/main" id="{E4BF7A2B-137A-4A75-9388-B46789A2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86"/>
                <a:ext cx="6" cy="4"/>
              </a:xfrm>
              <a:custGeom>
                <a:avLst/>
                <a:gdLst>
                  <a:gd name="T0" fmla="*/ 1 w 15"/>
                  <a:gd name="T1" fmla="*/ 5 h 8"/>
                  <a:gd name="T2" fmla="*/ 1 w 15"/>
                  <a:gd name="T3" fmla="*/ 2 h 8"/>
                  <a:gd name="T4" fmla="*/ 4 w 15"/>
                  <a:gd name="T5" fmla="*/ 0 h 8"/>
                  <a:gd name="T6" fmla="*/ 9 w 15"/>
                  <a:gd name="T7" fmla="*/ 0 h 8"/>
                  <a:gd name="T8" fmla="*/ 13 w 15"/>
                  <a:gd name="T9" fmla="*/ 0 h 8"/>
                  <a:gd name="T10" fmla="*/ 15 w 15"/>
                  <a:gd name="T11" fmla="*/ 1 h 8"/>
                  <a:gd name="T12" fmla="*/ 11 w 15"/>
                  <a:gd name="T13" fmla="*/ 4 h 8"/>
                  <a:gd name="T14" fmla="*/ 7 w 15"/>
                  <a:gd name="T15" fmla="*/ 4 h 8"/>
                  <a:gd name="T16" fmla="*/ 5 w 15"/>
                  <a:gd name="T17" fmla="*/ 6 h 8"/>
                  <a:gd name="T18" fmla="*/ 1 w 15"/>
                  <a:gd name="T1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8">
                    <a:moveTo>
                      <a:pt x="1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10" y="0"/>
                      <a:pt x="12" y="0"/>
                      <a:pt x="13" y="0"/>
                    </a:cubicBezTo>
                    <a:cubicBezTo>
                      <a:pt x="14" y="0"/>
                      <a:pt x="15" y="0"/>
                      <a:pt x="15" y="1"/>
                    </a:cubicBezTo>
                    <a:cubicBezTo>
                      <a:pt x="15" y="3"/>
                      <a:pt x="12" y="3"/>
                      <a:pt x="11" y="4"/>
                    </a:cubicBezTo>
                    <a:cubicBezTo>
                      <a:pt x="10" y="4"/>
                      <a:pt x="8" y="4"/>
                      <a:pt x="7" y="4"/>
                    </a:cubicBezTo>
                    <a:cubicBezTo>
                      <a:pt x="6" y="5"/>
                      <a:pt x="6" y="5"/>
                      <a:pt x="5" y="6"/>
                    </a:cubicBezTo>
                    <a:cubicBezTo>
                      <a:pt x="4" y="8"/>
                      <a:pt x="1" y="8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97" name="Freeform 1897">
                <a:extLst>
                  <a:ext uri="{FF2B5EF4-FFF2-40B4-BE49-F238E27FC236}">
                    <a16:creationId xmlns:a16="http://schemas.microsoft.com/office/drawing/2014/main" id="{77E20E66-3D85-476A-9C66-908B019A6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86"/>
                <a:ext cx="16" cy="5"/>
              </a:xfrm>
              <a:custGeom>
                <a:avLst/>
                <a:gdLst>
                  <a:gd name="T0" fmla="*/ 8 w 40"/>
                  <a:gd name="T1" fmla="*/ 10 h 13"/>
                  <a:gd name="T2" fmla="*/ 12 w 40"/>
                  <a:gd name="T3" fmla="*/ 10 h 13"/>
                  <a:gd name="T4" fmla="*/ 14 w 40"/>
                  <a:gd name="T5" fmla="*/ 10 h 13"/>
                  <a:gd name="T6" fmla="*/ 21 w 40"/>
                  <a:gd name="T7" fmla="*/ 9 h 13"/>
                  <a:gd name="T8" fmla="*/ 29 w 40"/>
                  <a:gd name="T9" fmla="*/ 9 h 13"/>
                  <a:gd name="T10" fmla="*/ 38 w 40"/>
                  <a:gd name="T11" fmla="*/ 6 h 13"/>
                  <a:gd name="T12" fmla="*/ 36 w 40"/>
                  <a:gd name="T13" fmla="*/ 2 h 13"/>
                  <a:gd name="T14" fmla="*/ 28 w 40"/>
                  <a:gd name="T15" fmla="*/ 1 h 13"/>
                  <a:gd name="T16" fmla="*/ 20 w 40"/>
                  <a:gd name="T17" fmla="*/ 1 h 13"/>
                  <a:gd name="T18" fmla="*/ 14 w 40"/>
                  <a:gd name="T19" fmla="*/ 2 h 13"/>
                  <a:gd name="T20" fmla="*/ 11 w 40"/>
                  <a:gd name="T21" fmla="*/ 2 h 13"/>
                  <a:gd name="T22" fmla="*/ 6 w 40"/>
                  <a:gd name="T23" fmla="*/ 3 h 13"/>
                  <a:gd name="T24" fmla="*/ 0 w 40"/>
                  <a:gd name="T25" fmla="*/ 7 h 13"/>
                  <a:gd name="T26" fmla="*/ 3 w 40"/>
                  <a:gd name="T27" fmla="*/ 12 h 13"/>
                  <a:gd name="T28" fmla="*/ 8 w 40"/>
                  <a:gd name="T29" fmla="*/ 10 h 13"/>
                  <a:gd name="T30" fmla="*/ 8 w 40"/>
                  <a:gd name="T31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13">
                    <a:moveTo>
                      <a:pt x="8" y="10"/>
                    </a:moveTo>
                    <a:cubicBezTo>
                      <a:pt x="9" y="10"/>
                      <a:pt x="11" y="10"/>
                      <a:pt x="12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6" y="10"/>
                      <a:pt x="19" y="9"/>
                      <a:pt x="21" y="9"/>
                    </a:cubicBezTo>
                    <a:cubicBezTo>
                      <a:pt x="24" y="9"/>
                      <a:pt x="27" y="9"/>
                      <a:pt x="29" y="9"/>
                    </a:cubicBezTo>
                    <a:cubicBezTo>
                      <a:pt x="32" y="8"/>
                      <a:pt x="36" y="8"/>
                      <a:pt x="38" y="6"/>
                    </a:cubicBezTo>
                    <a:cubicBezTo>
                      <a:pt x="40" y="4"/>
                      <a:pt x="38" y="2"/>
                      <a:pt x="36" y="2"/>
                    </a:cubicBezTo>
                    <a:cubicBezTo>
                      <a:pt x="33" y="2"/>
                      <a:pt x="31" y="1"/>
                      <a:pt x="28" y="1"/>
                    </a:cubicBezTo>
                    <a:cubicBezTo>
                      <a:pt x="25" y="0"/>
                      <a:pt x="23" y="1"/>
                      <a:pt x="20" y="1"/>
                    </a:cubicBezTo>
                    <a:cubicBezTo>
                      <a:pt x="18" y="2"/>
                      <a:pt x="16" y="2"/>
                      <a:pt x="14" y="2"/>
                    </a:cubicBezTo>
                    <a:cubicBezTo>
                      <a:pt x="13" y="2"/>
                      <a:pt x="12" y="2"/>
                      <a:pt x="11" y="2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4" y="4"/>
                      <a:pt x="1" y="5"/>
                      <a:pt x="0" y="7"/>
                    </a:cubicBezTo>
                    <a:cubicBezTo>
                      <a:pt x="0" y="10"/>
                      <a:pt x="1" y="12"/>
                      <a:pt x="3" y="12"/>
                    </a:cubicBezTo>
                    <a:cubicBezTo>
                      <a:pt x="5" y="13"/>
                      <a:pt x="7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98" name="Freeform 1898">
                <a:extLst>
                  <a:ext uri="{FF2B5EF4-FFF2-40B4-BE49-F238E27FC236}">
                    <a16:creationId xmlns:a16="http://schemas.microsoft.com/office/drawing/2014/main" id="{2F1C4DD6-7EA1-4CB1-904B-87CD1FB6B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452"/>
                <a:ext cx="41" cy="14"/>
              </a:xfrm>
              <a:custGeom>
                <a:avLst/>
                <a:gdLst>
                  <a:gd name="T0" fmla="*/ 8 w 100"/>
                  <a:gd name="T1" fmla="*/ 13 h 34"/>
                  <a:gd name="T2" fmla="*/ 3 w 100"/>
                  <a:gd name="T3" fmla="*/ 12 h 34"/>
                  <a:gd name="T4" fmla="*/ 6 w 100"/>
                  <a:gd name="T5" fmla="*/ 6 h 34"/>
                  <a:gd name="T6" fmla="*/ 15 w 100"/>
                  <a:gd name="T7" fmla="*/ 1 h 34"/>
                  <a:gd name="T8" fmla="*/ 25 w 100"/>
                  <a:gd name="T9" fmla="*/ 1 h 34"/>
                  <a:gd name="T10" fmla="*/ 36 w 100"/>
                  <a:gd name="T11" fmla="*/ 2 h 34"/>
                  <a:gd name="T12" fmla="*/ 46 w 100"/>
                  <a:gd name="T13" fmla="*/ 2 h 34"/>
                  <a:gd name="T14" fmla="*/ 55 w 100"/>
                  <a:gd name="T15" fmla="*/ 8 h 34"/>
                  <a:gd name="T16" fmla="*/ 64 w 100"/>
                  <a:gd name="T17" fmla="*/ 18 h 34"/>
                  <a:gd name="T18" fmla="*/ 83 w 100"/>
                  <a:gd name="T19" fmla="*/ 24 h 34"/>
                  <a:gd name="T20" fmla="*/ 95 w 100"/>
                  <a:gd name="T21" fmla="*/ 31 h 34"/>
                  <a:gd name="T22" fmla="*/ 86 w 100"/>
                  <a:gd name="T23" fmla="*/ 32 h 34"/>
                  <a:gd name="T24" fmla="*/ 76 w 100"/>
                  <a:gd name="T25" fmla="*/ 32 h 34"/>
                  <a:gd name="T26" fmla="*/ 67 w 100"/>
                  <a:gd name="T27" fmla="*/ 33 h 34"/>
                  <a:gd name="T28" fmla="*/ 57 w 100"/>
                  <a:gd name="T29" fmla="*/ 33 h 34"/>
                  <a:gd name="T30" fmla="*/ 36 w 100"/>
                  <a:gd name="T31" fmla="*/ 27 h 34"/>
                  <a:gd name="T32" fmla="*/ 26 w 100"/>
                  <a:gd name="T33" fmla="*/ 25 h 34"/>
                  <a:gd name="T34" fmla="*/ 23 w 100"/>
                  <a:gd name="T35" fmla="*/ 21 h 34"/>
                  <a:gd name="T36" fmla="*/ 21 w 100"/>
                  <a:gd name="T37" fmla="*/ 16 h 34"/>
                  <a:gd name="T38" fmla="*/ 15 w 100"/>
                  <a:gd name="T39" fmla="*/ 12 h 34"/>
                  <a:gd name="T40" fmla="*/ 13 w 100"/>
                  <a:gd name="T41" fmla="*/ 13 h 34"/>
                  <a:gd name="T42" fmla="*/ 8 w 100"/>
                  <a:gd name="T43" fmla="*/ 1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0" h="34">
                    <a:moveTo>
                      <a:pt x="8" y="13"/>
                    </a:moveTo>
                    <a:cubicBezTo>
                      <a:pt x="7" y="13"/>
                      <a:pt x="4" y="13"/>
                      <a:pt x="3" y="12"/>
                    </a:cubicBezTo>
                    <a:cubicBezTo>
                      <a:pt x="0" y="11"/>
                      <a:pt x="4" y="7"/>
                      <a:pt x="6" y="6"/>
                    </a:cubicBezTo>
                    <a:cubicBezTo>
                      <a:pt x="9" y="4"/>
                      <a:pt x="12" y="2"/>
                      <a:pt x="15" y="1"/>
                    </a:cubicBezTo>
                    <a:cubicBezTo>
                      <a:pt x="18" y="0"/>
                      <a:pt x="22" y="1"/>
                      <a:pt x="25" y="1"/>
                    </a:cubicBezTo>
                    <a:cubicBezTo>
                      <a:pt x="29" y="2"/>
                      <a:pt x="32" y="2"/>
                      <a:pt x="36" y="2"/>
                    </a:cubicBezTo>
                    <a:cubicBezTo>
                      <a:pt x="39" y="1"/>
                      <a:pt x="43" y="1"/>
                      <a:pt x="46" y="2"/>
                    </a:cubicBezTo>
                    <a:cubicBezTo>
                      <a:pt x="50" y="3"/>
                      <a:pt x="52" y="6"/>
                      <a:pt x="55" y="8"/>
                    </a:cubicBezTo>
                    <a:cubicBezTo>
                      <a:pt x="57" y="12"/>
                      <a:pt x="60" y="15"/>
                      <a:pt x="64" y="18"/>
                    </a:cubicBezTo>
                    <a:cubicBezTo>
                      <a:pt x="69" y="22"/>
                      <a:pt x="76" y="23"/>
                      <a:pt x="83" y="24"/>
                    </a:cubicBezTo>
                    <a:cubicBezTo>
                      <a:pt x="85" y="24"/>
                      <a:pt x="100" y="26"/>
                      <a:pt x="95" y="31"/>
                    </a:cubicBezTo>
                    <a:cubicBezTo>
                      <a:pt x="93" y="33"/>
                      <a:pt x="88" y="33"/>
                      <a:pt x="86" y="32"/>
                    </a:cubicBezTo>
                    <a:cubicBezTo>
                      <a:pt x="82" y="32"/>
                      <a:pt x="79" y="31"/>
                      <a:pt x="76" y="32"/>
                    </a:cubicBezTo>
                    <a:cubicBezTo>
                      <a:pt x="73" y="32"/>
                      <a:pt x="70" y="33"/>
                      <a:pt x="67" y="33"/>
                    </a:cubicBezTo>
                    <a:cubicBezTo>
                      <a:pt x="64" y="34"/>
                      <a:pt x="61" y="34"/>
                      <a:pt x="57" y="33"/>
                    </a:cubicBezTo>
                    <a:cubicBezTo>
                      <a:pt x="50" y="32"/>
                      <a:pt x="43" y="29"/>
                      <a:pt x="36" y="27"/>
                    </a:cubicBezTo>
                    <a:cubicBezTo>
                      <a:pt x="33" y="26"/>
                      <a:pt x="29" y="26"/>
                      <a:pt x="26" y="25"/>
                    </a:cubicBezTo>
                    <a:cubicBezTo>
                      <a:pt x="25" y="24"/>
                      <a:pt x="24" y="23"/>
                      <a:pt x="23" y="21"/>
                    </a:cubicBezTo>
                    <a:cubicBezTo>
                      <a:pt x="22" y="20"/>
                      <a:pt x="22" y="18"/>
                      <a:pt x="21" y="16"/>
                    </a:cubicBezTo>
                    <a:cubicBezTo>
                      <a:pt x="20" y="14"/>
                      <a:pt x="18" y="12"/>
                      <a:pt x="15" y="12"/>
                    </a:cubicBezTo>
                    <a:cubicBezTo>
                      <a:pt x="15" y="12"/>
                      <a:pt x="14" y="13"/>
                      <a:pt x="13" y="13"/>
                    </a:cubicBezTo>
                    <a:cubicBezTo>
                      <a:pt x="11" y="13"/>
                      <a:pt x="10" y="13"/>
                      <a:pt x="8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99" name="Freeform 1899">
                <a:extLst>
                  <a:ext uri="{FF2B5EF4-FFF2-40B4-BE49-F238E27FC236}">
                    <a16:creationId xmlns:a16="http://schemas.microsoft.com/office/drawing/2014/main" id="{859D2B65-0339-48A3-8C53-861AC8E23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454"/>
                <a:ext cx="21" cy="10"/>
              </a:xfrm>
              <a:custGeom>
                <a:avLst/>
                <a:gdLst>
                  <a:gd name="T0" fmla="*/ 7 w 51"/>
                  <a:gd name="T1" fmla="*/ 1 h 24"/>
                  <a:gd name="T2" fmla="*/ 16 w 51"/>
                  <a:gd name="T3" fmla="*/ 4 h 24"/>
                  <a:gd name="T4" fmla="*/ 26 w 51"/>
                  <a:gd name="T5" fmla="*/ 6 h 24"/>
                  <a:gd name="T6" fmla="*/ 35 w 51"/>
                  <a:gd name="T7" fmla="*/ 9 h 24"/>
                  <a:gd name="T8" fmla="*/ 44 w 51"/>
                  <a:gd name="T9" fmla="*/ 13 h 24"/>
                  <a:gd name="T10" fmla="*/ 50 w 51"/>
                  <a:gd name="T11" fmla="*/ 18 h 24"/>
                  <a:gd name="T12" fmla="*/ 49 w 51"/>
                  <a:gd name="T13" fmla="*/ 23 h 24"/>
                  <a:gd name="T14" fmla="*/ 45 w 51"/>
                  <a:gd name="T15" fmla="*/ 22 h 24"/>
                  <a:gd name="T16" fmla="*/ 39 w 51"/>
                  <a:gd name="T17" fmla="*/ 19 h 24"/>
                  <a:gd name="T18" fmla="*/ 32 w 51"/>
                  <a:gd name="T19" fmla="*/ 17 h 24"/>
                  <a:gd name="T20" fmla="*/ 21 w 51"/>
                  <a:gd name="T21" fmla="*/ 15 h 24"/>
                  <a:gd name="T22" fmla="*/ 9 w 51"/>
                  <a:gd name="T23" fmla="*/ 11 h 24"/>
                  <a:gd name="T24" fmla="*/ 5 w 51"/>
                  <a:gd name="T25" fmla="*/ 6 h 24"/>
                  <a:gd name="T26" fmla="*/ 2 w 51"/>
                  <a:gd name="T27" fmla="*/ 1 h 24"/>
                  <a:gd name="T28" fmla="*/ 7 w 51"/>
                  <a:gd name="T2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1" h="24">
                    <a:moveTo>
                      <a:pt x="7" y="1"/>
                    </a:moveTo>
                    <a:cubicBezTo>
                      <a:pt x="10" y="2"/>
                      <a:pt x="13" y="4"/>
                      <a:pt x="16" y="4"/>
                    </a:cubicBezTo>
                    <a:cubicBezTo>
                      <a:pt x="20" y="5"/>
                      <a:pt x="23" y="6"/>
                      <a:pt x="26" y="6"/>
                    </a:cubicBezTo>
                    <a:cubicBezTo>
                      <a:pt x="29" y="7"/>
                      <a:pt x="32" y="7"/>
                      <a:pt x="35" y="9"/>
                    </a:cubicBezTo>
                    <a:cubicBezTo>
                      <a:pt x="38" y="11"/>
                      <a:pt x="41" y="12"/>
                      <a:pt x="44" y="13"/>
                    </a:cubicBezTo>
                    <a:cubicBezTo>
                      <a:pt x="47" y="14"/>
                      <a:pt x="48" y="16"/>
                      <a:pt x="50" y="18"/>
                    </a:cubicBezTo>
                    <a:cubicBezTo>
                      <a:pt x="51" y="19"/>
                      <a:pt x="51" y="22"/>
                      <a:pt x="49" y="23"/>
                    </a:cubicBezTo>
                    <a:cubicBezTo>
                      <a:pt x="48" y="24"/>
                      <a:pt x="47" y="23"/>
                      <a:pt x="45" y="22"/>
                    </a:cubicBezTo>
                    <a:cubicBezTo>
                      <a:pt x="43" y="21"/>
                      <a:pt x="42" y="20"/>
                      <a:pt x="39" y="19"/>
                    </a:cubicBezTo>
                    <a:cubicBezTo>
                      <a:pt x="37" y="18"/>
                      <a:pt x="34" y="18"/>
                      <a:pt x="32" y="17"/>
                    </a:cubicBezTo>
                    <a:cubicBezTo>
                      <a:pt x="29" y="15"/>
                      <a:pt x="24" y="16"/>
                      <a:pt x="21" y="15"/>
                    </a:cubicBezTo>
                    <a:cubicBezTo>
                      <a:pt x="17" y="15"/>
                      <a:pt x="13" y="13"/>
                      <a:pt x="9" y="11"/>
                    </a:cubicBezTo>
                    <a:cubicBezTo>
                      <a:pt x="8" y="10"/>
                      <a:pt x="6" y="8"/>
                      <a:pt x="5" y="6"/>
                    </a:cubicBezTo>
                    <a:cubicBezTo>
                      <a:pt x="4" y="5"/>
                      <a:pt x="0" y="2"/>
                      <a:pt x="2" y="1"/>
                    </a:cubicBezTo>
                    <a:cubicBezTo>
                      <a:pt x="3" y="0"/>
                      <a:pt x="6" y="1"/>
                      <a:pt x="7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00" name="Freeform 1900">
                <a:extLst>
                  <a:ext uri="{FF2B5EF4-FFF2-40B4-BE49-F238E27FC236}">
                    <a16:creationId xmlns:a16="http://schemas.microsoft.com/office/drawing/2014/main" id="{7DFCACC2-2819-4AFA-9403-4EDB0B28B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425"/>
                <a:ext cx="50" cy="35"/>
              </a:xfrm>
              <a:custGeom>
                <a:avLst/>
                <a:gdLst>
                  <a:gd name="T0" fmla="*/ 11 w 123"/>
                  <a:gd name="T1" fmla="*/ 39 h 86"/>
                  <a:gd name="T2" fmla="*/ 8 w 123"/>
                  <a:gd name="T3" fmla="*/ 35 h 86"/>
                  <a:gd name="T4" fmla="*/ 4 w 123"/>
                  <a:gd name="T5" fmla="*/ 32 h 86"/>
                  <a:gd name="T6" fmla="*/ 2 w 123"/>
                  <a:gd name="T7" fmla="*/ 28 h 86"/>
                  <a:gd name="T8" fmla="*/ 2 w 123"/>
                  <a:gd name="T9" fmla="*/ 23 h 86"/>
                  <a:gd name="T10" fmla="*/ 3 w 123"/>
                  <a:gd name="T11" fmla="*/ 19 h 86"/>
                  <a:gd name="T12" fmla="*/ 0 w 123"/>
                  <a:gd name="T13" fmla="*/ 14 h 86"/>
                  <a:gd name="T14" fmla="*/ 0 w 123"/>
                  <a:gd name="T15" fmla="*/ 7 h 86"/>
                  <a:gd name="T16" fmla="*/ 3 w 123"/>
                  <a:gd name="T17" fmla="*/ 1 h 86"/>
                  <a:gd name="T18" fmla="*/ 7 w 123"/>
                  <a:gd name="T19" fmla="*/ 3 h 86"/>
                  <a:gd name="T20" fmla="*/ 7 w 123"/>
                  <a:gd name="T21" fmla="*/ 8 h 86"/>
                  <a:gd name="T22" fmla="*/ 16 w 123"/>
                  <a:gd name="T23" fmla="*/ 10 h 86"/>
                  <a:gd name="T24" fmla="*/ 17 w 123"/>
                  <a:gd name="T25" fmla="*/ 15 h 86"/>
                  <a:gd name="T26" fmla="*/ 19 w 123"/>
                  <a:gd name="T27" fmla="*/ 20 h 86"/>
                  <a:gd name="T28" fmla="*/ 27 w 123"/>
                  <a:gd name="T29" fmla="*/ 23 h 86"/>
                  <a:gd name="T30" fmla="*/ 31 w 123"/>
                  <a:gd name="T31" fmla="*/ 29 h 86"/>
                  <a:gd name="T32" fmla="*/ 40 w 123"/>
                  <a:gd name="T33" fmla="*/ 32 h 86"/>
                  <a:gd name="T34" fmla="*/ 46 w 123"/>
                  <a:gd name="T35" fmla="*/ 38 h 86"/>
                  <a:gd name="T36" fmla="*/ 51 w 123"/>
                  <a:gd name="T37" fmla="*/ 45 h 86"/>
                  <a:gd name="T38" fmla="*/ 54 w 123"/>
                  <a:gd name="T39" fmla="*/ 47 h 86"/>
                  <a:gd name="T40" fmla="*/ 56 w 123"/>
                  <a:gd name="T41" fmla="*/ 49 h 86"/>
                  <a:gd name="T42" fmla="*/ 62 w 123"/>
                  <a:gd name="T43" fmla="*/ 52 h 86"/>
                  <a:gd name="T44" fmla="*/ 63 w 123"/>
                  <a:gd name="T45" fmla="*/ 54 h 86"/>
                  <a:gd name="T46" fmla="*/ 70 w 123"/>
                  <a:gd name="T47" fmla="*/ 56 h 86"/>
                  <a:gd name="T48" fmla="*/ 71 w 123"/>
                  <a:gd name="T49" fmla="*/ 51 h 86"/>
                  <a:gd name="T50" fmla="*/ 76 w 123"/>
                  <a:gd name="T51" fmla="*/ 50 h 86"/>
                  <a:gd name="T52" fmla="*/ 81 w 123"/>
                  <a:gd name="T53" fmla="*/ 51 h 86"/>
                  <a:gd name="T54" fmla="*/ 85 w 123"/>
                  <a:gd name="T55" fmla="*/ 54 h 86"/>
                  <a:gd name="T56" fmla="*/ 88 w 123"/>
                  <a:gd name="T57" fmla="*/ 57 h 86"/>
                  <a:gd name="T58" fmla="*/ 89 w 123"/>
                  <a:gd name="T59" fmla="*/ 61 h 86"/>
                  <a:gd name="T60" fmla="*/ 95 w 123"/>
                  <a:gd name="T61" fmla="*/ 66 h 86"/>
                  <a:gd name="T62" fmla="*/ 103 w 123"/>
                  <a:gd name="T63" fmla="*/ 64 h 86"/>
                  <a:gd name="T64" fmla="*/ 109 w 123"/>
                  <a:gd name="T65" fmla="*/ 64 h 86"/>
                  <a:gd name="T66" fmla="*/ 112 w 123"/>
                  <a:gd name="T67" fmla="*/ 65 h 86"/>
                  <a:gd name="T68" fmla="*/ 116 w 123"/>
                  <a:gd name="T69" fmla="*/ 66 h 86"/>
                  <a:gd name="T70" fmla="*/ 118 w 123"/>
                  <a:gd name="T71" fmla="*/ 65 h 86"/>
                  <a:gd name="T72" fmla="*/ 123 w 123"/>
                  <a:gd name="T73" fmla="*/ 66 h 86"/>
                  <a:gd name="T74" fmla="*/ 120 w 123"/>
                  <a:gd name="T75" fmla="*/ 70 h 86"/>
                  <a:gd name="T76" fmla="*/ 115 w 123"/>
                  <a:gd name="T77" fmla="*/ 73 h 86"/>
                  <a:gd name="T78" fmla="*/ 111 w 123"/>
                  <a:gd name="T79" fmla="*/ 78 h 86"/>
                  <a:gd name="T80" fmla="*/ 106 w 123"/>
                  <a:gd name="T81" fmla="*/ 80 h 86"/>
                  <a:gd name="T82" fmla="*/ 92 w 123"/>
                  <a:gd name="T83" fmla="*/ 82 h 86"/>
                  <a:gd name="T84" fmla="*/ 79 w 123"/>
                  <a:gd name="T85" fmla="*/ 85 h 86"/>
                  <a:gd name="T86" fmla="*/ 67 w 123"/>
                  <a:gd name="T87" fmla="*/ 84 h 86"/>
                  <a:gd name="T88" fmla="*/ 55 w 123"/>
                  <a:gd name="T89" fmla="*/ 76 h 86"/>
                  <a:gd name="T90" fmla="*/ 52 w 123"/>
                  <a:gd name="T91" fmla="*/ 74 h 86"/>
                  <a:gd name="T92" fmla="*/ 50 w 123"/>
                  <a:gd name="T93" fmla="*/ 71 h 86"/>
                  <a:gd name="T94" fmla="*/ 44 w 123"/>
                  <a:gd name="T95" fmla="*/ 64 h 86"/>
                  <a:gd name="T96" fmla="*/ 38 w 123"/>
                  <a:gd name="T97" fmla="*/ 62 h 86"/>
                  <a:gd name="T98" fmla="*/ 35 w 123"/>
                  <a:gd name="T99" fmla="*/ 57 h 86"/>
                  <a:gd name="T100" fmla="*/ 30 w 123"/>
                  <a:gd name="T101" fmla="*/ 50 h 86"/>
                  <a:gd name="T102" fmla="*/ 27 w 123"/>
                  <a:gd name="T103" fmla="*/ 50 h 86"/>
                  <a:gd name="T104" fmla="*/ 23 w 123"/>
                  <a:gd name="T105" fmla="*/ 47 h 86"/>
                  <a:gd name="T106" fmla="*/ 22 w 123"/>
                  <a:gd name="T107" fmla="*/ 46 h 86"/>
                  <a:gd name="T108" fmla="*/ 15 w 123"/>
                  <a:gd name="T109" fmla="*/ 44 h 86"/>
                  <a:gd name="T110" fmla="*/ 11 w 123"/>
                  <a:gd name="T111" fmla="*/ 39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3" h="86">
                    <a:moveTo>
                      <a:pt x="11" y="39"/>
                    </a:moveTo>
                    <a:cubicBezTo>
                      <a:pt x="10" y="37"/>
                      <a:pt x="10" y="36"/>
                      <a:pt x="8" y="35"/>
                    </a:cubicBezTo>
                    <a:cubicBezTo>
                      <a:pt x="6" y="34"/>
                      <a:pt x="5" y="34"/>
                      <a:pt x="4" y="32"/>
                    </a:cubicBezTo>
                    <a:cubicBezTo>
                      <a:pt x="3" y="30"/>
                      <a:pt x="3" y="29"/>
                      <a:pt x="2" y="28"/>
                    </a:cubicBezTo>
                    <a:cubicBezTo>
                      <a:pt x="1" y="26"/>
                      <a:pt x="1" y="25"/>
                      <a:pt x="2" y="23"/>
                    </a:cubicBezTo>
                    <a:cubicBezTo>
                      <a:pt x="4" y="22"/>
                      <a:pt x="4" y="21"/>
                      <a:pt x="3" y="19"/>
                    </a:cubicBezTo>
                    <a:cubicBezTo>
                      <a:pt x="1" y="18"/>
                      <a:pt x="0" y="16"/>
                      <a:pt x="0" y="14"/>
                    </a:cubicBezTo>
                    <a:cubicBezTo>
                      <a:pt x="0" y="12"/>
                      <a:pt x="0" y="9"/>
                      <a:pt x="0" y="7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0"/>
                      <a:pt x="7" y="3"/>
                    </a:cubicBezTo>
                    <a:cubicBezTo>
                      <a:pt x="6" y="5"/>
                      <a:pt x="4" y="7"/>
                      <a:pt x="7" y="8"/>
                    </a:cubicBezTo>
                    <a:cubicBezTo>
                      <a:pt x="10" y="9"/>
                      <a:pt x="13" y="8"/>
                      <a:pt x="16" y="10"/>
                    </a:cubicBezTo>
                    <a:cubicBezTo>
                      <a:pt x="18" y="11"/>
                      <a:pt x="17" y="13"/>
                      <a:pt x="17" y="15"/>
                    </a:cubicBezTo>
                    <a:cubicBezTo>
                      <a:pt x="16" y="18"/>
                      <a:pt x="17" y="19"/>
                      <a:pt x="19" y="20"/>
                    </a:cubicBezTo>
                    <a:cubicBezTo>
                      <a:pt x="22" y="21"/>
                      <a:pt x="25" y="21"/>
                      <a:pt x="27" y="23"/>
                    </a:cubicBezTo>
                    <a:cubicBezTo>
                      <a:pt x="28" y="25"/>
                      <a:pt x="29" y="28"/>
                      <a:pt x="31" y="29"/>
                    </a:cubicBezTo>
                    <a:cubicBezTo>
                      <a:pt x="33" y="31"/>
                      <a:pt x="37" y="31"/>
                      <a:pt x="40" y="32"/>
                    </a:cubicBezTo>
                    <a:cubicBezTo>
                      <a:pt x="43" y="33"/>
                      <a:pt x="45" y="35"/>
                      <a:pt x="46" y="38"/>
                    </a:cubicBezTo>
                    <a:cubicBezTo>
                      <a:pt x="48" y="41"/>
                      <a:pt x="49" y="43"/>
                      <a:pt x="51" y="45"/>
                    </a:cubicBezTo>
                    <a:cubicBezTo>
                      <a:pt x="52" y="46"/>
                      <a:pt x="53" y="47"/>
                      <a:pt x="54" y="47"/>
                    </a:cubicBezTo>
                    <a:cubicBezTo>
                      <a:pt x="55" y="48"/>
                      <a:pt x="56" y="49"/>
                      <a:pt x="56" y="49"/>
                    </a:cubicBezTo>
                    <a:cubicBezTo>
                      <a:pt x="58" y="50"/>
                      <a:pt x="61" y="50"/>
                      <a:pt x="62" y="52"/>
                    </a:cubicBezTo>
                    <a:cubicBezTo>
                      <a:pt x="63" y="53"/>
                      <a:pt x="63" y="53"/>
                      <a:pt x="63" y="54"/>
                    </a:cubicBezTo>
                    <a:cubicBezTo>
                      <a:pt x="65" y="56"/>
                      <a:pt x="68" y="58"/>
                      <a:pt x="70" y="56"/>
                    </a:cubicBezTo>
                    <a:cubicBezTo>
                      <a:pt x="71" y="54"/>
                      <a:pt x="70" y="52"/>
                      <a:pt x="71" y="51"/>
                    </a:cubicBezTo>
                    <a:cubicBezTo>
                      <a:pt x="73" y="50"/>
                      <a:pt x="74" y="50"/>
                      <a:pt x="76" y="50"/>
                    </a:cubicBezTo>
                    <a:cubicBezTo>
                      <a:pt x="78" y="50"/>
                      <a:pt x="79" y="50"/>
                      <a:pt x="81" y="51"/>
                    </a:cubicBezTo>
                    <a:cubicBezTo>
                      <a:pt x="82" y="52"/>
                      <a:pt x="84" y="53"/>
                      <a:pt x="85" y="54"/>
                    </a:cubicBezTo>
                    <a:cubicBezTo>
                      <a:pt x="87" y="54"/>
                      <a:pt x="88" y="55"/>
                      <a:pt x="88" y="57"/>
                    </a:cubicBezTo>
                    <a:cubicBezTo>
                      <a:pt x="88" y="58"/>
                      <a:pt x="88" y="60"/>
                      <a:pt x="89" y="61"/>
                    </a:cubicBezTo>
                    <a:cubicBezTo>
                      <a:pt x="90" y="63"/>
                      <a:pt x="92" y="66"/>
                      <a:pt x="95" y="66"/>
                    </a:cubicBezTo>
                    <a:cubicBezTo>
                      <a:pt x="97" y="66"/>
                      <a:pt x="100" y="65"/>
                      <a:pt x="103" y="64"/>
                    </a:cubicBezTo>
                    <a:cubicBezTo>
                      <a:pt x="105" y="63"/>
                      <a:pt x="108" y="63"/>
                      <a:pt x="109" y="64"/>
                    </a:cubicBezTo>
                    <a:cubicBezTo>
                      <a:pt x="111" y="65"/>
                      <a:pt x="111" y="65"/>
                      <a:pt x="112" y="65"/>
                    </a:cubicBezTo>
                    <a:cubicBezTo>
                      <a:pt x="113" y="65"/>
                      <a:pt x="115" y="66"/>
                      <a:pt x="116" y="66"/>
                    </a:cubicBezTo>
                    <a:cubicBezTo>
                      <a:pt x="117" y="65"/>
                      <a:pt x="117" y="65"/>
                      <a:pt x="118" y="65"/>
                    </a:cubicBezTo>
                    <a:cubicBezTo>
                      <a:pt x="120" y="64"/>
                      <a:pt x="122" y="65"/>
                      <a:pt x="123" y="66"/>
                    </a:cubicBezTo>
                    <a:cubicBezTo>
                      <a:pt x="122" y="68"/>
                      <a:pt x="121" y="69"/>
                      <a:pt x="120" y="70"/>
                    </a:cubicBezTo>
                    <a:cubicBezTo>
                      <a:pt x="118" y="71"/>
                      <a:pt x="116" y="72"/>
                      <a:pt x="115" y="73"/>
                    </a:cubicBezTo>
                    <a:cubicBezTo>
                      <a:pt x="113" y="75"/>
                      <a:pt x="112" y="76"/>
                      <a:pt x="111" y="78"/>
                    </a:cubicBezTo>
                    <a:cubicBezTo>
                      <a:pt x="109" y="79"/>
                      <a:pt x="108" y="80"/>
                      <a:pt x="106" y="80"/>
                    </a:cubicBezTo>
                    <a:cubicBezTo>
                      <a:pt x="102" y="82"/>
                      <a:pt x="97" y="82"/>
                      <a:pt x="92" y="82"/>
                    </a:cubicBezTo>
                    <a:cubicBezTo>
                      <a:pt x="88" y="83"/>
                      <a:pt x="84" y="85"/>
                      <a:pt x="79" y="85"/>
                    </a:cubicBezTo>
                    <a:cubicBezTo>
                      <a:pt x="75" y="86"/>
                      <a:pt x="71" y="86"/>
                      <a:pt x="67" y="84"/>
                    </a:cubicBezTo>
                    <a:cubicBezTo>
                      <a:pt x="62" y="82"/>
                      <a:pt x="59" y="79"/>
                      <a:pt x="55" y="76"/>
                    </a:cubicBezTo>
                    <a:cubicBezTo>
                      <a:pt x="54" y="75"/>
                      <a:pt x="53" y="75"/>
                      <a:pt x="52" y="74"/>
                    </a:cubicBezTo>
                    <a:cubicBezTo>
                      <a:pt x="51" y="73"/>
                      <a:pt x="51" y="72"/>
                      <a:pt x="50" y="71"/>
                    </a:cubicBezTo>
                    <a:cubicBezTo>
                      <a:pt x="49" y="68"/>
                      <a:pt x="46" y="65"/>
                      <a:pt x="44" y="64"/>
                    </a:cubicBezTo>
                    <a:cubicBezTo>
                      <a:pt x="42" y="63"/>
                      <a:pt x="40" y="63"/>
                      <a:pt x="38" y="62"/>
                    </a:cubicBezTo>
                    <a:cubicBezTo>
                      <a:pt x="36" y="61"/>
                      <a:pt x="35" y="59"/>
                      <a:pt x="35" y="57"/>
                    </a:cubicBezTo>
                    <a:cubicBezTo>
                      <a:pt x="34" y="54"/>
                      <a:pt x="33" y="52"/>
                      <a:pt x="30" y="50"/>
                    </a:cubicBezTo>
                    <a:cubicBezTo>
                      <a:pt x="29" y="50"/>
                      <a:pt x="28" y="50"/>
                      <a:pt x="27" y="50"/>
                    </a:cubicBezTo>
                    <a:cubicBezTo>
                      <a:pt x="25" y="50"/>
                      <a:pt x="24" y="48"/>
                      <a:pt x="23" y="47"/>
                    </a:cubicBezTo>
                    <a:cubicBezTo>
                      <a:pt x="23" y="47"/>
                      <a:pt x="23" y="46"/>
                      <a:pt x="22" y="46"/>
                    </a:cubicBezTo>
                    <a:cubicBezTo>
                      <a:pt x="20" y="45"/>
                      <a:pt x="17" y="45"/>
                      <a:pt x="15" y="44"/>
                    </a:cubicBezTo>
                    <a:cubicBezTo>
                      <a:pt x="13" y="42"/>
                      <a:pt x="11" y="41"/>
                      <a:pt x="11" y="3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01" name="Freeform 1901">
                <a:extLst>
                  <a:ext uri="{FF2B5EF4-FFF2-40B4-BE49-F238E27FC236}">
                    <a16:creationId xmlns:a16="http://schemas.microsoft.com/office/drawing/2014/main" id="{F97C612B-3DB3-4B43-984F-36183B521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452"/>
                <a:ext cx="4" cy="3"/>
              </a:xfrm>
              <a:custGeom>
                <a:avLst/>
                <a:gdLst>
                  <a:gd name="T0" fmla="*/ 11 w 11"/>
                  <a:gd name="T1" fmla="*/ 5 h 7"/>
                  <a:gd name="T2" fmla="*/ 9 w 11"/>
                  <a:gd name="T3" fmla="*/ 7 h 7"/>
                  <a:gd name="T4" fmla="*/ 5 w 11"/>
                  <a:gd name="T5" fmla="*/ 7 h 7"/>
                  <a:gd name="T6" fmla="*/ 2 w 11"/>
                  <a:gd name="T7" fmla="*/ 4 h 7"/>
                  <a:gd name="T8" fmla="*/ 1 w 11"/>
                  <a:gd name="T9" fmla="*/ 1 h 7"/>
                  <a:gd name="T10" fmla="*/ 9 w 11"/>
                  <a:gd name="T11" fmla="*/ 1 h 7"/>
                  <a:gd name="T12" fmla="*/ 11 w 11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6"/>
                      <a:pt x="10" y="7"/>
                      <a:pt x="9" y="7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4" y="6"/>
                      <a:pt x="2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0" y="2"/>
                      <a:pt x="11" y="3"/>
                      <a:pt x="1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02" name="Freeform 1902">
                <a:extLst>
                  <a:ext uri="{FF2B5EF4-FFF2-40B4-BE49-F238E27FC236}">
                    <a16:creationId xmlns:a16="http://schemas.microsoft.com/office/drawing/2014/main" id="{F357E268-2E32-49FB-B66D-99042A73C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442"/>
                <a:ext cx="22" cy="20"/>
              </a:xfrm>
              <a:custGeom>
                <a:avLst/>
                <a:gdLst>
                  <a:gd name="T0" fmla="*/ 26 w 55"/>
                  <a:gd name="T1" fmla="*/ 42 h 49"/>
                  <a:gd name="T2" fmla="*/ 22 w 55"/>
                  <a:gd name="T3" fmla="*/ 40 h 49"/>
                  <a:gd name="T4" fmla="*/ 19 w 55"/>
                  <a:gd name="T5" fmla="*/ 37 h 49"/>
                  <a:gd name="T6" fmla="*/ 17 w 55"/>
                  <a:gd name="T7" fmla="*/ 33 h 49"/>
                  <a:gd name="T8" fmla="*/ 10 w 55"/>
                  <a:gd name="T9" fmla="*/ 31 h 49"/>
                  <a:gd name="T10" fmla="*/ 8 w 55"/>
                  <a:gd name="T11" fmla="*/ 28 h 49"/>
                  <a:gd name="T12" fmla="*/ 7 w 55"/>
                  <a:gd name="T13" fmla="*/ 27 h 49"/>
                  <a:gd name="T14" fmla="*/ 5 w 55"/>
                  <a:gd name="T15" fmla="*/ 25 h 49"/>
                  <a:gd name="T16" fmla="*/ 4 w 55"/>
                  <a:gd name="T17" fmla="*/ 23 h 49"/>
                  <a:gd name="T18" fmla="*/ 2 w 55"/>
                  <a:gd name="T19" fmla="*/ 15 h 49"/>
                  <a:gd name="T20" fmla="*/ 2 w 55"/>
                  <a:gd name="T21" fmla="*/ 10 h 49"/>
                  <a:gd name="T22" fmla="*/ 0 w 55"/>
                  <a:gd name="T23" fmla="*/ 7 h 49"/>
                  <a:gd name="T24" fmla="*/ 14 w 55"/>
                  <a:gd name="T25" fmla="*/ 8 h 49"/>
                  <a:gd name="T26" fmla="*/ 25 w 55"/>
                  <a:gd name="T27" fmla="*/ 16 h 49"/>
                  <a:gd name="T28" fmla="*/ 32 w 55"/>
                  <a:gd name="T29" fmla="*/ 19 h 49"/>
                  <a:gd name="T30" fmla="*/ 37 w 55"/>
                  <a:gd name="T31" fmla="*/ 28 h 49"/>
                  <a:gd name="T32" fmla="*/ 41 w 55"/>
                  <a:gd name="T33" fmla="*/ 31 h 49"/>
                  <a:gd name="T34" fmla="*/ 45 w 55"/>
                  <a:gd name="T35" fmla="*/ 35 h 49"/>
                  <a:gd name="T36" fmla="*/ 51 w 55"/>
                  <a:gd name="T37" fmla="*/ 38 h 49"/>
                  <a:gd name="T38" fmla="*/ 55 w 55"/>
                  <a:gd name="T39" fmla="*/ 43 h 49"/>
                  <a:gd name="T40" fmla="*/ 52 w 55"/>
                  <a:gd name="T41" fmla="*/ 46 h 49"/>
                  <a:gd name="T42" fmla="*/ 46 w 55"/>
                  <a:gd name="T43" fmla="*/ 49 h 49"/>
                  <a:gd name="T44" fmla="*/ 40 w 55"/>
                  <a:gd name="T45" fmla="*/ 48 h 49"/>
                  <a:gd name="T46" fmla="*/ 37 w 55"/>
                  <a:gd name="T47" fmla="*/ 45 h 49"/>
                  <a:gd name="T48" fmla="*/ 32 w 55"/>
                  <a:gd name="T49" fmla="*/ 44 h 49"/>
                  <a:gd name="T50" fmla="*/ 28 w 55"/>
                  <a:gd name="T51" fmla="*/ 44 h 49"/>
                  <a:gd name="T52" fmla="*/ 26 w 55"/>
                  <a:gd name="T53" fmla="*/ 4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5" h="49">
                    <a:moveTo>
                      <a:pt x="26" y="42"/>
                    </a:moveTo>
                    <a:cubicBezTo>
                      <a:pt x="24" y="41"/>
                      <a:pt x="23" y="40"/>
                      <a:pt x="22" y="40"/>
                    </a:cubicBezTo>
                    <a:cubicBezTo>
                      <a:pt x="20" y="39"/>
                      <a:pt x="20" y="38"/>
                      <a:pt x="19" y="37"/>
                    </a:cubicBezTo>
                    <a:cubicBezTo>
                      <a:pt x="19" y="36"/>
                      <a:pt x="18" y="34"/>
                      <a:pt x="17" y="33"/>
                    </a:cubicBezTo>
                    <a:cubicBezTo>
                      <a:pt x="15" y="32"/>
                      <a:pt x="12" y="33"/>
                      <a:pt x="10" y="31"/>
                    </a:cubicBezTo>
                    <a:cubicBezTo>
                      <a:pt x="9" y="30"/>
                      <a:pt x="8" y="29"/>
                      <a:pt x="8" y="28"/>
                    </a:cubicBezTo>
                    <a:cubicBezTo>
                      <a:pt x="7" y="28"/>
                      <a:pt x="7" y="27"/>
                      <a:pt x="7" y="27"/>
                    </a:cubicBezTo>
                    <a:cubicBezTo>
                      <a:pt x="6" y="26"/>
                      <a:pt x="6" y="26"/>
                      <a:pt x="5" y="25"/>
                    </a:cubicBezTo>
                    <a:cubicBezTo>
                      <a:pt x="5" y="24"/>
                      <a:pt x="4" y="24"/>
                      <a:pt x="4" y="23"/>
                    </a:cubicBezTo>
                    <a:cubicBezTo>
                      <a:pt x="3" y="20"/>
                      <a:pt x="3" y="18"/>
                      <a:pt x="2" y="15"/>
                    </a:cubicBezTo>
                    <a:cubicBezTo>
                      <a:pt x="2" y="14"/>
                      <a:pt x="2" y="12"/>
                      <a:pt x="2" y="10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2" y="0"/>
                      <a:pt x="11" y="5"/>
                      <a:pt x="14" y="8"/>
                    </a:cubicBezTo>
                    <a:cubicBezTo>
                      <a:pt x="18" y="11"/>
                      <a:pt x="20" y="15"/>
                      <a:pt x="25" y="16"/>
                    </a:cubicBezTo>
                    <a:cubicBezTo>
                      <a:pt x="28" y="16"/>
                      <a:pt x="30" y="17"/>
                      <a:pt x="32" y="19"/>
                    </a:cubicBezTo>
                    <a:cubicBezTo>
                      <a:pt x="34" y="22"/>
                      <a:pt x="36" y="25"/>
                      <a:pt x="37" y="28"/>
                    </a:cubicBezTo>
                    <a:cubicBezTo>
                      <a:pt x="38" y="29"/>
                      <a:pt x="40" y="30"/>
                      <a:pt x="41" y="31"/>
                    </a:cubicBezTo>
                    <a:cubicBezTo>
                      <a:pt x="42" y="33"/>
                      <a:pt x="43" y="34"/>
                      <a:pt x="45" y="35"/>
                    </a:cubicBezTo>
                    <a:cubicBezTo>
                      <a:pt x="47" y="36"/>
                      <a:pt x="49" y="37"/>
                      <a:pt x="51" y="38"/>
                    </a:cubicBezTo>
                    <a:cubicBezTo>
                      <a:pt x="52" y="39"/>
                      <a:pt x="55" y="41"/>
                      <a:pt x="55" y="43"/>
                    </a:cubicBezTo>
                    <a:cubicBezTo>
                      <a:pt x="55" y="45"/>
                      <a:pt x="53" y="46"/>
                      <a:pt x="52" y="46"/>
                    </a:cubicBezTo>
                    <a:cubicBezTo>
                      <a:pt x="50" y="47"/>
                      <a:pt x="48" y="48"/>
                      <a:pt x="46" y="49"/>
                    </a:cubicBezTo>
                    <a:cubicBezTo>
                      <a:pt x="44" y="49"/>
                      <a:pt x="42" y="49"/>
                      <a:pt x="40" y="48"/>
                    </a:cubicBezTo>
                    <a:cubicBezTo>
                      <a:pt x="39" y="46"/>
                      <a:pt x="39" y="45"/>
                      <a:pt x="37" y="45"/>
                    </a:cubicBezTo>
                    <a:cubicBezTo>
                      <a:pt x="35" y="44"/>
                      <a:pt x="34" y="44"/>
                      <a:pt x="32" y="44"/>
                    </a:cubicBezTo>
                    <a:cubicBezTo>
                      <a:pt x="31" y="45"/>
                      <a:pt x="30" y="45"/>
                      <a:pt x="28" y="44"/>
                    </a:cubicBezTo>
                    <a:cubicBezTo>
                      <a:pt x="27" y="44"/>
                      <a:pt x="26" y="43"/>
                      <a:pt x="26" y="4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03" name="Freeform 1903">
                <a:extLst>
                  <a:ext uri="{FF2B5EF4-FFF2-40B4-BE49-F238E27FC236}">
                    <a16:creationId xmlns:a16="http://schemas.microsoft.com/office/drawing/2014/main" id="{CFF63840-1174-4B41-8C61-1717D9777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457"/>
                <a:ext cx="4" cy="2"/>
              </a:xfrm>
              <a:custGeom>
                <a:avLst/>
                <a:gdLst>
                  <a:gd name="T0" fmla="*/ 4 w 10"/>
                  <a:gd name="T1" fmla="*/ 1 h 5"/>
                  <a:gd name="T2" fmla="*/ 6 w 10"/>
                  <a:gd name="T3" fmla="*/ 1 h 5"/>
                  <a:gd name="T4" fmla="*/ 8 w 10"/>
                  <a:gd name="T5" fmla="*/ 1 h 5"/>
                  <a:gd name="T6" fmla="*/ 10 w 10"/>
                  <a:gd name="T7" fmla="*/ 3 h 5"/>
                  <a:gd name="T8" fmla="*/ 8 w 10"/>
                  <a:gd name="T9" fmla="*/ 5 h 5"/>
                  <a:gd name="T10" fmla="*/ 4 w 10"/>
                  <a:gd name="T11" fmla="*/ 5 h 5"/>
                  <a:gd name="T12" fmla="*/ 1 w 10"/>
                  <a:gd name="T13" fmla="*/ 3 h 5"/>
                  <a:gd name="T14" fmla="*/ 4 w 10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5">
                    <a:moveTo>
                      <a:pt x="4" y="1"/>
                    </a:moveTo>
                    <a:cubicBezTo>
                      <a:pt x="5" y="1"/>
                      <a:pt x="6" y="1"/>
                      <a:pt x="6" y="1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9" y="2"/>
                      <a:pt x="9" y="3"/>
                      <a:pt x="10" y="3"/>
                    </a:cubicBezTo>
                    <a:cubicBezTo>
                      <a:pt x="10" y="4"/>
                      <a:pt x="9" y="5"/>
                      <a:pt x="8" y="5"/>
                    </a:cubicBezTo>
                    <a:cubicBezTo>
                      <a:pt x="7" y="5"/>
                      <a:pt x="6" y="5"/>
                      <a:pt x="4" y="5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1"/>
                      <a:pt x="2" y="1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04" name="Freeform 1904">
                <a:extLst>
                  <a:ext uri="{FF2B5EF4-FFF2-40B4-BE49-F238E27FC236}">
                    <a16:creationId xmlns:a16="http://schemas.microsoft.com/office/drawing/2014/main" id="{D7186742-2F78-4373-8FC0-DE759467F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439"/>
                <a:ext cx="17" cy="5"/>
              </a:xfrm>
              <a:custGeom>
                <a:avLst/>
                <a:gdLst>
                  <a:gd name="T0" fmla="*/ 13 w 41"/>
                  <a:gd name="T1" fmla="*/ 11 h 13"/>
                  <a:gd name="T2" fmla="*/ 9 w 41"/>
                  <a:gd name="T3" fmla="*/ 11 h 13"/>
                  <a:gd name="T4" fmla="*/ 3 w 41"/>
                  <a:gd name="T5" fmla="*/ 12 h 13"/>
                  <a:gd name="T6" fmla="*/ 0 w 41"/>
                  <a:gd name="T7" fmla="*/ 10 h 13"/>
                  <a:gd name="T8" fmla="*/ 1 w 41"/>
                  <a:gd name="T9" fmla="*/ 7 h 13"/>
                  <a:gd name="T10" fmla="*/ 9 w 41"/>
                  <a:gd name="T11" fmla="*/ 3 h 13"/>
                  <a:gd name="T12" fmla="*/ 13 w 41"/>
                  <a:gd name="T13" fmla="*/ 3 h 13"/>
                  <a:gd name="T14" fmla="*/ 17 w 41"/>
                  <a:gd name="T15" fmla="*/ 2 h 13"/>
                  <a:gd name="T16" fmla="*/ 27 w 41"/>
                  <a:gd name="T17" fmla="*/ 0 h 13"/>
                  <a:gd name="T18" fmla="*/ 35 w 41"/>
                  <a:gd name="T19" fmla="*/ 2 h 13"/>
                  <a:gd name="T20" fmla="*/ 38 w 41"/>
                  <a:gd name="T21" fmla="*/ 4 h 13"/>
                  <a:gd name="T22" fmla="*/ 41 w 41"/>
                  <a:gd name="T23" fmla="*/ 6 h 13"/>
                  <a:gd name="T24" fmla="*/ 33 w 41"/>
                  <a:gd name="T25" fmla="*/ 8 h 13"/>
                  <a:gd name="T26" fmla="*/ 29 w 41"/>
                  <a:gd name="T27" fmla="*/ 8 h 13"/>
                  <a:gd name="T28" fmla="*/ 27 w 41"/>
                  <a:gd name="T29" fmla="*/ 9 h 13"/>
                  <a:gd name="T30" fmla="*/ 25 w 41"/>
                  <a:gd name="T31" fmla="*/ 10 h 13"/>
                  <a:gd name="T32" fmla="*/ 19 w 41"/>
                  <a:gd name="T33" fmla="*/ 11 h 13"/>
                  <a:gd name="T34" fmla="*/ 13 w 41"/>
                  <a:gd name="T35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" h="13">
                    <a:moveTo>
                      <a:pt x="13" y="11"/>
                    </a:moveTo>
                    <a:cubicBezTo>
                      <a:pt x="11" y="11"/>
                      <a:pt x="10" y="11"/>
                      <a:pt x="9" y="11"/>
                    </a:cubicBezTo>
                    <a:cubicBezTo>
                      <a:pt x="7" y="12"/>
                      <a:pt x="4" y="13"/>
                      <a:pt x="3" y="12"/>
                    </a:cubicBezTo>
                    <a:cubicBezTo>
                      <a:pt x="2" y="12"/>
                      <a:pt x="1" y="11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2" y="5"/>
                      <a:pt x="6" y="3"/>
                      <a:pt x="9" y="3"/>
                    </a:cubicBezTo>
                    <a:cubicBezTo>
                      <a:pt x="10" y="3"/>
                      <a:pt x="12" y="3"/>
                      <a:pt x="13" y="3"/>
                    </a:cubicBezTo>
                    <a:cubicBezTo>
                      <a:pt x="15" y="3"/>
                      <a:pt x="15" y="2"/>
                      <a:pt x="17" y="2"/>
                    </a:cubicBezTo>
                    <a:cubicBezTo>
                      <a:pt x="19" y="0"/>
                      <a:pt x="24" y="0"/>
                      <a:pt x="27" y="0"/>
                    </a:cubicBezTo>
                    <a:cubicBezTo>
                      <a:pt x="30" y="1"/>
                      <a:pt x="32" y="1"/>
                      <a:pt x="35" y="2"/>
                    </a:cubicBezTo>
                    <a:cubicBezTo>
                      <a:pt x="36" y="3"/>
                      <a:pt x="37" y="4"/>
                      <a:pt x="38" y="4"/>
                    </a:cubicBezTo>
                    <a:cubicBezTo>
                      <a:pt x="39" y="4"/>
                      <a:pt x="41" y="5"/>
                      <a:pt x="41" y="6"/>
                    </a:cubicBezTo>
                    <a:cubicBezTo>
                      <a:pt x="41" y="9"/>
                      <a:pt x="35" y="9"/>
                      <a:pt x="33" y="8"/>
                    </a:cubicBezTo>
                    <a:cubicBezTo>
                      <a:pt x="32" y="8"/>
                      <a:pt x="31" y="8"/>
                      <a:pt x="29" y="8"/>
                    </a:cubicBezTo>
                    <a:cubicBezTo>
                      <a:pt x="28" y="8"/>
                      <a:pt x="28" y="8"/>
                      <a:pt x="27" y="9"/>
                    </a:cubicBezTo>
                    <a:cubicBezTo>
                      <a:pt x="27" y="9"/>
                      <a:pt x="26" y="9"/>
                      <a:pt x="25" y="10"/>
                    </a:cubicBezTo>
                    <a:cubicBezTo>
                      <a:pt x="23" y="10"/>
                      <a:pt x="21" y="11"/>
                      <a:pt x="19" y="11"/>
                    </a:cubicBezTo>
                    <a:cubicBezTo>
                      <a:pt x="17" y="11"/>
                      <a:pt x="15" y="11"/>
                      <a:pt x="1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05" name="Freeform 1905">
                <a:extLst>
                  <a:ext uri="{FF2B5EF4-FFF2-40B4-BE49-F238E27FC236}">
                    <a16:creationId xmlns:a16="http://schemas.microsoft.com/office/drawing/2014/main" id="{396152C9-00FA-4A07-A087-D00216121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286"/>
                <a:ext cx="2" cy="2"/>
              </a:xfrm>
              <a:custGeom>
                <a:avLst/>
                <a:gdLst>
                  <a:gd name="T0" fmla="*/ 2 w 6"/>
                  <a:gd name="T1" fmla="*/ 0 h 4"/>
                  <a:gd name="T2" fmla="*/ 5 w 6"/>
                  <a:gd name="T3" fmla="*/ 0 h 4"/>
                  <a:gd name="T4" fmla="*/ 5 w 6"/>
                  <a:gd name="T5" fmla="*/ 3 h 4"/>
                  <a:gd name="T6" fmla="*/ 3 w 6"/>
                  <a:gd name="T7" fmla="*/ 3 h 4"/>
                  <a:gd name="T8" fmla="*/ 0 w 6"/>
                  <a:gd name="T9" fmla="*/ 3 h 4"/>
                  <a:gd name="T10" fmla="*/ 0 w 6"/>
                  <a:gd name="T11" fmla="*/ 1 h 4"/>
                  <a:gd name="T12" fmla="*/ 2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6" y="3"/>
                      <a:pt x="5" y="3"/>
                    </a:cubicBezTo>
                    <a:cubicBezTo>
                      <a:pt x="5" y="4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06" name="Freeform 1906">
                <a:extLst>
                  <a:ext uri="{FF2B5EF4-FFF2-40B4-BE49-F238E27FC236}">
                    <a16:creationId xmlns:a16="http://schemas.microsoft.com/office/drawing/2014/main" id="{E62F6BEF-5125-4696-8C58-25F180FEB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297"/>
                <a:ext cx="3" cy="4"/>
              </a:xfrm>
              <a:custGeom>
                <a:avLst/>
                <a:gdLst>
                  <a:gd name="T0" fmla="*/ 5 w 9"/>
                  <a:gd name="T1" fmla="*/ 9 h 10"/>
                  <a:gd name="T2" fmla="*/ 1 w 9"/>
                  <a:gd name="T3" fmla="*/ 9 h 10"/>
                  <a:gd name="T4" fmla="*/ 1 w 9"/>
                  <a:gd name="T5" fmla="*/ 5 h 10"/>
                  <a:gd name="T6" fmla="*/ 1 w 9"/>
                  <a:gd name="T7" fmla="*/ 2 h 10"/>
                  <a:gd name="T8" fmla="*/ 6 w 9"/>
                  <a:gd name="T9" fmla="*/ 1 h 10"/>
                  <a:gd name="T10" fmla="*/ 8 w 9"/>
                  <a:gd name="T11" fmla="*/ 3 h 10"/>
                  <a:gd name="T12" fmla="*/ 8 w 9"/>
                  <a:gd name="T13" fmla="*/ 6 h 10"/>
                  <a:gd name="T14" fmla="*/ 5 w 9"/>
                  <a:gd name="T15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0">
                    <a:moveTo>
                      <a:pt x="5" y="9"/>
                    </a:moveTo>
                    <a:cubicBezTo>
                      <a:pt x="4" y="10"/>
                      <a:pt x="2" y="10"/>
                      <a:pt x="1" y="9"/>
                    </a:cubicBezTo>
                    <a:cubicBezTo>
                      <a:pt x="0" y="8"/>
                      <a:pt x="0" y="7"/>
                      <a:pt x="1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4" y="1"/>
                      <a:pt x="6" y="1"/>
                    </a:cubicBezTo>
                    <a:cubicBezTo>
                      <a:pt x="7" y="2"/>
                      <a:pt x="8" y="2"/>
                      <a:pt x="8" y="3"/>
                    </a:cubicBezTo>
                    <a:cubicBezTo>
                      <a:pt x="9" y="4"/>
                      <a:pt x="8" y="5"/>
                      <a:pt x="8" y="6"/>
                    </a:cubicBezTo>
                    <a:cubicBezTo>
                      <a:pt x="7" y="7"/>
                      <a:pt x="7" y="9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07" name="Freeform 1907">
                <a:extLst>
                  <a:ext uri="{FF2B5EF4-FFF2-40B4-BE49-F238E27FC236}">
                    <a16:creationId xmlns:a16="http://schemas.microsoft.com/office/drawing/2014/main" id="{2B0BE754-3024-4F22-A040-2CA48068C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284"/>
                <a:ext cx="5" cy="4"/>
              </a:xfrm>
              <a:custGeom>
                <a:avLst/>
                <a:gdLst>
                  <a:gd name="T0" fmla="*/ 6 w 12"/>
                  <a:gd name="T1" fmla="*/ 9 h 10"/>
                  <a:gd name="T2" fmla="*/ 1 w 12"/>
                  <a:gd name="T3" fmla="*/ 9 h 10"/>
                  <a:gd name="T4" fmla="*/ 1 w 12"/>
                  <a:gd name="T5" fmla="*/ 3 h 10"/>
                  <a:gd name="T6" fmla="*/ 6 w 12"/>
                  <a:gd name="T7" fmla="*/ 0 h 10"/>
                  <a:gd name="T8" fmla="*/ 10 w 12"/>
                  <a:gd name="T9" fmla="*/ 0 h 10"/>
                  <a:gd name="T10" fmla="*/ 11 w 12"/>
                  <a:gd name="T11" fmla="*/ 3 h 10"/>
                  <a:gd name="T12" fmla="*/ 12 w 12"/>
                  <a:gd name="T13" fmla="*/ 4 h 10"/>
                  <a:gd name="T14" fmla="*/ 12 w 12"/>
                  <a:gd name="T15" fmla="*/ 6 h 10"/>
                  <a:gd name="T16" fmla="*/ 10 w 12"/>
                  <a:gd name="T17" fmla="*/ 9 h 10"/>
                  <a:gd name="T18" fmla="*/ 8 w 12"/>
                  <a:gd name="T19" fmla="*/ 9 h 10"/>
                  <a:gd name="T20" fmla="*/ 7 w 12"/>
                  <a:gd name="T21" fmla="*/ 9 h 10"/>
                  <a:gd name="T22" fmla="*/ 6 w 12"/>
                  <a:gd name="T2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0">
                    <a:moveTo>
                      <a:pt x="6" y="9"/>
                    </a:moveTo>
                    <a:cubicBezTo>
                      <a:pt x="4" y="10"/>
                      <a:pt x="2" y="10"/>
                      <a:pt x="1" y="9"/>
                    </a:cubicBezTo>
                    <a:cubicBezTo>
                      <a:pt x="0" y="7"/>
                      <a:pt x="1" y="4"/>
                      <a:pt x="1" y="3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11" y="1"/>
                      <a:pt x="11" y="2"/>
                      <a:pt x="11" y="3"/>
                    </a:cubicBezTo>
                    <a:cubicBezTo>
                      <a:pt x="11" y="3"/>
                      <a:pt x="11" y="4"/>
                      <a:pt x="12" y="4"/>
                    </a:cubicBezTo>
                    <a:cubicBezTo>
                      <a:pt x="12" y="5"/>
                      <a:pt x="12" y="5"/>
                      <a:pt x="12" y="6"/>
                    </a:cubicBezTo>
                    <a:cubicBezTo>
                      <a:pt x="12" y="7"/>
                      <a:pt x="11" y="9"/>
                      <a:pt x="10" y="9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9"/>
                      <a:pt x="7" y="9"/>
                      <a:pt x="7" y="9"/>
                    </a:cubicBezTo>
                    <a:cubicBezTo>
                      <a:pt x="7" y="9"/>
                      <a:pt x="6" y="9"/>
                      <a:pt x="6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08" name="Freeform 1908">
                <a:extLst>
                  <a:ext uri="{FF2B5EF4-FFF2-40B4-BE49-F238E27FC236}">
                    <a16:creationId xmlns:a16="http://schemas.microsoft.com/office/drawing/2014/main" id="{38FF6D5E-576A-4CC1-AE95-CEBE4AFA7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284"/>
                <a:ext cx="4" cy="4"/>
              </a:xfrm>
              <a:custGeom>
                <a:avLst/>
                <a:gdLst>
                  <a:gd name="T0" fmla="*/ 0 w 10"/>
                  <a:gd name="T1" fmla="*/ 7 h 10"/>
                  <a:gd name="T2" fmla="*/ 4 w 10"/>
                  <a:gd name="T3" fmla="*/ 4 h 10"/>
                  <a:gd name="T4" fmla="*/ 6 w 10"/>
                  <a:gd name="T5" fmla="*/ 0 h 10"/>
                  <a:gd name="T6" fmla="*/ 9 w 10"/>
                  <a:gd name="T7" fmla="*/ 5 h 10"/>
                  <a:gd name="T8" fmla="*/ 9 w 10"/>
                  <a:gd name="T9" fmla="*/ 6 h 10"/>
                  <a:gd name="T10" fmla="*/ 9 w 10"/>
                  <a:gd name="T11" fmla="*/ 7 h 10"/>
                  <a:gd name="T12" fmla="*/ 6 w 10"/>
                  <a:gd name="T13" fmla="*/ 10 h 10"/>
                  <a:gd name="T14" fmla="*/ 4 w 10"/>
                  <a:gd name="T15" fmla="*/ 10 h 10"/>
                  <a:gd name="T16" fmla="*/ 1 w 10"/>
                  <a:gd name="T17" fmla="*/ 9 h 10"/>
                  <a:gd name="T18" fmla="*/ 0 w 10"/>
                  <a:gd name="T19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0" y="5"/>
                      <a:pt x="3" y="6"/>
                      <a:pt x="4" y="4"/>
                    </a:cubicBezTo>
                    <a:cubicBezTo>
                      <a:pt x="4" y="2"/>
                      <a:pt x="4" y="0"/>
                      <a:pt x="6" y="0"/>
                    </a:cubicBezTo>
                    <a:cubicBezTo>
                      <a:pt x="8" y="0"/>
                      <a:pt x="9" y="3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10" y="9"/>
                      <a:pt x="8" y="10"/>
                      <a:pt x="6" y="10"/>
                    </a:cubicBezTo>
                    <a:cubicBezTo>
                      <a:pt x="5" y="10"/>
                      <a:pt x="5" y="10"/>
                      <a:pt x="4" y="10"/>
                    </a:cubicBezTo>
                    <a:cubicBezTo>
                      <a:pt x="3" y="9"/>
                      <a:pt x="2" y="10"/>
                      <a:pt x="1" y="9"/>
                    </a:cubicBezTo>
                    <a:cubicBezTo>
                      <a:pt x="0" y="9"/>
                      <a:pt x="0" y="8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09" name="Freeform 1909">
                <a:extLst>
                  <a:ext uri="{FF2B5EF4-FFF2-40B4-BE49-F238E27FC236}">
                    <a16:creationId xmlns:a16="http://schemas.microsoft.com/office/drawing/2014/main" id="{FBDAF2F6-CA17-4B2A-95BF-94F2AD22B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461"/>
                <a:ext cx="6" cy="5"/>
              </a:xfrm>
              <a:custGeom>
                <a:avLst/>
                <a:gdLst>
                  <a:gd name="T0" fmla="*/ 0 w 16"/>
                  <a:gd name="T1" fmla="*/ 7 h 12"/>
                  <a:gd name="T2" fmla="*/ 0 w 16"/>
                  <a:gd name="T3" fmla="*/ 5 h 12"/>
                  <a:gd name="T4" fmla="*/ 1 w 16"/>
                  <a:gd name="T5" fmla="*/ 4 h 12"/>
                  <a:gd name="T6" fmla="*/ 4 w 16"/>
                  <a:gd name="T7" fmla="*/ 0 h 12"/>
                  <a:gd name="T8" fmla="*/ 8 w 16"/>
                  <a:gd name="T9" fmla="*/ 1 h 12"/>
                  <a:gd name="T10" fmla="*/ 12 w 16"/>
                  <a:gd name="T11" fmla="*/ 4 h 12"/>
                  <a:gd name="T12" fmla="*/ 15 w 16"/>
                  <a:gd name="T13" fmla="*/ 6 h 12"/>
                  <a:gd name="T14" fmla="*/ 15 w 16"/>
                  <a:gd name="T15" fmla="*/ 10 h 12"/>
                  <a:gd name="T16" fmla="*/ 13 w 16"/>
                  <a:gd name="T17" fmla="*/ 12 h 12"/>
                  <a:gd name="T18" fmla="*/ 9 w 16"/>
                  <a:gd name="T19" fmla="*/ 12 h 12"/>
                  <a:gd name="T20" fmla="*/ 3 w 16"/>
                  <a:gd name="T21" fmla="*/ 10 h 12"/>
                  <a:gd name="T22" fmla="*/ 0 w 16"/>
                  <a:gd name="T2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2">
                    <a:moveTo>
                      <a:pt x="0" y="7"/>
                    </a:moveTo>
                    <a:cubicBezTo>
                      <a:pt x="0" y="6"/>
                      <a:pt x="0" y="5"/>
                      <a:pt x="0" y="5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2"/>
                      <a:pt x="2" y="1"/>
                      <a:pt x="4" y="0"/>
                    </a:cubicBezTo>
                    <a:cubicBezTo>
                      <a:pt x="5" y="0"/>
                      <a:pt x="7" y="0"/>
                      <a:pt x="8" y="1"/>
                    </a:cubicBezTo>
                    <a:cubicBezTo>
                      <a:pt x="10" y="2"/>
                      <a:pt x="11" y="2"/>
                      <a:pt x="12" y="4"/>
                    </a:cubicBezTo>
                    <a:cubicBezTo>
                      <a:pt x="12" y="5"/>
                      <a:pt x="14" y="5"/>
                      <a:pt x="15" y="6"/>
                    </a:cubicBezTo>
                    <a:cubicBezTo>
                      <a:pt x="16" y="7"/>
                      <a:pt x="16" y="9"/>
                      <a:pt x="15" y="10"/>
                    </a:cubicBezTo>
                    <a:cubicBezTo>
                      <a:pt x="14" y="11"/>
                      <a:pt x="14" y="12"/>
                      <a:pt x="13" y="12"/>
                    </a:cubicBezTo>
                    <a:cubicBezTo>
                      <a:pt x="12" y="12"/>
                      <a:pt x="10" y="12"/>
                      <a:pt x="9" y="12"/>
                    </a:cubicBezTo>
                    <a:cubicBezTo>
                      <a:pt x="7" y="11"/>
                      <a:pt x="5" y="11"/>
                      <a:pt x="3" y="10"/>
                    </a:cubicBezTo>
                    <a:cubicBezTo>
                      <a:pt x="1" y="10"/>
                      <a:pt x="0" y="9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10" name="Freeform 1910">
                <a:extLst>
                  <a:ext uri="{FF2B5EF4-FFF2-40B4-BE49-F238E27FC236}">
                    <a16:creationId xmlns:a16="http://schemas.microsoft.com/office/drawing/2014/main" id="{D6893E27-DAB6-45CB-B780-F0D49EABE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460"/>
                <a:ext cx="18" cy="9"/>
              </a:xfrm>
              <a:custGeom>
                <a:avLst/>
                <a:gdLst>
                  <a:gd name="T0" fmla="*/ 16 w 44"/>
                  <a:gd name="T1" fmla="*/ 16 h 21"/>
                  <a:gd name="T2" fmla="*/ 11 w 44"/>
                  <a:gd name="T3" fmla="*/ 16 h 21"/>
                  <a:gd name="T4" fmla="*/ 7 w 44"/>
                  <a:gd name="T5" fmla="*/ 15 h 21"/>
                  <a:gd name="T6" fmla="*/ 6 w 44"/>
                  <a:gd name="T7" fmla="*/ 11 h 21"/>
                  <a:gd name="T8" fmla="*/ 1 w 44"/>
                  <a:gd name="T9" fmla="*/ 7 h 21"/>
                  <a:gd name="T10" fmla="*/ 0 w 44"/>
                  <a:gd name="T11" fmla="*/ 2 h 21"/>
                  <a:gd name="T12" fmla="*/ 3 w 44"/>
                  <a:gd name="T13" fmla="*/ 1 h 21"/>
                  <a:gd name="T14" fmla="*/ 7 w 44"/>
                  <a:gd name="T15" fmla="*/ 2 h 21"/>
                  <a:gd name="T16" fmla="*/ 9 w 44"/>
                  <a:gd name="T17" fmla="*/ 3 h 21"/>
                  <a:gd name="T18" fmla="*/ 10 w 44"/>
                  <a:gd name="T19" fmla="*/ 4 h 21"/>
                  <a:gd name="T20" fmla="*/ 11 w 44"/>
                  <a:gd name="T21" fmla="*/ 5 h 21"/>
                  <a:gd name="T22" fmla="*/ 16 w 44"/>
                  <a:gd name="T23" fmla="*/ 7 h 21"/>
                  <a:gd name="T24" fmla="*/ 20 w 44"/>
                  <a:gd name="T25" fmla="*/ 6 h 21"/>
                  <a:gd name="T26" fmla="*/ 26 w 44"/>
                  <a:gd name="T27" fmla="*/ 5 h 21"/>
                  <a:gd name="T28" fmla="*/ 28 w 44"/>
                  <a:gd name="T29" fmla="*/ 6 h 21"/>
                  <a:gd name="T30" fmla="*/ 31 w 44"/>
                  <a:gd name="T31" fmla="*/ 7 h 21"/>
                  <a:gd name="T32" fmla="*/ 37 w 44"/>
                  <a:gd name="T33" fmla="*/ 8 h 21"/>
                  <a:gd name="T34" fmla="*/ 42 w 44"/>
                  <a:gd name="T35" fmla="*/ 11 h 21"/>
                  <a:gd name="T36" fmla="*/ 42 w 44"/>
                  <a:gd name="T37" fmla="*/ 16 h 21"/>
                  <a:gd name="T38" fmla="*/ 42 w 44"/>
                  <a:gd name="T39" fmla="*/ 18 h 21"/>
                  <a:gd name="T40" fmla="*/ 40 w 44"/>
                  <a:gd name="T41" fmla="*/ 20 h 21"/>
                  <a:gd name="T42" fmla="*/ 37 w 44"/>
                  <a:gd name="T43" fmla="*/ 19 h 21"/>
                  <a:gd name="T44" fmla="*/ 32 w 44"/>
                  <a:gd name="T45" fmla="*/ 18 h 21"/>
                  <a:gd name="T46" fmla="*/ 27 w 44"/>
                  <a:gd name="T47" fmla="*/ 17 h 21"/>
                  <a:gd name="T48" fmla="*/ 21 w 44"/>
                  <a:gd name="T49" fmla="*/ 16 h 21"/>
                  <a:gd name="T50" fmla="*/ 16 w 44"/>
                  <a:gd name="T51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21">
                    <a:moveTo>
                      <a:pt x="16" y="16"/>
                    </a:moveTo>
                    <a:cubicBezTo>
                      <a:pt x="14" y="16"/>
                      <a:pt x="13" y="17"/>
                      <a:pt x="11" y="16"/>
                    </a:cubicBezTo>
                    <a:cubicBezTo>
                      <a:pt x="10" y="16"/>
                      <a:pt x="8" y="16"/>
                      <a:pt x="7" y="15"/>
                    </a:cubicBezTo>
                    <a:cubicBezTo>
                      <a:pt x="6" y="14"/>
                      <a:pt x="7" y="12"/>
                      <a:pt x="6" y="11"/>
                    </a:cubicBezTo>
                    <a:cubicBezTo>
                      <a:pt x="4" y="9"/>
                      <a:pt x="2" y="9"/>
                      <a:pt x="1" y="7"/>
                    </a:cubicBezTo>
                    <a:cubicBezTo>
                      <a:pt x="0" y="6"/>
                      <a:pt x="0" y="3"/>
                      <a:pt x="0" y="2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8" y="2"/>
                      <a:pt x="8" y="2"/>
                      <a:pt x="9" y="3"/>
                    </a:cubicBezTo>
                    <a:cubicBezTo>
                      <a:pt x="9" y="3"/>
                      <a:pt x="10" y="4"/>
                      <a:pt x="10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3" y="6"/>
                      <a:pt x="14" y="7"/>
                      <a:pt x="16" y="7"/>
                    </a:cubicBezTo>
                    <a:cubicBezTo>
                      <a:pt x="17" y="7"/>
                      <a:pt x="18" y="6"/>
                      <a:pt x="20" y="6"/>
                    </a:cubicBezTo>
                    <a:cubicBezTo>
                      <a:pt x="21" y="5"/>
                      <a:pt x="24" y="4"/>
                      <a:pt x="26" y="5"/>
                    </a:cubicBezTo>
                    <a:cubicBezTo>
                      <a:pt x="27" y="5"/>
                      <a:pt x="28" y="6"/>
                      <a:pt x="28" y="6"/>
                    </a:cubicBezTo>
                    <a:cubicBezTo>
                      <a:pt x="29" y="7"/>
                      <a:pt x="30" y="7"/>
                      <a:pt x="31" y="7"/>
                    </a:cubicBezTo>
                    <a:cubicBezTo>
                      <a:pt x="33" y="8"/>
                      <a:pt x="35" y="7"/>
                      <a:pt x="37" y="8"/>
                    </a:cubicBezTo>
                    <a:cubicBezTo>
                      <a:pt x="39" y="9"/>
                      <a:pt x="40" y="10"/>
                      <a:pt x="42" y="11"/>
                    </a:cubicBezTo>
                    <a:cubicBezTo>
                      <a:pt x="44" y="13"/>
                      <a:pt x="43" y="14"/>
                      <a:pt x="42" y="16"/>
                    </a:cubicBezTo>
                    <a:cubicBezTo>
                      <a:pt x="42" y="17"/>
                      <a:pt x="42" y="17"/>
                      <a:pt x="42" y="18"/>
                    </a:cubicBezTo>
                    <a:cubicBezTo>
                      <a:pt x="42" y="19"/>
                      <a:pt x="41" y="20"/>
                      <a:pt x="40" y="20"/>
                    </a:cubicBezTo>
                    <a:cubicBezTo>
                      <a:pt x="38" y="21"/>
                      <a:pt x="38" y="20"/>
                      <a:pt x="37" y="19"/>
                    </a:cubicBezTo>
                    <a:cubicBezTo>
                      <a:pt x="35" y="19"/>
                      <a:pt x="33" y="18"/>
                      <a:pt x="32" y="18"/>
                    </a:cubicBezTo>
                    <a:cubicBezTo>
                      <a:pt x="30" y="18"/>
                      <a:pt x="28" y="17"/>
                      <a:pt x="27" y="17"/>
                    </a:cubicBezTo>
                    <a:cubicBezTo>
                      <a:pt x="24" y="17"/>
                      <a:pt x="23" y="18"/>
                      <a:pt x="21" y="16"/>
                    </a:cubicBezTo>
                    <a:cubicBezTo>
                      <a:pt x="20" y="15"/>
                      <a:pt x="18" y="15"/>
                      <a:pt x="16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11" name="Freeform 1911">
                <a:extLst>
                  <a:ext uri="{FF2B5EF4-FFF2-40B4-BE49-F238E27FC236}">
                    <a16:creationId xmlns:a16="http://schemas.microsoft.com/office/drawing/2014/main" id="{0A943DE7-0C4D-4558-949E-069F369F1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457"/>
                <a:ext cx="3" cy="3"/>
              </a:xfrm>
              <a:custGeom>
                <a:avLst/>
                <a:gdLst>
                  <a:gd name="T0" fmla="*/ 0 w 7"/>
                  <a:gd name="T1" fmla="*/ 5 h 8"/>
                  <a:gd name="T2" fmla="*/ 0 w 7"/>
                  <a:gd name="T3" fmla="*/ 3 h 8"/>
                  <a:gd name="T4" fmla="*/ 3 w 7"/>
                  <a:gd name="T5" fmla="*/ 1 h 8"/>
                  <a:gd name="T6" fmla="*/ 6 w 7"/>
                  <a:gd name="T7" fmla="*/ 4 h 8"/>
                  <a:gd name="T8" fmla="*/ 5 w 7"/>
                  <a:gd name="T9" fmla="*/ 5 h 8"/>
                  <a:gd name="T10" fmla="*/ 5 w 7"/>
                  <a:gd name="T11" fmla="*/ 7 h 8"/>
                  <a:gd name="T12" fmla="*/ 2 w 7"/>
                  <a:gd name="T13" fmla="*/ 8 h 8"/>
                  <a:gd name="T14" fmla="*/ 1 w 7"/>
                  <a:gd name="T15" fmla="*/ 7 h 8"/>
                  <a:gd name="T16" fmla="*/ 0 w 7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1" y="3"/>
                      <a:pt x="2" y="1"/>
                      <a:pt x="3" y="1"/>
                    </a:cubicBezTo>
                    <a:cubicBezTo>
                      <a:pt x="5" y="0"/>
                      <a:pt x="7" y="2"/>
                      <a:pt x="6" y="4"/>
                    </a:cubicBezTo>
                    <a:cubicBezTo>
                      <a:pt x="6" y="4"/>
                      <a:pt x="5" y="5"/>
                      <a:pt x="5" y="5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4" y="8"/>
                      <a:pt x="3" y="8"/>
                      <a:pt x="2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12" name="Freeform 1912">
                <a:extLst>
                  <a:ext uri="{FF2B5EF4-FFF2-40B4-BE49-F238E27FC236}">
                    <a16:creationId xmlns:a16="http://schemas.microsoft.com/office/drawing/2014/main" id="{05D20B0C-4F49-4B3F-B73D-CF110CB31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465"/>
                <a:ext cx="15" cy="14"/>
              </a:xfrm>
              <a:custGeom>
                <a:avLst/>
                <a:gdLst>
                  <a:gd name="T0" fmla="*/ 1 w 37"/>
                  <a:gd name="T1" fmla="*/ 6 h 34"/>
                  <a:gd name="T2" fmla="*/ 0 w 37"/>
                  <a:gd name="T3" fmla="*/ 3 h 34"/>
                  <a:gd name="T4" fmla="*/ 5 w 37"/>
                  <a:gd name="T5" fmla="*/ 1 h 34"/>
                  <a:gd name="T6" fmla="*/ 12 w 37"/>
                  <a:gd name="T7" fmla="*/ 2 h 34"/>
                  <a:gd name="T8" fmla="*/ 15 w 37"/>
                  <a:gd name="T9" fmla="*/ 0 h 34"/>
                  <a:gd name="T10" fmla="*/ 19 w 37"/>
                  <a:gd name="T11" fmla="*/ 2 h 34"/>
                  <a:gd name="T12" fmla="*/ 27 w 37"/>
                  <a:gd name="T13" fmla="*/ 4 h 34"/>
                  <a:gd name="T14" fmla="*/ 34 w 37"/>
                  <a:gd name="T15" fmla="*/ 5 h 34"/>
                  <a:gd name="T16" fmla="*/ 34 w 37"/>
                  <a:gd name="T17" fmla="*/ 14 h 34"/>
                  <a:gd name="T18" fmla="*/ 36 w 37"/>
                  <a:gd name="T19" fmla="*/ 16 h 34"/>
                  <a:gd name="T20" fmla="*/ 36 w 37"/>
                  <a:gd name="T21" fmla="*/ 20 h 34"/>
                  <a:gd name="T22" fmla="*/ 34 w 37"/>
                  <a:gd name="T23" fmla="*/ 24 h 34"/>
                  <a:gd name="T24" fmla="*/ 34 w 37"/>
                  <a:gd name="T25" fmla="*/ 28 h 34"/>
                  <a:gd name="T26" fmla="*/ 33 w 37"/>
                  <a:gd name="T27" fmla="*/ 33 h 34"/>
                  <a:gd name="T28" fmla="*/ 28 w 37"/>
                  <a:gd name="T29" fmla="*/ 33 h 34"/>
                  <a:gd name="T30" fmla="*/ 23 w 37"/>
                  <a:gd name="T31" fmla="*/ 27 h 34"/>
                  <a:gd name="T32" fmla="*/ 18 w 37"/>
                  <a:gd name="T33" fmla="*/ 23 h 34"/>
                  <a:gd name="T34" fmla="*/ 13 w 37"/>
                  <a:gd name="T35" fmla="*/ 19 h 34"/>
                  <a:gd name="T36" fmla="*/ 11 w 37"/>
                  <a:gd name="T37" fmla="*/ 18 h 34"/>
                  <a:gd name="T38" fmla="*/ 8 w 37"/>
                  <a:gd name="T39" fmla="*/ 15 h 34"/>
                  <a:gd name="T40" fmla="*/ 5 w 37"/>
                  <a:gd name="T41" fmla="*/ 13 h 34"/>
                  <a:gd name="T42" fmla="*/ 1 w 37"/>
                  <a:gd name="T43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7" h="34">
                    <a:moveTo>
                      <a:pt x="1" y="6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1"/>
                      <a:pt x="5" y="1"/>
                    </a:cubicBezTo>
                    <a:cubicBezTo>
                      <a:pt x="7" y="0"/>
                      <a:pt x="9" y="2"/>
                      <a:pt x="12" y="2"/>
                    </a:cubicBezTo>
                    <a:cubicBezTo>
                      <a:pt x="13" y="2"/>
                      <a:pt x="14" y="0"/>
                      <a:pt x="15" y="0"/>
                    </a:cubicBezTo>
                    <a:cubicBezTo>
                      <a:pt x="17" y="0"/>
                      <a:pt x="18" y="1"/>
                      <a:pt x="19" y="2"/>
                    </a:cubicBezTo>
                    <a:cubicBezTo>
                      <a:pt x="21" y="4"/>
                      <a:pt x="24" y="4"/>
                      <a:pt x="27" y="4"/>
                    </a:cubicBezTo>
                    <a:cubicBezTo>
                      <a:pt x="29" y="3"/>
                      <a:pt x="32" y="3"/>
                      <a:pt x="34" y="5"/>
                    </a:cubicBezTo>
                    <a:cubicBezTo>
                      <a:pt x="35" y="8"/>
                      <a:pt x="32" y="11"/>
                      <a:pt x="34" y="14"/>
                    </a:cubicBezTo>
                    <a:cubicBezTo>
                      <a:pt x="35" y="14"/>
                      <a:pt x="36" y="15"/>
                      <a:pt x="36" y="16"/>
                    </a:cubicBezTo>
                    <a:cubicBezTo>
                      <a:pt x="37" y="17"/>
                      <a:pt x="37" y="18"/>
                      <a:pt x="36" y="20"/>
                    </a:cubicBezTo>
                    <a:cubicBezTo>
                      <a:pt x="36" y="21"/>
                      <a:pt x="34" y="22"/>
                      <a:pt x="34" y="24"/>
                    </a:cubicBezTo>
                    <a:cubicBezTo>
                      <a:pt x="33" y="25"/>
                      <a:pt x="34" y="27"/>
                      <a:pt x="34" y="28"/>
                    </a:cubicBezTo>
                    <a:cubicBezTo>
                      <a:pt x="34" y="30"/>
                      <a:pt x="34" y="32"/>
                      <a:pt x="33" y="33"/>
                    </a:cubicBezTo>
                    <a:cubicBezTo>
                      <a:pt x="32" y="34"/>
                      <a:pt x="30" y="34"/>
                      <a:pt x="28" y="33"/>
                    </a:cubicBezTo>
                    <a:cubicBezTo>
                      <a:pt x="26" y="32"/>
                      <a:pt x="25" y="29"/>
                      <a:pt x="23" y="27"/>
                    </a:cubicBezTo>
                    <a:cubicBezTo>
                      <a:pt x="22" y="25"/>
                      <a:pt x="20" y="25"/>
                      <a:pt x="18" y="23"/>
                    </a:cubicBezTo>
                    <a:cubicBezTo>
                      <a:pt x="16" y="22"/>
                      <a:pt x="15" y="20"/>
                      <a:pt x="13" y="19"/>
                    </a:cubicBezTo>
                    <a:cubicBezTo>
                      <a:pt x="12" y="19"/>
                      <a:pt x="12" y="19"/>
                      <a:pt x="11" y="18"/>
                    </a:cubicBezTo>
                    <a:cubicBezTo>
                      <a:pt x="10" y="17"/>
                      <a:pt x="9" y="16"/>
                      <a:pt x="8" y="15"/>
                    </a:cubicBezTo>
                    <a:cubicBezTo>
                      <a:pt x="7" y="14"/>
                      <a:pt x="6" y="14"/>
                      <a:pt x="5" y="13"/>
                    </a:cubicBezTo>
                    <a:cubicBezTo>
                      <a:pt x="2" y="12"/>
                      <a:pt x="2" y="9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13" name="Freeform 1913">
                <a:extLst>
                  <a:ext uri="{FF2B5EF4-FFF2-40B4-BE49-F238E27FC236}">
                    <a16:creationId xmlns:a16="http://schemas.microsoft.com/office/drawing/2014/main" id="{5EB4E05A-CCB7-4B43-B344-45295301F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445"/>
                <a:ext cx="29" cy="19"/>
              </a:xfrm>
              <a:custGeom>
                <a:avLst/>
                <a:gdLst>
                  <a:gd name="T0" fmla="*/ 41 w 72"/>
                  <a:gd name="T1" fmla="*/ 39 h 45"/>
                  <a:gd name="T2" fmla="*/ 36 w 72"/>
                  <a:gd name="T3" fmla="*/ 34 h 45"/>
                  <a:gd name="T4" fmla="*/ 34 w 72"/>
                  <a:gd name="T5" fmla="*/ 25 h 45"/>
                  <a:gd name="T6" fmla="*/ 25 w 72"/>
                  <a:gd name="T7" fmla="*/ 19 h 45"/>
                  <a:gd name="T8" fmla="*/ 16 w 72"/>
                  <a:gd name="T9" fmla="*/ 20 h 45"/>
                  <a:gd name="T10" fmla="*/ 5 w 72"/>
                  <a:gd name="T11" fmla="*/ 25 h 45"/>
                  <a:gd name="T12" fmla="*/ 3 w 72"/>
                  <a:gd name="T13" fmla="*/ 25 h 45"/>
                  <a:gd name="T14" fmla="*/ 3 w 72"/>
                  <a:gd name="T15" fmla="*/ 22 h 45"/>
                  <a:gd name="T16" fmla="*/ 0 w 72"/>
                  <a:gd name="T17" fmla="*/ 13 h 45"/>
                  <a:gd name="T18" fmla="*/ 3 w 72"/>
                  <a:gd name="T19" fmla="*/ 6 h 45"/>
                  <a:gd name="T20" fmla="*/ 9 w 72"/>
                  <a:gd name="T21" fmla="*/ 6 h 45"/>
                  <a:gd name="T22" fmla="*/ 17 w 72"/>
                  <a:gd name="T23" fmla="*/ 6 h 45"/>
                  <a:gd name="T24" fmla="*/ 23 w 72"/>
                  <a:gd name="T25" fmla="*/ 4 h 45"/>
                  <a:gd name="T26" fmla="*/ 26 w 72"/>
                  <a:gd name="T27" fmla="*/ 2 h 45"/>
                  <a:gd name="T28" fmla="*/ 30 w 72"/>
                  <a:gd name="T29" fmla="*/ 1 h 45"/>
                  <a:gd name="T30" fmla="*/ 31 w 72"/>
                  <a:gd name="T31" fmla="*/ 3 h 45"/>
                  <a:gd name="T32" fmla="*/ 32 w 72"/>
                  <a:gd name="T33" fmla="*/ 6 h 45"/>
                  <a:gd name="T34" fmla="*/ 38 w 72"/>
                  <a:gd name="T35" fmla="*/ 7 h 45"/>
                  <a:gd name="T36" fmla="*/ 52 w 72"/>
                  <a:gd name="T37" fmla="*/ 13 h 45"/>
                  <a:gd name="T38" fmla="*/ 58 w 72"/>
                  <a:gd name="T39" fmla="*/ 20 h 45"/>
                  <a:gd name="T40" fmla="*/ 61 w 72"/>
                  <a:gd name="T41" fmla="*/ 27 h 45"/>
                  <a:gd name="T42" fmla="*/ 69 w 72"/>
                  <a:gd name="T43" fmla="*/ 30 h 45"/>
                  <a:gd name="T44" fmla="*/ 71 w 72"/>
                  <a:gd name="T45" fmla="*/ 37 h 45"/>
                  <a:gd name="T46" fmla="*/ 69 w 72"/>
                  <a:gd name="T47" fmla="*/ 42 h 45"/>
                  <a:gd name="T48" fmla="*/ 66 w 72"/>
                  <a:gd name="T49" fmla="*/ 42 h 45"/>
                  <a:gd name="T50" fmla="*/ 63 w 72"/>
                  <a:gd name="T51" fmla="*/ 41 h 45"/>
                  <a:gd name="T52" fmla="*/ 61 w 72"/>
                  <a:gd name="T53" fmla="*/ 42 h 45"/>
                  <a:gd name="T54" fmla="*/ 52 w 72"/>
                  <a:gd name="T55" fmla="*/ 43 h 45"/>
                  <a:gd name="T56" fmla="*/ 46 w 72"/>
                  <a:gd name="T57" fmla="*/ 42 h 45"/>
                  <a:gd name="T58" fmla="*/ 41 w 72"/>
                  <a:gd name="T59" fmla="*/ 3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2" h="45">
                    <a:moveTo>
                      <a:pt x="41" y="39"/>
                    </a:moveTo>
                    <a:cubicBezTo>
                      <a:pt x="38" y="38"/>
                      <a:pt x="37" y="37"/>
                      <a:pt x="36" y="34"/>
                    </a:cubicBezTo>
                    <a:cubicBezTo>
                      <a:pt x="35" y="31"/>
                      <a:pt x="36" y="28"/>
                      <a:pt x="34" y="25"/>
                    </a:cubicBezTo>
                    <a:cubicBezTo>
                      <a:pt x="32" y="22"/>
                      <a:pt x="28" y="20"/>
                      <a:pt x="25" y="19"/>
                    </a:cubicBezTo>
                    <a:cubicBezTo>
                      <a:pt x="22" y="18"/>
                      <a:pt x="19" y="19"/>
                      <a:pt x="16" y="20"/>
                    </a:cubicBezTo>
                    <a:cubicBezTo>
                      <a:pt x="12" y="22"/>
                      <a:pt x="8" y="24"/>
                      <a:pt x="5" y="25"/>
                    </a:cubicBezTo>
                    <a:cubicBezTo>
                      <a:pt x="4" y="26"/>
                      <a:pt x="3" y="26"/>
                      <a:pt x="3" y="25"/>
                    </a:cubicBezTo>
                    <a:cubicBezTo>
                      <a:pt x="3" y="24"/>
                      <a:pt x="3" y="23"/>
                      <a:pt x="3" y="22"/>
                    </a:cubicBezTo>
                    <a:cubicBezTo>
                      <a:pt x="3" y="18"/>
                      <a:pt x="1" y="16"/>
                      <a:pt x="0" y="13"/>
                    </a:cubicBezTo>
                    <a:cubicBezTo>
                      <a:pt x="0" y="10"/>
                      <a:pt x="1" y="7"/>
                      <a:pt x="3" y="6"/>
                    </a:cubicBezTo>
                    <a:cubicBezTo>
                      <a:pt x="5" y="6"/>
                      <a:pt x="8" y="6"/>
                      <a:pt x="9" y="6"/>
                    </a:cubicBezTo>
                    <a:cubicBezTo>
                      <a:pt x="12" y="6"/>
                      <a:pt x="15" y="6"/>
                      <a:pt x="17" y="6"/>
                    </a:cubicBezTo>
                    <a:cubicBezTo>
                      <a:pt x="19" y="5"/>
                      <a:pt x="21" y="5"/>
                      <a:pt x="23" y="4"/>
                    </a:cubicBezTo>
                    <a:cubicBezTo>
                      <a:pt x="24" y="4"/>
                      <a:pt x="25" y="3"/>
                      <a:pt x="26" y="2"/>
                    </a:cubicBezTo>
                    <a:cubicBezTo>
                      <a:pt x="27" y="1"/>
                      <a:pt x="29" y="0"/>
                      <a:pt x="30" y="1"/>
                    </a:cubicBezTo>
                    <a:cubicBezTo>
                      <a:pt x="31" y="1"/>
                      <a:pt x="31" y="2"/>
                      <a:pt x="31" y="3"/>
                    </a:cubicBezTo>
                    <a:cubicBezTo>
                      <a:pt x="31" y="4"/>
                      <a:pt x="31" y="5"/>
                      <a:pt x="32" y="6"/>
                    </a:cubicBezTo>
                    <a:cubicBezTo>
                      <a:pt x="34" y="6"/>
                      <a:pt x="36" y="6"/>
                      <a:pt x="38" y="7"/>
                    </a:cubicBezTo>
                    <a:cubicBezTo>
                      <a:pt x="44" y="7"/>
                      <a:pt x="48" y="9"/>
                      <a:pt x="52" y="13"/>
                    </a:cubicBezTo>
                    <a:cubicBezTo>
                      <a:pt x="54" y="15"/>
                      <a:pt x="56" y="17"/>
                      <a:pt x="58" y="20"/>
                    </a:cubicBezTo>
                    <a:cubicBezTo>
                      <a:pt x="59" y="22"/>
                      <a:pt x="60" y="25"/>
                      <a:pt x="61" y="27"/>
                    </a:cubicBezTo>
                    <a:cubicBezTo>
                      <a:pt x="63" y="30"/>
                      <a:pt x="66" y="28"/>
                      <a:pt x="69" y="30"/>
                    </a:cubicBezTo>
                    <a:cubicBezTo>
                      <a:pt x="71" y="32"/>
                      <a:pt x="71" y="35"/>
                      <a:pt x="71" y="37"/>
                    </a:cubicBezTo>
                    <a:cubicBezTo>
                      <a:pt x="72" y="39"/>
                      <a:pt x="71" y="41"/>
                      <a:pt x="69" y="42"/>
                    </a:cubicBezTo>
                    <a:cubicBezTo>
                      <a:pt x="68" y="42"/>
                      <a:pt x="67" y="43"/>
                      <a:pt x="66" y="42"/>
                    </a:cubicBezTo>
                    <a:cubicBezTo>
                      <a:pt x="65" y="42"/>
                      <a:pt x="64" y="41"/>
                      <a:pt x="63" y="41"/>
                    </a:cubicBezTo>
                    <a:cubicBezTo>
                      <a:pt x="62" y="41"/>
                      <a:pt x="62" y="41"/>
                      <a:pt x="61" y="42"/>
                    </a:cubicBezTo>
                    <a:cubicBezTo>
                      <a:pt x="58" y="43"/>
                      <a:pt x="54" y="41"/>
                      <a:pt x="52" y="43"/>
                    </a:cubicBezTo>
                    <a:cubicBezTo>
                      <a:pt x="49" y="44"/>
                      <a:pt x="47" y="45"/>
                      <a:pt x="46" y="42"/>
                    </a:cubicBezTo>
                    <a:cubicBezTo>
                      <a:pt x="44" y="40"/>
                      <a:pt x="43" y="39"/>
                      <a:pt x="41" y="3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14" name="Freeform 1914">
                <a:extLst>
                  <a:ext uri="{FF2B5EF4-FFF2-40B4-BE49-F238E27FC236}">
                    <a16:creationId xmlns:a16="http://schemas.microsoft.com/office/drawing/2014/main" id="{C37B5ED8-60EC-4B65-A763-A2A8DA193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481"/>
                <a:ext cx="56" cy="22"/>
              </a:xfrm>
              <a:custGeom>
                <a:avLst/>
                <a:gdLst>
                  <a:gd name="T0" fmla="*/ 140 w 140"/>
                  <a:gd name="T1" fmla="*/ 37 h 55"/>
                  <a:gd name="T2" fmla="*/ 137 w 140"/>
                  <a:gd name="T3" fmla="*/ 34 h 55"/>
                  <a:gd name="T4" fmla="*/ 131 w 140"/>
                  <a:gd name="T5" fmla="*/ 31 h 55"/>
                  <a:gd name="T6" fmla="*/ 124 w 140"/>
                  <a:gd name="T7" fmla="*/ 34 h 55"/>
                  <a:gd name="T8" fmla="*/ 118 w 140"/>
                  <a:gd name="T9" fmla="*/ 35 h 55"/>
                  <a:gd name="T10" fmla="*/ 113 w 140"/>
                  <a:gd name="T11" fmla="*/ 31 h 55"/>
                  <a:gd name="T12" fmla="*/ 112 w 140"/>
                  <a:gd name="T13" fmla="*/ 28 h 55"/>
                  <a:gd name="T14" fmla="*/ 110 w 140"/>
                  <a:gd name="T15" fmla="*/ 21 h 55"/>
                  <a:gd name="T16" fmla="*/ 104 w 140"/>
                  <a:gd name="T17" fmla="*/ 15 h 55"/>
                  <a:gd name="T18" fmla="*/ 97 w 140"/>
                  <a:gd name="T19" fmla="*/ 15 h 55"/>
                  <a:gd name="T20" fmla="*/ 91 w 140"/>
                  <a:gd name="T21" fmla="*/ 18 h 55"/>
                  <a:gd name="T22" fmla="*/ 88 w 140"/>
                  <a:gd name="T23" fmla="*/ 20 h 55"/>
                  <a:gd name="T24" fmla="*/ 86 w 140"/>
                  <a:gd name="T25" fmla="*/ 22 h 55"/>
                  <a:gd name="T26" fmla="*/ 84 w 140"/>
                  <a:gd name="T27" fmla="*/ 24 h 55"/>
                  <a:gd name="T28" fmla="*/ 82 w 140"/>
                  <a:gd name="T29" fmla="*/ 25 h 55"/>
                  <a:gd name="T30" fmla="*/ 75 w 140"/>
                  <a:gd name="T31" fmla="*/ 23 h 55"/>
                  <a:gd name="T32" fmla="*/ 70 w 140"/>
                  <a:gd name="T33" fmla="*/ 20 h 55"/>
                  <a:gd name="T34" fmla="*/ 65 w 140"/>
                  <a:gd name="T35" fmla="*/ 18 h 55"/>
                  <a:gd name="T36" fmla="*/ 60 w 140"/>
                  <a:gd name="T37" fmla="*/ 19 h 55"/>
                  <a:gd name="T38" fmla="*/ 57 w 140"/>
                  <a:gd name="T39" fmla="*/ 21 h 55"/>
                  <a:gd name="T40" fmla="*/ 56 w 140"/>
                  <a:gd name="T41" fmla="*/ 18 h 55"/>
                  <a:gd name="T42" fmla="*/ 42 w 140"/>
                  <a:gd name="T43" fmla="*/ 16 h 55"/>
                  <a:gd name="T44" fmla="*/ 37 w 140"/>
                  <a:gd name="T45" fmla="*/ 10 h 55"/>
                  <a:gd name="T46" fmla="*/ 31 w 140"/>
                  <a:gd name="T47" fmla="*/ 7 h 55"/>
                  <a:gd name="T48" fmla="*/ 26 w 140"/>
                  <a:gd name="T49" fmla="*/ 4 h 55"/>
                  <a:gd name="T50" fmla="*/ 20 w 140"/>
                  <a:gd name="T51" fmla="*/ 1 h 55"/>
                  <a:gd name="T52" fmla="*/ 11 w 140"/>
                  <a:gd name="T53" fmla="*/ 0 h 55"/>
                  <a:gd name="T54" fmla="*/ 5 w 140"/>
                  <a:gd name="T55" fmla="*/ 2 h 55"/>
                  <a:gd name="T56" fmla="*/ 8 w 140"/>
                  <a:gd name="T57" fmla="*/ 12 h 55"/>
                  <a:gd name="T58" fmla="*/ 0 w 140"/>
                  <a:gd name="T59" fmla="*/ 20 h 55"/>
                  <a:gd name="T60" fmla="*/ 8 w 140"/>
                  <a:gd name="T61" fmla="*/ 36 h 55"/>
                  <a:gd name="T62" fmla="*/ 23 w 140"/>
                  <a:gd name="T63" fmla="*/ 36 h 55"/>
                  <a:gd name="T64" fmla="*/ 23 w 140"/>
                  <a:gd name="T65" fmla="*/ 25 h 55"/>
                  <a:gd name="T66" fmla="*/ 70 w 140"/>
                  <a:gd name="T67" fmla="*/ 34 h 55"/>
                  <a:gd name="T68" fmla="*/ 68 w 140"/>
                  <a:gd name="T69" fmla="*/ 44 h 55"/>
                  <a:gd name="T70" fmla="*/ 84 w 140"/>
                  <a:gd name="T71" fmla="*/ 55 h 55"/>
                  <a:gd name="T72" fmla="*/ 94 w 140"/>
                  <a:gd name="T73" fmla="*/ 52 h 55"/>
                  <a:gd name="T74" fmla="*/ 118 w 140"/>
                  <a:gd name="T75" fmla="*/ 45 h 55"/>
                  <a:gd name="T76" fmla="*/ 136 w 140"/>
                  <a:gd name="T77" fmla="*/ 41 h 55"/>
                  <a:gd name="T78" fmla="*/ 140 w 140"/>
                  <a:gd name="T79" fmla="*/ 37 h 55"/>
                  <a:gd name="T80" fmla="*/ 140 w 140"/>
                  <a:gd name="T81" fmla="*/ 3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0" h="55">
                    <a:moveTo>
                      <a:pt x="140" y="37"/>
                    </a:moveTo>
                    <a:cubicBezTo>
                      <a:pt x="139" y="36"/>
                      <a:pt x="138" y="35"/>
                      <a:pt x="137" y="34"/>
                    </a:cubicBezTo>
                    <a:cubicBezTo>
                      <a:pt x="136" y="31"/>
                      <a:pt x="134" y="31"/>
                      <a:pt x="131" y="31"/>
                    </a:cubicBezTo>
                    <a:cubicBezTo>
                      <a:pt x="128" y="31"/>
                      <a:pt x="127" y="33"/>
                      <a:pt x="124" y="34"/>
                    </a:cubicBezTo>
                    <a:cubicBezTo>
                      <a:pt x="123" y="35"/>
                      <a:pt x="120" y="36"/>
                      <a:pt x="118" y="35"/>
                    </a:cubicBezTo>
                    <a:cubicBezTo>
                      <a:pt x="116" y="34"/>
                      <a:pt x="114" y="32"/>
                      <a:pt x="113" y="31"/>
                    </a:cubicBezTo>
                    <a:cubicBezTo>
                      <a:pt x="112" y="30"/>
                      <a:pt x="113" y="29"/>
                      <a:pt x="112" y="28"/>
                    </a:cubicBezTo>
                    <a:cubicBezTo>
                      <a:pt x="112" y="25"/>
                      <a:pt x="111" y="23"/>
                      <a:pt x="110" y="21"/>
                    </a:cubicBezTo>
                    <a:cubicBezTo>
                      <a:pt x="109" y="18"/>
                      <a:pt x="106" y="16"/>
                      <a:pt x="104" y="15"/>
                    </a:cubicBezTo>
                    <a:cubicBezTo>
                      <a:pt x="101" y="14"/>
                      <a:pt x="99" y="13"/>
                      <a:pt x="97" y="15"/>
                    </a:cubicBezTo>
                    <a:cubicBezTo>
                      <a:pt x="95" y="16"/>
                      <a:pt x="93" y="17"/>
                      <a:pt x="91" y="18"/>
                    </a:cubicBezTo>
                    <a:cubicBezTo>
                      <a:pt x="90" y="19"/>
                      <a:pt x="89" y="19"/>
                      <a:pt x="88" y="20"/>
                    </a:cubicBezTo>
                    <a:cubicBezTo>
                      <a:pt x="87" y="20"/>
                      <a:pt x="87" y="21"/>
                      <a:pt x="86" y="22"/>
                    </a:cubicBezTo>
                    <a:cubicBezTo>
                      <a:pt x="86" y="22"/>
                      <a:pt x="84" y="23"/>
                      <a:pt x="84" y="24"/>
                    </a:cubicBezTo>
                    <a:cubicBezTo>
                      <a:pt x="83" y="24"/>
                      <a:pt x="82" y="25"/>
                      <a:pt x="82" y="25"/>
                    </a:cubicBezTo>
                    <a:cubicBezTo>
                      <a:pt x="79" y="27"/>
                      <a:pt x="77" y="25"/>
                      <a:pt x="75" y="23"/>
                    </a:cubicBezTo>
                    <a:cubicBezTo>
                      <a:pt x="73" y="22"/>
                      <a:pt x="72" y="21"/>
                      <a:pt x="70" y="20"/>
                    </a:cubicBezTo>
                    <a:cubicBezTo>
                      <a:pt x="68" y="19"/>
                      <a:pt x="66" y="18"/>
                      <a:pt x="65" y="18"/>
                    </a:cubicBezTo>
                    <a:cubicBezTo>
                      <a:pt x="63" y="18"/>
                      <a:pt x="62" y="18"/>
                      <a:pt x="60" y="19"/>
                    </a:cubicBezTo>
                    <a:cubicBezTo>
                      <a:pt x="59" y="19"/>
                      <a:pt x="58" y="20"/>
                      <a:pt x="57" y="21"/>
                    </a:cubicBezTo>
                    <a:cubicBezTo>
                      <a:pt x="55" y="22"/>
                      <a:pt x="56" y="19"/>
                      <a:pt x="56" y="18"/>
                    </a:cubicBezTo>
                    <a:cubicBezTo>
                      <a:pt x="51" y="17"/>
                      <a:pt x="47" y="19"/>
                      <a:pt x="42" y="16"/>
                    </a:cubicBezTo>
                    <a:cubicBezTo>
                      <a:pt x="40" y="14"/>
                      <a:pt x="39" y="12"/>
                      <a:pt x="37" y="10"/>
                    </a:cubicBezTo>
                    <a:cubicBezTo>
                      <a:pt x="36" y="8"/>
                      <a:pt x="33" y="8"/>
                      <a:pt x="31" y="7"/>
                    </a:cubicBezTo>
                    <a:cubicBezTo>
                      <a:pt x="29" y="7"/>
                      <a:pt x="28" y="5"/>
                      <a:pt x="26" y="4"/>
                    </a:cubicBezTo>
                    <a:cubicBezTo>
                      <a:pt x="24" y="2"/>
                      <a:pt x="22" y="2"/>
                      <a:pt x="20" y="1"/>
                    </a:cubicBezTo>
                    <a:cubicBezTo>
                      <a:pt x="17" y="1"/>
                      <a:pt x="14" y="0"/>
                      <a:pt x="11" y="0"/>
                    </a:cubicBezTo>
                    <a:cubicBezTo>
                      <a:pt x="9" y="0"/>
                      <a:pt x="7" y="1"/>
                      <a:pt x="5" y="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68" y="44"/>
                      <a:pt x="68" y="44"/>
                      <a:pt x="68" y="44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118" y="45"/>
                      <a:pt x="118" y="45"/>
                      <a:pt x="118" y="45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40" y="37"/>
                      <a:pt x="140" y="37"/>
                      <a:pt x="140" y="37"/>
                    </a:cubicBezTo>
                    <a:cubicBezTo>
                      <a:pt x="140" y="37"/>
                      <a:pt x="140" y="37"/>
                      <a:pt x="140" y="3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15" name="Freeform 1915">
                <a:extLst>
                  <a:ext uri="{FF2B5EF4-FFF2-40B4-BE49-F238E27FC236}">
                    <a16:creationId xmlns:a16="http://schemas.microsoft.com/office/drawing/2014/main" id="{E2529BBC-3211-44A3-AE66-2033AEE57D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31" y="2295"/>
                <a:ext cx="291" cy="277"/>
              </a:xfrm>
              <a:custGeom>
                <a:avLst/>
                <a:gdLst>
                  <a:gd name="T0" fmla="*/ 698 w 715"/>
                  <a:gd name="T1" fmla="*/ 49 h 682"/>
                  <a:gd name="T2" fmla="*/ 668 w 715"/>
                  <a:gd name="T3" fmla="*/ 16 h 682"/>
                  <a:gd name="T4" fmla="*/ 641 w 715"/>
                  <a:gd name="T5" fmla="*/ 6 h 682"/>
                  <a:gd name="T6" fmla="*/ 579 w 715"/>
                  <a:gd name="T7" fmla="*/ 11 h 682"/>
                  <a:gd name="T8" fmla="*/ 558 w 715"/>
                  <a:gd name="T9" fmla="*/ 18 h 682"/>
                  <a:gd name="T10" fmla="*/ 546 w 715"/>
                  <a:gd name="T11" fmla="*/ 13 h 682"/>
                  <a:gd name="T12" fmla="*/ 531 w 715"/>
                  <a:gd name="T13" fmla="*/ 2 h 682"/>
                  <a:gd name="T14" fmla="*/ 499 w 715"/>
                  <a:gd name="T15" fmla="*/ 4 h 682"/>
                  <a:gd name="T16" fmla="*/ 461 w 715"/>
                  <a:gd name="T17" fmla="*/ 17 h 682"/>
                  <a:gd name="T18" fmla="*/ 430 w 715"/>
                  <a:gd name="T19" fmla="*/ 28 h 682"/>
                  <a:gd name="T20" fmla="*/ 407 w 715"/>
                  <a:gd name="T21" fmla="*/ 58 h 682"/>
                  <a:gd name="T22" fmla="*/ 360 w 715"/>
                  <a:gd name="T23" fmla="*/ 86 h 682"/>
                  <a:gd name="T24" fmla="*/ 322 w 715"/>
                  <a:gd name="T25" fmla="*/ 105 h 682"/>
                  <a:gd name="T26" fmla="*/ 303 w 715"/>
                  <a:gd name="T27" fmla="*/ 92 h 682"/>
                  <a:gd name="T28" fmla="*/ 284 w 715"/>
                  <a:gd name="T29" fmla="*/ 98 h 682"/>
                  <a:gd name="T30" fmla="*/ 271 w 715"/>
                  <a:gd name="T31" fmla="*/ 129 h 682"/>
                  <a:gd name="T32" fmla="*/ 255 w 715"/>
                  <a:gd name="T33" fmla="*/ 169 h 682"/>
                  <a:gd name="T34" fmla="*/ 244 w 715"/>
                  <a:gd name="T35" fmla="*/ 200 h 682"/>
                  <a:gd name="T36" fmla="*/ 256 w 715"/>
                  <a:gd name="T37" fmla="*/ 214 h 682"/>
                  <a:gd name="T38" fmla="*/ 200 w 715"/>
                  <a:gd name="T39" fmla="*/ 268 h 682"/>
                  <a:gd name="T40" fmla="*/ 168 w 715"/>
                  <a:gd name="T41" fmla="*/ 345 h 682"/>
                  <a:gd name="T42" fmla="*/ 222 w 715"/>
                  <a:gd name="T43" fmla="*/ 365 h 682"/>
                  <a:gd name="T44" fmla="*/ 281 w 715"/>
                  <a:gd name="T45" fmla="*/ 387 h 682"/>
                  <a:gd name="T46" fmla="*/ 288 w 715"/>
                  <a:gd name="T47" fmla="*/ 423 h 682"/>
                  <a:gd name="T48" fmla="*/ 208 w 715"/>
                  <a:gd name="T49" fmla="*/ 410 h 682"/>
                  <a:gd name="T50" fmla="*/ 184 w 715"/>
                  <a:gd name="T51" fmla="*/ 405 h 682"/>
                  <a:gd name="T52" fmla="*/ 135 w 715"/>
                  <a:gd name="T53" fmla="*/ 426 h 682"/>
                  <a:gd name="T54" fmla="*/ 134 w 715"/>
                  <a:gd name="T55" fmla="*/ 469 h 682"/>
                  <a:gd name="T56" fmla="*/ 57 w 715"/>
                  <a:gd name="T57" fmla="*/ 425 h 682"/>
                  <a:gd name="T58" fmla="*/ 0 w 715"/>
                  <a:gd name="T59" fmla="*/ 419 h 682"/>
                  <a:gd name="T60" fmla="*/ 97 w 715"/>
                  <a:gd name="T61" fmla="*/ 459 h 682"/>
                  <a:gd name="T62" fmla="*/ 212 w 715"/>
                  <a:gd name="T63" fmla="*/ 474 h 682"/>
                  <a:gd name="T64" fmla="*/ 284 w 715"/>
                  <a:gd name="T65" fmla="*/ 498 h 682"/>
                  <a:gd name="T66" fmla="*/ 355 w 715"/>
                  <a:gd name="T67" fmla="*/ 645 h 682"/>
                  <a:gd name="T68" fmla="*/ 413 w 715"/>
                  <a:gd name="T69" fmla="*/ 610 h 682"/>
                  <a:gd name="T70" fmla="*/ 476 w 715"/>
                  <a:gd name="T71" fmla="*/ 453 h 682"/>
                  <a:gd name="T72" fmla="*/ 530 w 715"/>
                  <a:gd name="T73" fmla="*/ 420 h 682"/>
                  <a:gd name="T74" fmla="*/ 648 w 715"/>
                  <a:gd name="T75" fmla="*/ 327 h 682"/>
                  <a:gd name="T76" fmla="*/ 611 w 715"/>
                  <a:gd name="T77" fmla="*/ 223 h 682"/>
                  <a:gd name="T78" fmla="*/ 474 w 715"/>
                  <a:gd name="T79" fmla="*/ 218 h 682"/>
                  <a:gd name="T80" fmla="*/ 449 w 715"/>
                  <a:gd name="T81" fmla="*/ 250 h 682"/>
                  <a:gd name="T82" fmla="*/ 390 w 715"/>
                  <a:gd name="T83" fmla="*/ 284 h 682"/>
                  <a:gd name="T84" fmla="*/ 344 w 715"/>
                  <a:gd name="T85" fmla="*/ 266 h 682"/>
                  <a:gd name="T86" fmla="*/ 309 w 715"/>
                  <a:gd name="T87" fmla="*/ 252 h 682"/>
                  <a:gd name="T88" fmla="*/ 290 w 715"/>
                  <a:gd name="T89" fmla="*/ 231 h 682"/>
                  <a:gd name="T90" fmla="*/ 326 w 715"/>
                  <a:gd name="T91" fmla="*/ 227 h 682"/>
                  <a:gd name="T92" fmla="*/ 347 w 715"/>
                  <a:gd name="T93" fmla="*/ 186 h 682"/>
                  <a:gd name="T94" fmla="*/ 364 w 715"/>
                  <a:gd name="T95" fmla="*/ 232 h 682"/>
                  <a:gd name="T96" fmla="*/ 354 w 715"/>
                  <a:gd name="T97" fmla="*/ 265 h 682"/>
                  <a:gd name="T98" fmla="*/ 408 w 715"/>
                  <a:gd name="T99" fmla="*/ 262 h 682"/>
                  <a:gd name="T100" fmla="*/ 459 w 715"/>
                  <a:gd name="T101" fmla="*/ 211 h 682"/>
                  <a:gd name="T102" fmla="*/ 414 w 715"/>
                  <a:gd name="T103" fmla="*/ 205 h 682"/>
                  <a:gd name="T104" fmla="*/ 375 w 715"/>
                  <a:gd name="T105" fmla="*/ 166 h 682"/>
                  <a:gd name="T106" fmla="*/ 346 w 715"/>
                  <a:gd name="T107" fmla="*/ 144 h 682"/>
                  <a:gd name="T108" fmla="*/ 371 w 715"/>
                  <a:gd name="T109" fmla="*/ 82 h 682"/>
                  <a:gd name="T110" fmla="*/ 396 w 715"/>
                  <a:gd name="T111" fmla="*/ 117 h 682"/>
                  <a:gd name="T112" fmla="*/ 425 w 715"/>
                  <a:gd name="T113" fmla="*/ 139 h 682"/>
                  <a:gd name="T114" fmla="*/ 436 w 715"/>
                  <a:gd name="T115" fmla="*/ 159 h 682"/>
                  <a:gd name="T116" fmla="*/ 436 w 715"/>
                  <a:gd name="T117" fmla="*/ 201 h 682"/>
                  <a:gd name="T118" fmla="*/ 472 w 715"/>
                  <a:gd name="T119" fmla="*/ 211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5" h="682">
                    <a:moveTo>
                      <a:pt x="710" y="75"/>
                    </a:moveTo>
                    <a:cubicBezTo>
                      <a:pt x="708" y="76"/>
                      <a:pt x="706" y="72"/>
                      <a:pt x="705" y="71"/>
                    </a:cubicBezTo>
                    <a:cubicBezTo>
                      <a:pt x="704" y="70"/>
                      <a:pt x="703" y="69"/>
                      <a:pt x="702" y="68"/>
                    </a:cubicBezTo>
                    <a:cubicBezTo>
                      <a:pt x="701" y="68"/>
                      <a:pt x="700" y="68"/>
                      <a:pt x="698" y="67"/>
                    </a:cubicBezTo>
                    <a:cubicBezTo>
                      <a:pt x="696" y="67"/>
                      <a:pt x="695" y="65"/>
                      <a:pt x="694" y="64"/>
                    </a:cubicBezTo>
                    <a:cubicBezTo>
                      <a:pt x="694" y="62"/>
                      <a:pt x="693" y="61"/>
                      <a:pt x="694" y="60"/>
                    </a:cubicBezTo>
                    <a:cubicBezTo>
                      <a:pt x="697" y="57"/>
                      <a:pt x="702" y="56"/>
                      <a:pt x="702" y="52"/>
                    </a:cubicBezTo>
                    <a:cubicBezTo>
                      <a:pt x="702" y="51"/>
                      <a:pt x="702" y="50"/>
                      <a:pt x="702" y="49"/>
                    </a:cubicBezTo>
                    <a:cubicBezTo>
                      <a:pt x="701" y="49"/>
                      <a:pt x="699" y="49"/>
                      <a:pt x="698" y="49"/>
                    </a:cubicBezTo>
                    <a:cubicBezTo>
                      <a:pt x="696" y="49"/>
                      <a:pt x="695" y="49"/>
                      <a:pt x="693" y="49"/>
                    </a:cubicBezTo>
                    <a:cubicBezTo>
                      <a:pt x="691" y="49"/>
                      <a:pt x="690" y="49"/>
                      <a:pt x="689" y="48"/>
                    </a:cubicBezTo>
                    <a:cubicBezTo>
                      <a:pt x="688" y="46"/>
                      <a:pt x="686" y="44"/>
                      <a:pt x="684" y="43"/>
                    </a:cubicBezTo>
                    <a:cubicBezTo>
                      <a:pt x="683" y="42"/>
                      <a:pt x="682" y="43"/>
                      <a:pt x="680" y="43"/>
                    </a:cubicBezTo>
                    <a:cubicBezTo>
                      <a:pt x="676" y="45"/>
                      <a:pt x="672" y="42"/>
                      <a:pt x="671" y="38"/>
                    </a:cubicBezTo>
                    <a:cubicBezTo>
                      <a:pt x="671" y="37"/>
                      <a:pt x="672" y="35"/>
                      <a:pt x="671" y="34"/>
                    </a:cubicBezTo>
                    <a:cubicBezTo>
                      <a:pt x="670" y="33"/>
                      <a:pt x="669" y="32"/>
                      <a:pt x="668" y="31"/>
                    </a:cubicBezTo>
                    <a:cubicBezTo>
                      <a:pt x="666" y="28"/>
                      <a:pt x="667" y="25"/>
                      <a:pt x="667" y="21"/>
                    </a:cubicBezTo>
                    <a:cubicBezTo>
                      <a:pt x="667" y="20"/>
                      <a:pt x="666" y="17"/>
                      <a:pt x="668" y="16"/>
                    </a:cubicBezTo>
                    <a:cubicBezTo>
                      <a:pt x="669" y="15"/>
                      <a:pt x="670" y="15"/>
                      <a:pt x="671" y="13"/>
                    </a:cubicBezTo>
                    <a:cubicBezTo>
                      <a:pt x="672" y="12"/>
                      <a:pt x="671" y="10"/>
                      <a:pt x="669" y="9"/>
                    </a:cubicBezTo>
                    <a:cubicBezTo>
                      <a:pt x="668" y="8"/>
                      <a:pt x="666" y="9"/>
                      <a:pt x="665" y="8"/>
                    </a:cubicBezTo>
                    <a:cubicBezTo>
                      <a:pt x="663" y="6"/>
                      <a:pt x="661" y="0"/>
                      <a:pt x="658" y="4"/>
                    </a:cubicBezTo>
                    <a:cubicBezTo>
                      <a:pt x="657" y="5"/>
                      <a:pt x="656" y="7"/>
                      <a:pt x="655" y="8"/>
                    </a:cubicBezTo>
                    <a:cubicBezTo>
                      <a:pt x="654" y="8"/>
                      <a:pt x="653" y="8"/>
                      <a:pt x="652" y="8"/>
                    </a:cubicBezTo>
                    <a:cubicBezTo>
                      <a:pt x="650" y="8"/>
                      <a:pt x="650" y="9"/>
                      <a:pt x="648" y="9"/>
                    </a:cubicBezTo>
                    <a:cubicBezTo>
                      <a:pt x="647" y="8"/>
                      <a:pt x="646" y="8"/>
                      <a:pt x="645" y="7"/>
                    </a:cubicBezTo>
                    <a:cubicBezTo>
                      <a:pt x="643" y="7"/>
                      <a:pt x="642" y="7"/>
                      <a:pt x="641" y="6"/>
                    </a:cubicBezTo>
                    <a:cubicBezTo>
                      <a:pt x="639" y="6"/>
                      <a:pt x="637" y="4"/>
                      <a:pt x="635" y="4"/>
                    </a:cubicBezTo>
                    <a:cubicBezTo>
                      <a:pt x="634" y="4"/>
                      <a:pt x="633" y="5"/>
                      <a:pt x="632" y="5"/>
                    </a:cubicBezTo>
                    <a:cubicBezTo>
                      <a:pt x="629" y="7"/>
                      <a:pt x="626" y="6"/>
                      <a:pt x="623" y="6"/>
                    </a:cubicBezTo>
                    <a:cubicBezTo>
                      <a:pt x="619" y="6"/>
                      <a:pt x="615" y="7"/>
                      <a:pt x="611" y="7"/>
                    </a:cubicBezTo>
                    <a:cubicBezTo>
                      <a:pt x="609" y="7"/>
                      <a:pt x="608" y="7"/>
                      <a:pt x="606" y="7"/>
                    </a:cubicBezTo>
                    <a:cubicBezTo>
                      <a:pt x="604" y="7"/>
                      <a:pt x="601" y="7"/>
                      <a:pt x="599" y="8"/>
                    </a:cubicBezTo>
                    <a:cubicBezTo>
                      <a:pt x="597" y="8"/>
                      <a:pt x="594" y="8"/>
                      <a:pt x="592" y="8"/>
                    </a:cubicBezTo>
                    <a:cubicBezTo>
                      <a:pt x="590" y="8"/>
                      <a:pt x="589" y="7"/>
                      <a:pt x="588" y="8"/>
                    </a:cubicBezTo>
                    <a:cubicBezTo>
                      <a:pt x="585" y="9"/>
                      <a:pt x="582" y="10"/>
                      <a:pt x="579" y="11"/>
                    </a:cubicBezTo>
                    <a:cubicBezTo>
                      <a:pt x="576" y="11"/>
                      <a:pt x="574" y="12"/>
                      <a:pt x="572" y="10"/>
                    </a:cubicBezTo>
                    <a:cubicBezTo>
                      <a:pt x="571" y="9"/>
                      <a:pt x="570" y="8"/>
                      <a:pt x="569" y="7"/>
                    </a:cubicBezTo>
                    <a:cubicBezTo>
                      <a:pt x="568" y="7"/>
                      <a:pt x="567" y="7"/>
                      <a:pt x="566" y="7"/>
                    </a:cubicBezTo>
                    <a:cubicBezTo>
                      <a:pt x="565" y="7"/>
                      <a:pt x="565" y="7"/>
                      <a:pt x="564" y="6"/>
                    </a:cubicBezTo>
                    <a:cubicBezTo>
                      <a:pt x="563" y="5"/>
                      <a:pt x="563" y="4"/>
                      <a:pt x="562" y="4"/>
                    </a:cubicBezTo>
                    <a:cubicBezTo>
                      <a:pt x="561" y="4"/>
                      <a:pt x="560" y="4"/>
                      <a:pt x="559" y="4"/>
                    </a:cubicBezTo>
                    <a:cubicBezTo>
                      <a:pt x="558" y="5"/>
                      <a:pt x="559" y="6"/>
                      <a:pt x="559" y="7"/>
                    </a:cubicBezTo>
                    <a:cubicBezTo>
                      <a:pt x="561" y="9"/>
                      <a:pt x="564" y="12"/>
                      <a:pt x="562" y="14"/>
                    </a:cubicBezTo>
                    <a:cubicBezTo>
                      <a:pt x="561" y="15"/>
                      <a:pt x="558" y="16"/>
                      <a:pt x="558" y="18"/>
                    </a:cubicBezTo>
                    <a:cubicBezTo>
                      <a:pt x="558" y="20"/>
                      <a:pt x="563" y="19"/>
                      <a:pt x="562" y="22"/>
                    </a:cubicBezTo>
                    <a:cubicBezTo>
                      <a:pt x="561" y="24"/>
                      <a:pt x="560" y="25"/>
                      <a:pt x="558" y="25"/>
                    </a:cubicBezTo>
                    <a:cubicBezTo>
                      <a:pt x="557" y="25"/>
                      <a:pt x="556" y="24"/>
                      <a:pt x="556" y="23"/>
                    </a:cubicBezTo>
                    <a:cubicBezTo>
                      <a:pt x="555" y="22"/>
                      <a:pt x="555" y="21"/>
                      <a:pt x="554" y="20"/>
                    </a:cubicBezTo>
                    <a:cubicBezTo>
                      <a:pt x="554" y="20"/>
                      <a:pt x="553" y="20"/>
                      <a:pt x="552" y="21"/>
                    </a:cubicBezTo>
                    <a:cubicBezTo>
                      <a:pt x="552" y="21"/>
                      <a:pt x="551" y="21"/>
                      <a:pt x="551" y="21"/>
                    </a:cubicBezTo>
                    <a:cubicBezTo>
                      <a:pt x="549" y="21"/>
                      <a:pt x="548" y="21"/>
                      <a:pt x="547" y="20"/>
                    </a:cubicBezTo>
                    <a:cubicBezTo>
                      <a:pt x="547" y="19"/>
                      <a:pt x="547" y="18"/>
                      <a:pt x="546" y="17"/>
                    </a:cubicBezTo>
                    <a:cubicBezTo>
                      <a:pt x="546" y="16"/>
                      <a:pt x="546" y="15"/>
                      <a:pt x="546" y="13"/>
                    </a:cubicBezTo>
                    <a:cubicBezTo>
                      <a:pt x="546" y="12"/>
                      <a:pt x="546" y="11"/>
                      <a:pt x="546" y="10"/>
                    </a:cubicBezTo>
                    <a:cubicBezTo>
                      <a:pt x="546" y="7"/>
                      <a:pt x="549" y="6"/>
                      <a:pt x="549" y="4"/>
                    </a:cubicBezTo>
                    <a:cubicBezTo>
                      <a:pt x="549" y="2"/>
                      <a:pt x="549" y="1"/>
                      <a:pt x="547" y="1"/>
                    </a:cubicBezTo>
                    <a:cubicBezTo>
                      <a:pt x="546" y="1"/>
                      <a:pt x="544" y="2"/>
                      <a:pt x="543" y="3"/>
                    </a:cubicBezTo>
                    <a:cubicBezTo>
                      <a:pt x="542" y="4"/>
                      <a:pt x="541" y="5"/>
                      <a:pt x="540" y="5"/>
                    </a:cubicBezTo>
                    <a:cubicBezTo>
                      <a:pt x="539" y="4"/>
                      <a:pt x="539" y="4"/>
                      <a:pt x="538" y="3"/>
                    </a:cubicBezTo>
                    <a:cubicBezTo>
                      <a:pt x="538" y="3"/>
                      <a:pt x="537" y="2"/>
                      <a:pt x="536" y="2"/>
                    </a:cubicBezTo>
                    <a:cubicBezTo>
                      <a:pt x="536" y="2"/>
                      <a:pt x="535" y="2"/>
                      <a:pt x="535" y="2"/>
                    </a:cubicBezTo>
                    <a:cubicBezTo>
                      <a:pt x="533" y="2"/>
                      <a:pt x="532" y="2"/>
                      <a:pt x="531" y="2"/>
                    </a:cubicBezTo>
                    <a:cubicBezTo>
                      <a:pt x="530" y="2"/>
                      <a:pt x="530" y="2"/>
                      <a:pt x="528" y="2"/>
                    </a:cubicBezTo>
                    <a:cubicBezTo>
                      <a:pt x="527" y="2"/>
                      <a:pt x="526" y="2"/>
                      <a:pt x="524" y="2"/>
                    </a:cubicBezTo>
                    <a:cubicBezTo>
                      <a:pt x="523" y="2"/>
                      <a:pt x="521" y="2"/>
                      <a:pt x="520" y="2"/>
                    </a:cubicBezTo>
                    <a:cubicBezTo>
                      <a:pt x="519" y="2"/>
                      <a:pt x="518" y="2"/>
                      <a:pt x="517" y="2"/>
                    </a:cubicBezTo>
                    <a:cubicBezTo>
                      <a:pt x="516" y="2"/>
                      <a:pt x="515" y="2"/>
                      <a:pt x="514" y="2"/>
                    </a:cubicBezTo>
                    <a:cubicBezTo>
                      <a:pt x="513" y="2"/>
                      <a:pt x="511" y="2"/>
                      <a:pt x="509" y="2"/>
                    </a:cubicBezTo>
                    <a:cubicBezTo>
                      <a:pt x="508" y="2"/>
                      <a:pt x="507" y="2"/>
                      <a:pt x="506" y="3"/>
                    </a:cubicBezTo>
                    <a:cubicBezTo>
                      <a:pt x="505" y="3"/>
                      <a:pt x="504" y="3"/>
                      <a:pt x="503" y="3"/>
                    </a:cubicBezTo>
                    <a:cubicBezTo>
                      <a:pt x="502" y="3"/>
                      <a:pt x="501" y="4"/>
                      <a:pt x="499" y="4"/>
                    </a:cubicBezTo>
                    <a:cubicBezTo>
                      <a:pt x="497" y="5"/>
                      <a:pt x="496" y="6"/>
                      <a:pt x="494" y="6"/>
                    </a:cubicBezTo>
                    <a:cubicBezTo>
                      <a:pt x="491" y="8"/>
                      <a:pt x="488" y="9"/>
                      <a:pt x="486" y="11"/>
                    </a:cubicBezTo>
                    <a:cubicBezTo>
                      <a:pt x="484" y="12"/>
                      <a:pt x="483" y="12"/>
                      <a:pt x="481" y="12"/>
                    </a:cubicBezTo>
                    <a:cubicBezTo>
                      <a:pt x="480" y="12"/>
                      <a:pt x="479" y="13"/>
                      <a:pt x="478" y="13"/>
                    </a:cubicBezTo>
                    <a:cubicBezTo>
                      <a:pt x="477" y="13"/>
                      <a:pt x="477" y="14"/>
                      <a:pt x="476" y="14"/>
                    </a:cubicBezTo>
                    <a:cubicBezTo>
                      <a:pt x="474" y="14"/>
                      <a:pt x="472" y="15"/>
                      <a:pt x="470" y="16"/>
                    </a:cubicBezTo>
                    <a:cubicBezTo>
                      <a:pt x="469" y="16"/>
                      <a:pt x="468" y="16"/>
                      <a:pt x="467" y="17"/>
                    </a:cubicBezTo>
                    <a:cubicBezTo>
                      <a:pt x="466" y="17"/>
                      <a:pt x="465" y="17"/>
                      <a:pt x="464" y="17"/>
                    </a:cubicBezTo>
                    <a:cubicBezTo>
                      <a:pt x="463" y="17"/>
                      <a:pt x="462" y="17"/>
                      <a:pt x="461" y="17"/>
                    </a:cubicBezTo>
                    <a:cubicBezTo>
                      <a:pt x="460" y="17"/>
                      <a:pt x="459" y="17"/>
                      <a:pt x="458" y="17"/>
                    </a:cubicBezTo>
                    <a:cubicBezTo>
                      <a:pt x="456" y="18"/>
                      <a:pt x="455" y="18"/>
                      <a:pt x="454" y="19"/>
                    </a:cubicBezTo>
                    <a:cubicBezTo>
                      <a:pt x="453" y="19"/>
                      <a:pt x="453" y="20"/>
                      <a:pt x="452" y="20"/>
                    </a:cubicBezTo>
                    <a:cubicBezTo>
                      <a:pt x="451" y="20"/>
                      <a:pt x="450" y="20"/>
                      <a:pt x="449" y="21"/>
                    </a:cubicBezTo>
                    <a:cubicBezTo>
                      <a:pt x="448" y="21"/>
                      <a:pt x="446" y="21"/>
                      <a:pt x="445" y="21"/>
                    </a:cubicBezTo>
                    <a:cubicBezTo>
                      <a:pt x="444" y="21"/>
                      <a:pt x="443" y="22"/>
                      <a:pt x="442" y="22"/>
                    </a:cubicBezTo>
                    <a:cubicBezTo>
                      <a:pt x="440" y="22"/>
                      <a:pt x="440" y="23"/>
                      <a:pt x="439" y="24"/>
                    </a:cubicBezTo>
                    <a:cubicBezTo>
                      <a:pt x="437" y="25"/>
                      <a:pt x="435" y="25"/>
                      <a:pt x="434" y="26"/>
                    </a:cubicBezTo>
                    <a:cubicBezTo>
                      <a:pt x="432" y="26"/>
                      <a:pt x="431" y="27"/>
                      <a:pt x="430" y="28"/>
                    </a:cubicBezTo>
                    <a:cubicBezTo>
                      <a:pt x="429" y="29"/>
                      <a:pt x="428" y="30"/>
                      <a:pt x="427" y="31"/>
                    </a:cubicBezTo>
                    <a:cubicBezTo>
                      <a:pt x="425" y="32"/>
                      <a:pt x="424" y="32"/>
                      <a:pt x="423" y="33"/>
                    </a:cubicBezTo>
                    <a:cubicBezTo>
                      <a:pt x="422" y="34"/>
                      <a:pt x="421" y="35"/>
                      <a:pt x="420" y="37"/>
                    </a:cubicBezTo>
                    <a:cubicBezTo>
                      <a:pt x="420" y="38"/>
                      <a:pt x="419" y="39"/>
                      <a:pt x="418" y="40"/>
                    </a:cubicBezTo>
                    <a:cubicBezTo>
                      <a:pt x="417" y="42"/>
                      <a:pt x="416" y="43"/>
                      <a:pt x="415" y="45"/>
                    </a:cubicBezTo>
                    <a:cubicBezTo>
                      <a:pt x="414" y="45"/>
                      <a:pt x="413" y="46"/>
                      <a:pt x="412" y="47"/>
                    </a:cubicBezTo>
                    <a:cubicBezTo>
                      <a:pt x="412" y="48"/>
                      <a:pt x="411" y="49"/>
                      <a:pt x="411" y="50"/>
                    </a:cubicBezTo>
                    <a:cubicBezTo>
                      <a:pt x="410" y="51"/>
                      <a:pt x="410" y="53"/>
                      <a:pt x="409" y="54"/>
                    </a:cubicBezTo>
                    <a:cubicBezTo>
                      <a:pt x="408" y="55"/>
                      <a:pt x="407" y="57"/>
                      <a:pt x="407" y="58"/>
                    </a:cubicBezTo>
                    <a:cubicBezTo>
                      <a:pt x="405" y="61"/>
                      <a:pt x="405" y="64"/>
                      <a:pt x="403" y="65"/>
                    </a:cubicBezTo>
                    <a:cubicBezTo>
                      <a:pt x="401" y="67"/>
                      <a:pt x="398" y="67"/>
                      <a:pt x="397" y="69"/>
                    </a:cubicBezTo>
                    <a:cubicBezTo>
                      <a:pt x="396" y="69"/>
                      <a:pt x="395" y="70"/>
                      <a:pt x="394" y="70"/>
                    </a:cubicBezTo>
                    <a:cubicBezTo>
                      <a:pt x="391" y="72"/>
                      <a:pt x="387" y="72"/>
                      <a:pt x="384" y="73"/>
                    </a:cubicBezTo>
                    <a:cubicBezTo>
                      <a:pt x="382" y="74"/>
                      <a:pt x="380" y="75"/>
                      <a:pt x="378" y="76"/>
                    </a:cubicBezTo>
                    <a:cubicBezTo>
                      <a:pt x="376" y="77"/>
                      <a:pt x="374" y="78"/>
                      <a:pt x="372" y="79"/>
                    </a:cubicBezTo>
                    <a:cubicBezTo>
                      <a:pt x="371" y="80"/>
                      <a:pt x="369" y="80"/>
                      <a:pt x="368" y="81"/>
                    </a:cubicBezTo>
                    <a:cubicBezTo>
                      <a:pt x="367" y="82"/>
                      <a:pt x="365" y="82"/>
                      <a:pt x="364" y="83"/>
                    </a:cubicBezTo>
                    <a:cubicBezTo>
                      <a:pt x="362" y="84"/>
                      <a:pt x="361" y="85"/>
                      <a:pt x="360" y="86"/>
                    </a:cubicBezTo>
                    <a:cubicBezTo>
                      <a:pt x="358" y="87"/>
                      <a:pt x="356" y="87"/>
                      <a:pt x="355" y="88"/>
                    </a:cubicBezTo>
                    <a:cubicBezTo>
                      <a:pt x="353" y="89"/>
                      <a:pt x="352" y="91"/>
                      <a:pt x="350" y="92"/>
                    </a:cubicBezTo>
                    <a:cubicBezTo>
                      <a:pt x="348" y="92"/>
                      <a:pt x="347" y="93"/>
                      <a:pt x="345" y="94"/>
                    </a:cubicBezTo>
                    <a:cubicBezTo>
                      <a:pt x="343" y="96"/>
                      <a:pt x="340" y="97"/>
                      <a:pt x="337" y="97"/>
                    </a:cubicBezTo>
                    <a:cubicBezTo>
                      <a:pt x="336" y="97"/>
                      <a:pt x="334" y="97"/>
                      <a:pt x="333" y="97"/>
                    </a:cubicBezTo>
                    <a:cubicBezTo>
                      <a:pt x="331" y="97"/>
                      <a:pt x="329" y="97"/>
                      <a:pt x="328" y="97"/>
                    </a:cubicBezTo>
                    <a:cubicBezTo>
                      <a:pt x="326" y="97"/>
                      <a:pt x="325" y="98"/>
                      <a:pt x="325" y="99"/>
                    </a:cubicBezTo>
                    <a:cubicBezTo>
                      <a:pt x="324" y="100"/>
                      <a:pt x="325" y="101"/>
                      <a:pt x="324" y="102"/>
                    </a:cubicBezTo>
                    <a:cubicBezTo>
                      <a:pt x="324" y="104"/>
                      <a:pt x="323" y="104"/>
                      <a:pt x="322" y="105"/>
                    </a:cubicBezTo>
                    <a:cubicBezTo>
                      <a:pt x="320" y="105"/>
                      <a:pt x="319" y="106"/>
                      <a:pt x="318" y="106"/>
                    </a:cubicBezTo>
                    <a:cubicBezTo>
                      <a:pt x="317" y="106"/>
                      <a:pt x="316" y="106"/>
                      <a:pt x="314" y="106"/>
                    </a:cubicBezTo>
                    <a:cubicBezTo>
                      <a:pt x="313" y="105"/>
                      <a:pt x="311" y="105"/>
                      <a:pt x="309" y="104"/>
                    </a:cubicBezTo>
                    <a:cubicBezTo>
                      <a:pt x="308" y="104"/>
                      <a:pt x="308" y="103"/>
                      <a:pt x="308" y="102"/>
                    </a:cubicBezTo>
                    <a:cubicBezTo>
                      <a:pt x="308" y="102"/>
                      <a:pt x="308" y="101"/>
                      <a:pt x="307" y="101"/>
                    </a:cubicBezTo>
                    <a:cubicBezTo>
                      <a:pt x="306" y="101"/>
                      <a:pt x="305" y="100"/>
                      <a:pt x="305" y="100"/>
                    </a:cubicBezTo>
                    <a:cubicBezTo>
                      <a:pt x="305" y="99"/>
                      <a:pt x="305" y="98"/>
                      <a:pt x="305" y="97"/>
                    </a:cubicBezTo>
                    <a:cubicBezTo>
                      <a:pt x="304" y="96"/>
                      <a:pt x="302" y="96"/>
                      <a:pt x="301" y="94"/>
                    </a:cubicBezTo>
                    <a:cubicBezTo>
                      <a:pt x="301" y="93"/>
                      <a:pt x="302" y="92"/>
                      <a:pt x="303" y="92"/>
                    </a:cubicBezTo>
                    <a:cubicBezTo>
                      <a:pt x="303" y="92"/>
                      <a:pt x="304" y="92"/>
                      <a:pt x="305" y="91"/>
                    </a:cubicBezTo>
                    <a:cubicBezTo>
                      <a:pt x="306" y="91"/>
                      <a:pt x="307" y="89"/>
                      <a:pt x="307" y="88"/>
                    </a:cubicBezTo>
                    <a:cubicBezTo>
                      <a:pt x="307" y="86"/>
                      <a:pt x="307" y="84"/>
                      <a:pt x="306" y="82"/>
                    </a:cubicBezTo>
                    <a:cubicBezTo>
                      <a:pt x="304" y="80"/>
                      <a:pt x="302" y="84"/>
                      <a:pt x="301" y="85"/>
                    </a:cubicBezTo>
                    <a:cubicBezTo>
                      <a:pt x="300" y="86"/>
                      <a:pt x="299" y="87"/>
                      <a:pt x="298" y="86"/>
                    </a:cubicBezTo>
                    <a:cubicBezTo>
                      <a:pt x="297" y="86"/>
                      <a:pt x="297" y="85"/>
                      <a:pt x="296" y="84"/>
                    </a:cubicBezTo>
                    <a:cubicBezTo>
                      <a:pt x="295" y="81"/>
                      <a:pt x="291" y="85"/>
                      <a:pt x="289" y="86"/>
                    </a:cubicBezTo>
                    <a:cubicBezTo>
                      <a:pt x="287" y="88"/>
                      <a:pt x="286" y="91"/>
                      <a:pt x="285" y="94"/>
                    </a:cubicBezTo>
                    <a:cubicBezTo>
                      <a:pt x="285" y="95"/>
                      <a:pt x="285" y="97"/>
                      <a:pt x="284" y="98"/>
                    </a:cubicBezTo>
                    <a:cubicBezTo>
                      <a:pt x="284" y="99"/>
                      <a:pt x="283" y="100"/>
                      <a:pt x="282" y="101"/>
                    </a:cubicBezTo>
                    <a:cubicBezTo>
                      <a:pt x="281" y="104"/>
                      <a:pt x="282" y="107"/>
                      <a:pt x="279" y="109"/>
                    </a:cubicBezTo>
                    <a:cubicBezTo>
                      <a:pt x="278" y="110"/>
                      <a:pt x="277" y="111"/>
                      <a:pt x="277" y="112"/>
                    </a:cubicBezTo>
                    <a:cubicBezTo>
                      <a:pt x="277" y="113"/>
                      <a:pt x="277" y="114"/>
                      <a:pt x="276" y="115"/>
                    </a:cubicBezTo>
                    <a:cubicBezTo>
                      <a:pt x="276" y="116"/>
                      <a:pt x="276" y="117"/>
                      <a:pt x="276" y="117"/>
                    </a:cubicBezTo>
                    <a:cubicBezTo>
                      <a:pt x="276" y="119"/>
                      <a:pt x="275" y="121"/>
                      <a:pt x="274" y="122"/>
                    </a:cubicBezTo>
                    <a:cubicBezTo>
                      <a:pt x="274" y="123"/>
                      <a:pt x="274" y="124"/>
                      <a:pt x="274" y="125"/>
                    </a:cubicBezTo>
                    <a:cubicBezTo>
                      <a:pt x="273" y="126"/>
                      <a:pt x="273" y="126"/>
                      <a:pt x="273" y="127"/>
                    </a:cubicBezTo>
                    <a:cubicBezTo>
                      <a:pt x="272" y="128"/>
                      <a:pt x="271" y="128"/>
                      <a:pt x="271" y="129"/>
                    </a:cubicBezTo>
                    <a:cubicBezTo>
                      <a:pt x="268" y="130"/>
                      <a:pt x="264" y="127"/>
                      <a:pt x="263" y="131"/>
                    </a:cubicBezTo>
                    <a:cubicBezTo>
                      <a:pt x="263" y="134"/>
                      <a:pt x="263" y="136"/>
                      <a:pt x="263" y="139"/>
                    </a:cubicBezTo>
                    <a:cubicBezTo>
                      <a:pt x="263" y="141"/>
                      <a:pt x="263" y="143"/>
                      <a:pt x="263" y="145"/>
                    </a:cubicBezTo>
                    <a:cubicBezTo>
                      <a:pt x="262" y="146"/>
                      <a:pt x="262" y="147"/>
                      <a:pt x="260" y="148"/>
                    </a:cubicBezTo>
                    <a:cubicBezTo>
                      <a:pt x="259" y="149"/>
                      <a:pt x="259" y="150"/>
                      <a:pt x="258" y="151"/>
                    </a:cubicBezTo>
                    <a:cubicBezTo>
                      <a:pt x="258" y="153"/>
                      <a:pt x="257" y="154"/>
                      <a:pt x="257" y="156"/>
                    </a:cubicBezTo>
                    <a:cubicBezTo>
                      <a:pt x="257" y="158"/>
                      <a:pt x="257" y="159"/>
                      <a:pt x="257" y="161"/>
                    </a:cubicBezTo>
                    <a:cubicBezTo>
                      <a:pt x="256" y="162"/>
                      <a:pt x="256" y="164"/>
                      <a:pt x="256" y="165"/>
                    </a:cubicBezTo>
                    <a:cubicBezTo>
                      <a:pt x="255" y="166"/>
                      <a:pt x="255" y="168"/>
                      <a:pt x="255" y="169"/>
                    </a:cubicBezTo>
                    <a:cubicBezTo>
                      <a:pt x="254" y="170"/>
                      <a:pt x="253" y="171"/>
                      <a:pt x="253" y="173"/>
                    </a:cubicBezTo>
                    <a:cubicBezTo>
                      <a:pt x="251" y="175"/>
                      <a:pt x="252" y="177"/>
                      <a:pt x="251" y="179"/>
                    </a:cubicBezTo>
                    <a:cubicBezTo>
                      <a:pt x="250" y="180"/>
                      <a:pt x="250" y="181"/>
                      <a:pt x="250" y="182"/>
                    </a:cubicBezTo>
                    <a:cubicBezTo>
                      <a:pt x="250" y="184"/>
                      <a:pt x="250" y="185"/>
                      <a:pt x="250" y="187"/>
                    </a:cubicBezTo>
                    <a:cubicBezTo>
                      <a:pt x="250" y="188"/>
                      <a:pt x="250" y="190"/>
                      <a:pt x="249" y="190"/>
                    </a:cubicBezTo>
                    <a:cubicBezTo>
                      <a:pt x="248" y="190"/>
                      <a:pt x="248" y="191"/>
                      <a:pt x="247" y="191"/>
                    </a:cubicBezTo>
                    <a:cubicBezTo>
                      <a:pt x="247" y="191"/>
                      <a:pt x="247" y="192"/>
                      <a:pt x="246" y="192"/>
                    </a:cubicBezTo>
                    <a:cubicBezTo>
                      <a:pt x="245" y="194"/>
                      <a:pt x="245" y="196"/>
                      <a:pt x="245" y="198"/>
                    </a:cubicBezTo>
                    <a:cubicBezTo>
                      <a:pt x="245" y="199"/>
                      <a:pt x="244" y="200"/>
                      <a:pt x="244" y="200"/>
                    </a:cubicBezTo>
                    <a:cubicBezTo>
                      <a:pt x="244" y="201"/>
                      <a:pt x="244" y="202"/>
                      <a:pt x="244" y="203"/>
                    </a:cubicBezTo>
                    <a:cubicBezTo>
                      <a:pt x="244" y="204"/>
                      <a:pt x="244" y="205"/>
                      <a:pt x="244" y="206"/>
                    </a:cubicBezTo>
                    <a:cubicBezTo>
                      <a:pt x="248" y="208"/>
                      <a:pt x="253" y="211"/>
                      <a:pt x="258" y="212"/>
                    </a:cubicBezTo>
                    <a:cubicBezTo>
                      <a:pt x="259" y="213"/>
                      <a:pt x="261" y="214"/>
                      <a:pt x="263" y="215"/>
                    </a:cubicBezTo>
                    <a:cubicBezTo>
                      <a:pt x="265" y="216"/>
                      <a:pt x="267" y="217"/>
                      <a:pt x="268" y="219"/>
                    </a:cubicBezTo>
                    <a:cubicBezTo>
                      <a:pt x="269" y="220"/>
                      <a:pt x="271" y="222"/>
                      <a:pt x="272" y="224"/>
                    </a:cubicBezTo>
                    <a:cubicBezTo>
                      <a:pt x="273" y="225"/>
                      <a:pt x="271" y="223"/>
                      <a:pt x="270" y="223"/>
                    </a:cubicBezTo>
                    <a:cubicBezTo>
                      <a:pt x="267" y="221"/>
                      <a:pt x="265" y="217"/>
                      <a:pt x="261" y="216"/>
                    </a:cubicBezTo>
                    <a:cubicBezTo>
                      <a:pt x="260" y="215"/>
                      <a:pt x="258" y="215"/>
                      <a:pt x="256" y="214"/>
                    </a:cubicBezTo>
                    <a:cubicBezTo>
                      <a:pt x="254" y="214"/>
                      <a:pt x="252" y="213"/>
                      <a:pt x="250" y="212"/>
                    </a:cubicBezTo>
                    <a:cubicBezTo>
                      <a:pt x="246" y="211"/>
                      <a:pt x="243" y="211"/>
                      <a:pt x="239" y="213"/>
                    </a:cubicBezTo>
                    <a:cubicBezTo>
                      <a:pt x="235" y="216"/>
                      <a:pt x="235" y="220"/>
                      <a:pt x="233" y="224"/>
                    </a:cubicBezTo>
                    <a:cubicBezTo>
                      <a:pt x="231" y="227"/>
                      <a:pt x="230" y="229"/>
                      <a:pt x="228" y="231"/>
                    </a:cubicBezTo>
                    <a:cubicBezTo>
                      <a:pt x="226" y="233"/>
                      <a:pt x="224" y="236"/>
                      <a:pt x="222" y="239"/>
                    </a:cubicBezTo>
                    <a:cubicBezTo>
                      <a:pt x="220" y="243"/>
                      <a:pt x="218" y="247"/>
                      <a:pt x="215" y="251"/>
                    </a:cubicBezTo>
                    <a:cubicBezTo>
                      <a:pt x="213" y="255"/>
                      <a:pt x="210" y="258"/>
                      <a:pt x="207" y="261"/>
                    </a:cubicBezTo>
                    <a:cubicBezTo>
                      <a:pt x="206" y="262"/>
                      <a:pt x="205" y="263"/>
                      <a:pt x="203" y="264"/>
                    </a:cubicBezTo>
                    <a:cubicBezTo>
                      <a:pt x="202" y="265"/>
                      <a:pt x="201" y="267"/>
                      <a:pt x="200" y="268"/>
                    </a:cubicBezTo>
                    <a:cubicBezTo>
                      <a:pt x="199" y="270"/>
                      <a:pt x="197" y="272"/>
                      <a:pt x="196" y="274"/>
                    </a:cubicBezTo>
                    <a:cubicBezTo>
                      <a:pt x="193" y="276"/>
                      <a:pt x="191" y="278"/>
                      <a:pt x="189" y="280"/>
                    </a:cubicBezTo>
                    <a:cubicBezTo>
                      <a:pt x="185" y="285"/>
                      <a:pt x="181" y="291"/>
                      <a:pt x="175" y="294"/>
                    </a:cubicBezTo>
                    <a:cubicBezTo>
                      <a:pt x="172" y="295"/>
                      <a:pt x="169" y="296"/>
                      <a:pt x="166" y="298"/>
                    </a:cubicBezTo>
                    <a:cubicBezTo>
                      <a:pt x="163" y="300"/>
                      <a:pt x="161" y="302"/>
                      <a:pt x="158" y="304"/>
                    </a:cubicBezTo>
                    <a:cubicBezTo>
                      <a:pt x="153" y="309"/>
                      <a:pt x="146" y="312"/>
                      <a:pt x="143" y="318"/>
                    </a:cubicBezTo>
                    <a:cubicBezTo>
                      <a:pt x="142" y="321"/>
                      <a:pt x="142" y="323"/>
                      <a:pt x="143" y="326"/>
                    </a:cubicBezTo>
                    <a:cubicBezTo>
                      <a:pt x="145" y="328"/>
                      <a:pt x="149" y="328"/>
                      <a:pt x="151" y="330"/>
                    </a:cubicBezTo>
                    <a:cubicBezTo>
                      <a:pt x="158" y="334"/>
                      <a:pt x="162" y="341"/>
                      <a:pt x="168" y="345"/>
                    </a:cubicBezTo>
                    <a:cubicBezTo>
                      <a:pt x="171" y="347"/>
                      <a:pt x="175" y="347"/>
                      <a:pt x="178" y="348"/>
                    </a:cubicBezTo>
                    <a:cubicBezTo>
                      <a:pt x="183" y="349"/>
                      <a:pt x="187" y="349"/>
                      <a:pt x="191" y="349"/>
                    </a:cubicBezTo>
                    <a:cubicBezTo>
                      <a:pt x="195" y="349"/>
                      <a:pt x="198" y="349"/>
                      <a:pt x="201" y="350"/>
                    </a:cubicBezTo>
                    <a:cubicBezTo>
                      <a:pt x="203" y="351"/>
                      <a:pt x="206" y="352"/>
                      <a:pt x="208" y="352"/>
                    </a:cubicBezTo>
                    <a:cubicBezTo>
                      <a:pt x="210" y="353"/>
                      <a:pt x="213" y="354"/>
                      <a:pt x="215" y="355"/>
                    </a:cubicBezTo>
                    <a:cubicBezTo>
                      <a:pt x="217" y="355"/>
                      <a:pt x="219" y="356"/>
                      <a:pt x="221" y="358"/>
                    </a:cubicBezTo>
                    <a:cubicBezTo>
                      <a:pt x="223" y="359"/>
                      <a:pt x="225" y="360"/>
                      <a:pt x="227" y="361"/>
                    </a:cubicBezTo>
                    <a:cubicBezTo>
                      <a:pt x="228" y="362"/>
                      <a:pt x="228" y="363"/>
                      <a:pt x="226" y="364"/>
                    </a:cubicBezTo>
                    <a:cubicBezTo>
                      <a:pt x="225" y="364"/>
                      <a:pt x="224" y="365"/>
                      <a:pt x="222" y="365"/>
                    </a:cubicBezTo>
                    <a:cubicBezTo>
                      <a:pt x="222" y="367"/>
                      <a:pt x="225" y="367"/>
                      <a:pt x="226" y="367"/>
                    </a:cubicBezTo>
                    <a:cubicBezTo>
                      <a:pt x="228" y="367"/>
                      <a:pt x="229" y="367"/>
                      <a:pt x="229" y="369"/>
                    </a:cubicBezTo>
                    <a:cubicBezTo>
                      <a:pt x="229" y="371"/>
                      <a:pt x="228" y="372"/>
                      <a:pt x="230" y="373"/>
                    </a:cubicBezTo>
                    <a:cubicBezTo>
                      <a:pt x="231" y="374"/>
                      <a:pt x="232" y="375"/>
                      <a:pt x="233" y="376"/>
                    </a:cubicBezTo>
                    <a:cubicBezTo>
                      <a:pt x="235" y="376"/>
                      <a:pt x="235" y="377"/>
                      <a:pt x="236" y="378"/>
                    </a:cubicBezTo>
                    <a:cubicBezTo>
                      <a:pt x="238" y="380"/>
                      <a:pt x="241" y="380"/>
                      <a:pt x="243" y="381"/>
                    </a:cubicBezTo>
                    <a:cubicBezTo>
                      <a:pt x="247" y="381"/>
                      <a:pt x="251" y="384"/>
                      <a:pt x="255" y="384"/>
                    </a:cubicBezTo>
                    <a:cubicBezTo>
                      <a:pt x="261" y="385"/>
                      <a:pt x="266" y="385"/>
                      <a:pt x="271" y="386"/>
                    </a:cubicBezTo>
                    <a:cubicBezTo>
                      <a:pt x="275" y="386"/>
                      <a:pt x="278" y="386"/>
                      <a:pt x="281" y="387"/>
                    </a:cubicBezTo>
                    <a:cubicBezTo>
                      <a:pt x="288" y="387"/>
                      <a:pt x="294" y="389"/>
                      <a:pt x="301" y="391"/>
                    </a:cubicBezTo>
                    <a:cubicBezTo>
                      <a:pt x="308" y="392"/>
                      <a:pt x="315" y="394"/>
                      <a:pt x="322" y="396"/>
                    </a:cubicBezTo>
                    <a:cubicBezTo>
                      <a:pt x="329" y="399"/>
                      <a:pt x="336" y="401"/>
                      <a:pt x="343" y="404"/>
                    </a:cubicBezTo>
                    <a:cubicBezTo>
                      <a:pt x="346" y="405"/>
                      <a:pt x="349" y="406"/>
                      <a:pt x="350" y="409"/>
                    </a:cubicBezTo>
                    <a:cubicBezTo>
                      <a:pt x="351" y="412"/>
                      <a:pt x="349" y="414"/>
                      <a:pt x="347" y="416"/>
                    </a:cubicBezTo>
                    <a:cubicBezTo>
                      <a:pt x="342" y="422"/>
                      <a:pt x="334" y="422"/>
                      <a:pt x="327" y="421"/>
                    </a:cubicBezTo>
                    <a:cubicBezTo>
                      <a:pt x="323" y="421"/>
                      <a:pt x="319" y="420"/>
                      <a:pt x="315" y="421"/>
                    </a:cubicBezTo>
                    <a:cubicBezTo>
                      <a:pt x="310" y="421"/>
                      <a:pt x="306" y="422"/>
                      <a:pt x="301" y="422"/>
                    </a:cubicBezTo>
                    <a:cubicBezTo>
                      <a:pt x="297" y="423"/>
                      <a:pt x="292" y="423"/>
                      <a:pt x="288" y="423"/>
                    </a:cubicBezTo>
                    <a:cubicBezTo>
                      <a:pt x="284" y="422"/>
                      <a:pt x="280" y="421"/>
                      <a:pt x="276" y="419"/>
                    </a:cubicBezTo>
                    <a:cubicBezTo>
                      <a:pt x="268" y="416"/>
                      <a:pt x="261" y="414"/>
                      <a:pt x="253" y="412"/>
                    </a:cubicBezTo>
                    <a:cubicBezTo>
                      <a:pt x="248" y="411"/>
                      <a:pt x="244" y="410"/>
                      <a:pt x="239" y="409"/>
                    </a:cubicBezTo>
                    <a:cubicBezTo>
                      <a:pt x="237" y="408"/>
                      <a:pt x="235" y="408"/>
                      <a:pt x="233" y="407"/>
                    </a:cubicBezTo>
                    <a:cubicBezTo>
                      <a:pt x="231" y="406"/>
                      <a:pt x="229" y="407"/>
                      <a:pt x="227" y="407"/>
                    </a:cubicBezTo>
                    <a:cubicBezTo>
                      <a:pt x="225" y="407"/>
                      <a:pt x="222" y="407"/>
                      <a:pt x="220" y="407"/>
                    </a:cubicBezTo>
                    <a:cubicBezTo>
                      <a:pt x="217" y="407"/>
                      <a:pt x="215" y="406"/>
                      <a:pt x="213" y="407"/>
                    </a:cubicBezTo>
                    <a:cubicBezTo>
                      <a:pt x="211" y="407"/>
                      <a:pt x="210" y="408"/>
                      <a:pt x="209" y="408"/>
                    </a:cubicBezTo>
                    <a:cubicBezTo>
                      <a:pt x="208" y="409"/>
                      <a:pt x="208" y="409"/>
                      <a:pt x="208" y="410"/>
                    </a:cubicBezTo>
                    <a:cubicBezTo>
                      <a:pt x="207" y="411"/>
                      <a:pt x="207" y="412"/>
                      <a:pt x="206" y="412"/>
                    </a:cubicBezTo>
                    <a:cubicBezTo>
                      <a:pt x="204" y="413"/>
                      <a:pt x="202" y="412"/>
                      <a:pt x="200" y="412"/>
                    </a:cubicBezTo>
                    <a:cubicBezTo>
                      <a:pt x="199" y="412"/>
                      <a:pt x="198" y="411"/>
                      <a:pt x="196" y="411"/>
                    </a:cubicBezTo>
                    <a:cubicBezTo>
                      <a:pt x="196" y="410"/>
                      <a:pt x="195" y="410"/>
                      <a:pt x="194" y="409"/>
                    </a:cubicBezTo>
                    <a:cubicBezTo>
                      <a:pt x="194" y="409"/>
                      <a:pt x="193" y="409"/>
                      <a:pt x="192" y="408"/>
                    </a:cubicBezTo>
                    <a:cubicBezTo>
                      <a:pt x="191" y="408"/>
                      <a:pt x="188" y="408"/>
                      <a:pt x="187" y="408"/>
                    </a:cubicBezTo>
                    <a:cubicBezTo>
                      <a:pt x="187" y="408"/>
                      <a:pt x="187" y="408"/>
                      <a:pt x="187" y="407"/>
                    </a:cubicBezTo>
                    <a:cubicBezTo>
                      <a:pt x="186" y="407"/>
                      <a:pt x="186" y="407"/>
                      <a:pt x="186" y="407"/>
                    </a:cubicBezTo>
                    <a:cubicBezTo>
                      <a:pt x="185" y="407"/>
                      <a:pt x="184" y="406"/>
                      <a:pt x="184" y="405"/>
                    </a:cubicBezTo>
                    <a:cubicBezTo>
                      <a:pt x="182" y="404"/>
                      <a:pt x="180" y="404"/>
                      <a:pt x="178" y="405"/>
                    </a:cubicBezTo>
                    <a:cubicBezTo>
                      <a:pt x="176" y="405"/>
                      <a:pt x="173" y="405"/>
                      <a:pt x="171" y="407"/>
                    </a:cubicBezTo>
                    <a:cubicBezTo>
                      <a:pt x="171" y="407"/>
                      <a:pt x="170" y="408"/>
                      <a:pt x="169" y="409"/>
                    </a:cubicBezTo>
                    <a:cubicBezTo>
                      <a:pt x="169" y="410"/>
                      <a:pt x="169" y="412"/>
                      <a:pt x="168" y="413"/>
                    </a:cubicBezTo>
                    <a:cubicBezTo>
                      <a:pt x="165" y="417"/>
                      <a:pt x="160" y="418"/>
                      <a:pt x="155" y="418"/>
                    </a:cubicBezTo>
                    <a:cubicBezTo>
                      <a:pt x="150" y="419"/>
                      <a:pt x="145" y="419"/>
                      <a:pt x="141" y="419"/>
                    </a:cubicBezTo>
                    <a:cubicBezTo>
                      <a:pt x="139" y="419"/>
                      <a:pt x="137" y="419"/>
                      <a:pt x="136" y="420"/>
                    </a:cubicBezTo>
                    <a:cubicBezTo>
                      <a:pt x="136" y="421"/>
                      <a:pt x="136" y="422"/>
                      <a:pt x="136" y="423"/>
                    </a:cubicBezTo>
                    <a:cubicBezTo>
                      <a:pt x="136" y="424"/>
                      <a:pt x="135" y="425"/>
                      <a:pt x="135" y="426"/>
                    </a:cubicBezTo>
                    <a:cubicBezTo>
                      <a:pt x="135" y="428"/>
                      <a:pt x="137" y="429"/>
                      <a:pt x="139" y="430"/>
                    </a:cubicBezTo>
                    <a:cubicBezTo>
                      <a:pt x="139" y="431"/>
                      <a:pt x="139" y="432"/>
                      <a:pt x="140" y="433"/>
                    </a:cubicBezTo>
                    <a:cubicBezTo>
                      <a:pt x="140" y="434"/>
                      <a:pt x="140" y="436"/>
                      <a:pt x="140" y="437"/>
                    </a:cubicBezTo>
                    <a:cubicBezTo>
                      <a:pt x="140" y="439"/>
                      <a:pt x="138" y="440"/>
                      <a:pt x="137" y="442"/>
                    </a:cubicBezTo>
                    <a:cubicBezTo>
                      <a:pt x="136" y="443"/>
                      <a:pt x="136" y="444"/>
                      <a:pt x="136" y="444"/>
                    </a:cubicBezTo>
                    <a:cubicBezTo>
                      <a:pt x="136" y="446"/>
                      <a:pt x="136" y="447"/>
                      <a:pt x="135" y="448"/>
                    </a:cubicBezTo>
                    <a:cubicBezTo>
                      <a:pt x="134" y="451"/>
                      <a:pt x="135" y="454"/>
                      <a:pt x="135" y="457"/>
                    </a:cubicBezTo>
                    <a:cubicBezTo>
                      <a:pt x="135" y="459"/>
                      <a:pt x="135" y="462"/>
                      <a:pt x="135" y="464"/>
                    </a:cubicBezTo>
                    <a:cubicBezTo>
                      <a:pt x="135" y="466"/>
                      <a:pt x="136" y="468"/>
                      <a:pt x="134" y="469"/>
                    </a:cubicBezTo>
                    <a:cubicBezTo>
                      <a:pt x="132" y="471"/>
                      <a:pt x="130" y="469"/>
                      <a:pt x="128" y="468"/>
                    </a:cubicBezTo>
                    <a:cubicBezTo>
                      <a:pt x="124" y="467"/>
                      <a:pt x="120" y="466"/>
                      <a:pt x="116" y="463"/>
                    </a:cubicBezTo>
                    <a:cubicBezTo>
                      <a:pt x="114" y="462"/>
                      <a:pt x="112" y="460"/>
                      <a:pt x="111" y="458"/>
                    </a:cubicBezTo>
                    <a:cubicBezTo>
                      <a:pt x="108" y="454"/>
                      <a:pt x="106" y="449"/>
                      <a:pt x="103" y="445"/>
                    </a:cubicBezTo>
                    <a:cubicBezTo>
                      <a:pt x="100" y="441"/>
                      <a:pt x="95" y="437"/>
                      <a:pt x="90" y="434"/>
                    </a:cubicBezTo>
                    <a:cubicBezTo>
                      <a:pt x="84" y="430"/>
                      <a:pt x="78" y="428"/>
                      <a:pt x="71" y="428"/>
                    </a:cubicBezTo>
                    <a:cubicBezTo>
                      <a:pt x="69" y="427"/>
                      <a:pt x="66" y="427"/>
                      <a:pt x="65" y="428"/>
                    </a:cubicBezTo>
                    <a:cubicBezTo>
                      <a:pt x="63" y="428"/>
                      <a:pt x="61" y="429"/>
                      <a:pt x="60" y="428"/>
                    </a:cubicBezTo>
                    <a:cubicBezTo>
                      <a:pt x="59" y="427"/>
                      <a:pt x="58" y="426"/>
                      <a:pt x="57" y="425"/>
                    </a:cubicBezTo>
                    <a:cubicBezTo>
                      <a:pt x="54" y="425"/>
                      <a:pt x="52" y="427"/>
                      <a:pt x="51" y="429"/>
                    </a:cubicBezTo>
                    <a:cubicBezTo>
                      <a:pt x="50" y="428"/>
                      <a:pt x="49" y="427"/>
                      <a:pt x="47" y="427"/>
                    </a:cubicBezTo>
                    <a:cubicBezTo>
                      <a:pt x="46" y="426"/>
                      <a:pt x="45" y="426"/>
                      <a:pt x="44" y="425"/>
                    </a:cubicBezTo>
                    <a:cubicBezTo>
                      <a:pt x="42" y="424"/>
                      <a:pt x="41" y="422"/>
                      <a:pt x="40" y="420"/>
                    </a:cubicBezTo>
                    <a:cubicBezTo>
                      <a:pt x="38" y="416"/>
                      <a:pt x="38" y="411"/>
                      <a:pt x="34" y="408"/>
                    </a:cubicBezTo>
                    <a:cubicBezTo>
                      <a:pt x="32" y="407"/>
                      <a:pt x="29" y="407"/>
                      <a:pt x="26" y="407"/>
                    </a:cubicBezTo>
                    <a:cubicBezTo>
                      <a:pt x="23" y="408"/>
                      <a:pt x="19" y="408"/>
                      <a:pt x="15" y="409"/>
                    </a:cubicBezTo>
                    <a:cubicBezTo>
                      <a:pt x="11" y="410"/>
                      <a:pt x="8" y="412"/>
                      <a:pt x="4" y="413"/>
                    </a:cubicBezTo>
                    <a:cubicBezTo>
                      <a:pt x="2" y="415"/>
                      <a:pt x="0" y="416"/>
                      <a:pt x="0" y="419"/>
                    </a:cubicBezTo>
                    <a:cubicBezTo>
                      <a:pt x="0" y="422"/>
                      <a:pt x="2" y="424"/>
                      <a:pt x="3" y="426"/>
                    </a:cubicBezTo>
                    <a:cubicBezTo>
                      <a:pt x="6" y="429"/>
                      <a:pt x="9" y="432"/>
                      <a:pt x="13" y="435"/>
                    </a:cubicBezTo>
                    <a:cubicBezTo>
                      <a:pt x="18" y="439"/>
                      <a:pt x="24" y="443"/>
                      <a:pt x="30" y="446"/>
                    </a:cubicBezTo>
                    <a:cubicBezTo>
                      <a:pt x="35" y="448"/>
                      <a:pt x="40" y="450"/>
                      <a:pt x="44" y="453"/>
                    </a:cubicBezTo>
                    <a:cubicBezTo>
                      <a:pt x="51" y="458"/>
                      <a:pt x="58" y="464"/>
                      <a:pt x="66" y="468"/>
                    </a:cubicBezTo>
                    <a:cubicBezTo>
                      <a:pt x="68" y="469"/>
                      <a:pt x="71" y="470"/>
                      <a:pt x="74" y="470"/>
                    </a:cubicBezTo>
                    <a:cubicBezTo>
                      <a:pt x="77" y="469"/>
                      <a:pt x="78" y="466"/>
                      <a:pt x="79" y="464"/>
                    </a:cubicBezTo>
                    <a:cubicBezTo>
                      <a:pt x="81" y="460"/>
                      <a:pt x="83" y="453"/>
                      <a:pt x="88" y="454"/>
                    </a:cubicBezTo>
                    <a:cubicBezTo>
                      <a:pt x="92" y="455"/>
                      <a:pt x="95" y="457"/>
                      <a:pt x="97" y="459"/>
                    </a:cubicBezTo>
                    <a:cubicBezTo>
                      <a:pt x="101" y="462"/>
                      <a:pt x="104" y="465"/>
                      <a:pt x="107" y="467"/>
                    </a:cubicBezTo>
                    <a:cubicBezTo>
                      <a:pt x="113" y="472"/>
                      <a:pt x="118" y="475"/>
                      <a:pt x="124" y="479"/>
                    </a:cubicBezTo>
                    <a:cubicBezTo>
                      <a:pt x="128" y="481"/>
                      <a:pt x="131" y="485"/>
                      <a:pt x="134" y="489"/>
                    </a:cubicBezTo>
                    <a:cubicBezTo>
                      <a:pt x="144" y="480"/>
                      <a:pt x="144" y="480"/>
                      <a:pt x="144" y="480"/>
                    </a:cubicBezTo>
                    <a:cubicBezTo>
                      <a:pt x="168" y="489"/>
                      <a:pt x="168" y="489"/>
                      <a:pt x="168" y="489"/>
                    </a:cubicBezTo>
                    <a:cubicBezTo>
                      <a:pt x="168" y="462"/>
                      <a:pt x="168" y="462"/>
                      <a:pt x="168" y="462"/>
                    </a:cubicBezTo>
                    <a:cubicBezTo>
                      <a:pt x="194" y="457"/>
                      <a:pt x="194" y="457"/>
                      <a:pt x="194" y="457"/>
                    </a:cubicBezTo>
                    <a:cubicBezTo>
                      <a:pt x="190" y="473"/>
                      <a:pt x="190" y="473"/>
                      <a:pt x="190" y="473"/>
                    </a:cubicBezTo>
                    <a:cubicBezTo>
                      <a:pt x="212" y="474"/>
                      <a:pt x="212" y="474"/>
                      <a:pt x="212" y="474"/>
                    </a:cubicBezTo>
                    <a:cubicBezTo>
                      <a:pt x="238" y="463"/>
                      <a:pt x="238" y="463"/>
                      <a:pt x="238" y="463"/>
                    </a:cubicBezTo>
                    <a:cubicBezTo>
                      <a:pt x="247" y="464"/>
                      <a:pt x="247" y="464"/>
                      <a:pt x="247" y="464"/>
                    </a:cubicBezTo>
                    <a:cubicBezTo>
                      <a:pt x="248" y="479"/>
                      <a:pt x="248" y="479"/>
                      <a:pt x="248" y="479"/>
                    </a:cubicBezTo>
                    <a:cubicBezTo>
                      <a:pt x="238" y="482"/>
                      <a:pt x="238" y="482"/>
                      <a:pt x="238" y="482"/>
                    </a:cubicBezTo>
                    <a:cubicBezTo>
                      <a:pt x="240" y="491"/>
                      <a:pt x="240" y="491"/>
                      <a:pt x="240" y="491"/>
                    </a:cubicBezTo>
                    <a:cubicBezTo>
                      <a:pt x="265" y="495"/>
                      <a:pt x="265" y="495"/>
                      <a:pt x="265" y="495"/>
                    </a:cubicBezTo>
                    <a:cubicBezTo>
                      <a:pt x="281" y="473"/>
                      <a:pt x="281" y="473"/>
                      <a:pt x="281" y="473"/>
                    </a:cubicBezTo>
                    <a:cubicBezTo>
                      <a:pt x="291" y="481"/>
                      <a:pt x="291" y="481"/>
                      <a:pt x="291" y="481"/>
                    </a:cubicBezTo>
                    <a:cubicBezTo>
                      <a:pt x="284" y="498"/>
                      <a:pt x="284" y="498"/>
                      <a:pt x="284" y="498"/>
                    </a:cubicBezTo>
                    <a:cubicBezTo>
                      <a:pt x="309" y="535"/>
                      <a:pt x="309" y="535"/>
                      <a:pt x="309" y="535"/>
                    </a:cubicBezTo>
                    <a:cubicBezTo>
                      <a:pt x="357" y="535"/>
                      <a:pt x="357" y="535"/>
                      <a:pt x="357" y="535"/>
                    </a:cubicBezTo>
                    <a:cubicBezTo>
                      <a:pt x="359" y="555"/>
                      <a:pt x="359" y="555"/>
                      <a:pt x="359" y="555"/>
                    </a:cubicBezTo>
                    <a:cubicBezTo>
                      <a:pt x="377" y="567"/>
                      <a:pt x="377" y="567"/>
                      <a:pt x="377" y="567"/>
                    </a:cubicBezTo>
                    <a:cubicBezTo>
                      <a:pt x="393" y="567"/>
                      <a:pt x="393" y="567"/>
                      <a:pt x="393" y="567"/>
                    </a:cubicBezTo>
                    <a:cubicBezTo>
                      <a:pt x="404" y="580"/>
                      <a:pt x="404" y="580"/>
                      <a:pt x="404" y="580"/>
                    </a:cubicBezTo>
                    <a:cubicBezTo>
                      <a:pt x="386" y="605"/>
                      <a:pt x="386" y="605"/>
                      <a:pt x="386" y="605"/>
                    </a:cubicBezTo>
                    <a:cubicBezTo>
                      <a:pt x="380" y="619"/>
                      <a:pt x="380" y="619"/>
                      <a:pt x="380" y="619"/>
                    </a:cubicBezTo>
                    <a:cubicBezTo>
                      <a:pt x="355" y="645"/>
                      <a:pt x="355" y="645"/>
                      <a:pt x="355" y="645"/>
                    </a:cubicBezTo>
                    <a:cubicBezTo>
                      <a:pt x="369" y="669"/>
                      <a:pt x="369" y="669"/>
                      <a:pt x="369" y="669"/>
                    </a:cubicBezTo>
                    <a:cubicBezTo>
                      <a:pt x="417" y="682"/>
                      <a:pt x="417" y="682"/>
                      <a:pt x="417" y="682"/>
                    </a:cubicBezTo>
                    <a:cubicBezTo>
                      <a:pt x="416" y="671"/>
                      <a:pt x="416" y="671"/>
                      <a:pt x="416" y="671"/>
                    </a:cubicBezTo>
                    <a:cubicBezTo>
                      <a:pt x="442" y="669"/>
                      <a:pt x="442" y="669"/>
                      <a:pt x="442" y="669"/>
                    </a:cubicBezTo>
                    <a:cubicBezTo>
                      <a:pt x="448" y="647"/>
                      <a:pt x="448" y="647"/>
                      <a:pt x="448" y="647"/>
                    </a:cubicBezTo>
                    <a:cubicBezTo>
                      <a:pt x="432" y="635"/>
                      <a:pt x="432" y="635"/>
                      <a:pt x="432" y="635"/>
                    </a:cubicBezTo>
                    <a:cubicBezTo>
                      <a:pt x="433" y="622"/>
                      <a:pt x="433" y="622"/>
                      <a:pt x="433" y="622"/>
                    </a:cubicBezTo>
                    <a:cubicBezTo>
                      <a:pt x="415" y="618"/>
                      <a:pt x="415" y="618"/>
                      <a:pt x="415" y="618"/>
                    </a:cubicBezTo>
                    <a:cubicBezTo>
                      <a:pt x="413" y="610"/>
                      <a:pt x="413" y="610"/>
                      <a:pt x="413" y="610"/>
                    </a:cubicBezTo>
                    <a:cubicBezTo>
                      <a:pt x="428" y="598"/>
                      <a:pt x="428" y="598"/>
                      <a:pt x="428" y="598"/>
                    </a:cubicBezTo>
                    <a:cubicBezTo>
                      <a:pt x="465" y="590"/>
                      <a:pt x="465" y="590"/>
                      <a:pt x="465" y="590"/>
                    </a:cubicBezTo>
                    <a:cubicBezTo>
                      <a:pt x="468" y="573"/>
                      <a:pt x="468" y="573"/>
                      <a:pt x="468" y="573"/>
                    </a:cubicBezTo>
                    <a:cubicBezTo>
                      <a:pt x="453" y="567"/>
                      <a:pt x="453" y="567"/>
                      <a:pt x="453" y="567"/>
                    </a:cubicBezTo>
                    <a:cubicBezTo>
                      <a:pt x="467" y="567"/>
                      <a:pt x="477" y="541"/>
                      <a:pt x="477" y="541"/>
                    </a:cubicBezTo>
                    <a:cubicBezTo>
                      <a:pt x="485" y="509"/>
                      <a:pt x="485" y="509"/>
                      <a:pt x="485" y="509"/>
                    </a:cubicBezTo>
                    <a:cubicBezTo>
                      <a:pt x="490" y="492"/>
                      <a:pt x="490" y="492"/>
                      <a:pt x="490" y="492"/>
                    </a:cubicBezTo>
                    <a:cubicBezTo>
                      <a:pt x="471" y="470"/>
                      <a:pt x="471" y="470"/>
                      <a:pt x="471" y="470"/>
                    </a:cubicBezTo>
                    <a:cubicBezTo>
                      <a:pt x="476" y="453"/>
                      <a:pt x="476" y="453"/>
                      <a:pt x="476" y="453"/>
                    </a:cubicBezTo>
                    <a:cubicBezTo>
                      <a:pt x="476" y="453"/>
                      <a:pt x="464" y="444"/>
                      <a:pt x="463" y="444"/>
                    </a:cubicBezTo>
                    <a:cubicBezTo>
                      <a:pt x="463" y="444"/>
                      <a:pt x="447" y="411"/>
                      <a:pt x="447" y="411"/>
                    </a:cubicBezTo>
                    <a:cubicBezTo>
                      <a:pt x="477" y="408"/>
                      <a:pt x="477" y="408"/>
                      <a:pt x="477" y="408"/>
                    </a:cubicBezTo>
                    <a:cubicBezTo>
                      <a:pt x="476" y="392"/>
                      <a:pt x="476" y="392"/>
                      <a:pt x="476" y="392"/>
                    </a:cubicBezTo>
                    <a:cubicBezTo>
                      <a:pt x="483" y="391"/>
                      <a:pt x="483" y="391"/>
                      <a:pt x="483" y="391"/>
                    </a:cubicBezTo>
                    <a:cubicBezTo>
                      <a:pt x="494" y="405"/>
                      <a:pt x="494" y="405"/>
                      <a:pt x="494" y="405"/>
                    </a:cubicBezTo>
                    <a:cubicBezTo>
                      <a:pt x="516" y="405"/>
                      <a:pt x="516" y="405"/>
                      <a:pt x="516" y="405"/>
                    </a:cubicBezTo>
                    <a:cubicBezTo>
                      <a:pt x="516" y="416"/>
                      <a:pt x="516" y="416"/>
                      <a:pt x="516" y="416"/>
                    </a:cubicBezTo>
                    <a:cubicBezTo>
                      <a:pt x="530" y="420"/>
                      <a:pt x="530" y="420"/>
                      <a:pt x="530" y="420"/>
                    </a:cubicBezTo>
                    <a:cubicBezTo>
                      <a:pt x="532" y="409"/>
                      <a:pt x="532" y="409"/>
                      <a:pt x="532" y="409"/>
                    </a:cubicBezTo>
                    <a:cubicBezTo>
                      <a:pt x="578" y="405"/>
                      <a:pt x="578" y="405"/>
                      <a:pt x="578" y="405"/>
                    </a:cubicBezTo>
                    <a:cubicBezTo>
                      <a:pt x="585" y="412"/>
                      <a:pt x="585" y="412"/>
                      <a:pt x="585" y="412"/>
                    </a:cubicBezTo>
                    <a:cubicBezTo>
                      <a:pt x="608" y="389"/>
                      <a:pt x="608" y="389"/>
                      <a:pt x="608" y="389"/>
                    </a:cubicBezTo>
                    <a:cubicBezTo>
                      <a:pt x="586" y="367"/>
                      <a:pt x="586" y="367"/>
                      <a:pt x="586" y="367"/>
                    </a:cubicBezTo>
                    <a:cubicBezTo>
                      <a:pt x="598" y="354"/>
                      <a:pt x="598" y="354"/>
                      <a:pt x="598" y="354"/>
                    </a:cubicBezTo>
                    <a:cubicBezTo>
                      <a:pt x="616" y="357"/>
                      <a:pt x="616" y="357"/>
                      <a:pt x="616" y="357"/>
                    </a:cubicBezTo>
                    <a:cubicBezTo>
                      <a:pt x="637" y="330"/>
                      <a:pt x="637" y="330"/>
                      <a:pt x="637" y="330"/>
                    </a:cubicBezTo>
                    <a:cubicBezTo>
                      <a:pt x="648" y="327"/>
                      <a:pt x="648" y="327"/>
                      <a:pt x="648" y="327"/>
                    </a:cubicBezTo>
                    <a:cubicBezTo>
                      <a:pt x="661" y="322"/>
                      <a:pt x="661" y="322"/>
                      <a:pt x="661" y="322"/>
                    </a:cubicBezTo>
                    <a:cubicBezTo>
                      <a:pt x="650" y="307"/>
                      <a:pt x="650" y="307"/>
                      <a:pt x="650" y="307"/>
                    </a:cubicBezTo>
                    <a:cubicBezTo>
                      <a:pt x="669" y="288"/>
                      <a:pt x="669" y="288"/>
                      <a:pt x="669" y="288"/>
                    </a:cubicBezTo>
                    <a:cubicBezTo>
                      <a:pt x="654" y="265"/>
                      <a:pt x="654" y="265"/>
                      <a:pt x="654" y="265"/>
                    </a:cubicBezTo>
                    <a:cubicBezTo>
                      <a:pt x="612" y="261"/>
                      <a:pt x="612" y="261"/>
                      <a:pt x="612" y="261"/>
                    </a:cubicBezTo>
                    <a:cubicBezTo>
                      <a:pt x="602" y="249"/>
                      <a:pt x="602" y="249"/>
                      <a:pt x="602" y="249"/>
                    </a:cubicBezTo>
                    <a:cubicBezTo>
                      <a:pt x="602" y="236"/>
                      <a:pt x="602" y="236"/>
                      <a:pt x="602" y="236"/>
                    </a:cubicBezTo>
                    <a:cubicBezTo>
                      <a:pt x="618" y="238"/>
                      <a:pt x="618" y="238"/>
                      <a:pt x="618" y="238"/>
                    </a:cubicBezTo>
                    <a:cubicBezTo>
                      <a:pt x="611" y="223"/>
                      <a:pt x="611" y="223"/>
                      <a:pt x="611" y="223"/>
                    </a:cubicBezTo>
                    <a:cubicBezTo>
                      <a:pt x="618" y="215"/>
                      <a:pt x="618" y="215"/>
                      <a:pt x="618" y="215"/>
                    </a:cubicBezTo>
                    <a:cubicBezTo>
                      <a:pt x="667" y="220"/>
                      <a:pt x="667" y="220"/>
                      <a:pt x="667" y="220"/>
                    </a:cubicBezTo>
                    <a:cubicBezTo>
                      <a:pt x="680" y="171"/>
                      <a:pt x="680" y="171"/>
                      <a:pt x="680" y="171"/>
                    </a:cubicBezTo>
                    <a:cubicBezTo>
                      <a:pt x="703" y="145"/>
                      <a:pt x="703" y="145"/>
                      <a:pt x="703" y="145"/>
                    </a:cubicBezTo>
                    <a:cubicBezTo>
                      <a:pt x="706" y="104"/>
                      <a:pt x="706" y="104"/>
                      <a:pt x="706" y="104"/>
                    </a:cubicBezTo>
                    <a:cubicBezTo>
                      <a:pt x="715" y="85"/>
                      <a:pt x="715" y="85"/>
                      <a:pt x="715" y="85"/>
                    </a:cubicBezTo>
                    <a:lnTo>
                      <a:pt x="710" y="75"/>
                    </a:lnTo>
                    <a:close/>
                    <a:moveTo>
                      <a:pt x="477" y="223"/>
                    </a:moveTo>
                    <a:cubicBezTo>
                      <a:pt x="476" y="222"/>
                      <a:pt x="475" y="220"/>
                      <a:pt x="474" y="218"/>
                    </a:cubicBezTo>
                    <a:cubicBezTo>
                      <a:pt x="473" y="217"/>
                      <a:pt x="473" y="215"/>
                      <a:pt x="471" y="215"/>
                    </a:cubicBezTo>
                    <a:cubicBezTo>
                      <a:pt x="470" y="214"/>
                      <a:pt x="468" y="215"/>
                      <a:pt x="467" y="216"/>
                    </a:cubicBezTo>
                    <a:cubicBezTo>
                      <a:pt x="466" y="217"/>
                      <a:pt x="466" y="220"/>
                      <a:pt x="467" y="221"/>
                    </a:cubicBezTo>
                    <a:cubicBezTo>
                      <a:pt x="467" y="223"/>
                      <a:pt x="468" y="224"/>
                      <a:pt x="468" y="226"/>
                    </a:cubicBezTo>
                    <a:cubicBezTo>
                      <a:pt x="467" y="228"/>
                      <a:pt x="466" y="230"/>
                      <a:pt x="465" y="231"/>
                    </a:cubicBezTo>
                    <a:cubicBezTo>
                      <a:pt x="464" y="233"/>
                      <a:pt x="463" y="234"/>
                      <a:pt x="461" y="236"/>
                    </a:cubicBezTo>
                    <a:cubicBezTo>
                      <a:pt x="460" y="237"/>
                      <a:pt x="459" y="239"/>
                      <a:pt x="458" y="241"/>
                    </a:cubicBezTo>
                    <a:cubicBezTo>
                      <a:pt x="456" y="243"/>
                      <a:pt x="455" y="245"/>
                      <a:pt x="454" y="246"/>
                    </a:cubicBezTo>
                    <a:cubicBezTo>
                      <a:pt x="452" y="248"/>
                      <a:pt x="450" y="249"/>
                      <a:pt x="449" y="250"/>
                    </a:cubicBezTo>
                    <a:cubicBezTo>
                      <a:pt x="447" y="251"/>
                      <a:pt x="446" y="253"/>
                      <a:pt x="444" y="254"/>
                    </a:cubicBezTo>
                    <a:cubicBezTo>
                      <a:pt x="442" y="255"/>
                      <a:pt x="440" y="255"/>
                      <a:pt x="439" y="256"/>
                    </a:cubicBezTo>
                    <a:cubicBezTo>
                      <a:pt x="436" y="258"/>
                      <a:pt x="433" y="260"/>
                      <a:pt x="430" y="261"/>
                    </a:cubicBezTo>
                    <a:cubicBezTo>
                      <a:pt x="427" y="263"/>
                      <a:pt x="424" y="263"/>
                      <a:pt x="420" y="263"/>
                    </a:cubicBezTo>
                    <a:cubicBezTo>
                      <a:pt x="417" y="264"/>
                      <a:pt x="413" y="266"/>
                      <a:pt x="411" y="268"/>
                    </a:cubicBezTo>
                    <a:cubicBezTo>
                      <a:pt x="408" y="271"/>
                      <a:pt x="407" y="274"/>
                      <a:pt x="404" y="276"/>
                    </a:cubicBezTo>
                    <a:cubicBezTo>
                      <a:pt x="403" y="278"/>
                      <a:pt x="402" y="280"/>
                      <a:pt x="400" y="281"/>
                    </a:cubicBezTo>
                    <a:cubicBezTo>
                      <a:pt x="399" y="281"/>
                      <a:pt x="398" y="282"/>
                      <a:pt x="396" y="282"/>
                    </a:cubicBezTo>
                    <a:cubicBezTo>
                      <a:pt x="394" y="283"/>
                      <a:pt x="392" y="284"/>
                      <a:pt x="390" y="284"/>
                    </a:cubicBezTo>
                    <a:cubicBezTo>
                      <a:pt x="388" y="285"/>
                      <a:pt x="386" y="285"/>
                      <a:pt x="384" y="285"/>
                    </a:cubicBezTo>
                    <a:cubicBezTo>
                      <a:pt x="382" y="285"/>
                      <a:pt x="381" y="283"/>
                      <a:pt x="379" y="283"/>
                    </a:cubicBezTo>
                    <a:cubicBezTo>
                      <a:pt x="376" y="282"/>
                      <a:pt x="373" y="283"/>
                      <a:pt x="370" y="281"/>
                    </a:cubicBezTo>
                    <a:cubicBezTo>
                      <a:pt x="368" y="280"/>
                      <a:pt x="367" y="276"/>
                      <a:pt x="364" y="275"/>
                    </a:cubicBezTo>
                    <a:cubicBezTo>
                      <a:pt x="362" y="273"/>
                      <a:pt x="360" y="272"/>
                      <a:pt x="358" y="272"/>
                    </a:cubicBezTo>
                    <a:cubicBezTo>
                      <a:pt x="356" y="271"/>
                      <a:pt x="354" y="269"/>
                      <a:pt x="352" y="269"/>
                    </a:cubicBezTo>
                    <a:cubicBezTo>
                      <a:pt x="351" y="268"/>
                      <a:pt x="350" y="268"/>
                      <a:pt x="350" y="268"/>
                    </a:cubicBezTo>
                    <a:cubicBezTo>
                      <a:pt x="349" y="267"/>
                      <a:pt x="348" y="267"/>
                      <a:pt x="347" y="266"/>
                    </a:cubicBezTo>
                    <a:cubicBezTo>
                      <a:pt x="346" y="266"/>
                      <a:pt x="345" y="266"/>
                      <a:pt x="344" y="266"/>
                    </a:cubicBezTo>
                    <a:cubicBezTo>
                      <a:pt x="343" y="266"/>
                      <a:pt x="342" y="266"/>
                      <a:pt x="340" y="266"/>
                    </a:cubicBezTo>
                    <a:cubicBezTo>
                      <a:pt x="338" y="266"/>
                      <a:pt x="336" y="266"/>
                      <a:pt x="334" y="265"/>
                    </a:cubicBezTo>
                    <a:cubicBezTo>
                      <a:pt x="333" y="264"/>
                      <a:pt x="333" y="262"/>
                      <a:pt x="333" y="260"/>
                    </a:cubicBezTo>
                    <a:cubicBezTo>
                      <a:pt x="332" y="259"/>
                      <a:pt x="331" y="258"/>
                      <a:pt x="330" y="257"/>
                    </a:cubicBezTo>
                    <a:cubicBezTo>
                      <a:pt x="329" y="257"/>
                      <a:pt x="328" y="257"/>
                      <a:pt x="327" y="257"/>
                    </a:cubicBezTo>
                    <a:cubicBezTo>
                      <a:pt x="327" y="256"/>
                      <a:pt x="326" y="255"/>
                      <a:pt x="325" y="254"/>
                    </a:cubicBezTo>
                    <a:cubicBezTo>
                      <a:pt x="324" y="253"/>
                      <a:pt x="322" y="253"/>
                      <a:pt x="320" y="253"/>
                    </a:cubicBezTo>
                    <a:cubicBezTo>
                      <a:pt x="318" y="252"/>
                      <a:pt x="316" y="252"/>
                      <a:pt x="314" y="252"/>
                    </a:cubicBezTo>
                    <a:cubicBezTo>
                      <a:pt x="312" y="252"/>
                      <a:pt x="311" y="252"/>
                      <a:pt x="309" y="252"/>
                    </a:cubicBezTo>
                    <a:cubicBezTo>
                      <a:pt x="307" y="252"/>
                      <a:pt x="307" y="250"/>
                      <a:pt x="307" y="249"/>
                    </a:cubicBezTo>
                    <a:cubicBezTo>
                      <a:pt x="306" y="248"/>
                      <a:pt x="306" y="246"/>
                      <a:pt x="305" y="245"/>
                    </a:cubicBezTo>
                    <a:cubicBezTo>
                      <a:pt x="304" y="245"/>
                      <a:pt x="303" y="245"/>
                      <a:pt x="302" y="245"/>
                    </a:cubicBezTo>
                    <a:cubicBezTo>
                      <a:pt x="302" y="244"/>
                      <a:pt x="302" y="243"/>
                      <a:pt x="302" y="243"/>
                    </a:cubicBezTo>
                    <a:cubicBezTo>
                      <a:pt x="302" y="242"/>
                      <a:pt x="302" y="241"/>
                      <a:pt x="302" y="240"/>
                    </a:cubicBezTo>
                    <a:cubicBezTo>
                      <a:pt x="300" y="240"/>
                      <a:pt x="298" y="240"/>
                      <a:pt x="296" y="240"/>
                    </a:cubicBezTo>
                    <a:cubicBezTo>
                      <a:pt x="294" y="239"/>
                      <a:pt x="294" y="238"/>
                      <a:pt x="293" y="236"/>
                    </a:cubicBezTo>
                    <a:cubicBezTo>
                      <a:pt x="293" y="234"/>
                      <a:pt x="292" y="234"/>
                      <a:pt x="290" y="233"/>
                    </a:cubicBezTo>
                    <a:cubicBezTo>
                      <a:pt x="290" y="232"/>
                      <a:pt x="288" y="231"/>
                      <a:pt x="290" y="231"/>
                    </a:cubicBezTo>
                    <a:cubicBezTo>
                      <a:pt x="292" y="230"/>
                      <a:pt x="293" y="232"/>
                      <a:pt x="294" y="233"/>
                    </a:cubicBezTo>
                    <a:cubicBezTo>
                      <a:pt x="295" y="235"/>
                      <a:pt x="297" y="236"/>
                      <a:pt x="299" y="236"/>
                    </a:cubicBezTo>
                    <a:cubicBezTo>
                      <a:pt x="300" y="237"/>
                      <a:pt x="302" y="237"/>
                      <a:pt x="304" y="238"/>
                    </a:cubicBezTo>
                    <a:cubicBezTo>
                      <a:pt x="306" y="240"/>
                      <a:pt x="307" y="242"/>
                      <a:pt x="309" y="244"/>
                    </a:cubicBezTo>
                    <a:cubicBezTo>
                      <a:pt x="311" y="245"/>
                      <a:pt x="313" y="244"/>
                      <a:pt x="315" y="243"/>
                    </a:cubicBezTo>
                    <a:cubicBezTo>
                      <a:pt x="317" y="242"/>
                      <a:pt x="319" y="241"/>
                      <a:pt x="321" y="240"/>
                    </a:cubicBezTo>
                    <a:cubicBezTo>
                      <a:pt x="323" y="239"/>
                      <a:pt x="323" y="238"/>
                      <a:pt x="325" y="236"/>
                    </a:cubicBezTo>
                    <a:cubicBezTo>
                      <a:pt x="325" y="235"/>
                      <a:pt x="327" y="234"/>
                      <a:pt x="327" y="232"/>
                    </a:cubicBezTo>
                    <a:cubicBezTo>
                      <a:pt x="328" y="230"/>
                      <a:pt x="327" y="228"/>
                      <a:pt x="326" y="227"/>
                    </a:cubicBezTo>
                    <a:cubicBezTo>
                      <a:pt x="324" y="225"/>
                      <a:pt x="321" y="225"/>
                      <a:pt x="319" y="224"/>
                    </a:cubicBezTo>
                    <a:cubicBezTo>
                      <a:pt x="317" y="223"/>
                      <a:pt x="316" y="221"/>
                      <a:pt x="318" y="220"/>
                    </a:cubicBezTo>
                    <a:cubicBezTo>
                      <a:pt x="320" y="219"/>
                      <a:pt x="323" y="220"/>
                      <a:pt x="325" y="219"/>
                    </a:cubicBezTo>
                    <a:cubicBezTo>
                      <a:pt x="329" y="218"/>
                      <a:pt x="330" y="213"/>
                      <a:pt x="330" y="209"/>
                    </a:cubicBezTo>
                    <a:cubicBezTo>
                      <a:pt x="329" y="204"/>
                      <a:pt x="328" y="199"/>
                      <a:pt x="327" y="195"/>
                    </a:cubicBezTo>
                    <a:cubicBezTo>
                      <a:pt x="326" y="191"/>
                      <a:pt x="324" y="186"/>
                      <a:pt x="327" y="183"/>
                    </a:cubicBezTo>
                    <a:cubicBezTo>
                      <a:pt x="329" y="181"/>
                      <a:pt x="332" y="180"/>
                      <a:pt x="334" y="181"/>
                    </a:cubicBezTo>
                    <a:cubicBezTo>
                      <a:pt x="336" y="181"/>
                      <a:pt x="338" y="182"/>
                      <a:pt x="340" y="184"/>
                    </a:cubicBezTo>
                    <a:cubicBezTo>
                      <a:pt x="342" y="185"/>
                      <a:pt x="344" y="186"/>
                      <a:pt x="347" y="186"/>
                    </a:cubicBezTo>
                    <a:cubicBezTo>
                      <a:pt x="350" y="186"/>
                      <a:pt x="353" y="186"/>
                      <a:pt x="355" y="184"/>
                    </a:cubicBezTo>
                    <a:cubicBezTo>
                      <a:pt x="357" y="183"/>
                      <a:pt x="358" y="180"/>
                      <a:pt x="360" y="178"/>
                    </a:cubicBezTo>
                    <a:cubicBezTo>
                      <a:pt x="363" y="172"/>
                      <a:pt x="369" y="170"/>
                      <a:pt x="375" y="173"/>
                    </a:cubicBezTo>
                    <a:cubicBezTo>
                      <a:pt x="377" y="174"/>
                      <a:pt x="379" y="175"/>
                      <a:pt x="382" y="176"/>
                    </a:cubicBezTo>
                    <a:cubicBezTo>
                      <a:pt x="384" y="177"/>
                      <a:pt x="386" y="178"/>
                      <a:pt x="388" y="180"/>
                    </a:cubicBezTo>
                    <a:cubicBezTo>
                      <a:pt x="392" y="184"/>
                      <a:pt x="391" y="190"/>
                      <a:pt x="392" y="196"/>
                    </a:cubicBezTo>
                    <a:cubicBezTo>
                      <a:pt x="393" y="200"/>
                      <a:pt x="395" y="205"/>
                      <a:pt x="393" y="210"/>
                    </a:cubicBezTo>
                    <a:cubicBezTo>
                      <a:pt x="392" y="215"/>
                      <a:pt x="387" y="219"/>
                      <a:pt x="382" y="222"/>
                    </a:cubicBezTo>
                    <a:cubicBezTo>
                      <a:pt x="377" y="226"/>
                      <a:pt x="371" y="229"/>
                      <a:pt x="364" y="232"/>
                    </a:cubicBezTo>
                    <a:cubicBezTo>
                      <a:pt x="360" y="233"/>
                      <a:pt x="356" y="236"/>
                      <a:pt x="352" y="237"/>
                    </a:cubicBezTo>
                    <a:cubicBezTo>
                      <a:pt x="349" y="239"/>
                      <a:pt x="345" y="239"/>
                      <a:pt x="341" y="240"/>
                    </a:cubicBezTo>
                    <a:cubicBezTo>
                      <a:pt x="340" y="241"/>
                      <a:pt x="339" y="241"/>
                      <a:pt x="338" y="242"/>
                    </a:cubicBezTo>
                    <a:cubicBezTo>
                      <a:pt x="338" y="243"/>
                      <a:pt x="337" y="244"/>
                      <a:pt x="336" y="244"/>
                    </a:cubicBezTo>
                    <a:cubicBezTo>
                      <a:pt x="335" y="245"/>
                      <a:pt x="334" y="245"/>
                      <a:pt x="334" y="247"/>
                    </a:cubicBezTo>
                    <a:cubicBezTo>
                      <a:pt x="333" y="248"/>
                      <a:pt x="333" y="249"/>
                      <a:pt x="334" y="250"/>
                    </a:cubicBezTo>
                    <a:cubicBezTo>
                      <a:pt x="334" y="252"/>
                      <a:pt x="333" y="255"/>
                      <a:pt x="334" y="256"/>
                    </a:cubicBezTo>
                    <a:cubicBezTo>
                      <a:pt x="335" y="258"/>
                      <a:pt x="339" y="258"/>
                      <a:pt x="341" y="259"/>
                    </a:cubicBezTo>
                    <a:cubicBezTo>
                      <a:pt x="346" y="259"/>
                      <a:pt x="350" y="263"/>
                      <a:pt x="354" y="265"/>
                    </a:cubicBezTo>
                    <a:cubicBezTo>
                      <a:pt x="357" y="266"/>
                      <a:pt x="360" y="265"/>
                      <a:pt x="363" y="266"/>
                    </a:cubicBezTo>
                    <a:cubicBezTo>
                      <a:pt x="366" y="266"/>
                      <a:pt x="370" y="267"/>
                      <a:pt x="373" y="269"/>
                    </a:cubicBezTo>
                    <a:cubicBezTo>
                      <a:pt x="374" y="270"/>
                      <a:pt x="375" y="271"/>
                      <a:pt x="376" y="273"/>
                    </a:cubicBezTo>
                    <a:cubicBezTo>
                      <a:pt x="377" y="274"/>
                      <a:pt x="378" y="276"/>
                      <a:pt x="379" y="277"/>
                    </a:cubicBezTo>
                    <a:cubicBezTo>
                      <a:pt x="381" y="279"/>
                      <a:pt x="384" y="280"/>
                      <a:pt x="386" y="280"/>
                    </a:cubicBezTo>
                    <a:cubicBezTo>
                      <a:pt x="389" y="280"/>
                      <a:pt x="392" y="281"/>
                      <a:pt x="395" y="279"/>
                    </a:cubicBezTo>
                    <a:cubicBezTo>
                      <a:pt x="397" y="278"/>
                      <a:pt x="398" y="276"/>
                      <a:pt x="399" y="274"/>
                    </a:cubicBezTo>
                    <a:cubicBezTo>
                      <a:pt x="401" y="272"/>
                      <a:pt x="402" y="270"/>
                      <a:pt x="404" y="268"/>
                    </a:cubicBezTo>
                    <a:cubicBezTo>
                      <a:pt x="405" y="266"/>
                      <a:pt x="407" y="264"/>
                      <a:pt x="408" y="262"/>
                    </a:cubicBezTo>
                    <a:cubicBezTo>
                      <a:pt x="412" y="259"/>
                      <a:pt x="417" y="255"/>
                      <a:pt x="422" y="253"/>
                    </a:cubicBezTo>
                    <a:cubicBezTo>
                      <a:pt x="427" y="252"/>
                      <a:pt x="433" y="252"/>
                      <a:pt x="438" y="250"/>
                    </a:cubicBezTo>
                    <a:cubicBezTo>
                      <a:pt x="440" y="249"/>
                      <a:pt x="442" y="249"/>
                      <a:pt x="444" y="248"/>
                    </a:cubicBezTo>
                    <a:cubicBezTo>
                      <a:pt x="446" y="247"/>
                      <a:pt x="448" y="247"/>
                      <a:pt x="449" y="245"/>
                    </a:cubicBezTo>
                    <a:cubicBezTo>
                      <a:pt x="451" y="244"/>
                      <a:pt x="451" y="242"/>
                      <a:pt x="452" y="240"/>
                    </a:cubicBezTo>
                    <a:cubicBezTo>
                      <a:pt x="453" y="239"/>
                      <a:pt x="455" y="237"/>
                      <a:pt x="456" y="236"/>
                    </a:cubicBezTo>
                    <a:cubicBezTo>
                      <a:pt x="457" y="235"/>
                      <a:pt x="458" y="233"/>
                      <a:pt x="458" y="231"/>
                    </a:cubicBezTo>
                    <a:cubicBezTo>
                      <a:pt x="459" y="229"/>
                      <a:pt x="460" y="227"/>
                      <a:pt x="461" y="225"/>
                    </a:cubicBezTo>
                    <a:cubicBezTo>
                      <a:pt x="463" y="221"/>
                      <a:pt x="462" y="214"/>
                      <a:pt x="459" y="211"/>
                    </a:cubicBezTo>
                    <a:cubicBezTo>
                      <a:pt x="457" y="209"/>
                      <a:pt x="454" y="208"/>
                      <a:pt x="452" y="208"/>
                    </a:cubicBezTo>
                    <a:cubicBezTo>
                      <a:pt x="449" y="208"/>
                      <a:pt x="447" y="207"/>
                      <a:pt x="444" y="206"/>
                    </a:cubicBezTo>
                    <a:cubicBezTo>
                      <a:pt x="442" y="205"/>
                      <a:pt x="439" y="204"/>
                      <a:pt x="437" y="204"/>
                    </a:cubicBezTo>
                    <a:cubicBezTo>
                      <a:pt x="436" y="203"/>
                      <a:pt x="435" y="202"/>
                      <a:pt x="433" y="201"/>
                    </a:cubicBezTo>
                    <a:cubicBezTo>
                      <a:pt x="431" y="201"/>
                      <a:pt x="430" y="200"/>
                      <a:pt x="428" y="201"/>
                    </a:cubicBezTo>
                    <a:cubicBezTo>
                      <a:pt x="427" y="201"/>
                      <a:pt x="425" y="201"/>
                      <a:pt x="424" y="201"/>
                    </a:cubicBezTo>
                    <a:cubicBezTo>
                      <a:pt x="423" y="201"/>
                      <a:pt x="422" y="201"/>
                      <a:pt x="421" y="202"/>
                    </a:cubicBezTo>
                    <a:cubicBezTo>
                      <a:pt x="420" y="202"/>
                      <a:pt x="419" y="204"/>
                      <a:pt x="417" y="204"/>
                    </a:cubicBezTo>
                    <a:cubicBezTo>
                      <a:pt x="416" y="204"/>
                      <a:pt x="415" y="204"/>
                      <a:pt x="414" y="205"/>
                    </a:cubicBezTo>
                    <a:cubicBezTo>
                      <a:pt x="411" y="205"/>
                      <a:pt x="409" y="207"/>
                      <a:pt x="407" y="208"/>
                    </a:cubicBezTo>
                    <a:cubicBezTo>
                      <a:pt x="405" y="209"/>
                      <a:pt x="402" y="211"/>
                      <a:pt x="400" y="210"/>
                    </a:cubicBezTo>
                    <a:cubicBezTo>
                      <a:pt x="398" y="209"/>
                      <a:pt x="398" y="206"/>
                      <a:pt x="397" y="204"/>
                    </a:cubicBezTo>
                    <a:cubicBezTo>
                      <a:pt x="396" y="202"/>
                      <a:pt x="397" y="199"/>
                      <a:pt x="396" y="196"/>
                    </a:cubicBezTo>
                    <a:cubicBezTo>
                      <a:pt x="396" y="193"/>
                      <a:pt x="395" y="190"/>
                      <a:pt x="395" y="187"/>
                    </a:cubicBezTo>
                    <a:cubicBezTo>
                      <a:pt x="394" y="183"/>
                      <a:pt x="391" y="178"/>
                      <a:pt x="386" y="176"/>
                    </a:cubicBezTo>
                    <a:cubicBezTo>
                      <a:pt x="385" y="175"/>
                      <a:pt x="384" y="175"/>
                      <a:pt x="383" y="175"/>
                    </a:cubicBezTo>
                    <a:cubicBezTo>
                      <a:pt x="382" y="174"/>
                      <a:pt x="381" y="173"/>
                      <a:pt x="379" y="172"/>
                    </a:cubicBezTo>
                    <a:cubicBezTo>
                      <a:pt x="378" y="170"/>
                      <a:pt x="376" y="169"/>
                      <a:pt x="375" y="166"/>
                    </a:cubicBezTo>
                    <a:cubicBezTo>
                      <a:pt x="374" y="164"/>
                      <a:pt x="374" y="161"/>
                      <a:pt x="373" y="159"/>
                    </a:cubicBezTo>
                    <a:cubicBezTo>
                      <a:pt x="372" y="159"/>
                      <a:pt x="372" y="158"/>
                      <a:pt x="372" y="157"/>
                    </a:cubicBezTo>
                    <a:cubicBezTo>
                      <a:pt x="371" y="156"/>
                      <a:pt x="371" y="156"/>
                      <a:pt x="370" y="155"/>
                    </a:cubicBezTo>
                    <a:cubicBezTo>
                      <a:pt x="369" y="153"/>
                      <a:pt x="366" y="151"/>
                      <a:pt x="364" y="150"/>
                    </a:cubicBezTo>
                    <a:cubicBezTo>
                      <a:pt x="363" y="150"/>
                      <a:pt x="362" y="151"/>
                      <a:pt x="362" y="151"/>
                    </a:cubicBezTo>
                    <a:cubicBezTo>
                      <a:pt x="361" y="151"/>
                      <a:pt x="360" y="151"/>
                      <a:pt x="359" y="151"/>
                    </a:cubicBezTo>
                    <a:cubicBezTo>
                      <a:pt x="357" y="151"/>
                      <a:pt x="356" y="152"/>
                      <a:pt x="355" y="152"/>
                    </a:cubicBezTo>
                    <a:cubicBezTo>
                      <a:pt x="353" y="152"/>
                      <a:pt x="351" y="151"/>
                      <a:pt x="349" y="149"/>
                    </a:cubicBezTo>
                    <a:cubicBezTo>
                      <a:pt x="348" y="148"/>
                      <a:pt x="347" y="146"/>
                      <a:pt x="346" y="144"/>
                    </a:cubicBezTo>
                    <a:cubicBezTo>
                      <a:pt x="345" y="141"/>
                      <a:pt x="347" y="140"/>
                      <a:pt x="347" y="137"/>
                    </a:cubicBezTo>
                    <a:cubicBezTo>
                      <a:pt x="348" y="134"/>
                      <a:pt x="346" y="132"/>
                      <a:pt x="345" y="130"/>
                    </a:cubicBezTo>
                    <a:cubicBezTo>
                      <a:pt x="345" y="128"/>
                      <a:pt x="343" y="126"/>
                      <a:pt x="343" y="124"/>
                    </a:cubicBezTo>
                    <a:cubicBezTo>
                      <a:pt x="343" y="121"/>
                      <a:pt x="344" y="119"/>
                      <a:pt x="344" y="116"/>
                    </a:cubicBezTo>
                    <a:cubicBezTo>
                      <a:pt x="345" y="111"/>
                      <a:pt x="345" y="106"/>
                      <a:pt x="345" y="101"/>
                    </a:cubicBezTo>
                    <a:cubicBezTo>
                      <a:pt x="346" y="98"/>
                      <a:pt x="347" y="97"/>
                      <a:pt x="349" y="95"/>
                    </a:cubicBezTo>
                    <a:cubicBezTo>
                      <a:pt x="351" y="94"/>
                      <a:pt x="353" y="92"/>
                      <a:pt x="355" y="91"/>
                    </a:cubicBezTo>
                    <a:cubicBezTo>
                      <a:pt x="358" y="90"/>
                      <a:pt x="361" y="89"/>
                      <a:pt x="363" y="88"/>
                    </a:cubicBezTo>
                    <a:cubicBezTo>
                      <a:pt x="366" y="86"/>
                      <a:pt x="369" y="84"/>
                      <a:pt x="371" y="82"/>
                    </a:cubicBezTo>
                    <a:cubicBezTo>
                      <a:pt x="374" y="81"/>
                      <a:pt x="377" y="80"/>
                      <a:pt x="379" y="79"/>
                    </a:cubicBezTo>
                    <a:cubicBezTo>
                      <a:pt x="384" y="76"/>
                      <a:pt x="388" y="74"/>
                      <a:pt x="393" y="73"/>
                    </a:cubicBezTo>
                    <a:cubicBezTo>
                      <a:pt x="395" y="73"/>
                      <a:pt x="398" y="72"/>
                      <a:pt x="400" y="73"/>
                    </a:cubicBezTo>
                    <a:cubicBezTo>
                      <a:pt x="402" y="74"/>
                      <a:pt x="403" y="77"/>
                      <a:pt x="404" y="79"/>
                    </a:cubicBezTo>
                    <a:cubicBezTo>
                      <a:pt x="405" y="82"/>
                      <a:pt x="405" y="85"/>
                      <a:pt x="404" y="89"/>
                    </a:cubicBezTo>
                    <a:cubicBezTo>
                      <a:pt x="404" y="91"/>
                      <a:pt x="403" y="92"/>
                      <a:pt x="402" y="94"/>
                    </a:cubicBezTo>
                    <a:cubicBezTo>
                      <a:pt x="400" y="98"/>
                      <a:pt x="399" y="101"/>
                      <a:pt x="399" y="104"/>
                    </a:cubicBezTo>
                    <a:cubicBezTo>
                      <a:pt x="400" y="107"/>
                      <a:pt x="400" y="108"/>
                      <a:pt x="397" y="110"/>
                    </a:cubicBezTo>
                    <a:cubicBezTo>
                      <a:pt x="395" y="112"/>
                      <a:pt x="396" y="115"/>
                      <a:pt x="396" y="117"/>
                    </a:cubicBezTo>
                    <a:cubicBezTo>
                      <a:pt x="396" y="119"/>
                      <a:pt x="396" y="121"/>
                      <a:pt x="395" y="122"/>
                    </a:cubicBezTo>
                    <a:cubicBezTo>
                      <a:pt x="394" y="123"/>
                      <a:pt x="393" y="123"/>
                      <a:pt x="392" y="123"/>
                    </a:cubicBezTo>
                    <a:cubicBezTo>
                      <a:pt x="390" y="123"/>
                      <a:pt x="387" y="125"/>
                      <a:pt x="388" y="127"/>
                    </a:cubicBezTo>
                    <a:cubicBezTo>
                      <a:pt x="390" y="129"/>
                      <a:pt x="393" y="129"/>
                      <a:pt x="394" y="131"/>
                    </a:cubicBezTo>
                    <a:cubicBezTo>
                      <a:pt x="397" y="134"/>
                      <a:pt x="401" y="134"/>
                      <a:pt x="404" y="133"/>
                    </a:cubicBezTo>
                    <a:cubicBezTo>
                      <a:pt x="406" y="133"/>
                      <a:pt x="407" y="133"/>
                      <a:pt x="409" y="134"/>
                    </a:cubicBezTo>
                    <a:cubicBezTo>
                      <a:pt x="410" y="135"/>
                      <a:pt x="410" y="136"/>
                      <a:pt x="411" y="137"/>
                    </a:cubicBezTo>
                    <a:cubicBezTo>
                      <a:pt x="413" y="138"/>
                      <a:pt x="416" y="138"/>
                      <a:pt x="418" y="138"/>
                    </a:cubicBezTo>
                    <a:cubicBezTo>
                      <a:pt x="420" y="139"/>
                      <a:pt x="423" y="138"/>
                      <a:pt x="425" y="139"/>
                    </a:cubicBezTo>
                    <a:cubicBezTo>
                      <a:pt x="426" y="139"/>
                      <a:pt x="427" y="139"/>
                      <a:pt x="429" y="139"/>
                    </a:cubicBezTo>
                    <a:cubicBezTo>
                      <a:pt x="432" y="138"/>
                      <a:pt x="433" y="135"/>
                      <a:pt x="436" y="134"/>
                    </a:cubicBezTo>
                    <a:cubicBezTo>
                      <a:pt x="438" y="134"/>
                      <a:pt x="440" y="134"/>
                      <a:pt x="442" y="135"/>
                    </a:cubicBezTo>
                    <a:cubicBezTo>
                      <a:pt x="443" y="136"/>
                      <a:pt x="444" y="138"/>
                      <a:pt x="445" y="139"/>
                    </a:cubicBezTo>
                    <a:cubicBezTo>
                      <a:pt x="446" y="140"/>
                      <a:pt x="448" y="140"/>
                      <a:pt x="449" y="141"/>
                    </a:cubicBezTo>
                    <a:cubicBezTo>
                      <a:pt x="451" y="141"/>
                      <a:pt x="451" y="141"/>
                      <a:pt x="450" y="143"/>
                    </a:cubicBezTo>
                    <a:cubicBezTo>
                      <a:pt x="448" y="145"/>
                      <a:pt x="444" y="145"/>
                      <a:pt x="442" y="148"/>
                    </a:cubicBezTo>
                    <a:cubicBezTo>
                      <a:pt x="441" y="150"/>
                      <a:pt x="440" y="152"/>
                      <a:pt x="440" y="154"/>
                    </a:cubicBezTo>
                    <a:cubicBezTo>
                      <a:pt x="439" y="155"/>
                      <a:pt x="437" y="157"/>
                      <a:pt x="436" y="159"/>
                    </a:cubicBezTo>
                    <a:cubicBezTo>
                      <a:pt x="435" y="160"/>
                      <a:pt x="434" y="161"/>
                      <a:pt x="432" y="162"/>
                    </a:cubicBezTo>
                    <a:cubicBezTo>
                      <a:pt x="431" y="163"/>
                      <a:pt x="430" y="164"/>
                      <a:pt x="429" y="165"/>
                    </a:cubicBezTo>
                    <a:cubicBezTo>
                      <a:pt x="428" y="166"/>
                      <a:pt x="428" y="168"/>
                      <a:pt x="428" y="170"/>
                    </a:cubicBezTo>
                    <a:cubicBezTo>
                      <a:pt x="428" y="173"/>
                      <a:pt x="427" y="175"/>
                      <a:pt x="427" y="178"/>
                    </a:cubicBezTo>
                    <a:cubicBezTo>
                      <a:pt x="427" y="180"/>
                      <a:pt x="426" y="182"/>
                      <a:pt x="426" y="184"/>
                    </a:cubicBezTo>
                    <a:cubicBezTo>
                      <a:pt x="426" y="186"/>
                      <a:pt x="427" y="186"/>
                      <a:pt x="428" y="187"/>
                    </a:cubicBezTo>
                    <a:cubicBezTo>
                      <a:pt x="430" y="188"/>
                      <a:pt x="431" y="189"/>
                      <a:pt x="431" y="191"/>
                    </a:cubicBezTo>
                    <a:cubicBezTo>
                      <a:pt x="432" y="193"/>
                      <a:pt x="432" y="195"/>
                      <a:pt x="433" y="197"/>
                    </a:cubicBezTo>
                    <a:cubicBezTo>
                      <a:pt x="434" y="198"/>
                      <a:pt x="435" y="200"/>
                      <a:pt x="436" y="201"/>
                    </a:cubicBezTo>
                    <a:cubicBezTo>
                      <a:pt x="438" y="202"/>
                      <a:pt x="439" y="202"/>
                      <a:pt x="440" y="202"/>
                    </a:cubicBezTo>
                    <a:cubicBezTo>
                      <a:pt x="443" y="202"/>
                      <a:pt x="445" y="202"/>
                      <a:pt x="448" y="203"/>
                    </a:cubicBezTo>
                    <a:cubicBezTo>
                      <a:pt x="451" y="204"/>
                      <a:pt x="454" y="205"/>
                      <a:pt x="458" y="204"/>
                    </a:cubicBezTo>
                    <a:cubicBezTo>
                      <a:pt x="459" y="203"/>
                      <a:pt x="461" y="203"/>
                      <a:pt x="462" y="202"/>
                    </a:cubicBezTo>
                    <a:cubicBezTo>
                      <a:pt x="462" y="202"/>
                      <a:pt x="462" y="202"/>
                      <a:pt x="462" y="202"/>
                    </a:cubicBezTo>
                    <a:cubicBezTo>
                      <a:pt x="464" y="202"/>
                      <a:pt x="466" y="202"/>
                      <a:pt x="468" y="202"/>
                    </a:cubicBezTo>
                    <a:cubicBezTo>
                      <a:pt x="470" y="202"/>
                      <a:pt x="471" y="204"/>
                      <a:pt x="472" y="206"/>
                    </a:cubicBezTo>
                    <a:cubicBezTo>
                      <a:pt x="472" y="206"/>
                      <a:pt x="472" y="207"/>
                      <a:pt x="472" y="208"/>
                    </a:cubicBezTo>
                    <a:cubicBezTo>
                      <a:pt x="472" y="209"/>
                      <a:pt x="472" y="210"/>
                      <a:pt x="472" y="211"/>
                    </a:cubicBezTo>
                    <a:cubicBezTo>
                      <a:pt x="472" y="212"/>
                      <a:pt x="473" y="213"/>
                      <a:pt x="473" y="213"/>
                    </a:cubicBezTo>
                    <a:cubicBezTo>
                      <a:pt x="474" y="214"/>
                      <a:pt x="475" y="216"/>
                      <a:pt x="475" y="217"/>
                    </a:cubicBezTo>
                    <a:cubicBezTo>
                      <a:pt x="476" y="219"/>
                      <a:pt x="477" y="221"/>
                      <a:pt x="477" y="2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16" name="Freeform 1916">
                <a:extLst>
                  <a:ext uri="{FF2B5EF4-FFF2-40B4-BE49-F238E27FC236}">
                    <a16:creationId xmlns:a16="http://schemas.microsoft.com/office/drawing/2014/main" id="{A7E97447-A8A1-41AB-A0BA-4EBF978BB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481"/>
                <a:ext cx="262" cy="215"/>
              </a:xfrm>
              <a:custGeom>
                <a:avLst/>
                <a:gdLst>
                  <a:gd name="T0" fmla="*/ 611 w 642"/>
                  <a:gd name="T1" fmla="*/ 345 h 528"/>
                  <a:gd name="T2" fmla="*/ 575 w 642"/>
                  <a:gd name="T3" fmla="*/ 374 h 528"/>
                  <a:gd name="T4" fmla="*/ 495 w 642"/>
                  <a:gd name="T5" fmla="*/ 454 h 528"/>
                  <a:gd name="T6" fmla="*/ 502 w 642"/>
                  <a:gd name="T7" fmla="*/ 528 h 528"/>
                  <a:gd name="T8" fmla="*/ 434 w 642"/>
                  <a:gd name="T9" fmla="*/ 497 h 528"/>
                  <a:gd name="T10" fmla="*/ 381 w 642"/>
                  <a:gd name="T11" fmla="*/ 463 h 528"/>
                  <a:gd name="T12" fmla="*/ 350 w 642"/>
                  <a:gd name="T13" fmla="*/ 403 h 528"/>
                  <a:gd name="T14" fmla="*/ 360 w 642"/>
                  <a:gd name="T15" fmla="*/ 361 h 528"/>
                  <a:gd name="T16" fmla="*/ 321 w 642"/>
                  <a:gd name="T17" fmla="*/ 359 h 528"/>
                  <a:gd name="T18" fmla="*/ 257 w 642"/>
                  <a:gd name="T19" fmla="*/ 382 h 528"/>
                  <a:gd name="T20" fmla="*/ 232 w 642"/>
                  <a:gd name="T21" fmla="*/ 358 h 528"/>
                  <a:gd name="T22" fmla="*/ 236 w 642"/>
                  <a:gd name="T23" fmla="*/ 328 h 528"/>
                  <a:gd name="T24" fmla="*/ 227 w 642"/>
                  <a:gd name="T25" fmla="*/ 274 h 528"/>
                  <a:gd name="T26" fmla="*/ 165 w 642"/>
                  <a:gd name="T27" fmla="*/ 279 h 528"/>
                  <a:gd name="T28" fmla="*/ 140 w 642"/>
                  <a:gd name="T29" fmla="*/ 218 h 528"/>
                  <a:gd name="T30" fmla="*/ 107 w 642"/>
                  <a:gd name="T31" fmla="*/ 161 h 528"/>
                  <a:gd name="T32" fmla="*/ 43 w 642"/>
                  <a:gd name="T33" fmla="*/ 157 h 528"/>
                  <a:gd name="T34" fmla="*/ 1 w 642"/>
                  <a:gd name="T35" fmla="*/ 111 h 528"/>
                  <a:gd name="T36" fmla="*/ 5 w 642"/>
                  <a:gd name="T37" fmla="*/ 47 h 528"/>
                  <a:gd name="T38" fmla="*/ 40 w 642"/>
                  <a:gd name="T39" fmla="*/ 38 h 528"/>
                  <a:gd name="T40" fmla="*/ 59 w 642"/>
                  <a:gd name="T41" fmla="*/ 32 h 528"/>
                  <a:gd name="T42" fmla="*/ 75 w 642"/>
                  <a:gd name="T43" fmla="*/ 25 h 528"/>
                  <a:gd name="T44" fmla="*/ 96 w 642"/>
                  <a:gd name="T45" fmla="*/ 13 h 528"/>
                  <a:gd name="T46" fmla="*/ 133 w 642"/>
                  <a:gd name="T47" fmla="*/ 7 h 528"/>
                  <a:gd name="T48" fmla="*/ 147 w 642"/>
                  <a:gd name="T49" fmla="*/ 4 h 528"/>
                  <a:gd name="T50" fmla="*/ 163 w 642"/>
                  <a:gd name="T51" fmla="*/ 12 h 528"/>
                  <a:gd name="T52" fmla="*/ 178 w 642"/>
                  <a:gd name="T53" fmla="*/ 36 h 528"/>
                  <a:gd name="T54" fmla="*/ 223 w 642"/>
                  <a:gd name="T55" fmla="*/ 44 h 528"/>
                  <a:gd name="T56" fmla="*/ 273 w 642"/>
                  <a:gd name="T57" fmla="*/ 45 h 528"/>
                  <a:gd name="T58" fmla="*/ 297 w 642"/>
                  <a:gd name="T59" fmla="*/ 39 h 528"/>
                  <a:gd name="T60" fmla="*/ 311 w 642"/>
                  <a:gd name="T61" fmla="*/ 56 h 528"/>
                  <a:gd name="T62" fmla="*/ 316 w 642"/>
                  <a:gd name="T63" fmla="*/ 62 h 528"/>
                  <a:gd name="T64" fmla="*/ 312 w 642"/>
                  <a:gd name="T65" fmla="*/ 23 h 528"/>
                  <a:gd name="T66" fmla="*/ 362 w 642"/>
                  <a:gd name="T67" fmla="*/ 0 h 528"/>
                  <a:gd name="T68" fmla="*/ 406 w 642"/>
                  <a:gd name="T69" fmla="*/ 6 h 528"/>
                  <a:gd name="T70" fmla="*/ 406 w 642"/>
                  <a:gd name="T71" fmla="*/ 25 h 528"/>
                  <a:gd name="T72" fmla="*/ 449 w 642"/>
                  <a:gd name="T73" fmla="*/ 16 h 528"/>
                  <a:gd name="T74" fmla="*/ 477 w 642"/>
                  <a:gd name="T75" fmla="*/ 78 h 528"/>
                  <a:gd name="T76" fmla="*/ 545 w 642"/>
                  <a:gd name="T77" fmla="*/ 110 h 528"/>
                  <a:gd name="T78" fmla="*/ 554 w 642"/>
                  <a:gd name="T79" fmla="*/ 148 h 528"/>
                  <a:gd name="T80" fmla="*/ 537 w 642"/>
                  <a:gd name="T81" fmla="*/ 212 h 528"/>
                  <a:gd name="T82" fmla="*/ 607 w 642"/>
                  <a:gd name="T83" fmla="*/ 255 h 528"/>
                  <a:gd name="T84" fmla="*/ 608 w 642"/>
                  <a:gd name="T85" fmla="*/ 287 h 528"/>
                  <a:gd name="T86" fmla="*/ 633 w 642"/>
                  <a:gd name="T87" fmla="*/ 322 h 5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42" h="528">
                    <a:moveTo>
                      <a:pt x="633" y="322"/>
                    </a:moveTo>
                    <a:cubicBezTo>
                      <a:pt x="634" y="341"/>
                      <a:pt x="634" y="341"/>
                      <a:pt x="634" y="341"/>
                    </a:cubicBezTo>
                    <a:cubicBezTo>
                      <a:pt x="611" y="345"/>
                      <a:pt x="611" y="345"/>
                      <a:pt x="611" y="345"/>
                    </a:cubicBezTo>
                    <a:cubicBezTo>
                      <a:pt x="596" y="376"/>
                      <a:pt x="596" y="376"/>
                      <a:pt x="596" y="376"/>
                    </a:cubicBezTo>
                    <a:cubicBezTo>
                      <a:pt x="583" y="381"/>
                      <a:pt x="583" y="381"/>
                      <a:pt x="583" y="381"/>
                    </a:cubicBezTo>
                    <a:cubicBezTo>
                      <a:pt x="575" y="374"/>
                      <a:pt x="575" y="374"/>
                      <a:pt x="575" y="374"/>
                    </a:cubicBezTo>
                    <a:cubicBezTo>
                      <a:pt x="550" y="372"/>
                      <a:pt x="550" y="372"/>
                      <a:pt x="550" y="372"/>
                    </a:cubicBezTo>
                    <a:cubicBezTo>
                      <a:pt x="525" y="418"/>
                      <a:pt x="503" y="429"/>
                      <a:pt x="503" y="429"/>
                    </a:cubicBezTo>
                    <a:cubicBezTo>
                      <a:pt x="495" y="454"/>
                      <a:pt x="495" y="454"/>
                      <a:pt x="495" y="454"/>
                    </a:cubicBezTo>
                    <a:cubicBezTo>
                      <a:pt x="522" y="491"/>
                      <a:pt x="522" y="491"/>
                      <a:pt x="522" y="491"/>
                    </a:cubicBezTo>
                    <a:cubicBezTo>
                      <a:pt x="510" y="527"/>
                      <a:pt x="510" y="527"/>
                      <a:pt x="510" y="527"/>
                    </a:cubicBezTo>
                    <a:cubicBezTo>
                      <a:pt x="502" y="528"/>
                      <a:pt x="502" y="528"/>
                      <a:pt x="502" y="528"/>
                    </a:cubicBezTo>
                    <a:cubicBezTo>
                      <a:pt x="502" y="527"/>
                      <a:pt x="502" y="527"/>
                      <a:pt x="502" y="527"/>
                    </a:cubicBezTo>
                    <a:cubicBezTo>
                      <a:pt x="444" y="524"/>
                      <a:pt x="444" y="524"/>
                      <a:pt x="444" y="524"/>
                    </a:cubicBezTo>
                    <a:cubicBezTo>
                      <a:pt x="434" y="497"/>
                      <a:pt x="434" y="497"/>
                      <a:pt x="434" y="497"/>
                    </a:cubicBezTo>
                    <a:cubicBezTo>
                      <a:pt x="418" y="495"/>
                      <a:pt x="418" y="495"/>
                      <a:pt x="418" y="495"/>
                    </a:cubicBezTo>
                    <a:cubicBezTo>
                      <a:pt x="418" y="483"/>
                      <a:pt x="418" y="483"/>
                      <a:pt x="418" y="483"/>
                    </a:cubicBezTo>
                    <a:cubicBezTo>
                      <a:pt x="381" y="463"/>
                      <a:pt x="381" y="463"/>
                      <a:pt x="381" y="463"/>
                    </a:cubicBezTo>
                    <a:cubicBezTo>
                      <a:pt x="366" y="440"/>
                      <a:pt x="366" y="440"/>
                      <a:pt x="366" y="440"/>
                    </a:cubicBezTo>
                    <a:cubicBezTo>
                      <a:pt x="346" y="436"/>
                      <a:pt x="346" y="436"/>
                      <a:pt x="346" y="436"/>
                    </a:cubicBezTo>
                    <a:cubicBezTo>
                      <a:pt x="350" y="403"/>
                      <a:pt x="350" y="403"/>
                      <a:pt x="350" y="403"/>
                    </a:cubicBezTo>
                    <a:cubicBezTo>
                      <a:pt x="340" y="393"/>
                      <a:pt x="340" y="393"/>
                      <a:pt x="340" y="393"/>
                    </a:cubicBezTo>
                    <a:cubicBezTo>
                      <a:pt x="353" y="366"/>
                      <a:pt x="353" y="366"/>
                      <a:pt x="353" y="366"/>
                    </a:cubicBezTo>
                    <a:cubicBezTo>
                      <a:pt x="360" y="361"/>
                      <a:pt x="360" y="361"/>
                      <a:pt x="360" y="361"/>
                    </a:cubicBezTo>
                    <a:cubicBezTo>
                      <a:pt x="360" y="346"/>
                      <a:pt x="360" y="346"/>
                      <a:pt x="360" y="346"/>
                    </a:cubicBezTo>
                    <a:cubicBezTo>
                      <a:pt x="348" y="342"/>
                      <a:pt x="348" y="342"/>
                      <a:pt x="348" y="342"/>
                    </a:cubicBezTo>
                    <a:cubicBezTo>
                      <a:pt x="321" y="359"/>
                      <a:pt x="321" y="359"/>
                      <a:pt x="321" y="359"/>
                    </a:cubicBezTo>
                    <a:cubicBezTo>
                      <a:pt x="323" y="381"/>
                      <a:pt x="323" y="381"/>
                      <a:pt x="323" y="381"/>
                    </a:cubicBezTo>
                    <a:cubicBezTo>
                      <a:pt x="315" y="382"/>
                      <a:pt x="280" y="390"/>
                      <a:pt x="280" y="390"/>
                    </a:cubicBezTo>
                    <a:cubicBezTo>
                      <a:pt x="257" y="382"/>
                      <a:pt x="257" y="382"/>
                      <a:pt x="257" y="382"/>
                    </a:cubicBezTo>
                    <a:cubicBezTo>
                      <a:pt x="233" y="382"/>
                      <a:pt x="233" y="382"/>
                      <a:pt x="233" y="382"/>
                    </a:cubicBezTo>
                    <a:cubicBezTo>
                      <a:pt x="226" y="370"/>
                      <a:pt x="226" y="370"/>
                      <a:pt x="226" y="370"/>
                    </a:cubicBezTo>
                    <a:cubicBezTo>
                      <a:pt x="232" y="358"/>
                      <a:pt x="232" y="358"/>
                      <a:pt x="232" y="358"/>
                    </a:cubicBezTo>
                    <a:cubicBezTo>
                      <a:pt x="248" y="356"/>
                      <a:pt x="248" y="356"/>
                      <a:pt x="248" y="356"/>
                    </a:cubicBezTo>
                    <a:cubicBezTo>
                      <a:pt x="244" y="335"/>
                      <a:pt x="244" y="335"/>
                      <a:pt x="244" y="335"/>
                    </a:cubicBezTo>
                    <a:cubicBezTo>
                      <a:pt x="236" y="328"/>
                      <a:pt x="236" y="328"/>
                      <a:pt x="236" y="328"/>
                    </a:cubicBezTo>
                    <a:cubicBezTo>
                      <a:pt x="254" y="302"/>
                      <a:pt x="254" y="302"/>
                      <a:pt x="254" y="302"/>
                    </a:cubicBezTo>
                    <a:cubicBezTo>
                      <a:pt x="242" y="300"/>
                      <a:pt x="242" y="300"/>
                      <a:pt x="242" y="300"/>
                    </a:cubicBezTo>
                    <a:cubicBezTo>
                      <a:pt x="227" y="274"/>
                      <a:pt x="227" y="274"/>
                      <a:pt x="227" y="274"/>
                    </a:cubicBezTo>
                    <a:cubicBezTo>
                      <a:pt x="197" y="274"/>
                      <a:pt x="197" y="274"/>
                      <a:pt x="197" y="274"/>
                    </a:cubicBezTo>
                    <a:cubicBezTo>
                      <a:pt x="172" y="267"/>
                      <a:pt x="172" y="267"/>
                      <a:pt x="172" y="267"/>
                    </a:cubicBezTo>
                    <a:cubicBezTo>
                      <a:pt x="165" y="279"/>
                      <a:pt x="165" y="279"/>
                      <a:pt x="165" y="279"/>
                    </a:cubicBezTo>
                    <a:cubicBezTo>
                      <a:pt x="154" y="267"/>
                      <a:pt x="154" y="267"/>
                      <a:pt x="154" y="267"/>
                    </a:cubicBezTo>
                    <a:cubicBezTo>
                      <a:pt x="162" y="236"/>
                      <a:pt x="162" y="236"/>
                      <a:pt x="162" y="236"/>
                    </a:cubicBezTo>
                    <a:cubicBezTo>
                      <a:pt x="140" y="218"/>
                      <a:pt x="140" y="218"/>
                      <a:pt x="140" y="218"/>
                    </a:cubicBezTo>
                    <a:cubicBezTo>
                      <a:pt x="116" y="222"/>
                      <a:pt x="116" y="222"/>
                      <a:pt x="116" y="222"/>
                    </a:cubicBezTo>
                    <a:cubicBezTo>
                      <a:pt x="100" y="206"/>
                      <a:pt x="100" y="206"/>
                      <a:pt x="100" y="206"/>
                    </a:cubicBezTo>
                    <a:cubicBezTo>
                      <a:pt x="107" y="161"/>
                      <a:pt x="107" y="161"/>
                      <a:pt x="107" y="161"/>
                    </a:cubicBezTo>
                    <a:cubicBezTo>
                      <a:pt x="92" y="141"/>
                      <a:pt x="92" y="141"/>
                      <a:pt x="92" y="141"/>
                    </a:cubicBezTo>
                    <a:cubicBezTo>
                      <a:pt x="54" y="146"/>
                      <a:pt x="54" y="146"/>
                      <a:pt x="54" y="146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21" y="137"/>
                      <a:pt x="21" y="137"/>
                      <a:pt x="21" y="13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7" y="46"/>
                      <a:pt x="10" y="45"/>
                      <a:pt x="13" y="44"/>
                    </a:cubicBezTo>
                    <a:cubicBezTo>
                      <a:pt x="18" y="43"/>
                      <a:pt x="23" y="43"/>
                      <a:pt x="28" y="42"/>
                    </a:cubicBezTo>
                    <a:cubicBezTo>
                      <a:pt x="32" y="41"/>
                      <a:pt x="36" y="39"/>
                      <a:pt x="40" y="38"/>
                    </a:cubicBezTo>
                    <a:cubicBezTo>
                      <a:pt x="44" y="36"/>
                      <a:pt x="49" y="35"/>
                      <a:pt x="54" y="34"/>
                    </a:cubicBezTo>
                    <a:cubicBezTo>
                      <a:pt x="55" y="34"/>
                      <a:pt x="56" y="34"/>
                      <a:pt x="57" y="33"/>
                    </a:cubicBezTo>
                    <a:cubicBezTo>
                      <a:pt x="58" y="33"/>
                      <a:pt x="58" y="33"/>
                      <a:pt x="59" y="32"/>
                    </a:cubicBezTo>
                    <a:cubicBezTo>
                      <a:pt x="59" y="32"/>
                      <a:pt x="60" y="32"/>
                      <a:pt x="60" y="32"/>
                    </a:cubicBezTo>
                    <a:cubicBezTo>
                      <a:pt x="63" y="31"/>
                      <a:pt x="65" y="29"/>
                      <a:pt x="67" y="28"/>
                    </a:cubicBezTo>
                    <a:cubicBezTo>
                      <a:pt x="70" y="27"/>
                      <a:pt x="73" y="27"/>
                      <a:pt x="75" y="25"/>
                    </a:cubicBezTo>
                    <a:cubicBezTo>
                      <a:pt x="77" y="24"/>
                      <a:pt x="79" y="23"/>
                      <a:pt x="80" y="22"/>
                    </a:cubicBezTo>
                    <a:cubicBezTo>
                      <a:pt x="84" y="19"/>
                      <a:pt x="87" y="17"/>
                      <a:pt x="91" y="15"/>
                    </a:cubicBezTo>
                    <a:cubicBezTo>
                      <a:pt x="93" y="15"/>
                      <a:pt x="94" y="14"/>
                      <a:pt x="96" y="13"/>
                    </a:cubicBezTo>
                    <a:cubicBezTo>
                      <a:pt x="99" y="13"/>
                      <a:pt x="101" y="13"/>
                      <a:pt x="104" y="12"/>
                    </a:cubicBezTo>
                    <a:cubicBezTo>
                      <a:pt x="109" y="11"/>
                      <a:pt x="114" y="11"/>
                      <a:pt x="118" y="10"/>
                    </a:cubicBezTo>
                    <a:cubicBezTo>
                      <a:pt x="123" y="10"/>
                      <a:pt x="128" y="9"/>
                      <a:pt x="133" y="7"/>
                    </a:cubicBezTo>
                    <a:cubicBezTo>
                      <a:pt x="136" y="7"/>
                      <a:pt x="139" y="5"/>
                      <a:pt x="142" y="5"/>
                    </a:cubicBezTo>
                    <a:cubicBezTo>
                      <a:pt x="144" y="4"/>
                      <a:pt x="147" y="4"/>
                      <a:pt x="149" y="4"/>
                    </a:cubicBezTo>
                    <a:cubicBezTo>
                      <a:pt x="148" y="4"/>
                      <a:pt x="148" y="4"/>
                      <a:pt x="147" y="4"/>
                    </a:cubicBezTo>
                    <a:cubicBezTo>
                      <a:pt x="150" y="4"/>
                      <a:pt x="152" y="4"/>
                      <a:pt x="154" y="4"/>
                    </a:cubicBezTo>
                    <a:cubicBezTo>
                      <a:pt x="156" y="3"/>
                      <a:pt x="158" y="2"/>
                      <a:pt x="160" y="2"/>
                    </a:cubicBezTo>
                    <a:cubicBezTo>
                      <a:pt x="163" y="12"/>
                      <a:pt x="163" y="12"/>
                      <a:pt x="163" y="12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78" y="36"/>
                      <a:pt x="178" y="36"/>
                      <a:pt x="178" y="36"/>
                    </a:cubicBezTo>
                    <a:cubicBezTo>
                      <a:pt x="178" y="25"/>
                      <a:pt x="178" y="25"/>
                      <a:pt x="178" y="25"/>
                    </a:cubicBezTo>
                    <a:cubicBezTo>
                      <a:pt x="225" y="34"/>
                      <a:pt x="225" y="34"/>
                      <a:pt x="225" y="34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39" y="55"/>
                      <a:pt x="239" y="55"/>
                      <a:pt x="239" y="55"/>
                    </a:cubicBezTo>
                    <a:cubicBezTo>
                      <a:pt x="249" y="52"/>
                      <a:pt x="249" y="52"/>
                      <a:pt x="249" y="52"/>
                    </a:cubicBezTo>
                    <a:cubicBezTo>
                      <a:pt x="273" y="45"/>
                      <a:pt x="273" y="45"/>
                      <a:pt x="273" y="45"/>
                    </a:cubicBezTo>
                    <a:cubicBezTo>
                      <a:pt x="291" y="41"/>
                      <a:pt x="291" y="41"/>
                      <a:pt x="291" y="41"/>
                    </a:cubicBezTo>
                    <a:cubicBezTo>
                      <a:pt x="295" y="37"/>
                      <a:pt x="295" y="37"/>
                      <a:pt x="295" y="37"/>
                    </a:cubicBezTo>
                    <a:cubicBezTo>
                      <a:pt x="296" y="38"/>
                      <a:pt x="297" y="38"/>
                      <a:pt x="297" y="39"/>
                    </a:cubicBezTo>
                    <a:cubicBezTo>
                      <a:pt x="300" y="40"/>
                      <a:pt x="302" y="41"/>
                      <a:pt x="304" y="43"/>
                    </a:cubicBezTo>
                    <a:cubicBezTo>
                      <a:pt x="305" y="45"/>
                      <a:pt x="307" y="47"/>
                      <a:pt x="308" y="50"/>
                    </a:cubicBezTo>
                    <a:cubicBezTo>
                      <a:pt x="308" y="52"/>
                      <a:pt x="310" y="54"/>
                      <a:pt x="311" y="56"/>
                    </a:cubicBezTo>
                    <a:cubicBezTo>
                      <a:pt x="312" y="57"/>
                      <a:pt x="312" y="58"/>
                      <a:pt x="313" y="59"/>
                    </a:cubicBezTo>
                    <a:cubicBezTo>
                      <a:pt x="313" y="59"/>
                      <a:pt x="314" y="60"/>
                      <a:pt x="314" y="61"/>
                    </a:cubicBezTo>
                    <a:cubicBezTo>
                      <a:pt x="314" y="61"/>
                      <a:pt x="316" y="62"/>
                      <a:pt x="316" y="62"/>
                    </a:cubicBezTo>
                    <a:cubicBezTo>
                      <a:pt x="318" y="61"/>
                      <a:pt x="313" y="53"/>
                      <a:pt x="313" y="52"/>
                    </a:cubicBezTo>
                    <a:cubicBezTo>
                      <a:pt x="310" y="46"/>
                      <a:pt x="307" y="38"/>
                      <a:pt x="302" y="32"/>
                    </a:cubicBezTo>
                    <a:cubicBezTo>
                      <a:pt x="312" y="23"/>
                      <a:pt x="312" y="23"/>
                      <a:pt x="312" y="23"/>
                    </a:cubicBezTo>
                    <a:cubicBezTo>
                      <a:pt x="336" y="32"/>
                      <a:pt x="336" y="32"/>
                      <a:pt x="336" y="32"/>
                    </a:cubicBezTo>
                    <a:cubicBezTo>
                      <a:pt x="336" y="5"/>
                      <a:pt x="336" y="5"/>
                      <a:pt x="336" y="5"/>
                    </a:cubicBezTo>
                    <a:cubicBezTo>
                      <a:pt x="362" y="0"/>
                      <a:pt x="362" y="0"/>
                      <a:pt x="362" y="0"/>
                    </a:cubicBezTo>
                    <a:cubicBezTo>
                      <a:pt x="358" y="16"/>
                      <a:pt x="358" y="16"/>
                      <a:pt x="358" y="16"/>
                    </a:cubicBezTo>
                    <a:cubicBezTo>
                      <a:pt x="380" y="17"/>
                      <a:pt x="380" y="17"/>
                      <a:pt x="380" y="17"/>
                    </a:cubicBezTo>
                    <a:cubicBezTo>
                      <a:pt x="406" y="6"/>
                      <a:pt x="406" y="6"/>
                      <a:pt x="406" y="6"/>
                    </a:cubicBezTo>
                    <a:cubicBezTo>
                      <a:pt x="415" y="7"/>
                      <a:pt x="415" y="7"/>
                      <a:pt x="415" y="7"/>
                    </a:cubicBezTo>
                    <a:cubicBezTo>
                      <a:pt x="416" y="22"/>
                      <a:pt x="416" y="22"/>
                      <a:pt x="416" y="22"/>
                    </a:cubicBezTo>
                    <a:cubicBezTo>
                      <a:pt x="406" y="25"/>
                      <a:pt x="406" y="25"/>
                      <a:pt x="406" y="25"/>
                    </a:cubicBezTo>
                    <a:cubicBezTo>
                      <a:pt x="408" y="34"/>
                      <a:pt x="408" y="34"/>
                      <a:pt x="408" y="34"/>
                    </a:cubicBezTo>
                    <a:cubicBezTo>
                      <a:pt x="433" y="38"/>
                      <a:pt x="433" y="38"/>
                      <a:pt x="433" y="38"/>
                    </a:cubicBezTo>
                    <a:cubicBezTo>
                      <a:pt x="449" y="16"/>
                      <a:pt x="449" y="16"/>
                      <a:pt x="449" y="16"/>
                    </a:cubicBezTo>
                    <a:cubicBezTo>
                      <a:pt x="459" y="24"/>
                      <a:pt x="459" y="24"/>
                      <a:pt x="459" y="24"/>
                    </a:cubicBezTo>
                    <a:cubicBezTo>
                      <a:pt x="452" y="41"/>
                      <a:pt x="452" y="41"/>
                      <a:pt x="452" y="41"/>
                    </a:cubicBezTo>
                    <a:cubicBezTo>
                      <a:pt x="477" y="78"/>
                      <a:pt x="477" y="78"/>
                      <a:pt x="477" y="78"/>
                    </a:cubicBezTo>
                    <a:cubicBezTo>
                      <a:pt x="525" y="78"/>
                      <a:pt x="525" y="78"/>
                      <a:pt x="525" y="78"/>
                    </a:cubicBezTo>
                    <a:cubicBezTo>
                      <a:pt x="527" y="98"/>
                      <a:pt x="527" y="98"/>
                      <a:pt x="527" y="98"/>
                    </a:cubicBezTo>
                    <a:cubicBezTo>
                      <a:pt x="545" y="110"/>
                      <a:pt x="545" y="110"/>
                      <a:pt x="545" y="110"/>
                    </a:cubicBezTo>
                    <a:cubicBezTo>
                      <a:pt x="561" y="110"/>
                      <a:pt x="561" y="110"/>
                      <a:pt x="561" y="110"/>
                    </a:cubicBezTo>
                    <a:cubicBezTo>
                      <a:pt x="572" y="123"/>
                      <a:pt x="572" y="123"/>
                      <a:pt x="572" y="123"/>
                    </a:cubicBezTo>
                    <a:cubicBezTo>
                      <a:pt x="554" y="148"/>
                      <a:pt x="554" y="148"/>
                      <a:pt x="554" y="148"/>
                    </a:cubicBezTo>
                    <a:cubicBezTo>
                      <a:pt x="548" y="162"/>
                      <a:pt x="548" y="162"/>
                      <a:pt x="548" y="162"/>
                    </a:cubicBezTo>
                    <a:cubicBezTo>
                      <a:pt x="523" y="188"/>
                      <a:pt x="523" y="188"/>
                      <a:pt x="523" y="188"/>
                    </a:cubicBezTo>
                    <a:cubicBezTo>
                      <a:pt x="537" y="212"/>
                      <a:pt x="537" y="212"/>
                      <a:pt x="537" y="212"/>
                    </a:cubicBezTo>
                    <a:cubicBezTo>
                      <a:pt x="585" y="225"/>
                      <a:pt x="585" y="225"/>
                      <a:pt x="585" y="225"/>
                    </a:cubicBezTo>
                    <a:cubicBezTo>
                      <a:pt x="601" y="230"/>
                      <a:pt x="601" y="230"/>
                      <a:pt x="601" y="230"/>
                    </a:cubicBezTo>
                    <a:cubicBezTo>
                      <a:pt x="607" y="255"/>
                      <a:pt x="607" y="255"/>
                      <a:pt x="607" y="255"/>
                    </a:cubicBezTo>
                    <a:cubicBezTo>
                      <a:pt x="624" y="260"/>
                      <a:pt x="624" y="260"/>
                      <a:pt x="624" y="260"/>
                    </a:cubicBezTo>
                    <a:cubicBezTo>
                      <a:pt x="605" y="275"/>
                      <a:pt x="605" y="275"/>
                      <a:pt x="605" y="275"/>
                    </a:cubicBezTo>
                    <a:cubicBezTo>
                      <a:pt x="608" y="287"/>
                      <a:pt x="608" y="287"/>
                      <a:pt x="608" y="287"/>
                    </a:cubicBezTo>
                    <a:cubicBezTo>
                      <a:pt x="625" y="290"/>
                      <a:pt x="625" y="290"/>
                      <a:pt x="625" y="290"/>
                    </a:cubicBezTo>
                    <a:cubicBezTo>
                      <a:pt x="642" y="312"/>
                      <a:pt x="642" y="312"/>
                      <a:pt x="642" y="312"/>
                    </a:cubicBezTo>
                    <a:lnTo>
                      <a:pt x="633" y="32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17" name="Freeform 1917">
                <a:extLst>
                  <a:ext uri="{FF2B5EF4-FFF2-40B4-BE49-F238E27FC236}">
                    <a16:creationId xmlns:a16="http://schemas.microsoft.com/office/drawing/2014/main" id="{2A3CB58B-99A5-4C53-ADBE-26CCCC0A2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2100"/>
                <a:ext cx="2" cy="8"/>
              </a:xfrm>
              <a:custGeom>
                <a:avLst/>
                <a:gdLst>
                  <a:gd name="T0" fmla="*/ 3 w 5"/>
                  <a:gd name="T1" fmla="*/ 16 h 19"/>
                  <a:gd name="T2" fmla="*/ 1 w 5"/>
                  <a:gd name="T3" fmla="*/ 13 h 19"/>
                  <a:gd name="T4" fmla="*/ 1 w 5"/>
                  <a:gd name="T5" fmla="*/ 7 h 19"/>
                  <a:gd name="T6" fmla="*/ 0 w 5"/>
                  <a:gd name="T7" fmla="*/ 4 h 19"/>
                  <a:gd name="T8" fmla="*/ 4 w 5"/>
                  <a:gd name="T9" fmla="*/ 1 h 19"/>
                  <a:gd name="T10" fmla="*/ 4 w 5"/>
                  <a:gd name="T11" fmla="*/ 8 h 19"/>
                  <a:gd name="T12" fmla="*/ 3 w 5"/>
                  <a:gd name="T1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9">
                    <a:moveTo>
                      <a:pt x="3" y="16"/>
                    </a:moveTo>
                    <a:cubicBezTo>
                      <a:pt x="1" y="19"/>
                      <a:pt x="1" y="14"/>
                      <a:pt x="1" y="13"/>
                    </a:cubicBezTo>
                    <a:cubicBezTo>
                      <a:pt x="1" y="11"/>
                      <a:pt x="1" y="9"/>
                      <a:pt x="1" y="7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3"/>
                      <a:pt x="2" y="0"/>
                      <a:pt x="4" y="1"/>
                    </a:cubicBezTo>
                    <a:cubicBezTo>
                      <a:pt x="5" y="2"/>
                      <a:pt x="4" y="6"/>
                      <a:pt x="4" y="8"/>
                    </a:cubicBezTo>
                    <a:cubicBezTo>
                      <a:pt x="4" y="11"/>
                      <a:pt x="4" y="13"/>
                      <a:pt x="3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18" name="Freeform 1918">
                <a:extLst>
                  <a:ext uri="{FF2B5EF4-FFF2-40B4-BE49-F238E27FC236}">
                    <a16:creationId xmlns:a16="http://schemas.microsoft.com/office/drawing/2014/main" id="{6E9A8491-8462-4A43-B49D-DF1C41544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101"/>
                <a:ext cx="8" cy="12"/>
              </a:xfrm>
              <a:custGeom>
                <a:avLst/>
                <a:gdLst>
                  <a:gd name="T0" fmla="*/ 18 w 20"/>
                  <a:gd name="T1" fmla="*/ 24 h 30"/>
                  <a:gd name="T2" fmla="*/ 15 w 20"/>
                  <a:gd name="T3" fmla="*/ 27 h 30"/>
                  <a:gd name="T4" fmla="*/ 12 w 20"/>
                  <a:gd name="T5" fmla="*/ 30 h 30"/>
                  <a:gd name="T6" fmla="*/ 6 w 20"/>
                  <a:gd name="T7" fmla="*/ 27 h 30"/>
                  <a:gd name="T8" fmla="*/ 4 w 20"/>
                  <a:gd name="T9" fmla="*/ 25 h 30"/>
                  <a:gd name="T10" fmla="*/ 1 w 20"/>
                  <a:gd name="T11" fmla="*/ 22 h 30"/>
                  <a:gd name="T12" fmla="*/ 3 w 20"/>
                  <a:gd name="T13" fmla="*/ 11 h 30"/>
                  <a:gd name="T14" fmla="*/ 13 w 20"/>
                  <a:gd name="T15" fmla="*/ 7 h 30"/>
                  <a:gd name="T16" fmla="*/ 20 w 20"/>
                  <a:gd name="T17" fmla="*/ 4 h 30"/>
                  <a:gd name="T18" fmla="*/ 20 w 20"/>
                  <a:gd name="T19" fmla="*/ 9 h 30"/>
                  <a:gd name="T20" fmla="*/ 20 w 20"/>
                  <a:gd name="T21" fmla="*/ 17 h 30"/>
                  <a:gd name="T22" fmla="*/ 18 w 20"/>
                  <a:gd name="T23" fmla="*/ 2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30">
                    <a:moveTo>
                      <a:pt x="18" y="24"/>
                    </a:moveTo>
                    <a:cubicBezTo>
                      <a:pt x="17" y="26"/>
                      <a:pt x="16" y="26"/>
                      <a:pt x="15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6" y="30"/>
                      <a:pt x="6" y="27"/>
                    </a:cubicBezTo>
                    <a:cubicBezTo>
                      <a:pt x="5" y="26"/>
                      <a:pt x="6" y="25"/>
                      <a:pt x="4" y="25"/>
                    </a:cubicBezTo>
                    <a:cubicBezTo>
                      <a:pt x="3" y="24"/>
                      <a:pt x="2" y="24"/>
                      <a:pt x="1" y="22"/>
                    </a:cubicBezTo>
                    <a:cubicBezTo>
                      <a:pt x="0" y="20"/>
                      <a:pt x="0" y="13"/>
                      <a:pt x="3" y="11"/>
                    </a:cubicBezTo>
                    <a:cubicBezTo>
                      <a:pt x="6" y="9"/>
                      <a:pt x="10" y="11"/>
                      <a:pt x="13" y="7"/>
                    </a:cubicBezTo>
                    <a:cubicBezTo>
                      <a:pt x="14" y="5"/>
                      <a:pt x="18" y="0"/>
                      <a:pt x="20" y="4"/>
                    </a:cubicBezTo>
                    <a:cubicBezTo>
                      <a:pt x="20" y="5"/>
                      <a:pt x="20" y="8"/>
                      <a:pt x="20" y="9"/>
                    </a:cubicBezTo>
                    <a:cubicBezTo>
                      <a:pt x="20" y="12"/>
                      <a:pt x="20" y="15"/>
                      <a:pt x="20" y="17"/>
                    </a:cubicBezTo>
                    <a:cubicBezTo>
                      <a:pt x="20" y="20"/>
                      <a:pt x="20" y="23"/>
                      <a:pt x="18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19" name="Freeform 1919">
                <a:extLst>
                  <a:ext uri="{FF2B5EF4-FFF2-40B4-BE49-F238E27FC236}">
                    <a16:creationId xmlns:a16="http://schemas.microsoft.com/office/drawing/2014/main" id="{4DEC7001-F825-4C77-83AB-E2F078B00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051"/>
                <a:ext cx="115" cy="122"/>
              </a:xfrm>
              <a:custGeom>
                <a:avLst/>
                <a:gdLst>
                  <a:gd name="T0" fmla="*/ 270 w 282"/>
                  <a:gd name="T1" fmla="*/ 82 h 300"/>
                  <a:gd name="T2" fmla="*/ 280 w 282"/>
                  <a:gd name="T3" fmla="*/ 32 h 300"/>
                  <a:gd name="T4" fmla="*/ 233 w 282"/>
                  <a:gd name="T5" fmla="*/ 0 h 300"/>
                  <a:gd name="T6" fmla="*/ 182 w 282"/>
                  <a:gd name="T7" fmla="*/ 23 h 300"/>
                  <a:gd name="T8" fmla="*/ 176 w 282"/>
                  <a:gd name="T9" fmla="*/ 39 h 300"/>
                  <a:gd name="T10" fmla="*/ 194 w 282"/>
                  <a:gd name="T11" fmla="*/ 55 h 300"/>
                  <a:gd name="T12" fmla="*/ 192 w 282"/>
                  <a:gd name="T13" fmla="*/ 111 h 300"/>
                  <a:gd name="T14" fmla="*/ 190 w 282"/>
                  <a:gd name="T15" fmla="*/ 82 h 300"/>
                  <a:gd name="T16" fmla="*/ 175 w 282"/>
                  <a:gd name="T17" fmla="*/ 54 h 300"/>
                  <a:gd name="T18" fmla="*/ 163 w 282"/>
                  <a:gd name="T19" fmla="*/ 100 h 300"/>
                  <a:gd name="T20" fmla="*/ 143 w 282"/>
                  <a:gd name="T21" fmla="*/ 102 h 300"/>
                  <a:gd name="T22" fmla="*/ 139 w 282"/>
                  <a:gd name="T23" fmla="*/ 83 h 300"/>
                  <a:gd name="T24" fmla="*/ 134 w 282"/>
                  <a:gd name="T25" fmla="*/ 76 h 300"/>
                  <a:gd name="T26" fmla="*/ 135 w 282"/>
                  <a:gd name="T27" fmla="*/ 48 h 300"/>
                  <a:gd name="T28" fmla="*/ 154 w 282"/>
                  <a:gd name="T29" fmla="*/ 41 h 300"/>
                  <a:gd name="T30" fmla="*/ 125 w 282"/>
                  <a:gd name="T31" fmla="*/ 37 h 300"/>
                  <a:gd name="T32" fmla="*/ 87 w 282"/>
                  <a:gd name="T33" fmla="*/ 29 h 300"/>
                  <a:gd name="T34" fmla="*/ 85 w 282"/>
                  <a:gd name="T35" fmla="*/ 32 h 300"/>
                  <a:gd name="T36" fmla="*/ 107 w 282"/>
                  <a:gd name="T37" fmla="*/ 39 h 300"/>
                  <a:gd name="T38" fmla="*/ 115 w 282"/>
                  <a:gd name="T39" fmla="*/ 43 h 300"/>
                  <a:gd name="T40" fmla="*/ 96 w 282"/>
                  <a:gd name="T41" fmla="*/ 65 h 300"/>
                  <a:gd name="T42" fmla="*/ 75 w 282"/>
                  <a:gd name="T43" fmla="*/ 83 h 300"/>
                  <a:gd name="T44" fmla="*/ 46 w 282"/>
                  <a:gd name="T45" fmla="*/ 84 h 300"/>
                  <a:gd name="T46" fmla="*/ 3 w 282"/>
                  <a:gd name="T47" fmla="*/ 87 h 300"/>
                  <a:gd name="T48" fmla="*/ 33 w 282"/>
                  <a:gd name="T49" fmla="*/ 104 h 300"/>
                  <a:gd name="T50" fmla="*/ 42 w 282"/>
                  <a:gd name="T51" fmla="*/ 118 h 300"/>
                  <a:gd name="T52" fmla="*/ 32 w 282"/>
                  <a:gd name="T53" fmla="*/ 143 h 300"/>
                  <a:gd name="T54" fmla="*/ 47 w 282"/>
                  <a:gd name="T55" fmla="*/ 168 h 300"/>
                  <a:gd name="T56" fmla="*/ 38 w 282"/>
                  <a:gd name="T57" fmla="*/ 186 h 300"/>
                  <a:gd name="T58" fmla="*/ 54 w 282"/>
                  <a:gd name="T59" fmla="*/ 208 h 300"/>
                  <a:gd name="T60" fmla="*/ 51 w 282"/>
                  <a:gd name="T61" fmla="*/ 224 h 300"/>
                  <a:gd name="T62" fmla="*/ 66 w 282"/>
                  <a:gd name="T63" fmla="*/ 227 h 300"/>
                  <a:gd name="T64" fmla="*/ 114 w 282"/>
                  <a:gd name="T65" fmla="*/ 240 h 300"/>
                  <a:gd name="T66" fmla="*/ 130 w 282"/>
                  <a:gd name="T67" fmla="*/ 241 h 300"/>
                  <a:gd name="T68" fmla="*/ 130 w 282"/>
                  <a:gd name="T69" fmla="*/ 259 h 300"/>
                  <a:gd name="T70" fmla="*/ 125 w 282"/>
                  <a:gd name="T71" fmla="*/ 271 h 300"/>
                  <a:gd name="T72" fmla="*/ 126 w 282"/>
                  <a:gd name="T73" fmla="*/ 276 h 300"/>
                  <a:gd name="T74" fmla="*/ 142 w 282"/>
                  <a:gd name="T75" fmla="*/ 282 h 300"/>
                  <a:gd name="T76" fmla="*/ 164 w 282"/>
                  <a:gd name="T77" fmla="*/ 297 h 300"/>
                  <a:gd name="T78" fmla="*/ 187 w 282"/>
                  <a:gd name="T79" fmla="*/ 278 h 300"/>
                  <a:gd name="T80" fmla="*/ 196 w 282"/>
                  <a:gd name="T81" fmla="*/ 267 h 300"/>
                  <a:gd name="T82" fmla="*/ 175 w 282"/>
                  <a:gd name="T83" fmla="*/ 259 h 300"/>
                  <a:gd name="T84" fmla="*/ 194 w 282"/>
                  <a:gd name="T85" fmla="*/ 247 h 300"/>
                  <a:gd name="T86" fmla="*/ 218 w 282"/>
                  <a:gd name="T87" fmla="*/ 235 h 300"/>
                  <a:gd name="T88" fmla="*/ 247 w 282"/>
                  <a:gd name="T89" fmla="*/ 224 h 300"/>
                  <a:gd name="T90" fmla="*/ 237 w 282"/>
                  <a:gd name="T91" fmla="*/ 193 h 300"/>
                  <a:gd name="T92" fmla="*/ 214 w 282"/>
                  <a:gd name="T93" fmla="*/ 184 h 300"/>
                  <a:gd name="T94" fmla="*/ 219 w 282"/>
                  <a:gd name="T95" fmla="*/ 160 h 300"/>
                  <a:gd name="T96" fmla="*/ 236 w 282"/>
                  <a:gd name="T97" fmla="*/ 147 h 300"/>
                  <a:gd name="T98" fmla="*/ 255 w 282"/>
                  <a:gd name="T99" fmla="*/ 133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2" h="300">
                    <a:moveTo>
                      <a:pt x="255" y="133"/>
                    </a:moveTo>
                    <a:cubicBezTo>
                      <a:pt x="260" y="132"/>
                      <a:pt x="265" y="132"/>
                      <a:pt x="269" y="130"/>
                    </a:cubicBezTo>
                    <a:cubicBezTo>
                      <a:pt x="276" y="126"/>
                      <a:pt x="276" y="115"/>
                      <a:pt x="275" y="108"/>
                    </a:cubicBezTo>
                    <a:cubicBezTo>
                      <a:pt x="274" y="99"/>
                      <a:pt x="270" y="91"/>
                      <a:pt x="270" y="82"/>
                    </a:cubicBezTo>
                    <a:cubicBezTo>
                      <a:pt x="270" y="78"/>
                      <a:pt x="271" y="74"/>
                      <a:pt x="271" y="70"/>
                    </a:cubicBezTo>
                    <a:cubicBezTo>
                      <a:pt x="271" y="64"/>
                      <a:pt x="269" y="59"/>
                      <a:pt x="269" y="53"/>
                    </a:cubicBezTo>
                    <a:cubicBezTo>
                      <a:pt x="268" y="49"/>
                      <a:pt x="269" y="45"/>
                      <a:pt x="272" y="42"/>
                    </a:cubicBezTo>
                    <a:cubicBezTo>
                      <a:pt x="275" y="39"/>
                      <a:pt x="279" y="36"/>
                      <a:pt x="280" y="32"/>
                    </a:cubicBezTo>
                    <a:cubicBezTo>
                      <a:pt x="282" y="27"/>
                      <a:pt x="281" y="22"/>
                      <a:pt x="277" y="18"/>
                    </a:cubicBezTo>
                    <a:cubicBezTo>
                      <a:pt x="274" y="14"/>
                      <a:pt x="269" y="12"/>
                      <a:pt x="264" y="11"/>
                    </a:cubicBezTo>
                    <a:cubicBezTo>
                      <a:pt x="259" y="10"/>
                      <a:pt x="254" y="7"/>
                      <a:pt x="249" y="5"/>
                    </a:cubicBezTo>
                    <a:cubicBezTo>
                      <a:pt x="244" y="2"/>
                      <a:pt x="239" y="0"/>
                      <a:pt x="233" y="0"/>
                    </a:cubicBezTo>
                    <a:cubicBezTo>
                      <a:pt x="228" y="1"/>
                      <a:pt x="222" y="3"/>
                      <a:pt x="217" y="5"/>
                    </a:cubicBezTo>
                    <a:cubicBezTo>
                      <a:pt x="213" y="7"/>
                      <a:pt x="209" y="9"/>
                      <a:pt x="205" y="11"/>
                    </a:cubicBezTo>
                    <a:cubicBezTo>
                      <a:pt x="202" y="14"/>
                      <a:pt x="199" y="16"/>
                      <a:pt x="196" y="18"/>
                    </a:cubicBezTo>
                    <a:cubicBezTo>
                      <a:pt x="191" y="21"/>
                      <a:pt x="186" y="22"/>
                      <a:pt x="182" y="23"/>
                    </a:cubicBezTo>
                    <a:cubicBezTo>
                      <a:pt x="179" y="24"/>
                      <a:pt x="176" y="25"/>
                      <a:pt x="175" y="28"/>
                    </a:cubicBezTo>
                    <a:cubicBezTo>
                      <a:pt x="174" y="30"/>
                      <a:pt x="172" y="33"/>
                      <a:pt x="169" y="35"/>
                    </a:cubicBezTo>
                    <a:cubicBezTo>
                      <a:pt x="169" y="35"/>
                      <a:pt x="167" y="35"/>
                      <a:pt x="167" y="37"/>
                    </a:cubicBezTo>
                    <a:cubicBezTo>
                      <a:pt x="168" y="38"/>
                      <a:pt x="174" y="39"/>
                      <a:pt x="176" y="39"/>
                    </a:cubicBezTo>
                    <a:cubicBezTo>
                      <a:pt x="179" y="39"/>
                      <a:pt x="183" y="39"/>
                      <a:pt x="187" y="40"/>
                    </a:cubicBezTo>
                    <a:cubicBezTo>
                      <a:pt x="189" y="40"/>
                      <a:pt x="190" y="41"/>
                      <a:pt x="190" y="43"/>
                    </a:cubicBezTo>
                    <a:cubicBezTo>
                      <a:pt x="190" y="45"/>
                      <a:pt x="190" y="48"/>
                      <a:pt x="191" y="49"/>
                    </a:cubicBezTo>
                    <a:cubicBezTo>
                      <a:pt x="192" y="51"/>
                      <a:pt x="193" y="53"/>
                      <a:pt x="194" y="55"/>
                    </a:cubicBezTo>
                    <a:cubicBezTo>
                      <a:pt x="196" y="59"/>
                      <a:pt x="197" y="63"/>
                      <a:pt x="196" y="67"/>
                    </a:cubicBezTo>
                    <a:cubicBezTo>
                      <a:pt x="196" y="75"/>
                      <a:pt x="197" y="82"/>
                      <a:pt x="198" y="89"/>
                    </a:cubicBezTo>
                    <a:cubicBezTo>
                      <a:pt x="198" y="94"/>
                      <a:pt x="198" y="98"/>
                      <a:pt x="197" y="103"/>
                    </a:cubicBezTo>
                    <a:cubicBezTo>
                      <a:pt x="196" y="106"/>
                      <a:pt x="195" y="109"/>
                      <a:pt x="192" y="111"/>
                    </a:cubicBezTo>
                    <a:cubicBezTo>
                      <a:pt x="189" y="112"/>
                      <a:pt x="186" y="111"/>
                      <a:pt x="183" y="109"/>
                    </a:cubicBezTo>
                    <a:cubicBezTo>
                      <a:pt x="182" y="107"/>
                      <a:pt x="178" y="101"/>
                      <a:pt x="182" y="100"/>
                    </a:cubicBezTo>
                    <a:cubicBezTo>
                      <a:pt x="185" y="98"/>
                      <a:pt x="189" y="102"/>
                      <a:pt x="191" y="97"/>
                    </a:cubicBezTo>
                    <a:cubicBezTo>
                      <a:pt x="192" y="92"/>
                      <a:pt x="190" y="86"/>
                      <a:pt x="190" y="82"/>
                    </a:cubicBezTo>
                    <a:cubicBezTo>
                      <a:pt x="189" y="76"/>
                      <a:pt x="189" y="71"/>
                      <a:pt x="189" y="65"/>
                    </a:cubicBezTo>
                    <a:cubicBezTo>
                      <a:pt x="189" y="61"/>
                      <a:pt x="188" y="57"/>
                      <a:pt x="186" y="53"/>
                    </a:cubicBezTo>
                    <a:cubicBezTo>
                      <a:pt x="184" y="51"/>
                      <a:pt x="181" y="48"/>
                      <a:pt x="178" y="47"/>
                    </a:cubicBezTo>
                    <a:cubicBezTo>
                      <a:pt x="174" y="45"/>
                      <a:pt x="174" y="52"/>
                      <a:pt x="175" y="54"/>
                    </a:cubicBezTo>
                    <a:cubicBezTo>
                      <a:pt x="176" y="62"/>
                      <a:pt x="182" y="79"/>
                      <a:pt x="170" y="82"/>
                    </a:cubicBezTo>
                    <a:cubicBezTo>
                      <a:pt x="166" y="82"/>
                      <a:pt x="167" y="87"/>
                      <a:pt x="168" y="91"/>
                    </a:cubicBezTo>
                    <a:cubicBezTo>
                      <a:pt x="168" y="93"/>
                      <a:pt x="168" y="95"/>
                      <a:pt x="166" y="97"/>
                    </a:cubicBezTo>
                    <a:cubicBezTo>
                      <a:pt x="165" y="99"/>
                      <a:pt x="164" y="99"/>
                      <a:pt x="163" y="100"/>
                    </a:cubicBezTo>
                    <a:cubicBezTo>
                      <a:pt x="161" y="101"/>
                      <a:pt x="160" y="103"/>
                      <a:pt x="159" y="104"/>
                    </a:cubicBezTo>
                    <a:cubicBezTo>
                      <a:pt x="158" y="105"/>
                      <a:pt x="158" y="108"/>
                      <a:pt x="156" y="109"/>
                    </a:cubicBezTo>
                    <a:cubicBezTo>
                      <a:pt x="154" y="110"/>
                      <a:pt x="152" y="105"/>
                      <a:pt x="151" y="104"/>
                    </a:cubicBezTo>
                    <a:cubicBezTo>
                      <a:pt x="149" y="101"/>
                      <a:pt x="145" y="103"/>
                      <a:pt x="143" y="102"/>
                    </a:cubicBezTo>
                    <a:cubicBezTo>
                      <a:pt x="141" y="102"/>
                      <a:pt x="134" y="102"/>
                      <a:pt x="134" y="99"/>
                    </a:cubicBezTo>
                    <a:cubicBezTo>
                      <a:pt x="134" y="96"/>
                      <a:pt x="139" y="95"/>
                      <a:pt x="141" y="94"/>
                    </a:cubicBezTo>
                    <a:cubicBezTo>
                      <a:pt x="144" y="93"/>
                      <a:pt x="146" y="91"/>
                      <a:pt x="145" y="88"/>
                    </a:cubicBezTo>
                    <a:cubicBezTo>
                      <a:pt x="144" y="85"/>
                      <a:pt x="142" y="81"/>
                      <a:pt x="139" y="83"/>
                    </a:cubicBezTo>
                    <a:cubicBezTo>
                      <a:pt x="136" y="86"/>
                      <a:pt x="133" y="88"/>
                      <a:pt x="128" y="87"/>
                    </a:cubicBezTo>
                    <a:cubicBezTo>
                      <a:pt x="127" y="87"/>
                      <a:pt x="125" y="86"/>
                      <a:pt x="125" y="85"/>
                    </a:cubicBezTo>
                    <a:cubicBezTo>
                      <a:pt x="125" y="84"/>
                      <a:pt x="127" y="83"/>
                      <a:pt x="127" y="82"/>
                    </a:cubicBezTo>
                    <a:cubicBezTo>
                      <a:pt x="129" y="80"/>
                      <a:pt x="131" y="76"/>
                      <a:pt x="134" y="76"/>
                    </a:cubicBezTo>
                    <a:cubicBezTo>
                      <a:pt x="137" y="76"/>
                      <a:pt x="141" y="79"/>
                      <a:pt x="143" y="74"/>
                    </a:cubicBezTo>
                    <a:cubicBezTo>
                      <a:pt x="145" y="70"/>
                      <a:pt x="141" y="66"/>
                      <a:pt x="137" y="63"/>
                    </a:cubicBezTo>
                    <a:cubicBezTo>
                      <a:pt x="134" y="61"/>
                      <a:pt x="133" y="58"/>
                      <a:pt x="133" y="53"/>
                    </a:cubicBezTo>
                    <a:cubicBezTo>
                      <a:pt x="133" y="52"/>
                      <a:pt x="133" y="49"/>
                      <a:pt x="135" y="48"/>
                    </a:cubicBezTo>
                    <a:cubicBezTo>
                      <a:pt x="136" y="47"/>
                      <a:pt x="138" y="48"/>
                      <a:pt x="139" y="49"/>
                    </a:cubicBezTo>
                    <a:cubicBezTo>
                      <a:pt x="141" y="50"/>
                      <a:pt x="144" y="52"/>
                      <a:pt x="146" y="53"/>
                    </a:cubicBezTo>
                    <a:cubicBezTo>
                      <a:pt x="146" y="50"/>
                      <a:pt x="146" y="46"/>
                      <a:pt x="148" y="44"/>
                    </a:cubicBezTo>
                    <a:cubicBezTo>
                      <a:pt x="149" y="42"/>
                      <a:pt x="153" y="44"/>
                      <a:pt x="154" y="41"/>
                    </a:cubicBezTo>
                    <a:cubicBezTo>
                      <a:pt x="156" y="38"/>
                      <a:pt x="153" y="35"/>
                      <a:pt x="150" y="35"/>
                    </a:cubicBezTo>
                    <a:cubicBezTo>
                      <a:pt x="148" y="35"/>
                      <a:pt x="145" y="36"/>
                      <a:pt x="143" y="37"/>
                    </a:cubicBezTo>
                    <a:cubicBezTo>
                      <a:pt x="140" y="40"/>
                      <a:pt x="139" y="40"/>
                      <a:pt x="135" y="39"/>
                    </a:cubicBezTo>
                    <a:cubicBezTo>
                      <a:pt x="132" y="38"/>
                      <a:pt x="129" y="38"/>
                      <a:pt x="125" y="37"/>
                    </a:cubicBezTo>
                    <a:cubicBezTo>
                      <a:pt x="123" y="37"/>
                      <a:pt x="120" y="37"/>
                      <a:pt x="118" y="37"/>
                    </a:cubicBezTo>
                    <a:cubicBezTo>
                      <a:pt x="115" y="36"/>
                      <a:pt x="113" y="35"/>
                      <a:pt x="111" y="35"/>
                    </a:cubicBezTo>
                    <a:cubicBezTo>
                      <a:pt x="106" y="34"/>
                      <a:pt x="95" y="36"/>
                      <a:pt x="96" y="28"/>
                    </a:cubicBezTo>
                    <a:cubicBezTo>
                      <a:pt x="92" y="28"/>
                      <a:pt x="90" y="31"/>
                      <a:pt x="87" y="29"/>
                    </a:cubicBezTo>
                    <a:cubicBezTo>
                      <a:pt x="85" y="29"/>
                      <a:pt x="84" y="28"/>
                      <a:pt x="82" y="27"/>
                    </a:cubicBezTo>
                    <a:cubicBezTo>
                      <a:pt x="81" y="25"/>
                      <a:pt x="80" y="24"/>
                      <a:pt x="78" y="24"/>
                    </a:cubicBezTo>
                    <a:cubicBezTo>
                      <a:pt x="75" y="24"/>
                      <a:pt x="73" y="25"/>
                      <a:pt x="75" y="27"/>
                    </a:cubicBezTo>
                    <a:cubicBezTo>
                      <a:pt x="78" y="30"/>
                      <a:pt x="82" y="30"/>
                      <a:pt x="85" y="32"/>
                    </a:cubicBezTo>
                    <a:cubicBezTo>
                      <a:pt x="87" y="33"/>
                      <a:pt x="88" y="35"/>
                      <a:pt x="91" y="36"/>
                    </a:cubicBezTo>
                    <a:cubicBezTo>
                      <a:pt x="93" y="38"/>
                      <a:pt x="96" y="38"/>
                      <a:pt x="98" y="39"/>
                    </a:cubicBezTo>
                    <a:cubicBezTo>
                      <a:pt x="100" y="39"/>
                      <a:pt x="101" y="40"/>
                      <a:pt x="103" y="40"/>
                    </a:cubicBezTo>
                    <a:cubicBezTo>
                      <a:pt x="104" y="40"/>
                      <a:pt x="105" y="39"/>
                      <a:pt x="107" y="39"/>
                    </a:cubicBezTo>
                    <a:cubicBezTo>
                      <a:pt x="107" y="39"/>
                      <a:pt x="108" y="39"/>
                      <a:pt x="108" y="39"/>
                    </a:cubicBezTo>
                    <a:cubicBezTo>
                      <a:pt x="109" y="39"/>
                      <a:pt x="110" y="39"/>
                      <a:pt x="111" y="39"/>
                    </a:cubicBezTo>
                    <a:cubicBezTo>
                      <a:pt x="112" y="39"/>
                      <a:pt x="113" y="39"/>
                      <a:pt x="113" y="41"/>
                    </a:cubicBezTo>
                    <a:cubicBezTo>
                      <a:pt x="114" y="42"/>
                      <a:pt x="115" y="42"/>
                      <a:pt x="115" y="43"/>
                    </a:cubicBezTo>
                    <a:cubicBezTo>
                      <a:pt x="116" y="45"/>
                      <a:pt x="114" y="47"/>
                      <a:pt x="113" y="48"/>
                    </a:cubicBezTo>
                    <a:cubicBezTo>
                      <a:pt x="112" y="50"/>
                      <a:pt x="111" y="51"/>
                      <a:pt x="109" y="53"/>
                    </a:cubicBezTo>
                    <a:cubicBezTo>
                      <a:pt x="106" y="56"/>
                      <a:pt x="102" y="58"/>
                      <a:pt x="99" y="61"/>
                    </a:cubicBezTo>
                    <a:cubicBezTo>
                      <a:pt x="98" y="63"/>
                      <a:pt x="97" y="64"/>
                      <a:pt x="96" y="65"/>
                    </a:cubicBezTo>
                    <a:cubicBezTo>
                      <a:pt x="94" y="65"/>
                      <a:pt x="92" y="65"/>
                      <a:pt x="91" y="66"/>
                    </a:cubicBezTo>
                    <a:cubicBezTo>
                      <a:pt x="86" y="67"/>
                      <a:pt x="89" y="73"/>
                      <a:pt x="87" y="76"/>
                    </a:cubicBezTo>
                    <a:cubicBezTo>
                      <a:pt x="86" y="80"/>
                      <a:pt x="81" y="82"/>
                      <a:pt x="78" y="83"/>
                    </a:cubicBezTo>
                    <a:cubicBezTo>
                      <a:pt x="77" y="83"/>
                      <a:pt x="76" y="83"/>
                      <a:pt x="75" y="83"/>
                    </a:cubicBezTo>
                    <a:cubicBezTo>
                      <a:pt x="74" y="84"/>
                      <a:pt x="73" y="85"/>
                      <a:pt x="72" y="85"/>
                    </a:cubicBezTo>
                    <a:cubicBezTo>
                      <a:pt x="70" y="87"/>
                      <a:pt x="68" y="88"/>
                      <a:pt x="66" y="89"/>
                    </a:cubicBezTo>
                    <a:cubicBezTo>
                      <a:pt x="62" y="89"/>
                      <a:pt x="58" y="87"/>
                      <a:pt x="55" y="85"/>
                    </a:cubicBezTo>
                    <a:cubicBezTo>
                      <a:pt x="52" y="84"/>
                      <a:pt x="50" y="83"/>
                      <a:pt x="46" y="84"/>
                    </a:cubicBezTo>
                    <a:cubicBezTo>
                      <a:pt x="43" y="86"/>
                      <a:pt x="40" y="88"/>
                      <a:pt x="36" y="87"/>
                    </a:cubicBezTo>
                    <a:cubicBezTo>
                      <a:pt x="32" y="87"/>
                      <a:pt x="28" y="85"/>
                      <a:pt x="24" y="84"/>
                    </a:cubicBezTo>
                    <a:cubicBezTo>
                      <a:pt x="20" y="83"/>
                      <a:pt x="16" y="82"/>
                      <a:pt x="12" y="83"/>
                    </a:cubicBezTo>
                    <a:cubicBezTo>
                      <a:pt x="11" y="83"/>
                      <a:pt x="0" y="84"/>
                      <a:pt x="3" y="87"/>
                    </a:cubicBezTo>
                    <a:cubicBezTo>
                      <a:pt x="4" y="89"/>
                      <a:pt x="8" y="89"/>
                      <a:pt x="9" y="89"/>
                    </a:cubicBezTo>
                    <a:cubicBezTo>
                      <a:pt x="12" y="90"/>
                      <a:pt x="15" y="90"/>
                      <a:pt x="18" y="90"/>
                    </a:cubicBezTo>
                    <a:cubicBezTo>
                      <a:pt x="22" y="91"/>
                      <a:pt x="26" y="92"/>
                      <a:pt x="29" y="95"/>
                    </a:cubicBezTo>
                    <a:cubicBezTo>
                      <a:pt x="32" y="97"/>
                      <a:pt x="35" y="101"/>
                      <a:pt x="33" y="104"/>
                    </a:cubicBezTo>
                    <a:cubicBezTo>
                      <a:pt x="30" y="108"/>
                      <a:pt x="25" y="106"/>
                      <a:pt x="21" y="105"/>
                    </a:cubicBezTo>
                    <a:cubicBezTo>
                      <a:pt x="20" y="104"/>
                      <a:pt x="13" y="103"/>
                      <a:pt x="14" y="107"/>
                    </a:cubicBezTo>
                    <a:cubicBezTo>
                      <a:pt x="15" y="111"/>
                      <a:pt x="23" y="112"/>
                      <a:pt x="26" y="113"/>
                    </a:cubicBezTo>
                    <a:cubicBezTo>
                      <a:pt x="31" y="114"/>
                      <a:pt x="38" y="114"/>
                      <a:pt x="42" y="118"/>
                    </a:cubicBezTo>
                    <a:cubicBezTo>
                      <a:pt x="43" y="121"/>
                      <a:pt x="44" y="123"/>
                      <a:pt x="45" y="126"/>
                    </a:cubicBezTo>
                    <a:cubicBezTo>
                      <a:pt x="45" y="128"/>
                      <a:pt x="46" y="131"/>
                      <a:pt x="47" y="133"/>
                    </a:cubicBezTo>
                    <a:cubicBezTo>
                      <a:pt x="47" y="139"/>
                      <a:pt x="42" y="139"/>
                      <a:pt x="38" y="140"/>
                    </a:cubicBezTo>
                    <a:cubicBezTo>
                      <a:pt x="36" y="140"/>
                      <a:pt x="33" y="141"/>
                      <a:pt x="32" y="143"/>
                    </a:cubicBezTo>
                    <a:cubicBezTo>
                      <a:pt x="32" y="144"/>
                      <a:pt x="35" y="146"/>
                      <a:pt x="36" y="147"/>
                    </a:cubicBezTo>
                    <a:cubicBezTo>
                      <a:pt x="41" y="149"/>
                      <a:pt x="44" y="152"/>
                      <a:pt x="44" y="158"/>
                    </a:cubicBezTo>
                    <a:cubicBezTo>
                      <a:pt x="44" y="160"/>
                      <a:pt x="43" y="162"/>
                      <a:pt x="44" y="164"/>
                    </a:cubicBezTo>
                    <a:cubicBezTo>
                      <a:pt x="45" y="165"/>
                      <a:pt x="46" y="166"/>
                      <a:pt x="47" y="168"/>
                    </a:cubicBezTo>
                    <a:cubicBezTo>
                      <a:pt x="50" y="171"/>
                      <a:pt x="50" y="175"/>
                      <a:pt x="48" y="179"/>
                    </a:cubicBezTo>
                    <a:cubicBezTo>
                      <a:pt x="47" y="180"/>
                      <a:pt x="46" y="181"/>
                      <a:pt x="46" y="182"/>
                    </a:cubicBezTo>
                    <a:cubicBezTo>
                      <a:pt x="45" y="182"/>
                      <a:pt x="45" y="183"/>
                      <a:pt x="44" y="184"/>
                    </a:cubicBezTo>
                    <a:cubicBezTo>
                      <a:pt x="42" y="185"/>
                      <a:pt x="39" y="184"/>
                      <a:pt x="38" y="186"/>
                    </a:cubicBezTo>
                    <a:cubicBezTo>
                      <a:pt x="36" y="187"/>
                      <a:pt x="36" y="191"/>
                      <a:pt x="36" y="193"/>
                    </a:cubicBezTo>
                    <a:cubicBezTo>
                      <a:pt x="37" y="196"/>
                      <a:pt x="40" y="197"/>
                      <a:pt x="43" y="198"/>
                    </a:cubicBezTo>
                    <a:cubicBezTo>
                      <a:pt x="46" y="199"/>
                      <a:pt x="48" y="201"/>
                      <a:pt x="51" y="203"/>
                    </a:cubicBezTo>
                    <a:cubicBezTo>
                      <a:pt x="53" y="205"/>
                      <a:pt x="54" y="205"/>
                      <a:pt x="54" y="208"/>
                    </a:cubicBezTo>
                    <a:cubicBezTo>
                      <a:pt x="54" y="209"/>
                      <a:pt x="54" y="211"/>
                      <a:pt x="54" y="212"/>
                    </a:cubicBezTo>
                    <a:cubicBezTo>
                      <a:pt x="54" y="213"/>
                      <a:pt x="53" y="213"/>
                      <a:pt x="53" y="214"/>
                    </a:cubicBezTo>
                    <a:cubicBezTo>
                      <a:pt x="53" y="217"/>
                      <a:pt x="58" y="216"/>
                      <a:pt x="57" y="219"/>
                    </a:cubicBezTo>
                    <a:cubicBezTo>
                      <a:pt x="55" y="221"/>
                      <a:pt x="51" y="221"/>
                      <a:pt x="51" y="224"/>
                    </a:cubicBezTo>
                    <a:cubicBezTo>
                      <a:pt x="50" y="226"/>
                      <a:pt x="55" y="229"/>
                      <a:pt x="56" y="230"/>
                    </a:cubicBezTo>
                    <a:cubicBezTo>
                      <a:pt x="57" y="231"/>
                      <a:pt x="58" y="231"/>
                      <a:pt x="60" y="231"/>
                    </a:cubicBezTo>
                    <a:cubicBezTo>
                      <a:pt x="61" y="232"/>
                      <a:pt x="62" y="232"/>
                      <a:pt x="62" y="233"/>
                    </a:cubicBezTo>
                    <a:cubicBezTo>
                      <a:pt x="63" y="231"/>
                      <a:pt x="64" y="229"/>
                      <a:pt x="66" y="227"/>
                    </a:cubicBezTo>
                    <a:cubicBezTo>
                      <a:pt x="68" y="224"/>
                      <a:pt x="72" y="225"/>
                      <a:pt x="76" y="225"/>
                    </a:cubicBezTo>
                    <a:cubicBezTo>
                      <a:pt x="80" y="226"/>
                      <a:pt x="85" y="227"/>
                      <a:pt x="90" y="228"/>
                    </a:cubicBezTo>
                    <a:cubicBezTo>
                      <a:pt x="95" y="230"/>
                      <a:pt x="100" y="234"/>
                      <a:pt x="105" y="236"/>
                    </a:cubicBezTo>
                    <a:cubicBezTo>
                      <a:pt x="108" y="237"/>
                      <a:pt x="112" y="237"/>
                      <a:pt x="114" y="240"/>
                    </a:cubicBezTo>
                    <a:cubicBezTo>
                      <a:pt x="115" y="241"/>
                      <a:pt x="116" y="245"/>
                      <a:pt x="117" y="242"/>
                    </a:cubicBezTo>
                    <a:cubicBezTo>
                      <a:pt x="118" y="238"/>
                      <a:pt x="118" y="234"/>
                      <a:pt x="120" y="231"/>
                    </a:cubicBezTo>
                    <a:cubicBezTo>
                      <a:pt x="122" y="228"/>
                      <a:pt x="126" y="230"/>
                      <a:pt x="128" y="231"/>
                    </a:cubicBezTo>
                    <a:cubicBezTo>
                      <a:pt x="132" y="233"/>
                      <a:pt x="133" y="237"/>
                      <a:pt x="130" y="241"/>
                    </a:cubicBezTo>
                    <a:cubicBezTo>
                      <a:pt x="129" y="243"/>
                      <a:pt x="125" y="246"/>
                      <a:pt x="130" y="248"/>
                    </a:cubicBezTo>
                    <a:cubicBezTo>
                      <a:pt x="133" y="248"/>
                      <a:pt x="138" y="247"/>
                      <a:pt x="140" y="249"/>
                    </a:cubicBezTo>
                    <a:cubicBezTo>
                      <a:pt x="143" y="251"/>
                      <a:pt x="140" y="256"/>
                      <a:pt x="138" y="258"/>
                    </a:cubicBezTo>
                    <a:cubicBezTo>
                      <a:pt x="136" y="261"/>
                      <a:pt x="133" y="259"/>
                      <a:pt x="130" y="259"/>
                    </a:cubicBezTo>
                    <a:cubicBezTo>
                      <a:pt x="128" y="259"/>
                      <a:pt x="124" y="262"/>
                      <a:pt x="127" y="264"/>
                    </a:cubicBezTo>
                    <a:cubicBezTo>
                      <a:pt x="130" y="266"/>
                      <a:pt x="137" y="264"/>
                      <a:pt x="139" y="268"/>
                    </a:cubicBezTo>
                    <a:cubicBezTo>
                      <a:pt x="140" y="270"/>
                      <a:pt x="139" y="274"/>
                      <a:pt x="136" y="275"/>
                    </a:cubicBezTo>
                    <a:cubicBezTo>
                      <a:pt x="133" y="275"/>
                      <a:pt x="128" y="272"/>
                      <a:pt x="125" y="271"/>
                    </a:cubicBezTo>
                    <a:cubicBezTo>
                      <a:pt x="122" y="269"/>
                      <a:pt x="120" y="266"/>
                      <a:pt x="116" y="265"/>
                    </a:cubicBezTo>
                    <a:cubicBezTo>
                      <a:pt x="115" y="265"/>
                      <a:pt x="114" y="266"/>
                      <a:pt x="115" y="267"/>
                    </a:cubicBezTo>
                    <a:cubicBezTo>
                      <a:pt x="116" y="269"/>
                      <a:pt x="118" y="271"/>
                      <a:pt x="120" y="272"/>
                    </a:cubicBezTo>
                    <a:cubicBezTo>
                      <a:pt x="122" y="274"/>
                      <a:pt x="124" y="275"/>
                      <a:pt x="126" y="276"/>
                    </a:cubicBezTo>
                    <a:cubicBezTo>
                      <a:pt x="127" y="276"/>
                      <a:pt x="129" y="276"/>
                      <a:pt x="130" y="277"/>
                    </a:cubicBezTo>
                    <a:cubicBezTo>
                      <a:pt x="131" y="277"/>
                      <a:pt x="131" y="278"/>
                      <a:pt x="132" y="278"/>
                    </a:cubicBezTo>
                    <a:cubicBezTo>
                      <a:pt x="133" y="279"/>
                      <a:pt x="134" y="279"/>
                      <a:pt x="135" y="279"/>
                    </a:cubicBezTo>
                    <a:cubicBezTo>
                      <a:pt x="137" y="280"/>
                      <a:pt x="140" y="281"/>
                      <a:pt x="142" y="282"/>
                    </a:cubicBezTo>
                    <a:cubicBezTo>
                      <a:pt x="143" y="283"/>
                      <a:pt x="145" y="283"/>
                      <a:pt x="146" y="285"/>
                    </a:cubicBezTo>
                    <a:cubicBezTo>
                      <a:pt x="146" y="286"/>
                      <a:pt x="145" y="287"/>
                      <a:pt x="145" y="288"/>
                    </a:cubicBezTo>
                    <a:cubicBezTo>
                      <a:pt x="147" y="291"/>
                      <a:pt x="153" y="290"/>
                      <a:pt x="156" y="290"/>
                    </a:cubicBezTo>
                    <a:cubicBezTo>
                      <a:pt x="160" y="289"/>
                      <a:pt x="162" y="294"/>
                      <a:pt x="164" y="297"/>
                    </a:cubicBezTo>
                    <a:cubicBezTo>
                      <a:pt x="167" y="299"/>
                      <a:pt x="171" y="300"/>
                      <a:pt x="174" y="298"/>
                    </a:cubicBezTo>
                    <a:cubicBezTo>
                      <a:pt x="176" y="297"/>
                      <a:pt x="177" y="294"/>
                      <a:pt x="180" y="293"/>
                    </a:cubicBezTo>
                    <a:cubicBezTo>
                      <a:pt x="183" y="293"/>
                      <a:pt x="185" y="293"/>
                      <a:pt x="187" y="289"/>
                    </a:cubicBezTo>
                    <a:cubicBezTo>
                      <a:pt x="188" y="286"/>
                      <a:pt x="190" y="281"/>
                      <a:pt x="187" y="278"/>
                    </a:cubicBezTo>
                    <a:cubicBezTo>
                      <a:pt x="185" y="276"/>
                      <a:pt x="183" y="273"/>
                      <a:pt x="185" y="271"/>
                    </a:cubicBezTo>
                    <a:cubicBezTo>
                      <a:pt x="186" y="269"/>
                      <a:pt x="188" y="268"/>
                      <a:pt x="189" y="268"/>
                    </a:cubicBezTo>
                    <a:cubicBezTo>
                      <a:pt x="191" y="269"/>
                      <a:pt x="192" y="270"/>
                      <a:pt x="192" y="271"/>
                    </a:cubicBezTo>
                    <a:cubicBezTo>
                      <a:pt x="194" y="275"/>
                      <a:pt x="196" y="269"/>
                      <a:pt x="196" y="267"/>
                    </a:cubicBezTo>
                    <a:cubicBezTo>
                      <a:pt x="196" y="264"/>
                      <a:pt x="195" y="259"/>
                      <a:pt x="191" y="259"/>
                    </a:cubicBezTo>
                    <a:cubicBezTo>
                      <a:pt x="190" y="258"/>
                      <a:pt x="189" y="259"/>
                      <a:pt x="187" y="259"/>
                    </a:cubicBezTo>
                    <a:cubicBezTo>
                      <a:pt x="186" y="259"/>
                      <a:pt x="184" y="258"/>
                      <a:pt x="183" y="258"/>
                    </a:cubicBezTo>
                    <a:cubicBezTo>
                      <a:pt x="180" y="258"/>
                      <a:pt x="178" y="259"/>
                      <a:pt x="175" y="259"/>
                    </a:cubicBezTo>
                    <a:cubicBezTo>
                      <a:pt x="171" y="259"/>
                      <a:pt x="170" y="254"/>
                      <a:pt x="171" y="251"/>
                    </a:cubicBezTo>
                    <a:cubicBezTo>
                      <a:pt x="172" y="247"/>
                      <a:pt x="180" y="244"/>
                      <a:pt x="183" y="246"/>
                    </a:cubicBezTo>
                    <a:cubicBezTo>
                      <a:pt x="185" y="248"/>
                      <a:pt x="186" y="255"/>
                      <a:pt x="190" y="251"/>
                    </a:cubicBezTo>
                    <a:cubicBezTo>
                      <a:pt x="192" y="250"/>
                      <a:pt x="193" y="248"/>
                      <a:pt x="194" y="247"/>
                    </a:cubicBezTo>
                    <a:cubicBezTo>
                      <a:pt x="195" y="245"/>
                      <a:pt x="196" y="245"/>
                      <a:pt x="197" y="244"/>
                    </a:cubicBezTo>
                    <a:cubicBezTo>
                      <a:pt x="201" y="241"/>
                      <a:pt x="204" y="237"/>
                      <a:pt x="208" y="235"/>
                    </a:cubicBezTo>
                    <a:cubicBezTo>
                      <a:pt x="210" y="235"/>
                      <a:pt x="211" y="234"/>
                      <a:pt x="213" y="234"/>
                    </a:cubicBezTo>
                    <a:cubicBezTo>
                      <a:pt x="215" y="234"/>
                      <a:pt x="216" y="234"/>
                      <a:pt x="218" y="235"/>
                    </a:cubicBezTo>
                    <a:cubicBezTo>
                      <a:pt x="219" y="235"/>
                      <a:pt x="221" y="234"/>
                      <a:pt x="223" y="234"/>
                    </a:cubicBezTo>
                    <a:cubicBezTo>
                      <a:pt x="224" y="234"/>
                      <a:pt x="225" y="235"/>
                      <a:pt x="226" y="234"/>
                    </a:cubicBezTo>
                    <a:cubicBezTo>
                      <a:pt x="230" y="234"/>
                      <a:pt x="233" y="232"/>
                      <a:pt x="236" y="232"/>
                    </a:cubicBezTo>
                    <a:cubicBezTo>
                      <a:pt x="241" y="231"/>
                      <a:pt x="246" y="228"/>
                      <a:pt x="247" y="224"/>
                    </a:cubicBezTo>
                    <a:cubicBezTo>
                      <a:pt x="248" y="222"/>
                      <a:pt x="247" y="220"/>
                      <a:pt x="247" y="219"/>
                    </a:cubicBezTo>
                    <a:cubicBezTo>
                      <a:pt x="247" y="216"/>
                      <a:pt x="248" y="213"/>
                      <a:pt x="248" y="211"/>
                    </a:cubicBezTo>
                    <a:cubicBezTo>
                      <a:pt x="248" y="208"/>
                      <a:pt x="248" y="205"/>
                      <a:pt x="246" y="202"/>
                    </a:cubicBezTo>
                    <a:cubicBezTo>
                      <a:pt x="244" y="198"/>
                      <a:pt x="241" y="195"/>
                      <a:pt x="237" y="193"/>
                    </a:cubicBezTo>
                    <a:cubicBezTo>
                      <a:pt x="234" y="192"/>
                      <a:pt x="232" y="190"/>
                      <a:pt x="229" y="189"/>
                    </a:cubicBezTo>
                    <a:cubicBezTo>
                      <a:pt x="228" y="188"/>
                      <a:pt x="226" y="188"/>
                      <a:pt x="224" y="187"/>
                    </a:cubicBezTo>
                    <a:cubicBezTo>
                      <a:pt x="223" y="187"/>
                      <a:pt x="221" y="187"/>
                      <a:pt x="220" y="187"/>
                    </a:cubicBezTo>
                    <a:cubicBezTo>
                      <a:pt x="218" y="186"/>
                      <a:pt x="216" y="185"/>
                      <a:pt x="214" y="184"/>
                    </a:cubicBezTo>
                    <a:cubicBezTo>
                      <a:pt x="212" y="183"/>
                      <a:pt x="210" y="182"/>
                      <a:pt x="210" y="179"/>
                    </a:cubicBezTo>
                    <a:cubicBezTo>
                      <a:pt x="210" y="175"/>
                      <a:pt x="211" y="170"/>
                      <a:pt x="214" y="167"/>
                    </a:cubicBezTo>
                    <a:cubicBezTo>
                      <a:pt x="215" y="166"/>
                      <a:pt x="215" y="165"/>
                      <a:pt x="216" y="164"/>
                    </a:cubicBezTo>
                    <a:cubicBezTo>
                      <a:pt x="217" y="163"/>
                      <a:pt x="217" y="162"/>
                      <a:pt x="219" y="160"/>
                    </a:cubicBezTo>
                    <a:cubicBezTo>
                      <a:pt x="219" y="159"/>
                      <a:pt x="220" y="158"/>
                      <a:pt x="221" y="157"/>
                    </a:cubicBezTo>
                    <a:cubicBezTo>
                      <a:pt x="222" y="156"/>
                      <a:pt x="224" y="155"/>
                      <a:pt x="225" y="155"/>
                    </a:cubicBezTo>
                    <a:cubicBezTo>
                      <a:pt x="227" y="153"/>
                      <a:pt x="229" y="151"/>
                      <a:pt x="231" y="150"/>
                    </a:cubicBezTo>
                    <a:cubicBezTo>
                      <a:pt x="233" y="149"/>
                      <a:pt x="235" y="148"/>
                      <a:pt x="236" y="147"/>
                    </a:cubicBezTo>
                    <a:cubicBezTo>
                      <a:pt x="237" y="147"/>
                      <a:pt x="238" y="146"/>
                      <a:pt x="239" y="145"/>
                    </a:cubicBezTo>
                    <a:cubicBezTo>
                      <a:pt x="240" y="144"/>
                      <a:pt x="242" y="143"/>
                      <a:pt x="243" y="142"/>
                    </a:cubicBezTo>
                    <a:cubicBezTo>
                      <a:pt x="244" y="140"/>
                      <a:pt x="245" y="139"/>
                      <a:pt x="246" y="139"/>
                    </a:cubicBezTo>
                    <a:cubicBezTo>
                      <a:pt x="249" y="136"/>
                      <a:pt x="252" y="135"/>
                      <a:pt x="255" y="13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20" name="Freeform 1920">
                <a:extLst>
                  <a:ext uri="{FF2B5EF4-FFF2-40B4-BE49-F238E27FC236}">
                    <a16:creationId xmlns:a16="http://schemas.microsoft.com/office/drawing/2014/main" id="{707F2947-8E69-4EB1-9A77-D9E15A113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083"/>
                <a:ext cx="4" cy="5"/>
              </a:xfrm>
              <a:custGeom>
                <a:avLst/>
                <a:gdLst>
                  <a:gd name="T0" fmla="*/ 1 w 11"/>
                  <a:gd name="T1" fmla="*/ 9 h 13"/>
                  <a:gd name="T2" fmla="*/ 4 w 11"/>
                  <a:gd name="T3" fmla="*/ 2 h 13"/>
                  <a:gd name="T4" fmla="*/ 10 w 11"/>
                  <a:gd name="T5" fmla="*/ 9 h 13"/>
                  <a:gd name="T6" fmla="*/ 6 w 11"/>
                  <a:gd name="T7" fmla="*/ 11 h 13"/>
                  <a:gd name="T8" fmla="*/ 1 w 11"/>
                  <a:gd name="T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" y="9"/>
                    </a:moveTo>
                    <a:cubicBezTo>
                      <a:pt x="0" y="7"/>
                      <a:pt x="2" y="3"/>
                      <a:pt x="4" y="2"/>
                    </a:cubicBezTo>
                    <a:cubicBezTo>
                      <a:pt x="8" y="0"/>
                      <a:pt x="11" y="6"/>
                      <a:pt x="10" y="9"/>
                    </a:cubicBezTo>
                    <a:cubicBezTo>
                      <a:pt x="10" y="10"/>
                      <a:pt x="8" y="11"/>
                      <a:pt x="6" y="11"/>
                    </a:cubicBezTo>
                    <a:cubicBezTo>
                      <a:pt x="4" y="12"/>
                      <a:pt x="1" y="13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21" name="Freeform 1921">
                <a:extLst>
                  <a:ext uri="{FF2B5EF4-FFF2-40B4-BE49-F238E27FC236}">
                    <a16:creationId xmlns:a16="http://schemas.microsoft.com/office/drawing/2014/main" id="{6170E57D-2C32-4F54-9642-8F2F8EDCD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067"/>
                <a:ext cx="11" cy="8"/>
              </a:xfrm>
              <a:custGeom>
                <a:avLst/>
                <a:gdLst>
                  <a:gd name="T0" fmla="*/ 6 w 26"/>
                  <a:gd name="T1" fmla="*/ 1 h 19"/>
                  <a:gd name="T2" fmla="*/ 1 w 26"/>
                  <a:gd name="T3" fmla="*/ 0 h 19"/>
                  <a:gd name="T4" fmla="*/ 11 w 26"/>
                  <a:gd name="T5" fmla="*/ 10 h 19"/>
                  <a:gd name="T6" fmla="*/ 17 w 26"/>
                  <a:gd name="T7" fmla="*/ 16 h 19"/>
                  <a:gd name="T8" fmla="*/ 24 w 26"/>
                  <a:gd name="T9" fmla="*/ 19 h 19"/>
                  <a:gd name="T10" fmla="*/ 26 w 26"/>
                  <a:gd name="T11" fmla="*/ 15 h 19"/>
                  <a:gd name="T12" fmla="*/ 21 w 26"/>
                  <a:gd name="T13" fmla="*/ 11 h 19"/>
                  <a:gd name="T14" fmla="*/ 17 w 26"/>
                  <a:gd name="T15" fmla="*/ 10 h 19"/>
                  <a:gd name="T16" fmla="*/ 12 w 26"/>
                  <a:gd name="T17" fmla="*/ 6 h 19"/>
                  <a:gd name="T18" fmla="*/ 6 w 26"/>
                  <a:gd name="T1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9">
                    <a:moveTo>
                      <a:pt x="6" y="1"/>
                    </a:moveTo>
                    <a:cubicBezTo>
                      <a:pt x="4" y="0"/>
                      <a:pt x="3" y="0"/>
                      <a:pt x="1" y="0"/>
                    </a:cubicBezTo>
                    <a:cubicBezTo>
                      <a:pt x="0" y="4"/>
                      <a:pt x="8" y="8"/>
                      <a:pt x="11" y="10"/>
                    </a:cubicBezTo>
                    <a:cubicBezTo>
                      <a:pt x="13" y="12"/>
                      <a:pt x="15" y="14"/>
                      <a:pt x="17" y="16"/>
                    </a:cubicBezTo>
                    <a:cubicBezTo>
                      <a:pt x="19" y="18"/>
                      <a:pt x="21" y="19"/>
                      <a:pt x="24" y="19"/>
                    </a:cubicBezTo>
                    <a:cubicBezTo>
                      <a:pt x="26" y="18"/>
                      <a:pt x="26" y="17"/>
                      <a:pt x="26" y="15"/>
                    </a:cubicBezTo>
                    <a:cubicBezTo>
                      <a:pt x="25" y="13"/>
                      <a:pt x="23" y="12"/>
                      <a:pt x="21" y="11"/>
                    </a:cubicBezTo>
                    <a:cubicBezTo>
                      <a:pt x="20" y="10"/>
                      <a:pt x="18" y="10"/>
                      <a:pt x="17" y="10"/>
                    </a:cubicBezTo>
                    <a:cubicBezTo>
                      <a:pt x="15" y="9"/>
                      <a:pt x="13" y="7"/>
                      <a:pt x="12" y="6"/>
                    </a:cubicBezTo>
                    <a:cubicBezTo>
                      <a:pt x="10" y="4"/>
                      <a:pt x="8" y="2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22" name="Freeform 1922">
                <a:extLst>
                  <a:ext uri="{FF2B5EF4-FFF2-40B4-BE49-F238E27FC236}">
                    <a16:creationId xmlns:a16="http://schemas.microsoft.com/office/drawing/2014/main" id="{623E5247-8864-463D-A3B2-8F943F4D4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178"/>
                <a:ext cx="3" cy="2"/>
              </a:xfrm>
              <a:custGeom>
                <a:avLst/>
                <a:gdLst>
                  <a:gd name="T0" fmla="*/ 3 w 8"/>
                  <a:gd name="T1" fmla="*/ 0 h 6"/>
                  <a:gd name="T2" fmla="*/ 5 w 8"/>
                  <a:gd name="T3" fmla="*/ 0 h 6"/>
                  <a:gd name="T4" fmla="*/ 7 w 8"/>
                  <a:gd name="T5" fmla="*/ 1 h 6"/>
                  <a:gd name="T6" fmla="*/ 3 w 8"/>
                  <a:gd name="T7" fmla="*/ 5 h 6"/>
                  <a:gd name="T8" fmla="*/ 3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6" y="1"/>
                      <a:pt x="7" y="1"/>
                    </a:cubicBezTo>
                    <a:cubicBezTo>
                      <a:pt x="8" y="4"/>
                      <a:pt x="6" y="6"/>
                      <a:pt x="3" y="5"/>
                    </a:cubicBezTo>
                    <a:cubicBezTo>
                      <a:pt x="1" y="4"/>
                      <a:pt x="0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23" name="Freeform 1923">
                <a:extLst>
                  <a:ext uri="{FF2B5EF4-FFF2-40B4-BE49-F238E27FC236}">
                    <a16:creationId xmlns:a16="http://schemas.microsoft.com/office/drawing/2014/main" id="{E22A950A-5D24-40B4-9DA5-B82DC6449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165"/>
                <a:ext cx="30" cy="19"/>
              </a:xfrm>
              <a:custGeom>
                <a:avLst/>
                <a:gdLst>
                  <a:gd name="T0" fmla="*/ 1 w 73"/>
                  <a:gd name="T1" fmla="*/ 38 h 46"/>
                  <a:gd name="T2" fmla="*/ 1 w 73"/>
                  <a:gd name="T3" fmla="*/ 32 h 46"/>
                  <a:gd name="T4" fmla="*/ 1 w 73"/>
                  <a:gd name="T5" fmla="*/ 27 h 46"/>
                  <a:gd name="T6" fmla="*/ 9 w 73"/>
                  <a:gd name="T7" fmla="*/ 25 h 46"/>
                  <a:gd name="T8" fmla="*/ 13 w 73"/>
                  <a:gd name="T9" fmla="*/ 17 h 46"/>
                  <a:gd name="T10" fmla="*/ 19 w 73"/>
                  <a:gd name="T11" fmla="*/ 20 h 46"/>
                  <a:gd name="T12" fmla="*/ 24 w 73"/>
                  <a:gd name="T13" fmla="*/ 18 h 46"/>
                  <a:gd name="T14" fmla="*/ 27 w 73"/>
                  <a:gd name="T15" fmla="*/ 21 h 46"/>
                  <a:gd name="T16" fmla="*/ 32 w 73"/>
                  <a:gd name="T17" fmla="*/ 17 h 46"/>
                  <a:gd name="T18" fmla="*/ 33 w 73"/>
                  <a:gd name="T19" fmla="*/ 10 h 46"/>
                  <a:gd name="T20" fmla="*/ 27 w 73"/>
                  <a:gd name="T21" fmla="*/ 5 h 46"/>
                  <a:gd name="T22" fmla="*/ 25 w 73"/>
                  <a:gd name="T23" fmla="*/ 1 h 46"/>
                  <a:gd name="T24" fmla="*/ 28 w 73"/>
                  <a:gd name="T25" fmla="*/ 2 h 46"/>
                  <a:gd name="T26" fmla="*/ 40 w 73"/>
                  <a:gd name="T27" fmla="*/ 10 h 46"/>
                  <a:gd name="T28" fmla="*/ 51 w 73"/>
                  <a:gd name="T29" fmla="*/ 10 h 46"/>
                  <a:gd name="T30" fmla="*/ 67 w 73"/>
                  <a:gd name="T31" fmla="*/ 11 h 46"/>
                  <a:gd name="T32" fmla="*/ 71 w 73"/>
                  <a:gd name="T33" fmla="*/ 18 h 46"/>
                  <a:gd name="T34" fmla="*/ 65 w 73"/>
                  <a:gd name="T35" fmla="*/ 31 h 46"/>
                  <a:gd name="T36" fmla="*/ 52 w 73"/>
                  <a:gd name="T37" fmla="*/ 26 h 46"/>
                  <a:gd name="T38" fmla="*/ 45 w 73"/>
                  <a:gd name="T39" fmla="*/ 24 h 46"/>
                  <a:gd name="T40" fmla="*/ 40 w 73"/>
                  <a:gd name="T41" fmla="*/ 22 h 46"/>
                  <a:gd name="T42" fmla="*/ 30 w 73"/>
                  <a:gd name="T43" fmla="*/ 26 h 46"/>
                  <a:gd name="T44" fmla="*/ 27 w 73"/>
                  <a:gd name="T45" fmla="*/ 34 h 46"/>
                  <a:gd name="T46" fmla="*/ 20 w 73"/>
                  <a:gd name="T47" fmla="*/ 41 h 46"/>
                  <a:gd name="T48" fmla="*/ 7 w 73"/>
                  <a:gd name="T49" fmla="*/ 42 h 46"/>
                  <a:gd name="T50" fmla="*/ 1 w 73"/>
                  <a:gd name="T51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3" h="46">
                    <a:moveTo>
                      <a:pt x="1" y="38"/>
                    </a:moveTo>
                    <a:cubicBezTo>
                      <a:pt x="0" y="36"/>
                      <a:pt x="1" y="34"/>
                      <a:pt x="1" y="32"/>
                    </a:cubicBezTo>
                    <a:cubicBezTo>
                      <a:pt x="1" y="31"/>
                      <a:pt x="1" y="29"/>
                      <a:pt x="1" y="27"/>
                    </a:cubicBezTo>
                    <a:cubicBezTo>
                      <a:pt x="2" y="23"/>
                      <a:pt x="7" y="26"/>
                      <a:pt x="9" y="25"/>
                    </a:cubicBezTo>
                    <a:cubicBezTo>
                      <a:pt x="13" y="25"/>
                      <a:pt x="11" y="19"/>
                      <a:pt x="13" y="17"/>
                    </a:cubicBezTo>
                    <a:cubicBezTo>
                      <a:pt x="15" y="13"/>
                      <a:pt x="17" y="20"/>
                      <a:pt x="19" y="20"/>
                    </a:cubicBezTo>
                    <a:cubicBezTo>
                      <a:pt x="21" y="20"/>
                      <a:pt x="22" y="16"/>
                      <a:pt x="24" y="18"/>
                    </a:cubicBezTo>
                    <a:cubicBezTo>
                      <a:pt x="25" y="19"/>
                      <a:pt x="26" y="21"/>
                      <a:pt x="27" y="21"/>
                    </a:cubicBezTo>
                    <a:cubicBezTo>
                      <a:pt x="29" y="21"/>
                      <a:pt x="31" y="19"/>
                      <a:pt x="32" y="17"/>
                    </a:cubicBezTo>
                    <a:cubicBezTo>
                      <a:pt x="34" y="15"/>
                      <a:pt x="34" y="12"/>
                      <a:pt x="33" y="10"/>
                    </a:cubicBezTo>
                    <a:cubicBezTo>
                      <a:pt x="32" y="8"/>
                      <a:pt x="29" y="7"/>
                      <a:pt x="27" y="5"/>
                    </a:cubicBezTo>
                    <a:cubicBezTo>
                      <a:pt x="26" y="4"/>
                      <a:pt x="24" y="3"/>
                      <a:pt x="25" y="1"/>
                    </a:cubicBezTo>
                    <a:cubicBezTo>
                      <a:pt x="25" y="0"/>
                      <a:pt x="27" y="1"/>
                      <a:pt x="28" y="2"/>
                    </a:cubicBezTo>
                    <a:cubicBezTo>
                      <a:pt x="33" y="4"/>
                      <a:pt x="36" y="8"/>
                      <a:pt x="40" y="10"/>
                    </a:cubicBezTo>
                    <a:cubicBezTo>
                      <a:pt x="44" y="12"/>
                      <a:pt x="47" y="11"/>
                      <a:pt x="51" y="10"/>
                    </a:cubicBezTo>
                    <a:cubicBezTo>
                      <a:pt x="56" y="8"/>
                      <a:pt x="62" y="8"/>
                      <a:pt x="67" y="11"/>
                    </a:cubicBezTo>
                    <a:cubicBezTo>
                      <a:pt x="70" y="12"/>
                      <a:pt x="70" y="15"/>
                      <a:pt x="71" y="18"/>
                    </a:cubicBezTo>
                    <a:cubicBezTo>
                      <a:pt x="72" y="22"/>
                      <a:pt x="73" y="33"/>
                      <a:pt x="65" y="31"/>
                    </a:cubicBezTo>
                    <a:cubicBezTo>
                      <a:pt x="61" y="30"/>
                      <a:pt x="56" y="28"/>
                      <a:pt x="52" y="26"/>
                    </a:cubicBezTo>
                    <a:cubicBezTo>
                      <a:pt x="49" y="26"/>
                      <a:pt x="47" y="25"/>
                      <a:pt x="45" y="24"/>
                    </a:cubicBezTo>
                    <a:cubicBezTo>
                      <a:pt x="43" y="23"/>
                      <a:pt x="41" y="22"/>
                      <a:pt x="40" y="22"/>
                    </a:cubicBezTo>
                    <a:cubicBezTo>
                      <a:pt x="36" y="21"/>
                      <a:pt x="33" y="24"/>
                      <a:pt x="30" y="26"/>
                    </a:cubicBezTo>
                    <a:cubicBezTo>
                      <a:pt x="29" y="28"/>
                      <a:pt x="28" y="31"/>
                      <a:pt x="27" y="34"/>
                    </a:cubicBezTo>
                    <a:cubicBezTo>
                      <a:pt x="25" y="36"/>
                      <a:pt x="22" y="39"/>
                      <a:pt x="20" y="41"/>
                    </a:cubicBezTo>
                    <a:cubicBezTo>
                      <a:pt x="17" y="46"/>
                      <a:pt x="12" y="44"/>
                      <a:pt x="7" y="42"/>
                    </a:cubicBezTo>
                    <a:cubicBezTo>
                      <a:pt x="5" y="41"/>
                      <a:pt x="1" y="40"/>
                      <a:pt x="1" y="3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24" name="Freeform 1924">
                <a:extLst>
                  <a:ext uri="{FF2B5EF4-FFF2-40B4-BE49-F238E27FC236}">
                    <a16:creationId xmlns:a16="http://schemas.microsoft.com/office/drawing/2014/main" id="{E1EFDFDA-1A4D-4AE5-860E-5F38AE937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172"/>
                <a:ext cx="28" cy="44"/>
              </a:xfrm>
              <a:custGeom>
                <a:avLst/>
                <a:gdLst>
                  <a:gd name="T0" fmla="*/ 21 w 68"/>
                  <a:gd name="T1" fmla="*/ 47 h 106"/>
                  <a:gd name="T2" fmla="*/ 17 w 68"/>
                  <a:gd name="T3" fmla="*/ 45 h 106"/>
                  <a:gd name="T4" fmla="*/ 16 w 68"/>
                  <a:gd name="T5" fmla="*/ 31 h 106"/>
                  <a:gd name="T6" fmla="*/ 9 w 68"/>
                  <a:gd name="T7" fmla="*/ 29 h 106"/>
                  <a:gd name="T8" fmla="*/ 7 w 68"/>
                  <a:gd name="T9" fmla="*/ 24 h 106"/>
                  <a:gd name="T10" fmla="*/ 4 w 68"/>
                  <a:gd name="T11" fmla="*/ 20 h 106"/>
                  <a:gd name="T12" fmla="*/ 6 w 68"/>
                  <a:gd name="T13" fmla="*/ 12 h 106"/>
                  <a:gd name="T14" fmla="*/ 6 w 68"/>
                  <a:gd name="T15" fmla="*/ 8 h 106"/>
                  <a:gd name="T16" fmla="*/ 1 w 68"/>
                  <a:gd name="T17" fmla="*/ 6 h 106"/>
                  <a:gd name="T18" fmla="*/ 2 w 68"/>
                  <a:gd name="T19" fmla="*/ 1 h 106"/>
                  <a:gd name="T20" fmla="*/ 9 w 68"/>
                  <a:gd name="T21" fmla="*/ 3 h 106"/>
                  <a:gd name="T22" fmla="*/ 15 w 68"/>
                  <a:gd name="T23" fmla="*/ 4 h 106"/>
                  <a:gd name="T24" fmla="*/ 21 w 68"/>
                  <a:gd name="T25" fmla="*/ 1 h 106"/>
                  <a:gd name="T26" fmla="*/ 28 w 68"/>
                  <a:gd name="T27" fmla="*/ 11 h 106"/>
                  <a:gd name="T28" fmla="*/ 40 w 68"/>
                  <a:gd name="T29" fmla="*/ 12 h 106"/>
                  <a:gd name="T30" fmla="*/ 47 w 68"/>
                  <a:gd name="T31" fmla="*/ 21 h 106"/>
                  <a:gd name="T32" fmla="*/ 58 w 68"/>
                  <a:gd name="T33" fmla="*/ 26 h 106"/>
                  <a:gd name="T34" fmla="*/ 67 w 68"/>
                  <a:gd name="T35" fmla="*/ 34 h 106"/>
                  <a:gd name="T36" fmla="*/ 64 w 68"/>
                  <a:gd name="T37" fmla="*/ 44 h 106"/>
                  <a:gd name="T38" fmla="*/ 53 w 68"/>
                  <a:gd name="T39" fmla="*/ 52 h 106"/>
                  <a:gd name="T40" fmla="*/ 46 w 68"/>
                  <a:gd name="T41" fmla="*/ 59 h 106"/>
                  <a:gd name="T42" fmla="*/ 43 w 68"/>
                  <a:gd name="T43" fmla="*/ 63 h 106"/>
                  <a:gd name="T44" fmla="*/ 40 w 68"/>
                  <a:gd name="T45" fmla="*/ 67 h 106"/>
                  <a:gd name="T46" fmla="*/ 39 w 68"/>
                  <a:gd name="T47" fmla="*/ 83 h 106"/>
                  <a:gd name="T48" fmla="*/ 36 w 68"/>
                  <a:gd name="T49" fmla="*/ 89 h 106"/>
                  <a:gd name="T50" fmla="*/ 37 w 68"/>
                  <a:gd name="T51" fmla="*/ 98 h 106"/>
                  <a:gd name="T52" fmla="*/ 31 w 68"/>
                  <a:gd name="T53" fmla="*/ 105 h 106"/>
                  <a:gd name="T54" fmla="*/ 26 w 68"/>
                  <a:gd name="T55" fmla="*/ 100 h 106"/>
                  <a:gd name="T56" fmla="*/ 27 w 68"/>
                  <a:gd name="T57" fmla="*/ 96 h 106"/>
                  <a:gd name="T58" fmla="*/ 26 w 68"/>
                  <a:gd name="T59" fmla="*/ 91 h 106"/>
                  <a:gd name="T60" fmla="*/ 24 w 68"/>
                  <a:gd name="T61" fmla="*/ 85 h 106"/>
                  <a:gd name="T62" fmla="*/ 22 w 68"/>
                  <a:gd name="T63" fmla="*/ 75 h 106"/>
                  <a:gd name="T64" fmla="*/ 25 w 68"/>
                  <a:gd name="T65" fmla="*/ 69 h 106"/>
                  <a:gd name="T66" fmla="*/ 23 w 68"/>
                  <a:gd name="T67" fmla="*/ 61 h 106"/>
                  <a:gd name="T68" fmla="*/ 21 w 68"/>
                  <a:gd name="T69" fmla="*/ 47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8" h="106">
                    <a:moveTo>
                      <a:pt x="21" y="47"/>
                    </a:moveTo>
                    <a:cubicBezTo>
                      <a:pt x="19" y="46"/>
                      <a:pt x="18" y="47"/>
                      <a:pt x="17" y="45"/>
                    </a:cubicBezTo>
                    <a:cubicBezTo>
                      <a:pt x="16" y="40"/>
                      <a:pt x="17" y="35"/>
                      <a:pt x="16" y="31"/>
                    </a:cubicBezTo>
                    <a:cubicBezTo>
                      <a:pt x="14" y="31"/>
                      <a:pt x="11" y="31"/>
                      <a:pt x="9" y="29"/>
                    </a:cubicBezTo>
                    <a:cubicBezTo>
                      <a:pt x="8" y="28"/>
                      <a:pt x="8" y="26"/>
                      <a:pt x="7" y="24"/>
                    </a:cubicBezTo>
                    <a:cubicBezTo>
                      <a:pt x="6" y="23"/>
                      <a:pt x="4" y="22"/>
                      <a:pt x="4" y="20"/>
                    </a:cubicBezTo>
                    <a:cubicBezTo>
                      <a:pt x="3" y="17"/>
                      <a:pt x="5" y="14"/>
                      <a:pt x="6" y="12"/>
                    </a:cubicBezTo>
                    <a:cubicBezTo>
                      <a:pt x="6" y="11"/>
                      <a:pt x="7" y="9"/>
                      <a:pt x="6" y="8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1"/>
                      <a:pt x="2" y="1"/>
                    </a:cubicBezTo>
                    <a:cubicBezTo>
                      <a:pt x="5" y="0"/>
                      <a:pt x="7" y="2"/>
                      <a:pt x="9" y="3"/>
                    </a:cubicBezTo>
                    <a:cubicBezTo>
                      <a:pt x="11" y="5"/>
                      <a:pt x="13" y="5"/>
                      <a:pt x="15" y="4"/>
                    </a:cubicBezTo>
                    <a:cubicBezTo>
                      <a:pt x="17" y="2"/>
                      <a:pt x="19" y="1"/>
                      <a:pt x="21" y="1"/>
                    </a:cubicBezTo>
                    <a:cubicBezTo>
                      <a:pt x="26" y="1"/>
                      <a:pt x="27" y="7"/>
                      <a:pt x="28" y="11"/>
                    </a:cubicBezTo>
                    <a:cubicBezTo>
                      <a:pt x="30" y="16"/>
                      <a:pt x="36" y="13"/>
                      <a:pt x="40" y="12"/>
                    </a:cubicBezTo>
                    <a:cubicBezTo>
                      <a:pt x="46" y="10"/>
                      <a:pt x="45" y="18"/>
                      <a:pt x="47" y="21"/>
                    </a:cubicBezTo>
                    <a:cubicBezTo>
                      <a:pt x="49" y="27"/>
                      <a:pt x="54" y="25"/>
                      <a:pt x="58" y="26"/>
                    </a:cubicBezTo>
                    <a:cubicBezTo>
                      <a:pt x="62" y="26"/>
                      <a:pt x="65" y="30"/>
                      <a:pt x="67" y="34"/>
                    </a:cubicBezTo>
                    <a:cubicBezTo>
                      <a:pt x="68" y="37"/>
                      <a:pt x="66" y="41"/>
                      <a:pt x="64" y="44"/>
                    </a:cubicBezTo>
                    <a:cubicBezTo>
                      <a:pt x="62" y="49"/>
                      <a:pt x="57" y="50"/>
                      <a:pt x="53" y="52"/>
                    </a:cubicBezTo>
                    <a:cubicBezTo>
                      <a:pt x="50" y="54"/>
                      <a:pt x="48" y="56"/>
                      <a:pt x="46" y="59"/>
                    </a:cubicBezTo>
                    <a:cubicBezTo>
                      <a:pt x="46" y="60"/>
                      <a:pt x="44" y="62"/>
                      <a:pt x="43" y="63"/>
                    </a:cubicBezTo>
                    <a:cubicBezTo>
                      <a:pt x="42" y="65"/>
                      <a:pt x="40" y="66"/>
                      <a:pt x="40" y="67"/>
                    </a:cubicBezTo>
                    <a:cubicBezTo>
                      <a:pt x="38" y="72"/>
                      <a:pt x="41" y="78"/>
                      <a:pt x="39" y="83"/>
                    </a:cubicBezTo>
                    <a:cubicBezTo>
                      <a:pt x="38" y="85"/>
                      <a:pt x="36" y="86"/>
                      <a:pt x="36" y="89"/>
                    </a:cubicBezTo>
                    <a:cubicBezTo>
                      <a:pt x="36" y="92"/>
                      <a:pt x="36" y="95"/>
                      <a:pt x="37" y="98"/>
                    </a:cubicBezTo>
                    <a:cubicBezTo>
                      <a:pt x="37" y="102"/>
                      <a:pt x="36" y="106"/>
                      <a:pt x="31" y="105"/>
                    </a:cubicBezTo>
                    <a:cubicBezTo>
                      <a:pt x="29" y="105"/>
                      <a:pt x="26" y="102"/>
                      <a:pt x="26" y="100"/>
                    </a:cubicBezTo>
                    <a:cubicBezTo>
                      <a:pt x="26" y="98"/>
                      <a:pt x="27" y="97"/>
                      <a:pt x="27" y="96"/>
                    </a:cubicBezTo>
                    <a:cubicBezTo>
                      <a:pt x="27" y="95"/>
                      <a:pt x="26" y="93"/>
                      <a:pt x="26" y="91"/>
                    </a:cubicBezTo>
                    <a:cubicBezTo>
                      <a:pt x="25" y="89"/>
                      <a:pt x="25" y="87"/>
                      <a:pt x="24" y="85"/>
                    </a:cubicBezTo>
                    <a:cubicBezTo>
                      <a:pt x="23" y="82"/>
                      <a:pt x="21" y="79"/>
                      <a:pt x="22" y="75"/>
                    </a:cubicBezTo>
                    <a:cubicBezTo>
                      <a:pt x="23" y="73"/>
                      <a:pt x="24" y="71"/>
                      <a:pt x="25" y="69"/>
                    </a:cubicBezTo>
                    <a:cubicBezTo>
                      <a:pt x="26" y="67"/>
                      <a:pt x="24" y="64"/>
                      <a:pt x="23" y="61"/>
                    </a:cubicBezTo>
                    <a:cubicBezTo>
                      <a:pt x="23" y="57"/>
                      <a:pt x="26" y="50"/>
                      <a:pt x="21" y="4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25" name="Freeform 1925">
                <a:extLst>
                  <a:ext uri="{FF2B5EF4-FFF2-40B4-BE49-F238E27FC236}">
                    <a16:creationId xmlns:a16="http://schemas.microsoft.com/office/drawing/2014/main" id="{F7D70650-FD80-4FD1-96A2-644EF33D5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170"/>
                <a:ext cx="59" cy="37"/>
              </a:xfrm>
              <a:custGeom>
                <a:avLst/>
                <a:gdLst>
                  <a:gd name="T0" fmla="*/ 74 w 143"/>
                  <a:gd name="T1" fmla="*/ 91 h 93"/>
                  <a:gd name="T2" fmla="*/ 78 w 143"/>
                  <a:gd name="T3" fmla="*/ 85 h 93"/>
                  <a:gd name="T4" fmla="*/ 84 w 143"/>
                  <a:gd name="T5" fmla="*/ 88 h 93"/>
                  <a:gd name="T6" fmla="*/ 93 w 143"/>
                  <a:gd name="T7" fmla="*/ 86 h 93"/>
                  <a:gd name="T8" fmla="*/ 103 w 143"/>
                  <a:gd name="T9" fmla="*/ 83 h 93"/>
                  <a:gd name="T10" fmla="*/ 115 w 143"/>
                  <a:gd name="T11" fmla="*/ 85 h 93"/>
                  <a:gd name="T12" fmla="*/ 122 w 143"/>
                  <a:gd name="T13" fmla="*/ 83 h 93"/>
                  <a:gd name="T14" fmla="*/ 129 w 143"/>
                  <a:gd name="T15" fmla="*/ 86 h 93"/>
                  <a:gd name="T16" fmla="*/ 138 w 143"/>
                  <a:gd name="T17" fmla="*/ 85 h 93"/>
                  <a:gd name="T18" fmla="*/ 137 w 143"/>
                  <a:gd name="T19" fmla="*/ 77 h 93"/>
                  <a:gd name="T20" fmla="*/ 135 w 143"/>
                  <a:gd name="T21" fmla="*/ 72 h 93"/>
                  <a:gd name="T22" fmla="*/ 141 w 143"/>
                  <a:gd name="T23" fmla="*/ 67 h 93"/>
                  <a:gd name="T24" fmla="*/ 141 w 143"/>
                  <a:gd name="T25" fmla="*/ 61 h 93"/>
                  <a:gd name="T26" fmla="*/ 137 w 143"/>
                  <a:gd name="T27" fmla="*/ 53 h 93"/>
                  <a:gd name="T28" fmla="*/ 135 w 143"/>
                  <a:gd name="T29" fmla="*/ 45 h 93"/>
                  <a:gd name="T30" fmla="*/ 131 w 143"/>
                  <a:gd name="T31" fmla="*/ 40 h 93"/>
                  <a:gd name="T32" fmla="*/ 126 w 143"/>
                  <a:gd name="T33" fmla="*/ 33 h 93"/>
                  <a:gd name="T34" fmla="*/ 122 w 143"/>
                  <a:gd name="T35" fmla="*/ 26 h 93"/>
                  <a:gd name="T36" fmla="*/ 108 w 143"/>
                  <a:gd name="T37" fmla="*/ 22 h 93"/>
                  <a:gd name="T38" fmla="*/ 108 w 143"/>
                  <a:gd name="T39" fmla="*/ 31 h 93"/>
                  <a:gd name="T40" fmla="*/ 104 w 143"/>
                  <a:gd name="T41" fmla="*/ 33 h 93"/>
                  <a:gd name="T42" fmla="*/ 91 w 143"/>
                  <a:gd name="T43" fmla="*/ 39 h 93"/>
                  <a:gd name="T44" fmla="*/ 81 w 143"/>
                  <a:gd name="T45" fmla="*/ 30 h 93"/>
                  <a:gd name="T46" fmla="*/ 77 w 143"/>
                  <a:gd name="T47" fmla="*/ 26 h 93"/>
                  <a:gd name="T48" fmla="*/ 71 w 143"/>
                  <a:gd name="T49" fmla="*/ 20 h 93"/>
                  <a:gd name="T50" fmla="*/ 62 w 143"/>
                  <a:gd name="T51" fmla="*/ 14 h 93"/>
                  <a:gd name="T52" fmla="*/ 47 w 143"/>
                  <a:gd name="T53" fmla="*/ 2 h 93"/>
                  <a:gd name="T54" fmla="*/ 30 w 143"/>
                  <a:gd name="T55" fmla="*/ 3 h 93"/>
                  <a:gd name="T56" fmla="*/ 19 w 143"/>
                  <a:gd name="T57" fmla="*/ 10 h 93"/>
                  <a:gd name="T58" fmla="*/ 19 w 143"/>
                  <a:gd name="T59" fmla="*/ 23 h 93"/>
                  <a:gd name="T60" fmla="*/ 23 w 143"/>
                  <a:gd name="T61" fmla="*/ 37 h 93"/>
                  <a:gd name="T62" fmla="*/ 18 w 143"/>
                  <a:gd name="T63" fmla="*/ 39 h 93"/>
                  <a:gd name="T64" fmla="*/ 11 w 143"/>
                  <a:gd name="T65" fmla="*/ 37 h 93"/>
                  <a:gd name="T66" fmla="*/ 9 w 143"/>
                  <a:gd name="T67" fmla="*/ 38 h 93"/>
                  <a:gd name="T68" fmla="*/ 6 w 143"/>
                  <a:gd name="T69" fmla="*/ 36 h 93"/>
                  <a:gd name="T70" fmla="*/ 5 w 143"/>
                  <a:gd name="T71" fmla="*/ 32 h 93"/>
                  <a:gd name="T72" fmla="*/ 3 w 143"/>
                  <a:gd name="T73" fmla="*/ 27 h 93"/>
                  <a:gd name="T74" fmla="*/ 1 w 143"/>
                  <a:gd name="T75" fmla="*/ 30 h 93"/>
                  <a:gd name="T76" fmla="*/ 1 w 143"/>
                  <a:gd name="T77" fmla="*/ 38 h 93"/>
                  <a:gd name="T78" fmla="*/ 6 w 143"/>
                  <a:gd name="T79" fmla="*/ 45 h 93"/>
                  <a:gd name="T80" fmla="*/ 9 w 143"/>
                  <a:gd name="T81" fmla="*/ 47 h 93"/>
                  <a:gd name="T82" fmla="*/ 13 w 143"/>
                  <a:gd name="T83" fmla="*/ 50 h 93"/>
                  <a:gd name="T84" fmla="*/ 22 w 143"/>
                  <a:gd name="T85" fmla="*/ 57 h 93"/>
                  <a:gd name="T86" fmla="*/ 34 w 143"/>
                  <a:gd name="T87" fmla="*/ 61 h 93"/>
                  <a:gd name="T88" fmla="*/ 48 w 143"/>
                  <a:gd name="T89" fmla="*/ 69 h 93"/>
                  <a:gd name="T90" fmla="*/ 53 w 143"/>
                  <a:gd name="T91" fmla="*/ 75 h 93"/>
                  <a:gd name="T92" fmla="*/ 58 w 143"/>
                  <a:gd name="T93" fmla="*/ 79 h 93"/>
                  <a:gd name="T94" fmla="*/ 60 w 143"/>
                  <a:gd name="T95" fmla="*/ 83 h 93"/>
                  <a:gd name="T96" fmla="*/ 67 w 143"/>
                  <a:gd name="T97" fmla="*/ 88 h 93"/>
                  <a:gd name="T98" fmla="*/ 74 w 143"/>
                  <a:gd name="T99" fmla="*/ 9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3" h="93">
                    <a:moveTo>
                      <a:pt x="74" y="91"/>
                    </a:moveTo>
                    <a:cubicBezTo>
                      <a:pt x="76" y="90"/>
                      <a:pt x="76" y="86"/>
                      <a:pt x="78" y="85"/>
                    </a:cubicBezTo>
                    <a:cubicBezTo>
                      <a:pt x="80" y="85"/>
                      <a:pt x="83" y="88"/>
                      <a:pt x="84" y="88"/>
                    </a:cubicBezTo>
                    <a:cubicBezTo>
                      <a:pt x="88" y="89"/>
                      <a:pt x="90" y="88"/>
                      <a:pt x="93" y="86"/>
                    </a:cubicBezTo>
                    <a:cubicBezTo>
                      <a:pt x="96" y="83"/>
                      <a:pt x="99" y="82"/>
                      <a:pt x="103" y="83"/>
                    </a:cubicBezTo>
                    <a:cubicBezTo>
                      <a:pt x="107" y="83"/>
                      <a:pt x="111" y="85"/>
                      <a:pt x="115" y="85"/>
                    </a:cubicBezTo>
                    <a:cubicBezTo>
                      <a:pt x="118" y="85"/>
                      <a:pt x="120" y="83"/>
                      <a:pt x="122" y="83"/>
                    </a:cubicBezTo>
                    <a:cubicBezTo>
                      <a:pt x="125" y="83"/>
                      <a:pt x="127" y="85"/>
                      <a:pt x="129" y="86"/>
                    </a:cubicBezTo>
                    <a:cubicBezTo>
                      <a:pt x="132" y="87"/>
                      <a:pt x="135" y="88"/>
                      <a:pt x="138" y="85"/>
                    </a:cubicBezTo>
                    <a:cubicBezTo>
                      <a:pt x="139" y="83"/>
                      <a:pt x="139" y="80"/>
                      <a:pt x="137" y="77"/>
                    </a:cubicBezTo>
                    <a:cubicBezTo>
                      <a:pt x="136" y="76"/>
                      <a:pt x="134" y="74"/>
                      <a:pt x="135" y="72"/>
                    </a:cubicBezTo>
                    <a:cubicBezTo>
                      <a:pt x="136" y="70"/>
                      <a:pt x="139" y="69"/>
                      <a:pt x="141" y="67"/>
                    </a:cubicBezTo>
                    <a:cubicBezTo>
                      <a:pt x="142" y="65"/>
                      <a:pt x="143" y="63"/>
                      <a:pt x="141" y="61"/>
                    </a:cubicBezTo>
                    <a:cubicBezTo>
                      <a:pt x="140" y="58"/>
                      <a:pt x="138" y="56"/>
                      <a:pt x="137" y="53"/>
                    </a:cubicBezTo>
                    <a:cubicBezTo>
                      <a:pt x="136" y="50"/>
                      <a:pt x="136" y="48"/>
                      <a:pt x="135" y="45"/>
                    </a:cubicBezTo>
                    <a:cubicBezTo>
                      <a:pt x="135" y="43"/>
                      <a:pt x="133" y="42"/>
                      <a:pt x="131" y="40"/>
                    </a:cubicBezTo>
                    <a:cubicBezTo>
                      <a:pt x="129" y="38"/>
                      <a:pt x="127" y="36"/>
                      <a:pt x="126" y="33"/>
                    </a:cubicBezTo>
                    <a:cubicBezTo>
                      <a:pt x="124" y="30"/>
                      <a:pt x="123" y="28"/>
                      <a:pt x="122" y="26"/>
                    </a:cubicBezTo>
                    <a:cubicBezTo>
                      <a:pt x="119" y="23"/>
                      <a:pt x="108" y="14"/>
                      <a:pt x="108" y="22"/>
                    </a:cubicBezTo>
                    <a:cubicBezTo>
                      <a:pt x="107" y="25"/>
                      <a:pt x="109" y="28"/>
                      <a:pt x="108" y="31"/>
                    </a:cubicBezTo>
                    <a:cubicBezTo>
                      <a:pt x="108" y="34"/>
                      <a:pt x="106" y="33"/>
                      <a:pt x="104" y="33"/>
                    </a:cubicBezTo>
                    <a:cubicBezTo>
                      <a:pt x="99" y="34"/>
                      <a:pt x="97" y="41"/>
                      <a:pt x="91" y="39"/>
                    </a:cubicBezTo>
                    <a:cubicBezTo>
                      <a:pt x="87" y="38"/>
                      <a:pt x="84" y="34"/>
                      <a:pt x="81" y="30"/>
                    </a:cubicBezTo>
                    <a:cubicBezTo>
                      <a:pt x="80" y="29"/>
                      <a:pt x="79" y="28"/>
                      <a:pt x="77" y="26"/>
                    </a:cubicBezTo>
                    <a:cubicBezTo>
                      <a:pt x="74" y="25"/>
                      <a:pt x="74" y="21"/>
                      <a:pt x="71" y="20"/>
                    </a:cubicBezTo>
                    <a:cubicBezTo>
                      <a:pt x="68" y="18"/>
                      <a:pt x="65" y="16"/>
                      <a:pt x="62" y="14"/>
                    </a:cubicBezTo>
                    <a:cubicBezTo>
                      <a:pt x="57" y="10"/>
                      <a:pt x="53" y="4"/>
                      <a:pt x="47" y="2"/>
                    </a:cubicBezTo>
                    <a:cubicBezTo>
                      <a:pt x="41" y="0"/>
                      <a:pt x="36" y="2"/>
                      <a:pt x="30" y="3"/>
                    </a:cubicBezTo>
                    <a:cubicBezTo>
                      <a:pt x="25" y="4"/>
                      <a:pt x="22" y="6"/>
                      <a:pt x="19" y="10"/>
                    </a:cubicBezTo>
                    <a:cubicBezTo>
                      <a:pt x="16" y="14"/>
                      <a:pt x="16" y="18"/>
                      <a:pt x="19" y="23"/>
                    </a:cubicBezTo>
                    <a:cubicBezTo>
                      <a:pt x="22" y="27"/>
                      <a:pt x="28" y="32"/>
                      <a:pt x="23" y="37"/>
                    </a:cubicBezTo>
                    <a:cubicBezTo>
                      <a:pt x="22" y="38"/>
                      <a:pt x="20" y="39"/>
                      <a:pt x="18" y="39"/>
                    </a:cubicBezTo>
                    <a:cubicBezTo>
                      <a:pt x="16" y="38"/>
                      <a:pt x="13" y="35"/>
                      <a:pt x="11" y="37"/>
                    </a:cubicBezTo>
                    <a:cubicBezTo>
                      <a:pt x="10" y="37"/>
                      <a:pt x="11" y="39"/>
                      <a:pt x="9" y="38"/>
                    </a:cubicBezTo>
                    <a:cubicBezTo>
                      <a:pt x="8" y="38"/>
                      <a:pt x="7" y="37"/>
                      <a:pt x="6" y="36"/>
                    </a:cubicBezTo>
                    <a:cubicBezTo>
                      <a:pt x="4" y="34"/>
                      <a:pt x="4" y="34"/>
                      <a:pt x="5" y="32"/>
                    </a:cubicBezTo>
                    <a:cubicBezTo>
                      <a:pt x="5" y="30"/>
                      <a:pt x="5" y="28"/>
                      <a:pt x="3" y="27"/>
                    </a:cubicBezTo>
                    <a:cubicBezTo>
                      <a:pt x="1" y="24"/>
                      <a:pt x="1" y="28"/>
                      <a:pt x="1" y="30"/>
                    </a:cubicBezTo>
                    <a:cubicBezTo>
                      <a:pt x="1" y="33"/>
                      <a:pt x="0" y="36"/>
                      <a:pt x="1" y="38"/>
                    </a:cubicBezTo>
                    <a:cubicBezTo>
                      <a:pt x="1" y="41"/>
                      <a:pt x="4" y="43"/>
                      <a:pt x="6" y="45"/>
                    </a:cubicBezTo>
                    <a:cubicBezTo>
                      <a:pt x="7" y="46"/>
                      <a:pt x="8" y="46"/>
                      <a:pt x="9" y="47"/>
                    </a:cubicBezTo>
                    <a:cubicBezTo>
                      <a:pt x="11" y="48"/>
                      <a:pt x="12" y="49"/>
                      <a:pt x="13" y="50"/>
                    </a:cubicBezTo>
                    <a:cubicBezTo>
                      <a:pt x="15" y="53"/>
                      <a:pt x="18" y="55"/>
                      <a:pt x="22" y="57"/>
                    </a:cubicBezTo>
                    <a:cubicBezTo>
                      <a:pt x="26" y="59"/>
                      <a:pt x="30" y="60"/>
                      <a:pt x="34" y="61"/>
                    </a:cubicBezTo>
                    <a:cubicBezTo>
                      <a:pt x="40" y="63"/>
                      <a:pt x="44" y="65"/>
                      <a:pt x="48" y="69"/>
                    </a:cubicBezTo>
                    <a:cubicBezTo>
                      <a:pt x="49" y="71"/>
                      <a:pt x="51" y="73"/>
                      <a:pt x="53" y="75"/>
                    </a:cubicBezTo>
                    <a:cubicBezTo>
                      <a:pt x="55" y="76"/>
                      <a:pt x="57" y="77"/>
                      <a:pt x="58" y="79"/>
                    </a:cubicBezTo>
                    <a:cubicBezTo>
                      <a:pt x="59" y="80"/>
                      <a:pt x="59" y="82"/>
                      <a:pt x="60" y="83"/>
                    </a:cubicBezTo>
                    <a:cubicBezTo>
                      <a:pt x="62" y="85"/>
                      <a:pt x="65" y="86"/>
                      <a:pt x="67" y="88"/>
                    </a:cubicBezTo>
                    <a:cubicBezTo>
                      <a:pt x="68" y="90"/>
                      <a:pt x="71" y="93"/>
                      <a:pt x="74" y="9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26" name="Freeform 1926">
                <a:extLst>
                  <a:ext uri="{FF2B5EF4-FFF2-40B4-BE49-F238E27FC236}">
                    <a16:creationId xmlns:a16="http://schemas.microsoft.com/office/drawing/2014/main" id="{B58C8FF0-9FFD-4B60-91DE-83C0E491D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169"/>
                <a:ext cx="9" cy="5"/>
              </a:xfrm>
              <a:custGeom>
                <a:avLst/>
                <a:gdLst>
                  <a:gd name="T0" fmla="*/ 9 w 24"/>
                  <a:gd name="T1" fmla="*/ 10 h 12"/>
                  <a:gd name="T2" fmla="*/ 9 w 24"/>
                  <a:gd name="T3" fmla="*/ 11 h 12"/>
                  <a:gd name="T4" fmla="*/ 7 w 24"/>
                  <a:gd name="T5" fmla="*/ 12 h 12"/>
                  <a:gd name="T6" fmla="*/ 4 w 24"/>
                  <a:gd name="T7" fmla="*/ 10 h 12"/>
                  <a:gd name="T8" fmla="*/ 2 w 24"/>
                  <a:gd name="T9" fmla="*/ 4 h 12"/>
                  <a:gd name="T10" fmla="*/ 6 w 24"/>
                  <a:gd name="T11" fmla="*/ 2 h 12"/>
                  <a:gd name="T12" fmla="*/ 10 w 24"/>
                  <a:gd name="T13" fmla="*/ 3 h 12"/>
                  <a:gd name="T14" fmla="*/ 13 w 24"/>
                  <a:gd name="T15" fmla="*/ 0 h 12"/>
                  <a:gd name="T16" fmla="*/ 18 w 24"/>
                  <a:gd name="T17" fmla="*/ 1 h 12"/>
                  <a:gd name="T18" fmla="*/ 21 w 24"/>
                  <a:gd name="T19" fmla="*/ 4 h 12"/>
                  <a:gd name="T20" fmla="*/ 11 w 24"/>
                  <a:gd name="T21" fmla="*/ 9 h 12"/>
                  <a:gd name="T22" fmla="*/ 9 w 24"/>
                  <a:gd name="T2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2">
                    <a:moveTo>
                      <a:pt x="9" y="10"/>
                    </a:moveTo>
                    <a:cubicBezTo>
                      <a:pt x="9" y="10"/>
                      <a:pt x="9" y="10"/>
                      <a:pt x="9" y="11"/>
                    </a:cubicBezTo>
                    <a:cubicBezTo>
                      <a:pt x="9" y="11"/>
                      <a:pt x="8" y="12"/>
                      <a:pt x="7" y="12"/>
                    </a:cubicBezTo>
                    <a:cubicBezTo>
                      <a:pt x="5" y="12"/>
                      <a:pt x="5" y="11"/>
                      <a:pt x="4" y="10"/>
                    </a:cubicBezTo>
                    <a:cubicBezTo>
                      <a:pt x="3" y="8"/>
                      <a:pt x="0" y="6"/>
                      <a:pt x="2" y="4"/>
                    </a:cubicBezTo>
                    <a:cubicBezTo>
                      <a:pt x="2" y="3"/>
                      <a:pt x="5" y="2"/>
                      <a:pt x="6" y="2"/>
                    </a:cubicBezTo>
                    <a:cubicBezTo>
                      <a:pt x="8" y="3"/>
                      <a:pt x="8" y="4"/>
                      <a:pt x="10" y="3"/>
                    </a:cubicBezTo>
                    <a:cubicBezTo>
                      <a:pt x="11" y="2"/>
                      <a:pt x="11" y="1"/>
                      <a:pt x="13" y="0"/>
                    </a:cubicBezTo>
                    <a:cubicBezTo>
                      <a:pt x="15" y="0"/>
                      <a:pt x="17" y="0"/>
                      <a:pt x="18" y="1"/>
                    </a:cubicBezTo>
                    <a:cubicBezTo>
                      <a:pt x="19" y="2"/>
                      <a:pt x="21" y="3"/>
                      <a:pt x="21" y="4"/>
                    </a:cubicBezTo>
                    <a:cubicBezTo>
                      <a:pt x="24" y="10"/>
                      <a:pt x="14" y="9"/>
                      <a:pt x="11" y="9"/>
                    </a:cubicBezTo>
                    <a:cubicBezTo>
                      <a:pt x="10" y="9"/>
                      <a:pt x="10" y="9"/>
                      <a:pt x="9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27" name="Freeform 1927">
                <a:extLst>
                  <a:ext uri="{FF2B5EF4-FFF2-40B4-BE49-F238E27FC236}">
                    <a16:creationId xmlns:a16="http://schemas.microsoft.com/office/drawing/2014/main" id="{649A0496-3509-4F92-BD7C-991626166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984"/>
                <a:ext cx="4" cy="4"/>
              </a:xfrm>
              <a:custGeom>
                <a:avLst/>
                <a:gdLst>
                  <a:gd name="T0" fmla="*/ 10 w 10"/>
                  <a:gd name="T1" fmla="*/ 5 h 10"/>
                  <a:gd name="T2" fmla="*/ 9 w 10"/>
                  <a:gd name="T3" fmla="*/ 2 h 10"/>
                  <a:gd name="T4" fmla="*/ 8 w 10"/>
                  <a:gd name="T5" fmla="*/ 0 h 10"/>
                  <a:gd name="T6" fmla="*/ 3 w 10"/>
                  <a:gd name="T7" fmla="*/ 1 h 10"/>
                  <a:gd name="T8" fmla="*/ 0 w 10"/>
                  <a:gd name="T9" fmla="*/ 4 h 10"/>
                  <a:gd name="T10" fmla="*/ 0 w 10"/>
                  <a:gd name="T11" fmla="*/ 8 h 10"/>
                  <a:gd name="T12" fmla="*/ 1 w 10"/>
                  <a:gd name="T13" fmla="*/ 10 h 10"/>
                  <a:gd name="T14" fmla="*/ 4 w 10"/>
                  <a:gd name="T15" fmla="*/ 10 h 10"/>
                  <a:gd name="T16" fmla="*/ 7 w 10"/>
                  <a:gd name="T17" fmla="*/ 8 h 10"/>
                  <a:gd name="T18" fmla="*/ 10 w 10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cubicBezTo>
                      <a:pt x="10" y="4"/>
                      <a:pt x="9" y="3"/>
                      <a:pt x="9" y="2"/>
                    </a:cubicBezTo>
                    <a:cubicBezTo>
                      <a:pt x="9" y="1"/>
                      <a:pt x="8" y="1"/>
                      <a:pt x="8" y="0"/>
                    </a:cubicBezTo>
                    <a:cubicBezTo>
                      <a:pt x="6" y="0"/>
                      <a:pt x="5" y="1"/>
                      <a:pt x="3" y="1"/>
                    </a:cubicBezTo>
                    <a:cubicBezTo>
                      <a:pt x="2" y="2"/>
                      <a:pt x="0" y="2"/>
                      <a:pt x="0" y="4"/>
                    </a:cubicBezTo>
                    <a:cubicBezTo>
                      <a:pt x="0" y="5"/>
                      <a:pt x="0" y="7"/>
                      <a:pt x="0" y="8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2" y="10"/>
                      <a:pt x="3" y="10"/>
                      <a:pt x="4" y="10"/>
                    </a:cubicBezTo>
                    <a:cubicBezTo>
                      <a:pt x="5" y="10"/>
                      <a:pt x="6" y="9"/>
                      <a:pt x="7" y="8"/>
                    </a:cubicBezTo>
                    <a:cubicBezTo>
                      <a:pt x="8" y="7"/>
                      <a:pt x="10" y="6"/>
                      <a:pt x="1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28" name="Freeform 1928">
                <a:extLst>
                  <a:ext uri="{FF2B5EF4-FFF2-40B4-BE49-F238E27FC236}">
                    <a16:creationId xmlns:a16="http://schemas.microsoft.com/office/drawing/2014/main" id="{16DE1E15-EFBA-4842-B079-015421126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080"/>
                <a:ext cx="6" cy="5"/>
              </a:xfrm>
              <a:custGeom>
                <a:avLst/>
                <a:gdLst>
                  <a:gd name="T0" fmla="*/ 6 w 16"/>
                  <a:gd name="T1" fmla="*/ 8 h 11"/>
                  <a:gd name="T2" fmla="*/ 0 w 16"/>
                  <a:gd name="T3" fmla="*/ 6 h 11"/>
                  <a:gd name="T4" fmla="*/ 3 w 16"/>
                  <a:gd name="T5" fmla="*/ 4 h 11"/>
                  <a:gd name="T6" fmla="*/ 7 w 16"/>
                  <a:gd name="T7" fmla="*/ 2 h 11"/>
                  <a:gd name="T8" fmla="*/ 10 w 16"/>
                  <a:gd name="T9" fmla="*/ 0 h 11"/>
                  <a:gd name="T10" fmla="*/ 13 w 16"/>
                  <a:gd name="T11" fmla="*/ 1 h 11"/>
                  <a:gd name="T12" fmla="*/ 15 w 16"/>
                  <a:gd name="T13" fmla="*/ 4 h 11"/>
                  <a:gd name="T14" fmla="*/ 16 w 16"/>
                  <a:gd name="T15" fmla="*/ 8 h 11"/>
                  <a:gd name="T16" fmla="*/ 14 w 16"/>
                  <a:gd name="T17" fmla="*/ 11 h 11"/>
                  <a:gd name="T18" fmla="*/ 11 w 16"/>
                  <a:gd name="T19" fmla="*/ 10 h 11"/>
                  <a:gd name="T20" fmla="*/ 8 w 16"/>
                  <a:gd name="T21" fmla="*/ 9 h 11"/>
                  <a:gd name="T22" fmla="*/ 6 w 16"/>
                  <a:gd name="T2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1">
                    <a:moveTo>
                      <a:pt x="6" y="8"/>
                    </a:moveTo>
                    <a:cubicBezTo>
                      <a:pt x="5" y="8"/>
                      <a:pt x="0" y="8"/>
                      <a:pt x="0" y="6"/>
                    </a:cubicBezTo>
                    <a:cubicBezTo>
                      <a:pt x="0" y="4"/>
                      <a:pt x="2" y="4"/>
                      <a:pt x="3" y="4"/>
                    </a:cubicBezTo>
                    <a:cubicBezTo>
                      <a:pt x="4" y="4"/>
                      <a:pt x="6" y="3"/>
                      <a:pt x="7" y="2"/>
                    </a:cubicBezTo>
                    <a:cubicBezTo>
                      <a:pt x="8" y="1"/>
                      <a:pt x="9" y="1"/>
                      <a:pt x="10" y="0"/>
                    </a:cubicBezTo>
                    <a:cubicBezTo>
                      <a:pt x="12" y="0"/>
                      <a:pt x="12" y="0"/>
                      <a:pt x="13" y="1"/>
                    </a:cubicBezTo>
                    <a:cubicBezTo>
                      <a:pt x="14" y="3"/>
                      <a:pt x="15" y="3"/>
                      <a:pt x="15" y="4"/>
                    </a:cubicBezTo>
                    <a:cubicBezTo>
                      <a:pt x="16" y="5"/>
                      <a:pt x="16" y="7"/>
                      <a:pt x="16" y="8"/>
                    </a:cubicBezTo>
                    <a:cubicBezTo>
                      <a:pt x="16" y="9"/>
                      <a:pt x="15" y="11"/>
                      <a:pt x="14" y="11"/>
                    </a:cubicBezTo>
                    <a:cubicBezTo>
                      <a:pt x="13" y="11"/>
                      <a:pt x="12" y="11"/>
                      <a:pt x="11" y="10"/>
                    </a:cubicBezTo>
                    <a:cubicBezTo>
                      <a:pt x="10" y="10"/>
                      <a:pt x="9" y="9"/>
                      <a:pt x="8" y="9"/>
                    </a:cubicBezTo>
                    <a:cubicBezTo>
                      <a:pt x="8" y="9"/>
                      <a:pt x="7" y="8"/>
                      <a:pt x="6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29" name="Freeform 1929">
                <a:extLst>
                  <a:ext uri="{FF2B5EF4-FFF2-40B4-BE49-F238E27FC236}">
                    <a16:creationId xmlns:a16="http://schemas.microsoft.com/office/drawing/2014/main" id="{C5DDE624-1EA7-476A-BC8A-918DFC6A5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057"/>
                <a:ext cx="12" cy="24"/>
              </a:xfrm>
              <a:custGeom>
                <a:avLst/>
                <a:gdLst>
                  <a:gd name="T0" fmla="*/ 2 w 30"/>
                  <a:gd name="T1" fmla="*/ 50 h 60"/>
                  <a:gd name="T2" fmla="*/ 2 w 30"/>
                  <a:gd name="T3" fmla="*/ 39 h 60"/>
                  <a:gd name="T4" fmla="*/ 4 w 30"/>
                  <a:gd name="T5" fmla="*/ 34 h 60"/>
                  <a:gd name="T6" fmla="*/ 7 w 30"/>
                  <a:gd name="T7" fmla="*/ 29 h 60"/>
                  <a:gd name="T8" fmla="*/ 10 w 30"/>
                  <a:gd name="T9" fmla="*/ 27 h 60"/>
                  <a:gd name="T10" fmla="*/ 12 w 30"/>
                  <a:gd name="T11" fmla="*/ 25 h 60"/>
                  <a:gd name="T12" fmla="*/ 9 w 30"/>
                  <a:gd name="T13" fmla="*/ 15 h 60"/>
                  <a:gd name="T14" fmla="*/ 7 w 30"/>
                  <a:gd name="T15" fmla="*/ 8 h 60"/>
                  <a:gd name="T16" fmla="*/ 7 w 30"/>
                  <a:gd name="T17" fmla="*/ 5 h 60"/>
                  <a:gd name="T18" fmla="*/ 8 w 30"/>
                  <a:gd name="T19" fmla="*/ 2 h 60"/>
                  <a:gd name="T20" fmla="*/ 15 w 30"/>
                  <a:gd name="T21" fmla="*/ 1 h 60"/>
                  <a:gd name="T22" fmla="*/ 16 w 30"/>
                  <a:gd name="T23" fmla="*/ 6 h 60"/>
                  <a:gd name="T24" fmla="*/ 16 w 30"/>
                  <a:gd name="T25" fmla="*/ 13 h 60"/>
                  <a:gd name="T26" fmla="*/ 17 w 30"/>
                  <a:gd name="T27" fmla="*/ 17 h 60"/>
                  <a:gd name="T28" fmla="*/ 20 w 30"/>
                  <a:gd name="T29" fmla="*/ 19 h 60"/>
                  <a:gd name="T30" fmla="*/ 22 w 30"/>
                  <a:gd name="T31" fmla="*/ 27 h 60"/>
                  <a:gd name="T32" fmla="*/ 25 w 30"/>
                  <a:gd name="T33" fmla="*/ 33 h 60"/>
                  <a:gd name="T34" fmla="*/ 29 w 30"/>
                  <a:gd name="T35" fmla="*/ 37 h 60"/>
                  <a:gd name="T36" fmla="*/ 26 w 30"/>
                  <a:gd name="T37" fmla="*/ 40 h 60"/>
                  <a:gd name="T38" fmla="*/ 24 w 30"/>
                  <a:gd name="T39" fmla="*/ 42 h 60"/>
                  <a:gd name="T40" fmla="*/ 23 w 30"/>
                  <a:gd name="T41" fmla="*/ 48 h 60"/>
                  <a:gd name="T42" fmla="*/ 20 w 30"/>
                  <a:gd name="T43" fmla="*/ 53 h 60"/>
                  <a:gd name="T44" fmla="*/ 14 w 30"/>
                  <a:gd name="T45" fmla="*/ 58 h 60"/>
                  <a:gd name="T46" fmla="*/ 9 w 30"/>
                  <a:gd name="T47" fmla="*/ 60 h 60"/>
                  <a:gd name="T48" fmla="*/ 5 w 30"/>
                  <a:gd name="T49" fmla="*/ 57 h 60"/>
                  <a:gd name="T50" fmla="*/ 4 w 30"/>
                  <a:gd name="T51" fmla="*/ 54 h 60"/>
                  <a:gd name="T52" fmla="*/ 2 w 30"/>
                  <a:gd name="T53" fmla="*/ 5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0" h="60">
                    <a:moveTo>
                      <a:pt x="2" y="50"/>
                    </a:moveTo>
                    <a:cubicBezTo>
                      <a:pt x="2" y="47"/>
                      <a:pt x="0" y="42"/>
                      <a:pt x="2" y="39"/>
                    </a:cubicBezTo>
                    <a:cubicBezTo>
                      <a:pt x="2" y="37"/>
                      <a:pt x="3" y="36"/>
                      <a:pt x="4" y="34"/>
                    </a:cubicBezTo>
                    <a:cubicBezTo>
                      <a:pt x="5" y="33"/>
                      <a:pt x="6" y="31"/>
                      <a:pt x="7" y="29"/>
                    </a:cubicBezTo>
                    <a:cubicBezTo>
                      <a:pt x="8" y="28"/>
                      <a:pt x="9" y="28"/>
                      <a:pt x="10" y="27"/>
                    </a:cubicBezTo>
                    <a:cubicBezTo>
                      <a:pt x="11" y="26"/>
                      <a:pt x="12" y="26"/>
                      <a:pt x="12" y="25"/>
                    </a:cubicBezTo>
                    <a:cubicBezTo>
                      <a:pt x="15" y="22"/>
                      <a:pt x="11" y="18"/>
                      <a:pt x="9" y="15"/>
                    </a:cubicBezTo>
                    <a:cubicBezTo>
                      <a:pt x="8" y="13"/>
                      <a:pt x="7" y="11"/>
                      <a:pt x="7" y="8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8" y="4"/>
                      <a:pt x="8" y="3"/>
                      <a:pt x="8" y="2"/>
                    </a:cubicBezTo>
                    <a:cubicBezTo>
                      <a:pt x="10" y="1"/>
                      <a:pt x="14" y="0"/>
                      <a:pt x="15" y="1"/>
                    </a:cubicBezTo>
                    <a:cubicBezTo>
                      <a:pt x="16" y="2"/>
                      <a:pt x="16" y="5"/>
                      <a:pt x="16" y="6"/>
                    </a:cubicBezTo>
                    <a:cubicBezTo>
                      <a:pt x="16" y="8"/>
                      <a:pt x="16" y="11"/>
                      <a:pt x="16" y="13"/>
                    </a:cubicBezTo>
                    <a:cubicBezTo>
                      <a:pt x="16" y="14"/>
                      <a:pt x="16" y="16"/>
                      <a:pt x="17" y="17"/>
                    </a:cubicBezTo>
                    <a:cubicBezTo>
                      <a:pt x="18" y="18"/>
                      <a:pt x="19" y="18"/>
                      <a:pt x="20" y="19"/>
                    </a:cubicBezTo>
                    <a:cubicBezTo>
                      <a:pt x="22" y="20"/>
                      <a:pt x="21" y="24"/>
                      <a:pt x="22" y="27"/>
                    </a:cubicBezTo>
                    <a:cubicBezTo>
                      <a:pt x="22" y="29"/>
                      <a:pt x="23" y="32"/>
                      <a:pt x="25" y="33"/>
                    </a:cubicBezTo>
                    <a:cubicBezTo>
                      <a:pt x="28" y="34"/>
                      <a:pt x="30" y="35"/>
                      <a:pt x="29" y="37"/>
                    </a:cubicBezTo>
                    <a:cubicBezTo>
                      <a:pt x="28" y="39"/>
                      <a:pt x="27" y="40"/>
                      <a:pt x="26" y="40"/>
                    </a:cubicBezTo>
                    <a:cubicBezTo>
                      <a:pt x="25" y="41"/>
                      <a:pt x="24" y="41"/>
                      <a:pt x="24" y="42"/>
                    </a:cubicBezTo>
                    <a:cubicBezTo>
                      <a:pt x="23" y="44"/>
                      <a:pt x="23" y="46"/>
                      <a:pt x="23" y="48"/>
                    </a:cubicBezTo>
                    <a:cubicBezTo>
                      <a:pt x="22" y="49"/>
                      <a:pt x="22" y="51"/>
                      <a:pt x="20" y="53"/>
                    </a:cubicBezTo>
                    <a:cubicBezTo>
                      <a:pt x="19" y="55"/>
                      <a:pt x="17" y="56"/>
                      <a:pt x="14" y="58"/>
                    </a:cubicBezTo>
                    <a:cubicBezTo>
                      <a:pt x="13" y="59"/>
                      <a:pt x="11" y="60"/>
                      <a:pt x="9" y="60"/>
                    </a:cubicBezTo>
                    <a:cubicBezTo>
                      <a:pt x="7" y="59"/>
                      <a:pt x="6" y="59"/>
                      <a:pt x="5" y="57"/>
                    </a:cubicBezTo>
                    <a:cubicBezTo>
                      <a:pt x="4" y="56"/>
                      <a:pt x="4" y="55"/>
                      <a:pt x="4" y="54"/>
                    </a:cubicBezTo>
                    <a:cubicBezTo>
                      <a:pt x="3" y="52"/>
                      <a:pt x="3" y="51"/>
                      <a:pt x="2" y="5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30" name="Freeform 1930">
                <a:extLst>
                  <a:ext uri="{FF2B5EF4-FFF2-40B4-BE49-F238E27FC236}">
                    <a16:creationId xmlns:a16="http://schemas.microsoft.com/office/drawing/2014/main" id="{19462FC3-A11D-4508-8E02-41E2398E1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84"/>
                <a:ext cx="3" cy="6"/>
              </a:xfrm>
              <a:custGeom>
                <a:avLst/>
                <a:gdLst>
                  <a:gd name="T0" fmla="*/ 2 w 8"/>
                  <a:gd name="T1" fmla="*/ 13 h 15"/>
                  <a:gd name="T2" fmla="*/ 1 w 8"/>
                  <a:gd name="T3" fmla="*/ 10 h 15"/>
                  <a:gd name="T4" fmla="*/ 1 w 8"/>
                  <a:gd name="T5" fmla="*/ 8 h 15"/>
                  <a:gd name="T6" fmla="*/ 2 w 8"/>
                  <a:gd name="T7" fmla="*/ 4 h 15"/>
                  <a:gd name="T8" fmla="*/ 6 w 8"/>
                  <a:gd name="T9" fmla="*/ 2 h 15"/>
                  <a:gd name="T10" fmla="*/ 8 w 8"/>
                  <a:gd name="T11" fmla="*/ 4 h 15"/>
                  <a:gd name="T12" fmla="*/ 7 w 8"/>
                  <a:gd name="T13" fmla="*/ 5 h 15"/>
                  <a:gd name="T14" fmla="*/ 7 w 8"/>
                  <a:gd name="T15" fmla="*/ 7 h 15"/>
                  <a:gd name="T16" fmla="*/ 2 w 8"/>
                  <a:gd name="T1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2" y="13"/>
                    </a:moveTo>
                    <a:cubicBezTo>
                      <a:pt x="1" y="12"/>
                      <a:pt x="1" y="11"/>
                      <a:pt x="1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0" y="6"/>
                      <a:pt x="1" y="5"/>
                      <a:pt x="2" y="4"/>
                    </a:cubicBezTo>
                    <a:cubicBezTo>
                      <a:pt x="4" y="3"/>
                      <a:pt x="4" y="0"/>
                      <a:pt x="6" y="2"/>
                    </a:cubicBezTo>
                    <a:cubicBezTo>
                      <a:pt x="7" y="2"/>
                      <a:pt x="8" y="3"/>
                      <a:pt x="8" y="4"/>
                    </a:cubicBezTo>
                    <a:cubicBezTo>
                      <a:pt x="8" y="4"/>
                      <a:pt x="8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8"/>
                      <a:pt x="5" y="15"/>
                      <a:pt x="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31" name="Freeform 1931">
                <a:extLst>
                  <a:ext uri="{FF2B5EF4-FFF2-40B4-BE49-F238E27FC236}">
                    <a16:creationId xmlns:a16="http://schemas.microsoft.com/office/drawing/2014/main" id="{D322C3C9-A614-4411-AC4A-54A78A40E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971"/>
                <a:ext cx="14" cy="13"/>
              </a:xfrm>
              <a:custGeom>
                <a:avLst/>
                <a:gdLst>
                  <a:gd name="T0" fmla="*/ 13 w 35"/>
                  <a:gd name="T1" fmla="*/ 24 h 32"/>
                  <a:gd name="T2" fmla="*/ 6 w 35"/>
                  <a:gd name="T3" fmla="*/ 15 h 32"/>
                  <a:gd name="T4" fmla="*/ 1 w 35"/>
                  <a:gd name="T5" fmla="*/ 7 h 32"/>
                  <a:gd name="T6" fmla="*/ 7 w 35"/>
                  <a:gd name="T7" fmla="*/ 3 h 32"/>
                  <a:gd name="T8" fmla="*/ 16 w 35"/>
                  <a:gd name="T9" fmla="*/ 3 h 32"/>
                  <a:gd name="T10" fmla="*/ 27 w 35"/>
                  <a:gd name="T11" fmla="*/ 3 h 32"/>
                  <a:gd name="T12" fmla="*/ 28 w 35"/>
                  <a:gd name="T13" fmla="*/ 8 h 32"/>
                  <a:gd name="T14" fmla="*/ 31 w 35"/>
                  <a:gd name="T15" fmla="*/ 11 h 32"/>
                  <a:gd name="T16" fmla="*/ 34 w 35"/>
                  <a:gd name="T17" fmla="*/ 18 h 32"/>
                  <a:gd name="T18" fmla="*/ 30 w 35"/>
                  <a:gd name="T19" fmla="*/ 21 h 32"/>
                  <a:gd name="T20" fmla="*/ 25 w 35"/>
                  <a:gd name="T21" fmla="*/ 23 h 32"/>
                  <a:gd name="T22" fmla="*/ 24 w 35"/>
                  <a:gd name="T23" fmla="*/ 25 h 32"/>
                  <a:gd name="T24" fmla="*/ 21 w 35"/>
                  <a:gd name="T25" fmla="*/ 29 h 32"/>
                  <a:gd name="T26" fmla="*/ 18 w 35"/>
                  <a:gd name="T27" fmla="*/ 30 h 32"/>
                  <a:gd name="T28" fmla="*/ 13 w 35"/>
                  <a:gd name="T29" fmla="*/ 27 h 32"/>
                  <a:gd name="T30" fmla="*/ 13 w 35"/>
                  <a:gd name="T31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32">
                    <a:moveTo>
                      <a:pt x="13" y="24"/>
                    </a:moveTo>
                    <a:cubicBezTo>
                      <a:pt x="13" y="20"/>
                      <a:pt x="9" y="17"/>
                      <a:pt x="6" y="15"/>
                    </a:cubicBezTo>
                    <a:cubicBezTo>
                      <a:pt x="4" y="13"/>
                      <a:pt x="1" y="10"/>
                      <a:pt x="1" y="7"/>
                    </a:cubicBezTo>
                    <a:cubicBezTo>
                      <a:pt x="0" y="4"/>
                      <a:pt x="3" y="2"/>
                      <a:pt x="7" y="3"/>
                    </a:cubicBezTo>
                    <a:cubicBezTo>
                      <a:pt x="10" y="3"/>
                      <a:pt x="12" y="4"/>
                      <a:pt x="16" y="3"/>
                    </a:cubicBezTo>
                    <a:cubicBezTo>
                      <a:pt x="19" y="2"/>
                      <a:pt x="24" y="0"/>
                      <a:pt x="27" y="3"/>
                    </a:cubicBezTo>
                    <a:cubicBezTo>
                      <a:pt x="28" y="5"/>
                      <a:pt x="28" y="6"/>
                      <a:pt x="28" y="8"/>
                    </a:cubicBezTo>
                    <a:cubicBezTo>
                      <a:pt x="29" y="9"/>
                      <a:pt x="30" y="10"/>
                      <a:pt x="31" y="11"/>
                    </a:cubicBezTo>
                    <a:cubicBezTo>
                      <a:pt x="34" y="12"/>
                      <a:pt x="35" y="15"/>
                      <a:pt x="34" y="18"/>
                    </a:cubicBezTo>
                    <a:cubicBezTo>
                      <a:pt x="33" y="19"/>
                      <a:pt x="32" y="21"/>
                      <a:pt x="30" y="21"/>
                    </a:cubicBezTo>
                    <a:cubicBezTo>
                      <a:pt x="28" y="21"/>
                      <a:pt x="26" y="21"/>
                      <a:pt x="25" y="23"/>
                    </a:cubicBezTo>
                    <a:cubicBezTo>
                      <a:pt x="25" y="24"/>
                      <a:pt x="24" y="24"/>
                      <a:pt x="24" y="25"/>
                    </a:cubicBezTo>
                    <a:cubicBezTo>
                      <a:pt x="23" y="27"/>
                      <a:pt x="22" y="28"/>
                      <a:pt x="21" y="29"/>
                    </a:cubicBezTo>
                    <a:cubicBezTo>
                      <a:pt x="19" y="29"/>
                      <a:pt x="19" y="29"/>
                      <a:pt x="18" y="30"/>
                    </a:cubicBezTo>
                    <a:cubicBezTo>
                      <a:pt x="15" y="32"/>
                      <a:pt x="14" y="29"/>
                      <a:pt x="13" y="27"/>
                    </a:cubicBezTo>
                    <a:cubicBezTo>
                      <a:pt x="13" y="26"/>
                      <a:pt x="13" y="25"/>
                      <a:pt x="13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32" name="Freeform 1932">
                <a:extLst>
                  <a:ext uri="{FF2B5EF4-FFF2-40B4-BE49-F238E27FC236}">
                    <a16:creationId xmlns:a16="http://schemas.microsoft.com/office/drawing/2014/main" id="{E72423D3-3CFE-4894-ADFF-80C355D7F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959"/>
                <a:ext cx="9" cy="4"/>
              </a:xfrm>
              <a:custGeom>
                <a:avLst/>
                <a:gdLst>
                  <a:gd name="T0" fmla="*/ 6 w 22"/>
                  <a:gd name="T1" fmla="*/ 8 h 9"/>
                  <a:gd name="T2" fmla="*/ 4 w 22"/>
                  <a:gd name="T3" fmla="*/ 6 h 9"/>
                  <a:gd name="T4" fmla="*/ 1 w 22"/>
                  <a:gd name="T5" fmla="*/ 4 h 9"/>
                  <a:gd name="T6" fmla="*/ 1 w 22"/>
                  <a:gd name="T7" fmla="*/ 1 h 9"/>
                  <a:gd name="T8" fmla="*/ 5 w 22"/>
                  <a:gd name="T9" fmla="*/ 0 h 9"/>
                  <a:gd name="T10" fmla="*/ 10 w 22"/>
                  <a:gd name="T11" fmla="*/ 1 h 9"/>
                  <a:gd name="T12" fmla="*/ 14 w 22"/>
                  <a:gd name="T13" fmla="*/ 1 h 9"/>
                  <a:gd name="T14" fmla="*/ 19 w 22"/>
                  <a:gd name="T15" fmla="*/ 3 h 9"/>
                  <a:gd name="T16" fmla="*/ 12 w 22"/>
                  <a:gd name="T17" fmla="*/ 6 h 9"/>
                  <a:gd name="T18" fmla="*/ 10 w 22"/>
                  <a:gd name="T19" fmla="*/ 8 h 9"/>
                  <a:gd name="T20" fmla="*/ 6 w 22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9">
                    <a:moveTo>
                      <a:pt x="6" y="8"/>
                    </a:moveTo>
                    <a:cubicBezTo>
                      <a:pt x="5" y="8"/>
                      <a:pt x="5" y="7"/>
                      <a:pt x="4" y="6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1"/>
                      <a:pt x="10" y="1"/>
                    </a:cubicBezTo>
                    <a:cubicBezTo>
                      <a:pt x="11" y="1"/>
                      <a:pt x="13" y="1"/>
                      <a:pt x="14" y="1"/>
                    </a:cubicBezTo>
                    <a:cubicBezTo>
                      <a:pt x="16" y="1"/>
                      <a:pt x="22" y="0"/>
                      <a:pt x="19" y="3"/>
                    </a:cubicBezTo>
                    <a:cubicBezTo>
                      <a:pt x="18" y="5"/>
                      <a:pt x="14" y="4"/>
                      <a:pt x="12" y="6"/>
                    </a:cubicBezTo>
                    <a:cubicBezTo>
                      <a:pt x="11" y="6"/>
                      <a:pt x="11" y="8"/>
                      <a:pt x="10" y="8"/>
                    </a:cubicBezTo>
                    <a:cubicBezTo>
                      <a:pt x="9" y="9"/>
                      <a:pt x="7" y="9"/>
                      <a:pt x="6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33" name="Freeform 1933">
                <a:extLst>
                  <a:ext uri="{FF2B5EF4-FFF2-40B4-BE49-F238E27FC236}">
                    <a16:creationId xmlns:a16="http://schemas.microsoft.com/office/drawing/2014/main" id="{33A936FB-9B6D-4B68-99F1-F279DE408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1953"/>
                <a:ext cx="3" cy="3"/>
              </a:xfrm>
              <a:custGeom>
                <a:avLst/>
                <a:gdLst>
                  <a:gd name="T0" fmla="*/ 2 w 8"/>
                  <a:gd name="T1" fmla="*/ 5 h 7"/>
                  <a:gd name="T2" fmla="*/ 1 w 8"/>
                  <a:gd name="T3" fmla="*/ 2 h 7"/>
                  <a:gd name="T4" fmla="*/ 4 w 8"/>
                  <a:gd name="T5" fmla="*/ 0 h 7"/>
                  <a:gd name="T6" fmla="*/ 2 w 8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2" y="5"/>
                    </a:moveTo>
                    <a:cubicBezTo>
                      <a:pt x="2" y="4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8" y="1"/>
                      <a:pt x="5" y="7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34" name="Freeform 1934">
                <a:extLst>
                  <a:ext uri="{FF2B5EF4-FFF2-40B4-BE49-F238E27FC236}">
                    <a16:creationId xmlns:a16="http://schemas.microsoft.com/office/drawing/2014/main" id="{60C06941-A1E3-421D-B1D9-B834AE63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919"/>
                <a:ext cx="22" cy="12"/>
              </a:xfrm>
              <a:custGeom>
                <a:avLst/>
                <a:gdLst>
                  <a:gd name="T0" fmla="*/ 13 w 56"/>
                  <a:gd name="T1" fmla="*/ 21 h 30"/>
                  <a:gd name="T2" fmla="*/ 3 w 56"/>
                  <a:gd name="T3" fmla="*/ 18 h 30"/>
                  <a:gd name="T4" fmla="*/ 10 w 56"/>
                  <a:gd name="T5" fmla="*/ 11 h 30"/>
                  <a:gd name="T6" fmla="*/ 20 w 56"/>
                  <a:gd name="T7" fmla="*/ 6 h 30"/>
                  <a:gd name="T8" fmla="*/ 27 w 56"/>
                  <a:gd name="T9" fmla="*/ 7 h 30"/>
                  <a:gd name="T10" fmla="*/ 32 w 56"/>
                  <a:gd name="T11" fmla="*/ 3 h 30"/>
                  <a:gd name="T12" fmla="*/ 46 w 56"/>
                  <a:gd name="T13" fmla="*/ 0 h 30"/>
                  <a:gd name="T14" fmla="*/ 56 w 56"/>
                  <a:gd name="T15" fmla="*/ 7 h 30"/>
                  <a:gd name="T16" fmla="*/ 37 w 56"/>
                  <a:gd name="T17" fmla="*/ 14 h 30"/>
                  <a:gd name="T18" fmla="*/ 34 w 56"/>
                  <a:gd name="T19" fmla="*/ 25 h 30"/>
                  <a:gd name="T20" fmla="*/ 21 w 56"/>
                  <a:gd name="T21" fmla="*/ 28 h 30"/>
                  <a:gd name="T22" fmla="*/ 17 w 56"/>
                  <a:gd name="T23" fmla="*/ 25 h 30"/>
                  <a:gd name="T24" fmla="*/ 15 w 56"/>
                  <a:gd name="T25" fmla="*/ 23 h 30"/>
                  <a:gd name="T26" fmla="*/ 13 w 56"/>
                  <a:gd name="T2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" h="30">
                    <a:moveTo>
                      <a:pt x="13" y="21"/>
                    </a:moveTo>
                    <a:cubicBezTo>
                      <a:pt x="11" y="20"/>
                      <a:pt x="5" y="20"/>
                      <a:pt x="3" y="18"/>
                    </a:cubicBezTo>
                    <a:cubicBezTo>
                      <a:pt x="0" y="14"/>
                      <a:pt x="8" y="12"/>
                      <a:pt x="10" y="11"/>
                    </a:cubicBezTo>
                    <a:cubicBezTo>
                      <a:pt x="14" y="9"/>
                      <a:pt x="16" y="6"/>
                      <a:pt x="20" y="6"/>
                    </a:cubicBezTo>
                    <a:cubicBezTo>
                      <a:pt x="22" y="6"/>
                      <a:pt x="25" y="7"/>
                      <a:pt x="27" y="7"/>
                    </a:cubicBezTo>
                    <a:cubicBezTo>
                      <a:pt x="29" y="7"/>
                      <a:pt x="30" y="5"/>
                      <a:pt x="32" y="3"/>
                    </a:cubicBezTo>
                    <a:cubicBezTo>
                      <a:pt x="36" y="0"/>
                      <a:pt x="41" y="0"/>
                      <a:pt x="46" y="0"/>
                    </a:cubicBezTo>
                    <a:cubicBezTo>
                      <a:pt x="50" y="1"/>
                      <a:pt x="56" y="1"/>
                      <a:pt x="56" y="7"/>
                    </a:cubicBezTo>
                    <a:cubicBezTo>
                      <a:pt x="56" y="16"/>
                      <a:pt x="37" y="5"/>
                      <a:pt x="37" y="14"/>
                    </a:cubicBezTo>
                    <a:cubicBezTo>
                      <a:pt x="37" y="19"/>
                      <a:pt x="40" y="22"/>
                      <a:pt x="34" y="25"/>
                    </a:cubicBezTo>
                    <a:cubicBezTo>
                      <a:pt x="31" y="27"/>
                      <a:pt x="25" y="30"/>
                      <a:pt x="21" y="28"/>
                    </a:cubicBezTo>
                    <a:cubicBezTo>
                      <a:pt x="20" y="27"/>
                      <a:pt x="19" y="26"/>
                      <a:pt x="17" y="25"/>
                    </a:cubicBezTo>
                    <a:cubicBezTo>
                      <a:pt x="17" y="24"/>
                      <a:pt x="16" y="24"/>
                      <a:pt x="15" y="23"/>
                    </a:cubicBezTo>
                    <a:cubicBezTo>
                      <a:pt x="15" y="23"/>
                      <a:pt x="14" y="21"/>
                      <a:pt x="13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35" name="Freeform 1935">
                <a:extLst>
                  <a:ext uri="{FF2B5EF4-FFF2-40B4-BE49-F238E27FC236}">
                    <a16:creationId xmlns:a16="http://schemas.microsoft.com/office/drawing/2014/main" id="{6FB044B6-6733-4839-AD8D-5E80A333C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942"/>
                <a:ext cx="75" cy="52"/>
              </a:xfrm>
              <a:custGeom>
                <a:avLst/>
                <a:gdLst>
                  <a:gd name="T0" fmla="*/ 28 w 185"/>
                  <a:gd name="T1" fmla="*/ 75 h 128"/>
                  <a:gd name="T2" fmla="*/ 37 w 185"/>
                  <a:gd name="T3" fmla="*/ 74 h 128"/>
                  <a:gd name="T4" fmla="*/ 59 w 185"/>
                  <a:gd name="T5" fmla="*/ 80 h 128"/>
                  <a:gd name="T6" fmla="*/ 70 w 185"/>
                  <a:gd name="T7" fmla="*/ 87 h 128"/>
                  <a:gd name="T8" fmla="*/ 73 w 185"/>
                  <a:gd name="T9" fmla="*/ 101 h 128"/>
                  <a:gd name="T10" fmla="*/ 83 w 185"/>
                  <a:gd name="T11" fmla="*/ 113 h 128"/>
                  <a:gd name="T12" fmla="*/ 98 w 185"/>
                  <a:gd name="T13" fmla="*/ 126 h 128"/>
                  <a:gd name="T14" fmla="*/ 109 w 185"/>
                  <a:gd name="T15" fmla="*/ 120 h 128"/>
                  <a:gd name="T16" fmla="*/ 116 w 185"/>
                  <a:gd name="T17" fmla="*/ 104 h 128"/>
                  <a:gd name="T18" fmla="*/ 133 w 185"/>
                  <a:gd name="T19" fmla="*/ 97 h 128"/>
                  <a:gd name="T20" fmla="*/ 154 w 185"/>
                  <a:gd name="T21" fmla="*/ 92 h 128"/>
                  <a:gd name="T22" fmla="*/ 171 w 185"/>
                  <a:gd name="T23" fmla="*/ 96 h 128"/>
                  <a:gd name="T24" fmla="*/ 180 w 185"/>
                  <a:gd name="T25" fmla="*/ 88 h 128"/>
                  <a:gd name="T26" fmla="*/ 175 w 185"/>
                  <a:gd name="T27" fmla="*/ 54 h 128"/>
                  <a:gd name="T28" fmla="*/ 178 w 185"/>
                  <a:gd name="T29" fmla="*/ 28 h 128"/>
                  <a:gd name="T30" fmla="*/ 164 w 185"/>
                  <a:gd name="T31" fmla="*/ 18 h 128"/>
                  <a:gd name="T32" fmla="*/ 142 w 185"/>
                  <a:gd name="T33" fmla="*/ 1 h 128"/>
                  <a:gd name="T34" fmla="*/ 127 w 185"/>
                  <a:gd name="T35" fmla="*/ 2 h 128"/>
                  <a:gd name="T36" fmla="*/ 108 w 185"/>
                  <a:gd name="T37" fmla="*/ 0 h 128"/>
                  <a:gd name="T38" fmla="*/ 90 w 185"/>
                  <a:gd name="T39" fmla="*/ 3 h 128"/>
                  <a:gd name="T40" fmla="*/ 78 w 185"/>
                  <a:gd name="T41" fmla="*/ 16 h 128"/>
                  <a:gd name="T42" fmla="*/ 66 w 185"/>
                  <a:gd name="T43" fmla="*/ 23 h 128"/>
                  <a:gd name="T44" fmla="*/ 55 w 185"/>
                  <a:gd name="T45" fmla="*/ 7 h 128"/>
                  <a:gd name="T46" fmla="*/ 43 w 185"/>
                  <a:gd name="T47" fmla="*/ 5 h 128"/>
                  <a:gd name="T48" fmla="*/ 20 w 185"/>
                  <a:gd name="T49" fmla="*/ 15 h 128"/>
                  <a:gd name="T50" fmla="*/ 17 w 185"/>
                  <a:gd name="T51" fmla="*/ 19 h 128"/>
                  <a:gd name="T52" fmla="*/ 11 w 185"/>
                  <a:gd name="T53" fmla="*/ 24 h 128"/>
                  <a:gd name="T54" fmla="*/ 10 w 185"/>
                  <a:gd name="T55" fmla="*/ 33 h 128"/>
                  <a:gd name="T56" fmla="*/ 12 w 185"/>
                  <a:gd name="T57" fmla="*/ 43 h 128"/>
                  <a:gd name="T58" fmla="*/ 5 w 185"/>
                  <a:gd name="T59" fmla="*/ 57 h 128"/>
                  <a:gd name="T60" fmla="*/ 14 w 185"/>
                  <a:gd name="T61" fmla="*/ 68 h 128"/>
                  <a:gd name="T62" fmla="*/ 5 w 185"/>
                  <a:gd name="T63" fmla="*/ 77 h 128"/>
                  <a:gd name="T64" fmla="*/ 1 w 185"/>
                  <a:gd name="T65" fmla="*/ 86 h 128"/>
                  <a:gd name="T66" fmla="*/ 17 w 185"/>
                  <a:gd name="T67" fmla="*/ 86 h 128"/>
                  <a:gd name="T68" fmla="*/ 23 w 185"/>
                  <a:gd name="T69" fmla="*/ 79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5" h="128">
                    <a:moveTo>
                      <a:pt x="23" y="79"/>
                    </a:moveTo>
                    <a:cubicBezTo>
                      <a:pt x="25" y="78"/>
                      <a:pt x="26" y="77"/>
                      <a:pt x="28" y="75"/>
                    </a:cubicBezTo>
                    <a:cubicBezTo>
                      <a:pt x="29" y="74"/>
                      <a:pt x="30" y="74"/>
                      <a:pt x="32" y="74"/>
                    </a:cubicBezTo>
                    <a:cubicBezTo>
                      <a:pt x="34" y="74"/>
                      <a:pt x="35" y="74"/>
                      <a:pt x="37" y="74"/>
                    </a:cubicBezTo>
                    <a:cubicBezTo>
                      <a:pt x="41" y="75"/>
                      <a:pt x="44" y="76"/>
                      <a:pt x="48" y="77"/>
                    </a:cubicBezTo>
                    <a:cubicBezTo>
                      <a:pt x="51" y="79"/>
                      <a:pt x="55" y="79"/>
                      <a:pt x="59" y="80"/>
                    </a:cubicBezTo>
                    <a:cubicBezTo>
                      <a:pt x="60" y="80"/>
                      <a:pt x="62" y="81"/>
                      <a:pt x="64" y="82"/>
                    </a:cubicBezTo>
                    <a:cubicBezTo>
                      <a:pt x="66" y="83"/>
                      <a:pt x="68" y="85"/>
                      <a:pt x="70" y="87"/>
                    </a:cubicBezTo>
                    <a:cubicBezTo>
                      <a:pt x="72" y="88"/>
                      <a:pt x="73" y="90"/>
                      <a:pt x="73" y="93"/>
                    </a:cubicBezTo>
                    <a:cubicBezTo>
                      <a:pt x="73" y="96"/>
                      <a:pt x="73" y="98"/>
                      <a:pt x="73" y="101"/>
                    </a:cubicBezTo>
                    <a:cubicBezTo>
                      <a:pt x="73" y="104"/>
                      <a:pt x="74" y="106"/>
                      <a:pt x="75" y="108"/>
                    </a:cubicBezTo>
                    <a:cubicBezTo>
                      <a:pt x="77" y="111"/>
                      <a:pt x="80" y="112"/>
                      <a:pt x="83" y="113"/>
                    </a:cubicBezTo>
                    <a:cubicBezTo>
                      <a:pt x="86" y="115"/>
                      <a:pt x="89" y="117"/>
                      <a:pt x="91" y="120"/>
                    </a:cubicBezTo>
                    <a:cubicBezTo>
                      <a:pt x="93" y="123"/>
                      <a:pt x="95" y="125"/>
                      <a:pt x="98" y="126"/>
                    </a:cubicBezTo>
                    <a:cubicBezTo>
                      <a:pt x="100" y="126"/>
                      <a:pt x="104" y="128"/>
                      <a:pt x="106" y="128"/>
                    </a:cubicBezTo>
                    <a:cubicBezTo>
                      <a:pt x="108" y="127"/>
                      <a:pt x="109" y="122"/>
                      <a:pt x="109" y="120"/>
                    </a:cubicBezTo>
                    <a:cubicBezTo>
                      <a:pt x="110" y="116"/>
                      <a:pt x="110" y="113"/>
                      <a:pt x="110" y="110"/>
                    </a:cubicBezTo>
                    <a:cubicBezTo>
                      <a:pt x="111" y="107"/>
                      <a:pt x="113" y="105"/>
                      <a:pt x="116" y="104"/>
                    </a:cubicBezTo>
                    <a:cubicBezTo>
                      <a:pt x="119" y="102"/>
                      <a:pt x="122" y="101"/>
                      <a:pt x="125" y="100"/>
                    </a:cubicBezTo>
                    <a:cubicBezTo>
                      <a:pt x="128" y="99"/>
                      <a:pt x="131" y="98"/>
                      <a:pt x="133" y="97"/>
                    </a:cubicBezTo>
                    <a:cubicBezTo>
                      <a:pt x="137" y="95"/>
                      <a:pt x="140" y="93"/>
                      <a:pt x="144" y="93"/>
                    </a:cubicBezTo>
                    <a:cubicBezTo>
                      <a:pt x="147" y="93"/>
                      <a:pt x="151" y="93"/>
                      <a:pt x="154" y="92"/>
                    </a:cubicBezTo>
                    <a:cubicBezTo>
                      <a:pt x="157" y="92"/>
                      <a:pt x="160" y="91"/>
                      <a:pt x="164" y="92"/>
                    </a:cubicBezTo>
                    <a:cubicBezTo>
                      <a:pt x="167" y="92"/>
                      <a:pt x="168" y="94"/>
                      <a:pt x="171" y="96"/>
                    </a:cubicBezTo>
                    <a:cubicBezTo>
                      <a:pt x="173" y="97"/>
                      <a:pt x="177" y="98"/>
                      <a:pt x="179" y="96"/>
                    </a:cubicBezTo>
                    <a:cubicBezTo>
                      <a:pt x="182" y="94"/>
                      <a:pt x="180" y="91"/>
                      <a:pt x="180" y="88"/>
                    </a:cubicBezTo>
                    <a:cubicBezTo>
                      <a:pt x="179" y="85"/>
                      <a:pt x="178" y="81"/>
                      <a:pt x="177" y="78"/>
                    </a:cubicBezTo>
                    <a:cubicBezTo>
                      <a:pt x="177" y="70"/>
                      <a:pt x="176" y="62"/>
                      <a:pt x="175" y="54"/>
                    </a:cubicBezTo>
                    <a:cubicBezTo>
                      <a:pt x="175" y="50"/>
                      <a:pt x="176" y="48"/>
                      <a:pt x="178" y="45"/>
                    </a:cubicBezTo>
                    <a:cubicBezTo>
                      <a:pt x="180" y="40"/>
                      <a:pt x="185" y="31"/>
                      <a:pt x="178" y="28"/>
                    </a:cubicBezTo>
                    <a:cubicBezTo>
                      <a:pt x="175" y="27"/>
                      <a:pt x="172" y="28"/>
                      <a:pt x="169" y="26"/>
                    </a:cubicBezTo>
                    <a:cubicBezTo>
                      <a:pt x="166" y="24"/>
                      <a:pt x="165" y="21"/>
                      <a:pt x="164" y="18"/>
                    </a:cubicBezTo>
                    <a:cubicBezTo>
                      <a:pt x="161" y="13"/>
                      <a:pt x="155" y="17"/>
                      <a:pt x="152" y="14"/>
                    </a:cubicBezTo>
                    <a:cubicBezTo>
                      <a:pt x="147" y="10"/>
                      <a:pt x="148" y="2"/>
                      <a:pt x="142" y="1"/>
                    </a:cubicBezTo>
                    <a:cubicBezTo>
                      <a:pt x="139" y="1"/>
                      <a:pt x="137" y="1"/>
                      <a:pt x="135" y="1"/>
                    </a:cubicBezTo>
                    <a:cubicBezTo>
                      <a:pt x="132" y="0"/>
                      <a:pt x="130" y="2"/>
                      <a:pt x="127" y="2"/>
                    </a:cubicBezTo>
                    <a:cubicBezTo>
                      <a:pt x="124" y="4"/>
                      <a:pt x="120" y="3"/>
                      <a:pt x="116" y="2"/>
                    </a:cubicBezTo>
                    <a:cubicBezTo>
                      <a:pt x="114" y="1"/>
                      <a:pt x="111" y="0"/>
                      <a:pt x="108" y="0"/>
                    </a:cubicBezTo>
                    <a:cubicBezTo>
                      <a:pt x="105" y="0"/>
                      <a:pt x="102" y="0"/>
                      <a:pt x="99" y="0"/>
                    </a:cubicBezTo>
                    <a:cubicBezTo>
                      <a:pt x="96" y="1"/>
                      <a:pt x="93" y="2"/>
                      <a:pt x="90" y="3"/>
                    </a:cubicBezTo>
                    <a:cubicBezTo>
                      <a:pt x="87" y="4"/>
                      <a:pt x="85" y="4"/>
                      <a:pt x="83" y="6"/>
                    </a:cubicBezTo>
                    <a:cubicBezTo>
                      <a:pt x="81" y="9"/>
                      <a:pt x="80" y="13"/>
                      <a:pt x="78" y="16"/>
                    </a:cubicBezTo>
                    <a:cubicBezTo>
                      <a:pt x="76" y="18"/>
                      <a:pt x="73" y="18"/>
                      <a:pt x="71" y="20"/>
                    </a:cubicBezTo>
                    <a:cubicBezTo>
                      <a:pt x="70" y="21"/>
                      <a:pt x="67" y="24"/>
                      <a:pt x="66" y="23"/>
                    </a:cubicBezTo>
                    <a:cubicBezTo>
                      <a:pt x="65" y="22"/>
                      <a:pt x="65" y="20"/>
                      <a:pt x="65" y="19"/>
                    </a:cubicBezTo>
                    <a:cubicBezTo>
                      <a:pt x="62" y="15"/>
                      <a:pt x="59" y="11"/>
                      <a:pt x="55" y="7"/>
                    </a:cubicBezTo>
                    <a:cubicBezTo>
                      <a:pt x="54" y="6"/>
                      <a:pt x="52" y="5"/>
                      <a:pt x="51" y="4"/>
                    </a:cubicBezTo>
                    <a:cubicBezTo>
                      <a:pt x="48" y="3"/>
                      <a:pt x="46" y="4"/>
                      <a:pt x="43" y="5"/>
                    </a:cubicBezTo>
                    <a:cubicBezTo>
                      <a:pt x="40" y="7"/>
                      <a:pt x="36" y="7"/>
                      <a:pt x="32" y="9"/>
                    </a:cubicBezTo>
                    <a:cubicBezTo>
                      <a:pt x="29" y="11"/>
                      <a:pt x="23" y="12"/>
                      <a:pt x="20" y="15"/>
                    </a:cubicBezTo>
                    <a:cubicBezTo>
                      <a:pt x="19" y="16"/>
                      <a:pt x="20" y="16"/>
                      <a:pt x="19" y="17"/>
                    </a:cubicBezTo>
                    <a:cubicBezTo>
                      <a:pt x="18" y="18"/>
                      <a:pt x="17" y="18"/>
                      <a:pt x="17" y="19"/>
                    </a:cubicBezTo>
                    <a:cubicBezTo>
                      <a:pt x="16" y="20"/>
                      <a:pt x="16" y="20"/>
                      <a:pt x="16" y="21"/>
                    </a:cubicBezTo>
                    <a:cubicBezTo>
                      <a:pt x="14" y="22"/>
                      <a:pt x="12" y="22"/>
                      <a:pt x="11" y="24"/>
                    </a:cubicBezTo>
                    <a:cubicBezTo>
                      <a:pt x="10" y="26"/>
                      <a:pt x="10" y="28"/>
                      <a:pt x="10" y="30"/>
                    </a:cubicBezTo>
                    <a:cubicBezTo>
                      <a:pt x="10" y="31"/>
                      <a:pt x="10" y="32"/>
                      <a:pt x="10" y="33"/>
                    </a:cubicBezTo>
                    <a:cubicBezTo>
                      <a:pt x="10" y="34"/>
                      <a:pt x="10" y="35"/>
                      <a:pt x="10" y="36"/>
                    </a:cubicBezTo>
                    <a:cubicBezTo>
                      <a:pt x="11" y="38"/>
                      <a:pt x="12" y="40"/>
                      <a:pt x="12" y="43"/>
                    </a:cubicBezTo>
                    <a:cubicBezTo>
                      <a:pt x="13" y="48"/>
                      <a:pt x="9" y="49"/>
                      <a:pt x="7" y="51"/>
                    </a:cubicBezTo>
                    <a:cubicBezTo>
                      <a:pt x="5" y="53"/>
                      <a:pt x="5" y="56"/>
                      <a:pt x="5" y="57"/>
                    </a:cubicBezTo>
                    <a:cubicBezTo>
                      <a:pt x="5" y="59"/>
                      <a:pt x="6" y="60"/>
                      <a:pt x="7" y="61"/>
                    </a:cubicBezTo>
                    <a:cubicBezTo>
                      <a:pt x="9" y="63"/>
                      <a:pt x="14" y="65"/>
                      <a:pt x="14" y="68"/>
                    </a:cubicBezTo>
                    <a:cubicBezTo>
                      <a:pt x="14" y="70"/>
                      <a:pt x="11" y="72"/>
                      <a:pt x="10" y="73"/>
                    </a:cubicBezTo>
                    <a:cubicBezTo>
                      <a:pt x="8" y="74"/>
                      <a:pt x="6" y="75"/>
                      <a:pt x="5" y="77"/>
                    </a:cubicBezTo>
                    <a:cubicBezTo>
                      <a:pt x="4" y="78"/>
                      <a:pt x="4" y="80"/>
                      <a:pt x="3" y="81"/>
                    </a:cubicBezTo>
                    <a:cubicBezTo>
                      <a:pt x="2" y="83"/>
                      <a:pt x="1" y="84"/>
                      <a:pt x="1" y="86"/>
                    </a:cubicBezTo>
                    <a:cubicBezTo>
                      <a:pt x="0" y="90"/>
                      <a:pt x="7" y="90"/>
                      <a:pt x="10" y="90"/>
                    </a:cubicBezTo>
                    <a:cubicBezTo>
                      <a:pt x="13" y="91"/>
                      <a:pt x="15" y="88"/>
                      <a:pt x="17" y="86"/>
                    </a:cubicBezTo>
                    <a:cubicBezTo>
                      <a:pt x="18" y="84"/>
                      <a:pt x="19" y="84"/>
                      <a:pt x="20" y="83"/>
                    </a:cubicBezTo>
                    <a:cubicBezTo>
                      <a:pt x="21" y="82"/>
                      <a:pt x="22" y="80"/>
                      <a:pt x="23" y="7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36" name="Freeform 1936">
                <a:extLst>
                  <a:ext uri="{FF2B5EF4-FFF2-40B4-BE49-F238E27FC236}">
                    <a16:creationId xmlns:a16="http://schemas.microsoft.com/office/drawing/2014/main" id="{B765FF7E-607A-4AE5-9270-099DE5350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945"/>
                <a:ext cx="30" cy="32"/>
              </a:xfrm>
              <a:custGeom>
                <a:avLst/>
                <a:gdLst>
                  <a:gd name="T0" fmla="*/ 16 w 73"/>
                  <a:gd name="T1" fmla="*/ 59 h 77"/>
                  <a:gd name="T2" fmla="*/ 9 w 73"/>
                  <a:gd name="T3" fmla="*/ 55 h 77"/>
                  <a:gd name="T4" fmla="*/ 1 w 73"/>
                  <a:gd name="T5" fmla="*/ 53 h 77"/>
                  <a:gd name="T6" fmla="*/ 4 w 73"/>
                  <a:gd name="T7" fmla="*/ 45 h 77"/>
                  <a:gd name="T8" fmla="*/ 9 w 73"/>
                  <a:gd name="T9" fmla="*/ 38 h 77"/>
                  <a:gd name="T10" fmla="*/ 20 w 73"/>
                  <a:gd name="T11" fmla="*/ 38 h 77"/>
                  <a:gd name="T12" fmla="*/ 24 w 73"/>
                  <a:gd name="T13" fmla="*/ 29 h 77"/>
                  <a:gd name="T14" fmla="*/ 30 w 73"/>
                  <a:gd name="T15" fmla="*/ 20 h 77"/>
                  <a:gd name="T16" fmla="*/ 43 w 73"/>
                  <a:gd name="T17" fmla="*/ 18 h 77"/>
                  <a:gd name="T18" fmla="*/ 55 w 73"/>
                  <a:gd name="T19" fmla="*/ 15 h 77"/>
                  <a:gd name="T20" fmla="*/ 65 w 73"/>
                  <a:gd name="T21" fmla="*/ 6 h 77"/>
                  <a:gd name="T22" fmla="*/ 71 w 73"/>
                  <a:gd name="T23" fmla="*/ 4 h 77"/>
                  <a:gd name="T24" fmla="*/ 70 w 73"/>
                  <a:gd name="T25" fmla="*/ 21 h 77"/>
                  <a:gd name="T26" fmla="*/ 66 w 73"/>
                  <a:gd name="T27" fmla="*/ 25 h 77"/>
                  <a:gd name="T28" fmla="*/ 61 w 73"/>
                  <a:gd name="T29" fmla="*/ 25 h 77"/>
                  <a:gd name="T30" fmla="*/ 60 w 73"/>
                  <a:gd name="T31" fmla="*/ 35 h 77"/>
                  <a:gd name="T32" fmla="*/ 58 w 73"/>
                  <a:gd name="T33" fmla="*/ 47 h 77"/>
                  <a:gd name="T34" fmla="*/ 50 w 73"/>
                  <a:gd name="T35" fmla="*/ 54 h 77"/>
                  <a:gd name="T36" fmla="*/ 44 w 73"/>
                  <a:gd name="T37" fmla="*/ 62 h 77"/>
                  <a:gd name="T38" fmla="*/ 35 w 73"/>
                  <a:gd name="T39" fmla="*/ 68 h 77"/>
                  <a:gd name="T40" fmla="*/ 26 w 73"/>
                  <a:gd name="T41" fmla="*/ 74 h 77"/>
                  <a:gd name="T42" fmla="*/ 19 w 73"/>
                  <a:gd name="T43" fmla="*/ 77 h 77"/>
                  <a:gd name="T44" fmla="*/ 19 w 73"/>
                  <a:gd name="T45" fmla="*/ 72 h 77"/>
                  <a:gd name="T46" fmla="*/ 18 w 73"/>
                  <a:gd name="T47" fmla="*/ 69 h 77"/>
                  <a:gd name="T48" fmla="*/ 16 w 73"/>
                  <a:gd name="T49" fmla="*/ 59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3" h="77">
                    <a:moveTo>
                      <a:pt x="16" y="59"/>
                    </a:moveTo>
                    <a:cubicBezTo>
                      <a:pt x="15" y="55"/>
                      <a:pt x="12" y="55"/>
                      <a:pt x="9" y="55"/>
                    </a:cubicBezTo>
                    <a:cubicBezTo>
                      <a:pt x="7" y="55"/>
                      <a:pt x="2" y="55"/>
                      <a:pt x="1" y="53"/>
                    </a:cubicBezTo>
                    <a:cubicBezTo>
                      <a:pt x="0" y="51"/>
                      <a:pt x="3" y="47"/>
                      <a:pt x="4" y="45"/>
                    </a:cubicBezTo>
                    <a:cubicBezTo>
                      <a:pt x="5" y="42"/>
                      <a:pt x="6" y="38"/>
                      <a:pt x="9" y="38"/>
                    </a:cubicBezTo>
                    <a:cubicBezTo>
                      <a:pt x="13" y="37"/>
                      <a:pt x="17" y="39"/>
                      <a:pt x="20" y="38"/>
                    </a:cubicBezTo>
                    <a:cubicBezTo>
                      <a:pt x="24" y="37"/>
                      <a:pt x="24" y="32"/>
                      <a:pt x="24" y="29"/>
                    </a:cubicBezTo>
                    <a:cubicBezTo>
                      <a:pt x="25" y="24"/>
                      <a:pt x="26" y="21"/>
                      <a:pt x="30" y="20"/>
                    </a:cubicBezTo>
                    <a:cubicBezTo>
                      <a:pt x="34" y="19"/>
                      <a:pt x="39" y="19"/>
                      <a:pt x="43" y="18"/>
                    </a:cubicBezTo>
                    <a:cubicBezTo>
                      <a:pt x="47" y="17"/>
                      <a:pt x="51" y="16"/>
                      <a:pt x="55" y="15"/>
                    </a:cubicBezTo>
                    <a:cubicBezTo>
                      <a:pt x="59" y="13"/>
                      <a:pt x="62" y="10"/>
                      <a:pt x="65" y="6"/>
                    </a:cubicBezTo>
                    <a:cubicBezTo>
                      <a:pt x="67" y="4"/>
                      <a:pt x="70" y="0"/>
                      <a:pt x="71" y="4"/>
                    </a:cubicBezTo>
                    <a:cubicBezTo>
                      <a:pt x="73" y="9"/>
                      <a:pt x="72" y="16"/>
                      <a:pt x="70" y="21"/>
                    </a:cubicBezTo>
                    <a:cubicBezTo>
                      <a:pt x="69" y="22"/>
                      <a:pt x="68" y="24"/>
                      <a:pt x="66" y="25"/>
                    </a:cubicBezTo>
                    <a:cubicBezTo>
                      <a:pt x="64" y="25"/>
                      <a:pt x="63" y="25"/>
                      <a:pt x="61" y="25"/>
                    </a:cubicBezTo>
                    <a:cubicBezTo>
                      <a:pt x="58" y="27"/>
                      <a:pt x="60" y="32"/>
                      <a:pt x="60" y="35"/>
                    </a:cubicBezTo>
                    <a:cubicBezTo>
                      <a:pt x="60" y="39"/>
                      <a:pt x="61" y="44"/>
                      <a:pt x="58" y="47"/>
                    </a:cubicBezTo>
                    <a:cubicBezTo>
                      <a:pt x="56" y="50"/>
                      <a:pt x="52" y="51"/>
                      <a:pt x="50" y="54"/>
                    </a:cubicBezTo>
                    <a:cubicBezTo>
                      <a:pt x="48" y="56"/>
                      <a:pt x="47" y="60"/>
                      <a:pt x="44" y="62"/>
                    </a:cubicBezTo>
                    <a:cubicBezTo>
                      <a:pt x="41" y="65"/>
                      <a:pt x="38" y="66"/>
                      <a:pt x="35" y="68"/>
                    </a:cubicBezTo>
                    <a:cubicBezTo>
                      <a:pt x="32" y="70"/>
                      <a:pt x="29" y="72"/>
                      <a:pt x="26" y="74"/>
                    </a:cubicBezTo>
                    <a:cubicBezTo>
                      <a:pt x="24" y="75"/>
                      <a:pt x="21" y="76"/>
                      <a:pt x="19" y="77"/>
                    </a:cubicBezTo>
                    <a:cubicBezTo>
                      <a:pt x="18" y="75"/>
                      <a:pt x="19" y="73"/>
                      <a:pt x="19" y="72"/>
                    </a:cubicBezTo>
                    <a:cubicBezTo>
                      <a:pt x="18" y="71"/>
                      <a:pt x="18" y="70"/>
                      <a:pt x="18" y="69"/>
                    </a:cubicBezTo>
                    <a:cubicBezTo>
                      <a:pt x="17" y="65"/>
                      <a:pt x="17" y="62"/>
                      <a:pt x="16" y="5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37" name="Freeform 1937">
                <a:extLst>
                  <a:ext uri="{FF2B5EF4-FFF2-40B4-BE49-F238E27FC236}">
                    <a16:creationId xmlns:a16="http://schemas.microsoft.com/office/drawing/2014/main" id="{99FE0B97-3968-479B-914B-C61DC2EF0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872"/>
                <a:ext cx="164" cy="100"/>
              </a:xfrm>
              <a:custGeom>
                <a:avLst/>
                <a:gdLst>
                  <a:gd name="T0" fmla="*/ 37 w 401"/>
                  <a:gd name="T1" fmla="*/ 241 h 245"/>
                  <a:gd name="T2" fmla="*/ 28 w 401"/>
                  <a:gd name="T3" fmla="*/ 244 h 245"/>
                  <a:gd name="T4" fmla="*/ 18 w 401"/>
                  <a:gd name="T5" fmla="*/ 239 h 245"/>
                  <a:gd name="T6" fmla="*/ 12 w 401"/>
                  <a:gd name="T7" fmla="*/ 226 h 245"/>
                  <a:gd name="T8" fmla="*/ 6 w 401"/>
                  <a:gd name="T9" fmla="*/ 219 h 245"/>
                  <a:gd name="T10" fmla="*/ 1 w 401"/>
                  <a:gd name="T11" fmla="*/ 230 h 245"/>
                  <a:gd name="T12" fmla="*/ 3 w 401"/>
                  <a:gd name="T13" fmla="*/ 209 h 245"/>
                  <a:gd name="T14" fmla="*/ 9 w 401"/>
                  <a:gd name="T15" fmla="*/ 199 h 245"/>
                  <a:gd name="T16" fmla="*/ 17 w 401"/>
                  <a:gd name="T17" fmla="*/ 184 h 245"/>
                  <a:gd name="T18" fmla="*/ 31 w 401"/>
                  <a:gd name="T19" fmla="*/ 168 h 245"/>
                  <a:gd name="T20" fmla="*/ 49 w 401"/>
                  <a:gd name="T21" fmla="*/ 152 h 245"/>
                  <a:gd name="T22" fmla="*/ 63 w 401"/>
                  <a:gd name="T23" fmla="*/ 139 h 245"/>
                  <a:gd name="T24" fmla="*/ 75 w 401"/>
                  <a:gd name="T25" fmla="*/ 134 h 245"/>
                  <a:gd name="T26" fmla="*/ 86 w 401"/>
                  <a:gd name="T27" fmla="*/ 137 h 245"/>
                  <a:gd name="T28" fmla="*/ 94 w 401"/>
                  <a:gd name="T29" fmla="*/ 138 h 245"/>
                  <a:gd name="T30" fmla="*/ 109 w 401"/>
                  <a:gd name="T31" fmla="*/ 135 h 245"/>
                  <a:gd name="T32" fmla="*/ 124 w 401"/>
                  <a:gd name="T33" fmla="*/ 130 h 245"/>
                  <a:gd name="T34" fmla="*/ 142 w 401"/>
                  <a:gd name="T35" fmla="*/ 132 h 245"/>
                  <a:gd name="T36" fmla="*/ 151 w 401"/>
                  <a:gd name="T37" fmla="*/ 134 h 245"/>
                  <a:gd name="T38" fmla="*/ 166 w 401"/>
                  <a:gd name="T39" fmla="*/ 138 h 245"/>
                  <a:gd name="T40" fmla="*/ 190 w 401"/>
                  <a:gd name="T41" fmla="*/ 135 h 245"/>
                  <a:gd name="T42" fmla="*/ 211 w 401"/>
                  <a:gd name="T43" fmla="*/ 121 h 245"/>
                  <a:gd name="T44" fmla="*/ 228 w 401"/>
                  <a:gd name="T45" fmla="*/ 103 h 245"/>
                  <a:gd name="T46" fmla="*/ 235 w 401"/>
                  <a:gd name="T47" fmla="*/ 93 h 245"/>
                  <a:gd name="T48" fmla="*/ 262 w 401"/>
                  <a:gd name="T49" fmla="*/ 55 h 245"/>
                  <a:gd name="T50" fmla="*/ 280 w 401"/>
                  <a:gd name="T51" fmla="*/ 38 h 245"/>
                  <a:gd name="T52" fmla="*/ 300 w 401"/>
                  <a:gd name="T53" fmla="*/ 31 h 245"/>
                  <a:gd name="T54" fmla="*/ 323 w 401"/>
                  <a:gd name="T55" fmla="*/ 32 h 245"/>
                  <a:gd name="T56" fmla="*/ 345 w 401"/>
                  <a:gd name="T57" fmla="*/ 23 h 245"/>
                  <a:gd name="T58" fmla="*/ 371 w 401"/>
                  <a:gd name="T59" fmla="*/ 9 h 245"/>
                  <a:gd name="T60" fmla="*/ 393 w 401"/>
                  <a:gd name="T61" fmla="*/ 1 h 245"/>
                  <a:gd name="T62" fmla="*/ 389 w 401"/>
                  <a:gd name="T63" fmla="*/ 18 h 245"/>
                  <a:gd name="T64" fmla="*/ 365 w 401"/>
                  <a:gd name="T65" fmla="*/ 45 h 245"/>
                  <a:gd name="T66" fmla="*/ 376 w 401"/>
                  <a:gd name="T67" fmla="*/ 98 h 245"/>
                  <a:gd name="T68" fmla="*/ 374 w 401"/>
                  <a:gd name="T69" fmla="*/ 127 h 245"/>
                  <a:gd name="T70" fmla="*/ 359 w 401"/>
                  <a:gd name="T71" fmla="*/ 146 h 245"/>
                  <a:gd name="T72" fmla="*/ 344 w 401"/>
                  <a:gd name="T73" fmla="*/ 176 h 245"/>
                  <a:gd name="T74" fmla="*/ 337 w 401"/>
                  <a:gd name="T75" fmla="*/ 185 h 245"/>
                  <a:gd name="T76" fmla="*/ 327 w 401"/>
                  <a:gd name="T77" fmla="*/ 195 h 245"/>
                  <a:gd name="T78" fmla="*/ 316 w 401"/>
                  <a:gd name="T79" fmla="*/ 187 h 245"/>
                  <a:gd name="T80" fmla="*/ 305 w 401"/>
                  <a:gd name="T81" fmla="*/ 179 h 245"/>
                  <a:gd name="T82" fmla="*/ 288 w 401"/>
                  <a:gd name="T83" fmla="*/ 162 h 245"/>
                  <a:gd name="T84" fmla="*/ 270 w 401"/>
                  <a:gd name="T85" fmla="*/ 168 h 245"/>
                  <a:gd name="T86" fmla="*/ 241 w 401"/>
                  <a:gd name="T87" fmla="*/ 161 h 245"/>
                  <a:gd name="T88" fmla="*/ 229 w 401"/>
                  <a:gd name="T89" fmla="*/ 169 h 245"/>
                  <a:gd name="T90" fmla="*/ 209 w 401"/>
                  <a:gd name="T91" fmla="*/ 164 h 245"/>
                  <a:gd name="T92" fmla="*/ 176 w 401"/>
                  <a:gd name="T93" fmla="*/ 171 h 245"/>
                  <a:gd name="T94" fmla="*/ 161 w 401"/>
                  <a:gd name="T95" fmla="*/ 170 h 245"/>
                  <a:gd name="T96" fmla="*/ 146 w 401"/>
                  <a:gd name="T97" fmla="*/ 165 h 245"/>
                  <a:gd name="T98" fmla="*/ 132 w 401"/>
                  <a:gd name="T99" fmla="*/ 170 h 245"/>
                  <a:gd name="T100" fmla="*/ 120 w 401"/>
                  <a:gd name="T101" fmla="*/ 170 h 245"/>
                  <a:gd name="T102" fmla="*/ 108 w 401"/>
                  <a:gd name="T103" fmla="*/ 167 h 245"/>
                  <a:gd name="T104" fmla="*/ 100 w 401"/>
                  <a:gd name="T105" fmla="*/ 177 h 245"/>
                  <a:gd name="T106" fmla="*/ 82 w 401"/>
                  <a:gd name="T107" fmla="*/ 185 h 245"/>
                  <a:gd name="T108" fmla="*/ 64 w 401"/>
                  <a:gd name="T109" fmla="*/ 200 h 245"/>
                  <a:gd name="T110" fmla="*/ 54 w 401"/>
                  <a:gd name="T111" fmla="*/ 213 h 245"/>
                  <a:gd name="T112" fmla="*/ 37 w 401"/>
                  <a:gd name="T113" fmla="*/ 224 h 245"/>
                  <a:gd name="T114" fmla="*/ 34 w 401"/>
                  <a:gd name="T115" fmla="*/ 234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01" h="245">
                    <a:moveTo>
                      <a:pt x="35" y="240"/>
                    </a:moveTo>
                    <a:cubicBezTo>
                      <a:pt x="35" y="240"/>
                      <a:pt x="37" y="240"/>
                      <a:pt x="37" y="241"/>
                    </a:cubicBezTo>
                    <a:cubicBezTo>
                      <a:pt x="37" y="241"/>
                      <a:pt x="35" y="242"/>
                      <a:pt x="35" y="243"/>
                    </a:cubicBezTo>
                    <a:cubicBezTo>
                      <a:pt x="32" y="244"/>
                      <a:pt x="30" y="244"/>
                      <a:pt x="28" y="244"/>
                    </a:cubicBezTo>
                    <a:cubicBezTo>
                      <a:pt x="26" y="244"/>
                      <a:pt x="23" y="245"/>
                      <a:pt x="21" y="244"/>
                    </a:cubicBezTo>
                    <a:cubicBezTo>
                      <a:pt x="19" y="243"/>
                      <a:pt x="19" y="240"/>
                      <a:pt x="18" y="239"/>
                    </a:cubicBezTo>
                    <a:cubicBezTo>
                      <a:pt x="17" y="237"/>
                      <a:pt x="16" y="235"/>
                      <a:pt x="15" y="233"/>
                    </a:cubicBezTo>
                    <a:cubicBezTo>
                      <a:pt x="14" y="231"/>
                      <a:pt x="13" y="229"/>
                      <a:pt x="12" y="226"/>
                    </a:cubicBezTo>
                    <a:cubicBezTo>
                      <a:pt x="12" y="224"/>
                      <a:pt x="12" y="220"/>
                      <a:pt x="10" y="218"/>
                    </a:cubicBezTo>
                    <a:cubicBezTo>
                      <a:pt x="8" y="216"/>
                      <a:pt x="6" y="218"/>
                      <a:pt x="6" y="219"/>
                    </a:cubicBezTo>
                    <a:cubicBezTo>
                      <a:pt x="4" y="222"/>
                      <a:pt x="5" y="224"/>
                      <a:pt x="4" y="227"/>
                    </a:cubicBezTo>
                    <a:cubicBezTo>
                      <a:pt x="4" y="228"/>
                      <a:pt x="3" y="231"/>
                      <a:pt x="1" y="230"/>
                    </a:cubicBezTo>
                    <a:cubicBezTo>
                      <a:pt x="0" y="228"/>
                      <a:pt x="0" y="225"/>
                      <a:pt x="0" y="223"/>
                    </a:cubicBezTo>
                    <a:cubicBezTo>
                      <a:pt x="1" y="218"/>
                      <a:pt x="1" y="213"/>
                      <a:pt x="3" y="209"/>
                    </a:cubicBezTo>
                    <a:cubicBezTo>
                      <a:pt x="5" y="207"/>
                      <a:pt x="7" y="205"/>
                      <a:pt x="7" y="202"/>
                    </a:cubicBezTo>
                    <a:cubicBezTo>
                      <a:pt x="8" y="201"/>
                      <a:pt x="8" y="200"/>
                      <a:pt x="9" y="199"/>
                    </a:cubicBezTo>
                    <a:cubicBezTo>
                      <a:pt x="9" y="197"/>
                      <a:pt x="10" y="196"/>
                      <a:pt x="10" y="194"/>
                    </a:cubicBezTo>
                    <a:cubicBezTo>
                      <a:pt x="11" y="190"/>
                      <a:pt x="15" y="187"/>
                      <a:pt x="17" y="184"/>
                    </a:cubicBezTo>
                    <a:cubicBezTo>
                      <a:pt x="20" y="182"/>
                      <a:pt x="22" y="179"/>
                      <a:pt x="24" y="176"/>
                    </a:cubicBezTo>
                    <a:cubicBezTo>
                      <a:pt x="27" y="174"/>
                      <a:pt x="28" y="170"/>
                      <a:pt x="31" y="168"/>
                    </a:cubicBezTo>
                    <a:cubicBezTo>
                      <a:pt x="34" y="165"/>
                      <a:pt x="36" y="163"/>
                      <a:pt x="39" y="161"/>
                    </a:cubicBezTo>
                    <a:cubicBezTo>
                      <a:pt x="43" y="159"/>
                      <a:pt x="46" y="156"/>
                      <a:pt x="49" y="152"/>
                    </a:cubicBezTo>
                    <a:cubicBezTo>
                      <a:pt x="52" y="150"/>
                      <a:pt x="54" y="147"/>
                      <a:pt x="57" y="144"/>
                    </a:cubicBezTo>
                    <a:cubicBezTo>
                      <a:pt x="59" y="143"/>
                      <a:pt x="61" y="141"/>
                      <a:pt x="63" y="139"/>
                    </a:cubicBezTo>
                    <a:cubicBezTo>
                      <a:pt x="64" y="138"/>
                      <a:pt x="66" y="136"/>
                      <a:pt x="67" y="136"/>
                    </a:cubicBezTo>
                    <a:cubicBezTo>
                      <a:pt x="70" y="135"/>
                      <a:pt x="73" y="134"/>
                      <a:pt x="75" y="134"/>
                    </a:cubicBezTo>
                    <a:cubicBezTo>
                      <a:pt x="78" y="134"/>
                      <a:pt x="79" y="134"/>
                      <a:pt x="81" y="135"/>
                    </a:cubicBezTo>
                    <a:cubicBezTo>
                      <a:pt x="83" y="136"/>
                      <a:pt x="84" y="137"/>
                      <a:pt x="86" y="137"/>
                    </a:cubicBezTo>
                    <a:cubicBezTo>
                      <a:pt x="87" y="138"/>
                      <a:pt x="89" y="138"/>
                      <a:pt x="91" y="138"/>
                    </a:cubicBezTo>
                    <a:cubicBezTo>
                      <a:pt x="92" y="138"/>
                      <a:pt x="93" y="138"/>
                      <a:pt x="94" y="138"/>
                    </a:cubicBezTo>
                    <a:cubicBezTo>
                      <a:pt x="97" y="138"/>
                      <a:pt x="100" y="138"/>
                      <a:pt x="102" y="138"/>
                    </a:cubicBezTo>
                    <a:cubicBezTo>
                      <a:pt x="105" y="137"/>
                      <a:pt x="107" y="136"/>
                      <a:pt x="109" y="135"/>
                    </a:cubicBezTo>
                    <a:cubicBezTo>
                      <a:pt x="111" y="134"/>
                      <a:pt x="113" y="134"/>
                      <a:pt x="115" y="133"/>
                    </a:cubicBezTo>
                    <a:cubicBezTo>
                      <a:pt x="118" y="131"/>
                      <a:pt x="120" y="131"/>
                      <a:pt x="124" y="130"/>
                    </a:cubicBezTo>
                    <a:cubicBezTo>
                      <a:pt x="127" y="130"/>
                      <a:pt x="131" y="129"/>
                      <a:pt x="134" y="130"/>
                    </a:cubicBezTo>
                    <a:cubicBezTo>
                      <a:pt x="137" y="130"/>
                      <a:pt x="139" y="131"/>
                      <a:pt x="142" y="132"/>
                    </a:cubicBezTo>
                    <a:cubicBezTo>
                      <a:pt x="143" y="132"/>
                      <a:pt x="144" y="133"/>
                      <a:pt x="145" y="133"/>
                    </a:cubicBezTo>
                    <a:cubicBezTo>
                      <a:pt x="147" y="134"/>
                      <a:pt x="149" y="134"/>
                      <a:pt x="151" y="134"/>
                    </a:cubicBezTo>
                    <a:cubicBezTo>
                      <a:pt x="154" y="135"/>
                      <a:pt x="156" y="136"/>
                      <a:pt x="159" y="137"/>
                    </a:cubicBezTo>
                    <a:cubicBezTo>
                      <a:pt x="161" y="138"/>
                      <a:pt x="164" y="138"/>
                      <a:pt x="166" y="138"/>
                    </a:cubicBezTo>
                    <a:cubicBezTo>
                      <a:pt x="169" y="137"/>
                      <a:pt x="171" y="137"/>
                      <a:pt x="174" y="137"/>
                    </a:cubicBezTo>
                    <a:cubicBezTo>
                      <a:pt x="179" y="137"/>
                      <a:pt x="185" y="137"/>
                      <a:pt x="190" y="135"/>
                    </a:cubicBezTo>
                    <a:cubicBezTo>
                      <a:pt x="193" y="134"/>
                      <a:pt x="195" y="133"/>
                      <a:pt x="198" y="131"/>
                    </a:cubicBezTo>
                    <a:cubicBezTo>
                      <a:pt x="202" y="128"/>
                      <a:pt x="207" y="124"/>
                      <a:pt x="211" y="121"/>
                    </a:cubicBezTo>
                    <a:cubicBezTo>
                      <a:pt x="214" y="118"/>
                      <a:pt x="217" y="116"/>
                      <a:pt x="220" y="113"/>
                    </a:cubicBezTo>
                    <a:cubicBezTo>
                      <a:pt x="223" y="110"/>
                      <a:pt x="226" y="107"/>
                      <a:pt x="228" y="103"/>
                    </a:cubicBezTo>
                    <a:cubicBezTo>
                      <a:pt x="230" y="101"/>
                      <a:pt x="230" y="99"/>
                      <a:pt x="231" y="98"/>
                    </a:cubicBezTo>
                    <a:cubicBezTo>
                      <a:pt x="232" y="96"/>
                      <a:pt x="234" y="94"/>
                      <a:pt x="235" y="93"/>
                    </a:cubicBezTo>
                    <a:cubicBezTo>
                      <a:pt x="239" y="86"/>
                      <a:pt x="244" y="81"/>
                      <a:pt x="249" y="75"/>
                    </a:cubicBezTo>
                    <a:cubicBezTo>
                      <a:pt x="253" y="69"/>
                      <a:pt x="257" y="62"/>
                      <a:pt x="262" y="55"/>
                    </a:cubicBezTo>
                    <a:cubicBezTo>
                      <a:pt x="264" y="52"/>
                      <a:pt x="267" y="49"/>
                      <a:pt x="270" y="46"/>
                    </a:cubicBezTo>
                    <a:cubicBezTo>
                      <a:pt x="273" y="42"/>
                      <a:pt x="276" y="40"/>
                      <a:pt x="280" y="38"/>
                    </a:cubicBezTo>
                    <a:cubicBezTo>
                      <a:pt x="283" y="37"/>
                      <a:pt x="286" y="35"/>
                      <a:pt x="289" y="33"/>
                    </a:cubicBezTo>
                    <a:cubicBezTo>
                      <a:pt x="292" y="31"/>
                      <a:pt x="296" y="31"/>
                      <a:pt x="300" y="31"/>
                    </a:cubicBezTo>
                    <a:cubicBezTo>
                      <a:pt x="305" y="31"/>
                      <a:pt x="310" y="32"/>
                      <a:pt x="315" y="32"/>
                    </a:cubicBezTo>
                    <a:cubicBezTo>
                      <a:pt x="318" y="32"/>
                      <a:pt x="321" y="32"/>
                      <a:pt x="323" y="32"/>
                    </a:cubicBezTo>
                    <a:cubicBezTo>
                      <a:pt x="326" y="32"/>
                      <a:pt x="328" y="31"/>
                      <a:pt x="331" y="30"/>
                    </a:cubicBezTo>
                    <a:cubicBezTo>
                      <a:pt x="336" y="28"/>
                      <a:pt x="341" y="26"/>
                      <a:pt x="345" y="23"/>
                    </a:cubicBezTo>
                    <a:cubicBezTo>
                      <a:pt x="350" y="21"/>
                      <a:pt x="354" y="18"/>
                      <a:pt x="358" y="15"/>
                    </a:cubicBezTo>
                    <a:cubicBezTo>
                      <a:pt x="362" y="13"/>
                      <a:pt x="366" y="11"/>
                      <a:pt x="371" y="9"/>
                    </a:cubicBezTo>
                    <a:cubicBezTo>
                      <a:pt x="374" y="7"/>
                      <a:pt x="378" y="5"/>
                      <a:pt x="382" y="3"/>
                    </a:cubicBezTo>
                    <a:cubicBezTo>
                      <a:pt x="385" y="1"/>
                      <a:pt x="389" y="0"/>
                      <a:pt x="393" y="1"/>
                    </a:cubicBezTo>
                    <a:cubicBezTo>
                      <a:pt x="397" y="1"/>
                      <a:pt x="401" y="3"/>
                      <a:pt x="400" y="7"/>
                    </a:cubicBezTo>
                    <a:cubicBezTo>
                      <a:pt x="399" y="12"/>
                      <a:pt x="393" y="15"/>
                      <a:pt x="389" y="18"/>
                    </a:cubicBezTo>
                    <a:cubicBezTo>
                      <a:pt x="385" y="20"/>
                      <a:pt x="380" y="22"/>
                      <a:pt x="376" y="25"/>
                    </a:cubicBezTo>
                    <a:cubicBezTo>
                      <a:pt x="369" y="29"/>
                      <a:pt x="366" y="38"/>
                      <a:pt x="365" y="45"/>
                    </a:cubicBezTo>
                    <a:cubicBezTo>
                      <a:pt x="363" y="54"/>
                      <a:pt x="369" y="60"/>
                      <a:pt x="373" y="67"/>
                    </a:cubicBezTo>
                    <a:cubicBezTo>
                      <a:pt x="377" y="77"/>
                      <a:pt x="377" y="88"/>
                      <a:pt x="376" y="98"/>
                    </a:cubicBezTo>
                    <a:cubicBezTo>
                      <a:pt x="375" y="103"/>
                      <a:pt x="374" y="109"/>
                      <a:pt x="374" y="114"/>
                    </a:cubicBezTo>
                    <a:cubicBezTo>
                      <a:pt x="373" y="118"/>
                      <a:pt x="374" y="123"/>
                      <a:pt x="374" y="127"/>
                    </a:cubicBezTo>
                    <a:cubicBezTo>
                      <a:pt x="373" y="131"/>
                      <a:pt x="372" y="135"/>
                      <a:pt x="369" y="138"/>
                    </a:cubicBezTo>
                    <a:cubicBezTo>
                      <a:pt x="366" y="141"/>
                      <a:pt x="362" y="143"/>
                      <a:pt x="359" y="146"/>
                    </a:cubicBezTo>
                    <a:cubicBezTo>
                      <a:pt x="354" y="150"/>
                      <a:pt x="351" y="155"/>
                      <a:pt x="349" y="161"/>
                    </a:cubicBezTo>
                    <a:cubicBezTo>
                      <a:pt x="347" y="166"/>
                      <a:pt x="347" y="172"/>
                      <a:pt x="344" y="176"/>
                    </a:cubicBezTo>
                    <a:cubicBezTo>
                      <a:pt x="343" y="178"/>
                      <a:pt x="342" y="179"/>
                      <a:pt x="341" y="181"/>
                    </a:cubicBezTo>
                    <a:cubicBezTo>
                      <a:pt x="340" y="183"/>
                      <a:pt x="339" y="184"/>
                      <a:pt x="337" y="185"/>
                    </a:cubicBezTo>
                    <a:cubicBezTo>
                      <a:pt x="336" y="188"/>
                      <a:pt x="335" y="190"/>
                      <a:pt x="334" y="192"/>
                    </a:cubicBezTo>
                    <a:cubicBezTo>
                      <a:pt x="333" y="196"/>
                      <a:pt x="329" y="195"/>
                      <a:pt x="327" y="195"/>
                    </a:cubicBezTo>
                    <a:cubicBezTo>
                      <a:pt x="324" y="195"/>
                      <a:pt x="320" y="195"/>
                      <a:pt x="318" y="192"/>
                    </a:cubicBezTo>
                    <a:cubicBezTo>
                      <a:pt x="317" y="190"/>
                      <a:pt x="317" y="188"/>
                      <a:pt x="316" y="187"/>
                    </a:cubicBezTo>
                    <a:cubicBezTo>
                      <a:pt x="314" y="185"/>
                      <a:pt x="312" y="183"/>
                      <a:pt x="311" y="181"/>
                    </a:cubicBezTo>
                    <a:cubicBezTo>
                      <a:pt x="309" y="179"/>
                      <a:pt x="307" y="179"/>
                      <a:pt x="305" y="179"/>
                    </a:cubicBezTo>
                    <a:cubicBezTo>
                      <a:pt x="298" y="178"/>
                      <a:pt x="299" y="171"/>
                      <a:pt x="295" y="167"/>
                    </a:cubicBezTo>
                    <a:cubicBezTo>
                      <a:pt x="293" y="165"/>
                      <a:pt x="290" y="163"/>
                      <a:pt x="288" y="162"/>
                    </a:cubicBezTo>
                    <a:cubicBezTo>
                      <a:pt x="284" y="161"/>
                      <a:pt x="281" y="162"/>
                      <a:pt x="279" y="164"/>
                    </a:cubicBezTo>
                    <a:cubicBezTo>
                      <a:pt x="276" y="166"/>
                      <a:pt x="273" y="169"/>
                      <a:pt x="270" y="168"/>
                    </a:cubicBezTo>
                    <a:cubicBezTo>
                      <a:pt x="267" y="167"/>
                      <a:pt x="265" y="163"/>
                      <a:pt x="263" y="161"/>
                    </a:cubicBezTo>
                    <a:cubicBezTo>
                      <a:pt x="257" y="156"/>
                      <a:pt x="245" y="155"/>
                      <a:pt x="241" y="161"/>
                    </a:cubicBezTo>
                    <a:cubicBezTo>
                      <a:pt x="239" y="163"/>
                      <a:pt x="238" y="166"/>
                      <a:pt x="236" y="168"/>
                    </a:cubicBezTo>
                    <a:cubicBezTo>
                      <a:pt x="234" y="170"/>
                      <a:pt x="231" y="169"/>
                      <a:pt x="229" y="169"/>
                    </a:cubicBezTo>
                    <a:cubicBezTo>
                      <a:pt x="225" y="169"/>
                      <a:pt x="221" y="169"/>
                      <a:pt x="217" y="168"/>
                    </a:cubicBezTo>
                    <a:cubicBezTo>
                      <a:pt x="214" y="167"/>
                      <a:pt x="212" y="165"/>
                      <a:pt x="209" y="164"/>
                    </a:cubicBezTo>
                    <a:cubicBezTo>
                      <a:pt x="203" y="162"/>
                      <a:pt x="197" y="166"/>
                      <a:pt x="193" y="170"/>
                    </a:cubicBezTo>
                    <a:cubicBezTo>
                      <a:pt x="187" y="174"/>
                      <a:pt x="182" y="169"/>
                      <a:pt x="176" y="171"/>
                    </a:cubicBezTo>
                    <a:cubicBezTo>
                      <a:pt x="173" y="172"/>
                      <a:pt x="172" y="172"/>
                      <a:pt x="169" y="170"/>
                    </a:cubicBezTo>
                    <a:cubicBezTo>
                      <a:pt x="166" y="168"/>
                      <a:pt x="164" y="167"/>
                      <a:pt x="161" y="170"/>
                    </a:cubicBezTo>
                    <a:cubicBezTo>
                      <a:pt x="159" y="172"/>
                      <a:pt x="156" y="175"/>
                      <a:pt x="153" y="172"/>
                    </a:cubicBezTo>
                    <a:cubicBezTo>
                      <a:pt x="151" y="170"/>
                      <a:pt x="149" y="164"/>
                      <a:pt x="146" y="165"/>
                    </a:cubicBezTo>
                    <a:cubicBezTo>
                      <a:pt x="143" y="165"/>
                      <a:pt x="142" y="169"/>
                      <a:pt x="139" y="170"/>
                    </a:cubicBezTo>
                    <a:cubicBezTo>
                      <a:pt x="137" y="170"/>
                      <a:pt x="135" y="170"/>
                      <a:pt x="132" y="170"/>
                    </a:cubicBezTo>
                    <a:cubicBezTo>
                      <a:pt x="130" y="171"/>
                      <a:pt x="127" y="173"/>
                      <a:pt x="124" y="171"/>
                    </a:cubicBezTo>
                    <a:cubicBezTo>
                      <a:pt x="122" y="170"/>
                      <a:pt x="122" y="168"/>
                      <a:pt x="120" y="170"/>
                    </a:cubicBezTo>
                    <a:cubicBezTo>
                      <a:pt x="118" y="171"/>
                      <a:pt x="116" y="175"/>
                      <a:pt x="114" y="173"/>
                    </a:cubicBezTo>
                    <a:cubicBezTo>
                      <a:pt x="112" y="171"/>
                      <a:pt x="111" y="167"/>
                      <a:pt x="108" y="167"/>
                    </a:cubicBezTo>
                    <a:cubicBezTo>
                      <a:pt x="106" y="167"/>
                      <a:pt x="105" y="169"/>
                      <a:pt x="104" y="171"/>
                    </a:cubicBezTo>
                    <a:cubicBezTo>
                      <a:pt x="103" y="173"/>
                      <a:pt x="101" y="175"/>
                      <a:pt x="100" y="177"/>
                    </a:cubicBezTo>
                    <a:cubicBezTo>
                      <a:pt x="98" y="180"/>
                      <a:pt x="96" y="182"/>
                      <a:pt x="92" y="184"/>
                    </a:cubicBezTo>
                    <a:cubicBezTo>
                      <a:pt x="89" y="185"/>
                      <a:pt x="86" y="186"/>
                      <a:pt x="82" y="185"/>
                    </a:cubicBezTo>
                    <a:cubicBezTo>
                      <a:pt x="80" y="185"/>
                      <a:pt x="77" y="184"/>
                      <a:pt x="74" y="185"/>
                    </a:cubicBezTo>
                    <a:cubicBezTo>
                      <a:pt x="68" y="187"/>
                      <a:pt x="67" y="195"/>
                      <a:pt x="64" y="200"/>
                    </a:cubicBezTo>
                    <a:cubicBezTo>
                      <a:pt x="62" y="202"/>
                      <a:pt x="60" y="204"/>
                      <a:pt x="58" y="207"/>
                    </a:cubicBezTo>
                    <a:cubicBezTo>
                      <a:pt x="57" y="209"/>
                      <a:pt x="55" y="212"/>
                      <a:pt x="54" y="213"/>
                    </a:cubicBezTo>
                    <a:cubicBezTo>
                      <a:pt x="49" y="217"/>
                      <a:pt x="44" y="214"/>
                      <a:pt x="40" y="218"/>
                    </a:cubicBezTo>
                    <a:cubicBezTo>
                      <a:pt x="38" y="220"/>
                      <a:pt x="38" y="222"/>
                      <a:pt x="37" y="224"/>
                    </a:cubicBezTo>
                    <a:cubicBezTo>
                      <a:pt x="37" y="226"/>
                      <a:pt x="36" y="228"/>
                      <a:pt x="35" y="229"/>
                    </a:cubicBezTo>
                    <a:cubicBezTo>
                      <a:pt x="34" y="231"/>
                      <a:pt x="34" y="233"/>
                      <a:pt x="34" y="234"/>
                    </a:cubicBezTo>
                    <a:cubicBezTo>
                      <a:pt x="33" y="236"/>
                      <a:pt x="31" y="240"/>
                      <a:pt x="35" y="24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38" name="Freeform 1938">
                <a:extLst>
                  <a:ext uri="{FF2B5EF4-FFF2-40B4-BE49-F238E27FC236}">
                    <a16:creationId xmlns:a16="http://schemas.microsoft.com/office/drawing/2014/main" id="{FDFD9015-DBEF-4CC4-B9CF-0D58EEDCA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147"/>
                <a:ext cx="26" cy="45"/>
              </a:xfrm>
              <a:custGeom>
                <a:avLst/>
                <a:gdLst>
                  <a:gd name="T0" fmla="*/ 10 w 65"/>
                  <a:gd name="T1" fmla="*/ 83 h 110"/>
                  <a:gd name="T2" fmla="*/ 4 w 65"/>
                  <a:gd name="T3" fmla="*/ 81 h 110"/>
                  <a:gd name="T4" fmla="*/ 2 w 65"/>
                  <a:gd name="T5" fmla="*/ 78 h 110"/>
                  <a:gd name="T6" fmla="*/ 9 w 65"/>
                  <a:gd name="T7" fmla="*/ 76 h 110"/>
                  <a:gd name="T8" fmla="*/ 15 w 65"/>
                  <a:gd name="T9" fmla="*/ 71 h 110"/>
                  <a:gd name="T10" fmla="*/ 20 w 65"/>
                  <a:gd name="T11" fmla="*/ 68 h 110"/>
                  <a:gd name="T12" fmla="*/ 22 w 65"/>
                  <a:gd name="T13" fmla="*/ 62 h 110"/>
                  <a:gd name="T14" fmla="*/ 19 w 65"/>
                  <a:gd name="T15" fmla="*/ 56 h 110"/>
                  <a:gd name="T16" fmla="*/ 30 w 65"/>
                  <a:gd name="T17" fmla="*/ 44 h 110"/>
                  <a:gd name="T18" fmla="*/ 44 w 65"/>
                  <a:gd name="T19" fmla="*/ 26 h 110"/>
                  <a:gd name="T20" fmla="*/ 50 w 65"/>
                  <a:gd name="T21" fmla="*/ 13 h 110"/>
                  <a:gd name="T22" fmla="*/ 54 w 65"/>
                  <a:gd name="T23" fmla="*/ 3 h 110"/>
                  <a:gd name="T24" fmla="*/ 65 w 65"/>
                  <a:gd name="T25" fmla="*/ 1 h 110"/>
                  <a:gd name="T26" fmla="*/ 65 w 65"/>
                  <a:gd name="T27" fmla="*/ 5 h 110"/>
                  <a:gd name="T28" fmla="*/ 63 w 65"/>
                  <a:gd name="T29" fmla="*/ 16 h 110"/>
                  <a:gd name="T30" fmla="*/ 60 w 65"/>
                  <a:gd name="T31" fmla="*/ 30 h 110"/>
                  <a:gd name="T32" fmla="*/ 58 w 65"/>
                  <a:gd name="T33" fmla="*/ 35 h 110"/>
                  <a:gd name="T34" fmla="*/ 52 w 65"/>
                  <a:gd name="T35" fmla="*/ 45 h 110"/>
                  <a:gd name="T36" fmla="*/ 44 w 65"/>
                  <a:gd name="T37" fmla="*/ 52 h 110"/>
                  <a:gd name="T38" fmla="*/ 41 w 65"/>
                  <a:gd name="T39" fmla="*/ 58 h 110"/>
                  <a:gd name="T40" fmla="*/ 39 w 65"/>
                  <a:gd name="T41" fmla="*/ 63 h 110"/>
                  <a:gd name="T42" fmla="*/ 37 w 65"/>
                  <a:gd name="T43" fmla="*/ 68 h 110"/>
                  <a:gd name="T44" fmla="*/ 34 w 65"/>
                  <a:gd name="T45" fmla="*/ 74 h 110"/>
                  <a:gd name="T46" fmla="*/ 30 w 65"/>
                  <a:gd name="T47" fmla="*/ 81 h 110"/>
                  <a:gd name="T48" fmla="*/ 28 w 65"/>
                  <a:gd name="T49" fmla="*/ 86 h 110"/>
                  <a:gd name="T50" fmla="*/ 26 w 65"/>
                  <a:gd name="T51" fmla="*/ 91 h 110"/>
                  <a:gd name="T52" fmla="*/ 24 w 65"/>
                  <a:gd name="T53" fmla="*/ 96 h 110"/>
                  <a:gd name="T54" fmla="*/ 24 w 65"/>
                  <a:gd name="T55" fmla="*/ 97 h 110"/>
                  <a:gd name="T56" fmla="*/ 24 w 65"/>
                  <a:gd name="T57" fmla="*/ 97 h 110"/>
                  <a:gd name="T58" fmla="*/ 21 w 65"/>
                  <a:gd name="T59" fmla="*/ 107 h 110"/>
                  <a:gd name="T60" fmla="*/ 18 w 65"/>
                  <a:gd name="T61" fmla="*/ 110 h 110"/>
                  <a:gd name="T62" fmla="*/ 14 w 65"/>
                  <a:gd name="T63" fmla="*/ 108 h 110"/>
                  <a:gd name="T64" fmla="*/ 14 w 65"/>
                  <a:gd name="T65" fmla="*/ 103 h 110"/>
                  <a:gd name="T66" fmla="*/ 15 w 65"/>
                  <a:gd name="T67" fmla="*/ 98 h 110"/>
                  <a:gd name="T68" fmla="*/ 14 w 65"/>
                  <a:gd name="T69" fmla="*/ 93 h 110"/>
                  <a:gd name="T70" fmla="*/ 13 w 65"/>
                  <a:gd name="T71" fmla="*/ 91 h 110"/>
                  <a:gd name="T72" fmla="*/ 10 w 65"/>
                  <a:gd name="T73" fmla="*/ 83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5" h="110">
                    <a:moveTo>
                      <a:pt x="10" y="83"/>
                    </a:moveTo>
                    <a:cubicBezTo>
                      <a:pt x="8" y="82"/>
                      <a:pt x="6" y="82"/>
                      <a:pt x="4" y="81"/>
                    </a:cubicBezTo>
                    <a:cubicBezTo>
                      <a:pt x="3" y="81"/>
                      <a:pt x="0" y="79"/>
                      <a:pt x="2" y="78"/>
                    </a:cubicBezTo>
                    <a:cubicBezTo>
                      <a:pt x="3" y="76"/>
                      <a:pt x="7" y="77"/>
                      <a:pt x="9" y="76"/>
                    </a:cubicBezTo>
                    <a:cubicBezTo>
                      <a:pt x="13" y="75"/>
                      <a:pt x="13" y="73"/>
                      <a:pt x="15" y="71"/>
                    </a:cubicBezTo>
                    <a:cubicBezTo>
                      <a:pt x="16" y="68"/>
                      <a:pt x="18" y="69"/>
                      <a:pt x="20" y="68"/>
                    </a:cubicBezTo>
                    <a:cubicBezTo>
                      <a:pt x="23" y="67"/>
                      <a:pt x="24" y="65"/>
                      <a:pt x="22" y="62"/>
                    </a:cubicBezTo>
                    <a:cubicBezTo>
                      <a:pt x="21" y="60"/>
                      <a:pt x="19" y="59"/>
                      <a:pt x="19" y="56"/>
                    </a:cubicBezTo>
                    <a:cubicBezTo>
                      <a:pt x="20" y="51"/>
                      <a:pt x="27" y="47"/>
                      <a:pt x="30" y="44"/>
                    </a:cubicBezTo>
                    <a:cubicBezTo>
                      <a:pt x="36" y="38"/>
                      <a:pt x="38" y="31"/>
                      <a:pt x="44" y="26"/>
                    </a:cubicBezTo>
                    <a:cubicBezTo>
                      <a:pt x="48" y="23"/>
                      <a:pt x="48" y="18"/>
                      <a:pt x="50" y="13"/>
                    </a:cubicBezTo>
                    <a:cubicBezTo>
                      <a:pt x="50" y="10"/>
                      <a:pt x="51" y="5"/>
                      <a:pt x="54" y="3"/>
                    </a:cubicBezTo>
                    <a:cubicBezTo>
                      <a:pt x="56" y="1"/>
                      <a:pt x="62" y="0"/>
                      <a:pt x="65" y="1"/>
                    </a:cubicBezTo>
                    <a:cubicBezTo>
                      <a:pt x="65" y="2"/>
                      <a:pt x="65" y="4"/>
                      <a:pt x="65" y="5"/>
                    </a:cubicBezTo>
                    <a:cubicBezTo>
                      <a:pt x="65" y="9"/>
                      <a:pt x="64" y="13"/>
                      <a:pt x="63" y="16"/>
                    </a:cubicBezTo>
                    <a:cubicBezTo>
                      <a:pt x="61" y="21"/>
                      <a:pt x="61" y="26"/>
                      <a:pt x="60" y="30"/>
                    </a:cubicBezTo>
                    <a:cubicBezTo>
                      <a:pt x="59" y="32"/>
                      <a:pt x="58" y="33"/>
                      <a:pt x="58" y="35"/>
                    </a:cubicBezTo>
                    <a:cubicBezTo>
                      <a:pt x="56" y="38"/>
                      <a:pt x="54" y="42"/>
                      <a:pt x="52" y="45"/>
                    </a:cubicBezTo>
                    <a:cubicBezTo>
                      <a:pt x="49" y="48"/>
                      <a:pt x="46" y="49"/>
                      <a:pt x="44" y="52"/>
                    </a:cubicBezTo>
                    <a:cubicBezTo>
                      <a:pt x="43" y="54"/>
                      <a:pt x="42" y="56"/>
                      <a:pt x="41" y="58"/>
                    </a:cubicBezTo>
                    <a:cubicBezTo>
                      <a:pt x="40" y="60"/>
                      <a:pt x="39" y="61"/>
                      <a:pt x="39" y="63"/>
                    </a:cubicBezTo>
                    <a:cubicBezTo>
                      <a:pt x="38" y="65"/>
                      <a:pt x="38" y="67"/>
                      <a:pt x="37" y="68"/>
                    </a:cubicBezTo>
                    <a:cubicBezTo>
                      <a:pt x="36" y="70"/>
                      <a:pt x="35" y="72"/>
                      <a:pt x="34" y="74"/>
                    </a:cubicBezTo>
                    <a:cubicBezTo>
                      <a:pt x="32" y="76"/>
                      <a:pt x="31" y="78"/>
                      <a:pt x="30" y="81"/>
                    </a:cubicBezTo>
                    <a:cubicBezTo>
                      <a:pt x="29" y="82"/>
                      <a:pt x="28" y="84"/>
                      <a:pt x="28" y="86"/>
                    </a:cubicBezTo>
                    <a:cubicBezTo>
                      <a:pt x="27" y="88"/>
                      <a:pt x="27" y="89"/>
                      <a:pt x="26" y="91"/>
                    </a:cubicBezTo>
                    <a:cubicBezTo>
                      <a:pt x="25" y="93"/>
                      <a:pt x="25" y="95"/>
                      <a:pt x="24" y="96"/>
                    </a:cubicBezTo>
                    <a:cubicBezTo>
                      <a:pt x="24" y="96"/>
                      <a:pt x="24" y="97"/>
                      <a:pt x="24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3" y="100"/>
                      <a:pt x="23" y="104"/>
                      <a:pt x="21" y="107"/>
                    </a:cubicBezTo>
                    <a:cubicBezTo>
                      <a:pt x="21" y="109"/>
                      <a:pt x="20" y="110"/>
                      <a:pt x="18" y="110"/>
                    </a:cubicBezTo>
                    <a:cubicBezTo>
                      <a:pt x="16" y="110"/>
                      <a:pt x="15" y="110"/>
                      <a:pt x="14" y="108"/>
                    </a:cubicBezTo>
                    <a:cubicBezTo>
                      <a:pt x="14" y="107"/>
                      <a:pt x="14" y="105"/>
                      <a:pt x="14" y="103"/>
                    </a:cubicBezTo>
                    <a:cubicBezTo>
                      <a:pt x="14" y="101"/>
                      <a:pt x="15" y="100"/>
                      <a:pt x="15" y="98"/>
                    </a:cubicBezTo>
                    <a:cubicBezTo>
                      <a:pt x="15" y="96"/>
                      <a:pt x="15" y="95"/>
                      <a:pt x="14" y="93"/>
                    </a:cubicBezTo>
                    <a:cubicBezTo>
                      <a:pt x="14" y="92"/>
                      <a:pt x="13" y="92"/>
                      <a:pt x="13" y="91"/>
                    </a:cubicBezTo>
                    <a:cubicBezTo>
                      <a:pt x="12" y="89"/>
                      <a:pt x="12" y="85"/>
                      <a:pt x="10" y="8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39" name="Freeform 1939">
                <a:extLst>
                  <a:ext uri="{FF2B5EF4-FFF2-40B4-BE49-F238E27FC236}">
                    <a16:creationId xmlns:a16="http://schemas.microsoft.com/office/drawing/2014/main" id="{8637AC09-139A-494E-AF8B-3D7463A2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158"/>
                <a:ext cx="11" cy="10"/>
              </a:xfrm>
              <a:custGeom>
                <a:avLst/>
                <a:gdLst>
                  <a:gd name="T0" fmla="*/ 5 w 26"/>
                  <a:gd name="T1" fmla="*/ 23 h 25"/>
                  <a:gd name="T2" fmla="*/ 3 w 26"/>
                  <a:gd name="T3" fmla="*/ 22 h 25"/>
                  <a:gd name="T4" fmla="*/ 2 w 26"/>
                  <a:gd name="T5" fmla="*/ 21 h 25"/>
                  <a:gd name="T6" fmla="*/ 1 w 26"/>
                  <a:gd name="T7" fmla="*/ 19 h 25"/>
                  <a:gd name="T8" fmla="*/ 1 w 26"/>
                  <a:gd name="T9" fmla="*/ 17 h 25"/>
                  <a:gd name="T10" fmla="*/ 1 w 26"/>
                  <a:gd name="T11" fmla="*/ 12 h 25"/>
                  <a:gd name="T12" fmla="*/ 1 w 26"/>
                  <a:gd name="T13" fmla="*/ 6 h 25"/>
                  <a:gd name="T14" fmla="*/ 1 w 26"/>
                  <a:gd name="T15" fmla="*/ 3 h 25"/>
                  <a:gd name="T16" fmla="*/ 6 w 26"/>
                  <a:gd name="T17" fmla="*/ 3 h 25"/>
                  <a:gd name="T18" fmla="*/ 11 w 26"/>
                  <a:gd name="T19" fmla="*/ 2 h 25"/>
                  <a:gd name="T20" fmla="*/ 19 w 26"/>
                  <a:gd name="T21" fmla="*/ 2 h 25"/>
                  <a:gd name="T22" fmla="*/ 15 w 26"/>
                  <a:gd name="T23" fmla="*/ 10 h 25"/>
                  <a:gd name="T24" fmla="*/ 14 w 26"/>
                  <a:gd name="T25" fmla="*/ 17 h 25"/>
                  <a:gd name="T26" fmla="*/ 21 w 26"/>
                  <a:gd name="T27" fmla="*/ 11 h 25"/>
                  <a:gd name="T28" fmla="*/ 20 w 26"/>
                  <a:gd name="T29" fmla="*/ 20 h 25"/>
                  <a:gd name="T30" fmla="*/ 13 w 26"/>
                  <a:gd name="T31" fmla="*/ 25 h 25"/>
                  <a:gd name="T32" fmla="*/ 9 w 26"/>
                  <a:gd name="T33" fmla="*/ 25 h 25"/>
                  <a:gd name="T34" fmla="*/ 7 w 26"/>
                  <a:gd name="T35" fmla="*/ 25 h 25"/>
                  <a:gd name="T36" fmla="*/ 5 w 26"/>
                  <a:gd name="T37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5">
                    <a:moveTo>
                      <a:pt x="5" y="23"/>
                    </a:moveTo>
                    <a:cubicBezTo>
                      <a:pt x="4" y="23"/>
                      <a:pt x="3" y="23"/>
                      <a:pt x="3" y="22"/>
                    </a:cubicBezTo>
                    <a:cubicBezTo>
                      <a:pt x="2" y="22"/>
                      <a:pt x="3" y="21"/>
                      <a:pt x="2" y="21"/>
                    </a:cubicBezTo>
                    <a:cubicBezTo>
                      <a:pt x="2" y="20"/>
                      <a:pt x="1" y="20"/>
                      <a:pt x="1" y="19"/>
                    </a:cubicBezTo>
                    <a:cubicBezTo>
                      <a:pt x="1" y="19"/>
                      <a:pt x="1" y="18"/>
                      <a:pt x="1" y="17"/>
                    </a:cubicBezTo>
                    <a:cubicBezTo>
                      <a:pt x="1" y="15"/>
                      <a:pt x="1" y="13"/>
                      <a:pt x="1" y="12"/>
                    </a:cubicBezTo>
                    <a:cubicBezTo>
                      <a:pt x="1" y="10"/>
                      <a:pt x="1" y="8"/>
                      <a:pt x="1" y="6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2" y="2"/>
                      <a:pt x="5" y="3"/>
                      <a:pt x="6" y="3"/>
                    </a:cubicBezTo>
                    <a:cubicBezTo>
                      <a:pt x="7" y="3"/>
                      <a:pt x="9" y="2"/>
                      <a:pt x="11" y="2"/>
                    </a:cubicBezTo>
                    <a:cubicBezTo>
                      <a:pt x="13" y="2"/>
                      <a:pt x="16" y="0"/>
                      <a:pt x="19" y="2"/>
                    </a:cubicBezTo>
                    <a:cubicBezTo>
                      <a:pt x="22" y="4"/>
                      <a:pt x="17" y="8"/>
                      <a:pt x="15" y="10"/>
                    </a:cubicBezTo>
                    <a:cubicBezTo>
                      <a:pt x="14" y="11"/>
                      <a:pt x="11" y="15"/>
                      <a:pt x="14" y="17"/>
                    </a:cubicBezTo>
                    <a:cubicBezTo>
                      <a:pt x="18" y="19"/>
                      <a:pt x="18" y="12"/>
                      <a:pt x="21" y="11"/>
                    </a:cubicBezTo>
                    <a:cubicBezTo>
                      <a:pt x="26" y="11"/>
                      <a:pt x="21" y="19"/>
                      <a:pt x="20" y="20"/>
                    </a:cubicBezTo>
                    <a:cubicBezTo>
                      <a:pt x="19" y="23"/>
                      <a:pt x="16" y="24"/>
                      <a:pt x="13" y="25"/>
                    </a:cubicBezTo>
                    <a:cubicBezTo>
                      <a:pt x="12" y="25"/>
                      <a:pt x="10" y="25"/>
                      <a:pt x="9" y="25"/>
                    </a:cubicBezTo>
                    <a:cubicBezTo>
                      <a:pt x="8" y="25"/>
                      <a:pt x="7" y="25"/>
                      <a:pt x="7" y="25"/>
                    </a:cubicBezTo>
                    <a:cubicBezTo>
                      <a:pt x="6" y="24"/>
                      <a:pt x="6" y="24"/>
                      <a:pt x="5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40" name="Freeform 1940">
                <a:extLst>
                  <a:ext uri="{FF2B5EF4-FFF2-40B4-BE49-F238E27FC236}">
                    <a16:creationId xmlns:a16="http://schemas.microsoft.com/office/drawing/2014/main" id="{C509E71D-2BF7-413C-9ED0-EACB53F7B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157"/>
                <a:ext cx="3" cy="3"/>
              </a:xfrm>
              <a:custGeom>
                <a:avLst/>
                <a:gdLst>
                  <a:gd name="T0" fmla="*/ 0 w 6"/>
                  <a:gd name="T1" fmla="*/ 3 h 8"/>
                  <a:gd name="T2" fmla="*/ 4 w 6"/>
                  <a:gd name="T3" fmla="*/ 1 h 8"/>
                  <a:gd name="T4" fmla="*/ 4 w 6"/>
                  <a:gd name="T5" fmla="*/ 6 h 8"/>
                  <a:gd name="T6" fmla="*/ 0 w 6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3"/>
                    </a:moveTo>
                    <a:cubicBezTo>
                      <a:pt x="0" y="1"/>
                      <a:pt x="2" y="0"/>
                      <a:pt x="4" y="1"/>
                    </a:cubicBezTo>
                    <a:cubicBezTo>
                      <a:pt x="5" y="2"/>
                      <a:pt x="6" y="5"/>
                      <a:pt x="4" y="6"/>
                    </a:cubicBezTo>
                    <a:cubicBezTo>
                      <a:pt x="1" y="8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41" name="Freeform 1941">
                <a:extLst>
                  <a:ext uri="{FF2B5EF4-FFF2-40B4-BE49-F238E27FC236}">
                    <a16:creationId xmlns:a16="http://schemas.microsoft.com/office/drawing/2014/main" id="{9602367E-7D04-47B7-9CC4-DABF8DDAB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170"/>
                <a:ext cx="4" cy="4"/>
              </a:xfrm>
              <a:custGeom>
                <a:avLst/>
                <a:gdLst>
                  <a:gd name="T0" fmla="*/ 8 w 9"/>
                  <a:gd name="T1" fmla="*/ 2 h 10"/>
                  <a:gd name="T2" fmla="*/ 9 w 9"/>
                  <a:gd name="T3" fmla="*/ 6 h 10"/>
                  <a:gd name="T4" fmla="*/ 7 w 9"/>
                  <a:gd name="T5" fmla="*/ 9 h 10"/>
                  <a:gd name="T6" fmla="*/ 4 w 9"/>
                  <a:gd name="T7" fmla="*/ 10 h 10"/>
                  <a:gd name="T8" fmla="*/ 1 w 9"/>
                  <a:gd name="T9" fmla="*/ 3 h 10"/>
                  <a:gd name="T10" fmla="*/ 8 w 9"/>
                  <a:gd name="T1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8" y="2"/>
                    </a:moveTo>
                    <a:cubicBezTo>
                      <a:pt x="9" y="3"/>
                      <a:pt x="9" y="5"/>
                      <a:pt x="9" y="6"/>
                    </a:cubicBezTo>
                    <a:cubicBezTo>
                      <a:pt x="9" y="8"/>
                      <a:pt x="8" y="9"/>
                      <a:pt x="7" y="9"/>
                    </a:cubicBezTo>
                    <a:cubicBezTo>
                      <a:pt x="6" y="10"/>
                      <a:pt x="5" y="10"/>
                      <a:pt x="4" y="10"/>
                    </a:cubicBezTo>
                    <a:cubicBezTo>
                      <a:pt x="1" y="10"/>
                      <a:pt x="0" y="5"/>
                      <a:pt x="1" y="3"/>
                    </a:cubicBezTo>
                    <a:cubicBezTo>
                      <a:pt x="3" y="2"/>
                      <a:pt x="7" y="0"/>
                      <a:pt x="8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42" name="Freeform 1942">
                <a:extLst>
                  <a:ext uri="{FF2B5EF4-FFF2-40B4-BE49-F238E27FC236}">
                    <a16:creationId xmlns:a16="http://schemas.microsoft.com/office/drawing/2014/main" id="{5EF14EB3-BDF0-4E16-8CF0-B64FC7C20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163"/>
                <a:ext cx="19" cy="17"/>
              </a:xfrm>
              <a:custGeom>
                <a:avLst/>
                <a:gdLst>
                  <a:gd name="T0" fmla="*/ 24 w 46"/>
                  <a:gd name="T1" fmla="*/ 36 h 41"/>
                  <a:gd name="T2" fmla="*/ 22 w 46"/>
                  <a:gd name="T3" fmla="*/ 33 h 41"/>
                  <a:gd name="T4" fmla="*/ 17 w 46"/>
                  <a:gd name="T5" fmla="*/ 26 h 41"/>
                  <a:gd name="T6" fmla="*/ 12 w 46"/>
                  <a:gd name="T7" fmla="*/ 20 h 41"/>
                  <a:gd name="T8" fmla="*/ 9 w 46"/>
                  <a:gd name="T9" fmla="*/ 13 h 41"/>
                  <a:gd name="T10" fmla="*/ 5 w 46"/>
                  <a:gd name="T11" fmla="*/ 9 h 41"/>
                  <a:gd name="T12" fmla="*/ 4 w 46"/>
                  <a:gd name="T13" fmla="*/ 0 h 41"/>
                  <a:gd name="T14" fmla="*/ 6 w 46"/>
                  <a:gd name="T15" fmla="*/ 2 h 41"/>
                  <a:gd name="T16" fmla="*/ 10 w 46"/>
                  <a:gd name="T17" fmla="*/ 5 h 41"/>
                  <a:gd name="T18" fmla="*/ 14 w 46"/>
                  <a:gd name="T19" fmla="*/ 11 h 41"/>
                  <a:gd name="T20" fmla="*/ 17 w 46"/>
                  <a:gd name="T21" fmla="*/ 17 h 41"/>
                  <a:gd name="T22" fmla="*/ 21 w 46"/>
                  <a:gd name="T23" fmla="*/ 22 h 41"/>
                  <a:gd name="T24" fmla="*/ 24 w 46"/>
                  <a:gd name="T25" fmla="*/ 17 h 41"/>
                  <a:gd name="T26" fmla="*/ 29 w 46"/>
                  <a:gd name="T27" fmla="*/ 18 h 41"/>
                  <a:gd name="T28" fmla="*/ 32 w 46"/>
                  <a:gd name="T29" fmla="*/ 25 h 41"/>
                  <a:gd name="T30" fmla="*/ 38 w 46"/>
                  <a:gd name="T31" fmla="*/ 28 h 41"/>
                  <a:gd name="T32" fmla="*/ 42 w 46"/>
                  <a:gd name="T33" fmla="*/ 23 h 41"/>
                  <a:gd name="T34" fmla="*/ 44 w 46"/>
                  <a:gd name="T35" fmla="*/ 27 h 41"/>
                  <a:gd name="T36" fmla="*/ 46 w 46"/>
                  <a:gd name="T37" fmla="*/ 33 h 41"/>
                  <a:gd name="T38" fmla="*/ 40 w 46"/>
                  <a:gd name="T39" fmla="*/ 38 h 41"/>
                  <a:gd name="T40" fmla="*/ 35 w 46"/>
                  <a:gd name="T41" fmla="*/ 39 h 41"/>
                  <a:gd name="T42" fmla="*/ 31 w 46"/>
                  <a:gd name="T43" fmla="*/ 40 h 41"/>
                  <a:gd name="T44" fmla="*/ 27 w 46"/>
                  <a:gd name="T45" fmla="*/ 40 h 41"/>
                  <a:gd name="T46" fmla="*/ 24 w 46"/>
                  <a:gd name="T47" fmla="*/ 3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41">
                    <a:moveTo>
                      <a:pt x="24" y="36"/>
                    </a:moveTo>
                    <a:cubicBezTo>
                      <a:pt x="23" y="35"/>
                      <a:pt x="22" y="34"/>
                      <a:pt x="22" y="33"/>
                    </a:cubicBezTo>
                    <a:cubicBezTo>
                      <a:pt x="20" y="31"/>
                      <a:pt x="18" y="29"/>
                      <a:pt x="17" y="26"/>
                    </a:cubicBezTo>
                    <a:cubicBezTo>
                      <a:pt x="15" y="24"/>
                      <a:pt x="13" y="23"/>
                      <a:pt x="12" y="20"/>
                    </a:cubicBezTo>
                    <a:cubicBezTo>
                      <a:pt x="11" y="17"/>
                      <a:pt x="11" y="15"/>
                      <a:pt x="9" y="13"/>
                    </a:cubicBezTo>
                    <a:cubicBezTo>
                      <a:pt x="7" y="12"/>
                      <a:pt x="6" y="11"/>
                      <a:pt x="5" y="9"/>
                    </a:cubicBezTo>
                    <a:cubicBezTo>
                      <a:pt x="4" y="8"/>
                      <a:pt x="0" y="0"/>
                      <a:pt x="4" y="0"/>
                    </a:cubicBezTo>
                    <a:cubicBezTo>
                      <a:pt x="5" y="0"/>
                      <a:pt x="6" y="1"/>
                      <a:pt x="6" y="2"/>
                    </a:cubicBezTo>
                    <a:cubicBezTo>
                      <a:pt x="8" y="3"/>
                      <a:pt x="9" y="4"/>
                      <a:pt x="10" y="5"/>
                    </a:cubicBezTo>
                    <a:cubicBezTo>
                      <a:pt x="12" y="7"/>
                      <a:pt x="13" y="8"/>
                      <a:pt x="14" y="11"/>
                    </a:cubicBezTo>
                    <a:cubicBezTo>
                      <a:pt x="15" y="13"/>
                      <a:pt x="16" y="15"/>
                      <a:pt x="17" y="17"/>
                    </a:cubicBezTo>
                    <a:cubicBezTo>
                      <a:pt x="18" y="19"/>
                      <a:pt x="19" y="22"/>
                      <a:pt x="21" y="22"/>
                    </a:cubicBezTo>
                    <a:cubicBezTo>
                      <a:pt x="24" y="22"/>
                      <a:pt x="24" y="18"/>
                      <a:pt x="24" y="17"/>
                    </a:cubicBezTo>
                    <a:cubicBezTo>
                      <a:pt x="25" y="14"/>
                      <a:pt x="28" y="16"/>
                      <a:pt x="29" y="18"/>
                    </a:cubicBezTo>
                    <a:cubicBezTo>
                      <a:pt x="31" y="20"/>
                      <a:pt x="31" y="23"/>
                      <a:pt x="32" y="25"/>
                    </a:cubicBezTo>
                    <a:cubicBezTo>
                      <a:pt x="33" y="27"/>
                      <a:pt x="36" y="29"/>
                      <a:pt x="38" y="28"/>
                    </a:cubicBezTo>
                    <a:cubicBezTo>
                      <a:pt x="41" y="27"/>
                      <a:pt x="40" y="24"/>
                      <a:pt x="42" y="23"/>
                    </a:cubicBezTo>
                    <a:cubicBezTo>
                      <a:pt x="43" y="22"/>
                      <a:pt x="44" y="26"/>
                      <a:pt x="44" y="27"/>
                    </a:cubicBezTo>
                    <a:cubicBezTo>
                      <a:pt x="44" y="29"/>
                      <a:pt x="46" y="31"/>
                      <a:pt x="46" y="33"/>
                    </a:cubicBezTo>
                    <a:cubicBezTo>
                      <a:pt x="45" y="35"/>
                      <a:pt x="42" y="37"/>
                      <a:pt x="40" y="38"/>
                    </a:cubicBezTo>
                    <a:cubicBezTo>
                      <a:pt x="38" y="38"/>
                      <a:pt x="37" y="38"/>
                      <a:pt x="35" y="39"/>
                    </a:cubicBezTo>
                    <a:cubicBezTo>
                      <a:pt x="33" y="39"/>
                      <a:pt x="32" y="40"/>
                      <a:pt x="31" y="40"/>
                    </a:cubicBezTo>
                    <a:cubicBezTo>
                      <a:pt x="30" y="41"/>
                      <a:pt x="28" y="41"/>
                      <a:pt x="27" y="40"/>
                    </a:cubicBezTo>
                    <a:cubicBezTo>
                      <a:pt x="25" y="39"/>
                      <a:pt x="25" y="37"/>
                      <a:pt x="24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43" name="Freeform 1943">
                <a:extLst>
                  <a:ext uri="{FF2B5EF4-FFF2-40B4-BE49-F238E27FC236}">
                    <a16:creationId xmlns:a16="http://schemas.microsoft.com/office/drawing/2014/main" id="{7921AE4D-D153-4205-9728-714A03A57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170"/>
                <a:ext cx="7" cy="4"/>
              </a:xfrm>
              <a:custGeom>
                <a:avLst/>
                <a:gdLst>
                  <a:gd name="T0" fmla="*/ 11 w 18"/>
                  <a:gd name="T1" fmla="*/ 4 h 11"/>
                  <a:gd name="T2" fmla="*/ 10 w 18"/>
                  <a:gd name="T3" fmla="*/ 2 h 11"/>
                  <a:gd name="T4" fmla="*/ 8 w 18"/>
                  <a:gd name="T5" fmla="*/ 1 h 11"/>
                  <a:gd name="T6" fmla="*/ 2 w 18"/>
                  <a:gd name="T7" fmla="*/ 1 h 11"/>
                  <a:gd name="T8" fmla="*/ 4 w 18"/>
                  <a:gd name="T9" fmla="*/ 6 h 11"/>
                  <a:gd name="T10" fmla="*/ 8 w 18"/>
                  <a:gd name="T11" fmla="*/ 7 h 11"/>
                  <a:gd name="T12" fmla="*/ 11 w 18"/>
                  <a:gd name="T13" fmla="*/ 9 h 11"/>
                  <a:gd name="T14" fmla="*/ 16 w 18"/>
                  <a:gd name="T15" fmla="*/ 11 h 11"/>
                  <a:gd name="T16" fmla="*/ 14 w 18"/>
                  <a:gd name="T17" fmla="*/ 5 h 11"/>
                  <a:gd name="T18" fmla="*/ 13 w 18"/>
                  <a:gd name="T19" fmla="*/ 5 h 11"/>
                  <a:gd name="T20" fmla="*/ 11 w 18"/>
                  <a:gd name="T2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1">
                    <a:moveTo>
                      <a:pt x="11" y="4"/>
                    </a:moveTo>
                    <a:cubicBezTo>
                      <a:pt x="11" y="3"/>
                      <a:pt x="11" y="3"/>
                      <a:pt x="10" y="2"/>
                    </a:cubicBezTo>
                    <a:cubicBezTo>
                      <a:pt x="9" y="2"/>
                      <a:pt x="9" y="1"/>
                      <a:pt x="8" y="1"/>
                    </a:cubicBez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2" y="5"/>
                      <a:pt x="4" y="6"/>
                    </a:cubicBezTo>
                    <a:cubicBezTo>
                      <a:pt x="5" y="6"/>
                      <a:pt x="7" y="6"/>
                      <a:pt x="8" y="7"/>
                    </a:cubicBezTo>
                    <a:cubicBezTo>
                      <a:pt x="9" y="8"/>
                      <a:pt x="10" y="8"/>
                      <a:pt x="11" y="9"/>
                    </a:cubicBezTo>
                    <a:cubicBezTo>
                      <a:pt x="12" y="10"/>
                      <a:pt x="15" y="11"/>
                      <a:pt x="16" y="11"/>
                    </a:cubicBezTo>
                    <a:cubicBezTo>
                      <a:pt x="18" y="10"/>
                      <a:pt x="15" y="6"/>
                      <a:pt x="14" y="5"/>
                    </a:cubicBezTo>
                    <a:cubicBezTo>
                      <a:pt x="14" y="5"/>
                      <a:pt x="13" y="5"/>
                      <a:pt x="13" y="5"/>
                    </a:cubicBezTo>
                    <a:cubicBezTo>
                      <a:pt x="12" y="5"/>
                      <a:pt x="12" y="4"/>
                      <a:pt x="1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44" name="Freeform 1944">
                <a:extLst>
                  <a:ext uri="{FF2B5EF4-FFF2-40B4-BE49-F238E27FC236}">
                    <a16:creationId xmlns:a16="http://schemas.microsoft.com/office/drawing/2014/main" id="{7A2BD4F7-3AFE-4ED7-9648-3319A9C42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148"/>
                <a:ext cx="25" cy="25"/>
              </a:xfrm>
              <a:custGeom>
                <a:avLst/>
                <a:gdLst>
                  <a:gd name="T0" fmla="*/ 37 w 61"/>
                  <a:gd name="T1" fmla="*/ 50 h 60"/>
                  <a:gd name="T2" fmla="*/ 25 w 61"/>
                  <a:gd name="T3" fmla="*/ 50 h 60"/>
                  <a:gd name="T4" fmla="*/ 17 w 61"/>
                  <a:gd name="T5" fmla="*/ 44 h 60"/>
                  <a:gd name="T6" fmla="*/ 17 w 61"/>
                  <a:gd name="T7" fmla="*/ 37 h 60"/>
                  <a:gd name="T8" fmla="*/ 14 w 61"/>
                  <a:gd name="T9" fmla="*/ 31 h 60"/>
                  <a:gd name="T10" fmla="*/ 18 w 61"/>
                  <a:gd name="T11" fmla="*/ 29 h 60"/>
                  <a:gd name="T12" fmla="*/ 24 w 61"/>
                  <a:gd name="T13" fmla="*/ 36 h 60"/>
                  <a:gd name="T14" fmla="*/ 29 w 61"/>
                  <a:gd name="T15" fmla="*/ 35 h 60"/>
                  <a:gd name="T16" fmla="*/ 28 w 61"/>
                  <a:gd name="T17" fmla="*/ 27 h 60"/>
                  <a:gd name="T18" fmla="*/ 23 w 61"/>
                  <a:gd name="T19" fmla="*/ 26 h 60"/>
                  <a:gd name="T20" fmla="*/ 19 w 61"/>
                  <a:gd name="T21" fmla="*/ 23 h 60"/>
                  <a:gd name="T22" fmla="*/ 10 w 61"/>
                  <a:gd name="T23" fmla="*/ 20 h 60"/>
                  <a:gd name="T24" fmla="*/ 4 w 61"/>
                  <a:gd name="T25" fmla="*/ 17 h 60"/>
                  <a:gd name="T26" fmla="*/ 5 w 61"/>
                  <a:gd name="T27" fmla="*/ 12 h 60"/>
                  <a:gd name="T28" fmla="*/ 7 w 61"/>
                  <a:gd name="T29" fmla="*/ 7 h 60"/>
                  <a:gd name="T30" fmla="*/ 0 w 61"/>
                  <a:gd name="T31" fmla="*/ 7 h 60"/>
                  <a:gd name="T32" fmla="*/ 6 w 61"/>
                  <a:gd name="T33" fmla="*/ 2 h 60"/>
                  <a:gd name="T34" fmla="*/ 19 w 61"/>
                  <a:gd name="T35" fmla="*/ 1 h 60"/>
                  <a:gd name="T36" fmla="*/ 27 w 61"/>
                  <a:gd name="T37" fmla="*/ 13 h 60"/>
                  <a:gd name="T38" fmla="*/ 37 w 61"/>
                  <a:gd name="T39" fmla="*/ 21 h 60"/>
                  <a:gd name="T40" fmla="*/ 47 w 61"/>
                  <a:gd name="T41" fmla="*/ 22 h 60"/>
                  <a:gd name="T42" fmla="*/ 51 w 61"/>
                  <a:gd name="T43" fmla="*/ 29 h 60"/>
                  <a:gd name="T44" fmla="*/ 52 w 61"/>
                  <a:gd name="T45" fmla="*/ 34 h 60"/>
                  <a:gd name="T46" fmla="*/ 54 w 61"/>
                  <a:gd name="T47" fmla="*/ 38 h 60"/>
                  <a:gd name="T48" fmla="*/ 58 w 61"/>
                  <a:gd name="T49" fmla="*/ 45 h 60"/>
                  <a:gd name="T50" fmla="*/ 61 w 61"/>
                  <a:gd name="T51" fmla="*/ 53 h 60"/>
                  <a:gd name="T52" fmla="*/ 56 w 61"/>
                  <a:gd name="T53" fmla="*/ 59 h 60"/>
                  <a:gd name="T54" fmla="*/ 48 w 61"/>
                  <a:gd name="T55" fmla="*/ 54 h 60"/>
                  <a:gd name="T56" fmla="*/ 37 w 61"/>
                  <a:gd name="T57" fmla="*/ 5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1" h="60">
                    <a:moveTo>
                      <a:pt x="37" y="50"/>
                    </a:moveTo>
                    <a:cubicBezTo>
                      <a:pt x="33" y="50"/>
                      <a:pt x="29" y="50"/>
                      <a:pt x="25" y="50"/>
                    </a:cubicBezTo>
                    <a:cubicBezTo>
                      <a:pt x="21" y="50"/>
                      <a:pt x="18" y="48"/>
                      <a:pt x="17" y="44"/>
                    </a:cubicBezTo>
                    <a:cubicBezTo>
                      <a:pt x="17" y="41"/>
                      <a:pt x="17" y="39"/>
                      <a:pt x="17" y="37"/>
                    </a:cubicBezTo>
                    <a:cubicBezTo>
                      <a:pt x="16" y="35"/>
                      <a:pt x="14" y="33"/>
                      <a:pt x="14" y="31"/>
                    </a:cubicBezTo>
                    <a:cubicBezTo>
                      <a:pt x="13" y="28"/>
                      <a:pt x="17" y="27"/>
                      <a:pt x="18" y="29"/>
                    </a:cubicBezTo>
                    <a:cubicBezTo>
                      <a:pt x="21" y="31"/>
                      <a:pt x="21" y="34"/>
                      <a:pt x="24" y="36"/>
                    </a:cubicBezTo>
                    <a:cubicBezTo>
                      <a:pt x="26" y="36"/>
                      <a:pt x="28" y="37"/>
                      <a:pt x="29" y="35"/>
                    </a:cubicBezTo>
                    <a:cubicBezTo>
                      <a:pt x="30" y="33"/>
                      <a:pt x="30" y="29"/>
                      <a:pt x="28" y="27"/>
                    </a:cubicBezTo>
                    <a:cubicBezTo>
                      <a:pt x="27" y="26"/>
                      <a:pt x="25" y="26"/>
                      <a:pt x="23" y="26"/>
                    </a:cubicBezTo>
                    <a:cubicBezTo>
                      <a:pt x="20" y="27"/>
                      <a:pt x="20" y="25"/>
                      <a:pt x="19" y="23"/>
                    </a:cubicBezTo>
                    <a:cubicBezTo>
                      <a:pt x="18" y="19"/>
                      <a:pt x="14" y="20"/>
                      <a:pt x="10" y="20"/>
                    </a:cubicBezTo>
                    <a:cubicBezTo>
                      <a:pt x="9" y="20"/>
                      <a:pt x="5" y="19"/>
                      <a:pt x="4" y="17"/>
                    </a:cubicBezTo>
                    <a:cubicBezTo>
                      <a:pt x="3" y="15"/>
                      <a:pt x="4" y="13"/>
                      <a:pt x="5" y="12"/>
                    </a:cubicBezTo>
                    <a:cubicBezTo>
                      <a:pt x="6" y="11"/>
                      <a:pt x="10" y="9"/>
                      <a:pt x="7" y="7"/>
                    </a:cubicBezTo>
                    <a:cubicBezTo>
                      <a:pt x="5" y="6"/>
                      <a:pt x="2" y="7"/>
                      <a:pt x="0" y="7"/>
                    </a:cubicBezTo>
                    <a:cubicBezTo>
                      <a:pt x="0" y="3"/>
                      <a:pt x="3" y="2"/>
                      <a:pt x="6" y="2"/>
                    </a:cubicBezTo>
                    <a:cubicBezTo>
                      <a:pt x="10" y="1"/>
                      <a:pt x="15" y="0"/>
                      <a:pt x="19" y="1"/>
                    </a:cubicBezTo>
                    <a:cubicBezTo>
                      <a:pt x="24" y="2"/>
                      <a:pt x="25" y="9"/>
                      <a:pt x="27" y="13"/>
                    </a:cubicBezTo>
                    <a:cubicBezTo>
                      <a:pt x="30" y="17"/>
                      <a:pt x="33" y="19"/>
                      <a:pt x="37" y="21"/>
                    </a:cubicBezTo>
                    <a:cubicBezTo>
                      <a:pt x="40" y="22"/>
                      <a:pt x="43" y="22"/>
                      <a:pt x="47" y="22"/>
                    </a:cubicBezTo>
                    <a:cubicBezTo>
                      <a:pt x="51" y="23"/>
                      <a:pt x="51" y="26"/>
                      <a:pt x="51" y="29"/>
                    </a:cubicBezTo>
                    <a:cubicBezTo>
                      <a:pt x="51" y="31"/>
                      <a:pt x="51" y="33"/>
                      <a:pt x="52" y="34"/>
                    </a:cubicBezTo>
                    <a:cubicBezTo>
                      <a:pt x="52" y="35"/>
                      <a:pt x="53" y="36"/>
                      <a:pt x="54" y="38"/>
                    </a:cubicBezTo>
                    <a:cubicBezTo>
                      <a:pt x="56" y="40"/>
                      <a:pt x="57" y="42"/>
                      <a:pt x="58" y="45"/>
                    </a:cubicBezTo>
                    <a:cubicBezTo>
                      <a:pt x="60" y="47"/>
                      <a:pt x="61" y="50"/>
                      <a:pt x="61" y="53"/>
                    </a:cubicBezTo>
                    <a:cubicBezTo>
                      <a:pt x="61" y="56"/>
                      <a:pt x="59" y="59"/>
                      <a:pt x="56" y="59"/>
                    </a:cubicBezTo>
                    <a:cubicBezTo>
                      <a:pt x="52" y="60"/>
                      <a:pt x="50" y="56"/>
                      <a:pt x="48" y="54"/>
                    </a:cubicBezTo>
                    <a:cubicBezTo>
                      <a:pt x="45" y="51"/>
                      <a:pt x="41" y="50"/>
                      <a:pt x="37" y="5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45" name="Freeform 1945">
                <a:extLst>
                  <a:ext uri="{FF2B5EF4-FFF2-40B4-BE49-F238E27FC236}">
                    <a16:creationId xmlns:a16="http://schemas.microsoft.com/office/drawing/2014/main" id="{B4FF8665-240B-4561-809F-1C45D03BB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162"/>
                <a:ext cx="2" cy="3"/>
              </a:xfrm>
              <a:custGeom>
                <a:avLst/>
                <a:gdLst>
                  <a:gd name="T0" fmla="*/ 3 w 5"/>
                  <a:gd name="T1" fmla="*/ 6 h 7"/>
                  <a:gd name="T2" fmla="*/ 1 w 5"/>
                  <a:gd name="T3" fmla="*/ 2 h 7"/>
                  <a:gd name="T4" fmla="*/ 5 w 5"/>
                  <a:gd name="T5" fmla="*/ 5 h 7"/>
                  <a:gd name="T6" fmla="*/ 3 w 5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3" y="6"/>
                    </a:moveTo>
                    <a:cubicBezTo>
                      <a:pt x="1" y="7"/>
                      <a:pt x="0" y="3"/>
                      <a:pt x="1" y="2"/>
                    </a:cubicBezTo>
                    <a:cubicBezTo>
                      <a:pt x="3" y="0"/>
                      <a:pt x="5" y="3"/>
                      <a:pt x="5" y="5"/>
                    </a:cubicBezTo>
                    <a:cubicBezTo>
                      <a:pt x="5" y="6"/>
                      <a:pt x="4" y="6"/>
                      <a:pt x="3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46" name="Freeform 1946">
                <a:extLst>
                  <a:ext uri="{FF2B5EF4-FFF2-40B4-BE49-F238E27FC236}">
                    <a16:creationId xmlns:a16="http://schemas.microsoft.com/office/drawing/2014/main" id="{58A7FC89-FE1A-47F0-927F-7D26A6CD4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164"/>
                <a:ext cx="2" cy="2"/>
              </a:xfrm>
              <a:custGeom>
                <a:avLst/>
                <a:gdLst>
                  <a:gd name="T0" fmla="*/ 1 w 6"/>
                  <a:gd name="T1" fmla="*/ 1 h 6"/>
                  <a:gd name="T2" fmla="*/ 3 w 6"/>
                  <a:gd name="T3" fmla="*/ 0 h 6"/>
                  <a:gd name="T4" fmla="*/ 5 w 6"/>
                  <a:gd name="T5" fmla="*/ 4 h 6"/>
                  <a:gd name="T6" fmla="*/ 1 w 6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6" y="2"/>
                      <a:pt x="5" y="4"/>
                    </a:cubicBezTo>
                    <a:cubicBezTo>
                      <a:pt x="4" y="6"/>
                      <a:pt x="0" y="4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47" name="Freeform 1947">
                <a:extLst>
                  <a:ext uri="{FF2B5EF4-FFF2-40B4-BE49-F238E27FC236}">
                    <a16:creationId xmlns:a16="http://schemas.microsoft.com/office/drawing/2014/main" id="{2E56BC73-BFA6-408E-B36E-569AF9A7C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159"/>
                <a:ext cx="2" cy="2"/>
              </a:xfrm>
              <a:custGeom>
                <a:avLst/>
                <a:gdLst>
                  <a:gd name="T0" fmla="*/ 1 w 6"/>
                  <a:gd name="T1" fmla="*/ 1 h 5"/>
                  <a:gd name="T2" fmla="*/ 3 w 6"/>
                  <a:gd name="T3" fmla="*/ 0 h 5"/>
                  <a:gd name="T4" fmla="*/ 5 w 6"/>
                  <a:gd name="T5" fmla="*/ 1 h 5"/>
                  <a:gd name="T6" fmla="*/ 5 w 6"/>
                  <a:gd name="T7" fmla="*/ 3 h 5"/>
                  <a:gd name="T8" fmla="*/ 4 w 6"/>
                  <a:gd name="T9" fmla="*/ 4 h 5"/>
                  <a:gd name="T10" fmla="*/ 2 w 6"/>
                  <a:gd name="T11" fmla="*/ 5 h 5"/>
                  <a:gd name="T12" fmla="*/ 1 w 6"/>
                  <a:gd name="T13" fmla="*/ 4 h 5"/>
                  <a:gd name="T14" fmla="*/ 1 w 6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5" y="0"/>
                      <a:pt x="5" y="1"/>
                    </a:cubicBezTo>
                    <a:cubicBezTo>
                      <a:pt x="6" y="1"/>
                      <a:pt x="6" y="2"/>
                      <a:pt x="5" y="3"/>
                    </a:cubicBezTo>
                    <a:cubicBezTo>
                      <a:pt x="5" y="3"/>
                      <a:pt x="5" y="4"/>
                      <a:pt x="4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48" name="Freeform 1948">
                <a:extLst>
                  <a:ext uri="{FF2B5EF4-FFF2-40B4-BE49-F238E27FC236}">
                    <a16:creationId xmlns:a16="http://schemas.microsoft.com/office/drawing/2014/main" id="{5F69D292-946B-4562-8E03-3159DA51F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156"/>
                <a:ext cx="7" cy="3"/>
              </a:xfrm>
              <a:custGeom>
                <a:avLst/>
                <a:gdLst>
                  <a:gd name="T0" fmla="*/ 5 w 17"/>
                  <a:gd name="T1" fmla="*/ 5 h 9"/>
                  <a:gd name="T2" fmla="*/ 2 w 17"/>
                  <a:gd name="T3" fmla="*/ 3 h 9"/>
                  <a:gd name="T4" fmla="*/ 1 w 17"/>
                  <a:gd name="T5" fmla="*/ 1 h 9"/>
                  <a:gd name="T6" fmla="*/ 1 w 17"/>
                  <a:gd name="T7" fmla="*/ 0 h 9"/>
                  <a:gd name="T8" fmla="*/ 2 w 17"/>
                  <a:gd name="T9" fmla="*/ 0 h 9"/>
                  <a:gd name="T10" fmla="*/ 7 w 17"/>
                  <a:gd name="T11" fmla="*/ 1 h 9"/>
                  <a:gd name="T12" fmla="*/ 8 w 17"/>
                  <a:gd name="T13" fmla="*/ 2 h 9"/>
                  <a:gd name="T14" fmla="*/ 10 w 17"/>
                  <a:gd name="T15" fmla="*/ 3 h 9"/>
                  <a:gd name="T16" fmla="*/ 12 w 17"/>
                  <a:gd name="T17" fmla="*/ 5 h 9"/>
                  <a:gd name="T18" fmla="*/ 14 w 17"/>
                  <a:gd name="T19" fmla="*/ 5 h 9"/>
                  <a:gd name="T20" fmla="*/ 16 w 17"/>
                  <a:gd name="T21" fmla="*/ 6 h 9"/>
                  <a:gd name="T22" fmla="*/ 17 w 17"/>
                  <a:gd name="T23" fmla="*/ 7 h 9"/>
                  <a:gd name="T24" fmla="*/ 17 w 17"/>
                  <a:gd name="T25" fmla="*/ 8 h 9"/>
                  <a:gd name="T26" fmla="*/ 14 w 17"/>
                  <a:gd name="T27" fmla="*/ 9 h 9"/>
                  <a:gd name="T28" fmla="*/ 10 w 17"/>
                  <a:gd name="T29" fmla="*/ 8 h 9"/>
                  <a:gd name="T30" fmla="*/ 9 w 17"/>
                  <a:gd name="T31" fmla="*/ 8 h 9"/>
                  <a:gd name="T32" fmla="*/ 7 w 17"/>
                  <a:gd name="T33" fmla="*/ 7 h 9"/>
                  <a:gd name="T34" fmla="*/ 5 w 17"/>
                  <a:gd name="T3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9">
                    <a:moveTo>
                      <a:pt x="5" y="5"/>
                    </a:moveTo>
                    <a:cubicBezTo>
                      <a:pt x="4" y="4"/>
                      <a:pt x="3" y="4"/>
                      <a:pt x="2" y="3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0"/>
                      <a:pt x="5" y="1"/>
                      <a:pt x="7" y="1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11" y="3"/>
                      <a:pt x="11" y="4"/>
                      <a:pt x="12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4" y="5"/>
                      <a:pt x="15" y="6"/>
                      <a:pt x="16" y="6"/>
                    </a:cubicBezTo>
                    <a:cubicBezTo>
                      <a:pt x="16" y="6"/>
                      <a:pt x="16" y="6"/>
                      <a:pt x="17" y="7"/>
                    </a:cubicBezTo>
                    <a:cubicBezTo>
                      <a:pt x="17" y="7"/>
                      <a:pt x="17" y="8"/>
                      <a:pt x="17" y="8"/>
                    </a:cubicBezTo>
                    <a:cubicBezTo>
                      <a:pt x="17" y="9"/>
                      <a:pt x="15" y="9"/>
                      <a:pt x="14" y="9"/>
                    </a:cubicBezTo>
                    <a:cubicBezTo>
                      <a:pt x="13" y="9"/>
                      <a:pt x="11" y="8"/>
                      <a:pt x="10" y="8"/>
                    </a:cubicBezTo>
                    <a:cubicBezTo>
                      <a:pt x="10" y="8"/>
                      <a:pt x="10" y="8"/>
                      <a:pt x="9" y="8"/>
                    </a:cubicBezTo>
                    <a:cubicBezTo>
                      <a:pt x="9" y="7"/>
                      <a:pt x="8" y="7"/>
                      <a:pt x="7" y="7"/>
                    </a:cubicBezTo>
                    <a:cubicBezTo>
                      <a:pt x="7" y="6"/>
                      <a:pt x="6" y="6"/>
                      <a:pt x="5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49" name="Freeform 1949">
                <a:extLst>
                  <a:ext uri="{FF2B5EF4-FFF2-40B4-BE49-F238E27FC236}">
                    <a16:creationId xmlns:a16="http://schemas.microsoft.com/office/drawing/2014/main" id="{95843C9A-30DE-4233-AF2C-47CCD96EA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161"/>
                <a:ext cx="2" cy="3"/>
              </a:xfrm>
              <a:custGeom>
                <a:avLst/>
                <a:gdLst>
                  <a:gd name="T0" fmla="*/ 2 w 6"/>
                  <a:gd name="T1" fmla="*/ 6 h 6"/>
                  <a:gd name="T2" fmla="*/ 2 w 6"/>
                  <a:gd name="T3" fmla="*/ 5 h 6"/>
                  <a:gd name="T4" fmla="*/ 1 w 6"/>
                  <a:gd name="T5" fmla="*/ 5 h 6"/>
                  <a:gd name="T6" fmla="*/ 1 w 6"/>
                  <a:gd name="T7" fmla="*/ 4 h 6"/>
                  <a:gd name="T8" fmla="*/ 1 w 6"/>
                  <a:gd name="T9" fmla="*/ 1 h 6"/>
                  <a:gd name="T10" fmla="*/ 3 w 6"/>
                  <a:gd name="T11" fmla="*/ 1 h 6"/>
                  <a:gd name="T12" fmla="*/ 5 w 6"/>
                  <a:gd name="T13" fmla="*/ 2 h 6"/>
                  <a:gd name="T14" fmla="*/ 5 w 6"/>
                  <a:gd name="T15" fmla="*/ 5 h 6"/>
                  <a:gd name="T16" fmla="*/ 2 w 6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5" y="0"/>
                      <a:pt x="5" y="2"/>
                      <a:pt x="5" y="2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5" y="6"/>
                      <a:pt x="3" y="6"/>
                      <a:pt x="2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50" name="Freeform 1950">
                <a:extLst>
                  <a:ext uri="{FF2B5EF4-FFF2-40B4-BE49-F238E27FC236}">
                    <a16:creationId xmlns:a16="http://schemas.microsoft.com/office/drawing/2014/main" id="{3E8CA8A2-9DD2-405F-8476-CAF5821F1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153"/>
                <a:ext cx="4" cy="3"/>
              </a:xfrm>
              <a:custGeom>
                <a:avLst/>
                <a:gdLst>
                  <a:gd name="T0" fmla="*/ 1 w 10"/>
                  <a:gd name="T1" fmla="*/ 2 h 7"/>
                  <a:gd name="T2" fmla="*/ 1 w 10"/>
                  <a:gd name="T3" fmla="*/ 0 h 7"/>
                  <a:gd name="T4" fmla="*/ 5 w 10"/>
                  <a:gd name="T5" fmla="*/ 0 h 7"/>
                  <a:gd name="T6" fmla="*/ 10 w 10"/>
                  <a:gd name="T7" fmla="*/ 2 h 7"/>
                  <a:gd name="T8" fmla="*/ 9 w 10"/>
                  <a:gd name="T9" fmla="*/ 6 h 7"/>
                  <a:gd name="T10" fmla="*/ 6 w 10"/>
                  <a:gd name="T11" fmla="*/ 7 h 7"/>
                  <a:gd name="T12" fmla="*/ 4 w 10"/>
                  <a:gd name="T13" fmla="*/ 7 h 7"/>
                  <a:gd name="T14" fmla="*/ 3 w 10"/>
                  <a:gd name="T15" fmla="*/ 5 h 7"/>
                  <a:gd name="T16" fmla="*/ 1 w 10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7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9" y="0"/>
                      <a:pt x="10" y="2"/>
                    </a:cubicBezTo>
                    <a:cubicBezTo>
                      <a:pt x="10" y="3"/>
                      <a:pt x="10" y="5"/>
                      <a:pt x="9" y="6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51" name="Freeform 1951">
                <a:extLst>
                  <a:ext uri="{FF2B5EF4-FFF2-40B4-BE49-F238E27FC236}">
                    <a16:creationId xmlns:a16="http://schemas.microsoft.com/office/drawing/2014/main" id="{8EA633BF-1CE0-4690-A3DA-434AB51E4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142"/>
                <a:ext cx="5" cy="6"/>
              </a:xfrm>
              <a:custGeom>
                <a:avLst/>
                <a:gdLst>
                  <a:gd name="T0" fmla="*/ 0 w 11"/>
                  <a:gd name="T1" fmla="*/ 5 h 14"/>
                  <a:gd name="T2" fmla="*/ 1 w 11"/>
                  <a:gd name="T3" fmla="*/ 0 h 14"/>
                  <a:gd name="T4" fmla="*/ 4 w 11"/>
                  <a:gd name="T5" fmla="*/ 0 h 14"/>
                  <a:gd name="T6" fmla="*/ 5 w 11"/>
                  <a:gd name="T7" fmla="*/ 0 h 14"/>
                  <a:gd name="T8" fmla="*/ 6 w 11"/>
                  <a:gd name="T9" fmla="*/ 2 h 14"/>
                  <a:gd name="T10" fmla="*/ 7 w 11"/>
                  <a:gd name="T11" fmla="*/ 5 h 14"/>
                  <a:gd name="T12" fmla="*/ 8 w 11"/>
                  <a:gd name="T13" fmla="*/ 6 h 14"/>
                  <a:gd name="T14" fmla="*/ 10 w 11"/>
                  <a:gd name="T15" fmla="*/ 7 h 14"/>
                  <a:gd name="T16" fmla="*/ 9 w 11"/>
                  <a:gd name="T17" fmla="*/ 12 h 14"/>
                  <a:gd name="T18" fmla="*/ 6 w 11"/>
                  <a:gd name="T19" fmla="*/ 13 h 14"/>
                  <a:gd name="T20" fmla="*/ 4 w 11"/>
                  <a:gd name="T21" fmla="*/ 11 h 14"/>
                  <a:gd name="T22" fmla="*/ 3 w 11"/>
                  <a:gd name="T23" fmla="*/ 10 h 14"/>
                  <a:gd name="T24" fmla="*/ 1 w 11"/>
                  <a:gd name="T25" fmla="*/ 9 h 14"/>
                  <a:gd name="T26" fmla="*/ 0 w 11"/>
                  <a:gd name="T27" fmla="*/ 7 h 14"/>
                  <a:gd name="T28" fmla="*/ 0 w 11"/>
                  <a:gd name="T29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4">
                    <a:moveTo>
                      <a:pt x="0" y="5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6" y="3"/>
                      <a:pt x="6" y="4"/>
                      <a:pt x="7" y="5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11" y="9"/>
                      <a:pt x="10" y="11"/>
                      <a:pt x="9" y="12"/>
                    </a:cubicBezTo>
                    <a:cubicBezTo>
                      <a:pt x="8" y="13"/>
                      <a:pt x="7" y="14"/>
                      <a:pt x="6" y="13"/>
                    </a:cubicBezTo>
                    <a:cubicBezTo>
                      <a:pt x="5" y="12"/>
                      <a:pt x="4" y="12"/>
                      <a:pt x="4" y="11"/>
                    </a:cubicBezTo>
                    <a:cubicBezTo>
                      <a:pt x="4" y="11"/>
                      <a:pt x="3" y="10"/>
                      <a:pt x="3" y="10"/>
                    </a:cubicBezTo>
                    <a:cubicBezTo>
                      <a:pt x="2" y="9"/>
                      <a:pt x="2" y="9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7"/>
                      <a:pt x="0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52" name="Freeform 1952">
                <a:extLst>
                  <a:ext uri="{FF2B5EF4-FFF2-40B4-BE49-F238E27FC236}">
                    <a16:creationId xmlns:a16="http://schemas.microsoft.com/office/drawing/2014/main" id="{466D5F5D-4E9C-408A-87E4-46E4B1E16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128"/>
                <a:ext cx="3" cy="3"/>
              </a:xfrm>
              <a:custGeom>
                <a:avLst/>
                <a:gdLst>
                  <a:gd name="T0" fmla="*/ 4 w 7"/>
                  <a:gd name="T1" fmla="*/ 6 h 7"/>
                  <a:gd name="T2" fmla="*/ 3 w 7"/>
                  <a:gd name="T3" fmla="*/ 7 h 7"/>
                  <a:gd name="T4" fmla="*/ 1 w 7"/>
                  <a:gd name="T5" fmla="*/ 5 h 7"/>
                  <a:gd name="T6" fmla="*/ 2 w 7"/>
                  <a:gd name="T7" fmla="*/ 0 h 7"/>
                  <a:gd name="T8" fmla="*/ 4 w 7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4" y="6"/>
                      <a:pt x="3" y="7"/>
                      <a:pt x="3" y="7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6" y="0"/>
                      <a:pt x="7" y="5"/>
                      <a:pt x="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53" name="Freeform 1953">
                <a:extLst>
                  <a:ext uri="{FF2B5EF4-FFF2-40B4-BE49-F238E27FC236}">
                    <a16:creationId xmlns:a16="http://schemas.microsoft.com/office/drawing/2014/main" id="{72C5ADE9-8B37-457F-876A-1CBF67CC9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095"/>
                <a:ext cx="74" cy="63"/>
              </a:xfrm>
              <a:custGeom>
                <a:avLst/>
                <a:gdLst>
                  <a:gd name="T0" fmla="*/ 23 w 183"/>
                  <a:gd name="T1" fmla="*/ 54 h 155"/>
                  <a:gd name="T2" fmla="*/ 15 w 183"/>
                  <a:gd name="T3" fmla="*/ 44 h 155"/>
                  <a:gd name="T4" fmla="*/ 12 w 183"/>
                  <a:gd name="T5" fmla="*/ 38 h 155"/>
                  <a:gd name="T6" fmla="*/ 20 w 183"/>
                  <a:gd name="T7" fmla="*/ 37 h 155"/>
                  <a:gd name="T8" fmla="*/ 11 w 183"/>
                  <a:gd name="T9" fmla="*/ 26 h 155"/>
                  <a:gd name="T10" fmla="*/ 3 w 183"/>
                  <a:gd name="T11" fmla="*/ 20 h 155"/>
                  <a:gd name="T12" fmla="*/ 16 w 183"/>
                  <a:gd name="T13" fmla="*/ 15 h 155"/>
                  <a:gd name="T14" fmla="*/ 28 w 183"/>
                  <a:gd name="T15" fmla="*/ 8 h 155"/>
                  <a:gd name="T16" fmla="*/ 42 w 183"/>
                  <a:gd name="T17" fmla="*/ 22 h 155"/>
                  <a:gd name="T18" fmla="*/ 52 w 183"/>
                  <a:gd name="T19" fmla="*/ 17 h 155"/>
                  <a:gd name="T20" fmla="*/ 56 w 183"/>
                  <a:gd name="T21" fmla="*/ 13 h 155"/>
                  <a:gd name="T22" fmla="*/ 73 w 183"/>
                  <a:gd name="T23" fmla="*/ 9 h 155"/>
                  <a:gd name="T24" fmla="*/ 88 w 183"/>
                  <a:gd name="T25" fmla="*/ 8 h 155"/>
                  <a:gd name="T26" fmla="*/ 99 w 183"/>
                  <a:gd name="T27" fmla="*/ 9 h 155"/>
                  <a:gd name="T28" fmla="*/ 102 w 183"/>
                  <a:gd name="T29" fmla="*/ 8 h 155"/>
                  <a:gd name="T30" fmla="*/ 113 w 183"/>
                  <a:gd name="T31" fmla="*/ 7 h 155"/>
                  <a:gd name="T32" fmla="*/ 127 w 183"/>
                  <a:gd name="T33" fmla="*/ 18 h 155"/>
                  <a:gd name="T34" fmla="*/ 136 w 183"/>
                  <a:gd name="T35" fmla="*/ 28 h 155"/>
                  <a:gd name="T36" fmla="*/ 133 w 183"/>
                  <a:gd name="T37" fmla="*/ 30 h 155"/>
                  <a:gd name="T38" fmla="*/ 124 w 183"/>
                  <a:gd name="T39" fmla="*/ 41 h 155"/>
                  <a:gd name="T40" fmla="*/ 131 w 183"/>
                  <a:gd name="T41" fmla="*/ 49 h 155"/>
                  <a:gd name="T42" fmla="*/ 136 w 183"/>
                  <a:gd name="T43" fmla="*/ 42 h 155"/>
                  <a:gd name="T44" fmla="*/ 152 w 183"/>
                  <a:gd name="T45" fmla="*/ 40 h 155"/>
                  <a:gd name="T46" fmla="*/ 147 w 183"/>
                  <a:gd name="T47" fmla="*/ 33 h 155"/>
                  <a:gd name="T48" fmla="*/ 155 w 183"/>
                  <a:gd name="T49" fmla="*/ 27 h 155"/>
                  <a:gd name="T50" fmla="*/ 154 w 183"/>
                  <a:gd name="T51" fmla="*/ 4 h 155"/>
                  <a:gd name="T52" fmla="*/ 161 w 183"/>
                  <a:gd name="T53" fmla="*/ 16 h 155"/>
                  <a:gd name="T54" fmla="*/ 172 w 183"/>
                  <a:gd name="T55" fmla="*/ 34 h 155"/>
                  <a:gd name="T56" fmla="*/ 168 w 183"/>
                  <a:gd name="T57" fmla="*/ 47 h 155"/>
                  <a:gd name="T58" fmla="*/ 163 w 183"/>
                  <a:gd name="T59" fmla="*/ 59 h 155"/>
                  <a:gd name="T60" fmla="*/ 181 w 183"/>
                  <a:gd name="T61" fmla="*/ 74 h 155"/>
                  <a:gd name="T62" fmla="*/ 182 w 183"/>
                  <a:gd name="T63" fmla="*/ 88 h 155"/>
                  <a:gd name="T64" fmla="*/ 182 w 183"/>
                  <a:gd name="T65" fmla="*/ 93 h 155"/>
                  <a:gd name="T66" fmla="*/ 176 w 183"/>
                  <a:gd name="T67" fmla="*/ 97 h 155"/>
                  <a:gd name="T68" fmla="*/ 178 w 183"/>
                  <a:gd name="T69" fmla="*/ 108 h 155"/>
                  <a:gd name="T70" fmla="*/ 177 w 183"/>
                  <a:gd name="T71" fmla="*/ 115 h 155"/>
                  <a:gd name="T72" fmla="*/ 177 w 183"/>
                  <a:gd name="T73" fmla="*/ 124 h 155"/>
                  <a:gd name="T74" fmla="*/ 174 w 183"/>
                  <a:gd name="T75" fmla="*/ 134 h 155"/>
                  <a:gd name="T76" fmla="*/ 170 w 183"/>
                  <a:gd name="T77" fmla="*/ 142 h 155"/>
                  <a:gd name="T78" fmla="*/ 161 w 183"/>
                  <a:gd name="T79" fmla="*/ 145 h 155"/>
                  <a:gd name="T80" fmla="*/ 145 w 183"/>
                  <a:gd name="T81" fmla="*/ 147 h 155"/>
                  <a:gd name="T82" fmla="*/ 129 w 183"/>
                  <a:gd name="T83" fmla="*/ 154 h 155"/>
                  <a:gd name="T84" fmla="*/ 113 w 183"/>
                  <a:gd name="T85" fmla="*/ 152 h 155"/>
                  <a:gd name="T86" fmla="*/ 105 w 183"/>
                  <a:gd name="T87" fmla="*/ 145 h 155"/>
                  <a:gd name="T88" fmla="*/ 96 w 183"/>
                  <a:gd name="T89" fmla="*/ 147 h 155"/>
                  <a:gd name="T90" fmla="*/ 87 w 183"/>
                  <a:gd name="T91" fmla="*/ 138 h 155"/>
                  <a:gd name="T92" fmla="*/ 80 w 183"/>
                  <a:gd name="T93" fmla="*/ 137 h 155"/>
                  <a:gd name="T94" fmla="*/ 72 w 183"/>
                  <a:gd name="T95" fmla="*/ 139 h 155"/>
                  <a:gd name="T96" fmla="*/ 61 w 183"/>
                  <a:gd name="T97" fmla="*/ 138 h 155"/>
                  <a:gd name="T98" fmla="*/ 61 w 183"/>
                  <a:gd name="T99" fmla="*/ 130 h 155"/>
                  <a:gd name="T100" fmla="*/ 68 w 183"/>
                  <a:gd name="T101" fmla="*/ 127 h 155"/>
                  <a:gd name="T102" fmla="*/ 63 w 183"/>
                  <a:gd name="T103" fmla="*/ 115 h 155"/>
                  <a:gd name="T104" fmla="*/ 51 w 183"/>
                  <a:gd name="T105" fmla="*/ 110 h 155"/>
                  <a:gd name="T106" fmla="*/ 42 w 183"/>
                  <a:gd name="T107" fmla="*/ 112 h 155"/>
                  <a:gd name="T108" fmla="*/ 39 w 183"/>
                  <a:gd name="T109" fmla="*/ 103 h 155"/>
                  <a:gd name="T110" fmla="*/ 29 w 183"/>
                  <a:gd name="T111" fmla="*/ 93 h 155"/>
                  <a:gd name="T112" fmla="*/ 30 w 183"/>
                  <a:gd name="T113" fmla="*/ 76 h 155"/>
                  <a:gd name="T114" fmla="*/ 26 w 183"/>
                  <a:gd name="T115" fmla="*/ 6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3" h="155">
                    <a:moveTo>
                      <a:pt x="26" y="60"/>
                    </a:moveTo>
                    <a:cubicBezTo>
                      <a:pt x="23" y="58"/>
                      <a:pt x="22" y="57"/>
                      <a:pt x="23" y="54"/>
                    </a:cubicBezTo>
                    <a:cubicBezTo>
                      <a:pt x="23" y="51"/>
                      <a:pt x="24" y="48"/>
                      <a:pt x="21" y="46"/>
                    </a:cubicBezTo>
                    <a:cubicBezTo>
                      <a:pt x="20" y="44"/>
                      <a:pt x="18" y="44"/>
                      <a:pt x="15" y="44"/>
                    </a:cubicBezTo>
                    <a:cubicBezTo>
                      <a:pt x="13" y="44"/>
                      <a:pt x="9" y="45"/>
                      <a:pt x="8" y="42"/>
                    </a:cubicBezTo>
                    <a:cubicBezTo>
                      <a:pt x="7" y="40"/>
                      <a:pt x="10" y="38"/>
                      <a:pt x="12" y="38"/>
                    </a:cubicBezTo>
                    <a:cubicBezTo>
                      <a:pt x="14" y="38"/>
                      <a:pt x="16" y="41"/>
                      <a:pt x="18" y="41"/>
                    </a:cubicBezTo>
                    <a:cubicBezTo>
                      <a:pt x="20" y="41"/>
                      <a:pt x="21" y="39"/>
                      <a:pt x="20" y="37"/>
                    </a:cubicBezTo>
                    <a:cubicBezTo>
                      <a:pt x="19" y="35"/>
                      <a:pt x="17" y="34"/>
                      <a:pt x="16" y="32"/>
                    </a:cubicBezTo>
                    <a:cubicBezTo>
                      <a:pt x="14" y="30"/>
                      <a:pt x="13" y="28"/>
                      <a:pt x="11" y="26"/>
                    </a:cubicBezTo>
                    <a:cubicBezTo>
                      <a:pt x="9" y="24"/>
                      <a:pt x="8" y="24"/>
                      <a:pt x="5" y="23"/>
                    </a:cubicBezTo>
                    <a:cubicBezTo>
                      <a:pt x="4" y="23"/>
                      <a:pt x="0" y="21"/>
                      <a:pt x="3" y="20"/>
                    </a:cubicBezTo>
                    <a:cubicBezTo>
                      <a:pt x="5" y="18"/>
                      <a:pt x="9" y="20"/>
                      <a:pt x="11" y="20"/>
                    </a:cubicBezTo>
                    <a:cubicBezTo>
                      <a:pt x="14" y="20"/>
                      <a:pt x="14" y="17"/>
                      <a:pt x="16" y="15"/>
                    </a:cubicBezTo>
                    <a:cubicBezTo>
                      <a:pt x="18" y="14"/>
                      <a:pt x="20" y="14"/>
                      <a:pt x="22" y="13"/>
                    </a:cubicBezTo>
                    <a:cubicBezTo>
                      <a:pt x="24" y="11"/>
                      <a:pt x="25" y="8"/>
                      <a:pt x="28" y="8"/>
                    </a:cubicBezTo>
                    <a:cubicBezTo>
                      <a:pt x="35" y="7"/>
                      <a:pt x="31" y="17"/>
                      <a:pt x="34" y="20"/>
                    </a:cubicBezTo>
                    <a:cubicBezTo>
                      <a:pt x="35" y="22"/>
                      <a:pt x="39" y="22"/>
                      <a:pt x="42" y="22"/>
                    </a:cubicBezTo>
                    <a:cubicBezTo>
                      <a:pt x="44" y="22"/>
                      <a:pt x="48" y="23"/>
                      <a:pt x="50" y="21"/>
                    </a:cubicBezTo>
                    <a:cubicBezTo>
                      <a:pt x="51" y="20"/>
                      <a:pt x="51" y="18"/>
                      <a:pt x="52" y="17"/>
                    </a:cubicBezTo>
                    <a:cubicBezTo>
                      <a:pt x="53" y="16"/>
                      <a:pt x="54" y="14"/>
                      <a:pt x="55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8" y="13"/>
                      <a:pt x="59" y="12"/>
                      <a:pt x="61" y="12"/>
                    </a:cubicBezTo>
                    <a:cubicBezTo>
                      <a:pt x="65" y="11"/>
                      <a:pt x="69" y="10"/>
                      <a:pt x="73" y="9"/>
                    </a:cubicBezTo>
                    <a:cubicBezTo>
                      <a:pt x="77" y="9"/>
                      <a:pt x="80" y="9"/>
                      <a:pt x="84" y="9"/>
                    </a:cubicBezTo>
                    <a:cubicBezTo>
                      <a:pt x="86" y="9"/>
                      <a:pt x="87" y="9"/>
                      <a:pt x="88" y="8"/>
                    </a:cubicBezTo>
                    <a:cubicBezTo>
                      <a:pt x="90" y="8"/>
                      <a:pt x="92" y="8"/>
                      <a:pt x="94" y="8"/>
                    </a:cubicBezTo>
                    <a:cubicBezTo>
                      <a:pt x="95" y="8"/>
                      <a:pt x="98" y="8"/>
                      <a:pt x="99" y="9"/>
                    </a:cubicBezTo>
                    <a:cubicBezTo>
                      <a:pt x="100" y="10"/>
                      <a:pt x="99" y="12"/>
                      <a:pt x="100" y="13"/>
                    </a:cubicBezTo>
                    <a:cubicBezTo>
                      <a:pt x="102" y="15"/>
                      <a:pt x="103" y="8"/>
                      <a:pt x="102" y="8"/>
                    </a:cubicBezTo>
                    <a:cubicBezTo>
                      <a:pt x="102" y="5"/>
                      <a:pt x="102" y="3"/>
                      <a:pt x="104" y="1"/>
                    </a:cubicBezTo>
                    <a:cubicBezTo>
                      <a:pt x="107" y="0"/>
                      <a:pt x="112" y="5"/>
                      <a:pt x="113" y="7"/>
                    </a:cubicBezTo>
                    <a:cubicBezTo>
                      <a:pt x="117" y="9"/>
                      <a:pt x="121" y="11"/>
                      <a:pt x="124" y="13"/>
                    </a:cubicBezTo>
                    <a:cubicBezTo>
                      <a:pt x="125" y="15"/>
                      <a:pt x="126" y="16"/>
                      <a:pt x="127" y="18"/>
                    </a:cubicBezTo>
                    <a:cubicBezTo>
                      <a:pt x="129" y="19"/>
                      <a:pt x="131" y="20"/>
                      <a:pt x="132" y="22"/>
                    </a:cubicBezTo>
                    <a:cubicBezTo>
                      <a:pt x="133" y="24"/>
                      <a:pt x="134" y="27"/>
                      <a:pt x="136" y="28"/>
                    </a:cubicBezTo>
                    <a:cubicBezTo>
                      <a:pt x="138" y="29"/>
                      <a:pt x="140" y="30"/>
                      <a:pt x="140" y="32"/>
                    </a:cubicBezTo>
                    <a:cubicBezTo>
                      <a:pt x="138" y="32"/>
                      <a:pt x="135" y="29"/>
                      <a:pt x="133" y="30"/>
                    </a:cubicBezTo>
                    <a:cubicBezTo>
                      <a:pt x="131" y="31"/>
                      <a:pt x="133" y="36"/>
                      <a:pt x="131" y="38"/>
                    </a:cubicBezTo>
                    <a:cubicBezTo>
                      <a:pt x="129" y="40"/>
                      <a:pt x="125" y="39"/>
                      <a:pt x="124" y="41"/>
                    </a:cubicBezTo>
                    <a:cubicBezTo>
                      <a:pt x="121" y="43"/>
                      <a:pt x="122" y="47"/>
                      <a:pt x="124" y="49"/>
                    </a:cubicBezTo>
                    <a:cubicBezTo>
                      <a:pt x="126" y="51"/>
                      <a:pt x="130" y="52"/>
                      <a:pt x="131" y="49"/>
                    </a:cubicBezTo>
                    <a:cubicBezTo>
                      <a:pt x="132" y="47"/>
                      <a:pt x="132" y="45"/>
                      <a:pt x="133" y="44"/>
                    </a:cubicBezTo>
                    <a:cubicBezTo>
                      <a:pt x="133" y="42"/>
                      <a:pt x="135" y="42"/>
                      <a:pt x="136" y="42"/>
                    </a:cubicBezTo>
                    <a:cubicBezTo>
                      <a:pt x="140" y="42"/>
                      <a:pt x="144" y="42"/>
                      <a:pt x="148" y="41"/>
                    </a:cubicBezTo>
                    <a:cubicBezTo>
                      <a:pt x="149" y="41"/>
                      <a:pt x="151" y="41"/>
                      <a:pt x="152" y="40"/>
                    </a:cubicBezTo>
                    <a:cubicBezTo>
                      <a:pt x="152" y="39"/>
                      <a:pt x="151" y="37"/>
                      <a:pt x="150" y="36"/>
                    </a:cubicBezTo>
                    <a:cubicBezTo>
                      <a:pt x="149" y="35"/>
                      <a:pt x="147" y="35"/>
                      <a:pt x="147" y="33"/>
                    </a:cubicBezTo>
                    <a:cubicBezTo>
                      <a:pt x="146" y="32"/>
                      <a:pt x="145" y="29"/>
                      <a:pt x="146" y="27"/>
                    </a:cubicBezTo>
                    <a:cubicBezTo>
                      <a:pt x="146" y="24"/>
                      <a:pt x="152" y="27"/>
                      <a:pt x="155" y="27"/>
                    </a:cubicBezTo>
                    <a:cubicBezTo>
                      <a:pt x="155" y="23"/>
                      <a:pt x="155" y="19"/>
                      <a:pt x="154" y="15"/>
                    </a:cubicBezTo>
                    <a:cubicBezTo>
                      <a:pt x="154" y="14"/>
                      <a:pt x="151" y="3"/>
                      <a:pt x="154" y="4"/>
                    </a:cubicBezTo>
                    <a:cubicBezTo>
                      <a:pt x="156" y="5"/>
                      <a:pt x="157" y="8"/>
                      <a:pt x="158" y="10"/>
                    </a:cubicBezTo>
                    <a:cubicBezTo>
                      <a:pt x="159" y="12"/>
                      <a:pt x="159" y="14"/>
                      <a:pt x="161" y="16"/>
                    </a:cubicBezTo>
                    <a:cubicBezTo>
                      <a:pt x="163" y="19"/>
                      <a:pt x="166" y="21"/>
                      <a:pt x="168" y="24"/>
                    </a:cubicBezTo>
                    <a:cubicBezTo>
                      <a:pt x="169" y="28"/>
                      <a:pt x="170" y="31"/>
                      <a:pt x="172" y="34"/>
                    </a:cubicBezTo>
                    <a:cubicBezTo>
                      <a:pt x="174" y="38"/>
                      <a:pt x="176" y="41"/>
                      <a:pt x="173" y="44"/>
                    </a:cubicBezTo>
                    <a:cubicBezTo>
                      <a:pt x="172" y="46"/>
                      <a:pt x="170" y="47"/>
                      <a:pt x="168" y="47"/>
                    </a:cubicBezTo>
                    <a:cubicBezTo>
                      <a:pt x="166" y="48"/>
                      <a:pt x="165" y="48"/>
                      <a:pt x="163" y="49"/>
                    </a:cubicBezTo>
                    <a:cubicBezTo>
                      <a:pt x="161" y="52"/>
                      <a:pt x="161" y="56"/>
                      <a:pt x="163" y="59"/>
                    </a:cubicBezTo>
                    <a:cubicBezTo>
                      <a:pt x="165" y="64"/>
                      <a:pt x="171" y="64"/>
                      <a:pt x="175" y="67"/>
                    </a:cubicBezTo>
                    <a:cubicBezTo>
                      <a:pt x="179" y="68"/>
                      <a:pt x="180" y="71"/>
                      <a:pt x="181" y="74"/>
                    </a:cubicBezTo>
                    <a:cubicBezTo>
                      <a:pt x="183" y="78"/>
                      <a:pt x="181" y="81"/>
                      <a:pt x="181" y="85"/>
                    </a:cubicBezTo>
                    <a:cubicBezTo>
                      <a:pt x="181" y="86"/>
                      <a:pt x="182" y="87"/>
                      <a:pt x="182" y="88"/>
                    </a:cubicBezTo>
                    <a:cubicBezTo>
                      <a:pt x="182" y="89"/>
                      <a:pt x="181" y="90"/>
                      <a:pt x="181" y="90"/>
                    </a:cubicBezTo>
                    <a:cubicBezTo>
                      <a:pt x="182" y="91"/>
                      <a:pt x="182" y="92"/>
                      <a:pt x="182" y="93"/>
                    </a:cubicBezTo>
                    <a:cubicBezTo>
                      <a:pt x="181" y="95"/>
                      <a:pt x="179" y="93"/>
                      <a:pt x="177" y="93"/>
                    </a:cubicBezTo>
                    <a:cubicBezTo>
                      <a:pt x="175" y="93"/>
                      <a:pt x="175" y="96"/>
                      <a:pt x="176" y="97"/>
                    </a:cubicBezTo>
                    <a:cubicBezTo>
                      <a:pt x="176" y="100"/>
                      <a:pt x="176" y="102"/>
                      <a:pt x="177" y="104"/>
                    </a:cubicBezTo>
                    <a:cubicBezTo>
                      <a:pt x="178" y="105"/>
                      <a:pt x="178" y="106"/>
                      <a:pt x="178" y="108"/>
                    </a:cubicBezTo>
                    <a:cubicBezTo>
                      <a:pt x="179" y="109"/>
                      <a:pt x="178" y="111"/>
                      <a:pt x="178" y="113"/>
                    </a:cubicBezTo>
                    <a:cubicBezTo>
                      <a:pt x="177" y="113"/>
                      <a:pt x="177" y="114"/>
                      <a:pt x="177" y="115"/>
                    </a:cubicBezTo>
                    <a:cubicBezTo>
                      <a:pt x="177" y="116"/>
                      <a:pt x="176" y="117"/>
                      <a:pt x="176" y="118"/>
                    </a:cubicBezTo>
                    <a:cubicBezTo>
                      <a:pt x="176" y="120"/>
                      <a:pt x="177" y="122"/>
                      <a:pt x="177" y="124"/>
                    </a:cubicBezTo>
                    <a:cubicBezTo>
                      <a:pt x="177" y="126"/>
                      <a:pt x="177" y="128"/>
                      <a:pt x="177" y="130"/>
                    </a:cubicBezTo>
                    <a:cubicBezTo>
                      <a:pt x="176" y="132"/>
                      <a:pt x="176" y="133"/>
                      <a:pt x="174" y="134"/>
                    </a:cubicBezTo>
                    <a:cubicBezTo>
                      <a:pt x="172" y="135"/>
                      <a:pt x="171" y="136"/>
                      <a:pt x="171" y="137"/>
                    </a:cubicBezTo>
                    <a:cubicBezTo>
                      <a:pt x="170" y="139"/>
                      <a:pt x="170" y="141"/>
                      <a:pt x="170" y="142"/>
                    </a:cubicBezTo>
                    <a:cubicBezTo>
                      <a:pt x="169" y="144"/>
                      <a:pt x="167" y="144"/>
                      <a:pt x="165" y="145"/>
                    </a:cubicBezTo>
                    <a:cubicBezTo>
                      <a:pt x="164" y="146"/>
                      <a:pt x="162" y="145"/>
                      <a:pt x="161" y="145"/>
                    </a:cubicBezTo>
                    <a:cubicBezTo>
                      <a:pt x="159" y="146"/>
                      <a:pt x="156" y="146"/>
                      <a:pt x="154" y="147"/>
                    </a:cubicBezTo>
                    <a:cubicBezTo>
                      <a:pt x="151" y="147"/>
                      <a:pt x="148" y="146"/>
                      <a:pt x="145" y="147"/>
                    </a:cubicBezTo>
                    <a:cubicBezTo>
                      <a:pt x="143" y="147"/>
                      <a:pt x="141" y="147"/>
                      <a:pt x="139" y="148"/>
                    </a:cubicBezTo>
                    <a:cubicBezTo>
                      <a:pt x="135" y="149"/>
                      <a:pt x="133" y="153"/>
                      <a:pt x="129" y="154"/>
                    </a:cubicBezTo>
                    <a:cubicBezTo>
                      <a:pt x="125" y="155"/>
                      <a:pt x="120" y="155"/>
                      <a:pt x="117" y="154"/>
                    </a:cubicBezTo>
                    <a:cubicBezTo>
                      <a:pt x="115" y="153"/>
                      <a:pt x="114" y="152"/>
                      <a:pt x="113" y="152"/>
                    </a:cubicBezTo>
                    <a:cubicBezTo>
                      <a:pt x="110" y="151"/>
                      <a:pt x="107" y="150"/>
                      <a:pt x="106" y="148"/>
                    </a:cubicBezTo>
                    <a:cubicBezTo>
                      <a:pt x="105" y="147"/>
                      <a:pt x="106" y="146"/>
                      <a:pt x="105" y="145"/>
                    </a:cubicBezTo>
                    <a:cubicBezTo>
                      <a:pt x="104" y="144"/>
                      <a:pt x="102" y="145"/>
                      <a:pt x="101" y="145"/>
                    </a:cubicBezTo>
                    <a:cubicBezTo>
                      <a:pt x="99" y="145"/>
                      <a:pt x="98" y="149"/>
                      <a:pt x="96" y="147"/>
                    </a:cubicBezTo>
                    <a:cubicBezTo>
                      <a:pt x="93" y="146"/>
                      <a:pt x="92" y="142"/>
                      <a:pt x="90" y="140"/>
                    </a:cubicBezTo>
                    <a:cubicBezTo>
                      <a:pt x="89" y="139"/>
                      <a:pt x="88" y="139"/>
                      <a:pt x="87" y="138"/>
                    </a:cubicBezTo>
                    <a:cubicBezTo>
                      <a:pt x="86" y="138"/>
                      <a:pt x="86" y="137"/>
                      <a:pt x="85" y="136"/>
                    </a:cubicBezTo>
                    <a:cubicBezTo>
                      <a:pt x="83" y="135"/>
                      <a:pt x="81" y="136"/>
                      <a:pt x="80" y="137"/>
                    </a:cubicBezTo>
                    <a:cubicBezTo>
                      <a:pt x="78" y="139"/>
                      <a:pt x="78" y="142"/>
                      <a:pt x="75" y="141"/>
                    </a:cubicBezTo>
                    <a:cubicBezTo>
                      <a:pt x="73" y="140"/>
                      <a:pt x="73" y="139"/>
                      <a:pt x="72" y="139"/>
                    </a:cubicBezTo>
                    <a:cubicBezTo>
                      <a:pt x="71" y="138"/>
                      <a:pt x="70" y="138"/>
                      <a:pt x="69" y="138"/>
                    </a:cubicBezTo>
                    <a:cubicBezTo>
                      <a:pt x="66" y="138"/>
                      <a:pt x="64" y="137"/>
                      <a:pt x="61" y="138"/>
                    </a:cubicBezTo>
                    <a:cubicBezTo>
                      <a:pt x="59" y="138"/>
                      <a:pt x="57" y="139"/>
                      <a:pt x="57" y="137"/>
                    </a:cubicBezTo>
                    <a:cubicBezTo>
                      <a:pt x="56" y="134"/>
                      <a:pt x="59" y="132"/>
                      <a:pt x="61" y="130"/>
                    </a:cubicBezTo>
                    <a:cubicBezTo>
                      <a:pt x="62" y="129"/>
                      <a:pt x="63" y="128"/>
                      <a:pt x="64" y="128"/>
                    </a:cubicBezTo>
                    <a:cubicBezTo>
                      <a:pt x="66" y="128"/>
                      <a:pt x="67" y="128"/>
                      <a:pt x="68" y="127"/>
                    </a:cubicBezTo>
                    <a:cubicBezTo>
                      <a:pt x="70" y="125"/>
                      <a:pt x="70" y="122"/>
                      <a:pt x="69" y="121"/>
                    </a:cubicBezTo>
                    <a:cubicBezTo>
                      <a:pt x="67" y="118"/>
                      <a:pt x="66" y="116"/>
                      <a:pt x="63" y="115"/>
                    </a:cubicBezTo>
                    <a:cubicBezTo>
                      <a:pt x="60" y="115"/>
                      <a:pt x="58" y="115"/>
                      <a:pt x="55" y="115"/>
                    </a:cubicBezTo>
                    <a:cubicBezTo>
                      <a:pt x="52" y="116"/>
                      <a:pt x="52" y="112"/>
                      <a:pt x="51" y="110"/>
                    </a:cubicBezTo>
                    <a:cubicBezTo>
                      <a:pt x="50" y="109"/>
                      <a:pt x="48" y="106"/>
                      <a:pt x="46" y="107"/>
                    </a:cubicBezTo>
                    <a:cubicBezTo>
                      <a:pt x="45" y="109"/>
                      <a:pt x="45" y="113"/>
                      <a:pt x="42" y="112"/>
                    </a:cubicBezTo>
                    <a:cubicBezTo>
                      <a:pt x="40" y="112"/>
                      <a:pt x="40" y="108"/>
                      <a:pt x="40" y="106"/>
                    </a:cubicBezTo>
                    <a:cubicBezTo>
                      <a:pt x="40" y="105"/>
                      <a:pt x="40" y="103"/>
                      <a:pt x="39" y="103"/>
                    </a:cubicBezTo>
                    <a:cubicBezTo>
                      <a:pt x="38" y="100"/>
                      <a:pt x="36" y="98"/>
                      <a:pt x="33" y="97"/>
                    </a:cubicBezTo>
                    <a:cubicBezTo>
                      <a:pt x="31" y="97"/>
                      <a:pt x="29" y="95"/>
                      <a:pt x="29" y="93"/>
                    </a:cubicBezTo>
                    <a:cubicBezTo>
                      <a:pt x="29" y="90"/>
                      <a:pt x="29" y="88"/>
                      <a:pt x="29" y="85"/>
                    </a:cubicBezTo>
                    <a:cubicBezTo>
                      <a:pt x="29" y="82"/>
                      <a:pt x="29" y="79"/>
                      <a:pt x="30" y="76"/>
                    </a:cubicBezTo>
                    <a:cubicBezTo>
                      <a:pt x="30" y="73"/>
                      <a:pt x="30" y="70"/>
                      <a:pt x="29" y="67"/>
                    </a:cubicBezTo>
                    <a:cubicBezTo>
                      <a:pt x="28" y="64"/>
                      <a:pt x="28" y="61"/>
                      <a:pt x="26" y="6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54" name="Freeform 1954">
                <a:extLst>
                  <a:ext uri="{FF2B5EF4-FFF2-40B4-BE49-F238E27FC236}">
                    <a16:creationId xmlns:a16="http://schemas.microsoft.com/office/drawing/2014/main" id="{E88043FC-C75C-4899-9FC3-989D22416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104"/>
                <a:ext cx="7" cy="7"/>
              </a:xfrm>
              <a:custGeom>
                <a:avLst/>
                <a:gdLst>
                  <a:gd name="T0" fmla="*/ 4 w 18"/>
                  <a:gd name="T1" fmla="*/ 10 h 18"/>
                  <a:gd name="T2" fmla="*/ 1 w 18"/>
                  <a:gd name="T3" fmla="*/ 8 h 18"/>
                  <a:gd name="T4" fmla="*/ 3 w 18"/>
                  <a:gd name="T5" fmla="*/ 1 h 18"/>
                  <a:gd name="T6" fmla="*/ 7 w 18"/>
                  <a:gd name="T7" fmla="*/ 1 h 18"/>
                  <a:gd name="T8" fmla="*/ 9 w 18"/>
                  <a:gd name="T9" fmla="*/ 0 h 18"/>
                  <a:gd name="T10" fmla="*/ 14 w 18"/>
                  <a:gd name="T11" fmla="*/ 1 h 18"/>
                  <a:gd name="T12" fmla="*/ 17 w 18"/>
                  <a:gd name="T13" fmla="*/ 8 h 18"/>
                  <a:gd name="T14" fmla="*/ 18 w 18"/>
                  <a:gd name="T15" fmla="*/ 13 h 18"/>
                  <a:gd name="T16" fmla="*/ 11 w 18"/>
                  <a:gd name="T17" fmla="*/ 18 h 18"/>
                  <a:gd name="T18" fmla="*/ 7 w 18"/>
                  <a:gd name="T19" fmla="*/ 16 h 18"/>
                  <a:gd name="T20" fmla="*/ 4 w 18"/>
                  <a:gd name="T21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8">
                    <a:moveTo>
                      <a:pt x="4" y="10"/>
                    </a:moveTo>
                    <a:cubicBezTo>
                      <a:pt x="3" y="10"/>
                      <a:pt x="2" y="9"/>
                      <a:pt x="1" y="8"/>
                    </a:cubicBezTo>
                    <a:cubicBezTo>
                      <a:pt x="1" y="5"/>
                      <a:pt x="0" y="2"/>
                      <a:pt x="3" y="1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8" y="1"/>
                      <a:pt x="8" y="0"/>
                      <a:pt x="9" y="0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7" y="2"/>
                      <a:pt x="16" y="5"/>
                      <a:pt x="17" y="8"/>
                    </a:cubicBezTo>
                    <a:cubicBezTo>
                      <a:pt x="18" y="9"/>
                      <a:pt x="18" y="11"/>
                      <a:pt x="18" y="13"/>
                    </a:cubicBezTo>
                    <a:cubicBezTo>
                      <a:pt x="17" y="17"/>
                      <a:pt x="14" y="17"/>
                      <a:pt x="11" y="18"/>
                    </a:cubicBezTo>
                    <a:cubicBezTo>
                      <a:pt x="9" y="18"/>
                      <a:pt x="8" y="17"/>
                      <a:pt x="7" y="16"/>
                    </a:cubicBezTo>
                    <a:cubicBezTo>
                      <a:pt x="7" y="14"/>
                      <a:pt x="5" y="12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55" name="Freeform 1955">
                <a:extLst>
                  <a:ext uri="{FF2B5EF4-FFF2-40B4-BE49-F238E27FC236}">
                    <a16:creationId xmlns:a16="http://schemas.microsoft.com/office/drawing/2014/main" id="{9F50FD31-E5FB-4F56-B932-E2BAEBE08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097"/>
                <a:ext cx="9" cy="16"/>
              </a:xfrm>
              <a:custGeom>
                <a:avLst/>
                <a:gdLst>
                  <a:gd name="T0" fmla="*/ 11 w 22"/>
                  <a:gd name="T1" fmla="*/ 24 h 38"/>
                  <a:gd name="T2" fmla="*/ 11 w 22"/>
                  <a:gd name="T3" fmla="*/ 23 h 38"/>
                  <a:gd name="T4" fmla="*/ 10 w 22"/>
                  <a:gd name="T5" fmla="*/ 20 h 38"/>
                  <a:gd name="T6" fmla="*/ 6 w 22"/>
                  <a:gd name="T7" fmla="*/ 18 h 38"/>
                  <a:gd name="T8" fmla="*/ 4 w 22"/>
                  <a:gd name="T9" fmla="*/ 14 h 38"/>
                  <a:gd name="T10" fmla="*/ 2 w 22"/>
                  <a:gd name="T11" fmla="*/ 10 h 38"/>
                  <a:gd name="T12" fmla="*/ 1 w 22"/>
                  <a:gd name="T13" fmla="*/ 7 h 38"/>
                  <a:gd name="T14" fmla="*/ 4 w 22"/>
                  <a:gd name="T15" fmla="*/ 1 h 38"/>
                  <a:gd name="T16" fmla="*/ 12 w 22"/>
                  <a:gd name="T17" fmla="*/ 3 h 38"/>
                  <a:gd name="T18" fmla="*/ 15 w 22"/>
                  <a:gd name="T19" fmla="*/ 11 h 38"/>
                  <a:gd name="T20" fmla="*/ 20 w 22"/>
                  <a:gd name="T21" fmla="*/ 17 h 38"/>
                  <a:gd name="T22" fmla="*/ 22 w 22"/>
                  <a:gd name="T23" fmla="*/ 26 h 38"/>
                  <a:gd name="T24" fmla="*/ 21 w 22"/>
                  <a:gd name="T25" fmla="*/ 30 h 38"/>
                  <a:gd name="T26" fmla="*/ 20 w 22"/>
                  <a:gd name="T27" fmla="*/ 34 h 38"/>
                  <a:gd name="T28" fmla="*/ 11 w 22"/>
                  <a:gd name="T29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38">
                    <a:moveTo>
                      <a:pt x="11" y="24"/>
                    </a:moveTo>
                    <a:cubicBezTo>
                      <a:pt x="11" y="24"/>
                      <a:pt x="10" y="23"/>
                      <a:pt x="11" y="23"/>
                    </a:cubicBezTo>
                    <a:cubicBezTo>
                      <a:pt x="10" y="22"/>
                      <a:pt x="10" y="21"/>
                      <a:pt x="10" y="20"/>
                    </a:cubicBezTo>
                    <a:cubicBezTo>
                      <a:pt x="9" y="19"/>
                      <a:pt x="7" y="19"/>
                      <a:pt x="6" y="18"/>
                    </a:cubicBezTo>
                    <a:cubicBezTo>
                      <a:pt x="5" y="17"/>
                      <a:pt x="4" y="16"/>
                      <a:pt x="4" y="14"/>
                    </a:cubicBezTo>
                    <a:cubicBezTo>
                      <a:pt x="3" y="13"/>
                      <a:pt x="3" y="11"/>
                      <a:pt x="2" y="10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5"/>
                      <a:pt x="2" y="2"/>
                      <a:pt x="4" y="1"/>
                    </a:cubicBezTo>
                    <a:cubicBezTo>
                      <a:pt x="6" y="0"/>
                      <a:pt x="10" y="1"/>
                      <a:pt x="12" y="3"/>
                    </a:cubicBezTo>
                    <a:cubicBezTo>
                      <a:pt x="14" y="5"/>
                      <a:pt x="13" y="9"/>
                      <a:pt x="15" y="11"/>
                    </a:cubicBezTo>
                    <a:cubicBezTo>
                      <a:pt x="16" y="13"/>
                      <a:pt x="19" y="15"/>
                      <a:pt x="20" y="17"/>
                    </a:cubicBezTo>
                    <a:cubicBezTo>
                      <a:pt x="21" y="20"/>
                      <a:pt x="22" y="23"/>
                      <a:pt x="22" y="26"/>
                    </a:cubicBezTo>
                    <a:cubicBezTo>
                      <a:pt x="22" y="27"/>
                      <a:pt x="22" y="28"/>
                      <a:pt x="21" y="30"/>
                    </a:cubicBezTo>
                    <a:cubicBezTo>
                      <a:pt x="21" y="31"/>
                      <a:pt x="21" y="33"/>
                      <a:pt x="20" y="34"/>
                    </a:cubicBezTo>
                    <a:cubicBezTo>
                      <a:pt x="16" y="38"/>
                      <a:pt x="12" y="26"/>
                      <a:pt x="11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56" name="Freeform 1956">
                <a:extLst>
                  <a:ext uri="{FF2B5EF4-FFF2-40B4-BE49-F238E27FC236}">
                    <a16:creationId xmlns:a16="http://schemas.microsoft.com/office/drawing/2014/main" id="{5AA32C5B-A1E4-436D-98DE-9D9CE300C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117"/>
                <a:ext cx="3" cy="4"/>
              </a:xfrm>
              <a:custGeom>
                <a:avLst/>
                <a:gdLst>
                  <a:gd name="T0" fmla="*/ 4 w 9"/>
                  <a:gd name="T1" fmla="*/ 5 h 10"/>
                  <a:gd name="T2" fmla="*/ 5 w 9"/>
                  <a:gd name="T3" fmla="*/ 2 h 10"/>
                  <a:gd name="T4" fmla="*/ 8 w 9"/>
                  <a:gd name="T5" fmla="*/ 2 h 10"/>
                  <a:gd name="T6" fmla="*/ 8 w 9"/>
                  <a:gd name="T7" fmla="*/ 7 h 10"/>
                  <a:gd name="T8" fmla="*/ 2 w 9"/>
                  <a:gd name="T9" fmla="*/ 9 h 10"/>
                  <a:gd name="T10" fmla="*/ 4 w 9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4" y="5"/>
                    </a:moveTo>
                    <a:cubicBezTo>
                      <a:pt x="5" y="4"/>
                      <a:pt x="5" y="3"/>
                      <a:pt x="5" y="2"/>
                    </a:cubicBezTo>
                    <a:cubicBezTo>
                      <a:pt x="5" y="0"/>
                      <a:pt x="7" y="0"/>
                      <a:pt x="8" y="2"/>
                    </a:cubicBezTo>
                    <a:cubicBezTo>
                      <a:pt x="8" y="4"/>
                      <a:pt x="9" y="6"/>
                      <a:pt x="8" y="7"/>
                    </a:cubicBezTo>
                    <a:cubicBezTo>
                      <a:pt x="7" y="8"/>
                      <a:pt x="3" y="10"/>
                      <a:pt x="2" y="9"/>
                    </a:cubicBezTo>
                    <a:cubicBezTo>
                      <a:pt x="0" y="7"/>
                      <a:pt x="3" y="5"/>
                      <a:pt x="4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57" name="Freeform 1957">
                <a:extLst>
                  <a:ext uri="{FF2B5EF4-FFF2-40B4-BE49-F238E27FC236}">
                    <a16:creationId xmlns:a16="http://schemas.microsoft.com/office/drawing/2014/main" id="{BC3FE2E3-A993-46D5-819B-3B4B8D8ED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127"/>
                <a:ext cx="9" cy="16"/>
              </a:xfrm>
              <a:custGeom>
                <a:avLst/>
                <a:gdLst>
                  <a:gd name="T0" fmla="*/ 4 w 22"/>
                  <a:gd name="T1" fmla="*/ 12 h 38"/>
                  <a:gd name="T2" fmla="*/ 5 w 22"/>
                  <a:gd name="T3" fmla="*/ 8 h 38"/>
                  <a:gd name="T4" fmla="*/ 4 w 22"/>
                  <a:gd name="T5" fmla="*/ 8 h 38"/>
                  <a:gd name="T6" fmla="*/ 4 w 22"/>
                  <a:gd name="T7" fmla="*/ 6 h 38"/>
                  <a:gd name="T8" fmla="*/ 6 w 22"/>
                  <a:gd name="T9" fmla="*/ 2 h 38"/>
                  <a:gd name="T10" fmla="*/ 10 w 22"/>
                  <a:gd name="T11" fmla="*/ 0 h 38"/>
                  <a:gd name="T12" fmla="*/ 14 w 22"/>
                  <a:gd name="T13" fmla="*/ 1 h 38"/>
                  <a:gd name="T14" fmla="*/ 17 w 22"/>
                  <a:gd name="T15" fmla="*/ 3 h 38"/>
                  <a:gd name="T16" fmla="*/ 21 w 22"/>
                  <a:gd name="T17" fmla="*/ 4 h 38"/>
                  <a:gd name="T18" fmla="*/ 21 w 22"/>
                  <a:gd name="T19" fmla="*/ 10 h 38"/>
                  <a:gd name="T20" fmla="*/ 21 w 22"/>
                  <a:gd name="T21" fmla="*/ 16 h 38"/>
                  <a:gd name="T22" fmla="*/ 19 w 22"/>
                  <a:gd name="T23" fmla="*/ 21 h 38"/>
                  <a:gd name="T24" fmla="*/ 18 w 22"/>
                  <a:gd name="T25" fmla="*/ 25 h 38"/>
                  <a:gd name="T26" fmla="*/ 16 w 22"/>
                  <a:gd name="T27" fmla="*/ 32 h 38"/>
                  <a:gd name="T28" fmla="*/ 10 w 22"/>
                  <a:gd name="T29" fmla="*/ 37 h 38"/>
                  <a:gd name="T30" fmla="*/ 3 w 22"/>
                  <a:gd name="T31" fmla="*/ 36 h 38"/>
                  <a:gd name="T32" fmla="*/ 1 w 22"/>
                  <a:gd name="T33" fmla="*/ 33 h 38"/>
                  <a:gd name="T34" fmla="*/ 0 w 22"/>
                  <a:gd name="T35" fmla="*/ 28 h 38"/>
                  <a:gd name="T36" fmla="*/ 0 w 22"/>
                  <a:gd name="T37" fmla="*/ 23 h 38"/>
                  <a:gd name="T38" fmla="*/ 2 w 22"/>
                  <a:gd name="T39" fmla="*/ 20 h 38"/>
                  <a:gd name="T40" fmla="*/ 4 w 22"/>
                  <a:gd name="T41" fmla="*/ 1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8">
                    <a:moveTo>
                      <a:pt x="4" y="12"/>
                    </a:moveTo>
                    <a:cubicBezTo>
                      <a:pt x="4" y="11"/>
                      <a:pt x="5" y="9"/>
                      <a:pt x="5" y="8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6"/>
                      <a:pt x="4" y="6"/>
                    </a:cubicBezTo>
                    <a:cubicBezTo>
                      <a:pt x="5" y="5"/>
                      <a:pt x="5" y="3"/>
                      <a:pt x="6" y="2"/>
                    </a:cubicBezTo>
                    <a:cubicBezTo>
                      <a:pt x="7" y="1"/>
                      <a:pt x="9" y="0"/>
                      <a:pt x="10" y="0"/>
                    </a:cubicBezTo>
                    <a:cubicBezTo>
                      <a:pt x="11" y="0"/>
                      <a:pt x="13" y="0"/>
                      <a:pt x="14" y="1"/>
                    </a:cubicBezTo>
                    <a:cubicBezTo>
                      <a:pt x="15" y="1"/>
                      <a:pt x="16" y="2"/>
                      <a:pt x="17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2" y="6"/>
                      <a:pt x="21" y="8"/>
                      <a:pt x="21" y="10"/>
                    </a:cubicBezTo>
                    <a:cubicBezTo>
                      <a:pt x="22" y="12"/>
                      <a:pt x="21" y="14"/>
                      <a:pt x="21" y="16"/>
                    </a:cubicBezTo>
                    <a:cubicBezTo>
                      <a:pt x="20" y="18"/>
                      <a:pt x="20" y="19"/>
                      <a:pt x="19" y="21"/>
                    </a:cubicBezTo>
                    <a:cubicBezTo>
                      <a:pt x="18" y="22"/>
                      <a:pt x="18" y="23"/>
                      <a:pt x="18" y="25"/>
                    </a:cubicBezTo>
                    <a:cubicBezTo>
                      <a:pt x="17" y="27"/>
                      <a:pt x="17" y="30"/>
                      <a:pt x="16" y="32"/>
                    </a:cubicBezTo>
                    <a:cubicBezTo>
                      <a:pt x="15" y="35"/>
                      <a:pt x="12" y="37"/>
                      <a:pt x="10" y="37"/>
                    </a:cubicBezTo>
                    <a:cubicBezTo>
                      <a:pt x="7" y="38"/>
                      <a:pt x="6" y="36"/>
                      <a:pt x="3" y="36"/>
                    </a:cubicBezTo>
                    <a:cubicBezTo>
                      <a:pt x="1" y="35"/>
                      <a:pt x="1" y="35"/>
                      <a:pt x="1" y="33"/>
                    </a:cubicBezTo>
                    <a:cubicBezTo>
                      <a:pt x="1" y="31"/>
                      <a:pt x="0" y="29"/>
                      <a:pt x="0" y="28"/>
                    </a:cubicBezTo>
                    <a:cubicBezTo>
                      <a:pt x="0" y="26"/>
                      <a:pt x="0" y="25"/>
                      <a:pt x="0" y="23"/>
                    </a:cubicBezTo>
                    <a:cubicBezTo>
                      <a:pt x="1" y="22"/>
                      <a:pt x="2" y="21"/>
                      <a:pt x="2" y="20"/>
                    </a:cubicBezTo>
                    <a:cubicBezTo>
                      <a:pt x="4" y="17"/>
                      <a:pt x="4" y="15"/>
                      <a:pt x="4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58" name="Freeform 1958">
                <a:extLst>
                  <a:ext uri="{FF2B5EF4-FFF2-40B4-BE49-F238E27FC236}">
                    <a16:creationId xmlns:a16="http://schemas.microsoft.com/office/drawing/2014/main" id="{9932EE0A-D202-4729-8B64-7A202832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964"/>
                <a:ext cx="196" cy="210"/>
              </a:xfrm>
              <a:custGeom>
                <a:avLst/>
                <a:gdLst>
                  <a:gd name="T0" fmla="*/ 459 w 481"/>
                  <a:gd name="T1" fmla="*/ 157 h 514"/>
                  <a:gd name="T2" fmla="*/ 433 w 481"/>
                  <a:gd name="T3" fmla="*/ 196 h 514"/>
                  <a:gd name="T4" fmla="*/ 424 w 481"/>
                  <a:gd name="T5" fmla="*/ 176 h 514"/>
                  <a:gd name="T6" fmla="*/ 405 w 481"/>
                  <a:gd name="T7" fmla="*/ 196 h 514"/>
                  <a:gd name="T8" fmla="*/ 378 w 481"/>
                  <a:gd name="T9" fmla="*/ 177 h 514"/>
                  <a:gd name="T10" fmla="*/ 393 w 481"/>
                  <a:gd name="T11" fmla="*/ 153 h 514"/>
                  <a:gd name="T12" fmla="*/ 363 w 481"/>
                  <a:gd name="T13" fmla="*/ 179 h 514"/>
                  <a:gd name="T14" fmla="*/ 360 w 481"/>
                  <a:gd name="T15" fmla="*/ 240 h 514"/>
                  <a:gd name="T16" fmla="*/ 342 w 481"/>
                  <a:gd name="T17" fmla="*/ 260 h 514"/>
                  <a:gd name="T18" fmla="*/ 318 w 481"/>
                  <a:gd name="T19" fmla="*/ 251 h 514"/>
                  <a:gd name="T20" fmla="*/ 319 w 481"/>
                  <a:gd name="T21" fmla="*/ 261 h 514"/>
                  <a:gd name="T22" fmla="*/ 318 w 481"/>
                  <a:gd name="T23" fmla="*/ 288 h 514"/>
                  <a:gd name="T24" fmla="*/ 272 w 481"/>
                  <a:gd name="T25" fmla="*/ 289 h 514"/>
                  <a:gd name="T26" fmla="*/ 268 w 481"/>
                  <a:gd name="T27" fmla="*/ 310 h 514"/>
                  <a:gd name="T28" fmla="*/ 258 w 481"/>
                  <a:gd name="T29" fmla="*/ 335 h 514"/>
                  <a:gd name="T30" fmla="*/ 208 w 481"/>
                  <a:gd name="T31" fmla="*/ 304 h 514"/>
                  <a:gd name="T32" fmla="*/ 179 w 481"/>
                  <a:gd name="T33" fmla="*/ 250 h 514"/>
                  <a:gd name="T34" fmla="*/ 183 w 481"/>
                  <a:gd name="T35" fmla="*/ 286 h 514"/>
                  <a:gd name="T36" fmla="*/ 195 w 481"/>
                  <a:gd name="T37" fmla="*/ 327 h 514"/>
                  <a:gd name="T38" fmla="*/ 185 w 481"/>
                  <a:gd name="T39" fmla="*/ 361 h 514"/>
                  <a:gd name="T40" fmla="*/ 223 w 481"/>
                  <a:gd name="T41" fmla="*/ 358 h 514"/>
                  <a:gd name="T42" fmla="*/ 235 w 481"/>
                  <a:gd name="T43" fmla="*/ 397 h 514"/>
                  <a:gd name="T44" fmla="*/ 237 w 481"/>
                  <a:gd name="T45" fmla="*/ 402 h 514"/>
                  <a:gd name="T46" fmla="*/ 247 w 481"/>
                  <a:gd name="T47" fmla="*/ 424 h 514"/>
                  <a:gd name="T48" fmla="*/ 215 w 481"/>
                  <a:gd name="T49" fmla="*/ 433 h 514"/>
                  <a:gd name="T50" fmla="*/ 222 w 481"/>
                  <a:gd name="T51" fmla="*/ 453 h 514"/>
                  <a:gd name="T52" fmla="*/ 236 w 481"/>
                  <a:gd name="T53" fmla="*/ 460 h 514"/>
                  <a:gd name="T54" fmla="*/ 257 w 481"/>
                  <a:gd name="T55" fmla="*/ 492 h 514"/>
                  <a:gd name="T56" fmla="*/ 241 w 481"/>
                  <a:gd name="T57" fmla="*/ 493 h 514"/>
                  <a:gd name="T58" fmla="*/ 172 w 481"/>
                  <a:gd name="T59" fmla="*/ 501 h 514"/>
                  <a:gd name="T60" fmla="*/ 82 w 481"/>
                  <a:gd name="T61" fmla="*/ 458 h 514"/>
                  <a:gd name="T62" fmla="*/ 81 w 481"/>
                  <a:gd name="T63" fmla="*/ 376 h 514"/>
                  <a:gd name="T64" fmla="*/ 51 w 481"/>
                  <a:gd name="T65" fmla="*/ 324 h 514"/>
                  <a:gd name="T66" fmla="*/ 30 w 481"/>
                  <a:gd name="T67" fmla="*/ 323 h 514"/>
                  <a:gd name="T68" fmla="*/ 10 w 481"/>
                  <a:gd name="T69" fmla="*/ 280 h 514"/>
                  <a:gd name="T70" fmla="*/ 20 w 481"/>
                  <a:gd name="T71" fmla="*/ 202 h 514"/>
                  <a:gd name="T72" fmla="*/ 32 w 481"/>
                  <a:gd name="T73" fmla="*/ 230 h 514"/>
                  <a:gd name="T74" fmla="*/ 56 w 481"/>
                  <a:gd name="T75" fmla="*/ 220 h 514"/>
                  <a:gd name="T76" fmla="*/ 44 w 481"/>
                  <a:gd name="T77" fmla="*/ 173 h 514"/>
                  <a:gd name="T78" fmla="*/ 33 w 481"/>
                  <a:gd name="T79" fmla="*/ 149 h 514"/>
                  <a:gd name="T80" fmla="*/ 25 w 481"/>
                  <a:gd name="T81" fmla="*/ 187 h 514"/>
                  <a:gd name="T82" fmla="*/ 26 w 481"/>
                  <a:gd name="T83" fmla="*/ 125 h 514"/>
                  <a:gd name="T84" fmla="*/ 44 w 481"/>
                  <a:gd name="T85" fmla="*/ 106 h 514"/>
                  <a:gd name="T86" fmla="*/ 49 w 481"/>
                  <a:gd name="T87" fmla="*/ 97 h 514"/>
                  <a:gd name="T88" fmla="*/ 33 w 481"/>
                  <a:gd name="T89" fmla="*/ 84 h 514"/>
                  <a:gd name="T90" fmla="*/ 48 w 481"/>
                  <a:gd name="T91" fmla="*/ 18 h 514"/>
                  <a:gd name="T92" fmla="*/ 70 w 481"/>
                  <a:gd name="T93" fmla="*/ 48 h 514"/>
                  <a:gd name="T94" fmla="*/ 108 w 481"/>
                  <a:gd name="T95" fmla="*/ 53 h 514"/>
                  <a:gd name="T96" fmla="*/ 130 w 481"/>
                  <a:gd name="T97" fmla="*/ 72 h 514"/>
                  <a:gd name="T98" fmla="*/ 141 w 481"/>
                  <a:gd name="T99" fmla="*/ 31 h 514"/>
                  <a:gd name="T100" fmla="*/ 164 w 481"/>
                  <a:gd name="T101" fmla="*/ 4 h 514"/>
                  <a:gd name="T102" fmla="*/ 205 w 481"/>
                  <a:gd name="T103" fmla="*/ 18 h 514"/>
                  <a:gd name="T104" fmla="*/ 201 w 481"/>
                  <a:gd name="T105" fmla="*/ 51 h 514"/>
                  <a:gd name="T106" fmla="*/ 225 w 481"/>
                  <a:gd name="T107" fmla="*/ 60 h 514"/>
                  <a:gd name="T108" fmla="*/ 259 w 481"/>
                  <a:gd name="T109" fmla="*/ 26 h 514"/>
                  <a:gd name="T110" fmla="*/ 299 w 481"/>
                  <a:gd name="T111" fmla="*/ 75 h 514"/>
                  <a:gd name="T112" fmla="*/ 348 w 481"/>
                  <a:gd name="T113" fmla="*/ 44 h 514"/>
                  <a:gd name="T114" fmla="*/ 374 w 481"/>
                  <a:gd name="T115" fmla="*/ 74 h 514"/>
                  <a:gd name="T116" fmla="*/ 373 w 481"/>
                  <a:gd name="T117" fmla="*/ 101 h 514"/>
                  <a:gd name="T118" fmla="*/ 378 w 481"/>
                  <a:gd name="T119" fmla="*/ 78 h 514"/>
                  <a:gd name="T120" fmla="*/ 395 w 481"/>
                  <a:gd name="T121" fmla="*/ 84 h 514"/>
                  <a:gd name="T122" fmla="*/ 425 w 481"/>
                  <a:gd name="T123" fmla="*/ 93 h 514"/>
                  <a:gd name="T124" fmla="*/ 475 w 481"/>
                  <a:gd name="T125" fmla="*/ 114 h 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514">
                    <a:moveTo>
                      <a:pt x="481" y="121"/>
                    </a:moveTo>
                    <a:cubicBezTo>
                      <a:pt x="481" y="124"/>
                      <a:pt x="478" y="125"/>
                      <a:pt x="476" y="127"/>
                    </a:cubicBezTo>
                    <a:cubicBezTo>
                      <a:pt x="475" y="128"/>
                      <a:pt x="474" y="129"/>
                      <a:pt x="474" y="131"/>
                    </a:cubicBezTo>
                    <a:cubicBezTo>
                      <a:pt x="473" y="133"/>
                      <a:pt x="473" y="134"/>
                      <a:pt x="473" y="136"/>
                    </a:cubicBezTo>
                    <a:cubicBezTo>
                      <a:pt x="472" y="138"/>
                      <a:pt x="473" y="141"/>
                      <a:pt x="472" y="143"/>
                    </a:cubicBezTo>
                    <a:cubicBezTo>
                      <a:pt x="471" y="146"/>
                      <a:pt x="469" y="149"/>
                      <a:pt x="467" y="151"/>
                    </a:cubicBezTo>
                    <a:cubicBezTo>
                      <a:pt x="465" y="154"/>
                      <a:pt x="462" y="156"/>
                      <a:pt x="459" y="157"/>
                    </a:cubicBezTo>
                    <a:cubicBezTo>
                      <a:pt x="457" y="158"/>
                      <a:pt x="455" y="160"/>
                      <a:pt x="453" y="162"/>
                    </a:cubicBezTo>
                    <a:cubicBezTo>
                      <a:pt x="452" y="164"/>
                      <a:pt x="451" y="167"/>
                      <a:pt x="450" y="169"/>
                    </a:cubicBezTo>
                    <a:cubicBezTo>
                      <a:pt x="449" y="170"/>
                      <a:pt x="448" y="170"/>
                      <a:pt x="447" y="171"/>
                    </a:cubicBezTo>
                    <a:cubicBezTo>
                      <a:pt x="447" y="172"/>
                      <a:pt x="447" y="172"/>
                      <a:pt x="447" y="172"/>
                    </a:cubicBezTo>
                    <a:cubicBezTo>
                      <a:pt x="445" y="175"/>
                      <a:pt x="439" y="176"/>
                      <a:pt x="439" y="180"/>
                    </a:cubicBezTo>
                    <a:cubicBezTo>
                      <a:pt x="439" y="184"/>
                      <a:pt x="439" y="189"/>
                      <a:pt x="438" y="193"/>
                    </a:cubicBezTo>
                    <a:cubicBezTo>
                      <a:pt x="437" y="196"/>
                      <a:pt x="435" y="197"/>
                      <a:pt x="433" y="196"/>
                    </a:cubicBezTo>
                    <a:cubicBezTo>
                      <a:pt x="430" y="196"/>
                      <a:pt x="430" y="195"/>
                      <a:pt x="428" y="193"/>
                    </a:cubicBezTo>
                    <a:cubicBezTo>
                      <a:pt x="427" y="192"/>
                      <a:pt x="425" y="192"/>
                      <a:pt x="424" y="190"/>
                    </a:cubicBezTo>
                    <a:cubicBezTo>
                      <a:pt x="424" y="187"/>
                      <a:pt x="426" y="185"/>
                      <a:pt x="427" y="183"/>
                    </a:cubicBezTo>
                    <a:cubicBezTo>
                      <a:pt x="428" y="182"/>
                      <a:pt x="429" y="180"/>
                      <a:pt x="429" y="179"/>
                    </a:cubicBezTo>
                    <a:cubicBezTo>
                      <a:pt x="429" y="178"/>
                      <a:pt x="429" y="177"/>
                      <a:pt x="428" y="176"/>
                    </a:cubicBezTo>
                    <a:cubicBezTo>
                      <a:pt x="427" y="176"/>
                      <a:pt x="427" y="175"/>
                      <a:pt x="426" y="175"/>
                    </a:cubicBezTo>
                    <a:cubicBezTo>
                      <a:pt x="425" y="174"/>
                      <a:pt x="424" y="176"/>
                      <a:pt x="424" y="176"/>
                    </a:cubicBezTo>
                    <a:cubicBezTo>
                      <a:pt x="422" y="178"/>
                      <a:pt x="420" y="178"/>
                      <a:pt x="418" y="180"/>
                    </a:cubicBezTo>
                    <a:cubicBezTo>
                      <a:pt x="416" y="181"/>
                      <a:pt x="414" y="183"/>
                      <a:pt x="412" y="185"/>
                    </a:cubicBezTo>
                    <a:cubicBezTo>
                      <a:pt x="413" y="186"/>
                      <a:pt x="413" y="188"/>
                      <a:pt x="413" y="189"/>
                    </a:cubicBezTo>
                    <a:cubicBezTo>
                      <a:pt x="413" y="192"/>
                      <a:pt x="413" y="194"/>
                      <a:pt x="413" y="197"/>
                    </a:cubicBezTo>
                    <a:cubicBezTo>
                      <a:pt x="412" y="198"/>
                      <a:pt x="412" y="201"/>
                      <a:pt x="410" y="201"/>
                    </a:cubicBezTo>
                    <a:cubicBezTo>
                      <a:pt x="409" y="201"/>
                      <a:pt x="408" y="199"/>
                      <a:pt x="407" y="198"/>
                    </a:cubicBezTo>
                    <a:cubicBezTo>
                      <a:pt x="407" y="197"/>
                      <a:pt x="405" y="197"/>
                      <a:pt x="405" y="196"/>
                    </a:cubicBezTo>
                    <a:cubicBezTo>
                      <a:pt x="403" y="192"/>
                      <a:pt x="408" y="189"/>
                      <a:pt x="406" y="186"/>
                    </a:cubicBezTo>
                    <a:cubicBezTo>
                      <a:pt x="405" y="185"/>
                      <a:pt x="403" y="185"/>
                      <a:pt x="401" y="185"/>
                    </a:cubicBezTo>
                    <a:cubicBezTo>
                      <a:pt x="399" y="185"/>
                      <a:pt x="397" y="185"/>
                      <a:pt x="395" y="185"/>
                    </a:cubicBezTo>
                    <a:cubicBezTo>
                      <a:pt x="394" y="185"/>
                      <a:pt x="392" y="185"/>
                      <a:pt x="391" y="185"/>
                    </a:cubicBezTo>
                    <a:cubicBezTo>
                      <a:pt x="388" y="185"/>
                      <a:pt x="386" y="185"/>
                      <a:pt x="384" y="185"/>
                    </a:cubicBezTo>
                    <a:cubicBezTo>
                      <a:pt x="382" y="185"/>
                      <a:pt x="382" y="183"/>
                      <a:pt x="381" y="181"/>
                    </a:cubicBezTo>
                    <a:cubicBezTo>
                      <a:pt x="380" y="180"/>
                      <a:pt x="378" y="179"/>
                      <a:pt x="378" y="177"/>
                    </a:cubicBezTo>
                    <a:cubicBezTo>
                      <a:pt x="378" y="176"/>
                      <a:pt x="380" y="175"/>
                      <a:pt x="381" y="175"/>
                    </a:cubicBezTo>
                    <a:cubicBezTo>
                      <a:pt x="383" y="174"/>
                      <a:pt x="385" y="174"/>
                      <a:pt x="386" y="174"/>
                    </a:cubicBezTo>
                    <a:cubicBezTo>
                      <a:pt x="388" y="174"/>
                      <a:pt x="390" y="175"/>
                      <a:pt x="392" y="174"/>
                    </a:cubicBezTo>
                    <a:cubicBezTo>
                      <a:pt x="394" y="174"/>
                      <a:pt x="395" y="173"/>
                      <a:pt x="395" y="172"/>
                    </a:cubicBezTo>
                    <a:cubicBezTo>
                      <a:pt x="396" y="170"/>
                      <a:pt x="396" y="169"/>
                      <a:pt x="397" y="167"/>
                    </a:cubicBezTo>
                    <a:cubicBezTo>
                      <a:pt x="399" y="166"/>
                      <a:pt x="406" y="160"/>
                      <a:pt x="402" y="158"/>
                    </a:cubicBezTo>
                    <a:cubicBezTo>
                      <a:pt x="399" y="157"/>
                      <a:pt x="395" y="157"/>
                      <a:pt x="393" y="153"/>
                    </a:cubicBezTo>
                    <a:cubicBezTo>
                      <a:pt x="392" y="153"/>
                      <a:pt x="391" y="153"/>
                      <a:pt x="390" y="154"/>
                    </a:cubicBezTo>
                    <a:cubicBezTo>
                      <a:pt x="389" y="155"/>
                      <a:pt x="388" y="156"/>
                      <a:pt x="387" y="157"/>
                    </a:cubicBezTo>
                    <a:cubicBezTo>
                      <a:pt x="386" y="159"/>
                      <a:pt x="383" y="161"/>
                      <a:pt x="381" y="163"/>
                    </a:cubicBezTo>
                    <a:cubicBezTo>
                      <a:pt x="378" y="166"/>
                      <a:pt x="375" y="168"/>
                      <a:pt x="373" y="171"/>
                    </a:cubicBezTo>
                    <a:cubicBezTo>
                      <a:pt x="371" y="172"/>
                      <a:pt x="370" y="174"/>
                      <a:pt x="368" y="176"/>
                    </a:cubicBezTo>
                    <a:cubicBezTo>
                      <a:pt x="367" y="177"/>
                      <a:pt x="366" y="177"/>
                      <a:pt x="365" y="178"/>
                    </a:cubicBezTo>
                    <a:cubicBezTo>
                      <a:pt x="364" y="178"/>
                      <a:pt x="363" y="179"/>
                      <a:pt x="363" y="179"/>
                    </a:cubicBezTo>
                    <a:cubicBezTo>
                      <a:pt x="361" y="180"/>
                      <a:pt x="359" y="184"/>
                      <a:pt x="359" y="186"/>
                    </a:cubicBezTo>
                    <a:cubicBezTo>
                      <a:pt x="359" y="187"/>
                      <a:pt x="359" y="188"/>
                      <a:pt x="359" y="190"/>
                    </a:cubicBezTo>
                    <a:cubicBezTo>
                      <a:pt x="360" y="192"/>
                      <a:pt x="361" y="195"/>
                      <a:pt x="362" y="197"/>
                    </a:cubicBezTo>
                    <a:cubicBezTo>
                      <a:pt x="363" y="199"/>
                      <a:pt x="363" y="201"/>
                      <a:pt x="363" y="203"/>
                    </a:cubicBezTo>
                    <a:cubicBezTo>
                      <a:pt x="363" y="206"/>
                      <a:pt x="363" y="208"/>
                      <a:pt x="363" y="211"/>
                    </a:cubicBezTo>
                    <a:cubicBezTo>
                      <a:pt x="363" y="216"/>
                      <a:pt x="363" y="222"/>
                      <a:pt x="362" y="227"/>
                    </a:cubicBezTo>
                    <a:cubicBezTo>
                      <a:pt x="362" y="231"/>
                      <a:pt x="361" y="236"/>
                      <a:pt x="360" y="240"/>
                    </a:cubicBezTo>
                    <a:cubicBezTo>
                      <a:pt x="358" y="243"/>
                      <a:pt x="356" y="245"/>
                      <a:pt x="353" y="246"/>
                    </a:cubicBezTo>
                    <a:cubicBezTo>
                      <a:pt x="351" y="247"/>
                      <a:pt x="350" y="247"/>
                      <a:pt x="349" y="248"/>
                    </a:cubicBezTo>
                    <a:cubicBezTo>
                      <a:pt x="348" y="248"/>
                      <a:pt x="348" y="249"/>
                      <a:pt x="348" y="251"/>
                    </a:cubicBezTo>
                    <a:cubicBezTo>
                      <a:pt x="347" y="253"/>
                      <a:pt x="348" y="255"/>
                      <a:pt x="348" y="257"/>
                    </a:cubicBezTo>
                    <a:cubicBezTo>
                      <a:pt x="348" y="259"/>
                      <a:pt x="348" y="262"/>
                      <a:pt x="347" y="263"/>
                    </a:cubicBezTo>
                    <a:cubicBezTo>
                      <a:pt x="346" y="264"/>
                      <a:pt x="345" y="264"/>
                      <a:pt x="344" y="263"/>
                    </a:cubicBezTo>
                    <a:cubicBezTo>
                      <a:pt x="343" y="263"/>
                      <a:pt x="342" y="261"/>
                      <a:pt x="342" y="260"/>
                    </a:cubicBezTo>
                    <a:cubicBezTo>
                      <a:pt x="341" y="260"/>
                      <a:pt x="342" y="259"/>
                      <a:pt x="342" y="258"/>
                    </a:cubicBezTo>
                    <a:cubicBezTo>
                      <a:pt x="342" y="258"/>
                      <a:pt x="341" y="258"/>
                      <a:pt x="341" y="257"/>
                    </a:cubicBezTo>
                    <a:cubicBezTo>
                      <a:pt x="341" y="256"/>
                      <a:pt x="341" y="256"/>
                      <a:pt x="341" y="256"/>
                    </a:cubicBezTo>
                    <a:cubicBezTo>
                      <a:pt x="340" y="255"/>
                      <a:pt x="338" y="256"/>
                      <a:pt x="337" y="255"/>
                    </a:cubicBezTo>
                    <a:cubicBezTo>
                      <a:pt x="336" y="255"/>
                      <a:pt x="335" y="255"/>
                      <a:pt x="333" y="255"/>
                    </a:cubicBezTo>
                    <a:cubicBezTo>
                      <a:pt x="330" y="253"/>
                      <a:pt x="327" y="255"/>
                      <a:pt x="323" y="254"/>
                    </a:cubicBezTo>
                    <a:cubicBezTo>
                      <a:pt x="321" y="254"/>
                      <a:pt x="320" y="253"/>
                      <a:pt x="318" y="251"/>
                    </a:cubicBezTo>
                    <a:cubicBezTo>
                      <a:pt x="317" y="249"/>
                      <a:pt x="316" y="248"/>
                      <a:pt x="313" y="248"/>
                    </a:cubicBezTo>
                    <a:cubicBezTo>
                      <a:pt x="310" y="247"/>
                      <a:pt x="302" y="246"/>
                      <a:pt x="301" y="250"/>
                    </a:cubicBezTo>
                    <a:cubicBezTo>
                      <a:pt x="301" y="251"/>
                      <a:pt x="302" y="253"/>
                      <a:pt x="302" y="254"/>
                    </a:cubicBezTo>
                    <a:cubicBezTo>
                      <a:pt x="303" y="255"/>
                      <a:pt x="304" y="256"/>
                      <a:pt x="305" y="257"/>
                    </a:cubicBezTo>
                    <a:cubicBezTo>
                      <a:pt x="307" y="257"/>
                      <a:pt x="308" y="258"/>
                      <a:pt x="310" y="259"/>
                    </a:cubicBezTo>
                    <a:cubicBezTo>
                      <a:pt x="312" y="259"/>
                      <a:pt x="314" y="259"/>
                      <a:pt x="315" y="260"/>
                    </a:cubicBezTo>
                    <a:cubicBezTo>
                      <a:pt x="317" y="260"/>
                      <a:pt x="318" y="260"/>
                      <a:pt x="319" y="261"/>
                    </a:cubicBezTo>
                    <a:cubicBezTo>
                      <a:pt x="320" y="263"/>
                      <a:pt x="320" y="264"/>
                      <a:pt x="320" y="265"/>
                    </a:cubicBezTo>
                    <a:cubicBezTo>
                      <a:pt x="320" y="268"/>
                      <a:pt x="320" y="270"/>
                      <a:pt x="319" y="273"/>
                    </a:cubicBezTo>
                    <a:cubicBezTo>
                      <a:pt x="319" y="274"/>
                      <a:pt x="319" y="275"/>
                      <a:pt x="320" y="275"/>
                    </a:cubicBezTo>
                    <a:cubicBezTo>
                      <a:pt x="322" y="276"/>
                      <a:pt x="323" y="275"/>
                      <a:pt x="323" y="277"/>
                    </a:cubicBezTo>
                    <a:cubicBezTo>
                      <a:pt x="323" y="278"/>
                      <a:pt x="324" y="279"/>
                      <a:pt x="325" y="280"/>
                    </a:cubicBezTo>
                    <a:cubicBezTo>
                      <a:pt x="326" y="283"/>
                      <a:pt x="324" y="285"/>
                      <a:pt x="322" y="286"/>
                    </a:cubicBezTo>
                    <a:cubicBezTo>
                      <a:pt x="320" y="286"/>
                      <a:pt x="319" y="287"/>
                      <a:pt x="318" y="288"/>
                    </a:cubicBezTo>
                    <a:cubicBezTo>
                      <a:pt x="317" y="288"/>
                      <a:pt x="317" y="288"/>
                      <a:pt x="317" y="289"/>
                    </a:cubicBezTo>
                    <a:cubicBezTo>
                      <a:pt x="316" y="292"/>
                      <a:pt x="316" y="295"/>
                      <a:pt x="313" y="297"/>
                    </a:cubicBezTo>
                    <a:cubicBezTo>
                      <a:pt x="311" y="299"/>
                      <a:pt x="307" y="296"/>
                      <a:pt x="305" y="295"/>
                    </a:cubicBezTo>
                    <a:cubicBezTo>
                      <a:pt x="302" y="294"/>
                      <a:pt x="299" y="294"/>
                      <a:pt x="296" y="294"/>
                    </a:cubicBezTo>
                    <a:cubicBezTo>
                      <a:pt x="293" y="295"/>
                      <a:pt x="291" y="295"/>
                      <a:pt x="288" y="296"/>
                    </a:cubicBezTo>
                    <a:cubicBezTo>
                      <a:pt x="285" y="296"/>
                      <a:pt x="283" y="297"/>
                      <a:pt x="281" y="297"/>
                    </a:cubicBezTo>
                    <a:cubicBezTo>
                      <a:pt x="277" y="295"/>
                      <a:pt x="274" y="291"/>
                      <a:pt x="272" y="289"/>
                    </a:cubicBezTo>
                    <a:cubicBezTo>
                      <a:pt x="268" y="286"/>
                      <a:pt x="263" y="284"/>
                      <a:pt x="259" y="283"/>
                    </a:cubicBezTo>
                    <a:cubicBezTo>
                      <a:pt x="255" y="283"/>
                      <a:pt x="250" y="283"/>
                      <a:pt x="247" y="286"/>
                    </a:cubicBezTo>
                    <a:cubicBezTo>
                      <a:pt x="245" y="287"/>
                      <a:pt x="245" y="289"/>
                      <a:pt x="247" y="290"/>
                    </a:cubicBezTo>
                    <a:cubicBezTo>
                      <a:pt x="250" y="292"/>
                      <a:pt x="252" y="291"/>
                      <a:pt x="255" y="291"/>
                    </a:cubicBezTo>
                    <a:cubicBezTo>
                      <a:pt x="258" y="291"/>
                      <a:pt x="260" y="292"/>
                      <a:pt x="261" y="294"/>
                    </a:cubicBezTo>
                    <a:cubicBezTo>
                      <a:pt x="263" y="296"/>
                      <a:pt x="264" y="299"/>
                      <a:pt x="265" y="301"/>
                    </a:cubicBezTo>
                    <a:cubicBezTo>
                      <a:pt x="266" y="304"/>
                      <a:pt x="266" y="307"/>
                      <a:pt x="268" y="310"/>
                    </a:cubicBezTo>
                    <a:cubicBezTo>
                      <a:pt x="271" y="312"/>
                      <a:pt x="274" y="312"/>
                      <a:pt x="277" y="311"/>
                    </a:cubicBezTo>
                    <a:cubicBezTo>
                      <a:pt x="280" y="310"/>
                      <a:pt x="284" y="310"/>
                      <a:pt x="285" y="313"/>
                    </a:cubicBezTo>
                    <a:cubicBezTo>
                      <a:pt x="286" y="315"/>
                      <a:pt x="283" y="317"/>
                      <a:pt x="281" y="318"/>
                    </a:cubicBezTo>
                    <a:cubicBezTo>
                      <a:pt x="278" y="320"/>
                      <a:pt x="277" y="321"/>
                      <a:pt x="276" y="324"/>
                    </a:cubicBezTo>
                    <a:cubicBezTo>
                      <a:pt x="275" y="327"/>
                      <a:pt x="274" y="329"/>
                      <a:pt x="271" y="329"/>
                    </a:cubicBezTo>
                    <a:cubicBezTo>
                      <a:pt x="268" y="330"/>
                      <a:pt x="265" y="331"/>
                      <a:pt x="263" y="333"/>
                    </a:cubicBezTo>
                    <a:cubicBezTo>
                      <a:pt x="262" y="334"/>
                      <a:pt x="260" y="335"/>
                      <a:pt x="258" y="335"/>
                    </a:cubicBezTo>
                    <a:cubicBezTo>
                      <a:pt x="256" y="335"/>
                      <a:pt x="254" y="335"/>
                      <a:pt x="252" y="336"/>
                    </a:cubicBezTo>
                    <a:cubicBezTo>
                      <a:pt x="249" y="336"/>
                      <a:pt x="246" y="337"/>
                      <a:pt x="244" y="335"/>
                    </a:cubicBezTo>
                    <a:cubicBezTo>
                      <a:pt x="243" y="333"/>
                      <a:pt x="242" y="334"/>
                      <a:pt x="241" y="335"/>
                    </a:cubicBezTo>
                    <a:cubicBezTo>
                      <a:pt x="238" y="337"/>
                      <a:pt x="235" y="341"/>
                      <a:pt x="232" y="340"/>
                    </a:cubicBezTo>
                    <a:cubicBezTo>
                      <a:pt x="230" y="338"/>
                      <a:pt x="227" y="336"/>
                      <a:pt x="226" y="334"/>
                    </a:cubicBezTo>
                    <a:cubicBezTo>
                      <a:pt x="223" y="330"/>
                      <a:pt x="222" y="325"/>
                      <a:pt x="220" y="321"/>
                    </a:cubicBezTo>
                    <a:cubicBezTo>
                      <a:pt x="216" y="315"/>
                      <a:pt x="211" y="311"/>
                      <a:pt x="208" y="304"/>
                    </a:cubicBezTo>
                    <a:cubicBezTo>
                      <a:pt x="206" y="300"/>
                      <a:pt x="202" y="295"/>
                      <a:pt x="201" y="290"/>
                    </a:cubicBezTo>
                    <a:cubicBezTo>
                      <a:pt x="200" y="287"/>
                      <a:pt x="199" y="285"/>
                      <a:pt x="198" y="282"/>
                    </a:cubicBezTo>
                    <a:cubicBezTo>
                      <a:pt x="196" y="280"/>
                      <a:pt x="195" y="279"/>
                      <a:pt x="193" y="277"/>
                    </a:cubicBezTo>
                    <a:cubicBezTo>
                      <a:pt x="191" y="275"/>
                      <a:pt x="190" y="274"/>
                      <a:pt x="189" y="271"/>
                    </a:cubicBezTo>
                    <a:cubicBezTo>
                      <a:pt x="188" y="269"/>
                      <a:pt x="187" y="266"/>
                      <a:pt x="186" y="263"/>
                    </a:cubicBezTo>
                    <a:cubicBezTo>
                      <a:pt x="184" y="261"/>
                      <a:pt x="182" y="259"/>
                      <a:pt x="181" y="257"/>
                    </a:cubicBezTo>
                    <a:cubicBezTo>
                      <a:pt x="180" y="255"/>
                      <a:pt x="180" y="252"/>
                      <a:pt x="179" y="250"/>
                    </a:cubicBezTo>
                    <a:cubicBezTo>
                      <a:pt x="178" y="249"/>
                      <a:pt x="176" y="244"/>
                      <a:pt x="173" y="245"/>
                    </a:cubicBezTo>
                    <a:cubicBezTo>
                      <a:pt x="171" y="245"/>
                      <a:pt x="172" y="249"/>
                      <a:pt x="172" y="250"/>
                    </a:cubicBezTo>
                    <a:cubicBezTo>
                      <a:pt x="173" y="252"/>
                      <a:pt x="173" y="253"/>
                      <a:pt x="173" y="255"/>
                    </a:cubicBezTo>
                    <a:cubicBezTo>
                      <a:pt x="173" y="256"/>
                      <a:pt x="173" y="257"/>
                      <a:pt x="173" y="258"/>
                    </a:cubicBezTo>
                    <a:cubicBezTo>
                      <a:pt x="173" y="260"/>
                      <a:pt x="175" y="262"/>
                      <a:pt x="175" y="265"/>
                    </a:cubicBezTo>
                    <a:cubicBezTo>
                      <a:pt x="175" y="267"/>
                      <a:pt x="176" y="269"/>
                      <a:pt x="177" y="271"/>
                    </a:cubicBezTo>
                    <a:cubicBezTo>
                      <a:pt x="179" y="276"/>
                      <a:pt x="182" y="281"/>
                      <a:pt x="183" y="286"/>
                    </a:cubicBezTo>
                    <a:cubicBezTo>
                      <a:pt x="184" y="288"/>
                      <a:pt x="184" y="291"/>
                      <a:pt x="185" y="293"/>
                    </a:cubicBezTo>
                    <a:cubicBezTo>
                      <a:pt x="186" y="296"/>
                      <a:pt x="187" y="297"/>
                      <a:pt x="187" y="300"/>
                    </a:cubicBezTo>
                    <a:cubicBezTo>
                      <a:pt x="187" y="302"/>
                      <a:pt x="188" y="304"/>
                      <a:pt x="188" y="306"/>
                    </a:cubicBezTo>
                    <a:cubicBezTo>
                      <a:pt x="189" y="308"/>
                      <a:pt x="189" y="310"/>
                      <a:pt x="190" y="312"/>
                    </a:cubicBezTo>
                    <a:cubicBezTo>
                      <a:pt x="191" y="314"/>
                      <a:pt x="192" y="315"/>
                      <a:pt x="193" y="317"/>
                    </a:cubicBezTo>
                    <a:cubicBezTo>
                      <a:pt x="193" y="318"/>
                      <a:pt x="193" y="320"/>
                      <a:pt x="193" y="321"/>
                    </a:cubicBezTo>
                    <a:cubicBezTo>
                      <a:pt x="194" y="323"/>
                      <a:pt x="194" y="325"/>
                      <a:pt x="195" y="327"/>
                    </a:cubicBezTo>
                    <a:cubicBezTo>
                      <a:pt x="197" y="331"/>
                      <a:pt x="197" y="335"/>
                      <a:pt x="194" y="338"/>
                    </a:cubicBezTo>
                    <a:cubicBezTo>
                      <a:pt x="193" y="339"/>
                      <a:pt x="192" y="340"/>
                      <a:pt x="190" y="341"/>
                    </a:cubicBezTo>
                    <a:cubicBezTo>
                      <a:pt x="189" y="343"/>
                      <a:pt x="188" y="345"/>
                      <a:pt x="186" y="346"/>
                    </a:cubicBezTo>
                    <a:cubicBezTo>
                      <a:pt x="184" y="346"/>
                      <a:pt x="183" y="348"/>
                      <a:pt x="183" y="350"/>
                    </a:cubicBezTo>
                    <a:cubicBezTo>
                      <a:pt x="183" y="352"/>
                      <a:pt x="184" y="353"/>
                      <a:pt x="186" y="354"/>
                    </a:cubicBezTo>
                    <a:cubicBezTo>
                      <a:pt x="187" y="355"/>
                      <a:pt x="187" y="357"/>
                      <a:pt x="186" y="358"/>
                    </a:cubicBezTo>
                    <a:cubicBezTo>
                      <a:pt x="186" y="359"/>
                      <a:pt x="186" y="360"/>
                      <a:pt x="185" y="361"/>
                    </a:cubicBezTo>
                    <a:cubicBezTo>
                      <a:pt x="185" y="362"/>
                      <a:pt x="185" y="363"/>
                      <a:pt x="185" y="364"/>
                    </a:cubicBezTo>
                    <a:cubicBezTo>
                      <a:pt x="186" y="367"/>
                      <a:pt x="190" y="367"/>
                      <a:pt x="192" y="367"/>
                    </a:cubicBezTo>
                    <a:cubicBezTo>
                      <a:pt x="193" y="367"/>
                      <a:pt x="195" y="367"/>
                      <a:pt x="196" y="367"/>
                    </a:cubicBezTo>
                    <a:cubicBezTo>
                      <a:pt x="198" y="367"/>
                      <a:pt x="199" y="367"/>
                      <a:pt x="201" y="367"/>
                    </a:cubicBezTo>
                    <a:cubicBezTo>
                      <a:pt x="205" y="367"/>
                      <a:pt x="210" y="368"/>
                      <a:pt x="213" y="366"/>
                    </a:cubicBezTo>
                    <a:cubicBezTo>
                      <a:pt x="215" y="365"/>
                      <a:pt x="216" y="363"/>
                      <a:pt x="217" y="362"/>
                    </a:cubicBezTo>
                    <a:cubicBezTo>
                      <a:pt x="218" y="360"/>
                      <a:pt x="220" y="358"/>
                      <a:pt x="223" y="358"/>
                    </a:cubicBezTo>
                    <a:cubicBezTo>
                      <a:pt x="225" y="357"/>
                      <a:pt x="227" y="358"/>
                      <a:pt x="229" y="358"/>
                    </a:cubicBezTo>
                    <a:cubicBezTo>
                      <a:pt x="231" y="358"/>
                      <a:pt x="233" y="358"/>
                      <a:pt x="234" y="358"/>
                    </a:cubicBezTo>
                    <a:cubicBezTo>
                      <a:pt x="240" y="358"/>
                      <a:pt x="245" y="363"/>
                      <a:pt x="243" y="369"/>
                    </a:cubicBezTo>
                    <a:cubicBezTo>
                      <a:pt x="243" y="371"/>
                      <a:pt x="242" y="374"/>
                      <a:pt x="242" y="377"/>
                    </a:cubicBezTo>
                    <a:cubicBezTo>
                      <a:pt x="242" y="379"/>
                      <a:pt x="242" y="382"/>
                      <a:pt x="243" y="385"/>
                    </a:cubicBezTo>
                    <a:cubicBezTo>
                      <a:pt x="243" y="388"/>
                      <a:pt x="243" y="395"/>
                      <a:pt x="239" y="396"/>
                    </a:cubicBezTo>
                    <a:cubicBezTo>
                      <a:pt x="238" y="397"/>
                      <a:pt x="236" y="396"/>
                      <a:pt x="235" y="397"/>
                    </a:cubicBezTo>
                    <a:cubicBezTo>
                      <a:pt x="233" y="397"/>
                      <a:pt x="231" y="398"/>
                      <a:pt x="230" y="399"/>
                    </a:cubicBezTo>
                    <a:cubicBezTo>
                      <a:pt x="227" y="400"/>
                      <a:pt x="224" y="401"/>
                      <a:pt x="221" y="402"/>
                    </a:cubicBezTo>
                    <a:cubicBezTo>
                      <a:pt x="219" y="403"/>
                      <a:pt x="218" y="404"/>
                      <a:pt x="217" y="406"/>
                    </a:cubicBezTo>
                    <a:cubicBezTo>
                      <a:pt x="218" y="406"/>
                      <a:pt x="219" y="406"/>
                      <a:pt x="220" y="406"/>
                    </a:cubicBezTo>
                    <a:cubicBezTo>
                      <a:pt x="222" y="405"/>
                      <a:pt x="224" y="405"/>
                      <a:pt x="227" y="405"/>
                    </a:cubicBezTo>
                    <a:cubicBezTo>
                      <a:pt x="229" y="405"/>
                      <a:pt x="232" y="406"/>
                      <a:pt x="234" y="406"/>
                    </a:cubicBezTo>
                    <a:cubicBezTo>
                      <a:pt x="236" y="405"/>
                      <a:pt x="236" y="404"/>
                      <a:pt x="237" y="402"/>
                    </a:cubicBezTo>
                    <a:cubicBezTo>
                      <a:pt x="238" y="400"/>
                      <a:pt x="241" y="398"/>
                      <a:pt x="243" y="398"/>
                    </a:cubicBezTo>
                    <a:cubicBezTo>
                      <a:pt x="245" y="398"/>
                      <a:pt x="246" y="398"/>
                      <a:pt x="247" y="400"/>
                    </a:cubicBezTo>
                    <a:cubicBezTo>
                      <a:pt x="248" y="401"/>
                      <a:pt x="249" y="402"/>
                      <a:pt x="251" y="403"/>
                    </a:cubicBezTo>
                    <a:cubicBezTo>
                      <a:pt x="253" y="405"/>
                      <a:pt x="253" y="407"/>
                      <a:pt x="252" y="409"/>
                    </a:cubicBezTo>
                    <a:cubicBezTo>
                      <a:pt x="252" y="411"/>
                      <a:pt x="250" y="412"/>
                      <a:pt x="250" y="414"/>
                    </a:cubicBezTo>
                    <a:cubicBezTo>
                      <a:pt x="250" y="417"/>
                      <a:pt x="251" y="420"/>
                      <a:pt x="249" y="422"/>
                    </a:cubicBezTo>
                    <a:cubicBezTo>
                      <a:pt x="249" y="423"/>
                      <a:pt x="248" y="423"/>
                      <a:pt x="247" y="424"/>
                    </a:cubicBezTo>
                    <a:cubicBezTo>
                      <a:pt x="245" y="424"/>
                      <a:pt x="244" y="425"/>
                      <a:pt x="243" y="426"/>
                    </a:cubicBezTo>
                    <a:cubicBezTo>
                      <a:pt x="241" y="427"/>
                      <a:pt x="238" y="428"/>
                      <a:pt x="236" y="426"/>
                    </a:cubicBezTo>
                    <a:cubicBezTo>
                      <a:pt x="235" y="424"/>
                      <a:pt x="235" y="423"/>
                      <a:pt x="233" y="422"/>
                    </a:cubicBezTo>
                    <a:cubicBezTo>
                      <a:pt x="230" y="421"/>
                      <a:pt x="228" y="422"/>
                      <a:pt x="226" y="424"/>
                    </a:cubicBezTo>
                    <a:cubicBezTo>
                      <a:pt x="225" y="425"/>
                      <a:pt x="224" y="427"/>
                      <a:pt x="222" y="427"/>
                    </a:cubicBezTo>
                    <a:cubicBezTo>
                      <a:pt x="221" y="427"/>
                      <a:pt x="218" y="426"/>
                      <a:pt x="217" y="428"/>
                    </a:cubicBezTo>
                    <a:cubicBezTo>
                      <a:pt x="215" y="429"/>
                      <a:pt x="215" y="432"/>
                      <a:pt x="215" y="433"/>
                    </a:cubicBezTo>
                    <a:cubicBezTo>
                      <a:pt x="214" y="434"/>
                      <a:pt x="213" y="436"/>
                      <a:pt x="215" y="438"/>
                    </a:cubicBezTo>
                    <a:cubicBezTo>
                      <a:pt x="216" y="439"/>
                      <a:pt x="217" y="437"/>
                      <a:pt x="219" y="437"/>
                    </a:cubicBezTo>
                    <a:cubicBezTo>
                      <a:pt x="221" y="437"/>
                      <a:pt x="223" y="437"/>
                      <a:pt x="225" y="438"/>
                    </a:cubicBezTo>
                    <a:cubicBezTo>
                      <a:pt x="228" y="439"/>
                      <a:pt x="228" y="443"/>
                      <a:pt x="230" y="446"/>
                    </a:cubicBezTo>
                    <a:cubicBezTo>
                      <a:pt x="230" y="447"/>
                      <a:pt x="232" y="449"/>
                      <a:pt x="230" y="451"/>
                    </a:cubicBezTo>
                    <a:cubicBezTo>
                      <a:pt x="229" y="452"/>
                      <a:pt x="227" y="451"/>
                      <a:pt x="226" y="451"/>
                    </a:cubicBezTo>
                    <a:cubicBezTo>
                      <a:pt x="224" y="451"/>
                      <a:pt x="223" y="452"/>
                      <a:pt x="222" y="453"/>
                    </a:cubicBezTo>
                    <a:cubicBezTo>
                      <a:pt x="219" y="456"/>
                      <a:pt x="216" y="453"/>
                      <a:pt x="213" y="455"/>
                    </a:cubicBezTo>
                    <a:cubicBezTo>
                      <a:pt x="212" y="456"/>
                      <a:pt x="212" y="457"/>
                      <a:pt x="213" y="458"/>
                    </a:cubicBezTo>
                    <a:cubicBezTo>
                      <a:pt x="214" y="458"/>
                      <a:pt x="215" y="459"/>
                      <a:pt x="215" y="460"/>
                    </a:cubicBezTo>
                    <a:cubicBezTo>
                      <a:pt x="216" y="462"/>
                      <a:pt x="218" y="465"/>
                      <a:pt x="221" y="465"/>
                    </a:cubicBezTo>
                    <a:cubicBezTo>
                      <a:pt x="224" y="465"/>
                      <a:pt x="225" y="461"/>
                      <a:pt x="228" y="461"/>
                    </a:cubicBezTo>
                    <a:cubicBezTo>
                      <a:pt x="229" y="460"/>
                      <a:pt x="231" y="460"/>
                      <a:pt x="232" y="460"/>
                    </a:cubicBezTo>
                    <a:cubicBezTo>
                      <a:pt x="234" y="459"/>
                      <a:pt x="235" y="459"/>
                      <a:pt x="236" y="460"/>
                    </a:cubicBezTo>
                    <a:cubicBezTo>
                      <a:pt x="237" y="460"/>
                      <a:pt x="237" y="462"/>
                      <a:pt x="238" y="463"/>
                    </a:cubicBezTo>
                    <a:cubicBezTo>
                      <a:pt x="238" y="464"/>
                      <a:pt x="240" y="465"/>
                      <a:pt x="241" y="466"/>
                    </a:cubicBezTo>
                    <a:cubicBezTo>
                      <a:pt x="243" y="468"/>
                      <a:pt x="244" y="470"/>
                      <a:pt x="245" y="473"/>
                    </a:cubicBezTo>
                    <a:cubicBezTo>
                      <a:pt x="246" y="476"/>
                      <a:pt x="248" y="476"/>
                      <a:pt x="251" y="476"/>
                    </a:cubicBezTo>
                    <a:cubicBezTo>
                      <a:pt x="252" y="477"/>
                      <a:pt x="253" y="477"/>
                      <a:pt x="254" y="479"/>
                    </a:cubicBezTo>
                    <a:cubicBezTo>
                      <a:pt x="254" y="481"/>
                      <a:pt x="254" y="483"/>
                      <a:pt x="254" y="485"/>
                    </a:cubicBezTo>
                    <a:cubicBezTo>
                      <a:pt x="255" y="487"/>
                      <a:pt x="256" y="489"/>
                      <a:pt x="257" y="492"/>
                    </a:cubicBezTo>
                    <a:cubicBezTo>
                      <a:pt x="257" y="495"/>
                      <a:pt x="255" y="496"/>
                      <a:pt x="254" y="498"/>
                    </a:cubicBezTo>
                    <a:cubicBezTo>
                      <a:pt x="253" y="500"/>
                      <a:pt x="254" y="504"/>
                      <a:pt x="254" y="506"/>
                    </a:cubicBezTo>
                    <a:cubicBezTo>
                      <a:pt x="254" y="509"/>
                      <a:pt x="254" y="513"/>
                      <a:pt x="251" y="514"/>
                    </a:cubicBezTo>
                    <a:cubicBezTo>
                      <a:pt x="249" y="514"/>
                      <a:pt x="246" y="513"/>
                      <a:pt x="244" y="512"/>
                    </a:cubicBezTo>
                    <a:cubicBezTo>
                      <a:pt x="242" y="511"/>
                      <a:pt x="242" y="509"/>
                      <a:pt x="242" y="506"/>
                    </a:cubicBezTo>
                    <a:cubicBezTo>
                      <a:pt x="241" y="504"/>
                      <a:pt x="238" y="502"/>
                      <a:pt x="238" y="500"/>
                    </a:cubicBezTo>
                    <a:cubicBezTo>
                      <a:pt x="238" y="497"/>
                      <a:pt x="242" y="495"/>
                      <a:pt x="241" y="493"/>
                    </a:cubicBezTo>
                    <a:cubicBezTo>
                      <a:pt x="240" y="491"/>
                      <a:pt x="237" y="493"/>
                      <a:pt x="236" y="494"/>
                    </a:cubicBezTo>
                    <a:cubicBezTo>
                      <a:pt x="234" y="496"/>
                      <a:pt x="234" y="498"/>
                      <a:pt x="231" y="500"/>
                    </a:cubicBezTo>
                    <a:cubicBezTo>
                      <a:pt x="228" y="501"/>
                      <a:pt x="225" y="501"/>
                      <a:pt x="222" y="502"/>
                    </a:cubicBezTo>
                    <a:cubicBezTo>
                      <a:pt x="217" y="503"/>
                      <a:pt x="212" y="506"/>
                      <a:pt x="208" y="509"/>
                    </a:cubicBezTo>
                    <a:cubicBezTo>
                      <a:pt x="207" y="510"/>
                      <a:pt x="205" y="511"/>
                      <a:pt x="203" y="513"/>
                    </a:cubicBezTo>
                    <a:cubicBezTo>
                      <a:pt x="177" y="511"/>
                      <a:pt x="177" y="511"/>
                      <a:pt x="177" y="511"/>
                    </a:cubicBezTo>
                    <a:cubicBezTo>
                      <a:pt x="172" y="501"/>
                      <a:pt x="172" y="501"/>
                      <a:pt x="172" y="501"/>
                    </a:cubicBezTo>
                    <a:cubicBezTo>
                      <a:pt x="136" y="499"/>
                      <a:pt x="136" y="499"/>
                      <a:pt x="136" y="499"/>
                    </a:cubicBezTo>
                    <a:cubicBezTo>
                      <a:pt x="105" y="486"/>
                      <a:pt x="105" y="486"/>
                      <a:pt x="105" y="486"/>
                    </a:cubicBezTo>
                    <a:cubicBezTo>
                      <a:pt x="87" y="494"/>
                      <a:pt x="87" y="494"/>
                      <a:pt x="87" y="494"/>
                    </a:cubicBezTo>
                    <a:cubicBezTo>
                      <a:pt x="73" y="489"/>
                      <a:pt x="73" y="489"/>
                      <a:pt x="73" y="489"/>
                    </a:cubicBezTo>
                    <a:cubicBezTo>
                      <a:pt x="74" y="489"/>
                      <a:pt x="75" y="488"/>
                      <a:pt x="76" y="487"/>
                    </a:cubicBezTo>
                    <a:cubicBezTo>
                      <a:pt x="80" y="483"/>
                      <a:pt x="82" y="478"/>
                      <a:pt x="83" y="473"/>
                    </a:cubicBezTo>
                    <a:cubicBezTo>
                      <a:pt x="84" y="468"/>
                      <a:pt x="84" y="463"/>
                      <a:pt x="82" y="458"/>
                    </a:cubicBezTo>
                    <a:cubicBezTo>
                      <a:pt x="80" y="452"/>
                      <a:pt x="75" y="448"/>
                      <a:pt x="74" y="441"/>
                    </a:cubicBezTo>
                    <a:cubicBezTo>
                      <a:pt x="74" y="437"/>
                      <a:pt x="77" y="433"/>
                      <a:pt x="78" y="429"/>
                    </a:cubicBezTo>
                    <a:cubicBezTo>
                      <a:pt x="79" y="426"/>
                      <a:pt x="79" y="422"/>
                      <a:pt x="79" y="419"/>
                    </a:cubicBezTo>
                    <a:cubicBezTo>
                      <a:pt x="80" y="414"/>
                      <a:pt x="82" y="409"/>
                      <a:pt x="83" y="404"/>
                    </a:cubicBezTo>
                    <a:cubicBezTo>
                      <a:pt x="83" y="401"/>
                      <a:pt x="83" y="399"/>
                      <a:pt x="83" y="397"/>
                    </a:cubicBezTo>
                    <a:cubicBezTo>
                      <a:pt x="83" y="394"/>
                      <a:pt x="83" y="391"/>
                      <a:pt x="82" y="388"/>
                    </a:cubicBezTo>
                    <a:cubicBezTo>
                      <a:pt x="82" y="384"/>
                      <a:pt x="81" y="380"/>
                      <a:pt x="81" y="376"/>
                    </a:cubicBezTo>
                    <a:cubicBezTo>
                      <a:pt x="81" y="373"/>
                      <a:pt x="82" y="370"/>
                      <a:pt x="83" y="367"/>
                    </a:cubicBezTo>
                    <a:cubicBezTo>
                      <a:pt x="84" y="364"/>
                      <a:pt x="84" y="360"/>
                      <a:pt x="83" y="357"/>
                    </a:cubicBezTo>
                    <a:cubicBezTo>
                      <a:pt x="82" y="355"/>
                      <a:pt x="80" y="354"/>
                      <a:pt x="80" y="351"/>
                    </a:cubicBezTo>
                    <a:cubicBezTo>
                      <a:pt x="80" y="348"/>
                      <a:pt x="83" y="344"/>
                      <a:pt x="82" y="341"/>
                    </a:cubicBezTo>
                    <a:cubicBezTo>
                      <a:pt x="81" y="337"/>
                      <a:pt x="76" y="338"/>
                      <a:pt x="73" y="337"/>
                    </a:cubicBezTo>
                    <a:cubicBezTo>
                      <a:pt x="69" y="337"/>
                      <a:pt x="66" y="335"/>
                      <a:pt x="62" y="332"/>
                    </a:cubicBezTo>
                    <a:cubicBezTo>
                      <a:pt x="59" y="329"/>
                      <a:pt x="55" y="327"/>
                      <a:pt x="51" y="324"/>
                    </a:cubicBezTo>
                    <a:cubicBezTo>
                      <a:pt x="47" y="322"/>
                      <a:pt x="43" y="320"/>
                      <a:pt x="40" y="317"/>
                    </a:cubicBezTo>
                    <a:cubicBezTo>
                      <a:pt x="38" y="314"/>
                      <a:pt x="36" y="310"/>
                      <a:pt x="37" y="306"/>
                    </a:cubicBezTo>
                    <a:cubicBezTo>
                      <a:pt x="37" y="304"/>
                      <a:pt x="38" y="297"/>
                      <a:pt x="35" y="295"/>
                    </a:cubicBezTo>
                    <a:cubicBezTo>
                      <a:pt x="33" y="294"/>
                      <a:pt x="29" y="298"/>
                      <a:pt x="28" y="299"/>
                    </a:cubicBezTo>
                    <a:cubicBezTo>
                      <a:pt x="26" y="302"/>
                      <a:pt x="25" y="305"/>
                      <a:pt x="26" y="308"/>
                    </a:cubicBezTo>
                    <a:cubicBezTo>
                      <a:pt x="27" y="312"/>
                      <a:pt x="31" y="314"/>
                      <a:pt x="32" y="318"/>
                    </a:cubicBezTo>
                    <a:cubicBezTo>
                      <a:pt x="33" y="320"/>
                      <a:pt x="34" y="325"/>
                      <a:pt x="30" y="323"/>
                    </a:cubicBezTo>
                    <a:cubicBezTo>
                      <a:pt x="28" y="321"/>
                      <a:pt x="27" y="318"/>
                      <a:pt x="25" y="316"/>
                    </a:cubicBezTo>
                    <a:cubicBezTo>
                      <a:pt x="23" y="313"/>
                      <a:pt x="20" y="312"/>
                      <a:pt x="17" y="311"/>
                    </a:cubicBezTo>
                    <a:cubicBezTo>
                      <a:pt x="15" y="309"/>
                      <a:pt x="13" y="307"/>
                      <a:pt x="9" y="307"/>
                    </a:cubicBezTo>
                    <a:cubicBezTo>
                      <a:pt x="6" y="307"/>
                      <a:pt x="4" y="304"/>
                      <a:pt x="2" y="301"/>
                    </a:cubicBezTo>
                    <a:cubicBezTo>
                      <a:pt x="0" y="298"/>
                      <a:pt x="1" y="296"/>
                      <a:pt x="3" y="293"/>
                    </a:cubicBezTo>
                    <a:cubicBezTo>
                      <a:pt x="4" y="290"/>
                      <a:pt x="4" y="288"/>
                      <a:pt x="6" y="286"/>
                    </a:cubicBezTo>
                    <a:cubicBezTo>
                      <a:pt x="8" y="284"/>
                      <a:pt x="9" y="282"/>
                      <a:pt x="10" y="280"/>
                    </a:cubicBezTo>
                    <a:cubicBezTo>
                      <a:pt x="11" y="278"/>
                      <a:pt x="13" y="276"/>
                      <a:pt x="14" y="274"/>
                    </a:cubicBezTo>
                    <a:cubicBezTo>
                      <a:pt x="14" y="272"/>
                      <a:pt x="15" y="271"/>
                      <a:pt x="16" y="270"/>
                    </a:cubicBezTo>
                    <a:cubicBezTo>
                      <a:pt x="17" y="267"/>
                      <a:pt x="17" y="263"/>
                      <a:pt x="18" y="260"/>
                    </a:cubicBezTo>
                    <a:cubicBezTo>
                      <a:pt x="20" y="256"/>
                      <a:pt x="23" y="252"/>
                      <a:pt x="23" y="248"/>
                    </a:cubicBezTo>
                    <a:cubicBezTo>
                      <a:pt x="23" y="244"/>
                      <a:pt x="23" y="239"/>
                      <a:pt x="23" y="235"/>
                    </a:cubicBezTo>
                    <a:cubicBezTo>
                      <a:pt x="23" y="229"/>
                      <a:pt x="23" y="223"/>
                      <a:pt x="22" y="216"/>
                    </a:cubicBezTo>
                    <a:cubicBezTo>
                      <a:pt x="21" y="212"/>
                      <a:pt x="20" y="207"/>
                      <a:pt x="20" y="202"/>
                    </a:cubicBezTo>
                    <a:cubicBezTo>
                      <a:pt x="20" y="201"/>
                      <a:pt x="21" y="194"/>
                      <a:pt x="23" y="196"/>
                    </a:cubicBezTo>
                    <a:cubicBezTo>
                      <a:pt x="24" y="196"/>
                      <a:pt x="25" y="198"/>
                      <a:pt x="25" y="199"/>
                    </a:cubicBezTo>
                    <a:cubicBezTo>
                      <a:pt x="25" y="202"/>
                      <a:pt x="25" y="204"/>
                      <a:pt x="26" y="206"/>
                    </a:cubicBezTo>
                    <a:cubicBezTo>
                      <a:pt x="26" y="211"/>
                      <a:pt x="27" y="215"/>
                      <a:pt x="27" y="220"/>
                    </a:cubicBezTo>
                    <a:cubicBezTo>
                      <a:pt x="28" y="227"/>
                      <a:pt x="26" y="235"/>
                      <a:pt x="30" y="243"/>
                    </a:cubicBezTo>
                    <a:cubicBezTo>
                      <a:pt x="31" y="241"/>
                      <a:pt x="30" y="238"/>
                      <a:pt x="30" y="236"/>
                    </a:cubicBezTo>
                    <a:cubicBezTo>
                      <a:pt x="30" y="234"/>
                      <a:pt x="30" y="231"/>
                      <a:pt x="32" y="230"/>
                    </a:cubicBezTo>
                    <a:cubicBezTo>
                      <a:pt x="32" y="230"/>
                      <a:pt x="33" y="230"/>
                      <a:pt x="34" y="230"/>
                    </a:cubicBezTo>
                    <a:cubicBezTo>
                      <a:pt x="35" y="230"/>
                      <a:pt x="35" y="231"/>
                      <a:pt x="35" y="231"/>
                    </a:cubicBezTo>
                    <a:cubicBezTo>
                      <a:pt x="36" y="233"/>
                      <a:pt x="39" y="233"/>
                      <a:pt x="40" y="232"/>
                    </a:cubicBezTo>
                    <a:cubicBezTo>
                      <a:pt x="40" y="231"/>
                      <a:pt x="40" y="230"/>
                      <a:pt x="41" y="230"/>
                    </a:cubicBezTo>
                    <a:cubicBezTo>
                      <a:pt x="42" y="230"/>
                      <a:pt x="43" y="230"/>
                      <a:pt x="43" y="230"/>
                    </a:cubicBezTo>
                    <a:cubicBezTo>
                      <a:pt x="46" y="228"/>
                      <a:pt x="48" y="226"/>
                      <a:pt x="51" y="224"/>
                    </a:cubicBezTo>
                    <a:cubicBezTo>
                      <a:pt x="52" y="222"/>
                      <a:pt x="54" y="221"/>
                      <a:pt x="56" y="220"/>
                    </a:cubicBezTo>
                    <a:cubicBezTo>
                      <a:pt x="58" y="219"/>
                      <a:pt x="60" y="218"/>
                      <a:pt x="61" y="217"/>
                    </a:cubicBezTo>
                    <a:cubicBezTo>
                      <a:pt x="64" y="214"/>
                      <a:pt x="61" y="211"/>
                      <a:pt x="59" y="209"/>
                    </a:cubicBezTo>
                    <a:cubicBezTo>
                      <a:pt x="56" y="207"/>
                      <a:pt x="54" y="204"/>
                      <a:pt x="52" y="200"/>
                    </a:cubicBezTo>
                    <a:cubicBezTo>
                      <a:pt x="50" y="195"/>
                      <a:pt x="50" y="189"/>
                      <a:pt x="49" y="184"/>
                    </a:cubicBezTo>
                    <a:cubicBezTo>
                      <a:pt x="49" y="182"/>
                      <a:pt x="49" y="180"/>
                      <a:pt x="47" y="178"/>
                    </a:cubicBezTo>
                    <a:cubicBezTo>
                      <a:pt x="46" y="177"/>
                      <a:pt x="45" y="177"/>
                      <a:pt x="45" y="176"/>
                    </a:cubicBezTo>
                    <a:cubicBezTo>
                      <a:pt x="44" y="176"/>
                      <a:pt x="44" y="174"/>
                      <a:pt x="44" y="173"/>
                    </a:cubicBezTo>
                    <a:cubicBezTo>
                      <a:pt x="44" y="171"/>
                      <a:pt x="43" y="169"/>
                      <a:pt x="43" y="167"/>
                    </a:cubicBezTo>
                    <a:cubicBezTo>
                      <a:pt x="43" y="164"/>
                      <a:pt x="43" y="161"/>
                      <a:pt x="44" y="157"/>
                    </a:cubicBezTo>
                    <a:cubicBezTo>
                      <a:pt x="44" y="156"/>
                      <a:pt x="44" y="155"/>
                      <a:pt x="45" y="154"/>
                    </a:cubicBezTo>
                    <a:cubicBezTo>
                      <a:pt x="46" y="153"/>
                      <a:pt x="46" y="152"/>
                      <a:pt x="46" y="150"/>
                    </a:cubicBezTo>
                    <a:cubicBezTo>
                      <a:pt x="47" y="146"/>
                      <a:pt x="43" y="142"/>
                      <a:pt x="39" y="141"/>
                    </a:cubicBezTo>
                    <a:cubicBezTo>
                      <a:pt x="37" y="141"/>
                      <a:pt x="34" y="141"/>
                      <a:pt x="33" y="143"/>
                    </a:cubicBezTo>
                    <a:cubicBezTo>
                      <a:pt x="32" y="145"/>
                      <a:pt x="33" y="147"/>
                      <a:pt x="33" y="149"/>
                    </a:cubicBezTo>
                    <a:cubicBezTo>
                      <a:pt x="35" y="152"/>
                      <a:pt x="39" y="155"/>
                      <a:pt x="41" y="159"/>
                    </a:cubicBezTo>
                    <a:cubicBezTo>
                      <a:pt x="42" y="163"/>
                      <a:pt x="38" y="167"/>
                      <a:pt x="34" y="166"/>
                    </a:cubicBezTo>
                    <a:cubicBezTo>
                      <a:pt x="31" y="166"/>
                      <a:pt x="30" y="164"/>
                      <a:pt x="29" y="163"/>
                    </a:cubicBezTo>
                    <a:cubicBezTo>
                      <a:pt x="28" y="161"/>
                      <a:pt x="27" y="160"/>
                      <a:pt x="26" y="162"/>
                    </a:cubicBezTo>
                    <a:cubicBezTo>
                      <a:pt x="25" y="165"/>
                      <a:pt x="25" y="169"/>
                      <a:pt x="25" y="172"/>
                    </a:cubicBezTo>
                    <a:cubicBezTo>
                      <a:pt x="25" y="175"/>
                      <a:pt x="25" y="178"/>
                      <a:pt x="26" y="181"/>
                    </a:cubicBezTo>
                    <a:cubicBezTo>
                      <a:pt x="26" y="183"/>
                      <a:pt x="26" y="185"/>
                      <a:pt x="25" y="187"/>
                    </a:cubicBezTo>
                    <a:cubicBezTo>
                      <a:pt x="24" y="189"/>
                      <a:pt x="23" y="190"/>
                      <a:pt x="21" y="189"/>
                    </a:cubicBezTo>
                    <a:cubicBezTo>
                      <a:pt x="19" y="187"/>
                      <a:pt x="20" y="181"/>
                      <a:pt x="19" y="178"/>
                    </a:cubicBezTo>
                    <a:cubicBezTo>
                      <a:pt x="18" y="173"/>
                      <a:pt x="18" y="169"/>
                      <a:pt x="18" y="164"/>
                    </a:cubicBezTo>
                    <a:cubicBezTo>
                      <a:pt x="18" y="160"/>
                      <a:pt x="18" y="157"/>
                      <a:pt x="19" y="153"/>
                    </a:cubicBezTo>
                    <a:cubicBezTo>
                      <a:pt x="20" y="149"/>
                      <a:pt x="21" y="146"/>
                      <a:pt x="22" y="142"/>
                    </a:cubicBezTo>
                    <a:cubicBezTo>
                      <a:pt x="23" y="139"/>
                      <a:pt x="23" y="135"/>
                      <a:pt x="24" y="132"/>
                    </a:cubicBezTo>
                    <a:cubicBezTo>
                      <a:pt x="25" y="130"/>
                      <a:pt x="26" y="127"/>
                      <a:pt x="26" y="125"/>
                    </a:cubicBezTo>
                    <a:cubicBezTo>
                      <a:pt x="27" y="122"/>
                      <a:pt x="26" y="119"/>
                      <a:pt x="27" y="117"/>
                    </a:cubicBezTo>
                    <a:cubicBezTo>
                      <a:pt x="28" y="114"/>
                      <a:pt x="28" y="112"/>
                      <a:pt x="28" y="109"/>
                    </a:cubicBezTo>
                    <a:cubicBezTo>
                      <a:pt x="28" y="106"/>
                      <a:pt x="29" y="104"/>
                      <a:pt x="29" y="101"/>
                    </a:cubicBezTo>
                    <a:cubicBezTo>
                      <a:pt x="30" y="99"/>
                      <a:pt x="30" y="96"/>
                      <a:pt x="31" y="94"/>
                    </a:cubicBezTo>
                    <a:cubicBezTo>
                      <a:pt x="32" y="92"/>
                      <a:pt x="33" y="93"/>
                      <a:pt x="34" y="94"/>
                    </a:cubicBezTo>
                    <a:cubicBezTo>
                      <a:pt x="35" y="96"/>
                      <a:pt x="36" y="98"/>
                      <a:pt x="38" y="100"/>
                    </a:cubicBezTo>
                    <a:cubicBezTo>
                      <a:pt x="40" y="103"/>
                      <a:pt x="42" y="105"/>
                      <a:pt x="44" y="106"/>
                    </a:cubicBezTo>
                    <a:cubicBezTo>
                      <a:pt x="45" y="107"/>
                      <a:pt x="47" y="108"/>
                      <a:pt x="48" y="109"/>
                    </a:cubicBezTo>
                    <a:cubicBezTo>
                      <a:pt x="49" y="109"/>
                      <a:pt x="50" y="110"/>
                      <a:pt x="51" y="111"/>
                    </a:cubicBezTo>
                    <a:cubicBezTo>
                      <a:pt x="52" y="111"/>
                      <a:pt x="52" y="111"/>
                      <a:pt x="53" y="111"/>
                    </a:cubicBezTo>
                    <a:cubicBezTo>
                      <a:pt x="54" y="110"/>
                      <a:pt x="54" y="110"/>
                      <a:pt x="54" y="109"/>
                    </a:cubicBezTo>
                    <a:cubicBezTo>
                      <a:pt x="55" y="107"/>
                      <a:pt x="55" y="105"/>
                      <a:pt x="54" y="104"/>
                    </a:cubicBezTo>
                    <a:cubicBezTo>
                      <a:pt x="53" y="103"/>
                      <a:pt x="52" y="102"/>
                      <a:pt x="51" y="101"/>
                    </a:cubicBezTo>
                    <a:cubicBezTo>
                      <a:pt x="49" y="100"/>
                      <a:pt x="49" y="99"/>
                      <a:pt x="49" y="97"/>
                    </a:cubicBezTo>
                    <a:cubicBezTo>
                      <a:pt x="48" y="95"/>
                      <a:pt x="47" y="94"/>
                      <a:pt x="46" y="93"/>
                    </a:cubicBezTo>
                    <a:cubicBezTo>
                      <a:pt x="45" y="91"/>
                      <a:pt x="43" y="90"/>
                      <a:pt x="42" y="88"/>
                    </a:cubicBezTo>
                    <a:cubicBezTo>
                      <a:pt x="40" y="84"/>
                      <a:pt x="47" y="84"/>
                      <a:pt x="46" y="81"/>
                    </a:cubicBezTo>
                    <a:cubicBezTo>
                      <a:pt x="44" y="79"/>
                      <a:pt x="42" y="77"/>
                      <a:pt x="40" y="75"/>
                    </a:cubicBezTo>
                    <a:cubicBezTo>
                      <a:pt x="40" y="74"/>
                      <a:pt x="39" y="73"/>
                      <a:pt x="38" y="73"/>
                    </a:cubicBezTo>
                    <a:cubicBezTo>
                      <a:pt x="37" y="73"/>
                      <a:pt x="37" y="74"/>
                      <a:pt x="37" y="75"/>
                    </a:cubicBezTo>
                    <a:cubicBezTo>
                      <a:pt x="36" y="78"/>
                      <a:pt x="35" y="82"/>
                      <a:pt x="33" y="84"/>
                    </a:cubicBezTo>
                    <a:cubicBezTo>
                      <a:pt x="31" y="87"/>
                      <a:pt x="31" y="81"/>
                      <a:pt x="31" y="80"/>
                    </a:cubicBezTo>
                    <a:cubicBezTo>
                      <a:pt x="31" y="74"/>
                      <a:pt x="33" y="68"/>
                      <a:pt x="34" y="63"/>
                    </a:cubicBezTo>
                    <a:cubicBezTo>
                      <a:pt x="34" y="60"/>
                      <a:pt x="35" y="57"/>
                      <a:pt x="36" y="55"/>
                    </a:cubicBezTo>
                    <a:cubicBezTo>
                      <a:pt x="37" y="53"/>
                      <a:pt x="38" y="51"/>
                      <a:pt x="39" y="49"/>
                    </a:cubicBezTo>
                    <a:cubicBezTo>
                      <a:pt x="42" y="45"/>
                      <a:pt x="40" y="39"/>
                      <a:pt x="41" y="34"/>
                    </a:cubicBezTo>
                    <a:cubicBezTo>
                      <a:pt x="42" y="32"/>
                      <a:pt x="43" y="29"/>
                      <a:pt x="44" y="27"/>
                    </a:cubicBezTo>
                    <a:cubicBezTo>
                      <a:pt x="46" y="24"/>
                      <a:pt x="47" y="21"/>
                      <a:pt x="48" y="18"/>
                    </a:cubicBezTo>
                    <a:cubicBezTo>
                      <a:pt x="49" y="15"/>
                      <a:pt x="49" y="12"/>
                      <a:pt x="51" y="9"/>
                    </a:cubicBezTo>
                    <a:cubicBezTo>
                      <a:pt x="53" y="7"/>
                      <a:pt x="55" y="6"/>
                      <a:pt x="57" y="8"/>
                    </a:cubicBezTo>
                    <a:cubicBezTo>
                      <a:pt x="62" y="11"/>
                      <a:pt x="55" y="18"/>
                      <a:pt x="53" y="21"/>
                    </a:cubicBezTo>
                    <a:cubicBezTo>
                      <a:pt x="51" y="25"/>
                      <a:pt x="51" y="30"/>
                      <a:pt x="54" y="33"/>
                    </a:cubicBezTo>
                    <a:cubicBezTo>
                      <a:pt x="56" y="34"/>
                      <a:pt x="58" y="35"/>
                      <a:pt x="60" y="36"/>
                    </a:cubicBezTo>
                    <a:cubicBezTo>
                      <a:pt x="62" y="38"/>
                      <a:pt x="63" y="40"/>
                      <a:pt x="65" y="42"/>
                    </a:cubicBezTo>
                    <a:cubicBezTo>
                      <a:pt x="66" y="45"/>
                      <a:pt x="67" y="46"/>
                      <a:pt x="70" y="48"/>
                    </a:cubicBezTo>
                    <a:cubicBezTo>
                      <a:pt x="72" y="49"/>
                      <a:pt x="75" y="49"/>
                      <a:pt x="78" y="50"/>
                    </a:cubicBezTo>
                    <a:cubicBezTo>
                      <a:pt x="80" y="50"/>
                      <a:pt x="82" y="50"/>
                      <a:pt x="84" y="51"/>
                    </a:cubicBezTo>
                    <a:cubicBezTo>
                      <a:pt x="86" y="52"/>
                      <a:pt x="88" y="54"/>
                      <a:pt x="90" y="55"/>
                    </a:cubicBezTo>
                    <a:cubicBezTo>
                      <a:pt x="92" y="56"/>
                      <a:pt x="95" y="56"/>
                      <a:pt x="97" y="55"/>
                    </a:cubicBezTo>
                    <a:cubicBezTo>
                      <a:pt x="100" y="53"/>
                      <a:pt x="101" y="51"/>
                      <a:pt x="102" y="49"/>
                    </a:cubicBezTo>
                    <a:cubicBezTo>
                      <a:pt x="103" y="47"/>
                      <a:pt x="105" y="46"/>
                      <a:pt x="107" y="48"/>
                    </a:cubicBezTo>
                    <a:cubicBezTo>
                      <a:pt x="108" y="49"/>
                      <a:pt x="108" y="51"/>
                      <a:pt x="108" y="53"/>
                    </a:cubicBezTo>
                    <a:cubicBezTo>
                      <a:pt x="108" y="53"/>
                      <a:pt x="108" y="53"/>
                      <a:pt x="109" y="53"/>
                    </a:cubicBezTo>
                    <a:cubicBezTo>
                      <a:pt x="109" y="53"/>
                      <a:pt x="110" y="54"/>
                      <a:pt x="110" y="55"/>
                    </a:cubicBezTo>
                    <a:cubicBezTo>
                      <a:pt x="112" y="59"/>
                      <a:pt x="112" y="63"/>
                      <a:pt x="111" y="68"/>
                    </a:cubicBezTo>
                    <a:cubicBezTo>
                      <a:pt x="110" y="70"/>
                      <a:pt x="110" y="71"/>
                      <a:pt x="111" y="73"/>
                    </a:cubicBezTo>
                    <a:cubicBezTo>
                      <a:pt x="112" y="74"/>
                      <a:pt x="115" y="75"/>
                      <a:pt x="117" y="75"/>
                    </a:cubicBezTo>
                    <a:cubicBezTo>
                      <a:pt x="119" y="75"/>
                      <a:pt x="121" y="75"/>
                      <a:pt x="123" y="75"/>
                    </a:cubicBezTo>
                    <a:cubicBezTo>
                      <a:pt x="126" y="75"/>
                      <a:pt x="129" y="75"/>
                      <a:pt x="130" y="72"/>
                    </a:cubicBezTo>
                    <a:cubicBezTo>
                      <a:pt x="131" y="70"/>
                      <a:pt x="130" y="67"/>
                      <a:pt x="131" y="65"/>
                    </a:cubicBezTo>
                    <a:cubicBezTo>
                      <a:pt x="131" y="62"/>
                      <a:pt x="131" y="60"/>
                      <a:pt x="131" y="58"/>
                    </a:cubicBezTo>
                    <a:cubicBezTo>
                      <a:pt x="131" y="55"/>
                      <a:pt x="131" y="53"/>
                      <a:pt x="129" y="51"/>
                    </a:cubicBezTo>
                    <a:cubicBezTo>
                      <a:pt x="128" y="49"/>
                      <a:pt x="126" y="47"/>
                      <a:pt x="125" y="45"/>
                    </a:cubicBezTo>
                    <a:cubicBezTo>
                      <a:pt x="125" y="42"/>
                      <a:pt x="126" y="39"/>
                      <a:pt x="129" y="37"/>
                    </a:cubicBezTo>
                    <a:cubicBezTo>
                      <a:pt x="130" y="35"/>
                      <a:pt x="132" y="35"/>
                      <a:pt x="134" y="34"/>
                    </a:cubicBezTo>
                    <a:cubicBezTo>
                      <a:pt x="137" y="33"/>
                      <a:pt x="139" y="32"/>
                      <a:pt x="141" y="31"/>
                    </a:cubicBezTo>
                    <a:cubicBezTo>
                      <a:pt x="143" y="30"/>
                      <a:pt x="144" y="30"/>
                      <a:pt x="146" y="29"/>
                    </a:cubicBezTo>
                    <a:cubicBezTo>
                      <a:pt x="147" y="29"/>
                      <a:pt x="150" y="29"/>
                      <a:pt x="151" y="28"/>
                    </a:cubicBezTo>
                    <a:cubicBezTo>
                      <a:pt x="152" y="26"/>
                      <a:pt x="151" y="23"/>
                      <a:pt x="151" y="21"/>
                    </a:cubicBezTo>
                    <a:cubicBezTo>
                      <a:pt x="152" y="19"/>
                      <a:pt x="154" y="19"/>
                      <a:pt x="156" y="18"/>
                    </a:cubicBezTo>
                    <a:cubicBezTo>
                      <a:pt x="158" y="17"/>
                      <a:pt x="158" y="14"/>
                      <a:pt x="158" y="12"/>
                    </a:cubicBezTo>
                    <a:cubicBezTo>
                      <a:pt x="158" y="11"/>
                      <a:pt x="158" y="9"/>
                      <a:pt x="160" y="8"/>
                    </a:cubicBezTo>
                    <a:cubicBezTo>
                      <a:pt x="161" y="7"/>
                      <a:pt x="163" y="5"/>
                      <a:pt x="164" y="4"/>
                    </a:cubicBezTo>
                    <a:cubicBezTo>
                      <a:pt x="164" y="2"/>
                      <a:pt x="165" y="1"/>
                      <a:pt x="166" y="1"/>
                    </a:cubicBezTo>
                    <a:cubicBezTo>
                      <a:pt x="168" y="1"/>
                      <a:pt x="170" y="1"/>
                      <a:pt x="172" y="1"/>
                    </a:cubicBezTo>
                    <a:cubicBezTo>
                      <a:pt x="176" y="1"/>
                      <a:pt x="180" y="2"/>
                      <a:pt x="184" y="1"/>
                    </a:cubicBezTo>
                    <a:cubicBezTo>
                      <a:pt x="186" y="0"/>
                      <a:pt x="188" y="0"/>
                      <a:pt x="191" y="0"/>
                    </a:cubicBezTo>
                    <a:cubicBezTo>
                      <a:pt x="194" y="1"/>
                      <a:pt x="197" y="3"/>
                      <a:pt x="198" y="6"/>
                    </a:cubicBezTo>
                    <a:cubicBezTo>
                      <a:pt x="200" y="8"/>
                      <a:pt x="200" y="11"/>
                      <a:pt x="201" y="13"/>
                    </a:cubicBezTo>
                    <a:cubicBezTo>
                      <a:pt x="202" y="15"/>
                      <a:pt x="204" y="16"/>
                      <a:pt x="205" y="18"/>
                    </a:cubicBezTo>
                    <a:cubicBezTo>
                      <a:pt x="207" y="22"/>
                      <a:pt x="203" y="26"/>
                      <a:pt x="200" y="29"/>
                    </a:cubicBezTo>
                    <a:cubicBezTo>
                      <a:pt x="198" y="33"/>
                      <a:pt x="196" y="36"/>
                      <a:pt x="194" y="40"/>
                    </a:cubicBezTo>
                    <a:cubicBezTo>
                      <a:pt x="191" y="43"/>
                      <a:pt x="186" y="45"/>
                      <a:pt x="187" y="49"/>
                    </a:cubicBezTo>
                    <a:cubicBezTo>
                      <a:pt x="187" y="51"/>
                      <a:pt x="188" y="54"/>
                      <a:pt x="188" y="56"/>
                    </a:cubicBezTo>
                    <a:cubicBezTo>
                      <a:pt x="189" y="58"/>
                      <a:pt x="191" y="57"/>
                      <a:pt x="192" y="56"/>
                    </a:cubicBezTo>
                    <a:cubicBezTo>
                      <a:pt x="194" y="55"/>
                      <a:pt x="195" y="54"/>
                      <a:pt x="197" y="53"/>
                    </a:cubicBezTo>
                    <a:cubicBezTo>
                      <a:pt x="199" y="53"/>
                      <a:pt x="200" y="53"/>
                      <a:pt x="201" y="51"/>
                    </a:cubicBezTo>
                    <a:cubicBezTo>
                      <a:pt x="203" y="49"/>
                      <a:pt x="199" y="38"/>
                      <a:pt x="204" y="38"/>
                    </a:cubicBezTo>
                    <a:cubicBezTo>
                      <a:pt x="207" y="39"/>
                      <a:pt x="209" y="42"/>
                      <a:pt x="210" y="43"/>
                    </a:cubicBezTo>
                    <a:cubicBezTo>
                      <a:pt x="212" y="45"/>
                      <a:pt x="213" y="46"/>
                      <a:pt x="216" y="47"/>
                    </a:cubicBezTo>
                    <a:cubicBezTo>
                      <a:pt x="220" y="49"/>
                      <a:pt x="221" y="54"/>
                      <a:pt x="221" y="58"/>
                    </a:cubicBezTo>
                    <a:cubicBezTo>
                      <a:pt x="221" y="61"/>
                      <a:pt x="221" y="64"/>
                      <a:pt x="221" y="67"/>
                    </a:cubicBezTo>
                    <a:cubicBezTo>
                      <a:pt x="221" y="68"/>
                      <a:pt x="221" y="71"/>
                      <a:pt x="223" y="71"/>
                    </a:cubicBezTo>
                    <a:cubicBezTo>
                      <a:pt x="230" y="70"/>
                      <a:pt x="226" y="63"/>
                      <a:pt x="225" y="60"/>
                    </a:cubicBezTo>
                    <a:cubicBezTo>
                      <a:pt x="223" y="55"/>
                      <a:pt x="224" y="49"/>
                      <a:pt x="224" y="44"/>
                    </a:cubicBezTo>
                    <a:cubicBezTo>
                      <a:pt x="224" y="42"/>
                      <a:pt x="223" y="39"/>
                      <a:pt x="224" y="36"/>
                    </a:cubicBezTo>
                    <a:cubicBezTo>
                      <a:pt x="224" y="33"/>
                      <a:pt x="227" y="31"/>
                      <a:pt x="229" y="30"/>
                    </a:cubicBezTo>
                    <a:cubicBezTo>
                      <a:pt x="232" y="28"/>
                      <a:pt x="234" y="25"/>
                      <a:pt x="237" y="23"/>
                    </a:cubicBezTo>
                    <a:cubicBezTo>
                      <a:pt x="239" y="22"/>
                      <a:pt x="241" y="21"/>
                      <a:pt x="244" y="22"/>
                    </a:cubicBezTo>
                    <a:cubicBezTo>
                      <a:pt x="247" y="23"/>
                      <a:pt x="250" y="24"/>
                      <a:pt x="253" y="25"/>
                    </a:cubicBezTo>
                    <a:cubicBezTo>
                      <a:pt x="255" y="25"/>
                      <a:pt x="257" y="25"/>
                      <a:pt x="259" y="26"/>
                    </a:cubicBezTo>
                    <a:cubicBezTo>
                      <a:pt x="262" y="27"/>
                      <a:pt x="264" y="29"/>
                      <a:pt x="267" y="31"/>
                    </a:cubicBezTo>
                    <a:cubicBezTo>
                      <a:pt x="269" y="33"/>
                      <a:pt x="272" y="34"/>
                      <a:pt x="274" y="37"/>
                    </a:cubicBezTo>
                    <a:cubicBezTo>
                      <a:pt x="275" y="40"/>
                      <a:pt x="275" y="43"/>
                      <a:pt x="275" y="45"/>
                    </a:cubicBezTo>
                    <a:cubicBezTo>
                      <a:pt x="276" y="48"/>
                      <a:pt x="276" y="51"/>
                      <a:pt x="278" y="54"/>
                    </a:cubicBezTo>
                    <a:cubicBezTo>
                      <a:pt x="279" y="58"/>
                      <a:pt x="283" y="60"/>
                      <a:pt x="286" y="63"/>
                    </a:cubicBezTo>
                    <a:cubicBezTo>
                      <a:pt x="288" y="64"/>
                      <a:pt x="290" y="66"/>
                      <a:pt x="292" y="68"/>
                    </a:cubicBezTo>
                    <a:cubicBezTo>
                      <a:pt x="295" y="70"/>
                      <a:pt x="296" y="73"/>
                      <a:pt x="299" y="75"/>
                    </a:cubicBezTo>
                    <a:cubicBezTo>
                      <a:pt x="300" y="76"/>
                      <a:pt x="302" y="77"/>
                      <a:pt x="303" y="77"/>
                    </a:cubicBezTo>
                    <a:cubicBezTo>
                      <a:pt x="305" y="78"/>
                      <a:pt x="307" y="78"/>
                      <a:pt x="308" y="77"/>
                    </a:cubicBezTo>
                    <a:cubicBezTo>
                      <a:pt x="310" y="77"/>
                      <a:pt x="312" y="77"/>
                      <a:pt x="314" y="77"/>
                    </a:cubicBezTo>
                    <a:cubicBezTo>
                      <a:pt x="320" y="76"/>
                      <a:pt x="320" y="70"/>
                      <a:pt x="321" y="65"/>
                    </a:cubicBezTo>
                    <a:cubicBezTo>
                      <a:pt x="322" y="61"/>
                      <a:pt x="323" y="56"/>
                      <a:pt x="326" y="52"/>
                    </a:cubicBezTo>
                    <a:cubicBezTo>
                      <a:pt x="329" y="47"/>
                      <a:pt x="334" y="47"/>
                      <a:pt x="339" y="46"/>
                    </a:cubicBezTo>
                    <a:cubicBezTo>
                      <a:pt x="342" y="46"/>
                      <a:pt x="345" y="45"/>
                      <a:pt x="348" y="44"/>
                    </a:cubicBezTo>
                    <a:cubicBezTo>
                      <a:pt x="350" y="43"/>
                      <a:pt x="352" y="42"/>
                      <a:pt x="355" y="42"/>
                    </a:cubicBezTo>
                    <a:cubicBezTo>
                      <a:pt x="359" y="42"/>
                      <a:pt x="363" y="45"/>
                      <a:pt x="368" y="44"/>
                    </a:cubicBezTo>
                    <a:cubicBezTo>
                      <a:pt x="370" y="44"/>
                      <a:pt x="372" y="44"/>
                      <a:pt x="375" y="44"/>
                    </a:cubicBezTo>
                    <a:cubicBezTo>
                      <a:pt x="378" y="44"/>
                      <a:pt x="380" y="46"/>
                      <a:pt x="383" y="48"/>
                    </a:cubicBezTo>
                    <a:cubicBezTo>
                      <a:pt x="386" y="52"/>
                      <a:pt x="391" y="59"/>
                      <a:pt x="387" y="64"/>
                    </a:cubicBezTo>
                    <a:cubicBezTo>
                      <a:pt x="385" y="65"/>
                      <a:pt x="383" y="67"/>
                      <a:pt x="381" y="68"/>
                    </a:cubicBezTo>
                    <a:cubicBezTo>
                      <a:pt x="379" y="70"/>
                      <a:pt x="376" y="72"/>
                      <a:pt x="374" y="74"/>
                    </a:cubicBezTo>
                    <a:cubicBezTo>
                      <a:pt x="371" y="76"/>
                      <a:pt x="368" y="78"/>
                      <a:pt x="367" y="81"/>
                    </a:cubicBezTo>
                    <a:cubicBezTo>
                      <a:pt x="365" y="84"/>
                      <a:pt x="365" y="88"/>
                      <a:pt x="365" y="91"/>
                    </a:cubicBezTo>
                    <a:cubicBezTo>
                      <a:pt x="365" y="94"/>
                      <a:pt x="366" y="97"/>
                      <a:pt x="365" y="100"/>
                    </a:cubicBezTo>
                    <a:cubicBezTo>
                      <a:pt x="364" y="102"/>
                      <a:pt x="362" y="103"/>
                      <a:pt x="360" y="104"/>
                    </a:cubicBezTo>
                    <a:cubicBezTo>
                      <a:pt x="363" y="104"/>
                      <a:pt x="365" y="104"/>
                      <a:pt x="368" y="104"/>
                    </a:cubicBezTo>
                    <a:cubicBezTo>
                      <a:pt x="369" y="104"/>
                      <a:pt x="378" y="105"/>
                      <a:pt x="376" y="102"/>
                    </a:cubicBezTo>
                    <a:cubicBezTo>
                      <a:pt x="376" y="101"/>
                      <a:pt x="374" y="101"/>
                      <a:pt x="373" y="101"/>
                    </a:cubicBezTo>
                    <a:cubicBezTo>
                      <a:pt x="372" y="101"/>
                      <a:pt x="371" y="100"/>
                      <a:pt x="370" y="99"/>
                    </a:cubicBezTo>
                    <a:cubicBezTo>
                      <a:pt x="370" y="99"/>
                      <a:pt x="370" y="97"/>
                      <a:pt x="370" y="96"/>
                    </a:cubicBezTo>
                    <a:cubicBezTo>
                      <a:pt x="370" y="95"/>
                      <a:pt x="371" y="94"/>
                      <a:pt x="371" y="93"/>
                    </a:cubicBezTo>
                    <a:cubicBezTo>
                      <a:pt x="372" y="92"/>
                      <a:pt x="371" y="90"/>
                      <a:pt x="371" y="89"/>
                    </a:cubicBezTo>
                    <a:cubicBezTo>
                      <a:pt x="371" y="87"/>
                      <a:pt x="372" y="86"/>
                      <a:pt x="373" y="84"/>
                    </a:cubicBezTo>
                    <a:cubicBezTo>
                      <a:pt x="373" y="83"/>
                      <a:pt x="374" y="82"/>
                      <a:pt x="375" y="81"/>
                    </a:cubicBezTo>
                    <a:cubicBezTo>
                      <a:pt x="376" y="80"/>
                      <a:pt x="377" y="79"/>
                      <a:pt x="378" y="78"/>
                    </a:cubicBezTo>
                    <a:cubicBezTo>
                      <a:pt x="379" y="78"/>
                      <a:pt x="380" y="77"/>
                      <a:pt x="381" y="76"/>
                    </a:cubicBezTo>
                    <a:cubicBezTo>
                      <a:pt x="381" y="75"/>
                      <a:pt x="382" y="75"/>
                      <a:pt x="383" y="74"/>
                    </a:cubicBezTo>
                    <a:cubicBezTo>
                      <a:pt x="385" y="73"/>
                      <a:pt x="385" y="72"/>
                      <a:pt x="387" y="72"/>
                    </a:cubicBezTo>
                    <a:cubicBezTo>
                      <a:pt x="388" y="72"/>
                      <a:pt x="389" y="74"/>
                      <a:pt x="390" y="75"/>
                    </a:cubicBezTo>
                    <a:cubicBezTo>
                      <a:pt x="391" y="77"/>
                      <a:pt x="393" y="79"/>
                      <a:pt x="394" y="82"/>
                    </a:cubicBezTo>
                    <a:cubicBezTo>
                      <a:pt x="394" y="82"/>
                      <a:pt x="394" y="82"/>
                      <a:pt x="394" y="83"/>
                    </a:cubicBezTo>
                    <a:cubicBezTo>
                      <a:pt x="395" y="83"/>
                      <a:pt x="395" y="84"/>
                      <a:pt x="395" y="84"/>
                    </a:cubicBezTo>
                    <a:cubicBezTo>
                      <a:pt x="395" y="85"/>
                      <a:pt x="395" y="85"/>
                      <a:pt x="396" y="86"/>
                    </a:cubicBezTo>
                    <a:cubicBezTo>
                      <a:pt x="396" y="87"/>
                      <a:pt x="398" y="88"/>
                      <a:pt x="400" y="88"/>
                    </a:cubicBezTo>
                    <a:cubicBezTo>
                      <a:pt x="402" y="89"/>
                      <a:pt x="404" y="90"/>
                      <a:pt x="406" y="90"/>
                    </a:cubicBezTo>
                    <a:cubicBezTo>
                      <a:pt x="408" y="91"/>
                      <a:pt x="409" y="91"/>
                      <a:pt x="410" y="92"/>
                    </a:cubicBezTo>
                    <a:cubicBezTo>
                      <a:pt x="412" y="92"/>
                      <a:pt x="413" y="94"/>
                      <a:pt x="414" y="94"/>
                    </a:cubicBezTo>
                    <a:cubicBezTo>
                      <a:pt x="415" y="95"/>
                      <a:pt x="417" y="94"/>
                      <a:pt x="418" y="94"/>
                    </a:cubicBezTo>
                    <a:cubicBezTo>
                      <a:pt x="420" y="94"/>
                      <a:pt x="423" y="93"/>
                      <a:pt x="425" y="93"/>
                    </a:cubicBezTo>
                    <a:cubicBezTo>
                      <a:pt x="429" y="92"/>
                      <a:pt x="432" y="93"/>
                      <a:pt x="436" y="93"/>
                    </a:cubicBezTo>
                    <a:cubicBezTo>
                      <a:pt x="438" y="93"/>
                      <a:pt x="441" y="92"/>
                      <a:pt x="444" y="92"/>
                    </a:cubicBezTo>
                    <a:cubicBezTo>
                      <a:pt x="447" y="92"/>
                      <a:pt x="450" y="92"/>
                      <a:pt x="453" y="91"/>
                    </a:cubicBezTo>
                    <a:cubicBezTo>
                      <a:pt x="456" y="91"/>
                      <a:pt x="458" y="91"/>
                      <a:pt x="461" y="93"/>
                    </a:cubicBezTo>
                    <a:cubicBezTo>
                      <a:pt x="464" y="95"/>
                      <a:pt x="464" y="98"/>
                      <a:pt x="466" y="100"/>
                    </a:cubicBezTo>
                    <a:cubicBezTo>
                      <a:pt x="468" y="102"/>
                      <a:pt x="469" y="104"/>
                      <a:pt x="471" y="106"/>
                    </a:cubicBezTo>
                    <a:cubicBezTo>
                      <a:pt x="472" y="108"/>
                      <a:pt x="474" y="111"/>
                      <a:pt x="475" y="114"/>
                    </a:cubicBezTo>
                    <a:cubicBezTo>
                      <a:pt x="476" y="114"/>
                      <a:pt x="478" y="115"/>
                      <a:pt x="479" y="116"/>
                    </a:cubicBezTo>
                    <a:cubicBezTo>
                      <a:pt x="480" y="117"/>
                      <a:pt x="481" y="120"/>
                      <a:pt x="481" y="1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59" name="Freeform 1959">
                <a:extLst>
                  <a:ext uri="{FF2B5EF4-FFF2-40B4-BE49-F238E27FC236}">
                    <a16:creationId xmlns:a16="http://schemas.microsoft.com/office/drawing/2014/main" id="{9848E3FA-8292-4A25-9490-71684B987C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18" y="2906"/>
                <a:ext cx="359" cy="216"/>
              </a:xfrm>
              <a:custGeom>
                <a:avLst/>
                <a:gdLst>
                  <a:gd name="T0" fmla="*/ 857 w 881"/>
                  <a:gd name="T1" fmla="*/ 239 h 531"/>
                  <a:gd name="T2" fmla="*/ 800 w 881"/>
                  <a:gd name="T3" fmla="*/ 274 h 531"/>
                  <a:gd name="T4" fmla="*/ 762 w 881"/>
                  <a:gd name="T5" fmla="*/ 226 h 531"/>
                  <a:gd name="T6" fmla="*/ 699 w 881"/>
                  <a:gd name="T7" fmla="*/ 165 h 531"/>
                  <a:gd name="T8" fmla="*/ 724 w 881"/>
                  <a:gd name="T9" fmla="*/ 102 h 531"/>
                  <a:gd name="T10" fmla="*/ 709 w 881"/>
                  <a:gd name="T11" fmla="*/ 96 h 531"/>
                  <a:gd name="T12" fmla="*/ 675 w 881"/>
                  <a:gd name="T13" fmla="*/ 62 h 531"/>
                  <a:gd name="T14" fmla="*/ 655 w 881"/>
                  <a:gd name="T15" fmla="*/ 51 h 531"/>
                  <a:gd name="T16" fmla="*/ 624 w 881"/>
                  <a:gd name="T17" fmla="*/ 41 h 531"/>
                  <a:gd name="T18" fmla="*/ 606 w 881"/>
                  <a:gd name="T19" fmla="*/ 44 h 531"/>
                  <a:gd name="T20" fmla="*/ 596 w 881"/>
                  <a:gd name="T21" fmla="*/ 29 h 531"/>
                  <a:gd name="T22" fmla="*/ 559 w 881"/>
                  <a:gd name="T23" fmla="*/ 2 h 531"/>
                  <a:gd name="T24" fmla="*/ 517 w 881"/>
                  <a:gd name="T25" fmla="*/ 37 h 531"/>
                  <a:gd name="T26" fmla="*/ 551 w 881"/>
                  <a:gd name="T27" fmla="*/ 35 h 531"/>
                  <a:gd name="T28" fmla="*/ 519 w 881"/>
                  <a:gd name="T29" fmla="*/ 49 h 531"/>
                  <a:gd name="T30" fmla="*/ 474 w 881"/>
                  <a:gd name="T31" fmla="*/ 37 h 531"/>
                  <a:gd name="T32" fmla="*/ 406 w 881"/>
                  <a:gd name="T33" fmla="*/ 34 h 531"/>
                  <a:gd name="T34" fmla="*/ 366 w 881"/>
                  <a:gd name="T35" fmla="*/ 31 h 531"/>
                  <a:gd name="T36" fmla="*/ 357 w 881"/>
                  <a:gd name="T37" fmla="*/ 21 h 531"/>
                  <a:gd name="T38" fmla="*/ 329 w 881"/>
                  <a:gd name="T39" fmla="*/ 62 h 531"/>
                  <a:gd name="T40" fmla="*/ 277 w 881"/>
                  <a:gd name="T41" fmla="*/ 46 h 531"/>
                  <a:gd name="T42" fmla="*/ 253 w 881"/>
                  <a:gd name="T43" fmla="*/ 73 h 531"/>
                  <a:gd name="T44" fmla="*/ 178 w 881"/>
                  <a:gd name="T45" fmla="*/ 138 h 531"/>
                  <a:gd name="T46" fmla="*/ 128 w 881"/>
                  <a:gd name="T47" fmla="*/ 178 h 531"/>
                  <a:gd name="T48" fmla="*/ 57 w 881"/>
                  <a:gd name="T49" fmla="*/ 244 h 531"/>
                  <a:gd name="T50" fmla="*/ 26 w 881"/>
                  <a:gd name="T51" fmla="*/ 293 h 531"/>
                  <a:gd name="T52" fmla="*/ 27 w 881"/>
                  <a:gd name="T53" fmla="*/ 336 h 531"/>
                  <a:gd name="T54" fmla="*/ 27 w 881"/>
                  <a:gd name="T55" fmla="*/ 355 h 531"/>
                  <a:gd name="T56" fmla="*/ 66 w 881"/>
                  <a:gd name="T57" fmla="*/ 330 h 531"/>
                  <a:gd name="T58" fmla="*/ 42 w 881"/>
                  <a:gd name="T59" fmla="*/ 350 h 531"/>
                  <a:gd name="T60" fmla="*/ 71 w 881"/>
                  <a:gd name="T61" fmla="*/ 302 h 531"/>
                  <a:gd name="T62" fmla="*/ 130 w 881"/>
                  <a:gd name="T63" fmla="*/ 286 h 531"/>
                  <a:gd name="T64" fmla="*/ 189 w 881"/>
                  <a:gd name="T65" fmla="*/ 314 h 531"/>
                  <a:gd name="T66" fmla="*/ 179 w 881"/>
                  <a:gd name="T67" fmla="*/ 339 h 531"/>
                  <a:gd name="T68" fmla="*/ 173 w 881"/>
                  <a:gd name="T69" fmla="*/ 385 h 531"/>
                  <a:gd name="T70" fmla="*/ 198 w 881"/>
                  <a:gd name="T71" fmla="*/ 435 h 531"/>
                  <a:gd name="T72" fmla="*/ 295 w 881"/>
                  <a:gd name="T73" fmla="*/ 444 h 531"/>
                  <a:gd name="T74" fmla="*/ 377 w 881"/>
                  <a:gd name="T75" fmla="*/ 454 h 531"/>
                  <a:gd name="T76" fmla="*/ 417 w 881"/>
                  <a:gd name="T77" fmla="*/ 387 h 531"/>
                  <a:gd name="T78" fmla="*/ 490 w 881"/>
                  <a:gd name="T79" fmla="*/ 351 h 531"/>
                  <a:gd name="T80" fmla="*/ 523 w 881"/>
                  <a:gd name="T81" fmla="*/ 444 h 531"/>
                  <a:gd name="T82" fmla="*/ 551 w 881"/>
                  <a:gd name="T83" fmla="*/ 497 h 531"/>
                  <a:gd name="T84" fmla="*/ 589 w 881"/>
                  <a:gd name="T85" fmla="*/ 508 h 531"/>
                  <a:gd name="T86" fmla="*/ 581 w 881"/>
                  <a:gd name="T87" fmla="*/ 477 h 531"/>
                  <a:gd name="T88" fmla="*/ 565 w 881"/>
                  <a:gd name="T89" fmla="*/ 484 h 531"/>
                  <a:gd name="T90" fmla="*/ 562 w 881"/>
                  <a:gd name="T91" fmla="*/ 496 h 531"/>
                  <a:gd name="T92" fmla="*/ 544 w 881"/>
                  <a:gd name="T93" fmla="*/ 485 h 531"/>
                  <a:gd name="T94" fmla="*/ 556 w 881"/>
                  <a:gd name="T95" fmla="*/ 486 h 531"/>
                  <a:gd name="T96" fmla="*/ 584 w 881"/>
                  <a:gd name="T97" fmla="*/ 470 h 531"/>
                  <a:gd name="T98" fmla="*/ 635 w 881"/>
                  <a:gd name="T99" fmla="*/ 405 h 531"/>
                  <a:gd name="T100" fmla="*/ 670 w 881"/>
                  <a:gd name="T101" fmla="*/ 385 h 531"/>
                  <a:gd name="T102" fmla="*/ 717 w 881"/>
                  <a:gd name="T103" fmla="*/ 398 h 531"/>
                  <a:gd name="T104" fmla="*/ 806 w 881"/>
                  <a:gd name="T105" fmla="*/ 427 h 531"/>
                  <a:gd name="T106" fmla="*/ 795 w 881"/>
                  <a:gd name="T107" fmla="*/ 340 h 531"/>
                  <a:gd name="T108" fmla="*/ 858 w 881"/>
                  <a:gd name="T109" fmla="*/ 355 h 531"/>
                  <a:gd name="T110" fmla="*/ 857 w 881"/>
                  <a:gd name="T111" fmla="*/ 319 h 531"/>
                  <a:gd name="T112" fmla="*/ 234 w 881"/>
                  <a:gd name="T113" fmla="*/ 173 h 531"/>
                  <a:gd name="T114" fmla="*/ 195 w 881"/>
                  <a:gd name="T115" fmla="*/ 203 h 531"/>
                  <a:gd name="T116" fmla="*/ 155 w 881"/>
                  <a:gd name="T117" fmla="*/ 220 h 531"/>
                  <a:gd name="T118" fmla="*/ 170 w 881"/>
                  <a:gd name="T119" fmla="*/ 203 h 531"/>
                  <a:gd name="T120" fmla="*/ 234 w 881"/>
                  <a:gd name="T121" fmla="*/ 173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81" h="531">
                    <a:moveTo>
                      <a:pt x="881" y="277"/>
                    </a:moveTo>
                    <a:cubicBezTo>
                      <a:pt x="881" y="254"/>
                      <a:pt x="881" y="254"/>
                      <a:pt x="881" y="254"/>
                    </a:cubicBezTo>
                    <a:cubicBezTo>
                      <a:pt x="857" y="239"/>
                      <a:pt x="857" y="239"/>
                      <a:pt x="857" y="239"/>
                    </a:cubicBezTo>
                    <a:cubicBezTo>
                      <a:pt x="841" y="261"/>
                      <a:pt x="841" y="261"/>
                      <a:pt x="841" y="261"/>
                    </a:cubicBezTo>
                    <a:cubicBezTo>
                      <a:pt x="822" y="258"/>
                      <a:pt x="822" y="258"/>
                      <a:pt x="822" y="258"/>
                    </a:cubicBezTo>
                    <a:cubicBezTo>
                      <a:pt x="800" y="274"/>
                      <a:pt x="800" y="274"/>
                      <a:pt x="800" y="274"/>
                    </a:cubicBezTo>
                    <a:cubicBezTo>
                      <a:pt x="779" y="252"/>
                      <a:pt x="779" y="252"/>
                      <a:pt x="779" y="252"/>
                    </a:cubicBezTo>
                    <a:cubicBezTo>
                      <a:pt x="761" y="248"/>
                      <a:pt x="761" y="248"/>
                      <a:pt x="761" y="248"/>
                    </a:cubicBezTo>
                    <a:cubicBezTo>
                      <a:pt x="762" y="226"/>
                      <a:pt x="762" y="226"/>
                      <a:pt x="762" y="226"/>
                    </a:cubicBezTo>
                    <a:cubicBezTo>
                      <a:pt x="727" y="210"/>
                      <a:pt x="727" y="210"/>
                      <a:pt x="727" y="210"/>
                    </a:cubicBezTo>
                    <a:cubicBezTo>
                      <a:pt x="696" y="210"/>
                      <a:pt x="696" y="210"/>
                      <a:pt x="696" y="210"/>
                    </a:cubicBezTo>
                    <a:cubicBezTo>
                      <a:pt x="699" y="165"/>
                      <a:pt x="699" y="165"/>
                      <a:pt x="699" y="165"/>
                    </a:cubicBezTo>
                    <a:cubicBezTo>
                      <a:pt x="717" y="151"/>
                      <a:pt x="717" y="151"/>
                      <a:pt x="717" y="151"/>
                    </a:cubicBezTo>
                    <a:cubicBezTo>
                      <a:pt x="742" y="113"/>
                      <a:pt x="742" y="113"/>
                      <a:pt x="742" y="113"/>
                    </a:cubicBezTo>
                    <a:cubicBezTo>
                      <a:pt x="724" y="102"/>
                      <a:pt x="724" y="102"/>
                      <a:pt x="724" y="102"/>
                    </a:cubicBezTo>
                    <a:cubicBezTo>
                      <a:pt x="724" y="98"/>
                      <a:pt x="724" y="98"/>
                      <a:pt x="724" y="98"/>
                    </a:cubicBezTo>
                    <a:cubicBezTo>
                      <a:pt x="723" y="98"/>
                      <a:pt x="721" y="97"/>
                      <a:pt x="719" y="97"/>
                    </a:cubicBezTo>
                    <a:cubicBezTo>
                      <a:pt x="716" y="97"/>
                      <a:pt x="713" y="97"/>
                      <a:pt x="709" y="96"/>
                    </a:cubicBezTo>
                    <a:cubicBezTo>
                      <a:pt x="701" y="94"/>
                      <a:pt x="698" y="87"/>
                      <a:pt x="694" y="81"/>
                    </a:cubicBezTo>
                    <a:cubicBezTo>
                      <a:pt x="691" y="74"/>
                      <a:pt x="685" y="70"/>
                      <a:pt x="680" y="65"/>
                    </a:cubicBezTo>
                    <a:cubicBezTo>
                      <a:pt x="678" y="64"/>
                      <a:pt x="676" y="63"/>
                      <a:pt x="675" y="62"/>
                    </a:cubicBezTo>
                    <a:cubicBezTo>
                      <a:pt x="674" y="61"/>
                      <a:pt x="674" y="59"/>
                      <a:pt x="673" y="58"/>
                    </a:cubicBezTo>
                    <a:cubicBezTo>
                      <a:pt x="670" y="56"/>
                      <a:pt x="667" y="55"/>
                      <a:pt x="665" y="54"/>
                    </a:cubicBezTo>
                    <a:cubicBezTo>
                      <a:pt x="661" y="53"/>
                      <a:pt x="658" y="52"/>
                      <a:pt x="655" y="51"/>
                    </a:cubicBezTo>
                    <a:cubicBezTo>
                      <a:pt x="651" y="50"/>
                      <a:pt x="647" y="48"/>
                      <a:pt x="643" y="47"/>
                    </a:cubicBezTo>
                    <a:cubicBezTo>
                      <a:pt x="640" y="46"/>
                      <a:pt x="638" y="44"/>
                      <a:pt x="636" y="43"/>
                    </a:cubicBezTo>
                    <a:cubicBezTo>
                      <a:pt x="632" y="41"/>
                      <a:pt x="628" y="40"/>
                      <a:pt x="624" y="41"/>
                    </a:cubicBezTo>
                    <a:cubicBezTo>
                      <a:pt x="620" y="42"/>
                      <a:pt x="617" y="44"/>
                      <a:pt x="614" y="46"/>
                    </a:cubicBezTo>
                    <a:cubicBezTo>
                      <a:pt x="611" y="47"/>
                      <a:pt x="607" y="49"/>
                      <a:pt x="604" y="47"/>
                    </a:cubicBezTo>
                    <a:cubicBezTo>
                      <a:pt x="601" y="46"/>
                      <a:pt x="603" y="45"/>
                      <a:pt x="606" y="44"/>
                    </a:cubicBezTo>
                    <a:cubicBezTo>
                      <a:pt x="609" y="42"/>
                      <a:pt x="614" y="42"/>
                      <a:pt x="617" y="39"/>
                    </a:cubicBezTo>
                    <a:cubicBezTo>
                      <a:pt x="603" y="41"/>
                      <a:pt x="603" y="41"/>
                      <a:pt x="603" y="41"/>
                    </a:cubicBezTo>
                    <a:cubicBezTo>
                      <a:pt x="596" y="29"/>
                      <a:pt x="596" y="29"/>
                      <a:pt x="596" y="29"/>
                    </a:cubicBezTo>
                    <a:cubicBezTo>
                      <a:pt x="579" y="29"/>
                      <a:pt x="579" y="29"/>
                      <a:pt x="579" y="29"/>
                    </a:cubicBezTo>
                    <a:cubicBezTo>
                      <a:pt x="578" y="12"/>
                      <a:pt x="578" y="12"/>
                      <a:pt x="578" y="12"/>
                    </a:cubicBezTo>
                    <a:cubicBezTo>
                      <a:pt x="559" y="2"/>
                      <a:pt x="559" y="2"/>
                      <a:pt x="559" y="2"/>
                    </a:cubicBezTo>
                    <a:cubicBezTo>
                      <a:pt x="522" y="0"/>
                      <a:pt x="522" y="0"/>
                      <a:pt x="522" y="0"/>
                    </a:cubicBezTo>
                    <a:cubicBezTo>
                      <a:pt x="507" y="14"/>
                      <a:pt x="507" y="14"/>
                      <a:pt x="507" y="14"/>
                    </a:cubicBezTo>
                    <a:cubicBezTo>
                      <a:pt x="517" y="37"/>
                      <a:pt x="517" y="37"/>
                      <a:pt x="517" y="37"/>
                    </a:cubicBezTo>
                    <a:cubicBezTo>
                      <a:pt x="522" y="38"/>
                      <a:pt x="522" y="38"/>
                      <a:pt x="522" y="38"/>
                    </a:cubicBezTo>
                    <a:cubicBezTo>
                      <a:pt x="539" y="31"/>
                      <a:pt x="539" y="31"/>
                      <a:pt x="539" y="31"/>
                    </a:cubicBezTo>
                    <a:cubicBezTo>
                      <a:pt x="551" y="35"/>
                      <a:pt x="551" y="35"/>
                      <a:pt x="551" y="35"/>
                    </a:cubicBezTo>
                    <a:cubicBezTo>
                      <a:pt x="552" y="50"/>
                      <a:pt x="552" y="50"/>
                      <a:pt x="552" y="50"/>
                    </a:cubicBezTo>
                    <a:cubicBezTo>
                      <a:pt x="537" y="53"/>
                      <a:pt x="537" y="53"/>
                      <a:pt x="537" y="53"/>
                    </a:cubicBezTo>
                    <a:cubicBezTo>
                      <a:pt x="519" y="49"/>
                      <a:pt x="519" y="49"/>
                      <a:pt x="519" y="49"/>
                    </a:cubicBezTo>
                    <a:cubicBezTo>
                      <a:pt x="514" y="57"/>
                      <a:pt x="514" y="57"/>
                      <a:pt x="514" y="57"/>
                    </a:cubicBezTo>
                    <a:cubicBezTo>
                      <a:pt x="494" y="57"/>
                      <a:pt x="494" y="57"/>
                      <a:pt x="494" y="57"/>
                    </a:cubicBezTo>
                    <a:cubicBezTo>
                      <a:pt x="474" y="37"/>
                      <a:pt x="474" y="37"/>
                      <a:pt x="474" y="37"/>
                    </a:cubicBezTo>
                    <a:cubicBezTo>
                      <a:pt x="452" y="47"/>
                      <a:pt x="452" y="47"/>
                      <a:pt x="452" y="47"/>
                    </a:cubicBezTo>
                    <a:cubicBezTo>
                      <a:pt x="425" y="47"/>
                      <a:pt x="425" y="47"/>
                      <a:pt x="425" y="47"/>
                    </a:cubicBezTo>
                    <a:cubicBezTo>
                      <a:pt x="406" y="34"/>
                      <a:pt x="406" y="34"/>
                      <a:pt x="406" y="34"/>
                    </a:cubicBezTo>
                    <a:cubicBezTo>
                      <a:pt x="395" y="43"/>
                      <a:pt x="395" y="43"/>
                      <a:pt x="395" y="43"/>
                    </a:cubicBezTo>
                    <a:cubicBezTo>
                      <a:pt x="367" y="43"/>
                      <a:pt x="367" y="43"/>
                      <a:pt x="367" y="43"/>
                    </a:cubicBezTo>
                    <a:cubicBezTo>
                      <a:pt x="366" y="31"/>
                      <a:pt x="366" y="31"/>
                      <a:pt x="366" y="31"/>
                    </a:cubicBezTo>
                    <a:cubicBezTo>
                      <a:pt x="376" y="25"/>
                      <a:pt x="376" y="25"/>
                      <a:pt x="376" y="25"/>
                    </a:cubicBezTo>
                    <a:cubicBezTo>
                      <a:pt x="357" y="18"/>
                      <a:pt x="357" y="18"/>
                      <a:pt x="357" y="18"/>
                    </a:cubicBezTo>
                    <a:cubicBezTo>
                      <a:pt x="357" y="21"/>
                      <a:pt x="357" y="21"/>
                      <a:pt x="357" y="21"/>
                    </a:cubicBezTo>
                    <a:cubicBezTo>
                      <a:pt x="341" y="45"/>
                      <a:pt x="341" y="45"/>
                      <a:pt x="341" y="45"/>
                    </a:cubicBezTo>
                    <a:cubicBezTo>
                      <a:pt x="347" y="50"/>
                      <a:pt x="347" y="50"/>
                      <a:pt x="347" y="50"/>
                    </a:cubicBezTo>
                    <a:cubicBezTo>
                      <a:pt x="329" y="62"/>
                      <a:pt x="329" y="62"/>
                      <a:pt x="329" y="62"/>
                    </a:cubicBezTo>
                    <a:cubicBezTo>
                      <a:pt x="298" y="64"/>
                      <a:pt x="298" y="64"/>
                      <a:pt x="298" y="64"/>
                    </a:cubicBezTo>
                    <a:cubicBezTo>
                      <a:pt x="275" y="57"/>
                      <a:pt x="275" y="57"/>
                      <a:pt x="275" y="57"/>
                    </a:cubicBezTo>
                    <a:cubicBezTo>
                      <a:pt x="277" y="46"/>
                      <a:pt x="277" y="46"/>
                      <a:pt x="277" y="46"/>
                    </a:cubicBezTo>
                    <a:cubicBezTo>
                      <a:pt x="249" y="41"/>
                      <a:pt x="249" y="41"/>
                      <a:pt x="249" y="41"/>
                    </a:cubicBezTo>
                    <a:cubicBezTo>
                      <a:pt x="234" y="72"/>
                      <a:pt x="234" y="72"/>
                      <a:pt x="234" y="72"/>
                    </a:cubicBezTo>
                    <a:cubicBezTo>
                      <a:pt x="253" y="73"/>
                      <a:pt x="253" y="73"/>
                      <a:pt x="253" y="73"/>
                    </a:cubicBezTo>
                    <a:cubicBezTo>
                      <a:pt x="255" y="87"/>
                      <a:pt x="255" y="87"/>
                      <a:pt x="255" y="87"/>
                    </a:cubicBezTo>
                    <a:cubicBezTo>
                      <a:pt x="255" y="87"/>
                      <a:pt x="227" y="102"/>
                      <a:pt x="200" y="133"/>
                    </a:cubicBezTo>
                    <a:cubicBezTo>
                      <a:pt x="178" y="138"/>
                      <a:pt x="178" y="138"/>
                      <a:pt x="178" y="138"/>
                    </a:cubicBezTo>
                    <a:cubicBezTo>
                      <a:pt x="174" y="159"/>
                      <a:pt x="174" y="159"/>
                      <a:pt x="174" y="159"/>
                    </a:cubicBezTo>
                    <a:cubicBezTo>
                      <a:pt x="133" y="161"/>
                      <a:pt x="133" y="161"/>
                      <a:pt x="133" y="161"/>
                    </a:cubicBezTo>
                    <a:cubicBezTo>
                      <a:pt x="128" y="178"/>
                      <a:pt x="128" y="178"/>
                      <a:pt x="128" y="178"/>
                    </a:cubicBezTo>
                    <a:cubicBezTo>
                      <a:pt x="120" y="195"/>
                      <a:pt x="120" y="195"/>
                      <a:pt x="120" y="195"/>
                    </a:cubicBezTo>
                    <a:cubicBezTo>
                      <a:pt x="122" y="205"/>
                      <a:pt x="122" y="205"/>
                      <a:pt x="122" y="205"/>
                    </a:cubicBezTo>
                    <a:cubicBezTo>
                      <a:pt x="122" y="205"/>
                      <a:pt x="74" y="224"/>
                      <a:pt x="57" y="244"/>
                    </a:cubicBezTo>
                    <a:cubicBezTo>
                      <a:pt x="54" y="266"/>
                      <a:pt x="54" y="266"/>
                      <a:pt x="54" y="266"/>
                    </a:cubicBezTo>
                    <a:cubicBezTo>
                      <a:pt x="26" y="281"/>
                      <a:pt x="26" y="281"/>
                      <a:pt x="26" y="281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44" y="306"/>
                      <a:pt x="44" y="306"/>
                      <a:pt x="44" y="306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0" y="345"/>
                      <a:pt x="0" y="345"/>
                      <a:pt x="0" y="345"/>
                    </a:cubicBezTo>
                    <a:cubicBezTo>
                      <a:pt x="0" y="363"/>
                      <a:pt x="0" y="363"/>
                      <a:pt x="0" y="363"/>
                    </a:cubicBezTo>
                    <a:cubicBezTo>
                      <a:pt x="27" y="355"/>
                      <a:pt x="27" y="355"/>
                      <a:pt x="27" y="355"/>
                    </a:cubicBezTo>
                    <a:cubicBezTo>
                      <a:pt x="46" y="362"/>
                      <a:pt x="46" y="362"/>
                      <a:pt x="46" y="362"/>
                    </a:cubicBezTo>
                    <a:cubicBezTo>
                      <a:pt x="46" y="362"/>
                      <a:pt x="62" y="348"/>
                      <a:pt x="78" y="346"/>
                    </a:cubicBezTo>
                    <a:cubicBezTo>
                      <a:pt x="66" y="330"/>
                      <a:pt x="66" y="330"/>
                      <a:pt x="66" y="330"/>
                    </a:cubicBezTo>
                    <a:cubicBezTo>
                      <a:pt x="66" y="330"/>
                      <a:pt x="65" y="331"/>
                      <a:pt x="65" y="331"/>
                    </a:cubicBezTo>
                    <a:cubicBezTo>
                      <a:pt x="61" y="335"/>
                      <a:pt x="57" y="340"/>
                      <a:pt x="53" y="345"/>
                    </a:cubicBezTo>
                    <a:cubicBezTo>
                      <a:pt x="51" y="346"/>
                      <a:pt x="45" y="355"/>
                      <a:pt x="42" y="350"/>
                    </a:cubicBezTo>
                    <a:cubicBezTo>
                      <a:pt x="43" y="346"/>
                      <a:pt x="44" y="342"/>
                      <a:pt x="46" y="339"/>
                    </a:cubicBezTo>
                    <a:cubicBezTo>
                      <a:pt x="51" y="333"/>
                      <a:pt x="54" y="325"/>
                      <a:pt x="58" y="319"/>
                    </a:cubicBezTo>
                    <a:cubicBezTo>
                      <a:pt x="61" y="313"/>
                      <a:pt x="66" y="307"/>
                      <a:pt x="71" y="302"/>
                    </a:cubicBezTo>
                    <a:cubicBezTo>
                      <a:pt x="75" y="298"/>
                      <a:pt x="80" y="295"/>
                      <a:pt x="85" y="294"/>
                    </a:cubicBezTo>
                    <a:cubicBezTo>
                      <a:pt x="90" y="294"/>
                      <a:pt x="95" y="294"/>
                      <a:pt x="100" y="294"/>
                    </a:cubicBezTo>
                    <a:cubicBezTo>
                      <a:pt x="111" y="293"/>
                      <a:pt x="120" y="286"/>
                      <a:pt x="130" y="286"/>
                    </a:cubicBezTo>
                    <a:cubicBezTo>
                      <a:pt x="142" y="286"/>
                      <a:pt x="153" y="294"/>
                      <a:pt x="163" y="299"/>
                    </a:cubicBezTo>
                    <a:cubicBezTo>
                      <a:pt x="167" y="302"/>
                      <a:pt x="172" y="304"/>
                      <a:pt x="177" y="307"/>
                    </a:cubicBezTo>
                    <a:cubicBezTo>
                      <a:pt x="181" y="309"/>
                      <a:pt x="186" y="311"/>
                      <a:pt x="189" y="314"/>
                    </a:cubicBezTo>
                    <a:cubicBezTo>
                      <a:pt x="196" y="321"/>
                      <a:pt x="177" y="322"/>
                      <a:pt x="174" y="322"/>
                    </a:cubicBezTo>
                    <a:cubicBezTo>
                      <a:pt x="172" y="322"/>
                      <a:pt x="171" y="322"/>
                      <a:pt x="169" y="322"/>
                    </a:cubicBezTo>
                    <a:cubicBezTo>
                      <a:pt x="179" y="339"/>
                      <a:pt x="179" y="339"/>
                      <a:pt x="179" y="339"/>
                    </a:cubicBezTo>
                    <a:cubicBezTo>
                      <a:pt x="162" y="359"/>
                      <a:pt x="162" y="359"/>
                      <a:pt x="162" y="359"/>
                    </a:cubicBezTo>
                    <a:cubicBezTo>
                      <a:pt x="160" y="378"/>
                      <a:pt x="160" y="378"/>
                      <a:pt x="160" y="378"/>
                    </a:cubicBezTo>
                    <a:cubicBezTo>
                      <a:pt x="173" y="385"/>
                      <a:pt x="173" y="385"/>
                      <a:pt x="173" y="385"/>
                    </a:cubicBezTo>
                    <a:cubicBezTo>
                      <a:pt x="172" y="406"/>
                      <a:pt x="172" y="406"/>
                      <a:pt x="172" y="406"/>
                    </a:cubicBezTo>
                    <a:cubicBezTo>
                      <a:pt x="183" y="406"/>
                      <a:pt x="183" y="406"/>
                      <a:pt x="183" y="406"/>
                    </a:cubicBezTo>
                    <a:cubicBezTo>
                      <a:pt x="198" y="435"/>
                      <a:pt x="198" y="435"/>
                      <a:pt x="198" y="435"/>
                    </a:cubicBezTo>
                    <a:cubicBezTo>
                      <a:pt x="187" y="459"/>
                      <a:pt x="187" y="459"/>
                      <a:pt x="187" y="459"/>
                    </a:cubicBezTo>
                    <a:cubicBezTo>
                      <a:pt x="204" y="466"/>
                      <a:pt x="204" y="466"/>
                      <a:pt x="204" y="466"/>
                    </a:cubicBezTo>
                    <a:cubicBezTo>
                      <a:pt x="295" y="444"/>
                      <a:pt x="295" y="444"/>
                      <a:pt x="295" y="444"/>
                    </a:cubicBezTo>
                    <a:cubicBezTo>
                      <a:pt x="350" y="469"/>
                      <a:pt x="350" y="469"/>
                      <a:pt x="350" y="469"/>
                    </a:cubicBezTo>
                    <a:cubicBezTo>
                      <a:pt x="357" y="453"/>
                      <a:pt x="357" y="453"/>
                      <a:pt x="357" y="453"/>
                    </a:cubicBezTo>
                    <a:cubicBezTo>
                      <a:pt x="377" y="454"/>
                      <a:pt x="377" y="454"/>
                      <a:pt x="377" y="454"/>
                    </a:cubicBezTo>
                    <a:cubicBezTo>
                      <a:pt x="406" y="414"/>
                      <a:pt x="406" y="414"/>
                      <a:pt x="406" y="414"/>
                    </a:cubicBezTo>
                    <a:cubicBezTo>
                      <a:pt x="398" y="390"/>
                      <a:pt x="398" y="390"/>
                      <a:pt x="398" y="390"/>
                    </a:cubicBezTo>
                    <a:cubicBezTo>
                      <a:pt x="417" y="387"/>
                      <a:pt x="417" y="387"/>
                      <a:pt x="417" y="387"/>
                    </a:cubicBezTo>
                    <a:cubicBezTo>
                      <a:pt x="455" y="347"/>
                      <a:pt x="455" y="347"/>
                      <a:pt x="455" y="347"/>
                    </a:cubicBezTo>
                    <a:cubicBezTo>
                      <a:pt x="480" y="340"/>
                      <a:pt x="480" y="340"/>
                      <a:pt x="480" y="340"/>
                    </a:cubicBezTo>
                    <a:cubicBezTo>
                      <a:pt x="490" y="351"/>
                      <a:pt x="490" y="351"/>
                      <a:pt x="490" y="351"/>
                    </a:cubicBezTo>
                    <a:cubicBezTo>
                      <a:pt x="476" y="395"/>
                      <a:pt x="476" y="395"/>
                      <a:pt x="476" y="395"/>
                    </a:cubicBezTo>
                    <a:cubicBezTo>
                      <a:pt x="504" y="443"/>
                      <a:pt x="504" y="443"/>
                      <a:pt x="504" y="443"/>
                    </a:cubicBezTo>
                    <a:cubicBezTo>
                      <a:pt x="523" y="444"/>
                      <a:pt x="523" y="444"/>
                      <a:pt x="523" y="444"/>
                    </a:cubicBezTo>
                    <a:cubicBezTo>
                      <a:pt x="546" y="459"/>
                      <a:pt x="546" y="459"/>
                      <a:pt x="546" y="459"/>
                    </a:cubicBezTo>
                    <a:cubicBezTo>
                      <a:pt x="529" y="481"/>
                      <a:pt x="529" y="481"/>
                      <a:pt x="529" y="481"/>
                    </a:cubicBezTo>
                    <a:cubicBezTo>
                      <a:pt x="551" y="497"/>
                      <a:pt x="551" y="497"/>
                      <a:pt x="551" y="497"/>
                    </a:cubicBezTo>
                    <a:cubicBezTo>
                      <a:pt x="551" y="517"/>
                      <a:pt x="551" y="517"/>
                      <a:pt x="551" y="517"/>
                    </a:cubicBezTo>
                    <a:cubicBezTo>
                      <a:pt x="568" y="531"/>
                      <a:pt x="568" y="531"/>
                      <a:pt x="568" y="531"/>
                    </a:cubicBezTo>
                    <a:cubicBezTo>
                      <a:pt x="589" y="508"/>
                      <a:pt x="589" y="508"/>
                      <a:pt x="589" y="508"/>
                    </a:cubicBezTo>
                    <a:cubicBezTo>
                      <a:pt x="578" y="492"/>
                      <a:pt x="578" y="492"/>
                      <a:pt x="578" y="492"/>
                    </a:cubicBezTo>
                    <a:cubicBezTo>
                      <a:pt x="583" y="477"/>
                      <a:pt x="583" y="477"/>
                      <a:pt x="583" y="477"/>
                    </a:cubicBezTo>
                    <a:cubicBezTo>
                      <a:pt x="582" y="477"/>
                      <a:pt x="581" y="477"/>
                      <a:pt x="581" y="477"/>
                    </a:cubicBezTo>
                    <a:cubicBezTo>
                      <a:pt x="578" y="477"/>
                      <a:pt x="576" y="477"/>
                      <a:pt x="573" y="477"/>
                    </a:cubicBezTo>
                    <a:cubicBezTo>
                      <a:pt x="571" y="477"/>
                      <a:pt x="567" y="477"/>
                      <a:pt x="566" y="478"/>
                    </a:cubicBezTo>
                    <a:cubicBezTo>
                      <a:pt x="563" y="479"/>
                      <a:pt x="565" y="482"/>
                      <a:pt x="565" y="484"/>
                    </a:cubicBezTo>
                    <a:cubicBezTo>
                      <a:pt x="565" y="487"/>
                      <a:pt x="563" y="489"/>
                      <a:pt x="564" y="491"/>
                    </a:cubicBezTo>
                    <a:cubicBezTo>
                      <a:pt x="564" y="493"/>
                      <a:pt x="566" y="495"/>
                      <a:pt x="566" y="497"/>
                    </a:cubicBezTo>
                    <a:cubicBezTo>
                      <a:pt x="565" y="499"/>
                      <a:pt x="562" y="497"/>
                      <a:pt x="562" y="496"/>
                    </a:cubicBezTo>
                    <a:cubicBezTo>
                      <a:pt x="561" y="493"/>
                      <a:pt x="563" y="490"/>
                      <a:pt x="560" y="489"/>
                    </a:cubicBezTo>
                    <a:cubicBezTo>
                      <a:pt x="557" y="488"/>
                      <a:pt x="554" y="489"/>
                      <a:pt x="552" y="489"/>
                    </a:cubicBezTo>
                    <a:cubicBezTo>
                      <a:pt x="548" y="489"/>
                      <a:pt x="546" y="488"/>
                      <a:pt x="544" y="485"/>
                    </a:cubicBezTo>
                    <a:cubicBezTo>
                      <a:pt x="543" y="482"/>
                      <a:pt x="543" y="481"/>
                      <a:pt x="545" y="480"/>
                    </a:cubicBezTo>
                    <a:cubicBezTo>
                      <a:pt x="546" y="479"/>
                      <a:pt x="549" y="475"/>
                      <a:pt x="550" y="476"/>
                    </a:cubicBezTo>
                    <a:cubicBezTo>
                      <a:pt x="553" y="478"/>
                      <a:pt x="547" y="489"/>
                      <a:pt x="556" y="486"/>
                    </a:cubicBezTo>
                    <a:cubicBezTo>
                      <a:pt x="561" y="484"/>
                      <a:pt x="560" y="475"/>
                      <a:pt x="563" y="472"/>
                    </a:cubicBezTo>
                    <a:cubicBezTo>
                      <a:pt x="566" y="469"/>
                      <a:pt x="574" y="470"/>
                      <a:pt x="577" y="469"/>
                    </a:cubicBezTo>
                    <a:cubicBezTo>
                      <a:pt x="580" y="469"/>
                      <a:pt x="582" y="469"/>
                      <a:pt x="584" y="470"/>
                    </a:cubicBezTo>
                    <a:cubicBezTo>
                      <a:pt x="585" y="470"/>
                      <a:pt x="585" y="470"/>
                      <a:pt x="585" y="470"/>
                    </a:cubicBezTo>
                    <a:cubicBezTo>
                      <a:pt x="591" y="452"/>
                      <a:pt x="591" y="452"/>
                      <a:pt x="591" y="452"/>
                    </a:cubicBezTo>
                    <a:cubicBezTo>
                      <a:pt x="635" y="405"/>
                      <a:pt x="635" y="405"/>
                      <a:pt x="635" y="405"/>
                    </a:cubicBezTo>
                    <a:cubicBezTo>
                      <a:pt x="639" y="355"/>
                      <a:pt x="639" y="355"/>
                      <a:pt x="639" y="355"/>
                    </a:cubicBezTo>
                    <a:cubicBezTo>
                      <a:pt x="673" y="355"/>
                      <a:pt x="673" y="355"/>
                      <a:pt x="673" y="355"/>
                    </a:cubicBezTo>
                    <a:cubicBezTo>
                      <a:pt x="670" y="385"/>
                      <a:pt x="670" y="385"/>
                      <a:pt x="670" y="385"/>
                    </a:cubicBezTo>
                    <a:cubicBezTo>
                      <a:pt x="692" y="414"/>
                      <a:pt x="692" y="414"/>
                      <a:pt x="692" y="414"/>
                    </a:cubicBezTo>
                    <a:cubicBezTo>
                      <a:pt x="715" y="414"/>
                      <a:pt x="715" y="414"/>
                      <a:pt x="715" y="414"/>
                    </a:cubicBezTo>
                    <a:cubicBezTo>
                      <a:pt x="717" y="398"/>
                      <a:pt x="717" y="398"/>
                      <a:pt x="717" y="398"/>
                    </a:cubicBezTo>
                    <a:cubicBezTo>
                      <a:pt x="756" y="398"/>
                      <a:pt x="756" y="398"/>
                      <a:pt x="756" y="398"/>
                    </a:cubicBezTo>
                    <a:cubicBezTo>
                      <a:pt x="779" y="441"/>
                      <a:pt x="779" y="441"/>
                      <a:pt x="779" y="441"/>
                    </a:cubicBezTo>
                    <a:cubicBezTo>
                      <a:pt x="806" y="427"/>
                      <a:pt x="806" y="427"/>
                      <a:pt x="806" y="427"/>
                    </a:cubicBezTo>
                    <a:cubicBezTo>
                      <a:pt x="786" y="385"/>
                      <a:pt x="786" y="385"/>
                      <a:pt x="786" y="385"/>
                    </a:cubicBezTo>
                    <a:cubicBezTo>
                      <a:pt x="780" y="360"/>
                      <a:pt x="780" y="360"/>
                      <a:pt x="780" y="360"/>
                    </a:cubicBezTo>
                    <a:cubicBezTo>
                      <a:pt x="795" y="340"/>
                      <a:pt x="795" y="340"/>
                      <a:pt x="795" y="340"/>
                    </a:cubicBezTo>
                    <a:cubicBezTo>
                      <a:pt x="818" y="334"/>
                      <a:pt x="818" y="334"/>
                      <a:pt x="818" y="334"/>
                    </a:cubicBezTo>
                    <a:cubicBezTo>
                      <a:pt x="828" y="352"/>
                      <a:pt x="828" y="352"/>
                      <a:pt x="828" y="352"/>
                    </a:cubicBezTo>
                    <a:cubicBezTo>
                      <a:pt x="858" y="355"/>
                      <a:pt x="858" y="355"/>
                      <a:pt x="858" y="355"/>
                    </a:cubicBezTo>
                    <a:cubicBezTo>
                      <a:pt x="865" y="349"/>
                      <a:pt x="865" y="349"/>
                      <a:pt x="865" y="349"/>
                    </a:cubicBezTo>
                    <a:cubicBezTo>
                      <a:pt x="866" y="338"/>
                      <a:pt x="866" y="338"/>
                      <a:pt x="866" y="338"/>
                    </a:cubicBezTo>
                    <a:cubicBezTo>
                      <a:pt x="857" y="319"/>
                      <a:pt x="857" y="319"/>
                      <a:pt x="857" y="319"/>
                    </a:cubicBezTo>
                    <a:cubicBezTo>
                      <a:pt x="870" y="289"/>
                      <a:pt x="870" y="289"/>
                      <a:pt x="870" y="289"/>
                    </a:cubicBezTo>
                    <a:lnTo>
                      <a:pt x="881" y="277"/>
                    </a:lnTo>
                    <a:close/>
                    <a:moveTo>
                      <a:pt x="234" y="173"/>
                    </a:moveTo>
                    <a:cubicBezTo>
                      <a:pt x="233" y="179"/>
                      <a:pt x="229" y="183"/>
                      <a:pt x="224" y="186"/>
                    </a:cubicBezTo>
                    <a:cubicBezTo>
                      <a:pt x="220" y="189"/>
                      <a:pt x="215" y="192"/>
                      <a:pt x="210" y="194"/>
                    </a:cubicBezTo>
                    <a:cubicBezTo>
                      <a:pt x="205" y="197"/>
                      <a:pt x="200" y="200"/>
                      <a:pt x="195" y="203"/>
                    </a:cubicBezTo>
                    <a:cubicBezTo>
                      <a:pt x="190" y="206"/>
                      <a:pt x="185" y="210"/>
                      <a:pt x="180" y="212"/>
                    </a:cubicBezTo>
                    <a:cubicBezTo>
                      <a:pt x="173" y="216"/>
                      <a:pt x="166" y="216"/>
                      <a:pt x="159" y="219"/>
                    </a:cubicBezTo>
                    <a:cubicBezTo>
                      <a:pt x="158" y="220"/>
                      <a:pt x="155" y="222"/>
                      <a:pt x="155" y="220"/>
                    </a:cubicBezTo>
                    <a:cubicBezTo>
                      <a:pt x="154" y="218"/>
                      <a:pt x="157" y="213"/>
                      <a:pt x="159" y="211"/>
                    </a:cubicBezTo>
                    <a:cubicBezTo>
                      <a:pt x="160" y="210"/>
                      <a:pt x="161" y="210"/>
                      <a:pt x="162" y="209"/>
                    </a:cubicBezTo>
                    <a:cubicBezTo>
                      <a:pt x="165" y="207"/>
                      <a:pt x="167" y="205"/>
                      <a:pt x="170" y="203"/>
                    </a:cubicBezTo>
                    <a:cubicBezTo>
                      <a:pt x="180" y="196"/>
                      <a:pt x="192" y="191"/>
                      <a:pt x="200" y="181"/>
                    </a:cubicBezTo>
                    <a:cubicBezTo>
                      <a:pt x="207" y="173"/>
                      <a:pt x="214" y="163"/>
                      <a:pt x="227" y="164"/>
                    </a:cubicBezTo>
                    <a:cubicBezTo>
                      <a:pt x="232" y="165"/>
                      <a:pt x="235" y="168"/>
                      <a:pt x="234" y="17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60" name="Freeform 1960">
                <a:extLst>
                  <a:ext uri="{FF2B5EF4-FFF2-40B4-BE49-F238E27FC236}">
                    <a16:creationId xmlns:a16="http://schemas.microsoft.com/office/drawing/2014/main" id="{A6369EE3-928A-4227-B1F6-FA63517EB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967"/>
                <a:ext cx="14" cy="24"/>
              </a:xfrm>
              <a:custGeom>
                <a:avLst/>
                <a:gdLst>
                  <a:gd name="T0" fmla="*/ 14 w 14"/>
                  <a:gd name="T1" fmla="*/ 15 h 24"/>
                  <a:gd name="T2" fmla="*/ 13 w 14"/>
                  <a:gd name="T3" fmla="*/ 24 h 24"/>
                  <a:gd name="T4" fmla="*/ 0 w 14"/>
                  <a:gd name="T5" fmla="*/ 24 h 24"/>
                  <a:gd name="T6" fmla="*/ 2 w 14"/>
                  <a:gd name="T7" fmla="*/ 6 h 24"/>
                  <a:gd name="T8" fmla="*/ 9 w 14"/>
                  <a:gd name="T9" fmla="*/ 0 h 24"/>
                  <a:gd name="T10" fmla="*/ 14 w 14"/>
                  <a:gd name="T11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4">
                    <a:moveTo>
                      <a:pt x="14" y="15"/>
                    </a:moveTo>
                    <a:lnTo>
                      <a:pt x="13" y="24"/>
                    </a:lnTo>
                    <a:lnTo>
                      <a:pt x="0" y="24"/>
                    </a:lnTo>
                    <a:lnTo>
                      <a:pt x="2" y="6"/>
                    </a:lnTo>
                    <a:lnTo>
                      <a:pt x="9" y="0"/>
                    </a:lnTo>
                    <a:lnTo>
                      <a:pt x="14" y="1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61" name="Freeform 1961">
                <a:extLst>
                  <a:ext uri="{FF2B5EF4-FFF2-40B4-BE49-F238E27FC236}">
                    <a16:creationId xmlns:a16="http://schemas.microsoft.com/office/drawing/2014/main" id="{9880D59B-0E87-434F-A549-971661313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361"/>
                <a:ext cx="32" cy="25"/>
              </a:xfrm>
              <a:custGeom>
                <a:avLst/>
                <a:gdLst>
                  <a:gd name="T0" fmla="*/ 32 w 32"/>
                  <a:gd name="T1" fmla="*/ 11 h 25"/>
                  <a:gd name="T2" fmla="*/ 28 w 32"/>
                  <a:gd name="T3" fmla="*/ 20 h 25"/>
                  <a:gd name="T4" fmla="*/ 11 w 32"/>
                  <a:gd name="T5" fmla="*/ 25 h 25"/>
                  <a:gd name="T6" fmla="*/ 2 w 32"/>
                  <a:gd name="T7" fmla="*/ 25 h 25"/>
                  <a:gd name="T8" fmla="*/ 0 w 32"/>
                  <a:gd name="T9" fmla="*/ 19 h 25"/>
                  <a:gd name="T10" fmla="*/ 5 w 32"/>
                  <a:gd name="T11" fmla="*/ 15 h 25"/>
                  <a:gd name="T12" fmla="*/ 1 w 32"/>
                  <a:gd name="T13" fmla="*/ 10 h 25"/>
                  <a:gd name="T14" fmla="*/ 5 w 32"/>
                  <a:gd name="T15" fmla="*/ 5 h 25"/>
                  <a:gd name="T16" fmla="*/ 12 w 32"/>
                  <a:gd name="T17" fmla="*/ 0 h 25"/>
                  <a:gd name="T18" fmla="*/ 30 w 32"/>
                  <a:gd name="T19" fmla="*/ 6 h 25"/>
                  <a:gd name="T20" fmla="*/ 32 w 32"/>
                  <a:gd name="T2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">
                    <a:moveTo>
                      <a:pt x="32" y="11"/>
                    </a:moveTo>
                    <a:lnTo>
                      <a:pt x="28" y="20"/>
                    </a:lnTo>
                    <a:lnTo>
                      <a:pt x="11" y="25"/>
                    </a:lnTo>
                    <a:lnTo>
                      <a:pt x="2" y="25"/>
                    </a:lnTo>
                    <a:lnTo>
                      <a:pt x="0" y="19"/>
                    </a:lnTo>
                    <a:lnTo>
                      <a:pt x="5" y="15"/>
                    </a:lnTo>
                    <a:lnTo>
                      <a:pt x="1" y="10"/>
                    </a:lnTo>
                    <a:lnTo>
                      <a:pt x="5" y="5"/>
                    </a:lnTo>
                    <a:lnTo>
                      <a:pt x="12" y="0"/>
                    </a:lnTo>
                    <a:lnTo>
                      <a:pt x="30" y="6"/>
                    </a:lnTo>
                    <a:lnTo>
                      <a:pt x="32" y="1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62" name="Freeform 1962">
                <a:extLst>
                  <a:ext uri="{FF2B5EF4-FFF2-40B4-BE49-F238E27FC236}">
                    <a16:creationId xmlns:a16="http://schemas.microsoft.com/office/drawing/2014/main" id="{5F241E45-9C4E-47C8-A542-4FA18E917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665"/>
                <a:ext cx="42" cy="32"/>
              </a:xfrm>
              <a:custGeom>
                <a:avLst/>
                <a:gdLst>
                  <a:gd name="T0" fmla="*/ 2 w 105"/>
                  <a:gd name="T1" fmla="*/ 16 h 79"/>
                  <a:gd name="T2" fmla="*/ 4 w 105"/>
                  <a:gd name="T3" fmla="*/ 8 h 79"/>
                  <a:gd name="T4" fmla="*/ 16 w 105"/>
                  <a:gd name="T5" fmla="*/ 4 h 79"/>
                  <a:gd name="T6" fmla="*/ 29 w 105"/>
                  <a:gd name="T7" fmla="*/ 6 h 79"/>
                  <a:gd name="T8" fmla="*/ 39 w 105"/>
                  <a:gd name="T9" fmla="*/ 8 h 79"/>
                  <a:gd name="T10" fmla="*/ 50 w 105"/>
                  <a:gd name="T11" fmla="*/ 6 h 79"/>
                  <a:gd name="T12" fmla="*/ 58 w 105"/>
                  <a:gd name="T13" fmla="*/ 10 h 79"/>
                  <a:gd name="T14" fmla="*/ 67 w 105"/>
                  <a:gd name="T15" fmla="*/ 1 h 79"/>
                  <a:gd name="T16" fmla="*/ 70 w 105"/>
                  <a:gd name="T17" fmla="*/ 12 h 79"/>
                  <a:gd name="T18" fmla="*/ 73 w 105"/>
                  <a:gd name="T19" fmla="*/ 14 h 79"/>
                  <a:gd name="T20" fmla="*/ 76 w 105"/>
                  <a:gd name="T21" fmla="*/ 19 h 79"/>
                  <a:gd name="T22" fmla="*/ 79 w 105"/>
                  <a:gd name="T23" fmla="*/ 9 h 79"/>
                  <a:gd name="T24" fmla="*/ 81 w 105"/>
                  <a:gd name="T25" fmla="*/ 17 h 79"/>
                  <a:gd name="T26" fmla="*/ 82 w 105"/>
                  <a:gd name="T27" fmla="*/ 22 h 79"/>
                  <a:gd name="T28" fmla="*/ 87 w 105"/>
                  <a:gd name="T29" fmla="*/ 23 h 79"/>
                  <a:gd name="T30" fmla="*/ 90 w 105"/>
                  <a:gd name="T31" fmla="*/ 28 h 79"/>
                  <a:gd name="T32" fmla="*/ 101 w 105"/>
                  <a:gd name="T33" fmla="*/ 32 h 79"/>
                  <a:gd name="T34" fmla="*/ 98 w 105"/>
                  <a:gd name="T35" fmla="*/ 38 h 79"/>
                  <a:gd name="T36" fmla="*/ 94 w 105"/>
                  <a:gd name="T37" fmla="*/ 46 h 79"/>
                  <a:gd name="T38" fmla="*/ 100 w 105"/>
                  <a:gd name="T39" fmla="*/ 42 h 79"/>
                  <a:gd name="T40" fmla="*/ 102 w 105"/>
                  <a:gd name="T41" fmla="*/ 48 h 79"/>
                  <a:gd name="T42" fmla="*/ 104 w 105"/>
                  <a:gd name="T43" fmla="*/ 57 h 79"/>
                  <a:gd name="T44" fmla="*/ 99 w 105"/>
                  <a:gd name="T45" fmla="*/ 63 h 79"/>
                  <a:gd name="T46" fmla="*/ 99 w 105"/>
                  <a:gd name="T47" fmla="*/ 75 h 79"/>
                  <a:gd name="T48" fmla="*/ 91 w 105"/>
                  <a:gd name="T49" fmla="*/ 78 h 79"/>
                  <a:gd name="T50" fmla="*/ 82 w 105"/>
                  <a:gd name="T51" fmla="*/ 76 h 79"/>
                  <a:gd name="T52" fmla="*/ 75 w 105"/>
                  <a:gd name="T53" fmla="*/ 70 h 79"/>
                  <a:gd name="T54" fmla="*/ 67 w 105"/>
                  <a:gd name="T55" fmla="*/ 64 h 79"/>
                  <a:gd name="T56" fmla="*/ 59 w 105"/>
                  <a:gd name="T57" fmla="*/ 54 h 79"/>
                  <a:gd name="T58" fmla="*/ 47 w 105"/>
                  <a:gd name="T59" fmla="*/ 43 h 79"/>
                  <a:gd name="T60" fmla="*/ 31 w 105"/>
                  <a:gd name="T61" fmla="*/ 33 h 79"/>
                  <a:gd name="T62" fmla="*/ 27 w 105"/>
                  <a:gd name="T63" fmla="*/ 36 h 79"/>
                  <a:gd name="T64" fmla="*/ 22 w 105"/>
                  <a:gd name="T65" fmla="*/ 38 h 79"/>
                  <a:gd name="T66" fmla="*/ 15 w 105"/>
                  <a:gd name="T67" fmla="*/ 39 h 79"/>
                  <a:gd name="T68" fmla="*/ 7 w 105"/>
                  <a:gd name="T69" fmla="*/ 34 h 79"/>
                  <a:gd name="T70" fmla="*/ 12 w 105"/>
                  <a:gd name="T71" fmla="*/ 2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5" h="79">
                    <a:moveTo>
                      <a:pt x="9" y="17"/>
                    </a:moveTo>
                    <a:cubicBezTo>
                      <a:pt x="7" y="16"/>
                      <a:pt x="5" y="16"/>
                      <a:pt x="2" y="16"/>
                    </a:cubicBezTo>
                    <a:cubicBezTo>
                      <a:pt x="0" y="16"/>
                      <a:pt x="0" y="15"/>
                      <a:pt x="0" y="13"/>
                    </a:cubicBezTo>
                    <a:cubicBezTo>
                      <a:pt x="1" y="11"/>
                      <a:pt x="2" y="10"/>
                      <a:pt x="4" y="8"/>
                    </a:cubicBezTo>
                    <a:cubicBezTo>
                      <a:pt x="6" y="7"/>
                      <a:pt x="7" y="5"/>
                      <a:pt x="9" y="4"/>
                    </a:cubicBezTo>
                    <a:cubicBezTo>
                      <a:pt x="11" y="3"/>
                      <a:pt x="14" y="3"/>
                      <a:pt x="16" y="4"/>
                    </a:cubicBezTo>
                    <a:cubicBezTo>
                      <a:pt x="18" y="5"/>
                      <a:pt x="20" y="6"/>
                      <a:pt x="22" y="6"/>
                    </a:cubicBezTo>
                    <a:cubicBezTo>
                      <a:pt x="25" y="6"/>
                      <a:pt x="27" y="7"/>
                      <a:pt x="29" y="6"/>
                    </a:cubicBezTo>
                    <a:cubicBezTo>
                      <a:pt x="31" y="6"/>
                      <a:pt x="32" y="4"/>
                      <a:pt x="34" y="4"/>
                    </a:cubicBezTo>
                    <a:cubicBezTo>
                      <a:pt x="36" y="4"/>
                      <a:pt x="37" y="6"/>
                      <a:pt x="39" y="8"/>
                    </a:cubicBezTo>
                    <a:cubicBezTo>
                      <a:pt x="41" y="9"/>
                      <a:pt x="44" y="9"/>
                      <a:pt x="47" y="9"/>
                    </a:cubicBezTo>
                    <a:cubicBezTo>
                      <a:pt x="48" y="8"/>
                      <a:pt x="49" y="8"/>
                      <a:pt x="50" y="6"/>
                    </a:cubicBezTo>
                    <a:cubicBezTo>
                      <a:pt x="51" y="6"/>
                      <a:pt x="53" y="5"/>
                      <a:pt x="54" y="6"/>
                    </a:cubicBezTo>
                    <a:cubicBezTo>
                      <a:pt x="56" y="7"/>
                      <a:pt x="56" y="10"/>
                      <a:pt x="58" y="10"/>
                    </a:cubicBezTo>
                    <a:cubicBezTo>
                      <a:pt x="61" y="10"/>
                      <a:pt x="63" y="8"/>
                      <a:pt x="64" y="6"/>
                    </a:cubicBezTo>
                    <a:cubicBezTo>
                      <a:pt x="65" y="5"/>
                      <a:pt x="65" y="1"/>
                      <a:pt x="67" y="1"/>
                    </a:cubicBezTo>
                    <a:cubicBezTo>
                      <a:pt x="69" y="0"/>
                      <a:pt x="71" y="3"/>
                      <a:pt x="71" y="5"/>
                    </a:cubicBezTo>
                    <a:cubicBezTo>
                      <a:pt x="71" y="7"/>
                      <a:pt x="71" y="10"/>
                      <a:pt x="70" y="12"/>
                    </a:cubicBezTo>
                    <a:cubicBezTo>
                      <a:pt x="70" y="13"/>
                      <a:pt x="70" y="14"/>
                      <a:pt x="71" y="15"/>
                    </a:cubicBezTo>
                    <a:cubicBezTo>
                      <a:pt x="71" y="16"/>
                      <a:pt x="73" y="15"/>
                      <a:pt x="73" y="14"/>
                    </a:cubicBezTo>
                    <a:cubicBezTo>
                      <a:pt x="73" y="16"/>
                      <a:pt x="73" y="17"/>
                      <a:pt x="73" y="18"/>
                    </a:cubicBezTo>
                    <a:cubicBezTo>
                      <a:pt x="74" y="20"/>
                      <a:pt x="75" y="20"/>
                      <a:pt x="76" y="19"/>
                    </a:cubicBezTo>
                    <a:cubicBezTo>
                      <a:pt x="77" y="17"/>
                      <a:pt x="77" y="14"/>
                      <a:pt x="78" y="12"/>
                    </a:cubicBezTo>
                    <a:cubicBezTo>
                      <a:pt x="78" y="11"/>
                      <a:pt x="78" y="9"/>
                      <a:pt x="79" y="9"/>
                    </a:cubicBezTo>
                    <a:cubicBezTo>
                      <a:pt x="81" y="10"/>
                      <a:pt x="80" y="11"/>
                      <a:pt x="80" y="12"/>
                    </a:cubicBezTo>
                    <a:cubicBezTo>
                      <a:pt x="80" y="14"/>
                      <a:pt x="81" y="16"/>
                      <a:pt x="81" y="17"/>
                    </a:cubicBezTo>
                    <a:cubicBezTo>
                      <a:pt x="81" y="19"/>
                      <a:pt x="81" y="20"/>
                      <a:pt x="82" y="21"/>
                    </a:cubicBezTo>
                    <a:cubicBezTo>
                      <a:pt x="82" y="21"/>
                      <a:pt x="82" y="22"/>
                      <a:pt x="82" y="22"/>
                    </a:cubicBezTo>
                    <a:cubicBezTo>
                      <a:pt x="83" y="23"/>
                      <a:pt x="84" y="23"/>
                      <a:pt x="85" y="22"/>
                    </a:cubicBezTo>
                    <a:cubicBezTo>
                      <a:pt x="86" y="22"/>
                      <a:pt x="87" y="22"/>
                      <a:pt x="87" y="23"/>
                    </a:cubicBezTo>
                    <a:cubicBezTo>
                      <a:pt x="88" y="25"/>
                      <a:pt x="87" y="25"/>
                      <a:pt x="86" y="26"/>
                    </a:cubicBezTo>
                    <a:cubicBezTo>
                      <a:pt x="84" y="28"/>
                      <a:pt x="89" y="28"/>
                      <a:pt x="90" y="28"/>
                    </a:cubicBezTo>
                    <a:cubicBezTo>
                      <a:pt x="92" y="28"/>
                      <a:pt x="94" y="28"/>
                      <a:pt x="96" y="28"/>
                    </a:cubicBezTo>
                    <a:cubicBezTo>
                      <a:pt x="98" y="29"/>
                      <a:pt x="100" y="30"/>
                      <a:pt x="101" y="32"/>
                    </a:cubicBezTo>
                    <a:cubicBezTo>
                      <a:pt x="102" y="33"/>
                      <a:pt x="102" y="34"/>
                      <a:pt x="101" y="35"/>
                    </a:cubicBezTo>
                    <a:cubicBezTo>
                      <a:pt x="100" y="36"/>
                      <a:pt x="99" y="37"/>
                      <a:pt x="98" y="38"/>
                    </a:cubicBezTo>
                    <a:cubicBezTo>
                      <a:pt x="97" y="39"/>
                      <a:pt x="96" y="39"/>
                      <a:pt x="95" y="41"/>
                    </a:cubicBezTo>
                    <a:cubicBezTo>
                      <a:pt x="94" y="42"/>
                      <a:pt x="94" y="44"/>
                      <a:pt x="94" y="46"/>
                    </a:cubicBezTo>
                    <a:cubicBezTo>
                      <a:pt x="96" y="46"/>
                      <a:pt x="97" y="46"/>
                      <a:pt x="98" y="45"/>
                    </a:cubicBezTo>
                    <a:cubicBezTo>
                      <a:pt x="99" y="44"/>
                      <a:pt x="99" y="43"/>
                      <a:pt x="100" y="42"/>
                    </a:cubicBezTo>
                    <a:cubicBezTo>
                      <a:pt x="101" y="41"/>
                      <a:pt x="103" y="43"/>
                      <a:pt x="104" y="44"/>
                    </a:cubicBezTo>
                    <a:cubicBezTo>
                      <a:pt x="104" y="46"/>
                      <a:pt x="103" y="47"/>
                      <a:pt x="102" y="48"/>
                    </a:cubicBezTo>
                    <a:cubicBezTo>
                      <a:pt x="101" y="50"/>
                      <a:pt x="103" y="51"/>
                      <a:pt x="104" y="53"/>
                    </a:cubicBezTo>
                    <a:cubicBezTo>
                      <a:pt x="105" y="54"/>
                      <a:pt x="105" y="56"/>
                      <a:pt x="104" y="57"/>
                    </a:cubicBezTo>
                    <a:cubicBezTo>
                      <a:pt x="104" y="58"/>
                      <a:pt x="103" y="59"/>
                      <a:pt x="102" y="60"/>
                    </a:cubicBezTo>
                    <a:cubicBezTo>
                      <a:pt x="101" y="61"/>
                      <a:pt x="101" y="63"/>
                      <a:pt x="99" y="63"/>
                    </a:cubicBezTo>
                    <a:cubicBezTo>
                      <a:pt x="98" y="64"/>
                      <a:pt x="97" y="65"/>
                      <a:pt x="98" y="66"/>
                    </a:cubicBezTo>
                    <a:cubicBezTo>
                      <a:pt x="100" y="69"/>
                      <a:pt x="99" y="72"/>
                      <a:pt x="99" y="75"/>
                    </a:cubicBezTo>
                    <a:cubicBezTo>
                      <a:pt x="98" y="75"/>
                      <a:pt x="96" y="75"/>
                      <a:pt x="94" y="75"/>
                    </a:cubicBezTo>
                    <a:cubicBezTo>
                      <a:pt x="92" y="75"/>
                      <a:pt x="92" y="77"/>
                      <a:pt x="91" y="78"/>
                    </a:cubicBezTo>
                    <a:cubicBezTo>
                      <a:pt x="90" y="79"/>
                      <a:pt x="87" y="78"/>
                      <a:pt x="86" y="77"/>
                    </a:cubicBezTo>
                    <a:cubicBezTo>
                      <a:pt x="85" y="77"/>
                      <a:pt x="83" y="76"/>
                      <a:pt x="82" y="76"/>
                    </a:cubicBezTo>
                    <a:cubicBezTo>
                      <a:pt x="81" y="75"/>
                      <a:pt x="79" y="74"/>
                      <a:pt x="78" y="73"/>
                    </a:cubicBezTo>
                    <a:cubicBezTo>
                      <a:pt x="77" y="72"/>
                      <a:pt x="76" y="71"/>
                      <a:pt x="75" y="70"/>
                    </a:cubicBezTo>
                    <a:cubicBezTo>
                      <a:pt x="74" y="69"/>
                      <a:pt x="73" y="68"/>
                      <a:pt x="71" y="67"/>
                    </a:cubicBezTo>
                    <a:cubicBezTo>
                      <a:pt x="70" y="66"/>
                      <a:pt x="68" y="65"/>
                      <a:pt x="67" y="64"/>
                    </a:cubicBezTo>
                    <a:cubicBezTo>
                      <a:pt x="65" y="63"/>
                      <a:pt x="64" y="61"/>
                      <a:pt x="62" y="60"/>
                    </a:cubicBezTo>
                    <a:cubicBezTo>
                      <a:pt x="61" y="58"/>
                      <a:pt x="60" y="56"/>
                      <a:pt x="59" y="54"/>
                    </a:cubicBezTo>
                    <a:cubicBezTo>
                      <a:pt x="57" y="52"/>
                      <a:pt x="56" y="50"/>
                      <a:pt x="54" y="49"/>
                    </a:cubicBezTo>
                    <a:cubicBezTo>
                      <a:pt x="52" y="46"/>
                      <a:pt x="50" y="45"/>
                      <a:pt x="47" y="43"/>
                    </a:cubicBezTo>
                    <a:cubicBezTo>
                      <a:pt x="45" y="41"/>
                      <a:pt x="42" y="38"/>
                      <a:pt x="39" y="37"/>
                    </a:cubicBezTo>
                    <a:cubicBezTo>
                      <a:pt x="36" y="35"/>
                      <a:pt x="34" y="33"/>
                      <a:pt x="31" y="33"/>
                    </a:cubicBezTo>
                    <a:cubicBezTo>
                      <a:pt x="30" y="33"/>
                      <a:pt x="29" y="34"/>
                      <a:pt x="28" y="35"/>
                    </a:cubicBezTo>
                    <a:cubicBezTo>
                      <a:pt x="28" y="35"/>
                      <a:pt x="27" y="36"/>
                      <a:pt x="27" y="36"/>
                    </a:cubicBezTo>
                    <a:cubicBezTo>
                      <a:pt x="26" y="36"/>
                      <a:pt x="26" y="37"/>
                      <a:pt x="25" y="37"/>
                    </a:cubicBezTo>
                    <a:cubicBezTo>
                      <a:pt x="24" y="38"/>
                      <a:pt x="23" y="38"/>
                      <a:pt x="22" y="38"/>
                    </a:cubicBezTo>
                    <a:cubicBezTo>
                      <a:pt x="21" y="38"/>
                      <a:pt x="19" y="38"/>
                      <a:pt x="18" y="39"/>
                    </a:cubicBezTo>
                    <a:cubicBezTo>
                      <a:pt x="17" y="39"/>
                      <a:pt x="16" y="39"/>
                      <a:pt x="15" y="39"/>
                    </a:cubicBezTo>
                    <a:cubicBezTo>
                      <a:pt x="13" y="39"/>
                      <a:pt x="11" y="40"/>
                      <a:pt x="9" y="39"/>
                    </a:cubicBezTo>
                    <a:cubicBezTo>
                      <a:pt x="7" y="39"/>
                      <a:pt x="7" y="36"/>
                      <a:pt x="7" y="34"/>
                    </a:cubicBezTo>
                    <a:cubicBezTo>
                      <a:pt x="7" y="33"/>
                      <a:pt x="7" y="32"/>
                      <a:pt x="7" y="31"/>
                    </a:cubicBezTo>
                    <a:cubicBezTo>
                      <a:pt x="8" y="28"/>
                      <a:pt x="11" y="26"/>
                      <a:pt x="12" y="23"/>
                    </a:cubicBezTo>
                    <a:cubicBezTo>
                      <a:pt x="12" y="20"/>
                      <a:pt x="12" y="18"/>
                      <a:pt x="9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63" name="Freeform 1963">
                <a:extLst>
                  <a:ext uri="{FF2B5EF4-FFF2-40B4-BE49-F238E27FC236}">
                    <a16:creationId xmlns:a16="http://schemas.microsoft.com/office/drawing/2014/main" id="{6104EEAB-8AE6-4242-B01B-AA2195D13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666"/>
                <a:ext cx="98" cy="71"/>
              </a:xfrm>
              <a:custGeom>
                <a:avLst/>
                <a:gdLst>
                  <a:gd name="T0" fmla="*/ 59 w 241"/>
                  <a:gd name="T1" fmla="*/ 34 h 174"/>
                  <a:gd name="T2" fmla="*/ 100 w 241"/>
                  <a:gd name="T3" fmla="*/ 17 h 174"/>
                  <a:gd name="T4" fmla="*/ 115 w 241"/>
                  <a:gd name="T5" fmla="*/ 12 h 174"/>
                  <a:gd name="T6" fmla="*/ 142 w 241"/>
                  <a:gd name="T7" fmla="*/ 10 h 174"/>
                  <a:gd name="T8" fmla="*/ 166 w 241"/>
                  <a:gd name="T9" fmla="*/ 2 h 174"/>
                  <a:gd name="T10" fmla="*/ 183 w 241"/>
                  <a:gd name="T11" fmla="*/ 2 h 174"/>
                  <a:gd name="T12" fmla="*/ 184 w 241"/>
                  <a:gd name="T13" fmla="*/ 11 h 174"/>
                  <a:gd name="T14" fmla="*/ 164 w 241"/>
                  <a:gd name="T15" fmla="*/ 18 h 174"/>
                  <a:gd name="T16" fmla="*/ 179 w 241"/>
                  <a:gd name="T17" fmla="*/ 20 h 174"/>
                  <a:gd name="T18" fmla="*/ 189 w 241"/>
                  <a:gd name="T19" fmla="*/ 21 h 174"/>
                  <a:gd name="T20" fmla="*/ 176 w 241"/>
                  <a:gd name="T21" fmla="*/ 32 h 174"/>
                  <a:gd name="T22" fmla="*/ 177 w 241"/>
                  <a:gd name="T23" fmla="*/ 53 h 174"/>
                  <a:gd name="T24" fmla="*/ 207 w 241"/>
                  <a:gd name="T25" fmla="*/ 57 h 174"/>
                  <a:gd name="T26" fmla="*/ 220 w 241"/>
                  <a:gd name="T27" fmla="*/ 55 h 174"/>
                  <a:gd name="T28" fmla="*/ 231 w 241"/>
                  <a:gd name="T29" fmla="*/ 63 h 174"/>
                  <a:gd name="T30" fmla="*/ 239 w 241"/>
                  <a:gd name="T31" fmla="*/ 77 h 174"/>
                  <a:gd name="T32" fmla="*/ 231 w 241"/>
                  <a:gd name="T33" fmla="*/ 95 h 174"/>
                  <a:gd name="T34" fmla="*/ 218 w 241"/>
                  <a:gd name="T35" fmla="*/ 108 h 174"/>
                  <a:gd name="T36" fmla="*/ 205 w 241"/>
                  <a:gd name="T37" fmla="*/ 121 h 174"/>
                  <a:gd name="T38" fmla="*/ 191 w 241"/>
                  <a:gd name="T39" fmla="*/ 136 h 174"/>
                  <a:gd name="T40" fmla="*/ 183 w 241"/>
                  <a:gd name="T41" fmla="*/ 152 h 174"/>
                  <a:gd name="T42" fmla="*/ 162 w 241"/>
                  <a:gd name="T43" fmla="*/ 159 h 174"/>
                  <a:gd name="T44" fmla="*/ 144 w 241"/>
                  <a:gd name="T45" fmla="*/ 170 h 174"/>
                  <a:gd name="T46" fmla="*/ 127 w 241"/>
                  <a:gd name="T47" fmla="*/ 171 h 174"/>
                  <a:gd name="T48" fmla="*/ 119 w 241"/>
                  <a:gd name="T49" fmla="*/ 162 h 174"/>
                  <a:gd name="T50" fmla="*/ 116 w 241"/>
                  <a:gd name="T51" fmla="*/ 150 h 174"/>
                  <a:gd name="T52" fmla="*/ 113 w 241"/>
                  <a:gd name="T53" fmla="*/ 145 h 174"/>
                  <a:gd name="T54" fmla="*/ 97 w 241"/>
                  <a:gd name="T55" fmla="*/ 146 h 174"/>
                  <a:gd name="T56" fmla="*/ 93 w 241"/>
                  <a:gd name="T57" fmla="*/ 142 h 174"/>
                  <a:gd name="T58" fmla="*/ 84 w 241"/>
                  <a:gd name="T59" fmla="*/ 143 h 174"/>
                  <a:gd name="T60" fmla="*/ 79 w 241"/>
                  <a:gd name="T61" fmla="*/ 140 h 174"/>
                  <a:gd name="T62" fmla="*/ 72 w 241"/>
                  <a:gd name="T63" fmla="*/ 128 h 174"/>
                  <a:gd name="T64" fmla="*/ 73 w 241"/>
                  <a:gd name="T65" fmla="*/ 124 h 174"/>
                  <a:gd name="T66" fmla="*/ 72 w 241"/>
                  <a:gd name="T67" fmla="*/ 116 h 174"/>
                  <a:gd name="T68" fmla="*/ 78 w 241"/>
                  <a:gd name="T69" fmla="*/ 110 h 174"/>
                  <a:gd name="T70" fmla="*/ 77 w 241"/>
                  <a:gd name="T71" fmla="*/ 103 h 174"/>
                  <a:gd name="T72" fmla="*/ 66 w 241"/>
                  <a:gd name="T73" fmla="*/ 91 h 174"/>
                  <a:gd name="T74" fmla="*/ 54 w 241"/>
                  <a:gd name="T75" fmla="*/ 85 h 174"/>
                  <a:gd name="T76" fmla="*/ 35 w 241"/>
                  <a:gd name="T77" fmla="*/ 94 h 174"/>
                  <a:gd name="T78" fmla="*/ 20 w 241"/>
                  <a:gd name="T79" fmla="*/ 102 h 174"/>
                  <a:gd name="T80" fmla="*/ 15 w 241"/>
                  <a:gd name="T81" fmla="*/ 84 h 174"/>
                  <a:gd name="T82" fmla="*/ 1 w 241"/>
                  <a:gd name="T83" fmla="*/ 76 h 174"/>
                  <a:gd name="T84" fmla="*/ 3 w 241"/>
                  <a:gd name="T85" fmla="*/ 66 h 174"/>
                  <a:gd name="T86" fmla="*/ 8 w 241"/>
                  <a:gd name="T87" fmla="*/ 61 h 174"/>
                  <a:gd name="T88" fmla="*/ 16 w 241"/>
                  <a:gd name="T89" fmla="*/ 56 h 174"/>
                  <a:gd name="T90" fmla="*/ 29 w 241"/>
                  <a:gd name="T91" fmla="*/ 4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1" h="174">
                    <a:moveTo>
                      <a:pt x="37" y="45"/>
                    </a:moveTo>
                    <a:cubicBezTo>
                      <a:pt x="45" y="41"/>
                      <a:pt x="52" y="38"/>
                      <a:pt x="59" y="34"/>
                    </a:cubicBezTo>
                    <a:cubicBezTo>
                      <a:pt x="65" y="30"/>
                      <a:pt x="71" y="26"/>
                      <a:pt x="78" y="24"/>
                    </a:cubicBezTo>
                    <a:cubicBezTo>
                      <a:pt x="86" y="22"/>
                      <a:pt x="93" y="20"/>
                      <a:pt x="100" y="17"/>
                    </a:cubicBezTo>
                    <a:cubicBezTo>
                      <a:pt x="102" y="16"/>
                      <a:pt x="104" y="15"/>
                      <a:pt x="107" y="14"/>
                    </a:cubicBezTo>
                    <a:cubicBezTo>
                      <a:pt x="109" y="13"/>
                      <a:pt x="112" y="13"/>
                      <a:pt x="115" y="12"/>
                    </a:cubicBezTo>
                    <a:cubicBezTo>
                      <a:pt x="121" y="11"/>
                      <a:pt x="128" y="9"/>
                      <a:pt x="134" y="9"/>
                    </a:cubicBezTo>
                    <a:cubicBezTo>
                      <a:pt x="137" y="9"/>
                      <a:pt x="139" y="10"/>
                      <a:pt x="142" y="10"/>
                    </a:cubicBezTo>
                    <a:cubicBezTo>
                      <a:pt x="145" y="9"/>
                      <a:pt x="147" y="9"/>
                      <a:pt x="150" y="7"/>
                    </a:cubicBezTo>
                    <a:cubicBezTo>
                      <a:pt x="155" y="5"/>
                      <a:pt x="160" y="2"/>
                      <a:pt x="166" y="2"/>
                    </a:cubicBezTo>
                    <a:cubicBezTo>
                      <a:pt x="168" y="2"/>
                      <a:pt x="171" y="3"/>
                      <a:pt x="174" y="3"/>
                    </a:cubicBezTo>
                    <a:cubicBezTo>
                      <a:pt x="177" y="3"/>
                      <a:pt x="180" y="2"/>
                      <a:pt x="183" y="2"/>
                    </a:cubicBezTo>
                    <a:cubicBezTo>
                      <a:pt x="186" y="1"/>
                      <a:pt x="193" y="0"/>
                      <a:pt x="193" y="5"/>
                    </a:cubicBezTo>
                    <a:cubicBezTo>
                      <a:pt x="193" y="10"/>
                      <a:pt x="187" y="11"/>
                      <a:pt x="184" y="11"/>
                    </a:cubicBezTo>
                    <a:cubicBezTo>
                      <a:pt x="178" y="11"/>
                      <a:pt x="173" y="10"/>
                      <a:pt x="168" y="13"/>
                    </a:cubicBezTo>
                    <a:cubicBezTo>
                      <a:pt x="167" y="14"/>
                      <a:pt x="164" y="15"/>
                      <a:pt x="164" y="18"/>
                    </a:cubicBezTo>
                    <a:cubicBezTo>
                      <a:pt x="164" y="20"/>
                      <a:pt x="167" y="21"/>
                      <a:pt x="169" y="21"/>
                    </a:cubicBezTo>
                    <a:cubicBezTo>
                      <a:pt x="172" y="22"/>
                      <a:pt x="176" y="21"/>
                      <a:pt x="179" y="20"/>
                    </a:cubicBezTo>
                    <a:cubicBezTo>
                      <a:pt x="181" y="19"/>
                      <a:pt x="184" y="17"/>
                      <a:pt x="187" y="17"/>
                    </a:cubicBezTo>
                    <a:cubicBezTo>
                      <a:pt x="189" y="17"/>
                      <a:pt x="189" y="19"/>
                      <a:pt x="189" y="21"/>
                    </a:cubicBezTo>
                    <a:cubicBezTo>
                      <a:pt x="188" y="23"/>
                      <a:pt x="187" y="26"/>
                      <a:pt x="185" y="28"/>
                    </a:cubicBezTo>
                    <a:cubicBezTo>
                      <a:pt x="182" y="30"/>
                      <a:pt x="179" y="31"/>
                      <a:pt x="176" y="32"/>
                    </a:cubicBezTo>
                    <a:cubicBezTo>
                      <a:pt x="174" y="33"/>
                      <a:pt x="171" y="34"/>
                      <a:pt x="170" y="37"/>
                    </a:cubicBezTo>
                    <a:cubicBezTo>
                      <a:pt x="167" y="43"/>
                      <a:pt x="173" y="50"/>
                      <a:pt x="177" y="53"/>
                    </a:cubicBezTo>
                    <a:cubicBezTo>
                      <a:pt x="181" y="57"/>
                      <a:pt x="186" y="60"/>
                      <a:pt x="191" y="61"/>
                    </a:cubicBezTo>
                    <a:cubicBezTo>
                      <a:pt x="197" y="62"/>
                      <a:pt x="203" y="61"/>
                      <a:pt x="207" y="57"/>
                    </a:cubicBezTo>
                    <a:cubicBezTo>
                      <a:pt x="210" y="55"/>
                      <a:pt x="213" y="51"/>
                      <a:pt x="216" y="53"/>
                    </a:cubicBezTo>
                    <a:cubicBezTo>
                      <a:pt x="218" y="53"/>
                      <a:pt x="219" y="55"/>
                      <a:pt x="220" y="55"/>
                    </a:cubicBezTo>
                    <a:cubicBezTo>
                      <a:pt x="222" y="57"/>
                      <a:pt x="224" y="58"/>
                      <a:pt x="225" y="59"/>
                    </a:cubicBezTo>
                    <a:cubicBezTo>
                      <a:pt x="227" y="60"/>
                      <a:pt x="229" y="61"/>
                      <a:pt x="231" y="63"/>
                    </a:cubicBezTo>
                    <a:cubicBezTo>
                      <a:pt x="233" y="65"/>
                      <a:pt x="236" y="66"/>
                      <a:pt x="238" y="68"/>
                    </a:cubicBezTo>
                    <a:cubicBezTo>
                      <a:pt x="241" y="70"/>
                      <a:pt x="240" y="74"/>
                      <a:pt x="239" y="77"/>
                    </a:cubicBezTo>
                    <a:cubicBezTo>
                      <a:pt x="238" y="80"/>
                      <a:pt x="236" y="83"/>
                      <a:pt x="235" y="87"/>
                    </a:cubicBezTo>
                    <a:cubicBezTo>
                      <a:pt x="234" y="89"/>
                      <a:pt x="233" y="93"/>
                      <a:pt x="231" y="95"/>
                    </a:cubicBezTo>
                    <a:cubicBezTo>
                      <a:pt x="229" y="97"/>
                      <a:pt x="225" y="98"/>
                      <a:pt x="223" y="99"/>
                    </a:cubicBezTo>
                    <a:cubicBezTo>
                      <a:pt x="220" y="101"/>
                      <a:pt x="219" y="104"/>
                      <a:pt x="218" y="108"/>
                    </a:cubicBezTo>
                    <a:cubicBezTo>
                      <a:pt x="216" y="111"/>
                      <a:pt x="214" y="112"/>
                      <a:pt x="211" y="114"/>
                    </a:cubicBezTo>
                    <a:cubicBezTo>
                      <a:pt x="209" y="116"/>
                      <a:pt x="207" y="118"/>
                      <a:pt x="205" y="121"/>
                    </a:cubicBezTo>
                    <a:cubicBezTo>
                      <a:pt x="203" y="123"/>
                      <a:pt x="200" y="126"/>
                      <a:pt x="198" y="128"/>
                    </a:cubicBezTo>
                    <a:cubicBezTo>
                      <a:pt x="196" y="131"/>
                      <a:pt x="193" y="134"/>
                      <a:pt x="191" y="136"/>
                    </a:cubicBezTo>
                    <a:cubicBezTo>
                      <a:pt x="189" y="139"/>
                      <a:pt x="187" y="141"/>
                      <a:pt x="186" y="144"/>
                    </a:cubicBezTo>
                    <a:cubicBezTo>
                      <a:pt x="185" y="146"/>
                      <a:pt x="185" y="150"/>
                      <a:pt x="183" y="152"/>
                    </a:cubicBezTo>
                    <a:cubicBezTo>
                      <a:pt x="181" y="155"/>
                      <a:pt x="177" y="156"/>
                      <a:pt x="174" y="156"/>
                    </a:cubicBezTo>
                    <a:cubicBezTo>
                      <a:pt x="170" y="156"/>
                      <a:pt x="166" y="157"/>
                      <a:pt x="162" y="159"/>
                    </a:cubicBezTo>
                    <a:cubicBezTo>
                      <a:pt x="159" y="161"/>
                      <a:pt x="156" y="162"/>
                      <a:pt x="153" y="164"/>
                    </a:cubicBezTo>
                    <a:cubicBezTo>
                      <a:pt x="150" y="166"/>
                      <a:pt x="147" y="168"/>
                      <a:pt x="144" y="170"/>
                    </a:cubicBezTo>
                    <a:cubicBezTo>
                      <a:pt x="141" y="172"/>
                      <a:pt x="139" y="174"/>
                      <a:pt x="135" y="174"/>
                    </a:cubicBezTo>
                    <a:cubicBezTo>
                      <a:pt x="133" y="174"/>
                      <a:pt x="128" y="173"/>
                      <a:pt x="127" y="171"/>
                    </a:cubicBezTo>
                    <a:cubicBezTo>
                      <a:pt x="125" y="169"/>
                      <a:pt x="124" y="166"/>
                      <a:pt x="122" y="165"/>
                    </a:cubicBezTo>
                    <a:cubicBezTo>
                      <a:pt x="121" y="164"/>
                      <a:pt x="120" y="163"/>
                      <a:pt x="119" y="162"/>
                    </a:cubicBezTo>
                    <a:cubicBezTo>
                      <a:pt x="117" y="161"/>
                      <a:pt x="116" y="159"/>
                      <a:pt x="115" y="157"/>
                    </a:cubicBezTo>
                    <a:cubicBezTo>
                      <a:pt x="115" y="154"/>
                      <a:pt x="116" y="152"/>
                      <a:pt x="116" y="150"/>
                    </a:cubicBezTo>
                    <a:cubicBezTo>
                      <a:pt x="116" y="149"/>
                      <a:pt x="116" y="148"/>
                      <a:pt x="116" y="147"/>
                    </a:cubicBezTo>
                    <a:cubicBezTo>
                      <a:pt x="115" y="146"/>
                      <a:pt x="114" y="146"/>
                      <a:pt x="113" y="145"/>
                    </a:cubicBezTo>
                    <a:cubicBezTo>
                      <a:pt x="110" y="144"/>
                      <a:pt x="107" y="143"/>
                      <a:pt x="104" y="144"/>
                    </a:cubicBezTo>
                    <a:cubicBezTo>
                      <a:pt x="102" y="145"/>
                      <a:pt x="100" y="146"/>
                      <a:pt x="97" y="146"/>
                    </a:cubicBezTo>
                    <a:cubicBezTo>
                      <a:pt x="96" y="147"/>
                      <a:pt x="95" y="146"/>
                      <a:pt x="95" y="145"/>
                    </a:cubicBezTo>
                    <a:cubicBezTo>
                      <a:pt x="95" y="143"/>
                      <a:pt x="94" y="143"/>
                      <a:pt x="93" y="142"/>
                    </a:cubicBezTo>
                    <a:cubicBezTo>
                      <a:pt x="91" y="142"/>
                      <a:pt x="89" y="142"/>
                      <a:pt x="88" y="142"/>
                    </a:cubicBezTo>
                    <a:cubicBezTo>
                      <a:pt x="86" y="142"/>
                      <a:pt x="85" y="142"/>
                      <a:pt x="84" y="143"/>
                    </a:cubicBezTo>
                    <a:cubicBezTo>
                      <a:pt x="83" y="143"/>
                      <a:pt x="82" y="143"/>
                      <a:pt x="81" y="142"/>
                    </a:cubicBezTo>
                    <a:cubicBezTo>
                      <a:pt x="80" y="142"/>
                      <a:pt x="80" y="141"/>
                      <a:pt x="79" y="140"/>
                    </a:cubicBezTo>
                    <a:cubicBezTo>
                      <a:pt x="78" y="138"/>
                      <a:pt x="76" y="136"/>
                      <a:pt x="75" y="135"/>
                    </a:cubicBezTo>
                    <a:cubicBezTo>
                      <a:pt x="73" y="133"/>
                      <a:pt x="72" y="130"/>
                      <a:pt x="72" y="128"/>
                    </a:cubicBezTo>
                    <a:cubicBezTo>
                      <a:pt x="72" y="127"/>
                      <a:pt x="72" y="125"/>
                      <a:pt x="72" y="125"/>
                    </a:cubicBezTo>
                    <a:cubicBezTo>
                      <a:pt x="73" y="124"/>
                      <a:pt x="73" y="124"/>
                      <a:pt x="73" y="124"/>
                    </a:cubicBezTo>
                    <a:cubicBezTo>
                      <a:pt x="74" y="124"/>
                      <a:pt x="74" y="122"/>
                      <a:pt x="74" y="121"/>
                    </a:cubicBezTo>
                    <a:cubicBezTo>
                      <a:pt x="74" y="119"/>
                      <a:pt x="71" y="118"/>
                      <a:pt x="72" y="116"/>
                    </a:cubicBezTo>
                    <a:cubicBezTo>
                      <a:pt x="73" y="115"/>
                      <a:pt x="74" y="114"/>
                      <a:pt x="75" y="114"/>
                    </a:cubicBezTo>
                    <a:cubicBezTo>
                      <a:pt x="76" y="113"/>
                      <a:pt x="77" y="112"/>
                      <a:pt x="78" y="110"/>
                    </a:cubicBezTo>
                    <a:cubicBezTo>
                      <a:pt x="78" y="109"/>
                      <a:pt x="79" y="108"/>
                      <a:pt x="78" y="107"/>
                    </a:cubicBezTo>
                    <a:cubicBezTo>
                      <a:pt x="78" y="105"/>
                      <a:pt x="78" y="104"/>
                      <a:pt x="77" y="103"/>
                    </a:cubicBezTo>
                    <a:cubicBezTo>
                      <a:pt x="75" y="102"/>
                      <a:pt x="74" y="101"/>
                      <a:pt x="73" y="99"/>
                    </a:cubicBezTo>
                    <a:cubicBezTo>
                      <a:pt x="71" y="97"/>
                      <a:pt x="68" y="94"/>
                      <a:pt x="66" y="91"/>
                    </a:cubicBezTo>
                    <a:cubicBezTo>
                      <a:pt x="64" y="89"/>
                      <a:pt x="63" y="87"/>
                      <a:pt x="61" y="85"/>
                    </a:cubicBezTo>
                    <a:cubicBezTo>
                      <a:pt x="59" y="84"/>
                      <a:pt x="56" y="84"/>
                      <a:pt x="54" y="85"/>
                    </a:cubicBezTo>
                    <a:cubicBezTo>
                      <a:pt x="51" y="86"/>
                      <a:pt x="47" y="86"/>
                      <a:pt x="44" y="88"/>
                    </a:cubicBezTo>
                    <a:cubicBezTo>
                      <a:pt x="41" y="89"/>
                      <a:pt x="37" y="92"/>
                      <a:pt x="35" y="94"/>
                    </a:cubicBezTo>
                    <a:cubicBezTo>
                      <a:pt x="33" y="97"/>
                      <a:pt x="32" y="101"/>
                      <a:pt x="30" y="103"/>
                    </a:cubicBezTo>
                    <a:cubicBezTo>
                      <a:pt x="27" y="106"/>
                      <a:pt x="22" y="105"/>
                      <a:pt x="20" y="102"/>
                    </a:cubicBezTo>
                    <a:cubicBezTo>
                      <a:pt x="18" y="99"/>
                      <a:pt x="19" y="95"/>
                      <a:pt x="19" y="91"/>
                    </a:cubicBezTo>
                    <a:cubicBezTo>
                      <a:pt x="20" y="88"/>
                      <a:pt x="19" y="84"/>
                      <a:pt x="15" y="84"/>
                    </a:cubicBezTo>
                    <a:cubicBezTo>
                      <a:pt x="12" y="84"/>
                      <a:pt x="8" y="88"/>
                      <a:pt x="4" y="86"/>
                    </a:cubicBezTo>
                    <a:cubicBezTo>
                      <a:pt x="2" y="84"/>
                      <a:pt x="1" y="79"/>
                      <a:pt x="1" y="76"/>
                    </a:cubicBezTo>
                    <a:cubicBezTo>
                      <a:pt x="0" y="74"/>
                      <a:pt x="0" y="71"/>
                      <a:pt x="1" y="69"/>
                    </a:cubicBezTo>
                    <a:cubicBezTo>
                      <a:pt x="1" y="67"/>
                      <a:pt x="2" y="67"/>
                      <a:pt x="3" y="66"/>
                    </a:cubicBezTo>
                    <a:cubicBezTo>
                      <a:pt x="3" y="65"/>
                      <a:pt x="4" y="63"/>
                      <a:pt x="5" y="62"/>
                    </a:cubicBezTo>
                    <a:cubicBezTo>
                      <a:pt x="6" y="62"/>
                      <a:pt x="7" y="61"/>
                      <a:pt x="8" y="61"/>
                    </a:cubicBezTo>
                    <a:cubicBezTo>
                      <a:pt x="10" y="60"/>
                      <a:pt x="12" y="60"/>
                      <a:pt x="13" y="59"/>
                    </a:cubicBezTo>
                    <a:cubicBezTo>
                      <a:pt x="15" y="58"/>
                      <a:pt x="15" y="57"/>
                      <a:pt x="16" y="56"/>
                    </a:cubicBezTo>
                    <a:cubicBezTo>
                      <a:pt x="18" y="55"/>
                      <a:pt x="20" y="54"/>
                      <a:pt x="22" y="53"/>
                    </a:cubicBezTo>
                    <a:cubicBezTo>
                      <a:pt x="24" y="51"/>
                      <a:pt x="26" y="50"/>
                      <a:pt x="29" y="49"/>
                    </a:cubicBezTo>
                    <a:cubicBezTo>
                      <a:pt x="31" y="47"/>
                      <a:pt x="34" y="46"/>
                      <a:pt x="37" y="4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64" name="Freeform 1964">
                <a:extLst>
                  <a:ext uri="{FF2B5EF4-FFF2-40B4-BE49-F238E27FC236}">
                    <a16:creationId xmlns:a16="http://schemas.microsoft.com/office/drawing/2014/main" id="{BB2090BD-CCC5-4793-9365-F0C86860C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3744"/>
                <a:ext cx="3" cy="2"/>
              </a:xfrm>
              <a:custGeom>
                <a:avLst/>
                <a:gdLst>
                  <a:gd name="T0" fmla="*/ 0 w 6"/>
                  <a:gd name="T1" fmla="*/ 4 h 6"/>
                  <a:gd name="T2" fmla="*/ 0 w 6"/>
                  <a:gd name="T3" fmla="*/ 3 h 6"/>
                  <a:gd name="T4" fmla="*/ 1 w 6"/>
                  <a:gd name="T5" fmla="*/ 2 h 6"/>
                  <a:gd name="T6" fmla="*/ 3 w 6"/>
                  <a:gd name="T7" fmla="*/ 1 h 6"/>
                  <a:gd name="T8" fmla="*/ 4 w 6"/>
                  <a:gd name="T9" fmla="*/ 0 h 6"/>
                  <a:gd name="T10" fmla="*/ 6 w 6"/>
                  <a:gd name="T11" fmla="*/ 2 h 6"/>
                  <a:gd name="T12" fmla="*/ 5 w 6"/>
                  <a:gd name="T13" fmla="*/ 4 h 6"/>
                  <a:gd name="T14" fmla="*/ 4 w 6"/>
                  <a:gd name="T15" fmla="*/ 5 h 6"/>
                  <a:gd name="T16" fmla="*/ 3 w 6"/>
                  <a:gd name="T17" fmla="*/ 6 h 6"/>
                  <a:gd name="T18" fmla="*/ 1 w 6"/>
                  <a:gd name="T19" fmla="*/ 6 h 6"/>
                  <a:gd name="T20" fmla="*/ 0 w 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0"/>
                      <a:pt x="6" y="1"/>
                      <a:pt x="6" y="2"/>
                    </a:cubicBezTo>
                    <a:cubicBezTo>
                      <a:pt x="6" y="3"/>
                      <a:pt x="5" y="4"/>
                      <a:pt x="5" y="4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65" name="Freeform 1965">
                <a:extLst>
                  <a:ext uri="{FF2B5EF4-FFF2-40B4-BE49-F238E27FC236}">
                    <a16:creationId xmlns:a16="http://schemas.microsoft.com/office/drawing/2014/main" id="{332BD6EB-8AF8-4BE4-B393-B40A7085D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3747"/>
                <a:ext cx="6" cy="6"/>
              </a:xfrm>
              <a:custGeom>
                <a:avLst/>
                <a:gdLst>
                  <a:gd name="T0" fmla="*/ 1 w 15"/>
                  <a:gd name="T1" fmla="*/ 3 h 15"/>
                  <a:gd name="T2" fmla="*/ 6 w 15"/>
                  <a:gd name="T3" fmla="*/ 0 h 15"/>
                  <a:gd name="T4" fmla="*/ 14 w 15"/>
                  <a:gd name="T5" fmla="*/ 3 h 15"/>
                  <a:gd name="T6" fmla="*/ 15 w 15"/>
                  <a:gd name="T7" fmla="*/ 6 h 15"/>
                  <a:gd name="T8" fmla="*/ 14 w 15"/>
                  <a:gd name="T9" fmla="*/ 10 h 15"/>
                  <a:gd name="T10" fmla="*/ 11 w 15"/>
                  <a:gd name="T11" fmla="*/ 14 h 15"/>
                  <a:gd name="T12" fmla="*/ 7 w 15"/>
                  <a:gd name="T13" fmla="*/ 14 h 15"/>
                  <a:gd name="T14" fmla="*/ 5 w 15"/>
                  <a:gd name="T15" fmla="*/ 13 h 15"/>
                  <a:gd name="T16" fmla="*/ 3 w 15"/>
                  <a:gd name="T17" fmla="*/ 12 h 15"/>
                  <a:gd name="T18" fmla="*/ 1 w 15"/>
                  <a:gd name="T19" fmla="*/ 10 h 15"/>
                  <a:gd name="T20" fmla="*/ 1 w 15"/>
                  <a:gd name="T21" fmla="*/ 9 h 15"/>
                  <a:gd name="T22" fmla="*/ 0 w 15"/>
                  <a:gd name="T23" fmla="*/ 6 h 15"/>
                  <a:gd name="T24" fmla="*/ 1 w 15"/>
                  <a:gd name="T2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5">
                    <a:moveTo>
                      <a:pt x="1" y="3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9" y="0"/>
                      <a:pt x="12" y="1"/>
                      <a:pt x="14" y="3"/>
                    </a:cubicBezTo>
                    <a:cubicBezTo>
                      <a:pt x="15" y="4"/>
                      <a:pt x="15" y="5"/>
                      <a:pt x="15" y="6"/>
                    </a:cubicBezTo>
                    <a:cubicBezTo>
                      <a:pt x="15" y="8"/>
                      <a:pt x="14" y="9"/>
                      <a:pt x="14" y="10"/>
                    </a:cubicBezTo>
                    <a:cubicBezTo>
                      <a:pt x="14" y="12"/>
                      <a:pt x="13" y="14"/>
                      <a:pt x="11" y="14"/>
                    </a:cubicBezTo>
                    <a:cubicBezTo>
                      <a:pt x="10" y="15"/>
                      <a:pt x="8" y="15"/>
                      <a:pt x="7" y="14"/>
                    </a:cubicBezTo>
                    <a:cubicBezTo>
                      <a:pt x="6" y="14"/>
                      <a:pt x="6" y="13"/>
                      <a:pt x="5" y="13"/>
                    </a:cubicBezTo>
                    <a:cubicBezTo>
                      <a:pt x="4" y="13"/>
                      <a:pt x="3" y="12"/>
                      <a:pt x="3" y="12"/>
                    </a:cubicBezTo>
                    <a:cubicBezTo>
                      <a:pt x="2" y="11"/>
                      <a:pt x="2" y="11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66" name="Freeform 1966">
                <a:extLst>
                  <a:ext uri="{FF2B5EF4-FFF2-40B4-BE49-F238E27FC236}">
                    <a16:creationId xmlns:a16="http://schemas.microsoft.com/office/drawing/2014/main" id="{F40400C1-0474-4975-843C-34D1CD898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728"/>
                <a:ext cx="39" cy="28"/>
              </a:xfrm>
              <a:custGeom>
                <a:avLst/>
                <a:gdLst>
                  <a:gd name="T0" fmla="*/ 8 w 95"/>
                  <a:gd name="T1" fmla="*/ 31 h 70"/>
                  <a:gd name="T2" fmla="*/ 13 w 95"/>
                  <a:gd name="T3" fmla="*/ 29 h 70"/>
                  <a:gd name="T4" fmla="*/ 20 w 95"/>
                  <a:gd name="T5" fmla="*/ 28 h 70"/>
                  <a:gd name="T6" fmla="*/ 28 w 95"/>
                  <a:gd name="T7" fmla="*/ 17 h 70"/>
                  <a:gd name="T8" fmla="*/ 40 w 95"/>
                  <a:gd name="T9" fmla="*/ 6 h 70"/>
                  <a:gd name="T10" fmla="*/ 57 w 95"/>
                  <a:gd name="T11" fmla="*/ 3 h 70"/>
                  <a:gd name="T12" fmla="*/ 77 w 95"/>
                  <a:gd name="T13" fmla="*/ 2 h 70"/>
                  <a:gd name="T14" fmla="*/ 92 w 95"/>
                  <a:gd name="T15" fmla="*/ 4 h 70"/>
                  <a:gd name="T16" fmla="*/ 93 w 95"/>
                  <a:gd name="T17" fmla="*/ 16 h 70"/>
                  <a:gd name="T18" fmla="*/ 93 w 95"/>
                  <a:gd name="T19" fmla="*/ 21 h 70"/>
                  <a:gd name="T20" fmla="*/ 94 w 95"/>
                  <a:gd name="T21" fmla="*/ 26 h 70"/>
                  <a:gd name="T22" fmla="*/ 85 w 95"/>
                  <a:gd name="T23" fmla="*/ 34 h 70"/>
                  <a:gd name="T24" fmla="*/ 79 w 95"/>
                  <a:gd name="T25" fmla="*/ 38 h 70"/>
                  <a:gd name="T26" fmla="*/ 77 w 95"/>
                  <a:gd name="T27" fmla="*/ 42 h 70"/>
                  <a:gd name="T28" fmla="*/ 73 w 95"/>
                  <a:gd name="T29" fmla="*/ 45 h 70"/>
                  <a:gd name="T30" fmla="*/ 65 w 95"/>
                  <a:gd name="T31" fmla="*/ 49 h 70"/>
                  <a:gd name="T32" fmla="*/ 59 w 95"/>
                  <a:gd name="T33" fmla="*/ 52 h 70"/>
                  <a:gd name="T34" fmla="*/ 57 w 95"/>
                  <a:gd name="T35" fmla="*/ 51 h 70"/>
                  <a:gd name="T36" fmla="*/ 47 w 95"/>
                  <a:gd name="T37" fmla="*/ 52 h 70"/>
                  <a:gd name="T38" fmla="*/ 43 w 95"/>
                  <a:gd name="T39" fmla="*/ 57 h 70"/>
                  <a:gd name="T40" fmla="*/ 42 w 95"/>
                  <a:gd name="T41" fmla="*/ 62 h 70"/>
                  <a:gd name="T42" fmla="*/ 36 w 95"/>
                  <a:gd name="T43" fmla="*/ 70 h 70"/>
                  <a:gd name="T44" fmla="*/ 29 w 95"/>
                  <a:gd name="T45" fmla="*/ 61 h 70"/>
                  <a:gd name="T46" fmla="*/ 24 w 95"/>
                  <a:gd name="T47" fmla="*/ 59 h 70"/>
                  <a:gd name="T48" fmla="*/ 19 w 95"/>
                  <a:gd name="T49" fmla="*/ 60 h 70"/>
                  <a:gd name="T50" fmla="*/ 15 w 95"/>
                  <a:gd name="T51" fmla="*/ 59 h 70"/>
                  <a:gd name="T52" fmla="*/ 12 w 95"/>
                  <a:gd name="T53" fmla="*/ 57 h 70"/>
                  <a:gd name="T54" fmla="*/ 4 w 95"/>
                  <a:gd name="T55" fmla="*/ 54 h 70"/>
                  <a:gd name="T56" fmla="*/ 1 w 95"/>
                  <a:gd name="T57" fmla="*/ 44 h 70"/>
                  <a:gd name="T58" fmla="*/ 3 w 95"/>
                  <a:gd name="T59" fmla="*/ 41 h 70"/>
                  <a:gd name="T60" fmla="*/ 5 w 95"/>
                  <a:gd name="T61" fmla="*/ 37 h 70"/>
                  <a:gd name="T62" fmla="*/ 8 w 95"/>
                  <a:gd name="T63" fmla="*/ 3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70">
                    <a:moveTo>
                      <a:pt x="8" y="31"/>
                    </a:moveTo>
                    <a:cubicBezTo>
                      <a:pt x="9" y="29"/>
                      <a:pt x="11" y="29"/>
                      <a:pt x="13" y="29"/>
                    </a:cubicBezTo>
                    <a:cubicBezTo>
                      <a:pt x="15" y="28"/>
                      <a:pt x="18" y="28"/>
                      <a:pt x="20" y="28"/>
                    </a:cubicBezTo>
                    <a:cubicBezTo>
                      <a:pt x="26" y="26"/>
                      <a:pt x="26" y="21"/>
                      <a:pt x="28" y="17"/>
                    </a:cubicBezTo>
                    <a:cubicBezTo>
                      <a:pt x="29" y="11"/>
                      <a:pt x="34" y="7"/>
                      <a:pt x="40" y="6"/>
                    </a:cubicBezTo>
                    <a:cubicBezTo>
                      <a:pt x="45" y="4"/>
                      <a:pt x="51" y="3"/>
                      <a:pt x="57" y="3"/>
                    </a:cubicBezTo>
                    <a:cubicBezTo>
                      <a:pt x="64" y="3"/>
                      <a:pt x="70" y="2"/>
                      <a:pt x="77" y="2"/>
                    </a:cubicBezTo>
                    <a:cubicBezTo>
                      <a:pt x="82" y="1"/>
                      <a:pt x="88" y="0"/>
                      <a:pt x="92" y="4"/>
                    </a:cubicBezTo>
                    <a:cubicBezTo>
                      <a:pt x="95" y="8"/>
                      <a:pt x="94" y="12"/>
                      <a:pt x="93" y="16"/>
                    </a:cubicBezTo>
                    <a:cubicBezTo>
                      <a:pt x="93" y="18"/>
                      <a:pt x="93" y="20"/>
                      <a:pt x="93" y="21"/>
                    </a:cubicBezTo>
                    <a:cubicBezTo>
                      <a:pt x="93" y="23"/>
                      <a:pt x="94" y="25"/>
                      <a:pt x="94" y="26"/>
                    </a:cubicBezTo>
                    <a:cubicBezTo>
                      <a:pt x="94" y="31"/>
                      <a:pt x="88" y="33"/>
                      <a:pt x="85" y="34"/>
                    </a:cubicBezTo>
                    <a:cubicBezTo>
                      <a:pt x="83" y="35"/>
                      <a:pt x="81" y="36"/>
                      <a:pt x="79" y="38"/>
                    </a:cubicBezTo>
                    <a:cubicBezTo>
                      <a:pt x="78" y="39"/>
                      <a:pt x="78" y="41"/>
                      <a:pt x="77" y="42"/>
                    </a:cubicBezTo>
                    <a:cubicBezTo>
                      <a:pt x="77" y="43"/>
                      <a:pt x="75" y="45"/>
                      <a:pt x="73" y="45"/>
                    </a:cubicBezTo>
                    <a:cubicBezTo>
                      <a:pt x="71" y="47"/>
                      <a:pt x="68" y="48"/>
                      <a:pt x="65" y="49"/>
                    </a:cubicBezTo>
                    <a:cubicBezTo>
                      <a:pt x="64" y="50"/>
                      <a:pt x="62" y="51"/>
                      <a:pt x="59" y="52"/>
                    </a:cubicBezTo>
                    <a:cubicBezTo>
                      <a:pt x="59" y="52"/>
                      <a:pt x="58" y="52"/>
                      <a:pt x="57" y="51"/>
                    </a:cubicBezTo>
                    <a:cubicBezTo>
                      <a:pt x="54" y="49"/>
                      <a:pt x="50" y="51"/>
                      <a:pt x="47" y="52"/>
                    </a:cubicBezTo>
                    <a:cubicBezTo>
                      <a:pt x="45" y="54"/>
                      <a:pt x="43" y="55"/>
                      <a:pt x="43" y="57"/>
                    </a:cubicBezTo>
                    <a:cubicBezTo>
                      <a:pt x="42" y="59"/>
                      <a:pt x="42" y="60"/>
                      <a:pt x="42" y="62"/>
                    </a:cubicBezTo>
                    <a:cubicBezTo>
                      <a:pt x="42" y="65"/>
                      <a:pt x="40" y="69"/>
                      <a:pt x="36" y="70"/>
                    </a:cubicBezTo>
                    <a:cubicBezTo>
                      <a:pt x="32" y="70"/>
                      <a:pt x="30" y="64"/>
                      <a:pt x="29" y="61"/>
                    </a:cubicBezTo>
                    <a:cubicBezTo>
                      <a:pt x="27" y="60"/>
                      <a:pt x="26" y="59"/>
                      <a:pt x="24" y="59"/>
                    </a:cubicBezTo>
                    <a:cubicBezTo>
                      <a:pt x="22" y="59"/>
                      <a:pt x="20" y="59"/>
                      <a:pt x="19" y="60"/>
                    </a:cubicBezTo>
                    <a:cubicBezTo>
                      <a:pt x="17" y="60"/>
                      <a:pt x="16" y="60"/>
                      <a:pt x="15" y="59"/>
                    </a:cubicBezTo>
                    <a:cubicBezTo>
                      <a:pt x="14" y="59"/>
                      <a:pt x="13" y="57"/>
                      <a:pt x="12" y="57"/>
                    </a:cubicBezTo>
                    <a:cubicBezTo>
                      <a:pt x="9" y="55"/>
                      <a:pt x="6" y="55"/>
                      <a:pt x="4" y="54"/>
                    </a:cubicBezTo>
                    <a:cubicBezTo>
                      <a:pt x="1" y="51"/>
                      <a:pt x="0" y="47"/>
                      <a:pt x="1" y="44"/>
                    </a:cubicBezTo>
                    <a:cubicBezTo>
                      <a:pt x="1" y="43"/>
                      <a:pt x="2" y="42"/>
                      <a:pt x="3" y="41"/>
                    </a:cubicBezTo>
                    <a:cubicBezTo>
                      <a:pt x="4" y="39"/>
                      <a:pt x="5" y="38"/>
                      <a:pt x="5" y="37"/>
                    </a:cubicBezTo>
                    <a:cubicBezTo>
                      <a:pt x="6" y="34"/>
                      <a:pt x="6" y="32"/>
                      <a:pt x="8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67" name="Freeform 1967">
                <a:extLst>
                  <a:ext uri="{FF2B5EF4-FFF2-40B4-BE49-F238E27FC236}">
                    <a16:creationId xmlns:a16="http://schemas.microsoft.com/office/drawing/2014/main" id="{72E1483C-29E2-4742-A59C-30EA23117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761"/>
                <a:ext cx="21" cy="17"/>
              </a:xfrm>
              <a:custGeom>
                <a:avLst/>
                <a:gdLst>
                  <a:gd name="T0" fmla="*/ 16 w 50"/>
                  <a:gd name="T1" fmla="*/ 5 h 44"/>
                  <a:gd name="T2" fmla="*/ 18 w 50"/>
                  <a:gd name="T3" fmla="*/ 1 h 44"/>
                  <a:gd name="T4" fmla="*/ 19 w 50"/>
                  <a:gd name="T5" fmla="*/ 1 h 44"/>
                  <a:gd name="T6" fmla="*/ 21 w 50"/>
                  <a:gd name="T7" fmla="*/ 11 h 44"/>
                  <a:gd name="T8" fmla="*/ 27 w 50"/>
                  <a:gd name="T9" fmla="*/ 15 h 44"/>
                  <a:gd name="T10" fmla="*/ 26 w 50"/>
                  <a:gd name="T11" fmla="*/ 24 h 44"/>
                  <a:gd name="T12" fmla="*/ 31 w 50"/>
                  <a:gd name="T13" fmla="*/ 27 h 44"/>
                  <a:gd name="T14" fmla="*/ 34 w 50"/>
                  <a:gd name="T15" fmla="*/ 29 h 44"/>
                  <a:gd name="T16" fmla="*/ 36 w 50"/>
                  <a:gd name="T17" fmla="*/ 31 h 44"/>
                  <a:gd name="T18" fmla="*/ 39 w 50"/>
                  <a:gd name="T19" fmla="*/ 31 h 44"/>
                  <a:gd name="T20" fmla="*/ 43 w 50"/>
                  <a:gd name="T21" fmla="*/ 30 h 44"/>
                  <a:gd name="T22" fmla="*/ 50 w 50"/>
                  <a:gd name="T23" fmla="*/ 35 h 44"/>
                  <a:gd name="T24" fmla="*/ 46 w 50"/>
                  <a:gd name="T25" fmla="*/ 41 h 44"/>
                  <a:gd name="T26" fmla="*/ 39 w 50"/>
                  <a:gd name="T27" fmla="*/ 43 h 44"/>
                  <a:gd name="T28" fmla="*/ 33 w 50"/>
                  <a:gd name="T29" fmla="*/ 42 h 44"/>
                  <a:gd name="T30" fmla="*/ 28 w 50"/>
                  <a:gd name="T31" fmla="*/ 37 h 44"/>
                  <a:gd name="T32" fmla="*/ 24 w 50"/>
                  <a:gd name="T33" fmla="*/ 31 h 44"/>
                  <a:gd name="T34" fmla="*/ 16 w 50"/>
                  <a:gd name="T35" fmla="*/ 30 h 44"/>
                  <a:gd name="T36" fmla="*/ 11 w 50"/>
                  <a:gd name="T37" fmla="*/ 35 h 44"/>
                  <a:gd name="T38" fmla="*/ 7 w 50"/>
                  <a:gd name="T39" fmla="*/ 39 h 44"/>
                  <a:gd name="T40" fmla="*/ 4 w 50"/>
                  <a:gd name="T41" fmla="*/ 38 h 44"/>
                  <a:gd name="T42" fmla="*/ 1 w 50"/>
                  <a:gd name="T43" fmla="*/ 36 h 44"/>
                  <a:gd name="T44" fmla="*/ 1 w 50"/>
                  <a:gd name="T45" fmla="*/ 32 h 44"/>
                  <a:gd name="T46" fmla="*/ 3 w 50"/>
                  <a:gd name="T47" fmla="*/ 28 h 44"/>
                  <a:gd name="T48" fmla="*/ 5 w 50"/>
                  <a:gd name="T49" fmla="*/ 24 h 44"/>
                  <a:gd name="T50" fmla="*/ 8 w 50"/>
                  <a:gd name="T51" fmla="*/ 15 h 44"/>
                  <a:gd name="T52" fmla="*/ 10 w 50"/>
                  <a:gd name="T53" fmla="*/ 12 h 44"/>
                  <a:gd name="T54" fmla="*/ 12 w 50"/>
                  <a:gd name="T55" fmla="*/ 10 h 44"/>
                  <a:gd name="T56" fmla="*/ 14 w 50"/>
                  <a:gd name="T57" fmla="*/ 9 h 44"/>
                  <a:gd name="T58" fmla="*/ 16 w 50"/>
                  <a:gd name="T59" fmla="*/ 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0" h="44">
                    <a:moveTo>
                      <a:pt x="16" y="5"/>
                    </a:moveTo>
                    <a:cubicBezTo>
                      <a:pt x="17" y="4"/>
                      <a:pt x="17" y="2"/>
                      <a:pt x="18" y="1"/>
                    </a:cubicBezTo>
                    <a:cubicBezTo>
                      <a:pt x="18" y="0"/>
                      <a:pt x="19" y="0"/>
                      <a:pt x="19" y="1"/>
                    </a:cubicBezTo>
                    <a:cubicBezTo>
                      <a:pt x="20" y="4"/>
                      <a:pt x="19" y="8"/>
                      <a:pt x="21" y="11"/>
                    </a:cubicBezTo>
                    <a:cubicBezTo>
                      <a:pt x="23" y="13"/>
                      <a:pt x="26" y="12"/>
                      <a:pt x="27" y="15"/>
                    </a:cubicBezTo>
                    <a:cubicBezTo>
                      <a:pt x="28" y="17"/>
                      <a:pt x="26" y="21"/>
                      <a:pt x="26" y="24"/>
                    </a:cubicBezTo>
                    <a:cubicBezTo>
                      <a:pt x="26" y="26"/>
                      <a:pt x="29" y="26"/>
                      <a:pt x="31" y="27"/>
                    </a:cubicBezTo>
                    <a:cubicBezTo>
                      <a:pt x="32" y="27"/>
                      <a:pt x="33" y="28"/>
                      <a:pt x="34" y="29"/>
                    </a:cubicBezTo>
                    <a:cubicBezTo>
                      <a:pt x="35" y="29"/>
                      <a:pt x="35" y="31"/>
                      <a:pt x="36" y="31"/>
                    </a:cubicBezTo>
                    <a:cubicBezTo>
                      <a:pt x="37" y="32"/>
                      <a:pt x="38" y="32"/>
                      <a:pt x="39" y="31"/>
                    </a:cubicBezTo>
                    <a:cubicBezTo>
                      <a:pt x="40" y="31"/>
                      <a:pt x="42" y="30"/>
                      <a:pt x="43" y="30"/>
                    </a:cubicBezTo>
                    <a:cubicBezTo>
                      <a:pt x="47" y="30"/>
                      <a:pt x="50" y="32"/>
                      <a:pt x="50" y="35"/>
                    </a:cubicBezTo>
                    <a:cubicBezTo>
                      <a:pt x="50" y="38"/>
                      <a:pt x="48" y="40"/>
                      <a:pt x="46" y="41"/>
                    </a:cubicBezTo>
                    <a:cubicBezTo>
                      <a:pt x="44" y="42"/>
                      <a:pt x="41" y="42"/>
                      <a:pt x="39" y="43"/>
                    </a:cubicBezTo>
                    <a:cubicBezTo>
                      <a:pt x="37" y="44"/>
                      <a:pt x="35" y="43"/>
                      <a:pt x="33" y="42"/>
                    </a:cubicBezTo>
                    <a:cubicBezTo>
                      <a:pt x="31" y="41"/>
                      <a:pt x="30" y="39"/>
                      <a:pt x="28" y="37"/>
                    </a:cubicBezTo>
                    <a:cubicBezTo>
                      <a:pt x="27" y="35"/>
                      <a:pt x="26" y="32"/>
                      <a:pt x="24" y="31"/>
                    </a:cubicBezTo>
                    <a:cubicBezTo>
                      <a:pt x="22" y="29"/>
                      <a:pt x="19" y="29"/>
                      <a:pt x="16" y="30"/>
                    </a:cubicBezTo>
                    <a:cubicBezTo>
                      <a:pt x="14" y="32"/>
                      <a:pt x="13" y="33"/>
                      <a:pt x="11" y="35"/>
                    </a:cubicBezTo>
                    <a:cubicBezTo>
                      <a:pt x="10" y="36"/>
                      <a:pt x="8" y="38"/>
                      <a:pt x="7" y="39"/>
                    </a:cubicBezTo>
                    <a:cubicBezTo>
                      <a:pt x="6" y="39"/>
                      <a:pt x="4" y="39"/>
                      <a:pt x="4" y="38"/>
                    </a:cubicBezTo>
                    <a:cubicBezTo>
                      <a:pt x="2" y="38"/>
                      <a:pt x="1" y="37"/>
                      <a:pt x="1" y="36"/>
                    </a:cubicBezTo>
                    <a:cubicBezTo>
                      <a:pt x="0" y="35"/>
                      <a:pt x="0" y="33"/>
                      <a:pt x="1" y="32"/>
                    </a:cubicBezTo>
                    <a:cubicBezTo>
                      <a:pt x="1" y="30"/>
                      <a:pt x="2" y="29"/>
                      <a:pt x="3" y="28"/>
                    </a:cubicBezTo>
                    <a:cubicBezTo>
                      <a:pt x="4" y="27"/>
                      <a:pt x="5" y="26"/>
                      <a:pt x="5" y="24"/>
                    </a:cubicBezTo>
                    <a:cubicBezTo>
                      <a:pt x="6" y="20"/>
                      <a:pt x="7" y="18"/>
                      <a:pt x="8" y="15"/>
                    </a:cubicBezTo>
                    <a:cubicBezTo>
                      <a:pt x="9" y="13"/>
                      <a:pt x="9" y="12"/>
                      <a:pt x="10" y="12"/>
                    </a:cubicBezTo>
                    <a:cubicBezTo>
                      <a:pt x="11" y="11"/>
                      <a:pt x="11" y="10"/>
                      <a:pt x="12" y="10"/>
                    </a:cubicBezTo>
                    <a:cubicBezTo>
                      <a:pt x="13" y="10"/>
                      <a:pt x="14" y="10"/>
                      <a:pt x="14" y="9"/>
                    </a:cubicBezTo>
                    <a:cubicBezTo>
                      <a:pt x="15" y="8"/>
                      <a:pt x="16" y="7"/>
                      <a:pt x="16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68" name="Freeform 1968">
                <a:extLst>
                  <a:ext uri="{FF2B5EF4-FFF2-40B4-BE49-F238E27FC236}">
                    <a16:creationId xmlns:a16="http://schemas.microsoft.com/office/drawing/2014/main" id="{D8F82FAC-63F9-467C-B327-0B44461BC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3189"/>
                <a:ext cx="3" cy="8"/>
              </a:xfrm>
              <a:custGeom>
                <a:avLst/>
                <a:gdLst>
                  <a:gd name="T0" fmla="*/ 7 w 8"/>
                  <a:gd name="T1" fmla="*/ 1 h 20"/>
                  <a:gd name="T2" fmla="*/ 8 w 8"/>
                  <a:gd name="T3" fmla="*/ 3 h 20"/>
                  <a:gd name="T4" fmla="*/ 8 w 8"/>
                  <a:gd name="T5" fmla="*/ 6 h 20"/>
                  <a:gd name="T6" fmla="*/ 6 w 8"/>
                  <a:gd name="T7" fmla="*/ 10 h 20"/>
                  <a:gd name="T8" fmla="*/ 5 w 8"/>
                  <a:gd name="T9" fmla="*/ 15 h 20"/>
                  <a:gd name="T10" fmla="*/ 2 w 8"/>
                  <a:gd name="T11" fmla="*/ 18 h 20"/>
                  <a:gd name="T12" fmla="*/ 1 w 8"/>
                  <a:gd name="T13" fmla="*/ 15 h 20"/>
                  <a:gd name="T14" fmla="*/ 2 w 8"/>
                  <a:gd name="T15" fmla="*/ 6 h 20"/>
                  <a:gd name="T16" fmla="*/ 4 w 8"/>
                  <a:gd name="T17" fmla="*/ 2 h 20"/>
                  <a:gd name="T18" fmla="*/ 7 w 8"/>
                  <a:gd name="T19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20">
                    <a:moveTo>
                      <a:pt x="7" y="1"/>
                    </a:moveTo>
                    <a:cubicBezTo>
                      <a:pt x="8" y="2"/>
                      <a:pt x="8" y="2"/>
                      <a:pt x="8" y="3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8" y="7"/>
                      <a:pt x="7" y="8"/>
                      <a:pt x="6" y="10"/>
                    </a:cubicBezTo>
                    <a:cubicBezTo>
                      <a:pt x="6" y="11"/>
                      <a:pt x="5" y="13"/>
                      <a:pt x="5" y="15"/>
                    </a:cubicBezTo>
                    <a:cubicBezTo>
                      <a:pt x="4" y="16"/>
                      <a:pt x="4" y="17"/>
                      <a:pt x="2" y="18"/>
                    </a:cubicBezTo>
                    <a:cubicBezTo>
                      <a:pt x="0" y="20"/>
                      <a:pt x="0" y="16"/>
                      <a:pt x="1" y="15"/>
                    </a:cubicBezTo>
                    <a:cubicBezTo>
                      <a:pt x="1" y="12"/>
                      <a:pt x="1" y="9"/>
                      <a:pt x="2" y="6"/>
                    </a:cubicBezTo>
                    <a:cubicBezTo>
                      <a:pt x="3" y="5"/>
                      <a:pt x="3" y="3"/>
                      <a:pt x="4" y="2"/>
                    </a:cubicBezTo>
                    <a:cubicBezTo>
                      <a:pt x="5" y="0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69" name="Freeform 1969">
                <a:extLst>
                  <a:ext uri="{FF2B5EF4-FFF2-40B4-BE49-F238E27FC236}">
                    <a16:creationId xmlns:a16="http://schemas.microsoft.com/office/drawing/2014/main" id="{86EF96BA-ACDC-46E0-A0EA-523257093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3173"/>
                <a:ext cx="3" cy="5"/>
              </a:xfrm>
              <a:custGeom>
                <a:avLst/>
                <a:gdLst>
                  <a:gd name="T0" fmla="*/ 4 w 6"/>
                  <a:gd name="T1" fmla="*/ 11 h 13"/>
                  <a:gd name="T2" fmla="*/ 2 w 6"/>
                  <a:gd name="T3" fmla="*/ 13 h 13"/>
                  <a:gd name="T4" fmla="*/ 1 w 6"/>
                  <a:gd name="T5" fmla="*/ 8 h 13"/>
                  <a:gd name="T6" fmla="*/ 2 w 6"/>
                  <a:gd name="T7" fmla="*/ 6 h 13"/>
                  <a:gd name="T8" fmla="*/ 2 w 6"/>
                  <a:gd name="T9" fmla="*/ 3 h 13"/>
                  <a:gd name="T10" fmla="*/ 6 w 6"/>
                  <a:gd name="T11" fmla="*/ 3 h 13"/>
                  <a:gd name="T12" fmla="*/ 4 w 6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3">
                    <a:moveTo>
                      <a:pt x="4" y="11"/>
                    </a:moveTo>
                    <a:cubicBezTo>
                      <a:pt x="4" y="12"/>
                      <a:pt x="3" y="13"/>
                      <a:pt x="2" y="13"/>
                    </a:cubicBezTo>
                    <a:cubicBezTo>
                      <a:pt x="0" y="13"/>
                      <a:pt x="1" y="9"/>
                      <a:pt x="1" y="8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3" y="2"/>
                      <a:pt x="5" y="0"/>
                      <a:pt x="6" y="3"/>
                    </a:cubicBezTo>
                    <a:cubicBezTo>
                      <a:pt x="6" y="5"/>
                      <a:pt x="5" y="9"/>
                      <a:pt x="4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70" name="Freeform 1970">
                <a:extLst>
                  <a:ext uri="{FF2B5EF4-FFF2-40B4-BE49-F238E27FC236}">
                    <a16:creationId xmlns:a16="http://schemas.microsoft.com/office/drawing/2014/main" id="{C4C1DFB5-F003-4728-BAF1-C4F4343E4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3162"/>
                <a:ext cx="2" cy="4"/>
              </a:xfrm>
              <a:custGeom>
                <a:avLst/>
                <a:gdLst>
                  <a:gd name="T0" fmla="*/ 1 w 5"/>
                  <a:gd name="T1" fmla="*/ 7 h 10"/>
                  <a:gd name="T2" fmla="*/ 1 w 5"/>
                  <a:gd name="T3" fmla="*/ 2 h 10"/>
                  <a:gd name="T4" fmla="*/ 4 w 5"/>
                  <a:gd name="T5" fmla="*/ 8 h 10"/>
                  <a:gd name="T6" fmla="*/ 2 w 5"/>
                  <a:gd name="T7" fmla="*/ 10 h 10"/>
                  <a:gd name="T8" fmla="*/ 1 w 5"/>
                  <a:gd name="T9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1" y="7"/>
                    </a:moveTo>
                    <a:cubicBezTo>
                      <a:pt x="1" y="6"/>
                      <a:pt x="0" y="3"/>
                      <a:pt x="1" y="2"/>
                    </a:cubicBezTo>
                    <a:cubicBezTo>
                      <a:pt x="3" y="0"/>
                      <a:pt x="4" y="6"/>
                      <a:pt x="4" y="8"/>
                    </a:cubicBezTo>
                    <a:cubicBezTo>
                      <a:pt x="5" y="8"/>
                      <a:pt x="3" y="10"/>
                      <a:pt x="2" y="10"/>
                    </a:cubicBezTo>
                    <a:cubicBezTo>
                      <a:pt x="0" y="10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71" name="Freeform 1971">
                <a:extLst>
                  <a:ext uri="{FF2B5EF4-FFF2-40B4-BE49-F238E27FC236}">
                    <a16:creationId xmlns:a16="http://schemas.microsoft.com/office/drawing/2014/main" id="{35426707-BDD7-475E-9940-C73D48388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3157"/>
                <a:ext cx="5" cy="5"/>
              </a:xfrm>
              <a:custGeom>
                <a:avLst/>
                <a:gdLst>
                  <a:gd name="T0" fmla="*/ 12 w 12"/>
                  <a:gd name="T1" fmla="*/ 2 h 12"/>
                  <a:gd name="T2" fmla="*/ 10 w 12"/>
                  <a:gd name="T3" fmla="*/ 6 h 12"/>
                  <a:gd name="T4" fmla="*/ 7 w 12"/>
                  <a:gd name="T5" fmla="*/ 10 h 12"/>
                  <a:gd name="T6" fmla="*/ 2 w 12"/>
                  <a:gd name="T7" fmla="*/ 12 h 12"/>
                  <a:gd name="T8" fmla="*/ 0 w 12"/>
                  <a:gd name="T9" fmla="*/ 7 h 12"/>
                  <a:gd name="T10" fmla="*/ 8 w 12"/>
                  <a:gd name="T11" fmla="*/ 1 h 12"/>
                  <a:gd name="T12" fmla="*/ 12 w 12"/>
                  <a:gd name="T1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2" y="2"/>
                    </a:moveTo>
                    <a:cubicBezTo>
                      <a:pt x="12" y="3"/>
                      <a:pt x="11" y="5"/>
                      <a:pt x="10" y="6"/>
                    </a:cubicBezTo>
                    <a:cubicBezTo>
                      <a:pt x="9" y="7"/>
                      <a:pt x="8" y="9"/>
                      <a:pt x="7" y="10"/>
                    </a:cubicBezTo>
                    <a:cubicBezTo>
                      <a:pt x="6" y="11"/>
                      <a:pt x="4" y="12"/>
                      <a:pt x="2" y="12"/>
                    </a:cubicBezTo>
                    <a:cubicBezTo>
                      <a:pt x="1" y="11"/>
                      <a:pt x="0" y="9"/>
                      <a:pt x="0" y="7"/>
                    </a:cubicBezTo>
                    <a:cubicBezTo>
                      <a:pt x="1" y="5"/>
                      <a:pt x="5" y="1"/>
                      <a:pt x="8" y="1"/>
                    </a:cubicBezTo>
                    <a:cubicBezTo>
                      <a:pt x="9" y="1"/>
                      <a:pt x="11" y="0"/>
                      <a:pt x="1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72" name="Freeform 1972">
                <a:extLst>
                  <a:ext uri="{FF2B5EF4-FFF2-40B4-BE49-F238E27FC236}">
                    <a16:creationId xmlns:a16="http://schemas.microsoft.com/office/drawing/2014/main" id="{98EB8316-B1A9-49E3-96F6-881CEAEADD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81" y="3061"/>
                <a:ext cx="1057" cy="845"/>
              </a:xfrm>
              <a:custGeom>
                <a:avLst/>
                <a:gdLst>
                  <a:gd name="T0" fmla="*/ 2216 w 2597"/>
                  <a:gd name="T1" fmla="*/ 798 h 2077"/>
                  <a:gd name="T2" fmla="*/ 1809 w 2597"/>
                  <a:gd name="T3" fmla="*/ 587 h 2077"/>
                  <a:gd name="T4" fmla="*/ 1602 w 2597"/>
                  <a:gd name="T5" fmla="*/ 421 h 2077"/>
                  <a:gd name="T6" fmla="*/ 1481 w 2597"/>
                  <a:gd name="T7" fmla="*/ 376 h 2077"/>
                  <a:gd name="T8" fmla="*/ 1386 w 2597"/>
                  <a:gd name="T9" fmla="*/ 359 h 2077"/>
                  <a:gd name="T10" fmla="*/ 1317 w 2597"/>
                  <a:gd name="T11" fmla="*/ 308 h 2077"/>
                  <a:gd name="T12" fmla="*/ 1232 w 2597"/>
                  <a:gd name="T13" fmla="*/ 287 h 2077"/>
                  <a:gd name="T14" fmla="*/ 1144 w 2597"/>
                  <a:gd name="T15" fmla="*/ 286 h 2077"/>
                  <a:gd name="T16" fmla="*/ 1079 w 2597"/>
                  <a:gd name="T17" fmla="*/ 274 h 2077"/>
                  <a:gd name="T18" fmla="*/ 972 w 2597"/>
                  <a:gd name="T19" fmla="*/ 215 h 2077"/>
                  <a:gd name="T20" fmla="*/ 871 w 2597"/>
                  <a:gd name="T21" fmla="*/ 146 h 2077"/>
                  <a:gd name="T22" fmla="*/ 816 w 2597"/>
                  <a:gd name="T23" fmla="*/ 150 h 2077"/>
                  <a:gd name="T24" fmla="*/ 734 w 2597"/>
                  <a:gd name="T25" fmla="*/ 130 h 2077"/>
                  <a:gd name="T26" fmla="*/ 653 w 2597"/>
                  <a:gd name="T27" fmla="*/ 104 h 2077"/>
                  <a:gd name="T28" fmla="*/ 551 w 2597"/>
                  <a:gd name="T29" fmla="*/ 33 h 2077"/>
                  <a:gd name="T30" fmla="*/ 512 w 2597"/>
                  <a:gd name="T31" fmla="*/ 13 h 2077"/>
                  <a:gd name="T32" fmla="*/ 464 w 2597"/>
                  <a:gd name="T33" fmla="*/ 5 h 2077"/>
                  <a:gd name="T34" fmla="*/ 386 w 2597"/>
                  <a:gd name="T35" fmla="*/ 23 h 2077"/>
                  <a:gd name="T36" fmla="*/ 385 w 2597"/>
                  <a:gd name="T37" fmla="*/ 55 h 2077"/>
                  <a:gd name="T38" fmla="*/ 357 w 2597"/>
                  <a:gd name="T39" fmla="*/ 68 h 2077"/>
                  <a:gd name="T40" fmla="*/ 269 w 2597"/>
                  <a:gd name="T41" fmla="*/ 58 h 2077"/>
                  <a:gd name="T42" fmla="*/ 226 w 2597"/>
                  <a:gd name="T43" fmla="*/ 69 h 2077"/>
                  <a:gd name="T44" fmla="*/ 169 w 2597"/>
                  <a:gd name="T45" fmla="*/ 86 h 2077"/>
                  <a:gd name="T46" fmla="*/ 156 w 2597"/>
                  <a:gd name="T47" fmla="*/ 164 h 2077"/>
                  <a:gd name="T48" fmla="*/ 159 w 2597"/>
                  <a:gd name="T49" fmla="*/ 205 h 2077"/>
                  <a:gd name="T50" fmla="*/ 205 w 2597"/>
                  <a:gd name="T51" fmla="*/ 229 h 2077"/>
                  <a:gd name="T52" fmla="*/ 158 w 2597"/>
                  <a:gd name="T53" fmla="*/ 257 h 2077"/>
                  <a:gd name="T54" fmla="*/ 162 w 2597"/>
                  <a:gd name="T55" fmla="*/ 304 h 2077"/>
                  <a:gd name="T56" fmla="*/ 190 w 2597"/>
                  <a:gd name="T57" fmla="*/ 326 h 2077"/>
                  <a:gd name="T58" fmla="*/ 121 w 2597"/>
                  <a:gd name="T59" fmla="*/ 410 h 2077"/>
                  <a:gd name="T60" fmla="*/ 442 w 2597"/>
                  <a:gd name="T61" fmla="*/ 507 h 2077"/>
                  <a:gd name="T62" fmla="*/ 393 w 2597"/>
                  <a:gd name="T63" fmla="*/ 917 h 2077"/>
                  <a:gd name="T64" fmla="*/ 65 w 2597"/>
                  <a:gd name="T65" fmla="*/ 1509 h 2077"/>
                  <a:gd name="T66" fmla="*/ 62 w 2597"/>
                  <a:gd name="T67" fmla="*/ 1661 h 2077"/>
                  <a:gd name="T68" fmla="*/ 156 w 2597"/>
                  <a:gd name="T69" fmla="*/ 1758 h 2077"/>
                  <a:gd name="T70" fmla="*/ 185 w 2597"/>
                  <a:gd name="T71" fmla="*/ 1866 h 2077"/>
                  <a:gd name="T72" fmla="*/ 200 w 2597"/>
                  <a:gd name="T73" fmla="*/ 1960 h 2077"/>
                  <a:gd name="T74" fmla="*/ 342 w 2597"/>
                  <a:gd name="T75" fmla="*/ 2061 h 2077"/>
                  <a:gd name="T76" fmla="*/ 486 w 2597"/>
                  <a:gd name="T77" fmla="*/ 1982 h 2077"/>
                  <a:gd name="T78" fmla="*/ 605 w 2597"/>
                  <a:gd name="T79" fmla="*/ 1961 h 2077"/>
                  <a:gd name="T80" fmla="*/ 753 w 2597"/>
                  <a:gd name="T81" fmla="*/ 1991 h 2077"/>
                  <a:gd name="T82" fmla="*/ 873 w 2597"/>
                  <a:gd name="T83" fmla="*/ 2012 h 2077"/>
                  <a:gd name="T84" fmla="*/ 1000 w 2597"/>
                  <a:gd name="T85" fmla="*/ 2049 h 2077"/>
                  <a:gd name="T86" fmla="*/ 1161 w 2597"/>
                  <a:gd name="T87" fmla="*/ 2038 h 2077"/>
                  <a:gd name="T88" fmla="*/ 1349 w 2597"/>
                  <a:gd name="T89" fmla="*/ 1910 h 2077"/>
                  <a:gd name="T90" fmla="*/ 1468 w 2597"/>
                  <a:gd name="T91" fmla="*/ 1932 h 2077"/>
                  <a:gd name="T92" fmla="*/ 1483 w 2597"/>
                  <a:gd name="T93" fmla="*/ 1910 h 2077"/>
                  <a:gd name="T94" fmla="*/ 1526 w 2597"/>
                  <a:gd name="T95" fmla="*/ 1828 h 2077"/>
                  <a:gd name="T96" fmla="*/ 1666 w 2597"/>
                  <a:gd name="T97" fmla="*/ 1717 h 2077"/>
                  <a:gd name="T98" fmla="*/ 1700 w 2597"/>
                  <a:gd name="T99" fmla="*/ 1623 h 2077"/>
                  <a:gd name="T100" fmla="*/ 1707 w 2597"/>
                  <a:gd name="T101" fmla="*/ 1435 h 2077"/>
                  <a:gd name="T102" fmla="*/ 1885 w 2597"/>
                  <a:gd name="T103" fmla="*/ 1277 h 2077"/>
                  <a:gd name="T104" fmla="*/ 2013 w 2597"/>
                  <a:gd name="T105" fmla="*/ 1208 h 2077"/>
                  <a:gd name="T106" fmla="*/ 2037 w 2597"/>
                  <a:gd name="T107" fmla="*/ 1143 h 2077"/>
                  <a:gd name="T108" fmla="*/ 2146 w 2597"/>
                  <a:gd name="T109" fmla="*/ 1117 h 2077"/>
                  <a:gd name="T110" fmla="*/ 2313 w 2597"/>
                  <a:gd name="T111" fmla="*/ 1101 h 2077"/>
                  <a:gd name="T112" fmla="*/ 2462 w 2597"/>
                  <a:gd name="T113" fmla="*/ 1040 h 2077"/>
                  <a:gd name="T114" fmla="*/ 2552 w 2597"/>
                  <a:gd name="T115" fmla="*/ 915 h 2077"/>
                  <a:gd name="T116" fmla="*/ 596 w 2597"/>
                  <a:gd name="T117" fmla="*/ 736 h 2077"/>
                  <a:gd name="T118" fmla="*/ 728 w 2597"/>
                  <a:gd name="T119" fmla="*/ 628 h 2077"/>
                  <a:gd name="T120" fmla="*/ 674 w 2597"/>
                  <a:gd name="T121" fmla="*/ 634 h 20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97" h="2077">
                    <a:moveTo>
                      <a:pt x="2595" y="886"/>
                    </a:moveTo>
                    <a:cubicBezTo>
                      <a:pt x="2595" y="885"/>
                      <a:pt x="2594" y="884"/>
                      <a:pt x="2593" y="883"/>
                    </a:cubicBezTo>
                    <a:cubicBezTo>
                      <a:pt x="2591" y="883"/>
                      <a:pt x="2590" y="883"/>
                      <a:pt x="2589" y="882"/>
                    </a:cubicBezTo>
                    <a:cubicBezTo>
                      <a:pt x="2586" y="881"/>
                      <a:pt x="2583" y="881"/>
                      <a:pt x="2581" y="878"/>
                    </a:cubicBezTo>
                    <a:cubicBezTo>
                      <a:pt x="2580" y="876"/>
                      <a:pt x="2577" y="877"/>
                      <a:pt x="2575" y="875"/>
                    </a:cubicBezTo>
                    <a:cubicBezTo>
                      <a:pt x="2573" y="874"/>
                      <a:pt x="2573" y="870"/>
                      <a:pt x="2573" y="868"/>
                    </a:cubicBezTo>
                    <a:cubicBezTo>
                      <a:pt x="2573" y="864"/>
                      <a:pt x="2576" y="864"/>
                      <a:pt x="2578" y="862"/>
                    </a:cubicBezTo>
                    <a:cubicBezTo>
                      <a:pt x="2578" y="861"/>
                      <a:pt x="2578" y="860"/>
                      <a:pt x="2579" y="859"/>
                    </a:cubicBezTo>
                    <a:cubicBezTo>
                      <a:pt x="2552" y="854"/>
                      <a:pt x="2552" y="854"/>
                      <a:pt x="2552" y="854"/>
                    </a:cubicBezTo>
                    <a:cubicBezTo>
                      <a:pt x="2545" y="845"/>
                      <a:pt x="2545" y="845"/>
                      <a:pt x="2545" y="845"/>
                    </a:cubicBezTo>
                    <a:cubicBezTo>
                      <a:pt x="2508" y="840"/>
                      <a:pt x="2508" y="840"/>
                      <a:pt x="2508" y="840"/>
                    </a:cubicBezTo>
                    <a:cubicBezTo>
                      <a:pt x="2479" y="848"/>
                      <a:pt x="2479" y="848"/>
                      <a:pt x="2479" y="848"/>
                    </a:cubicBezTo>
                    <a:cubicBezTo>
                      <a:pt x="2467" y="860"/>
                      <a:pt x="2467" y="860"/>
                      <a:pt x="2467" y="860"/>
                    </a:cubicBezTo>
                    <a:cubicBezTo>
                      <a:pt x="2456" y="856"/>
                      <a:pt x="2425" y="855"/>
                      <a:pt x="2425" y="855"/>
                    </a:cubicBezTo>
                    <a:cubicBezTo>
                      <a:pt x="2416" y="839"/>
                      <a:pt x="2416" y="839"/>
                      <a:pt x="2416" y="839"/>
                    </a:cubicBezTo>
                    <a:cubicBezTo>
                      <a:pt x="2378" y="821"/>
                      <a:pt x="2378" y="821"/>
                      <a:pt x="2378" y="821"/>
                    </a:cubicBezTo>
                    <a:cubicBezTo>
                      <a:pt x="2327" y="833"/>
                      <a:pt x="2327" y="833"/>
                      <a:pt x="2327" y="833"/>
                    </a:cubicBezTo>
                    <a:cubicBezTo>
                      <a:pt x="2315" y="805"/>
                      <a:pt x="2315" y="805"/>
                      <a:pt x="2315" y="805"/>
                    </a:cubicBezTo>
                    <a:cubicBezTo>
                      <a:pt x="2281" y="786"/>
                      <a:pt x="2281" y="786"/>
                      <a:pt x="2281" y="786"/>
                    </a:cubicBezTo>
                    <a:cubicBezTo>
                      <a:pt x="2237" y="798"/>
                      <a:pt x="2237" y="798"/>
                      <a:pt x="2237" y="798"/>
                    </a:cubicBezTo>
                    <a:cubicBezTo>
                      <a:pt x="2216" y="798"/>
                      <a:pt x="2216" y="798"/>
                      <a:pt x="2216" y="798"/>
                    </a:cubicBezTo>
                    <a:cubicBezTo>
                      <a:pt x="2211" y="784"/>
                      <a:pt x="2211" y="784"/>
                      <a:pt x="2211" y="784"/>
                    </a:cubicBezTo>
                    <a:cubicBezTo>
                      <a:pt x="2224" y="773"/>
                      <a:pt x="2224" y="773"/>
                      <a:pt x="2224" y="773"/>
                    </a:cubicBezTo>
                    <a:cubicBezTo>
                      <a:pt x="2214" y="762"/>
                      <a:pt x="2214" y="762"/>
                      <a:pt x="2214" y="762"/>
                    </a:cubicBezTo>
                    <a:cubicBezTo>
                      <a:pt x="2224" y="749"/>
                      <a:pt x="2224" y="749"/>
                      <a:pt x="2224" y="749"/>
                    </a:cubicBezTo>
                    <a:cubicBezTo>
                      <a:pt x="2214" y="707"/>
                      <a:pt x="2214" y="707"/>
                      <a:pt x="2214" y="707"/>
                    </a:cubicBezTo>
                    <a:cubicBezTo>
                      <a:pt x="2176" y="705"/>
                      <a:pt x="2176" y="705"/>
                      <a:pt x="2176" y="705"/>
                    </a:cubicBezTo>
                    <a:cubicBezTo>
                      <a:pt x="2171" y="689"/>
                      <a:pt x="2171" y="689"/>
                      <a:pt x="2171" y="689"/>
                    </a:cubicBezTo>
                    <a:cubicBezTo>
                      <a:pt x="2148" y="677"/>
                      <a:pt x="2148" y="677"/>
                      <a:pt x="2148" y="677"/>
                    </a:cubicBezTo>
                    <a:cubicBezTo>
                      <a:pt x="2136" y="677"/>
                      <a:pt x="2136" y="677"/>
                      <a:pt x="2136" y="677"/>
                    </a:cubicBezTo>
                    <a:cubicBezTo>
                      <a:pt x="2131" y="667"/>
                      <a:pt x="2131" y="667"/>
                      <a:pt x="2131" y="667"/>
                    </a:cubicBezTo>
                    <a:cubicBezTo>
                      <a:pt x="2094" y="655"/>
                      <a:pt x="2094" y="655"/>
                      <a:pt x="2094" y="655"/>
                    </a:cubicBezTo>
                    <a:cubicBezTo>
                      <a:pt x="2085" y="687"/>
                      <a:pt x="2085" y="687"/>
                      <a:pt x="2085" y="687"/>
                    </a:cubicBezTo>
                    <a:cubicBezTo>
                      <a:pt x="2039" y="683"/>
                      <a:pt x="2039" y="683"/>
                      <a:pt x="2039" y="683"/>
                    </a:cubicBezTo>
                    <a:cubicBezTo>
                      <a:pt x="2019" y="671"/>
                      <a:pt x="2019" y="671"/>
                      <a:pt x="2019" y="671"/>
                    </a:cubicBezTo>
                    <a:cubicBezTo>
                      <a:pt x="2004" y="683"/>
                      <a:pt x="2004" y="683"/>
                      <a:pt x="2004" y="683"/>
                    </a:cubicBezTo>
                    <a:cubicBezTo>
                      <a:pt x="1985" y="660"/>
                      <a:pt x="1985" y="660"/>
                      <a:pt x="1985" y="660"/>
                    </a:cubicBezTo>
                    <a:cubicBezTo>
                      <a:pt x="1939" y="663"/>
                      <a:pt x="1939" y="663"/>
                      <a:pt x="1939" y="663"/>
                    </a:cubicBezTo>
                    <a:cubicBezTo>
                      <a:pt x="1924" y="640"/>
                      <a:pt x="1924" y="640"/>
                      <a:pt x="1924" y="640"/>
                    </a:cubicBezTo>
                    <a:cubicBezTo>
                      <a:pt x="1889" y="617"/>
                      <a:pt x="1889" y="617"/>
                      <a:pt x="1889" y="617"/>
                    </a:cubicBezTo>
                    <a:cubicBezTo>
                      <a:pt x="1832" y="611"/>
                      <a:pt x="1832" y="611"/>
                      <a:pt x="1832" y="611"/>
                    </a:cubicBezTo>
                    <a:cubicBezTo>
                      <a:pt x="1809" y="587"/>
                      <a:pt x="1809" y="587"/>
                      <a:pt x="1809" y="587"/>
                    </a:cubicBezTo>
                    <a:cubicBezTo>
                      <a:pt x="1817" y="560"/>
                      <a:pt x="1817" y="560"/>
                      <a:pt x="1817" y="560"/>
                    </a:cubicBezTo>
                    <a:cubicBezTo>
                      <a:pt x="1773" y="556"/>
                      <a:pt x="1773" y="556"/>
                      <a:pt x="1773" y="556"/>
                    </a:cubicBezTo>
                    <a:cubicBezTo>
                      <a:pt x="1756" y="534"/>
                      <a:pt x="1756" y="534"/>
                      <a:pt x="1756" y="534"/>
                    </a:cubicBezTo>
                    <a:cubicBezTo>
                      <a:pt x="1714" y="519"/>
                      <a:pt x="1714" y="519"/>
                      <a:pt x="1714" y="519"/>
                    </a:cubicBezTo>
                    <a:cubicBezTo>
                      <a:pt x="1710" y="500"/>
                      <a:pt x="1710" y="500"/>
                      <a:pt x="1710" y="500"/>
                    </a:cubicBezTo>
                    <a:cubicBezTo>
                      <a:pt x="1697" y="519"/>
                      <a:pt x="1697" y="519"/>
                      <a:pt x="1697" y="519"/>
                    </a:cubicBezTo>
                    <a:cubicBezTo>
                      <a:pt x="1677" y="504"/>
                      <a:pt x="1677" y="504"/>
                      <a:pt x="1677" y="504"/>
                    </a:cubicBezTo>
                    <a:cubicBezTo>
                      <a:pt x="1695" y="493"/>
                      <a:pt x="1695" y="493"/>
                      <a:pt x="1695" y="493"/>
                    </a:cubicBezTo>
                    <a:cubicBezTo>
                      <a:pt x="1708" y="465"/>
                      <a:pt x="1708" y="465"/>
                      <a:pt x="1708" y="465"/>
                    </a:cubicBezTo>
                    <a:cubicBezTo>
                      <a:pt x="1688" y="449"/>
                      <a:pt x="1688" y="449"/>
                      <a:pt x="1688" y="449"/>
                    </a:cubicBezTo>
                    <a:cubicBezTo>
                      <a:pt x="1662" y="453"/>
                      <a:pt x="1662" y="453"/>
                      <a:pt x="1662" y="453"/>
                    </a:cubicBezTo>
                    <a:cubicBezTo>
                      <a:pt x="1659" y="438"/>
                      <a:pt x="1659" y="438"/>
                      <a:pt x="1659" y="438"/>
                    </a:cubicBezTo>
                    <a:cubicBezTo>
                      <a:pt x="1647" y="436"/>
                      <a:pt x="1647" y="436"/>
                      <a:pt x="1647" y="436"/>
                    </a:cubicBezTo>
                    <a:cubicBezTo>
                      <a:pt x="1638" y="419"/>
                      <a:pt x="1638" y="419"/>
                      <a:pt x="1638" y="419"/>
                    </a:cubicBezTo>
                    <a:cubicBezTo>
                      <a:pt x="1640" y="410"/>
                      <a:pt x="1640" y="410"/>
                      <a:pt x="1640" y="410"/>
                    </a:cubicBezTo>
                    <a:cubicBezTo>
                      <a:pt x="1638" y="410"/>
                      <a:pt x="1636" y="410"/>
                      <a:pt x="1634" y="411"/>
                    </a:cubicBezTo>
                    <a:cubicBezTo>
                      <a:pt x="1631" y="411"/>
                      <a:pt x="1629" y="412"/>
                      <a:pt x="1626" y="413"/>
                    </a:cubicBezTo>
                    <a:cubicBezTo>
                      <a:pt x="1623" y="414"/>
                      <a:pt x="1622" y="418"/>
                      <a:pt x="1619" y="419"/>
                    </a:cubicBezTo>
                    <a:cubicBezTo>
                      <a:pt x="1616" y="421"/>
                      <a:pt x="1614" y="416"/>
                      <a:pt x="1612" y="416"/>
                    </a:cubicBezTo>
                    <a:cubicBezTo>
                      <a:pt x="1610" y="416"/>
                      <a:pt x="1608" y="417"/>
                      <a:pt x="1606" y="418"/>
                    </a:cubicBezTo>
                    <a:cubicBezTo>
                      <a:pt x="1605" y="420"/>
                      <a:pt x="1604" y="422"/>
                      <a:pt x="1602" y="421"/>
                    </a:cubicBezTo>
                    <a:cubicBezTo>
                      <a:pt x="1600" y="420"/>
                      <a:pt x="1599" y="418"/>
                      <a:pt x="1598" y="417"/>
                    </a:cubicBezTo>
                    <a:cubicBezTo>
                      <a:pt x="1596" y="415"/>
                      <a:pt x="1593" y="416"/>
                      <a:pt x="1591" y="416"/>
                    </a:cubicBezTo>
                    <a:cubicBezTo>
                      <a:pt x="1587" y="417"/>
                      <a:pt x="1583" y="419"/>
                      <a:pt x="1578" y="417"/>
                    </a:cubicBezTo>
                    <a:cubicBezTo>
                      <a:pt x="1576" y="417"/>
                      <a:pt x="1574" y="416"/>
                      <a:pt x="1573" y="417"/>
                    </a:cubicBezTo>
                    <a:cubicBezTo>
                      <a:pt x="1571" y="418"/>
                      <a:pt x="1570" y="420"/>
                      <a:pt x="1569" y="421"/>
                    </a:cubicBezTo>
                    <a:cubicBezTo>
                      <a:pt x="1568" y="422"/>
                      <a:pt x="1567" y="421"/>
                      <a:pt x="1566" y="420"/>
                    </a:cubicBezTo>
                    <a:cubicBezTo>
                      <a:pt x="1565" y="419"/>
                      <a:pt x="1564" y="417"/>
                      <a:pt x="1562" y="416"/>
                    </a:cubicBezTo>
                    <a:cubicBezTo>
                      <a:pt x="1560" y="416"/>
                      <a:pt x="1558" y="416"/>
                      <a:pt x="1556" y="416"/>
                    </a:cubicBezTo>
                    <a:cubicBezTo>
                      <a:pt x="1554" y="415"/>
                      <a:pt x="1553" y="414"/>
                      <a:pt x="1552" y="412"/>
                    </a:cubicBezTo>
                    <a:cubicBezTo>
                      <a:pt x="1550" y="406"/>
                      <a:pt x="1545" y="410"/>
                      <a:pt x="1540" y="410"/>
                    </a:cubicBezTo>
                    <a:cubicBezTo>
                      <a:pt x="1538" y="411"/>
                      <a:pt x="1537" y="409"/>
                      <a:pt x="1535" y="408"/>
                    </a:cubicBezTo>
                    <a:cubicBezTo>
                      <a:pt x="1533" y="407"/>
                      <a:pt x="1532" y="407"/>
                      <a:pt x="1530" y="408"/>
                    </a:cubicBezTo>
                    <a:cubicBezTo>
                      <a:pt x="1528" y="409"/>
                      <a:pt x="1526" y="409"/>
                      <a:pt x="1524" y="408"/>
                    </a:cubicBezTo>
                    <a:cubicBezTo>
                      <a:pt x="1523" y="407"/>
                      <a:pt x="1521" y="405"/>
                      <a:pt x="1520" y="404"/>
                    </a:cubicBezTo>
                    <a:cubicBezTo>
                      <a:pt x="1517" y="401"/>
                      <a:pt x="1513" y="402"/>
                      <a:pt x="1510" y="399"/>
                    </a:cubicBezTo>
                    <a:cubicBezTo>
                      <a:pt x="1508" y="397"/>
                      <a:pt x="1508" y="395"/>
                      <a:pt x="1506" y="393"/>
                    </a:cubicBezTo>
                    <a:cubicBezTo>
                      <a:pt x="1505" y="390"/>
                      <a:pt x="1504" y="389"/>
                      <a:pt x="1501" y="388"/>
                    </a:cubicBezTo>
                    <a:cubicBezTo>
                      <a:pt x="1500" y="387"/>
                      <a:pt x="1499" y="386"/>
                      <a:pt x="1498" y="384"/>
                    </a:cubicBezTo>
                    <a:cubicBezTo>
                      <a:pt x="1497" y="382"/>
                      <a:pt x="1497" y="380"/>
                      <a:pt x="1494" y="379"/>
                    </a:cubicBezTo>
                    <a:cubicBezTo>
                      <a:pt x="1492" y="378"/>
                      <a:pt x="1490" y="380"/>
                      <a:pt x="1487" y="380"/>
                    </a:cubicBezTo>
                    <a:cubicBezTo>
                      <a:pt x="1485" y="380"/>
                      <a:pt x="1483" y="378"/>
                      <a:pt x="1481" y="376"/>
                    </a:cubicBezTo>
                    <a:cubicBezTo>
                      <a:pt x="1478" y="373"/>
                      <a:pt x="1475" y="371"/>
                      <a:pt x="1471" y="368"/>
                    </a:cubicBezTo>
                    <a:cubicBezTo>
                      <a:pt x="1468" y="364"/>
                      <a:pt x="1461" y="358"/>
                      <a:pt x="1458" y="366"/>
                    </a:cubicBezTo>
                    <a:cubicBezTo>
                      <a:pt x="1457" y="369"/>
                      <a:pt x="1458" y="372"/>
                      <a:pt x="1458" y="375"/>
                    </a:cubicBezTo>
                    <a:cubicBezTo>
                      <a:pt x="1458" y="376"/>
                      <a:pt x="1458" y="379"/>
                      <a:pt x="1456" y="379"/>
                    </a:cubicBezTo>
                    <a:cubicBezTo>
                      <a:pt x="1452" y="380"/>
                      <a:pt x="1454" y="368"/>
                      <a:pt x="1454" y="367"/>
                    </a:cubicBezTo>
                    <a:cubicBezTo>
                      <a:pt x="1454" y="365"/>
                      <a:pt x="1454" y="363"/>
                      <a:pt x="1453" y="361"/>
                    </a:cubicBezTo>
                    <a:cubicBezTo>
                      <a:pt x="1451" y="360"/>
                      <a:pt x="1450" y="360"/>
                      <a:pt x="1449" y="359"/>
                    </a:cubicBezTo>
                    <a:cubicBezTo>
                      <a:pt x="1445" y="357"/>
                      <a:pt x="1447" y="352"/>
                      <a:pt x="1444" y="349"/>
                    </a:cubicBezTo>
                    <a:cubicBezTo>
                      <a:pt x="1440" y="345"/>
                      <a:pt x="1435" y="351"/>
                      <a:pt x="1431" y="352"/>
                    </a:cubicBezTo>
                    <a:cubicBezTo>
                      <a:pt x="1427" y="352"/>
                      <a:pt x="1426" y="347"/>
                      <a:pt x="1423" y="346"/>
                    </a:cubicBezTo>
                    <a:cubicBezTo>
                      <a:pt x="1418" y="344"/>
                      <a:pt x="1415" y="347"/>
                      <a:pt x="1412" y="349"/>
                    </a:cubicBezTo>
                    <a:cubicBezTo>
                      <a:pt x="1410" y="349"/>
                      <a:pt x="1408" y="349"/>
                      <a:pt x="1407" y="350"/>
                    </a:cubicBezTo>
                    <a:cubicBezTo>
                      <a:pt x="1406" y="351"/>
                      <a:pt x="1405" y="352"/>
                      <a:pt x="1404" y="353"/>
                    </a:cubicBezTo>
                    <a:cubicBezTo>
                      <a:pt x="1401" y="355"/>
                      <a:pt x="1398" y="353"/>
                      <a:pt x="1397" y="357"/>
                    </a:cubicBezTo>
                    <a:cubicBezTo>
                      <a:pt x="1397" y="359"/>
                      <a:pt x="1397" y="361"/>
                      <a:pt x="1397" y="363"/>
                    </a:cubicBezTo>
                    <a:cubicBezTo>
                      <a:pt x="1397" y="365"/>
                      <a:pt x="1399" y="367"/>
                      <a:pt x="1400" y="368"/>
                    </a:cubicBezTo>
                    <a:cubicBezTo>
                      <a:pt x="1401" y="370"/>
                      <a:pt x="1402" y="372"/>
                      <a:pt x="1400" y="373"/>
                    </a:cubicBezTo>
                    <a:cubicBezTo>
                      <a:pt x="1399" y="375"/>
                      <a:pt x="1397" y="373"/>
                      <a:pt x="1396" y="372"/>
                    </a:cubicBezTo>
                    <a:cubicBezTo>
                      <a:pt x="1395" y="370"/>
                      <a:pt x="1395" y="368"/>
                      <a:pt x="1393" y="367"/>
                    </a:cubicBezTo>
                    <a:cubicBezTo>
                      <a:pt x="1391" y="366"/>
                      <a:pt x="1389" y="366"/>
                      <a:pt x="1388" y="364"/>
                    </a:cubicBezTo>
                    <a:cubicBezTo>
                      <a:pt x="1387" y="363"/>
                      <a:pt x="1387" y="361"/>
                      <a:pt x="1386" y="359"/>
                    </a:cubicBezTo>
                    <a:cubicBezTo>
                      <a:pt x="1385" y="357"/>
                      <a:pt x="1383" y="357"/>
                      <a:pt x="1381" y="357"/>
                    </a:cubicBezTo>
                    <a:cubicBezTo>
                      <a:pt x="1379" y="356"/>
                      <a:pt x="1377" y="354"/>
                      <a:pt x="1375" y="353"/>
                    </a:cubicBezTo>
                    <a:cubicBezTo>
                      <a:pt x="1373" y="352"/>
                      <a:pt x="1370" y="353"/>
                      <a:pt x="1368" y="353"/>
                    </a:cubicBezTo>
                    <a:cubicBezTo>
                      <a:pt x="1366" y="354"/>
                      <a:pt x="1365" y="354"/>
                      <a:pt x="1364" y="352"/>
                    </a:cubicBezTo>
                    <a:cubicBezTo>
                      <a:pt x="1362" y="351"/>
                      <a:pt x="1360" y="350"/>
                      <a:pt x="1358" y="349"/>
                    </a:cubicBezTo>
                    <a:cubicBezTo>
                      <a:pt x="1356" y="348"/>
                      <a:pt x="1354" y="347"/>
                      <a:pt x="1354" y="345"/>
                    </a:cubicBezTo>
                    <a:cubicBezTo>
                      <a:pt x="1354" y="343"/>
                      <a:pt x="1355" y="341"/>
                      <a:pt x="1355" y="339"/>
                    </a:cubicBezTo>
                    <a:cubicBezTo>
                      <a:pt x="1354" y="335"/>
                      <a:pt x="1347" y="335"/>
                      <a:pt x="1344" y="335"/>
                    </a:cubicBezTo>
                    <a:cubicBezTo>
                      <a:pt x="1342" y="335"/>
                      <a:pt x="1339" y="335"/>
                      <a:pt x="1338" y="333"/>
                    </a:cubicBezTo>
                    <a:cubicBezTo>
                      <a:pt x="1338" y="332"/>
                      <a:pt x="1338" y="330"/>
                      <a:pt x="1337" y="328"/>
                    </a:cubicBezTo>
                    <a:cubicBezTo>
                      <a:pt x="1336" y="326"/>
                      <a:pt x="1333" y="326"/>
                      <a:pt x="1331" y="326"/>
                    </a:cubicBezTo>
                    <a:cubicBezTo>
                      <a:pt x="1328" y="325"/>
                      <a:pt x="1325" y="325"/>
                      <a:pt x="1322" y="325"/>
                    </a:cubicBezTo>
                    <a:cubicBezTo>
                      <a:pt x="1320" y="325"/>
                      <a:pt x="1317" y="325"/>
                      <a:pt x="1316" y="327"/>
                    </a:cubicBezTo>
                    <a:cubicBezTo>
                      <a:pt x="1315" y="329"/>
                      <a:pt x="1316" y="331"/>
                      <a:pt x="1315" y="333"/>
                    </a:cubicBezTo>
                    <a:cubicBezTo>
                      <a:pt x="1315" y="335"/>
                      <a:pt x="1314" y="333"/>
                      <a:pt x="1314" y="332"/>
                    </a:cubicBezTo>
                    <a:cubicBezTo>
                      <a:pt x="1313" y="330"/>
                      <a:pt x="1312" y="328"/>
                      <a:pt x="1311" y="326"/>
                    </a:cubicBezTo>
                    <a:cubicBezTo>
                      <a:pt x="1310" y="324"/>
                      <a:pt x="1309" y="323"/>
                      <a:pt x="1308" y="321"/>
                    </a:cubicBezTo>
                    <a:cubicBezTo>
                      <a:pt x="1308" y="318"/>
                      <a:pt x="1310" y="317"/>
                      <a:pt x="1312" y="317"/>
                    </a:cubicBezTo>
                    <a:cubicBezTo>
                      <a:pt x="1315" y="317"/>
                      <a:pt x="1318" y="318"/>
                      <a:pt x="1321" y="318"/>
                    </a:cubicBezTo>
                    <a:cubicBezTo>
                      <a:pt x="1323" y="317"/>
                      <a:pt x="1324" y="314"/>
                      <a:pt x="1322" y="312"/>
                    </a:cubicBezTo>
                    <a:cubicBezTo>
                      <a:pt x="1321" y="310"/>
                      <a:pt x="1319" y="309"/>
                      <a:pt x="1317" y="308"/>
                    </a:cubicBezTo>
                    <a:cubicBezTo>
                      <a:pt x="1316" y="307"/>
                      <a:pt x="1314" y="306"/>
                      <a:pt x="1313" y="305"/>
                    </a:cubicBezTo>
                    <a:cubicBezTo>
                      <a:pt x="1312" y="303"/>
                      <a:pt x="1313" y="301"/>
                      <a:pt x="1311" y="300"/>
                    </a:cubicBezTo>
                    <a:cubicBezTo>
                      <a:pt x="1310" y="299"/>
                      <a:pt x="1308" y="299"/>
                      <a:pt x="1307" y="299"/>
                    </a:cubicBezTo>
                    <a:cubicBezTo>
                      <a:pt x="1306" y="298"/>
                      <a:pt x="1305" y="298"/>
                      <a:pt x="1305" y="297"/>
                    </a:cubicBezTo>
                    <a:cubicBezTo>
                      <a:pt x="1304" y="296"/>
                      <a:pt x="1304" y="294"/>
                      <a:pt x="1303" y="293"/>
                    </a:cubicBezTo>
                    <a:cubicBezTo>
                      <a:pt x="1302" y="291"/>
                      <a:pt x="1299" y="292"/>
                      <a:pt x="1297" y="291"/>
                    </a:cubicBezTo>
                    <a:cubicBezTo>
                      <a:pt x="1294" y="291"/>
                      <a:pt x="1292" y="292"/>
                      <a:pt x="1290" y="294"/>
                    </a:cubicBezTo>
                    <a:cubicBezTo>
                      <a:pt x="1288" y="295"/>
                      <a:pt x="1286" y="296"/>
                      <a:pt x="1284" y="296"/>
                    </a:cubicBezTo>
                    <a:cubicBezTo>
                      <a:pt x="1282" y="296"/>
                      <a:pt x="1281" y="297"/>
                      <a:pt x="1280" y="298"/>
                    </a:cubicBezTo>
                    <a:cubicBezTo>
                      <a:pt x="1279" y="299"/>
                      <a:pt x="1279" y="299"/>
                      <a:pt x="1277" y="300"/>
                    </a:cubicBezTo>
                    <a:cubicBezTo>
                      <a:pt x="1274" y="300"/>
                      <a:pt x="1272" y="298"/>
                      <a:pt x="1270" y="300"/>
                    </a:cubicBezTo>
                    <a:cubicBezTo>
                      <a:pt x="1268" y="301"/>
                      <a:pt x="1267" y="301"/>
                      <a:pt x="1267" y="303"/>
                    </a:cubicBezTo>
                    <a:cubicBezTo>
                      <a:pt x="1266" y="304"/>
                      <a:pt x="1266" y="305"/>
                      <a:pt x="1267" y="307"/>
                    </a:cubicBezTo>
                    <a:cubicBezTo>
                      <a:pt x="1267" y="308"/>
                      <a:pt x="1268" y="310"/>
                      <a:pt x="1267" y="311"/>
                    </a:cubicBezTo>
                    <a:cubicBezTo>
                      <a:pt x="1265" y="312"/>
                      <a:pt x="1264" y="310"/>
                      <a:pt x="1263" y="309"/>
                    </a:cubicBezTo>
                    <a:cubicBezTo>
                      <a:pt x="1261" y="307"/>
                      <a:pt x="1259" y="305"/>
                      <a:pt x="1259" y="302"/>
                    </a:cubicBezTo>
                    <a:cubicBezTo>
                      <a:pt x="1256" y="302"/>
                      <a:pt x="1253" y="304"/>
                      <a:pt x="1250" y="305"/>
                    </a:cubicBezTo>
                    <a:cubicBezTo>
                      <a:pt x="1247" y="307"/>
                      <a:pt x="1247" y="301"/>
                      <a:pt x="1247" y="298"/>
                    </a:cubicBezTo>
                    <a:cubicBezTo>
                      <a:pt x="1247" y="297"/>
                      <a:pt x="1248" y="294"/>
                      <a:pt x="1247" y="292"/>
                    </a:cubicBezTo>
                    <a:cubicBezTo>
                      <a:pt x="1246" y="291"/>
                      <a:pt x="1244" y="290"/>
                      <a:pt x="1243" y="289"/>
                    </a:cubicBezTo>
                    <a:cubicBezTo>
                      <a:pt x="1239" y="287"/>
                      <a:pt x="1236" y="287"/>
                      <a:pt x="1232" y="287"/>
                    </a:cubicBezTo>
                    <a:cubicBezTo>
                      <a:pt x="1230" y="287"/>
                      <a:pt x="1228" y="288"/>
                      <a:pt x="1225" y="288"/>
                    </a:cubicBezTo>
                    <a:cubicBezTo>
                      <a:pt x="1224" y="288"/>
                      <a:pt x="1222" y="288"/>
                      <a:pt x="1221" y="289"/>
                    </a:cubicBezTo>
                    <a:cubicBezTo>
                      <a:pt x="1219" y="290"/>
                      <a:pt x="1222" y="291"/>
                      <a:pt x="1221" y="293"/>
                    </a:cubicBezTo>
                    <a:cubicBezTo>
                      <a:pt x="1220" y="294"/>
                      <a:pt x="1217" y="293"/>
                      <a:pt x="1216" y="292"/>
                    </a:cubicBezTo>
                    <a:cubicBezTo>
                      <a:pt x="1216" y="291"/>
                      <a:pt x="1217" y="289"/>
                      <a:pt x="1215" y="288"/>
                    </a:cubicBezTo>
                    <a:cubicBezTo>
                      <a:pt x="1214" y="288"/>
                      <a:pt x="1212" y="289"/>
                      <a:pt x="1211" y="290"/>
                    </a:cubicBezTo>
                    <a:cubicBezTo>
                      <a:pt x="1209" y="291"/>
                      <a:pt x="1209" y="293"/>
                      <a:pt x="1208" y="294"/>
                    </a:cubicBezTo>
                    <a:cubicBezTo>
                      <a:pt x="1206" y="296"/>
                      <a:pt x="1206" y="294"/>
                      <a:pt x="1205" y="292"/>
                    </a:cubicBezTo>
                    <a:cubicBezTo>
                      <a:pt x="1205" y="290"/>
                      <a:pt x="1204" y="288"/>
                      <a:pt x="1202" y="288"/>
                    </a:cubicBezTo>
                    <a:cubicBezTo>
                      <a:pt x="1199" y="289"/>
                      <a:pt x="1198" y="292"/>
                      <a:pt x="1195" y="292"/>
                    </a:cubicBezTo>
                    <a:cubicBezTo>
                      <a:pt x="1193" y="292"/>
                      <a:pt x="1190" y="291"/>
                      <a:pt x="1187" y="292"/>
                    </a:cubicBezTo>
                    <a:cubicBezTo>
                      <a:pt x="1186" y="292"/>
                      <a:pt x="1187" y="292"/>
                      <a:pt x="1187" y="292"/>
                    </a:cubicBezTo>
                    <a:cubicBezTo>
                      <a:pt x="1186" y="292"/>
                      <a:pt x="1185" y="292"/>
                      <a:pt x="1183" y="292"/>
                    </a:cubicBezTo>
                    <a:cubicBezTo>
                      <a:pt x="1182" y="293"/>
                      <a:pt x="1181" y="293"/>
                      <a:pt x="1179" y="293"/>
                    </a:cubicBezTo>
                    <a:cubicBezTo>
                      <a:pt x="1177" y="293"/>
                      <a:pt x="1174" y="293"/>
                      <a:pt x="1172" y="293"/>
                    </a:cubicBezTo>
                    <a:cubicBezTo>
                      <a:pt x="1170" y="292"/>
                      <a:pt x="1168" y="292"/>
                      <a:pt x="1166" y="291"/>
                    </a:cubicBezTo>
                    <a:cubicBezTo>
                      <a:pt x="1165" y="290"/>
                      <a:pt x="1165" y="290"/>
                      <a:pt x="1164" y="289"/>
                    </a:cubicBezTo>
                    <a:cubicBezTo>
                      <a:pt x="1163" y="288"/>
                      <a:pt x="1161" y="288"/>
                      <a:pt x="1160" y="287"/>
                    </a:cubicBezTo>
                    <a:cubicBezTo>
                      <a:pt x="1159" y="287"/>
                      <a:pt x="1158" y="287"/>
                      <a:pt x="1157" y="287"/>
                    </a:cubicBezTo>
                    <a:cubicBezTo>
                      <a:pt x="1155" y="287"/>
                      <a:pt x="1154" y="286"/>
                      <a:pt x="1153" y="286"/>
                    </a:cubicBezTo>
                    <a:cubicBezTo>
                      <a:pt x="1150" y="286"/>
                      <a:pt x="1147" y="286"/>
                      <a:pt x="1144" y="286"/>
                    </a:cubicBezTo>
                    <a:cubicBezTo>
                      <a:pt x="1143" y="287"/>
                      <a:pt x="1142" y="288"/>
                      <a:pt x="1141" y="288"/>
                    </a:cubicBezTo>
                    <a:cubicBezTo>
                      <a:pt x="1140" y="288"/>
                      <a:pt x="1139" y="287"/>
                      <a:pt x="1138" y="288"/>
                    </a:cubicBezTo>
                    <a:cubicBezTo>
                      <a:pt x="1136" y="289"/>
                      <a:pt x="1136" y="292"/>
                      <a:pt x="1133" y="292"/>
                    </a:cubicBezTo>
                    <a:cubicBezTo>
                      <a:pt x="1132" y="292"/>
                      <a:pt x="1131" y="292"/>
                      <a:pt x="1131" y="291"/>
                    </a:cubicBezTo>
                    <a:cubicBezTo>
                      <a:pt x="1131" y="289"/>
                      <a:pt x="1131" y="288"/>
                      <a:pt x="1131" y="287"/>
                    </a:cubicBezTo>
                    <a:cubicBezTo>
                      <a:pt x="1130" y="286"/>
                      <a:pt x="1129" y="286"/>
                      <a:pt x="1128" y="285"/>
                    </a:cubicBezTo>
                    <a:cubicBezTo>
                      <a:pt x="1127" y="285"/>
                      <a:pt x="1126" y="283"/>
                      <a:pt x="1125" y="284"/>
                    </a:cubicBezTo>
                    <a:cubicBezTo>
                      <a:pt x="1122" y="283"/>
                      <a:pt x="1120" y="282"/>
                      <a:pt x="1117" y="283"/>
                    </a:cubicBezTo>
                    <a:cubicBezTo>
                      <a:pt x="1114" y="283"/>
                      <a:pt x="1112" y="284"/>
                      <a:pt x="1110" y="282"/>
                    </a:cubicBezTo>
                    <a:cubicBezTo>
                      <a:pt x="1109" y="282"/>
                      <a:pt x="1109" y="280"/>
                      <a:pt x="1108" y="280"/>
                    </a:cubicBezTo>
                    <a:cubicBezTo>
                      <a:pt x="1107" y="279"/>
                      <a:pt x="1105" y="280"/>
                      <a:pt x="1104" y="279"/>
                    </a:cubicBezTo>
                    <a:cubicBezTo>
                      <a:pt x="1103" y="279"/>
                      <a:pt x="1102" y="279"/>
                      <a:pt x="1101" y="279"/>
                    </a:cubicBezTo>
                    <a:cubicBezTo>
                      <a:pt x="1099" y="279"/>
                      <a:pt x="1098" y="278"/>
                      <a:pt x="1097" y="278"/>
                    </a:cubicBezTo>
                    <a:cubicBezTo>
                      <a:pt x="1095" y="278"/>
                      <a:pt x="1093" y="279"/>
                      <a:pt x="1093" y="281"/>
                    </a:cubicBezTo>
                    <a:cubicBezTo>
                      <a:pt x="1093" y="283"/>
                      <a:pt x="1096" y="286"/>
                      <a:pt x="1093" y="288"/>
                    </a:cubicBezTo>
                    <a:cubicBezTo>
                      <a:pt x="1092" y="288"/>
                      <a:pt x="1091" y="288"/>
                      <a:pt x="1091" y="287"/>
                    </a:cubicBezTo>
                    <a:cubicBezTo>
                      <a:pt x="1090" y="286"/>
                      <a:pt x="1089" y="285"/>
                      <a:pt x="1089" y="283"/>
                    </a:cubicBezTo>
                    <a:cubicBezTo>
                      <a:pt x="1089" y="282"/>
                      <a:pt x="1089" y="280"/>
                      <a:pt x="1088" y="278"/>
                    </a:cubicBezTo>
                    <a:cubicBezTo>
                      <a:pt x="1087" y="277"/>
                      <a:pt x="1086" y="276"/>
                      <a:pt x="1085" y="275"/>
                    </a:cubicBezTo>
                    <a:cubicBezTo>
                      <a:pt x="1084" y="274"/>
                      <a:pt x="1083" y="274"/>
                      <a:pt x="1082" y="274"/>
                    </a:cubicBezTo>
                    <a:cubicBezTo>
                      <a:pt x="1081" y="274"/>
                      <a:pt x="1080" y="274"/>
                      <a:pt x="1079" y="274"/>
                    </a:cubicBezTo>
                    <a:cubicBezTo>
                      <a:pt x="1077" y="274"/>
                      <a:pt x="1076" y="273"/>
                      <a:pt x="1075" y="272"/>
                    </a:cubicBezTo>
                    <a:cubicBezTo>
                      <a:pt x="1074" y="271"/>
                      <a:pt x="1073" y="270"/>
                      <a:pt x="1072" y="270"/>
                    </a:cubicBezTo>
                    <a:cubicBezTo>
                      <a:pt x="1070" y="269"/>
                      <a:pt x="1069" y="269"/>
                      <a:pt x="1067" y="269"/>
                    </a:cubicBezTo>
                    <a:cubicBezTo>
                      <a:pt x="1066" y="268"/>
                      <a:pt x="1064" y="267"/>
                      <a:pt x="1064" y="266"/>
                    </a:cubicBezTo>
                    <a:cubicBezTo>
                      <a:pt x="1063" y="265"/>
                      <a:pt x="1063" y="264"/>
                      <a:pt x="1062" y="263"/>
                    </a:cubicBezTo>
                    <a:cubicBezTo>
                      <a:pt x="1060" y="261"/>
                      <a:pt x="1059" y="259"/>
                      <a:pt x="1056" y="257"/>
                    </a:cubicBezTo>
                    <a:cubicBezTo>
                      <a:pt x="1053" y="255"/>
                      <a:pt x="1049" y="254"/>
                      <a:pt x="1046" y="253"/>
                    </a:cubicBezTo>
                    <a:cubicBezTo>
                      <a:pt x="1043" y="251"/>
                      <a:pt x="1039" y="251"/>
                      <a:pt x="1036" y="249"/>
                    </a:cubicBezTo>
                    <a:cubicBezTo>
                      <a:pt x="1035" y="248"/>
                      <a:pt x="1033" y="246"/>
                      <a:pt x="1032" y="245"/>
                    </a:cubicBezTo>
                    <a:cubicBezTo>
                      <a:pt x="1031" y="245"/>
                      <a:pt x="1029" y="244"/>
                      <a:pt x="1028" y="243"/>
                    </a:cubicBezTo>
                    <a:cubicBezTo>
                      <a:pt x="1027" y="243"/>
                      <a:pt x="1027" y="242"/>
                      <a:pt x="1026" y="242"/>
                    </a:cubicBezTo>
                    <a:cubicBezTo>
                      <a:pt x="1024" y="241"/>
                      <a:pt x="1023" y="240"/>
                      <a:pt x="1021" y="240"/>
                    </a:cubicBezTo>
                    <a:cubicBezTo>
                      <a:pt x="1019" y="239"/>
                      <a:pt x="1017" y="237"/>
                      <a:pt x="1015" y="237"/>
                    </a:cubicBezTo>
                    <a:cubicBezTo>
                      <a:pt x="1014" y="237"/>
                      <a:pt x="1012" y="237"/>
                      <a:pt x="1010" y="236"/>
                    </a:cubicBezTo>
                    <a:cubicBezTo>
                      <a:pt x="1009" y="236"/>
                      <a:pt x="1007" y="235"/>
                      <a:pt x="1006" y="234"/>
                    </a:cubicBezTo>
                    <a:cubicBezTo>
                      <a:pt x="1004" y="233"/>
                      <a:pt x="1003" y="231"/>
                      <a:pt x="1001" y="230"/>
                    </a:cubicBezTo>
                    <a:cubicBezTo>
                      <a:pt x="998" y="229"/>
                      <a:pt x="996" y="228"/>
                      <a:pt x="993" y="227"/>
                    </a:cubicBezTo>
                    <a:cubicBezTo>
                      <a:pt x="991" y="226"/>
                      <a:pt x="990" y="225"/>
                      <a:pt x="988" y="225"/>
                    </a:cubicBezTo>
                    <a:cubicBezTo>
                      <a:pt x="986" y="224"/>
                      <a:pt x="983" y="222"/>
                      <a:pt x="982" y="221"/>
                    </a:cubicBezTo>
                    <a:cubicBezTo>
                      <a:pt x="980" y="219"/>
                      <a:pt x="979" y="218"/>
                      <a:pt x="976" y="217"/>
                    </a:cubicBezTo>
                    <a:cubicBezTo>
                      <a:pt x="975" y="217"/>
                      <a:pt x="973" y="216"/>
                      <a:pt x="972" y="215"/>
                    </a:cubicBezTo>
                    <a:cubicBezTo>
                      <a:pt x="970" y="214"/>
                      <a:pt x="970" y="214"/>
                      <a:pt x="970" y="212"/>
                    </a:cubicBezTo>
                    <a:cubicBezTo>
                      <a:pt x="968" y="209"/>
                      <a:pt x="965" y="206"/>
                      <a:pt x="963" y="204"/>
                    </a:cubicBezTo>
                    <a:cubicBezTo>
                      <a:pt x="961" y="202"/>
                      <a:pt x="960" y="200"/>
                      <a:pt x="958" y="199"/>
                    </a:cubicBezTo>
                    <a:cubicBezTo>
                      <a:pt x="957" y="198"/>
                      <a:pt x="955" y="198"/>
                      <a:pt x="954" y="198"/>
                    </a:cubicBezTo>
                    <a:cubicBezTo>
                      <a:pt x="953" y="197"/>
                      <a:pt x="952" y="196"/>
                      <a:pt x="951" y="196"/>
                    </a:cubicBezTo>
                    <a:cubicBezTo>
                      <a:pt x="947" y="195"/>
                      <a:pt x="945" y="201"/>
                      <a:pt x="941" y="201"/>
                    </a:cubicBezTo>
                    <a:cubicBezTo>
                      <a:pt x="940" y="201"/>
                      <a:pt x="939" y="201"/>
                      <a:pt x="938" y="201"/>
                    </a:cubicBezTo>
                    <a:cubicBezTo>
                      <a:pt x="938" y="200"/>
                      <a:pt x="940" y="199"/>
                      <a:pt x="941" y="199"/>
                    </a:cubicBezTo>
                    <a:cubicBezTo>
                      <a:pt x="943" y="197"/>
                      <a:pt x="944" y="193"/>
                      <a:pt x="944" y="190"/>
                    </a:cubicBezTo>
                    <a:cubicBezTo>
                      <a:pt x="940" y="184"/>
                      <a:pt x="933" y="186"/>
                      <a:pt x="928" y="185"/>
                    </a:cubicBezTo>
                    <a:cubicBezTo>
                      <a:pt x="924" y="184"/>
                      <a:pt x="921" y="182"/>
                      <a:pt x="919" y="181"/>
                    </a:cubicBezTo>
                    <a:cubicBezTo>
                      <a:pt x="916" y="179"/>
                      <a:pt x="913" y="179"/>
                      <a:pt x="910" y="179"/>
                    </a:cubicBezTo>
                    <a:cubicBezTo>
                      <a:pt x="907" y="179"/>
                      <a:pt x="904" y="178"/>
                      <a:pt x="901" y="178"/>
                    </a:cubicBezTo>
                    <a:cubicBezTo>
                      <a:pt x="898" y="177"/>
                      <a:pt x="892" y="179"/>
                      <a:pt x="891" y="176"/>
                    </a:cubicBezTo>
                    <a:cubicBezTo>
                      <a:pt x="891" y="175"/>
                      <a:pt x="892" y="174"/>
                      <a:pt x="891" y="172"/>
                    </a:cubicBezTo>
                    <a:cubicBezTo>
                      <a:pt x="891" y="171"/>
                      <a:pt x="890" y="170"/>
                      <a:pt x="889" y="170"/>
                    </a:cubicBezTo>
                    <a:cubicBezTo>
                      <a:pt x="886" y="169"/>
                      <a:pt x="883" y="169"/>
                      <a:pt x="881" y="167"/>
                    </a:cubicBezTo>
                    <a:cubicBezTo>
                      <a:pt x="878" y="166"/>
                      <a:pt x="879" y="161"/>
                      <a:pt x="879" y="158"/>
                    </a:cubicBezTo>
                    <a:cubicBezTo>
                      <a:pt x="879" y="157"/>
                      <a:pt x="879" y="155"/>
                      <a:pt x="879" y="153"/>
                    </a:cubicBezTo>
                    <a:cubicBezTo>
                      <a:pt x="879" y="150"/>
                      <a:pt x="875" y="147"/>
                      <a:pt x="871" y="146"/>
                    </a:cubicBezTo>
                    <a:cubicBezTo>
                      <a:pt x="871" y="146"/>
                      <a:pt x="871" y="146"/>
                      <a:pt x="871" y="146"/>
                    </a:cubicBezTo>
                    <a:cubicBezTo>
                      <a:pt x="871" y="146"/>
                      <a:pt x="870" y="146"/>
                      <a:pt x="870" y="146"/>
                    </a:cubicBezTo>
                    <a:cubicBezTo>
                      <a:pt x="870" y="146"/>
                      <a:pt x="870" y="146"/>
                      <a:pt x="870" y="146"/>
                    </a:cubicBezTo>
                    <a:cubicBezTo>
                      <a:pt x="870" y="145"/>
                      <a:pt x="869" y="145"/>
                      <a:pt x="869" y="145"/>
                    </a:cubicBezTo>
                    <a:cubicBezTo>
                      <a:pt x="868" y="145"/>
                      <a:pt x="868" y="145"/>
                      <a:pt x="867" y="144"/>
                    </a:cubicBezTo>
                    <a:cubicBezTo>
                      <a:pt x="866" y="142"/>
                      <a:pt x="867" y="140"/>
                      <a:pt x="865" y="139"/>
                    </a:cubicBezTo>
                    <a:cubicBezTo>
                      <a:pt x="864" y="138"/>
                      <a:pt x="862" y="137"/>
                      <a:pt x="861" y="137"/>
                    </a:cubicBezTo>
                    <a:cubicBezTo>
                      <a:pt x="859" y="138"/>
                      <a:pt x="859" y="140"/>
                      <a:pt x="859" y="142"/>
                    </a:cubicBezTo>
                    <a:cubicBezTo>
                      <a:pt x="857" y="145"/>
                      <a:pt x="851" y="144"/>
                      <a:pt x="848" y="145"/>
                    </a:cubicBezTo>
                    <a:cubicBezTo>
                      <a:pt x="846" y="145"/>
                      <a:pt x="844" y="146"/>
                      <a:pt x="843" y="147"/>
                    </a:cubicBezTo>
                    <a:cubicBezTo>
                      <a:pt x="841" y="148"/>
                      <a:pt x="841" y="149"/>
                      <a:pt x="841" y="151"/>
                    </a:cubicBezTo>
                    <a:cubicBezTo>
                      <a:pt x="842" y="152"/>
                      <a:pt x="842" y="152"/>
                      <a:pt x="842" y="153"/>
                    </a:cubicBezTo>
                    <a:cubicBezTo>
                      <a:pt x="842" y="153"/>
                      <a:pt x="842" y="154"/>
                      <a:pt x="842" y="154"/>
                    </a:cubicBezTo>
                    <a:cubicBezTo>
                      <a:pt x="842" y="155"/>
                      <a:pt x="843" y="155"/>
                      <a:pt x="843" y="155"/>
                    </a:cubicBezTo>
                    <a:cubicBezTo>
                      <a:pt x="845" y="157"/>
                      <a:pt x="840" y="157"/>
                      <a:pt x="839" y="156"/>
                    </a:cubicBezTo>
                    <a:cubicBezTo>
                      <a:pt x="838" y="156"/>
                      <a:pt x="838" y="155"/>
                      <a:pt x="837" y="155"/>
                    </a:cubicBezTo>
                    <a:cubicBezTo>
                      <a:pt x="836" y="154"/>
                      <a:pt x="835" y="154"/>
                      <a:pt x="834" y="154"/>
                    </a:cubicBezTo>
                    <a:cubicBezTo>
                      <a:pt x="833" y="154"/>
                      <a:pt x="831" y="155"/>
                      <a:pt x="830" y="154"/>
                    </a:cubicBezTo>
                    <a:cubicBezTo>
                      <a:pt x="829" y="153"/>
                      <a:pt x="829" y="153"/>
                      <a:pt x="828" y="152"/>
                    </a:cubicBezTo>
                    <a:cubicBezTo>
                      <a:pt x="828" y="152"/>
                      <a:pt x="827" y="151"/>
                      <a:pt x="827" y="150"/>
                    </a:cubicBezTo>
                    <a:cubicBezTo>
                      <a:pt x="825" y="149"/>
                      <a:pt x="823" y="150"/>
                      <a:pt x="821" y="150"/>
                    </a:cubicBezTo>
                    <a:cubicBezTo>
                      <a:pt x="820" y="150"/>
                      <a:pt x="818" y="150"/>
                      <a:pt x="816" y="150"/>
                    </a:cubicBezTo>
                    <a:cubicBezTo>
                      <a:pt x="814" y="150"/>
                      <a:pt x="813" y="151"/>
                      <a:pt x="812" y="151"/>
                    </a:cubicBezTo>
                    <a:cubicBezTo>
                      <a:pt x="810" y="151"/>
                      <a:pt x="808" y="151"/>
                      <a:pt x="806" y="151"/>
                    </a:cubicBezTo>
                    <a:cubicBezTo>
                      <a:pt x="805" y="151"/>
                      <a:pt x="803" y="151"/>
                      <a:pt x="802" y="150"/>
                    </a:cubicBezTo>
                    <a:cubicBezTo>
                      <a:pt x="801" y="149"/>
                      <a:pt x="800" y="147"/>
                      <a:pt x="798" y="146"/>
                    </a:cubicBezTo>
                    <a:cubicBezTo>
                      <a:pt x="796" y="145"/>
                      <a:pt x="795" y="146"/>
                      <a:pt x="794" y="146"/>
                    </a:cubicBezTo>
                    <a:cubicBezTo>
                      <a:pt x="793" y="146"/>
                      <a:pt x="791" y="145"/>
                      <a:pt x="792" y="144"/>
                    </a:cubicBezTo>
                    <a:cubicBezTo>
                      <a:pt x="792" y="142"/>
                      <a:pt x="792" y="141"/>
                      <a:pt x="792" y="140"/>
                    </a:cubicBezTo>
                    <a:cubicBezTo>
                      <a:pt x="792" y="137"/>
                      <a:pt x="790" y="137"/>
                      <a:pt x="788" y="136"/>
                    </a:cubicBezTo>
                    <a:cubicBezTo>
                      <a:pt x="785" y="136"/>
                      <a:pt x="782" y="136"/>
                      <a:pt x="780" y="136"/>
                    </a:cubicBezTo>
                    <a:cubicBezTo>
                      <a:pt x="778" y="137"/>
                      <a:pt x="775" y="136"/>
                      <a:pt x="773" y="137"/>
                    </a:cubicBezTo>
                    <a:cubicBezTo>
                      <a:pt x="772" y="137"/>
                      <a:pt x="771" y="138"/>
                      <a:pt x="769" y="138"/>
                    </a:cubicBezTo>
                    <a:cubicBezTo>
                      <a:pt x="769" y="138"/>
                      <a:pt x="768" y="138"/>
                      <a:pt x="767" y="138"/>
                    </a:cubicBezTo>
                    <a:cubicBezTo>
                      <a:pt x="767" y="138"/>
                      <a:pt x="766" y="138"/>
                      <a:pt x="766" y="138"/>
                    </a:cubicBezTo>
                    <a:cubicBezTo>
                      <a:pt x="766" y="138"/>
                      <a:pt x="767" y="138"/>
                      <a:pt x="767" y="138"/>
                    </a:cubicBezTo>
                    <a:cubicBezTo>
                      <a:pt x="767" y="138"/>
                      <a:pt x="767" y="138"/>
                      <a:pt x="767" y="138"/>
                    </a:cubicBezTo>
                    <a:cubicBezTo>
                      <a:pt x="762" y="137"/>
                      <a:pt x="758" y="134"/>
                      <a:pt x="754" y="132"/>
                    </a:cubicBezTo>
                    <a:cubicBezTo>
                      <a:pt x="751" y="130"/>
                      <a:pt x="748" y="128"/>
                      <a:pt x="745" y="128"/>
                    </a:cubicBezTo>
                    <a:cubicBezTo>
                      <a:pt x="744" y="128"/>
                      <a:pt x="743" y="128"/>
                      <a:pt x="742" y="128"/>
                    </a:cubicBezTo>
                    <a:cubicBezTo>
                      <a:pt x="741" y="129"/>
                      <a:pt x="741" y="130"/>
                      <a:pt x="740" y="130"/>
                    </a:cubicBezTo>
                    <a:cubicBezTo>
                      <a:pt x="739" y="130"/>
                      <a:pt x="738" y="130"/>
                      <a:pt x="737" y="130"/>
                    </a:cubicBezTo>
                    <a:cubicBezTo>
                      <a:pt x="736" y="130"/>
                      <a:pt x="735" y="130"/>
                      <a:pt x="734" y="130"/>
                    </a:cubicBezTo>
                    <a:cubicBezTo>
                      <a:pt x="731" y="129"/>
                      <a:pt x="728" y="127"/>
                      <a:pt x="725" y="125"/>
                    </a:cubicBezTo>
                    <a:cubicBezTo>
                      <a:pt x="722" y="124"/>
                      <a:pt x="719" y="123"/>
                      <a:pt x="716" y="122"/>
                    </a:cubicBezTo>
                    <a:cubicBezTo>
                      <a:pt x="714" y="122"/>
                      <a:pt x="711" y="121"/>
                      <a:pt x="709" y="120"/>
                    </a:cubicBezTo>
                    <a:cubicBezTo>
                      <a:pt x="708" y="119"/>
                      <a:pt x="706" y="119"/>
                      <a:pt x="705" y="118"/>
                    </a:cubicBezTo>
                    <a:cubicBezTo>
                      <a:pt x="701" y="117"/>
                      <a:pt x="698" y="117"/>
                      <a:pt x="695" y="117"/>
                    </a:cubicBezTo>
                    <a:cubicBezTo>
                      <a:pt x="694" y="118"/>
                      <a:pt x="692" y="118"/>
                      <a:pt x="691" y="118"/>
                    </a:cubicBezTo>
                    <a:cubicBezTo>
                      <a:pt x="690" y="118"/>
                      <a:pt x="689" y="119"/>
                      <a:pt x="688" y="120"/>
                    </a:cubicBezTo>
                    <a:cubicBezTo>
                      <a:pt x="687" y="120"/>
                      <a:pt x="687" y="121"/>
                      <a:pt x="686" y="122"/>
                    </a:cubicBezTo>
                    <a:cubicBezTo>
                      <a:pt x="685" y="124"/>
                      <a:pt x="685" y="126"/>
                      <a:pt x="684" y="128"/>
                    </a:cubicBezTo>
                    <a:cubicBezTo>
                      <a:pt x="684" y="131"/>
                      <a:pt x="682" y="134"/>
                      <a:pt x="681" y="137"/>
                    </a:cubicBezTo>
                    <a:cubicBezTo>
                      <a:pt x="680" y="139"/>
                      <a:pt x="679" y="142"/>
                      <a:pt x="676" y="141"/>
                    </a:cubicBezTo>
                    <a:cubicBezTo>
                      <a:pt x="675" y="139"/>
                      <a:pt x="677" y="135"/>
                      <a:pt x="679" y="133"/>
                    </a:cubicBezTo>
                    <a:cubicBezTo>
                      <a:pt x="680" y="132"/>
                      <a:pt x="680" y="131"/>
                      <a:pt x="680" y="129"/>
                    </a:cubicBezTo>
                    <a:cubicBezTo>
                      <a:pt x="681" y="128"/>
                      <a:pt x="681" y="126"/>
                      <a:pt x="682" y="124"/>
                    </a:cubicBezTo>
                    <a:cubicBezTo>
                      <a:pt x="682" y="122"/>
                      <a:pt x="683" y="120"/>
                      <a:pt x="683" y="118"/>
                    </a:cubicBezTo>
                    <a:cubicBezTo>
                      <a:pt x="683" y="112"/>
                      <a:pt x="675" y="112"/>
                      <a:pt x="671" y="113"/>
                    </a:cubicBezTo>
                    <a:cubicBezTo>
                      <a:pt x="669" y="113"/>
                      <a:pt x="666" y="114"/>
                      <a:pt x="665" y="113"/>
                    </a:cubicBezTo>
                    <a:cubicBezTo>
                      <a:pt x="665" y="112"/>
                      <a:pt x="665" y="111"/>
                      <a:pt x="665" y="110"/>
                    </a:cubicBezTo>
                    <a:cubicBezTo>
                      <a:pt x="665" y="109"/>
                      <a:pt x="664" y="108"/>
                      <a:pt x="664" y="107"/>
                    </a:cubicBezTo>
                    <a:cubicBezTo>
                      <a:pt x="662" y="107"/>
                      <a:pt x="661" y="105"/>
                      <a:pt x="659" y="105"/>
                    </a:cubicBezTo>
                    <a:cubicBezTo>
                      <a:pt x="657" y="104"/>
                      <a:pt x="655" y="104"/>
                      <a:pt x="653" y="104"/>
                    </a:cubicBezTo>
                    <a:cubicBezTo>
                      <a:pt x="652" y="104"/>
                      <a:pt x="650" y="103"/>
                      <a:pt x="648" y="103"/>
                    </a:cubicBezTo>
                    <a:cubicBezTo>
                      <a:pt x="646" y="103"/>
                      <a:pt x="644" y="102"/>
                      <a:pt x="642" y="102"/>
                    </a:cubicBezTo>
                    <a:cubicBezTo>
                      <a:pt x="640" y="103"/>
                      <a:pt x="639" y="103"/>
                      <a:pt x="637" y="103"/>
                    </a:cubicBezTo>
                    <a:cubicBezTo>
                      <a:pt x="632" y="103"/>
                      <a:pt x="626" y="103"/>
                      <a:pt x="621" y="101"/>
                    </a:cubicBezTo>
                    <a:cubicBezTo>
                      <a:pt x="619" y="100"/>
                      <a:pt x="618" y="98"/>
                      <a:pt x="616" y="97"/>
                    </a:cubicBezTo>
                    <a:cubicBezTo>
                      <a:pt x="614" y="95"/>
                      <a:pt x="612" y="94"/>
                      <a:pt x="609" y="93"/>
                    </a:cubicBezTo>
                    <a:cubicBezTo>
                      <a:pt x="608" y="93"/>
                      <a:pt x="607" y="93"/>
                      <a:pt x="605" y="92"/>
                    </a:cubicBezTo>
                    <a:cubicBezTo>
                      <a:pt x="604" y="91"/>
                      <a:pt x="603" y="91"/>
                      <a:pt x="601" y="90"/>
                    </a:cubicBezTo>
                    <a:cubicBezTo>
                      <a:pt x="599" y="90"/>
                      <a:pt x="597" y="91"/>
                      <a:pt x="595" y="91"/>
                    </a:cubicBezTo>
                    <a:cubicBezTo>
                      <a:pt x="594" y="91"/>
                      <a:pt x="593" y="91"/>
                      <a:pt x="591" y="90"/>
                    </a:cubicBezTo>
                    <a:cubicBezTo>
                      <a:pt x="590" y="89"/>
                      <a:pt x="591" y="88"/>
                      <a:pt x="591" y="87"/>
                    </a:cubicBezTo>
                    <a:cubicBezTo>
                      <a:pt x="591" y="85"/>
                      <a:pt x="590" y="83"/>
                      <a:pt x="589" y="82"/>
                    </a:cubicBezTo>
                    <a:cubicBezTo>
                      <a:pt x="587" y="78"/>
                      <a:pt x="583" y="75"/>
                      <a:pt x="581" y="71"/>
                    </a:cubicBezTo>
                    <a:cubicBezTo>
                      <a:pt x="579" y="69"/>
                      <a:pt x="578" y="67"/>
                      <a:pt x="578" y="65"/>
                    </a:cubicBezTo>
                    <a:cubicBezTo>
                      <a:pt x="578" y="64"/>
                      <a:pt x="577" y="63"/>
                      <a:pt x="577" y="61"/>
                    </a:cubicBezTo>
                    <a:cubicBezTo>
                      <a:pt x="576" y="59"/>
                      <a:pt x="575" y="57"/>
                      <a:pt x="575" y="56"/>
                    </a:cubicBezTo>
                    <a:cubicBezTo>
                      <a:pt x="574" y="54"/>
                      <a:pt x="573" y="52"/>
                      <a:pt x="572" y="50"/>
                    </a:cubicBezTo>
                    <a:cubicBezTo>
                      <a:pt x="572" y="46"/>
                      <a:pt x="569" y="42"/>
                      <a:pt x="565" y="41"/>
                    </a:cubicBezTo>
                    <a:cubicBezTo>
                      <a:pt x="563" y="41"/>
                      <a:pt x="562" y="41"/>
                      <a:pt x="561" y="39"/>
                    </a:cubicBezTo>
                    <a:cubicBezTo>
                      <a:pt x="559" y="36"/>
                      <a:pt x="558" y="35"/>
                      <a:pt x="556" y="34"/>
                    </a:cubicBezTo>
                    <a:cubicBezTo>
                      <a:pt x="554" y="34"/>
                      <a:pt x="552" y="34"/>
                      <a:pt x="551" y="33"/>
                    </a:cubicBezTo>
                    <a:cubicBezTo>
                      <a:pt x="550" y="32"/>
                      <a:pt x="550" y="30"/>
                      <a:pt x="548" y="31"/>
                    </a:cubicBezTo>
                    <a:cubicBezTo>
                      <a:pt x="546" y="31"/>
                      <a:pt x="544" y="31"/>
                      <a:pt x="543" y="31"/>
                    </a:cubicBezTo>
                    <a:cubicBezTo>
                      <a:pt x="541" y="31"/>
                      <a:pt x="539" y="31"/>
                      <a:pt x="538" y="33"/>
                    </a:cubicBezTo>
                    <a:cubicBezTo>
                      <a:pt x="537" y="34"/>
                      <a:pt x="537" y="35"/>
                      <a:pt x="537" y="37"/>
                    </a:cubicBezTo>
                    <a:cubicBezTo>
                      <a:pt x="537" y="40"/>
                      <a:pt x="535" y="42"/>
                      <a:pt x="532" y="41"/>
                    </a:cubicBezTo>
                    <a:cubicBezTo>
                      <a:pt x="530" y="41"/>
                      <a:pt x="529" y="39"/>
                      <a:pt x="530" y="38"/>
                    </a:cubicBezTo>
                    <a:cubicBezTo>
                      <a:pt x="531" y="37"/>
                      <a:pt x="532" y="36"/>
                      <a:pt x="532" y="35"/>
                    </a:cubicBezTo>
                    <a:cubicBezTo>
                      <a:pt x="533" y="34"/>
                      <a:pt x="533" y="33"/>
                      <a:pt x="533" y="32"/>
                    </a:cubicBezTo>
                    <a:cubicBezTo>
                      <a:pt x="534" y="30"/>
                      <a:pt x="535" y="29"/>
                      <a:pt x="533" y="28"/>
                    </a:cubicBezTo>
                    <a:cubicBezTo>
                      <a:pt x="532" y="26"/>
                      <a:pt x="531" y="25"/>
                      <a:pt x="530" y="24"/>
                    </a:cubicBezTo>
                    <a:cubicBezTo>
                      <a:pt x="529" y="24"/>
                      <a:pt x="528" y="23"/>
                      <a:pt x="526" y="23"/>
                    </a:cubicBezTo>
                    <a:cubicBezTo>
                      <a:pt x="525" y="22"/>
                      <a:pt x="524" y="23"/>
                      <a:pt x="522" y="23"/>
                    </a:cubicBezTo>
                    <a:cubicBezTo>
                      <a:pt x="518" y="24"/>
                      <a:pt x="518" y="19"/>
                      <a:pt x="518" y="17"/>
                    </a:cubicBezTo>
                    <a:cubicBezTo>
                      <a:pt x="518" y="13"/>
                      <a:pt x="522" y="13"/>
                      <a:pt x="525" y="12"/>
                    </a:cubicBezTo>
                    <a:cubicBezTo>
                      <a:pt x="526" y="11"/>
                      <a:pt x="527" y="11"/>
                      <a:pt x="527" y="9"/>
                    </a:cubicBezTo>
                    <a:cubicBezTo>
                      <a:pt x="527" y="8"/>
                      <a:pt x="527" y="6"/>
                      <a:pt x="526" y="5"/>
                    </a:cubicBezTo>
                    <a:cubicBezTo>
                      <a:pt x="525" y="5"/>
                      <a:pt x="523" y="5"/>
                      <a:pt x="521" y="5"/>
                    </a:cubicBezTo>
                    <a:cubicBezTo>
                      <a:pt x="519" y="6"/>
                      <a:pt x="517" y="9"/>
                      <a:pt x="516" y="12"/>
                    </a:cubicBezTo>
                    <a:cubicBezTo>
                      <a:pt x="515" y="12"/>
                      <a:pt x="515" y="13"/>
                      <a:pt x="514" y="13"/>
                    </a:cubicBezTo>
                    <a:cubicBezTo>
                      <a:pt x="514" y="13"/>
                      <a:pt x="514" y="13"/>
                      <a:pt x="514" y="13"/>
                    </a:cubicBezTo>
                    <a:cubicBezTo>
                      <a:pt x="513" y="13"/>
                      <a:pt x="512" y="13"/>
                      <a:pt x="512" y="13"/>
                    </a:cubicBezTo>
                    <a:cubicBezTo>
                      <a:pt x="510" y="14"/>
                      <a:pt x="510" y="13"/>
                      <a:pt x="509" y="13"/>
                    </a:cubicBezTo>
                    <a:cubicBezTo>
                      <a:pt x="508" y="13"/>
                      <a:pt x="507" y="14"/>
                      <a:pt x="506" y="14"/>
                    </a:cubicBezTo>
                    <a:cubicBezTo>
                      <a:pt x="504" y="14"/>
                      <a:pt x="501" y="14"/>
                      <a:pt x="499" y="14"/>
                    </a:cubicBezTo>
                    <a:cubicBezTo>
                      <a:pt x="498" y="14"/>
                      <a:pt x="497" y="15"/>
                      <a:pt x="496" y="16"/>
                    </a:cubicBezTo>
                    <a:cubicBezTo>
                      <a:pt x="496" y="16"/>
                      <a:pt x="496" y="17"/>
                      <a:pt x="495" y="17"/>
                    </a:cubicBezTo>
                    <a:cubicBezTo>
                      <a:pt x="494" y="19"/>
                      <a:pt x="492" y="18"/>
                      <a:pt x="491" y="19"/>
                    </a:cubicBezTo>
                    <a:cubicBezTo>
                      <a:pt x="490" y="21"/>
                      <a:pt x="491" y="24"/>
                      <a:pt x="489" y="23"/>
                    </a:cubicBezTo>
                    <a:cubicBezTo>
                      <a:pt x="487" y="23"/>
                      <a:pt x="486" y="20"/>
                      <a:pt x="484" y="21"/>
                    </a:cubicBezTo>
                    <a:cubicBezTo>
                      <a:pt x="482" y="22"/>
                      <a:pt x="482" y="25"/>
                      <a:pt x="481" y="26"/>
                    </a:cubicBezTo>
                    <a:cubicBezTo>
                      <a:pt x="480" y="28"/>
                      <a:pt x="478" y="28"/>
                      <a:pt x="476" y="28"/>
                    </a:cubicBezTo>
                    <a:cubicBezTo>
                      <a:pt x="474" y="28"/>
                      <a:pt x="473" y="25"/>
                      <a:pt x="473" y="23"/>
                    </a:cubicBezTo>
                    <a:cubicBezTo>
                      <a:pt x="473" y="21"/>
                      <a:pt x="474" y="19"/>
                      <a:pt x="476" y="19"/>
                    </a:cubicBezTo>
                    <a:cubicBezTo>
                      <a:pt x="477" y="18"/>
                      <a:pt x="480" y="18"/>
                      <a:pt x="481" y="16"/>
                    </a:cubicBezTo>
                    <a:cubicBezTo>
                      <a:pt x="482" y="15"/>
                      <a:pt x="481" y="13"/>
                      <a:pt x="482" y="11"/>
                    </a:cubicBezTo>
                    <a:cubicBezTo>
                      <a:pt x="483" y="9"/>
                      <a:pt x="484" y="8"/>
                      <a:pt x="486" y="7"/>
                    </a:cubicBezTo>
                    <a:cubicBezTo>
                      <a:pt x="487" y="6"/>
                      <a:pt x="490" y="5"/>
                      <a:pt x="490" y="3"/>
                    </a:cubicBezTo>
                    <a:cubicBezTo>
                      <a:pt x="490" y="1"/>
                      <a:pt x="487" y="0"/>
                      <a:pt x="485" y="0"/>
                    </a:cubicBezTo>
                    <a:cubicBezTo>
                      <a:pt x="482" y="0"/>
                      <a:pt x="479" y="0"/>
                      <a:pt x="477" y="0"/>
                    </a:cubicBezTo>
                    <a:cubicBezTo>
                      <a:pt x="474" y="1"/>
                      <a:pt x="472" y="1"/>
                      <a:pt x="470" y="2"/>
                    </a:cubicBezTo>
                    <a:cubicBezTo>
                      <a:pt x="469" y="3"/>
                      <a:pt x="468" y="4"/>
                      <a:pt x="467" y="5"/>
                    </a:cubicBezTo>
                    <a:cubicBezTo>
                      <a:pt x="466" y="5"/>
                      <a:pt x="465" y="5"/>
                      <a:pt x="464" y="5"/>
                    </a:cubicBezTo>
                    <a:cubicBezTo>
                      <a:pt x="463" y="5"/>
                      <a:pt x="461" y="5"/>
                      <a:pt x="460" y="6"/>
                    </a:cubicBezTo>
                    <a:cubicBezTo>
                      <a:pt x="459" y="6"/>
                      <a:pt x="459" y="6"/>
                      <a:pt x="458" y="6"/>
                    </a:cubicBezTo>
                    <a:cubicBezTo>
                      <a:pt x="454" y="5"/>
                      <a:pt x="452" y="12"/>
                      <a:pt x="449" y="8"/>
                    </a:cubicBezTo>
                    <a:cubicBezTo>
                      <a:pt x="447" y="7"/>
                      <a:pt x="446" y="5"/>
                      <a:pt x="443" y="6"/>
                    </a:cubicBezTo>
                    <a:cubicBezTo>
                      <a:pt x="442" y="6"/>
                      <a:pt x="441" y="8"/>
                      <a:pt x="440" y="10"/>
                    </a:cubicBezTo>
                    <a:cubicBezTo>
                      <a:pt x="439" y="11"/>
                      <a:pt x="439" y="12"/>
                      <a:pt x="440" y="14"/>
                    </a:cubicBezTo>
                    <a:cubicBezTo>
                      <a:pt x="440" y="16"/>
                      <a:pt x="440" y="18"/>
                      <a:pt x="439" y="20"/>
                    </a:cubicBezTo>
                    <a:cubicBezTo>
                      <a:pt x="439" y="21"/>
                      <a:pt x="438" y="23"/>
                      <a:pt x="437" y="24"/>
                    </a:cubicBezTo>
                    <a:cubicBezTo>
                      <a:pt x="434" y="24"/>
                      <a:pt x="434" y="22"/>
                      <a:pt x="434" y="21"/>
                    </a:cubicBezTo>
                    <a:cubicBezTo>
                      <a:pt x="433" y="16"/>
                      <a:pt x="429" y="16"/>
                      <a:pt x="425" y="18"/>
                    </a:cubicBezTo>
                    <a:cubicBezTo>
                      <a:pt x="424" y="18"/>
                      <a:pt x="422" y="20"/>
                      <a:pt x="422" y="21"/>
                    </a:cubicBezTo>
                    <a:cubicBezTo>
                      <a:pt x="421" y="22"/>
                      <a:pt x="420" y="24"/>
                      <a:pt x="418" y="23"/>
                    </a:cubicBezTo>
                    <a:cubicBezTo>
                      <a:pt x="416" y="22"/>
                      <a:pt x="417" y="17"/>
                      <a:pt x="414" y="18"/>
                    </a:cubicBezTo>
                    <a:cubicBezTo>
                      <a:pt x="413" y="18"/>
                      <a:pt x="411" y="19"/>
                      <a:pt x="411" y="21"/>
                    </a:cubicBezTo>
                    <a:cubicBezTo>
                      <a:pt x="410" y="23"/>
                      <a:pt x="410" y="23"/>
                      <a:pt x="407" y="24"/>
                    </a:cubicBezTo>
                    <a:cubicBezTo>
                      <a:pt x="406" y="24"/>
                      <a:pt x="405" y="25"/>
                      <a:pt x="404" y="26"/>
                    </a:cubicBezTo>
                    <a:cubicBezTo>
                      <a:pt x="403" y="26"/>
                      <a:pt x="402" y="26"/>
                      <a:pt x="401" y="26"/>
                    </a:cubicBezTo>
                    <a:cubicBezTo>
                      <a:pt x="400" y="26"/>
                      <a:pt x="398" y="26"/>
                      <a:pt x="397" y="26"/>
                    </a:cubicBezTo>
                    <a:cubicBezTo>
                      <a:pt x="396" y="26"/>
                      <a:pt x="395" y="26"/>
                      <a:pt x="394" y="26"/>
                    </a:cubicBezTo>
                    <a:cubicBezTo>
                      <a:pt x="393" y="27"/>
                      <a:pt x="392" y="27"/>
                      <a:pt x="391" y="27"/>
                    </a:cubicBezTo>
                    <a:cubicBezTo>
                      <a:pt x="389" y="26"/>
                      <a:pt x="388" y="24"/>
                      <a:pt x="386" y="23"/>
                    </a:cubicBezTo>
                    <a:cubicBezTo>
                      <a:pt x="385" y="23"/>
                      <a:pt x="385" y="23"/>
                      <a:pt x="384" y="22"/>
                    </a:cubicBezTo>
                    <a:cubicBezTo>
                      <a:pt x="383" y="21"/>
                      <a:pt x="382" y="20"/>
                      <a:pt x="381" y="19"/>
                    </a:cubicBezTo>
                    <a:cubicBezTo>
                      <a:pt x="379" y="22"/>
                      <a:pt x="379" y="25"/>
                      <a:pt x="381" y="28"/>
                    </a:cubicBezTo>
                    <a:cubicBezTo>
                      <a:pt x="382" y="28"/>
                      <a:pt x="384" y="29"/>
                      <a:pt x="384" y="30"/>
                    </a:cubicBezTo>
                    <a:cubicBezTo>
                      <a:pt x="385" y="32"/>
                      <a:pt x="383" y="33"/>
                      <a:pt x="382" y="34"/>
                    </a:cubicBezTo>
                    <a:cubicBezTo>
                      <a:pt x="380" y="36"/>
                      <a:pt x="377" y="36"/>
                      <a:pt x="374" y="38"/>
                    </a:cubicBezTo>
                    <a:cubicBezTo>
                      <a:pt x="372" y="39"/>
                      <a:pt x="370" y="42"/>
                      <a:pt x="369" y="44"/>
                    </a:cubicBezTo>
                    <a:cubicBezTo>
                      <a:pt x="368" y="45"/>
                      <a:pt x="367" y="47"/>
                      <a:pt x="368" y="48"/>
                    </a:cubicBezTo>
                    <a:cubicBezTo>
                      <a:pt x="369" y="50"/>
                      <a:pt x="370" y="49"/>
                      <a:pt x="372" y="49"/>
                    </a:cubicBezTo>
                    <a:cubicBezTo>
                      <a:pt x="375" y="49"/>
                      <a:pt x="378" y="51"/>
                      <a:pt x="381" y="49"/>
                    </a:cubicBezTo>
                    <a:cubicBezTo>
                      <a:pt x="382" y="48"/>
                      <a:pt x="386" y="44"/>
                      <a:pt x="388" y="47"/>
                    </a:cubicBezTo>
                    <a:cubicBezTo>
                      <a:pt x="389" y="48"/>
                      <a:pt x="388" y="50"/>
                      <a:pt x="389" y="51"/>
                    </a:cubicBezTo>
                    <a:cubicBezTo>
                      <a:pt x="390" y="52"/>
                      <a:pt x="392" y="51"/>
                      <a:pt x="394" y="51"/>
                    </a:cubicBezTo>
                    <a:cubicBezTo>
                      <a:pt x="395" y="51"/>
                      <a:pt x="397" y="51"/>
                      <a:pt x="398" y="50"/>
                    </a:cubicBezTo>
                    <a:cubicBezTo>
                      <a:pt x="400" y="49"/>
                      <a:pt x="402" y="47"/>
                      <a:pt x="403" y="48"/>
                    </a:cubicBezTo>
                    <a:cubicBezTo>
                      <a:pt x="405" y="48"/>
                      <a:pt x="405" y="50"/>
                      <a:pt x="404" y="52"/>
                    </a:cubicBezTo>
                    <a:cubicBezTo>
                      <a:pt x="403" y="53"/>
                      <a:pt x="400" y="53"/>
                      <a:pt x="398" y="54"/>
                    </a:cubicBezTo>
                    <a:cubicBezTo>
                      <a:pt x="398" y="55"/>
                      <a:pt x="398" y="56"/>
                      <a:pt x="397" y="57"/>
                    </a:cubicBezTo>
                    <a:cubicBezTo>
                      <a:pt x="395" y="58"/>
                      <a:pt x="393" y="56"/>
                      <a:pt x="392" y="55"/>
                    </a:cubicBezTo>
                    <a:cubicBezTo>
                      <a:pt x="391" y="55"/>
                      <a:pt x="390" y="55"/>
                      <a:pt x="389" y="55"/>
                    </a:cubicBezTo>
                    <a:cubicBezTo>
                      <a:pt x="388" y="55"/>
                      <a:pt x="386" y="55"/>
                      <a:pt x="385" y="55"/>
                    </a:cubicBezTo>
                    <a:cubicBezTo>
                      <a:pt x="384" y="55"/>
                      <a:pt x="383" y="55"/>
                      <a:pt x="382" y="56"/>
                    </a:cubicBezTo>
                    <a:cubicBezTo>
                      <a:pt x="380" y="56"/>
                      <a:pt x="379" y="56"/>
                      <a:pt x="378" y="56"/>
                    </a:cubicBezTo>
                    <a:cubicBezTo>
                      <a:pt x="375" y="55"/>
                      <a:pt x="373" y="56"/>
                      <a:pt x="373" y="59"/>
                    </a:cubicBezTo>
                    <a:cubicBezTo>
                      <a:pt x="374" y="59"/>
                      <a:pt x="376" y="60"/>
                      <a:pt x="377" y="60"/>
                    </a:cubicBezTo>
                    <a:cubicBezTo>
                      <a:pt x="378" y="60"/>
                      <a:pt x="379" y="60"/>
                      <a:pt x="380" y="61"/>
                    </a:cubicBezTo>
                    <a:cubicBezTo>
                      <a:pt x="381" y="62"/>
                      <a:pt x="380" y="65"/>
                      <a:pt x="383" y="66"/>
                    </a:cubicBezTo>
                    <a:cubicBezTo>
                      <a:pt x="386" y="67"/>
                      <a:pt x="388" y="64"/>
                      <a:pt x="391" y="65"/>
                    </a:cubicBezTo>
                    <a:cubicBezTo>
                      <a:pt x="392" y="65"/>
                      <a:pt x="395" y="67"/>
                      <a:pt x="395" y="69"/>
                    </a:cubicBezTo>
                    <a:cubicBezTo>
                      <a:pt x="393" y="69"/>
                      <a:pt x="391" y="69"/>
                      <a:pt x="390" y="69"/>
                    </a:cubicBezTo>
                    <a:cubicBezTo>
                      <a:pt x="387" y="70"/>
                      <a:pt x="385" y="72"/>
                      <a:pt x="384" y="74"/>
                    </a:cubicBezTo>
                    <a:cubicBezTo>
                      <a:pt x="384" y="77"/>
                      <a:pt x="384" y="79"/>
                      <a:pt x="382" y="80"/>
                    </a:cubicBezTo>
                    <a:cubicBezTo>
                      <a:pt x="381" y="82"/>
                      <a:pt x="381" y="84"/>
                      <a:pt x="381" y="86"/>
                    </a:cubicBezTo>
                    <a:cubicBezTo>
                      <a:pt x="381" y="88"/>
                      <a:pt x="379" y="92"/>
                      <a:pt x="377" y="89"/>
                    </a:cubicBezTo>
                    <a:cubicBezTo>
                      <a:pt x="376" y="88"/>
                      <a:pt x="376" y="87"/>
                      <a:pt x="376" y="85"/>
                    </a:cubicBezTo>
                    <a:cubicBezTo>
                      <a:pt x="376" y="84"/>
                      <a:pt x="375" y="83"/>
                      <a:pt x="375" y="82"/>
                    </a:cubicBezTo>
                    <a:cubicBezTo>
                      <a:pt x="374" y="80"/>
                      <a:pt x="374" y="78"/>
                      <a:pt x="374" y="76"/>
                    </a:cubicBezTo>
                    <a:cubicBezTo>
                      <a:pt x="374" y="75"/>
                      <a:pt x="374" y="73"/>
                      <a:pt x="375" y="71"/>
                    </a:cubicBezTo>
                    <a:cubicBezTo>
                      <a:pt x="373" y="69"/>
                      <a:pt x="370" y="66"/>
                      <a:pt x="367" y="65"/>
                    </a:cubicBezTo>
                    <a:cubicBezTo>
                      <a:pt x="366" y="65"/>
                      <a:pt x="365" y="65"/>
                      <a:pt x="364" y="65"/>
                    </a:cubicBezTo>
                    <a:cubicBezTo>
                      <a:pt x="363" y="65"/>
                      <a:pt x="362" y="64"/>
                      <a:pt x="361" y="64"/>
                    </a:cubicBezTo>
                    <a:cubicBezTo>
                      <a:pt x="358" y="63"/>
                      <a:pt x="356" y="65"/>
                      <a:pt x="357" y="68"/>
                    </a:cubicBezTo>
                    <a:cubicBezTo>
                      <a:pt x="357" y="70"/>
                      <a:pt x="358" y="72"/>
                      <a:pt x="355" y="74"/>
                    </a:cubicBezTo>
                    <a:cubicBezTo>
                      <a:pt x="355" y="75"/>
                      <a:pt x="353" y="75"/>
                      <a:pt x="352" y="76"/>
                    </a:cubicBezTo>
                    <a:cubicBezTo>
                      <a:pt x="352" y="77"/>
                      <a:pt x="352" y="78"/>
                      <a:pt x="351" y="79"/>
                    </a:cubicBezTo>
                    <a:cubicBezTo>
                      <a:pt x="348" y="80"/>
                      <a:pt x="347" y="74"/>
                      <a:pt x="347" y="72"/>
                    </a:cubicBezTo>
                    <a:cubicBezTo>
                      <a:pt x="347" y="71"/>
                      <a:pt x="347" y="70"/>
                      <a:pt x="348" y="69"/>
                    </a:cubicBezTo>
                    <a:cubicBezTo>
                      <a:pt x="349" y="68"/>
                      <a:pt x="351" y="68"/>
                      <a:pt x="352" y="67"/>
                    </a:cubicBezTo>
                    <a:cubicBezTo>
                      <a:pt x="352" y="66"/>
                      <a:pt x="353" y="65"/>
                      <a:pt x="353" y="64"/>
                    </a:cubicBezTo>
                    <a:cubicBezTo>
                      <a:pt x="352" y="63"/>
                      <a:pt x="351" y="63"/>
                      <a:pt x="350" y="62"/>
                    </a:cubicBezTo>
                    <a:cubicBezTo>
                      <a:pt x="346" y="62"/>
                      <a:pt x="344" y="60"/>
                      <a:pt x="340" y="62"/>
                    </a:cubicBezTo>
                    <a:cubicBezTo>
                      <a:pt x="339" y="62"/>
                      <a:pt x="338" y="63"/>
                      <a:pt x="337" y="64"/>
                    </a:cubicBezTo>
                    <a:cubicBezTo>
                      <a:pt x="335" y="66"/>
                      <a:pt x="330" y="66"/>
                      <a:pt x="326" y="66"/>
                    </a:cubicBezTo>
                    <a:cubicBezTo>
                      <a:pt x="325" y="66"/>
                      <a:pt x="323" y="66"/>
                      <a:pt x="321" y="67"/>
                    </a:cubicBezTo>
                    <a:cubicBezTo>
                      <a:pt x="320" y="67"/>
                      <a:pt x="319" y="68"/>
                      <a:pt x="318" y="69"/>
                    </a:cubicBezTo>
                    <a:cubicBezTo>
                      <a:pt x="316" y="70"/>
                      <a:pt x="314" y="70"/>
                      <a:pt x="313" y="70"/>
                    </a:cubicBezTo>
                    <a:cubicBezTo>
                      <a:pt x="311" y="70"/>
                      <a:pt x="309" y="71"/>
                      <a:pt x="307" y="71"/>
                    </a:cubicBezTo>
                    <a:cubicBezTo>
                      <a:pt x="306" y="70"/>
                      <a:pt x="305" y="69"/>
                      <a:pt x="303" y="69"/>
                    </a:cubicBezTo>
                    <a:cubicBezTo>
                      <a:pt x="301" y="69"/>
                      <a:pt x="299" y="69"/>
                      <a:pt x="297" y="69"/>
                    </a:cubicBezTo>
                    <a:cubicBezTo>
                      <a:pt x="293" y="68"/>
                      <a:pt x="290" y="69"/>
                      <a:pt x="287" y="69"/>
                    </a:cubicBezTo>
                    <a:cubicBezTo>
                      <a:pt x="283" y="70"/>
                      <a:pt x="280" y="70"/>
                      <a:pt x="277" y="68"/>
                    </a:cubicBezTo>
                    <a:cubicBezTo>
                      <a:pt x="275" y="67"/>
                      <a:pt x="271" y="68"/>
                      <a:pt x="270" y="64"/>
                    </a:cubicBezTo>
                    <a:cubicBezTo>
                      <a:pt x="269" y="62"/>
                      <a:pt x="269" y="60"/>
                      <a:pt x="269" y="58"/>
                    </a:cubicBezTo>
                    <a:cubicBezTo>
                      <a:pt x="269" y="57"/>
                      <a:pt x="269" y="57"/>
                      <a:pt x="268" y="56"/>
                    </a:cubicBezTo>
                    <a:cubicBezTo>
                      <a:pt x="268" y="55"/>
                      <a:pt x="267" y="55"/>
                      <a:pt x="266" y="55"/>
                    </a:cubicBezTo>
                    <a:cubicBezTo>
                      <a:pt x="266" y="54"/>
                      <a:pt x="266" y="53"/>
                      <a:pt x="266" y="53"/>
                    </a:cubicBezTo>
                    <a:cubicBezTo>
                      <a:pt x="265" y="52"/>
                      <a:pt x="265" y="52"/>
                      <a:pt x="264" y="52"/>
                    </a:cubicBezTo>
                    <a:cubicBezTo>
                      <a:pt x="262" y="51"/>
                      <a:pt x="262" y="50"/>
                      <a:pt x="261" y="48"/>
                    </a:cubicBezTo>
                    <a:cubicBezTo>
                      <a:pt x="259" y="47"/>
                      <a:pt x="256" y="47"/>
                      <a:pt x="255" y="48"/>
                    </a:cubicBezTo>
                    <a:cubicBezTo>
                      <a:pt x="254" y="49"/>
                      <a:pt x="254" y="50"/>
                      <a:pt x="253" y="51"/>
                    </a:cubicBezTo>
                    <a:cubicBezTo>
                      <a:pt x="252" y="51"/>
                      <a:pt x="251" y="51"/>
                      <a:pt x="251" y="51"/>
                    </a:cubicBezTo>
                    <a:cubicBezTo>
                      <a:pt x="248" y="51"/>
                      <a:pt x="248" y="50"/>
                      <a:pt x="246" y="49"/>
                    </a:cubicBezTo>
                    <a:cubicBezTo>
                      <a:pt x="245" y="49"/>
                      <a:pt x="243" y="49"/>
                      <a:pt x="242" y="51"/>
                    </a:cubicBezTo>
                    <a:cubicBezTo>
                      <a:pt x="241" y="52"/>
                      <a:pt x="241" y="54"/>
                      <a:pt x="240" y="55"/>
                    </a:cubicBezTo>
                    <a:cubicBezTo>
                      <a:pt x="240" y="56"/>
                      <a:pt x="239" y="56"/>
                      <a:pt x="239" y="57"/>
                    </a:cubicBezTo>
                    <a:cubicBezTo>
                      <a:pt x="237" y="58"/>
                      <a:pt x="237" y="57"/>
                      <a:pt x="236" y="56"/>
                    </a:cubicBezTo>
                    <a:cubicBezTo>
                      <a:pt x="234" y="54"/>
                      <a:pt x="230" y="53"/>
                      <a:pt x="227" y="55"/>
                    </a:cubicBezTo>
                    <a:cubicBezTo>
                      <a:pt x="226" y="55"/>
                      <a:pt x="225" y="57"/>
                      <a:pt x="225" y="58"/>
                    </a:cubicBezTo>
                    <a:cubicBezTo>
                      <a:pt x="225" y="60"/>
                      <a:pt x="227" y="60"/>
                      <a:pt x="228" y="60"/>
                    </a:cubicBezTo>
                    <a:cubicBezTo>
                      <a:pt x="229" y="62"/>
                      <a:pt x="228" y="63"/>
                      <a:pt x="228" y="64"/>
                    </a:cubicBezTo>
                    <a:cubicBezTo>
                      <a:pt x="228" y="66"/>
                      <a:pt x="229" y="67"/>
                      <a:pt x="230" y="67"/>
                    </a:cubicBezTo>
                    <a:cubicBezTo>
                      <a:pt x="231" y="68"/>
                      <a:pt x="234" y="68"/>
                      <a:pt x="233" y="69"/>
                    </a:cubicBezTo>
                    <a:cubicBezTo>
                      <a:pt x="233" y="70"/>
                      <a:pt x="230" y="70"/>
                      <a:pt x="229" y="70"/>
                    </a:cubicBezTo>
                    <a:cubicBezTo>
                      <a:pt x="227" y="73"/>
                      <a:pt x="227" y="71"/>
                      <a:pt x="226" y="69"/>
                    </a:cubicBezTo>
                    <a:cubicBezTo>
                      <a:pt x="225" y="67"/>
                      <a:pt x="224" y="68"/>
                      <a:pt x="222" y="67"/>
                    </a:cubicBezTo>
                    <a:cubicBezTo>
                      <a:pt x="220" y="66"/>
                      <a:pt x="221" y="65"/>
                      <a:pt x="218" y="65"/>
                    </a:cubicBezTo>
                    <a:cubicBezTo>
                      <a:pt x="217" y="65"/>
                      <a:pt x="214" y="65"/>
                      <a:pt x="213" y="66"/>
                    </a:cubicBezTo>
                    <a:cubicBezTo>
                      <a:pt x="212" y="67"/>
                      <a:pt x="213" y="69"/>
                      <a:pt x="211" y="70"/>
                    </a:cubicBezTo>
                    <a:cubicBezTo>
                      <a:pt x="210" y="71"/>
                      <a:pt x="208" y="70"/>
                      <a:pt x="207" y="72"/>
                    </a:cubicBezTo>
                    <a:cubicBezTo>
                      <a:pt x="206" y="73"/>
                      <a:pt x="205" y="75"/>
                      <a:pt x="203" y="74"/>
                    </a:cubicBezTo>
                    <a:cubicBezTo>
                      <a:pt x="201" y="74"/>
                      <a:pt x="201" y="72"/>
                      <a:pt x="200" y="71"/>
                    </a:cubicBezTo>
                    <a:cubicBezTo>
                      <a:pt x="198" y="70"/>
                      <a:pt x="196" y="71"/>
                      <a:pt x="194" y="71"/>
                    </a:cubicBezTo>
                    <a:cubicBezTo>
                      <a:pt x="193" y="70"/>
                      <a:pt x="193" y="69"/>
                      <a:pt x="191" y="68"/>
                    </a:cubicBezTo>
                    <a:cubicBezTo>
                      <a:pt x="189" y="68"/>
                      <a:pt x="189" y="68"/>
                      <a:pt x="187" y="66"/>
                    </a:cubicBezTo>
                    <a:cubicBezTo>
                      <a:pt x="186" y="65"/>
                      <a:pt x="185" y="66"/>
                      <a:pt x="183" y="66"/>
                    </a:cubicBezTo>
                    <a:cubicBezTo>
                      <a:pt x="182" y="67"/>
                      <a:pt x="180" y="66"/>
                      <a:pt x="179" y="67"/>
                    </a:cubicBezTo>
                    <a:cubicBezTo>
                      <a:pt x="178" y="68"/>
                      <a:pt x="177" y="70"/>
                      <a:pt x="176" y="70"/>
                    </a:cubicBezTo>
                    <a:cubicBezTo>
                      <a:pt x="174" y="71"/>
                      <a:pt x="173" y="72"/>
                      <a:pt x="172" y="73"/>
                    </a:cubicBezTo>
                    <a:cubicBezTo>
                      <a:pt x="170" y="73"/>
                      <a:pt x="168" y="73"/>
                      <a:pt x="168" y="75"/>
                    </a:cubicBezTo>
                    <a:cubicBezTo>
                      <a:pt x="167" y="76"/>
                      <a:pt x="168" y="80"/>
                      <a:pt x="168" y="81"/>
                    </a:cubicBezTo>
                    <a:cubicBezTo>
                      <a:pt x="169" y="83"/>
                      <a:pt x="172" y="86"/>
                      <a:pt x="174" y="84"/>
                    </a:cubicBezTo>
                    <a:cubicBezTo>
                      <a:pt x="175" y="83"/>
                      <a:pt x="176" y="79"/>
                      <a:pt x="178" y="81"/>
                    </a:cubicBezTo>
                    <a:cubicBezTo>
                      <a:pt x="179" y="83"/>
                      <a:pt x="178" y="85"/>
                      <a:pt x="181" y="86"/>
                    </a:cubicBezTo>
                    <a:cubicBezTo>
                      <a:pt x="179" y="87"/>
                      <a:pt x="177" y="89"/>
                      <a:pt x="174" y="89"/>
                    </a:cubicBezTo>
                    <a:cubicBezTo>
                      <a:pt x="172" y="89"/>
                      <a:pt x="170" y="87"/>
                      <a:pt x="169" y="86"/>
                    </a:cubicBezTo>
                    <a:cubicBezTo>
                      <a:pt x="165" y="83"/>
                      <a:pt x="161" y="83"/>
                      <a:pt x="157" y="86"/>
                    </a:cubicBezTo>
                    <a:cubicBezTo>
                      <a:pt x="155" y="88"/>
                      <a:pt x="154" y="89"/>
                      <a:pt x="151" y="89"/>
                    </a:cubicBezTo>
                    <a:cubicBezTo>
                      <a:pt x="149" y="89"/>
                      <a:pt x="147" y="89"/>
                      <a:pt x="144" y="89"/>
                    </a:cubicBezTo>
                    <a:cubicBezTo>
                      <a:pt x="141" y="91"/>
                      <a:pt x="142" y="98"/>
                      <a:pt x="143" y="101"/>
                    </a:cubicBezTo>
                    <a:cubicBezTo>
                      <a:pt x="144" y="103"/>
                      <a:pt x="146" y="103"/>
                      <a:pt x="148" y="104"/>
                    </a:cubicBezTo>
                    <a:cubicBezTo>
                      <a:pt x="149" y="105"/>
                      <a:pt x="148" y="106"/>
                      <a:pt x="146" y="107"/>
                    </a:cubicBezTo>
                    <a:cubicBezTo>
                      <a:pt x="143" y="110"/>
                      <a:pt x="141" y="113"/>
                      <a:pt x="137" y="115"/>
                    </a:cubicBezTo>
                    <a:cubicBezTo>
                      <a:pt x="135" y="116"/>
                      <a:pt x="132" y="117"/>
                      <a:pt x="132" y="119"/>
                    </a:cubicBezTo>
                    <a:cubicBezTo>
                      <a:pt x="131" y="121"/>
                      <a:pt x="132" y="123"/>
                      <a:pt x="132" y="125"/>
                    </a:cubicBezTo>
                    <a:cubicBezTo>
                      <a:pt x="132" y="127"/>
                      <a:pt x="130" y="129"/>
                      <a:pt x="131" y="132"/>
                    </a:cubicBezTo>
                    <a:cubicBezTo>
                      <a:pt x="131" y="134"/>
                      <a:pt x="133" y="134"/>
                      <a:pt x="135" y="134"/>
                    </a:cubicBezTo>
                    <a:cubicBezTo>
                      <a:pt x="137" y="133"/>
                      <a:pt x="138" y="131"/>
                      <a:pt x="139" y="129"/>
                    </a:cubicBezTo>
                    <a:cubicBezTo>
                      <a:pt x="140" y="127"/>
                      <a:pt x="141" y="125"/>
                      <a:pt x="144" y="123"/>
                    </a:cubicBezTo>
                    <a:cubicBezTo>
                      <a:pt x="150" y="119"/>
                      <a:pt x="148" y="129"/>
                      <a:pt x="150" y="131"/>
                    </a:cubicBezTo>
                    <a:cubicBezTo>
                      <a:pt x="153" y="135"/>
                      <a:pt x="156" y="123"/>
                      <a:pt x="158" y="124"/>
                    </a:cubicBezTo>
                    <a:cubicBezTo>
                      <a:pt x="159" y="125"/>
                      <a:pt x="158" y="130"/>
                      <a:pt x="158" y="131"/>
                    </a:cubicBezTo>
                    <a:cubicBezTo>
                      <a:pt x="158" y="134"/>
                      <a:pt x="159" y="135"/>
                      <a:pt x="162" y="137"/>
                    </a:cubicBezTo>
                    <a:cubicBezTo>
                      <a:pt x="167" y="140"/>
                      <a:pt x="162" y="143"/>
                      <a:pt x="159" y="145"/>
                    </a:cubicBezTo>
                    <a:cubicBezTo>
                      <a:pt x="156" y="147"/>
                      <a:pt x="154" y="153"/>
                      <a:pt x="156" y="156"/>
                    </a:cubicBezTo>
                    <a:cubicBezTo>
                      <a:pt x="157" y="158"/>
                      <a:pt x="160" y="159"/>
                      <a:pt x="161" y="161"/>
                    </a:cubicBezTo>
                    <a:cubicBezTo>
                      <a:pt x="161" y="164"/>
                      <a:pt x="157" y="164"/>
                      <a:pt x="156" y="164"/>
                    </a:cubicBezTo>
                    <a:cubicBezTo>
                      <a:pt x="154" y="164"/>
                      <a:pt x="150" y="164"/>
                      <a:pt x="150" y="167"/>
                    </a:cubicBezTo>
                    <a:cubicBezTo>
                      <a:pt x="150" y="169"/>
                      <a:pt x="152" y="171"/>
                      <a:pt x="153" y="173"/>
                    </a:cubicBezTo>
                    <a:cubicBezTo>
                      <a:pt x="156" y="176"/>
                      <a:pt x="154" y="183"/>
                      <a:pt x="158" y="185"/>
                    </a:cubicBezTo>
                    <a:cubicBezTo>
                      <a:pt x="160" y="186"/>
                      <a:pt x="162" y="184"/>
                      <a:pt x="164" y="183"/>
                    </a:cubicBezTo>
                    <a:cubicBezTo>
                      <a:pt x="165" y="181"/>
                      <a:pt x="167" y="181"/>
                      <a:pt x="169" y="180"/>
                    </a:cubicBezTo>
                    <a:cubicBezTo>
                      <a:pt x="173" y="178"/>
                      <a:pt x="174" y="173"/>
                      <a:pt x="178" y="172"/>
                    </a:cubicBezTo>
                    <a:cubicBezTo>
                      <a:pt x="179" y="173"/>
                      <a:pt x="179" y="175"/>
                      <a:pt x="179" y="176"/>
                    </a:cubicBezTo>
                    <a:cubicBezTo>
                      <a:pt x="180" y="177"/>
                      <a:pt x="182" y="177"/>
                      <a:pt x="184" y="177"/>
                    </a:cubicBezTo>
                    <a:cubicBezTo>
                      <a:pt x="186" y="177"/>
                      <a:pt x="187" y="177"/>
                      <a:pt x="189" y="177"/>
                    </a:cubicBezTo>
                    <a:cubicBezTo>
                      <a:pt x="191" y="177"/>
                      <a:pt x="193" y="178"/>
                      <a:pt x="194" y="177"/>
                    </a:cubicBezTo>
                    <a:cubicBezTo>
                      <a:pt x="196" y="176"/>
                      <a:pt x="199" y="176"/>
                      <a:pt x="201" y="176"/>
                    </a:cubicBezTo>
                    <a:cubicBezTo>
                      <a:pt x="202" y="178"/>
                      <a:pt x="202" y="180"/>
                      <a:pt x="201" y="181"/>
                    </a:cubicBezTo>
                    <a:cubicBezTo>
                      <a:pt x="199" y="182"/>
                      <a:pt x="196" y="182"/>
                      <a:pt x="194" y="183"/>
                    </a:cubicBezTo>
                    <a:cubicBezTo>
                      <a:pt x="193" y="184"/>
                      <a:pt x="191" y="184"/>
                      <a:pt x="189" y="184"/>
                    </a:cubicBezTo>
                    <a:cubicBezTo>
                      <a:pt x="187" y="185"/>
                      <a:pt x="187" y="187"/>
                      <a:pt x="185" y="187"/>
                    </a:cubicBezTo>
                    <a:cubicBezTo>
                      <a:pt x="181" y="188"/>
                      <a:pt x="177" y="188"/>
                      <a:pt x="173" y="189"/>
                    </a:cubicBezTo>
                    <a:cubicBezTo>
                      <a:pt x="172" y="189"/>
                      <a:pt x="170" y="189"/>
                      <a:pt x="169" y="191"/>
                    </a:cubicBezTo>
                    <a:cubicBezTo>
                      <a:pt x="168" y="191"/>
                      <a:pt x="168" y="192"/>
                      <a:pt x="168" y="193"/>
                    </a:cubicBezTo>
                    <a:cubicBezTo>
                      <a:pt x="167" y="194"/>
                      <a:pt x="167" y="195"/>
                      <a:pt x="166" y="195"/>
                    </a:cubicBezTo>
                    <a:cubicBezTo>
                      <a:pt x="165" y="196"/>
                      <a:pt x="163" y="198"/>
                      <a:pt x="163" y="199"/>
                    </a:cubicBezTo>
                    <a:cubicBezTo>
                      <a:pt x="162" y="201"/>
                      <a:pt x="160" y="203"/>
                      <a:pt x="159" y="205"/>
                    </a:cubicBezTo>
                    <a:cubicBezTo>
                      <a:pt x="158" y="207"/>
                      <a:pt x="156" y="209"/>
                      <a:pt x="155" y="212"/>
                    </a:cubicBezTo>
                    <a:cubicBezTo>
                      <a:pt x="154" y="213"/>
                      <a:pt x="154" y="214"/>
                      <a:pt x="153" y="215"/>
                    </a:cubicBezTo>
                    <a:cubicBezTo>
                      <a:pt x="153" y="217"/>
                      <a:pt x="151" y="218"/>
                      <a:pt x="149" y="219"/>
                    </a:cubicBezTo>
                    <a:cubicBezTo>
                      <a:pt x="147" y="219"/>
                      <a:pt x="145" y="218"/>
                      <a:pt x="143" y="220"/>
                    </a:cubicBezTo>
                    <a:cubicBezTo>
                      <a:pt x="142" y="222"/>
                      <a:pt x="143" y="224"/>
                      <a:pt x="144" y="224"/>
                    </a:cubicBezTo>
                    <a:cubicBezTo>
                      <a:pt x="146" y="225"/>
                      <a:pt x="148" y="224"/>
                      <a:pt x="150" y="224"/>
                    </a:cubicBezTo>
                    <a:cubicBezTo>
                      <a:pt x="152" y="225"/>
                      <a:pt x="154" y="226"/>
                      <a:pt x="154" y="228"/>
                    </a:cubicBezTo>
                    <a:cubicBezTo>
                      <a:pt x="154" y="229"/>
                      <a:pt x="153" y="230"/>
                      <a:pt x="152" y="231"/>
                    </a:cubicBezTo>
                    <a:cubicBezTo>
                      <a:pt x="149" y="234"/>
                      <a:pt x="149" y="237"/>
                      <a:pt x="152" y="239"/>
                    </a:cubicBezTo>
                    <a:cubicBezTo>
                      <a:pt x="155" y="242"/>
                      <a:pt x="158" y="241"/>
                      <a:pt x="160" y="237"/>
                    </a:cubicBezTo>
                    <a:cubicBezTo>
                      <a:pt x="162" y="233"/>
                      <a:pt x="162" y="230"/>
                      <a:pt x="168" y="231"/>
                    </a:cubicBezTo>
                    <a:cubicBezTo>
                      <a:pt x="169" y="231"/>
                      <a:pt x="171" y="232"/>
                      <a:pt x="173" y="230"/>
                    </a:cubicBezTo>
                    <a:cubicBezTo>
                      <a:pt x="174" y="229"/>
                      <a:pt x="173" y="227"/>
                      <a:pt x="173" y="225"/>
                    </a:cubicBezTo>
                    <a:cubicBezTo>
                      <a:pt x="174" y="223"/>
                      <a:pt x="175" y="223"/>
                      <a:pt x="176" y="222"/>
                    </a:cubicBezTo>
                    <a:cubicBezTo>
                      <a:pt x="178" y="221"/>
                      <a:pt x="179" y="219"/>
                      <a:pt x="181" y="219"/>
                    </a:cubicBezTo>
                    <a:cubicBezTo>
                      <a:pt x="184" y="217"/>
                      <a:pt x="183" y="224"/>
                      <a:pt x="184" y="226"/>
                    </a:cubicBezTo>
                    <a:cubicBezTo>
                      <a:pt x="185" y="229"/>
                      <a:pt x="191" y="229"/>
                      <a:pt x="193" y="226"/>
                    </a:cubicBezTo>
                    <a:cubicBezTo>
                      <a:pt x="194" y="224"/>
                      <a:pt x="193" y="222"/>
                      <a:pt x="193" y="221"/>
                    </a:cubicBezTo>
                    <a:cubicBezTo>
                      <a:pt x="194" y="219"/>
                      <a:pt x="195" y="218"/>
                      <a:pt x="196" y="217"/>
                    </a:cubicBezTo>
                    <a:cubicBezTo>
                      <a:pt x="199" y="216"/>
                      <a:pt x="203" y="214"/>
                      <a:pt x="204" y="217"/>
                    </a:cubicBezTo>
                    <a:cubicBezTo>
                      <a:pt x="206" y="221"/>
                      <a:pt x="202" y="225"/>
                      <a:pt x="205" y="229"/>
                    </a:cubicBezTo>
                    <a:cubicBezTo>
                      <a:pt x="207" y="233"/>
                      <a:pt x="211" y="230"/>
                      <a:pt x="214" y="227"/>
                    </a:cubicBezTo>
                    <a:cubicBezTo>
                      <a:pt x="217" y="224"/>
                      <a:pt x="219" y="221"/>
                      <a:pt x="224" y="222"/>
                    </a:cubicBezTo>
                    <a:cubicBezTo>
                      <a:pt x="228" y="223"/>
                      <a:pt x="222" y="226"/>
                      <a:pt x="220" y="227"/>
                    </a:cubicBezTo>
                    <a:cubicBezTo>
                      <a:pt x="217" y="228"/>
                      <a:pt x="213" y="229"/>
                      <a:pt x="211" y="232"/>
                    </a:cubicBezTo>
                    <a:cubicBezTo>
                      <a:pt x="210" y="234"/>
                      <a:pt x="210" y="235"/>
                      <a:pt x="209" y="236"/>
                    </a:cubicBezTo>
                    <a:cubicBezTo>
                      <a:pt x="207" y="237"/>
                      <a:pt x="205" y="237"/>
                      <a:pt x="203" y="237"/>
                    </a:cubicBezTo>
                    <a:cubicBezTo>
                      <a:pt x="199" y="237"/>
                      <a:pt x="196" y="236"/>
                      <a:pt x="193" y="238"/>
                    </a:cubicBezTo>
                    <a:cubicBezTo>
                      <a:pt x="192" y="239"/>
                      <a:pt x="190" y="240"/>
                      <a:pt x="189" y="241"/>
                    </a:cubicBezTo>
                    <a:cubicBezTo>
                      <a:pt x="188" y="242"/>
                      <a:pt x="187" y="243"/>
                      <a:pt x="187" y="244"/>
                    </a:cubicBezTo>
                    <a:cubicBezTo>
                      <a:pt x="186" y="246"/>
                      <a:pt x="186" y="249"/>
                      <a:pt x="186" y="251"/>
                    </a:cubicBezTo>
                    <a:cubicBezTo>
                      <a:pt x="186" y="252"/>
                      <a:pt x="185" y="253"/>
                      <a:pt x="185" y="254"/>
                    </a:cubicBezTo>
                    <a:cubicBezTo>
                      <a:pt x="185" y="255"/>
                      <a:pt x="186" y="255"/>
                      <a:pt x="187" y="256"/>
                    </a:cubicBezTo>
                    <a:cubicBezTo>
                      <a:pt x="189" y="258"/>
                      <a:pt x="185" y="258"/>
                      <a:pt x="183" y="258"/>
                    </a:cubicBezTo>
                    <a:cubicBezTo>
                      <a:pt x="182" y="258"/>
                      <a:pt x="180" y="260"/>
                      <a:pt x="179" y="261"/>
                    </a:cubicBezTo>
                    <a:cubicBezTo>
                      <a:pt x="179" y="263"/>
                      <a:pt x="179" y="265"/>
                      <a:pt x="177" y="265"/>
                    </a:cubicBezTo>
                    <a:cubicBezTo>
                      <a:pt x="174" y="266"/>
                      <a:pt x="174" y="264"/>
                      <a:pt x="174" y="262"/>
                    </a:cubicBezTo>
                    <a:cubicBezTo>
                      <a:pt x="174" y="260"/>
                      <a:pt x="177" y="259"/>
                      <a:pt x="177" y="258"/>
                    </a:cubicBezTo>
                    <a:cubicBezTo>
                      <a:pt x="177" y="256"/>
                      <a:pt x="173" y="257"/>
                      <a:pt x="172" y="256"/>
                    </a:cubicBezTo>
                    <a:cubicBezTo>
                      <a:pt x="171" y="255"/>
                      <a:pt x="171" y="254"/>
                      <a:pt x="169" y="254"/>
                    </a:cubicBezTo>
                    <a:cubicBezTo>
                      <a:pt x="168" y="254"/>
                      <a:pt x="166" y="255"/>
                      <a:pt x="165" y="255"/>
                    </a:cubicBezTo>
                    <a:cubicBezTo>
                      <a:pt x="163" y="256"/>
                      <a:pt x="161" y="256"/>
                      <a:pt x="158" y="257"/>
                    </a:cubicBezTo>
                    <a:cubicBezTo>
                      <a:pt x="157" y="262"/>
                      <a:pt x="165" y="260"/>
                      <a:pt x="167" y="264"/>
                    </a:cubicBezTo>
                    <a:cubicBezTo>
                      <a:pt x="168" y="265"/>
                      <a:pt x="168" y="267"/>
                      <a:pt x="169" y="269"/>
                    </a:cubicBezTo>
                    <a:cubicBezTo>
                      <a:pt x="170" y="271"/>
                      <a:pt x="170" y="272"/>
                      <a:pt x="170" y="274"/>
                    </a:cubicBezTo>
                    <a:cubicBezTo>
                      <a:pt x="170" y="276"/>
                      <a:pt x="169" y="278"/>
                      <a:pt x="171" y="280"/>
                    </a:cubicBezTo>
                    <a:cubicBezTo>
                      <a:pt x="172" y="281"/>
                      <a:pt x="173" y="283"/>
                      <a:pt x="174" y="284"/>
                    </a:cubicBezTo>
                    <a:cubicBezTo>
                      <a:pt x="175" y="286"/>
                      <a:pt x="177" y="286"/>
                      <a:pt x="179" y="286"/>
                    </a:cubicBezTo>
                    <a:cubicBezTo>
                      <a:pt x="181" y="285"/>
                      <a:pt x="183" y="286"/>
                      <a:pt x="185" y="287"/>
                    </a:cubicBezTo>
                    <a:cubicBezTo>
                      <a:pt x="191" y="290"/>
                      <a:pt x="194" y="285"/>
                      <a:pt x="199" y="285"/>
                    </a:cubicBezTo>
                    <a:cubicBezTo>
                      <a:pt x="201" y="284"/>
                      <a:pt x="203" y="284"/>
                      <a:pt x="205" y="283"/>
                    </a:cubicBezTo>
                    <a:cubicBezTo>
                      <a:pt x="207" y="283"/>
                      <a:pt x="209" y="282"/>
                      <a:pt x="211" y="283"/>
                    </a:cubicBezTo>
                    <a:cubicBezTo>
                      <a:pt x="214" y="284"/>
                      <a:pt x="212" y="286"/>
                      <a:pt x="210" y="287"/>
                    </a:cubicBezTo>
                    <a:cubicBezTo>
                      <a:pt x="207" y="288"/>
                      <a:pt x="204" y="288"/>
                      <a:pt x="201" y="289"/>
                    </a:cubicBezTo>
                    <a:cubicBezTo>
                      <a:pt x="197" y="290"/>
                      <a:pt x="194" y="292"/>
                      <a:pt x="191" y="295"/>
                    </a:cubicBezTo>
                    <a:cubicBezTo>
                      <a:pt x="190" y="296"/>
                      <a:pt x="190" y="298"/>
                      <a:pt x="189" y="299"/>
                    </a:cubicBezTo>
                    <a:cubicBezTo>
                      <a:pt x="187" y="301"/>
                      <a:pt x="184" y="302"/>
                      <a:pt x="182" y="302"/>
                    </a:cubicBezTo>
                    <a:cubicBezTo>
                      <a:pt x="177" y="302"/>
                      <a:pt x="177" y="297"/>
                      <a:pt x="174" y="295"/>
                    </a:cubicBezTo>
                    <a:cubicBezTo>
                      <a:pt x="173" y="294"/>
                      <a:pt x="173" y="294"/>
                      <a:pt x="172" y="294"/>
                    </a:cubicBezTo>
                    <a:cubicBezTo>
                      <a:pt x="168" y="296"/>
                      <a:pt x="170" y="300"/>
                      <a:pt x="170" y="304"/>
                    </a:cubicBezTo>
                    <a:cubicBezTo>
                      <a:pt x="170" y="306"/>
                      <a:pt x="170" y="308"/>
                      <a:pt x="168" y="309"/>
                    </a:cubicBezTo>
                    <a:cubicBezTo>
                      <a:pt x="166" y="310"/>
                      <a:pt x="166" y="309"/>
                      <a:pt x="165" y="307"/>
                    </a:cubicBezTo>
                    <a:cubicBezTo>
                      <a:pt x="165" y="306"/>
                      <a:pt x="164" y="303"/>
                      <a:pt x="162" y="304"/>
                    </a:cubicBezTo>
                    <a:cubicBezTo>
                      <a:pt x="161" y="305"/>
                      <a:pt x="161" y="307"/>
                      <a:pt x="160" y="308"/>
                    </a:cubicBezTo>
                    <a:cubicBezTo>
                      <a:pt x="159" y="310"/>
                      <a:pt x="157" y="310"/>
                      <a:pt x="156" y="311"/>
                    </a:cubicBezTo>
                    <a:cubicBezTo>
                      <a:pt x="155" y="313"/>
                      <a:pt x="154" y="315"/>
                      <a:pt x="156" y="317"/>
                    </a:cubicBezTo>
                    <a:cubicBezTo>
                      <a:pt x="158" y="318"/>
                      <a:pt x="160" y="318"/>
                      <a:pt x="162" y="317"/>
                    </a:cubicBezTo>
                    <a:cubicBezTo>
                      <a:pt x="163" y="317"/>
                      <a:pt x="164" y="317"/>
                      <a:pt x="166" y="318"/>
                    </a:cubicBezTo>
                    <a:cubicBezTo>
                      <a:pt x="167" y="319"/>
                      <a:pt x="169" y="320"/>
                      <a:pt x="171" y="319"/>
                    </a:cubicBezTo>
                    <a:cubicBezTo>
                      <a:pt x="172" y="319"/>
                      <a:pt x="174" y="317"/>
                      <a:pt x="176" y="318"/>
                    </a:cubicBezTo>
                    <a:cubicBezTo>
                      <a:pt x="177" y="318"/>
                      <a:pt x="178" y="320"/>
                      <a:pt x="180" y="321"/>
                    </a:cubicBezTo>
                    <a:cubicBezTo>
                      <a:pt x="182" y="322"/>
                      <a:pt x="183" y="320"/>
                      <a:pt x="185" y="319"/>
                    </a:cubicBezTo>
                    <a:cubicBezTo>
                      <a:pt x="187" y="316"/>
                      <a:pt x="191" y="317"/>
                      <a:pt x="194" y="317"/>
                    </a:cubicBezTo>
                    <a:cubicBezTo>
                      <a:pt x="196" y="317"/>
                      <a:pt x="198" y="318"/>
                      <a:pt x="200" y="317"/>
                    </a:cubicBezTo>
                    <a:cubicBezTo>
                      <a:pt x="202" y="315"/>
                      <a:pt x="202" y="313"/>
                      <a:pt x="205" y="312"/>
                    </a:cubicBezTo>
                    <a:cubicBezTo>
                      <a:pt x="207" y="312"/>
                      <a:pt x="209" y="312"/>
                      <a:pt x="211" y="311"/>
                    </a:cubicBezTo>
                    <a:cubicBezTo>
                      <a:pt x="213" y="310"/>
                      <a:pt x="213" y="310"/>
                      <a:pt x="214" y="312"/>
                    </a:cubicBezTo>
                    <a:cubicBezTo>
                      <a:pt x="211" y="314"/>
                      <a:pt x="209" y="317"/>
                      <a:pt x="208" y="320"/>
                    </a:cubicBezTo>
                    <a:cubicBezTo>
                      <a:pt x="208" y="321"/>
                      <a:pt x="207" y="321"/>
                      <a:pt x="207" y="322"/>
                    </a:cubicBezTo>
                    <a:cubicBezTo>
                      <a:pt x="206" y="323"/>
                      <a:pt x="206" y="325"/>
                      <a:pt x="205" y="326"/>
                    </a:cubicBezTo>
                    <a:cubicBezTo>
                      <a:pt x="205" y="326"/>
                      <a:pt x="201" y="327"/>
                      <a:pt x="200" y="326"/>
                    </a:cubicBezTo>
                    <a:cubicBezTo>
                      <a:pt x="199" y="326"/>
                      <a:pt x="199" y="324"/>
                      <a:pt x="198" y="323"/>
                    </a:cubicBezTo>
                    <a:cubicBezTo>
                      <a:pt x="197" y="321"/>
                      <a:pt x="196" y="322"/>
                      <a:pt x="194" y="323"/>
                    </a:cubicBezTo>
                    <a:cubicBezTo>
                      <a:pt x="193" y="323"/>
                      <a:pt x="191" y="325"/>
                      <a:pt x="190" y="326"/>
                    </a:cubicBezTo>
                    <a:cubicBezTo>
                      <a:pt x="189" y="328"/>
                      <a:pt x="189" y="329"/>
                      <a:pt x="187" y="329"/>
                    </a:cubicBezTo>
                    <a:cubicBezTo>
                      <a:pt x="185" y="330"/>
                      <a:pt x="183" y="330"/>
                      <a:pt x="181" y="329"/>
                    </a:cubicBezTo>
                    <a:cubicBezTo>
                      <a:pt x="179" y="329"/>
                      <a:pt x="177" y="331"/>
                      <a:pt x="176" y="331"/>
                    </a:cubicBezTo>
                    <a:cubicBezTo>
                      <a:pt x="174" y="332"/>
                      <a:pt x="173" y="331"/>
                      <a:pt x="171" y="331"/>
                    </a:cubicBezTo>
                    <a:cubicBezTo>
                      <a:pt x="168" y="332"/>
                      <a:pt x="166" y="335"/>
                      <a:pt x="164" y="335"/>
                    </a:cubicBezTo>
                    <a:cubicBezTo>
                      <a:pt x="160" y="336"/>
                      <a:pt x="155" y="336"/>
                      <a:pt x="154" y="340"/>
                    </a:cubicBezTo>
                    <a:cubicBezTo>
                      <a:pt x="154" y="343"/>
                      <a:pt x="153" y="343"/>
                      <a:pt x="151" y="344"/>
                    </a:cubicBezTo>
                    <a:cubicBezTo>
                      <a:pt x="149" y="345"/>
                      <a:pt x="150" y="346"/>
                      <a:pt x="151" y="348"/>
                    </a:cubicBezTo>
                    <a:cubicBezTo>
                      <a:pt x="152" y="350"/>
                      <a:pt x="152" y="352"/>
                      <a:pt x="150" y="353"/>
                    </a:cubicBezTo>
                    <a:cubicBezTo>
                      <a:pt x="148" y="355"/>
                      <a:pt x="148" y="352"/>
                      <a:pt x="146" y="351"/>
                    </a:cubicBezTo>
                    <a:cubicBezTo>
                      <a:pt x="145" y="350"/>
                      <a:pt x="143" y="350"/>
                      <a:pt x="141" y="350"/>
                    </a:cubicBezTo>
                    <a:cubicBezTo>
                      <a:pt x="139" y="350"/>
                      <a:pt x="137" y="349"/>
                      <a:pt x="135" y="350"/>
                    </a:cubicBezTo>
                    <a:cubicBezTo>
                      <a:pt x="134" y="351"/>
                      <a:pt x="132" y="353"/>
                      <a:pt x="131" y="355"/>
                    </a:cubicBezTo>
                    <a:cubicBezTo>
                      <a:pt x="130" y="356"/>
                      <a:pt x="131" y="358"/>
                      <a:pt x="131" y="360"/>
                    </a:cubicBezTo>
                    <a:cubicBezTo>
                      <a:pt x="132" y="363"/>
                      <a:pt x="130" y="365"/>
                      <a:pt x="129" y="367"/>
                    </a:cubicBezTo>
                    <a:cubicBezTo>
                      <a:pt x="128" y="369"/>
                      <a:pt x="129" y="372"/>
                      <a:pt x="128" y="375"/>
                    </a:cubicBezTo>
                    <a:cubicBezTo>
                      <a:pt x="127" y="379"/>
                      <a:pt x="124" y="382"/>
                      <a:pt x="122" y="385"/>
                    </a:cubicBezTo>
                    <a:cubicBezTo>
                      <a:pt x="119" y="389"/>
                      <a:pt x="119" y="393"/>
                      <a:pt x="117" y="397"/>
                    </a:cubicBezTo>
                    <a:cubicBezTo>
                      <a:pt x="115" y="401"/>
                      <a:pt x="112" y="403"/>
                      <a:pt x="113" y="408"/>
                    </a:cubicBezTo>
                    <a:cubicBezTo>
                      <a:pt x="113" y="409"/>
                      <a:pt x="113" y="410"/>
                      <a:pt x="114" y="411"/>
                    </a:cubicBezTo>
                    <a:cubicBezTo>
                      <a:pt x="116" y="412"/>
                      <a:pt x="119" y="411"/>
                      <a:pt x="121" y="410"/>
                    </a:cubicBezTo>
                    <a:cubicBezTo>
                      <a:pt x="123" y="408"/>
                      <a:pt x="125" y="406"/>
                      <a:pt x="128" y="405"/>
                    </a:cubicBezTo>
                    <a:cubicBezTo>
                      <a:pt x="131" y="405"/>
                      <a:pt x="134" y="405"/>
                      <a:pt x="137" y="405"/>
                    </a:cubicBezTo>
                    <a:cubicBezTo>
                      <a:pt x="137" y="404"/>
                      <a:pt x="140" y="404"/>
                      <a:pt x="141" y="404"/>
                    </a:cubicBezTo>
                    <a:cubicBezTo>
                      <a:pt x="152" y="393"/>
                      <a:pt x="152" y="393"/>
                      <a:pt x="152" y="393"/>
                    </a:cubicBezTo>
                    <a:cubicBezTo>
                      <a:pt x="181" y="382"/>
                      <a:pt x="181" y="382"/>
                      <a:pt x="181" y="382"/>
                    </a:cubicBezTo>
                    <a:cubicBezTo>
                      <a:pt x="214" y="386"/>
                      <a:pt x="214" y="386"/>
                      <a:pt x="214" y="386"/>
                    </a:cubicBezTo>
                    <a:cubicBezTo>
                      <a:pt x="245" y="385"/>
                      <a:pt x="245" y="385"/>
                      <a:pt x="245" y="385"/>
                    </a:cubicBezTo>
                    <a:cubicBezTo>
                      <a:pt x="264" y="381"/>
                      <a:pt x="264" y="381"/>
                      <a:pt x="264" y="381"/>
                    </a:cubicBezTo>
                    <a:cubicBezTo>
                      <a:pt x="266" y="396"/>
                      <a:pt x="266" y="396"/>
                      <a:pt x="266" y="396"/>
                    </a:cubicBezTo>
                    <a:cubicBezTo>
                      <a:pt x="278" y="403"/>
                      <a:pt x="278" y="403"/>
                      <a:pt x="278" y="403"/>
                    </a:cubicBezTo>
                    <a:cubicBezTo>
                      <a:pt x="276" y="422"/>
                      <a:pt x="276" y="422"/>
                      <a:pt x="276" y="422"/>
                    </a:cubicBezTo>
                    <a:cubicBezTo>
                      <a:pt x="245" y="436"/>
                      <a:pt x="245" y="436"/>
                      <a:pt x="245" y="436"/>
                    </a:cubicBezTo>
                    <a:cubicBezTo>
                      <a:pt x="250" y="466"/>
                      <a:pt x="250" y="466"/>
                      <a:pt x="250" y="466"/>
                    </a:cubicBezTo>
                    <a:cubicBezTo>
                      <a:pt x="276" y="474"/>
                      <a:pt x="276" y="474"/>
                      <a:pt x="276" y="474"/>
                    </a:cubicBezTo>
                    <a:cubicBezTo>
                      <a:pt x="304" y="457"/>
                      <a:pt x="304" y="457"/>
                      <a:pt x="304" y="457"/>
                    </a:cubicBezTo>
                    <a:cubicBezTo>
                      <a:pt x="307" y="478"/>
                      <a:pt x="307" y="478"/>
                      <a:pt x="307" y="478"/>
                    </a:cubicBezTo>
                    <a:cubicBezTo>
                      <a:pt x="355" y="480"/>
                      <a:pt x="355" y="480"/>
                      <a:pt x="355" y="480"/>
                    </a:cubicBezTo>
                    <a:cubicBezTo>
                      <a:pt x="355" y="493"/>
                      <a:pt x="355" y="493"/>
                      <a:pt x="355" y="493"/>
                    </a:cubicBezTo>
                    <a:cubicBezTo>
                      <a:pt x="386" y="495"/>
                      <a:pt x="386" y="495"/>
                      <a:pt x="386" y="495"/>
                    </a:cubicBezTo>
                    <a:cubicBezTo>
                      <a:pt x="398" y="512"/>
                      <a:pt x="398" y="512"/>
                      <a:pt x="398" y="512"/>
                    </a:cubicBezTo>
                    <a:cubicBezTo>
                      <a:pt x="442" y="507"/>
                      <a:pt x="442" y="507"/>
                      <a:pt x="442" y="507"/>
                    </a:cubicBezTo>
                    <a:cubicBezTo>
                      <a:pt x="444" y="486"/>
                      <a:pt x="444" y="486"/>
                      <a:pt x="444" y="486"/>
                    </a:cubicBezTo>
                    <a:cubicBezTo>
                      <a:pt x="466" y="486"/>
                      <a:pt x="466" y="486"/>
                      <a:pt x="466" y="486"/>
                    </a:cubicBezTo>
                    <a:cubicBezTo>
                      <a:pt x="470" y="500"/>
                      <a:pt x="470" y="500"/>
                      <a:pt x="470" y="500"/>
                    </a:cubicBezTo>
                    <a:cubicBezTo>
                      <a:pt x="494" y="500"/>
                      <a:pt x="494" y="500"/>
                      <a:pt x="494" y="500"/>
                    </a:cubicBezTo>
                    <a:cubicBezTo>
                      <a:pt x="514" y="511"/>
                      <a:pt x="514" y="511"/>
                      <a:pt x="514" y="511"/>
                    </a:cubicBezTo>
                    <a:cubicBezTo>
                      <a:pt x="523" y="502"/>
                      <a:pt x="523" y="502"/>
                      <a:pt x="523" y="502"/>
                    </a:cubicBezTo>
                    <a:cubicBezTo>
                      <a:pt x="541" y="509"/>
                      <a:pt x="541" y="509"/>
                      <a:pt x="541" y="509"/>
                    </a:cubicBezTo>
                    <a:cubicBezTo>
                      <a:pt x="541" y="516"/>
                      <a:pt x="541" y="516"/>
                      <a:pt x="541" y="516"/>
                    </a:cubicBezTo>
                    <a:cubicBezTo>
                      <a:pt x="572" y="526"/>
                      <a:pt x="572" y="526"/>
                      <a:pt x="572" y="526"/>
                    </a:cubicBezTo>
                    <a:cubicBezTo>
                      <a:pt x="556" y="576"/>
                      <a:pt x="556" y="576"/>
                      <a:pt x="556" y="576"/>
                    </a:cubicBezTo>
                    <a:cubicBezTo>
                      <a:pt x="565" y="600"/>
                      <a:pt x="565" y="600"/>
                      <a:pt x="565" y="600"/>
                    </a:cubicBezTo>
                    <a:cubicBezTo>
                      <a:pt x="604" y="613"/>
                      <a:pt x="604" y="613"/>
                      <a:pt x="604" y="613"/>
                    </a:cubicBezTo>
                    <a:cubicBezTo>
                      <a:pt x="616" y="648"/>
                      <a:pt x="616" y="648"/>
                      <a:pt x="616" y="648"/>
                    </a:cubicBezTo>
                    <a:cubicBezTo>
                      <a:pt x="616" y="648"/>
                      <a:pt x="577" y="682"/>
                      <a:pt x="546" y="697"/>
                    </a:cubicBezTo>
                    <a:cubicBezTo>
                      <a:pt x="502" y="697"/>
                      <a:pt x="502" y="697"/>
                      <a:pt x="502" y="697"/>
                    </a:cubicBezTo>
                    <a:cubicBezTo>
                      <a:pt x="502" y="697"/>
                      <a:pt x="471" y="718"/>
                      <a:pt x="456" y="739"/>
                    </a:cubicBezTo>
                    <a:cubicBezTo>
                      <a:pt x="423" y="739"/>
                      <a:pt x="423" y="739"/>
                      <a:pt x="423" y="739"/>
                    </a:cubicBezTo>
                    <a:cubicBezTo>
                      <a:pt x="430" y="785"/>
                      <a:pt x="430" y="785"/>
                      <a:pt x="430" y="785"/>
                    </a:cubicBezTo>
                    <a:cubicBezTo>
                      <a:pt x="415" y="846"/>
                      <a:pt x="415" y="846"/>
                      <a:pt x="415" y="846"/>
                    </a:cubicBezTo>
                    <a:cubicBezTo>
                      <a:pt x="393" y="882"/>
                      <a:pt x="393" y="882"/>
                      <a:pt x="393" y="882"/>
                    </a:cubicBezTo>
                    <a:cubicBezTo>
                      <a:pt x="393" y="917"/>
                      <a:pt x="393" y="917"/>
                      <a:pt x="393" y="917"/>
                    </a:cubicBezTo>
                    <a:cubicBezTo>
                      <a:pt x="374" y="933"/>
                      <a:pt x="374" y="933"/>
                      <a:pt x="374" y="933"/>
                    </a:cubicBezTo>
                    <a:cubicBezTo>
                      <a:pt x="349" y="929"/>
                      <a:pt x="349" y="929"/>
                      <a:pt x="349" y="929"/>
                    </a:cubicBezTo>
                    <a:cubicBezTo>
                      <a:pt x="334" y="955"/>
                      <a:pt x="334" y="955"/>
                      <a:pt x="334" y="955"/>
                    </a:cubicBezTo>
                    <a:cubicBezTo>
                      <a:pt x="348" y="995"/>
                      <a:pt x="348" y="995"/>
                      <a:pt x="348" y="995"/>
                    </a:cubicBezTo>
                    <a:cubicBezTo>
                      <a:pt x="338" y="1025"/>
                      <a:pt x="338" y="1025"/>
                      <a:pt x="338" y="1025"/>
                    </a:cubicBezTo>
                    <a:cubicBezTo>
                      <a:pt x="290" y="1074"/>
                      <a:pt x="290" y="1074"/>
                      <a:pt x="290" y="1074"/>
                    </a:cubicBezTo>
                    <a:cubicBezTo>
                      <a:pt x="187" y="1042"/>
                      <a:pt x="187" y="1042"/>
                      <a:pt x="187" y="1042"/>
                    </a:cubicBezTo>
                    <a:cubicBezTo>
                      <a:pt x="191" y="1064"/>
                      <a:pt x="191" y="1064"/>
                      <a:pt x="191" y="1064"/>
                    </a:cubicBezTo>
                    <a:cubicBezTo>
                      <a:pt x="217" y="1106"/>
                      <a:pt x="217" y="1106"/>
                      <a:pt x="217" y="1106"/>
                    </a:cubicBezTo>
                    <a:cubicBezTo>
                      <a:pt x="202" y="1137"/>
                      <a:pt x="202" y="1137"/>
                      <a:pt x="202" y="1137"/>
                    </a:cubicBezTo>
                    <a:cubicBezTo>
                      <a:pt x="228" y="1207"/>
                      <a:pt x="228" y="1207"/>
                      <a:pt x="228" y="1207"/>
                    </a:cubicBezTo>
                    <a:cubicBezTo>
                      <a:pt x="250" y="1214"/>
                      <a:pt x="250" y="1214"/>
                      <a:pt x="250" y="1214"/>
                    </a:cubicBezTo>
                    <a:cubicBezTo>
                      <a:pt x="248" y="1240"/>
                      <a:pt x="248" y="1240"/>
                      <a:pt x="248" y="1240"/>
                    </a:cubicBezTo>
                    <a:cubicBezTo>
                      <a:pt x="206" y="1284"/>
                      <a:pt x="206" y="1284"/>
                      <a:pt x="206" y="1284"/>
                    </a:cubicBezTo>
                    <a:cubicBezTo>
                      <a:pt x="164" y="1287"/>
                      <a:pt x="164" y="1287"/>
                      <a:pt x="164" y="1287"/>
                    </a:cubicBezTo>
                    <a:cubicBezTo>
                      <a:pt x="125" y="1355"/>
                      <a:pt x="125" y="1355"/>
                      <a:pt x="125" y="1355"/>
                    </a:cubicBezTo>
                    <a:cubicBezTo>
                      <a:pt x="148" y="1436"/>
                      <a:pt x="148" y="1436"/>
                      <a:pt x="148" y="1436"/>
                    </a:cubicBezTo>
                    <a:cubicBezTo>
                      <a:pt x="178" y="1439"/>
                      <a:pt x="178" y="1439"/>
                      <a:pt x="178" y="1439"/>
                    </a:cubicBezTo>
                    <a:cubicBezTo>
                      <a:pt x="155" y="1478"/>
                      <a:pt x="155" y="1478"/>
                      <a:pt x="155" y="1478"/>
                    </a:cubicBezTo>
                    <a:cubicBezTo>
                      <a:pt x="100" y="1477"/>
                      <a:pt x="100" y="1477"/>
                      <a:pt x="100" y="1477"/>
                    </a:cubicBezTo>
                    <a:cubicBezTo>
                      <a:pt x="65" y="1509"/>
                      <a:pt x="65" y="1509"/>
                      <a:pt x="65" y="1509"/>
                    </a:cubicBezTo>
                    <a:cubicBezTo>
                      <a:pt x="36" y="1519"/>
                      <a:pt x="36" y="1519"/>
                      <a:pt x="36" y="1519"/>
                    </a:cubicBezTo>
                    <a:cubicBezTo>
                      <a:pt x="7" y="1564"/>
                      <a:pt x="7" y="1564"/>
                      <a:pt x="7" y="1564"/>
                    </a:cubicBezTo>
                    <a:cubicBezTo>
                      <a:pt x="7" y="1564"/>
                      <a:pt x="6" y="1603"/>
                      <a:pt x="0" y="1640"/>
                    </a:cubicBezTo>
                    <a:cubicBezTo>
                      <a:pt x="1" y="1658"/>
                      <a:pt x="1" y="1658"/>
                      <a:pt x="1" y="1658"/>
                    </a:cubicBezTo>
                    <a:cubicBezTo>
                      <a:pt x="2" y="1656"/>
                      <a:pt x="4" y="1654"/>
                      <a:pt x="4" y="1659"/>
                    </a:cubicBezTo>
                    <a:cubicBezTo>
                      <a:pt x="4" y="1660"/>
                      <a:pt x="4" y="1663"/>
                      <a:pt x="5" y="1664"/>
                    </a:cubicBezTo>
                    <a:cubicBezTo>
                      <a:pt x="6" y="1667"/>
                      <a:pt x="8" y="1664"/>
                      <a:pt x="9" y="1663"/>
                    </a:cubicBezTo>
                    <a:cubicBezTo>
                      <a:pt x="10" y="1662"/>
                      <a:pt x="9" y="1661"/>
                      <a:pt x="10" y="1661"/>
                    </a:cubicBezTo>
                    <a:cubicBezTo>
                      <a:pt x="11" y="1661"/>
                      <a:pt x="14" y="1661"/>
                      <a:pt x="14" y="1661"/>
                    </a:cubicBezTo>
                    <a:cubicBezTo>
                      <a:pt x="16" y="1662"/>
                      <a:pt x="15" y="1665"/>
                      <a:pt x="17" y="1666"/>
                    </a:cubicBezTo>
                    <a:cubicBezTo>
                      <a:pt x="19" y="1668"/>
                      <a:pt x="22" y="1669"/>
                      <a:pt x="24" y="1668"/>
                    </a:cubicBezTo>
                    <a:cubicBezTo>
                      <a:pt x="27" y="1668"/>
                      <a:pt x="29" y="1668"/>
                      <a:pt x="32" y="1669"/>
                    </a:cubicBezTo>
                    <a:cubicBezTo>
                      <a:pt x="33" y="1669"/>
                      <a:pt x="38" y="1669"/>
                      <a:pt x="40" y="1669"/>
                    </a:cubicBezTo>
                    <a:cubicBezTo>
                      <a:pt x="43" y="1669"/>
                      <a:pt x="46" y="1668"/>
                      <a:pt x="48" y="1668"/>
                    </a:cubicBezTo>
                    <a:cubicBezTo>
                      <a:pt x="51" y="1668"/>
                      <a:pt x="54" y="1668"/>
                      <a:pt x="56" y="1667"/>
                    </a:cubicBezTo>
                    <a:cubicBezTo>
                      <a:pt x="57" y="1667"/>
                      <a:pt x="57" y="1666"/>
                      <a:pt x="58" y="1666"/>
                    </a:cubicBezTo>
                    <a:cubicBezTo>
                      <a:pt x="59" y="1666"/>
                      <a:pt x="59" y="1667"/>
                      <a:pt x="60" y="1667"/>
                    </a:cubicBezTo>
                    <a:cubicBezTo>
                      <a:pt x="60" y="1667"/>
                      <a:pt x="61" y="1667"/>
                      <a:pt x="62" y="1667"/>
                    </a:cubicBezTo>
                    <a:cubicBezTo>
                      <a:pt x="62" y="1665"/>
                      <a:pt x="60" y="1664"/>
                      <a:pt x="59" y="1663"/>
                    </a:cubicBezTo>
                    <a:cubicBezTo>
                      <a:pt x="59" y="1662"/>
                      <a:pt x="59" y="1658"/>
                      <a:pt x="60" y="1657"/>
                    </a:cubicBezTo>
                    <a:cubicBezTo>
                      <a:pt x="62" y="1655"/>
                      <a:pt x="62" y="1660"/>
                      <a:pt x="62" y="1661"/>
                    </a:cubicBezTo>
                    <a:cubicBezTo>
                      <a:pt x="63" y="1663"/>
                      <a:pt x="63" y="1666"/>
                      <a:pt x="65" y="1667"/>
                    </a:cubicBezTo>
                    <a:cubicBezTo>
                      <a:pt x="68" y="1669"/>
                      <a:pt x="73" y="1666"/>
                      <a:pt x="76" y="1670"/>
                    </a:cubicBezTo>
                    <a:cubicBezTo>
                      <a:pt x="77" y="1671"/>
                      <a:pt x="77" y="1673"/>
                      <a:pt x="78" y="1674"/>
                    </a:cubicBezTo>
                    <a:cubicBezTo>
                      <a:pt x="78" y="1675"/>
                      <a:pt x="79" y="1675"/>
                      <a:pt x="80" y="1676"/>
                    </a:cubicBezTo>
                    <a:cubicBezTo>
                      <a:pt x="82" y="1677"/>
                      <a:pt x="83" y="1679"/>
                      <a:pt x="84" y="1681"/>
                    </a:cubicBezTo>
                    <a:cubicBezTo>
                      <a:pt x="86" y="1684"/>
                      <a:pt x="89" y="1688"/>
                      <a:pt x="93" y="1690"/>
                    </a:cubicBezTo>
                    <a:cubicBezTo>
                      <a:pt x="93" y="1685"/>
                      <a:pt x="90" y="1682"/>
                      <a:pt x="89" y="1678"/>
                    </a:cubicBezTo>
                    <a:cubicBezTo>
                      <a:pt x="89" y="1674"/>
                      <a:pt x="93" y="1674"/>
                      <a:pt x="95" y="1671"/>
                    </a:cubicBezTo>
                    <a:cubicBezTo>
                      <a:pt x="99" y="1666"/>
                      <a:pt x="95" y="1657"/>
                      <a:pt x="98" y="1651"/>
                    </a:cubicBezTo>
                    <a:cubicBezTo>
                      <a:pt x="100" y="1648"/>
                      <a:pt x="105" y="1649"/>
                      <a:pt x="107" y="1652"/>
                    </a:cubicBezTo>
                    <a:cubicBezTo>
                      <a:pt x="109" y="1655"/>
                      <a:pt x="107" y="1662"/>
                      <a:pt x="106" y="1666"/>
                    </a:cubicBezTo>
                    <a:cubicBezTo>
                      <a:pt x="105" y="1670"/>
                      <a:pt x="103" y="1673"/>
                      <a:pt x="106" y="1676"/>
                    </a:cubicBezTo>
                    <a:cubicBezTo>
                      <a:pt x="109" y="1679"/>
                      <a:pt x="111" y="1679"/>
                      <a:pt x="114" y="1676"/>
                    </a:cubicBezTo>
                    <a:cubicBezTo>
                      <a:pt x="118" y="1673"/>
                      <a:pt x="122" y="1671"/>
                      <a:pt x="126" y="1668"/>
                    </a:cubicBezTo>
                    <a:cubicBezTo>
                      <a:pt x="129" y="1667"/>
                      <a:pt x="133" y="1667"/>
                      <a:pt x="131" y="1672"/>
                    </a:cubicBezTo>
                    <a:cubicBezTo>
                      <a:pt x="130" y="1672"/>
                      <a:pt x="130" y="1672"/>
                      <a:pt x="130" y="1672"/>
                    </a:cubicBezTo>
                    <a:cubicBezTo>
                      <a:pt x="128" y="1674"/>
                      <a:pt x="126" y="1676"/>
                      <a:pt x="123" y="1678"/>
                    </a:cubicBezTo>
                    <a:cubicBezTo>
                      <a:pt x="120" y="1679"/>
                      <a:pt x="117" y="1679"/>
                      <a:pt x="113" y="1680"/>
                    </a:cubicBezTo>
                    <a:cubicBezTo>
                      <a:pt x="106" y="1683"/>
                      <a:pt x="107" y="1688"/>
                      <a:pt x="111" y="1694"/>
                    </a:cubicBezTo>
                    <a:cubicBezTo>
                      <a:pt x="117" y="1703"/>
                      <a:pt x="124" y="1712"/>
                      <a:pt x="131" y="1722"/>
                    </a:cubicBezTo>
                    <a:cubicBezTo>
                      <a:pt x="139" y="1734"/>
                      <a:pt x="146" y="1747"/>
                      <a:pt x="156" y="1758"/>
                    </a:cubicBezTo>
                    <a:cubicBezTo>
                      <a:pt x="165" y="1769"/>
                      <a:pt x="175" y="1779"/>
                      <a:pt x="181" y="1792"/>
                    </a:cubicBezTo>
                    <a:cubicBezTo>
                      <a:pt x="183" y="1798"/>
                      <a:pt x="187" y="1803"/>
                      <a:pt x="188" y="1809"/>
                    </a:cubicBezTo>
                    <a:cubicBezTo>
                      <a:pt x="188" y="1813"/>
                      <a:pt x="191" y="1821"/>
                      <a:pt x="197" y="1819"/>
                    </a:cubicBezTo>
                    <a:cubicBezTo>
                      <a:pt x="203" y="1817"/>
                      <a:pt x="199" y="1807"/>
                      <a:pt x="206" y="1805"/>
                    </a:cubicBezTo>
                    <a:cubicBezTo>
                      <a:pt x="209" y="1805"/>
                      <a:pt x="212" y="1806"/>
                      <a:pt x="215" y="1804"/>
                    </a:cubicBezTo>
                    <a:cubicBezTo>
                      <a:pt x="218" y="1803"/>
                      <a:pt x="219" y="1800"/>
                      <a:pt x="221" y="1798"/>
                    </a:cubicBezTo>
                    <a:cubicBezTo>
                      <a:pt x="224" y="1792"/>
                      <a:pt x="229" y="1794"/>
                      <a:pt x="233" y="1798"/>
                    </a:cubicBezTo>
                    <a:cubicBezTo>
                      <a:pt x="233" y="1799"/>
                      <a:pt x="234" y="1800"/>
                      <a:pt x="235" y="1801"/>
                    </a:cubicBezTo>
                    <a:cubicBezTo>
                      <a:pt x="232" y="1799"/>
                      <a:pt x="229" y="1797"/>
                      <a:pt x="225" y="1796"/>
                    </a:cubicBezTo>
                    <a:cubicBezTo>
                      <a:pt x="221" y="1795"/>
                      <a:pt x="220" y="1799"/>
                      <a:pt x="219" y="1803"/>
                    </a:cubicBezTo>
                    <a:cubicBezTo>
                      <a:pt x="218" y="1806"/>
                      <a:pt x="216" y="1809"/>
                      <a:pt x="212" y="1809"/>
                    </a:cubicBezTo>
                    <a:cubicBezTo>
                      <a:pt x="208" y="1809"/>
                      <a:pt x="204" y="1807"/>
                      <a:pt x="203" y="1812"/>
                    </a:cubicBezTo>
                    <a:cubicBezTo>
                      <a:pt x="201" y="1816"/>
                      <a:pt x="202" y="1820"/>
                      <a:pt x="198" y="1822"/>
                    </a:cubicBezTo>
                    <a:cubicBezTo>
                      <a:pt x="196" y="1823"/>
                      <a:pt x="194" y="1823"/>
                      <a:pt x="192" y="1823"/>
                    </a:cubicBezTo>
                    <a:cubicBezTo>
                      <a:pt x="190" y="1823"/>
                      <a:pt x="188" y="1823"/>
                      <a:pt x="186" y="1824"/>
                    </a:cubicBezTo>
                    <a:cubicBezTo>
                      <a:pt x="182" y="1824"/>
                      <a:pt x="178" y="1824"/>
                      <a:pt x="175" y="1827"/>
                    </a:cubicBezTo>
                    <a:cubicBezTo>
                      <a:pt x="173" y="1830"/>
                      <a:pt x="171" y="1833"/>
                      <a:pt x="171" y="1836"/>
                    </a:cubicBezTo>
                    <a:cubicBezTo>
                      <a:pt x="170" y="1842"/>
                      <a:pt x="172" y="1849"/>
                      <a:pt x="173" y="1855"/>
                    </a:cubicBezTo>
                    <a:cubicBezTo>
                      <a:pt x="173" y="1857"/>
                      <a:pt x="173" y="1860"/>
                      <a:pt x="175" y="1862"/>
                    </a:cubicBezTo>
                    <a:cubicBezTo>
                      <a:pt x="177" y="1864"/>
                      <a:pt x="179" y="1865"/>
                      <a:pt x="181" y="1865"/>
                    </a:cubicBezTo>
                    <a:cubicBezTo>
                      <a:pt x="183" y="1865"/>
                      <a:pt x="184" y="1866"/>
                      <a:pt x="185" y="1866"/>
                    </a:cubicBezTo>
                    <a:cubicBezTo>
                      <a:pt x="187" y="1866"/>
                      <a:pt x="190" y="1867"/>
                      <a:pt x="192" y="1868"/>
                    </a:cubicBezTo>
                    <a:cubicBezTo>
                      <a:pt x="197" y="1870"/>
                      <a:pt x="195" y="1878"/>
                      <a:pt x="195" y="1882"/>
                    </a:cubicBezTo>
                    <a:cubicBezTo>
                      <a:pt x="196" y="1886"/>
                      <a:pt x="205" y="1882"/>
                      <a:pt x="205" y="1887"/>
                    </a:cubicBezTo>
                    <a:cubicBezTo>
                      <a:pt x="205" y="1890"/>
                      <a:pt x="201" y="1890"/>
                      <a:pt x="199" y="1890"/>
                    </a:cubicBezTo>
                    <a:cubicBezTo>
                      <a:pt x="197" y="1891"/>
                      <a:pt x="195" y="1892"/>
                      <a:pt x="195" y="1894"/>
                    </a:cubicBezTo>
                    <a:cubicBezTo>
                      <a:pt x="194" y="1898"/>
                      <a:pt x="197" y="1900"/>
                      <a:pt x="199" y="1902"/>
                    </a:cubicBezTo>
                    <a:cubicBezTo>
                      <a:pt x="200" y="1904"/>
                      <a:pt x="203" y="1905"/>
                      <a:pt x="203" y="1907"/>
                    </a:cubicBezTo>
                    <a:cubicBezTo>
                      <a:pt x="197" y="1908"/>
                      <a:pt x="193" y="1906"/>
                      <a:pt x="190" y="1900"/>
                    </a:cubicBezTo>
                    <a:cubicBezTo>
                      <a:pt x="188" y="1898"/>
                      <a:pt x="187" y="1896"/>
                      <a:pt x="188" y="1894"/>
                    </a:cubicBezTo>
                    <a:cubicBezTo>
                      <a:pt x="188" y="1891"/>
                      <a:pt x="189" y="1889"/>
                      <a:pt x="189" y="1887"/>
                    </a:cubicBezTo>
                    <a:cubicBezTo>
                      <a:pt x="187" y="1881"/>
                      <a:pt x="180" y="1883"/>
                      <a:pt x="179" y="1887"/>
                    </a:cubicBezTo>
                    <a:cubicBezTo>
                      <a:pt x="177" y="1893"/>
                      <a:pt x="180" y="1897"/>
                      <a:pt x="183" y="1901"/>
                    </a:cubicBezTo>
                    <a:cubicBezTo>
                      <a:pt x="185" y="1904"/>
                      <a:pt x="185" y="1907"/>
                      <a:pt x="185" y="1909"/>
                    </a:cubicBezTo>
                    <a:cubicBezTo>
                      <a:pt x="186" y="1912"/>
                      <a:pt x="185" y="1913"/>
                      <a:pt x="186" y="1915"/>
                    </a:cubicBezTo>
                    <a:cubicBezTo>
                      <a:pt x="187" y="1918"/>
                      <a:pt x="188" y="1919"/>
                      <a:pt x="189" y="1922"/>
                    </a:cubicBezTo>
                    <a:cubicBezTo>
                      <a:pt x="189" y="1923"/>
                      <a:pt x="189" y="1926"/>
                      <a:pt x="191" y="1927"/>
                    </a:cubicBezTo>
                    <a:cubicBezTo>
                      <a:pt x="193" y="1928"/>
                      <a:pt x="195" y="1922"/>
                      <a:pt x="196" y="1925"/>
                    </a:cubicBezTo>
                    <a:cubicBezTo>
                      <a:pt x="197" y="1926"/>
                      <a:pt x="195" y="1928"/>
                      <a:pt x="195" y="1929"/>
                    </a:cubicBezTo>
                    <a:cubicBezTo>
                      <a:pt x="194" y="1931"/>
                      <a:pt x="194" y="1932"/>
                      <a:pt x="194" y="1934"/>
                    </a:cubicBezTo>
                    <a:cubicBezTo>
                      <a:pt x="194" y="1937"/>
                      <a:pt x="195" y="1938"/>
                      <a:pt x="197" y="1941"/>
                    </a:cubicBezTo>
                    <a:cubicBezTo>
                      <a:pt x="200" y="1947"/>
                      <a:pt x="199" y="1953"/>
                      <a:pt x="200" y="1960"/>
                    </a:cubicBezTo>
                    <a:cubicBezTo>
                      <a:pt x="200" y="1961"/>
                      <a:pt x="200" y="1963"/>
                      <a:pt x="202" y="1964"/>
                    </a:cubicBezTo>
                    <a:cubicBezTo>
                      <a:pt x="203" y="1964"/>
                      <a:pt x="205" y="1963"/>
                      <a:pt x="207" y="1965"/>
                    </a:cubicBezTo>
                    <a:cubicBezTo>
                      <a:pt x="208" y="1967"/>
                      <a:pt x="208" y="1971"/>
                      <a:pt x="208" y="1973"/>
                    </a:cubicBezTo>
                    <a:cubicBezTo>
                      <a:pt x="209" y="1976"/>
                      <a:pt x="210" y="1980"/>
                      <a:pt x="210" y="1983"/>
                    </a:cubicBezTo>
                    <a:cubicBezTo>
                      <a:pt x="210" y="1985"/>
                      <a:pt x="210" y="1987"/>
                      <a:pt x="211" y="1988"/>
                    </a:cubicBezTo>
                    <a:cubicBezTo>
                      <a:pt x="212" y="1991"/>
                      <a:pt x="213" y="1994"/>
                      <a:pt x="215" y="1996"/>
                    </a:cubicBezTo>
                    <a:cubicBezTo>
                      <a:pt x="217" y="1997"/>
                      <a:pt x="219" y="1997"/>
                      <a:pt x="221" y="1997"/>
                    </a:cubicBezTo>
                    <a:cubicBezTo>
                      <a:pt x="223" y="1998"/>
                      <a:pt x="225" y="1999"/>
                      <a:pt x="227" y="2000"/>
                    </a:cubicBezTo>
                    <a:cubicBezTo>
                      <a:pt x="230" y="2000"/>
                      <a:pt x="232" y="2000"/>
                      <a:pt x="234" y="2000"/>
                    </a:cubicBezTo>
                    <a:cubicBezTo>
                      <a:pt x="238" y="2000"/>
                      <a:pt x="242" y="2003"/>
                      <a:pt x="246" y="2005"/>
                    </a:cubicBezTo>
                    <a:cubicBezTo>
                      <a:pt x="249" y="2007"/>
                      <a:pt x="252" y="2010"/>
                      <a:pt x="254" y="2014"/>
                    </a:cubicBezTo>
                    <a:cubicBezTo>
                      <a:pt x="257" y="2018"/>
                      <a:pt x="256" y="2023"/>
                      <a:pt x="257" y="2028"/>
                    </a:cubicBezTo>
                    <a:cubicBezTo>
                      <a:pt x="258" y="2031"/>
                      <a:pt x="262" y="2034"/>
                      <a:pt x="265" y="2037"/>
                    </a:cubicBezTo>
                    <a:cubicBezTo>
                      <a:pt x="268" y="2039"/>
                      <a:pt x="272" y="2039"/>
                      <a:pt x="275" y="2043"/>
                    </a:cubicBezTo>
                    <a:cubicBezTo>
                      <a:pt x="276" y="2044"/>
                      <a:pt x="277" y="2046"/>
                      <a:pt x="279" y="2047"/>
                    </a:cubicBezTo>
                    <a:cubicBezTo>
                      <a:pt x="281" y="2048"/>
                      <a:pt x="283" y="2047"/>
                      <a:pt x="285" y="2047"/>
                    </a:cubicBezTo>
                    <a:cubicBezTo>
                      <a:pt x="289" y="2048"/>
                      <a:pt x="292" y="2052"/>
                      <a:pt x="295" y="2055"/>
                    </a:cubicBezTo>
                    <a:cubicBezTo>
                      <a:pt x="298" y="2057"/>
                      <a:pt x="301" y="2063"/>
                      <a:pt x="305" y="2063"/>
                    </a:cubicBezTo>
                    <a:cubicBezTo>
                      <a:pt x="309" y="2064"/>
                      <a:pt x="314" y="2061"/>
                      <a:pt x="318" y="2060"/>
                    </a:cubicBezTo>
                    <a:cubicBezTo>
                      <a:pt x="322" y="2059"/>
                      <a:pt x="326" y="2061"/>
                      <a:pt x="331" y="2062"/>
                    </a:cubicBezTo>
                    <a:cubicBezTo>
                      <a:pt x="334" y="2063"/>
                      <a:pt x="340" y="2065"/>
                      <a:pt x="342" y="2061"/>
                    </a:cubicBezTo>
                    <a:cubicBezTo>
                      <a:pt x="345" y="2056"/>
                      <a:pt x="340" y="2052"/>
                      <a:pt x="342" y="2047"/>
                    </a:cubicBezTo>
                    <a:cubicBezTo>
                      <a:pt x="343" y="2045"/>
                      <a:pt x="345" y="2043"/>
                      <a:pt x="347" y="2041"/>
                    </a:cubicBezTo>
                    <a:cubicBezTo>
                      <a:pt x="348" y="2039"/>
                      <a:pt x="348" y="2036"/>
                      <a:pt x="348" y="2033"/>
                    </a:cubicBezTo>
                    <a:cubicBezTo>
                      <a:pt x="349" y="2031"/>
                      <a:pt x="349" y="2028"/>
                      <a:pt x="351" y="2027"/>
                    </a:cubicBezTo>
                    <a:cubicBezTo>
                      <a:pt x="354" y="2026"/>
                      <a:pt x="356" y="2028"/>
                      <a:pt x="357" y="2029"/>
                    </a:cubicBezTo>
                    <a:cubicBezTo>
                      <a:pt x="360" y="2032"/>
                      <a:pt x="361" y="2037"/>
                      <a:pt x="361" y="2041"/>
                    </a:cubicBezTo>
                    <a:cubicBezTo>
                      <a:pt x="361" y="2044"/>
                      <a:pt x="359" y="2056"/>
                      <a:pt x="365" y="2053"/>
                    </a:cubicBezTo>
                    <a:cubicBezTo>
                      <a:pt x="367" y="2052"/>
                      <a:pt x="368" y="2048"/>
                      <a:pt x="369" y="2045"/>
                    </a:cubicBezTo>
                    <a:cubicBezTo>
                      <a:pt x="370" y="2043"/>
                      <a:pt x="371" y="2042"/>
                      <a:pt x="373" y="2041"/>
                    </a:cubicBezTo>
                    <a:cubicBezTo>
                      <a:pt x="375" y="2038"/>
                      <a:pt x="377" y="2035"/>
                      <a:pt x="378" y="2032"/>
                    </a:cubicBezTo>
                    <a:cubicBezTo>
                      <a:pt x="378" y="2029"/>
                      <a:pt x="378" y="2026"/>
                      <a:pt x="381" y="2024"/>
                    </a:cubicBezTo>
                    <a:cubicBezTo>
                      <a:pt x="382" y="2023"/>
                      <a:pt x="384" y="2022"/>
                      <a:pt x="385" y="2021"/>
                    </a:cubicBezTo>
                    <a:cubicBezTo>
                      <a:pt x="390" y="2019"/>
                      <a:pt x="393" y="2015"/>
                      <a:pt x="397" y="2011"/>
                    </a:cubicBezTo>
                    <a:cubicBezTo>
                      <a:pt x="398" y="2010"/>
                      <a:pt x="400" y="2009"/>
                      <a:pt x="402" y="2007"/>
                    </a:cubicBezTo>
                    <a:cubicBezTo>
                      <a:pt x="404" y="2006"/>
                      <a:pt x="405" y="2004"/>
                      <a:pt x="407" y="2002"/>
                    </a:cubicBezTo>
                    <a:cubicBezTo>
                      <a:pt x="410" y="1999"/>
                      <a:pt x="413" y="1996"/>
                      <a:pt x="415" y="1993"/>
                    </a:cubicBezTo>
                    <a:cubicBezTo>
                      <a:pt x="416" y="1991"/>
                      <a:pt x="418" y="1990"/>
                      <a:pt x="420" y="1990"/>
                    </a:cubicBezTo>
                    <a:cubicBezTo>
                      <a:pt x="426" y="1991"/>
                      <a:pt x="431" y="1988"/>
                      <a:pt x="437" y="1988"/>
                    </a:cubicBezTo>
                    <a:cubicBezTo>
                      <a:pt x="443" y="1988"/>
                      <a:pt x="450" y="1986"/>
                      <a:pt x="456" y="1986"/>
                    </a:cubicBezTo>
                    <a:cubicBezTo>
                      <a:pt x="463" y="1985"/>
                      <a:pt x="469" y="1985"/>
                      <a:pt x="475" y="1984"/>
                    </a:cubicBezTo>
                    <a:cubicBezTo>
                      <a:pt x="479" y="1983"/>
                      <a:pt x="483" y="1983"/>
                      <a:pt x="486" y="1982"/>
                    </a:cubicBezTo>
                    <a:cubicBezTo>
                      <a:pt x="488" y="1982"/>
                      <a:pt x="490" y="1981"/>
                      <a:pt x="492" y="1981"/>
                    </a:cubicBezTo>
                    <a:cubicBezTo>
                      <a:pt x="494" y="1981"/>
                      <a:pt x="495" y="1982"/>
                      <a:pt x="496" y="1983"/>
                    </a:cubicBezTo>
                    <a:cubicBezTo>
                      <a:pt x="500" y="1985"/>
                      <a:pt x="503" y="1987"/>
                      <a:pt x="507" y="1988"/>
                    </a:cubicBezTo>
                    <a:cubicBezTo>
                      <a:pt x="508" y="1989"/>
                      <a:pt x="510" y="1989"/>
                      <a:pt x="511" y="1990"/>
                    </a:cubicBezTo>
                    <a:cubicBezTo>
                      <a:pt x="512" y="1991"/>
                      <a:pt x="513" y="1991"/>
                      <a:pt x="515" y="1992"/>
                    </a:cubicBezTo>
                    <a:cubicBezTo>
                      <a:pt x="518" y="1993"/>
                      <a:pt x="522" y="1992"/>
                      <a:pt x="526" y="1993"/>
                    </a:cubicBezTo>
                    <a:cubicBezTo>
                      <a:pt x="529" y="1993"/>
                      <a:pt x="532" y="1994"/>
                      <a:pt x="535" y="1994"/>
                    </a:cubicBezTo>
                    <a:cubicBezTo>
                      <a:pt x="538" y="1993"/>
                      <a:pt x="542" y="1993"/>
                      <a:pt x="545" y="1992"/>
                    </a:cubicBezTo>
                    <a:cubicBezTo>
                      <a:pt x="547" y="1992"/>
                      <a:pt x="550" y="1992"/>
                      <a:pt x="552" y="1991"/>
                    </a:cubicBezTo>
                    <a:cubicBezTo>
                      <a:pt x="553" y="1990"/>
                      <a:pt x="554" y="1988"/>
                      <a:pt x="555" y="1987"/>
                    </a:cubicBezTo>
                    <a:cubicBezTo>
                      <a:pt x="558" y="1984"/>
                      <a:pt x="563" y="1985"/>
                      <a:pt x="567" y="1985"/>
                    </a:cubicBezTo>
                    <a:cubicBezTo>
                      <a:pt x="571" y="1985"/>
                      <a:pt x="574" y="1984"/>
                      <a:pt x="577" y="1983"/>
                    </a:cubicBezTo>
                    <a:cubicBezTo>
                      <a:pt x="578" y="1982"/>
                      <a:pt x="579" y="1982"/>
                      <a:pt x="581" y="1981"/>
                    </a:cubicBezTo>
                    <a:cubicBezTo>
                      <a:pt x="582" y="1981"/>
                      <a:pt x="583" y="1981"/>
                      <a:pt x="584" y="1980"/>
                    </a:cubicBezTo>
                    <a:cubicBezTo>
                      <a:pt x="585" y="1980"/>
                      <a:pt x="585" y="1979"/>
                      <a:pt x="586" y="1978"/>
                    </a:cubicBezTo>
                    <a:cubicBezTo>
                      <a:pt x="587" y="1977"/>
                      <a:pt x="588" y="1977"/>
                      <a:pt x="588" y="1976"/>
                    </a:cubicBezTo>
                    <a:cubicBezTo>
                      <a:pt x="589" y="1976"/>
                      <a:pt x="589" y="1975"/>
                      <a:pt x="590" y="1974"/>
                    </a:cubicBezTo>
                    <a:cubicBezTo>
                      <a:pt x="590" y="1973"/>
                      <a:pt x="591" y="1973"/>
                      <a:pt x="592" y="1973"/>
                    </a:cubicBezTo>
                    <a:cubicBezTo>
                      <a:pt x="593" y="1971"/>
                      <a:pt x="594" y="1970"/>
                      <a:pt x="596" y="1969"/>
                    </a:cubicBezTo>
                    <a:cubicBezTo>
                      <a:pt x="598" y="1968"/>
                      <a:pt x="600" y="1967"/>
                      <a:pt x="601" y="1965"/>
                    </a:cubicBezTo>
                    <a:cubicBezTo>
                      <a:pt x="602" y="1964"/>
                      <a:pt x="603" y="1962"/>
                      <a:pt x="605" y="1961"/>
                    </a:cubicBezTo>
                    <a:cubicBezTo>
                      <a:pt x="606" y="1960"/>
                      <a:pt x="608" y="1959"/>
                      <a:pt x="610" y="1958"/>
                    </a:cubicBezTo>
                    <a:cubicBezTo>
                      <a:pt x="611" y="1957"/>
                      <a:pt x="612" y="1957"/>
                      <a:pt x="613" y="1956"/>
                    </a:cubicBezTo>
                    <a:cubicBezTo>
                      <a:pt x="613" y="1955"/>
                      <a:pt x="614" y="1954"/>
                      <a:pt x="615" y="1954"/>
                    </a:cubicBezTo>
                    <a:cubicBezTo>
                      <a:pt x="616" y="1953"/>
                      <a:pt x="618" y="1954"/>
                      <a:pt x="619" y="1954"/>
                    </a:cubicBezTo>
                    <a:cubicBezTo>
                      <a:pt x="621" y="1956"/>
                      <a:pt x="623" y="1958"/>
                      <a:pt x="626" y="1960"/>
                    </a:cubicBezTo>
                    <a:cubicBezTo>
                      <a:pt x="627" y="1962"/>
                      <a:pt x="629" y="1963"/>
                      <a:pt x="630" y="1964"/>
                    </a:cubicBezTo>
                    <a:cubicBezTo>
                      <a:pt x="633" y="1966"/>
                      <a:pt x="636" y="1966"/>
                      <a:pt x="639" y="1968"/>
                    </a:cubicBezTo>
                    <a:cubicBezTo>
                      <a:pt x="643" y="1969"/>
                      <a:pt x="646" y="1970"/>
                      <a:pt x="649" y="1970"/>
                    </a:cubicBezTo>
                    <a:cubicBezTo>
                      <a:pt x="652" y="1970"/>
                      <a:pt x="656" y="1970"/>
                      <a:pt x="659" y="1970"/>
                    </a:cubicBezTo>
                    <a:cubicBezTo>
                      <a:pt x="662" y="1970"/>
                      <a:pt x="666" y="1969"/>
                      <a:pt x="670" y="1969"/>
                    </a:cubicBezTo>
                    <a:cubicBezTo>
                      <a:pt x="672" y="1969"/>
                      <a:pt x="674" y="1970"/>
                      <a:pt x="676" y="1970"/>
                    </a:cubicBezTo>
                    <a:cubicBezTo>
                      <a:pt x="679" y="1970"/>
                      <a:pt x="682" y="1970"/>
                      <a:pt x="685" y="1970"/>
                    </a:cubicBezTo>
                    <a:cubicBezTo>
                      <a:pt x="687" y="1970"/>
                      <a:pt x="689" y="1969"/>
                      <a:pt x="690" y="1970"/>
                    </a:cubicBezTo>
                    <a:cubicBezTo>
                      <a:pt x="692" y="1970"/>
                      <a:pt x="693" y="1971"/>
                      <a:pt x="695" y="1971"/>
                    </a:cubicBezTo>
                    <a:cubicBezTo>
                      <a:pt x="698" y="1972"/>
                      <a:pt x="701" y="1972"/>
                      <a:pt x="704" y="1975"/>
                    </a:cubicBezTo>
                    <a:cubicBezTo>
                      <a:pt x="705" y="1976"/>
                      <a:pt x="707" y="1978"/>
                      <a:pt x="709" y="1980"/>
                    </a:cubicBezTo>
                    <a:cubicBezTo>
                      <a:pt x="713" y="1982"/>
                      <a:pt x="717" y="1981"/>
                      <a:pt x="722" y="1981"/>
                    </a:cubicBezTo>
                    <a:cubicBezTo>
                      <a:pt x="728" y="1979"/>
                      <a:pt x="734" y="1980"/>
                      <a:pt x="740" y="1982"/>
                    </a:cubicBezTo>
                    <a:cubicBezTo>
                      <a:pt x="741" y="1983"/>
                      <a:pt x="742" y="1984"/>
                      <a:pt x="744" y="1984"/>
                    </a:cubicBezTo>
                    <a:cubicBezTo>
                      <a:pt x="746" y="1985"/>
                      <a:pt x="747" y="1986"/>
                      <a:pt x="749" y="1987"/>
                    </a:cubicBezTo>
                    <a:cubicBezTo>
                      <a:pt x="750" y="1989"/>
                      <a:pt x="751" y="1990"/>
                      <a:pt x="753" y="1991"/>
                    </a:cubicBezTo>
                    <a:cubicBezTo>
                      <a:pt x="755" y="1992"/>
                      <a:pt x="756" y="1993"/>
                      <a:pt x="758" y="1993"/>
                    </a:cubicBezTo>
                    <a:cubicBezTo>
                      <a:pt x="759" y="1994"/>
                      <a:pt x="761" y="1994"/>
                      <a:pt x="763" y="1994"/>
                    </a:cubicBezTo>
                    <a:cubicBezTo>
                      <a:pt x="768" y="1994"/>
                      <a:pt x="773" y="1994"/>
                      <a:pt x="777" y="1994"/>
                    </a:cubicBezTo>
                    <a:cubicBezTo>
                      <a:pt x="779" y="1994"/>
                      <a:pt x="782" y="1993"/>
                      <a:pt x="784" y="1993"/>
                    </a:cubicBezTo>
                    <a:cubicBezTo>
                      <a:pt x="787" y="1993"/>
                      <a:pt x="790" y="1994"/>
                      <a:pt x="793" y="1995"/>
                    </a:cubicBezTo>
                    <a:cubicBezTo>
                      <a:pt x="795" y="1996"/>
                      <a:pt x="796" y="1998"/>
                      <a:pt x="798" y="1999"/>
                    </a:cubicBezTo>
                    <a:cubicBezTo>
                      <a:pt x="801" y="2000"/>
                      <a:pt x="801" y="2002"/>
                      <a:pt x="803" y="2003"/>
                    </a:cubicBezTo>
                    <a:cubicBezTo>
                      <a:pt x="804" y="2005"/>
                      <a:pt x="806" y="2006"/>
                      <a:pt x="808" y="2007"/>
                    </a:cubicBezTo>
                    <a:cubicBezTo>
                      <a:pt x="809" y="2007"/>
                      <a:pt x="810" y="2007"/>
                      <a:pt x="811" y="2007"/>
                    </a:cubicBezTo>
                    <a:cubicBezTo>
                      <a:pt x="811" y="2008"/>
                      <a:pt x="812" y="2009"/>
                      <a:pt x="812" y="2010"/>
                    </a:cubicBezTo>
                    <a:cubicBezTo>
                      <a:pt x="813" y="2011"/>
                      <a:pt x="814" y="2013"/>
                      <a:pt x="815" y="2014"/>
                    </a:cubicBezTo>
                    <a:cubicBezTo>
                      <a:pt x="817" y="2015"/>
                      <a:pt x="819" y="2014"/>
                      <a:pt x="820" y="2014"/>
                    </a:cubicBezTo>
                    <a:cubicBezTo>
                      <a:pt x="823" y="2014"/>
                      <a:pt x="826" y="2015"/>
                      <a:pt x="829" y="2015"/>
                    </a:cubicBezTo>
                    <a:cubicBezTo>
                      <a:pt x="832" y="2016"/>
                      <a:pt x="836" y="2016"/>
                      <a:pt x="839" y="2015"/>
                    </a:cubicBezTo>
                    <a:cubicBezTo>
                      <a:pt x="840" y="2014"/>
                      <a:pt x="841" y="2013"/>
                      <a:pt x="842" y="2013"/>
                    </a:cubicBezTo>
                    <a:cubicBezTo>
                      <a:pt x="843" y="2012"/>
                      <a:pt x="845" y="2011"/>
                      <a:pt x="847" y="2011"/>
                    </a:cubicBezTo>
                    <a:cubicBezTo>
                      <a:pt x="848" y="2011"/>
                      <a:pt x="849" y="2011"/>
                      <a:pt x="850" y="2011"/>
                    </a:cubicBezTo>
                    <a:cubicBezTo>
                      <a:pt x="853" y="2011"/>
                      <a:pt x="856" y="2009"/>
                      <a:pt x="859" y="2009"/>
                    </a:cubicBezTo>
                    <a:cubicBezTo>
                      <a:pt x="862" y="2009"/>
                      <a:pt x="864" y="2009"/>
                      <a:pt x="867" y="2009"/>
                    </a:cubicBezTo>
                    <a:cubicBezTo>
                      <a:pt x="867" y="2008"/>
                      <a:pt x="869" y="2008"/>
                      <a:pt x="870" y="2008"/>
                    </a:cubicBezTo>
                    <a:cubicBezTo>
                      <a:pt x="871" y="2009"/>
                      <a:pt x="872" y="2011"/>
                      <a:pt x="873" y="2012"/>
                    </a:cubicBezTo>
                    <a:cubicBezTo>
                      <a:pt x="875" y="2015"/>
                      <a:pt x="879" y="2015"/>
                      <a:pt x="882" y="2015"/>
                    </a:cubicBezTo>
                    <a:cubicBezTo>
                      <a:pt x="885" y="2015"/>
                      <a:pt x="888" y="2015"/>
                      <a:pt x="891" y="2015"/>
                    </a:cubicBezTo>
                    <a:cubicBezTo>
                      <a:pt x="892" y="2015"/>
                      <a:pt x="894" y="2014"/>
                      <a:pt x="895" y="2014"/>
                    </a:cubicBezTo>
                    <a:cubicBezTo>
                      <a:pt x="898" y="2013"/>
                      <a:pt x="897" y="2014"/>
                      <a:pt x="899" y="2016"/>
                    </a:cubicBezTo>
                    <a:cubicBezTo>
                      <a:pt x="900" y="2018"/>
                      <a:pt x="904" y="2018"/>
                      <a:pt x="906" y="2018"/>
                    </a:cubicBezTo>
                    <a:cubicBezTo>
                      <a:pt x="909" y="2019"/>
                      <a:pt x="914" y="2019"/>
                      <a:pt x="915" y="2022"/>
                    </a:cubicBezTo>
                    <a:cubicBezTo>
                      <a:pt x="916" y="2025"/>
                      <a:pt x="917" y="2026"/>
                      <a:pt x="920" y="2027"/>
                    </a:cubicBezTo>
                    <a:cubicBezTo>
                      <a:pt x="923" y="2027"/>
                      <a:pt x="926" y="2028"/>
                      <a:pt x="929" y="2028"/>
                    </a:cubicBezTo>
                    <a:cubicBezTo>
                      <a:pt x="932" y="2028"/>
                      <a:pt x="936" y="2027"/>
                      <a:pt x="939" y="2028"/>
                    </a:cubicBezTo>
                    <a:cubicBezTo>
                      <a:pt x="942" y="2029"/>
                      <a:pt x="944" y="2032"/>
                      <a:pt x="945" y="2035"/>
                    </a:cubicBezTo>
                    <a:cubicBezTo>
                      <a:pt x="947" y="2037"/>
                      <a:pt x="948" y="2038"/>
                      <a:pt x="950" y="2039"/>
                    </a:cubicBezTo>
                    <a:cubicBezTo>
                      <a:pt x="951" y="2040"/>
                      <a:pt x="952" y="2041"/>
                      <a:pt x="953" y="2042"/>
                    </a:cubicBezTo>
                    <a:cubicBezTo>
                      <a:pt x="954" y="2043"/>
                      <a:pt x="955" y="2043"/>
                      <a:pt x="956" y="2043"/>
                    </a:cubicBezTo>
                    <a:cubicBezTo>
                      <a:pt x="959" y="2045"/>
                      <a:pt x="961" y="2045"/>
                      <a:pt x="964" y="2045"/>
                    </a:cubicBezTo>
                    <a:cubicBezTo>
                      <a:pt x="969" y="2045"/>
                      <a:pt x="970" y="2048"/>
                      <a:pt x="971" y="2052"/>
                    </a:cubicBezTo>
                    <a:cubicBezTo>
                      <a:pt x="973" y="2055"/>
                      <a:pt x="977" y="2054"/>
                      <a:pt x="979" y="2055"/>
                    </a:cubicBezTo>
                    <a:cubicBezTo>
                      <a:pt x="981" y="2055"/>
                      <a:pt x="982" y="2055"/>
                      <a:pt x="983" y="2055"/>
                    </a:cubicBezTo>
                    <a:cubicBezTo>
                      <a:pt x="985" y="2054"/>
                      <a:pt x="987" y="2054"/>
                      <a:pt x="989" y="2053"/>
                    </a:cubicBezTo>
                    <a:cubicBezTo>
                      <a:pt x="991" y="2053"/>
                      <a:pt x="992" y="2053"/>
                      <a:pt x="994" y="2051"/>
                    </a:cubicBezTo>
                    <a:cubicBezTo>
                      <a:pt x="995" y="2050"/>
                      <a:pt x="995" y="2049"/>
                      <a:pt x="996" y="2049"/>
                    </a:cubicBezTo>
                    <a:cubicBezTo>
                      <a:pt x="997" y="2048"/>
                      <a:pt x="999" y="2049"/>
                      <a:pt x="1000" y="2049"/>
                    </a:cubicBezTo>
                    <a:cubicBezTo>
                      <a:pt x="1002" y="2049"/>
                      <a:pt x="1005" y="2049"/>
                      <a:pt x="1007" y="2048"/>
                    </a:cubicBezTo>
                    <a:cubicBezTo>
                      <a:pt x="1009" y="2047"/>
                      <a:pt x="1011" y="2046"/>
                      <a:pt x="1013" y="2045"/>
                    </a:cubicBezTo>
                    <a:cubicBezTo>
                      <a:pt x="1018" y="2042"/>
                      <a:pt x="1019" y="2037"/>
                      <a:pt x="1022" y="2033"/>
                    </a:cubicBezTo>
                    <a:cubicBezTo>
                      <a:pt x="1024" y="2031"/>
                      <a:pt x="1025" y="2031"/>
                      <a:pt x="1027" y="2031"/>
                    </a:cubicBezTo>
                    <a:cubicBezTo>
                      <a:pt x="1030" y="2031"/>
                      <a:pt x="1033" y="2032"/>
                      <a:pt x="1036" y="2032"/>
                    </a:cubicBezTo>
                    <a:cubicBezTo>
                      <a:pt x="1040" y="2032"/>
                      <a:pt x="1044" y="2032"/>
                      <a:pt x="1048" y="2032"/>
                    </a:cubicBezTo>
                    <a:cubicBezTo>
                      <a:pt x="1051" y="2032"/>
                      <a:pt x="1051" y="2035"/>
                      <a:pt x="1053" y="2036"/>
                    </a:cubicBezTo>
                    <a:cubicBezTo>
                      <a:pt x="1055" y="2038"/>
                      <a:pt x="1061" y="2038"/>
                      <a:pt x="1064" y="2038"/>
                    </a:cubicBezTo>
                    <a:cubicBezTo>
                      <a:pt x="1067" y="2039"/>
                      <a:pt x="1070" y="2038"/>
                      <a:pt x="1073" y="2038"/>
                    </a:cubicBezTo>
                    <a:cubicBezTo>
                      <a:pt x="1079" y="2038"/>
                      <a:pt x="1083" y="2043"/>
                      <a:pt x="1088" y="2045"/>
                    </a:cubicBezTo>
                    <a:cubicBezTo>
                      <a:pt x="1090" y="2047"/>
                      <a:pt x="1092" y="2048"/>
                      <a:pt x="1093" y="2051"/>
                    </a:cubicBezTo>
                    <a:cubicBezTo>
                      <a:pt x="1095" y="2054"/>
                      <a:pt x="1095" y="2058"/>
                      <a:pt x="1096" y="2061"/>
                    </a:cubicBezTo>
                    <a:cubicBezTo>
                      <a:pt x="1097" y="2068"/>
                      <a:pt x="1100" y="2074"/>
                      <a:pt x="1107" y="2075"/>
                    </a:cubicBezTo>
                    <a:cubicBezTo>
                      <a:pt x="1113" y="2077"/>
                      <a:pt x="1119" y="2077"/>
                      <a:pt x="1123" y="2073"/>
                    </a:cubicBezTo>
                    <a:cubicBezTo>
                      <a:pt x="1125" y="2071"/>
                      <a:pt x="1126" y="2070"/>
                      <a:pt x="1129" y="2069"/>
                    </a:cubicBezTo>
                    <a:cubicBezTo>
                      <a:pt x="1131" y="2069"/>
                      <a:pt x="1133" y="2069"/>
                      <a:pt x="1135" y="2067"/>
                    </a:cubicBezTo>
                    <a:cubicBezTo>
                      <a:pt x="1136" y="2065"/>
                      <a:pt x="1135" y="2062"/>
                      <a:pt x="1137" y="2060"/>
                    </a:cubicBezTo>
                    <a:cubicBezTo>
                      <a:pt x="1139" y="2057"/>
                      <a:pt x="1143" y="2058"/>
                      <a:pt x="1145" y="2058"/>
                    </a:cubicBezTo>
                    <a:cubicBezTo>
                      <a:pt x="1149" y="2058"/>
                      <a:pt x="1152" y="2057"/>
                      <a:pt x="1152" y="2053"/>
                    </a:cubicBezTo>
                    <a:cubicBezTo>
                      <a:pt x="1152" y="2050"/>
                      <a:pt x="1151" y="2047"/>
                      <a:pt x="1154" y="2044"/>
                    </a:cubicBezTo>
                    <a:cubicBezTo>
                      <a:pt x="1156" y="2042"/>
                      <a:pt x="1159" y="2041"/>
                      <a:pt x="1161" y="2038"/>
                    </a:cubicBezTo>
                    <a:cubicBezTo>
                      <a:pt x="1163" y="2037"/>
                      <a:pt x="1164" y="2034"/>
                      <a:pt x="1166" y="2032"/>
                    </a:cubicBezTo>
                    <a:cubicBezTo>
                      <a:pt x="1168" y="2029"/>
                      <a:pt x="1173" y="2031"/>
                      <a:pt x="1176" y="2030"/>
                    </a:cubicBezTo>
                    <a:cubicBezTo>
                      <a:pt x="1178" y="2030"/>
                      <a:pt x="1180" y="2030"/>
                      <a:pt x="1181" y="2028"/>
                    </a:cubicBezTo>
                    <a:cubicBezTo>
                      <a:pt x="1182" y="2026"/>
                      <a:pt x="1181" y="2024"/>
                      <a:pt x="1182" y="2023"/>
                    </a:cubicBezTo>
                    <a:cubicBezTo>
                      <a:pt x="1183" y="2020"/>
                      <a:pt x="1185" y="2017"/>
                      <a:pt x="1187" y="2015"/>
                    </a:cubicBezTo>
                    <a:cubicBezTo>
                      <a:pt x="1190" y="2013"/>
                      <a:pt x="1192" y="2010"/>
                      <a:pt x="1195" y="2008"/>
                    </a:cubicBezTo>
                    <a:cubicBezTo>
                      <a:pt x="1199" y="2005"/>
                      <a:pt x="1203" y="2003"/>
                      <a:pt x="1206" y="1998"/>
                    </a:cubicBezTo>
                    <a:cubicBezTo>
                      <a:pt x="1208" y="1994"/>
                      <a:pt x="1209" y="1989"/>
                      <a:pt x="1211" y="1984"/>
                    </a:cubicBezTo>
                    <a:cubicBezTo>
                      <a:pt x="1212" y="1980"/>
                      <a:pt x="1214" y="1978"/>
                      <a:pt x="1216" y="1975"/>
                    </a:cubicBezTo>
                    <a:cubicBezTo>
                      <a:pt x="1218" y="1972"/>
                      <a:pt x="1220" y="1970"/>
                      <a:pt x="1223" y="1968"/>
                    </a:cubicBezTo>
                    <a:cubicBezTo>
                      <a:pt x="1226" y="1966"/>
                      <a:pt x="1230" y="1965"/>
                      <a:pt x="1234" y="1964"/>
                    </a:cubicBezTo>
                    <a:cubicBezTo>
                      <a:pt x="1237" y="1963"/>
                      <a:pt x="1239" y="1959"/>
                      <a:pt x="1242" y="1956"/>
                    </a:cubicBezTo>
                    <a:cubicBezTo>
                      <a:pt x="1245" y="1952"/>
                      <a:pt x="1249" y="1950"/>
                      <a:pt x="1253" y="1947"/>
                    </a:cubicBezTo>
                    <a:cubicBezTo>
                      <a:pt x="1257" y="1944"/>
                      <a:pt x="1261" y="1940"/>
                      <a:pt x="1266" y="1939"/>
                    </a:cubicBezTo>
                    <a:cubicBezTo>
                      <a:pt x="1269" y="1937"/>
                      <a:pt x="1273" y="1936"/>
                      <a:pt x="1276" y="1935"/>
                    </a:cubicBezTo>
                    <a:cubicBezTo>
                      <a:pt x="1281" y="1935"/>
                      <a:pt x="1287" y="1936"/>
                      <a:pt x="1292" y="1936"/>
                    </a:cubicBezTo>
                    <a:cubicBezTo>
                      <a:pt x="1299" y="1936"/>
                      <a:pt x="1309" y="1938"/>
                      <a:pt x="1314" y="1931"/>
                    </a:cubicBezTo>
                    <a:cubicBezTo>
                      <a:pt x="1316" y="1928"/>
                      <a:pt x="1319" y="1925"/>
                      <a:pt x="1323" y="1923"/>
                    </a:cubicBezTo>
                    <a:cubicBezTo>
                      <a:pt x="1327" y="1920"/>
                      <a:pt x="1331" y="1916"/>
                      <a:pt x="1336" y="1914"/>
                    </a:cubicBezTo>
                    <a:cubicBezTo>
                      <a:pt x="1339" y="1913"/>
                      <a:pt x="1342" y="1913"/>
                      <a:pt x="1345" y="1912"/>
                    </a:cubicBezTo>
                    <a:cubicBezTo>
                      <a:pt x="1346" y="1911"/>
                      <a:pt x="1348" y="1910"/>
                      <a:pt x="1349" y="1910"/>
                    </a:cubicBezTo>
                    <a:cubicBezTo>
                      <a:pt x="1351" y="1911"/>
                      <a:pt x="1352" y="1912"/>
                      <a:pt x="1353" y="1913"/>
                    </a:cubicBezTo>
                    <a:cubicBezTo>
                      <a:pt x="1356" y="1917"/>
                      <a:pt x="1362" y="1915"/>
                      <a:pt x="1366" y="1915"/>
                    </a:cubicBezTo>
                    <a:cubicBezTo>
                      <a:pt x="1369" y="1915"/>
                      <a:pt x="1371" y="1916"/>
                      <a:pt x="1373" y="1917"/>
                    </a:cubicBezTo>
                    <a:cubicBezTo>
                      <a:pt x="1376" y="1918"/>
                      <a:pt x="1379" y="1919"/>
                      <a:pt x="1380" y="1921"/>
                    </a:cubicBezTo>
                    <a:cubicBezTo>
                      <a:pt x="1381" y="1922"/>
                      <a:pt x="1381" y="1923"/>
                      <a:pt x="1382" y="1924"/>
                    </a:cubicBezTo>
                    <a:cubicBezTo>
                      <a:pt x="1382" y="1924"/>
                      <a:pt x="1382" y="1925"/>
                      <a:pt x="1383" y="1926"/>
                    </a:cubicBezTo>
                    <a:cubicBezTo>
                      <a:pt x="1384" y="1926"/>
                      <a:pt x="1385" y="1927"/>
                      <a:pt x="1385" y="1928"/>
                    </a:cubicBezTo>
                    <a:cubicBezTo>
                      <a:pt x="1387" y="1929"/>
                      <a:pt x="1389" y="1930"/>
                      <a:pt x="1390" y="1930"/>
                    </a:cubicBezTo>
                    <a:cubicBezTo>
                      <a:pt x="1394" y="1930"/>
                      <a:pt x="1393" y="1928"/>
                      <a:pt x="1393" y="1926"/>
                    </a:cubicBezTo>
                    <a:cubicBezTo>
                      <a:pt x="1395" y="1923"/>
                      <a:pt x="1399" y="1923"/>
                      <a:pt x="1402" y="1924"/>
                    </a:cubicBezTo>
                    <a:cubicBezTo>
                      <a:pt x="1405" y="1924"/>
                      <a:pt x="1408" y="1924"/>
                      <a:pt x="1411" y="1924"/>
                    </a:cubicBezTo>
                    <a:cubicBezTo>
                      <a:pt x="1412" y="1924"/>
                      <a:pt x="1413" y="1924"/>
                      <a:pt x="1415" y="1924"/>
                    </a:cubicBezTo>
                    <a:cubicBezTo>
                      <a:pt x="1416" y="1924"/>
                      <a:pt x="1417" y="1923"/>
                      <a:pt x="1418" y="1924"/>
                    </a:cubicBezTo>
                    <a:cubicBezTo>
                      <a:pt x="1419" y="1924"/>
                      <a:pt x="1421" y="1926"/>
                      <a:pt x="1422" y="1927"/>
                    </a:cubicBezTo>
                    <a:cubicBezTo>
                      <a:pt x="1423" y="1928"/>
                      <a:pt x="1424" y="1930"/>
                      <a:pt x="1425" y="1932"/>
                    </a:cubicBezTo>
                    <a:cubicBezTo>
                      <a:pt x="1426" y="1934"/>
                      <a:pt x="1428" y="1935"/>
                      <a:pt x="1430" y="1936"/>
                    </a:cubicBezTo>
                    <a:cubicBezTo>
                      <a:pt x="1433" y="1936"/>
                      <a:pt x="1435" y="1936"/>
                      <a:pt x="1438" y="1937"/>
                    </a:cubicBezTo>
                    <a:cubicBezTo>
                      <a:pt x="1440" y="1938"/>
                      <a:pt x="1442" y="1938"/>
                      <a:pt x="1444" y="1936"/>
                    </a:cubicBezTo>
                    <a:cubicBezTo>
                      <a:pt x="1447" y="1933"/>
                      <a:pt x="1450" y="1928"/>
                      <a:pt x="1455" y="1928"/>
                    </a:cubicBezTo>
                    <a:cubicBezTo>
                      <a:pt x="1457" y="1929"/>
                      <a:pt x="1459" y="1930"/>
                      <a:pt x="1461" y="1930"/>
                    </a:cubicBezTo>
                    <a:cubicBezTo>
                      <a:pt x="1464" y="1931"/>
                      <a:pt x="1466" y="1932"/>
                      <a:pt x="1468" y="1932"/>
                    </a:cubicBezTo>
                    <a:cubicBezTo>
                      <a:pt x="1470" y="1932"/>
                      <a:pt x="1472" y="1932"/>
                      <a:pt x="1475" y="1932"/>
                    </a:cubicBezTo>
                    <a:cubicBezTo>
                      <a:pt x="1476" y="1932"/>
                      <a:pt x="1478" y="1933"/>
                      <a:pt x="1479" y="1932"/>
                    </a:cubicBezTo>
                    <a:cubicBezTo>
                      <a:pt x="1480" y="1932"/>
                      <a:pt x="1482" y="1931"/>
                      <a:pt x="1483" y="1930"/>
                    </a:cubicBezTo>
                    <a:cubicBezTo>
                      <a:pt x="1484" y="1930"/>
                      <a:pt x="1484" y="1930"/>
                      <a:pt x="1484" y="1928"/>
                    </a:cubicBezTo>
                    <a:cubicBezTo>
                      <a:pt x="1485" y="1928"/>
                      <a:pt x="1484" y="1926"/>
                      <a:pt x="1485" y="1926"/>
                    </a:cubicBezTo>
                    <a:cubicBezTo>
                      <a:pt x="1485" y="1924"/>
                      <a:pt x="1487" y="1925"/>
                      <a:pt x="1488" y="1924"/>
                    </a:cubicBezTo>
                    <a:cubicBezTo>
                      <a:pt x="1488" y="1923"/>
                      <a:pt x="1488" y="1921"/>
                      <a:pt x="1488" y="1920"/>
                    </a:cubicBezTo>
                    <a:cubicBezTo>
                      <a:pt x="1488" y="1919"/>
                      <a:pt x="1488" y="1918"/>
                      <a:pt x="1487" y="1917"/>
                    </a:cubicBezTo>
                    <a:cubicBezTo>
                      <a:pt x="1487" y="1917"/>
                      <a:pt x="1486" y="1916"/>
                      <a:pt x="1486" y="1916"/>
                    </a:cubicBezTo>
                    <a:cubicBezTo>
                      <a:pt x="1486" y="1915"/>
                      <a:pt x="1486" y="1914"/>
                      <a:pt x="1486" y="1913"/>
                    </a:cubicBezTo>
                    <a:cubicBezTo>
                      <a:pt x="1486" y="1912"/>
                      <a:pt x="1486" y="1911"/>
                      <a:pt x="1486" y="1910"/>
                    </a:cubicBezTo>
                    <a:cubicBezTo>
                      <a:pt x="1486" y="1910"/>
                      <a:pt x="1487" y="1910"/>
                      <a:pt x="1487" y="1909"/>
                    </a:cubicBezTo>
                    <a:cubicBezTo>
                      <a:pt x="1487" y="1909"/>
                      <a:pt x="1487" y="1908"/>
                      <a:pt x="1487" y="1908"/>
                    </a:cubicBezTo>
                    <a:cubicBezTo>
                      <a:pt x="1488" y="1906"/>
                      <a:pt x="1488" y="1904"/>
                      <a:pt x="1488" y="1902"/>
                    </a:cubicBezTo>
                    <a:cubicBezTo>
                      <a:pt x="1488" y="1901"/>
                      <a:pt x="1488" y="1900"/>
                      <a:pt x="1488" y="1899"/>
                    </a:cubicBezTo>
                    <a:cubicBezTo>
                      <a:pt x="1488" y="1896"/>
                      <a:pt x="1488" y="1893"/>
                      <a:pt x="1488" y="1890"/>
                    </a:cubicBezTo>
                    <a:cubicBezTo>
                      <a:pt x="1488" y="1889"/>
                      <a:pt x="1488" y="1887"/>
                      <a:pt x="1487" y="1889"/>
                    </a:cubicBezTo>
                    <a:cubicBezTo>
                      <a:pt x="1485" y="1892"/>
                      <a:pt x="1485" y="1896"/>
                      <a:pt x="1484" y="1899"/>
                    </a:cubicBezTo>
                    <a:cubicBezTo>
                      <a:pt x="1484" y="1901"/>
                      <a:pt x="1484" y="1902"/>
                      <a:pt x="1484" y="1903"/>
                    </a:cubicBezTo>
                    <a:cubicBezTo>
                      <a:pt x="1484" y="1905"/>
                      <a:pt x="1484" y="1906"/>
                      <a:pt x="1483" y="1907"/>
                    </a:cubicBezTo>
                    <a:cubicBezTo>
                      <a:pt x="1483" y="1908"/>
                      <a:pt x="1483" y="1909"/>
                      <a:pt x="1483" y="1910"/>
                    </a:cubicBezTo>
                    <a:cubicBezTo>
                      <a:pt x="1483" y="1911"/>
                      <a:pt x="1482" y="1911"/>
                      <a:pt x="1482" y="1912"/>
                    </a:cubicBezTo>
                    <a:cubicBezTo>
                      <a:pt x="1482" y="1913"/>
                      <a:pt x="1482" y="1914"/>
                      <a:pt x="1482" y="1915"/>
                    </a:cubicBezTo>
                    <a:cubicBezTo>
                      <a:pt x="1482" y="1916"/>
                      <a:pt x="1482" y="1917"/>
                      <a:pt x="1482" y="1917"/>
                    </a:cubicBezTo>
                    <a:cubicBezTo>
                      <a:pt x="1482" y="1917"/>
                      <a:pt x="1482" y="1917"/>
                      <a:pt x="1482" y="1917"/>
                    </a:cubicBezTo>
                    <a:cubicBezTo>
                      <a:pt x="1482" y="1917"/>
                      <a:pt x="1481" y="1917"/>
                      <a:pt x="1481" y="1917"/>
                    </a:cubicBezTo>
                    <a:cubicBezTo>
                      <a:pt x="1480" y="1917"/>
                      <a:pt x="1480" y="1917"/>
                      <a:pt x="1479" y="1917"/>
                    </a:cubicBezTo>
                    <a:cubicBezTo>
                      <a:pt x="1479" y="1918"/>
                      <a:pt x="1479" y="1918"/>
                      <a:pt x="1478" y="1918"/>
                    </a:cubicBezTo>
                    <a:cubicBezTo>
                      <a:pt x="1478" y="1918"/>
                      <a:pt x="1478" y="1918"/>
                      <a:pt x="1477" y="1918"/>
                    </a:cubicBezTo>
                    <a:cubicBezTo>
                      <a:pt x="1473" y="1919"/>
                      <a:pt x="1471" y="1913"/>
                      <a:pt x="1470" y="1910"/>
                    </a:cubicBezTo>
                    <a:cubicBezTo>
                      <a:pt x="1469" y="1906"/>
                      <a:pt x="1466" y="1904"/>
                      <a:pt x="1464" y="1901"/>
                    </a:cubicBezTo>
                    <a:cubicBezTo>
                      <a:pt x="1462" y="1898"/>
                      <a:pt x="1459" y="1895"/>
                      <a:pt x="1460" y="1892"/>
                    </a:cubicBezTo>
                    <a:cubicBezTo>
                      <a:pt x="1462" y="1887"/>
                      <a:pt x="1467" y="1888"/>
                      <a:pt x="1470" y="1885"/>
                    </a:cubicBezTo>
                    <a:cubicBezTo>
                      <a:pt x="1473" y="1883"/>
                      <a:pt x="1473" y="1873"/>
                      <a:pt x="1477" y="1873"/>
                    </a:cubicBezTo>
                    <a:cubicBezTo>
                      <a:pt x="1481" y="1873"/>
                      <a:pt x="1486" y="1882"/>
                      <a:pt x="1487" y="1876"/>
                    </a:cubicBezTo>
                    <a:cubicBezTo>
                      <a:pt x="1489" y="1870"/>
                      <a:pt x="1488" y="1863"/>
                      <a:pt x="1492" y="1858"/>
                    </a:cubicBezTo>
                    <a:cubicBezTo>
                      <a:pt x="1494" y="1854"/>
                      <a:pt x="1497" y="1849"/>
                      <a:pt x="1501" y="1847"/>
                    </a:cubicBezTo>
                    <a:cubicBezTo>
                      <a:pt x="1503" y="1846"/>
                      <a:pt x="1505" y="1845"/>
                      <a:pt x="1506" y="1844"/>
                    </a:cubicBezTo>
                    <a:cubicBezTo>
                      <a:pt x="1509" y="1843"/>
                      <a:pt x="1510" y="1841"/>
                      <a:pt x="1512" y="1840"/>
                    </a:cubicBezTo>
                    <a:cubicBezTo>
                      <a:pt x="1515" y="1839"/>
                      <a:pt x="1517" y="1838"/>
                      <a:pt x="1519" y="1838"/>
                    </a:cubicBezTo>
                    <a:cubicBezTo>
                      <a:pt x="1521" y="1838"/>
                      <a:pt x="1522" y="1838"/>
                      <a:pt x="1524" y="1836"/>
                    </a:cubicBezTo>
                    <a:cubicBezTo>
                      <a:pt x="1525" y="1834"/>
                      <a:pt x="1526" y="1830"/>
                      <a:pt x="1526" y="1828"/>
                    </a:cubicBezTo>
                    <a:cubicBezTo>
                      <a:pt x="1527" y="1825"/>
                      <a:pt x="1528" y="1822"/>
                      <a:pt x="1528" y="1818"/>
                    </a:cubicBezTo>
                    <a:cubicBezTo>
                      <a:pt x="1528" y="1812"/>
                      <a:pt x="1526" y="1802"/>
                      <a:pt x="1533" y="1797"/>
                    </a:cubicBezTo>
                    <a:cubicBezTo>
                      <a:pt x="1536" y="1795"/>
                      <a:pt x="1536" y="1792"/>
                      <a:pt x="1538" y="1789"/>
                    </a:cubicBezTo>
                    <a:cubicBezTo>
                      <a:pt x="1540" y="1788"/>
                      <a:pt x="1542" y="1787"/>
                      <a:pt x="1543" y="1787"/>
                    </a:cubicBezTo>
                    <a:cubicBezTo>
                      <a:pt x="1546" y="1786"/>
                      <a:pt x="1548" y="1785"/>
                      <a:pt x="1550" y="1785"/>
                    </a:cubicBezTo>
                    <a:cubicBezTo>
                      <a:pt x="1554" y="1785"/>
                      <a:pt x="1559" y="1787"/>
                      <a:pt x="1563" y="1785"/>
                    </a:cubicBezTo>
                    <a:cubicBezTo>
                      <a:pt x="1566" y="1784"/>
                      <a:pt x="1566" y="1780"/>
                      <a:pt x="1566" y="1777"/>
                    </a:cubicBezTo>
                    <a:cubicBezTo>
                      <a:pt x="1565" y="1775"/>
                      <a:pt x="1566" y="1773"/>
                      <a:pt x="1567" y="1771"/>
                    </a:cubicBezTo>
                    <a:cubicBezTo>
                      <a:pt x="1567" y="1769"/>
                      <a:pt x="1568" y="1767"/>
                      <a:pt x="1568" y="1764"/>
                    </a:cubicBezTo>
                    <a:cubicBezTo>
                      <a:pt x="1569" y="1763"/>
                      <a:pt x="1570" y="1761"/>
                      <a:pt x="1571" y="1760"/>
                    </a:cubicBezTo>
                    <a:cubicBezTo>
                      <a:pt x="1573" y="1756"/>
                      <a:pt x="1576" y="1751"/>
                      <a:pt x="1580" y="1748"/>
                    </a:cubicBezTo>
                    <a:cubicBezTo>
                      <a:pt x="1582" y="1748"/>
                      <a:pt x="1584" y="1747"/>
                      <a:pt x="1585" y="1748"/>
                    </a:cubicBezTo>
                    <a:cubicBezTo>
                      <a:pt x="1587" y="1748"/>
                      <a:pt x="1588" y="1750"/>
                      <a:pt x="1590" y="1751"/>
                    </a:cubicBezTo>
                    <a:cubicBezTo>
                      <a:pt x="1592" y="1752"/>
                      <a:pt x="1595" y="1752"/>
                      <a:pt x="1597" y="1750"/>
                    </a:cubicBezTo>
                    <a:cubicBezTo>
                      <a:pt x="1598" y="1749"/>
                      <a:pt x="1598" y="1747"/>
                      <a:pt x="1599" y="1745"/>
                    </a:cubicBezTo>
                    <a:cubicBezTo>
                      <a:pt x="1600" y="1743"/>
                      <a:pt x="1602" y="1742"/>
                      <a:pt x="1603" y="1740"/>
                    </a:cubicBezTo>
                    <a:cubicBezTo>
                      <a:pt x="1606" y="1738"/>
                      <a:pt x="1608" y="1735"/>
                      <a:pt x="1610" y="1732"/>
                    </a:cubicBezTo>
                    <a:cubicBezTo>
                      <a:pt x="1613" y="1729"/>
                      <a:pt x="1619" y="1727"/>
                      <a:pt x="1623" y="1726"/>
                    </a:cubicBezTo>
                    <a:cubicBezTo>
                      <a:pt x="1629" y="1725"/>
                      <a:pt x="1636" y="1723"/>
                      <a:pt x="1642" y="1722"/>
                    </a:cubicBezTo>
                    <a:cubicBezTo>
                      <a:pt x="1648" y="1720"/>
                      <a:pt x="1655" y="1722"/>
                      <a:pt x="1661" y="1720"/>
                    </a:cubicBezTo>
                    <a:cubicBezTo>
                      <a:pt x="1663" y="1719"/>
                      <a:pt x="1664" y="1717"/>
                      <a:pt x="1666" y="1717"/>
                    </a:cubicBezTo>
                    <a:cubicBezTo>
                      <a:pt x="1668" y="1717"/>
                      <a:pt x="1671" y="1719"/>
                      <a:pt x="1673" y="1721"/>
                    </a:cubicBezTo>
                    <a:cubicBezTo>
                      <a:pt x="1674" y="1722"/>
                      <a:pt x="1677" y="1724"/>
                      <a:pt x="1679" y="1724"/>
                    </a:cubicBezTo>
                    <a:cubicBezTo>
                      <a:pt x="1681" y="1724"/>
                      <a:pt x="1684" y="1722"/>
                      <a:pt x="1685" y="1720"/>
                    </a:cubicBezTo>
                    <a:cubicBezTo>
                      <a:pt x="1686" y="1719"/>
                      <a:pt x="1686" y="1718"/>
                      <a:pt x="1686" y="1717"/>
                    </a:cubicBezTo>
                    <a:cubicBezTo>
                      <a:pt x="1685" y="1715"/>
                      <a:pt x="1685" y="1714"/>
                      <a:pt x="1685" y="1712"/>
                    </a:cubicBezTo>
                    <a:cubicBezTo>
                      <a:pt x="1685" y="1710"/>
                      <a:pt x="1685" y="1707"/>
                      <a:pt x="1688" y="1706"/>
                    </a:cubicBezTo>
                    <a:cubicBezTo>
                      <a:pt x="1691" y="1705"/>
                      <a:pt x="1694" y="1704"/>
                      <a:pt x="1696" y="1702"/>
                    </a:cubicBezTo>
                    <a:cubicBezTo>
                      <a:pt x="1699" y="1700"/>
                      <a:pt x="1700" y="1697"/>
                      <a:pt x="1703" y="1697"/>
                    </a:cubicBezTo>
                    <a:cubicBezTo>
                      <a:pt x="1707" y="1698"/>
                      <a:pt x="1710" y="1700"/>
                      <a:pt x="1713" y="1701"/>
                    </a:cubicBezTo>
                    <a:cubicBezTo>
                      <a:pt x="1719" y="1701"/>
                      <a:pt x="1721" y="1694"/>
                      <a:pt x="1725" y="1692"/>
                    </a:cubicBezTo>
                    <a:cubicBezTo>
                      <a:pt x="1728" y="1691"/>
                      <a:pt x="1731" y="1691"/>
                      <a:pt x="1733" y="1691"/>
                    </a:cubicBezTo>
                    <a:cubicBezTo>
                      <a:pt x="1736" y="1691"/>
                      <a:pt x="1738" y="1690"/>
                      <a:pt x="1740" y="1688"/>
                    </a:cubicBezTo>
                    <a:cubicBezTo>
                      <a:pt x="1742" y="1685"/>
                      <a:pt x="1744" y="1684"/>
                      <a:pt x="1747" y="1684"/>
                    </a:cubicBezTo>
                    <a:cubicBezTo>
                      <a:pt x="1750" y="1683"/>
                      <a:pt x="1752" y="1683"/>
                      <a:pt x="1753" y="1679"/>
                    </a:cubicBezTo>
                    <a:cubicBezTo>
                      <a:pt x="1753" y="1676"/>
                      <a:pt x="1752" y="1673"/>
                      <a:pt x="1752" y="1670"/>
                    </a:cubicBezTo>
                    <a:cubicBezTo>
                      <a:pt x="1752" y="1667"/>
                      <a:pt x="1753" y="1665"/>
                      <a:pt x="1752" y="1662"/>
                    </a:cubicBezTo>
                    <a:cubicBezTo>
                      <a:pt x="1750" y="1658"/>
                      <a:pt x="1747" y="1653"/>
                      <a:pt x="1744" y="1650"/>
                    </a:cubicBezTo>
                    <a:cubicBezTo>
                      <a:pt x="1741" y="1647"/>
                      <a:pt x="1738" y="1646"/>
                      <a:pt x="1735" y="1644"/>
                    </a:cubicBezTo>
                    <a:cubicBezTo>
                      <a:pt x="1731" y="1642"/>
                      <a:pt x="1727" y="1640"/>
                      <a:pt x="1723" y="1638"/>
                    </a:cubicBezTo>
                    <a:cubicBezTo>
                      <a:pt x="1719" y="1635"/>
                      <a:pt x="1714" y="1633"/>
                      <a:pt x="1710" y="1631"/>
                    </a:cubicBezTo>
                    <a:cubicBezTo>
                      <a:pt x="1706" y="1629"/>
                      <a:pt x="1702" y="1627"/>
                      <a:pt x="1700" y="1623"/>
                    </a:cubicBezTo>
                    <a:cubicBezTo>
                      <a:pt x="1698" y="1621"/>
                      <a:pt x="1698" y="1617"/>
                      <a:pt x="1696" y="1614"/>
                    </a:cubicBezTo>
                    <a:cubicBezTo>
                      <a:pt x="1695" y="1609"/>
                      <a:pt x="1692" y="1605"/>
                      <a:pt x="1689" y="1601"/>
                    </a:cubicBezTo>
                    <a:cubicBezTo>
                      <a:pt x="1687" y="1597"/>
                      <a:pt x="1685" y="1594"/>
                      <a:pt x="1682" y="1591"/>
                    </a:cubicBezTo>
                    <a:cubicBezTo>
                      <a:pt x="1681" y="1590"/>
                      <a:pt x="1678" y="1586"/>
                      <a:pt x="1680" y="1584"/>
                    </a:cubicBezTo>
                    <a:cubicBezTo>
                      <a:pt x="1680" y="1583"/>
                      <a:pt x="1681" y="1584"/>
                      <a:pt x="1682" y="1583"/>
                    </a:cubicBezTo>
                    <a:cubicBezTo>
                      <a:pt x="1683" y="1582"/>
                      <a:pt x="1683" y="1579"/>
                      <a:pt x="1683" y="1577"/>
                    </a:cubicBezTo>
                    <a:cubicBezTo>
                      <a:pt x="1684" y="1574"/>
                      <a:pt x="1685" y="1572"/>
                      <a:pt x="1685" y="1569"/>
                    </a:cubicBezTo>
                    <a:cubicBezTo>
                      <a:pt x="1685" y="1566"/>
                      <a:pt x="1685" y="1564"/>
                      <a:pt x="1685" y="1561"/>
                    </a:cubicBezTo>
                    <a:cubicBezTo>
                      <a:pt x="1685" y="1558"/>
                      <a:pt x="1685" y="1556"/>
                      <a:pt x="1686" y="1554"/>
                    </a:cubicBezTo>
                    <a:cubicBezTo>
                      <a:pt x="1688" y="1552"/>
                      <a:pt x="1688" y="1550"/>
                      <a:pt x="1688" y="1548"/>
                    </a:cubicBezTo>
                    <a:cubicBezTo>
                      <a:pt x="1688" y="1543"/>
                      <a:pt x="1688" y="1539"/>
                      <a:pt x="1687" y="1535"/>
                    </a:cubicBezTo>
                    <a:cubicBezTo>
                      <a:pt x="1686" y="1532"/>
                      <a:pt x="1686" y="1530"/>
                      <a:pt x="1686" y="1527"/>
                    </a:cubicBezTo>
                    <a:cubicBezTo>
                      <a:pt x="1685" y="1523"/>
                      <a:pt x="1683" y="1520"/>
                      <a:pt x="1682" y="1517"/>
                    </a:cubicBezTo>
                    <a:cubicBezTo>
                      <a:pt x="1682" y="1514"/>
                      <a:pt x="1681" y="1512"/>
                      <a:pt x="1681" y="1509"/>
                    </a:cubicBezTo>
                    <a:cubicBezTo>
                      <a:pt x="1680" y="1502"/>
                      <a:pt x="1679" y="1496"/>
                      <a:pt x="1680" y="1489"/>
                    </a:cubicBezTo>
                    <a:cubicBezTo>
                      <a:pt x="1680" y="1486"/>
                      <a:pt x="1681" y="1484"/>
                      <a:pt x="1681" y="1481"/>
                    </a:cubicBezTo>
                    <a:cubicBezTo>
                      <a:pt x="1682" y="1479"/>
                      <a:pt x="1682" y="1477"/>
                      <a:pt x="1682" y="1475"/>
                    </a:cubicBezTo>
                    <a:cubicBezTo>
                      <a:pt x="1682" y="1469"/>
                      <a:pt x="1682" y="1463"/>
                      <a:pt x="1685" y="1457"/>
                    </a:cubicBezTo>
                    <a:cubicBezTo>
                      <a:pt x="1686" y="1455"/>
                      <a:pt x="1687" y="1454"/>
                      <a:pt x="1689" y="1453"/>
                    </a:cubicBezTo>
                    <a:cubicBezTo>
                      <a:pt x="1691" y="1450"/>
                      <a:pt x="1694" y="1447"/>
                      <a:pt x="1697" y="1444"/>
                    </a:cubicBezTo>
                    <a:cubicBezTo>
                      <a:pt x="1700" y="1440"/>
                      <a:pt x="1703" y="1437"/>
                      <a:pt x="1707" y="1435"/>
                    </a:cubicBezTo>
                    <a:cubicBezTo>
                      <a:pt x="1709" y="1434"/>
                      <a:pt x="1711" y="1433"/>
                      <a:pt x="1712" y="1431"/>
                    </a:cubicBezTo>
                    <a:cubicBezTo>
                      <a:pt x="1713" y="1429"/>
                      <a:pt x="1715" y="1428"/>
                      <a:pt x="1716" y="1426"/>
                    </a:cubicBezTo>
                    <a:cubicBezTo>
                      <a:pt x="1719" y="1423"/>
                      <a:pt x="1722" y="1419"/>
                      <a:pt x="1726" y="1416"/>
                    </a:cubicBezTo>
                    <a:cubicBezTo>
                      <a:pt x="1728" y="1415"/>
                      <a:pt x="1730" y="1413"/>
                      <a:pt x="1732" y="1411"/>
                    </a:cubicBezTo>
                    <a:cubicBezTo>
                      <a:pt x="1733" y="1409"/>
                      <a:pt x="1734" y="1406"/>
                      <a:pt x="1736" y="1404"/>
                    </a:cubicBezTo>
                    <a:cubicBezTo>
                      <a:pt x="1740" y="1400"/>
                      <a:pt x="1744" y="1397"/>
                      <a:pt x="1749" y="1393"/>
                    </a:cubicBezTo>
                    <a:cubicBezTo>
                      <a:pt x="1751" y="1391"/>
                      <a:pt x="1754" y="1390"/>
                      <a:pt x="1756" y="1387"/>
                    </a:cubicBezTo>
                    <a:cubicBezTo>
                      <a:pt x="1761" y="1383"/>
                      <a:pt x="1763" y="1376"/>
                      <a:pt x="1768" y="1371"/>
                    </a:cubicBezTo>
                    <a:cubicBezTo>
                      <a:pt x="1772" y="1368"/>
                      <a:pt x="1777" y="1364"/>
                      <a:pt x="1781" y="1360"/>
                    </a:cubicBezTo>
                    <a:cubicBezTo>
                      <a:pt x="1784" y="1357"/>
                      <a:pt x="1787" y="1354"/>
                      <a:pt x="1790" y="1352"/>
                    </a:cubicBezTo>
                    <a:cubicBezTo>
                      <a:pt x="1792" y="1350"/>
                      <a:pt x="1793" y="1349"/>
                      <a:pt x="1795" y="1348"/>
                    </a:cubicBezTo>
                    <a:cubicBezTo>
                      <a:pt x="1800" y="1345"/>
                      <a:pt x="1805" y="1342"/>
                      <a:pt x="1809" y="1339"/>
                    </a:cubicBezTo>
                    <a:cubicBezTo>
                      <a:pt x="1813" y="1335"/>
                      <a:pt x="1817" y="1331"/>
                      <a:pt x="1820" y="1327"/>
                    </a:cubicBezTo>
                    <a:cubicBezTo>
                      <a:pt x="1824" y="1323"/>
                      <a:pt x="1830" y="1320"/>
                      <a:pt x="1834" y="1318"/>
                    </a:cubicBezTo>
                    <a:cubicBezTo>
                      <a:pt x="1839" y="1315"/>
                      <a:pt x="1842" y="1311"/>
                      <a:pt x="1845" y="1307"/>
                    </a:cubicBezTo>
                    <a:cubicBezTo>
                      <a:pt x="1847" y="1305"/>
                      <a:pt x="1850" y="1302"/>
                      <a:pt x="1853" y="1301"/>
                    </a:cubicBezTo>
                    <a:cubicBezTo>
                      <a:pt x="1855" y="1299"/>
                      <a:pt x="1858" y="1298"/>
                      <a:pt x="1861" y="1296"/>
                    </a:cubicBezTo>
                    <a:cubicBezTo>
                      <a:pt x="1863" y="1295"/>
                      <a:pt x="1865" y="1294"/>
                      <a:pt x="1866" y="1293"/>
                    </a:cubicBezTo>
                    <a:cubicBezTo>
                      <a:pt x="1868" y="1291"/>
                      <a:pt x="1870" y="1290"/>
                      <a:pt x="1872" y="1288"/>
                    </a:cubicBezTo>
                    <a:cubicBezTo>
                      <a:pt x="1875" y="1286"/>
                      <a:pt x="1878" y="1284"/>
                      <a:pt x="1881" y="1281"/>
                    </a:cubicBezTo>
                    <a:cubicBezTo>
                      <a:pt x="1882" y="1280"/>
                      <a:pt x="1883" y="1278"/>
                      <a:pt x="1885" y="1277"/>
                    </a:cubicBezTo>
                    <a:cubicBezTo>
                      <a:pt x="1887" y="1275"/>
                      <a:pt x="1889" y="1274"/>
                      <a:pt x="1891" y="1272"/>
                    </a:cubicBezTo>
                    <a:cubicBezTo>
                      <a:pt x="1894" y="1269"/>
                      <a:pt x="1897" y="1266"/>
                      <a:pt x="1901" y="1263"/>
                    </a:cubicBezTo>
                    <a:cubicBezTo>
                      <a:pt x="1903" y="1260"/>
                      <a:pt x="1906" y="1257"/>
                      <a:pt x="1909" y="1255"/>
                    </a:cubicBezTo>
                    <a:cubicBezTo>
                      <a:pt x="1911" y="1252"/>
                      <a:pt x="1913" y="1250"/>
                      <a:pt x="1916" y="1248"/>
                    </a:cubicBezTo>
                    <a:cubicBezTo>
                      <a:pt x="1920" y="1244"/>
                      <a:pt x="1925" y="1242"/>
                      <a:pt x="1929" y="1238"/>
                    </a:cubicBezTo>
                    <a:cubicBezTo>
                      <a:pt x="1932" y="1235"/>
                      <a:pt x="1934" y="1233"/>
                      <a:pt x="1937" y="1230"/>
                    </a:cubicBezTo>
                    <a:cubicBezTo>
                      <a:pt x="1939" y="1228"/>
                      <a:pt x="1941" y="1226"/>
                      <a:pt x="1944" y="1224"/>
                    </a:cubicBezTo>
                    <a:cubicBezTo>
                      <a:pt x="1947" y="1222"/>
                      <a:pt x="1951" y="1221"/>
                      <a:pt x="1954" y="1221"/>
                    </a:cubicBezTo>
                    <a:cubicBezTo>
                      <a:pt x="1957" y="1221"/>
                      <a:pt x="1959" y="1221"/>
                      <a:pt x="1962" y="1221"/>
                    </a:cubicBezTo>
                    <a:cubicBezTo>
                      <a:pt x="1965" y="1221"/>
                      <a:pt x="1968" y="1221"/>
                      <a:pt x="1971" y="1222"/>
                    </a:cubicBezTo>
                    <a:cubicBezTo>
                      <a:pt x="1974" y="1222"/>
                      <a:pt x="1973" y="1225"/>
                      <a:pt x="1971" y="1227"/>
                    </a:cubicBezTo>
                    <a:cubicBezTo>
                      <a:pt x="1969" y="1229"/>
                      <a:pt x="1967" y="1230"/>
                      <a:pt x="1964" y="1230"/>
                    </a:cubicBezTo>
                    <a:cubicBezTo>
                      <a:pt x="1962" y="1231"/>
                      <a:pt x="1959" y="1231"/>
                      <a:pt x="1957" y="1231"/>
                    </a:cubicBezTo>
                    <a:cubicBezTo>
                      <a:pt x="1955" y="1231"/>
                      <a:pt x="1951" y="1230"/>
                      <a:pt x="1949" y="1231"/>
                    </a:cubicBezTo>
                    <a:cubicBezTo>
                      <a:pt x="1947" y="1232"/>
                      <a:pt x="1946" y="1235"/>
                      <a:pt x="1947" y="1237"/>
                    </a:cubicBezTo>
                    <a:cubicBezTo>
                      <a:pt x="1948" y="1239"/>
                      <a:pt x="1951" y="1240"/>
                      <a:pt x="1953" y="1241"/>
                    </a:cubicBezTo>
                    <a:cubicBezTo>
                      <a:pt x="1959" y="1244"/>
                      <a:pt x="1963" y="1240"/>
                      <a:pt x="1966" y="1236"/>
                    </a:cubicBezTo>
                    <a:cubicBezTo>
                      <a:pt x="1969" y="1233"/>
                      <a:pt x="1971" y="1231"/>
                      <a:pt x="1974" y="1229"/>
                    </a:cubicBezTo>
                    <a:cubicBezTo>
                      <a:pt x="1977" y="1228"/>
                      <a:pt x="1980" y="1227"/>
                      <a:pt x="1982" y="1225"/>
                    </a:cubicBezTo>
                    <a:cubicBezTo>
                      <a:pt x="1987" y="1221"/>
                      <a:pt x="1993" y="1220"/>
                      <a:pt x="1999" y="1219"/>
                    </a:cubicBezTo>
                    <a:cubicBezTo>
                      <a:pt x="2005" y="1218"/>
                      <a:pt x="2011" y="1215"/>
                      <a:pt x="2013" y="1208"/>
                    </a:cubicBezTo>
                    <a:cubicBezTo>
                      <a:pt x="2013" y="1207"/>
                      <a:pt x="2013" y="1206"/>
                      <a:pt x="2013" y="1205"/>
                    </a:cubicBezTo>
                    <a:cubicBezTo>
                      <a:pt x="2011" y="1205"/>
                      <a:pt x="2009" y="1205"/>
                      <a:pt x="2007" y="1206"/>
                    </a:cubicBezTo>
                    <a:cubicBezTo>
                      <a:pt x="2005" y="1206"/>
                      <a:pt x="2004" y="1207"/>
                      <a:pt x="2002" y="1204"/>
                    </a:cubicBezTo>
                    <a:cubicBezTo>
                      <a:pt x="2002" y="1204"/>
                      <a:pt x="2002" y="1202"/>
                      <a:pt x="2001" y="1201"/>
                    </a:cubicBezTo>
                    <a:cubicBezTo>
                      <a:pt x="2001" y="1200"/>
                      <a:pt x="2000" y="1199"/>
                      <a:pt x="1999" y="1198"/>
                    </a:cubicBezTo>
                    <a:cubicBezTo>
                      <a:pt x="1998" y="1197"/>
                      <a:pt x="1997" y="1197"/>
                      <a:pt x="1996" y="1196"/>
                    </a:cubicBezTo>
                    <a:cubicBezTo>
                      <a:pt x="1995" y="1196"/>
                      <a:pt x="1995" y="1196"/>
                      <a:pt x="1995" y="1195"/>
                    </a:cubicBezTo>
                    <a:cubicBezTo>
                      <a:pt x="1994" y="1192"/>
                      <a:pt x="1993" y="1190"/>
                      <a:pt x="1992" y="1188"/>
                    </a:cubicBezTo>
                    <a:cubicBezTo>
                      <a:pt x="1992" y="1186"/>
                      <a:pt x="1990" y="1185"/>
                      <a:pt x="1988" y="1186"/>
                    </a:cubicBezTo>
                    <a:cubicBezTo>
                      <a:pt x="1988" y="1187"/>
                      <a:pt x="1987" y="1188"/>
                      <a:pt x="1987" y="1189"/>
                    </a:cubicBezTo>
                    <a:cubicBezTo>
                      <a:pt x="1987" y="1190"/>
                      <a:pt x="1987" y="1191"/>
                      <a:pt x="1986" y="1192"/>
                    </a:cubicBezTo>
                    <a:cubicBezTo>
                      <a:pt x="1984" y="1194"/>
                      <a:pt x="1984" y="1189"/>
                      <a:pt x="1984" y="1188"/>
                    </a:cubicBezTo>
                    <a:cubicBezTo>
                      <a:pt x="1984" y="1187"/>
                      <a:pt x="1985" y="1186"/>
                      <a:pt x="1985" y="1184"/>
                    </a:cubicBezTo>
                    <a:cubicBezTo>
                      <a:pt x="1985" y="1183"/>
                      <a:pt x="1985" y="1181"/>
                      <a:pt x="1985" y="1179"/>
                    </a:cubicBezTo>
                    <a:cubicBezTo>
                      <a:pt x="1985" y="1177"/>
                      <a:pt x="1987" y="1176"/>
                      <a:pt x="1989" y="1176"/>
                    </a:cubicBezTo>
                    <a:cubicBezTo>
                      <a:pt x="1995" y="1172"/>
                      <a:pt x="2002" y="1171"/>
                      <a:pt x="2008" y="1166"/>
                    </a:cubicBezTo>
                    <a:cubicBezTo>
                      <a:pt x="2010" y="1165"/>
                      <a:pt x="2012" y="1163"/>
                      <a:pt x="2014" y="1161"/>
                    </a:cubicBezTo>
                    <a:cubicBezTo>
                      <a:pt x="2016" y="1159"/>
                      <a:pt x="2018" y="1157"/>
                      <a:pt x="2021" y="1155"/>
                    </a:cubicBezTo>
                    <a:cubicBezTo>
                      <a:pt x="2023" y="1153"/>
                      <a:pt x="2025" y="1152"/>
                      <a:pt x="2028" y="1150"/>
                    </a:cubicBezTo>
                    <a:cubicBezTo>
                      <a:pt x="2029" y="1149"/>
                      <a:pt x="2031" y="1148"/>
                      <a:pt x="2032" y="1147"/>
                    </a:cubicBezTo>
                    <a:cubicBezTo>
                      <a:pt x="2034" y="1146"/>
                      <a:pt x="2035" y="1144"/>
                      <a:pt x="2037" y="1143"/>
                    </a:cubicBezTo>
                    <a:cubicBezTo>
                      <a:pt x="2038" y="1141"/>
                      <a:pt x="2041" y="1140"/>
                      <a:pt x="2043" y="1139"/>
                    </a:cubicBezTo>
                    <a:cubicBezTo>
                      <a:pt x="2044" y="1139"/>
                      <a:pt x="2045" y="1138"/>
                      <a:pt x="2045" y="1137"/>
                    </a:cubicBezTo>
                    <a:cubicBezTo>
                      <a:pt x="2047" y="1136"/>
                      <a:pt x="2048" y="1136"/>
                      <a:pt x="2049" y="1135"/>
                    </a:cubicBezTo>
                    <a:cubicBezTo>
                      <a:pt x="2051" y="1133"/>
                      <a:pt x="2053" y="1133"/>
                      <a:pt x="2055" y="1132"/>
                    </a:cubicBezTo>
                    <a:cubicBezTo>
                      <a:pt x="2057" y="1131"/>
                      <a:pt x="2059" y="1129"/>
                      <a:pt x="2060" y="1128"/>
                    </a:cubicBezTo>
                    <a:cubicBezTo>
                      <a:pt x="2062" y="1127"/>
                      <a:pt x="2064" y="1127"/>
                      <a:pt x="2066" y="1126"/>
                    </a:cubicBezTo>
                    <a:cubicBezTo>
                      <a:pt x="2068" y="1125"/>
                      <a:pt x="2071" y="1124"/>
                      <a:pt x="2073" y="1124"/>
                    </a:cubicBezTo>
                    <a:cubicBezTo>
                      <a:pt x="2074" y="1124"/>
                      <a:pt x="2074" y="1124"/>
                      <a:pt x="2075" y="1124"/>
                    </a:cubicBezTo>
                    <a:cubicBezTo>
                      <a:pt x="2076" y="1124"/>
                      <a:pt x="2077" y="1124"/>
                      <a:pt x="2078" y="1124"/>
                    </a:cubicBezTo>
                    <a:cubicBezTo>
                      <a:pt x="2081" y="1125"/>
                      <a:pt x="2083" y="1126"/>
                      <a:pt x="2085" y="1126"/>
                    </a:cubicBezTo>
                    <a:cubicBezTo>
                      <a:pt x="2087" y="1127"/>
                      <a:pt x="2088" y="1129"/>
                      <a:pt x="2089" y="1130"/>
                    </a:cubicBezTo>
                    <a:cubicBezTo>
                      <a:pt x="2092" y="1131"/>
                      <a:pt x="2095" y="1130"/>
                      <a:pt x="2096" y="1128"/>
                    </a:cubicBezTo>
                    <a:cubicBezTo>
                      <a:pt x="2097" y="1126"/>
                      <a:pt x="2098" y="1123"/>
                      <a:pt x="2100" y="1122"/>
                    </a:cubicBezTo>
                    <a:cubicBezTo>
                      <a:pt x="2102" y="1121"/>
                      <a:pt x="2103" y="1124"/>
                      <a:pt x="2105" y="1124"/>
                    </a:cubicBezTo>
                    <a:cubicBezTo>
                      <a:pt x="2106" y="1124"/>
                      <a:pt x="2107" y="1123"/>
                      <a:pt x="2108" y="1123"/>
                    </a:cubicBezTo>
                    <a:cubicBezTo>
                      <a:pt x="2109" y="1122"/>
                      <a:pt x="2111" y="1121"/>
                      <a:pt x="2112" y="1120"/>
                    </a:cubicBezTo>
                    <a:cubicBezTo>
                      <a:pt x="2113" y="1119"/>
                      <a:pt x="2113" y="1118"/>
                      <a:pt x="2114" y="1117"/>
                    </a:cubicBezTo>
                    <a:cubicBezTo>
                      <a:pt x="2115" y="1117"/>
                      <a:pt x="2117" y="1116"/>
                      <a:pt x="2118" y="1116"/>
                    </a:cubicBezTo>
                    <a:cubicBezTo>
                      <a:pt x="2124" y="1115"/>
                      <a:pt x="2129" y="1116"/>
                      <a:pt x="2134" y="1117"/>
                    </a:cubicBezTo>
                    <a:cubicBezTo>
                      <a:pt x="2137" y="1117"/>
                      <a:pt x="2139" y="1118"/>
                      <a:pt x="2142" y="1117"/>
                    </a:cubicBezTo>
                    <a:cubicBezTo>
                      <a:pt x="2144" y="1117"/>
                      <a:pt x="2145" y="1117"/>
                      <a:pt x="2146" y="1117"/>
                    </a:cubicBezTo>
                    <a:cubicBezTo>
                      <a:pt x="2148" y="1117"/>
                      <a:pt x="2149" y="1118"/>
                      <a:pt x="2150" y="1116"/>
                    </a:cubicBezTo>
                    <a:cubicBezTo>
                      <a:pt x="2150" y="1115"/>
                      <a:pt x="2150" y="1114"/>
                      <a:pt x="2152" y="1113"/>
                    </a:cubicBezTo>
                    <a:cubicBezTo>
                      <a:pt x="2153" y="1112"/>
                      <a:pt x="2154" y="1113"/>
                      <a:pt x="2156" y="1113"/>
                    </a:cubicBezTo>
                    <a:cubicBezTo>
                      <a:pt x="2159" y="1113"/>
                      <a:pt x="2162" y="1112"/>
                      <a:pt x="2166" y="1113"/>
                    </a:cubicBezTo>
                    <a:cubicBezTo>
                      <a:pt x="2171" y="1114"/>
                      <a:pt x="2176" y="1116"/>
                      <a:pt x="2182" y="1117"/>
                    </a:cubicBezTo>
                    <a:cubicBezTo>
                      <a:pt x="2184" y="1118"/>
                      <a:pt x="2186" y="1119"/>
                      <a:pt x="2189" y="1118"/>
                    </a:cubicBezTo>
                    <a:cubicBezTo>
                      <a:pt x="2193" y="1118"/>
                      <a:pt x="2197" y="1116"/>
                      <a:pt x="2200" y="1115"/>
                    </a:cubicBezTo>
                    <a:cubicBezTo>
                      <a:pt x="2204" y="1114"/>
                      <a:pt x="2208" y="1112"/>
                      <a:pt x="2211" y="1111"/>
                    </a:cubicBezTo>
                    <a:cubicBezTo>
                      <a:pt x="2213" y="1111"/>
                      <a:pt x="2216" y="1111"/>
                      <a:pt x="2218" y="1110"/>
                    </a:cubicBezTo>
                    <a:cubicBezTo>
                      <a:pt x="2220" y="1110"/>
                      <a:pt x="2222" y="1109"/>
                      <a:pt x="2224" y="1109"/>
                    </a:cubicBezTo>
                    <a:cubicBezTo>
                      <a:pt x="2226" y="1109"/>
                      <a:pt x="2228" y="1110"/>
                      <a:pt x="2229" y="1111"/>
                    </a:cubicBezTo>
                    <a:cubicBezTo>
                      <a:pt x="2234" y="1112"/>
                      <a:pt x="2238" y="1113"/>
                      <a:pt x="2242" y="1113"/>
                    </a:cubicBezTo>
                    <a:cubicBezTo>
                      <a:pt x="2247" y="1113"/>
                      <a:pt x="2251" y="1113"/>
                      <a:pt x="2256" y="1113"/>
                    </a:cubicBezTo>
                    <a:cubicBezTo>
                      <a:pt x="2260" y="1113"/>
                      <a:pt x="2263" y="1110"/>
                      <a:pt x="2268" y="1110"/>
                    </a:cubicBezTo>
                    <a:cubicBezTo>
                      <a:pt x="2270" y="1110"/>
                      <a:pt x="2272" y="1109"/>
                      <a:pt x="2274" y="1110"/>
                    </a:cubicBezTo>
                    <a:cubicBezTo>
                      <a:pt x="2276" y="1110"/>
                      <a:pt x="2278" y="1111"/>
                      <a:pt x="2281" y="1112"/>
                    </a:cubicBezTo>
                    <a:cubicBezTo>
                      <a:pt x="2285" y="1114"/>
                      <a:pt x="2290" y="1113"/>
                      <a:pt x="2294" y="1112"/>
                    </a:cubicBezTo>
                    <a:cubicBezTo>
                      <a:pt x="2296" y="1112"/>
                      <a:pt x="2297" y="1111"/>
                      <a:pt x="2299" y="1110"/>
                    </a:cubicBezTo>
                    <a:cubicBezTo>
                      <a:pt x="2301" y="1109"/>
                      <a:pt x="2304" y="1109"/>
                      <a:pt x="2306" y="1108"/>
                    </a:cubicBezTo>
                    <a:cubicBezTo>
                      <a:pt x="2307" y="1108"/>
                      <a:pt x="2308" y="1107"/>
                      <a:pt x="2309" y="1105"/>
                    </a:cubicBezTo>
                    <a:cubicBezTo>
                      <a:pt x="2310" y="1104"/>
                      <a:pt x="2312" y="1103"/>
                      <a:pt x="2313" y="1101"/>
                    </a:cubicBezTo>
                    <a:cubicBezTo>
                      <a:pt x="2314" y="1100"/>
                      <a:pt x="2316" y="1098"/>
                      <a:pt x="2317" y="1097"/>
                    </a:cubicBezTo>
                    <a:cubicBezTo>
                      <a:pt x="2319" y="1096"/>
                      <a:pt x="2322" y="1094"/>
                      <a:pt x="2324" y="1093"/>
                    </a:cubicBezTo>
                    <a:cubicBezTo>
                      <a:pt x="2326" y="1091"/>
                      <a:pt x="2327" y="1090"/>
                      <a:pt x="2329" y="1088"/>
                    </a:cubicBezTo>
                    <a:cubicBezTo>
                      <a:pt x="2330" y="1086"/>
                      <a:pt x="2331" y="1085"/>
                      <a:pt x="2332" y="1083"/>
                    </a:cubicBezTo>
                    <a:cubicBezTo>
                      <a:pt x="2336" y="1081"/>
                      <a:pt x="2339" y="1077"/>
                      <a:pt x="2343" y="1075"/>
                    </a:cubicBezTo>
                    <a:cubicBezTo>
                      <a:pt x="2344" y="1075"/>
                      <a:pt x="2346" y="1074"/>
                      <a:pt x="2348" y="1074"/>
                    </a:cubicBezTo>
                    <a:cubicBezTo>
                      <a:pt x="2350" y="1073"/>
                      <a:pt x="2352" y="1072"/>
                      <a:pt x="2353" y="1071"/>
                    </a:cubicBezTo>
                    <a:cubicBezTo>
                      <a:pt x="2358" y="1070"/>
                      <a:pt x="2362" y="1070"/>
                      <a:pt x="2366" y="1070"/>
                    </a:cubicBezTo>
                    <a:cubicBezTo>
                      <a:pt x="2371" y="1069"/>
                      <a:pt x="2376" y="1068"/>
                      <a:pt x="2380" y="1066"/>
                    </a:cubicBezTo>
                    <a:cubicBezTo>
                      <a:pt x="2383" y="1064"/>
                      <a:pt x="2385" y="1062"/>
                      <a:pt x="2388" y="1060"/>
                    </a:cubicBezTo>
                    <a:cubicBezTo>
                      <a:pt x="2390" y="1059"/>
                      <a:pt x="2392" y="1060"/>
                      <a:pt x="2394" y="1059"/>
                    </a:cubicBezTo>
                    <a:cubicBezTo>
                      <a:pt x="2394" y="1059"/>
                      <a:pt x="2394" y="1059"/>
                      <a:pt x="2394" y="1059"/>
                    </a:cubicBezTo>
                    <a:cubicBezTo>
                      <a:pt x="2395" y="1059"/>
                      <a:pt x="2396" y="1058"/>
                      <a:pt x="2397" y="1058"/>
                    </a:cubicBezTo>
                    <a:cubicBezTo>
                      <a:pt x="2399" y="1057"/>
                      <a:pt x="2400" y="1057"/>
                      <a:pt x="2402" y="1056"/>
                    </a:cubicBezTo>
                    <a:cubicBezTo>
                      <a:pt x="2402" y="1056"/>
                      <a:pt x="2403" y="1055"/>
                      <a:pt x="2403" y="1055"/>
                    </a:cubicBezTo>
                    <a:cubicBezTo>
                      <a:pt x="2404" y="1055"/>
                      <a:pt x="2405" y="1055"/>
                      <a:pt x="2406" y="1055"/>
                    </a:cubicBezTo>
                    <a:cubicBezTo>
                      <a:pt x="2409" y="1054"/>
                      <a:pt x="2411" y="1054"/>
                      <a:pt x="2413" y="1053"/>
                    </a:cubicBezTo>
                    <a:cubicBezTo>
                      <a:pt x="2416" y="1053"/>
                      <a:pt x="2419" y="1053"/>
                      <a:pt x="2422" y="1052"/>
                    </a:cubicBezTo>
                    <a:cubicBezTo>
                      <a:pt x="2425" y="1052"/>
                      <a:pt x="2429" y="1051"/>
                      <a:pt x="2432" y="1051"/>
                    </a:cubicBezTo>
                    <a:cubicBezTo>
                      <a:pt x="2438" y="1050"/>
                      <a:pt x="2443" y="1047"/>
                      <a:pt x="2449" y="1046"/>
                    </a:cubicBezTo>
                    <a:cubicBezTo>
                      <a:pt x="2453" y="1044"/>
                      <a:pt x="2457" y="1041"/>
                      <a:pt x="2462" y="1040"/>
                    </a:cubicBezTo>
                    <a:cubicBezTo>
                      <a:pt x="2465" y="1038"/>
                      <a:pt x="2468" y="1036"/>
                      <a:pt x="2472" y="1035"/>
                    </a:cubicBezTo>
                    <a:cubicBezTo>
                      <a:pt x="2474" y="1034"/>
                      <a:pt x="2477" y="1033"/>
                      <a:pt x="2480" y="1033"/>
                    </a:cubicBezTo>
                    <a:cubicBezTo>
                      <a:pt x="2485" y="1033"/>
                      <a:pt x="2490" y="1034"/>
                      <a:pt x="2495" y="1033"/>
                    </a:cubicBezTo>
                    <a:cubicBezTo>
                      <a:pt x="2500" y="1033"/>
                      <a:pt x="2499" y="1029"/>
                      <a:pt x="2501" y="1026"/>
                    </a:cubicBezTo>
                    <a:cubicBezTo>
                      <a:pt x="2503" y="1022"/>
                      <a:pt x="2508" y="1023"/>
                      <a:pt x="2512" y="1023"/>
                    </a:cubicBezTo>
                    <a:cubicBezTo>
                      <a:pt x="2517" y="1023"/>
                      <a:pt x="2521" y="1022"/>
                      <a:pt x="2523" y="1017"/>
                    </a:cubicBezTo>
                    <a:cubicBezTo>
                      <a:pt x="2524" y="1014"/>
                      <a:pt x="2524" y="1011"/>
                      <a:pt x="2528" y="1010"/>
                    </a:cubicBezTo>
                    <a:cubicBezTo>
                      <a:pt x="2531" y="1008"/>
                      <a:pt x="2535" y="1010"/>
                      <a:pt x="2538" y="1009"/>
                    </a:cubicBezTo>
                    <a:cubicBezTo>
                      <a:pt x="2543" y="1008"/>
                      <a:pt x="2547" y="1002"/>
                      <a:pt x="2550" y="999"/>
                    </a:cubicBezTo>
                    <a:cubicBezTo>
                      <a:pt x="2552" y="997"/>
                      <a:pt x="2553" y="996"/>
                      <a:pt x="2554" y="995"/>
                    </a:cubicBezTo>
                    <a:cubicBezTo>
                      <a:pt x="2555" y="994"/>
                      <a:pt x="2556" y="992"/>
                      <a:pt x="2556" y="990"/>
                    </a:cubicBezTo>
                    <a:cubicBezTo>
                      <a:pt x="2557" y="989"/>
                      <a:pt x="2557" y="988"/>
                      <a:pt x="2558" y="987"/>
                    </a:cubicBezTo>
                    <a:cubicBezTo>
                      <a:pt x="2559" y="986"/>
                      <a:pt x="2561" y="985"/>
                      <a:pt x="2562" y="984"/>
                    </a:cubicBezTo>
                    <a:cubicBezTo>
                      <a:pt x="2565" y="981"/>
                      <a:pt x="2564" y="977"/>
                      <a:pt x="2561" y="975"/>
                    </a:cubicBezTo>
                    <a:cubicBezTo>
                      <a:pt x="2560" y="974"/>
                      <a:pt x="2558" y="973"/>
                      <a:pt x="2558" y="972"/>
                    </a:cubicBezTo>
                    <a:cubicBezTo>
                      <a:pt x="2557" y="970"/>
                      <a:pt x="2557" y="968"/>
                      <a:pt x="2558" y="966"/>
                    </a:cubicBezTo>
                    <a:cubicBezTo>
                      <a:pt x="2558" y="962"/>
                      <a:pt x="2561" y="961"/>
                      <a:pt x="2562" y="957"/>
                    </a:cubicBezTo>
                    <a:cubicBezTo>
                      <a:pt x="2564" y="953"/>
                      <a:pt x="2563" y="948"/>
                      <a:pt x="2561" y="944"/>
                    </a:cubicBezTo>
                    <a:cubicBezTo>
                      <a:pt x="2558" y="941"/>
                      <a:pt x="2555" y="938"/>
                      <a:pt x="2553" y="935"/>
                    </a:cubicBezTo>
                    <a:cubicBezTo>
                      <a:pt x="2551" y="932"/>
                      <a:pt x="2551" y="929"/>
                      <a:pt x="2551" y="925"/>
                    </a:cubicBezTo>
                    <a:cubicBezTo>
                      <a:pt x="2551" y="921"/>
                      <a:pt x="2550" y="918"/>
                      <a:pt x="2552" y="915"/>
                    </a:cubicBezTo>
                    <a:cubicBezTo>
                      <a:pt x="2554" y="912"/>
                      <a:pt x="2556" y="908"/>
                      <a:pt x="2559" y="905"/>
                    </a:cubicBezTo>
                    <a:cubicBezTo>
                      <a:pt x="2561" y="903"/>
                      <a:pt x="2564" y="902"/>
                      <a:pt x="2567" y="905"/>
                    </a:cubicBezTo>
                    <a:cubicBezTo>
                      <a:pt x="2570" y="908"/>
                      <a:pt x="2571" y="910"/>
                      <a:pt x="2575" y="911"/>
                    </a:cubicBezTo>
                    <a:cubicBezTo>
                      <a:pt x="2577" y="911"/>
                      <a:pt x="2578" y="912"/>
                      <a:pt x="2580" y="912"/>
                    </a:cubicBezTo>
                    <a:cubicBezTo>
                      <a:pt x="2580" y="910"/>
                      <a:pt x="2581" y="909"/>
                      <a:pt x="2581" y="908"/>
                    </a:cubicBezTo>
                    <a:cubicBezTo>
                      <a:pt x="2581" y="906"/>
                      <a:pt x="2581" y="905"/>
                      <a:pt x="2583" y="905"/>
                    </a:cubicBezTo>
                    <a:cubicBezTo>
                      <a:pt x="2585" y="905"/>
                      <a:pt x="2588" y="907"/>
                      <a:pt x="2590" y="906"/>
                    </a:cubicBezTo>
                    <a:cubicBezTo>
                      <a:pt x="2593" y="905"/>
                      <a:pt x="2593" y="900"/>
                      <a:pt x="2594" y="898"/>
                    </a:cubicBezTo>
                    <a:cubicBezTo>
                      <a:pt x="2595" y="897"/>
                      <a:pt x="2596" y="897"/>
                      <a:pt x="2596" y="896"/>
                    </a:cubicBezTo>
                    <a:cubicBezTo>
                      <a:pt x="2597" y="895"/>
                      <a:pt x="2597" y="894"/>
                      <a:pt x="2597" y="893"/>
                    </a:cubicBezTo>
                    <a:cubicBezTo>
                      <a:pt x="2597" y="890"/>
                      <a:pt x="2597" y="889"/>
                      <a:pt x="2595" y="886"/>
                    </a:cubicBezTo>
                    <a:close/>
                    <a:moveTo>
                      <a:pt x="631" y="769"/>
                    </a:moveTo>
                    <a:cubicBezTo>
                      <a:pt x="627" y="773"/>
                      <a:pt x="625" y="768"/>
                      <a:pt x="623" y="764"/>
                    </a:cubicBezTo>
                    <a:cubicBezTo>
                      <a:pt x="622" y="763"/>
                      <a:pt x="621" y="761"/>
                      <a:pt x="620" y="759"/>
                    </a:cubicBezTo>
                    <a:cubicBezTo>
                      <a:pt x="619" y="757"/>
                      <a:pt x="619" y="754"/>
                      <a:pt x="619" y="751"/>
                    </a:cubicBezTo>
                    <a:cubicBezTo>
                      <a:pt x="619" y="747"/>
                      <a:pt x="618" y="744"/>
                      <a:pt x="614" y="748"/>
                    </a:cubicBezTo>
                    <a:cubicBezTo>
                      <a:pt x="613" y="749"/>
                      <a:pt x="612" y="750"/>
                      <a:pt x="611" y="750"/>
                    </a:cubicBezTo>
                    <a:cubicBezTo>
                      <a:pt x="610" y="749"/>
                      <a:pt x="610" y="744"/>
                      <a:pt x="609" y="742"/>
                    </a:cubicBezTo>
                    <a:cubicBezTo>
                      <a:pt x="609" y="741"/>
                      <a:pt x="609" y="738"/>
                      <a:pt x="607" y="737"/>
                    </a:cubicBezTo>
                    <a:cubicBezTo>
                      <a:pt x="605" y="737"/>
                      <a:pt x="603" y="738"/>
                      <a:pt x="602" y="738"/>
                    </a:cubicBezTo>
                    <a:cubicBezTo>
                      <a:pt x="599" y="738"/>
                      <a:pt x="598" y="734"/>
                      <a:pt x="596" y="736"/>
                    </a:cubicBezTo>
                    <a:cubicBezTo>
                      <a:pt x="595" y="737"/>
                      <a:pt x="595" y="740"/>
                      <a:pt x="593" y="740"/>
                    </a:cubicBezTo>
                    <a:cubicBezTo>
                      <a:pt x="591" y="741"/>
                      <a:pt x="590" y="739"/>
                      <a:pt x="590" y="737"/>
                    </a:cubicBezTo>
                    <a:cubicBezTo>
                      <a:pt x="590" y="735"/>
                      <a:pt x="590" y="731"/>
                      <a:pt x="589" y="730"/>
                    </a:cubicBezTo>
                    <a:cubicBezTo>
                      <a:pt x="588" y="728"/>
                      <a:pt x="588" y="729"/>
                      <a:pt x="586" y="730"/>
                    </a:cubicBezTo>
                    <a:cubicBezTo>
                      <a:pt x="581" y="733"/>
                      <a:pt x="580" y="727"/>
                      <a:pt x="580" y="722"/>
                    </a:cubicBezTo>
                    <a:cubicBezTo>
                      <a:pt x="581" y="720"/>
                      <a:pt x="582" y="718"/>
                      <a:pt x="581" y="715"/>
                    </a:cubicBezTo>
                    <a:cubicBezTo>
                      <a:pt x="581" y="713"/>
                      <a:pt x="579" y="712"/>
                      <a:pt x="578" y="710"/>
                    </a:cubicBezTo>
                    <a:cubicBezTo>
                      <a:pt x="575" y="706"/>
                      <a:pt x="577" y="703"/>
                      <a:pt x="581" y="703"/>
                    </a:cubicBezTo>
                    <a:cubicBezTo>
                      <a:pt x="586" y="702"/>
                      <a:pt x="591" y="701"/>
                      <a:pt x="595" y="702"/>
                    </a:cubicBezTo>
                    <a:cubicBezTo>
                      <a:pt x="601" y="704"/>
                      <a:pt x="597" y="709"/>
                      <a:pt x="595" y="712"/>
                    </a:cubicBezTo>
                    <a:cubicBezTo>
                      <a:pt x="593" y="716"/>
                      <a:pt x="596" y="718"/>
                      <a:pt x="599" y="716"/>
                    </a:cubicBezTo>
                    <a:cubicBezTo>
                      <a:pt x="602" y="715"/>
                      <a:pt x="607" y="711"/>
                      <a:pt x="608" y="716"/>
                    </a:cubicBezTo>
                    <a:cubicBezTo>
                      <a:pt x="608" y="719"/>
                      <a:pt x="603" y="725"/>
                      <a:pt x="608" y="726"/>
                    </a:cubicBezTo>
                    <a:cubicBezTo>
                      <a:pt x="611" y="727"/>
                      <a:pt x="616" y="726"/>
                      <a:pt x="616" y="730"/>
                    </a:cubicBezTo>
                    <a:cubicBezTo>
                      <a:pt x="617" y="739"/>
                      <a:pt x="624" y="742"/>
                      <a:pt x="628" y="749"/>
                    </a:cubicBezTo>
                    <a:cubicBezTo>
                      <a:pt x="630" y="753"/>
                      <a:pt x="628" y="755"/>
                      <a:pt x="628" y="759"/>
                    </a:cubicBezTo>
                    <a:cubicBezTo>
                      <a:pt x="629" y="762"/>
                      <a:pt x="633" y="766"/>
                      <a:pt x="631" y="769"/>
                    </a:cubicBezTo>
                    <a:close/>
                    <a:moveTo>
                      <a:pt x="738" y="608"/>
                    </a:moveTo>
                    <a:cubicBezTo>
                      <a:pt x="736" y="610"/>
                      <a:pt x="734" y="611"/>
                      <a:pt x="732" y="613"/>
                    </a:cubicBezTo>
                    <a:cubicBezTo>
                      <a:pt x="730" y="615"/>
                      <a:pt x="730" y="617"/>
                      <a:pt x="729" y="620"/>
                    </a:cubicBezTo>
                    <a:cubicBezTo>
                      <a:pt x="729" y="623"/>
                      <a:pt x="728" y="626"/>
                      <a:pt x="728" y="628"/>
                    </a:cubicBezTo>
                    <a:cubicBezTo>
                      <a:pt x="728" y="631"/>
                      <a:pt x="728" y="633"/>
                      <a:pt x="727" y="635"/>
                    </a:cubicBezTo>
                    <a:cubicBezTo>
                      <a:pt x="724" y="640"/>
                      <a:pt x="717" y="639"/>
                      <a:pt x="712" y="641"/>
                    </a:cubicBezTo>
                    <a:cubicBezTo>
                      <a:pt x="712" y="644"/>
                      <a:pt x="719" y="644"/>
                      <a:pt x="717" y="647"/>
                    </a:cubicBezTo>
                    <a:cubicBezTo>
                      <a:pt x="715" y="650"/>
                      <a:pt x="710" y="649"/>
                      <a:pt x="708" y="649"/>
                    </a:cubicBezTo>
                    <a:cubicBezTo>
                      <a:pt x="705" y="649"/>
                      <a:pt x="704" y="649"/>
                      <a:pt x="701" y="650"/>
                    </a:cubicBezTo>
                    <a:cubicBezTo>
                      <a:pt x="700" y="650"/>
                      <a:pt x="698" y="651"/>
                      <a:pt x="697" y="651"/>
                    </a:cubicBezTo>
                    <a:cubicBezTo>
                      <a:pt x="695" y="653"/>
                      <a:pt x="699" y="656"/>
                      <a:pt x="697" y="658"/>
                    </a:cubicBezTo>
                    <a:cubicBezTo>
                      <a:pt x="696" y="658"/>
                      <a:pt x="693" y="658"/>
                      <a:pt x="692" y="658"/>
                    </a:cubicBezTo>
                    <a:cubicBezTo>
                      <a:pt x="690" y="658"/>
                      <a:pt x="687" y="659"/>
                      <a:pt x="685" y="659"/>
                    </a:cubicBezTo>
                    <a:cubicBezTo>
                      <a:pt x="685" y="659"/>
                      <a:pt x="680" y="658"/>
                      <a:pt x="679" y="659"/>
                    </a:cubicBezTo>
                    <a:cubicBezTo>
                      <a:pt x="678" y="659"/>
                      <a:pt x="679" y="660"/>
                      <a:pt x="678" y="661"/>
                    </a:cubicBezTo>
                    <a:cubicBezTo>
                      <a:pt x="677" y="662"/>
                      <a:pt x="676" y="662"/>
                      <a:pt x="675" y="663"/>
                    </a:cubicBezTo>
                    <a:cubicBezTo>
                      <a:pt x="673" y="663"/>
                      <a:pt x="674" y="664"/>
                      <a:pt x="673" y="665"/>
                    </a:cubicBezTo>
                    <a:cubicBezTo>
                      <a:pt x="672" y="666"/>
                      <a:pt x="670" y="667"/>
                      <a:pt x="668" y="667"/>
                    </a:cubicBezTo>
                    <a:cubicBezTo>
                      <a:pt x="662" y="669"/>
                      <a:pt x="669" y="663"/>
                      <a:pt x="669" y="661"/>
                    </a:cubicBezTo>
                    <a:cubicBezTo>
                      <a:pt x="670" y="659"/>
                      <a:pt x="669" y="658"/>
                      <a:pt x="668" y="657"/>
                    </a:cubicBezTo>
                    <a:cubicBezTo>
                      <a:pt x="666" y="656"/>
                      <a:pt x="666" y="655"/>
                      <a:pt x="665" y="653"/>
                    </a:cubicBezTo>
                    <a:cubicBezTo>
                      <a:pt x="665" y="652"/>
                      <a:pt x="664" y="649"/>
                      <a:pt x="665" y="648"/>
                    </a:cubicBezTo>
                    <a:cubicBezTo>
                      <a:pt x="666" y="646"/>
                      <a:pt x="669" y="647"/>
                      <a:pt x="670" y="645"/>
                    </a:cubicBezTo>
                    <a:cubicBezTo>
                      <a:pt x="673" y="640"/>
                      <a:pt x="654" y="626"/>
                      <a:pt x="663" y="623"/>
                    </a:cubicBezTo>
                    <a:cubicBezTo>
                      <a:pt x="670" y="621"/>
                      <a:pt x="672" y="630"/>
                      <a:pt x="674" y="634"/>
                    </a:cubicBezTo>
                    <a:cubicBezTo>
                      <a:pt x="676" y="638"/>
                      <a:pt x="678" y="641"/>
                      <a:pt x="679" y="644"/>
                    </a:cubicBezTo>
                    <a:cubicBezTo>
                      <a:pt x="680" y="646"/>
                      <a:pt x="680" y="649"/>
                      <a:pt x="682" y="650"/>
                    </a:cubicBezTo>
                    <a:cubicBezTo>
                      <a:pt x="685" y="651"/>
                      <a:pt x="686" y="650"/>
                      <a:pt x="687" y="647"/>
                    </a:cubicBezTo>
                    <a:cubicBezTo>
                      <a:pt x="688" y="644"/>
                      <a:pt x="689" y="642"/>
                      <a:pt x="691" y="640"/>
                    </a:cubicBezTo>
                    <a:cubicBezTo>
                      <a:pt x="693" y="635"/>
                      <a:pt x="698" y="638"/>
                      <a:pt x="702" y="638"/>
                    </a:cubicBezTo>
                    <a:cubicBezTo>
                      <a:pt x="703" y="636"/>
                      <a:pt x="703" y="635"/>
                      <a:pt x="705" y="634"/>
                    </a:cubicBezTo>
                    <a:cubicBezTo>
                      <a:pt x="706" y="634"/>
                      <a:pt x="708" y="634"/>
                      <a:pt x="709" y="633"/>
                    </a:cubicBezTo>
                    <a:cubicBezTo>
                      <a:pt x="713" y="632"/>
                      <a:pt x="716" y="631"/>
                      <a:pt x="718" y="627"/>
                    </a:cubicBezTo>
                    <a:cubicBezTo>
                      <a:pt x="719" y="625"/>
                      <a:pt x="719" y="621"/>
                      <a:pt x="719" y="618"/>
                    </a:cubicBezTo>
                    <a:cubicBezTo>
                      <a:pt x="719" y="615"/>
                      <a:pt x="721" y="612"/>
                      <a:pt x="721" y="609"/>
                    </a:cubicBezTo>
                    <a:cubicBezTo>
                      <a:pt x="725" y="611"/>
                      <a:pt x="723" y="607"/>
                      <a:pt x="725" y="605"/>
                    </a:cubicBezTo>
                    <a:cubicBezTo>
                      <a:pt x="727" y="604"/>
                      <a:pt x="729" y="607"/>
                      <a:pt x="731" y="605"/>
                    </a:cubicBezTo>
                    <a:cubicBezTo>
                      <a:pt x="733" y="603"/>
                      <a:pt x="734" y="599"/>
                      <a:pt x="737" y="600"/>
                    </a:cubicBezTo>
                    <a:cubicBezTo>
                      <a:pt x="740" y="601"/>
                      <a:pt x="739" y="606"/>
                      <a:pt x="738" y="60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73" name="Freeform 1973">
                <a:extLst>
                  <a:ext uri="{FF2B5EF4-FFF2-40B4-BE49-F238E27FC236}">
                    <a16:creationId xmlns:a16="http://schemas.microsoft.com/office/drawing/2014/main" id="{0A73A53E-A7BF-40C7-AC71-6177A2D26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418"/>
                <a:ext cx="90" cy="173"/>
              </a:xfrm>
              <a:custGeom>
                <a:avLst/>
                <a:gdLst>
                  <a:gd name="T0" fmla="*/ 46 w 221"/>
                  <a:gd name="T1" fmla="*/ 280 h 424"/>
                  <a:gd name="T2" fmla="*/ 33 w 221"/>
                  <a:gd name="T3" fmla="*/ 301 h 424"/>
                  <a:gd name="T4" fmla="*/ 21 w 221"/>
                  <a:gd name="T5" fmla="*/ 310 h 424"/>
                  <a:gd name="T6" fmla="*/ 25 w 221"/>
                  <a:gd name="T7" fmla="*/ 321 h 424"/>
                  <a:gd name="T8" fmla="*/ 36 w 221"/>
                  <a:gd name="T9" fmla="*/ 328 h 424"/>
                  <a:gd name="T10" fmla="*/ 62 w 221"/>
                  <a:gd name="T11" fmla="*/ 338 h 424"/>
                  <a:gd name="T12" fmla="*/ 46 w 221"/>
                  <a:gd name="T13" fmla="*/ 346 h 424"/>
                  <a:gd name="T14" fmla="*/ 33 w 221"/>
                  <a:gd name="T15" fmla="*/ 352 h 424"/>
                  <a:gd name="T16" fmla="*/ 43 w 221"/>
                  <a:gd name="T17" fmla="*/ 372 h 424"/>
                  <a:gd name="T18" fmla="*/ 57 w 221"/>
                  <a:gd name="T19" fmla="*/ 385 h 424"/>
                  <a:gd name="T20" fmla="*/ 75 w 221"/>
                  <a:gd name="T21" fmla="*/ 392 h 424"/>
                  <a:gd name="T22" fmla="*/ 95 w 221"/>
                  <a:gd name="T23" fmla="*/ 404 h 424"/>
                  <a:gd name="T24" fmla="*/ 101 w 221"/>
                  <a:gd name="T25" fmla="*/ 418 h 424"/>
                  <a:gd name="T26" fmla="*/ 124 w 221"/>
                  <a:gd name="T27" fmla="*/ 410 h 424"/>
                  <a:gd name="T28" fmla="*/ 126 w 221"/>
                  <a:gd name="T29" fmla="*/ 400 h 424"/>
                  <a:gd name="T30" fmla="*/ 131 w 221"/>
                  <a:gd name="T31" fmla="*/ 378 h 424"/>
                  <a:gd name="T32" fmla="*/ 145 w 221"/>
                  <a:gd name="T33" fmla="*/ 374 h 424"/>
                  <a:gd name="T34" fmla="*/ 148 w 221"/>
                  <a:gd name="T35" fmla="*/ 364 h 424"/>
                  <a:gd name="T36" fmla="*/ 142 w 221"/>
                  <a:gd name="T37" fmla="*/ 360 h 424"/>
                  <a:gd name="T38" fmla="*/ 161 w 221"/>
                  <a:gd name="T39" fmla="*/ 347 h 424"/>
                  <a:gd name="T40" fmla="*/ 170 w 221"/>
                  <a:gd name="T41" fmla="*/ 329 h 424"/>
                  <a:gd name="T42" fmla="*/ 173 w 221"/>
                  <a:gd name="T43" fmla="*/ 292 h 424"/>
                  <a:gd name="T44" fmla="*/ 188 w 221"/>
                  <a:gd name="T45" fmla="*/ 261 h 424"/>
                  <a:gd name="T46" fmla="*/ 198 w 221"/>
                  <a:gd name="T47" fmla="*/ 252 h 424"/>
                  <a:gd name="T48" fmla="*/ 206 w 221"/>
                  <a:gd name="T49" fmla="*/ 238 h 424"/>
                  <a:gd name="T50" fmla="*/ 212 w 221"/>
                  <a:gd name="T51" fmla="*/ 224 h 424"/>
                  <a:gd name="T52" fmla="*/ 213 w 221"/>
                  <a:gd name="T53" fmla="*/ 169 h 424"/>
                  <a:gd name="T54" fmla="*/ 215 w 221"/>
                  <a:gd name="T55" fmla="*/ 132 h 424"/>
                  <a:gd name="T56" fmla="*/ 214 w 221"/>
                  <a:gd name="T57" fmla="*/ 114 h 424"/>
                  <a:gd name="T58" fmla="*/ 209 w 221"/>
                  <a:gd name="T59" fmla="*/ 111 h 424"/>
                  <a:gd name="T60" fmla="*/ 206 w 221"/>
                  <a:gd name="T61" fmla="*/ 114 h 424"/>
                  <a:gd name="T62" fmla="*/ 205 w 221"/>
                  <a:gd name="T63" fmla="*/ 86 h 424"/>
                  <a:gd name="T64" fmla="*/ 215 w 221"/>
                  <a:gd name="T65" fmla="*/ 26 h 424"/>
                  <a:gd name="T66" fmla="*/ 191 w 221"/>
                  <a:gd name="T67" fmla="*/ 4 h 424"/>
                  <a:gd name="T68" fmla="*/ 179 w 221"/>
                  <a:gd name="T69" fmla="*/ 45 h 424"/>
                  <a:gd name="T70" fmla="*/ 173 w 221"/>
                  <a:gd name="T71" fmla="*/ 81 h 424"/>
                  <a:gd name="T72" fmla="*/ 148 w 221"/>
                  <a:gd name="T73" fmla="*/ 67 h 424"/>
                  <a:gd name="T74" fmla="*/ 120 w 221"/>
                  <a:gd name="T75" fmla="*/ 80 h 424"/>
                  <a:gd name="T76" fmla="*/ 59 w 221"/>
                  <a:gd name="T77" fmla="*/ 106 h 424"/>
                  <a:gd name="T78" fmla="*/ 46 w 221"/>
                  <a:gd name="T79" fmla="*/ 105 h 424"/>
                  <a:gd name="T80" fmla="*/ 38 w 221"/>
                  <a:gd name="T81" fmla="*/ 121 h 424"/>
                  <a:gd name="T82" fmla="*/ 36 w 221"/>
                  <a:gd name="T83" fmla="*/ 130 h 424"/>
                  <a:gd name="T84" fmla="*/ 21 w 221"/>
                  <a:gd name="T85" fmla="*/ 143 h 424"/>
                  <a:gd name="T86" fmla="*/ 9 w 221"/>
                  <a:gd name="T87" fmla="*/ 151 h 424"/>
                  <a:gd name="T88" fmla="*/ 21 w 221"/>
                  <a:gd name="T89" fmla="*/ 165 h 424"/>
                  <a:gd name="T90" fmla="*/ 30 w 221"/>
                  <a:gd name="T91" fmla="*/ 174 h 424"/>
                  <a:gd name="T92" fmla="*/ 19 w 221"/>
                  <a:gd name="T93" fmla="*/ 182 h 424"/>
                  <a:gd name="T94" fmla="*/ 9 w 221"/>
                  <a:gd name="T95" fmla="*/ 213 h 424"/>
                  <a:gd name="T96" fmla="*/ 21 w 221"/>
                  <a:gd name="T97" fmla="*/ 220 h 424"/>
                  <a:gd name="T98" fmla="*/ 33 w 221"/>
                  <a:gd name="T99" fmla="*/ 231 h 424"/>
                  <a:gd name="T100" fmla="*/ 26 w 221"/>
                  <a:gd name="T101" fmla="*/ 244 h 424"/>
                  <a:gd name="T102" fmla="*/ 17 w 221"/>
                  <a:gd name="T103" fmla="*/ 253 h 424"/>
                  <a:gd name="T104" fmla="*/ 8 w 221"/>
                  <a:gd name="T105" fmla="*/ 266 h 424"/>
                  <a:gd name="T106" fmla="*/ 19 w 221"/>
                  <a:gd name="T107" fmla="*/ 274 h 424"/>
                  <a:gd name="T108" fmla="*/ 46 w 221"/>
                  <a:gd name="T109" fmla="*/ 27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424">
                    <a:moveTo>
                      <a:pt x="46" y="272"/>
                    </a:moveTo>
                    <a:cubicBezTo>
                      <a:pt x="48" y="273"/>
                      <a:pt x="47" y="278"/>
                      <a:pt x="46" y="280"/>
                    </a:cubicBezTo>
                    <a:cubicBezTo>
                      <a:pt x="44" y="287"/>
                      <a:pt x="35" y="286"/>
                      <a:pt x="35" y="294"/>
                    </a:cubicBezTo>
                    <a:cubicBezTo>
                      <a:pt x="35" y="297"/>
                      <a:pt x="36" y="299"/>
                      <a:pt x="33" y="301"/>
                    </a:cubicBezTo>
                    <a:cubicBezTo>
                      <a:pt x="30" y="303"/>
                      <a:pt x="27" y="303"/>
                      <a:pt x="25" y="305"/>
                    </a:cubicBezTo>
                    <a:cubicBezTo>
                      <a:pt x="23" y="306"/>
                      <a:pt x="23" y="308"/>
                      <a:pt x="21" y="310"/>
                    </a:cubicBezTo>
                    <a:cubicBezTo>
                      <a:pt x="19" y="311"/>
                      <a:pt x="15" y="312"/>
                      <a:pt x="14" y="315"/>
                    </a:cubicBezTo>
                    <a:cubicBezTo>
                      <a:pt x="12" y="320"/>
                      <a:pt x="22" y="320"/>
                      <a:pt x="25" y="321"/>
                    </a:cubicBezTo>
                    <a:cubicBezTo>
                      <a:pt x="28" y="321"/>
                      <a:pt x="31" y="321"/>
                      <a:pt x="33" y="322"/>
                    </a:cubicBezTo>
                    <a:cubicBezTo>
                      <a:pt x="35" y="324"/>
                      <a:pt x="35" y="326"/>
                      <a:pt x="36" y="328"/>
                    </a:cubicBezTo>
                    <a:cubicBezTo>
                      <a:pt x="39" y="334"/>
                      <a:pt x="48" y="333"/>
                      <a:pt x="54" y="334"/>
                    </a:cubicBezTo>
                    <a:cubicBezTo>
                      <a:pt x="56" y="334"/>
                      <a:pt x="62" y="336"/>
                      <a:pt x="62" y="338"/>
                    </a:cubicBezTo>
                    <a:cubicBezTo>
                      <a:pt x="62" y="341"/>
                      <a:pt x="56" y="342"/>
                      <a:pt x="54" y="343"/>
                    </a:cubicBezTo>
                    <a:cubicBezTo>
                      <a:pt x="51" y="344"/>
                      <a:pt x="49" y="345"/>
                      <a:pt x="46" y="346"/>
                    </a:cubicBezTo>
                    <a:cubicBezTo>
                      <a:pt x="43" y="346"/>
                      <a:pt x="40" y="346"/>
                      <a:pt x="37" y="347"/>
                    </a:cubicBezTo>
                    <a:cubicBezTo>
                      <a:pt x="34" y="348"/>
                      <a:pt x="33" y="349"/>
                      <a:pt x="33" y="352"/>
                    </a:cubicBezTo>
                    <a:cubicBezTo>
                      <a:pt x="34" y="355"/>
                      <a:pt x="33" y="358"/>
                      <a:pt x="33" y="361"/>
                    </a:cubicBezTo>
                    <a:cubicBezTo>
                      <a:pt x="32" y="370"/>
                      <a:pt x="41" y="367"/>
                      <a:pt x="43" y="372"/>
                    </a:cubicBezTo>
                    <a:cubicBezTo>
                      <a:pt x="45" y="375"/>
                      <a:pt x="44" y="379"/>
                      <a:pt x="47" y="382"/>
                    </a:cubicBezTo>
                    <a:cubicBezTo>
                      <a:pt x="50" y="384"/>
                      <a:pt x="54" y="384"/>
                      <a:pt x="57" y="385"/>
                    </a:cubicBezTo>
                    <a:cubicBezTo>
                      <a:pt x="60" y="386"/>
                      <a:pt x="63" y="388"/>
                      <a:pt x="66" y="389"/>
                    </a:cubicBezTo>
                    <a:cubicBezTo>
                      <a:pt x="69" y="391"/>
                      <a:pt x="72" y="391"/>
                      <a:pt x="75" y="392"/>
                    </a:cubicBezTo>
                    <a:cubicBezTo>
                      <a:pt x="80" y="393"/>
                      <a:pt x="89" y="392"/>
                      <a:pt x="92" y="396"/>
                    </a:cubicBezTo>
                    <a:cubicBezTo>
                      <a:pt x="93" y="398"/>
                      <a:pt x="95" y="402"/>
                      <a:pt x="95" y="404"/>
                    </a:cubicBezTo>
                    <a:cubicBezTo>
                      <a:pt x="95" y="407"/>
                      <a:pt x="92" y="408"/>
                      <a:pt x="90" y="410"/>
                    </a:cubicBezTo>
                    <a:cubicBezTo>
                      <a:pt x="83" y="417"/>
                      <a:pt x="97" y="416"/>
                      <a:pt x="101" y="418"/>
                    </a:cubicBezTo>
                    <a:cubicBezTo>
                      <a:pt x="108" y="421"/>
                      <a:pt x="112" y="424"/>
                      <a:pt x="118" y="417"/>
                    </a:cubicBezTo>
                    <a:cubicBezTo>
                      <a:pt x="119" y="415"/>
                      <a:pt x="123" y="412"/>
                      <a:pt x="124" y="410"/>
                    </a:cubicBezTo>
                    <a:cubicBezTo>
                      <a:pt x="125" y="407"/>
                      <a:pt x="122" y="408"/>
                      <a:pt x="119" y="409"/>
                    </a:cubicBezTo>
                    <a:cubicBezTo>
                      <a:pt x="107" y="409"/>
                      <a:pt x="122" y="402"/>
                      <a:pt x="126" y="400"/>
                    </a:cubicBezTo>
                    <a:cubicBezTo>
                      <a:pt x="132" y="398"/>
                      <a:pt x="132" y="393"/>
                      <a:pt x="131" y="387"/>
                    </a:cubicBezTo>
                    <a:cubicBezTo>
                      <a:pt x="130" y="384"/>
                      <a:pt x="131" y="381"/>
                      <a:pt x="131" y="378"/>
                    </a:cubicBezTo>
                    <a:cubicBezTo>
                      <a:pt x="134" y="378"/>
                      <a:pt x="135" y="379"/>
                      <a:pt x="138" y="377"/>
                    </a:cubicBezTo>
                    <a:cubicBezTo>
                      <a:pt x="141" y="376"/>
                      <a:pt x="143" y="375"/>
                      <a:pt x="145" y="374"/>
                    </a:cubicBezTo>
                    <a:cubicBezTo>
                      <a:pt x="147" y="372"/>
                      <a:pt x="155" y="368"/>
                      <a:pt x="155" y="365"/>
                    </a:cubicBezTo>
                    <a:cubicBezTo>
                      <a:pt x="152" y="365"/>
                      <a:pt x="150" y="364"/>
                      <a:pt x="148" y="364"/>
                    </a:cubicBezTo>
                    <a:cubicBezTo>
                      <a:pt x="145" y="363"/>
                      <a:pt x="144" y="366"/>
                      <a:pt x="142" y="367"/>
                    </a:cubicBezTo>
                    <a:cubicBezTo>
                      <a:pt x="136" y="370"/>
                      <a:pt x="134" y="360"/>
                      <a:pt x="142" y="360"/>
                    </a:cubicBezTo>
                    <a:cubicBezTo>
                      <a:pt x="148" y="360"/>
                      <a:pt x="152" y="359"/>
                      <a:pt x="156" y="354"/>
                    </a:cubicBezTo>
                    <a:cubicBezTo>
                      <a:pt x="158" y="352"/>
                      <a:pt x="159" y="349"/>
                      <a:pt x="161" y="347"/>
                    </a:cubicBezTo>
                    <a:cubicBezTo>
                      <a:pt x="162" y="343"/>
                      <a:pt x="162" y="339"/>
                      <a:pt x="164" y="335"/>
                    </a:cubicBezTo>
                    <a:cubicBezTo>
                      <a:pt x="166" y="333"/>
                      <a:pt x="169" y="332"/>
                      <a:pt x="170" y="329"/>
                    </a:cubicBezTo>
                    <a:cubicBezTo>
                      <a:pt x="171" y="325"/>
                      <a:pt x="170" y="322"/>
                      <a:pt x="169" y="318"/>
                    </a:cubicBezTo>
                    <a:cubicBezTo>
                      <a:pt x="168" y="309"/>
                      <a:pt x="171" y="301"/>
                      <a:pt x="173" y="292"/>
                    </a:cubicBezTo>
                    <a:cubicBezTo>
                      <a:pt x="174" y="286"/>
                      <a:pt x="173" y="279"/>
                      <a:pt x="178" y="275"/>
                    </a:cubicBezTo>
                    <a:cubicBezTo>
                      <a:pt x="182" y="272"/>
                      <a:pt x="187" y="266"/>
                      <a:pt x="188" y="261"/>
                    </a:cubicBezTo>
                    <a:cubicBezTo>
                      <a:pt x="189" y="258"/>
                      <a:pt x="188" y="255"/>
                      <a:pt x="191" y="254"/>
                    </a:cubicBezTo>
                    <a:cubicBezTo>
                      <a:pt x="194" y="253"/>
                      <a:pt x="195" y="255"/>
                      <a:pt x="198" y="252"/>
                    </a:cubicBezTo>
                    <a:cubicBezTo>
                      <a:pt x="200" y="249"/>
                      <a:pt x="200" y="247"/>
                      <a:pt x="204" y="244"/>
                    </a:cubicBezTo>
                    <a:cubicBezTo>
                      <a:pt x="206" y="243"/>
                      <a:pt x="209" y="240"/>
                      <a:pt x="206" y="238"/>
                    </a:cubicBezTo>
                    <a:cubicBezTo>
                      <a:pt x="205" y="237"/>
                      <a:pt x="203" y="237"/>
                      <a:pt x="202" y="237"/>
                    </a:cubicBezTo>
                    <a:cubicBezTo>
                      <a:pt x="207" y="233"/>
                      <a:pt x="211" y="231"/>
                      <a:pt x="212" y="224"/>
                    </a:cubicBezTo>
                    <a:cubicBezTo>
                      <a:pt x="213" y="216"/>
                      <a:pt x="214" y="208"/>
                      <a:pt x="213" y="199"/>
                    </a:cubicBezTo>
                    <a:cubicBezTo>
                      <a:pt x="212" y="189"/>
                      <a:pt x="214" y="179"/>
                      <a:pt x="213" y="169"/>
                    </a:cubicBezTo>
                    <a:cubicBezTo>
                      <a:pt x="212" y="163"/>
                      <a:pt x="214" y="156"/>
                      <a:pt x="213" y="150"/>
                    </a:cubicBezTo>
                    <a:cubicBezTo>
                      <a:pt x="212" y="143"/>
                      <a:pt x="213" y="139"/>
                      <a:pt x="215" y="132"/>
                    </a:cubicBezTo>
                    <a:cubicBezTo>
                      <a:pt x="217" y="128"/>
                      <a:pt x="218" y="123"/>
                      <a:pt x="216" y="119"/>
                    </a:cubicBezTo>
                    <a:cubicBezTo>
                      <a:pt x="215" y="117"/>
                      <a:pt x="214" y="116"/>
                      <a:pt x="214" y="114"/>
                    </a:cubicBezTo>
                    <a:cubicBezTo>
                      <a:pt x="213" y="112"/>
                      <a:pt x="213" y="110"/>
                      <a:pt x="212" y="108"/>
                    </a:cubicBezTo>
                    <a:cubicBezTo>
                      <a:pt x="211" y="108"/>
                      <a:pt x="210" y="109"/>
                      <a:pt x="209" y="111"/>
                    </a:cubicBezTo>
                    <a:cubicBezTo>
                      <a:pt x="208" y="112"/>
                      <a:pt x="208" y="115"/>
                      <a:pt x="207" y="115"/>
                    </a:cubicBezTo>
                    <a:cubicBezTo>
                      <a:pt x="206" y="116"/>
                      <a:pt x="206" y="116"/>
                      <a:pt x="206" y="114"/>
                    </a:cubicBezTo>
                    <a:cubicBezTo>
                      <a:pt x="204" y="111"/>
                      <a:pt x="204" y="107"/>
                      <a:pt x="204" y="104"/>
                    </a:cubicBezTo>
                    <a:cubicBezTo>
                      <a:pt x="203" y="98"/>
                      <a:pt x="202" y="91"/>
                      <a:pt x="205" y="86"/>
                    </a:cubicBezTo>
                    <a:cubicBezTo>
                      <a:pt x="208" y="81"/>
                      <a:pt x="212" y="76"/>
                      <a:pt x="214" y="71"/>
                    </a:cubicBezTo>
                    <a:cubicBezTo>
                      <a:pt x="221" y="55"/>
                      <a:pt x="217" y="42"/>
                      <a:pt x="215" y="26"/>
                    </a:cubicBezTo>
                    <a:cubicBezTo>
                      <a:pt x="214" y="16"/>
                      <a:pt x="217" y="4"/>
                      <a:pt x="204" y="2"/>
                    </a:cubicBezTo>
                    <a:cubicBezTo>
                      <a:pt x="200" y="1"/>
                      <a:pt x="193" y="0"/>
                      <a:pt x="191" y="4"/>
                    </a:cubicBezTo>
                    <a:cubicBezTo>
                      <a:pt x="188" y="8"/>
                      <a:pt x="189" y="14"/>
                      <a:pt x="188" y="19"/>
                    </a:cubicBezTo>
                    <a:cubicBezTo>
                      <a:pt x="186" y="28"/>
                      <a:pt x="181" y="36"/>
                      <a:pt x="179" y="45"/>
                    </a:cubicBezTo>
                    <a:cubicBezTo>
                      <a:pt x="178" y="50"/>
                      <a:pt x="180" y="55"/>
                      <a:pt x="180" y="60"/>
                    </a:cubicBezTo>
                    <a:cubicBezTo>
                      <a:pt x="181" y="67"/>
                      <a:pt x="179" y="76"/>
                      <a:pt x="173" y="81"/>
                    </a:cubicBezTo>
                    <a:cubicBezTo>
                      <a:pt x="168" y="86"/>
                      <a:pt x="164" y="81"/>
                      <a:pt x="161" y="77"/>
                    </a:cubicBezTo>
                    <a:cubicBezTo>
                      <a:pt x="157" y="72"/>
                      <a:pt x="154" y="68"/>
                      <a:pt x="148" y="67"/>
                    </a:cubicBezTo>
                    <a:cubicBezTo>
                      <a:pt x="142" y="67"/>
                      <a:pt x="136" y="67"/>
                      <a:pt x="130" y="68"/>
                    </a:cubicBezTo>
                    <a:cubicBezTo>
                      <a:pt x="124" y="70"/>
                      <a:pt x="123" y="75"/>
                      <a:pt x="120" y="80"/>
                    </a:cubicBezTo>
                    <a:cubicBezTo>
                      <a:pt x="111" y="96"/>
                      <a:pt x="88" y="88"/>
                      <a:pt x="74" y="96"/>
                    </a:cubicBezTo>
                    <a:cubicBezTo>
                      <a:pt x="70" y="99"/>
                      <a:pt x="64" y="106"/>
                      <a:pt x="59" y="106"/>
                    </a:cubicBezTo>
                    <a:cubicBezTo>
                      <a:pt x="54" y="106"/>
                      <a:pt x="55" y="103"/>
                      <a:pt x="52" y="100"/>
                    </a:cubicBezTo>
                    <a:cubicBezTo>
                      <a:pt x="49" y="97"/>
                      <a:pt x="46" y="102"/>
                      <a:pt x="46" y="105"/>
                    </a:cubicBezTo>
                    <a:cubicBezTo>
                      <a:pt x="46" y="109"/>
                      <a:pt x="47" y="111"/>
                      <a:pt x="44" y="114"/>
                    </a:cubicBezTo>
                    <a:cubicBezTo>
                      <a:pt x="42" y="117"/>
                      <a:pt x="40" y="119"/>
                      <a:pt x="38" y="121"/>
                    </a:cubicBezTo>
                    <a:cubicBezTo>
                      <a:pt x="37" y="122"/>
                      <a:pt x="35" y="124"/>
                      <a:pt x="35" y="126"/>
                    </a:cubicBezTo>
                    <a:cubicBezTo>
                      <a:pt x="34" y="128"/>
                      <a:pt x="36" y="128"/>
                      <a:pt x="36" y="130"/>
                    </a:cubicBezTo>
                    <a:cubicBezTo>
                      <a:pt x="37" y="134"/>
                      <a:pt x="33" y="138"/>
                      <a:pt x="29" y="140"/>
                    </a:cubicBezTo>
                    <a:cubicBezTo>
                      <a:pt x="28" y="145"/>
                      <a:pt x="26" y="144"/>
                      <a:pt x="21" y="143"/>
                    </a:cubicBezTo>
                    <a:cubicBezTo>
                      <a:pt x="18" y="142"/>
                      <a:pt x="13" y="144"/>
                      <a:pt x="16" y="148"/>
                    </a:cubicBezTo>
                    <a:cubicBezTo>
                      <a:pt x="13" y="148"/>
                      <a:pt x="10" y="148"/>
                      <a:pt x="9" y="151"/>
                    </a:cubicBezTo>
                    <a:cubicBezTo>
                      <a:pt x="8" y="153"/>
                      <a:pt x="9" y="156"/>
                      <a:pt x="10" y="158"/>
                    </a:cubicBezTo>
                    <a:cubicBezTo>
                      <a:pt x="14" y="162"/>
                      <a:pt x="21" y="158"/>
                      <a:pt x="21" y="165"/>
                    </a:cubicBezTo>
                    <a:cubicBezTo>
                      <a:pt x="21" y="168"/>
                      <a:pt x="20" y="168"/>
                      <a:pt x="24" y="169"/>
                    </a:cubicBezTo>
                    <a:cubicBezTo>
                      <a:pt x="27" y="170"/>
                      <a:pt x="28" y="171"/>
                      <a:pt x="30" y="174"/>
                    </a:cubicBezTo>
                    <a:cubicBezTo>
                      <a:pt x="32" y="177"/>
                      <a:pt x="33" y="180"/>
                      <a:pt x="29" y="182"/>
                    </a:cubicBezTo>
                    <a:cubicBezTo>
                      <a:pt x="26" y="184"/>
                      <a:pt x="22" y="182"/>
                      <a:pt x="19" y="182"/>
                    </a:cubicBezTo>
                    <a:cubicBezTo>
                      <a:pt x="15" y="182"/>
                      <a:pt x="5" y="182"/>
                      <a:pt x="3" y="186"/>
                    </a:cubicBezTo>
                    <a:cubicBezTo>
                      <a:pt x="13" y="188"/>
                      <a:pt x="3" y="207"/>
                      <a:pt x="9" y="213"/>
                    </a:cubicBezTo>
                    <a:cubicBezTo>
                      <a:pt x="10" y="215"/>
                      <a:pt x="12" y="217"/>
                      <a:pt x="14" y="218"/>
                    </a:cubicBezTo>
                    <a:cubicBezTo>
                      <a:pt x="16" y="220"/>
                      <a:pt x="18" y="219"/>
                      <a:pt x="21" y="220"/>
                    </a:cubicBezTo>
                    <a:cubicBezTo>
                      <a:pt x="24" y="220"/>
                      <a:pt x="31" y="221"/>
                      <a:pt x="33" y="224"/>
                    </a:cubicBezTo>
                    <a:cubicBezTo>
                      <a:pt x="34" y="226"/>
                      <a:pt x="33" y="229"/>
                      <a:pt x="33" y="231"/>
                    </a:cubicBezTo>
                    <a:cubicBezTo>
                      <a:pt x="33" y="234"/>
                      <a:pt x="34" y="234"/>
                      <a:pt x="35" y="237"/>
                    </a:cubicBezTo>
                    <a:cubicBezTo>
                      <a:pt x="39" y="242"/>
                      <a:pt x="29" y="242"/>
                      <a:pt x="26" y="244"/>
                    </a:cubicBezTo>
                    <a:cubicBezTo>
                      <a:pt x="24" y="244"/>
                      <a:pt x="21" y="245"/>
                      <a:pt x="20" y="247"/>
                    </a:cubicBezTo>
                    <a:cubicBezTo>
                      <a:pt x="18" y="249"/>
                      <a:pt x="19" y="251"/>
                      <a:pt x="17" y="253"/>
                    </a:cubicBezTo>
                    <a:cubicBezTo>
                      <a:pt x="15" y="255"/>
                      <a:pt x="8" y="255"/>
                      <a:pt x="5" y="257"/>
                    </a:cubicBezTo>
                    <a:cubicBezTo>
                      <a:pt x="0" y="260"/>
                      <a:pt x="9" y="261"/>
                      <a:pt x="8" y="266"/>
                    </a:cubicBezTo>
                    <a:cubicBezTo>
                      <a:pt x="8" y="269"/>
                      <a:pt x="5" y="271"/>
                      <a:pt x="8" y="274"/>
                    </a:cubicBezTo>
                    <a:cubicBezTo>
                      <a:pt x="10" y="276"/>
                      <a:pt x="16" y="274"/>
                      <a:pt x="19" y="274"/>
                    </a:cubicBezTo>
                    <a:cubicBezTo>
                      <a:pt x="24" y="273"/>
                      <a:pt x="28" y="272"/>
                      <a:pt x="33" y="272"/>
                    </a:cubicBezTo>
                    <a:cubicBezTo>
                      <a:pt x="37" y="271"/>
                      <a:pt x="42" y="269"/>
                      <a:pt x="46" y="27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74" name="Freeform 1974">
                <a:extLst>
                  <a:ext uri="{FF2B5EF4-FFF2-40B4-BE49-F238E27FC236}">
                    <a16:creationId xmlns:a16="http://schemas.microsoft.com/office/drawing/2014/main" id="{D1DC70D9-E82F-4717-B0AF-3B70D84B2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3386"/>
                <a:ext cx="9" cy="3"/>
              </a:xfrm>
              <a:custGeom>
                <a:avLst/>
                <a:gdLst>
                  <a:gd name="T0" fmla="*/ 6 w 22"/>
                  <a:gd name="T1" fmla="*/ 7 h 7"/>
                  <a:gd name="T2" fmla="*/ 5 w 22"/>
                  <a:gd name="T3" fmla="*/ 1 h 7"/>
                  <a:gd name="T4" fmla="*/ 11 w 22"/>
                  <a:gd name="T5" fmla="*/ 1 h 7"/>
                  <a:gd name="T6" fmla="*/ 19 w 22"/>
                  <a:gd name="T7" fmla="*/ 4 h 7"/>
                  <a:gd name="T8" fmla="*/ 8 w 22"/>
                  <a:gd name="T9" fmla="*/ 7 h 7"/>
                  <a:gd name="T10" fmla="*/ 6 w 22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7">
                    <a:moveTo>
                      <a:pt x="6" y="7"/>
                    </a:moveTo>
                    <a:cubicBezTo>
                      <a:pt x="3" y="6"/>
                      <a:pt x="0" y="3"/>
                      <a:pt x="5" y="1"/>
                    </a:cubicBezTo>
                    <a:cubicBezTo>
                      <a:pt x="6" y="0"/>
                      <a:pt x="10" y="1"/>
                      <a:pt x="11" y="1"/>
                    </a:cubicBezTo>
                    <a:cubicBezTo>
                      <a:pt x="14" y="1"/>
                      <a:pt x="22" y="0"/>
                      <a:pt x="19" y="4"/>
                    </a:cubicBezTo>
                    <a:cubicBezTo>
                      <a:pt x="17" y="7"/>
                      <a:pt x="11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75" name="Freeform 1975">
                <a:extLst>
                  <a:ext uri="{FF2B5EF4-FFF2-40B4-BE49-F238E27FC236}">
                    <a16:creationId xmlns:a16="http://schemas.microsoft.com/office/drawing/2014/main" id="{4048544D-873E-4A13-B255-C34EEF96D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388"/>
                <a:ext cx="6" cy="3"/>
              </a:xfrm>
              <a:custGeom>
                <a:avLst/>
                <a:gdLst>
                  <a:gd name="T0" fmla="*/ 8 w 14"/>
                  <a:gd name="T1" fmla="*/ 0 h 8"/>
                  <a:gd name="T2" fmla="*/ 14 w 14"/>
                  <a:gd name="T3" fmla="*/ 4 h 8"/>
                  <a:gd name="T4" fmla="*/ 5 w 14"/>
                  <a:gd name="T5" fmla="*/ 7 h 8"/>
                  <a:gd name="T6" fmla="*/ 8 w 14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8" y="0"/>
                    </a:moveTo>
                    <a:cubicBezTo>
                      <a:pt x="10" y="0"/>
                      <a:pt x="14" y="2"/>
                      <a:pt x="14" y="4"/>
                    </a:cubicBezTo>
                    <a:cubicBezTo>
                      <a:pt x="14" y="7"/>
                      <a:pt x="7" y="8"/>
                      <a:pt x="5" y="7"/>
                    </a:cubicBezTo>
                    <a:cubicBezTo>
                      <a:pt x="0" y="5"/>
                      <a:pt x="5" y="0"/>
                      <a:pt x="8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76" name="Freeform 1976">
                <a:extLst>
                  <a:ext uri="{FF2B5EF4-FFF2-40B4-BE49-F238E27FC236}">
                    <a16:creationId xmlns:a16="http://schemas.microsoft.com/office/drawing/2014/main" id="{21795690-B799-43FF-8A27-298D027D4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3384"/>
                <a:ext cx="8" cy="6"/>
              </a:xfrm>
              <a:custGeom>
                <a:avLst/>
                <a:gdLst>
                  <a:gd name="T0" fmla="*/ 16 w 19"/>
                  <a:gd name="T1" fmla="*/ 5 h 15"/>
                  <a:gd name="T2" fmla="*/ 19 w 19"/>
                  <a:gd name="T3" fmla="*/ 3 h 15"/>
                  <a:gd name="T4" fmla="*/ 16 w 19"/>
                  <a:gd name="T5" fmla="*/ 1 h 15"/>
                  <a:gd name="T6" fmla="*/ 7 w 19"/>
                  <a:gd name="T7" fmla="*/ 2 h 15"/>
                  <a:gd name="T8" fmla="*/ 4 w 19"/>
                  <a:gd name="T9" fmla="*/ 10 h 15"/>
                  <a:gd name="T10" fmla="*/ 2 w 19"/>
                  <a:gd name="T11" fmla="*/ 13 h 15"/>
                  <a:gd name="T12" fmla="*/ 7 w 19"/>
                  <a:gd name="T13" fmla="*/ 13 h 15"/>
                  <a:gd name="T14" fmla="*/ 11 w 19"/>
                  <a:gd name="T15" fmla="*/ 8 h 15"/>
                  <a:gd name="T16" fmla="*/ 16 w 19"/>
                  <a:gd name="T1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5">
                    <a:moveTo>
                      <a:pt x="16" y="5"/>
                    </a:moveTo>
                    <a:cubicBezTo>
                      <a:pt x="17" y="5"/>
                      <a:pt x="19" y="5"/>
                      <a:pt x="19" y="3"/>
                    </a:cubicBezTo>
                    <a:cubicBezTo>
                      <a:pt x="19" y="1"/>
                      <a:pt x="17" y="1"/>
                      <a:pt x="16" y="1"/>
                    </a:cubicBezTo>
                    <a:cubicBezTo>
                      <a:pt x="13" y="1"/>
                      <a:pt x="9" y="0"/>
                      <a:pt x="7" y="2"/>
                    </a:cubicBezTo>
                    <a:cubicBezTo>
                      <a:pt x="4" y="5"/>
                      <a:pt x="8" y="8"/>
                      <a:pt x="4" y="10"/>
                    </a:cubicBezTo>
                    <a:cubicBezTo>
                      <a:pt x="3" y="11"/>
                      <a:pt x="0" y="11"/>
                      <a:pt x="2" y="13"/>
                    </a:cubicBezTo>
                    <a:cubicBezTo>
                      <a:pt x="3" y="15"/>
                      <a:pt x="6" y="14"/>
                      <a:pt x="7" y="13"/>
                    </a:cubicBezTo>
                    <a:cubicBezTo>
                      <a:pt x="9" y="11"/>
                      <a:pt x="10" y="10"/>
                      <a:pt x="11" y="8"/>
                    </a:cubicBezTo>
                    <a:cubicBezTo>
                      <a:pt x="12" y="6"/>
                      <a:pt x="14" y="5"/>
                      <a:pt x="16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77" name="Freeform 1977">
                <a:extLst>
                  <a:ext uri="{FF2B5EF4-FFF2-40B4-BE49-F238E27FC236}">
                    <a16:creationId xmlns:a16="http://schemas.microsoft.com/office/drawing/2014/main" id="{70C502F0-219F-4676-98BB-894AC20B9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962"/>
                <a:ext cx="14" cy="26"/>
              </a:xfrm>
              <a:custGeom>
                <a:avLst/>
                <a:gdLst>
                  <a:gd name="T0" fmla="*/ 2 w 35"/>
                  <a:gd name="T1" fmla="*/ 15 h 65"/>
                  <a:gd name="T2" fmla="*/ 2 w 35"/>
                  <a:gd name="T3" fmla="*/ 13 h 65"/>
                  <a:gd name="T4" fmla="*/ 2 w 35"/>
                  <a:gd name="T5" fmla="*/ 10 h 65"/>
                  <a:gd name="T6" fmla="*/ 3 w 35"/>
                  <a:gd name="T7" fmla="*/ 8 h 65"/>
                  <a:gd name="T8" fmla="*/ 3 w 35"/>
                  <a:gd name="T9" fmla="*/ 5 h 65"/>
                  <a:gd name="T10" fmla="*/ 6 w 35"/>
                  <a:gd name="T11" fmla="*/ 1 h 65"/>
                  <a:gd name="T12" fmla="*/ 9 w 35"/>
                  <a:gd name="T13" fmla="*/ 2 h 65"/>
                  <a:gd name="T14" fmla="*/ 13 w 35"/>
                  <a:gd name="T15" fmla="*/ 5 h 65"/>
                  <a:gd name="T16" fmla="*/ 15 w 35"/>
                  <a:gd name="T17" fmla="*/ 9 h 65"/>
                  <a:gd name="T18" fmla="*/ 17 w 35"/>
                  <a:gd name="T19" fmla="*/ 14 h 65"/>
                  <a:gd name="T20" fmla="*/ 24 w 35"/>
                  <a:gd name="T21" fmla="*/ 20 h 65"/>
                  <a:gd name="T22" fmla="*/ 32 w 35"/>
                  <a:gd name="T23" fmla="*/ 27 h 65"/>
                  <a:gd name="T24" fmla="*/ 32 w 35"/>
                  <a:gd name="T25" fmla="*/ 39 h 65"/>
                  <a:gd name="T26" fmla="*/ 35 w 35"/>
                  <a:gd name="T27" fmla="*/ 40 h 65"/>
                  <a:gd name="T28" fmla="*/ 35 w 35"/>
                  <a:gd name="T29" fmla="*/ 44 h 65"/>
                  <a:gd name="T30" fmla="*/ 34 w 35"/>
                  <a:gd name="T31" fmla="*/ 52 h 65"/>
                  <a:gd name="T32" fmla="*/ 30 w 35"/>
                  <a:gd name="T33" fmla="*/ 58 h 65"/>
                  <a:gd name="T34" fmla="*/ 26 w 35"/>
                  <a:gd name="T35" fmla="*/ 64 h 65"/>
                  <a:gd name="T36" fmla="*/ 23 w 35"/>
                  <a:gd name="T37" fmla="*/ 65 h 65"/>
                  <a:gd name="T38" fmla="*/ 21 w 35"/>
                  <a:gd name="T39" fmla="*/ 62 h 65"/>
                  <a:gd name="T40" fmla="*/ 21 w 35"/>
                  <a:gd name="T41" fmla="*/ 62 h 65"/>
                  <a:gd name="T42" fmla="*/ 21 w 35"/>
                  <a:gd name="T43" fmla="*/ 61 h 65"/>
                  <a:gd name="T44" fmla="*/ 20 w 35"/>
                  <a:gd name="T45" fmla="*/ 58 h 65"/>
                  <a:gd name="T46" fmla="*/ 20 w 35"/>
                  <a:gd name="T47" fmla="*/ 53 h 65"/>
                  <a:gd name="T48" fmla="*/ 19 w 35"/>
                  <a:gd name="T49" fmla="*/ 48 h 65"/>
                  <a:gd name="T50" fmla="*/ 18 w 35"/>
                  <a:gd name="T51" fmla="*/ 45 h 65"/>
                  <a:gd name="T52" fmla="*/ 18 w 35"/>
                  <a:gd name="T53" fmla="*/ 41 h 65"/>
                  <a:gd name="T54" fmla="*/ 15 w 35"/>
                  <a:gd name="T55" fmla="*/ 37 h 65"/>
                  <a:gd name="T56" fmla="*/ 11 w 35"/>
                  <a:gd name="T57" fmla="*/ 34 h 65"/>
                  <a:gd name="T58" fmla="*/ 7 w 35"/>
                  <a:gd name="T59" fmla="*/ 33 h 65"/>
                  <a:gd name="T60" fmla="*/ 5 w 35"/>
                  <a:gd name="T61" fmla="*/ 32 h 65"/>
                  <a:gd name="T62" fmla="*/ 2 w 35"/>
                  <a:gd name="T63" fmla="*/ 28 h 65"/>
                  <a:gd name="T64" fmla="*/ 1 w 35"/>
                  <a:gd name="T65" fmla="*/ 25 h 65"/>
                  <a:gd name="T66" fmla="*/ 1 w 35"/>
                  <a:gd name="T67" fmla="*/ 22 h 65"/>
                  <a:gd name="T68" fmla="*/ 2 w 35"/>
                  <a:gd name="T69" fmla="*/ 19 h 65"/>
                  <a:gd name="T70" fmla="*/ 2 w 35"/>
                  <a:gd name="T71" fmla="*/ 15 h 65"/>
                  <a:gd name="T72" fmla="*/ 2 w 35"/>
                  <a:gd name="T73" fmla="*/ 1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" h="65">
                    <a:moveTo>
                      <a:pt x="2" y="15"/>
                    </a:moveTo>
                    <a:cubicBezTo>
                      <a:pt x="2" y="14"/>
                      <a:pt x="2" y="14"/>
                      <a:pt x="2" y="13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2" y="10"/>
                      <a:pt x="3" y="9"/>
                      <a:pt x="3" y="8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4"/>
                      <a:pt x="4" y="2"/>
                      <a:pt x="6" y="1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1" y="3"/>
                      <a:pt x="12" y="4"/>
                      <a:pt x="13" y="5"/>
                    </a:cubicBezTo>
                    <a:cubicBezTo>
                      <a:pt x="14" y="6"/>
                      <a:pt x="15" y="8"/>
                      <a:pt x="15" y="9"/>
                    </a:cubicBezTo>
                    <a:cubicBezTo>
                      <a:pt x="16" y="11"/>
                      <a:pt x="17" y="12"/>
                      <a:pt x="17" y="14"/>
                    </a:cubicBezTo>
                    <a:cubicBezTo>
                      <a:pt x="19" y="17"/>
                      <a:pt x="22" y="18"/>
                      <a:pt x="24" y="20"/>
                    </a:cubicBezTo>
                    <a:cubicBezTo>
                      <a:pt x="28" y="22"/>
                      <a:pt x="32" y="23"/>
                      <a:pt x="32" y="27"/>
                    </a:cubicBezTo>
                    <a:cubicBezTo>
                      <a:pt x="32" y="31"/>
                      <a:pt x="30" y="35"/>
                      <a:pt x="32" y="39"/>
                    </a:cubicBezTo>
                    <a:cubicBezTo>
                      <a:pt x="33" y="39"/>
                      <a:pt x="34" y="39"/>
                      <a:pt x="35" y="40"/>
                    </a:cubicBezTo>
                    <a:cubicBezTo>
                      <a:pt x="35" y="41"/>
                      <a:pt x="35" y="43"/>
                      <a:pt x="35" y="44"/>
                    </a:cubicBezTo>
                    <a:cubicBezTo>
                      <a:pt x="35" y="47"/>
                      <a:pt x="35" y="49"/>
                      <a:pt x="34" y="52"/>
                    </a:cubicBezTo>
                    <a:cubicBezTo>
                      <a:pt x="34" y="54"/>
                      <a:pt x="32" y="56"/>
                      <a:pt x="30" y="58"/>
                    </a:cubicBezTo>
                    <a:cubicBezTo>
                      <a:pt x="29" y="60"/>
                      <a:pt x="27" y="62"/>
                      <a:pt x="26" y="64"/>
                    </a:cubicBezTo>
                    <a:cubicBezTo>
                      <a:pt x="25" y="64"/>
                      <a:pt x="24" y="65"/>
                      <a:pt x="23" y="65"/>
                    </a:cubicBezTo>
                    <a:cubicBezTo>
                      <a:pt x="22" y="64"/>
                      <a:pt x="21" y="63"/>
                      <a:pt x="21" y="62"/>
                    </a:cubicBezTo>
                    <a:cubicBezTo>
                      <a:pt x="21" y="62"/>
                      <a:pt x="21" y="61"/>
                      <a:pt x="21" y="62"/>
                    </a:cubicBezTo>
                    <a:cubicBezTo>
                      <a:pt x="21" y="62"/>
                      <a:pt x="21" y="61"/>
                      <a:pt x="21" y="61"/>
                    </a:cubicBezTo>
                    <a:cubicBezTo>
                      <a:pt x="20" y="60"/>
                      <a:pt x="20" y="59"/>
                      <a:pt x="20" y="58"/>
                    </a:cubicBezTo>
                    <a:cubicBezTo>
                      <a:pt x="20" y="56"/>
                      <a:pt x="19" y="54"/>
                      <a:pt x="20" y="53"/>
                    </a:cubicBezTo>
                    <a:cubicBezTo>
                      <a:pt x="20" y="51"/>
                      <a:pt x="19" y="50"/>
                      <a:pt x="19" y="48"/>
                    </a:cubicBezTo>
                    <a:cubicBezTo>
                      <a:pt x="18" y="47"/>
                      <a:pt x="18" y="46"/>
                      <a:pt x="18" y="45"/>
                    </a:cubicBezTo>
                    <a:cubicBezTo>
                      <a:pt x="18" y="44"/>
                      <a:pt x="18" y="42"/>
                      <a:pt x="18" y="41"/>
                    </a:cubicBezTo>
                    <a:cubicBezTo>
                      <a:pt x="18" y="40"/>
                      <a:pt x="17" y="38"/>
                      <a:pt x="15" y="37"/>
                    </a:cubicBezTo>
                    <a:cubicBezTo>
                      <a:pt x="14" y="36"/>
                      <a:pt x="13" y="35"/>
                      <a:pt x="11" y="34"/>
                    </a:cubicBezTo>
                    <a:cubicBezTo>
                      <a:pt x="10" y="34"/>
                      <a:pt x="8" y="34"/>
                      <a:pt x="7" y="33"/>
                    </a:cubicBezTo>
                    <a:cubicBezTo>
                      <a:pt x="7" y="33"/>
                      <a:pt x="6" y="33"/>
                      <a:pt x="5" y="32"/>
                    </a:cubicBezTo>
                    <a:cubicBezTo>
                      <a:pt x="4" y="31"/>
                      <a:pt x="3" y="29"/>
                      <a:pt x="2" y="28"/>
                    </a:cubicBezTo>
                    <a:cubicBezTo>
                      <a:pt x="2" y="27"/>
                      <a:pt x="1" y="25"/>
                      <a:pt x="1" y="25"/>
                    </a:cubicBezTo>
                    <a:cubicBezTo>
                      <a:pt x="1" y="24"/>
                      <a:pt x="0" y="23"/>
                      <a:pt x="1" y="22"/>
                    </a:cubicBezTo>
                    <a:cubicBezTo>
                      <a:pt x="1" y="21"/>
                      <a:pt x="1" y="20"/>
                      <a:pt x="2" y="19"/>
                    </a:cubicBezTo>
                    <a:cubicBezTo>
                      <a:pt x="2" y="18"/>
                      <a:pt x="2" y="16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78" name="Freeform 1978">
                <a:extLst>
                  <a:ext uri="{FF2B5EF4-FFF2-40B4-BE49-F238E27FC236}">
                    <a16:creationId xmlns:a16="http://schemas.microsoft.com/office/drawing/2014/main" id="{4C0E686D-6CF3-4F04-B9C4-3059BAAAD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968"/>
                <a:ext cx="3" cy="3"/>
              </a:xfrm>
              <a:custGeom>
                <a:avLst/>
                <a:gdLst>
                  <a:gd name="T0" fmla="*/ 1 w 8"/>
                  <a:gd name="T1" fmla="*/ 5 h 8"/>
                  <a:gd name="T2" fmla="*/ 3 w 8"/>
                  <a:gd name="T3" fmla="*/ 1 h 8"/>
                  <a:gd name="T4" fmla="*/ 7 w 8"/>
                  <a:gd name="T5" fmla="*/ 2 h 8"/>
                  <a:gd name="T6" fmla="*/ 6 w 8"/>
                  <a:gd name="T7" fmla="*/ 8 h 8"/>
                  <a:gd name="T8" fmla="*/ 1 w 8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5"/>
                    </a:moveTo>
                    <a:cubicBezTo>
                      <a:pt x="0" y="3"/>
                      <a:pt x="2" y="2"/>
                      <a:pt x="3" y="1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8" y="4"/>
                      <a:pt x="8" y="7"/>
                      <a:pt x="6" y="8"/>
                    </a:cubicBezTo>
                    <a:cubicBezTo>
                      <a:pt x="4" y="8"/>
                      <a:pt x="2" y="8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79" name="Freeform 1979">
                <a:extLst>
                  <a:ext uri="{FF2B5EF4-FFF2-40B4-BE49-F238E27FC236}">
                    <a16:creationId xmlns:a16="http://schemas.microsoft.com/office/drawing/2014/main" id="{4272FD53-2E41-4D9C-A25E-279869541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939"/>
                <a:ext cx="23" cy="14"/>
              </a:xfrm>
              <a:custGeom>
                <a:avLst/>
                <a:gdLst>
                  <a:gd name="T0" fmla="*/ 33 w 56"/>
                  <a:gd name="T1" fmla="*/ 26 h 36"/>
                  <a:gd name="T2" fmla="*/ 30 w 56"/>
                  <a:gd name="T3" fmla="*/ 23 h 36"/>
                  <a:gd name="T4" fmla="*/ 27 w 56"/>
                  <a:gd name="T5" fmla="*/ 22 h 36"/>
                  <a:gd name="T6" fmla="*/ 24 w 56"/>
                  <a:gd name="T7" fmla="*/ 19 h 36"/>
                  <a:gd name="T8" fmla="*/ 21 w 56"/>
                  <a:gd name="T9" fmla="*/ 18 h 36"/>
                  <a:gd name="T10" fmla="*/ 18 w 56"/>
                  <a:gd name="T11" fmla="*/ 18 h 36"/>
                  <a:gd name="T12" fmla="*/ 10 w 56"/>
                  <a:gd name="T13" fmla="*/ 16 h 36"/>
                  <a:gd name="T14" fmla="*/ 5 w 56"/>
                  <a:gd name="T15" fmla="*/ 14 h 36"/>
                  <a:gd name="T16" fmla="*/ 1 w 56"/>
                  <a:gd name="T17" fmla="*/ 7 h 36"/>
                  <a:gd name="T18" fmla="*/ 13 w 56"/>
                  <a:gd name="T19" fmla="*/ 0 h 36"/>
                  <a:gd name="T20" fmla="*/ 18 w 56"/>
                  <a:gd name="T21" fmla="*/ 2 h 36"/>
                  <a:gd name="T22" fmla="*/ 17 w 56"/>
                  <a:gd name="T23" fmla="*/ 7 h 36"/>
                  <a:gd name="T24" fmla="*/ 11 w 56"/>
                  <a:gd name="T25" fmla="*/ 11 h 36"/>
                  <a:gd name="T26" fmla="*/ 16 w 56"/>
                  <a:gd name="T27" fmla="*/ 13 h 36"/>
                  <a:gd name="T28" fmla="*/ 23 w 56"/>
                  <a:gd name="T29" fmla="*/ 10 h 36"/>
                  <a:gd name="T30" fmla="*/ 28 w 56"/>
                  <a:gd name="T31" fmla="*/ 15 h 36"/>
                  <a:gd name="T32" fmla="*/ 34 w 56"/>
                  <a:gd name="T33" fmla="*/ 17 h 36"/>
                  <a:gd name="T34" fmla="*/ 40 w 56"/>
                  <a:gd name="T35" fmla="*/ 20 h 36"/>
                  <a:gd name="T36" fmla="*/ 42 w 56"/>
                  <a:gd name="T37" fmla="*/ 23 h 36"/>
                  <a:gd name="T38" fmla="*/ 46 w 56"/>
                  <a:gd name="T39" fmla="*/ 25 h 36"/>
                  <a:gd name="T40" fmla="*/ 52 w 56"/>
                  <a:gd name="T41" fmla="*/ 29 h 36"/>
                  <a:gd name="T42" fmla="*/ 54 w 56"/>
                  <a:gd name="T43" fmla="*/ 34 h 36"/>
                  <a:gd name="T44" fmla="*/ 48 w 56"/>
                  <a:gd name="T45" fmla="*/ 35 h 36"/>
                  <a:gd name="T46" fmla="*/ 42 w 56"/>
                  <a:gd name="T47" fmla="*/ 34 h 36"/>
                  <a:gd name="T48" fmla="*/ 38 w 56"/>
                  <a:gd name="T49" fmla="*/ 33 h 36"/>
                  <a:gd name="T50" fmla="*/ 33 w 56"/>
                  <a:gd name="T51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6" h="36">
                    <a:moveTo>
                      <a:pt x="33" y="26"/>
                    </a:moveTo>
                    <a:cubicBezTo>
                      <a:pt x="32" y="25"/>
                      <a:pt x="31" y="24"/>
                      <a:pt x="30" y="23"/>
                    </a:cubicBezTo>
                    <a:cubicBezTo>
                      <a:pt x="29" y="22"/>
                      <a:pt x="28" y="22"/>
                      <a:pt x="27" y="22"/>
                    </a:cubicBezTo>
                    <a:cubicBezTo>
                      <a:pt x="26" y="21"/>
                      <a:pt x="25" y="20"/>
                      <a:pt x="24" y="19"/>
                    </a:cubicBezTo>
                    <a:cubicBezTo>
                      <a:pt x="23" y="19"/>
                      <a:pt x="22" y="18"/>
                      <a:pt x="21" y="18"/>
                    </a:cubicBezTo>
                    <a:cubicBezTo>
                      <a:pt x="20" y="18"/>
                      <a:pt x="19" y="18"/>
                      <a:pt x="18" y="18"/>
                    </a:cubicBezTo>
                    <a:cubicBezTo>
                      <a:pt x="15" y="18"/>
                      <a:pt x="13" y="16"/>
                      <a:pt x="10" y="16"/>
                    </a:cubicBezTo>
                    <a:cubicBezTo>
                      <a:pt x="8" y="15"/>
                      <a:pt x="6" y="15"/>
                      <a:pt x="5" y="14"/>
                    </a:cubicBezTo>
                    <a:cubicBezTo>
                      <a:pt x="3" y="12"/>
                      <a:pt x="1" y="9"/>
                      <a:pt x="1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15" y="0"/>
                      <a:pt x="17" y="0"/>
                      <a:pt x="18" y="2"/>
                    </a:cubicBezTo>
                    <a:cubicBezTo>
                      <a:pt x="18" y="4"/>
                      <a:pt x="20" y="6"/>
                      <a:pt x="17" y="7"/>
                    </a:cubicBezTo>
                    <a:cubicBezTo>
                      <a:pt x="15" y="8"/>
                      <a:pt x="12" y="8"/>
                      <a:pt x="11" y="11"/>
                    </a:cubicBezTo>
                    <a:cubicBezTo>
                      <a:pt x="10" y="14"/>
                      <a:pt x="14" y="14"/>
                      <a:pt x="16" y="13"/>
                    </a:cubicBezTo>
                    <a:cubicBezTo>
                      <a:pt x="18" y="12"/>
                      <a:pt x="20" y="10"/>
                      <a:pt x="23" y="10"/>
                    </a:cubicBezTo>
                    <a:cubicBezTo>
                      <a:pt x="25" y="11"/>
                      <a:pt x="27" y="13"/>
                      <a:pt x="28" y="15"/>
                    </a:cubicBezTo>
                    <a:cubicBezTo>
                      <a:pt x="30" y="17"/>
                      <a:pt x="31" y="17"/>
                      <a:pt x="34" y="17"/>
                    </a:cubicBezTo>
                    <a:cubicBezTo>
                      <a:pt x="36" y="17"/>
                      <a:pt x="39" y="18"/>
                      <a:pt x="40" y="20"/>
                    </a:cubicBezTo>
                    <a:cubicBezTo>
                      <a:pt x="41" y="21"/>
                      <a:pt x="41" y="23"/>
                      <a:pt x="42" y="23"/>
                    </a:cubicBezTo>
                    <a:cubicBezTo>
                      <a:pt x="43" y="24"/>
                      <a:pt x="44" y="25"/>
                      <a:pt x="46" y="25"/>
                    </a:cubicBezTo>
                    <a:cubicBezTo>
                      <a:pt x="48" y="26"/>
                      <a:pt x="50" y="27"/>
                      <a:pt x="52" y="29"/>
                    </a:cubicBezTo>
                    <a:cubicBezTo>
                      <a:pt x="54" y="30"/>
                      <a:pt x="56" y="32"/>
                      <a:pt x="54" y="34"/>
                    </a:cubicBezTo>
                    <a:cubicBezTo>
                      <a:pt x="52" y="35"/>
                      <a:pt x="50" y="36"/>
                      <a:pt x="48" y="35"/>
                    </a:cubicBezTo>
                    <a:cubicBezTo>
                      <a:pt x="46" y="35"/>
                      <a:pt x="44" y="35"/>
                      <a:pt x="42" y="34"/>
                    </a:cubicBezTo>
                    <a:cubicBezTo>
                      <a:pt x="40" y="34"/>
                      <a:pt x="39" y="33"/>
                      <a:pt x="38" y="33"/>
                    </a:cubicBezTo>
                    <a:cubicBezTo>
                      <a:pt x="36" y="31"/>
                      <a:pt x="34" y="28"/>
                      <a:pt x="33" y="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80" name="Freeform 1980">
                <a:extLst>
                  <a:ext uri="{FF2B5EF4-FFF2-40B4-BE49-F238E27FC236}">
                    <a16:creationId xmlns:a16="http://schemas.microsoft.com/office/drawing/2014/main" id="{4A0E4A81-3A68-48FE-B4BC-80550182E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2875"/>
                <a:ext cx="10" cy="5"/>
              </a:xfrm>
              <a:custGeom>
                <a:avLst/>
                <a:gdLst>
                  <a:gd name="T0" fmla="*/ 4 w 25"/>
                  <a:gd name="T1" fmla="*/ 11 h 14"/>
                  <a:gd name="T2" fmla="*/ 4 w 25"/>
                  <a:gd name="T3" fmla="*/ 3 h 14"/>
                  <a:gd name="T4" fmla="*/ 15 w 25"/>
                  <a:gd name="T5" fmla="*/ 1 h 14"/>
                  <a:gd name="T6" fmla="*/ 19 w 25"/>
                  <a:gd name="T7" fmla="*/ 3 h 14"/>
                  <a:gd name="T8" fmla="*/ 20 w 25"/>
                  <a:gd name="T9" fmla="*/ 5 h 14"/>
                  <a:gd name="T10" fmla="*/ 22 w 25"/>
                  <a:gd name="T11" fmla="*/ 8 h 14"/>
                  <a:gd name="T12" fmla="*/ 25 w 25"/>
                  <a:gd name="T13" fmla="*/ 12 h 14"/>
                  <a:gd name="T14" fmla="*/ 20 w 25"/>
                  <a:gd name="T15" fmla="*/ 14 h 14"/>
                  <a:gd name="T16" fmla="*/ 10 w 25"/>
                  <a:gd name="T17" fmla="*/ 14 h 14"/>
                  <a:gd name="T18" fmla="*/ 7 w 25"/>
                  <a:gd name="T19" fmla="*/ 14 h 14"/>
                  <a:gd name="T20" fmla="*/ 4 w 25"/>
                  <a:gd name="T21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4">
                    <a:moveTo>
                      <a:pt x="4" y="11"/>
                    </a:moveTo>
                    <a:cubicBezTo>
                      <a:pt x="3" y="9"/>
                      <a:pt x="0" y="4"/>
                      <a:pt x="4" y="3"/>
                    </a:cubicBezTo>
                    <a:cubicBezTo>
                      <a:pt x="7" y="2"/>
                      <a:pt x="11" y="0"/>
                      <a:pt x="15" y="1"/>
                    </a:cubicBezTo>
                    <a:cubicBezTo>
                      <a:pt x="16" y="1"/>
                      <a:pt x="18" y="2"/>
                      <a:pt x="19" y="3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1" y="6"/>
                      <a:pt x="21" y="7"/>
                      <a:pt x="22" y="8"/>
                    </a:cubicBezTo>
                    <a:cubicBezTo>
                      <a:pt x="23" y="9"/>
                      <a:pt x="25" y="10"/>
                      <a:pt x="25" y="12"/>
                    </a:cubicBezTo>
                    <a:cubicBezTo>
                      <a:pt x="25" y="14"/>
                      <a:pt x="21" y="14"/>
                      <a:pt x="20" y="14"/>
                    </a:cubicBezTo>
                    <a:cubicBezTo>
                      <a:pt x="16" y="14"/>
                      <a:pt x="13" y="14"/>
                      <a:pt x="10" y="14"/>
                    </a:cubicBezTo>
                    <a:cubicBezTo>
                      <a:pt x="9" y="14"/>
                      <a:pt x="8" y="14"/>
                      <a:pt x="7" y="14"/>
                    </a:cubicBezTo>
                    <a:cubicBezTo>
                      <a:pt x="6" y="13"/>
                      <a:pt x="5" y="12"/>
                      <a:pt x="4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81" name="Freeform 1981">
                <a:extLst>
                  <a:ext uri="{FF2B5EF4-FFF2-40B4-BE49-F238E27FC236}">
                    <a16:creationId xmlns:a16="http://schemas.microsoft.com/office/drawing/2014/main" id="{E2A24E7D-EF8D-4E53-A8A8-FB9AF950A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846"/>
                <a:ext cx="11" cy="14"/>
              </a:xfrm>
              <a:custGeom>
                <a:avLst/>
                <a:gdLst>
                  <a:gd name="T0" fmla="*/ 1 w 27"/>
                  <a:gd name="T1" fmla="*/ 13 h 35"/>
                  <a:gd name="T2" fmla="*/ 1 w 27"/>
                  <a:gd name="T3" fmla="*/ 6 h 35"/>
                  <a:gd name="T4" fmla="*/ 7 w 27"/>
                  <a:gd name="T5" fmla="*/ 1 h 35"/>
                  <a:gd name="T6" fmla="*/ 16 w 27"/>
                  <a:gd name="T7" fmla="*/ 1 h 35"/>
                  <a:gd name="T8" fmla="*/ 19 w 27"/>
                  <a:gd name="T9" fmla="*/ 6 h 35"/>
                  <a:gd name="T10" fmla="*/ 16 w 27"/>
                  <a:gd name="T11" fmla="*/ 10 h 35"/>
                  <a:gd name="T12" fmla="*/ 15 w 27"/>
                  <a:gd name="T13" fmla="*/ 15 h 35"/>
                  <a:gd name="T14" fmla="*/ 18 w 27"/>
                  <a:gd name="T15" fmla="*/ 17 h 35"/>
                  <a:gd name="T16" fmla="*/ 20 w 27"/>
                  <a:gd name="T17" fmla="*/ 20 h 35"/>
                  <a:gd name="T18" fmla="*/ 21 w 27"/>
                  <a:gd name="T19" fmla="*/ 24 h 35"/>
                  <a:gd name="T20" fmla="*/ 24 w 27"/>
                  <a:gd name="T21" fmla="*/ 26 h 35"/>
                  <a:gd name="T22" fmla="*/ 25 w 27"/>
                  <a:gd name="T23" fmla="*/ 28 h 35"/>
                  <a:gd name="T24" fmla="*/ 25 w 27"/>
                  <a:gd name="T25" fmla="*/ 33 h 35"/>
                  <a:gd name="T26" fmla="*/ 23 w 27"/>
                  <a:gd name="T27" fmla="*/ 35 h 35"/>
                  <a:gd name="T28" fmla="*/ 20 w 27"/>
                  <a:gd name="T29" fmla="*/ 34 h 35"/>
                  <a:gd name="T30" fmla="*/ 19 w 27"/>
                  <a:gd name="T31" fmla="*/ 31 h 35"/>
                  <a:gd name="T32" fmla="*/ 18 w 27"/>
                  <a:gd name="T33" fmla="*/ 27 h 35"/>
                  <a:gd name="T34" fmla="*/ 16 w 27"/>
                  <a:gd name="T35" fmla="*/ 21 h 35"/>
                  <a:gd name="T36" fmla="*/ 13 w 27"/>
                  <a:gd name="T37" fmla="*/ 18 h 35"/>
                  <a:gd name="T38" fmla="*/ 9 w 27"/>
                  <a:gd name="T39" fmla="*/ 18 h 35"/>
                  <a:gd name="T40" fmla="*/ 1 w 27"/>
                  <a:gd name="T41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35">
                    <a:moveTo>
                      <a:pt x="1" y="13"/>
                    </a:moveTo>
                    <a:cubicBezTo>
                      <a:pt x="0" y="11"/>
                      <a:pt x="0" y="7"/>
                      <a:pt x="1" y="6"/>
                    </a:cubicBezTo>
                    <a:cubicBezTo>
                      <a:pt x="3" y="4"/>
                      <a:pt x="5" y="1"/>
                      <a:pt x="7" y="1"/>
                    </a:cubicBezTo>
                    <a:cubicBezTo>
                      <a:pt x="10" y="1"/>
                      <a:pt x="13" y="0"/>
                      <a:pt x="16" y="1"/>
                    </a:cubicBezTo>
                    <a:cubicBezTo>
                      <a:pt x="17" y="2"/>
                      <a:pt x="19" y="4"/>
                      <a:pt x="19" y="6"/>
                    </a:cubicBezTo>
                    <a:cubicBezTo>
                      <a:pt x="19" y="8"/>
                      <a:pt x="17" y="9"/>
                      <a:pt x="16" y="10"/>
                    </a:cubicBezTo>
                    <a:cubicBezTo>
                      <a:pt x="16" y="11"/>
                      <a:pt x="15" y="13"/>
                      <a:pt x="15" y="15"/>
                    </a:cubicBezTo>
                    <a:cubicBezTo>
                      <a:pt x="15" y="16"/>
                      <a:pt x="17" y="16"/>
                      <a:pt x="18" y="17"/>
                    </a:cubicBezTo>
                    <a:cubicBezTo>
                      <a:pt x="19" y="18"/>
                      <a:pt x="20" y="19"/>
                      <a:pt x="20" y="20"/>
                    </a:cubicBezTo>
                    <a:cubicBezTo>
                      <a:pt x="21" y="22"/>
                      <a:pt x="20" y="23"/>
                      <a:pt x="21" y="24"/>
                    </a:cubicBezTo>
                    <a:cubicBezTo>
                      <a:pt x="22" y="25"/>
                      <a:pt x="23" y="25"/>
                      <a:pt x="24" y="26"/>
                    </a:cubicBezTo>
                    <a:cubicBezTo>
                      <a:pt x="24" y="27"/>
                      <a:pt x="25" y="28"/>
                      <a:pt x="25" y="28"/>
                    </a:cubicBezTo>
                    <a:cubicBezTo>
                      <a:pt x="26" y="30"/>
                      <a:pt x="27" y="31"/>
                      <a:pt x="25" y="33"/>
                    </a:cubicBezTo>
                    <a:cubicBezTo>
                      <a:pt x="25" y="34"/>
                      <a:pt x="24" y="34"/>
                      <a:pt x="23" y="35"/>
                    </a:cubicBezTo>
                    <a:cubicBezTo>
                      <a:pt x="21" y="35"/>
                      <a:pt x="21" y="35"/>
                      <a:pt x="20" y="34"/>
                    </a:cubicBezTo>
                    <a:cubicBezTo>
                      <a:pt x="19" y="33"/>
                      <a:pt x="19" y="32"/>
                      <a:pt x="19" y="31"/>
                    </a:cubicBezTo>
                    <a:cubicBezTo>
                      <a:pt x="19" y="30"/>
                      <a:pt x="18" y="29"/>
                      <a:pt x="18" y="27"/>
                    </a:cubicBezTo>
                    <a:cubicBezTo>
                      <a:pt x="18" y="25"/>
                      <a:pt x="18" y="23"/>
                      <a:pt x="16" y="21"/>
                    </a:cubicBezTo>
                    <a:cubicBezTo>
                      <a:pt x="15" y="20"/>
                      <a:pt x="14" y="19"/>
                      <a:pt x="13" y="18"/>
                    </a:cubicBezTo>
                    <a:cubicBezTo>
                      <a:pt x="11" y="18"/>
                      <a:pt x="10" y="18"/>
                      <a:pt x="9" y="18"/>
                    </a:cubicBezTo>
                    <a:cubicBezTo>
                      <a:pt x="6" y="17"/>
                      <a:pt x="3" y="16"/>
                      <a:pt x="1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82" name="Freeform 1982">
                <a:extLst>
                  <a:ext uri="{FF2B5EF4-FFF2-40B4-BE49-F238E27FC236}">
                    <a16:creationId xmlns:a16="http://schemas.microsoft.com/office/drawing/2014/main" id="{AB2C4234-5138-4290-96BD-DE23CDB7F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795"/>
                <a:ext cx="4" cy="4"/>
              </a:xfrm>
              <a:custGeom>
                <a:avLst/>
                <a:gdLst>
                  <a:gd name="T0" fmla="*/ 1 w 9"/>
                  <a:gd name="T1" fmla="*/ 2 h 9"/>
                  <a:gd name="T2" fmla="*/ 4 w 9"/>
                  <a:gd name="T3" fmla="*/ 1 h 9"/>
                  <a:gd name="T4" fmla="*/ 7 w 9"/>
                  <a:gd name="T5" fmla="*/ 4 h 9"/>
                  <a:gd name="T6" fmla="*/ 9 w 9"/>
                  <a:gd name="T7" fmla="*/ 7 h 9"/>
                  <a:gd name="T8" fmla="*/ 8 w 9"/>
                  <a:gd name="T9" fmla="*/ 8 h 9"/>
                  <a:gd name="T10" fmla="*/ 7 w 9"/>
                  <a:gd name="T11" fmla="*/ 9 h 9"/>
                  <a:gd name="T12" fmla="*/ 5 w 9"/>
                  <a:gd name="T13" fmla="*/ 8 h 9"/>
                  <a:gd name="T14" fmla="*/ 2 w 9"/>
                  <a:gd name="T15" fmla="*/ 5 h 9"/>
                  <a:gd name="T16" fmla="*/ 1 w 9"/>
                  <a:gd name="T1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7" y="4"/>
                    </a:cubicBezTo>
                    <a:cubicBezTo>
                      <a:pt x="8" y="5"/>
                      <a:pt x="9" y="6"/>
                      <a:pt x="9" y="7"/>
                    </a:cubicBezTo>
                    <a:cubicBezTo>
                      <a:pt x="9" y="8"/>
                      <a:pt x="9" y="8"/>
                      <a:pt x="8" y="8"/>
                    </a:cubicBezTo>
                    <a:cubicBezTo>
                      <a:pt x="8" y="9"/>
                      <a:pt x="7" y="9"/>
                      <a:pt x="7" y="9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4" y="7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83" name="Freeform 1983">
                <a:extLst>
                  <a:ext uri="{FF2B5EF4-FFF2-40B4-BE49-F238E27FC236}">
                    <a16:creationId xmlns:a16="http://schemas.microsoft.com/office/drawing/2014/main" id="{6F34BFBA-A464-478A-8364-27E6C0E7D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03"/>
                <a:ext cx="3" cy="3"/>
              </a:xfrm>
              <a:custGeom>
                <a:avLst/>
                <a:gdLst>
                  <a:gd name="T0" fmla="*/ 3 w 6"/>
                  <a:gd name="T1" fmla="*/ 0 h 6"/>
                  <a:gd name="T2" fmla="*/ 5 w 6"/>
                  <a:gd name="T3" fmla="*/ 1 h 6"/>
                  <a:gd name="T4" fmla="*/ 5 w 6"/>
                  <a:gd name="T5" fmla="*/ 4 h 6"/>
                  <a:gd name="T6" fmla="*/ 1 w 6"/>
                  <a:gd name="T7" fmla="*/ 4 h 6"/>
                  <a:gd name="T8" fmla="*/ 1 w 6"/>
                  <a:gd name="T9" fmla="*/ 1 h 6"/>
                  <a:gd name="T10" fmla="*/ 3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5" y="0"/>
                      <a:pt x="5" y="1"/>
                    </a:cubicBezTo>
                    <a:cubicBezTo>
                      <a:pt x="6" y="2"/>
                      <a:pt x="6" y="4"/>
                      <a:pt x="5" y="4"/>
                    </a:cubicBezTo>
                    <a:cubicBezTo>
                      <a:pt x="4" y="5"/>
                      <a:pt x="2" y="6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84" name="Freeform 1984">
                <a:extLst>
                  <a:ext uri="{FF2B5EF4-FFF2-40B4-BE49-F238E27FC236}">
                    <a16:creationId xmlns:a16="http://schemas.microsoft.com/office/drawing/2014/main" id="{17B82020-1495-4C03-BEE4-6A70C864C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791"/>
                <a:ext cx="18" cy="19"/>
              </a:xfrm>
              <a:custGeom>
                <a:avLst/>
                <a:gdLst>
                  <a:gd name="T0" fmla="*/ 4 w 45"/>
                  <a:gd name="T1" fmla="*/ 28 h 47"/>
                  <a:gd name="T2" fmla="*/ 6 w 45"/>
                  <a:gd name="T3" fmla="*/ 25 h 47"/>
                  <a:gd name="T4" fmla="*/ 0 w 45"/>
                  <a:gd name="T5" fmla="*/ 15 h 47"/>
                  <a:gd name="T6" fmla="*/ 2 w 45"/>
                  <a:gd name="T7" fmla="*/ 10 h 47"/>
                  <a:gd name="T8" fmla="*/ 3 w 45"/>
                  <a:gd name="T9" fmla="*/ 5 h 47"/>
                  <a:gd name="T10" fmla="*/ 13 w 45"/>
                  <a:gd name="T11" fmla="*/ 5 h 47"/>
                  <a:gd name="T12" fmla="*/ 17 w 45"/>
                  <a:gd name="T13" fmla="*/ 10 h 47"/>
                  <a:gd name="T14" fmla="*/ 22 w 45"/>
                  <a:gd name="T15" fmla="*/ 14 h 47"/>
                  <a:gd name="T16" fmla="*/ 28 w 45"/>
                  <a:gd name="T17" fmla="*/ 17 h 47"/>
                  <a:gd name="T18" fmla="*/ 29 w 45"/>
                  <a:gd name="T19" fmla="*/ 23 h 47"/>
                  <a:gd name="T20" fmla="*/ 36 w 45"/>
                  <a:gd name="T21" fmla="*/ 33 h 47"/>
                  <a:gd name="T22" fmla="*/ 41 w 45"/>
                  <a:gd name="T23" fmla="*/ 33 h 47"/>
                  <a:gd name="T24" fmla="*/ 43 w 45"/>
                  <a:gd name="T25" fmla="*/ 38 h 47"/>
                  <a:gd name="T26" fmla="*/ 35 w 45"/>
                  <a:gd name="T27" fmla="*/ 40 h 47"/>
                  <a:gd name="T28" fmla="*/ 32 w 45"/>
                  <a:gd name="T29" fmla="*/ 45 h 47"/>
                  <a:gd name="T30" fmla="*/ 26 w 45"/>
                  <a:gd name="T31" fmla="*/ 46 h 47"/>
                  <a:gd name="T32" fmla="*/ 23 w 45"/>
                  <a:gd name="T33" fmla="*/ 42 h 47"/>
                  <a:gd name="T34" fmla="*/ 16 w 45"/>
                  <a:gd name="T35" fmla="*/ 36 h 47"/>
                  <a:gd name="T36" fmla="*/ 11 w 45"/>
                  <a:gd name="T37" fmla="*/ 35 h 47"/>
                  <a:gd name="T38" fmla="*/ 5 w 45"/>
                  <a:gd name="T39" fmla="*/ 32 h 47"/>
                  <a:gd name="T40" fmla="*/ 4 w 45"/>
                  <a:gd name="T41" fmla="*/ 2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" h="47">
                    <a:moveTo>
                      <a:pt x="4" y="28"/>
                    </a:moveTo>
                    <a:cubicBezTo>
                      <a:pt x="4" y="26"/>
                      <a:pt x="5" y="26"/>
                      <a:pt x="6" y="25"/>
                    </a:cubicBezTo>
                    <a:cubicBezTo>
                      <a:pt x="10" y="21"/>
                      <a:pt x="1" y="18"/>
                      <a:pt x="0" y="15"/>
                    </a:cubicBezTo>
                    <a:cubicBezTo>
                      <a:pt x="0" y="13"/>
                      <a:pt x="2" y="11"/>
                      <a:pt x="2" y="10"/>
                    </a:cubicBezTo>
                    <a:cubicBezTo>
                      <a:pt x="3" y="8"/>
                      <a:pt x="3" y="7"/>
                      <a:pt x="3" y="5"/>
                    </a:cubicBezTo>
                    <a:cubicBezTo>
                      <a:pt x="5" y="0"/>
                      <a:pt x="11" y="3"/>
                      <a:pt x="13" y="5"/>
                    </a:cubicBezTo>
                    <a:cubicBezTo>
                      <a:pt x="15" y="7"/>
                      <a:pt x="16" y="9"/>
                      <a:pt x="17" y="10"/>
                    </a:cubicBezTo>
                    <a:cubicBezTo>
                      <a:pt x="18" y="12"/>
                      <a:pt x="20" y="13"/>
                      <a:pt x="22" y="14"/>
                    </a:cubicBezTo>
                    <a:cubicBezTo>
                      <a:pt x="24" y="14"/>
                      <a:pt x="26" y="15"/>
                      <a:pt x="28" y="17"/>
                    </a:cubicBezTo>
                    <a:cubicBezTo>
                      <a:pt x="29" y="19"/>
                      <a:pt x="29" y="21"/>
                      <a:pt x="29" y="23"/>
                    </a:cubicBezTo>
                    <a:cubicBezTo>
                      <a:pt x="29" y="27"/>
                      <a:pt x="30" y="34"/>
                      <a:pt x="36" y="33"/>
                    </a:cubicBezTo>
                    <a:cubicBezTo>
                      <a:pt x="38" y="33"/>
                      <a:pt x="39" y="32"/>
                      <a:pt x="41" y="33"/>
                    </a:cubicBezTo>
                    <a:cubicBezTo>
                      <a:pt x="43" y="34"/>
                      <a:pt x="45" y="36"/>
                      <a:pt x="43" y="38"/>
                    </a:cubicBezTo>
                    <a:cubicBezTo>
                      <a:pt x="41" y="40"/>
                      <a:pt x="37" y="39"/>
                      <a:pt x="35" y="40"/>
                    </a:cubicBezTo>
                    <a:cubicBezTo>
                      <a:pt x="32" y="41"/>
                      <a:pt x="33" y="44"/>
                      <a:pt x="32" y="45"/>
                    </a:cubicBezTo>
                    <a:cubicBezTo>
                      <a:pt x="31" y="47"/>
                      <a:pt x="28" y="47"/>
                      <a:pt x="26" y="46"/>
                    </a:cubicBezTo>
                    <a:cubicBezTo>
                      <a:pt x="24" y="45"/>
                      <a:pt x="24" y="43"/>
                      <a:pt x="23" y="42"/>
                    </a:cubicBezTo>
                    <a:cubicBezTo>
                      <a:pt x="21" y="40"/>
                      <a:pt x="18" y="38"/>
                      <a:pt x="16" y="36"/>
                    </a:cubicBezTo>
                    <a:cubicBezTo>
                      <a:pt x="15" y="35"/>
                      <a:pt x="12" y="35"/>
                      <a:pt x="11" y="35"/>
                    </a:cubicBezTo>
                    <a:cubicBezTo>
                      <a:pt x="9" y="34"/>
                      <a:pt x="6" y="33"/>
                      <a:pt x="5" y="32"/>
                    </a:cubicBezTo>
                    <a:cubicBezTo>
                      <a:pt x="4" y="31"/>
                      <a:pt x="3" y="30"/>
                      <a:pt x="4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85" name="Freeform 1985">
                <a:extLst>
                  <a:ext uri="{FF2B5EF4-FFF2-40B4-BE49-F238E27FC236}">
                    <a16:creationId xmlns:a16="http://schemas.microsoft.com/office/drawing/2014/main" id="{E8EE927E-5175-4432-A4DD-5DD1E7737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762"/>
                <a:ext cx="6" cy="4"/>
              </a:xfrm>
              <a:custGeom>
                <a:avLst/>
                <a:gdLst>
                  <a:gd name="T0" fmla="*/ 9 w 16"/>
                  <a:gd name="T1" fmla="*/ 3 h 10"/>
                  <a:gd name="T2" fmla="*/ 13 w 16"/>
                  <a:gd name="T3" fmla="*/ 4 h 10"/>
                  <a:gd name="T4" fmla="*/ 16 w 16"/>
                  <a:gd name="T5" fmla="*/ 6 h 10"/>
                  <a:gd name="T6" fmla="*/ 16 w 16"/>
                  <a:gd name="T7" fmla="*/ 9 h 10"/>
                  <a:gd name="T8" fmla="*/ 12 w 16"/>
                  <a:gd name="T9" fmla="*/ 10 h 10"/>
                  <a:gd name="T10" fmla="*/ 9 w 16"/>
                  <a:gd name="T11" fmla="*/ 9 h 10"/>
                  <a:gd name="T12" fmla="*/ 3 w 16"/>
                  <a:gd name="T13" fmla="*/ 7 h 10"/>
                  <a:gd name="T14" fmla="*/ 0 w 16"/>
                  <a:gd name="T15" fmla="*/ 4 h 10"/>
                  <a:gd name="T16" fmla="*/ 3 w 16"/>
                  <a:gd name="T17" fmla="*/ 0 h 10"/>
                  <a:gd name="T18" fmla="*/ 9 w 16"/>
                  <a:gd name="T1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0">
                    <a:moveTo>
                      <a:pt x="9" y="3"/>
                    </a:moveTo>
                    <a:cubicBezTo>
                      <a:pt x="10" y="3"/>
                      <a:pt x="12" y="4"/>
                      <a:pt x="13" y="4"/>
                    </a:cubicBezTo>
                    <a:cubicBezTo>
                      <a:pt x="14" y="4"/>
                      <a:pt x="15" y="5"/>
                      <a:pt x="16" y="6"/>
                    </a:cubicBezTo>
                    <a:cubicBezTo>
                      <a:pt x="16" y="7"/>
                      <a:pt x="16" y="9"/>
                      <a:pt x="16" y="9"/>
                    </a:cubicBezTo>
                    <a:cubicBezTo>
                      <a:pt x="15" y="10"/>
                      <a:pt x="13" y="10"/>
                      <a:pt x="12" y="10"/>
                    </a:cubicBezTo>
                    <a:cubicBezTo>
                      <a:pt x="11" y="10"/>
                      <a:pt x="10" y="10"/>
                      <a:pt x="9" y="9"/>
                    </a:cubicBezTo>
                    <a:cubicBezTo>
                      <a:pt x="7" y="9"/>
                      <a:pt x="5" y="8"/>
                      <a:pt x="3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6" y="0"/>
                      <a:pt x="7" y="2"/>
                      <a:pt x="9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86" name="Freeform 1986">
                <a:extLst>
                  <a:ext uri="{FF2B5EF4-FFF2-40B4-BE49-F238E27FC236}">
                    <a16:creationId xmlns:a16="http://schemas.microsoft.com/office/drawing/2014/main" id="{F309A27B-AB2B-459E-B289-65BA71B70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744"/>
                <a:ext cx="4" cy="2"/>
              </a:xfrm>
              <a:custGeom>
                <a:avLst/>
                <a:gdLst>
                  <a:gd name="T0" fmla="*/ 0 w 10"/>
                  <a:gd name="T1" fmla="*/ 3 h 5"/>
                  <a:gd name="T2" fmla="*/ 1 w 10"/>
                  <a:gd name="T3" fmla="*/ 2 h 5"/>
                  <a:gd name="T4" fmla="*/ 2 w 10"/>
                  <a:gd name="T5" fmla="*/ 2 h 5"/>
                  <a:gd name="T6" fmla="*/ 3 w 10"/>
                  <a:gd name="T7" fmla="*/ 1 h 5"/>
                  <a:gd name="T8" fmla="*/ 7 w 10"/>
                  <a:gd name="T9" fmla="*/ 0 h 5"/>
                  <a:gd name="T10" fmla="*/ 9 w 10"/>
                  <a:gd name="T11" fmla="*/ 4 h 5"/>
                  <a:gd name="T12" fmla="*/ 7 w 10"/>
                  <a:gd name="T13" fmla="*/ 5 h 5"/>
                  <a:gd name="T14" fmla="*/ 3 w 10"/>
                  <a:gd name="T15" fmla="*/ 5 h 5"/>
                  <a:gd name="T16" fmla="*/ 0 w 10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0"/>
                      <a:pt x="6" y="0"/>
                      <a:pt x="7" y="0"/>
                    </a:cubicBezTo>
                    <a:cubicBezTo>
                      <a:pt x="8" y="0"/>
                      <a:pt x="10" y="2"/>
                      <a:pt x="9" y="4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2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87" name="Freeform 1987">
                <a:extLst>
                  <a:ext uri="{FF2B5EF4-FFF2-40B4-BE49-F238E27FC236}">
                    <a16:creationId xmlns:a16="http://schemas.microsoft.com/office/drawing/2014/main" id="{41191FB4-6267-4AB6-A380-2BD5DD1C0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746"/>
                <a:ext cx="2" cy="1"/>
              </a:xfrm>
              <a:custGeom>
                <a:avLst/>
                <a:gdLst>
                  <a:gd name="T0" fmla="*/ 1 w 5"/>
                  <a:gd name="T1" fmla="*/ 0 h 4"/>
                  <a:gd name="T2" fmla="*/ 3 w 5"/>
                  <a:gd name="T3" fmla="*/ 0 h 4"/>
                  <a:gd name="T4" fmla="*/ 3 w 5"/>
                  <a:gd name="T5" fmla="*/ 0 h 4"/>
                  <a:gd name="T6" fmla="*/ 3 w 5"/>
                  <a:gd name="T7" fmla="*/ 3 h 4"/>
                  <a:gd name="T8" fmla="*/ 1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5" y="4"/>
                      <a:pt x="3" y="3"/>
                    </a:cubicBezTo>
                    <a:cubicBezTo>
                      <a:pt x="2" y="3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88" name="Freeform 1988">
                <a:extLst>
                  <a:ext uri="{FF2B5EF4-FFF2-40B4-BE49-F238E27FC236}">
                    <a16:creationId xmlns:a16="http://schemas.microsoft.com/office/drawing/2014/main" id="{2EA47D4F-0079-411A-ACCA-D1CA14BE4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660"/>
                <a:ext cx="3" cy="3"/>
              </a:xfrm>
              <a:custGeom>
                <a:avLst/>
                <a:gdLst>
                  <a:gd name="T0" fmla="*/ 1 w 6"/>
                  <a:gd name="T1" fmla="*/ 5 h 6"/>
                  <a:gd name="T2" fmla="*/ 1 w 6"/>
                  <a:gd name="T3" fmla="*/ 3 h 6"/>
                  <a:gd name="T4" fmla="*/ 1 w 6"/>
                  <a:gd name="T5" fmla="*/ 1 h 6"/>
                  <a:gd name="T6" fmla="*/ 4 w 6"/>
                  <a:gd name="T7" fmla="*/ 1 h 6"/>
                  <a:gd name="T8" fmla="*/ 6 w 6"/>
                  <a:gd name="T9" fmla="*/ 1 h 6"/>
                  <a:gd name="T10" fmla="*/ 6 w 6"/>
                  <a:gd name="T11" fmla="*/ 3 h 6"/>
                  <a:gd name="T12" fmla="*/ 6 w 6"/>
                  <a:gd name="T13" fmla="*/ 5 h 6"/>
                  <a:gd name="T14" fmla="*/ 4 w 6"/>
                  <a:gd name="T15" fmla="*/ 6 h 6"/>
                  <a:gd name="T16" fmla="*/ 3 w 6"/>
                  <a:gd name="T17" fmla="*/ 6 h 6"/>
                  <a:gd name="T18" fmla="*/ 3 w 6"/>
                  <a:gd name="T19" fmla="*/ 6 h 6"/>
                  <a:gd name="T20" fmla="*/ 2 w 6"/>
                  <a:gd name="T21" fmla="*/ 6 h 6"/>
                  <a:gd name="T22" fmla="*/ 2 w 6"/>
                  <a:gd name="T23" fmla="*/ 6 h 6"/>
                  <a:gd name="T24" fmla="*/ 1 w 6"/>
                  <a:gd name="T2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1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89" name="Freeform 1989">
                <a:extLst>
                  <a:ext uri="{FF2B5EF4-FFF2-40B4-BE49-F238E27FC236}">
                    <a16:creationId xmlns:a16="http://schemas.microsoft.com/office/drawing/2014/main" id="{1A06AD80-FA78-4E73-8765-21DECBA6D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662"/>
                <a:ext cx="2" cy="2"/>
              </a:xfrm>
              <a:custGeom>
                <a:avLst/>
                <a:gdLst>
                  <a:gd name="T0" fmla="*/ 2 w 5"/>
                  <a:gd name="T1" fmla="*/ 0 h 5"/>
                  <a:gd name="T2" fmla="*/ 3 w 5"/>
                  <a:gd name="T3" fmla="*/ 1 h 5"/>
                  <a:gd name="T4" fmla="*/ 3 w 5"/>
                  <a:gd name="T5" fmla="*/ 4 h 5"/>
                  <a:gd name="T6" fmla="*/ 0 w 5"/>
                  <a:gd name="T7" fmla="*/ 2 h 5"/>
                  <a:gd name="T8" fmla="*/ 2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90" name="Freeform 1990">
                <a:extLst>
                  <a:ext uri="{FF2B5EF4-FFF2-40B4-BE49-F238E27FC236}">
                    <a16:creationId xmlns:a16="http://schemas.microsoft.com/office/drawing/2014/main" id="{F6816E8D-32A3-4F8A-8D5E-F8D99AD3C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664"/>
                <a:ext cx="2" cy="2"/>
              </a:xfrm>
              <a:custGeom>
                <a:avLst/>
                <a:gdLst>
                  <a:gd name="T0" fmla="*/ 0 w 5"/>
                  <a:gd name="T1" fmla="*/ 3 h 5"/>
                  <a:gd name="T2" fmla="*/ 1 w 5"/>
                  <a:gd name="T3" fmla="*/ 2 h 5"/>
                  <a:gd name="T4" fmla="*/ 1 w 5"/>
                  <a:gd name="T5" fmla="*/ 1 h 5"/>
                  <a:gd name="T6" fmla="*/ 2 w 5"/>
                  <a:gd name="T7" fmla="*/ 0 h 5"/>
                  <a:gd name="T8" fmla="*/ 4 w 5"/>
                  <a:gd name="T9" fmla="*/ 0 h 5"/>
                  <a:gd name="T10" fmla="*/ 5 w 5"/>
                  <a:gd name="T11" fmla="*/ 2 h 5"/>
                  <a:gd name="T12" fmla="*/ 5 w 5"/>
                  <a:gd name="T13" fmla="*/ 4 h 5"/>
                  <a:gd name="T14" fmla="*/ 2 w 5"/>
                  <a:gd name="T15" fmla="*/ 5 h 5"/>
                  <a:gd name="T16" fmla="*/ 1 w 5"/>
                  <a:gd name="T17" fmla="*/ 5 h 5"/>
                  <a:gd name="T18" fmla="*/ 0 w 5"/>
                  <a:gd name="T19" fmla="*/ 5 h 5"/>
                  <a:gd name="T20" fmla="*/ 0 w 5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91" name="Freeform 1991">
                <a:extLst>
                  <a:ext uri="{FF2B5EF4-FFF2-40B4-BE49-F238E27FC236}">
                    <a16:creationId xmlns:a16="http://schemas.microsoft.com/office/drawing/2014/main" id="{DA967DAD-C628-4E0F-9757-D1CEDFAA8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647"/>
                <a:ext cx="9" cy="4"/>
              </a:xfrm>
              <a:custGeom>
                <a:avLst/>
                <a:gdLst>
                  <a:gd name="T0" fmla="*/ 11 w 23"/>
                  <a:gd name="T1" fmla="*/ 9 h 11"/>
                  <a:gd name="T2" fmla="*/ 11 w 23"/>
                  <a:gd name="T3" fmla="*/ 10 h 11"/>
                  <a:gd name="T4" fmla="*/ 10 w 23"/>
                  <a:gd name="T5" fmla="*/ 11 h 11"/>
                  <a:gd name="T6" fmla="*/ 7 w 23"/>
                  <a:gd name="T7" fmla="*/ 11 h 11"/>
                  <a:gd name="T8" fmla="*/ 6 w 23"/>
                  <a:gd name="T9" fmla="*/ 10 h 11"/>
                  <a:gd name="T10" fmla="*/ 5 w 23"/>
                  <a:gd name="T11" fmla="*/ 8 h 11"/>
                  <a:gd name="T12" fmla="*/ 3 w 23"/>
                  <a:gd name="T13" fmla="*/ 7 h 11"/>
                  <a:gd name="T14" fmla="*/ 2 w 23"/>
                  <a:gd name="T15" fmla="*/ 6 h 11"/>
                  <a:gd name="T16" fmla="*/ 1 w 23"/>
                  <a:gd name="T17" fmla="*/ 5 h 11"/>
                  <a:gd name="T18" fmla="*/ 3 w 23"/>
                  <a:gd name="T19" fmla="*/ 1 h 11"/>
                  <a:gd name="T20" fmla="*/ 7 w 23"/>
                  <a:gd name="T21" fmla="*/ 1 h 11"/>
                  <a:gd name="T22" fmla="*/ 11 w 23"/>
                  <a:gd name="T23" fmla="*/ 0 h 11"/>
                  <a:gd name="T24" fmla="*/ 15 w 23"/>
                  <a:gd name="T25" fmla="*/ 0 h 11"/>
                  <a:gd name="T26" fmla="*/ 18 w 23"/>
                  <a:gd name="T27" fmla="*/ 1 h 11"/>
                  <a:gd name="T28" fmla="*/ 20 w 23"/>
                  <a:gd name="T29" fmla="*/ 2 h 11"/>
                  <a:gd name="T30" fmla="*/ 22 w 23"/>
                  <a:gd name="T31" fmla="*/ 3 h 11"/>
                  <a:gd name="T32" fmla="*/ 23 w 23"/>
                  <a:gd name="T33" fmla="*/ 4 h 11"/>
                  <a:gd name="T34" fmla="*/ 22 w 23"/>
                  <a:gd name="T35" fmla="*/ 5 h 11"/>
                  <a:gd name="T36" fmla="*/ 21 w 23"/>
                  <a:gd name="T37" fmla="*/ 7 h 11"/>
                  <a:gd name="T38" fmla="*/ 20 w 23"/>
                  <a:gd name="T39" fmla="*/ 9 h 11"/>
                  <a:gd name="T40" fmla="*/ 18 w 23"/>
                  <a:gd name="T41" fmla="*/ 10 h 11"/>
                  <a:gd name="T42" fmla="*/ 17 w 23"/>
                  <a:gd name="T43" fmla="*/ 10 h 11"/>
                  <a:gd name="T44" fmla="*/ 15 w 23"/>
                  <a:gd name="T45" fmla="*/ 9 h 11"/>
                  <a:gd name="T46" fmla="*/ 14 w 23"/>
                  <a:gd name="T47" fmla="*/ 9 h 11"/>
                  <a:gd name="T48" fmla="*/ 13 w 23"/>
                  <a:gd name="T49" fmla="*/ 9 h 11"/>
                  <a:gd name="T50" fmla="*/ 12 w 23"/>
                  <a:gd name="T51" fmla="*/ 9 h 11"/>
                  <a:gd name="T52" fmla="*/ 11 w 23"/>
                  <a:gd name="T5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" h="11">
                    <a:moveTo>
                      <a:pt x="11" y="9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0" y="10"/>
                      <a:pt x="10" y="11"/>
                    </a:cubicBezTo>
                    <a:cubicBezTo>
                      <a:pt x="9" y="11"/>
                      <a:pt x="8" y="11"/>
                      <a:pt x="7" y="11"/>
                    </a:cubicBezTo>
                    <a:cubicBezTo>
                      <a:pt x="7" y="11"/>
                      <a:pt x="6" y="11"/>
                      <a:pt x="6" y="10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3" y="7"/>
                      <a:pt x="2" y="7"/>
                      <a:pt x="2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1"/>
                      <a:pt x="9" y="1"/>
                      <a:pt x="11" y="0"/>
                    </a:cubicBezTo>
                    <a:cubicBezTo>
                      <a:pt x="12" y="0"/>
                      <a:pt x="13" y="0"/>
                      <a:pt x="15" y="0"/>
                    </a:cubicBezTo>
                    <a:cubicBezTo>
                      <a:pt x="16" y="0"/>
                      <a:pt x="17" y="0"/>
                      <a:pt x="18" y="1"/>
                    </a:cubicBezTo>
                    <a:cubicBezTo>
                      <a:pt x="19" y="1"/>
                      <a:pt x="20" y="2"/>
                      <a:pt x="20" y="2"/>
                    </a:cubicBezTo>
                    <a:cubicBezTo>
                      <a:pt x="21" y="2"/>
                      <a:pt x="22" y="3"/>
                      <a:pt x="22" y="3"/>
                    </a:cubicBezTo>
                    <a:cubicBezTo>
                      <a:pt x="22" y="4"/>
                      <a:pt x="23" y="4"/>
                      <a:pt x="23" y="4"/>
                    </a:cubicBezTo>
                    <a:cubicBezTo>
                      <a:pt x="23" y="5"/>
                      <a:pt x="22" y="5"/>
                      <a:pt x="22" y="5"/>
                    </a:cubicBezTo>
                    <a:cubicBezTo>
                      <a:pt x="22" y="6"/>
                      <a:pt x="21" y="7"/>
                      <a:pt x="21" y="7"/>
                    </a:cubicBezTo>
                    <a:cubicBezTo>
                      <a:pt x="21" y="8"/>
                      <a:pt x="21" y="9"/>
                      <a:pt x="20" y="9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6" y="10"/>
                      <a:pt x="15" y="9"/>
                    </a:cubicBezTo>
                    <a:cubicBezTo>
                      <a:pt x="15" y="9"/>
                      <a:pt x="15" y="9"/>
                      <a:pt x="14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92" name="Freeform 1992">
                <a:extLst>
                  <a:ext uri="{FF2B5EF4-FFF2-40B4-BE49-F238E27FC236}">
                    <a16:creationId xmlns:a16="http://schemas.microsoft.com/office/drawing/2014/main" id="{E5BDEFC5-7516-4760-9EBD-CA2486E5E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620"/>
                <a:ext cx="16" cy="14"/>
              </a:xfrm>
              <a:custGeom>
                <a:avLst/>
                <a:gdLst>
                  <a:gd name="T0" fmla="*/ 3 w 39"/>
                  <a:gd name="T1" fmla="*/ 24 h 34"/>
                  <a:gd name="T2" fmla="*/ 1 w 39"/>
                  <a:gd name="T3" fmla="*/ 24 h 34"/>
                  <a:gd name="T4" fmla="*/ 0 w 39"/>
                  <a:gd name="T5" fmla="*/ 24 h 34"/>
                  <a:gd name="T6" fmla="*/ 1 w 39"/>
                  <a:gd name="T7" fmla="*/ 14 h 34"/>
                  <a:gd name="T8" fmla="*/ 2 w 39"/>
                  <a:gd name="T9" fmla="*/ 5 h 34"/>
                  <a:gd name="T10" fmla="*/ 8 w 39"/>
                  <a:gd name="T11" fmla="*/ 1 h 34"/>
                  <a:gd name="T12" fmla="*/ 15 w 39"/>
                  <a:gd name="T13" fmla="*/ 7 h 34"/>
                  <a:gd name="T14" fmla="*/ 25 w 39"/>
                  <a:gd name="T15" fmla="*/ 9 h 34"/>
                  <a:gd name="T16" fmla="*/ 35 w 39"/>
                  <a:gd name="T17" fmla="*/ 12 h 34"/>
                  <a:gd name="T18" fmla="*/ 38 w 39"/>
                  <a:gd name="T19" fmla="*/ 17 h 34"/>
                  <a:gd name="T20" fmla="*/ 38 w 39"/>
                  <a:gd name="T21" fmla="*/ 25 h 34"/>
                  <a:gd name="T22" fmla="*/ 34 w 39"/>
                  <a:gd name="T23" fmla="*/ 33 h 34"/>
                  <a:gd name="T24" fmla="*/ 31 w 39"/>
                  <a:gd name="T25" fmla="*/ 33 h 34"/>
                  <a:gd name="T26" fmla="*/ 28 w 39"/>
                  <a:gd name="T27" fmla="*/ 31 h 34"/>
                  <a:gd name="T28" fmla="*/ 24 w 39"/>
                  <a:gd name="T29" fmla="*/ 30 h 34"/>
                  <a:gd name="T30" fmla="*/ 19 w 39"/>
                  <a:gd name="T31" fmla="*/ 27 h 34"/>
                  <a:gd name="T32" fmla="*/ 16 w 39"/>
                  <a:gd name="T33" fmla="*/ 25 h 34"/>
                  <a:gd name="T34" fmla="*/ 11 w 39"/>
                  <a:gd name="T35" fmla="*/ 24 h 34"/>
                  <a:gd name="T36" fmla="*/ 7 w 39"/>
                  <a:gd name="T37" fmla="*/ 24 h 34"/>
                  <a:gd name="T38" fmla="*/ 3 w 39"/>
                  <a:gd name="T39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34">
                    <a:moveTo>
                      <a:pt x="3" y="24"/>
                    </a:moveTo>
                    <a:cubicBezTo>
                      <a:pt x="2" y="24"/>
                      <a:pt x="2" y="24"/>
                      <a:pt x="1" y="24"/>
                    </a:cubicBezTo>
                    <a:cubicBezTo>
                      <a:pt x="1" y="24"/>
                      <a:pt x="0" y="24"/>
                      <a:pt x="0" y="24"/>
                    </a:cubicBezTo>
                    <a:cubicBezTo>
                      <a:pt x="0" y="20"/>
                      <a:pt x="0" y="18"/>
                      <a:pt x="1" y="14"/>
                    </a:cubicBezTo>
                    <a:cubicBezTo>
                      <a:pt x="1" y="11"/>
                      <a:pt x="1" y="8"/>
                      <a:pt x="2" y="5"/>
                    </a:cubicBezTo>
                    <a:cubicBezTo>
                      <a:pt x="3" y="3"/>
                      <a:pt x="5" y="0"/>
                      <a:pt x="8" y="1"/>
                    </a:cubicBezTo>
                    <a:cubicBezTo>
                      <a:pt x="11" y="3"/>
                      <a:pt x="12" y="6"/>
                      <a:pt x="15" y="7"/>
                    </a:cubicBezTo>
                    <a:cubicBezTo>
                      <a:pt x="18" y="9"/>
                      <a:pt x="22" y="9"/>
                      <a:pt x="25" y="9"/>
                    </a:cubicBezTo>
                    <a:cubicBezTo>
                      <a:pt x="29" y="10"/>
                      <a:pt x="32" y="11"/>
                      <a:pt x="35" y="12"/>
                    </a:cubicBezTo>
                    <a:cubicBezTo>
                      <a:pt x="37" y="13"/>
                      <a:pt x="38" y="14"/>
                      <a:pt x="38" y="17"/>
                    </a:cubicBezTo>
                    <a:cubicBezTo>
                      <a:pt x="39" y="19"/>
                      <a:pt x="39" y="23"/>
                      <a:pt x="38" y="25"/>
                    </a:cubicBezTo>
                    <a:cubicBezTo>
                      <a:pt x="38" y="28"/>
                      <a:pt x="37" y="32"/>
                      <a:pt x="34" y="33"/>
                    </a:cubicBezTo>
                    <a:cubicBezTo>
                      <a:pt x="33" y="34"/>
                      <a:pt x="32" y="33"/>
                      <a:pt x="31" y="33"/>
                    </a:cubicBezTo>
                    <a:cubicBezTo>
                      <a:pt x="30" y="32"/>
                      <a:pt x="29" y="32"/>
                      <a:pt x="28" y="31"/>
                    </a:cubicBezTo>
                    <a:cubicBezTo>
                      <a:pt x="26" y="31"/>
                      <a:pt x="25" y="31"/>
                      <a:pt x="24" y="30"/>
                    </a:cubicBezTo>
                    <a:cubicBezTo>
                      <a:pt x="22" y="29"/>
                      <a:pt x="20" y="29"/>
                      <a:pt x="19" y="27"/>
                    </a:cubicBezTo>
                    <a:cubicBezTo>
                      <a:pt x="18" y="27"/>
                      <a:pt x="17" y="25"/>
                      <a:pt x="16" y="25"/>
                    </a:cubicBezTo>
                    <a:cubicBezTo>
                      <a:pt x="14" y="24"/>
                      <a:pt x="13" y="24"/>
                      <a:pt x="11" y="24"/>
                    </a:cubicBezTo>
                    <a:cubicBezTo>
                      <a:pt x="10" y="24"/>
                      <a:pt x="8" y="24"/>
                      <a:pt x="7" y="24"/>
                    </a:cubicBezTo>
                    <a:cubicBezTo>
                      <a:pt x="6" y="24"/>
                      <a:pt x="4" y="24"/>
                      <a:pt x="3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93" name="Freeform 1993">
                <a:extLst>
                  <a:ext uri="{FF2B5EF4-FFF2-40B4-BE49-F238E27FC236}">
                    <a16:creationId xmlns:a16="http://schemas.microsoft.com/office/drawing/2014/main" id="{9F808B91-C001-46AC-BB3D-A556221E1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3053"/>
                <a:ext cx="3" cy="4"/>
              </a:xfrm>
              <a:custGeom>
                <a:avLst/>
                <a:gdLst>
                  <a:gd name="T0" fmla="*/ 0 w 5"/>
                  <a:gd name="T1" fmla="*/ 7 h 10"/>
                  <a:gd name="T2" fmla="*/ 0 w 5"/>
                  <a:gd name="T3" fmla="*/ 4 h 10"/>
                  <a:gd name="T4" fmla="*/ 2 w 5"/>
                  <a:gd name="T5" fmla="*/ 2 h 10"/>
                  <a:gd name="T6" fmla="*/ 2 w 5"/>
                  <a:gd name="T7" fmla="*/ 4 h 10"/>
                  <a:gd name="T8" fmla="*/ 3 w 5"/>
                  <a:gd name="T9" fmla="*/ 9 h 10"/>
                  <a:gd name="T10" fmla="*/ 0 w 5"/>
                  <a:gd name="T1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0" y="7"/>
                    </a:moveTo>
                    <a:cubicBezTo>
                      <a:pt x="0" y="6"/>
                      <a:pt x="0" y="5"/>
                      <a:pt x="0" y="4"/>
                    </a:cubicBezTo>
                    <a:cubicBezTo>
                      <a:pt x="0" y="2"/>
                      <a:pt x="1" y="0"/>
                      <a:pt x="2" y="2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3" y="5"/>
                      <a:pt x="5" y="8"/>
                      <a:pt x="3" y="9"/>
                    </a:cubicBezTo>
                    <a:cubicBezTo>
                      <a:pt x="2" y="10"/>
                      <a:pt x="0" y="8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94" name="Freeform 1994">
                <a:extLst>
                  <a:ext uri="{FF2B5EF4-FFF2-40B4-BE49-F238E27FC236}">
                    <a16:creationId xmlns:a16="http://schemas.microsoft.com/office/drawing/2014/main" id="{D9213E99-2B3C-4836-A49D-DB9A9E077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3060"/>
                <a:ext cx="3" cy="3"/>
              </a:xfrm>
              <a:custGeom>
                <a:avLst/>
                <a:gdLst>
                  <a:gd name="T0" fmla="*/ 3 w 6"/>
                  <a:gd name="T1" fmla="*/ 2 h 8"/>
                  <a:gd name="T2" fmla="*/ 5 w 6"/>
                  <a:gd name="T3" fmla="*/ 7 h 8"/>
                  <a:gd name="T4" fmla="*/ 1 w 6"/>
                  <a:gd name="T5" fmla="*/ 7 h 8"/>
                  <a:gd name="T6" fmla="*/ 3 w 6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3" y="2"/>
                    </a:moveTo>
                    <a:cubicBezTo>
                      <a:pt x="4" y="3"/>
                      <a:pt x="6" y="5"/>
                      <a:pt x="5" y="7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5"/>
                      <a:pt x="1" y="0"/>
                      <a:pt x="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95" name="Freeform 1995">
                <a:extLst>
                  <a:ext uri="{FF2B5EF4-FFF2-40B4-BE49-F238E27FC236}">
                    <a16:creationId xmlns:a16="http://schemas.microsoft.com/office/drawing/2014/main" id="{79EB3C1B-8683-434B-9761-2CC6E6F50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3064"/>
                <a:ext cx="3" cy="6"/>
              </a:xfrm>
              <a:custGeom>
                <a:avLst/>
                <a:gdLst>
                  <a:gd name="T0" fmla="*/ 1 w 7"/>
                  <a:gd name="T1" fmla="*/ 9 h 13"/>
                  <a:gd name="T2" fmla="*/ 0 w 7"/>
                  <a:gd name="T3" fmla="*/ 3 h 13"/>
                  <a:gd name="T4" fmla="*/ 6 w 7"/>
                  <a:gd name="T5" fmla="*/ 4 h 13"/>
                  <a:gd name="T6" fmla="*/ 6 w 7"/>
                  <a:gd name="T7" fmla="*/ 10 h 13"/>
                  <a:gd name="T8" fmla="*/ 1 w 7"/>
                  <a:gd name="T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1" y="9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2" y="0"/>
                      <a:pt x="5" y="2"/>
                      <a:pt x="6" y="4"/>
                    </a:cubicBezTo>
                    <a:cubicBezTo>
                      <a:pt x="7" y="6"/>
                      <a:pt x="7" y="8"/>
                      <a:pt x="6" y="10"/>
                    </a:cubicBezTo>
                    <a:cubicBezTo>
                      <a:pt x="4" y="13"/>
                      <a:pt x="2" y="11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96" name="Freeform 1996">
                <a:extLst>
                  <a:ext uri="{FF2B5EF4-FFF2-40B4-BE49-F238E27FC236}">
                    <a16:creationId xmlns:a16="http://schemas.microsoft.com/office/drawing/2014/main" id="{B46BF116-C5BE-4B6A-AFC9-2256328FC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3073"/>
                <a:ext cx="5" cy="7"/>
              </a:xfrm>
              <a:custGeom>
                <a:avLst/>
                <a:gdLst>
                  <a:gd name="T0" fmla="*/ 10 w 11"/>
                  <a:gd name="T1" fmla="*/ 12 h 17"/>
                  <a:gd name="T2" fmla="*/ 11 w 11"/>
                  <a:gd name="T3" fmla="*/ 17 h 17"/>
                  <a:gd name="T4" fmla="*/ 7 w 11"/>
                  <a:gd name="T5" fmla="*/ 12 h 17"/>
                  <a:gd name="T6" fmla="*/ 2 w 11"/>
                  <a:gd name="T7" fmla="*/ 7 h 17"/>
                  <a:gd name="T8" fmla="*/ 0 w 11"/>
                  <a:gd name="T9" fmla="*/ 2 h 17"/>
                  <a:gd name="T10" fmla="*/ 3 w 11"/>
                  <a:gd name="T11" fmla="*/ 1 h 17"/>
                  <a:gd name="T12" fmla="*/ 8 w 11"/>
                  <a:gd name="T13" fmla="*/ 6 h 17"/>
                  <a:gd name="T14" fmla="*/ 8 w 11"/>
                  <a:gd name="T15" fmla="*/ 8 h 17"/>
                  <a:gd name="T16" fmla="*/ 10 w 11"/>
                  <a:gd name="T1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7">
                    <a:moveTo>
                      <a:pt x="10" y="12"/>
                    </a:moveTo>
                    <a:cubicBezTo>
                      <a:pt x="11" y="14"/>
                      <a:pt x="11" y="15"/>
                      <a:pt x="11" y="17"/>
                    </a:cubicBezTo>
                    <a:cubicBezTo>
                      <a:pt x="9" y="17"/>
                      <a:pt x="7" y="13"/>
                      <a:pt x="7" y="12"/>
                    </a:cubicBezTo>
                    <a:cubicBezTo>
                      <a:pt x="5" y="10"/>
                      <a:pt x="4" y="8"/>
                      <a:pt x="2" y="7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0"/>
                      <a:pt x="2" y="0"/>
                      <a:pt x="3" y="1"/>
                    </a:cubicBezTo>
                    <a:cubicBezTo>
                      <a:pt x="5" y="3"/>
                      <a:pt x="7" y="4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9" y="9"/>
                      <a:pt x="10" y="11"/>
                      <a:pt x="10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97" name="Freeform 1997">
                <a:extLst>
                  <a:ext uri="{FF2B5EF4-FFF2-40B4-BE49-F238E27FC236}">
                    <a16:creationId xmlns:a16="http://schemas.microsoft.com/office/drawing/2014/main" id="{0ABB4194-103A-46FA-8BD2-06A38274E9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62" y="2500"/>
                <a:ext cx="974" cy="911"/>
              </a:xfrm>
              <a:custGeom>
                <a:avLst/>
                <a:gdLst>
                  <a:gd name="T0" fmla="*/ 1921 w 2394"/>
                  <a:gd name="T1" fmla="*/ 477 h 2239"/>
                  <a:gd name="T2" fmla="*/ 1719 w 2394"/>
                  <a:gd name="T3" fmla="*/ 253 h 2239"/>
                  <a:gd name="T4" fmla="*/ 1458 w 2394"/>
                  <a:gd name="T5" fmla="*/ 9 h 2239"/>
                  <a:gd name="T6" fmla="*/ 1275 w 2394"/>
                  <a:gd name="T7" fmla="*/ 126 h 2239"/>
                  <a:gd name="T8" fmla="*/ 1174 w 2394"/>
                  <a:gd name="T9" fmla="*/ 247 h 2239"/>
                  <a:gd name="T10" fmla="*/ 887 w 2394"/>
                  <a:gd name="T11" fmla="*/ 363 h 2239"/>
                  <a:gd name="T12" fmla="*/ 752 w 2394"/>
                  <a:gd name="T13" fmla="*/ 310 h 2239"/>
                  <a:gd name="T14" fmla="*/ 625 w 2394"/>
                  <a:gd name="T15" fmla="*/ 194 h 2239"/>
                  <a:gd name="T16" fmla="*/ 634 w 2394"/>
                  <a:gd name="T17" fmla="*/ 382 h 2239"/>
                  <a:gd name="T18" fmla="*/ 578 w 2394"/>
                  <a:gd name="T19" fmla="*/ 478 h 2239"/>
                  <a:gd name="T20" fmla="*/ 513 w 2394"/>
                  <a:gd name="T21" fmla="*/ 453 h 2239"/>
                  <a:gd name="T22" fmla="*/ 403 w 2394"/>
                  <a:gd name="T23" fmla="*/ 457 h 2239"/>
                  <a:gd name="T24" fmla="*/ 364 w 2394"/>
                  <a:gd name="T25" fmla="*/ 370 h 2239"/>
                  <a:gd name="T26" fmla="*/ 262 w 2394"/>
                  <a:gd name="T27" fmla="*/ 356 h 2239"/>
                  <a:gd name="T28" fmla="*/ 188 w 2394"/>
                  <a:gd name="T29" fmla="*/ 366 h 2239"/>
                  <a:gd name="T30" fmla="*/ 120 w 2394"/>
                  <a:gd name="T31" fmla="*/ 346 h 2239"/>
                  <a:gd name="T32" fmla="*/ 23 w 2394"/>
                  <a:gd name="T33" fmla="*/ 382 h 2239"/>
                  <a:gd name="T34" fmla="*/ 100 w 2394"/>
                  <a:gd name="T35" fmla="*/ 432 h 2239"/>
                  <a:gd name="T36" fmla="*/ 81 w 2394"/>
                  <a:gd name="T37" fmla="*/ 443 h 2239"/>
                  <a:gd name="T38" fmla="*/ 38 w 2394"/>
                  <a:gd name="T39" fmla="*/ 457 h 2239"/>
                  <a:gd name="T40" fmla="*/ 15 w 2394"/>
                  <a:gd name="T41" fmla="*/ 495 h 2239"/>
                  <a:gd name="T42" fmla="*/ 109 w 2394"/>
                  <a:gd name="T43" fmla="*/ 541 h 2239"/>
                  <a:gd name="T44" fmla="*/ 163 w 2394"/>
                  <a:gd name="T45" fmla="*/ 594 h 2239"/>
                  <a:gd name="T46" fmla="*/ 224 w 2394"/>
                  <a:gd name="T47" fmla="*/ 629 h 2239"/>
                  <a:gd name="T48" fmla="*/ 255 w 2394"/>
                  <a:gd name="T49" fmla="*/ 673 h 2239"/>
                  <a:gd name="T50" fmla="*/ 295 w 2394"/>
                  <a:gd name="T51" fmla="*/ 677 h 2239"/>
                  <a:gd name="T52" fmla="*/ 336 w 2394"/>
                  <a:gd name="T53" fmla="*/ 693 h 2239"/>
                  <a:gd name="T54" fmla="*/ 350 w 2394"/>
                  <a:gd name="T55" fmla="*/ 709 h 2239"/>
                  <a:gd name="T56" fmla="*/ 348 w 2394"/>
                  <a:gd name="T57" fmla="*/ 772 h 2239"/>
                  <a:gd name="T58" fmla="*/ 457 w 2394"/>
                  <a:gd name="T59" fmla="*/ 811 h 2239"/>
                  <a:gd name="T60" fmla="*/ 394 w 2394"/>
                  <a:gd name="T61" fmla="*/ 891 h 2239"/>
                  <a:gd name="T62" fmla="*/ 498 w 2394"/>
                  <a:gd name="T63" fmla="*/ 1064 h 2239"/>
                  <a:gd name="T64" fmla="*/ 510 w 2394"/>
                  <a:gd name="T65" fmla="*/ 1112 h 2239"/>
                  <a:gd name="T66" fmla="*/ 509 w 2394"/>
                  <a:gd name="T67" fmla="*/ 1207 h 2239"/>
                  <a:gd name="T68" fmla="*/ 543 w 2394"/>
                  <a:gd name="T69" fmla="*/ 1307 h 2239"/>
                  <a:gd name="T70" fmla="*/ 554 w 2394"/>
                  <a:gd name="T71" fmla="*/ 1465 h 2239"/>
                  <a:gd name="T72" fmla="*/ 477 w 2394"/>
                  <a:gd name="T73" fmla="*/ 1308 h 2239"/>
                  <a:gd name="T74" fmla="*/ 421 w 2394"/>
                  <a:gd name="T75" fmla="*/ 1497 h 2239"/>
                  <a:gd name="T76" fmla="*/ 244 w 2394"/>
                  <a:gd name="T77" fmla="*/ 1792 h 2239"/>
                  <a:gd name="T78" fmla="*/ 559 w 2394"/>
                  <a:gd name="T79" fmla="*/ 2039 h 2239"/>
                  <a:gd name="T80" fmla="*/ 1082 w 2394"/>
                  <a:gd name="T81" fmla="*/ 2219 h 2239"/>
                  <a:gd name="T82" fmla="*/ 1130 w 2394"/>
                  <a:gd name="T83" fmla="*/ 2123 h 2239"/>
                  <a:gd name="T84" fmla="*/ 1158 w 2394"/>
                  <a:gd name="T85" fmla="*/ 2070 h 2239"/>
                  <a:gd name="T86" fmla="*/ 1248 w 2394"/>
                  <a:gd name="T87" fmla="*/ 2030 h 2239"/>
                  <a:gd name="T88" fmla="*/ 1423 w 2394"/>
                  <a:gd name="T89" fmla="*/ 2012 h 2239"/>
                  <a:gd name="T90" fmla="*/ 1481 w 2394"/>
                  <a:gd name="T91" fmla="*/ 2034 h 2239"/>
                  <a:gd name="T92" fmla="*/ 1530 w 2394"/>
                  <a:gd name="T93" fmla="*/ 2060 h 2239"/>
                  <a:gd name="T94" fmla="*/ 1576 w 2394"/>
                  <a:gd name="T95" fmla="*/ 2019 h 2239"/>
                  <a:gd name="T96" fmla="*/ 1612 w 2394"/>
                  <a:gd name="T97" fmla="*/ 2072 h 2239"/>
                  <a:gd name="T98" fmla="*/ 1695 w 2394"/>
                  <a:gd name="T99" fmla="*/ 2137 h 2239"/>
                  <a:gd name="T100" fmla="*/ 1756 w 2394"/>
                  <a:gd name="T101" fmla="*/ 2160 h 2239"/>
                  <a:gd name="T102" fmla="*/ 1819 w 2394"/>
                  <a:gd name="T103" fmla="*/ 2168 h 2239"/>
                  <a:gd name="T104" fmla="*/ 1886 w 2394"/>
                  <a:gd name="T105" fmla="*/ 2148 h 2239"/>
                  <a:gd name="T106" fmla="*/ 1935 w 2394"/>
                  <a:gd name="T107" fmla="*/ 2092 h 2239"/>
                  <a:gd name="T108" fmla="*/ 2019 w 2394"/>
                  <a:gd name="T109" fmla="*/ 2039 h 2239"/>
                  <a:gd name="T110" fmla="*/ 1983 w 2394"/>
                  <a:gd name="T111" fmla="*/ 1833 h 2239"/>
                  <a:gd name="T112" fmla="*/ 2033 w 2394"/>
                  <a:gd name="T113" fmla="*/ 1383 h 2239"/>
                  <a:gd name="T114" fmla="*/ 1980 w 2394"/>
                  <a:gd name="T115" fmla="*/ 1193 h 2239"/>
                  <a:gd name="T116" fmla="*/ 2261 w 2394"/>
                  <a:gd name="T117" fmla="*/ 871 h 2239"/>
                  <a:gd name="T118" fmla="*/ 1303 w 2394"/>
                  <a:gd name="T119" fmla="*/ 1991 h 2239"/>
                  <a:gd name="T120" fmla="*/ 1395 w 2394"/>
                  <a:gd name="T121" fmla="*/ 1970 h 2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94" h="2239">
                    <a:moveTo>
                      <a:pt x="2382" y="681"/>
                    </a:moveTo>
                    <a:cubicBezTo>
                      <a:pt x="2357" y="678"/>
                      <a:pt x="2357" y="678"/>
                      <a:pt x="2357" y="678"/>
                    </a:cubicBezTo>
                    <a:cubicBezTo>
                      <a:pt x="2343" y="660"/>
                      <a:pt x="2343" y="660"/>
                      <a:pt x="2343" y="660"/>
                    </a:cubicBezTo>
                    <a:cubicBezTo>
                      <a:pt x="2323" y="664"/>
                      <a:pt x="2323" y="664"/>
                      <a:pt x="2323" y="664"/>
                    </a:cubicBezTo>
                    <a:cubicBezTo>
                      <a:pt x="2307" y="654"/>
                      <a:pt x="2307" y="654"/>
                      <a:pt x="2307" y="654"/>
                    </a:cubicBezTo>
                    <a:cubicBezTo>
                      <a:pt x="2287" y="652"/>
                      <a:pt x="2287" y="652"/>
                      <a:pt x="2287" y="652"/>
                    </a:cubicBezTo>
                    <a:cubicBezTo>
                      <a:pt x="2267" y="623"/>
                      <a:pt x="2267" y="623"/>
                      <a:pt x="2267" y="623"/>
                    </a:cubicBezTo>
                    <a:cubicBezTo>
                      <a:pt x="2234" y="619"/>
                      <a:pt x="2234" y="619"/>
                      <a:pt x="2234" y="619"/>
                    </a:cubicBezTo>
                    <a:cubicBezTo>
                      <a:pt x="2225" y="629"/>
                      <a:pt x="2225" y="629"/>
                      <a:pt x="2225" y="629"/>
                    </a:cubicBezTo>
                    <a:cubicBezTo>
                      <a:pt x="2179" y="622"/>
                      <a:pt x="2179" y="622"/>
                      <a:pt x="2179" y="622"/>
                    </a:cubicBezTo>
                    <a:cubicBezTo>
                      <a:pt x="2175" y="604"/>
                      <a:pt x="2175" y="604"/>
                      <a:pt x="2175" y="604"/>
                    </a:cubicBezTo>
                    <a:cubicBezTo>
                      <a:pt x="2152" y="599"/>
                      <a:pt x="2152" y="599"/>
                      <a:pt x="2152" y="599"/>
                    </a:cubicBezTo>
                    <a:cubicBezTo>
                      <a:pt x="2141" y="606"/>
                      <a:pt x="2141" y="606"/>
                      <a:pt x="2141" y="606"/>
                    </a:cubicBezTo>
                    <a:cubicBezTo>
                      <a:pt x="2113" y="598"/>
                      <a:pt x="2113" y="598"/>
                      <a:pt x="2113" y="598"/>
                    </a:cubicBezTo>
                    <a:cubicBezTo>
                      <a:pt x="2101" y="544"/>
                      <a:pt x="2101" y="544"/>
                      <a:pt x="2101" y="544"/>
                    </a:cubicBezTo>
                    <a:cubicBezTo>
                      <a:pt x="2086" y="521"/>
                      <a:pt x="2086" y="521"/>
                      <a:pt x="2086" y="521"/>
                    </a:cubicBezTo>
                    <a:cubicBezTo>
                      <a:pt x="2077" y="520"/>
                      <a:pt x="2077" y="520"/>
                      <a:pt x="2077" y="520"/>
                    </a:cubicBezTo>
                    <a:cubicBezTo>
                      <a:pt x="2070" y="520"/>
                      <a:pt x="2070" y="520"/>
                      <a:pt x="2070" y="520"/>
                    </a:cubicBezTo>
                    <a:cubicBezTo>
                      <a:pt x="2046" y="502"/>
                      <a:pt x="2046" y="502"/>
                      <a:pt x="2046" y="502"/>
                    </a:cubicBezTo>
                    <a:cubicBezTo>
                      <a:pt x="2017" y="513"/>
                      <a:pt x="2017" y="513"/>
                      <a:pt x="2017" y="513"/>
                    </a:cubicBezTo>
                    <a:cubicBezTo>
                      <a:pt x="1999" y="511"/>
                      <a:pt x="1999" y="511"/>
                      <a:pt x="1999" y="511"/>
                    </a:cubicBezTo>
                    <a:cubicBezTo>
                      <a:pt x="1979" y="481"/>
                      <a:pt x="1979" y="481"/>
                      <a:pt x="1979" y="481"/>
                    </a:cubicBezTo>
                    <a:cubicBezTo>
                      <a:pt x="1979" y="480"/>
                      <a:pt x="1979" y="480"/>
                      <a:pt x="1979" y="480"/>
                    </a:cubicBezTo>
                    <a:cubicBezTo>
                      <a:pt x="1921" y="477"/>
                      <a:pt x="1921" y="477"/>
                      <a:pt x="1921" y="477"/>
                    </a:cubicBezTo>
                    <a:cubicBezTo>
                      <a:pt x="1911" y="450"/>
                      <a:pt x="1911" y="450"/>
                      <a:pt x="1911" y="450"/>
                    </a:cubicBezTo>
                    <a:cubicBezTo>
                      <a:pt x="1895" y="448"/>
                      <a:pt x="1895" y="448"/>
                      <a:pt x="1895" y="448"/>
                    </a:cubicBezTo>
                    <a:cubicBezTo>
                      <a:pt x="1895" y="436"/>
                      <a:pt x="1895" y="436"/>
                      <a:pt x="1895" y="436"/>
                    </a:cubicBezTo>
                    <a:cubicBezTo>
                      <a:pt x="1858" y="416"/>
                      <a:pt x="1858" y="416"/>
                      <a:pt x="1858" y="416"/>
                    </a:cubicBezTo>
                    <a:cubicBezTo>
                      <a:pt x="1843" y="393"/>
                      <a:pt x="1843" y="393"/>
                      <a:pt x="1843" y="393"/>
                    </a:cubicBezTo>
                    <a:cubicBezTo>
                      <a:pt x="1823" y="389"/>
                      <a:pt x="1823" y="389"/>
                      <a:pt x="1823" y="389"/>
                    </a:cubicBezTo>
                    <a:cubicBezTo>
                      <a:pt x="1827" y="356"/>
                      <a:pt x="1827" y="356"/>
                      <a:pt x="1827" y="356"/>
                    </a:cubicBezTo>
                    <a:cubicBezTo>
                      <a:pt x="1817" y="346"/>
                      <a:pt x="1817" y="346"/>
                      <a:pt x="1817" y="346"/>
                    </a:cubicBezTo>
                    <a:cubicBezTo>
                      <a:pt x="1830" y="319"/>
                      <a:pt x="1830" y="319"/>
                      <a:pt x="1830" y="319"/>
                    </a:cubicBezTo>
                    <a:cubicBezTo>
                      <a:pt x="1837" y="314"/>
                      <a:pt x="1837" y="314"/>
                      <a:pt x="1837" y="314"/>
                    </a:cubicBezTo>
                    <a:cubicBezTo>
                      <a:pt x="1837" y="299"/>
                      <a:pt x="1837" y="299"/>
                      <a:pt x="1837" y="299"/>
                    </a:cubicBezTo>
                    <a:cubicBezTo>
                      <a:pt x="1825" y="295"/>
                      <a:pt x="1825" y="295"/>
                      <a:pt x="1825" y="295"/>
                    </a:cubicBezTo>
                    <a:cubicBezTo>
                      <a:pt x="1798" y="312"/>
                      <a:pt x="1798" y="312"/>
                      <a:pt x="1798" y="312"/>
                    </a:cubicBezTo>
                    <a:cubicBezTo>
                      <a:pt x="1799" y="334"/>
                      <a:pt x="1799" y="334"/>
                      <a:pt x="1799" y="334"/>
                    </a:cubicBezTo>
                    <a:cubicBezTo>
                      <a:pt x="1792" y="335"/>
                      <a:pt x="1757" y="343"/>
                      <a:pt x="1757" y="343"/>
                    </a:cubicBezTo>
                    <a:cubicBezTo>
                      <a:pt x="1734" y="335"/>
                      <a:pt x="1734" y="335"/>
                      <a:pt x="1734" y="335"/>
                    </a:cubicBezTo>
                    <a:cubicBezTo>
                      <a:pt x="1710" y="335"/>
                      <a:pt x="1710" y="335"/>
                      <a:pt x="1710" y="335"/>
                    </a:cubicBezTo>
                    <a:cubicBezTo>
                      <a:pt x="1703" y="323"/>
                      <a:pt x="1703" y="323"/>
                      <a:pt x="1703" y="323"/>
                    </a:cubicBezTo>
                    <a:cubicBezTo>
                      <a:pt x="1709" y="311"/>
                      <a:pt x="1709" y="311"/>
                      <a:pt x="1709" y="311"/>
                    </a:cubicBezTo>
                    <a:cubicBezTo>
                      <a:pt x="1725" y="309"/>
                      <a:pt x="1725" y="309"/>
                      <a:pt x="1725" y="309"/>
                    </a:cubicBezTo>
                    <a:cubicBezTo>
                      <a:pt x="1721" y="288"/>
                      <a:pt x="1721" y="288"/>
                      <a:pt x="1721" y="288"/>
                    </a:cubicBezTo>
                    <a:cubicBezTo>
                      <a:pt x="1713" y="281"/>
                      <a:pt x="1713" y="281"/>
                      <a:pt x="1713" y="281"/>
                    </a:cubicBezTo>
                    <a:cubicBezTo>
                      <a:pt x="1731" y="255"/>
                      <a:pt x="1731" y="255"/>
                      <a:pt x="1731" y="255"/>
                    </a:cubicBezTo>
                    <a:cubicBezTo>
                      <a:pt x="1719" y="253"/>
                      <a:pt x="1719" y="253"/>
                      <a:pt x="1719" y="253"/>
                    </a:cubicBezTo>
                    <a:cubicBezTo>
                      <a:pt x="1704" y="227"/>
                      <a:pt x="1704" y="227"/>
                      <a:pt x="1704" y="227"/>
                    </a:cubicBezTo>
                    <a:cubicBezTo>
                      <a:pt x="1674" y="227"/>
                      <a:pt x="1674" y="227"/>
                      <a:pt x="1674" y="227"/>
                    </a:cubicBezTo>
                    <a:cubicBezTo>
                      <a:pt x="1649" y="220"/>
                      <a:pt x="1649" y="220"/>
                      <a:pt x="1649" y="220"/>
                    </a:cubicBezTo>
                    <a:cubicBezTo>
                      <a:pt x="1642" y="232"/>
                      <a:pt x="1642" y="232"/>
                      <a:pt x="1642" y="232"/>
                    </a:cubicBezTo>
                    <a:cubicBezTo>
                      <a:pt x="1631" y="220"/>
                      <a:pt x="1631" y="220"/>
                      <a:pt x="1631" y="220"/>
                    </a:cubicBezTo>
                    <a:cubicBezTo>
                      <a:pt x="1639" y="189"/>
                      <a:pt x="1639" y="189"/>
                      <a:pt x="1639" y="189"/>
                    </a:cubicBezTo>
                    <a:cubicBezTo>
                      <a:pt x="1617" y="171"/>
                      <a:pt x="1617" y="171"/>
                      <a:pt x="1617" y="171"/>
                    </a:cubicBezTo>
                    <a:cubicBezTo>
                      <a:pt x="1593" y="175"/>
                      <a:pt x="1593" y="175"/>
                      <a:pt x="1593" y="175"/>
                    </a:cubicBezTo>
                    <a:cubicBezTo>
                      <a:pt x="1577" y="159"/>
                      <a:pt x="1577" y="159"/>
                      <a:pt x="1577" y="159"/>
                    </a:cubicBezTo>
                    <a:cubicBezTo>
                      <a:pt x="1584" y="114"/>
                      <a:pt x="1584" y="114"/>
                      <a:pt x="1584" y="114"/>
                    </a:cubicBezTo>
                    <a:cubicBezTo>
                      <a:pt x="1569" y="94"/>
                      <a:pt x="1569" y="94"/>
                      <a:pt x="1569" y="94"/>
                    </a:cubicBezTo>
                    <a:cubicBezTo>
                      <a:pt x="1531" y="99"/>
                      <a:pt x="1531" y="99"/>
                      <a:pt x="1531" y="99"/>
                    </a:cubicBezTo>
                    <a:cubicBezTo>
                      <a:pt x="1520" y="110"/>
                      <a:pt x="1520" y="110"/>
                      <a:pt x="1520" y="110"/>
                    </a:cubicBezTo>
                    <a:cubicBezTo>
                      <a:pt x="1498" y="90"/>
                      <a:pt x="1498" y="90"/>
                      <a:pt x="1498" y="90"/>
                    </a:cubicBezTo>
                    <a:cubicBezTo>
                      <a:pt x="1496" y="70"/>
                      <a:pt x="1496" y="70"/>
                      <a:pt x="1496" y="70"/>
                    </a:cubicBezTo>
                    <a:cubicBezTo>
                      <a:pt x="1478" y="64"/>
                      <a:pt x="1478" y="64"/>
                      <a:pt x="1478" y="64"/>
                    </a:cubicBezTo>
                    <a:cubicBezTo>
                      <a:pt x="1477" y="45"/>
                      <a:pt x="1477" y="45"/>
                      <a:pt x="1477" y="45"/>
                    </a:cubicBezTo>
                    <a:cubicBezTo>
                      <a:pt x="1493" y="30"/>
                      <a:pt x="1493" y="30"/>
                      <a:pt x="1493" y="30"/>
                    </a:cubicBezTo>
                    <a:cubicBezTo>
                      <a:pt x="1482" y="0"/>
                      <a:pt x="1482" y="0"/>
                      <a:pt x="1482" y="0"/>
                    </a:cubicBezTo>
                    <a:cubicBezTo>
                      <a:pt x="1481" y="0"/>
                      <a:pt x="1480" y="0"/>
                      <a:pt x="1479" y="1"/>
                    </a:cubicBezTo>
                    <a:cubicBezTo>
                      <a:pt x="1477" y="1"/>
                      <a:pt x="1474" y="3"/>
                      <a:pt x="1472" y="3"/>
                    </a:cubicBezTo>
                    <a:cubicBezTo>
                      <a:pt x="1470" y="3"/>
                      <a:pt x="1469" y="3"/>
                      <a:pt x="1468" y="4"/>
                    </a:cubicBezTo>
                    <a:cubicBezTo>
                      <a:pt x="1467" y="5"/>
                      <a:pt x="1466" y="6"/>
                      <a:pt x="1465" y="6"/>
                    </a:cubicBezTo>
                    <a:cubicBezTo>
                      <a:pt x="1463" y="7"/>
                      <a:pt x="1460" y="8"/>
                      <a:pt x="1458" y="9"/>
                    </a:cubicBezTo>
                    <a:cubicBezTo>
                      <a:pt x="1456" y="10"/>
                      <a:pt x="1454" y="11"/>
                      <a:pt x="1451" y="12"/>
                    </a:cubicBezTo>
                    <a:cubicBezTo>
                      <a:pt x="1450" y="12"/>
                      <a:pt x="1449" y="13"/>
                      <a:pt x="1448" y="13"/>
                    </a:cubicBezTo>
                    <a:cubicBezTo>
                      <a:pt x="1447" y="13"/>
                      <a:pt x="1447" y="12"/>
                      <a:pt x="1446" y="12"/>
                    </a:cubicBezTo>
                    <a:cubicBezTo>
                      <a:pt x="1443" y="11"/>
                      <a:pt x="1439" y="12"/>
                      <a:pt x="1436" y="12"/>
                    </a:cubicBezTo>
                    <a:cubicBezTo>
                      <a:pt x="1432" y="13"/>
                      <a:pt x="1428" y="13"/>
                      <a:pt x="1424" y="13"/>
                    </a:cubicBezTo>
                    <a:cubicBezTo>
                      <a:pt x="1416" y="13"/>
                      <a:pt x="1408" y="13"/>
                      <a:pt x="1400" y="13"/>
                    </a:cubicBezTo>
                    <a:cubicBezTo>
                      <a:pt x="1388" y="13"/>
                      <a:pt x="1376" y="13"/>
                      <a:pt x="1364" y="13"/>
                    </a:cubicBezTo>
                    <a:cubicBezTo>
                      <a:pt x="1354" y="13"/>
                      <a:pt x="1343" y="12"/>
                      <a:pt x="1334" y="13"/>
                    </a:cubicBezTo>
                    <a:cubicBezTo>
                      <a:pt x="1325" y="14"/>
                      <a:pt x="1317" y="19"/>
                      <a:pt x="1309" y="23"/>
                    </a:cubicBezTo>
                    <a:cubicBezTo>
                      <a:pt x="1307" y="24"/>
                      <a:pt x="1304" y="25"/>
                      <a:pt x="1301" y="26"/>
                    </a:cubicBezTo>
                    <a:cubicBezTo>
                      <a:pt x="1300" y="27"/>
                      <a:pt x="1298" y="27"/>
                      <a:pt x="1297" y="28"/>
                    </a:cubicBezTo>
                    <a:cubicBezTo>
                      <a:pt x="1294" y="31"/>
                      <a:pt x="1294" y="37"/>
                      <a:pt x="1295" y="41"/>
                    </a:cubicBezTo>
                    <a:cubicBezTo>
                      <a:pt x="1295" y="44"/>
                      <a:pt x="1296" y="46"/>
                      <a:pt x="1295" y="48"/>
                    </a:cubicBezTo>
                    <a:cubicBezTo>
                      <a:pt x="1295" y="52"/>
                      <a:pt x="1293" y="55"/>
                      <a:pt x="1291" y="57"/>
                    </a:cubicBezTo>
                    <a:cubicBezTo>
                      <a:pt x="1289" y="60"/>
                      <a:pt x="1287" y="63"/>
                      <a:pt x="1285" y="66"/>
                    </a:cubicBezTo>
                    <a:cubicBezTo>
                      <a:pt x="1283" y="69"/>
                      <a:pt x="1282" y="72"/>
                      <a:pt x="1281" y="75"/>
                    </a:cubicBezTo>
                    <a:cubicBezTo>
                      <a:pt x="1279" y="84"/>
                      <a:pt x="1278" y="93"/>
                      <a:pt x="1276" y="102"/>
                    </a:cubicBezTo>
                    <a:cubicBezTo>
                      <a:pt x="1276" y="104"/>
                      <a:pt x="1276" y="106"/>
                      <a:pt x="1275" y="107"/>
                    </a:cubicBezTo>
                    <a:cubicBezTo>
                      <a:pt x="1275" y="109"/>
                      <a:pt x="1276" y="111"/>
                      <a:pt x="1277" y="112"/>
                    </a:cubicBezTo>
                    <a:cubicBezTo>
                      <a:pt x="1277" y="112"/>
                      <a:pt x="1277" y="112"/>
                      <a:pt x="1278" y="113"/>
                    </a:cubicBezTo>
                    <a:cubicBezTo>
                      <a:pt x="1278" y="114"/>
                      <a:pt x="1278" y="115"/>
                      <a:pt x="1279" y="116"/>
                    </a:cubicBezTo>
                    <a:cubicBezTo>
                      <a:pt x="1279" y="117"/>
                      <a:pt x="1280" y="118"/>
                      <a:pt x="1280" y="120"/>
                    </a:cubicBezTo>
                    <a:cubicBezTo>
                      <a:pt x="1280" y="121"/>
                      <a:pt x="1279" y="122"/>
                      <a:pt x="1278" y="122"/>
                    </a:cubicBezTo>
                    <a:cubicBezTo>
                      <a:pt x="1277" y="123"/>
                      <a:pt x="1276" y="125"/>
                      <a:pt x="1275" y="126"/>
                    </a:cubicBezTo>
                    <a:cubicBezTo>
                      <a:pt x="1274" y="127"/>
                      <a:pt x="1272" y="128"/>
                      <a:pt x="1271" y="130"/>
                    </a:cubicBezTo>
                    <a:cubicBezTo>
                      <a:pt x="1271" y="131"/>
                      <a:pt x="1270" y="133"/>
                      <a:pt x="1270" y="135"/>
                    </a:cubicBezTo>
                    <a:cubicBezTo>
                      <a:pt x="1269" y="135"/>
                      <a:pt x="1269" y="137"/>
                      <a:pt x="1269" y="137"/>
                    </a:cubicBezTo>
                    <a:cubicBezTo>
                      <a:pt x="1268" y="138"/>
                      <a:pt x="1267" y="138"/>
                      <a:pt x="1267" y="140"/>
                    </a:cubicBezTo>
                    <a:cubicBezTo>
                      <a:pt x="1267" y="141"/>
                      <a:pt x="1266" y="142"/>
                      <a:pt x="1266" y="144"/>
                    </a:cubicBezTo>
                    <a:cubicBezTo>
                      <a:pt x="1266" y="146"/>
                      <a:pt x="1266" y="148"/>
                      <a:pt x="1266" y="150"/>
                    </a:cubicBezTo>
                    <a:cubicBezTo>
                      <a:pt x="1265" y="152"/>
                      <a:pt x="1265" y="154"/>
                      <a:pt x="1266" y="156"/>
                    </a:cubicBezTo>
                    <a:cubicBezTo>
                      <a:pt x="1266" y="158"/>
                      <a:pt x="1268" y="159"/>
                      <a:pt x="1269" y="161"/>
                    </a:cubicBezTo>
                    <a:cubicBezTo>
                      <a:pt x="1271" y="162"/>
                      <a:pt x="1269" y="164"/>
                      <a:pt x="1267" y="165"/>
                    </a:cubicBezTo>
                    <a:cubicBezTo>
                      <a:pt x="1266" y="165"/>
                      <a:pt x="1265" y="166"/>
                      <a:pt x="1264" y="167"/>
                    </a:cubicBezTo>
                    <a:cubicBezTo>
                      <a:pt x="1262" y="169"/>
                      <a:pt x="1262" y="171"/>
                      <a:pt x="1261" y="173"/>
                    </a:cubicBezTo>
                    <a:cubicBezTo>
                      <a:pt x="1260" y="176"/>
                      <a:pt x="1259" y="179"/>
                      <a:pt x="1257" y="181"/>
                    </a:cubicBezTo>
                    <a:cubicBezTo>
                      <a:pt x="1256" y="183"/>
                      <a:pt x="1256" y="185"/>
                      <a:pt x="1258" y="186"/>
                    </a:cubicBezTo>
                    <a:cubicBezTo>
                      <a:pt x="1260" y="189"/>
                      <a:pt x="1261" y="191"/>
                      <a:pt x="1262" y="194"/>
                    </a:cubicBezTo>
                    <a:cubicBezTo>
                      <a:pt x="1263" y="196"/>
                      <a:pt x="1265" y="198"/>
                      <a:pt x="1266" y="200"/>
                    </a:cubicBezTo>
                    <a:cubicBezTo>
                      <a:pt x="1268" y="203"/>
                      <a:pt x="1271" y="204"/>
                      <a:pt x="1271" y="207"/>
                    </a:cubicBezTo>
                    <a:cubicBezTo>
                      <a:pt x="1271" y="209"/>
                      <a:pt x="1271" y="211"/>
                      <a:pt x="1268" y="211"/>
                    </a:cubicBezTo>
                    <a:cubicBezTo>
                      <a:pt x="1267" y="212"/>
                      <a:pt x="1265" y="211"/>
                      <a:pt x="1264" y="210"/>
                    </a:cubicBezTo>
                    <a:cubicBezTo>
                      <a:pt x="1264" y="210"/>
                      <a:pt x="1264" y="210"/>
                      <a:pt x="1264" y="210"/>
                    </a:cubicBezTo>
                    <a:cubicBezTo>
                      <a:pt x="1262" y="209"/>
                      <a:pt x="1261" y="207"/>
                      <a:pt x="1260" y="205"/>
                    </a:cubicBezTo>
                    <a:cubicBezTo>
                      <a:pt x="1259" y="202"/>
                      <a:pt x="1258" y="199"/>
                      <a:pt x="1255" y="198"/>
                    </a:cubicBezTo>
                    <a:cubicBezTo>
                      <a:pt x="1250" y="196"/>
                      <a:pt x="1244" y="199"/>
                      <a:pt x="1240" y="203"/>
                    </a:cubicBezTo>
                    <a:cubicBezTo>
                      <a:pt x="1226" y="215"/>
                      <a:pt x="1213" y="229"/>
                      <a:pt x="1198" y="240"/>
                    </a:cubicBezTo>
                    <a:cubicBezTo>
                      <a:pt x="1190" y="244"/>
                      <a:pt x="1183" y="246"/>
                      <a:pt x="1174" y="247"/>
                    </a:cubicBezTo>
                    <a:cubicBezTo>
                      <a:pt x="1168" y="247"/>
                      <a:pt x="1161" y="248"/>
                      <a:pt x="1155" y="250"/>
                    </a:cubicBezTo>
                    <a:cubicBezTo>
                      <a:pt x="1153" y="250"/>
                      <a:pt x="1152" y="251"/>
                      <a:pt x="1150" y="251"/>
                    </a:cubicBezTo>
                    <a:cubicBezTo>
                      <a:pt x="1149" y="252"/>
                      <a:pt x="1147" y="252"/>
                      <a:pt x="1145" y="252"/>
                    </a:cubicBezTo>
                    <a:cubicBezTo>
                      <a:pt x="1141" y="253"/>
                      <a:pt x="1137" y="253"/>
                      <a:pt x="1133" y="253"/>
                    </a:cubicBezTo>
                    <a:cubicBezTo>
                      <a:pt x="1123" y="253"/>
                      <a:pt x="1114" y="252"/>
                      <a:pt x="1105" y="254"/>
                    </a:cubicBezTo>
                    <a:cubicBezTo>
                      <a:pt x="1097" y="255"/>
                      <a:pt x="1090" y="257"/>
                      <a:pt x="1082" y="256"/>
                    </a:cubicBezTo>
                    <a:cubicBezTo>
                      <a:pt x="1072" y="256"/>
                      <a:pt x="1062" y="254"/>
                      <a:pt x="1052" y="255"/>
                    </a:cubicBezTo>
                    <a:cubicBezTo>
                      <a:pt x="1043" y="256"/>
                      <a:pt x="1035" y="260"/>
                      <a:pt x="1026" y="263"/>
                    </a:cubicBezTo>
                    <a:cubicBezTo>
                      <a:pt x="1018" y="265"/>
                      <a:pt x="1009" y="267"/>
                      <a:pt x="1001" y="270"/>
                    </a:cubicBezTo>
                    <a:cubicBezTo>
                      <a:pt x="993" y="274"/>
                      <a:pt x="984" y="279"/>
                      <a:pt x="977" y="285"/>
                    </a:cubicBezTo>
                    <a:cubicBezTo>
                      <a:pt x="970" y="291"/>
                      <a:pt x="964" y="298"/>
                      <a:pt x="958" y="306"/>
                    </a:cubicBezTo>
                    <a:cubicBezTo>
                      <a:pt x="954" y="311"/>
                      <a:pt x="949" y="316"/>
                      <a:pt x="951" y="323"/>
                    </a:cubicBezTo>
                    <a:cubicBezTo>
                      <a:pt x="952" y="329"/>
                      <a:pt x="955" y="334"/>
                      <a:pt x="960" y="337"/>
                    </a:cubicBezTo>
                    <a:cubicBezTo>
                      <a:pt x="963" y="338"/>
                      <a:pt x="966" y="338"/>
                      <a:pt x="970" y="339"/>
                    </a:cubicBezTo>
                    <a:cubicBezTo>
                      <a:pt x="974" y="339"/>
                      <a:pt x="978" y="339"/>
                      <a:pt x="982" y="340"/>
                    </a:cubicBezTo>
                    <a:cubicBezTo>
                      <a:pt x="989" y="340"/>
                      <a:pt x="995" y="341"/>
                      <a:pt x="1002" y="343"/>
                    </a:cubicBezTo>
                    <a:cubicBezTo>
                      <a:pt x="1002" y="343"/>
                      <a:pt x="1005" y="344"/>
                      <a:pt x="1004" y="345"/>
                    </a:cubicBezTo>
                    <a:cubicBezTo>
                      <a:pt x="1004" y="347"/>
                      <a:pt x="999" y="347"/>
                      <a:pt x="998" y="347"/>
                    </a:cubicBezTo>
                    <a:cubicBezTo>
                      <a:pt x="992" y="348"/>
                      <a:pt x="985" y="349"/>
                      <a:pt x="979" y="349"/>
                    </a:cubicBezTo>
                    <a:cubicBezTo>
                      <a:pt x="969" y="350"/>
                      <a:pt x="956" y="344"/>
                      <a:pt x="948" y="353"/>
                    </a:cubicBezTo>
                    <a:cubicBezTo>
                      <a:pt x="945" y="356"/>
                      <a:pt x="942" y="360"/>
                      <a:pt x="937" y="362"/>
                    </a:cubicBezTo>
                    <a:cubicBezTo>
                      <a:pt x="932" y="364"/>
                      <a:pt x="926" y="363"/>
                      <a:pt x="921" y="363"/>
                    </a:cubicBezTo>
                    <a:cubicBezTo>
                      <a:pt x="913" y="363"/>
                      <a:pt x="906" y="364"/>
                      <a:pt x="899" y="365"/>
                    </a:cubicBezTo>
                    <a:cubicBezTo>
                      <a:pt x="894" y="366"/>
                      <a:pt x="890" y="367"/>
                      <a:pt x="887" y="363"/>
                    </a:cubicBezTo>
                    <a:cubicBezTo>
                      <a:pt x="886" y="362"/>
                      <a:pt x="885" y="361"/>
                      <a:pt x="883" y="360"/>
                    </a:cubicBezTo>
                    <a:cubicBezTo>
                      <a:pt x="882" y="359"/>
                      <a:pt x="881" y="358"/>
                      <a:pt x="880" y="357"/>
                    </a:cubicBezTo>
                    <a:cubicBezTo>
                      <a:pt x="879" y="356"/>
                      <a:pt x="877" y="355"/>
                      <a:pt x="876" y="354"/>
                    </a:cubicBezTo>
                    <a:cubicBezTo>
                      <a:pt x="873" y="352"/>
                      <a:pt x="870" y="350"/>
                      <a:pt x="867" y="348"/>
                    </a:cubicBezTo>
                    <a:cubicBezTo>
                      <a:pt x="866" y="348"/>
                      <a:pt x="865" y="348"/>
                      <a:pt x="863" y="347"/>
                    </a:cubicBezTo>
                    <a:cubicBezTo>
                      <a:pt x="862" y="346"/>
                      <a:pt x="860" y="345"/>
                      <a:pt x="859" y="345"/>
                    </a:cubicBezTo>
                    <a:cubicBezTo>
                      <a:pt x="856" y="343"/>
                      <a:pt x="853" y="342"/>
                      <a:pt x="850" y="340"/>
                    </a:cubicBezTo>
                    <a:cubicBezTo>
                      <a:pt x="847" y="339"/>
                      <a:pt x="844" y="339"/>
                      <a:pt x="841" y="338"/>
                    </a:cubicBezTo>
                    <a:cubicBezTo>
                      <a:pt x="840" y="338"/>
                      <a:pt x="838" y="338"/>
                      <a:pt x="837" y="337"/>
                    </a:cubicBezTo>
                    <a:cubicBezTo>
                      <a:pt x="836" y="336"/>
                      <a:pt x="834" y="335"/>
                      <a:pt x="833" y="334"/>
                    </a:cubicBezTo>
                    <a:cubicBezTo>
                      <a:pt x="833" y="334"/>
                      <a:pt x="833" y="334"/>
                      <a:pt x="833" y="334"/>
                    </a:cubicBezTo>
                    <a:cubicBezTo>
                      <a:pt x="832" y="334"/>
                      <a:pt x="832" y="334"/>
                      <a:pt x="832" y="333"/>
                    </a:cubicBezTo>
                    <a:cubicBezTo>
                      <a:pt x="831" y="333"/>
                      <a:pt x="830" y="333"/>
                      <a:pt x="829" y="332"/>
                    </a:cubicBezTo>
                    <a:cubicBezTo>
                      <a:pt x="827" y="332"/>
                      <a:pt x="824" y="331"/>
                      <a:pt x="822" y="331"/>
                    </a:cubicBezTo>
                    <a:cubicBezTo>
                      <a:pt x="818" y="331"/>
                      <a:pt x="813" y="330"/>
                      <a:pt x="808" y="330"/>
                    </a:cubicBezTo>
                    <a:cubicBezTo>
                      <a:pt x="805" y="329"/>
                      <a:pt x="801" y="329"/>
                      <a:pt x="797" y="328"/>
                    </a:cubicBezTo>
                    <a:cubicBezTo>
                      <a:pt x="796" y="327"/>
                      <a:pt x="793" y="327"/>
                      <a:pt x="792" y="326"/>
                    </a:cubicBezTo>
                    <a:cubicBezTo>
                      <a:pt x="791" y="326"/>
                      <a:pt x="789" y="324"/>
                      <a:pt x="788" y="323"/>
                    </a:cubicBezTo>
                    <a:cubicBezTo>
                      <a:pt x="786" y="322"/>
                      <a:pt x="785" y="321"/>
                      <a:pt x="783" y="319"/>
                    </a:cubicBezTo>
                    <a:cubicBezTo>
                      <a:pt x="781" y="318"/>
                      <a:pt x="780" y="316"/>
                      <a:pt x="779" y="314"/>
                    </a:cubicBezTo>
                    <a:cubicBezTo>
                      <a:pt x="777" y="312"/>
                      <a:pt x="775" y="309"/>
                      <a:pt x="772" y="309"/>
                    </a:cubicBezTo>
                    <a:cubicBezTo>
                      <a:pt x="770" y="309"/>
                      <a:pt x="768" y="309"/>
                      <a:pt x="766" y="309"/>
                    </a:cubicBezTo>
                    <a:cubicBezTo>
                      <a:pt x="763" y="309"/>
                      <a:pt x="761" y="309"/>
                      <a:pt x="759" y="309"/>
                    </a:cubicBezTo>
                    <a:cubicBezTo>
                      <a:pt x="757" y="310"/>
                      <a:pt x="754" y="310"/>
                      <a:pt x="752" y="310"/>
                    </a:cubicBezTo>
                    <a:cubicBezTo>
                      <a:pt x="749" y="309"/>
                      <a:pt x="746" y="309"/>
                      <a:pt x="742" y="310"/>
                    </a:cubicBezTo>
                    <a:cubicBezTo>
                      <a:pt x="740" y="310"/>
                      <a:pt x="739" y="310"/>
                      <a:pt x="739" y="313"/>
                    </a:cubicBezTo>
                    <a:cubicBezTo>
                      <a:pt x="738" y="316"/>
                      <a:pt x="738" y="320"/>
                      <a:pt x="737" y="323"/>
                    </a:cubicBezTo>
                    <a:cubicBezTo>
                      <a:pt x="735" y="327"/>
                      <a:pt x="733" y="322"/>
                      <a:pt x="733" y="320"/>
                    </a:cubicBezTo>
                    <a:cubicBezTo>
                      <a:pt x="733" y="318"/>
                      <a:pt x="733" y="315"/>
                      <a:pt x="730" y="314"/>
                    </a:cubicBezTo>
                    <a:cubicBezTo>
                      <a:pt x="728" y="313"/>
                      <a:pt x="725" y="313"/>
                      <a:pt x="725" y="311"/>
                    </a:cubicBezTo>
                    <a:cubicBezTo>
                      <a:pt x="724" y="308"/>
                      <a:pt x="729" y="306"/>
                      <a:pt x="731" y="304"/>
                    </a:cubicBezTo>
                    <a:cubicBezTo>
                      <a:pt x="734" y="301"/>
                      <a:pt x="733" y="298"/>
                      <a:pt x="731" y="294"/>
                    </a:cubicBezTo>
                    <a:cubicBezTo>
                      <a:pt x="730" y="290"/>
                      <a:pt x="728" y="286"/>
                      <a:pt x="726" y="281"/>
                    </a:cubicBezTo>
                    <a:cubicBezTo>
                      <a:pt x="725" y="278"/>
                      <a:pt x="724" y="275"/>
                      <a:pt x="722" y="271"/>
                    </a:cubicBezTo>
                    <a:cubicBezTo>
                      <a:pt x="720" y="268"/>
                      <a:pt x="719" y="266"/>
                      <a:pt x="719" y="262"/>
                    </a:cubicBezTo>
                    <a:cubicBezTo>
                      <a:pt x="720" y="259"/>
                      <a:pt x="721" y="255"/>
                      <a:pt x="723" y="253"/>
                    </a:cubicBezTo>
                    <a:cubicBezTo>
                      <a:pt x="724" y="252"/>
                      <a:pt x="726" y="250"/>
                      <a:pt x="727" y="249"/>
                    </a:cubicBezTo>
                    <a:cubicBezTo>
                      <a:pt x="729" y="249"/>
                      <a:pt x="730" y="249"/>
                      <a:pt x="732" y="248"/>
                    </a:cubicBezTo>
                    <a:cubicBezTo>
                      <a:pt x="735" y="247"/>
                      <a:pt x="737" y="244"/>
                      <a:pt x="738" y="241"/>
                    </a:cubicBezTo>
                    <a:cubicBezTo>
                      <a:pt x="739" y="236"/>
                      <a:pt x="738" y="231"/>
                      <a:pt x="736" y="226"/>
                    </a:cubicBezTo>
                    <a:cubicBezTo>
                      <a:pt x="735" y="220"/>
                      <a:pt x="730" y="217"/>
                      <a:pt x="724" y="215"/>
                    </a:cubicBezTo>
                    <a:cubicBezTo>
                      <a:pt x="714" y="212"/>
                      <a:pt x="703" y="213"/>
                      <a:pt x="693" y="215"/>
                    </a:cubicBezTo>
                    <a:cubicBezTo>
                      <a:pt x="688" y="216"/>
                      <a:pt x="685" y="218"/>
                      <a:pt x="681" y="219"/>
                    </a:cubicBezTo>
                    <a:cubicBezTo>
                      <a:pt x="678" y="220"/>
                      <a:pt x="676" y="221"/>
                      <a:pt x="674" y="221"/>
                    </a:cubicBezTo>
                    <a:cubicBezTo>
                      <a:pt x="672" y="220"/>
                      <a:pt x="670" y="218"/>
                      <a:pt x="668" y="217"/>
                    </a:cubicBezTo>
                    <a:cubicBezTo>
                      <a:pt x="666" y="215"/>
                      <a:pt x="663" y="213"/>
                      <a:pt x="661" y="212"/>
                    </a:cubicBezTo>
                    <a:cubicBezTo>
                      <a:pt x="655" y="208"/>
                      <a:pt x="648" y="208"/>
                      <a:pt x="641" y="205"/>
                    </a:cubicBezTo>
                    <a:cubicBezTo>
                      <a:pt x="635" y="203"/>
                      <a:pt x="630" y="198"/>
                      <a:pt x="625" y="194"/>
                    </a:cubicBezTo>
                    <a:cubicBezTo>
                      <a:pt x="623" y="193"/>
                      <a:pt x="620" y="192"/>
                      <a:pt x="618" y="192"/>
                    </a:cubicBezTo>
                    <a:cubicBezTo>
                      <a:pt x="616" y="193"/>
                      <a:pt x="615" y="195"/>
                      <a:pt x="615" y="197"/>
                    </a:cubicBezTo>
                    <a:cubicBezTo>
                      <a:pt x="614" y="203"/>
                      <a:pt x="618" y="208"/>
                      <a:pt x="621" y="213"/>
                    </a:cubicBezTo>
                    <a:cubicBezTo>
                      <a:pt x="624" y="217"/>
                      <a:pt x="626" y="222"/>
                      <a:pt x="624" y="227"/>
                    </a:cubicBezTo>
                    <a:cubicBezTo>
                      <a:pt x="623" y="232"/>
                      <a:pt x="619" y="236"/>
                      <a:pt x="617" y="240"/>
                    </a:cubicBezTo>
                    <a:cubicBezTo>
                      <a:pt x="614" y="245"/>
                      <a:pt x="614" y="251"/>
                      <a:pt x="614" y="257"/>
                    </a:cubicBezTo>
                    <a:cubicBezTo>
                      <a:pt x="614" y="264"/>
                      <a:pt x="615" y="271"/>
                      <a:pt x="615" y="279"/>
                    </a:cubicBezTo>
                    <a:cubicBezTo>
                      <a:pt x="615" y="284"/>
                      <a:pt x="617" y="288"/>
                      <a:pt x="621" y="292"/>
                    </a:cubicBezTo>
                    <a:cubicBezTo>
                      <a:pt x="625" y="295"/>
                      <a:pt x="629" y="298"/>
                      <a:pt x="631" y="303"/>
                    </a:cubicBezTo>
                    <a:cubicBezTo>
                      <a:pt x="633" y="309"/>
                      <a:pt x="631" y="314"/>
                      <a:pt x="632" y="320"/>
                    </a:cubicBezTo>
                    <a:cubicBezTo>
                      <a:pt x="633" y="324"/>
                      <a:pt x="635" y="328"/>
                      <a:pt x="640" y="329"/>
                    </a:cubicBezTo>
                    <a:cubicBezTo>
                      <a:pt x="641" y="330"/>
                      <a:pt x="643" y="330"/>
                      <a:pt x="644" y="331"/>
                    </a:cubicBezTo>
                    <a:cubicBezTo>
                      <a:pt x="645" y="332"/>
                      <a:pt x="645" y="332"/>
                      <a:pt x="644" y="333"/>
                    </a:cubicBezTo>
                    <a:cubicBezTo>
                      <a:pt x="641" y="334"/>
                      <a:pt x="639" y="336"/>
                      <a:pt x="637" y="339"/>
                    </a:cubicBezTo>
                    <a:cubicBezTo>
                      <a:pt x="636" y="340"/>
                      <a:pt x="636" y="341"/>
                      <a:pt x="636" y="342"/>
                    </a:cubicBezTo>
                    <a:cubicBezTo>
                      <a:pt x="636" y="343"/>
                      <a:pt x="637" y="345"/>
                      <a:pt x="637" y="347"/>
                    </a:cubicBezTo>
                    <a:cubicBezTo>
                      <a:pt x="636" y="348"/>
                      <a:pt x="636" y="349"/>
                      <a:pt x="635" y="350"/>
                    </a:cubicBezTo>
                    <a:cubicBezTo>
                      <a:pt x="634" y="352"/>
                      <a:pt x="633" y="355"/>
                      <a:pt x="632" y="357"/>
                    </a:cubicBezTo>
                    <a:cubicBezTo>
                      <a:pt x="631" y="358"/>
                      <a:pt x="630" y="359"/>
                      <a:pt x="630" y="360"/>
                    </a:cubicBezTo>
                    <a:cubicBezTo>
                      <a:pt x="630" y="361"/>
                      <a:pt x="630" y="362"/>
                      <a:pt x="629" y="363"/>
                    </a:cubicBezTo>
                    <a:cubicBezTo>
                      <a:pt x="628" y="366"/>
                      <a:pt x="629" y="370"/>
                      <a:pt x="629" y="373"/>
                    </a:cubicBezTo>
                    <a:cubicBezTo>
                      <a:pt x="629" y="375"/>
                      <a:pt x="629" y="377"/>
                      <a:pt x="629" y="379"/>
                    </a:cubicBezTo>
                    <a:cubicBezTo>
                      <a:pt x="629" y="380"/>
                      <a:pt x="628" y="381"/>
                      <a:pt x="630" y="381"/>
                    </a:cubicBezTo>
                    <a:cubicBezTo>
                      <a:pt x="631" y="382"/>
                      <a:pt x="633" y="382"/>
                      <a:pt x="634" y="382"/>
                    </a:cubicBezTo>
                    <a:cubicBezTo>
                      <a:pt x="635" y="382"/>
                      <a:pt x="635" y="381"/>
                      <a:pt x="636" y="382"/>
                    </a:cubicBezTo>
                    <a:cubicBezTo>
                      <a:pt x="639" y="383"/>
                      <a:pt x="634" y="384"/>
                      <a:pt x="633" y="385"/>
                    </a:cubicBezTo>
                    <a:cubicBezTo>
                      <a:pt x="632" y="386"/>
                      <a:pt x="632" y="389"/>
                      <a:pt x="632" y="390"/>
                    </a:cubicBezTo>
                    <a:cubicBezTo>
                      <a:pt x="632" y="393"/>
                      <a:pt x="631" y="396"/>
                      <a:pt x="632" y="398"/>
                    </a:cubicBezTo>
                    <a:cubicBezTo>
                      <a:pt x="632" y="403"/>
                      <a:pt x="628" y="406"/>
                      <a:pt x="625" y="409"/>
                    </a:cubicBezTo>
                    <a:cubicBezTo>
                      <a:pt x="623" y="411"/>
                      <a:pt x="622" y="413"/>
                      <a:pt x="621" y="415"/>
                    </a:cubicBezTo>
                    <a:cubicBezTo>
                      <a:pt x="620" y="418"/>
                      <a:pt x="619" y="420"/>
                      <a:pt x="618" y="423"/>
                    </a:cubicBezTo>
                    <a:cubicBezTo>
                      <a:pt x="617" y="425"/>
                      <a:pt x="617" y="428"/>
                      <a:pt x="619" y="430"/>
                    </a:cubicBezTo>
                    <a:cubicBezTo>
                      <a:pt x="620" y="432"/>
                      <a:pt x="622" y="433"/>
                      <a:pt x="623" y="435"/>
                    </a:cubicBezTo>
                    <a:cubicBezTo>
                      <a:pt x="624" y="438"/>
                      <a:pt x="621" y="439"/>
                      <a:pt x="620" y="441"/>
                    </a:cubicBezTo>
                    <a:cubicBezTo>
                      <a:pt x="618" y="442"/>
                      <a:pt x="617" y="445"/>
                      <a:pt x="617" y="447"/>
                    </a:cubicBezTo>
                    <a:cubicBezTo>
                      <a:pt x="615" y="455"/>
                      <a:pt x="619" y="461"/>
                      <a:pt x="625" y="465"/>
                    </a:cubicBezTo>
                    <a:cubicBezTo>
                      <a:pt x="627" y="467"/>
                      <a:pt x="628" y="469"/>
                      <a:pt x="631" y="470"/>
                    </a:cubicBezTo>
                    <a:cubicBezTo>
                      <a:pt x="633" y="471"/>
                      <a:pt x="635" y="472"/>
                      <a:pt x="637" y="472"/>
                    </a:cubicBezTo>
                    <a:cubicBezTo>
                      <a:pt x="640" y="472"/>
                      <a:pt x="643" y="471"/>
                      <a:pt x="645" y="471"/>
                    </a:cubicBezTo>
                    <a:cubicBezTo>
                      <a:pt x="647" y="472"/>
                      <a:pt x="650" y="474"/>
                      <a:pt x="650" y="476"/>
                    </a:cubicBezTo>
                    <a:cubicBezTo>
                      <a:pt x="651" y="478"/>
                      <a:pt x="647" y="480"/>
                      <a:pt x="645" y="480"/>
                    </a:cubicBezTo>
                    <a:cubicBezTo>
                      <a:pt x="643" y="481"/>
                      <a:pt x="641" y="481"/>
                      <a:pt x="638" y="481"/>
                    </a:cubicBezTo>
                    <a:cubicBezTo>
                      <a:pt x="637" y="481"/>
                      <a:pt x="636" y="481"/>
                      <a:pt x="636" y="481"/>
                    </a:cubicBezTo>
                    <a:cubicBezTo>
                      <a:pt x="634" y="481"/>
                      <a:pt x="633" y="481"/>
                      <a:pt x="632" y="481"/>
                    </a:cubicBezTo>
                    <a:cubicBezTo>
                      <a:pt x="630" y="481"/>
                      <a:pt x="628" y="481"/>
                      <a:pt x="625" y="481"/>
                    </a:cubicBezTo>
                    <a:cubicBezTo>
                      <a:pt x="621" y="480"/>
                      <a:pt x="617" y="481"/>
                      <a:pt x="613" y="481"/>
                    </a:cubicBezTo>
                    <a:cubicBezTo>
                      <a:pt x="606" y="482"/>
                      <a:pt x="599" y="481"/>
                      <a:pt x="593" y="480"/>
                    </a:cubicBezTo>
                    <a:cubicBezTo>
                      <a:pt x="588" y="480"/>
                      <a:pt x="583" y="480"/>
                      <a:pt x="578" y="478"/>
                    </a:cubicBezTo>
                    <a:cubicBezTo>
                      <a:pt x="572" y="476"/>
                      <a:pt x="566" y="476"/>
                      <a:pt x="560" y="472"/>
                    </a:cubicBezTo>
                    <a:cubicBezTo>
                      <a:pt x="558" y="470"/>
                      <a:pt x="557" y="467"/>
                      <a:pt x="557" y="464"/>
                    </a:cubicBezTo>
                    <a:cubicBezTo>
                      <a:pt x="558" y="460"/>
                      <a:pt x="562" y="457"/>
                      <a:pt x="565" y="454"/>
                    </a:cubicBezTo>
                    <a:cubicBezTo>
                      <a:pt x="566" y="452"/>
                      <a:pt x="568" y="448"/>
                      <a:pt x="566" y="446"/>
                    </a:cubicBezTo>
                    <a:cubicBezTo>
                      <a:pt x="564" y="445"/>
                      <a:pt x="562" y="445"/>
                      <a:pt x="560" y="445"/>
                    </a:cubicBezTo>
                    <a:cubicBezTo>
                      <a:pt x="558" y="444"/>
                      <a:pt x="556" y="444"/>
                      <a:pt x="554" y="444"/>
                    </a:cubicBezTo>
                    <a:cubicBezTo>
                      <a:pt x="553" y="444"/>
                      <a:pt x="551" y="445"/>
                      <a:pt x="550" y="445"/>
                    </a:cubicBezTo>
                    <a:cubicBezTo>
                      <a:pt x="548" y="445"/>
                      <a:pt x="545" y="445"/>
                      <a:pt x="543" y="445"/>
                    </a:cubicBezTo>
                    <a:cubicBezTo>
                      <a:pt x="539" y="445"/>
                      <a:pt x="535" y="446"/>
                      <a:pt x="532" y="449"/>
                    </a:cubicBezTo>
                    <a:cubicBezTo>
                      <a:pt x="529" y="451"/>
                      <a:pt x="526" y="453"/>
                      <a:pt x="527" y="457"/>
                    </a:cubicBezTo>
                    <a:cubicBezTo>
                      <a:pt x="527" y="462"/>
                      <a:pt x="529" y="465"/>
                      <a:pt x="531" y="469"/>
                    </a:cubicBezTo>
                    <a:cubicBezTo>
                      <a:pt x="533" y="472"/>
                      <a:pt x="533" y="475"/>
                      <a:pt x="534" y="478"/>
                    </a:cubicBezTo>
                    <a:cubicBezTo>
                      <a:pt x="535" y="481"/>
                      <a:pt x="539" y="486"/>
                      <a:pt x="535" y="488"/>
                    </a:cubicBezTo>
                    <a:cubicBezTo>
                      <a:pt x="534" y="489"/>
                      <a:pt x="532" y="489"/>
                      <a:pt x="531" y="490"/>
                    </a:cubicBezTo>
                    <a:cubicBezTo>
                      <a:pt x="529" y="490"/>
                      <a:pt x="528" y="492"/>
                      <a:pt x="527" y="493"/>
                    </a:cubicBezTo>
                    <a:cubicBezTo>
                      <a:pt x="527" y="494"/>
                      <a:pt x="526" y="494"/>
                      <a:pt x="524" y="494"/>
                    </a:cubicBezTo>
                    <a:cubicBezTo>
                      <a:pt x="523" y="494"/>
                      <a:pt x="523" y="493"/>
                      <a:pt x="523" y="492"/>
                    </a:cubicBezTo>
                    <a:cubicBezTo>
                      <a:pt x="523" y="491"/>
                      <a:pt x="525" y="490"/>
                      <a:pt x="525" y="489"/>
                    </a:cubicBezTo>
                    <a:cubicBezTo>
                      <a:pt x="526" y="487"/>
                      <a:pt x="526" y="485"/>
                      <a:pt x="525" y="483"/>
                    </a:cubicBezTo>
                    <a:cubicBezTo>
                      <a:pt x="525" y="480"/>
                      <a:pt x="525" y="477"/>
                      <a:pt x="525" y="474"/>
                    </a:cubicBezTo>
                    <a:cubicBezTo>
                      <a:pt x="525" y="473"/>
                      <a:pt x="526" y="471"/>
                      <a:pt x="526" y="469"/>
                    </a:cubicBezTo>
                    <a:cubicBezTo>
                      <a:pt x="526" y="467"/>
                      <a:pt x="524" y="466"/>
                      <a:pt x="523" y="464"/>
                    </a:cubicBezTo>
                    <a:cubicBezTo>
                      <a:pt x="521" y="462"/>
                      <a:pt x="519" y="459"/>
                      <a:pt x="517" y="457"/>
                    </a:cubicBezTo>
                    <a:cubicBezTo>
                      <a:pt x="516" y="455"/>
                      <a:pt x="515" y="454"/>
                      <a:pt x="513" y="453"/>
                    </a:cubicBezTo>
                    <a:cubicBezTo>
                      <a:pt x="511" y="453"/>
                      <a:pt x="510" y="453"/>
                      <a:pt x="508" y="453"/>
                    </a:cubicBezTo>
                    <a:cubicBezTo>
                      <a:pt x="505" y="454"/>
                      <a:pt x="503" y="454"/>
                      <a:pt x="500" y="455"/>
                    </a:cubicBezTo>
                    <a:cubicBezTo>
                      <a:pt x="499" y="457"/>
                      <a:pt x="498" y="458"/>
                      <a:pt x="498" y="460"/>
                    </a:cubicBezTo>
                    <a:cubicBezTo>
                      <a:pt x="498" y="460"/>
                      <a:pt x="497" y="463"/>
                      <a:pt x="497" y="463"/>
                    </a:cubicBezTo>
                    <a:cubicBezTo>
                      <a:pt x="496" y="463"/>
                      <a:pt x="496" y="457"/>
                      <a:pt x="494" y="459"/>
                    </a:cubicBezTo>
                    <a:cubicBezTo>
                      <a:pt x="493" y="460"/>
                      <a:pt x="491" y="467"/>
                      <a:pt x="490" y="463"/>
                    </a:cubicBezTo>
                    <a:cubicBezTo>
                      <a:pt x="489" y="460"/>
                      <a:pt x="489" y="458"/>
                      <a:pt x="489" y="455"/>
                    </a:cubicBezTo>
                    <a:cubicBezTo>
                      <a:pt x="489" y="454"/>
                      <a:pt x="490" y="452"/>
                      <a:pt x="489" y="451"/>
                    </a:cubicBezTo>
                    <a:cubicBezTo>
                      <a:pt x="488" y="448"/>
                      <a:pt x="483" y="446"/>
                      <a:pt x="481" y="447"/>
                    </a:cubicBezTo>
                    <a:cubicBezTo>
                      <a:pt x="478" y="448"/>
                      <a:pt x="477" y="451"/>
                      <a:pt x="474" y="451"/>
                    </a:cubicBezTo>
                    <a:cubicBezTo>
                      <a:pt x="470" y="450"/>
                      <a:pt x="474" y="446"/>
                      <a:pt x="475" y="444"/>
                    </a:cubicBezTo>
                    <a:cubicBezTo>
                      <a:pt x="478" y="442"/>
                      <a:pt x="483" y="439"/>
                      <a:pt x="482" y="435"/>
                    </a:cubicBezTo>
                    <a:cubicBezTo>
                      <a:pt x="481" y="432"/>
                      <a:pt x="477" y="430"/>
                      <a:pt x="474" y="431"/>
                    </a:cubicBezTo>
                    <a:cubicBezTo>
                      <a:pt x="472" y="432"/>
                      <a:pt x="471" y="435"/>
                      <a:pt x="468" y="436"/>
                    </a:cubicBezTo>
                    <a:cubicBezTo>
                      <a:pt x="465" y="438"/>
                      <a:pt x="461" y="438"/>
                      <a:pt x="459" y="436"/>
                    </a:cubicBezTo>
                    <a:cubicBezTo>
                      <a:pt x="456" y="434"/>
                      <a:pt x="454" y="432"/>
                      <a:pt x="450" y="433"/>
                    </a:cubicBezTo>
                    <a:cubicBezTo>
                      <a:pt x="446" y="434"/>
                      <a:pt x="444" y="436"/>
                      <a:pt x="444" y="439"/>
                    </a:cubicBezTo>
                    <a:cubicBezTo>
                      <a:pt x="444" y="442"/>
                      <a:pt x="443" y="444"/>
                      <a:pt x="440" y="444"/>
                    </a:cubicBezTo>
                    <a:cubicBezTo>
                      <a:pt x="437" y="445"/>
                      <a:pt x="435" y="445"/>
                      <a:pt x="432" y="445"/>
                    </a:cubicBezTo>
                    <a:cubicBezTo>
                      <a:pt x="429" y="446"/>
                      <a:pt x="426" y="446"/>
                      <a:pt x="423" y="448"/>
                    </a:cubicBezTo>
                    <a:cubicBezTo>
                      <a:pt x="421" y="450"/>
                      <a:pt x="419" y="452"/>
                      <a:pt x="417" y="454"/>
                    </a:cubicBezTo>
                    <a:cubicBezTo>
                      <a:pt x="416" y="456"/>
                      <a:pt x="414" y="457"/>
                      <a:pt x="412" y="457"/>
                    </a:cubicBezTo>
                    <a:cubicBezTo>
                      <a:pt x="409" y="458"/>
                      <a:pt x="407" y="457"/>
                      <a:pt x="404" y="457"/>
                    </a:cubicBezTo>
                    <a:cubicBezTo>
                      <a:pt x="404" y="457"/>
                      <a:pt x="403" y="457"/>
                      <a:pt x="403" y="457"/>
                    </a:cubicBezTo>
                    <a:cubicBezTo>
                      <a:pt x="402" y="458"/>
                      <a:pt x="403" y="459"/>
                      <a:pt x="402" y="460"/>
                    </a:cubicBezTo>
                    <a:cubicBezTo>
                      <a:pt x="402" y="460"/>
                      <a:pt x="401" y="461"/>
                      <a:pt x="400" y="460"/>
                    </a:cubicBezTo>
                    <a:cubicBezTo>
                      <a:pt x="399" y="460"/>
                      <a:pt x="400" y="459"/>
                      <a:pt x="400" y="459"/>
                    </a:cubicBezTo>
                    <a:cubicBezTo>
                      <a:pt x="401" y="456"/>
                      <a:pt x="398" y="457"/>
                      <a:pt x="397" y="457"/>
                    </a:cubicBezTo>
                    <a:cubicBezTo>
                      <a:pt x="397" y="454"/>
                      <a:pt x="400" y="455"/>
                      <a:pt x="401" y="454"/>
                    </a:cubicBezTo>
                    <a:cubicBezTo>
                      <a:pt x="403" y="453"/>
                      <a:pt x="404" y="452"/>
                      <a:pt x="404" y="450"/>
                    </a:cubicBezTo>
                    <a:cubicBezTo>
                      <a:pt x="404" y="448"/>
                      <a:pt x="402" y="447"/>
                      <a:pt x="400" y="446"/>
                    </a:cubicBezTo>
                    <a:cubicBezTo>
                      <a:pt x="398" y="444"/>
                      <a:pt x="396" y="443"/>
                      <a:pt x="394" y="442"/>
                    </a:cubicBezTo>
                    <a:cubicBezTo>
                      <a:pt x="393" y="441"/>
                      <a:pt x="392" y="440"/>
                      <a:pt x="391" y="438"/>
                    </a:cubicBezTo>
                    <a:cubicBezTo>
                      <a:pt x="390" y="436"/>
                      <a:pt x="389" y="434"/>
                      <a:pt x="388" y="432"/>
                    </a:cubicBezTo>
                    <a:cubicBezTo>
                      <a:pt x="388" y="431"/>
                      <a:pt x="387" y="429"/>
                      <a:pt x="388" y="428"/>
                    </a:cubicBezTo>
                    <a:cubicBezTo>
                      <a:pt x="388" y="427"/>
                      <a:pt x="389" y="427"/>
                      <a:pt x="389" y="426"/>
                    </a:cubicBezTo>
                    <a:cubicBezTo>
                      <a:pt x="390" y="426"/>
                      <a:pt x="390" y="425"/>
                      <a:pt x="390" y="424"/>
                    </a:cubicBezTo>
                    <a:cubicBezTo>
                      <a:pt x="391" y="422"/>
                      <a:pt x="391" y="420"/>
                      <a:pt x="390" y="418"/>
                    </a:cubicBezTo>
                    <a:cubicBezTo>
                      <a:pt x="389" y="415"/>
                      <a:pt x="387" y="412"/>
                      <a:pt x="385" y="410"/>
                    </a:cubicBezTo>
                    <a:cubicBezTo>
                      <a:pt x="384" y="408"/>
                      <a:pt x="383" y="406"/>
                      <a:pt x="381" y="404"/>
                    </a:cubicBezTo>
                    <a:cubicBezTo>
                      <a:pt x="380" y="402"/>
                      <a:pt x="378" y="401"/>
                      <a:pt x="377" y="400"/>
                    </a:cubicBezTo>
                    <a:cubicBezTo>
                      <a:pt x="375" y="395"/>
                      <a:pt x="379" y="391"/>
                      <a:pt x="377" y="386"/>
                    </a:cubicBezTo>
                    <a:cubicBezTo>
                      <a:pt x="377" y="385"/>
                      <a:pt x="376" y="385"/>
                      <a:pt x="375" y="385"/>
                    </a:cubicBezTo>
                    <a:cubicBezTo>
                      <a:pt x="373" y="384"/>
                      <a:pt x="372" y="383"/>
                      <a:pt x="370" y="382"/>
                    </a:cubicBezTo>
                    <a:cubicBezTo>
                      <a:pt x="368" y="381"/>
                      <a:pt x="366" y="380"/>
                      <a:pt x="364" y="380"/>
                    </a:cubicBezTo>
                    <a:cubicBezTo>
                      <a:pt x="363" y="380"/>
                      <a:pt x="361" y="380"/>
                      <a:pt x="360" y="379"/>
                    </a:cubicBezTo>
                    <a:cubicBezTo>
                      <a:pt x="358" y="378"/>
                      <a:pt x="361" y="376"/>
                      <a:pt x="362" y="376"/>
                    </a:cubicBezTo>
                    <a:cubicBezTo>
                      <a:pt x="364" y="374"/>
                      <a:pt x="365" y="372"/>
                      <a:pt x="364" y="370"/>
                    </a:cubicBezTo>
                    <a:cubicBezTo>
                      <a:pt x="363" y="368"/>
                      <a:pt x="359" y="368"/>
                      <a:pt x="356" y="368"/>
                    </a:cubicBezTo>
                    <a:cubicBezTo>
                      <a:pt x="355" y="368"/>
                      <a:pt x="354" y="368"/>
                      <a:pt x="354" y="368"/>
                    </a:cubicBezTo>
                    <a:cubicBezTo>
                      <a:pt x="353" y="365"/>
                      <a:pt x="355" y="365"/>
                      <a:pt x="357" y="364"/>
                    </a:cubicBezTo>
                    <a:cubicBezTo>
                      <a:pt x="359" y="363"/>
                      <a:pt x="363" y="361"/>
                      <a:pt x="363" y="358"/>
                    </a:cubicBezTo>
                    <a:cubicBezTo>
                      <a:pt x="364" y="352"/>
                      <a:pt x="354" y="353"/>
                      <a:pt x="351" y="354"/>
                    </a:cubicBezTo>
                    <a:cubicBezTo>
                      <a:pt x="348" y="355"/>
                      <a:pt x="345" y="355"/>
                      <a:pt x="343" y="356"/>
                    </a:cubicBezTo>
                    <a:cubicBezTo>
                      <a:pt x="340" y="357"/>
                      <a:pt x="338" y="359"/>
                      <a:pt x="335" y="360"/>
                    </a:cubicBezTo>
                    <a:cubicBezTo>
                      <a:pt x="334" y="360"/>
                      <a:pt x="333" y="360"/>
                      <a:pt x="332" y="360"/>
                    </a:cubicBezTo>
                    <a:cubicBezTo>
                      <a:pt x="331" y="359"/>
                      <a:pt x="332" y="357"/>
                      <a:pt x="332" y="357"/>
                    </a:cubicBezTo>
                    <a:cubicBezTo>
                      <a:pt x="334" y="355"/>
                      <a:pt x="336" y="352"/>
                      <a:pt x="334" y="350"/>
                    </a:cubicBezTo>
                    <a:cubicBezTo>
                      <a:pt x="332" y="349"/>
                      <a:pt x="329" y="351"/>
                      <a:pt x="328" y="353"/>
                    </a:cubicBezTo>
                    <a:cubicBezTo>
                      <a:pt x="328" y="354"/>
                      <a:pt x="328" y="354"/>
                      <a:pt x="327" y="355"/>
                    </a:cubicBezTo>
                    <a:cubicBezTo>
                      <a:pt x="325" y="355"/>
                      <a:pt x="324" y="355"/>
                      <a:pt x="322" y="355"/>
                    </a:cubicBezTo>
                    <a:cubicBezTo>
                      <a:pt x="322" y="354"/>
                      <a:pt x="323" y="353"/>
                      <a:pt x="323" y="352"/>
                    </a:cubicBezTo>
                    <a:cubicBezTo>
                      <a:pt x="320" y="352"/>
                      <a:pt x="318" y="352"/>
                      <a:pt x="316" y="353"/>
                    </a:cubicBezTo>
                    <a:cubicBezTo>
                      <a:pt x="313" y="353"/>
                      <a:pt x="311" y="354"/>
                      <a:pt x="308" y="354"/>
                    </a:cubicBezTo>
                    <a:cubicBezTo>
                      <a:pt x="305" y="354"/>
                      <a:pt x="303" y="355"/>
                      <a:pt x="301" y="356"/>
                    </a:cubicBezTo>
                    <a:cubicBezTo>
                      <a:pt x="299" y="357"/>
                      <a:pt x="296" y="358"/>
                      <a:pt x="294" y="355"/>
                    </a:cubicBezTo>
                    <a:cubicBezTo>
                      <a:pt x="293" y="354"/>
                      <a:pt x="293" y="351"/>
                      <a:pt x="292" y="350"/>
                    </a:cubicBezTo>
                    <a:cubicBezTo>
                      <a:pt x="290" y="349"/>
                      <a:pt x="289" y="349"/>
                      <a:pt x="288" y="347"/>
                    </a:cubicBezTo>
                    <a:cubicBezTo>
                      <a:pt x="287" y="345"/>
                      <a:pt x="286" y="344"/>
                      <a:pt x="283" y="344"/>
                    </a:cubicBezTo>
                    <a:cubicBezTo>
                      <a:pt x="281" y="344"/>
                      <a:pt x="278" y="344"/>
                      <a:pt x="277" y="346"/>
                    </a:cubicBezTo>
                    <a:cubicBezTo>
                      <a:pt x="274" y="348"/>
                      <a:pt x="271" y="353"/>
                      <a:pt x="267" y="354"/>
                    </a:cubicBezTo>
                    <a:cubicBezTo>
                      <a:pt x="265" y="354"/>
                      <a:pt x="263" y="354"/>
                      <a:pt x="262" y="356"/>
                    </a:cubicBezTo>
                    <a:cubicBezTo>
                      <a:pt x="261" y="358"/>
                      <a:pt x="260" y="361"/>
                      <a:pt x="261" y="364"/>
                    </a:cubicBezTo>
                    <a:cubicBezTo>
                      <a:pt x="261" y="366"/>
                      <a:pt x="262" y="367"/>
                      <a:pt x="264" y="368"/>
                    </a:cubicBezTo>
                    <a:cubicBezTo>
                      <a:pt x="265" y="369"/>
                      <a:pt x="266" y="371"/>
                      <a:pt x="264" y="372"/>
                    </a:cubicBezTo>
                    <a:cubicBezTo>
                      <a:pt x="262" y="374"/>
                      <a:pt x="259" y="373"/>
                      <a:pt x="256" y="374"/>
                    </a:cubicBezTo>
                    <a:cubicBezTo>
                      <a:pt x="254" y="375"/>
                      <a:pt x="255" y="378"/>
                      <a:pt x="254" y="380"/>
                    </a:cubicBezTo>
                    <a:cubicBezTo>
                      <a:pt x="254" y="381"/>
                      <a:pt x="254" y="383"/>
                      <a:pt x="253" y="383"/>
                    </a:cubicBezTo>
                    <a:cubicBezTo>
                      <a:pt x="253" y="383"/>
                      <a:pt x="252" y="382"/>
                      <a:pt x="252" y="382"/>
                    </a:cubicBezTo>
                    <a:cubicBezTo>
                      <a:pt x="250" y="380"/>
                      <a:pt x="249" y="380"/>
                      <a:pt x="247" y="381"/>
                    </a:cubicBezTo>
                    <a:cubicBezTo>
                      <a:pt x="241" y="383"/>
                      <a:pt x="243" y="371"/>
                      <a:pt x="238" y="372"/>
                    </a:cubicBezTo>
                    <a:cubicBezTo>
                      <a:pt x="236" y="372"/>
                      <a:pt x="234" y="374"/>
                      <a:pt x="233" y="371"/>
                    </a:cubicBezTo>
                    <a:cubicBezTo>
                      <a:pt x="232" y="370"/>
                      <a:pt x="232" y="367"/>
                      <a:pt x="231" y="366"/>
                    </a:cubicBezTo>
                    <a:cubicBezTo>
                      <a:pt x="229" y="365"/>
                      <a:pt x="227" y="365"/>
                      <a:pt x="225" y="364"/>
                    </a:cubicBezTo>
                    <a:cubicBezTo>
                      <a:pt x="223" y="363"/>
                      <a:pt x="222" y="361"/>
                      <a:pt x="220" y="360"/>
                    </a:cubicBezTo>
                    <a:cubicBezTo>
                      <a:pt x="218" y="360"/>
                      <a:pt x="216" y="360"/>
                      <a:pt x="215" y="361"/>
                    </a:cubicBezTo>
                    <a:cubicBezTo>
                      <a:pt x="214" y="363"/>
                      <a:pt x="212" y="365"/>
                      <a:pt x="210" y="367"/>
                    </a:cubicBezTo>
                    <a:cubicBezTo>
                      <a:pt x="209" y="368"/>
                      <a:pt x="208" y="370"/>
                      <a:pt x="207" y="372"/>
                    </a:cubicBezTo>
                    <a:cubicBezTo>
                      <a:pt x="206" y="374"/>
                      <a:pt x="206" y="377"/>
                      <a:pt x="204" y="379"/>
                    </a:cubicBezTo>
                    <a:cubicBezTo>
                      <a:pt x="203" y="381"/>
                      <a:pt x="202" y="380"/>
                      <a:pt x="201" y="378"/>
                    </a:cubicBezTo>
                    <a:cubicBezTo>
                      <a:pt x="201" y="378"/>
                      <a:pt x="200" y="377"/>
                      <a:pt x="199" y="377"/>
                    </a:cubicBezTo>
                    <a:cubicBezTo>
                      <a:pt x="199" y="376"/>
                      <a:pt x="198" y="376"/>
                      <a:pt x="197" y="376"/>
                    </a:cubicBezTo>
                    <a:cubicBezTo>
                      <a:pt x="196" y="374"/>
                      <a:pt x="197" y="370"/>
                      <a:pt x="197" y="368"/>
                    </a:cubicBezTo>
                    <a:cubicBezTo>
                      <a:pt x="197" y="367"/>
                      <a:pt x="197" y="364"/>
                      <a:pt x="195" y="364"/>
                    </a:cubicBezTo>
                    <a:cubicBezTo>
                      <a:pt x="193" y="365"/>
                      <a:pt x="193" y="368"/>
                      <a:pt x="192" y="369"/>
                    </a:cubicBezTo>
                    <a:cubicBezTo>
                      <a:pt x="190" y="372"/>
                      <a:pt x="189" y="368"/>
                      <a:pt x="188" y="366"/>
                    </a:cubicBezTo>
                    <a:cubicBezTo>
                      <a:pt x="187" y="362"/>
                      <a:pt x="189" y="358"/>
                      <a:pt x="190" y="354"/>
                    </a:cubicBezTo>
                    <a:cubicBezTo>
                      <a:pt x="190" y="353"/>
                      <a:pt x="190" y="350"/>
                      <a:pt x="189" y="349"/>
                    </a:cubicBezTo>
                    <a:cubicBezTo>
                      <a:pt x="188" y="347"/>
                      <a:pt x="186" y="348"/>
                      <a:pt x="184" y="348"/>
                    </a:cubicBezTo>
                    <a:cubicBezTo>
                      <a:pt x="181" y="348"/>
                      <a:pt x="178" y="348"/>
                      <a:pt x="176" y="350"/>
                    </a:cubicBezTo>
                    <a:cubicBezTo>
                      <a:pt x="175" y="351"/>
                      <a:pt x="173" y="354"/>
                      <a:pt x="172" y="353"/>
                    </a:cubicBezTo>
                    <a:cubicBezTo>
                      <a:pt x="171" y="353"/>
                      <a:pt x="170" y="352"/>
                      <a:pt x="169" y="351"/>
                    </a:cubicBezTo>
                    <a:cubicBezTo>
                      <a:pt x="168" y="351"/>
                      <a:pt x="167" y="351"/>
                      <a:pt x="165" y="350"/>
                    </a:cubicBezTo>
                    <a:cubicBezTo>
                      <a:pt x="163" y="350"/>
                      <a:pt x="162" y="349"/>
                      <a:pt x="160" y="349"/>
                    </a:cubicBezTo>
                    <a:cubicBezTo>
                      <a:pt x="158" y="348"/>
                      <a:pt x="157" y="348"/>
                      <a:pt x="156" y="349"/>
                    </a:cubicBezTo>
                    <a:cubicBezTo>
                      <a:pt x="154" y="349"/>
                      <a:pt x="153" y="349"/>
                      <a:pt x="152" y="349"/>
                    </a:cubicBezTo>
                    <a:cubicBezTo>
                      <a:pt x="151" y="349"/>
                      <a:pt x="150" y="349"/>
                      <a:pt x="150" y="350"/>
                    </a:cubicBezTo>
                    <a:cubicBezTo>
                      <a:pt x="149" y="350"/>
                      <a:pt x="148" y="350"/>
                      <a:pt x="147" y="351"/>
                    </a:cubicBezTo>
                    <a:cubicBezTo>
                      <a:pt x="146" y="351"/>
                      <a:pt x="146" y="352"/>
                      <a:pt x="145" y="353"/>
                    </a:cubicBezTo>
                    <a:cubicBezTo>
                      <a:pt x="145" y="353"/>
                      <a:pt x="145" y="355"/>
                      <a:pt x="145" y="355"/>
                    </a:cubicBezTo>
                    <a:cubicBezTo>
                      <a:pt x="144" y="358"/>
                      <a:pt x="141" y="355"/>
                      <a:pt x="140" y="355"/>
                    </a:cubicBezTo>
                    <a:cubicBezTo>
                      <a:pt x="139" y="353"/>
                      <a:pt x="137" y="354"/>
                      <a:pt x="135" y="354"/>
                    </a:cubicBezTo>
                    <a:cubicBezTo>
                      <a:pt x="133" y="353"/>
                      <a:pt x="131" y="351"/>
                      <a:pt x="130" y="353"/>
                    </a:cubicBezTo>
                    <a:cubicBezTo>
                      <a:pt x="129" y="354"/>
                      <a:pt x="128" y="356"/>
                      <a:pt x="126" y="355"/>
                    </a:cubicBezTo>
                    <a:cubicBezTo>
                      <a:pt x="125" y="355"/>
                      <a:pt x="125" y="354"/>
                      <a:pt x="125" y="353"/>
                    </a:cubicBezTo>
                    <a:cubicBezTo>
                      <a:pt x="125" y="352"/>
                      <a:pt x="127" y="351"/>
                      <a:pt x="127" y="351"/>
                    </a:cubicBezTo>
                    <a:cubicBezTo>
                      <a:pt x="128" y="350"/>
                      <a:pt x="129" y="350"/>
                      <a:pt x="128" y="349"/>
                    </a:cubicBezTo>
                    <a:cubicBezTo>
                      <a:pt x="128" y="348"/>
                      <a:pt x="127" y="348"/>
                      <a:pt x="126" y="348"/>
                    </a:cubicBezTo>
                    <a:cubicBezTo>
                      <a:pt x="126" y="346"/>
                      <a:pt x="125" y="344"/>
                      <a:pt x="124" y="344"/>
                    </a:cubicBezTo>
                    <a:cubicBezTo>
                      <a:pt x="122" y="344"/>
                      <a:pt x="121" y="345"/>
                      <a:pt x="120" y="346"/>
                    </a:cubicBezTo>
                    <a:cubicBezTo>
                      <a:pt x="119" y="346"/>
                      <a:pt x="119" y="347"/>
                      <a:pt x="117" y="348"/>
                    </a:cubicBezTo>
                    <a:cubicBezTo>
                      <a:pt x="116" y="348"/>
                      <a:pt x="114" y="348"/>
                      <a:pt x="113" y="348"/>
                    </a:cubicBezTo>
                    <a:cubicBezTo>
                      <a:pt x="112" y="348"/>
                      <a:pt x="112" y="350"/>
                      <a:pt x="111" y="350"/>
                    </a:cubicBezTo>
                    <a:cubicBezTo>
                      <a:pt x="109" y="351"/>
                      <a:pt x="108" y="350"/>
                      <a:pt x="107" y="349"/>
                    </a:cubicBezTo>
                    <a:cubicBezTo>
                      <a:pt x="104" y="347"/>
                      <a:pt x="105" y="350"/>
                      <a:pt x="104" y="352"/>
                    </a:cubicBezTo>
                    <a:cubicBezTo>
                      <a:pt x="103" y="354"/>
                      <a:pt x="99" y="353"/>
                      <a:pt x="97" y="353"/>
                    </a:cubicBezTo>
                    <a:cubicBezTo>
                      <a:pt x="96" y="352"/>
                      <a:pt x="95" y="351"/>
                      <a:pt x="94" y="351"/>
                    </a:cubicBezTo>
                    <a:cubicBezTo>
                      <a:pt x="92" y="351"/>
                      <a:pt x="92" y="352"/>
                      <a:pt x="91" y="352"/>
                    </a:cubicBezTo>
                    <a:cubicBezTo>
                      <a:pt x="88" y="353"/>
                      <a:pt x="88" y="349"/>
                      <a:pt x="86" y="348"/>
                    </a:cubicBezTo>
                    <a:cubicBezTo>
                      <a:pt x="85" y="348"/>
                      <a:pt x="83" y="348"/>
                      <a:pt x="82" y="348"/>
                    </a:cubicBezTo>
                    <a:cubicBezTo>
                      <a:pt x="81" y="348"/>
                      <a:pt x="80" y="347"/>
                      <a:pt x="79" y="347"/>
                    </a:cubicBezTo>
                    <a:cubicBezTo>
                      <a:pt x="78" y="347"/>
                      <a:pt x="76" y="348"/>
                      <a:pt x="75" y="349"/>
                    </a:cubicBezTo>
                    <a:cubicBezTo>
                      <a:pt x="75" y="351"/>
                      <a:pt x="76" y="352"/>
                      <a:pt x="77" y="352"/>
                    </a:cubicBezTo>
                    <a:cubicBezTo>
                      <a:pt x="79" y="354"/>
                      <a:pt x="83" y="358"/>
                      <a:pt x="82" y="362"/>
                    </a:cubicBezTo>
                    <a:cubicBezTo>
                      <a:pt x="80" y="358"/>
                      <a:pt x="77" y="355"/>
                      <a:pt x="73" y="354"/>
                    </a:cubicBezTo>
                    <a:cubicBezTo>
                      <a:pt x="67" y="354"/>
                      <a:pt x="71" y="360"/>
                      <a:pt x="72" y="362"/>
                    </a:cubicBezTo>
                    <a:cubicBezTo>
                      <a:pt x="73" y="363"/>
                      <a:pt x="76" y="365"/>
                      <a:pt x="76" y="367"/>
                    </a:cubicBezTo>
                    <a:cubicBezTo>
                      <a:pt x="76" y="368"/>
                      <a:pt x="74" y="367"/>
                      <a:pt x="73" y="367"/>
                    </a:cubicBezTo>
                    <a:cubicBezTo>
                      <a:pt x="68" y="365"/>
                      <a:pt x="65" y="361"/>
                      <a:pt x="61" y="358"/>
                    </a:cubicBezTo>
                    <a:cubicBezTo>
                      <a:pt x="58" y="355"/>
                      <a:pt x="54" y="357"/>
                      <a:pt x="50" y="358"/>
                    </a:cubicBezTo>
                    <a:cubicBezTo>
                      <a:pt x="46" y="359"/>
                      <a:pt x="41" y="361"/>
                      <a:pt x="37" y="363"/>
                    </a:cubicBezTo>
                    <a:cubicBezTo>
                      <a:pt x="34" y="364"/>
                      <a:pt x="31" y="366"/>
                      <a:pt x="30" y="369"/>
                    </a:cubicBezTo>
                    <a:cubicBezTo>
                      <a:pt x="29" y="372"/>
                      <a:pt x="29" y="374"/>
                      <a:pt x="29" y="377"/>
                    </a:cubicBezTo>
                    <a:cubicBezTo>
                      <a:pt x="28" y="380"/>
                      <a:pt x="25" y="381"/>
                      <a:pt x="23" y="382"/>
                    </a:cubicBezTo>
                    <a:cubicBezTo>
                      <a:pt x="20" y="384"/>
                      <a:pt x="20" y="387"/>
                      <a:pt x="21" y="390"/>
                    </a:cubicBezTo>
                    <a:cubicBezTo>
                      <a:pt x="22" y="394"/>
                      <a:pt x="23" y="397"/>
                      <a:pt x="21" y="401"/>
                    </a:cubicBezTo>
                    <a:cubicBezTo>
                      <a:pt x="20" y="403"/>
                      <a:pt x="17" y="405"/>
                      <a:pt x="18" y="409"/>
                    </a:cubicBezTo>
                    <a:cubicBezTo>
                      <a:pt x="18" y="413"/>
                      <a:pt x="21" y="416"/>
                      <a:pt x="25" y="415"/>
                    </a:cubicBezTo>
                    <a:cubicBezTo>
                      <a:pt x="27" y="414"/>
                      <a:pt x="28" y="412"/>
                      <a:pt x="30" y="411"/>
                    </a:cubicBezTo>
                    <a:cubicBezTo>
                      <a:pt x="31" y="410"/>
                      <a:pt x="32" y="409"/>
                      <a:pt x="34" y="410"/>
                    </a:cubicBezTo>
                    <a:cubicBezTo>
                      <a:pt x="35" y="410"/>
                      <a:pt x="37" y="412"/>
                      <a:pt x="38" y="413"/>
                    </a:cubicBezTo>
                    <a:cubicBezTo>
                      <a:pt x="39" y="415"/>
                      <a:pt x="40" y="416"/>
                      <a:pt x="42" y="417"/>
                    </a:cubicBezTo>
                    <a:cubicBezTo>
                      <a:pt x="47" y="419"/>
                      <a:pt x="51" y="418"/>
                      <a:pt x="55" y="416"/>
                    </a:cubicBezTo>
                    <a:cubicBezTo>
                      <a:pt x="58" y="414"/>
                      <a:pt x="61" y="413"/>
                      <a:pt x="64" y="414"/>
                    </a:cubicBezTo>
                    <a:cubicBezTo>
                      <a:pt x="67" y="415"/>
                      <a:pt x="70" y="416"/>
                      <a:pt x="73" y="416"/>
                    </a:cubicBezTo>
                    <a:cubicBezTo>
                      <a:pt x="76" y="415"/>
                      <a:pt x="79" y="412"/>
                      <a:pt x="82" y="411"/>
                    </a:cubicBezTo>
                    <a:cubicBezTo>
                      <a:pt x="87" y="410"/>
                      <a:pt x="91" y="410"/>
                      <a:pt x="95" y="411"/>
                    </a:cubicBezTo>
                    <a:cubicBezTo>
                      <a:pt x="97" y="411"/>
                      <a:pt x="98" y="411"/>
                      <a:pt x="100" y="411"/>
                    </a:cubicBezTo>
                    <a:cubicBezTo>
                      <a:pt x="99" y="413"/>
                      <a:pt x="98" y="414"/>
                      <a:pt x="96" y="414"/>
                    </a:cubicBezTo>
                    <a:cubicBezTo>
                      <a:pt x="93" y="413"/>
                      <a:pt x="91" y="413"/>
                      <a:pt x="89" y="414"/>
                    </a:cubicBezTo>
                    <a:cubicBezTo>
                      <a:pt x="87" y="415"/>
                      <a:pt x="86" y="416"/>
                      <a:pt x="84" y="417"/>
                    </a:cubicBezTo>
                    <a:cubicBezTo>
                      <a:pt x="83" y="419"/>
                      <a:pt x="81" y="419"/>
                      <a:pt x="79" y="420"/>
                    </a:cubicBezTo>
                    <a:cubicBezTo>
                      <a:pt x="76" y="420"/>
                      <a:pt x="75" y="422"/>
                      <a:pt x="74" y="424"/>
                    </a:cubicBezTo>
                    <a:cubicBezTo>
                      <a:pt x="74" y="426"/>
                      <a:pt x="73" y="428"/>
                      <a:pt x="76" y="428"/>
                    </a:cubicBezTo>
                    <a:cubicBezTo>
                      <a:pt x="78" y="428"/>
                      <a:pt x="80" y="428"/>
                      <a:pt x="82" y="429"/>
                    </a:cubicBezTo>
                    <a:cubicBezTo>
                      <a:pt x="84" y="430"/>
                      <a:pt x="85" y="430"/>
                      <a:pt x="87" y="429"/>
                    </a:cubicBezTo>
                    <a:cubicBezTo>
                      <a:pt x="89" y="428"/>
                      <a:pt x="90" y="428"/>
                      <a:pt x="92" y="430"/>
                    </a:cubicBezTo>
                    <a:cubicBezTo>
                      <a:pt x="94" y="431"/>
                      <a:pt x="98" y="433"/>
                      <a:pt x="100" y="432"/>
                    </a:cubicBezTo>
                    <a:cubicBezTo>
                      <a:pt x="101" y="430"/>
                      <a:pt x="101" y="427"/>
                      <a:pt x="103" y="428"/>
                    </a:cubicBezTo>
                    <a:cubicBezTo>
                      <a:pt x="105" y="428"/>
                      <a:pt x="107" y="431"/>
                      <a:pt x="105" y="432"/>
                    </a:cubicBezTo>
                    <a:cubicBezTo>
                      <a:pt x="103" y="433"/>
                      <a:pt x="101" y="432"/>
                      <a:pt x="99" y="433"/>
                    </a:cubicBezTo>
                    <a:cubicBezTo>
                      <a:pt x="98" y="434"/>
                      <a:pt x="96" y="436"/>
                      <a:pt x="98" y="437"/>
                    </a:cubicBezTo>
                    <a:cubicBezTo>
                      <a:pt x="99" y="439"/>
                      <a:pt x="102" y="440"/>
                      <a:pt x="103" y="441"/>
                    </a:cubicBezTo>
                    <a:cubicBezTo>
                      <a:pt x="105" y="442"/>
                      <a:pt x="107" y="443"/>
                      <a:pt x="108" y="444"/>
                    </a:cubicBezTo>
                    <a:cubicBezTo>
                      <a:pt x="110" y="446"/>
                      <a:pt x="109" y="449"/>
                      <a:pt x="109" y="451"/>
                    </a:cubicBezTo>
                    <a:cubicBezTo>
                      <a:pt x="108" y="453"/>
                      <a:pt x="109" y="455"/>
                      <a:pt x="111" y="456"/>
                    </a:cubicBezTo>
                    <a:cubicBezTo>
                      <a:pt x="113" y="458"/>
                      <a:pt x="115" y="459"/>
                      <a:pt x="117" y="459"/>
                    </a:cubicBezTo>
                    <a:cubicBezTo>
                      <a:pt x="119" y="460"/>
                      <a:pt x="121" y="460"/>
                      <a:pt x="122" y="462"/>
                    </a:cubicBezTo>
                    <a:cubicBezTo>
                      <a:pt x="123" y="463"/>
                      <a:pt x="123" y="464"/>
                      <a:pt x="123" y="464"/>
                    </a:cubicBezTo>
                    <a:cubicBezTo>
                      <a:pt x="122" y="465"/>
                      <a:pt x="120" y="463"/>
                      <a:pt x="119" y="462"/>
                    </a:cubicBezTo>
                    <a:cubicBezTo>
                      <a:pt x="118" y="461"/>
                      <a:pt x="116" y="461"/>
                      <a:pt x="115" y="461"/>
                    </a:cubicBezTo>
                    <a:cubicBezTo>
                      <a:pt x="114" y="460"/>
                      <a:pt x="112" y="460"/>
                      <a:pt x="111" y="459"/>
                    </a:cubicBezTo>
                    <a:cubicBezTo>
                      <a:pt x="108" y="458"/>
                      <a:pt x="108" y="455"/>
                      <a:pt x="105" y="454"/>
                    </a:cubicBezTo>
                    <a:cubicBezTo>
                      <a:pt x="103" y="453"/>
                      <a:pt x="100" y="451"/>
                      <a:pt x="101" y="449"/>
                    </a:cubicBezTo>
                    <a:cubicBezTo>
                      <a:pt x="101" y="448"/>
                      <a:pt x="102" y="448"/>
                      <a:pt x="102" y="447"/>
                    </a:cubicBezTo>
                    <a:cubicBezTo>
                      <a:pt x="103" y="445"/>
                      <a:pt x="101" y="444"/>
                      <a:pt x="99" y="443"/>
                    </a:cubicBezTo>
                    <a:cubicBezTo>
                      <a:pt x="97" y="443"/>
                      <a:pt x="96" y="443"/>
                      <a:pt x="94" y="443"/>
                    </a:cubicBezTo>
                    <a:cubicBezTo>
                      <a:pt x="92" y="443"/>
                      <a:pt x="89" y="443"/>
                      <a:pt x="86" y="443"/>
                    </a:cubicBezTo>
                    <a:cubicBezTo>
                      <a:pt x="85" y="443"/>
                      <a:pt x="86" y="443"/>
                      <a:pt x="86" y="443"/>
                    </a:cubicBezTo>
                    <a:cubicBezTo>
                      <a:pt x="86" y="443"/>
                      <a:pt x="85" y="443"/>
                      <a:pt x="85" y="443"/>
                    </a:cubicBezTo>
                    <a:cubicBezTo>
                      <a:pt x="85" y="443"/>
                      <a:pt x="84" y="443"/>
                      <a:pt x="84" y="443"/>
                    </a:cubicBezTo>
                    <a:cubicBezTo>
                      <a:pt x="83" y="443"/>
                      <a:pt x="82" y="443"/>
                      <a:pt x="81" y="443"/>
                    </a:cubicBezTo>
                    <a:cubicBezTo>
                      <a:pt x="80" y="442"/>
                      <a:pt x="79" y="443"/>
                      <a:pt x="78" y="442"/>
                    </a:cubicBezTo>
                    <a:cubicBezTo>
                      <a:pt x="78" y="441"/>
                      <a:pt x="78" y="440"/>
                      <a:pt x="77" y="440"/>
                    </a:cubicBezTo>
                    <a:cubicBezTo>
                      <a:pt x="77" y="439"/>
                      <a:pt x="76" y="440"/>
                      <a:pt x="76" y="440"/>
                    </a:cubicBezTo>
                    <a:cubicBezTo>
                      <a:pt x="75" y="440"/>
                      <a:pt x="74" y="439"/>
                      <a:pt x="73" y="439"/>
                    </a:cubicBezTo>
                    <a:cubicBezTo>
                      <a:pt x="72" y="440"/>
                      <a:pt x="71" y="440"/>
                      <a:pt x="70" y="440"/>
                    </a:cubicBezTo>
                    <a:cubicBezTo>
                      <a:pt x="68" y="440"/>
                      <a:pt x="66" y="439"/>
                      <a:pt x="65" y="437"/>
                    </a:cubicBezTo>
                    <a:cubicBezTo>
                      <a:pt x="65" y="436"/>
                      <a:pt x="65" y="435"/>
                      <a:pt x="65" y="434"/>
                    </a:cubicBezTo>
                    <a:cubicBezTo>
                      <a:pt x="65" y="433"/>
                      <a:pt x="65" y="433"/>
                      <a:pt x="65" y="432"/>
                    </a:cubicBezTo>
                    <a:cubicBezTo>
                      <a:pt x="65" y="432"/>
                      <a:pt x="65" y="432"/>
                      <a:pt x="66" y="431"/>
                    </a:cubicBezTo>
                    <a:cubicBezTo>
                      <a:pt x="65" y="431"/>
                      <a:pt x="64" y="430"/>
                      <a:pt x="64" y="429"/>
                    </a:cubicBezTo>
                    <a:cubicBezTo>
                      <a:pt x="62" y="429"/>
                      <a:pt x="60" y="428"/>
                      <a:pt x="58" y="430"/>
                    </a:cubicBezTo>
                    <a:cubicBezTo>
                      <a:pt x="57" y="432"/>
                      <a:pt x="56" y="434"/>
                      <a:pt x="54" y="433"/>
                    </a:cubicBezTo>
                    <a:cubicBezTo>
                      <a:pt x="51" y="433"/>
                      <a:pt x="51" y="430"/>
                      <a:pt x="53" y="428"/>
                    </a:cubicBezTo>
                    <a:cubicBezTo>
                      <a:pt x="54" y="427"/>
                      <a:pt x="55" y="426"/>
                      <a:pt x="56" y="426"/>
                    </a:cubicBezTo>
                    <a:cubicBezTo>
                      <a:pt x="57" y="425"/>
                      <a:pt x="58" y="424"/>
                      <a:pt x="58" y="424"/>
                    </a:cubicBezTo>
                    <a:cubicBezTo>
                      <a:pt x="58" y="422"/>
                      <a:pt x="53" y="422"/>
                      <a:pt x="52" y="422"/>
                    </a:cubicBezTo>
                    <a:cubicBezTo>
                      <a:pt x="50" y="423"/>
                      <a:pt x="50" y="426"/>
                      <a:pt x="48" y="427"/>
                    </a:cubicBezTo>
                    <a:cubicBezTo>
                      <a:pt x="47" y="429"/>
                      <a:pt x="45" y="429"/>
                      <a:pt x="43" y="429"/>
                    </a:cubicBezTo>
                    <a:cubicBezTo>
                      <a:pt x="40" y="429"/>
                      <a:pt x="39" y="431"/>
                      <a:pt x="38" y="433"/>
                    </a:cubicBezTo>
                    <a:cubicBezTo>
                      <a:pt x="36" y="436"/>
                      <a:pt x="37" y="437"/>
                      <a:pt x="40" y="438"/>
                    </a:cubicBezTo>
                    <a:cubicBezTo>
                      <a:pt x="41" y="439"/>
                      <a:pt x="45" y="439"/>
                      <a:pt x="44" y="441"/>
                    </a:cubicBezTo>
                    <a:cubicBezTo>
                      <a:pt x="44" y="443"/>
                      <a:pt x="43" y="444"/>
                      <a:pt x="42" y="445"/>
                    </a:cubicBezTo>
                    <a:cubicBezTo>
                      <a:pt x="42" y="446"/>
                      <a:pt x="41" y="448"/>
                      <a:pt x="40" y="449"/>
                    </a:cubicBezTo>
                    <a:cubicBezTo>
                      <a:pt x="39" y="452"/>
                      <a:pt x="39" y="454"/>
                      <a:pt x="38" y="457"/>
                    </a:cubicBezTo>
                    <a:cubicBezTo>
                      <a:pt x="38" y="463"/>
                      <a:pt x="45" y="463"/>
                      <a:pt x="49" y="460"/>
                    </a:cubicBezTo>
                    <a:cubicBezTo>
                      <a:pt x="51" y="459"/>
                      <a:pt x="53" y="457"/>
                      <a:pt x="55" y="455"/>
                    </a:cubicBezTo>
                    <a:cubicBezTo>
                      <a:pt x="56" y="453"/>
                      <a:pt x="58" y="451"/>
                      <a:pt x="60" y="450"/>
                    </a:cubicBezTo>
                    <a:cubicBezTo>
                      <a:pt x="62" y="449"/>
                      <a:pt x="65" y="448"/>
                      <a:pt x="68" y="449"/>
                    </a:cubicBezTo>
                    <a:cubicBezTo>
                      <a:pt x="71" y="450"/>
                      <a:pt x="72" y="453"/>
                      <a:pt x="73" y="456"/>
                    </a:cubicBezTo>
                    <a:cubicBezTo>
                      <a:pt x="74" y="459"/>
                      <a:pt x="76" y="461"/>
                      <a:pt x="79" y="461"/>
                    </a:cubicBezTo>
                    <a:cubicBezTo>
                      <a:pt x="81" y="462"/>
                      <a:pt x="84" y="462"/>
                      <a:pt x="86" y="464"/>
                    </a:cubicBezTo>
                    <a:cubicBezTo>
                      <a:pt x="91" y="467"/>
                      <a:pt x="93" y="474"/>
                      <a:pt x="93" y="480"/>
                    </a:cubicBezTo>
                    <a:cubicBezTo>
                      <a:pt x="92" y="481"/>
                      <a:pt x="93" y="483"/>
                      <a:pt x="92" y="485"/>
                    </a:cubicBezTo>
                    <a:cubicBezTo>
                      <a:pt x="92" y="487"/>
                      <a:pt x="89" y="489"/>
                      <a:pt x="87" y="490"/>
                    </a:cubicBezTo>
                    <a:cubicBezTo>
                      <a:pt x="85" y="492"/>
                      <a:pt x="82" y="493"/>
                      <a:pt x="80" y="494"/>
                    </a:cubicBezTo>
                    <a:cubicBezTo>
                      <a:pt x="77" y="495"/>
                      <a:pt x="75" y="491"/>
                      <a:pt x="74" y="489"/>
                    </a:cubicBezTo>
                    <a:cubicBezTo>
                      <a:pt x="73" y="486"/>
                      <a:pt x="72" y="482"/>
                      <a:pt x="70" y="481"/>
                    </a:cubicBezTo>
                    <a:cubicBezTo>
                      <a:pt x="67" y="480"/>
                      <a:pt x="65" y="480"/>
                      <a:pt x="62" y="480"/>
                    </a:cubicBezTo>
                    <a:cubicBezTo>
                      <a:pt x="58" y="480"/>
                      <a:pt x="54" y="480"/>
                      <a:pt x="50" y="480"/>
                    </a:cubicBezTo>
                    <a:cubicBezTo>
                      <a:pt x="47" y="479"/>
                      <a:pt x="42" y="478"/>
                      <a:pt x="38" y="480"/>
                    </a:cubicBezTo>
                    <a:cubicBezTo>
                      <a:pt x="37" y="480"/>
                      <a:pt x="37" y="481"/>
                      <a:pt x="35" y="482"/>
                    </a:cubicBezTo>
                    <a:cubicBezTo>
                      <a:pt x="34" y="483"/>
                      <a:pt x="32" y="484"/>
                      <a:pt x="31" y="484"/>
                    </a:cubicBezTo>
                    <a:cubicBezTo>
                      <a:pt x="26" y="484"/>
                      <a:pt x="22" y="481"/>
                      <a:pt x="18" y="480"/>
                    </a:cubicBezTo>
                    <a:cubicBezTo>
                      <a:pt x="16" y="479"/>
                      <a:pt x="13" y="479"/>
                      <a:pt x="10" y="479"/>
                    </a:cubicBezTo>
                    <a:cubicBezTo>
                      <a:pt x="8" y="480"/>
                      <a:pt x="6" y="480"/>
                      <a:pt x="4" y="481"/>
                    </a:cubicBezTo>
                    <a:cubicBezTo>
                      <a:pt x="3" y="482"/>
                      <a:pt x="2" y="484"/>
                      <a:pt x="1" y="486"/>
                    </a:cubicBezTo>
                    <a:cubicBezTo>
                      <a:pt x="0" y="489"/>
                      <a:pt x="2" y="490"/>
                      <a:pt x="5" y="492"/>
                    </a:cubicBezTo>
                    <a:cubicBezTo>
                      <a:pt x="8" y="493"/>
                      <a:pt x="11" y="494"/>
                      <a:pt x="15" y="495"/>
                    </a:cubicBezTo>
                    <a:cubicBezTo>
                      <a:pt x="17" y="495"/>
                      <a:pt x="21" y="495"/>
                      <a:pt x="22" y="496"/>
                    </a:cubicBezTo>
                    <a:cubicBezTo>
                      <a:pt x="24" y="498"/>
                      <a:pt x="24" y="500"/>
                      <a:pt x="26" y="501"/>
                    </a:cubicBezTo>
                    <a:cubicBezTo>
                      <a:pt x="28" y="503"/>
                      <a:pt x="31" y="500"/>
                      <a:pt x="32" y="499"/>
                    </a:cubicBezTo>
                    <a:cubicBezTo>
                      <a:pt x="36" y="496"/>
                      <a:pt x="36" y="504"/>
                      <a:pt x="36" y="507"/>
                    </a:cubicBezTo>
                    <a:cubicBezTo>
                      <a:pt x="36" y="507"/>
                      <a:pt x="36" y="508"/>
                      <a:pt x="36" y="509"/>
                    </a:cubicBezTo>
                    <a:cubicBezTo>
                      <a:pt x="36" y="511"/>
                      <a:pt x="38" y="512"/>
                      <a:pt x="39" y="513"/>
                    </a:cubicBezTo>
                    <a:cubicBezTo>
                      <a:pt x="43" y="517"/>
                      <a:pt x="47" y="519"/>
                      <a:pt x="50" y="524"/>
                    </a:cubicBezTo>
                    <a:cubicBezTo>
                      <a:pt x="53" y="527"/>
                      <a:pt x="56" y="531"/>
                      <a:pt x="55" y="535"/>
                    </a:cubicBezTo>
                    <a:cubicBezTo>
                      <a:pt x="55" y="539"/>
                      <a:pt x="56" y="542"/>
                      <a:pt x="56" y="546"/>
                    </a:cubicBezTo>
                    <a:cubicBezTo>
                      <a:pt x="56" y="548"/>
                      <a:pt x="55" y="549"/>
                      <a:pt x="54" y="550"/>
                    </a:cubicBezTo>
                    <a:cubicBezTo>
                      <a:pt x="52" y="552"/>
                      <a:pt x="51" y="553"/>
                      <a:pt x="51" y="554"/>
                    </a:cubicBezTo>
                    <a:cubicBezTo>
                      <a:pt x="49" y="557"/>
                      <a:pt x="44" y="562"/>
                      <a:pt x="47" y="565"/>
                    </a:cubicBezTo>
                    <a:cubicBezTo>
                      <a:pt x="50" y="568"/>
                      <a:pt x="55" y="567"/>
                      <a:pt x="59" y="566"/>
                    </a:cubicBezTo>
                    <a:cubicBezTo>
                      <a:pt x="61" y="566"/>
                      <a:pt x="61" y="567"/>
                      <a:pt x="63" y="568"/>
                    </a:cubicBezTo>
                    <a:cubicBezTo>
                      <a:pt x="65" y="569"/>
                      <a:pt x="67" y="570"/>
                      <a:pt x="69" y="570"/>
                    </a:cubicBezTo>
                    <a:cubicBezTo>
                      <a:pt x="73" y="571"/>
                      <a:pt x="79" y="572"/>
                      <a:pt x="83" y="570"/>
                    </a:cubicBezTo>
                    <a:cubicBezTo>
                      <a:pt x="85" y="569"/>
                      <a:pt x="85" y="568"/>
                      <a:pt x="85" y="566"/>
                    </a:cubicBezTo>
                    <a:cubicBezTo>
                      <a:pt x="85" y="564"/>
                      <a:pt x="85" y="562"/>
                      <a:pt x="85" y="560"/>
                    </a:cubicBezTo>
                    <a:cubicBezTo>
                      <a:pt x="86" y="560"/>
                      <a:pt x="86" y="559"/>
                      <a:pt x="86" y="558"/>
                    </a:cubicBezTo>
                    <a:cubicBezTo>
                      <a:pt x="89" y="560"/>
                      <a:pt x="92" y="562"/>
                      <a:pt x="95" y="560"/>
                    </a:cubicBezTo>
                    <a:cubicBezTo>
                      <a:pt x="98" y="557"/>
                      <a:pt x="95" y="553"/>
                      <a:pt x="96" y="549"/>
                    </a:cubicBezTo>
                    <a:cubicBezTo>
                      <a:pt x="96" y="544"/>
                      <a:pt x="104" y="544"/>
                      <a:pt x="106" y="539"/>
                    </a:cubicBezTo>
                    <a:cubicBezTo>
                      <a:pt x="106" y="538"/>
                      <a:pt x="107" y="533"/>
                      <a:pt x="108" y="536"/>
                    </a:cubicBezTo>
                    <a:cubicBezTo>
                      <a:pt x="109" y="538"/>
                      <a:pt x="109" y="539"/>
                      <a:pt x="109" y="541"/>
                    </a:cubicBezTo>
                    <a:cubicBezTo>
                      <a:pt x="109" y="542"/>
                      <a:pt x="110" y="542"/>
                      <a:pt x="110" y="543"/>
                    </a:cubicBezTo>
                    <a:cubicBezTo>
                      <a:pt x="110" y="543"/>
                      <a:pt x="111" y="544"/>
                      <a:pt x="111" y="544"/>
                    </a:cubicBezTo>
                    <a:cubicBezTo>
                      <a:pt x="111" y="546"/>
                      <a:pt x="105" y="545"/>
                      <a:pt x="104" y="545"/>
                    </a:cubicBezTo>
                    <a:cubicBezTo>
                      <a:pt x="100" y="545"/>
                      <a:pt x="99" y="550"/>
                      <a:pt x="99" y="553"/>
                    </a:cubicBezTo>
                    <a:cubicBezTo>
                      <a:pt x="99" y="555"/>
                      <a:pt x="102" y="558"/>
                      <a:pt x="103" y="560"/>
                    </a:cubicBezTo>
                    <a:cubicBezTo>
                      <a:pt x="105" y="562"/>
                      <a:pt x="108" y="562"/>
                      <a:pt x="110" y="564"/>
                    </a:cubicBezTo>
                    <a:cubicBezTo>
                      <a:pt x="110" y="565"/>
                      <a:pt x="110" y="567"/>
                      <a:pt x="111" y="568"/>
                    </a:cubicBezTo>
                    <a:cubicBezTo>
                      <a:pt x="112" y="568"/>
                      <a:pt x="114" y="568"/>
                      <a:pt x="115" y="568"/>
                    </a:cubicBezTo>
                    <a:cubicBezTo>
                      <a:pt x="117" y="568"/>
                      <a:pt x="120" y="569"/>
                      <a:pt x="122" y="567"/>
                    </a:cubicBezTo>
                    <a:cubicBezTo>
                      <a:pt x="123" y="566"/>
                      <a:pt x="124" y="565"/>
                      <a:pt x="124" y="563"/>
                    </a:cubicBezTo>
                    <a:cubicBezTo>
                      <a:pt x="124" y="562"/>
                      <a:pt x="124" y="559"/>
                      <a:pt x="125" y="558"/>
                    </a:cubicBezTo>
                    <a:cubicBezTo>
                      <a:pt x="127" y="557"/>
                      <a:pt x="131" y="559"/>
                      <a:pt x="132" y="561"/>
                    </a:cubicBezTo>
                    <a:cubicBezTo>
                      <a:pt x="133" y="563"/>
                      <a:pt x="131" y="565"/>
                      <a:pt x="133" y="567"/>
                    </a:cubicBezTo>
                    <a:cubicBezTo>
                      <a:pt x="135" y="568"/>
                      <a:pt x="138" y="568"/>
                      <a:pt x="136" y="571"/>
                    </a:cubicBezTo>
                    <a:cubicBezTo>
                      <a:pt x="136" y="572"/>
                      <a:pt x="134" y="573"/>
                      <a:pt x="134" y="574"/>
                    </a:cubicBezTo>
                    <a:cubicBezTo>
                      <a:pt x="134" y="575"/>
                      <a:pt x="135" y="576"/>
                      <a:pt x="136" y="577"/>
                    </a:cubicBezTo>
                    <a:cubicBezTo>
                      <a:pt x="137" y="579"/>
                      <a:pt x="139" y="580"/>
                      <a:pt x="141" y="581"/>
                    </a:cubicBezTo>
                    <a:cubicBezTo>
                      <a:pt x="142" y="582"/>
                      <a:pt x="143" y="583"/>
                      <a:pt x="143" y="584"/>
                    </a:cubicBezTo>
                    <a:cubicBezTo>
                      <a:pt x="143" y="585"/>
                      <a:pt x="143" y="586"/>
                      <a:pt x="142" y="586"/>
                    </a:cubicBezTo>
                    <a:cubicBezTo>
                      <a:pt x="141" y="588"/>
                      <a:pt x="142" y="591"/>
                      <a:pt x="143" y="593"/>
                    </a:cubicBezTo>
                    <a:cubicBezTo>
                      <a:pt x="145" y="594"/>
                      <a:pt x="147" y="594"/>
                      <a:pt x="149" y="595"/>
                    </a:cubicBezTo>
                    <a:cubicBezTo>
                      <a:pt x="151" y="595"/>
                      <a:pt x="153" y="596"/>
                      <a:pt x="155" y="596"/>
                    </a:cubicBezTo>
                    <a:cubicBezTo>
                      <a:pt x="157" y="596"/>
                      <a:pt x="160" y="596"/>
                      <a:pt x="161" y="596"/>
                    </a:cubicBezTo>
                    <a:cubicBezTo>
                      <a:pt x="162" y="595"/>
                      <a:pt x="162" y="595"/>
                      <a:pt x="163" y="594"/>
                    </a:cubicBezTo>
                    <a:cubicBezTo>
                      <a:pt x="163" y="593"/>
                      <a:pt x="164" y="592"/>
                      <a:pt x="165" y="591"/>
                    </a:cubicBezTo>
                    <a:cubicBezTo>
                      <a:pt x="166" y="591"/>
                      <a:pt x="167" y="590"/>
                      <a:pt x="169" y="590"/>
                    </a:cubicBezTo>
                    <a:cubicBezTo>
                      <a:pt x="171" y="590"/>
                      <a:pt x="173" y="591"/>
                      <a:pt x="174" y="591"/>
                    </a:cubicBezTo>
                    <a:cubicBezTo>
                      <a:pt x="175" y="591"/>
                      <a:pt x="176" y="591"/>
                      <a:pt x="177" y="591"/>
                    </a:cubicBezTo>
                    <a:cubicBezTo>
                      <a:pt x="177" y="590"/>
                      <a:pt x="178" y="590"/>
                      <a:pt x="179" y="590"/>
                    </a:cubicBezTo>
                    <a:cubicBezTo>
                      <a:pt x="181" y="591"/>
                      <a:pt x="180" y="593"/>
                      <a:pt x="178" y="594"/>
                    </a:cubicBezTo>
                    <a:cubicBezTo>
                      <a:pt x="176" y="594"/>
                      <a:pt x="175" y="594"/>
                      <a:pt x="173" y="594"/>
                    </a:cubicBezTo>
                    <a:cubicBezTo>
                      <a:pt x="171" y="594"/>
                      <a:pt x="169" y="594"/>
                      <a:pt x="167" y="596"/>
                    </a:cubicBezTo>
                    <a:cubicBezTo>
                      <a:pt x="165" y="597"/>
                      <a:pt x="166" y="598"/>
                      <a:pt x="167" y="600"/>
                    </a:cubicBezTo>
                    <a:cubicBezTo>
                      <a:pt x="170" y="604"/>
                      <a:pt x="176" y="604"/>
                      <a:pt x="179" y="608"/>
                    </a:cubicBezTo>
                    <a:cubicBezTo>
                      <a:pt x="181" y="610"/>
                      <a:pt x="182" y="611"/>
                      <a:pt x="183" y="612"/>
                    </a:cubicBezTo>
                    <a:cubicBezTo>
                      <a:pt x="184" y="613"/>
                      <a:pt x="186" y="614"/>
                      <a:pt x="187" y="614"/>
                    </a:cubicBezTo>
                    <a:cubicBezTo>
                      <a:pt x="189" y="615"/>
                      <a:pt x="191" y="615"/>
                      <a:pt x="193" y="615"/>
                    </a:cubicBezTo>
                    <a:cubicBezTo>
                      <a:pt x="194" y="615"/>
                      <a:pt x="195" y="613"/>
                      <a:pt x="196" y="612"/>
                    </a:cubicBezTo>
                    <a:cubicBezTo>
                      <a:pt x="197" y="611"/>
                      <a:pt x="198" y="609"/>
                      <a:pt x="199" y="610"/>
                    </a:cubicBezTo>
                    <a:cubicBezTo>
                      <a:pt x="201" y="611"/>
                      <a:pt x="200" y="614"/>
                      <a:pt x="200" y="615"/>
                    </a:cubicBezTo>
                    <a:cubicBezTo>
                      <a:pt x="199" y="618"/>
                      <a:pt x="199" y="619"/>
                      <a:pt x="199" y="622"/>
                    </a:cubicBezTo>
                    <a:cubicBezTo>
                      <a:pt x="199" y="626"/>
                      <a:pt x="203" y="628"/>
                      <a:pt x="205" y="630"/>
                    </a:cubicBezTo>
                    <a:cubicBezTo>
                      <a:pt x="206" y="631"/>
                      <a:pt x="207" y="632"/>
                      <a:pt x="208" y="633"/>
                    </a:cubicBezTo>
                    <a:cubicBezTo>
                      <a:pt x="209" y="634"/>
                      <a:pt x="211" y="634"/>
                      <a:pt x="212" y="634"/>
                    </a:cubicBezTo>
                    <a:cubicBezTo>
                      <a:pt x="213" y="635"/>
                      <a:pt x="214" y="635"/>
                      <a:pt x="215" y="635"/>
                    </a:cubicBezTo>
                    <a:cubicBezTo>
                      <a:pt x="216" y="635"/>
                      <a:pt x="217" y="634"/>
                      <a:pt x="218" y="633"/>
                    </a:cubicBezTo>
                    <a:cubicBezTo>
                      <a:pt x="219" y="632"/>
                      <a:pt x="220" y="632"/>
                      <a:pt x="221" y="631"/>
                    </a:cubicBezTo>
                    <a:cubicBezTo>
                      <a:pt x="222" y="630"/>
                      <a:pt x="223" y="629"/>
                      <a:pt x="224" y="629"/>
                    </a:cubicBezTo>
                    <a:cubicBezTo>
                      <a:pt x="225" y="628"/>
                      <a:pt x="226" y="627"/>
                      <a:pt x="227" y="626"/>
                    </a:cubicBezTo>
                    <a:cubicBezTo>
                      <a:pt x="229" y="625"/>
                      <a:pt x="231" y="623"/>
                      <a:pt x="233" y="624"/>
                    </a:cubicBezTo>
                    <a:cubicBezTo>
                      <a:pt x="232" y="626"/>
                      <a:pt x="231" y="627"/>
                      <a:pt x="229" y="628"/>
                    </a:cubicBezTo>
                    <a:cubicBezTo>
                      <a:pt x="228" y="629"/>
                      <a:pt x="225" y="632"/>
                      <a:pt x="227" y="634"/>
                    </a:cubicBezTo>
                    <a:cubicBezTo>
                      <a:pt x="228" y="634"/>
                      <a:pt x="234" y="637"/>
                      <a:pt x="233" y="638"/>
                    </a:cubicBezTo>
                    <a:cubicBezTo>
                      <a:pt x="232" y="639"/>
                      <a:pt x="230" y="639"/>
                      <a:pt x="229" y="639"/>
                    </a:cubicBezTo>
                    <a:cubicBezTo>
                      <a:pt x="228" y="639"/>
                      <a:pt x="226" y="639"/>
                      <a:pt x="225" y="640"/>
                    </a:cubicBezTo>
                    <a:cubicBezTo>
                      <a:pt x="222" y="642"/>
                      <a:pt x="230" y="642"/>
                      <a:pt x="231" y="643"/>
                    </a:cubicBezTo>
                    <a:cubicBezTo>
                      <a:pt x="232" y="643"/>
                      <a:pt x="234" y="643"/>
                      <a:pt x="235" y="644"/>
                    </a:cubicBezTo>
                    <a:cubicBezTo>
                      <a:pt x="236" y="645"/>
                      <a:pt x="237" y="646"/>
                      <a:pt x="238" y="647"/>
                    </a:cubicBezTo>
                    <a:cubicBezTo>
                      <a:pt x="239" y="649"/>
                      <a:pt x="241" y="651"/>
                      <a:pt x="243" y="652"/>
                    </a:cubicBezTo>
                    <a:cubicBezTo>
                      <a:pt x="244" y="654"/>
                      <a:pt x="249" y="656"/>
                      <a:pt x="249" y="652"/>
                    </a:cubicBezTo>
                    <a:cubicBezTo>
                      <a:pt x="250" y="650"/>
                      <a:pt x="247" y="645"/>
                      <a:pt x="251" y="644"/>
                    </a:cubicBezTo>
                    <a:cubicBezTo>
                      <a:pt x="253" y="643"/>
                      <a:pt x="256" y="645"/>
                      <a:pt x="259" y="644"/>
                    </a:cubicBezTo>
                    <a:cubicBezTo>
                      <a:pt x="262" y="643"/>
                      <a:pt x="261" y="640"/>
                      <a:pt x="263" y="638"/>
                    </a:cubicBezTo>
                    <a:cubicBezTo>
                      <a:pt x="265" y="636"/>
                      <a:pt x="268" y="637"/>
                      <a:pt x="268" y="639"/>
                    </a:cubicBezTo>
                    <a:cubicBezTo>
                      <a:pt x="269" y="642"/>
                      <a:pt x="268" y="644"/>
                      <a:pt x="266" y="645"/>
                    </a:cubicBezTo>
                    <a:cubicBezTo>
                      <a:pt x="263" y="645"/>
                      <a:pt x="259" y="645"/>
                      <a:pt x="256" y="645"/>
                    </a:cubicBezTo>
                    <a:cubicBezTo>
                      <a:pt x="254" y="646"/>
                      <a:pt x="253" y="647"/>
                      <a:pt x="253" y="649"/>
                    </a:cubicBezTo>
                    <a:cubicBezTo>
                      <a:pt x="253" y="651"/>
                      <a:pt x="253" y="652"/>
                      <a:pt x="253" y="653"/>
                    </a:cubicBezTo>
                    <a:cubicBezTo>
                      <a:pt x="252" y="655"/>
                      <a:pt x="251" y="655"/>
                      <a:pt x="250" y="656"/>
                    </a:cubicBezTo>
                    <a:cubicBezTo>
                      <a:pt x="249" y="658"/>
                      <a:pt x="250" y="661"/>
                      <a:pt x="251" y="663"/>
                    </a:cubicBezTo>
                    <a:cubicBezTo>
                      <a:pt x="252" y="665"/>
                      <a:pt x="253" y="667"/>
                      <a:pt x="254" y="669"/>
                    </a:cubicBezTo>
                    <a:cubicBezTo>
                      <a:pt x="255" y="670"/>
                      <a:pt x="254" y="671"/>
                      <a:pt x="255" y="673"/>
                    </a:cubicBezTo>
                    <a:cubicBezTo>
                      <a:pt x="255" y="676"/>
                      <a:pt x="255" y="680"/>
                      <a:pt x="253" y="683"/>
                    </a:cubicBezTo>
                    <a:cubicBezTo>
                      <a:pt x="252" y="684"/>
                      <a:pt x="252" y="685"/>
                      <a:pt x="251" y="687"/>
                    </a:cubicBezTo>
                    <a:cubicBezTo>
                      <a:pt x="250" y="688"/>
                      <a:pt x="250" y="689"/>
                      <a:pt x="250" y="691"/>
                    </a:cubicBezTo>
                    <a:cubicBezTo>
                      <a:pt x="250" y="693"/>
                      <a:pt x="250" y="694"/>
                      <a:pt x="250" y="696"/>
                    </a:cubicBezTo>
                    <a:cubicBezTo>
                      <a:pt x="250" y="699"/>
                      <a:pt x="252" y="701"/>
                      <a:pt x="254" y="703"/>
                    </a:cubicBezTo>
                    <a:cubicBezTo>
                      <a:pt x="255" y="705"/>
                      <a:pt x="257" y="706"/>
                      <a:pt x="259" y="707"/>
                    </a:cubicBezTo>
                    <a:cubicBezTo>
                      <a:pt x="263" y="708"/>
                      <a:pt x="263" y="704"/>
                      <a:pt x="262" y="701"/>
                    </a:cubicBezTo>
                    <a:cubicBezTo>
                      <a:pt x="262" y="699"/>
                      <a:pt x="262" y="697"/>
                      <a:pt x="261" y="696"/>
                    </a:cubicBezTo>
                    <a:cubicBezTo>
                      <a:pt x="261" y="694"/>
                      <a:pt x="260" y="693"/>
                      <a:pt x="260" y="691"/>
                    </a:cubicBezTo>
                    <a:cubicBezTo>
                      <a:pt x="259" y="688"/>
                      <a:pt x="258" y="684"/>
                      <a:pt x="259" y="681"/>
                    </a:cubicBezTo>
                    <a:cubicBezTo>
                      <a:pt x="259" y="680"/>
                      <a:pt x="260" y="677"/>
                      <a:pt x="261" y="677"/>
                    </a:cubicBezTo>
                    <a:cubicBezTo>
                      <a:pt x="262" y="677"/>
                      <a:pt x="262" y="681"/>
                      <a:pt x="263" y="681"/>
                    </a:cubicBezTo>
                    <a:cubicBezTo>
                      <a:pt x="264" y="685"/>
                      <a:pt x="269" y="684"/>
                      <a:pt x="272" y="684"/>
                    </a:cubicBezTo>
                    <a:cubicBezTo>
                      <a:pt x="276" y="684"/>
                      <a:pt x="276" y="680"/>
                      <a:pt x="278" y="678"/>
                    </a:cubicBezTo>
                    <a:cubicBezTo>
                      <a:pt x="279" y="677"/>
                      <a:pt x="280" y="678"/>
                      <a:pt x="280" y="679"/>
                    </a:cubicBezTo>
                    <a:cubicBezTo>
                      <a:pt x="280" y="681"/>
                      <a:pt x="279" y="683"/>
                      <a:pt x="281" y="683"/>
                    </a:cubicBezTo>
                    <a:cubicBezTo>
                      <a:pt x="282" y="683"/>
                      <a:pt x="283" y="683"/>
                      <a:pt x="285" y="684"/>
                    </a:cubicBezTo>
                    <a:cubicBezTo>
                      <a:pt x="286" y="685"/>
                      <a:pt x="287" y="686"/>
                      <a:pt x="288" y="687"/>
                    </a:cubicBezTo>
                    <a:cubicBezTo>
                      <a:pt x="291" y="689"/>
                      <a:pt x="289" y="683"/>
                      <a:pt x="289" y="681"/>
                    </a:cubicBezTo>
                    <a:cubicBezTo>
                      <a:pt x="289" y="680"/>
                      <a:pt x="288" y="679"/>
                      <a:pt x="288" y="677"/>
                    </a:cubicBezTo>
                    <a:cubicBezTo>
                      <a:pt x="288" y="676"/>
                      <a:pt x="289" y="675"/>
                      <a:pt x="289" y="674"/>
                    </a:cubicBezTo>
                    <a:cubicBezTo>
                      <a:pt x="290" y="672"/>
                      <a:pt x="290" y="668"/>
                      <a:pt x="292" y="667"/>
                    </a:cubicBezTo>
                    <a:cubicBezTo>
                      <a:pt x="294" y="666"/>
                      <a:pt x="295" y="667"/>
                      <a:pt x="295" y="669"/>
                    </a:cubicBezTo>
                    <a:cubicBezTo>
                      <a:pt x="295" y="672"/>
                      <a:pt x="295" y="675"/>
                      <a:pt x="295" y="677"/>
                    </a:cubicBezTo>
                    <a:cubicBezTo>
                      <a:pt x="295" y="679"/>
                      <a:pt x="295" y="680"/>
                      <a:pt x="296" y="681"/>
                    </a:cubicBezTo>
                    <a:cubicBezTo>
                      <a:pt x="298" y="682"/>
                      <a:pt x="298" y="682"/>
                      <a:pt x="299" y="683"/>
                    </a:cubicBezTo>
                    <a:cubicBezTo>
                      <a:pt x="300" y="684"/>
                      <a:pt x="301" y="685"/>
                      <a:pt x="302" y="684"/>
                    </a:cubicBezTo>
                    <a:cubicBezTo>
                      <a:pt x="303" y="684"/>
                      <a:pt x="303" y="683"/>
                      <a:pt x="304" y="682"/>
                    </a:cubicBezTo>
                    <a:cubicBezTo>
                      <a:pt x="304" y="681"/>
                      <a:pt x="305" y="681"/>
                      <a:pt x="306" y="680"/>
                    </a:cubicBezTo>
                    <a:cubicBezTo>
                      <a:pt x="308" y="680"/>
                      <a:pt x="308" y="680"/>
                      <a:pt x="309" y="681"/>
                    </a:cubicBezTo>
                    <a:cubicBezTo>
                      <a:pt x="310" y="682"/>
                      <a:pt x="312" y="683"/>
                      <a:pt x="313" y="682"/>
                    </a:cubicBezTo>
                    <a:cubicBezTo>
                      <a:pt x="314" y="681"/>
                      <a:pt x="313" y="680"/>
                      <a:pt x="314" y="679"/>
                    </a:cubicBezTo>
                    <a:cubicBezTo>
                      <a:pt x="315" y="678"/>
                      <a:pt x="317" y="679"/>
                      <a:pt x="318" y="679"/>
                    </a:cubicBezTo>
                    <a:cubicBezTo>
                      <a:pt x="318" y="679"/>
                      <a:pt x="319" y="680"/>
                      <a:pt x="319" y="681"/>
                    </a:cubicBezTo>
                    <a:cubicBezTo>
                      <a:pt x="320" y="681"/>
                      <a:pt x="320" y="681"/>
                      <a:pt x="321" y="681"/>
                    </a:cubicBezTo>
                    <a:cubicBezTo>
                      <a:pt x="323" y="680"/>
                      <a:pt x="325" y="679"/>
                      <a:pt x="327" y="678"/>
                    </a:cubicBezTo>
                    <a:cubicBezTo>
                      <a:pt x="327" y="678"/>
                      <a:pt x="327" y="678"/>
                      <a:pt x="327" y="678"/>
                    </a:cubicBezTo>
                    <a:cubicBezTo>
                      <a:pt x="329" y="678"/>
                      <a:pt x="329" y="676"/>
                      <a:pt x="330" y="678"/>
                    </a:cubicBezTo>
                    <a:cubicBezTo>
                      <a:pt x="330" y="679"/>
                      <a:pt x="330" y="679"/>
                      <a:pt x="330" y="679"/>
                    </a:cubicBezTo>
                    <a:cubicBezTo>
                      <a:pt x="329" y="680"/>
                      <a:pt x="328" y="681"/>
                      <a:pt x="328" y="681"/>
                    </a:cubicBezTo>
                    <a:cubicBezTo>
                      <a:pt x="327" y="682"/>
                      <a:pt x="326" y="684"/>
                      <a:pt x="326" y="685"/>
                    </a:cubicBezTo>
                    <a:cubicBezTo>
                      <a:pt x="327" y="687"/>
                      <a:pt x="330" y="687"/>
                      <a:pt x="332" y="689"/>
                    </a:cubicBezTo>
                    <a:cubicBezTo>
                      <a:pt x="332" y="689"/>
                      <a:pt x="332" y="690"/>
                      <a:pt x="333" y="691"/>
                    </a:cubicBezTo>
                    <a:cubicBezTo>
                      <a:pt x="335" y="691"/>
                      <a:pt x="335" y="690"/>
                      <a:pt x="336" y="689"/>
                    </a:cubicBezTo>
                    <a:cubicBezTo>
                      <a:pt x="336" y="686"/>
                      <a:pt x="337" y="684"/>
                      <a:pt x="338" y="682"/>
                    </a:cubicBezTo>
                    <a:cubicBezTo>
                      <a:pt x="339" y="681"/>
                      <a:pt x="339" y="682"/>
                      <a:pt x="340" y="683"/>
                    </a:cubicBezTo>
                    <a:cubicBezTo>
                      <a:pt x="340" y="684"/>
                      <a:pt x="339" y="686"/>
                      <a:pt x="339" y="687"/>
                    </a:cubicBezTo>
                    <a:cubicBezTo>
                      <a:pt x="338" y="690"/>
                      <a:pt x="339" y="692"/>
                      <a:pt x="336" y="693"/>
                    </a:cubicBezTo>
                    <a:cubicBezTo>
                      <a:pt x="335" y="694"/>
                      <a:pt x="334" y="694"/>
                      <a:pt x="333" y="694"/>
                    </a:cubicBezTo>
                    <a:cubicBezTo>
                      <a:pt x="332" y="695"/>
                      <a:pt x="332" y="696"/>
                      <a:pt x="331" y="697"/>
                    </a:cubicBezTo>
                    <a:cubicBezTo>
                      <a:pt x="331" y="699"/>
                      <a:pt x="331" y="700"/>
                      <a:pt x="330" y="701"/>
                    </a:cubicBezTo>
                    <a:cubicBezTo>
                      <a:pt x="329" y="702"/>
                      <a:pt x="327" y="702"/>
                      <a:pt x="326" y="702"/>
                    </a:cubicBezTo>
                    <a:cubicBezTo>
                      <a:pt x="324" y="702"/>
                      <a:pt x="323" y="702"/>
                      <a:pt x="321" y="702"/>
                    </a:cubicBezTo>
                    <a:cubicBezTo>
                      <a:pt x="319" y="702"/>
                      <a:pt x="317" y="703"/>
                      <a:pt x="315" y="703"/>
                    </a:cubicBezTo>
                    <a:cubicBezTo>
                      <a:pt x="316" y="701"/>
                      <a:pt x="316" y="699"/>
                      <a:pt x="314" y="699"/>
                    </a:cubicBezTo>
                    <a:cubicBezTo>
                      <a:pt x="312" y="699"/>
                      <a:pt x="311" y="700"/>
                      <a:pt x="310" y="700"/>
                    </a:cubicBezTo>
                    <a:cubicBezTo>
                      <a:pt x="308" y="700"/>
                      <a:pt x="307" y="698"/>
                      <a:pt x="306" y="697"/>
                    </a:cubicBezTo>
                    <a:cubicBezTo>
                      <a:pt x="305" y="695"/>
                      <a:pt x="303" y="694"/>
                      <a:pt x="301" y="692"/>
                    </a:cubicBezTo>
                    <a:cubicBezTo>
                      <a:pt x="299" y="690"/>
                      <a:pt x="296" y="689"/>
                      <a:pt x="294" y="692"/>
                    </a:cubicBezTo>
                    <a:cubicBezTo>
                      <a:pt x="293" y="693"/>
                      <a:pt x="293" y="695"/>
                      <a:pt x="294" y="697"/>
                    </a:cubicBezTo>
                    <a:cubicBezTo>
                      <a:pt x="295" y="699"/>
                      <a:pt x="297" y="700"/>
                      <a:pt x="299" y="701"/>
                    </a:cubicBezTo>
                    <a:cubicBezTo>
                      <a:pt x="300" y="702"/>
                      <a:pt x="302" y="704"/>
                      <a:pt x="302" y="706"/>
                    </a:cubicBezTo>
                    <a:cubicBezTo>
                      <a:pt x="302" y="708"/>
                      <a:pt x="301" y="709"/>
                      <a:pt x="302" y="711"/>
                    </a:cubicBezTo>
                    <a:cubicBezTo>
                      <a:pt x="304" y="713"/>
                      <a:pt x="309" y="713"/>
                      <a:pt x="312" y="712"/>
                    </a:cubicBezTo>
                    <a:cubicBezTo>
                      <a:pt x="315" y="712"/>
                      <a:pt x="319" y="711"/>
                      <a:pt x="321" y="713"/>
                    </a:cubicBezTo>
                    <a:cubicBezTo>
                      <a:pt x="322" y="715"/>
                      <a:pt x="323" y="715"/>
                      <a:pt x="325" y="716"/>
                    </a:cubicBezTo>
                    <a:cubicBezTo>
                      <a:pt x="327" y="717"/>
                      <a:pt x="330" y="717"/>
                      <a:pt x="331" y="715"/>
                    </a:cubicBezTo>
                    <a:cubicBezTo>
                      <a:pt x="333" y="713"/>
                      <a:pt x="333" y="710"/>
                      <a:pt x="333" y="708"/>
                    </a:cubicBezTo>
                    <a:cubicBezTo>
                      <a:pt x="333" y="707"/>
                      <a:pt x="333" y="704"/>
                      <a:pt x="335" y="705"/>
                    </a:cubicBezTo>
                    <a:cubicBezTo>
                      <a:pt x="337" y="706"/>
                      <a:pt x="337" y="713"/>
                      <a:pt x="341" y="711"/>
                    </a:cubicBezTo>
                    <a:cubicBezTo>
                      <a:pt x="343" y="710"/>
                      <a:pt x="344" y="708"/>
                      <a:pt x="345" y="708"/>
                    </a:cubicBezTo>
                    <a:cubicBezTo>
                      <a:pt x="346" y="707"/>
                      <a:pt x="349" y="707"/>
                      <a:pt x="350" y="709"/>
                    </a:cubicBezTo>
                    <a:cubicBezTo>
                      <a:pt x="350" y="711"/>
                      <a:pt x="343" y="713"/>
                      <a:pt x="346" y="715"/>
                    </a:cubicBezTo>
                    <a:cubicBezTo>
                      <a:pt x="349" y="717"/>
                      <a:pt x="353" y="715"/>
                      <a:pt x="356" y="715"/>
                    </a:cubicBezTo>
                    <a:cubicBezTo>
                      <a:pt x="359" y="715"/>
                      <a:pt x="362" y="717"/>
                      <a:pt x="365" y="718"/>
                    </a:cubicBezTo>
                    <a:cubicBezTo>
                      <a:pt x="371" y="719"/>
                      <a:pt x="378" y="720"/>
                      <a:pt x="381" y="726"/>
                    </a:cubicBezTo>
                    <a:cubicBezTo>
                      <a:pt x="382" y="729"/>
                      <a:pt x="379" y="731"/>
                      <a:pt x="376" y="729"/>
                    </a:cubicBezTo>
                    <a:cubicBezTo>
                      <a:pt x="375" y="728"/>
                      <a:pt x="374" y="727"/>
                      <a:pt x="373" y="726"/>
                    </a:cubicBezTo>
                    <a:cubicBezTo>
                      <a:pt x="371" y="725"/>
                      <a:pt x="370" y="726"/>
                      <a:pt x="368" y="726"/>
                    </a:cubicBezTo>
                    <a:cubicBezTo>
                      <a:pt x="366" y="726"/>
                      <a:pt x="364" y="726"/>
                      <a:pt x="363" y="727"/>
                    </a:cubicBezTo>
                    <a:cubicBezTo>
                      <a:pt x="362" y="728"/>
                      <a:pt x="362" y="729"/>
                      <a:pt x="362" y="731"/>
                    </a:cubicBezTo>
                    <a:cubicBezTo>
                      <a:pt x="362" y="732"/>
                      <a:pt x="362" y="734"/>
                      <a:pt x="363" y="735"/>
                    </a:cubicBezTo>
                    <a:cubicBezTo>
                      <a:pt x="364" y="737"/>
                      <a:pt x="366" y="737"/>
                      <a:pt x="367" y="737"/>
                    </a:cubicBezTo>
                    <a:cubicBezTo>
                      <a:pt x="368" y="738"/>
                      <a:pt x="369" y="738"/>
                      <a:pt x="370" y="739"/>
                    </a:cubicBezTo>
                    <a:cubicBezTo>
                      <a:pt x="370" y="740"/>
                      <a:pt x="369" y="740"/>
                      <a:pt x="369" y="741"/>
                    </a:cubicBezTo>
                    <a:cubicBezTo>
                      <a:pt x="369" y="742"/>
                      <a:pt x="369" y="743"/>
                      <a:pt x="369" y="744"/>
                    </a:cubicBezTo>
                    <a:cubicBezTo>
                      <a:pt x="369" y="745"/>
                      <a:pt x="368" y="747"/>
                      <a:pt x="367" y="748"/>
                    </a:cubicBezTo>
                    <a:cubicBezTo>
                      <a:pt x="363" y="750"/>
                      <a:pt x="365" y="741"/>
                      <a:pt x="361" y="742"/>
                    </a:cubicBezTo>
                    <a:cubicBezTo>
                      <a:pt x="358" y="743"/>
                      <a:pt x="357" y="746"/>
                      <a:pt x="355" y="746"/>
                    </a:cubicBezTo>
                    <a:cubicBezTo>
                      <a:pt x="353" y="746"/>
                      <a:pt x="351" y="746"/>
                      <a:pt x="349" y="746"/>
                    </a:cubicBezTo>
                    <a:cubicBezTo>
                      <a:pt x="347" y="746"/>
                      <a:pt x="346" y="746"/>
                      <a:pt x="344" y="747"/>
                    </a:cubicBezTo>
                    <a:cubicBezTo>
                      <a:pt x="343" y="748"/>
                      <a:pt x="342" y="749"/>
                      <a:pt x="342" y="751"/>
                    </a:cubicBezTo>
                    <a:cubicBezTo>
                      <a:pt x="341" y="755"/>
                      <a:pt x="345" y="755"/>
                      <a:pt x="346" y="757"/>
                    </a:cubicBezTo>
                    <a:cubicBezTo>
                      <a:pt x="346" y="759"/>
                      <a:pt x="346" y="760"/>
                      <a:pt x="347" y="762"/>
                    </a:cubicBezTo>
                    <a:cubicBezTo>
                      <a:pt x="348" y="764"/>
                      <a:pt x="348" y="766"/>
                      <a:pt x="348" y="769"/>
                    </a:cubicBezTo>
                    <a:cubicBezTo>
                      <a:pt x="348" y="770"/>
                      <a:pt x="348" y="771"/>
                      <a:pt x="348" y="772"/>
                    </a:cubicBezTo>
                    <a:cubicBezTo>
                      <a:pt x="348" y="773"/>
                      <a:pt x="350" y="774"/>
                      <a:pt x="350" y="776"/>
                    </a:cubicBezTo>
                    <a:cubicBezTo>
                      <a:pt x="350" y="778"/>
                      <a:pt x="348" y="778"/>
                      <a:pt x="346" y="778"/>
                    </a:cubicBezTo>
                    <a:cubicBezTo>
                      <a:pt x="345" y="778"/>
                      <a:pt x="343" y="778"/>
                      <a:pt x="342" y="777"/>
                    </a:cubicBezTo>
                    <a:cubicBezTo>
                      <a:pt x="342" y="777"/>
                      <a:pt x="339" y="777"/>
                      <a:pt x="339" y="777"/>
                    </a:cubicBezTo>
                    <a:cubicBezTo>
                      <a:pt x="338" y="778"/>
                      <a:pt x="342" y="780"/>
                      <a:pt x="343" y="780"/>
                    </a:cubicBezTo>
                    <a:cubicBezTo>
                      <a:pt x="346" y="781"/>
                      <a:pt x="348" y="783"/>
                      <a:pt x="351" y="785"/>
                    </a:cubicBezTo>
                    <a:cubicBezTo>
                      <a:pt x="352" y="786"/>
                      <a:pt x="353" y="787"/>
                      <a:pt x="355" y="788"/>
                    </a:cubicBezTo>
                    <a:cubicBezTo>
                      <a:pt x="360" y="790"/>
                      <a:pt x="367" y="787"/>
                      <a:pt x="370" y="791"/>
                    </a:cubicBezTo>
                    <a:cubicBezTo>
                      <a:pt x="374" y="794"/>
                      <a:pt x="373" y="800"/>
                      <a:pt x="379" y="802"/>
                    </a:cubicBezTo>
                    <a:cubicBezTo>
                      <a:pt x="382" y="803"/>
                      <a:pt x="386" y="802"/>
                      <a:pt x="388" y="802"/>
                    </a:cubicBezTo>
                    <a:cubicBezTo>
                      <a:pt x="391" y="802"/>
                      <a:pt x="394" y="801"/>
                      <a:pt x="397" y="799"/>
                    </a:cubicBezTo>
                    <a:cubicBezTo>
                      <a:pt x="402" y="796"/>
                      <a:pt x="403" y="787"/>
                      <a:pt x="410" y="785"/>
                    </a:cubicBezTo>
                    <a:cubicBezTo>
                      <a:pt x="417" y="784"/>
                      <a:pt x="423" y="789"/>
                      <a:pt x="429" y="792"/>
                    </a:cubicBezTo>
                    <a:cubicBezTo>
                      <a:pt x="434" y="794"/>
                      <a:pt x="440" y="793"/>
                      <a:pt x="445" y="794"/>
                    </a:cubicBezTo>
                    <a:cubicBezTo>
                      <a:pt x="449" y="795"/>
                      <a:pt x="452" y="797"/>
                      <a:pt x="455" y="799"/>
                    </a:cubicBezTo>
                    <a:cubicBezTo>
                      <a:pt x="458" y="802"/>
                      <a:pt x="460" y="805"/>
                      <a:pt x="461" y="808"/>
                    </a:cubicBezTo>
                    <a:cubicBezTo>
                      <a:pt x="465" y="813"/>
                      <a:pt x="469" y="817"/>
                      <a:pt x="474" y="821"/>
                    </a:cubicBezTo>
                    <a:cubicBezTo>
                      <a:pt x="479" y="825"/>
                      <a:pt x="486" y="828"/>
                      <a:pt x="491" y="832"/>
                    </a:cubicBezTo>
                    <a:cubicBezTo>
                      <a:pt x="492" y="833"/>
                      <a:pt x="494" y="834"/>
                      <a:pt x="492" y="834"/>
                    </a:cubicBezTo>
                    <a:cubicBezTo>
                      <a:pt x="490" y="834"/>
                      <a:pt x="487" y="832"/>
                      <a:pt x="485" y="831"/>
                    </a:cubicBezTo>
                    <a:cubicBezTo>
                      <a:pt x="483" y="830"/>
                      <a:pt x="480" y="828"/>
                      <a:pt x="478" y="827"/>
                    </a:cubicBezTo>
                    <a:cubicBezTo>
                      <a:pt x="475" y="825"/>
                      <a:pt x="472" y="824"/>
                      <a:pt x="469" y="823"/>
                    </a:cubicBezTo>
                    <a:cubicBezTo>
                      <a:pt x="466" y="822"/>
                      <a:pt x="464" y="820"/>
                      <a:pt x="462" y="817"/>
                    </a:cubicBezTo>
                    <a:cubicBezTo>
                      <a:pt x="461" y="815"/>
                      <a:pt x="459" y="813"/>
                      <a:pt x="457" y="811"/>
                    </a:cubicBezTo>
                    <a:cubicBezTo>
                      <a:pt x="453" y="808"/>
                      <a:pt x="447" y="808"/>
                      <a:pt x="442" y="805"/>
                    </a:cubicBezTo>
                    <a:cubicBezTo>
                      <a:pt x="440" y="804"/>
                      <a:pt x="439" y="803"/>
                      <a:pt x="437" y="801"/>
                    </a:cubicBezTo>
                    <a:cubicBezTo>
                      <a:pt x="435" y="800"/>
                      <a:pt x="432" y="800"/>
                      <a:pt x="430" y="799"/>
                    </a:cubicBezTo>
                    <a:cubicBezTo>
                      <a:pt x="424" y="798"/>
                      <a:pt x="417" y="797"/>
                      <a:pt x="412" y="799"/>
                    </a:cubicBezTo>
                    <a:cubicBezTo>
                      <a:pt x="406" y="801"/>
                      <a:pt x="407" y="807"/>
                      <a:pt x="406" y="811"/>
                    </a:cubicBezTo>
                    <a:cubicBezTo>
                      <a:pt x="406" y="815"/>
                      <a:pt x="406" y="818"/>
                      <a:pt x="406" y="821"/>
                    </a:cubicBezTo>
                    <a:cubicBezTo>
                      <a:pt x="403" y="822"/>
                      <a:pt x="401" y="822"/>
                      <a:pt x="398" y="822"/>
                    </a:cubicBezTo>
                    <a:cubicBezTo>
                      <a:pt x="396" y="822"/>
                      <a:pt x="394" y="824"/>
                      <a:pt x="392" y="824"/>
                    </a:cubicBezTo>
                    <a:cubicBezTo>
                      <a:pt x="389" y="825"/>
                      <a:pt x="388" y="824"/>
                      <a:pt x="388" y="827"/>
                    </a:cubicBezTo>
                    <a:cubicBezTo>
                      <a:pt x="387" y="830"/>
                      <a:pt x="386" y="832"/>
                      <a:pt x="390" y="832"/>
                    </a:cubicBezTo>
                    <a:cubicBezTo>
                      <a:pt x="394" y="832"/>
                      <a:pt x="399" y="831"/>
                      <a:pt x="402" y="833"/>
                    </a:cubicBezTo>
                    <a:cubicBezTo>
                      <a:pt x="405" y="834"/>
                      <a:pt x="406" y="838"/>
                      <a:pt x="407" y="841"/>
                    </a:cubicBezTo>
                    <a:cubicBezTo>
                      <a:pt x="410" y="843"/>
                      <a:pt x="412" y="845"/>
                      <a:pt x="415" y="847"/>
                    </a:cubicBezTo>
                    <a:cubicBezTo>
                      <a:pt x="417" y="848"/>
                      <a:pt x="423" y="850"/>
                      <a:pt x="423" y="853"/>
                    </a:cubicBezTo>
                    <a:cubicBezTo>
                      <a:pt x="423" y="855"/>
                      <a:pt x="422" y="856"/>
                      <a:pt x="422" y="857"/>
                    </a:cubicBezTo>
                    <a:cubicBezTo>
                      <a:pt x="422" y="859"/>
                      <a:pt x="423" y="860"/>
                      <a:pt x="423" y="861"/>
                    </a:cubicBezTo>
                    <a:cubicBezTo>
                      <a:pt x="424" y="865"/>
                      <a:pt x="423" y="867"/>
                      <a:pt x="421" y="869"/>
                    </a:cubicBezTo>
                    <a:cubicBezTo>
                      <a:pt x="417" y="870"/>
                      <a:pt x="414" y="872"/>
                      <a:pt x="411" y="874"/>
                    </a:cubicBezTo>
                    <a:cubicBezTo>
                      <a:pt x="411" y="874"/>
                      <a:pt x="411" y="875"/>
                      <a:pt x="411" y="875"/>
                    </a:cubicBezTo>
                    <a:cubicBezTo>
                      <a:pt x="410" y="875"/>
                      <a:pt x="411" y="876"/>
                      <a:pt x="410" y="876"/>
                    </a:cubicBezTo>
                    <a:cubicBezTo>
                      <a:pt x="410" y="877"/>
                      <a:pt x="409" y="878"/>
                      <a:pt x="409" y="878"/>
                    </a:cubicBezTo>
                    <a:cubicBezTo>
                      <a:pt x="408" y="880"/>
                      <a:pt x="406" y="882"/>
                      <a:pt x="405" y="883"/>
                    </a:cubicBezTo>
                    <a:cubicBezTo>
                      <a:pt x="403" y="885"/>
                      <a:pt x="402" y="886"/>
                      <a:pt x="400" y="887"/>
                    </a:cubicBezTo>
                    <a:cubicBezTo>
                      <a:pt x="398" y="889"/>
                      <a:pt x="396" y="890"/>
                      <a:pt x="394" y="891"/>
                    </a:cubicBezTo>
                    <a:cubicBezTo>
                      <a:pt x="389" y="895"/>
                      <a:pt x="385" y="898"/>
                      <a:pt x="385" y="904"/>
                    </a:cubicBezTo>
                    <a:cubicBezTo>
                      <a:pt x="385" y="909"/>
                      <a:pt x="387" y="914"/>
                      <a:pt x="390" y="918"/>
                    </a:cubicBezTo>
                    <a:cubicBezTo>
                      <a:pt x="391" y="920"/>
                      <a:pt x="393" y="923"/>
                      <a:pt x="395" y="925"/>
                    </a:cubicBezTo>
                    <a:cubicBezTo>
                      <a:pt x="396" y="927"/>
                      <a:pt x="397" y="930"/>
                      <a:pt x="398" y="932"/>
                    </a:cubicBezTo>
                    <a:cubicBezTo>
                      <a:pt x="399" y="934"/>
                      <a:pt x="401" y="935"/>
                      <a:pt x="402" y="936"/>
                    </a:cubicBezTo>
                    <a:cubicBezTo>
                      <a:pt x="404" y="939"/>
                      <a:pt x="407" y="941"/>
                      <a:pt x="408" y="944"/>
                    </a:cubicBezTo>
                    <a:cubicBezTo>
                      <a:pt x="409" y="946"/>
                      <a:pt x="409" y="948"/>
                      <a:pt x="409" y="949"/>
                    </a:cubicBezTo>
                    <a:cubicBezTo>
                      <a:pt x="410" y="951"/>
                      <a:pt x="411" y="952"/>
                      <a:pt x="412" y="953"/>
                    </a:cubicBezTo>
                    <a:cubicBezTo>
                      <a:pt x="416" y="956"/>
                      <a:pt x="415" y="959"/>
                      <a:pt x="416" y="963"/>
                    </a:cubicBezTo>
                    <a:cubicBezTo>
                      <a:pt x="416" y="966"/>
                      <a:pt x="418" y="969"/>
                      <a:pt x="419" y="973"/>
                    </a:cubicBezTo>
                    <a:cubicBezTo>
                      <a:pt x="420" y="977"/>
                      <a:pt x="421" y="981"/>
                      <a:pt x="421" y="985"/>
                    </a:cubicBezTo>
                    <a:cubicBezTo>
                      <a:pt x="422" y="989"/>
                      <a:pt x="422" y="994"/>
                      <a:pt x="422" y="998"/>
                    </a:cubicBezTo>
                    <a:cubicBezTo>
                      <a:pt x="422" y="1002"/>
                      <a:pt x="421" y="1006"/>
                      <a:pt x="423" y="1009"/>
                    </a:cubicBezTo>
                    <a:cubicBezTo>
                      <a:pt x="425" y="1012"/>
                      <a:pt x="429" y="1012"/>
                      <a:pt x="431" y="1014"/>
                    </a:cubicBezTo>
                    <a:cubicBezTo>
                      <a:pt x="436" y="1017"/>
                      <a:pt x="436" y="1022"/>
                      <a:pt x="439" y="1026"/>
                    </a:cubicBezTo>
                    <a:cubicBezTo>
                      <a:pt x="442" y="1030"/>
                      <a:pt x="446" y="1028"/>
                      <a:pt x="450" y="1030"/>
                    </a:cubicBezTo>
                    <a:cubicBezTo>
                      <a:pt x="455" y="1033"/>
                      <a:pt x="447" y="1033"/>
                      <a:pt x="448" y="1036"/>
                    </a:cubicBezTo>
                    <a:cubicBezTo>
                      <a:pt x="449" y="1039"/>
                      <a:pt x="456" y="1040"/>
                      <a:pt x="460" y="1041"/>
                    </a:cubicBezTo>
                    <a:cubicBezTo>
                      <a:pt x="464" y="1043"/>
                      <a:pt x="468" y="1045"/>
                      <a:pt x="472" y="1047"/>
                    </a:cubicBezTo>
                    <a:cubicBezTo>
                      <a:pt x="474" y="1048"/>
                      <a:pt x="475" y="1049"/>
                      <a:pt x="476" y="1051"/>
                    </a:cubicBezTo>
                    <a:cubicBezTo>
                      <a:pt x="477" y="1052"/>
                      <a:pt x="477" y="1055"/>
                      <a:pt x="477" y="1057"/>
                    </a:cubicBezTo>
                    <a:cubicBezTo>
                      <a:pt x="478" y="1062"/>
                      <a:pt x="483" y="1060"/>
                      <a:pt x="486" y="1059"/>
                    </a:cubicBezTo>
                    <a:cubicBezTo>
                      <a:pt x="489" y="1059"/>
                      <a:pt x="493" y="1058"/>
                      <a:pt x="496" y="1060"/>
                    </a:cubicBezTo>
                    <a:cubicBezTo>
                      <a:pt x="497" y="1061"/>
                      <a:pt x="498" y="1063"/>
                      <a:pt x="498" y="1064"/>
                    </a:cubicBezTo>
                    <a:cubicBezTo>
                      <a:pt x="498" y="1066"/>
                      <a:pt x="498" y="1068"/>
                      <a:pt x="498" y="1070"/>
                    </a:cubicBezTo>
                    <a:cubicBezTo>
                      <a:pt x="499" y="1071"/>
                      <a:pt x="500" y="1071"/>
                      <a:pt x="501" y="1072"/>
                    </a:cubicBezTo>
                    <a:cubicBezTo>
                      <a:pt x="502" y="1073"/>
                      <a:pt x="503" y="1076"/>
                      <a:pt x="504" y="1076"/>
                    </a:cubicBezTo>
                    <a:cubicBezTo>
                      <a:pt x="505" y="1076"/>
                      <a:pt x="505" y="1072"/>
                      <a:pt x="506" y="1071"/>
                    </a:cubicBezTo>
                    <a:cubicBezTo>
                      <a:pt x="507" y="1070"/>
                      <a:pt x="508" y="1072"/>
                      <a:pt x="508" y="1073"/>
                    </a:cubicBezTo>
                    <a:cubicBezTo>
                      <a:pt x="509" y="1075"/>
                      <a:pt x="510" y="1077"/>
                      <a:pt x="511" y="1079"/>
                    </a:cubicBezTo>
                    <a:cubicBezTo>
                      <a:pt x="511" y="1081"/>
                      <a:pt x="511" y="1083"/>
                      <a:pt x="513" y="1084"/>
                    </a:cubicBezTo>
                    <a:cubicBezTo>
                      <a:pt x="514" y="1085"/>
                      <a:pt x="516" y="1085"/>
                      <a:pt x="518" y="1085"/>
                    </a:cubicBezTo>
                    <a:cubicBezTo>
                      <a:pt x="518" y="1084"/>
                      <a:pt x="518" y="1083"/>
                      <a:pt x="518" y="1081"/>
                    </a:cubicBezTo>
                    <a:cubicBezTo>
                      <a:pt x="519" y="1081"/>
                      <a:pt x="519" y="1078"/>
                      <a:pt x="519" y="1078"/>
                    </a:cubicBezTo>
                    <a:cubicBezTo>
                      <a:pt x="520" y="1077"/>
                      <a:pt x="522" y="1077"/>
                      <a:pt x="523" y="1077"/>
                    </a:cubicBezTo>
                    <a:cubicBezTo>
                      <a:pt x="524" y="1077"/>
                      <a:pt x="525" y="1076"/>
                      <a:pt x="525" y="1074"/>
                    </a:cubicBezTo>
                    <a:cubicBezTo>
                      <a:pt x="527" y="1074"/>
                      <a:pt x="528" y="1074"/>
                      <a:pt x="530" y="1075"/>
                    </a:cubicBezTo>
                    <a:cubicBezTo>
                      <a:pt x="531" y="1076"/>
                      <a:pt x="532" y="1078"/>
                      <a:pt x="534" y="1078"/>
                    </a:cubicBezTo>
                    <a:cubicBezTo>
                      <a:pt x="536" y="1078"/>
                      <a:pt x="537" y="1077"/>
                      <a:pt x="538" y="1078"/>
                    </a:cubicBezTo>
                    <a:cubicBezTo>
                      <a:pt x="540" y="1080"/>
                      <a:pt x="541" y="1082"/>
                      <a:pt x="539" y="1084"/>
                    </a:cubicBezTo>
                    <a:cubicBezTo>
                      <a:pt x="538" y="1085"/>
                      <a:pt x="534" y="1085"/>
                      <a:pt x="534" y="1088"/>
                    </a:cubicBezTo>
                    <a:cubicBezTo>
                      <a:pt x="534" y="1090"/>
                      <a:pt x="535" y="1091"/>
                      <a:pt x="533" y="1093"/>
                    </a:cubicBezTo>
                    <a:cubicBezTo>
                      <a:pt x="531" y="1094"/>
                      <a:pt x="530" y="1094"/>
                      <a:pt x="528" y="1094"/>
                    </a:cubicBezTo>
                    <a:cubicBezTo>
                      <a:pt x="526" y="1094"/>
                      <a:pt x="524" y="1095"/>
                      <a:pt x="523" y="1096"/>
                    </a:cubicBezTo>
                    <a:cubicBezTo>
                      <a:pt x="521" y="1096"/>
                      <a:pt x="519" y="1097"/>
                      <a:pt x="519" y="1099"/>
                    </a:cubicBezTo>
                    <a:cubicBezTo>
                      <a:pt x="518" y="1101"/>
                      <a:pt x="518" y="1103"/>
                      <a:pt x="518" y="1104"/>
                    </a:cubicBezTo>
                    <a:cubicBezTo>
                      <a:pt x="517" y="1106"/>
                      <a:pt x="517" y="1107"/>
                      <a:pt x="516" y="1108"/>
                    </a:cubicBezTo>
                    <a:cubicBezTo>
                      <a:pt x="514" y="1110"/>
                      <a:pt x="511" y="1110"/>
                      <a:pt x="510" y="1112"/>
                    </a:cubicBezTo>
                    <a:cubicBezTo>
                      <a:pt x="509" y="1113"/>
                      <a:pt x="508" y="1115"/>
                      <a:pt x="509" y="1116"/>
                    </a:cubicBezTo>
                    <a:cubicBezTo>
                      <a:pt x="510" y="1118"/>
                      <a:pt x="513" y="1118"/>
                      <a:pt x="515" y="1119"/>
                    </a:cubicBezTo>
                    <a:cubicBezTo>
                      <a:pt x="517" y="1119"/>
                      <a:pt x="518" y="1119"/>
                      <a:pt x="520" y="1118"/>
                    </a:cubicBezTo>
                    <a:cubicBezTo>
                      <a:pt x="522" y="1118"/>
                      <a:pt x="523" y="1119"/>
                      <a:pt x="524" y="1121"/>
                    </a:cubicBezTo>
                    <a:cubicBezTo>
                      <a:pt x="525" y="1123"/>
                      <a:pt x="522" y="1126"/>
                      <a:pt x="521" y="1128"/>
                    </a:cubicBezTo>
                    <a:cubicBezTo>
                      <a:pt x="520" y="1130"/>
                      <a:pt x="521" y="1132"/>
                      <a:pt x="522" y="1134"/>
                    </a:cubicBezTo>
                    <a:cubicBezTo>
                      <a:pt x="524" y="1136"/>
                      <a:pt x="525" y="1136"/>
                      <a:pt x="526" y="1138"/>
                    </a:cubicBezTo>
                    <a:cubicBezTo>
                      <a:pt x="526" y="1140"/>
                      <a:pt x="527" y="1141"/>
                      <a:pt x="528" y="1143"/>
                    </a:cubicBezTo>
                    <a:cubicBezTo>
                      <a:pt x="529" y="1145"/>
                      <a:pt x="529" y="1147"/>
                      <a:pt x="529" y="1149"/>
                    </a:cubicBezTo>
                    <a:cubicBezTo>
                      <a:pt x="529" y="1150"/>
                      <a:pt x="529" y="1151"/>
                      <a:pt x="529" y="1152"/>
                    </a:cubicBezTo>
                    <a:cubicBezTo>
                      <a:pt x="529" y="1154"/>
                      <a:pt x="530" y="1158"/>
                      <a:pt x="529" y="1159"/>
                    </a:cubicBezTo>
                    <a:cubicBezTo>
                      <a:pt x="528" y="1161"/>
                      <a:pt x="526" y="1162"/>
                      <a:pt x="525" y="1163"/>
                    </a:cubicBezTo>
                    <a:cubicBezTo>
                      <a:pt x="525" y="1164"/>
                      <a:pt x="525" y="1165"/>
                      <a:pt x="526" y="1166"/>
                    </a:cubicBezTo>
                    <a:cubicBezTo>
                      <a:pt x="526" y="1167"/>
                      <a:pt x="527" y="1167"/>
                      <a:pt x="528" y="1168"/>
                    </a:cubicBezTo>
                    <a:cubicBezTo>
                      <a:pt x="529" y="1171"/>
                      <a:pt x="527" y="1173"/>
                      <a:pt x="531" y="1174"/>
                    </a:cubicBezTo>
                    <a:cubicBezTo>
                      <a:pt x="531" y="1174"/>
                      <a:pt x="531" y="1175"/>
                      <a:pt x="531" y="1175"/>
                    </a:cubicBezTo>
                    <a:cubicBezTo>
                      <a:pt x="529" y="1175"/>
                      <a:pt x="526" y="1175"/>
                      <a:pt x="525" y="1177"/>
                    </a:cubicBezTo>
                    <a:cubicBezTo>
                      <a:pt x="525" y="1180"/>
                      <a:pt x="528" y="1181"/>
                      <a:pt x="527" y="1183"/>
                    </a:cubicBezTo>
                    <a:cubicBezTo>
                      <a:pt x="526" y="1185"/>
                      <a:pt x="523" y="1186"/>
                      <a:pt x="521" y="1187"/>
                    </a:cubicBezTo>
                    <a:cubicBezTo>
                      <a:pt x="519" y="1188"/>
                      <a:pt x="517" y="1189"/>
                      <a:pt x="515" y="1190"/>
                    </a:cubicBezTo>
                    <a:cubicBezTo>
                      <a:pt x="512" y="1191"/>
                      <a:pt x="505" y="1192"/>
                      <a:pt x="504" y="1196"/>
                    </a:cubicBezTo>
                    <a:cubicBezTo>
                      <a:pt x="504" y="1197"/>
                      <a:pt x="504" y="1198"/>
                      <a:pt x="504" y="1199"/>
                    </a:cubicBezTo>
                    <a:cubicBezTo>
                      <a:pt x="504" y="1200"/>
                      <a:pt x="504" y="1202"/>
                      <a:pt x="504" y="1203"/>
                    </a:cubicBezTo>
                    <a:cubicBezTo>
                      <a:pt x="504" y="1205"/>
                      <a:pt x="507" y="1206"/>
                      <a:pt x="509" y="1207"/>
                    </a:cubicBezTo>
                    <a:cubicBezTo>
                      <a:pt x="510" y="1208"/>
                      <a:pt x="511" y="1209"/>
                      <a:pt x="512" y="1209"/>
                    </a:cubicBezTo>
                    <a:cubicBezTo>
                      <a:pt x="513" y="1210"/>
                      <a:pt x="515" y="1210"/>
                      <a:pt x="515" y="1211"/>
                    </a:cubicBezTo>
                    <a:cubicBezTo>
                      <a:pt x="517" y="1213"/>
                      <a:pt x="516" y="1218"/>
                      <a:pt x="516" y="1220"/>
                    </a:cubicBezTo>
                    <a:cubicBezTo>
                      <a:pt x="516" y="1222"/>
                      <a:pt x="517" y="1227"/>
                      <a:pt x="515" y="1227"/>
                    </a:cubicBezTo>
                    <a:cubicBezTo>
                      <a:pt x="512" y="1227"/>
                      <a:pt x="512" y="1222"/>
                      <a:pt x="511" y="1221"/>
                    </a:cubicBezTo>
                    <a:cubicBezTo>
                      <a:pt x="510" y="1216"/>
                      <a:pt x="506" y="1211"/>
                      <a:pt x="503" y="1207"/>
                    </a:cubicBezTo>
                    <a:cubicBezTo>
                      <a:pt x="501" y="1205"/>
                      <a:pt x="498" y="1204"/>
                      <a:pt x="495" y="1204"/>
                    </a:cubicBezTo>
                    <a:cubicBezTo>
                      <a:pt x="493" y="1204"/>
                      <a:pt x="489" y="1203"/>
                      <a:pt x="487" y="1205"/>
                    </a:cubicBezTo>
                    <a:cubicBezTo>
                      <a:pt x="485" y="1206"/>
                      <a:pt x="486" y="1210"/>
                      <a:pt x="485" y="1212"/>
                    </a:cubicBezTo>
                    <a:cubicBezTo>
                      <a:pt x="484" y="1214"/>
                      <a:pt x="482" y="1215"/>
                      <a:pt x="481" y="1217"/>
                    </a:cubicBezTo>
                    <a:cubicBezTo>
                      <a:pt x="480" y="1219"/>
                      <a:pt x="478" y="1221"/>
                      <a:pt x="477" y="1224"/>
                    </a:cubicBezTo>
                    <a:cubicBezTo>
                      <a:pt x="476" y="1226"/>
                      <a:pt x="477" y="1229"/>
                      <a:pt x="478" y="1230"/>
                    </a:cubicBezTo>
                    <a:cubicBezTo>
                      <a:pt x="479" y="1231"/>
                      <a:pt x="479" y="1232"/>
                      <a:pt x="480" y="1233"/>
                    </a:cubicBezTo>
                    <a:cubicBezTo>
                      <a:pt x="481" y="1233"/>
                      <a:pt x="483" y="1233"/>
                      <a:pt x="484" y="1234"/>
                    </a:cubicBezTo>
                    <a:cubicBezTo>
                      <a:pt x="486" y="1236"/>
                      <a:pt x="488" y="1238"/>
                      <a:pt x="490" y="1241"/>
                    </a:cubicBezTo>
                    <a:cubicBezTo>
                      <a:pt x="491" y="1242"/>
                      <a:pt x="492" y="1244"/>
                      <a:pt x="493" y="1245"/>
                    </a:cubicBezTo>
                    <a:cubicBezTo>
                      <a:pt x="494" y="1247"/>
                      <a:pt x="494" y="1249"/>
                      <a:pt x="495" y="1250"/>
                    </a:cubicBezTo>
                    <a:cubicBezTo>
                      <a:pt x="497" y="1252"/>
                      <a:pt x="499" y="1254"/>
                      <a:pt x="501" y="1255"/>
                    </a:cubicBezTo>
                    <a:cubicBezTo>
                      <a:pt x="502" y="1257"/>
                      <a:pt x="503" y="1258"/>
                      <a:pt x="505" y="1259"/>
                    </a:cubicBezTo>
                    <a:cubicBezTo>
                      <a:pt x="509" y="1263"/>
                      <a:pt x="514" y="1266"/>
                      <a:pt x="517" y="1270"/>
                    </a:cubicBezTo>
                    <a:cubicBezTo>
                      <a:pt x="520" y="1274"/>
                      <a:pt x="521" y="1279"/>
                      <a:pt x="524" y="1283"/>
                    </a:cubicBezTo>
                    <a:cubicBezTo>
                      <a:pt x="525" y="1286"/>
                      <a:pt x="526" y="1289"/>
                      <a:pt x="528" y="1291"/>
                    </a:cubicBezTo>
                    <a:cubicBezTo>
                      <a:pt x="530" y="1294"/>
                      <a:pt x="533" y="1296"/>
                      <a:pt x="535" y="1298"/>
                    </a:cubicBezTo>
                    <a:cubicBezTo>
                      <a:pt x="538" y="1301"/>
                      <a:pt x="540" y="1304"/>
                      <a:pt x="543" y="1307"/>
                    </a:cubicBezTo>
                    <a:cubicBezTo>
                      <a:pt x="544" y="1309"/>
                      <a:pt x="546" y="1310"/>
                      <a:pt x="546" y="1312"/>
                    </a:cubicBezTo>
                    <a:cubicBezTo>
                      <a:pt x="547" y="1314"/>
                      <a:pt x="547" y="1316"/>
                      <a:pt x="547" y="1317"/>
                    </a:cubicBezTo>
                    <a:cubicBezTo>
                      <a:pt x="547" y="1319"/>
                      <a:pt x="547" y="1322"/>
                      <a:pt x="547" y="1324"/>
                    </a:cubicBezTo>
                    <a:cubicBezTo>
                      <a:pt x="547" y="1326"/>
                      <a:pt x="546" y="1329"/>
                      <a:pt x="546" y="1331"/>
                    </a:cubicBezTo>
                    <a:cubicBezTo>
                      <a:pt x="546" y="1334"/>
                      <a:pt x="546" y="1337"/>
                      <a:pt x="546" y="1340"/>
                    </a:cubicBezTo>
                    <a:cubicBezTo>
                      <a:pt x="546" y="1346"/>
                      <a:pt x="546" y="1352"/>
                      <a:pt x="547" y="1357"/>
                    </a:cubicBezTo>
                    <a:cubicBezTo>
                      <a:pt x="549" y="1367"/>
                      <a:pt x="549" y="1376"/>
                      <a:pt x="549" y="1385"/>
                    </a:cubicBezTo>
                    <a:cubicBezTo>
                      <a:pt x="549" y="1394"/>
                      <a:pt x="551" y="1402"/>
                      <a:pt x="554" y="1411"/>
                    </a:cubicBezTo>
                    <a:cubicBezTo>
                      <a:pt x="554" y="1413"/>
                      <a:pt x="556" y="1415"/>
                      <a:pt x="557" y="1418"/>
                    </a:cubicBezTo>
                    <a:cubicBezTo>
                      <a:pt x="558" y="1420"/>
                      <a:pt x="558" y="1423"/>
                      <a:pt x="560" y="1425"/>
                    </a:cubicBezTo>
                    <a:cubicBezTo>
                      <a:pt x="564" y="1430"/>
                      <a:pt x="570" y="1432"/>
                      <a:pt x="575" y="1436"/>
                    </a:cubicBezTo>
                    <a:cubicBezTo>
                      <a:pt x="578" y="1438"/>
                      <a:pt x="579" y="1441"/>
                      <a:pt x="580" y="1445"/>
                    </a:cubicBezTo>
                    <a:cubicBezTo>
                      <a:pt x="581" y="1447"/>
                      <a:pt x="582" y="1451"/>
                      <a:pt x="582" y="1454"/>
                    </a:cubicBezTo>
                    <a:cubicBezTo>
                      <a:pt x="581" y="1457"/>
                      <a:pt x="578" y="1453"/>
                      <a:pt x="578" y="1452"/>
                    </a:cubicBezTo>
                    <a:cubicBezTo>
                      <a:pt x="574" y="1448"/>
                      <a:pt x="571" y="1443"/>
                      <a:pt x="567" y="1439"/>
                    </a:cubicBezTo>
                    <a:cubicBezTo>
                      <a:pt x="565" y="1437"/>
                      <a:pt x="563" y="1435"/>
                      <a:pt x="560" y="1433"/>
                    </a:cubicBezTo>
                    <a:cubicBezTo>
                      <a:pt x="557" y="1432"/>
                      <a:pt x="559" y="1439"/>
                      <a:pt x="559" y="1440"/>
                    </a:cubicBezTo>
                    <a:cubicBezTo>
                      <a:pt x="560" y="1444"/>
                      <a:pt x="561" y="1448"/>
                      <a:pt x="560" y="1452"/>
                    </a:cubicBezTo>
                    <a:cubicBezTo>
                      <a:pt x="559" y="1455"/>
                      <a:pt x="559" y="1457"/>
                      <a:pt x="558" y="1460"/>
                    </a:cubicBezTo>
                    <a:cubicBezTo>
                      <a:pt x="557" y="1463"/>
                      <a:pt x="556" y="1465"/>
                      <a:pt x="555" y="1467"/>
                    </a:cubicBezTo>
                    <a:cubicBezTo>
                      <a:pt x="555" y="1471"/>
                      <a:pt x="555" y="1475"/>
                      <a:pt x="555" y="1478"/>
                    </a:cubicBezTo>
                    <a:cubicBezTo>
                      <a:pt x="555" y="1480"/>
                      <a:pt x="555" y="1481"/>
                      <a:pt x="555" y="1482"/>
                    </a:cubicBezTo>
                    <a:cubicBezTo>
                      <a:pt x="552" y="1481"/>
                      <a:pt x="553" y="1477"/>
                      <a:pt x="553" y="1474"/>
                    </a:cubicBezTo>
                    <a:cubicBezTo>
                      <a:pt x="554" y="1471"/>
                      <a:pt x="554" y="1468"/>
                      <a:pt x="554" y="1465"/>
                    </a:cubicBezTo>
                    <a:cubicBezTo>
                      <a:pt x="554" y="1463"/>
                      <a:pt x="555" y="1462"/>
                      <a:pt x="555" y="1460"/>
                    </a:cubicBezTo>
                    <a:cubicBezTo>
                      <a:pt x="556" y="1459"/>
                      <a:pt x="555" y="1458"/>
                      <a:pt x="556" y="1457"/>
                    </a:cubicBezTo>
                    <a:cubicBezTo>
                      <a:pt x="557" y="1454"/>
                      <a:pt x="558" y="1451"/>
                      <a:pt x="558" y="1447"/>
                    </a:cubicBezTo>
                    <a:cubicBezTo>
                      <a:pt x="558" y="1444"/>
                      <a:pt x="557" y="1441"/>
                      <a:pt x="556" y="1438"/>
                    </a:cubicBezTo>
                    <a:cubicBezTo>
                      <a:pt x="556" y="1437"/>
                      <a:pt x="554" y="1436"/>
                      <a:pt x="553" y="1434"/>
                    </a:cubicBezTo>
                    <a:cubicBezTo>
                      <a:pt x="552" y="1433"/>
                      <a:pt x="551" y="1432"/>
                      <a:pt x="550" y="1431"/>
                    </a:cubicBezTo>
                    <a:cubicBezTo>
                      <a:pt x="547" y="1425"/>
                      <a:pt x="542" y="1421"/>
                      <a:pt x="539" y="1415"/>
                    </a:cubicBezTo>
                    <a:cubicBezTo>
                      <a:pt x="537" y="1409"/>
                      <a:pt x="536" y="1403"/>
                      <a:pt x="537" y="1397"/>
                    </a:cubicBezTo>
                    <a:cubicBezTo>
                      <a:pt x="537" y="1388"/>
                      <a:pt x="538" y="1379"/>
                      <a:pt x="538" y="1371"/>
                    </a:cubicBezTo>
                    <a:cubicBezTo>
                      <a:pt x="538" y="1366"/>
                      <a:pt x="538" y="1361"/>
                      <a:pt x="537" y="1356"/>
                    </a:cubicBezTo>
                    <a:cubicBezTo>
                      <a:pt x="537" y="1353"/>
                      <a:pt x="536" y="1351"/>
                      <a:pt x="535" y="1348"/>
                    </a:cubicBezTo>
                    <a:cubicBezTo>
                      <a:pt x="535" y="1346"/>
                      <a:pt x="535" y="1345"/>
                      <a:pt x="534" y="1343"/>
                    </a:cubicBezTo>
                    <a:cubicBezTo>
                      <a:pt x="531" y="1334"/>
                      <a:pt x="526" y="1326"/>
                      <a:pt x="523" y="1317"/>
                    </a:cubicBezTo>
                    <a:cubicBezTo>
                      <a:pt x="522" y="1314"/>
                      <a:pt x="518" y="1312"/>
                      <a:pt x="516" y="1309"/>
                    </a:cubicBezTo>
                    <a:cubicBezTo>
                      <a:pt x="513" y="1305"/>
                      <a:pt x="510" y="1300"/>
                      <a:pt x="508" y="1295"/>
                    </a:cubicBezTo>
                    <a:cubicBezTo>
                      <a:pt x="507" y="1293"/>
                      <a:pt x="505" y="1290"/>
                      <a:pt x="503" y="1287"/>
                    </a:cubicBezTo>
                    <a:cubicBezTo>
                      <a:pt x="501" y="1285"/>
                      <a:pt x="502" y="1281"/>
                      <a:pt x="503" y="1279"/>
                    </a:cubicBezTo>
                    <a:cubicBezTo>
                      <a:pt x="504" y="1277"/>
                      <a:pt x="505" y="1276"/>
                      <a:pt x="504" y="1275"/>
                    </a:cubicBezTo>
                    <a:cubicBezTo>
                      <a:pt x="504" y="1273"/>
                      <a:pt x="502" y="1272"/>
                      <a:pt x="500" y="1272"/>
                    </a:cubicBezTo>
                    <a:cubicBezTo>
                      <a:pt x="499" y="1272"/>
                      <a:pt x="498" y="1274"/>
                      <a:pt x="497" y="1275"/>
                    </a:cubicBezTo>
                    <a:cubicBezTo>
                      <a:pt x="495" y="1279"/>
                      <a:pt x="491" y="1280"/>
                      <a:pt x="487" y="1282"/>
                    </a:cubicBezTo>
                    <a:cubicBezTo>
                      <a:pt x="484" y="1284"/>
                      <a:pt x="481" y="1287"/>
                      <a:pt x="480" y="1290"/>
                    </a:cubicBezTo>
                    <a:cubicBezTo>
                      <a:pt x="480" y="1292"/>
                      <a:pt x="480" y="1294"/>
                      <a:pt x="480" y="1297"/>
                    </a:cubicBezTo>
                    <a:cubicBezTo>
                      <a:pt x="479" y="1300"/>
                      <a:pt x="478" y="1304"/>
                      <a:pt x="477" y="1308"/>
                    </a:cubicBezTo>
                    <a:cubicBezTo>
                      <a:pt x="475" y="1314"/>
                      <a:pt x="473" y="1320"/>
                      <a:pt x="471" y="1326"/>
                    </a:cubicBezTo>
                    <a:cubicBezTo>
                      <a:pt x="465" y="1343"/>
                      <a:pt x="458" y="1359"/>
                      <a:pt x="454" y="1376"/>
                    </a:cubicBezTo>
                    <a:cubicBezTo>
                      <a:pt x="452" y="1385"/>
                      <a:pt x="449" y="1393"/>
                      <a:pt x="445" y="1402"/>
                    </a:cubicBezTo>
                    <a:cubicBezTo>
                      <a:pt x="442" y="1410"/>
                      <a:pt x="438" y="1418"/>
                      <a:pt x="434" y="1426"/>
                    </a:cubicBezTo>
                    <a:cubicBezTo>
                      <a:pt x="432" y="1430"/>
                      <a:pt x="430" y="1436"/>
                      <a:pt x="428" y="1440"/>
                    </a:cubicBezTo>
                    <a:cubicBezTo>
                      <a:pt x="427" y="1442"/>
                      <a:pt x="425" y="1444"/>
                      <a:pt x="424" y="1446"/>
                    </a:cubicBezTo>
                    <a:cubicBezTo>
                      <a:pt x="422" y="1450"/>
                      <a:pt x="420" y="1454"/>
                      <a:pt x="419" y="1459"/>
                    </a:cubicBezTo>
                    <a:cubicBezTo>
                      <a:pt x="418" y="1461"/>
                      <a:pt x="418" y="1464"/>
                      <a:pt x="417" y="1466"/>
                    </a:cubicBezTo>
                    <a:cubicBezTo>
                      <a:pt x="416" y="1469"/>
                      <a:pt x="414" y="1472"/>
                      <a:pt x="413" y="1475"/>
                    </a:cubicBezTo>
                    <a:cubicBezTo>
                      <a:pt x="412" y="1478"/>
                      <a:pt x="412" y="1481"/>
                      <a:pt x="411" y="1483"/>
                    </a:cubicBezTo>
                    <a:cubicBezTo>
                      <a:pt x="410" y="1484"/>
                      <a:pt x="410" y="1486"/>
                      <a:pt x="409" y="1487"/>
                    </a:cubicBezTo>
                    <a:cubicBezTo>
                      <a:pt x="409" y="1488"/>
                      <a:pt x="408" y="1489"/>
                      <a:pt x="408" y="1491"/>
                    </a:cubicBezTo>
                    <a:cubicBezTo>
                      <a:pt x="407" y="1493"/>
                      <a:pt x="405" y="1494"/>
                      <a:pt x="404" y="1496"/>
                    </a:cubicBezTo>
                    <a:cubicBezTo>
                      <a:pt x="403" y="1497"/>
                      <a:pt x="403" y="1498"/>
                      <a:pt x="402" y="1499"/>
                    </a:cubicBezTo>
                    <a:cubicBezTo>
                      <a:pt x="402" y="1500"/>
                      <a:pt x="402" y="1501"/>
                      <a:pt x="402" y="1502"/>
                    </a:cubicBezTo>
                    <a:cubicBezTo>
                      <a:pt x="405" y="1500"/>
                      <a:pt x="408" y="1498"/>
                      <a:pt x="411" y="1495"/>
                    </a:cubicBezTo>
                    <a:cubicBezTo>
                      <a:pt x="414" y="1492"/>
                      <a:pt x="416" y="1488"/>
                      <a:pt x="418" y="1485"/>
                    </a:cubicBezTo>
                    <a:cubicBezTo>
                      <a:pt x="421" y="1481"/>
                      <a:pt x="429" y="1469"/>
                      <a:pt x="432" y="1477"/>
                    </a:cubicBezTo>
                    <a:cubicBezTo>
                      <a:pt x="434" y="1481"/>
                      <a:pt x="435" y="1485"/>
                      <a:pt x="438" y="1488"/>
                    </a:cubicBezTo>
                    <a:cubicBezTo>
                      <a:pt x="440" y="1492"/>
                      <a:pt x="444" y="1495"/>
                      <a:pt x="448" y="1498"/>
                    </a:cubicBezTo>
                    <a:cubicBezTo>
                      <a:pt x="450" y="1500"/>
                      <a:pt x="452" y="1502"/>
                      <a:pt x="450" y="1505"/>
                    </a:cubicBezTo>
                    <a:cubicBezTo>
                      <a:pt x="447" y="1508"/>
                      <a:pt x="442" y="1508"/>
                      <a:pt x="438" y="1508"/>
                    </a:cubicBezTo>
                    <a:cubicBezTo>
                      <a:pt x="434" y="1507"/>
                      <a:pt x="431" y="1505"/>
                      <a:pt x="428" y="1502"/>
                    </a:cubicBezTo>
                    <a:cubicBezTo>
                      <a:pt x="426" y="1500"/>
                      <a:pt x="424" y="1497"/>
                      <a:pt x="421" y="1497"/>
                    </a:cubicBezTo>
                    <a:cubicBezTo>
                      <a:pt x="417" y="1498"/>
                      <a:pt x="415" y="1502"/>
                      <a:pt x="413" y="1505"/>
                    </a:cubicBezTo>
                    <a:cubicBezTo>
                      <a:pt x="411" y="1509"/>
                      <a:pt x="410" y="1513"/>
                      <a:pt x="407" y="1516"/>
                    </a:cubicBezTo>
                    <a:cubicBezTo>
                      <a:pt x="405" y="1518"/>
                      <a:pt x="402" y="1519"/>
                      <a:pt x="399" y="1521"/>
                    </a:cubicBezTo>
                    <a:cubicBezTo>
                      <a:pt x="396" y="1522"/>
                      <a:pt x="394" y="1525"/>
                      <a:pt x="392" y="1528"/>
                    </a:cubicBezTo>
                    <a:cubicBezTo>
                      <a:pt x="391" y="1533"/>
                      <a:pt x="391" y="1538"/>
                      <a:pt x="390" y="1542"/>
                    </a:cubicBezTo>
                    <a:cubicBezTo>
                      <a:pt x="389" y="1548"/>
                      <a:pt x="388" y="1554"/>
                      <a:pt x="386" y="1560"/>
                    </a:cubicBezTo>
                    <a:cubicBezTo>
                      <a:pt x="384" y="1569"/>
                      <a:pt x="383" y="1580"/>
                      <a:pt x="378" y="1588"/>
                    </a:cubicBezTo>
                    <a:cubicBezTo>
                      <a:pt x="376" y="1591"/>
                      <a:pt x="374" y="1594"/>
                      <a:pt x="372" y="1596"/>
                    </a:cubicBezTo>
                    <a:cubicBezTo>
                      <a:pt x="370" y="1600"/>
                      <a:pt x="369" y="1603"/>
                      <a:pt x="367" y="1607"/>
                    </a:cubicBezTo>
                    <a:cubicBezTo>
                      <a:pt x="364" y="1612"/>
                      <a:pt x="361" y="1618"/>
                      <a:pt x="358" y="1623"/>
                    </a:cubicBezTo>
                    <a:cubicBezTo>
                      <a:pt x="358" y="1625"/>
                      <a:pt x="357" y="1626"/>
                      <a:pt x="357" y="1627"/>
                    </a:cubicBezTo>
                    <a:cubicBezTo>
                      <a:pt x="355" y="1631"/>
                      <a:pt x="352" y="1634"/>
                      <a:pt x="351" y="1638"/>
                    </a:cubicBezTo>
                    <a:cubicBezTo>
                      <a:pt x="349" y="1643"/>
                      <a:pt x="348" y="1647"/>
                      <a:pt x="346" y="1652"/>
                    </a:cubicBezTo>
                    <a:cubicBezTo>
                      <a:pt x="344" y="1655"/>
                      <a:pt x="342" y="1659"/>
                      <a:pt x="340" y="1662"/>
                    </a:cubicBezTo>
                    <a:cubicBezTo>
                      <a:pt x="337" y="1666"/>
                      <a:pt x="336" y="1670"/>
                      <a:pt x="334" y="1673"/>
                    </a:cubicBezTo>
                    <a:cubicBezTo>
                      <a:pt x="333" y="1677"/>
                      <a:pt x="331" y="1681"/>
                      <a:pt x="330" y="1685"/>
                    </a:cubicBezTo>
                    <a:cubicBezTo>
                      <a:pt x="329" y="1689"/>
                      <a:pt x="329" y="1694"/>
                      <a:pt x="327" y="1698"/>
                    </a:cubicBezTo>
                    <a:cubicBezTo>
                      <a:pt x="325" y="1702"/>
                      <a:pt x="322" y="1706"/>
                      <a:pt x="320" y="1710"/>
                    </a:cubicBezTo>
                    <a:cubicBezTo>
                      <a:pt x="318" y="1715"/>
                      <a:pt x="315" y="1720"/>
                      <a:pt x="312" y="1724"/>
                    </a:cubicBezTo>
                    <a:cubicBezTo>
                      <a:pt x="308" y="1729"/>
                      <a:pt x="304" y="1734"/>
                      <a:pt x="301" y="1740"/>
                    </a:cubicBezTo>
                    <a:cubicBezTo>
                      <a:pt x="299" y="1745"/>
                      <a:pt x="297" y="1749"/>
                      <a:pt x="294" y="1753"/>
                    </a:cubicBezTo>
                    <a:cubicBezTo>
                      <a:pt x="290" y="1757"/>
                      <a:pt x="287" y="1760"/>
                      <a:pt x="283" y="1763"/>
                    </a:cubicBezTo>
                    <a:cubicBezTo>
                      <a:pt x="277" y="1769"/>
                      <a:pt x="271" y="1776"/>
                      <a:pt x="264" y="1780"/>
                    </a:cubicBezTo>
                    <a:cubicBezTo>
                      <a:pt x="257" y="1784"/>
                      <a:pt x="251" y="1789"/>
                      <a:pt x="244" y="1792"/>
                    </a:cubicBezTo>
                    <a:cubicBezTo>
                      <a:pt x="241" y="1793"/>
                      <a:pt x="238" y="1794"/>
                      <a:pt x="234" y="1795"/>
                    </a:cubicBezTo>
                    <a:cubicBezTo>
                      <a:pt x="231" y="1796"/>
                      <a:pt x="228" y="1796"/>
                      <a:pt x="224" y="1795"/>
                    </a:cubicBezTo>
                    <a:cubicBezTo>
                      <a:pt x="221" y="1794"/>
                      <a:pt x="220" y="1793"/>
                      <a:pt x="218" y="1791"/>
                    </a:cubicBezTo>
                    <a:cubicBezTo>
                      <a:pt x="217" y="1790"/>
                      <a:pt x="216" y="1789"/>
                      <a:pt x="214" y="1789"/>
                    </a:cubicBezTo>
                    <a:cubicBezTo>
                      <a:pt x="212" y="1798"/>
                      <a:pt x="212" y="1798"/>
                      <a:pt x="212" y="1798"/>
                    </a:cubicBezTo>
                    <a:cubicBezTo>
                      <a:pt x="221" y="1815"/>
                      <a:pt x="221" y="1815"/>
                      <a:pt x="221" y="1815"/>
                    </a:cubicBezTo>
                    <a:cubicBezTo>
                      <a:pt x="233" y="1817"/>
                      <a:pt x="233" y="1817"/>
                      <a:pt x="233" y="1817"/>
                    </a:cubicBezTo>
                    <a:cubicBezTo>
                      <a:pt x="236" y="1832"/>
                      <a:pt x="236" y="1832"/>
                      <a:pt x="236" y="1832"/>
                    </a:cubicBezTo>
                    <a:cubicBezTo>
                      <a:pt x="262" y="1828"/>
                      <a:pt x="262" y="1828"/>
                      <a:pt x="262" y="1828"/>
                    </a:cubicBezTo>
                    <a:cubicBezTo>
                      <a:pt x="282" y="1844"/>
                      <a:pt x="282" y="1844"/>
                      <a:pt x="282" y="1844"/>
                    </a:cubicBezTo>
                    <a:cubicBezTo>
                      <a:pt x="269" y="1872"/>
                      <a:pt x="269" y="1872"/>
                      <a:pt x="269" y="1872"/>
                    </a:cubicBezTo>
                    <a:cubicBezTo>
                      <a:pt x="251" y="1883"/>
                      <a:pt x="251" y="1883"/>
                      <a:pt x="251" y="1883"/>
                    </a:cubicBezTo>
                    <a:cubicBezTo>
                      <a:pt x="271" y="1898"/>
                      <a:pt x="271" y="1898"/>
                      <a:pt x="271" y="1898"/>
                    </a:cubicBezTo>
                    <a:cubicBezTo>
                      <a:pt x="284" y="1879"/>
                      <a:pt x="284" y="1879"/>
                      <a:pt x="284" y="1879"/>
                    </a:cubicBezTo>
                    <a:cubicBezTo>
                      <a:pt x="288" y="1898"/>
                      <a:pt x="288" y="1898"/>
                      <a:pt x="288" y="1898"/>
                    </a:cubicBezTo>
                    <a:cubicBezTo>
                      <a:pt x="330" y="1913"/>
                      <a:pt x="330" y="1913"/>
                      <a:pt x="330" y="1913"/>
                    </a:cubicBezTo>
                    <a:cubicBezTo>
                      <a:pt x="347" y="1935"/>
                      <a:pt x="347" y="1935"/>
                      <a:pt x="347" y="1935"/>
                    </a:cubicBezTo>
                    <a:cubicBezTo>
                      <a:pt x="391" y="1939"/>
                      <a:pt x="391" y="1939"/>
                      <a:pt x="391" y="1939"/>
                    </a:cubicBezTo>
                    <a:cubicBezTo>
                      <a:pt x="383" y="1966"/>
                      <a:pt x="383" y="1966"/>
                      <a:pt x="383" y="1966"/>
                    </a:cubicBezTo>
                    <a:cubicBezTo>
                      <a:pt x="406" y="1990"/>
                      <a:pt x="406" y="1990"/>
                      <a:pt x="406" y="1990"/>
                    </a:cubicBezTo>
                    <a:cubicBezTo>
                      <a:pt x="463" y="1996"/>
                      <a:pt x="463" y="1996"/>
                      <a:pt x="463" y="1996"/>
                    </a:cubicBezTo>
                    <a:cubicBezTo>
                      <a:pt x="498" y="2019"/>
                      <a:pt x="498" y="2019"/>
                      <a:pt x="498" y="2019"/>
                    </a:cubicBezTo>
                    <a:cubicBezTo>
                      <a:pt x="513" y="2042"/>
                      <a:pt x="513" y="2042"/>
                      <a:pt x="513" y="2042"/>
                    </a:cubicBezTo>
                    <a:cubicBezTo>
                      <a:pt x="559" y="2039"/>
                      <a:pt x="559" y="2039"/>
                      <a:pt x="559" y="2039"/>
                    </a:cubicBezTo>
                    <a:cubicBezTo>
                      <a:pt x="578" y="2062"/>
                      <a:pt x="578" y="2062"/>
                      <a:pt x="578" y="2062"/>
                    </a:cubicBezTo>
                    <a:cubicBezTo>
                      <a:pt x="593" y="2050"/>
                      <a:pt x="593" y="2050"/>
                      <a:pt x="593" y="2050"/>
                    </a:cubicBezTo>
                    <a:cubicBezTo>
                      <a:pt x="613" y="2062"/>
                      <a:pt x="613" y="2062"/>
                      <a:pt x="613" y="2062"/>
                    </a:cubicBezTo>
                    <a:cubicBezTo>
                      <a:pt x="659" y="2066"/>
                      <a:pt x="659" y="2066"/>
                      <a:pt x="659" y="2066"/>
                    </a:cubicBezTo>
                    <a:cubicBezTo>
                      <a:pt x="668" y="2034"/>
                      <a:pt x="668" y="2034"/>
                      <a:pt x="668" y="2034"/>
                    </a:cubicBezTo>
                    <a:cubicBezTo>
                      <a:pt x="705" y="2046"/>
                      <a:pt x="705" y="2046"/>
                      <a:pt x="705" y="2046"/>
                    </a:cubicBezTo>
                    <a:cubicBezTo>
                      <a:pt x="710" y="2056"/>
                      <a:pt x="710" y="2056"/>
                      <a:pt x="710" y="2056"/>
                    </a:cubicBezTo>
                    <a:cubicBezTo>
                      <a:pt x="722" y="2056"/>
                      <a:pt x="722" y="2056"/>
                      <a:pt x="722" y="2056"/>
                    </a:cubicBezTo>
                    <a:cubicBezTo>
                      <a:pt x="745" y="2068"/>
                      <a:pt x="745" y="2068"/>
                      <a:pt x="745" y="2068"/>
                    </a:cubicBezTo>
                    <a:cubicBezTo>
                      <a:pt x="750" y="2084"/>
                      <a:pt x="750" y="2084"/>
                      <a:pt x="750" y="2084"/>
                    </a:cubicBezTo>
                    <a:cubicBezTo>
                      <a:pt x="788" y="2086"/>
                      <a:pt x="788" y="2086"/>
                      <a:pt x="788" y="2086"/>
                    </a:cubicBezTo>
                    <a:cubicBezTo>
                      <a:pt x="798" y="2128"/>
                      <a:pt x="798" y="2128"/>
                      <a:pt x="798" y="2128"/>
                    </a:cubicBezTo>
                    <a:cubicBezTo>
                      <a:pt x="815" y="2116"/>
                      <a:pt x="815" y="2116"/>
                      <a:pt x="815" y="2116"/>
                    </a:cubicBezTo>
                    <a:cubicBezTo>
                      <a:pt x="859" y="2131"/>
                      <a:pt x="859" y="2131"/>
                      <a:pt x="859" y="2131"/>
                    </a:cubicBezTo>
                    <a:cubicBezTo>
                      <a:pt x="865" y="2142"/>
                      <a:pt x="865" y="2142"/>
                      <a:pt x="865" y="2142"/>
                    </a:cubicBezTo>
                    <a:cubicBezTo>
                      <a:pt x="855" y="2165"/>
                      <a:pt x="855" y="2165"/>
                      <a:pt x="855" y="2165"/>
                    </a:cubicBezTo>
                    <a:cubicBezTo>
                      <a:pt x="889" y="2184"/>
                      <a:pt x="889" y="2184"/>
                      <a:pt x="889" y="2184"/>
                    </a:cubicBezTo>
                    <a:cubicBezTo>
                      <a:pt x="901" y="2212"/>
                      <a:pt x="901" y="2212"/>
                      <a:pt x="901" y="2212"/>
                    </a:cubicBezTo>
                    <a:cubicBezTo>
                      <a:pt x="952" y="2200"/>
                      <a:pt x="952" y="2200"/>
                      <a:pt x="952" y="2200"/>
                    </a:cubicBezTo>
                    <a:cubicBezTo>
                      <a:pt x="990" y="2218"/>
                      <a:pt x="990" y="2218"/>
                      <a:pt x="990" y="2218"/>
                    </a:cubicBezTo>
                    <a:cubicBezTo>
                      <a:pt x="999" y="2234"/>
                      <a:pt x="999" y="2234"/>
                      <a:pt x="999" y="2234"/>
                    </a:cubicBezTo>
                    <a:cubicBezTo>
                      <a:pt x="999" y="2234"/>
                      <a:pt x="1030" y="2235"/>
                      <a:pt x="1041" y="2239"/>
                    </a:cubicBezTo>
                    <a:cubicBezTo>
                      <a:pt x="1053" y="2227"/>
                      <a:pt x="1053" y="2227"/>
                      <a:pt x="1053" y="2227"/>
                    </a:cubicBezTo>
                    <a:cubicBezTo>
                      <a:pt x="1082" y="2219"/>
                      <a:pt x="1082" y="2219"/>
                      <a:pt x="1082" y="2219"/>
                    </a:cubicBezTo>
                    <a:cubicBezTo>
                      <a:pt x="1119" y="2224"/>
                      <a:pt x="1119" y="2224"/>
                      <a:pt x="1119" y="2224"/>
                    </a:cubicBezTo>
                    <a:cubicBezTo>
                      <a:pt x="1126" y="2233"/>
                      <a:pt x="1126" y="2233"/>
                      <a:pt x="1126" y="2233"/>
                    </a:cubicBezTo>
                    <a:cubicBezTo>
                      <a:pt x="1153" y="2238"/>
                      <a:pt x="1153" y="2238"/>
                      <a:pt x="1153" y="2238"/>
                    </a:cubicBezTo>
                    <a:cubicBezTo>
                      <a:pt x="1153" y="2237"/>
                      <a:pt x="1152" y="2235"/>
                      <a:pt x="1153" y="2234"/>
                    </a:cubicBezTo>
                    <a:cubicBezTo>
                      <a:pt x="1153" y="2230"/>
                      <a:pt x="1154" y="2227"/>
                      <a:pt x="1153" y="2224"/>
                    </a:cubicBezTo>
                    <a:cubicBezTo>
                      <a:pt x="1152" y="2221"/>
                      <a:pt x="1150" y="2219"/>
                      <a:pt x="1148" y="2216"/>
                    </a:cubicBezTo>
                    <a:cubicBezTo>
                      <a:pt x="1147" y="2215"/>
                      <a:pt x="1147" y="2214"/>
                      <a:pt x="1145" y="2213"/>
                    </a:cubicBezTo>
                    <a:cubicBezTo>
                      <a:pt x="1144" y="2212"/>
                      <a:pt x="1142" y="2212"/>
                      <a:pt x="1140" y="2211"/>
                    </a:cubicBezTo>
                    <a:cubicBezTo>
                      <a:pt x="1136" y="2210"/>
                      <a:pt x="1136" y="2207"/>
                      <a:pt x="1135" y="2203"/>
                    </a:cubicBezTo>
                    <a:cubicBezTo>
                      <a:pt x="1134" y="2197"/>
                      <a:pt x="1130" y="2191"/>
                      <a:pt x="1131" y="2185"/>
                    </a:cubicBezTo>
                    <a:cubicBezTo>
                      <a:pt x="1131" y="2181"/>
                      <a:pt x="1132" y="2176"/>
                      <a:pt x="1134" y="2173"/>
                    </a:cubicBezTo>
                    <a:cubicBezTo>
                      <a:pt x="1134" y="2171"/>
                      <a:pt x="1135" y="2169"/>
                      <a:pt x="1136" y="2167"/>
                    </a:cubicBezTo>
                    <a:cubicBezTo>
                      <a:pt x="1137" y="2165"/>
                      <a:pt x="1137" y="2163"/>
                      <a:pt x="1138" y="2161"/>
                    </a:cubicBezTo>
                    <a:cubicBezTo>
                      <a:pt x="1139" y="2157"/>
                      <a:pt x="1142" y="2154"/>
                      <a:pt x="1142" y="2150"/>
                    </a:cubicBezTo>
                    <a:cubicBezTo>
                      <a:pt x="1142" y="2148"/>
                      <a:pt x="1142" y="2146"/>
                      <a:pt x="1143" y="2145"/>
                    </a:cubicBezTo>
                    <a:cubicBezTo>
                      <a:pt x="1143" y="2143"/>
                      <a:pt x="1145" y="2142"/>
                      <a:pt x="1146" y="2140"/>
                    </a:cubicBezTo>
                    <a:cubicBezTo>
                      <a:pt x="1146" y="2139"/>
                      <a:pt x="1147" y="2137"/>
                      <a:pt x="1148" y="2135"/>
                    </a:cubicBezTo>
                    <a:cubicBezTo>
                      <a:pt x="1148" y="2133"/>
                      <a:pt x="1149" y="2132"/>
                      <a:pt x="1149" y="2130"/>
                    </a:cubicBezTo>
                    <a:cubicBezTo>
                      <a:pt x="1149" y="2129"/>
                      <a:pt x="1149" y="2126"/>
                      <a:pt x="1147" y="2127"/>
                    </a:cubicBezTo>
                    <a:cubicBezTo>
                      <a:pt x="1146" y="2128"/>
                      <a:pt x="1146" y="2130"/>
                      <a:pt x="1145" y="2131"/>
                    </a:cubicBezTo>
                    <a:cubicBezTo>
                      <a:pt x="1144" y="2132"/>
                      <a:pt x="1142" y="2133"/>
                      <a:pt x="1141" y="2134"/>
                    </a:cubicBezTo>
                    <a:cubicBezTo>
                      <a:pt x="1140" y="2135"/>
                      <a:pt x="1138" y="2137"/>
                      <a:pt x="1136" y="2136"/>
                    </a:cubicBezTo>
                    <a:cubicBezTo>
                      <a:pt x="1134" y="2134"/>
                      <a:pt x="1134" y="2133"/>
                      <a:pt x="1133" y="2131"/>
                    </a:cubicBezTo>
                    <a:cubicBezTo>
                      <a:pt x="1131" y="2129"/>
                      <a:pt x="1128" y="2126"/>
                      <a:pt x="1130" y="2123"/>
                    </a:cubicBezTo>
                    <a:cubicBezTo>
                      <a:pt x="1131" y="2122"/>
                      <a:pt x="1133" y="2122"/>
                      <a:pt x="1134" y="2121"/>
                    </a:cubicBezTo>
                    <a:cubicBezTo>
                      <a:pt x="1136" y="2120"/>
                      <a:pt x="1137" y="2118"/>
                      <a:pt x="1138" y="2117"/>
                    </a:cubicBezTo>
                    <a:cubicBezTo>
                      <a:pt x="1139" y="2115"/>
                      <a:pt x="1140" y="2114"/>
                      <a:pt x="1141" y="2113"/>
                    </a:cubicBezTo>
                    <a:cubicBezTo>
                      <a:pt x="1142" y="2112"/>
                      <a:pt x="1142" y="2111"/>
                      <a:pt x="1143" y="2109"/>
                    </a:cubicBezTo>
                    <a:cubicBezTo>
                      <a:pt x="1143" y="2108"/>
                      <a:pt x="1144" y="2105"/>
                      <a:pt x="1145" y="2105"/>
                    </a:cubicBezTo>
                    <a:cubicBezTo>
                      <a:pt x="1147" y="2105"/>
                      <a:pt x="1146" y="2109"/>
                      <a:pt x="1146" y="2110"/>
                    </a:cubicBezTo>
                    <a:cubicBezTo>
                      <a:pt x="1146" y="2112"/>
                      <a:pt x="1145" y="2114"/>
                      <a:pt x="1147" y="2116"/>
                    </a:cubicBezTo>
                    <a:cubicBezTo>
                      <a:pt x="1147" y="2117"/>
                      <a:pt x="1150" y="2118"/>
                      <a:pt x="1151" y="2118"/>
                    </a:cubicBezTo>
                    <a:cubicBezTo>
                      <a:pt x="1153" y="2117"/>
                      <a:pt x="1153" y="2115"/>
                      <a:pt x="1153" y="2113"/>
                    </a:cubicBezTo>
                    <a:cubicBezTo>
                      <a:pt x="1153" y="2111"/>
                      <a:pt x="1154" y="2107"/>
                      <a:pt x="1153" y="2105"/>
                    </a:cubicBezTo>
                    <a:cubicBezTo>
                      <a:pt x="1152" y="2104"/>
                      <a:pt x="1152" y="2103"/>
                      <a:pt x="1151" y="2102"/>
                    </a:cubicBezTo>
                    <a:cubicBezTo>
                      <a:pt x="1151" y="2101"/>
                      <a:pt x="1150" y="2100"/>
                      <a:pt x="1150" y="2099"/>
                    </a:cubicBezTo>
                    <a:cubicBezTo>
                      <a:pt x="1149" y="2098"/>
                      <a:pt x="1149" y="2098"/>
                      <a:pt x="1149" y="2097"/>
                    </a:cubicBezTo>
                    <a:cubicBezTo>
                      <a:pt x="1149" y="2094"/>
                      <a:pt x="1150" y="2093"/>
                      <a:pt x="1152" y="2094"/>
                    </a:cubicBezTo>
                    <a:cubicBezTo>
                      <a:pt x="1152" y="2095"/>
                      <a:pt x="1152" y="2097"/>
                      <a:pt x="1154" y="2097"/>
                    </a:cubicBezTo>
                    <a:cubicBezTo>
                      <a:pt x="1155" y="2098"/>
                      <a:pt x="1156" y="2096"/>
                      <a:pt x="1156" y="2095"/>
                    </a:cubicBezTo>
                    <a:cubicBezTo>
                      <a:pt x="1158" y="2092"/>
                      <a:pt x="1158" y="2088"/>
                      <a:pt x="1158" y="2084"/>
                    </a:cubicBezTo>
                    <a:cubicBezTo>
                      <a:pt x="1158" y="2083"/>
                      <a:pt x="1158" y="2080"/>
                      <a:pt x="1157" y="2079"/>
                    </a:cubicBezTo>
                    <a:cubicBezTo>
                      <a:pt x="1156" y="2078"/>
                      <a:pt x="1155" y="2078"/>
                      <a:pt x="1154" y="2077"/>
                    </a:cubicBezTo>
                    <a:cubicBezTo>
                      <a:pt x="1153" y="2076"/>
                      <a:pt x="1152" y="2074"/>
                      <a:pt x="1152" y="2073"/>
                    </a:cubicBezTo>
                    <a:cubicBezTo>
                      <a:pt x="1151" y="2071"/>
                      <a:pt x="1151" y="2070"/>
                      <a:pt x="1151" y="2069"/>
                    </a:cubicBezTo>
                    <a:cubicBezTo>
                      <a:pt x="1151" y="2067"/>
                      <a:pt x="1151" y="2064"/>
                      <a:pt x="1152" y="2062"/>
                    </a:cubicBezTo>
                    <a:cubicBezTo>
                      <a:pt x="1152" y="2060"/>
                      <a:pt x="1153" y="2059"/>
                      <a:pt x="1155" y="2058"/>
                    </a:cubicBezTo>
                    <a:cubicBezTo>
                      <a:pt x="1160" y="2056"/>
                      <a:pt x="1158" y="2067"/>
                      <a:pt x="1158" y="2070"/>
                    </a:cubicBezTo>
                    <a:cubicBezTo>
                      <a:pt x="1157" y="2072"/>
                      <a:pt x="1157" y="2074"/>
                      <a:pt x="1157" y="2076"/>
                    </a:cubicBezTo>
                    <a:cubicBezTo>
                      <a:pt x="1158" y="2077"/>
                      <a:pt x="1158" y="2079"/>
                      <a:pt x="1159" y="2079"/>
                    </a:cubicBezTo>
                    <a:cubicBezTo>
                      <a:pt x="1161" y="2079"/>
                      <a:pt x="1161" y="2077"/>
                      <a:pt x="1162" y="2077"/>
                    </a:cubicBezTo>
                    <a:cubicBezTo>
                      <a:pt x="1163" y="2076"/>
                      <a:pt x="1164" y="2076"/>
                      <a:pt x="1165" y="2075"/>
                    </a:cubicBezTo>
                    <a:cubicBezTo>
                      <a:pt x="1167" y="2071"/>
                      <a:pt x="1161" y="2071"/>
                      <a:pt x="1161" y="2067"/>
                    </a:cubicBezTo>
                    <a:cubicBezTo>
                      <a:pt x="1161" y="2066"/>
                      <a:pt x="1162" y="2064"/>
                      <a:pt x="1163" y="2063"/>
                    </a:cubicBezTo>
                    <a:cubicBezTo>
                      <a:pt x="1165" y="2062"/>
                      <a:pt x="1164" y="2066"/>
                      <a:pt x="1165" y="2066"/>
                    </a:cubicBezTo>
                    <a:cubicBezTo>
                      <a:pt x="1166" y="2067"/>
                      <a:pt x="1167" y="2066"/>
                      <a:pt x="1168" y="2066"/>
                    </a:cubicBezTo>
                    <a:cubicBezTo>
                      <a:pt x="1170" y="2065"/>
                      <a:pt x="1169" y="2067"/>
                      <a:pt x="1170" y="2068"/>
                    </a:cubicBezTo>
                    <a:cubicBezTo>
                      <a:pt x="1172" y="2069"/>
                      <a:pt x="1173" y="2064"/>
                      <a:pt x="1174" y="2063"/>
                    </a:cubicBezTo>
                    <a:cubicBezTo>
                      <a:pt x="1175" y="2062"/>
                      <a:pt x="1177" y="2061"/>
                      <a:pt x="1179" y="2060"/>
                    </a:cubicBezTo>
                    <a:cubicBezTo>
                      <a:pt x="1181" y="2059"/>
                      <a:pt x="1182" y="2057"/>
                      <a:pt x="1184" y="2055"/>
                    </a:cubicBezTo>
                    <a:cubicBezTo>
                      <a:pt x="1186" y="2054"/>
                      <a:pt x="1188" y="2052"/>
                      <a:pt x="1190" y="2050"/>
                    </a:cubicBezTo>
                    <a:cubicBezTo>
                      <a:pt x="1191" y="2049"/>
                      <a:pt x="1191" y="2048"/>
                      <a:pt x="1192" y="2047"/>
                    </a:cubicBezTo>
                    <a:cubicBezTo>
                      <a:pt x="1192" y="2047"/>
                      <a:pt x="1192" y="2046"/>
                      <a:pt x="1192" y="2045"/>
                    </a:cubicBezTo>
                    <a:cubicBezTo>
                      <a:pt x="1193" y="2043"/>
                      <a:pt x="1196" y="2043"/>
                      <a:pt x="1198" y="2042"/>
                    </a:cubicBezTo>
                    <a:cubicBezTo>
                      <a:pt x="1199" y="2041"/>
                      <a:pt x="1201" y="2040"/>
                      <a:pt x="1203" y="2039"/>
                    </a:cubicBezTo>
                    <a:cubicBezTo>
                      <a:pt x="1207" y="2038"/>
                      <a:pt x="1211" y="2036"/>
                      <a:pt x="1214" y="2033"/>
                    </a:cubicBezTo>
                    <a:cubicBezTo>
                      <a:pt x="1215" y="2031"/>
                      <a:pt x="1216" y="2031"/>
                      <a:pt x="1218" y="2030"/>
                    </a:cubicBezTo>
                    <a:cubicBezTo>
                      <a:pt x="1220" y="2029"/>
                      <a:pt x="1223" y="2030"/>
                      <a:pt x="1225" y="2029"/>
                    </a:cubicBezTo>
                    <a:cubicBezTo>
                      <a:pt x="1227" y="2029"/>
                      <a:pt x="1229" y="2028"/>
                      <a:pt x="1231" y="2027"/>
                    </a:cubicBezTo>
                    <a:cubicBezTo>
                      <a:pt x="1233" y="2027"/>
                      <a:pt x="1235" y="2027"/>
                      <a:pt x="1237" y="2027"/>
                    </a:cubicBezTo>
                    <a:cubicBezTo>
                      <a:pt x="1238" y="2027"/>
                      <a:pt x="1240" y="2027"/>
                      <a:pt x="1242" y="2027"/>
                    </a:cubicBezTo>
                    <a:cubicBezTo>
                      <a:pt x="1244" y="2027"/>
                      <a:pt x="1247" y="2027"/>
                      <a:pt x="1248" y="2030"/>
                    </a:cubicBezTo>
                    <a:cubicBezTo>
                      <a:pt x="1248" y="2031"/>
                      <a:pt x="1248" y="2033"/>
                      <a:pt x="1250" y="2034"/>
                    </a:cubicBezTo>
                    <a:cubicBezTo>
                      <a:pt x="1252" y="2034"/>
                      <a:pt x="1253" y="2033"/>
                      <a:pt x="1254" y="2032"/>
                    </a:cubicBezTo>
                    <a:cubicBezTo>
                      <a:pt x="1256" y="2031"/>
                      <a:pt x="1258" y="2030"/>
                      <a:pt x="1260" y="2030"/>
                    </a:cubicBezTo>
                    <a:cubicBezTo>
                      <a:pt x="1261" y="2030"/>
                      <a:pt x="1262" y="2030"/>
                      <a:pt x="1263" y="2030"/>
                    </a:cubicBezTo>
                    <a:cubicBezTo>
                      <a:pt x="1265" y="2029"/>
                      <a:pt x="1265" y="2028"/>
                      <a:pt x="1267" y="2027"/>
                    </a:cubicBezTo>
                    <a:cubicBezTo>
                      <a:pt x="1268" y="2027"/>
                      <a:pt x="1270" y="2026"/>
                      <a:pt x="1271" y="2026"/>
                    </a:cubicBezTo>
                    <a:cubicBezTo>
                      <a:pt x="1275" y="2024"/>
                      <a:pt x="1278" y="2023"/>
                      <a:pt x="1281" y="2021"/>
                    </a:cubicBezTo>
                    <a:cubicBezTo>
                      <a:pt x="1283" y="2020"/>
                      <a:pt x="1285" y="2019"/>
                      <a:pt x="1287" y="2018"/>
                    </a:cubicBezTo>
                    <a:cubicBezTo>
                      <a:pt x="1292" y="2015"/>
                      <a:pt x="1295" y="2009"/>
                      <a:pt x="1301" y="2008"/>
                    </a:cubicBezTo>
                    <a:cubicBezTo>
                      <a:pt x="1304" y="2007"/>
                      <a:pt x="1307" y="2007"/>
                      <a:pt x="1310" y="2006"/>
                    </a:cubicBezTo>
                    <a:cubicBezTo>
                      <a:pt x="1313" y="2005"/>
                      <a:pt x="1316" y="2004"/>
                      <a:pt x="1319" y="2004"/>
                    </a:cubicBezTo>
                    <a:cubicBezTo>
                      <a:pt x="1325" y="2002"/>
                      <a:pt x="1330" y="2000"/>
                      <a:pt x="1335" y="1997"/>
                    </a:cubicBezTo>
                    <a:cubicBezTo>
                      <a:pt x="1337" y="1995"/>
                      <a:pt x="1340" y="1994"/>
                      <a:pt x="1342" y="1993"/>
                    </a:cubicBezTo>
                    <a:cubicBezTo>
                      <a:pt x="1345" y="1992"/>
                      <a:pt x="1348" y="1991"/>
                      <a:pt x="1350" y="1989"/>
                    </a:cubicBezTo>
                    <a:cubicBezTo>
                      <a:pt x="1353" y="1988"/>
                      <a:pt x="1355" y="1987"/>
                      <a:pt x="1358" y="1986"/>
                    </a:cubicBezTo>
                    <a:cubicBezTo>
                      <a:pt x="1361" y="1985"/>
                      <a:pt x="1364" y="1984"/>
                      <a:pt x="1367" y="1983"/>
                    </a:cubicBezTo>
                    <a:cubicBezTo>
                      <a:pt x="1370" y="1983"/>
                      <a:pt x="1374" y="1982"/>
                      <a:pt x="1377" y="1982"/>
                    </a:cubicBezTo>
                    <a:cubicBezTo>
                      <a:pt x="1380" y="1982"/>
                      <a:pt x="1384" y="1981"/>
                      <a:pt x="1388" y="1982"/>
                    </a:cubicBezTo>
                    <a:cubicBezTo>
                      <a:pt x="1390" y="1982"/>
                      <a:pt x="1390" y="1984"/>
                      <a:pt x="1390" y="1986"/>
                    </a:cubicBezTo>
                    <a:cubicBezTo>
                      <a:pt x="1390" y="1988"/>
                      <a:pt x="1392" y="1990"/>
                      <a:pt x="1393" y="1992"/>
                    </a:cubicBezTo>
                    <a:cubicBezTo>
                      <a:pt x="1394" y="1994"/>
                      <a:pt x="1395" y="1995"/>
                      <a:pt x="1396" y="1996"/>
                    </a:cubicBezTo>
                    <a:cubicBezTo>
                      <a:pt x="1397" y="1997"/>
                      <a:pt x="1398" y="1998"/>
                      <a:pt x="1399" y="1999"/>
                    </a:cubicBezTo>
                    <a:cubicBezTo>
                      <a:pt x="1400" y="2000"/>
                      <a:pt x="1402" y="2002"/>
                      <a:pt x="1403" y="2003"/>
                    </a:cubicBezTo>
                    <a:cubicBezTo>
                      <a:pt x="1408" y="2009"/>
                      <a:pt x="1415" y="2010"/>
                      <a:pt x="1423" y="2012"/>
                    </a:cubicBezTo>
                    <a:cubicBezTo>
                      <a:pt x="1425" y="2012"/>
                      <a:pt x="1428" y="2013"/>
                      <a:pt x="1430" y="2014"/>
                    </a:cubicBezTo>
                    <a:cubicBezTo>
                      <a:pt x="1432" y="2015"/>
                      <a:pt x="1434" y="2016"/>
                      <a:pt x="1436" y="2016"/>
                    </a:cubicBezTo>
                    <a:cubicBezTo>
                      <a:pt x="1440" y="2017"/>
                      <a:pt x="1445" y="2016"/>
                      <a:pt x="1449" y="2018"/>
                    </a:cubicBezTo>
                    <a:cubicBezTo>
                      <a:pt x="1450" y="2019"/>
                      <a:pt x="1452" y="2020"/>
                      <a:pt x="1454" y="2020"/>
                    </a:cubicBezTo>
                    <a:cubicBezTo>
                      <a:pt x="1456" y="2021"/>
                      <a:pt x="1458" y="2021"/>
                      <a:pt x="1460" y="2021"/>
                    </a:cubicBezTo>
                    <a:cubicBezTo>
                      <a:pt x="1462" y="2021"/>
                      <a:pt x="1464" y="2020"/>
                      <a:pt x="1466" y="2020"/>
                    </a:cubicBezTo>
                    <a:cubicBezTo>
                      <a:pt x="1467" y="2021"/>
                      <a:pt x="1469" y="2021"/>
                      <a:pt x="1471" y="2022"/>
                    </a:cubicBezTo>
                    <a:cubicBezTo>
                      <a:pt x="1472" y="2022"/>
                      <a:pt x="1474" y="2022"/>
                      <a:pt x="1475" y="2021"/>
                    </a:cubicBezTo>
                    <a:cubicBezTo>
                      <a:pt x="1476" y="2020"/>
                      <a:pt x="1476" y="2019"/>
                      <a:pt x="1475" y="2018"/>
                    </a:cubicBezTo>
                    <a:cubicBezTo>
                      <a:pt x="1472" y="2016"/>
                      <a:pt x="1468" y="2017"/>
                      <a:pt x="1465" y="2017"/>
                    </a:cubicBezTo>
                    <a:cubicBezTo>
                      <a:pt x="1462" y="2017"/>
                      <a:pt x="1456" y="2018"/>
                      <a:pt x="1454" y="2015"/>
                    </a:cubicBezTo>
                    <a:cubicBezTo>
                      <a:pt x="1452" y="2011"/>
                      <a:pt x="1455" y="2007"/>
                      <a:pt x="1458" y="2006"/>
                    </a:cubicBezTo>
                    <a:cubicBezTo>
                      <a:pt x="1462" y="2005"/>
                      <a:pt x="1468" y="2006"/>
                      <a:pt x="1468" y="2001"/>
                    </a:cubicBezTo>
                    <a:cubicBezTo>
                      <a:pt x="1467" y="1998"/>
                      <a:pt x="1467" y="1996"/>
                      <a:pt x="1467" y="1994"/>
                    </a:cubicBezTo>
                    <a:cubicBezTo>
                      <a:pt x="1468" y="1992"/>
                      <a:pt x="1470" y="1991"/>
                      <a:pt x="1472" y="1991"/>
                    </a:cubicBezTo>
                    <a:cubicBezTo>
                      <a:pt x="1476" y="1991"/>
                      <a:pt x="1481" y="1993"/>
                      <a:pt x="1485" y="1994"/>
                    </a:cubicBezTo>
                    <a:cubicBezTo>
                      <a:pt x="1489" y="1995"/>
                      <a:pt x="1493" y="1996"/>
                      <a:pt x="1494" y="2000"/>
                    </a:cubicBezTo>
                    <a:cubicBezTo>
                      <a:pt x="1495" y="2004"/>
                      <a:pt x="1493" y="2008"/>
                      <a:pt x="1492" y="2012"/>
                    </a:cubicBezTo>
                    <a:cubicBezTo>
                      <a:pt x="1491" y="2014"/>
                      <a:pt x="1490" y="2015"/>
                      <a:pt x="1490" y="2017"/>
                    </a:cubicBezTo>
                    <a:cubicBezTo>
                      <a:pt x="1490" y="2019"/>
                      <a:pt x="1490" y="2021"/>
                      <a:pt x="1489" y="2022"/>
                    </a:cubicBezTo>
                    <a:cubicBezTo>
                      <a:pt x="1487" y="2025"/>
                      <a:pt x="1484" y="2023"/>
                      <a:pt x="1481" y="2023"/>
                    </a:cubicBezTo>
                    <a:cubicBezTo>
                      <a:pt x="1478" y="2023"/>
                      <a:pt x="1479" y="2025"/>
                      <a:pt x="1478" y="2028"/>
                    </a:cubicBezTo>
                    <a:cubicBezTo>
                      <a:pt x="1478" y="2029"/>
                      <a:pt x="1478" y="2031"/>
                      <a:pt x="1479" y="2033"/>
                    </a:cubicBezTo>
                    <a:cubicBezTo>
                      <a:pt x="1479" y="2033"/>
                      <a:pt x="1480" y="2034"/>
                      <a:pt x="1481" y="2034"/>
                    </a:cubicBezTo>
                    <a:cubicBezTo>
                      <a:pt x="1482" y="2034"/>
                      <a:pt x="1482" y="2034"/>
                      <a:pt x="1483" y="2035"/>
                    </a:cubicBezTo>
                    <a:cubicBezTo>
                      <a:pt x="1484" y="2035"/>
                      <a:pt x="1485" y="2036"/>
                      <a:pt x="1485" y="2037"/>
                    </a:cubicBezTo>
                    <a:cubicBezTo>
                      <a:pt x="1485" y="2038"/>
                      <a:pt x="1485" y="2038"/>
                      <a:pt x="1485" y="2039"/>
                    </a:cubicBezTo>
                    <a:cubicBezTo>
                      <a:pt x="1486" y="2040"/>
                      <a:pt x="1487" y="2040"/>
                      <a:pt x="1487" y="2041"/>
                    </a:cubicBezTo>
                    <a:cubicBezTo>
                      <a:pt x="1488" y="2042"/>
                      <a:pt x="1488" y="2043"/>
                      <a:pt x="1488" y="2044"/>
                    </a:cubicBezTo>
                    <a:cubicBezTo>
                      <a:pt x="1488" y="2045"/>
                      <a:pt x="1488" y="2046"/>
                      <a:pt x="1488" y="2047"/>
                    </a:cubicBezTo>
                    <a:cubicBezTo>
                      <a:pt x="1487" y="2048"/>
                      <a:pt x="1487" y="2050"/>
                      <a:pt x="1486" y="2050"/>
                    </a:cubicBezTo>
                    <a:cubicBezTo>
                      <a:pt x="1485" y="2050"/>
                      <a:pt x="1485" y="2049"/>
                      <a:pt x="1484" y="2049"/>
                    </a:cubicBezTo>
                    <a:cubicBezTo>
                      <a:pt x="1484" y="2048"/>
                      <a:pt x="1483" y="2047"/>
                      <a:pt x="1482" y="2046"/>
                    </a:cubicBezTo>
                    <a:cubicBezTo>
                      <a:pt x="1481" y="2044"/>
                      <a:pt x="1478" y="2038"/>
                      <a:pt x="1475" y="2043"/>
                    </a:cubicBezTo>
                    <a:cubicBezTo>
                      <a:pt x="1475" y="2044"/>
                      <a:pt x="1474" y="2046"/>
                      <a:pt x="1475" y="2048"/>
                    </a:cubicBezTo>
                    <a:cubicBezTo>
                      <a:pt x="1476" y="2049"/>
                      <a:pt x="1477" y="2049"/>
                      <a:pt x="1478" y="2051"/>
                    </a:cubicBezTo>
                    <a:cubicBezTo>
                      <a:pt x="1479" y="2052"/>
                      <a:pt x="1480" y="2054"/>
                      <a:pt x="1481" y="2054"/>
                    </a:cubicBezTo>
                    <a:cubicBezTo>
                      <a:pt x="1481" y="2054"/>
                      <a:pt x="1482" y="2054"/>
                      <a:pt x="1483" y="2054"/>
                    </a:cubicBezTo>
                    <a:cubicBezTo>
                      <a:pt x="1484" y="2054"/>
                      <a:pt x="1485" y="2054"/>
                      <a:pt x="1485" y="2054"/>
                    </a:cubicBezTo>
                    <a:cubicBezTo>
                      <a:pt x="1487" y="2054"/>
                      <a:pt x="1488" y="2054"/>
                      <a:pt x="1489" y="2054"/>
                    </a:cubicBezTo>
                    <a:cubicBezTo>
                      <a:pt x="1492" y="2054"/>
                      <a:pt x="1496" y="2054"/>
                      <a:pt x="1499" y="2054"/>
                    </a:cubicBezTo>
                    <a:cubicBezTo>
                      <a:pt x="1502" y="2054"/>
                      <a:pt x="1505" y="2055"/>
                      <a:pt x="1508" y="2054"/>
                    </a:cubicBezTo>
                    <a:cubicBezTo>
                      <a:pt x="1509" y="2054"/>
                      <a:pt x="1512" y="2054"/>
                      <a:pt x="1513" y="2054"/>
                    </a:cubicBezTo>
                    <a:cubicBezTo>
                      <a:pt x="1514" y="2055"/>
                      <a:pt x="1516" y="2056"/>
                      <a:pt x="1517" y="2056"/>
                    </a:cubicBezTo>
                    <a:cubicBezTo>
                      <a:pt x="1518" y="2056"/>
                      <a:pt x="1519" y="2057"/>
                      <a:pt x="1519" y="2057"/>
                    </a:cubicBezTo>
                    <a:cubicBezTo>
                      <a:pt x="1519" y="2058"/>
                      <a:pt x="1518" y="2058"/>
                      <a:pt x="1519" y="2058"/>
                    </a:cubicBezTo>
                    <a:cubicBezTo>
                      <a:pt x="1519" y="2059"/>
                      <a:pt x="1521" y="2059"/>
                      <a:pt x="1522" y="2059"/>
                    </a:cubicBezTo>
                    <a:cubicBezTo>
                      <a:pt x="1525" y="2058"/>
                      <a:pt x="1527" y="2059"/>
                      <a:pt x="1530" y="2060"/>
                    </a:cubicBezTo>
                    <a:cubicBezTo>
                      <a:pt x="1530" y="2060"/>
                      <a:pt x="1532" y="2060"/>
                      <a:pt x="1532" y="2059"/>
                    </a:cubicBezTo>
                    <a:cubicBezTo>
                      <a:pt x="1533" y="2059"/>
                      <a:pt x="1533" y="2058"/>
                      <a:pt x="1533" y="2057"/>
                    </a:cubicBezTo>
                    <a:cubicBezTo>
                      <a:pt x="1534" y="2054"/>
                      <a:pt x="1533" y="2053"/>
                      <a:pt x="1531" y="2052"/>
                    </a:cubicBezTo>
                    <a:cubicBezTo>
                      <a:pt x="1531" y="2052"/>
                      <a:pt x="1530" y="2051"/>
                      <a:pt x="1529" y="2051"/>
                    </a:cubicBezTo>
                    <a:cubicBezTo>
                      <a:pt x="1529" y="2050"/>
                      <a:pt x="1529" y="2048"/>
                      <a:pt x="1529" y="2048"/>
                    </a:cubicBezTo>
                    <a:cubicBezTo>
                      <a:pt x="1529" y="2047"/>
                      <a:pt x="1529" y="2046"/>
                      <a:pt x="1529" y="2046"/>
                    </a:cubicBezTo>
                    <a:cubicBezTo>
                      <a:pt x="1531" y="2045"/>
                      <a:pt x="1532" y="2045"/>
                      <a:pt x="1533" y="2044"/>
                    </a:cubicBezTo>
                    <a:cubicBezTo>
                      <a:pt x="1534" y="2043"/>
                      <a:pt x="1533" y="2040"/>
                      <a:pt x="1534" y="2038"/>
                    </a:cubicBezTo>
                    <a:cubicBezTo>
                      <a:pt x="1536" y="2036"/>
                      <a:pt x="1538" y="2036"/>
                      <a:pt x="1540" y="2036"/>
                    </a:cubicBezTo>
                    <a:cubicBezTo>
                      <a:pt x="1544" y="2036"/>
                      <a:pt x="1555" y="2036"/>
                      <a:pt x="1555" y="2042"/>
                    </a:cubicBezTo>
                    <a:cubicBezTo>
                      <a:pt x="1555" y="2045"/>
                      <a:pt x="1554" y="2049"/>
                      <a:pt x="1557" y="2050"/>
                    </a:cubicBezTo>
                    <a:cubicBezTo>
                      <a:pt x="1558" y="2050"/>
                      <a:pt x="1559" y="2050"/>
                      <a:pt x="1560" y="2050"/>
                    </a:cubicBezTo>
                    <a:cubicBezTo>
                      <a:pt x="1562" y="2050"/>
                      <a:pt x="1564" y="2051"/>
                      <a:pt x="1567" y="2050"/>
                    </a:cubicBezTo>
                    <a:cubicBezTo>
                      <a:pt x="1571" y="2050"/>
                      <a:pt x="1574" y="2045"/>
                      <a:pt x="1574" y="2041"/>
                    </a:cubicBezTo>
                    <a:cubicBezTo>
                      <a:pt x="1574" y="2039"/>
                      <a:pt x="1575" y="2038"/>
                      <a:pt x="1574" y="2037"/>
                    </a:cubicBezTo>
                    <a:cubicBezTo>
                      <a:pt x="1574" y="2036"/>
                      <a:pt x="1572" y="2034"/>
                      <a:pt x="1571" y="2033"/>
                    </a:cubicBezTo>
                    <a:cubicBezTo>
                      <a:pt x="1569" y="2032"/>
                      <a:pt x="1567" y="2031"/>
                      <a:pt x="1565" y="2031"/>
                    </a:cubicBezTo>
                    <a:cubicBezTo>
                      <a:pt x="1564" y="2030"/>
                      <a:pt x="1563" y="2030"/>
                      <a:pt x="1563" y="2029"/>
                    </a:cubicBezTo>
                    <a:cubicBezTo>
                      <a:pt x="1563" y="2027"/>
                      <a:pt x="1564" y="2027"/>
                      <a:pt x="1565" y="2027"/>
                    </a:cubicBezTo>
                    <a:cubicBezTo>
                      <a:pt x="1567" y="2026"/>
                      <a:pt x="1568" y="2027"/>
                      <a:pt x="1570" y="2026"/>
                    </a:cubicBezTo>
                    <a:cubicBezTo>
                      <a:pt x="1571" y="2025"/>
                      <a:pt x="1570" y="2022"/>
                      <a:pt x="1570" y="2021"/>
                    </a:cubicBezTo>
                    <a:cubicBezTo>
                      <a:pt x="1569" y="2019"/>
                      <a:pt x="1567" y="2015"/>
                      <a:pt x="1570" y="2013"/>
                    </a:cubicBezTo>
                    <a:cubicBezTo>
                      <a:pt x="1571" y="2013"/>
                      <a:pt x="1572" y="2013"/>
                      <a:pt x="1572" y="2013"/>
                    </a:cubicBezTo>
                    <a:cubicBezTo>
                      <a:pt x="1574" y="2015"/>
                      <a:pt x="1574" y="2017"/>
                      <a:pt x="1576" y="2019"/>
                    </a:cubicBezTo>
                    <a:cubicBezTo>
                      <a:pt x="1576" y="2019"/>
                      <a:pt x="1577" y="2019"/>
                      <a:pt x="1578" y="2019"/>
                    </a:cubicBezTo>
                    <a:cubicBezTo>
                      <a:pt x="1579" y="2020"/>
                      <a:pt x="1580" y="2020"/>
                      <a:pt x="1581" y="2021"/>
                    </a:cubicBezTo>
                    <a:cubicBezTo>
                      <a:pt x="1584" y="2020"/>
                      <a:pt x="1590" y="2019"/>
                      <a:pt x="1591" y="2023"/>
                    </a:cubicBezTo>
                    <a:cubicBezTo>
                      <a:pt x="1591" y="2026"/>
                      <a:pt x="1590" y="2028"/>
                      <a:pt x="1589" y="2029"/>
                    </a:cubicBezTo>
                    <a:cubicBezTo>
                      <a:pt x="1589" y="2031"/>
                      <a:pt x="1588" y="2033"/>
                      <a:pt x="1589" y="2034"/>
                    </a:cubicBezTo>
                    <a:cubicBezTo>
                      <a:pt x="1590" y="2035"/>
                      <a:pt x="1591" y="2034"/>
                      <a:pt x="1592" y="2035"/>
                    </a:cubicBezTo>
                    <a:cubicBezTo>
                      <a:pt x="1593" y="2035"/>
                      <a:pt x="1593" y="2037"/>
                      <a:pt x="1594" y="2038"/>
                    </a:cubicBezTo>
                    <a:cubicBezTo>
                      <a:pt x="1595" y="2041"/>
                      <a:pt x="1597" y="2034"/>
                      <a:pt x="1598" y="2033"/>
                    </a:cubicBezTo>
                    <a:cubicBezTo>
                      <a:pt x="1600" y="2032"/>
                      <a:pt x="1603" y="2032"/>
                      <a:pt x="1604" y="2033"/>
                    </a:cubicBezTo>
                    <a:cubicBezTo>
                      <a:pt x="1607" y="2034"/>
                      <a:pt x="1609" y="2036"/>
                      <a:pt x="1608" y="2039"/>
                    </a:cubicBezTo>
                    <a:cubicBezTo>
                      <a:pt x="1607" y="2042"/>
                      <a:pt x="1604" y="2044"/>
                      <a:pt x="1601" y="2044"/>
                    </a:cubicBezTo>
                    <a:cubicBezTo>
                      <a:pt x="1600" y="2045"/>
                      <a:pt x="1598" y="2044"/>
                      <a:pt x="1597" y="2045"/>
                    </a:cubicBezTo>
                    <a:cubicBezTo>
                      <a:pt x="1596" y="2047"/>
                      <a:pt x="1595" y="2048"/>
                      <a:pt x="1593" y="2049"/>
                    </a:cubicBezTo>
                    <a:cubicBezTo>
                      <a:pt x="1591" y="2050"/>
                      <a:pt x="1588" y="2049"/>
                      <a:pt x="1586" y="2049"/>
                    </a:cubicBezTo>
                    <a:cubicBezTo>
                      <a:pt x="1582" y="2049"/>
                      <a:pt x="1579" y="2050"/>
                      <a:pt x="1576" y="2050"/>
                    </a:cubicBezTo>
                    <a:cubicBezTo>
                      <a:pt x="1573" y="2050"/>
                      <a:pt x="1571" y="2051"/>
                      <a:pt x="1568" y="2052"/>
                    </a:cubicBezTo>
                    <a:cubicBezTo>
                      <a:pt x="1567" y="2052"/>
                      <a:pt x="1566" y="2053"/>
                      <a:pt x="1564" y="2053"/>
                    </a:cubicBezTo>
                    <a:cubicBezTo>
                      <a:pt x="1563" y="2054"/>
                      <a:pt x="1562" y="2054"/>
                      <a:pt x="1560" y="2054"/>
                    </a:cubicBezTo>
                    <a:cubicBezTo>
                      <a:pt x="1557" y="2057"/>
                      <a:pt x="1561" y="2060"/>
                      <a:pt x="1562" y="2062"/>
                    </a:cubicBezTo>
                    <a:cubicBezTo>
                      <a:pt x="1563" y="2064"/>
                      <a:pt x="1563" y="2066"/>
                      <a:pt x="1564" y="2067"/>
                    </a:cubicBezTo>
                    <a:cubicBezTo>
                      <a:pt x="1566" y="2069"/>
                      <a:pt x="1569" y="2069"/>
                      <a:pt x="1571" y="2069"/>
                    </a:cubicBezTo>
                    <a:cubicBezTo>
                      <a:pt x="1576" y="2069"/>
                      <a:pt x="1581" y="2069"/>
                      <a:pt x="1587" y="2069"/>
                    </a:cubicBezTo>
                    <a:cubicBezTo>
                      <a:pt x="1592" y="2069"/>
                      <a:pt x="1598" y="2070"/>
                      <a:pt x="1604" y="2071"/>
                    </a:cubicBezTo>
                    <a:cubicBezTo>
                      <a:pt x="1607" y="2071"/>
                      <a:pt x="1610" y="2072"/>
                      <a:pt x="1612" y="2072"/>
                    </a:cubicBezTo>
                    <a:cubicBezTo>
                      <a:pt x="1614" y="2071"/>
                      <a:pt x="1616" y="2070"/>
                      <a:pt x="1618" y="2070"/>
                    </a:cubicBezTo>
                    <a:cubicBezTo>
                      <a:pt x="1620" y="2069"/>
                      <a:pt x="1621" y="2070"/>
                      <a:pt x="1622" y="2071"/>
                    </a:cubicBezTo>
                    <a:cubicBezTo>
                      <a:pt x="1623" y="2072"/>
                      <a:pt x="1624" y="2073"/>
                      <a:pt x="1625" y="2073"/>
                    </a:cubicBezTo>
                    <a:cubicBezTo>
                      <a:pt x="1627" y="2074"/>
                      <a:pt x="1628" y="2075"/>
                      <a:pt x="1628" y="2077"/>
                    </a:cubicBezTo>
                    <a:cubicBezTo>
                      <a:pt x="1628" y="2080"/>
                      <a:pt x="1626" y="2082"/>
                      <a:pt x="1624" y="2083"/>
                    </a:cubicBezTo>
                    <a:cubicBezTo>
                      <a:pt x="1623" y="2084"/>
                      <a:pt x="1621" y="2085"/>
                      <a:pt x="1621" y="2087"/>
                    </a:cubicBezTo>
                    <a:cubicBezTo>
                      <a:pt x="1621" y="2088"/>
                      <a:pt x="1623" y="2090"/>
                      <a:pt x="1624" y="2091"/>
                    </a:cubicBezTo>
                    <a:cubicBezTo>
                      <a:pt x="1625" y="2092"/>
                      <a:pt x="1626" y="2094"/>
                      <a:pt x="1625" y="2095"/>
                    </a:cubicBezTo>
                    <a:cubicBezTo>
                      <a:pt x="1623" y="2097"/>
                      <a:pt x="1621" y="2097"/>
                      <a:pt x="1619" y="2098"/>
                    </a:cubicBezTo>
                    <a:cubicBezTo>
                      <a:pt x="1618" y="2098"/>
                      <a:pt x="1616" y="2099"/>
                      <a:pt x="1616" y="2100"/>
                    </a:cubicBezTo>
                    <a:cubicBezTo>
                      <a:pt x="1615" y="2102"/>
                      <a:pt x="1617" y="2103"/>
                      <a:pt x="1619" y="2103"/>
                    </a:cubicBezTo>
                    <a:cubicBezTo>
                      <a:pt x="1622" y="2104"/>
                      <a:pt x="1625" y="2106"/>
                      <a:pt x="1628" y="2107"/>
                    </a:cubicBezTo>
                    <a:cubicBezTo>
                      <a:pt x="1629" y="2107"/>
                      <a:pt x="1630" y="2107"/>
                      <a:pt x="1631" y="2107"/>
                    </a:cubicBezTo>
                    <a:cubicBezTo>
                      <a:pt x="1634" y="2108"/>
                      <a:pt x="1637" y="2108"/>
                      <a:pt x="1641" y="2108"/>
                    </a:cubicBezTo>
                    <a:cubicBezTo>
                      <a:pt x="1645" y="2107"/>
                      <a:pt x="1650" y="2106"/>
                      <a:pt x="1653" y="2110"/>
                    </a:cubicBezTo>
                    <a:cubicBezTo>
                      <a:pt x="1654" y="2111"/>
                      <a:pt x="1655" y="2112"/>
                      <a:pt x="1657" y="2114"/>
                    </a:cubicBezTo>
                    <a:cubicBezTo>
                      <a:pt x="1658" y="2114"/>
                      <a:pt x="1659" y="2115"/>
                      <a:pt x="1660" y="2116"/>
                    </a:cubicBezTo>
                    <a:cubicBezTo>
                      <a:pt x="1663" y="2117"/>
                      <a:pt x="1665" y="2119"/>
                      <a:pt x="1667" y="2122"/>
                    </a:cubicBezTo>
                    <a:cubicBezTo>
                      <a:pt x="1669" y="2125"/>
                      <a:pt x="1671" y="2128"/>
                      <a:pt x="1675" y="2127"/>
                    </a:cubicBezTo>
                    <a:cubicBezTo>
                      <a:pt x="1678" y="2126"/>
                      <a:pt x="1676" y="2121"/>
                      <a:pt x="1680" y="2121"/>
                    </a:cubicBezTo>
                    <a:cubicBezTo>
                      <a:pt x="1682" y="2121"/>
                      <a:pt x="1684" y="2123"/>
                      <a:pt x="1686" y="2124"/>
                    </a:cubicBezTo>
                    <a:cubicBezTo>
                      <a:pt x="1688" y="2125"/>
                      <a:pt x="1689" y="2127"/>
                      <a:pt x="1689" y="2130"/>
                    </a:cubicBezTo>
                    <a:cubicBezTo>
                      <a:pt x="1689" y="2131"/>
                      <a:pt x="1688" y="2134"/>
                      <a:pt x="1690" y="2135"/>
                    </a:cubicBezTo>
                    <a:cubicBezTo>
                      <a:pt x="1691" y="2137"/>
                      <a:pt x="1693" y="2137"/>
                      <a:pt x="1695" y="2137"/>
                    </a:cubicBezTo>
                    <a:cubicBezTo>
                      <a:pt x="1698" y="2139"/>
                      <a:pt x="1698" y="2144"/>
                      <a:pt x="1702" y="2143"/>
                    </a:cubicBezTo>
                    <a:cubicBezTo>
                      <a:pt x="1703" y="2143"/>
                      <a:pt x="1704" y="2142"/>
                      <a:pt x="1706" y="2142"/>
                    </a:cubicBezTo>
                    <a:cubicBezTo>
                      <a:pt x="1707" y="2142"/>
                      <a:pt x="1708" y="2143"/>
                      <a:pt x="1709" y="2143"/>
                    </a:cubicBezTo>
                    <a:cubicBezTo>
                      <a:pt x="1713" y="2146"/>
                      <a:pt x="1707" y="2149"/>
                      <a:pt x="1705" y="2150"/>
                    </a:cubicBezTo>
                    <a:cubicBezTo>
                      <a:pt x="1702" y="2152"/>
                      <a:pt x="1704" y="2157"/>
                      <a:pt x="1707" y="2158"/>
                    </a:cubicBezTo>
                    <a:cubicBezTo>
                      <a:pt x="1709" y="2158"/>
                      <a:pt x="1711" y="2157"/>
                      <a:pt x="1712" y="2158"/>
                    </a:cubicBezTo>
                    <a:cubicBezTo>
                      <a:pt x="1714" y="2158"/>
                      <a:pt x="1714" y="2160"/>
                      <a:pt x="1715" y="2161"/>
                    </a:cubicBezTo>
                    <a:cubicBezTo>
                      <a:pt x="1717" y="2165"/>
                      <a:pt x="1718" y="2161"/>
                      <a:pt x="1720" y="2159"/>
                    </a:cubicBezTo>
                    <a:cubicBezTo>
                      <a:pt x="1721" y="2158"/>
                      <a:pt x="1722" y="2159"/>
                      <a:pt x="1723" y="2159"/>
                    </a:cubicBezTo>
                    <a:cubicBezTo>
                      <a:pt x="1725" y="2159"/>
                      <a:pt x="1727" y="2160"/>
                      <a:pt x="1728" y="2160"/>
                    </a:cubicBezTo>
                    <a:cubicBezTo>
                      <a:pt x="1731" y="2160"/>
                      <a:pt x="1734" y="2161"/>
                      <a:pt x="1735" y="2157"/>
                    </a:cubicBezTo>
                    <a:cubicBezTo>
                      <a:pt x="1735" y="2155"/>
                      <a:pt x="1735" y="2154"/>
                      <a:pt x="1733" y="2153"/>
                    </a:cubicBezTo>
                    <a:cubicBezTo>
                      <a:pt x="1732" y="2152"/>
                      <a:pt x="1731" y="2153"/>
                      <a:pt x="1730" y="2152"/>
                    </a:cubicBezTo>
                    <a:cubicBezTo>
                      <a:pt x="1729" y="2151"/>
                      <a:pt x="1729" y="2150"/>
                      <a:pt x="1728" y="2149"/>
                    </a:cubicBezTo>
                    <a:cubicBezTo>
                      <a:pt x="1727" y="2149"/>
                      <a:pt x="1726" y="2149"/>
                      <a:pt x="1725" y="2148"/>
                    </a:cubicBezTo>
                    <a:cubicBezTo>
                      <a:pt x="1724" y="2147"/>
                      <a:pt x="1725" y="2145"/>
                      <a:pt x="1727" y="2145"/>
                    </a:cubicBezTo>
                    <a:cubicBezTo>
                      <a:pt x="1728" y="2145"/>
                      <a:pt x="1729" y="2146"/>
                      <a:pt x="1731" y="2147"/>
                    </a:cubicBezTo>
                    <a:cubicBezTo>
                      <a:pt x="1734" y="2150"/>
                      <a:pt x="1738" y="2148"/>
                      <a:pt x="1742" y="2149"/>
                    </a:cubicBezTo>
                    <a:cubicBezTo>
                      <a:pt x="1744" y="2149"/>
                      <a:pt x="1744" y="2150"/>
                      <a:pt x="1744" y="2151"/>
                    </a:cubicBezTo>
                    <a:cubicBezTo>
                      <a:pt x="1745" y="2152"/>
                      <a:pt x="1745" y="2152"/>
                      <a:pt x="1746" y="2153"/>
                    </a:cubicBezTo>
                    <a:cubicBezTo>
                      <a:pt x="1747" y="2153"/>
                      <a:pt x="1748" y="2153"/>
                      <a:pt x="1749" y="2153"/>
                    </a:cubicBezTo>
                    <a:cubicBezTo>
                      <a:pt x="1751" y="2154"/>
                      <a:pt x="1753" y="2154"/>
                      <a:pt x="1753" y="2155"/>
                    </a:cubicBezTo>
                    <a:cubicBezTo>
                      <a:pt x="1753" y="2156"/>
                      <a:pt x="1753" y="2158"/>
                      <a:pt x="1754" y="2158"/>
                    </a:cubicBezTo>
                    <a:cubicBezTo>
                      <a:pt x="1754" y="2159"/>
                      <a:pt x="1755" y="2160"/>
                      <a:pt x="1756" y="2160"/>
                    </a:cubicBezTo>
                    <a:cubicBezTo>
                      <a:pt x="1758" y="2161"/>
                      <a:pt x="1760" y="2160"/>
                      <a:pt x="1763" y="2160"/>
                    </a:cubicBezTo>
                    <a:cubicBezTo>
                      <a:pt x="1765" y="2160"/>
                      <a:pt x="1767" y="2160"/>
                      <a:pt x="1767" y="2163"/>
                    </a:cubicBezTo>
                    <a:cubicBezTo>
                      <a:pt x="1767" y="2165"/>
                      <a:pt x="1765" y="2166"/>
                      <a:pt x="1763" y="2166"/>
                    </a:cubicBezTo>
                    <a:cubicBezTo>
                      <a:pt x="1762" y="2166"/>
                      <a:pt x="1761" y="2166"/>
                      <a:pt x="1761" y="2168"/>
                    </a:cubicBezTo>
                    <a:cubicBezTo>
                      <a:pt x="1761" y="2169"/>
                      <a:pt x="1762" y="2170"/>
                      <a:pt x="1763" y="2171"/>
                    </a:cubicBezTo>
                    <a:cubicBezTo>
                      <a:pt x="1764" y="2171"/>
                      <a:pt x="1765" y="2171"/>
                      <a:pt x="1766" y="2172"/>
                    </a:cubicBezTo>
                    <a:cubicBezTo>
                      <a:pt x="1768" y="2172"/>
                      <a:pt x="1770" y="2172"/>
                      <a:pt x="1772" y="2172"/>
                    </a:cubicBezTo>
                    <a:cubicBezTo>
                      <a:pt x="1773" y="2172"/>
                      <a:pt x="1775" y="2173"/>
                      <a:pt x="1777" y="2173"/>
                    </a:cubicBezTo>
                    <a:cubicBezTo>
                      <a:pt x="1778" y="2174"/>
                      <a:pt x="1778" y="2174"/>
                      <a:pt x="1779" y="2173"/>
                    </a:cubicBezTo>
                    <a:cubicBezTo>
                      <a:pt x="1782" y="2168"/>
                      <a:pt x="1773" y="2169"/>
                      <a:pt x="1775" y="2165"/>
                    </a:cubicBezTo>
                    <a:cubicBezTo>
                      <a:pt x="1776" y="2163"/>
                      <a:pt x="1778" y="2162"/>
                      <a:pt x="1780" y="2161"/>
                    </a:cubicBezTo>
                    <a:cubicBezTo>
                      <a:pt x="1781" y="2161"/>
                      <a:pt x="1781" y="2160"/>
                      <a:pt x="1782" y="2159"/>
                    </a:cubicBezTo>
                    <a:cubicBezTo>
                      <a:pt x="1782" y="2158"/>
                      <a:pt x="1782" y="2157"/>
                      <a:pt x="1782" y="2156"/>
                    </a:cubicBezTo>
                    <a:cubicBezTo>
                      <a:pt x="1783" y="2153"/>
                      <a:pt x="1786" y="2154"/>
                      <a:pt x="1788" y="2154"/>
                    </a:cubicBezTo>
                    <a:cubicBezTo>
                      <a:pt x="1791" y="2155"/>
                      <a:pt x="1793" y="2155"/>
                      <a:pt x="1795" y="2155"/>
                    </a:cubicBezTo>
                    <a:cubicBezTo>
                      <a:pt x="1797" y="2155"/>
                      <a:pt x="1798" y="2154"/>
                      <a:pt x="1799" y="2156"/>
                    </a:cubicBezTo>
                    <a:cubicBezTo>
                      <a:pt x="1800" y="2157"/>
                      <a:pt x="1800" y="2158"/>
                      <a:pt x="1801" y="2159"/>
                    </a:cubicBezTo>
                    <a:cubicBezTo>
                      <a:pt x="1802" y="2160"/>
                      <a:pt x="1804" y="2160"/>
                      <a:pt x="1805" y="2160"/>
                    </a:cubicBezTo>
                    <a:cubicBezTo>
                      <a:pt x="1806" y="2160"/>
                      <a:pt x="1807" y="2159"/>
                      <a:pt x="1808" y="2160"/>
                    </a:cubicBezTo>
                    <a:cubicBezTo>
                      <a:pt x="1809" y="2160"/>
                      <a:pt x="1810" y="2162"/>
                      <a:pt x="1810" y="2163"/>
                    </a:cubicBezTo>
                    <a:cubicBezTo>
                      <a:pt x="1810" y="2164"/>
                      <a:pt x="1809" y="2167"/>
                      <a:pt x="1811" y="2168"/>
                    </a:cubicBezTo>
                    <a:cubicBezTo>
                      <a:pt x="1812" y="2168"/>
                      <a:pt x="1813" y="2168"/>
                      <a:pt x="1814" y="2168"/>
                    </a:cubicBezTo>
                    <a:cubicBezTo>
                      <a:pt x="1815" y="2168"/>
                      <a:pt x="1816" y="2168"/>
                      <a:pt x="1817" y="2168"/>
                    </a:cubicBezTo>
                    <a:cubicBezTo>
                      <a:pt x="1818" y="2168"/>
                      <a:pt x="1818" y="2168"/>
                      <a:pt x="1819" y="2168"/>
                    </a:cubicBezTo>
                    <a:cubicBezTo>
                      <a:pt x="1820" y="2167"/>
                      <a:pt x="1821" y="2165"/>
                      <a:pt x="1822" y="2164"/>
                    </a:cubicBezTo>
                    <a:cubicBezTo>
                      <a:pt x="1823" y="2162"/>
                      <a:pt x="1823" y="2160"/>
                      <a:pt x="1822" y="2158"/>
                    </a:cubicBezTo>
                    <a:cubicBezTo>
                      <a:pt x="1821" y="2157"/>
                      <a:pt x="1820" y="2156"/>
                      <a:pt x="1820" y="2155"/>
                    </a:cubicBezTo>
                    <a:cubicBezTo>
                      <a:pt x="1822" y="2154"/>
                      <a:pt x="1823" y="2153"/>
                      <a:pt x="1825" y="2154"/>
                    </a:cubicBezTo>
                    <a:cubicBezTo>
                      <a:pt x="1826" y="2154"/>
                      <a:pt x="1828" y="2154"/>
                      <a:pt x="1828" y="2152"/>
                    </a:cubicBezTo>
                    <a:cubicBezTo>
                      <a:pt x="1829" y="2151"/>
                      <a:pt x="1829" y="2150"/>
                      <a:pt x="1831" y="2150"/>
                    </a:cubicBezTo>
                    <a:cubicBezTo>
                      <a:pt x="1832" y="2150"/>
                      <a:pt x="1833" y="2149"/>
                      <a:pt x="1835" y="2150"/>
                    </a:cubicBezTo>
                    <a:cubicBezTo>
                      <a:pt x="1835" y="2150"/>
                      <a:pt x="1836" y="2150"/>
                      <a:pt x="1836" y="2150"/>
                    </a:cubicBezTo>
                    <a:cubicBezTo>
                      <a:pt x="1837" y="2151"/>
                      <a:pt x="1838" y="2152"/>
                      <a:pt x="1839" y="2152"/>
                    </a:cubicBezTo>
                    <a:cubicBezTo>
                      <a:pt x="1841" y="2153"/>
                      <a:pt x="1843" y="2152"/>
                      <a:pt x="1845" y="2152"/>
                    </a:cubicBezTo>
                    <a:cubicBezTo>
                      <a:pt x="1847" y="2153"/>
                      <a:pt x="1849" y="2153"/>
                      <a:pt x="1850" y="2153"/>
                    </a:cubicBezTo>
                    <a:cubicBezTo>
                      <a:pt x="1851" y="2152"/>
                      <a:pt x="1851" y="2150"/>
                      <a:pt x="1851" y="2150"/>
                    </a:cubicBezTo>
                    <a:cubicBezTo>
                      <a:pt x="1852" y="2149"/>
                      <a:pt x="1854" y="2149"/>
                      <a:pt x="1855" y="2150"/>
                    </a:cubicBezTo>
                    <a:cubicBezTo>
                      <a:pt x="1857" y="2150"/>
                      <a:pt x="1858" y="2151"/>
                      <a:pt x="1860" y="2151"/>
                    </a:cubicBezTo>
                    <a:cubicBezTo>
                      <a:pt x="1861" y="2151"/>
                      <a:pt x="1863" y="2151"/>
                      <a:pt x="1864" y="2150"/>
                    </a:cubicBezTo>
                    <a:cubicBezTo>
                      <a:pt x="1865" y="2150"/>
                      <a:pt x="1864" y="2149"/>
                      <a:pt x="1865" y="2149"/>
                    </a:cubicBezTo>
                    <a:cubicBezTo>
                      <a:pt x="1865" y="2148"/>
                      <a:pt x="1865" y="2147"/>
                      <a:pt x="1866" y="2147"/>
                    </a:cubicBezTo>
                    <a:cubicBezTo>
                      <a:pt x="1867" y="2146"/>
                      <a:pt x="1868" y="2145"/>
                      <a:pt x="1870" y="2145"/>
                    </a:cubicBezTo>
                    <a:cubicBezTo>
                      <a:pt x="1871" y="2145"/>
                      <a:pt x="1871" y="2147"/>
                      <a:pt x="1872" y="2148"/>
                    </a:cubicBezTo>
                    <a:cubicBezTo>
                      <a:pt x="1873" y="2149"/>
                      <a:pt x="1874" y="2148"/>
                      <a:pt x="1875" y="2149"/>
                    </a:cubicBezTo>
                    <a:cubicBezTo>
                      <a:pt x="1877" y="2149"/>
                      <a:pt x="1876" y="2151"/>
                      <a:pt x="1877" y="2152"/>
                    </a:cubicBezTo>
                    <a:cubicBezTo>
                      <a:pt x="1878" y="2153"/>
                      <a:pt x="1880" y="2153"/>
                      <a:pt x="1881" y="2152"/>
                    </a:cubicBezTo>
                    <a:cubicBezTo>
                      <a:pt x="1882" y="2151"/>
                      <a:pt x="1881" y="2149"/>
                      <a:pt x="1882" y="2148"/>
                    </a:cubicBezTo>
                    <a:cubicBezTo>
                      <a:pt x="1883" y="2147"/>
                      <a:pt x="1885" y="2148"/>
                      <a:pt x="1886" y="2148"/>
                    </a:cubicBezTo>
                    <a:cubicBezTo>
                      <a:pt x="1888" y="2147"/>
                      <a:pt x="1888" y="2146"/>
                      <a:pt x="1888" y="2145"/>
                    </a:cubicBezTo>
                    <a:cubicBezTo>
                      <a:pt x="1890" y="2144"/>
                      <a:pt x="1892" y="2144"/>
                      <a:pt x="1893" y="2142"/>
                    </a:cubicBezTo>
                    <a:cubicBezTo>
                      <a:pt x="1895" y="2140"/>
                      <a:pt x="1894" y="2137"/>
                      <a:pt x="1891" y="2137"/>
                    </a:cubicBezTo>
                    <a:cubicBezTo>
                      <a:pt x="1890" y="2137"/>
                      <a:pt x="1889" y="2137"/>
                      <a:pt x="1889" y="2136"/>
                    </a:cubicBezTo>
                    <a:cubicBezTo>
                      <a:pt x="1889" y="2135"/>
                      <a:pt x="1889" y="2133"/>
                      <a:pt x="1889" y="2132"/>
                    </a:cubicBezTo>
                    <a:cubicBezTo>
                      <a:pt x="1890" y="2132"/>
                      <a:pt x="1890" y="2130"/>
                      <a:pt x="1891" y="2130"/>
                    </a:cubicBezTo>
                    <a:cubicBezTo>
                      <a:pt x="1892" y="2130"/>
                      <a:pt x="1892" y="2130"/>
                      <a:pt x="1893" y="2130"/>
                    </a:cubicBezTo>
                    <a:cubicBezTo>
                      <a:pt x="1896" y="2129"/>
                      <a:pt x="1896" y="2126"/>
                      <a:pt x="1894" y="2125"/>
                    </a:cubicBezTo>
                    <a:cubicBezTo>
                      <a:pt x="1892" y="2124"/>
                      <a:pt x="1890" y="2125"/>
                      <a:pt x="1888" y="2125"/>
                    </a:cubicBezTo>
                    <a:cubicBezTo>
                      <a:pt x="1886" y="2125"/>
                      <a:pt x="1883" y="2124"/>
                      <a:pt x="1881" y="2124"/>
                    </a:cubicBezTo>
                    <a:cubicBezTo>
                      <a:pt x="1879" y="2124"/>
                      <a:pt x="1877" y="2125"/>
                      <a:pt x="1876" y="2124"/>
                    </a:cubicBezTo>
                    <a:cubicBezTo>
                      <a:pt x="1874" y="2123"/>
                      <a:pt x="1875" y="2120"/>
                      <a:pt x="1877" y="2119"/>
                    </a:cubicBezTo>
                    <a:cubicBezTo>
                      <a:pt x="1878" y="2117"/>
                      <a:pt x="1880" y="2117"/>
                      <a:pt x="1883" y="2118"/>
                    </a:cubicBezTo>
                    <a:cubicBezTo>
                      <a:pt x="1885" y="2118"/>
                      <a:pt x="1888" y="2117"/>
                      <a:pt x="1890" y="2115"/>
                    </a:cubicBezTo>
                    <a:cubicBezTo>
                      <a:pt x="1891" y="2113"/>
                      <a:pt x="1893" y="2112"/>
                      <a:pt x="1895" y="2111"/>
                    </a:cubicBezTo>
                    <a:cubicBezTo>
                      <a:pt x="1897" y="2109"/>
                      <a:pt x="1898" y="2107"/>
                      <a:pt x="1900" y="2106"/>
                    </a:cubicBezTo>
                    <a:cubicBezTo>
                      <a:pt x="1902" y="2105"/>
                      <a:pt x="1904" y="2105"/>
                      <a:pt x="1905" y="2103"/>
                    </a:cubicBezTo>
                    <a:cubicBezTo>
                      <a:pt x="1905" y="2102"/>
                      <a:pt x="1905" y="2101"/>
                      <a:pt x="1905" y="2100"/>
                    </a:cubicBezTo>
                    <a:cubicBezTo>
                      <a:pt x="1906" y="2100"/>
                      <a:pt x="1907" y="2099"/>
                      <a:pt x="1907" y="2098"/>
                    </a:cubicBezTo>
                    <a:cubicBezTo>
                      <a:pt x="1909" y="2096"/>
                      <a:pt x="1909" y="2095"/>
                      <a:pt x="1909" y="2093"/>
                    </a:cubicBezTo>
                    <a:cubicBezTo>
                      <a:pt x="1911" y="2088"/>
                      <a:pt x="1916" y="2090"/>
                      <a:pt x="1920" y="2090"/>
                    </a:cubicBezTo>
                    <a:cubicBezTo>
                      <a:pt x="1922" y="2091"/>
                      <a:pt x="1923" y="2093"/>
                      <a:pt x="1924" y="2095"/>
                    </a:cubicBezTo>
                    <a:cubicBezTo>
                      <a:pt x="1927" y="2097"/>
                      <a:pt x="1929" y="2095"/>
                      <a:pt x="1932" y="2094"/>
                    </a:cubicBezTo>
                    <a:cubicBezTo>
                      <a:pt x="1932" y="2093"/>
                      <a:pt x="1934" y="2092"/>
                      <a:pt x="1935" y="2092"/>
                    </a:cubicBezTo>
                    <a:cubicBezTo>
                      <a:pt x="1936" y="2091"/>
                      <a:pt x="1938" y="2091"/>
                      <a:pt x="1939" y="2091"/>
                    </a:cubicBezTo>
                    <a:cubicBezTo>
                      <a:pt x="1941" y="2091"/>
                      <a:pt x="1942" y="2090"/>
                      <a:pt x="1944" y="2090"/>
                    </a:cubicBezTo>
                    <a:cubicBezTo>
                      <a:pt x="1946" y="2090"/>
                      <a:pt x="1946" y="2090"/>
                      <a:pt x="1946" y="2088"/>
                    </a:cubicBezTo>
                    <a:cubicBezTo>
                      <a:pt x="1946" y="2087"/>
                      <a:pt x="1946" y="2085"/>
                      <a:pt x="1947" y="2084"/>
                    </a:cubicBezTo>
                    <a:cubicBezTo>
                      <a:pt x="1948" y="2083"/>
                      <a:pt x="1950" y="2083"/>
                      <a:pt x="1951" y="2082"/>
                    </a:cubicBezTo>
                    <a:cubicBezTo>
                      <a:pt x="1952" y="2081"/>
                      <a:pt x="1951" y="2080"/>
                      <a:pt x="1952" y="2079"/>
                    </a:cubicBezTo>
                    <a:cubicBezTo>
                      <a:pt x="1952" y="2078"/>
                      <a:pt x="1954" y="2077"/>
                      <a:pt x="1955" y="2077"/>
                    </a:cubicBezTo>
                    <a:cubicBezTo>
                      <a:pt x="1958" y="2077"/>
                      <a:pt x="1960" y="2076"/>
                      <a:pt x="1960" y="2072"/>
                    </a:cubicBezTo>
                    <a:cubicBezTo>
                      <a:pt x="1959" y="2070"/>
                      <a:pt x="1960" y="2065"/>
                      <a:pt x="1963" y="2064"/>
                    </a:cubicBezTo>
                    <a:cubicBezTo>
                      <a:pt x="1965" y="2063"/>
                      <a:pt x="1967" y="2068"/>
                      <a:pt x="1970" y="2066"/>
                    </a:cubicBezTo>
                    <a:cubicBezTo>
                      <a:pt x="1971" y="2065"/>
                      <a:pt x="1971" y="2064"/>
                      <a:pt x="1973" y="2064"/>
                    </a:cubicBezTo>
                    <a:cubicBezTo>
                      <a:pt x="1974" y="2065"/>
                      <a:pt x="1975" y="2066"/>
                      <a:pt x="1976" y="2066"/>
                    </a:cubicBezTo>
                    <a:cubicBezTo>
                      <a:pt x="1979" y="2068"/>
                      <a:pt x="1980" y="2063"/>
                      <a:pt x="1984" y="2063"/>
                    </a:cubicBezTo>
                    <a:cubicBezTo>
                      <a:pt x="1985" y="2064"/>
                      <a:pt x="1985" y="2065"/>
                      <a:pt x="1985" y="2066"/>
                    </a:cubicBezTo>
                    <a:cubicBezTo>
                      <a:pt x="1986" y="2067"/>
                      <a:pt x="1987" y="2067"/>
                      <a:pt x="1988" y="2067"/>
                    </a:cubicBezTo>
                    <a:cubicBezTo>
                      <a:pt x="1993" y="2068"/>
                      <a:pt x="1992" y="2063"/>
                      <a:pt x="1993" y="2061"/>
                    </a:cubicBezTo>
                    <a:cubicBezTo>
                      <a:pt x="1994" y="2059"/>
                      <a:pt x="1994" y="2056"/>
                      <a:pt x="1994" y="2054"/>
                    </a:cubicBezTo>
                    <a:cubicBezTo>
                      <a:pt x="1993" y="2052"/>
                      <a:pt x="1993" y="2045"/>
                      <a:pt x="1996" y="2044"/>
                    </a:cubicBezTo>
                    <a:cubicBezTo>
                      <a:pt x="1997" y="2044"/>
                      <a:pt x="1998" y="2045"/>
                      <a:pt x="1999" y="2045"/>
                    </a:cubicBezTo>
                    <a:cubicBezTo>
                      <a:pt x="2001" y="2045"/>
                      <a:pt x="2002" y="2045"/>
                      <a:pt x="2004" y="2044"/>
                    </a:cubicBezTo>
                    <a:cubicBezTo>
                      <a:pt x="2003" y="2043"/>
                      <a:pt x="2005" y="2040"/>
                      <a:pt x="2006" y="2040"/>
                    </a:cubicBezTo>
                    <a:cubicBezTo>
                      <a:pt x="2008" y="2039"/>
                      <a:pt x="2009" y="2040"/>
                      <a:pt x="2010" y="2040"/>
                    </a:cubicBezTo>
                    <a:cubicBezTo>
                      <a:pt x="2012" y="2040"/>
                      <a:pt x="2013" y="2040"/>
                      <a:pt x="2015" y="2040"/>
                    </a:cubicBezTo>
                    <a:cubicBezTo>
                      <a:pt x="2016" y="2040"/>
                      <a:pt x="2018" y="2040"/>
                      <a:pt x="2019" y="2039"/>
                    </a:cubicBezTo>
                    <a:cubicBezTo>
                      <a:pt x="2020" y="2039"/>
                      <a:pt x="2020" y="2037"/>
                      <a:pt x="2021" y="2036"/>
                    </a:cubicBezTo>
                    <a:cubicBezTo>
                      <a:pt x="2023" y="2035"/>
                      <a:pt x="2025" y="2035"/>
                      <a:pt x="2027" y="2035"/>
                    </a:cubicBezTo>
                    <a:cubicBezTo>
                      <a:pt x="2030" y="2036"/>
                      <a:pt x="2030" y="2039"/>
                      <a:pt x="2033" y="2041"/>
                    </a:cubicBezTo>
                    <a:cubicBezTo>
                      <a:pt x="2034" y="2041"/>
                      <a:pt x="2036" y="2041"/>
                      <a:pt x="2036" y="2040"/>
                    </a:cubicBezTo>
                    <a:cubicBezTo>
                      <a:pt x="2036" y="2038"/>
                      <a:pt x="2035" y="2036"/>
                      <a:pt x="2035" y="2034"/>
                    </a:cubicBezTo>
                    <a:cubicBezTo>
                      <a:pt x="2035" y="2033"/>
                      <a:pt x="2035" y="2031"/>
                      <a:pt x="2036" y="2030"/>
                    </a:cubicBezTo>
                    <a:cubicBezTo>
                      <a:pt x="2038" y="2030"/>
                      <a:pt x="2039" y="2030"/>
                      <a:pt x="2041" y="2031"/>
                    </a:cubicBezTo>
                    <a:cubicBezTo>
                      <a:pt x="2042" y="2031"/>
                      <a:pt x="2044" y="2031"/>
                      <a:pt x="2044" y="2030"/>
                    </a:cubicBezTo>
                    <a:cubicBezTo>
                      <a:pt x="2045" y="2029"/>
                      <a:pt x="2045" y="2028"/>
                      <a:pt x="2047" y="2027"/>
                    </a:cubicBezTo>
                    <a:cubicBezTo>
                      <a:pt x="2048" y="2026"/>
                      <a:pt x="2048" y="2026"/>
                      <a:pt x="2049" y="2025"/>
                    </a:cubicBezTo>
                    <a:cubicBezTo>
                      <a:pt x="2052" y="2022"/>
                      <a:pt x="2056" y="2021"/>
                      <a:pt x="2060" y="2021"/>
                    </a:cubicBezTo>
                    <a:cubicBezTo>
                      <a:pt x="2062" y="2021"/>
                      <a:pt x="2064" y="2021"/>
                      <a:pt x="2066" y="2022"/>
                    </a:cubicBezTo>
                    <a:cubicBezTo>
                      <a:pt x="2068" y="2022"/>
                      <a:pt x="2070" y="2022"/>
                      <a:pt x="2072" y="2022"/>
                    </a:cubicBezTo>
                    <a:cubicBezTo>
                      <a:pt x="2075" y="2022"/>
                      <a:pt x="2079" y="2022"/>
                      <a:pt x="2080" y="2018"/>
                    </a:cubicBezTo>
                    <a:cubicBezTo>
                      <a:pt x="2080" y="2018"/>
                      <a:pt x="2080" y="2018"/>
                      <a:pt x="2081" y="2017"/>
                    </a:cubicBezTo>
                    <a:cubicBezTo>
                      <a:pt x="2075" y="1979"/>
                      <a:pt x="2075" y="1979"/>
                      <a:pt x="2075" y="1979"/>
                    </a:cubicBezTo>
                    <a:cubicBezTo>
                      <a:pt x="2118" y="1948"/>
                      <a:pt x="2118" y="1948"/>
                      <a:pt x="2118" y="1948"/>
                    </a:cubicBezTo>
                    <a:cubicBezTo>
                      <a:pt x="2113" y="1921"/>
                      <a:pt x="2113" y="1921"/>
                      <a:pt x="2113" y="1921"/>
                    </a:cubicBezTo>
                    <a:cubicBezTo>
                      <a:pt x="2069" y="1917"/>
                      <a:pt x="2069" y="1917"/>
                      <a:pt x="2069" y="1917"/>
                    </a:cubicBezTo>
                    <a:cubicBezTo>
                      <a:pt x="2061" y="1927"/>
                      <a:pt x="2061" y="1927"/>
                      <a:pt x="2061" y="1927"/>
                    </a:cubicBezTo>
                    <a:cubicBezTo>
                      <a:pt x="2008" y="1910"/>
                      <a:pt x="2008" y="1910"/>
                      <a:pt x="2008" y="1910"/>
                    </a:cubicBezTo>
                    <a:cubicBezTo>
                      <a:pt x="1983" y="1878"/>
                      <a:pt x="1983" y="1878"/>
                      <a:pt x="1983" y="1878"/>
                    </a:cubicBezTo>
                    <a:cubicBezTo>
                      <a:pt x="1974" y="1840"/>
                      <a:pt x="1974" y="1840"/>
                      <a:pt x="1974" y="1840"/>
                    </a:cubicBezTo>
                    <a:cubicBezTo>
                      <a:pt x="1983" y="1833"/>
                      <a:pt x="1983" y="1833"/>
                      <a:pt x="1983" y="1833"/>
                    </a:cubicBezTo>
                    <a:cubicBezTo>
                      <a:pt x="1970" y="1799"/>
                      <a:pt x="1970" y="1799"/>
                      <a:pt x="1970" y="1799"/>
                    </a:cubicBezTo>
                    <a:cubicBezTo>
                      <a:pt x="2001" y="1763"/>
                      <a:pt x="2001" y="1763"/>
                      <a:pt x="2001" y="1763"/>
                    </a:cubicBezTo>
                    <a:cubicBezTo>
                      <a:pt x="2017" y="1763"/>
                      <a:pt x="2017" y="1763"/>
                      <a:pt x="2017" y="1763"/>
                    </a:cubicBezTo>
                    <a:cubicBezTo>
                      <a:pt x="2002" y="1723"/>
                      <a:pt x="2002" y="1723"/>
                      <a:pt x="2002" y="1723"/>
                    </a:cubicBezTo>
                    <a:cubicBezTo>
                      <a:pt x="1969" y="1711"/>
                      <a:pt x="1969" y="1711"/>
                      <a:pt x="1969" y="1711"/>
                    </a:cubicBezTo>
                    <a:cubicBezTo>
                      <a:pt x="1955" y="1687"/>
                      <a:pt x="1955" y="1687"/>
                      <a:pt x="1955" y="1687"/>
                    </a:cubicBezTo>
                    <a:cubicBezTo>
                      <a:pt x="1969" y="1673"/>
                      <a:pt x="1969" y="1673"/>
                      <a:pt x="1969" y="1673"/>
                    </a:cubicBezTo>
                    <a:cubicBezTo>
                      <a:pt x="1950" y="1668"/>
                      <a:pt x="1950" y="1668"/>
                      <a:pt x="1950" y="1668"/>
                    </a:cubicBezTo>
                    <a:cubicBezTo>
                      <a:pt x="1948" y="1650"/>
                      <a:pt x="1948" y="1650"/>
                      <a:pt x="1948" y="1650"/>
                    </a:cubicBezTo>
                    <a:cubicBezTo>
                      <a:pt x="1975" y="1633"/>
                      <a:pt x="1975" y="1633"/>
                      <a:pt x="1975" y="1633"/>
                    </a:cubicBezTo>
                    <a:cubicBezTo>
                      <a:pt x="1992" y="1649"/>
                      <a:pt x="1992" y="1649"/>
                      <a:pt x="1992" y="1649"/>
                    </a:cubicBezTo>
                    <a:cubicBezTo>
                      <a:pt x="2005" y="1636"/>
                      <a:pt x="2005" y="1636"/>
                      <a:pt x="2005" y="1636"/>
                    </a:cubicBezTo>
                    <a:cubicBezTo>
                      <a:pt x="2053" y="1626"/>
                      <a:pt x="2053" y="1626"/>
                      <a:pt x="2053" y="1626"/>
                    </a:cubicBezTo>
                    <a:cubicBezTo>
                      <a:pt x="2047" y="1600"/>
                      <a:pt x="2047" y="1600"/>
                      <a:pt x="2047" y="1600"/>
                    </a:cubicBezTo>
                    <a:cubicBezTo>
                      <a:pt x="2068" y="1577"/>
                      <a:pt x="2068" y="1577"/>
                      <a:pt x="2068" y="1577"/>
                    </a:cubicBezTo>
                    <a:cubicBezTo>
                      <a:pt x="2029" y="1535"/>
                      <a:pt x="2029" y="1535"/>
                      <a:pt x="2029" y="1535"/>
                    </a:cubicBezTo>
                    <a:cubicBezTo>
                      <a:pt x="2037" y="1517"/>
                      <a:pt x="2037" y="1517"/>
                      <a:pt x="2037" y="1517"/>
                    </a:cubicBezTo>
                    <a:cubicBezTo>
                      <a:pt x="2020" y="1510"/>
                      <a:pt x="2020" y="1510"/>
                      <a:pt x="2020" y="1510"/>
                    </a:cubicBezTo>
                    <a:cubicBezTo>
                      <a:pt x="2005" y="1476"/>
                      <a:pt x="2005" y="1476"/>
                      <a:pt x="2005" y="1476"/>
                    </a:cubicBezTo>
                    <a:cubicBezTo>
                      <a:pt x="2047" y="1457"/>
                      <a:pt x="2047" y="1457"/>
                      <a:pt x="2047" y="1457"/>
                    </a:cubicBezTo>
                    <a:cubicBezTo>
                      <a:pt x="2058" y="1433"/>
                      <a:pt x="2058" y="1433"/>
                      <a:pt x="2058" y="1433"/>
                    </a:cubicBezTo>
                    <a:cubicBezTo>
                      <a:pt x="2043" y="1404"/>
                      <a:pt x="2043" y="1404"/>
                      <a:pt x="2043" y="1404"/>
                    </a:cubicBezTo>
                    <a:cubicBezTo>
                      <a:pt x="2032" y="1404"/>
                      <a:pt x="2032" y="1404"/>
                      <a:pt x="2032" y="1404"/>
                    </a:cubicBezTo>
                    <a:cubicBezTo>
                      <a:pt x="2033" y="1383"/>
                      <a:pt x="2033" y="1383"/>
                      <a:pt x="2033" y="1383"/>
                    </a:cubicBezTo>
                    <a:cubicBezTo>
                      <a:pt x="2020" y="1376"/>
                      <a:pt x="2020" y="1376"/>
                      <a:pt x="2020" y="1376"/>
                    </a:cubicBezTo>
                    <a:cubicBezTo>
                      <a:pt x="2022" y="1357"/>
                      <a:pt x="2022" y="1357"/>
                      <a:pt x="2022" y="1357"/>
                    </a:cubicBezTo>
                    <a:cubicBezTo>
                      <a:pt x="2039" y="1337"/>
                      <a:pt x="2039" y="1337"/>
                      <a:pt x="2039" y="1337"/>
                    </a:cubicBezTo>
                    <a:cubicBezTo>
                      <a:pt x="2029" y="1320"/>
                      <a:pt x="2029" y="1320"/>
                      <a:pt x="2029" y="1320"/>
                    </a:cubicBezTo>
                    <a:cubicBezTo>
                      <a:pt x="2019" y="1319"/>
                      <a:pt x="2009" y="1317"/>
                      <a:pt x="1999" y="1315"/>
                    </a:cubicBezTo>
                    <a:cubicBezTo>
                      <a:pt x="1993" y="1313"/>
                      <a:pt x="1988" y="1313"/>
                      <a:pt x="1983" y="1314"/>
                    </a:cubicBezTo>
                    <a:cubicBezTo>
                      <a:pt x="1978" y="1315"/>
                      <a:pt x="1973" y="1317"/>
                      <a:pt x="1969" y="1318"/>
                    </a:cubicBezTo>
                    <a:cubicBezTo>
                      <a:pt x="1964" y="1319"/>
                      <a:pt x="1959" y="1319"/>
                      <a:pt x="1953" y="1319"/>
                    </a:cubicBezTo>
                    <a:cubicBezTo>
                      <a:pt x="1949" y="1319"/>
                      <a:pt x="1943" y="1318"/>
                      <a:pt x="1939" y="1319"/>
                    </a:cubicBezTo>
                    <a:cubicBezTo>
                      <a:pt x="1934" y="1321"/>
                      <a:pt x="1929" y="1324"/>
                      <a:pt x="1926" y="1328"/>
                    </a:cubicBezTo>
                    <a:cubicBezTo>
                      <a:pt x="1938" y="1344"/>
                      <a:pt x="1938" y="1344"/>
                      <a:pt x="1938" y="1344"/>
                    </a:cubicBezTo>
                    <a:cubicBezTo>
                      <a:pt x="1922" y="1346"/>
                      <a:pt x="1906" y="1360"/>
                      <a:pt x="1906" y="1360"/>
                    </a:cubicBezTo>
                    <a:cubicBezTo>
                      <a:pt x="1887" y="1353"/>
                      <a:pt x="1887" y="1353"/>
                      <a:pt x="1887" y="1353"/>
                    </a:cubicBezTo>
                    <a:cubicBezTo>
                      <a:pt x="1860" y="1361"/>
                      <a:pt x="1860" y="1361"/>
                      <a:pt x="1860" y="1361"/>
                    </a:cubicBezTo>
                    <a:cubicBezTo>
                      <a:pt x="1860" y="1343"/>
                      <a:pt x="1860" y="1343"/>
                      <a:pt x="1860" y="1343"/>
                    </a:cubicBezTo>
                    <a:cubicBezTo>
                      <a:pt x="1887" y="1334"/>
                      <a:pt x="1887" y="1334"/>
                      <a:pt x="1887" y="1334"/>
                    </a:cubicBezTo>
                    <a:cubicBezTo>
                      <a:pt x="1887" y="1322"/>
                      <a:pt x="1887" y="1322"/>
                      <a:pt x="1887" y="1322"/>
                    </a:cubicBezTo>
                    <a:cubicBezTo>
                      <a:pt x="1904" y="1304"/>
                      <a:pt x="1904" y="1304"/>
                      <a:pt x="1904" y="1304"/>
                    </a:cubicBezTo>
                    <a:cubicBezTo>
                      <a:pt x="1886" y="1291"/>
                      <a:pt x="1886" y="1291"/>
                      <a:pt x="1886" y="1291"/>
                    </a:cubicBezTo>
                    <a:cubicBezTo>
                      <a:pt x="1886" y="1279"/>
                      <a:pt x="1886" y="1279"/>
                      <a:pt x="1886" y="1279"/>
                    </a:cubicBezTo>
                    <a:cubicBezTo>
                      <a:pt x="1914" y="1264"/>
                      <a:pt x="1914" y="1264"/>
                      <a:pt x="1914" y="1264"/>
                    </a:cubicBezTo>
                    <a:cubicBezTo>
                      <a:pt x="1917" y="1242"/>
                      <a:pt x="1917" y="1242"/>
                      <a:pt x="1917" y="1242"/>
                    </a:cubicBezTo>
                    <a:cubicBezTo>
                      <a:pt x="1934" y="1222"/>
                      <a:pt x="1982" y="1203"/>
                      <a:pt x="1982" y="1203"/>
                    </a:cubicBezTo>
                    <a:cubicBezTo>
                      <a:pt x="1980" y="1193"/>
                      <a:pt x="1980" y="1193"/>
                      <a:pt x="1980" y="1193"/>
                    </a:cubicBezTo>
                    <a:cubicBezTo>
                      <a:pt x="1988" y="1176"/>
                      <a:pt x="1988" y="1176"/>
                      <a:pt x="1988" y="1176"/>
                    </a:cubicBezTo>
                    <a:cubicBezTo>
                      <a:pt x="1993" y="1159"/>
                      <a:pt x="1993" y="1159"/>
                      <a:pt x="1993" y="1159"/>
                    </a:cubicBezTo>
                    <a:cubicBezTo>
                      <a:pt x="2034" y="1157"/>
                      <a:pt x="2034" y="1157"/>
                      <a:pt x="2034" y="1157"/>
                    </a:cubicBezTo>
                    <a:cubicBezTo>
                      <a:pt x="2038" y="1136"/>
                      <a:pt x="2038" y="1136"/>
                      <a:pt x="2038" y="1136"/>
                    </a:cubicBezTo>
                    <a:cubicBezTo>
                      <a:pt x="2060" y="1131"/>
                      <a:pt x="2060" y="1131"/>
                      <a:pt x="2060" y="1131"/>
                    </a:cubicBezTo>
                    <a:cubicBezTo>
                      <a:pt x="2087" y="1100"/>
                      <a:pt x="2115" y="1085"/>
                      <a:pt x="2115" y="1085"/>
                    </a:cubicBezTo>
                    <a:cubicBezTo>
                      <a:pt x="2113" y="1071"/>
                      <a:pt x="2113" y="1071"/>
                      <a:pt x="2113" y="1071"/>
                    </a:cubicBezTo>
                    <a:cubicBezTo>
                      <a:pt x="2094" y="1070"/>
                      <a:pt x="2094" y="1070"/>
                      <a:pt x="2094" y="1070"/>
                    </a:cubicBezTo>
                    <a:cubicBezTo>
                      <a:pt x="2109" y="1039"/>
                      <a:pt x="2109" y="1039"/>
                      <a:pt x="2109" y="1039"/>
                    </a:cubicBezTo>
                    <a:cubicBezTo>
                      <a:pt x="2137" y="1044"/>
                      <a:pt x="2137" y="1044"/>
                      <a:pt x="2137" y="1044"/>
                    </a:cubicBezTo>
                    <a:cubicBezTo>
                      <a:pt x="2135" y="1055"/>
                      <a:pt x="2135" y="1055"/>
                      <a:pt x="2135" y="1055"/>
                    </a:cubicBezTo>
                    <a:cubicBezTo>
                      <a:pt x="2158" y="1062"/>
                      <a:pt x="2158" y="1062"/>
                      <a:pt x="2158" y="1062"/>
                    </a:cubicBezTo>
                    <a:cubicBezTo>
                      <a:pt x="2189" y="1060"/>
                      <a:pt x="2189" y="1060"/>
                      <a:pt x="2189" y="1060"/>
                    </a:cubicBezTo>
                    <a:cubicBezTo>
                      <a:pt x="2207" y="1048"/>
                      <a:pt x="2207" y="1048"/>
                      <a:pt x="2207" y="1048"/>
                    </a:cubicBezTo>
                    <a:cubicBezTo>
                      <a:pt x="2201" y="1043"/>
                      <a:pt x="2201" y="1043"/>
                      <a:pt x="2201" y="1043"/>
                    </a:cubicBezTo>
                    <a:cubicBezTo>
                      <a:pt x="2217" y="1019"/>
                      <a:pt x="2217" y="1019"/>
                      <a:pt x="2217" y="1019"/>
                    </a:cubicBezTo>
                    <a:cubicBezTo>
                      <a:pt x="2217" y="1016"/>
                      <a:pt x="2217" y="1016"/>
                      <a:pt x="2217" y="1016"/>
                    </a:cubicBezTo>
                    <a:cubicBezTo>
                      <a:pt x="2216" y="1003"/>
                      <a:pt x="2216" y="1003"/>
                      <a:pt x="2216" y="1003"/>
                    </a:cubicBezTo>
                    <a:cubicBezTo>
                      <a:pt x="2225" y="999"/>
                      <a:pt x="2225" y="999"/>
                      <a:pt x="2225" y="999"/>
                    </a:cubicBezTo>
                    <a:cubicBezTo>
                      <a:pt x="2222" y="986"/>
                      <a:pt x="2222" y="986"/>
                      <a:pt x="2222" y="986"/>
                    </a:cubicBezTo>
                    <a:cubicBezTo>
                      <a:pt x="2225" y="957"/>
                      <a:pt x="2243" y="951"/>
                      <a:pt x="2243" y="951"/>
                    </a:cubicBezTo>
                    <a:cubicBezTo>
                      <a:pt x="2242" y="905"/>
                      <a:pt x="2242" y="905"/>
                      <a:pt x="2242" y="905"/>
                    </a:cubicBezTo>
                    <a:cubicBezTo>
                      <a:pt x="2260" y="888"/>
                      <a:pt x="2260" y="888"/>
                      <a:pt x="2260" y="888"/>
                    </a:cubicBezTo>
                    <a:cubicBezTo>
                      <a:pt x="2261" y="871"/>
                      <a:pt x="2261" y="871"/>
                      <a:pt x="2261" y="871"/>
                    </a:cubicBezTo>
                    <a:cubicBezTo>
                      <a:pt x="2283" y="855"/>
                      <a:pt x="2283" y="855"/>
                      <a:pt x="2283" y="855"/>
                    </a:cubicBezTo>
                    <a:cubicBezTo>
                      <a:pt x="2288" y="826"/>
                      <a:pt x="2288" y="826"/>
                      <a:pt x="2288" y="826"/>
                    </a:cubicBezTo>
                    <a:cubicBezTo>
                      <a:pt x="2305" y="790"/>
                      <a:pt x="2305" y="790"/>
                      <a:pt x="2305" y="790"/>
                    </a:cubicBezTo>
                    <a:cubicBezTo>
                      <a:pt x="2338" y="743"/>
                      <a:pt x="2338" y="743"/>
                      <a:pt x="2338" y="743"/>
                    </a:cubicBezTo>
                    <a:cubicBezTo>
                      <a:pt x="2353" y="743"/>
                      <a:pt x="2353" y="743"/>
                      <a:pt x="2353" y="743"/>
                    </a:cubicBezTo>
                    <a:cubicBezTo>
                      <a:pt x="2366" y="716"/>
                      <a:pt x="2366" y="716"/>
                      <a:pt x="2366" y="716"/>
                    </a:cubicBezTo>
                    <a:cubicBezTo>
                      <a:pt x="2394" y="692"/>
                      <a:pt x="2394" y="692"/>
                      <a:pt x="2394" y="692"/>
                    </a:cubicBezTo>
                    <a:lnTo>
                      <a:pt x="2382" y="681"/>
                    </a:lnTo>
                    <a:close/>
                    <a:moveTo>
                      <a:pt x="1305" y="2002"/>
                    </a:moveTo>
                    <a:cubicBezTo>
                      <a:pt x="1303" y="2003"/>
                      <a:pt x="1301" y="2003"/>
                      <a:pt x="1299" y="2003"/>
                    </a:cubicBezTo>
                    <a:cubicBezTo>
                      <a:pt x="1298" y="2003"/>
                      <a:pt x="1296" y="2004"/>
                      <a:pt x="1295" y="2004"/>
                    </a:cubicBezTo>
                    <a:cubicBezTo>
                      <a:pt x="1293" y="2005"/>
                      <a:pt x="1291" y="2006"/>
                      <a:pt x="1290" y="2007"/>
                    </a:cubicBezTo>
                    <a:cubicBezTo>
                      <a:pt x="1289" y="2008"/>
                      <a:pt x="1288" y="2010"/>
                      <a:pt x="1287" y="2011"/>
                    </a:cubicBezTo>
                    <a:cubicBezTo>
                      <a:pt x="1286" y="2012"/>
                      <a:pt x="1285" y="2013"/>
                      <a:pt x="1284" y="2014"/>
                    </a:cubicBezTo>
                    <a:cubicBezTo>
                      <a:pt x="1283" y="2015"/>
                      <a:pt x="1281" y="2015"/>
                      <a:pt x="1279" y="2016"/>
                    </a:cubicBezTo>
                    <a:cubicBezTo>
                      <a:pt x="1277" y="2016"/>
                      <a:pt x="1275" y="2017"/>
                      <a:pt x="1273" y="2017"/>
                    </a:cubicBezTo>
                    <a:cubicBezTo>
                      <a:pt x="1272" y="2017"/>
                      <a:pt x="1269" y="2018"/>
                      <a:pt x="1268" y="2016"/>
                    </a:cubicBezTo>
                    <a:cubicBezTo>
                      <a:pt x="1268" y="2015"/>
                      <a:pt x="1269" y="2013"/>
                      <a:pt x="1269" y="2012"/>
                    </a:cubicBezTo>
                    <a:cubicBezTo>
                      <a:pt x="1271" y="2008"/>
                      <a:pt x="1273" y="2004"/>
                      <a:pt x="1278" y="2002"/>
                    </a:cubicBezTo>
                    <a:cubicBezTo>
                      <a:pt x="1280" y="2001"/>
                      <a:pt x="1282" y="2001"/>
                      <a:pt x="1285" y="2000"/>
                    </a:cubicBezTo>
                    <a:cubicBezTo>
                      <a:pt x="1287" y="2000"/>
                      <a:pt x="1289" y="2000"/>
                      <a:pt x="1290" y="1998"/>
                    </a:cubicBezTo>
                    <a:cubicBezTo>
                      <a:pt x="1291" y="1997"/>
                      <a:pt x="1291" y="1995"/>
                      <a:pt x="1292" y="1994"/>
                    </a:cubicBezTo>
                    <a:cubicBezTo>
                      <a:pt x="1293" y="1993"/>
                      <a:pt x="1295" y="1992"/>
                      <a:pt x="1297" y="1991"/>
                    </a:cubicBezTo>
                    <a:cubicBezTo>
                      <a:pt x="1299" y="1991"/>
                      <a:pt x="1301" y="1990"/>
                      <a:pt x="1303" y="1991"/>
                    </a:cubicBezTo>
                    <a:cubicBezTo>
                      <a:pt x="1305" y="1991"/>
                      <a:pt x="1306" y="1992"/>
                      <a:pt x="1307" y="1994"/>
                    </a:cubicBezTo>
                    <a:cubicBezTo>
                      <a:pt x="1307" y="1995"/>
                      <a:pt x="1308" y="1996"/>
                      <a:pt x="1310" y="1996"/>
                    </a:cubicBezTo>
                    <a:cubicBezTo>
                      <a:pt x="1311" y="1996"/>
                      <a:pt x="1312" y="1996"/>
                      <a:pt x="1312" y="1998"/>
                    </a:cubicBezTo>
                    <a:cubicBezTo>
                      <a:pt x="1313" y="2001"/>
                      <a:pt x="1307" y="2002"/>
                      <a:pt x="1305" y="2002"/>
                    </a:cubicBezTo>
                    <a:close/>
                    <a:moveTo>
                      <a:pt x="1394" y="1973"/>
                    </a:moveTo>
                    <a:cubicBezTo>
                      <a:pt x="1393" y="1975"/>
                      <a:pt x="1391" y="1975"/>
                      <a:pt x="1388" y="1975"/>
                    </a:cubicBezTo>
                    <a:cubicBezTo>
                      <a:pt x="1386" y="1975"/>
                      <a:pt x="1384" y="1975"/>
                      <a:pt x="1381" y="1975"/>
                    </a:cubicBezTo>
                    <a:cubicBezTo>
                      <a:pt x="1378" y="1976"/>
                      <a:pt x="1375" y="1977"/>
                      <a:pt x="1373" y="1977"/>
                    </a:cubicBezTo>
                    <a:cubicBezTo>
                      <a:pt x="1371" y="1977"/>
                      <a:pt x="1369" y="1978"/>
                      <a:pt x="1367" y="1978"/>
                    </a:cubicBezTo>
                    <a:cubicBezTo>
                      <a:pt x="1364" y="1980"/>
                      <a:pt x="1360" y="1981"/>
                      <a:pt x="1357" y="1983"/>
                    </a:cubicBezTo>
                    <a:cubicBezTo>
                      <a:pt x="1356" y="1984"/>
                      <a:pt x="1355" y="1984"/>
                      <a:pt x="1353" y="1985"/>
                    </a:cubicBezTo>
                    <a:cubicBezTo>
                      <a:pt x="1352" y="1985"/>
                      <a:pt x="1350" y="1986"/>
                      <a:pt x="1348" y="1986"/>
                    </a:cubicBezTo>
                    <a:cubicBezTo>
                      <a:pt x="1347" y="1987"/>
                      <a:pt x="1346" y="1987"/>
                      <a:pt x="1345" y="1987"/>
                    </a:cubicBezTo>
                    <a:cubicBezTo>
                      <a:pt x="1343" y="1988"/>
                      <a:pt x="1341" y="1988"/>
                      <a:pt x="1339" y="1989"/>
                    </a:cubicBezTo>
                    <a:cubicBezTo>
                      <a:pt x="1337" y="1991"/>
                      <a:pt x="1334" y="1991"/>
                      <a:pt x="1332" y="1992"/>
                    </a:cubicBezTo>
                    <a:cubicBezTo>
                      <a:pt x="1330" y="1992"/>
                      <a:pt x="1330" y="1991"/>
                      <a:pt x="1330" y="1989"/>
                    </a:cubicBezTo>
                    <a:cubicBezTo>
                      <a:pt x="1331" y="1984"/>
                      <a:pt x="1338" y="1984"/>
                      <a:pt x="1342" y="1983"/>
                    </a:cubicBezTo>
                    <a:cubicBezTo>
                      <a:pt x="1348" y="1981"/>
                      <a:pt x="1353" y="1979"/>
                      <a:pt x="1359" y="1977"/>
                    </a:cubicBezTo>
                    <a:cubicBezTo>
                      <a:pt x="1361" y="1976"/>
                      <a:pt x="1364" y="1975"/>
                      <a:pt x="1367" y="1973"/>
                    </a:cubicBezTo>
                    <a:cubicBezTo>
                      <a:pt x="1369" y="1972"/>
                      <a:pt x="1370" y="1970"/>
                      <a:pt x="1371" y="1969"/>
                    </a:cubicBezTo>
                    <a:cubicBezTo>
                      <a:pt x="1375" y="1966"/>
                      <a:pt x="1381" y="1967"/>
                      <a:pt x="1386" y="1965"/>
                    </a:cubicBezTo>
                    <a:cubicBezTo>
                      <a:pt x="1387" y="1965"/>
                      <a:pt x="1389" y="1964"/>
                      <a:pt x="1391" y="1965"/>
                    </a:cubicBezTo>
                    <a:cubicBezTo>
                      <a:pt x="1392" y="1965"/>
                      <a:pt x="1392" y="1967"/>
                      <a:pt x="1393" y="1968"/>
                    </a:cubicBezTo>
                    <a:cubicBezTo>
                      <a:pt x="1394" y="1969"/>
                      <a:pt x="1395" y="1969"/>
                      <a:pt x="1395" y="1970"/>
                    </a:cubicBezTo>
                    <a:cubicBezTo>
                      <a:pt x="1396" y="1971"/>
                      <a:pt x="1395" y="1972"/>
                      <a:pt x="1394" y="1973"/>
                    </a:cubicBezTo>
                    <a:close/>
                    <a:moveTo>
                      <a:pt x="1819" y="1983"/>
                    </a:moveTo>
                    <a:cubicBezTo>
                      <a:pt x="1819" y="1985"/>
                      <a:pt x="1817" y="1988"/>
                      <a:pt x="1815" y="1989"/>
                    </a:cubicBezTo>
                    <a:cubicBezTo>
                      <a:pt x="1813" y="1990"/>
                      <a:pt x="1811" y="1989"/>
                      <a:pt x="1809" y="1991"/>
                    </a:cubicBezTo>
                    <a:cubicBezTo>
                      <a:pt x="1807" y="1991"/>
                      <a:pt x="1807" y="1993"/>
                      <a:pt x="1806" y="1994"/>
                    </a:cubicBezTo>
                    <a:cubicBezTo>
                      <a:pt x="1802" y="1997"/>
                      <a:pt x="1798" y="1997"/>
                      <a:pt x="1795" y="1997"/>
                    </a:cubicBezTo>
                    <a:cubicBezTo>
                      <a:pt x="1794" y="1997"/>
                      <a:pt x="1790" y="1997"/>
                      <a:pt x="1790" y="1996"/>
                    </a:cubicBezTo>
                    <a:cubicBezTo>
                      <a:pt x="1788" y="1995"/>
                      <a:pt x="1790" y="1993"/>
                      <a:pt x="1791" y="1993"/>
                    </a:cubicBezTo>
                    <a:cubicBezTo>
                      <a:pt x="1794" y="1992"/>
                      <a:pt x="1797" y="1991"/>
                      <a:pt x="1798" y="1989"/>
                    </a:cubicBezTo>
                    <a:cubicBezTo>
                      <a:pt x="1799" y="1988"/>
                      <a:pt x="1799" y="1987"/>
                      <a:pt x="1800" y="1986"/>
                    </a:cubicBezTo>
                    <a:cubicBezTo>
                      <a:pt x="1800" y="1985"/>
                      <a:pt x="1802" y="1984"/>
                      <a:pt x="1803" y="1984"/>
                    </a:cubicBezTo>
                    <a:cubicBezTo>
                      <a:pt x="1805" y="1982"/>
                      <a:pt x="1807" y="1983"/>
                      <a:pt x="1809" y="1982"/>
                    </a:cubicBezTo>
                    <a:cubicBezTo>
                      <a:pt x="1812" y="1981"/>
                      <a:pt x="1820" y="1976"/>
                      <a:pt x="1819" y="198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98" name="Freeform 1998">
                <a:extLst>
                  <a:ext uri="{FF2B5EF4-FFF2-40B4-BE49-F238E27FC236}">
                    <a16:creationId xmlns:a16="http://schemas.microsoft.com/office/drawing/2014/main" id="{25A97DDB-FA7F-4228-AE8C-5D74EFD9B1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39" y="3216"/>
                <a:ext cx="393" cy="529"/>
              </a:xfrm>
              <a:custGeom>
                <a:avLst/>
                <a:gdLst>
                  <a:gd name="T0" fmla="*/ 874 w 967"/>
                  <a:gd name="T1" fmla="*/ 121 h 1301"/>
                  <a:gd name="T2" fmla="*/ 749 w 967"/>
                  <a:gd name="T3" fmla="*/ 131 h 1301"/>
                  <a:gd name="T4" fmla="*/ 601 w 967"/>
                  <a:gd name="T5" fmla="*/ 85 h 1301"/>
                  <a:gd name="T6" fmla="*/ 565 w 967"/>
                  <a:gd name="T7" fmla="*/ 5 h 1301"/>
                  <a:gd name="T8" fmla="*/ 465 w 967"/>
                  <a:gd name="T9" fmla="*/ 37 h 1301"/>
                  <a:gd name="T10" fmla="*/ 455 w 967"/>
                  <a:gd name="T11" fmla="*/ 80 h 1301"/>
                  <a:gd name="T12" fmla="*/ 455 w 967"/>
                  <a:gd name="T13" fmla="*/ 111 h 1301"/>
                  <a:gd name="T14" fmla="*/ 450 w 967"/>
                  <a:gd name="T15" fmla="*/ 140 h 1301"/>
                  <a:gd name="T16" fmla="*/ 441 w 967"/>
                  <a:gd name="T17" fmla="*/ 227 h 1301"/>
                  <a:gd name="T18" fmla="*/ 415 w 967"/>
                  <a:gd name="T19" fmla="*/ 283 h 1301"/>
                  <a:gd name="T20" fmla="*/ 385 w 967"/>
                  <a:gd name="T21" fmla="*/ 335 h 1301"/>
                  <a:gd name="T22" fmla="*/ 401 w 967"/>
                  <a:gd name="T23" fmla="*/ 318 h 1301"/>
                  <a:gd name="T24" fmla="*/ 405 w 967"/>
                  <a:gd name="T25" fmla="*/ 334 h 1301"/>
                  <a:gd name="T26" fmla="*/ 367 w 967"/>
                  <a:gd name="T27" fmla="*/ 371 h 1301"/>
                  <a:gd name="T28" fmla="*/ 343 w 967"/>
                  <a:gd name="T29" fmla="*/ 398 h 1301"/>
                  <a:gd name="T30" fmla="*/ 313 w 967"/>
                  <a:gd name="T31" fmla="*/ 461 h 1301"/>
                  <a:gd name="T32" fmla="*/ 271 w 967"/>
                  <a:gd name="T33" fmla="*/ 507 h 1301"/>
                  <a:gd name="T34" fmla="*/ 206 w 967"/>
                  <a:gd name="T35" fmla="*/ 582 h 1301"/>
                  <a:gd name="T36" fmla="*/ 170 w 967"/>
                  <a:gd name="T37" fmla="*/ 616 h 1301"/>
                  <a:gd name="T38" fmla="*/ 137 w 967"/>
                  <a:gd name="T39" fmla="*/ 615 h 1301"/>
                  <a:gd name="T40" fmla="*/ 128 w 967"/>
                  <a:gd name="T41" fmla="*/ 626 h 1301"/>
                  <a:gd name="T42" fmla="*/ 121 w 967"/>
                  <a:gd name="T43" fmla="*/ 658 h 1301"/>
                  <a:gd name="T44" fmla="*/ 89 w 967"/>
                  <a:gd name="T45" fmla="*/ 690 h 1301"/>
                  <a:gd name="T46" fmla="*/ 53 w 967"/>
                  <a:gd name="T47" fmla="*/ 755 h 1301"/>
                  <a:gd name="T48" fmla="*/ 127 w 967"/>
                  <a:gd name="T49" fmla="*/ 782 h 1301"/>
                  <a:gd name="T50" fmla="*/ 165 w 967"/>
                  <a:gd name="T51" fmla="*/ 751 h 1301"/>
                  <a:gd name="T52" fmla="*/ 229 w 967"/>
                  <a:gd name="T53" fmla="*/ 726 h 1301"/>
                  <a:gd name="T54" fmla="*/ 303 w 967"/>
                  <a:gd name="T55" fmla="*/ 676 h 1301"/>
                  <a:gd name="T56" fmla="*/ 389 w 967"/>
                  <a:gd name="T57" fmla="*/ 670 h 1301"/>
                  <a:gd name="T58" fmla="*/ 463 w 967"/>
                  <a:gd name="T59" fmla="*/ 669 h 1301"/>
                  <a:gd name="T60" fmla="*/ 389 w 967"/>
                  <a:gd name="T61" fmla="*/ 674 h 1301"/>
                  <a:gd name="T62" fmla="*/ 312 w 967"/>
                  <a:gd name="T63" fmla="*/ 678 h 1301"/>
                  <a:gd name="T64" fmla="*/ 243 w 967"/>
                  <a:gd name="T65" fmla="*/ 720 h 1301"/>
                  <a:gd name="T66" fmla="*/ 157 w 967"/>
                  <a:gd name="T67" fmla="*/ 788 h 1301"/>
                  <a:gd name="T68" fmla="*/ 110 w 967"/>
                  <a:gd name="T69" fmla="*/ 795 h 1301"/>
                  <a:gd name="T70" fmla="*/ 107 w 967"/>
                  <a:gd name="T71" fmla="*/ 861 h 1301"/>
                  <a:gd name="T72" fmla="*/ 189 w 967"/>
                  <a:gd name="T73" fmla="*/ 858 h 1301"/>
                  <a:gd name="T74" fmla="*/ 192 w 967"/>
                  <a:gd name="T75" fmla="*/ 903 h 1301"/>
                  <a:gd name="T76" fmla="*/ 157 w 967"/>
                  <a:gd name="T77" fmla="*/ 870 h 1301"/>
                  <a:gd name="T78" fmla="*/ 147 w 967"/>
                  <a:gd name="T79" fmla="*/ 944 h 1301"/>
                  <a:gd name="T80" fmla="*/ 107 w 967"/>
                  <a:gd name="T81" fmla="*/ 994 h 1301"/>
                  <a:gd name="T82" fmla="*/ 102 w 967"/>
                  <a:gd name="T83" fmla="*/ 1053 h 1301"/>
                  <a:gd name="T84" fmla="*/ 80 w 967"/>
                  <a:gd name="T85" fmla="*/ 1110 h 1301"/>
                  <a:gd name="T86" fmla="*/ 54 w 967"/>
                  <a:gd name="T87" fmla="*/ 1142 h 1301"/>
                  <a:gd name="T88" fmla="*/ 34 w 967"/>
                  <a:gd name="T89" fmla="*/ 1173 h 1301"/>
                  <a:gd name="T90" fmla="*/ 1 w 967"/>
                  <a:gd name="T91" fmla="*/ 1206 h 1301"/>
                  <a:gd name="T92" fmla="*/ 40 w 967"/>
                  <a:gd name="T93" fmla="*/ 1217 h 1301"/>
                  <a:gd name="T94" fmla="*/ 87 w 967"/>
                  <a:gd name="T95" fmla="*/ 1217 h 1301"/>
                  <a:gd name="T96" fmla="*/ 138 w 967"/>
                  <a:gd name="T97" fmla="*/ 1237 h 1301"/>
                  <a:gd name="T98" fmla="*/ 181 w 967"/>
                  <a:gd name="T99" fmla="*/ 1256 h 1301"/>
                  <a:gd name="T100" fmla="*/ 210 w 967"/>
                  <a:gd name="T101" fmla="*/ 1287 h 1301"/>
                  <a:gd name="T102" fmla="*/ 263 w 967"/>
                  <a:gd name="T103" fmla="*/ 1291 h 1301"/>
                  <a:gd name="T104" fmla="*/ 303 w 967"/>
                  <a:gd name="T105" fmla="*/ 1287 h 1301"/>
                  <a:gd name="T106" fmla="*/ 350 w 967"/>
                  <a:gd name="T107" fmla="*/ 1279 h 1301"/>
                  <a:gd name="T108" fmla="*/ 506 w 967"/>
                  <a:gd name="T109" fmla="*/ 1097 h 1301"/>
                  <a:gd name="T110" fmla="*/ 601 w 967"/>
                  <a:gd name="T111" fmla="*/ 833 h 1301"/>
                  <a:gd name="T112" fmla="*/ 689 w 967"/>
                  <a:gd name="T113" fmla="*/ 644 h 1301"/>
                  <a:gd name="T114" fmla="*/ 766 w 967"/>
                  <a:gd name="T115" fmla="*/ 465 h 1301"/>
                  <a:gd name="T116" fmla="*/ 967 w 967"/>
                  <a:gd name="T117" fmla="*/ 267 h 1301"/>
                  <a:gd name="T118" fmla="*/ 403 w 967"/>
                  <a:gd name="T119" fmla="*/ 315 h 1301"/>
                  <a:gd name="T120" fmla="*/ 413 w 967"/>
                  <a:gd name="T121" fmla="*/ 298 h 1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67" h="1301">
                    <a:moveTo>
                      <a:pt x="955" y="232"/>
                    </a:moveTo>
                    <a:cubicBezTo>
                      <a:pt x="916" y="219"/>
                      <a:pt x="916" y="219"/>
                      <a:pt x="916" y="219"/>
                    </a:cubicBezTo>
                    <a:cubicBezTo>
                      <a:pt x="907" y="195"/>
                      <a:pt x="907" y="195"/>
                      <a:pt x="907" y="195"/>
                    </a:cubicBezTo>
                    <a:cubicBezTo>
                      <a:pt x="923" y="145"/>
                      <a:pt x="923" y="145"/>
                      <a:pt x="923" y="145"/>
                    </a:cubicBezTo>
                    <a:cubicBezTo>
                      <a:pt x="892" y="135"/>
                      <a:pt x="892" y="135"/>
                      <a:pt x="892" y="135"/>
                    </a:cubicBezTo>
                    <a:cubicBezTo>
                      <a:pt x="892" y="128"/>
                      <a:pt x="892" y="128"/>
                      <a:pt x="892" y="128"/>
                    </a:cubicBezTo>
                    <a:cubicBezTo>
                      <a:pt x="874" y="121"/>
                      <a:pt x="874" y="121"/>
                      <a:pt x="874" y="121"/>
                    </a:cubicBezTo>
                    <a:cubicBezTo>
                      <a:pt x="865" y="130"/>
                      <a:pt x="865" y="130"/>
                      <a:pt x="865" y="130"/>
                    </a:cubicBezTo>
                    <a:cubicBezTo>
                      <a:pt x="845" y="119"/>
                      <a:pt x="845" y="119"/>
                      <a:pt x="845" y="119"/>
                    </a:cubicBezTo>
                    <a:cubicBezTo>
                      <a:pt x="821" y="120"/>
                      <a:pt x="821" y="120"/>
                      <a:pt x="821" y="120"/>
                    </a:cubicBezTo>
                    <a:cubicBezTo>
                      <a:pt x="817" y="105"/>
                      <a:pt x="817" y="105"/>
                      <a:pt x="817" y="105"/>
                    </a:cubicBezTo>
                    <a:cubicBezTo>
                      <a:pt x="795" y="105"/>
                      <a:pt x="795" y="105"/>
                      <a:pt x="795" y="105"/>
                    </a:cubicBezTo>
                    <a:cubicBezTo>
                      <a:pt x="793" y="126"/>
                      <a:pt x="793" y="126"/>
                      <a:pt x="793" y="126"/>
                    </a:cubicBezTo>
                    <a:cubicBezTo>
                      <a:pt x="749" y="131"/>
                      <a:pt x="749" y="131"/>
                      <a:pt x="749" y="131"/>
                    </a:cubicBezTo>
                    <a:cubicBezTo>
                      <a:pt x="737" y="114"/>
                      <a:pt x="737" y="114"/>
                      <a:pt x="737" y="114"/>
                    </a:cubicBezTo>
                    <a:cubicBezTo>
                      <a:pt x="706" y="112"/>
                      <a:pt x="706" y="112"/>
                      <a:pt x="706" y="112"/>
                    </a:cubicBezTo>
                    <a:cubicBezTo>
                      <a:pt x="706" y="99"/>
                      <a:pt x="706" y="99"/>
                      <a:pt x="706" y="99"/>
                    </a:cubicBezTo>
                    <a:cubicBezTo>
                      <a:pt x="658" y="97"/>
                      <a:pt x="658" y="97"/>
                      <a:pt x="658" y="97"/>
                    </a:cubicBezTo>
                    <a:cubicBezTo>
                      <a:pt x="655" y="76"/>
                      <a:pt x="655" y="76"/>
                      <a:pt x="655" y="76"/>
                    </a:cubicBezTo>
                    <a:cubicBezTo>
                      <a:pt x="627" y="93"/>
                      <a:pt x="627" y="93"/>
                      <a:pt x="627" y="93"/>
                    </a:cubicBezTo>
                    <a:cubicBezTo>
                      <a:pt x="601" y="85"/>
                      <a:pt x="601" y="85"/>
                      <a:pt x="601" y="85"/>
                    </a:cubicBezTo>
                    <a:cubicBezTo>
                      <a:pt x="596" y="55"/>
                      <a:pt x="596" y="55"/>
                      <a:pt x="596" y="55"/>
                    </a:cubicBezTo>
                    <a:cubicBezTo>
                      <a:pt x="627" y="41"/>
                      <a:pt x="627" y="41"/>
                      <a:pt x="627" y="41"/>
                    </a:cubicBezTo>
                    <a:cubicBezTo>
                      <a:pt x="629" y="22"/>
                      <a:pt x="629" y="22"/>
                      <a:pt x="629" y="22"/>
                    </a:cubicBezTo>
                    <a:cubicBezTo>
                      <a:pt x="617" y="15"/>
                      <a:pt x="617" y="15"/>
                      <a:pt x="617" y="15"/>
                    </a:cubicBezTo>
                    <a:cubicBezTo>
                      <a:pt x="615" y="0"/>
                      <a:pt x="615" y="0"/>
                      <a:pt x="615" y="0"/>
                    </a:cubicBezTo>
                    <a:cubicBezTo>
                      <a:pt x="596" y="4"/>
                      <a:pt x="596" y="4"/>
                      <a:pt x="596" y="4"/>
                    </a:cubicBezTo>
                    <a:cubicBezTo>
                      <a:pt x="565" y="5"/>
                      <a:pt x="565" y="5"/>
                      <a:pt x="565" y="5"/>
                    </a:cubicBezTo>
                    <a:cubicBezTo>
                      <a:pt x="532" y="1"/>
                      <a:pt x="532" y="1"/>
                      <a:pt x="532" y="1"/>
                    </a:cubicBezTo>
                    <a:cubicBezTo>
                      <a:pt x="503" y="12"/>
                      <a:pt x="503" y="12"/>
                      <a:pt x="503" y="12"/>
                    </a:cubicBezTo>
                    <a:cubicBezTo>
                      <a:pt x="492" y="24"/>
                      <a:pt x="492" y="24"/>
                      <a:pt x="492" y="24"/>
                    </a:cubicBezTo>
                    <a:cubicBezTo>
                      <a:pt x="493" y="24"/>
                      <a:pt x="493" y="24"/>
                      <a:pt x="493" y="25"/>
                    </a:cubicBezTo>
                    <a:cubicBezTo>
                      <a:pt x="493" y="27"/>
                      <a:pt x="489" y="28"/>
                      <a:pt x="488" y="29"/>
                    </a:cubicBezTo>
                    <a:cubicBezTo>
                      <a:pt x="484" y="30"/>
                      <a:pt x="481" y="30"/>
                      <a:pt x="478" y="31"/>
                    </a:cubicBezTo>
                    <a:cubicBezTo>
                      <a:pt x="473" y="32"/>
                      <a:pt x="468" y="33"/>
                      <a:pt x="465" y="37"/>
                    </a:cubicBezTo>
                    <a:cubicBezTo>
                      <a:pt x="462" y="38"/>
                      <a:pt x="461" y="40"/>
                      <a:pt x="461" y="43"/>
                    </a:cubicBezTo>
                    <a:cubicBezTo>
                      <a:pt x="461" y="48"/>
                      <a:pt x="457" y="52"/>
                      <a:pt x="457" y="57"/>
                    </a:cubicBezTo>
                    <a:cubicBezTo>
                      <a:pt x="457" y="60"/>
                      <a:pt x="456" y="62"/>
                      <a:pt x="456" y="65"/>
                    </a:cubicBezTo>
                    <a:cubicBezTo>
                      <a:pt x="456" y="69"/>
                      <a:pt x="457" y="74"/>
                      <a:pt x="460" y="76"/>
                    </a:cubicBezTo>
                    <a:cubicBezTo>
                      <a:pt x="462" y="77"/>
                      <a:pt x="465" y="77"/>
                      <a:pt x="467" y="77"/>
                    </a:cubicBezTo>
                    <a:cubicBezTo>
                      <a:pt x="470" y="79"/>
                      <a:pt x="461" y="80"/>
                      <a:pt x="460" y="80"/>
                    </a:cubicBezTo>
                    <a:cubicBezTo>
                      <a:pt x="458" y="80"/>
                      <a:pt x="457" y="80"/>
                      <a:pt x="455" y="80"/>
                    </a:cubicBezTo>
                    <a:cubicBezTo>
                      <a:pt x="454" y="80"/>
                      <a:pt x="453" y="81"/>
                      <a:pt x="453" y="83"/>
                    </a:cubicBezTo>
                    <a:cubicBezTo>
                      <a:pt x="454" y="85"/>
                      <a:pt x="455" y="86"/>
                      <a:pt x="455" y="88"/>
                    </a:cubicBezTo>
                    <a:cubicBezTo>
                      <a:pt x="455" y="90"/>
                      <a:pt x="456" y="91"/>
                      <a:pt x="456" y="93"/>
                    </a:cubicBezTo>
                    <a:cubicBezTo>
                      <a:pt x="456" y="95"/>
                      <a:pt x="454" y="96"/>
                      <a:pt x="454" y="98"/>
                    </a:cubicBezTo>
                    <a:cubicBezTo>
                      <a:pt x="454" y="99"/>
                      <a:pt x="454" y="100"/>
                      <a:pt x="454" y="100"/>
                    </a:cubicBezTo>
                    <a:cubicBezTo>
                      <a:pt x="454" y="101"/>
                      <a:pt x="454" y="102"/>
                      <a:pt x="453" y="102"/>
                    </a:cubicBezTo>
                    <a:cubicBezTo>
                      <a:pt x="452" y="106"/>
                      <a:pt x="453" y="109"/>
                      <a:pt x="455" y="111"/>
                    </a:cubicBezTo>
                    <a:cubicBezTo>
                      <a:pt x="455" y="112"/>
                      <a:pt x="461" y="118"/>
                      <a:pt x="457" y="118"/>
                    </a:cubicBezTo>
                    <a:cubicBezTo>
                      <a:pt x="455" y="118"/>
                      <a:pt x="455" y="115"/>
                      <a:pt x="453" y="115"/>
                    </a:cubicBezTo>
                    <a:cubicBezTo>
                      <a:pt x="451" y="115"/>
                      <a:pt x="451" y="118"/>
                      <a:pt x="451" y="119"/>
                    </a:cubicBezTo>
                    <a:cubicBezTo>
                      <a:pt x="451" y="121"/>
                      <a:pt x="452" y="123"/>
                      <a:pt x="452" y="126"/>
                    </a:cubicBezTo>
                    <a:cubicBezTo>
                      <a:pt x="452" y="127"/>
                      <a:pt x="452" y="129"/>
                      <a:pt x="452" y="130"/>
                    </a:cubicBezTo>
                    <a:cubicBezTo>
                      <a:pt x="452" y="132"/>
                      <a:pt x="451" y="133"/>
                      <a:pt x="451" y="135"/>
                    </a:cubicBezTo>
                    <a:cubicBezTo>
                      <a:pt x="451" y="137"/>
                      <a:pt x="451" y="139"/>
                      <a:pt x="450" y="140"/>
                    </a:cubicBezTo>
                    <a:cubicBezTo>
                      <a:pt x="449" y="142"/>
                      <a:pt x="448" y="142"/>
                      <a:pt x="447" y="144"/>
                    </a:cubicBezTo>
                    <a:cubicBezTo>
                      <a:pt x="444" y="150"/>
                      <a:pt x="446" y="156"/>
                      <a:pt x="444" y="162"/>
                    </a:cubicBezTo>
                    <a:cubicBezTo>
                      <a:pt x="444" y="164"/>
                      <a:pt x="444" y="167"/>
                      <a:pt x="444" y="169"/>
                    </a:cubicBezTo>
                    <a:cubicBezTo>
                      <a:pt x="444" y="172"/>
                      <a:pt x="443" y="175"/>
                      <a:pt x="443" y="178"/>
                    </a:cubicBezTo>
                    <a:cubicBezTo>
                      <a:pt x="443" y="182"/>
                      <a:pt x="443" y="185"/>
                      <a:pt x="443" y="188"/>
                    </a:cubicBezTo>
                    <a:cubicBezTo>
                      <a:pt x="442" y="195"/>
                      <a:pt x="441" y="202"/>
                      <a:pt x="441" y="208"/>
                    </a:cubicBezTo>
                    <a:cubicBezTo>
                      <a:pt x="441" y="214"/>
                      <a:pt x="441" y="221"/>
                      <a:pt x="441" y="227"/>
                    </a:cubicBezTo>
                    <a:cubicBezTo>
                      <a:pt x="440" y="231"/>
                      <a:pt x="439" y="236"/>
                      <a:pt x="438" y="241"/>
                    </a:cubicBezTo>
                    <a:cubicBezTo>
                      <a:pt x="437" y="244"/>
                      <a:pt x="436" y="247"/>
                      <a:pt x="435" y="250"/>
                    </a:cubicBezTo>
                    <a:cubicBezTo>
                      <a:pt x="434" y="253"/>
                      <a:pt x="433" y="256"/>
                      <a:pt x="431" y="258"/>
                    </a:cubicBezTo>
                    <a:cubicBezTo>
                      <a:pt x="429" y="261"/>
                      <a:pt x="427" y="264"/>
                      <a:pt x="425" y="266"/>
                    </a:cubicBezTo>
                    <a:cubicBezTo>
                      <a:pt x="423" y="269"/>
                      <a:pt x="422" y="271"/>
                      <a:pt x="421" y="274"/>
                    </a:cubicBezTo>
                    <a:cubicBezTo>
                      <a:pt x="419" y="276"/>
                      <a:pt x="418" y="278"/>
                      <a:pt x="416" y="281"/>
                    </a:cubicBezTo>
                    <a:cubicBezTo>
                      <a:pt x="416" y="281"/>
                      <a:pt x="416" y="282"/>
                      <a:pt x="415" y="283"/>
                    </a:cubicBezTo>
                    <a:cubicBezTo>
                      <a:pt x="414" y="284"/>
                      <a:pt x="414" y="285"/>
                      <a:pt x="413" y="286"/>
                    </a:cubicBezTo>
                    <a:cubicBezTo>
                      <a:pt x="411" y="288"/>
                      <a:pt x="410" y="291"/>
                      <a:pt x="408" y="293"/>
                    </a:cubicBezTo>
                    <a:cubicBezTo>
                      <a:pt x="407" y="295"/>
                      <a:pt x="406" y="298"/>
                      <a:pt x="404" y="300"/>
                    </a:cubicBezTo>
                    <a:cubicBezTo>
                      <a:pt x="403" y="301"/>
                      <a:pt x="402" y="302"/>
                      <a:pt x="401" y="304"/>
                    </a:cubicBezTo>
                    <a:cubicBezTo>
                      <a:pt x="401" y="307"/>
                      <a:pt x="399" y="309"/>
                      <a:pt x="398" y="311"/>
                    </a:cubicBezTo>
                    <a:cubicBezTo>
                      <a:pt x="395" y="316"/>
                      <a:pt x="390" y="321"/>
                      <a:pt x="388" y="327"/>
                    </a:cubicBezTo>
                    <a:cubicBezTo>
                      <a:pt x="387" y="329"/>
                      <a:pt x="385" y="332"/>
                      <a:pt x="385" y="335"/>
                    </a:cubicBezTo>
                    <a:cubicBezTo>
                      <a:pt x="384" y="337"/>
                      <a:pt x="382" y="339"/>
                      <a:pt x="383" y="342"/>
                    </a:cubicBezTo>
                    <a:cubicBezTo>
                      <a:pt x="385" y="342"/>
                      <a:pt x="385" y="339"/>
                      <a:pt x="386" y="337"/>
                    </a:cubicBezTo>
                    <a:cubicBezTo>
                      <a:pt x="387" y="335"/>
                      <a:pt x="389" y="333"/>
                      <a:pt x="390" y="331"/>
                    </a:cubicBezTo>
                    <a:cubicBezTo>
                      <a:pt x="392" y="329"/>
                      <a:pt x="393" y="326"/>
                      <a:pt x="395" y="324"/>
                    </a:cubicBezTo>
                    <a:cubicBezTo>
                      <a:pt x="396" y="322"/>
                      <a:pt x="398" y="321"/>
                      <a:pt x="400" y="319"/>
                    </a:cubicBezTo>
                    <a:cubicBezTo>
                      <a:pt x="400" y="318"/>
                      <a:pt x="401" y="318"/>
                      <a:pt x="401" y="317"/>
                    </a:cubicBezTo>
                    <a:cubicBezTo>
                      <a:pt x="401" y="317"/>
                      <a:pt x="401" y="318"/>
                      <a:pt x="401" y="318"/>
                    </a:cubicBezTo>
                    <a:cubicBezTo>
                      <a:pt x="399" y="323"/>
                      <a:pt x="408" y="323"/>
                      <a:pt x="411" y="324"/>
                    </a:cubicBezTo>
                    <a:cubicBezTo>
                      <a:pt x="413" y="324"/>
                      <a:pt x="415" y="325"/>
                      <a:pt x="415" y="327"/>
                    </a:cubicBezTo>
                    <a:cubicBezTo>
                      <a:pt x="415" y="330"/>
                      <a:pt x="412" y="330"/>
                      <a:pt x="410" y="329"/>
                    </a:cubicBezTo>
                    <a:cubicBezTo>
                      <a:pt x="408" y="329"/>
                      <a:pt x="406" y="327"/>
                      <a:pt x="404" y="327"/>
                    </a:cubicBezTo>
                    <a:cubicBezTo>
                      <a:pt x="402" y="327"/>
                      <a:pt x="399" y="328"/>
                      <a:pt x="397" y="328"/>
                    </a:cubicBezTo>
                    <a:cubicBezTo>
                      <a:pt x="395" y="329"/>
                      <a:pt x="395" y="331"/>
                      <a:pt x="397" y="332"/>
                    </a:cubicBezTo>
                    <a:cubicBezTo>
                      <a:pt x="399" y="333"/>
                      <a:pt x="402" y="333"/>
                      <a:pt x="405" y="334"/>
                    </a:cubicBezTo>
                    <a:cubicBezTo>
                      <a:pt x="407" y="335"/>
                      <a:pt x="410" y="338"/>
                      <a:pt x="409" y="340"/>
                    </a:cubicBezTo>
                    <a:cubicBezTo>
                      <a:pt x="408" y="341"/>
                      <a:pt x="404" y="340"/>
                      <a:pt x="403" y="341"/>
                    </a:cubicBezTo>
                    <a:cubicBezTo>
                      <a:pt x="401" y="342"/>
                      <a:pt x="400" y="345"/>
                      <a:pt x="398" y="346"/>
                    </a:cubicBezTo>
                    <a:cubicBezTo>
                      <a:pt x="396" y="347"/>
                      <a:pt x="393" y="347"/>
                      <a:pt x="391" y="347"/>
                    </a:cubicBezTo>
                    <a:cubicBezTo>
                      <a:pt x="387" y="347"/>
                      <a:pt x="382" y="351"/>
                      <a:pt x="379" y="353"/>
                    </a:cubicBezTo>
                    <a:cubicBezTo>
                      <a:pt x="376" y="356"/>
                      <a:pt x="374" y="360"/>
                      <a:pt x="372" y="364"/>
                    </a:cubicBezTo>
                    <a:cubicBezTo>
                      <a:pt x="371" y="366"/>
                      <a:pt x="369" y="369"/>
                      <a:pt x="367" y="371"/>
                    </a:cubicBezTo>
                    <a:cubicBezTo>
                      <a:pt x="367" y="372"/>
                      <a:pt x="366" y="372"/>
                      <a:pt x="365" y="373"/>
                    </a:cubicBezTo>
                    <a:cubicBezTo>
                      <a:pt x="364" y="371"/>
                      <a:pt x="365" y="370"/>
                      <a:pt x="366" y="369"/>
                    </a:cubicBezTo>
                    <a:cubicBezTo>
                      <a:pt x="366" y="367"/>
                      <a:pt x="366" y="366"/>
                      <a:pt x="366" y="365"/>
                    </a:cubicBezTo>
                    <a:cubicBezTo>
                      <a:pt x="365" y="365"/>
                      <a:pt x="364" y="367"/>
                      <a:pt x="363" y="368"/>
                    </a:cubicBezTo>
                    <a:cubicBezTo>
                      <a:pt x="361" y="370"/>
                      <a:pt x="360" y="372"/>
                      <a:pt x="358" y="374"/>
                    </a:cubicBezTo>
                    <a:cubicBezTo>
                      <a:pt x="356" y="378"/>
                      <a:pt x="353" y="382"/>
                      <a:pt x="351" y="386"/>
                    </a:cubicBezTo>
                    <a:cubicBezTo>
                      <a:pt x="348" y="390"/>
                      <a:pt x="346" y="394"/>
                      <a:pt x="343" y="398"/>
                    </a:cubicBezTo>
                    <a:cubicBezTo>
                      <a:pt x="340" y="401"/>
                      <a:pt x="339" y="405"/>
                      <a:pt x="336" y="409"/>
                    </a:cubicBezTo>
                    <a:cubicBezTo>
                      <a:pt x="334" y="414"/>
                      <a:pt x="331" y="419"/>
                      <a:pt x="327" y="422"/>
                    </a:cubicBezTo>
                    <a:cubicBezTo>
                      <a:pt x="323" y="426"/>
                      <a:pt x="320" y="432"/>
                      <a:pt x="316" y="436"/>
                    </a:cubicBezTo>
                    <a:cubicBezTo>
                      <a:pt x="313" y="438"/>
                      <a:pt x="299" y="445"/>
                      <a:pt x="307" y="450"/>
                    </a:cubicBezTo>
                    <a:cubicBezTo>
                      <a:pt x="311" y="452"/>
                      <a:pt x="314" y="454"/>
                      <a:pt x="316" y="457"/>
                    </a:cubicBezTo>
                    <a:cubicBezTo>
                      <a:pt x="317" y="460"/>
                      <a:pt x="319" y="462"/>
                      <a:pt x="319" y="465"/>
                    </a:cubicBezTo>
                    <a:cubicBezTo>
                      <a:pt x="316" y="466"/>
                      <a:pt x="316" y="461"/>
                      <a:pt x="313" y="461"/>
                    </a:cubicBezTo>
                    <a:cubicBezTo>
                      <a:pt x="312" y="461"/>
                      <a:pt x="310" y="461"/>
                      <a:pt x="309" y="461"/>
                    </a:cubicBezTo>
                    <a:cubicBezTo>
                      <a:pt x="308" y="462"/>
                      <a:pt x="307" y="464"/>
                      <a:pt x="306" y="465"/>
                    </a:cubicBezTo>
                    <a:cubicBezTo>
                      <a:pt x="304" y="467"/>
                      <a:pt x="302" y="469"/>
                      <a:pt x="301" y="471"/>
                    </a:cubicBezTo>
                    <a:cubicBezTo>
                      <a:pt x="299" y="474"/>
                      <a:pt x="297" y="477"/>
                      <a:pt x="294" y="479"/>
                    </a:cubicBezTo>
                    <a:cubicBezTo>
                      <a:pt x="293" y="481"/>
                      <a:pt x="291" y="483"/>
                      <a:pt x="289" y="485"/>
                    </a:cubicBezTo>
                    <a:cubicBezTo>
                      <a:pt x="286" y="490"/>
                      <a:pt x="284" y="496"/>
                      <a:pt x="280" y="500"/>
                    </a:cubicBezTo>
                    <a:cubicBezTo>
                      <a:pt x="277" y="502"/>
                      <a:pt x="274" y="505"/>
                      <a:pt x="271" y="507"/>
                    </a:cubicBezTo>
                    <a:cubicBezTo>
                      <a:pt x="268" y="510"/>
                      <a:pt x="264" y="515"/>
                      <a:pt x="261" y="518"/>
                    </a:cubicBezTo>
                    <a:cubicBezTo>
                      <a:pt x="258" y="522"/>
                      <a:pt x="255" y="525"/>
                      <a:pt x="252" y="529"/>
                    </a:cubicBezTo>
                    <a:cubicBezTo>
                      <a:pt x="247" y="535"/>
                      <a:pt x="241" y="540"/>
                      <a:pt x="236" y="547"/>
                    </a:cubicBezTo>
                    <a:cubicBezTo>
                      <a:pt x="233" y="550"/>
                      <a:pt x="231" y="552"/>
                      <a:pt x="229" y="555"/>
                    </a:cubicBezTo>
                    <a:cubicBezTo>
                      <a:pt x="226" y="559"/>
                      <a:pt x="224" y="563"/>
                      <a:pt x="221" y="566"/>
                    </a:cubicBezTo>
                    <a:cubicBezTo>
                      <a:pt x="218" y="568"/>
                      <a:pt x="215" y="571"/>
                      <a:pt x="213" y="574"/>
                    </a:cubicBezTo>
                    <a:cubicBezTo>
                      <a:pt x="210" y="576"/>
                      <a:pt x="208" y="579"/>
                      <a:pt x="206" y="582"/>
                    </a:cubicBezTo>
                    <a:cubicBezTo>
                      <a:pt x="204" y="585"/>
                      <a:pt x="201" y="587"/>
                      <a:pt x="198" y="588"/>
                    </a:cubicBezTo>
                    <a:cubicBezTo>
                      <a:pt x="194" y="590"/>
                      <a:pt x="190" y="592"/>
                      <a:pt x="186" y="594"/>
                    </a:cubicBezTo>
                    <a:cubicBezTo>
                      <a:pt x="184" y="595"/>
                      <a:pt x="181" y="596"/>
                      <a:pt x="179" y="597"/>
                    </a:cubicBezTo>
                    <a:cubicBezTo>
                      <a:pt x="177" y="598"/>
                      <a:pt x="175" y="598"/>
                      <a:pt x="174" y="599"/>
                    </a:cubicBezTo>
                    <a:cubicBezTo>
                      <a:pt x="172" y="600"/>
                      <a:pt x="172" y="601"/>
                      <a:pt x="171" y="602"/>
                    </a:cubicBezTo>
                    <a:cubicBezTo>
                      <a:pt x="170" y="604"/>
                      <a:pt x="168" y="606"/>
                      <a:pt x="168" y="608"/>
                    </a:cubicBezTo>
                    <a:cubicBezTo>
                      <a:pt x="167" y="610"/>
                      <a:pt x="169" y="613"/>
                      <a:pt x="170" y="616"/>
                    </a:cubicBezTo>
                    <a:cubicBezTo>
                      <a:pt x="170" y="617"/>
                      <a:pt x="171" y="618"/>
                      <a:pt x="170" y="619"/>
                    </a:cubicBezTo>
                    <a:cubicBezTo>
                      <a:pt x="170" y="620"/>
                      <a:pt x="167" y="620"/>
                      <a:pt x="166" y="619"/>
                    </a:cubicBezTo>
                    <a:cubicBezTo>
                      <a:pt x="159" y="618"/>
                      <a:pt x="170" y="607"/>
                      <a:pt x="163" y="605"/>
                    </a:cubicBezTo>
                    <a:cubicBezTo>
                      <a:pt x="159" y="604"/>
                      <a:pt x="155" y="608"/>
                      <a:pt x="152" y="611"/>
                    </a:cubicBezTo>
                    <a:cubicBezTo>
                      <a:pt x="149" y="613"/>
                      <a:pt x="147" y="615"/>
                      <a:pt x="145" y="615"/>
                    </a:cubicBezTo>
                    <a:cubicBezTo>
                      <a:pt x="142" y="616"/>
                      <a:pt x="139" y="617"/>
                      <a:pt x="137" y="616"/>
                    </a:cubicBezTo>
                    <a:cubicBezTo>
                      <a:pt x="137" y="616"/>
                      <a:pt x="137" y="616"/>
                      <a:pt x="137" y="615"/>
                    </a:cubicBezTo>
                    <a:cubicBezTo>
                      <a:pt x="136" y="615"/>
                      <a:pt x="136" y="615"/>
                      <a:pt x="135" y="615"/>
                    </a:cubicBezTo>
                    <a:cubicBezTo>
                      <a:pt x="134" y="615"/>
                      <a:pt x="134" y="614"/>
                      <a:pt x="133" y="613"/>
                    </a:cubicBezTo>
                    <a:cubicBezTo>
                      <a:pt x="131" y="613"/>
                      <a:pt x="129" y="612"/>
                      <a:pt x="127" y="612"/>
                    </a:cubicBezTo>
                    <a:cubicBezTo>
                      <a:pt x="125" y="613"/>
                      <a:pt x="124" y="615"/>
                      <a:pt x="123" y="617"/>
                    </a:cubicBezTo>
                    <a:cubicBezTo>
                      <a:pt x="122" y="619"/>
                      <a:pt x="124" y="620"/>
                      <a:pt x="126" y="621"/>
                    </a:cubicBezTo>
                    <a:cubicBezTo>
                      <a:pt x="128" y="621"/>
                      <a:pt x="131" y="621"/>
                      <a:pt x="129" y="623"/>
                    </a:cubicBezTo>
                    <a:cubicBezTo>
                      <a:pt x="129" y="624"/>
                      <a:pt x="128" y="625"/>
                      <a:pt x="128" y="626"/>
                    </a:cubicBezTo>
                    <a:cubicBezTo>
                      <a:pt x="127" y="627"/>
                      <a:pt x="127" y="628"/>
                      <a:pt x="127" y="629"/>
                    </a:cubicBezTo>
                    <a:cubicBezTo>
                      <a:pt x="128" y="631"/>
                      <a:pt x="129" y="632"/>
                      <a:pt x="129" y="634"/>
                    </a:cubicBezTo>
                    <a:cubicBezTo>
                      <a:pt x="130" y="636"/>
                      <a:pt x="129" y="639"/>
                      <a:pt x="128" y="641"/>
                    </a:cubicBezTo>
                    <a:cubicBezTo>
                      <a:pt x="127" y="643"/>
                      <a:pt x="127" y="644"/>
                      <a:pt x="126" y="647"/>
                    </a:cubicBezTo>
                    <a:cubicBezTo>
                      <a:pt x="125" y="647"/>
                      <a:pt x="125" y="650"/>
                      <a:pt x="125" y="651"/>
                    </a:cubicBezTo>
                    <a:cubicBezTo>
                      <a:pt x="125" y="652"/>
                      <a:pt x="124" y="653"/>
                      <a:pt x="124" y="654"/>
                    </a:cubicBezTo>
                    <a:cubicBezTo>
                      <a:pt x="124" y="656"/>
                      <a:pt x="123" y="657"/>
                      <a:pt x="121" y="658"/>
                    </a:cubicBezTo>
                    <a:cubicBezTo>
                      <a:pt x="120" y="660"/>
                      <a:pt x="118" y="661"/>
                      <a:pt x="117" y="663"/>
                    </a:cubicBezTo>
                    <a:cubicBezTo>
                      <a:pt x="115" y="664"/>
                      <a:pt x="113" y="664"/>
                      <a:pt x="111" y="665"/>
                    </a:cubicBezTo>
                    <a:cubicBezTo>
                      <a:pt x="109" y="666"/>
                      <a:pt x="108" y="666"/>
                      <a:pt x="106" y="666"/>
                    </a:cubicBezTo>
                    <a:cubicBezTo>
                      <a:pt x="104" y="666"/>
                      <a:pt x="103" y="667"/>
                      <a:pt x="102" y="668"/>
                    </a:cubicBezTo>
                    <a:cubicBezTo>
                      <a:pt x="99" y="671"/>
                      <a:pt x="97" y="675"/>
                      <a:pt x="95" y="679"/>
                    </a:cubicBezTo>
                    <a:cubicBezTo>
                      <a:pt x="93" y="682"/>
                      <a:pt x="92" y="684"/>
                      <a:pt x="90" y="687"/>
                    </a:cubicBezTo>
                    <a:cubicBezTo>
                      <a:pt x="90" y="688"/>
                      <a:pt x="89" y="689"/>
                      <a:pt x="89" y="690"/>
                    </a:cubicBezTo>
                    <a:cubicBezTo>
                      <a:pt x="88" y="691"/>
                      <a:pt x="89" y="693"/>
                      <a:pt x="89" y="694"/>
                    </a:cubicBezTo>
                    <a:cubicBezTo>
                      <a:pt x="86" y="702"/>
                      <a:pt x="84" y="710"/>
                      <a:pt x="80" y="716"/>
                    </a:cubicBezTo>
                    <a:cubicBezTo>
                      <a:pt x="77" y="722"/>
                      <a:pt x="71" y="725"/>
                      <a:pt x="69" y="732"/>
                    </a:cubicBezTo>
                    <a:cubicBezTo>
                      <a:pt x="68" y="734"/>
                      <a:pt x="67" y="737"/>
                      <a:pt x="65" y="739"/>
                    </a:cubicBezTo>
                    <a:cubicBezTo>
                      <a:pt x="63" y="742"/>
                      <a:pt x="60" y="743"/>
                      <a:pt x="56" y="744"/>
                    </a:cubicBezTo>
                    <a:cubicBezTo>
                      <a:pt x="55" y="745"/>
                      <a:pt x="52" y="745"/>
                      <a:pt x="51" y="747"/>
                    </a:cubicBezTo>
                    <a:cubicBezTo>
                      <a:pt x="51" y="750"/>
                      <a:pt x="53" y="752"/>
                      <a:pt x="53" y="755"/>
                    </a:cubicBezTo>
                    <a:cubicBezTo>
                      <a:pt x="53" y="758"/>
                      <a:pt x="53" y="761"/>
                      <a:pt x="52" y="764"/>
                    </a:cubicBezTo>
                    <a:cubicBezTo>
                      <a:pt x="51" y="766"/>
                      <a:pt x="50" y="769"/>
                      <a:pt x="51" y="772"/>
                    </a:cubicBezTo>
                    <a:cubicBezTo>
                      <a:pt x="53" y="777"/>
                      <a:pt x="62" y="776"/>
                      <a:pt x="66" y="777"/>
                    </a:cubicBezTo>
                    <a:cubicBezTo>
                      <a:pt x="71" y="777"/>
                      <a:pt x="74" y="782"/>
                      <a:pt x="79" y="784"/>
                    </a:cubicBezTo>
                    <a:cubicBezTo>
                      <a:pt x="83" y="785"/>
                      <a:pt x="87" y="784"/>
                      <a:pt x="90" y="784"/>
                    </a:cubicBezTo>
                    <a:cubicBezTo>
                      <a:pt x="93" y="784"/>
                      <a:pt x="95" y="784"/>
                      <a:pt x="98" y="783"/>
                    </a:cubicBezTo>
                    <a:cubicBezTo>
                      <a:pt x="98" y="783"/>
                      <a:pt x="126" y="782"/>
                      <a:pt x="127" y="782"/>
                    </a:cubicBezTo>
                    <a:cubicBezTo>
                      <a:pt x="130" y="782"/>
                      <a:pt x="133" y="781"/>
                      <a:pt x="136" y="780"/>
                    </a:cubicBezTo>
                    <a:cubicBezTo>
                      <a:pt x="139" y="778"/>
                      <a:pt x="140" y="774"/>
                      <a:pt x="141" y="771"/>
                    </a:cubicBezTo>
                    <a:cubicBezTo>
                      <a:pt x="141" y="769"/>
                      <a:pt x="142" y="768"/>
                      <a:pt x="142" y="766"/>
                    </a:cubicBezTo>
                    <a:cubicBezTo>
                      <a:pt x="143" y="765"/>
                      <a:pt x="144" y="763"/>
                      <a:pt x="145" y="762"/>
                    </a:cubicBezTo>
                    <a:cubicBezTo>
                      <a:pt x="147" y="761"/>
                      <a:pt x="148" y="760"/>
                      <a:pt x="149" y="760"/>
                    </a:cubicBezTo>
                    <a:cubicBezTo>
                      <a:pt x="150" y="759"/>
                      <a:pt x="152" y="758"/>
                      <a:pt x="153" y="758"/>
                    </a:cubicBezTo>
                    <a:cubicBezTo>
                      <a:pt x="157" y="757"/>
                      <a:pt x="161" y="754"/>
                      <a:pt x="165" y="751"/>
                    </a:cubicBezTo>
                    <a:cubicBezTo>
                      <a:pt x="167" y="750"/>
                      <a:pt x="169" y="748"/>
                      <a:pt x="170" y="745"/>
                    </a:cubicBezTo>
                    <a:cubicBezTo>
                      <a:pt x="172" y="743"/>
                      <a:pt x="173" y="740"/>
                      <a:pt x="175" y="738"/>
                    </a:cubicBezTo>
                    <a:cubicBezTo>
                      <a:pt x="178" y="736"/>
                      <a:pt x="181" y="736"/>
                      <a:pt x="183" y="735"/>
                    </a:cubicBezTo>
                    <a:cubicBezTo>
                      <a:pt x="186" y="734"/>
                      <a:pt x="188" y="733"/>
                      <a:pt x="189" y="732"/>
                    </a:cubicBezTo>
                    <a:cubicBezTo>
                      <a:pt x="194" y="729"/>
                      <a:pt x="198" y="726"/>
                      <a:pt x="204" y="725"/>
                    </a:cubicBezTo>
                    <a:cubicBezTo>
                      <a:pt x="208" y="724"/>
                      <a:pt x="213" y="725"/>
                      <a:pt x="217" y="726"/>
                    </a:cubicBezTo>
                    <a:cubicBezTo>
                      <a:pt x="221" y="727"/>
                      <a:pt x="225" y="727"/>
                      <a:pt x="229" y="726"/>
                    </a:cubicBezTo>
                    <a:cubicBezTo>
                      <a:pt x="234" y="723"/>
                      <a:pt x="242" y="720"/>
                      <a:pt x="245" y="714"/>
                    </a:cubicBezTo>
                    <a:cubicBezTo>
                      <a:pt x="246" y="712"/>
                      <a:pt x="247" y="710"/>
                      <a:pt x="249" y="708"/>
                    </a:cubicBezTo>
                    <a:cubicBezTo>
                      <a:pt x="251" y="705"/>
                      <a:pt x="253" y="702"/>
                      <a:pt x="255" y="699"/>
                    </a:cubicBezTo>
                    <a:cubicBezTo>
                      <a:pt x="259" y="693"/>
                      <a:pt x="264" y="689"/>
                      <a:pt x="269" y="684"/>
                    </a:cubicBezTo>
                    <a:cubicBezTo>
                      <a:pt x="272" y="681"/>
                      <a:pt x="280" y="679"/>
                      <a:pt x="285" y="679"/>
                    </a:cubicBezTo>
                    <a:cubicBezTo>
                      <a:pt x="288" y="679"/>
                      <a:pt x="290" y="678"/>
                      <a:pt x="293" y="678"/>
                    </a:cubicBezTo>
                    <a:cubicBezTo>
                      <a:pt x="296" y="677"/>
                      <a:pt x="300" y="677"/>
                      <a:pt x="303" y="676"/>
                    </a:cubicBezTo>
                    <a:cubicBezTo>
                      <a:pt x="308" y="675"/>
                      <a:pt x="311" y="674"/>
                      <a:pt x="315" y="671"/>
                    </a:cubicBezTo>
                    <a:cubicBezTo>
                      <a:pt x="318" y="668"/>
                      <a:pt x="321" y="665"/>
                      <a:pt x="324" y="663"/>
                    </a:cubicBezTo>
                    <a:cubicBezTo>
                      <a:pt x="328" y="660"/>
                      <a:pt x="333" y="658"/>
                      <a:pt x="338" y="657"/>
                    </a:cubicBezTo>
                    <a:cubicBezTo>
                      <a:pt x="344" y="657"/>
                      <a:pt x="352" y="657"/>
                      <a:pt x="358" y="659"/>
                    </a:cubicBezTo>
                    <a:cubicBezTo>
                      <a:pt x="363" y="661"/>
                      <a:pt x="368" y="666"/>
                      <a:pt x="374" y="668"/>
                    </a:cubicBezTo>
                    <a:cubicBezTo>
                      <a:pt x="378" y="669"/>
                      <a:pt x="381" y="670"/>
                      <a:pt x="385" y="670"/>
                    </a:cubicBezTo>
                    <a:cubicBezTo>
                      <a:pt x="386" y="671"/>
                      <a:pt x="388" y="671"/>
                      <a:pt x="389" y="670"/>
                    </a:cubicBezTo>
                    <a:cubicBezTo>
                      <a:pt x="391" y="670"/>
                      <a:pt x="392" y="669"/>
                      <a:pt x="393" y="669"/>
                    </a:cubicBezTo>
                    <a:cubicBezTo>
                      <a:pt x="400" y="667"/>
                      <a:pt x="409" y="668"/>
                      <a:pt x="415" y="669"/>
                    </a:cubicBezTo>
                    <a:cubicBezTo>
                      <a:pt x="418" y="670"/>
                      <a:pt x="421" y="671"/>
                      <a:pt x="424" y="672"/>
                    </a:cubicBezTo>
                    <a:cubicBezTo>
                      <a:pt x="427" y="673"/>
                      <a:pt x="430" y="674"/>
                      <a:pt x="433" y="675"/>
                    </a:cubicBezTo>
                    <a:cubicBezTo>
                      <a:pt x="439" y="677"/>
                      <a:pt x="444" y="677"/>
                      <a:pt x="449" y="677"/>
                    </a:cubicBezTo>
                    <a:cubicBezTo>
                      <a:pt x="453" y="677"/>
                      <a:pt x="455" y="676"/>
                      <a:pt x="458" y="675"/>
                    </a:cubicBezTo>
                    <a:cubicBezTo>
                      <a:pt x="460" y="673"/>
                      <a:pt x="461" y="670"/>
                      <a:pt x="463" y="669"/>
                    </a:cubicBezTo>
                    <a:cubicBezTo>
                      <a:pt x="466" y="675"/>
                      <a:pt x="459" y="680"/>
                      <a:pt x="453" y="682"/>
                    </a:cubicBezTo>
                    <a:cubicBezTo>
                      <a:pt x="451" y="683"/>
                      <a:pt x="447" y="684"/>
                      <a:pt x="445" y="684"/>
                    </a:cubicBezTo>
                    <a:cubicBezTo>
                      <a:pt x="441" y="684"/>
                      <a:pt x="439" y="682"/>
                      <a:pt x="436" y="681"/>
                    </a:cubicBezTo>
                    <a:cubicBezTo>
                      <a:pt x="433" y="679"/>
                      <a:pt x="430" y="678"/>
                      <a:pt x="427" y="677"/>
                    </a:cubicBezTo>
                    <a:cubicBezTo>
                      <a:pt x="424" y="677"/>
                      <a:pt x="421" y="675"/>
                      <a:pt x="419" y="674"/>
                    </a:cubicBezTo>
                    <a:cubicBezTo>
                      <a:pt x="412" y="672"/>
                      <a:pt x="405" y="671"/>
                      <a:pt x="398" y="672"/>
                    </a:cubicBezTo>
                    <a:cubicBezTo>
                      <a:pt x="395" y="673"/>
                      <a:pt x="392" y="673"/>
                      <a:pt x="389" y="674"/>
                    </a:cubicBezTo>
                    <a:cubicBezTo>
                      <a:pt x="385" y="674"/>
                      <a:pt x="381" y="675"/>
                      <a:pt x="378" y="674"/>
                    </a:cubicBezTo>
                    <a:cubicBezTo>
                      <a:pt x="375" y="674"/>
                      <a:pt x="373" y="671"/>
                      <a:pt x="371" y="670"/>
                    </a:cubicBezTo>
                    <a:cubicBezTo>
                      <a:pt x="368" y="668"/>
                      <a:pt x="365" y="667"/>
                      <a:pt x="362" y="666"/>
                    </a:cubicBezTo>
                    <a:cubicBezTo>
                      <a:pt x="357" y="663"/>
                      <a:pt x="351" y="660"/>
                      <a:pt x="345" y="661"/>
                    </a:cubicBezTo>
                    <a:cubicBezTo>
                      <a:pt x="342" y="661"/>
                      <a:pt x="338" y="661"/>
                      <a:pt x="334" y="661"/>
                    </a:cubicBezTo>
                    <a:cubicBezTo>
                      <a:pt x="331" y="661"/>
                      <a:pt x="329" y="662"/>
                      <a:pt x="326" y="664"/>
                    </a:cubicBezTo>
                    <a:cubicBezTo>
                      <a:pt x="321" y="667"/>
                      <a:pt x="319" y="675"/>
                      <a:pt x="312" y="678"/>
                    </a:cubicBezTo>
                    <a:cubicBezTo>
                      <a:pt x="304" y="682"/>
                      <a:pt x="295" y="683"/>
                      <a:pt x="287" y="684"/>
                    </a:cubicBezTo>
                    <a:cubicBezTo>
                      <a:pt x="284" y="684"/>
                      <a:pt x="282" y="683"/>
                      <a:pt x="280" y="684"/>
                    </a:cubicBezTo>
                    <a:cubicBezTo>
                      <a:pt x="278" y="685"/>
                      <a:pt x="275" y="685"/>
                      <a:pt x="273" y="686"/>
                    </a:cubicBezTo>
                    <a:cubicBezTo>
                      <a:pt x="271" y="688"/>
                      <a:pt x="268" y="689"/>
                      <a:pt x="266" y="691"/>
                    </a:cubicBezTo>
                    <a:cubicBezTo>
                      <a:pt x="263" y="693"/>
                      <a:pt x="262" y="696"/>
                      <a:pt x="259" y="699"/>
                    </a:cubicBezTo>
                    <a:cubicBezTo>
                      <a:pt x="256" y="702"/>
                      <a:pt x="253" y="705"/>
                      <a:pt x="250" y="709"/>
                    </a:cubicBezTo>
                    <a:cubicBezTo>
                      <a:pt x="248" y="712"/>
                      <a:pt x="246" y="717"/>
                      <a:pt x="243" y="720"/>
                    </a:cubicBezTo>
                    <a:cubicBezTo>
                      <a:pt x="237" y="725"/>
                      <a:pt x="229" y="729"/>
                      <a:pt x="221" y="730"/>
                    </a:cubicBezTo>
                    <a:cubicBezTo>
                      <a:pt x="217" y="731"/>
                      <a:pt x="213" y="730"/>
                      <a:pt x="209" y="730"/>
                    </a:cubicBezTo>
                    <a:cubicBezTo>
                      <a:pt x="205" y="730"/>
                      <a:pt x="202" y="731"/>
                      <a:pt x="198" y="733"/>
                    </a:cubicBezTo>
                    <a:cubicBezTo>
                      <a:pt x="194" y="734"/>
                      <a:pt x="190" y="736"/>
                      <a:pt x="187" y="738"/>
                    </a:cubicBezTo>
                    <a:cubicBezTo>
                      <a:pt x="184" y="741"/>
                      <a:pt x="182" y="743"/>
                      <a:pt x="178" y="745"/>
                    </a:cubicBezTo>
                    <a:cubicBezTo>
                      <a:pt x="171" y="750"/>
                      <a:pt x="169" y="759"/>
                      <a:pt x="170" y="768"/>
                    </a:cubicBezTo>
                    <a:cubicBezTo>
                      <a:pt x="171" y="777"/>
                      <a:pt x="165" y="785"/>
                      <a:pt x="157" y="788"/>
                    </a:cubicBezTo>
                    <a:cubicBezTo>
                      <a:pt x="153" y="789"/>
                      <a:pt x="150" y="789"/>
                      <a:pt x="147" y="790"/>
                    </a:cubicBezTo>
                    <a:cubicBezTo>
                      <a:pt x="142" y="792"/>
                      <a:pt x="142" y="793"/>
                      <a:pt x="142" y="798"/>
                    </a:cubicBezTo>
                    <a:cubicBezTo>
                      <a:pt x="143" y="802"/>
                      <a:pt x="140" y="804"/>
                      <a:pt x="136" y="803"/>
                    </a:cubicBezTo>
                    <a:cubicBezTo>
                      <a:pt x="133" y="803"/>
                      <a:pt x="129" y="803"/>
                      <a:pt x="127" y="806"/>
                    </a:cubicBezTo>
                    <a:cubicBezTo>
                      <a:pt x="126" y="809"/>
                      <a:pt x="129" y="812"/>
                      <a:pt x="128" y="815"/>
                    </a:cubicBezTo>
                    <a:cubicBezTo>
                      <a:pt x="127" y="820"/>
                      <a:pt x="121" y="816"/>
                      <a:pt x="119" y="814"/>
                    </a:cubicBezTo>
                    <a:cubicBezTo>
                      <a:pt x="117" y="808"/>
                      <a:pt x="116" y="798"/>
                      <a:pt x="110" y="795"/>
                    </a:cubicBezTo>
                    <a:cubicBezTo>
                      <a:pt x="106" y="793"/>
                      <a:pt x="100" y="793"/>
                      <a:pt x="96" y="793"/>
                    </a:cubicBezTo>
                    <a:cubicBezTo>
                      <a:pt x="93" y="793"/>
                      <a:pt x="87" y="792"/>
                      <a:pt x="85" y="795"/>
                    </a:cubicBezTo>
                    <a:cubicBezTo>
                      <a:pt x="81" y="799"/>
                      <a:pt x="92" y="810"/>
                      <a:pt x="93" y="814"/>
                    </a:cubicBezTo>
                    <a:cubicBezTo>
                      <a:pt x="97" y="823"/>
                      <a:pt x="92" y="832"/>
                      <a:pt x="88" y="839"/>
                    </a:cubicBezTo>
                    <a:cubicBezTo>
                      <a:pt x="86" y="841"/>
                      <a:pt x="71" y="858"/>
                      <a:pt x="80" y="859"/>
                    </a:cubicBezTo>
                    <a:cubicBezTo>
                      <a:pt x="85" y="860"/>
                      <a:pt x="90" y="858"/>
                      <a:pt x="95" y="858"/>
                    </a:cubicBezTo>
                    <a:cubicBezTo>
                      <a:pt x="99" y="858"/>
                      <a:pt x="103" y="859"/>
                      <a:pt x="107" y="861"/>
                    </a:cubicBezTo>
                    <a:cubicBezTo>
                      <a:pt x="111" y="862"/>
                      <a:pt x="115" y="864"/>
                      <a:pt x="119" y="865"/>
                    </a:cubicBezTo>
                    <a:cubicBezTo>
                      <a:pt x="124" y="866"/>
                      <a:pt x="128" y="864"/>
                      <a:pt x="133" y="861"/>
                    </a:cubicBezTo>
                    <a:cubicBezTo>
                      <a:pt x="138" y="859"/>
                      <a:pt x="144" y="854"/>
                      <a:pt x="150" y="854"/>
                    </a:cubicBezTo>
                    <a:cubicBezTo>
                      <a:pt x="155" y="854"/>
                      <a:pt x="157" y="857"/>
                      <a:pt x="160" y="860"/>
                    </a:cubicBezTo>
                    <a:cubicBezTo>
                      <a:pt x="164" y="864"/>
                      <a:pt x="168" y="867"/>
                      <a:pt x="172" y="868"/>
                    </a:cubicBezTo>
                    <a:cubicBezTo>
                      <a:pt x="177" y="870"/>
                      <a:pt x="179" y="868"/>
                      <a:pt x="182" y="864"/>
                    </a:cubicBezTo>
                    <a:cubicBezTo>
                      <a:pt x="183" y="862"/>
                      <a:pt x="186" y="855"/>
                      <a:pt x="189" y="858"/>
                    </a:cubicBezTo>
                    <a:cubicBezTo>
                      <a:pt x="192" y="860"/>
                      <a:pt x="192" y="867"/>
                      <a:pt x="190" y="869"/>
                    </a:cubicBezTo>
                    <a:cubicBezTo>
                      <a:pt x="189" y="871"/>
                      <a:pt x="188" y="872"/>
                      <a:pt x="186" y="873"/>
                    </a:cubicBezTo>
                    <a:cubicBezTo>
                      <a:pt x="186" y="877"/>
                      <a:pt x="184" y="883"/>
                      <a:pt x="187" y="888"/>
                    </a:cubicBezTo>
                    <a:cubicBezTo>
                      <a:pt x="189" y="889"/>
                      <a:pt x="190" y="890"/>
                      <a:pt x="192" y="891"/>
                    </a:cubicBezTo>
                    <a:cubicBezTo>
                      <a:pt x="192" y="891"/>
                      <a:pt x="192" y="892"/>
                      <a:pt x="193" y="892"/>
                    </a:cubicBezTo>
                    <a:cubicBezTo>
                      <a:pt x="195" y="893"/>
                      <a:pt x="197" y="895"/>
                      <a:pt x="197" y="898"/>
                    </a:cubicBezTo>
                    <a:cubicBezTo>
                      <a:pt x="197" y="900"/>
                      <a:pt x="195" y="903"/>
                      <a:pt x="192" y="903"/>
                    </a:cubicBezTo>
                    <a:cubicBezTo>
                      <a:pt x="192" y="899"/>
                      <a:pt x="195" y="898"/>
                      <a:pt x="192" y="895"/>
                    </a:cubicBezTo>
                    <a:cubicBezTo>
                      <a:pt x="190" y="893"/>
                      <a:pt x="187" y="890"/>
                      <a:pt x="184" y="889"/>
                    </a:cubicBezTo>
                    <a:cubicBezTo>
                      <a:pt x="182" y="887"/>
                      <a:pt x="180" y="885"/>
                      <a:pt x="178" y="884"/>
                    </a:cubicBezTo>
                    <a:cubicBezTo>
                      <a:pt x="176" y="882"/>
                      <a:pt x="174" y="880"/>
                      <a:pt x="172" y="878"/>
                    </a:cubicBezTo>
                    <a:cubicBezTo>
                      <a:pt x="171" y="877"/>
                      <a:pt x="169" y="875"/>
                      <a:pt x="168" y="875"/>
                    </a:cubicBezTo>
                    <a:cubicBezTo>
                      <a:pt x="166" y="874"/>
                      <a:pt x="165" y="875"/>
                      <a:pt x="164" y="877"/>
                    </a:cubicBezTo>
                    <a:cubicBezTo>
                      <a:pt x="161" y="876"/>
                      <a:pt x="158" y="874"/>
                      <a:pt x="157" y="870"/>
                    </a:cubicBezTo>
                    <a:cubicBezTo>
                      <a:pt x="156" y="867"/>
                      <a:pt x="156" y="862"/>
                      <a:pt x="152" y="861"/>
                    </a:cubicBezTo>
                    <a:cubicBezTo>
                      <a:pt x="148" y="859"/>
                      <a:pt x="150" y="867"/>
                      <a:pt x="151" y="869"/>
                    </a:cubicBezTo>
                    <a:cubicBezTo>
                      <a:pt x="153" y="872"/>
                      <a:pt x="155" y="874"/>
                      <a:pt x="156" y="878"/>
                    </a:cubicBezTo>
                    <a:cubicBezTo>
                      <a:pt x="157" y="881"/>
                      <a:pt x="158" y="884"/>
                      <a:pt x="157" y="888"/>
                    </a:cubicBezTo>
                    <a:cubicBezTo>
                      <a:pt x="157" y="893"/>
                      <a:pt x="158" y="897"/>
                      <a:pt x="157" y="902"/>
                    </a:cubicBezTo>
                    <a:cubicBezTo>
                      <a:pt x="156" y="911"/>
                      <a:pt x="153" y="920"/>
                      <a:pt x="151" y="929"/>
                    </a:cubicBezTo>
                    <a:cubicBezTo>
                      <a:pt x="150" y="934"/>
                      <a:pt x="149" y="939"/>
                      <a:pt x="147" y="944"/>
                    </a:cubicBezTo>
                    <a:cubicBezTo>
                      <a:pt x="143" y="952"/>
                      <a:pt x="134" y="956"/>
                      <a:pt x="128" y="962"/>
                    </a:cubicBezTo>
                    <a:cubicBezTo>
                      <a:pt x="128" y="964"/>
                      <a:pt x="126" y="965"/>
                      <a:pt x="125" y="967"/>
                    </a:cubicBezTo>
                    <a:cubicBezTo>
                      <a:pt x="124" y="968"/>
                      <a:pt x="123" y="970"/>
                      <a:pt x="122" y="971"/>
                    </a:cubicBezTo>
                    <a:cubicBezTo>
                      <a:pt x="120" y="974"/>
                      <a:pt x="119" y="978"/>
                      <a:pt x="117" y="981"/>
                    </a:cubicBezTo>
                    <a:cubicBezTo>
                      <a:pt x="114" y="984"/>
                      <a:pt x="111" y="985"/>
                      <a:pt x="107" y="986"/>
                    </a:cubicBezTo>
                    <a:cubicBezTo>
                      <a:pt x="105" y="987"/>
                      <a:pt x="101" y="988"/>
                      <a:pt x="101" y="991"/>
                    </a:cubicBezTo>
                    <a:cubicBezTo>
                      <a:pt x="103" y="993"/>
                      <a:pt x="105" y="993"/>
                      <a:pt x="107" y="994"/>
                    </a:cubicBezTo>
                    <a:cubicBezTo>
                      <a:pt x="109" y="995"/>
                      <a:pt x="110" y="997"/>
                      <a:pt x="111" y="999"/>
                    </a:cubicBezTo>
                    <a:cubicBezTo>
                      <a:pt x="114" y="1002"/>
                      <a:pt x="113" y="1008"/>
                      <a:pt x="113" y="1011"/>
                    </a:cubicBezTo>
                    <a:cubicBezTo>
                      <a:pt x="113" y="1016"/>
                      <a:pt x="112" y="1021"/>
                      <a:pt x="110" y="1026"/>
                    </a:cubicBezTo>
                    <a:cubicBezTo>
                      <a:pt x="108" y="1029"/>
                      <a:pt x="105" y="1032"/>
                      <a:pt x="103" y="1035"/>
                    </a:cubicBezTo>
                    <a:cubicBezTo>
                      <a:pt x="101" y="1038"/>
                      <a:pt x="100" y="1042"/>
                      <a:pt x="100" y="1046"/>
                    </a:cubicBezTo>
                    <a:cubicBezTo>
                      <a:pt x="99" y="1048"/>
                      <a:pt x="99" y="1048"/>
                      <a:pt x="100" y="1050"/>
                    </a:cubicBezTo>
                    <a:cubicBezTo>
                      <a:pt x="101" y="1051"/>
                      <a:pt x="101" y="1052"/>
                      <a:pt x="102" y="1053"/>
                    </a:cubicBezTo>
                    <a:cubicBezTo>
                      <a:pt x="104" y="1056"/>
                      <a:pt x="104" y="1058"/>
                      <a:pt x="101" y="1060"/>
                    </a:cubicBezTo>
                    <a:cubicBezTo>
                      <a:pt x="97" y="1062"/>
                      <a:pt x="95" y="1063"/>
                      <a:pt x="93" y="1067"/>
                    </a:cubicBezTo>
                    <a:cubicBezTo>
                      <a:pt x="92" y="1070"/>
                      <a:pt x="90" y="1072"/>
                      <a:pt x="88" y="1075"/>
                    </a:cubicBezTo>
                    <a:cubicBezTo>
                      <a:pt x="86" y="1077"/>
                      <a:pt x="84" y="1079"/>
                      <a:pt x="83" y="1081"/>
                    </a:cubicBezTo>
                    <a:cubicBezTo>
                      <a:pt x="81" y="1086"/>
                      <a:pt x="80" y="1091"/>
                      <a:pt x="80" y="1096"/>
                    </a:cubicBezTo>
                    <a:cubicBezTo>
                      <a:pt x="80" y="1100"/>
                      <a:pt x="81" y="1106"/>
                      <a:pt x="80" y="1110"/>
                    </a:cubicBezTo>
                    <a:cubicBezTo>
                      <a:pt x="80" y="1111"/>
                      <a:pt x="80" y="1110"/>
                      <a:pt x="80" y="1110"/>
                    </a:cubicBezTo>
                    <a:cubicBezTo>
                      <a:pt x="80" y="1110"/>
                      <a:pt x="79" y="1112"/>
                      <a:pt x="79" y="1112"/>
                    </a:cubicBezTo>
                    <a:cubicBezTo>
                      <a:pt x="79" y="1113"/>
                      <a:pt x="79" y="1114"/>
                      <a:pt x="78" y="1115"/>
                    </a:cubicBezTo>
                    <a:cubicBezTo>
                      <a:pt x="77" y="1117"/>
                      <a:pt x="75" y="1118"/>
                      <a:pt x="74" y="1120"/>
                    </a:cubicBezTo>
                    <a:cubicBezTo>
                      <a:pt x="73" y="1121"/>
                      <a:pt x="73" y="1121"/>
                      <a:pt x="72" y="1122"/>
                    </a:cubicBezTo>
                    <a:cubicBezTo>
                      <a:pt x="70" y="1126"/>
                      <a:pt x="68" y="1129"/>
                      <a:pt x="65" y="1132"/>
                    </a:cubicBezTo>
                    <a:cubicBezTo>
                      <a:pt x="63" y="1135"/>
                      <a:pt x="61" y="1136"/>
                      <a:pt x="59" y="1138"/>
                    </a:cubicBezTo>
                    <a:cubicBezTo>
                      <a:pt x="57" y="1139"/>
                      <a:pt x="55" y="1140"/>
                      <a:pt x="54" y="1142"/>
                    </a:cubicBezTo>
                    <a:cubicBezTo>
                      <a:pt x="52" y="1144"/>
                      <a:pt x="50" y="1144"/>
                      <a:pt x="48" y="1146"/>
                    </a:cubicBezTo>
                    <a:cubicBezTo>
                      <a:pt x="46" y="1148"/>
                      <a:pt x="47" y="1150"/>
                      <a:pt x="47" y="1153"/>
                    </a:cubicBezTo>
                    <a:cubicBezTo>
                      <a:pt x="47" y="1157"/>
                      <a:pt x="50" y="1167"/>
                      <a:pt x="44" y="1168"/>
                    </a:cubicBezTo>
                    <a:cubicBezTo>
                      <a:pt x="43" y="1168"/>
                      <a:pt x="42" y="1169"/>
                      <a:pt x="41" y="1169"/>
                    </a:cubicBezTo>
                    <a:cubicBezTo>
                      <a:pt x="41" y="1169"/>
                      <a:pt x="40" y="1169"/>
                      <a:pt x="40" y="1170"/>
                    </a:cubicBezTo>
                    <a:cubicBezTo>
                      <a:pt x="39" y="1170"/>
                      <a:pt x="39" y="1171"/>
                      <a:pt x="39" y="1172"/>
                    </a:cubicBezTo>
                    <a:cubicBezTo>
                      <a:pt x="38" y="1174"/>
                      <a:pt x="36" y="1174"/>
                      <a:pt x="34" y="1173"/>
                    </a:cubicBezTo>
                    <a:cubicBezTo>
                      <a:pt x="32" y="1173"/>
                      <a:pt x="30" y="1172"/>
                      <a:pt x="28" y="1173"/>
                    </a:cubicBezTo>
                    <a:cubicBezTo>
                      <a:pt x="25" y="1175"/>
                      <a:pt x="27" y="1178"/>
                      <a:pt x="27" y="1180"/>
                    </a:cubicBezTo>
                    <a:cubicBezTo>
                      <a:pt x="28" y="1185"/>
                      <a:pt x="29" y="1191"/>
                      <a:pt x="23" y="1192"/>
                    </a:cubicBezTo>
                    <a:cubicBezTo>
                      <a:pt x="20" y="1193"/>
                      <a:pt x="18" y="1191"/>
                      <a:pt x="16" y="1192"/>
                    </a:cubicBezTo>
                    <a:cubicBezTo>
                      <a:pt x="12" y="1193"/>
                      <a:pt x="12" y="1196"/>
                      <a:pt x="9" y="1198"/>
                    </a:cubicBezTo>
                    <a:cubicBezTo>
                      <a:pt x="7" y="1199"/>
                      <a:pt x="4" y="1200"/>
                      <a:pt x="3" y="1203"/>
                    </a:cubicBezTo>
                    <a:cubicBezTo>
                      <a:pt x="2" y="1204"/>
                      <a:pt x="2" y="1205"/>
                      <a:pt x="1" y="1206"/>
                    </a:cubicBezTo>
                    <a:cubicBezTo>
                      <a:pt x="1" y="1207"/>
                      <a:pt x="0" y="1208"/>
                      <a:pt x="0" y="1210"/>
                    </a:cubicBezTo>
                    <a:cubicBezTo>
                      <a:pt x="1" y="1210"/>
                      <a:pt x="3" y="1210"/>
                      <a:pt x="4" y="1211"/>
                    </a:cubicBezTo>
                    <a:cubicBezTo>
                      <a:pt x="5" y="1213"/>
                      <a:pt x="4" y="1214"/>
                      <a:pt x="5" y="1216"/>
                    </a:cubicBezTo>
                    <a:cubicBezTo>
                      <a:pt x="5" y="1219"/>
                      <a:pt x="10" y="1220"/>
                      <a:pt x="12" y="1220"/>
                    </a:cubicBezTo>
                    <a:cubicBezTo>
                      <a:pt x="16" y="1220"/>
                      <a:pt x="16" y="1215"/>
                      <a:pt x="19" y="1213"/>
                    </a:cubicBezTo>
                    <a:cubicBezTo>
                      <a:pt x="24" y="1211"/>
                      <a:pt x="25" y="1214"/>
                      <a:pt x="29" y="1216"/>
                    </a:cubicBezTo>
                    <a:cubicBezTo>
                      <a:pt x="32" y="1217"/>
                      <a:pt x="36" y="1217"/>
                      <a:pt x="40" y="1217"/>
                    </a:cubicBezTo>
                    <a:cubicBezTo>
                      <a:pt x="43" y="1216"/>
                      <a:pt x="45" y="1216"/>
                      <a:pt x="49" y="1218"/>
                    </a:cubicBezTo>
                    <a:cubicBezTo>
                      <a:pt x="53" y="1220"/>
                      <a:pt x="56" y="1217"/>
                      <a:pt x="60" y="1217"/>
                    </a:cubicBezTo>
                    <a:cubicBezTo>
                      <a:pt x="63" y="1217"/>
                      <a:pt x="67" y="1219"/>
                      <a:pt x="70" y="1218"/>
                    </a:cubicBezTo>
                    <a:cubicBezTo>
                      <a:pt x="72" y="1218"/>
                      <a:pt x="72" y="1218"/>
                      <a:pt x="73" y="1217"/>
                    </a:cubicBezTo>
                    <a:cubicBezTo>
                      <a:pt x="75" y="1215"/>
                      <a:pt x="76" y="1214"/>
                      <a:pt x="78" y="1212"/>
                    </a:cubicBezTo>
                    <a:cubicBezTo>
                      <a:pt x="80" y="1212"/>
                      <a:pt x="85" y="1210"/>
                      <a:pt x="86" y="1212"/>
                    </a:cubicBezTo>
                    <a:cubicBezTo>
                      <a:pt x="87" y="1213"/>
                      <a:pt x="87" y="1215"/>
                      <a:pt x="87" y="1217"/>
                    </a:cubicBezTo>
                    <a:cubicBezTo>
                      <a:pt x="88" y="1220"/>
                      <a:pt x="90" y="1223"/>
                      <a:pt x="94" y="1222"/>
                    </a:cubicBezTo>
                    <a:cubicBezTo>
                      <a:pt x="98" y="1221"/>
                      <a:pt x="101" y="1219"/>
                      <a:pt x="105" y="1221"/>
                    </a:cubicBezTo>
                    <a:cubicBezTo>
                      <a:pt x="108" y="1222"/>
                      <a:pt x="110" y="1226"/>
                      <a:pt x="112" y="1228"/>
                    </a:cubicBezTo>
                    <a:cubicBezTo>
                      <a:pt x="114" y="1231"/>
                      <a:pt x="117" y="1232"/>
                      <a:pt x="121" y="1233"/>
                    </a:cubicBezTo>
                    <a:cubicBezTo>
                      <a:pt x="123" y="1233"/>
                      <a:pt x="125" y="1234"/>
                      <a:pt x="127" y="1235"/>
                    </a:cubicBezTo>
                    <a:cubicBezTo>
                      <a:pt x="129" y="1235"/>
                      <a:pt x="131" y="1237"/>
                      <a:pt x="133" y="1237"/>
                    </a:cubicBezTo>
                    <a:cubicBezTo>
                      <a:pt x="135" y="1237"/>
                      <a:pt x="136" y="1236"/>
                      <a:pt x="138" y="1237"/>
                    </a:cubicBezTo>
                    <a:cubicBezTo>
                      <a:pt x="139" y="1238"/>
                      <a:pt x="141" y="1240"/>
                      <a:pt x="142" y="1242"/>
                    </a:cubicBezTo>
                    <a:cubicBezTo>
                      <a:pt x="145" y="1244"/>
                      <a:pt x="148" y="1247"/>
                      <a:pt x="152" y="1248"/>
                    </a:cubicBezTo>
                    <a:cubicBezTo>
                      <a:pt x="154" y="1249"/>
                      <a:pt x="155" y="1250"/>
                      <a:pt x="157" y="1250"/>
                    </a:cubicBezTo>
                    <a:cubicBezTo>
                      <a:pt x="159" y="1250"/>
                      <a:pt x="161" y="1249"/>
                      <a:pt x="163" y="1250"/>
                    </a:cubicBezTo>
                    <a:cubicBezTo>
                      <a:pt x="165" y="1250"/>
                      <a:pt x="167" y="1252"/>
                      <a:pt x="169" y="1252"/>
                    </a:cubicBezTo>
                    <a:cubicBezTo>
                      <a:pt x="171" y="1252"/>
                      <a:pt x="173" y="1251"/>
                      <a:pt x="175" y="1251"/>
                    </a:cubicBezTo>
                    <a:cubicBezTo>
                      <a:pt x="178" y="1252"/>
                      <a:pt x="179" y="1254"/>
                      <a:pt x="181" y="1256"/>
                    </a:cubicBezTo>
                    <a:cubicBezTo>
                      <a:pt x="183" y="1258"/>
                      <a:pt x="186" y="1258"/>
                      <a:pt x="188" y="1260"/>
                    </a:cubicBezTo>
                    <a:cubicBezTo>
                      <a:pt x="189" y="1261"/>
                      <a:pt x="189" y="1261"/>
                      <a:pt x="189" y="1261"/>
                    </a:cubicBezTo>
                    <a:cubicBezTo>
                      <a:pt x="189" y="1261"/>
                      <a:pt x="189" y="1262"/>
                      <a:pt x="189" y="1263"/>
                    </a:cubicBezTo>
                    <a:cubicBezTo>
                      <a:pt x="189" y="1263"/>
                      <a:pt x="190" y="1264"/>
                      <a:pt x="191" y="1264"/>
                    </a:cubicBezTo>
                    <a:cubicBezTo>
                      <a:pt x="193" y="1267"/>
                      <a:pt x="194" y="1271"/>
                      <a:pt x="197" y="1274"/>
                    </a:cubicBezTo>
                    <a:cubicBezTo>
                      <a:pt x="199" y="1277"/>
                      <a:pt x="201" y="1279"/>
                      <a:pt x="203" y="1281"/>
                    </a:cubicBezTo>
                    <a:cubicBezTo>
                      <a:pt x="206" y="1283"/>
                      <a:pt x="208" y="1284"/>
                      <a:pt x="210" y="1287"/>
                    </a:cubicBezTo>
                    <a:cubicBezTo>
                      <a:pt x="212" y="1291"/>
                      <a:pt x="214" y="1295"/>
                      <a:pt x="217" y="1297"/>
                    </a:cubicBezTo>
                    <a:cubicBezTo>
                      <a:pt x="221" y="1300"/>
                      <a:pt x="227" y="1301"/>
                      <a:pt x="232" y="1301"/>
                    </a:cubicBezTo>
                    <a:cubicBezTo>
                      <a:pt x="235" y="1301"/>
                      <a:pt x="241" y="1300"/>
                      <a:pt x="242" y="1297"/>
                    </a:cubicBezTo>
                    <a:cubicBezTo>
                      <a:pt x="243" y="1295"/>
                      <a:pt x="243" y="1293"/>
                      <a:pt x="245" y="1292"/>
                    </a:cubicBezTo>
                    <a:cubicBezTo>
                      <a:pt x="247" y="1291"/>
                      <a:pt x="249" y="1290"/>
                      <a:pt x="251" y="1291"/>
                    </a:cubicBezTo>
                    <a:cubicBezTo>
                      <a:pt x="254" y="1291"/>
                      <a:pt x="256" y="1293"/>
                      <a:pt x="258" y="1293"/>
                    </a:cubicBezTo>
                    <a:cubicBezTo>
                      <a:pt x="260" y="1293"/>
                      <a:pt x="261" y="1292"/>
                      <a:pt x="263" y="1291"/>
                    </a:cubicBezTo>
                    <a:cubicBezTo>
                      <a:pt x="265" y="1291"/>
                      <a:pt x="267" y="1290"/>
                      <a:pt x="269" y="1289"/>
                    </a:cubicBezTo>
                    <a:cubicBezTo>
                      <a:pt x="272" y="1289"/>
                      <a:pt x="273" y="1290"/>
                      <a:pt x="275" y="1293"/>
                    </a:cubicBezTo>
                    <a:cubicBezTo>
                      <a:pt x="277" y="1294"/>
                      <a:pt x="279" y="1296"/>
                      <a:pt x="281" y="1297"/>
                    </a:cubicBezTo>
                    <a:cubicBezTo>
                      <a:pt x="283" y="1297"/>
                      <a:pt x="286" y="1295"/>
                      <a:pt x="289" y="1294"/>
                    </a:cubicBezTo>
                    <a:cubicBezTo>
                      <a:pt x="290" y="1291"/>
                      <a:pt x="290" y="1290"/>
                      <a:pt x="292" y="1289"/>
                    </a:cubicBezTo>
                    <a:cubicBezTo>
                      <a:pt x="295" y="1289"/>
                      <a:pt x="297" y="1288"/>
                      <a:pt x="300" y="1287"/>
                    </a:cubicBezTo>
                    <a:cubicBezTo>
                      <a:pt x="301" y="1287"/>
                      <a:pt x="302" y="1287"/>
                      <a:pt x="303" y="1287"/>
                    </a:cubicBezTo>
                    <a:cubicBezTo>
                      <a:pt x="304" y="1286"/>
                      <a:pt x="306" y="1285"/>
                      <a:pt x="307" y="1284"/>
                    </a:cubicBezTo>
                    <a:cubicBezTo>
                      <a:pt x="310" y="1282"/>
                      <a:pt x="312" y="1279"/>
                      <a:pt x="314" y="1277"/>
                    </a:cubicBezTo>
                    <a:cubicBezTo>
                      <a:pt x="315" y="1276"/>
                      <a:pt x="316" y="1274"/>
                      <a:pt x="317" y="1274"/>
                    </a:cubicBezTo>
                    <a:cubicBezTo>
                      <a:pt x="318" y="1273"/>
                      <a:pt x="320" y="1273"/>
                      <a:pt x="322" y="1273"/>
                    </a:cubicBezTo>
                    <a:cubicBezTo>
                      <a:pt x="326" y="1273"/>
                      <a:pt x="327" y="1276"/>
                      <a:pt x="331" y="1277"/>
                    </a:cubicBezTo>
                    <a:cubicBezTo>
                      <a:pt x="334" y="1278"/>
                      <a:pt x="338" y="1277"/>
                      <a:pt x="342" y="1279"/>
                    </a:cubicBezTo>
                    <a:cubicBezTo>
                      <a:pt x="345" y="1281"/>
                      <a:pt x="348" y="1283"/>
                      <a:pt x="350" y="1279"/>
                    </a:cubicBezTo>
                    <a:cubicBezTo>
                      <a:pt x="351" y="1279"/>
                      <a:pt x="351" y="1278"/>
                      <a:pt x="352" y="1277"/>
                    </a:cubicBezTo>
                    <a:cubicBezTo>
                      <a:pt x="351" y="1259"/>
                      <a:pt x="351" y="1259"/>
                      <a:pt x="351" y="1259"/>
                    </a:cubicBezTo>
                    <a:cubicBezTo>
                      <a:pt x="357" y="1222"/>
                      <a:pt x="358" y="1183"/>
                      <a:pt x="358" y="1183"/>
                    </a:cubicBezTo>
                    <a:cubicBezTo>
                      <a:pt x="387" y="1138"/>
                      <a:pt x="387" y="1138"/>
                      <a:pt x="387" y="1138"/>
                    </a:cubicBezTo>
                    <a:cubicBezTo>
                      <a:pt x="416" y="1128"/>
                      <a:pt x="416" y="1128"/>
                      <a:pt x="416" y="1128"/>
                    </a:cubicBezTo>
                    <a:cubicBezTo>
                      <a:pt x="451" y="1096"/>
                      <a:pt x="451" y="1096"/>
                      <a:pt x="451" y="1096"/>
                    </a:cubicBezTo>
                    <a:cubicBezTo>
                      <a:pt x="506" y="1097"/>
                      <a:pt x="506" y="1097"/>
                      <a:pt x="506" y="1097"/>
                    </a:cubicBezTo>
                    <a:cubicBezTo>
                      <a:pt x="529" y="1058"/>
                      <a:pt x="529" y="1058"/>
                      <a:pt x="529" y="1058"/>
                    </a:cubicBezTo>
                    <a:cubicBezTo>
                      <a:pt x="499" y="1055"/>
                      <a:pt x="499" y="1055"/>
                      <a:pt x="499" y="1055"/>
                    </a:cubicBezTo>
                    <a:cubicBezTo>
                      <a:pt x="476" y="974"/>
                      <a:pt x="476" y="974"/>
                      <a:pt x="476" y="974"/>
                    </a:cubicBezTo>
                    <a:cubicBezTo>
                      <a:pt x="515" y="906"/>
                      <a:pt x="515" y="906"/>
                      <a:pt x="515" y="906"/>
                    </a:cubicBezTo>
                    <a:cubicBezTo>
                      <a:pt x="557" y="903"/>
                      <a:pt x="557" y="903"/>
                      <a:pt x="557" y="903"/>
                    </a:cubicBezTo>
                    <a:cubicBezTo>
                      <a:pt x="599" y="859"/>
                      <a:pt x="599" y="859"/>
                      <a:pt x="599" y="859"/>
                    </a:cubicBezTo>
                    <a:cubicBezTo>
                      <a:pt x="601" y="833"/>
                      <a:pt x="601" y="833"/>
                      <a:pt x="601" y="833"/>
                    </a:cubicBezTo>
                    <a:cubicBezTo>
                      <a:pt x="579" y="826"/>
                      <a:pt x="579" y="826"/>
                      <a:pt x="579" y="826"/>
                    </a:cubicBezTo>
                    <a:cubicBezTo>
                      <a:pt x="553" y="756"/>
                      <a:pt x="553" y="756"/>
                      <a:pt x="553" y="756"/>
                    </a:cubicBezTo>
                    <a:cubicBezTo>
                      <a:pt x="568" y="725"/>
                      <a:pt x="568" y="725"/>
                      <a:pt x="568" y="725"/>
                    </a:cubicBezTo>
                    <a:cubicBezTo>
                      <a:pt x="542" y="683"/>
                      <a:pt x="542" y="683"/>
                      <a:pt x="542" y="683"/>
                    </a:cubicBezTo>
                    <a:cubicBezTo>
                      <a:pt x="538" y="661"/>
                      <a:pt x="538" y="661"/>
                      <a:pt x="538" y="661"/>
                    </a:cubicBezTo>
                    <a:cubicBezTo>
                      <a:pt x="641" y="693"/>
                      <a:pt x="641" y="693"/>
                      <a:pt x="641" y="693"/>
                    </a:cubicBezTo>
                    <a:cubicBezTo>
                      <a:pt x="689" y="644"/>
                      <a:pt x="689" y="644"/>
                      <a:pt x="689" y="644"/>
                    </a:cubicBezTo>
                    <a:cubicBezTo>
                      <a:pt x="699" y="614"/>
                      <a:pt x="699" y="614"/>
                      <a:pt x="699" y="614"/>
                    </a:cubicBezTo>
                    <a:cubicBezTo>
                      <a:pt x="685" y="574"/>
                      <a:pt x="685" y="574"/>
                      <a:pt x="685" y="574"/>
                    </a:cubicBezTo>
                    <a:cubicBezTo>
                      <a:pt x="700" y="548"/>
                      <a:pt x="700" y="548"/>
                      <a:pt x="700" y="548"/>
                    </a:cubicBezTo>
                    <a:cubicBezTo>
                      <a:pt x="725" y="552"/>
                      <a:pt x="725" y="552"/>
                      <a:pt x="725" y="552"/>
                    </a:cubicBezTo>
                    <a:cubicBezTo>
                      <a:pt x="744" y="536"/>
                      <a:pt x="744" y="536"/>
                      <a:pt x="744" y="536"/>
                    </a:cubicBezTo>
                    <a:cubicBezTo>
                      <a:pt x="744" y="501"/>
                      <a:pt x="744" y="501"/>
                      <a:pt x="744" y="501"/>
                    </a:cubicBezTo>
                    <a:cubicBezTo>
                      <a:pt x="766" y="465"/>
                      <a:pt x="766" y="465"/>
                      <a:pt x="766" y="465"/>
                    </a:cubicBezTo>
                    <a:cubicBezTo>
                      <a:pt x="781" y="404"/>
                      <a:pt x="781" y="404"/>
                      <a:pt x="781" y="404"/>
                    </a:cubicBezTo>
                    <a:cubicBezTo>
                      <a:pt x="775" y="362"/>
                      <a:pt x="775" y="362"/>
                      <a:pt x="775" y="362"/>
                    </a:cubicBezTo>
                    <a:cubicBezTo>
                      <a:pt x="774" y="358"/>
                      <a:pt x="774" y="358"/>
                      <a:pt x="774" y="358"/>
                    </a:cubicBezTo>
                    <a:cubicBezTo>
                      <a:pt x="807" y="358"/>
                      <a:pt x="807" y="358"/>
                      <a:pt x="807" y="358"/>
                    </a:cubicBezTo>
                    <a:cubicBezTo>
                      <a:pt x="822" y="337"/>
                      <a:pt x="853" y="316"/>
                      <a:pt x="853" y="316"/>
                    </a:cubicBezTo>
                    <a:cubicBezTo>
                      <a:pt x="897" y="316"/>
                      <a:pt x="897" y="316"/>
                      <a:pt x="897" y="316"/>
                    </a:cubicBezTo>
                    <a:cubicBezTo>
                      <a:pt x="928" y="301"/>
                      <a:pt x="967" y="267"/>
                      <a:pt x="967" y="267"/>
                    </a:cubicBezTo>
                    <a:lnTo>
                      <a:pt x="955" y="232"/>
                    </a:lnTo>
                    <a:close/>
                    <a:moveTo>
                      <a:pt x="403" y="316"/>
                    </a:moveTo>
                    <a:cubicBezTo>
                      <a:pt x="402" y="316"/>
                      <a:pt x="402" y="317"/>
                      <a:pt x="402" y="317"/>
                    </a:cubicBezTo>
                    <a:cubicBezTo>
                      <a:pt x="402" y="317"/>
                      <a:pt x="402" y="317"/>
                      <a:pt x="402" y="316"/>
                    </a:cubicBezTo>
                    <a:cubicBezTo>
                      <a:pt x="402" y="316"/>
                      <a:pt x="402" y="316"/>
                      <a:pt x="402" y="316"/>
                    </a:cubicBezTo>
                    <a:cubicBezTo>
                      <a:pt x="402" y="316"/>
                      <a:pt x="402" y="316"/>
                      <a:pt x="402" y="316"/>
                    </a:cubicBezTo>
                    <a:cubicBezTo>
                      <a:pt x="403" y="316"/>
                      <a:pt x="403" y="316"/>
                      <a:pt x="403" y="315"/>
                    </a:cubicBezTo>
                    <a:cubicBezTo>
                      <a:pt x="403" y="315"/>
                      <a:pt x="403" y="316"/>
                      <a:pt x="403" y="316"/>
                    </a:cubicBezTo>
                    <a:close/>
                    <a:moveTo>
                      <a:pt x="413" y="311"/>
                    </a:moveTo>
                    <a:cubicBezTo>
                      <a:pt x="411" y="312"/>
                      <a:pt x="409" y="312"/>
                      <a:pt x="407" y="313"/>
                    </a:cubicBezTo>
                    <a:cubicBezTo>
                      <a:pt x="405" y="313"/>
                      <a:pt x="404" y="314"/>
                      <a:pt x="403" y="315"/>
                    </a:cubicBezTo>
                    <a:cubicBezTo>
                      <a:pt x="404" y="314"/>
                      <a:pt x="404" y="313"/>
                      <a:pt x="405" y="312"/>
                    </a:cubicBezTo>
                    <a:cubicBezTo>
                      <a:pt x="406" y="310"/>
                      <a:pt x="408" y="307"/>
                      <a:pt x="410" y="304"/>
                    </a:cubicBezTo>
                    <a:cubicBezTo>
                      <a:pt x="410" y="303"/>
                      <a:pt x="412" y="297"/>
                      <a:pt x="413" y="298"/>
                    </a:cubicBezTo>
                    <a:cubicBezTo>
                      <a:pt x="415" y="298"/>
                      <a:pt x="413" y="301"/>
                      <a:pt x="413" y="301"/>
                    </a:cubicBezTo>
                    <a:cubicBezTo>
                      <a:pt x="412" y="303"/>
                      <a:pt x="412" y="303"/>
                      <a:pt x="412" y="305"/>
                    </a:cubicBezTo>
                    <a:cubicBezTo>
                      <a:pt x="414" y="304"/>
                      <a:pt x="417" y="304"/>
                      <a:pt x="417" y="306"/>
                    </a:cubicBezTo>
                    <a:cubicBezTo>
                      <a:pt x="418" y="308"/>
                      <a:pt x="414" y="310"/>
                      <a:pt x="413" y="3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99" name="Freeform 1999">
                <a:extLst>
                  <a:ext uri="{FF2B5EF4-FFF2-40B4-BE49-F238E27FC236}">
                    <a16:creationId xmlns:a16="http://schemas.microsoft.com/office/drawing/2014/main" id="{6BE46206-CDA1-43A1-B69D-3350EB7AC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3710"/>
                <a:ext cx="5" cy="3"/>
              </a:xfrm>
              <a:custGeom>
                <a:avLst/>
                <a:gdLst>
                  <a:gd name="T0" fmla="*/ 8 w 13"/>
                  <a:gd name="T1" fmla="*/ 0 h 6"/>
                  <a:gd name="T2" fmla="*/ 13 w 13"/>
                  <a:gd name="T3" fmla="*/ 4 h 6"/>
                  <a:gd name="T4" fmla="*/ 3 w 13"/>
                  <a:gd name="T5" fmla="*/ 5 h 6"/>
                  <a:gd name="T6" fmla="*/ 2 w 13"/>
                  <a:gd name="T7" fmla="*/ 1 h 6"/>
                  <a:gd name="T8" fmla="*/ 8 w 1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8" y="0"/>
                    </a:moveTo>
                    <a:cubicBezTo>
                      <a:pt x="10" y="0"/>
                      <a:pt x="13" y="1"/>
                      <a:pt x="13" y="4"/>
                    </a:cubicBezTo>
                    <a:cubicBezTo>
                      <a:pt x="12" y="6"/>
                      <a:pt x="4" y="5"/>
                      <a:pt x="3" y="5"/>
                    </a:cubicBezTo>
                    <a:cubicBezTo>
                      <a:pt x="1" y="5"/>
                      <a:pt x="0" y="2"/>
                      <a:pt x="2" y="1"/>
                    </a:cubicBezTo>
                    <a:cubicBezTo>
                      <a:pt x="3" y="0"/>
                      <a:pt x="6" y="0"/>
                      <a:pt x="8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00" name="Freeform 2000">
                <a:extLst>
                  <a:ext uri="{FF2B5EF4-FFF2-40B4-BE49-F238E27FC236}">
                    <a16:creationId xmlns:a16="http://schemas.microsoft.com/office/drawing/2014/main" id="{26F3C007-80A5-4F19-A943-15232A156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688"/>
                <a:ext cx="5" cy="4"/>
              </a:xfrm>
              <a:custGeom>
                <a:avLst/>
                <a:gdLst>
                  <a:gd name="T0" fmla="*/ 4 w 11"/>
                  <a:gd name="T1" fmla="*/ 0 h 10"/>
                  <a:gd name="T2" fmla="*/ 11 w 11"/>
                  <a:gd name="T3" fmla="*/ 2 h 10"/>
                  <a:gd name="T4" fmla="*/ 4 w 11"/>
                  <a:gd name="T5" fmla="*/ 6 h 10"/>
                  <a:gd name="T6" fmla="*/ 3 w 11"/>
                  <a:gd name="T7" fmla="*/ 9 h 10"/>
                  <a:gd name="T8" fmla="*/ 0 w 11"/>
                  <a:gd name="T9" fmla="*/ 9 h 10"/>
                  <a:gd name="T10" fmla="*/ 4 w 1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6" y="0"/>
                      <a:pt x="10" y="0"/>
                      <a:pt x="11" y="2"/>
                    </a:cubicBezTo>
                    <a:cubicBezTo>
                      <a:pt x="11" y="5"/>
                      <a:pt x="5" y="4"/>
                      <a:pt x="4" y="6"/>
                    </a:cubicBezTo>
                    <a:cubicBezTo>
                      <a:pt x="3" y="7"/>
                      <a:pt x="4" y="8"/>
                      <a:pt x="3" y="9"/>
                    </a:cubicBezTo>
                    <a:cubicBezTo>
                      <a:pt x="3" y="9"/>
                      <a:pt x="1" y="10"/>
                      <a:pt x="0" y="9"/>
                    </a:cubicBezTo>
                    <a:cubicBezTo>
                      <a:pt x="0" y="7"/>
                      <a:pt x="1" y="1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01" name="Freeform 2001">
                <a:extLst>
                  <a:ext uri="{FF2B5EF4-FFF2-40B4-BE49-F238E27FC236}">
                    <a16:creationId xmlns:a16="http://schemas.microsoft.com/office/drawing/2014/main" id="{65D52DA8-E4E6-442C-AF80-1AE752E10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689"/>
                <a:ext cx="9" cy="6"/>
              </a:xfrm>
              <a:custGeom>
                <a:avLst/>
                <a:gdLst>
                  <a:gd name="T0" fmla="*/ 13 w 22"/>
                  <a:gd name="T1" fmla="*/ 1 h 13"/>
                  <a:gd name="T2" fmla="*/ 22 w 22"/>
                  <a:gd name="T3" fmla="*/ 7 h 13"/>
                  <a:gd name="T4" fmla="*/ 10 w 22"/>
                  <a:gd name="T5" fmla="*/ 12 h 13"/>
                  <a:gd name="T6" fmla="*/ 2 w 22"/>
                  <a:gd name="T7" fmla="*/ 10 h 13"/>
                  <a:gd name="T8" fmla="*/ 3 w 22"/>
                  <a:gd name="T9" fmla="*/ 4 h 13"/>
                  <a:gd name="T10" fmla="*/ 13 w 22"/>
                  <a:gd name="T1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3">
                    <a:moveTo>
                      <a:pt x="13" y="1"/>
                    </a:moveTo>
                    <a:cubicBezTo>
                      <a:pt x="16" y="2"/>
                      <a:pt x="22" y="3"/>
                      <a:pt x="22" y="7"/>
                    </a:cubicBezTo>
                    <a:cubicBezTo>
                      <a:pt x="21" y="13"/>
                      <a:pt x="15" y="13"/>
                      <a:pt x="10" y="12"/>
                    </a:cubicBezTo>
                    <a:cubicBezTo>
                      <a:pt x="7" y="12"/>
                      <a:pt x="4" y="12"/>
                      <a:pt x="2" y="10"/>
                    </a:cubicBezTo>
                    <a:cubicBezTo>
                      <a:pt x="0" y="8"/>
                      <a:pt x="1" y="5"/>
                      <a:pt x="3" y="4"/>
                    </a:cubicBezTo>
                    <a:cubicBezTo>
                      <a:pt x="7" y="1"/>
                      <a:pt x="9" y="0"/>
                      <a:pt x="1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02" name="Freeform 2002">
                <a:extLst>
                  <a:ext uri="{FF2B5EF4-FFF2-40B4-BE49-F238E27FC236}">
                    <a16:creationId xmlns:a16="http://schemas.microsoft.com/office/drawing/2014/main" id="{0DFA05C4-0C94-4287-9751-0CDA9BBAF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3710"/>
                <a:ext cx="5" cy="3"/>
              </a:xfrm>
              <a:custGeom>
                <a:avLst/>
                <a:gdLst>
                  <a:gd name="T0" fmla="*/ 8 w 13"/>
                  <a:gd name="T1" fmla="*/ 0 h 6"/>
                  <a:gd name="T2" fmla="*/ 13 w 13"/>
                  <a:gd name="T3" fmla="*/ 4 h 6"/>
                  <a:gd name="T4" fmla="*/ 3 w 13"/>
                  <a:gd name="T5" fmla="*/ 5 h 6"/>
                  <a:gd name="T6" fmla="*/ 2 w 13"/>
                  <a:gd name="T7" fmla="*/ 1 h 6"/>
                  <a:gd name="T8" fmla="*/ 8 w 1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8" y="0"/>
                    </a:moveTo>
                    <a:cubicBezTo>
                      <a:pt x="10" y="0"/>
                      <a:pt x="13" y="1"/>
                      <a:pt x="13" y="4"/>
                    </a:cubicBezTo>
                    <a:cubicBezTo>
                      <a:pt x="12" y="6"/>
                      <a:pt x="4" y="5"/>
                      <a:pt x="3" y="5"/>
                    </a:cubicBezTo>
                    <a:cubicBezTo>
                      <a:pt x="1" y="5"/>
                      <a:pt x="0" y="2"/>
                      <a:pt x="2" y="1"/>
                    </a:cubicBezTo>
                    <a:cubicBezTo>
                      <a:pt x="3" y="0"/>
                      <a:pt x="6" y="0"/>
                      <a:pt x="8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03" name="Freeform 2003">
                <a:extLst>
                  <a:ext uri="{FF2B5EF4-FFF2-40B4-BE49-F238E27FC236}">
                    <a16:creationId xmlns:a16="http://schemas.microsoft.com/office/drawing/2014/main" id="{57512C7E-3216-4E60-A12A-DF782C49A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688"/>
                <a:ext cx="5" cy="4"/>
              </a:xfrm>
              <a:custGeom>
                <a:avLst/>
                <a:gdLst>
                  <a:gd name="T0" fmla="*/ 4 w 11"/>
                  <a:gd name="T1" fmla="*/ 0 h 10"/>
                  <a:gd name="T2" fmla="*/ 11 w 11"/>
                  <a:gd name="T3" fmla="*/ 2 h 10"/>
                  <a:gd name="T4" fmla="*/ 4 w 11"/>
                  <a:gd name="T5" fmla="*/ 6 h 10"/>
                  <a:gd name="T6" fmla="*/ 3 w 11"/>
                  <a:gd name="T7" fmla="*/ 9 h 10"/>
                  <a:gd name="T8" fmla="*/ 0 w 11"/>
                  <a:gd name="T9" fmla="*/ 9 h 10"/>
                  <a:gd name="T10" fmla="*/ 4 w 1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6" y="0"/>
                      <a:pt x="10" y="0"/>
                      <a:pt x="11" y="2"/>
                    </a:cubicBezTo>
                    <a:cubicBezTo>
                      <a:pt x="11" y="5"/>
                      <a:pt x="5" y="4"/>
                      <a:pt x="4" y="6"/>
                    </a:cubicBezTo>
                    <a:cubicBezTo>
                      <a:pt x="3" y="7"/>
                      <a:pt x="4" y="8"/>
                      <a:pt x="3" y="9"/>
                    </a:cubicBezTo>
                    <a:cubicBezTo>
                      <a:pt x="3" y="9"/>
                      <a:pt x="1" y="10"/>
                      <a:pt x="0" y="9"/>
                    </a:cubicBezTo>
                    <a:cubicBezTo>
                      <a:pt x="0" y="7"/>
                      <a:pt x="1" y="1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04" name="Freeform 2004">
                <a:extLst>
                  <a:ext uri="{FF2B5EF4-FFF2-40B4-BE49-F238E27FC236}">
                    <a16:creationId xmlns:a16="http://schemas.microsoft.com/office/drawing/2014/main" id="{AB8C085F-5626-4020-A13A-59C0A6EFD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689"/>
                <a:ext cx="9" cy="6"/>
              </a:xfrm>
              <a:custGeom>
                <a:avLst/>
                <a:gdLst>
                  <a:gd name="T0" fmla="*/ 13 w 22"/>
                  <a:gd name="T1" fmla="*/ 1 h 13"/>
                  <a:gd name="T2" fmla="*/ 22 w 22"/>
                  <a:gd name="T3" fmla="*/ 7 h 13"/>
                  <a:gd name="T4" fmla="*/ 10 w 22"/>
                  <a:gd name="T5" fmla="*/ 12 h 13"/>
                  <a:gd name="T6" fmla="*/ 2 w 22"/>
                  <a:gd name="T7" fmla="*/ 10 h 13"/>
                  <a:gd name="T8" fmla="*/ 3 w 22"/>
                  <a:gd name="T9" fmla="*/ 4 h 13"/>
                  <a:gd name="T10" fmla="*/ 13 w 22"/>
                  <a:gd name="T1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3">
                    <a:moveTo>
                      <a:pt x="13" y="1"/>
                    </a:moveTo>
                    <a:cubicBezTo>
                      <a:pt x="16" y="2"/>
                      <a:pt x="22" y="3"/>
                      <a:pt x="22" y="7"/>
                    </a:cubicBezTo>
                    <a:cubicBezTo>
                      <a:pt x="21" y="13"/>
                      <a:pt x="15" y="13"/>
                      <a:pt x="10" y="12"/>
                    </a:cubicBezTo>
                    <a:cubicBezTo>
                      <a:pt x="7" y="12"/>
                      <a:pt x="4" y="12"/>
                      <a:pt x="2" y="10"/>
                    </a:cubicBezTo>
                    <a:cubicBezTo>
                      <a:pt x="0" y="8"/>
                      <a:pt x="1" y="5"/>
                      <a:pt x="3" y="4"/>
                    </a:cubicBezTo>
                    <a:cubicBezTo>
                      <a:pt x="7" y="1"/>
                      <a:pt x="9" y="0"/>
                      <a:pt x="1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05" name="Freeform 2005">
                <a:extLst>
                  <a:ext uri="{FF2B5EF4-FFF2-40B4-BE49-F238E27FC236}">
                    <a16:creationId xmlns:a16="http://schemas.microsoft.com/office/drawing/2014/main" id="{67FF2D9D-A695-467D-B60D-B810C2FF0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4182"/>
                <a:ext cx="17" cy="8"/>
              </a:xfrm>
              <a:custGeom>
                <a:avLst/>
                <a:gdLst>
                  <a:gd name="T0" fmla="*/ 22 w 40"/>
                  <a:gd name="T1" fmla="*/ 17 h 18"/>
                  <a:gd name="T2" fmla="*/ 8 w 40"/>
                  <a:gd name="T3" fmla="*/ 12 h 18"/>
                  <a:gd name="T4" fmla="*/ 7 w 40"/>
                  <a:gd name="T5" fmla="*/ 1 h 18"/>
                  <a:gd name="T6" fmla="*/ 29 w 40"/>
                  <a:gd name="T7" fmla="*/ 6 h 18"/>
                  <a:gd name="T8" fmla="*/ 39 w 40"/>
                  <a:gd name="T9" fmla="*/ 11 h 18"/>
                  <a:gd name="T10" fmla="*/ 40 w 40"/>
                  <a:gd name="T11" fmla="*/ 16 h 18"/>
                  <a:gd name="T12" fmla="*/ 33 w 40"/>
                  <a:gd name="T13" fmla="*/ 17 h 18"/>
                  <a:gd name="T14" fmla="*/ 22 w 40"/>
                  <a:gd name="T1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18">
                    <a:moveTo>
                      <a:pt x="22" y="17"/>
                    </a:moveTo>
                    <a:cubicBezTo>
                      <a:pt x="16" y="17"/>
                      <a:pt x="12" y="15"/>
                      <a:pt x="8" y="12"/>
                    </a:cubicBezTo>
                    <a:cubicBezTo>
                      <a:pt x="4" y="9"/>
                      <a:pt x="0" y="2"/>
                      <a:pt x="7" y="1"/>
                    </a:cubicBezTo>
                    <a:cubicBezTo>
                      <a:pt x="15" y="0"/>
                      <a:pt x="22" y="4"/>
                      <a:pt x="29" y="6"/>
                    </a:cubicBezTo>
                    <a:cubicBezTo>
                      <a:pt x="32" y="7"/>
                      <a:pt x="36" y="9"/>
                      <a:pt x="39" y="11"/>
                    </a:cubicBezTo>
                    <a:cubicBezTo>
                      <a:pt x="40" y="13"/>
                      <a:pt x="40" y="15"/>
                      <a:pt x="40" y="16"/>
                    </a:cubicBezTo>
                    <a:cubicBezTo>
                      <a:pt x="38" y="18"/>
                      <a:pt x="35" y="17"/>
                      <a:pt x="33" y="17"/>
                    </a:cubicBezTo>
                    <a:cubicBezTo>
                      <a:pt x="29" y="17"/>
                      <a:pt x="25" y="17"/>
                      <a:pt x="22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06" name="Freeform 2006">
                <a:extLst>
                  <a:ext uri="{FF2B5EF4-FFF2-40B4-BE49-F238E27FC236}">
                    <a16:creationId xmlns:a16="http://schemas.microsoft.com/office/drawing/2014/main" id="{20A4C255-F567-404D-8648-64C9B41B6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4193"/>
                <a:ext cx="23" cy="24"/>
              </a:xfrm>
              <a:custGeom>
                <a:avLst/>
                <a:gdLst>
                  <a:gd name="T0" fmla="*/ 0 w 57"/>
                  <a:gd name="T1" fmla="*/ 10 h 58"/>
                  <a:gd name="T2" fmla="*/ 5 w 57"/>
                  <a:gd name="T3" fmla="*/ 4 h 58"/>
                  <a:gd name="T4" fmla="*/ 10 w 57"/>
                  <a:gd name="T5" fmla="*/ 11 h 58"/>
                  <a:gd name="T6" fmla="*/ 19 w 57"/>
                  <a:gd name="T7" fmla="*/ 12 h 58"/>
                  <a:gd name="T8" fmla="*/ 31 w 57"/>
                  <a:gd name="T9" fmla="*/ 24 h 58"/>
                  <a:gd name="T10" fmla="*/ 36 w 57"/>
                  <a:gd name="T11" fmla="*/ 32 h 58"/>
                  <a:gd name="T12" fmla="*/ 43 w 57"/>
                  <a:gd name="T13" fmla="*/ 32 h 58"/>
                  <a:gd name="T14" fmla="*/ 51 w 57"/>
                  <a:gd name="T15" fmla="*/ 34 h 58"/>
                  <a:gd name="T16" fmla="*/ 54 w 57"/>
                  <a:gd name="T17" fmla="*/ 47 h 58"/>
                  <a:gd name="T18" fmla="*/ 49 w 57"/>
                  <a:gd name="T19" fmla="*/ 53 h 58"/>
                  <a:gd name="T20" fmla="*/ 44 w 57"/>
                  <a:gd name="T21" fmla="*/ 57 h 58"/>
                  <a:gd name="T22" fmla="*/ 39 w 57"/>
                  <a:gd name="T23" fmla="*/ 56 h 58"/>
                  <a:gd name="T24" fmla="*/ 31 w 57"/>
                  <a:gd name="T25" fmla="*/ 56 h 58"/>
                  <a:gd name="T26" fmla="*/ 28 w 57"/>
                  <a:gd name="T27" fmla="*/ 56 h 58"/>
                  <a:gd name="T28" fmla="*/ 24 w 57"/>
                  <a:gd name="T29" fmla="*/ 53 h 58"/>
                  <a:gd name="T30" fmla="*/ 17 w 57"/>
                  <a:gd name="T31" fmla="*/ 44 h 58"/>
                  <a:gd name="T32" fmla="*/ 10 w 57"/>
                  <a:gd name="T33" fmla="*/ 40 h 58"/>
                  <a:gd name="T34" fmla="*/ 5 w 57"/>
                  <a:gd name="T35" fmla="*/ 36 h 58"/>
                  <a:gd name="T36" fmla="*/ 2 w 57"/>
                  <a:gd name="T37" fmla="*/ 33 h 58"/>
                  <a:gd name="T38" fmla="*/ 2 w 57"/>
                  <a:gd name="T39" fmla="*/ 28 h 58"/>
                  <a:gd name="T40" fmla="*/ 1 w 57"/>
                  <a:gd name="T41" fmla="*/ 22 h 58"/>
                  <a:gd name="T42" fmla="*/ 0 w 57"/>
                  <a:gd name="T43" fmla="*/ 1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7" h="58">
                    <a:moveTo>
                      <a:pt x="0" y="10"/>
                    </a:moveTo>
                    <a:cubicBezTo>
                      <a:pt x="0" y="7"/>
                      <a:pt x="1" y="0"/>
                      <a:pt x="5" y="4"/>
                    </a:cubicBezTo>
                    <a:cubicBezTo>
                      <a:pt x="7" y="6"/>
                      <a:pt x="7" y="9"/>
                      <a:pt x="10" y="11"/>
                    </a:cubicBezTo>
                    <a:cubicBezTo>
                      <a:pt x="12" y="13"/>
                      <a:pt x="16" y="12"/>
                      <a:pt x="19" y="12"/>
                    </a:cubicBezTo>
                    <a:cubicBezTo>
                      <a:pt x="27" y="12"/>
                      <a:pt x="28" y="18"/>
                      <a:pt x="31" y="24"/>
                    </a:cubicBezTo>
                    <a:cubicBezTo>
                      <a:pt x="32" y="26"/>
                      <a:pt x="33" y="31"/>
                      <a:pt x="36" y="32"/>
                    </a:cubicBezTo>
                    <a:cubicBezTo>
                      <a:pt x="38" y="32"/>
                      <a:pt x="41" y="32"/>
                      <a:pt x="43" y="32"/>
                    </a:cubicBezTo>
                    <a:cubicBezTo>
                      <a:pt x="46" y="32"/>
                      <a:pt x="49" y="33"/>
                      <a:pt x="51" y="34"/>
                    </a:cubicBezTo>
                    <a:cubicBezTo>
                      <a:pt x="56" y="37"/>
                      <a:pt x="57" y="43"/>
                      <a:pt x="54" y="47"/>
                    </a:cubicBezTo>
                    <a:cubicBezTo>
                      <a:pt x="52" y="49"/>
                      <a:pt x="50" y="51"/>
                      <a:pt x="49" y="53"/>
                    </a:cubicBezTo>
                    <a:cubicBezTo>
                      <a:pt x="47" y="55"/>
                      <a:pt x="46" y="56"/>
                      <a:pt x="44" y="57"/>
                    </a:cubicBezTo>
                    <a:cubicBezTo>
                      <a:pt x="42" y="58"/>
                      <a:pt x="41" y="57"/>
                      <a:pt x="39" y="56"/>
                    </a:cubicBezTo>
                    <a:cubicBezTo>
                      <a:pt x="36" y="56"/>
                      <a:pt x="34" y="56"/>
                      <a:pt x="31" y="56"/>
                    </a:cubicBezTo>
                    <a:cubicBezTo>
                      <a:pt x="30" y="56"/>
                      <a:pt x="29" y="56"/>
                      <a:pt x="28" y="56"/>
                    </a:cubicBezTo>
                    <a:cubicBezTo>
                      <a:pt x="26" y="55"/>
                      <a:pt x="25" y="54"/>
                      <a:pt x="24" y="53"/>
                    </a:cubicBezTo>
                    <a:cubicBezTo>
                      <a:pt x="21" y="51"/>
                      <a:pt x="19" y="47"/>
                      <a:pt x="17" y="44"/>
                    </a:cubicBezTo>
                    <a:cubicBezTo>
                      <a:pt x="15" y="43"/>
                      <a:pt x="13" y="41"/>
                      <a:pt x="10" y="40"/>
                    </a:cubicBezTo>
                    <a:cubicBezTo>
                      <a:pt x="8" y="39"/>
                      <a:pt x="6" y="38"/>
                      <a:pt x="5" y="36"/>
                    </a:cubicBezTo>
                    <a:cubicBezTo>
                      <a:pt x="4" y="35"/>
                      <a:pt x="3" y="34"/>
                      <a:pt x="2" y="33"/>
                    </a:cubicBezTo>
                    <a:cubicBezTo>
                      <a:pt x="1" y="32"/>
                      <a:pt x="2" y="30"/>
                      <a:pt x="2" y="28"/>
                    </a:cubicBezTo>
                    <a:cubicBezTo>
                      <a:pt x="1" y="26"/>
                      <a:pt x="1" y="24"/>
                      <a:pt x="1" y="22"/>
                    </a:cubicBezTo>
                    <a:cubicBezTo>
                      <a:pt x="0" y="18"/>
                      <a:pt x="0" y="14"/>
                      <a:pt x="0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07" name="Freeform 2007">
                <a:extLst>
                  <a:ext uri="{FF2B5EF4-FFF2-40B4-BE49-F238E27FC236}">
                    <a16:creationId xmlns:a16="http://schemas.microsoft.com/office/drawing/2014/main" id="{11752BDA-EDAC-4F7C-8AC3-E80B4390C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3951"/>
                <a:ext cx="299" cy="178"/>
              </a:xfrm>
              <a:custGeom>
                <a:avLst/>
                <a:gdLst>
                  <a:gd name="T0" fmla="*/ 337 w 733"/>
                  <a:gd name="T1" fmla="*/ 306 h 437"/>
                  <a:gd name="T2" fmla="*/ 394 w 733"/>
                  <a:gd name="T3" fmla="*/ 317 h 437"/>
                  <a:gd name="T4" fmla="*/ 430 w 733"/>
                  <a:gd name="T5" fmla="*/ 367 h 437"/>
                  <a:gd name="T6" fmla="*/ 457 w 733"/>
                  <a:gd name="T7" fmla="*/ 393 h 437"/>
                  <a:gd name="T8" fmla="*/ 498 w 733"/>
                  <a:gd name="T9" fmla="*/ 415 h 437"/>
                  <a:gd name="T10" fmla="*/ 521 w 733"/>
                  <a:gd name="T11" fmla="*/ 409 h 437"/>
                  <a:gd name="T12" fmla="*/ 555 w 733"/>
                  <a:gd name="T13" fmla="*/ 424 h 437"/>
                  <a:gd name="T14" fmla="*/ 575 w 733"/>
                  <a:gd name="T15" fmla="*/ 435 h 437"/>
                  <a:gd name="T16" fmla="*/ 584 w 733"/>
                  <a:gd name="T17" fmla="*/ 416 h 437"/>
                  <a:gd name="T18" fmla="*/ 595 w 733"/>
                  <a:gd name="T19" fmla="*/ 367 h 437"/>
                  <a:gd name="T20" fmla="*/ 625 w 733"/>
                  <a:gd name="T21" fmla="*/ 346 h 437"/>
                  <a:gd name="T22" fmla="*/ 630 w 733"/>
                  <a:gd name="T23" fmla="*/ 334 h 437"/>
                  <a:gd name="T24" fmla="*/ 611 w 733"/>
                  <a:gd name="T25" fmla="*/ 301 h 437"/>
                  <a:gd name="T26" fmla="*/ 615 w 733"/>
                  <a:gd name="T27" fmla="*/ 287 h 437"/>
                  <a:gd name="T28" fmla="*/ 591 w 733"/>
                  <a:gd name="T29" fmla="*/ 257 h 437"/>
                  <a:gd name="T30" fmla="*/ 584 w 733"/>
                  <a:gd name="T31" fmla="*/ 232 h 437"/>
                  <a:gd name="T32" fmla="*/ 595 w 733"/>
                  <a:gd name="T33" fmla="*/ 201 h 437"/>
                  <a:gd name="T34" fmla="*/ 611 w 733"/>
                  <a:gd name="T35" fmla="*/ 177 h 437"/>
                  <a:gd name="T36" fmla="*/ 636 w 733"/>
                  <a:gd name="T37" fmla="*/ 126 h 437"/>
                  <a:gd name="T38" fmla="*/ 709 w 733"/>
                  <a:gd name="T39" fmla="*/ 32 h 437"/>
                  <a:gd name="T40" fmla="*/ 653 w 733"/>
                  <a:gd name="T41" fmla="*/ 27 h 437"/>
                  <a:gd name="T42" fmla="*/ 614 w 733"/>
                  <a:gd name="T43" fmla="*/ 42 h 437"/>
                  <a:gd name="T44" fmla="*/ 535 w 733"/>
                  <a:gd name="T45" fmla="*/ 36 h 437"/>
                  <a:gd name="T46" fmla="*/ 506 w 733"/>
                  <a:gd name="T47" fmla="*/ 40 h 437"/>
                  <a:gd name="T48" fmla="*/ 438 w 733"/>
                  <a:gd name="T49" fmla="*/ 69 h 437"/>
                  <a:gd name="T50" fmla="*/ 382 w 733"/>
                  <a:gd name="T51" fmla="*/ 68 h 437"/>
                  <a:gd name="T52" fmla="*/ 335 w 733"/>
                  <a:gd name="T53" fmla="*/ 69 h 437"/>
                  <a:gd name="T54" fmla="*/ 296 w 733"/>
                  <a:gd name="T55" fmla="*/ 73 h 437"/>
                  <a:gd name="T56" fmla="*/ 247 w 733"/>
                  <a:gd name="T57" fmla="*/ 32 h 437"/>
                  <a:gd name="T58" fmla="*/ 218 w 733"/>
                  <a:gd name="T59" fmla="*/ 33 h 437"/>
                  <a:gd name="T60" fmla="*/ 201 w 733"/>
                  <a:gd name="T61" fmla="*/ 5 h 437"/>
                  <a:gd name="T62" fmla="*/ 168 w 733"/>
                  <a:gd name="T63" fmla="*/ 9 h 437"/>
                  <a:gd name="T64" fmla="*/ 146 w 733"/>
                  <a:gd name="T65" fmla="*/ 20 h 437"/>
                  <a:gd name="T66" fmla="*/ 106 w 733"/>
                  <a:gd name="T67" fmla="*/ 47 h 437"/>
                  <a:gd name="T68" fmla="*/ 75 w 733"/>
                  <a:gd name="T69" fmla="*/ 1 h 437"/>
                  <a:gd name="T70" fmla="*/ 39 w 733"/>
                  <a:gd name="T71" fmla="*/ 33 h 437"/>
                  <a:gd name="T72" fmla="*/ 2 w 733"/>
                  <a:gd name="T73" fmla="*/ 100 h 437"/>
                  <a:gd name="T74" fmla="*/ 28 w 733"/>
                  <a:gd name="T75" fmla="*/ 149 h 437"/>
                  <a:gd name="T76" fmla="*/ 84 w 733"/>
                  <a:gd name="T77" fmla="*/ 163 h 437"/>
                  <a:gd name="T78" fmla="*/ 147 w 733"/>
                  <a:gd name="T79" fmla="*/ 192 h 437"/>
                  <a:gd name="T80" fmla="*/ 187 w 733"/>
                  <a:gd name="T81" fmla="*/ 227 h 437"/>
                  <a:gd name="T82" fmla="*/ 223 w 733"/>
                  <a:gd name="T83" fmla="*/ 250 h 437"/>
                  <a:gd name="T84" fmla="*/ 280 w 733"/>
                  <a:gd name="T85" fmla="*/ 288 h 437"/>
                  <a:gd name="T86" fmla="*/ 312 w 733"/>
                  <a:gd name="T87" fmla="*/ 303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33" h="437">
                    <a:moveTo>
                      <a:pt x="312" y="303"/>
                    </a:moveTo>
                    <a:cubicBezTo>
                      <a:pt x="317" y="304"/>
                      <a:pt x="321" y="303"/>
                      <a:pt x="325" y="304"/>
                    </a:cubicBezTo>
                    <a:cubicBezTo>
                      <a:pt x="329" y="304"/>
                      <a:pt x="333" y="305"/>
                      <a:pt x="337" y="306"/>
                    </a:cubicBezTo>
                    <a:cubicBezTo>
                      <a:pt x="344" y="306"/>
                      <a:pt x="352" y="305"/>
                      <a:pt x="359" y="306"/>
                    </a:cubicBezTo>
                    <a:cubicBezTo>
                      <a:pt x="365" y="307"/>
                      <a:pt x="371" y="309"/>
                      <a:pt x="376" y="311"/>
                    </a:cubicBezTo>
                    <a:cubicBezTo>
                      <a:pt x="383" y="313"/>
                      <a:pt x="388" y="313"/>
                      <a:pt x="394" y="317"/>
                    </a:cubicBezTo>
                    <a:cubicBezTo>
                      <a:pt x="399" y="320"/>
                      <a:pt x="402" y="322"/>
                      <a:pt x="406" y="327"/>
                    </a:cubicBezTo>
                    <a:cubicBezTo>
                      <a:pt x="408" y="331"/>
                      <a:pt x="410" y="336"/>
                      <a:pt x="412" y="341"/>
                    </a:cubicBezTo>
                    <a:cubicBezTo>
                      <a:pt x="416" y="351"/>
                      <a:pt x="426" y="358"/>
                      <a:pt x="430" y="367"/>
                    </a:cubicBezTo>
                    <a:cubicBezTo>
                      <a:pt x="432" y="372"/>
                      <a:pt x="433" y="376"/>
                      <a:pt x="435" y="380"/>
                    </a:cubicBezTo>
                    <a:cubicBezTo>
                      <a:pt x="437" y="385"/>
                      <a:pt x="439" y="386"/>
                      <a:pt x="444" y="388"/>
                    </a:cubicBezTo>
                    <a:cubicBezTo>
                      <a:pt x="448" y="391"/>
                      <a:pt x="452" y="392"/>
                      <a:pt x="457" y="393"/>
                    </a:cubicBezTo>
                    <a:cubicBezTo>
                      <a:pt x="464" y="395"/>
                      <a:pt x="469" y="396"/>
                      <a:pt x="476" y="400"/>
                    </a:cubicBezTo>
                    <a:cubicBezTo>
                      <a:pt x="480" y="403"/>
                      <a:pt x="483" y="405"/>
                      <a:pt x="486" y="409"/>
                    </a:cubicBezTo>
                    <a:cubicBezTo>
                      <a:pt x="490" y="414"/>
                      <a:pt x="491" y="416"/>
                      <a:pt x="498" y="415"/>
                    </a:cubicBezTo>
                    <a:cubicBezTo>
                      <a:pt x="502" y="415"/>
                      <a:pt x="507" y="415"/>
                      <a:pt x="512" y="414"/>
                    </a:cubicBezTo>
                    <a:cubicBezTo>
                      <a:pt x="513" y="414"/>
                      <a:pt x="516" y="415"/>
                      <a:pt x="518" y="414"/>
                    </a:cubicBezTo>
                    <a:cubicBezTo>
                      <a:pt x="519" y="413"/>
                      <a:pt x="519" y="410"/>
                      <a:pt x="521" y="409"/>
                    </a:cubicBezTo>
                    <a:cubicBezTo>
                      <a:pt x="524" y="408"/>
                      <a:pt x="528" y="411"/>
                      <a:pt x="531" y="413"/>
                    </a:cubicBezTo>
                    <a:cubicBezTo>
                      <a:pt x="534" y="415"/>
                      <a:pt x="538" y="416"/>
                      <a:pt x="542" y="416"/>
                    </a:cubicBezTo>
                    <a:cubicBezTo>
                      <a:pt x="548" y="416"/>
                      <a:pt x="550" y="422"/>
                      <a:pt x="555" y="424"/>
                    </a:cubicBezTo>
                    <a:cubicBezTo>
                      <a:pt x="556" y="424"/>
                      <a:pt x="557" y="423"/>
                      <a:pt x="558" y="424"/>
                    </a:cubicBezTo>
                    <a:cubicBezTo>
                      <a:pt x="563" y="425"/>
                      <a:pt x="564" y="430"/>
                      <a:pt x="566" y="433"/>
                    </a:cubicBezTo>
                    <a:cubicBezTo>
                      <a:pt x="568" y="436"/>
                      <a:pt x="572" y="437"/>
                      <a:pt x="575" y="435"/>
                    </a:cubicBezTo>
                    <a:cubicBezTo>
                      <a:pt x="576" y="434"/>
                      <a:pt x="577" y="432"/>
                      <a:pt x="578" y="431"/>
                    </a:cubicBezTo>
                    <a:cubicBezTo>
                      <a:pt x="580" y="430"/>
                      <a:pt x="582" y="430"/>
                      <a:pt x="584" y="429"/>
                    </a:cubicBezTo>
                    <a:cubicBezTo>
                      <a:pt x="588" y="427"/>
                      <a:pt x="585" y="420"/>
                      <a:pt x="584" y="416"/>
                    </a:cubicBezTo>
                    <a:cubicBezTo>
                      <a:pt x="583" y="412"/>
                      <a:pt x="583" y="408"/>
                      <a:pt x="581" y="404"/>
                    </a:cubicBezTo>
                    <a:cubicBezTo>
                      <a:pt x="578" y="395"/>
                      <a:pt x="581" y="385"/>
                      <a:pt x="587" y="378"/>
                    </a:cubicBezTo>
                    <a:cubicBezTo>
                      <a:pt x="589" y="374"/>
                      <a:pt x="592" y="371"/>
                      <a:pt x="595" y="367"/>
                    </a:cubicBezTo>
                    <a:cubicBezTo>
                      <a:pt x="597" y="364"/>
                      <a:pt x="599" y="359"/>
                      <a:pt x="602" y="357"/>
                    </a:cubicBezTo>
                    <a:cubicBezTo>
                      <a:pt x="605" y="355"/>
                      <a:pt x="609" y="353"/>
                      <a:pt x="612" y="352"/>
                    </a:cubicBezTo>
                    <a:cubicBezTo>
                      <a:pt x="617" y="350"/>
                      <a:pt x="621" y="350"/>
                      <a:pt x="625" y="346"/>
                    </a:cubicBezTo>
                    <a:cubicBezTo>
                      <a:pt x="626" y="344"/>
                      <a:pt x="626" y="342"/>
                      <a:pt x="628" y="342"/>
                    </a:cubicBezTo>
                    <a:cubicBezTo>
                      <a:pt x="630" y="341"/>
                      <a:pt x="632" y="342"/>
                      <a:pt x="634" y="342"/>
                    </a:cubicBezTo>
                    <a:cubicBezTo>
                      <a:pt x="638" y="339"/>
                      <a:pt x="632" y="335"/>
                      <a:pt x="630" y="334"/>
                    </a:cubicBezTo>
                    <a:cubicBezTo>
                      <a:pt x="624" y="328"/>
                      <a:pt x="631" y="319"/>
                      <a:pt x="624" y="314"/>
                    </a:cubicBezTo>
                    <a:cubicBezTo>
                      <a:pt x="621" y="312"/>
                      <a:pt x="614" y="314"/>
                      <a:pt x="612" y="311"/>
                    </a:cubicBezTo>
                    <a:cubicBezTo>
                      <a:pt x="610" y="307"/>
                      <a:pt x="616" y="304"/>
                      <a:pt x="611" y="301"/>
                    </a:cubicBezTo>
                    <a:cubicBezTo>
                      <a:pt x="606" y="299"/>
                      <a:pt x="607" y="298"/>
                      <a:pt x="607" y="293"/>
                    </a:cubicBezTo>
                    <a:cubicBezTo>
                      <a:pt x="606" y="290"/>
                      <a:pt x="604" y="284"/>
                      <a:pt x="608" y="284"/>
                    </a:cubicBezTo>
                    <a:cubicBezTo>
                      <a:pt x="611" y="284"/>
                      <a:pt x="613" y="286"/>
                      <a:pt x="615" y="287"/>
                    </a:cubicBezTo>
                    <a:cubicBezTo>
                      <a:pt x="622" y="280"/>
                      <a:pt x="616" y="273"/>
                      <a:pt x="610" y="267"/>
                    </a:cubicBezTo>
                    <a:cubicBezTo>
                      <a:pt x="606" y="263"/>
                      <a:pt x="603" y="265"/>
                      <a:pt x="599" y="265"/>
                    </a:cubicBezTo>
                    <a:cubicBezTo>
                      <a:pt x="593" y="264"/>
                      <a:pt x="595" y="259"/>
                      <a:pt x="591" y="257"/>
                    </a:cubicBezTo>
                    <a:cubicBezTo>
                      <a:pt x="589" y="256"/>
                      <a:pt x="587" y="257"/>
                      <a:pt x="585" y="255"/>
                    </a:cubicBezTo>
                    <a:cubicBezTo>
                      <a:pt x="584" y="254"/>
                      <a:pt x="584" y="251"/>
                      <a:pt x="584" y="249"/>
                    </a:cubicBezTo>
                    <a:cubicBezTo>
                      <a:pt x="583" y="243"/>
                      <a:pt x="585" y="238"/>
                      <a:pt x="584" y="232"/>
                    </a:cubicBezTo>
                    <a:cubicBezTo>
                      <a:pt x="583" y="227"/>
                      <a:pt x="580" y="221"/>
                      <a:pt x="583" y="216"/>
                    </a:cubicBezTo>
                    <a:cubicBezTo>
                      <a:pt x="584" y="212"/>
                      <a:pt x="590" y="212"/>
                      <a:pt x="592" y="208"/>
                    </a:cubicBezTo>
                    <a:cubicBezTo>
                      <a:pt x="593" y="206"/>
                      <a:pt x="593" y="204"/>
                      <a:pt x="595" y="201"/>
                    </a:cubicBezTo>
                    <a:cubicBezTo>
                      <a:pt x="597" y="199"/>
                      <a:pt x="600" y="197"/>
                      <a:pt x="602" y="194"/>
                    </a:cubicBezTo>
                    <a:cubicBezTo>
                      <a:pt x="604" y="192"/>
                      <a:pt x="605" y="188"/>
                      <a:pt x="607" y="185"/>
                    </a:cubicBezTo>
                    <a:cubicBezTo>
                      <a:pt x="608" y="182"/>
                      <a:pt x="610" y="179"/>
                      <a:pt x="611" y="177"/>
                    </a:cubicBezTo>
                    <a:cubicBezTo>
                      <a:pt x="612" y="175"/>
                      <a:pt x="613" y="174"/>
                      <a:pt x="613" y="172"/>
                    </a:cubicBezTo>
                    <a:cubicBezTo>
                      <a:pt x="612" y="168"/>
                      <a:pt x="613" y="164"/>
                      <a:pt x="613" y="160"/>
                    </a:cubicBezTo>
                    <a:cubicBezTo>
                      <a:pt x="616" y="145"/>
                      <a:pt x="626" y="137"/>
                      <a:pt x="636" y="126"/>
                    </a:cubicBezTo>
                    <a:cubicBezTo>
                      <a:pt x="647" y="114"/>
                      <a:pt x="656" y="100"/>
                      <a:pt x="668" y="88"/>
                    </a:cubicBezTo>
                    <a:cubicBezTo>
                      <a:pt x="680" y="76"/>
                      <a:pt x="695" y="69"/>
                      <a:pt x="702" y="52"/>
                    </a:cubicBezTo>
                    <a:cubicBezTo>
                      <a:pt x="704" y="45"/>
                      <a:pt x="705" y="37"/>
                      <a:pt x="709" y="32"/>
                    </a:cubicBezTo>
                    <a:cubicBezTo>
                      <a:pt x="713" y="27"/>
                      <a:pt x="719" y="25"/>
                      <a:pt x="723" y="20"/>
                    </a:cubicBezTo>
                    <a:cubicBezTo>
                      <a:pt x="733" y="8"/>
                      <a:pt x="701" y="7"/>
                      <a:pt x="695" y="8"/>
                    </a:cubicBezTo>
                    <a:cubicBezTo>
                      <a:pt x="680" y="11"/>
                      <a:pt x="669" y="26"/>
                      <a:pt x="653" y="27"/>
                    </a:cubicBezTo>
                    <a:cubicBezTo>
                      <a:pt x="646" y="28"/>
                      <a:pt x="642" y="24"/>
                      <a:pt x="637" y="19"/>
                    </a:cubicBezTo>
                    <a:cubicBezTo>
                      <a:pt x="633" y="15"/>
                      <a:pt x="631" y="17"/>
                      <a:pt x="628" y="22"/>
                    </a:cubicBezTo>
                    <a:cubicBezTo>
                      <a:pt x="624" y="29"/>
                      <a:pt x="621" y="37"/>
                      <a:pt x="614" y="42"/>
                    </a:cubicBezTo>
                    <a:cubicBezTo>
                      <a:pt x="608" y="47"/>
                      <a:pt x="600" y="47"/>
                      <a:pt x="593" y="45"/>
                    </a:cubicBezTo>
                    <a:cubicBezTo>
                      <a:pt x="581" y="42"/>
                      <a:pt x="571" y="32"/>
                      <a:pt x="558" y="32"/>
                    </a:cubicBezTo>
                    <a:cubicBezTo>
                      <a:pt x="550" y="31"/>
                      <a:pt x="543" y="34"/>
                      <a:pt x="535" y="36"/>
                    </a:cubicBezTo>
                    <a:cubicBezTo>
                      <a:pt x="532" y="37"/>
                      <a:pt x="528" y="39"/>
                      <a:pt x="525" y="37"/>
                    </a:cubicBezTo>
                    <a:cubicBezTo>
                      <a:pt x="522" y="36"/>
                      <a:pt x="521" y="34"/>
                      <a:pt x="517" y="35"/>
                    </a:cubicBezTo>
                    <a:cubicBezTo>
                      <a:pt x="513" y="35"/>
                      <a:pt x="509" y="37"/>
                      <a:pt x="506" y="40"/>
                    </a:cubicBezTo>
                    <a:cubicBezTo>
                      <a:pt x="502" y="46"/>
                      <a:pt x="499" y="58"/>
                      <a:pt x="491" y="60"/>
                    </a:cubicBezTo>
                    <a:cubicBezTo>
                      <a:pt x="482" y="61"/>
                      <a:pt x="472" y="59"/>
                      <a:pt x="464" y="59"/>
                    </a:cubicBezTo>
                    <a:cubicBezTo>
                      <a:pt x="454" y="60"/>
                      <a:pt x="446" y="65"/>
                      <a:pt x="438" y="69"/>
                    </a:cubicBezTo>
                    <a:cubicBezTo>
                      <a:pt x="433" y="71"/>
                      <a:pt x="427" y="71"/>
                      <a:pt x="422" y="71"/>
                    </a:cubicBezTo>
                    <a:cubicBezTo>
                      <a:pt x="417" y="71"/>
                      <a:pt x="413" y="71"/>
                      <a:pt x="408" y="71"/>
                    </a:cubicBezTo>
                    <a:cubicBezTo>
                      <a:pt x="399" y="71"/>
                      <a:pt x="389" y="73"/>
                      <a:pt x="382" y="68"/>
                    </a:cubicBezTo>
                    <a:cubicBezTo>
                      <a:pt x="376" y="65"/>
                      <a:pt x="367" y="61"/>
                      <a:pt x="361" y="61"/>
                    </a:cubicBezTo>
                    <a:cubicBezTo>
                      <a:pt x="356" y="61"/>
                      <a:pt x="351" y="62"/>
                      <a:pt x="346" y="63"/>
                    </a:cubicBezTo>
                    <a:cubicBezTo>
                      <a:pt x="342" y="64"/>
                      <a:pt x="339" y="67"/>
                      <a:pt x="335" y="69"/>
                    </a:cubicBezTo>
                    <a:cubicBezTo>
                      <a:pt x="330" y="71"/>
                      <a:pt x="325" y="71"/>
                      <a:pt x="321" y="71"/>
                    </a:cubicBezTo>
                    <a:cubicBezTo>
                      <a:pt x="316" y="72"/>
                      <a:pt x="311" y="74"/>
                      <a:pt x="307" y="75"/>
                    </a:cubicBezTo>
                    <a:cubicBezTo>
                      <a:pt x="303" y="75"/>
                      <a:pt x="299" y="75"/>
                      <a:pt x="296" y="73"/>
                    </a:cubicBezTo>
                    <a:cubicBezTo>
                      <a:pt x="285" y="68"/>
                      <a:pt x="273" y="63"/>
                      <a:pt x="263" y="55"/>
                    </a:cubicBezTo>
                    <a:cubicBezTo>
                      <a:pt x="261" y="53"/>
                      <a:pt x="260" y="51"/>
                      <a:pt x="258" y="49"/>
                    </a:cubicBezTo>
                    <a:cubicBezTo>
                      <a:pt x="254" y="44"/>
                      <a:pt x="256" y="30"/>
                      <a:pt x="247" y="32"/>
                    </a:cubicBezTo>
                    <a:cubicBezTo>
                      <a:pt x="243" y="33"/>
                      <a:pt x="243" y="37"/>
                      <a:pt x="240" y="38"/>
                    </a:cubicBezTo>
                    <a:cubicBezTo>
                      <a:pt x="236" y="39"/>
                      <a:pt x="232" y="37"/>
                      <a:pt x="229" y="36"/>
                    </a:cubicBezTo>
                    <a:cubicBezTo>
                      <a:pt x="226" y="36"/>
                      <a:pt x="220" y="35"/>
                      <a:pt x="218" y="33"/>
                    </a:cubicBezTo>
                    <a:cubicBezTo>
                      <a:pt x="216" y="30"/>
                      <a:pt x="214" y="23"/>
                      <a:pt x="214" y="20"/>
                    </a:cubicBezTo>
                    <a:cubicBezTo>
                      <a:pt x="213" y="17"/>
                      <a:pt x="213" y="15"/>
                      <a:pt x="212" y="12"/>
                    </a:cubicBezTo>
                    <a:cubicBezTo>
                      <a:pt x="210" y="6"/>
                      <a:pt x="207" y="5"/>
                      <a:pt x="201" y="5"/>
                    </a:cubicBezTo>
                    <a:cubicBezTo>
                      <a:pt x="196" y="4"/>
                      <a:pt x="191" y="4"/>
                      <a:pt x="186" y="5"/>
                    </a:cubicBezTo>
                    <a:cubicBezTo>
                      <a:pt x="181" y="7"/>
                      <a:pt x="179" y="15"/>
                      <a:pt x="174" y="11"/>
                    </a:cubicBezTo>
                    <a:cubicBezTo>
                      <a:pt x="172" y="9"/>
                      <a:pt x="171" y="9"/>
                      <a:pt x="168" y="9"/>
                    </a:cubicBezTo>
                    <a:cubicBezTo>
                      <a:pt x="165" y="8"/>
                      <a:pt x="163" y="8"/>
                      <a:pt x="160" y="8"/>
                    </a:cubicBezTo>
                    <a:cubicBezTo>
                      <a:pt x="156" y="7"/>
                      <a:pt x="147" y="8"/>
                      <a:pt x="146" y="11"/>
                    </a:cubicBezTo>
                    <a:cubicBezTo>
                      <a:pt x="145" y="14"/>
                      <a:pt x="146" y="17"/>
                      <a:pt x="146" y="20"/>
                    </a:cubicBezTo>
                    <a:cubicBezTo>
                      <a:pt x="147" y="24"/>
                      <a:pt x="146" y="27"/>
                      <a:pt x="144" y="31"/>
                    </a:cubicBezTo>
                    <a:cubicBezTo>
                      <a:pt x="142" y="37"/>
                      <a:pt x="131" y="39"/>
                      <a:pt x="125" y="41"/>
                    </a:cubicBezTo>
                    <a:cubicBezTo>
                      <a:pt x="118" y="44"/>
                      <a:pt x="114" y="48"/>
                      <a:pt x="106" y="47"/>
                    </a:cubicBezTo>
                    <a:cubicBezTo>
                      <a:pt x="99" y="45"/>
                      <a:pt x="95" y="37"/>
                      <a:pt x="90" y="31"/>
                    </a:cubicBezTo>
                    <a:cubicBezTo>
                      <a:pt x="86" y="27"/>
                      <a:pt x="83" y="23"/>
                      <a:pt x="82" y="17"/>
                    </a:cubicBezTo>
                    <a:cubicBezTo>
                      <a:pt x="81" y="13"/>
                      <a:pt x="80" y="2"/>
                      <a:pt x="75" y="1"/>
                    </a:cubicBezTo>
                    <a:cubicBezTo>
                      <a:pt x="70" y="0"/>
                      <a:pt x="69" y="10"/>
                      <a:pt x="68" y="13"/>
                    </a:cubicBezTo>
                    <a:cubicBezTo>
                      <a:pt x="66" y="19"/>
                      <a:pt x="61" y="21"/>
                      <a:pt x="56" y="24"/>
                    </a:cubicBezTo>
                    <a:cubicBezTo>
                      <a:pt x="51" y="27"/>
                      <a:pt x="46" y="32"/>
                      <a:pt x="39" y="33"/>
                    </a:cubicBezTo>
                    <a:cubicBezTo>
                      <a:pt x="33" y="34"/>
                      <a:pt x="27" y="32"/>
                      <a:pt x="22" y="38"/>
                    </a:cubicBezTo>
                    <a:cubicBezTo>
                      <a:pt x="10" y="50"/>
                      <a:pt x="14" y="68"/>
                      <a:pt x="10" y="83"/>
                    </a:cubicBezTo>
                    <a:cubicBezTo>
                      <a:pt x="9" y="90"/>
                      <a:pt x="4" y="94"/>
                      <a:pt x="2" y="100"/>
                    </a:cubicBezTo>
                    <a:cubicBezTo>
                      <a:pt x="0" y="106"/>
                      <a:pt x="2" y="114"/>
                      <a:pt x="3" y="120"/>
                    </a:cubicBezTo>
                    <a:cubicBezTo>
                      <a:pt x="3" y="126"/>
                      <a:pt x="2" y="135"/>
                      <a:pt x="8" y="138"/>
                    </a:cubicBezTo>
                    <a:cubicBezTo>
                      <a:pt x="15" y="142"/>
                      <a:pt x="22" y="142"/>
                      <a:pt x="28" y="149"/>
                    </a:cubicBezTo>
                    <a:cubicBezTo>
                      <a:pt x="33" y="154"/>
                      <a:pt x="35" y="164"/>
                      <a:pt x="42" y="166"/>
                    </a:cubicBezTo>
                    <a:cubicBezTo>
                      <a:pt x="49" y="169"/>
                      <a:pt x="58" y="164"/>
                      <a:pt x="65" y="162"/>
                    </a:cubicBezTo>
                    <a:cubicBezTo>
                      <a:pt x="72" y="160"/>
                      <a:pt x="77" y="161"/>
                      <a:pt x="84" y="163"/>
                    </a:cubicBezTo>
                    <a:cubicBezTo>
                      <a:pt x="92" y="165"/>
                      <a:pt x="101" y="166"/>
                      <a:pt x="109" y="170"/>
                    </a:cubicBezTo>
                    <a:cubicBezTo>
                      <a:pt x="116" y="174"/>
                      <a:pt x="119" y="181"/>
                      <a:pt x="125" y="187"/>
                    </a:cubicBezTo>
                    <a:cubicBezTo>
                      <a:pt x="131" y="192"/>
                      <a:pt x="140" y="190"/>
                      <a:pt x="147" y="192"/>
                    </a:cubicBezTo>
                    <a:cubicBezTo>
                      <a:pt x="156" y="195"/>
                      <a:pt x="161" y="202"/>
                      <a:pt x="166" y="208"/>
                    </a:cubicBezTo>
                    <a:cubicBezTo>
                      <a:pt x="170" y="212"/>
                      <a:pt x="175" y="214"/>
                      <a:pt x="179" y="218"/>
                    </a:cubicBezTo>
                    <a:cubicBezTo>
                      <a:pt x="182" y="220"/>
                      <a:pt x="185" y="223"/>
                      <a:pt x="187" y="227"/>
                    </a:cubicBezTo>
                    <a:cubicBezTo>
                      <a:pt x="191" y="231"/>
                      <a:pt x="193" y="234"/>
                      <a:pt x="198" y="236"/>
                    </a:cubicBezTo>
                    <a:cubicBezTo>
                      <a:pt x="203" y="239"/>
                      <a:pt x="207" y="241"/>
                      <a:pt x="211" y="244"/>
                    </a:cubicBezTo>
                    <a:cubicBezTo>
                      <a:pt x="215" y="248"/>
                      <a:pt x="219" y="249"/>
                      <a:pt x="223" y="250"/>
                    </a:cubicBezTo>
                    <a:cubicBezTo>
                      <a:pt x="230" y="252"/>
                      <a:pt x="236" y="251"/>
                      <a:pt x="242" y="254"/>
                    </a:cubicBezTo>
                    <a:cubicBezTo>
                      <a:pt x="247" y="257"/>
                      <a:pt x="249" y="264"/>
                      <a:pt x="252" y="268"/>
                    </a:cubicBezTo>
                    <a:cubicBezTo>
                      <a:pt x="259" y="277"/>
                      <a:pt x="269" y="285"/>
                      <a:pt x="280" y="288"/>
                    </a:cubicBezTo>
                    <a:cubicBezTo>
                      <a:pt x="284" y="289"/>
                      <a:pt x="289" y="291"/>
                      <a:pt x="293" y="292"/>
                    </a:cubicBezTo>
                    <a:cubicBezTo>
                      <a:pt x="297" y="294"/>
                      <a:pt x="300" y="295"/>
                      <a:pt x="303" y="297"/>
                    </a:cubicBezTo>
                    <a:cubicBezTo>
                      <a:pt x="306" y="299"/>
                      <a:pt x="309" y="302"/>
                      <a:pt x="312" y="30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08" name="Freeform 2008">
                <a:extLst>
                  <a:ext uri="{FF2B5EF4-FFF2-40B4-BE49-F238E27FC236}">
                    <a16:creationId xmlns:a16="http://schemas.microsoft.com/office/drawing/2014/main" id="{4C20E5FB-404F-42ED-BE19-6E8E7FDF6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4224"/>
                <a:ext cx="10" cy="4"/>
              </a:xfrm>
              <a:custGeom>
                <a:avLst/>
                <a:gdLst>
                  <a:gd name="T0" fmla="*/ 0 w 25"/>
                  <a:gd name="T1" fmla="*/ 4 h 10"/>
                  <a:gd name="T2" fmla="*/ 5 w 25"/>
                  <a:gd name="T3" fmla="*/ 0 h 10"/>
                  <a:gd name="T4" fmla="*/ 10 w 25"/>
                  <a:gd name="T5" fmla="*/ 0 h 10"/>
                  <a:gd name="T6" fmla="*/ 20 w 25"/>
                  <a:gd name="T7" fmla="*/ 3 h 10"/>
                  <a:gd name="T8" fmla="*/ 23 w 25"/>
                  <a:gd name="T9" fmla="*/ 8 h 10"/>
                  <a:gd name="T10" fmla="*/ 15 w 25"/>
                  <a:gd name="T11" fmla="*/ 9 h 10"/>
                  <a:gd name="T12" fmla="*/ 6 w 25"/>
                  <a:gd name="T13" fmla="*/ 6 h 10"/>
                  <a:gd name="T14" fmla="*/ 0 w 25"/>
                  <a:gd name="T1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0">
                    <a:moveTo>
                      <a:pt x="0" y="4"/>
                    </a:moveTo>
                    <a:cubicBezTo>
                      <a:pt x="0" y="2"/>
                      <a:pt x="4" y="1"/>
                      <a:pt x="5" y="0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3"/>
                    </a:cubicBezTo>
                    <a:cubicBezTo>
                      <a:pt x="22" y="4"/>
                      <a:pt x="25" y="6"/>
                      <a:pt x="23" y="8"/>
                    </a:cubicBezTo>
                    <a:cubicBezTo>
                      <a:pt x="22" y="10"/>
                      <a:pt x="18" y="10"/>
                      <a:pt x="15" y="9"/>
                    </a:cubicBezTo>
                    <a:cubicBezTo>
                      <a:pt x="12" y="8"/>
                      <a:pt x="10" y="7"/>
                      <a:pt x="6" y="6"/>
                    </a:cubicBezTo>
                    <a:cubicBezTo>
                      <a:pt x="4" y="6"/>
                      <a:pt x="0" y="6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09" name="Freeform 2009">
                <a:extLst>
                  <a:ext uri="{FF2B5EF4-FFF2-40B4-BE49-F238E27FC236}">
                    <a16:creationId xmlns:a16="http://schemas.microsoft.com/office/drawing/2014/main" id="{A32DE20C-DE23-4D0F-97B0-601CA28A7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4198"/>
                <a:ext cx="3" cy="4"/>
              </a:xfrm>
              <a:custGeom>
                <a:avLst/>
                <a:gdLst>
                  <a:gd name="T0" fmla="*/ 7 w 8"/>
                  <a:gd name="T1" fmla="*/ 4 h 9"/>
                  <a:gd name="T2" fmla="*/ 6 w 8"/>
                  <a:gd name="T3" fmla="*/ 5 h 9"/>
                  <a:gd name="T4" fmla="*/ 1 w 8"/>
                  <a:gd name="T5" fmla="*/ 3 h 9"/>
                  <a:gd name="T6" fmla="*/ 7 w 8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7" y="4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5" y="9"/>
                      <a:pt x="0" y="7"/>
                      <a:pt x="1" y="3"/>
                    </a:cubicBezTo>
                    <a:cubicBezTo>
                      <a:pt x="3" y="0"/>
                      <a:pt x="8" y="0"/>
                      <a:pt x="7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10" name="Freeform 2010">
                <a:extLst>
                  <a:ext uri="{FF2B5EF4-FFF2-40B4-BE49-F238E27FC236}">
                    <a16:creationId xmlns:a16="http://schemas.microsoft.com/office/drawing/2014/main" id="{D37F105B-3B75-4DF9-AD49-1F6FA74D7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4094"/>
                <a:ext cx="15" cy="11"/>
              </a:xfrm>
              <a:custGeom>
                <a:avLst/>
                <a:gdLst>
                  <a:gd name="T0" fmla="*/ 28 w 37"/>
                  <a:gd name="T1" fmla="*/ 5 h 26"/>
                  <a:gd name="T2" fmla="*/ 36 w 37"/>
                  <a:gd name="T3" fmla="*/ 15 h 26"/>
                  <a:gd name="T4" fmla="*/ 29 w 37"/>
                  <a:gd name="T5" fmla="*/ 23 h 26"/>
                  <a:gd name="T6" fmla="*/ 21 w 37"/>
                  <a:gd name="T7" fmla="*/ 23 h 26"/>
                  <a:gd name="T8" fmla="*/ 14 w 37"/>
                  <a:gd name="T9" fmla="*/ 18 h 26"/>
                  <a:gd name="T10" fmla="*/ 13 w 37"/>
                  <a:gd name="T11" fmla="*/ 17 h 26"/>
                  <a:gd name="T12" fmla="*/ 9 w 37"/>
                  <a:gd name="T13" fmla="*/ 13 h 26"/>
                  <a:gd name="T14" fmla="*/ 4 w 37"/>
                  <a:gd name="T15" fmla="*/ 7 h 26"/>
                  <a:gd name="T16" fmla="*/ 11 w 37"/>
                  <a:gd name="T17" fmla="*/ 0 h 26"/>
                  <a:gd name="T18" fmla="*/ 28 w 37"/>
                  <a:gd name="T1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26">
                    <a:moveTo>
                      <a:pt x="28" y="5"/>
                    </a:moveTo>
                    <a:cubicBezTo>
                      <a:pt x="31" y="8"/>
                      <a:pt x="37" y="11"/>
                      <a:pt x="36" y="15"/>
                    </a:cubicBezTo>
                    <a:cubicBezTo>
                      <a:pt x="36" y="19"/>
                      <a:pt x="31" y="21"/>
                      <a:pt x="29" y="23"/>
                    </a:cubicBezTo>
                    <a:cubicBezTo>
                      <a:pt x="25" y="26"/>
                      <a:pt x="25" y="26"/>
                      <a:pt x="21" y="23"/>
                    </a:cubicBezTo>
                    <a:cubicBezTo>
                      <a:pt x="18" y="22"/>
                      <a:pt x="16" y="20"/>
                      <a:pt x="14" y="18"/>
                    </a:cubicBezTo>
                    <a:cubicBezTo>
                      <a:pt x="14" y="18"/>
                      <a:pt x="14" y="17"/>
                      <a:pt x="13" y="17"/>
                    </a:cubicBezTo>
                    <a:cubicBezTo>
                      <a:pt x="12" y="16"/>
                      <a:pt x="10" y="14"/>
                      <a:pt x="9" y="13"/>
                    </a:cubicBezTo>
                    <a:cubicBezTo>
                      <a:pt x="7" y="11"/>
                      <a:pt x="5" y="10"/>
                      <a:pt x="4" y="7"/>
                    </a:cubicBezTo>
                    <a:cubicBezTo>
                      <a:pt x="0" y="2"/>
                      <a:pt x="7" y="1"/>
                      <a:pt x="11" y="0"/>
                    </a:cubicBezTo>
                    <a:cubicBezTo>
                      <a:pt x="18" y="0"/>
                      <a:pt x="23" y="0"/>
                      <a:pt x="28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11" name="Freeform 2011">
                <a:extLst>
                  <a:ext uri="{FF2B5EF4-FFF2-40B4-BE49-F238E27FC236}">
                    <a16:creationId xmlns:a16="http://schemas.microsoft.com/office/drawing/2014/main" id="{E36AF58E-3914-41C2-BC7D-48FAE6FB9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3969"/>
                <a:ext cx="5" cy="6"/>
              </a:xfrm>
              <a:custGeom>
                <a:avLst/>
                <a:gdLst>
                  <a:gd name="T0" fmla="*/ 2 w 14"/>
                  <a:gd name="T1" fmla="*/ 8 h 16"/>
                  <a:gd name="T2" fmla="*/ 1 w 14"/>
                  <a:gd name="T3" fmla="*/ 6 h 16"/>
                  <a:gd name="T4" fmla="*/ 5 w 14"/>
                  <a:gd name="T5" fmla="*/ 1 h 16"/>
                  <a:gd name="T6" fmla="*/ 9 w 14"/>
                  <a:gd name="T7" fmla="*/ 1 h 16"/>
                  <a:gd name="T8" fmla="*/ 11 w 14"/>
                  <a:gd name="T9" fmla="*/ 6 h 16"/>
                  <a:gd name="T10" fmla="*/ 13 w 14"/>
                  <a:gd name="T11" fmla="*/ 11 h 16"/>
                  <a:gd name="T12" fmla="*/ 2 w 14"/>
                  <a:gd name="T13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2" y="8"/>
                    </a:moveTo>
                    <a:cubicBezTo>
                      <a:pt x="1" y="7"/>
                      <a:pt x="1" y="7"/>
                      <a:pt x="1" y="6"/>
                    </a:cubicBezTo>
                    <a:cubicBezTo>
                      <a:pt x="0" y="3"/>
                      <a:pt x="2" y="2"/>
                      <a:pt x="5" y="1"/>
                    </a:cubicBezTo>
                    <a:cubicBezTo>
                      <a:pt x="6" y="0"/>
                      <a:pt x="8" y="0"/>
                      <a:pt x="9" y="1"/>
                    </a:cubicBezTo>
                    <a:cubicBezTo>
                      <a:pt x="10" y="3"/>
                      <a:pt x="10" y="5"/>
                      <a:pt x="11" y="6"/>
                    </a:cubicBezTo>
                    <a:cubicBezTo>
                      <a:pt x="11" y="8"/>
                      <a:pt x="14" y="9"/>
                      <a:pt x="13" y="11"/>
                    </a:cubicBezTo>
                    <a:cubicBezTo>
                      <a:pt x="13" y="16"/>
                      <a:pt x="3" y="10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12" name="Freeform 2012">
                <a:extLst>
                  <a:ext uri="{FF2B5EF4-FFF2-40B4-BE49-F238E27FC236}">
                    <a16:creationId xmlns:a16="http://schemas.microsoft.com/office/drawing/2014/main" id="{ADCED520-F7E1-45AC-A2B8-BC79B1CA6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974"/>
                <a:ext cx="10" cy="6"/>
              </a:xfrm>
              <a:custGeom>
                <a:avLst/>
                <a:gdLst>
                  <a:gd name="T0" fmla="*/ 3 w 25"/>
                  <a:gd name="T1" fmla="*/ 1 h 16"/>
                  <a:gd name="T2" fmla="*/ 10 w 25"/>
                  <a:gd name="T3" fmla="*/ 1 h 16"/>
                  <a:gd name="T4" fmla="*/ 15 w 25"/>
                  <a:gd name="T5" fmla="*/ 6 h 16"/>
                  <a:gd name="T6" fmla="*/ 19 w 25"/>
                  <a:gd name="T7" fmla="*/ 7 h 16"/>
                  <a:gd name="T8" fmla="*/ 23 w 25"/>
                  <a:gd name="T9" fmla="*/ 11 h 16"/>
                  <a:gd name="T10" fmla="*/ 21 w 25"/>
                  <a:gd name="T11" fmla="*/ 15 h 16"/>
                  <a:gd name="T12" fmla="*/ 16 w 25"/>
                  <a:gd name="T13" fmla="*/ 12 h 16"/>
                  <a:gd name="T14" fmla="*/ 9 w 25"/>
                  <a:gd name="T15" fmla="*/ 9 h 16"/>
                  <a:gd name="T16" fmla="*/ 2 w 25"/>
                  <a:gd name="T17" fmla="*/ 7 h 16"/>
                  <a:gd name="T18" fmla="*/ 3 w 25"/>
                  <a:gd name="T1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6">
                    <a:moveTo>
                      <a:pt x="3" y="1"/>
                    </a:moveTo>
                    <a:cubicBezTo>
                      <a:pt x="4" y="0"/>
                      <a:pt x="9" y="0"/>
                      <a:pt x="10" y="1"/>
                    </a:cubicBezTo>
                    <a:cubicBezTo>
                      <a:pt x="12" y="2"/>
                      <a:pt x="12" y="5"/>
                      <a:pt x="15" y="6"/>
                    </a:cubicBezTo>
                    <a:cubicBezTo>
                      <a:pt x="16" y="6"/>
                      <a:pt x="18" y="6"/>
                      <a:pt x="19" y="7"/>
                    </a:cubicBezTo>
                    <a:cubicBezTo>
                      <a:pt x="21" y="8"/>
                      <a:pt x="22" y="9"/>
                      <a:pt x="23" y="11"/>
                    </a:cubicBezTo>
                    <a:cubicBezTo>
                      <a:pt x="24" y="13"/>
                      <a:pt x="25" y="14"/>
                      <a:pt x="21" y="15"/>
                    </a:cubicBezTo>
                    <a:cubicBezTo>
                      <a:pt x="18" y="16"/>
                      <a:pt x="18" y="15"/>
                      <a:pt x="16" y="12"/>
                    </a:cubicBezTo>
                    <a:cubicBezTo>
                      <a:pt x="14" y="10"/>
                      <a:pt x="12" y="8"/>
                      <a:pt x="9" y="9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5"/>
                      <a:pt x="1" y="2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13" name="Freeform 2013">
                <a:extLst>
                  <a:ext uri="{FF2B5EF4-FFF2-40B4-BE49-F238E27FC236}">
                    <a16:creationId xmlns:a16="http://schemas.microsoft.com/office/drawing/2014/main" id="{FAD2DCF8-2A59-44F9-9486-C4C66CF20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3967"/>
                <a:ext cx="5" cy="6"/>
              </a:xfrm>
              <a:custGeom>
                <a:avLst/>
                <a:gdLst>
                  <a:gd name="T0" fmla="*/ 5 w 12"/>
                  <a:gd name="T1" fmla="*/ 14 h 15"/>
                  <a:gd name="T2" fmla="*/ 1 w 12"/>
                  <a:gd name="T3" fmla="*/ 10 h 15"/>
                  <a:gd name="T4" fmla="*/ 1 w 12"/>
                  <a:gd name="T5" fmla="*/ 4 h 15"/>
                  <a:gd name="T6" fmla="*/ 5 w 12"/>
                  <a:gd name="T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4"/>
                    </a:moveTo>
                    <a:cubicBezTo>
                      <a:pt x="2" y="14"/>
                      <a:pt x="1" y="12"/>
                      <a:pt x="1" y="10"/>
                    </a:cubicBezTo>
                    <a:cubicBezTo>
                      <a:pt x="1" y="8"/>
                      <a:pt x="0" y="5"/>
                      <a:pt x="1" y="4"/>
                    </a:cubicBezTo>
                    <a:cubicBezTo>
                      <a:pt x="5" y="0"/>
                      <a:pt x="12" y="15"/>
                      <a:pt x="5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14" name="Freeform 2014">
                <a:extLst>
                  <a:ext uri="{FF2B5EF4-FFF2-40B4-BE49-F238E27FC236}">
                    <a16:creationId xmlns:a16="http://schemas.microsoft.com/office/drawing/2014/main" id="{8272BA64-1A50-44BF-9F0A-9B0242877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3979"/>
                <a:ext cx="2" cy="6"/>
              </a:xfrm>
              <a:custGeom>
                <a:avLst/>
                <a:gdLst>
                  <a:gd name="T0" fmla="*/ 3 w 6"/>
                  <a:gd name="T1" fmla="*/ 12 h 13"/>
                  <a:gd name="T2" fmla="*/ 0 w 6"/>
                  <a:gd name="T3" fmla="*/ 10 h 13"/>
                  <a:gd name="T4" fmla="*/ 1 w 6"/>
                  <a:gd name="T5" fmla="*/ 3 h 13"/>
                  <a:gd name="T6" fmla="*/ 5 w 6"/>
                  <a:gd name="T7" fmla="*/ 5 h 13"/>
                  <a:gd name="T8" fmla="*/ 3 w 6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3" y="12"/>
                    </a:moveTo>
                    <a:cubicBezTo>
                      <a:pt x="1" y="13"/>
                      <a:pt x="0" y="12"/>
                      <a:pt x="0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0"/>
                      <a:pt x="4" y="3"/>
                      <a:pt x="5" y="5"/>
                    </a:cubicBezTo>
                    <a:cubicBezTo>
                      <a:pt x="6" y="7"/>
                      <a:pt x="6" y="11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15" name="Freeform 2015">
                <a:extLst>
                  <a:ext uri="{FF2B5EF4-FFF2-40B4-BE49-F238E27FC236}">
                    <a16:creationId xmlns:a16="http://schemas.microsoft.com/office/drawing/2014/main" id="{5177E8DF-D076-4019-A5FD-DEA1CD1AD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899"/>
                <a:ext cx="6" cy="4"/>
              </a:xfrm>
              <a:custGeom>
                <a:avLst/>
                <a:gdLst>
                  <a:gd name="T0" fmla="*/ 3 w 14"/>
                  <a:gd name="T1" fmla="*/ 9 h 10"/>
                  <a:gd name="T2" fmla="*/ 0 w 14"/>
                  <a:gd name="T3" fmla="*/ 4 h 10"/>
                  <a:gd name="T4" fmla="*/ 3 w 14"/>
                  <a:gd name="T5" fmla="*/ 0 h 10"/>
                  <a:gd name="T6" fmla="*/ 10 w 14"/>
                  <a:gd name="T7" fmla="*/ 0 h 10"/>
                  <a:gd name="T8" fmla="*/ 13 w 14"/>
                  <a:gd name="T9" fmla="*/ 2 h 10"/>
                  <a:gd name="T10" fmla="*/ 3 w 14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3" y="9"/>
                    </a:moveTo>
                    <a:cubicBezTo>
                      <a:pt x="1" y="8"/>
                      <a:pt x="0" y="6"/>
                      <a:pt x="0" y="4"/>
                    </a:cubicBezTo>
                    <a:cubicBezTo>
                      <a:pt x="0" y="2"/>
                      <a:pt x="0" y="0"/>
                      <a:pt x="3" y="0"/>
                    </a:cubicBezTo>
                    <a:cubicBezTo>
                      <a:pt x="5" y="0"/>
                      <a:pt x="8" y="0"/>
                      <a:pt x="10" y="0"/>
                    </a:cubicBezTo>
                    <a:cubicBezTo>
                      <a:pt x="11" y="0"/>
                      <a:pt x="12" y="0"/>
                      <a:pt x="13" y="2"/>
                    </a:cubicBezTo>
                    <a:cubicBezTo>
                      <a:pt x="14" y="6"/>
                      <a:pt x="6" y="10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16" name="Freeform 2016">
                <a:extLst>
                  <a:ext uri="{FF2B5EF4-FFF2-40B4-BE49-F238E27FC236}">
                    <a16:creationId xmlns:a16="http://schemas.microsoft.com/office/drawing/2014/main" id="{AA864066-92FA-45CA-B9C1-0DE4FAD86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3922"/>
                <a:ext cx="3" cy="3"/>
              </a:xfrm>
              <a:custGeom>
                <a:avLst/>
                <a:gdLst>
                  <a:gd name="T0" fmla="*/ 2 w 9"/>
                  <a:gd name="T1" fmla="*/ 3 h 7"/>
                  <a:gd name="T2" fmla="*/ 8 w 9"/>
                  <a:gd name="T3" fmla="*/ 3 h 7"/>
                  <a:gd name="T4" fmla="*/ 2 w 9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2" y="3"/>
                    </a:moveTo>
                    <a:cubicBezTo>
                      <a:pt x="3" y="0"/>
                      <a:pt x="7" y="0"/>
                      <a:pt x="8" y="3"/>
                    </a:cubicBezTo>
                    <a:cubicBezTo>
                      <a:pt x="9" y="7"/>
                      <a:pt x="0" y="7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17" name="Freeform 2017">
                <a:extLst>
                  <a:ext uri="{FF2B5EF4-FFF2-40B4-BE49-F238E27FC236}">
                    <a16:creationId xmlns:a16="http://schemas.microsoft.com/office/drawing/2014/main" id="{F45532C3-F561-4051-9726-C21626E33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3920"/>
                <a:ext cx="6" cy="3"/>
              </a:xfrm>
              <a:custGeom>
                <a:avLst/>
                <a:gdLst>
                  <a:gd name="T0" fmla="*/ 11 w 13"/>
                  <a:gd name="T1" fmla="*/ 7 h 8"/>
                  <a:gd name="T2" fmla="*/ 8 w 13"/>
                  <a:gd name="T3" fmla="*/ 8 h 8"/>
                  <a:gd name="T4" fmla="*/ 5 w 13"/>
                  <a:gd name="T5" fmla="*/ 6 h 8"/>
                  <a:gd name="T6" fmla="*/ 0 w 13"/>
                  <a:gd name="T7" fmla="*/ 3 h 8"/>
                  <a:gd name="T8" fmla="*/ 5 w 13"/>
                  <a:gd name="T9" fmla="*/ 1 h 8"/>
                  <a:gd name="T10" fmla="*/ 11 w 13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1" y="7"/>
                    </a:moveTo>
                    <a:cubicBezTo>
                      <a:pt x="10" y="8"/>
                      <a:pt x="9" y="8"/>
                      <a:pt x="8" y="8"/>
                    </a:cubicBezTo>
                    <a:cubicBezTo>
                      <a:pt x="6" y="8"/>
                      <a:pt x="6" y="7"/>
                      <a:pt x="5" y="6"/>
                    </a:cubicBezTo>
                    <a:cubicBezTo>
                      <a:pt x="3" y="5"/>
                      <a:pt x="0" y="6"/>
                      <a:pt x="0" y="3"/>
                    </a:cubicBezTo>
                    <a:cubicBezTo>
                      <a:pt x="0" y="1"/>
                      <a:pt x="3" y="0"/>
                      <a:pt x="5" y="1"/>
                    </a:cubicBezTo>
                    <a:cubicBezTo>
                      <a:pt x="7" y="1"/>
                      <a:pt x="13" y="6"/>
                      <a:pt x="1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18" name="Freeform 2018">
                <a:extLst>
                  <a:ext uri="{FF2B5EF4-FFF2-40B4-BE49-F238E27FC236}">
                    <a16:creationId xmlns:a16="http://schemas.microsoft.com/office/drawing/2014/main" id="{1252E067-1F19-463E-915E-3428D6F4C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922"/>
                <a:ext cx="6" cy="5"/>
              </a:xfrm>
              <a:custGeom>
                <a:avLst/>
                <a:gdLst>
                  <a:gd name="T0" fmla="*/ 6 w 15"/>
                  <a:gd name="T1" fmla="*/ 6 h 13"/>
                  <a:gd name="T2" fmla="*/ 0 w 15"/>
                  <a:gd name="T3" fmla="*/ 4 h 13"/>
                  <a:gd name="T4" fmla="*/ 8 w 15"/>
                  <a:gd name="T5" fmla="*/ 1 h 13"/>
                  <a:gd name="T6" fmla="*/ 14 w 15"/>
                  <a:gd name="T7" fmla="*/ 1 h 13"/>
                  <a:gd name="T8" fmla="*/ 12 w 15"/>
                  <a:gd name="T9" fmla="*/ 11 h 13"/>
                  <a:gd name="T10" fmla="*/ 6 w 15"/>
                  <a:gd name="T11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3">
                    <a:moveTo>
                      <a:pt x="6" y="6"/>
                    </a:moveTo>
                    <a:cubicBezTo>
                      <a:pt x="4" y="5"/>
                      <a:pt x="0" y="7"/>
                      <a:pt x="0" y="4"/>
                    </a:cubicBezTo>
                    <a:cubicBezTo>
                      <a:pt x="0" y="1"/>
                      <a:pt x="6" y="1"/>
                      <a:pt x="8" y="1"/>
                    </a:cubicBezTo>
                    <a:cubicBezTo>
                      <a:pt x="10" y="1"/>
                      <a:pt x="12" y="0"/>
                      <a:pt x="14" y="1"/>
                    </a:cubicBezTo>
                    <a:cubicBezTo>
                      <a:pt x="15" y="3"/>
                      <a:pt x="15" y="9"/>
                      <a:pt x="12" y="11"/>
                    </a:cubicBezTo>
                    <a:cubicBezTo>
                      <a:pt x="9" y="13"/>
                      <a:pt x="8" y="7"/>
                      <a:pt x="6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19" name="Freeform 2019">
                <a:extLst>
                  <a:ext uri="{FF2B5EF4-FFF2-40B4-BE49-F238E27FC236}">
                    <a16:creationId xmlns:a16="http://schemas.microsoft.com/office/drawing/2014/main" id="{FDFA7889-8210-4A73-B7C1-F60D0C257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3928"/>
                <a:ext cx="8" cy="11"/>
              </a:xfrm>
              <a:custGeom>
                <a:avLst/>
                <a:gdLst>
                  <a:gd name="T0" fmla="*/ 1 w 19"/>
                  <a:gd name="T1" fmla="*/ 12 h 28"/>
                  <a:gd name="T2" fmla="*/ 6 w 19"/>
                  <a:gd name="T3" fmla="*/ 7 h 28"/>
                  <a:gd name="T4" fmla="*/ 7 w 19"/>
                  <a:gd name="T5" fmla="*/ 1 h 28"/>
                  <a:gd name="T6" fmla="*/ 12 w 19"/>
                  <a:gd name="T7" fmla="*/ 0 h 28"/>
                  <a:gd name="T8" fmla="*/ 18 w 19"/>
                  <a:gd name="T9" fmla="*/ 7 h 28"/>
                  <a:gd name="T10" fmla="*/ 15 w 19"/>
                  <a:gd name="T11" fmla="*/ 12 h 28"/>
                  <a:gd name="T12" fmla="*/ 16 w 19"/>
                  <a:gd name="T13" fmla="*/ 18 h 28"/>
                  <a:gd name="T14" fmla="*/ 15 w 19"/>
                  <a:gd name="T15" fmla="*/ 23 h 28"/>
                  <a:gd name="T16" fmla="*/ 4 w 19"/>
                  <a:gd name="T17" fmla="*/ 14 h 28"/>
                  <a:gd name="T18" fmla="*/ 1 w 19"/>
                  <a:gd name="T19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8">
                    <a:moveTo>
                      <a:pt x="1" y="12"/>
                    </a:moveTo>
                    <a:cubicBezTo>
                      <a:pt x="0" y="9"/>
                      <a:pt x="4" y="8"/>
                      <a:pt x="6" y="7"/>
                    </a:cubicBezTo>
                    <a:cubicBezTo>
                      <a:pt x="7" y="5"/>
                      <a:pt x="6" y="3"/>
                      <a:pt x="7" y="1"/>
                    </a:cubicBezTo>
                    <a:cubicBezTo>
                      <a:pt x="8" y="0"/>
                      <a:pt x="10" y="0"/>
                      <a:pt x="12" y="0"/>
                    </a:cubicBezTo>
                    <a:cubicBezTo>
                      <a:pt x="16" y="0"/>
                      <a:pt x="19" y="3"/>
                      <a:pt x="18" y="7"/>
                    </a:cubicBezTo>
                    <a:cubicBezTo>
                      <a:pt x="17" y="9"/>
                      <a:pt x="16" y="10"/>
                      <a:pt x="15" y="12"/>
                    </a:cubicBezTo>
                    <a:cubicBezTo>
                      <a:pt x="15" y="14"/>
                      <a:pt x="16" y="16"/>
                      <a:pt x="16" y="18"/>
                    </a:cubicBezTo>
                    <a:cubicBezTo>
                      <a:pt x="16" y="19"/>
                      <a:pt x="16" y="21"/>
                      <a:pt x="15" y="23"/>
                    </a:cubicBezTo>
                    <a:cubicBezTo>
                      <a:pt x="13" y="28"/>
                      <a:pt x="6" y="16"/>
                      <a:pt x="4" y="14"/>
                    </a:cubicBezTo>
                    <a:cubicBezTo>
                      <a:pt x="3" y="14"/>
                      <a:pt x="1" y="14"/>
                      <a:pt x="1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20" name="Freeform 2020">
                <a:extLst>
                  <a:ext uri="{FF2B5EF4-FFF2-40B4-BE49-F238E27FC236}">
                    <a16:creationId xmlns:a16="http://schemas.microsoft.com/office/drawing/2014/main" id="{961B5D72-5389-42A5-BE25-3FFD9FD75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3940"/>
                <a:ext cx="3" cy="6"/>
              </a:xfrm>
              <a:custGeom>
                <a:avLst/>
                <a:gdLst>
                  <a:gd name="T0" fmla="*/ 4 w 8"/>
                  <a:gd name="T1" fmla="*/ 0 h 15"/>
                  <a:gd name="T2" fmla="*/ 8 w 8"/>
                  <a:gd name="T3" fmla="*/ 5 h 15"/>
                  <a:gd name="T4" fmla="*/ 8 w 8"/>
                  <a:gd name="T5" fmla="*/ 11 h 15"/>
                  <a:gd name="T6" fmla="*/ 4 w 8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4" y="0"/>
                    </a:moveTo>
                    <a:cubicBezTo>
                      <a:pt x="5" y="0"/>
                      <a:pt x="7" y="4"/>
                      <a:pt x="8" y="5"/>
                    </a:cubicBezTo>
                    <a:cubicBezTo>
                      <a:pt x="8" y="6"/>
                      <a:pt x="8" y="10"/>
                      <a:pt x="8" y="11"/>
                    </a:cubicBezTo>
                    <a:cubicBezTo>
                      <a:pt x="5" y="15"/>
                      <a:pt x="0" y="1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21" name="Freeform 2021">
                <a:extLst>
                  <a:ext uri="{FF2B5EF4-FFF2-40B4-BE49-F238E27FC236}">
                    <a16:creationId xmlns:a16="http://schemas.microsoft.com/office/drawing/2014/main" id="{2C188931-0C13-4F89-BC1E-5A4369745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3915"/>
                <a:ext cx="3" cy="5"/>
              </a:xfrm>
              <a:custGeom>
                <a:avLst/>
                <a:gdLst>
                  <a:gd name="T0" fmla="*/ 8 w 8"/>
                  <a:gd name="T1" fmla="*/ 4 h 11"/>
                  <a:gd name="T2" fmla="*/ 6 w 8"/>
                  <a:gd name="T3" fmla="*/ 9 h 11"/>
                  <a:gd name="T4" fmla="*/ 1 w 8"/>
                  <a:gd name="T5" fmla="*/ 9 h 11"/>
                  <a:gd name="T6" fmla="*/ 8 w 8"/>
                  <a:gd name="T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8" y="4"/>
                    </a:moveTo>
                    <a:cubicBezTo>
                      <a:pt x="8" y="6"/>
                      <a:pt x="8" y="8"/>
                      <a:pt x="6" y="9"/>
                    </a:cubicBezTo>
                    <a:cubicBezTo>
                      <a:pt x="5" y="10"/>
                      <a:pt x="2" y="11"/>
                      <a:pt x="1" y="9"/>
                    </a:cubicBezTo>
                    <a:cubicBezTo>
                      <a:pt x="0" y="7"/>
                      <a:pt x="6" y="0"/>
                      <a:pt x="8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22" name="Freeform 2022">
                <a:extLst>
                  <a:ext uri="{FF2B5EF4-FFF2-40B4-BE49-F238E27FC236}">
                    <a16:creationId xmlns:a16="http://schemas.microsoft.com/office/drawing/2014/main" id="{843A3AF8-C7A2-4F81-BCC5-A235B54B0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898"/>
                <a:ext cx="5" cy="6"/>
              </a:xfrm>
              <a:custGeom>
                <a:avLst/>
                <a:gdLst>
                  <a:gd name="T0" fmla="*/ 0 w 14"/>
                  <a:gd name="T1" fmla="*/ 7 h 15"/>
                  <a:gd name="T2" fmla="*/ 5 w 14"/>
                  <a:gd name="T3" fmla="*/ 2 h 15"/>
                  <a:gd name="T4" fmla="*/ 11 w 14"/>
                  <a:gd name="T5" fmla="*/ 1 h 15"/>
                  <a:gd name="T6" fmla="*/ 13 w 14"/>
                  <a:gd name="T7" fmla="*/ 8 h 15"/>
                  <a:gd name="T8" fmla="*/ 8 w 14"/>
                  <a:gd name="T9" fmla="*/ 11 h 15"/>
                  <a:gd name="T10" fmla="*/ 4 w 14"/>
                  <a:gd name="T11" fmla="*/ 13 h 15"/>
                  <a:gd name="T12" fmla="*/ 0 w 14"/>
                  <a:gd name="T1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cubicBezTo>
                      <a:pt x="1" y="4"/>
                      <a:pt x="2" y="2"/>
                      <a:pt x="5" y="2"/>
                    </a:cubicBezTo>
                    <a:cubicBezTo>
                      <a:pt x="7" y="1"/>
                      <a:pt x="10" y="0"/>
                      <a:pt x="11" y="1"/>
                    </a:cubicBezTo>
                    <a:cubicBezTo>
                      <a:pt x="14" y="2"/>
                      <a:pt x="14" y="6"/>
                      <a:pt x="13" y="8"/>
                    </a:cubicBezTo>
                    <a:cubicBezTo>
                      <a:pt x="12" y="9"/>
                      <a:pt x="10" y="10"/>
                      <a:pt x="8" y="11"/>
                    </a:cubicBezTo>
                    <a:cubicBezTo>
                      <a:pt x="6" y="11"/>
                      <a:pt x="5" y="12"/>
                      <a:pt x="4" y="13"/>
                    </a:cubicBezTo>
                    <a:cubicBezTo>
                      <a:pt x="0" y="15"/>
                      <a:pt x="0" y="9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23" name="Freeform 2023">
                <a:extLst>
                  <a:ext uri="{FF2B5EF4-FFF2-40B4-BE49-F238E27FC236}">
                    <a16:creationId xmlns:a16="http://schemas.microsoft.com/office/drawing/2014/main" id="{77D85D10-B4F4-485B-B4BC-F14539A44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809"/>
                <a:ext cx="8" cy="9"/>
              </a:xfrm>
              <a:custGeom>
                <a:avLst/>
                <a:gdLst>
                  <a:gd name="T0" fmla="*/ 1 w 20"/>
                  <a:gd name="T1" fmla="*/ 13 h 24"/>
                  <a:gd name="T2" fmla="*/ 12 w 20"/>
                  <a:gd name="T3" fmla="*/ 7 h 24"/>
                  <a:gd name="T4" fmla="*/ 20 w 20"/>
                  <a:gd name="T5" fmla="*/ 6 h 24"/>
                  <a:gd name="T6" fmla="*/ 15 w 20"/>
                  <a:gd name="T7" fmla="*/ 18 h 24"/>
                  <a:gd name="T8" fmla="*/ 11 w 20"/>
                  <a:gd name="T9" fmla="*/ 24 h 24"/>
                  <a:gd name="T10" fmla="*/ 1 w 20"/>
                  <a:gd name="T11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4">
                    <a:moveTo>
                      <a:pt x="1" y="13"/>
                    </a:moveTo>
                    <a:cubicBezTo>
                      <a:pt x="3" y="8"/>
                      <a:pt x="8" y="9"/>
                      <a:pt x="12" y="7"/>
                    </a:cubicBezTo>
                    <a:cubicBezTo>
                      <a:pt x="14" y="6"/>
                      <a:pt x="19" y="0"/>
                      <a:pt x="20" y="6"/>
                    </a:cubicBezTo>
                    <a:cubicBezTo>
                      <a:pt x="20" y="9"/>
                      <a:pt x="17" y="15"/>
                      <a:pt x="15" y="18"/>
                    </a:cubicBezTo>
                    <a:cubicBezTo>
                      <a:pt x="14" y="19"/>
                      <a:pt x="13" y="23"/>
                      <a:pt x="11" y="24"/>
                    </a:cubicBezTo>
                    <a:cubicBezTo>
                      <a:pt x="7" y="24"/>
                      <a:pt x="0" y="16"/>
                      <a:pt x="1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24" name="Freeform 2024">
                <a:extLst>
                  <a:ext uri="{FF2B5EF4-FFF2-40B4-BE49-F238E27FC236}">
                    <a16:creationId xmlns:a16="http://schemas.microsoft.com/office/drawing/2014/main" id="{B500C7DB-6596-40A7-B1D0-EA2DACBE1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3605"/>
                <a:ext cx="147" cy="243"/>
              </a:xfrm>
              <a:custGeom>
                <a:avLst/>
                <a:gdLst>
                  <a:gd name="T0" fmla="*/ 23 w 362"/>
                  <a:gd name="T1" fmla="*/ 526 h 598"/>
                  <a:gd name="T2" fmla="*/ 13 w 362"/>
                  <a:gd name="T3" fmla="*/ 506 h 598"/>
                  <a:gd name="T4" fmla="*/ 20 w 362"/>
                  <a:gd name="T5" fmla="*/ 477 h 598"/>
                  <a:gd name="T6" fmla="*/ 23 w 362"/>
                  <a:gd name="T7" fmla="*/ 445 h 598"/>
                  <a:gd name="T8" fmla="*/ 32 w 362"/>
                  <a:gd name="T9" fmla="*/ 419 h 598"/>
                  <a:gd name="T10" fmla="*/ 39 w 362"/>
                  <a:gd name="T11" fmla="*/ 371 h 598"/>
                  <a:gd name="T12" fmla="*/ 53 w 362"/>
                  <a:gd name="T13" fmla="*/ 377 h 598"/>
                  <a:gd name="T14" fmla="*/ 58 w 362"/>
                  <a:gd name="T15" fmla="*/ 362 h 598"/>
                  <a:gd name="T16" fmla="*/ 59 w 362"/>
                  <a:gd name="T17" fmla="*/ 327 h 598"/>
                  <a:gd name="T18" fmla="*/ 41 w 362"/>
                  <a:gd name="T19" fmla="*/ 338 h 598"/>
                  <a:gd name="T20" fmla="*/ 41 w 362"/>
                  <a:gd name="T21" fmla="*/ 322 h 598"/>
                  <a:gd name="T22" fmla="*/ 41 w 362"/>
                  <a:gd name="T23" fmla="*/ 293 h 598"/>
                  <a:gd name="T24" fmla="*/ 54 w 362"/>
                  <a:gd name="T25" fmla="*/ 286 h 598"/>
                  <a:gd name="T26" fmla="*/ 62 w 362"/>
                  <a:gd name="T27" fmla="*/ 239 h 598"/>
                  <a:gd name="T28" fmla="*/ 52 w 362"/>
                  <a:gd name="T29" fmla="*/ 178 h 598"/>
                  <a:gd name="T30" fmla="*/ 27 w 362"/>
                  <a:gd name="T31" fmla="*/ 150 h 598"/>
                  <a:gd name="T32" fmla="*/ 16 w 362"/>
                  <a:gd name="T33" fmla="*/ 127 h 598"/>
                  <a:gd name="T34" fmla="*/ 28 w 362"/>
                  <a:gd name="T35" fmla="*/ 67 h 598"/>
                  <a:gd name="T36" fmla="*/ 49 w 362"/>
                  <a:gd name="T37" fmla="*/ 79 h 598"/>
                  <a:gd name="T38" fmla="*/ 136 w 362"/>
                  <a:gd name="T39" fmla="*/ 72 h 598"/>
                  <a:gd name="T40" fmla="*/ 167 w 362"/>
                  <a:gd name="T41" fmla="*/ 61 h 598"/>
                  <a:gd name="T42" fmla="*/ 220 w 362"/>
                  <a:gd name="T43" fmla="*/ 26 h 598"/>
                  <a:gd name="T44" fmla="*/ 246 w 362"/>
                  <a:gd name="T45" fmla="*/ 0 h 598"/>
                  <a:gd name="T46" fmla="*/ 288 w 362"/>
                  <a:gd name="T47" fmla="*/ 23 h 598"/>
                  <a:gd name="T48" fmla="*/ 314 w 362"/>
                  <a:gd name="T49" fmla="*/ 34 h 598"/>
                  <a:gd name="T50" fmla="*/ 313 w 362"/>
                  <a:gd name="T51" fmla="*/ 69 h 598"/>
                  <a:gd name="T52" fmla="*/ 338 w 362"/>
                  <a:gd name="T53" fmla="*/ 73 h 598"/>
                  <a:gd name="T54" fmla="*/ 308 w 362"/>
                  <a:gd name="T55" fmla="*/ 94 h 598"/>
                  <a:gd name="T56" fmla="*/ 337 w 362"/>
                  <a:gd name="T57" fmla="*/ 108 h 598"/>
                  <a:gd name="T58" fmla="*/ 334 w 362"/>
                  <a:gd name="T59" fmla="*/ 125 h 598"/>
                  <a:gd name="T60" fmla="*/ 350 w 362"/>
                  <a:gd name="T61" fmla="*/ 159 h 598"/>
                  <a:gd name="T62" fmla="*/ 362 w 362"/>
                  <a:gd name="T63" fmla="*/ 202 h 598"/>
                  <a:gd name="T64" fmla="*/ 341 w 362"/>
                  <a:gd name="T65" fmla="*/ 232 h 598"/>
                  <a:gd name="T66" fmla="*/ 318 w 362"/>
                  <a:gd name="T67" fmla="*/ 257 h 598"/>
                  <a:gd name="T68" fmla="*/ 322 w 362"/>
                  <a:gd name="T69" fmla="*/ 298 h 598"/>
                  <a:gd name="T70" fmla="*/ 320 w 362"/>
                  <a:gd name="T71" fmla="*/ 348 h 598"/>
                  <a:gd name="T72" fmla="*/ 312 w 362"/>
                  <a:gd name="T73" fmla="*/ 380 h 598"/>
                  <a:gd name="T74" fmla="*/ 298 w 362"/>
                  <a:gd name="T75" fmla="*/ 428 h 598"/>
                  <a:gd name="T76" fmla="*/ 292 w 362"/>
                  <a:gd name="T77" fmla="*/ 464 h 598"/>
                  <a:gd name="T78" fmla="*/ 277 w 362"/>
                  <a:gd name="T79" fmla="*/ 496 h 598"/>
                  <a:gd name="T80" fmla="*/ 272 w 362"/>
                  <a:gd name="T81" fmla="*/ 519 h 598"/>
                  <a:gd name="T82" fmla="*/ 253 w 362"/>
                  <a:gd name="T83" fmla="*/ 557 h 598"/>
                  <a:gd name="T84" fmla="*/ 223 w 362"/>
                  <a:gd name="T85" fmla="*/ 536 h 598"/>
                  <a:gd name="T86" fmla="*/ 183 w 362"/>
                  <a:gd name="T87" fmla="*/ 517 h 598"/>
                  <a:gd name="T88" fmla="*/ 157 w 362"/>
                  <a:gd name="T89" fmla="*/ 514 h 598"/>
                  <a:gd name="T90" fmla="*/ 144 w 362"/>
                  <a:gd name="T91" fmla="*/ 536 h 598"/>
                  <a:gd name="T92" fmla="*/ 140 w 362"/>
                  <a:gd name="T93" fmla="*/ 576 h 598"/>
                  <a:gd name="T94" fmla="*/ 110 w 362"/>
                  <a:gd name="T95" fmla="*/ 590 h 598"/>
                  <a:gd name="T96" fmla="*/ 67 w 362"/>
                  <a:gd name="T97" fmla="*/ 582 h 598"/>
                  <a:gd name="T98" fmla="*/ 52 w 362"/>
                  <a:gd name="T99" fmla="*/ 594 h 598"/>
                  <a:gd name="T100" fmla="*/ 49 w 362"/>
                  <a:gd name="T101" fmla="*/ 575 h 598"/>
                  <a:gd name="T102" fmla="*/ 38 w 362"/>
                  <a:gd name="T103" fmla="*/ 546 h 598"/>
                  <a:gd name="T104" fmla="*/ 21 w 362"/>
                  <a:gd name="T105" fmla="*/ 545 h 598"/>
                  <a:gd name="T106" fmla="*/ 6 w 362"/>
                  <a:gd name="T107" fmla="*/ 568 h 598"/>
                  <a:gd name="T108" fmla="*/ 3 w 362"/>
                  <a:gd name="T109" fmla="*/ 556 h 598"/>
                  <a:gd name="T110" fmla="*/ 13 w 362"/>
                  <a:gd name="T111" fmla="*/ 530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62" h="598">
                    <a:moveTo>
                      <a:pt x="13" y="530"/>
                    </a:moveTo>
                    <a:cubicBezTo>
                      <a:pt x="14" y="533"/>
                      <a:pt x="18" y="535"/>
                      <a:pt x="20" y="535"/>
                    </a:cubicBezTo>
                    <a:cubicBezTo>
                      <a:pt x="25" y="535"/>
                      <a:pt x="25" y="530"/>
                      <a:pt x="23" y="526"/>
                    </a:cubicBezTo>
                    <a:cubicBezTo>
                      <a:pt x="21" y="523"/>
                      <a:pt x="16" y="522"/>
                      <a:pt x="14" y="518"/>
                    </a:cubicBezTo>
                    <a:cubicBezTo>
                      <a:pt x="13" y="517"/>
                      <a:pt x="12" y="514"/>
                      <a:pt x="12" y="512"/>
                    </a:cubicBezTo>
                    <a:cubicBezTo>
                      <a:pt x="12" y="510"/>
                      <a:pt x="13" y="508"/>
                      <a:pt x="13" y="506"/>
                    </a:cubicBezTo>
                    <a:cubicBezTo>
                      <a:pt x="13" y="502"/>
                      <a:pt x="9" y="499"/>
                      <a:pt x="11" y="494"/>
                    </a:cubicBezTo>
                    <a:cubicBezTo>
                      <a:pt x="13" y="490"/>
                      <a:pt x="19" y="492"/>
                      <a:pt x="20" y="488"/>
                    </a:cubicBezTo>
                    <a:cubicBezTo>
                      <a:pt x="22" y="485"/>
                      <a:pt x="21" y="479"/>
                      <a:pt x="20" y="477"/>
                    </a:cubicBezTo>
                    <a:cubicBezTo>
                      <a:pt x="19" y="472"/>
                      <a:pt x="17" y="471"/>
                      <a:pt x="15" y="467"/>
                    </a:cubicBezTo>
                    <a:cubicBezTo>
                      <a:pt x="12" y="463"/>
                      <a:pt x="10" y="459"/>
                      <a:pt x="13" y="455"/>
                    </a:cubicBezTo>
                    <a:cubicBezTo>
                      <a:pt x="17" y="450"/>
                      <a:pt x="22" y="451"/>
                      <a:pt x="23" y="445"/>
                    </a:cubicBezTo>
                    <a:cubicBezTo>
                      <a:pt x="19" y="443"/>
                      <a:pt x="17" y="435"/>
                      <a:pt x="19" y="431"/>
                    </a:cubicBezTo>
                    <a:cubicBezTo>
                      <a:pt x="20" y="428"/>
                      <a:pt x="23" y="426"/>
                      <a:pt x="26" y="425"/>
                    </a:cubicBezTo>
                    <a:cubicBezTo>
                      <a:pt x="28" y="423"/>
                      <a:pt x="30" y="421"/>
                      <a:pt x="32" y="419"/>
                    </a:cubicBezTo>
                    <a:cubicBezTo>
                      <a:pt x="36" y="416"/>
                      <a:pt x="39" y="411"/>
                      <a:pt x="39" y="406"/>
                    </a:cubicBezTo>
                    <a:cubicBezTo>
                      <a:pt x="39" y="401"/>
                      <a:pt x="38" y="396"/>
                      <a:pt x="38" y="391"/>
                    </a:cubicBezTo>
                    <a:cubicBezTo>
                      <a:pt x="38" y="384"/>
                      <a:pt x="39" y="378"/>
                      <a:pt x="39" y="371"/>
                    </a:cubicBezTo>
                    <a:cubicBezTo>
                      <a:pt x="40" y="368"/>
                      <a:pt x="43" y="356"/>
                      <a:pt x="46" y="364"/>
                    </a:cubicBezTo>
                    <a:cubicBezTo>
                      <a:pt x="46" y="367"/>
                      <a:pt x="46" y="370"/>
                      <a:pt x="47" y="373"/>
                    </a:cubicBezTo>
                    <a:cubicBezTo>
                      <a:pt x="49" y="375"/>
                      <a:pt x="51" y="376"/>
                      <a:pt x="53" y="377"/>
                    </a:cubicBezTo>
                    <a:cubicBezTo>
                      <a:pt x="56" y="378"/>
                      <a:pt x="63" y="386"/>
                      <a:pt x="65" y="381"/>
                    </a:cubicBezTo>
                    <a:cubicBezTo>
                      <a:pt x="69" y="375"/>
                      <a:pt x="56" y="372"/>
                      <a:pt x="55" y="368"/>
                    </a:cubicBezTo>
                    <a:cubicBezTo>
                      <a:pt x="54" y="365"/>
                      <a:pt x="56" y="364"/>
                      <a:pt x="58" y="362"/>
                    </a:cubicBezTo>
                    <a:cubicBezTo>
                      <a:pt x="60" y="360"/>
                      <a:pt x="61" y="358"/>
                      <a:pt x="62" y="356"/>
                    </a:cubicBezTo>
                    <a:cubicBezTo>
                      <a:pt x="66" y="351"/>
                      <a:pt x="70" y="345"/>
                      <a:pt x="69" y="338"/>
                    </a:cubicBezTo>
                    <a:cubicBezTo>
                      <a:pt x="68" y="332"/>
                      <a:pt x="62" y="331"/>
                      <a:pt x="59" y="327"/>
                    </a:cubicBezTo>
                    <a:cubicBezTo>
                      <a:pt x="56" y="324"/>
                      <a:pt x="52" y="316"/>
                      <a:pt x="50" y="325"/>
                    </a:cubicBezTo>
                    <a:cubicBezTo>
                      <a:pt x="49" y="327"/>
                      <a:pt x="50" y="330"/>
                      <a:pt x="48" y="332"/>
                    </a:cubicBezTo>
                    <a:cubicBezTo>
                      <a:pt x="47" y="335"/>
                      <a:pt x="44" y="336"/>
                      <a:pt x="41" y="338"/>
                    </a:cubicBezTo>
                    <a:cubicBezTo>
                      <a:pt x="41" y="338"/>
                      <a:pt x="40" y="339"/>
                      <a:pt x="39" y="340"/>
                    </a:cubicBezTo>
                    <a:cubicBezTo>
                      <a:pt x="37" y="337"/>
                      <a:pt x="40" y="334"/>
                      <a:pt x="41" y="332"/>
                    </a:cubicBezTo>
                    <a:cubicBezTo>
                      <a:pt x="42" y="329"/>
                      <a:pt x="41" y="325"/>
                      <a:pt x="41" y="322"/>
                    </a:cubicBezTo>
                    <a:cubicBezTo>
                      <a:pt x="40" y="319"/>
                      <a:pt x="39" y="316"/>
                      <a:pt x="39" y="313"/>
                    </a:cubicBezTo>
                    <a:cubicBezTo>
                      <a:pt x="38" y="309"/>
                      <a:pt x="39" y="308"/>
                      <a:pt x="41" y="304"/>
                    </a:cubicBezTo>
                    <a:cubicBezTo>
                      <a:pt x="44" y="300"/>
                      <a:pt x="42" y="298"/>
                      <a:pt x="41" y="293"/>
                    </a:cubicBezTo>
                    <a:cubicBezTo>
                      <a:pt x="39" y="293"/>
                      <a:pt x="38" y="292"/>
                      <a:pt x="36" y="291"/>
                    </a:cubicBezTo>
                    <a:cubicBezTo>
                      <a:pt x="35" y="287"/>
                      <a:pt x="44" y="286"/>
                      <a:pt x="47" y="287"/>
                    </a:cubicBezTo>
                    <a:cubicBezTo>
                      <a:pt x="49" y="287"/>
                      <a:pt x="52" y="288"/>
                      <a:pt x="54" y="286"/>
                    </a:cubicBezTo>
                    <a:cubicBezTo>
                      <a:pt x="56" y="285"/>
                      <a:pt x="57" y="282"/>
                      <a:pt x="58" y="280"/>
                    </a:cubicBezTo>
                    <a:cubicBezTo>
                      <a:pt x="61" y="276"/>
                      <a:pt x="61" y="271"/>
                      <a:pt x="59" y="266"/>
                    </a:cubicBezTo>
                    <a:cubicBezTo>
                      <a:pt x="57" y="257"/>
                      <a:pt x="59" y="248"/>
                      <a:pt x="62" y="239"/>
                    </a:cubicBezTo>
                    <a:cubicBezTo>
                      <a:pt x="64" y="231"/>
                      <a:pt x="65" y="224"/>
                      <a:pt x="59" y="218"/>
                    </a:cubicBezTo>
                    <a:cubicBezTo>
                      <a:pt x="54" y="213"/>
                      <a:pt x="51" y="211"/>
                      <a:pt x="52" y="203"/>
                    </a:cubicBezTo>
                    <a:cubicBezTo>
                      <a:pt x="53" y="195"/>
                      <a:pt x="55" y="186"/>
                      <a:pt x="52" y="178"/>
                    </a:cubicBezTo>
                    <a:cubicBezTo>
                      <a:pt x="50" y="174"/>
                      <a:pt x="48" y="171"/>
                      <a:pt x="46" y="167"/>
                    </a:cubicBezTo>
                    <a:cubicBezTo>
                      <a:pt x="45" y="164"/>
                      <a:pt x="44" y="160"/>
                      <a:pt x="42" y="156"/>
                    </a:cubicBezTo>
                    <a:cubicBezTo>
                      <a:pt x="39" y="149"/>
                      <a:pt x="33" y="152"/>
                      <a:pt x="27" y="150"/>
                    </a:cubicBezTo>
                    <a:cubicBezTo>
                      <a:pt x="23" y="148"/>
                      <a:pt x="19" y="141"/>
                      <a:pt x="16" y="143"/>
                    </a:cubicBezTo>
                    <a:cubicBezTo>
                      <a:pt x="14" y="144"/>
                      <a:pt x="8" y="157"/>
                      <a:pt x="6" y="148"/>
                    </a:cubicBezTo>
                    <a:cubicBezTo>
                      <a:pt x="5" y="140"/>
                      <a:pt x="13" y="134"/>
                      <a:pt x="16" y="127"/>
                    </a:cubicBezTo>
                    <a:cubicBezTo>
                      <a:pt x="19" y="120"/>
                      <a:pt x="14" y="111"/>
                      <a:pt x="13" y="104"/>
                    </a:cubicBezTo>
                    <a:cubicBezTo>
                      <a:pt x="13" y="95"/>
                      <a:pt x="19" y="93"/>
                      <a:pt x="24" y="88"/>
                    </a:cubicBezTo>
                    <a:cubicBezTo>
                      <a:pt x="30" y="82"/>
                      <a:pt x="31" y="74"/>
                      <a:pt x="28" y="67"/>
                    </a:cubicBezTo>
                    <a:cubicBezTo>
                      <a:pt x="26" y="61"/>
                      <a:pt x="25" y="53"/>
                      <a:pt x="31" y="50"/>
                    </a:cubicBezTo>
                    <a:cubicBezTo>
                      <a:pt x="38" y="47"/>
                      <a:pt x="37" y="59"/>
                      <a:pt x="37" y="63"/>
                    </a:cubicBezTo>
                    <a:cubicBezTo>
                      <a:pt x="37" y="71"/>
                      <a:pt x="42" y="75"/>
                      <a:pt x="49" y="79"/>
                    </a:cubicBezTo>
                    <a:cubicBezTo>
                      <a:pt x="64" y="85"/>
                      <a:pt x="79" y="95"/>
                      <a:pt x="95" y="93"/>
                    </a:cubicBezTo>
                    <a:cubicBezTo>
                      <a:pt x="103" y="92"/>
                      <a:pt x="112" y="90"/>
                      <a:pt x="119" y="85"/>
                    </a:cubicBezTo>
                    <a:cubicBezTo>
                      <a:pt x="124" y="81"/>
                      <a:pt x="128" y="73"/>
                      <a:pt x="136" y="72"/>
                    </a:cubicBezTo>
                    <a:cubicBezTo>
                      <a:pt x="140" y="71"/>
                      <a:pt x="143" y="73"/>
                      <a:pt x="146" y="73"/>
                    </a:cubicBezTo>
                    <a:cubicBezTo>
                      <a:pt x="149" y="74"/>
                      <a:pt x="151" y="72"/>
                      <a:pt x="154" y="71"/>
                    </a:cubicBezTo>
                    <a:cubicBezTo>
                      <a:pt x="159" y="69"/>
                      <a:pt x="164" y="66"/>
                      <a:pt x="167" y="61"/>
                    </a:cubicBezTo>
                    <a:cubicBezTo>
                      <a:pt x="171" y="54"/>
                      <a:pt x="175" y="49"/>
                      <a:pt x="182" y="46"/>
                    </a:cubicBezTo>
                    <a:cubicBezTo>
                      <a:pt x="190" y="42"/>
                      <a:pt x="195" y="38"/>
                      <a:pt x="201" y="32"/>
                    </a:cubicBezTo>
                    <a:cubicBezTo>
                      <a:pt x="207" y="26"/>
                      <a:pt x="213" y="25"/>
                      <a:pt x="220" y="26"/>
                    </a:cubicBezTo>
                    <a:cubicBezTo>
                      <a:pt x="226" y="28"/>
                      <a:pt x="231" y="27"/>
                      <a:pt x="236" y="23"/>
                    </a:cubicBezTo>
                    <a:cubicBezTo>
                      <a:pt x="242" y="20"/>
                      <a:pt x="241" y="14"/>
                      <a:pt x="240" y="9"/>
                    </a:cubicBezTo>
                    <a:cubicBezTo>
                      <a:pt x="239" y="3"/>
                      <a:pt x="239" y="0"/>
                      <a:pt x="246" y="0"/>
                    </a:cubicBezTo>
                    <a:cubicBezTo>
                      <a:pt x="252" y="0"/>
                      <a:pt x="262" y="0"/>
                      <a:pt x="266" y="5"/>
                    </a:cubicBezTo>
                    <a:cubicBezTo>
                      <a:pt x="269" y="8"/>
                      <a:pt x="268" y="14"/>
                      <a:pt x="273" y="17"/>
                    </a:cubicBezTo>
                    <a:cubicBezTo>
                      <a:pt x="277" y="19"/>
                      <a:pt x="283" y="20"/>
                      <a:pt x="288" y="23"/>
                    </a:cubicBezTo>
                    <a:cubicBezTo>
                      <a:pt x="293" y="26"/>
                      <a:pt x="298" y="30"/>
                      <a:pt x="299" y="37"/>
                    </a:cubicBezTo>
                    <a:cubicBezTo>
                      <a:pt x="300" y="40"/>
                      <a:pt x="300" y="47"/>
                      <a:pt x="304" y="41"/>
                    </a:cubicBezTo>
                    <a:cubicBezTo>
                      <a:pt x="306" y="37"/>
                      <a:pt x="308" y="31"/>
                      <a:pt x="314" y="34"/>
                    </a:cubicBezTo>
                    <a:cubicBezTo>
                      <a:pt x="318" y="35"/>
                      <a:pt x="324" y="41"/>
                      <a:pt x="322" y="45"/>
                    </a:cubicBezTo>
                    <a:cubicBezTo>
                      <a:pt x="320" y="50"/>
                      <a:pt x="315" y="52"/>
                      <a:pt x="313" y="56"/>
                    </a:cubicBezTo>
                    <a:cubicBezTo>
                      <a:pt x="312" y="59"/>
                      <a:pt x="308" y="69"/>
                      <a:pt x="313" y="69"/>
                    </a:cubicBezTo>
                    <a:cubicBezTo>
                      <a:pt x="316" y="69"/>
                      <a:pt x="318" y="67"/>
                      <a:pt x="321" y="66"/>
                    </a:cubicBezTo>
                    <a:cubicBezTo>
                      <a:pt x="324" y="65"/>
                      <a:pt x="326" y="66"/>
                      <a:pt x="329" y="67"/>
                    </a:cubicBezTo>
                    <a:cubicBezTo>
                      <a:pt x="332" y="67"/>
                      <a:pt x="341" y="71"/>
                      <a:pt x="338" y="73"/>
                    </a:cubicBezTo>
                    <a:cubicBezTo>
                      <a:pt x="334" y="77"/>
                      <a:pt x="327" y="75"/>
                      <a:pt x="324" y="80"/>
                    </a:cubicBezTo>
                    <a:cubicBezTo>
                      <a:pt x="321" y="85"/>
                      <a:pt x="320" y="89"/>
                      <a:pt x="315" y="92"/>
                    </a:cubicBezTo>
                    <a:cubicBezTo>
                      <a:pt x="313" y="93"/>
                      <a:pt x="310" y="94"/>
                      <a:pt x="308" y="94"/>
                    </a:cubicBezTo>
                    <a:cubicBezTo>
                      <a:pt x="311" y="102"/>
                      <a:pt x="324" y="88"/>
                      <a:pt x="330" y="93"/>
                    </a:cubicBezTo>
                    <a:cubicBezTo>
                      <a:pt x="334" y="97"/>
                      <a:pt x="328" y="100"/>
                      <a:pt x="328" y="104"/>
                    </a:cubicBezTo>
                    <a:cubicBezTo>
                      <a:pt x="328" y="107"/>
                      <a:pt x="335" y="107"/>
                      <a:pt x="337" y="108"/>
                    </a:cubicBezTo>
                    <a:cubicBezTo>
                      <a:pt x="340" y="110"/>
                      <a:pt x="345" y="110"/>
                      <a:pt x="347" y="113"/>
                    </a:cubicBezTo>
                    <a:cubicBezTo>
                      <a:pt x="350" y="117"/>
                      <a:pt x="347" y="121"/>
                      <a:pt x="342" y="122"/>
                    </a:cubicBezTo>
                    <a:cubicBezTo>
                      <a:pt x="340" y="122"/>
                      <a:pt x="333" y="120"/>
                      <a:pt x="334" y="125"/>
                    </a:cubicBezTo>
                    <a:cubicBezTo>
                      <a:pt x="334" y="127"/>
                      <a:pt x="337" y="128"/>
                      <a:pt x="338" y="129"/>
                    </a:cubicBezTo>
                    <a:cubicBezTo>
                      <a:pt x="341" y="131"/>
                      <a:pt x="342" y="133"/>
                      <a:pt x="343" y="136"/>
                    </a:cubicBezTo>
                    <a:cubicBezTo>
                      <a:pt x="346" y="144"/>
                      <a:pt x="349" y="151"/>
                      <a:pt x="350" y="159"/>
                    </a:cubicBezTo>
                    <a:cubicBezTo>
                      <a:pt x="351" y="167"/>
                      <a:pt x="350" y="175"/>
                      <a:pt x="353" y="183"/>
                    </a:cubicBezTo>
                    <a:cubicBezTo>
                      <a:pt x="355" y="186"/>
                      <a:pt x="356" y="189"/>
                      <a:pt x="357" y="192"/>
                    </a:cubicBezTo>
                    <a:cubicBezTo>
                      <a:pt x="358" y="195"/>
                      <a:pt x="361" y="198"/>
                      <a:pt x="362" y="202"/>
                    </a:cubicBezTo>
                    <a:cubicBezTo>
                      <a:pt x="362" y="207"/>
                      <a:pt x="359" y="210"/>
                      <a:pt x="356" y="213"/>
                    </a:cubicBezTo>
                    <a:cubicBezTo>
                      <a:pt x="354" y="217"/>
                      <a:pt x="352" y="220"/>
                      <a:pt x="349" y="224"/>
                    </a:cubicBezTo>
                    <a:cubicBezTo>
                      <a:pt x="346" y="226"/>
                      <a:pt x="344" y="229"/>
                      <a:pt x="341" y="232"/>
                    </a:cubicBezTo>
                    <a:cubicBezTo>
                      <a:pt x="339" y="236"/>
                      <a:pt x="336" y="238"/>
                      <a:pt x="333" y="240"/>
                    </a:cubicBezTo>
                    <a:cubicBezTo>
                      <a:pt x="330" y="243"/>
                      <a:pt x="329" y="246"/>
                      <a:pt x="326" y="249"/>
                    </a:cubicBezTo>
                    <a:cubicBezTo>
                      <a:pt x="324" y="253"/>
                      <a:pt x="321" y="254"/>
                      <a:pt x="318" y="257"/>
                    </a:cubicBezTo>
                    <a:cubicBezTo>
                      <a:pt x="313" y="263"/>
                      <a:pt x="312" y="271"/>
                      <a:pt x="310" y="278"/>
                    </a:cubicBezTo>
                    <a:cubicBezTo>
                      <a:pt x="310" y="282"/>
                      <a:pt x="309" y="287"/>
                      <a:pt x="312" y="290"/>
                    </a:cubicBezTo>
                    <a:cubicBezTo>
                      <a:pt x="316" y="292"/>
                      <a:pt x="319" y="294"/>
                      <a:pt x="322" y="298"/>
                    </a:cubicBezTo>
                    <a:cubicBezTo>
                      <a:pt x="327" y="305"/>
                      <a:pt x="329" y="311"/>
                      <a:pt x="324" y="320"/>
                    </a:cubicBezTo>
                    <a:cubicBezTo>
                      <a:pt x="321" y="325"/>
                      <a:pt x="312" y="334"/>
                      <a:pt x="316" y="339"/>
                    </a:cubicBezTo>
                    <a:cubicBezTo>
                      <a:pt x="318" y="342"/>
                      <a:pt x="321" y="344"/>
                      <a:pt x="320" y="348"/>
                    </a:cubicBezTo>
                    <a:cubicBezTo>
                      <a:pt x="320" y="354"/>
                      <a:pt x="313" y="356"/>
                      <a:pt x="313" y="362"/>
                    </a:cubicBezTo>
                    <a:cubicBezTo>
                      <a:pt x="312" y="364"/>
                      <a:pt x="313" y="367"/>
                      <a:pt x="313" y="369"/>
                    </a:cubicBezTo>
                    <a:cubicBezTo>
                      <a:pt x="312" y="373"/>
                      <a:pt x="312" y="376"/>
                      <a:pt x="312" y="380"/>
                    </a:cubicBezTo>
                    <a:cubicBezTo>
                      <a:pt x="313" y="385"/>
                      <a:pt x="311" y="389"/>
                      <a:pt x="309" y="392"/>
                    </a:cubicBezTo>
                    <a:cubicBezTo>
                      <a:pt x="306" y="399"/>
                      <a:pt x="301" y="405"/>
                      <a:pt x="300" y="413"/>
                    </a:cubicBezTo>
                    <a:cubicBezTo>
                      <a:pt x="299" y="418"/>
                      <a:pt x="298" y="423"/>
                      <a:pt x="298" y="428"/>
                    </a:cubicBezTo>
                    <a:cubicBezTo>
                      <a:pt x="298" y="432"/>
                      <a:pt x="300" y="437"/>
                      <a:pt x="299" y="441"/>
                    </a:cubicBezTo>
                    <a:cubicBezTo>
                      <a:pt x="299" y="445"/>
                      <a:pt x="295" y="447"/>
                      <a:pt x="293" y="450"/>
                    </a:cubicBezTo>
                    <a:cubicBezTo>
                      <a:pt x="291" y="454"/>
                      <a:pt x="292" y="460"/>
                      <a:pt x="292" y="464"/>
                    </a:cubicBezTo>
                    <a:cubicBezTo>
                      <a:pt x="292" y="468"/>
                      <a:pt x="291" y="473"/>
                      <a:pt x="290" y="476"/>
                    </a:cubicBezTo>
                    <a:cubicBezTo>
                      <a:pt x="287" y="481"/>
                      <a:pt x="283" y="482"/>
                      <a:pt x="280" y="486"/>
                    </a:cubicBezTo>
                    <a:cubicBezTo>
                      <a:pt x="277" y="488"/>
                      <a:pt x="276" y="492"/>
                      <a:pt x="277" y="496"/>
                    </a:cubicBezTo>
                    <a:cubicBezTo>
                      <a:pt x="279" y="499"/>
                      <a:pt x="285" y="501"/>
                      <a:pt x="285" y="505"/>
                    </a:cubicBezTo>
                    <a:cubicBezTo>
                      <a:pt x="286" y="509"/>
                      <a:pt x="280" y="509"/>
                      <a:pt x="277" y="510"/>
                    </a:cubicBezTo>
                    <a:cubicBezTo>
                      <a:pt x="273" y="512"/>
                      <a:pt x="272" y="515"/>
                      <a:pt x="272" y="519"/>
                    </a:cubicBezTo>
                    <a:cubicBezTo>
                      <a:pt x="272" y="527"/>
                      <a:pt x="273" y="535"/>
                      <a:pt x="266" y="541"/>
                    </a:cubicBezTo>
                    <a:cubicBezTo>
                      <a:pt x="263" y="543"/>
                      <a:pt x="260" y="544"/>
                      <a:pt x="258" y="548"/>
                    </a:cubicBezTo>
                    <a:cubicBezTo>
                      <a:pt x="258" y="550"/>
                      <a:pt x="256" y="558"/>
                      <a:pt x="253" y="557"/>
                    </a:cubicBezTo>
                    <a:cubicBezTo>
                      <a:pt x="251" y="556"/>
                      <a:pt x="253" y="549"/>
                      <a:pt x="250" y="547"/>
                    </a:cubicBezTo>
                    <a:cubicBezTo>
                      <a:pt x="246" y="544"/>
                      <a:pt x="239" y="545"/>
                      <a:pt x="234" y="545"/>
                    </a:cubicBezTo>
                    <a:cubicBezTo>
                      <a:pt x="229" y="545"/>
                      <a:pt x="224" y="540"/>
                      <a:pt x="223" y="536"/>
                    </a:cubicBezTo>
                    <a:cubicBezTo>
                      <a:pt x="221" y="531"/>
                      <a:pt x="219" y="528"/>
                      <a:pt x="215" y="525"/>
                    </a:cubicBezTo>
                    <a:cubicBezTo>
                      <a:pt x="208" y="522"/>
                      <a:pt x="199" y="524"/>
                      <a:pt x="193" y="521"/>
                    </a:cubicBezTo>
                    <a:cubicBezTo>
                      <a:pt x="190" y="520"/>
                      <a:pt x="187" y="516"/>
                      <a:pt x="183" y="517"/>
                    </a:cubicBezTo>
                    <a:cubicBezTo>
                      <a:pt x="180" y="518"/>
                      <a:pt x="179" y="523"/>
                      <a:pt x="175" y="522"/>
                    </a:cubicBezTo>
                    <a:cubicBezTo>
                      <a:pt x="168" y="521"/>
                      <a:pt x="167" y="509"/>
                      <a:pt x="161" y="507"/>
                    </a:cubicBezTo>
                    <a:cubicBezTo>
                      <a:pt x="157" y="507"/>
                      <a:pt x="157" y="511"/>
                      <a:pt x="157" y="514"/>
                    </a:cubicBezTo>
                    <a:cubicBezTo>
                      <a:pt x="158" y="517"/>
                      <a:pt x="162" y="519"/>
                      <a:pt x="160" y="522"/>
                    </a:cubicBezTo>
                    <a:cubicBezTo>
                      <a:pt x="158" y="526"/>
                      <a:pt x="153" y="526"/>
                      <a:pt x="150" y="527"/>
                    </a:cubicBezTo>
                    <a:cubicBezTo>
                      <a:pt x="147" y="529"/>
                      <a:pt x="144" y="532"/>
                      <a:pt x="144" y="536"/>
                    </a:cubicBezTo>
                    <a:cubicBezTo>
                      <a:pt x="142" y="543"/>
                      <a:pt x="148" y="549"/>
                      <a:pt x="147" y="556"/>
                    </a:cubicBezTo>
                    <a:cubicBezTo>
                      <a:pt x="146" y="560"/>
                      <a:pt x="143" y="563"/>
                      <a:pt x="142" y="567"/>
                    </a:cubicBezTo>
                    <a:cubicBezTo>
                      <a:pt x="142" y="570"/>
                      <a:pt x="144" y="574"/>
                      <a:pt x="140" y="576"/>
                    </a:cubicBezTo>
                    <a:cubicBezTo>
                      <a:pt x="137" y="577"/>
                      <a:pt x="132" y="575"/>
                      <a:pt x="129" y="576"/>
                    </a:cubicBezTo>
                    <a:cubicBezTo>
                      <a:pt x="125" y="578"/>
                      <a:pt x="123" y="581"/>
                      <a:pt x="121" y="584"/>
                    </a:cubicBezTo>
                    <a:cubicBezTo>
                      <a:pt x="117" y="587"/>
                      <a:pt x="113" y="588"/>
                      <a:pt x="110" y="590"/>
                    </a:cubicBezTo>
                    <a:cubicBezTo>
                      <a:pt x="107" y="592"/>
                      <a:pt x="103" y="595"/>
                      <a:pt x="100" y="595"/>
                    </a:cubicBezTo>
                    <a:cubicBezTo>
                      <a:pt x="92" y="595"/>
                      <a:pt x="83" y="588"/>
                      <a:pt x="80" y="582"/>
                    </a:cubicBezTo>
                    <a:cubicBezTo>
                      <a:pt x="77" y="578"/>
                      <a:pt x="71" y="578"/>
                      <a:pt x="67" y="582"/>
                    </a:cubicBezTo>
                    <a:cubicBezTo>
                      <a:pt x="65" y="584"/>
                      <a:pt x="65" y="587"/>
                      <a:pt x="62" y="589"/>
                    </a:cubicBezTo>
                    <a:cubicBezTo>
                      <a:pt x="60" y="591"/>
                      <a:pt x="58" y="593"/>
                      <a:pt x="56" y="595"/>
                    </a:cubicBezTo>
                    <a:cubicBezTo>
                      <a:pt x="53" y="597"/>
                      <a:pt x="52" y="598"/>
                      <a:pt x="52" y="594"/>
                    </a:cubicBezTo>
                    <a:cubicBezTo>
                      <a:pt x="51" y="593"/>
                      <a:pt x="52" y="592"/>
                      <a:pt x="52" y="590"/>
                    </a:cubicBezTo>
                    <a:cubicBezTo>
                      <a:pt x="51" y="589"/>
                      <a:pt x="50" y="589"/>
                      <a:pt x="49" y="588"/>
                    </a:cubicBezTo>
                    <a:cubicBezTo>
                      <a:pt x="45" y="583"/>
                      <a:pt x="51" y="579"/>
                      <a:pt x="49" y="575"/>
                    </a:cubicBezTo>
                    <a:cubicBezTo>
                      <a:pt x="48" y="572"/>
                      <a:pt x="46" y="571"/>
                      <a:pt x="45" y="569"/>
                    </a:cubicBezTo>
                    <a:cubicBezTo>
                      <a:pt x="44" y="566"/>
                      <a:pt x="44" y="564"/>
                      <a:pt x="44" y="561"/>
                    </a:cubicBezTo>
                    <a:cubicBezTo>
                      <a:pt x="44" y="555"/>
                      <a:pt x="42" y="550"/>
                      <a:pt x="38" y="546"/>
                    </a:cubicBezTo>
                    <a:cubicBezTo>
                      <a:pt x="35" y="543"/>
                      <a:pt x="34" y="543"/>
                      <a:pt x="30" y="542"/>
                    </a:cubicBezTo>
                    <a:cubicBezTo>
                      <a:pt x="27" y="541"/>
                      <a:pt x="27" y="537"/>
                      <a:pt x="24" y="540"/>
                    </a:cubicBezTo>
                    <a:cubicBezTo>
                      <a:pt x="23" y="541"/>
                      <a:pt x="22" y="543"/>
                      <a:pt x="21" y="545"/>
                    </a:cubicBezTo>
                    <a:cubicBezTo>
                      <a:pt x="20" y="546"/>
                      <a:pt x="18" y="547"/>
                      <a:pt x="18" y="549"/>
                    </a:cubicBezTo>
                    <a:cubicBezTo>
                      <a:pt x="16" y="551"/>
                      <a:pt x="18" y="555"/>
                      <a:pt x="18" y="557"/>
                    </a:cubicBezTo>
                    <a:cubicBezTo>
                      <a:pt x="18" y="562"/>
                      <a:pt x="11" y="568"/>
                      <a:pt x="6" y="568"/>
                    </a:cubicBezTo>
                    <a:cubicBezTo>
                      <a:pt x="5" y="566"/>
                      <a:pt x="5" y="564"/>
                      <a:pt x="5" y="563"/>
                    </a:cubicBezTo>
                    <a:cubicBezTo>
                      <a:pt x="5" y="561"/>
                      <a:pt x="6" y="559"/>
                      <a:pt x="6" y="558"/>
                    </a:cubicBezTo>
                    <a:cubicBezTo>
                      <a:pt x="5" y="556"/>
                      <a:pt x="4" y="557"/>
                      <a:pt x="3" y="556"/>
                    </a:cubicBezTo>
                    <a:cubicBezTo>
                      <a:pt x="2" y="555"/>
                      <a:pt x="3" y="553"/>
                      <a:pt x="2" y="552"/>
                    </a:cubicBezTo>
                    <a:cubicBezTo>
                      <a:pt x="2" y="544"/>
                      <a:pt x="0" y="537"/>
                      <a:pt x="1" y="530"/>
                    </a:cubicBezTo>
                    <a:cubicBezTo>
                      <a:pt x="2" y="530"/>
                      <a:pt x="13" y="528"/>
                      <a:pt x="13" y="5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25" name="Freeform 2025">
                <a:extLst>
                  <a:ext uri="{FF2B5EF4-FFF2-40B4-BE49-F238E27FC236}">
                    <a16:creationId xmlns:a16="http://schemas.microsoft.com/office/drawing/2014/main" id="{AC4950C5-266B-467D-A930-4BFCABF50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3647"/>
                <a:ext cx="6" cy="3"/>
              </a:xfrm>
              <a:custGeom>
                <a:avLst/>
                <a:gdLst>
                  <a:gd name="T0" fmla="*/ 11 w 15"/>
                  <a:gd name="T1" fmla="*/ 6 h 7"/>
                  <a:gd name="T2" fmla="*/ 1 w 15"/>
                  <a:gd name="T3" fmla="*/ 4 h 7"/>
                  <a:gd name="T4" fmla="*/ 6 w 15"/>
                  <a:gd name="T5" fmla="*/ 0 h 7"/>
                  <a:gd name="T6" fmla="*/ 13 w 15"/>
                  <a:gd name="T7" fmla="*/ 2 h 7"/>
                  <a:gd name="T8" fmla="*/ 10 w 15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11" y="6"/>
                    </a:moveTo>
                    <a:cubicBezTo>
                      <a:pt x="8" y="6"/>
                      <a:pt x="2" y="7"/>
                      <a:pt x="1" y="4"/>
                    </a:cubicBezTo>
                    <a:cubicBezTo>
                      <a:pt x="0" y="0"/>
                      <a:pt x="4" y="0"/>
                      <a:pt x="6" y="0"/>
                    </a:cubicBezTo>
                    <a:cubicBezTo>
                      <a:pt x="9" y="0"/>
                      <a:pt x="11" y="0"/>
                      <a:pt x="13" y="2"/>
                    </a:cubicBezTo>
                    <a:cubicBezTo>
                      <a:pt x="15" y="4"/>
                      <a:pt x="13" y="7"/>
                      <a:pt x="10" y="6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26" name="Freeform 2026">
                <a:extLst>
                  <a:ext uri="{FF2B5EF4-FFF2-40B4-BE49-F238E27FC236}">
                    <a16:creationId xmlns:a16="http://schemas.microsoft.com/office/drawing/2014/main" id="{F834E33F-0D4A-40FD-B204-3BBD7CE18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642"/>
                <a:ext cx="6" cy="4"/>
              </a:xfrm>
              <a:custGeom>
                <a:avLst/>
                <a:gdLst>
                  <a:gd name="T0" fmla="*/ 11 w 16"/>
                  <a:gd name="T1" fmla="*/ 4 h 10"/>
                  <a:gd name="T2" fmla="*/ 12 w 16"/>
                  <a:gd name="T3" fmla="*/ 2 h 10"/>
                  <a:gd name="T4" fmla="*/ 15 w 16"/>
                  <a:gd name="T5" fmla="*/ 6 h 10"/>
                  <a:gd name="T6" fmla="*/ 7 w 16"/>
                  <a:gd name="T7" fmla="*/ 9 h 10"/>
                  <a:gd name="T8" fmla="*/ 11 w 16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11" y="4"/>
                    </a:moveTo>
                    <a:cubicBezTo>
                      <a:pt x="11" y="3"/>
                      <a:pt x="11" y="2"/>
                      <a:pt x="12" y="2"/>
                    </a:cubicBezTo>
                    <a:cubicBezTo>
                      <a:pt x="16" y="0"/>
                      <a:pt x="16" y="4"/>
                      <a:pt x="15" y="6"/>
                    </a:cubicBezTo>
                    <a:cubicBezTo>
                      <a:pt x="14" y="10"/>
                      <a:pt x="10" y="10"/>
                      <a:pt x="7" y="9"/>
                    </a:cubicBezTo>
                    <a:cubicBezTo>
                      <a:pt x="0" y="6"/>
                      <a:pt x="8" y="6"/>
                      <a:pt x="1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27" name="Freeform 2027">
                <a:extLst>
                  <a:ext uri="{FF2B5EF4-FFF2-40B4-BE49-F238E27FC236}">
                    <a16:creationId xmlns:a16="http://schemas.microsoft.com/office/drawing/2014/main" id="{212D71A7-51D3-4966-80F6-3E4F91227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3607"/>
                <a:ext cx="5" cy="10"/>
              </a:xfrm>
              <a:custGeom>
                <a:avLst/>
                <a:gdLst>
                  <a:gd name="T0" fmla="*/ 4 w 11"/>
                  <a:gd name="T1" fmla="*/ 22 h 25"/>
                  <a:gd name="T2" fmla="*/ 1 w 11"/>
                  <a:gd name="T3" fmla="*/ 13 h 25"/>
                  <a:gd name="T4" fmla="*/ 3 w 11"/>
                  <a:gd name="T5" fmla="*/ 9 h 25"/>
                  <a:gd name="T6" fmla="*/ 5 w 11"/>
                  <a:gd name="T7" fmla="*/ 3 h 25"/>
                  <a:gd name="T8" fmla="*/ 4 w 11"/>
                  <a:gd name="T9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4" y="22"/>
                    </a:moveTo>
                    <a:cubicBezTo>
                      <a:pt x="2" y="20"/>
                      <a:pt x="0" y="14"/>
                      <a:pt x="1" y="13"/>
                    </a:cubicBezTo>
                    <a:cubicBezTo>
                      <a:pt x="2" y="11"/>
                      <a:pt x="3" y="11"/>
                      <a:pt x="3" y="9"/>
                    </a:cubicBezTo>
                    <a:cubicBezTo>
                      <a:pt x="4" y="7"/>
                      <a:pt x="3" y="5"/>
                      <a:pt x="5" y="3"/>
                    </a:cubicBezTo>
                    <a:cubicBezTo>
                      <a:pt x="11" y="0"/>
                      <a:pt x="10" y="25"/>
                      <a:pt x="4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28" name="Freeform 2028">
                <a:extLst>
                  <a:ext uri="{FF2B5EF4-FFF2-40B4-BE49-F238E27FC236}">
                    <a16:creationId xmlns:a16="http://schemas.microsoft.com/office/drawing/2014/main" id="{559CD490-80FA-4088-B328-0A1E21007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3605"/>
                <a:ext cx="6" cy="7"/>
              </a:xfrm>
              <a:custGeom>
                <a:avLst/>
                <a:gdLst>
                  <a:gd name="T0" fmla="*/ 8 w 15"/>
                  <a:gd name="T1" fmla="*/ 19 h 19"/>
                  <a:gd name="T2" fmla="*/ 5 w 15"/>
                  <a:gd name="T3" fmla="*/ 13 h 19"/>
                  <a:gd name="T4" fmla="*/ 1 w 15"/>
                  <a:gd name="T5" fmla="*/ 10 h 19"/>
                  <a:gd name="T6" fmla="*/ 7 w 15"/>
                  <a:gd name="T7" fmla="*/ 5 h 19"/>
                  <a:gd name="T8" fmla="*/ 11 w 15"/>
                  <a:gd name="T9" fmla="*/ 1 h 19"/>
                  <a:gd name="T10" fmla="*/ 8 w 15"/>
                  <a:gd name="T1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9">
                    <a:moveTo>
                      <a:pt x="8" y="19"/>
                    </a:moveTo>
                    <a:cubicBezTo>
                      <a:pt x="6" y="18"/>
                      <a:pt x="8" y="15"/>
                      <a:pt x="5" y="13"/>
                    </a:cubicBezTo>
                    <a:cubicBezTo>
                      <a:pt x="3" y="12"/>
                      <a:pt x="0" y="13"/>
                      <a:pt x="1" y="10"/>
                    </a:cubicBezTo>
                    <a:cubicBezTo>
                      <a:pt x="1" y="7"/>
                      <a:pt x="5" y="7"/>
                      <a:pt x="7" y="5"/>
                    </a:cubicBezTo>
                    <a:cubicBezTo>
                      <a:pt x="8" y="3"/>
                      <a:pt x="9" y="0"/>
                      <a:pt x="11" y="1"/>
                    </a:cubicBezTo>
                    <a:cubicBezTo>
                      <a:pt x="15" y="2"/>
                      <a:pt x="8" y="19"/>
                      <a:pt x="8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29" name="Freeform 2029">
                <a:extLst>
                  <a:ext uri="{FF2B5EF4-FFF2-40B4-BE49-F238E27FC236}">
                    <a16:creationId xmlns:a16="http://schemas.microsoft.com/office/drawing/2014/main" id="{588B38E2-6606-49C2-B542-812DEA2CD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3606"/>
                <a:ext cx="2" cy="4"/>
              </a:xfrm>
              <a:custGeom>
                <a:avLst/>
                <a:gdLst>
                  <a:gd name="T0" fmla="*/ 6 w 6"/>
                  <a:gd name="T1" fmla="*/ 0 h 10"/>
                  <a:gd name="T2" fmla="*/ 1 w 6"/>
                  <a:gd name="T3" fmla="*/ 5 h 10"/>
                  <a:gd name="T4" fmla="*/ 5 w 6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5" y="2"/>
                      <a:pt x="3" y="10"/>
                      <a:pt x="1" y="5"/>
                    </a:cubicBezTo>
                    <a:cubicBezTo>
                      <a:pt x="0" y="2"/>
                      <a:pt x="3" y="0"/>
                      <a:pt x="5" y="0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30" name="Freeform 2030">
                <a:extLst>
                  <a:ext uri="{FF2B5EF4-FFF2-40B4-BE49-F238E27FC236}">
                    <a16:creationId xmlns:a16="http://schemas.microsoft.com/office/drawing/2014/main" id="{19792ADE-48FE-4755-9123-E0184662B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3602"/>
                <a:ext cx="5" cy="2"/>
              </a:xfrm>
              <a:custGeom>
                <a:avLst/>
                <a:gdLst>
                  <a:gd name="T0" fmla="*/ 10 w 13"/>
                  <a:gd name="T1" fmla="*/ 6 h 6"/>
                  <a:gd name="T2" fmla="*/ 7 w 13"/>
                  <a:gd name="T3" fmla="*/ 0 h 6"/>
                  <a:gd name="T4" fmla="*/ 11 w 13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10" y="6"/>
                    </a:moveTo>
                    <a:cubicBezTo>
                      <a:pt x="8" y="5"/>
                      <a:pt x="0" y="0"/>
                      <a:pt x="7" y="0"/>
                    </a:cubicBezTo>
                    <a:cubicBezTo>
                      <a:pt x="10" y="0"/>
                      <a:pt x="13" y="3"/>
                      <a:pt x="11" y="5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31" name="Freeform 2031">
                <a:extLst>
                  <a:ext uri="{FF2B5EF4-FFF2-40B4-BE49-F238E27FC236}">
                    <a16:creationId xmlns:a16="http://schemas.microsoft.com/office/drawing/2014/main" id="{74FABC15-94FB-44AA-8403-01F539FE8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608"/>
                <a:ext cx="15" cy="15"/>
              </a:xfrm>
              <a:custGeom>
                <a:avLst/>
                <a:gdLst>
                  <a:gd name="T0" fmla="*/ 11 w 36"/>
                  <a:gd name="T1" fmla="*/ 25 h 36"/>
                  <a:gd name="T2" fmla="*/ 10 w 36"/>
                  <a:gd name="T3" fmla="*/ 33 h 36"/>
                  <a:gd name="T4" fmla="*/ 2 w 36"/>
                  <a:gd name="T5" fmla="*/ 34 h 36"/>
                  <a:gd name="T6" fmla="*/ 3 w 36"/>
                  <a:gd name="T7" fmla="*/ 23 h 36"/>
                  <a:gd name="T8" fmla="*/ 13 w 36"/>
                  <a:gd name="T9" fmla="*/ 17 h 36"/>
                  <a:gd name="T10" fmla="*/ 22 w 36"/>
                  <a:gd name="T11" fmla="*/ 11 h 36"/>
                  <a:gd name="T12" fmla="*/ 25 w 36"/>
                  <a:gd name="T13" fmla="*/ 2 h 36"/>
                  <a:gd name="T14" fmla="*/ 36 w 36"/>
                  <a:gd name="T15" fmla="*/ 8 h 36"/>
                  <a:gd name="T16" fmla="*/ 28 w 36"/>
                  <a:gd name="T17" fmla="*/ 20 h 36"/>
                  <a:gd name="T18" fmla="*/ 20 w 36"/>
                  <a:gd name="T19" fmla="*/ 22 h 36"/>
                  <a:gd name="T20" fmla="*/ 11 w 36"/>
                  <a:gd name="T21" fmla="*/ 2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36">
                    <a:moveTo>
                      <a:pt x="11" y="25"/>
                    </a:moveTo>
                    <a:cubicBezTo>
                      <a:pt x="9" y="27"/>
                      <a:pt x="11" y="30"/>
                      <a:pt x="10" y="33"/>
                    </a:cubicBezTo>
                    <a:cubicBezTo>
                      <a:pt x="8" y="35"/>
                      <a:pt x="4" y="36"/>
                      <a:pt x="2" y="34"/>
                    </a:cubicBezTo>
                    <a:cubicBezTo>
                      <a:pt x="0" y="31"/>
                      <a:pt x="2" y="26"/>
                      <a:pt x="3" y="23"/>
                    </a:cubicBezTo>
                    <a:cubicBezTo>
                      <a:pt x="5" y="20"/>
                      <a:pt x="9" y="18"/>
                      <a:pt x="13" y="17"/>
                    </a:cubicBezTo>
                    <a:cubicBezTo>
                      <a:pt x="16" y="15"/>
                      <a:pt x="20" y="14"/>
                      <a:pt x="22" y="11"/>
                    </a:cubicBezTo>
                    <a:cubicBezTo>
                      <a:pt x="23" y="8"/>
                      <a:pt x="22" y="4"/>
                      <a:pt x="25" y="2"/>
                    </a:cubicBezTo>
                    <a:cubicBezTo>
                      <a:pt x="31" y="0"/>
                      <a:pt x="35" y="3"/>
                      <a:pt x="36" y="8"/>
                    </a:cubicBezTo>
                    <a:cubicBezTo>
                      <a:pt x="36" y="14"/>
                      <a:pt x="33" y="18"/>
                      <a:pt x="28" y="20"/>
                    </a:cubicBezTo>
                    <a:cubicBezTo>
                      <a:pt x="25" y="21"/>
                      <a:pt x="23" y="22"/>
                      <a:pt x="20" y="22"/>
                    </a:cubicBezTo>
                    <a:cubicBezTo>
                      <a:pt x="17" y="22"/>
                      <a:pt x="13" y="22"/>
                      <a:pt x="11" y="2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32" name="Freeform 2032">
                <a:extLst>
                  <a:ext uri="{FF2B5EF4-FFF2-40B4-BE49-F238E27FC236}">
                    <a16:creationId xmlns:a16="http://schemas.microsoft.com/office/drawing/2014/main" id="{74559925-66EE-4987-ADD8-1D551C4F6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3511"/>
                <a:ext cx="2" cy="3"/>
              </a:xfrm>
              <a:custGeom>
                <a:avLst/>
                <a:gdLst>
                  <a:gd name="T0" fmla="*/ 5 w 5"/>
                  <a:gd name="T1" fmla="*/ 4 h 6"/>
                  <a:gd name="T2" fmla="*/ 0 w 5"/>
                  <a:gd name="T3" fmla="*/ 1 h 6"/>
                  <a:gd name="T4" fmla="*/ 5 w 5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1" y="2"/>
                      <a:pt x="0" y="1"/>
                    </a:cubicBezTo>
                    <a:cubicBezTo>
                      <a:pt x="2" y="0"/>
                      <a:pt x="5" y="2"/>
                      <a:pt x="5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33" name="Freeform 2033">
                <a:extLst>
                  <a:ext uri="{FF2B5EF4-FFF2-40B4-BE49-F238E27FC236}">
                    <a16:creationId xmlns:a16="http://schemas.microsoft.com/office/drawing/2014/main" id="{CA22392A-434C-49FC-81CD-1BC717334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3497"/>
                <a:ext cx="6" cy="9"/>
              </a:xfrm>
              <a:custGeom>
                <a:avLst/>
                <a:gdLst>
                  <a:gd name="T0" fmla="*/ 10 w 14"/>
                  <a:gd name="T1" fmla="*/ 17 h 23"/>
                  <a:gd name="T2" fmla="*/ 8 w 14"/>
                  <a:gd name="T3" fmla="*/ 11 h 23"/>
                  <a:gd name="T4" fmla="*/ 4 w 14"/>
                  <a:gd name="T5" fmla="*/ 9 h 23"/>
                  <a:gd name="T6" fmla="*/ 11 w 14"/>
                  <a:gd name="T7" fmla="*/ 2 h 23"/>
                  <a:gd name="T8" fmla="*/ 14 w 14"/>
                  <a:gd name="T9" fmla="*/ 8 h 23"/>
                  <a:gd name="T10" fmla="*/ 10 w 14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3">
                    <a:moveTo>
                      <a:pt x="10" y="17"/>
                    </a:moveTo>
                    <a:cubicBezTo>
                      <a:pt x="9" y="15"/>
                      <a:pt x="10" y="13"/>
                      <a:pt x="8" y="11"/>
                    </a:cubicBezTo>
                    <a:cubicBezTo>
                      <a:pt x="7" y="9"/>
                      <a:pt x="5" y="10"/>
                      <a:pt x="4" y="9"/>
                    </a:cubicBezTo>
                    <a:cubicBezTo>
                      <a:pt x="0" y="5"/>
                      <a:pt x="7" y="0"/>
                      <a:pt x="11" y="2"/>
                    </a:cubicBezTo>
                    <a:cubicBezTo>
                      <a:pt x="14" y="3"/>
                      <a:pt x="14" y="5"/>
                      <a:pt x="14" y="8"/>
                    </a:cubicBezTo>
                    <a:cubicBezTo>
                      <a:pt x="14" y="11"/>
                      <a:pt x="14" y="23"/>
                      <a:pt x="10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34" name="Freeform 2034">
                <a:extLst>
                  <a:ext uri="{FF2B5EF4-FFF2-40B4-BE49-F238E27FC236}">
                    <a16:creationId xmlns:a16="http://schemas.microsoft.com/office/drawing/2014/main" id="{F36EA691-4B72-42F3-8ABF-FFB4FC341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3494"/>
                <a:ext cx="4" cy="5"/>
              </a:xfrm>
              <a:custGeom>
                <a:avLst/>
                <a:gdLst>
                  <a:gd name="T0" fmla="*/ 11 w 11"/>
                  <a:gd name="T1" fmla="*/ 8 h 13"/>
                  <a:gd name="T2" fmla="*/ 8 w 11"/>
                  <a:gd name="T3" fmla="*/ 12 h 13"/>
                  <a:gd name="T4" fmla="*/ 9 w 11"/>
                  <a:gd name="T5" fmla="*/ 4 h 13"/>
                  <a:gd name="T6" fmla="*/ 11 w 11"/>
                  <a:gd name="T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1" y="8"/>
                    </a:moveTo>
                    <a:cubicBezTo>
                      <a:pt x="10" y="10"/>
                      <a:pt x="10" y="11"/>
                      <a:pt x="8" y="12"/>
                    </a:cubicBezTo>
                    <a:cubicBezTo>
                      <a:pt x="0" y="13"/>
                      <a:pt x="2" y="0"/>
                      <a:pt x="9" y="4"/>
                    </a:cubicBezTo>
                    <a:cubicBezTo>
                      <a:pt x="11" y="5"/>
                      <a:pt x="11" y="7"/>
                      <a:pt x="1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35" name="Freeform 2035">
                <a:extLst>
                  <a:ext uri="{FF2B5EF4-FFF2-40B4-BE49-F238E27FC236}">
                    <a16:creationId xmlns:a16="http://schemas.microsoft.com/office/drawing/2014/main" id="{0256F803-6988-412C-9418-57F38725C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3467"/>
                <a:ext cx="6" cy="3"/>
              </a:xfrm>
              <a:custGeom>
                <a:avLst/>
                <a:gdLst>
                  <a:gd name="T0" fmla="*/ 11 w 13"/>
                  <a:gd name="T1" fmla="*/ 7 h 8"/>
                  <a:gd name="T2" fmla="*/ 4 w 13"/>
                  <a:gd name="T3" fmla="*/ 8 h 8"/>
                  <a:gd name="T4" fmla="*/ 1 w 13"/>
                  <a:gd name="T5" fmla="*/ 4 h 8"/>
                  <a:gd name="T6" fmla="*/ 3 w 13"/>
                  <a:gd name="T7" fmla="*/ 3 h 8"/>
                  <a:gd name="T8" fmla="*/ 5 w 13"/>
                  <a:gd name="T9" fmla="*/ 2 h 8"/>
                  <a:gd name="T10" fmla="*/ 11 w 13"/>
                  <a:gd name="T11" fmla="*/ 2 h 8"/>
                  <a:gd name="T12" fmla="*/ 11 w 13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11" y="7"/>
                    </a:moveTo>
                    <a:cubicBezTo>
                      <a:pt x="9" y="8"/>
                      <a:pt x="6" y="8"/>
                      <a:pt x="4" y="8"/>
                    </a:cubicBezTo>
                    <a:cubicBezTo>
                      <a:pt x="3" y="7"/>
                      <a:pt x="0" y="6"/>
                      <a:pt x="1" y="4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6" y="0"/>
                      <a:pt x="10" y="1"/>
                      <a:pt x="11" y="2"/>
                    </a:cubicBezTo>
                    <a:cubicBezTo>
                      <a:pt x="12" y="3"/>
                      <a:pt x="13" y="6"/>
                      <a:pt x="1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36" name="Freeform 2036">
                <a:extLst>
                  <a:ext uri="{FF2B5EF4-FFF2-40B4-BE49-F238E27FC236}">
                    <a16:creationId xmlns:a16="http://schemas.microsoft.com/office/drawing/2014/main" id="{15E2ED10-8E5E-469A-8C06-CDF9D3B8C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3417"/>
                <a:ext cx="6" cy="7"/>
              </a:xfrm>
              <a:custGeom>
                <a:avLst/>
                <a:gdLst>
                  <a:gd name="T0" fmla="*/ 2 w 15"/>
                  <a:gd name="T1" fmla="*/ 17 h 17"/>
                  <a:gd name="T2" fmla="*/ 0 w 15"/>
                  <a:gd name="T3" fmla="*/ 12 h 17"/>
                  <a:gd name="T4" fmla="*/ 1 w 15"/>
                  <a:gd name="T5" fmla="*/ 6 h 17"/>
                  <a:gd name="T6" fmla="*/ 9 w 15"/>
                  <a:gd name="T7" fmla="*/ 2 h 17"/>
                  <a:gd name="T8" fmla="*/ 2 w 15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7">
                    <a:moveTo>
                      <a:pt x="2" y="17"/>
                    </a:moveTo>
                    <a:cubicBezTo>
                      <a:pt x="2" y="17"/>
                      <a:pt x="0" y="12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2" y="3"/>
                      <a:pt x="6" y="0"/>
                      <a:pt x="9" y="2"/>
                    </a:cubicBezTo>
                    <a:cubicBezTo>
                      <a:pt x="15" y="5"/>
                      <a:pt x="5" y="15"/>
                      <a:pt x="2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37" name="Freeform 2037">
                <a:extLst>
                  <a:ext uri="{FF2B5EF4-FFF2-40B4-BE49-F238E27FC236}">
                    <a16:creationId xmlns:a16="http://schemas.microsoft.com/office/drawing/2014/main" id="{438A9AEC-2809-45CA-9AD5-0FD5343DD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3442"/>
                <a:ext cx="32" cy="19"/>
              </a:xfrm>
              <a:custGeom>
                <a:avLst/>
                <a:gdLst>
                  <a:gd name="T0" fmla="*/ 69 w 77"/>
                  <a:gd name="T1" fmla="*/ 42 h 47"/>
                  <a:gd name="T2" fmla="*/ 60 w 77"/>
                  <a:gd name="T3" fmla="*/ 44 h 47"/>
                  <a:gd name="T4" fmla="*/ 54 w 77"/>
                  <a:gd name="T5" fmla="*/ 34 h 47"/>
                  <a:gd name="T6" fmla="*/ 47 w 77"/>
                  <a:gd name="T7" fmla="*/ 32 h 47"/>
                  <a:gd name="T8" fmla="*/ 35 w 77"/>
                  <a:gd name="T9" fmla="*/ 32 h 47"/>
                  <a:gd name="T10" fmla="*/ 26 w 77"/>
                  <a:gd name="T11" fmla="*/ 33 h 47"/>
                  <a:gd name="T12" fmla="*/ 18 w 77"/>
                  <a:gd name="T13" fmla="*/ 36 h 47"/>
                  <a:gd name="T14" fmla="*/ 5 w 77"/>
                  <a:gd name="T15" fmla="*/ 30 h 47"/>
                  <a:gd name="T16" fmla="*/ 8 w 77"/>
                  <a:gd name="T17" fmla="*/ 14 h 47"/>
                  <a:gd name="T18" fmla="*/ 21 w 77"/>
                  <a:gd name="T19" fmla="*/ 11 h 47"/>
                  <a:gd name="T20" fmla="*/ 32 w 77"/>
                  <a:gd name="T21" fmla="*/ 16 h 47"/>
                  <a:gd name="T22" fmla="*/ 36 w 77"/>
                  <a:gd name="T23" fmla="*/ 14 h 47"/>
                  <a:gd name="T24" fmla="*/ 42 w 77"/>
                  <a:gd name="T25" fmla="*/ 13 h 47"/>
                  <a:gd name="T26" fmla="*/ 52 w 77"/>
                  <a:gd name="T27" fmla="*/ 10 h 47"/>
                  <a:gd name="T28" fmla="*/ 56 w 77"/>
                  <a:gd name="T29" fmla="*/ 16 h 47"/>
                  <a:gd name="T30" fmla="*/ 64 w 77"/>
                  <a:gd name="T31" fmla="*/ 8 h 47"/>
                  <a:gd name="T32" fmla="*/ 69 w 77"/>
                  <a:gd name="T33" fmla="*/ 1 h 47"/>
                  <a:gd name="T34" fmla="*/ 73 w 77"/>
                  <a:gd name="T35" fmla="*/ 8 h 47"/>
                  <a:gd name="T36" fmla="*/ 74 w 77"/>
                  <a:gd name="T37" fmla="*/ 18 h 47"/>
                  <a:gd name="T38" fmla="*/ 69 w 77"/>
                  <a:gd name="T39" fmla="*/ 26 h 47"/>
                  <a:gd name="T40" fmla="*/ 66 w 77"/>
                  <a:gd name="T41" fmla="*/ 33 h 47"/>
                  <a:gd name="T42" fmla="*/ 69 w 77"/>
                  <a:gd name="T43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7" h="47">
                    <a:moveTo>
                      <a:pt x="69" y="42"/>
                    </a:moveTo>
                    <a:cubicBezTo>
                      <a:pt x="68" y="47"/>
                      <a:pt x="64" y="47"/>
                      <a:pt x="60" y="44"/>
                    </a:cubicBezTo>
                    <a:cubicBezTo>
                      <a:pt x="57" y="41"/>
                      <a:pt x="55" y="38"/>
                      <a:pt x="54" y="34"/>
                    </a:cubicBezTo>
                    <a:cubicBezTo>
                      <a:pt x="52" y="28"/>
                      <a:pt x="52" y="29"/>
                      <a:pt x="47" y="32"/>
                    </a:cubicBezTo>
                    <a:cubicBezTo>
                      <a:pt x="43" y="33"/>
                      <a:pt x="39" y="32"/>
                      <a:pt x="35" y="32"/>
                    </a:cubicBezTo>
                    <a:cubicBezTo>
                      <a:pt x="32" y="32"/>
                      <a:pt x="29" y="33"/>
                      <a:pt x="26" y="33"/>
                    </a:cubicBezTo>
                    <a:cubicBezTo>
                      <a:pt x="24" y="34"/>
                      <a:pt x="21" y="36"/>
                      <a:pt x="18" y="36"/>
                    </a:cubicBezTo>
                    <a:cubicBezTo>
                      <a:pt x="14" y="37"/>
                      <a:pt x="8" y="33"/>
                      <a:pt x="5" y="30"/>
                    </a:cubicBezTo>
                    <a:cubicBezTo>
                      <a:pt x="0" y="24"/>
                      <a:pt x="1" y="17"/>
                      <a:pt x="8" y="14"/>
                    </a:cubicBezTo>
                    <a:cubicBezTo>
                      <a:pt x="12" y="12"/>
                      <a:pt x="17" y="10"/>
                      <a:pt x="21" y="11"/>
                    </a:cubicBezTo>
                    <a:cubicBezTo>
                      <a:pt x="25" y="11"/>
                      <a:pt x="28" y="16"/>
                      <a:pt x="32" y="16"/>
                    </a:cubicBezTo>
                    <a:cubicBezTo>
                      <a:pt x="33" y="16"/>
                      <a:pt x="34" y="14"/>
                      <a:pt x="36" y="14"/>
                    </a:cubicBezTo>
                    <a:cubicBezTo>
                      <a:pt x="38" y="13"/>
                      <a:pt x="39" y="13"/>
                      <a:pt x="42" y="13"/>
                    </a:cubicBezTo>
                    <a:cubicBezTo>
                      <a:pt x="44" y="12"/>
                      <a:pt x="50" y="9"/>
                      <a:pt x="52" y="10"/>
                    </a:cubicBezTo>
                    <a:cubicBezTo>
                      <a:pt x="55" y="13"/>
                      <a:pt x="50" y="19"/>
                      <a:pt x="56" y="16"/>
                    </a:cubicBezTo>
                    <a:cubicBezTo>
                      <a:pt x="58" y="15"/>
                      <a:pt x="63" y="11"/>
                      <a:pt x="64" y="8"/>
                    </a:cubicBezTo>
                    <a:cubicBezTo>
                      <a:pt x="65" y="6"/>
                      <a:pt x="64" y="0"/>
                      <a:pt x="69" y="1"/>
                    </a:cubicBezTo>
                    <a:cubicBezTo>
                      <a:pt x="72" y="2"/>
                      <a:pt x="71" y="6"/>
                      <a:pt x="73" y="8"/>
                    </a:cubicBezTo>
                    <a:cubicBezTo>
                      <a:pt x="75" y="12"/>
                      <a:pt x="77" y="13"/>
                      <a:pt x="74" y="18"/>
                    </a:cubicBezTo>
                    <a:cubicBezTo>
                      <a:pt x="73" y="21"/>
                      <a:pt x="72" y="24"/>
                      <a:pt x="69" y="26"/>
                    </a:cubicBezTo>
                    <a:cubicBezTo>
                      <a:pt x="67" y="29"/>
                      <a:pt x="64" y="30"/>
                      <a:pt x="66" y="33"/>
                    </a:cubicBezTo>
                    <a:cubicBezTo>
                      <a:pt x="68" y="36"/>
                      <a:pt x="70" y="38"/>
                      <a:pt x="69" y="4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38" name="Freeform 2038">
                <a:extLst>
                  <a:ext uri="{FF2B5EF4-FFF2-40B4-BE49-F238E27FC236}">
                    <a16:creationId xmlns:a16="http://schemas.microsoft.com/office/drawing/2014/main" id="{2F784F50-7AB4-4F3D-B5A5-44DA663073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54" y="3002"/>
                <a:ext cx="954" cy="996"/>
              </a:xfrm>
              <a:custGeom>
                <a:avLst/>
                <a:gdLst>
                  <a:gd name="T0" fmla="*/ 2191 w 2344"/>
                  <a:gd name="T1" fmla="*/ 1724 h 2447"/>
                  <a:gd name="T2" fmla="*/ 2084 w 2344"/>
                  <a:gd name="T3" fmla="*/ 1661 h 2447"/>
                  <a:gd name="T4" fmla="*/ 1949 w 2344"/>
                  <a:gd name="T5" fmla="*/ 1596 h 2447"/>
                  <a:gd name="T6" fmla="*/ 1792 w 2344"/>
                  <a:gd name="T7" fmla="*/ 1512 h 2447"/>
                  <a:gd name="T8" fmla="*/ 1850 w 2344"/>
                  <a:gd name="T9" fmla="*/ 1433 h 2447"/>
                  <a:gd name="T10" fmla="*/ 1685 w 2344"/>
                  <a:gd name="T11" fmla="*/ 1401 h 2447"/>
                  <a:gd name="T12" fmla="*/ 1531 w 2344"/>
                  <a:gd name="T13" fmla="*/ 1321 h 2447"/>
                  <a:gd name="T14" fmla="*/ 1432 w 2344"/>
                  <a:gd name="T15" fmla="*/ 1225 h 2447"/>
                  <a:gd name="T16" fmla="*/ 1377 w 2344"/>
                  <a:gd name="T17" fmla="*/ 1053 h 2447"/>
                  <a:gd name="T18" fmla="*/ 1247 w 2344"/>
                  <a:gd name="T19" fmla="*/ 888 h 2447"/>
                  <a:gd name="T20" fmla="*/ 1097 w 2344"/>
                  <a:gd name="T21" fmla="*/ 731 h 2447"/>
                  <a:gd name="T22" fmla="*/ 1128 w 2344"/>
                  <a:gd name="T23" fmla="*/ 606 h 2447"/>
                  <a:gd name="T24" fmla="*/ 1091 w 2344"/>
                  <a:gd name="T25" fmla="*/ 489 h 2447"/>
                  <a:gd name="T26" fmla="*/ 1168 w 2344"/>
                  <a:gd name="T27" fmla="*/ 427 h 2447"/>
                  <a:gd name="T28" fmla="*/ 1240 w 2344"/>
                  <a:gd name="T29" fmla="*/ 406 h 2447"/>
                  <a:gd name="T30" fmla="*/ 1328 w 2344"/>
                  <a:gd name="T31" fmla="*/ 375 h 2447"/>
                  <a:gd name="T32" fmla="*/ 1400 w 2344"/>
                  <a:gd name="T33" fmla="*/ 405 h 2447"/>
                  <a:gd name="T34" fmla="*/ 1278 w 2344"/>
                  <a:gd name="T35" fmla="*/ 149 h 2447"/>
                  <a:gd name="T36" fmla="*/ 740 w 2344"/>
                  <a:gd name="T37" fmla="*/ 115 h 2447"/>
                  <a:gd name="T38" fmla="*/ 495 w 2344"/>
                  <a:gd name="T39" fmla="*/ 240 h 2447"/>
                  <a:gd name="T40" fmla="*/ 269 w 2344"/>
                  <a:gd name="T41" fmla="*/ 216 h 2447"/>
                  <a:gd name="T42" fmla="*/ 7 w 2344"/>
                  <a:gd name="T43" fmla="*/ 452 h 2447"/>
                  <a:gd name="T44" fmla="*/ 138 w 2344"/>
                  <a:gd name="T45" fmla="*/ 784 h 2447"/>
                  <a:gd name="T46" fmla="*/ 251 w 2344"/>
                  <a:gd name="T47" fmla="*/ 751 h 2447"/>
                  <a:gd name="T48" fmla="*/ 353 w 2344"/>
                  <a:gd name="T49" fmla="*/ 658 h 2447"/>
                  <a:gd name="T50" fmla="*/ 455 w 2344"/>
                  <a:gd name="T51" fmla="*/ 678 h 2447"/>
                  <a:gd name="T52" fmla="*/ 520 w 2344"/>
                  <a:gd name="T53" fmla="*/ 714 h 2447"/>
                  <a:gd name="T54" fmla="*/ 609 w 2344"/>
                  <a:gd name="T55" fmla="*/ 771 h 2447"/>
                  <a:gd name="T56" fmla="*/ 675 w 2344"/>
                  <a:gd name="T57" fmla="*/ 928 h 2447"/>
                  <a:gd name="T58" fmla="*/ 695 w 2344"/>
                  <a:gd name="T59" fmla="*/ 1067 h 2447"/>
                  <a:gd name="T60" fmla="*/ 758 w 2344"/>
                  <a:gd name="T61" fmla="*/ 1117 h 2447"/>
                  <a:gd name="T62" fmla="*/ 796 w 2344"/>
                  <a:gd name="T63" fmla="*/ 1206 h 2447"/>
                  <a:gd name="T64" fmla="*/ 948 w 2344"/>
                  <a:gd name="T65" fmla="*/ 1324 h 2447"/>
                  <a:gd name="T66" fmla="*/ 1058 w 2344"/>
                  <a:gd name="T67" fmla="*/ 1439 h 2447"/>
                  <a:gd name="T68" fmla="*/ 1193 w 2344"/>
                  <a:gd name="T69" fmla="*/ 1552 h 2447"/>
                  <a:gd name="T70" fmla="*/ 1294 w 2344"/>
                  <a:gd name="T71" fmla="*/ 1552 h 2447"/>
                  <a:gd name="T72" fmla="*/ 1385 w 2344"/>
                  <a:gd name="T73" fmla="*/ 1653 h 2447"/>
                  <a:gd name="T74" fmla="*/ 1451 w 2344"/>
                  <a:gd name="T75" fmla="*/ 1734 h 2447"/>
                  <a:gd name="T76" fmla="*/ 1575 w 2344"/>
                  <a:gd name="T77" fmla="*/ 1778 h 2447"/>
                  <a:gd name="T78" fmla="*/ 1616 w 2344"/>
                  <a:gd name="T79" fmla="*/ 1860 h 2447"/>
                  <a:gd name="T80" fmla="*/ 1721 w 2344"/>
                  <a:gd name="T81" fmla="*/ 1897 h 2447"/>
                  <a:gd name="T82" fmla="*/ 1765 w 2344"/>
                  <a:gd name="T83" fmla="*/ 2021 h 2447"/>
                  <a:gd name="T84" fmla="*/ 1825 w 2344"/>
                  <a:gd name="T85" fmla="*/ 2183 h 2447"/>
                  <a:gd name="T86" fmla="*/ 1751 w 2344"/>
                  <a:gd name="T87" fmla="*/ 2245 h 2447"/>
                  <a:gd name="T88" fmla="*/ 1694 w 2344"/>
                  <a:gd name="T89" fmla="*/ 2383 h 2447"/>
                  <a:gd name="T90" fmla="*/ 1853 w 2344"/>
                  <a:gd name="T91" fmla="*/ 2354 h 2447"/>
                  <a:gd name="T92" fmla="*/ 1902 w 2344"/>
                  <a:gd name="T93" fmla="*/ 2246 h 2447"/>
                  <a:gd name="T94" fmla="*/ 2022 w 2344"/>
                  <a:gd name="T95" fmla="*/ 2193 h 2447"/>
                  <a:gd name="T96" fmla="*/ 2035 w 2344"/>
                  <a:gd name="T97" fmla="*/ 2131 h 2447"/>
                  <a:gd name="T98" fmla="*/ 1986 w 2344"/>
                  <a:gd name="T99" fmla="*/ 2031 h 2447"/>
                  <a:gd name="T100" fmla="*/ 1909 w 2344"/>
                  <a:gd name="T101" fmla="*/ 1948 h 2447"/>
                  <a:gd name="T102" fmla="*/ 1980 w 2344"/>
                  <a:gd name="T103" fmla="*/ 1812 h 2447"/>
                  <a:gd name="T104" fmla="*/ 2066 w 2344"/>
                  <a:gd name="T105" fmla="*/ 1809 h 2447"/>
                  <a:gd name="T106" fmla="*/ 2232 w 2344"/>
                  <a:gd name="T107" fmla="*/ 1890 h 2447"/>
                  <a:gd name="T108" fmla="*/ 437 w 2344"/>
                  <a:gd name="T109" fmla="*/ 238 h 2447"/>
                  <a:gd name="T110" fmla="*/ 425 w 2344"/>
                  <a:gd name="T111" fmla="*/ 233 h 2447"/>
                  <a:gd name="T112" fmla="*/ 512 w 2344"/>
                  <a:gd name="T113" fmla="*/ 267 h 2447"/>
                  <a:gd name="T114" fmla="*/ 673 w 2344"/>
                  <a:gd name="T115" fmla="*/ 342 h 2447"/>
                  <a:gd name="T116" fmla="*/ 821 w 2344"/>
                  <a:gd name="T117" fmla="*/ 334 h 2447"/>
                  <a:gd name="T118" fmla="*/ 1030 w 2344"/>
                  <a:gd name="T119" fmla="*/ 1294 h 2447"/>
                  <a:gd name="T120" fmla="*/ 1075 w 2344"/>
                  <a:gd name="T121" fmla="*/ 668 h 2447"/>
                  <a:gd name="T122" fmla="*/ 1692 w 2344"/>
                  <a:gd name="T123" fmla="*/ 1414 h 2447"/>
                  <a:gd name="T124" fmla="*/ 1768 w 2344"/>
                  <a:gd name="T125" fmla="*/ 1420 h 2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44" h="2447">
                    <a:moveTo>
                      <a:pt x="2343" y="1875"/>
                    </a:moveTo>
                    <a:cubicBezTo>
                      <a:pt x="2342" y="1872"/>
                      <a:pt x="2339" y="1872"/>
                      <a:pt x="2337" y="1871"/>
                    </a:cubicBezTo>
                    <a:cubicBezTo>
                      <a:pt x="2329" y="1867"/>
                      <a:pt x="2331" y="1856"/>
                      <a:pt x="2329" y="1849"/>
                    </a:cubicBezTo>
                    <a:cubicBezTo>
                      <a:pt x="2327" y="1839"/>
                      <a:pt x="2321" y="1828"/>
                      <a:pt x="2314" y="1821"/>
                    </a:cubicBezTo>
                    <a:cubicBezTo>
                      <a:pt x="2310" y="1817"/>
                      <a:pt x="2306" y="1814"/>
                      <a:pt x="2302" y="1810"/>
                    </a:cubicBezTo>
                    <a:cubicBezTo>
                      <a:pt x="2298" y="1806"/>
                      <a:pt x="2294" y="1802"/>
                      <a:pt x="2289" y="1799"/>
                    </a:cubicBezTo>
                    <a:cubicBezTo>
                      <a:pt x="2284" y="1796"/>
                      <a:pt x="2278" y="1793"/>
                      <a:pt x="2273" y="1790"/>
                    </a:cubicBezTo>
                    <a:cubicBezTo>
                      <a:pt x="2269" y="1787"/>
                      <a:pt x="2265" y="1784"/>
                      <a:pt x="2261" y="1781"/>
                    </a:cubicBezTo>
                    <a:cubicBezTo>
                      <a:pt x="2257" y="1779"/>
                      <a:pt x="2253" y="1777"/>
                      <a:pt x="2249" y="1775"/>
                    </a:cubicBezTo>
                    <a:cubicBezTo>
                      <a:pt x="2247" y="1774"/>
                      <a:pt x="2245" y="1773"/>
                      <a:pt x="2244" y="1771"/>
                    </a:cubicBezTo>
                    <a:cubicBezTo>
                      <a:pt x="2243" y="1769"/>
                      <a:pt x="2244" y="1767"/>
                      <a:pt x="2243" y="1764"/>
                    </a:cubicBezTo>
                    <a:cubicBezTo>
                      <a:pt x="2243" y="1763"/>
                      <a:pt x="2241" y="1761"/>
                      <a:pt x="2241" y="1760"/>
                    </a:cubicBezTo>
                    <a:cubicBezTo>
                      <a:pt x="2240" y="1758"/>
                      <a:pt x="2239" y="1756"/>
                      <a:pt x="2238" y="1754"/>
                    </a:cubicBezTo>
                    <a:cubicBezTo>
                      <a:pt x="2237" y="1752"/>
                      <a:pt x="2235" y="1750"/>
                      <a:pt x="2234" y="1749"/>
                    </a:cubicBezTo>
                    <a:cubicBezTo>
                      <a:pt x="2232" y="1745"/>
                      <a:pt x="2229" y="1741"/>
                      <a:pt x="2226" y="1738"/>
                    </a:cubicBezTo>
                    <a:cubicBezTo>
                      <a:pt x="2223" y="1735"/>
                      <a:pt x="2220" y="1735"/>
                      <a:pt x="2216" y="1734"/>
                    </a:cubicBezTo>
                    <a:cubicBezTo>
                      <a:pt x="2212" y="1733"/>
                      <a:pt x="2208" y="1732"/>
                      <a:pt x="2204" y="1730"/>
                    </a:cubicBezTo>
                    <a:cubicBezTo>
                      <a:pt x="2200" y="1728"/>
                      <a:pt x="2195" y="1725"/>
                      <a:pt x="2191" y="1724"/>
                    </a:cubicBezTo>
                    <a:cubicBezTo>
                      <a:pt x="2186" y="1722"/>
                      <a:pt x="2182" y="1721"/>
                      <a:pt x="2178" y="1720"/>
                    </a:cubicBezTo>
                    <a:cubicBezTo>
                      <a:pt x="2177" y="1719"/>
                      <a:pt x="2176" y="1718"/>
                      <a:pt x="2174" y="1718"/>
                    </a:cubicBezTo>
                    <a:cubicBezTo>
                      <a:pt x="2174" y="1718"/>
                      <a:pt x="2173" y="1717"/>
                      <a:pt x="2172" y="1717"/>
                    </a:cubicBezTo>
                    <a:cubicBezTo>
                      <a:pt x="2170" y="1716"/>
                      <a:pt x="2168" y="1714"/>
                      <a:pt x="2166" y="1713"/>
                    </a:cubicBezTo>
                    <a:cubicBezTo>
                      <a:pt x="2164" y="1712"/>
                      <a:pt x="2162" y="1711"/>
                      <a:pt x="2160" y="1711"/>
                    </a:cubicBezTo>
                    <a:cubicBezTo>
                      <a:pt x="2157" y="1709"/>
                      <a:pt x="2153" y="1709"/>
                      <a:pt x="2150" y="1707"/>
                    </a:cubicBezTo>
                    <a:cubicBezTo>
                      <a:pt x="2148" y="1706"/>
                      <a:pt x="2146" y="1705"/>
                      <a:pt x="2144" y="1704"/>
                    </a:cubicBezTo>
                    <a:cubicBezTo>
                      <a:pt x="2143" y="1703"/>
                      <a:pt x="2141" y="1702"/>
                      <a:pt x="2140" y="1702"/>
                    </a:cubicBezTo>
                    <a:cubicBezTo>
                      <a:pt x="2138" y="1701"/>
                      <a:pt x="2136" y="1700"/>
                      <a:pt x="2134" y="1699"/>
                    </a:cubicBezTo>
                    <a:cubicBezTo>
                      <a:pt x="2132" y="1699"/>
                      <a:pt x="2131" y="1698"/>
                      <a:pt x="2129" y="1697"/>
                    </a:cubicBezTo>
                    <a:cubicBezTo>
                      <a:pt x="2128" y="1696"/>
                      <a:pt x="2126" y="1696"/>
                      <a:pt x="2125" y="1695"/>
                    </a:cubicBezTo>
                    <a:cubicBezTo>
                      <a:pt x="2124" y="1694"/>
                      <a:pt x="2123" y="1692"/>
                      <a:pt x="2121" y="1691"/>
                    </a:cubicBezTo>
                    <a:cubicBezTo>
                      <a:pt x="2120" y="1690"/>
                      <a:pt x="2118" y="1689"/>
                      <a:pt x="2116" y="1687"/>
                    </a:cubicBezTo>
                    <a:cubicBezTo>
                      <a:pt x="2114" y="1686"/>
                      <a:pt x="2112" y="1684"/>
                      <a:pt x="2110" y="1683"/>
                    </a:cubicBezTo>
                    <a:cubicBezTo>
                      <a:pt x="2107" y="1681"/>
                      <a:pt x="2104" y="1679"/>
                      <a:pt x="2101" y="1677"/>
                    </a:cubicBezTo>
                    <a:cubicBezTo>
                      <a:pt x="2098" y="1675"/>
                      <a:pt x="2096" y="1673"/>
                      <a:pt x="2093" y="1670"/>
                    </a:cubicBezTo>
                    <a:cubicBezTo>
                      <a:pt x="2091" y="1669"/>
                      <a:pt x="2090" y="1667"/>
                      <a:pt x="2089" y="1666"/>
                    </a:cubicBezTo>
                    <a:cubicBezTo>
                      <a:pt x="2087" y="1664"/>
                      <a:pt x="2085" y="1663"/>
                      <a:pt x="2084" y="1661"/>
                    </a:cubicBezTo>
                    <a:cubicBezTo>
                      <a:pt x="2082" y="1659"/>
                      <a:pt x="2079" y="1657"/>
                      <a:pt x="2077" y="1656"/>
                    </a:cubicBezTo>
                    <a:cubicBezTo>
                      <a:pt x="2075" y="1655"/>
                      <a:pt x="2073" y="1654"/>
                      <a:pt x="2071" y="1653"/>
                    </a:cubicBezTo>
                    <a:cubicBezTo>
                      <a:pt x="2070" y="1652"/>
                      <a:pt x="2069" y="1651"/>
                      <a:pt x="2068" y="1650"/>
                    </a:cubicBezTo>
                    <a:cubicBezTo>
                      <a:pt x="2066" y="1649"/>
                      <a:pt x="2064" y="1649"/>
                      <a:pt x="2063" y="1648"/>
                    </a:cubicBezTo>
                    <a:cubicBezTo>
                      <a:pt x="2061" y="1647"/>
                      <a:pt x="2059" y="1646"/>
                      <a:pt x="2057" y="1644"/>
                    </a:cubicBezTo>
                    <a:cubicBezTo>
                      <a:pt x="2054" y="1643"/>
                      <a:pt x="2052" y="1641"/>
                      <a:pt x="2049" y="1640"/>
                    </a:cubicBezTo>
                    <a:cubicBezTo>
                      <a:pt x="2047" y="1640"/>
                      <a:pt x="2045" y="1638"/>
                      <a:pt x="2043" y="1637"/>
                    </a:cubicBezTo>
                    <a:cubicBezTo>
                      <a:pt x="2041" y="1636"/>
                      <a:pt x="2040" y="1634"/>
                      <a:pt x="2038" y="1633"/>
                    </a:cubicBezTo>
                    <a:cubicBezTo>
                      <a:pt x="2037" y="1632"/>
                      <a:pt x="2036" y="1631"/>
                      <a:pt x="2034" y="1630"/>
                    </a:cubicBezTo>
                    <a:cubicBezTo>
                      <a:pt x="2032" y="1629"/>
                      <a:pt x="2028" y="1628"/>
                      <a:pt x="2025" y="1627"/>
                    </a:cubicBezTo>
                    <a:cubicBezTo>
                      <a:pt x="2023" y="1627"/>
                      <a:pt x="2021" y="1626"/>
                      <a:pt x="2019" y="1625"/>
                    </a:cubicBezTo>
                    <a:cubicBezTo>
                      <a:pt x="2017" y="1624"/>
                      <a:pt x="2014" y="1623"/>
                      <a:pt x="2012" y="1623"/>
                    </a:cubicBezTo>
                    <a:cubicBezTo>
                      <a:pt x="2010" y="1621"/>
                      <a:pt x="2007" y="1620"/>
                      <a:pt x="2005" y="1618"/>
                    </a:cubicBezTo>
                    <a:cubicBezTo>
                      <a:pt x="2003" y="1617"/>
                      <a:pt x="2001" y="1616"/>
                      <a:pt x="1999" y="1615"/>
                    </a:cubicBezTo>
                    <a:cubicBezTo>
                      <a:pt x="1994" y="1612"/>
                      <a:pt x="1990" y="1610"/>
                      <a:pt x="1984" y="1608"/>
                    </a:cubicBezTo>
                    <a:cubicBezTo>
                      <a:pt x="1980" y="1606"/>
                      <a:pt x="1976" y="1604"/>
                      <a:pt x="1972" y="1603"/>
                    </a:cubicBezTo>
                    <a:cubicBezTo>
                      <a:pt x="1968" y="1602"/>
                      <a:pt x="1964" y="1601"/>
                      <a:pt x="1961" y="1601"/>
                    </a:cubicBezTo>
                    <a:cubicBezTo>
                      <a:pt x="1956" y="1600"/>
                      <a:pt x="1953" y="1598"/>
                      <a:pt x="1949" y="1596"/>
                    </a:cubicBezTo>
                    <a:cubicBezTo>
                      <a:pt x="1945" y="1594"/>
                      <a:pt x="1942" y="1591"/>
                      <a:pt x="1937" y="1591"/>
                    </a:cubicBezTo>
                    <a:cubicBezTo>
                      <a:pt x="1933" y="1590"/>
                      <a:pt x="1930" y="1588"/>
                      <a:pt x="1927" y="1586"/>
                    </a:cubicBezTo>
                    <a:cubicBezTo>
                      <a:pt x="1923" y="1583"/>
                      <a:pt x="1919" y="1582"/>
                      <a:pt x="1915" y="1581"/>
                    </a:cubicBezTo>
                    <a:cubicBezTo>
                      <a:pt x="1913" y="1580"/>
                      <a:pt x="1912" y="1579"/>
                      <a:pt x="1910" y="1579"/>
                    </a:cubicBezTo>
                    <a:cubicBezTo>
                      <a:pt x="1908" y="1578"/>
                      <a:pt x="1906" y="1576"/>
                      <a:pt x="1904" y="1575"/>
                    </a:cubicBezTo>
                    <a:cubicBezTo>
                      <a:pt x="1902" y="1574"/>
                      <a:pt x="1901" y="1573"/>
                      <a:pt x="1899" y="1572"/>
                    </a:cubicBezTo>
                    <a:cubicBezTo>
                      <a:pt x="1897" y="1570"/>
                      <a:pt x="1895" y="1570"/>
                      <a:pt x="1892" y="1569"/>
                    </a:cubicBezTo>
                    <a:cubicBezTo>
                      <a:pt x="1888" y="1568"/>
                      <a:pt x="1884" y="1567"/>
                      <a:pt x="1880" y="1565"/>
                    </a:cubicBezTo>
                    <a:cubicBezTo>
                      <a:pt x="1876" y="1563"/>
                      <a:pt x="1873" y="1560"/>
                      <a:pt x="1869" y="1558"/>
                    </a:cubicBezTo>
                    <a:cubicBezTo>
                      <a:pt x="1865" y="1556"/>
                      <a:pt x="1862" y="1555"/>
                      <a:pt x="1858" y="1554"/>
                    </a:cubicBezTo>
                    <a:cubicBezTo>
                      <a:pt x="1854" y="1552"/>
                      <a:pt x="1851" y="1550"/>
                      <a:pt x="1847" y="1548"/>
                    </a:cubicBezTo>
                    <a:cubicBezTo>
                      <a:pt x="1844" y="1547"/>
                      <a:pt x="1842" y="1546"/>
                      <a:pt x="1839" y="1544"/>
                    </a:cubicBezTo>
                    <a:cubicBezTo>
                      <a:pt x="1836" y="1542"/>
                      <a:pt x="1833" y="1540"/>
                      <a:pt x="1829" y="1538"/>
                    </a:cubicBezTo>
                    <a:cubicBezTo>
                      <a:pt x="1827" y="1537"/>
                      <a:pt x="1824" y="1535"/>
                      <a:pt x="1821" y="1534"/>
                    </a:cubicBezTo>
                    <a:cubicBezTo>
                      <a:pt x="1819" y="1532"/>
                      <a:pt x="1817" y="1531"/>
                      <a:pt x="1814" y="1530"/>
                    </a:cubicBezTo>
                    <a:cubicBezTo>
                      <a:pt x="1810" y="1529"/>
                      <a:pt x="1807" y="1527"/>
                      <a:pt x="1803" y="1525"/>
                    </a:cubicBezTo>
                    <a:cubicBezTo>
                      <a:pt x="1800" y="1523"/>
                      <a:pt x="1796" y="1521"/>
                      <a:pt x="1795" y="1517"/>
                    </a:cubicBezTo>
                    <a:cubicBezTo>
                      <a:pt x="1794" y="1515"/>
                      <a:pt x="1793" y="1514"/>
                      <a:pt x="1792" y="1512"/>
                    </a:cubicBezTo>
                    <a:cubicBezTo>
                      <a:pt x="1792" y="1510"/>
                      <a:pt x="1790" y="1509"/>
                      <a:pt x="1789" y="1508"/>
                    </a:cubicBezTo>
                    <a:cubicBezTo>
                      <a:pt x="1788" y="1505"/>
                      <a:pt x="1786" y="1502"/>
                      <a:pt x="1787" y="1500"/>
                    </a:cubicBezTo>
                    <a:cubicBezTo>
                      <a:pt x="1787" y="1497"/>
                      <a:pt x="1788" y="1494"/>
                      <a:pt x="1788" y="1491"/>
                    </a:cubicBezTo>
                    <a:cubicBezTo>
                      <a:pt x="1789" y="1489"/>
                      <a:pt x="1789" y="1487"/>
                      <a:pt x="1789" y="1485"/>
                    </a:cubicBezTo>
                    <a:cubicBezTo>
                      <a:pt x="1790" y="1484"/>
                      <a:pt x="1790" y="1484"/>
                      <a:pt x="1791" y="1483"/>
                    </a:cubicBezTo>
                    <a:cubicBezTo>
                      <a:pt x="1791" y="1482"/>
                      <a:pt x="1792" y="1480"/>
                      <a:pt x="1792" y="1479"/>
                    </a:cubicBezTo>
                    <a:cubicBezTo>
                      <a:pt x="1793" y="1478"/>
                      <a:pt x="1795" y="1476"/>
                      <a:pt x="1796" y="1475"/>
                    </a:cubicBezTo>
                    <a:cubicBezTo>
                      <a:pt x="1797" y="1474"/>
                      <a:pt x="1798" y="1473"/>
                      <a:pt x="1799" y="1472"/>
                    </a:cubicBezTo>
                    <a:cubicBezTo>
                      <a:pt x="1801" y="1471"/>
                      <a:pt x="1802" y="1468"/>
                      <a:pt x="1805" y="1467"/>
                    </a:cubicBezTo>
                    <a:cubicBezTo>
                      <a:pt x="1806" y="1467"/>
                      <a:pt x="1807" y="1467"/>
                      <a:pt x="1809" y="1467"/>
                    </a:cubicBezTo>
                    <a:cubicBezTo>
                      <a:pt x="1810" y="1467"/>
                      <a:pt x="1812" y="1465"/>
                      <a:pt x="1813" y="1465"/>
                    </a:cubicBezTo>
                    <a:cubicBezTo>
                      <a:pt x="1814" y="1464"/>
                      <a:pt x="1815" y="1464"/>
                      <a:pt x="1816" y="1464"/>
                    </a:cubicBezTo>
                    <a:cubicBezTo>
                      <a:pt x="1819" y="1463"/>
                      <a:pt x="1822" y="1463"/>
                      <a:pt x="1824" y="1462"/>
                    </a:cubicBezTo>
                    <a:cubicBezTo>
                      <a:pt x="1826" y="1462"/>
                      <a:pt x="1828" y="1461"/>
                      <a:pt x="1830" y="1460"/>
                    </a:cubicBezTo>
                    <a:cubicBezTo>
                      <a:pt x="1834" y="1458"/>
                      <a:pt x="1838" y="1456"/>
                      <a:pt x="1841" y="1452"/>
                    </a:cubicBezTo>
                    <a:cubicBezTo>
                      <a:pt x="1842" y="1450"/>
                      <a:pt x="1843" y="1447"/>
                      <a:pt x="1845" y="1446"/>
                    </a:cubicBezTo>
                    <a:cubicBezTo>
                      <a:pt x="1847" y="1444"/>
                      <a:pt x="1849" y="1442"/>
                      <a:pt x="1850" y="1440"/>
                    </a:cubicBezTo>
                    <a:cubicBezTo>
                      <a:pt x="1851" y="1438"/>
                      <a:pt x="1850" y="1435"/>
                      <a:pt x="1850" y="1433"/>
                    </a:cubicBezTo>
                    <a:cubicBezTo>
                      <a:pt x="1850" y="1430"/>
                      <a:pt x="1851" y="1427"/>
                      <a:pt x="1851" y="1424"/>
                    </a:cubicBezTo>
                    <a:cubicBezTo>
                      <a:pt x="1850" y="1421"/>
                      <a:pt x="1849" y="1418"/>
                      <a:pt x="1847" y="1416"/>
                    </a:cubicBezTo>
                    <a:cubicBezTo>
                      <a:pt x="1846" y="1413"/>
                      <a:pt x="1844" y="1410"/>
                      <a:pt x="1841" y="1408"/>
                    </a:cubicBezTo>
                    <a:cubicBezTo>
                      <a:pt x="1840" y="1407"/>
                      <a:pt x="1840" y="1406"/>
                      <a:pt x="1839" y="1405"/>
                    </a:cubicBezTo>
                    <a:cubicBezTo>
                      <a:pt x="1837" y="1403"/>
                      <a:pt x="1835" y="1402"/>
                      <a:pt x="1832" y="1401"/>
                    </a:cubicBezTo>
                    <a:cubicBezTo>
                      <a:pt x="1831" y="1400"/>
                      <a:pt x="1829" y="1399"/>
                      <a:pt x="1827" y="1398"/>
                    </a:cubicBezTo>
                    <a:cubicBezTo>
                      <a:pt x="1825" y="1397"/>
                      <a:pt x="1824" y="1396"/>
                      <a:pt x="1821" y="1395"/>
                    </a:cubicBezTo>
                    <a:cubicBezTo>
                      <a:pt x="1819" y="1395"/>
                      <a:pt x="1816" y="1396"/>
                      <a:pt x="1814" y="1396"/>
                    </a:cubicBezTo>
                    <a:cubicBezTo>
                      <a:pt x="1813" y="1396"/>
                      <a:pt x="1812" y="1396"/>
                      <a:pt x="1811" y="1395"/>
                    </a:cubicBezTo>
                    <a:cubicBezTo>
                      <a:pt x="1809" y="1395"/>
                      <a:pt x="1808" y="1396"/>
                      <a:pt x="1807" y="1396"/>
                    </a:cubicBezTo>
                    <a:cubicBezTo>
                      <a:pt x="1804" y="1396"/>
                      <a:pt x="1800" y="1396"/>
                      <a:pt x="1797" y="1397"/>
                    </a:cubicBezTo>
                    <a:cubicBezTo>
                      <a:pt x="1795" y="1397"/>
                      <a:pt x="1794" y="1397"/>
                      <a:pt x="1792" y="1397"/>
                    </a:cubicBezTo>
                    <a:cubicBezTo>
                      <a:pt x="1789" y="1397"/>
                      <a:pt x="1787" y="1397"/>
                      <a:pt x="1784" y="1398"/>
                    </a:cubicBezTo>
                    <a:cubicBezTo>
                      <a:pt x="1779" y="1400"/>
                      <a:pt x="1772" y="1400"/>
                      <a:pt x="1766" y="1400"/>
                    </a:cubicBezTo>
                    <a:cubicBezTo>
                      <a:pt x="1760" y="1401"/>
                      <a:pt x="1753" y="1401"/>
                      <a:pt x="1746" y="1401"/>
                    </a:cubicBezTo>
                    <a:cubicBezTo>
                      <a:pt x="1738" y="1401"/>
                      <a:pt x="1729" y="1400"/>
                      <a:pt x="1721" y="1400"/>
                    </a:cubicBezTo>
                    <a:cubicBezTo>
                      <a:pt x="1713" y="1399"/>
                      <a:pt x="1704" y="1398"/>
                      <a:pt x="1696" y="1399"/>
                    </a:cubicBezTo>
                    <a:cubicBezTo>
                      <a:pt x="1692" y="1399"/>
                      <a:pt x="1689" y="1400"/>
                      <a:pt x="1685" y="1401"/>
                    </a:cubicBezTo>
                    <a:cubicBezTo>
                      <a:pt x="1680" y="1401"/>
                      <a:pt x="1676" y="1400"/>
                      <a:pt x="1672" y="1399"/>
                    </a:cubicBezTo>
                    <a:cubicBezTo>
                      <a:pt x="1669" y="1398"/>
                      <a:pt x="1665" y="1397"/>
                      <a:pt x="1662" y="1397"/>
                    </a:cubicBezTo>
                    <a:cubicBezTo>
                      <a:pt x="1659" y="1396"/>
                      <a:pt x="1656" y="1397"/>
                      <a:pt x="1653" y="1396"/>
                    </a:cubicBezTo>
                    <a:cubicBezTo>
                      <a:pt x="1650" y="1396"/>
                      <a:pt x="1647" y="1395"/>
                      <a:pt x="1644" y="1394"/>
                    </a:cubicBezTo>
                    <a:cubicBezTo>
                      <a:pt x="1640" y="1394"/>
                      <a:pt x="1636" y="1394"/>
                      <a:pt x="1633" y="1394"/>
                    </a:cubicBezTo>
                    <a:cubicBezTo>
                      <a:pt x="1630" y="1393"/>
                      <a:pt x="1627" y="1393"/>
                      <a:pt x="1625" y="1392"/>
                    </a:cubicBezTo>
                    <a:cubicBezTo>
                      <a:pt x="1623" y="1391"/>
                      <a:pt x="1622" y="1389"/>
                      <a:pt x="1620" y="1388"/>
                    </a:cubicBezTo>
                    <a:cubicBezTo>
                      <a:pt x="1616" y="1385"/>
                      <a:pt x="1611" y="1384"/>
                      <a:pt x="1608" y="1380"/>
                    </a:cubicBezTo>
                    <a:cubicBezTo>
                      <a:pt x="1605" y="1376"/>
                      <a:pt x="1602" y="1372"/>
                      <a:pt x="1597" y="1370"/>
                    </a:cubicBezTo>
                    <a:cubicBezTo>
                      <a:pt x="1588" y="1365"/>
                      <a:pt x="1577" y="1365"/>
                      <a:pt x="1568" y="1360"/>
                    </a:cubicBezTo>
                    <a:cubicBezTo>
                      <a:pt x="1563" y="1357"/>
                      <a:pt x="1559" y="1354"/>
                      <a:pt x="1555" y="1352"/>
                    </a:cubicBezTo>
                    <a:cubicBezTo>
                      <a:pt x="1553" y="1350"/>
                      <a:pt x="1551" y="1349"/>
                      <a:pt x="1550" y="1347"/>
                    </a:cubicBezTo>
                    <a:cubicBezTo>
                      <a:pt x="1549" y="1344"/>
                      <a:pt x="1549" y="1340"/>
                      <a:pt x="1548" y="1336"/>
                    </a:cubicBezTo>
                    <a:cubicBezTo>
                      <a:pt x="1547" y="1334"/>
                      <a:pt x="1547" y="1331"/>
                      <a:pt x="1546" y="1329"/>
                    </a:cubicBezTo>
                    <a:cubicBezTo>
                      <a:pt x="1545" y="1328"/>
                      <a:pt x="1544" y="1327"/>
                      <a:pt x="1542" y="1326"/>
                    </a:cubicBezTo>
                    <a:cubicBezTo>
                      <a:pt x="1541" y="1325"/>
                      <a:pt x="1539" y="1324"/>
                      <a:pt x="1538" y="1323"/>
                    </a:cubicBezTo>
                    <a:cubicBezTo>
                      <a:pt x="1537" y="1323"/>
                      <a:pt x="1536" y="1323"/>
                      <a:pt x="1535" y="1323"/>
                    </a:cubicBezTo>
                    <a:cubicBezTo>
                      <a:pt x="1534" y="1322"/>
                      <a:pt x="1532" y="1322"/>
                      <a:pt x="1531" y="1321"/>
                    </a:cubicBezTo>
                    <a:cubicBezTo>
                      <a:pt x="1528" y="1319"/>
                      <a:pt x="1525" y="1318"/>
                      <a:pt x="1522" y="1317"/>
                    </a:cubicBezTo>
                    <a:cubicBezTo>
                      <a:pt x="1519" y="1315"/>
                      <a:pt x="1516" y="1314"/>
                      <a:pt x="1513" y="1312"/>
                    </a:cubicBezTo>
                    <a:cubicBezTo>
                      <a:pt x="1510" y="1309"/>
                      <a:pt x="1509" y="1306"/>
                      <a:pt x="1506" y="1303"/>
                    </a:cubicBezTo>
                    <a:cubicBezTo>
                      <a:pt x="1502" y="1299"/>
                      <a:pt x="1496" y="1296"/>
                      <a:pt x="1493" y="1291"/>
                    </a:cubicBezTo>
                    <a:cubicBezTo>
                      <a:pt x="1491" y="1289"/>
                      <a:pt x="1489" y="1287"/>
                      <a:pt x="1489" y="1284"/>
                    </a:cubicBezTo>
                    <a:cubicBezTo>
                      <a:pt x="1489" y="1281"/>
                      <a:pt x="1488" y="1279"/>
                      <a:pt x="1487" y="1276"/>
                    </a:cubicBezTo>
                    <a:cubicBezTo>
                      <a:pt x="1482" y="1271"/>
                      <a:pt x="1482" y="1271"/>
                      <a:pt x="1482" y="1271"/>
                    </a:cubicBezTo>
                    <a:cubicBezTo>
                      <a:pt x="1479" y="1268"/>
                      <a:pt x="1475" y="1266"/>
                      <a:pt x="1472" y="1263"/>
                    </a:cubicBezTo>
                    <a:cubicBezTo>
                      <a:pt x="1470" y="1262"/>
                      <a:pt x="1469" y="1260"/>
                      <a:pt x="1467" y="1258"/>
                    </a:cubicBezTo>
                    <a:cubicBezTo>
                      <a:pt x="1466" y="1256"/>
                      <a:pt x="1465" y="1255"/>
                      <a:pt x="1464" y="1253"/>
                    </a:cubicBezTo>
                    <a:cubicBezTo>
                      <a:pt x="1463" y="1251"/>
                      <a:pt x="1460" y="1249"/>
                      <a:pt x="1458" y="1248"/>
                    </a:cubicBezTo>
                    <a:cubicBezTo>
                      <a:pt x="1457" y="1247"/>
                      <a:pt x="1456" y="1246"/>
                      <a:pt x="1455" y="1246"/>
                    </a:cubicBezTo>
                    <a:cubicBezTo>
                      <a:pt x="1452" y="1244"/>
                      <a:pt x="1449" y="1242"/>
                      <a:pt x="1446" y="1240"/>
                    </a:cubicBezTo>
                    <a:cubicBezTo>
                      <a:pt x="1445" y="1239"/>
                      <a:pt x="1444" y="1238"/>
                      <a:pt x="1443" y="1237"/>
                    </a:cubicBezTo>
                    <a:cubicBezTo>
                      <a:pt x="1442" y="1236"/>
                      <a:pt x="1441" y="1235"/>
                      <a:pt x="1440" y="1234"/>
                    </a:cubicBezTo>
                    <a:cubicBezTo>
                      <a:pt x="1439" y="1232"/>
                      <a:pt x="1438" y="1232"/>
                      <a:pt x="1436" y="1231"/>
                    </a:cubicBezTo>
                    <a:cubicBezTo>
                      <a:pt x="1435" y="1230"/>
                      <a:pt x="1434" y="1229"/>
                      <a:pt x="1433" y="1228"/>
                    </a:cubicBezTo>
                    <a:cubicBezTo>
                      <a:pt x="1433" y="1227"/>
                      <a:pt x="1432" y="1226"/>
                      <a:pt x="1432" y="1225"/>
                    </a:cubicBezTo>
                    <a:cubicBezTo>
                      <a:pt x="1432" y="1224"/>
                      <a:pt x="1431" y="1223"/>
                      <a:pt x="1431" y="1222"/>
                    </a:cubicBezTo>
                    <a:cubicBezTo>
                      <a:pt x="1432" y="1222"/>
                      <a:pt x="1431" y="1221"/>
                      <a:pt x="1431" y="1220"/>
                    </a:cubicBezTo>
                    <a:cubicBezTo>
                      <a:pt x="1431" y="1218"/>
                      <a:pt x="1430" y="1216"/>
                      <a:pt x="1429" y="1215"/>
                    </a:cubicBezTo>
                    <a:cubicBezTo>
                      <a:pt x="1426" y="1212"/>
                      <a:pt x="1423" y="1209"/>
                      <a:pt x="1420" y="1206"/>
                    </a:cubicBezTo>
                    <a:cubicBezTo>
                      <a:pt x="1416" y="1201"/>
                      <a:pt x="1413" y="1197"/>
                      <a:pt x="1412" y="1191"/>
                    </a:cubicBezTo>
                    <a:cubicBezTo>
                      <a:pt x="1410" y="1187"/>
                      <a:pt x="1409" y="1182"/>
                      <a:pt x="1407" y="1178"/>
                    </a:cubicBezTo>
                    <a:cubicBezTo>
                      <a:pt x="1405" y="1172"/>
                      <a:pt x="1404" y="1167"/>
                      <a:pt x="1402" y="1161"/>
                    </a:cubicBezTo>
                    <a:cubicBezTo>
                      <a:pt x="1401" y="1157"/>
                      <a:pt x="1400" y="1152"/>
                      <a:pt x="1399" y="1147"/>
                    </a:cubicBezTo>
                    <a:cubicBezTo>
                      <a:pt x="1399" y="1145"/>
                      <a:pt x="1399" y="1143"/>
                      <a:pt x="1399" y="1141"/>
                    </a:cubicBezTo>
                    <a:cubicBezTo>
                      <a:pt x="1398" y="1138"/>
                      <a:pt x="1397" y="1136"/>
                      <a:pt x="1396" y="1133"/>
                    </a:cubicBezTo>
                    <a:cubicBezTo>
                      <a:pt x="1395" y="1130"/>
                      <a:pt x="1394" y="1128"/>
                      <a:pt x="1393" y="1125"/>
                    </a:cubicBezTo>
                    <a:cubicBezTo>
                      <a:pt x="1393" y="1123"/>
                      <a:pt x="1391" y="1121"/>
                      <a:pt x="1390" y="1119"/>
                    </a:cubicBezTo>
                    <a:cubicBezTo>
                      <a:pt x="1389" y="1117"/>
                      <a:pt x="1389" y="1115"/>
                      <a:pt x="1389" y="1113"/>
                    </a:cubicBezTo>
                    <a:cubicBezTo>
                      <a:pt x="1388" y="1107"/>
                      <a:pt x="1387" y="1102"/>
                      <a:pt x="1387" y="1096"/>
                    </a:cubicBezTo>
                    <a:cubicBezTo>
                      <a:pt x="1386" y="1090"/>
                      <a:pt x="1385" y="1085"/>
                      <a:pt x="1384" y="1080"/>
                    </a:cubicBezTo>
                    <a:cubicBezTo>
                      <a:pt x="1384" y="1077"/>
                      <a:pt x="1383" y="1075"/>
                      <a:pt x="1383" y="1072"/>
                    </a:cubicBezTo>
                    <a:cubicBezTo>
                      <a:pt x="1383" y="1069"/>
                      <a:pt x="1383" y="1066"/>
                      <a:pt x="1382" y="1063"/>
                    </a:cubicBezTo>
                    <a:cubicBezTo>
                      <a:pt x="1380" y="1060"/>
                      <a:pt x="1378" y="1056"/>
                      <a:pt x="1377" y="1053"/>
                    </a:cubicBezTo>
                    <a:cubicBezTo>
                      <a:pt x="1376" y="1050"/>
                      <a:pt x="1375" y="1048"/>
                      <a:pt x="1374" y="1045"/>
                    </a:cubicBezTo>
                    <a:cubicBezTo>
                      <a:pt x="1371" y="1037"/>
                      <a:pt x="1369" y="1029"/>
                      <a:pt x="1365" y="1020"/>
                    </a:cubicBezTo>
                    <a:cubicBezTo>
                      <a:pt x="1362" y="1014"/>
                      <a:pt x="1361" y="1007"/>
                      <a:pt x="1360" y="1000"/>
                    </a:cubicBezTo>
                    <a:cubicBezTo>
                      <a:pt x="1360" y="996"/>
                      <a:pt x="1357" y="995"/>
                      <a:pt x="1355" y="992"/>
                    </a:cubicBezTo>
                    <a:cubicBezTo>
                      <a:pt x="1353" y="989"/>
                      <a:pt x="1351" y="986"/>
                      <a:pt x="1350" y="983"/>
                    </a:cubicBezTo>
                    <a:cubicBezTo>
                      <a:pt x="1348" y="978"/>
                      <a:pt x="1346" y="972"/>
                      <a:pt x="1345" y="966"/>
                    </a:cubicBezTo>
                    <a:cubicBezTo>
                      <a:pt x="1345" y="964"/>
                      <a:pt x="1345" y="961"/>
                      <a:pt x="1345" y="958"/>
                    </a:cubicBezTo>
                    <a:cubicBezTo>
                      <a:pt x="1345" y="956"/>
                      <a:pt x="1344" y="954"/>
                      <a:pt x="1343" y="952"/>
                    </a:cubicBezTo>
                    <a:cubicBezTo>
                      <a:pt x="1342" y="948"/>
                      <a:pt x="1340" y="944"/>
                      <a:pt x="1337" y="941"/>
                    </a:cubicBezTo>
                    <a:cubicBezTo>
                      <a:pt x="1334" y="939"/>
                      <a:pt x="1332" y="935"/>
                      <a:pt x="1328" y="934"/>
                    </a:cubicBezTo>
                    <a:cubicBezTo>
                      <a:pt x="1326" y="934"/>
                      <a:pt x="1324" y="934"/>
                      <a:pt x="1322" y="934"/>
                    </a:cubicBezTo>
                    <a:cubicBezTo>
                      <a:pt x="1320" y="934"/>
                      <a:pt x="1318" y="935"/>
                      <a:pt x="1315" y="935"/>
                    </a:cubicBezTo>
                    <a:cubicBezTo>
                      <a:pt x="1311" y="935"/>
                      <a:pt x="1308" y="934"/>
                      <a:pt x="1304" y="933"/>
                    </a:cubicBezTo>
                    <a:cubicBezTo>
                      <a:pt x="1297" y="929"/>
                      <a:pt x="1292" y="924"/>
                      <a:pt x="1286" y="919"/>
                    </a:cubicBezTo>
                    <a:cubicBezTo>
                      <a:pt x="1280" y="915"/>
                      <a:pt x="1275" y="911"/>
                      <a:pt x="1269" y="908"/>
                    </a:cubicBezTo>
                    <a:cubicBezTo>
                      <a:pt x="1266" y="906"/>
                      <a:pt x="1264" y="905"/>
                      <a:pt x="1262" y="903"/>
                    </a:cubicBezTo>
                    <a:cubicBezTo>
                      <a:pt x="1259" y="901"/>
                      <a:pt x="1257" y="898"/>
                      <a:pt x="1254" y="895"/>
                    </a:cubicBezTo>
                    <a:cubicBezTo>
                      <a:pt x="1252" y="893"/>
                      <a:pt x="1249" y="890"/>
                      <a:pt x="1247" y="888"/>
                    </a:cubicBezTo>
                    <a:cubicBezTo>
                      <a:pt x="1244" y="886"/>
                      <a:pt x="1240" y="885"/>
                      <a:pt x="1237" y="883"/>
                    </a:cubicBezTo>
                    <a:cubicBezTo>
                      <a:pt x="1233" y="880"/>
                      <a:pt x="1230" y="876"/>
                      <a:pt x="1228" y="871"/>
                    </a:cubicBezTo>
                    <a:cubicBezTo>
                      <a:pt x="1226" y="869"/>
                      <a:pt x="1225" y="866"/>
                      <a:pt x="1223" y="863"/>
                    </a:cubicBezTo>
                    <a:cubicBezTo>
                      <a:pt x="1221" y="861"/>
                      <a:pt x="1219" y="859"/>
                      <a:pt x="1216" y="858"/>
                    </a:cubicBezTo>
                    <a:cubicBezTo>
                      <a:pt x="1212" y="855"/>
                      <a:pt x="1208" y="853"/>
                      <a:pt x="1204" y="851"/>
                    </a:cubicBezTo>
                    <a:cubicBezTo>
                      <a:pt x="1197" y="848"/>
                      <a:pt x="1190" y="845"/>
                      <a:pt x="1184" y="841"/>
                    </a:cubicBezTo>
                    <a:cubicBezTo>
                      <a:pt x="1178" y="837"/>
                      <a:pt x="1172" y="834"/>
                      <a:pt x="1167" y="831"/>
                    </a:cubicBezTo>
                    <a:cubicBezTo>
                      <a:pt x="1161" y="826"/>
                      <a:pt x="1156" y="821"/>
                      <a:pt x="1151" y="815"/>
                    </a:cubicBezTo>
                    <a:cubicBezTo>
                      <a:pt x="1148" y="812"/>
                      <a:pt x="1146" y="809"/>
                      <a:pt x="1142" y="807"/>
                    </a:cubicBezTo>
                    <a:cubicBezTo>
                      <a:pt x="1140" y="805"/>
                      <a:pt x="1137" y="804"/>
                      <a:pt x="1134" y="802"/>
                    </a:cubicBezTo>
                    <a:cubicBezTo>
                      <a:pt x="1132" y="801"/>
                      <a:pt x="1131" y="799"/>
                      <a:pt x="1131" y="797"/>
                    </a:cubicBezTo>
                    <a:cubicBezTo>
                      <a:pt x="1129" y="794"/>
                      <a:pt x="1128" y="792"/>
                      <a:pt x="1126" y="789"/>
                    </a:cubicBezTo>
                    <a:cubicBezTo>
                      <a:pt x="1124" y="785"/>
                      <a:pt x="1120" y="782"/>
                      <a:pt x="1118" y="777"/>
                    </a:cubicBezTo>
                    <a:cubicBezTo>
                      <a:pt x="1115" y="772"/>
                      <a:pt x="1113" y="768"/>
                      <a:pt x="1110" y="764"/>
                    </a:cubicBezTo>
                    <a:cubicBezTo>
                      <a:pt x="1107" y="761"/>
                      <a:pt x="1103" y="758"/>
                      <a:pt x="1102" y="754"/>
                    </a:cubicBezTo>
                    <a:cubicBezTo>
                      <a:pt x="1101" y="751"/>
                      <a:pt x="1100" y="747"/>
                      <a:pt x="1100" y="743"/>
                    </a:cubicBezTo>
                    <a:cubicBezTo>
                      <a:pt x="1100" y="741"/>
                      <a:pt x="1100" y="740"/>
                      <a:pt x="1100" y="738"/>
                    </a:cubicBezTo>
                    <a:cubicBezTo>
                      <a:pt x="1100" y="735"/>
                      <a:pt x="1098" y="733"/>
                      <a:pt x="1097" y="731"/>
                    </a:cubicBezTo>
                    <a:cubicBezTo>
                      <a:pt x="1096" y="729"/>
                      <a:pt x="1096" y="727"/>
                      <a:pt x="1096" y="725"/>
                    </a:cubicBezTo>
                    <a:cubicBezTo>
                      <a:pt x="1095" y="720"/>
                      <a:pt x="1094" y="714"/>
                      <a:pt x="1093" y="709"/>
                    </a:cubicBezTo>
                    <a:cubicBezTo>
                      <a:pt x="1093" y="704"/>
                      <a:pt x="1092" y="699"/>
                      <a:pt x="1091" y="694"/>
                    </a:cubicBezTo>
                    <a:cubicBezTo>
                      <a:pt x="1090" y="689"/>
                      <a:pt x="1089" y="685"/>
                      <a:pt x="1091" y="680"/>
                    </a:cubicBezTo>
                    <a:cubicBezTo>
                      <a:pt x="1093" y="675"/>
                      <a:pt x="1094" y="670"/>
                      <a:pt x="1092" y="665"/>
                    </a:cubicBezTo>
                    <a:cubicBezTo>
                      <a:pt x="1091" y="663"/>
                      <a:pt x="1090" y="661"/>
                      <a:pt x="1089" y="659"/>
                    </a:cubicBezTo>
                    <a:cubicBezTo>
                      <a:pt x="1089" y="656"/>
                      <a:pt x="1089" y="654"/>
                      <a:pt x="1089" y="651"/>
                    </a:cubicBezTo>
                    <a:cubicBezTo>
                      <a:pt x="1088" y="645"/>
                      <a:pt x="1087" y="640"/>
                      <a:pt x="1086" y="635"/>
                    </a:cubicBezTo>
                    <a:cubicBezTo>
                      <a:pt x="1085" y="630"/>
                      <a:pt x="1085" y="625"/>
                      <a:pt x="1088" y="620"/>
                    </a:cubicBezTo>
                    <a:cubicBezTo>
                      <a:pt x="1089" y="618"/>
                      <a:pt x="1091" y="616"/>
                      <a:pt x="1092" y="614"/>
                    </a:cubicBezTo>
                    <a:cubicBezTo>
                      <a:pt x="1093" y="612"/>
                      <a:pt x="1094" y="610"/>
                      <a:pt x="1095" y="609"/>
                    </a:cubicBezTo>
                    <a:cubicBezTo>
                      <a:pt x="1098" y="604"/>
                      <a:pt x="1102" y="606"/>
                      <a:pt x="1104" y="610"/>
                    </a:cubicBezTo>
                    <a:cubicBezTo>
                      <a:pt x="1106" y="612"/>
                      <a:pt x="1110" y="619"/>
                      <a:pt x="1113" y="617"/>
                    </a:cubicBezTo>
                    <a:cubicBezTo>
                      <a:pt x="1115" y="616"/>
                      <a:pt x="1116" y="614"/>
                      <a:pt x="1117" y="613"/>
                    </a:cubicBezTo>
                    <a:cubicBezTo>
                      <a:pt x="1118" y="611"/>
                      <a:pt x="1120" y="610"/>
                      <a:pt x="1122" y="608"/>
                    </a:cubicBezTo>
                    <a:cubicBezTo>
                      <a:pt x="1123" y="606"/>
                      <a:pt x="1122" y="603"/>
                      <a:pt x="1121" y="601"/>
                    </a:cubicBezTo>
                    <a:cubicBezTo>
                      <a:pt x="1121" y="600"/>
                      <a:pt x="1120" y="594"/>
                      <a:pt x="1122" y="593"/>
                    </a:cubicBezTo>
                    <a:cubicBezTo>
                      <a:pt x="1125" y="591"/>
                      <a:pt x="1126" y="605"/>
                      <a:pt x="1128" y="606"/>
                    </a:cubicBezTo>
                    <a:cubicBezTo>
                      <a:pt x="1130" y="606"/>
                      <a:pt x="1133" y="603"/>
                      <a:pt x="1134" y="602"/>
                    </a:cubicBezTo>
                    <a:cubicBezTo>
                      <a:pt x="1136" y="600"/>
                      <a:pt x="1137" y="599"/>
                      <a:pt x="1138" y="597"/>
                    </a:cubicBezTo>
                    <a:cubicBezTo>
                      <a:pt x="1139" y="595"/>
                      <a:pt x="1139" y="593"/>
                      <a:pt x="1139" y="592"/>
                    </a:cubicBezTo>
                    <a:cubicBezTo>
                      <a:pt x="1140" y="590"/>
                      <a:pt x="1142" y="589"/>
                      <a:pt x="1142" y="587"/>
                    </a:cubicBezTo>
                    <a:cubicBezTo>
                      <a:pt x="1144" y="584"/>
                      <a:pt x="1143" y="580"/>
                      <a:pt x="1144" y="576"/>
                    </a:cubicBezTo>
                    <a:cubicBezTo>
                      <a:pt x="1145" y="573"/>
                      <a:pt x="1147" y="570"/>
                      <a:pt x="1146" y="566"/>
                    </a:cubicBezTo>
                    <a:cubicBezTo>
                      <a:pt x="1144" y="562"/>
                      <a:pt x="1140" y="558"/>
                      <a:pt x="1137" y="555"/>
                    </a:cubicBezTo>
                    <a:cubicBezTo>
                      <a:pt x="1135" y="552"/>
                      <a:pt x="1132" y="548"/>
                      <a:pt x="1128" y="548"/>
                    </a:cubicBezTo>
                    <a:cubicBezTo>
                      <a:pt x="1126" y="548"/>
                      <a:pt x="1124" y="548"/>
                      <a:pt x="1122" y="547"/>
                    </a:cubicBezTo>
                    <a:cubicBezTo>
                      <a:pt x="1117" y="545"/>
                      <a:pt x="1113" y="538"/>
                      <a:pt x="1113" y="533"/>
                    </a:cubicBezTo>
                    <a:cubicBezTo>
                      <a:pt x="1112" y="527"/>
                      <a:pt x="1114" y="520"/>
                      <a:pt x="1114" y="514"/>
                    </a:cubicBezTo>
                    <a:cubicBezTo>
                      <a:pt x="1114" y="511"/>
                      <a:pt x="1114" y="506"/>
                      <a:pt x="1112" y="503"/>
                    </a:cubicBezTo>
                    <a:cubicBezTo>
                      <a:pt x="1110" y="501"/>
                      <a:pt x="1107" y="503"/>
                      <a:pt x="1106" y="504"/>
                    </a:cubicBezTo>
                    <a:cubicBezTo>
                      <a:pt x="1104" y="505"/>
                      <a:pt x="1101" y="508"/>
                      <a:pt x="1100" y="505"/>
                    </a:cubicBezTo>
                    <a:cubicBezTo>
                      <a:pt x="1098" y="503"/>
                      <a:pt x="1100" y="499"/>
                      <a:pt x="1100" y="496"/>
                    </a:cubicBezTo>
                    <a:cubicBezTo>
                      <a:pt x="1100" y="495"/>
                      <a:pt x="1101" y="489"/>
                      <a:pt x="1099" y="488"/>
                    </a:cubicBezTo>
                    <a:cubicBezTo>
                      <a:pt x="1097" y="488"/>
                      <a:pt x="1095" y="492"/>
                      <a:pt x="1094" y="492"/>
                    </a:cubicBezTo>
                    <a:cubicBezTo>
                      <a:pt x="1091" y="494"/>
                      <a:pt x="1090" y="491"/>
                      <a:pt x="1091" y="489"/>
                    </a:cubicBezTo>
                    <a:cubicBezTo>
                      <a:pt x="1091" y="486"/>
                      <a:pt x="1093" y="484"/>
                      <a:pt x="1094" y="482"/>
                    </a:cubicBezTo>
                    <a:cubicBezTo>
                      <a:pt x="1095" y="478"/>
                      <a:pt x="1094" y="475"/>
                      <a:pt x="1095" y="472"/>
                    </a:cubicBezTo>
                    <a:cubicBezTo>
                      <a:pt x="1095" y="469"/>
                      <a:pt x="1097" y="469"/>
                      <a:pt x="1099" y="467"/>
                    </a:cubicBezTo>
                    <a:cubicBezTo>
                      <a:pt x="1102" y="465"/>
                      <a:pt x="1101" y="462"/>
                      <a:pt x="1101" y="459"/>
                    </a:cubicBezTo>
                    <a:cubicBezTo>
                      <a:pt x="1100" y="455"/>
                      <a:pt x="1101" y="453"/>
                      <a:pt x="1104" y="451"/>
                    </a:cubicBezTo>
                    <a:cubicBezTo>
                      <a:pt x="1106" y="448"/>
                      <a:pt x="1107" y="445"/>
                      <a:pt x="1108" y="442"/>
                    </a:cubicBezTo>
                    <a:cubicBezTo>
                      <a:pt x="1109" y="439"/>
                      <a:pt x="1111" y="440"/>
                      <a:pt x="1113" y="441"/>
                    </a:cubicBezTo>
                    <a:cubicBezTo>
                      <a:pt x="1116" y="442"/>
                      <a:pt x="1118" y="442"/>
                      <a:pt x="1120" y="439"/>
                    </a:cubicBezTo>
                    <a:cubicBezTo>
                      <a:pt x="1122" y="437"/>
                      <a:pt x="1124" y="437"/>
                      <a:pt x="1128" y="437"/>
                    </a:cubicBezTo>
                    <a:cubicBezTo>
                      <a:pt x="1131" y="437"/>
                      <a:pt x="1133" y="435"/>
                      <a:pt x="1135" y="432"/>
                    </a:cubicBezTo>
                    <a:cubicBezTo>
                      <a:pt x="1138" y="430"/>
                      <a:pt x="1140" y="430"/>
                      <a:pt x="1143" y="432"/>
                    </a:cubicBezTo>
                    <a:cubicBezTo>
                      <a:pt x="1144" y="433"/>
                      <a:pt x="1146" y="434"/>
                      <a:pt x="1147" y="434"/>
                    </a:cubicBezTo>
                    <a:cubicBezTo>
                      <a:pt x="1148" y="433"/>
                      <a:pt x="1148" y="431"/>
                      <a:pt x="1148" y="430"/>
                    </a:cubicBezTo>
                    <a:cubicBezTo>
                      <a:pt x="1148" y="428"/>
                      <a:pt x="1147" y="421"/>
                      <a:pt x="1151" y="420"/>
                    </a:cubicBezTo>
                    <a:cubicBezTo>
                      <a:pt x="1154" y="420"/>
                      <a:pt x="1156" y="423"/>
                      <a:pt x="1158" y="424"/>
                    </a:cubicBezTo>
                    <a:cubicBezTo>
                      <a:pt x="1160" y="425"/>
                      <a:pt x="1163" y="424"/>
                      <a:pt x="1166" y="424"/>
                    </a:cubicBezTo>
                    <a:cubicBezTo>
                      <a:pt x="1167" y="424"/>
                      <a:pt x="1174" y="424"/>
                      <a:pt x="1172" y="426"/>
                    </a:cubicBezTo>
                    <a:cubicBezTo>
                      <a:pt x="1171" y="427"/>
                      <a:pt x="1169" y="427"/>
                      <a:pt x="1168" y="427"/>
                    </a:cubicBezTo>
                    <a:cubicBezTo>
                      <a:pt x="1166" y="428"/>
                      <a:pt x="1165" y="429"/>
                      <a:pt x="1164" y="430"/>
                    </a:cubicBezTo>
                    <a:cubicBezTo>
                      <a:pt x="1163" y="432"/>
                      <a:pt x="1165" y="434"/>
                      <a:pt x="1164" y="436"/>
                    </a:cubicBezTo>
                    <a:cubicBezTo>
                      <a:pt x="1163" y="436"/>
                      <a:pt x="1160" y="436"/>
                      <a:pt x="1159" y="436"/>
                    </a:cubicBezTo>
                    <a:cubicBezTo>
                      <a:pt x="1156" y="436"/>
                      <a:pt x="1154" y="437"/>
                      <a:pt x="1152" y="437"/>
                    </a:cubicBezTo>
                    <a:cubicBezTo>
                      <a:pt x="1148" y="439"/>
                      <a:pt x="1152" y="441"/>
                      <a:pt x="1154" y="443"/>
                    </a:cubicBezTo>
                    <a:cubicBezTo>
                      <a:pt x="1157" y="445"/>
                      <a:pt x="1152" y="446"/>
                      <a:pt x="1150" y="447"/>
                    </a:cubicBezTo>
                    <a:cubicBezTo>
                      <a:pt x="1149" y="447"/>
                      <a:pt x="1142" y="449"/>
                      <a:pt x="1145" y="450"/>
                    </a:cubicBezTo>
                    <a:cubicBezTo>
                      <a:pt x="1149" y="450"/>
                      <a:pt x="1153" y="449"/>
                      <a:pt x="1156" y="448"/>
                    </a:cubicBezTo>
                    <a:cubicBezTo>
                      <a:pt x="1159" y="447"/>
                      <a:pt x="1160" y="445"/>
                      <a:pt x="1162" y="444"/>
                    </a:cubicBezTo>
                    <a:cubicBezTo>
                      <a:pt x="1165" y="444"/>
                      <a:pt x="1169" y="444"/>
                      <a:pt x="1172" y="443"/>
                    </a:cubicBezTo>
                    <a:cubicBezTo>
                      <a:pt x="1174" y="442"/>
                      <a:pt x="1175" y="439"/>
                      <a:pt x="1177" y="438"/>
                    </a:cubicBezTo>
                    <a:cubicBezTo>
                      <a:pt x="1181" y="436"/>
                      <a:pt x="1185" y="438"/>
                      <a:pt x="1188" y="438"/>
                    </a:cubicBezTo>
                    <a:cubicBezTo>
                      <a:pt x="1197" y="438"/>
                      <a:pt x="1195" y="427"/>
                      <a:pt x="1202" y="425"/>
                    </a:cubicBezTo>
                    <a:cubicBezTo>
                      <a:pt x="1206" y="424"/>
                      <a:pt x="1209" y="424"/>
                      <a:pt x="1212" y="422"/>
                    </a:cubicBezTo>
                    <a:cubicBezTo>
                      <a:pt x="1215" y="421"/>
                      <a:pt x="1218" y="420"/>
                      <a:pt x="1220" y="419"/>
                    </a:cubicBezTo>
                    <a:cubicBezTo>
                      <a:pt x="1223" y="417"/>
                      <a:pt x="1225" y="415"/>
                      <a:pt x="1227" y="414"/>
                    </a:cubicBezTo>
                    <a:cubicBezTo>
                      <a:pt x="1229" y="412"/>
                      <a:pt x="1232" y="411"/>
                      <a:pt x="1234" y="410"/>
                    </a:cubicBezTo>
                    <a:cubicBezTo>
                      <a:pt x="1237" y="409"/>
                      <a:pt x="1238" y="408"/>
                      <a:pt x="1240" y="406"/>
                    </a:cubicBezTo>
                    <a:cubicBezTo>
                      <a:pt x="1241" y="404"/>
                      <a:pt x="1243" y="403"/>
                      <a:pt x="1245" y="402"/>
                    </a:cubicBezTo>
                    <a:cubicBezTo>
                      <a:pt x="1248" y="400"/>
                      <a:pt x="1250" y="402"/>
                      <a:pt x="1253" y="403"/>
                    </a:cubicBezTo>
                    <a:cubicBezTo>
                      <a:pt x="1256" y="404"/>
                      <a:pt x="1257" y="401"/>
                      <a:pt x="1259" y="400"/>
                    </a:cubicBezTo>
                    <a:cubicBezTo>
                      <a:pt x="1263" y="399"/>
                      <a:pt x="1265" y="400"/>
                      <a:pt x="1268" y="402"/>
                    </a:cubicBezTo>
                    <a:cubicBezTo>
                      <a:pt x="1270" y="403"/>
                      <a:pt x="1272" y="405"/>
                      <a:pt x="1274" y="404"/>
                    </a:cubicBezTo>
                    <a:cubicBezTo>
                      <a:pt x="1278" y="404"/>
                      <a:pt x="1281" y="400"/>
                      <a:pt x="1280" y="397"/>
                    </a:cubicBezTo>
                    <a:cubicBezTo>
                      <a:pt x="1279" y="396"/>
                      <a:pt x="1279" y="395"/>
                      <a:pt x="1279" y="394"/>
                    </a:cubicBezTo>
                    <a:cubicBezTo>
                      <a:pt x="1280" y="392"/>
                      <a:pt x="1283" y="392"/>
                      <a:pt x="1284" y="391"/>
                    </a:cubicBezTo>
                    <a:cubicBezTo>
                      <a:pt x="1285" y="391"/>
                      <a:pt x="1288" y="390"/>
                      <a:pt x="1289" y="388"/>
                    </a:cubicBezTo>
                    <a:cubicBezTo>
                      <a:pt x="1289" y="386"/>
                      <a:pt x="1286" y="385"/>
                      <a:pt x="1285" y="385"/>
                    </a:cubicBezTo>
                    <a:cubicBezTo>
                      <a:pt x="1284" y="385"/>
                      <a:pt x="1276" y="384"/>
                      <a:pt x="1278" y="381"/>
                    </a:cubicBezTo>
                    <a:cubicBezTo>
                      <a:pt x="1280" y="378"/>
                      <a:pt x="1285" y="380"/>
                      <a:pt x="1285" y="376"/>
                    </a:cubicBezTo>
                    <a:cubicBezTo>
                      <a:pt x="1286" y="374"/>
                      <a:pt x="1285" y="372"/>
                      <a:pt x="1288" y="372"/>
                    </a:cubicBezTo>
                    <a:cubicBezTo>
                      <a:pt x="1291" y="372"/>
                      <a:pt x="1292" y="373"/>
                      <a:pt x="1295" y="373"/>
                    </a:cubicBezTo>
                    <a:cubicBezTo>
                      <a:pt x="1297" y="373"/>
                      <a:pt x="1297" y="371"/>
                      <a:pt x="1299" y="371"/>
                    </a:cubicBezTo>
                    <a:cubicBezTo>
                      <a:pt x="1301" y="370"/>
                      <a:pt x="1303" y="373"/>
                      <a:pt x="1305" y="374"/>
                    </a:cubicBezTo>
                    <a:cubicBezTo>
                      <a:pt x="1308" y="375"/>
                      <a:pt x="1312" y="374"/>
                      <a:pt x="1315" y="374"/>
                    </a:cubicBezTo>
                    <a:cubicBezTo>
                      <a:pt x="1319" y="374"/>
                      <a:pt x="1324" y="374"/>
                      <a:pt x="1328" y="375"/>
                    </a:cubicBezTo>
                    <a:cubicBezTo>
                      <a:pt x="1331" y="375"/>
                      <a:pt x="1332" y="380"/>
                      <a:pt x="1333" y="382"/>
                    </a:cubicBezTo>
                    <a:cubicBezTo>
                      <a:pt x="1334" y="382"/>
                      <a:pt x="1335" y="382"/>
                      <a:pt x="1336" y="382"/>
                    </a:cubicBezTo>
                    <a:cubicBezTo>
                      <a:pt x="1338" y="381"/>
                      <a:pt x="1340" y="381"/>
                      <a:pt x="1341" y="384"/>
                    </a:cubicBezTo>
                    <a:cubicBezTo>
                      <a:pt x="1341" y="387"/>
                      <a:pt x="1342" y="391"/>
                      <a:pt x="1345" y="390"/>
                    </a:cubicBezTo>
                    <a:cubicBezTo>
                      <a:pt x="1349" y="390"/>
                      <a:pt x="1348" y="387"/>
                      <a:pt x="1347" y="385"/>
                    </a:cubicBezTo>
                    <a:cubicBezTo>
                      <a:pt x="1346" y="383"/>
                      <a:pt x="1346" y="379"/>
                      <a:pt x="1349" y="380"/>
                    </a:cubicBezTo>
                    <a:cubicBezTo>
                      <a:pt x="1350" y="381"/>
                      <a:pt x="1351" y="383"/>
                      <a:pt x="1351" y="384"/>
                    </a:cubicBezTo>
                    <a:cubicBezTo>
                      <a:pt x="1351" y="385"/>
                      <a:pt x="1351" y="387"/>
                      <a:pt x="1352" y="387"/>
                    </a:cubicBezTo>
                    <a:cubicBezTo>
                      <a:pt x="1353" y="388"/>
                      <a:pt x="1355" y="386"/>
                      <a:pt x="1356" y="386"/>
                    </a:cubicBezTo>
                    <a:cubicBezTo>
                      <a:pt x="1359" y="385"/>
                      <a:pt x="1361" y="386"/>
                      <a:pt x="1364" y="385"/>
                    </a:cubicBezTo>
                    <a:cubicBezTo>
                      <a:pt x="1367" y="384"/>
                      <a:pt x="1365" y="381"/>
                      <a:pt x="1363" y="379"/>
                    </a:cubicBezTo>
                    <a:cubicBezTo>
                      <a:pt x="1360" y="375"/>
                      <a:pt x="1354" y="370"/>
                      <a:pt x="1360" y="365"/>
                    </a:cubicBezTo>
                    <a:cubicBezTo>
                      <a:pt x="1363" y="363"/>
                      <a:pt x="1368" y="362"/>
                      <a:pt x="1371" y="363"/>
                    </a:cubicBezTo>
                    <a:cubicBezTo>
                      <a:pt x="1373" y="363"/>
                      <a:pt x="1375" y="365"/>
                      <a:pt x="1377" y="366"/>
                    </a:cubicBezTo>
                    <a:cubicBezTo>
                      <a:pt x="1382" y="370"/>
                      <a:pt x="1385" y="374"/>
                      <a:pt x="1388" y="379"/>
                    </a:cubicBezTo>
                    <a:cubicBezTo>
                      <a:pt x="1391" y="383"/>
                      <a:pt x="1396" y="389"/>
                      <a:pt x="1396" y="395"/>
                    </a:cubicBezTo>
                    <a:cubicBezTo>
                      <a:pt x="1396" y="397"/>
                      <a:pt x="1394" y="399"/>
                      <a:pt x="1395" y="401"/>
                    </a:cubicBezTo>
                    <a:cubicBezTo>
                      <a:pt x="1395" y="403"/>
                      <a:pt x="1398" y="405"/>
                      <a:pt x="1400" y="405"/>
                    </a:cubicBezTo>
                    <a:cubicBezTo>
                      <a:pt x="1402" y="406"/>
                      <a:pt x="1403" y="407"/>
                      <a:pt x="1404" y="409"/>
                    </a:cubicBezTo>
                    <a:cubicBezTo>
                      <a:pt x="1405" y="410"/>
                      <a:pt x="1405" y="412"/>
                      <a:pt x="1405" y="414"/>
                    </a:cubicBezTo>
                    <a:cubicBezTo>
                      <a:pt x="1402" y="414"/>
                      <a:pt x="1397" y="412"/>
                      <a:pt x="1397" y="416"/>
                    </a:cubicBezTo>
                    <a:cubicBezTo>
                      <a:pt x="1396" y="416"/>
                      <a:pt x="1396" y="416"/>
                      <a:pt x="1396" y="417"/>
                    </a:cubicBezTo>
                    <a:cubicBezTo>
                      <a:pt x="1408" y="422"/>
                      <a:pt x="1408" y="422"/>
                      <a:pt x="1408" y="422"/>
                    </a:cubicBezTo>
                    <a:cubicBezTo>
                      <a:pt x="1418" y="409"/>
                      <a:pt x="1418" y="409"/>
                      <a:pt x="1418" y="409"/>
                    </a:cubicBezTo>
                    <a:cubicBezTo>
                      <a:pt x="1404" y="367"/>
                      <a:pt x="1404" y="367"/>
                      <a:pt x="1404" y="367"/>
                    </a:cubicBezTo>
                    <a:cubicBezTo>
                      <a:pt x="1368" y="348"/>
                      <a:pt x="1368" y="348"/>
                      <a:pt x="1368" y="348"/>
                    </a:cubicBezTo>
                    <a:cubicBezTo>
                      <a:pt x="1380" y="317"/>
                      <a:pt x="1380" y="317"/>
                      <a:pt x="1380" y="317"/>
                    </a:cubicBezTo>
                    <a:cubicBezTo>
                      <a:pt x="1357" y="317"/>
                      <a:pt x="1357" y="317"/>
                      <a:pt x="1357" y="317"/>
                    </a:cubicBezTo>
                    <a:cubicBezTo>
                      <a:pt x="1356" y="293"/>
                      <a:pt x="1356" y="293"/>
                      <a:pt x="1356" y="293"/>
                    </a:cubicBezTo>
                    <a:cubicBezTo>
                      <a:pt x="1377" y="265"/>
                      <a:pt x="1377" y="265"/>
                      <a:pt x="1377" y="265"/>
                    </a:cubicBezTo>
                    <a:cubicBezTo>
                      <a:pt x="1323" y="238"/>
                      <a:pt x="1323" y="238"/>
                      <a:pt x="1323" y="238"/>
                    </a:cubicBezTo>
                    <a:cubicBezTo>
                      <a:pt x="1323" y="226"/>
                      <a:pt x="1323" y="226"/>
                      <a:pt x="1323" y="226"/>
                    </a:cubicBezTo>
                    <a:cubicBezTo>
                      <a:pt x="1392" y="186"/>
                      <a:pt x="1392" y="186"/>
                      <a:pt x="1392" y="186"/>
                    </a:cubicBezTo>
                    <a:cubicBezTo>
                      <a:pt x="1390" y="175"/>
                      <a:pt x="1390" y="175"/>
                      <a:pt x="1390" y="175"/>
                    </a:cubicBezTo>
                    <a:cubicBezTo>
                      <a:pt x="1338" y="152"/>
                      <a:pt x="1338" y="152"/>
                      <a:pt x="1338" y="152"/>
                    </a:cubicBezTo>
                    <a:cubicBezTo>
                      <a:pt x="1278" y="149"/>
                      <a:pt x="1278" y="149"/>
                      <a:pt x="1278" y="149"/>
                    </a:cubicBezTo>
                    <a:cubicBezTo>
                      <a:pt x="1278" y="149"/>
                      <a:pt x="1212" y="123"/>
                      <a:pt x="1154" y="113"/>
                    </a:cubicBezTo>
                    <a:cubicBezTo>
                      <a:pt x="1154" y="113"/>
                      <a:pt x="1131" y="68"/>
                      <a:pt x="1104" y="53"/>
                    </a:cubicBezTo>
                    <a:cubicBezTo>
                      <a:pt x="1102" y="27"/>
                      <a:pt x="1102" y="27"/>
                      <a:pt x="1102" y="27"/>
                    </a:cubicBezTo>
                    <a:cubicBezTo>
                      <a:pt x="1122" y="12"/>
                      <a:pt x="1122" y="12"/>
                      <a:pt x="1122" y="12"/>
                    </a:cubicBezTo>
                    <a:cubicBezTo>
                      <a:pt x="1110" y="0"/>
                      <a:pt x="1110" y="0"/>
                      <a:pt x="1110" y="0"/>
                    </a:cubicBezTo>
                    <a:cubicBezTo>
                      <a:pt x="1035" y="30"/>
                      <a:pt x="1035" y="30"/>
                      <a:pt x="1035" y="30"/>
                    </a:cubicBezTo>
                    <a:cubicBezTo>
                      <a:pt x="978" y="14"/>
                      <a:pt x="978" y="14"/>
                      <a:pt x="978" y="14"/>
                    </a:cubicBezTo>
                    <a:cubicBezTo>
                      <a:pt x="922" y="18"/>
                      <a:pt x="922" y="18"/>
                      <a:pt x="922" y="18"/>
                    </a:cubicBezTo>
                    <a:cubicBezTo>
                      <a:pt x="890" y="67"/>
                      <a:pt x="890" y="67"/>
                      <a:pt x="890" y="67"/>
                    </a:cubicBezTo>
                    <a:cubicBezTo>
                      <a:pt x="838" y="67"/>
                      <a:pt x="838" y="67"/>
                      <a:pt x="838" y="67"/>
                    </a:cubicBezTo>
                    <a:cubicBezTo>
                      <a:pt x="821" y="39"/>
                      <a:pt x="821" y="39"/>
                      <a:pt x="821" y="39"/>
                    </a:cubicBezTo>
                    <a:cubicBezTo>
                      <a:pt x="793" y="40"/>
                      <a:pt x="793" y="40"/>
                      <a:pt x="793" y="40"/>
                    </a:cubicBezTo>
                    <a:cubicBezTo>
                      <a:pt x="782" y="52"/>
                      <a:pt x="782" y="52"/>
                      <a:pt x="782" y="52"/>
                    </a:cubicBezTo>
                    <a:cubicBezTo>
                      <a:pt x="769" y="82"/>
                      <a:pt x="769" y="82"/>
                      <a:pt x="769" y="82"/>
                    </a:cubicBezTo>
                    <a:cubicBezTo>
                      <a:pt x="778" y="101"/>
                      <a:pt x="778" y="101"/>
                      <a:pt x="778" y="101"/>
                    </a:cubicBezTo>
                    <a:cubicBezTo>
                      <a:pt x="777" y="112"/>
                      <a:pt x="777" y="112"/>
                      <a:pt x="777" y="112"/>
                    </a:cubicBezTo>
                    <a:cubicBezTo>
                      <a:pt x="770" y="118"/>
                      <a:pt x="770" y="118"/>
                      <a:pt x="770" y="118"/>
                    </a:cubicBezTo>
                    <a:cubicBezTo>
                      <a:pt x="740" y="115"/>
                      <a:pt x="740" y="115"/>
                      <a:pt x="740" y="115"/>
                    </a:cubicBezTo>
                    <a:cubicBezTo>
                      <a:pt x="730" y="97"/>
                      <a:pt x="730" y="97"/>
                      <a:pt x="730" y="97"/>
                    </a:cubicBezTo>
                    <a:cubicBezTo>
                      <a:pt x="707" y="103"/>
                      <a:pt x="707" y="103"/>
                      <a:pt x="707" y="103"/>
                    </a:cubicBezTo>
                    <a:cubicBezTo>
                      <a:pt x="692" y="123"/>
                      <a:pt x="692" y="123"/>
                      <a:pt x="692" y="123"/>
                    </a:cubicBezTo>
                    <a:cubicBezTo>
                      <a:pt x="698" y="148"/>
                      <a:pt x="698" y="148"/>
                      <a:pt x="698" y="148"/>
                    </a:cubicBezTo>
                    <a:cubicBezTo>
                      <a:pt x="718" y="190"/>
                      <a:pt x="718" y="190"/>
                      <a:pt x="718" y="190"/>
                    </a:cubicBezTo>
                    <a:cubicBezTo>
                      <a:pt x="691" y="204"/>
                      <a:pt x="691" y="204"/>
                      <a:pt x="691" y="204"/>
                    </a:cubicBezTo>
                    <a:cubicBezTo>
                      <a:pt x="668" y="161"/>
                      <a:pt x="668" y="161"/>
                      <a:pt x="668" y="161"/>
                    </a:cubicBezTo>
                    <a:cubicBezTo>
                      <a:pt x="629" y="161"/>
                      <a:pt x="629" y="161"/>
                      <a:pt x="629" y="161"/>
                    </a:cubicBezTo>
                    <a:cubicBezTo>
                      <a:pt x="627" y="177"/>
                      <a:pt x="627" y="177"/>
                      <a:pt x="627" y="177"/>
                    </a:cubicBezTo>
                    <a:cubicBezTo>
                      <a:pt x="604" y="177"/>
                      <a:pt x="604" y="177"/>
                      <a:pt x="604" y="177"/>
                    </a:cubicBezTo>
                    <a:cubicBezTo>
                      <a:pt x="582" y="148"/>
                      <a:pt x="582" y="148"/>
                      <a:pt x="582" y="148"/>
                    </a:cubicBezTo>
                    <a:cubicBezTo>
                      <a:pt x="585" y="118"/>
                      <a:pt x="585" y="118"/>
                      <a:pt x="585" y="118"/>
                    </a:cubicBezTo>
                    <a:cubicBezTo>
                      <a:pt x="551" y="118"/>
                      <a:pt x="551" y="118"/>
                      <a:pt x="551" y="118"/>
                    </a:cubicBezTo>
                    <a:cubicBezTo>
                      <a:pt x="547" y="168"/>
                      <a:pt x="547" y="168"/>
                      <a:pt x="547" y="168"/>
                    </a:cubicBezTo>
                    <a:cubicBezTo>
                      <a:pt x="503" y="215"/>
                      <a:pt x="503" y="215"/>
                      <a:pt x="503" y="215"/>
                    </a:cubicBezTo>
                    <a:cubicBezTo>
                      <a:pt x="497" y="233"/>
                      <a:pt x="497" y="233"/>
                      <a:pt x="497" y="233"/>
                    </a:cubicBezTo>
                    <a:cubicBezTo>
                      <a:pt x="499" y="232"/>
                      <a:pt x="502" y="232"/>
                      <a:pt x="503" y="234"/>
                    </a:cubicBezTo>
                    <a:cubicBezTo>
                      <a:pt x="507" y="238"/>
                      <a:pt x="499" y="239"/>
                      <a:pt x="495" y="240"/>
                    </a:cubicBezTo>
                    <a:cubicBezTo>
                      <a:pt x="490" y="255"/>
                      <a:pt x="490" y="255"/>
                      <a:pt x="490" y="255"/>
                    </a:cubicBezTo>
                    <a:cubicBezTo>
                      <a:pt x="501" y="271"/>
                      <a:pt x="501" y="271"/>
                      <a:pt x="501" y="271"/>
                    </a:cubicBezTo>
                    <a:cubicBezTo>
                      <a:pt x="480" y="294"/>
                      <a:pt x="480" y="294"/>
                      <a:pt x="480" y="294"/>
                    </a:cubicBezTo>
                    <a:cubicBezTo>
                      <a:pt x="463" y="280"/>
                      <a:pt x="463" y="280"/>
                      <a:pt x="463" y="280"/>
                    </a:cubicBezTo>
                    <a:cubicBezTo>
                      <a:pt x="463" y="260"/>
                      <a:pt x="463" y="260"/>
                      <a:pt x="463" y="260"/>
                    </a:cubicBezTo>
                    <a:cubicBezTo>
                      <a:pt x="441" y="244"/>
                      <a:pt x="441" y="244"/>
                      <a:pt x="441" y="244"/>
                    </a:cubicBezTo>
                    <a:cubicBezTo>
                      <a:pt x="458" y="222"/>
                      <a:pt x="458" y="222"/>
                      <a:pt x="458" y="222"/>
                    </a:cubicBezTo>
                    <a:cubicBezTo>
                      <a:pt x="435" y="207"/>
                      <a:pt x="435" y="207"/>
                      <a:pt x="435" y="207"/>
                    </a:cubicBezTo>
                    <a:cubicBezTo>
                      <a:pt x="416" y="206"/>
                      <a:pt x="416" y="206"/>
                      <a:pt x="416" y="206"/>
                    </a:cubicBezTo>
                    <a:cubicBezTo>
                      <a:pt x="388" y="158"/>
                      <a:pt x="388" y="158"/>
                      <a:pt x="388" y="158"/>
                    </a:cubicBezTo>
                    <a:cubicBezTo>
                      <a:pt x="402" y="114"/>
                      <a:pt x="402" y="114"/>
                      <a:pt x="402" y="114"/>
                    </a:cubicBezTo>
                    <a:cubicBezTo>
                      <a:pt x="392" y="103"/>
                      <a:pt x="392" y="103"/>
                      <a:pt x="392" y="103"/>
                    </a:cubicBezTo>
                    <a:cubicBezTo>
                      <a:pt x="367" y="110"/>
                      <a:pt x="367" y="110"/>
                      <a:pt x="367" y="110"/>
                    </a:cubicBezTo>
                    <a:cubicBezTo>
                      <a:pt x="329" y="150"/>
                      <a:pt x="329" y="150"/>
                      <a:pt x="329" y="150"/>
                    </a:cubicBezTo>
                    <a:cubicBezTo>
                      <a:pt x="310" y="153"/>
                      <a:pt x="310" y="153"/>
                      <a:pt x="310" y="153"/>
                    </a:cubicBezTo>
                    <a:cubicBezTo>
                      <a:pt x="318" y="177"/>
                      <a:pt x="318" y="177"/>
                      <a:pt x="318" y="177"/>
                    </a:cubicBezTo>
                    <a:cubicBezTo>
                      <a:pt x="289" y="217"/>
                      <a:pt x="289" y="217"/>
                      <a:pt x="289" y="217"/>
                    </a:cubicBezTo>
                    <a:cubicBezTo>
                      <a:pt x="269" y="216"/>
                      <a:pt x="269" y="216"/>
                      <a:pt x="269" y="216"/>
                    </a:cubicBezTo>
                    <a:cubicBezTo>
                      <a:pt x="262" y="232"/>
                      <a:pt x="262" y="232"/>
                      <a:pt x="262" y="232"/>
                    </a:cubicBezTo>
                    <a:cubicBezTo>
                      <a:pt x="207" y="207"/>
                      <a:pt x="207" y="207"/>
                      <a:pt x="207" y="207"/>
                    </a:cubicBezTo>
                    <a:cubicBezTo>
                      <a:pt x="116" y="229"/>
                      <a:pt x="116" y="229"/>
                      <a:pt x="116" y="229"/>
                    </a:cubicBezTo>
                    <a:cubicBezTo>
                      <a:pt x="99" y="222"/>
                      <a:pt x="99" y="222"/>
                      <a:pt x="99" y="222"/>
                    </a:cubicBezTo>
                    <a:cubicBezTo>
                      <a:pt x="57" y="241"/>
                      <a:pt x="57" y="241"/>
                      <a:pt x="57" y="241"/>
                    </a:cubicBezTo>
                    <a:cubicBezTo>
                      <a:pt x="72" y="275"/>
                      <a:pt x="72" y="275"/>
                      <a:pt x="72" y="275"/>
                    </a:cubicBezTo>
                    <a:cubicBezTo>
                      <a:pt x="89" y="282"/>
                      <a:pt x="89" y="282"/>
                      <a:pt x="89" y="282"/>
                    </a:cubicBezTo>
                    <a:cubicBezTo>
                      <a:pt x="81" y="300"/>
                      <a:pt x="81" y="300"/>
                      <a:pt x="81" y="300"/>
                    </a:cubicBezTo>
                    <a:cubicBezTo>
                      <a:pt x="120" y="342"/>
                      <a:pt x="120" y="342"/>
                      <a:pt x="120" y="342"/>
                    </a:cubicBezTo>
                    <a:cubicBezTo>
                      <a:pt x="99" y="365"/>
                      <a:pt x="99" y="365"/>
                      <a:pt x="99" y="365"/>
                    </a:cubicBezTo>
                    <a:cubicBezTo>
                      <a:pt x="105" y="391"/>
                      <a:pt x="105" y="391"/>
                      <a:pt x="105" y="391"/>
                    </a:cubicBezTo>
                    <a:cubicBezTo>
                      <a:pt x="57" y="401"/>
                      <a:pt x="57" y="401"/>
                      <a:pt x="57" y="401"/>
                    </a:cubicBezTo>
                    <a:cubicBezTo>
                      <a:pt x="44" y="414"/>
                      <a:pt x="44" y="414"/>
                      <a:pt x="44" y="414"/>
                    </a:cubicBezTo>
                    <a:cubicBezTo>
                      <a:pt x="27" y="398"/>
                      <a:pt x="27" y="398"/>
                      <a:pt x="27" y="398"/>
                    </a:cubicBezTo>
                    <a:cubicBezTo>
                      <a:pt x="0" y="415"/>
                      <a:pt x="0" y="415"/>
                      <a:pt x="0" y="415"/>
                    </a:cubicBezTo>
                    <a:cubicBezTo>
                      <a:pt x="2" y="433"/>
                      <a:pt x="2" y="433"/>
                      <a:pt x="2" y="433"/>
                    </a:cubicBezTo>
                    <a:cubicBezTo>
                      <a:pt x="21" y="438"/>
                      <a:pt x="21" y="438"/>
                      <a:pt x="21" y="438"/>
                    </a:cubicBezTo>
                    <a:cubicBezTo>
                      <a:pt x="7" y="452"/>
                      <a:pt x="7" y="452"/>
                      <a:pt x="7" y="452"/>
                    </a:cubicBezTo>
                    <a:cubicBezTo>
                      <a:pt x="21" y="476"/>
                      <a:pt x="21" y="476"/>
                      <a:pt x="21" y="476"/>
                    </a:cubicBezTo>
                    <a:cubicBezTo>
                      <a:pt x="54" y="488"/>
                      <a:pt x="54" y="488"/>
                      <a:pt x="54" y="488"/>
                    </a:cubicBezTo>
                    <a:cubicBezTo>
                      <a:pt x="69" y="528"/>
                      <a:pt x="69" y="528"/>
                      <a:pt x="69" y="528"/>
                    </a:cubicBezTo>
                    <a:cubicBezTo>
                      <a:pt x="53" y="528"/>
                      <a:pt x="53" y="528"/>
                      <a:pt x="53" y="528"/>
                    </a:cubicBezTo>
                    <a:cubicBezTo>
                      <a:pt x="22" y="564"/>
                      <a:pt x="22" y="564"/>
                      <a:pt x="22" y="564"/>
                    </a:cubicBezTo>
                    <a:cubicBezTo>
                      <a:pt x="35" y="598"/>
                      <a:pt x="35" y="598"/>
                      <a:pt x="35" y="598"/>
                    </a:cubicBezTo>
                    <a:cubicBezTo>
                      <a:pt x="26" y="605"/>
                      <a:pt x="26" y="605"/>
                      <a:pt x="26" y="605"/>
                    </a:cubicBezTo>
                    <a:cubicBezTo>
                      <a:pt x="35" y="643"/>
                      <a:pt x="35" y="643"/>
                      <a:pt x="35" y="643"/>
                    </a:cubicBezTo>
                    <a:cubicBezTo>
                      <a:pt x="60" y="675"/>
                      <a:pt x="60" y="675"/>
                      <a:pt x="60" y="675"/>
                    </a:cubicBezTo>
                    <a:cubicBezTo>
                      <a:pt x="113" y="692"/>
                      <a:pt x="113" y="692"/>
                      <a:pt x="113" y="692"/>
                    </a:cubicBezTo>
                    <a:cubicBezTo>
                      <a:pt x="121" y="682"/>
                      <a:pt x="121" y="682"/>
                      <a:pt x="121" y="682"/>
                    </a:cubicBezTo>
                    <a:cubicBezTo>
                      <a:pt x="165" y="686"/>
                      <a:pt x="165" y="686"/>
                      <a:pt x="165" y="686"/>
                    </a:cubicBezTo>
                    <a:cubicBezTo>
                      <a:pt x="170" y="713"/>
                      <a:pt x="170" y="713"/>
                      <a:pt x="170" y="713"/>
                    </a:cubicBezTo>
                    <a:cubicBezTo>
                      <a:pt x="127" y="744"/>
                      <a:pt x="127" y="744"/>
                      <a:pt x="127" y="744"/>
                    </a:cubicBezTo>
                    <a:cubicBezTo>
                      <a:pt x="133" y="782"/>
                      <a:pt x="133" y="782"/>
                      <a:pt x="133" y="782"/>
                    </a:cubicBezTo>
                    <a:cubicBezTo>
                      <a:pt x="133" y="781"/>
                      <a:pt x="134" y="780"/>
                      <a:pt x="135" y="780"/>
                    </a:cubicBezTo>
                    <a:cubicBezTo>
                      <a:pt x="136" y="781"/>
                      <a:pt x="136" y="782"/>
                      <a:pt x="136" y="782"/>
                    </a:cubicBezTo>
                    <a:cubicBezTo>
                      <a:pt x="136" y="783"/>
                      <a:pt x="137" y="784"/>
                      <a:pt x="138" y="784"/>
                    </a:cubicBezTo>
                    <a:cubicBezTo>
                      <a:pt x="139" y="785"/>
                      <a:pt x="140" y="784"/>
                      <a:pt x="141" y="783"/>
                    </a:cubicBezTo>
                    <a:cubicBezTo>
                      <a:pt x="142" y="783"/>
                      <a:pt x="143" y="783"/>
                      <a:pt x="144" y="784"/>
                    </a:cubicBezTo>
                    <a:cubicBezTo>
                      <a:pt x="144" y="785"/>
                      <a:pt x="145" y="786"/>
                      <a:pt x="146" y="786"/>
                    </a:cubicBezTo>
                    <a:cubicBezTo>
                      <a:pt x="148" y="788"/>
                      <a:pt x="150" y="786"/>
                      <a:pt x="151" y="786"/>
                    </a:cubicBezTo>
                    <a:cubicBezTo>
                      <a:pt x="153" y="785"/>
                      <a:pt x="156" y="785"/>
                      <a:pt x="158" y="784"/>
                    </a:cubicBezTo>
                    <a:cubicBezTo>
                      <a:pt x="158" y="784"/>
                      <a:pt x="158" y="784"/>
                      <a:pt x="158" y="784"/>
                    </a:cubicBezTo>
                    <a:cubicBezTo>
                      <a:pt x="160" y="783"/>
                      <a:pt x="161" y="782"/>
                      <a:pt x="162" y="782"/>
                    </a:cubicBezTo>
                    <a:cubicBezTo>
                      <a:pt x="165" y="780"/>
                      <a:pt x="169" y="779"/>
                      <a:pt x="173" y="779"/>
                    </a:cubicBezTo>
                    <a:cubicBezTo>
                      <a:pt x="176" y="779"/>
                      <a:pt x="178" y="779"/>
                      <a:pt x="181" y="779"/>
                    </a:cubicBezTo>
                    <a:cubicBezTo>
                      <a:pt x="183" y="780"/>
                      <a:pt x="184" y="780"/>
                      <a:pt x="186" y="780"/>
                    </a:cubicBezTo>
                    <a:cubicBezTo>
                      <a:pt x="191" y="780"/>
                      <a:pt x="196" y="779"/>
                      <a:pt x="200" y="777"/>
                    </a:cubicBezTo>
                    <a:cubicBezTo>
                      <a:pt x="204" y="776"/>
                      <a:pt x="209" y="776"/>
                      <a:pt x="213" y="775"/>
                    </a:cubicBezTo>
                    <a:cubicBezTo>
                      <a:pt x="215" y="774"/>
                      <a:pt x="217" y="773"/>
                      <a:pt x="220" y="772"/>
                    </a:cubicBezTo>
                    <a:cubicBezTo>
                      <a:pt x="222" y="771"/>
                      <a:pt x="223" y="770"/>
                      <a:pt x="225" y="769"/>
                    </a:cubicBezTo>
                    <a:cubicBezTo>
                      <a:pt x="227" y="768"/>
                      <a:pt x="229" y="767"/>
                      <a:pt x="231" y="766"/>
                    </a:cubicBezTo>
                    <a:cubicBezTo>
                      <a:pt x="233" y="766"/>
                      <a:pt x="235" y="765"/>
                      <a:pt x="236" y="764"/>
                    </a:cubicBezTo>
                    <a:cubicBezTo>
                      <a:pt x="241" y="763"/>
                      <a:pt x="246" y="762"/>
                      <a:pt x="249" y="758"/>
                    </a:cubicBezTo>
                    <a:cubicBezTo>
                      <a:pt x="250" y="756"/>
                      <a:pt x="251" y="754"/>
                      <a:pt x="251" y="751"/>
                    </a:cubicBezTo>
                    <a:cubicBezTo>
                      <a:pt x="252" y="750"/>
                      <a:pt x="251" y="748"/>
                      <a:pt x="251" y="746"/>
                    </a:cubicBezTo>
                    <a:cubicBezTo>
                      <a:pt x="252" y="744"/>
                      <a:pt x="253" y="743"/>
                      <a:pt x="254" y="741"/>
                    </a:cubicBezTo>
                    <a:cubicBezTo>
                      <a:pt x="254" y="740"/>
                      <a:pt x="254" y="739"/>
                      <a:pt x="255" y="738"/>
                    </a:cubicBezTo>
                    <a:cubicBezTo>
                      <a:pt x="257" y="737"/>
                      <a:pt x="259" y="736"/>
                      <a:pt x="261" y="736"/>
                    </a:cubicBezTo>
                    <a:cubicBezTo>
                      <a:pt x="263" y="736"/>
                      <a:pt x="264" y="734"/>
                      <a:pt x="266" y="733"/>
                    </a:cubicBezTo>
                    <a:cubicBezTo>
                      <a:pt x="268" y="730"/>
                      <a:pt x="268" y="727"/>
                      <a:pt x="269" y="725"/>
                    </a:cubicBezTo>
                    <a:cubicBezTo>
                      <a:pt x="269" y="723"/>
                      <a:pt x="271" y="721"/>
                      <a:pt x="272" y="719"/>
                    </a:cubicBezTo>
                    <a:cubicBezTo>
                      <a:pt x="274" y="715"/>
                      <a:pt x="280" y="712"/>
                      <a:pt x="285" y="710"/>
                    </a:cubicBezTo>
                    <a:cubicBezTo>
                      <a:pt x="287" y="709"/>
                      <a:pt x="288" y="708"/>
                      <a:pt x="290" y="708"/>
                    </a:cubicBezTo>
                    <a:cubicBezTo>
                      <a:pt x="292" y="707"/>
                      <a:pt x="293" y="706"/>
                      <a:pt x="295" y="705"/>
                    </a:cubicBezTo>
                    <a:cubicBezTo>
                      <a:pt x="300" y="704"/>
                      <a:pt x="305" y="703"/>
                      <a:pt x="309" y="699"/>
                    </a:cubicBezTo>
                    <a:cubicBezTo>
                      <a:pt x="310" y="698"/>
                      <a:pt x="309" y="696"/>
                      <a:pt x="310" y="694"/>
                    </a:cubicBezTo>
                    <a:cubicBezTo>
                      <a:pt x="310" y="692"/>
                      <a:pt x="311" y="690"/>
                      <a:pt x="312" y="688"/>
                    </a:cubicBezTo>
                    <a:cubicBezTo>
                      <a:pt x="313" y="685"/>
                      <a:pt x="315" y="683"/>
                      <a:pt x="317" y="680"/>
                    </a:cubicBezTo>
                    <a:cubicBezTo>
                      <a:pt x="318" y="678"/>
                      <a:pt x="319" y="676"/>
                      <a:pt x="321" y="675"/>
                    </a:cubicBezTo>
                    <a:cubicBezTo>
                      <a:pt x="323" y="674"/>
                      <a:pt x="325" y="673"/>
                      <a:pt x="327" y="672"/>
                    </a:cubicBezTo>
                    <a:cubicBezTo>
                      <a:pt x="331" y="670"/>
                      <a:pt x="335" y="667"/>
                      <a:pt x="339" y="665"/>
                    </a:cubicBezTo>
                    <a:cubicBezTo>
                      <a:pt x="344" y="663"/>
                      <a:pt x="348" y="659"/>
                      <a:pt x="353" y="658"/>
                    </a:cubicBezTo>
                    <a:cubicBezTo>
                      <a:pt x="354" y="657"/>
                      <a:pt x="356" y="656"/>
                      <a:pt x="358" y="656"/>
                    </a:cubicBezTo>
                    <a:cubicBezTo>
                      <a:pt x="359" y="654"/>
                      <a:pt x="362" y="654"/>
                      <a:pt x="364" y="653"/>
                    </a:cubicBezTo>
                    <a:cubicBezTo>
                      <a:pt x="366" y="653"/>
                      <a:pt x="369" y="652"/>
                      <a:pt x="372" y="652"/>
                    </a:cubicBezTo>
                    <a:cubicBezTo>
                      <a:pt x="373" y="651"/>
                      <a:pt x="375" y="651"/>
                      <a:pt x="377" y="650"/>
                    </a:cubicBezTo>
                    <a:cubicBezTo>
                      <a:pt x="378" y="649"/>
                      <a:pt x="380" y="648"/>
                      <a:pt x="382" y="648"/>
                    </a:cubicBezTo>
                    <a:cubicBezTo>
                      <a:pt x="384" y="647"/>
                      <a:pt x="386" y="648"/>
                      <a:pt x="388" y="649"/>
                    </a:cubicBezTo>
                    <a:cubicBezTo>
                      <a:pt x="389" y="650"/>
                      <a:pt x="390" y="650"/>
                      <a:pt x="391" y="650"/>
                    </a:cubicBezTo>
                    <a:cubicBezTo>
                      <a:pt x="392" y="650"/>
                      <a:pt x="394" y="650"/>
                      <a:pt x="395" y="649"/>
                    </a:cubicBezTo>
                    <a:cubicBezTo>
                      <a:pt x="396" y="650"/>
                      <a:pt x="397" y="649"/>
                      <a:pt x="398" y="650"/>
                    </a:cubicBezTo>
                    <a:cubicBezTo>
                      <a:pt x="399" y="650"/>
                      <a:pt x="400" y="651"/>
                      <a:pt x="401" y="651"/>
                    </a:cubicBezTo>
                    <a:cubicBezTo>
                      <a:pt x="403" y="651"/>
                      <a:pt x="404" y="652"/>
                      <a:pt x="405" y="652"/>
                    </a:cubicBezTo>
                    <a:cubicBezTo>
                      <a:pt x="406" y="653"/>
                      <a:pt x="407" y="653"/>
                      <a:pt x="407" y="654"/>
                    </a:cubicBezTo>
                    <a:cubicBezTo>
                      <a:pt x="409" y="655"/>
                      <a:pt x="411" y="657"/>
                      <a:pt x="413" y="658"/>
                    </a:cubicBezTo>
                    <a:cubicBezTo>
                      <a:pt x="417" y="661"/>
                      <a:pt x="421" y="664"/>
                      <a:pt x="426" y="666"/>
                    </a:cubicBezTo>
                    <a:cubicBezTo>
                      <a:pt x="429" y="667"/>
                      <a:pt x="431" y="667"/>
                      <a:pt x="434" y="668"/>
                    </a:cubicBezTo>
                    <a:cubicBezTo>
                      <a:pt x="436" y="668"/>
                      <a:pt x="437" y="668"/>
                      <a:pt x="439" y="669"/>
                    </a:cubicBezTo>
                    <a:cubicBezTo>
                      <a:pt x="441" y="670"/>
                      <a:pt x="443" y="671"/>
                      <a:pt x="445" y="672"/>
                    </a:cubicBezTo>
                    <a:cubicBezTo>
                      <a:pt x="448" y="673"/>
                      <a:pt x="452" y="675"/>
                      <a:pt x="455" y="678"/>
                    </a:cubicBezTo>
                    <a:cubicBezTo>
                      <a:pt x="456" y="679"/>
                      <a:pt x="456" y="680"/>
                      <a:pt x="456" y="682"/>
                    </a:cubicBezTo>
                    <a:cubicBezTo>
                      <a:pt x="457" y="684"/>
                      <a:pt x="458" y="685"/>
                      <a:pt x="458" y="687"/>
                    </a:cubicBezTo>
                    <a:cubicBezTo>
                      <a:pt x="460" y="690"/>
                      <a:pt x="465" y="691"/>
                      <a:pt x="468" y="692"/>
                    </a:cubicBezTo>
                    <a:cubicBezTo>
                      <a:pt x="469" y="693"/>
                      <a:pt x="471" y="694"/>
                      <a:pt x="472" y="693"/>
                    </a:cubicBezTo>
                    <a:cubicBezTo>
                      <a:pt x="473" y="693"/>
                      <a:pt x="472" y="691"/>
                      <a:pt x="473" y="690"/>
                    </a:cubicBezTo>
                    <a:cubicBezTo>
                      <a:pt x="473" y="689"/>
                      <a:pt x="473" y="688"/>
                      <a:pt x="473" y="688"/>
                    </a:cubicBezTo>
                    <a:cubicBezTo>
                      <a:pt x="474" y="687"/>
                      <a:pt x="474" y="686"/>
                      <a:pt x="474" y="685"/>
                    </a:cubicBezTo>
                    <a:cubicBezTo>
                      <a:pt x="475" y="684"/>
                      <a:pt x="474" y="683"/>
                      <a:pt x="475" y="683"/>
                    </a:cubicBezTo>
                    <a:cubicBezTo>
                      <a:pt x="475" y="682"/>
                      <a:pt x="477" y="680"/>
                      <a:pt x="478" y="680"/>
                    </a:cubicBezTo>
                    <a:cubicBezTo>
                      <a:pt x="479" y="680"/>
                      <a:pt x="482" y="682"/>
                      <a:pt x="483" y="682"/>
                    </a:cubicBezTo>
                    <a:cubicBezTo>
                      <a:pt x="484" y="683"/>
                      <a:pt x="484" y="683"/>
                      <a:pt x="485" y="684"/>
                    </a:cubicBezTo>
                    <a:cubicBezTo>
                      <a:pt x="486" y="685"/>
                      <a:pt x="487" y="686"/>
                      <a:pt x="488" y="686"/>
                    </a:cubicBezTo>
                    <a:cubicBezTo>
                      <a:pt x="489" y="687"/>
                      <a:pt x="490" y="688"/>
                      <a:pt x="491" y="689"/>
                    </a:cubicBezTo>
                    <a:cubicBezTo>
                      <a:pt x="493" y="690"/>
                      <a:pt x="494" y="690"/>
                      <a:pt x="495" y="691"/>
                    </a:cubicBezTo>
                    <a:cubicBezTo>
                      <a:pt x="497" y="693"/>
                      <a:pt x="498" y="696"/>
                      <a:pt x="500" y="698"/>
                    </a:cubicBezTo>
                    <a:cubicBezTo>
                      <a:pt x="503" y="701"/>
                      <a:pt x="507" y="702"/>
                      <a:pt x="509" y="706"/>
                    </a:cubicBezTo>
                    <a:cubicBezTo>
                      <a:pt x="511" y="709"/>
                      <a:pt x="514" y="712"/>
                      <a:pt x="518" y="714"/>
                    </a:cubicBezTo>
                    <a:cubicBezTo>
                      <a:pt x="518" y="714"/>
                      <a:pt x="519" y="714"/>
                      <a:pt x="520" y="714"/>
                    </a:cubicBezTo>
                    <a:cubicBezTo>
                      <a:pt x="522" y="714"/>
                      <a:pt x="523" y="714"/>
                      <a:pt x="525" y="715"/>
                    </a:cubicBezTo>
                    <a:cubicBezTo>
                      <a:pt x="527" y="715"/>
                      <a:pt x="529" y="716"/>
                      <a:pt x="531" y="717"/>
                    </a:cubicBezTo>
                    <a:cubicBezTo>
                      <a:pt x="533" y="718"/>
                      <a:pt x="534" y="720"/>
                      <a:pt x="535" y="722"/>
                    </a:cubicBezTo>
                    <a:cubicBezTo>
                      <a:pt x="537" y="724"/>
                      <a:pt x="538" y="726"/>
                      <a:pt x="540" y="728"/>
                    </a:cubicBezTo>
                    <a:cubicBezTo>
                      <a:pt x="541" y="730"/>
                      <a:pt x="542" y="731"/>
                      <a:pt x="544" y="732"/>
                    </a:cubicBezTo>
                    <a:cubicBezTo>
                      <a:pt x="545" y="733"/>
                      <a:pt x="547" y="734"/>
                      <a:pt x="549" y="735"/>
                    </a:cubicBezTo>
                    <a:cubicBezTo>
                      <a:pt x="551" y="737"/>
                      <a:pt x="552" y="742"/>
                      <a:pt x="555" y="742"/>
                    </a:cubicBezTo>
                    <a:cubicBezTo>
                      <a:pt x="557" y="742"/>
                      <a:pt x="558" y="740"/>
                      <a:pt x="561" y="740"/>
                    </a:cubicBezTo>
                    <a:cubicBezTo>
                      <a:pt x="562" y="741"/>
                      <a:pt x="564" y="743"/>
                      <a:pt x="564" y="744"/>
                    </a:cubicBezTo>
                    <a:cubicBezTo>
                      <a:pt x="566" y="748"/>
                      <a:pt x="570" y="748"/>
                      <a:pt x="572" y="752"/>
                    </a:cubicBezTo>
                    <a:cubicBezTo>
                      <a:pt x="573" y="755"/>
                      <a:pt x="574" y="759"/>
                      <a:pt x="577" y="760"/>
                    </a:cubicBezTo>
                    <a:cubicBezTo>
                      <a:pt x="578" y="761"/>
                      <a:pt x="580" y="761"/>
                      <a:pt x="581" y="762"/>
                    </a:cubicBezTo>
                    <a:cubicBezTo>
                      <a:pt x="582" y="762"/>
                      <a:pt x="584" y="763"/>
                      <a:pt x="585" y="764"/>
                    </a:cubicBezTo>
                    <a:cubicBezTo>
                      <a:pt x="586" y="765"/>
                      <a:pt x="585" y="766"/>
                      <a:pt x="586" y="766"/>
                    </a:cubicBezTo>
                    <a:cubicBezTo>
                      <a:pt x="587" y="770"/>
                      <a:pt x="590" y="767"/>
                      <a:pt x="592" y="766"/>
                    </a:cubicBezTo>
                    <a:cubicBezTo>
                      <a:pt x="592" y="763"/>
                      <a:pt x="592" y="761"/>
                      <a:pt x="592" y="758"/>
                    </a:cubicBezTo>
                    <a:cubicBezTo>
                      <a:pt x="592" y="755"/>
                      <a:pt x="594" y="755"/>
                      <a:pt x="597" y="755"/>
                    </a:cubicBezTo>
                    <a:cubicBezTo>
                      <a:pt x="604" y="756"/>
                      <a:pt x="605" y="766"/>
                      <a:pt x="609" y="771"/>
                    </a:cubicBezTo>
                    <a:cubicBezTo>
                      <a:pt x="611" y="773"/>
                      <a:pt x="613" y="773"/>
                      <a:pt x="616" y="773"/>
                    </a:cubicBezTo>
                    <a:cubicBezTo>
                      <a:pt x="619" y="773"/>
                      <a:pt x="622" y="773"/>
                      <a:pt x="626" y="773"/>
                    </a:cubicBezTo>
                    <a:cubicBezTo>
                      <a:pt x="630" y="774"/>
                      <a:pt x="633" y="774"/>
                      <a:pt x="636" y="776"/>
                    </a:cubicBezTo>
                    <a:cubicBezTo>
                      <a:pt x="639" y="778"/>
                      <a:pt x="640" y="780"/>
                      <a:pt x="641" y="784"/>
                    </a:cubicBezTo>
                    <a:cubicBezTo>
                      <a:pt x="642" y="786"/>
                      <a:pt x="644" y="787"/>
                      <a:pt x="646" y="788"/>
                    </a:cubicBezTo>
                    <a:cubicBezTo>
                      <a:pt x="647" y="790"/>
                      <a:pt x="648" y="791"/>
                      <a:pt x="649" y="793"/>
                    </a:cubicBezTo>
                    <a:cubicBezTo>
                      <a:pt x="650" y="794"/>
                      <a:pt x="651" y="796"/>
                      <a:pt x="653" y="798"/>
                    </a:cubicBezTo>
                    <a:cubicBezTo>
                      <a:pt x="655" y="802"/>
                      <a:pt x="659" y="805"/>
                      <a:pt x="662" y="809"/>
                    </a:cubicBezTo>
                    <a:cubicBezTo>
                      <a:pt x="664" y="812"/>
                      <a:pt x="667" y="816"/>
                      <a:pt x="668" y="820"/>
                    </a:cubicBezTo>
                    <a:cubicBezTo>
                      <a:pt x="669" y="822"/>
                      <a:pt x="669" y="823"/>
                      <a:pt x="669" y="825"/>
                    </a:cubicBezTo>
                    <a:cubicBezTo>
                      <a:pt x="669" y="827"/>
                      <a:pt x="669" y="829"/>
                      <a:pt x="669" y="830"/>
                    </a:cubicBezTo>
                    <a:cubicBezTo>
                      <a:pt x="669" y="839"/>
                      <a:pt x="669" y="848"/>
                      <a:pt x="669" y="857"/>
                    </a:cubicBezTo>
                    <a:cubicBezTo>
                      <a:pt x="669" y="865"/>
                      <a:pt x="669" y="872"/>
                      <a:pt x="669" y="880"/>
                    </a:cubicBezTo>
                    <a:cubicBezTo>
                      <a:pt x="669" y="885"/>
                      <a:pt x="668" y="890"/>
                      <a:pt x="668" y="894"/>
                    </a:cubicBezTo>
                    <a:cubicBezTo>
                      <a:pt x="667" y="899"/>
                      <a:pt x="668" y="903"/>
                      <a:pt x="668" y="908"/>
                    </a:cubicBezTo>
                    <a:cubicBezTo>
                      <a:pt x="667" y="910"/>
                      <a:pt x="667" y="912"/>
                      <a:pt x="668" y="914"/>
                    </a:cubicBezTo>
                    <a:cubicBezTo>
                      <a:pt x="668" y="916"/>
                      <a:pt x="670" y="918"/>
                      <a:pt x="671" y="920"/>
                    </a:cubicBezTo>
                    <a:cubicBezTo>
                      <a:pt x="672" y="923"/>
                      <a:pt x="673" y="925"/>
                      <a:pt x="675" y="928"/>
                    </a:cubicBezTo>
                    <a:cubicBezTo>
                      <a:pt x="677" y="929"/>
                      <a:pt x="679" y="931"/>
                      <a:pt x="680" y="932"/>
                    </a:cubicBezTo>
                    <a:cubicBezTo>
                      <a:pt x="682" y="934"/>
                      <a:pt x="684" y="935"/>
                      <a:pt x="686" y="937"/>
                    </a:cubicBezTo>
                    <a:cubicBezTo>
                      <a:pt x="688" y="940"/>
                      <a:pt x="689" y="944"/>
                      <a:pt x="689" y="948"/>
                    </a:cubicBezTo>
                    <a:cubicBezTo>
                      <a:pt x="689" y="951"/>
                      <a:pt x="688" y="955"/>
                      <a:pt x="690" y="958"/>
                    </a:cubicBezTo>
                    <a:cubicBezTo>
                      <a:pt x="691" y="961"/>
                      <a:pt x="692" y="964"/>
                      <a:pt x="694" y="966"/>
                    </a:cubicBezTo>
                    <a:cubicBezTo>
                      <a:pt x="696" y="969"/>
                      <a:pt x="697" y="971"/>
                      <a:pt x="699" y="974"/>
                    </a:cubicBezTo>
                    <a:cubicBezTo>
                      <a:pt x="701" y="976"/>
                      <a:pt x="702" y="978"/>
                      <a:pt x="703" y="980"/>
                    </a:cubicBezTo>
                    <a:cubicBezTo>
                      <a:pt x="704" y="982"/>
                      <a:pt x="705" y="984"/>
                      <a:pt x="706" y="986"/>
                    </a:cubicBezTo>
                    <a:cubicBezTo>
                      <a:pt x="706" y="988"/>
                      <a:pt x="707" y="990"/>
                      <a:pt x="707" y="992"/>
                    </a:cubicBezTo>
                    <a:cubicBezTo>
                      <a:pt x="707" y="995"/>
                      <a:pt x="706" y="996"/>
                      <a:pt x="706" y="998"/>
                    </a:cubicBezTo>
                    <a:cubicBezTo>
                      <a:pt x="705" y="1001"/>
                      <a:pt x="705" y="1003"/>
                      <a:pt x="705" y="1005"/>
                    </a:cubicBezTo>
                    <a:cubicBezTo>
                      <a:pt x="704" y="1010"/>
                      <a:pt x="704" y="1016"/>
                      <a:pt x="704" y="1022"/>
                    </a:cubicBezTo>
                    <a:cubicBezTo>
                      <a:pt x="704" y="1024"/>
                      <a:pt x="703" y="1027"/>
                      <a:pt x="703" y="1030"/>
                    </a:cubicBezTo>
                    <a:cubicBezTo>
                      <a:pt x="703" y="1032"/>
                      <a:pt x="703" y="1035"/>
                      <a:pt x="703" y="1038"/>
                    </a:cubicBezTo>
                    <a:cubicBezTo>
                      <a:pt x="703" y="1042"/>
                      <a:pt x="699" y="1045"/>
                      <a:pt x="695" y="1046"/>
                    </a:cubicBezTo>
                    <a:cubicBezTo>
                      <a:pt x="691" y="1048"/>
                      <a:pt x="691" y="1053"/>
                      <a:pt x="690" y="1057"/>
                    </a:cubicBezTo>
                    <a:cubicBezTo>
                      <a:pt x="690" y="1059"/>
                      <a:pt x="689" y="1061"/>
                      <a:pt x="690" y="1064"/>
                    </a:cubicBezTo>
                    <a:cubicBezTo>
                      <a:pt x="691" y="1066"/>
                      <a:pt x="693" y="1066"/>
                      <a:pt x="695" y="1067"/>
                    </a:cubicBezTo>
                    <a:cubicBezTo>
                      <a:pt x="696" y="1069"/>
                      <a:pt x="697" y="1070"/>
                      <a:pt x="699" y="1071"/>
                    </a:cubicBezTo>
                    <a:cubicBezTo>
                      <a:pt x="702" y="1072"/>
                      <a:pt x="703" y="1072"/>
                      <a:pt x="703" y="1069"/>
                    </a:cubicBezTo>
                    <a:cubicBezTo>
                      <a:pt x="703" y="1068"/>
                      <a:pt x="703" y="1067"/>
                      <a:pt x="704" y="1066"/>
                    </a:cubicBezTo>
                    <a:cubicBezTo>
                      <a:pt x="706" y="1065"/>
                      <a:pt x="708" y="1065"/>
                      <a:pt x="711" y="1065"/>
                    </a:cubicBezTo>
                    <a:cubicBezTo>
                      <a:pt x="713" y="1065"/>
                      <a:pt x="716" y="1064"/>
                      <a:pt x="718" y="1064"/>
                    </a:cubicBezTo>
                    <a:cubicBezTo>
                      <a:pt x="723" y="1064"/>
                      <a:pt x="729" y="1065"/>
                      <a:pt x="734" y="1068"/>
                    </a:cubicBezTo>
                    <a:cubicBezTo>
                      <a:pt x="736" y="1069"/>
                      <a:pt x="739" y="1071"/>
                      <a:pt x="740" y="1073"/>
                    </a:cubicBezTo>
                    <a:cubicBezTo>
                      <a:pt x="741" y="1073"/>
                      <a:pt x="742" y="1074"/>
                      <a:pt x="744" y="1075"/>
                    </a:cubicBezTo>
                    <a:cubicBezTo>
                      <a:pt x="745" y="1076"/>
                      <a:pt x="747" y="1077"/>
                      <a:pt x="748" y="1078"/>
                    </a:cubicBezTo>
                    <a:cubicBezTo>
                      <a:pt x="752" y="1082"/>
                      <a:pt x="746" y="1085"/>
                      <a:pt x="745" y="1088"/>
                    </a:cubicBezTo>
                    <a:cubicBezTo>
                      <a:pt x="744" y="1090"/>
                      <a:pt x="745" y="1092"/>
                      <a:pt x="745" y="1093"/>
                    </a:cubicBezTo>
                    <a:cubicBezTo>
                      <a:pt x="745" y="1095"/>
                      <a:pt x="745" y="1096"/>
                      <a:pt x="745" y="1097"/>
                    </a:cubicBezTo>
                    <a:cubicBezTo>
                      <a:pt x="746" y="1098"/>
                      <a:pt x="746" y="1099"/>
                      <a:pt x="746" y="1100"/>
                    </a:cubicBezTo>
                    <a:cubicBezTo>
                      <a:pt x="745" y="1102"/>
                      <a:pt x="742" y="1101"/>
                      <a:pt x="741" y="1102"/>
                    </a:cubicBezTo>
                    <a:cubicBezTo>
                      <a:pt x="738" y="1104"/>
                      <a:pt x="739" y="1106"/>
                      <a:pt x="740" y="1108"/>
                    </a:cubicBezTo>
                    <a:cubicBezTo>
                      <a:pt x="742" y="1109"/>
                      <a:pt x="743" y="1111"/>
                      <a:pt x="745" y="1112"/>
                    </a:cubicBezTo>
                    <a:cubicBezTo>
                      <a:pt x="747" y="1113"/>
                      <a:pt x="749" y="1113"/>
                      <a:pt x="751" y="1114"/>
                    </a:cubicBezTo>
                    <a:cubicBezTo>
                      <a:pt x="754" y="1115"/>
                      <a:pt x="756" y="1116"/>
                      <a:pt x="758" y="1117"/>
                    </a:cubicBezTo>
                    <a:cubicBezTo>
                      <a:pt x="761" y="1117"/>
                      <a:pt x="763" y="1119"/>
                      <a:pt x="765" y="1120"/>
                    </a:cubicBezTo>
                    <a:cubicBezTo>
                      <a:pt x="769" y="1123"/>
                      <a:pt x="774" y="1125"/>
                      <a:pt x="779" y="1127"/>
                    </a:cubicBezTo>
                    <a:cubicBezTo>
                      <a:pt x="781" y="1128"/>
                      <a:pt x="781" y="1131"/>
                      <a:pt x="782" y="1133"/>
                    </a:cubicBezTo>
                    <a:cubicBezTo>
                      <a:pt x="782" y="1136"/>
                      <a:pt x="783" y="1138"/>
                      <a:pt x="784" y="1140"/>
                    </a:cubicBezTo>
                    <a:cubicBezTo>
                      <a:pt x="785" y="1142"/>
                      <a:pt x="786" y="1144"/>
                      <a:pt x="788" y="1146"/>
                    </a:cubicBezTo>
                    <a:cubicBezTo>
                      <a:pt x="789" y="1148"/>
                      <a:pt x="790" y="1149"/>
                      <a:pt x="791" y="1150"/>
                    </a:cubicBezTo>
                    <a:cubicBezTo>
                      <a:pt x="792" y="1151"/>
                      <a:pt x="793" y="1151"/>
                      <a:pt x="794" y="1152"/>
                    </a:cubicBezTo>
                    <a:cubicBezTo>
                      <a:pt x="796" y="1152"/>
                      <a:pt x="800" y="1153"/>
                      <a:pt x="800" y="1156"/>
                    </a:cubicBezTo>
                    <a:cubicBezTo>
                      <a:pt x="801" y="1157"/>
                      <a:pt x="800" y="1159"/>
                      <a:pt x="801" y="1160"/>
                    </a:cubicBezTo>
                    <a:cubicBezTo>
                      <a:pt x="801" y="1161"/>
                      <a:pt x="801" y="1162"/>
                      <a:pt x="802" y="1164"/>
                    </a:cubicBezTo>
                    <a:cubicBezTo>
                      <a:pt x="803" y="1166"/>
                      <a:pt x="805" y="1169"/>
                      <a:pt x="806" y="1172"/>
                    </a:cubicBezTo>
                    <a:cubicBezTo>
                      <a:pt x="807" y="1175"/>
                      <a:pt x="809" y="1177"/>
                      <a:pt x="811" y="1179"/>
                    </a:cubicBezTo>
                    <a:cubicBezTo>
                      <a:pt x="814" y="1180"/>
                      <a:pt x="815" y="1181"/>
                      <a:pt x="816" y="1183"/>
                    </a:cubicBezTo>
                    <a:cubicBezTo>
                      <a:pt x="817" y="1185"/>
                      <a:pt x="818" y="1188"/>
                      <a:pt x="818" y="1191"/>
                    </a:cubicBezTo>
                    <a:cubicBezTo>
                      <a:pt x="817" y="1194"/>
                      <a:pt x="816" y="1196"/>
                      <a:pt x="814" y="1198"/>
                    </a:cubicBezTo>
                    <a:cubicBezTo>
                      <a:pt x="813" y="1200"/>
                      <a:pt x="811" y="1203"/>
                      <a:pt x="809" y="1203"/>
                    </a:cubicBezTo>
                    <a:cubicBezTo>
                      <a:pt x="806" y="1204"/>
                      <a:pt x="804" y="1202"/>
                      <a:pt x="801" y="1201"/>
                    </a:cubicBezTo>
                    <a:cubicBezTo>
                      <a:pt x="798" y="1201"/>
                      <a:pt x="797" y="1204"/>
                      <a:pt x="796" y="1206"/>
                    </a:cubicBezTo>
                    <a:cubicBezTo>
                      <a:pt x="795" y="1212"/>
                      <a:pt x="800" y="1217"/>
                      <a:pt x="803" y="1221"/>
                    </a:cubicBezTo>
                    <a:cubicBezTo>
                      <a:pt x="808" y="1225"/>
                      <a:pt x="813" y="1226"/>
                      <a:pt x="818" y="1223"/>
                    </a:cubicBezTo>
                    <a:cubicBezTo>
                      <a:pt x="821" y="1221"/>
                      <a:pt x="823" y="1218"/>
                      <a:pt x="825" y="1215"/>
                    </a:cubicBezTo>
                    <a:cubicBezTo>
                      <a:pt x="827" y="1212"/>
                      <a:pt x="830" y="1212"/>
                      <a:pt x="832" y="1212"/>
                    </a:cubicBezTo>
                    <a:cubicBezTo>
                      <a:pt x="836" y="1213"/>
                      <a:pt x="839" y="1215"/>
                      <a:pt x="842" y="1216"/>
                    </a:cubicBezTo>
                    <a:cubicBezTo>
                      <a:pt x="846" y="1218"/>
                      <a:pt x="849" y="1218"/>
                      <a:pt x="852" y="1220"/>
                    </a:cubicBezTo>
                    <a:cubicBezTo>
                      <a:pt x="856" y="1221"/>
                      <a:pt x="859" y="1224"/>
                      <a:pt x="863" y="1226"/>
                    </a:cubicBezTo>
                    <a:cubicBezTo>
                      <a:pt x="867" y="1228"/>
                      <a:pt x="873" y="1229"/>
                      <a:pt x="877" y="1231"/>
                    </a:cubicBezTo>
                    <a:cubicBezTo>
                      <a:pt x="879" y="1232"/>
                      <a:pt x="880" y="1233"/>
                      <a:pt x="881" y="1234"/>
                    </a:cubicBezTo>
                    <a:cubicBezTo>
                      <a:pt x="883" y="1235"/>
                      <a:pt x="886" y="1236"/>
                      <a:pt x="888" y="1237"/>
                    </a:cubicBezTo>
                    <a:cubicBezTo>
                      <a:pt x="890" y="1237"/>
                      <a:pt x="891" y="1239"/>
                      <a:pt x="892" y="1240"/>
                    </a:cubicBezTo>
                    <a:cubicBezTo>
                      <a:pt x="894" y="1242"/>
                      <a:pt x="896" y="1244"/>
                      <a:pt x="899" y="1246"/>
                    </a:cubicBezTo>
                    <a:cubicBezTo>
                      <a:pt x="902" y="1248"/>
                      <a:pt x="905" y="1248"/>
                      <a:pt x="907" y="1251"/>
                    </a:cubicBezTo>
                    <a:cubicBezTo>
                      <a:pt x="908" y="1253"/>
                      <a:pt x="909" y="1256"/>
                      <a:pt x="911" y="1258"/>
                    </a:cubicBezTo>
                    <a:cubicBezTo>
                      <a:pt x="919" y="1269"/>
                      <a:pt x="922" y="1283"/>
                      <a:pt x="927" y="1295"/>
                    </a:cubicBezTo>
                    <a:cubicBezTo>
                      <a:pt x="929" y="1299"/>
                      <a:pt x="930" y="1302"/>
                      <a:pt x="933" y="1305"/>
                    </a:cubicBezTo>
                    <a:cubicBezTo>
                      <a:pt x="937" y="1310"/>
                      <a:pt x="941" y="1315"/>
                      <a:pt x="944" y="1321"/>
                    </a:cubicBezTo>
                    <a:cubicBezTo>
                      <a:pt x="945" y="1323"/>
                      <a:pt x="946" y="1324"/>
                      <a:pt x="948" y="1324"/>
                    </a:cubicBezTo>
                    <a:cubicBezTo>
                      <a:pt x="950" y="1325"/>
                      <a:pt x="952" y="1325"/>
                      <a:pt x="954" y="1325"/>
                    </a:cubicBezTo>
                    <a:cubicBezTo>
                      <a:pt x="956" y="1325"/>
                      <a:pt x="958" y="1326"/>
                      <a:pt x="960" y="1326"/>
                    </a:cubicBezTo>
                    <a:cubicBezTo>
                      <a:pt x="964" y="1327"/>
                      <a:pt x="968" y="1328"/>
                      <a:pt x="970" y="1330"/>
                    </a:cubicBezTo>
                    <a:cubicBezTo>
                      <a:pt x="973" y="1331"/>
                      <a:pt x="974" y="1333"/>
                      <a:pt x="976" y="1335"/>
                    </a:cubicBezTo>
                    <a:cubicBezTo>
                      <a:pt x="980" y="1340"/>
                      <a:pt x="983" y="1345"/>
                      <a:pt x="989" y="1348"/>
                    </a:cubicBezTo>
                    <a:cubicBezTo>
                      <a:pt x="992" y="1350"/>
                      <a:pt x="994" y="1351"/>
                      <a:pt x="996" y="1353"/>
                    </a:cubicBezTo>
                    <a:cubicBezTo>
                      <a:pt x="997" y="1355"/>
                      <a:pt x="999" y="1356"/>
                      <a:pt x="1000" y="1358"/>
                    </a:cubicBezTo>
                    <a:cubicBezTo>
                      <a:pt x="1004" y="1362"/>
                      <a:pt x="1007" y="1367"/>
                      <a:pt x="1009" y="1372"/>
                    </a:cubicBezTo>
                    <a:cubicBezTo>
                      <a:pt x="1010" y="1374"/>
                      <a:pt x="1011" y="1376"/>
                      <a:pt x="1012" y="1378"/>
                    </a:cubicBezTo>
                    <a:cubicBezTo>
                      <a:pt x="1013" y="1380"/>
                      <a:pt x="1013" y="1383"/>
                      <a:pt x="1013" y="1386"/>
                    </a:cubicBezTo>
                    <a:cubicBezTo>
                      <a:pt x="1014" y="1391"/>
                      <a:pt x="1017" y="1396"/>
                      <a:pt x="1019" y="1401"/>
                    </a:cubicBezTo>
                    <a:cubicBezTo>
                      <a:pt x="1020" y="1404"/>
                      <a:pt x="1019" y="1407"/>
                      <a:pt x="1023" y="1409"/>
                    </a:cubicBezTo>
                    <a:cubicBezTo>
                      <a:pt x="1024" y="1409"/>
                      <a:pt x="1024" y="1409"/>
                      <a:pt x="1026" y="1409"/>
                    </a:cubicBezTo>
                    <a:cubicBezTo>
                      <a:pt x="1027" y="1409"/>
                      <a:pt x="1028" y="1409"/>
                      <a:pt x="1029" y="1410"/>
                    </a:cubicBezTo>
                    <a:cubicBezTo>
                      <a:pt x="1032" y="1411"/>
                      <a:pt x="1034" y="1412"/>
                      <a:pt x="1037" y="1414"/>
                    </a:cubicBezTo>
                    <a:cubicBezTo>
                      <a:pt x="1042" y="1417"/>
                      <a:pt x="1045" y="1421"/>
                      <a:pt x="1049" y="1425"/>
                    </a:cubicBezTo>
                    <a:cubicBezTo>
                      <a:pt x="1051" y="1427"/>
                      <a:pt x="1053" y="1429"/>
                      <a:pt x="1054" y="1431"/>
                    </a:cubicBezTo>
                    <a:cubicBezTo>
                      <a:pt x="1056" y="1434"/>
                      <a:pt x="1056" y="1436"/>
                      <a:pt x="1058" y="1439"/>
                    </a:cubicBezTo>
                    <a:cubicBezTo>
                      <a:pt x="1061" y="1444"/>
                      <a:pt x="1066" y="1447"/>
                      <a:pt x="1071" y="1451"/>
                    </a:cubicBezTo>
                    <a:cubicBezTo>
                      <a:pt x="1075" y="1454"/>
                      <a:pt x="1079" y="1461"/>
                      <a:pt x="1080" y="1466"/>
                    </a:cubicBezTo>
                    <a:cubicBezTo>
                      <a:pt x="1081" y="1469"/>
                      <a:pt x="1081" y="1471"/>
                      <a:pt x="1083" y="1473"/>
                    </a:cubicBezTo>
                    <a:cubicBezTo>
                      <a:pt x="1085" y="1475"/>
                      <a:pt x="1086" y="1477"/>
                      <a:pt x="1086" y="1480"/>
                    </a:cubicBezTo>
                    <a:cubicBezTo>
                      <a:pt x="1087" y="1483"/>
                      <a:pt x="1089" y="1485"/>
                      <a:pt x="1090" y="1488"/>
                    </a:cubicBezTo>
                    <a:cubicBezTo>
                      <a:pt x="1092" y="1491"/>
                      <a:pt x="1095" y="1490"/>
                      <a:pt x="1098" y="1490"/>
                    </a:cubicBezTo>
                    <a:cubicBezTo>
                      <a:pt x="1100" y="1490"/>
                      <a:pt x="1103" y="1490"/>
                      <a:pt x="1105" y="1490"/>
                    </a:cubicBezTo>
                    <a:cubicBezTo>
                      <a:pt x="1108" y="1490"/>
                      <a:pt x="1109" y="1493"/>
                      <a:pt x="1111" y="1494"/>
                    </a:cubicBezTo>
                    <a:cubicBezTo>
                      <a:pt x="1114" y="1495"/>
                      <a:pt x="1116" y="1497"/>
                      <a:pt x="1118" y="1499"/>
                    </a:cubicBezTo>
                    <a:cubicBezTo>
                      <a:pt x="1119" y="1500"/>
                      <a:pt x="1121" y="1502"/>
                      <a:pt x="1123" y="1503"/>
                    </a:cubicBezTo>
                    <a:cubicBezTo>
                      <a:pt x="1125" y="1504"/>
                      <a:pt x="1126" y="1503"/>
                      <a:pt x="1128" y="1501"/>
                    </a:cubicBezTo>
                    <a:cubicBezTo>
                      <a:pt x="1130" y="1499"/>
                      <a:pt x="1133" y="1500"/>
                      <a:pt x="1135" y="1502"/>
                    </a:cubicBezTo>
                    <a:cubicBezTo>
                      <a:pt x="1138" y="1503"/>
                      <a:pt x="1140" y="1504"/>
                      <a:pt x="1142" y="1505"/>
                    </a:cubicBezTo>
                    <a:cubicBezTo>
                      <a:pt x="1149" y="1506"/>
                      <a:pt x="1154" y="1509"/>
                      <a:pt x="1159" y="1514"/>
                    </a:cubicBezTo>
                    <a:cubicBezTo>
                      <a:pt x="1161" y="1516"/>
                      <a:pt x="1164" y="1519"/>
                      <a:pt x="1166" y="1521"/>
                    </a:cubicBezTo>
                    <a:cubicBezTo>
                      <a:pt x="1171" y="1529"/>
                      <a:pt x="1174" y="1539"/>
                      <a:pt x="1176" y="1548"/>
                    </a:cubicBezTo>
                    <a:cubicBezTo>
                      <a:pt x="1178" y="1553"/>
                      <a:pt x="1180" y="1557"/>
                      <a:pt x="1186" y="1556"/>
                    </a:cubicBezTo>
                    <a:cubicBezTo>
                      <a:pt x="1189" y="1556"/>
                      <a:pt x="1192" y="1554"/>
                      <a:pt x="1193" y="1552"/>
                    </a:cubicBezTo>
                    <a:cubicBezTo>
                      <a:pt x="1195" y="1550"/>
                      <a:pt x="1195" y="1548"/>
                      <a:pt x="1197" y="1546"/>
                    </a:cubicBezTo>
                    <a:cubicBezTo>
                      <a:pt x="1199" y="1544"/>
                      <a:pt x="1201" y="1542"/>
                      <a:pt x="1203" y="1541"/>
                    </a:cubicBezTo>
                    <a:cubicBezTo>
                      <a:pt x="1206" y="1540"/>
                      <a:pt x="1208" y="1540"/>
                      <a:pt x="1210" y="1540"/>
                    </a:cubicBezTo>
                    <a:cubicBezTo>
                      <a:pt x="1213" y="1541"/>
                      <a:pt x="1216" y="1541"/>
                      <a:pt x="1218" y="1542"/>
                    </a:cubicBezTo>
                    <a:cubicBezTo>
                      <a:pt x="1220" y="1543"/>
                      <a:pt x="1222" y="1544"/>
                      <a:pt x="1224" y="1544"/>
                    </a:cubicBezTo>
                    <a:cubicBezTo>
                      <a:pt x="1229" y="1545"/>
                      <a:pt x="1231" y="1540"/>
                      <a:pt x="1236" y="1539"/>
                    </a:cubicBezTo>
                    <a:cubicBezTo>
                      <a:pt x="1240" y="1538"/>
                      <a:pt x="1244" y="1540"/>
                      <a:pt x="1247" y="1543"/>
                    </a:cubicBezTo>
                    <a:cubicBezTo>
                      <a:pt x="1248" y="1544"/>
                      <a:pt x="1249" y="1545"/>
                      <a:pt x="1251" y="1546"/>
                    </a:cubicBezTo>
                    <a:cubicBezTo>
                      <a:pt x="1253" y="1547"/>
                      <a:pt x="1255" y="1547"/>
                      <a:pt x="1256" y="1549"/>
                    </a:cubicBezTo>
                    <a:cubicBezTo>
                      <a:pt x="1256" y="1549"/>
                      <a:pt x="1256" y="1549"/>
                      <a:pt x="1256" y="1549"/>
                    </a:cubicBezTo>
                    <a:cubicBezTo>
                      <a:pt x="1257" y="1549"/>
                      <a:pt x="1257" y="1550"/>
                      <a:pt x="1257" y="1550"/>
                    </a:cubicBezTo>
                    <a:cubicBezTo>
                      <a:pt x="1257" y="1550"/>
                      <a:pt x="1259" y="1551"/>
                      <a:pt x="1260" y="1551"/>
                    </a:cubicBezTo>
                    <a:cubicBezTo>
                      <a:pt x="1261" y="1552"/>
                      <a:pt x="1262" y="1553"/>
                      <a:pt x="1264" y="1553"/>
                    </a:cubicBezTo>
                    <a:cubicBezTo>
                      <a:pt x="1268" y="1555"/>
                      <a:pt x="1272" y="1556"/>
                      <a:pt x="1276" y="1558"/>
                    </a:cubicBezTo>
                    <a:cubicBezTo>
                      <a:pt x="1280" y="1559"/>
                      <a:pt x="1283" y="1560"/>
                      <a:pt x="1286" y="1562"/>
                    </a:cubicBezTo>
                    <a:cubicBezTo>
                      <a:pt x="1288" y="1563"/>
                      <a:pt x="1294" y="1565"/>
                      <a:pt x="1292" y="1560"/>
                    </a:cubicBezTo>
                    <a:cubicBezTo>
                      <a:pt x="1291" y="1558"/>
                      <a:pt x="1290" y="1557"/>
                      <a:pt x="1290" y="1555"/>
                    </a:cubicBezTo>
                    <a:cubicBezTo>
                      <a:pt x="1291" y="1553"/>
                      <a:pt x="1292" y="1552"/>
                      <a:pt x="1294" y="1552"/>
                    </a:cubicBezTo>
                    <a:cubicBezTo>
                      <a:pt x="1294" y="1550"/>
                      <a:pt x="1296" y="1549"/>
                      <a:pt x="1298" y="1549"/>
                    </a:cubicBezTo>
                    <a:cubicBezTo>
                      <a:pt x="1300" y="1549"/>
                      <a:pt x="1301" y="1549"/>
                      <a:pt x="1303" y="1550"/>
                    </a:cubicBezTo>
                    <a:cubicBezTo>
                      <a:pt x="1306" y="1552"/>
                      <a:pt x="1311" y="1553"/>
                      <a:pt x="1314" y="1554"/>
                    </a:cubicBezTo>
                    <a:cubicBezTo>
                      <a:pt x="1316" y="1555"/>
                      <a:pt x="1318" y="1555"/>
                      <a:pt x="1320" y="1556"/>
                    </a:cubicBezTo>
                    <a:cubicBezTo>
                      <a:pt x="1321" y="1556"/>
                      <a:pt x="1323" y="1556"/>
                      <a:pt x="1324" y="1557"/>
                    </a:cubicBezTo>
                    <a:cubicBezTo>
                      <a:pt x="1327" y="1558"/>
                      <a:pt x="1328" y="1561"/>
                      <a:pt x="1329" y="1564"/>
                    </a:cubicBezTo>
                    <a:cubicBezTo>
                      <a:pt x="1330" y="1565"/>
                      <a:pt x="1332" y="1567"/>
                      <a:pt x="1333" y="1569"/>
                    </a:cubicBezTo>
                    <a:cubicBezTo>
                      <a:pt x="1334" y="1571"/>
                      <a:pt x="1335" y="1573"/>
                      <a:pt x="1336" y="1575"/>
                    </a:cubicBezTo>
                    <a:cubicBezTo>
                      <a:pt x="1337" y="1577"/>
                      <a:pt x="1337" y="1579"/>
                      <a:pt x="1338" y="1580"/>
                    </a:cubicBezTo>
                    <a:cubicBezTo>
                      <a:pt x="1340" y="1582"/>
                      <a:pt x="1342" y="1584"/>
                      <a:pt x="1343" y="1586"/>
                    </a:cubicBezTo>
                    <a:cubicBezTo>
                      <a:pt x="1345" y="1588"/>
                      <a:pt x="1346" y="1590"/>
                      <a:pt x="1347" y="1592"/>
                    </a:cubicBezTo>
                    <a:cubicBezTo>
                      <a:pt x="1348" y="1594"/>
                      <a:pt x="1350" y="1596"/>
                      <a:pt x="1352" y="1598"/>
                    </a:cubicBezTo>
                    <a:cubicBezTo>
                      <a:pt x="1355" y="1602"/>
                      <a:pt x="1358" y="1605"/>
                      <a:pt x="1360" y="1609"/>
                    </a:cubicBezTo>
                    <a:cubicBezTo>
                      <a:pt x="1361" y="1612"/>
                      <a:pt x="1360" y="1615"/>
                      <a:pt x="1360" y="1618"/>
                    </a:cubicBezTo>
                    <a:cubicBezTo>
                      <a:pt x="1360" y="1620"/>
                      <a:pt x="1362" y="1623"/>
                      <a:pt x="1363" y="1625"/>
                    </a:cubicBezTo>
                    <a:cubicBezTo>
                      <a:pt x="1366" y="1628"/>
                      <a:pt x="1369" y="1631"/>
                      <a:pt x="1372" y="1634"/>
                    </a:cubicBezTo>
                    <a:cubicBezTo>
                      <a:pt x="1375" y="1637"/>
                      <a:pt x="1379" y="1639"/>
                      <a:pt x="1382" y="1642"/>
                    </a:cubicBezTo>
                    <a:cubicBezTo>
                      <a:pt x="1384" y="1646"/>
                      <a:pt x="1385" y="1649"/>
                      <a:pt x="1385" y="1653"/>
                    </a:cubicBezTo>
                    <a:cubicBezTo>
                      <a:pt x="1386" y="1657"/>
                      <a:pt x="1386" y="1662"/>
                      <a:pt x="1386" y="1666"/>
                    </a:cubicBezTo>
                    <a:cubicBezTo>
                      <a:pt x="1385" y="1670"/>
                      <a:pt x="1385" y="1673"/>
                      <a:pt x="1385" y="1677"/>
                    </a:cubicBezTo>
                    <a:cubicBezTo>
                      <a:pt x="1386" y="1680"/>
                      <a:pt x="1388" y="1681"/>
                      <a:pt x="1390" y="1678"/>
                    </a:cubicBezTo>
                    <a:cubicBezTo>
                      <a:pt x="1392" y="1676"/>
                      <a:pt x="1393" y="1671"/>
                      <a:pt x="1396" y="1672"/>
                    </a:cubicBezTo>
                    <a:cubicBezTo>
                      <a:pt x="1400" y="1673"/>
                      <a:pt x="1401" y="1677"/>
                      <a:pt x="1405" y="1678"/>
                    </a:cubicBezTo>
                    <a:cubicBezTo>
                      <a:pt x="1408" y="1679"/>
                      <a:pt x="1411" y="1677"/>
                      <a:pt x="1414" y="1675"/>
                    </a:cubicBezTo>
                    <a:cubicBezTo>
                      <a:pt x="1416" y="1672"/>
                      <a:pt x="1418" y="1669"/>
                      <a:pt x="1421" y="1667"/>
                    </a:cubicBezTo>
                    <a:cubicBezTo>
                      <a:pt x="1427" y="1661"/>
                      <a:pt x="1436" y="1668"/>
                      <a:pt x="1439" y="1674"/>
                    </a:cubicBezTo>
                    <a:cubicBezTo>
                      <a:pt x="1443" y="1682"/>
                      <a:pt x="1451" y="1686"/>
                      <a:pt x="1459" y="1690"/>
                    </a:cubicBezTo>
                    <a:cubicBezTo>
                      <a:pt x="1463" y="1692"/>
                      <a:pt x="1466" y="1695"/>
                      <a:pt x="1468" y="1699"/>
                    </a:cubicBezTo>
                    <a:cubicBezTo>
                      <a:pt x="1470" y="1703"/>
                      <a:pt x="1467" y="1706"/>
                      <a:pt x="1464" y="1709"/>
                    </a:cubicBezTo>
                    <a:cubicBezTo>
                      <a:pt x="1461" y="1711"/>
                      <a:pt x="1460" y="1713"/>
                      <a:pt x="1458" y="1715"/>
                    </a:cubicBezTo>
                    <a:cubicBezTo>
                      <a:pt x="1457" y="1719"/>
                      <a:pt x="1453" y="1720"/>
                      <a:pt x="1450" y="1722"/>
                    </a:cubicBezTo>
                    <a:cubicBezTo>
                      <a:pt x="1445" y="1724"/>
                      <a:pt x="1438" y="1729"/>
                      <a:pt x="1437" y="1736"/>
                    </a:cubicBezTo>
                    <a:cubicBezTo>
                      <a:pt x="1437" y="1737"/>
                      <a:pt x="1437" y="1739"/>
                      <a:pt x="1437" y="1740"/>
                    </a:cubicBezTo>
                    <a:cubicBezTo>
                      <a:pt x="1439" y="1741"/>
                      <a:pt x="1442" y="1740"/>
                      <a:pt x="1444" y="1739"/>
                    </a:cubicBezTo>
                    <a:cubicBezTo>
                      <a:pt x="1445" y="1738"/>
                      <a:pt x="1447" y="1737"/>
                      <a:pt x="1448" y="1736"/>
                    </a:cubicBezTo>
                    <a:cubicBezTo>
                      <a:pt x="1449" y="1735"/>
                      <a:pt x="1450" y="1735"/>
                      <a:pt x="1451" y="1734"/>
                    </a:cubicBezTo>
                    <a:cubicBezTo>
                      <a:pt x="1453" y="1732"/>
                      <a:pt x="1455" y="1731"/>
                      <a:pt x="1457" y="1729"/>
                    </a:cubicBezTo>
                    <a:cubicBezTo>
                      <a:pt x="1459" y="1727"/>
                      <a:pt x="1461" y="1727"/>
                      <a:pt x="1463" y="1728"/>
                    </a:cubicBezTo>
                    <a:cubicBezTo>
                      <a:pt x="1463" y="1729"/>
                      <a:pt x="1464" y="1730"/>
                      <a:pt x="1465" y="1731"/>
                    </a:cubicBezTo>
                    <a:cubicBezTo>
                      <a:pt x="1466" y="1731"/>
                      <a:pt x="1467" y="1731"/>
                      <a:pt x="1469" y="1731"/>
                    </a:cubicBezTo>
                    <a:cubicBezTo>
                      <a:pt x="1471" y="1731"/>
                      <a:pt x="1473" y="1730"/>
                      <a:pt x="1475" y="1730"/>
                    </a:cubicBezTo>
                    <a:cubicBezTo>
                      <a:pt x="1479" y="1730"/>
                      <a:pt x="1483" y="1732"/>
                      <a:pt x="1486" y="1733"/>
                    </a:cubicBezTo>
                    <a:cubicBezTo>
                      <a:pt x="1488" y="1733"/>
                      <a:pt x="1490" y="1732"/>
                      <a:pt x="1491" y="1732"/>
                    </a:cubicBezTo>
                    <a:cubicBezTo>
                      <a:pt x="1493" y="1732"/>
                      <a:pt x="1495" y="1732"/>
                      <a:pt x="1498" y="1732"/>
                    </a:cubicBezTo>
                    <a:cubicBezTo>
                      <a:pt x="1497" y="1732"/>
                      <a:pt x="1497" y="1732"/>
                      <a:pt x="1497" y="1732"/>
                    </a:cubicBezTo>
                    <a:cubicBezTo>
                      <a:pt x="1500" y="1730"/>
                      <a:pt x="1503" y="1728"/>
                      <a:pt x="1507" y="1727"/>
                    </a:cubicBezTo>
                    <a:cubicBezTo>
                      <a:pt x="1511" y="1727"/>
                      <a:pt x="1513" y="1731"/>
                      <a:pt x="1517" y="1732"/>
                    </a:cubicBezTo>
                    <a:cubicBezTo>
                      <a:pt x="1524" y="1733"/>
                      <a:pt x="1526" y="1722"/>
                      <a:pt x="1532" y="1720"/>
                    </a:cubicBezTo>
                    <a:cubicBezTo>
                      <a:pt x="1537" y="1719"/>
                      <a:pt x="1543" y="1720"/>
                      <a:pt x="1546" y="1724"/>
                    </a:cubicBezTo>
                    <a:cubicBezTo>
                      <a:pt x="1548" y="1726"/>
                      <a:pt x="1548" y="1728"/>
                      <a:pt x="1548" y="1730"/>
                    </a:cubicBezTo>
                    <a:cubicBezTo>
                      <a:pt x="1549" y="1733"/>
                      <a:pt x="1549" y="1735"/>
                      <a:pt x="1551" y="1737"/>
                    </a:cubicBezTo>
                    <a:cubicBezTo>
                      <a:pt x="1553" y="1741"/>
                      <a:pt x="1556" y="1745"/>
                      <a:pt x="1559" y="1749"/>
                    </a:cubicBezTo>
                    <a:cubicBezTo>
                      <a:pt x="1562" y="1753"/>
                      <a:pt x="1565" y="1757"/>
                      <a:pt x="1567" y="1762"/>
                    </a:cubicBezTo>
                    <a:cubicBezTo>
                      <a:pt x="1570" y="1768"/>
                      <a:pt x="1573" y="1773"/>
                      <a:pt x="1575" y="1778"/>
                    </a:cubicBezTo>
                    <a:cubicBezTo>
                      <a:pt x="1576" y="1781"/>
                      <a:pt x="1576" y="1783"/>
                      <a:pt x="1576" y="1785"/>
                    </a:cubicBezTo>
                    <a:cubicBezTo>
                      <a:pt x="1577" y="1788"/>
                      <a:pt x="1576" y="1790"/>
                      <a:pt x="1576" y="1792"/>
                    </a:cubicBezTo>
                    <a:cubicBezTo>
                      <a:pt x="1575" y="1795"/>
                      <a:pt x="1578" y="1799"/>
                      <a:pt x="1576" y="1801"/>
                    </a:cubicBezTo>
                    <a:cubicBezTo>
                      <a:pt x="1574" y="1803"/>
                      <a:pt x="1572" y="1801"/>
                      <a:pt x="1571" y="1801"/>
                    </a:cubicBezTo>
                    <a:cubicBezTo>
                      <a:pt x="1568" y="1801"/>
                      <a:pt x="1568" y="1803"/>
                      <a:pt x="1567" y="1805"/>
                    </a:cubicBezTo>
                    <a:cubicBezTo>
                      <a:pt x="1567" y="1808"/>
                      <a:pt x="1566" y="1811"/>
                      <a:pt x="1567" y="1814"/>
                    </a:cubicBezTo>
                    <a:cubicBezTo>
                      <a:pt x="1567" y="1816"/>
                      <a:pt x="1568" y="1818"/>
                      <a:pt x="1567" y="1820"/>
                    </a:cubicBezTo>
                    <a:cubicBezTo>
                      <a:pt x="1566" y="1822"/>
                      <a:pt x="1564" y="1821"/>
                      <a:pt x="1563" y="1822"/>
                    </a:cubicBezTo>
                    <a:cubicBezTo>
                      <a:pt x="1561" y="1823"/>
                      <a:pt x="1561" y="1825"/>
                      <a:pt x="1560" y="1827"/>
                    </a:cubicBezTo>
                    <a:cubicBezTo>
                      <a:pt x="1559" y="1829"/>
                      <a:pt x="1558" y="1830"/>
                      <a:pt x="1559" y="1832"/>
                    </a:cubicBezTo>
                    <a:cubicBezTo>
                      <a:pt x="1559" y="1834"/>
                      <a:pt x="1560" y="1837"/>
                      <a:pt x="1562" y="1838"/>
                    </a:cubicBezTo>
                    <a:cubicBezTo>
                      <a:pt x="1564" y="1839"/>
                      <a:pt x="1566" y="1839"/>
                      <a:pt x="1568" y="1839"/>
                    </a:cubicBezTo>
                    <a:cubicBezTo>
                      <a:pt x="1570" y="1840"/>
                      <a:pt x="1571" y="1841"/>
                      <a:pt x="1574" y="1842"/>
                    </a:cubicBezTo>
                    <a:cubicBezTo>
                      <a:pt x="1576" y="1842"/>
                      <a:pt x="1579" y="1842"/>
                      <a:pt x="1581" y="1844"/>
                    </a:cubicBezTo>
                    <a:cubicBezTo>
                      <a:pt x="1583" y="1846"/>
                      <a:pt x="1583" y="1848"/>
                      <a:pt x="1584" y="1850"/>
                    </a:cubicBezTo>
                    <a:cubicBezTo>
                      <a:pt x="1585" y="1853"/>
                      <a:pt x="1587" y="1854"/>
                      <a:pt x="1589" y="1855"/>
                    </a:cubicBezTo>
                    <a:cubicBezTo>
                      <a:pt x="1595" y="1858"/>
                      <a:pt x="1601" y="1856"/>
                      <a:pt x="1607" y="1856"/>
                    </a:cubicBezTo>
                    <a:cubicBezTo>
                      <a:pt x="1611" y="1856"/>
                      <a:pt x="1614" y="1858"/>
                      <a:pt x="1616" y="1860"/>
                    </a:cubicBezTo>
                    <a:cubicBezTo>
                      <a:pt x="1619" y="1863"/>
                      <a:pt x="1623" y="1864"/>
                      <a:pt x="1625" y="1867"/>
                    </a:cubicBezTo>
                    <a:cubicBezTo>
                      <a:pt x="1626" y="1868"/>
                      <a:pt x="1626" y="1870"/>
                      <a:pt x="1627" y="1871"/>
                    </a:cubicBezTo>
                    <a:cubicBezTo>
                      <a:pt x="1629" y="1875"/>
                      <a:pt x="1632" y="1879"/>
                      <a:pt x="1633" y="1883"/>
                    </a:cubicBezTo>
                    <a:cubicBezTo>
                      <a:pt x="1635" y="1886"/>
                      <a:pt x="1635" y="1888"/>
                      <a:pt x="1639" y="1889"/>
                    </a:cubicBezTo>
                    <a:cubicBezTo>
                      <a:pt x="1642" y="1889"/>
                      <a:pt x="1645" y="1890"/>
                      <a:pt x="1647" y="1892"/>
                    </a:cubicBezTo>
                    <a:cubicBezTo>
                      <a:pt x="1649" y="1893"/>
                      <a:pt x="1649" y="1894"/>
                      <a:pt x="1650" y="1895"/>
                    </a:cubicBezTo>
                    <a:cubicBezTo>
                      <a:pt x="1652" y="1896"/>
                      <a:pt x="1654" y="1897"/>
                      <a:pt x="1655" y="1897"/>
                    </a:cubicBezTo>
                    <a:cubicBezTo>
                      <a:pt x="1658" y="1897"/>
                      <a:pt x="1661" y="1897"/>
                      <a:pt x="1663" y="1897"/>
                    </a:cubicBezTo>
                    <a:cubicBezTo>
                      <a:pt x="1665" y="1897"/>
                      <a:pt x="1667" y="1898"/>
                      <a:pt x="1669" y="1898"/>
                    </a:cubicBezTo>
                    <a:cubicBezTo>
                      <a:pt x="1672" y="1898"/>
                      <a:pt x="1673" y="1895"/>
                      <a:pt x="1675" y="1893"/>
                    </a:cubicBezTo>
                    <a:cubicBezTo>
                      <a:pt x="1676" y="1892"/>
                      <a:pt x="1677" y="1891"/>
                      <a:pt x="1679" y="1889"/>
                    </a:cubicBezTo>
                    <a:cubicBezTo>
                      <a:pt x="1680" y="1888"/>
                      <a:pt x="1680" y="1887"/>
                      <a:pt x="1681" y="1886"/>
                    </a:cubicBezTo>
                    <a:cubicBezTo>
                      <a:pt x="1683" y="1885"/>
                      <a:pt x="1685" y="1884"/>
                      <a:pt x="1687" y="1884"/>
                    </a:cubicBezTo>
                    <a:cubicBezTo>
                      <a:pt x="1689" y="1883"/>
                      <a:pt x="1691" y="1882"/>
                      <a:pt x="1693" y="1881"/>
                    </a:cubicBezTo>
                    <a:cubicBezTo>
                      <a:pt x="1696" y="1879"/>
                      <a:pt x="1699" y="1879"/>
                      <a:pt x="1703" y="1882"/>
                    </a:cubicBezTo>
                    <a:cubicBezTo>
                      <a:pt x="1706" y="1884"/>
                      <a:pt x="1710" y="1885"/>
                      <a:pt x="1712" y="1889"/>
                    </a:cubicBezTo>
                    <a:cubicBezTo>
                      <a:pt x="1713" y="1891"/>
                      <a:pt x="1714" y="1892"/>
                      <a:pt x="1716" y="1894"/>
                    </a:cubicBezTo>
                    <a:cubicBezTo>
                      <a:pt x="1717" y="1895"/>
                      <a:pt x="1719" y="1896"/>
                      <a:pt x="1721" y="1897"/>
                    </a:cubicBezTo>
                    <a:cubicBezTo>
                      <a:pt x="1722" y="1898"/>
                      <a:pt x="1723" y="1900"/>
                      <a:pt x="1724" y="1902"/>
                    </a:cubicBezTo>
                    <a:cubicBezTo>
                      <a:pt x="1725" y="1904"/>
                      <a:pt x="1726" y="1905"/>
                      <a:pt x="1727" y="1907"/>
                    </a:cubicBezTo>
                    <a:cubicBezTo>
                      <a:pt x="1727" y="1908"/>
                      <a:pt x="1727" y="1910"/>
                      <a:pt x="1728" y="1911"/>
                    </a:cubicBezTo>
                    <a:cubicBezTo>
                      <a:pt x="1729" y="1913"/>
                      <a:pt x="1731" y="1914"/>
                      <a:pt x="1732" y="1916"/>
                    </a:cubicBezTo>
                    <a:cubicBezTo>
                      <a:pt x="1735" y="1918"/>
                      <a:pt x="1737" y="1921"/>
                      <a:pt x="1738" y="1923"/>
                    </a:cubicBezTo>
                    <a:cubicBezTo>
                      <a:pt x="1741" y="1927"/>
                      <a:pt x="1741" y="1930"/>
                      <a:pt x="1742" y="1934"/>
                    </a:cubicBezTo>
                    <a:cubicBezTo>
                      <a:pt x="1742" y="1936"/>
                      <a:pt x="1745" y="1940"/>
                      <a:pt x="1742" y="1942"/>
                    </a:cubicBezTo>
                    <a:cubicBezTo>
                      <a:pt x="1742" y="1943"/>
                      <a:pt x="1740" y="1943"/>
                      <a:pt x="1740" y="1944"/>
                    </a:cubicBezTo>
                    <a:cubicBezTo>
                      <a:pt x="1739" y="1945"/>
                      <a:pt x="1740" y="1947"/>
                      <a:pt x="1741" y="1948"/>
                    </a:cubicBezTo>
                    <a:cubicBezTo>
                      <a:pt x="1742" y="1951"/>
                      <a:pt x="1744" y="1953"/>
                      <a:pt x="1745" y="1956"/>
                    </a:cubicBezTo>
                    <a:cubicBezTo>
                      <a:pt x="1747" y="1959"/>
                      <a:pt x="1747" y="1963"/>
                      <a:pt x="1748" y="1966"/>
                    </a:cubicBezTo>
                    <a:cubicBezTo>
                      <a:pt x="1750" y="1970"/>
                      <a:pt x="1751" y="1974"/>
                      <a:pt x="1752" y="1978"/>
                    </a:cubicBezTo>
                    <a:cubicBezTo>
                      <a:pt x="1752" y="1980"/>
                      <a:pt x="1752" y="1982"/>
                      <a:pt x="1752" y="1984"/>
                    </a:cubicBezTo>
                    <a:cubicBezTo>
                      <a:pt x="1752" y="1988"/>
                      <a:pt x="1752" y="1993"/>
                      <a:pt x="1754" y="1996"/>
                    </a:cubicBezTo>
                    <a:cubicBezTo>
                      <a:pt x="1755" y="1998"/>
                      <a:pt x="1756" y="1999"/>
                      <a:pt x="1757" y="2001"/>
                    </a:cubicBezTo>
                    <a:cubicBezTo>
                      <a:pt x="1759" y="2003"/>
                      <a:pt x="1760" y="2005"/>
                      <a:pt x="1761" y="2008"/>
                    </a:cubicBezTo>
                    <a:cubicBezTo>
                      <a:pt x="1762" y="2010"/>
                      <a:pt x="1762" y="2012"/>
                      <a:pt x="1762" y="2015"/>
                    </a:cubicBezTo>
                    <a:cubicBezTo>
                      <a:pt x="1762" y="2017"/>
                      <a:pt x="1764" y="2019"/>
                      <a:pt x="1765" y="2021"/>
                    </a:cubicBezTo>
                    <a:cubicBezTo>
                      <a:pt x="1766" y="2024"/>
                      <a:pt x="1767" y="2026"/>
                      <a:pt x="1769" y="2028"/>
                    </a:cubicBezTo>
                    <a:cubicBezTo>
                      <a:pt x="1771" y="2030"/>
                      <a:pt x="1773" y="2031"/>
                      <a:pt x="1775" y="2034"/>
                    </a:cubicBezTo>
                    <a:cubicBezTo>
                      <a:pt x="1778" y="2038"/>
                      <a:pt x="1780" y="2043"/>
                      <a:pt x="1783" y="2048"/>
                    </a:cubicBezTo>
                    <a:cubicBezTo>
                      <a:pt x="1784" y="2050"/>
                      <a:pt x="1786" y="2052"/>
                      <a:pt x="1787" y="2054"/>
                    </a:cubicBezTo>
                    <a:cubicBezTo>
                      <a:pt x="1787" y="2055"/>
                      <a:pt x="1788" y="2057"/>
                      <a:pt x="1788" y="2058"/>
                    </a:cubicBezTo>
                    <a:cubicBezTo>
                      <a:pt x="1789" y="2061"/>
                      <a:pt x="1790" y="2063"/>
                      <a:pt x="1791" y="2065"/>
                    </a:cubicBezTo>
                    <a:cubicBezTo>
                      <a:pt x="1793" y="2070"/>
                      <a:pt x="1795" y="2076"/>
                      <a:pt x="1795" y="2082"/>
                    </a:cubicBezTo>
                    <a:cubicBezTo>
                      <a:pt x="1796" y="2085"/>
                      <a:pt x="1797" y="2089"/>
                      <a:pt x="1798" y="2093"/>
                    </a:cubicBezTo>
                    <a:cubicBezTo>
                      <a:pt x="1799" y="2096"/>
                      <a:pt x="1799" y="2099"/>
                      <a:pt x="1799" y="2103"/>
                    </a:cubicBezTo>
                    <a:cubicBezTo>
                      <a:pt x="1799" y="2106"/>
                      <a:pt x="1799" y="2110"/>
                      <a:pt x="1799" y="2113"/>
                    </a:cubicBezTo>
                    <a:cubicBezTo>
                      <a:pt x="1799" y="2116"/>
                      <a:pt x="1798" y="2119"/>
                      <a:pt x="1798" y="2121"/>
                    </a:cubicBezTo>
                    <a:cubicBezTo>
                      <a:pt x="1798" y="2125"/>
                      <a:pt x="1799" y="2128"/>
                      <a:pt x="1800" y="2131"/>
                    </a:cubicBezTo>
                    <a:cubicBezTo>
                      <a:pt x="1800" y="2133"/>
                      <a:pt x="1800" y="2135"/>
                      <a:pt x="1800" y="2137"/>
                    </a:cubicBezTo>
                    <a:cubicBezTo>
                      <a:pt x="1801" y="2142"/>
                      <a:pt x="1804" y="2147"/>
                      <a:pt x="1807" y="2152"/>
                    </a:cubicBezTo>
                    <a:cubicBezTo>
                      <a:pt x="1808" y="2154"/>
                      <a:pt x="1809" y="2156"/>
                      <a:pt x="1809" y="2158"/>
                    </a:cubicBezTo>
                    <a:cubicBezTo>
                      <a:pt x="1810" y="2160"/>
                      <a:pt x="1810" y="2162"/>
                      <a:pt x="1810" y="2163"/>
                    </a:cubicBezTo>
                    <a:cubicBezTo>
                      <a:pt x="1811" y="2168"/>
                      <a:pt x="1814" y="2173"/>
                      <a:pt x="1816" y="2177"/>
                    </a:cubicBezTo>
                    <a:cubicBezTo>
                      <a:pt x="1818" y="2180"/>
                      <a:pt x="1822" y="2181"/>
                      <a:pt x="1825" y="2183"/>
                    </a:cubicBezTo>
                    <a:cubicBezTo>
                      <a:pt x="1826" y="2183"/>
                      <a:pt x="1827" y="2184"/>
                      <a:pt x="1827" y="2184"/>
                    </a:cubicBezTo>
                    <a:cubicBezTo>
                      <a:pt x="1828" y="2185"/>
                      <a:pt x="1829" y="2185"/>
                      <a:pt x="1830" y="2186"/>
                    </a:cubicBezTo>
                    <a:cubicBezTo>
                      <a:pt x="1832" y="2187"/>
                      <a:pt x="1832" y="2188"/>
                      <a:pt x="1832" y="2190"/>
                    </a:cubicBezTo>
                    <a:cubicBezTo>
                      <a:pt x="1833" y="2195"/>
                      <a:pt x="1832" y="2200"/>
                      <a:pt x="1833" y="2205"/>
                    </a:cubicBezTo>
                    <a:cubicBezTo>
                      <a:pt x="1833" y="2208"/>
                      <a:pt x="1832" y="2212"/>
                      <a:pt x="1832" y="2215"/>
                    </a:cubicBezTo>
                    <a:cubicBezTo>
                      <a:pt x="1832" y="2218"/>
                      <a:pt x="1832" y="2220"/>
                      <a:pt x="1830" y="2222"/>
                    </a:cubicBezTo>
                    <a:cubicBezTo>
                      <a:pt x="1829" y="2223"/>
                      <a:pt x="1827" y="2225"/>
                      <a:pt x="1826" y="2225"/>
                    </a:cubicBezTo>
                    <a:cubicBezTo>
                      <a:pt x="1825" y="2226"/>
                      <a:pt x="1822" y="2226"/>
                      <a:pt x="1821" y="2228"/>
                    </a:cubicBezTo>
                    <a:cubicBezTo>
                      <a:pt x="1821" y="2228"/>
                      <a:pt x="1821" y="2229"/>
                      <a:pt x="1821" y="2230"/>
                    </a:cubicBezTo>
                    <a:cubicBezTo>
                      <a:pt x="1821" y="2232"/>
                      <a:pt x="1819" y="2232"/>
                      <a:pt x="1818" y="2232"/>
                    </a:cubicBezTo>
                    <a:cubicBezTo>
                      <a:pt x="1815" y="2232"/>
                      <a:pt x="1813" y="2235"/>
                      <a:pt x="1811" y="2235"/>
                    </a:cubicBezTo>
                    <a:cubicBezTo>
                      <a:pt x="1808" y="2236"/>
                      <a:pt x="1804" y="2237"/>
                      <a:pt x="1800" y="2237"/>
                    </a:cubicBezTo>
                    <a:cubicBezTo>
                      <a:pt x="1798" y="2237"/>
                      <a:pt x="1796" y="2237"/>
                      <a:pt x="1794" y="2236"/>
                    </a:cubicBezTo>
                    <a:cubicBezTo>
                      <a:pt x="1790" y="2236"/>
                      <a:pt x="1785" y="2236"/>
                      <a:pt x="1781" y="2236"/>
                    </a:cubicBezTo>
                    <a:cubicBezTo>
                      <a:pt x="1778" y="2235"/>
                      <a:pt x="1776" y="2235"/>
                      <a:pt x="1773" y="2236"/>
                    </a:cubicBezTo>
                    <a:cubicBezTo>
                      <a:pt x="1771" y="2236"/>
                      <a:pt x="1770" y="2238"/>
                      <a:pt x="1769" y="2239"/>
                    </a:cubicBezTo>
                    <a:cubicBezTo>
                      <a:pt x="1765" y="2243"/>
                      <a:pt x="1762" y="2244"/>
                      <a:pt x="1757" y="2245"/>
                    </a:cubicBezTo>
                    <a:cubicBezTo>
                      <a:pt x="1755" y="2245"/>
                      <a:pt x="1753" y="2245"/>
                      <a:pt x="1751" y="2245"/>
                    </a:cubicBezTo>
                    <a:cubicBezTo>
                      <a:pt x="1749" y="2246"/>
                      <a:pt x="1748" y="2247"/>
                      <a:pt x="1747" y="2249"/>
                    </a:cubicBezTo>
                    <a:cubicBezTo>
                      <a:pt x="1746" y="2252"/>
                      <a:pt x="1744" y="2257"/>
                      <a:pt x="1746" y="2261"/>
                    </a:cubicBezTo>
                    <a:cubicBezTo>
                      <a:pt x="1747" y="2263"/>
                      <a:pt x="1748" y="2264"/>
                      <a:pt x="1750" y="2265"/>
                    </a:cubicBezTo>
                    <a:cubicBezTo>
                      <a:pt x="1752" y="2267"/>
                      <a:pt x="1754" y="2269"/>
                      <a:pt x="1755" y="2271"/>
                    </a:cubicBezTo>
                    <a:cubicBezTo>
                      <a:pt x="1758" y="2275"/>
                      <a:pt x="1760" y="2278"/>
                      <a:pt x="1764" y="2281"/>
                    </a:cubicBezTo>
                    <a:cubicBezTo>
                      <a:pt x="1768" y="2285"/>
                      <a:pt x="1763" y="2289"/>
                      <a:pt x="1761" y="2292"/>
                    </a:cubicBezTo>
                    <a:cubicBezTo>
                      <a:pt x="1759" y="2294"/>
                      <a:pt x="1758" y="2296"/>
                      <a:pt x="1758" y="2298"/>
                    </a:cubicBezTo>
                    <a:cubicBezTo>
                      <a:pt x="1757" y="2300"/>
                      <a:pt x="1755" y="2303"/>
                      <a:pt x="1754" y="2305"/>
                    </a:cubicBezTo>
                    <a:cubicBezTo>
                      <a:pt x="1753" y="2307"/>
                      <a:pt x="1752" y="2310"/>
                      <a:pt x="1750" y="2312"/>
                    </a:cubicBezTo>
                    <a:cubicBezTo>
                      <a:pt x="1746" y="2324"/>
                      <a:pt x="1742" y="2337"/>
                      <a:pt x="1734" y="2346"/>
                    </a:cubicBezTo>
                    <a:cubicBezTo>
                      <a:pt x="1730" y="2349"/>
                      <a:pt x="1726" y="2352"/>
                      <a:pt x="1721" y="2353"/>
                    </a:cubicBezTo>
                    <a:cubicBezTo>
                      <a:pt x="1717" y="2355"/>
                      <a:pt x="1712" y="2355"/>
                      <a:pt x="1708" y="2356"/>
                    </a:cubicBezTo>
                    <a:cubicBezTo>
                      <a:pt x="1704" y="2357"/>
                      <a:pt x="1701" y="2359"/>
                      <a:pt x="1698" y="2362"/>
                    </a:cubicBezTo>
                    <a:cubicBezTo>
                      <a:pt x="1697" y="2363"/>
                      <a:pt x="1696" y="2365"/>
                      <a:pt x="1696" y="2367"/>
                    </a:cubicBezTo>
                    <a:cubicBezTo>
                      <a:pt x="1695" y="2369"/>
                      <a:pt x="1696" y="2371"/>
                      <a:pt x="1695" y="2373"/>
                    </a:cubicBezTo>
                    <a:cubicBezTo>
                      <a:pt x="1695" y="2374"/>
                      <a:pt x="1694" y="2375"/>
                      <a:pt x="1695" y="2377"/>
                    </a:cubicBezTo>
                    <a:cubicBezTo>
                      <a:pt x="1695" y="2378"/>
                      <a:pt x="1695" y="2379"/>
                      <a:pt x="1695" y="2381"/>
                    </a:cubicBezTo>
                    <a:cubicBezTo>
                      <a:pt x="1695" y="2381"/>
                      <a:pt x="1694" y="2382"/>
                      <a:pt x="1694" y="2383"/>
                    </a:cubicBezTo>
                    <a:cubicBezTo>
                      <a:pt x="1693" y="2387"/>
                      <a:pt x="1694" y="2390"/>
                      <a:pt x="1694" y="2394"/>
                    </a:cubicBezTo>
                    <a:cubicBezTo>
                      <a:pt x="1694" y="2396"/>
                      <a:pt x="1694" y="2399"/>
                      <a:pt x="1695" y="2400"/>
                    </a:cubicBezTo>
                    <a:cubicBezTo>
                      <a:pt x="1696" y="2401"/>
                      <a:pt x="1697" y="2401"/>
                      <a:pt x="1698" y="2402"/>
                    </a:cubicBezTo>
                    <a:cubicBezTo>
                      <a:pt x="1698" y="2403"/>
                      <a:pt x="1698" y="2404"/>
                      <a:pt x="1698" y="2405"/>
                    </a:cubicBezTo>
                    <a:cubicBezTo>
                      <a:pt x="1698" y="2407"/>
                      <a:pt x="1697" y="2408"/>
                      <a:pt x="1696" y="2410"/>
                    </a:cubicBezTo>
                    <a:cubicBezTo>
                      <a:pt x="1696" y="2411"/>
                      <a:pt x="1695" y="2412"/>
                      <a:pt x="1695" y="2413"/>
                    </a:cubicBezTo>
                    <a:cubicBezTo>
                      <a:pt x="1695" y="2416"/>
                      <a:pt x="1696" y="2418"/>
                      <a:pt x="1697" y="2420"/>
                    </a:cubicBezTo>
                    <a:cubicBezTo>
                      <a:pt x="1698" y="2422"/>
                      <a:pt x="1699" y="2425"/>
                      <a:pt x="1701" y="2428"/>
                    </a:cubicBezTo>
                    <a:cubicBezTo>
                      <a:pt x="1706" y="2436"/>
                      <a:pt x="1715" y="2442"/>
                      <a:pt x="1724" y="2445"/>
                    </a:cubicBezTo>
                    <a:cubicBezTo>
                      <a:pt x="1735" y="2447"/>
                      <a:pt x="1746" y="2445"/>
                      <a:pt x="1756" y="2445"/>
                    </a:cubicBezTo>
                    <a:cubicBezTo>
                      <a:pt x="1762" y="2445"/>
                      <a:pt x="1767" y="2445"/>
                      <a:pt x="1772" y="2446"/>
                    </a:cubicBezTo>
                    <a:cubicBezTo>
                      <a:pt x="1777" y="2446"/>
                      <a:pt x="1782" y="2447"/>
                      <a:pt x="1787" y="2446"/>
                    </a:cubicBezTo>
                    <a:cubicBezTo>
                      <a:pt x="1797" y="2443"/>
                      <a:pt x="1803" y="2433"/>
                      <a:pt x="1807" y="2424"/>
                    </a:cubicBezTo>
                    <a:cubicBezTo>
                      <a:pt x="1810" y="2416"/>
                      <a:pt x="1813" y="2408"/>
                      <a:pt x="1813" y="2400"/>
                    </a:cubicBezTo>
                    <a:cubicBezTo>
                      <a:pt x="1813" y="2390"/>
                      <a:pt x="1823" y="2383"/>
                      <a:pt x="1830" y="2377"/>
                    </a:cubicBezTo>
                    <a:cubicBezTo>
                      <a:pt x="1832" y="2374"/>
                      <a:pt x="1834" y="2372"/>
                      <a:pt x="1837" y="2370"/>
                    </a:cubicBezTo>
                    <a:cubicBezTo>
                      <a:pt x="1839" y="2367"/>
                      <a:pt x="1842" y="2365"/>
                      <a:pt x="1844" y="2363"/>
                    </a:cubicBezTo>
                    <a:cubicBezTo>
                      <a:pt x="1847" y="2360"/>
                      <a:pt x="1850" y="2356"/>
                      <a:pt x="1853" y="2354"/>
                    </a:cubicBezTo>
                    <a:cubicBezTo>
                      <a:pt x="1854" y="2353"/>
                      <a:pt x="1856" y="2352"/>
                      <a:pt x="1857" y="2350"/>
                    </a:cubicBezTo>
                    <a:cubicBezTo>
                      <a:pt x="1858" y="2349"/>
                      <a:pt x="1859" y="2347"/>
                      <a:pt x="1860" y="2346"/>
                    </a:cubicBezTo>
                    <a:cubicBezTo>
                      <a:pt x="1861" y="2346"/>
                      <a:pt x="1863" y="2346"/>
                      <a:pt x="1865" y="2346"/>
                    </a:cubicBezTo>
                    <a:cubicBezTo>
                      <a:pt x="1867" y="2345"/>
                      <a:pt x="1868" y="2345"/>
                      <a:pt x="1870" y="2344"/>
                    </a:cubicBezTo>
                    <a:cubicBezTo>
                      <a:pt x="1873" y="2343"/>
                      <a:pt x="1877" y="2343"/>
                      <a:pt x="1880" y="2342"/>
                    </a:cubicBezTo>
                    <a:cubicBezTo>
                      <a:pt x="1885" y="2340"/>
                      <a:pt x="1891" y="2339"/>
                      <a:pt x="1895" y="2334"/>
                    </a:cubicBezTo>
                    <a:cubicBezTo>
                      <a:pt x="1897" y="2331"/>
                      <a:pt x="1899" y="2329"/>
                      <a:pt x="1902" y="2327"/>
                    </a:cubicBezTo>
                    <a:cubicBezTo>
                      <a:pt x="1904" y="2325"/>
                      <a:pt x="1906" y="2322"/>
                      <a:pt x="1908" y="2319"/>
                    </a:cubicBezTo>
                    <a:cubicBezTo>
                      <a:pt x="1910" y="2316"/>
                      <a:pt x="1911" y="2313"/>
                      <a:pt x="1912" y="2310"/>
                    </a:cubicBezTo>
                    <a:cubicBezTo>
                      <a:pt x="1912" y="2307"/>
                      <a:pt x="1911" y="2303"/>
                      <a:pt x="1911" y="2300"/>
                    </a:cubicBezTo>
                    <a:cubicBezTo>
                      <a:pt x="1910" y="2294"/>
                      <a:pt x="1910" y="2289"/>
                      <a:pt x="1909" y="2283"/>
                    </a:cubicBezTo>
                    <a:cubicBezTo>
                      <a:pt x="1909" y="2280"/>
                      <a:pt x="1910" y="2277"/>
                      <a:pt x="1909" y="2274"/>
                    </a:cubicBezTo>
                    <a:cubicBezTo>
                      <a:pt x="1909" y="2272"/>
                      <a:pt x="1908" y="2271"/>
                      <a:pt x="1908" y="2269"/>
                    </a:cubicBezTo>
                    <a:cubicBezTo>
                      <a:pt x="1908" y="2267"/>
                      <a:pt x="1908" y="2265"/>
                      <a:pt x="1909" y="2263"/>
                    </a:cubicBezTo>
                    <a:cubicBezTo>
                      <a:pt x="1908" y="2261"/>
                      <a:pt x="1909" y="2260"/>
                      <a:pt x="1909" y="2258"/>
                    </a:cubicBezTo>
                    <a:cubicBezTo>
                      <a:pt x="1908" y="2256"/>
                      <a:pt x="1908" y="2255"/>
                      <a:pt x="1907" y="2253"/>
                    </a:cubicBezTo>
                    <a:cubicBezTo>
                      <a:pt x="1906" y="2252"/>
                      <a:pt x="1906" y="2251"/>
                      <a:pt x="1905" y="2249"/>
                    </a:cubicBezTo>
                    <a:cubicBezTo>
                      <a:pt x="1904" y="2248"/>
                      <a:pt x="1903" y="2247"/>
                      <a:pt x="1902" y="2246"/>
                    </a:cubicBezTo>
                    <a:cubicBezTo>
                      <a:pt x="1900" y="2242"/>
                      <a:pt x="1902" y="2239"/>
                      <a:pt x="1905" y="2237"/>
                    </a:cubicBezTo>
                    <a:cubicBezTo>
                      <a:pt x="1907" y="2236"/>
                      <a:pt x="1909" y="2235"/>
                      <a:pt x="1911" y="2234"/>
                    </a:cubicBezTo>
                    <a:cubicBezTo>
                      <a:pt x="1913" y="2232"/>
                      <a:pt x="1914" y="2230"/>
                      <a:pt x="1915" y="2228"/>
                    </a:cubicBezTo>
                    <a:cubicBezTo>
                      <a:pt x="1917" y="2225"/>
                      <a:pt x="1918" y="2223"/>
                      <a:pt x="1920" y="2220"/>
                    </a:cubicBezTo>
                    <a:cubicBezTo>
                      <a:pt x="1921" y="2219"/>
                      <a:pt x="1921" y="2218"/>
                      <a:pt x="1922" y="2218"/>
                    </a:cubicBezTo>
                    <a:cubicBezTo>
                      <a:pt x="1924" y="2217"/>
                      <a:pt x="1925" y="2217"/>
                      <a:pt x="1926" y="2216"/>
                    </a:cubicBezTo>
                    <a:cubicBezTo>
                      <a:pt x="1929" y="2214"/>
                      <a:pt x="1932" y="2213"/>
                      <a:pt x="1935" y="2212"/>
                    </a:cubicBezTo>
                    <a:cubicBezTo>
                      <a:pt x="1937" y="2211"/>
                      <a:pt x="1940" y="2210"/>
                      <a:pt x="1942" y="2209"/>
                    </a:cubicBezTo>
                    <a:cubicBezTo>
                      <a:pt x="1945" y="2207"/>
                      <a:pt x="1948" y="2205"/>
                      <a:pt x="1950" y="2203"/>
                    </a:cubicBezTo>
                    <a:cubicBezTo>
                      <a:pt x="1952" y="2202"/>
                      <a:pt x="1954" y="2200"/>
                      <a:pt x="1957" y="2199"/>
                    </a:cubicBezTo>
                    <a:cubicBezTo>
                      <a:pt x="1960" y="2197"/>
                      <a:pt x="1963" y="2196"/>
                      <a:pt x="1966" y="2194"/>
                    </a:cubicBezTo>
                    <a:cubicBezTo>
                      <a:pt x="1968" y="2193"/>
                      <a:pt x="1971" y="2191"/>
                      <a:pt x="1974" y="2190"/>
                    </a:cubicBezTo>
                    <a:cubicBezTo>
                      <a:pt x="1978" y="2189"/>
                      <a:pt x="1982" y="2188"/>
                      <a:pt x="1986" y="2186"/>
                    </a:cubicBezTo>
                    <a:cubicBezTo>
                      <a:pt x="1990" y="2184"/>
                      <a:pt x="1995" y="2186"/>
                      <a:pt x="1999" y="2187"/>
                    </a:cubicBezTo>
                    <a:cubicBezTo>
                      <a:pt x="2003" y="2188"/>
                      <a:pt x="2005" y="2191"/>
                      <a:pt x="2008" y="2194"/>
                    </a:cubicBezTo>
                    <a:cubicBezTo>
                      <a:pt x="2009" y="2196"/>
                      <a:pt x="2011" y="2197"/>
                      <a:pt x="2013" y="2196"/>
                    </a:cubicBezTo>
                    <a:cubicBezTo>
                      <a:pt x="2016" y="2195"/>
                      <a:pt x="2016" y="2192"/>
                      <a:pt x="2017" y="2191"/>
                    </a:cubicBezTo>
                    <a:cubicBezTo>
                      <a:pt x="2019" y="2190"/>
                      <a:pt x="2021" y="2191"/>
                      <a:pt x="2022" y="2193"/>
                    </a:cubicBezTo>
                    <a:cubicBezTo>
                      <a:pt x="2024" y="2195"/>
                      <a:pt x="2024" y="2196"/>
                      <a:pt x="2025" y="2198"/>
                    </a:cubicBezTo>
                    <a:cubicBezTo>
                      <a:pt x="2026" y="2198"/>
                      <a:pt x="2027" y="2199"/>
                      <a:pt x="2028" y="2199"/>
                    </a:cubicBezTo>
                    <a:cubicBezTo>
                      <a:pt x="2029" y="2199"/>
                      <a:pt x="2030" y="2197"/>
                      <a:pt x="2031" y="2196"/>
                    </a:cubicBezTo>
                    <a:cubicBezTo>
                      <a:pt x="2032" y="2195"/>
                      <a:pt x="2032" y="2193"/>
                      <a:pt x="2033" y="2191"/>
                    </a:cubicBezTo>
                    <a:cubicBezTo>
                      <a:pt x="2035" y="2189"/>
                      <a:pt x="2038" y="2188"/>
                      <a:pt x="2040" y="2187"/>
                    </a:cubicBezTo>
                    <a:cubicBezTo>
                      <a:pt x="2042" y="2186"/>
                      <a:pt x="2043" y="2183"/>
                      <a:pt x="2043" y="2181"/>
                    </a:cubicBezTo>
                    <a:cubicBezTo>
                      <a:pt x="2043" y="2178"/>
                      <a:pt x="2043" y="2176"/>
                      <a:pt x="2044" y="2173"/>
                    </a:cubicBezTo>
                    <a:cubicBezTo>
                      <a:pt x="2044" y="2172"/>
                      <a:pt x="2044" y="2170"/>
                      <a:pt x="2044" y="2169"/>
                    </a:cubicBezTo>
                    <a:cubicBezTo>
                      <a:pt x="2045" y="2168"/>
                      <a:pt x="2047" y="2167"/>
                      <a:pt x="2047" y="2167"/>
                    </a:cubicBezTo>
                    <a:cubicBezTo>
                      <a:pt x="2049" y="2166"/>
                      <a:pt x="2054" y="2167"/>
                      <a:pt x="2053" y="2163"/>
                    </a:cubicBezTo>
                    <a:cubicBezTo>
                      <a:pt x="2052" y="2159"/>
                      <a:pt x="2047" y="2160"/>
                      <a:pt x="2045" y="2159"/>
                    </a:cubicBezTo>
                    <a:cubicBezTo>
                      <a:pt x="2043" y="2159"/>
                      <a:pt x="2042" y="2159"/>
                      <a:pt x="2041" y="2158"/>
                    </a:cubicBezTo>
                    <a:cubicBezTo>
                      <a:pt x="2040" y="2157"/>
                      <a:pt x="2041" y="2156"/>
                      <a:pt x="2040" y="2155"/>
                    </a:cubicBezTo>
                    <a:cubicBezTo>
                      <a:pt x="2040" y="2154"/>
                      <a:pt x="2039" y="2153"/>
                      <a:pt x="2039" y="2151"/>
                    </a:cubicBezTo>
                    <a:cubicBezTo>
                      <a:pt x="2039" y="2150"/>
                      <a:pt x="2040" y="2148"/>
                      <a:pt x="2039" y="2147"/>
                    </a:cubicBezTo>
                    <a:cubicBezTo>
                      <a:pt x="2038" y="2146"/>
                      <a:pt x="2036" y="2147"/>
                      <a:pt x="2035" y="2147"/>
                    </a:cubicBezTo>
                    <a:cubicBezTo>
                      <a:pt x="2034" y="2146"/>
                      <a:pt x="2034" y="2143"/>
                      <a:pt x="2034" y="2142"/>
                    </a:cubicBezTo>
                    <a:cubicBezTo>
                      <a:pt x="2033" y="2139"/>
                      <a:pt x="2034" y="2135"/>
                      <a:pt x="2035" y="2131"/>
                    </a:cubicBezTo>
                    <a:cubicBezTo>
                      <a:pt x="2036" y="2129"/>
                      <a:pt x="2037" y="2127"/>
                      <a:pt x="2038" y="2124"/>
                    </a:cubicBezTo>
                    <a:cubicBezTo>
                      <a:pt x="2038" y="2120"/>
                      <a:pt x="2039" y="2117"/>
                      <a:pt x="2038" y="2113"/>
                    </a:cubicBezTo>
                    <a:cubicBezTo>
                      <a:pt x="2038" y="2111"/>
                      <a:pt x="2036" y="2110"/>
                      <a:pt x="2034" y="2109"/>
                    </a:cubicBezTo>
                    <a:cubicBezTo>
                      <a:pt x="2031" y="2106"/>
                      <a:pt x="2029" y="2101"/>
                      <a:pt x="2032" y="2097"/>
                    </a:cubicBezTo>
                    <a:cubicBezTo>
                      <a:pt x="2032" y="2096"/>
                      <a:pt x="2033" y="2095"/>
                      <a:pt x="2034" y="2094"/>
                    </a:cubicBezTo>
                    <a:cubicBezTo>
                      <a:pt x="2034" y="2092"/>
                      <a:pt x="2034" y="2090"/>
                      <a:pt x="2034" y="2088"/>
                    </a:cubicBezTo>
                    <a:cubicBezTo>
                      <a:pt x="2035" y="2086"/>
                      <a:pt x="2035" y="2084"/>
                      <a:pt x="2036" y="2083"/>
                    </a:cubicBezTo>
                    <a:cubicBezTo>
                      <a:pt x="2038" y="2079"/>
                      <a:pt x="2041" y="2077"/>
                      <a:pt x="2044" y="2074"/>
                    </a:cubicBezTo>
                    <a:cubicBezTo>
                      <a:pt x="2045" y="2073"/>
                      <a:pt x="2046" y="2071"/>
                      <a:pt x="2045" y="2069"/>
                    </a:cubicBezTo>
                    <a:cubicBezTo>
                      <a:pt x="2044" y="2068"/>
                      <a:pt x="2042" y="2067"/>
                      <a:pt x="2040" y="2067"/>
                    </a:cubicBezTo>
                    <a:cubicBezTo>
                      <a:pt x="2038" y="2067"/>
                      <a:pt x="2036" y="2067"/>
                      <a:pt x="2034" y="2067"/>
                    </a:cubicBezTo>
                    <a:cubicBezTo>
                      <a:pt x="2032" y="2066"/>
                      <a:pt x="2031" y="2065"/>
                      <a:pt x="2030" y="2063"/>
                    </a:cubicBezTo>
                    <a:cubicBezTo>
                      <a:pt x="2028" y="2061"/>
                      <a:pt x="2027" y="2059"/>
                      <a:pt x="2026" y="2057"/>
                    </a:cubicBezTo>
                    <a:cubicBezTo>
                      <a:pt x="2024" y="2056"/>
                      <a:pt x="2022" y="2054"/>
                      <a:pt x="2021" y="2052"/>
                    </a:cubicBezTo>
                    <a:cubicBezTo>
                      <a:pt x="2020" y="2050"/>
                      <a:pt x="2019" y="2048"/>
                      <a:pt x="2018" y="2046"/>
                    </a:cubicBezTo>
                    <a:cubicBezTo>
                      <a:pt x="2017" y="2045"/>
                      <a:pt x="2016" y="2044"/>
                      <a:pt x="2014" y="2043"/>
                    </a:cubicBezTo>
                    <a:cubicBezTo>
                      <a:pt x="2009" y="2041"/>
                      <a:pt x="2004" y="2039"/>
                      <a:pt x="2000" y="2036"/>
                    </a:cubicBezTo>
                    <a:cubicBezTo>
                      <a:pt x="1996" y="2034"/>
                      <a:pt x="1991" y="2032"/>
                      <a:pt x="1986" y="2031"/>
                    </a:cubicBezTo>
                    <a:cubicBezTo>
                      <a:pt x="1982" y="2030"/>
                      <a:pt x="1978" y="2029"/>
                      <a:pt x="1975" y="2026"/>
                    </a:cubicBezTo>
                    <a:cubicBezTo>
                      <a:pt x="1972" y="2023"/>
                      <a:pt x="1971" y="2018"/>
                      <a:pt x="1969" y="2014"/>
                    </a:cubicBezTo>
                    <a:cubicBezTo>
                      <a:pt x="1967" y="2009"/>
                      <a:pt x="1963" y="2008"/>
                      <a:pt x="1958" y="2008"/>
                    </a:cubicBezTo>
                    <a:cubicBezTo>
                      <a:pt x="1956" y="2008"/>
                      <a:pt x="1953" y="2008"/>
                      <a:pt x="1950" y="2008"/>
                    </a:cubicBezTo>
                    <a:cubicBezTo>
                      <a:pt x="1947" y="2009"/>
                      <a:pt x="1944" y="2008"/>
                      <a:pt x="1941" y="2008"/>
                    </a:cubicBezTo>
                    <a:cubicBezTo>
                      <a:pt x="1939" y="2008"/>
                      <a:pt x="1937" y="2008"/>
                      <a:pt x="1935" y="2008"/>
                    </a:cubicBezTo>
                    <a:cubicBezTo>
                      <a:pt x="1932" y="2008"/>
                      <a:pt x="1930" y="2008"/>
                      <a:pt x="1928" y="2007"/>
                    </a:cubicBezTo>
                    <a:cubicBezTo>
                      <a:pt x="1925" y="2007"/>
                      <a:pt x="1922" y="2007"/>
                      <a:pt x="1920" y="2007"/>
                    </a:cubicBezTo>
                    <a:cubicBezTo>
                      <a:pt x="1918" y="2007"/>
                      <a:pt x="1916" y="2006"/>
                      <a:pt x="1915" y="2004"/>
                    </a:cubicBezTo>
                    <a:cubicBezTo>
                      <a:pt x="1913" y="2003"/>
                      <a:pt x="1911" y="2002"/>
                      <a:pt x="1910" y="2000"/>
                    </a:cubicBezTo>
                    <a:cubicBezTo>
                      <a:pt x="1909" y="1998"/>
                      <a:pt x="1909" y="1996"/>
                      <a:pt x="1909" y="1995"/>
                    </a:cubicBezTo>
                    <a:cubicBezTo>
                      <a:pt x="1909" y="1993"/>
                      <a:pt x="1908" y="1991"/>
                      <a:pt x="1908" y="1989"/>
                    </a:cubicBezTo>
                    <a:cubicBezTo>
                      <a:pt x="1907" y="1986"/>
                      <a:pt x="1907" y="1983"/>
                      <a:pt x="1907" y="1980"/>
                    </a:cubicBezTo>
                    <a:cubicBezTo>
                      <a:pt x="1906" y="1977"/>
                      <a:pt x="1905" y="1976"/>
                      <a:pt x="1903" y="1975"/>
                    </a:cubicBezTo>
                    <a:cubicBezTo>
                      <a:pt x="1901" y="1974"/>
                      <a:pt x="1900" y="1973"/>
                      <a:pt x="1899" y="1971"/>
                    </a:cubicBezTo>
                    <a:cubicBezTo>
                      <a:pt x="1899" y="1967"/>
                      <a:pt x="1900" y="1962"/>
                      <a:pt x="1902" y="1959"/>
                    </a:cubicBezTo>
                    <a:cubicBezTo>
                      <a:pt x="1903" y="1957"/>
                      <a:pt x="1905" y="1956"/>
                      <a:pt x="1906" y="1954"/>
                    </a:cubicBezTo>
                    <a:cubicBezTo>
                      <a:pt x="1908" y="1953"/>
                      <a:pt x="1908" y="1950"/>
                      <a:pt x="1909" y="1948"/>
                    </a:cubicBezTo>
                    <a:cubicBezTo>
                      <a:pt x="1911" y="1945"/>
                      <a:pt x="1913" y="1940"/>
                      <a:pt x="1916" y="1937"/>
                    </a:cubicBezTo>
                    <a:cubicBezTo>
                      <a:pt x="1916" y="1937"/>
                      <a:pt x="1915" y="1937"/>
                      <a:pt x="1916" y="1937"/>
                    </a:cubicBezTo>
                    <a:cubicBezTo>
                      <a:pt x="1916" y="1937"/>
                      <a:pt x="1916" y="1936"/>
                      <a:pt x="1917" y="1936"/>
                    </a:cubicBezTo>
                    <a:cubicBezTo>
                      <a:pt x="1917" y="1935"/>
                      <a:pt x="1918" y="1935"/>
                      <a:pt x="1919" y="1934"/>
                    </a:cubicBezTo>
                    <a:cubicBezTo>
                      <a:pt x="1921" y="1933"/>
                      <a:pt x="1923" y="1931"/>
                      <a:pt x="1925" y="1930"/>
                    </a:cubicBezTo>
                    <a:cubicBezTo>
                      <a:pt x="1928" y="1927"/>
                      <a:pt x="1932" y="1924"/>
                      <a:pt x="1933" y="1919"/>
                    </a:cubicBezTo>
                    <a:cubicBezTo>
                      <a:pt x="1933" y="1914"/>
                      <a:pt x="1931" y="1909"/>
                      <a:pt x="1929" y="1905"/>
                    </a:cubicBezTo>
                    <a:cubicBezTo>
                      <a:pt x="1927" y="1901"/>
                      <a:pt x="1924" y="1896"/>
                      <a:pt x="1924" y="1892"/>
                    </a:cubicBezTo>
                    <a:cubicBezTo>
                      <a:pt x="1925" y="1890"/>
                      <a:pt x="1925" y="1888"/>
                      <a:pt x="1926" y="1886"/>
                    </a:cubicBezTo>
                    <a:cubicBezTo>
                      <a:pt x="1927" y="1883"/>
                      <a:pt x="1928" y="1881"/>
                      <a:pt x="1929" y="1879"/>
                    </a:cubicBezTo>
                    <a:cubicBezTo>
                      <a:pt x="1932" y="1875"/>
                      <a:pt x="1938" y="1873"/>
                      <a:pt x="1942" y="1870"/>
                    </a:cubicBezTo>
                    <a:cubicBezTo>
                      <a:pt x="1946" y="1866"/>
                      <a:pt x="1947" y="1861"/>
                      <a:pt x="1949" y="1856"/>
                    </a:cubicBezTo>
                    <a:cubicBezTo>
                      <a:pt x="1949" y="1854"/>
                      <a:pt x="1951" y="1853"/>
                      <a:pt x="1953" y="1851"/>
                    </a:cubicBezTo>
                    <a:cubicBezTo>
                      <a:pt x="1955" y="1849"/>
                      <a:pt x="1957" y="1846"/>
                      <a:pt x="1958" y="1844"/>
                    </a:cubicBezTo>
                    <a:cubicBezTo>
                      <a:pt x="1961" y="1838"/>
                      <a:pt x="1963" y="1833"/>
                      <a:pt x="1967" y="1827"/>
                    </a:cubicBezTo>
                    <a:cubicBezTo>
                      <a:pt x="1968" y="1825"/>
                      <a:pt x="1970" y="1824"/>
                      <a:pt x="1972" y="1822"/>
                    </a:cubicBezTo>
                    <a:cubicBezTo>
                      <a:pt x="1974" y="1821"/>
                      <a:pt x="1976" y="1820"/>
                      <a:pt x="1978" y="1818"/>
                    </a:cubicBezTo>
                    <a:cubicBezTo>
                      <a:pt x="1979" y="1816"/>
                      <a:pt x="1979" y="1814"/>
                      <a:pt x="1980" y="1812"/>
                    </a:cubicBezTo>
                    <a:cubicBezTo>
                      <a:pt x="1983" y="1808"/>
                      <a:pt x="1985" y="1804"/>
                      <a:pt x="1988" y="1800"/>
                    </a:cubicBezTo>
                    <a:cubicBezTo>
                      <a:pt x="1990" y="1797"/>
                      <a:pt x="1991" y="1795"/>
                      <a:pt x="1993" y="1793"/>
                    </a:cubicBezTo>
                    <a:cubicBezTo>
                      <a:pt x="1996" y="1791"/>
                      <a:pt x="1999" y="1790"/>
                      <a:pt x="2001" y="1787"/>
                    </a:cubicBezTo>
                    <a:cubicBezTo>
                      <a:pt x="2004" y="1784"/>
                      <a:pt x="2007" y="1781"/>
                      <a:pt x="2011" y="1779"/>
                    </a:cubicBezTo>
                    <a:cubicBezTo>
                      <a:pt x="2014" y="1777"/>
                      <a:pt x="2016" y="1775"/>
                      <a:pt x="2018" y="1773"/>
                    </a:cubicBezTo>
                    <a:cubicBezTo>
                      <a:pt x="2021" y="1771"/>
                      <a:pt x="2023" y="1771"/>
                      <a:pt x="2026" y="1771"/>
                    </a:cubicBezTo>
                    <a:cubicBezTo>
                      <a:pt x="2030" y="1771"/>
                      <a:pt x="2033" y="1771"/>
                      <a:pt x="2036" y="1772"/>
                    </a:cubicBezTo>
                    <a:cubicBezTo>
                      <a:pt x="2039" y="1773"/>
                      <a:pt x="2043" y="1775"/>
                      <a:pt x="2046" y="1777"/>
                    </a:cubicBezTo>
                    <a:cubicBezTo>
                      <a:pt x="2048" y="1778"/>
                      <a:pt x="2051" y="1781"/>
                      <a:pt x="2053" y="1782"/>
                    </a:cubicBezTo>
                    <a:cubicBezTo>
                      <a:pt x="2056" y="1784"/>
                      <a:pt x="2059" y="1784"/>
                      <a:pt x="2062" y="1785"/>
                    </a:cubicBezTo>
                    <a:cubicBezTo>
                      <a:pt x="2066" y="1785"/>
                      <a:pt x="2068" y="1784"/>
                      <a:pt x="2071" y="1782"/>
                    </a:cubicBezTo>
                    <a:cubicBezTo>
                      <a:pt x="2072" y="1781"/>
                      <a:pt x="2077" y="1779"/>
                      <a:pt x="2079" y="1781"/>
                    </a:cubicBezTo>
                    <a:cubicBezTo>
                      <a:pt x="2081" y="1782"/>
                      <a:pt x="2075" y="1785"/>
                      <a:pt x="2074" y="1785"/>
                    </a:cubicBezTo>
                    <a:cubicBezTo>
                      <a:pt x="2071" y="1786"/>
                      <a:pt x="2067" y="1785"/>
                      <a:pt x="2065" y="1787"/>
                    </a:cubicBezTo>
                    <a:cubicBezTo>
                      <a:pt x="2063" y="1789"/>
                      <a:pt x="2065" y="1793"/>
                      <a:pt x="2063" y="1796"/>
                    </a:cubicBezTo>
                    <a:cubicBezTo>
                      <a:pt x="2062" y="1798"/>
                      <a:pt x="2058" y="1797"/>
                      <a:pt x="2056" y="1799"/>
                    </a:cubicBezTo>
                    <a:cubicBezTo>
                      <a:pt x="2054" y="1801"/>
                      <a:pt x="2058" y="1806"/>
                      <a:pt x="2060" y="1807"/>
                    </a:cubicBezTo>
                    <a:cubicBezTo>
                      <a:pt x="2062" y="1808"/>
                      <a:pt x="2064" y="1808"/>
                      <a:pt x="2066" y="1809"/>
                    </a:cubicBezTo>
                    <a:cubicBezTo>
                      <a:pt x="2069" y="1809"/>
                      <a:pt x="2071" y="1810"/>
                      <a:pt x="2073" y="1811"/>
                    </a:cubicBezTo>
                    <a:cubicBezTo>
                      <a:pt x="2075" y="1812"/>
                      <a:pt x="2077" y="1813"/>
                      <a:pt x="2079" y="1814"/>
                    </a:cubicBezTo>
                    <a:cubicBezTo>
                      <a:pt x="2084" y="1816"/>
                      <a:pt x="2089" y="1817"/>
                      <a:pt x="2094" y="1819"/>
                    </a:cubicBezTo>
                    <a:cubicBezTo>
                      <a:pt x="2098" y="1821"/>
                      <a:pt x="2101" y="1822"/>
                      <a:pt x="2105" y="1823"/>
                    </a:cubicBezTo>
                    <a:cubicBezTo>
                      <a:pt x="2107" y="1825"/>
                      <a:pt x="2110" y="1827"/>
                      <a:pt x="2112" y="1828"/>
                    </a:cubicBezTo>
                    <a:cubicBezTo>
                      <a:pt x="2115" y="1830"/>
                      <a:pt x="2118" y="1832"/>
                      <a:pt x="2121" y="1833"/>
                    </a:cubicBezTo>
                    <a:cubicBezTo>
                      <a:pt x="2123" y="1834"/>
                      <a:pt x="2126" y="1834"/>
                      <a:pt x="2129" y="1834"/>
                    </a:cubicBezTo>
                    <a:cubicBezTo>
                      <a:pt x="2134" y="1834"/>
                      <a:pt x="2139" y="1837"/>
                      <a:pt x="2144" y="1836"/>
                    </a:cubicBezTo>
                    <a:cubicBezTo>
                      <a:pt x="2152" y="1836"/>
                      <a:pt x="2160" y="1835"/>
                      <a:pt x="2168" y="1836"/>
                    </a:cubicBezTo>
                    <a:cubicBezTo>
                      <a:pt x="2175" y="1836"/>
                      <a:pt x="2183" y="1836"/>
                      <a:pt x="2190" y="1837"/>
                    </a:cubicBezTo>
                    <a:cubicBezTo>
                      <a:pt x="2193" y="1838"/>
                      <a:pt x="2196" y="1839"/>
                      <a:pt x="2199" y="1839"/>
                    </a:cubicBezTo>
                    <a:cubicBezTo>
                      <a:pt x="2201" y="1840"/>
                      <a:pt x="2205" y="1841"/>
                      <a:pt x="2207" y="1843"/>
                    </a:cubicBezTo>
                    <a:cubicBezTo>
                      <a:pt x="2211" y="1846"/>
                      <a:pt x="2210" y="1854"/>
                      <a:pt x="2210" y="1859"/>
                    </a:cubicBezTo>
                    <a:cubicBezTo>
                      <a:pt x="2210" y="1861"/>
                      <a:pt x="2210" y="1864"/>
                      <a:pt x="2212" y="1866"/>
                    </a:cubicBezTo>
                    <a:cubicBezTo>
                      <a:pt x="2214" y="1868"/>
                      <a:pt x="2216" y="1869"/>
                      <a:pt x="2219" y="1871"/>
                    </a:cubicBezTo>
                    <a:cubicBezTo>
                      <a:pt x="2221" y="1873"/>
                      <a:pt x="2222" y="1875"/>
                      <a:pt x="2224" y="1877"/>
                    </a:cubicBezTo>
                    <a:cubicBezTo>
                      <a:pt x="2226" y="1879"/>
                      <a:pt x="2228" y="1881"/>
                      <a:pt x="2230" y="1884"/>
                    </a:cubicBezTo>
                    <a:cubicBezTo>
                      <a:pt x="2231" y="1885"/>
                      <a:pt x="2232" y="1887"/>
                      <a:pt x="2232" y="1890"/>
                    </a:cubicBezTo>
                    <a:cubicBezTo>
                      <a:pt x="2231" y="1892"/>
                      <a:pt x="2229" y="1893"/>
                      <a:pt x="2228" y="1895"/>
                    </a:cubicBezTo>
                    <a:cubicBezTo>
                      <a:pt x="2225" y="1900"/>
                      <a:pt x="2228" y="1907"/>
                      <a:pt x="2230" y="1912"/>
                    </a:cubicBezTo>
                    <a:cubicBezTo>
                      <a:pt x="2232" y="1917"/>
                      <a:pt x="2235" y="1921"/>
                      <a:pt x="2237" y="1926"/>
                    </a:cubicBezTo>
                    <a:cubicBezTo>
                      <a:pt x="2241" y="1932"/>
                      <a:pt x="2246" y="1937"/>
                      <a:pt x="2252" y="1941"/>
                    </a:cubicBezTo>
                    <a:cubicBezTo>
                      <a:pt x="2254" y="1943"/>
                      <a:pt x="2257" y="1945"/>
                      <a:pt x="2259" y="1947"/>
                    </a:cubicBezTo>
                    <a:cubicBezTo>
                      <a:pt x="2260" y="1948"/>
                      <a:pt x="2262" y="1950"/>
                      <a:pt x="2264" y="1952"/>
                    </a:cubicBezTo>
                    <a:cubicBezTo>
                      <a:pt x="2268" y="1955"/>
                      <a:pt x="2273" y="1953"/>
                      <a:pt x="2277" y="1954"/>
                    </a:cubicBezTo>
                    <a:cubicBezTo>
                      <a:pt x="2282" y="1954"/>
                      <a:pt x="2289" y="1954"/>
                      <a:pt x="2293" y="1956"/>
                    </a:cubicBezTo>
                    <a:cubicBezTo>
                      <a:pt x="2297" y="1958"/>
                      <a:pt x="2299" y="1962"/>
                      <a:pt x="2304" y="1963"/>
                    </a:cubicBezTo>
                    <a:cubicBezTo>
                      <a:pt x="2309" y="1964"/>
                      <a:pt x="2313" y="1964"/>
                      <a:pt x="2315" y="1959"/>
                    </a:cubicBezTo>
                    <a:cubicBezTo>
                      <a:pt x="2316" y="1956"/>
                      <a:pt x="2315" y="1954"/>
                      <a:pt x="2316" y="1951"/>
                    </a:cubicBezTo>
                    <a:cubicBezTo>
                      <a:pt x="2317" y="1947"/>
                      <a:pt x="2317" y="1943"/>
                      <a:pt x="2318" y="1940"/>
                    </a:cubicBezTo>
                    <a:cubicBezTo>
                      <a:pt x="2319" y="1937"/>
                      <a:pt x="2320" y="1935"/>
                      <a:pt x="2320" y="1932"/>
                    </a:cubicBezTo>
                    <a:cubicBezTo>
                      <a:pt x="2320" y="1926"/>
                      <a:pt x="2320" y="1921"/>
                      <a:pt x="2322" y="1916"/>
                    </a:cubicBezTo>
                    <a:cubicBezTo>
                      <a:pt x="2324" y="1910"/>
                      <a:pt x="2327" y="1905"/>
                      <a:pt x="2331" y="1900"/>
                    </a:cubicBezTo>
                    <a:cubicBezTo>
                      <a:pt x="2335" y="1895"/>
                      <a:pt x="2341" y="1892"/>
                      <a:pt x="2343" y="1885"/>
                    </a:cubicBezTo>
                    <a:cubicBezTo>
                      <a:pt x="2343" y="1882"/>
                      <a:pt x="2344" y="1878"/>
                      <a:pt x="2343" y="1875"/>
                    </a:cubicBezTo>
                    <a:close/>
                    <a:moveTo>
                      <a:pt x="437" y="238"/>
                    </a:moveTo>
                    <a:cubicBezTo>
                      <a:pt x="432" y="242"/>
                      <a:pt x="428" y="247"/>
                      <a:pt x="424" y="251"/>
                    </a:cubicBezTo>
                    <a:cubicBezTo>
                      <a:pt x="419" y="256"/>
                      <a:pt x="407" y="258"/>
                      <a:pt x="406" y="267"/>
                    </a:cubicBezTo>
                    <a:cubicBezTo>
                      <a:pt x="405" y="270"/>
                      <a:pt x="406" y="274"/>
                      <a:pt x="406" y="278"/>
                    </a:cubicBezTo>
                    <a:cubicBezTo>
                      <a:pt x="405" y="279"/>
                      <a:pt x="405" y="281"/>
                      <a:pt x="404" y="282"/>
                    </a:cubicBezTo>
                    <a:cubicBezTo>
                      <a:pt x="402" y="285"/>
                      <a:pt x="398" y="286"/>
                      <a:pt x="397" y="289"/>
                    </a:cubicBezTo>
                    <a:cubicBezTo>
                      <a:pt x="396" y="291"/>
                      <a:pt x="397" y="294"/>
                      <a:pt x="398" y="296"/>
                    </a:cubicBezTo>
                    <a:cubicBezTo>
                      <a:pt x="399" y="297"/>
                      <a:pt x="401" y="300"/>
                      <a:pt x="401" y="301"/>
                    </a:cubicBezTo>
                    <a:cubicBezTo>
                      <a:pt x="401" y="302"/>
                      <a:pt x="400" y="308"/>
                      <a:pt x="399" y="308"/>
                    </a:cubicBezTo>
                    <a:cubicBezTo>
                      <a:pt x="395" y="306"/>
                      <a:pt x="393" y="304"/>
                      <a:pt x="392" y="300"/>
                    </a:cubicBezTo>
                    <a:cubicBezTo>
                      <a:pt x="390" y="295"/>
                      <a:pt x="390" y="290"/>
                      <a:pt x="392" y="285"/>
                    </a:cubicBezTo>
                    <a:cubicBezTo>
                      <a:pt x="394" y="281"/>
                      <a:pt x="397" y="278"/>
                      <a:pt x="397" y="274"/>
                    </a:cubicBezTo>
                    <a:cubicBezTo>
                      <a:pt x="397" y="271"/>
                      <a:pt x="393" y="268"/>
                      <a:pt x="391" y="265"/>
                    </a:cubicBezTo>
                    <a:cubicBezTo>
                      <a:pt x="389" y="263"/>
                      <a:pt x="383" y="257"/>
                      <a:pt x="386" y="253"/>
                    </a:cubicBezTo>
                    <a:cubicBezTo>
                      <a:pt x="390" y="248"/>
                      <a:pt x="397" y="257"/>
                      <a:pt x="402" y="257"/>
                    </a:cubicBezTo>
                    <a:cubicBezTo>
                      <a:pt x="402" y="253"/>
                      <a:pt x="405" y="253"/>
                      <a:pt x="407" y="253"/>
                    </a:cubicBezTo>
                    <a:cubicBezTo>
                      <a:pt x="410" y="252"/>
                      <a:pt x="411" y="250"/>
                      <a:pt x="412" y="247"/>
                    </a:cubicBezTo>
                    <a:cubicBezTo>
                      <a:pt x="414" y="244"/>
                      <a:pt x="416" y="241"/>
                      <a:pt x="419" y="239"/>
                    </a:cubicBezTo>
                    <a:cubicBezTo>
                      <a:pt x="421" y="238"/>
                      <a:pt x="424" y="236"/>
                      <a:pt x="425" y="233"/>
                    </a:cubicBezTo>
                    <a:cubicBezTo>
                      <a:pt x="428" y="228"/>
                      <a:pt x="426" y="219"/>
                      <a:pt x="431" y="214"/>
                    </a:cubicBezTo>
                    <a:cubicBezTo>
                      <a:pt x="432" y="212"/>
                      <a:pt x="436" y="212"/>
                      <a:pt x="438" y="214"/>
                    </a:cubicBezTo>
                    <a:cubicBezTo>
                      <a:pt x="440" y="216"/>
                      <a:pt x="439" y="221"/>
                      <a:pt x="440" y="224"/>
                    </a:cubicBezTo>
                    <a:cubicBezTo>
                      <a:pt x="441" y="229"/>
                      <a:pt x="443" y="236"/>
                      <a:pt x="437" y="238"/>
                    </a:cubicBezTo>
                    <a:close/>
                    <a:moveTo>
                      <a:pt x="560" y="206"/>
                    </a:moveTo>
                    <a:cubicBezTo>
                      <a:pt x="557" y="210"/>
                      <a:pt x="557" y="214"/>
                      <a:pt x="555" y="219"/>
                    </a:cubicBezTo>
                    <a:cubicBezTo>
                      <a:pt x="554" y="222"/>
                      <a:pt x="551" y="222"/>
                      <a:pt x="548" y="223"/>
                    </a:cubicBezTo>
                    <a:cubicBezTo>
                      <a:pt x="544" y="226"/>
                      <a:pt x="542" y="231"/>
                      <a:pt x="541" y="236"/>
                    </a:cubicBezTo>
                    <a:cubicBezTo>
                      <a:pt x="539" y="245"/>
                      <a:pt x="536" y="255"/>
                      <a:pt x="541" y="264"/>
                    </a:cubicBezTo>
                    <a:cubicBezTo>
                      <a:pt x="546" y="271"/>
                      <a:pt x="552" y="278"/>
                      <a:pt x="556" y="286"/>
                    </a:cubicBezTo>
                    <a:cubicBezTo>
                      <a:pt x="558" y="288"/>
                      <a:pt x="561" y="295"/>
                      <a:pt x="559" y="297"/>
                    </a:cubicBezTo>
                    <a:cubicBezTo>
                      <a:pt x="556" y="300"/>
                      <a:pt x="553" y="294"/>
                      <a:pt x="553" y="292"/>
                    </a:cubicBezTo>
                    <a:cubicBezTo>
                      <a:pt x="551" y="287"/>
                      <a:pt x="549" y="283"/>
                      <a:pt x="544" y="280"/>
                    </a:cubicBezTo>
                    <a:cubicBezTo>
                      <a:pt x="540" y="278"/>
                      <a:pt x="536" y="276"/>
                      <a:pt x="533" y="271"/>
                    </a:cubicBezTo>
                    <a:cubicBezTo>
                      <a:pt x="531" y="268"/>
                      <a:pt x="532" y="264"/>
                      <a:pt x="532" y="259"/>
                    </a:cubicBezTo>
                    <a:cubicBezTo>
                      <a:pt x="532" y="256"/>
                      <a:pt x="531" y="254"/>
                      <a:pt x="527" y="255"/>
                    </a:cubicBezTo>
                    <a:cubicBezTo>
                      <a:pt x="522" y="257"/>
                      <a:pt x="520" y="263"/>
                      <a:pt x="515" y="264"/>
                    </a:cubicBezTo>
                    <a:cubicBezTo>
                      <a:pt x="512" y="264"/>
                      <a:pt x="512" y="264"/>
                      <a:pt x="512" y="267"/>
                    </a:cubicBezTo>
                    <a:cubicBezTo>
                      <a:pt x="511" y="269"/>
                      <a:pt x="511" y="272"/>
                      <a:pt x="510" y="274"/>
                    </a:cubicBezTo>
                    <a:cubicBezTo>
                      <a:pt x="508" y="278"/>
                      <a:pt x="506" y="279"/>
                      <a:pt x="502" y="281"/>
                    </a:cubicBezTo>
                    <a:cubicBezTo>
                      <a:pt x="499" y="284"/>
                      <a:pt x="496" y="290"/>
                      <a:pt x="491" y="289"/>
                    </a:cubicBezTo>
                    <a:cubicBezTo>
                      <a:pt x="494" y="285"/>
                      <a:pt x="498" y="281"/>
                      <a:pt x="501" y="277"/>
                    </a:cubicBezTo>
                    <a:cubicBezTo>
                      <a:pt x="504" y="273"/>
                      <a:pt x="504" y="269"/>
                      <a:pt x="505" y="264"/>
                    </a:cubicBezTo>
                    <a:cubicBezTo>
                      <a:pt x="505" y="260"/>
                      <a:pt x="505" y="257"/>
                      <a:pt x="510" y="256"/>
                    </a:cubicBezTo>
                    <a:cubicBezTo>
                      <a:pt x="515" y="254"/>
                      <a:pt x="519" y="253"/>
                      <a:pt x="523" y="249"/>
                    </a:cubicBezTo>
                    <a:cubicBezTo>
                      <a:pt x="532" y="242"/>
                      <a:pt x="539" y="229"/>
                      <a:pt x="541" y="218"/>
                    </a:cubicBezTo>
                    <a:cubicBezTo>
                      <a:pt x="542" y="214"/>
                      <a:pt x="542" y="207"/>
                      <a:pt x="545" y="205"/>
                    </a:cubicBezTo>
                    <a:cubicBezTo>
                      <a:pt x="548" y="202"/>
                      <a:pt x="555" y="203"/>
                      <a:pt x="559" y="203"/>
                    </a:cubicBezTo>
                    <a:cubicBezTo>
                      <a:pt x="563" y="202"/>
                      <a:pt x="562" y="203"/>
                      <a:pt x="560" y="206"/>
                    </a:cubicBezTo>
                    <a:close/>
                    <a:moveTo>
                      <a:pt x="696" y="314"/>
                    </a:moveTo>
                    <a:cubicBezTo>
                      <a:pt x="695" y="317"/>
                      <a:pt x="691" y="319"/>
                      <a:pt x="690" y="322"/>
                    </a:cubicBezTo>
                    <a:cubicBezTo>
                      <a:pt x="688" y="326"/>
                      <a:pt x="690" y="328"/>
                      <a:pt x="691" y="331"/>
                    </a:cubicBezTo>
                    <a:cubicBezTo>
                      <a:pt x="693" y="338"/>
                      <a:pt x="688" y="343"/>
                      <a:pt x="683" y="345"/>
                    </a:cubicBezTo>
                    <a:cubicBezTo>
                      <a:pt x="680" y="346"/>
                      <a:pt x="678" y="345"/>
                      <a:pt x="676" y="347"/>
                    </a:cubicBezTo>
                    <a:cubicBezTo>
                      <a:pt x="674" y="348"/>
                      <a:pt x="672" y="351"/>
                      <a:pt x="670" y="351"/>
                    </a:cubicBezTo>
                    <a:cubicBezTo>
                      <a:pt x="670" y="347"/>
                      <a:pt x="670" y="345"/>
                      <a:pt x="673" y="342"/>
                    </a:cubicBezTo>
                    <a:cubicBezTo>
                      <a:pt x="676" y="340"/>
                      <a:pt x="678" y="338"/>
                      <a:pt x="679" y="334"/>
                    </a:cubicBezTo>
                    <a:cubicBezTo>
                      <a:pt x="681" y="328"/>
                      <a:pt x="679" y="321"/>
                      <a:pt x="681" y="315"/>
                    </a:cubicBezTo>
                    <a:cubicBezTo>
                      <a:pt x="683" y="311"/>
                      <a:pt x="687" y="303"/>
                      <a:pt x="693" y="306"/>
                    </a:cubicBezTo>
                    <a:cubicBezTo>
                      <a:pt x="696" y="307"/>
                      <a:pt x="697" y="311"/>
                      <a:pt x="696" y="314"/>
                    </a:cubicBezTo>
                    <a:close/>
                    <a:moveTo>
                      <a:pt x="828" y="341"/>
                    </a:moveTo>
                    <a:cubicBezTo>
                      <a:pt x="825" y="345"/>
                      <a:pt x="821" y="349"/>
                      <a:pt x="817" y="353"/>
                    </a:cubicBezTo>
                    <a:cubicBezTo>
                      <a:pt x="814" y="356"/>
                      <a:pt x="810" y="359"/>
                      <a:pt x="808" y="364"/>
                    </a:cubicBezTo>
                    <a:cubicBezTo>
                      <a:pt x="805" y="372"/>
                      <a:pt x="806" y="384"/>
                      <a:pt x="807" y="393"/>
                    </a:cubicBezTo>
                    <a:cubicBezTo>
                      <a:pt x="807" y="399"/>
                      <a:pt x="807" y="405"/>
                      <a:pt x="804" y="410"/>
                    </a:cubicBezTo>
                    <a:cubicBezTo>
                      <a:pt x="800" y="417"/>
                      <a:pt x="792" y="416"/>
                      <a:pt x="788" y="409"/>
                    </a:cubicBezTo>
                    <a:cubicBezTo>
                      <a:pt x="787" y="406"/>
                      <a:pt x="789" y="402"/>
                      <a:pt x="788" y="399"/>
                    </a:cubicBezTo>
                    <a:cubicBezTo>
                      <a:pt x="783" y="401"/>
                      <a:pt x="780" y="411"/>
                      <a:pt x="773" y="406"/>
                    </a:cubicBezTo>
                    <a:cubicBezTo>
                      <a:pt x="769" y="404"/>
                      <a:pt x="767" y="400"/>
                      <a:pt x="769" y="396"/>
                    </a:cubicBezTo>
                    <a:cubicBezTo>
                      <a:pt x="771" y="393"/>
                      <a:pt x="776" y="391"/>
                      <a:pt x="777" y="387"/>
                    </a:cubicBezTo>
                    <a:cubicBezTo>
                      <a:pt x="778" y="382"/>
                      <a:pt x="774" y="379"/>
                      <a:pt x="774" y="375"/>
                    </a:cubicBezTo>
                    <a:cubicBezTo>
                      <a:pt x="773" y="370"/>
                      <a:pt x="778" y="369"/>
                      <a:pt x="781" y="368"/>
                    </a:cubicBezTo>
                    <a:cubicBezTo>
                      <a:pt x="793" y="364"/>
                      <a:pt x="800" y="355"/>
                      <a:pt x="809" y="347"/>
                    </a:cubicBezTo>
                    <a:cubicBezTo>
                      <a:pt x="814" y="343"/>
                      <a:pt x="818" y="339"/>
                      <a:pt x="821" y="334"/>
                    </a:cubicBezTo>
                    <a:cubicBezTo>
                      <a:pt x="824" y="328"/>
                      <a:pt x="826" y="323"/>
                      <a:pt x="829" y="317"/>
                    </a:cubicBezTo>
                    <a:cubicBezTo>
                      <a:pt x="832" y="313"/>
                      <a:pt x="835" y="308"/>
                      <a:pt x="840" y="306"/>
                    </a:cubicBezTo>
                    <a:cubicBezTo>
                      <a:pt x="843" y="304"/>
                      <a:pt x="846" y="307"/>
                      <a:pt x="846" y="310"/>
                    </a:cubicBezTo>
                    <a:cubicBezTo>
                      <a:pt x="846" y="322"/>
                      <a:pt x="836" y="333"/>
                      <a:pt x="828" y="341"/>
                    </a:cubicBezTo>
                    <a:close/>
                    <a:moveTo>
                      <a:pt x="991" y="1194"/>
                    </a:moveTo>
                    <a:cubicBezTo>
                      <a:pt x="989" y="1196"/>
                      <a:pt x="982" y="1197"/>
                      <a:pt x="980" y="1195"/>
                    </a:cubicBezTo>
                    <a:cubicBezTo>
                      <a:pt x="979" y="1195"/>
                      <a:pt x="978" y="1192"/>
                      <a:pt x="977" y="1192"/>
                    </a:cubicBezTo>
                    <a:cubicBezTo>
                      <a:pt x="977" y="1190"/>
                      <a:pt x="977" y="1189"/>
                      <a:pt x="976" y="1188"/>
                    </a:cubicBezTo>
                    <a:cubicBezTo>
                      <a:pt x="975" y="1187"/>
                      <a:pt x="973" y="1186"/>
                      <a:pt x="972" y="1186"/>
                    </a:cubicBezTo>
                    <a:cubicBezTo>
                      <a:pt x="967" y="1183"/>
                      <a:pt x="967" y="1176"/>
                      <a:pt x="967" y="1171"/>
                    </a:cubicBezTo>
                    <a:cubicBezTo>
                      <a:pt x="969" y="1163"/>
                      <a:pt x="977" y="1163"/>
                      <a:pt x="983" y="1163"/>
                    </a:cubicBezTo>
                    <a:cubicBezTo>
                      <a:pt x="987" y="1163"/>
                      <a:pt x="992" y="1163"/>
                      <a:pt x="993" y="1167"/>
                    </a:cubicBezTo>
                    <a:cubicBezTo>
                      <a:pt x="993" y="1171"/>
                      <a:pt x="992" y="1175"/>
                      <a:pt x="992" y="1179"/>
                    </a:cubicBezTo>
                    <a:cubicBezTo>
                      <a:pt x="992" y="1183"/>
                      <a:pt x="993" y="1191"/>
                      <a:pt x="991" y="1194"/>
                    </a:cubicBezTo>
                    <a:close/>
                    <a:moveTo>
                      <a:pt x="1034" y="1319"/>
                    </a:moveTo>
                    <a:cubicBezTo>
                      <a:pt x="1031" y="1321"/>
                      <a:pt x="1020" y="1309"/>
                      <a:pt x="1019" y="1307"/>
                    </a:cubicBezTo>
                    <a:cubicBezTo>
                      <a:pt x="1017" y="1301"/>
                      <a:pt x="1022" y="1301"/>
                      <a:pt x="1025" y="1298"/>
                    </a:cubicBezTo>
                    <a:cubicBezTo>
                      <a:pt x="1026" y="1297"/>
                      <a:pt x="1027" y="1295"/>
                      <a:pt x="1030" y="1294"/>
                    </a:cubicBezTo>
                    <a:cubicBezTo>
                      <a:pt x="1032" y="1294"/>
                      <a:pt x="1034" y="1296"/>
                      <a:pt x="1035" y="1296"/>
                    </a:cubicBezTo>
                    <a:cubicBezTo>
                      <a:pt x="1039" y="1298"/>
                      <a:pt x="1045" y="1298"/>
                      <a:pt x="1046" y="1303"/>
                    </a:cubicBezTo>
                    <a:cubicBezTo>
                      <a:pt x="1047" y="1309"/>
                      <a:pt x="1038" y="1315"/>
                      <a:pt x="1034" y="1319"/>
                    </a:cubicBezTo>
                    <a:close/>
                    <a:moveTo>
                      <a:pt x="1049" y="1052"/>
                    </a:moveTo>
                    <a:cubicBezTo>
                      <a:pt x="1047" y="1059"/>
                      <a:pt x="1038" y="1055"/>
                      <a:pt x="1034" y="1055"/>
                    </a:cubicBezTo>
                    <a:cubicBezTo>
                      <a:pt x="1033" y="1055"/>
                      <a:pt x="1031" y="1055"/>
                      <a:pt x="1030" y="1055"/>
                    </a:cubicBezTo>
                    <a:cubicBezTo>
                      <a:pt x="1028" y="1055"/>
                      <a:pt x="1024" y="1056"/>
                      <a:pt x="1021" y="1055"/>
                    </a:cubicBezTo>
                    <a:cubicBezTo>
                      <a:pt x="1021" y="1055"/>
                      <a:pt x="1021" y="1055"/>
                      <a:pt x="1021" y="1054"/>
                    </a:cubicBezTo>
                    <a:cubicBezTo>
                      <a:pt x="1019" y="1053"/>
                      <a:pt x="1020" y="1048"/>
                      <a:pt x="1019" y="1045"/>
                    </a:cubicBezTo>
                    <a:cubicBezTo>
                      <a:pt x="1017" y="1042"/>
                      <a:pt x="1015" y="1041"/>
                      <a:pt x="1014" y="1037"/>
                    </a:cubicBezTo>
                    <a:cubicBezTo>
                      <a:pt x="1014" y="1034"/>
                      <a:pt x="1013" y="1029"/>
                      <a:pt x="1016" y="1027"/>
                    </a:cubicBezTo>
                    <a:cubicBezTo>
                      <a:pt x="1018" y="1025"/>
                      <a:pt x="1022" y="1026"/>
                      <a:pt x="1025" y="1028"/>
                    </a:cubicBezTo>
                    <a:cubicBezTo>
                      <a:pt x="1028" y="1030"/>
                      <a:pt x="1030" y="1031"/>
                      <a:pt x="1034" y="1030"/>
                    </a:cubicBezTo>
                    <a:cubicBezTo>
                      <a:pt x="1038" y="1030"/>
                      <a:pt x="1042" y="1030"/>
                      <a:pt x="1044" y="1034"/>
                    </a:cubicBezTo>
                    <a:cubicBezTo>
                      <a:pt x="1048" y="1038"/>
                      <a:pt x="1042" y="1039"/>
                      <a:pt x="1042" y="1042"/>
                    </a:cubicBezTo>
                    <a:cubicBezTo>
                      <a:pt x="1041" y="1047"/>
                      <a:pt x="1050" y="1047"/>
                      <a:pt x="1049" y="1052"/>
                    </a:cubicBezTo>
                    <a:close/>
                    <a:moveTo>
                      <a:pt x="1082" y="663"/>
                    </a:moveTo>
                    <a:cubicBezTo>
                      <a:pt x="1081" y="665"/>
                      <a:pt x="1077" y="667"/>
                      <a:pt x="1075" y="668"/>
                    </a:cubicBezTo>
                    <a:cubicBezTo>
                      <a:pt x="1075" y="667"/>
                      <a:pt x="1074" y="669"/>
                      <a:pt x="1073" y="670"/>
                    </a:cubicBezTo>
                    <a:cubicBezTo>
                      <a:pt x="1072" y="671"/>
                      <a:pt x="1071" y="671"/>
                      <a:pt x="1069" y="671"/>
                    </a:cubicBezTo>
                    <a:cubicBezTo>
                      <a:pt x="1068" y="671"/>
                      <a:pt x="1067" y="671"/>
                      <a:pt x="1065" y="671"/>
                    </a:cubicBezTo>
                    <a:cubicBezTo>
                      <a:pt x="1064" y="671"/>
                      <a:pt x="1062" y="671"/>
                      <a:pt x="1060" y="671"/>
                    </a:cubicBezTo>
                    <a:cubicBezTo>
                      <a:pt x="1059" y="670"/>
                      <a:pt x="1057" y="671"/>
                      <a:pt x="1055" y="670"/>
                    </a:cubicBezTo>
                    <a:cubicBezTo>
                      <a:pt x="1053" y="668"/>
                      <a:pt x="1054" y="665"/>
                      <a:pt x="1054" y="663"/>
                    </a:cubicBezTo>
                    <a:cubicBezTo>
                      <a:pt x="1054" y="660"/>
                      <a:pt x="1054" y="658"/>
                      <a:pt x="1053" y="655"/>
                    </a:cubicBezTo>
                    <a:cubicBezTo>
                      <a:pt x="1052" y="649"/>
                      <a:pt x="1058" y="646"/>
                      <a:pt x="1064" y="649"/>
                    </a:cubicBezTo>
                    <a:cubicBezTo>
                      <a:pt x="1067" y="651"/>
                      <a:pt x="1068" y="652"/>
                      <a:pt x="1070" y="649"/>
                    </a:cubicBezTo>
                    <a:cubicBezTo>
                      <a:pt x="1072" y="646"/>
                      <a:pt x="1076" y="643"/>
                      <a:pt x="1079" y="645"/>
                    </a:cubicBezTo>
                    <a:cubicBezTo>
                      <a:pt x="1081" y="648"/>
                      <a:pt x="1081" y="651"/>
                      <a:pt x="1081" y="654"/>
                    </a:cubicBezTo>
                    <a:cubicBezTo>
                      <a:pt x="1082" y="656"/>
                      <a:pt x="1083" y="661"/>
                      <a:pt x="1082" y="663"/>
                    </a:cubicBezTo>
                    <a:close/>
                    <a:moveTo>
                      <a:pt x="1725" y="1411"/>
                    </a:moveTo>
                    <a:cubicBezTo>
                      <a:pt x="1723" y="1412"/>
                      <a:pt x="1721" y="1414"/>
                      <a:pt x="1719" y="1415"/>
                    </a:cubicBezTo>
                    <a:cubicBezTo>
                      <a:pt x="1717" y="1416"/>
                      <a:pt x="1714" y="1415"/>
                      <a:pt x="1712" y="1415"/>
                    </a:cubicBezTo>
                    <a:cubicBezTo>
                      <a:pt x="1710" y="1415"/>
                      <a:pt x="1709" y="1415"/>
                      <a:pt x="1708" y="1415"/>
                    </a:cubicBezTo>
                    <a:cubicBezTo>
                      <a:pt x="1705" y="1415"/>
                      <a:pt x="1700" y="1414"/>
                      <a:pt x="1699" y="1412"/>
                    </a:cubicBezTo>
                    <a:cubicBezTo>
                      <a:pt x="1697" y="1408"/>
                      <a:pt x="1693" y="1411"/>
                      <a:pt x="1692" y="1414"/>
                    </a:cubicBezTo>
                    <a:cubicBezTo>
                      <a:pt x="1692" y="1415"/>
                      <a:pt x="1692" y="1417"/>
                      <a:pt x="1689" y="1418"/>
                    </a:cubicBezTo>
                    <a:cubicBezTo>
                      <a:pt x="1687" y="1418"/>
                      <a:pt x="1687" y="1417"/>
                      <a:pt x="1686" y="1415"/>
                    </a:cubicBezTo>
                    <a:cubicBezTo>
                      <a:pt x="1685" y="1414"/>
                      <a:pt x="1683" y="1414"/>
                      <a:pt x="1681" y="1414"/>
                    </a:cubicBezTo>
                    <a:cubicBezTo>
                      <a:pt x="1680" y="1414"/>
                      <a:pt x="1679" y="1414"/>
                      <a:pt x="1677" y="1413"/>
                    </a:cubicBezTo>
                    <a:cubicBezTo>
                      <a:pt x="1676" y="1412"/>
                      <a:pt x="1674" y="1410"/>
                      <a:pt x="1674" y="1409"/>
                    </a:cubicBezTo>
                    <a:cubicBezTo>
                      <a:pt x="1675" y="1407"/>
                      <a:pt x="1677" y="1406"/>
                      <a:pt x="1678" y="1406"/>
                    </a:cubicBezTo>
                    <a:cubicBezTo>
                      <a:pt x="1682" y="1405"/>
                      <a:pt x="1686" y="1406"/>
                      <a:pt x="1690" y="1405"/>
                    </a:cubicBezTo>
                    <a:cubicBezTo>
                      <a:pt x="1695" y="1405"/>
                      <a:pt x="1700" y="1405"/>
                      <a:pt x="1705" y="1405"/>
                    </a:cubicBezTo>
                    <a:cubicBezTo>
                      <a:pt x="1707" y="1405"/>
                      <a:pt x="1709" y="1405"/>
                      <a:pt x="1712" y="1406"/>
                    </a:cubicBezTo>
                    <a:cubicBezTo>
                      <a:pt x="1714" y="1406"/>
                      <a:pt x="1716" y="1406"/>
                      <a:pt x="1718" y="1406"/>
                    </a:cubicBezTo>
                    <a:cubicBezTo>
                      <a:pt x="1720" y="1406"/>
                      <a:pt x="1722" y="1406"/>
                      <a:pt x="1724" y="1405"/>
                    </a:cubicBezTo>
                    <a:cubicBezTo>
                      <a:pt x="1725" y="1405"/>
                      <a:pt x="1726" y="1405"/>
                      <a:pt x="1727" y="1407"/>
                    </a:cubicBezTo>
                    <a:cubicBezTo>
                      <a:pt x="1729" y="1409"/>
                      <a:pt x="1727" y="1410"/>
                      <a:pt x="1725" y="1411"/>
                    </a:cubicBezTo>
                    <a:close/>
                    <a:moveTo>
                      <a:pt x="1778" y="1411"/>
                    </a:moveTo>
                    <a:cubicBezTo>
                      <a:pt x="1777" y="1412"/>
                      <a:pt x="1776" y="1413"/>
                      <a:pt x="1775" y="1415"/>
                    </a:cubicBezTo>
                    <a:cubicBezTo>
                      <a:pt x="1775" y="1416"/>
                      <a:pt x="1776" y="1417"/>
                      <a:pt x="1776" y="1418"/>
                    </a:cubicBezTo>
                    <a:cubicBezTo>
                      <a:pt x="1776" y="1420"/>
                      <a:pt x="1775" y="1422"/>
                      <a:pt x="1773" y="1423"/>
                    </a:cubicBezTo>
                    <a:cubicBezTo>
                      <a:pt x="1772" y="1423"/>
                      <a:pt x="1769" y="1421"/>
                      <a:pt x="1768" y="1420"/>
                    </a:cubicBezTo>
                    <a:cubicBezTo>
                      <a:pt x="1766" y="1419"/>
                      <a:pt x="1765" y="1419"/>
                      <a:pt x="1763" y="1419"/>
                    </a:cubicBezTo>
                    <a:cubicBezTo>
                      <a:pt x="1761" y="1419"/>
                      <a:pt x="1759" y="1419"/>
                      <a:pt x="1757" y="1419"/>
                    </a:cubicBezTo>
                    <a:cubicBezTo>
                      <a:pt x="1755" y="1418"/>
                      <a:pt x="1754" y="1417"/>
                      <a:pt x="1753" y="1415"/>
                    </a:cubicBezTo>
                    <a:cubicBezTo>
                      <a:pt x="1751" y="1413"/>
                      <a:pt x="1750" y="1412"/>
                      <a:pt x="1750" y="1410"/>
                    </a:cubicBezTo>
                    <a:cubicBezTo>
                      <a:pt x="1751" y="1406"/>
                      <a:pt x="1752" y="1406"/>
                      <a:pt x="1756" y="1406"/>
                    </a:cubicBezTo>
                    <a:cubicBezTo>
                      <a:pt x="1759" y="1406"/>
                      <a:pt x="1762" y="1406"/>
                      <a:pt x="1765" y="1406"/>
                    </a:cubicBezTo>
                    <a:cubicBezTo>
                      <a:pt x="1768" y="1406"/>
                      <a:pt x="1771" y="1406"/>
                      <a:pt x="1775" y="1406"/>
                    </a:cubicBezTo>
                    <a:cubicBezTo>
                      <a:pt x="1777" y="1406"/>
                      <a:pt x="1778" y="1409"/>
                      <a:pt x="1778" y="14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39" name="Freeform 2039">
                <a:extLst>
                  <a:ext uri="{FF2B5EF4-FFF2-40B4-BE49-F238E27FC236}">
                    <a16:creationId xmlns:a16="http://schemas.microsoft.com/office/drawing/2014/main" id="{CE081625-B762-40EB-8A1E-9A2689EF28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88" y="2200"/>
                <a:ext cx="710" cy="609"/>
              </a:xfrm>
              <a:custGeom>
                <a:avLst/>
                <a:gdLst>
                  <a:gd name="T0" fmla="*/ 1657 w 1744"/>
                  <a:gd name="T1" fmla="*/ 915 h 1496"/>
                  <a:gd name="T2" fmla="*/ 1621 w 1744"/>
                  <a:gd name="T3" fmla="*/ 830 h 1496"/>
                  <a:gd name="T4" fmla="*/ 1624 w 1744"/>
                  <a:gd name="T5" fmla="*/ 688 h 1496"/>
                  <a:gd name="T6" fmla="*/ 1656 w 1744"/>
                  <a:gd name="T7" fmla="*/ 538 h 1496"/>
                  <a:gd name="T8" fmla="*/ 1444 w 1744"/>
                  <a:gd name="T9" fmla="*/ 94 h 1496"/>
                  <a:gd name="T10" fmla="*/ 936 w 1744"/>
                  <a:gd name="T11" fmla="*/ 126 h 1496"/>
                  <a:gd name="T12" fmla="*/ 858 w 1744"/>
                  <a:gd name="T13" fmla="*/ 154 h 1496"/>
                  <a:gd name="T14" fmla="*/ 930 w 1744"/>
                  <a:gd name="T15" fmla="*/ 102 h 1496"/>
                  <a:gd name="T16" fmla="*/ 946 w 1744"/>
                  <a:gd name="T17" fmla="*/ 79 h 1496"/>
                  <a:gd name="T18" fmla="*/ 830 w 1744"/>
                  <a:gd name="T19" fmla="*/ 129 h 1496"/>
                  <a:gd name="T20" fmla="*/ 731 w 1744"/>
                  <a:gd name="T21" fmla="*/ 38 h 1496"/>
                  <a:gd name="T22" fmla="*/ 791 w 1744"/>
                  <a:gd name="T23" fmla="*/ 53 h 1496"/>
                  <a:gd name="T24" fmla="*/ 726 w 1744"/>
                  <a:gd name="T25" fmla="*/ 10 h 1496"/>
                  <a:gd name="T26" fmla="*/ 627 w 1744"/>
                  <a:gd name="T27" fmla="*/ 12 h 1496"/>
                  <a:gd name="T28" fmla="*/ 563 w 1744"/>
                  <a:gd name="T29" fmla="*/ 24 h 1496"/>
                  <a:gd name="T30" fmla="*/ 530 w 1744"/>
                  <a:gd name="T31" fmla="*/ 33 h 1496"/>
                  <a:gd name="T32" fmla="*/ 476 w 1744"/>
                  <a:gd name="T33" fmla="*/ 65 h 1496"/>
                  <a:gd name="T34" fmla="*/ 405 w 1744"/>
                  <a:gd name="T35" fmla="*/ 90 h 1496"/>
                  <a:gd name="T36" fmla="*/ 370 w 1744"/>
                  <a:gd name="T37" fmla="*/ 132 h 1496"/>
                  <a:gd name="T38" fmla="*/ 307 w 1744"/>
                  <a:gd name="T39" fmla="*/ 157 h 1496"/>
                  <a:gd name="T40" fmla="*/ 263 w 1744"/>
                  <a:gd name="T41" fmla="*/ 169 h 1496"/>
                  <a:gd name="T42" fmla="*/ 219 w 1744"/>
                  <a:gd name="T43" fmla="*/ 179 h 1496"/>
                  <a:gd name="T44" fmla="*/ 144 w 1744"/>
                  <a:gd name="T45" fmla="*/ 196 h 1496"/>
                  <a:gd name="T46" fmla="*/ 126 w 1744"/>
                  <a:gd name="T47" fmla="*/ 228 h 1496"/>
                  <a:gd name="T48" fmla="*/ 91 w 1744"/>
                  <a:gd name="T49" fmla="*/ 287 h 1496"/>
                  <a:gd name="T50" fmla="*/ 101 w 1744"/>
                  <a:gd name="T51" fmla="*/ 325 h 1496"/>
                  <a:gd name="T52" fmla="*/ 77 w 1744"/>
                  <a:gd name="T53" fmla="*/ 364 h 1496"/>
                  <a:gd name="T54" fmla="*/ 85 w 1744"/>
                  <a:gd name="T55" fmla="*/ 345 h 1496"/>
                  <a:gd name="T56" fmla="*/ 92 w 1744"/>
                  <a:gd name="T57" fmla="*/ 318 h 1496"/>
                  <a:gd name="T58" fmla="*/ 79 w 1744"/>
                  <a:gd name="T59" fmla="*/ 295 h 1496"/>
                  <a:gd name="T60" fmla="*/ 55 w 1744"/>
                  <a:gd name="T61" fmla="*/ 277 h 1496"/>
                  <a:gd name="T62" fmla="*/ 66 w 1744"/>
                  <a:gd name="T63" fmla="*/ 381 h 1496"/>
                  <a:gd name="T64" fmla="*/ 1 w 1744"/>
                  <a:gd name="T65" fmla="*/ 474 h 1496"/>
                  <a:gd name="T66" fmla="*/ 81 w 1744"/>
                  <a:gd name="T67" fmla="*/ 575 h 1496"/>
                  <a:gd name="T68" fmla="*/ 88 w 1744"/>
                  <a:gd name="T69" fmla="*/ 661 h 1496"/>
                  <a:gd name="T70" fmla="*/ 97 w 1744"/>
                  <a:gd name="T71" fmla="*/ 810 h 1496"/>
                  <a:gd name="T72" fmla="*/ 132 w 1744"/>
                  <a:gd name="T73" fmla="*/ 995 h 1496"/>
                  <a:gd name="T74" fmla="*/ 307 w 1744"/>
                  <a:gd name="T75" fmla="*/ 1097 h 1496"/>
                  <a:gd name="T76" fmla="*/ 401 w 1744"/>
                  <a:gd name="T77" fmla="*/ 1199 h 1496"/>
                  <a:gd name="T78" fmla="*/ 478 w 1744"/>
                  <a:gd name="T79" fmla="*/ 1142 h 1496"/>
                  <a:gd name="T80" fmla="*/ 682 w 1744"/>
                  <a:gd name="T81" fmla="*/ 1257 h 1496"/>
                  <a:gd name="T82" fmla="*/ 811 w 1744"/>
                  <a:gd name="T83" fmla="*/ 1382 h 1496"/>
                  <a:gd name="T84" fmla="*/ 980 w 1744"/>
                  <a:gd name="T85" fmla="*/ 1413 h 1496"/>
                  <a:gd name="T86" fmla="*/ 1195 w 1744"/>
                  <a:gd name="T87" fmla="*/ 1429 h 1496"/>
                  <a:gd name="T88" fmla="*/ 1407 w 1744"/>
                  <a:gd name="T89" fmla="*/ 1450 h 1496"/>
                  <a:gd name="T90" fmla="*/ 1441 w 1744"/>
                  <a:gd name="T91" fmla="*/ 1456 h 1496"/>
                  <a:gd name="T92" fmla="*/ 1489 w 1744"/>
                  <a:gd name="T93" fmla="*/ 1470 h 1496"/>
                  <a:gd name="T94" fmla="*/ 1678 w 1744"/>
                  <a:gd name="T95" fmla="*/ 1107 h 1496"/>
                  <a:gd name="T96" fmla="*/ 142 w 1744"/>
                  <a:gd name="T97" fmla="*/ 393 h 1496"/>
                  <a:gd name="T98" fmla="*/ 133 w 1744"/>
                  <a:gd name="T99" fmla="*/ 381 h 1496"/>
                  <a:gd name="T100" fmla="*/ 919 w 1744"/>
                  <a:gd name="T101" fmla="*/ 314 h 1496"/>
                  <a:gd name="T102" fmla="*/ 906 w 1744"/>
                  <a:gd name="T103" fmla="*/ 272 h 1496"/>
                  <a:gd name="T104" fmla="*/ 930 w 1744"/>
                  <a:gd name="T105" fmla="*/ 286 h 1496"/>
                  <a:gd name="T106" fmla="*/ 1256 w 1744"/>
                  <a:gd name="T107" fmla="*/ 147 h 1496"/>
                  <a:gd name="T108" fmla="*/ 1273 w 1744"/>
                  <a:gd name="T109" fmla="*/ 185 h 1496"/>
                  <a:gd name="T110" fmla="*/ 1247 w 1744"/>
                  <a:gd name="T111" fmla="*/ 185 h 1496"/>
                  <a:gd name="T112" fmla="*/ 1283 w 1744"/>
                  <a:gd name="T113" fmla="*/ 272 h 1496"/>
                  <a:gd name="T114" fmla="*/ 1256 w 1744"/>
                  <a:gd name="T115" fmla="*/ 279 h 1496"/>
                  <a:gd name="T116" fmla="*/ 1230 w 1744"/>
                  <a:gd name="T117" fmla="*/ 233 h 1496"/>
                  <a:gd name="T118" fmla="*/ 1253 w 1744"/>
                  <a:gd name="T119" fmla="*/ 248 h 1496"/>
                  <a:gd name="T120" fmla="*/ 1295 w 1744"/>
                  <a:gd name="T121" fmla="*/ 246 h 1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4" h="1496">
                    <a:moveTo>
                      <a:pt x="1743" y="1005"/>
                    </a:moveTo>
                    <a:cubicBezTo>
                      <a:pt x="1744" y="998"/>
                      <a:pt x="1744" y="998"/>
                      <a:pt x="1744" y="998"/>
                    </a:cubicBezTo>
                    <a:cubicBezTo>
                      <a:pt x="1721" y="988"/>
                      <a:pt x="1721" y="988"/>
                      <a:pt x="1721" y="988"/>
                    </a:cubicBezTo>
                    <a:cubicBezTo>
                      <a:pt x="1697" y="968"/>
                      <a:pt x="1697" y="968"/>
                      <a:pt x="1697" y="968"/>
                    </a:cubicBezTo>
                    <a:cubicBezTo>
                      <a:pt x="1694" y="957"/>
                      <a:pt x="1683" y="946"/>
                      <a:pt x="1683" y="946"/>
                    </a:cubicBezTo>
                    <a:cubicBezTo>
                      <a:pt x="1680" y="915"/>
                      <a:pt x="1657" y="915"/>
                      <a:pt x="1657" y="915"/>
                    </a:cubicBezTo>
                    <a:cubicBezTo>
                      <a:pt x="1656" y="902"/>
                      <a:pt x="1656" y="902"/>
                      <a:pt x="1656" y="902"/>
                    </a:cubicBezTo>
                    <a:cubicBezTo>
                      <a:pt x="1642" y="894"/>
                      <a:pt x="1642" y="894"/>
                      <a:pt x="1642" y="894"/>
                    </a:cubicBezTo>
                    <a:cubicBezTo>
                      <a:pt x="1648" y="856"/>
                      <a:pt x="1648" y="856"/>
                      <a:pt x="1648" y="856"/>
                    </a:cubicBezTo>
                    <a:cubicBezTo>
                      <a:pt x="1631" y="843"/>
                      <a:pt x="1631" y="843"/>
                      <a:pt x="1631" y="843"/>
                    </a:cubicBezTo>
                    <a:cubicBezTo>
                      <a:pt x="1632" y="832"/>
                      <a:pt x="1632" y="832"/>
                      <a:pt x="1632" y="832"/>
                    </a:cubicBezTo>
                    <a:cubicBezTo>
                      <a:pt x="1621" y="830"/>
                      <a:pt x="1621" y="830"/>
                      <a:pt x="1621" y="830"/>
                    </a:cubicBezTo>
                    <a:cubicBezTo>
                      <a:pt x="1614" y="783"/>
                      <a:pt x="1614" y="783"/>
                      <a:pt x="1614" y="783"/>
                    </a:cubicBezTo>
                    <a:cubicBezTo>
                      <a:pt x="1628" y="771"/>
                      <a:pt x="1628" y="771"/>
                      <a:pt x="1628" y="771"/>
                    </a:cubicBezTo>
                    <a:cubicBezTo>
                      <a:pt x="1623" y="756"/>
                      <a:pt x="1623" y="756"/>
                      <a:pt x="1623" y="756"/>
                    </a:cubicBezTo>
                    <a:cubicBezTo>
                      <a:pt x="1622" y="736"/>
                      <a:pt x="1622" y="736"/>
                      <a:pt x="1622" y="736"/>
                    </a:cubicBezTo>
                    <a:cubicBezTo>
                      <a:pt x="1632" y="708"/>
                      <a:pt x="1632" y="708"/>
                      <a:pt x="1632" y="708"/>
                    </a:cubicBezTo>
                    <a:cubicBezTo>
                      <a:pt x="1624" y="688"/>
                      <a:pt x="1624" y="688"/>
                      <a:pt x="1624" y="688"/>
                    </a:cubicBezTo>
                    <a:cubicBezTo>
                      <a:pt x="1597" y="681"/>
                      <a:pt x="1597" y="681"/>
                      <a:pt x="1597" y="681"/>
                    </a:cubicBezTo>
                    <a:cubicBezTo>
                      <a:pt x="1595" y="666"/>
                      <a:pt x="1595" y="666"/>
                      <a:pt x="1595" y="666"/>
                    </a:cubicBezTo>
                    <a:cubicBezTo>
                      <a:pt x="1554" y="658"/>
                      <a:pt x="1554" y="658"/>
                      <a:pt x="1554" y="658"/>
                    </a:cubicBezTo>
                    <a:cubicBezTo>
                      <a:pt x="1545" y="633"/>
                      <a:pt x="1545" y="633"/>
                      <a:pt x="1545" y="633"/>
                    </a:cubicBezTo>
                    <a:cubicBezTo>
                      <a:pt x="1588" y="555"/>
                      <a:pt x="1588" y="555"/>
                      <a:pt x="1588" y="555"/>
                    </a:cubicBezTo>
                    <a:cubicBezTo>
                      <a:pt x="1656" y="538"/>
                      <a:pt x="1656" y="538"/>
                      <a:pt x="1656" y="538"/>
                    </a:cubicBezTo>
                    <a:cubicBezTo>
                      <a:pt x="1663" y="427"/>
                      <a:pt x="1663" y="427"/>
                      <a:pt x="1663" y="427"/>
                    </a:cubicBezTo>
                    <a:cubicBezTo>
                      <a:pt x="1621" y="360"/>
                      <a:pt x="1621" y="360"/>
                      <a:pt x="1621" y="360"/>
                    </a:cubicBezTo>
                    <a:cubicBezTo>
                      <a:pt x="1572" y="203"/>
                      <a:pt x="1572" y="203"/>
                      <a:pt x="1572" y="203"/>
                    </a:cubicBezTo>
                    <a:cubicBezTo>
                      <a:pt x="1572" y="203"/>
                      <a:pt x="1562" y="158"/>
                      <a:pt x="1564" y="148"/>
                    </a:cubicBezTo>
                    <a:cubicBezTo>
                      <a:pt x="1466" y="90"/>
                      <a:pt x="1466" y="90"/>
                      <a:pt x="1466" y="90"/>
                    </a:cubicBezTo>
                    <a:cubicBezTo>
                      <a:pt x="1444" y="94"/>
                      <a:pt x="1444" y="94"/>
                      <a:pt x="1444" y="94"/>
                    </a:cubicBezTo>
                    <a:cubicBezTo>
                      <a:pt x="1328" y="118"/>
                      <a:pt x="1328" y="118"/>
                      <a:pt x="1328" y="118"/>
                    </a:cubicBezTo>
                    <a:cubicBezTo>
                      <a:pt x="1206" y="120"/>
                      <a:pt x="1206" y="120"/>
                      <a:pt x="1206" y="120"/>
                    </a:cubicBezTo>
                    <a:cubicBezTo>
                      <a:pt x="973" y="91"/>
                      <a:pt x="973" y="91"/>
                      <a:pt x="973" y="91"/>
                    </a:cubicBezTo>
                    <a:cubicBezTo>
                      <a:pt x="971" y="93"/>
                      <a:pt x="968" y="93"/>
                      <a:pt x="965" y="94"/>
                    </a:cubicBezTo>
                    <a:cubicBezTo>
                      <a:pt x="960" y="95"/>
                      <a:pt x="958" y="101"/>
                      <a:pt x="955" y="104"/>
                    </a:cubicBezTo>
                    <a:cubicBezTo>
                      <a:pt x="950" y="111"/>
                      <a:pt x="945" y="123"/>
                      <a:pt x="936" y="126"/>
                    </a:cubicBezTo>
                    <a:cubicBezTo>
                      <a:pt x="930" y="127"/>
                      <a:pt x="925" y="126"/>
                      <a:pt x="919" y="128"/>
                    </a:cubicBezTo>
                    <a:cubicBezTo>
                      <a:pt x="914" y="129"/>
                      <a:pt x="911" y="132"/>
                      <a:pt x="907" y="136"/>
                    </a:cubicBezTo>
                    <a:cubicBezTo>
                      <a:pt x="902" y="141"/>
                      <a:pt x="899" y="147"/>
                      <a:pt x="894" y="152"/>
                    </a:cubicBezTo>
                    <a:cubicBezTo>
                      <a:pt x="890" y="156"/>
                      <a:pt x="886" y="160"/>
                      <a:pt x="882" y="164"/>
                    </a:cubicBezTo>
                    <a:cubicBezTo>
                      <a:pt x="883" y="158"/>
                      <a:pt x="877" y="151"/>
                      <a:pt x="871" y="153"/>
                    </a:cubicBezTo>
                    <a:cubicBezTo>
                      <a:pt x="869" y="154"/>
                      <a:pt x="855" y="163"/>
                      <a:pt x="858" y="154"/>
                    </a:cubicBezTo>
                    <a:cubicBezTo>
                      <a:pt x="859" y="151"/>
                      <a:pt x="862" y="150"/>
                      <a:pt x="864" y="147"/>
                    </a:cubicBezTo>
                    <a:cubicBezTo>
                      <a:pt x="865" y="144"/>
                      <a:pt x="863" y="143"/>
                      <a:pt x="862" y="140"/>
                    </a:cubicBezTo>
                    <a:cubicBezTo>
                      <a:pt x="861" y="133"/>
                      <a:pt x="873" y="132"/>
                      <a:pt x="878" y="130"/>
                    </a:cubicBezTo>
                    <a:cubicBezTo>
                      <a:pt x="884" y="128"/>
                      <a:pt x="889" y="124"/>
                      <a:pt x="895" y="122"/>
                    </a:cubicBezTo>
                    <a:cubicBezTo>
                      <a:pt x="902" y="120"/>
                      <a:pt x="907" y="118"/>
                      <a:pt x="912" y="114"/>
                    </a:cubicBezTo>
                    <a:cubicBezTo>
                      <a:pt x="917" y="109"/>
                      <a:pt x="924" y="107"/>
                      <a:pt x="930" y="102"/>
                    </a:cubicBezTo>
                    <a:cubicBezTo>
                      <a:pt x="935" y="98"/>
                      <a:pt x="939" y="93"/>
                      <a:pt x="944" y="89"/>
                    </a:cubicBezTo>
                    <a:cubicBezTo>
                      <a:pt x="950" y="84"/>
                      <a:pt x="953" y="78"/>
                      <a:pt x="957" y="71"/>
                    </a:cubicBezTo>
                    <a:cubicBezTo>
                      <a:pt x="960" y="66"/>
                      <a:pt x="964" y="64"/>
                      <a:pt x="964" y="57"/>
                    </a:cubicBezTo>
                    <a:cubicBezTo>
                      <a:pt x="961" y="57"/>
                      <a:pt x="961" y="59"/>
                      <a:pt x="959" y="61"/>
                    </a:cubicBezTo>
                    <a:cubicBezTo>
                      <a:pt x="958" y="64"/>
                      <a:pt x="956" y="65"/>
                      <a:pt x="954" y="67"/>
                    </a:cubicBezTo>
                    <a:cubicBezTo>
                      <a:pt x="951" y="71"/>
                      <a:pt x="950" y="76"/>
                      <a:pt x="946" y="79"/>
                    </a:cubicBezTo>
                    <a:cubicBezTo>
                      <a:pt x="943" y="82"/>
                      <a:pt x="939" y="85"/>
                      <a:pt x="936" y="88"/>
                    </a:cubicBezTo>
                    <a:cubicBezTo>
                      <a:pt x="932" y="92"/>
                      <a:pt x="929" y="95"/>
                      <a:pt x="925" y="98"/>
                    </a:cubicBezTo>
                    <a:cubicBezTo>
                      <a:pt x="917" y="104"/>
                      <a:pt x="908" y="112"/>
                      <a:pt x="898" y="116"/>
                    </a:cubicBezTo>
                    <a:cubicBezTo>
                      <a:pt x="889" y="120"/>
                      <a:pt x="880" y="120"/>
                      <a:pt x="871" y="123"/>
                    </a:cubicBezTo>
                    <a:cubicBezTo>
                      <a:pt x="867" y="125"/>
                      <a:pt x="862" y="126"/>
                      <a:pt x="857" y="128"/>
                    </a:cubicBezTo>
                    <a:cubicBezTo>
                      <a:pt x="848" y="130"/>
                      <a:pt x="839" y="129"/>
                      <a:pt x="830" y="129"/>
                    </a:cubicBezTo>
                    <a:cubicBezTo>
                      <a:pt x="821" y="128"/>
                      <a:pt x="811" y="128"/>
                      <a:pt x="801" y="126"/>
                    </a:cubicBezTo>
                    <a:cubicBezTo>
                      <a:pt x="796" y="125"/>
                      <a:pt x="791" y="124"/>
                      <a:pt x="786" y="122"/>
                    </a:cubicBezTo>
                    <a:cubicBezTo>
                      <a:pt x="776" y="119"/>
                      <a:pt x="767" y="115"/>
                      <a:pt x="759" y="110"/>
                    </a:cubicBezTo>
                    <a:cubicBezTo>
                      <a:pt x="751" y="103"/>
                      <a:pt x="751" y="95"/>
                      <a:pt x="751" y="85"/>
                    </a:cubicBezTo>
                    <a:cubicBezTo>
                      <a:pt x="752" y="75"/>
                      <a:pt x="747" y="68"/>
                      <a:pt x="742" y="59"/>
                    </a:cubicBezTo>
                    <a:cubicBezTo>
                      <a:pt x="738" y="52"/>
                      <a:pt x="735" y="45"/>
                      <a:pt x="731" y="38"/>
                    </a:cubicBezTo>
                    <a:cubicBezTo>
                      <a:pt x="729" y="33"/>
                      <a:pt x="721" y="21"/>
                      <a:pt x="729" y="19"/>
                    </a:cubicBezTo>
                    <a:cubicBezTo>
                      <a:pt x="738" y="17"/>
                      <a:pt x="748" y="25"/>
                      <a:pt x="755" y="30"/>
                    </a:cubicBezTo>
                    <a:cubicBezTo>
                      <a:pt x="762" y="35"/>
                      <a:pt x="770" y="40"/>
                      <a:pt x="777" y="45"/>
                    </a:cubicBezTo>
                    <a:cubicBezTo>
                      <a:pt x="783" y="49"/>
                      <a:pt x="786" y="55"/>
                      <a:pt x="790" y="60"/>
                    </a:cubicBezTo>
                    <a:cubicBezTo>
                      <a:pt x="791" y="62"/>
                      <a:pt x="792" y="63"/>
                      <a:pt x="793" y="64"/>
                    </a:cubicBezTo>
                    <a:cubicBezTo>
                      <a:pt x="796" y="60"/>
                      <a:pt x="792" y="56"/>
                      <a:pt x="791" y="53"/>
                    </a:cubicBezTo>
                    <a:cubicBezTo>
                      <a:pt x="789" y="49"/>
                      <a:pt x="786" y="46"/>
                      <a:pt x="782" y="44"/>
                    </a:cubicBezTo>
                    <a:cubicBezTo>
                      <a:pt x="775" y="39"/>
                      <a:pt x="770" y="32"/>
                      <a:pt x="761" y="28"/>
                    </a:cubicBezTo>
                    <a:cubicBezTo>
                      <a:pt x="758" y="27"/>
                      <a:pt x="755" y="25"/>
                      <a:pt x="752" y="23"/>
                    </a:cubicBezTo>
                    <a:cubicBezTo>
                      <a:pt x="749" y="21"/>
                      <a:pt x="747" y="19"/>
                      <a:pt x="743" y="18"/>
                    </a:cubicBezTo>
                    <a:cubicBezTo>
                      <a:pt x="741" y="17"/>
                      <a:pt x="740" y="16"/>
                      <a:pt x="738" y="16"/>
                    </a:cubicBezTo>
                    <a:cubicBezTo>
                      <a:pt x="734" y="14"/>
                      <a:pt x="729" y="12"/>
                      <a:pt x="726" y="10"/>
                    </a:cubicBezTo>
                    <a:cubicBezTo>
                      <a:pt x="722" y="8"/>
                      <a:pt x="719" y="6"/>
                      <a:pt x="716" y="4"/>
                    </a:cubicBezTo>
                    <a:cubicBezTo>
                      <a:pt x="712" y="2"/>
                      <a:pt x="707" y="1"/>
                      <a:pt x="702" y="0"/>
                    </a:cubicBezTo>
                    <a:cubicBezTo>
                      <a:pt x="698" y="0"/>
                      <a:pt x="693" y="3"/>
                      <a:pt x="689" y="3"/>
                    </a:cubicBezTo>
                    <a:cubicBezTo>
                      <a:pt x="684" y="3"/>
                      <a:pt x="680" y="0"/>
                      <a:pt x="674" y="1"/>
                    </a:cubicBezTo>
                    <a:cubicBezTo>
                      <a:pt x="662" y="2"/>
                      <a:pt x="652" y="5"/>
                      <a:pt x="640" y="8"/>
                    </a:cubicBezTo>
                    <a:cubicBezTo>
                      <a:pt x="636" y="9"/>
                      <a:pt x="632" y="10"/>
                      <a:pt x="627" y="12"/>
                    </a:cubicBezTo>
                    <a:cubicBezTo>
                      <a:pt x="624" y="13"/>
                      <a:pt x="621" y="12"/>
                      <a:pt x="618" y="12"/>
                    </a:cubicBezTo>
                    <a:cubicBezTo>
                      <a:pt x="615" y="13"/>
                      <a:pt x="613" y="14"/>
                      <a:pt x="610" y="15"/>
                    </a:cubicBezTo>
                    <a:cubicBezTo>
                      <a:pt x="604" y="17"/>
                      <a:pt x="599" y="20"/>
                      <a:pt x="593" y="21"/>
                    </a:cubicBezTo>
                    <a:cubicBezTo>
                      <a:pt x="589" y="22"/>
                      <a:pt x="586" y="21"/>
                      <a:pt x="583" y="21"/>
                    </a:cubicBezTo>
                    <a:cubicBezTo>
                      <a:pt x="580" y="22"/>
                      <a:pt x="577" y="23"/>
                      <a:pt x="574" y="23"/>
                    </a:cubicBezTo>
                    <a:cubicBezTo>
                      <a:pt x="570" y="24"/>
                      <a:pt x="567" y="23"/>
                      <a:pt x="563" y="24"/>
                    </a:cubicBezTo>
                    <a:cubicBezTo>
                      <a:pt x="557" y="26"/>
                      <a:pt x="552" y="28"/>
                      <a:pt x="546" y="28"/>
                    </a:cubicBezTo>
                    <a:cubicBezTo>
                      <a:pt x="546" y="28"/>
                      <a:pt x="547" y="28"/>
                      <a:pt x="547" y="28"/>
                    </a:cubicBezTo>
                    <a:cubicBezTo>
                      <a:pt x="546" y="28"/>
                      <a:pt x="545" y="28"/>
                      <a:pt x="545" y="28"/>
                    </a:cubicBezTo>
                    <a:cubicBezTo>
                      <a:pt x="544" y="27"/>
                      <a:pt x="542" y="27"/>
                      <a:pt x="541" y="27"/>
                    </a:cubicBezTo>
                    <a:cubicBezTo>
                      <a:pt x="539" y="27"/>
                      <a:pt x="537" y="27"/>
                      <a:pt x="535" y="28"/>
                    </a:cubicBezTo>
                    <a:cubicBezTo>
                      <a:pt x="533" y="29"/>
                      <a:pt x="531" y="31"/>
                      <a:pt x="530" y="33"/>
                    </a:cubicBezTo>
                    <a:cubicBezTo>
                      <a:pt x="527" y="34"/>
                      <a:pt x="524" y="36"/>
                      <a:pt x="522" y="37"/>
                    </a:cubicBezTo>
                    <a:cubicBezTo>
                      <a:pt x="516" y="40"/>
                      <a:pt x="511" y="43"/>
                      <a:pt x="506" y="45"/>
                    </a:cubicBezTo>
                    <a:cubicBezTo>
                      <a:pt x="503" y="47"/>
                      <a:pt x="501" y="48"/>
                      <a:pt x="498" y="50"/>
                    </a:cubicBezTo>
                    <a:cubicBezTo>
                      <a:pt x="496" y="52"/>
                      <a:pt x="494" y="54"/>
                      <a:pt x="491" y="55"/>
                    </a:cubicBezTo>
                    <a:cubicBezTo>
                      <a:pt x="488" y="57"/>
                      <a:pt x="485" y="58"/>
                      <a:pt x="482" y="61"/>
                    </a:cubicBezTo>
                    <a:cubicBezTo>
                      <a:pt x="480" y="62"/>
                      <a:pt x="479" y="64"/>
                      <a:pt x="476" y="65"/>
                    </a:cubicBezTo>
                    <a:cubicBezTo>
                      <a:pt x="473" y="66"/>
                      <a:pt x="470" y="66"/>
                      <a:pt x="466" y="67"/>
                    </a:cubicBezTo>
                    <a:cubicBezTo>
                      <a:pt x="464" y="68"/>
                      <a:pt x="461" y="69"/>
                      <a:pt x="458" y="70"/>
                    </a:cubicBezTo>
                    <a:cubicBezTo>
                      <a:pt x="454" y="70"/>
                      <a:pt x="449" y="69"/>
                      <a:pt x="445" y="71"/>
                    </a:cubicBezTo>
                    <a:cubicBezTo>
                      <a:pt x="440" y="72"/>
                      <a:pt x="436" y="73"/>
                      <a:pt x="432" y="75"/>
                    </a:cubicBezTo>
                    <a:cubicBezTo>
                      <a:pt x="427" y="76"/>
                      <a:pt x="422" y="78"/>
                      <a:pt x="417" y="81"/>
                    </a:cubicBezTo>
                    <a:cubicBezTo>
                      <a:pt x="412" y="83"/>
                      <a:pt x="408" y="86"/>
                      <a:pt x="405" y="90"/>
                    </a:cubicBezTo>
                    <a:cubicBezTo>
                      <a:pt x="400" y="94"/>
                      <a:pt x="397" y="100"/>
                      <a:pt x="393" y="104"/>
                    </a:cubicBezTo>
                    <a:cubicBezTo>
                      <a:pt x="392" y="106"/>
                      <a:pt x="390" y="107"/>
                      <a:pt x="389" y="109"/>
                    </a:cubicBezTo>
                    <a:cubicBezTo>
                      <a:pt x="387" y="111"/>
                      <a:pt x="386" y="113"/>
                      <a:pt x="384" y="115"/>
                    </a:cubicBezTo>
                    <a:cubicBezTo>
                      <a:pt x="382" y="118"/>
                      <a:pt x="380" y="120"/>
                      <a:pt x="377" y="123"/>
                    </a:cubicBezTo>
                    <a:cubicBezTo>
                      <a:pt x="376" y="125"/>
                      <a:pt x="375" y="127"/>
                      <a:pt x="373" y="129"/>
                    </a:cubicBezTo>
                    <a:cubicBezTo>
                      <a:pt x="372" y="130"/>
                      <a:pt x="371" y="131"/>
                      <a:pt x="370" y="132"/>
                    </a:cubicBezTo>
                    <a:cubicBezTo>
                      <a:pt x="366" y="136"/>
                      <a:pt x="362" y="139"/>
                      <a:pt x="359" y="143"/>
                    </a:cubicBezTo>
                    <a:cubicBezTo>
                      <a:pt x="357" y="145"/>
                      <a:pt x="355" y="146"/>
                      <a:pt x="353" y="148"/>
                    </a:cubicBezTo>
                    <a:cubicBezTo>
                      <a:pt x="348" y="150"/>
                      <a:pt x="344" y="152"/>
                      <a:pt x="339" y="153"/>
                    </a:cubicBezTo>
                    <a:cubicBezTo>
                      <a:pt x="336" y="153"/>
                      <a:pt x="334" y="153"/>
                      <a:pt x="331" y="153"/>
                    </a:cubicBezTo>
                    <a:cubicBezTo>
                      <a:pt x="328" y="154"/>
                      <a:pt x="325" y="155"/>
                      <a:pt x="322" y="155"/>
                    </a:cubicBezTo>
                    <a:cubicBezTo>
                      <a:pt x="317" y="156"/>
                      <a:pt x="312" y="155"/>
                      <a:pt x="307" y="157"/>
                    </a:cubicBezTo>
                    <a:cubicBezTo>
                      <a:pt x="305" y="158"/>
                      <a:pt x="304" y="160"/>
                      <a:pt x="303" y="162"/>
                    </a:cubicBezTo>
                    <a:cubicBezTo>
                      <a:pt x="300" y="164"/>
                      <a:pt x="297" y="165"/>
                      <a:pt x="294" y="166"/>
                    </a:cubicBezTo>
                    <a:cubicBezTo>
                      <a:pt x="292" y="166"/>
                      <a:pt x="290" y="165"/>
                      <a:pt x="287" y="165"/>
                    </a:cubicBezTo>
                    <a:cubicBezTo>
                      <a:pt x="285" y="165"/>
                      <a:pt x="282" y="166"/>
                      <a:pt x="279" y="166"/>
                    </a:cubicBezTo>
                    <a:cubicBezTo>
                      <a:pt x="277" y="167"/>
                      <a:pt x="274" y="167"/>
                      <a:pt x="271" y="167"/>
                    </a:cubicBezTo>
                    <a:cubicBezTo>
                      <a:pt x="268" y="168"/>
                      <a:pt x="266" y="169"/>
                      <a:pt x="263" y="169"/>
                    </a:cubicBezTo>
                    <a:cubicBezTo>
                      <a:pt x="260" y="169"/>
                      <a:pt x="257" y="169"/>
                      <a:pt x="254" y="170"/>
                    </a:cubicBezTo>
                    <a:cubicBezTo>
                      <a:pt x="251" y="171"/>
                      <a:pt x="249" y="172"/>
                      <a:pt x="247" y="173"/>
                    </a:cubicBezTo>
                    <a:cubicBezTo>
                      <a:pt x="243" y="174"/>
                      <a:pt x="239" y="176"/>
                      <a:pt x="234" y="176"/>
                    </a:cubicBezTo>
                    <a:cubicBezTo>
                      <a:pt x="230" y="176"/>
                      <a:pt x="226" y="176"/>
                      <a:pt x="222" y="178"/>
                    </a:cubicBezTo>
                    <a:cubicBezTo>
                      <a:pt x="222" y="178"/>
                      <a:pt x="223" y="178"/>
                      <a:pt x="222" y="178"/>
                    </a:cubicBezTo>
                    <a:cubicBezTo>
                      <a:pt x="221" y="178"/>
                      <a:pt x="219" y="179"/>
                      <a:pt x="219" y="179"/>
                    </a:cubicBezTo>
                    <a:cubicBezTo>
                      <a:pt x="218" y="179"/>
                      <a:pt x="216" y="179"/>
                      <a:pt x="215" y="179"/>
                    </a:cubicBezTo>
                    <a:cubicBezTo>
                      <a:pt x="210" y="180"/>
                      <a:pt x="206" y="181"/>
                      <a:pt x="202" y="182"/>
                    </a:cubicBezTo>
                    <a:cubicBezTo>
                      <a:pt x="195" y="183"/>
                      <a:pt x="188" y="185"/>
                      <a:pt x="181" y="186"/>
                    </a:cubicBezTo>
                    <a:cubicBezTo>
                      <a:pt x="177" y="187"/>
                      <a:pt x="174" y="188"/>
                      <a:pt x="171" y="188"/>
                    </a:cubicBezTo>
                    <a:cubicBezTo>
                      <a:pt x="167" y="189"/>
                      <a:pt x="164" y="190"/>
                      <a:pt x="161" y="191"/>
                    </a:cubicBezTo>
                    <a:cubicBezTo>
                      <a:pt x="155" y="193"/>
                      <a:pt x="149" y="193"/>
                      <a:pt x="144" y="196"/>
                    </a:cubicBezTo>
                    <a:cubicBezTo>
                      <a:pt x="142" y="197"/>
                      <a:pt x="139" y="198"/>
                      <a:pt x="137" y="199"/>
                    </a:cubicBezTo>
                    <a:cubicBezTo>
                      <a:pt x="134" y="200"/>
                      <a:pt x="131" y="202"/>
                      <a:pt x="129" y="205"/>
                    </a:cubicBezTo>
                    <a:cubicBezTo>
                      <a:pt x="131" y="206"/>
                      <a:pt x="134" y="205"/>
                      <a:pt x="136" y="205"/>
                    </a:cubicBezTo>
                    <a:cubicBezTo>
                      <a:pt x="137" y="208"/>
                      <a:pt x="135" y="210"/>
                      <a:pt x="133" y="212"/>
                    </a:cubicBezTo>
                    <a:cubicBezTo>
                      <a:pt x="131" y="214"/>
                      <a:pt x="130" y="216"/>
                      <a:pt x="129" y="218"/>
                    </a:cubicBezTo>
                    <a:cubicBezTo>
                      <a:pt x="127" y="222"/>
                      <a:pt x="128" y="225"/>
                      <a:pt x="126" y="228"/>
                    </a:cubicBezTo>
                    <a:cubicBezTo>
                      <a:pt x="123" y="231"/>
                      <a:pt x="119" y="233"/>
                      <a:pt x="116" y="235"/>
                    </a:cubicBezTo>
                    <a:cubicBezTo>
                      <a:pt x="111" y="237"/>
                      <a:pt x="109" y="239"/>
                      <a:pt x="107" y="243"/>
                    </a:cubicBezTo>
                    <a:cubicBezTo>
                      <a:pt x="106" y="247"/>
                      <a:pt x="105" y="252"/>
                      <a:pt x="104" y="256"/>
                    </a:cubicBezTo>
                    <a:cubicBezTo>
                      <a:pt x="104" y="260"/>
                      <a:pt x="103" y="264"/>
                      <a:pt x="102" y="268"/>
                    </a:cubicBezTo>
                    <a:cubicBezTo>
                      <a:pt x="100" y="271"/>
                      <a:pt x="97" y="273"/>
                      <a:pt x="94" y="276"/>
                    </a:cubicBezTo>
                    <a:cubicBezTo>
                      <a:pt x="90" y="279"/>
                      <a:pt x="91" y="282"/>
                      <a:pt x="91" y="287"/>
                    </a:cubicBezTo>
                    <a:cubicBezTo>
                      <a:pt x="90" y="291"/>
                      <a:pt x="89" y="296"/>
                      <a:pt x="94" y="298"/>
                    </a:cubicBezTo>
                    <a:cubicBezTo>
                      <a:pt x="96" y="299"/>
                      <a:pt x="98" y="300"/>
                      <a:pt x="97" y="302"/>
                    </a:cubicBezTo>
                    <a:cubicBezTo>
                      <a:pt x="96" y="304"/>
                      <a:pt x="94" y="305"/>
                      <a:pt x="94" y="307"/>
                    </a:cubicBezTo>
                    <a:cubicBezTo>
                      <a:pt x="95" y="309"/>
                      <a:pt x="96" y="311"/>
                      <a:pt x="96" y="312"/>
                    </a:cubicBezTo>
                    <a:cubicBezTo>
                      <a:pt x="97" y="315"/>
                      <a:pt x="97" y="317"/>
                      <a:pt x="99" y="319"/>
                    </a:cubicBezTo>
                    <a:cubicBezTo>
                      <a:pt x="101" y="321"/>
                      <a:pt x="101" y="323"/>
                      <a:pt x="101" y="325"/>
                    </a:cubicBezTo>
                    <a:cubicBezTo>
                      <a:pt x="102" y="330"/>
                      <a:pt x="107" y="333"/>
                      <a:pt x="111" y="336"/>
                    </a:cubicBezTo>
                    <a:cubicBezTo>
                      <a:pt x="116" y="341"/>
                      <a:pt x="120" y="364"/>
                      <a:pt x="107" y="362"/>
                    </a:cubicBezTo>
                    <a:cubicBezTo>
                      <a:pt x="97" y="361"/>
                      <a:pt x="106" y="342"/>
                      <a:pt x="104" y="336"/>
                    </a:cubicBezTo>
                    <a:cubicBezTo>
                      <a:pt x="101" y="331"/>
                      <a:pt x="95" y="336"/>
                      <a:pt x="93" y="339"/>
                    </a:cubicBezTo>
                    <a:cubicBezTo>
                      <a:pt x="90" y="342"/>
                      <a:pt x="89" y="347"/>
                      <a:pt x="87" y="351"/>
                    </a:cubicBezTo>
                    <a:cubicBezTo>
                      <a:pt x="84" y="356"/>
                      <a:pt x="80" y="359"/>
                      <a:pt x="77" y="364"/>
                    </a:cubicBezTo>
                    <a:cubicBezTo>
                      <a:pt x="76" y="366"/>
                      <a:pt x="75" y="369"/>
                      <a:pt x="73" y="371"/>
                    </a:cubicBezTo>
                    <a:cubicBezTo>
                      <a:pt x="71" y="373"/>
                      <a:pt x="69" y="374"/>
                      <a:pt x="68" y="376"/>
                    </a:cubicBezTo>
                    <a:cubicBezTo>
                      <a:pt x="67" y="373"/>
                      <a:pt x="69" y="372"/>
                      <a:pt x="70" y="370"/>
                    </a:cubicBezTo>
                    <a:cubicBezTo>
                      <a:pt x="72" y="368"/>
                      <a:pt x="72" y="365"/>
                      <a:pt x="73" y="363"/>
                    </a:cubicBezTo>
                    <a:cubicBezTo>
                      <a:pt x="75" y="358"/>
                      <a:pt x="80" y="355"/>
                      <a:pt x="83" y="350"/>
                    </a:cubicBezTo>
                    <a:cubicBezTo>
                      <a:pt x="84" y="348"/>
                      <a:pt x="84" y="347"/>
                      <a:pt x="85" y="345"/>
                    </a:cubicBezTo>
                    <a:cubicBezTo>
                      <a:pt x="86" y="343"/>
                      <a:pt x="88" y="341"/>
                      <a:pt x="90" y="339"/>
                    </a:cubicBezTo>
                    <a:cubicBezTo>
                      <a:pt x="91" y="338"/>
                      <a:pt x="92" y="336"/>
                      <a:pt x="93" y="334"/>
                    </a:cubicBezTo>
                    <a:cubicBezTo>
                      <a:pt x="95" y="332"/>
                      <a:pt x="96" y="332"/>
                      <a:pt x="96" y="330"/>
                    </a:cubicBezTo>
                    <a:cubicBezTo>
                      <a:pt x="97" y="328"/>
                      <a:pt x="96" y="327"/>
                      <a:pt x="96" y="326"/>
                    </a:cubicBezTo>
                    <a:cubicBezTo>
                      <a:pt x="96" y="324"/>
                      <a:pt x="96" y="322"/>
                      <a:pt x="95" y="321"/>
                    </a:cubicBezTo>
                    <a:cubicBezTo>
                      <a:pt x="94" y="319"/>
                      <a:pt x="93" y="319"/>
                      <a:pt x="92" y="318"/>
                    </a:cubicBezTo>
                    <a:cubicBezTo>
                      <a:pt x="92" y="317"/>
                      <a:pt x="93" y="315"/>
                      <a:pt x="93" y="314"/>
                    </a:cubicBezTo>
                    <a:cubicBezTo>
                      <a:pt x="93" y="311"/>
                      <a:pt x="93" y="308"/>
                      <a:pt x="91" y="306"/>
                    </a:cubicBezTo>
                    <a:cubicBezTo>
                      <a:pt x="89" y="305"/>
                      <a:pt x="88" y="305"/>
                      <a:pt x="86" y="304"/>
                    </a:cubicBezTo>
                    <a:cubicBezTo>
                      <a:pt x="86" y="303"/>
                      <a:pt x="85" y="302"/>
                      <a:pt x="84" y="301"/>
                    </a:cubicBezTo>
                    <a:cubicBezTo>
                      <a:pt x="83" y="299"/>
                      <a:pt x="81" y="298"/>
                      <a:pt x="80" y="296"/>
                    </a:cubicBezTo>
                    <a:cubicBezTo>
                      <a:pt x="79" y="296"/>
                      <a:pt x="80" y="295"/>
                      <a:pt x="79" y="295"/>
                    </a:cubicBezTo>
                    <a:cubicBezTo>
                      <a:pt x="79" y="295"/>
                      <a:pt x="78" y="294"/>
                      <a:pt x="77" y="293"/>
                    </a:cubicBezTo>
                    <a:cubicBezTo>
                      <a:pt x="76" y="292"/>
                      <a:pt x="75" y="291"/>
                      <a:pt x="73" y="291"/>
                    </a:cubicBezTo>
                    <a:cubicBezTo>
                      <a:pt x="73" y="290"/>
                      <a:pt x="72" y="291"/>
                      <a:pt x="71" y="291"/>
                    </a:cubicBezTo>
                    <a:cubicBezTo>
                      <a:pt x="68" y="289"/>
                      <a:pt x="65" y="286"/>
                      <a:pt x="62" y="284"/>
                    </a:cubicBezTo>
                    <a:cubicBezTo>
                      <a:pt x="60" y="283"/>
                      <a:pt x="58" y="282"/>
                      <a:pt x="57" y="281"/>
                    </a:cubicBezTo>
                    <a:cubicBezTo>
                      <a:pt x="56" y="280"/>
                      <a:pt x="56" y="278"/>
                      <a:pt x="55" y="277"/>
                    </a:cubicBezTo>
                    <a:cubicBezTo>
                      <a:pt x="53" y="275"/>
                      <a:pt x="51" y="272"/>
                      <a:pt x="49" y="271"/>
                    </a:cubicBezTo>
                    <a:cubicBezTo>
                      <a:pt x="46" y="270"/>
                      <a:pt x="45" y="274"/>
                      <a:pt x="45" y="276"/>
                    </a:cubicBezTo>
                    <a:cubicBezTo>
                      <a:pt x="45" y="279"/>
                      <a:pt x="48" y="284"/>
                      <a:pt x="43" y="283"/>
                    </a:cubicBezTo>
                    <a:cubicBezTo>
                      <a:pt x="63" y="321"/>
                      <a:pt x="63" y="321"/>
                      <a:pt x="63" y="321"/>
                    </a:cubicBezTo>
                    <a:cubicBezTo>
                      <a:pt x="65" y="355"/>
                      <a:pt x="65" y="355"/>
                      <a:pt x="65" y="355"/>
                    </a:cubicBezTo>
                    <a:cubicBezTo>
                      <a:pt x="66" y="381"/>
                      <a:pt x="66" y="381"/>
                      <a:pt x="66" y="381"/>
                    </a:cubicBezTo>
                    <a:cubicBezTo>
                      <a:pt x="58" y="403"/>
                      <a:pt x="58" y="403"/>
                      <a:pt x="58" y="403"/>
                    </a:cubicBezTo>
                    <a:cubicBezTo>
                      <a:pt x="46" y="410"/>
                      <a:pt x="46" y="410"/>
                      <a:pt x="46" y="410"/>
                    </a:cubicBezTo>
                    <a:cubicBezTo>
                      <a:pt x="52" y="428"/>
                      <a:pt x="52" y="428"/>
                      <a:pt x="52" y="428"/>
                    </a:cubicBezTo>
                    <a:cubicBezTo>
                      <a:pt x="28" y="454"/>
                      <a:pt x="28" y="454"/>
                      <a:pt x="28" y="454"/>
                    </a:cubicBezTo>
                    <a:cubicBezTo>
                      <a:pt x="28" y="465"/>
                      <a:pt x="28" y="465"/>
                      <a:pt x="28" y="465"/>
                    </a:cubicBezTo>
                    <a:cubicBezTo>
                      <a:pt x="1" y="474"/>
                      <a:pt x="1" y="474"/>
                      <a:pt x="1" y="474"/>
                    </a:cubicBezTo>
                    <a:cubicBezTo>
                      <a:pt x="0" y="506"/>
                      <a:pt x="0" y="506"/>
                      <a:pt x="0" y="506"/>
                    </a:cubicBezTo>
                    <a:cubicBezTo>
                      <a:pt x="24" y="519"/>
                      <a:pt x="24" y="519"/>
                      <a:pt x="24" y="519"/>
                    </a:cubicBezTo>
                    <a:cubicBezTo>
                      <a:pt x="24" y="519"/>
                      <a:pt x="34" y="524"/>
                      <a:pt x="40" y="536"/>
                    </a:cubicBezTo>
                    <a:cubicBezTo>
                      <a:pt x="45" y="547"/>
                      <a:pt x="53" y="554"/>
                      <a:pt x="57" y="555"/>
                    </a:cubicBezTo>
                    <a:cubicBezTo>
                      <a:pt x="61" y="555"/>
                      <a:pt x="68" y="556"/>
                      <a:pt x="71" y="562"/>
                    </a:cubicBezTo>
                    <a:cubicBezTo>
                      <a:pt x="74" y="567"/>
                      <a:pt x="76" y="572"/>
                      <a:pt x="81" y="575"/>
                    </a:cubicBezTo>
                    <a:cubicBezTo>
                      <a:pt x="76" y="590"/>
                      <a:pt x="76" y="590"/>
                      <a:pt x="76" y="590"/>
                    </a:cubicBezTo>
                    <a:cubicBezTo>
                      <a:pt x="83" y="597"/>
                      <a:pt x="83" y="597"/>
                      <a:pt x="83" y="597"/>
                    </a:cubicBezTo>
                    <a:cubicBezTo>
                      <a:pt x="61" y="628"/>
                      <a:pt x="61" y="628"/>
                      <a:pt x="61" y="628"/>
                    </a:cubicBezTo>
                    <a:cubicBezTo>
                      <a:pt x="66" y="633"/>
                      <a:pt x="66" y="633"/>
                      <a:pt x="66" y="633"/>
                    </a:cubicBezTo>
                    <a:cubicBezTo>
                      <a:pt x="70" y="655"/>
                      <a:pt x="70" y="655"/>
                      <a:pt x="70" y="655"/>
                    </a:cubicBezTo>
                    <a:cubicBezTo>
                      <a:pt x="88" y="661"/>
                      <a:pt x="88" y="661"/>
                      <a:pt x="88" y="661"/>
                    </a:cubicBezTo>
                    <a:cubicBezTo>
                      <a:pt x="85" y="669"/>
                      <a:pt x="85" y="669"/>
                      <a:pt x="85" y="669"/>
                    </a:cubicBezTo>
                    <a:cubicBezTo>
                      <a:pt x="90" y="679"/>
                      <a:pt x="90" y="679"/>
                      <a:pt x="90" y="679"/>
                    </a:cubicBezTo>
                    <a:cubicBezTo>
                      <a:pt x="84" y="688"/>
                      <a:pt x="84" y="688"/>
                      <a:pt x="84" y="688"/>
                    </a:cubicBezTo>
                    <a:cubicBezTo>
                      <a:pt x="97" y="709"/>
                      <a:pt x="97" y="709"/>
                      <a:pt x="97" y="709"/>
                    </a:cubicBezTo>
                    <a:cubicBezTo>
                      <a:pt x="67" y="771"/>
                      <a:pt x="67" y="771"/>
                      <a:pt x="67" y="771"/>
                    </a:cubicBezTo>
                    <a:cubicBezTo>
                      <a:pt x="97" y="810"/>
                      <a:pt x="97" y="810"/>
                      <a:pt x="97" y="810"/>
                    </a:cubicBezTo>
                    <a:cubicBezTo>
                      <a:pt x="88" y="827"/>
                      <a:pt x="88" y="827"/>
                      <a:pt x="88" y="827"/>
                    </a:cubicBezTo>
                    <a:cubicBezTo>
                      <a:pt x="90" y="836"/>
                      <a:pt x="90" y="836"/>
                      <a:pt x="90" y="836"/>
                    </a:cubicBezTo>
                    <a:cubicBezTo>
                      <a:pt x="126" y="866"/>
                      <a:pt x="126" y="866"/>
                      <a:pt x="126" y="866"/>
                    </a:cubicBezTo>
                    <a:cubicBezTo>
                      <a:pt x="136" y="918"/>
                      <a:pt x="136" y="918"/>
                      <a:pt x="136" y="918"/>
                    </a:cubicBezTo>
                    <a:cubicBezTo>
                      <a:pt x="123" y="960"/>
                      <a:pt x="123" y="960"/>
                      <a:pt x="123" y="960"/>
                    </a:cubicBezTo>
                    <a:cubicBezTo>
                      <a:pt x="132" y="995"/>
                      <a:pt x="132" y="995"/>
                      <a:pt x="132" y="995"/>
                    </a:cubicBezTo>
                    <a:cubicBezTo>
                      <a:pt x="132" y="995"/>
                      <a:pt x="132" y="995"/>
                      <a:pt x="132" y="995"/>
                    </a:cubicBezTo>
                    <a:cubicBezTo>
                      <a:pt x="162" y="995"/>
                      <a:pt x="162" y="995"/>
                      <a:pt x="162" y="995"/>
                    </a:cubicBezTo>
                    <a:cubicBezTo>
                      <a:pt x="190" y="1015"/>
                      <a:pt x="190" y="1015"/>
                      <a:pt x="190" y="1015"/>
                    </a:cubicBezTo>
                    <a:cubicBezTo>
                      <a:pt x="199" y="1049"/>
                      <a:pt x="199" y="1049"/>
                      <a:pt x="199" y="1049"/>
                    </a:cubicBezTo>
                    <a:cubicBezTo>
                      <a:pt x="268" y="1061"/>
                      <a:pt x="268" y="1061"/>
                      <a:pt x="268" y="1061"/>
                    </a:cubicBezTo>
                    <a:cubicBezTo>
                      <a:pt x="307" y="1097"/>
                      <a:pt x="307" y="1097"/>
                      <a:pt x="307" y="1097"/>
                    </a:cubicBezTo>
                    <a:cubicBezTo>
                      <a:pt x="332" y="1085"/>
                      <a:pt x="332" y="1085"/>
                      <a:pt x="332" y="1085"/>
                    </a:cubicBezTo>
                    <a:cubicBezTo>
                      <a:pt x="385" y="1101"/>
                      <a:pt x="385" y="1101"/>
                      <a:pt x="385" y="1101"/>
                    </a:cubicBezTo>
                    <a:cubicBezTo>
                      <a:pt x="350" y="1143"/>
                      <a:pt x="350" y="1143"/>
                      <a:pt x="350" y="1143"/>
                    </a:cubicBezTo>
                    <a:cubicBezTo>
                      <a:pt x="354" y="1167"/>
                      <a:pt x="354" y="1167"/>
                      <a:pt x="354" y="1167"/>
                    </a:cubicBezTo>
                    <a:cubicBezTo>
                      <a:pt x="401" y="1183"/>
                      <a:pt x="401" y="1183"/>
                      <a:pt x="401" y="1183"/>
                    </a:cubicBezTo>
                    <a:cubicBezTo>
                      <a:pt x="401" y="1199"/>
                      <a:pt x="401" y="1199"/>
                      <a:pt x="401" y="1199"/>
                    </a:cubicBezTo>
                    <a:cubicBezTo>
                      <a:pt x="403" y="1207"/>
                      <a:pt x="403" y="1207"/>
                      <a:pt x="403" y="1207"/>
                    </a:cubicBezTo>
                    <a:cubicBezTo>
                      <a:pt x="401" y="1213"/>
                      <a:pt x="401" y="1213"/>
                      <a:pt x="401" y="1213"/>
                    </a:cubicBezTo>
                    <a:cubicBezTo>
                      <a:pt x="429" y="1231"/>
                      <a:pt x="429" y="1231"/>
                      <a:pt x="429" y="1231"/>
                    </a:cubicBezTo>
                    <a:cubicBezTo>
                      <a:pt x="484" y="1194"/>
                      <a:pt x="484" y="1194"/>
                      <a:pt x="484" y="1194"/>
                    </a:cubicBezTo>
                    <a:cubicBezTo>
                      <a:pt x="456" y="1145"/>
                      <a:pt x="456" y="1145"/>
                      <a:pt x="456" y="1145"/>
                    </a:cubicBezTo>
                    <a:cubicBezTo>
                      <a:pt x="478" y="1142"/>
                      <a:pt x="478" y="1142"/>
                      <a:pt x="478" y="1142"/>
                    </a:cubicBezTo>
                    <a:cubicBezTo>
                      <a:pt x="561" y="1191"/>
                      <a:pt x="561" y="1191"/>
                      <a:pt x="561" y="1191"/>
                    </a:cubicBezTo>
                    <a:cubicBezTo>
                      <a:pt x="561" y="1191"/>
                      <a:pt x="609" y="1180"/>
                      <a:pt x="609" y="1180"/>
                    </a:cubicBezTo>
                    <a:cubicBezTo>
                      <a:pt x="610" y="1180"/>
                      <a:pt x="619" y="1202"/>
                      <a:pt x="619" y="1202"/>
                    </a:cubicBezTo>
                    <a:cubicBezTo>
                      <a:pt x="593" y="1219"/>
                      <a:pt x="593" y="1219"/>
                      <a:pt x="593" y="1219"/>
                    </a:cubicBezTo>
                    <a:cubicBezTo>
                      <a:pt x="644" y="1268"/>
                      <a:pt x="644" y="1268"/>
                      <a:pt x="644" y="1268"/>
                    </a:cubicBezTo>
                    <a:cubicBezTo>
                      <a:pt x="682" y="1257"/>
                      <a:pt x="682" y="1257"/>
                      <a:pt x="682" y="1257"/>
                    </a:cubicBezTo>
                    <a:cubicBezTo>
                      <a:pt x="707" y="1273"/>
                      <a:pt x="707" y="1273"/>
                      <a:pt x="707" y="1273"/>
                    </a:cubicBezTo>
                    <a:cubicBezTo>
                      <a:pt x="762" y="1282"/>
                      <a:pt x="762" y="1282"/>
                      <a:pt x="762" y="1282"/>
                    </a:cubicBezTo>
                    <a:cubicBezTo>
                      <a:pt x="762" y="1304"/>
                      <a:pt x="762" y="1304"/>
                      <a:pt x="762" y="1304"/>
                    </a:cubicBezTo>
                    <a:cubicBezTo>
                      <a:pt x="791" y="1343"/>
                      <a:pt x="791" y="1343"/>
                      <a:pt x="791" y="1343"/>
                    </a:cubicBezTo>
                    <a:cubicBezTo>
                      <a:pt x="807" y="1346"/>
                      <a:pt x="807" y="1346"/>
                      <a:pt x="807" y="1346"/>
                    </a:cubicBezTo>
                    <a:cubicBezTo>
                      <a:pt x="811" y="1382"/>
                      <a:pt x="811" y="1382"/>
                      <a:pt x="811" y="1382"/>
                    </a:cubicBezTo>
                    <a:cubicBezTo>
                      <a:pt x="833" y="1392"/>
                      <a:pt x="833" y="1392"/>
                      <a:pt x="833" y="1392"/>
                    </a:cubicBezTo>
                    <a:cubicBezTo>
                      <a:pt x="836" y="1416"/>
                      <a:pt x="836" y="1416"/>
                      <a:pt x="836" y="1416"/>
                    </a:cubicBezTo>
                    <a:cubicBezTo>
                      <a:pt x="866" y="1416"/>
                      <a:pt x="866" y="1416"/>
                      <a:pt x="866" y="1416"/>
                    </a:cubicBezTo>
                    <a:cubicBezTo>
                      <a:pt x="894" y="1374"/>
                      <a:pt x="894" y="1374"/>
                      <a:pt x="894" y="1374"/>
                    </a:cubicBezTo>
                    <a:cubicBezTo>
                      <a:pt x="930" y="1362"/>
                      <a:pt x="930" y="1362"/>
                      <a:pt x="930" y="1362"/>
                    </a:cubicBezTo>
                    <a:cubicBezTo>
                      <a:pt x="942" y="1402"/>
                      <a:pt x="980" y="1413"/>
                      <a:pt x="980" y="1413"/>
                    </a:cubicBezTo>
                    <a:cubicBezTo>
                      <a:pt x="980" y="1423"/>
                      <a:pt x="987" y="1441"/>
                      <a:pt x="987" y="1441"/>
                    </a:cubicBezTo>
                    <a:cubicBezTo>
                      <a:pt x="983" y="1458"/>
                      <a:pt x="983" y="1458"/>
                      <a:pt x="983" y="1458"/>
                    </a:cubicBezTo>
                    <a:cubicBezTo>
                      <a:pt x="1031" y="1463"/>
                      <a:pt x="1031" y="1463"/>
                      <a:pt x="1031" y="1463"/>
                    </a:cubicBezTo>
                    <a:cubicBezTo>
                      <a:pt x="1045" y="1430"/>
                      <a:pt x="1045" y="1430"/>
                      <a:pt x="1045" y="1430"/>
                    </a:cubicBezTo>
                    <a:cubicBezTo>
                      <a:pt x="1147" y="1403"/>
                      <a:pt x="1147" y="1403"/>
                      <a:pt x="1147" y="1403"/>
                    </a:cubicBezTo>
                    <a:cubicBezTo>
                      <a:pt x="1195" y="1429"/>
                      <a:pt x="1195" y="1429"/>
                      <a:pt x="1195" y="1429"/>
                    </a:cubicBezTo>
                    <a:cubicBezTo>
                      <a:pt x="1219" y="1396"/>
                      <a:pt x="1219" y="1396"/>
                      <a:pt x="1219" y="1396"/>
                    </a:cubicBezTo>
                    <a:cubicBezTo>
                      <a:pt x="1241" y="1406"/>
                      <a:pt x="1241" y="1406"/>
                      <a:pt x="1241" y="1406"/>
                    </a:cubicBezTo>
                    <a:cubicBezTo>
                      <a:pt x="1258" y="1386"/>
                      <a:pt x="1258" y="1386"/>
                      <a:pt x="1258" y="1386"/>
                    </a:cubicBezTo>
                    <a:cubicBezTo>
                      <a:pt x="1320" y="1388"/>
                      <a:pt x="1320" y="1388"/>
                      <a:pt x="1320" y="1388"/>
                    </a:cubicBezTo>
                    <a:cubicBezTo>
                      <a:pt x="1368" y="1406"/>
                      <a:pt x="1368" y="1406"/>
                      <a:pt x="1368" y="1406"/>
                    </a:cubicBezTo>
                    <a:cubicBezTo>
                      <a:pt x="1407" y="1450"/>
                      <a:pt x="1407" y="1450"/>
                      <a:pt x="1407" y="1450"/>
                    </a:cubicBezTo>
                    <a:cubicBezTo>
                      <a:pt x="1409" y="1450"/>
                      <a:pt x="1411" y="1450"/>
                      <a:pt x="1413" y="1451"/>
                    </a:cubicBezTo>
                    <a:cubicBezTo>
                      <a:pt x="1416" y="1451"/>
                      <a:pt x="1419" y="1452"/>
                      <a:pt x="1422" y="1452"/>
                    </a:cubicBezTo>
                    <a:cubicBezTo>
                      <a:pt x="1424" y="1453"/>
                      <a:pt x="1426" y="1453"/>
                      <a:pt x="1428" y="1453"/>
                    </a:cubicBezTo>
                    <a:cubicBezTo>
                      <a:pt x="1430" y="1454"/>
                      <a:pt x="1432" y="1454"/>
                      <a:pt x="1435" y="1455"/>
                    </a:cubicBezTo>
                    <a:cubicBezTo>
                      <a:pt x="1435" y="1455"/>
                      <a:pt x="1435" y="1455"/>
                      <a:pt x="1435" y="1455"/>
                    </a:cubicBezTo>
                    <a:cubicBezTo>
                      <a:pt x="1437" y="1455"/>
                      <a:pt x="1439" y="1456"/>
                      <a:pt x="1441" y="1456"/>
                    </a:cubicBezTo>
                    <a:cubicBezTo>
                      <a:pt x="1443" y="1457"/>
                      <a:pt x="1445" y="1457"/>
                      <a:pt x="1447" y="1457"/>
                    </a:cubicBezTo>
                    <a:cubicBezTo>
                      <a:pt x="1448" y="1458"/>
                      <a:pt x="1449" y="1458"/>
                      <a:pt x="1450" y="1458"/>
                    </a:cubicBezTo>
                    <a:cubicBezTo>
                      <a:pt x="1462" y="1461"/>
                      <a:pt x="1472" y="1464"/>
                      <a:pt x="1482" y="1467"/>
                    </a:cubicBezTo>
                    <a:cubicBezTo>
                      <a:pt x="1483" y="1467"/>
                      <a:pt x="1484" y="1468"/>
                      <a:pt x="1485" y="1468"/>
                    </a:cubicBezTo>
                    <a:cubicBezTo>
                      <a:pt x="1485" y="1468"/>
                      <a:pt x="1486" y="1468"/>
                      <a:pt x="1486" y="1469"/>
                    </a:cubicBezTo>
                    <a:cubicBezTo>
                      <a:pt x="1487" y="1469"/>
                      <a:pt x="1488" y="1469"/>
                      <a:pt x="1489" y="1470"/>
                    </a:cubicBezTo>
                    <a:cubicBezTo>
                      <a:pt x="1493" y="1471"/>
                      <a:pt x="1497" y="1472"/>
                      <a:pt x="1500" y="1474"/>
                    </a:cubicBezTo>
                    <a:cubicBezTo>
                      <a:pt x="1531" y="1485"/>
                      <a:pt x="1547" y="1496"/>
                      <a:pt x="1547" y="1496"/>
                    </a:cubicBezTo>
                    <a:cubicBezTo>
                      <a:pt x="1557" y="1480"/>
                      <a:pt x="1557" y="1480"/>
                      <a:pt x="1557" y="1480"/>
                    </a:cubicBezTo>
                    <a:cubicBezTo>
                      <a:pt x="1528" y="1451"/>
                      <a:pt x="1528" y="1451"/>
                      <a:pt x="1528" y="1451"/>
                    </a:cubicBezTo>
                    <a:cubicBezTo>
                      <a:pt x="1506" y="1348"/>
                      <a:pt x="1506" y="1348"/>
                      <a:pt x="1506" y="1348"/>
                    </a:cubicBezTo>
                    <a:cubicBezTo>
                      <a:pt x="1678" y="1107"/>
                      <a:pt x="1678" y="1107"/>
                      <a:pt x="1678" y="1107"/>
                    </a:cubicBezTo>
                    <a:cubicBezTo>
                      <a:pt x="1731" y="1105"/>
                      <a:pt x="1731" y="1105"/>
                      <a:pt x="1731" y="1105"/>
                    </a:cubicBezTo>
                    <a:cubicBezTo>
                      <a:pt x="1741" y="1060"/>
                      <a:pt x="1741" y="1060"/>
                      <a:pt x="1741" y="1060"/>
                    </a:cubicBezTo>
                    <a:cubicBezTo>
                      <a:pt x="1710" y="1021"/>
                      <a:pt x="1710" y="1021"/>
                      <a:pt x="1710" y="1021"/>
                    </a:cubicBezTo>
                    <a:cubicBezTo>
                      <a:pt x="1715" y="1008"/>
                      <a:pt x="1715" y="1008"/>
                      <a:pt x="1715" y="1008"/>
                    </a:cubicBezTo>
                    <a:lnTo>
                      <a:pt x="1743" y="1005"/>
                    </a:lnTo>
                    <a:close/>
                    <a:moveTo>
                      <a:pt x="142" y="393"/>
                    </a:moveTo>
                    <a:cubicBezTo>
                      <a:pt x="141" y="398"/>
                      <a:pt x="141" y="406"/>
                      <a:pt x="137" y="409"/>
                    </a:cubicBezTo>
                    <a:cubicBezTo>
                      <a:pt x="132" y="413"/>
                      <a:pt x="126" y="407"/>
                      <a:pt x="126" y="402"/>
                    </a:cubicBezTo>
                    <a:cubicBezTo>
                      <a:pt x="126" y="400"/>
                      <a:pt x="128" y="397"/>
                      <a:pt x="129" y="395"/>
                    </a:cubicBezTo>
                    <a:cubicBezTo>
                      <a:pt x="130" y="393"/>
                      <a:pt x="130" y="392"/>
                      <a:pt x="131" y="390"/>
                    </a:cubicBezTo>
                    <a:cubicBezTo>
                      <a:pt x="132" y="389"/>
                      <a:pt x="133" y="389"/>
                      <a:pt x="133" y="388"/>
                    </a:cubicBezTo>
                    <a:cubicBezTo>
                      <a:pt x="133" y="385"/>
                      <a:pt x="132" y="384"/>
                      <a:pt x="133" y="381"/>
                    </a:cubicBezTo>
                    <a:cubicBezTo>
                      <a:pt x="135" y="379"/>
                      <a:pt x="140" y="376"/>
                      <a:pt x="143" y="379"/>
                    </a:cubicBezTo>
                    <a:cubicBezTo>
                      <a:pt x="146" y="383"/>
                      <a:pt x="143" y="389"/>
                      <a:pt x="142" y="393"/>
                    </a:cubicBezTo>
                    <a:close/>
                    <a:moveTo>
                      <a:pt x="930" y="286"/>
                    </a:moveTo>
                    <a:cubicBezTo>
                      <a:pt x="929" y="290"/>
                      <a:pt x="931" y="295"/>
                      <a:pt x="929" y="298"/>
                    </a:cubicBezTo>
                    <a:cubicBezTo>
                      <a:pt x="927" y="303"/>
                      <a:pt x="924" y="305"/>
                      <a:pt x="921" y="309"/>
                    </a:cubicBezTo>
                    <a:cubicBezTo>
                      <a:pt x="920" y="310"/>
                      <a:pt x="919" y="312"/>
                      <a:pt x="919" y="314"/>
                    </a:cubicBezTo>
                    <a:cubicBezTo>
                      <a:pt x="919" y="314"/>
                      <a:pt x="918" y="321"/>
                      <a:pt x="919" y="321"/>
                    </a:cubicBezTo>
                    <a:cubicBezTo>
                      <a:pt x="915" y="318"/>
                      <a:pt x="915" y="313"/>
                      <a:pt x="915" y="308"/>
                    </a:cubicBezTo>
                    <a:cubicBezTo>
                      <a:pt x="916" y="303"/>
                      <a:pt x="921" y="302"/>
                      <a:pt x="923" y="297"/>
                    </a:cubicBezTo>
                    <a:cubicBezTo>
                      <a:pt x="925" y="293"/>
                      <a:pt x="921" y="289"/>
                      <a:pt x="918" y="286"/>
                    </a:cubicBezTo>
                    <a:cubicBezTo>
                      <a:pt x="915" y="282"/>
                      <a:pt x="916" y="278"/>
                      <a:pt x="911" y="276"/>
                    </a:cubicBezTo>
                    <a:cubicBezTo>
                      <a:pt x="909" y="275"/>
                      <a:pt x="906" y="275"/>
                      <a:pt x="906" y="272"/>
                    </a:cubicBezTo>
                    <a:cubicBezTo>
                      <a:pt x="905" y="270"/>
                      <a:pt x="907" y="270"/>
                      <a:pt x="909" y="270"/>
                    </a:cubicBezTo>
                    <a:cubicBezTo>
                      <a:pt x="911" y="271"/>
                      <a:pt x="912" y="272"/>
                      <a:pt x="914" y="271"/>
                    </a:cubicBezTo>
                    <a:cubicBezTo>
                      <a:pt x="916" y="269"/>
                      <a:pt x="916" y="267"/>
                      <a:pt x="919" y="267"/>
                    </a:cubicBezTo>
                    <a:cubicBezTo>
                      <a:pt x="925" y="266"/>
                      <a:pt x="922" y="274"/>
                      <a:pt x="922" y="277"/>
                    </a:cubicBezTo>
                    <a:cubicBezTo>
                      <a:pt x="923" y="286"/>
                      <a:pt x="929" y="274"/>
                      <a:pt x="933" y="279"/>
                    </a:cubicBezTo>
                    <a:cubicBezTo>
                      <a:pt x="936" y="282"/>
                      <a:pt x="931" y="284"/>
                      <a:pt x="930" y="286"/>
                    </a:cubicBezTo>
                    <a:close/>
                    <a:moveTo>
                      <a:pt x="1244" y="174"/>
                    </a:moveTo>
                    <a:cubicBezTo>
                      <a:pt x="1246" y="171"/>
                      <a:pt x="1246" y="168"/>
                      <a:pt x="1248" y="166"/>
                    </a:cubicBezTo>
                    <a:cubicBezTo>
                      <a:pt x="1250" y="164"/>
                      <a:pt x="1252" y="165"/>
                      <a:pt x="1254" y="165"/>
                    </a:cubicBezTo>
                    <a:cubicBezTo>
                      <a:pt x="1256" y="166"/>
                      <a:pt x="1258" y="166"/>
                      <a:pt x="1257" y="163"/>
                    </a:cubicBezTo>
                    <a:cubicBezTo>
                      <a:pt x="1256" y="161"/>
                      <a:pt x="1254" y="159"/>
                      <a:pt x="1253" y="157"/>
                    </a:cubicBezTo>
                    <a:cubicBezTo>
                      <a:pt x="1252" y="154"/>
                      <a:pt x="1251" y="144"/>
                      <a:pt x="1256" y="147"/>
                    </a:cubicBezTo>
                    <a:cubicBezTo>
                      <a:pt x="1259" y="148"/>
                      <a:pt x="1260" y="151"/>
                      <a:pt x="1262" y="152"/>
                    </a:cubicBezTo>
                    <a:cubicBezTo>
                      <a:pt x="1264" y="154"/>
                      <a:pt x="1266" y="156"/>
                      <a:pt x="1267" y="157"/>
                    </a:cubicBezTo>
                    <a:cubicBezTo>
                      <a:pt x="1269" y="159"/>
                      <a:pt x="1270" y="161"/>
                      <a:pt x="1271" y="163"/>
                    </a:cubicBezTo>
                    <a:cubicBezTo>
                      <a:pt x="1272" y="165"/>
                      <a:pt x="1274" y="166"/>
                      <a:pt x="1275" y="168"/>
                    </a:cubicBezTo>
                    <a:cubicBezTo>
                      <a:pt x="1276" y="173"/>
                      <a:pt x="1268" y="175"/>
                      <a:pt x="1270" y="180"/>
                    </a:cubicBezTo>
                    <a:cubicBezTo>
                      <a:pt x="1271" y="182"/>
                      <a:pt x="1273" y="183"/>
                      <a:pt x="1273" y="185"/>
                    </a:cubicBezTo>
                    <a:cubicBezTo>
                      <a:pt x="1273" y="188"/>
                      <a:pt x="1270" y="192"/>
                      <a:pt x="1268" y="193"/>
                    </a:cubicBezTo>
                    <a:cubicBezTo>
                      <a:pt x="1265" y="195"/>
                      <a:pt x="1261" y="194"/>
                      <a:pt x="1260" y="191"/>
                    </a:cubicBezTo>
                    <a:cubicBezTo>
                      <a:pt x="1260" y="189"/>
                      <a:pt x="1260" y="186"/>
                      <a:pt x="1260" y="184"/>
                    </a:cubicBezTo>
                    <a:cubicBezTo>
                      <a:pt x="1260" y="182"/>
                      <a:pt x="1260" y="178"/>
                      <a:pt x="1258" y="179"/>
                    </a:cubicBezTo>
                    <a:cubicBezTo>
                      <a:pt x="1256" y="180"/>
                      <a:pt x="1254" y="183"/>
                      <a:pt x="1253" y="185"/>
                    </a:cubicBezTo>
                    <a:cubicBezTo>
                      <a:pt x="1251" y="186"/>
                      <a:pt x="1249" y="186"/>
                      <a:pt x="1247" y="185"/>
                    </a:cubicBezTo>
                    <a:cubicBezTo>
                      <a:pt x="1245" y="183"/>
                      <a:pt x="1243" y="181"/>
                      <a:pt x="1242" y="179"/>
                    </a:cubicBezTo>
                    <a:cubicBezTo>
                      <a:pt x="1241" y="177"/>
                      <a:pt x="1243" y="175"/>
                      <a:pt x="1244" y="174"/>
                    </a:cubicBezTo>
                    <a:close/>
                    <a:moveTo>
                      <a:pt x="1298" y="257"/>
                    </a:moveTo>
                    <a:cubicBezTo>
                      <a:pt x="1298" y="261"/>
                      <a:pt x="1298" y="267"/>
                      <a:pt x="1296" y="270"/>
                    </a:cubicBezTo>
                    <a:cubicBezTo>
                      <a:pt x="1295" y="272"/>
                      <a:pt x="1293" y="271"/>
                      <a:pt x="1291" y="270"/>
                    </a:cubicBezTo>
                    <a:cubicBezTo>
                      <a:pt x="1289" y="269"/>
                      <a:pt x="1285" y="269"/>
                      <a:pt x="1283" y="272"/>
                    </a:cubicBezTo>
                    <a:cubicBezTo>
                      <a:pt x="1282" y="275"/>
                      <a:pt x="1284" y="279"/>
                      <a:pt x="1285" y="282"/>
                    </a:cubicBezTo>
                    <a:cubicBezTo>
                      <a:pt x="1285" y="284"/>
                      <a:pt x="1285" y="288"/>
                      <a:pt x="1282" y="288"/>
                    </a:cubicBezTo>
                    <a:cubicBezTo>
                      <a:pt x="1278" y="289"/>
                      <a:pt x="1275" y="284"/>
                      <a:pt x="1273" y="281"/>
                    </a:cubicBezTo>
                    <a:cubicBezTo>
                      <a:pt x="1272" y="280"/>
                      <a:pt x="1270" y="275"/>
                      <a:pt x="1268" y="275"/>
                    </a:cubicBezTo>
                    <a:cubicBezTo>
                      <a:pt x="1265" y="275"/>
                      <a:pt x="1263" y="277"/>
                      <a:pt x="1261" y="278"/>
                    </a:cubicBezTo>
                    <a:cubicBezTo>
                      <a:pt x="1260" y="278"/>
                      <a:pt x="1258" y="279"/>
                      <a:pt x="1256" y="279"/>
                    </a:cubicBezTo>
                    <a:cubicBezTo>
                      <a:pt x="1252" y="279"/>
                      <a:pt x="1244" y="276"/>
                      <a:pt x="1247" y="271"/>
                    </a:cubicBezTo>
                    <a:cubicBezTo>
                      <a:pt x="1249" y="268"/>
                      <a:pt x="1256" y="263"/>
                      <a:pt x="1255" y="259"/>
                    </a:cubicBezTo>
                    <a:cubicBezTo>
                      <a:pt x="1254" y="257"/>
                      <a:pt x="1249" y="255"/>
                      <a:pt x="1247" y="254"/>
                    </a:cubicBezTo>
                    <a:cubicBezTo>
                      <a:pt x="1244" y="253"/>
                      <a:pt x="1242" y="252"/>
                      <a:pt x="1240" y="250"/>
                    </a:cubicBezTo>
                    <a:cubicBezTo>
                      <a:pt x="1237" y="247"/>
                      <a:pt x="1235" y="243"/>
                      <a:pt x="1233" y="239"/>
                    </a:cubicBezTo>
                    <a:cubicBezTo>
                      <a:pt x="1232" y="237"/>
                      <a:pt x="1231" y="235"/>
                      <a:pt x="1230" y="233"/>
                    </a:cubicBezTo>
                    <a:cubicBezTo>
                      <a:pt x="1229" y="232"/>
                      <a:pt x="1228" y="230"/>
                      <a:pt x="1229" y="228"/>
                    </a:cubicBezTo>
                    <a:cubicBezTo>
                      <a:pt x="1229" y="227"/>
                      <a:pt x="1231" y="227"/>
                      <a:pt x="1233" y="228"/>
                    </a:cubicBezTo>
                    <a:cubicBezTo>
                      <a:pt x="1234" y="229"/>
                      <a:pt x="1235" y="230"/>
                      <a:pt x="1236" y="232"/>
                    </a:cubicBezTo>
                    <a:cubicBezTo>
                      <a:pt x="1238" y="236"/>
                      <a:pt x="1239" y="240"/>
                      <a:pt x="1241" y="243"/>
                    </a:cubicBezTo>
                    <a:cubicBezTo>
                      <a:pt x="1243" y="246"/>
                      <a:pt x="1245" y="248"/>
                      <a:pt x="1247" y="249"/>
                    </a:cubicBezTo>
                    <a:cubicBezTo>
                      <a:pt x="1250" y="251"/>
                      <a:pt x="1251" y="251"/>
                      <a:pt x="1253" y="248"/>
                    </a:cubicBezTo>
                    <a:cubicBezTo>
                      <a:pt x="1254" y="247"/>
                      <a:pt x="1257" y="242"/>
                      <a:pt x="1259" y="244"/>
                    </a:cubicBezTo>
                    <a:cubicBezTo>
                      <a:pt x="1262" y="245"/>
                      <a:pt x="1262" y="250"/>
                      <a:pt x="1263" y="252"/>
                    </a:cubicBezTo>
                    <a:cubicBezTo>
                      <a:pt x="1266" y="257"/>
                      <a:pt x="1274" y="254"/>
                      <a:pt x="1277" y="251"/>
                    </a:cubicBezTo>
                    <a:cubicBezTo>
                      <a:pt x="1278" y="249"/>
                      <a:pt x="1279" y="249"/>
                      <a:pt x="1281" y="250"/>
                    </a:cubicBezTo>
                    <a:cubicBezTo>
                      <a:pt x="1284" y="250"/>
                      <a:pt x="1286" y="252"/>
                      <a:pt x="1289" y="251"/>
                    </a:cubicBezTo>
                    <a:cubicBezTo>
                      <a:pt x="1291" y="250"/>
                      <a:pt x="1293" y="246"/>
                      <a:pt x="1295" y="246"/>
                    </a:cubicBezTo>
                    <a:cubicBezTo>
                      <a:pt x="1299" y="246"/>
                      <a:pt x="1298" y="255"/>
                      <a:pt x="1298" y="25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40" name="Freeform 2040">
                <a:extLst>
                  <a:ext uri="{FF2B5EF4-FFF2-40B4-BE49-F238E27FC236}">
                    <a16:creationId xmlns:a16="http://schemas.microsoft.com/office/drawing/2014/main" id="{4A25D0E6-98BE-4584-A9F3-325C24D28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999"/>
                <a:ext cx="381" cy="284"/>
              </a:xfrm>
              <a:custGeom>
                <a:avLst/>
                <a:gdLst>
                  <a:gd name="T0" fmla="*/ 899 w 937"/>
                  <a:gd name="T1" fmla="*/ 320 h 698"/>
                  <a:gd name="T2" fmla="*/ 851 w 937"/>
                  <a:gd name="T3" fmla="*/ 364 h 698"/>
                  <a:gd name="T4" fmla="*/ 784 w 937"/>
                  <a:gd name="T5" fmla="*/ 421 h 698"/>
                  <a:gd name="T6" fmla="*/ 770 w 937"/>
                  <a:gd name="T7" fmla="*/ 537 h 698"/>
                  <a:gd name="T8" fmla="*/ 812 w 937"/>
                  <a:gd name="T9" fmla="*/ 593 h 698"/>
                  <a:gd name="T10" fmla="*/ 762 w 937"/>
                  <a:gd name="T11" fmla="*/ 565 h 698"/>
                  <a:gd name="T12" fmla="*/ 709 w 937"/>
                  <a:gd name="T13" fmla="*/ 603 h 698"/>
                  <a:gd name="T14" fmla="*/ 661 w 937"/>
                  <a:gd name="T15" fmla="*/ 658 h 698"/>
                  <a:gd name="T16" fmla="*/ 602 w 937"/>
                  <a:gd name="T17" fmla="*/ 690 h 698"/>
                  <a:gd name="T18" fmla="*/ 557 w 937"/>
                  <a:gd name="T19" fmla="*/ 685 h 698"/>
                  <a:gd name="T20" fmla="*/ 501 w 937"/>
                  <a:gd name="T21" fmla="*/ 696 h 698"/>
                  <a:gd name="T22" fmla="*/ 438 w 937"/>
                  <a:gd name="T23" fmla="*/ 643 h 698"/>
                  <a:gd name="T24" fmla="*/ 318 w 937"/>
                  <a:gd name="T25" fmla="*/ 589 h 698"/>
                  <a:gd name="T26" fmla="*/ 292 w 937"/>
                  <a:gd name="T27" fmla="*/ 506 h 698"/>
                  <a:gd name="T28" fmla="*/ 318 w 937"/>
                  <a:gd name="T29" fmla="*/ 464 h 698"/>
                  <a:gd name="T30" fmla="*/ 248 w 937"/>
                  <a:gd name="T31" fmla="*/ 421 h 698"/>
                  <a:gd name="T32" fmla="*/ 175 w 937"/>
                  <a:gd name="T33" fmla="*/ 431 h 698"/>
                  <a:gd name="T34" fmla="*/ 147 w 937"/>
                  <a:gd name="T35" fmla="*/ 419 h 698"/>
                  <a:gd name="T36" fmla="*/ 85 w 937"/>
                  <a:gd name="T37" fmla="*/ 398 h 698"/>
                  <a:gd name="T38" fmla="*/ 54 w 937"/>
                  <a:gd name="T39" fmla="*/ 372 h 698"/>
                  <a:gd name="T40" fmla="*/ 38 w 937"/>
                  <a:gd name="T41" fmla="*/ 355 h 698"/>
                  <a:gd name="T42" fmla="*/ 46 w 937"/>
                  <a:gd name="T43" fmla="*/ 333 h 698"/>
                  <a:gd name="T44" fmla="*/ 22 w 937"/>
                  <a:gd name="T45" fmla="*/ 279 h 698"/>
                  <a:gd name="T46" fmla="*/ 16 w 937"/>
                  <a:gd name="T47" fmla="*/ 358 h 698"/>
                  <a:gd name="T48" fmla="*/ 3 w 937"/>
                  <a:gd name="T49" fmla="*/ 368 h 698"/>
                  <a:gd name="T50" fmla="*/ 14 w 937"/>
                  <a:gd name="T51" fmla="*/ 326 h 698"/>
                  <a:gd name="T52" fmla="*/ 14 w 937"/>
                  <a:gd name="T53" fmla="*/ 274 h 698"/>
                  <a:gd name="T54" fmla="*/ 7 w 937"/>
                  <a:gd name="T55" fmla="*/ 243 h 698"/>
                  <a:gd name="T56" fmla="*/ 4 w 937"/>
                  <a:gd name="T57" fmla="*/ 212 h 698"/>
                  <a:gd name="T58" fmla="*/ 0 w 937"/>
                  <a:gd name="T59" fmla="*/ 166 h 698"/>
                  <a:gd name="T60" fmla="*/ 30 w 937"/>
                  <a:gd name="T61" fmla="*/ 156 h 698"/>
                  <a:gd name="T62" fmla="*/ 94 w 937"/>
                  <a:gd name="T63" fmla="*/ 83 h 698"/>
                  <a:gd name="T64" fmla="*/ 151 w 937"/>
                  <a:gd name="T65" fmla="*/ 56 h 698"/>
                  <a:gd name="T66" fmla="*/ 284 w 937"/>
                  <a:gd name="T67" fmla="*/ 52 h 698"/>
                  <a:gd name="T68" fmla="*/ 409 w 937"/>
                  <a:gd name="T69" fmla="*/ 44 h 698"/>
                  <a:gd name="T70" fmla="*/ 523 w 937"/>
                  <a:gd name="T71" fmla="*/ 62 h 698"/>
                  <a:gd name="T72" fmla="*/ 588 w 937"/>
                  <a:gd name="T73" fmla="*/ 0 h 698"/>
                  <a:gd name="T74" fmla="*/ 714 w 937"/>
                  <a:gd name="T75" fmla="*/ 69 h 698"/>
                  <a:gd name="T76" fmla="*/ 777 w 937"/>
                  <a:gd name="T77" fmla="*/ 102 h 698"/>
                  <a:gd name="T78" fmla="*/ 817 w 937"/>
                  <a:gd name="T79" fmla="*/ 152 h 698"/>
                  <a:gd name="T80" fmla="*/ 889 w 937"/>
                  <a:gd name="T81" fmla="*/ 192 h 698"/>
                  <a:gd name="T82" fmla="*/ 886 w 937"/>
                  <a:gd name="T83" fmla="*/ 257 h 6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37" h="698">
                    <a:moveTo>
                      <a:pt x="937" y="269"/>
                    </a:moveTo>
                    <a:cubicBezTo>
                      <a:pt x="899" y="320"/>
                      <a:pt x="899" y="320"/>
                      <a:pt x="899" y="320"/>
                    </a:cubicBezTo>
                    <a:cubicBezTo>
                      <a:pt x="861" y="325"/>
                      <a:pt x="861" y="325"/>
                      <a:pt x="861" y="325"/>
                    </a:cubicBezTo>
                    <a:cubicBezTo>
                      <a:pt x="851" y="364"/>
                      <a:pt x="851" y="364"/>
                      <a:pt x="851" y="364"/>
                    </a:cubicBezTo>
                    <a:cubicBezTo>
                      <a:pt x="796" y="390"/>
                      <a:pt x="796" y="390"/>
                      <a:pt x="796" y="390"/>
                    </a:cubicBezTo>
                    <a:cubicBezTo>
                      <a:pt x="784" y="421"/>
                      <a:pt x="784" y="421"/>
                      <a:pt x="784" y="421"/>
                    </a:cubicBezTo>
                    <a:cubicBezTo>
                      <a:pt x="788" y="484"/>
                      <a:pt x="788" y="484"/>
                      <a:pt x="788" y="484"/>
                    </a:cubicBezTo>
                    <a:cubicBezTo>
                      <a:pt x="770" y="537"/>
                      <a:pt x="770" y="537"/>
                      <a:pt x="770" y="537"/>
                    </a:cubicBezTo>
                    <a:cubicBezTo>
                      <a:pt x="790" y="551"/>
                      <a:pt x="790" y="551"/>
                      <a:pt x="790" y="551"/>
                    </a:cubicBezTo>
                    <a:cubicBezTo>
                      <a:pt x="812" y="593"/>
                      <a:pt x="812" y="593"/>
                      <a:pt x="812" y="593"/>
                    </a:cubicBezTo>
                    <a:cubicBezTo>
                      <a:pt x="773" y="601"/>
                      <a:pt x="773" y="601"/>
                      <a:pt x="773" y="601"/>
                    </a:cubicBezTo>
                    <a:cubicBezTo>
                      <a:pt x="762" y="565"/>
                      <a:pt x="762" y="565"/>
                      <a:pt x="762" y="565"/>
                    </a:cubicBezTo>
                    <a:cubicBezTo>
                      <a:pt x="711" y="572"/>
                      <a:pt x="711" y="572"/>
                      <a:pt x="711" y="572"/>
                    </a:cubicBezTo>
                    <a:cubicBezTo>
                      <a:pt x="709" y="603"/>
                      <a:pt x="709" y="603"/>
                      <a:pt x="709" y="603"/>
                    </a:cubicBezTo>
                    <a:cubicBezTo>
                      <a:pt x="666" y="618"/>
                      <a:pt x="666" y="618"/>
                      <a:pt x="666" y="618"/>
                    </a:cubicBezTo>
                    <a:cubicBezTo>
                      <a:pt x="661" y="658"/>
                      <a:pt x="661" y="658"/>
                      <a:pt x="661" y="658"/>
                    </a:cubicBezTo>
                    <a:cubicBezTo>
                      <a:pt x="625" y="663"/>
                      <a:pt x="625" y="663"/>
                      <a:pt x="625" y="663"/>
                    </a:cubicBezTo>
                    <a:cubicBezTo>
                      <a:pt x="602" y="690"/>
                      <a:pt x="602" y="690"/>
                      <a:pt x="602" y="690"/>
                    </a:cubicBezTo>
                    <a:cubicBezTo>
                      <a:pt x="565" y="694"/>
                      <a:pt x="565" y="694"/>
                      <a:pt x="565" y="694"/>
                    </a:cubicBezTo>
                    <a:cubicBezTo>
                      <a:pt x="557" y="685"/>
                      <a:pt x="557" y="685"/>
                      <a:pt x="557" y="685"/>
                    </a:cubicBezTo>
                    <a:cubicBezTo>
                      <a:pt x="509" y="690"/>
                      <a:pt x="509" y="690"/>
                      <a:pt x="509" y="690"/>
                    </a:cubicBezTo>
                    <a:cubicBezTo>
                      <a:pt x="501" y="696"/>
                      <a:pt x="501" y="696"/>
                      <a:pt x="501" y="696"/>
                    </a:cubicBezTo>
                    <a:cubicBezTo>
                      <a:pt x="446" y="698"/>
                      <a:pt x="446" y="698"/>
                      <a:pt x="446" y="698"/>
                    </a:cubicBezTo>
                    <a:cubicBezTo>
                      <a:pt x="446" y="698"/>
                      <a:pt x="436" y="653"/>
                      <a:pt x="438" y="643"/>
                    </a:cubicBezTo>
                    <a:cubicBezTo>
                      <a:pt x="340" y="585"/>
                      <a:pt x="340" y="585"/>
                      <a:pt x="340" y="585"/>
                    </a:cubicBezTo>
                    <a:cubicBezTo>
                      <a:pt x="318" y="589"/>
                      <a:pt x="318" y="589"/>
                      <a:pt x="318" y="589"/>
                    </a:cubicBezTo>
                    <a:cubicBezTo>
                      <a:pt x="292" y="564"/>
                      <a:pt x="292" y="564"/>
                      <a:pt x="292" y="564"/>
                    </a:cubicBezTo>
                    <a:cubicBezTo>
                      <a:pt x="292" y="506"/>
                      <a:pt x="292" y="506"/>
                      <a:pt x="292" y="506"/>
                    </a:cubicBezTo>
                    <a:cubicBezTo>
                      <a:pt x="322" y="492"/>
                      <a:pt x="322" y="492"/>
                      <a:pt x="322" y="492"/>
                    </a:cubicBezTo>
                    <a:cubicBezTo>
                      <a:pt x="318" y="464"/>
                      <a:pt x="318" y="464"/>
                      <a:pt x="318" y="464"/>
                    </a:cubicBezTo>
                    <a:cubicBezTo>
                      <a:pt x="259" y="413"/>
                      <a:pt x="259" y="413"/>
                      <a:pt x="259" y="413"/>
                    </a:cubicBezTo>
                    <a:cubicBezTo>
                      <a:pt x="248" y="421"/>
                      <a:pt x="248" y="421"/>
                      <a:pt x="248" y="421"/>
                    </a:cubicBezTo>
                    <a:cubicBezTo>
                      <a:pt x="248" y="421"/>
                      <a:pt x="199" y="409"/>
                      <a:pt x="188" y="432"/>
                    </a:cubicBezTo>
                    <a:cubicBezTo>
                      <a:pt x="175" y="431"/>
                      <a:pt x="175" y="431"/>
                      <a:pt x="175" y="431"/>
                    </a:cubicBezTo>
                    <a:cubicBezTo>
                      <a:pt x="175" y="417"/>
                      <a:pt x="175" y="417"/>
                      <a:pt x="175" y="417"/>
                    </a:cubicBezTo>
                    <a:cubicBezTo>
                      <a:pt x="147" y="419"/>
                      <a:pt x="147" y="419"/>
                      <a:pt x="147" y="419"/>
                    </a:cubicBezTo>
                    <a:cubicBezTo>
                      <a:pt x="111" y="398"/>
                      <a:pt x="111" y="398"/>
                      <a:pt x="111" y="398"/>
                    </a:cubicBezTo>
                    <a:cubicBezTo>
                      <a:pt x="85" y="398"/>
                      <a:pt x="85" y="398"/>
                      <a:pt x="85" y="398"/>
                    </a:cubicBezTo>
                    <a:cubicBezTo>
                      <a:pt x="85" y="398"/>
                      <a:pt x="73" y="389"/>
                      <a:pt x="73" y="381"/>
                    </a:cubicBezTo>
                    <a:cubicBezTo>
                      <a:pt x="73" y="374"/>
                      <a:pt x="63" y="369"/>
                      <a:pt x="54" y="372"/>
                    </a:cubicBezTo>
                    <a:cubicBezTo>
                      <a:pt x="54" y="368"/>
                      <a:pt x="53" y="364"/>
                      <a:pt x="50" y="362"/>
                    </a:cubicBezTo>
                    <a:cubicBezTo>
                      <a:pt x="47" y="358"/>
                      <a:pt x="41" y="359"/>
                      <a:pt x="38" y="355"/>
                    </a:cubicBezTo>
                    <a:cubicBezTo>
                      <a:pt x="34" y="352"/>
                      <a:pt x="38" y="348"/>
                      <a:pt x="41" y="345"/>
                    </a:cubicBezTo>
                    <a:cubicBezTo>
                      <a:pt x="44" y="341"/>
                      <a:pt x="47" y="338"/>
                      <a:pt x="46" y="333"/>
                    </a:cubicBezTo>
                    <a:cubicBezTo>
                      <a:pt x="45" y="324"/>
                      <a:pt x="37" y="315"/>
                      <a:pt x="34" y="307"/>
                    </a:cubicBezTo>
                    <a:cubicBezTo>
                      <a:pt x="29" y="298"/>
                      <a:pt x="29" y="287"/>
                      <a:pt x="22" y="279"/>
                    </a:cubicBezTo>
                    <a:cubicBezTo>
                      <a:pt x="25" y="295"/>
                      <a:pt x="23" y="313"/>
                      <a:pt x="21" y="330"/>
                    </a:cubicBezTo>
                    <a:cubicBezTo>
                      <a:pt x="19" y="339"/>
                      <a:pt x="21" y="350"/>
                      <a:pt x="16" y="358"/>
                    </a:cubicBezTo>
                    <a:cubicBezTo>
                      <a:pt x="14" y="362"/>
                      <a:pt x="12" y="366"/>
                      <a:pt x="10" y="370"/>
                    </a:cubicBezTo>
                    <a:cubicBezTo>
                      <a:pt x="3" y="368"/>
                      <a:pt x="3" y="368"/>
                      <a:pt x="3" y="368"/>
                    </a:cubicBezTo>
                    <a:cubicBezTo>
                      <a:pt x="6" y="362"/>
                      <a:pt x="6" y="355"/>
                      <a:pt x="10" y="350"/>
                    </a:cubicBezTo>
                    <a:cubicBezTo>
                      <a:pt x="14" y="343"/>
                      <a:pt x="13" y="333"/>
                      <a:pt x="14" y="326"/>
                    </a:cubicBezTo>
                    <a:cubicBezTo>
                      <a:pt x="15" y="320"/>
                      <a:pt x="16" y="314"/>
                      <a:pt x="17" y="309"/>
                    </a:cubicBezTo>
                    <a:cubicBezTo>
                      <a:pt x="18" y="297"/>
                      <a:pt x="17" y="285"/>
                      <a:pt x="14" y="274"/>
                    </a:cubicBezTo>
                    <a:cubicBezTo>
                      <a:pt x="13" y="269"/>
                      <a:pt x="11" y="264"/>
                      <a:pt x="9" y="259"/>
                    </a:cubicBezTo>
                    <a:cubicBezTo>
                      <a:pt x="7" y="254"/>
                      <a:pt x="7" y="249"/>
                      <a:pt x="7" y="243"/>
                    </a:cubicBezTo>
                    <a:cubicBezTo>
                      <a:pt x="7" y="237"/>
                      <a:pt x="5" y="232"/>
                      <a:pt x="5" y="226"/>
                    </a:cubicBezTo>
                    <a:cubicBezTo>
                      <a:pt x="5" y="222"/>
                      <a:pt x="5" y="216"/>
                      <a:pt x="4" y="212"/>
                    </a:cubicBezTo>
                    <a:cubicBezTo>
                      <a:pt x="2" y="202"/>
                      <a:pt x="0" y="192"/>
                      <a:pt x="0" y="181"/>
                    </a:cubicBezTo>
                    <a:cubicBezTo>
                      <a:pt x="0" y="176"/>
                      <a:pt x="0" y="171"/>
                      <a:pt x="0" y="166"/>
                    </a:cubicBezTo>
                    <a:cubicBezTo>
                      <a:pt x="0" y="165"/>
                      <a:pt x="0" y="164"/>
                      <a:pt x="0" y="163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6" y="128"/>
                      <a:pt x="36" y="128"/>
                      <a:pt x="36" y="128"/>
                    </a:cubicBezTo>
                    <a:cubicBezTo>
                      <a:pt x="94" y="83"/>
                      <a:pt x="94" y="83"/>
                      <a:pt x="94" y="83"/>
                    </a:cubicBezTo>
                    <a:cubicBezTo>
                      <a:pt x="133" y="75"/>
                      <a:pt x="133" y="75"/>
                      <a:pt x="133" y="75"/>
                    </a:cubicBezTo>
                    <a:cubicBezTo>
                      <a:pt x="151" y="56"/>
                      <a:pt x="151" y="56"/>
                      <a:pt x="151" y="56"/>
                    </a:cubicBezTo>
                    <a:cubicBezTo>
                      <a:pt x="256" y="67"/>
                      <a:pt x="256" y="67"/>
                      <a:pt x="256" y="67"/>
                    </a:cubicBezTo>
                    <a:cubicBezTo>
                      <a:pt x="284" y="52"/>
                      <a:pt x="284" y="52"/>
                      <a:pt x="284" y="52"/>
                    </a:cubicBezTo>
                    <a:cubicBezTo>
                      <a:pt x="313" y="70"/>
                      <a:pt x="313" y="70"/>
                      <a:pt x="313" y="70"/>
                    </a:cubicBezTo>
                    <a:cubicBezTo>
                      <a:pt x="409" y="44"/>
                      <a:pt x="409" y="44"/>
                      <a:pt x="409" y="44"/>
                    </a:cubicBezTo>
                    <a:cubicBezTo>
                      <a:pt x="464" y="63"/>
                      <a:pt x="464" y="63"/>
                      <a:pt x="464" y="63"/>
                    </a:cubicBezTo>
                    <a:cubicBezTo>
                      <a:pt x="523" y="62"/>
                      <a:pt x="523" y="62"/>
                      <a:pt x="523" y="62"/>
                    </a:cubicBezTo>
                    <a:cubicBezTo>
                      <a:pt x="544" y="33"/>
                      <a:pt x="544" y="33"/>
                      <a:pt x="544" y="33"/>
                    </a:cubicBezTo>
                    <a:cubicBezTo>
                      <a:pt x="588" y="0"/>
                      <a:pt x="588" y="0"/>
                      <a:pt x="588" y="0"/>
                    </a:cubicBezTo>
                    <a:cubicBezTo>
                      <a:pt x="634" y="70"/>
                      <a:pt x="634" y="70"/>
                      <a:pt x="634" y="70"/>
                    </a:cubicBezTo>
                    <a:cubicBezTo>
                      <a:pt x="714" y="69"/>
                      <a:pt x="714" y="69"/>
                      <a:pt x="714" y="69"/>
                    </a:cubicBezTo>
                    <a:cubicBezTo>
                      <a:pt x="747" y="103"/>
                      <a:pt x="747" y="103"/>
                      <a:pt x="747" y="103"/>
                    </a:cubicBezTo>
                    <a:cubicBezTo>
                      <a:pt x="777" y="102"/>
                      <a:pt x="777" y="102"/>
                      <a:pt x="777" y="102"/>
                    </a:cubicBezTo>
                    <a:cubicBezTo>
                      <a:pt x="815" y="132"/>
                      <a:pt x="815" y="132"/>
                      <a:pt x="815" y="132"/>
                    </a:cubicBezTo>
                    <a:cubicBezTo>
                      <a:pt x="817" y="152"/>
                      <a:pt x="817" y="152"/>
                      <a:pt x="817" y="152"/>
                    </a:cubicBezTo>
                    <a:cubicBezTo>
                      <a:pt x="886" y="185"/>
                      <a:pt x="886" y="185"/>
                      <a:pt x="886" y="185"/>
                    </a:cubicBezTo>
                    <a:cubicBezTo>
                      <a:pt x="889" y="192"/>
                      <a:pt x="889" y="192"/>
                      <a:pt x="889" y="192"/>
                    </a:cubicBezTo>
                    <a:cubicBezTo>
                      <a:pt x="882" y="213"/>
                      <a:pt x="882" y="213"/>
                      <a:pt x="882" y="213"/>
                    </a:cubicBezTo>
                    <a:cubicBezTo>
                      <a:pt x="886" y="257"/>
                      <a:pt x="886" y="257"/>
                      <a:pt x="886" y="257"/>
                    </a:cubicBezTo>
                    <a:lnTo>
                      <a:pt x="937" y="26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41" name="Freeform 2041">
                <a:extLst>
                  <a:ext uri="{FF2B5EF4-FFF2-40B4-BE49-F238E27FC236}">
                    <a16:creationId xmlns:a16="http://schemas.microsoft.com/office/drawing/2014/main" id="{52D05241-5649-4E97-9E39-4F37FD67A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4298"/>
                <a:ext cx="6" cy="3"/>
              </a:xfrm>
              <a:custGeom>
                <a:avLst/>
                <a:gdLst>
                  <a:gd name="T0" fmla="*/ 1 w 14"/>
                  <a:gd name="T1" fmla="*/ 7 h 8"/>
                  <a:gd name="T2" fmla="*/ 1 w 14"/>
                  <a:gd name="T3" fmla="*/ 3 h 8"/>
                  <a:gd name="T4" fmla="*/ 12 w 14"/>
                  <a:gd name="T5" fmla="*/ 3 h 8"/>
                  <a:gd name="T6" fmla="*/ 10 w 14"/>
                  <a:gd name="T7" fmla="*/ 7 h 8"/>
                  <a:gd name="T8" fmla="*/ 1 w 14"/>
                  <a:gd name="T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" y="7"/>
                    </a:moveTo>
                    <a:cubicBezTo>
                      <a:pt x="0" y="6"/>
                      <a:pt x="0" y="4"/>
                      <a:pt x="1" y="3"/>
                    </a:cubicBezTo>
                    <a:cubicBezTo>
                      <a:pt x="4" y="0"/>
                      <a:pt x="9" y="0"/>
                      <a:pt x="12" y="3"/>
                    </a:cubicBezTo>
                    <a:cubicBezTo>
                      <a:pt x="14" y="5"/>
                      <a:pt x="13" y="7"/>
                      <a:pt x="10" y="7"/>
                    </a:cubicBezTo>
                    <a:cubicBezTo>
                      <a:pt x="8" y="8"/>
                      <a:pt x="4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42" name="Freeform 2042">
                <a:extLst>
                  <a:ext uri="{FF2B5EF4-FFF2-40B4-BE49-F238E27FC236}">
                    <a16:creationId xmlns:a16="http://schemas.microsoft.com/office/drawing/2014/main" id="{0DACAB4E-7D06-46AE-ABEF-1F38D4972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4305"/>
                <a:ext cx="7" cy="4"/>
              </a:xfrm>
              <a:custGeom>
                <a:avLst/>
                <a:gdLst>
                  <a:gd name="T0" fmla="*/ 7 w 16"/>
                  <a:gd name="T1" fmla="*/ 8 h 9"/>
                  <a:gd name="T2" fmla="*/ 2 w 16"/>
                  <a:gd name="T3" fmla="*/ 5 h 9"/>
                  <a:gd name="T4" fmla="*/ 13 w 16"/>
                  <a:gd name="T5" fmla="*/ 1 h 9"/>
                  <a:gd name="T6" fmla="*/ 15 w 16"/>
                  <a:gd name="T7" fmla="*/ 5 h 9"/>
                  <a:gd name="T8" fmla="*/ 7 w 16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7" y="8"/>
                    </a:moveTo>
                    <a:cubicBezTo>
                      <a:pt x="5" y="7"/>
                      <a:pt x="4" y="6"/>
                      <a:pt x="2" y="5"/>
                    </a:cubicBezTo>
                    <a:cubicBezTo>
                      <a:pt x="0" y="0"/>
                      <a:pt x="10" y="0"/>
                      <a:pt x="13" y="1"/>
                    </a:cubicBezTo>
                    <a:cubicBezTo>
                      <a:pt x="14" y="1"/>
                      <a:pt x="16" y="4"/>
                      <a:pt x="15" y="5"/>
                    </a:cubicBezTo>
                    <a:cubicBezTo>
                      <a:pt x="13" y="8"/>
                      <a:pt x="10" y="9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43" name="Freeform 2043">
                <a:extLst>
                  <a:ext uri="{FF2B5EF4-FFF2-40B4-BE49-F238E27FC236}">
                    <a16:creationId xmlns:a16="http://schemas.microsoft.com/office/drawing/2014/main" id="{73AC14CD-D057-4C9A-A200-0EB14023B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4314"/>
                <a:ext cx="6" cy="7"/>
              </a:xfrm>
              <a:custGeom>
                <a:avLst/>
                <a:gdLst>
                  <a:gd name="T0" fmla="*/ 1 w 15"/>
                  <a:gd name="T1" fmla="*/ 8 h 17"/>
                  <a:gd name="T2" fmla="*/ 4 w 15"/>
                  <a:gd name="T3" fmla="*/ 1 h 17"/>
                  <a:gd name="T4" fmla="*/ 12 w 15"/>
                  <a:gd name="T5" fmla="*/ 3 h 17"/>
                  <a:gd name="T6" fmla="*/ 14 w 15"/>
                  <a:gd name="T7" fmla="*/ 10 h 17"/>
                  <a:gd name="T8" fmla="*/ 11 w 15"/>
                  <a:gd name="T9" fmla="*/ 14 h 17"/>
                  <a:gd name="T10" fmla="*/ 4 w 15"/>
                  <a:gd name="T11" fmla="*/ 13 h 17"/>
                  <a:gd name="T12" fmla="*/ 3 w 15"/>
                  <a:gd name="T13" fmla="*/ 10 h 17"/>
                  <a:gd name="T14" fmla="*/ 1 w 15"/>
                  <a:gd name="T15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7">
                    <a:moveTo>
                      <a:pt x="1" y="8"/>
                    </a:moveTo>
                    <a:cubicBezTo>
                      <a:pt x="0" y="5"/>
                      <a:pt x="1" y="2"/>
                      <a:pt x="4" y="1"/>
                    </a:cubicBezTo>
                    <a:cubicBezTo>
                      <a:pt x="7" y="0"/>
                      <a:pt x="10" y="1"/>
                      <a:pt x="12" y="3"/>
                    </a:cubicBezTo>
                    <a:cubicBezTo>
                      <a:pt x="15" y="5"/>
                      <a:pt x="14" y="8"/>
                      <a:pt x="14" y="10"/>
                    </a:cubicBezTo>
                    <a:cubicBezTo>
                      <a:pt x="13" y="12"/>
                      <a:pt x="12" y="13"/>
                      <a:pt x="11" y="14"/>
                    </a:cubicBezTo>
                    <a:cubicBezTo>
                      <a:pt x="9" y="17"/>
                      <a:pt x="6" y="14"/>
                      <a:pt x="4" y="13"/>
                    </a:cubicBezTo>
                    <a:cubicBezTo>
                      <a:pt x="3" y="12"/>
                      <a:pt x="3" y="11"/>
                      <a:pt x="3" y="10"/>
                    </a:cubicBezTo>
                    <a:cubicBezTo>
                      <a:pt x="2" y="9"/>
                      <a:pt x="2" y="9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44" name="Freeform 2044">
                <a:extLst>
                  <a:ext uri="{FF2B5EF4-FFF2-40B4-BE49-F238E27FC236}">
                    <a16:creationId xmlns:a16="http://schemas.microsoft.com/office/drawing/2014/main" id="{F5228F2C-9D99-498C-A5C9-D7E5AAEA2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4304"/>
                <a:ext cx="3" cy="5"/>
              </a:xfrm>
              <a:custGeom>
                <a:avLst/>
                <a:gdLst>
                  <a:gd name="T0" fmla="*/ 0 w 7"/>
                  <a:gd name="T1" fmla="*/ 7 h 13"/>
                  <a:gd name="T2" fmla="*/ 3 w 7"/>
                  <a:gd name="T3" fmla="*/ 2 h 13"/>
                  <a:gd name="T4" fmla="*/ 6 w 7"/>
                  <a:gd name="T5" fmla="*/ 9 h 13"/>
                  <a:gd name="T6" fmla="*/ 3 w 7"/>
                  <a:gd name="T7" fmla="*/ 11 h 13"/>
                  <a:gd name="T8" fmla="*/ 0 w 7"/>
                  <a:gd name="T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0" y="7"/>
                    </a:moveTo>
                    <a:cubicBezTo>
                      <a:pt x="0" y="5"/>
                      <a:pt x="1" y="2"/>
                      <a:pt x="3" y="2"/>
                    </a:cubicBezTo>
                    <a:cubicBezTo>
                      <a:pt x="7" y="0"/>
                      <a:pt x="6" y="7"/>
                      <a:pt x="6" y="9"/>
                    </a:cubicBezTo>
                    <a:cubicBezTo>
                      <a:pt x="6" y="11"/>
                      <a:pt x="5" y="13"/>
                      <a:pt x="3" y="11"/>
                    </a:cubicBezTo>
                    <a:cubicBezTo>
                      <a:pt x="1" y="11"/>
                      <a:pt x="1" y="8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45" name="Freeform 2045">
                <a:extLst>
                  <a:ext uri="{FF2B5EF4-FFF2-40B4-BE49-F238E27FC236}">
                    <a16:creationId xmlns:a16="http://schemas.microsoft.com/office/drawing/2014/main" id="{2AADF80A-47C5-40C5-AB3F-4F7A3F887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4296"/>
                <a:ext cx="5" cy="3"/>
              </a:xfrm>
              <a:custGeom>
                <a:avLst/>
                <a:gdLst>
                  <a:gd name="T0" fmla="*/ 4 w 11"/>
                  <a:gd name="T1" fmla="*/ 9 h 9"/>
                  <a:gd name="T2" fmla="*/ 1 w 11"/>
                  <a:gd name="T3" fmla="*/ 3 h 9"/>
                  <a:gd name="T4" fmla="*/ 8 w 11"/>
                  <a:gd name="T5" fmla="*/ 2 h 9"/>
                  <a:gd name="T6" fmla="*/ 4 w 11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4" y="9"/>
                    </a:moveTo>
                    <a:cubicBezTo>
                      <a:pt x="2" y="9"/>
                      <a:pt x="0" y="5"/>
                      <a:pt x="1" y="3"/>
                    </a:cubicBezTo>
                    <a:cubicBezTo>
                      <a:pt x="2" y="0"/>
                      <a:pt x="6" y="0"/>
                      <a:pt x="8" y="2"/>
                    </a:cubicBezTo>
                    <a:cubicBezTo>
                      <a:pt x="11" y="4"/>
                      <a:pt x="6" y="9"/>
                      <a:pt x="4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46" name="Freeform 2046">
                <a:extLst>
                  <a:ext uri="{FF2B5EF4-FFF2-40B4-BE49-F238E27FC236}">
                    <a16:creationId xmlns:a16="http://schemas.microsoft.com/office/drawing/2014/main" id="{1AE7BD52-5B00-44B8-BD7A-3F3152673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4244"/>
                <a:ext cx="6" cy="6"/>
              </a:xfrm>
              <a:custGeom>
                <a:avLst/>
                <a:gdLst>
                  <a:gd name="T0" fmla="*/ 3 w 16"/>
                  <a:gd name="T1" fmla="*/ 11 h 14"/>
                  <a:gd name="T2" fmla="*/ 0 w 16"/>
                  <a:gd name="T3" fmla="*/ 6 h 14"/>
                  <a:gd name="T4" fmla="*/ 12 w 16"/>
                  <a:gd name="T5" fmla="*/ 3 h 14"/>
                  <a:gd name="T6" fmla="*/ 3 w 16"/>
                  <a:gd name="T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3" y="11"/>
                    </a:moveTo>
                    <a:cubicBezTo>
                      <a:pt x="1" y="10"/>
                      <a:pt x="0" y="8"/>
                      <a:pt x="0" y="6"/>
                    </a:cubicBezTo>
                    <a:cubicBezTo>
                      <a:pt x="0" y="0"/>
                      <a:pt x="8" y="0"/>
                      <a:pt x="12" y="3"/>
                    </a:cubicBezTo>
                    <a:cubicBezTo>
                      <a:pt x="16" y="7"/>
                      <a:pt x="8" y="14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47" name="Freeform 2047">
                <a:extLst>
                  <a:ext uri="{FF2B5EF4-FFF2-40B4-BE49-F238E27FC236}">
                    <a16:creationId xmlns:a16="http://schemas.microsoft.com/office/drawing/2014/main" id="{BA5CC321-C632-4BDD-B5E2-D26E80E86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4253"/>
                <a:ext cx="3" cy="9"/>
              </a:xfrm>
              <a:custGeom>
                <a:avLst/>
                <a:gdLst>
                  <a:gd name="T0" fmla="*/ 2 w 7"/>
                  <a:gd name="T1" fmla="*/ 17 h 21"/>
                  <a:gd name="T2" fmla="*/ 2 w 7"/>
                  <a:gd name="T3" fmla="*/ 10 h 21"/>
                  <a:gd name="T4" fmla="*/ 2 w 7"/>
                  <a:gd name="T5" fmla="*/ 4 h 21"/>
                  <a:gd name="T6" fmla="*/ 2 w 7"/>
                  <a:gd name="T7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1">
                    <a:moveTo>
                      <a:pt x="2" y="17"/>
                    </a:moveTo>
                    <a:cubicBezTo>
                      <a:pt x="0" y="15"/>
                      <a:pt x="2" y="12"/>
                      <a:pt x="2" y="10"/>
                    </a:cubicBezTo>
                    <a:cubicBezTo>
                      <a:pt x="2" y="8"/>
                      <a:pt x="0" y="5"/>
                      <a:pt x="2" y="4"/>
                    </a:cubicBezTo>
                    <a:cubicBezTo>
                      <a:pt x="7" y="0"/>
                      <a:pt x="7" y="21"/>
                      <a:pt x="2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48" name="Freeform 2048">
                <a:extLst>
                  <a:ext uri="{FF2B5EF4-FFF2-40B4-BE49-F238E27FC236}">
                    <a16:creationId xmlns:a16="http://schemas.microsoft.com/office/drawing/2014/main" id="{DECAD9C2-612C-47B9-ABC8-9A65817CE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4225"/>
                <a:ext cx="240" cy="81"/>
              </a:xfrm>
              <a:custGeom>
                <a:avLst/>
                <a:gdLst>
                  <a:gd name="T0" fmla="*/ 551 w 589"/>
                  <a:gd name="T1" fmla="*/ 113 h 200"/>
                  <a:gd name="T2" fmla="*/ 572 w 589"/>
                  <a:gd name="T3" fmla="*/ 99 h 200"/>
                  <a:gd name="T4" fmla="*/ 585 w 589"/>
                  <a:gd name="T5" fmla="*/ 89 h 200"/>
                  <a:gd name="T6" fmla="*/ 589 w 589"/>
                  <a:gd name="T7" fmla="*/ 88 h 200"/>
                  <a:gd name="T8" fmla="*/ 583 w 589"/>
                  <a:gd name="T9" fmla="*/ 105 h 200"/>
                  <a:gd name="T10" fmla="*/ 587 w 589"/>
                  <a:gd name="T11" fmla="*/ 118 h 200"/>
                  <a:gd name="T12" fmla="*/ 586 w 589"/>
                  <a:gd name="T13" fmla="*/ 133 h 200"/>
                  <a:gd name="T14" fmla="*/ 571 w 589"/>
                  <a:gd name="T15" fmla="*/ 160 h 200"/>
                  <a:gd name="T16" fmla="*/ 555 w 589"/>
                  <a:gd name="T17" fmla="*/ 166 h 200"/>
                  <a:gd name="T18" fmla="*/ 540 w 589"/>
                  <a:gd name="T19" fmla="*/ 163 h 200"/>
                  <a:gd name="T20" fmla="*/ 528 w 589"/>
                  <a:gd name="T21" fmla="*/ 161 h 200"/>
                  <a:gd name="T22" fmla="*/ 496 w 589"/>
                  <a:gd name="T23" fmla="*/ 168 h 200"/>
                  <a:gd name="T24" fmla="*/ 467 w 589"/>
                  <a:gd name="T25" fmla="*/ 166 h 200"/>
                  <a:gd name="T26" fmla="*/ 441 w 589"/>
                  <a:gd name="T27" fmla="*/ 169 h 200"/>
                  <a:gd name="T28" fmla="*/ 423 w 589"/>
                  <a:gd name="T29" fmla="*/ 174 h 200"/>
                  <a:gd name="T30" fmla="*/ 408 w 589"/>
                  <a:gd name="T31" fmla="*/ 169 h 200"/>
                  <a:gd name="T32" fmla="*/ 376 w 589"/>
                  <a:gd name="T33" fmla="*/ 178 h 200"/>
                  <a:gd name="T34" fmla="*/ 366 w 589"/>
                  <a:gd name="T35" fmla="*/ 183 h 200"/>
                  <a:gd name="T36" fmla="*/ 347 w 589"/>
                  <a:gd name="T37" fmla="*/ 185 h 200"/>
                  <a:gd name="T38" fmla="*/ 335 w 589"/>
                  <a:gd name="T39" fmla="*/ 186 h 200"/>
                  <a:gd name="T40" fmla="*/ 320 w 589"/>
                  <a:gd name="T41" fmla="*/ 193 h 200"/>
                  <a:gd name="T42" fmla="*/ 287 w 589"/>
                  <a:gd name="T43" fmla="*/ 197 h 200"/>
                  <a:gd name="T44" fmla="*/ 268 w 589"/>
                  <a:gd name="T45" fmla="*/ 200 h 200"/>
                  <a:gd name="T46" fmla="*/ 263 w 589"/>
                  <a:gd name="T47" fmla="*/ 187 h 200"/>
                  <a:gd name="T48" fmla="*/ 265 w 589"/>
                  <a:gd name="T49" fmla="*/ 170 h 200"/>
                  <a:gd name="T50" fmla="*/ 245 w 589"/>
                  <a:gd name="T51" fmla="*/ 151 h 200"/>
                  <a:gd name="T52" fmla="*/ 224 w 589"/>
                  <a:gd name="T53" fmla="*/ 152 h 200"/>
                  <a:gd name="T54" fmla="*/ 194 w 589"/>
                  <a:gd name="T55" fmla="*/ 139 h 200"/>
                  <a:gd name="T56" fmla="*/ 169 w 589"/>
                  <a:gd name="T57" fmla="*/ 130 h 200"/>
                  <a:gd name="T58" fmla="*/ 146 w 589"/>
                  <a:gd name="T59" fmla="*/ 131 h 200"/>
                  <a:gd name="T60" fmla="*/ 130 w 589"/>
                  <a:gd name="T61" fmla="*/ 132 h 200"/>
                  <a:gd name="T62" fmla="*/ 100 w 589"/>
                  <a:gd name="T63" fmla="*/ 129 h 200"/>
                  <a:gd name="T64" fmla="*/ 50 w 589"/>
                  <a:gd name="T65" fmla="*/ 124 h 200"/>
                  <a:gd name="T66" fmla="*/ 8 w 589"/>
                  <a:gd name="T67" fmla="*/ 118 h 200"/>
                  <a:gd name="T68" fmla="*/ 7 w 589"/>
                  <a:gd name="T69" fmla="*/ 72 h 200"/>
                  <a:gd name="T70" fmla="*/ 8 w 589"/>
                  <a:gd name="T71" fmla="*/ 27 h 200"/>
                  <a:gd name="T72" fmla="*/ 32 w 589"/>
                  <a:gd name="T73" fmla="*/ 52 h 200"/>
                  <a:gd name="T74" fmla="*/ 37 w 589"/>
                  <a:gd name="T75" fmla="*/ 9 h 200"/>
                  <a:gd name="T76" fmla="*/ 60 w 589"/>
                  <a:gd name="T77" fmla="*/ 42 h 200"/>
                  <a:gd name="T78" fmla="*/ 112 w 589"/>
                  <a:gd name="T79" fmla="*/ 36 h 200"/>
                  <a:gd name="T80" fmla="*/ 141 w 589"/>
                  <a:gd name="T81" fmla="*/ 42 h 200"/>
                  <a:gd name="T82" fmla="*/ 112 w 589"/>
                  <a:gd name="T83" fmla="*/ 48 h 200"/>
                  <a:gd name="T84" fmla="*/ 148 w 589"/>
                  <a:gd name="T85" fmla="*/ 59 h 200"/>
                  <a:gd name="T86" fmla="*/ 155 w 589"/>
                  <a:gd name="T87" fmla="*/ 78 h 200"/>
                  <a:gd name="T88" fmla="*/ 168 w 589"/>
                  <a:gd name="T89" fmla="*/ 88 h 200"/>
                  <a:gd name="T90" fmla="*/ 193 w 589"/>
                  <a:gd name="T91" fmla="*/ 82 h 200"/>
                  <a:gd name="T92" fmla="*/ 231 w 589"/>
                  <a:gd name="T93" fmla="*/ 73 h 200"/>
                  <a:gd name="T94" fmla="*/ 248 w 589"/>
                  <a:gd name="T95" fmla="*/ 68 h 200"/>
                  <a:gd name="T96" fmla="*/ 280 w 589"/>
                  <a:gd name="T97" fmla="*/ 69 h 200"/>
                  <a:gd name="T98" fmla="*/ 300 w 589"/>
                  <a:gd name="T99" fmla="*/ 68 h 200"/>
                  <a:gd name="T100" fmla="*/ 322 w 589"/>
                  <a:gd name="T101" fmla="*/ 73 h 200"/>
                  <a:gd name="T102" fmla="*/ 332 w 589"/>
                  <a:gd name="T103" fmla="*/ 85 h 200"/>
                  <a:gd name="T104" fmla="*/ 354 w 589"/>
                  <a:gd name="T105" fmla="*/ 85 h 200"/>
                  <a:gd name="T106" fmla="*/ 384 w 589"/>
                  <a:gd name="T107" fmla="*/ 83 h 200"/>
                  <a:gd name="T108" fmla="*/ 405 w 589"/>
                  <a:gd name="T109" fmla="*/ 93 h 200"/>
                  <a:gd name="T110" fmla="*/ 428 w 589"/>
                  <a:gd name="T111" fmla="*/ 89 h 200"/>
                  <a:gd name="T112" fmla="*/ 451 w 589"/>
                  <a:gd name="T113" fmla="*/ 79 h 200"/>
                  <a:gd name="T114" fmla="*/ 471 w 589"/>
                  <a:gd name="T115" fmla="*/ 100 h 200"/>
                  <a:gd name="T116" fmla="*/ 467 w 589"/>
                  <a:gd name="T117" fmla="*/ 123 h 200"/>
                  <a:gd name="T118" fmla="*/ 491 w 589"/>
                  <a:gd name="T119" fmla="*/ 139 h 200"/>
                  <a:gd name="T120" fmla="*/ 503 w 589"/>
                  <a:gd name="T121" fmla="*/ 122 h 200"/>
                  <a:gd name="T122" fmla="*/ 522 w 589"/>
                  <a:gd name="T123" fmla="*/ 119 h 200"/>
                  <a:gd name="T124" fmla="*/ 529 w 589"/>
                  <a:gd name="T125" fmla="*/ 112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9" h="200">
                    <a:moveTo>
                      <a:pt x="539" y="107"/>
                    </a:moveTo>
                    <a:cubicBezTo>
                      <a:pt x="544" y="107"/>
                      <a:pt x="547" y="111"/>
                      <a:pt x="551" y="113"/>
                    </a:cubicBezTo>
                    <a:cubicBezTo>
                      <a:pt x="555" y="115"/>
                      <a:pt x="560" y="114"/>
                      <a:pt x="564" y="111"/>
                    </a:cubicBezTo>
                    <a:cubicBezTo>
                      <a:pt x="567" y="108"/>
                      <a:pt x="569" y="103"/>
                      <a:pt x="572" y="99"/>
                    </a:cubicBezTo>
                    <a:cubicBezTo>
                      <a:pt x="574" y="96"/>
                      <a:pt x="575" y="92"/>
                      <a:pt x="580" y="91"/>
                    </a:cubicBezTo>
                    <a:cubicBezTo>
                      <a:pt x="582" y="91"/>
                      <a:pt x="584" y="91"/>
                      <a:pt x="585" y="89"/>
                    </a:cubicBezTo>
                    <a:cubicBezTo>
                      <a:pt x="586" y="88"/>
                      <a:pt x="586" y="85"/>
                      <a:pt x="587" y="84"/>
                    </a:cubicBezTo>
                    <a:cubicBezTo>
                      <a:pt x="588" y="83"/>
                      <a:pt x="589" y="87"/>
                      <a:pt x="589" y="88"/>
                    </a:cubicBezTo>
                    <a:cubicBezTo>
                      <a:pt x="589" y="90"/>
                      <a:pt x="588" y="91"/>
                      <a:pt x="586" y="93"/>
                    </a:cubicBezTo>
                    <a:cubicBezTo>
                      <a:pt x="582" y="95"/>
                      <a:pt x="582" y="101"/>
                      <a:pt x="583" y="105"/>
                    </a:cubicBezTo>
                    <a:cubicBezTo>
                      <a:pt x="583" y="107"/>
                      <a:pt x="582" y="109"/>
                      <a:pt x="583" y="111"/>
                    </a:cubicBezTo>
                    <a:cubicBezTo>
                      <a:pt x="584" y="114"/>
                      <a:pt x="586" y="115"/>
                      <a:pt x="587" y="118"/>
                    </a:cubicBezTo>
                    <a:cubicBezTo>
                      <a:pt x="587" y="120"/>
                      <a:pt x="585" y="122"/>
                      <a:pt x="585" y="124"/>
                    </a:cubicBezTo>
                    <a:cubicBezTo>
                      <a:pt x="586" y="127"/>
                      <a:pt x="586" y="130"/>
                      <a:pt x="586" y="133"/>
                    </a:cubicBezTo>
                    <a:cubicBezTo>
                      <a:pt x="584" y="139"/>
                      <a:pt x="582" y="145"/>
                      <a:pt x="578" y="151"/>
                    </a:cubicBezTo>
                    <a:cubicBezTo>
                      <a:pt x="576" y="154"/>
                      <a:pt x="573" y="157"/>
                      <a:pt x="571" y="160"/>
                    </a:cubicBezTo>
                    <a:cubicBezTo>
                      <a:pt x="568" y="163"/>
                      <a:pt x="565" y="164"/>
                      <a:pt x="561" y="165"/>
                    </a:cubicBezTo>
                    <a:cubicBezTo>
                      <a:pt x="559" y="166"/>
                      <a:pt x="557" y="166"/>
                      <a:pt x="555" y="166"/>
                    </a:cubicBezTo>
                    <a:cubicBezTo>
                      <a:pt x="553" y="166"/>
                      <a:pt x="552" y="166"/>
                      <a:pt x="550" y="166"/>
                    </a:cubicBezTo>
                    <a:cubicBezTo>
                      <a:pt x="546" y="166"/>
                      <a:pt x="543" y="164"/>
                      <a:pt x="540" y="163"/>
                    </a:cubicBezTo>
                    <a:cubicBezTo>
                      <a:pt x="538" y="163"/>
                      <a:pt x="536" y="163"/>
                      <a:pt x="534" y="163"/>
                    </a:cubicBezTo>
                    <a:cubicBezTo>
                      <a:pt x="532" y="163"/>
                      <a:pt x="530" y="162"/>
                      <a:pt x="528" y="161"/>
                    </a:cubicBezTo>
                    <a:cubicBezTo>
                      <a:pt x="521" y="159"/>
                      <a:pt x="512" y="156"/>
                      <a:pt x="506" y="160"/>
                    </a:cubicBezTo>
                    <a:cubicBezTo>
                      <a:pt x="502" y="163"/>
                      <a:pt x="500" y="167"/>
                      <a:pt x="496" y="168"/>
                    </a:cubicBezTo>
                    <a:cubicBezTo>
                      <a:pt x="491" y="169"/>
                      <a:pt x="485" y="170"/>
                      <a:pt x="481" y="169"/>
                    </a:cubicBezTo>
                    <a:cubicBezTo>
                      <a:pt x="476" y="168"/>
                      <a:pt x="472" y="166"/>
                      <a:pt x="467" y="166"/>
                    </a:cubicBezTo>
                    <a:cubicBezTo>
                      <a:pt x="462" y="165"/>
                      <a:pt x="458" y="164"/>
                      <a:pt x="454" y="165"/>
                    </a:cubicBezTo>
                    <a:cubicBezTo>
                      <a:pt x="449" y="166"/>
                      <a:pt x="445" y="167"/>
                      <a:pt x="441" y="169"/>
                    </a:cubicBezTo>
                    <a:cubicBezTo>
                      <a:pt x="437" y="172"/>
                      <a:pt x="434" y="174"/>
                      <a:pt x="429" y="175"/>
                    </a:cubicBezTo>
                    <a:cubicBezTo>
                      <a:pt x="427" y="175"/>
                      <a:pt x="425" y="176"/>
                      <a:pt x="423" y="174"/>
                    </a:cubicBezTo>
                    <a:cubicBezTo>
                      <a:pt x="422" y="173"/>
                      <a:pt x="422" y="171"/>
                      <a:pt x="420" y="170"/>
                    </a:cubicBezTo>
                    <a:cubicBezTo>
                      <a:pt x="416" y="169"/>
                      <a:pt x="412" y="169"/>
                      <a:pt x="408" y="169"/>
                    </a:cubicBezTo>
                    <a:cubicBezTo>
                      <a:pt x="399" y="169"/>
                      <a:pt x="390" y="168"/>
                      <a:pt x="383" y="173"/>
                    </a:cubicBezTo>
                    <a:cubicBezTo>
                      <a:pt x="380" y="175"/>
                      <a:pt x="378" y="176"/>
                      <a:pt x="376" y="178"/>
                    </a:cubicBezTo>
                    <a:cubicBezTo>
                      <a:pt x="375" y="179"/>
                      <a:pt x="374" y="181"/>
                      <a:pt x="372" y="182"/>
                    </a:cubicBezTo>
                    <a:cubicBezTo>
                      <a:pt x="371" y="183"/>
                      <a:pt x="368" y="183"/>
                      <a:pt x="366" y="183"/>
                    </a:cubicBezTo>
                    <a:cubicBezTo>
                      <a:pt x="363" y="183"/>
                      <a:pt x="360" y="184"/>
                      <a:pt x="357" y="183"/>
                    </a:cubicBezTo>
                    <a:cubicBezTo>
                      <a:pt x="354" y="183"/>
                      <a:pt x="350" y="184"/>
                      <a:pt x="347" y="185"/>
                    </a:cubicBezTo>
                    <a:cubicBezTo>
                      <a:pt x="345" y="185"/>
                      <a:pt x="343" y="188"/>
                      <a:pt x="340" y="187"/>
                    </a:cubicBezTo>
                    <a:cubicBezTo>
                      <a:pt x="338" y="187"/>
                      <a:pt x="337" y="186"/>
                      <a:pt x="335" y="186"/>
                    </a:cubicBezTo>
                    <a:cubicBezTo>
                      <a:pt x="333" y="186"/>
                      <a:pt x="332" y="187"/>
                      <a:pt x="330" y="188"/>
                    </a:cubicBezTo>
                    <a:cubicBezTo>
                      <a:pt x="327" y="190"/>
                      <a:pt x="323" y="191"/>
                      <a:pt x="320" y="193"/>
                    </a:cubicBezTo>
                    <a:cubicBezTo>
                      <a:pt x="313" y="195"/>
                      <a:pt x="306" y="195"/>
                      <a:pt x="299" y="195"/>
                    </a:cubicBezTo>
                    <a:cubicBezTo>
                      <a:pt x="295" y="195"/>
                      <a:pt x="291" y="196"/>
                      <a:pt x="287" y="197"/>
                    </a:cubicBezTo>
                    <a:cubicBezTo>
                      <a:pt x="284" y="197"/>
                      <a:pt x="281" y="195"/>
                      <a:pt x="278" y="196"/>
                    </a:cubicBezTo>
                    <a:cubicBezTo>
                      <a:pt x="274" y="197"/>
                      <a:pt x="272" y="199"/>
                      <a:pt x="268" y="200"/>
                    </a:cubicBezTo>
                    <a:cubicBezTo>
                      <a:pt x="265" y="200"/>
                      <a:pt x="263" y="200"/>
                      <a:pt x="262" y="197"/>
                    </a:cubicBezTo>
                    <a:cubicBezTo>
                      <a:pt x="262" y="194"/>
                      <a:pt x="262" y="191"/>
                      <a:pt x="263" y="187"/>
                    </a:cubicBezTo>
                    <a:cubicBezTo>
                      <a:pt x="264" y="185"/>
                      <a:pt x="263" y="183"/>
                      <a:pt x="263" y="181"/>
                    </a:cubicBezTo>
                    <a:cubicBezTo>
                      <a:pt x="263" y="177"/>
                      <a:pt x="266" y="174"/>
                      <a:pt x="265" y="170"/>
                    </a:cubicBezTo>
                    <a:cubicBezTo>
                      <a:pt x="265" y="167"/>
                      <a:pt x="265" y="163"/>
                      <a:pt x="263" y="160"/>
                    </a:cubicBezTo>
                    <a:cubicBezTo>
                      <a:pt x="259" y="155"/>
                      <a:pt x="251" y="152"/>
                      <a:pt x="245" y="151"/>
                    </a:cubicBezTo>
                    <a:cubicBezTo>
                      <a:pt x="241" y="150"/>
                      <a:pt x="238" y="150"/>
                      <a:pt x="233" y="151"/>
                    </a:cubicBezTo>
                    <a:cubicBezTo>
                      <a:pt x="231" y="152"/>
                      <a:pt x="227" y="153"/>
                      <a:pt x="224" y="152"/>
                    </a:cubicBezTo>
                    <a:cubicBezTo>
                      <a:pt x="219" y="151"/>
                      <a:pt x="216" y="145"/>
                      <a:pt x="212" y="142"/>
                    </a:cubicBezTo>
                    <a:cubicBezTo>
                      <a:pt x="206" y="139"/>
                      <a:pt x="200" y="142"/>
                      <a:pt x="194" y="139"/>
                    </a:cubicBezTo>
                    <a:cubicBezTo>
                      <a:pt x="189" y="136"/>
                      <a:pt x="184" y="131"/>
                      <a:pt x="179" y="130"/>
                    </a:cubicBezTo>
                    <a:cubicBezTo>
                      <a:pt x="176" y="129"/>
                      <a:pt x="172" y="130"/>
                      <a:pt x="169" y="130"/>
                    </a:cubicBezTo>
                    <a:cubicBezTo>
                      <a:pt x="166" y="131"/>
                      <a:pt x="163" y="131"/>
                      <a:pt x="160" y="133"/>
                    </a:cubicBezTo>
                    <a:cubicBezTo>
                      <a:pt x="155" y="136"/>
                      <a:pt x="151" y="134"/>
                      <a:pt x="146" y="131"/>
                    </a:cubicBezTo>
                    <a:cubicBezTo>
                      <a:pt x="144" y="128"/>
                      <a:pt x="142" y="129"/>
                      <a:pt x="139" y="131"/>
                    </a:cubicBezTo>
                    <a:cubicBezTo>
                      <a:pt x="136" y="132"/>
                      <a:pt x="133" y="132"/>
                      <a:pt x="130" y="132"/>
                    </a:cubicBezTo>
                    <a:cubicBezTo>
                      <a:pt x="127" y="132"/>
                      <a:pt x="124" y="134"/>
                      <a:pt x="121" y="134"/>
                    </a:cubicBezTo>
                    <a:cubicBezTo>
                      <a:pt x="114" y="134"/>
                      <a:pt x="107" y="132"/>
                      <a:pt x="100" y="129"/>
                    </a:cubicBezTo>
                    <a:cubicBezTo>
                      <a:pt x="92" y="125"/>
                      <a:pt x="85" y="123"/>
                      <a:pt x="77" y="123"/>
                    </a:cubicBezTo>
                    <a:cubicBezTo>
                      <a:pt x="68" y="124"/>
                      <a:pt x="59" y="124"/>
                      <a:pt x="50" y="124"/>
                    </a:cubicBezTo>
                    <a:cubicBezTo>
                      <a:pt x="42" y="124"/>
                      <a:pt x="34" y="125"/>
                      <a:pt x="26" y="126"/>
                    </a:cubicBezTo>
                    <a:cubicBezTo>
                      <a:pt x="19" y="127"/>
                      <a:pt x="13" y="124"/>
                      <a:pt x="8" y="118"/>
                    </a:cubicBezTo>
                    <a:cubicBezTo>
                      <a:pt x="3" y="112"/>
                      <a:pt x="0" y="104"/>
                      <a:pt x="1" y="95"/>
                    </a:cubicBezTo>
                    <a:cubicBezTo>
                      <a:pt x="2" y="87"/>
                      <a:pt x="5" y="80"/>
                      <a:pt x="7" y="72"/>
                    </a:cubicBezTo>
                    <a:cubicBezTo>
                      <a:pt x="8" y="65"/>
                      <a:pt x="8" y="58"/>
                      <a:pt x="8" y="51"/>
                    </a:cubicBezTo>
                    <a:cubicBezTo>
                      <a:pt x="7" y="43"/>
                      <a:pt x="5" y="35"/>
                      <a:pt x="8" y="27"/>
                    </a:cubicBezTo>
                    <a:cubicBezTo>
                      <a:pt x="10" y="17"/>
                      <a:pt x="14" y="32"/>
                      <a:pt x="15" y="35"/>
                    </a:cubicBezTo>
                    <a:cubicBezTo>
                      <a:pt x="18" y="43"/>
                      <a:pt x="21" y="55"/>
                      <a:pt x="32" y="52"/>
                    </a:cubicBezTo>
                    <a:cubicBezTo>
                      <a:pt x="40" y="50"/>
                      <a:pt x="43" y="42"/>
                      <a:pt x="40" y="34"/>
                    </a:cubicBezTo>
                    <a:cubicBezTo>
                      <a:pt x="38" y="27"/>
                      <a:pt x="32" y="17"/>
                      <a:pt x="37" y="9"/>
                    </a:cubicBezTo>
                    <a:cubicBezTo>
                      <a:pt x="44" y="0"/>
                      <a:pt x="49" y="12"/>
                      <a:pt x="50" y="18"/>
                    </a:cubicBezTo>
                    <a:cubicBezTo>
                      <a:pt x="52" y="26"/>
                      <a:pt x="52" y="37"/>
                      <a:pt x="60" y="42"/>
                    </a:cubicBezTo>
                    <a:cubicBezTo>
                      <a:pt x="68" y="47"/>
                      <a:pt x="80" y="46"/>
                      <a:pt x="88" y="46"/>
                    </a:cubicBezTo>
                    <a:cubicBezTo>
                      <a:pt x="97" y="46"/>
                      <a:pt x="107" y="44"/>
                      <a:pt x="112" y="36"/>
                    </a:cubicBezTo>
                    <a:cubicBezTo>
                      <a:pt x="116" y="29"/>
                      <a:pt x="119" y="22"/>
                      <a:pt x="128" y="24"/>
                    </a:cubicBezTo>
                    <a:cubicBezTo>
                      <a:pt x="136" y="25"/>
                      <a:pt x="145" y="34"/>
                      <a:pt x="141" y="42"/>
                    </a:cubicBezTo>
                    <a:cubicBezTo>
                      <a:pt x="137" y="49"/>
                      <a:pt x="127" y="47"/>
                      <a:pt x="121" y="47"/>
                    </a:cubicBezTo>
                    <a:cubicBezTo>
                      <a:pt x="118" y="47"/>
                      <a:pt x="115" y="48"/>
                      <a:pt x="112" y="48"/>
                    </a:cubicBezTo>
                    <a:cubicBezTo>
                      <a:pt x="117" y="52"/>
                      <a:pt x="121" y="56"/>
                      <a:pt x="128" y="57"/>
                    </a:cubicBezTo>
                    <a:cubicBezTo>
                      <a:pt x="135" y="59"/>
                      <a:pt x="141" y="59"/>
                      <a:pt x="148" y="59"/>
                    </a:cubicBezTo>
                    <a:cubicBezTo>
                      <a:pt x="155" y="59"/>
                      <a:pt x="154" y="64"/>
                      <a:pt x="155" y="70"/>
                    </a:cubicBezTo>
                    <a:cubicBezTo>
                      <a:pt x="155" y="72"/>
                      <a:pt x="155" y="75"/>
                      <a:pt x="155" y="78"/>
                    </a:cubicBezTo>
                    <a:cubicBezTo>
                      <a:pt x="156" y="82"/>
                      <a:pt x="156" y="83"/>
                      <a:pt x="159" y="84"/>
                    </a:cubicBezTo>
                    <a:cubicBezTo>
                      <a:pt x="162" y="85"/>
                      <a:pt x="165" y="87"/>
                      <a:pt x="168" y="88"/>
                    </a:cubicBezTo>
                    <a:cubicBezTo>
                      <a:pt x="171" y="90"/>
                      <a:pt x="176" y="87"/>
                      <a:pt x="179" y="86"/>
                    </a:cubicBezTo>
                    <a:cubicBezTo>
                      <a:pt x="184" y="84"/>
                      <a:pt x="188" y="82"/>
                      <a:pt x="193" y="82"/>
                    </a:cubicBezTo>
                    <a:cubicBezTo>
                      <a:pt x="199" y="82"/>
                      <a:pt x="206" y="83"/>
                      <a:pt x="213" y="82"/>
                    </a:cubicBezTo>
                    <a:cubicBezTo>
                      <a:pt x="219" y="81"/>
                      <a:pt x="226" y="78"/>
                      <a:pt x="231" y="73"/>
                    </a:cubicBezTo>
                    <a:cubicBezTo>
                      <a:pt x="233" y="71"/>
                      <a:pt x="234" y="70"/>
                      <a:pt x="237" y="69"/>
                    </a:cubicBezTo>
                    <a:cubicBezTo>
                      <a:pt x="240" y="68"/>
                      <a:pt x="244" y="68"/>
                      <a:pt x="248" y="68"/>
                    </a:cubicBezTo>
                    <a:cubicBezTo>
                      <a:pt x="255" y="67"/>
                      <a:pt x="263" y="69"/>
                      <a:pt x="271" y="69"/>
                    </a:cubicBezTo>
                    <a:cubicBezTo>
                      <a:pt x="274" y="69"/>
                      <a:pt x="277" y="68"/>
                      <a:pt x="280" y="69"/>
                    </a:cubicBezTo>
                    <a:cubicBezTo>
                      <a:pt x="284" y="69"/>
                      <a:pt x="287" y="70"/>
                      <a:pt x="291" y="69"/>
                    </a:cubicBezTo>
                    <a:cubicBezTo>
                      <a:pt x="294" y="69"/>
                      <a:pt x="296" y="67"/>
                      <a:pt x="300" y="68"/>
                    </a:cubicBezTo>
                    <a:cubicBezTo>
                      <a:pt x="303" y="68"/>
                      <a:pt x="305" y="68"/>
                      <a:pt x="308" y="67"/>
                    </a:cubicBezTo>
                    <a:cubicBezTo>
                      <a:pt x="314" y="66"/>
                      <a:pt x="322" y="65"/>
                      <a:pt x="322" y="73"/>
                    </a:cubicBezTo>
                    <a:cubicBezTo>
                      <a:pt x="322" y="77"/>
                      <a:pt x="322" y="81"/>
                      <a:pt x="324" y="84"/>
                    </a:cubicBezTo>
                    <a:cubicBezTo>
                      <a:pt x="326" y="88"/>
                      <a:pt x="329" y="85"/>
                      <a:pt x="332" y="85"/>
                    </a:cubicBezTo>
                    <a:cubicBezTo>
                      <a:pt x="335" y="84"/>
                      <a:pt x="340" y="85"/>
                      <a:pt x="343" y="85"/>
                    </a:cubicBezTo>
                    <a:cubicBezTo>
                      <a:pt x="347" y="86"/>
                      <a:pt x="350" y="85"/>
                      <a:pt x="354" y="85"/>
                    </a:cubicBezTo>
                    <a:cubicBezTo>
                      <a:pt x="358" y="85"/>
                      <a:pt x="362" y="85"/>
                      <a:pt x="366" y="85"/>
                    </a:cubicBezTo>
                    <a:cubicBezTo>
                      <a:pt x="372" y="86"/>
                      <a:pt x="378" y="84"/>
                      <a:pt x="384" y="83"/>
                    </a:cubicBezTo>
                    <a:cubicBezTo>
                      <a:pt x="388" y="83"/>
                      <a:pt x="391" y="83"/>
                      <a:pt x="394" y="86"/>
                    </a:cubicBezTo>
                    <a:cubicBezTo>
                      <a:pt x="397" y="89"/>
                      <a:pt x="401" y="92"/>
                      <a:pt x="405" y="93"/>
                    </a:cubicBezTo>
                    <a:cubicBezTo>
                      <a:pt x="409" y="95"/>
                      <a:pt x="414" y="95"/>
                      <a:pt x="419" y="95"/>
                    </a:cubicBezTo>
                    <a:cubicBezTo>
                      <a:pt x="423" y="94"/>
                      <a:pt x="425" y="92"/>
                      <a:pt x="428" y="89"/>
                    </a:cubicBezTo>
                    <a:cubicBezTo>
                      <a:pt x="431" y="86"/>
                      <a:pt x="435" y="85"/>
                      <a:pt x="440" y="83"/>
                    </a:cubicBezTo>
                    <a:cubicBezTo>
                      <a:pt x="443" y="82"/>
                      <a:pt x="447" y="80"/>
                      <a:pt x="451" y="79"/>
                    </a:cubicBezTo>
                    <a:cubicBezTo>
                      <a:pt x="458" y="78"/>
                      <a:pt x="472" y="79"/>
                      <a:pt x="470" y="89"/>
                    </a:cubicBezTo>
                    <a:cubicBezTo>
                      <a:pt x="469" y="94"/>
                      <a:pt x="470" y="96"/>
                      <a:pt x="471" y="100"/>
                    </a:cubicBezTo>
                    <a:cubicBezTo>
                      <a:pt x="473" y="105"/>
                      <a:pt x="471" y="109"/>
                      <a:pt x="468" y="112"/>
                    </a:cubicBezTo>
                    <a:cubicBezTo>
                      <a:pt x="465" y="116"/>
                      <a:pt x="465" y="119"/>
                      <a:pt x="467" y="123"/>
                    </a:cubicBezTo>
                    <a:cubicBezTo>
                      <a:pt x="468" y="127"/>
                      <a:pt x="468" y="131"/>
                      <a:pt x="470" y="134"/>
                    </a:cubicBezTo>
                    <a:cubicBezTo>
                      <a:pt x="474" y="139"/>
                      <a:pt x="485" y="141"/>
                      <a:pt x="491" y="139"/>
                    </a:cubicBezTo>
                    <a:cubicBezTo>
                      <a:pt x="494" y="137"/>
                      <a:pt x="495" y="134"/>
                      <a:pt x="496" y="130"/>
                    </a:cubicBezTo>
                    <a:cubicBezTo>
                      <a:pt x="497" y="126"/>
                      <a:pt x="500" y="124"/>
                      <a:pt x="503" y="122"/>
                    </a:cubicBezTo>
                    <a:cubicBezTo>
                      <a:pt x="506" y="121"/>
                      <a:pt x="509" y="121"/>
                      <a:pt x="512" y="121"/>
                    </a:cubicBezTo>
                    <a:cubicBezTo>
                      <a:pt x="515" y="121"/>
                      <a:pt x="519" y="122"/>
                      <a:pt x="522" y="119"/>
                    </a:cubicBezTo>
                    <a:cubicBezTo>
                      <a:pt x="523" y="118"/>
                      <a:pt x="524" y="117"/>
                      <a:pt x="525" y="116"/>
                    </a:cubicBezTo>
                    <a:cubicBezTo>
                      <a:pt x="526" y="115"/>
                      <a:pt x="527" y="113"/>
                      <a:pt x="529" y="112"/>
                    </a:cubicBezTo>
                    <a:cubicBezTo>
                      <a:pt x="531" y="109"/>
                      <a:pt x="535" y="107"/>
                      <a:pt x="539" y="10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49" name="Freeform 2049">
                <a:extLst>
                  <a:ext uri="{FF2B5EF4-FFF2-40B4-BE49-F238E27FC236}">
                    <a16:creationId xmlns:a16="http://schemas.microsoft.com/office/drawing/2014/main" id="{CEBA0057-139E-49C4-8653-C8B321073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4235"/>
                <a:ext cx="4" cy="5"/>
              </a:xfrm>
              <a:custGeom>
                <a:avLst/>
                <a:gdLst>
                  <a:gd name="T0" fmla="*/ 6 w 10"/>
                  <a:gd name="T1" fmla="*/ 1 h 11"/>
                  <a:gd name="T2" fmla="*/ 9 w 10"/>
                  <a:gd name="T3" fmla="*/ 5 h 11"/>
                  <a:gd name="T4" fmla="*/ 5 w 10"/>
                  <a:gd name="T5" fmla="*/ 10 h 11"/>
                  <a:gd name="T6" fmla="*/ 6 w 10"/>
                  <a:gd name="T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6" y="1"/>
                    </a:moveTo>
                    <a:cubicBezTo>
                      <a:pt x="7" y="1"/>
                      <a:pt x="9" y="4"/>
                      <a:pt x="9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1" y="11"/>
                      <a:pt x="0" y="0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50" name="Freeform 2050">
                <a:extLst>
                  <a:ext uri="{FF2B5EF4-FFF2-40B4-BE49-F238E27FC236}">
                    <a16:creationId xmlns:a16="http://schemas.microsoft.com/office/drawing/2014/main" id="{36D9EB6E-85BB-450F-9FE6-5FCC63B88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4100"/>
                <a:ext cx="44" cy="65"/>
              </a:xfrm>
              <a:custGeom>
                <a:avLst/>
                <a:gdLst>
                  <a:gd name="T0" fmla="*/ 22 w 109"/>
                  <a:gd name="T1" fmla="*/ 70 h 159"/>
                  <a:gd name="T2" fmla="*/ 25 w 109"/>
                  <a:gd name="T3" fmla="*/ 53 h 159"/>
                  <a:gd name="T4" fmla="*/ 47 w 109"/>
                  <a:gd name="T5" fmla="*/ 36 h 159"/>
                  <a:gd name="T6" fmla="*/ 66 w 109"/>
                  <a:gd name="T7" fmla="*/ 18 h 159"/>
                  <a:gd name="T8" fmla="*/ 85 w 109"/>
                  <a:gd name="T9" fmla="*/ 8 h 159"/>
                  <a:gd name="T10" fmla="*/ 99 w 109"/>
                  <a:gd name="T11" fmla="*/ 1 h 159"/>
                  <a:gd name="T12" fmla="*/ 109 w 109"/>
                  <a:gd name="T13" fmla="*/ 15 h 159"/>
                  <a:gd name="T14" fmla="*/ 97 w 109"/>
                  <a:gd name="T15" fmla="*/ 37 h 159"/>
                  <a:gd name="T16" fmla="*/ 94 w 109"/>
                  <a:gd name="T17" fmla="*/ 62 h 159"/>
                  <a:gd name="T18" fmla="*/ 87 w 109"/>
                  <a:gd name="T19" fmla="*/ 76 h 159"/>
                  <a:gd name="T20" fmla="*/ 80 w 109"/>
                  <a:gd name="T21" fmla="*/ 85 h 159"/>
                  <a:gd name="T22" fmla="*/ 86 w 109"/>
                  <a:gd name="T23" fmla="*/ 96 h 159"/>
                  <a:gd name="T24" fmla="*/ 71 w 109"/>
                  <a:gd name="T25" fmla="*/ 103 h 159"/>
                  <a:gd name="T26" fmla="*/ 55 w 109"/>
                  <a:gd name="T27" fmla="*/ 121 h 159"/>
                  <a:gd name="T28" fmla="*/ 42 w 109"/>
                  <a:gd name="T29" fmla="*/ 142 h 159"/>
                  <a:gd name="T30" fmla="*/ 32 w 109"/>
                  <a:gd name="T31" fmla="*/ 155 h 159"/>
                  <a:gd name="T32" fmla="*/ 17 w 109"/>
                  <a:gd name="T33" fmla="*/ 149 h 159"/>
                  <a:gd name="T34" fmla="*/ 17 w 109"/>
                  <a:gd name="T35" fmla="*/ 137 h 159"/>
                  <a:gd name="T36" fmla="*/ 16 w 109"/>
                  <a:gd name="T37" fmla="*/ 124 h 159"/>
                  <a:gd name="T38" fmla="*/ 21 w 109"/>
                  <a:gd name="T39" fmla="*/ 111 h 159"/>
                  <a:gd name="T40" fmla="*/ 12 w 109"/>
                  <a:gd name="T41" fmla="*/ 101 h 159"/>
                  <a:gd name="T42" fmla="*/ 11 w 109"/>
                  <a:gd name="T43" fmla="*/ 99 h 159"/>
                  <a:gd name="T44" fmla="*/ 6 w 109"/>
                  <a:gd name="T45" fmla="*/ 96 h 159"/>
                  <a:gd name="T46" fmla="*/ 0 w 109"/>
                  <a:gd name="T47" fmla="*/ 92 h 159"/>
                  <a:gd name="T48" fmla="*/ 6 w 109"/>
                  <a:gd name="T49" fmla="*/ 85 h 159"/>
                  <a:gd name="T50" fmla="*/ 22 w 109"/>
                  <a:gd name="T51" fmla="*/ 7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9" h="159">
                    <a:moveTo>
                      <a:pt x="22" y="70"/>
                    </a:moveTo>
                    <a:cubicBezTo>
                      <a:pt x="24" y="65"/>
                      <a:pt x="22" y="58"/>
                      <a:pt x="25" y="53"/>
                    </a:cubicBezTo>
                    <a:cubicBezTo>
                      <a:pt x="30" y="45"/>
                      <a:pt x="40" y="41"/>
                      <a:pt x="47" y="36"/>
                    </a:cubicBezTo>
                    <a:cubicBezTo>
                      <a:pt x="54" y="30"/>
                      <a:pt x="59" y="24"/>
                      <a:pt x="66" y="18"/>
                    </a:cubicBezTo>
                    <a:cubicBezTo>
                      <a:pt x="72" y="13"/>
                      <a:pt x="79" y="11"/>
                      <a:pt x="85" y="8"/>
                    </a:cubicBezTo>
                    <a:cubicBezTo>
                      <a:pt x="90" y="6"/>
                      <a:pt x="94" y="1"/>
                      <a:pt x="99" y="1"/>
                    </a:cubicBezTo>
                    <a:cubicBezTo>
                      <a:pt x="106" y="0"/>
                      <a:pt x="109" y="9"/>
                      <a:pt x="109" y="15"/>
                    </a:cubicBezTo>
                    <a:cubicBezTo>
                      <a:pt x="108" y="24"/>
                      <a:pt x="101" y="29"/>
                      <a:pt x="97" y="37"/>
                    </a:cubicBezTo>
                    <a:cubicBezTo>
                      <a:pt x="94" y="44"/>
                      <a:pt x="96" y="54"/>
                      <a:pt x="94" y="62"/>
                    </a:cubicBezTo>
                    <a:cubicBezTo>
                      <a:pt x="93" y="67"/>
                      <a:pt x="91" y="72"/>
                      <a:pt x="87" y="76"/>
                    </a:cubicBezTo>
                    <a:cubicBezTo>
                      <a:pt x="85" y="79"/>
                      <a:pt x="82" y="82"/>
                      <a:pt x="80" y="85"/>
                    </a:cubicBezTo>
                    <a:cubicBezTo>
                      <a:pt x="77" y="91"/>
                      <a:pt x="84" y="92"/>
                      <a:pt x="86" y="96"/>
                    </a:cubicBezTo>
                    <a:cubicBezTo>
                      <a:pt x="88" y="101"/>
                      <a:pt x="74" y="102"/>
                      <a:pt x="71" y="103"/>
                    </a:cubicBezTo>
                    <a:cubicBezTo>
                      <a:pt x="61" y="106"/>
                      <a:pt x="58" y="112"/>
                      <a:pt x="55" y="121"/>
                    </a:cubicBezTo>
                    <a:cubicBezTo>
                      <a:pt x="52" y="129"/>
                      <a:pt x="47" y="135"/>
                      <a:pt x="42" y="142"/>
                    </a:cubicBezTo>
                    <a:cubicBezTo>
                      <a:pt x="38" y="146"/>
                      <a:pt x="36" y="152"/>
                      <a:pt x="32" y="155"/>
                    </a:cubicBezTo>
                    <a:cubicBezTo>
                      <a:pt x="27" y="159"/>
                      <a:pt x="20" y="154"/>
                      <a:pt x="17" y="149"/>
                    </a:cubicBezTo>
                    <a:cubicBezTo>
                      <a:pt x="14" y="145"/>
                      <a:pt x="16" y="142"/>
                      <a:pt x="17" y="137"/>
                    </a:cubicBezTo>
                    <a:cubicBezTo>
                      <a:pt x="17" y="133"/>
                      <a:pt x="15" y="129"/>
                      <a:pt x="16" y="124"/>
                    </a:cubicBezTo>
                    <a:cubicBezTo>
                      <a:pt x="17" y="120"/>
                      <a:pt x="22" y="116"/>
                      <a:pt x="21" y="111"/>
                    </a:cubicBezTo>
                    <a:cubicBezTo>
                      <a:pt x="20" y="107"/>
                      <a:pt x="15" y="104"/>
                      <a:pt x="12" y="101"/>
                    </a:cubicBezTo>
                    <a:cubicBezTo>
                      <a:pt x="11" y="100"/>
                      <a:pt x="11" y="100"/>
                      <a:pt x="11" y="99"/>
                    </a:cubicBezTo>
                    <a:cubicBezTo>
                      <a:pt x="10" y="98"/>
                      <a:pt x="8" y="97"/>
                      <a:pt x="6" y="96"/>
                    </a:cubicBezTo>
                    <a:cubicBezTo>
                      <a:pt x="5" y="95"/>
                      <a:pt x="0" y="95"/>
                      <a:pt x="0" y="92"/>
                    </a:cubicBezTo>
                    <a:cubicBezTo>
                      <a:pt x="0" y="90"/>
                      <a:pt x="5" y="86"/>
                      <a:pt x="6" y="85"/>
                    </a:cubicBezTo>
                    <a:cubicBezTo>
                      <a:pt x="12" y="80"/>
                      <a:pt x="19" y="77"/>
                      <a:pt x="22" y="7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51" name="Freeform 2051">
                <a:extLst>
                  <a:ext uri="{FF2B5EF4-FFF2-40B4-BE49-F238E27FC236}">
                    <a16:creationId xmlns:a16="http://schemas.microsoft.com/office/drawing/2014/main" id="{3BEFA4C4-DBD1-4CC5-A9A5-AD59F4EBB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4128"/>
                <a:ext cx="11" cy="4"/>
              </a:xfrm>
              <a:custGeom>
                <a:avLst/>
                <a:gdLst>
                  <a:gd name="T0" fmla="*/ 4 w 27"/>
                  <a:gd name="T1" fmla="*/ 10 h 12"/>
                  <a:gd name="T2" fmla="*/ 4 w 27"/>
                  <a:gd name="T3" fmla="*/ 5 h 12"/>
                  <a:gd name="T4" fmla="*/ 22 w 27"/>
                  <a:gd name="T5" fmla="*/ 1 h 12"/>
                  <a:gd name="T6" fmla="*/ 23 w 27"/>
                  <a:gd name="T7" fmla="*/ 11 h 12"/>
                  <a:gd name="T8" fmla="*/ 15 w 27"/>
                  <a:gd name="T9" fmla="*/ 11 h 12"/>
                  <a:gd name="T10" fmla="*/ 4 w 27"/>
                  <a:gd name="T1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2">
                    <a:moveTo>
                      <a:pt x="4" y="10"/>
                    </a:moveTo>
                    <a:cubicBezTo>
                      <a:pt x="0" y="9"/>
                      <a:pt x="1" y="6"/>
                      <a:pt x="4" y="5"/>
                    </a:cubicBezTo>
                    <a:cubicBezTo>
                      <a:pt x="10" y="2"/>
                      <a:pt x="16" y="0"/>
                      <a:pt x="22" y="1"/>
                    </a:cubicBezTo>
                    <a:cubicBezTo>
                      <a:pt x="26" y="2"/>
                      <a:pt x="27" y="9"/>
                      <a:pt x="23" y="11"/>
                    </a:cubicBezTo>
                    <a:cubicBezTo>
                      <a:pt x="21" y="12"/>
                      <a:pt x="18" y="11"/>
                      <a:pt x="15" y="11"/>
                    </a:cubicBezTo>
                    <a:cubicBezTo>
                      <a:pt x="12" y="11"/>
                      <a:pt x="8" y="11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52" name="Freeform 2052">
                <a:extLst>
                  <a:ext uri="{FF2B5EF4-FFF2-40B4-BE49-F238E27FC236}">
                    <a16:creationId xmlns:a16="http://schemas.microsoft.com/office/drawing/2014/main" id="{FFC060E9-F8D8-4E20-8FEA-5F225C697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4121"/>
                <a:ext cx="4" cy="6"/>
              </a:xfrm>
              <a:custGeom>
                <a:avLst/>
                <a:gdLst>
                  <a:gd name="T0" fmla="*/ 4 w 11"/>
                  <a:gd name="T1" fmla="*/ 9 h 14"/>
                  <a:gd name="T2" fmla="*/ 1 w 11"/>
                  <a:gd name="T3" fmla="*/ 3 h 14"/>
                  <a:gd name="T4" fmla="*/ 8 w 11"/>
                  <a:gd name="T5" fmla="*/ 1 h 14"/>
                  <a:gd name="T6" fmla="*/ 10 w 11"/>
                  <a:gd name="T7" fmla="*/ 11 h 14"/>
                  <a:gd name="T8" fmla="*/ 6 w 11"/>
                  <a:gd name="T9" fmla="*/ 14 h 14"/>
                  <a:gd name="T10" fmla="*/ 4 w 11"/>
                  <a:gd name="T11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4" y="9"/>
                    </a:moveTo>
                    <a:cubicBezTo>
                      <a:pt x="3" y="7"/>
                      <a:pt x="0" y="6"/>
                      <a:pt x="1" y="3"/>
                    </a:cubicBezTo>
                    <a:cubicBezTo>
                      <a:pt x="2" y="0"/>
                      <a:pt x="6" y="0"/>
                      <a:pt x="8" y="1"/>
                    </a:cubicBezTo>
                    <a:cubicBezTo>
                      <a:pt x="11" y="3"/>
                      <a:pt x="11" y="9"/>
                      <a:pt x="10" y="11"/>
                    </a:cubicBezTo>
                    <a:cubicBezTo>
                      <a:pt x="9" y="13"/>
                      <a:pt x="8" y="14"/>
                      <a:pt x="6" y="14"/>
                    </a:cubicBezTo>
                    <a:cubicBezTo>
                      <a:pt x="3" y="13"/>
                      <a:pt x="5" y="11"/>
                      <a:pt x="4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53" name="Freeform 2053">
                <a:extLst>
                  <a:ext uri="{FF2B5EF4-FFF2-40B4-BE49-F238E27FC236}">
                    <a16:creationId xmlns:a16="http://schemas.microsoft.com/office/drawing/2014/main" id="{66D6FEBD-976F-4964-AEDD-4A9559A44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4106"/>
                <a:ext cx="15" cy="11"/>
              </a:xfrm>
              <a:custGeom>
                <a:avLst/>
                <a:gdLst>
                  <a:gd name="T0" fmla="*/ 19 w 37"/>
                  <a:gd name="T1" fmla="*/ 18 h 25"/>
                  <a:gd name="T2" fmla="*/ 17 w 37"/>
                  <a:gd name="T3" fmla="*/ 15 h 25"/>
                  <a:gd name="T4" fmla="*/ 5 w 37"/>
                  <a:gd name="T5" fmla="*/ 15 h 25"/>
                  <a:gd name="T6" fmla="*/ 0 w 37"/>
                  <a:gd name="T7" fmla="*/ 10 h 25"/>
                  <a:gd name="T8" fmla="*/ 3 w 37"/>
                  <a:gd name="T9" fmla="*/ 4 h 25"/>
                  <a:gd name="T10" fmla="*/ 17 w 37"/>
                  <a:gd name="T11" fmla="*/ 2 h 25"/>
                  <a:gd name="T12" fmla="*/ 28 w 37"/>
                  <a:gd name="T13" fmla="*/ 15 h 25"/>
                  <a:gd name="T14" fmla="*/ 34 w 37"/>
                  <a:gd name="T15" fmla="*/ 17 h 25"/>
                  <a:gd name="T16" fmla="*/ 29 w 37"/>
                  <a:gd name="T17" fmla="*/ 23 h 25"/>
                  <a:gd name="T18" fmla="*/ 19 w 37"/>
                  <a:gd name="T19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25">
                    <a:moveTo>
                      <a:pt x="19" y="18"/>
                    </a:moveTo>
                    <a:cubicBezTo>
                      <a:pt x="19" y="17"/>
                      <a:pt x="18" y="16"/>
                      <a:pt x="17" y="15"/>
                    </a:cubicBezTo>
                    <a:cubicBezTo>
                      <a:pt x="13" y="13"/>
                      <a:pt x="9" y="15"/>
                      <a:pt x="5" y="15"/>
                    </a:cubicBezTo>
                    <a:cubicBezTo>
                      <a:pt x="2" y="14"/>
                      <a:pt x="1" y="13"/>
                      <a:pt x="0" y="10"/>
                    </a:cubicBezTo>
                    <a:cubicBezTo>
                      <a:pt x="0" y="8"/>
                      <a:pt x="1" y="5"/>
                      <a:pt x="3" y="4"/>
                    </a:cubicBezTo>
                    <a:cubicBezTo>
                      <a:pt x="8" y="2"/>
                      <a:pt x="12" y="0"/>
                      <a:pt x="17" y="2"/>
                    </a:cubicBezTo>
                    <a:cubicBezTo>
                      <a:pt x="23" y="4"/>
                      <a:pt x="24" y="11"/>
                      <a:pt x="28" y="15"/>
                    </a:cubicBezTo>
                    <a:cubicBezTo>
                      <a:pt x="30" y="17"/>
                      <a:pt x="33" y="15"/>
                      <a:pt x="34" y="17"/>
                    </a:cubicBezTo>
                    <a:cubicBezTo>
                      <a:pt x="37" y="19"/>
                      <a:pt x="31" y="22"/>
                      <a:pt x="29" y="23"/>
                    </a:cubicBezTo>
                    <a:cubicBezTo>
                      <a:pt x="24" y="25"/>
                      <a:pt x="22" y="22"/>
                      <a:pt x="19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54" name="Freeform 2054">
                <a:extLst>
                  <a:ext uri="{FF2B5EF4-FFF2-40B4-BE49-F238E27FC236}">
                    <a16:creationId xmlns:a16="http://schemas.microsoft.com/office/drawing/2014/main" id="{D1EFFB0E-74BC-4A68-8FA7-4A00D2DA8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4080"/>
                <a:ext cx="11" cy="14"/>
              </a:xfrm>
              <a:custGeom>
                <a:avLst/>
                <a:gdLst>
                  <a:gd name="T0" fmla="*/ 7 w 26"/>
                  <a:gd name="T1" fmla="*/ 20 h 35"/>
                  <a:gd name="T2" fmla="*/ 1 w 26"/>
                  <a:gd name="T3" fmla="*/ 18 h 35"/>
                  <a:gd name="T4" fmla="*/ 6 w 26"/>
                  <a:gd name="T5" fmla="*/ 11 h 35"/>
                  <a:gd name="T6" fmla="*/ 10 w 26"/>
                  <a:gd name="T7" fmla="*/ 3 h 35"/>
                  <a:gd name="T8" fmla="*/ 17 w 26"/>
                  <a:gd name="T9" fmla="*/ 3 h 35"/>
                  <a:gd name="T10" fmla="*/ 21 w 26"/>
                  <a:gd name="T11" fmla="*/ 11 h 35"/>
                  <a:gd name="T12" fmla="*/ 25 w 26"/>
                  <a:gd name="T13" fmla="*/ 18 h 35"/>
                  <a:gd name="T14" fmla="*/ 25 w 26"/>
                  <a:gd name="T15" fmla="*/ 29 h 35"/>
                  <a:gd name="T16" fmla="*/ 22 w 26"/>
                  <a:gd name="T17" fmla="*/ 35 h 35"/>
                  <a:gd name="T18" fmla="*/ 16 w 26"/>
                  <a:gd name="T19" fmla="*/ 26 h 35"/>
                  <a:gd name="T20" fmla="*/ 11 w 26"/>
                  <a:gd name="T21" fmla="*/ 23 h 35"/>
                  <a:gd name="T22" fmla="*/ 7 w 26"/>
                  <a:gd name="T23" fmla="*/ 2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5">
                    <a:moveTo>
                      <a:pt x="7" y="20"/>
                    </a:moveTo>
                    <a:cubicBezTo>
                      <a:pt x="5" y="19"/>
                      <a:pt x="2" y="22"/>
                      <a:pt x="1" y="18"/>
                    </a:cubicBezTo>
                    <a:cubicBezTo>
                      <a:pt x="0" y="14"/>
                      <a:pt x="4" y="13"/>
                      <a:pt x="6" y="11"/>
                    </a:cubicBezTo>
                    <a:cubicBezTo>
                      <a:pt x="9" y="9"/>
                      <a:pt x="9" y="6"/>
                      <a:pt x="10" y="3"/>
                    </a:cubicBezTo>
                    <a:cubicBezTo>
                      <a:pt x="12" y="0"/>
                      <a:pt x="16" y="0"/>
                      <a:pt x="17" y="3"/>
                    </a:cubicBezTo>
                    <a:cubicBezTo>
                      <a:pt x="18" y="7"/>
                      <a:pt x="16" y="11"/>
                      <a:pt x="21" y="11"/>
                    </a:cubicBezTo>
                    <a:cubicBezTo>
                      <a:pt x="25" y="11"/>
                      <a:pt x="26" y="13"/>
                      <a:pt x="25" y="18"/>
                    </a:cubicBezTo>
                    <a:cubicBezTo>
                      <a:pt x="25" y="22"/>
                      <a:pt x="25" y="25"/>
                      <a:pt x="25" y="29"/>
                    </a:cubicBezTo>
                    <a:cubicBezTo>
                      <a:pt x="25" y="31"/>
                      <a:pt x="25" y="35"/>
                      <a:pt x="22" y="35"/>
                    </a:cubicBezTo>
                    <a:cubicBezTo>
                      <a:pt x="17" y="34"/>
                      <a:pt x="19" y="28"/>
                      <a:pt x="16" y="26"/>
                    </a:cubicBezTo>
                    <a:cubicBezTo>
                      <a:pt x="14" y="25"/>
                      <a:pt x="12" y="25"/>
                      <a:pt x="11" y="23"/>
                    </a:cubicBezTo>
                    <a:cubicBezTo>
                      <a:pt x="9" y="22"/>
                      <a:pt x="9" y="20"/>
                      <a:pt x="7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55" name="Freeform 2055">
                <a:extLst>
                  <a:ext uri="{FF2B5EF4-FFF2-40B4-BE49-F238E27FC236}">
                    <a16:creationId xmlns:a16="http://schemas.microsoft.com/office/drawing/2014/main" id="{6026D331-3404-40FA-A963-386CC1589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4095"/>
                <a:ext cx="7" cy="5"/>
              </a:xfrm>
              <a:custGeom>
                <a:avLst/>
                <a:gdLst>
                  <a:gd name="T0" fmla="*/ 1 w 17"/>
                  <a:gd name="T1" fmla="*/ 8 h 11"/>
                  <a:gd name="T2" fmla="*/ 1 w 17"/>
                  <a:gd name="T3" fmla="*/ 6 h 11"/>
                  <a:gd name="T4" fmla="*/ 2 w 17"/>
                  <a:gd name="T5" fmla="*/ 0 h 11"/>
                  <a:gd name="T6" fmla="*/ 7 w 17"/>
                  <a:gd name="T7" fmla="*/ 4 h 11"/>
                  <a:gd name="T8" fmla="*/ 14 w 17"/>
                  <a:gd name="T9" fmla="*/ 5 h 11"/>
                  <a:gd name="T10" fmla="*/ 13 w 17"/>
                  <a:gd name="T11" fmla="*/ 10 h 11"/>
                  <a:gd name="T12" fmla="*/ 1 w 17"/>
                  <a:gd name="T1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1" y="8"/>
                    </a:moveTo>
                    <a:cubicBezTo>
                      <a:pt x="1" y="7"/>
                      <a:pt x="1" y="6"/>
                      <a:pt x="1" y="6"/>
                    </a:cubicBezTo>
                    <a:cubicBezTo>
                      <a:pt x="0" y="4"/>
                      <a:pt x="0" y="1"/>
                      <a:pt x="2" y="0"/>
                    </a:cubicBezTo>
                    <a:cubicBezTo>
                      <a:pt x="4" y="0"/>
                      <a:pt x="6" y="3"/>
                      <a:pt x="7" y="4"/>
                    </a:cubicBezTo>
                    <a:cubicBezTo>
                      <a:pt x="9" y="6"/>
                      <a:pt x="11" y="4"/>
                      <a:pt x="14" y="5"/>
                    </a:cubicBezTo>
                    <a:cubicBezTo>
                      <a:pt x="17" y="6"/>
                      <a:pt x="15" y="9"/>
                      <a:pt x="13" y="10"/>
                    </a:cubicBezTo>
                    <a:cubicBezTo>
                      <a:pt x="9" y="11"/>
                      <a:pt x="4" y="11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56" name="Freeform 2056">
                <a:extLst>
                  <a:ext uri="{FF2B5EF4-FFF2-40B4-BE49-F238E27FC236}">
                    <a16:creationId xmlns:a16="http://schemas.microsoft.com/office/drawing/2014/main" id="{D2B3CC86-923E-4C43-B754-79EB7C030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4085"/>
                <a:ext cx="5" cy="7"/>
              </a:xfrm>
              <a:custGeom>
                <a:avLst/>
                <a:gdLst>
                  <a:gd name="T0" fmla="*/ 0 w 14"/>
                  <a:gd name="T1" fmla="*/ 11 h 17"/>
                  <a:gd name="T2" fmla="*/ 3 w 14"/>
                  <a:gd name="T3" fmla="*/ 8 h 17"/>
                  <a:gd name="T4" fmla="*/ 5 w 14"/>
                  <a:gd name="T5" fmla="*/ 2 h 17"/>
                  <a:gd name="T6" fmla="*/ 12 w 14"/>
                  <a:gd name="T7" fmla="*/ 4 h 17"/>
                  <a:gd name="T8" fmla="*/ 8 w 14"/>
                  <a:gd name="T9" fmla="*/ 12 h 17"/>
                  <a:gd name="T10" fmla="*/ 0 w 14"/>
                  <a:gd name="T1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0" y="11"/>
                    </a:moveTo>
                    <a:cubicBezTo>
                      <a:pt x="0" y="9"/>
                      <a:pt x="2" y="10"/>
                      <a:pt x="3" y="8"/>
                    </a:cubicBezTo>
                    <a:cubicBezTo>
                      <a:pt x="4" y="6"/>
                      <a:pt x="1" y="3"/>
                      <a:pt x="5" y="2"/>
                    </a:cubicBezTo>
                    <a:cubicBezTo>
                      <a:pt x="7" y="0"/>
                      <a:pt x="11" y="1"/>
                      <a:pt x="12" y="4"/>
                    </a:cubicBezTo>
                    <a:cubicBezTo>
                      <a:pt x="14" y="8"/>
                      <a:pt x="12" y="10"/>
                      <a:pt x="8" y="12"/>
                    </a:cubicBezTo>
                    <a:cubicBezTo>
                      <a:pt x="6" y="13"/>
                      <a:pt x="0" y="17"/>
                      <a:pt x="0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57" name="Freeform 2057">
                <a:extLst>
                  <a:ext uri="{FF2B5EF4-FFF2-40B4-BE49-F238E27FC236}">
                    <a16:creationId xmlns:a16="http://schemas.microsoft.com/office/drawing/2014/main" id="{ECE7D61D-FB2F-4260-B73F-3BF2B6B14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4092"/>
                <a:ext cx="7" cy="9"/>
              </a:xfrm>
              <a:custGeom>
                <a:avLst/>
                <a:gdLst>
                  <a:gd name="T0" fmla="*/ 2 w 18"/>
                  <a:gd name="T1" fmla="*/ 9 h 22"/>
                  <a:gd name="T2" fmla="*/ 5 w 18"/>
                  <a:gd name="T3" fmla="*/ 6 h 22"/>
                  <a:gd name="T4" fmla="*/ 6 w 18"/>
                  <a:gd name="T5" fmla="*/ 2 h 22"/>
                  <a:gd name="T6" fmla="*/ 16 w 18"/>
                  <a:gd name="T7" fmla="*/ 5 h 22"/>
                  <a:gd name="T8" fmla="*/ 18 w 18"/>
                  <a:gd name="T9" fmla="*/ 15 h 22"/>
                  <a:gd name="T10" fmla="*/ 2 w 18"/>
                  <a:gd name="T1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2" y="9"/>
                    </a:moveTo>
                    <a:cubicBezTo>
                      <a:pt x="2" y="7"/>
                      <a:pt x="4" y="7"/>
                      <a:pt x="5" y="6"/>
                    </a:cubicBezTo>
                    <a:cubicBezTo>
                      <a:pt x="6" y="5"/>
                      <a:pt x="5" y="3"/>
                      <a:pt x="6" y="2"/>
                    </a:cubicBezTo>
                    <a:cubicBezTo>
                      <a:pt x="8" y="0"/>
                      <a:pt x="14" y="3"/>
                      <a:pt x="16" y="5"/>
                    </a:cubicBezTo>
                    <a:cubicBezTo>
                      <a:pt x="17" y="7"/>
                      <a:pt x="18" y="12"/>
                      <a:pt x="18" y="15"/>
                    </a:cubicBezTo>
                    <a:cubicBezTo>
                      <a:pt x="15" y="22"/>
                      <a:pt x="0" y="17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58" name="Freeform 2058">
                <a:extLst>
                  <a:ext uri="{FF2B5EF4-FFF2-40B4-BE49-F238E27FC236}">
                    <a16:creationId xmlns:a16="http://schemas.microsoft.com/office/drawing/2014/main" id="{6B239B34-FA7A-4107-8EFF-9D8638011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4109"/>
                <a:ext cx="5" cy="2"/>
              </a:xfrm>
              <a:custGeom>
                <a:avLst/>
                <a:gdLst>
                  <a:gd name="T0" fmla="*/ 6 w 12"/>
                  <a:gd name="T1" fmla="*/ 0 h 6"/>
                  <a:gd name="T2" fmla="*/ 11 w 12"/>
                  <a:gd name="T3" fmla="*/ 2 h 6"/>
                  <a:gd name="T4" fmla="*/ 5 w 12"/>
                  <a:gd name="T5" fmla="*/ 6 h 6"/>
                  <a:gd name="T6" fmla="*/ 6 w 12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6" y="0"/>
                    </a:moveTo>
                    <a:cubicBezTo>
                      <a:pt x="7" y="0"/>
                      <a:pt x="10" y="1"/>
                      <a:pt x="11" y="2"/>
                    </a:cubicBezTo>
                    <a:cubicBezTo>
                      <a:pt x="12" y="5"/>
                      <a:pt x="7" y="6"/>
                      <a:pt x="5" y="6"/>
                    </a:cubicBezTo>
                    <a:cubicBezTo>
                      <a:pt x="0" y="6"/>
                      <a:pt x="3" y="1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59" name="Freeform 2059">
                <a:extLst>
                  <a:ext uri="{FF2B5EF4-FFF2-40B4-BE49-F238E27FC236}">
                    <a16:creationId xmlns:a16="http://schemas.microsoft.com/office/drawing/2014/main" id="{F1E4FB8E-9FEC-4B10-99A0-15230FC0B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4126"/>
                <a:ext cx="7" cy="2"/>
              </a:xfrm>
              <a:custGeom>
                <a:avLst/>
                <a:gdLst>
                  <a:gd name="T0" fmla="*/ 4 w 18"/>
                  <a:gd name="T1" fmla="*/ 5 h 7"/>
                  <a:gd name="T2" fmla="*/ 2 w 18"/>
                  <a:gd name="T3" fmla="*/ 1 h 7"/>
                  <a:gd name="T4" fmla="*/ 5 w 18"/>
                  <a:gd name="T5" fmla="*/ 1 h 7"/>
                  <a:gd name="T6" fmla="*/ 9 w 18"/>
                  <a:gd name="T7" fmla="*/ 0 h 7"/>
                  <a:gd name="T8" fmla="*/ 16 w 18"/>
                  <a:gd name="T9" fmla="*/ 2 h 7"/>
                  <a:gd name="T10" fmla="*/ 13 w 18"/>
                  <a:gd name="T11" fmla="*/ 6 h 7"/>
                  <a:gd name="T12" fmla="*/ 4 w 18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4" y="5"/>
                    </a:moveTo>
                    <a:cubicBezTo>
                      <a:pt x="3" y="5"/>
                      <a:pt x="0" y="3"/>
                      <a:pt x="2" y="1"/>
                    </a:cubicBezTo>
                    <a:cubicBezTo>
                      <a:pt x="2" y="1"/>
                      <a:pt x="4" y="1"/>
                      <a:pt x="5" y="1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11" y="0"/>
                      <a:pt x="14" y="1"/>
                      <a:pt x="16" y="2"/>
                    </a:cubicBezTo>
                    <a:cubicBezTo>
                      <a:pt x="18" y="4"/>
                      <a:pt x="15" y="6"/>
                      <a:pt x="13" y="6"/>
                    </a:cubicBezTo>
                    <a:cubicBezTo>
                      <a:pt x="10" y="7"/>
                      <a:pt x="7" y="7"/>
                      <a:pt x="4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60" name="Freeform 2060">
                <a:extLst>
                  <a:ext uri="{FF2B5EF4-FFF2-40B4-BE49-F238E27FC236}">
                    <a16:creationId xmlns:a16="http://schemas.microsoft.com/office/drawing/2014/main" id="{710FDF8D-E479-4F65-86EB-0EFC4348D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4178"/>
                <a:ext cx="3" cy="5"/>
              </a:xfrm>
              <a:custGeom>
                <a:avLst/>
                <a:gdLst>
                  <a:gd name="T0" fmla="*/ 2 w 8"/>
                  <a:gd name="T1" fmla="*/ 9 h 12"/>
                  <a:gd name="T2" fmla="*/ 1 w 8"/>
                  <a:gd name="T3" fmla="*/ 4 h 12"/>
                  <a:gd name="T4" fmla="*/ 3 w 8"/>
                  <a:gd name="T5" fmla="*/ 1 h 12"/>
                  <a:gd name="T6" fmla="*/ 2 w 8"/>
                  <a:gd name="T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2" y="9"/>
                    </a:moveTo>
                    <a:cubicBezTo>
                      <a:pt x="1" y="8"/>
                      <a:pt x="0" y="6"/>
                      <a:pt x="1" y="4"/>
                    </a:cubicBezTo>
                    <a:cubicBezTo>
                      <a:pt x="1" y="3"/>
                      <a:pt x="1" y="1"/>
                      <a:pt x="3" y="1"/>
                    </a:cubicBezTo>
                    <a:cubicBezTo>
                      <a:pt x="7" y="0"/>
                      <a:pt x="8" y="12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61" name="Freeform 2061">
                <a:extLst>
                  <a:ext uri="{FF2B5EF4-FFF2-40B4-BE49-F238E27FC236}">
                    <a16:creationId xmlns:a16="http://schemas.microsoft.com/office/drawing/2014/main" id="{72002D49-0D39-414D-A0AA-2DEC9F526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4171"/>
                <a:ext cx="18" cy="53"/>
              </a:xfrm>
              <a:custGeom>
                <a:avLst/>
                <a:gdLst>
                  <a:gd name="T0" fmla="*/ 16 w 45"/>
                  <a:gd name="T1" fmla="*/ 52 h 129"/>
                  <a:gd name="T2" fmla="*/ 21 w 45"/>
                  <a:gd name="T3" fmla="*/ 39 h 129"/>
                  <a:gd name="T4" fmla="*/ 22 w 45"/>
                  <a:gd name="T5" fmla="*/ 25 h 129"/>
                  <a:gd name="T6" fmla="*/ 26 w 45"/>
                  <a:gd name="T7" fmla="*/ 14 h 129"/>
                  <a:gd name="T8" fmla="*/ 28 w 45"/>
                  <a:gd name="T9" fmla="*/ 2 h 129"/>
                  <a:gd name="T10" fmla="*/ 32 w 45"/>
                  <a:gd name="T11" fmla="*/ 15 h 129"/>
                  <a:gd name="T12" fmla="*/ 29 w 45"/>
                  <a:gd name="T13" fmla="*/ 24 h 129"/>
                  <a:gd name="T14" fmla="*/ 30 w 45"/>
                  <a:gd name="T15" fmla="*/ 30 h 129"/>
                  <a:gd name="T16" fmla="*/ 30 w 45"/>
                  <a:gd name="T17" fmla="*/ 44 h 129"/>
                  <a:gd name="T18" fmla="*/ 25 w 45"/>
                  <a:gd name="T19" fmla="*/ 59 h 129"/>
                  <a:gd name="T20" fmla="*/ 20 w 45"/>
                  <a:gd name="T21" fmla="*/ 76 h 129"/>
                  <a:gd name="T22" fmla="*/ 31 w 45"/>
                  <a:gd name="T23" fmla="*/ 83 h 129"/>
                  <a:gd name="T24" fmla="*/ 37 w 45"/>
                  <a:gd name="T25" fmla="*/ 94 h 129"/>
                  <a:gd name="T26" fmla="*/ 34 w 45"/>
                  <a:gd name="T27" fmla="*/ 99 h 129"/>
                  <a:gd name="T28" fmla="*/ 39 w 45"/>
                  <a:gd name="T29" fmla="*/ 102 h 129"/>
                  <a:gd name="T30" fmla="*/ 35 w 45"/>
                  <a:gd name="T31" fmla="*/ 112 h 129"/>
                  <a:gd name="T32" fmla="*/ 27 w 45"/>
                  <a:gd name="T33" fmla="*/ 124 h 129"/>
                  <a:gd name="T34" fmla="*/ 16 w 45"/>
                  <a:gd name="T35" fmla="*/ 123 h 129"/>
                  <a:gd name="T36" fmla="*/ 20 w 45"/>
                  <a:gd name="T37" fmla="*/ 109 h 129"/>
                  <a:gd name="T38" fmla="*/ 15 w 45"/>
                  <a:gd name="T39" fmla="*/ 97 h 129"/>
                  <a:gd name="T40" fmla="*/ 6 w 45"/>
                  <a:gd name="T41" fmla="*/ 87 h 129"/>
                  <a:gd name="T42" fmla="*/ 6 w 45"/>
                  <a:gd name="T43" fmla="*/ 77 h 129"/>
                  <a:gd name="T44" fmla="*/ 11 w 45"/>
                  <a:gd name="T45" fmla="*/ 70 h 129"/>
                  <a:gd name="T46" fmla="*/ 15 w 45"/>
                  <a:gd name="T47" fmla="*/ 66 h 129"/>
                  <a:gd name="T48" fmla="*/ 16 w 45"/>
                  <a:gd name="T49" fmla="*/ 5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5" h="129">
                    <a:moveTo>
                      <a:pt x="16" y="52"/>
                    </a:moveTo>
                    <a:cubicBezTo>
                      <a:pt x="18" y="47"/>
                      <a:pt x="23" y="45"/>
                      <a:pt x="21" y="39"/>
                    </a:cubicBezTo>
                    <a:cubicBezTo>
                      <a:pt x="19" y="34"/>
                      <a:pt x="19" y="30"/>
                      <a:pt x="22" y="25"/>
                    </a:cubicBezTo>
                    <a:cubicBezTo>
                      <a:pt x="24" y="22"/>
                      <a:pt x="26" y="19"/>
                      <a:pt x="26" y="14"/>
                    </a:cubicBezTo>
                    <a:cubicBezTo>
                      <a:pt x="26" y="10"/>
                      <a:pt x="22" y="3"/>
                      <a:pt x="28" y="2"/>
                    </a:cubicBezTo>
                    <a:cubicBezTo>
                      <a:pt x="37" y="0"/>
                      <a:pt x="34" y="11"/>
                      <a:pt x="32" y="15"/>
                    </a:cubicBezTo>
                    <a:cubicBezTo>
                      <a:pt x="30" y="18"/>
                      <a:pt x="29" y="21"/>
                      <a:pt x="29" y="24"/>
                    </a:cubicBezTo>
                    <a:cubicBezTo>
                      <a:pt x="29" y="26"/>
                      <a:pt x="30" y="28"/>
                      <a:pt x="30" y="30"/>
                    </a:cubicBezTo>
                    <a:cubicBezTo>
                      <a:pt x="30" y="35"/>
                      <a:pt x="30" y="40"/>
                      <a:pt x="30" y="44"/>
                    </a:cubicBezTo>
                    <a:cubicBezTo>
                      <a:pt x="29" y="49"/>
                      <a:pt x="27" y="54"/>
                      <a:pt x="25" y="59"/>
                    </a:cubicBezTo>
                    <a:cubicBezTo>
                      <a:pt x="22" y="64"/>
                      <a:pt x="18" y="70"/>
                      <a:pt x="20" y="76"/>
                    </a:cubicBezTo>
                    <a:cubicBezTo>
                      <a:pt x="21" y="81"/>
                      <a:pt x="27" y="80"/>
                      <a:pt x="31" y="83"/>
                    </a:cubicBezTo>
                    <a:cubicBezTo>
                      <a:pt x="35" y="85"/>
                      <a:pt x="38" y="89"/>
                      <a:pt x="37" y="94"/>
                    </a:cubicBezTo>
                    <a:cubicBezTo>
                      <a:pt x="36" y="95"/>
                      <a:pt x="34" y="97"/>
                      <a:pt x="34" y="99"/>
                    </a:cubicBezTo>
                    <a:cubicBezTo>
                      <a:pt x="35" y="101"/>
                      <a:pt x="37" y="102"/>
                      <a:pt x="39" y="102"/>
                    </a:cubicBezTo>
                    <a:cubicBezTo>
                      <a:pt x="45" y="106"/>
                      <a:pt x="38" y="110"/>
                      <a:pt x="35" y="112"/>
                    </a:cubicBezTo>
                    <a:cubicBezTo>
                      <a:pt x="31" y="116"/>
                      <a:pt x="30" y="121"/>
                      <a:pt x="27" y="124"/>
                    </a:cubicBezTo>
                    <a:cubicBezTo>
                      <a:pt x="23" y="128"/>
                      <a:pt x="17" y="129"/>
                      <a:pt x="16" y="123"/>
                    </a:cubicBezTo>
                    <a:cubicBezTo>
                      <a:pt x="15" y="118"/>
                      <a:pt x="19" y="114"/>
                      <a:pt x="20" y="109"/>
                    </a:cubicBezTo>
                    <a:cubicBezTo>
                      <a:pt x="20" y="105"/>
                      <a:pt x="16" y="101"/>
                      <a:pt x="15" y="97"/>
                    </a:cubicBezTo>
                    <a:cubicBezTo>
                      <a:pt x="14" y="91"/>
                      <a:pt x="12" y="89"/>
                      <a:pt x="6" y="87"/>
                    </a:cubicBezTo>
                    <a:cubicBezTo>
                      <a:pt x="0" y="85"/>
                      <a:pt x="3" y="81"/>
                      <a:pt x="6" y="77"/>
                    </a:cubicBezTo>
                    <a:cubicBezTo>
                      <a:pt x="8" y="75"/>
                      <a:pt x="9" y="72"/>
                      <a:pt x="11" y="70"/>
                    </a:cubicBezTo>
                    <a:cubicBezTo>
                      <a:pt x="13" y="69"/>
                      <a:pt x="15" y="69"/>
                      <a:pt x="15" y="66"/>
                    </a:cubicBezTo>
                    <a:cubicBezTo>
                      <a:pt x="17" y="62"/>
                      <a:pt x="15" y="57"/>
                      <a:pt x="16" y="5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62" name="Freeform 2062">
                <a:extLst>
                  <a:ext uri="{FF2B5EF4-FFF2-40B4-BE49-F238E27FC236}">
                    <a16:creationId xmlns:a16="http://schemas.microsoft.com/office/drawing/2014/main" id="{0A8B465D-6C97-4A60-8C34-754EF3DDE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4222"/>
                <a:ext cx="6" cy="3"/>
              </a:xfrm>
              <a:custGeom>
                <a:avLst/>
                <a:gdLst>
                  <a:gd name="T0" fmla="*/ 10 w 14"/>
                  <a:gd name="T1" fmla="*/ 6 h 7"/>
                  <a:gd name="T2" fmla="*/ 2 w 14"/>
                  <a:gd name="T3" fmla="*/ 4 h 7"/>
                  <a:gd name="T4" fmla="*/ 6 w 14"/>
                  <a:gd name="T5" fmla="*/ 0 h 7"/>
                  <a:gd name="T6" fmla="*/ 12 w 14"/>
                  <a:gd name="T7" fmla="*/ 1 h 7"/>
                  <a:gd name="T8" fmla="*/ 11 w 14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0" y="6"/>
                    </a:moveTo>
                    <a:cubicBezTo>
                      <a:pt x="7" y="6"/>
                      <a:pt x="3" y="7"/>
                      <a:pt x="2" y="4"/>
                    </a:cubicBezTo>
                    <a:cubicBezTo>
                      <a:pt x="0" y="1"/>
                      <a:pt x="4" y="0"/>
                      <a:pt x="6" y="0"/>
                    </a:cubicBezTo>
                    <a:cubicBezTo>
                      <a:pt x="8" y="0"/>
                      <a:pt x="11" y="0"/>
                      <a:pt x="12" y="1"/>
                    </a:cubicBezTo>
                    <a:cubicBezTo>
                      <a:pt x="14" y="3"/>
                      <a:pt x="13" y="5"/>
                      <a:pt x="11" y="5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1871" name="Group 2264">
              <a:extLst>
                <a:ext uri="{FF2B5EF4-FFF2-40B4-BE49-F238E27FC236}">
                  <a16:creationId xmlns:a16="http://schemas.microsoft.com/office/drawing/2014/main" id="{38CCAF7B-D0D0-4553-96A8-EBFA3FDB3A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" y="1307"/>
              <a:ext cx="1433" cy="2928"/>
              <a:chOff x="3224" y="1307"/>
              <a:chExt cx="1433" cy="2928"/>
            </a:xfrm>
            <a:grpFill/>
          </p:grpSpPr>
          <p:sp>
            <p:nvSpPr>
              <p:cNvPr id="5063" name="Freeform 2064">
                <a:extLst>
                  <a:ext uri="{FF2B5EF4-FFF2-40B4-BE49-F238E27FC236}">
                    <a16:creationId xmlns:a16="http://schemas.microsoft.com/office/drawing/2014/main" id="{49B5BC06-890B-4F3B-9374-A42035752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4223"/>
                <a:ext cx="16" cy="12"/>
              </a:xfrm>
              <a:custGeom>
                <a:avLst/>
                <a:gdLst>
                  <a:gd name="T0" fmla="*/ 12 w 38"/>
                  <a:gd name="T1" fmla="*/ 14 h 31"/>
                  <a:gd name="T2" fmla="*/ 15 w 38"/>
                  <a:gd name="T3" fmla="*/ 10 h 31"/>
                  <a:gd name="T4" fmla="*/ 18 w 38"/>
                  <a:gd name="T5" fmla="*/ 7 h 31"/>
                  <a:gd name="T6" fmla="*/ 27 w 38"/>
                  <a:gd name="T7" fmla="*/ 5 h 31"/>
                  <a:gd name="T8" fmla="*/ 34 w 38"/>
                  <a:gd name="T9" fmla="*/ 1 h 31"/>
                  <a:gd name="T10" fmla="*/ 36 w 38"/>
                  <a:gd name="T11" fmla="*/ 10 h 31"/>
                  <a:gd name="T12" fmla="*/ 26 w 38"/>
                  <a:gd name="T13" fmla="*/ 15 h 31"/>
                  <a:gd name="T14" fmla="*/ 21 w 38"/>
                  <a:gd name="T15" fmla="*/ 21 h 31"/>
                  <a:gd name="T16" fmla="*/ 14 w 38"/>
                  <a:gd name="T17" fmla="*/ 27 h 31"/>
                  <a:gd name="T18" fmla="*/ 11 w 38"/>
                  <a:gd name="T19" fmla="*/ 30 h 31"/>
                  <a:gd name="T20" fmla="*/ 6 w 38"/>
                  <a:gd name="T21" fmla="*/ 29 h 31"/>
                  <a:gd name="T22" fmla="*/ 1 w 38"/>
                  <a:gd name="T23" fmla="*/ 25 h 31"/>
                  <a:gd name="T24" fmla="*/ 8 w 38"/>
                  <a:gd name="T25" fmla="*/ 20 h 31"/>
                  <a:gd name="T26" fmla="*/ 12 w 38"/>
                  <a:gd name="T2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31">
                    <a:moveTo>
                      <a:pt x="12" y="14"/>
                    </a:moveTo>
                    <a:cubicBezTo>
                      <a:pt x="13" y="13"/>
                      <a:pt x="14" y="12"/>
                      <a:pt x="15" y="10"/>
                    </a:cubicBezTo>
                    <a:cubicBezTo>
                      <a:pt x="16" y="8"/>
                      <a:pt x="16" y="7"/>
                      <a:pt x="18" y="7"/>
                    </a:cubicBezTo>
                    <a:cubicBezTo>
                      <a:pt x="21" y="5"/>
                      <a:pt x="24" y="7"/>
                      <a:pt x="27" y="5"/>
                    </a:cubicBezTo>
                    <a:cubicBezTo>
                      <a:pt x="29" y="4"/>
                      <a:pt x="30" y="0"/>
                      <a:pt x="34" y="1"/>
                    </a:cubicBezTo>
                    <a:cubicBezTo>
                      <a:pt x="38" y="2"/>
                      <a:pt x="38" y="8"/>
                      <a:pt x="36" y="10"/>
                    </a:cubicBezTo>
                    <a:cubicBezTo>
                      <a:pt x="34" y="13"/>
                      <a:pt x="29" y="13"/>
                      <a:pt x="26" y="15"/>
                    </a:cubicBezTo>
                    <a:cubicBezTo>
                      <a:pt x="24" y="16"/>
                      <a:pt x="22" y="18"/>
                      <a:pt x="21" y="21"/>
                    </a:cubicBezTo>
                    <a:cubicBezTo>
                      <a:pt x="19" y="24"/>
                      <a:pt x="16" y="24"/>
                      <a:pt x="14" y="27"/>
                    </a:cubicBezTo>
                    <a:cubicBezTo>
                      <a:pt x="13" y="28"/>
                      <a:pt x="13" y="30"/>
                      <a:pt x="11" y="30"/>
                    </a:cubicBezTo>
                    <a:cubicBezTo>
                      <a:pt x="9" y="31"/>
                      <a:pt x="8" y="30"/>
                      <a:pt x="6" y="29"/>
                    </a:cubicBezTo>
                    <a:cubicBezTo>
                      <a:pt x="5" y="28"/>
                      <a:pt x="1" y="27"/>
                      <a:pt x="1" y="25"/>
                    </a:cubicBezTo>
                    <a:cubicBezTo>
                      <a:pt x="0" y="22"/>
                      <a:pt x="6" y="22"/>
                      <a:pt x="8" y="20"/>
                    </a:cubicBezTo>
                    <a:cubicBezTo>
                      <a:pt x="10" y="19"/>
                      <a:pt x="10" y="16"/>
                      <a:pt x="12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4" name="Freeform 2065">
                <a:extLst>
                  <a:ext uri="{FF2B5EF4-FFF2-40B4-BE49-F238E27FC236}">
                    <a16:creationId xmlns:a16="http://schemas.microsoft.com/office/drawing/2014/main" id="{66F5086F-1173-4E93-BCC9-40751A466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4182"/>
                <a:ext cx="5" cy="4"/>
              </a:xfrm>
              <a:custGeom>
                <a:avLst/>
                <a:gdLst>
                  <a:gd name="T0" fmla="*/ 4 w 14"/>
                  <a:gd name="T1" fmla="*/ 1 h 8"/>
                  <a:gd name="T2" fmla="*/ 11 w 14"/>
                  <a:gd name="T3" fmla="*/ 2 h 8"/>
                  <a:gd name="T4" fmla="*/ 6 w 14"/>
                  <a:gd name="T5" fmla="*/ 8 h 8"/>
                  <a:gd name="T6" fmla="*/ 1 w 14"/>
                  <a:gd name="T7" fmla="*/ 6 h 8"/>
                  <a:gd name="T8" fmla="*/ 4 w 14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4" y="1"/>
                    </a:moveTo>
                    <a:cubicBezTo>
                      <a:pt x="6" y="1"/>
                      <a:pt x="10" y="0"/>
                      <a:pt x="11" y="2"/>
                    </a:cubicBezTo>
                    <a:cubicBezTo>
                      <a:pt x="14" y="6"/>
                      <a:pt x="9" y="7"/>
                      <a:pt x="6" y="8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2" y="2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5" name="Freeform 2066">
                <a:extLst>
                  <a:ext uri="{FF2B5EF4-FFF2-40B4-BE49-F238E27FC236}">
                    <a16:creationId xmlns:a16="http://schemas.microsoft.com/office/drawing/2014/main" id="{820D9DB6-311D-4F66-AEBF-BC63F6418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4181"/>
                <a:ext cx="4" cy="3"/>
              </a:xfrm>
              <a:custGeom>
                <a:avLst/>
                <a:gdLst>
                  <a:gd name="T0" fmla="*/ 3 w 10"/>
                  <a:gd name="T1" fmla="*/ 2 h 7"/>
                  <a:gd name="T2" fmla="*/ 9 w 10"/>
                  <a:gd name="T3" fmla="*/ 3 h 7"/>
                  <a:gd name="T4" fmla="*/ 3 w 10"/>
                  <a:gd name="T5" fmla="*/ 7 h 7"/>
                  <a:gd name="T6" fmla="*/ 3 w 10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3" y="2"/>
                    </a:moveTo>
                    <a:cubicBezTo>
                      <a:pt x="4" y="1"/>
                      <a:pt x="9" y="0"/>
                      <a:pt x="9" y="3"/>
                    </a:cubicBezTo>
                    <a:cubicBezTo>
                      <a:pt x="10" y="5"/>
                      <a:pt x="5" y="7"/>
                      <a:pt x="3" y="7"/>
                    </a:cubicBezTo>
                    <a:cubicBezTo>
                      <a:pt x="0" y="7"/>
                      <a:pt x="0" y="3"/>
                      <a:pt x="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6" name="Freeform 2067">
                <a:extLst>
                  <a:ext uri="{FF2B5EF4-FFF2-40B4-BE49-F238E27FC236}">
                    <a16:creationId xmlns:a16="http://schemas.microsoft.com/office/drawing/2014/main" id="{CEF3515B-7499-4E42-AC3F-E1D87DA32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4130"/>
                <a:ext cx="10" cy="7"/>
              </a:xfrm>
              <a:custGeom>
                <a:avLst/>
                <a:gdLst>
                  <a:gd name="T0" fmla="*/ 5 w 25"/>
                  <a:gd name="T1" fmla="*/ 13 h 17"/>
                  <a:gd name="T2" fmla="*/ 3 w 25"/>
                  <a:gd name="T3" fmla="*/ 5 h 17"/>
                  <a:gd name="T4" fmla="*/ 22 w 25"/>
                  <a:gd name="T5" fmla="*/ 8 h 17"/>
                  <a:gd name="T6" fmla="*/ 25 w 25"/>
                  <a:gd name="T7" fmla="*/ 10 h 17"/>
                  <a:gd name="T8" fmla="*/ 5 w 25"/>
                  <a:gd name="T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7">
                    <a:moveTo>
                      <a:pt x="5" y="13"/>
                    </a:moveTo>
                    <a:cubicBezTo>
                      <a:pt x="3" y="10"/>
                      <a:pt x="0" y="8"/>
                      <a:pt x="3" y="5"/>
                    </a:cubicBezTo>
                    <a:cubicBezTo>
                      <a:pt x="9" y="0"/>
                      <a:pt x="16" y="7"/>
                      <a:pt x="22" y="8"/>
                    </a:cubicBezTo>
                    <a:cubicBezTo>
                      <a:pt x="23" y="8"/>
                      <a:pt x="25" y="7"/>
                      <a:pt x="25" y="10"/>
                    </a:cubicBezTo>
                    <a:cubicBezTo>
                      <a:pt x="24" y="17"/>
                      <a:pt x="9" y="16"/>
                      <a:pt x="5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7" name="Freeform 2068">
                <a:extLst>
                  <a:ext uri="{FF2B5EF4-FFF2-40B4-BE49-F238E27FC236}">
                    <a16:creationId xmlns:a16="http://schemas.microsoft.com/office/drawing/2014/main" id="{98980CB6-058B-4710-991D-E793D5022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4141"/>
                <a:ext cx="6" cy="2"/>
              </a:xfrm>
              <a:custGeom>
                <a:avLst/>
                <a:gdLst>
                  <a:gd name="T0" fmla="*/ 1 w 13"/>
                  <a:gd name="T1" fmla="*/ 4 h 7"/>
                  <a:gd name="T2" fmla="*/ 5 w 13"/>
                  <a:gd name="T3" fmla="*/ 2 h 7"/>
                  <a:gd name="T4" fmla="*/ 11 w 13"/>
                  <a:gd name="T5" fmla="*/ 1 h 7"/>
                  <a:gd name="T6" fmla="*/ 9 w 13"/>
                  <a:gd name="T7" fmla="*/ 6 h 7"/>
                  <a:gd name="T8" fmla="*/ 1 w 13"/>
                  <a:gd name="T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4"/>
                    </a:moveTo>
                    <a:cubicBezTo>
                      <a:pt x="1" y="2"/>
                      <a:pt x="4" y="2"/>
                      <a:pt x="5" y="2"/>
                    </a:cubicBezTo>
                    <a:cubicBezTo>
                      <a:pt x="7" y="2"/>
                      <a:pt x="9" y="0"/>
                      <a:pt x="11" y="1"/>
                    </a:cubicBezTo>
                    <a:cubicBezTo>
                      <a:pt x="13" y="3"/>
                      <a:pt x="11" y="5"/>
                      <a:pt x="9" y="6"/>
                    </a:cubicBezTo>
                    <a:cubicBezTo>
                      <a:pt x="7" y="6"/>
                      <a:pt x="0" y="7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8" name="Freeform 2069">
                <a:extLst>
                  <a:ext uri="{FF2B5EF4-FFF2-40B4-BE49-F238E27FC236}">
                    <a16:creationId xmlns:a16="http://schemas.microsoft.com/office/drawing/2014/main" id="{0BA7BB77-7A9A-42E3-8C0A-B7DE3D664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4126"/>
                <a:ext cx="14" cy="16"/>
              </a:xfrm>
              <a:custGeom>
                <a:avLst/>
                <a:gdLst>
                  <a:gd name="T0" fmla="*/ 15 w 35"/>
                  <a:gd name="T1" fmla="*/ 23 h 40"/>
                  <a:gd name="T2" fmla="*/ 17 w 35"/>
                  <a:gd name="T3" fmla="*/ 12 h 40"/>
                  <a:gd name="T4" fmla="*/ 5 w 35"/>
                  <a:gd name="T5" fmla="*/ 14 h 40"/>
                  <a:gd name="T6" fmla="*/ 4 w 35"/>
                  <a:gd name="T7" fmla="*/ 20 h 40"/>
                  <a:gd name="T8" fmla="*/ 0 w 35"/>
                  <a:gd name="T9" fmla="*/ 17 h 40"/>
                  <a:gd name="T10" fmla="*/ 4 w 35"/>
                  <a:gd name="T11" fmla="*/ 10 h 40"/>
                  <a:gd name="T12" fmla="*/ 9 w 35"/>
                  <a:gd name="T13" fmla="*/ 5 h 40"/>
                  <a:gd name="T14" fmla="*/ 22 w 35"/>
                  <a:gd name="T15" fmla="*/ 7 h 40"/>
                  <a:gd name="T16" fmla="*/ 35 w 35"/>
                  <a:gd name="T17" fmla="*/ 19 h 40"/>
                  <a:gd name="T18" fmla="*/ 34 w 35"/>
                  <a:gd name="T19" fmla="*/ 27 h 40"/>
                  <a:gd name="T20" fmla="*/ 33 w 35"/>
                  <a:gd name="T21" fmla="*/ 35 h 40"/>
                  <a:gd name="T22" fmla="*/ 21 w 35"/>
                  <a:gd name="T23" fmla="*/ 40 h 40"/>
                  <a:gd name="T24" fmla="*/ 11 w 35"/>
                  <a:gd name="T25" fmla="*/ 39 h 40"/>
                  <a:gd name="T26" fmla="*/ 18 w 35"/>
                  <a:gd name="T27" fmla="*/ 32 h 40"/>
                  <a:gd name="T28" fmla="*/ 19 w 35"/>
                  <a:gd name="T29" fmla="*/ 27 h 40"/>
                  <a:gd name="T30" fmla="*/ 15 w 35"/>
                  <a:gd name="T31" fmla="*/ 2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40">
                    <a:moveTo>
                      <a:pt x="15" y="23"/>
                    </a:moveTo>
                    <a:cubicBezTo>
                      <a:pt x="14" y="19"/>
                      <a:pt x="23" y="15"/>
                      <a:pt x="17" y="12"/>
                    </a:cubicBezTo>
                    <a:cubicBezTo>
                      <a:pt x="14" y="10"/>
                      <a:pt x="7" y="11"/>
                      <a:pt x="5" y="14"/>
                    </a:cubicBezTo>
                    <a:cubicBezTo>
                      <a:pt x="4" y="15"/>
                      <a:pt x="5" y="18"/>
                      <a:pt x="4" y="20"/>
                    </a:cubicBezTo>
                    <a:cubicBezTo>
                      <a:pt x="2" y="21"/>
                      <a:pt x="0" y="19"/>
                      <a:pt x="0" y="17"/>
                    </a:cubicBezTo>
                    <a:cubicBezTo>
                      <a:pt x="0" y="14"/>
                      <a:pt x="2" y="12"/>
                      <a:pt x="4" y="10"/>
                    </a:cubicBezTo>
                    <a:cubicBezTo>
                      <a:pt x="6" y="8"/>
                      <a:pt x="7" y="6"/>
                      <a:pt x="9" y="5"/>
                    </a:cubicBezTo>
                    <a:cubicBezTo>
                      <a:pt x="14" y="0"/>
                      <a:pt x="19" y="3"/>
                      <a:pt x="22" y="7"/>
                    </a:cubicBezTo>
                    <a:cubicBezTo>
                      <a:pt x="26" y="12"/>
                      <a:pt x="33" y="13"/>
                      <a:pt x="35" y="19"/>
                    </a:cubicBezTo>
                    <a:cubicBezTo>
                      <a:pt x="35" y="22"/>
                      <a:pt x="34" y="25"/>
                      <a:pt x="34" y="27"/>
                    </a:cubicBezTo>
                    <a:cubicBezTo>
                      <a:pt x="34" y="30"/>
                      <a:pt x="35" y="33"/>
                      <a:pt x="33" y="35"/>
                    </a:cubicBezTo>
                    <a:cubicBezTo>
                      <a:pt x="31" y="38"/>
                      <a:pt x="25" y="40"/>
                      <a:pt x="21" y="40"/>
                    </a:cubicBezTo>
                    <a:cubicBezTo>
                      <a:pt x="18" y="40"/>
                      <a:pt x="15" y="40"/>
                      <a:pt x="11" y="39"/>
                    </a:cubicBezTo>
                    <a:cubicBezTo>
                      <a:pt x="5" y="37"/>
                      <a:pt x="16" y="34"/>
                      <a:pt x="18" y="32"/>
                    </a:cubicBezTo>
                    <a:cubicBezTo>
                      <a:pt x="19" y="31"/>
                      <a:pt x="21" y="28"/>
                      <a:pt x="19" y="27"/>
                    </a:cubicBezTo>
                    <a:cubicBezTo>
                      <a:pt x="18" y="25"/>
                      <a:pt x="16" y="25"/>
                      <a:pt x="15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9" name="Freeform 2070">
                <a:extLst>
                  <a:ext uri="{FF2B5EF4-FFF2-40B4-BE49-F238E27FC236}">
                    <a16:creationId xmlns:a16="http://schemas.microsoft.com/office/drawing/2014/main" id="{648A5C3E-090D-4DF2-965E-78B1B73B8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4151"/>
                <a:ext cx="4" cy="3"/>
              </a:xfrm>
              <a:custGeom>
                <a:avLst/>
                <a:gdLst>
                  <a:gd name="T0" fmla="*/ 2 w 9"/>
                  <a:gd name="T1" fmla="*/ 7 h 8"/>
                  <a:gd name="T2" fmla="*/ 2 w 9"/>
                  <a:gd name="T3" fmla="*/ 2 h 8"/>
                  <a:gd name="T4" fmla="*/ 9 w 9"/>
                  <a:gd name="T5" fmla="*/ 4 h 8"/>
                  <a:gd name="T6" fmla="*/ 2 w 9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2" y="7"/>
                    </a:moveTo>
                    <a:cubicBezTo>
                      <a:pt x="1" y="6"/>
                      <a:pt x="0" y="4"/>
                      <a:pt x="2" y="2"/>
                    </a:cubicBezTo>
                    <a:cubicBezTo>
                      <a:pt x="3" y="0"/>
                      <a:pt x="8" y="1"/>
                      <a:pt x="9" y="4"/>
                    </a:cubicBezTo>
                    <a:cubicBezTo>
                      <a:pt x="9" y="7"/>
                      <a:pt x="4" y="8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0" name="Freeform 2071">
                <a:extLst>
                  <a:ext uri="{FF2B5EF4-FFF2-40B4-BE49-F238E27FC236}">
                    <a16:creationId xmlns:a16="http://schemas.microsoft.com/office/drawing/2014/main" id="{6F000C7E-4BD6-4C37-B7D5-8B4F24908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4110"/>
                <a:ext cx="4" cy="5"/>
              </a:xfrm>
              <a:custGeom>
                <a:avLst/>
                <a:gdLst>
                  <a:gd name="T0" fmla="*/ 7 w 10"/>
                  <a:gd name="T1" fmla="*/ 9 h 11"/>
                  <a:gd name="T2" fmla="*/ 2 w 10"/>
                  <a:gd name="T3" fmla="*/ 9 h 11"/>
                  <a:gd name="T4" fmla="*/ 3 w 10"/>
                  <a:gd name="T5" fmla="*/ 2 h 11"/>
                  <a:gd name="T6" fmla="*/ 9 w 10"/>
                  <a:gd name="T7" fmla="*/ 5 h 11"/>
                  <a:gd name="T8" fmla="*/ 7 w 10"/>
                  <a:gd name="T9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7" y="9"/>
                    </a:moveTo>
                    <a:cubicBezTo>
                      <a:pt x="5" y="10"/>
                      <a:pt x="3" y="11"/>
                      <a:pt x="2" y="9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3"/>
                      <a:pt x="9" y="5"/>
                    </a:cubicBezTo>
                    <a:cubicBezTo>
                      <a:pt x="10" y="7"/>
                      <a:pt x="8" y="9"/>
                      <a:pt x="7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1" name="Freeform 2072">
                <a:extLst>
                  <a:ext uri="{FF2B5EF4-FFF2-40B4-BE49-F238E27FC236}">
                    <a16:creationId xmlns:a16="http://schemas.microsoft.com/office/drawing/2014/main" id="{DBEFD02D-D65B-4BDE-A1F6-607C6C24E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4106"/>
                <a:ext cx="10" cy="8"/>
              </a:xfrm>
              <a:custGeom>
                <a:avLst/>
                <a:gdLst>
                  <a:gd name="T0" fmla="*/ 16 w 24"/>
                  <a:gd name="T1" fmla="*/ 18 h 19"/>
                  <a:gd name="T2" fmla="*/ 10 w 24"/>
                  <a:gd name="T3" fmla="*/ 18 h 19"/>
                  <a:gd name="T4" fmla="*/ 7 w 24"/>
                  <a:gd name="T5" fmla="*/ 14 h 19"/>
                  <a:gd name="T6" fmla="*/ 4 w 24"/>
                  <a:gd name="T7" fmla="*/ 9 h 19"/>
                  <a:gd name="T8" fmla="*/ 0 w 24"/>
                  <a:gd name="T9" fmla="*/ 6 h 19"/>
                  <a:gd name="T10" fmla="*/ 3 w 24"/>
                  <a:gd name="T11" fmla="*/ 1 h 19"/>
                  <a:gd name="T12" fmla="*/ 9 w 24"/>
                  <a:gd name="T13" fmla="*/ 1 h 19"/>
                  <a:gd name="T14" fmla="*/ 16 w 24"/>
                  <a:gd name="T15" fmla="*/ 1 h 19"/>
                  <a:gd name="T16" fmla="*/ 21 w 24"/>
                  <a:gd name="T17" fmla="*/ 6 h 19"/>
                  <a:gd name="T18" fmla="*/ 23 w 24"/>
                  <a:gd name="T19" fmla="*/ 13 h 19"/>
                  <a:gd name="T20" fmla="*/ 16 w 24"/>
                  <a:gd name="T21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19">
                    <a:moveTo>
                      <a:pt x="16" y="18"/>
                    </a:moveTo>
                    <a:cubicBezTo>
                      <a:pt x="15" y="19"/>
                      <a:pt x="12" y="19"/>
                      <a:pt x="10" y="18"/>
                    </a:cubicBezTo>
                    <a:cubicBezTo>
                      <a:pt x="8" y="17"/>
                      <a:pt x="8" y="15"/>
                      <a:pt x="7" y="14"/>
                    </a:cubicBezTo>
                    <a:cubicBezTo>
                      <a:pt x="7" y="12"/>
                      <a:pt x="6" y="10"/>
                      <a:pt x="4" y="9"/>
                    </a:cubicBezTo>
                    <a:cubicBezTo>
                      <a:pt x="2" y="9"/>
                      <a:pt x="1" y="9"/>
                      <a:pt x="0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4" y="0"/>
                      <a:pt x="7" y="1"/>
                      <a:pt x="9" y="1"/>
                    </a:cubicBezTo>
                    <a:cubicBezTo>
                      <a:pt x="11" y="1"/>
                      <a:pt x="14" y="0"/>
                      <a:pt x="16" y="1"/>
                    </a:cubicBezTo>
                    <a:cubicBezTo>
                      <a:pt x="18" y="3"/>
                      <a:pt x="19" y="5"/>
                      <a:pt x="21" y="6"/>
                    </a:cubicBezTo>
                    <a:cubicBezTo>
                      <a:pt x="23" y="9"/>
                      <a:pt x="24" y="11"/>
                      <a:pt x="23" y="13"/>
                    </a:cubicBezTo>
                    <a:cubicBezTo>
                      <a:pt x="21" y="16"/>
                      <a:pt x="19" y="17"/>
                      <a:pt x="16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2" name="Freeform 2073">
                <a:extLst>
                  <a:ext uri="{FF2B5EF4-FFF2-40B4-BE49-F238E27FC236}">
                    <a16:creationId xmlns:a16="http://schemas.microsoft.com/office/drawing/2014/main" id="{0A5A74CF-D153-48F6-9AB4-86F225FAF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4099"/>
                <a:ext cx="8" cy="8"/>
              </a:xfrm>
              <a:custGeom>
                <a:avLst/>
                <a:gdLst>
                  <a:gd name="T0" fmla="*/ 1 w 21"/>
                  <a:gd name="T1" fmla="*/ 18 h 21"/>
                  <a:gd name="T2" fmla="*/ 2 w 21"/>
                  <a:gd name="T3" fmla="*/ 13 h 21"/>
                  <a:gd name="T4" fmla="*/ 0 w 21"/>
                  <a:gd name="T5" fmla="*/ 8 h 21"/>
                  <a:gd name="T6" fmla="*/ 8 w 21"/>
                  <a:gd name="T7" fmla="*/ 1 h 21"/>
                  <a:gd name="T8" fmla="*/ 17 w 21"/>
                  <a:gd name="T9" fmla="*/ 8 h 21"/>
                  <a:gd name="T10" fmla="*/ 18 w 21"/>
                  <a:gd name="T11" fmla="*/ 14 h 21"/>
                  <a:gd name="T12" fmla="*/ 15 w 21"/>
                  <a:gd name="T13" fmla="*/ 17 h 21"/>
                  <a:gd name="T14" fmla="*/ 8 w 21"/>
                  <a:gd name="T15" fmla="*/ 21 h 21"/>
                  <a:gd name="T16" fmla="*/ 1 w 21"/>
                  <a:gd name="T17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1">
                    <a:moveTo>
                      <a:pt x="1" y="18"/>
                    </a:moveTo>
                    <a:cubicBezTo>
                      <a:pt x="0" y="16"/>
                      <a:pt x="2" y="15"/>
                      <a:pt x="2" y="13"/>
                    </a:cubicBezTo>
                    <a:cubicBezTo>
                      <a:pt x="2" y="11"/>
                      <a:pt x="0" y="10"/>
                      <a:pt x="0" y="8"/>
                    </a:cubicBezTo>
                    <a:cubicBezTo>
                      <a:pt x="1" y="6"/>
                      <a:pt x="5" y="2"/>
                      <a:pt x="8" y="1"/>
                    </a:cubicBezTo>
                    <a:cubicBezTo>
                      <a:pt x="13" y="0"/>
                      <a:pt x="13" y="6"/>
                      <a:pt x="17" y="8"/>
                    </a:cubicBezTo>
                    <a:cubicBezTo>
                      <a:pt x="20" y="9"/>
                      <a:pt x="21" y="11"/>
                      <a:pt x="18" y="14"/>
                    </a:cubicBezTo>
                    <a:cubicBezTo>
                      <a:pt x="17" y="15"/>
                      <a:pt x="16" y="16"/>
                      <a:pt x="15" y="17"/>
                    </a:cubicBezTo>
                    <a:cubicBezTo>
                      <a:pt x="12" y="20"/>
                      <a:pt x="11" y="20"/>
                      <a:pt x="8" y="21"/>
                    </a:cubicBezTo>
                    <a:cubicBezTo>
                      <a:pt x="5" y="21"/>
                      <a:pt x="2" y="21"/>
                      <a:pt x="1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3" name="Freeform 2074">
                <a:extLst>
                  <a:ext uri="{FF2B5EF4-FFF2-40B4-BE49-F238E27FC236}">
                    <a16:creationId xmlns:a16="http://schemas.microsoft.com/office/drawing/2014/main" id="{A2A18F9A-A235-4D41-9E76-C67E5F0AB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4108"/>
                <a:ext cx="5" cy="5"/>
              </a:xfrm>
              <a:custGeom>
                <a:avLst/>
                <a:gdLst>
                  <a:gd name="T0" fmla="*/ 5 w 12"/>
                  <a:gd name="T1" fmla="*/ 1 h 14"/>
                  <a:gd name="T2" fmla="*/ 10 w 12"/>
                  <a:gd name="T3" fmla="*/ 4 h 14"/>
                  <a:gd name="T4" fmla="*/ 10 w 12"/>
                  <a:gd name="T5" fmla="*/ 12 h 14"/>
                  <a:gd name="T6" fmla="*/ 5 w 12"/>
                  <a:gd name="T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5" y="1"/>
                    </a:moveTo>
                    <a:cubicBezTo>
                      <a:pt x="7" y="0"/>
                      <a:pt x="9" y="2"/>
                      <a:pt x="10" y="4"/>
                    </a:cubicBezTo>
                    <a:cubicBezTo>
                      <a:pt x="11" y="6"/>
                      <a:pt x="12" y="11"/>
                      <a:pt x="10" y="12"/>
                    </a:cubicBezTo>
                    <a:cubicBezTo>
                      <a:pt x="6" y="14"/>
                      <a:pt x="0" y="4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4" name="Freeform 2075">
                <a:extLst>
                  <a:ext uri="{FF2B5EF4-FFF2-40B4-BE49-F238E27FC236}">
                    <a16:creationId xmlns:a16="http://schemas.microsoft.com/office/drawing/2014/main" id="{77CEA580-D760-4893-8933-2C8B0D5FA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4061"/>
                <a:ext cx="37" cy="28"/>
              </a:xfrm>
              <a:custGeom>
                <a:avLst/>
                <a:gdLst>
                  <a:gd name="T0" fmla="*/ 11 w 91"/>
                  <a:gd name="T1" fmla="*/ 51 h 70"/>
                  <a:gd name="T2" fmla="*/ 13 w 91"/>
                  <a:gd name="T3" fmla="*/ 56 h 70"/>
                  <a:gd name="T4" fmla="*/ 9 w 91"/>
                  <a:gd name="T5" fmla="*/ 67 h 70"/>
                  <a:gd name="T6" fmla="*/ 3 w 91"/>
                  <a:gd name="T7" fmla="*/ 64 h 70"/>
                  <a:gd name="T8" fmla="*/ 2 w 91"/>
                  <a:gd name="T9" fmla="*/ 51 h 70"/>
                  <a:gd name="T10" fmla="*/ 10 w 91"/>
                  <a:gd name="T11" fmla="*/ 43 h 70"/>
                  <a:gd name="T12" fmla="*/ 20 w 91"/>
                  <a:gd name="T13" fmla="*/ 36 h 70"/>
                  <a:gd name="T14" fmla="*/ 27 w 91"/>
                  <a:gd name="T15" fmla="*/ 26 h 70"/>
                  <a:gd name="T16" fmla="*/ 37 w 91"/>
                  <a:gd name="T17" fmla="*/ 16 h 70"/>
                  <a:gd name="T18" fmla="*/ 43 w 91"/>
                  <a:gd name="T19" fmla="*/ 13 h 70"/>
                  <a:gd name="T20" fmla="*/ 46 w 91"/>
                  <a:gd name="T21" fmla="*/ 9 h 70"/>
                  <a:gd name="T22" fmla="*/ 57 w 91"/>
                  <a:gd name="T23" fmla="*/ 5 h 70"/>
                  <a:gd name="T24" fmla="*/ 67 w 91"/>
                  <a:gd name="T25" fmla="*/ 0 h 70"/>
                  <a:gd name="T26" fmla="*/ 80 w 91"/>
                  <a:gd name="T27" fmla="*/ 2 h 70"/>
                  <a:gd name="T28" fmla="*/ 89 w 91"/>
                  <a:gd name="T29" fmla="*/ 5 h 70"/>
                  <a:gd name="T30" fmla="*/ 84 w 91"/>
                  <a:gd name="T31" fmla="*/ 14 h 70"/>
                  <a:gd name="T32" fmla="*/ 60 w 91"/>
                  <a:gd name="T33" fmla="*/ 19 h 70"/>
                  <a:gd name="T34" fmla="*/ 52 w 91"/>
                  <a:gd name="T35" fmla="*/ 28 h 70"/>
                  <a:gd name="T36" fmla="*/ 44 w 91"/>
                  <a:gd name="T37" fmla="*/ 36 h 70"/>
                  <a:gd name="T38" fmla="*/ 35 w 91"/>
                  <a:gd name="T39" fmla="*/ 43 h 70"/>
                  <a:gd name="T40" fmla="*/ 23 w 91"/>
                  <a:gd name="T41" fmla="*/ 43 h 70"/>
                  <a:gd name="T42" fmla="*/ 17 w 91"/>
                  <a:gd name="T43" fmla="*/ 47 h 70"/>
                  <a:gd name="T44" fmla="*/ 11 w 91"/>
                  <a:gd name="T45" fmla="*/ 5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1" h="70">
                    <a:moveTo>
                      <a:pt x="11" y="51"/>
                    </a:moveTo>
                    <a:cubicBezTo>
                      <a:pt x="11" y="53"/>
                      <a:pt x="12" y="54"/>
                      <a:pt x="13" y="56"/>
                    </a:cubicBezTo>
                    <a:cubicBezTo>
                      <a:pt x="16" y="60"/>
                      <a:pt x="13" y="64"/>
                      <a:pt x="9" y="67"/>
                    </a:cubicBezTo>
                    <a:cubicBezTo>
                      <a:pt x="6" y="70"/>
                      <a:pt x="5" y="67"/>
                      <a:pt x="3" y="64"/>
                    </a:cubicBezTo>
                    <a:cubicBezTo>
                      <a:pt x="1" y="60"/>
                      <a:pt x="0" y="56"/>
                      <a:pt x="2" y="51"/>
                    </a:cubicBezTo>
                    <a:cubicBezTo>
                      <a:pt x="3" y="47"/>
                      <a:pt x="6" y="44"/>
                      <a:pt x="10" y="43"/>
                    </a:cubicBezTo>
                    <a:cubicBezTo>
                      <a:pt x="14" y="41"/>
                      <a:pt x="17" y="39"/>
                      <a:pt x="20" y="36"/>
                    </a:cubicBezTo>
                    <a:cubicBezTo>
                      <a:pt x="23" y="32"/>
                      <a:pt x="26" y="30"/>
                      <a:pt x="27" y="26"/>
                    </a:cubicBezTo>
                    <a:cubicBezTo>
                      <a:pt x="30" y="21"/>
                      <a:pt x="32" y="18"/>
                      <a:pt x="37" y="16"/>
                    </a:cubicBezTo>
                    <a:cubicBezTo>
                      <a:pt x="39" y="15"/>
                      <a:pt x="41" y="14"/>
                      <a:pt x="43" y="13"/>
                    </a:cubicBezTo>
                    <a:cubicBezTo>
                      <a:pt x="44" y="12"/>
                      <a:pt x="45" y="10"/>
                      <a:pt x="46" y="9"/>
                    </a:cubicBezTo>
                    <a:cubicBezTo>
                      <a:pt x="49" y="6"/>
                      <a:pt x="53" y="7"/>
                      <a:pt x="57" y="5"/>
                    </a:cubicBezTo>
                    <a:cubicBezTo>
                      <a:pt x="60" y="3"/>
                      <a:pt x="62" y="0"/>
                      <a:pt x="67" y="0"/>
                    </a:cubicBezTo>
                    <a:cubicBezTo>
                      <a:pt x="71" y="1"/>
                      <a:pt x="75" y="3"/>
                      <a:pt x="80" y="2"/>
                    </a:cubicBezTo>
                    <a:cubicBezTo>
                      <a:pt x="84" y="1"/>
                      <a:pt x="87" y="1"/>
                      <a:pt x="89" y="5"/>
                    </a:cubicBezTo>
                    <a:cubicBezTo>
                      <a:pt x="91" y="9"/>
                      <a:pt x="88" y="13"/>
                      <a:pt x="84" y="14"/>
                    </a:cubicBezTo>
                    <a:cubicBezTo>
                      <a:pt x="77" y="17"/>
                      <a:pt x="67" y="15"/>
                      <a:pt x="60" y="19"/>
                    </a:cubicBezTo>
                    <a:cubicBezTo>
                      <a:pt x="57" y="22"/>
                      <a:pt x="55" y="25"/>
                      <a:pt x="52" y="28"/>
                    </a:cubicBezTo>
                    <a:cubicBezTo>
                      <a:pt x="50" y="31"/>
                      <a:pt x="47" y="33"/>
                      <a:pt x="44" y="36"/>
                    </a:cubicBezTo>
                    <a:cubicBezTo>
                      <a:pt x="41" y="40"/>
                      <a:pt x="39" y="42"/>
                      <a:pt x="35" y="43"/>
                    </a:cubicBezTo>
                    <a:cubicBezTo>
                      <a:pt x="31" y="43"/>
                      <a:pt x="27" y="43"/>
                      <a:pt x="23" y="43"/>
                    </a:cubicBezTo>
                    <a:cubicBezTo>
                      <a:pt x="20" y="43"/>
                      <a:pt x="19" y="45"/>
                      <a:pt x="17" y="47"/>
                    </a:cubicBezTo>
                    <a:cubicBezTo>
                      <a:pt x="15" y="48"/>
                      <a:pt x="13" y="49"/>
                      <a:pt x="11" y="5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5" name="Freeform 2076">
                <a:extLst>
                  <a:ext uri="{FF2B5EF4-FFF2-40B4-BE49-F238E27FC236}">
                    <a16:creationId xmlns:a16="http://schemas.microsoft.com/office/drawing/2014/main" id="{FEC3F5D8-4F63-4205-B518-0738A495B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4047"/>
                <a:ext cx="16" cy="15"/>
              </a:xfrm>
              <a:custGeom>
                <a:avLst/>
                <a:gdLst>
                  <a:gd name="T0" fmla="*/ 14 w 39"/>
                  <a:gd name="T1" fmla="*/ 13 h 37"/>
                  <a:gd name="T2" fmla="*/ 5 w 39"/>
                  <a:gd name="T3" fmla="*/ 5 h 37"/>
                  <a:gd name="T4" fmla="*/ 7 w 39"/>
                  <a:gd name="T5" fmla="*/ 1 h 37"/>
                  <a:gd name="T6" fmla="*/ 18 w 39"/>
                  <a:gd name="T7" fmla="*/ 5 h 37"/>
                  <a:gd name="T8" fmla="*/ 25 w 39"/>
                  <a:gd name="T9" fmla="*/ 11 h 37"/>
                  <a:gd name="T10" fmla="*/ 36 w 39"/>
                  <a:gd name="T11" fmla="*/ 14 h 37"/>
                  <a:gd name="T12" fmla="*/ 29 w 39"/>
                  <a:gd name="T13" fmla="*/ 25 h 37"/>
                  <a:gd name="T14" fmla="*/ 23 w 39"/>
                  <a:gd name="T15" fmla="*/ 32 h 37"/>
                  <a:gd name="T16" fmla="*/ 14 w 39"/>
                  <a:gd name="T17" fmla="*/ 34 h 37"/>
                  <a:gd name="T18" fmla="*/ 10 w 39"/>
                  <a:gd name="T19" fmla="*/ 22 h 37"/>
                  <a:gd name="T20" fmla="*/ 11 w 39"/>
                  <a:gd name="T21" fmla="*/ 17 h 37"/>
                  <a:gd name="T22" fmla="*/ 14 w 39"/>
                  <a:gd name="T23" fmla="*/ 1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37">
                    <a:moveTo>
                      <a:pt x="14" y="13"/>
                    </a:moveTo>
                    <a:cubicBezTo>
                      <a:pt x="16" y="6"/>
                      <a:pt x="10" y="6"/>
                      <a:pt x="5" y="5"/>
                    </a:cubicBezTo>
                    <a:cubicBezTo>
                      <a:pt x="0" y="4"/>
                      <a:pt x="2" y="0"/>
                      <a:pt x="7" y="1"/>
                    </a:cubicBezTo>
                    <a:cubicBezTo>
                      <a:pt x="11" y="1"/>
                      <a:pt x="16" y="2"/>
                      <a:pt x="18" y="5"/>
                    </a:cubicBezTo>
                    <a:cubicBezTo>
                      <a:pt x="21" y="8"/>
                      <a:pt x="21" y="10"/>
                      <a:pt x="25" y="11"/>
                    </a:cubicBezTo>
                    <a:cubicBezTo>
                      <a:pt x="28" y="11"/>
                      <a:pt x="34" y="11"/>
                      <a:pt x="36" y="14"/>
                    </a:cubicBezTo>
                    <a:cubicBezTo>
                      <a:pt x="39" y="19"/>
                      <a:pt x="32" y="22"/>
                      <a:pt x="29" y="25"/>
                    </a:cubicBezTo>
                    <a:cubicBezTo>
                      <a:pt x="27" y="27"/>
                      <a:pt x="25" y="30"/>
                      <a:pt x="23" y="32"/>
                    </a:cubicBezTo>
                    <a:cubicBezTo>
                      <a:pt x="20" y="35"/>
                      <a:pt x="17" y="37"/>
                      <a:pt x="14" y="34"/>
                    </a:cubicBezTo>
                    <a:cubicBezTo>
                      <a:pt x="10" y="31"/>
                      <a:pt x="11" y="26"/>
                      <a:pt x="10" y="22"/>
                    </a:cubicBezTo>
                    <a:cubicBezTo>
                      <a:pt x="10" y="20"/>
                      <a:pt x="10" y="19"/>
                      <a:pt x="11" y="17"/>
                    </a:cubicBezTo>
                    <a:cubicBezTo>
                      <a:pt x="12" y="16"/>
                      <a:pt x="14" y="15"/>
                      <a:pt x="14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6" name="Freeform 2077">
                <a:extLst>
                  <a:ext uri="{FF2B5EF4-FFF2-40B4-BE49-F238E27FC236}">
                    <a16:creationId xmlns:a16="http://schemas.microsoft.com/office/drawing/2014/main" id="{3C63D613-D772-4ED7-967F-BDADBE259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4031"/>
                <a:ext cx="14" cy="14"/>
              </a:xfrm>
              <a:custGeom>
                <a:avLst/>
                <a:gdLst>
                  <a:gd name="T0" fmla="*/ 34 w 35"/>
                  <a:gd name="T1" fmla="*/ 28 h 35"/>
                  <a:gd name="T2" fmla="*/ 27 w 35"/>
                  <a:gd name="T3" fmla="*/ 31 h 35"/>
                  <a:gd name="T4" fmla="*/ 20 w 35"/>
                  <a:gd name="T5" fmla="*/ 29 h 35"/>
                  <a:gd name="T6" fmla="*/ 12 w 35"/>
                  <a:gd name="T7" fmla="*/ 23 h 35"/>
                  <a:gd name="T8" fmla="*/ 8 w 35"/>
                  <a:gd name="T9" fmla="*/ 15 h 35"/>
                  <a:gd name="T10" fmla="*/ 3 w 35"/>
                  <a:gd name="T11" fmla="*/ 10 h 35"/>
                  <a:gd name="T12" fmla="*/ 2 w 35"/>
                  <a:gd name="T13" fmla="*/ 2 h 35"/>
                  <a:gd name="T14" fmla="*/ 12 w 35"/>
                  <a:gd name="T15" fmla="*/ 5 h 35"/>
                  <a:gd name="T16" fmla="*/ 23 w 35"/>
                  <a:gd name="T17" fmla="*/ 13 h 35"/>
                  <a:gd name="T18" fmla="*/ 28 w 35"/>
                  <a:gd name="T19" fmla="*/ 21 h 35"/>
                  <a:gd name="T20" fmla="*/ 34 w 35"/>
                  <a:gd name="T21" fmla="*/ 2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35">
                    <a:moveTo>
                      <a:pt x="34" y="28"/>
                    </a:moveTo>
                    <a:cubicBezTo>
                      <a:pt x="35" y="34"/>
                      <a:pt x="30" y="35"/>
                      <a:pt x="27" y="31"/>
                    </a:cubicBezTo>
                    <a:cubicBezTo>
                      <a:pt x="25" y="30"/>
                      <a:pt x="23" y="29"/>
                      <a:pt x="20" y="29"/>
                    </a:cubicBezTo>
                    <a:cubicBezTo>
                      <a:pt x="15" y="31"/>
                      <a:pt x="11" y="28"/>
                      <a:pt x="12" y="23"/>
                    </a:cubicBezTo>
                    <a:cubicBezTo>
                      <a:pt x="12" y="20"/>
                      <a:pt x="10" y="17"/>
                      <a:pt x="8" y="15"/>
                    </a:cubicBezTo>
                    <a:cubicBezTo>
                      <a:pt x="6" y="13"/>
                      <a:pt x="3" y="14"/>
                      <a:pt x="3" y="10"/>
                    </a:cubicBezTo>
                    <a:cubicBezTo>
                      <a:pt x="2" y="8"/>
                      <a:pt x="0" y="4"/>
                      <a:pt x="2" y="2"/>
                    </a:cubicBezTo>
                    <a:cubicBezTo>
                      <a:pt x="5" y="0"/>
                      <a:pt x="9" y="3"/>
                      <a:pt x="12" y="5"/>
                    </a:cubicBezTo>
                    <a:cubicBezTo>
                      <a:pt x="16" y="7"/>
                      <a:pt x="20" y="9"/>
                      <a:pt x="23" y="13"/>
                    </a:cubicBezTo>
                    <a:cubicBezTo>
                      <a:pt x="25" y="15"/>
                      <a:pt x="26" y="19"/>
                      <a:pt x="28" y="21"/>
                    </a:cubicBezTo>
                    <a:cubicBezTo>
                      <a:pt x="30" y="24"/>
                      <a:pt x="33" y="25"/>
                      <a:pt x="34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7" name="Freeform 2078">
                <a:extLst>
                  <a:ext uri="{FF2B5EF4-FFF2-40B4-BE49-F238E27FC236}">
                    <a16:creationId xmlns:a16="http://schemas.microsoft.com/office/drawing/2014/main" id="{7717DF31-DF46-4FD5-944F-5646C1FAC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4042"/>
                <a:ext cx="5" cy="7"/>
              </a:xfrm>
              <a:custGeom>
                <a:avLst/>
                <a:gdLst>
                  <a:gd name="T0" fmla="*/ 3 w 11"/>
                  <a:gd name="T1" fmla="*/ 0 h 16"/>
                  <a:gd name="T2" fmla="*/ 8 w 11"/>
                  <a:gd name="T3" fmla="*/ 3 h 16"/>
                  <a:gd name="T4" fmla="*/ 11 w 11"/>
                  <a:gd name="T5" fmla="*/ 4 h 16"/>
                  <a:gd name="T6" fmla="*/ 11 w 11"/>
                  <a:gd name="T7" fmla="*/ 9 h 16"/>
                  <a:gd name="T8" fmla="*/ 7 w 11"/>
                  <a:gd name="T9" fmla="*/ 14 h 16"/>
                  <a:gd name="T10" fmla="*/ 3 w 11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3" y="0"/>
                    </a:moveTo>
                    <a:cubicBezTo>
                      <a:pt x="5" y="0"/>
                      <a:pt x="6" y="2"/>
                      <a:pt x="8" y="3"/>
                    </a:cubicBezTo>
                    <a:cubicBezTo>
                      <a:pt x="9" y="3"/>
                      <a:pt x="10" y="2"/>
                      <a:pt x="11" y="4"/>
                    </a:cubicBezTo>
                    <a:cubicBezTo>
                      <a:pt x="11" y="5"/>
                      <a:pt x="11" y="8"/>
                      <a:pt x="11" y="9"/>
                    </a:cubicBezTo>
                    <a:cubicBezTo>
                      <a:pt x="10" y="11"/>
                      <a:pt x="10" y="13"/>
                      <a:pt x="7" y="14"/>
                    </a:cubicBezTo>
                    <a:cubicBezTo>
                      <a:pt x="0" y="16"/>
                      <a:pt x="0" y="1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8" name="Freeform 2079">
                <a:extLst>
                  <a:ext uri="{FF2B5EF4-FFF2-40B4-BE49-F238E27FC236}">
                    <a16:creationId xmlns:a16="http://schemas.microsoft.com/office/drawing/2014/main" id="{A1076742-1DC3-4D9E-AF56-C21D35AA8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4055"/>
                <a:ext cx="7" cy="4"/>
              </a:xfrm>
              <a:custGeom>
                <a:avLst/>
                <a:gdLst>
                  <a:gd name="T0" fmla="*/ 7 w 18"/>
                  <a:gd name="T1" fmla="*/ 9 h 10"/>
                  <a:gd name="T2" fmla="*/ 4 w 18"/>
                  <a:gd name="T3" fmla="*/ 8 h 10"/>
                  <a:gd name="T4" fmla="*/ 1 w 18"/>
                  <a:gd name="T5" fmla="*/ 3 h 10"/>
                  <a:gd name="T6" fmla="*/ 8 w 18"/>
                  <a:gd name="T7" fmla="*/ 1 h 10"/>
                  <a:gd name="T8" fmla="*/ 16 w 18"/>
                  <a:gd name="T9" fmla="*/ 1 h 10"/>
                  <a:gd name="T10" fmla="*/ 17 w 18"/>
                  <a:gd name="T11" fmla="*/ 6 h 10"/>
                  <a:gd name="T12" fmla="*/ 7 w 18"/>
                  <a:gd name="T1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0">
                    <a:moveTo>
                      <a:pt x="7" y="9"/>
                    </a:moveTo>
                    <a:cubicBezTo>
                      <a:pt x="6" y="8"/>
                      <a:pt x="5" y="8"/>
                      <a:pt x="4" y="8"/>
                    </a:cubicBezTo>
                    <a:cubicBezTo>
                      <a:pt x="1" y="7"/>
                      <a:pt x="0" y="6"/>
                      <a:pt x="1" y="3"/>
                    </a:cubicBezTo>
                    <a:cubicBezTo>
                      <a:pt x="2" y="0"/>
                      <a:pt x="6" y="1"/>
                      <a:pt x="8" y="1"/>
                    </a:cubicBezTo>
                    <a:cubicBezTo>
                      <a:pt x="11" y="1"/>
                      <a:pt x="14" y="0"/>
                      <a:pt x="16" y="1"/>
                    </a:cubicBezTo>
                    <a:cubicBezTo>
                      <a:pt x="17" y="2"/>
                      <a:pt x="18" y="4"/>
                      <a:pt x="17" y="6"/>
                    </a:cubicBezTo>
                    <a:cubicBezTo>
                      <a:pt x="16" y="10"/>
                      <a:pt x="10" y="9"/>
                      <a:pt x="7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9" name="Freeform 2080">
                <a:extLst>
                  <a:ext uri="{FF2B5EF4-FFF2-40B4-BE49-F238E27FC236}">
                    <a16:creationId xmlns:a16="http://schemas.microsoft.com/office/drawing/2014/main" id="{BFE05A19-3575-40D8-A33F-0A333CCBE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4104"/>
                <a:ext cx="7" cy="4"/>
              </a:xfrm>
              <a:custGeom>
                <a:avLst/>
                <a:gdLst>
                  <a:gd name="T0" fmla="*/ 4 w 17"/>
                  <a:gd name="T1" fmla="*/ 8 h 10"/>
                  <a:gd name="T2" fmla="*/ 1 w 17"/>
                  <a:gd name="T3" fmla="*/ 3 h 10"/>
                  <a:gd name="T4" fmla="*/ 13 w 17"/>
                  <a:gd name="T5" fmla="*/ 1 h 10"/>
                  <a:gd name="T6" fmla="*/ 15 w 17"/>
                  <a:gd name="T7" fmla="*/ 6 h 10"/>
                  <a:gd name="T8" fmla="*/ 4 w 17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0">
                    <a:moveTo>
                      <a:pt x="4" y="8"/>
                    </a:moveTo>
                    <a:cubicBezTo>
                      <a:pt x="2" y="7"/>
                      <a:pt x="0" y="5"/>
                      <a:pt x="1" y="3"/>
                    </a:cubicBezTo>
                    <a:cubicBezTo>
                      <a:pt x="3" y="0"/>
                      <a:pt x="10" y="0"/>
                      <a:pt x="13" y="1"/>
                    </a:cubicBezTo>
                    <a:cubicBezTo>
                      <a:pt x="15" y="3"/>
                      <a:pt x="17" y="4"/>
                      <a:pt x="15" y="6"/>
                    </a:cubicBezTo>
                    <a:cubicBezTo>
                      <a:pt x="12" y="8"/>
                      <a:pt x="7" y="10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0" name="Freeform 2081">
                <a:extLst>
                  <a:ext uri="{FF2B5EF4-FFF2-40B4-BE49-F238E27FC236}">
                    <a16:creationId xmlns:a16="http://schemas.microsoft.com/office/drawing/2014/main" id="{D804A637-73BD-4629-8DE9-A9CCACB33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4097"/>
                <a:ext cx="22" cy="22"/>
              </a:xfrm>
              <a:custGeom>
                <a:avLst/>
                <a:gdLst>
                  <a:gd name="T0" fmla="*/ 3 w 55"/>
                  <a:gd name="T1" fmla="*/ 31 h 53"/>
                  <a:gd name="T2" fmla="*/ 20 w 55"/>
                  <a:gd name="T3" fmla="*/ 38 h 53"/>
                  <a:gd name="T4" fmla="*/ 25 w 55"/>
                  <a:gd name="T5" fmla="*/ 34 h 53"/>
                  <a:gd name="T6" fmla="*/ 19 w 55"/>
                  <a:gd name="T7" fmla="*/ 30 h 53"/>
                  <a:gd name="T8" fmla="*/ 16 w 55"/>
                  <a:gd name="T9" fmla="*/ 26 h 53"/>
                  <a:gd name="T10" fmla="*/ 27 w 55"/>
                  <a:gd name="T11" fmla="*/ 25 h 53"/>
                  <a:gd name="T12" fmla="*/ 40 w 55"/>
                  <a:gd name="T13" fmla="*/ 11 h 53"/>
                  <a:gd name="T14" fmla="*/ 41 w 55"/>
                  <a:gd name="T15" fmla="*/ 3 h 53"/>
                  <a:gd name="T16" fmla="*/ 49 w 55"/>
                  <a:gd name="T17" fmla="*/ 2 h 53"/>
                  <a:gd name="T18" fmla="*/ 46 w 55"/>
                  <a:gd name="T19" fmla="*/ 21 h 53"/>
                  <a:gd name="T20" fmla="*/ 43 w 55"/>
                  <a:gd name="T21" fmla="*/ 43 h 53"/>
                  <a:gd name="T22" fmla="*/ 28 w 55"/>
                  <a:gd name="T23" fmla="*/ 47 h 53"/>
                  <a:gd name="T24" fmla="*/ 5 w 55"/>
                  <a:gd name="T25" fmla="*/ 53 h 53"/>
                  <a:gd name="T26" fmla="*/ 0 w 55"/>
                  <a:gd name="T27" fmla="*/ 50 h 53"/>
                  <a:gd name="T28" fmla="*/ 0 w 55"/>
                  <a:gd name="T29" fmla="*/ 40 h 53"/>
                  <a:gd name="T30" fmla="*/ 3 w 55"/>
                  <a:gd name="T31" fmla="*/ 3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5" h="53">
                    <a:moveTo>
                      <a:pt x="3" y="31"/>
                    </a:moveTo>
                    <a:cubicBezTo>
                      <a:pt x="8" y="28"/>
                      <a:pt x="15" y="39"/>
                      <a:pt x="20" y="38"/>
                    </a:cubicBezTo>
                    <a:cubicBezTo>
                      <a:pt x="22" y="38"/>
                      <a:pt x="26" y="37"/>
                      <a:pt x="25" y="34"/>
                    </a:cubicBezTo>
                    <a:cubicBezTo>
                      <a:pt x="25" y="32"/>
                      <a:pt x="21" y="31"/>
                      <a:pt x="19" y="30"/>
                    </a:cubicBezTo>
                    <a:cubicBezTo>
                      <a:pt x="17" y="29"/>
                      <a:pt x="14" y="27"/>
                      <a:pt x="16" y="26"/>
                    </a:cubicBezTo>
                    <a:cubicBezTo>
                      <a:pt x="18" y="24"/>
                      <a:pt x="24" y="25"/>
                      <a:pt x="27" y="25"/>
                    </a:cubicBezTo>
                    <a:cubicBezTo>
                      <a:pt x="36" y="25"/>
                      <a:pt x="42" y="20"/>
                      <a:pt x="40" y="11"/>
                    </a:cubicBezTo>
                    <a:cubicBezTo>
                      <a:pt x="39" y="8"/>
                      <a:pt x="39" y="5"/>
                      <a:pt x="41" y="3"/>
                    </a:cubicBezTo>
                    <a:cubicBezTo>
                      <a:pt x="43" y="2"/>
                      <a:pt x="47" y="0"/>
                      <a:pt x="49" y="2"/>
                    </a:cubicBezTo>
                    <a:cubicBezTo>
                      <a:pt x="55" y="5"/>
                      <a:pt x="47" y="16"/>
                      <a:pt x="46" y="21"/>
                    </a:cubicBezTo>
                    <a:cubicBezTo>
                      <a:pt x="42" y="28"/>
                      <a:pt x="45" y="35"/>
                      <a:pt x="43" y="43"/>
                    </a:cubicBezTo>
                    <a:cubicBezTo>
                      <a:pt x="41" y="49"/>
                      <a:pt x="33" y="46"/>
                      <a:pt x="28" y="47"/>
                    </a:cubicBezTo>
                    <a:cubicBezTo>
                      <a:pt x="20" y="48"/>
                      <a:pt x="12" y="53"/>
                      <a:pt x="5" y="53"/>
                    </a:cubicBezTo>
                    <a:cubicBezTo>
                      <a:pt x="2" y="53"/>
                      <a:pt x="0" y="53"/>
                      <a:pt x="0" y="50"/>
                    </a:cubicBezTo>
                    <a:cubicBezTo>
                      <a:pt x="0" y="47"/>
                      <a:pt x="0" y="44"/>
                      <a:pt x="0" y="40"/>
                    </a:cubicBezTo>
                    <a:cubicBezTo>
                      <a:pt x="0" y="37"/>
                      <a:pt x="0" y="33"/>
                      <a:pt x="3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1" name="Freeform 2082">
                <a:extLst>
                  <a:ext uri="{FF2B5EF4-FFF2-40B4-BE49-F238E27FC236}">
                    <a16:creationId xmlns:a16="http://schemas.microsoft.com/office/drawing/2014/main" id="{04B8AB07-800C-4C00-92D5-E42B803D4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4101"/>
                <a:ext cx="6" cy="6"/>
              </a:xfrm>
              <a:custGeom>
                <a:avLst/>
                <a:gdLst>
                  <a:gd name="T0" fmla="*/ 8 w 15"/>
                  <a:gd name="T1" fmla="*/ 1 h 15"/>
                  <a:gd name="T2" fmla="*/ 15 w 15"/>
                  <a:gd name="T3" fmla="*/ 9 h 15"/>
                  <a:gd name="T4" fmla="*/ 5 w 15"/>
                  <a:gd name="T5" fmla="*/ 12 h 15"/>
                  <a:gd name="T6" fmla="*/ 8 w 15"/>
                  <a:gd name="T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8" y="1"/>
                    </a:moveTo>
                    <a:cubicBezTo>
                      <a:pt x="12" y="0"/>
                      <a:pt x="15" y="5"/>
                      <a:pt x="15" y="9"/>
                    </a:cubicBezTo>
                    <a:cubicBezTo>
                      <a:pt x="15" y="14"/>
                      <a:pt x="9" y="15"/>
                      <a:pt x="5" y="12"/>
                    </a:cubicBezTo>
                    <a:cubicBezTo>
                      <a:pt x="0" y="9"/>
                      <a:pt x="2" y="3"/>
                      <a:pt x="8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2" name="Freeform 2083">
                <a:extLst>
                  <a:ext uri="{FF2B5EF4-FFF2-40B4-BE49-F238E27FC236}">
                    <a16:creationId xmlns:a16="http://schemas.microsoft.com/office/drawing/2014/main" id="{995EB523-D3AA-4441-9805-3F9B1F3F6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4111"/>
                <a:ext cx="9" cy="8"/>
              </a:xfrm>
              <a:custGeom>
                <a:avLst/>
                <a:gdLst>
                  <a:gd name="T0" fmla="*/ 5 w 21"/>
                  <a:gd name="T1" fmla="*/ 2 h 20"/>
                  <a:gd name="T2" fmla="*/ 15 w 21"/>
                  <a:gd name="T3" fmla="*/ 8 h 20"/>
                  <a:gd name="T4" fmla="*/ 21 w 21"/>
                  <a:gd name="T5" fmla="*/ 14 h 20"/>
                  <a:gd name="T6" fmla="*/ 18 w 21"/>
                  <a:gd name="T7" fmla="*/ 18 h 20"/>
                  <a:gd name="T8" fmla="*/ 10 w 21"/>
                  <a:gd name="T9" fmla="*/ 13 h 20"/>
                  <a:gd name="T10" fmla="*/ 8 w 21"/>
                  <a:gd name="T11" fmla="*/ 11 h 20"/>
                  <a:gd name="T12" fmla="*/ 4 w 21"/>
                  <a:gd name="T13" fmla="*/ 9 h 20"/>
                  <a:gd name="T14" fmla="*/ 5 w 21"/>
                  <a:gd name="T1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0">
                    <a:moveTo>
                      <a:pt x="5" y="2"/>
                    </a:moveTo>
                    <a:cubicBezTo>
                      <a:pt x="9" y="4"/>
                      <a:pt x="11" y="8"/>
                      <a:pt x="15" y="8"/>
                    </a:cubicBezTo>
                    <a:cubicBezTo>
                      <a:pt x="19" y="9"/>
                      <a:pt x="21" y="10"/>
                      <a:pt x="21" y="14"/>
                    </a:cubicBezTo>
                    <a:cubicBezTo>
                      <a:pt x="21" y="16"/>
                      <a:pt x="21" y="17"/>
                      <a:pt x="18" y="18"/>
                    </a:cubicBezTo>
                    <a:cubicBezTo>
                      <a:pt x="15" y="20"/>
                      <a:pt x="12" y="16"/>
                      <a:pt x="10" y="13"/>
                    </a:cubicBezTo>
                    <a:cubicBezTo>
                      <a:pt x="9" y="12"/>
                      <a:pt x="9" y="11"/>
                      <a:pt x="8" y="11"/>
                    </a:cubicBezTo>
                    <a:cubicBezTo>
                      <a:pt x="7" y="10"/>
                      <a:pt x="5" y="10"/>
                      <a:pt x="4" y="9"/>
                    </a:cubicBezTo>
                    <a:cubicBezTo>
                      <a:pt x="0" y="7"/>
                      <a:pt x="1" y="0"/>
                      <a:pt x="5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3" name="Freeform 2084">
                <a:extLst>
                  <a:ext uri="{FF2B5EF4-FFF2-40B4-BE49-F238E27FC236}">
                    <a16:creationId xmlns:a16="http://schemas.microsoft.com/office/drawing/2014/main" id="{898B8024-F6A6-453B-80F2-54FD6F400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4103"/>
                <a:ext cx="11" cy="11"/>
              </a:xfrm>
              <a:custGeom>
                <a:avLst/>
                <a:gdLst>
                  <a:gd name="T0" fmla="*/ 18 w 27"/>
                  <a:gd name="T1" fmla="*/ 14 h 28"/>
                  <a:gd name="T2" fmla="*/ 16 w 27"/>
                  <a:gd name="T3" fmla="*/ 16 h 28"/>
                  <a:gd name="T4" fmla="*/ 13 w 27"/>
                  <a:gd name="T5" fmla="*/ 20 h 28"/>
                  <a:gd name="T6" fmla="*/ 4 w 27"/>
                  <a:gd name="T7" fmla="*/ 24 h 28"/>
                  <a:gd name="T8" fmla="*/ 12 w 27"/>
                  <a:gd name="T9" fmla="*/ 12 h 28"/>
                  <a:gd name="T10" fmla="*/ 22 w 27"/>
                  <a:gd name="T11" fmla="*/ 1 h 28"/>
                  <a:gd name="T12" fmla="*/ 27 w 27"/>
                  <a:gd name="T13" fmla="*/ 5 h 28"/>
                  <a:gd name="T14" fmla="*/ 18 w 27"/>
                  <a:gd name="T15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28">
                    <a:moveTo>
                      <a:pt x="18" y="14"/>
                    </a:moveTo>
                    <a:cubicBezTo>
                      <a:pt x="17" y="15"/>
                      <a:pt x="17" y="15"/>
                      <a:pt x="16" y="16"/>
                    </a:cubicBezTo>
                    <a:cubicBezTo>
                      <a:pt x="15" y="17"/>
                      <a:pt x="14" y="19"/>
                      <a:pt x="13" y="20"/>
                    </a:cubicBezTo>
                    <a:cubicBezTo>
                      <a:pt x="12" y="22"/>
                      <a:pt x="6" y="28"/>
                      <a:pt x="4" y="24"/>
                    </a:cubicBezTo>
                    <a:cubicBezTo>
                      <a:pt x="0" y="20"/>
                      <a:pt x="9" y="15"/>
                      <a:pt x="12" y="12"/>
                    </a:cubicBezTo>
                    <a:cubicBezTo>
                      <a:pt x="15" y="9"/>
                      <a:pt x="17" y="3"/>
                      <a:pt x="22" y="1"/>
                    </a:cubicBezTo>
                    <a:cubicBezTo>
                      <a:pt x="25" y="0"/>
                      <a:pt x="27" y="3"/>
                      <a:pt x="27" y="5"/>
                    </a:cubicBezTo>
                    <a:cubicBezTo>
                      <a:pt x="27" y="9"/>
                      <a:pt x="21" y="12"/>
                      <a:pt x="18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4" name="Freeform 2085">
                <a:extLst>
                  <a:ext uri="{FF2B5EF4-FFF2-40B4-BE49-F238E27FC236}">
                    <a16:creationId xmlns:a16="http://schemas.microsoft.com/office/drawing/2014/main" id="{460F1DAB-A471-451F-BCC3-D50963A43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4094"/>
                <a:ext cx="13" cy="17"/>
              </a:xfrm>
              <a:custGeom>
                <a:avLst/>
                <a:gdLst>
                  <a:gd name="T0" fmla="*/ 13 w 32"/>
                  <a:gd name="T1" fmla="*/ 23 h 41"/>
                  <a:gd name="T2" fmla="*/ 10 w 32"/>
                  <a:gd name="T3" fmla="*/ 19 h 41"/>
                  <a:gd name="T4" fmla="*/ 7 w 32"/>
                  <a:gd name="T5" fmla="*/ 16 h 41"/>
                  <a:gd name="T6" fmla="*/ 3 w 32"/>
                  <a:gd name="T7" fmla="*/ 15 h 41"/>
                  <a:gd name="T8" fmla="*/ 0 w 32"/>
                  <a:gd name="T9" fmla="*/ 8 h 41"/>
                  <a:gd name="T10" fmla="*/ 7 w 32"/>
                  <a:gd name="T11" fmla="*/ 1 h 41"/>
                  <a:gd name="T12" fmla="*/ 15 w 32"/>
                  <a:gd name="T13" fmla="*/ 7 h 41"/>
                  <a:gd name="T14" fmla="*/ 24 w 32"/>
                  <a:gd name="T15" fmla="*/ 11 h 41"/>
                  <a:gd name="T16" fmla="*/ 31 w 32"/>
                  <a:gd name="T17" fmla="*/ 17 h 41"/>
                  <a:gd name="T18" fmla="*/ 31 w 32"/>
                  <a:gd name="T19" fmla="*/ 25 h 41"/>
                  <a:gd name="T20" fmla="*/ 30 w 32"/>
                  <a:gd name="T21" fmla="*/ 35 h 41"/>
                  <a:gd name="T22" fmla="*/ 13 w 32"/>
                  <a:gd name="T23" fmla="*/ 23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41">
                    <a:moveTo>
                      <a:pt x="13" y="23"/>
                    </a:moveTo>
                    <a:cubicBezTo>
                      <a:pt x="12" y="22"/>
                      <a:pt x="11" y="21"/>
                      <a:pt x="10" y="19"/>
                    </a:cubicBezTo>
                    <a:cubicBezTo>
                      <a:pt x="9" y="18"/>
                      <a:pt x="8" y="17"/>
                      <a:pt x="7" y="16"/>
                    </a:cubicBezTo>
                    <a:cubicBezTo>
                      <a:pt x="5" y="15"/>
                      <a:pt x="4" y="16"/>
                      <a:pt x="3" y="15"/>
                    </a:cubicBezTo>
                    <a:cubicBezTo>
                      <a:pt x="0" y="14"/>
                      <a:pt x="0" y="10"/>
                      <a:pt x="0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13" y="0"/>
                      <a:pt x="13" y="2"/>
                      <a:pt x="15" y="7"/>
                    </a:cubicBezTo>
                    <a:cubicBezTo>
                      <a:pt x="18" y="10"/>
                      <a:pt x="21" y="9"/>
                      <a:pt x="24" y="11"/>
                    </a:cubicBezTo>
                    <a:cubicBezTo>
                      <a:pt x="27" y="12"/>
                      <a:pt x="30" y="14"/>
                      <a:pt x="31" y="17"/>
                    </a:cubicBezTo>
                    <a:cubicBezTo>
                      <a:pt x="32" y="19"/>
                      <a:pt x="31" y="23"/>
                      <a:pt x="31" y="25"/>
                    </a:cubicBezTo>
                    <a:cubicBezTo>
                      <a:pt x="31" y="28"/>
                      <a:pt x="32" y="33"/>
                      <a:pt x="30" y="35"/>
                    </a:cubicBezTo>
                    <a:cubicBezTo>
                      <a:pt x="23" y="41"/>
                      <a:pt x="17" y="25"/>
                      <a:pt x="13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5" name="Freeform 2086">
                <a:extLst>
                  <a:ext uri="{FF2B5EF4-FFF2-40B4-BE49-F238E27FC236}">
                    <a16:creationId xmlns:a16="http://schemas.microsoft.com/office/drawing/2014/main" id="{5EC36F6B-5991-4515-AAA2-AD90670A2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4070"/>
                <a:ext cx="27" cy="21"/>
              </a:xfrm>
              <a:custGeom>
                <a:avLst/>
                <a:gdLst>
                  <a:gd name="T0" fmla="*/ 2 w 67"/>
                  <a:gd name="T1" fmla="*/ 50 h 51"/>
                  <a:gd name="T2" fmla="*/ 4 w 67"/>
                  <a:gd name="T3" fmla="*/ 43 h 51"/>
                  <a:gd name="T4" fmla="*/ 23 w 67"/>
                  <a:gd name="T5" fmla="*/ 35 h 51"/>
                  <a:gd name="T6" fmla="*/ 30 w 67"/>
                  <a:gd name="T7" fmla="*/ 20 h 51"/>
                  <a:gd name="T8" fmla="*/ 33 w 67"/>
                  <a:gd name="T9" fmla="*/ 21 h 51"/>
                  <a:gd name="T10" fmla="*/ 39 w 67"/>
                  <a:gd name="T11" fmla="*/ 14 h 51"/>
                  <a:gd name="T12" fmla="*/ 45 w 67"/>
                  <a:gd name="T13" fmla="*/ 8 h 51"/>
                  <a:gd name="T14" fmla="*/ 58 w 67"/>
                  <a:gd name="T15" fmla="*/ 1 h 51"/>
                  <a:gd name="T16" fmla="*/ 66 w 67"/>
                  <a:gd name="T17" fmla="*/ 6 h 51"/>
                  <a:gd name="T18" fmla="*/ 61 w 67"/>
                  <a:gd name="T19" fmla="*/ 10 h 51"/>
                  <a:gd name="T20" fmla="*/ 45 w 67"/>
                  <a:gd name="T21" fmla="*/ 15 h 51"/>
                  <a:gd name="T22" fmla="*/ 39 w 67"/>
                  <a:gd name="T23" fmla="*/ 28 h 51"/>
                  <a:gd name="T24" fmla="*/ 27 w 67"/>
                  <a:gd name="T25" fmla="*/ 40 h 51"/>
                  <a:gd name="T26" fmla="*/ 21 w 67"/>
                  <a:gd name="T27" fmla="*/ 47 h 51"/>
                  <a:gd name="T28" fmla="*/ 12 w 67"/>
                  <a:gd name="T29" fmla="*/ 50 h 51"/>
                  <a:gd name="T30" fmla="*/ 2 w 67"/>
                  <a:gd name="T31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" h="51">
                    <a:moveTo>
                      <a:pt x="2" y="50"/>
                    </a:moveTo>
                    <a:cubicBezTo>
                      <a:pt x="0" y="48"/>
                      <a:pt x="1" y="45"/>
                      <a:pt x="4" y="43"/>
                    </a:cubicBezTo>
                    <a:cubicBezTo>
                      <a:pt x="10" y="39"/>
                      <a:pt x="18" y="42"/>
                      <a:pt x="23" y="35"/>
                    </a:cubicBezTo>
                    <a:cubicBezTo>
                      <a:pt x="25" y="31"/>
                      <a:pt x="25" y="22"/>
                      <a:pt x="30" y="20"/>
                    </a:cubicBezTo>
                    <a:cubicBezTo>
                      <a:pt x="31" y="20"/>
                      <a:pt x="32" y="21"/>
                      <a:pt x="33" y="21"/>
                    </a:cubicBezTo>
                    <a:cubicBezTo>
                      <a:pt x="36" y="20"/>
                      <a:pt x="37" y="16"/>
                      <a:pt x="39" y="14"/>
                    </a:cubicBezTo>
                    <a:cubicBezTo>
                      <a:pt x="41" y="12"/>
                      <a:pt x="43" y="12"/>
                      <a:pt x="45" y="8"/>
                    </a:cubicBezTo>
                    <a:cubicBezTo>
                      <a:pt x="47" y="3"/>
                      <a:pt x="51" y="0"/>
                      <a:pt x="58" y="1"/>
                    </a:cubicBezTo>
                    <a:cubicBezTo>
                      <a:pt x="60" y="2"/>
                      <a:pt x="64" y="3"/>
                      <a:pt x="66" y="6"/>
                    </a:cubicBezTo>
                    <a:cubicBezTo>
                      <a:pt x="67" y="9"/>
                      <a:pt x="63" y="9"/>
                      <a:pt x="61" y="10"/>
                    </a:cubicBezTo>
                    <a:cubicBezTo>
                      <a:pt x="56" y="10"/>
                      <a:pt x="48" y="11"/>
                      <a:pt x="45" y="15"/>
                    </a:cubicBezTo>
                    <a:cubicBezTo>
                      <a:pt x="42" y="19"/>
                      <a:pt x="42" y="24"/>
                      <a:pt x="39" y="28"/>
                    </a:cubicBezTo>
                    <a:cubicBezTo>
                      <a:pt x="36" y="33"/>
                      <a:pt x="31" y="36"/>
                      <a:pt x="27" y="40"/>
                    </a:cubicBezTo>
                    <a:cubicBezTo>
                      <a:pt x="25" y="42"/>
                      <a:pt x="23" y="45"/>
                      <a:pt x="21" y="47"/>
                    </a:cubicBezTo>
                    <a:cubicBezTo>
                      <a:pt x="18" y="49"/>
                      <a:pt x="15" y="49"/>
                      <a:pt x="12" y="50"/>
                    </a:cubicBezTo>
                    <a:cubicBezTo>
                      <a:pt x="9" y="50"/>
                      <a:pt x="5" y="51"/>
                      <a:pt x="2" y="5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6" name="Freeform 2087">
                <a:extLst>
                  <a:ext uri="{FF2B5EF4-FFF2-40B4-BE49-F238E27FC236}">
                    <a16:creationId xmlns:a16="http://schemas.microsoft.com/office/drawing/2014/main" id="{0BF073B4-2897-4667-B8EF-39C4455F4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4083"/>
                <a:ext cx="4" cy="5"/>
              </a:xfrm>
              <a:custGeom>
                <a:avLst/>
                <a:gdLst>
                  <a:gd name="T0" fmla="*/ 1 w 11"/>
                  <a:gd name="T1" fmla="*/ 12 h 13"/>
                  <a:gd name="T2" fmla="*/ 0 w 11"/>
                  <a:gd name="T3" fmla="*/ 11 h 13"/>
                  <a:gd name="T4" fmla="*/ 4 w 11"/>
                  <a:gd name="T5" fmla="*/ 4 h 13"/>
                  <a:gd name="T6" fmla="*/ 10 w 11"/>
                  <a:gd name="T7" fmla="*/ 3 h 13"/>
                  <a:gd name="T8" fmla="*/ 10 w 11"/>
                  <a:gd name="T9" fmla="*/ 8 h 13"/>
                  <a:gd name="T10" fmla="*/ 7 w 11"/>
                  <a:gd name="T11" fmla="*/ 9 h 13"/>
                  <a:gd name="T12" fmla="*/ 5 w 11"/>
                  <a:gd name="T13" fmla="*/ 11 h 13"/>
                  <a:gd name="T14" fmla="*/ 1 w 11"/>
                  <a:gd name="T1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3">
                    <a:moveTo>
                      <a:pt x="1" y="12"/>
                    </a:moveTo>
                    <a:cubicBezTo>
                      <a:pt x="0" y="12"/>
                      <a:pt x="0" y="12"/>
                      <a:pt x="0" y="11"/>
                    </a:cubicBezTo>
                    <a:cubicBezTo>
                      <a:pt x="0" y="7"/>
                      <a:pt x="2" y="6"/>
                      <a:pt x="4" y="4"/>
                    </a:cubicBezTo>
                    <a:cubicBezTo>
                      <a:pt x="6" y="2"/>
                      <a:pt x="8" y="0"/>
                      <a:pt x="10" y="3"/>
                    </a:cubicBezTo>
                    <a:cubicBezTo>
                      <a:pt x="10" y="5"/>
                      <a:pt x="11" y="6"/>
                      <a:pt x="10" y="8"/>
                    </a:cubicBezTo>
                    <a:cubicBezTo>
                      <a:pt x="10" y="9"/>
                      <a:pt x="8" y="9"/>
                      <a:pt x="7" y="9"/>
                    </a:cubicBezTo>
                    <a:cubicBezTo>
                      <a:pt x="5" y="9"/>
                      <a:pt x="6" y="10"/>
                      <a:pt x="5" y="11"/>
                    </a:cubicBezTo>
                    <a:cubicBezTo>
                      <a:pt x="4" y="12"/>
                      <a:pt x="2" y="13"/>
                      <a:pt x="1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7" name="Freeform 2088">
                <a:extLst>
                  <a:ext uri="{FF2B5EF4-FFF2-40B4-BE49-F238E27FC236}">
                    <a16:creationId xmlns:a16="http://schemas.microsoft.com/office/drawing/2014/main" id="{6F40138F-3658-45BF-8E27-C7D21DCFC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4082"/>
                <a:ext cx="6" cy="2"/>
              </a:xfrm>
              <a:custGeom>
                <a:avLst/>
                <a:gdLst>
                  <a:gd name="T0" fmla="*/ 8 w 14"/>
                  <a:gd name="T1" fmla="*/ 0 h 7"/>
                  <a:gd name="T2" fmla="*/ 12 w 14"/>
                  <a:gd name="T3" fmla="*/ 5 h 7"/>
                  <a:gd name="T4" fmla="*/ 4 w 14"/>
                  <a:gd name="T5" fmla="*/ 5 h 7"/>
                  <a:gd name="T6" fmla="*/ 8 w 14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8" y="0"/>
                    </a:moveTo>
                    <a:cubicBezTo>
                      <a:pt x="10" y="0"/>
                      <a:pt x="14" y="2"/>
                      <a:pt x="12" y="5"/>
                    </a:cubicBezTo>
                    <a:cubicBezTo>
                      <a:pt x="11" y="7"/>
                      <a:pt x="6" y="6"/>
                      <a:pt x="4" y="5"/>
                    </a:cubicBezTo>
                    <a:cubicBezTo>
                      <a:pt x="0" y="2"/>
                      <a:pt x="5" y="0"/>
                      <a:pt x="8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8" name="Freeform 2089">
                <a:extLst>
                  <a:ext uri="{FF2B5EF4-FFF2-40B4-BE49-F238E27FC236}">
                    <a16:creationId xmlns:a16="http://schemas.microsoft.com/office/drawing/2014/main" id="{DCBD81D8-2DAA-4D57-B659-B5AD62C0C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4075"/>
                <a:ext cx="6" cy="7"/>
              </a:xfrm>
              <a:custGeom>
                <a:avLst/>
                <a:gdLst>
                  <a:gd name="T0" fmla="*/ 2 w 17"/>
                  <a:gd name="T1" fmla="*/ 7 h 17"/>
                  <a:gd name="T2" fmla="*/ 6 w 17"/>
                  <a:gd name="T3" fmla="*/ 5 h 17"/>
                  <a:gd name="T4" fmla="*/ 8 w 17"/>
                  <a:gd name="T5" fmla="*/ 2 h 17"/>
                  <a:gd name="T6" fmla="*/ 12 w 17"/>
                  <a:gd name="T7" fmla="*/ 7 h 17"/>
                  <a:gd name="T8" fmla="*/ 15 w 17"/>
                  <a:gd name="T9" fmla="*/ 12 h 17"/>
                  <a:gd name="T10" fmla="*/ 2 w 17"/>
                  <a:gd name="T11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7">
                    <a:moveTo>
                      <a:pt x="2" y="7"/>
                    </a:moveTo>
                    <a:cubicBezTo>
                      <a:pt x="3" y="6"/>
                      <a:pt x="5" y="6"/>
                      <a:pt x="6" y="5"/>
                    </a:cubicBezTo>
                    <a:cubicBezTo>
                      <a:pt x="7" y="4"/>
                      <a:pt x="7" y="3"/>
                      <a:pt x="8" y="2"/>
                    </a:cubicBezTo>
                    <a:cubicBezTo>
                      <a:pt x="12" y="0"/>
                      <a:pt x="11" y="5"/>
                      <a:pt x="12" y="7"/>
                    </a:cubicBezTo>
                    <a:cubicBezTo>
                      <a:pt x="13" y="8"/>
                      <a:pt x="17" y="8"/>
                      <a:pt x="15" y="12"/>
                    </a:cubicBezTo>
                    <a:cubicBezTo>
                      <a:pt x="13" y="17"/>
                      <a:pt x="0" y="10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9" name="Freeform 2090">
                <a:extLst>
                  <a:ext uri="{FF2B5EF4-FFF2-40B4-BE49-F238E27FC236}">
                    <a16:creationId xmlns:a16="http://schemas.microsoft.com/office/drawing/2014/main" id="{53FCE731-EA1E-48E0-BDA1-19CBA2208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4072"/>
                <a:ext cx="3" cy="6"/>
              </a:xfrm>
              <a:custGeom>
                <a:avLst/>
                <a:gdLst>
                  <a:gd name="T0" fmla="*/ 5 w 8"/>
                  <a:gd name="T1" fmla="*/ 14 h 15"/>
                  <a:gd name="T2" fmla="*/ 2 w 8"/>
                  <a:gd name="T3" fmla="*/ 12 h 15"/>
                  <a:gd name="T4" fmla="*/ 2 w 8"/>
                  <a:gd name="T5" fmla="*/ 3 h 15"/>
                  <a:gd name="T6" fmla="*/ 6 w 8"/>
                  <a:gd name="T7" fmla="*/ 2 h 15"/>
                  <a:gd name="T8" fmla="*/ 5 w 8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5" y="14"/>
                    </a:moveTo>
                    <a:cubicBezTo>
                      <a:pt x="3" y="15"/>
                      <a:pt x="2" y="13"/>
                      <a:pt x="2" y="12"/>
                    </a:cubicBezTo>
                    <a:cubicBezTo>
                      <a:pt x="1" y="10"/>
                      <a:pt x="0" y="5"/>
                      <a:pt x="2" y="3"/>
                    </a:cubicBezTo>
                    <a:cubicBezTo>
                      <a:pt x="2" y="1"/>
                      <a:pt x="5" y="0"/>
                      <a:pt x="6" y="2"/>
                    </a:cubicBezTo>
                    <a:cubicBezTo>
                      <a:pt x="8" y="5"/>
                      <a:pt x="8" y="12"/>
                      <a:pt x="5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0" name="Freeform 2091">
                <a:extLst>
                  <a:ext uri="{FF2B5EF4-FFF2-40B4-BE49-F238E27FC236}">
                    <a16:creationId xmlns:a16="http://schemas.microsoft.com/office/drawing/2014/main" id="{F9F05F4E-FC30-429F-B3F7-13D09BEA4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4056"/>
                <a:ext cx="6" cy="4"/>
              </a:xfrm>
              <a:custGeom>
                <a:avLst/>
                <a:gdLst>
                  <a:gd name="T0" fmla="*/ 8 w 16"/>
                  <a:gd name="T1" fmla="*/ 0 h 9"/>
                  <a:gd name="T2" fmla="*/ 13 w 16"/>
                  <a:gd name="T3" fmla="*/ 1 h 9"/>
                  <a:gd name="T4" fmla="*/ 14 w 16"/>
                  <a:gd name="T5" fmla="*/ 3 h 9"/>
                  <a:gd name="T6" fmla="*/ 8 w 16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9">
                    <a:moveTo>
                      <a:pt x="8" y="0"/>
                    </a:moveTo>
                    <a:cubicBezTo>
                      <a:pt x="10" y="0"/>
                      <a:pt x="11" y="0"/>
                      <a:pt x="13" y="1"/>
                    </a:cubicBezTo>
                    <a:cubicBezTo>
                      <a:pt x="13" y="1"/>
                      <a:pt x="14" y="2"/>
                      <a:pt x="14" y="3"/>
                    </a:cubicBezTo>
                    <a:cubicBezTo>
                      <a:pt x="16" y="9"/>
                      <a:pt x="0" y="5"/>
                      <a:pt x="8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1" name="Freeform 2092">
                <a:extLst>
                  <a:ext uri="{FF2B5EF4-FFF2-40B4-BE49-F238E27FC236}">
                    <a16:creationId xmlns:a16="http://schemas.microsoft.com/office/drawing/2014/main" id="{B1550D93-D56D-4B2A-B14B-EF318C9CC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4050"/>
                <a:ext cx="8" cy="6"/>
              </a:xfrm>
              <a:custGeom>
                <a:avLst/>
                <a:gdLst>
                  <a:gd name="T0" fmla="*/ 5 w 18"/>
                  <a:gd name="T1" fmla="*/ 3 h 14"/>
                  <a:gd name="T2" fmla="*/ 18 w 18"/>
                  <a:gd name="T3" fmla="*/ 6 h 14"/>
                  <a:gd name="T4" fmla="*/ 15 w 18"/>
                  <a:gd name="T5" fmla="*/ 12 h 14"/>
                  <a:gd name="T6" fmla="*/ 5 w 18"/>
                  <a:gd name="T7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5" y="3"/>
                    </a:moveTo>
                    <a:cubicBezTo>
                      <a:pt x="8" y="0"/>
                      <a:pt x="16" y="2"/>
                      <a:pt x="18" y="6"/>
                    </a:cubicBezTo>
                    <a:cubicBezTo>
                      <a:pt x="18" y="8"/>
                      <a:pt x="17" y="11"/>
                      <a:pt x="15" y="12"/>
                    </a:cubicBezTo>
                    <a:cubicBezTo>
                      <a:pt x="11" y="14"/>
                      <a:pt x="0" y="9"/>
                      <a:pt x="5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2" name="Freeform 2093">
                <a:extLst>
                  <a:ext uri="{FF2B5EF4-FFF2-40B4-BE49-F238E27FC236}">
                    <a16:creationId xmlns:a16="http://schemas.microsoft.com/office/drawing/2014/main" id="{5D330CD4-AA40-4C4B-85B0-BCBB3B0CE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4057"/>
                <a:ext cx="26" cy="22"/>
              </a:xfrm>
              <a:custGeom>
                <a:avLst/>
                <a:gdLst>
                  <a:gd name="T0" fmla="*/ 20 w 62"/>
                  <a:gd name="T1" fmla="*/ 33 h 53"/>
                  <a:gd name="T2" fmla="*/ 19 w 62"/>
                  <a:gd name="T3" fmla="*/ 40 h 53"/>
                  <a:gd name="T4" fmla="*/ 9 w 62"/>
                  <a:gd name="T5" fmla="*/ 52 h 53"/>
                  <a:gd name="T6" fmla="*/ 10 w 62"/>
                  <a:gd name="T7" fmla="*/ 41 h 53"/>
                  <a:gd name="T8" fmla="*/ 20 w 62"/>
                  <a:gd name="T9" fmla="*/ 30 h 53"/>
                  <a:gd name="T10" fmla="*/ 32 w 62"/>
                  <a:gd name="T11" fmla="*/ 18 h 53"/>
                  <a:gd name="T12" fmla="*/ 39 w 62"/>
                  <a:gd name="T13" fmla="*/ 4 h 53"/>
                  <a:gd name="T14" fmla="*/ 57 w 62"/>
                  <a:gd name="T15" fmla="*/ 4 h 53"/>
                  <a:gd name="T16" fmla="*/ 60 w 62"/>
                  <a:gd name="T17" fmla="*/ 21 h 53"/>
                  <a:gd name="T18" fmla="*/ 50 w 62"/>
                  <a:gd name="T19" fmla="*/ 36 h 53"/>
                  <a:gd name="T20" fmla="*/ 38 w 62"/>
                  <a:gd name="T21" fmla="*/ 42 h 53"/>
                  <a:gd name="T22" fmla="*/ 30 w 62"/>
                  <a:gd name="T23" fmla="*/ 35 h 53"/>
                  <a:gd name="T24" fmla="*/ 20 w 62"/>
                  <a:gd name="T25" fmla="*/ 3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2" h="53">
                    <a:moveTo>
                      <a:pt x="20" y="33"/>
                    </a:moveTo>
                    <a:cubicBezTo>
                      <a:pt x="19" y="35"/>
                      <a:pt x="19" y="38"/>
                      <a:pt x="19" y="40"/>
                    </a:cubicBezTo>
                    <a:cubicBezTo>
                      <a:pt x="18" y="47"/>
                      <a:pt x="17" y="52"/>
                      <a:pt x="9" y="52"/>
                    </a:cubicBezTo>
                    <a:cubicBezTo>
                      <a:pt x="0" y="53"/>
                      <a:pt x="8" y="44"/>
                      <a:pt x="10" y="41"/>
                    </a:cubicBezTo>
                    <a:cubicBezTo>
                      <a:pt x="14" y="37"/>
                      <a:pt x="15" y="33"/>
                      <a:pt x="20" y="30"/>
                    </a:cubicBezTo>
                    <a:cubicBezTo>
                      <a:pt x="26" y="27"/>
                      <a:pt x="30" y="25"/>
                      <a:pt x="32" y="18"/>
                    </a:cubicBezTo>
                    <a:cubicBezTo>
                      <a:pt x="33" y="14"/>
                      <a:pt x="35" y="7"/>
                      <a:pt x="39" y="4"/>
                    </a:cubicBezTo>
                    <a:cubicBezTo>
                      <a:pt x="44" y="1"/>
                      <a:pt x="52" y="0"/>
                      <a:pt x="57" y="4"/>
                    </a:cubicBezTo>
                    <a:cubicBezTo>
                      <a:pt x="62" y="7"/>
                      <a:pt x="60" y="16"/>
                      <a:pt x="60" y="21"/>
                    </a:cubicBezTo>
                    <a:cubicBezTo>
                      <a:pt x="58" y="27"/>
                      <a:pt x="56" y="33"/>
                      <a:pt x="50" y="36"/>
                    </a:cubicBezTo>
                    <a:cubicBezTo>
                      <a:pt x="47" y="38"/>
                      <a:pt x="42" y="42"/>
                      <a:pt x="38" y="42"/>
                    </a:cubicBezTo>
                    <a:cubicBezTo>
                      <a:pt x="34" y="42"/>
                      <a:pt x="33" y="38"/>
                      <a:pt x="30" y="35"/>
                    </a:cubicBezTo>
                    <a:cubicBezTo>
                      <a:pt x="29" y="34"/>
                      <a:pt x="22" y="29"/>
                      <a:pt x="20" y="3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3" name="Freeform 2094">
                <a:extLst>
                  <a:ext uri="{FF2B5EF4-FFF2-40B4-BE49-F238E27FC236}">
                    <a16:creationId xmlns:a16="http://schemas.microsoft.com/office/drawing/2014/main" id="{9DD5AA90-1B5E-41B7-B9FB-7D5375BDF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4046"/>
                <a:ext cx="21" cy="32"/>
              </a:xfrm>
              <a:custGeom>
                <a:avLst/>
                <a:gdLst>
                  <a:gd name="T0" fmla="*/ 6 w 52"/>
                  <a:gd name="T1" fmla="*/ 47 h 79"/>
                  <a:gd name="T2" fmla="*/ 0 w 52"/>
                  <a:gd name="T3" fmla="*/ 40 h 79"/>
                  <a:gd name="T4" fmla="*/ 5 w 52"/>
                  <a:gd name="T5" fmla="*/ 31 h 79"/>
                  <a:gd name="T6" fmla="*/ 13 w 52"/>
                  <a:gd name="T7" fmla="*/ 20 h 79"/>
                  <a:gd name="T8" fmla="*/ 22 w 52"/>
                  <a:gd name="T9" fmla="*/ 13 h 79"/>
                  <a:gd name="T10" fmla="*/ 28 w 52"/>
                  <a:gd name="T11" fmla="*/ 5 h 79"/>
                  <a:gd name="T12" fmla="*/ 41 w 52"/>
                  <a:gd name="T13" fmla="*/ 10 h 79"/>
                  <a:gd name="T14" fmla="*/ 50 w 52"/>
                  <a:gd name="T15" fmla="*/ 15 h 79"/>
                  <a:gd name="T16" fmla="*/ 49 w 52"/>
                  <a:gd name="T17" fmla="*/ 28 h 79"/>
                  <a:gd name="T18" fmla="*/ 48 w 52"/>
                  <a:gd name="T19" fmla="*/ 39 h 79"/>
                  <a:gd name="T20" fmla="*/ 47 w 52"/>
                  <a:gd name="T21" fmla="*/ 52 h 79"/>
                  <a:gd name="T22" fmla="*/ 45 w 52"/>
                  <a:gd name="T23" fmla="*/ 62 h 79"/>
                  <a:gd name="T24" fmla="*/ 39 w 52"/>
                  <a:gd name="T25" fmla="*/ 66 h 79"/>
                  <a:gd name="T26" fmla="*/ 34 w 52"/>
                  <a:gd name="T27" fmla="*/ 69 h 79"/>
                  <a:gd name="T28" fmla="*/ 30 w 52"/>
                  <a:gd name="T29" fmla="*/ 76 h 79"/>
                  <a:gd name="T30" fmla="*/ 26 w 52"/>
                  <a:gd name="T31" fmla="*/ 77 h 79"/>
                  <a:gd name="T32" fmla="*/ 24 w 52"/>
                  <a:gd name="T33" fmla="*/ 70 h 79"/>
                  <a:gd name="T34" fmla="*/ 12 w 52"/>
                  <a:gd name="T35" fmla="*/ 65 h 79"/>
                  <a:gd name="T36" fmla="*/ 9 w 52"/>
                  <a:gd name="T37" fmla="*/ 57 h 79"/>
                  <a:gd name="T38" fmla="*/ 6 w 52"/>
                  <a:gd name="T39" fmla="*/ 4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2" h="79">
                    <a:moveTo>
                      <a:pt x="6" y="47"/>
                    </a:moveTo>
                    <a:cubicBezTo>
                      <a:pt x="5" y="45"/>
                      <a:pt x="1" y="43"/>
                      <a:pt x="0" y="40"/>
                    </a:cubicBezTo>
                    <a:cubicBezTo>
                      <a:pt x="0" y="37"/>
                      <a:pt x="3" y="33"/>
                      <a:pt x="5" y="31"/>
                    </a:cubicBezTo>
                    <a:cubicBezTo>
                      <a:pt x="8" y="27"/>
                      <a:pt x="10" y="23"/>
                      <a:pt x="13" y="20"/>
                    </a:cubicBezTo>
                    <a:cubicBezTo>
                      <a:pt x="16" y="16"/>
                      <a:pt x="19" y="15"/>
                      <a:pt x="22" y="13"/>
                    </a:cubicBezTo>
                    <a:cubicBezTo>
                      <a:pt x="25" y="11"/>
                      <a:pt x="26" y="8"/>
                      <a:pt x="28" y="5"/>
                    </a:cubicBezTo>
                    <a:cubicBezTo>
                      <a:pt x="33" y="0"/>
                      <a:pt x="37" y="8"/>
                      <a:pt x="41" y="10"/>
                    </a:cubicBezTo>
                    <a:cubicBezTo>
                      <a:pt x="45" y="11"/>
                      <a:pt x="48" y="12"/>
                      <a:pt x="50" y="15"/>
                    </a:cubicBezTo>
                    <a:cubicBezTo>
                      <a:pt x="52" y="19"/>
                      <a:pt x="50" y="24"/>
                      <a:pt x="49" y="28"/>
                    </a:cubicBezTo>
                    <a:cubicBezTo>
                      <a:pt x="48" y="31"/>
                      <a:pt x="48" y="35"/>
                      <a:pt x="48" y="39"/>
                    </a:cubicBezTo>
                    <a:cubicBezTo>
                      <a:pt x="48" y="43"/>
                      <a:pt x="48" y="47"/>
                      <a:pt x="47" y="52"/>
                    </a:cubicBezTo>
                    <a:cubicBezTo>
                      <a:pt x="46" y="55"/>
                      <a:pt x="46" y="59"/>
                      <a:pt x="45" y="62"/>
                    </a:cubicBezTo>
                    <a:cubicBezTo>
                      <a:pt x="44" y="64"/>
                      <a:pt x="41" y="65"/>
                      <a:pt x="39" y="66"/>
                    </a:cubicBezTo>
                    <a:cubicBezTo>
                      <a:pt x="37" y="66"/>
                      <a:pt x="35" y="67"/>
                      <a:pt x="34" y="69"/>
                    </a:cubicBezTo>
                    <a:cubicBezTo>
                      <a:pt x="32" y="71"/>
                      <a:pt x="32" y="74"/>
                      <a:pt x="30" y="76"/>
                    </a:cubicBezTo>
                    <a:cubicBezTo>
                      <a:pt x="29" y="77"/>
                      <a:pt x="27" y="79"/>
                      <a:pt x="26" y="77"/>
                    </a:cubicBezTo>
                    <a:cubicBezTo>
                      <a:pt x="24" y="76"/>
                      <a:pt x="24" y="72"/>
                      <a:pt x="24" y="70"/>
                    </a:cubicBezTo>
                    <a:cubicBezTo>
                      <a:pt x="23" y="64"/>
                      <a:pt x="16" y="67"/>
                      <a:pt x="12" y="65"/>
                    </a:cubicBezTo>
                    <a:cubicBezTo>
                      <a:pt x="9" y="63"/>
                      <a:pt x="9" y="60"/>
                      <a:pt x="9" y="57"/>
                    </a:cubicBezTo>
                    <a:cubicBezTo>
                      <a:pt x="10" y="54"/>
                      <a:pt x="8" y="50"/>
                      <a:pt x="6" y="4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4" name="Freeform 2095">
                <a:extLst>
                  <a:ext uri="{FF2B5EF4-FFF2-40B4-BE49-F238E27FC236}">
                    <a16:creationId xmlns:a16="http://schemas.microsoft.com/office/drawing/2014/main" id="{B904E606-70DA-4A51-B7D4-2F68D4D41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4060"/>
                <a:ext cx="6" cy="6"/>
              </a:xfrm>
              <a:custGeom>
                <a:avLst/>
                <a:gdLst>
                  <a:gd name="T0" fmla="*/ 7 w 13"/>
                  <a:gd name="T1" fmla="*/ 14 h 15"/>
                  <a:gd name="T2" fmla="*/ 1 w 13"/>
                  <a:gd name="T3" fmla="*/ 14 h 15"/>
                  <a:gd name="T4" fmla="*/ 2 w 13"/>
                  <a:gd name="T5" fmla="*/ 7 h 15"/>
                  <a:gd name="T6" fmla="*/ 5 w 13"/>
                  <a:gd name="T7" fmla="*/ 5 h 15"/>
                  <a:gd name="T8" fmla="*/ 6 w 13"/>
                  <a:gd name="T9" fmla="*/ 2 h 15"/>
                  <a:gd name="T10" fmla="*/ 11 w 13"/>
                  <a:gd name="T11" fmla="*/ 2 h 15"/>
                  <a:gd name="T12" fmla="*/ 7 w 1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">
                    <a:moveTo>
                      <a:pt x="7" y="14"/>
                    </a:moveTo>
                    <a:cubicBezTo>
                      <a:pt x="5" y="15"/>
                      <a:pt x="2" y="15"/>
                      <a:pt x="1" y="14"/>
                    </a:cubicBezTo>
                    <a:cubicBezTo>
                      <a:pt x="0" y="12"/>
                      <a:pt x="1" y="9"/>
                      <a:pt x="2" y="7"/>
                    </a:cubicBezTo>
                    <a:cubicBezTo>
                      <a:pt x="3" y="6"/>
                      <a:pt x="4" y="6"/>
                      <a:pt x="5" y="5"/>
                    </a:cubicBezTo>
                    <a:cubicBezTo>
                      <a:pt x="6" y="4"/>
                      <a:pt x="5" y="3"/>
                      <a:pt x="6" y="2"/>
                    </a:cubicBezTo>
                    <a:cubicBezTo>
                      <a:pt x="8" y="0"/>
                      <a:pt x="10" y="0"/>
                      <a:pt x="11" y="2"/>
                    </a:cubicBezTo>
                    <a:cubicBezTo>
                      <a:pt x="13" y="5"/>
                      <a:pt x="11" y="13"/>
                      <a:pt x="7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5" name="Freeform 2096">
                <a:extLst>
                  <a:ext uri="{FF2B5EF4-FFF2-40B4-BE49-F238E27FC236}">
                    <a16:creationId xmlns:a16="http://schemas.microsoft.com/office/drawing/2014/main" id="{8C4C8549-DC52-489D-8261-466A9979D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4056"/>
                <a:ext cx="7" cy="5"/>
              </a:xfrm>
              <a:custGeom>
                <a:avLst/>
                <a:gdLst>
                  <a:gd name="T0" fmla="*/ 1 w 17"/>
                  <a:gd name="T1" fmla="*/ 8 h 11"/>
                  <a:gd name="T2" fmla="*/ 1 w 17"/>
                  <a:gd name="T3" fmla="*/ 2 h 11"/>
                  <a:gd name="T4" fmla="*/ 9 w 17"/>
                  <a:gd name="T5" fmla="*/ 0 h 11"/>
                  <a:gd name="T6" fmla="*/ 16 w 17"/>
                  <a:gd name="T7" fmla="*/ 3 h 11"/>
                  <a:gd name="T8" fmla="*/ 17 w 17"/>
                  <a:gd name="T9" fmla="*/ 8 h 11"/>
                  <a:gd name="T10" fmla="*/ 10 w 17"/>
                  <a:gd name="T11" fmla="*/ 11 h 11"/>
                  <a:gd name="T12" fmla="*/ 1 w 17"/>
                  <a:gd name="T1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1" y="8"/>
                    </a:move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0"/>
                      <a:pt x="9" y="0"/>
                    </a:cubicBezTo>
                    <a:cubicBezTo>
                      <a:pt x="12" y="0"/>
                      <a:pt x="15" y="1"/>
                      <a:pt x="16" y="3"/>
                    </a:cubicBezTo>
                    <a:cubicBezTo>
                      <a:pt x="16" y="4"/>
                      <a:pt x="17" y="7"/>
                      <a:pt x="17" y="8"/>
                    </a:cubicBezTo>
                    <a:cubicBezTo>
                      <a:pt x="16" y="11"/>
                      <a:pt x="12" y="11"/>
                      <a:pt x="10" y="11"/>
                    </a:cubicBezTo>
                    <a:cubicBezTo>
                      <a:pt x="7" y="10"/>
                      <a:pt x="2" y="10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6" name="Freeform 2097">
                <a:extLst>
                  <a:ext uri="{FF2B5EF4-FFF2-40B4-BE49-F238E27FC236}">
                    <a16:creationId xmlns:a16="http://schemas.microsoft.com/office/drawing/2014/main" id="{C2FD5C6A-0CF1-4C1E-91C8-57C4E0D76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4016"/>
                <a:ext cx="7" cy="11"/>
              </a:xfrm>
              <a:custGeom>
                <a:avLst/>
                <a:gdLst>
                  <a:gd name="T0" fmla="*/ 1 w 17"/>
                  <a:gd name="T1" fmla="*/ 17 h 28"/>
                  <a:gd name="T2" fmla="*/ 0 w 17"/>
                  <a:gd name="T3" fmla="*/ 14 h 28"/>
                  <a:gd name="T4" fmla="*/ 2 w 17"/>
                  <a:gd name="T5" fmla="*/ 11 h 28"/>
                  <a:gd name="T6" fmla="*/ 4 w 17"/>
                  <a:gd name="T7" fmla="*/ 4 h 28"/>
                  <a:gd name="T8" fmla="*/ 10 w 17"/>
                  <a:gd name="T9" fmla="*/ 1 h 28"/>
                  <a:gd name="T10" fmla="*/ 12 w 17"/>
                  <a:gd name="T11" fmla="*/ 4 h 28"/>
                  <a:gd name="T12" fmla="*/ 15 w 17"/>
                  <a:gd name="T13" fmla="*/ 5 h 28"/>
                  <a:gd name="T14" fmla="*/ 16 w 17"/>
                  <a:gd name="T15" fmla="*/ 10 h 28"/>
                  <a:gd name="T16" fmla="*/ 9 w 17"/>
                  <a:gd name="T17" fmla="*/ 18 h 28"/>
                  <a:gd name="T18" fmla="*/ 8 w 17"/>
                  <a:gd name="T19" fmla="*/ 27 h 28"/>
                  <a:gd name="T20" fmla="*/ 2 w 17"/>
                  <a:gd name="T21" fmla="*/ 24 h 28"/>
                  <a:gd name="T22" fmla="*/ 1 w 17"/>
                  <a:gd name="T23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8">
                    <a:moveTo>
                      <a:pt x="1" y="17"/>
                    </a:moveTo>
                    <a:cubicBezTo>
                      <a:pt x="1" y="16"/>
                      <a:pt x="0" y="16"/>
                      <a:pt x="0" y="14"/>
                    </a:cubicBezTo>
                    <a:cubicBezTo>
                      <a:pt x="0" y="13"/>
                      <a:pt x="1" y="12"/>
                      <a:pt x="2" y="11"/>
                    </a:cubicBezTo>
                    <a:cubicBezTo>
                      <a:pt x="3" y="9"/>
                      <a:pt x="2" y="6"/>
                      <a:pt x="4" y="4"/>
                    </a:cubicBezTo>
                    <a:cubicBezTo>
                      <a:pt x="5" y="3"/>
                      <a:pt x="8" y="0"/>
                      <a:pt x="10" y="1"/>
                    </a:cubicBezTo>
                    <a:cubicBezTo>
                      <a:pt x="11" y="1"/>
                      <a:pt x="11" y="3"/>
                      <a:pt x="12" y="4"/>
                    </a:cubicBezTo>
                    <a:cubicBezTo>
                      <a:pt x="13" y="4"/>
                      <a:pt x="14" y="4"/>
                      <a:pt x="15" y="5"/>
                    </a:cubicBezTo>
                    <a:cubicBezTo>
                      <a:pt x="17" y="6"/>
                      <a:pt x="17" y="8"/>
                      <a:pt x="16" y="10"/>
                    </a:cubicBezTo>
                    <a:cubicBezTo>
                      <a:pt x="15" y="14"/>
                      <a:pt x="9" y="13"/>
                      <a:pt x="9" y="18"/>
                    </a:cubicBezTo>
                    <a:cubicBezTo>
                      <a:pt x="10" y="21"/>
                      <a:pt x="14" y="28"/>
                      <a:pt x="8" y="27"/>
                    </a:cubicBezTo>
                    <a:cubicBezTo>
                      <a:pt x="6" y="27"/>
                      <a:pt x="3" y="25"/>
                      <a:pt x="2" y="24"/>
                    </a:cubicBezTo>
                    <a:cubicBezTo>
                      <a:pt x="0" y="21"/>
                      <a:pt x="1" y="20"/>
                      <a:pt x="1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7" name="Freeform 2098">
                <a:extLst>
                  <a:ext uri="{FF2B5EF4-FFF2-40B4-BE49-F238E27FC236}">
                    <a16:creationId xmlns:a16="http://schemas.microsoft.com/office/drawing/2014/main" id="{113898C8-750F-4A1E-9E22-260A624C3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4021"/>
                <a:ext cx="9" cy="5"/>
              </a:xfrm>
              <a:custGeom>
                <a:avLst/>
                <a:gdLst>
                  <a:gd name="T0" fmla="*/ 1 w 22"/>
                  <a:gd name="T1" fmla="*/ 5 h 13"/>
                  <a:gd name="T2" fmla="*/ 7 w 22"/>
                  <a:gd name="T3" fmla="*/ 1 h 13"/>
                  <a:gd name="T4" fmla="*/ 14 w 22"/>
                  <a:gd name="T5" fmla="*/ 3 h 13"/>
                  <a:gd name="T6" fmla="*/ 21 w 22"/>
                  <a:gd name="T7" fmla="*/ 5 h 13"/>
                  <a:gd name="T8" fmla="*/ 1 w 22"/>
                  <a:gd name="T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3">
                    <a:moveTo>
                      <a:pt x="1" y="5"/>
                    </a:moveTo>
                    <a:cubicBezTo>
                      <a:pt x="1" y="2"/>
                      <a:pt x="4" y="0"/>
                      <a:pt x="7" y="1"/>
                    </a:cubicBezTo>
                    <a:cubicBezTo>
                      <a:pt x="9" y="1"/>
                      <a:pt x="12" y="2"/>
                      <a:pt x="14" y="3"/>
                    </a:cubicBezTo>
                    <a:cubicBezTo>
                      <a:pt x="16" y="3"/>
                      <a:pt x="20" y="2"/>
                      <a:pt x="21" y="5"/>
                    </a:cubicBezTo>
                    <a:cubicBezTo>
                      <a:pt x="22" y="9"/>
                      <a:pt x="0" y="13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8" name="Freeform 2099">
                <a:extLst>
                  <a:ext uri="{FF2B5EF4-FFF2-40B4-BE49-F238E27FC236}">
                    <a16:creationId xmlns:a16="http://schemas.microsoft.com/office/drawing/2014/main" id="{DDEE85A8-8259-4C9F-97A5-5247D08D7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4012"/>
                <a:ext cx="7" cy="8"/>
              </a:xfrm>
              <a:custGeom>
                <a:avLst/>
                <a:gdLst>
                  <a:gd name="T0" fmla="*/ 4 w 18"/>
                  <a:gd name="T1" fmla="*/ 16 h 20"/>
                  <a:gd name="T2" fmla="*/ 0 w 18"/>
                  <a:gd name="T3" fmla="*/ 12 h 20"/>
                  <a:gd name="T4" fmla="*/ 10 w 18"/>
                  <a:gd name="T5" fmla="*/ 3 h 20"/>
                  <a:gd name="T6" fmla="*/ 6 w 18"/>
                  <a:gd name="T7" fmla="*/ 13 h 20"/>
                  <a:gd name="T8" fmla="*/ 4 w 18"/>
                  <a:gd name="T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4" y="16"/>
                    </a:moveTo>
                    <a:cubicBezTo>
                      <a:pt x="2" y="20"/>
                      <a:pt x="1" y="14"/>
                      <a:pt x="0" y="12"/>
                    </a:cubicBezTo>
                    <a:cubicBezTo>
                      <a:pt x="0" y="7"/>
                      <a:pt x="4" y="0"/>
                      <a:pt x="10" y="3"/>
                    </a:cubicBezTo>
                    <a:cubicBezTo>
                      <a:pt x="18" y="6"/>
                      <a:pt x="10" y="10"/>
                      <a:pt x="6" y="13"/>
                    </a:cubicBezTo>
                    <a:cubicBezTo>
                      <a:pt x="5" y="14"/>
                      <a:pt x="5" y="15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9" name="Freeform 2100">
                <a:extLst>
                  <a:ext uri="{FF2B5EF4-FFF2-40B4-BE49-F238E27FC236}">
                    <a16:creationId xmlns:a16="http://schemas.microsoft.com/office/drawing/2014/main" id="{BF37CABA-636A-49F4-ABE2-A289751A3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4001"/>
                <a:ext cx="8" cy="5"/>
              </a:xfrm>
              <a:custGeom>
                <a:avLst/>
                <a:gdLst>
                  <a:gd name="T0" fmla="*/ 4 w 20"/>
                  <a:gd name="T1" fmla="*/ 8 h 13"/>
                  <a:gd name="T2" fmla="*/ 2 w 20"/>
                  <a:gd name="T3" fmla="*/ 2 h 13"/>
                  <a:gd name="T4" fmla="*/ 9 w 20"/>
                  <a:gd name="T5" fmla="*/ 1 h 13"/>
                  <a:gd name="T6" fmla="*/ 17 w 20"/>
                  <a:gd name="T7" fmla="*/ 3 h 13"/>
                  <a:gd name="T8" fmla="*/ 14 w 20"/>
                  <a:gd name="T9" fmla="*/ 10 h 13"/>
                  <a:gd name="T10" fmla="*/ 8 w 20"/>
                  <a:gd name="T11" fmla="*/ 12 h 13"/>
                  <a:gd name="T12" fmla="*/ 4 w 20"/>
                  <a:gd name="T1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3">
                    <a:moveTo>
                      <a:pt x="4" y="8"/>
                    </a:moveTo>
                    <a:cubicBezTo>
                      <a:pt x="2" y="6"/>
                      <a:pt x="0" y="5"/>
                      <a:pt x="2" y="2"/>
                    </a:cubicBezTo>
                    <a:cubicBezTo>
                      <a:pt x="4" y="0"/>
                      <a:pt x="7" y="1"/>
                      <a:pt x="9" y="1"/>
                    </a:cubicBezTo>
                    <a:cubicBezTo>
                      <a:pt x="12" y="1"/>
                      <a:pt x="15" y="1"/>
                      <a:pt x="17" y="3"/>
                    </a:cubicBezTo>
                    <a:cubicBezTo>
                      <a:pt x="20" y="6"/>
                      <a:pt x="16" y="9"/>
                      <a:pt x="14" y="10"/>
                    </a:cubicBezTo>
                    <a:cubicBezTo>
                      <a:pt x="12" y="10"/>
                      <a:pt x="10" y="13"/>
                      <a:pt x="8" y="12"/>
                    </a:cubicBezTo>
                    <a:cubicBezTo>
                      <a:pt x="7" y="12"/>
                      <a:pt x="6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0" name="Freeform 2101">
                <a:extLst>
                  <a:ext uri="{FF2B5EF4-FFF2-40B4-BE49-F238E27FC236}">
                    <a16:creationId xmlns:a16="http://schemas.microsoft.com/office/drawing/2014/main" id="{4D93E2C6-AA2B-4106-BD95-2BDCB3887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4017"/>
                <a:ext cx="4" cy="6"/>
              </a:xfrm>
              <a:custGeom>
                <a:avLst/>
                <a:gdLst>
                  <a:gd name="T0" fmla="*/ 7 w 11"/>
                  <a:gd name="T1" fmla="*/ 4 h 15"/>
                  <a:gd name="T2" fmla="*/ 8 w 11"/>
                  <a:gd name="T3" fmla="*/ 7 h 15"/>
                  <a:gd name="T4" fmla="*/ 7 w 11"/>
                  <a:gd name="T5" fmla="*/ 14 h 15"/>
                  <a:gd name="T6" fmla="*/ 1 w 11"/>
                  <a:gd name="T7" fmla="*/ 11 h 15"/>
                  <a:gd name="T8" fmla="*/ 7 w 11"/>
                  <a:gd name="T9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7" y="4"/>
                    </a:moveTo>
                    <a:cubicBezTo>
                      <a:pt x="8" y="5"/>
                      <a:pt x="7" y="6"/>
                      <a:pt x="8" y="7"/>
                    </a:cubicBezTo>
                    <a:cubicBezTo>
                      <a:pt x="8" y="10"/>
                      <a:pt x="11" y="13"/>
                      <a:pt x="7" y="14"/>
                    </a:cubicBezTo>
                    <a:cubicBezTo>
                      <a:pt x="4" y="15"/>
                      <a:pt x="1" y="14"/>
                      <a:pt x="1" y="11"/>
                    </a:cubicBezTo>
                    <a:cubicBezTo>
                      <a:pt x="0" y="7"/>
                      <a:pt x="2" y="0"/>
                      <a:pt x="7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1" name="Freeform 2102">
                <a:extLst>
                  <a:ext uri="{FF2B5EF4-FFF2-40B4-BE49-F238E27FC236}">
                    <a16:creationId xmlns:a16="http://schemas.microsoft.com/office/drawing/2014/main" id="{DDB8EFC0-F528-485C-AA0D-96CDD8965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4074"/>
                <a:ext cx="11" cy="15"/>
              </a:xfrm>
              <a:custGeom>
                <a:avLst/>
                <a:gdLst>
                  <a:gd name="T0" fmla="*/ 9 w 28"/>
                  <a:gd name="T1" fmla="*/ 19 h 37"/>
                  <a:gd name="T2" fmla="*/ 5 w 28"/>
                  <a:gd name="T3" fmla="*/ 12 h 37"/>
                  <a:gd name="T4" fmla="*/ 3 w 28"/>
                  <a:gd name="T5" fmla="*/ 6 h 37"/>
                  <a:gd name="T6" fmla="*/ 6 w 28"/>
                  <a:gd name="T7" fmla="*/ 1 h 37"/>
                  <a:gd name="T8" fmla="*/ 15 w 28"/>
                  <a:gd name="T9" fmla="*/ 5 h 37"/>
                  <a:gd name="T10" fmla="*/ 19 w 28"/>
                  <a:gd name="T11" fmla="*/ 8 h 37"/>
                  <a:gd name="T12" fmla="*/ 22 w 28"/>
                  <a:gd name="T13" fmla="*/ 10 h 37"/>
                  <a:gd name="T14" fmla="*/ 27 w 28"/>
                  <a:gd name="T15" fmla="*/ 26 h 37"/>
                  <a:gd name="T16" fmla="*/ 24 w 28"/>
                  <a:gd name="T17" fmla="*/ 34 h 37"/>
                  <a:gd name="T18" fmla="*/ 17 w 28"/>
                  <a:gd name="T19" fmla="*/ 30 h 37"/>
                  <a:gd name="T20" fmla="*/ 9 w 28"/>
                  <a:gd name="T2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7">
                    <a:moveTo>
                      <a:pt x="9" y="19"/>
                    </a:moveTo>
                    <a:cubicBezTo>
                      <a:pt x="7" y="17"/>
                      <a:pt x="6" y="15"/>
                      <a:pt x="5" y="12"/>
                    </a:cubicBezTo>
                    <a:cubicBezTo>
                      <a:pt x="4" y="9"/>
                      <a:pt x="5" y="8"/>
                      <a:pt x="3" y="6"/>
                    </a:cubicBezTo>
                    <a:cubicBezTo>
                      <a:pt x="0" y="3"/>
                      <a:pt x="2" y="0"/>
                      <a:pt x="6" y="1"/>
                    </a:cubicBezTo>
                    <a:cubicBezTo>
                      <a:pt x="8" y="2"/>
                      <a:pt x="12" y="4"/>
                      <a:pt x="15" y="5"/>
                    </a:cubicBezTo>
                    <a:cubicBezTo>
                      <a:pt x="17" y="6"/>
                      <a:pt x="18" y="7"/>
                      <a:pt x="19" y="8"/>
                    </a:cubicBezTo>
                    <a:cubicBezTo>
                      <a:pt x="20" y="9"/>
                      <a:pt x="22" y="9"/>
                      <a:pt x="22" y="10"/>
                    </a:cubicBezTo>
                    <a:cubicBezTo>
                      <a:pt x="26" y="13"/>
                      <a:pt x="28" y="21"/>
                      <a:pt x="27" y="26"/>
                    </a:cubicBezTo>
                    <a:cubicBezTo>
                      <a:pt x="27" y="29"/>
                      <a:pt x="26" y="32"/>
                      <a:pt x="24" y="34"/>
                    </a:cubicBezTo>
                    <a:cubicBezTo>
                      <a:pt x="21" y="37"/>
                      <a:pt x="18" y="32"/>
                      <a:pt x="17" y="30"/>
                    </a:cubicBezTo>
                    <a:cubicBezTo>
                      <a:pt x="14" y="26"/>
                      <a:pt x="12" y="22"/>
                      <a:pt x="9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2" name="Freeform 2103">
                <a:extLst>
                  <a:ext uri="{FF2B5EF4-FFF2-40B4-BE49-F238E27FC236}">
                    <a16:creationId xmlns:a16="http://schemas.microsoft.com/office/drawing/2014/main" id="{2B0A3F1D-6F30-4D71-AE1C-0F2BB1543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4058"/>
                <a:ext cx="10" cy="9"/>
              </a:xfrm>
              <a:custGeom>
                <a:avLst/>
                <a:gdLst>
                  <a:gd name="T0" fmla="*/ 21 w 25"/>
                  <a:gd name="T1" fmla="*/ 22 h 23"/>
                  <a:gd name="T2" fmla="*/ 15 w 25"/>
                  <a:gd name="T3" fmla="*/ 21 h 23"/>
                  <a:gd name="T4" fmla="*/ 9 w 25"/>
                  <a:gd name="T5" fmla="*/ 21 h 23"/>
                  <a:gd name="T6" fmla="*/ 1 w 25"/>
                  <a:gd name="T7" fmla="*/ 17 h 23"/>
                  <a:gd name="T8" fmla="*/ 3 w 25"/>
                  <a:gd name="T9" fmla="*/ 11 h 23"/>
                  <a:gd name="T10" fmla="*/ 4 w 25"/>
                  <a:gd name="T11" fmla="*/ 6 h 23"/>
                  <a:gd name="T12" fmla="*/ 17 w 25"/>
                  <a:gd name="T13" fmla="*/ 2 h 23"/>
                  <a:gd name="T14" fmla="*/ 21 w 25"/>
                  <a:gd name="T15" fmla="*/ 13 h 23"/>
                  <a:gd name="T16" fmla="*/ 21 w 25"/>
                  <a:gd name="T1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23">
                    <a:moveTo>
                      <a:pt x="21" y="22"/>
                    </a:moveTo>
                    <a:cubicBezTo>
                      <a:pt x="19" y="23"/>
                      <a:pt x="17" y="21"/>
                      <a:pt x="15" y="21"/>
                    </a:cubicBezTo>
                    <a:cubicBezTo>
                      <a:pt x="13" y="20"/>
                      <a:pt x="11" y="21"/>
                      <a:pt x="9" y="21"/>
                    </a:cubicBezTo>
                    <a:cubicBezTo>
                      <a:pt x="6" y="21"/>
                      <a:pt x="0" y="21"/>
                      <a:pt x="1" y="17"/>
                    </a:cubicBezTo>
                    <a:cubicBezTo>
                      <a:pt x="1" y="15"/>
                      <a:pt x="3" y="13"/>
                      <a:pt x="3" y="11"/>
                    </a:cubicBezTo>
                    <a:cubicBezTo>
                      <a:pt x="4" y="9"/>
                      <a:pt x="4" y="7"/>
                      <a:pt x="4" y="6"/>
                    </a:cubicBezTo>
                    <a:cubicBezTo>
                      <a:pt x="6" y="1"/>
                      <a:pt x="13" y="0"/>
                      <a:pt x="17" y="2"/>
                    </a:cubicBezTo>
                    <a:cubicBezTo>
                      <a:pt x="20" y="4"/>
                      <a:pt x="19" y="9"/>
                      <a:pt x="21" y="13"/>
                    </a:cubicBezTo>
                    <a:cubicBezTo>
                      <a:pt x="22" y="15"/>
                      <a:pt x="25" y="21"/>
                      <a:pt x="21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3" name="Freeform 2104">
                <a:extLst>
                  <a:ext uri="{FF2B5EF4-FFF2-40B4-BE49-F238E27FC236}">
                    <a16:creationId xmlns:a16="http://schemas.microsoft.com/office/drawing/2014/main" id="{E4AF10B1-CC4F-4E87-9ECC-3DCD9541B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4049"/>
                <a:ext cx="4" cy="4"/>
              </a:xfrm>
              <a:custGeom>
                <a:avLst/>
                <a:gdLst>
                  <a:gd name="T0" fmla="*/ 3 w 9"/>
                  <a:gd name="T1" fmla="*/ 11 h 11"/>
                  <a:gd name="T2" fmla="*/ 0 w 9"/>
                  <a:gd name="T3" fmla="*/ 6 h 11"/>
                  <a:gd name="T4" fmla="*/ 5 w 9"/>
                  <a:gd name="T5" fmla="*/ 1 h 11"/>
                  <a:gd name="T6" fmla="*/ 3 w 9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3" y="11"/>
                    </a:moveTo>
                    <a:cubicBezTo>
                      <a:pt x="1" y="11"/>
                      <a:pt x="1" y="8"/>
                      <a:pt x="0" y="6"/>
                    </a:cubicBezTo>
                    <a:cubicBezTo>
                      <a:pt x="0" y="3"/>
                      <a:pt x="1" y="0"/>
                      <a:pt x="5" y="1"/>
                    </a:cubicBezTo>
                    <a:cubicBezTo>
                      <a:pt x="9" y="3"/>
                      <a:pt x="8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4" name="Freeform 2105">
                <a:extLst>
                  <a:ext uri="{FF2B5EF4-FFF2-40B4-BE49-F238E27FC236}">
                    <a16:creationId xmlns:a16="http://schemas.microsoft.com/office/drawing/2014/main" id="{A989BC31-DF31-47A4-8005-2C7209B50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4029"/>
                <a:ext cx="11" cy="19"/>
              </a:xfrm>
              <a:custGeom>
                <a:avLst/>
                <a:gdLst>
                  <a:gd name="T0" fmla="*/ 7 w 28"/>
                  <a:gd name="T1" fmla="*/ 21 h 48"/>
                  <a:gd name="T2" fmla="*/ 5 w 28"/>
                  <a:gd name="T3" fmla="*/ 12 h 48"/>
                  <a:gd name="T4" fmla="*/ 9 w 28"/>
                  <a:gd name="T5" fmla="*/ 3 h 48"/>
                  <a:gd name="T6" fmla="*/ 13 w 28"/>
                  <a:gd name="T7" fmla="*/ 10 h 48"/>
                  <a:gd name="T8" fmla="*/ 23 w 28"/>
                  <a:gd name="T9" fmla="*/ 15 h 48"/>
                  <a:gd name="T10" fmla="*/ 22 w 28"/>
                  <a:gd name="T11" fmla="*/ 23 h 48"/>
                  <a:gd name="T12" fmla="*/ 19 w 28"/>
                  <a:gd name="T13" fmla="*/ 34 h 48"/>
                  <a:gd name="T14" fmla="*/ 11 w 28"/>
                  <a:gd name="T15" fmla="*/ 46 h 48"/>
                  <a:gd name="T16" fmla="*/ 4 w 28"/>
                  <a:gd name="T17" fmla="*/ 46 h 48"/>
                  <a:gd name="T18" fmla="*/ 7 w 28"/>
                  <a:gd name="T19" fmla="*/ 2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48">
                    <a:moveTo>
                      <a:pt x="7" y="21"/>
                    </a:moveTo>
                    <a:cubicBezTo>
                      <a:pt x="4" y="18"/>
                      <a:pt x="4" y="16"/>
                      <a:pt x="5" y="12"/>
                    </a:cubicBezTo>
                    <a:cubicBezTo>
                      <a:pt x="6" y="10"/>
                      <a:pt x="6" y="5"/>
                      <a:pt x="9" y="3"/>
                    </a:cubicBezTo>
                    <a:cubicBezTo>
                      <a:pt x="13" y="0"/>
                      <a:pt x="13" y="8"/>
                      <a:pt x="13" y="10"/>
                    </a:cubicBezTo>
                    <a:cubicBezTo>
                      <a:pt x="14" y="15"/>
                      <a:pt x="19" y="13"/>
                      <a:pt x="23" y="15"/>
                    </a:cubicBezTo>
                    <a:cubicBezTo>
                      <a:pt x="28" y="17"/>
                      <a:pt x="25" y="20"/>
                      <a:pt x="22" y="23"/>
                    </a:cubicBezTo>
                    <a:cubicBezTo>
                      <a:pt x="19" y="26"/>
                      <a:pt x="20" y="30"/>
                      <a:pt x="19" y="34"/>
                    </a:cubicBezTo>
                    <a:cubicBezTo>
                      <a:pt x="18" y="39"/>
                      <a:pt x="15" y="44"/>
                      <a:pt x="11" y="46"/>
                    </a:cubicBezTo>
                    <a:cubicBezTo>
                      <a:pt x="9" y="47"/>
                      <a:pt x="6" y="48"/>
                      <a:pt x="4" y="46"/>
                    </a:cubicBezTo>
                    <a:cubicBezTo>
                      <a:pt x="0" y="38"/>
                      <a:pt x="15" y="28"/>
                      <a:pt x="7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5" name="Freeform 2106">
                <a:extLst>
                  <a:ext uri="{FF2B5EF4-FFF2-40B4-BE49-F238E27FC236}">
                    <a16:creationId xmlns:a16="http://schemas.microsoft.com/office/drawing/2014/main" id="{A4A28BE0-36A7-4440-897F-5CB0364A3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4009"/>
                <a:ext cx="7" cy="5"/>
              </a:xfrm>
              <a:custGeom>
                <a:avLst/>
                <a:gdLst>
                  <a:gd name="T0" fmla="*/ 6 w 19"/>
                  <a:gd name="T1" fmla="*/ 1 h 13"/>
                  <a:gd name="T2" fmla="*/ 11 w 19"/>
                  <a:gd name="T3" fmla="*/ 0 h 13"/>
                  <a:gd name="T4" fmla="*/ 18 w 19"/>
                  <a:gd name="T5" fmla="*/ 3 h 13"/>
                  <a:gd name="T6" fmla="*/ 19 w 19"/>
                  <a:gd name="T7" fmla="*/ 7 h 13"/>
                  <a:gd name="T8" fmla="*/ 2 w 19"/>
                  <a:gd name="T9" fmla="*/ 5 h 13"/>
                  <a:gd name="T10" fmla="*/ 6 w 19"/>
                  <a:gd name="T1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3">
                    <a:moveTo>
                      <a:pt x="6" y="1"/>
                    </a:move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6" y="0"/>
                      <a:pt x="18" y="3"/>
                    </a:cubicBezTo>
                    <a:cubicBezTo>
                      <a:pt x="18" y="4"/>
                      <a:pt x="19" y="6"/>
                      <a:pt x="19" y="7"/>
                    </a:cubicBezTo>
                    <a:cubicBezTo>
                      <a:pt x="19" y="13"/>
                      <a:pt x="0" y="12"/>
                      <a:pt x="2" y="5"/>
                    </a:cubicBezTo>
                    <a:cubicBezTo>
                      <a:pt x="3" y="3"/>
                      <a:pt x="4" y="2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6" name="Freeform 2107">
                <a:extLst>
                  <a:ext uri="{FF2B5EF4-FFF2-40B4-BE49-F238E27FC236}">
                    <a16:creationId xmlns:a16="http://schemas.microsoft.com/office/drawing/2014/main" id="{973AB49C-8F41-41E2-8670-598249077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4020"/>
                <a:ext cx="10" cy="15"/>
              </a:xfrm>
              <a:custGeom>
                <a:avLst/>
                <a:gdLst>
                  <a:gd name="T0" fmla="*/ 9 w 25"/>
                  <a:gd name="T1" fmla="*/ 17 h 36"/>
                  <a:gd name="T2" fmla="*/ 5 w 25"/>
                  <a:gd name="T3" fmla="*/ 8 h 36"/>
                  <a:gd name="T4" fmla="*/ 9 w 25"/>
                  <a:gd name="T5" fmla="*/ 1 h 36"/>
                  <a:gd name="T6" fmla="*/ 16 w 25"/>
                  <a:gd name="T7" fmla="*/ 6 h 36"/>
                  <a:gd name="T8" fmla="*/ 20 w 25"/>
                  <a:gd name="T9" fmla="*/ 13 h 36"/>
                  <a:gd name="T10" fmla="*/ 23 w 25"/>
                  <a:gd name="T11" fmla="*/ 20 h 36"/>
                  <a:gd name="T12" fmla="*/ 20 w 25"/>
                  <a:gd name="T13" fmla="*/ 34 h 36"/>
                  <a:gd name="T14" fmla="*/ 9 w 25"/>
                  <a:gd name="T15" fmla="*/ 34 h 36"/>
                  <a:gd name="T16" fmla="*/ 9 w 25"/>
                  <a:gd name="T17" fmla="*/ 1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36">
                    <a:moveTo>
                      <a:pt x="9" y="17"/>
                    </a:moveTo>
                    <a:cubicBezTo>
                      <a:pt x="9" y="14"/>
                      <a:pt x="6" y="11"/>
                      <a:pt x="5" y="8"/>
                    </a:cubicBezTo>
                    <a:cubicBezTo>
                      <a:pt x="5" y="6"/>
                      <a:pt x="6" y="2"/>
                      <a:pt x="9" y="1"/>
                    </a:cubicBezTo>
                    <a:cubicBezTo>
                      <a:pt x="12" y="0"/>
                      <a:pt x="15" y="4"/>
                      <a:pt x="16" y="6"/>
                    </a:cubicBezTo>
                    <a:cubicBezTo>
                      <a:pt x="18" y="8"/>
                      <a:pt x="20" y="10"/>
                      <a:pt x="20" y="13"/>
                    </a:cubicBezTo>
                    <a:cubicBezTo>
                      <a:pt x="20" y="17"/>
                      <a:pt x="20" y="17"/>
                      <a:pt x="23" y="20"/>
                    </a:cubicBezTo>
                    <a:cubicBezTo>
                      <a:pt x="25" y="22"/>
                      <a:pt x="24" y="32"/>
                      <a:pt x="20" y="34"/>
                    </a:cubicBezTo>
                    <a:cubicBezTo>
                      <a:pt x="17" y="36"/>
                      <a:pt x="13" y="34"/>
                      <a:pt x="9" y="34"/>
                    </a:cubicBezTo>
                    <a:cubicBezTo>
                      <a:pt x="0" y="34"/>
                      <a:pt x="10" y="21"/>
                      <a:pt x="9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7" name="Freeform 2108">
                <a:extLst>
                  <a:ext uri="{FF2B5EF4-FFF2-40B4-BE49-F238E27FC236}">
                    <a16:creationId xmlns:a16="http://schemas.microsoft.com/office/drawing/2014/main" id="{FA0CCD98-41F4-4E50-999D-6FFC33D7A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4026"/>
                <a:ext cx="6" cy="5"/>
              </a:xfrm>
              <a:custGeom>
                <a:avLst/>
                <a:gdLst>
                  <a:gd name="T0" fmla="*/ 3 w 14"/>
                  <a:gd name="T1" fmla="*/ 6 h 13"/>
                  <a:gd name="T2" fmla="*/ 0 w 14"/>
                  <a:gd name="T3" fmla="*/ 2 h 13"/>
                  <a:gd name="T4" fmla="*/ 6 w 14"/>
                  <a:gd name="T5" fmla="*/ 1 h 13"/>
                  <a:gd name="T6" fmla="*/ 10 w 14"/>
                  <a:gd name="T7" fmla="*/ 3 h 13"/>
                  <a:gd name="T8" fmla="*/ 12 w 14"/>
                  <a:gd name="T9" fmla="*/ 5 h 13"/>
                  <a:gd name="T10" fmla="*/ 12 w 14"/>
                  <a:gd name="T11" fmla="*/ 12 h 13"/>
                  <a:gd name="T12" fmla="*/ 5 w 14"/>
                  <a:gd name="T13" fmla="*/ 12 h 13"/>
                  <a:gd name="T14" fmla="*/ 3 w 14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3">
                    <a:moveTo>
                      <a:pt x="3" y="6"/>
                    </a:moveTo>
                    <a:cubicBezTo>
                      <a:pt x="2" y="4"/>
                      <a:pt x="0" y="4"/>
                      <a:pt x="0" y="2"/>
                    </a:cubicBezTo>
                    <a:cubicBezTo>
                      <a:pt x="0" y="0"/>
                      <a:pt x="4" y="0"/>
                      <a:pt x="6" y="1"/>
                    </a:cubicBezTo>
                    <a:cubicBezTo>
                      <a:pt x="7" y="2"/>
                      <a:pt x="8" y="3"/>
                      <a:pt x="10" y="3"/>
                    </a:cubicBezTo>
                    <a:cubicBezTo>
                      <a:pt x="11" y="4"/>
                      <a:pt x="12" y="4"/>
                      <a:pt x="12" y="5"/>
                    </a:cubicBezTo>
                    <a:cubicBezTo>
                      <a:pt x="14" y="6"/>
                      <a:pt x="14" y="10"/>
                      <a:pt x="12" y="12"/>
                    </a:cubicBezTo>
                    <a:cubicBezTo>
                      <a:pt x="11" y="13"/>
                      <a:pt x="7" y="13"/>
                      <a:pt x="5" y="12"/>
                    </a:cubicBezTo>
                    <a:cubicBezTo>
                      <a:pt x="2" y="10"/>
                      <a:pt x="5" y="8"/>
                      <a:pt x="3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8" name="Freeform 2109">
                <a:extLst>
                  <a:ext uri="{FF2B5EF4-FFF2-40B4-BE49-F238E27FC236}">
                    <a16:creationId xmlns:a16="http://schemas.microsoft.com/office/drawing/2014/main" id="{0E61A770-A551-4C6E-9B20-D2E22EF17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4016"/>
                <a:ext cx="13" cy="9"/>
              </a:xfrm>
              <a:custGeom>
                <a:avLst/>
                <a:gdLst>
                  <a:gd name="T0" fmla="*/ 3 w 32"/>
                  <a:gd name="T1" fmla="*/ 12 h 23"/>
                  <a:gd name="T2" fmla="*/ 3 w 32"/>
                  <a:gd name="T3" fmla="*/ 5 h 23"/>
                  <a:gd name="T4" fmla="*/ 9 w 32"/>
                  <a:gd name="T5" fmla="*/ 6 h 23"/>
                  <a:gd name="T6" fmla="*/ 16 w 32"/>
                  <a:gd name="T7" fmla="*/ 3 h 23"/>
                  <a:gd name="T8" fmla="*/ 30 w 32"/>
                  <a:gd name="T9" fmla="*/ 6 h 23"/>
                  <a:gd name="T10" fmla="*/ 19 w 32"/>
                  <a:gd name="T11" fmla="*/ 17 h 23"/>
                  <a:gd name="T12" fmla="*/ 9 w 32"/>
                  <a:gd name="T13" fmla="*/ 22 h 23"/>
                  <a:gd name="T14" fmla="*/ 1 w 32"/>
                  <a:gd name="T15" fmla="*/ 20 h 23"/>
                  <a:gd name="T16" fmla="*/ 3 w 32"/>
                  <a:gd name="T17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3">
                    <a:moveTo>
                      <a:pt x="3" y="12"/>
                    </a:moveTo>
                    <a:cubicBezTo>
                      <a:pt x="3" y="10"/>
                      <a:pt x="1" y="7"/>
                      <a:pt x="3" y="5"/>
                    </a:cubicBezTo>
                    <a:cubicBezTo>
                      <a:pt x="5" y="3"/>
                      <a:pt x="7" y="6"/>
                      <a:pt x="9" y="6"/>
                    </a:cubicBezTo>
                    <a:cubicBezTo>
                      <a:pt x="11" y="6"/>
                      <a:pt x="14" y="4"/>
                      <a:pt x="16" y="3"/>
                    </a:cubicBezTo>
                    <a:cubicBezTo>
                      <a:pt x="20" y="2"/>
                      <a:pt x="29" y="0"/>
                      <a:pt x="30" y="6"/>
                    </a:cubicBezTo>
                    <a:cubicBezTo>
                      <a:pt x="32" y="13"/>
                      <a:pt x="24" y="15"/>
                      <a:pt x="19" y="17"/>
                    </a:cubicBezTo>
                    <a:cubicBezTo>
                      <a:pt x="15" y="18"/>
                      <a:pt x="13" y="21"/>
                      <a:pt x="9" y="22"/>
                    </a:cubicBezTo>
                    <a:cubicBezTo>
                      <a:pt x="7" y="23"/>
                      <a:pt x="2" y="23"/>
                      <a:pt x="1" y="20"/>
                    </a:cubicBezTo>
                    <a:cubicBezTo>
                      <a:pt x="0" y="18"/>
                      <a:pt x="3" y="15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9" name="Freeform 2110">
                <a:extLst>
                  <a:ext uri="{FF2B5EF4-FFF2-40B4-BE49-F238E27FC236}">
                    <a16:creationId xmlns:a16="http://schemas.microsoft.com/office/drawing/2014/main" id="{D4F5B105-EDCB-47BC-B782-14DF2DDF3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4001"/>
                <a:ext cx="25" cy="14"/>
              </a:xfrm>
              <a:custGeom>
                <a:avLst/>
                <a:gdLst>
                  <a:gd name="T0" fmla="*/ 24 w 61"/>
                  <a:gd name="T1" fmla="*/ 17 h 36"/>
                  <a:gd name="T2" fmla="*/ 11 w 61"/>
                  <a:gd name="T3" fmla="*/ 12 h 36"/>
                  <a:gd name="T4" fmla="*/ 1 w 61"/>
                  <a:gd name="T5" fmla="*/ 6 h 36"/>
                  <a:gd name="T6" fmla="*/ 13 w 61"/>
                  <a:gd name="T7" fmla="*/ 1 h 36"/>
                  <a:gd name="T8" fmla="*/ 26 w 61"/>
                  <a:gd name="T9" fmla="*/ 8 h 36"/>
                  <a:gd name="T10" fmla="*/ 42 w 61"/>
                  <a:gd name="T11" fmla="*/ 5 h 36"/>
                  <a:gd name="T12" fmla="*/ 56 w 61"/>
                  <a:gd name="T13" fmla="*/ 8 h 36"/>
                  <a:gd name="T14" fmla="*/ 60 w 61"/>
                  <a:gd name="T15" fmla="*/ 20 h 36"/>
                  <a:gd name="T16" fmla="*/ 58 w 61"/>
                  <a:gd name="T17" fmla="*/ 32 h 36"/>
                  <a:gd name="T18" fmla="*/ 40 w 61"/>
                  <a:gd name="T19" fmla="*/ 30 h 36"/>
                  <a:gd name="T20" fmla="*/ 32 w 61"/>
                  <a:gd name="T21" fmla="*/ 23 h 36"/>
                  <a:gd name="T22" fmla="*/ 24 w 61"/>
                  <a:gd name="T23" fmla="*/ 1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" h="36">
                    <a:moveTo>
                      <a:pt x="24" y="17"/>
                    </a:moveTo>
                    <a:cubicBezTo>
                      <a:pt x="20" y="15"/>
                      <a:pt x="16" y="12"/>
                      <a:pt x="11" y="12"/>
                    </a:cubicBezTo>
                    <a:cubicBezTo>
                      <a:pt x="7" y="11"/>
                      <a:pt x="1" y="11"/>
                      <a:pt x="1" y="6"/>
                    </a:cubicBezTo>
                    <a:cubicBezTo>
                      <a:pt x="0" y="0"/>
                      <a:pt x="10" y="0"/>
                      <a:pt x="13" y="1"/>
                    </a:cubicBezTo>
                    <a:cubicBezTo>
                      <a:pt x="18" y="2"/>
                      <a:pt x="21" y="7"/>
                      <a:pt x="26" y="8"/>
                    </a:cubicBezTo>
                    <a:cubicBezTo>
                      <a:pt x="31" y="9"/>
                      <a:pt x="37" y="7"/>
                      <a:pt x="42" y="5"/>
                    </a:cubicBezTo>
                    <a:cubicBezTo>
                      <a:pt x="47" y="4"/>
                      <a:pt x="52" y="2"/>
                      <a:pt x="56" y="8"/>
                    </a:cubicBezTo>
                    <a:cubicBezTo>
                      <a:pt x="58" y="12"/>
                      <a:pt x="59" y="16"/>
                      <a:pt x="60" y="20"/>
                    </a:cubicBezTo>
                    <a:cubicBezTo>
                      <a:pt x="60" y="24"/>
                      <a:pt x="61" y="30"/>
                      <a:pt x="58" y="32"/>
                    </a:cubicBezTo>
                    <a:cubicBezTo>
                      <a:pt x="52" y="36"/>
                      <a:pt x="45" y="32"/>
                      <a:pt x="40" y="30"/>
                    </a:cubicBezTo>
                    <a:cubicBezTo>
                      <a:pt x="37" y="28"/>
                      <a:pt x="34" y="27"/>
                      <a:pt x="32" y="23"/>
                    </a:cubicBezTo>
                    <a:cubicBezTo>
                      <a:pt x="31" y="20"/>
                      <a:pt x="28" y="18"/>
                      <a:pt x="24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0" name="Freeform 2111">
                <a:extLst>
                  <a:ext uri="{FF2B5EF4-FFF2-40B4-BE49-F238E27FC236}">
                    <a16:creationId xmlns:a16="http://schemas.microsoft.com/office/drawing/2014/main" id="{134F65FE-D979-4663-AD7E-5A7A841E5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3968"/>
                <a:ext cx="29" cy="32"/>
              </a:xfrm>
              <a:custGeom>
                <a:avLst/>
                <a:gdLst>
                  <a:gd name="T0" fmla="*/ 40 w 72"/>
                  <a:gd name="T1" fmla="*/ 54 h 77"/>
                  <a:gd name="T2" fmla="*/ 33 w 72"/>
                  <a:gd name="T3" fmla="*/ 46 h 77"/>
                  <a:gd name="T4" fmla="*/ 25 w 72"/>
                  <a:gd name="T5" fmla="*/ 35 h 77"/>
                  <a:gd name="T6" fmla="*/ 16 w 72"/>
                  <a:gd name="T7" fmla="*/ 29 h 77"/>
                  <a:gd name="T8" fmla="*/ 7 w 72"/>
                  <a:gd name="T9" fmla="*/ 28 h 77"/>
                  <a:gd name="T10" fmla="*/ 3 w 72"/>
                  <a:gd name="T11" fmla="*/ 12 h 77"/>
                  <a:gd name="T12" fmla="*/ 23 w 72"/>
                  <a:gd name="T13" fmla="*/ 6 h 77"/>
                  <a:gd name="T14" fmla="*/ 40 w 72"/>
                  <a:gd name="T15" fmla="*/ 25 h 77"/>
                  <a:gd name="T16" fmla="*/ 58 w 72"/>
                  <a:gd name="T17" fmla="*/ 29 h 77"/>
                  <a:gd name="T18" fmla="*/ 62 w 72"/>
                  <a:gd name="T19" fmla="*/ 38 h 77"/>
                  <a:gd name="T20" fmla="*/ 67 w 72"/>
                  <a:gd name="T21" fmla="*/ 45 h 77"/>
                  <a:gd name="T22" fmla="*/ 72 w 72"/>
                  <a:gd name="T23" fmla="*/ 61 h 77"/>
                  <a:gd name="T24" fmla="*/ 62 w 72"/>
                  <a:gd name="T25" fmla="*/ 74 h 77"/>
                  <a:gd name="T26" fmla="*/ 54 w 72"/>
                  <a:gd name="T27" fmla="*/ 62 h 77"/>
                  <a:gd name="T28" fmla="*/ 49 w 72"/>
                  <a:gd name="T29" fmla="*/ 57 h 77"/>
                  <a:gd name="T30" fmla="*/ 40 w 72"/>
                  <a:gd name="T31" fmla="*/ 5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2" h="77">
                    <a:moveTo>
                      <a:pt x="40" y="54"/>
                    </a:moveTo>
                    <a:cubicBezTo>
                      <a:pt x="36" y="53"/>
                      <a:pt x="35" y="49"/>
                      <a:pt x="33" y="46"/>
                    </a:cubicBezTo>
                    <a:cubicBezTo>
                      <a:pt x="31" y="42"/>
                      <a:pt x="28" y="38"/>
                      <a:pt x="25" y="35"/>
                    </a:cubicBezTo>
                    <a:cubicBezTo>
                      <a:pt x="22" y="32"/>
                      <a:pt x="19" y="30"/>
                      <a:pt x="16" y="29"/>
                    </a:cubicBezTo>
                    <a:cubicBezTo>
                      <a:pt x="13" y="28"/>
                      <a:pt x="10" y="29"/>
                      <a:pt x="7" y="28"/>
                    </a:cubicBezTo>
                    <a:cubicBezTo>
                      <a:pt x="0" y="26"/>
                      <a:pt x="0" y="18"/>
                      <a:pt x="3" y="12"/>
                    </a:cubicBezTo>
                    <a:cubicBezTo>
                      <a:pt x="7" y="5"/>
                      <a:pt x="16" y="0"/>
                      <a:pt x="23" y="6"/>
                    </a:cubicBezTo>
                    <a:cubicBezTo>
                      <a:pt x="29" y="11"/>
                      <a:pt x="31" y="24"/>
                      <a:pt x="40" y="25"/>
                    </a:cubicBezTo>
                    <a:cubicBezTo>
                      <a:pt x="47" y="26"/>
                      <a:pt x="54" y="21"/>
                      <a:pt x="58" y="29"/>
                    </a:cubicBezTo>
                    <a:cubicBezTo>
                      <a:pt x="60" y="32"/>
                      <a:pt x="60" y="35"/>
                      <a:pt x="62" y="38"/>
                    </a:cubicBezTo>
                    <a:cubicBezTo>
                      <a:pt x="63" y="41"/>
                      <a:pt x="66" y="43"/>
                      <a:pt x="67" y="45"/>
                    </a:cubicBezTo>
                    <a:cubicBezTo>
                      <a:pt x="70" y="50"/>
                      <a:pt x="72" y="56"/>
                      <a:pt x="72" y="61"/>
                    </a:cubicBezTo>
                    <a:cubicBezTo>
                      <a:pt x="72" y="66"/>
                      <a:pt x="69" y="77"/>
                      <a:pt x="62" y="74"/>
                    </a:cubicBezTo>
                    <a:cubicBezTo>
                      <a:pt x="58" y="71"/>
                      <a:pt x="58" y="66"/>
                      <a:pt x="54" y="62"/>
                    </a:cubicBezTo>
                    <a:cubicBezTo>
                      <a:pt x="53" y="60"/>
                      <a:pt x="51" y="58"/>
                      <a:pt x="49" y="57"/>
                    </a:cubicBezTo>
                    <a:cubicBezTo>
                      <a:pt x="46" y="56"/>
                      <a:pt x="43" y="56"/>
                      <a:pt x="40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1" name="Freeform 2112">
                <a:extLst>
                  <a:ext uri="{FF2B5EF4-FFF2-40B4-BE49-F238E27FC236}">
                    <a16:creationId xmlns:a16="http://schemas.microsoft.com/office/drawing/2014/main" id="{B33D6C9E-4064-4444-8957-B7C3AB01B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4008"/>
                <a:ext cx="11" cy="19"/>
              </a:xfrm>
              <a:custGeom>
                <a:avLst/>
                <a:gdLst>
                  <a:gd name="T0" fmla="*/ 3 w 28"/>
                  <a:gd name="T1" fmla="*/ 27 h 45"/>
                  <a:gd name="T2" fmla="*/ 1 w 28"/>
                  <a:gd name="T3" fmla="*/ 22 h 45"/>
                  <a:gd name="T4" fmla="*/ 5 w 28"/>
                  <a:gd name="T5" fmla="*/ 13 h 45"/>
                  <a:gd name="T6" fmla="*/ 6 w 28"/>
                  <a:gd name="T7" fmla="*/ 3 h 45"/>
                  <a:gd name="T8" fmla="*/ 15 w 28"/>
                  <a:gd name="T9" fmla="*/ 1 h 45"/>
                  <a:gd name="T10" fmla="*/ 25 w 28"/>
                  <a:gd name="T11" fmla="*/ 4 h 45"/>
                  <a:gd name="T12" fmla="*/ 26 w 28"/>
                  <a:gd name="T13" fmla="*/ 14 h 45"/>
                  <a:gd name="T14" fmla="*/ 22 w 28"/>
                  <a:gd name="T15" fmla="*/ 21 h 45"/>
                  <a:gd name="T16" fmla="*/ 17 w 28"/>
                  <a:gd name="T17" fmla="*/ 30 h 45"/>
                  <a:gd name="T18" fmla="*/ 11 w 28"/>
                  <a:gd name="T19" fmla="*/ 38 h 45"/>
                  <a:gd name="T20" fmla="*/ 5 w 28"/>
                  <a:gd name="T21" fmla="*/ 40 h 45"/>
                  <a:gd name="T22" fmla="*/ 6 w 28"/>
                  <a:gd name="T23" fmla="*/ 35 h 45"/>
                  <a:gd name="T24" fmla="*/ 4 w 28"/>
                  <a:gd name="T25" fmla="*/ 28 h 45"/>
                  <a:gd name="T26" fmla="*/ 3 w 28"/>
                  <a:gd name="T27" fmla="*/ 27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45">
                    <a:moveTo>
                      <a:pt x="3" y="27"/>
                    </a:moveTo>
                    <a:cubicBezTo>
                      <a:pt x="2" y="25"/>
                      <a:pt x="0" y="24"/>
                      <a:pt x="1" y="22"/>
                    </a:cubicBezTo>
                    <a:cubicBezTo>
                      <a:pt x="2" y="18"/>
                      <a:pt x="3" y="16"/>
                      <a:pt x="5" y="13"/>
                    </a:cubicBezTo>
                    <a:cubicBezTo>
                      <a:pt x="6" y="9"/>
                      <a:pt x="5" y="5"/>
                      <a:pt x="6" y="3"/>
                    </a:cubicBezTo>
                    <a:cubicBezTo>
                      <a:pt x="8" y="0"/>
                      <a:pt x="13" y="1"/>
                      <a:pt x="15" y="1"/>
                    </a:cubicBezTo>
                    <a:cubicBezTo>
                      <a:pt x="18" y="2"/>
                      <a:pt x="22" y="2"/>
                      <a:pt x="25" y="4"/>
                    </a:cubicBezTo>
                    <a:cubicBezTo>
                      <a:pt x="28" y="6"/>
                      <a:pt x="28" y="10"/>
                      <a:pt x="26" y="14"/>
                    </a:cubicBezTo>
                    <a:cubicBezTo>
                      <a:pt x="25" y="16"/>
                      <a:pt x="23" y="18"/>
                      <a:pt x="22" y="21"/>
                    </a:cubicBezTo>
                    <a:cubicBezTo>
                      <a:pt x="20" y="25"/>
                      <a:pt x="20" y="28"/>
                      <a:pt x="17" y="30"/>
                    </a:cubicBezTo>
                    <a:cubicBezTo>
                      <a:pt x="14" y="33"/>
                      <a:pt x="13" y="34"/>
                      <a:pt x="11" y="38"/>
                    </a:cubicBezTo>
                    <a:cubicBezTo>
                      <a:pt x="11" y="40"/>
                      <a:pt x="6" y="45"/>
                      <a:pt x="5" y="40"/>
                    </a:cubicBezTo>
                    <a:cubicBezTo>
                      <a:pt x="5" y="39"/>
                      <a:pt x="6" y="37"/>
                      <a:pt x="6" y="35"/>
                    </a:cubicBezTo>
                    <a:cubicBezTo>
                      <a:pt x="6" y="33"/>
                      <a:pt x="5" y="30"/>
                      <a:pt x="4" y="28"/>
                    </a:cubicBezTo>
                    <a:cubicBezTo>
                      <a:pt x="3" y="28"/>
                      <a:pt x="3" y="28"/>
                      <a:pt x="3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2" name="Freeform 2113">
                <a:extLst>
                  <a:ext uri="{FF2B5EF4-FFF2-40B4-BE49-F238E27FC236}">
                    <a16:creationId xmlns:a16="http://schemas.microsoft.com/office/drawing/2014/main" id="{E339FC35-F4DE-4B1D-8E9A-F0BEBC0F8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4002"/>
                <a:ext cx="4" cy="11"/>
              </a:xfrm>
              <a:custGeom>
                <a:avLst/>
                <a:gdLst>
                  <a:gd name="T0" fmla="*/ 6 w 9"/>
                  <a:gd name="T1" fmla="*/ 21 h 26"/>
                  <a:gd name="T2" fmla="*/ 0 w 9"/>
                  <a:gd name="T3" fmla="*/ 22 h 26"/>
                  <a:gd name="T4" fmla="*/ 1 w 9"/>
                  <a:gd name="T5" fmla="*/ 9 h 26"/>
                  <a:gd name="T6" fmla="*/ 5 w 9"/>
                  <a:gd name="T7" fmla="*/ 1 h 26"/>
                  <a:gd name="T8" fmla="*/ 9 w 9"/>
                  <a:gd name="T9" fmla="*/ 9 h 26"/>
                  <a:gd name="T10" fmla="*/ 6 w 9"/>
                  <a:gd name="T11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26">
                    <a:moveTo>
                      <a:pt x="6" y="21"/>
                    </a:moveTo>
                    <a:cubicBezTo>
                      <a:pt x="4" y="24"/>
                      <a:pt x="1" y="26"/>
                      <a:pt x="0" y="22"/>
                    </a:cubicBezTo>
                    <a:cubicBezTo>
                      <a:pt x="0" y="18"/>
                      <a:pt x="1" y="13"/>
                      <a:pt x="1" y="9"/>
                    </a:cubicBezTo>
                    <a:cubicBezTo>
                      <a:pt x="1" y="7"/>
                      <a:pt x="3" y="2"/>
                      <a:pt x="5" y="1"/>
                    </a:cubicBezTo>
                    <a:cubicBezTo>
                      <a:pt x="9" y="0"/>
                      <a:pt x="9" y="7"/>
                      <a:pt x="9" y="9"/>
                    </a:cubicBezTo>
                    <a:cubicBezTo>
                      <a:pt x="9" y="13"/>
                      <a:pt x="8" y="17"/>
                      <a:pt x="6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3" name="Freeform 2114">
                <a:extLst>
                  <a:ext uri="{FF2B5EF4-FFF2-40B4-BE49-F238E27FC236}">
                    <a16:creationId xmlns:a16="http://schemas.microsoft.com/office/drawing/2014/main" id="{195DAEAC-AB59-4B41-8414-C6573753F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4213"/>
                <a:ext cx="5" cy="10"/>
              </a:xfrm>
              <a:custGeom>
                <a:avLst/>
                <a:gdLst>
                  <a:gd name="T0" fmla="*/ 1 w 12"/>
                  <a:gd name="T1" fmla="*/ 7 h 23"/>
                  <a:gd name="T2" fmla="*/ 4 w 12"/>
                  <a:gd name="T3" fmla="*/ 2 h 23"/>
                  <a:gd name="T4" fmla="*/ 8 w 12"/>
                  <a:gd name="T5" fmla="*/ 5 h 23"/>
                  <a:gd name="T6" fmla="*/ 10 w 12"/>
                  <a:gd name="T7" fmla="*/ 8 h 23"/>
                  <a:gd name="T8" fmla="*/ 11 w 12"/>
                  <a:gd name="T9" fmla="*/ 17 h 23"/>
                  <a:gd name="T10" fmla="*/ 7 w 12"/>
                  <a:gd name="T11" fmla="*/ 21 h 23"/>
                  <a:gd name="T12" fmla="*/ 4 w 12"/>
                  <a:gd name="T13" fmla="*/ 13 h 23"/>
                  <a:gd name="T14" fmla="*/ 1 w 12"/>
                  <a:gd name="T15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3">
                    <a:moveTo>
                      <a:pt x="1" y="7"/>
                    </a:moveTo>
                    <a:cubicBezTo>
                      <a:pt x="1" y="4"/>
                      <a:pt x="0" y="0"/>
                      <a:pt x="4" y="2"/>
                    </a:cubicBezTo>
                    <a:cubicBezTo>
                      <a:pt x="5" y="2"/>
                      <a:pt x="7" y="4"/>
                      <a:pt x="8" y="5"/>
                    </a:cubicBezTo>
                    <a:cubicBezTo>
                      <a:pt x="9" y="6"/>
                      <a:pt x="9" y="7"/>
                      <a:pt x="10" y="8"/>
                    </a:cubicBezTo>
                    <a:cubicBezTo>
                      <a:pt x="11" y="12"/>
                      <a:pt x="12" y="14"/>
                      <a:pt x="11" y="17"/>
                    </a:cubicBezTo>
                    <a:cubicBezTo>
                      <a:pt x="11" y="20"/>
                      <a:pt x="10" y="23"/>
                      <a:pt x="7" y="21"/>
                    </a:cubicBezTo>
                    <a:cubicBezTo>
                      <a:pt x="5" y="19"/>
                      <a:pt x="5" y="16"/>
                      <a:pt x="4" y="13"/>
                    </a:cubicBezTo>
                    <a:cubicBezTo>
                      <a:pt x="3" y="11"/>
                      <a:pt x="2" y="9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4" name="Freeform 2115">
                <a:extLst>
                  <a:ext uri="{FF2B5EF4-FFF2-40B4-BE49-F238E27FC236}">
                    <a16:creationId xmlns:a16="http://schemas.microsoft.com/office/drawing/2014/main" id="{B381EF23-9019-4380-BA9A-AE30AE565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4162"/>
                <a:ext cx="17" cy="28"/>
              </a:xfrm>
              <a:custGeom>
                <a:avLst/>
                <a:gdLst>
                  <a:gd name="T0" fmla="*/ 32 w 43"/>
                  <a:gd name="T1" fmla="*/ 56 h 68"/>
                  <a:gd name="T2" fmla="*/ 27 w 43"/>
                  <a:gd name="T3" fmla="*/ 68 h 68"/>
                  <a:gd name="T4" fmla="*/ 10 w 43"/>
                  <a:gd name="T5" fmla="*/ 61 h 68"/>
                  <a:gd name="T6" fmla="*/ 2 w 43"/>
                  <a:gd name="T7" fmla="*/ 45 h 68"/>
                  <a:gd name="T8" fmla="*/ 4 w 43"/>
                  <a:gd name="T9" fmla="*/ 38 h 68"/>
                  <a:gd name="T10" fmla="*/ 6 w 43"/>
                  <a:gd name="T11" fmla="*/ 27 h 68"/>
                  <a:gd name="T12" fmla="*/ 5 w 43"/>
                  <a:gd name="T13" fmla="*/ 19 h 68"/>
                  <a:gd name="T14" fmla="*/ 1 w 43"/>
                  <a:gd name="T15" fmla="*/ 13 h 68"/>
                  <a:gd name="T16" fmla="*/ 12 w 43"/>
                  <a:gd name="T17" fmla="*/ 4 h 68"/>
                  <a:gd name="T18" fmla="*/ 17 w 43"/>
                  <a:gd name="T19" fmla="*/ 13 h 68"/>
                  <a:gd name="T20" fmla="*/ 23 w 43"/>
                  <a:gd name="T21" fmla="*/ 21 h 68"/>
                  <a:gd name="T22" fmla="*/ 38 w 43"/>
                  <a:gd name="T23" fmla="*/ 30 h 68"/>
                  <a:gd name="T24" fmla="*/ 43 w 43"/>
                  <a:gd name="T25" fmla="*/ 39 h 68"/>
                  <a:gd name="T26" fmla="*/ 40 w 43"/>
                  <a:gd name="T27" fmla="*/ 44 h 68"/>
                  <a:gd name="T28" fmla="*/ 35 w 43"/>
                  <a:gd name="T29" fmla="*/ 46 h 68"/>
                  <a:gd name="T30" fmla="*/ 32 w 43"/>
                  <a:gd name="T31" fmla="*/ 5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68">
                    <a:moveTo>
                      <a:pt x="32" y="56"/>
                    </a:moveTo>
                    <a:cubicBezTo>
                      <a:pt x="33" y="61"/>
                      <a:pt x="34" y="68"/>
                      <a:pt x="27" y="68"/>
                    </a:cubicBezTo>
                    <a:cubicBezTo>
                      <a:pt x="22" y="67"/>
                      <a:pt x="14" y="65"/>
                      <a:pt x="10" y="61"/>
                    </a:cubicBezTo>
                    <a:cubicBezTo>
                      <a:pt x="6" y="58"/>
                      <a:pt x="2" y="51"/>
                      <a:pt x="2" y="45"/>
                    </a:cubicBezTo>
                    <a:cubicBezTo>
                      <a:pt x="2" y="43"/>
                      <a:pt x="3" y="40"/>
                      <a:pt x="4" y="38"/>
                    </a:cubicBezTo>
                    <a:cubicBezTo>
                      <a:pt x="5" y="34"/>
                      <a:pt x="5" y="31"/>
                      <a:pt x="6" y="27"/>
                    </a:cubicBezTo>
                    <a:cubicBezTo>
                      <a:pt x="6" y="24"/>
                      <a:pt x="6" y="21"/>
                      <a:pt x="5" y="19"/>
                    </a:cubicBezTo>
                    <a:cubicBezTo>
                      <a:pt x="4" y="17"/>
                      <a:pt x="2" y="15"/>
                      <a:pt x="1" y="13"/>
                    </a:cubicBezTo>
                    <a:cubicBezTo>
                      <a:pt x="0" y="8"/>
                      <a:pt x="7" y="0"/>
                      <a:pt x="12" y="4"/>
                    </a:cubicBezTo>
                    <a:cubicBezTo>
                      <a:pt x="14" y="6"/>
                      <a:pt x="15" y="10"/>
                      <a:pt x="17" y="13"/>
                    </a:cubicBezTo>
                    <a:cubicBezTo>
                      <a:pt x="18" y="16"/>
                      <a:pt x="20" y="19"/>
                      <a:pt x="23" y="21"/>
                    </a:cubicBezTo>
                    <a:cubicBezTo>
                      <a:pt x="27" y="24"/>
                      <a:pt x="33" y="26"/>
                      <a:pt x="38" y="30"/>
                    </a:cubicBezTo>
                    <a:cubicBezTo>
                      <a:pt x="40" y="32"/>
                      <a:pt x="43" y="35"/>
                      <a:pt x="43" y="39"/>
                    </a:cubicBezTo>
                    <a:cubicBezTo>
                      <a:pt x="43" y="41"/>
                      <a:pt x="42" y="43"/>
                      <a:pt x="40" y="44"/>
                    </a:cubicBezTo>
                    <a:cubicBezTo>
                      <a:pt x="38" y="46"/>
                      <a:pt x="37" y="46"/>
                      <a:pt x="35" y="46"/>
                    </a:cubicBezTo>
                    <a:cubicBezTo>
                      <a:pt x="30" y="47"/>
                      <a:pt x="32" y="53"/>
                      <a:pt x="32" y="5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5" name="Freeform 2116">
                <a:extLst>
                  <a:ext uri="{FF2B5EF4-FFF2-40B4-BE49-F238E27FC236}">
                    <a16:creationId xmlns:a16="http://schemas.microsoft.com/office/drawing/2014/main" id="{5348BAD4-E8A5-4CE8-93C4-E9B47D69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3894"/>
                <a:ext cx="4" cy="8"/>
              </a:xfrm>
              <a:custGeom>
                <a:avLst/>
                <a:gdLst>
                  <a:gd name="T0" fmla="*/ 8 w 10"/>
                  <a:gd name="T1" fmla="*/ 7 h 20"/>
                  <a:gd name="T2" fmla="*/ 2 w 10"/>
                  <a:gd name="T3" fmla="*/ 12 h 20"/>
                  <a:gd name="T4" fmla="*/ 9 w 10"/>
                  <a:gd name="T5" fmla="*/ 13 h 20"/>
                  <a:gd name="T6" fmla="*/ 8 w 10"/>
                  <a:gd name="T7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8" y="7"/>
                    </a:moveTo>
                    <a:cubicBezTo>
                      <a:pt x="7" y="0"/>
                      <a:pt x="0" y="8"/>
                      <a:pt x="2" y="12"/>
                    </a:cubicBezTo>
                    <a:cubicBezTo>
                      <a:pt x="4" y="16"/>
                      <a:pt x="10" y="20"/>
                      <a:pt x="9" y="13"/>
                    </a:cubicBezTo>
                    <a:cubicBezTo>
                      <a:pt x="9" y="11"/>
                      <a:pt x="9" y="9"/>
                      <a:pt x="8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6" name="Freeform 2117">
                <a:extLst>
                  <a:ext uri="{FF2B5EF4-FFF2-40B4-BE49-F238E27FC236}">
                    <a16:creationId xmlns:a16="http://schemas.microsoft.com/office/drawing/2014/main" id="{3D0F40A8-228A-4988-8EDB-8CECB1DA9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815"/>
                <a:ext cx="4" cy="8"/>
              </a:xfrm>
              <a:custGeom>
                <a:avLst/>
                <a:gdLst>
                  <a:gd name="T0" fmla="*/ 3 w 11"/>
                  <a:gd name="T1" fmla="*/ 13 h 18"/>
                  <a:gd name="T2" fmla="*/ 4 w 11"/>
                  <a:gd name="T3" fmla="*/ 2 h 18"/>
                  <a:gd name="T4" fmla="*/ 10 w 11"/>
                  <a:gd name="T5" fmla="*/ 9 h 18"/>
                  <a:gd name="T6" fmla="*/ 3 w 11"/>
                  <a:gd name="T7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3" y="13"/>
                    </a:moveTo>
                    <a:cubicBezTo>
                      <a:pt x="1" y="11"/>
                      <a:pt x="0" y="3"/>
                      <a:pt x="4" y="2"/>
                    </a:cubicBezTo>
                    <a:cubicBezTo>
                      <a:pt x="8" y="0"/>
                      <a:pt x="10" y="7"/>
                      <a:pt x="10" y="9"/>
                    </a:cubicBezTo>
                    <a:cubicBezTo>
                      <a:pt x="11" y="14"/>
                      <a:pt x="6" y="18"/>
                      <a:pt x="3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7" name="Freeform 2118">
                <a:extLst>
                  <a:ext uri="{FF2B5EF4-FFF2-40B4-BE49-F238E27FC236}">
                    <a16:creationId xmlns:a16="http://schemas.microsoft.com/office/drawing/2014/main" id="{8D362F8A-BA48-4748-88F8-5A8599F64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3826"/>
                <a:ext cx="5" cy="8"/>
              </a:xfrm>
              <a:custGeom>
                <a:avLst/>
                <a:gdLst>
                  <a:gd name="T0" fmla="*/ 8 w 12"/>
                  <a:gd name="T1" fmla="*/ 16 h 18"/>
                  <a:gd name="T2" fmla="*/ 2 w 12"/>
                  <a:gd name="T3" fmla="*/ 15 h 18"/>
                  <a:gd name="T4" fmla="*/ 1 w 12"/>
                  <a:gd name="T5" fmla="*/ 5 h 18"/>
                  <a:gd name="T6" fmla="*/ 11 w 12"/>
                  <a:gd name="T7" fmla="*/ 8 h 18"/>
                  <a:gd name="T8" fmla="*/ 8 w 12"/>
                  <a:gd name="T9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8" y="16"/>
                    </a:moveTo>
                    <a:cubicBezTo>
                      <a:pt x="6" y="18"/>
                      <a:pt x="4" y="17"/>
                      <a:pt x="2" y="15"/>
                    </a:cubicBezTo>
                    <a:cubicBezTo>
                      <a:pt x="1" y="12"/>
                      <a:pt x="0" y="8"/>
                      <a:pt x="1" y="5"/>
                    </a:cubicBezTo>
                    <a:cubicBezTo>
                      <a:pt x="4" y="0"/>
                      <a:pt x="9" y="6"/>
                      <a:pt x="11" y="8"/>
                    </a:cubicBezTo>
                    <a:cubicBezTo>
                      <a:pt x="12" y="9"/>
                      <a:pt x="9" y="15"/>
                      <a:pt x="8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8" name="Freeform 2119">
                <a:extLst>
                  <a:ext uri="{FF2B5EF4-FFF2-40B4-BE49-F238E27FC236}">
                    <a16:creationId xmlns:a16="http://schemas.microsoft.com/office/drawing/2014/main" id="{F0EC9EA5-AD81-4581-A4A0-5D11F0C92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3831"/>
                <a:ext cx="4" cy="5"/>
              </a:xfrm>
              <a:custGeom>
                <a:avLst/>
                <a:gdLst>
                  <a:gd name="T0" fmla="*/ 4 w 8"/>
                  <a:gd name="T1" fmla="*/ 13 h 14"/>
                  <a:gd name="T2" fmla="*/ 0 w 8"/>
                  <a:gd name="T3" fmla="*/ 10 h 14"/>
                  <a:gd name="T4" fmla="*/ 2 w 8"/>
                  <a:gd name="T5" fmla="*/ 3 h 14"/>
                  <a:gd name="T6" fmla="*/ 4 w 8"/>
                  <a:gd name="T7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4" y="13"/>
                    </a:moveTo>
                    <a:cubicBezTo>
                      <a:pt x="3" y="14"/>
                      <a:pt x="1" y="11"/>
                      <a:pt x="0" y="10"/>
                    </a:cubicBezTo>
                    <a:cubicBezTo>
                      <a:pt x="0" y="8"/>
                      <a:pt x="0" y="4"/>
                      <a:pt x="2" y="3"/>
                    </a:cubicBezTo>
                    <a:cubicBezTo>
                      <a:pt x="5" y="0"/>
                      <a:pt x="8" y="12"/>
                      <a:pt x="4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9" name="Freeform 2120">
                <a:extLst>
                  <a:ext uri="{FF2B5EF4-FFF2-40B4-BE49-F238E27FC236}">
                    <a16:creationId xmlns:a16="http://schemas.microsoft.com/office/drawing/2014/main" id="{64187C4F-E0E8-49EE-8041-5FED17EC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3802"/>
                <a:ext cx="7" cy="9"/>
              </a:xfrm>
              <a:custGeom>
                <a:avLst/>
                <a:gdLst>
                  <a:gd name="T0" fmla="*/ 12 w 19"/>
                  <a:gd name="T1" fmla="*/ 19 h 21"/>
                  <a:gd name="T2" fmla="*/ 4 w 19"/>
                  <a:gd name="T3" fmla="*/ 20 h 21"/>
                  <a:gd name="T4" fmla="*/ 4 w 19"/>
                  <a:gd name="T5" fmla="*/ 12 h 21"/>
                  <a:gd name="T6" fmla="*/ 8 w 19"/>
                  <a:gd name="T7" fmla="*/ 3 h 21"/>
                  <a:gd name="T8" fmla="*/ 16 w 19"/>
                  <a:gd name="T9" fmla="*/ 13 h 21"/>
                  <a:gd name="T10" fmla="*/ 14 w 19"/>
                  <a:gd name="T11" fmla="*/ 15 h 21"/>
                  <a:gd name="T12" fmla="*/ 12 w 19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12" y="19"/>
                    </a:moveTo>
                    <a:cubicBezTo>
                      <a:pt x="11" y="21"/>
                      <a:pt x="5" y="21"/>
                      <a:pt x="4" y="20"/>
                    </a:cubicBezTo>
                    <a:cubicBezTo>
                      <a:pt x="0" y="18"/>
                      <a:pt x="3" y="14"/>
                      <a:pt x="4" y="12"/>
                    </a:cubicBezTo>
                    <a:cubicBezTo>
                      <a:pt x="6" y="8"/>
                      <a:pt x="3" y="4"/>
                      <a:pt x="8" y="3"/>
                    </a:cubicBezTo>
                    <a:cubicBezTo>
                      <a:pt x="16" y="0"/>
                      <a:pt x="19" y="7"/>
                      <a:pt x="16" y="13"/>
                    </a:cubicBezTo>
                    <a:cubicBezTo>
                      <a:pt x="16" y="14"/>
                      <a:pt x="14" y="14"/>
                      <a:pt x="14" y="15"/>
                    </a:cubicBezTo>
                    <a:cubicBezTo>
                      <a:pt x="13" y="16"/>
                      <a:pt x="14" y="18"/>
                      <a:pt x="12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20" name="Freeform 2121">
                <a:extLst>
                  <a:ext uri="{FF2B5EF4-FFF2-40B4-BE49-F238E27FC236}">
                    <a16:creationId xmlns:a16="http://schemas.microsoft.com/office/drawing/2014/main" id="{5B1C9C5C-170B-431B-BAF3-E0A91F3A3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3745"/>
                <a:ext cx="32" cy="28"/>
              </a:xfrm>
              <a:custGeom>
                <a:avLst/>
                <a:gdLst>
                  <a:gd name="T0" fmla="*/ 29 w 77"/>
                  <a:gd name="T1" fmla="*/ 49 h 68"/>
                  <a:gd name="T2" fmla="*/ 33 w 77"/>
                  <a:gd name="T3" fmla="*/ 55 h 68"/>
                  <a:gd name="T4" fmla="*/ 31 w 77"/>
                  <a:gd name="T5" fmla="*/ 66 h 68"/>
                  <a:gd name="T6" fmla="*/ 24 w 77"/>
                  <a:gd name="T7" fmla="*/ 55 h 68"/>
                  <a:gd name="T8" fmla="*/ 11 w 77"/>
                  <a:gd name="T9" fmla="*/ 58 h 68"/>
                  <a:gd name="T10" fmla="*/ 9 w 77"/>
                  <a:gd name="T11" fmla="*/ 60 h 68"/>
                  <a:gd name="T12" fmla="*/ 5 w 77"/>
                  <a:gd name="T13" fmla="*/ 59 h 68"/>
                  <a:gd name="T14" fmla="*/ 5 w 77"/>
                  <a:gd name="T15" fmla="*/ 53 h 68"/>
                  <a:gd name="T16" fmla="*/ 5 w 77"/>
                  <a:gd name="T17" fmla="*/ 49 h 68"/>
                  <a:gd name="T18" fmla="*/ 1 w 77"/>
                  <a:gd name="T19" fmla="*/ 35 h 68"/>
                  <a:gd name="T20" fmla="*/ 0 w 77"/>
                  <a:gd name="T21" fmla="*/ 31 h 68"/>
                  <a:gd name="T22" fmla="*/ 5 w 77"/>
                  <a:gd name="T23" fmla="*/ 21 h 68"/>
                  <a:gd name="T24" fmla="*/ 15 w 77"/>
                  <a:gd name="T25" fmla="*/ 20 h 68"/>
                  <a:gd name="T26" fmla="*/ 27 w 77"/>
                  <a:gd name="T27" fmla="*/ 16 h 68"/>
                  <a:gd name="T28" fmla="*/ 48 w 77"/>
                  <a:gd name="T29" fmla="*/ 24 h 68"/>
                  <a:gd name="T30" fmla="*/ 58 w 77"/>
                  <a:gd name="T31" fmla="*/ 20 h 68"/>
                  <a:gd name="T32" fmla="*/ 62 w 77"/>
                  <a:gd name="T33" fmla="*/ 9 h 68"/>
                  <a:gd name="T34" fmla="*/ 70 w 77"/>
                  <a:gd name="T35" fmla="*/ 1 h 68"/>
                  <a:gd name="T36" fmla="*/ 76 w 77"/>
                  <a:gd name="T37" fmla="*/ 11 h 68"/>
                  <a:gd name="T38" fmla="*/ 64 w 77"/>
                  <a:gd name="T39" fmla="*/ 31 h 68"/>
                  <a:gd name="T40" fmla="*/ 63 w 77"/>
                  <a:gd name="T41" fmla="*/ 43 h 68"/>
                  <a:gd name="T42" fmla="*/ 68 w 77"/>
                  <a:gd name="T43" fmla="*/ 52 h 68"/>
                  <a:gd name="T44" fmla="*/ 61 w 77"/>
                  <a:gd name="T45" fmla="*/ 65 h 68"/>
                  <a:gd name="T46" fmla="*/ 49 w 77"/>
                  <a:gd name="T47" fmla="*/ 48 h 68"/>
                  <a:gd name="T48" fmla="*/ 48 w 77"/>
                  <a:gd name="T49" fmla="*/ 38 h 68"/>
                  <a:gd name="T50" fmla="*/ 37 w 77"/>
                  <a:gd name="T51" fmla="*/ 40 h 68"/>
                  <a:gd name="T52" fmla="*/ 29 w 77"/>
                  <a:gd name="T53" fmla="*/ 4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7" h="68">
                    <a:moveTo>
                      <a:pt x="29" y="49"/>
                    </a:moveTo>
                    <a:cubicBezTo>
                      <a:pt x="29" y="51"/>
                      <a:pt x="32" y="53"/>
                      <a:pt x="33" y="55"/>
                    </a:cubicBezTo>
                    <a:cubicBezTo>
                      <a:pt x="36" y="58"/>
                      <a:pt x="37" y="64"/>
                      <a:pt x="31" y="66"/>
                    </a:cubicBezTo>
                    <a:cubicBezTo>
                      <a:pt x="25" y="68"/>
                      <a:pt x="28" y="58"/>
                      <a:pt x="24" y="55"/>
                    </a:cubicBezTo>
                    <a:cubicBezTo>
                      <a:pt x="20" y="53"/>
                      <a:pt x="14" y="56"/>
                      <a:pt x="11" y="58"/>
                    </a:cubicBezTo>
                    <a:cubicBezTo>
                      <a:pt x="11" y="58"/>
                      <a:pt x="10" y="59"/>
                      <a:pt x="9" y="60"/>
                    </a:cubicBezTo>
                    <a:cubicBezTo>
                      <a:pt x="8" y="60"/>
                      <a:pt x="6" y="60"/>
                      <a:pt x="5" y="59"/>
                    </a:cubicBezTo>
                    <a:cubicBezTo>
                      <a:pt x="3" y="57"/>
                      <a:pt x="5" y="55"/>
                      <a:pt x="5" y="53"/>
                    </a:cubicBezTo>
                    <a:cubicBezTo>
                      <a:pt x="5" y="51"/>
                      <a:pt x="5" y="51"/>
                      <a:pt x="5" y="49"/>
                    </a:cubicBezTo>
                    <a:cubicBezTo>
                      <a:pt x="4" y="44"/>
                      <a:pt x="3" y="40"/>
                      <a:pt x="1" y="35"/>
                    </a:cubicBezTo>
                    <a:cubicBezTo>
                      <a:pt x="1" y="34"/>
                      <a:pt x="0" y="32"/>
                      <a:pt x="0" y="31"/>
                    </a:cubicBezTo>
                    <a:cubicBezTo>
                      <a:pt x="0" y="28"/>
                      <a:pt x="2" y="22"/>
                      <a:pt x="5" y="21"/>
                    </a:cubicBezTo>
                    <a:cubicBezTo>
                      <a:pt x="8" y="20"/>
                      <a:pt x="12" y="20"/>
                      <a:pt x="15" y="20"/>
                    </a:cubicBezTo>
                    <a:cubicBezTo>
                      <a:pt x="21" y="21"/>
                      <a:pt x="22" y="19"/>
                      <a:pt x="27" y="16"/>
                    </a:cubicBezTo>
                    <a:cubicBezTo>
                      <a:pt x="35" y="11"/>
                      <a:pt x="40" y="24"/>
                      <a:pt x="48" y="24"/>
                    </a:cubicBezTo>
                    <a:cubicBezTo>
                      <a:pt x="51" y="24"/>
                      <a:pt x="56" y="22"/>
                      <a:pt x="58" y="20"/>
                    </a:cubicBezTo>
                    <a:cubicBezTo>
                      <a:pt x="62" y="17"/>
                      <a:pt x="61" y="13"/>
                      <a:pt x="62" y="9"/>
                    </a:cubicBezTo>
                    <a:cubicBezTo>
                      <a:pt x="63" y="6"/>
                      <a:pt x="67" y="2"/>
                      <a:pt x="70" y="1"/>
                    </a:cubicBezTo>
                    <a:cubicBezTo>
                      <a:pt x="74" y="0"/>
                      <a:pt x="76" y="8"/>
                      <a:pt x="76" y="11"/>
                    </a:cubicBezTo>
                    <a:cubicBezTo>
                      <a:pt x="77" y="21"/>
                      <a:pt x="67" y="23"/>
                      <a:pt x="64" y="31"/>
                    </a:cubicBezTo>
                    <a:cubicBezTo>
                      <a:pt x="63" y="34"/>
                      <a:pt x="63" y="39"/>
                      <a:pt x="63" y="43"/>
                    </a:cubicBezTo>
                    <a:cubicBezTo>
                      <a:pt x="63" y="47"/>
                      <a:pt x="66" y="49"/>
                      <a:pt x="68" y="52"/>
                    </a:cubicBezTo>
                    <a:cubicBezTo>
                      <a:pt x="71" y="57"/>
                      <a:pt x="68" y="67"/>
                      <a:pt x="61" y="65"/>
                    </a:cubicBezTo>
                    <a:cubicBezTo>
                      <a:pt x="51" y="63"/>
                      <a:pt x="48" y="56"/>
                      <a:pt x="49" y="48"/>
                    </a:cubicBezTo>
                    <a:cubicBezTo>
                      <a:pt x="49" y="45"/>
                      <a:pt x="51" y="40"/>
                      <a:pt x="48" y="38"/>
                    </a:cubicBezTo>
                    <a:cubicBezTo>
                      <a:pt x="46" y="35"/>
                      <a:pt x="40" y="39"/>
                      <a:pt x="37" y="40"/>
                    </a:cubicBezTo>
                    <a:cubicBezTo>
                      <a:pt x="34" y="41"/>
                      <a:pt x="28" y="45"/>
                      <a:pt x="29" y="4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21" name="Freeform 2122">
                <a:extLst>
                  <a:ext uri="{FF2B5EF4-FFF2-40B4-BE49-F238E27FC236}">
                    <a16:creationId xmlns:a16="http://schemas.microsoft.com/office/drawing/2014/main" id="{2F78C4BD-941C-416D-BF77-CB372559D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3673"/>
                <a:ext cx="24" cy="24"/>
              </a:xfrm>
              <a:custGeom>
                <a:avLst/>
                <a:gdLst>
                  <a:gd name="T0" fmla="*/ 12 w 59"/>
                  <a:gd name="T1" fmla="*/ 43 h 59"/>
                  <a:gd name="T2" fmla="*/ 6 w 59"/>
                  <a:gd name="T3" fmla="*/ 43 h 59"/>
                  <a:gd name="T4" fmla="*/ 3 w 59"/>
                  <a:gd name="T5" fmla="*/ 29 h 59"/>
                  <a:gd name="T6" fmla="*/ 12 w 59"/>
                  <a:gd name="T7" fmla="*/ 14 h 59"/>
                  <a:gd name="T8" fmla="*/ 25 w 59"/>
                  <a:gd name="T9" fmla="*/ 4 h 59"/>
                  <a:gd name="T10" fmla="*/ 56 w 59"/>
                  <a:gd name="T11" fmla="*/ 12 h 59"/>
                  <a:gd name="T12" fmla="*/ 56 w 59"/>
                  <a:gd name="T13" fmla="*/ 28 h 59"/>
                  <a:gd name="T14" fmla="*/ 58 w 59"/>
                  <a:gd name="T15" fmla="*/ 44 h 59"/>
                  <a:gd name="T16" fmla="*/ 42 w 59"/>
                  <a:gd name="T17" fmla="*/ 52 h 59"/>
                  <a:gd name="T18" fmla="*/ 31 w 59"/>
                  <a:gd name="T19" fmla="*/ 58 h 59"/>
                  <a:gd name="T20" fmla="*/ 21 w 59"/>
                  <a:gd name="T21" fmla="*/ 50 h 59"/>
                  <a:gd name="T22" fmla="*/ 12 w 59"/>
                  <a:gd name="T23" fmla="*/ 4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9" h="59">
                    <a:moveTo>
                      <a:pt x="12" y="43"/>
                    </a:moveTo>
                    <a:cubicBezTo>
                      <a:pt x="10" y="43"/>
                      <a:pt x="9" y="45"/>
                      <a:pt x="6" y="43"/>
                    </a:cubicBezTo>
                    <a:cubicBezTo>
                      <a:pt x="0" y="40"/>
                      <a:pt x="0" y="34"/>
                      <a:pt x="3" y="29"/>
                    </a:cubicBezTo>
                    <a:cubicBezTo>
                      <a:pt x="6" y="24"/>
                      <a:pt x="9" y="19"/>
                      <a:pt x="12" y="14"/>
                    </a:cubicBezTo>
                    <a:cubicBezTo>
                      <a:pt x="15" y="9"/>
                      <a:pt x="20" y="6"/>
                      <a:pt x="25" y="4"/>
                    </a:cubicBezTo>
                    <a:cubicBezTo>
                      <a:pt x="34" y="0"/>
                      <a:pt x="52" y="1"/>
                      <a:pt x="56" y="12"/>
                    </a:cubicBezTo>
                    <a:cubicBezTo>
                      <a:pt x="57" y="17"/>
                      <a:pt x="55" y="23"/>
                      <a:pt x="56" y="28"/>
                    </a:cubicBezTo>
                    <a:cubicBezTo>
                      <a:pt x="58" y="33"/>
                      <a:pt x="59" y="39"/>
                      <a:pt x="58" y="44"/>
                    </a:cubicBezTo>
                    <a:cubicBezTo>
                      <a:pt x="55" y="51"/>
                      <a:pt x="47" y="50"/>
                      <a:pt x="42" y="52"/>
                    </a:cubicBezTo>
                    <a:cubicBezTo>
                      <a:pt x="39" y="54"/>
                      <a:pt x="36" y="59"/>
                      <a:pt x="31" y="58"/>
                    </a:cubicBezTo>
                    <a:cubicBezTo>
                      <a:pt x="27" y="57"/>
                      <a:pt x="23" y="53"/>
                      <a:pt x="21" y="50"/>
                    </a:cubicBezTo>
                    <a:cubicBezTo>
                      <a:pt x="19" y="47"/>
                      <a:pt x="17" y="43"/>
                      <a:pt x="12" y="4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22" name="Freeform 2123">
                <a:extLst>
                  <a:ext uri="{FF2B5EF4-FFF2-40B4-BE49-F238E27FC236}">
                    <a16:creationId xmlns:a16="http://schemas.microsoft.com/office/drawing/2014/main" id="{827F3A05-5693-45F9-97F2-33D1C29C6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3700"/>
                <a:ext cx="22" cy="15"/>
              </a:xfrm>
              <a:custGeom>
                <a:avLst/>
                <a:gdLst>
                  <a:gd name="T0" fmla="*/ 5 w 55"/>
                  <a:gd name="T1" fmla="*/ 18 h 35"/>
                  <a:gd name="T2" fmla="*/ 0 w 55"/>
                  <a:gd name="T3" fmla="*/ 11 h 35"/>
                  <a:gd name="T4" fmla="*/ 11 w 55"/>
                  <a:gd name="T5" fmla="*/ 5 h 35"/>
                  <a:gd name="T6" fmla="*/ 21 w 55"/>
                  <a:gd name="T7" fmla="*/ 1 h 35"/>
                  <a:gd name="T8" fmla="*/ 31 w 55"/>
                  <a:gd name="T9" fmla="*/ 6 h 35"/>
                  <a:gd name="T10" fmla="*/ 46 w 55"/>
                  <a:gd name="T11" fmla="*/ 7 h 35"/>
                  <a:gd name="T12" fmla="*/ 46 w 55"/>
                  <a:gd name="T13" fmla="*/ 27 h 35"/>
                  <a:gd name="T14" fmla="*/ 33 w 55"/>
                  <a:gd name="T15" fmla="*/ 31 h 35"/>
                  <a:gd name="T16" fmla="*/ 23 w 55"/>
                  <a:gd name="T17" fmla="*/ 34 h 35"/>
                  <a:gd name="T18" fmla="*/ 14 w 55"/>
                  <a:gd name="T19" fmla="*/ 26 h 35"/>
                  <a:gd name="T20" fmla="*/ 5 w 55"/>
                  <a:gd name="T21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35">
                    <a:moveTo>
                      <a:pt x="5" y="18"/>
                    </a:moveTo>
                    <a:cubicBezTo>
                      <a:pt x="4" y="16"/>
                      <a:pt x="0" y="13"/>
                      <a:pt x="0" y="11"/>
                    </a:cubicBezTo>
                    <a:cubicBezTo>
                      <a:pt x="0" y="7"/>
                      <a:pt x="8" y="6"/>
                      <a:pt x="11" y="5"/>
                    </a:cubicBezTo>
                    <a:cubicBezTo>
                      <a:pt x="15" y="4"/>
                      <a:pt x="16" y="0"/>
                      <a:pt x="21" y="1"/>
                    </a:cubicBezTo>
                    <a:cubicBezTo>
                      <a:pt x="26" y="2"/>
                      <a:pt x="27" y="5"/>
                      <a:pt x="31" y="6"/>
                    </a:cubicBezTo>
                    <a:cubicBezTo>
                      <a:pt x="36" y="7"/>
                      <a:pt x="41" y="5"/>
                      <a:pt x="46" y="7"/>
                    </a:cubicBezTo>
                    <a:cubicBezTo>
                      <a:pt x="55" y="9"/>
                      <a:pt x="50" y="22"/>
                      <a:pt x="46" y="27"/>
                    </a:cubicBezTo>
                    <a:cubicBezTo>
                      <a:pt x="42" y="32"/>
                      <a:pt x="39" y="31"/>
                      <a:pt x="33" y="31"/>
                    </a:cubicBezTo>
                    <a:cubicBezTo>
                      <a:pt x="30" y="31"/>
                      <a:pt x="26" y="35"/>
                      <a:pt x="23" y="34"/>
                    </a:cubicBezTo>
                    <a:cubicBezTo>
                      <a:pt x="19" y="32"/>
                      <a:pt x="17" y="28"/>
                      <a:pt x="14" y="26"/>
                    </a:cubicBezTo>
                    <a:cubicBezTo>
                      <a:pt x="11" y="23"/>
                      <a:pt x="8" y="21"/>
                      <a:pt x="5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23" name="Freeform 2124">
                <a:extLst>
                  <a:ext uri="{FF2B5EF4-FFF2-40B4-BE49-F238E27FC236}">
                    <a16:creationId xmlns:a16="http://schemas.microsoft.com/office/drawing/2014/main" id="{1317BB81-E1D1-493F-9C32-D7B0BAA3D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3887"/>
                <a:ext cx="6" cy="5"/>
              </a:xfrm>
              <a:custGeom>
                <a:avLst/>
                <a:gdLst>
                  <a:gd name="T0" fmla="*/ 9 w 14"/>
                  <a:gd name="T1" fmla="*/ 11 h 12"/>
                  <a:gd name="T2" fmla="*/ 6 w 14"/>
                  <a:gd name="T3" fmla="*/ 11 h 12"/>
                  <a:gd name="T4" fmla="*/ 1 w 14"/>
                  <a:gd name="T5" fmla="*/ 6 h 12"/>
                  <a:gd name="T6" fmla="*/ 7 w 14"/>
                  <a:gd name="T7" fmla="*/ 0 h 12"/>
                  <a:gd name="T8" fmla="*/ 9 w 14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9" y="11"/>
                    </a:moveTo>
                    <a:cubicBezTo>
                      <a:pt x="9" y="11"/>
                      <a:pt x="6" y="12"/>
                      <a:pt x="6" y="11"/>
                    </a:cubicBezTo>
                    <a:cubicBezTo>
                      <a:pt x="4" y="10"/>
                      <a:pt x="1" y="8"/>
                      <a:pt x="1" y="6"/>
                    </a:cubicBezTo>
                    <a:cubicBezTo>
                      <a:pt x="0" y="2"/>
                      <a:pt x="4" y="0"/>
                      <a:pt x="7" y="0"/>
                    </a:cubicBezTo>
                    <a:cubicBezTo>
                      <a:pt x="11" y="1"/>
                      <a:pt x="14" y="9"/>
                      <a:pt x="9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24" name="Freeform 2125">
                <a:extLst>
                  <a:ext uri="{FF2B5EF4-FFF2-40B4-BE49-F238E27FC236}">
                    <a16:creationId xmlns:a16="http://schemas.microsoft.com/office/drawing/2014/main" id="{333244B2-6B42-4345-9511-932414222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3888"/>
                <a:ext cx="3" cy="4"/>
              </a:xfrm>
              <a:custGeom>
                <a:avLst/>
                <a:gdLst>
                  <a:gd name="T0" fmla="*/ 0 w 9"/>
                  <a:gd name="T1" fmla="*/ 5 h 8"/>
                  <a:gd name="T2" fmla="*/ 9 w 9"/>
                  <a:gd name="T3" fmla="*/ 5 h 8"/>
                  <a:gd name="T4" fmla="*/ 0 w 9"/>
                  <a:gd name="T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0" y="0"/>
                      <a:pt x="9" y="1"/>
                      <a:pt x="9" y="5"/>
                    </a:cubicBezTo>
                    <a:cubicBezTo>
                      <a:pt x="9" y="8"/>
                      <a:pt x="1" y="8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25" name="Freeform 2126">
                <a:extLst>
                  <a:ext uri="{FF2B5EF4-FFF2-40B4-BE49-F238E27FC236}">
                    <a16:creationId xmlns:a16="http://schemas.microsoft.com/office/drawing/2014/main" id="{2BE8EE2B-D3A0-43A4-B275-84804400A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3868"/>
                <a:ext cx="5" cy="2"/>
              </a:xfrm>
              <a:custGeom>
                <a:avLst/>
                <a:gdLst>
                  <a:gd name="T0" fmla="*/ 8 w 12"/>
                  <a:gd name="T1" fmla="*/ 1 h 6"/>
                  <a:gd name="T2" fmla="*/ 3 w 12"/>
                  <a:gd name="T3" fmla="*/ 5 h 6"/>
                  <a:gd name="T4" fmla="*/ 2 w 12"/>
                  <a:gd name="T5" fmla="*/ 1 h 6"/>
                  <a:gd name="T6" fmla="*/ 8 w 12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8" y="1"/>
                    </a:moveTo>
                    <a:cubicBezTo>
                      <a:pt x="12" y="4"/>
                      <a:pt x="6" y="6"/>
                      <a:pt x="3" y="5"/>
                    </a:cubicBezTo>
                    <a:cubicBezTo>
                      <a:pt x="1" y="5"/>
                      <a:pt x="0" y="2"/>
                      <a:pt x="2" y="1"/>
                    </a:cubicBezTo>
                    <a:cubicBezTo>
                      <a:pt x="4" y="0"/>
                      <a:pt x="7" y="0"/>
                      <a:pt x="8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26" name="Freeform 2127">
                <a:extLst>
                  <a:ext uri="{FF2B5EF4-FFF2-40B4-BE49-F238E27FC236}">
                    <a16:creationId xmlns:a16="http://schemas.microsoft.com/office/drawing/2014/main" id="{58612B72-6DFD-480C-B1F6-5D1E49F31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3874"/>
                <a:ext cx="21" cy="22"/>
              </a:xfrm>
              <a:custGeom>
                <a:avLst/>
                <a:gdLst>
                  <a:gd name="T0" fmla="*/ 2 w 51"/>
                  <a:gd name="T1" fmla="*/ 9 h 53"/>
                  <a:gd name="T2" fmla="*/ 10 w 51"/>
                  <a:gd name="T3" fmla="*/ 5 h 53"/>
                  <a:gd name="T4" fmla="*/ 17 w 51"/>
                  <a:gd name="T5" fmla="*/ 9 h 53"/>
                  <a:gd name="T6" fmla="*/ 25 w 51"/>
                  <a:gd name="T7" fmla="*/ 13 h 53"/>
                  <a:gd name="T8" fmla="*/ 28 w 51"/>
                  <a:gd name="T9" fmla="*/ 20 h 53"/>
                  <a:gd name="T10" fmla="*/ 27 w 51"/>
                  <a:gd name="T11" fmla="*/ 28 h 53"/>
                  <a:gd name="T12" fmla="*/ 35 w 51"/>
                  <a:gd name="T13" fmla="*/ 31 h 53"/>
                  <a:gd name="T14" fmla="*/ 42 w 51"/>
                  <a:gd name="T15" fmla="*/ 35 h 53"/>
                  <a:gd name="T16" fmla="*/ 46 w 51"/>
                  <a:gd name="T17" fmla="*/ 49 h 53"/>
                  <a:gd name="T18" fmla="*/ 29 w 51"/>
                  <a:gd name="T19" fmla="*/ 50 h 53"/>
                  <a:gd name="T20" fmla="*/ 20 w 51"/>
                  <a:gd name="T21" fmla="*/ 47 h 53"/>
                  <a:gd name="T22" fmla="*/ 26 w 51"/>
                  <a:gd name="T23" fmla="*/ 39 h 53"/>
                  <a:gd name="T24" fmla="*/ 19 w 51"/>
                  <a:gd name="T25" fmla="*/ 33 h 53"/>
                  <a:gd name="T26" fmla="*/ 11 w 51"/>
                  <a:gd name="T27" fmla="*/ 33 h 53"/>
                  <a:gd name="T28" fmla="*/ 11 w 51"/>
                  <a:gd name="T29" fmla="*/ 39 h 53"/>
                  <a:gd name="T30" fmla="*/ 9 w 51"/>
                  <a:gd name="T31" fmla="*/ 40 h 53"/>
                  <a:gd name="T32" fmla="*/ 8 w 51"/>
                  <a:gd name="T33" fmla="*/ 36 h 53"/>
                  <a:gd name="T34" fmla="*/ 7 w 51"/>
                  <a:gd name="T35" fmla="*/ 32 h 53"/>
                  <a:gd name="T36" fmla="*/ 3 w 51"/>
                  <a:gd name="T37" fmla="*/ 29 h 53"/>
                  <a:gd name="T38" fmla="*/ 0 w 51"/>
                  <a:gd name="T39" fmla="*/ 23 h 53"/>
                  <a:gd name="T40" fmla="*/ 2 w 51"/>
                  <a:gd name="T41" fmla="*/ 18 h 53"/>
                  <a:gd name="T42" fmla="*/ 2 w 51"/>
                  <a:gd name="T43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53">
                    <a:moveTo>
                      <a:pt x="2" y="9"/>
                    </a:moveTo>
                    <a:cubicBezTo>
                      <a:pt x="1" y="5"/>
                      <a:pt x="8" y="0"/>
                      <a:pt x="10" y="5"/>
                    </a:cubicBezTo>
                    <a:cubicBezTo>
                      <a:pt x="12" y="8"/>
                      <a:pt x="13" y="9"/>
                      <a:pt x="17" y="9"/>
                    </a:cubicBezTo>
                    <a:cubicBezTo>
                      <a:pt x="20" y="9"/>
                      <a:pt x="22" y="10"/>
                      <a:pt x="25" y="13"/>
                    </a:cubicBezTo>
                    <a:cubicBezTo>
                      <a:pt x="27" y="15"/>
                      <a:pt x="29" y="17"/>
                      <a:pt x="28" y="20"/>
                    </a:cubicBezTo>
                    <a:cubicBezTo>
                      <a:pt x="28" y="23"/>
                      <a:pt x="26" y="26"/>
                      <a:pt x="27" y="28"/>
                    </a:cubicBezTo>
                    <a:cubicBezTo>
                      <a:pt x="29" y="31"/>
                      <a:pt x="33" y="30"/>
                      <a:pt x="35" y="31"/>
                    </a:cubicBezTo>
                    <a:cubicBezTo>
                      <a:pt x="38" y="31"/>
                      <a:pt x="40" y="33"/>
                      <a:pt x="42" y="35"/>
                    </a:cubicBezTo>
                    <a:cubicBezTo>
                      <a:pt x="45" y="38"/>
                      <a:pt x="51" y="46"/>
                      <a:pt x="46" y="49"/>
                    </a:cubicBezTo>
                    <a:cubicBezTo>
                      <a:pt x="41" y="51"/>
                      <a:pt x="34" y="49"/>
                      <a:pt x="29" y="50"/>
                    </a:cubicBezTo>
                    <a:cubicBezTo>
                      <a:pt x="26" y="50"/>
                      <a:pt x="16" y="53"/>
                      <a:pt x="20" y="47"/>
                    </a:cubicBezTo>
                    <a:cubicBezTo>
                      <a:pt x="22" y="45"/>
                      <a:pt x="26" y="42"/>
                      <a:pt x="26" y="39"/>
                    </a:cubicBezTo>
                    <a:cubicBezTo>
                      <a:pt x="25" y="36"/>
                      <a:pt x="21" y="34"/>
                      <a:pt x="19" y="33"/>
                    </a:cubicBezTo>
                    <a:cubicBezTo>
                      <a:pt x="17" y="32"/>
                      <a:pt x="13" y="31"/>
                      <a:pt x="11" y="33"/>
                    </a:cubicBezTo>
                    <a:cubicBezTo>
                      <a:pt x="10" y="35"/>
                      <a:pt x="12" y="37"/>
                      <a:pt x="11" y="39"/>
                    </a:cubicBezTo>
                    <a:cubicBezTo>
                      <a:pt x="11" y="40"/>
                      <a:pt x="10" y="40"/>
                      <a:pt x="9" y="40"/>
                    </a:cubicBezTo>
                    <a:cubicBezTo>
                      <a:pt x="9" y="38"/>
                      <a:pt x="8" y="37"/>
                      <a:pt x="8" y="36"/>
                    </a:cubicBezTo>
                    <a:cubicBezTo>
                      <a:pt x="7" y="35"/>
                      <a:pt x="8" y="33"/>
                      <a:pt x="7" y="32"/>
                    </a:cubicBezTo>
                    <a:cubicBezTo>
                      <a:pt x="7" y="30"/>
                      <a:pt x="4" y="30"/>
                      <a:pt x="3" y="29"/>
                    </a:cubicBezTo>
                    <a:cubicBezTo>
                      <a:pt x="1" y="27"/>
                      <a:pt x="0" y="25"/>
                      <a:pt x="0" y="23"/>
                    </a:cubicBezTo>
                    <a:cubicBezTo>
                      <a:pt x="0" y="21"/>
                      <a:pt x="1" y="19"/>
                      <a:pt x="2" y="18"/>
                    </a:cubicBezTo>
                    <a:cubicBezTo>
                      <a:pt x="3" y="15"/>
                      <a:pt x="2" y="12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27" name="Freeform 2128">
                <a:extLst>
                  <a:ext uri="{FF2B5EF4-FFF2-40B4-BE49-F238E27FC236}">
                    <a16:creationId xmlns:a16="http://schemas.microsoft.com/office/drawing/2014/main" id="{B425AE02-2522-40E5-BD77-C24EC669B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3834"/>
                <a:ext cx="4" cy="7"/>
              </a:xfrm>
              <a:custGeom>
                <a:avLst/>
                <a:gdLst>
                  <a:gd name="T0" fmla="*/ 5 w 10"/>
                  <a:gd name="T1" fmla="*/ 1 h 17"/>
                  <a:gd name="T2" fmla="*/ 9 w 10"/>
                  <a:gd name="T3" fmla="*/ 7 h 17"/>
                  <a:gd name="T4" fmla="*/ 4 w 10"/>
                  <a:gd name="T5" fmla="*/ 15 h 17"/>
                  <a:gd name="T6" fmla="*/ 0 w 10"/>
                  <a:gd name="T7" fmla="*/ 9 h 17"/>
                  <a:gd name="T8" fmla="*/ 5 w 10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5" y="1"/>
                    </a:moveTo>
                    <a:cubicBezTo>
                      <a:pt x="9" y="0"/>
                      <a:pt x="10" y="3"/>
                      <a:pt x="9" y="7"/>
                    </a:cubicBezTo>
                    <a:cubicBezTo>
                      <a:pt x="8" y="9"/>
                      <a:pt x="5" y="14"/>
                      <a:pt x="4" y="15"/>
                    </a:cubicBezTo>
                    <a:cubicBezTo>
                      <a:pt x="1" y="17"/>
                      <a:pt x="0" y="10"/>
                      <a:pt x="0" y="9"/>
                    </a:cubicBezTo>
                    <a:cubicBezTo>
                      <a:pt x="0" y="4"/>
                      <a:pt x="0" y="1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28" name="Freeform 2129">
                <a:extLst>
                  <a:ext uri="{FF2B5EF4-FFF2-40B4-BE49-F238E27FC236}">
                    <a16:creationId xmlns:a16="http://schemas.microsoft.com/office/drawing/2014/main" id="{854B75A1-09B2-479D-811B-B259B05DB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3856"/>
                <a:ext cx="7" cy="4"/>
              </a:xfrm>
              <a:custGeom>
                <a:avLst/>
                <a:gdLst>
                  <a:gd name="T0" fmla="*/ 2 w 16"/>
                  <a:gd name="T1" fmla="*/ 5 h 10"/>
                  <a:gd name="T2" fmla="*/ 5 w 16"/>
                  <a:gd name="T3" fmla="*/ 1 h 10"/>
                  <a:gd name="T4" fmla="*/ 11 w 16"/>
                  <a:gd name="T5" fmla="*/ 1 h 10"/>
                  <a:gd name="T6" fmla="*/ 2 w 16"/>
                  <a:gd name="T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2" y="5"/>
                    </a:moveTo>
                    <a:cubicBezTo>
                      <a:pt x="0" y="2"/>
                      <a:pt x="4" y="2"/>
                      <a:pt x="5" y="1"/>
                    </a:cubicBezTo>
                    <a:cubicBezTo>
                      <a:pt x="7" y="1"/>
                      <a:pt x="10" y="0"/>
                      <a:pt x="11" y="1"/>
                    </a:cubicBezTo>
                    <a:cubicBezTo>
                      <a:pt x="16" y="6"/>
                      <a:pt x="4" y="10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29" name="Freeform 2130">
                <a:extLst>
                  <a:ext uri="{FF2B5EF4-FFF2-40B4-BE49-F238E27FC236}">
                    <a16:creationId xmlns:a16="http://schemas.microsoft.com/office/drawing/2014/main" id="{A33CD509-4BED-44EC-AEAE-68710AA17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3863"/>
                <a:ext cx="9" cy="8"/>
              </a:xfrm>
              <a:custGeom>
                <a:avLst/>
                <a:gdLst>
                  <a:gd name="T0" fmla="*/ 18 w 21"/>
                  <a:gd name="T1" fmla="*/ 3 h 19"/>
                  <a:gd name="T2" fmla="*/ 14 w 21"/>
                  <a:gd name="T3" fmla="*/ 11 h 19"/>
                  <a:gd name="T4" fmla="*/ 6 w 21"/>
                  <a:gd name="T5" fmla="*/ 18 h 19"/>
                  <a:gd name="T6" fmla="*/ 8 w 21"/>
                  <a:gd name="T7" fmla="*/ 9 h 19"/>
                  <a:gd name="T8" fmla="*/ 18 w 21"/>
                  <a:gd name="T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18" y="3"/>
                    </a:moveTo>
                    <a:cubicBezTo>
                      <a:pt x="21" y="6"/>
                      <a:pt x="15" y="9"/>
                      <a:pt x="14" y="11"/>
                    </a:cubicBezTo>
                    <a:cubicBezTo>
                      <a:pt x="12" y="12"/>
                      <a:pt x="9" y="19"/>
                      <a:pt x="6" y="18"/>
                    </a:cubicBezTo>
                    <a:cubicBezTo>
                      <a:pt x="0" y="16"/>
                      <a:pt x="6" y="11"/>
                      <a:pt x="8" y="9"/>
                    </a:cubicBezTo>
                    <a:cubicBezTo>
                      <a:pt x="10" y="7"/>
                      <a:pt x="15" y="0"/>
                      <a:pt x="18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30" name="Freeform 2131">
                <a:extLst>
                  <a:ext uri="{FF2B5EF4-FFF2-40B4-BE49-F238E27FC236}">
                    <a16:creationId xmlns:a16="http://schemas.microsoft.com/office/drawing/2014/main" id="{5626E5C1-2EF4-41EA-9DE4-6DD297DCA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846"/>
                <a:ext cx="5" cy="9"/>
              </a:xfrm>
              <a:custGeom>
                <a:avLst/>
                <a:gdLst>
                  <a:gd name="T0" fmla="*/ 7 w 12"/>
                  <a:gd name="T1" fmla="*/ 2 h 20"/>
                  <a:gd name="T2" fmla="*/ 10 w 12"/>
                  <a:gd name="T3" fmla="*/ 9 h 20"/>
                  <a:gd name="T4" fmla="*/ 8 w 12"/>
                  <a:gd name="T5" fmla="*/ 17 h 20"/>
                  <a:gd name="T6" fmla="*/ 7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7" y="2"/>
                    </a:moveTo>
                    <a:cubicBezTo>
                      <a:pt x="12" y="0"/>
                      <a:pt x="10" y="6"/>
                      <a:pt x="10" y="9"/>
                    </a:cubicBezTo>
                    <a:cubicBezTo>
                      <a:pt x="10" y="12"/>
                      <a:pt x="11" y="15"/>
                      <a:pt x="8" y="17"/>
                    </a:cubicBezTo>
                    <a:cubicBezTo>
                      <a:pt x="0" y="20"/>
                      <a:pt x="2" y="4"/>
                      <a:pt x="7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31" name="Freeform 2132">
                <a:extLst>
                  <a:ext uri="{FF2B5EF4-FFF2-40B4-BE49-F238E27FC236}">
                    <a16:creationId xmlns:a16="http://schemas.microsoft.com/office/drawing/2014/main" id="{8F46189D-8089-40D9-982E-1530A8D45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840"/>
                <a:ext cx="15" cy="18"/>
              </a:xfrm>
              <a:custGeom>
                <a:avLst/>
                <a:gdLst>
                  <a:gd name="T0" fmla="*/ 19 w 37"/>
                  <a:gd name="T1" fmla="*/ 25 h 43"/>
                  <a:gd name="T2" fmla="*/ 15 w 37"/>
                  <a:gd name="T3" fmla="*/ 35 h 43"/>
                  <a:gd name="T4" fmla="*/ 10 w 37"/>
                  <a:gd name="T5" fmla="*/ 42 h 43"/>
                  <a:gd name="T6" fmla="*/ 3 w 37"/>
                  <a:gd name="T7" fmla="*/ 41 h 43"/>
                  <a:gd name="T8" fmla="*/ 8 w 37"/>
                  <a:gd name="T9" fmla="*/ 32 h 43"/>
                  <a:gd name="T10" fmla="*/ 10 w 37"/>
                  <a:gd name="T11" fmla="*/ 23 h 43"/>
                  <a:gd name="T12" fmla="*/ 18 w 37"/>
                  <a:gd name="T13" fmla="*/ 17 h 43"/>
                  <a:gd name="T14" fmla="*/ 19 w 37"/>
                  <a:gd name="T15" fmla="*/ 8 h 43"/>
                  <a:gd name="T16" fmla="*/ 26 w 37"/>
                  <a:gd name="T17" fmla="*/ 2 h 43"/>
                  <a:gd name="T18" fmla="*/ 19 w 37"/>
                  <a:gd name="T19" fmla="*/ 2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3">
                    <a:moveTo>
                      <a:pt x="19" y="25"/>
                    </a:moveTo>
                    <a:cubicBezTo>
                      <a:pt x="18" y="29"/>
                      <a:pt x="17" y="32"/>
                      <a:pt x="15" y="35"/>
                    </a:cubicBezTo>
                    <a:cubicBezTo>
                      <a:pt x="14" y="37"/>
                      <a:pt x="12" y="41"/>
                      <a:pt x="10" y="42"/>
                    </a:cubicBezTo>
                    <a:cubicBezTo>
                      <a:pt x="8" y="43"/>
                      <a:pt x="4" y="42"/>
                      <a:pt x="3" y="41"/>
                    </a:cubicBezTo>
                    <a:cubicBezTo>
                      <a:pt x="0" y="37"/>
                      <a:pt x="6" y="34"/>
                      <a:pt x="8" y="32"/>
                    </a:cubicBezTo>
                    <a:cubicBezTo>
                      <a:pt x="10" y="28"/>
                      <a:pt x="9" y="26"/>
                      <a:pt x="10" y="23"/>
                    </a:cubicBezTo>
                    <a:cubicBezTo>
                      <a:pt x="12" y="20"/>
                      <a:pt x="16" y="19"/>
                      <a:pt x="18" y="17"/>
                    </a:cubicBezTo>
                    <a:cubicBezTo>
                      <a:pt x="19" y="14"/>
                      <a:pt x="19" y="11"/>
                      <a:pt x="19" y="8"/>
                    </a:cubicBezTo>
                    <a:cubicBezTo>
                      <a:pt x="20" y="5"/>
                      <a:pt x="22" y="0"/>
                      <a:pt x="26" y="2"/>
                    </a:cubicBezTo>
                    <a:cubicBezTo>
                      <a:pt x="37" y="6"/>
                      <a:pt x="21" y="21"/>
                      <a:pt x="19" y="2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32" name="Freeform 2133">
                <a:extLst>
                  <a:ext uri="{FF2B5EF4-FFF2-40B4-BE49-F238E27FC236}">
                    <a16:creationId xmlns:a16="http://schemas.microsoft.com/office/drawing/2014/main" id="{5AB0D56E-25BA-4A6F-A00E-F446B725F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852"/>
                <a:ext cx="18" cy="13"/>
              </a:xfrm>
              <a:custGeom>
                <a:avLst/>
                <a:gdLst>
                  <a:gd name="T0" fmla="*/ 13 w 45"/>
                  <a:gd name="T1" fmla="*/ 23 h 31"/>
                  <a:gd name="T2" fmla="*/ 9 w 45"/>
                  <a:gd name="T3" fmla="*/ 15 h 31"/>
                  <a:gd name="T4" fmla="*/ 2 w 45"/>
                  <a:gd name="T5" fmla="*/ 8 h 31"/>
                  <a:gd name="T6" fmla="*/ 7 w 45"/>
                  <a:gd name="T7" fmla="*/ 2 h 31"/>
                  <a:gd name="T8" fmla="*/ 14 w 45"/>
                  <a:gd name="T9" fmla="*/ 10 h 31"/>
                  <a:gd name="T10" fmla="*/ 23 w 45"/>
                  <a:gd name="T11" fmla="*/ 13 h 31"/>
                  <a:gd name="T12" fmla="*/ 30 w 45"/>
                  <a:gd name="T13" fmla="*/ 20 h 31"/>
                  <a:gd name="T14" fmla="*/ 41 w 45"/>
                  <a:gd name="T15" fmla="*/ 18 h 31"/>
                  <a:gd name="T16" fmla="*/ 38 w 45"/>
                  <a:gd name="T17" fmla="*/ 27 h 31"/>
                  <a:gd name="T18" fmla="*/ 23 w 45"/>
                  <a:gd name="T19" fmla="*/ 31 h 31"/>
                  <a:gd name="T20" fmla="*/ 16 w 45"/>
                  <a:gd name="T21" fmla="*/ 29 h 31"/>
                  <a:gd name="T22" fmla="*/ 13 w 45"/>
                  <a:gd name="T23" fmla="*/ 2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31">
                    <a:moveTo>
                      <a:pt x="13" y="23"/>
                    </a:moveTo>
                    <a:cubicBezTo>
                      <a:pt x="12" y="20"/>
                      <a:pt x="11" y="17"/>
                      <a:pt x="9" y="15"/>
                    </a:cubicBezTo>
                    <a:cubicBezTo>
                      <a:pt x="6" y="13"/>
                      <a:pt x="3" y="11"/>
                      <a:pt x="2" y="8"/>
                    </a:cubicBezTo>
                    <a:cubicBezTo>
                      <a:pt x="0" y="3"/>
                      <a:pt x="3" y="0"/>
                      <a:pt x="7" y="2"/>
                    </a:cubicBezTo>
                    <a:cubicBezTo>
                      <a:pt x="11" y="3"/>
                      <a:pt x="12" y="7"/>
                      <a:pt x="14" y="10"/>
                    </a:cubicBezTo>
                    <a:cubicBezTo>
                      <a:pt x="17" y="14"/>
                      <a:pt x="20" y="11"/>
                      <a:pt x="23" y="13"/>
                    </a:cubicBezTo>
                    <a:cubicBezTo>
                      <a:pt x="27" y="15"/>
                      <a:pt x="26" y="19"/>
                      <a:pt x="30" y="20"/>
                    </a:cubicBezTo>
                    <a:cubicBezTo>
                      <a:pt x="33" y="20"/>
                      <a:pt x="39" y="17"/>
                      <a:pt x="41" y="18"/>
                    </a:cubicBezTo>
                    <a:cubicBezTo>
                      <a:pt x="45" y="21"/>
                      <a:pt x="40" y="25"/>
                      <a:pt x="38" y="27"/>
                    </a:cubicBezTo>
                    <a:cubicBezTo>
                      <a:pt x="34" y="30"/>
                      <a:pt x="28" y="31"/>
                      <a:pt x="23" y="31"/>
                    </a:cubicBezTo>
                    <a:cubicBezTo>
                      <a:pt x="21" y="31"/>
                      <a:pt x="18" y="30"/>
                      <a:pt x="16" y="29"/>
                    </a:cubicBezTo>
                    <a:cubicBezTo>
                      <a:pt x="13" y="27"/>
                      <a:pt x="14" y="25"/>
                      <a:pt x="13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33" name="Freeform 2134">
                <a:extLst>
                  <a:ext uri="{FF2B5EF4-FFF2-40B4-BE49-F238E27FC236}">
                    <a16:creationId xmlns:a16="http://schemas.microsoft.com/office/drawing/2014/main" id="{03C5B892-2E54-46FD-8A2C-E5DC389D2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852"/>
                <a:ext cx="13" cy="8"/>
              </a:xfrm>
              <a:custGeom>
                <a:avLst/>
                <a:gdLst>
                  <a:gd name="T0" fmla="*/ 18 w 31"/>
                  <a:gd name="T1" fmla="*/ 18 h 19"/>
                  <a:gd name="T2" fmla="*/ 18 w 31"/>
                  <a:gd name="T3" fmla="*/ 18 h 19"/>
                  <a:gd name="T4" fmla="*/ 6 w 31"/>
                  <a:gd name="T5" fmla="*/ 17 h 19"/>
                  <a:gd name="T6" fmla="*/ 12 w 31"/>
                  <a:gd name="T7" fmla="*/ 6 h 19"/>
                  <a:gd name="T8" fmla="*/ 19 w 31"/>
                  <a:gd name="T9" fmla="*/ 0 h 19"/>
                  <a:gd name="T10" fmla="*/ 28 w 31"/>
                  <a:gd name="T11" fmla="*/ 4 h 19"/>
                  <a:gd name="T12" fmla="*/ 18 w 31"/>
                  <a:gd name="T13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19"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4" y="18"/>
                      <a:pt x="9" y="19"/>
                      <a:pt x="6" y="17"/>
                    </a:cubicBezTo>
                    <a:cubicBezTo>
                      <a:pt x="0" y="13"/>
                      <a:pt x="10" y="9"/>
                      <a:pt x="12" y="6"/>
                    </a:cubicBezTo>
                    <a:cubicBezTo>
                      <a:pt x="14" y="3"/>
                      <a:pt x="15" y="1"/>
                      <a:pt x="19" y="0"/>
                    </a:cubicBezTo>
                    <a:cubicBezTo>
                      <a:pt x="22" y="0"/>
                      <a:pt x="26" y="1"/>
                      <a:pt x="28" y="4"/>
                    </a:cubicBezTo>
                    <a:cubicBezTo>
                      <a:pt x="31" y="9"/>
                      <a:pt x="23" y="17"/>
                      <a:pt x="18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34" name="Freeform 2135">
                <a:extLst>
                  <a:ext uri="{FF2B5EF4-FFF2-40B4-BE49-F238E27FC236}">
                    <a16:creationId xmlns:a16="http://schemas.microsoft.com/office/drawing/2014/main" id="{2845F481-8C4E-431E-AEC5-BA7B5D241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3979"/>
                <a:ext cx="5" cy="7"/>
              </a:xfrm>
              <a:custGeom>
                <a:avLst/>
                <a:gdLst>
                  <a:gd name="T0" fmla="*/ 3 w 12"/>
                  <a:gd name="T1" fmla="*/ 9 h 16"/>
                  <a:gd name="T2" fmla="*/ 0 w 12"/>
                  <a:gd name="T3" fmla="*/ 7 h 16"/>
                  <a:gd name="T4" fmla="*/ 4 w 12"/>
                  <a:gd name="T5" fmla="*/ 2 h 16"/>
                  <a:gd name="T6" fmla="*/ 10 w 12"/>
                  <a:gd name="T7" fmla="*/ 3 h 16"/>
                  <a:gd name="T8" fmla="*/ 11 w 12"/>
                  <a:gd name="T9" fmla="*/ 12 h 16"/>
                  <a:gd name="T10" fmla="*/ 9 w 12"/>
                  <a:gd name="T11" fmla="*/ 15 h 16"/>
                  <a:gd name="T12" fmla="*/ 6 w 12"/>
                  <a:gd name="T13" fmla="*/ 12 h 16"/>
                  <a:gd name="T14" fmla="*/ 3 w 12"/>
                  <a:gd name="T15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9"/>
                    </a:moveTo>
                    <a:cubicBezTo>
                      <a:pt x="2" y="9"/>
                      <a:pt x="0" y="9"/>
                      <a:pt x="0" y="7"/>
                    </a:cubicBezTo>
                    <a:cubicBezTo>
                      <a:pt x="0" y="6"/>
                      <a:pt x="3" y="3"/>
                      <a:pt x="4" y="2"/>
                    </a:cubicBezTo>
                    <a:cubicBezTo>
                      <a:pt x="6" y="0"/>
                      <a:pt x="8" y="1"/>
                      <a:pt x="10" y="3"/>
                    </a:cubicBezTo>
                    <a:cubicBezTo>
                      <a:pt x="12" y="5"/>
                      <a:pt x="11" y="8"/>
                      <a:pt x="11" y="12"/>
                    </a:cubicBezTo>
                    <a:cubicBezTo>
                      <a:pt x="11" y="13"/>
                      <a:pt x="11" y="16"/>
                      <a:pt x="9" y="15"/>
                    </a:cubicBezTo>
                    <a:cubicBezTo>
                      <a:pt x="7" y="15"/>
                      <a:pt x="7" y="13"/>
                      <a:pt x="6" y="12"/>
                    </a:cubicBezTo>
                    <a:cubicBezTo>
                      <a:pt x="5" y="10"/>
                      <a:pt x="5" y="10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35" name="Freeform 2136">
                <a:extLst>
                  <a:ext uri="{FF2B5EF4-FFF2-40B4-BE49-F238E27FC236}">
                    <a16:creationId xmlns:a16="http://schemas.microsoft.com/office/drawing/2014/main" id="{818C99B6-8D63-46D5-A9B1-432B99B8F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3986"/>
                <a:ext cx="12" cy="12"/>
              </a:xfrm>
              <a:custGeom>
                <a:avLst/>
                <a:gdLst>
                  <a:gd name="T0" fmla="*/ 14 w 29"/>
                  <a:gd name="T1" fmla="*/ 15 h 31"/>
                  <a:gd name="T2" fmla="*/ 14 w 29"/>
                  <a:gd name="T3" fmla="*/ 11 h 31"/>
                  <a:gd name="T4" fmla="*/ 11 w 29"/>
                  <a:gd name="T5" fmla="*/ 8 h 31"/>
                  <a:gd name="T6" fmla="*/ 8 w 29"/>
                  <a:gd name="T7" fmla="*/ 6 h 31"/>
                  <a:gd name="T8" fmla="*/ 17 w 29"/>
                  <a:gd name="T9" fmla="*/ 1 h 31"/>
                  <a:gd name="T10" fmla="*/ 25 w 29"/>
                  <a:gd name="T11" fmla="*/ 2 h 31"/>
                  <a:gd name="T12" fmla="*/ 28 w 29"/>
                  <a:gd name="T13" fmla="*/ 9 h 31"/>
                  <a:gd name="T14" fmla="*/ 23 w 29"/>
                  <a:gd name="T15" fmla="*/ 19 h 31"/>
                  <a:gd name="T16" fmla="*/ 19 w 29"/>
                  <a:gd name="T17" fmla="*/ 27 h 31"/>
                  <a:gd name="T18" fmla="*/ 10 w 29"/>
                  <a:gd name="T19" fmla="*/ 30 h 31"/>
                  <a:gd name="T20" fmla="*/ 1 w 29"/>
                  <a:gd name="T21" fmla="*/ 27 h 31"/>
                  <a:gd name="T22" fmla="*/ 5 w 29"/>
                  <a:gd name="T23" fmla="*/ 20 h 31"/>
                  <a:gd name="T24" fmla="*/ 14 w 29"/>
                  <a:gd name="T25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31">
                    <a:moveTo>
                      <a:pt x="14" y="15"/>
                    </a:moveTo>
                    <a:cubicBezTo>
                      <a:pt x="15" y="13"/>
                      <a:pt x="15" y="13"/>
                      <a:pt x="14" y="11"/>
                    </a:cubicBezTo>
                    <a:cubicBezTo>
                      <a:pt x="13" y="9"/>
                      <a:pt x="13" y="8"/>
                      <a:pt x="11" y="8"/>
                    </a:cubicBezTo>
                    <a:cubicBezTo>
                      <a:pt x="9" y="8"/>
                      <a:pt x="8" y="8"/>
                      <a:pt x="8" y="6"/>
                    </a:cubicBezTo>
                    <a:cubicBezTo>
                      <a:pt x="8" y="2"/>
                      <a:pt x="14" y="2"/>
                      <a:pt x="17" y="1"/>
                    </a:cubicBezTo>
                    <a:cubicBezTo>
                      <a:pt x="20" y="0"/>
                      <a:pt x="23" y="0"/>
                      <a:pt x="25" y="2"/>
                    </a:cubicBezTo>
                    <a:cubicBezTo>
                      <a:pt x="28" y="4"/>
                      <a:pt x="28" y="5"/>
                      <a:pt x="28" y="9"/>
                    </a:cubicBezTo>
                    <a:cubicBezTo>
                      <a:pt x="29" y="13"/>
                      <a:pt x="25" y="16"/>
                      <a:pt x="23" y="19"/>
                    </a:cubicBezTo>
                    <a:cubicBezTo>
                      <a:pt x="21" y="22"/>
                      <a:pt x="21" y="25"/>
                      <a:pt x="19" y="27"/>
                    </a:cubicBezTo>
                    <a:cubicBezTo>
                      <a:pt x="17" y="30"/>
                      <a:pt x="13" y="30"/>
                      <a:pt x="10" y="30"/>
                    </a:cubicBezTo>
                    <a:cubicBezTo>
                      <a:pt x="7" y="30"/>
                      <a:pt x="2" y="31"/>
                      <a:pt x="1" y="27"/>
                    </a:cubicBezTo>
                    <a:cubicBezTo>
                      <a:pt x="0" y="24"/>
                      <a:pt x="2" y="22"/>
                      <a:pt x="5" y="20"/>
                    </a:cubicBezTo>
                    <a:cubicBezTo>
                      <a:pt x="9" y="19"/>
                      <a:pt x="11" y="18"/>
                      <a:pt x="14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36" name="Freeform 2137">
                <a:extLst>
                  <a:ext uri="{FF2B5EF4-FFF2-40B4-BE49-F238E27FC236}">
                    <a16:creationId xmlns:a16="http://schemas.microsoft.com/office/drawing/2014/main" id="{2F40BF4E-DEAA-41EC-8367-F5AADE7AD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4016"/>
                <a:ext cx="5" cy="5"/>
              </a:xfrm>
              <a:custGeom>
                <a:avLst/>
                <a:gdLst>
                  <a:gd name="T0" fmla="*/ 2 w 11"/>
                  <a:gd name="T1" fmla="*/ 12 h 13"/>
                  <a:gd name="T2" fmla="*/ 1 w 11"/>
                  <a:gd name="T3" fmla="*/ 5 h 13"/>
                  <a:gd name="T4" fmla="*/ 6 w 11"/>
                  <a:gd name="T5" fmla="*/ 1 h 13"/>
                  <a:gd name="T6" fmla="*/ 11 w 11"/>
                  <a:gd name="T7" fmla="*/ 3 h 13"/>
                  <a:gd name="T8" fmla="*/ 11 w 11"/>
                  <a:gd name="T9" fmla="*/ 6 h 13"/>
                  <a:gd name="T10" fmla="*/ 8 w 11"/>
                  <a:gd name="T11" fmla="*/ 12 h 13"/>
                  <a:gd name="T12" fmla="*/ 2 w 11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2" y="12"/>
                    </a:moveTo>
                    <a:cubicBezTo>
                      <a:pt x="1" y="10"/>
                      <a:pt x="0" y="6"/>
                      <a:pt x="1" y="5"/>
                    </a:cubicBezTo>
                    <a:cubicBezTo>
                      <a:pt x="1" y="3"/>
                      <a:pt x="4" y="1"/>
                      <a:pt x="6" y="1"/>
                    </a:cubicBezTo>
                    <a:cubicBezTo>
                      <a:pt x="7" y="0"/>
                      <a:pt x="11" y="0"/>
                      <a:pt x="11" y="3"/>
                    </a:cubicBezTo>
                    <a:cubicBezTo>
                      <a:pt x="11" y="3"/>
                      <a:pt x="11" y="5"/>
                      <a:pt x="11" y="6"/>
                    </a:cubicBezTo>
                    <a:cubicBezTo>
                      <a:pt x="10" y="8"/>
                      <a:pt x="10" y="11"/>
                      <a:pt x="8" y="12"/>
                    </a:cubicBezTo>
                    <a:cubicBezTo>
                      <a:pt x="7" y="13"/>
                      <a:pt x="3" y="13"/>
                      <a:pt x="2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37" name="Freeform 2138">
                <a:extLst>
                  <a:ext uri="{FF2B5EF4-FFF2-40B4-BE49-F238E27FC236}">
                    <a16:creationId xmlns:a16="http://schemas.microsoft.com/office/drawing/2014/main" id="{2BF0F6C3-727D-4B8C-9D46-9222894E5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4009"/>
                <a:ext cx="10" cy="11"/>
              </a:xfrm>
              <a:custGeom>
                <a:avLst/>
                <a:gdLst>
                  <a:gd name="T0" fmla="*/ 5 w 24"/>
                  <a:gd name="T1" fmla="*/ 3 h 27"/>
                  <a:gd name="T2" fmla="*/ 10 w 24"/>
                  <a:gd name="T3" fmla="*/ 1 h 27"/>
                  <a:gd name="T4" fmla="*/ 17 w 24"/>
                  <a:gd name="T5" fmla="*/ 1 h 27"/>
                  <a:gd name="T6" fmla="*/ 23 w 24"/>
                  <a:gd name="T7" fmla="*/ 5 h 27"/>
                  <a:gd name="T8" fmla="*/ 19 w 24"/>
                  <a:gd name="T9" fmla="*/ 13 h 27"/>
                  <a:gd name="T10" fmla="*/ 16 w 24"/>
                  <a:gd name="T11" fmla="*/ 25 h 27"/>
                  <a:gd name="T12" fmla="*/ 6 w 24"/>
                  <a:gd name="T13" fmla="*/ 25 h 27"/>
                  <a:gd name="T14" fmla="*/ 4 w 24"/>
                  <a:gd name="T15" fmla="*/ 14 h 27"/>
                  <a:gd name="T16" fmla="*/ 1 w 24"/>
                  <a:gd name="T17" fmla="*/ 8 h 27"/>
                  <a:gd name="T18" fmla="*/ 5 w 24"/>
                  <a:gd name="T19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7">
                    <a:moveTo>
                      <a:pt x="5" y="3"/>
                    </a:moveTo>
                    <a:cubicBezTo>
                      <a:pt x="7" y="2"/>
                      <a:pt x="8" y="1"/>
                      <a:pt x="10" y="1"/>
                    </a:cubicBezTo>
                    <a:cubicBezTo>
                      <a:pt x="13" y="0"/>
                      <a:pt x="15" y="1"/>
                      <a:pt x="17" y="1"/>
                    </a:cubicBezTo>
                    <a:cubicBezTo>
                      <a:pt x="20" y="1"/>
                      <a:pt x="22" y="2"/>
                      <a:pt x="23" y="5"/>
                    </a:cubicBezTo>
                    <a:cubicBezTo>
                      <a:pt x="24" y="9"/>
                      <a:pt x="20" y="9"/>
                      <a:pt x="19" y="13"/>
                    </a:cubicBezTo>
                    <a:cubicBezTo>
                      <a:pt x="17" y="16"/>
                      <a:pt x="20" y="23"/>
                      <a:pt x="16" y="25"/>
                    </a:cubicBezTo>
                    <a:cubicBezTo>
                      <a:pt x="14" y="27"/>
                      <a:pt x="9" y="27"/>
                      <a:pt x="6" y="25"/>
                    </a:cubicBezTo>
                    <a:cubicBezTo>
                      <a:pt x="3" y="22"/>
                      <a:pt x="6" y="17"/>
                      <a:pt x="4" y="14"/>
                    </a:cubicBezTo>
                    <a:cubicBezTo>
                      <a:pt x="2" y="12"/>
                      <a:pt x="0" y="11"/>
                      <a:pt x="1" y="8"/>
                    </a:cubicBezTo>
                    <a:cubicBezTo>
                      <a:pt x="1" y="6"/>
                      <a:pt x="3" y="4"/>
                      <a:pt x="5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38" name="Freeform 2139">
                <a:extLst>
                  <a:ext uri="{FF2B5EF4-FFF2-40B4-BE49-F238E27FC236}">
                    <a16:creationId xmlns:a16="http://schemas.microsoft.com/office/drawing/2014/main" id="{B5BC8083-C393-4B30-AEDF-0C5A64C7C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4065"/>
                <a:ext cx="7" cy="6"/>
              </a:xfrm>
              <a:custGeom>
                <a:avLst/>
                <a:gdLst>
                  <a:gd name="T0" fmla="*/ 2 w 18"/>
                  <a:gd name="T1" fmla="*/ 0 h 16"/>
                  <a:gd name="T2" fmla="*/ 6 w 18"/>
                  <a:gd name="T3" fmla="*/ 0 h 16"/>
                  <a:gd name="T4" fmla="*/ 10 w 18"/>
                  <a:gd name="T5" fmla="*/ 1 h 16"/>
                  <a:gd name="T6" fmla="*/ 13 w 18"/>
                  <a:gd name="T7" fmla="*/ 3 h 16"/>
                  <a:gd name="T8" fmla="*/ 16 w 18"/>
                  <a:gd name="T9" fmla="*/ 6 h 16"/>
                  <a:gd name="T10" fmla="*/ 15 w 18"/>
                  <a:gd name="T11" fmla="*/ 13 h 16"/>
                  <a:gd name="T12" fmla="*/ 7 w 18"/>
                  <a:gd name="T13" fmla="*/ 10 h 16"/>
                  <a:gd name="T14" fmla="*/ 3 w 18"/>
                  <a:gd name="T15" fmla="*/ 6 h 16"/>
                  <a:gd name="T16" fmla="*/ 2 w 18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6">
                    <a:moveTo>
                      <a:pt x="2" y="0"/>
                    </a:moveTo>
                    <a:cubicBezTo>
                      <a:pt x="3" y="0"/>
                      <a:pt x="5" y="0"/>
                      <a:pt x="6" y="0"/>
                    </a:cubicBezTo>
                    <a:cubicBezTo>
                      <a:pt x="8" y="0"/>
                      <a:pt x="8" y="0"/>
                      <a:pt x="10" y="1"/>
                    </a:cubicBezTo>
                    <a:cubicBezTo>
                      <a:pt x="11" y="3"/>
                      <a:pt x="11" y="3"/>
                      <a:pt x="13" y="3"/>
                    </a:cubicBezTo>
                    <a:cubicBezTo>
                      <a:pt x="14" y="3"/>
                      <a:pt x="15" y="4"/>
                      <a:pt x="16" y="6"/>
                    </a:cubicBezTo>
                    <a:cubicBezTo>
                      <a:pt x="18" y="8"/>
                      <a:pt x="18" y="11"/>
                      <a:pt x="15" y="13"/>
                    </a:cubicBezTo>
                    <a:cubicBezTo>
                      <a:pt x="11" y="16"/>
                      <a:pt x="9" y="13"/>
                      <a:pt x="7" y="10"/>
                    </a:cubicBezTo>
                    <a:cubicBezTo>
                      <a:pt x="6" y="8"/>
                      <a:pt x="5" y="7"/>
                      <a:pt x="3" y="6"/>
                    </a:cubicBezTo>
                    <a:cubicBezTo>
                      <a:pt x="2" y="5"/>
                      <a:pt x="0" y="2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39" name="Freeform 2140">
                <a:extLst>
                  <a:ext uri="{FF2B5EF4-FFF2-40B4-BE49-F238E27FC236}">
                    <a16:creationId xmlns:a16="http://schemas.microsoft.com/office/drawing/2014/main" id="{80CE3DDC-8459-4F5C-A925-925607FB1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4056"/>
                <a:ext cx="7" cy="5"/>
              </a:xfrm>
              <a:custGeom>
                <a:avLst/>
                <a:gdLst>
                  <a:gd name="T0" fmla="*/ 1 w 17"/>
                  <a:gd name="T1" fmla="*/ 9 h 11"/>
                  <a:gd name="T2" fmla="*/ 3 w 17"/>
                  <a:gd name="T3" fmla="*/ 3 h 11"/>
                  <a:gd name="T4" fmla="*/ 9 w 17"/>
                  <a:gd name="T5" fmla="*/ 1 h 11"/>
                  <a:gd name="T6" fmla="*/ 16 w 17"/>
                  <a:gd name="T7" fmla="*/ 3 h 11"/>
                  <a:gd name="T8" fmla="*/ 10 w 17"/>
                  <a:gd name="T9" fmla="*/ 9 h 11"/>
                  <a:gd name="T10" fmla="*/ 1 w 17"/>
                  <a:gd name="T1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1">
                    <a:moveTo>
                      <a:pt x="1" y="9"/>
                    </a:moveTo>
                    <a:cubicBezTo>
                      <a:pt x="0" y="8"/>
                      <a:pt x="2" y="4"/>
                      <a:pt x="3" y="3"/>
                    </a:cubicBezTo>
                    <a:cubicBezTo>
                      <a:pt x="4" y="1"/>
                      <a:pt x="7" y="2"/>
                      <a:pt x="9" y="1"/>
                    </a:cubicBezTo>
                    <a:cubicBezTo>
                      <a:pt x="12" y="0"/>
                      <a:pt x="14" y="0"/>
                      <a:pt x="16" y="3"/>
                    </a:cubicBezTo>
                    <a:cubicBezTo>
                      <a:pt x="17" y="6"/>
                      <a:pt x="12" y="8"/>
                      <a:pt x="10" y="9"/>
                    </a:cubicBezTo>
                    <a:cubicBezTo>
                      <a:pt x="8" y="10"/>
                      <a:pt x="2" y="11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40" name="Freeform 2141">
                <a:extLst>
                  <a:ext uri="{FF2B5EF4-FFF2-40B4-BE49-F238E27FC236}">
                    <a16:creationId xmlns:a16="http://schemas.microsoft.com/office/drawing/2014/main" id="{2DDF7137-F223-4A7B-B21A-6FDEFE978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4053"/>
                <a:ext cx="14" cy="10"/>
              </a:xfrm>
              <a:custGeom>
                <a:avLst/>
                <a:gdLst>
                  <a:gd name="T0" fmla="*/ 16 w 35"/>
                  <a:gd name="T1" fmla="*/ 7 h 25"/>
                  <a:gd name="T2" fmla="*/ 20 w 35"/>
                  <a:gd name="T3" fmla="*/ 5 h 25"/>
                  <a:gd name="T4" fmla="*/ 26 w 35"/>
                  <a:gd name="T5" fmla="*/ 1 h 25"/>
                  <a:gd name="T6" fmla="*/ 31 w 35"/>
                  <a:gd name="T7" fmla="*/ 2 h 25"/>
                  <a:gd name="T8" fmla="*/ 34 w 35"/>
                  <a:gd name="T9" fmla="*/ 3 h 25"/>
                  <a:gd name="T10" fmla="*/ 35 w 35"/>
                  <a:gd name="T11" fmla="*/ 6 h 25"/>
                  <a:gd name="T12" fmla="*/ 29 w 35"/>
                  <a:gd name="T13" fmla="*/ 10 h 25"/>
                  <a:gd name="T14" fmla="*/ 22 w 35"/>
                  <a:gd name="T15" fmla="*/ 13 h 25"/>
                  <a:gd name="T16" fmla="*/ 16 w 35"/>
                  <a:gd name="T17" fmla="*/ 17 h 25"/>
                  <a:gd name="T18" fmla="*/ 10 w 35"/>
                  <a:gd name="T19" fmla="*/ 21 h 25"/>
                  <a:gd name="T20" fmla="*/ 7 w 35"/>
                  <a:gd name="T21" fmla="*/ 23 h 25"/>
                  <a:gd name="T22" fmla="*/ 4 w 35"/>
                  <a:gd name="T23" fmla="*/ 24 h 25"/>
                  <a:gd name="T24" fmla="*/ 0 w 35"/>
                  <a:gd name="T25" fmla="*/ 21 h 25"/>
                  <a:gd name="T26" fmla="*/ 5 w 35"/>
                  <a:gd name="T27" fmla="*/ 16 h 25"/>
                  <a:gd name="T28" fmla="*/ 11 w 35"/>
                  <a:gd name="T29" fmla="*/ 12 h 25"/>
                  <a:gd name="T30" fmla="*/ 16 w 35"/>
                  <a:gd name="T31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25">
                    <a:moveTo>
                      <a:pt x="16" y="7"/>
                    </a:moveTo>
                    <a:cubicBezTo>
                      <a:pt x="17" y="6"/>
                      <a:pt x="18" y="6"/>
                      <a:pt x="20" y="5"/>
                    </a:cubicBezTo>
                    <a:cubicBezTo>
                      <a:pt x="22" y="5"/>
                      <a:pt x="23" y="2"/>
                      <a:pt x="26" y="1"/>
                    </a:cubicBezTo>
                    <a:cubicBezTo>
                      <a:pt x="27" y="0"/>
                      <a:pt x="29" y="1"/>
                      <a:pt x="31" y="2"/>
                    </a:cubicBezTo>
                    <a:cubicBezTo>
                      <a:pt x="32" y="2"/>
                      <a:pt x="34" y="2"/>
                      <a:pt x="34" y="3"/>
                    </a:cubicBezTo>
                    <a:cubicBezTo>
                      <a:pt x="35" y="4"/>
                      <a:pt x="35" y="5"/>
                      <a:pt x="35" y="6"/>
                    </a:cubicBezTo>
                    <a:cubicBezTo>
                      <a:pt x="34" y="9"/>
                      <a:pt x="32" y="9"/>
                      <a:pt x="29" y="10"/>
                    </a:cubicBezTo>
                    <a:cubicBezTo>
                      <a:pt x="27" y="10"/>
                      <a:pt x="24" y="11"/>
                      <a:pt x="22" y="13"/>
                    </a:cubicBezTo>
                    <a:cubicBezTo>
                      <a:pt x="20" y="15"/>
                      <a:pt x="18" y="16"/>
                      <a:pt x="16" y="17"/>
                    </a:cubicBezTo>
                    <a:cubicBezTo>
                      <a:pt x="14" y="19"/>
                      <a:pt x="13" y="21"/>
                      <a:pt x="10" y="21"/>
                    </a:cubicBezTo>
                    <a:cubicBezTo>
                      <a:pt x="9" y="22"/>
                      <a:pt x="8" y="22"/>
                      <a:pt x="7" y="23"/>
                    </a:cubicBezTo>
                    <a:cubicBezTo>
                      <a:pt x="6" y="23"/>
                      <a:pt x="5" y="24"/>
                      <a:pt x="4" y="24"/>
                    </a:cubicBezTo>
                    <a:cubicBezTo>
                      <a:pt x="2" y="25"/>
                      <a:pt x="0" y="23"/>
                      <a:pt x="0" y="21"/>
                    </a:cubicBezTo>
                    <a:cubicBezTo>
                      <a:pt x="0" y="19"/>
                      <a:pt x="3" y="17"/>
                      <a:pt x="5" y="16"/>
                    </a:cubicBezTo>
                    <a:cubicBezTo>
                      <a:pt x="7" y="15"/>
                      <a:pt x="9" y="14"/>
                      <a:pt x="11" y="12"/>
                    </a:cubicBezTo>
                    <a:cubicBezTo>
                      <a:pt x="13" y="10"/>
                      <a:pt x="14" y="8"/>
                      <a:pt x="16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41" name="Freeform 2142">
                <a:extLst>
                  <a:ext uri="{FF2B5EF4-FFF2-40B4-BE49-F238E27FC236}">
                    <a16:creationId xmlns:a16="http://schemas.microsoft.com/office/drawing/2014/main" id="{4AD1E4C0-AA34-4F02-B450-A42F30228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4047"/>
                <a:ext cx="3" cy="3"/>
              </a:xfrm>
              <a:custGeom>
                <a:avLst/>
                <a:gdLst>
                  <a:gd name="T0" fmla="*/ 0 w 8"/>
                  <a:gd name="T1" fmla="*/ 4 h 8"/>
                  <a:gd name="T2" fmla="*/ 2 w 8"/>
                  <a:gd name="T3" fmla="*/ 1 h 8"/>
                  <a:gd name="T4" fmla="*/ 7 w 8"/>
                  <a:gd name="T5" fmla="*/ 4 h 8"/>
                  <a:gd name="T6" fmla="*/ 0 w 8"/>
                  <a:gd name="T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3" y="0"/>
                      <a:pt x="6" y="2"/>
                      <a:pt x="7" y="4"/>
                    </a:cubicBezTo>
                    <a:cubicBezTo>
                      <a:pt x="8" y="7"/>
                      <a:pt x="1" y="8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42" name="Freeform 2143">
                <a:extLst>
                  <a:ext uri="{FF2B5EF4-FFF2-40B4-BE49-F238E27FC236}">
                    <a16:creationId xmlns:a16="http://schemas.microsoft.com/office/drawing/2014/main" id="{CCC3B0F9-0625-44AA-B776-1C8A57BF5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4149"/>
                <a:ext cx="6" cy="7"/>
              </a:xfrm>
              <a:custGeom>
                <a:avLst/>
                <a:gdLst>
                  <a:gd name="T0" fmla="*/ 3 w 13"/>
                  <a:gd name="T1" fmla="*/ 5 h 18"/>
                  <a:gd name="T2" fmla="*/ 5 w 13"/>
                  <a:gd name="T3" fmla="*/ 3 h 18"/>
                  <a:gd name="T4" fmla="*/ 7 w 13"/>
                  <a:gd name="T5" fmla="*/ 1 h 18"/>
                  <a:gd name="T6" fmla="*/ 11 w 13"/>
                  <a:gd name="T7" fmla="*/ 3 h 18"/>
                  <a:gd name="T8" fmla="*/ 12 w 13"/>
                  <a:gd name="T9" fmla="*/ 9 h 18"/>
                  <a:gd name="T10" fmla="*/ 12 w 13"/>
                  <a:gd name="T11" fmla="*/ 13 h 18"/>
                  <a:gd name="T12" fmla="*/ 11 w 13"/>
                  <a:gd name="T13" fmla="*/ 17 h 18"/>
                  <a:gd name="T14" fmla="*/ 8 w 13"/>
                  <a:gd name="T15" fmla="*/ 15 h 18"/>
                  <a:gd name="T16" fmla="*/ 5 w 13"/>
                  <a:gd name="T17" fmla="*/ 11 h 18"/>
                  <a:gd name="T18" fmla="*/ 1 w 13"/>
                  <a:gd name="T19" fmla="*/ 10 h 18"/>
                  <a:gd name="T20" fmla="*/ 3 w 13"/>
                  <a:gd name="T21" fmla="*/ 8 h 18"/>
                  <a:gd name="T22" fmla="*/ 3 w 13"/>
                  <a:gd name="T2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8">
                    <a:moveTo>
                      <a:pt x="3" y="5"/>
                    </a:moveTo>
                    <a:cubicBezTo>
                      <a:pt x="4" y="4"/>
                      <a:pt x="4" y="4"/>
                      <a:pt x="5" y="3"/>
                    </a:cubicBezTo>
                    <a:cubicBezTo>
                      <a:pt x="6" y="2"/>
                      <a:pt x="6" y="1"/>
                      <a:pt x="7" y="1"/>
                    </a:cubicBezTo>
                    <a:cubicBezTo>
                      <a:pt x="10" y="0"/>
                      <a:pt x="10" y="2"/>
                      <a:pt x="11" y="3"/>
                    </a:cubicBezTo>
                    <a:cubicBezTo>
                      <a:pt x="11" y="6"/>
                      <a:pt x="13" y="7"/>
                      <a:pt x="12" y="9"/>
                    </a:cubicBezTo>
                    <a:cubicBezTo>
                      <a:pt x="11" y="10"/>
                      <a:pt x="12" y="12"/>
                      <a:pt x="12" y="13"/>
                    </a:cubicBezTo>
                    <a:cubicBezTo>
                      <a:pt x="12" y="14"/>
                      <a:pt x="12" y="16"/>
                      <a:pt x="11" y="17"/>
                    </a:cubicBezTo>
                    <a:cubicBezTo>
                      <a:pt x="10" y="18"/>
                      <a:pt x="9" y="16"/>
                      <a:pt x="8" y="15"/>
                    </a:cubicBezTo>
                    <a:cubicBezTo>
                      <a:pt x="7" y="14"/>
                      <a:pt x="7" y="11"/>
                      <a:pt x="5" y="11"/>
                    </a:cubicBezTo>
                    <a:cubicBezTo>
                      <a:pt x="4" y="12"/>
                      <a:pt x="0" y="12"/>
                      <a:pt x="1" y="10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4" y="7"/>
                      <a:pt x="3" y="6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43" name="Freeform 2144">
                <a:extLst>
                  <a:ext uri="{FF2B5EF4-FFF2-40B4-BE49-F238E27FC236}">
                    <a16:creationId xmlns:a16="http://schemas.microsoft.com/office/drawing/2014/main" id="{AA746727-CB16-47B9-AD36-24A0BD31E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4132"/>
                <a:ext cx="5" cy="6"/>
              </a:xfrm>
              <a:custGeom>
                <a:avLst/>
                <a:gdLst>
                  <a:gd name="T0" fmla="*/ 2 w 11"/>
                  <a:gd name="T1" fmla="*/ 4 h 16"/>
                  <a:gd name="T2" fmla="*/ 8 w 11"/>
                  <a:gd name="T3" fmla="*/ 0 h 16"/>
                  <a:gd name="T4" fmla="*/ 11 w 11"/>
                  <a:gd name="T5" fmla="*/ 4 h 16"/>
                  <a:gd name="T6" fmla="*/ 9 w 11"/>
                  <a:gd name="T7" fmla="*/ 7 h 16"/>
                  <a:gd name="T8" fmla="*/ 5 w 11"/>
                  <a:gd name="T9" fmla="*/ 9 h 16"/>
                  <a:gd name="T10" fmla="*/ 5 w 11"/>
                  <a:gd name="T11" fmla="*/ 12 h 16"/>
                  <a:gd name="T12" fmla="*/ 4 w 11"/>
                  <a:gd name="T13" fmla="*/ 15 h 16"/>
                  <a:gd name="T14" fmla="*/ 1 w 11"/>
                  <a:gd name="T15" fmla="*/ 13 h 16"/>
                  <a:gd name="T16" fmla="*/ 2 w 11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6">
                    <a:moveTo>
                      <a:pt x="2" y="4"/>
                    </a:moveTo>
                    <a:cubicBezTo>
                      <a:pt x="3" y="2"/>
                      <a:pt x="6" y="0"/>
                      <a:pt x="8" y="0"/>
                    </a:cubicBezTo>
                    <a:cubicBezTo>
                      <a:pt x="10" y="1"/>
                      <a:pt x="10" y="2"/>
                      <a:pt x="11" y="4"/>
                    </a:cubicBezTo>
                    <a:cubicBezTo>
                      <a:pt x="11" y="6"/>
                      <a:pt x="10" y="6"/>
                      <a:pt x="9" y="7"/>
                    </a:cubicBezTo>
                    <a:cubicBezTo>
                      <a:pt x="8" y="7"/>
                      <a:pt x="6" y="7"/>
                      <a:pt x="5" y="9"/>
                    </a:cubicBezTo>
                    <a:cubicBezTo>
                      <a:pt x="5" y="9"/>
                      <a:pt x="5" y="11"/>
                      <a:pt x="5" y="12"/>
                    </a:cubicBezTo>
                    <a:cubicBezTo>
                      <a:pt x="5" y="14"/>
                      <a:pt x="6" y="14"/>
                      <a:pt x="4" y="15"/>
                    </a:cubicBezTo>
                    <a:cubicBezTo>
                      <a:pt x="2" y="16"/>
                      <a:pt x="1" y="15"/>
                      <a:pt x="1" y="13"/>
                    </a:cubicBezTo>
                    <a:cubicBezTo>
                      <a:pt x="0" y="10"/>
                      <a:pt x="0" y="7"/>
                      <a:pt x="2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44" name="Freeform 2145">
                <a:extLst>
                  <a:ext uri="{FF2B5EF4-FFF2-40B4-BE49-F238E27FC236}">
                    <a16:creationId xmlns:a16="http://schemas.microsoft.com/office/drawing/2014/main" id="{5684DF92-AFA1-4DA1-81D3-A5983F913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4130"/>
                <a:ext cx="5" cy="6"/>
              </a:xfrm>
              <a:custGeom>
                <a:avLst/>
                <a:gdLst>
                  <a:gd name="T0" fmla="*/ 7 w 12"/>
                  <a:gd name="T1" fmla="*/ 14 h 15"/>
                  <a:gd name="T2" fmla="*/ 4 w 12"/>
                  <a:gd name="T3" fmla="*/ 15 h 15"/>
                  <a:gd name="T4" fmla="*/ 5 w 12"/>
                  <a:gd name="T5" fmla="*/ 10 h 15"/>
                  <a:gd name="T6" fmla="*/ 7 w 12"/>
                  <a:gd name="T7" fmla="*/ 2 h 15"/>
                  <a:gd name="T8" fmla="*/ 11 w 12"/>
                  <a:gd name="T9" fmla="*/ 2 h 15"/>
                  <a:gd name="T10" fmla="*/ 12 w 12"/>
                  <a:gd name="T11" fmla="*/ 8 h 15"/>
                  <a:gd name="T12" fmla="*/ 9 w 12"/>
                  <a:gd name="T13" fmla="*/ 10 h 15"/>
                  <a:gd name="T14" fmla="*/ 7 w 12"/>
                  <a:gd name="T1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5">
                    <a:moveTo>
                      <a:pt x="7" y="14"/>
                    </a:moveTo>
                    <a:cubicBezTo>
                      <a:pt x="6" y="15"/>
                      <a:pt x="5" y="15"/>
                      <a:pt x="4" y="15"/>
                    </a:cubicBezTo>
                    <a:cubicBezTo>
                      <a:pt x="0" y="14"/>
                      <a:pt x="4" y="11"/>
                      <a:pt x="5" y="10"/>
                    </a:cubicBezTo>
                    <a:cubicBezTo>
                      <a:pt x="7" y="8"/>
                      <a:pt x="5" y="5"/>
                      <a:pt x="7" y="2"/>
                    </a:cubicBezTo>
                    <a:cubicBezTo>
                      <a:pt x="8" y="0"/>
                      <a:pt x="10" y="0"/>
                      <a:pt x="11" y="2"/>
                    </a:cubicBezTo>
                    <a:cubicBezTo>
                      <a:pt x="12" y="4"/>
                      <a:pt x="12" y="6"/>
                      <a:pt x="12" y="8"/>
                    </a:cubicBezTo>
                    <a:cubicBezTo>
                      <a:pt x="11" y="10"/>
                      <a:pt x="10" y="10"/>
                      <a:pt x="9" y="10"/>
                    </a:cubicBezTo>
                    <a:cubicBezTo>
                      <a:pt x="7" y="11"/>
                      <a:pt x="7" y="12"/>
                      <a:pt x="7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45" name="Freeform 2146">
                <a:extLst>
                  <a:ext uri="{FF2B5EF4-FFF2-40B4-BE49-F238E27FC236}">
                    <a16:creationId xmlns:a16="http://schemas.microsoft.com/office/drawing/2014/main" id="{C1EC6E55-4996-403D-A1BA-6A012BFA0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4104"/>
                <a:ext cx="4" cy="3"/>
              </a:xfrm>
              <a:custGeom>
                <a:avLst/>
                <a:gdLst>
                  <a:gd name="T0" fmla="*/ 3 w 9"/>
                  <a:gd name="T1" fmla="*/ 9 h 9"/>
                  <a:gd name="T2" fmla="*/ 2 w 9"/>
                  <a:gd name="T3" fmla="*/ 8 h 9"/>
                  <a:gd name="T4" fmla="*/ 0 w 9"/>
                  <a:gd name="T5" fmla="*/ 3 h 9"/>
                  <a:gd name="T6" fmla="*/ 5 w 9"/>
                  <a:gd name="T7" fmla="*/ 0 h 9"/>
                  <a:gd name="T8" fmla="*/ 9 w 9"/>
                  <a:gd name="T9" fmla="*/ 4 h 9"/>
                  <a:gd name="T10" fmla="*/ 7 w 9"/>
                  <a:gd name="T11" fmla="*/ 7 h 9"/>
                  <a:gd name="T12" fmla="*/ 5 w 9"/>
                  <a:gd name="T13" fmla="*/ 9 h 9"/>
                  <a:gd name="T14" fmla="*/ 4 w 9"/>
                  <a:gd name="T15" fmla="*/ 8 h 9"/>
                  <a:gd name="T16" fmla="*/ 3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3" y="9"/>
                    </a:moveTo>
                    <a:cubicBezTo>
                      <a:pt x="3" y="9"/>
                      <a:pt x="2" y="9"/>
                      <a:pt x="2" y="8"/>
                    </a:cubicBezTo>
                    <a:cubicBezTo>
                      <a:pt x="0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9" y="2"/>
                      <a:pt x="9" y="4"/>
                    </a:cubicBezTo>
                    <a:cubicBezTo>
                      <a:pt x="8" y="5"/>
                      <a:pt x="8" y="6"/>
                      <a:pt x="7" y="7"/>
                    </a:cubicBezTo>
                    <a:cubicBezTo>
                      <a:pt x="6" y="8"/>
                      <a:pt x="6" y="9"/>
                      <a:pt x="5" y="9"/>
                    </a:cubicBezTo>
                    <a:cubicBezTo>
                      <a:pt x="5" y="9"/>
                      <a:pt x="5" y="8"/>
                      <a:pt x="4" y="8"/>
                    </a:cubicBezTo>
                    <a:cubicBezTo>
                      <a:pt x="4" y="8"/>
                      <a:pt x="4" y="8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46" name="Freeform 2147">
                <a:extLst>
                  <a:ext uri="{FF2B5EF4-FFF2-40B4-BE49-F238E27FC236}">
                    <a16:creationId xmlns:a16="http://schemas.microsoft.com/office/drawing/2014/main" id="{31C7764F-5331-4701-8583-5ECD537F1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4001"/>
                <a:ext cx="34" cy="31"/>
              </a:xfrm>
              <a:custGeom>
                <a:avLst/>
                <a:gdLst>
                  <a:gd name="T0" fmla="*/ 26 w 84"/>
                  <a:gd name="T1" fmla="*/ 57 h 77"/>
                  <a:gd name="T2" fmla="*/ 20 w 84"/>
                  <a:gd name="T3" fmla="*/ 53 h 77"/>
                  <a:gd name="T4" fmla="*/ 14 w 84"/>
                  <a:gd name="T5" fmla="*/ 41 h 77"/>
                  <a:gd name="T6" fmla="*/ 2 w 84"/>
                  <a:gd name="T7" fmla="*/ 21 h 77"/>
                  <a:gd name="T8" fmla="*/ 6 w 84"/>
                  <a:gd name="T9" fmla="*/ 14 h 77"/>
                  <a:gd name="T10" fmla="*/ 13 w 84"/>
                  <a:gd name="T11" fmla="*/ 4 h 77"/>
                  <a:gd name="T12" fmla="*/ 19 w 84"/>
                  <a:gd name="T13" fmla="*/ 8 h 77"/>
                  <a:gd name="T14" fmla="*/ 26 w 84"/>
                  <a:gd name="T15" fmla="*/ 18 h 77"/>
                  <a:gd name="T16" fmla="*/ 33 w 84"/>
                  <a:gd name="T17" fmla="*/ 25 h 77"/>
                  <a:gd name="T18" fmla="*/ 45 w 84"/>
                  <a:gd name="T19" fmla="*/ 24 h 77"/>
                  <a:gd name="T20" fmla="*/ 48 w 84"/>
                  <a:gd name="T21" fmla="*/ 28 h 77"/>
                  <a:gd name="T22" fmla="*/ 54 w 84"/>
                  <a:gd name="T23" fmla="*/ 30 h 77"/>
                  <a:gd name="T24" fmla="*/ 65 w 84"/>
                  <a:gd name="T25" fmla="*/ 35 h 77"/>
                  <a:gd name="T26" fmla="*/ 68 w 84"/>
                  <a:gd name="T27" fmla="*/ 45 h 77"/>
                  <a:gd name="T28" fmla="*/ 77 w 84"/>
                  <a:gd name="T29" fmla="*/ 50 h 77"/>
                  <a:gd name="T30" fmla="*/ 81 w 84"/>
                  <a:gd name="T31" fmla="*/ 59 h 77"/>
                  <a:gd name="T32" fmla="*/ 67 w 84"/>
                  <a:gd name="T33" fmla="*/ 55 h 77"/>
                  <a:gd name="T34" fmla="*/ 58 w 84"/>
                  <a:gd name="T35" fmla="*/ 54 h 77"/>
                  <a:gd name="T36" fmla="*/ 50 w 84"/>
                  <a:gd name="T37" fmla="*/ 57 h 77"/>
                  <a:gd name="T38" fmla="*/ 48 w 84"/>
                  <a:gd name="T39" fmla="*/ 75 h 77"/>
                  <a:gd name="T40" fmla="*/ 37 w 84"/>
                  <a:gd name="T41" fmla="*/ 68 h 77"/>
                  <a:gd name="T42" fmla="*/ 31 w 84"/>
                  <a:gd name="T43" fmla="*/ 63 h 77"/>
                  <a:gd name="T44" fmla="*/ 26 w 84"/>
                  <a:gd name="T45" fmla="*/ 5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4" h="77">
                    <a:moveTo>
                      <a:pt x="26" y="57"/>
                    </a:moveTo>
                    <a:cubicBezTo>
                      <a:pt x="24" y="55"/>
                      <a:pt x="22" y="54"/>
                      <a:pt x="20" y="53"/>
                    </a:cubicBezTo>
                    <a:cubicBezTo>
                      <a:pt x="16" y="50"/>
                      <a:pt x="16" y="45"/>
                      <a:pt x="14" y="41"/>
                    </a:cubicBezTo>
                    <a:cubicBezTo>
                      <a:pt x="10" y="34"/>
                      <a:pt x="0" y="31"/>
                      <a:pt x="2" y="21"/>
                    </a:cubicBezTo>
                    <a:cubicBezTo>
                      <a:pt x="2" y="18"/>
                      <a:pt x="4" y="16"/>
                      <a:pt x="6" y="14"/>
                    </a:cubicBezTo>
                    <a:cubicBezTo>
                      <a:pt x="8" y="11"/>
                      <a:pt x="10" y="7"/>
                      <a:pt x="13" y="4"/>
                    </a:cubicBezTo>
                    <a:cubicBezTo>
                      <a:pt x="16" y="0"/>
                      <a:pt x="18" y="5"/>
                      <a:pt x="19" y="8"/>
                    </a:cubicBezTo>
                    <a:cubicBezTo>
                      <a:pt x="21" y="12"/>
                      <a:pt x="23" y="15"/>
                      <a:pt x="26" y="18"/>
                    </a:cubicBezTo>
                    <a:cubicBezTo>
                      <a:pt x="28" y="20"/>
                      <a:pt x="29" y="25"/>
                      <a:pt x="33" y="25"/>
                    </a:cubicBezTo>
                    <a:cubicBezTo>
                      <a:pt x="37" y="25"/>
                      <a:pt x="41" y="21"/>
                      <a:pt x="45" y="24"/>
                    </a:cubicBezTo>
                    <a:cubicBezTo>
                      <a:pt x="46" y="25"/>
                      <a:pt x="47" y="27"/>
                      <a:pt x="48" y="28"/>
                    </a:cubicBezTo>
                    <a:cubicBezTo>
                      <a:pt x="50" y="30"/>
                      <a:pt x="52" y="30"/>
                      <a:pt x="54" y="30"/>
                    </a:cubicBezTo>
                    <a:cubicBezTo>
                      <a:pt x="59" y="29"/>
                      <a:pt x="64" y="29"/>
                      <a:pt x="65" y="35"/>
                    </a:cubicBezTo>
                    <a:cubicBezTo>
                      <a:pt x="65" y="39"/>
                      <a:pt x="64" y="43"/>
                      <a:pt x="68" y="45"/>
                    </a:cubicBezTo>
                    <a:cubicBezTo>
                      <a:pt x="71" y="47"/>
                      <a:pt x="74" y="48"/>
                      <a:pt x="77" y="50"/>
                    </a:cubicBezTo>
                    <a:cubicBezTo>
                      <a:pt x="80" y="52"/>
                      <a:pt x="84" y="56"/>
                      <a:pt x="81" y="59"/>
                    </a:cubicBezTo>
                    <a:cubicBezTo>
                      <a:pt x="77" y="63"/>
                      <a:pt x="70" y="58"/>
                      <a:pt x="67" y="55"/>
                    </a:cubicBezTo>
                    <a:cubicBezTo>
                      <a:pt x="63" y="53"/>
                      <a:pt x="62" y="52"/>
                      <a:pt x="58" y="54"/>
                    </a:cubicBezTo>
                    <a:cubicBezTo>
                      <a:pt x="56" y="55"/>
                      <a:pt x="51" y="55"/>
                      <a:pt x="50" y="57"/>
                    </a:cubicBezTo>
                    <a:cubicBezTo>
                      <a:pt x="47" y="61"/>
                      <a:pt x="55" y="73"/>
                      <a:pt x="48" y="75"/>
                    </a:cubicBezTo>
                    <a:cubicBezTo>
                      <a:pt x="43" y="77"/>
                      <a:pt x="40" y="71"/>
                      <a:pt x="37" y="68"/>
                    </a:cubicBezTo>
                    <a:cubicBezTo>
                      <a:pt x="35" y="66"/>
                      <a:pt x="32" y="65"/>
                      <a:pt x="31" y="63"/>
                    </a:cubicBezTo>
                    <a:cubicBezTo>
                      <a:pt x="29" y="61"/>
                      <a:pt x="28" y="59"/>
                      <a:pt x="26" y="5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47" name="Freeform 2148">
                <a:extLst>
                  <a:ext uri="{FF2B5EF4-FFF2-40B4-BE49-F238E27FC236}">
                    <a16:creationId xmlns:a16="http://schemas.microsoft.com/office/drawing/2014/main" id="{20652778-1E0F-4116-A02F-1FD02E492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942"/>
                <a:ext cx="42" cy="44"/>
              </a:xfrm>
              <a:custGeom>
                <a:avLst/>
                <a:gdLst>
                  <a:gd name="T0" fmla="*/ 18 w 102"/>
                  <a:gd name="T1" fmla="*/ 53 h 109"/>
                  <a:gd name="T2" fmla="*/ 15 w 102"/>
                  <a:gd name="T3" fmla="*/ 60 h 109"/>
                  <a:gd name="T4" fmla="*/ 16 w 102"/>
                  <a:gd name="T5" fmla="*/ 81 h 109"/>
                  <a:gd name="T6" fmla="*/ 3 w 102"/>
                  <a:gd name="T7" fmla="*/ 77 h 109"/>
                  <a:gd name="T8" fmla="*/ 1 w 102"/>
                  <a:gd name="T9" fmla="*/ 65 h 109"/>
                  <a:gd name="T10" fmla="*/ 6 w 102"/>
                  <a:gd name="T11" fmla="*/ 57 h 109"/>
                  <a:gd name="T12" fmla="*/ 10 w 102"/>
                  <a:gd name="T13" fmla="*/ 47 h 109"/>
                  <a:gd name="T14" fmla="*/ 14 w 102"/>
                  <a:gd name="T15" fmla="*/ 35 h 109"/>
                  <a:gd name="T16" fmla="*/ 32 w 102"/>
                  <a:gd name="T17" fmla="*/ 46 h 109"/>
                  <a:gd name="T18" fmla="*/ 39 w 102"/>
                  <a:gd name="T19" fmla="*/ 37 h 109"/>
                  <a:gd name="T20" fmla="*/ 43 w 102"/>
                  <a:gd name="T21" fmla="*/ 29 h 109"/>
                  <a:gd name="T22" fmla="*/ 41 w 102"/>
                  <a:gd name="T23" fmla="*/ 6 h 109"/>
                  <a:gd name="T24" fmla="*/ 53 w 102"/>
                  <a:gd name="T25" fmla="*/ 18 h 109"/>
                  <a:gd name="T26" fmla="*/ 57 w 102"/>
                  <a:gd name="T27" fmla="*/ 29 h 109"/>
                  <a:gd name="T28" fmla="*/ 59 w 102"/>
                  <a:gd name="T29" fmla="*/ 38 h 109"/>
                  <a:gd name="T30" fmla="*/ 57 w 102"/>
                  <a:gd name="T31" fmla="*/ 58 h 109"/>
                  <a:gd name="T32" fmla="*/ 72 w 102"/>
                  <a:gd name="T33" fmla="*/ 58 h 109"/>
                  <a:gd name="T34" fmla="*/ 79 w 102"/>
                  <a:gd name="T35" fmla="*/ 67 h 109"/>
                  <a:gd name="T36" fmla="*/ 85 w 102"/>
                  <a:gd name="T37" fmla="*/ 76 h 109"/>
                  <a:gd name="T38" fmla="*/ 98 w 102"/>
                  <a:gd name="T39" fmla="*/ 90 h 109"/>
                  <a:gd name="T40" fmla="*/ 93 w 102"/>
                  <a:gd name="T41" fmla="*/ 105 h 109"/>
                  <a:gd name="T42" fmla="*/ 74 w 102"/>
                  <a:gd name="T43" fmla="*/ 104 h 109"/>
                  <a:gd name="T44" fmla="*/ 59 w 102"/>
                  <a:gd name="T45" fmla="*/ 94 h 109"/>
                  <a:gd name="T46" fmla="*/ 44 w 102"/>
                  <a:gd name="T47" fmla="*/ 101 h 109"/>
                  <a:gd name="T48" fmla="*/ 32 w 102"/>
                  <a:gd name="T49" fmla="*/ 89 h 109"/>
                  <a:gd name="T50" fmla="*/ 29 w 102"/>
                  <a:gd name="T51" fmla="*/ 83 h 109"/>
                  <a:gd name="T52" fmla="*/ 31 w 102"/>
                  <a:gd name="T53" fmla="*/ 72 h 109"/>
                  <a:gd name="T54" fmla="*/ 27 w 102"/>
                  <a:gd name="T55" fmla="*/ 61 h 109"/>
                  <a:gd name="T56" fmla="*/ 18 w 102"/>
                  <a:gd name="T57" fmla="*/ 53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" h="109">
                    <a:moveTo>
                      <a:pt x="18" y="53"/>
                    </a:moveTo>
                    <a:cubicBezTo>
                      <a:pt x="15" y="53"/>
                      <a:pt x="15" y="58"/>
                      <a:pt x="15" y="60"/>
                    </a:cubicBezTo>
                    <a:cubicBezTo>
                      <a:pt x="16" y="68"/>
                      <a:pt x="21" y="74"/>
                      <a:pt x="16" y="81"/>
                    </a:cubicBezTo>
                    <a:cubicBezTo>
                      <a:pt x="11" y="88"/>
                      <a:pt x="6" y="83"/>
                      <a:pt x="3" y="77"/>
                    </a:cubicBezTo>
                    <a:cubicBezTo>
                      <a:pt x="2" y="73"/>
                      <a:pt x="0" y="69"/>
                      <a:pt x="1" y="65"/>
                    </a:cubicBezTo>
                    <a:cubicBezTo>
                      <a:pt x="2" y="61"/>
                      <a:pt x="4" y="59"/>
                      <a:pt x="6" y="57"/>
                    </a:cubicBezTo>
                    <a:cubicBezTo>
                      <a:pt x="9" y="54"/>
                      <a:pt x="9" y="51"/>
                      <a:pt x="10" y="47"/>
                    </a:cubicBezTo>
                    <a:cubicBezTo>
                      <a:pt x="10" y="44"/>
                      <a:pt x="10" y="36"/>
                      <a:pt x="14" y="35"/>
                    </a:cubicBezTo>
                    <a:cubicBezTo>
                      <a:pt x="21" y="32"/>
                      <a:pt x="26" y="50"/>
                      <a:pt x="32" y="46"/>
                    </a:cubicBezTo>
                    <a:cubicBezTo>
                      <a:pt x="35" y="44"/>
                      <a:pt x="37" y="40"/>
                      <a:pt x="39" y="37"/>
                    </a:cubicBezTo>
                    <a:cubicBezTo>
                      <a:pt x="41" y="34"/>
                      <a:pt x="43" y="32"/>
                      <a:pt x="43" y="29"/>
                    </a:cubicBezTo>
                    <a:cubicBezTo>
                      <a:pt x="43" y="22"/>
                      <a:pt x="36" y="12"/>
                      <a:pt x="41" y="6"/>
                    </a:cubicBezTo>
                    <a:cubicBezTo>
                      <a:pt x="47" y="0"/>
                      <a:pt x="52" y="15"/>
                      <a:pt x="53" y="18"/>
                    </a:cubicBezTo>
                    <a:cubicBezTo>
                      <a:pt x="55" y="22"/>
                      <a:pt x="55" y="26"/>
                      <a:pt x="57" y="29"/>
                    </a:cubicBezTo>
                    <a:cubicBezTo>
                      <a:pt x="58" y="32"/>
                      <a:pt x="59" y="35"/>
                      <a:pt x="59" y="38"/>
                    </a:cubicBezTo>
                    <a:cubicBezTo>
                      <a:pt x="59" y="45"/>
                      <a:pt x="55" y="51"/>
                      <a:pt x="57" y="58"/>
                    </a:cubicBezTo>
                    <a:cubicBezTo>
                      <a:pt x="61" y="66"/>
                      <a:pt x="66" y="57"/>
                      <a:pt x="72" y="58"/>
                    </a:cubicBezTo>
                    <a:cubicBezTo>
                      <a:pt x="75" y="59"/>
                      <a:pt x="77" y="64"/>
                      <a:pt x="79" y="67"/>
                    </a:cubicBezTo>
                    <a:cubicBezTo>
                      <a:pt x="81" y="70"/>
                      <a:pt x="83" y="73"/>
                      <a:pt x="85" y="76"/>
                    </a:cubicBezTo>
                    <a:cubicBezTo>
                      <a:pt x="89" y="81"/>
                      <a:pt x="94" y="85"/>
                      <a:pt x="98" y="90"/>
                    </a:cubicBezTo>
                    <a:cubicBezTo>
                      <a:pt x="102" y="96"/>
                      <a:pt x="99" y="102"/>
                      <a:pt x="93" y="105"/>
                    </a:cubicBezTo>
                    <a:cubicBezTo>
                      <a:pt x="88" y="109"/>
                      <a:pt x="79" y="108"/>
                      <a:pt x="74" y="104"/>
                    </a:cubicBezTo>
                    <a:cubicBezTo>
                      <a:pt x="69" y="101"/>
                      <a:pt x="65" y="91"/>
                      <a:pt x="59" y="94"/>
                    </a:cubicBezTo>
                    <a:cubicBezTo>
                      <a:pt x="54" y="97"/>
                      <a:pt x="50" y="103"/>
                      <a:pt x="44" y="101"/>
                    </a:cubicBezTo>
                    <a:cubicBezTo>
                      <a:pt x="39" y="100"/>
                      <a:pt x="36" y="93"/>
                      <a:pt x="32" y="89"/>
                    </a:cubicBezTo>
                    <a:cubicBezTo>
                      <a:pt x="31" y="87"/>
                      <a:pt x="29" y="86"/>
                      <a:pt x="29" y="83"/>
                    </a:cubicBezTo>
                    <a:cubicBezTo>
                      <a:pt x="29" y="79"/>
                      <a:pt x="31" y="76"/>
                      <a:pt x="31" y="72"/>
                    </a:cubicBezTo>
                    <a:cubicBezTo>
                      <a:pt x="31" y="68"/>
                      <a:pt x="29" y="64"/>
                      <a:pt x="27" y="61"/>
                    </a:cubicBezTo>
                    <a:cubicBezTo>
                      <a:pt x="25" y="58"/>
                      <a:pt x="22" y="53"/>
                      <a:pt x="18" y="5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48" name="Freeform 2149">
                <a:extLst>
                  <a:ext uri="{FF2B5EF4-FFF2-40B4-BE49-F238E27FC236}">
                    <a16:creationId xmlns:a16="http://schemas.microsoft.com/office/drawing/2014/main" id="{2B22C362-DA53-4C95-8241-C7EF08624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941"/>
                <a:ext cx="8" cy="12"/>
              </a:xfrm>
              <a:custGeom>
                <a:avLst/>
                <a:gdLst>
                  <a:gd name="T0" fmla="*/ 5 w 18"/>
                  <a:gd name="T1" fmla="*/ 19 h 31"/>
                  <a:gd name="T2" fmla="*/ 4 w 18"/>
                  <a:gd name="T3" fmla="*/ 15 h 31"/>
                  <a:gd name="T4" fmla="*/ 1 w 18"/>
                  <a:gd name="T5" fmla="*/ 9 h 31"/>
                  <a:gd name="T6" fmla="*/ 6 w 18"/>
                  <a:gd name="T7" fmla="*/ 0 h 31"/>
                  <a:gd name="T8" fmla="*/ 14 w 18"/>
                  <a:gd name="T9" fmla="*/ 11 h 31"/>
                  <a:gd name="T10" fmla="*/ 13 w 18"/>
                  <a:gd name="T11" fmla="*/ 22 h 31"/>
                  <a:gd name="T12" fmla="*/ 9 w 18"/>
                  <a:gd name="T13" fmla="*/ 28 h 31"/>
                  <a:gd name="T14" fmla="*/ 7 w 18"/>
                  <a:gd name="T15" fmla="*/ 29 h 31"/>
                  <a:gd name="T16" fmla="*/ 5 w 18"/>
                  <a:gd name="T17" fmla="*/ 1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5" y="19"/>
                    </a:moveTo>
                    <a:cubicBezTo>
                      <a:pt x="4" y="18"/>
                      <a:pt x="4" y="16"/>
                      <a:pt x="4" y="15"/>
                    </a:cubicBezTo>
                    <a:cubicBezTo>
                      <a:pt x="3" y="13"/>
                      <a:pt x="1" y="12"/>
                      <a:pt x="1" y="9"/>
                    </a:cubicBezTo>
                    <a:cubicBezTo>
                      <a:pt x="0" y="6"/>
                      <a:pt x="2" y="0"/>
                      <a:pt x="6" y="0"/>
                    </a:cubicBezTo>
                    <a:cubicBezTo>
                      <a:pt x="12" y="1"/>
                      <a:pt x="10" y="8"/>
                      <a:pt x="14" y="11"/>
                    </a:cubicBezTo>
                    <a:cubicBezTo>
                      <a:pt x="18" y="15"/>
                      <a:pt x="17" y="18"/>
                      <a:pt x="13" y="22"/>
                    </a:cubicBezTo>
                    <a:cubicBezTo>
                      <a:pt x="11" y="24"/>
                      <a:pt x="10" y="25"/>
                      <a:pt x="9" y="28"/>
                    </a:cubicBezTo>
                    <a:cubicBezTo>
                      <a:pt x="9" y="30"/>
                      <a:pt x="9" y="31"/>
                      <a:pt x="7" y="29"/>
                    </a:cubicBezTo>
                    <a:cubicBezTo>
                      <a:pt x="6" y="26"/>
                      <a:pt x="5" y="22"/>
                      <a:pt x="5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49" name="Freeform 2150">
                <a:extLst>
                  <a:ext uri="{FF2B5EF4-FFF2-40B4-BE49-F238E27FC236}">
                    <a16:creationId xmlns:a16="http://schemas.microsoft.com/office/drawing/2014/main" id="{99E9A374-BACE-45EA-B86A-E7A2E0B5E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3951"/>
                <a:ext cx="9" cy="12"/>
              </a:xfrm>
              <a:custGeom>
                <a:avLst/>
                <a:gdLst>
                  <a:gd name="T0" fmla="*/ 10 w 21"/>
                  <a:gd name="T1" fmla="*/ 1 h 28"/>
                  <a:gd name="T2" fmla="*/ 20 w 21"/>
                  <a:gd name="T3" fmla="*/ 6 h 28"/>
                  <a:gd name="T4" fmla="*/ 18 w 21"/>
                  <a:gd name="T5" fmla="*/ 14 h 28"/>
                  <a:gd name="T6" fmla="*/ 15 w 21"/>
                  <a:gd name="T7" fmla="*/ 21 h 28"/>
                  <a:gd name="T8" fmla="*/ 10 w 21"/>
                  <a:gd name="T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10" y="1"/>
                    </a:moveTo>
                    <a:cubicBezTo>
                      <a:pt x="14" y="0"/>
                      <a:pt x="19" y="2"/>
                      <a:pt x="20" y="6"/>
                    </a:cubicBezTo>
                    <a:cubicBezTo>
                      <a:pt x="21" y="9"/>
                      <a:pt x="18" y="11"/>
                      <a:pt x="18" y="14"/>
                    </a:cubicBezTo>
                    <a:cubicBezTo>
                      <a:pt x="19" y="17"/>
                      <a:pt x="18" y="19"/>
                      <a:pt x="15" y="21"/>
                    </a:cubicBezTo>
                    <a:cubicBezTo>
                      <a:pt x="7" y="28"/>
                      <a:pt x="0" y="4"/>
                      <a:pt x="1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50" name="Freeform 2151">
                <a:extLst>
                  <a:ext uri="{FF2B5EF4-FFF2-40B4-BE49-F238E27FC236}">
                    <a16:creationId xmlns:a16="http://schemas.microsoft.com/office/drawing/2014/main" id="{32F7D823-E757-4397-80C2-0016D58E2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3938"/>
                <a:ext cx="6" cy="5"/>
              </a:xfrm>
              <a:custGeom>
                <a:avLst/>
                <a:gdLst>
                  <a:gd name="T0" fmla="*/ 5 w 13"/>
                  <a:gd name="T1" fmla="*/ 3 h 12"/>
                  <a:gd name="T2" fmla="*/ 9 w 13"/>
                  <a:gd name="T3" fmla="*/ 0 h 12"/>
                  <a:gd name="T4" fmla="*/ 13 w 13"/>
                  <a:gd name="T5" fmla="*/ 5 h 12"/>
                  <a:gd name="T6" fmla="*/ 4 w 13"/>
                  <a:gd name="T7" fmla="*/ 11 h 12"/>
                  <a:gd name="T8" fmla="*/ 1 w 13"/>
                  <a:gd name="T9" fmla="*/ 6 h 12"/>
                  <a:gd name="T10" fmla="*/ 5 w 13"/>
                  <a:gd name="T11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2">
                    <a:moveTo>
                      <a:pt x="5" y="3"/>
                    </a:moveTo>
                    <a:cubicBezTo>
                      <a:pt x="6" y="2"/>
                      <a:pt x="7" y="0"/>
                      <a:pt x="9" y="0"/>
                    </a:cubicBezTo>
                    <a:cubicBezTo>
                      <a:pt x="12" y="0"/>
                      <a:pt x="13" y="3"/>
                      <a:pt x="13" y="5"/>
                    </a:cubicBezTo>
                    <a:cubicBezTo>
                      <a:pt x="13" y="9"/>
                      <a:pt x="8" y="12"/>
                      <a:pt x="4" y="11"/>
                    </a:cubicBezTo>
                    <a:cubicBezTo>
                      <a:pt x="2" y="10"/>
                      <a:pt x="0" y="8"/>
                      <a:pt x="1" y="6"/>
                    </a:cubicBezTo>
                    <a:cubicBezTo>
                      <a:pt x="1" y="5"/>
                      <a:pt x="4" y="4"/>
                      <a:pt x="5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51" name="Freeform 2152">
                <a:extLst>
                  <a:ext uri="{FF2B5EF4-FFF2-40B4-BE49-F238E27FC236}">
                    <a16:creationId xmlns:a16="http://schemas.microsoft.com/office/drawing/2014/main" id="{B5B56758-71EA-40F2-AF6C-1E35BC67D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3931"/>
                <a:ext cx="2" cy="4"/>
              </a:xfrm>
              <a:custGeom>
                <a:avLst/>
                <a:gdLst>
                  <a:gd name="T0" fmla="*/ 2 w 6"/>
                  <a:gd name="T1" fmla="*/ 3 h 11"/>
                  <a:gd name="T2" fmla="*/ 4 w 6"/>
                  <a:gd name="T3" fmla="*/ 8 h 11"/>
                  <a:gd name="T4" fmla="*/ 2 w 6"/>
                  <a:gd name="T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2" y="3"/>
                    </a:moveTo>
                    <a:cubicBezTo>
                      <a:pt x="4" y="0"/>
                      <a:pt x="6" y="6"/>
                      <a:pt x="4" y="8"/>
                    </a:cubicBezTo>
                    <a:cubicBezTo>
                      <a:pt x="2" y="11"/>
                      <a:pt x="0" y="6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52" name="Freeform 2153">
                <a:extLst>
                  <a:ext uri="{FF2B5EF4-FFF2-40B4-BE49-F238E27FC236}">
                    <a16:creationId xmlns:a16="http://schemas.microsoft.com/office/drawing/2014/main" id="{E5EC7A11-6066-4BCA-B224-3974F70EC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922"/>
                <a:ext cx="8" cy="7"/>
              </a:xfrm>
              <a:custGeom>
                <a:avLst/>
                <a:gdLst>
                  <a:gd name="T0" fmla="*/ 8 w 18"/>
                  <a:gd name="T1" fmla="*/ 2 h 16"/>
                  <a:gd name="T2" fmla="*/ 14 w 18"/>
                  <a:gd name="T3" fmla="*/ 1 h 16"/>
                  <a:gd name="T4" fmla="*/ 10 w 18"/>
                  <a:gd name="T5" fmla="*/ 10 h 16"/>
                  <a:gd name="T6" fmla="*/ 1 w 18"/>
                  <a:gd name="T7" fmla="*/ 12 h 16"/>
                  <a:gd name="T8" fmla="*/ 3 w 18"/>
                  <a:gd name="T9" fmla="*/ 7 h 16"/>
                  <a:gd name="T10" fmla="*/ 8 w 18"/>
                  <a:gd name="T11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8" y="2"/>
                    </a:moveTo>
                    <a:cubicBezTo>
                      <a:pt x="10" y="0"/>
                      <a:pt x="12" y="0"/>
                      <a:pt x="14" y="1"/>
                    </a:cubicBezTo>
                    <a:cubicBezTo>
                      <a:pt x="18" y="3"/>
                      <a:pt x="12" y="8"/>
                      <a:pt x="10" y="10"/>
                    </a:cubicBezTo>
                    <a:cubicBezTo>
                      <a:pt x="8" y="12"/>
                      <a:pt x="4" y="16"/>
                      <a:pt x="1" y="12"/>
                    </a:cubicBezTo>
                    <a:cubicBezTo>
                      <a:pt x="0" y="10"/>
                      <a:pt x="1" y="9"/>
                      <a:pt x="3" y="7"/>
                    </a:cubicBezTo>
                    <a:cubicBezTo>
                      <a:pt x="5" y="6"/>
                      <a:pt x="6" y="3"/>
                      <a:pt x="8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53" name="Freeform 2154">
                <a:extLst>
                  <a:ext uri="{FF2B5EF4-FFF2-40B4-BE49-F238E27FC236}">
                    <a16:creationId xmlns:a16="http://schemas.microsoft.com/office/drawing/2014/main" id="{C6EF9B4C-A070-4EB6-A880-CD2510D26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952"/>
                <a:ext cx="3" cy="2"/>
              </a:xfrm>
              <a:custGeom>
                <a:avLst/>
                <a:gdLst>
                  <a:gd name="T0" fmla="*/ 4 w 8"/>
                  <a:gd name="T1" fmla="*/ 0 h 5"/>
                  <a:gd name="T2" fmla="*/ 7 w 8"/>
                  <a:gd name="T3" fmla="*/ 2 h 5"/>
                  <a:gd name="T4" fmla="*/ 3 w 8"/>
                  <a:gd name="T5" fmla="*/ 4 h 5"/>
                  <a:gd name="T6" fmla="*/ 4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6" y="0"/>
                      <a:pt x="7" y="1"/>
                      <a:pt x="7" y="2"/>
                    </a:cubicBezTo>
                    <a:cubicBezTo>
                      <a:pt x="8" y="5"/>
                      <a:pt x="5" y="5"/>
                      <a:pt x="3" y="4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54" name="Freeform 2155">
                <a:extLst>
                  <a:ext uri="{FF2B5EF4-FFF2-40B4-BE49-F238E27FC236}">
                    <a16:creationId xmlns:a16="http://schemas.microsoft.com/office/drawing/2014/main" id="{1213549E-6682-4744-9A9F-BB86B2274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3902"/>
                <a:ext cx="20" cy="26"/>
              </a:xfrm>
              <a:custGeom>
                <a:avLst/>
                <a:gdLst>
                  <a:gd name="T0" fmla="*/ 6 w 50"/>
                  <a:gd name="T1" fmla="*/ 54 h 63"/>
                  <a:gd name="T2" fmla="*/ 2 w 50"/>
                  <a:gd name="T3" fmla="*/ 57 h 63"/>
                  <a:gd name="T4" fmla="*/ 2 w 50"/>
                  <a:gd name="T5" fmla="*/ 39 h 63"/>
                  <a:gd name="T6" fmla="*/ 6 w 50"/>
                  <a:gd name="T7" fmla="*/ 32 h 63"/>
                  <a:gd name="T8" fmla="*/ 7 w 50"/>
                  <a:gd name="T9" fmla="*/ 21 h 63"/>
                  <a:gd name="T10" fmla="*/ 15 w 50"/>
                  <a:gd name="T11" fmla="*/ 12 h 63"/>
                  <a:gd name="T12" fmla="*/ 20 w 50"/>
                  <a:gd name="T13" fmla="*/ 3 h 63"/>
                  <a:gd name="T14" fmla="*/ 29 w 50"/>
                  <a:gd name="T15" fmla="*/ 0 h 63"/>
                  <a:gd name="T16" fmla="*/ 34 w 50"/>
                  <a:gd name="T17" fmla="*/ 6 h 63"/>
                  <a:gd name="T18" fmla="*/ 38 w 50"/>
                  <a:gd name="T19" fmla="*/ 28 h 63"/>
                  <a:gd name="T20" fmla="*/ 34 w 50"/>
                  <a:gd name="T21" fmla="*/ 40 h 63"/>
                  <a:gd name="T22" fmla="*/ 35 w 50"/>
                  <a:gd name="T23" fmla="*/ 47 h 63"/>
                  <a:gd name="T24" fmla="*/ 43 w 50"/>
                  <a:gd name="T25" fmla="*/ 47 h 63"/>
                  <a:gd name="T26" fmla="*/ 50 w 50"/>
                  <a:gd name="T27" fmla="*/ 47 h 63"/>
                  <a:gd name="T28" fmla="*/ 43 w 50"/>
                  <a:gd name="T29" fmla="*/ 56 h 63"/>
                  <a:gd name="T30" fmla="*/ 33 w 50"/>
                  <a:gd name="T31" fmla="*/ 56 h 63"/>
                  <a:gd name="T32" fmla="*/ 25 w 50"/>
                  <a:gd name="T33" fmla="*/ 58 h 63"/>
                  <a:gd name="T34" fmla="*/ 22 w 50"/>
                  <a:gd name="T35" fmla="*/ 62 h 63"/>
                  <a:gd name="T36" fmla="*/ 14 w 50"/>
                  <a:gd name="T37" fmla="*/ 58 h 63"/>
                  <a:gd name="T38" fmla="*/ 6 w 50"/>
                  <a:gd name="T39" fmla="*/ 5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63">
                    <a:moveTo>
                      <a:pt x="6" y="54"/>
                    </a:moveTo>
                    <a:cubicBezTo>
                      <a:pt x="5" y="56"/>
                      <a:pt x="4" y="59"/>
                      <a:pt x="2" y="57"/>
                    </a:cubicBezTo>
                    <a:cubicBezTo>
                      <a:pt x="0" y="52"/>
                      <a:pt x="0" y="43"/>
                      <a:pt x="2" y="39"/>
                    </a:cubicBezTo>
                    <a:cubicBezTo>
                      <a:pt x="4" y="37"/>
                      <a:pt x="6" y="35"/>
                      <a:pt x="6" y="32"/>
                    </a:cubicBezTo>
                    <a:cubicBezTo>
                      <a:pt x="7" y="28"/>
                      <a:pt x="6" y="24"/>
                      <a:pt x="7" y="21"/>
                    </a:cubicBezTo>
                    <a:cubicBezTo>
                      <a:pt x="9" y="17"/>
                      <a:pt x="12" y="15"/>
                      <a:pt x="15" y="12"/>
                    </a:cubicBezTo>
                    <a:cubicBezTo>
                      <a:pt x="17" y="9"/>
                      <a:pt x="17" y="5"/>
                      <a:pt x="20" y="3"/>
                    </a:cubicBezTo>
                    <a:cubicBezTo>
                      <a:pt x="22" y="1"/>
                      <a:pt x="26" y="0"/>
                      <a:pt x="29" y="0"/>
                    </a:cubicBezTo>
                    <a:cubicBezTo>
                      <a:pt x="33" y="0"/>
                      <a:pt x="34" y="2"/>
                      <a:pt x="34" y="6"/>
                    </a:cubicBezTo>
                    <a:cubicBezTo>
                      <a:pt x="36" y="13"/>
                      <a:pt x="39" y="20"/>
                      <a:pt x="38" y="28"/>
                    </a:cubicBezTo>
                    <a:cubicBezTo>
                      <a:pt x="37" y="32"/>
                      <a:pt x="35" y="36"/>
                      <a:pt x="34" y="40"/>
                    </a:cubicBezTo>
                    <a:cubicBezTo>
                      <a:pt x="33" y="42"/>
                      <a:pt x="33" y="45"/>
                      <a:pt x="35" y="47"/>
                    </a:cubicBezTo>
                    <a:cubicBezTo>
                      <a:pt x="38" y="50"/>
                      <a:pt x="41" y="48"/>
                      <a:pt x="43" y="47"/>
                    </a:cubicBezTo>
                    <a:cubicBezTo>
                      <a:pt x="46" y="45"/>
                      <a:pt x="50" y="43"/>
                      <a:pt x="50" y="47"/>
                    </a:cubicBezTo>
                    <a:cubicBezTo>
                      <a:pt x="50" y="51"/>
                      <a:pt x="47" y="55"/>
                      <a:pt x="43" y="56"/>
                    </a:cubicBezTo>
                    <a:cubicBezTo>
                      <a:pt x="40" y="57"/>
                      <a:pt x="36" y="56"/>
                      <a:pt x="33" y="56"/>
                    </a:cubicBezTo>
                    <a:cubicBezTo>
                      <a:pt x="30" y="55"/>
                      <a:pt x="27" y="55"/>
                      <a:pt x="25" y="58"/>
                    </a:cubicBezTo>
                    <a:cubicBezTo>
                      <a:pt x="24" y="60"/>
                      <a:pt x="24" y="62"/>
                      <a:pt x="22" y="62"/>
                    </a:cubicBezTo>
                    <a:cubicBezTo>
                      <a:pt x="18" y="63"/>
                      <a:pt x="16" y="61"/>
                      <a:pt x="14" y="58"/>
                    </a:cubicBezTo>
                    <a:cubicBezTo>
                      <a:pt x="13" y="56"/>
                      <a:pt x="9" y="50"/>
                      <a:pt x="6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55" name="Freeform 2156">
                <a:extLst>
                  <a:ext uri="{FF2B5EF4-FFF2-40B4-BE49-F238E27FC236}">
                    <a16:creationId xmlns:a16="http://schemas.microsoft.com/office/drawing/2014/main" id="{52E4F1E1-4CA7-4E32-91B6-E943AEE78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861"/>
                <a:ext cx="4" cy="5"/>
              </a:xfrm>
              <a:custGeom>
                <a:avLst/>
                <a:gdLst>
                  <a:gd name="T0" fmla="*/ 3 w 11"/>
                  <a:gd name="T1" fmla="*/ 1 h 12"/>
                  <a:gd name="T2" fmla="*/ 9 w 11"/>
                  <a:gd name="T3" fmla="*/ 3 h 12"/>
                  <a:gd name="T4" fmla="*/ 11 w 11"/>
                  <a:gd name="T5" fmla="*/ 10 h 12"/>
                  <a:gd name="T6" fmla="*/ 7 w 11"/>
                  <a:gd name="T7" fmla="*/ 11 h 12"/>
                  <a:gd name="T8" fmla="*/ 3 w 11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3" y="1"/>
                    </a:moveTo>
                    <a:cubicBezTo>
                      <a:pt x="5" y="0"/>
                      <a:pt x="8" y="1"/>
                      <a:pt x="9" y="3"/>
                    </a:cubicBezTo>
                    <a:cubicBezTo>
                      <a:pt x="10" y="4"/>
                      <a:pt x="11" y="8"/>
                      <a:pt x="11" y="10"/>
                    </a:cubicBezTo>
                    <a:cubicBezTo>
                      <a:pt x="10" y="12"/>
                      <a:pt x="8" y="12"/>
                      <a:pt x="7" y="11"/>
                    </a:cubicBezTo>
                    <a:cubicBezTo>
                      <a:pt x="5" y="10"/>
                      <a:pt x="0" y="2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56" name="Freeform 2157">
                <a:extLst>
                  <a:ext uri="{FF2B5EF4-FFF2-40B4-BE49-F238E27FC236}">
                    <a16:creationId xmlns:a16="http://schemas.microsoft.com/office/drawing/2014/main" id="{1885130F-FF7A-4475-B767-CF6FA52BA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3852"/>
                <a:ext cx="7" cy="8"/>
              </a:xfrm>
              <a:custGeom>
                <a:avLst/>
                <a:gdLst>
                  <a:gd name="T0" fmla="*/ 2 w 17"/>
                  <a:gd name="T1" fmla="*/ 9 h 19"/>
                  <a:gd name="T2" fmla="*/ 1 w 17"/>
                  <a:gd name="T3" fmla="*/ 4 h 19"/>
                  <a:gd name="T4" fmla="*/ 8 w 17"/>
                  <a:gd name="T5" fmla="*/ 1 h 19"/>
                  <a:gd name="T6" fmla="*/ 12 w 17"/>
                  <a:gd name="T7" fmla="*/ 10 h 19"/>
                  <a:gd name="T8" fmla="*/ 16 w 17"/>
                  <a:gd name="T9" fmla="*/ 17 h 19"/>
                  <a:gd name="T10" fmla="*/ 10 w 17"/>
                  <a:gd name="T11" fmla="*/ 17 h 19"/>
                  <a:gd name="T12" fmla="*/ 2 w 17"/>
                  <a:gd name="T1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9">
                    <a:moveTo>
                      <a:pt x="2" y="9"/>
                    </a:moveTo>
                    <a:cubicBezTo>
                      <a:pt x="1" y="8"/>
                      <a:pt x="0" y="6"/>
                      <a:pt x="1" y="4"/>
                    </a:cubicBezTo>
                    <a:cubicBezTo>
                      <a:pt x="2" y="2"/>
                      <a:pt x="6" y="0"/>
                      <a:pt x="8" y="1"/>
                    </a:cubicBezTo>
                    <a:cubicBezTo>
                      <a:pt x="10" y="3"/>
                      <a:pt x="10" y="8"/>
                      <a:pt x="12" y="10"/>
                    </a:cubicBezTo>
                    <a:cubicBezTo>
                      <a:pt x="14" y="13"/>
                      <a:pt x="17" y="14"/>
                      <a:pt x="16" y="17"/>
                    </a:cubicBezTo>
                    <a:cubicBezTo>
                      <a:pt x="14" y="18"/>
                      <a:pt x="12" y="19"/>
                      <a:pt x="10" y="17"/>
                    </a:cubicBezTo>
                    <a:cubicBezTo>
                      <a:pt x="8" y="15"/>
                      <a:pt x="5" y="12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57" name="Freeform 2158">
                <a:extLst>
                  <a:ext uri="{FF2B5EF4-FFF2-40B4-BE49-F238E27FC236}">
                    <a16:creationId xmlns:a16="http://schemas.microsoft.com/office/drawing/2014/main" id="{4865A78C-68C1-474A-BF27-745CE6FA5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3791"/>
                <a:ext cx="42" cy="48"/>
              </a:xfrm>
              <a:custGeom>
                <a:avLst/>
                <a:gdLst>
                  <a:gd name="T0" fmla="*/ 45 w 104"/>
                  <a:gd name="T1" fmla="*/ 66 h 117"/>
                  <a:gd name="T2" fmla="*/ 38 w 104"/>
                  <a:gd name="T3" fmla="*/ 62 h 117"/>
                  <a:gd name="T4" fmla="*/ 22 w 104"/>
                  <a:gd name="T5" fmla="*/ 47 h 117"/>
                  <a:gd name="T6" fmla="*/ 13 w 104"/>
                  <a:gd name="T7" fmla="*/ 36 h 117"/>
                  <a:gd name="T8" fmla="*/ 8 w 104"/>
                  <a:gd name="T9" fmla="*/ 27 h 117"/>
                  <a:gd name="T10" fmla="*/ 3 w 104"/>
                  <a:gd name="T11" fmla="*/ 19 h 117"/>
                  <a:gd name="T12" fmla="*/ 9 w 104"/>
                  <a:gd name="T13" fmla="*/ 7 h 117"/>
                  <a:gd name="T14" fmla="*/ 31 w 104"/>
                  <a:gd name="T15" fmla="*/ 5 h 117"/>
                  <a:gd name="T16" fmla="*/ 38 w 104"/>
                  <a:gd name="T17" fmla="*/ 2 h 117"/>
                  <a:gd name="T18" fmla="*/ 46 w 104"/>
                  <a:gd name="T19" fmla="*/ 0 h 117"/>
                  <a:gd name="T20" fmla="*/ 64 w 104"/>
                  <a:gd name="T21" fmla="*/ 12 h 117"/>
                  <a:gd name="T22" fmla="*/ 54 w 104"/>
                  <a:gd name="T23" fmla="*/ 25 h 117"/>
                  <a:gd name="T24" fmla="*/ 44 w 104"/>
                  <a:gd name="T25" fmla="*/ 38 h 117"/>
                  <a:gd name="T26" fmla="*/ 51 w 104"/>
                  <a:gd name="T27" fmla="*/ 47 h 117"/>
                  <a:gd name="T28" fmla="*/ 60 w 104"/>
                  <a:gd name="T29" fmla="*/ 52 h 117"/>
                  <a:gd name="T30" fmla="*/ 61 w 104"/>
                  <a:gd name="T31" fmla="*/ 62 h 117"/>
                  <a:gd name="T32" fmla="*/ 61 w 104"/>
                  <a:gd name="T33" fmla="*/ 72 h 117"/>
                  <a:gd name="T34" fmla="*/ 63 w 104"/>
                  <a:gd name="T35" fmla="*/ 84 h 117"/>
                  <a:gd name="T36" fmla="*/ 66 w 104"/>
                  <a:gd name="T37" fmla="*/ 92 h 117"/>
                  <a:gd name="T38" fmla="*/ 74 w 104"/>
                  <a:gd name="T39" fmla="*/ 94 h 117"/>
                  <a:gd name="T40" fmla="*/ 82 w 104"/>
                  <a:gd name="T41" fmla="*/ 98 h 117"/>
                  <a:gd name="T42" fmla="*/ 91 w 104"/>
                  <a:gd name="T43" fmla="*/ 98 h 117"/>
                  <a:gd name="T44" fmla="*/ 97 w 104"/>
                  <a:gd name="T45" fmla="*/ 96 h 117"/>
                  <a:gd name="T46" fmla="*/ 100 w 104"/>
                  <a:gd name="T47" fmla="*/ 105 h 117"/>
                  <a:gd name="T48" fmla="*/ 104 w 104"/>
                  <a:gd name="T49" fmla="*/ 112 h 117"/>
                  <a:gd name="T50" fmla="*/ 90 w 104"/>
                  <a:gd name="T51" fmla="*/ 114 h 117"/>
                  <a:gd name="T52" fmla="*/ 76 w 104"/>
                  <a:gd name="T53" fmla="*/ 107 h 117"/>
                  <a:gd name="T54" fmla="*/ 62 w 104"/>
                  <a:gd name="T55" fmla="*/ 101 h 117"/>
                  <a:gd name="T56" fmla="*/ 55 w 104"/>
                  <a:gd name="T57" fmla="*/ 95 h 117"/>
                  <a:gd name="T58" fmla="*/ 49 w 104"/>
                  <a:gd name="T59" fmla="*/ 92 h 117"/>
                  <a:gd name="T60" fmla="*/ 47 w 104"/>
                  <a:gd name="T61" fmla="*/ 80 h 117"/>
                  <a:gd name="T62" fmla="*/ 45 w 104"/>
                  <a:gd name="T63" fmla="*/ 6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4" h="117">
                    <a:moveTo>
                      <a:pt x="45" y="66"/>
                    </a:moveTo>
                    <a:cubicBezTo>
                      <a:pt x="44" y="63"/>
                      <a:pt x="41" y="63"/>
                      <a:pt x="38" y="62"/>
                    </a:cubicBezTo>
                    <a:cubicBezTo>
                      <a:pt x="30" y="60"/>
                      <a:pt x="23" y="55"/>
                      <a:pt x="22" y="47"/>
                    </a:cubicBezTo>
                    <a:cubicBezTo>
                      <a:pt x="21" y="41"/>
                      <a:pt x="17" y="40"/>
                      <a:pt x="13" y="36"/>
                    </a:cubicBezTo>
                    <a:cubicBezTo>
                      <a:pt x="11" y="33"/>
                      <a:pt x="10" y="30"/>
                      <a:pt x="8" y="27"/>
                    </a:cubicBezTo>
                    <a:cubicBezTo>
                      <a:pt x="7" y="24"/>
                      <a:pt x="5" y="22"/>
                      <a:pt x="3" y="19"/>
                    </a:cubicBezTo>
                    <a:cubicBezTo>
                      <a:pt x="0" y="14"/>
                      <a:pt x="6" y="9"/>
                      <a:pt x="9" y="7"/>
                    </a:cubicBezTo>
                    <a:cubicBezTo>
                      <a:pt x="16" y="3"/>
                      <a:pt x="24" y="7"/>
                      <a:pt x="31" y="5"/>
                    </a:cubicBezTo>
                    <a:cubicBezTo>
                      <a:pt x="34" y="5"/>
                      <a:pt x="36" y="3"/>
                      <a:pt x="38" y="2"/>
                    </a:cubicBezTo>
                    <a:cubicBezTo>
                      <a:pt x="41" y="1"/>
                      <a:pt x="44" y="0"/>
                      <a:pt x="46" y="0"/>
                    </a:cubicBezTo>
                    <a:cubicBezTo>
                      <a:pt x="54" y="1"/>
                      <a:pt x="62" y="4"/>
                      <a:pt x="64" y="12"/>
                    </a:cubicBezTo>
                    <a:cubicBezTo>
                      <a:pt x="66" y="19"/>
                      <a:pt x="59" y="22"/>
                      <a:pt x="54" y="25"/>
                    </a:cubicBezTo>
                    <a:cubicBezTo>
                      <a:pt x="49" y="28"/>
                      <a:pt x="43" y="30"/>
                      <a:pt x="44" y="38"/>
                    </a:cubicBezTo>
                    <a:cubicBezTo>
                      <a:pt x="45" y="42"/>
                      <a:pt x="47" y="45"/>
                      <a:pt x="51" y="47"/>
                    </a:cubicBezTo>
                    <a:cubicBezTo>
                      <a:pt x="54" y="49"/>
                      <a:pt x="58" y="49"/>
                      <a:pt x="60" y="52"/>
                    </a:cubicBezTo>
                    <a:cubicBezTo>
                      <a:pt x="62" y="55"/>
                      <a:pt x="61" y="59"/>
                      <a:pt x="61" y="62"/>
                    </a:cubicBezTo>
                    <a:cubicBezTo>
                      <a:pt x="60" y="66"/>
                      <a:pt x="60" y="69"/>
                      <a:pt x="61" y="72"/>
                    </a:cubicBezTo>
                    <a:cubicBezTo>
                      <a:pt x="62" y="76"/>
                      <a:pt x="63" y="80"/>
                      <a:pt x="63" y="84"/>
                    </a:cubicBezTo>
                    <a:cubicBezTo>
                      <a:pt x="64" y="86"/>
                      <a:pt x="63" y="91"/>
                      <a:pt x="66" y="92"/>
                    </a:cubicBezTo>
                    <a:cubicBezTo>
                      <a:pt x="68" y="94"/>
                      <a:pt x="72" y="93"/>
                      <a:pt x="74" y="94"/>
                    </a:cubicBezTo>
                    <a:cubicBezTo>
                      <a:pt x="77" y="94"/>
                      <a:pt x="79" y="97"/>
                      <a:pt x="82" y="98"/>
                    </a:cubicBezTo>
                    <a:cubicBezTo>
                      <a:pt x="85" y="100"/>
                      <a:pt x="88" y="99"/>
                      <a:pt x="91" y="98"/>
                    </a:cubicBezTo>
                    <a:cubicBezTo>
                      <a:pt x="93" y="97"/>
                      <a:pt x="95" y="95"/>
                      <a:pt x="97" y="96"/>
                    </a:cubicBezTo>
                    <a:cubicBezTo>
                      <a:pt x="98" y="98"/>
                      <a:pt x="99" y="103"/>
                      <a:pt x="100" y="105"/>
                    </a:cubicBezTo>
                    <a:cubicBezTo>
                      <a:pt x="101" y="107"/>
                      <a:pt x="104" y="110"/>
                      <a:pt x="104" y="112"/>
                    </a:cubicBezTo>
                    <a:cubicBezTo>
                      <a:pt x="104" y="117"/>
                      <a:pt x="93" y="115"/>
                      <a:pt x="90" y="114"/>
                    </a:cubicBezTo>
                    <a:cubicBezTo>
                      <a:pt x="85" y="113"/>
                      <a:pt x="81" y="110"/>
                      <a:pt x="76" y="107"/>
                    </a:cubicBezTo>
                    <a:cubicBezTo>
                      <a:pt x="72" y="103"/>
                      <a:pt x="66" y="105"/>
                      <a:pt x="62" y="101"/>
                    </a:cubicBezTo>
                    <a:cubicBezTo>
                      <a:pt x="60" y="99"/>
                      <a:pt x="58" y="96"/>
                      <a:pt x="55" y="95"/>
                    </a:cubicBezTo>
                    <a:cubicBezTo>
                      <a:pt x="53" y="93"/>
                      <a:pt x="51" y="93"/>
                      <a:pt x="49" y="92"/>
                    </a:cubicBezTo>
                    <a:cubicBezTo>
                      <a:pt x="45" y="89"/>
                      <a:pt x="47" y="83"/>
                      <a:pt x="47" y="80"/>
                    </a:cubicBezTo>
                    <a:cubicBezTo>
                      <a:pt x="48" y="76"/>
                      <a:pt x="47" y="70"/>
                      <a:pt x="45" y="6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58" name="Freeform 2159">
                <a:extLst>
                  <a:ext uri="{FF2B5EF4-FFF2-40B4-BE49-F238E27FC236}">
                    <a16:creationId xmlns:a16="http://schemas.microsoft.com/office/drawing/2014/main" id="{6280568E-387E-4EED-9CB9-D73245A29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3786"/>
                <a:ext cx="6" cy="6"/>
              </a:xfrm>
              <a:custGeom>
                <a:avLst/>
                <a:gdLst>
                  <a:gd name="T0" fmla="*/ 11 w 14"/>
                  <a:gd name="T1" fmla="*/ 14 h 15"/>
                  <a:gd name="T2" fmla="*/ 4 w 14"/>
                  <a:gd name="T3" fmla="*/ 13 h 15"/>
                  <a:gd name="T4" fmla="*/ 1 w 14"/>
                  <a:gd name="T5" fmla="*/ 7 h 15"/>
                  <a:gd name="T6" fmla="*/ 5 w 14"/>
                  <a:gd name="T7" fmla="*/ 5 h 15"/>
                  <a:gd name="T8" fmla="*/ 8 w 14"/>
                  <a:gd name="T9" fmla="*/ 3 h 15"/>
                  <a:gd name="T10" fmla="*/ 12 w 14"/>
                  <a:gd name="T11" fmla="*/ 3 h 15"/>
                  <a:gd name="T12" fmla="*/ 11 w 14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1" y="14"/>
                    </a:moveTo>
                    <a:cubicBezTo>
                      <a:pt x="9" y="15"/>
                      <a:pt x="6" y="14"/>
                      <a:pt x="4" y="13"/>
                    </a:cubicBezTo>
                    <a:cubicBezTo>
                      <a:pt x="2" y="12"/>
                      <a:pt x="0" y="9"/>
                      <a:pt x="1" y="7"/>
                    </a:cubicBezTo>
                    <a:cubicBezTo>
                      <a:pt x="2" y="5"/>
                      <a:pt x="3" y="6"/>
                      <a:pt x="5" y="5"/>
                    </a:cubicBezTo>
                    <a:cubicBezTo>
                      <a:pt x="6" y="5"/>
                      <a:pt x="7" y="4"/>
                      <a:pt x="8" y="3"/>
                    </a:cubicBezTo>
                    <a:cubicBezTo>
                      <a:pt x="10" y="2"/>
                      <a:pt x="11" y="0"/>
                      <a:pt x="12" y="3"/>
                    </a:cubicBezTo>
                    <a:cubicBezTo>
                      <a:pt x="12" y="6"/>
                      <a:pt x="14" y="12"/>
                      <a:pt x="11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59" name="Freeform 2160">
                <a:extLst>
                  <a:ext uri="{FF2B5EF4-FFF2-40B4-BE49-F238E27FC236}">
                    <a16:creationId xmlns:a16="http://schemas.microsoft.com/office/drawing/2014/main" id="{9125BFA9-6AFE-4CB3-B127-1ACE71642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3781"/>
                <a:ext cx="4" cy="6"/>
              </a:xfrm>
              <a:custGeom>
                <a:avLst/>
                <a:gdLst>
                  <a:gd name="T0" fmla="*/ 0 w 11"/>
                  <a:gd name="T1" fmla="*/ 9 h 14"/>
                  <a:gd name="T2" fmla="*/ 2 w 11"/>
                  <a:gd name="T3" fmla="*/ 6 h 14"/>
                  <a:gd name="T4" fmla="*/ 2 w 11"/>
                  <a:gd name="T5" fmla="*/ 3 h 14"/>
                  <a:gd name="T6" fmla="*/ 6 w 11"/>
                  <a:gd name="T7" fmla="*/ 6 h 14"/>
                  <a:gd name="T8" fmla="*/ 7 w 11"/>
                  <a:gd name="T9" fmla="*/ 8 h 14"/>
                  <a:gd name="T10" fmla="*/ 10 w 11"/>
                  <a:gd name="T11" fmla="*/ 10 h 14"/>
                  <a:gd name="T12" fmla="*/ 8 w 11"/>
                  <a:gd name="T13" fmla="*/ 13 h 14"/>
                  <a:gd name="T14" fmla="*/ 0 w 11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4">
                    <a:moveTo>
                      <a:pt x="0" y="9"/>
                    </a:moveTo>
                    <a:cubicBezTo>
                      <a:pt x="0" y="8"/>
                      <a:pt x="1" y="7"/>
                      <a:pt x="2" y="6"/>
                    </a:cubicBezTo>
                    <a:cubicBezTo>
                      <a:pt x="2" y="5"/>
                      <a:pt x="1" y="4"/>
                      <a:pt x="2" y="3"/>
                    </a:cubicBezTo>
                    <a:cubicBezTo>
                      <a:pt x="4" y="0"/>
                      <a:pt x="6" y="4"/>
                      <a:pt x="6" y="6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8" y="9"/>
                      <a:pt x="10" y="9"/>
                      <a:pt x="10" y="10"/>
                    </a:cubicBezTo>
                    <a:cubicBezTo>
                      <a:pt x="11" y="12"/>
                      <a:pt x="10" y="13"/>
                      <a:pt x="8" y="13"/>
                    </a:cubicBezTo>
                    <a:cubicBezTo>
                      <a:pt x="6" y="14"/>
                      <a:pt x="0" y="11"/>
                      <a:pt x="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60" name="Freeform 2161">
                <a:extLst>
                  <a:ext uri="{FF2B5EF4-FFF2-40B4-BE49-F238E27FC236}">
                    <a16:creationId xmlns:a16="http://schemas.microsoft.com/office/drawing/2014/main" id="{392A2F1D-B07B-43EA-9B19-823F17ADC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797"/>
                <a:ext cx="4" cy="3"/>
              </a:xfrm>
              <a:custGeom>
                <a:avLst/>
                <a:gdLst>
                  <a:gd name="T0" fmla="*/ 5 w 10"/>
                  <a:gd name="T1" fmla="*/ 6 h 7"/>
                  <a:gd name="T2" fmla="*/ 4 w 10"/>
                  <a:gd name="T3" fmla="*/ 4 h 7"/>
                  <a:gd name="T4" fmla="*/ 2 w 10"/>
                  <a:gd name="T5" fmla="*/ 4 h 7"/>
                  <a:gd name="T6" fmla="*/ 1 w 10"/>
                  <a:gd name="T7" fmla="*/ 3 h 7"/>
                  <a:gd name="T8" fmla="*/ 4 w 10"/>
                  <a:gd name="T9" fmla="*/ 0 h 7"/>
                  <a:gd name="T10" fmla="*/ 9 w 10"/>
                  <a:gd name="T11" fmla="*/ 4 h 7"/>
                  <a:gd name="T12" fmla="*/ 5 w 10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5" y="6"/>
                    </a:moveTo>
                    <a:cubicBezTo>
                      <a:pt x="4" y="5"/>
                      <a:pt x="4" y="4"/>
                      <a:pt x="4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0"/>
                      <a:pt x="9" y="3"/>
                      <a:pt x="9" y="4"/>
                    </a:cubicBezTo>
                    <a:cubicBezTo>
                      <a:pt x="10" y="7"/>
                      <a:pt x="6" y="7"/>
                      <a:pt x="5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61" name="Freeform 2162">
                <a:extLst>
                  <a:ext uri="{FF2B5EF4-FFF2-40B4-BE49-F238E27FC236}">
                    <a16:creationId xmlns:a16="http://schemas.microsoft.com/office/drawing/2014/main" id="{94FE66D6-154C-4667-BF5C-69DE299C55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44" y="3564"/>
                <a:ext cx="555" cy="598"/>
              </a:xfrm>
              <a:custGeom>
                <a:avLst/>
                <a:gdLst>
                  <a:gd name="T0" fmla="*/ 1263 w 1362"/>
                  <a:gd name="T1" fmla="*/ 75 h 1471"/>
                  <a:gd name="T2" fmla="*/ 991 w 1362"/>
                  <a:gd name="T3" fmla="*/ 106 h 1471"/>
                  <a:gd name="T4" fmla="*/ 788 w 1362"/>
                  <a:gd name="T5" fmla="*/ 92 h 1471"/>
                  <a:gd name="T6" fmla="*/ 559 w 1362"/>
                  <a:gd name="T7" fmla="*/ 141 h 1471"/>
                  <a:gd name="T8" fmla="*/ 383 w 1362"/>
                  <a:gd name="T9" fmla="*/ 204 h 1471"/>
                  <a:gd name="T10" fmla="*/ 201 w 1362"/>
                  <a:gd name="T11" fmla="*/ 320 h 1471"/>
                  <a:gd name="T12" fmla="*/ 42 w 1362"/>
                  <a:gd name="T13" fmla="*/ 521 h 1471"/>
                  <a:gd name="T14" fmla="*/ 25 w 1362"/>
                  <a:gd name="T15" fmla="*/ 662 h 1471"/>
                  <a:gd name="T16" fmla="*/ 127 w 1362"/>
                  <a:gd name="T17" fmla="*/ 774 h 1471"/>
                  <a:gd name="T18" fmla="*/ 216 w 1362"/>
                  <a:gd name="T19" fmla="*/ 771 h 1471"/>
                  <a:gd name="T20" fmla="*/ 177 w 1362"/>
                  <a:gd name="T21" fmla="*/ 802 h 1471"/>
                  <a:gd name="T22" fmla="*/ 225 w 1362"/>
                  <a:gd name="T23" fmla="*/ 937 h 1471"/>
                  <a:gd name="T24" fmla="*/ 319 w 1362"/>
                  <a:gd name="T25" fmla="*/ 962 h 1471"/>
                  <a:gd name="T26" fmla="*/ 437 w 1362"/>
                  <a:gd name="T27" fmla="*/ 948 h 1471"/>
                  <a:gd name="T28" fmla="*/ 570 w 1362"/>
                  <a:gd name="T29" fmla="*/ 959 h 1471"/>
                  <a:gd name="T30" fmla="*/ 602 w 1362"/>
                  <a:gd name="T31" fmla="*/ 1025 h 1471"/>
                  <a:gd name="T32" fmla="*/ 488 w 1362"/>
                  <a:gd name="T33" fmla="*/ 1001 h 1471"/>
                  <a:gd name="T34" fmla="*/ 345 w 1362"/>
                  <a:gd name="T35" fmla="*/ 998 h 1471"/>
                  <a:gd name="T36" fmla="*/ 274 w 1362"/>
                  <a:gd name="T37" fmla="*/ 1150 h 1471"/>
                  <a:gd name="T38" fmla="*/ 353 w 1362"/>
                  <a:gd name="T39" fmla="*/ 1282 h 1471"/>
                  <a:gd name="T40" fmla="*/ 410 w 1362"/>
                  <a:gd name="T41" fmla="*/ 1394 h 1471"/>
                  <a:gd name="T42" fmla="*/ 496 w 1362"/>
                  <a:gd name="T43" fmla="*/ 1381 h 1471"/>
                  <a:gd name="T44" fmla="*/ 530 w 1362"/>
                  <a:gd name="T45" fmla="*/ 1425 h 1471"/>
                  <a:gd name="T46" fmla="*/ 628 w 1362"/>
                  <a:gd name="T47" fmla="*/ 1424 h 1471"/>
                  <a:gd name="T48" fmla="*/ 663 w 1362"/>
                  <a:gd name="T49" fmla="*/ 1424 h 1471"/>
                  <a:gd name="T50" fmla="*/ 602 w 1362"/>
                  <a:gd name="T51" fmla="*/ 1236 h 1471"/>
                  <a:gd name="T52" fmla="*/ 679 w 1362"/>
                  <a:gd name="T53" fmla="*/ 1212 h 1471"/>
                  <a:gd name="T54" fmla="*/ 723 w 1362"/>
                  <a:gd name="T55" fmla="*/ 1166 h 1471"/>
                  <a:gd name="T56" fmla="*/ 641 w 1362"/>
                  <a:gd name="T57" fmla="*/ 1060 h 1471"/>
                  <a:gd name="T58" fmla="*/ 856 w 1362"/>
                  <a:gd name="T59" fmla="*/ 1097 h 1471"/>
                  <a:gd name="T60" fmla="*/ 848 w 1362"/>
                  <a:gd name="T61" fmla="*/ 988 h 1471"/>
                  <a:gd name="T62" fmla="*/ 889 w 1362"/>
                  <a:gd name="T63" fmla="*/ 1003 h 1471"/>
                  <a:gd name="T64" fmla="*/ 922 w 1362"/>
                  <a:gd name="T65" fmla="*/ 985 h 1471"/>
                  <a:gd name="T66" fmla="*/ 838 w 1362"/>
                  <a:gd name="T67" fmla="*/ 847 h 1471"/>
                  <a:gd name="T68" fmla="*/ 696 w 1362"/>
                  <a:gd name="T69" fmla="*/ 767 h 1471"/>
                  <a:gd name="T70" fmla="*/ 607 w 1362"/>
                  <a:gd name="T71" fmla="*/ 810 h 1471"/>
                  <a:gd name="T72" fmla="*/ 730 w 1362"/>
                  <a:gd name="T73" fmla="*/ 876 h 1471"/>
                  <a:gd name="T74" fmla="*/ 712 w 1362"/>
                  <a:gd name="T75" fmla="*/ 900 h 1471"/>
                  <a:gd name="T76" fmla="*/ 632 w 1362"/>
                  <a:gd name="T77" fmla="*/ 848 h 1471"/>
                  <a:gd name="T78" fmla="*/ 557 w 1362"/>
                  <a:gd name="T79" fmla="*/ 802 h 1471"/>
                  <a:gd name="T80" fmla="*/ 612 w 1362"/>
                  <a:gd name="T81" fmla="*/ 763 h 1471"/>
                  <a:gd name="T82" fmla="*/ 634 w 1362"/>
                  <a:gd name="T83" fmla="*/ 683 h 1471"/>
                  <a:gd name="T84" fmla="*/ 676 w 1362"/>
                  <a:gd name="T85" fmla="*/ 697 h 1471"/>
                  <a:gd name="T86" fmla="*/ 578 w 1362"/>
                  <a:gd name="T87" fmla="*/ 559 h 1471"/>
                  <a:gd name="T88" fmla="*/ 523 w 1362"/>
                  <a:gd name="T89" fmla="*/ 412 h 1471"/>
                  <a:gd name="T90" fmla="*/ 569 w 1362"/>
                  <a:gd name="T91" fmla="*/ 341 h 1471"/>
                  <a:gd name="T92" fmla="*/ 608 w 1362"/>
                  <a:gd name="T93" fmla="*/ 407 h 1471"/>
                  <a:gd name="T94" fmla="*/ 687 w 1362"/>
                  <a:gd name="T95" fmla="*/ 507 h 1471"/>
                  <a:gd name="T96" fmla="*/ 718 w 1362"/>
                  <a:gd name="T97" fmla="*/ 427 h 1471"/>
                  <a:gd name="T98" fmla="*/ 756 w 1362"/>
                  <a:gd name="T99" fmla="*/ 423 h 1471"/>
                  <a:gd name="T100" fmla="*/ 885 w 1362"/>
                  <a:gd name="T101" fmla="*/ 454 h 1471"/>
                  <a:gd name="T102" fmla="*/ 786 w 1362"/>
                  <a:gd name="T103" fmla="*/ 339 h 1471"/>
                  <a:gd name="T104" fmla="*/ 840 w 1362"/>
                  <a:gd name="T105" fmla="*/ 287 h 1471"/>
                  <a:gd name="T106" fmla="*/ 927 w 1362"/>
                  <a:gd name="T107" fmla="*/ 232 h 1471"/>
                  <a:gd name="T108" fmla="*/ 1066 w 1362"/>
                  <a:gd name="T109" fmla="*/ 226 h 1471"/>
                  <a:gd name="T110" fmla="*/ 1230 w 1362"/>
                  <a:gd name="T111" fmla="*/ 250 h 1471"/>
                  <a:gd name="T112" fmla="*/ 1330 w 1362"/>
                  <a:gd name="T113" fmla="*/ 108 h 1471"/>
                  <a:gd name="T114" fmla="*/ 251 w 1362"/>
                  <a:gd name="T115" fmla="*/ 394 h 1471"/>
                  <a:gd name="T116" fmla="*/ 309 w 1362"/>
                  <a:gd name="T117" fmla="*/ 899 h 1471"/>
                  <a:gd name="T118" fmla="*/ 293 w 1362"/>
                  <a:gd name="T119" fmla="*/ 782 h 1471"/>
                  <a:gd name="T120" fmla="*/ 404 w 1362"/>
                  <a:gd name="T121" fmla="*/ 455 h 1471"/>
                  <a:gd name="T122" fmla="*/ 627 w 1362"/>
                  <a:gd name="T123" fmla="*/ 335 h 1471"/>
                  <a:gd name="T124" fmla="*/ 690 w 1362"/>
                  <a:gd name="T125" fmla="*/ 333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62" h="1471">
                    <a:moveTo>
                      <a:pt x="1352" y="70"/>
                    </a:moveTo>
                    <a:cubicBezTo>
                      <a:pt x="1350" y="32"/>
                      <a:pt x="1350" y="32"/>
                      <a:pt x="1350" y="32"/>
                    </a:cubicBezTo>
                    <a:cubicBezTo>
                      <a:pt x="1339" y="32"/>
                      <a:pt x="1339" y="32"/>
                      <a:pt x="1339" y="32"/>
                    </a:cubicBezTo>
                    <a:cubicBezTo>
                      <a:pt x="1319" y="16"/>
                      <a:pt x="1319" y="16"/>
                      <a:pt x="1319" y="16"/>
                    </a:cubicBezTo>
                    <a:cubicBezTo>
                      <a:pt x="1308" y="13"/>
                      <a:pt x="1308" y="13"/>
                      <a:pt x="1308" y="13"/>
                    </a:cubicBezTo>
                    <a:cubicBezTo>
                      <a:pt x="1305" y="10"/>
                      <a:pt x="1305" y="10"/>
                      <a:pt x="1305" y="10"/>
                    </a:cubicBezTo>
                    <a:cubicBezTo>
                      <a:pt x="1295" y="7"/>
                      <a:pt x="1295" y="7"/>
                      <a:pt x="1295" y="7"/>
                    </a:cubicBezTo>
                    <a:cubicBezTo>
                      <a:pt x="1294" y="9"/>
                      <a:pt x="1294" y="9"/>
                      <a:pt x="1294" y="9"/>
                    </a:cubicBezTo>
                    <a:cubicBezTo>
                      <a:pt x="1282" y="9"/>
                      <a:pt x="1282" y="9"/>
                      <a:pt x="1282" y="9"/>
                    </a:cubicBezTo>
                    <a:cubicBezTo>
                      <a:pt x="1272" y="0"/>
                      <a:pt x="1272" y="0"/>
                      <a:pt x="1272" y="0"/>
                    </a:cubicBezTo>
                    <a:cubicBezTo>
                      <a:pt x="1256" y="0"/>
                      <a:pt x="1256" y="0"/>
                      <a:pt x="1256" y="0"/>
                    </a:cubicBezTo>
                    <a:cubicBezTo>
                      <a:pt x="1247" y="9"/>
                      <a:pt x="1247" y="9"/>
                      <a:pt x="1247" y="9"/>
                    </a:cubicBezTo>
                    <a:cubicBezTo>
                      <a:pt x="1241" y="10"/>
                      <a:pt x="1241" y="10"/>
                      <a:pt x="1241" y="10"/>
                    </a:cubicBezTo>
                    <a:cubicBezTo>
                      <a:pt x="1238" y="13"/>
                      <a:pt x="1238" y="13"/>
                      <a:pt x="1238" y="13"/>
                    </a:cubicBezTo>
                    <a:cubicBezTo>
                      <a:pt x="1239" y="14"/>
                      <a:pt x="1239" y="14"/>
                      <a:pt x="1239" y="14"/>
                    </a:cubicBezTo>
                    <a:cubicBezTo>
                      <a:pt x="1240" y="26"/>
                      <a:pt x="1240" y="26"/>
                      <a:pt x="1240" y="26"/>
                    </a:cubicBezTo>
                    <a:cubicBezTo>
                      <a:pt x="1253" y="32"/>
                      <a:pt x="1253" y="32"/>
                      <a:pt x="1253" y="32"/>
                    </a:cubicBezTo>
                    <a:cubicBezTo>
                      <a:pt x="1263" y="52"/>
                      <a:pt x="1263" y="52"/>
                      <a:pt x="1263" y="52"/>
                    </a:cubicBezTo>
                    <a:cubicBezTo>
                      <a:pt x="1264" y="62"/>
                      <a:pt x="1264" y="62"/>
                      <a:pt x="1264" y="62"/>
                    </a:cubicBezTo>
                    <a:cubicBezTo>
                      <a:pt x="1261" y="67"/>
                      <a:pt x="1261" y="67"/>
                      <a:pt x="1261" y="67"/>
                    </a:cubicBezTo>
                    <a:cubicBezTo>
                      <a:pt x="1263" y="75"/>
                      <a:pt x="1263" y="75"/>
                      <a:pt x="1263" y="75"/>
                    </a:cubicBezTo>
                    <a:cubicBezTo>
                      <a:pt x="1270" y="81"/>
                      <a:pt x="1270" y="81"/>
                      <a:pt x="1270" y="81"/>
                    </a:cubicBezTo>
                    <a:cubicBezTo>
                      <a:pt x="1256" y="105"/>
                      <a:pt x="1256" y="105"/>
                      <a:pt x="1256" y="105"/>
                    </a:cubicBezTo>
                    <a:cubicBezTo>
                      <a:pt x="1236" y="106"/>
                      <a:pt x="1236" y="106"/>
                      <a:pt x="1236" y="106"/>
                    </a:cubicBezTo>
                    <a:cubicBezTo>
                      <a:pt x="1207" y="122"/>
                      <a:pt x="1207" y="122"/>
                      <a:pt x="1207" y="122"/>
                    </a:cubicBezTo>
                    <a:cubicBezTo>
                      <a:pt x="1193" y="110"/>
                      <a:pt x="1193" y="110"/>
                      <a:pt x="1193" y="110"/>
                    </a:cubicBezTo>
                    <a:cubicBezTo>
                      <a:pt x="1186" y="119"/>
                      <a:pt x="1186" y="119"/>
                      <a:pt x="1186" y="119"/>
                    </a:cubicBezTo>
                    <a:cubicBezTo>
                      <a:pt x="1173" y="121"/>
                      <a:pt x="1173" y="121"/>
                      <a:pt x="1173" y="121"/>
                    </a:cubicBezTo>
                    <a:cubicBezTo>
                      <a:pt x="1166" y="126"/>
                      <a:pt x="1166" y="126"/>
                      <a:pt x="1166" y="126"/>
                    </a:cubicBezTo>
                    <a:cubicBezTo>
                      <a:pt x="1156" y="122"/>
                      <a:pt x="1156" y="122"/>
                      <a:pt x="1156" y="122"/>
                    </a:cubicBezTo>
                    <a:cubicBezTo>
                      <a:pt x="1133" y="123"/>
                      <a:pt x="1133" y="123"/>
                      <a:pt x="1133" y="123"/>
                    </a:cubicBezTo>
                    <a:cubicBezTo>
                      <a:pt x="1126" y="133"/>
                      <a:pt x="1126" y="133"/>
                      <a:pt x="1126" y="133"/>
                    </a:cubicBezTo>
                    <a:cubicBezTo>
                      <a:pt x="1110" y="135"/>
                      <a:pt x="1110" y="135"/>
                      <a:pt x="1110" y="135"/>
                    </a:cubicBezTo>
                    <a:cubicBezTo>
                      <a:pt x="1108" y="138"/>
                      <a:pt x="1108" y="138"/>
                      <a:pt x="1108" y="138"/>
                    </a:cubicBezTo>
                    <a:cubicBezTo>
                      <a:pt x="1095" y="138"/>
                      <a:pt x="1095" y="138"/>
                      <a:pt x="1095" y="138"/>
                    </a:cubicBezTo>
                    <a:cubicBezTo>
                      <a:pt x="1091" y="144"/>
                      <a:pt x="1091" y="144"/>
                      <a:pt x="1091" y="144"/>
                    </a:cubicBezTo>
                    <a:cubicBezTo>
                      <a:pt x="1071" y="144"/>
                      <a:pt x="1071" y="144"/>
                      <a:pt x="1071" y="144"/>
                    </a:cubicBezTo>
                    <a:cubicBezTo>
                      <a:pt x="1071" y="144"/>
                      <a:pt x="1057" y="123"/>
                      <a:pt x="1031" y="113"/>
                    </a:cubicBezTo>
                    <a:cubicBezTo>
                      <a:pt x="1015" y="113"/>
                      <a:pt x="1015" y="113"/>
                      <a:pt x="1015" y="113"/>
                    </a:cubicBezTo>
                    <a:cubicBezTo>
                      <a:pt x="1001" y="103"/>
                      <a:pt x="1001" y="103"/>
                      <a:pt x="1001" y="103"/>
                    </a:cubicBezTo>
                    <a:cubicBezTo>
                      <a:pt x="993" y="104"/>
                      <a:pt x="993" y="104"/>
                      <a:pt x="993" y="104"/>
                    </a:cubicBezTo>
                    <a:cubicBezTo>
                      <a:pt x="991" y="106"/>
                      <a:pt x="991" y="106"/>
                      <a:pt x="991" y="106"/>
                    </a:cubicBezTo>
                    <a:cubicBezTo>
                      <a:pt x="981" y="106"/>
                      <a:pt x="981" y="106"/>
                      <a:pt x="981" y="106"/>
                    </a:cubicBezTo>
                    <a:cubicBezTo>
                      <a:pt x="976" y="116"/>
                      <a:pt x="976" y="116"/>
                      <a:pt x="976" y="116"/>
                    </a:cubicBezTo>
                    <a:cubicBezTo>
                      <a:pt x="970" y="117"/>
                      <a:pt x="970" y="117"/>
                      <a:pt x="970" y="117"/>
                    </a:cubicBezTo>
                    <a:cubicBezTo>
                      <a:pt x="958" y="99"/>
                      <a:pt x="958" y="99"/>
                      <a:pt x="958" y="99"/>
                    </a:cubicBezTo>
                    <a:cubicBezTo>
                      <a:pt x="935" y="99"/>
                      <a:pt x="935" y="99"/>
                      <a:pt x="935" y="99"/>
                    </a:cubicBezTo>
                    <a:cubicBezTo>
                      <a:pt x="935" y="99"/>
                      <a:pt x="919" y="80"/>
                      <a:pt x="918" y="64"/>
                    </a:cubicBezTo>
                    <a:cubicBezTo>
                      <a:pt x="905" y="66"/>
                      <a:pt x="905" y="66"/>
                      <a:pt x="905" y="66"/>
                    </a:cubicBezTo>
                    <a:cubicBezTo>
                      <a:pt x="898" y="74"/>
                      <a:pt x="898" y="74"/>
                      <a:pt x="898" y="74"/>
                    </a:cubicBezTo>
                    <a:cubicBezTo>
                      <a:pt x="865" y="74"/>
                      <a:pt x="865" y="74"/>
                      <a:pt x="865" y="74"/>
                    </a:cubicBezTo>
                    <a:cubicBezTo>
                      <a:pt x="859" y="65"/>
                      <a:pt x="859" y="65"/>
                      <a:pt x="859" y="65"/>
                    </a:cubicBezTo>
                    <a:cubicBezTo>
                      <a:pt x="852" y="64"/>
                      <a:pt x="852" y="64"/>
                      <a:pt x="852" y="64"/>
                    </a:cubicBezTo>
                    <a:cubicBezTo>
                      <a:pt x="843" y="75"/>
                      <a:pt x="843" y="75"/>
                      <a:pt x="843" y="75"/>
                    </a:cubicBezTo>
                    <a:cubicBezTo>
                      <a:pt x="837" y="75"/>
                      <a:pt x="837" y="75"/>
                      <a:pt x="837" y="75"/>
                    </a:cubicBezTo>
                    <a:cubicBezTo>
                      <a:pt x="834" y="71"/>
                      <a:pt x="834" y="71"/>
                      <a:pt x="834" y="71"/>
                    </a:cubicBezTo>
                    <a:cubicBezTo>
                      <a:pt x="823" y="73"/>
                      <a:pt x="823" y="73"/>
                      <a:pt x="823" y="73"/>
                    </a:cubicBezTo>
                    <a:cubicBezTo>
                      <a:pt x="816" y="82"/>
                      <a:pt x="816" y="82"/>
                      <a:pt x="816" y="82"/>
                    </a:cubicBezTo>
                    <a:cubicBezTo>
                      <a:pt x="819" y="89"/>
                      <a:pt x="819" y="89"/>
                      <a:pt x="819" y="89"/>
                    </a:cubicBezTo>
                    <a:cubicBezTo>
                      <a:pt x="816" y="96"/>
                      <a:pt x="816" y="96"/>
                      <a:pt x="816" y="96"/>
                    </a:cubicBezTo>
                    <a:cubicBezTo>
                      <a:pt x="804" y="95"/>
                      <a:pt x="804" y="95"/>
                      <a:pt x="804" y="95"/>
                    </a:cubicBezTo>
                    <a:cubicBezTo>
                      <a:pt x="798" y="100"/>
                      <a:pt x="798" y="100"/>
                      <a:pt x="798" y="100"/>
                    </a:cubicBezTo>
                    <a:cubicBezTo>
                      <a:pt x="788" y="92"/>
                      <a:pt x="788" y="92"/>
                      <a:pt x="788" y="92"/>
                    </a:cubicBezTo>
                    <a:cubicBezTo>
                      <a:pt x="771" y="103"/>
                      <a:pt x="771" y="103"/>
                      <a:pt x="771" y="103"/>
                    </a:cubicBezTo>
                    <a:cubicBezTo>
                      <a:pt x="766" y="104"/>
                      <a:pt x="766" y="104"/>
                      <a:pt x="766" y="104"/>
                    </a:cubicBezTo>
                    <a:cubicBezTo>
                      <a:pt x="753" y="118"/>
                      <a:pt x="753" y="118"/>
                      <a:pt x="753" y="118"/>
                    </a:cubicBezTo>
                    <a:cubicBezTo>
                      <a:pt x="748" y="112"/>
                      <a:pt x="748" y="112"/>
                      <a:pt x="748" y="112"/>
                    </a:cubicBezTo>
                    <a:cubicBezTo>
                      <a:pt x="733" y="113"/>
                      <a:pt x="733" y="113"/>
                      <a:pt x="733" y="113"/>
                    </a:cubicBezTo>
                    <a:cubicBezTo>
                      <a:pt x="725" y="125"/>
                      <a:pt x="725" y="125"/>
                      <a:pt x="725" y="125"/>
                    </a:cubicBezTo>
                    <a:cubicBezTo>
                      <a:pt x="712" y="118"/>
                      <a:pt x="712" y="118"/>
                      <a:pt x="712" y="118"/>
                    </a:cubicBezTo>
                    <a:cubicBezTo>
                      <a:pt x="677" y="117"/>
                      <a:pt x="677" y="117"/>
                      <a:pt x="677" y="117"/>
                    </a:cubicBezTo>
                    <a:cubicBezTo>
                      <a:pt x="666" y="128"/>
                      <a:pt x="666" y="128"/>
                      <a:pt x="666" y="128"/>
                    </a:cubicBezTo>
                    <a:cubicBezTo>
                      <a:pt x="660" y="118"/>
                      <a:pt x="660" y="118"/>
                      <a:pt x="660" y="118"/>
                    </a:cubicBezTo>
                    <a:cubicBezTo>
                      <a:pt x="650" y="119"/>
                      <a:pt x="650" y="119"/>
                      <a:pt x="650" y="119"/>
                    </a:cubicBezTo>
                    <a:cubicBezTo>
                      <a:pt x="644" y="124"/>
                      <a:pt x="644" y="124"/>
                      <a:pt x="644" y="124"/>
                    </a:cubicBezTo>
                    <a:cubicBezTo>
                      <a:pt x="644" y="133"/>
                      <a:pt x="644" y="133"/>
                      <a:pt x="644" y="133"/>
                    </a:cubicBezTo>
                    <a:cubicBezTo>
                      <a:pt x="629" y="143"/>
                      <a:pt x="629" y="143"/>
                      <a:pt x="629" y="143"/>
                    </a:cubicBezTo>
                    <a:cubicBezTo>
                      <a:pt x="611" y="144"/>
                      <a:pt x="611" y="144"/>
                      <a:pt x="611" y="144"/>
                    </a:cubicBezTo>
                    <a:cubicBezTo>
                      <a:pt x="606" y="140"/>
                      <a:pt x="606" y="140"/>
                      <a:pt x="606" y="140"/>
                    </a:cubicBezTo>
                    <a:cubicBezTo>
                      <a:pt x="593" y="140"/>
                      <a:pt x="593" y="140"/>
                      <a:pt x="593" y="140"/>
                    </a:cubicBezTo>
                    <a:cubicBezTo>
                      <a:pt x="584" y="141"/>
                      <a:pt x="584" y="141"/>
                      <a:pt x="584" y="141"/>
                    </a:cubicBezTo>
                    <a:cubicBezTo>
                      <a:pt x="581" y="144"/>
                      <a:pt x="581" y="144"/>
                      <a:pt x="581" y="144"/>
                    </a:cubicBezTo>
                    <a:cubicBezTo>
                      <a:pt x="564" y="143"/>
                      <a:pt x="564" y="143"/>
                      <a:pt x="564" y="143"/>
                    </a:cubicBezTo>
                    <a:cubicBezTo>
                      <a:pt x="559" y="141"/>
                      <a:pt x="559" y="141"/>
                      <a:pt x="559" y="141"/>
                    </a:cubicBezTo>
                    <a:cubicBezTo>
                      <a:pt x="555" y="144"/>
                      <a:pt x="555" y="144"/>
                      <a:pt x="555" y="144"/>
                    </a:cubicBezTo>
                    <a:cubicBezTo>
                      <a:pt x="550" y="149"/>
                      <a:pt x="550" y="149"/>
                      <a:pt x="550" y="149"/>
                    </a:cubicBezTo>
                    <a:cubicBezTo>
                      <a:pt x="550" y="157"/>
                      <a:pt x="550" y="157"/>
                      <a:pt x="550" y="157"/>
                    </a:cubicBezTo>
                    <a:cubicBezTo>
                      <a:pt x="547" y="160"/>
                      <a:pt x="547" y="160"/>
                      <a:pt x="547" y="160"/>
                    </a:cubicBezTo>
                    <a:cubicBezTo>
                      <a:pt x="556" y="169"/>
                      <a:pt x="556" y="169"/>
                      <a:pt x="556" y="169"/>
                    </a:cubicBezTo>
                    <a:cubicBezTo>
                      <a:pt x="551" y="181"/>
                      <a:pt x="551" y="181"/>
                      <a:pt x="551" y="181"/>
                    </a:cubicBezTo>
                    <a:cubicBezTo>
                      <a:pt x="538" y="195"/>
                      <a:pt x="538" y="195"/>
                      <a:pt x="538" y="195"/>
                    </a:cubicBezTo>
                    <a:cubicBezTo>
                      <a:pt x="524" y="183"/>
                      <a:pt x="524" y="183"/>
                      <a:pt x="524" y="183"/>
                    </a:cubicBezTo>
                    <a:cubicBezTo>
                      <a:pt x="524" y="193"/>
                      <a:pt x="524" y="193"/>
                      <a:pt x="524" y="193"/>
                    </a:cubicBezTo>
                    <a:cubicBezTo>
                      <a:pt x="515" y="200"/>
                      <a:pt x="515" y="200"/>
                      <a:pt x="515" y="200"/>
                    </a:cubicBezTo>
                    <a:cubicBezTo>
                      <a:pt x="493" y="200"/>
                      <a:pt x="493" y="200"/>
                      <a:pt x="493" y="200"/>
                    </a:cubicBezTo>
                    <a:cubicBezTo>
                      <a:pt x="483" y="207"/>
                      <a:pt x="483" y="207"/>
                      <a:pt x="483" y="207"/>
                    </a:cubicBezTo>
                    <a:cubicBezTo>
                      <a:pt x="477" y="203"/>
                      <a:pt x="477" y="203"/>
                      <a:pt x="477" y="203"/>
                    </a:cubicBezTo>
                    <a:cubicBezTo>
                      <a:pt x="455" y="201"/>
                      <a:pt x="455" y="201"/>
                      <a:pt x="455" y="201"/>
                    </a:cubicBezTo>
                    <a:cubicBezTo>
                      <a:pt x="444" y="192"/>
                      <a:pt x="444" y="192"/>
                      <a:pt x="444" y="192"/>
                    </a:cubicBezTo>
                    <a:cubicBezTo>
                      <a:pt x="425" y="192"/>
                      <a:pt x="425" y="192"/>
                      <a:pt x="425" y="192"/>
                    </a:cubicBezTo>
                    <a:cubicBezTo>
                      <a:pt x="425" y="192"/>
                      <a:pt x="415" y="205"/>
                      <a:pt x="415" y="205"/>
                    </a:cubicBezTo>
                    <a:cubicBezTo>
                      <a:pt x="414" y="205"/>
                      <a:pt x="409" y="205"/>
                      <a:pt x="409" y="205"/>
                    </a:cubicBezTo>
                    <a:cubicBezTo>
                      <a:pt x="400" y="195"/>
                      <a:pt x="400" y="195"/>
                      <a:pt x="400" y="195"/>
                    </a:cubicBezTo>
                    <a:cubicBezTo>
                      <a:pt x="394" y="203"/>
                      <a:pt x="394" y="203"/>
                      <a:pt x="394" y="203"/>
                    </a:cubicBezTo>
                    <a:cubicBezTo>
                      <a:pt x="383" y="204"/>
                      <a:pt x="383" y="204"/>
                      <a:pt x="383" y="204"/>
                    </a:cubicBezTo>
                    <a:cubicBezTo>
                      <a:pt x="379" y="210"/>
                      <a:pt x="379" y="210"/>
                      <a:pt x="379" y="210"/>
                    </a:cubicBezTo>
                    <a:cubicBezTo>
                      <a:pt x="374" y="210"/>
                      <a:pt x="374" y="210"/>
                      <a:pt x="374" y="210"/>
                    </a:cubicBezTo>
                    <a:cubicBezTo>
                      <a:pt x="369" y="217"/>
                      <a:pt x="369" y="217"/>
                      <a:pt x="369" y="217"/>
                    </a:cubicBezTo>
                    <a:cubicBezTo>
                      <a:pt x="367" y="228"/>
                      <a:pt x="367" y="228"/>
                      <a:pt x="367" y="228"/>
                    </a:cubicBezTo>
                    <a:cubicBezTo>
                      <a:pt x="346" y="250"/>
                      <a:pt x="346" y="250"/>
                      <a:pt x="346" y="250"/>
                    </a:cubicBezTo>
                    <a:cubicBezTo>
                      <a:pt x="345" y="257"/>
                      <a:pt x="345" y="257"/>
                      <a:pt x="345" y="257"/>
                    </a:cubicBezTo>
                    <a:cubicBezTo>
                      <a:pt x="341" y="260"/>
                      <a:pt x="341" y="260"/>
                      <a:pt x="341" y="260"/>
                    </a:cubicBezTo>
                    <a:cubicBezTo>
                      <a:pt x="329" y="260"/>
                      <a:pt x="329" y="260"/>
                      <a:pt x="329" y="260"/>
                    </a:cubicBezTo>
                    <a:cubicBezTo>
                      <a:pt x="327" y="256"/>
                      <a:pt x="327" y="256"/>
                      <a:pt x="327" y="256"/>
                    </a:cubicBezTo>
                    <a:cubicBezTo>
                      <a:pt x="306" y="276"/>
                      <a:pt x="306" y="276"/>
                      <a:pt x="306" y="276"/>
                    </a:cubicBezTo>
                    <a:cubicBezTo>
                      <a:pt x="295" y="275"/>
                      <a:pt x="295" y="275"/>
                      <a:pt x="295" y="275"/>
                    </a:cubicBezTo>
                    <a:cubicBezTo>
                      <a:pt x="288" y="267"/>
                      <a:pt x="288" y="267"/>
                      <a:pt x="288" y="267"/>
                    </a:cubicBez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52" y="280"/>
                      <a:pt x="252" y="280"/>
                      <a:pt x="252" y="280"/>
                    </a:cubicBezTo>
                    <a:cubicBezTo>
                      <a:pt x="229" y="283"/>
                      <a:pt x="229" y="283"/>
                      <a:pt x="229" y="283"/>
                    </a:cubicBezTo>
                    <a:cubicBezTo>
                      <a:pt x="224" y="275"/>
                      <a:pt x="224" y="275"/>
                      <a:pt x="224" y="275"/>
                    </a:cubicBezTo>
                    <a:cubicBezTo>
                      <a:pt x="214" y="285"/>
                      <a:pt x="214" y="285"/>
                      <a:pt x="214" y="285"/>
                    </a:cubicBezTo>
                    <a:cubicBezTo>
                      <a:pt x="207" y="284"/>
                      <a:pt x="207" y="284"/>
                      <a:pt x="207" y="284"/>
                    </a:cubicBezTo>
                    <a:cubicBezTo>
                      <a:pt x="205" y="286"/>
                      <a:pt x="202" y="287"/>
                      <a:pt x="201" y="289"/>
                    </a:cubicBezTo>
                    <a:cubicBezTo>
                      <a:pt x="200" y="293"/>
                      <a:pt x="203" y="294"/>
                      <a:pt x="205" y="296"/>
                    </a:cubicBezTo>
                    <a:cubicBezTo>
                      <a:pt x="213" y="304"/>
                      <a:pt x="207" y="313"/>
                      <a:pt x="201" y="320"/>
                    </a:cubicBezTo>
                    <a:cubicBezTo>
                      <a:pt x="201" y="321"/>
                      <a:pt x="200" y="324"/>
                      <a:pt x="199" y="324"/>
                    </a:cubicBezTo>
                    <a:cubicBezTo>
                      <a:pt x="198" y="325"/>
                      <a:pt x="199" y="323"/>
                      <a:pt x="198" y="324"/>
                    </a:cubicBezTo>
                    <a:cubicBezTo>
                      <a:pt x="196" y="325"/>
                      <a:pt x="195" y="326"/>
                      <a:pt x="194" y="327"/>
                    </a:cubicBezTo>
                    <a:cubicBezTo>
                      <a:pt x="193" y="328"/>
                      <a:pt x="193" y="328"/>
                      <a:pt x="192" y="328"/>
                    </a:cubicBezTo>
                    <a:cubicBezTo>
                      <a:pt x="193" y="330"/>
                      <a:pt x="193" y="330"/>
                      <a:pt x="193" y="330"/>
                    </a:cubicBezTo>
                    <a:cubicBezTo>
                      <a:pt x="193" y="353"/>
                      <a:pt x="193" y="353"/>
                      <a:pt x="193" y="353"/>
                    </a:cubicBezTo>
                    <a:cubicBezTo>
                      <a:pt x="169" y="388"/>
                      <a:pt x="169" y="388"/>
                      <a:pt x="169" y="388"/>
                    </a:cubicBezTo>
                    <a:cubicBezTo>
                      <a:pt x="169" y="388"/>
                      <a:pt x="137" y="388"/>
                      <a:pt x="135" y="407"/>
                    </a:cubicBezTo>
                    <a:cubicBezTo>
                      <a:pt x="135" y="423"/>
                      <a:pt x="135" y="423"/>
                      <a:pt x="135" y="423"/>
                    </a:cubicBezTo>
                    <a:cubicBezTo>
                      <a:pt x="120" y="441"/>
                      <a:pt x="120" y="441"/>
                      <a:pt x="120" y="441"/>
                    </a:cubicBezTo>
                    <a:cubicBezTo>
                      <a:pt x="120" y="467"/>
                      <a:pt x="120" y="467"/>
                      <a:pt x="120" y="467"/>
                    </a:cubicBezTo>
                    <a:cubicBezTo>
                      <a:pt x="114" y="472"/>
                      <a:pt x="114" y="472"/>
                      <a:pt x="114" y="472"/>
                    </a:cubicBezTo>
                    <a:cubicBezTo>
                      <a:pt x="117" y="493"/>
                      <a:pt x="117" y="493"/>
                      <a:pt x="117" y="493"/>
                    </a:cubicBezTo>
                    <a:cubicBezTo>
                      <a:pt x="107" y="499"/>
                      <a:pt x="107" y="499"/>
                      <a:pt x="107" y="499"/>
                    </a:cubicBezTo>
                    <a:cubicBezTo>
                      <a:pt x="99" y="498"/>
                      <a:pt x="99" y="498"/>
                      <a:pt x="99" y="498"/>
                    </a:cubicBezTo>
                    <a:cubicBezTo>
                      <a:pt x="97" y="503"/>
                      <a:pt x="97" y="503"/>
                      <a:pt x="97" y="503"/>
                    </a:cubicBezTo>
                    <a:cubicBezTo>
                      <a:pt x="93" y="503"/>
                      <a:pt x="93" y="503"/>
                      <a:pt x="93" y="503"/>
                    </a:cubicBezTo>
                    <a:cubicBezTo>
                      <a:pt x="91" y="500"/>
                      <a:pt x="91" y="500"/>
                      <a:pt x="91" y="500"/>
                    </a:cubicBezTo>
                    <a:cubicBezTo>
                      <a:pt x="65" y="501"/>
                      <a:pt x="65" y="501"/>
                      <a:pt x="65" y="501"/>
                    </a:cubicBezTo>
                    <a:cubicBezTo>
                      <a:pt x="54" y="521"/>
                      <a:pt x="54" y="521"/>
                      <a:pt x="54" y="521"/>
                    </a:cubicBezTo>
                    <a:cubicBezTo>
                      <a:pt x="42" y="521"/>
                      <a:pt x="42" y="521"/>
                      <a:pt x="42" y="521"/>
                    </a:cubicBezTo>
                    <a:cubicBezTo>
                      <a:pt x="35" y="530"/>
                      <a:pt x="35" y="530"/>
                      <a:pt x="35" y="530"/>
                    </a:cubicBezTo>
                    <a:cubicBezTo>
                      <a:pt x="61" y="564"/>
                      <a:pt x="61" y="564"/>
                      <a:pt x="61" y="564"/>
                    </a:cubicBezTo>
                    <a:cubicBezTo>
                      <a:pt x="60" y="579"/>
                      <a:pt x="60" y="579"/>
                      <a:pt x="60" y="579"/>
                    </a:cubicBezTo>
                    <a:cubicBezTo>
                      <a:pt x="48" y="575"/>
                      <a:pt x="48" y="575"/>
                      <a:pt x="48" y="575"/>
                    </a:cubicBezTo>
                    <a:cubicBezTo>
                      <a:pt x="35" y="576"/>
                      <a:pt x="35" y="576"/>
                      <a:pt x="35" y="576"/>
                    </a:cubicBezTo>
                    <a:cubicBezTo>
                      <a:pt x="40" y="585"/>
                      <a:pt x="40" y="585"/>
                      <a:pt x="40" y="585"/>
                    </a:cubicBezTo>
                    <a:cubicBezTo>
                      <a:pt x="40" y="600"/>
                      <a:pt x="40" y="600"/>
                      <a:pt x="40" y="600"/>
                    </a:cubicBezTo>
                    <a:cubicBezTo>
                      <a:pt x="24" y="608"/>
                      <a:pt x="24" y="608"/>
                      <a:pt x="24" y="608"/>
                    </a:cubicBezTo>
                    <a:cubicBezTo>
                      <a:pt x="20" y="608"/>
                      <a:pt x="20" y="608"/>
                      <a:pt x="20" y="608"/>
                    </a:cubicBezTo>
                    <a:cubicBezTo>
                      <a:pt x="20" y="610"/>
                      <a:pt x="20" y="611"/>
                      <a:pt x="20" y="613"/>
                    </a:cubicBezTo>
                    <a:cubicBezTo>
                      <a:pt x="17" y="620"/>
                      <a:pt x="6" y="616"/>
                      <a:pt x="1" y="616"/>
                    </a:cubicBezTo>
                    <a:cubicBezTo>
                      <a:pt x="0" y="618"/>
                      <a:pt x="3" y="619"/>
                      <a:pt x="5" y="620"/>
                    </a:cubicBezTo>
                    <a:cubicBezTo>
                      <a:pt x="9" y="621"/>
                      <a:pt x="11" y="623"/>
                      <a:pt x="11" y="627"/>
                    </a:cubicBezTo>
                    <a:cubicBezTo>
                      <a:pt x="10" y="629"/>
                      <a:pt x="10" y="631"/>
                      <a:pt x="9" y="632"/>
                    </a:cubicBezTo>
                    <a:cubicBezTo>
                      <a:pt x="8" y="633"/>
                      <a:pt x="7" y="633"/>
                      <a:pt x="7" y="634"/>
                    </a:cubicBezTo>
                    <a:cubicBezTo>
                      <a:pt x="6" y="636"/>
                      <a:pt x="6" y="639"/>
                      <a:pt x="6" y="642"/>
                    </a:cubicBezTo>
                    <a:cubicBezTo>
                      <a:pt x="6" y="643"/>
                      <a:pt x="6" y="644"/>
                      <a:pt x="6" y="645"/>
                    </a:cubicBezTo>
                    <a:cubicBezTo>
                      <a:pt x="6" y="646"/>
                      <a:pt x="7" y="647"/>
                      <a:pt x="7" y="648"/>
                    </a:cubicBezTo>
                    <a:cubicBezTo>
                      <a:pt x="10" y="650"/>
                      <a:pt x="13" y="649"/>
                      <a:pt x="16" y="650"/>
                    </a:cubicBezTo>
                    <a:cubicBezTo>
                      <a:pt x="22" y="650"/>
                      <a:pt x="22" y="654"/>
                      <a:pt x="22" y="659"/>
                    </a:cubicBezTo>
                    <a:cubicBezTo>
                      <a:pt x="23" y="661"/>
                      <a:pt x="23" y="661"/>
                      <a:pt x="25" y="662"/>
                    </a:cubicBezTo>
                    <a:cubicBezTo>
                      <a:pt x="27" y="663"/>
                      <a:pt x="27" y="664"/>
                      <a:pt x="27" y="666"/>
                    </a:cubicBezTo>
                    <a:cubicBezTo>
                      <a:pt x="27" y="668"/>
                      <a:pt x="27" y="670"/>
                      <a:pt x="26" y="672"/>
                    </a:cubicBezTo>
                    <a:cubicBezTo>
                      <a:pt x="25" y="673"/>
                      <a:pt x="23" y="674"/>
                      <a:pt x="23" y="675"/>
                    </a:cubicBezTo>
                    <a:cubicBezTo>
                      <a:pt x="23" y="677"/>
                      <a:pt x="24" y="678"/>
                      <a:pt x="25" y="678"/>
                    </a:cubicBezTo>
                    <a:cubicBezTo>
                      <a:pt x="27" y="679"/>
                      <a:pt x="28" y="680"/>
                      <a:pt x="30" y="681"/>
                    </a:cubicBezTo>
                    <a:cubicBezTo>
                      <a:pt x="33" y="682"/>
                      <a:pt x="37" y="682"/>
                      <a:pt x="37" y="687"/>
                    </a:cubicBezTo>
                    <a:cubicBezTo>
                      <a:pt x="37" y="690"/>
                      <a:pt x="35" y="693"/>
                      <a:pt x="38" y="696"/>
                    </a:cubicBezTo>
                    <a:cubicBezTo>
                      <a:pt x="39" y="697"/>
                      <a:pt x="41" y="698"/>
                      <a:pt x="42" y="700"/>
                    </a:cubicBezTo>
                    <a:cubicBezTo>
                      <a:pt x="43" y="701"/>
                      <a:pt x="43" y="703"/>
                      <a:pt x="43" y="705"/>
                    </a:cubicBezTo>
                    <a:cubicBezTo>
                      <a:pt x="44" y="709"/>
                      <a:pt x="47" y="710"/>
                      <a:pt x="51" y="710"/>
                    </a:cubicBezTo>
                    <a:cubicBezTo>
                      <a:pt x="54" y="711"/>
                      <a:pt x="58" y="712"/>
                      <a:pt x="62" y="713"/>
                    </a:cubicBezTo>
                    <a:cubicBezTo>
                      <a:pt x="64" y="714"/>
                      <a:pt x="66" y="714"/>
                      <a:pt x="69" y="714"/>
                    </a:cubicBezTo>
                    <a:cubicBezTo>
                      <a:pt x="70" y="714"/>
                      <a:pt x="74" y="713"/>
                      <a:pt x="75" y="715"/>
                    </a:cubicBezTo>
                    <a:cubicBezTo>
                      <a:pt x="76" y="716"/>
                      <a:pt x="75" y="718"/>
                      <a:pt x="76" y="719"/>
                    </a:cubicBezTo>
                    <a:cubicBezTo>
                      <a:pt x="77" y="721"/>
                      <a:pt x="79" y="722"/>
                      <a:pt x="81" y="724"/>
                    </a:cubicBezTo>
                    <a:cubicBezTo>
                      <a:pt x="82" y="726"/>
                      <a:pt x="83" y="728"/>
                      <a:pt x="84" y="730"/>
                    </a:cubicBezTo>
                    <a:cubicBezTo>
                      <a:pt x="86" y="732"/>
                      <a:pt x="88" y="734"/>
                      <a:pt x="90" y="736"/>
                    </a:cubicBezTo>
                    <a:cubicBezTo>
                      <a:pt x="92" y="738"/>
                      <a:pt x="95" y="739"/>
                      <a:pt x="97" y="742"/>
                    </a:cubicBezTo>
                    <a:cubicBezTo>
                      <a:pt x="100" y="744"/>
                      <a:pt x="102" y="747"/>
                      <a:pt x="104" y="750"/>
                    </a:cubicBezTo>
                    <a:cubicBezTo>
                      <a:pt x="107" y="755"/>
                      <a:pt x="111" y="760"/>
                      <a:pt x="116" y="764"/>
                    </a:cubicBezTo>
                    <a:cubicBezTo>
                      <a:pt x="120" y="767"/>
                      <a:pt x="125" y="769"/>
                      <a:pt x="127" y="774"/>
                    </a:cubicBezTo>
                    <a:cubicBezTo>
                      <a:pt x="129" y="778"/>
                      <a:pt x="129" y="783"/>
                      <a:pt x="129" y="788"/>
                    </a:cubicBezTo>
                    <a:cubicBezTo>
                      <a:pt x="129" y="792"/>
                      <a:pt x="129" y="797"/>
                      <a:pt x="132" y="799"/>
                    </a:cubicBezTo>
                    <a:cubicBezTo>
                      <a:pt x="135" y="801"/>
                      <a:pt x="139" y="799"/>
                      <a:pt x="140" y="796"/>
                    </a:cubicBezTo>
                    <a:cubicBezTo>
                      <a:pt x="143" y="792"/>
                      <a:pt x="143" y="788"/>
                      <a:pt x="143" y="784"/>
                    </a:cubicBezTo>
                    <a:cubicBezTo>
                      <a:pt x="144" y="783"/>
                      <a:pt x="144" y="781"/>
                      <a:pt x="144" y="780"/>
                    </a:cubicBezTo>
                    <a:cubicBezTo>
                      <a:pt x="145" y="777"/>
                      <a:pt x="145" y="774"/>
                      <a:pt x="145" y="772"/>
                    </a:cubicBezTo>
                    <a:cubicBezTo>
                      <a:pt x="145" y="770"/>
                      <a:pt x="144" y="768"/>
                      <a:pt x="146" y="767"/>
                    </a:cubicBezTo>
                    <a:cubicBezTo>
                      <a:pt x="148" y="763"/>
                      <a:pt x="152" y="762"/>
                      <a:pt x="155" y="765"/>
                    </a:cubicBezTo>
                    <a:cubicBezTo>
                      <a:pt x="160" y="769"/>
                      <a:pt x="161" y="774"/>
                      <a:pt x="165" y="778"/>
                    </a:cubicBezTo>
                    <a:cubicBezTo>
                      <a:pt x="166" y="780"/>
                      <a:pt x="168" y="782"/>
                      <a:pt x="170" y="782"/>
                    </a:cubicBezTo>
                    <a:cubicBezTo>
                      <a:pt x="172" y="781"/>
                      <a:pt x="172" y="779"/>
                      <a:pt x="171" y="777"/>
                    </a:cubicBezTo>
                    <a:cubicBezTo>
                      <a:pt x="170" y="775"/>
                      <a:pt x="167" y="771"/>
                      <a:pt x="168" y="768"/>
                    </a:cubicBezTo>
                    <a:cubicBezTo>
                      <a:pt x="168" y="767"/>
                      <a:pt x="172" y="766"/>
                      <a:pt x="173" y="767"/>
                    </a:cubicBezTo>
                    <a:cubicBezTo>
                      <a:pt x="176" y="768"/>
                      <a:pt x="178" y="769"/>
                      <a:pt x="180" y="771"/>
                    </a:cubicBezTo>
                    <a:cubicBezTo>
                      <a:pt x="182" y="773"/>
                      <a:pt x="184" y="774"/>
                      <a:pt x="185" y="776"/>
                    </a:cubicBezTo>
                    <a:cubicBezTo>
                      <a:pt x="186" y="777"/>
                      <a:pt x="186" y="778"/>
                      <a:pt x="187" y="779"/>
                    </a:cubicBezTo>
                    <a:cubicBezTo>
                      <a:pt x="188" y="780"/>
                      <a:pt x="190" y="781"/>
                      <a:pt x="192" y="781"/>
                    </a:cubicBezTo>
                    <a:cubicBezTo>
                      <a:pt x="194" y="782"/>
                      <a:pt x="196" y="782"/>
                      <a:pt x="198" y="782"/>
                    </a:cubicBezTo>
                    <a:cubicBezTo>
                      <a:pt x="200" y="782"/>
                      <a:pt x="201" y="782"/>
                      <a:pt x="203" y="781"/>
                    </a:cubicBezTo>
                    <a:cubicBezTo>
                      <a:pt x="207" y="780"/>
                      <a:pt x="210" y="776"/>
                      <a:pt x="213" y="773"/>
                    </a:cubicBezTo>
                    <a:cubicBezTo>
                      <a:pt x="214" y="772"/>
                      <a:pt x="215" y="771"/>
                      <a:pt x="216" y="771"/>
                    </a:cubicBezTo>
                    <a:cubicBezTo>
                      <a:pt x="218" y="770"/>
                      <a:pt x="219" y="773"/>
                      <a:pt x="220" y="774"/>
                    </a:cubicBezTo>
                    <a:cubicBezTo>
                      <a:pt x="220" y="776"/>
                      <a:pt x="220" y="777"/>
                      <a:pt x="221" y="779"/>
                    </a:cubicBezTo>
                    <a:cubicBezTo>
                      <a:pt x="221" y="780"/>
                      <a:pt x="221" y="781"/>
                      <a:pt x="222" y="781"/>
                    </a:cubicBezTo>
                    <a:cubicBezTo>
                      <a:pt x="222" y="783"/>
                      <a:pt x="222" y="784"/>
                      <a:pt x="223" y="786"/>
                    </a:cubicBezTo>
                    <a:cubicBezTo>
                      <a:pt x="224" y="787"/>
                      <a:pt x="224" y="789"/>
                      <a:pt x="223" y="790"/>
                    </a:cubicBezTo>
                    <a:cubicBezTo>
                      <a:pt x="223" y="792"/>
                      <a:pt x="222" y="793"/>
                      <a:pt x="222" y="794"/>
                    </a:cubicBezTo>
                    <a:cubicBezTo>
                      <a:pt x="223" y="797"/>
                      <a:pt x="224" y="799"/>
                      <a:pt x="224" y="801"/>
                    </a:cubicBezTo>
                    <a:cubicBezTo>
                      <a:pt x="224" y="803"/>
                      <a:pt x="225" y="805"/>
                      <a:pt x="226" y="807"/>
                    </a:cubicBezTo>
                    <a:cubicBezTo>
                      <a:pt x="227" y="809"/>
                      <a:pt x="231" y="812"/>
                      <a:pt x="230" y="815"/>
                    </a:cubicBezTo>
                    <a:cubicBezTo>
                      <a:pt x="230" y="817"/>
                      <a:pt x="229" y="818"/>
                      <a:pt x="228" y="817"/>
                    </a:cubicBezTo>
                    <a:cubicBezTo>
                      <a:pt x="227" y="817"/>
                      <a:pt x="226" y="816"/>
                      <a:pt x="225" y="815"/>
                    </a:cubicBezTo>
                    <a:cubicBezTo>
                      <a:pt x="224" y="814"/>
                      <a:pt x="222" y="814"/>
                      <a:pt x="220" y="813"/>
                    </a:cubicBezTo>
                    <a:cubicBezTo>
                      <a:pt x="219" y="813"/>
                      <a:pt x="218" y="812"/>
                      <a:pt x="217" y="811"/>
                    </a:cubicBezTo>
                    <a:cubicBezTo>
                      <a:pt x="215" y="810"/>
                      <a:pt x="213" y="810"/>
                      <a:pt x="212" y="811"/>
                    </a:cubicBezTo>
                    <a:cubicBezTo>
                      <a:pt x="210" y="811"/>
                      <a:pt x="210" y="812"/>
                      <a:pt x="210" y="814"/>
                    </a:cubicBezTo>
                    <a:cubicBezTo>
                      <a:pt x="208" y="817"/>
                      <a:pt x="205" y="815"/>
                      <a:pt x="202" y="815"/>
                    </a:cubicBezTo>
                    <a:cubicBezTo>
                      <a:pt x="199" y="814"/>
                      <a:pt x="198" y="812"/>
                      <a:pt x="196" y="809"/>
                    </a:cubicBezTo>
                    <a:cubicBezTo>
                      <a:pt x="196" y="808"/>
                      <a:pt x="196" y="806"/>
                      <a:pt x="195" y="805"/>
                    </a:cubicBezTo>
                    <a:cubicBezTo>
                      <a:pt x="194" y="803"/>
                      <a:pt x="192" y="802"/>
                      <a:pt x="190" y="801"/>
                    </a:cubicBezTo>
                    <a:cubicBezTo>
                      <a:pt x="189" y="800"/>
                      <a:pt x="188" y="799"/>
                      <a:pt x="186" y="799"/>
                    </a:cubicBezTo>
                    <a:cubicBezTo>
                      <a:pt x="183" y="799"/>
                      <a:pt x="179" y="800"/>
                      <a:pt x="177" y="802"/>
                    </a:cubicBezTo>
                    <a:cubicBezTo>
                      <a:pt x="175" y="804"/>
                      <a:pt x="173" y="808"/>
                      <a:pt x="170" y="807"/>
                    </a:cubicBezTo>
                    <a:cubicBezTo>
                      <a:pt x="168" y="807"/>
                      <a:pt x="166" y="804"/>
                      <a:pt x="164" y="803"/>
                    </a:cubicBezTo>
                    <a:cubicBezTo>
                      <a:pt x="158" y="800"/>
                      <a:pt x="157" y="808"/>
                      <a:pt x="152" y="807"/>
                    </a:cubicBezTo>
                    <a:cubicBezTo>
                      <a:pt x="149" y="806"/>
                      <a:pt x="140" y="800"/>
                      <a:pt x="139" y="806"/>
                    </a:cubicBezTo>
                    <a:cubicBezTo>
                      <a:pt x="139" y="812"/>
                      <a:pt x="146" y="815"/>
                      <a:pt x="146" y="820"/>
                    </a:cubicBezTo>
                    <a:cubicBezTo>
                      <a:pt x="147" y="826"/>
                      <a:pt x="141" y="830"/>
                      <a:pt x="139" y="835"/>
                    </a:cubicBezTo>
                    <a:cubicBezTo>
                      <a:pt x="138" y="841"/>
                      <a:pt x="145" y="848"/>
                      <a:pt x="150" y="849"/>
                    </a:cubicBezTo>
                    <a:cubicBezTo>
                      <a:pt x="157" y="851"/>
                      <a:pt x="160" y="843"/>
                      <a:pt x="166" y="842"/>
                    </a:cubicBezTo>
                    <a:cubicBezTo>
                      <a:pt x="174" y="842"/>
                      <a:pt x="173" y="856"/>
                      <a:pt x="173" y="861"/>
                    </a:cubicBezTo>
                    <a:cubicBezTo>
                      <a:pt x="172" y="863"/>
                      <a:pt x="172" y="867"/>
                      <a:pt x="174" y="868"/>
                    </a:cubicBezTo>
                    <a:cubicBezTo>
                      <a:pt x="177" y="870"/>
                      <a:pt x="180" y="870"/>
                      <a:pt x="182" y="870"/>
                    </a:cubicBezTo>
                    <a:cubicBezTo>
                      <a:pt x="189" y="872"/>
                      <a:pt x="194" y="879"/>
                      <a:pt x="199" y="884"/>
                    </a:cubicBezTo>
                    <a:cubicBezTo>
                      <a:pt x="201" y="887"/>
                      <a:pt x="203" y="891"/>
                      <a:pt x="203" y="895"/>
                    </a:cubicBezTo>
                    <a:cubicBezTo>
                      <a:pt x="203" y="898"/>
                      <a:pt x="202" y="900"/>
                      <a:pt x="200" y="903"/>
                    </a:cubicBezTo>
                    <a:cubicBezTo>
                      <a:pt x="199" y="906"/>
                      <a:pt x="199" y="908"/>
                      <a:pt x="200" y="911"/>
                    </a:cubicBezTo>
                    <a:cubicBezTo>
                      <a:pt x="200" y="913"/>
                      <a:pt x="202" y="917"/>
                      <a:pt x="204" y="918"/>
                    </a:cubicBezTo>
                    <a:cubicBezTo>
                      <a:pt x="207" y="919"/>
                      <a:pt x="208" y="916"/>
                      <a:pt x="210" y="915"/>
                    </a:cubicBezTo>
                    <a:cubicBezTo>
                      <a:pt x="211" y="913"/>
                      <a:pt x="214" y="909"/>
                      <a:pt x="216" y="909"/>
                    </a:cubicBezTo>
                    <a:cubicBezTo>
                      <a:pt x="218" y="910"/>
                      <a:pt x="217" y="916"/>
                      <a:pt x="217" y="918"/>
                    </a:cubicBezTo>
                    <a:cubicBezTo>
                      <a:pt x="217" y="922"/>
                      <a:pt x="217" y="927"/>
                      <a:pt x="219" y="931"/>
                    </a:cubicBezTo>
                    <a:cubicBezTo>
                      <a:pt x="220" y="934"/>
                      <a:pt x="223" y="935"/>
                      <a:pt x="225" y="937"/>
                    </a:cubicBezTo>
                    <a:cubicBezTo>
                      <a:pt x="228" y="938"/>
                      <a:pt x="229" y="939"/>
                      <a:pt x="228" y="942"/>
                    </a:cubicBezTo>
                    <a:cubicBezTo>
                      <a:pt x="226" y="947"/>
                      <a:pt x="217" y="951"/>
                      <a:pt x="218" y="957"/>
                    </a:cubicBezTo>
                    <a:cubicBezTo>
                      <a:pt x="218" y="962"/>
                      <a:pt x="225" y="967"/>
                      <a:pt x="231" y="968"/>
                    </a:cubicBezTo>
                    <a:cubicBezTo>
                      <a:pt x="235" y="969"/>
                      <a:pt x="240" y="966"/>
                      <a:pt x="245" y="964"/>
                    </a:cubicBezTo>
                    <a:cubicBezTo>
                      <a:pt x="247" y="963"/>
                      <a:pt x="250" y="961"/>
                      <a:pt x="252" y="959"/>
                    </a:cubicBezTo>
                    <a:cubicBezTo>
                      <a:pt x="253" y="959"/>
                      <a:pt x="253" y="958"/>
                      <a:pt x="254" y="957"/>
                    </a:cubicBezTo>
                    <a:cubicBezTo>
                      <a:pt x="255" y="956"/>
                      <a:pt x="255" y="954"/>
                      <a:pt x="256" y="954"/>
                    </a:cubicBezTo>
                    <a:cubicBezTo>
                      <a:pt x="257" y="953"/>
                      <a:pt x="258" y="953"/>
                      <a:pt x="259" y="953"/>
                    </a:cubicBezTo>
                    <a:cubicBezTo>
                      <a:pt x="260" y="952"/>
                      <a:pt x="261" y="951"/>
                      <a:pt x="262" y="951"/>
                    </a:cubicBezTo>
                    <a:cubicBezTo>
                      <a:pt x="266" y="948"/>
                      <a:pt x="268" y="942"/>
                      <a:pt x="267" y="937"/>
                    </a:cubicBezTo>
                    <a:cubicBezTo>
                      <a:pt x="266" y="934"/>
                      <a:pt x="265" y="932"/>
                      <a:pt x="264" y="929"/>
                    </a:cubicBezTo>
                    <a:cubicBezTo>
                      <a:pt x="263" y="927"/>
                      <a:pt x="262" y="924"/>
                      <a:pt x="263" y="922"/>
                    </a:cubicBezTo>
                    <a:cubicBezTo>
                      <a:pt x="267" y="914"/>
                      <a:pt x="273" y="930"/>
                      <a:pt x="274" y="932"/>
                    </a:cubicBezTo>
                    <a:cubicBezTo>
                      <a:pt x="275" y="936"/>
                      <a:pt x="276" y="943"/>
                      <a:pt x="281" y="943"/>
                    </a:cubicBezTo>
                    <a:cubicBezTo>
                      <a:pt x="284" y="944"/>
                      <a:pt x="286" y="943"/>
                      <a:pt x="288" y="945"/>
                    </a:cubicBezTo>
                    <a:cubicBezTo>
                      <a:pt x="289" y="947"/>
                      <a:pt x="288" y="950"/>
                      <a:pt x="289" y="952"/>
                    </a:cubicBezTo>
                    <a:cubicBezTo>
                      <a:pt x="291" y="954"/>
                      <a:pt x="293" y="954"/>
                      <a:pt x="295" y="954"/>
                    </a:cubicBezTo>
                    <a:cubicBezTo>
                      <a:pt x="297" y="954"/>
                      <a:pt x="299" y="955"/>
                      <a:pt x="301" y="957"/>
                    </a:cubicBezTo>
                    <a:cubicBezTo>
                      <a:pt x="304" y="960"/>
                      <a:pt x="300" y="965"/>
                      <a:pt x="302" y="969"/>
                    </a:cubicBezTo>
                    <a:cubicBezTo>
                      <a:pt x="305" y="973"/>
                      <a:pt x="313" y="970"/>
                      <a:pt x="315" y="967"/>
                    </a:cubicBezTo>
                    <a:cubicBezTo>
                      <a:pt x="316" y="965"/>
                      <a:pt x="316" y="963"/>
                      <a:pt x="319" y="962"/>
                    </a:cubicBezTo>
                    <a:cubicBezTo>
                      <a:pt x="321" y="962"/>
                      <a:pt x="322" y="960"/>
                      <a:pt x="323" y="958"/>
                    </a:cubicBezTo>
                    <a:cubicBezTo>
                      <a:pt x="323" y="958"/>
                      <a:pt x="324" y="957"/>
                      <a:pt x="324" y="956"/>
                    </a:cubicBezTo>
                    <a:cubicBezTo>
                      <a:pt x="325" y="956"/>
                      <a:pt x="327" y="956"/>
                      <a:pt x="329" y="955"/>
                    </a:cubicBezTo>
                    <a:cubicBezTo>
                      <a:pt x="333" y="955"/>
                      <a:pt x="337" y="954"/>
                      <a:pt x="342" y="954"/>
                    </a:cubicBezTo>
                    <a:cubicBezTo>
                      <a:pt x="345" y="953"/>
                      <a:pt x="350" y="954"/>
                      <a:pt x="353" y="956"/>
                    </a:cubicBezTo>
                    <a:cubicBezTo>
                      <a:pt x="354" y="957"/>
                      <a:pt x="354" y="958"/>
                      <a:pt x="356" y="959"/>
                    </a:cubicBezTo>
                    <a:cubicBezTo>
                      <a:pt x="357" y="959"/>
                      <a:pt x="358" y="958"/>
                      <a:pt x="359" y="957"/>
                    </a:cubicBezTo>
                    <a:cubicBezTo>
                      <a:pt x="359" y="955"/>
                      <a:pt x="358" y="951"/>
                      <a:pt x="360" y="950"/>
                    </a:cubicBezTo>
                    <a:cubicBezTo>
                      <a:pt x="361" y="949"/>
                      <a:pt x="363" y="949"/>
                      <a:pt x="365" y="949"/>
                    </a:cubicBezTo>
                    <a:cubicBezTo>
                      <a:pt x="366" y="948"/>
                      <a:pt x="367" y="948"/>
                      <a:pt x="368" y="946"/>
                    </a:cubicBezTo>
                    <a:cubicBezTo>
                      <a:pt x="371" y="944"/>
                      <a:pt x="373" y="944"/>
                      <a:pt x="376" y="944"/>
                    </a:cubicBezTo>
                    <a:cubicBezTo>
                      <a:pt x="379" y="943"/>
                      <a:pt x="381" y="945"/>
                      <a:pt x="383" y="946"/>
                    </a:cubicBezTo>
                    <a:cubicBezTo>
                      <a:pt x="386" y="946"/>
                      <a:pt x="390" y="945"/>
                      <a:pt x="392" y="945"/>
                    </a:cubicBezTo>
                    <a:cubicBezTo>
                      <a:pt x="396" y="944"/>
                      <a:pt x="398" y="940"/>
                      <a:pt x="400" y="938"/>
                    </a:cubicBezTo>
                    <a:cubicBezTo>
                      <a:pt x="402" y="936"/>
                      <a:pt x="404" y="932"/>
                      <a:pt x="407" y="934"/>
                    </a:cubicBezTo>
                    <a:cubicBezTo>
                      <a:pt x="409" y="935"/>
                      <a:pt x="408" y="937"/>
                      <a:pt x="409" y="938"/>
                    </a:cubicBezTo>
                    <a:cubicBezTo>
                      <a:pt x="410" y="939"/>
                      <a:pt x="411" y="939"/>
                      <a:pt x="412" y="939"/>
                    </a:cubicBezTo>
                    <a:cubicBezTo>
                      <a:pt x="415" y="940"/>
                      <a:pt x="418" y="941"/>
                      <a:pt x="421" y="942"/>
                    </a:cubicBezTo>
                    <a:cubicBezTo>
                      <a:pt x="422" y="942"/>
                      <a:pt x="424" y="943"/>
                      <a:pt x="425" y="944"/>
                    </a:cubicBezTo>
                    <a:cubicBezTo>
                      <a:pt x="426" y="945"/>
                      <a:pt x="426" y="946"/>
                      <a:pt x="428" y="947"/>
                    </a:cubicBezTo>
                    <a:cubicBezTo>
                      <a:pt x="430" y="948"/>
                      <a:pt x="434" y="947"/>
                      <a:pt x="437" y="948"/>
                    </a:cubicBezTo>
                    <a:cubicBezTo>
                      <a:pt x="438" y="949"/>
                      <a:pt x="438" y="950"/>
                      <a:pt x="439" y="950"/>
                    </a:cubicBezTo>
                    <a:cubicBezTo>
                      <a:pt x="440" y="952"/>
                      <a:pt x="442" y="952"/>
                      <a:pt x="443" y="952"/>
                    </a:cubicBezTo>
                    <a:cubicBezTo>
                      <a:pt x="446" y="952"/>
                      <a:pt x="449" y="953"/>
                      <a:pt x="452" y="952"/>
                    </a:cubicBezTo>
                    <a:cubicBezTo>
                      <a:pt x="454" y="952"/>
                      <a:pt x="458" y="953"/>
                      <a:pt x="460" y="950"/>
                    </a:cubicBezTo>
                    <a:cubicBezTo>
                      <a:pt x="462" y="948"/>
                      <a:pt x="464" y="946"/>
                      <a:pt x="467" y="949"/>
                    </a:cubicBezTo>
                    <a:cubicBezTo>
                      <a:pt x="469" y="951"/>
                      <a:pt x="471" y="951"/>
                      <a:pt x="474" y="951"/>
                    </a:cubicBezTo>
                    <a:cubicBezTo>
                      <a:pt x="477" y="951"/>
                      <a:pt x="480" y="952"/>
                      <a:pt x="483" y="952"/>
                    </a:cubicBezTo>
                    <a:cubicBezTo>
                      <a:pt x="485" y="951"/>
                      <a:pt x="487" y="950"/>
                      <a:pt x="489" y="949"/>
                    </a:cubicBezTo>
                    <a:cubicBezTo>
                      <a:pt x="491" y="949"/>
                      <a:pt x="493" y="948"/>
                      <a:pt x="494" y="945"/>
                    </a:cubicBezTo>
                    <a:cubicBezTo>
                      <a:pt x="495" y="942"/>
                      <a:pt x="494" y="938"/>
                      <a:pt x="494" y="934"/>
                    </a:cubicBezTo>
                    <a:cubicBezTo>
                      <a:pt x="494" y="931"/>
                      <a:pt x="495" y="929"/>
                      <a:pt x="498" y="928"/>
                    </a:cubicBezTo>
                    <a:cubicBezTo>
                      <a:pt x="501" y="928"/>
                      <a:pt x="504" y="928"/>
                      <a:pt x="507" y="929"/>
                    </a:cubicBezTo>
                    <a:cubicBezTo>
                      <a:pt x="510" y="930"/>
                      <a:pt x="511" y="931"/>
                      <a:pt x="512" y="933"/>
                    </a:cubicBezTo>
                    <a:cubicBezTo>
                      <a:pt x="514" y="936"/>
                      <a:pt x="516" y="940"/>
                      <a:pt x="518" y="942"/>
                    </a:cubicBezTo>
                    <a:cubicBezTo>
                      <a:pt x="520" y="945"/>
                      <a:pt x="522" y="948"/>
                      <a:pt x="524" y="951"/>
                    </a:cubicBezTo>
                    <a:cubicBezTo>
                      <a:pt x="525" y="953"/>
                      <a:pt x="526" y="956"/>
                      <a:pt x="528" y="958"/>
                    </a:cubicBezTo>
                    <a:cubicBezTo>
                      <a:pt x="532" y="965"/>
                      <a:pt x="537" y="958"/>
                      <a:pt x="539" y="953"/>
                    </a:cubicBezTo>
                    <a:cubicBezTo>
                      <a:pt x="539" y="951"/>
                      <a:pt x="539" y="948"/>
                      <a:pt x="540" y="946"/>
                    </a:cubicBezTo>
                    <a:cubicBezTo>
                      <a:pt x="542" y="944"/>
                      <a:pt x="544" y="942"/>
                      <a:pt x="546" y="941"/>
                    </a:cubicBezTo>
                    <a:cubicBezTo>
                      <a:pt x="553" y="937"/>
                      <a:pt x="555" y="944"/>
                      <a:pt x="556" y="949"/>
                    </a:cubicBezTo>
                    <a:cubicBezTo>
                      <a:pt x="559" y="955"/>
                      <a:pt x="565" y="956"/>
                      <a:pt x="570" y="959"/>
                    </a:cubicBezTo>
                    <a:cubicBezTo>
                      <a:pt x="572" y="960"/>
                      <a:pt x="575" y="963"/>
                      <a:pt x="576" y="966"/>
                    </a:cubicBezTo>
                    <a:cubicBezTo>
                      <a:pt x="577" y="968"/>
                      <a:pt x="576" y="970"/>
                      <a:pt x="576" y="973"/>
                    </a:cubicBezTo>
                    <a:cubicBezTo>
                      <a:pt x="575" y="979"/>
                      <a:pt x="583" y="977"/>
                      <a:pt x="587" y="977"/>
                    </a:cubicBezTo>
                    <a:cubicBezTo>
                      <a:pt x="591" y="976"/>
                      <a:pt x="594" y="976"/>
                      <a:pt x="597" y="977"/>
                    </a:cubicBezTo>
                    <a:cubicBezTo>
                      <a:pt x="599" y="978"/>
                      <a:pt x="601" y="980"/>
                      <a:pt x="603" y="981"/>
                    </a:cubicBezTo>
                    <a:cubicBezTo>
                      <a:pt x="610" y="985"/>
                      <a:pt x="617" y="982"/>
                      <a:pt x="624" y="982"/>
                    </a:cubicBezTo>
                    <a:cubicBezTo>
                      <a:pt x="628" y="982"/>
                      <a:pt x="632" y="983"/>
                      <a:pt x="636" y="985"/>
                    </a:cubicBezTo>
                    <a:cubicBezTo>
                      <a:pt x="637" y="986"/>
                      <a:pt x="640" y="989"/>
                      <a:pt x="642" y="989"/>
                    </a:cubicBezTo>
                    <a:cubicBezTo>
                      <a:pt x="645" y="989"/>
                      <a:pt x="647" y="979"/>
                      <a:pt x="651" y="982"/>
                    </a:cubicBezTo>
                    <a:cubicBezTo>
                      <a:pt x="653" y="984"/>
                      <a:pt x="654" y="987"/>
                      <a:pt x="656" y="989"/>
                    </a:cubicBezTo>
                    <a:cubicBezTo>
                      <a:pt x="658" y="991"/>
                      <a:pt x="660" y="991"/>
                      <a:pt x="663" y="991"/>
                    </a:cubicBezTo>
                    <a:cubicBezTo>
                      <a:pt x="665" y="990"/>
                      <a:pt x="667" y="990"/>
                      <a:pt x="668" y="992"/>
                    </a:cubicBezTo>
                    <a:cubicBezTo>
                      <a:pt x="669" y="995"/>
                      <a:pt x="669" y="998"/>
                      <a:pt x="668" y="1001"/>
                    </a:cubicBezTo>
                    <a:cubicBezTo>
                      <a:pt x="668" y="1006"/>
                      <a:pt x="669" y="1011"/>
                      <a:pt x="664" y="1014"/>
                    </a:cubicBezTo>
                    <a:cubicBezTo>
                      <a:pt x="662" y="1015"/>
                      <a:pt x="659" y="1016"/>
                      <a:pt x="657" y="1017"/>
                    </a:cubicBezTo>
                    <a:cubicBezTo>
                      <a:pt x="655" y="1018"/>
                      <a:pt x="653" y="1019"/>
                      <a:pt x="651" y="1020"/>
                    </a:cubicBezTo>
                    <a:cubicBezTo>
                      <a:pt x="645" y="1023"/>
                      <a:pt x="638" y="1021"/>
                      <a:pt x="632" y="1020"/>
                    </a:cubicBezTo>
                    <a:cubicBezTo>
                      <a:pt x="628" y="1019"/>
                      <a:pt x="623" y="1019"/>
                      <a:pt x="618" y="1020"/>
                    </a:cubicBezTo>
                    <a:cubicBezTo>
                      <a:pt x="616" y="1020"/>
                      <a:pt x="613" y="1020"/>
                      <a:pt x="611" y="1020"/>
                    </a:cubicBezTo>
                    <a:cubicBezTo>
                      <a:pt x="609" y="1020"/>
                      <a:pt x="608" y="1020"/>
                      <a:pt x="606" y="1022"/>
                    </a:cubicBezTo>
                    <a:cubicBezTo>
                      <a:pt x="605" y="1023"/>
                      <a:pt x="604" y="1024"/>
                      <a:pt x="602" y="1025"/>
                    </a:cubicBezTo>
                    <a:cubicBezTo>
                      <a:pt x="601" y="1026"/>
                      <a:pt x="599" y="1027"/>
                      <a:pt x="600" y="1029"/>
                    </a:cubicBezTo>
                    <a:cubicBezTo>
                      <a:pt x="601" y="1030"/>
                      <a:pt x="603" y="1031"/>
                      <a:pt x="605" y="1032"/>
                    </a:cubicBezTo>
                    <a:cubicBezTo>
                      <a:pt x="608" y="1034"/>
                      <a:pt x="610" y="1036"/>
                      <a:pt x="613" y="1039"/>
                    </a:cubicBezTo>
                    <a:cubicBezTo>
                      <a:pt x="616" y="1041"/>
                      <a:pt x="620" y="1044"/>
                      <a:pt x="619" y="1048"/>
                    </a:cubicBezTo>
                    <a:cubicBezTo>
                      <a:pt x="618" y="1051"/>
                      <a:pt x="616" y="1055"/>
                      <a:pt x="613" y="1056"/>
                    </a:cubicBezTo>
                    <a:cubicBezTo>
                      <a:pt x="611" y="1057"/>
                      <a:pt x="609" y="1056"/>
                      <a:pt x="607" y="1056"/>
                    </a:cubicBezTo>
                    <a:cubicBezTo>
                      <a:pt x="605" y="1056"/>
                      <a:pt x="603" y="1056"/>
                      <a:pt x="602" y="1056"/>
                    </a:cubicBezTo>
                    <a:cubicBezTo>
                      <a:pt x="598" y="1056"/>
                      <a:pt x="595" y="1054"/>
                      <a:pt x="591" y="1052"/>
                    </a:cubicBezTo>
                    <a:cubicBezTo>
                      <a:pt x="588" y="1050"/>
                      <a:pt x="584" y="1047"/>
                      <a:pt x="581" y="1044"/>
                    </a:cubicBezTo>
                    <a:cubicBezTo>
                      <a:pt x="577" y="1041"/>
                      <a:pt x="574" y="1038"/>
                      <a:pt x="570" y="1035"/>
                    </a:cubicBezTo>
                    <a:cubicBezTo>
                      <a:pt x="566" y="1033"/>
                      <a:pt x="562" y="1030"/>
                      <a:pt x="559" y="1027"/>
                    </a:cubicBezTo>
                    <a:cubicBezTo>
                      <a:pt x="556" y="1025"/>
                      <a:pt x="552" y="1023"/>
                      <a:pt x="549" y="1020"/>
                    </a:cubicBezTo>
                    <a:cubicBezTo>
                      <a:pt x="547" y="1018"/>
                      <a:pt x="545" y="1016"/>
                      <a:pt x="542" y="1015"/>
                    </a:cubicBezTo>
                    <a:cubicBezTo>
                      <a:pt x="539" y="1014"/>
                      <a:pt x="535" y="1015"/>
                      <a:pt x="532" y="1014"/>
                    </a:cubicBezTo>
                    <a:cubicBezTo>
                      <a:pt x="529" y="1014"/>
                      <a:pt x="526" y="1012"/>
                      <a:pt x="524" y="1010"/>
                    </a:cubicBezTo>
                    <a:cubicBezTo>
                      <a:pt x="523" y="1009"/>
                      <a:pt x="522" y="1008"/>
                      <a:pt x="520" y="1008"/>
                    </a:cubicBezTo>
                    <a:cubicBezTo>
                      <a:pt x="518" y="1008"/>
                      <a:pt x="516" y="1007"/>
                      <a:pt x="514" y="1007"/>
                    </a:cubicBezTo>
                    <a:cubicBezTo>
                      <a:pt x="509" y="1007"/>
                      <a:pt x="504" y="1008"/>
                      <a:pt x="499" y="1008"/>
                    </a:cubicBezTo>
                    <a:cubicBezTo>
                      <a:pt x="498" y="1007"/>
                      <a:pt x="496" y="1007"/>
                      <a:pt x="495" y="1006"/>
                    </a:cubicBezTo>
                    <a:cubicBezTo>
                      <a:pt x="494" y="1006"/>
                      <a:pt x="493" y="1006"/>
                      <a:pt x="493" y="1005"/>
                    </a:cubicBezTo>
                    <a:cubicBezTo>
                      <a:pt x="491" y="1004"/>
                      <a:pt x="489" y="1002"/>
                      <a:pt x="488" y="1001"/>
                    </a:cubicBezTo>
                    <a:cubicBezTo>
                      <a:pt x="486" y="999"/>
                      <a:pt x="483" y="998"/>
                      <a:pt x="481" y="997"/>
                    </a:cubicBezTo>
                    <a:cubicBezTo>
                      <a:pt x="480" y="997"/>
                      <a:pt x="479" y="996"/>
                      <a:pt x="477" y="996"/>
                    </a:cubicBezTo>
                    <a:cubicBezTo>
                      <a:pt x="476" y="995"/>
                      <a:pt x="475" y="996"/>
                      <a:pt x="473" y="996"/>
                    </a:cubicBezTo>
                    <a:cubicBezTo>
                      <a:pt x="468" y="996"/>
                      <a:pt x="463" y="996"/>
                      <a:pt x="458" y="996"/>
                    </a:cubicBezTo>
                    <a:cubicBezTo>
                      <a:pt x="455" y="995"/>
                      <a:pt x="452" y="994"/>
                      <a:pt x="450" y="992"/>
                    </a:cubicBezTo>
                    <a:cubicBezTo>
                      <a:pt x="448" y="991"/>
                      <a:pt x="447" y="989"/>
                      <a:pt x="446" y="987"/>
                    </a:cubicBezTo>
                    <a:cubicBezTo>
                      <a:pt x="445" y="985"/>
                      <a:pt x="445" y="982"/>
                      <a:pt x="444" y="980"/>
                    </a:cubicBezTo>
                    <a:cubicBezTo>
                      <a:pt x="442" y="978"/>
                      <a:pt x="441" y="979"/>
                      <a:pt x="439" y="979"/>
                    </a:cubicBezTo>
                    <a:cubicBezTo>
                      <a:pt x="436" y="979"/>
                      <a:pt x="433" y="979"/>
                      <a:pt x="430" y="979"/>
                    </a:cubicBezTo>
                    <a:cubicBezTo>
                      <a:pt x="426" y="978"/>
                      <a:pt x="424" y="975"/>
                      <a:pt x="422" y="973"/>
                    </a:cubicBezTo>
                    <a:cubicBezTo>
                      <a:pt x="419" y="970"/>
                      <a:pt x="416" y="967"/>
                      <a:pt x="412" y="965"/>
                    </a:cubicBezTo>
                    <a:cubicBezTo>
                      <a:pt x="409" y="964"/>
                      <a:pt x="407" y="963"/>
                      <a:pt x="403" y="963"/>
                    </a:cubicBezTo>
                    <a:cubicBezTo>
                      <a:pt x="401" y="962"/>
                      <a:pt x="398" y="962"/>
                      <a:pt x="395" y="962"/>
                    </a:cubicBezTo>
                    <a:cubicBezTo>
                      <a:pt x="392" y="962"/>
                      <a:pt x="388" y="962"/>
                      <a:pt x="384" y="962"/>
                    </a:cubicBezTo>
                    <a:cubicBezTo>
                      <a:pt x="381" y="961"/>
                      <a:pt x="379" y="962"/>
                      <a:pt x="376" y="962"/>
                    </a:cubicBezTo>
                    <a:cubicBezTo>
                      <a:pt x="374" y="962"/>
                      <a:pt x="372" y="962"/>
                      <a:pt x="370" y="963"/>
                    </a:cubicBezTo>
                    <a:cubicBezTo>
                      <a:pt x="367" y="964"/>
                      <a:pt x="366" y="968"/>
                      <a:pt x="363" y="970"/>
                    </a:cubicBezTo>
                    <a:cubicBezTo>
                      <a:pt x="362" y="972"/>
                      <a:pt x="360" y="973"/>
                      <a:pt x="359" y="975"/>
                    </a:cubicBezTo>
                    <a:cubicBezTo>
                      <a:pt x="358" y="976"/>
                      <a:pt x="356" y="978"/>
                      <a:pt x="355" y="979"/>
                    </a:cubicBezTo>
                    <a:cubicBezTo>
                      <a:pt x="353" y="982"/>
                      <a:pt x="351" y="986"/>
                      <a:pt x="349" y="989"/>
                    </a:cubicBezTo>
                    <a:cubicBezTo>
                      <a:pt x="347" y="992"/>
                      <a:pt x="346" y="995"/>
                      <a:pt x="345" y="998"/>
                    </a:cubicBezTo>
                    <a:cubicBezTo>
                      <a:pt x="343" y="1001"/>
                      <a:pt x="340" y="1003"/>
                      <a:pt x="338" y="1005"/>
                    </a:cubicBezTo>
                    <a:cubicBezTo>
                      <a:pt x="337" y="1006"/>
                      <a:pt x="336" y="1007"/>
                      <a:pt x="335" y="1008"/>
                    </a:cubicBezTo>
                    <a:cubicBezTo>
                      <a:pt x="328" y="1012"/>
                      <a:pt x="320" y="1015"/>
                      <a:pt x="313" y="1011"/>
                    </a:cubicBezTo>
                    <a:cubicBezTo>
                      <a:pt x="309" y="1009"/>
                      <a:pt x="306" y="1005"/>
                      <a:pt x="302" y="1003"/>
                    </a:cubicBezTo>
                    <a:cubicBezTo>
                      <a:pt x="300" y="1002"/>
                      <a:pt x="297" y="1000"/>
                      <a:pt x="294" y="1000"/>
                    </a:cubicBezTo>
                    <a:cubicBezTo>
                      <a:pt x="292" y="999"/>
                      <a:pt x="290" y="1000"/>
                      <a:pt x="288" y="1001"/>
                    </a:cubicBezTo>
                    <a:cubicBezTo>
                      <a:pt x="284" y="1002"/>
                      <a:pt x="282" y="1006"/>
                      <a:pt x="281" y="1011"/>
                    </a:cubicBezTo>
                    <a:cubicBezTo>
                      <a:pt x="281" y="1015"/>
                      <a:pt x="281" y="1019"/>
                      <a:pt x="281" y="1023"/>
                    </a:cubicBezTo>
                    <a:cubicBezTo>
                      <a:pt x="280" y="1026"/>
                      <a:pt x="279" y="1029"/>
                      <a:pt x="277" y="1031"/>
                    </a:cubicBezTo>
                    <a:cubicBezTo>
                      <a:pt x="272" y="1039"/>
                      <a:pt x="271" y="1049"/>
                      <a:pt x="265" y="1057"/>
                    </a:cubicBezTo>
                    <a:cubicBezTo>
                      <a:pt x="262" y="1060"/>
                      <a:pt x="258" y="1064"/>
                      <a:pt x="255" y="1067"/>
                    </a:cubicBezTo>
                    <a:cubicBezTo>
                      <a:pt x="251" y="1072"/>
                      <a:pt x="247" y="1076"/>
                      <a:pt x="241" y="1076"/>
                    </a:cubicBezTo>
                    <a:cubicBezTo>
                      <a:pt x="236" y="1077"/>
                      <a:pt x="230" y="1075"/>
                      <a:pt x="227" y="1079"/>
                    </a:cubicBezTo>
                    <a:cubicBezTo>
                      <a:pt x="223" y="1083"/>
                      <a:pt x="225" y="1089"/>
                      <a:pt x="227" y="1094"/>
                    </a:cubicBezTo>
                    <a:cubicBezTo>
                      <a:pt x="229" y="1097"/>
                      <a:pt x="232" y="1100"/>
                      <a:pt x="235" y="1102"/>
                    </a:cubicBezTo>
                    <a:cubicBezTo>
                      <a:pt x="239" y="1105"/>
                      <a:pt x="244" y="1106"/>
                      <a:pt x="248" y="1108"/>
                    </a:cubicBezTo>
                    <a:cubicBezTo>
                      <a:pt x="253" y="1110"/>
                      <a:pt x="257" y="1112"/>
                      <a:pt x="261" y="1114"/>
                    </a:cubicBezTo>
                    <a:cubicBezTo>
                      <a:pt x="265" y="1116"/>
                      <a:pt x="269" y="1117"/>
                      <a:pt x="271" y="1121"/>
                    </a:cubicBezTo>
                    <a:cubicBezTo>
                      <a:pt x="273" y="1125"/>
                      <a:pt x="271" y="1130"/>
                      <a:pt x="273" y="1134"/>
                    </a:cubicBezTo>
                    <a:cubicBezTo>
                      <a:pt x="274" y="1137"/>
                      <a:pt x="277" y="1139"/>
                      <a:pt x="277" y="1143"/>
                    </a:cubicBezTo>
                    <a:cubicBezTo>
                      <a:pt x="276" y="1146"/>
                      <a:pt x="275" y="1148"/>
                      <a:pt x="274" y="1150"/>
                    </a:cubicBezTo>
                    <a:cubicBezTo>
                      <a:pt x="274" y="1151"/>
                      <a:pt x="272" y="1154"/>
                      <a:pt x="273" y="1155"/>
                    </a:cubicBezTo>
                    <a:cubicBezTo>
                      <a:pt x="275" y="1158"/>
                      <a:pt x="283" y="1154"/>
                      <a:pt x="285" y="1154"/>
                    </a:cubicBezTo>
                    <a:cubicBezTo>
                      <a:pt x="289" y="1153"/>
                      <a:pt x="292" y="1156"/>
                      <a:pt x="295" y="1158"/>
                    </a:cubicBezTo>
                    <a:cubicBezTo>
                      <a:pt x="301" y="1162"/>
                      <a:pt x="306" y="1166"/>
                      <a:pt x="311" y="1171"/>
                    </a:cubicBezTo>
                    <a:cubicBezTo>
                      <a:pt x="316" y="1177"/>
                      <a:pt x="321" y="1183"/>
                      <a:pt x="328" y="1188"/>
                    </a:cubicBezTo>
                    <a:cubicBezTo>
                      <a:pt x="333" y="1193"/>
                      <a:pt x="339" y="1198"/>
                      <a:pt x="343" y="1204"/>
                    </a:cubicBezTo>
                    <a:cubicBezTo>
                      <a:pt x="345" y="1206"/>
                      <a:pt x="346" y="1209"/>
                      <a:pt x="348" y="1211"/>
                    </a:cubicBezTo>
                    <a:cubicBezTo>
                      <a:pt x="349" y="1213"/>
                      <a:pt x="351" y="1214"/>
                      <a:pt x="353" y="1216"/>
                    </a:cubicBezTo>
                    <a:cubicBezTo>
                      <a:pt x="356" y="1219"/>
                      <a:pt x="356" y="1224"/>
                      <a:pt x="357" y="1229"/>
                    </a:cubicBezTo>
                    <a:cubicBezTo>
                      <a:pt x="357" y="1230"/>
                      <a:pt x="358" y="1232"/>
                      <a:pt x="359" y="1234"/>
                    </a:cubicBezTo>
                    <a:cubicBezTo>
                      <a:pt x="360" y="1236"/>
                      <a:pt x="361" y="1239"/>
                      <a:pt x="361" y="1241"/>
                    </a:cubicBezTo>
                    <a:cubicBezTo>
                      <a:pt x="361" y="1243"/>
                      <a:pt x="361" y="1244"/>
                      <a:pt x="360" y="1246"/>
                    </a:cubicBezTo>
                    <a:cubicBezTo>
                      <a:pt x="359" y="1248"/>
                      <a:pt x="360" y="1250"/>
                      <a:pt x="360" y="1253"/>
                    </a:cubicBezTo>
                    <a:cubicBezTo>
                      <a:pt x="360" y="1255"/>
                      <a:pt x="360" y="1256"/>
                      <a:pt x="361" y="1257"/>
                    </a:cubicBezTo>
                    <a:cubicBezTo>
                      <a:pt x="362" y="1258"/>
                      <a:pt x="364" y="1259"/>
                      <a:pt x="365" y="1260"/>
                    </a:cubicBezTo>
                    <a:cubicBezTo>
                      <a:pt x="365" y="1261"/>
                      <a:pt x="366" y="1262"/>
                      <a:pt x="366" y="1263"/>
                    </a:cubicBezTo>
                    <a:cubicBezTo>
                      <a:pt x="367" y="1263"/>
                      <a:pt x="366" y="1264"/>
                      <a:pt x="366" y="1265"/>
                    </a:cubicBezTo>
                    <a:cubicBezTo>
                      <a:pt x="365" y="1267"/>
                      <a:pt x="365" y="1268"/>
                      <a:pt x="363" y="1270"/>
                    </a:cubicBezTo>
                    <a:cubicBezTo>
                      <a:pt x="362" y="1271"/>
                      <a:pt x="361" y="1272"/>
                      <a:pt x="360" y="1273"/>
                    </a:cubicBezTo>
                    <a:cubicBezTo>
                      <a:pt x="358" y="1275"/>
                      <a:pt x="357" y="1277"/>
                      <a:pt x="356" y="1278"/>
                    </a:cubicBezTo>
                    <a:cubicBezTo>
                      <a:pt x="355" y="1279"/>
                      <a:pt x="354" y="1281"/>
                      <a:pt x="353" y="1282"/>
                    </a:cubicBezTo>
                    <a:cubicBezTo>
                      <a:pt x="351" y="1285"/>
                      <a:pt x="350" y="1288"/>
                      <a:pt x="348" y="1291"/>
                    </a:cubicBezTo>
                    <a:cubicBezTo>
                      <a:pt x="346" y="1294"/>
                      <a:pt x="342" y="1296"/>
                      <a:pt x="341" y="1299"/>
                    </a:cubicBezTo>
                    <a:cubicBezTo>
                      <a:pt x="340" y="1302"/>
                      <a:pt x="339" y="1305"/>
                      <a:pt x="340" y="1308"/>
                    </a:cubicBezTo>
                    <a:cubicBezTo>
                      <a:pt x="340" y="1309"/>
                      <a:pt x="341" y="1311"/>
                      <a:pt x="341" y="1312"/>
                    </a:cubicBezTo>
                    <a:cubicBezTo>
                      <a:pt x="341" y="1314"/>
                      <a:pt x="341" y="1316"/>
                      <a:pt x="342" y="1317"/>
                    </a:cubicBezTo>
                    <a:cubicBezTo>
                      <a:pt x="342" y="1319"/>
                      <a:pt x="342" y="1321"/>
                      <a:pt x="342" y="1322"/>
                    </a:cubicBezTo>
                    <a:cubicBezTo>
                      <a:pt x="342" y="1324"/>
                      <a:pt x="341" y="1326"/>
                      <a:pt x="342" y="1328"/>
                    </a:cubicBezTo>
                    <a:cubicBezTo>
                      <a:pt x="342" y="1329"/>
                      <a:pt x="342" y="1331"/>
                      <a:pt x="343" y="1332"/>
                    </a:cubicBezTo>
                    <a:cubicBezTo>
                      <a:pt x="344" y="1333"/>
                      <a:pt x="346" y="1333"/>
                      <a:pt x="347" y="1333"/>
                    </a:cubicBezTo>
                    <a:cubicBezTo>
                      <a:pt x="349" y="1334"/>
                      <a:pt x="350" y="1334"/>
                      <a:pt x="352" y="1334"/>
                    </a:cubicBezTo>
                    <a:cubicBezTo>
                      <a:pt x="354" y="1335"/>
                      <a:pt x="354" y="1337"/>
                      <a:pt x="355" y="1339"/>
                    </a:cubicBezTo>
                    <a:cubicBezTo>
                      <a:pt x="355" y="1341"/>
                      <a:pt x="356" y="1343"/>
                      <a:pt x="357" y="1345"/>
                    </a:cubicBezTo>
                    <a:cubicBezTo>
                      <a:pt x="357" y="1347"/>
                      <a:pt x="357" y="1349"/>
                      <a:pt x="357" y="1351"/>
                    </a:cubicBezTo>
                    <a:cubicBezTo>
                      <a:pt x="358" y="1353"/>
                      <a:pt x="360" y="1353"/>
                      <a:pt x="361" y="1352"/>
                    </a:cubicBezTo>
                    <a:cubicBezTo>
                      <a:pt x="362" y="1352"/>
                      <a:pt x="363" y="1352"/>
                      <a:pt x="364" y="1353"/>
                    </a:cubicBezTo>
                    <a:cubicBezTo>
                      <a:pt x="368" y="1356"/>
                      <a:pt x="365" y="1363"/>
                      <a:pt x="364" y="1367"/>
                    </a:cubicBezTo>
                    <a:cubicBezTo>
                      <a:pt x="363" y="1373"/>
                      <a:pt x="364" y="1379"/>
                      <a:pt x="369" y="1384"/>
                    </a:cubicBezTo>
                    <a:cubicBezTo>
                      <a:pt x="373" y="1388"/>
                      <a:pt x="380" y="1386"/>
                      <a:pt x="385" y="1387"/>
                    </a:cubicBezTo>
                    <a:cubicBezTo>
                      <a:pt x="391" y="1388"/>
                      <a:pt x="394" y="1393"/>
                      <a:pt x="398" y="1397"/>
                    </a:cubicBezTo>
                    <a:cubicBezTo>
                      <a:pt x="400" y="1399"/>
                      <a:pt x="403" y="1401"/>
                      <a:pt x="405" y="1399"/>
                    </a:cubicBezTo>
                    <a:cubicBezTo>
                      <a:pt x="408" y="1399"/>
                      <a:pt x="409" y="1396"/>
                      <a:pt x="410" y="1394"/>
                    </a:cubicBezTo>
                    <a:cubicBezTo>
                      <a:pt x="413" y="1390"/>
                      <a:pt x="419" y="1385"/>
                      <a:pt x="417" y="1380"/>
                    </a:cubicBezTo>
                    <a:cubicBezTo>
                      <a:pt x="416" y="1378"/>
                      <a:pt x="414" y="1376"/>
                      <a:pt x="413" y="1373"/>
                    </a:cubicBezTo>
                    <a:cubicBezTo>
                      <a:pt x="411" y="1370"/>
                      <a:pt x="411" y="1366"/>
                      <a:pt x="411" y="1363"/>
                    </a:cubicBezTo>
                    <a:cubicBezTo>
                      <a:pt x="411" y="1358"/>
                      <a:pt x="411" y="1353"/>
                      <a:pt x="411" y="1348"/>
                    </a:cubicBezTo>
                    <a:cubicBezTo>
                      <a:pt x="410" y="1344"/>
                      <a:pt x="410" y="1340"/>
                      <a:pt x="412" y="1337"/>
                    </a:cubicBezTo>
                    <a:cubicBezTo>
                      <a:pt x="413" y="1333"/>
                      <a:pt x="417" y="1330"/>
                      <a:pt x="420" y="1328"/>
                    </a:cubicBezTo>
                    <a:cubicBezTo>
                      <a:pt x="423" y="1325"/>
                      <a:pt x="426" y="1323"/>
                      <a:pt x="429" y="1321"/>
                    </a:cubicBezTo>
                    <a:cubicBezTo>
                      <a:pt x="431" y="1319"/>
                      <a:pt x="434" y="1319"/>
                      <a:pt x="437" y="1318"/>
                    </a:cubicBezTo>
                    <a:cubicBezTo>
                      <a:pt x="441" y="1318"/>
                      <a:pt x="446" y="1319"/>
                      <a:pt x="451" y="1319"/>
                    </a:cubicBezTo>
                    <a:cubicBezTo>
                      <a:pt x="454" y="1319"/>
                      <a:pt x="458" y="1319"/>
                      <a:pt x="459" y="1323"/>
                    </a:cubicBezTo>
                    <a:cubicBezTo>
                      <a:pt x="460" y="1326"/>
                      <a:pt x="456" y="1328"/>
                      <a:pt x="455" y="1330"/>
                    </a:cubicBezTo>
                    <a:cubicBezTo>
                      <a:pt x="454" y="1332"/>
                      <a:pt x="455" y="1333"/>
                      <a:pt x="455" y="1334"/>
                    </a:cubicBezTo>
                    <a:cubicBezTo>
                      <a:pt x="455" y="1336"/>
                      <a:pt x="455" y="1337"/>
                      <a:pt x="455" y="1339"/>
                    </a:cubicBezTo>
                    <a:cubicBezTo>
                      <a:pt x="455" y="1342"/>
                      <a:pt x="456" y="1344"/>
                      <a:pt x="458" y="1346"/>
                    </a:cubicBezTo>
                    <a:cubicBezTo>
                      <a:pt x="460" y="1348"/>
                      <a:pt x="463" y="1348"/>
                      <a:pt x="465" y="1348"/>
                    </a:cubicBezTo>
                    <a:cubicBezTo>
                      <a:pt x="467" y="1348"/>
                      <a:pt x="469" y="1349"/>
                      <a:pt x="471" y="1350"/>
                    </a:cubicBezTo>
                    <a:cubicBezTo>
                      <a:pt x="473" y="1351"/>
                      <a:pt x="475" y="1352"/>
                      <a:pt x="477" y="1353"/>
                    </a:cubicBezTo>
                    <a:cubicBezTo>
                      <a:pt x="478" y="1355"/>
                      <a:pt x="479" y="1356"/>
                      <a:pt x="481" y="1357"/>
                    </a:cubicBezTo>
                    <a:cubicBezTo>
                      <a:pt x="483" y="1359"/>
                      <a:pt x="483" y="1361"/>
                      <a:pt x="485" y="1363"/>
                    </a:cubicBezTo>
                    <a:cubicBezTo>
                      <a:pt x="487" y="1366"/>
                      <a:pt x="490" y="1369"/>
                      <a:pt x="492" y="1373"/>
                    </a:cubicBezTo>
                    <a:cubicBezTo>
                      <a:pt x="493" y="1375"/>
                      <a:pt x="494" y="1378"/>
                      <a:pt x="496" y="1381"/>
                    </a:cubicBezTo>
                    <a:cubicBezTo>
                      <a:pt x="497" y="1382"/>
                      <a:pt x="497" y="1383"/>
                      <a:pt x="497" y="1384"/>
                    </a:cubicBezTo>
                    <a:cubicBezTo>
                      <a:pt x="498" y="1388"/>
                      <a:pt x="499" y="1391"/>
                      <a:pt x="502" y="1393"/>
                    </a:cubicBezTo>
                    <a:cubicBezTo>
                      <a:pt x="506" y="1395"/>
                      <a:pt x="510" y="1397"/>
                      <a:pt x="507" y="1402"/>
                    </a:cubicBezTo>
                    <a:cubicBezTo>
                      <a:pt x="507" y="1403"/>
                      <a:pt x="506" y="1404"/>
                      <a:pt x="506" y="1405"/>
                    </a:cubicBezTo>
                    <a:cubicBezTo>
                      <a:pt x="506" y="1406"/>
                      <a:pt x="506" y="1407"/>
                      <a:pt x="506" y="1408"/>
                    </a:cubicBezTo>
                    <a:cubicBezTo>
                      <a:pt x="506" y="1409"/>
                      <a:pt x="505" y="1410"/>
                      <a:pt x="505" y="1411"/>
                    </a:cubicBezTo>
                    <a:cubicBezTo>
                      <a:pt x="505" y="1412"/>
                      <a:pt x="506" y="1413"/>
                      <a:pt x="506" y="1415"/>
                    </a:cubicBezTo>
                    <a:cubicBezTo>
                      <a:pt x="506" y="1417"/>
                      <a:pt x="508" y="1418"/>
                      <a:pt x="509" y="1420"/>
                    </a:cubicBezTo>
                    <a:cubicBezTo>
                      <a:pt x="510" y="1422"/>
                      <a:pt x="510" y="1424"/>
                      <a:pt x="510" y="1426"/>
                    </a:cubicBezTo>
                    <a:cubicBezTo>
                      <a:pt x="510" y="1430"/>
                      <a:pt x="510" y="1436"/>
                      <a:pt x="507" y="1439"/>
                    </a:cubicBezTo>
                    <a:cubicBezTo>
                      <a:pt x="504" y="1443"/>
                      <a:pt x="502" y="1446"/>
                      <a:pt x="503" y="1451"/>
                    </a:cubicBezTo>
                    <a:cubicBezTo>
                      <a:pt x="505" y="1452"/>
                      <a:pt x="507" y="1453"/>
                      <a:pt x="509" y="1453"/>
                    </a:cubicBezTo>
                    <a:cubicBezTo>
                      <a:pt x="512" y="1454"/>
                      <a:pt x="513" y="1455"/>
                      <a:pt x="515" y="1456"/>
                    </a:cubicBezTo>
                    <a:cubicBezTo>
                      <a:pt x="518" y="1458"/>
                      <a:pt x="521" y="1458"/>
                      <a:pt x="524" y="1460"/>
                    </a:cubicBezTo>
                    <a:cubicBezTo>
                      <a:pt x="526" y="1463"/>
                      <a:pt x="526" y="1466"/>
                      <a:pt x="528" y="1468"/>
                    </a:cubicBezTo>
                    <a:cubicBezTo>
                      <a:pt x="530" y="1471"/>
                      <a:pt x="533" y="1469"/>
                      <a:pt x="534" y="1466"/>
                    </a:cubicBezTo>
                    <a:cubicBezTo>
                      <a:pt x="536" y="1463"/>
                      <a:pt x="536" y="1458"/>
                      <a:pt x="537" y="1455"/>
                    </a:cubicBezTo>
                    <a:cubicBezTo>
                      <a:pt x="538" y="1451"/>
                      <a:pt x="539" y="1447"/>
                      <a:pt x="534" y="1445"/>
                    </a:cubicBezTo>
                    <a:cubicBezTo>
                      <a:pt x="533" y="1445"/>
                      <a:pt x="531" y="1444"/>
                      <a:pt x="530" y="1443"/>
                    </a:cubicBezTo>
                    <a:cubicBezTo>
                      <a:pt x="529" y="1441"/>
                      <a:pt x="529" y="1439"/>
                      <a:pt x="529" y="1437"/>
                    </a:cubicBezTo>
                    <a:cubicBezTo>
                      <a:pt x="529" y="1433"/>
                      <a:pt x="530" y="1429"/>
                      <a:pt x="530" y="1425"/>
                    </a:cubicBezTo>
                    <a:cubicBezTo>
                      <a:pt x="530" y="1422"/>
                      <a:pt x="529" y="1419"/>
                      <a:pt x="533" y="1417"/>
                    </a:cubicBezTo>
                    <a:cubicBezTo>
                      <a:pt x="536" y="1416"/>
                      <a:pt x="538" y="1415"/>
                      <a:pt x="539" y="1413"/>
                    </a:cubicBezTo>
                    <a:cubicBezTo>
                      <a:pt x="541" y="1409"/>
                      <a:pt x="540" y="1407"/>
                      <a:pt x="540" y="1403"/>
                    </a:cubicBezTo>
                    <a:cubicBezTo>
                      <a:pt x="540" y="1400"/>
                      <a:pt x="540" y="1396"/>
                      <a:pt x="540" y="1392"/>
                    </a:cubicBezTo>
                    <a:cubicBezTo>
                      <a:pt x="541" y="1389"/>
                      <a:pt x="544" y="1387"/>
                      <a:pt x="545" y="1384"/>
                    </a:cubicBezTo>
                    <a:cubicBezTo>
                      <a:pt x="545" y="1382"/>
                      <a:pt x="545" y="1381"/>
                      <a:pt x="546" y="1379"/>
                    </a:cubicBezTo>
                    <a:cubicBezTo>
                      <a:pt x="546" y="1378"/>
                      <a:pt x="547" y="1377"/>
                      <a:pt x="547" y="1376"/>
                    </a:cubicBezTo>
                    <a:cubicBezTo>
                      <a:pt x="549" y="1373"/>
                      <a:pt x="550" y="1370"/>
                      <a:pt x="552" y="1367"/>
                    </a:cubicBezTo>
                    <a:cubicBezTo>
                      <a:pt x="557" y="1362"/>
                      <a:pt x="563" y="1363"/>
                      <a:pt x="570" y="1363"/>
                    </a:cubicBezTo>
                    <a:cubicBezTo>
                      <a:pt x="573" y="1362"/>
                      <a:pt x="577" y="1362"/>
                      <a:pt x="580" y="1362"/>
                    </a:cubicBezTo>
                    <a:cubicBezTo>
                      <a:pt x="584" y="1361"/>
                      <a:pt x="587" y="1362"/>
                      <a:pt x="590" y="1365"/>
                    </a:cubicBezTo>
                    <a:cubicBezTo>
                      <a:pt x="593" y="1368"/>
                      <a:pt x="594" y="1371"/>
                      <a:pt x="595" y="1374"/>
                    </a:cubicBezTo>
                    <a:cubicBezTo>
                      <a:pt x="597" y="1377"/>
                      <a:pt x="598" y="1380"/>
                      <a:pt x="599" y="1383"/>
                    </a:cubicBezTo>
                    <a:cubicBezTo>
                      <a:pt x="600" y="1386"/>
                      <a:pt x="602" y="1389"/>
                      <a:pt x="603" y="1393"/>
                    </a:cubicBezTo>
                    <a:cubicBezTo>
                      <a:pt x="604" y="1395"/>
                      <a:pt x="604" y="1397"/>
                      <a:pt x="606" y="1398"/>
                    </a:cubicBezTo>
                    <a:cubicBezTo>
                      <a:pt x="608" y="1399"/>
                      <a:pt x="610" y="1399"/>
                      <a:pt x="611" y="1400"/>
                    </a:cubicBezTo>
                    <a:cubicBezTo>
                      <a:pt x="612" y="1401"/>
                      <a:pt x="612" y="1402"/>
                      <a:pt x="612" y="1403"/>
                    </a:cubicBezTo>
                    <a:cubicBezTo>
                      <a:pt x="613" y="1404"/>
                      <a:pt x="615" y="1405"/>
                      <a:pt x="615" y="1407"/>
                    </a:cubicBezTo>
                    <a:cubicBezTo>
                      <a:pt x="616" y="1410"/>
                      <a:pt x="618" y="1412"/>
                      <a:pt x="620" y="1413"/>
                    </a:cubicBezTo>
                    <a:cubicBezTo>
                      <a:pt x="623" y="1414"/>
                      <a:pt x="625" y="1416"/>
                      <a:pt x="625" y="1419"/>
                    </a:cubicBezTo>
                    <a:cubicBezTo>
                      <a:pt x="626" y="1421"/>
                      <a:pt x="626" y="1422"/>
                      <a:pt x="628" y="1424"/>
                    </a:cubicBezTo>
                    <a:cubicBezTo>
                      <a:pt x="630" y="1426"/>
                      <a:pt x="631" y="1428"/>
                      <a:pt x="632" y="1430"/>
                    </a:cubicBezTo>
                    <a:cubicBezTo>
                      <a:pt x="632" y="1431"/>
                      <a:pt x="634" y="1435"/>
                      <a:pt x="636" y="1435"/>
                    </a:cubicBezTo>
                    <a:cubicBezTo>
                      <a:pt x="637" y="1436"/>
                      <a:pt x="638" y="1435"/>
                      <a:pt x="639" y="1435"/>
                    </a:cubicBezTo>
                    <a:cubicBezTo>
                      <a:pt x="640" y="1435"/>
                      <a:pt x="641" y="1435"/>
                      <a:pt x="643" y="1435"/>
                    </a:cubicBezTo>
                    <a:cubicBezTo>
                      <a:pt x="645" y="1436"/>
                      <a:pt x="648" y="1436"/>
                      <a:pt x="650" y="1437"/>
                    </a:cubicBezTo>
                    <a:cubicBezTo>
                      <a:pt x="653" y="1438"/>
                      <a:pt x="654" y="1439"/>
                      <a:pt x="655" y="1442"/>
                    </a:cubicBezTo>
                    <a:cubicBezTo>
                      <a:pt x="656" y="1444"/>
                      <a:pt x="657" y="1447"/>
                      <a:pt x="657" y="1450"/>
                    </a:cubicBezTo>
                    <a:cubicBezTo>
                      <a:pt x="658" y="1451"/>
                      <a:pt x="658" y="1452"/>
                      <a:pt x="659" y="1453"/>
                    </a:cubicBezTo>
                    <a:cubicBezTo>
                      <a:pt x="659" y="1454"/>
                      <a:pt x="659" y="1454"/>
                      <a:pt x="659" y="1455"/>
                    </a:cubicBezTo>
                    <a:cubicBezTo>
                      <a:pt x="660" y="1455"/>
                      <a:pt x="660" y="1455"/>
                      <a:pt x="660" y="1456"/>
                    </a:cubicBezTo>
                    <a:cubicBezTo>
                      <a:pt x="661" y="1457"/>
                      <a:pt x="660" y="1457"/>
                      <a:pt x="662" y="1457"/>
                    </a:cubicBezTo>
                    <a:cubicBezTo>
                      <a:pt x="665" y="1457"/>
                      <a:pt x="668" y="1457"/>
                      <a:pt x="672" y="1458"/>
                    </a:cubicBezTo>
                    <a:cubicBezTo>
                      <a:pt x="675" y="1458"/>
                      <a:pt x="677" y="1459"/>
                      <a:pt x="680" y="1457"/>
                    </a:cubicBezTo>
                    <a:cubicBezTo>
                      <a:pt x="682" y="1456"/>
                      <a:pt x="685" y="1454"/>
                      <a:pt x="682" y="1452"/>
                    </a:cubicBezTo>
                    <a:cubicBezTo>
                      <a:pt x="681" y="1451"/>
                      <a:pt x="679" y="1452"/>
                      <a:pt x="678" y="1451"/>
                    </a:cubicBezTo>
                    <a:cubicBezTo>
                      <a:pt x="677" y="1450"/>
                      <a:pt x="676" y="1449"/>
                      <a:pt x="675" y="1448"/>
                    </a:cubicBezTo>
                    <a:cubicBezTo>
                      <a:pt x="674" y="1447"/>
                      <a:pt x="674" y="1445"/>
                      <a:pt x="673" y="1444"/>
                    </a:cubicBezTo>
                    <a:cubicBezTo>
                      <a:pt x="673" y="1442"/>
                      <a:pt x="671" y="1441"/>
                      <a:pt x="671" y="1439"/>
                    </a:cubicBezTo>
                    <a:cubicBezTo>
                      <a:pt x="671" y="1437"/>
                      <a:pt x="672" y="1435"/>
                      <a:pt x="673" y="1434"/>
                    </a:cubicBezTo>
                    <a:cubicBezTo>
                      <a:pt x="673" y="1432"/>
                      <a:pt x="673" y="1430"/>
                      <a:pt x="672" y="1429"/>
                    </a:cubicBezTo>
                    <a:cubicBezTo>
                      <a:pt x="670" y="1426"/>
                      <a:pt x="666" y="1426"/>
                      <a:pt x="663" y="1424"/>
                    </a:cubicBezTo>
                    <a:cubicBezTo>
                      <a:pt x="661" y="1423"/>
                      <a:pt x="659" y="1422"/>
                      <a:pt x="656" y="1421"/>
                    </a:cubicBezTo>
                    <a:cubicBezTo>
                      <a:pt x="655" y="1420"/>
                      <a:pt x="654" y="1419"/>
                      <a:pt x="653" y="1417"/>
                    </a:cubicBezTo>
                    <a:cubicBezTo>
                      <a:pt x="652" y="1414"/>
                      <a:pt x="650" y="1411"/>
                      <a:pt x="649" y="1408"/>
                    </a:cubicBezTo>
                    <a:cubicBezTo>
                      <a:pt x="648" y="1405"/>
                      <a:pt x="647" y="1402"/>
                      <a:pt x="647" y="1399"/>
                    </a:cubicBezTo>
                    <a:cubicBezTo>
                      <a:pt x="648" y="1398"/>
                      <a:pt x="649" y="1397"/>
                      <a:pt x="649" y="1396"/>
                    </a:cubicBezTo>
                    <a:cubicBezTo>
                      <a:pt x="650" y="1394"/>
                      <a:pt x="649" y="1393"/>
                      <a:pt x="649" y="1392"/>
                    </a:cubicBezTo>
                    <a:cubicBezTo>
                      <a:pt x="648" y="1386"/>
                      <a:pt x="648" y="1379"/>
                      <a:pt x="654" y="1377"/>
                    </a:cubicBezTo>
                    <a:cubicBezTo>
                      <a:pt x="657" y="1375"/>
                      <a:pt x="659" y="1374"/>
                      <a:pt x="660" y="1371"/>
                    </a:cubicBezTo>
                    <a:cubicBezTo>
                      <a:pt x="660" y="1368"/>
                      <a:pt x="660" y="1364"/>
                      <a:pt x="659" y="1362"/>
                    </a:cubicBezTo>
                    <a:cubicBezTo>
                      <a:pt x="658" y="1358"/>
                      <a:pt x="655" y="1355"/>
                      <a:pt x="652" y="1352"/>
                    </a:cubicBezTo>
                    <a:cubicBezTo>
                      <a:pt x="651" y="1351"/>
                      <a:pt x="651" y="1349"/>
                      <a:pt x="650" y="1348"/>
                    </a:cubicBezTo>
                    <a:cubicBezTo>
                      <a:pt x="649" y="1347"/>
                      <a:pt x="647" y="1345"/>
                      <a:pt x="646" y="1344"/>
                    </a:cubicBezTo>
                    <a:cubicBezTo>
                      <a:pt x="645" y="1342"/>
                      <a:pt x="644" y="1339"/>
                      <a:pt x="643" y="1336"/>
                    </a:cubicBezTo>
                    <a:cubicBezTo>
                      <a:pt x="642" y="1335"/>
                      <a:pt x="641" y="1333"/>
                      <a:pt x="641" y="1331"/>
                    </a:cubicBezTo>
                    <a:cubicBezTo>
                      <a:pt x="640" y="1328"/>
                      <a:pt x="640" y="1325"/>
                      <a:pt x="640" y="1322"/>
                    </a:cubicBezTo>
                    <a:cubicBezTo>
                      <a:pt x="640" y="1318"/>
                      <a:pt x="639" y="1315"/>
                      <a:pt x="638" y="1312"/>
                    </a:cubicBezTo>
                    <a:cubicBezTo>
                      <a:pt x="637" y="1311"/>
                      <a:pt x="636" y="1310"/>
                      <a:pt x="636" y="1309"/>
                    </a:cubicBezTo>
                    <a:cubicBezTo>
                      <a:pt x="633" y="1304"/>
                      <a:pt x="634" y="1299"/>
                      <a:pt x="634" y="1295"/>
                    </a:cubicBezTo>
                    <a:cubicBezTo>
                      <a:pt x="632" y="1284"/>
                      <a:pt x="622" y="1281"/>
                      <a:pt x="616" y="1274"/>
                    </a:cubicBezTo>
                    <a:cubicBezTo>
                      <a:pt x="610" y="1266"/>
                      <a:pt x="612" y="1256"/>
                      <a:pt x="609" y="1247"/>
                    </a:cubicBezTo>
                    <a:cubicBezTo>
                      <a:pt x="607" y="1243"/>
                      <a:pt x="604" y="1239"/>
                      <a:pt x="602" y="1236"/>
                    </a:cubicBezTo>
                    <a:cubicBezTo>
                      <a:pt x="599" y="1230"/>
                      <a:pt x="596" y="1225"/>
                      <a:pt x="593" y="1220"/>
                    </a:cubicBezTo>
                    <a:cubicBezTo>
                      <a:pt x="590" y="1215"/>
                      <a:pt x="587" y="1211"/>
                      <a:pt x="584" y="1206"/>
                    </a:cubicBezTo>
                    <a:cubicBezTo>
                      <a:pt x="582" y="1201"/>
                      <a:pt x="579" y="1196"/>
                      <a:pt x="577" y="1191"/>
                    </a:cubicBezTo>
                    <a:cubicBezTo>
                      <a:pt x="575" y="1186"/>
                      <a:pt x="573" y="1182"/>
                      <a:pt x="572" y="1177"/>
                    </a:cubicBezTo>
                    <a:cubicBezTo>
                      <a:pt x="571" y="1172"/>
                      <a:pt x="573" y="1167"/>
                      <a:pt x="575" y="1163"/>
                    </a:cubicBezTo>
                    <a:cubicBezTo>
                      <a:pt x="577" y="1160"/>
                      <a:pt x="580" y="1155"/>
                      <a:pt x="585" y="1156"/>
                    </a:cubicBezTo>
                    <a:cubicBezTo>
                      <a:pt x="590" y="1158"/>
                      <a:pt x="594" y="1165"/>
                      <a:pt x="597" y="1169"/>
                    </a:cubicBezTo>
                    <a:cubicBezTo>
                      <a:pt x="600" y="1173"/>
                      <a:pt x="603" y="1174"/>
                      <a:pt x="608" y="1171"/>
                    </a:cubicBezTo>
                    <a:cubicBezTo>
                      <a:pt x="612" y="1169"/>
                      <a:pt x="616" y="1167"/>
                      <a:pt x="621" y="1169"/>
                    </a:cubicBezTo>
                    <a:cubicBezTo>
                      <a:pt x="627" y="1171"/>
                      <a:pt x="631" y="1176"/>
                      <a:pt x="636" y="1180"/>
                    </a:cubicBezTo>
                    <a:cubicBezTo>
                      <a:pt x="640" y="1183"/>
                      <a:pt x="645" y="1184"/>
                      <a:pt x="650" y="1185"/>
                    </a:cubicBezTo>
                    <a:cubicBezTo>
                      <a:pt x="654" y="1185"/>
                      <a:pt x="660" y="1187"/>
                      <a:pt x="661" y="1192"/>
                    </a:cubicBezTo>
                    <a:cubicBezTo>
                      <a:pt x="662" y="1197"/>
                      <a:pt x="657" y="1201"/>
                      <a:pt x="654" y="1204"/>
                    </a:cubicBezTo>
                    <a:cubicBezTo>
                      <a:pt x="652" y="1207"/>
                      <a:pt x="650" y="1209"/>
                      <a:pt x="653" y="1212"/>
                    </a:cubicBezTo>
                    <a:cubicBezTo>
                      <a:pt x="656" y="1217"/>
                      <a:pt x="660" y="1220"/>
                      <a:pt x="663" y="1224"/>
                    </a:cubicBezTo>
                    <a:cubicBezTo>
                      <a:pt x="665" y="1226"/>
                      <a:pt x="666" y="1228"/>
                      <a:pt x="670" y="1228"/>
                    </a:cubicBezTo>
                    <a:cubicBezTo>
                      <a:pt x="672" y="1228"/>
                      <a:pt x="673" y="1226"/>
                      <a:pt x="673" y="1224"/>
                    </a:cubicBezTo>
                    <a:cubicBezTo>
                      <a:pt x="673" y="1221"/>
                      <a:pt x="672" y="1219"/>
                      <a:pt x="673" y="1217"/>
                    </a:cubicBezTo>
                    <a:cubicBezTo>
                      <a:pt x="673" y="1215"/>
                      <a:pt x="674" y="1214"/>
                      <a:pt x="675" y="1213"/>
                    </a:cubicBezTo>
                    <a:cubicBezTo>
                      <a:pt x="676" y="1213"/>
                      <a:pt x="676" y="1213"/>
                      <a:pt x="677" y="1213"/>
                    </a:cubicBezTo>
                    <a:cubicBezTo>
                      <a:pt x="678" y="1213"/>
                      <a:pt x="678" y="1212"/>
                      <a:pt x="679" y="1212"/>
                    </a:cubicBezTo>
                    <a:cubicBezTo>
                      <a:pt x="680" y="1211"/>
                      <a:pt x="682" y="1211"/>
                      <a:pt x="684" y="1211"/>
                    </a:cubicBezTo>
                    <a:cubicBezTo>
                      <a:pt x="685" y="1211"/>
                      <a:pt x="686" y="1210"/>
                      <a:pt x="686" y="1208"/>
                    </a:cubicBezTo>
                    <a:cubicBezTo>
                      <a:pt x="687" y="1205"/>
                      <a:pt x="685" y="1202"/>
                      <a:pt x="689" y="1200"/>
                    </a:cubicBezTo>
                    <a:cubicBezTo>
                      <a:pt x="692" y="1200"/>
                      <a:pt x="695" y="1199"/>
                      <a:pt x="697" y="1198"/>
                    </a:cubicBezTo>
                    <a:cubicBezTo>
                      <a:pt x="698" y="1197"/>
                      <a:pt x="700" y="1196"/>
                      <a:pt x="701" y="1196"/>
                    </a:cubicBezTo>
                    <a:cubicBezTo>
                      <a:pt x="704" y="1196"/>
                      <a:pt x="705" y="1192"/>
                      <a:pt x="708" y="1192"/>
                    </a:cubicBezTo>
                    <a:cubicBezTo>
                      <a:pt x="711" y="1192"/>
                      <a:pt x="713" y="1191"/>
                      <a:pt x="715" y="1193"/>
                    </a:cubicBezTo>
                    <a:cubicBezTo>
                      <a:pt x="717" y="1195"/>
                      <a:pt x="720" y="1196"/>
                      <a:pt x="722" y="1194"/>
                    </a:cubicBezTo>
                    <a:cubicBezTo>
                      <a:pt x="724" y="1193"/>
                      <a:pt x="725" y="1191"/>
                      <a:pt x="727" y="1192"/>
                    </a:cubicBezTo>
                    <a:cubicBezTo>
                      <a:pt x="729" y="1193"/>
                      <a:pt x="732" y="1194"/>
                      <a:pt x="734" y="1193"/>
                    </a:cubicBezTo>
                    <a:cubicBezTo>
                      <a:pt x="736" y="1192"/>
                      <a:pt x="738" y="1191"/>
                      <a:pt x="739" y="1189"/>
                    </a:cubicBezTo>
                    <a:cubicBezTo>
                      <a:pt x="741" y="1187"/>
                      <a:pt x="739" y="1185"/>
                      <a:pt x="739" y="1183"/>
                    </a:cubicBezTo>
                    <a:cubicBezTo>
                      <a:pt x="739" y="1181"/>
                      <a:pt x="740" y="1179"/>
                      <a:pt x="738" y="1178"/>
                    </a:cubicBezTo>
                    <a:cubicBezTo>
                      <a:pt x="737" y="1177"/>
                      <a:pt x="736" y="1177"/>
                      <a:pt x="735" y="1175"/>
                    </a:cubicBezTo>
                    <a:cubicBezTo>
                      <a:pt x="733" y="1174"/>
                      <a:pt x="731" y="1174"/>
                      <a:pt x="730" y="1173"/>
                    </a:cubicBezTo>
                    <a:cubicBezTo>
                      <a:pt x="727" y="1171"/>
                      <a:pt x="732" y="1169"/>
                      <a:pt x="733" y="1169"/>
                    </a:cubicBezTo>
                    <a:cubicBezTo>
                      <a:pt x="735" y="1168"/>
                      <a:pt x="738" y="1169"/>
                      <a:pt x="740" y="1168"/>
                    </a:cubicBezTo>
                    <a:cubicBezTo>
                      <a:pt x="741" y="1166"/>
                      <a:pt x="740" y="1164"/>
                      <a:pt x="739" y="1162"/>
                    </a:cubicBezTo>
                    <a:cubicBezTo>
                      <a:pt x="737" y="1161"/>
                      <a:pt x="735" y="1160"/>
                      <a:pt x="733" y="1161"/>
                    </a:cubicBezTo>
                    <a:cubicBezTo>
                      <a:pt x="730" y="1161"/>
                      <a:pt x="730" y="1163"/>
                      <a:pt x="729" y="1165"/>
                    </a:cubicBezTo>
                    <a:cubicBezTo>
                      <a:pt x="727" y="1167"/>
                      <a:pt x="725" y="1165"/>
                      <a:pt x="723" y="1166"/>
                    </a:cubicBezTo>
                    <a:cubicBezTo>
                      <a:pt x="720" y="1166"/>
                      <a:pt x="721" y="1168"/>
                      <a:pt x="720" y="1169"/>
                    </a:cubicBezTo>
                    <a:cubicBezTo>
                      <a:pt x="718" y="1171"/>
                      <a:pt x="716" y="1170"/>
                      <a:pt x="716" y="1168"/>
                    </a:cubicBezTo>
                    <a:cubicBezTo>
                      <a:pt x="717" y="1166"/>
                      <a:pt x="717" y="1166"/>
                      <a:pt x="717" y="1164"/>
                    </a:cubicBezTo>
                    <a:cubicBezTo>
                      <a:pt x="716" y="1162"/>
                      <a:pt x="714" y="1161"/>
                      <a:pt x="712" y="1159"/>
                    </a:cubicBezTo>
                    <a:cubicBezTo>
                      <a:pt x="711" y="1157"/>
                      <a:pt x="710" y="1154"/>
                      <a:pt x="712" y="1152"/>
                    </a:cubicBezTo>
                    <a:cubicBezTo>
                      <a:pt x="715" y="1148"/>
                      <a:pt x="720" y="1145"/>
                      <a:pt x="719" y="1139"/>
                    </a:cubicBezTo>
                    <a:cubicBezTo>
                      <a:pt x="717" y="1133"/>
                      <a:pt x="707" y="1131"/>
                      <a:pt x="703" y="1136"/>
                    </a:cubicBezTo>
                    <a:cubicBezTo>
                      <a:pt x="700" y="1138"/>
                      <a:pt x="700" y="1142"/>
                      <a:pt x="702" y="1145"/>
                    </a:cubicBezTo>
                    <a:cubicBezTo>
                      <a:pt x="703" y="1148"/>
                      <a:pt x="707" y="1151"/>
                      <a:pt x="707" y="1155"/>
                    </a:cubicBezTo>
                    <a:cubicBezTo>
                      <a:pt x="708" y="1163"/>
                      <a:pt x="696" y="1162"/>
                      <a:pt x="691" y="1159"/>
                    </a:cubicBezTo>
                    <a:cubicBezTo>
                      <a:pt x="688" y="1157"/>
                      <a:pt x="688" y="1152"/>
                      <a:pt x="685" y="1149"/>
                    </a:cubicBezTo>
                    <a:cubicBezTo>
                      <a:pt x="683" y="1148"/>
                      <a:pt x="681" y="1148"/>
                      <a:pt x="678" y="1147"/>
                    </a:cubicBezTo>
                    <a:cubicBezTo>
                      <a:pt x="674" y="1147"/>
                      <a:pt x="672" y="1144"/>
                      <a:pt x="669" y="1140"/>
                    </a:cubicBezTo>
                    <a:cubicBezTo>
                      <a:pt x="666" y="1137"/>
                      <a:pt x="665" y="1132"/>
                      <a:pt x="664" y="1127"/>
                    </a:cubicBezTo>
                    <a:cubicBezTo>
                      <a:pt x="664" y="1122"/>
                      <a:pt x="663" y="1118"/>
                      <a:pt x="660" y="1113"/>
                    </a:cubicBezTo>
                    <a:cubicBezTo>
                      <a:pt x="659" y="1110"/>
                      <a:pt x="658" y="1107"/>
                      <a:pt x="660" y="1104"/>
                    </a:cubicBezTo>
                    <a:cubicBezTo>
                      <a:pt x="662" y="1100"/>
                      <a:pt x="666" y="1097"/>
                      <a:pt x="666" y="1092"/>
                    </a:cubicBezTo>
                    <a:cubicBezTo>
                      <a:pt x="665" y="1086"/>
                      <a:pt x="658" y="1083"/>
                      <a:pt x="653" y="1082"/>
                    </a:cubicBezTo>
                    <a:cubicBezTo>
                      <a:pt x="648" y="1081"/>
                      <a:pt x="641" y="1082"/>
                      <a:pt x="636" y="1080"/>
                    </a:cubicBezTo>
                    <a:cubicBezTo>
                      <a:pt x="632" y="1078"/>
                      <a:pt x="628" y="1073"/>
                      <a:pt x="628" y="1067"/>
                    </a:cubicBezTo>
                    <a:cubicBezTo>
                      <a:pt x="629" y="1061"/>
                      <a:pt x="637" y="1060"/>
                      <a:pt x="641" y="1060"/>
                    </a:cubicBezTo>
                    <a:cubicBezTo>
                      <a:pt x="647" y="1059"/>
                      <a:pt x="653" y="1060"/>
                      <a:pt x="658" y="1057"/>
                    </a:cubicBezTo>
                    <a:cubicBezTo>
                      <a:pt x="662" y="1054"/>
                      <a:pt x="665" y="1051"/>
                      <a:pt x="669" y="1049"/>
                    </a:cubicBezTo>
                    <a:cubicBezTo>
                      <a:pt x="682" y="1043"/>
                      <a:pt x="697" y="1045"/>
                      <a:pt x="710" y="1040"/>
                    </a:cubicBezTo>
                    <a:cubicBezTo>
                      <a:pt x="715" y="1037"/>
                      <a:pt x="719" y="1033"/>
                      <a:pt x="723" y="1030"/>
                    </a:cubicBezTo>
                    <a:cubicBezTo>
                      <a:pt x="729" y="1026"/>
                      <a:pt x="736" y="1023"/>
                      <a:pt x="742" y="1023"/>
                    </a:cubicBezTo>
                    <a:cubicBezTo>
                      <a:pt x="756" y="1025"/>
                      <a:pt x="740" y="1043"/>
                      <a:pt x="751" y="1045"/>
                    </a:cubicBezTo>
                    <a:cubicBezTo>
                      <a:pt x="758" y="1047"/>
                      <a:pt x="766" y="1045"/>
                      <a:pt x="772" y="1050"/>
                    </a:cubicBezTo>
                    <a:cubicBezTo>
                      <a:pt x="779" y="1055"/>
                      <a:pt x="781" y="1065"/>
                      <a:pt x="785" y="1072"/>
                    </a:cubicBezTo>
                    <a:cubicBezTo>
                      <a:pt x="787" y="1075"/>
                      <a:pt x="790" y="1078"/>
                      <a:pt x="793" y="1080"/>
                    </a:cubicBezTo>
                    <a:cubicBezTo>
                      <a:pt x="796" y="1081"/>
                      <a:pt x="799" y="1082"/>
                      <a:pt x="802" y="1082"/>
                    </a:cubicBezTo>
                    <a:cubicBezTo>
                      <a:pt x="805" y="1083"/>
                      <a:pt x="807" y="1084"/>
                      <a:pt x="809" y="1086"/>
                    </a:cubicBezTo>
                    <a:cubicBezTo>
                      <a:pt x="813" y="1088"/>
                      <a:pt x="814" y="1092"/>
                      <a:pt x="817" y="1096"/>
                    </a:cubicBezTo>
                    <a:cubicBezTo>
                      <a:pt x="820" y="1099"/>
                      <a:pt x="821" y="1104"/>
                      <a:pt x="824" y="1107"/>
                    </a:cubicBezTo>
                    <a:cubicBezTo>
                      <a:pt x="826" y="1109"/>
                      <a:pt x="828" y="1111"/>
                      <a:pt x="829" y="1114"/>
                    </a:cubicBezTo>
                    <a:cubicBezTo>
                      <a:pt x="830" y="1116"/>
                      <a:pt x="830" y="1119"/>
                      <a:pt x="832" y="1120"/>
                    </a:cubicBezTo>
                    <a:cubicBezTo>
                      <a:pt x="834" y="1120"/>
                      <a:pt x="836" y="1120"/>
                      <a:pt x="838" y="1120"/>
                    </a:cubicBezTo>
                    <a:cubicBezTo>
                      <a:pt x="840" y="1120"/>
                      <a:pt x="842" y="1121"/>
                      <a:pt x="843" y="1122"/>
                    </a:cubicBezTo>
                    <a:cubicBezTo>
                      <a:pt x="847" y="1124"/>
                      <a:pt x="849" y="1120"/>
                      <a:pt x="851" y="1116"/>
                    </a:cubicBezTo>
                    <a:cubicBezTo>
                      <a:pt x="853" y="1113"/>
                      <a:pt x="852" y="1110"/>
                      <a:pt x="852" y="1106"/>
                    </a:cubicBezTo>
                    <a:cubicBezTo>
                      <a:pt x="852" y="1104"/>
                      <a:pt x="852" y="1103"/>
                      <a:pt x="853" y="1101"/>
                    </a:cubicBezTo>
                    <a:cubicBezTo>
                      <a:pt x="854" y="1100"/>
                      <a:pt x="855" y="1099"/>
                      <a:pt x="856" y="1097"/>
                    </a:cubicBezTo>
                    <a:cubicBezTo>
                      <a:pt x="858" y="1095"/>
                      <a:pt x="858" y="1090"/>
                      <a:pt x="857" y="1087"/>
                    </a:cubicBezTo>
                    <a:cubicBezTo>
                      <a:pt x="856" y="1084"/>
                      <a:pt x="852" y="1083"/>
                      <a:pt x="851" y="1080"/>
                    </a:cubicBezTo>
                    <a:cubicBezTo>
                      <a:pt x="850" y="1076"/>
                      <a:pt x="852" y="1072"/>
                      <a:pt x="848" y="1069"/>
                    </a:cubicBezTo>
                    <a:cubicBezTo>
                      <a:pt x="847" y="1069"/>
                      <a:pt x="846" y="1068"/>
                      <a:pt x="845" y="1066"/>
                    </a:cubicBezTo>
                    <a:cubicBezTo>
                      <a:pt x="844" y="1063"/>
                      <a:pt x="844" y="1060"/>
                      <a:pt x="844" y="1057"/>
                    </a:cubicBezTo>
                    <a:cubicBezTo>
                      <a:pt x="844" y="1055"/>
                      <a:pt x="842" y="1054"/>
                      <a:pt x="840" y="1052"/>
                    </a:cubicBezTo>
                    <a:cubicBezTo>
                      <a:pt x="839" y="1051"/>
                      <a:pt x="839" y="1049"/>
                      <a:pt x="839" y="1048"/>
                    </a:cubicBezTo>
                    <a:cubicBezTo>
                      <a:pt x="839" y="1047"/>
                      <a:pt x="838" y="1045"/>
                      <a:pt x="839" y="1044"/>
                    </a:cubicBezTo>
                    <a:cubicBezTo>
                      <a:pt x="839" y="1043"/>
                      <a:pt x="840" y="1042"/>
                      <a:pt x="840" y="1040"/>
                    </a:cubicBezTo>
                    <a:cubicBezTo>
                      <a:pt x="840" y="1039"/>
                      <a:pt x="840" y="1038"/>
                      <a:pt x="840" y="1036"/>
                    </a:cubicBezTo>
                    <a:cubicBezTo>
                      <a:pt x="841" y="1034"/>
                      <a:pt x="844" y="1033"/>
                      <a:pt x="844" y="1030"/>
                    </a:cubicBezTo>
                    <a:cubicBezTo>
                      <a:pt x="843" y="1029"/>
                      <a:pt x="842" y="1027"/>
                      <a:pt x="842" y="1026"/>
                    </a:cubicBezTo>
                    <a:cubicBezTo>
                      <a:pt x="842" y="1024"/>
                      <a:pt x="842" y="1023"/>
                      <a:pt x="842" y="1021"/>
                    </a:cubicBezTo>
                    <a:cubicBezTo>
                      <a:pt x="841" y="1020"/>
                      <a:pt x="841" y="1019"/>
                      <a:pt x="841" y="1017"/>
                    </a:cubicBezTo>
                    <a:cubicBezTo>
                      <a:pt x="841" y="1016"/>
                      <a:pt x="841" y="1014"/>
                      <a:pt x="840" y="1012"/>
                    </a:cubicBezTo>
                    <a:cubicBezTo>
                      <a:pt x="840" y="1010"/>
                      <a:pt x="838" y="1007"/>
                      <a:pt x="836" y="1006"/>
                    </a:cubicBezTo>
                    <a:cubicBezTo>
                      <a:pt x="834" y="1004"/>
                      <a:pt x="831" y="1003"/>
                      <a:pt x="830" y="1000"/>
                    </a:cubicBezTo>
                    <a:cubicBezTo>
                      <a:pt x="830" y="997"/>
                      <a:pt x="831" y="994"/>
                      <a:pt x="834" y="994"/>
                    </a:cubicBezTo>
                    <a:cubicBezTo>
                      <a:pt x="835" y="994"/>
                      <a:pt x="836" y="994"/>
                      <a:pt x="837" y="994"/>
                    </a:cubicBezTo>
                    <a:cubicBezTo>
                      <a:pt x="839" y="994"/>
                      <a:pt x="840" y="994"/>
                      <a:pt x="841" y="994"/>
                    </a:cubicBezTo>
                    <a:cubicBezTo>
                      <a:pt x="844" y="992"/>
                      <a:pt x="846" y="991"/>
                      <a:pt x="848" y="988"/>
                    </a:cubicBezTo>
                    <a:cubicBezTo>
                      <a:pt x="850" y="983"/>
                      <a:pt x="846" y="979"/>
                      <a:pt x="844" y="976"/>
                    </a:cubicBezTo>
                    <a:cubicBezTo>
                      <a:pt x="840" y="971"/>
                      <a:pt x="836" y="966"/>
                      <a:pt x="832" y="962"/>
                    </a:cubicBezTo>
                    <a:cubicBezTo>
                      <a:pt x="828" y="957"/>
                      <a:pt x="823" y="953"/>
                      <a:pt x="816" y="951"/>
                    </a:cubicBezTo>
                    <a:cubicBezTo>
                      <a:pt x="811" y="949"/>
                      <a:pt x="805" y="949"/>
                      <a:pt x="800" y="948"/>
                    </a:cubicBezTo>
                    <a:cubicBezTo>
                      <a:pt x="795" y="947"/>
                      <a:pt x="791" y="945"/>
                      <a:pt x="786" y="943"/>
                    </a:cubicBezTo>
                    <a:cubicBezTo>
                      <a:pt x="780" y="941"/>
                      <a:pt x="774" y="941"/>
                      <a:pt x="768" y="939"/>
                    </a:cubicBezTo>
                    <a:cubicBezTo>
                      <a:pt x="763" y="938"/>
                      <a:pt x="758" y="935"/>
                      <a:pt x="759" y="929"/>
                    </a:cubicBezTo>
                    <a:cubicBezTo>
                      <a:pt x="759" y="924"/>
                      <a:pt x="763" y="920"/>
                      <a:pt x="769" y="920"/>
                    </a:cubicBezTo>
                    <a:cubicBezTo>
                      <a:pt x="775" y="921"/>
                      <a:pt x="780" y="924"/>
                      <a:pt x="787" y="925"/>
                    </a:cubicBezTo>
                    <a:cubicBezTo>
                      <a:pt x="791" y="925"/>
                      <a:pt x="795" y="923"/>
                      <a:pt x="800" y="923"/>
                    </a:cubicBezTo>
                    <a:cubicBezTo>
                      <a:pt x="805" y="923"/>
                      <a:pt x="809" y="926"/>
                      <a:pt x="814" y="927"/>
                    </a:cubicBezTo>
                    <a:cubicBezTo>
                      <a:pt x="820" y="929"/>
                      <a:pt x="826" y="927"/>
                      <a:pt x="831" y="924"/>
                    </a:cubicBezTo>
                    <a:cubicBezTo>
                      <a:pt x="835" y="922"/>
                      <a:pt x="838" y="920"/>
                      <a:pt x="841" y="924"/>
                    </a:cubicBezTo>
                    <a:cubicBezTo>
                      <a:pt x="844" y="929"/>
                      <a:pt x="846" y="934"/>
                      <a:pt x="851" y="938"/>
                    </a:cubicBezTo>
                    <a:cubicBezTo>
                      <a:pt x="854" y="942"/>
                      <a:pt x="858" y="944"/>
                      <a:pt x="861" y="948"/>
                    </a:cubicBezTo>
                    <a:cubicBezTo>
                      <a:pt x="864" y="952"/>
                      <a:pt x="864" y="956"/>
                      <a:pt x="866" y="960"/>
                    </a:cubicBezTo>
                    <a:cubicBezTo>
                      <a:pt x="868" y="964"/>
                      <a:pt x="870" y="966"/>
                      <a:pt x="873" y="969"/>
                    </a:cubicBezTo>
                    <a:cubicBezTo>
                      <a:pt x="877" y="973"/>
                      <a:pt x="879" y="977"/>
                      <a:pt x="879" y="982"/>
                    </a:cubicBezTo>
                    <a:cubicBezTo>
                      <a:pt x="880" y="985"/>
                      <a:pt x="879" y="989"/>
                      <a:pt x="880" y="993"/>
                    </a:cubicBezTo>
                    <a:cubicBezTo>
                      <a:pt x="881" y="996"/>
                      <a:pt x="883" y="998"/>
                      <a:pt x="886" y="1000"/>
                    </a:cubicBezTo>
                    <a:cubicBezTo>
                      <a:pt x="887" y="1001"/>
                      <a:pt x="888" y="1002"/>
                      <a:pt x="889" y="1003"/>
                    </a:cubicBezTo>
                    <a:cubicBezTo>
                      <a:pt x="892" y="1003"/>
                      <a:pt x="893" y="1002"/>
                      <a:pt x="895" y="1003"/>
                    </a:cubicBezTo>
                    <a:cubicBezTo>
                      <a:pt x="898" y="1004"/>
                      <a:pt x="900" y="1005"/>
                      <a:pt x="901" y="1007"/>
                    </a:cubicBezTo>
                    <a:cubicBezTo>
                      <a:pt x="903" y="1010"/>
                      <a:pt x="905" y="1011"/>
                      <a:pt x="906" y="1014"/>
                    </a:cubicBezTo>
                    <a:cubicBezTo>
                      <a:pt x="908" y="1017"/>
                      <a:pt x="909" y="1020"/>
                      <a:pt x="909" y="1023"/>
                    </a:cubicBezTo>
                    <a:cubicBezTo>
                      <a:pt x="909" y="1027"/>
                      <a:pt x="909" y="1033"/>
                      <a:pt x="915" y="1032"/>
                    </a:cubicBezTo>
                    <a:cubicBezTo>
                      <a:pt x="917" y="1031"/>
                      <a:pt x="919" y="1030"/>
                      <a:pt x="921" y="1028"/>
                    </a:cubicBezTo>
                    <a:cubicBezTo>
                      <a:pt x="922" y="1027"/>
                      <a:pt x="922" y="1025"/>
                      <a:pt x="924" y="1023"/>
                    </a:cubicBezTo>
                    <a:cubicBezTo>
                      <a:pt x="926" y="1021"/>
                      <a:pt x="928" y="1022"/>
                      <a:pt x="931" y="1023"/>
                    </a:cubicBezTo>
                    <a:cubicBezTo>
                      <a:pt x="932" y="1025"/>
                      <a:pt x="933" y="1027"/>
                      <a:pt x="935" y="1029"/>
                    </a:cubicBezTo>
                    <a:cubicBezTo>
                      <a:pt x="936" y="1031"/>
                      <a:pt x="938" y="1033"/>
                      <a:pt x="940" y="1034"/>
                    </a:cubicBezTo>
                    <a:cubicBezTo>
                      <a:pt x="942" y="1036"/>
                      <a:pt x="944" y="1037"/>
                      <a:pt x="946" y="1036"/>
                    </a:cubicBezTo>
                    <a:cubicBezTo>
                      <a:pt x="948" y="1036"/>
                      <a:pt x="951" y="1035"/>
                      <a:pt x="952" y="1033"/>
                    </a:cubicBezTo>
                    <a:cubicBezTo>
                      <a:pt x="953" y="1031"/>
                      <a:pt x="955" y="1029"/>
                      <a:pt x="956" y="1026"/>
                    </a:cubicBezTo>
                    <a:cubicBezTo>
                      <a:pt x="958" y="1022"/>
                      <a:pt x="959" y="1018"/>
                      <a:pt x="960" y="1013"/>
                    </a:cubicBezTo>
                    <a:cubicBezTo>
                      <a:pt x="960" y="1010"/>
                      <a:pt x="963" y="1007"/>
                      <a:pt x="960" y="1004"/>
                    </a:cubicBezTo>
                    <a:cubicBezTo>
                      <a:pt x="957" y="1002"/>
                      <a:pt x="959" y="999"/>
                      <a:pt x="960" y="997"/>
                    </a:cubicBezTo>
                    <a:cubicBezTo>
                      <a:pt x="961" y="994"/>
                      <a:pt x="961" y="992"/>
                      <a:pt x="959" y="990"/>
                    </a:cubicBezTo>
                    <a:cubicBezTo>
                      <a:pt x="954" y="986"/>
                      <a:pt x="948" y="987"/>
                      <a:pt x="941" y="988"/>
                    </a:cubicBezTo>
                    <a:cubicBezTo>
                      <a:pt x="939" y="988"/>
                      <a:pt x="937" y="988"/>
                      <a:pt x="935" y="988"/>
                    </a:cubicBezTo>
                    <a:cubicBezTo>
                      <a:pt x="934" y="988"/>
                      <a:pt x="933" y="988"/>
                      <a:pt x="931" y="987"/>
                    </a:cubicBezTo>
                    <a:cubicBezTo>
                      <a:pt x="929" y="986"/>
                      <a:pt x="926" y="985"/>
                      <a:pt x="922" y="985"/>
                    </a:cubicBezTo>
                    <a:cubicBezTo>
                      <a:pt x="919" y="985"/>
                      <a:pt x="916" y="985"/>
                      <a:pt x="913" y="983"/>
                    </a:cubicBezTo>
                    <a:cubicBezTo>
                      <a:pt x="911" y="981"/>
                      <a:pt x="909" y="979"/>
                      <a:pt x="906" y="978"/>
                    </a:cubicBezTo>
                    <a:cubicBezTo>
                      <a:pt x="901" y="978"/>
                      <a:pt x="897" y="977"/>
                      <a:pt x="894" y="973"/>
                    </a:cubicBezTo>
                    <a:cubicBezTo>
                      <a:pt x="892" y="970"/>
                      <a:pt x="892" y="967"/>
                      <a:pt x="891" y="964"/>
                    </a:cubicBezTo>
                    <a:cubicBezTo>
                      <a:pt x="890" y="961"/>
                      <a:pt x="890" y="958"/>
                      <a:pt x="890" y="955"/>
                    </a:cubicBezTo>
                    <a:cubicBezTo>
                      <a:pt x="890" y="952"/>
                      <a:pt x="890" y="950"/>
                      <a:pt x="889" y="947"/>
                    </a:cubicBezTo>
                    <a:cubicBezTo>
                      <a:pt x="889" y="946"/>
                      <a:pt x="888" y="945"/>
                      <a:pt x="888" y="944"/>
                    </a:cubicBezTo>
                    <a:cubicBezTo>
                      <a:pt x="887" y="943"/>
                      <a:pt x="886" y="943"/>
                      <a:pt x="885" y="942"/>
                    </a:cubicBezTo>
                    <a:cubicBezTo>
                      <a:pt x="882" y="941"/>
                      <a:pt x="881" y="938"/>
                      <a:pt x="881" y="936"/>
                    </a:cubicBezTo>
                    <a:cubicBezTo>
                      <a:pt x="880" y="933"/>
                      <a:pt x="881" y="930"/>
                      <a:pt x="880" y="928"/>
                    </a:cubicBezTo>
                    <a:cubicBezTo>
                      <a:pt x="880" y="927"/>
                      <a:pt x="880" y="926"/>
                      <a:pt x="879" y="925"/>
                    </a:cubicBezTo>
                    <a:cubicBezTo>
                      <a:pt x="878" y="925"/>
                      <a:pt x="877" y="925"/>
                      <a:pt x="876" y="925"/>
                    </a:cubicBezTo>
                    <a:cubicBezTo>
                      <a:pt x="874" y="923"/>
                      <a:pt x="874" y="920"/>
                      <a:pt x="874" y="918"/>
                    </a:cubicBezTo>
                    <a:cubicBezTo>
                      <a:pt x="873" y="912"/>
                      <a:pt x="873" y="906"/>
                      <a:pt x="874" y="900"/>
                    </a:cubicBezTo>
                    <a:cubicBezTo>
                      <a:pt x="874" y="898"/>
                      <a:pt x="875" y="896"/>
                      <a:pt x="876" y="893"/>
                    </a:cubicBezTo>
                    <a:cubicBezTo>
                      <a:pt x="876" y="890"/>
                      <a:pt x="875" y="887"/>
                      <a:pt x="874" y="884"/>
                    </a:cubicBezTo>
                    <a:cubicBezTo>
                      <a:pt x="873" y="881"/>
                      <a:pt x="870" y="880"/>
                      <a:pt x="867" y="878"/>
                    </a:cubicBezTo>
                    <a:cubicBezTo>
                      <a:pt x="864" y="876"/>
                      <a:pt x="862" y="873"/>
                      <a:pt x="860" y="869"/>
                    </a:cubicBezTo>
                    <a:cubicBezTo>
                      <a:pt x="859" y="862"/>
                      <a:pt x="864" y="853"/>
                      <a:pt x="856" y="849"/>
                    </a:cubicBezTo>
                    <a:cubicBezTo>
                      <a:pt x="854" y="848"/>
                      <a:pt x="852" y="847"/>
                      <a:pt x="849" y="847"/>
                    </a:cubicBezTo>
                    <a:cubicBezTo>
                      <a:pt x="846" y="846"/>
                      <a:pt x="842" y="847"/>
                      <a:pt x="838" y="847"/>
                    </a:cubicBezTo>
                    <a:cubicBezTo>
                      <a:pt x="835" y="847"/>
                      <a:pt x="830" y="845"/>
                      <a:pt x="827" y="847"/>
                    </a:cubicBezTo>
                    <a:cubicBezTo>
                      <a:pt x="825" y="849"/>
                      <a:pt x="824" y="851"/>
                      <a:pt x="821" y="851"/>
                    </a:cubicBezTo>
                    <a:cubicBezTo>
                      <a:pt x="818" y="850"/>
                      <a:pt x="815" y="850"/>
                      <a:pt x="812" y="850"/>
                    </a:cubicBezTo>
                    <a:cubicBezTo>
                      <a:pt x="808" y="850"/>
                      <a:pt x="804" y="851"/>
                      <a:pt x="801" y="850"/>
                    </a:cubicBezTo>
                    <a:cubicBezTo>
                      <a:pt x="797" y="849"/>
                      <a:pt x="796" y="846"/>
                      <a:pt x="793" y="844"/>
                    </a:cubicBezTo>
                    <a:cubicBezTo>
                      <a:pt x="792" y="844"/>
                      <a:pt x="790" y="844"/>
                      <a:pt x="788" y="844"/>
                    </a:cubicBezTo>
                    <a:cubicBezTo>
                      <a:pt x="786" y="844"/>
                      <a:pt x="783" y="844"/>
                      <a:pt x="781" y="843"/>
                    </a:cubicBezTo>
                    <a:cubicBezTo>
                      <a:pt x="777" y="841"/>
                      <a:pt x="773" y="838"/>
                      <a:pt x="772" y="833"/>
                    </a:cubicBezTo>
                    <a:cubicBezTo>
                      <a:pt x="771" y="830"/>
                      <a:pt x="770" y="824"/>
                      <a:pt x="766" y="825"/>
                    </a:cubicBezTo>
                    <a:cubicBezTo>
                      <a:pt x="762" y="826"/>
                      <a:pt x="761" y="831"/>
                      <a:pt x="757" y="831"/>
                    </a:cubicBezTo>
                    <a:cubicBezTo>
                      <a:pt x="754" y="831"/>
                      <a:pt x="751" y="829"/>
                      <a:pt x="748" y="828"/>
                    </a:cubicBezTo>
                    <a:cubicBezTo>
                      <a:pt x="744" y="826"/>
                      <a:pt x="741" y="823"/>
                      <a:pt x="738" y="820"/>
                    </a:cubicBezTo>
                    <a:cubicBezTo>
                      <a:pt x="735" y="817"/>
                      <a:pt x="731" y="816"/>
                      <a:pt x="727" y="815"/>
                    </a:cubicBezTo>
                    <a:cubicBezTo>
                      <a:pt x="725" y="814"/>
                      <a:pt x="722" y="813"/>
                      <a:pt x="721" y="811"/>
                    </a:cubicBezTo>
                    <a:cubicBezTo>
                      <a:pt x="719" y="809"/>
                      <a:pt x="717" y="806"/>
                      <a:pt x="715" y="804"/>
                    </a:cubicBezTo>
                    <a:cubicBezTo>
                      <a:pt x="714" y="802"/>
                      <a:pt x="713" y="800"/>
                      <a:pt x="711" y="799"/>
                    </a:cubicBezTo>
                    <a:cubicBezTo>
                      <a:pt x="708" y="797"/>
                      <a:pt x="706" y="794"/>
                      <a:pt x="706" y="790"/>
                    </a:cubicBezTo>
                    <a:cubicBezTo>
                      <a:pt x="706" y="788"/>
                      <a:pt x="707" y="785"/>
                      <a:pt x="707" y="783"/>
                    </a:cubicBezTo>
                    <a:cubicBezTo>
                      <a:pt x="708" y="781"/>
                      <a:pt x="709" y="780"/>
                      <a:pt x="707" y="778"/>
                    </a:cubicBezTo>
                    <a:cubicBezTo>
                      <a:pt x="704" y="776"/>
                      <a:pt x="699" y="777"/>
                      <a:pt x="698" y="773"/>
                    </a:cubicBezTo>
                    <a:cubicBezTo>
                      <a:pt x="698" y="771"/>
                      <a:pt x="697" y="769"/>
                      <a:pt x="696" y="767"/>
                    </a:cubicBezTo>
                    <a:cubicBezTo>
                      <a:pt x="695" y="765"/>
                      <a:pt x="694" y="765"/>
                      <a:pt x="692" y="764"/>
                    </a:cubicBezTo>
                    <a:cubicBezTo>
                      <a:pt x="688" y="763"/>
                      <a:pt x="688" y="758"/>
                      <a:pt x="684" y="756"/>
                    </a:cubicBezTo>
                    <a:cubicBezTo>
                      <a:pt x="682" y="755"/>
                      <a:pt x="680" y="756"/>
                      <a:pt x="678" y="756"/>
                    </a:cubicBezTo>
                    <a:cubicBezTo>
                      <a:pt x="676" y="756"/>
                      <a:pt x="674" y="756"/>
                      <a:pt x="673" y="757"/>
                    </a:cubicBezTo>
                    <a:cubicBezTo>
                      <a:pt x="671" y="757"/>
                      <a:pt x="670" y="758"/>
                      <a:pt x="668" y="759"/>
                    </a:cubicBezTo>
                    <a:cubicBezTo>
                      <a:pt x="668" y="760"/>
                      <a:pt x="667" y="760"/>
                      <a:pt x="667" y="761"/>
                    </a:cubicBezTo>
                    <a:cubicBezTo>
                      <a:pt x="665" y="763"/>
                      <a:pt x="660" y="765"/>
                      <a:pt x="657" y="766"/>
                    </a:cubicBezTo>
                    <a:cubicBezTo>
                      <a:pt x="652" y="767"/>
                      <a:pt x="648" y="767"/>
                      <a:pt x="643" y="768"/>
                    </a:cubicBezTo>
                    <a:cubicBezTo>
                      <a:pt x="641" y="768"/>
                      <a:pt x="638" y="768"/>
                      <a:pt x="637" y="771"/>
                    </a:cubicBezTo>
                    <a:cubicBezTo>
                      <a:pt x="637" y="773"/>
                      <a:pt x="637" y="775"/>
                      <a:pt x="636" y="776"/>
                    </a:cubicBezTo>
                    <a:cubicBezTo>
                      <a:pt x="636" y="778"/>
                      <a:pt x="635" y="780"/>
                      <a:pt x="634" y="782"/>
                    </a:cubicBezTo>
                    <a:cubicBezTo>
                      <a:pt x="633" y="784"/>
                      <a:pt x="631" y="784"/>
                      <a:pt x="629" y="786"/>
                    </a:cubicBezTo>
                    <a:cubicBezTo>
                      <a:pt x="624" y="788"/>
                      <a:pt x="619" y="790"/>
                      <a:pt x="614" y="792"/>
                    </a:cubicBezTo>
                    <a:cubicBezTo>
                      <a:pt x="611" y="793"/>
                      <a:pt x="609" y="796"/>
                      <a:pt x="606" y="797"/>
                    </a:cubicBezTo>
                    <a:cubicBezTo>
                      <a:pt x="605" y="798"/>
                      <a:pt x="604" y="798"/>
                      <a:pt x="603" y="799"/>
                    </a:cubicBezTo>
                    <a:cubicBezTo>
                      <a:pt x="600" y="800"/>
                      <a:pt x="596" y="803"/>
                      <a:pt x="592" y="803"/>
                    </a:cubicBezTo>
                    <a:cubicBezTo>
                      <a:pt x="589" y="804"/>
                      <a:pt x="584" y="805"/>
                      <a:pt x="583" y="808"/>
                    </a:cubicBezTo>
                    <a:cubicBezTo>
                      <a:pt x="583" y="810"/>
                      <a:pt x="584" y="814"/>
                      <a:pt x="586" y="815"/>
                    </a:cubicBezTo>
                    <a:cubicBezTo>
                      <a:pt x="587" y="815"/>
                      <a:pt x="587" y="815"/>
                      <a:pt x="588" y="814"/>
                    </a:cubicBezTo>
                    <a:cubicBezTo>
                      <a:pt x="589" y="813"/>
                      <a:pt x="591" y="812"/>
                      <a:pt x="592" y="811"/>
                    </a:cubicBezTo>
                    <a:cubicBezTo>
                      <a:pt x="597" y="809"/>
                      <a:pt x="602" y="810"/>
                      <a:pt x="607" y="810"/>
                    </a:cubicBezTo>
                    <a:cubicBezTo>
                      <a:pt x="611" y="810"/>
                      <a:pt x="612" y="808"/>
                      <a:pt x="613" y="805"/>
                    </a:cubicBezTo>
                    <a:cubicBezTo>
                      <a:pt x="613" y="804"/>
                      <a:pt x="613" y="802"/>
                      <a:pt x="615" y="801"/>
                    </a:cubicBezTo>
                    <a:cubicBezTo>
                      <a:pt x="616" y="801"/>
                      <a:pt x="618" y="800"/>
                      <a:pt x="619" y="800"/>
                    </a:cubicBezTo>
                    <a:cubicBezTo>
                      <a:pt x="620" y="800"/>
                      <a:pt x="622" y="800"/>
                      <a:pt x="624" y="800"/>
                    </a:cubicBezTo>
                    <a:cubicBezTo>
                      <a:pt x="625" y="801"/>
                      <a:pt x="626" y="803"/>
                      <a:pt x="626" y="804"/>
                    </a:cubicBezTo>
                    <a:cubicBezTo>
                      <a:pt x="628" y="806"/>
                      <a:pt x="629" y="807"/>
                      <a:pt x="632" y="808"/>
                    </a:cubicBezTo>
                    <a:cubicBezTo>
                      <a:pt x="634" y="808"/>
                      <a:pt x="636" y="808"/>
                      <a:pt x="637" y="808"/>
                    </a:cubicBezTo>
                    <a:cubicBezTo>
                      <a:pt x="639" y="807"/>
                      <a:pt x="640" y="807"/>
                      <a:pt x="641" y="807"/>
                    </a:cubicBezTo>
                    <a:cubicBezTo>
                      <a:pt x="643" y="807"/>
                      <a:pt x="644" y="807"/>
                      <a:pt x="646" y="807"/>
                    </a:cubicBezTo>
                    <a:cubicBezTo>
                      <a:pt x="647" y="806"/>
                      <a:pt x="648" y="806"/>
                      <a:pt x="650" y="806"/>
                    </a:cubicBezTo>
                    <a:cubicBezTo>
                      <a:pt x="651" y="806"/>
                      <a:pt x="652" y="807"/>
                      <a:pt x="653" y="808"/>
                    </a:cubicBezTo>
                    <a:cubicBezTo>
                      <a:pt x="653" y="808"/>
                      <a:pt x="654" y="809"/>
                      <a:pt x="654" y="810"/>
                    </a:cubicBezTo>
                    <a:cubicBezTo>
                      <a:pt x="655" y="811"/>
                      <a:pt x="657" y="811"/>
                      <a:pt x="658" y="811"/>
                    </a:cubicBezTo>
                    <a:cubicBezTo>
                      <a:pt x="660" y="812"/>
                      <a:pt x="661" y="813"/>
                      <a:pt x="662" y="814"/>
                    </a:cubicBezTo>
                    <a:cubicBezTo>
                      <a:pt x="666" y="816"/>
                      <a:pt x="667" y="820"/>
                      <a:pt x="669" y="823"/>
                    </a:cubicBezTo>
                    <a:cubicBezTo>
                      <a:pt x="672" y="826"/>
                      <a:pt x="675" y="827"/>
                      <a:pt x="679" y="828"/>
                    </a:cubicBezTo>
                    <a:cubicBezTo>
                      <a:pt x="689" y="830"/>
                      <a:pt x="695" y="837"/>
                      <a:pt x="702" y="843"/>
                    </a:cubicBezTo>
                    <a:cubicBezTo>
                      <a:pt x="705" y="846"/>
                      <a:pt x="708" y="849"/>
                      <a:pt x="711" y="852"/>
                    </a:cubicBezTo>
                    <a:cubicBezTo>
                      <a:pt x="714" y="854"/>
                      <a:pt x="717" y="856"/>
                      <a:pt x="719" y="858"/>
                    </a:cubicBezTo>
                    <a:cubicBezTo>
                      <a:pt x="724" y="863"/>
                      <a:pt x="726" y="870"/>
                      <a:pt x="730" y="876"/>
                    </a:cubicBezTo>
                    <a:cubicBezTo>
                      <a:pt x="730" y="876"/>
                      <a:pt x="730" y="876"/>
                      <a:pt x="730" y="876"/>
                    </a:cubicBezTo>
                    <a:cubicBezTo>
                      <a:pt x="731" y="876"/>
                      <a:pt x="732" y="877"/>
                      <a:pt x="733" y="877"/>
                    </a:cubicBezTo>
                    <a:cubicBezTo>
                      <a:pt x="734" y="878"/>
                      <a:pt x="735" y="878"/>
                      <a:pt x="736" y="877"/>
                    </a:cubicBezTo>
                    <a:cubicBezTo>
                      <a:pt x="739" y="877"/>
                      <a:pt x="741" y="877"/>
                      <a:pt x="743" y="876"/>
                    </a:cubicBezTo>
                    <a:cubicBezTo>
                      <a:pt x="746" y="876"/>
                      <a:pt x="749" y="878"/>
                      <a:pt x="749" y="880"/>
                    </a:cubicBezTo>
                    <a:cubicBezTo>
                      <a:pt x="750" y="883"/>
                      <a:pt x="750" y="886"/>
                      <a:pt x="753" y="886"/>
                    </a:cubicBezTo>
                    <a:cubicBezTo>
                      <a:pt x="753" y="890"/>
                      <a:pt x="755" y="894"/>
                      <a:pt x="755" y="898"/>
                    </a:cubicBezTo>
                    <a:cubicBezTo>
                      <a:pt x="755" y="900"/>
                      <a:pt x="754" y="902"/>
                      <a:pt x="753" y="903"/>
                    </a:cubicBezTo>
                    <a:cubicBezTo>
                      <a:pt x="753" y="904"/>
                      <a:pt x="752" y="904"/>
                      <a:pt x="752" y="905"/>
                    </a:cubicBezTo>
                    <a:cubicBezTo>
                      <a:pt x="750" y="905"/>
                      <a:pt x="750" y="905"/>
                      <a:pt x="748" y="904"/>
                    </a:cubicBezTo>
                    <a:cubicBezTo>
                      <a:pt x="748" y="904"/>
                      <a:pt x="747" y="905"/>
                      <a:pt x="746" y="905"/>
                    </a:cubicBezTo>
                    <a:cubicBezTo>
                      <a:pt x="744" y="904"/>
                      <a:pt x="746" y="902"/>
                      <a:pt x="744" y="901"/>
                    </a:cubicBezTo>
                    <a:cubicBezTo>
                      <a:pt x="744" y="901"/>
                      <a:pt x="743" y="901"/>
                      <a:pt x="743" y="901"/>
                    </a:cubicBezTo>
                    <a:cubicBezTo>
                      <a:pt x="741" y="900"/>
                      <a:pt x="742" y="898"/>
                      <a:pt x="740" y="896"/>
                    </a:cubicBezTo>
                    <a:cubicBezTo>
                      <a:pt x="739" y="895"/>
                      <a:pt x="739" y="896"/>
                      <a:pt x="737" y="897"/>
                    </a:cubicBezTo>
                    <a:cubicBezTo>
                      <a:pt x="737" y="898"/>
                      <a:pt x="736" y="899"/>
                      <a:pt x="736" y="901"/>
                    </a:cubicBezTo>
                    <a:cubicBezTo>
                      <a:pt x="736" y="902"/>
                      <a:pt x="737" y="903"/>
                      <a:pt x="736" y="904"/>
                    </a:cubicBezTo>
                    <a:cubicBezTo>
                      <a:pt x="735" y="905"/>
                      <a:pt x="733" y="905"/>
                      <a:pt x="732" y="905"/>
                    </a:cubicBezTo>
                    <a:cubicBezTo>
                      <a:pt x="731" y="905"/>
                      <a:pt x="730" y="905"/>
                      <a:pt x="729" y="906"/>
                    </a:cubicBezTo>
                    <a:cubicBezTo>
                      <a:pt x="727" y="906"/>
                      <a:pt x="723" y="907"/>
                      <a:pt x="721" y="906"/>
                    </a:cubicBezTo>
                    <a:cubicBezTo>
                      <a:pt x="720" y="905"/>
                      <a:pt x="720" y="903"/>
                      <a:pt x="720" y="901"/>
                    </a:cubicBezTo>
                    <a:cubicBezTo>
                      <a:pt x="717" y="901"/>
                      <a:pt x="715" y="900"/>
                      <a:pt x="712" y="900"/>
                    </a:cubicBezTo>
                    <a:cubicBezTo>
                      <a:pt x="708" y="900"/>
                      <a:pt x="705" y="899"/>
                      <a:pt x="702" y="899"/>
                    </a:cubicBezTo>
                    <a:cubicBezTo>
                      <a:pt x="699" y="899"/>
                      <a:pt x="697" y="899"/>
                      <a:pt x="695" y="898"/>
                    </a:cubicBezTo>
                    <a:cubicBezTo>
                      <a:pt x="693" y="896"/>
                      <a:pt x="693" y="894"/>
                      <a:pt x="693" y="892"/>
                    </a:cubicBezTo>
                    <a:cubicBezTo>
                      <a:pt x="692" y="889"/>
                      <a:pt x="690" y="886"/>
                      <a:pt x="687" y="885"/>
                    </a:cubicBezTo>
                    <a:cubicBezTo>
                      <a:pt x="685" y="885"/>
                      <a:pt x="684" y="885"/>
                      <a:pt x="684" y="883"/>
                    </a:cubicBezTo>
                    <a:cubicBezTo>
                      <a:pt x="684" y="882"/>
                      <a:pt x="686" y="881"/>
                      <a:pt x="686" y="880"/>
                    </a:cubicBezTo>
                    <a:cubicBezTo>
                      <a:pt x="688" y="878"/>
                      <a:pt x="689" y="877"/>
                      <a:pt x="689" y="874"/>
                    </a:cubicBezTo>
                    <a:cubicBezTo>
                      <a:pt x="690" y="872"/>
                      <a:pt x="689" y="870"/>
                      <a:pt x="688" y="868"/>
                    </a:cubicBezTo>
                    <a:cubicBezTo>
                      <a:pt x="686" y="866"/>
                      <a:pt x="686" y="864"/>
                      <a:pt x="683" y="863"/>
                    </a:cubicBezTo>
                    <a:cubicBezTo>
                      <a:pt x="681" y="862"/>
                      <a:pt x="678" y="862"/>
                      <a:pt x="675" y="862"/>
                    </a:cubicBezTo>
                    <a:cubicBezTo>
                      <a:pt x="673" y="861"/>
                      <a:pt x="669" y="861"/>
                      <a:pt x="668" y="858"/>
                    </a:cubicBezTo>
                    <a:cubicBezTo>
                      <a:pt x="667" y="857"/>
                      <a:pt x="667" y="856"/>
                      <a:pt x="665" y="856"/>
                    </a:cubicBezTo>
                    <a:cubicBezTo>
                      <a:pt x="664" y="856"/>
                      <a:pt x="663" y="856"/>
                      <a:pt x="662" y="857"/>
                    </a:cubicBezTo>
                    <a:cubicBezTo>
                      <a:pt x="659" y="857"/>
                      <a:pt x="659" y="859"/>
                      <a:pt x="657" y="861"/>
                    </a:cubicBezTo>
                    <a:cubicBezTo>
                      <a:pt x="657" y="862"/>
                      <a:pt x="655" y="862"/>
                      <a:pt x="654" y="863"/>
                    </a:cubicBezTo>
                    <a:cubicBezTo>
                      <a:pt x="653" y="864"/>
                      <a:pt x="652" y="865"/>
                      <a:pt x="651" y="865"/>
                    </a:cubicBezTo>
                    <a:cubicBezTo>
                      <a:pt x="648" y="865"/>
                      <a:pt x="645" y="864"/>
                      <a:pt x="643" y="865"/>
                    </a:cubicBezTo>
                    <a:cubicBezTo>
                      <a:pt x="641" y="865"/>
                      <a:pt x="640" y="866"/>
                      <a:pt x="639" y="866"/>
                    </a:cubicBezTo>
                    <a:cubicBezTo>
                      <a:pt x="637" y="866"/>
                      <a:pt x="636" y="865"/>
                      <a:pt x="635" y="864"/>
                    </a:cubicBezTo>
                    <a:cubicBezTo>
                      <a:pt x="633" y="863"/>
                      <a:pt x="633" y="861"/>
                      <a:pt x="633" y="858"/>
                    </a:cubicBezTo>
                    <a:cubicBezTo>
                      <a:pt x="632" y="855"/>
                      <a:pt x="632" y="851"/>
                      <a:pt x="632" y="848"/>
                    </a:cubicBezTo>
                    <a:cubicBezTo>
                      <a:pt x="632" y="845"/>
                      <a:pt x="632" y="842"/>
                      <a:pt x="631" y="840"/>
                    </a:cubicBezTo>
                    <a:cubicBezTo>
                      <a:pt x="630" y="838"/>
                      <a:pt x="627" y="837"/>
                      <a:pt x="625" y="837"/>
                    </a:cubicBezTo>
                    <a:cubicBezTo>
                      <a:pt x="622" y="837"/>
                      <a:pt x="619" y="836"/>
                      <a:pt x="616" y="836"/>
                    </a:cubicBezTo>
                    <a:cubicBezTo>
                      <a:pt x="611" y="836"/>
                      <a:pt x="605" y="836"/>
                      <a:pt x="601" y="832"/>
                    </a:cubicBezTo>
                    <a:cubicBezTo>
                      <a:pt x="600" y="831"/>
                      <a:pt x="600" y="830"/>
                      <a:pt x="599" y="830"/>
                    </a:cubicBezTo>
                    <a:cubicBezTo>
                      <a:pt x="597" y="830"/>
                      <a:pt x="596" y="830"/>
                      <a:pt x="595" y="831"/>
                    </a:cubicBezTo>
                    <a:cubicBezTo>
                      <a:pt x="593" y="831"/>
                      <a:pt x="593" y="831"/>
                      <a:pt x="593" y="833"/>
                    </a:cubicBezTo>
                    <a:cubicBezTo>
                      <a:pt x="593" y="834"/>
                      <a:pt x="593" y="834"/>
                      <a:pt x="592" y="834"/>
                    </a:cubicBezTo>
                    <a:cubicBezTo>
                      <a:pt x="588" y="835"/>
                      <a:pt x="584" y="831"/>
                      <a:pt x="580" y="830"/>
                    </a:cubicBezTo>
                    <a:cubicBezTo>
                      <a:pt x="578" y="830"/>
                      <a:pt x="577" y="831"/>
                      <a:pt x="575" y="832"/>
                    </a:cubicBezTo>
                    <a:cubicBezTo>
                      <a:pt x="570" y="835"/>
                      <a:pt x="566" y="828"/>
                      <a:pt x="563" y="824"/>
                    </a:cubicBezTo>
                    <a:cubicBezTo>
                      <a:pt x="561" y="820"/>
                      <a:pt x="558" y="816"/>
                      <a:pt x="553" y="814"/>
                    </a:cubicBezTo>
                    <a:cubicBezTo>
                      <a:pt x="551" y="814"/>
                      <a:pt x="549" y="814"/>
                      <a:pt x="547" y="815"/>
                    </a:cubicBezTo>
                    <a:cubicBezTo>
                      <a:pt x="545" y="816"/>
                      <a:pt x="544" y="817"/>
                      <a:pt x="542" y="818"/>
                    </a:cubicBezTo>
                    <a:cubicBezTo>
                      <a:pt x="540" y="819"/>
                      <a:pt x="537" y="819"/>
                      <a:pt x="535" y="818"/>
                    </a:cubicBezTo>
                    <a:cubicBezTo>
                      <a:pt x="532" y="818"/>
                      <a:pt x="530" y="818"/>
                      <a:pt x="528" y="817"/>
                    </a:cubicBezTo>
                    <a:cubicBezTo>
                      <a:pt x="526" y="816"/>
                      <a:pt x="522" y="811"/>
                      <a:pt x="522" y="808"/>
                    </a:cubicBezTo>
                    <a:cubicBezTo>
                      <a:pt x="522" y="805"/>
                      <a:pt x="526" y="802"/>
                      <a:pt x="529" y="801"/>
                    </a:cubicBezTo>
                    <a:cubicBezTo>
                      <a:pt x="533" y="800"/>
                      <a:pt x="537" y="797"/>
                      <a:pt x="541" y="798"/>
                    </a:cubicBezTo>
                    <a:cubicBezTo>
                      <a:pt x="545" y="798"/>
                      <a:pt x="547" y="803"/>
                      <a:pt x="551" y="803"/>
                    </a:cubicBezTo>
                    <a:cubicBezTo>
                      <a:pt x="553" y="803"/>
                      <a:pt x="555" y="802"/>
                      <a:pt x="557" y="802"/>
                    </a:cubicBezTo>
                    <a:cubicBezTo>
                      <a:pt x="559" y="801"/>
                      <a:pt x="561" y="801"/>
                      <a:pt x="563" y="802"/>
                    </a:cubicBezTo>
                    <a:cubicBezTo>
                      <a:pt x="563" y="803"/>
                      <a:pt x="563" y="805"/>
                      <a:pt x="565" y="806"/>
                    </a:cubicBezTo>
                    <a:cubicBezTo>
                      <a:pt x="565" y="806"/>
                      <a:pt x="567" y="806"/>
                      <a:pt x="568" y="806"/>
                    </a:cubicBezTo>
                    <a:cubicBezTo>
                      <a:pt x="570" y="806"/>
                      <a:pt x="573" y="804"/>
                      <a:pt x="574" y="803"/>
                    </a:cubicBezTo>
                    <a:cubicBezTo>
                      <a:pt x="576" y="802"/>
                      <a:pt x="577" y="799"/>
                      <a:pt x="578" y="797"/>
                    </a:cubicBezTo>
                    <a:cubicBezTo>
                      <a:pt x="579" y="796"/>
                      <a:pt x="580" y="796"/>
                      <a:pt x="580" y="795"/>
                    </a:cubicBezTo>
                    <a:cubicBezTo>
                      <a:pt x="580" y="794"/>
                      <a:pt x="581" y="793"/>
                      <a:pt x="581" y="792"/>
                    </a:cubicBezTo>
                    <a:cubicBezTo>
                      <a:pt x="582" y="791"/>
                      <a:pt x="583" y="791"/>
                      <a:pt x="583" y="791"/>
                    </a:cubicBezTo>
                    <a:cubicBezTo>
                      <a:pt x="584" y="790"/>
                      <a:pt x="584" y="789"/>
                      <a:pt x="585" y="789"/>
                    </a:cubicBezTo>
                    <a:cubicBezTo>
                      <a:pt x="587" y="788"/>
                      <a:pt x="589" y="787"/>
                      <a:pt x="591" y="787"/>
                    </a:cubicBezTo>
                    <a:cubicBezTo>
                      <a:pt x="595" y="786"/>
                      <a:pt x="600" y="787"/>
                      <a:pt x="604" y="785"/>
                    </a:cubicBezTo>
                    <a:cubicBezTo>
                      <a:pt x="606" y="784"/>
                      <a:pt x="607" y="783"/>
                      <a:pt x="608" y="781"/>
                    </a:cubicBezTo>
                    <a:cubicBezTo>
                      <a:pt x="609" y="780"/>
                      <a:pt x="610" y="780"/>
                      <a:pt x="610" y="779"/>
                    </a:cubicBezTo>
                    <a:cubicBezTo>
                      <a:pt x="611" y="777"/>
                      <a:pt x="610" y="773"/>
                      <a:pt x="612" y="771"/>
                    </a:cubicBezTo>
                    <a:cubicBezTo>
                      <a:pt x="613" y="770"/>
                      <a:pt x="614" y="770"/>
                      <a:pt x="616" y="769"/>
                    </a:cubicBezTo>
                    <a:cubicBezTo>
                      <a:pt x="617" y="769"/>
                      <a:pt x="618" y="768"/>
                      <a:pt x="619" y="767"/>
                    </a:cubicBezTo>
                    <a:cubicBezTo>
                      <a:pt x="621" y="767"/>
                      <a:pt x="622" y="766"/>
                      <a:pt x="624" y="765"/>
                    </a:cubicBezTo>
                    <a:cubicBezTo>
                      <a:pt x="625" y="764"/>
                      <a:pt x="626" y="763"/>
                      <a:pt x="626" y="762"/>
                    </a:cubicBezTo>
                    <a:cubicBezTo>
                      <a:pt x="626" y="760"/>
                      <a:pt x="625" y="757"/>
                      <a:pt x="624" y="757"/>
                    </a:cubicBezTo>
                    <a:cubicBezTo>
                      <a:pt x="622" y="756"/>
                      <a:pt x="620" y="757"/>
                      <a:pt x="619" y="759"/>
                    </a:cubicBezTo>
                    <a:cubicBezTo>
                      <a:pt x="618" y="761"/>
                      <a:pt x="615" y="762"/>
                      <a:pt x="612" y="763"/>
                    </a:cubicBezTo>
                    <a:cubicBezTo>
                      <a:pt x="610" y="763"/>
                      <a:pt x="607" y="762"/>
                      <a:pt x="607" y="760"/>
                    </a:cubicBezTo>
                    <a:cubicBezTo>
                      <a:pt x="608" y="758"/>
                      <a:pt x="610" y="757"/>
                      <a:pt x="611" y="755"/>
                    </a:cubicBezTo>
                    <a:cubicBezTo>
                      <a:pt x="612" y="754"/>
                      <a:pt x="612" y="753"/>
                      <a:pt x="612" y="752"/>
                    </a:cubicBezTo>
                    <a:cubicBezTo>
                      <a:pt x="612" y="750"/>
                      <a:pt x="611" y="750"/>
                      <a:pt x="610" y="750"/>
                    </a:cubicBezTo>
                    <a:cubicBezTo>
                      <a:pt x="609" y="749"/>
                      <a:pt x="609" y="749"/>
                      <a:pt x="609" y="747"/>
                    </a:cubicBezTo>
                    <a:cubicBezTo>
                      <a:pt x="609" y="747"/>
                      <a:pt x="609" y="747"/>
                      <a:pt x="609" y="746"/>
                    </a:cubicBezTo>
                    <a:cubicBezTo>
                      <a:pt x="609" y="746"/>
                      <a:pt x="609" y="746"/>
                      <a:pt x="609" y="746"/>
                    </a:cubicBezTo>
                    <a:cubicBezTo>
                      <a:pt x="609" y="743"/>
                      <a:pt x="606" y="740"/>
                      <a:pt x="604" y="738"/>
                    </a:cubicBezTo>
                    <a:cubicBezTo>
                      <a:pt x="601" y="736"/>
                      <a:pt x="598" y="735"/>
                      <a:pt x="597" y="731"/>
                    </a:cubicBezTo>
                    <a:cubicBezTo>
                      <a:pt x="595" y="729"/>
                      <a:pt x="595" y="725"/>
                      <a:pt x="593" y="723"/>
                    </a:cubicBezTo>
                    <a:cubicBezTo>
                      <a:pt x="588" y="719"/>
                      <a:pt x="579" y="724"/>
                      <a:pt x="576" y="717"/>
                    </a:cubicBezTo>
                    <a:cubicBezTo>
                      <a:pt x="575" y="713"/>
                      <a:pt x="575" y="709"/>
                      <a:pt x="575" y="706"/>
                    </a:cubicBezTo>
                    <a:cubicBezTo>
                      <a:pt x="575" y="703"/>
                      <a:pt x="574" y="699"/>
                      <a:pt x="575" y="696"/>
                    </a:cubicBezTo>
                    <a:cubicBezTo>
                      <a:pt x="577" y="694"/>
                      <a:pt x="581" y="694"/>
                      <a:pt x="583" y="694"/>
                    </a:cubicBezTo>
                    <a:cubicBezTo>
                      <a:pt x="586" y="693"/>
                      <a:pt x="590" y="693"/>
                      <a:pt x="592" y="691"/>
                    </a:cubicBezTo>
                    <a:cubicBezTo>
                      <a:pt x="593" y="688"/>
                      <a:pt x="594" y="685"/>
                      <a:pt x="595" y="682"/>
                    </a:cubicBezTo>
                    <a:cubicBezTo>
                      <a:pt x="597" y="679"/>
                      <a:pt x="599" y="676"/>
                      <a:pt x="602" y="674"/>
                    </a:cubicBezTo>
                    <a:cubicBezTo>
                      <a:pt x="605" y="672"/>
                      <a:pt x="608" y="671"/>
                      <a:pt x="611" y="674"/>
                    </a:cubicBezTo>
                    <a:cubicBezTo>
                      <a:pt x="614" y="676"/>
                      <a:pt x="615" y="680"/>
                      <a:pt x="617" y="682"/>
                    </a:cubicBezTo>
                    <a:cubicBezTo>
                      <a:pt x="619" y="685"/>
                      <a:pt x="622" y="683"/>
                      <a:pt x="624" y="682"/>
                    </a:cubicBezTo>
                    <a:cubicBezTo>
                      <a:pt x="627" y="681"/>
                      <a:pt x="631" y="680"/>
                      <a:pt x="634" y="683"/>
                    </a:cubicBezTo>
                    <a:cubicBezTo>
                      <a:pt x="637" y="685"/>
                      <a:pt x="638" y="688"/>
                      <a:pt x="641" y="690"/>
                    </a:cubicBezTo>
                    <a:cubicBezTo>
                      <a:pt x="644" y="692"/>
                      <a:pt x="647" y="692"/>
                      <a:pt x="649" y="694"/>
                    </a:cubicBezTo>
                    <a:cubicBezTo>
                      <a:pt x="651" y="697"/>
                      <a:pt x="652" y="701"/>
                      <a:pt x="652" y="704"/>
                    </a:cubicBezTo>
                    <a:cubicBezTo>
                      <a:pt x="652" y="707"/>
                      <a:pt x="653" y="710"/>
                      <a:pt x="655" y="712"/>
                    </a:cubicBezTo>
                    <a:cubicBezTo>
                      <a:pt x="657" y="714"/>
                      <a:pt x="660" y="715"/>
                      <a:pt x="662" y="718"/>
                    </a:cubicBezTo>
                    <a:cubicBezTo>
                      <a:pt x="663" y="721"/>
                      <a:pt x="663" y="724"/>
                      <a:pt x="660" y="725"/>
                    </a:cubicBezTo>
                    <a:cubicBezTo>
                      <a:pt x="657" y="727"/>
                      <a:pt x="654" y="727"/>
                      <a:pt x="652" y="728"/>
                    </a:cubicBezTo>
                    <a:cubicBezTo>
                      <a:pt x="649" y="730"/>
                      <a:pt x="648" y="733"/>
                      <a:pt x="645" y="734"/>
                    </a:cubicBezTo>
                    <a:cubicBezTo>
                      <a:pt x="639" y="738"/>
                      <a:pt x="639" y="725"/>
                      <a:pt x="635" y="725"/>
                    </a:cubicBezTo>
                    <a:cubicBezTo>
                      <a:pt x="631" y="725"/>
                      <a:pt x="629" y="730"/>
                      <a:pt x="629" y="733"/>
                    </a:cubicBezTo>
                    <a:cubicBezTo>
                      <a:pt x="628" y="735"/>
                      <a:pt x="628" y="739"/>
                      <a:pt x="631" y="740"/>
                    </a:cubicBezTo>
                    <a:cubicBezTo>
                      <a:pt x="633" y="741"/>
                      <a:pt x="637" y="741"/>
                      <a:pt x="639" y="740"/>
                    </a:cubicBezTo>
                    <a:cubicBezTo>
                      <a:pt x="642" y="740"/>
                      <a:pt x="645" y="740"/>
                      <a:pt x="648" y="740"/>
                    </a:cubicBezTo>
                    <a:cubicBezTo>
                      <a:pt x="652" y="739"/>
                      <a:pt x="656" y="738"/>
                      <a:pt x="658" y="736"/>
                    </a:cubicBezTo>
                    <a:cubicBezTo>
                      <a:pt x="660" y="734"/>
                      <a:pt x="661" y="732"/>
                      <a:pt x="663" y="731"/>
                    </a:cubicBezTo>
                    <a:cubicBezTo>
                      <a:pt x="665" y="730"/>
                      <a:pt x="667" y="730"/>
                      <a:pt x="669" y="729"/>
                    </a:cubicBezTo>
                    <a:cubicBezTo>
                      <a:pt x="673" y="729"/>
                      <a:pt x="676" y="728"/>
                      <a:pt x="678" y="726"/>
                    </a:cubicBezTo>
                    <a:cubicBezTo>
                      <a:pt x="680" y="724"/>
                      <a:pt x="682" y="721"/>
                      <a:pt x="684" y="719"/>
                    </a:cubicBezTo>
                    <a:cubicBezTo>
                      <a:pt x="686" y="718"/>
                      <a:pt x="688" y="717"/>
                      <a:pt x="688" y="714"/>
                    </a:cubicBezTo>
                    <a:cubicBezTo>
                      <a:pt x="688" y="711"/>
                      <a:pt x="686" y="708"/>
                      <a:pt x="685" y="706"/>
                    </a:cubicBezTo>
                    <a:cubicBezTo>
                      <a:pt x="682" y="702"/>
                      <a:pt x="679" y="700"/>
                      <a:pt x="676" y="697"/>
                    </a:cubicBezTo>
                    <a:cubicBezTo>
                      <a:pt x="673" y="694"/>
                      <a:pt x="672" y="690"/>
                      <a:pt x="671" y="686"/>
                    </a:cubicBezTo>
                    <a:cubicBezTo>
                      <a:pt x="670" y="682"/>
                      <a:pt x="670" y="677"/>
                      <a:pt x="667" y="674"/>
                    </a:cubicBezTo>
                    <a:cubicBezTo>
                      <a:pt x="664" y="672"/>
                      <a:pt x="660" y="672"/>
                      <a:pt x="657" y="670"/>
                    </a:cubicBezTo>
                    <a:cubicBezTo>
                      <a:pt x="654" y="668"/>
                      <a:pt x="652" y="665"/>
                      <a:pt x="651" y="662"/>
                    </a:cubicBezTo>
                    <a:cubicBezTo>
                      <a:pt x="650" y="660"/>
                      <a:pt x="649" y="659"/>
                      <a:pt x="648" y="657"/>
                    </a:cubicBezTo>
                    <a:cubicBezTo>
                      <a:pt x="647" y="655"/>
                      <a:pt x="646" y="654"/>
                      <a:pt x="645" y="652"/>
                    </a:cubicBezTo>
                    <a:cubicBezTo>
                      <a:pt x="644" y="650"/>
                      <a:pt x="643" y="647"/>
                      <a:pt x="641" y="645"/>
                    </a:cubicBezTo>
                    <a:cubicBezTo>
                      <a:pt x="639" y="643"/>
                      <a:pt x="637" y="641"/>
                      <a:pt x="635" y="639"/>
                    </a:cubicBezTo>
                    <a:cubicBezTo>
                      <a:pt x="634" y="638"/>
                      <a:pt x="632" y="636"/>
                      <a:pt x="631" y="634"/>
                    </a:cubicBezTo>
                    <a:cubicBezTo>
                      <a:pt x="628" y="631"/>
                      <a:pt x="625" y="628"/>
                      <a:pt x="622" y="626"/>
                    </a:cubicBezTo>
                    <a:cubicBezTo>
                      <a:pt x="620" y="625"/>
                      <a:pt x="619" y="624"/>
                      <a:pt x="616" y="623"/>
                    </a:cubicBezTo>
                    <a:cubicBezTo>
                      <a:pt x="614" y="623"/>
                      <a:pt x="613" y="621"/>
                      <a:pt x="611" y="621"/>
                    </a:cubicBezTo>
                    <a:cubicBezTo>
                      <a:pt x="609" y="620"/>
                      <a:pt x="607" y="620"/>
                      <a:pt x="604" y="619"/>
                    </a:cubicBezTo>
                    <a:cubicBezTo>
                      <a:pt x="603" y="619"/>
                      <a:pt x="601" y="617"/>
                      <a:pt x="599" y="617"/>
                    </a:cubicBezTo>
                    <a:cubicBezTo>
                      <a:pt x="596" y="615"/>
                      <a:pt x="594" y="612"/>
                      <a:pt x="592" y="610"/>
                    </a:cubicBezTo>
                    <a:cubicBezTo>
                      <a:pt x="592" y="609"/>
                      <a:pt x="591" y="607"/>
                      <a:pt x="591" y="606"/>
                    </a:cubicBezTo>
                    <a:cubicBezTo>
                      <a:pt x="590" y="602"/>
                      <a:pt x="589" y="598"/>
                      <a:pt x="588" y="593"/>
                    </a:cubicBezTo>
                    <a:cubicBezTo>
                      <a:pt x="587" y="591"/>
                      <a:pt x="586" y="589"/>
                      <a:pt x="585" y="587"/>
                    </a:cubicBezTo>
                    <a:cubicBezTo>
                      <a:pt x="584" y="586"/>
                      <a:pt x="583" y="584"/>
                      <a:pt x="582" y="583"/>
                    </a:cubicBezTo>
                    <a:cubicBezTo>
                      <a:pt x="581" y="579"/>
                      <a:pt x="579" y="575"/>
                      <a:pt x="578" y="572"/>
                    </a:cubicBezTo>
                    <a:cubicBezTo>
                      <a:pt x="577" y="568"/>
                      <a:pt x="579" y="564"/>
                      <a:pt x="578" y="559"/>
                    </a:cubicBezTo>
                    <a:cubicBezTo>
                      <a:pt x="578" y="555"/>
                      <a:pt x="576" y="553"/>
                      <a:pt x="573" y="551"/>
                    </a:cubicBezTo>
                    <a:cubicBezTo>
                      <a:pt x="570" y="548"/>
                      <a:pt x="567" y="547"/>
                      <a:pt x="563" y="545"/>
                    </a:cubicBezTo>
                    <a:cubicBezTo>
                      <a:pt x="560" y="544"/>
                      <a:pt x="557" y="543"/>
                      <a:pt x="555" y="541"/>
                    </a:cubicBezTo>
                    <a:cubicBezTo>
                      <a:pt x="553" y="539"/>
                      <a:pt x="551" y="535"/>
                      <a:pt x="549" y="533"/>
                    </a:cubicBezTo>
                    <a:cubicBezTo>
                      <a:pt x="547" y="530"/>
                      <a:pt x="545" y="527"/>
                      <a:pt x="545" y="524"/>
                    </a:cubicBezTo>
                    <a:cubicBezTo>
                      <a:pt x="544" y="522"/>
                      <a:pt x="545" y="519"/>
                      <a:pt x="545" y="516"/>
                    </a:cubicBezTo>
                    <a:cubicBezTo>
                      <a:pt x="545" y="514"/>
                      <a:pt x="543" y="511"/>
                      <a:pt x="541" y="509"/>
                    </a:cubicBezTo>
                    <a:cubicBezTo>
                      <a:pt x="539" y="506"/>
                      <a:pt x="536" y="505"/>
                      <a:pt x="533" y="504"/>
                    </a:cubicBezTo>
                    <a:cubicBezTo>
                      <a:pt x="530" y="503"/>
                      <a:pt x="527" y="501"/>
                      <a:pt x="524" y="499"/>
                    </a:cubicBezTo>
                    <a:cubicBezTo>
                      <a:pt x="521" y="497"/>
                      <a:pt x="518" y="495"/>
                      <a:pt x="517" y="492"/>
                    </a:cubicBezTo>
                    <a:cubicBezTo>
                      <a:pt x="515" y="489"/>
                      <a:pt x="514" y="486"/>
                      <a:pt x="513" y="483"/>
                    </a:cubicBezTo>
                    <a:cubicBezTo>
                      <a:pt x="513" y="480"/>
                      <a:pt x="513" y="478"/>
                      <a:pt x="513" y="475"/>
                    </a:cubicBezTo>
                    <a:cubicBezTo>
                      <a:pt x="512" y="473"/>
                      <a:pt x="511" y="470"/>
                      <a:pt x="510" y="468"/>
                    </a:cubicBezTo>
                    <a:cubicBezTo>
                      <a:pt x="509" y="463"/>
                      <a:pt x="509" y="457"/>
                      <a:pt x="511" y="452"/>
                    </a:cubicBezTo>
                    <a:cubicBezTo>
                      <a:pt x="512" y="451"/>
                      <a:pt x="513" y="449"/>
                      <a:pt x="514" y="448"/>
                    </a:cubicBezTo>
                    <a:cubicBezTo>
                      <a:pt x="516" y="446"/>
                      <a:pt x="517" y="444"/>
                      <a:pt x="518" y="442"/>
                    </a:cubicBezTo>
                    <a:cubicBezTo>
                      <a:pt x="518" y="440"/>
                      <a:pt x="518" y="437"/>
                      <a:pt x="519" y="435"/>
                    </a:cubicBezTo>
                    <a:cubicBezTo>
                      <a:pt x="520" y="431"/>
                      <a:pt x="519" y="428"/>
                      <a:pt x="520" y="424"/>
                    </a:cubicBezTo>
                    <a:cubicBezTo>
                      <a:pt x="520" y="423"/>
                      <a:pt x="520" y="421"/>
                      <a:pt x="521" y="420"/>
                    </a:cubicBezTo>
                    <a:cubicBezTo>
                      <a:pt x="521" y="418"/>
                      <a:pt x="522" y="417"/>
                      <a:pt x="522" y="415"/>
                    </a:cubicBezTo>
                    <a:cubicBezTo>
                      <a:pt x="523" y="414"/>
                      <a:pt x="523" y="413"/>
                      <a:pt x="523" y="412"/>
                    </a:cubicBezTo>
                    <a:cubicBezTo>
                      <a:pt x="524" y="412"/>
                      <a:pt x="524" y="411"/>
                      <a:pt x="524" y="410"/>
                    </a:cubicBezTo>
                    <a:cubicBezTo>
                      <a:pt x="525" y="409"/>
                      <a:pt x="526" y="408"/>
                      <a:pt x="526" y="407"/>
                    </a:cubicBezTo>
                    <a:cubicBezTo>
                      <a:pt x="527" y="406"/>
                      <a:pt x="528" y="405"/>
                      <a:pt x="529" y="404"/>
                    </a:cubicBezTo>
                    <a:cubicBezTo>
                      <a:pt x="529" y="401"/>
                      <a:pt x="527" y="398"/>
                      <a:pt x="526" y="396"/>
                    </a:cubicBezTo>
                    <a:cubicBezTo>
                      <a:pt x="524" y="395"/>
                      <a:pt x="523" y="394"/>
                      <a:pt x="522" y="393"/>
                    </a:cubicBezTo>
                    <a:cubicBezTo>
                      <a:pt x="521" y="392"/>
                      <a:pt x="520" y="392"/>
                      <a:pt x="519" y="391"/>
                    </a:cubicBezTo>
                    <a:cubicBezTo>
                      <a:pt x="519" y="390"/>
                      <a:pt x="519" y="389"/>
                      <a:pt x="518" y="388"/>
                    </a:cubicBezTo>
                    <a:cubicBezTo>
                      <a:pt x="518" y="387"/>
                      <a:pt x="518" y="385"/>
                      <a:pt x="518" y="384"/>
                    </a:cubicBezTo>
                    <a:cubicBezTo>
                      <a:pt x="518" y="382"/>
                      <a:pt x="518" y="379"/>
                      <a:pt x="519" y="377"/>
                    </a:cubicBezTo>
                    <a:cubicBezTo>
                      <a:pt x="519" y="375"/>
                      <a:pt x="520" y="372"/>
                      <a:pt x="522" y="371"/>
                    </a:cubicBezTo>
                    <a:cubicBezTo>
                      <a:pt x="523" y="371"/>
                      <a:pt x="524" y="371"/>
                      <a:pt x="525" y="370"/>
                    </a:cubicBezTo>
                    <a:cubicBezTo>
                      <a:pt x="526" y="370"/>
                      <a:pt x="526" y="369"/>
                      <a:pt x="526" y="368"/>
                    </a:cubicBezTo>
                    <a:cubicBezTo>
                      <a:pt x="527" y="367"/>
                      <a:pt x="527" y="366"/>
                      <a:pt x="527" y="366"/>
                    </a:cubicBezTo>
                    <a:cubicBezTo>
                      <a:pt x="527" y="364"/>
                      <a:pt x="527" y="362"/>
                      <a:pt x="527" y="360"/>
                    </a:cubicBezTo>
                    <a:cubicBezTo>
                      <a:pt x="527" y="357"/>
                      <a:pt x="527" y="356"/>
                      <a:pt x="530" y="355"/>
                    </a:cubicBezTo>
                    <a:cubicBezTo>
                      <a:pt x="533" y="355"/>
                      <a:pt x="536" y="357"/>
                      <a:pt x="538" y="358"/>
                    </a:cubicBezTo>
                    <a:cubicBezTo>
                      <a:pt x="540" y="359"/>
                      <a:pt x="541" y="360"/>
                      <a:pt x="543" y="359"/>
                    </a:cubicBezTo>
                    <a:cubicBezTo>
                      <a:pt x="544" y="358"/>
                      <a:pt x="545" y="356"/>
                      <a:pt x="545" y="354"/>
                    </a:cubicBezTo>
                    <a:cubicBezTo>
                      <a:pt x="547" y="351"/>
                      <a:pt x="547" y="347"/>
                      <a:pt x="552" y="347"/>
                    </a:cubicBezTo>
                    <a:cubicBezTo>
                      <a:pt x="555" y="346"/>
                      <a:pt x="559" y="346"/>
                      <a:pt x="562" y="345"/>
                    </a:cubicBezTo>
                    <a:cubicBezTo>
                      <a:pt x="564" y="343"/>
                      <a:pt x="566" y="342"/>
                      <a:pt x="569" y="341"/>
                    </a:cubicBezTo>
                    <a:cubicBezTo>
                      <a:pt x="572" y="338"/>
                      <a:pt x="572" y="335"/>
                      <a:pt x="573" y="332"/>
                    </a:cubicBezTo>
                    <a:cubicBezTo>
                      <a:pt x="574" y="329"/>
                      <a:pt x="576" y="323"/>
                      <a:pt x="580" y="322"/>
                    </a:cubicBezTo>
                    <a:cubicBezTo>
                      <a:pt x="582" y="322"/>
                      <a:pt x="583" y="323"/>
                      <a:pt x="584" y="324"/>
                    </a:cubicBezTo>
                    <a:cubicBezTo>
                      <a:pt x="586" y="326"/>
                      <a:pt x="588" y="327"/>
                      <a:pt x="590" y="329"/>
                    </a:cubicBezTo>
                    <a:cubicBezTo>
                      <a:pt x="591" y="330"/>
                      <a:pt x="593" y="331"/>
                      <a:pt x="593" y="333"/>
                    </a:cubicBezTo>
                    <a:cubicBezTo>
                      <a:pt x="593" y="335"/>
                      <a:pt x="593" y="337"/>
                      <a:pt x="593" y="339"/>
                    </a:cubicBezTo>
                    <a:cubicBezTo>
                      <a:pt x="592" y="341"/>
                      <a:pt x="592" y="343"/>
                      <a:pt x="593" y="344"/>
                    </a:cubicBezTo>
                    <a:cubicBezTo>
                      <a:pt x="593" y="346"/>
                      <a:pt x="595" y="348"/>
                      <a:pt x="596" y="349"/>
                    </a:cubicBezTo>
                    <a:cubicBezTo>
                      <a:pt x="598" y="353"/>
                      <a:pt x="597" y="355"/>
                      <a:pt x="594" y="357"/>
                    </a:cubicBezTo>
                    <a:cubicBezTo>
                      <a:pt x="592" y="357"/>
                      <a:pt x="591" y="358"/>
                      <a:pt x="589" y="359"/>
                    </a:cubicBezTo>
                    <a:cubicBezTo>
                      <a:pt x="588" y="360"/>
                      <a:pt x="586" y="361"/>
                      <a:pt x="585" y="362"/>
                    </a:cubicBezTo>
                    <a:cubicBezTo>
                      <a:pt x="582" y="365"/>
                      <a:pt x="579" y="363"/>
                      <a:pt x="575" y="363"/>
                    </a:cubicBezTo>
                    <a:cubicBezTo>
                      <a:pt x="572" y="362"/>
                      <a:pt x="566" y="361"/>
                      <a:pt x="565" y="366"/>
                    </a:cubicBezTo>
                    <a:cubicBezTo>
                      <a:pt x="565" y="370"/>
                      <a:pt x="570" y="372"/>
                      <a:pt x="572" y="373"/>
                    </a:cubicBezTo>
                    <a:cubicBezTo>
                      <a:pt x="577" y="376"/>
                      <a:pt x="579" y="381"/>
                      <a:pt x="581" y="386"/>
                    </a:cubicBezTo>
                    <a:cubicBezTo>
                      <a:pt x="581" y="388"/>
                      <a:pt x="581" y="390"/>
                      <a:pt x="582" y="392"/>
                    </a:cubicBezTo>
                    <a:cubicBezTo>
                      <a:pt x="582" y="393"/>
                      <a:pt x="583" y="394"/>
                      <a:pt x="584" y="395"/>
                    </a:cubicBezTo>
                    <a:cubicBezTo>
                      <a:pt x="587" y="396"/>
                      <a:pt x="591" y="394"/>
                      <a:pt x="594" y="393"/>
                    </a:cubicBezTo>
                    <a:cubicBezTo>
                      <a:pt x="596" y="393"/>
                      <a:pt x="598" y="393"/>
                      <a:pt x="599" y="394"/>
                    </a:cubicBezTo>
                    <a:cubicBezTo>
                      <a:pt x="602" y="395"/>
                      <a:pt x="603" y="397"/>
                      <a:pt x="604" y="399"/>
                    </a:cubicBezTo>
                    <a:cubicBezTo>
                      <a:pt x="605" y="401"/>
                      <a:pt x="607" y="404"/>
                      <a:pt x="608" y="407"/>
                    </a:cubicBezTo>
                    <a:cubicBezTo>
                      <a:pt x="610" y="409"/>
                      <a:pt x="612" y="412"/>
                      <a:pt x="615" y="413"/>
                    </a:cubicBezTo>
                    <a:cubicBezTo>
                      <a:pt x="617" y="413"/>
                      <a:pt x="618" y="414"/>
                      <a:pt x="619" y="415"/>
                    </a:cubicBezTo>
                    <a:cubicBezTo>
                      <a:pt x="621" y="416"/>
                      <a:pt x="623" y="416"/>
                      <a:pt x="624" y="417"/>
                    </a:cubicBezTo>
                    <a:cubicBezTo>
                      <a:pt x="625" y="417"/>
                      <a:pt x="626" y="418"/>
                      <a:pt x="627" y="418"/>
                    </a:cubicBezTo>
                    <a:cubicBezTo>
                      <a:pt x="630" y="420"/>
                      <a:pt x="634" y="420"/>
                      <a:pt x="637" y="421"/>
                    </a:cubicBezTo>
                    <a:cubicBezTo>
                      <a:pt x="641" y="421"/>
                      <a:pt x="645" y="423"/>
                      <a:pt x="649" y="424"/>
                    </a:cubicBezTo>
                    <a:cubicBezTo>
                      <a:pt x="651" y="425"/>
                      <a:pt x="654" y="426"/>
                      <a:pt x="656" y="427"/>
                    </a:cubicBezTo>
                    <a:cubicBezTo>
                      <a:pt x="659" y="428"/>
                      <a:pt x="661" y="429"/>
                      <a:pt x="663" y="431"/>
                    </a:cubicBezTo>
                    <a:cubicBezTo>
                      <a:pt x="666" y="432"/>
                      <a:pt x="668" y="433"/>
                      <a:pt x="671" y="435"/>
                    </a:cubicBezTo>
                    <a:cubicBezTo>
                      <a:pt x="672" y="436"/>
                      <a:pt x="673" y="439"/>
                      <a:pt x="674" y="441"/>
                    </a:cubicBezTo>
                    <a:cubicBezTo>
                      <a:pt x="674" y="443"/>
                      <a:pt x="675" y="444"/>
                      <a:pt x="675" y="445"/>
                    </a:cubicBezTo>
                    <a:cubicBezTo>
                      <a:pt x="676" y="447"/>
                      <a:pt x="677" y="449"/>
                      <a:pt x="677" y="451"/>
                    </a:cubicBezTo>
                    <a:cubicBezTo>
                      <a:pt x="677" y="454"/>
                      <a:pt x="677" y="456"/>
                      <a:pt x="677" y="458"/>
                    </a:cubicBezTo>
                    <a:cubicBezTo>
                      <a:pt x="676" y="461"/>
                      <a:pt x="676" y="466"/>
                      <a:pt x="674" y="468"/>
                    </a:cubicBezTo>
                    <a:cubicBezTo>
                      <a:pt x="673" y="468"/>
                      <a:pt x="672" y="469"/>
                      <a:pt x="672" y="470"/>
                    </a:cubicBezTo>
                    <a:cubicBezTo>
                      <a:pt x="672" y="471"/>
                      <a:pt x="673" y="472"/>
                      <a:pt x="674" y="473"/>
                    </a:cubicBezTo>
                    <a:cubicBezTo>
                      <a:pt x="679" y="476"/>
                      <a:pt x="685" y="481"/>
                      <a:pt x="687" y="487"/>
                    </a:cubicBezTo>
                    <a:cubicBezTo>
                      <a:pt x="687" y="490"/>
                      <a:pt x="687" y="492"/>
                      <a:pt x="686" y="495"/>
                    </a:cubicBezTo>
                    <a:cubicBezTo>
                      <a:pt x="686" y="496"/>
                      <a:pt x="685" y="497"/>
                      <a:pt x="685" y="499"/>
                    </a:cubicBezTo>
                    <a:cubicBezTo>
                      <a:pt x="685" y="500"/>
                      <a:pt x="684" y="501"/>
                      <a:pt x="684" y="502"/>
                    </a:cubicBezTo>
                    <a:cubicBezTo>
                      <a:pt x="683" y="505"/>
                      <a:pt x="685" y="506"/>
                      <a:pt x="687" y="507"/>
                    </a:cubicBezTo>
                    <a:cubicBezTo>
                      <a:pt x="689" y="507"/>
                      <a:pt x="693" y="506"/>
                      <a:pt x="696" y="505"/>
                    </a:cubicBezTo>
                    <a:cubicBezTo>
                      <a:pt x="697" y="504"/>
                      <a:pt x="700" y="500"/>
                      <a:pt x="703" y="501"/>
                    </a:cubicBezTo>
                    <a:cubicBezTo>
                      <a:pt x="704" y="501"/>
                      <a:pt x="705" y="502"/>
                      <a:pt x="706" y="503"/>
                    </a:cubicBezTo>
                    <a:cubicBezTo>
                      <a:pt x="707" y="504"/>
                      <a:pt x="706" y="506"/>
                      <a:pt x="707" y="507"/>
                    </a:cubicBezTo>
                    <a:cubicBezTo>
                      <a:pt x="708" y="510"/>
                      <a:pt x="712" y="509"/>
                      <a:pt x="714" y="509"/>
                    </a:cubicBezTo>
                    <a:cubicBezTo>
                      <a:pt x="716" y="509"/>
                      <a:pt x="718" y="509"/>
                      <a:pt x="719" y="509"/>
                    </a:cubicBezTo>
                    <a:cubicBezTo>
                      <a:pt x="722" y="508"/>
                      <a:pt x="723" y="511"/>
                      <a:pt x="725" y="512"/>
                    </a:cubicBezTo>
                    <a:cubicBezTo>
                      <a:pt x="726" y="513"/>
                      <a:pt x="727" y="513"/>
                      <a:pt x="729" y="514"/>
                    </a:cubicBezTo>
                    <a:cubicBezTo>
                      <a:pt x="731" y="514"/>
                      <a:pt x="732" y="515"/>
                      <a:pt x="734" y="515"/>
                    </a:cubicBezTo>
                    <a:cubicBezTo>
                      <a:pt x="739" y="515"/>
                      <a:pt x="743" y="514"/>
                      <a:pt x="746" y="512"/>
                    </a:cubicBezTo>
                    <a:cubicBezTo>
                      <a:pt x="748" y="512"/>
                      <a:pt x="750" y="511"/>
                      <a:pt x="751" y="509"/>
                    </a:cubicBezTo>
                    <a:cubicBezTo>
                      <a:pt x="751" y="507"/>
                      <a:pt x="749" y="505"/>
                      <a:pt x="748" y="504"/>
                    </a:cubicBezTo>
                    <a:cubicBezTo>
                      <a:pt x="743" y="500"/>
                      <a:pt x="738" y="496"/>
                      <a:pt x="733" y="493"/>
                    </a:cubicBezTo>
                    <a:cubicBezTo>
                      <a:pt x="728" y="490"/>
                      <a:pt x="722" y="489"/>
                      <a:pt x="716" y="487"/>
                    </a:cubicBezTo>
                    <a:cubicBezTo>
                      <a:pt x="710" y="486"/>
                      <a:pt x="705" y="482"/>
                      <a:pt x="703" y="476"/>
                    </a:cubicBezTo>
                    <a:cubicBezTo>
                      <a:pt x="701" y="471"/>
                      <a:pt x="700" y="466"/>
                      <a:pt x="696" y="463"/>
                    </a:cubicBezTo>
                    <a:cubicBezTo>
                      <a:pt x="691" y="459"/>
                      <a:pt x="686" y="457"/>
                      <a:pt x="682" y="452"/>
                    </a:cubicBezTo>
                    <a:cubicBezTo>
                      <a:pt x="679" y="448"/>
                      <a:pt x="678" y="442"/>
                      <a:pt x="678" y="436"/>
                    </a:cubicBezTo>
                    <a:cubicBezTo>
                      <a:pt x="678" y="431"/>
                      <a:pt x="679" y="427"/>
                      <a:pt x="683" y="424"/>
                    </a:cubicBezTo>
                    <a:cubicBezTo>
                      <a:pt x="688" y="420"/>
                      <a:pt x="695" y="419"/>
                      <a:pt x="701" y="420"/>
                    </a:cubicBezTo>
                    <a:cubicBezTo>
                      <a:pt x="707" y="421"/>
                      <a:pt x="712" y="425"/>
                      <a:pt x="718" y="427"/>
                    </a:cubicBezTo>
                    <a:cubicBezTo>
                      <a:pt x="724" y="429"/>
                      <a:pt x="730" y="428"/>
                      <a:pt x="736" y="429"/>
                    </a:cubicBezTo>
                    <a:cubicBezTo>
                      <a:pt x="744" y="430"/>
                      <a:pt x="750" y="434"/>
                      <a:pt x="755" y="440"/>
                    </a:cubicBezTo>
                    <a:cubicBezTo>
                      <a:pt x="760" y="446"/>
                      <a:pt x="765" y="452"/>
                      <a:pt x="769" y="458"/>
                    </a:cubicBezTo>
                    <a:cubicBezTo>
                      <a:pt x="773" y="464"/>
                      <a:pt x="776" y="470"/>
                      <a:pt x="779" y="475"/>
                    </a:cubicBezTo>
                    <a:cubicBezTo>
                      <a:pt x="781" y="480"/>
                      <a:pt x="784" y="484"/>
                      <a:pt x="789" y="487"/>
                    </a:cubicBezTo>
                    <a:cubicBezTo>
                      <a:pt x="794" y="490"/>
                      <a:pt x="798" y="494"/>
                      <a:pt x="802" y="499"/>
                    </a:cubicBezTo>
                    <a:cubicBezTo>
                      <a:pt x="803" y="501"/>
                      <a:pt x="804" y="503"/>
                      <a:pt x="806" y="504"/>
                    </a:cubicBezTo>
                    <a:cubicBezTo>
                      <a:pt x="807" y="505"/>
                      <a:pt x="808" y="504"/>
                      <a:pt x="809" y="503"/>
                    </a:cubicBezTo>
                    <a:cubicBezTo>
                      <a:pt x="811" y="501"/>
                      <a:pt x="812" y="499"/>
                      <a:pt x="814" y="497"/>
                    </a:cubicBezTo>
                    <a:cubicBezTo>
                      <a:pt x="815" y="495"/>
                      <a:pt x="817" y="493"/>
                      <a:pt x="818" y="490"/>
                    </a:cubicBezTo>
                    <a:cubicBezTo>
                      <a:pt x="820" y="487"/>
                      <a:pt x="820" y="483"/>
                      <a:pt x="819" y="480"/>
                    </a:cubicBezTo>
                    <a:cubicBezTo>
                      <a:pt x="818" y="478"/>
                      <a:pt x="817" y="477"/>
                      <a:pt x="817" y="475"/>
                    </a:cubicBezTo>
                    <a:cubicBezTo>
                      <a:pt x="816" y="474"/>
                      <a:pt x="815" y="473"/>
                      <a:pt x="814" y="472"/>
                    </a:cubicBezTo>
                    <a:cubicBezTo>
                      <a:pt x="811" y="467"/>
                      <a:pt x="817" y="461"/>
                      <a:pt x="813" y="456"/>
                    </a:cubicBezTo>
                    <a:cubicBezTo>
                      <a:pt x="811" y="454"/>
                      <a:pt x="807" y="453"/>
                      <a:pt x="804" y="452"/>
                    </a:cubicBezTo>
                    <a:cubicBezTo>
                      <a:pt x="802" y="450"/>
                      <a:pt x="799" y="449"/>
                      <a:pt x="796" y="448"/>
                    </a:cubicBezTo>
                    <a:cubicBezTo>
                      <a:pt x="793" y="446"/>
                      <a:pt x="790" y="445"/>
                      <a:pt x="787" y="444"/>
                    </a:cubicBezTo>
                    <a:cubicBezTo>
                      <a:pt x="783" y="444"/>
                      <a:pt x="779" y="443"/>
                      <a:pt x="775" y="441"/>
                    </a:cubicBezTo>
                    <a:cubicBezTo>
                      <a:pt x="772" y="440"/>
                      <a:pt x="771" y="438"/>
                      <a:pt x="770" y="435"/>
                    </a:cubicBezTo>
                    <a:cubicBezTo>
                      <a:pt x="769" y="433"/>
                      <a:pt x="767" y="430"/>
                      <a:pt x="765" y="429"/>
                    </a:cubicBezTo>
                    <a:cubicBezTo>
                      <a:pt x="762" y="427"/>
                      <a:pt x="759" y="425"/>
                      <a:pt x="756" y="423"/>
                    </a:cubicBezTo>
                    <a:cubicBezTo>
                      <a:pt x="753" y="420"/>
                      <a:pt x="752" y="417"/>
                      <a:pt x="752" y="413"/>
                    </a:cubicBezTo>
                    <a:cubicBezTo>
                      <a:pt x="752" y="409"/>
                      <a:pt x="753" y="405"/>
                      <a:pt x="754" y="402"/>
                    </a:cubicBezTo>
                    <a:cubicBezTo>
                      <a:pt x="755" y="399"/>
                      <a:pt x="756" y="396"/>
                      <a:pt x="759" y="396"/>
                    </a:cubicBezTo>
                    <a:cubicBezTo>
                      <a:pt x="762" y="396"/>
                      <a:pt x="765" y="397"/>
                      <a:pt x="768" y="397"/>
                    </a:cubicBezTo>
                    <a:cubicBezTo>
                      <a:pt x="771" y="397"/>
                      <a:pt x="774" y="396"/>
                      <a:pt x="776" y="395"/>
                    </a:cubicBezTo>
                    <a:cubicBezTo>
                      <a:pt x="779" y="393"/>
                      <a:pt x="781" y="391"/>
                      <a:pt x="783" y="390"/>
                    </a:cubicBezTo>
                    <a:cubicBezTo>
                      <a:pt x="787" y="389"/>
                      <a:pt x="790" y="389"/>
                      <a:pt x="794" y="390"/>
                    </a:cubicBezTo>
                    <a:cubicBezTo>
                      <a:pt x="802" y="392"/>
                      <a:pt x="808" y="395"/>
                      <a:pt x="813" y="402"/>
                    </a:cubicBezTo>
                    <a:cubicBezTo>
                      <a:pt x="815" y="404"/>
                      <a:pt x="817" y="407"/>
                      <a:pt x="820" y="408"/>
                    </a:cubicBezTo>
                    <a:cubicBezTo>
                      <a:pt x="822" y="409"/>
                      <a:pt x="826" y="410"/>
                      <a:pt x="828" y="409"/>
                    </a:cubicBezTo>
                    <a:cubicBezTo>
                      <a:pt x="831" y="409"/>
                      <a:pt x="834" y="409"/>
                      <a:pt x="836" y="409"/>
                    </a:cubicBezTo>
                    <a:cubicBezTo>
                      <a:pt x="839" y="408"/>
                      <a:pt x="841" y="408"/>
                      <a:pt x="844" y="408"/>
                    </a:cubicBezTo>
                    <a:cubicBezTo>
                      <a:pt x="847" y="409"/>
                      <a:pt x="850" y="409"/>
                      <a:pt x="852" y="412"/>
                    </a:cubicBezTo>
                    <a:cubicBezTo>
                      <a:pt x="853" y="414"/>
                      <a:pt x="854" y="418"/>
                      <a:pt x="856" y="420"/>
                    </a:cubicBezTo>
                    <a:cubicBezTo>
                      <a:pt x="857" y="421"/>
                      <a:pt x="859" y="421"/>
                      <a:pt x="860" y="422"/>
                    </a:cubicBezTo>
                    <a:cubicBezTo>
                      <a:pt x="862" y="423"/>
                      <a:pt x="862" y="424"/>
                      <a:pt x="863" y="426"/>
                    </a:cubicBezTo>
                    <a:cubicBezTo>
                      <a:pt x="863" y="427"/>
                      <a:pt x="864" y="428"/>
                      <a:pt x="865" y="428"/>
                    </a:cubicBezTo>
                    <a:cubicBezTo>
                      <a:pt x="868" y="431"/>
                      <a:pt x="871" y="433"/>
                      <a:pt x="873" y="436"/>
                    </a:cubicBezTo>
                    <a:cubicBezTo>
                      <a:pt x="875" y="439"/>
                      <a:pt x="876" y="441"/>
                      <a:pt x="877" y="445"/>
                    </a:cubicBezTo>
                    <a:cubicBezTo>
                      <a:pt x="878" y="447"/>
                      <a:pt x="878" y="450"/>
                      <a:pt x="880" y="452"/>
                    </a:cubicBezTo>
                    <a:cubicBezTo>
                      <a:pt x="881" y="454"/>
                      <a:pt x="883" y="454"/>
                      <a:pt x="885" y="454"/>
                    </a:cubicBezTo>
                    <a:cubicBezTo>
                      <a:pt x="888" y="453"/>
                      <a:pt x="891" y="453"/>
                      <a:pt x="893" y="451"/>
                    </a:cubicBezTo>
                    <a:cubicBezTo>
                      <a:pt x="895" y="451"/>
                      <a:pt x="897" y="450"/>
                      <a:pt x="898" y="448"/>
                    </a:cubicBezTo>
                    <a:cubicBezTo>
                      <a:pt x="899" y="446"/>
                      <a:pt x="898" y="443"/>
                      <a:pt x="898" y="441"/>
                    </a:cubicBezTo>
                    <a:cubicBezTo>
                      <a:pt x="897" y="439"/>
                      <a:pt x="895" y="436"/>
                      <a:pt x="894" y="434"/>
                    </a:cubicBezTo>
                    <a:cubicBezTo>
                      <a:pt x="890" y="429"/>
                      <a:pt x="885" y="427"/>
                      <a:pt x="881" y="424"/>
                    </a:cubicBezTo>
                    <a:cubicBezTo>
                      <a:pt x="875" y="419"/>
                      <a:pt x="873" y="412"/>
                      <a:pt x="868" y="407"/>
                    </a:cubicBezTo>
                    <a:cubicBezTo>
                      <a:pt x="864" y="402"/>
                      <a:pt x="859" y="399"/>
                      <a:pt x="854" y="395"/>
                    </a:cubicBezTo>
                    <a:cubicBezTo>
                      <a:pt x="852" y="394"/>
                      <a:pt x="849" y="392"/>
                      <a:pt x="846" y="392"/>
                    </a:cubicBezTo>
                    <a:cubicBezTo>
                      <a:pt x="842" y="391"/>
                      <a:pt x="839" y="391"/>
                      <a:pt x="836" y="391"/>
                    </a:cubicBezTo>
                    <a:cubicBezTo>
                      <a:pt x="834" y="391"/>
                      <a:pt x="831" y="390"/>
                      <a:pt x="829" y="389"/>
                    </a:cubicBezTo>
                    <a:cubicBezTo>
                      <a:pt x="826" y="386"/>
                      <a:pt x="824" y="383"/>
                      <a:pt x="823" y="380"/>
                    </a:cubicBezTo>
                    <a:cubicBezTo>
                      <a:pt x="822" y="378"/>
                      <a:pt x="816" y="364"/>
                      <a:pt x="813" y="368"/>
                    </a:cubicBezTo>
                    <a:cubicBezTo>
                      <a:pt x="812" y="370"/>
                      <a:pt x="812" y="373"/>
                      <a:pt x="813" y="375"/>
                    </a:cubicBezTo>
                    <a:cubicBezTo>
                      <a:pt x="813" y="377"/>
                      <a:pt x="814" y="379"/>
                      <a:pt x="814" y="381"/>
                    </a:cubicBezTo>
                    <a:cubicBezTo>
                      <a:pt x="814" y="385"/>
                      <a:pt x="807" y="386"/>
                      <a:pt x="803" y="386"/>
                    </a:cubicBezTo>
                    <a:cubicBezTo>
                      <a:pt x="798" y="386"/>
                      <a:pt x="794" y="383"/>
                      <a:pt x="790" y="380"/>
                    </a:cubicBezTo>
                    <a:cubicBezTo>
                      <a:pt x="786" y="377"/>
                      <a:pt x="780" y="375"/>
                      <a:pt x="778" y="370"/>
                    </a:cubicBezTo>
                    <a:cubicBezTo>
                      <a:pt x="776" y="366"/>
                      <a:pt x="777" y="359"/>
                      <a:pt x="779" y="355"/>
                    </a:cubicBezTo>
                    <a:cubicBezTo>
                      <a:pt x="782" y="351"/>
                      <a:pt x="787" y="350"/>
                      <a:pt x="790" y="347"/>
                    </a:cubicBezTo>
                    <a:cubicBezTo>
                      <a:pt x="791" y="346"/>
                      <a:pt x="793" y="344"/>
                      <a:pt x="792" y="342"/>
                    </a:cubicBezTo>
                    <a:cubicBezTo>
                      <a:pt x="791" y="340"/>
                      <a:pt x="788" y="339"/>
                      <a:pt x="786" y="339"/>
                    </a:cubicBezTo>
                    <a:cubicBezTo>
                      <a:pt x="783" y="338"/>
                      <a:pt x="781" y="338"/>
                      <a:pt x="779" y="337"/>
                    </a:cubicBezTo>
                    <a:cubicBezTo>
                      <a:pt x="777" y="337"/>
                      <a:pt x="775" y="336"/>
                      <a:pt x="773" y="336"/>
                    </a:cubicBezTo>
                    <a:cubicBezTo>
                      <a:pt x="771" y="335"/>
                      <a:pt x="770" y="335"/>
                      <a:pt x="768" y="334"/>
                    </a:cubicBezTo>
                    <a:cubicBezTo>
                      <a:pt x="766" y="332"/>
                      <a:pt x="764" y="329"/>
                      <a:pt x="764" y="326"/>
                    </a:cubicBezTo>
                    <a:cubicBezTo>
                      <a:pt x="763" y="324"/>
                      <a:pt x="763" y="321"/>
                      <a:pt x="762" y="319"/>
                    </a:cubicBezTo>
                    <a:cubicBezTo>
                      <a:pt x="761" y="318"/>
                      <a:pt x="759" y="317"/>
                      <a:pt x="757" y="317"/>
                    </a:cubicBezTo>
                    <a:cubicBezTo>
                      <a:pt x="754" y="316"/>
                      <a:pt x="752" y="315"/>
                      <a:pt x="751" y="313"/>
                    </a:cubicBezTo>
                    <a:cubicBezTo>
                      <a:pt x="748" y="309"/>
                      <a:pt x="747" y="303"/>
                      <a:pt x="749" y="299"/>
                    </a:cubicBezTo>
                    <a:cubicBezTo>
                      <a:pt x="750" y="298"/>
                      <a:pt x="751" y="296"/>
                      <a:pt x="753" y="295"/>
                    </a:cubicBezTo>
                    <a:cubicBezTo>
                      <a:pt x="754" y="293"/>
                      <a:pt x="755" y="290"/>
                      <a:pt x="756" y="288"/>
                    </a:cubicBezTo>
                    <a:cubicBezTo>
                      <a:pt x="758" y="286"/>
                      <a:pt x="759" y="284"/>
                      <a:pt x="761" y="283"/>
                    </a:cubicBezTo>
                    <a:cubicBezTo>
                      <a:pt x="764" y="282"/>
                      <a:pt x="766" y="282"/>
                      <a:pt x="769" y="281"/>
                    </a:cubicBezTo>
                    <a:cubicBezTo>
                      <a:pt x="771" y="280"/>
                      <a:pt x="773" y="279"/>
                      <a:pt x="775" y="278"/>
                    </a:cubicBezTo>
                    <a:cubicBezTo>
                      <a:pt x="776" y="277"/>
                      <a:pt x="778" y="275"/>
                      <a:pt x="779" y="275"/>
                    </a:cubicBezTo>
                    <a:cubicBezTo>
                      <a:pt x="781" y="276"/>
                      <a:pt x="782" y="278"/>
                      <a:pt x="783" y="280"/>
                    </a:cubicBezTo>
                    <a:cubicBezTo>
                      <a:pt x="784" y="281"/>
                      <a:pt x="785" y="283"/>
                      <a:pt x="788" y="284"/>
                    </a:cubicBezTo>
                    <a:cubicBezTo>
                      <a:pt x="790" y="285"/>
                      <a:pt x="792" y="285"/>
                      <a:pt x="795" y="286"/>
                    </a:cubicBezTo>
                    <a:cubicBezTo>
                      <a:pt x="798" y="286"/>
                      <a:pt x="801" y="287"/>
                      <a:pt x="804" y="289"/>
                    </a:cubicBezTo>
                    <a:cubicBezTo>
                      <a:pt x="810" y="291"/>
                      <a:pt x="816" y="293"/>
                      <a:pt x="822" y="295"/>
                    </a:cubicBezTo>
                    <a:cubicBezTo>
                      <a:pt x="824" y="295"/>
                      <a:pt x="827" y="295"/>
                      <a:pt x="829" y="294"/>
                    </a:cubicBezTo>
                    <a:cubicBezTo>
                      <a:pt x="833" y="292"/>
                      <a:pt x="836" y="289"/>
                      <a:pt x="840" y="287"/>
                    </a:cubicBezTo>
                    <a:cubicBezTo>
                      <a:pt x="845" y="286"/>
                      <a:pt x="849" y="283"/>
                      <a:pt x="853" y="280"/>
                    </a:cubicBezTo>
                    <a:cubicBezTo>
                      <a:pt x="855" y="279"/>
                      <a:pt x="856" y="278"/>
                      <a:pt x="857" y="277"/>
                    </a:cubicBezTo>
                    <a:cubicBezTo>
                      <a:pt x="859" y="276"/>
                      <a:pt x="860" y="276"/>
                      <a:pt x="862" y="275"/>
                    </a:cubicBezTo>
                    <a:cubicBezTo>
                      <a:pt x="864" y="275"/>
                      <a:pt x="865" y="274"/>
                      <a:pt x="866" y="273"/>
                    </a:cubicBezTo>
                    <a:cubicBezTo>
                      <a:pt x="868" y="272"/>
                      <a:pt x="869" y="271"/>
                      <a:pt x="871" y="269"/>
                    </a:cubicBezTo>
                    <a:cubicBezTo>
                      <a:pt x="873" y="267"/>
                      <a:pt x="875" y="265"/>
                      <a:pt x="877" y="262"/>
                    </a:cubicBezTo>
                    <a:cubicBezTo>
                      <a:pt x="877" y="260"/>
                      <a:pt x="877" y="259"/>
                      <a:pt x="877" y="258"/>
                    </a:cubicBezTo>
                    <a:cubicBezTo>
                      <a:pt x="878" y="255"/>
                      <a:pt x="879" y="253"/>
                      <a:pt x="880" y="251"/>
                    </a:cubicBezTo>
                    <a:cubicBezTo>
                      <a:pt x="881" y="249"/>
                      <a:pt x="882" y="247"/>
                      <a:pt x="882" y="246"/>
                    </a:cubicBezTo>
                    <a:cubicBezTo>
                      <a:pt x="884" y="243"/>
                      <a:pt x="886" y="242"/>
                      <a:pt x="888" y="241"/>
                    </a:cubicBezTo>
                    <a:cubicBezTo>
                      <a:pt x="889" y="239"/>
                      <a:pt x="890" y="238"/>
                      <a:pt x="892" y="237"/>
                    </a:cubicBezTo>
                    <a:cubicBezTo>
                      <a:pt x="894" y="236"/>
                      <a:pt x="895" y="235"/>
                      <a:pt x="896" y="234"/>
                    </a:cubicBezTo>
                    <a:cubicBezTo>
                      <a:pt x="897" y="234"/>
                      <a:pt x="898" y="233"/>
                      <a:pt x="900" y="232"/>
                    </a:cubicBezTo>
                    <a:cubicBezTo>
                      <a:pt x="900" y="232"/>
                      <a:pt x="901" y="232"/>
                      <a:pt x="902" y="231"/>
                    </a:cubicBezTo>
                    <a:cubicBezTo>
                      <a:pt x="904" y="230"/>
                      <a:pt x="906" y="230"/>
                      <a:pt x="908" y="230"/>
                    </a:cubicBezTo>
                    <a:cubicBezTo>
                      <a:pt x="910" y="230"/>
                      <a:pt x="913" y="229"/>
                      <a:pt x="915" y="229"/>
                    </a:cubicBezTo>
                    <a:cubicBezTo>
                      <a:pt x="916" y="230"/>
                      <a:pt x="917" y="230"/>
                      <a:pt x="917" y="230"/>
                    </a:cubicBezTo>
                    <a:cubicBezTo>
                      <a:pt x="918" y="230"/>
                      <a:pt x="919" y="230"/>
                      <a:pt x="919" y="230"/>
                    </a:cubicBezTo>
                    <a:cubicBezTo>
                      <a:pt x="920" y="230"/>
                      <a:pt x="921" y="230"/>
                      <a:pt x="922" y="230"/>
                    </a:cubicBezTo>
                    <a:cubicBezTo>
                      <a:pt x="922" y="230"/>
                      <a:pt x="923" y="230"/>
                      <a:pt x="924" y="230"/>
                    </a:cubicBezTo>
                    <a:cubicBezTo>
                      <a:pt x="925" y="230"/>
                      <a:pt x="926" y="231"/>
                      <a:pt x="927" y="232"/>
                    </a:cubicBezTo>
                    <a:cubicBezTo>
                      <a:pt x="928" y="232"/>
                      <a:pt x="928" y="232"/>
                      <a:pt x="928" y="233"/>
                    </a:cubicBezTo>
                    <a:cubicBezTo>
                      <a:pt x="929" y="234"/>
                      <a:pt x="930" y="237"/>
                      <a:pt x="931" y="238"/>
                    </a:cubicBezTo>
                    <a:cubicBezTo>
                      <a:pt x="931" y="240"/>
                      <a:pt x="934" y="240"/>
                      <a:pt x="935" y="241"/>
                    </a:cubicBezTo>
                    <a:cubicBezTo>
                      <a:pt x="936" y="242"/>
                      <a:pt x="936" y="243"/>
                      <a:pt x="936" y="244"/>
                    </a:cubicBezTo>
                    <a:cubicBezTo>
                      <a:pt x="938" y="247"/>
                      <a:pt x="940" y="250"/>
                      <a:pt x="943" y="251"/>
                    </a:cubicBezTo>
                    <a:cubicBezTo>
                      <a:pt x="946" y="252"/>
                      <a:pt x="948" y="251"/>
                      <a:pt x="951" y="252"/>
                    </a:cubicBezTo>
                    <a:cubicBezTo>
                      <a:pt x="953" y="252"/>
                      <a:pt x="956" y="253"/>
                      <a:pt x="958" y="253"/>
                    </a:cubicBezTo>
                    <a:cubicBezTo>
                      <a:pt x="961" y="254"/>
                      <a:pt x="963" y="254"/>
                      <a:pt x="966" y="254"/>
                    </a:cubicBezTo>
                    <a:cubicBezTo>
                      <a:pt x="969" y="255"/>
                      <a:pt x="974" y="255"/>
                      <a:pt x="976" y="252"/>
                    </a:cubicBezTo>
                    <a:cubicBezTo>
                      <a:pt x="977" y="251"/>
                      <a:pt x="977" y="249"/>
                      <a:pt x="979" y="249"/>
                    </a:cubicBezTo>
                    <a:cubicBezTo>
                      <a:pt x="981" y="249"/>
                      <a:pt x="983" y="249"/>
                      <a:pt x="985" y="248"/>
                    </a:cubicBezTo>
                    <a:cubicBezTo>
                      <a:pt x="989" y="247"/>
                      <a:pt x="993" y="245"/>
                      <a:pt x="996" y="242"/>
                    </a:cubicBezTo>
                    <a:cubicBezTo>
                      <a:pt x="1000" y="239"/>
                      <a:pt x="1005" y="235"/>
                      <a:pt x="1009" y="232"/>
                    </a:cubicBezTo>
                    <a:cubicBezTo>
                      <a:pt x="1013" y="230"/>
                      <a:pt x="1016" y="228"/>
                      <a:pt x="1019" y="225"/>
                    </a:cubicBezTo>
                    <a:cubicBezTo>
                      <a:pt x="1020" y="223"/>
                      <a:pt x="1021" y="222"/>
                      <a:pt x="1023" y="220"/>
                    </a:cubicBezTo>
                    <a:cubicBezTo>
                      <a:pt x="1024" y="219"/>
                      <a:pt x="1025" y="218"/>
                      <a:pt x="1027" y="218"/>
                    </a:cubicBezTo>
                    <a:cubicBezTo>
                      <a:pt x="1031" y="216"/>
                      <a:pt x="1033" y="213"/>
                      <a:pt x="1037" y="211"/>
                    </a:cubicBezTo>
                    <a:cubicBezTo>
                      <a:pt x="1039" y="211"/>
                      <a:pt x="1040" y="211"/>
                      <a:pt x="1042" y="212"/>
                    </a:cubicBezTo>
                    <a:cubicBezTo>
                      <a:pt x="1044" y="214"/>
                      <a:pt x="1046" y="215"/>
                      <a:pt x="1047" y="217"/>
                    </a:cubicBezTo>
                    <a:cubicBezTo>
                      <a:pt x="1050" y="221"/>
                      <a:pt x="1053" y="224"/>
                      <a:pt x="1057" y="226"/>
                    </a:cubicBezTo>
                    <a:cubicBezTo>
                      <a:pt x="1060" y="227"/>
                      <a:pt x="1063" y="226"/>
                      <a:pt x="1066" y="226"/>
                    </a:cubicBezTo>
                    <a:cubicBezTo>
                      <a:pt x="1068" y="226"/>
                      <a:pt x="1070" y="226"/>
                      <a:pt x="1072" y="226"/>
                    </a:cubicBezTo>
                    <a:cubicBezTo>
                      <a:pt x="1074" y="226"/>
                      <a:pt x="1076" y="226"/>
                      <a:pt x="1079" y="225"/>
                    </a:cubicBezTo>
                    <a:cubicBezTo>
                      <a:pt x="1083" y="225"/>
                      <a:pt x="1088" y="226"/>
                      <a:pt x="1092" y="226"/>
                    </a:cubicBezTo>
                    <a:cubicBezTo>
                      <a:pt x="1095" y="227"/>
                      <a:pt x="1097" y="227"/>
                      <a:pt x="1098" y="229"/>
                    </a:cubicBezTo>
                    <a:cubicBezTo>
                      <a:pt x="1099" y="230"/>
                      <a:pt x="1100" y="231"/>
                      <a:pt x="1102" y="232"/>
                    </a:cubicBezTo>
                    <a:cubicBezTo>
                      <a:pt x="1106" y="233"/>
                      <a:pt x="1110" y="234"/>
                      <a:pt x="1114" y="235"/>
                    </a:cubicBezTo>
                    <a:cubicBezTo>
                      <a:pt x="1118" y="237"/>
                      <a:pt x="1122" y="240"/>
                      <a:pt x="1126" y="242"/>
                    </a:cubicBezTo>
                    <a:cubicBezTo>
                      <a:pt x="1131" y="243"/>
                      <a:pt x="1136" y="243"/>
                      <a:pt x="1140" y="244"/>
                    </a:cubicBezTo>
                    <a:cubicBezTo>
                      <a:pt x="1145" y="246"/>
                      <a:pt x="1147" y="242"/>
                      <a:pt x="1150" y="240"/>
                    </a:cubicBezTo>
                    <a:cubicBezTo>
                      <a:pt x="1152" y="240"/>
                      <a:pt x="1154" y="240"/>
                      <a:pt x="1156" y="242"/>
                    </a:cubicBezTo>
                    <a:cubicBezTo>
                      <a:pt x="1158" y="243"/>
                      <a:pt x="1159" y="243"/>
                      <a:pt x="1161" y="243"/>
                    </a:cubicBezTo>
                    <a:cubicBezTo>
                      <a:pt x="1165" y="243"/>
                      <a:pt x="1168" y="243"/>
                      <a:pt x="1172" y="243"/>
                    </a:cubicBezTo>
                    <a:cubicBezTo>
                      <a:pt x="1174" y="244"/>
                      <a:pt x="1176" y="244"/>
                      <a:pt x="1178" y="245"/>
                    </a:cubicBezTo>
                    <a:cubicBezTo>
                      <a:pt x="1180" y="245"/>
                      <a:pt x="1181" y="244"/>
                      <a:pt x="1183" y="244"/>
                    </a:cubicBezTo>
                    <a:cubicBezTo>
                      <a:pt x="1187" y="244"/>
                      <a:pt x="1191" y="245"/>
                      <a:pt x="1195" y="245"/>
                    </a:cubicBezTo>
                    <a:cubicBezTo>
                      <a:pt x="1199" y="245"/>
                      <a:pt x="1203" y="244"/>
                      <a:pt x="1207" y="244"/>
                    </a:cubicBezTo>
                    <a:cubicBezTo>
                      <a:pt x="1208" y="244"/>
                      <a:pt x="1209" y="243"/>
                      <a:pt x="1211" y="243"/>
                    </a:cubicBezTo>
                    <a:cubicBezTo>
                      <a:pt x="1212" y="243"/>
                      <a:pt x="1214" y="244"/>
                      <a:pt x="1215" y="244"/>
                    </a:cubicBezTo>
                    <a:cubicBezTo>
                      <a:pt x="1216" y="245"/>
                      <a:pt x="1218" y="245"/>
                      <a:pt x="1219" y="245"/>
                    </a:cubicBezTo>
                    <a:cubicBezTo>
                      <a:pt x="1220" y="246"/>
                      <a:pt x="1222" y="246"/>
                      <a:pt x="1223" y="247"/>
                    </a:cubicBezTo>
                    <a:cubicBezTo>
                      <a:pt x="1225" y="248"/>
                      <a:pt x="1228" y="248"/>
                      <a:pt x="1230" y="250"/>
                    </a:cubicBezTo>
                    <a:cubicBezTo>
                      <a:pt x="1231" y="250"/>
                      <a:pt x="1232" y="252"/>
                      <a:pt x="1233" y="253"/>
                    </a:cubicBezTo>
                    <a:cubicBezTo>
                      <a:pt x="1233" y="254"/>
                      <a:pt x="1235" y="255"/>
                      <a:pt x="1235" y="257"/>
                    </a:cubicBezTo>
                    <a:cubicBezTo>
                      <a:pt x="1236" y="259"/>
                      <a:pt x="1238" y="262"/>
                      <a:pt x="1239" y="265"/>
                    </a:cubicBezTo>
                    <a:cubicBezTo>
                      <a:pt x="1239" y="266"/>
                      <a:pt x="1239" y="268"/>
                      <a:pt x="1241" y="269"/>
                    </a:cubicBezTo>
                    <a:cubicBezTo>
                      <a:pt x="1243" y="270"/>
                      <a:pt x="1245" y="271"/>
                      <a:pt x="1248" y="271"/>
                    </a:cubicBezTo>
                    <a:cubicBezTo>
                      <a:pt x="1249" y="272"/>
                      <a:pt x="1251" y="272"/>
                      <a:pt x="1252" y="273"/>
                    </a:cubicBezTo>
                    <a:cubicBezTo>
                      <a:pt x="1259" y="266"/>
                      <a:pt x="1259" y="266"/>
                      <a:pt x="1259" y="266"/>
                    </a:cubicBezTo>
                    <a:cubicBezTo>
                      <a:pt x="1275" y="242"/>
                      <a:pt x="1275" y="242"/>
                      <a:pt x="1275" y="242"/>
                    </a:cubicBezTo>
                    <a:cubicBezTo>
                      <a:pt x="1281" y="229"/>
                      <a:pt x="1304" y="215"/>
                      <a:pt x="1304" y="215"/>
                    </a:cubicBezTo>
                    <a:cubicBezTo>
                      <a:pt x="1303" y="201"/>
                      <a:pt x="1303" y="201"/>
                      <a:pt x="1303" y="201"/>
                    </a:cubicBezTo>
                    <a:cubicBezTo>
                      <a:pt x="1306" y="191"/>
                      <a:pt x="1306" y="191"/>
                      <a:pt x="1306" y="191"/>
                    </a:cubicBezTo>
                    <a:cubicBezTo>
                      <a:pt x="1296" y="179"/>
                      <a:pt x="1296" y="179"/>
                      <a:pt x="1296" y="179"/>
                    </a:cubicBezTo>
                    <a:cubicBezTo>
                      <a:pt x="1301" y="172"/>
                      <a:pt x="1301" y="172"/>
                      <a:pt x="1301" y="172"/>
                    </a:cubicBezTo>
                    <a:cubicBezTo>
                      <a:pt x="1296" y="165"/>
                      <a:pt x="1296" y="165"/>
                      <a:pt x="1296" y="165"/>
                    </a:cubicBezTo>
                    <a:cubicBezTo>
                      <a:pt x="1300" y="154"/>
                      <a:pt x="1300" y="154"/>
                      <a:pt x="1300" y="154"/>
                    </a:cubicBezTo>
                    <a:cubicBezTo>
                      <a:pt x="1297" y="148"/>
                      <a:pt x="1297" y="148"/>
                      <a:pt x="1297" y="148"/>
                    </a:cubicBezTo>
                    <a:cubicBezTo>
                      <a:pt x="1300" y="140"/>
                      <a:pt x="1300" y="140"/>
                      <a:pt x="1300" y="140"/>
                    </a:cubicBezTo>
                    <a:cubicBezTo>
                      <a:pt x="1294" y="136"/>
                      <a:pt x="1294" y="136"/>
                      <a:pt x="1294" y="136"/>
                    </a:cubicBezTo>
                    <a:cubicBezTo>
                      <a:pt x="1298" y="130"/>
                      <a:pt x="1298" y="130"/>
                      <a:pt x="1298" y="130"/>
                    </a:cubicBezTo>
                    <a:cubicBezTo>
                      <a:pt x="1316" y="127"/>
                      <a:pt x="1316" y="127"/>
                      <a:pt x="1316" y="127"/>
                    </a:cubicBezTo>
                    <a:cubicBezTo>
                      <a:pt x="1330" y="108"/>
                      <a:pt x="1330" y="108"/>
                      <a:pt x="1330" y="108"/>
                    </a:cubicBezTo>
                    <a:cubicBezTo>
                      <a:pt x="1354" y="108"/>
                      <a:pt x="1354" y="108"/>
                      <a:pt x="1354" y="108"/>
                    </a:cubicBezTo>
                    <a:cubicBezTo>
                      <a:pt x="1362" y="89"/>
                      <a:pt x="1362" y="89"/>
                      <a:pt x="1362" y="89"/>
                    </a:cubicBezTo>
                    <a:lnTo>
                      <a:pt x="1352" y="70"/>
                    </a:lnTo>
                    <a:close/>
                    <a:moveTo>
                      <a:pt x="241" y="860"/>
                    </a:moveTo>
                    <a:cubicBezTo>
                      <a:pt x="240" y="861"/>
                      <a:pt x="237" y="861"/>
                      <a:pt x="235" y="860"/>
                    </a:cubicBezTo>
                    <a:cubicBezTo>
                      <a:pt x="234" y="859"/>
                      <a:pt x="233" y="858"/>
                      <a:pt x="232" y="857"/>
                    </a:cubicBezTo>
                    <a:cubicBezTo>
                      <a:pt x="231" y="854"/>
                      <a:pt x="224" y="851"/>
                      <a:pt x="225" y="847"/>
                    </a:cubicBezTo>
                    <a:cubicBezTo>
                      <a:pt x="229" y="845"/>
                      <a:pt x="233" y="851"/>
                      <a:pt x="233" y="845"/>
                    </a:cubicBezTo>
                    <a:cubicBezTo>
                      <a:pt x="233" y="843"/>
                      <a:pt x="234" y="841"/>
                      <a:pt x="233" y="839"/>
                    </a:cubicBezTo>
                    <a:cubicBezTo>
                      <a:pt x="233" y="837"/>
                      <a:pt x="233" y="835"/>
                      <a:pt x="234" y="834"/>
                    </a:cubicBezTo>
                    <a:cubicBezTo>
                      <a:pt x="235" y="832"/>
                      <a:pt x="237" y="832"/>
                      <a:pt x="238" y="834"/>
                    </a:cubicBezTo>
                    <a:cubicBezTo>
                      <a:pt x="239" y="835"/>
                      <a:pt x="239" y="837"/>
                      <a:pt x="239" y="839"/>
                    </a:cubicBezTo>
                    <a:cubicBezTo>
                      <a:pt x="239" y="843"/>
                      <a:pt x="239" y="847"/>
                      <a:pt x="240" y="850"/>
                    </a:cubicBezTo>
                    <a:cubicBezTo>
                      <a:pt x="241" y="853"/>
                      <a:pt x="243" y="857"/>
                      <a:pt x="241" y="860"/>
                    </a:cubicBezTo>
                    <a:close/>
                    <a:moveTo>
                      <a:pt x="251" y="394"/>
                    </a:moveTo>
                    <a:cubicBezTo>
                      <a:pt x="250" y="396"/>
                      <a:pt x="250" y="399"/>
                      <a:pt x="247" y="401"/>
                    </a:cubicBezTo>
                    <a:cubicBezTo>
                      <a:pt x="245" y="402"/>
                      <a:pt x="241" y="401"/>
                      <a:pt x="239" y="399"/>
                    </a:cubicBezTo>
                    <a:cubicBezTo>
                      <a:pt x="235" y="397"/>
                      <a:pt x="234" y="392"/>
                      <a:pt x="234" y="388"/>
                    </a:cubicBezTo>
                    <a:cubicBezTo>
                      <a:pt x="235" y="383"/>
                      <a:pt x="235" y="378"/>
                      <a:pt x="240" y="378"/>
                    </a:cubicBezTo>
                    <a:cubicBezTo>
                      <a:pt x="244" y="377"/>
                      <a:pt x="248" y="380"/>
                      <a:pt x="251" y="381"/>
                    </a:cubicBezTo>
                    <a:cubicBezTo>
                      <a:pt x="257" y="383"/>
                      <a:pt x="253" y="391"/>
                      <a:pt x="251" y="394"/>
                    </a:cubicBezTo>
                    <a:close/>
                    <a:moveTo>
                      <a:pt x="284" y="841"/>
                    </a:moveTo>
                    <a:cubicBezTo>
                      <a:pt x="281" y="842"/>
                      <a:pt x="279" y="842"/>
                      <a:pt x="277" y="843"/>
                    </a:cubicBezTo>
                    <a:cubicBezTo>
                      <a:pt x="275" y="845"/>
                      <a:pt x="274" y="848"/>
                      <a:pt x="273" y="850"/>
                    </a:cubicBezTo>
                    <a:cubicBezTo>
                      <a:pt x="271" y="855"/>
                      <a:pt x="272" y="860"/>
                      <a:pt x="268" y="864"/>
                    </a:cubicBezTo>
                    <a:cubicBezTo>
                      <a:pt x="266" y="865"/>
                      <a:pt x="263" y="866"/>
                      <a:pt x="261" y="864"/>
                    </a:cubicBezTo>
                    <a:cubicBezTo>
                      <a:pt x="259" y="861"/>
                      <a:pt x="265" y="856"/>
                      <a:pt x="267" y="854"/>
                    </a:cubicBezTo>
                    <a:cubicBezTo>
                      <a:pt x="272" y="849"/>
                      <a:pt x="272" y="843"/>
                      <a:pt x="268" y="838"/>
                    </a:cubicBezTo>
                    <a:cubicBezTo>
                      <a:pt x="264" y="834"/>
                      <a:pt x="264" y="828"/>
                      <a:pt x="264" y="822"/>
                    </a:cubicBezTo>
                    <a:cubicBezTo>
                      <a:pt x="264" y="820"/>
                      <a:pt x="263" y="818"/>
                      <a:pt x="264" y="815"/>
                    </a:cubicBezTo>
                    <a:cubicBezTo>
                      <a:pt x="265" y="814"/>
                      <a:pt x="265" y="811"/>
                      <a:pt x="267" y="810"/>
                    </a:cubicBezTo>
                    <a:cubicBezTo>
                      <a:pt x="272" y="807"/>
                      <a:pt x="271" y="820"/>
                      <a:pt x="271" y="823"/>
                    </a:cubicBezTo>
                    <a:cubicBezTo>
                      <a:pt x="270" y="826"/>
                      <a:pt x="270" y="828"/>
                      <a:pt x="272" y="830"/>
                    </a:cubicBezTo>
                    <a:cubicBezTo>
                      <a:pt x="273" y="832"/>
                      <a:pt x="274" y="835"/>
                      <a:pt x="276" y="835"/>
                    </a:cubicBezTo>
                    <a:cubicBezTo>
                      <a:pt x="279" y="836"/>
                      <a:pt x="281" y="834"/>
                      <a:pt x="281" y="831"/>
                    </a:cubicBezTo>
                    <a:cubicBezTo>
                      <a:pt x="282" y="829"/>
                      <a:pt x="283" y="826"/>
                      <a:pt x="286" y="828"/>
                    </a:cubicBezTo>
                    <a:cubicBezTo>
                      <a:pt x="289" y="832"/>
                      <a:pt x="288" y="839"/>
                      <a:pt x="284" y="841"/>
                    </a:cubicBezTo>
                    <a:close/>
                    <a:moveTo>
                      <a:pt x="339" y="902"/>
                    </a:moveTo>
                    <a:cubicBezTo>
                      <a:pt x="337" y="909"/>
                      <a:pt x="328" y="908"/>
                      <a:pt x="324" y="905"/>
                    </a:cubicBezTo>
                    <a:cubicBezTo>
                      <a:pt x="323" y="904"/>
                      <a:pt x="322" y="904"/>
                      <a:pt x="321" y="903"/>
                    </a:cubicBezTo>
                    <a:cubicBezTo>
                      <a:pt x="319" y="902"/>
                      <a:pt x="317" y="902"/>
                      <a:pt x="315" y="901"/>
                    </a:cubicBezTo>
                    <a:cubicBezTo>
                      <a:pt x="313" y="901"/>
                      <a:pt x="311" y="900"/>
                      <a:pt x="309" y="899"/>
                    </a:cubicBezTo>
                    <a:cubicBezTo>
                      <a:pt x="307" y="899"/>
                      <a:pt x="306" y="900"/>
                      <a:pt x="304" y="900"/>
                    </a:cubicBezTo>
                    <a:cubicBezTo>
                      <a:pt x="303" y="901"/>
                      <a:pt x="302" y="900"/>
                      <a:pt x="301" y="901"/>
                    </a:cubicBezTo>
                    <a:cubicBezTo>
                      <a:pt x="301" y="901"/>
                      <a:pt x="300" y="902"/>
                      <a:pt x="300" y="902"/>
                    </a:cubicBezTo>
                    <a:cubicBezTo>
                      <a:pt x="299" y="902"/>
                      <a:pt x="297" y="903"/>
                      <a:pt x="296" y="902"/>
                    </a:cubicBezTo>
                    <a:cubicBezTo>
                      <a:pt x="293" y="901"/>
                      <a:pt x="293" y="894"/>
                      <a:pt x="293" y="892"/>
                    </a:cubicBezTo>
                    <a:cubicBezTo>
                      <a:pt x="294" y="888"/>
                      <a:pt x="297" y="886"/>
                      <a:pt x="301" y="885"/>
                    </a:cubicBezTo>
                    <a:cubicBezTo>
                      <a:pt x="308" y="884"/>
                      <a:pt x="315" y="886"/>
                      <a:pt x="321" y="886"/>
                    </a:cubicBezTo>
                    <a:cubicBezTo>
                      <a:pt x="327" y="885"/>
                      <a:pt x="335" y="886"/>
                      <a:pt x="338" y="892"/>
                    </a:cubicBezTo>
                    <a:cubicBezTo>
                      <a:pt x="339" y="895"/>
                      <a:pt x="340" y="899"/>
                      <a:pt x="339" y="902"/>
                    </a:cubicBezTo>
                    <a:close/>
                    <a:moveTo>
                      <a:pt x="344" y="801"/>
                    </a:moveTo>
                    <a:cubicBezTo>
                      <a:pt x="343" y="804"/>
                      <a:pt x="341" y="805"/>
                      <a:pt x="340" y="807"/>
                    </a:cubicBezTo>
                    <a:cubicBezTo>
                      <a:pt x="338" y="809"/>
                      <a:pt x="337" y="811"/>
                      <a:pt x="336" y="812"/>
                    </a:cubicBezTo>
                    <a:cubicBezTo>
                      <a:pt x="334" y="814"/>
                      <a:pt x="333" y="815"/>
                      <a:pt x="331" y="817"/>
                    </a:cubicBezTo>
                    <a:cubicBezTo>
                      <a:pt x="330" y="819"/>
                      <a:pt x="328" y="821"/>
                      <a:pt x="327" y="818"/>
                    </a:cubicBezTo>
                    <a:cubicBezTo>
                      <a:pt x="326" y="813"/>
                      <a:pt x="324" y="811"/>
                      <a:pt x="319" y="810"/>
                    </a:cubicBezTo>
                    <a:cubicBezTo>
                      <a:pt x="316" y="810"/>
                      <a:pt x="313" y="810"/>
                      <a:pt x="310" y="811"/>
                    </a:cubicBezTo>
                    <a:cubicBezTo>
                      <a:pt x="307" y="812"/>
                      <a:pt x="305" y="814"/>
                      <a:pt x="303" y="813"/>
                    </a:cubicBezTo>
                    <a:cubicBezTo>
                      <a:pt x="296" y="812"/>
                      <a:pt x="300" y="801"/>
                      <a:pt x="299" y="797"/>
                    </a:cubicBezTo>
                    <a:cubicBezTo>
                      <a:pt x="298" y="791"/>
                      <a:pt x="291" y="789"/>
                      <a:pt x="287" y="786"/>
                    </a:cubicBezTo>
                    <a:cubicBezTo>
                      <a:pt x="285" y="785"/>
                      <a:pt x="280" y="782"/>
                      <a:pt x="282" y="780"/>
                    </a:cubicBezTo>
                    <a:cubicBezTo>
                      <a:pt x="285" y="777"/>
                      <a:pt x="291" y="781"/>
                      <a:pt x="293" y="782"/>
                    </a:cubicBezTo>
                    <a:cubicBezTo>
                      <a:pt x="296" y="784"/>
                      <a:pt x="298" y="787"/>
                      <a:pt x="301" y="789"/>
                    </a:cubicBezTo>
                    <a:cubicBezTo>
                      <a:pt x="304" y="791"/>
                      <a:pt x="305" y="793"/>
                      <a:pt x="304" y="796"/>
                    </a:cubicBezTo>
                    <a:cubicBezTo>
                      <a:pt x="304" y="798"/>
                      <a:pt x="304" y="801"/>
                      <a:pt x="306" y="803"/>
                    </a:cubicBezTo>
                    <a:cubicBezTo>
                      <a:pt x="308" y="804"/>
                      <a:pt x="312" y="804"/>
                      <a:pt x="314" y="804"/>
                    </a:cubicBezTo>
                    <a:cubicBezTo>
                      <a:pt x="317" y="804"/>
                      <a:pt x="320" y="804"/>
                      <a:pt x="323" y="805"/>
                    </a:cubicBezTo>
                    <a:cubicBezTo>
                      <a:pt x="325" y="807"/>
                      <a:pt x="326" y="808"/>
                      <a:pt x="329" y="807"/>
                    </a:cubicBezTo>
                    <a:cubicBezTo>
                      <a:pt x="332" y="806"/>
                      <a:pt x="334" y="804"/>
                      <a:pt x="336" y="802"/>
                    </a:cubicBezTo>
                    <a:cubicBezTo>
                      <a:pt x="337" y="801"/>
                      <a:pt x="338" y="798"/>
                      <a:pt x="341" y="797"/>
                    </a:cubicBezTo>
                    <a:cubicBezTo>
                      <a:pt x="344" y="796"/>
                      <a:pt x="344" y="799"/>
                      <a:pt x="344" y="801"/>
                    </a:cubicBezTo>
                    <a:close/>
                    <a:moveTo>
                      <a:pt x="353" y="333"/>
                    </a:moveTo>
                    <a:cubicBezTo>
                      <a:pt x="351" y="336"/>
                      <a:pt x="350" y="337"/>
                      <a:pt x="347" y="339"/>
                    </a:cubicBezTo>
                    <a:cubicBezTo>
                      <a:pt x="344" y="343"/>
                      <a:pt x="342" y="350"/>
                      <a:pt x="337" y="351"/>
                    </a:cubicBezTo>
                    <a:cubicBezTo>
                      <a:pt x="333" y="352"/>
                      <a:pt x="332" y="348"/>
                      <a:pt x="333" y="345"/>
                    </a:cubicBezTo>
                    <a:cubicBezTo>
                      <a:pt x="335" y="341"/>
                      <a:pt x="339" y="338"/>
                      <a:pt x="341" y="335"/>
                    </a:cubicBezTo>
                    <a:cubicBezTo>
                      <a:pt x="344" y="329"/>
                      <a:pt x="344" y="322"/>
                      <a:pt x="346" y="316"/>
                    </a:cubicBezTo>
                    <a:cubicBezTo>
                      <a:pt x="348" y="314"/>
                      <a:pt x="349" y="312"/>
                      <a:pt x="352" y="311"/>
                    </a:cubicBezTo>
                    <a:cubicBezTo>
                      <a:pt x="356" y="310"/>
                      <a:pt x="356" y="313"/>
                      <a:pt x="359" y="315"/>
                    </a:cubicBezTo>
                    <a:cubicBezTo>
                      <a:pt x="361" y="316"/>
                      <a:pt x="367" y="318"/>
                      <a:pt x="362" y="320"/>
                    </a:cubicBezTo>
                    <a:cubicBezTo>
                      <a:pt x="359" y="322"/>
                      <a:pt x="357" y="320"/>
                      <a:pt x="355" y="323"/>
                    </a:cubicBezTo>
                    <a:cubicBezTo>
                      <a:pt x="354" y="326"/>
                      <a:pt x="354" y="330"/>
                      <a:pt x="353" y="333"/>
                    </a:cubicBezTo>
                    <a:close/>
                    <a:moveTo>
                      <a:pt x="404" y="455"/>
                    </a:moveTo>
                    <a:cubicBezTo>
                      <a:pt x="401" y="458"/>
                      <a:pt x="398" y="461"/>
                      <a:pt x="394" y="462"/>
                    </a:cubicBezTo>
                    <a:cubicBezTo>
                      <a:pt x="393" y="464"/>
                      <a:pt x="392" y="465"/>
                      <a:pt x="390" y="466"/>
                    </a:cubicBezTo>
                    <a:cubicBezTo>
                      <a:pt x="386" y="469"/>
                      <a:pt x="384" y="475"/>
                      <a:pt x="381" y="479"/>
                    </a:cubicBezTo>
                    <a:cubicBezTo>
                      <a:pt x="377" y="484"/>
                      <a:pt x="373" y="489"/>
                      <a:pt x="368" y="492"/>
                    </a:cubicBezTo>
                    <a:cubicBezTo>
                      <a:pt x="365" y="494"/>
                      <a:pt x="360" y="497"/>
                      <a:pt x="357" y="495"/>
                    </a:cubicBezTo>
                    <a:cubicBezTo>
                      <a:pt x="351" y="493"/>
                      <a:pt x="356" y="486"/>
                      <a:pt x="359" y="483"/>
                    </a:cubicBezTo>
                    <a:cubicBezTo>
                      <a:pt x="362" y="479"/>
                      <a:pt x="367" y="476"/>
                      <a:pt x="369" y="471"/>
                    </a:cubicBezTo>
                    <a:cubicBezTo>
                      <a:pt x="371" y="468"/>
                      <a:pt x="371" y="464"/>
                      <a:pt x="375" y="461"/>
                    </a:cubicBezTo>
                    <a:cubicBezTo>
                      <a:pt x="380" y="459"/>
                      <a:pt x="384" y="460"/>
                      <a:pt x="388" y="457"/>
                    </a:cubicBezTo>
                    <a:cubicBezTo>
                      <a:pt x="392" y="453"/>
                      <a:pt x="396" y="450"/>
                      <a:pt x="400" y="447"/>
                    </a:cubicBezTo>
                    <a:cubicBezTo>
                      <a:pt x="402" y="445"/>
                      <a:pt x="408" y="439"/>
                      <a:pt x="410" y="445"/>
                    </a:cubicBezTo>
                    <a:cubicBezTo>
                      <a:pt x="412" y="450"/>
                      <a:pt x="407" y="453"/>
                      <a:pt x="404" y="455"/>
                    </a:cubicBezTo>
                    <a:close/>
                    <a:moveTo>
                      <a:pt x="652" y="336"/>
                    </a:moveTo>
                    <a:cubicBezTo>
                      <a:pt x="651" y="337"/>
                      <a:pt x="650" y="338"/>
                      <a:pt x="649" y="338"/>
                    </a:cubicBezTo>
                    <a:cubicBezTo>
                      <a:pt x="648" y="339"/>
                      <a:pt x="647" y="339"/>
                      <a:pt x="646" y="339"/>
                    </a:cubicBezTo>
                    <a:cubicBezTo>
                      <a:pt x="644" y="340"/>
                      <a:pt x="641" y="343"/>
                      <a:pt x="638" y="341"/>
                    </a:cubicBezTo>
                    <a:cubicBezTo>
                      <a:pt x="637" y="340"/>
                      <a:pt x="636" y="340"/>
                      <a:pt x="635" y="339"/>
                    </a:cubicBezTo>
                    <a:cubicBezTo>
                      <a:pt x="634" y="339"/>
                      <a:pt x="634" y="339"/>
                      <a:pt x="633" y="339"/>
                    </a:cubicBezTo>
                    <a:cubicBezTo>
                      <a:pt x="632" y="339"/>
                      <a:pt x="632" y="338"/>
                      <a:pt x="631" y="338"/>
                    </a:cubicBezTo>
                    <a:cubicBezTo>
                      <a:pt x="630" y="337"/>
                      <a:pt x="629" y="337"/>
                      <a:pt x="628" y="337"/>
                    </a:cubicBezTo>
                    <a:cubicBezTo>
                      <a:pt x="628" y="336"/>
                      <a:pt x="628" y="336"/>
                      <a:pt x="627" y="335"/>
                    </a:cubicBezTo>
                    <a:cubicBezTo>
                      <a:pt x="626" y="335"/>
                      <a:pt x="625" y="334"/>
                      <a:pt x="624" y="333"/>
                    </a:cubicBezTo>
                    <a:cubicBezTo>
                      <a:pt x="623" y="332"/>
                      <a:pt x="623" y="332"/>
                      <a:pt x="622" y="330"/>
                    </a:cubicBezTo>
                    <a:cubicBezTo>
                      <a:pt x="622" y="329"/>
                      <a:pt x="622" y="328"/>
                      <a:pt x="622" y="327"/>
                    </a:cubicBezTo>
                    <a:cubicBezTo>
                      <a:pt x="622" y="325"/>
                      <a:pt x="623" y="322"/>
                      <a:pt x="625" y="322"/>
                    </a:cubicBezTo>
                    <a:cubicBezTo>
                      <a:pt x="628" y="322"/>
                      <a:pt x="631" y="323"/>
                      <a:pt x="633" y="323"/>
                    </a:cubicBezTo>
                    <a:cubicBezTo>
                      <a:pt x="635" y="323"/>
                      <a:pt x="638" y="325"/>
                      <a:pt x="640" y="326"/>
                    </a:cubicBezTo>
                    <a:cubicBezTo>
                      <a:pt x="642" y="327"/>
                      <a:pt x="644" y="328"/>
                      <a:pt x="646" y="329"/>
                    </a:cubicBezTo>
                    <a:cubicBezTo>
                      <a:pt x="647" y="330"/>
                      <a:pt x="649" y="330"/>
                      <a:pt x="650" y="331"/>
                    </a:cubicBezTo>
                    <a:cubicBezTo>
                      <a:pt x="652" y="332"/>
                      <a:pt x="653" y="334"/>
                      <a:pt x="652" y="336"/>
                    </a:cubicBezTo>
                    <a:close/>
                    <a:moveTo>
                      <a:pt x="732" y="334"/>
                    </a:moveTo>
                    <a:cubicBezTo>
                      <a:pt x="730" y="336"/>
                      <a:pt x="727" y="337"/>
                      <a:pt x="725" y="338"/>
                    </a:cubicBezTo>
                    <a:cubicBezTo>
                      <a:pt x="724" y="338"/>
                      <a:pt x="723" y="339"/>
                      <a:pt x="722" y="339"/>
                    </a:cubicBezTo>
                    <a:cubicBezTo>
                      <a:pt x="721" y="340"/>
                      <a:pt x="721" y="341"/>
                      <a:pt x="720" y="341"/>
                    </a:cubicBezTo>
                    <a:cubicBezTo>
                      <a:pt x="719" y="342"/>
                      <a:pt x="717" y="343"/>
                      <a:pt x="716" y="341"/>
                    </a:cubicBezTo>
                    <a:cubicBezTo>
                      <a:pt x="715" y="341"/>
                      <a:pt x="715" y="340"/>
                      <a:pt x="715" y="339"/>
                    </a:cubicBezTo>
                    <a:cubicBezTo>
                      <a:pt x="714" y="338"/>
                      <a:pt x="713" y="337"/>
                      <a:pt x="712" y="337"/>
                    </a:cubicBezTo>
                    <a:cubicBezTo>
                      <a:pt x="711" y="336"/>
                      <a:pt x="711" y="336"/>
                      <a:pt x="711" y="335"/>
                    </a:cubicBezTo>
                    <a:cubicBezTo>
                      <a:pt x="710" y="335"/>
                      <a:pt x="709" y="334"/>
                      <a:pt x="709" y="334"/>
                    </a:cubicBezTo>
                    <a:cubicBezTo>
                      <a:pt x="707" y="334"/>
                      <a:pt x="704" y="334"/>
                      <a:pt x="702" y="333"/>
                    </a:cubicBezTo>
                    <a:cubicBezTo>
                      <a:pt x="700" y="333"/>
                      <a:pt x="698" y="333"/>
                      <a:pt x="696" y="333"/>
                    </a:cubicBezTo>
                    <a:cubicBezTo>
                      <a:pt x="694" y="333"/>
                      <a:pt x="692" y="333"/>
                      <a:pt x="690" y="333"/>
                    </a:cubicBezTo>
                    <a:cubicBezTo>
                      <a:pt x="688" y="333"/>
                      <a:pt x="686" y="333"/>
                      <a:pt x="684" y="332"/>
                    </a:cubicBezTo>
                    <a:cubicBezTo>
                      <a:pt x="682" y="332"/>
                      <a:pt x="681" y="332"/>
                      <a:pt x="681" y="330"/>
                    </a:cubicBezTo>
                    <a:cubicBezTo>
                      <a:pt x="679" y="328"/>
                      <a:pt x="680" y="326"/>
                      <a:pt x="681" y="323"/>
                    </a:cubicBezTo>
                    <a:cubicBezTo>
                      <a:pt x="681" y="322"/>
                      <a:pt x="682" y="321"/>
                      <a:pt x="682" y="321"/>
                    </a:cubicBezTo>
                    <a:cubicBezTo>
                      <a:pt x="683" y="321"/>
                      <a:pt x="685" y="321"/>
                      <a:pt x="686" y="321"/>
                    </a:cubicBezTo>
                    <a:cubicBezTo>
                      <a:pt x="689" y="321"/>
                      <a:pt x="691" y="323"/>
                      <a:pt x="694" y="324"/>
                    </a:cubicBezTo>
                    <a:cubicBezTo>
                      <a:pt x="696" y="324"/>
                      <a:pt x="698" y="324"/>
                      <a:pt x="699" y="324"/>
                    </a:cubicBezTo>
                    <a:cubicBezTo>
                      <a:pt x="701" y="323"/>
                      <a:pt x="703" y="323"/>
                      <a:pt x="705" y="323"/>
                    </a:cubicBezTo>
                    <a:cubicBezTo>
                      <a:pt x="707" y="323"/>
                      <a:pt x="708" y="322"/>
                      <a:pt x="710" y="322"/>
                    </a:cubicBezTo>
                    <a:cubicBezTo>
                      <a:pt x="711" y="322"/>
                      <a:pt x="713" y="322"/>
                      <a:pt x="714" y="322"/>
                    </a:cubicBezTo>
                    <a:cubicBezTo>
                      <a:pt x="715" y="322"/>
                      <a:pt x="716" y="321"/>
                      <a:pt x="717" y="321"/>
                    </a:cubicBezTo>
                    <a:cubicBezTo>
                      <a:pt x="719" y="321"/>
                      <a:pt x="721" y="323"/>
                      <a:pt x="723" y="324"/>
                    </a:cubicBezTo>
                    <a:cubicBezTo>
                      <a:pt x="726" y="325"/>
                      <a:pt x="731" y="325"/>
                      <a:pt x="732" y="329"/>
                    </a:cubicBezTo>
                    <a:cubicBezTo>
                      <a:pt x="733" y="331"/>
                      <a:pt x="733" y="333"/>
                      <a:pt x="732" y="33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62" name="Freeform 2163">
                <a:extLst>
                  <a:ext uri="{FF2B5EF4-FFF2-40B4-BE49-F238E27FC236}">
                    <a16:creationId xmlns:a16="http://schemas.microsoft.com/office/drawing/2014/main" id="{0978C1CF-BC17-4A6A-82D5-109E93C6D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3497"/>
                <a:ext cx="151" cy="314"/>
              </a:xfrm>
              <a:custGeom>
                <a:avLst/>
                <a:gdLst>
                  <a:gd name="T0" fmla="*/ 359 w 372"/>
                  <a:gd name="T1" fmla="*/ 484 h 772"/>
                  <a:gd name="T2" fmla="*/ 366 w 372"/>
                  <a:gd name="T3" fmla="*/ 492 h 772"/>
                  <a:gd name="T4" fmla="*/ 309 w 372"/>
                  <a:gd name="T5" fmla="*/ 571 h 772"/>
                  <a:gd name="T6" fmla="*/ 288 w 372"/>
                  <a:gd name="T7" fmla="*/ 636 h 772"/>
                  <a:gd name="T8" fmla="*/ 271 w 372"/>
                  <a:gd name="T9" fmla="*/ 667 h 772"/>
                  <a:gd name="T10" fmla="*/ 228 w 372"/>
                  <a:gd name="T11" fmla="*/ 685 h 772"/>
                  <a:gd name="T12" fmla="*/ 234 w 372"/>
                  <a:gd name="T13" fmla="*/ 743 h 772"/>
                  <a:gd name="T14" fmla="*/ 214 w 372"/>
                  <a:gd name="T15" fmla="*/ 764 h 772"/>
                  <a:gd name="T16" fmla="*/ 181 w 372"/>
                  <a:gd name="T17" fmla="*/ 765 h 772"/>
                  <a:gd name="T18" fmla="*/ 137 w 372"/>
                  <a:gd name="T19" fmla="*/ 739 h 772"/>
                  <a:gd name="T20" fmla="*/ 119 w 372"/>
                  <a:gd name="T21" fmla="*/ 700 h 772"/>
                  <a:gd name="T22" fmla="*/ 105 w 372"/>
                  <a:gd name="T23" fmla="*/ 661 h 772"/>
                  <a:gd name="T24" fmla="*/ 45 w 372"/>
                  <a:gd name="T25" fmla="*/ 635 h 772"/>
                  <a:gd name="T26" fmla="*/ 15 w 372"/>
                  <a:gd name="T27" fmla="*/ 612 h 772"/>
                  <a:gd name="T28" fmla="*/ 0 w 372"/>
                  <a:gd name="T29" fmla="*/ 584 h 772"/>
                  <a:gd name="T30" fmla="*/ 19 w 372"/>
                  <a:gd name="T31" fmla="*/ 593 h 772"/>
                  <a:gd name="T32" fmla="*/ 28 w 372"/>
                  <a:gd name="T33" fmla="*/ 581 h 772"/>
                  <a:gd name="T34" fmla="*/ 17 w 372"/>
                  <a:gd name="T35" fmla="*/ 554 h 772"/>
                  <a:gd name="T36" fmla="*/ 33 w 372"/>
                  <a:gd name="T37" fmla="*/ 550 h 772"/>
                  <a:gd name="T38" fmla="*/ 7 w 372"/>
                  <a:gd name="T39" fmla="*/ 537 h 772"/>
                  <a:gd name="T40" fmla="*/ 7 w 372"/>
                  <a:gd name="T41" fmla="*/ 515 h 772"/>
                  <a:gd name="T42" fmla="*/ 7 w 372"/>
                  <a:gd name="T43" fmla="*/ 488 h 772"/>
                  <a:gd name="T44" fmla="*/ 17 w 372"/>
                  <a:gd name="T45" fmla="*/ 466 h 772"/>
                  <a:gd name="T46" fmla="*/ 35 w 372"/>
                  <a:gd name="T47" fmla="*/ 458 h 772"/>
                  <a:gd name="T48" fmla="*/ 30 w 372"/>
                  <a:gd name="T49" fmla="*/ 445 h 772"/>
                  <a:gd name="T50" fmla="*/ 30 w 372"/>
                  <a:gd name="T51" fmla="*/ 425 h 772"/>
                  <a:gd name="T52" fmla="*/ 25 w 372"/>
                  <a:gd name="T53" fmla="*/ 397 h 772"/>
                  <a:gd name="T54" fmla="*/ 35 w 372"/>
                  <a:gd name="T55" fmla="*/ 376 h 772"/>
                  <a:gd name="T56" fmla="*/ 26 w 372"/>
                  <a:gd name="T57" fmla="*/ 349 h 772"/>
                  <a:gd name="T58" fmla="*/ 14 w 372"/>
                  <a:gd name="T59" fmla="*/ 332 h 772"/>
                  <a:gd name="T60" fmla="*/ 27 w 372"/>
                  <a:gd name="T61" fmla="*/ 320 h 772"/>
                  <a:gd name="T62" fmla="*/ 36 w 372"/>
                  <a:gd name="T63" fmla="*/ 307 h 772"/>
                  <a:gd name="T64" fmla="*/ 34 w 372"/>
                  <a:gd name="T65" fmla="*/ 296 h 772"/>
                  <a:gd name="T66" fmla="*/ 37 w 372"/>
                  <a:gd name="T67" fmla="*/ 282 h 772"/>
                  <a:gd name="T68" fmla="*/ 52 w 372"/>
                  <a:gd name="T69" fmla="*/ 271 h 772"/>
                  <a:gd name="T70" fmla="*/ 46 w 372"/>
                  <a:gd name="T71" fmla="*/ 244 h 772"/>
                  <a:gd name="T72" fmla="*/ 46 w 372"/>
                  <a:gd name="T73" fmla="*/ 223 h 772"/>
                  <a:gd name="T74" fmla="*/ 19 w 372"/>
                  <a:gd name="T75" fmla="*/ 210 h 772"/>
                  <a:gd name="T76" fmla="*/ 8 w 372"/>
                  <a:gd name="T77" fmla="*/ 148 h 772"/>
                  <a:gd name="T78" fmla="*/ 38 w 372"/>
                  <a:gd name="T79" fmla="*/ 136 h 772"/>
                  <a:gd name="T80" fmla="*/ 11 w 372"/>
                  <a:gd name="T81" fmla="*/ 107 h 772"/>
                  <a:gd name="T82" fmla="*/ 15 w 372"/>
                  <a:gd name="T83" fmla="*/ 84 h 772"/>
                  <a:gd name="T84" fmla="*/ 76 w 372"/>
                  <a:gd name="T85" fmla="*/ 19 h 772"/>
                  <a:gd name="T86" fmla="*/ 184 w 372"/>
                  <a:gd name="T87" fmla="*/ 43 h 772"/>
                  <a:gd name="T88" fmla="*/ 257 w 372"/>
                  <a:gd name="T89" fmla="*/ 199 h 772"/>
                  <a:gd name="T90" fmla="*/ 255 w 372"/>
                  <a:gd name="T91" fmla="*/ 315 h 772"/>
                  <a:gd name="T92" fmla="*/ 280 w 372"/>
                  <a:gd name="T93" fmla="*/ 396 h 772"/>
                  <a:gd name="T94" fmla="*/ 280 w 372"/>
                  <a:gd name="T95" fmla="*/ 442 h 772"/>
                  <a:gd name="T96" fmla="*/ 303 w 372"/>
                  <a:gd name="T97" fmla="*/ 438 h 772"/>
                  <a:gd name="T98" fmla="*/ 342 w 372"/>
                  <a:gd name="T99" fmla="*/ 456 h 772"/>
                  <a:gd name="T100" fmla="*/ 357 w 372"/>
                  <a:gd name="T101" fmla="*/ 454 h 7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72" h="772">
                    <a:moveTo>
                      <a:pt x="365" y="465"/>
                    </a:moveTo>
                    <a:cubicBezTo>
                      <a:pt x="365" y="467"/>
                      <a:pt x="364" y="469"/>
                      <a:pt x="364" y="471"/>
                    </a:cubicBezTo>
                    <a:cubicBezTo>
                      <a:pt x="364" y="474"/>
                      <a:pt x="367" y="474"/>
                      <a:pt x="367" y="476"/>
                    </a:cubicBezTo>
                    <a:cubicBezTo>
                      <a:pt x="367" y="480"/>
                      <a:pt x="362" y="482"/>
                      <a:pt x="359" y="484"/>
                    </a:cubicBezTo>
                    <a:cubicBezTo>
                      <a:pt x="359" y="484"/>
                      <a:pt x="359" y="484"/>
                      <a:pt x="358" y="484"/>
                    </a:cubicBezTo>
                    <a:cubicBezTo>
                      <a:pt x="356" y="487"/>
                      <a:pt x="353" y="491"/>
                      <a:pt x="354" y="495"/>
                    </a:cubicBezTo>
                    <a:cubicBezTo>
                      <a:pt x="356" y="499"/>
                      <a:pt x="361" y="496"/>
                      <a:pt x="363" y="494"/>
                    </a:cubicBezTo>
                    <a:cubicBezTo>
                      <a:pt x="365" y="494"/>
                      <a:pt x="365" y="493"/>
                      <a:pt x="366" y="492"/>
                    </a:cubicBezTo>
                    <a:cubicBezTo>
                      <a:pt x="367" y="493"/>
                      <a:pt x="367" y="493"/>
                      <a:pt x="367" y="493"/>
                    </a:cubicBezTo>
                    <a:cubicBezTo>
                      <a:pt x="367" y="517"/>
                      <a:pt x="367" y="517"/>
                      <a:pt x="367" y="517"/>
                    </a:cubicBezTo>
                    <a:cubicBezTo>
                      <a:pt x="343" y="552"/>
                      <a:pt x="343" y="552"/>
                      <a:pt x="343" y="552"/>
                    </a:cubicBezTo>
                    <a:cubicBezTo>
                      <a:pt x="343" y="552"/>
                      <a:pt x="311" y="552"/>
                      <a:pt x="309" y="571"/>
                    </a:cubicBezTo>
                    <a:cubicBezTo>
                      <a:pt x="309" y="587"/>
                      <a:pt x="309" y="587"/>
                      <a:pt x="309" y="587"/>
                    </a:cubicBezTo>
                    <a:cubicBezTo>
                      <a:pt x="294" y="605"/>
                      <a:pt x="294" y="605"/>
                      <a:pt x="294" y="605"/>
                    </a:cubicBezTo>
                    <a:cubicBezTo>
                      <a:pt x="294" y="631"/>
                      <a:pt x="294" y="631"/>
                      <a:pt x="294" y="631"/>
                    </a:cubicBezTo>
                    <a:cubicBezTo>
                      <a:pt x="288" y="636"/>
                      <a:pt x="288" y="636"/>
                      <a:pt x="288" y="636"/>
                    </a:cubicBezTo>
                    <a:cubicBezTo>
                      <a:pt x="291" y="657"/>
                      <a:pt x="291" y="657"/>
                      <a:pt x="291" y="657"/>
                    </a:cubicBezTo>
                    <a:cubicBezTo>
                      <a:pt x="281" y="663"/>
                      <a:pt x="281" y="663"/>
                      <a:pt x="281" y="663"/>
                    </a:cubicBezTo>
                    <a:cubicBezTo>
                      <a:pt x="273" y="662"/>
                      <a:pt x="273" y="662"/>
                      <a:pt x="273" y="662"/>
                    </a:cubicBezTo>
                    <a:cubicBezTo>
                      <a:pt x="271" y="667"/>
                      <a:pt x="271" y="667"/>
                      <a:pt x="271" y="667"/>
                    </a:cubicBezTo>
                    <a:cubicBezTo>
                      <a:pt x="267" y="667"/>
                      <a:pt x="267" y="667"/>
                      <a:pt x="267" y="667"/>
                    </a:cubicBezTo>
                    <a:cubicBezTo>
                      <a:pt x="265" y="664"/>
                      <a:pt x="265" y="664"/>
                      <a:pt x="265" y="664"/>
                    </a:cubicBezTo>
                    <a:cubicBezTo>
                      <a:pt x="239" y="665"/>
                      <a:pt x="239" y="665"/>
                      <a:pt x="239" y="665"/>
                    </a:cubicBezTo>
                    <a:cubicBezTo>
                      <a:pt x="228" y="685"/>
                      <a:pt x="228" y="685"/>
                      <a:pt x="228" y="685"/>
                    </a:cubicBezTo>
                    <a:cubicBezTo>
                      <a:pt x="216" y="685"/>
                      <a:pt x="216" y="685"/>
                      <a:pt x="216" y="685"/>
                    </a:cubicBezTo>
                    <a:cubicBezTo>
                      <a:pt x="209" y="694"/>
                      <a:pt x="209" y="694"/>
                      <a:pt x="209" y="694"/>
                    </a:cubicBezTo>
                    <a:cubicBezTo>
                      <a:pt x="235" y="728"/>
                      <a:pt x="235" y="728"/>
                      <a:pt x="235" y="728"/>
                    </a:cubicBezTo>
                    <a:cubicBezTo>
                      <a:pt x="234" y="743"/>
                      <a:pt x="234" y="743"/>
                      <a:pt x="234" y="743"/>
                    </a:cubicBezTo>
                    <a:cubicBezTo>
                      <a:pt x="222" y="739"/>
                      <a:pt x="222" y="739"/>
                      <a:pt x="222" y="739"/>
                    </a:cubicBezTo>
                    <a:cubicBezTo>
                      <a:pt x="209" y="740"/>
                      <a:pt x="209" y="740"/>
                      <a:pt x="209" y="740"/>
                    </a:cubicBezTo>
                    <a:cubicBezTo>
                      <a:pt x="214" y="749"/>
                      <a:pt x="214" y="749"/>
                      <a:pt x="214" y="749"/>
                    </a:cubicBezTo>
                    <a:cubicBezTo>
                      <a:pt x="214" y="764"/>
                      <a:pt x="214" y="764"/>
                      <a:pt x="214" y="764"/>
                    </a:cubicBezTo>
                    <a:cubicBezTo>
                      <a:pt x="198" y="772"/>
                      <a:pt x="198" y="772"/>
                      <a:pt x="198" y="772"/>
                    </a:cubicBezTo>
                    <a:cubicBezTo>
                      <a:pt x="194" y="772"/>
                      <a:pt x="194" y="772"/>
                      <a:pt x="194" y="772"/>
                    </a:cubicBezTo>
                    <a:cubicBezTo>
                      <a:pt x="193" y="770"/>
                      <a:pt x="190" y="768"/>
                      <a:pt x="188" y="767"/>
                    </a:cubicBezTo>
                    <a:cubicBezTo>
                      <a:pt x="186" y="766"/>
                      <a:pt x="183" y="766"/>
                      <a:pt x="181" y="765"/>
                    </a:cubicBezTo>
                    <a:cubicBezTo>
                      <a:pt x="178" y="765"/>
                      <a:pt x="176" y="764"/>
                      <a:pt x="173" y="762"/>
                    </a:cubicBezTo>
                    <a:cubicBezTo>
                      <a:pt x="168" y="760"/>
                      <a:pt x="162" y="758"/>
                      <a:pt x="157" y="755"/>
                    </a:cubicBezTo>
                    <a:cubicBezTo>
                      <a:pt x="154" y="753"/>
                      <a:pt x="150" y="751"/>
                      <a:pt x="147" y="748"/>
                    </a:cubicBezTo>
                    <a:cubicBezTo>
                      <a:pt x="143" y="746"/>
                      <a:pt x="139" y="743"/>
                      <a:pt x="137" y="739"/>
                    </a:cubicBezTo>
                    <a:cubicBezTo>
                      <a:pt x="136" y="737"/>
                      <a:pt x="136" y="734"/>
                      <a:pt x="137" y="731"/>
                    </a:cubicBezTo>
                    <a:cubicBezTo>
                      <a:pt x="139" y="725"/>
                      <a:pt x="146" y="716"/>
                      <a:pt x="139" y="711"/>
                    </a:cubicBezTo>
                    <a:cubicBezTo>
                      <a:pt x="135" y="709"/>
                      <a:pt x="130" y="709"/>
                      <a:pt x="126" y="707"/>
                    </a:cubicBezTo>
                    <a:cubicBezTo>
                      <a:pt x="123" y="706"/>
                      <a:pt x="119" y="704"/>
                      <a:pt x="119" y="700"/>
                    </a:cubicBezTo>
                    <a:cubicBezTo>
                      <a:pt x="119" y="696"/>
                      <a:pt x="121" y="693"/>
                      <a:pt x="120" y="690"/>
                    </a:cubicBezTo>
                    <a:cubicBezTo>
                      <a:pt x="120" y="686"/>
                      <a:pt x="118" y="682"/>
                      <a:pt x="118" y="678"/>
                    </a:cubicBezTo>
                    <a:cubicBezTo>
                      <a:pt x="118" y="674"/>
                      <a:pt x="117" y="671"/>
                      <a:pt x="113" y="669"/>
                    </a:cubicBezTo>
                    <a:cubicBezTo>
                      <a:pt x="111" y="666"/>
                      <a:pt x="108" y="663"/>
                      <a:pt x="105" y="661"/>
                    </a:cubicBezTo>
                    <a:cubicBezTo>
                      <a:pt x="100" y="659"/>
                      <a:pt x="95" y="657"/>
                      <a:pt x="90" y="655"/>
                    </a:cubicBezTo>
                    <a:cubicBezTo>
                      <a:pt x="85" y="653"/>
                      <a:pt x="80" y="650"/>
                      <a:pt x="76" y="647"/>
                    </a:cubicBezTo>
                    <a:cubicBezTo>
                      <a:pt x="71" y="645"/>
                      <a:pt x="67" y="644"/>
                      <a:pt x="62" y="642"/>
                    </a:cubicBezTo>
                    <a:cubicBezTo>
                      <a:pt x="57" y="640"/>
                      <a:pt x="51" y="637"/>
                      <a:pt x="45" y="635"/>
                    </a:cubicBezTo>
                    <a:cubicBezTo>
                      <a:pt x="41" y="634"/>
                      <a:pt x="37" y="631"/>
                      <a:pt x="33" y="628"/>
                    </a:cubicBezTo>
                    <a:cubicBezTo>
                      <a:pt x="31" y="626"/>
                      <a:pt x="28" y="624"/>
                      <a:pt x="26" y="622"/>
                    </a:cubicBezTo>
                    <a:cubicBezTo>
                      <a:pt x="24" y="621"/>
                      <a:pt x="23" y="619"/>
                      <a:pt x="21" y="618"/>
                    </a:cubicBezTo>
                    <a:cubicBezTo>
                      <a:pt x="19" y="616"/>
                      <a:pt x="16" y="614"/>
                      <a:pt x="15" y="612"/>
                    </a:cubicBezTo>
                    <a:cubicBezTo>
                      <a:pt x="13" y="609"/>
                      <a:pt x="13" y="607"/>
                      <a:pt x="12" y="604"/>
                    </a:cubicBezTo>
                    <a:cubicBezTo>
                      <a:pt x="11" y="601"/>
                      <a:pt x="9" y="599"/>
                      <a:pt x="7" y="597"/>
                    </a:cubicBezTo>
                    <a:cubicBezTo>
                      <a:pt x="5" y="596"/>
                      <a:pt x="4" y="593"/>
                      <a:pt x="3" y="591"/>
                    </a:cubicBezTo>
                    <a:cubicBezTo>
                      <a:pt x="2" y="588"/>
                      <a:pt x="0" y="586"/>
                      <a:pt x="0" y="584"/>
                    </a:cubicBezTo>
                    <a:cubicBezTo>
                      <a:pt x="0" y="582"/>
                      <a:pt x="0" y="579"/>
                      <a:pt x="1" y="577"/>
                    </a:cubicBezTo>
                    <a:cubicBezTo>
                      <a:pt x="3" y="576"/>
                      <a:pt x="5" y="575"/>
                      <a:pt x="7" y="575"/>
                    </a:cubicBezTo>
                    <a:cubicBezTo>
                      <a:pt x="13" y="576"/>
                      <a:pt x="15" y="582"/>
                      <a:pt x="16" y="587"/>
                    </a:cubicBezTo>
                    <a:cubicBezTo>
                      <a:pt x="17" y="589"/>
                      <a:pt x="17" y="591"/>
                      <a:pt x="19" y="593"/>
                    </a:cubicBezTo>
                    <a:cubicBezTo>
                      <a:pt x="20" y="595"/>
                      <a:pt x="22" y="594"/>
                      <a:pt x="23" y="593"/>
                    </a:cubicBezTo>
                    <a:cubicBezTo>
                      <a:pt x="25" y="592"/>
                      <a:pt x="27" y="592"/>
                      <a:pt x="27" y="590"/>
                    </a:cubicBezTo>
                    <a:cubicBezTo>
                      <a:pt x="28" y="589"/>
                      <a:pt x="27" y="587"/>
                      <a:pt x="27" y="586"/>
                    </a:cubicBezTo>
                    <a:cubicBezTo>
                      <a:pt x="27" y="584"/>
                      <a:pt x="28" y="582"/>
                      <a:pt x="28" y="581"/>
                    </a:cubicBezTo>
                    <a:cubicBezTo>
                      <a:pt x="29" y="578"/>
                      <a:pt x="29" y="577"/>
                      <a:pt x="28" y="575"/>
                    </a:cubicBezTo>
                    <a:cubicBezTo>
                      <a:pt x="27" y="572"/>
                      <a:pt x="27" y="569"/>
                      <a:pt x="26" y="567"/>
                    </a:cubicBezTo>
                    <a:cubicBezTo>
                      <a:pt x="24" y="565"/>
                      <a:pt x="23" y="563"/>
                      <a:pt x="21" y="561"/>
                    </a:cubicBezTo>
                    <a:cubicBezTo>
                      <a:pt x="20" y="559"/>
                      <a:pt x="17" y="557"/>
                      <a:pt x="17" y="554"/>
                    </a:cubicBezTo>
                    <a:cubicBezTo>
                      <a:pt x="16" y="553"/>
                      <a:pt x="16" y="552"/>
                      <a:pt x="16" y="551"/>
                    </a:cubicBezTo>
                    <a:cubicBezTo>
                      <a:pt x="20" y="552"/>
                      <a:pt x="22" y="555"/>
                      <a:pt x="24" y="557"/>
                    </a:cubicBezTo>
                    <a:cubicBezTo>
                      <a:pt x="26" y="559"/>
                      <a:pt x="30" y="562"/>
                      <a:pt x="31" y="558"/>
                    </a:cubicBezTo>
                    <a:cubicBezTo>
                      <a:pt x="32" y="556"/>
                      <a:pt x="32" y="553"/>
                      <a:pt x="33" y="550"/>
                    </a:cubicBezTo>
                    <a:cubicBezTo>
                      <a:pt x="33" y="547"/>
                      <a:pt x="32" y="545"/>
                      <a:pt x="29" y="543"/>
                    </a:cubicBezTo>
                    <a:cubicBezTo>
                      <a:pt x="27" y="542"/>
                      <a:pt x="25" y="540"/>
                      <a:pt x="22" y="541"/>
                    </a:cubicBezTo>
                    <a:cubicBezTo>
                      <a:pt x="20" y="541"/>
                      <a:pt x="17" y="544"/>
                      <a:pt x="15" y="544"/>
                    </a:cubicBezTo>
                    <a:cubicBezTo>
                      <a:pt x="11" y="544"/>
                      <a:pt x="9" y="540"/>
                      <a:pt x="7" y="537"/>
                    </a:cubicBezTo>
                    <a:cubicBezTo>
                      <a:pt x="5" y="534"/>
                      <a:pt x="3" y="531"/>
                      <a:pt x="3" y="527"/>
                    </a:cubicBezTo>
                    <a:cubicBezTo>
                      <a:pt x="2" y="525"/>
                      <a:pt x="2" y="523"/>
                      <a:pt x="2" y="521"/>
                    </a:cubicBezTo>
                    <a:cubicBezTo>
                      <a:pt x="2" y="520"/>
                      <a:pt x="3" y="519"/>
                      <a:pt x="4" y="518"/>
                    </a:cubicBezTo>
                    <a:cubicBezTo>
                      <a:pt x="5" y="517"/>
                      <a:pt x="6" y="516"/>
                      <a:pt x="7" y="515"/>
                    </a:cubicBezTo>
                    <a:cubicBezTo>
                      <a:pt x="8" y="513"/>
                      <a:pt x="9" y="510"/>
                      <a:pt x="8" y="508"/>
                    </a:cubicBezTo>
                    <a:cubicBezTo>
                      <a:pt x="8" y="505"/>
                      <a:pt x="8" y="502"/>
                      <a:pt x="8" y="499"/>
                    </a:cubicBezTo>
                    <a:cubicBezTo>
                      <a:pt x="7" y="498"/>
                      <a:pt x="7" y="496"/>
                      <a:pt x="7" y="495"/>
                    </a:cubicBezTo>
                    <a:cubicBezTo>
                      <a:pt x="7" y="492"/>
                      <a:pt x="7" y="490"/>
                      <a:pt x="7" y="488"/>
                    </a:cubicBezTo>
                    <a:cubicBezTo>
                      <a:pt x="7" y="486"/>
                      <a:pt x="7" y="484"/>
                      <a:pt x="8" y="482"/>
                    </a:cubicBezTo>
                    <a:cubicBezTo>
                      <a:pt x="9" y="481"/>
                      <a:pt x="10" y="480"/>
                      <a:pt x="11" y="480"/>
                    </a:cubicBezTo>
                    <a:cubicBezTo>
                      <a:pt x="12" y="478"/>
                      <a:pt x="13" y="477"/>
                      <a:pt x="14" y="475"/>
                    </a:cubicBezTo>
                    <a:cubicBezTo>
                      <a:pt x="16" y="472"/>
                      <a:pt x="17" y="469"/>
                      <a:pt x="17" y="466"/>
                    </a:cubicBezTo>
                    <a:cubicBezTo>
                      <a:pt x="18" y="464"/>
                      <a:pt x="19" y="456"/>
                      <a:pt x="22" y="457"/>
                    </a:cubicBezTo>
                    <a:cubicBezTo>
                      <a:pt x="23" y="458"/>
                      <a:pt x="23" y="460"/>
                      <a:pt x="24" y="460"/>
                    </a:cubicBezTo>
                    <a:cubicBezTo>
                      <a:pt x="25" y="461"/>
                      <a:pt x="26" y="462"/>
                      <a:pt x="28" y="462"/>
                    </a:cubicBezTo>
                    <a:cubicBezTo>
                      <a:pt x="31" y="462"/>
                      <a:pt x="33" y="460"/>
                      <a:pt x="35" y="458"/>
                    </a:cubicBezTo>
                    <a:cubicBezTo>
                      <a:pt x="36" y="457"/>
                      <a:pt x="37" y="456"/>
                      <a:pt x="37" y="455"/>
                    </a:cubicBezTo>
                    <a:cubicBezTo>
                      <a:pt x="38" y="453"/>
                      <a:pt x="39" y="452"/>
                      <a:pt x="40" y="451"/>
                    </a:cubicBezTo>
                    <a:cubicBezTo>
                      <a:pt x="41" y="448"/>
                      <a:pt x="39" y="443"/>
                      <a:pt x="36" y="442"/>
                    </a:cubicBezTo>
                    <a:cubicBezTo>
                      <a:pt x="34" y="441"/>
                      <a:pt x="33" y="448"/>
                      <a:pt x="30" y="445"/>
                    </a:cubicBezTo>
                    <a:cubicBezTo>
                      <a:pt x="29" y="444"/>
                      <a:pt x="29" y="442"/>
                      <a:pt x="29" y="440"/>
                    </a:cubicBezTo>
                    <a:cubicBezTo>
                      <a:pt x="29" y="438"/>
                      <a:pt x="29" y="436"/>
                      <a:pt x="29" y="433"/>
                    </a:cubicBezTo>
                    <a:cubicBezTo>
                      <a:pt x="29" y="431"/>
                      <a:pt x="30" y="430"/>
                      <a:pt x="30" y="428"/>
                    </a:cubicBezTo>
                    <a:cubicBezTo>
                      <a:pt x="30" y="427"/>
                      <a:pt x="30" y="426"/>
                      <a:pt x="30" y="425"/>
                    </a:cubicBezTo>
                    <a:cubicBezTo>
                      <a:pt x="30" y="424"/>
                      <a:pt x="29" y="423"/>
                      <a:pt x="29" y="423"/>
                    </a:cubicBezTo>
                    <a:cubicBezTo>
                      <a:pt x="28" y="421"/>
                      <a:pt x="28" y="419"/>
                      <a:pt x="27" y="417"/>
                    </a:cubicBezTo>
                    <a:cubicBezTo>
                      <a:pt x="27" y="413"/>
                      <a:pt x="26" y="410"/>
                      <a:pt x="26" y="406"/>
                    </a:cubicBezTo>
                    <a:cubicBezTo>
                      <a:pt x="26" y="403"/>
                      <a:pt x="25" y="400"/>
                      <a:pt x="25" y="397"/>
                    </a:cubicBezTo>
                    <a:cubicBezTo>
                      <a:pt x="25" y="395"/>
                      <a:pt x="25" y="392"/>
                      <a:pt x="26" y="391"/>
                    </a:cubicBezTo>
                    <a:cubicBezTo>
                      <a:pt x="27" y="390"/>
                      <a:pt x="29" y="391"/>
                      <a:pt x="31" y="389"/>
                    </a:cubicBezTo>
                    <a:cubicBezTo>
                      <a:pt x="32" y="388"/>
                      <a:pt x="32" y="385"/>
                      <a:pt x="32" y="384"/>
                    </a:cubicBezTo>
                    <a:cubicBezTo>
                      <a:pt x="33" y="381"/>
                      <a:pt x="34" y="378"/>
                      <a:pt x="35" y="376"/>
                    </a:cubicBezTo>
                    <a:cubicBezTo>
                      <a:pt x="36" y="373"/>
                      <a:pt x="36" y="371"/>
                      <a:pt x="37" y="368"/>
                    </a:cubicBezTo>
                    <a:cubicBezTo>
                      <a:pt x="38" y="365"/>
                      <a:pt x="39" y="363"/>
                      <a:pt x="36" y="361"/>
                    </a:cubicBezTo>
                    <a:cubicBezTo>
                      <a:pt x="34" y="359"/>
                      <a:pt x="33" y="357"/>
                      <a:pt x="31" y="354"/>
                    </a:cubicBezTo>
                    <a:cubicBezTo>
                      <a:pt x="29" y="353"/>
                      <a:pt x="28" y="351"/>
                      <a:pt x="26" y="349"/>
                    </a:cubicBezTo>
                    <a:cubicBezTo>
                      <a:pt x="25" y="347"/>
                      <a:pt x="24" y="345"/>
                      <a:pt x="22" y="344"/>
                    </a:cubicBezTo>
                    <a:cubicBezTo>
                      <a:pt x="22" y="342"/>
                      <a:pt x="21" y="341"/>
                      <a:pt x="20" y="340"/>
                    </a:cubicBezTo>
                    <a:cubicBezTo>
                      <a:pt x="20" y="338"/>
                      <a:pt x="19" y="338"/>
                      <a:pt x="18" y="337"/>
                    </a:cubicBezTo>
                    <a:cubicBezTo>
                      <a:pt x="17" y="335"/>
                      <a:pt x="15" y="334"/>
                      <a:pt x="14" y="332"/>
                    </a:cubicBezTo>
                    <a:cubicBezTo>
                      <a:pt x="13" y="329"/>
                      <a:pt x="17" y="330"/>
                      <a:pt x="19" y="331"/>
                    </a:cubicBezTo>
                    <a:cubicBezTo>
                      <a:pt x="21" y="332"/>
                      <a:pt x="23" y="331"/>
                      <a:pt x="24" y="329"/>
                    </a:cubicBezTo>
                    <a:cubicBezTo>
                      <a:pt x="25" y="327"/>
                      <a:pt x="26" y="324"/>
                      <a:pt x="26" y="322"/>
                    </a:cubicBezTo>
                    <a:cubicBezTo>
                      <a:pt x="27" y="322"/>
                      <a:pt x="27" y="321"/>
                      <a:pt x="27" y="320"/>
                    </a:cubicBezTo>
                    <a:cubicBezTo>
                      <a:pt x="28" y="319"/>
                      <a:pt x="29" y="318"/>
                      <a:pt x="29" y="316"/>
                    </a:cubicBezTo>
                    <a:cubicBezTo>
                      <a:pt x="30" y="315"/>
                      <a:pt x="31" y="314"/>
                      <a:pt x="32" y="313"/>
                    </a:cubicBezTo>
                    <a:cubicBezTo>
                      <a:pt x="33" y="312"/>
                      <a:pt x="34" y="311"/>
                      <a:pt x="35" y="310"/>
                    </a:cubicBezTo>
                    <a:cubicBezTo>
                      <a:pt x="35" y="309"/>
                      <a:pt x="36" y="308"/>
                      <a:pt x="36" y="307"/>
                    </a:cubicBezTo>
                    <a:cubicBezTo>
                      <a:pt x="36" y="306"/>
                      <a:pt x="37" y="306"/>
                      <a:pt x="37" y="305"/>
                    </a:cubicBezTo>
                    <a:cubicBezTo>
                      <a:pt x="37" y="304"/>
                      <a:pt x="38" y="301"/>
                      <a:pt x="37" y="300"/>
                    </a:cubicBezTo>
                    <a:cubicBezTo>
                      <a:pt x="37" y="300"/>
                      <a:pt x="36" y="299"/>
                      <a:pt x="35" y="298"/>
                    </a:cubicBezTo>
                    <a:cubicBezTo>
                      <a:pt x="35" y="298"/>
                      <a:pt x="34" y="297"/>
                      <a:pt x="34" y="296"/>
                    </a:cubicBezTo>
                    <a:cubicBezTo>
                      <a:pt x="33" y="295"/>
                      <a:pt x="31" y="294"/>
                      <a:pt x="30" y="292"/>
                    </a:cubicBezTo>
                    <a:cubicBezTo>
                      <a:pt x="29" y="290"/>
                      <a:pt x="27" y="287"/>
                      <a:pt x="26" y="285"/>
                    </a:cubicBezTo>
                    <a:cubicBezTo>
                      <a:pt x="26" y="281"/>
                      <a:pt x="31" y="282"/>
                      <a:pt x="33" y="282"/>
                    </a:cubicBezTo>
                    <a:cubicBezTo>
                      <a:pt x="35" y="282"/>
                      <a:pt x="36" y="282"/>
                      <a:pt x="37" y="282"/>
                    </a:cubicBezTo>
                    <a:cubicBezTo>
                      <a:pt x="39" y="282"/>
                      <a:pt x="41" y="281"/>
                      <a:pt x="43" y="280"/>
                    </a:cubicBezTo>
                    <a:cubicBezTo>
                      <a:pt x="44" y="280"/>
                      <a:pt x="45" y="280"/>
                      <a:pt x="47" y="279"/>
                    </a:cubicBezTo>
                    <a:cubicBezTo>
                      <a:pt x="48" y="279"/>
                      <a:pt x="50" y="280"/>
                      <a:pt x="51" y="280"/>
                    </a:cubicBezTo>
                    <a:cubicBezTo>
                      <a:pt x="53" y="279"/>
                      <a:pt x="53" y="273"/>
                      <a:pt x="52" y="271"/>
                    </a:cubicBezTo>
                    <a:cubicBezTo>
                      <a:pt x="52" y="269"/>
                      <a:pt x="52" y="267"/>
                      <a:pt x="51" y="265"/>
                    </a:cubicBezTo>
                    <a:cubicBezTo>
                      <a:pt x="50" y="262"/>
                      <a:pt x="49" y="259"/>
                      <a:pt x="48" y="256"/>
                    </a:cubicBezTo>
                    <a:cubicBezTo>
                      <a:pt x="47" y="255"/>
                      <a:pt x="48" y="253"/>
                      <a:pt x="48" y="251"/>
                    </a:cubicBezTo>
                    <a:cubicBezTo>
                      <a:pt x="47" y="249"/>
                      <a:pt x="47" y="246"/>
                      <a:pt x="46" y="244"/>
                    </a:cubicBezTo>
                    <a:cubicBezTo>
                      <a:pt x="45" y="242"/>
                      <a:pt x="45" y="240"/>
                      <a:pt x="45" y="238"/>
                    </a:cubicBezTo>
                    <a:cubicBezTo>
                      <a:pt x="45" y="236"/>
                      <a:pt x="46" y="235"/>
                      <a:pt x="48" y="234"/>
                    </a:cubicBezTo>
                    <a:cubicBezTo>
                      <a:pt x="49" y="233"/>
                      <a:pt x="51" y="232"/>
                      <a:pt x="51" y="230"/>
                    </a:cubicBezTo>
                    <a:cubicBezTo>
                      <a:pt x="51" y="227"/>
                      <a:pt x="48" y="224"/>
                      <a:pt x="46" y="223"/>
                    </a:cubicBezTo>
                    <a:cubicBezTo>
                      <a:pt x="44" y="222"/>
                      <a:pt x="42" y="221"/>
                      <a:pt x="40" y="220"/>
                    </a:cubicBezTo>
                    <a:cubicBezTo>
                      <a:pt x="37" y="220"/>
                      <a:pt x="36" y="218"/>
                      <a:pt x="34" y="216"/>
                    </a:cubicBezTo>
                    <a:cubicBezTo>
                      <a:pt x="32" y="214"/>
                      <a:pt x="30" y="213"/>
                      <a:pt x="28" y="212"/>
                    </a:cubicBezTo>
                    <a:cubicBezTo>
                      <a:pt x="25" y="211"/>
                      <a:pt x="22" y="211"/>
                      <a:pt x="19" y="210"/>
                    </a:cubicBezTo>
                    <a:cubicBezTo>
                      <a:pt x="14" y="209"/>
                      <a:pt x="11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6" y="148"/>
                      <a:pt x="6" y="148"/>
                      <a:pt x="6" y="148"/>
                    </a:cubicBezTo>
                    <a:cubicBezTo>
                      <a:pt x="7" y="148"/>
                      <a:pt x="7" y="148"/>
                      <a:pt x="8" y="148"/>
                    </a:cubicBezTo>
                    <a:cubicBezTo>
                      <a:pt x="10" y="148"/>
                      <a:pt x="12" y="148"/>
                      <a:pt x="14" y="148"/>
                    </a:cubicBezTo>
                    <a:cubicBezTo>
                      <a:pt x="19" y="149"/>
                      <a:pt x="24" y="151"/>
                      <a:pt x="28" y="152"/>
                    </a:cubicBezTo>
                    <a:cubicBezTo>
                      <a:pt x="32" y="153"/>
                      <a:pt x="36" y="153"/>
                      <a:pt x="38" y="149"/>
                    </a:cubicBezTo>
                    <a:cubicBezTo>
                      <a:pt x="39" y="145"/>
                      <a:pt x="38" y="140"/>
                      <a:pt x="38" y="136"/>
                    </a:cubicBezTo>
                    <a:cubicBezTo>
                      <a:pt x="38" y="132"/>
                      <a:pt x="34" y="130"/>
                      <a:pt x="32" y="128"/>
                    </a:cubicBezTo>
                    <a:cubicBezTo>
                      <a:pt x="30" y="125"/>
                      <a:pt x="29" y="123"/>
                      <a:pt x="27" y="121"/>
                    </a:cubicBezTo>
                    <a:cubicBezTo>
                      <a:pt x="24" y="118"/>
                      <a:pt x="20" y="115"/>
                      <a:pt x="16" y="113"/>
                    </a:cubicBezTo>
                    <a:cubicBezTo>
                      <a:pt x="14" y="112"/>
                      <a:pt x="11" y="110"/>
                      <a:pt x="11" y="107"/>
                    </a:cubicBezTo>
                    <a:cubicBezTo>
                      <a:pt x="11" y="105"/>
                      <a:pt x="11" y="102"/>
                      <a:pt x="12" y="99"/>
                    </a:cubicBezTo>
                    <a:cubicBezTo>
                      <a:pt x="12" y="97"/>
                      <a:pt x="12" y="96"/>
                      <a:pt x="14" y="95"/>
                    </a:cubicBezTo>
                    <a:cubicBezTo>
                      <a:pt x="18" y="94"/>
                      <a:pt x="21" y="91"/>
                      <a:pt x="21" y="87"/>
                    </a:cubicBezTo>
                    <a:cubicBezTo>
                      <a:pt x="21" y="83"/>
                      <a:pt x="18" y="84"/>
                      <a:pt x="15" y="84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76" y="19"/>
                      <a:pt x="76" y="19"/>
                      <a:pt x="76" y="19"/>
                    </a:cubicBezTo>
                    <a:cubicBezTo>
                      <a:pt x="88" y="43"/>
                      <a:pt x="88" y="43"/>
                      <a:pt x="88" y="43"/>
                    </a:cubicBezTo>
                    <a:cubicBezTo>
                      <a:pt x="95" y="46"/>
                      <a:pt x="95" y="46"/>
                      <a:pt x="95" y="46"/>
                    </a:cubicBezTo>
                    <a:cubicBezTo>
                      <a:pt x="147" y="19"/>
                      <a:pt x="147" y="19"/>
                      <a:pt x="147" y="19"/>
                    </a:cubicBezTo>
                    <a:cubicBezTo>
                      <a:pt x="184" y="43"/>
                      <a:pt x="184" y="43"/>
                      <a:pt x="184" y="43"/>
                    </a:cubicBezTo>
                    <a:cubicBezTo>
                      <a:pt x="193" y="78"/>
                      <a:pt x="193" y="78"/>
                      <a:pt x="193" y="78"/>
                    </a:cubicBezTo>
                    <a:cubicBezTo>
                      <a:pt x="248" y="104"/>
                      <a:pt x="248" y="104"/>
                      <a:pt x="248" y="104"/>
                    </a:cubicBezTo>
                    <a:cubicBezTo>
                      <a:pt x="267" y="172"/>
                      <a:pt x="267" y="172"/>
                      <a:pt x="267" y="172"/>
                    </a:cubicBezTo>
                    <a:cubicBezTo>
                      <a:pt x="257" y="199"/>
                      <a:pt x="257" y="199"/>
                      <a:pt x="257" y="199"/>
                    </a:cubicBezTo>
                    <a:cubicBezTo>
                      <a:pt x="257" y="208"/>
                      <a:pt x="257" y="208"/>
                      <a:pt x="257" y="208"/>
                    </a:cubicBezTo>
                    <a:cubicBezTo>
                      <a:pt x="255" y="252"/>
                      <a:pt x="255" y="252"/>
                      <a:pt x="255" y="252"/>
                    </a:cubicBezTo>
                    <a:cubicBezTo>
                      <a:pt x="239" y="287"/>
                      <a:pt x="239" y="287"/>
                      <a:pt x="239" y="287"/>
                    </a:cubicBezTo>
                    <a:cubicBezTo>
                      <a:pt x="255" y="315"/>
                      <a:pt x="255" y="315"/>
                      <a:pt x="255" y="315"/>
                    </a:cubicBezTo>
                    <a:cubicBezTo>
                      <a:pt x="241" y="334"/>
                      <a:pt x="241" y="334"/>
                      <a:pt x="241" y="334"/>
                    </a:cubicBezTo>
                    <a:cubicBezTo>
                      <a:pt x="244" y="349"/>
                      <a:pt x="244" y="349"/>
                      <a:pt x="244" y="349"/>
                    </a:cubicBezTo>
                    <a:cubicBezTo>
                      <a:pt x="263" y="394"/>
                      <a:pt x="263" y="394"/>
                      <a:pt x="263" y="394"/>
                    </a:cubicBezTo>
                    <a:cubicBezTo>
                      <a:pt x="280" y="396"/>
                      <a:pt x="280" y="396"/>
                      <a:pt x="280" y="396"/>
                    </a:cubicBezTo>
                    <a:cubicBezTo>
                      <a:pt x="280" y="399"/>
                      <a:pt x="279" y="401"/>
                      <a:pt x="277" y="403"/>
                    </a:cubicBezTo>
                    <a:cubicBezTo>
                      <a:pt x="275" y="406"/>
                      <a:pt x="275" y="409"/>
                      <a:pt x="276" y="413"/>
                    </a:cubicBezTo>
                    <a:cubicBezTo>
                      <a:pt x="276" y="419"/>
                      <a:pt x="278" y="422"/>
                      <a:pt x="280" y="427"/>
                    </a:cubicBezTo>
                    <a:cubicBezTo>
                      <a:pt x="282" y="432"/>
                      <a:pt x="279" y="437"/>
                      <a:pt x="280" y="442"/>
                    </a:cubicBezTo>
                    <a:cubicBezTo>
                      <a:pt x="280" y="447"/>
                      <a:pt x="285" y="449"/>
                      <a:pt x="289" y="450"/>
                    </a:cubicBezTo>
                    <a:cubicBezTo>
                      <a:pt x="294" y="451"/>
                      <a:pt x="297" y="448"/>
                      <a:pt x="299" y="444"/>
                    </a:cubicBezTo>
                    <a:cubicBezTo>
                      <a:pt x="300" y="442"/>
                      <a:pt x="302" y="440"/>
                      <a:pt x="303" y="439"/>
                    </a:cubicBezTo>
                    <a:cubicBezTo>
                      <a:pt x="303" y="439"/>
                      <a:pt x="303" y="438"/>
                      <a:pt x="303" y="438"/>
                    </a:cubicBezTo>
                    <a:cubicBezTo>
                      <a:pt x="306" y="446"/>
                      <a:pt x="306" y="446"/>
                      <a:pt x="306" y="446"/>
                    </a:cubicBezTo>
                    <a:cubicBezTo>
                      <a:pt x="349" y="447"/>
                      <a:pt x="349" y="447"/>
                      <a:pt x="349" y="447"/>
                    </a:cubicBezTo>
                    <a:cubicBezTo>
                      <a:pt x="348" y="449"/>
                      <a:pt x="348" y="450"/>
                      <a:pt x="346" y="452"/>
                    </a:cubicBezTo>
                    <a:cubicBezTo>
                      <a:pt x="344" y="453"/>
                      <a:pt x="343" y="453"/>
                      <a:pt x="342" y="456"/>
                    </a:cubicBezTo>
                    <a:cubicBezTo>
                      <a:pt x="340" y="458"/>
                      <a:pt x="336" y="468"/>
                      <a:pt x="341" y="469"/>
                    </a:cubicBezTo>
                    <a:cubicBezTo>
                      <a:pt x="343" y="469"/>
                      <a:pt x="346" y="468"/>
                      <a:pt x="348" y="467"/>
                    </a:cubicBezTo>
                    <a:cubicBezTo>
                      <a:pt x="350" y="466"/>
                      <a:pt x="352" y="465"/>
                      <a:pt x="353" y="465"/>
                    </a:cubicBezTo>
                    <a:cubicBezTo>
                      <a:pt x="356" y="462"/>
                      <a:pt x="356" y="458"/>
                      <a:pt x="357" y="454"/>
                    </a:cubicBezTo>
                    <a:cubicBezTo>
                      <a:pt x="362" y="453"/>
                      <a:pt x="372" y="462"/>
                      <a:pt x="365" y="46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63" name="Freeform 2164">
                <a:extLst>
                  <a:ext uri="{FF2B5EF4-FFF2-40B4-BE49-F238E27FC236}">
                    <a16:creationId xmlns:a16="http://schemas.microsoft.com/office/drawing/2014/main" id="{13014A9C-9F5D-4DAA-B7DF-85A58BAF3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453"/>
                <a:ext cx="126" cy="72"/>
              </a:xfrm>
              <a:custGeom>
                <a:avLst/>
                <a:gdLst>
                  <a:gd name="T0" fmla="*/ 308 w 309"/>
                  <a:gd name="T1" fmla="*/ 164 h 175"/>
                  <a:gd name="T2" fmla="*/ 270 w 309"/>
                  <a:gd name="T3" fmla="*/ 120 h 175"/>
                  <a:gd name="T4" fmla="*/ 204 w 309"/>
                  <a:gd name="T5" fmla="*/ 76 h 175"/>
                  <a:gd name="T6" fmla="*/ 167 w 309"/>
                  <a:gd name="T7" fmla="*/ 44 h 175"/>
                  <a:gd name="T8" fmla="*/ 142 w 309"/>
                  <a:gd name="T9" fmla="*/ 51 h 175"/>
                  <a:gd name="T10" fmla="*/ 125 w 309"/>
                  <a:gd name="T11" fmla="*/ 46 h 175"/>
                  <a:gd name="T12" fmla="*/ 111 w 309"/>
                  <a:gd name="T13" fmla="*/ 37 h 175"/>
                  <a:gd name="T14" fmla="*/ 95 w 309"/>
                  <a:gd name="T15" fmla="*/ 35 h 175"/>
                  <a:gd name="T16" fmla="*/ 83 w 309"/>
                  <a:gd name="T17" fmla="*/ 27 h 175"/>
                  <a:gd name="T18" fmla="*/ 70 w 309"/>
                  <a:gd name="T19" fmla="*/ 17 h 175"/>
                  <a:gd name="T20" fmla="*/ 58 w 309"/>
                  <a:gd name="T21" fmla="*/ 11 h 175"/>
                  <a:gd name="T22" fmla="*/ 35 w 309"/>
                  <a:gd name="T23" fmla="*/ 7 h 175"/>
                  <a:gd name="T24" fmla="*/ 8 w 309"/>
                  <a:gd name="T25" fmla="*/ 1 h 175"/>
                  <a:gd name="T26" fmla="*/ 4 w 309"/>
                  <a:gd name="T27" fmla="*/ 12 h 175"/>
                  <a:gd name="T28" fmla="*/ 21 w 309"/>
                  <a:gd name="T29" fmla="*/ 13 h 175"/>
                  <a:gd name="T30" fmla="*/ 24 w 309"/>
                  <a:gd name="T31" fmla="*/ 14 h 175"/>
                  <a:gd name="T32" fmla="*/ 29 w 309"/>
                  <a:gd name="T33" fmla="*/ 14 h 175"/>
                  <a:gd name="T34" fmla="*/ 30 w 309"/>
                  <a:gd name="T35" fmla="*/ 14 h 175"/>
                  <a:gd name="T36" fmla="*/ 37 w 309"/>
                  <a:gd name="T37" fmla="*/ 19 h 175"/>
                  <a:gd name="T38" fmla="*/ 56 w 309"/>
                  <a:gd name="T39" fmla="*/ 34 h 175"/>
                  <a:gd name="T40" fmla="*/ 85 w 309"/>
                  <a:gd name="T41" fmla="*/ 43 h 175"/>
                  <a:gd name="T42" fmla="*/ 99 w 309"/>
                  <a:gd name="T43" fmla="*/ 54 h 175"/>
                  <a:gd name="T44" fmla="*/ 125 w 309"/>
                  <a:gd name="T45" fmla="*/ 61 h 175"/>
                  <a:gd name="T46" fmla="*/ 145 w 309"/>
                  <a:gd name="T47" fmla="*/ 72 h 175"/>
                  <a:gd name="T48" fmla="*/ 148 w 309"/>
                  <a:gd name="T49" fmla="*/ 68 h 175"/>
                  <a:gd name="T50" fmla="*/ 149 w 309"/>
                  <a:gd name="T51" fmla="*/ 63 h 175"/>
                  <a:gd name="T52" fmla="*/ 168 w 309"/>
                  <a:gd name="T53" fmla="*/ 67 h 175"/>
                  <a:gd name="T54" fmla="*/ 177 w 309"/>
                  <a:gd name="T55" fmla="*/ 72 h 175"/>
                  <a:gd name="T56" fmla="*/ 179 w 309"/>
                  <a:gd name="T57" fmla="*/ 80 h 175"/>
                  <a:gd name="T58" fmla="*/ 192 w 309"/>
                  <a:gd name="T59" fmla="*/ 91 h 175"/>
                  <a:gd name="T60" fmla="*/ 209 w 309"/>
                  <a:gd name="T61" fmla="*/ 97 h 175"/>
                  <a:gd name="T62" fmla="*/ 220 w 309"/>
                  <a:gd name="T63" fmla="*/ 110 h 175"/>
                  <a:gd name="T64" fmla="*/ 240 w 309"/>
                  <a:gd name="T65" fmla="*/ 119 h 175"/>
                  <a:gd name="T66" fmla="*/ 240 w 309"/>
                  <a:gd name="T67" fmla="*/ 124 h 175"/>
                  <a:gd name="T68" fmla="*/ 253 w 309"/>
                  <a:gd name="T69" fmla="*/ 134 h 175"/>
                  <a:gd name="T70" fmla="*/ 271 w 309"/>
                  <a:gd name="T71" fmla="*/ 153 h 175"/>
                  <a:gd name="T72" fmla="*/ 284 w 309"/>
                  <a:gd name="T73" fmla="*/ 164 h 175"/>
                  <a:gd name="T74" fmla="*/ 308 w 309"/>
                  <a:gd name="T75" fmla="*/ 17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09" h="175">
                    <a:moveTo>
                      <a:pt x="308" y="164"/>
                    </a:moveTo>
                    <a:cubicBezTo>
                      <a:pt x="308" y="164"/>
                      <a:pt x="308" y="164"/>
                      <a:pt x="308" y="164"/>
                    </a:cubicBezTo>
                    <a:cubicBezTo>
                      <a:pt x="286" y="129"/>
                      <a:pt x="286" y="129"/>
                      <a:pt x="286" y="129"/>
                    </a:cubicBezTo>
                    <a:cubicBezTo>
                      <a:pt x="270" y="120"/>
                      <a:pt x="270" y="120"/>
                      <a:pt x="270" y="120"/>
                    </a:cubicBezTo>
                    <a:cubicBezTo>
                      <a:pt x="246" y="121"/>
                      <a:pt x="246" y="121"/>
                      <a:pt x="246" y="121"/>
                    </a:cubicBezTo>
                    <a:cubicBezTo>
                      <a:pt x="237" y="97"/>
                      <a:pt x="212" y="82"/>
                      <a:pt x="204" y="76"/>
                    </a:cubicBezTo>
                    <a:cubicBezTo>
                      <a:pt x="196" y="70"/>
                      <a:pt x="172" y="55"/>
                      <a:pt x="172" y="55"/>
                    </a:cubicBezTo>
                    <a:cubicBezTo>
                      <a:pt x="167" y="44"/>
                      <a:pt x="167" y="44"/>
                      <a:pt x="167" y="44"/>
                    </a:cubicBezTo>
                    <a:cubicBezTo>
                      <a:pt x="139" y="47"/>
                      <a:pt x="139" y="47"/>
                      <a:pt x="139" y="47"/>
                    </a:cubicBezTo>
                    <a:cubicBezTo>
                      <a:pt x="141" y="48"/>
                      <a:pt x="142" y="50"/>
                      <a:pt x="142" y="51"/>
                    </a:cubicBezTo>
                    <a:cubicBezTo>
                      <a:pt x="139" y="52"/>
                      <a:pt x="137" y="52"/>
                      <a:pt x="135" y="51"/>
                    </a:cubicBezTo>
                    <a:cubicBezTo>
                      <a:pt x="132" y="49"/>
                      <a:pt x="128" y="48"/>
                      <a:pt x="125" y="46"/>
                    </a:cubicBezTo>
                    <a:cubicBezTo>
                      <a:pt x="122" y="45"/>
                      <a:pt x="120" y="43"/>
                      <a:pt x="117" y="41"/>
                    </a:cubicBezTo>
                    <a:cubicBezTo>
                      <a:pt x="115" y="40"/>
                      <a:pt x="113" y="38"/>
                      <a:pt x="111" y="37"/>
                    </a:cubicBezTo>
                    <a:cubicBezTo>
                      <a:pt x="108" y="35"/>
                      <a:pt x="105" y="34"/>
                      <a:pt x="102" y="34"/>
                    </a:cubicBezTo>
                    <a:cubicBezTo>
                      <a:pt x="100" y="34"/>
                      <a:pt x="98" y="35"/>
                      <a:pt x="95" y="35"/>
                    </a:cubicBezTo>
                    <a:cubicBezTo>
                      <a:pt x="93" y="35"/>
                      <a:pt x="91" y="33"/>
                      <a:pt x="90" y="32"/>
                    </a:cubicBezTo>
                    <a:cubicBezTo>
                      <a:pt x="87" y="31"/>
                      <a:pt x="85" y="29"/>
                      <a:pt x="83" y="27"/>
                    </a:cubicBezTo>
                    <a:cubicBezTo>
                      <a:pt x="81" y="25"/>
                      <a:pt x="78" y="23"/>
                      <a:pt x="75" y="21"/>
                    </a:cubicBezTo>
                    <a:cubicBezTo>
                      <a:pt x="74" y="19"/>
                      <a:pt x="72" y="18"/>
                      <a:pt x="70" y="17"/>
                    </a:cubicBezTo>
                    <a:cubicBezTo>
                      <a:pt x="68" y="16"/>
                      <a:pt x="65" y="14"/>
                      <a:pt x="63" y="13"/>
                    </a:cubicBezTo>
                    <a:cubicBezTo>
                      <a:pt x="61" y="12"/>
                      <a:pt x="60" y="11"/>
                      <a:pt x="58" y="11"/>
                    </a:cubicBezTo>
                    <a:cubicBezTo>
                      <a:pt x="56" y="10"/>
                      <a:pt x="54" y="9"/>
                      <a:pt x="51" y="8"/>
                    </a:cubicBezTo>
                    <a:cubicBezTo>
                      <a:pt x="46" y="7"/>
                      <a:pt x="41" y="7"/>
                      <a:pt x="35" y="7"/>
                    </a:cubicBezTo>
                    <a:cubicBezTo>
                      <a:pt x="32" y="7"/>
                      <a:pt x="29" y="6"/>
                      <a:pt x="25" y="5"/>
                    </a:cubicBezTo>
                    <a:cubicBezTo>
                      <a:pt x="20" y="4"/>
                      <a:pt x="14" y="3"/>
                      <a:pt x="8" y="1"/>
                    </a:cubicBezTo>
                    <a:cubicBezTo>
                      <a:pt x="4" y="0"/>
                      <a:pt x="0" y="2"/>
                      <a:pt x="0" y="7"/>
                    </a:cubicBezTo>
                    <a:cubicBezTo>
                      <a:pt x="0" y="10"/>
                      <a:pt x="1" y="11"/>
                      <a:pt x="4" y="12"/>
                    </a:cubicBezTo>
                    <a:cubicBezTo>
                      <a:pt x="7" y="12"/>
                      <a:pt x="9" y="13"/>
                      <a:pt x="12" y="14"/>
                    </a:cubicBezTo>
                    <a:cubicBezTo>
                      <a:pt x="15" y="14"/>
                      <a:pt x="18" y="13"/>
                      <a:pt x="21" y="13"/>
                    </a:cubicBezTo>
                    <a:cubicBezTo>
                      <a:pt x="22" y="13"/>
                      <a:pt x="23" y="13"/>
                      <a:pt x="23" y="13"/>
                    </a:cubicBezTo>
                    <a:cubicBezTo>
                      <a:pt x="24" y="13"/>
                      <a:pt x="24" y="14"/>
                      <a:pt x="24" y="14"/>
                    </a:cubicBezTo>
                    <a:cubicBezTo>
                      <a:pt x="25" y="14"/>
                      <a:pt x="25" y="13"/>
                      <a:pt x="25" y="13"/>
                    </a:cubicBezTo>
                    <a:cubicBezTo>
                      <a:pt x="26" y="14"/>
                      <a:pt x="28" y="14"/>
                      <a:pt x="29" y="14"/>
                    </a:cubicBezTo>
                    <a:cubicBezTo>
                      <a:pt x="29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2" y="14"/>
                      <a:pt x="33" y="15"/>
                      <a:pt x="34" y="16"/>
                    </a:cubicBezTo>
                    <a:cubicBezTo>
                      <a:pt x="35" y="17"/>
                      <a:pt x="36" y="18"/>
                      <a:pt x="37" y="19"/>
                    </a:cubicBezTo>
                    <a:cubicBezTo>
                      <a:pt x="40" y="21"/>
                      <a:pt x="43" y="24"/>
                      <a:pt x="45" y="26"/>
                    </a:cubicBezTo>
                    <a:cubicBezTo>
                      <a:pt x="48" y="29"/>
                      <a:pt x="52" y="32"/>
                      <a:pt x="56" y="34"/>
                    </a:cubicBezTo>
                    <a:cubicBezTo>
                      <a:pt x="59" y="35"/>
                      <a:pt x="63" y="35"/>
                      <a:pt x="66" y="35"/>
                    </a:cubicBezTo>
                    <a:cubicBezTo>
                      <a:pt x="74" y="35"/>
                      <a:pt x="80" y="36"/>
                      <a:pt x="85" y="43"/>
                    </a:cubicBezTo>
                    <a:cubicBezTo>
                      <a:pt x="87" y="45"/>
                      <a:pt x="89" y="48"/>
                      <a:pt x="91" y="50"/>
                    </a:cubicBezTo>
                    <a:cubicBezTo>
                      <a:pt x="94" y="52"/>
                      <a:pt x="96" y="53"/>
                      <a:pt x="99" y="54"/>
                    </a:cubicBezTo>
                    <a:cubicBezTo>
                      <a:pt x="104" y="55"/>
                      <a:pt x="108" y="56"/>
                      <a:pt x="113" y="57"/>
                    </a:cubicBezTo>
                    <a:cubicBezTo>
                      <a:pt x="117" y="58"/>
                      <a:pt x="121" y="59"/>
                      <a:pt x="125" y="61"/>
                    </a:cubicBezTo>
                    <a:cubicBezTo>
                      <a:pt x="129" y="62"/>
                      <a:pt x="135" y="63"/>
                      <a:pt x="139" y="66"/>
                    </a:cubicBezTo>
                    <a:cubicBezTo>
                      <a:pt x="141" y="68"/>
                      <a:pt x="144" y="70"/>
                      <a:pt x="145" y="72"/>
                    </a:cubicBezTo>
                    <a:cubicBezTo>
                      <a:pt x="146" y="75"/>
                      <a:pt x="150" y="76"/>
                      <a:pt x="149" y="72"/>
                    </a:cubicBezTo>
                    <a:cubicBezTo>
                      <a:pt x="149" y="71"/>
                      <a:pt x="149" y="69"/>
                      <a:pt x="148" y="68"/>
                    </a:cubicBezTo>
                    <a:cubicBezTo>
                      <a:pt x="147" y="67"/>
                      <a:pt x="146" y="65"/>
                      <a:pt x="146" y="64"/>
                    </a:cubicBezTo>
                    <a:cubicBezTo>
                      <a:pt x="146" y="62"/>
                      <a:pt x="148" y="62"/>
                      <a:pt x="149" y="63"/>
                    </a:cubicBezTo>
                    <a:cubicBezTo>
                      <a:pt x="151" y="64"/>
                      <a:pt x="153" y="65"/>
                      <a:pt x="155" y="66"/>
                    </a:cubicBezTo>
                    <a:cubicBezTo>
                      <a:pt x="159" y="67"/>
                      <a:pt x="163" y="67"/>
                      <a:pt x="168" y="67"/>
                    </a:cubicBezTo>
                    <a:cubicBezTo>
                      <a:pt x="169" y="67"/>
                      <a:pt x="172" y="67"/>
                      <a:pt x="174" y="68"/>
                    </a:cubicBezTo>
                    <a:cubicBezTo>
                      <a:pt x="175" y="69"/>
                      <a:pt x="176" y="70"/>
                      <a:pt x="177" y="72"/>
                    </a:cubicBezTo>
                    <a:cubicBezTo>
                      <a:pt x="177" y="73"/>
                      <a:pt x="178" y="74"/>
                      <a:pt x="178" y="76"/>
                    </a:cubicBezTo>
                    <a:cubicBezTo>
                      <a:pt x="178" y="78"/>
                      <a:pt x="178" y="79"/>
                      <a:pt x="179" y="80"/>
                    </a:cubicBezTo>
                    <a:cubicBezTo>
                      <a:pt x="181" y="83"/>
                      <a:pt x="185" y="84"/>
                      <a:pt x="187" y="87"/>
                    </a:cubicBezTo>
                    <a:cubicBezTo>
                      <a:pt x="189" y="88"/>
                      <a:pt x="190" y="90"/>
                      <a:pt x="192" y="91"/>
                    </a:cubicBezTo>
                    <a:cubicBezTo>
                      <a:pt x="194" y="92"/>
                      <a:pt x="196" y="92"/>
                      <a:pt x="198" y="92"/>
                    </a:cubicBezTo>
                    <a:cubicBezTo>
                      <a:pt x="201" y="93"/>
                      <a:pt x="206" y="95"/>
                      <a:pt x="209" y="97"/>
                    </a:cubicBezTo>
                    <a:cubicBezTo>
                      <a:pt x="211" y="99"/>
                      <a:pt x="211" y="102"/>
                      <a:pt x="213" y="105"/>
                    </a:cubicBezTo>
                    <a:cubicBezTo>
                      <a:pt x="215" y="107"/>
                      <a:pt x="217" y="109"/>
                      <a:pt x="220" y="110"/>
                    </a:cubicBezTo>
                    <a:cubicBezTo>
                      <a:pt x="224" y="111"/>
                      <a:pt x="227" y="110"/>
                      <a:pt x="231" y="111"/>
                    </a:cubicBezTo>
                    <a:cubicBezTo>
                      <a:pt x="234" y="112"/>
                      <a:pt x="238" y="116"/>
                      <a:pt x="240" y="119"/>
                    </a:cubicBezTo>
                    <a:cubicBezTo>
                      <a:pt x="240" y="120"/>
                      <a:pt x="240" y="121"/>
                      <a:pt x="240" y="122"/>
                    </a:cubicBezTo>
                    <a:cubicBezTo>
                      <a:pt x="240" y="123"/>
                      <a:pt x="240" y="124"/>
                      <a:pt x="240" y="124"/>
                    </a:cubicBezTo>
                    <a:cubicBezTo>
                      <a:pt x="240" y="125"/>
                      <a:pt x="242" y="126"/>
                      <a:pt x="243" y="127"/>
                    </a:cubicBezTo>
                    <a:cubicBezTo>
                      <a:pt x="246" y="129"/>
                      <a:pt x="250" y="131"/>
                      <a:pt x="253" y="134"/>
                    </a:cubicBezTo>
                    <a:cubicBezTo>
                      <a:pt x="256" y="138"/>
                      <a:pt x="258" y="143"/>
                      <a:pt x="263" y="146"/>
                    </a:cubicBezTo>
                    <a:cubicBezTo>
                      <a:pt x="266" y="148"/>
                      <a:pt x="269" y="151"/>
                      <a:pt x="271" y="153"/>
                    </a:cubicBezTo>
                    <a:cubicBezTo>
                      <a:pt x="274" y="155"/>
                      <a:pt x="276" y="158"/>
                      <a:pt x="278" y="160"/>
                    </a:cubicBezTo>
                    <a:cubicBezTo>
                      <a:pt x="280" y="163"/>
                      <a:pt x="282" y="164"/>
                      <a:pt x="284" y="164"/>
                    </a:cubicBezTo>
                    <a:cubicBezTo>
                      <a:pt x="291" y="163"/>
                      <a:pt x="296" y="166"/>
                      <a:pt x="301" y="170"/>
                    </a:cubicBezTo>
                    <a:cubicBezTo>
                      <a:pt x="302" y="171"/>
                      <a:pt x="307" y="175"/>
                      <a:pt x="308" y="172"/>
                    </a:cubicBezTo>
                    <a:cubicBezTo>
                      <a:pt x="309" y="169"/>
                      <a:pt x="308" y="166"/>
                      <a:pt x="308" y="16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64" name="Freeform 2165">
                <a:extLst>
                  <a:ext uri="{FF2B5EF4-FFF2-40B4-BE49-F238E27FC236}">
                    <a16:creationId xmlns:a16="http://schemas.microsoft.com/office/drawing/2014/main" id="{FB22A9EA-2DEB-42E7-9985-1E8F0E6E7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492"/>
                <a:ext cx="4" cy="4"/>
              </a:xfrm>
              <a:custGeom>
                <a:avLst/>
                <a:gdLst>
                  <a:gd name="T0" fmla="*/ 6 w 10"/>
                  <a:gd name="T1" fmla="*/ 1 h 9"/>
                  <a:gd name="T2" fmla="*/ 10 w 10"/>
                  <a:gd name="T3" fmla="*/ 4 h 9"/>
                  <a:gd name="T4" fmla="*/ 9 w 10"/>
                  <a:gd name="T5" fmla="*/ 6 h 9"/>
                  <a:gd name="T6" fmla="*/ 7 w 10"/>
                  <a:gd name="T7" fmla="*/ 8 h 9"/>
                  <a:gd name="T8" fmla="*/ 1 w 10"/>
                  <a:gd name="T9" fmla="*/ 4 h 9"/>
                  <a:gd name="T10" fmla="*/ 6 w 10"/>
                  <a:gd name="T1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6" y="1"/>
                    </a:moveTo>
                    <a:cubicBezTo>
                      <a:pt x="7" y="2"/>
                      <a:pt x="10" y="2"/>
                      <a:pt x="10" y="4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8"/>
                      <a:pt x="10" y="9"/>
                      <a:pt x="7" y="8"/>
                    </a:cubicBezTo>
                    <a:cubicBezTo>
                      <a:pt x="6" y="7"/>
                      <a:pt x="1" y="5"/>
                      <a:pt x="1" y="4"/>
                    </a:cubicBezTo>
                    <a:cubicBezTo>
                      <a:pt x="0" y="1"/>
                      <a:pt x="4" y="0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65" name="Freeform 2166">
                <a:extLst>
                  <a:ext uri="{FF2B5EF4-FFF2-40B4-BE49-F238E27FC236}">
                    <a16:creationId xmlns:a16="http://schemas.microsoft.com/office/drawing/2014/main" id="{D9DFB53D-CAE7-49AF-9969-FDF6F2F0F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85"/>
                <a:ext cx="5" cy="6"/>
              </a:xfrm>
              <a:custGeom>
                <a:avLst/>
                <a:gdLst>
                  <a:gd name="T0" fmla="*/ 12 w 13"/>
                  <a:gd name="T1" fmla="*/ 7 h 14"/>
                  <a:gd name="T2" fmla="*/ 13 w 13"/>
                  <a:gd name="T3" fmla="*/ 13 h 14"/>
                  <a:gd name="T4" fmla="*/ 8 w 13"/>
                  <a:gd name="T5" fmla="*/ 10 h 14"/>
                  <a:gd name="T6" fmla="*/ 4 w 13"/>
                  <a:gd name="T7" fmla="*/ 2 h 14"/>
                  <a:gd name="T8" fmla="*/ 12 w 13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2" y="7"/>
                    </a:moveTo>
                    <a:cubicBezTo>
                      <a:pt x="13" y="8"/>
                      <a:pt x="13" y="11"/>
                      <a:pt x="13" y="13"/>
                    </a:cubicBezTo>
                    <a:cubicBezTo>
                      <a:pt x="11" y="14"/>
                      <a:pt x="9" y="11"/>
                      <a:pt x="8" y="10"/>
                    </a:cubicBezTo>
                    <a:cubicBezTo>
                      <a:pt x="7" y="9"/>
                      <a:pt x="0" y="4"/>
                      <a:pt x="4" y="2"/>
                    </a:cubicBezTo>
                    <a:cubicBezTo>
                      <a:pt x="7" y="0"/>
                      <a:pt x="10" y="5"/>
                      <a:pt x="1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66" name="Freeform 2167">
                <a:extLst>
                  <a:ext uri="{FF2B5EF4-FFF2-40B4-BE49-F238E27FC236}">
                    <a16:creationId xmlns:a16="http://schemas.microsoft.com/office/drawing/2014/main" id="{3D30564E-0DB1-4FC5-BC2C-7ED398077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479"/>
                <a:ext cx="35" cy="14"/>
              </a:xfrm>
              <a:custGeom>
                <a:avLst/>
                <a:gdLst>
                  <a:gd name="T0" fmla="*/ 29 w 87"/>
                  <a:gd name="T1" fmla="*/ 14 h 33"/>
                  <a:gd name="T2" fmla="*/ 24 w 87"/>
                  <a:gd name="T3" fmla="*/ 12 h 33"/>
                  <a:gd name="T4" fmla="*/ 15 w 87"/>
                  <a:gd name="T5" fmla="*/ 8 h 33"/>
                  <a:gd name="T6" fmla="*/ 8 w 87"/>
                  <a:gd name="T7" fmla="*/ 10 h 33"/>
                  <a:gd name="T8" fmla="*/ 1 w 87"/>
                  <a:gd name="T9" fmla="*/ 6 h 33"/>
                  <a:gd name="T10" fmla="*/ 14 w 87"/>
                  <a:gd name="T11" fmla="*/ 1 h 33"/>
                  <a:gd name="T12" fmla="*/ 29 w 87"/>
                  <a:gd name="T13" fmla="*/ 6 h 33"/>
                  <a:gd name="T14" fmla="*/ 45 w 87"/>
                  <a:gd name="T15" fmla="*/ 11 h 33"/>
                  <a:gd name="T16" fmla="*/ 60 w 87"/>
                  <a:gd name="T17" fmla="*/ 15 h 33"/>
                  <a:gd name="T18" fmla="*/ 73 w 87"/>
                  <a:gd name="T19" fmla="*/ 20 h 33"/>
                  <a:gd name="T20" fmla="*/ 84 w 87"/>
                  <a:gd name="T21" fmla="*/ 28 h 33"/>
                  <a:gd name="T22" fmla="*/ 87 w 87"/>
                  <a:gd name="T23" fmla="*/ 31 h 33"/>
                  <a:gd name="T24" fmla="*/ 77 w 87"/>
                  <a:gd name="T25" fmla="*/ 30 h 33"/>
                  <a:gd name="T26" fmla="*/ 68 w 87"/>
                  <a:gd name="T27" fmla="*/ 29 h 33"/>
                  <a:gd name="T28" fmla="*/ 60 w 87"/>
                  <a:gd name="T29" fmla="*/ 29 h 33"/>
                  <a:gd name="T30" fmla="*/ 43 w 87"/>
                  <a:gd name="T31" fmla="*/ 20 h 33"/>
                  <a:gd name="T32" fmla="*/ 38 w 87"/>
                  <a:gd name="T33" fmla="*/ 18 h 33"/>
                  <a:gd name="T34" fmla="*/ 29 w 87"/>
                  <a:gd name="T35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7" h="33">
                    <a:moveTo>
                      <a:pt x="29" y="14"/>
                    </a:moveTo>
                    <a:cubicBezTo>
                      <a:pt x="28" y="13"/>
                      <a:pt x="26" y="13"/>
                      <a:pt x="24" y="12"/>
                    </a:cubicBezTo>
                    <a:cubicBezTo>
                      <a:pt x="22" y="10"/>
                      <a:pt x="18" y="8"/>
                      <a:pt x="15" y="8"/>
                    </a:cubicBezTo>
                    <a:cubicBezTo>
                      <a:pt x="11" y="7"/>
                      <a:pt x="10" y="8"/>
                      <a:pt x="8" y="10"/>
                    </a:cubicBezTo>
                    <a:cubicBezTo>
                      <a:pt x="5" y="12"/>
                      <a:pt x="2" y="9"/>
                      <a:pt x="1" y="6"/>
                    </a:cubicBezTo>
                    <a:cubicBezTo>
                      <a:pt x="0" y="0"/>
                      <a:pt x="10" y="0"/>
                      <a:pt x="14" y="1"/>
                    </a:cubicBezTo>
                    <a:cubicBezTo>
                      <a:pt x="19" y="1"/>
                      <a:pt x="24" y="4"/>
                      <a:pt x="29" y="6"/>
                    </a:cubicBezTo>
                    <a:cubicBezTo>
                      <a:pt x="34" y="8"/>
                      <a:pt x="39" y="10"/>
                      <a:pt x="45" y="11"/>
                    </a:cubicBezTo>
                    <a:cubicBezTo>
                      <a:pt x="50" y="11"/>
                      <a:pt x="55" y="14"/>
                      <a:pt x="60" y="15"/>
                    </a:cubicBezTo>
                    <a:cubicBezTo>
                      <a:pt x="65" y="16"/>
                      <a:pt x="69" y="17"/>
                      <a:pt x="73" y="20"/>
                    </a:cubicBezTo>
                    <a:cubicBezTo>
                      <a:pt x="77" y="22"/>
                      <a:pt x="80" y="25"/>
                      <a:pt x="84" y="28"/>
                    </a:cubicBezTo>
                    <a:cubicBezTo>
                      <a:pt x="85" y="29"/>
                      <a:pt x="86" y="30"/>
                      <a:pt x="87" y="31"/>
                    </a:cubicBezTo>
                    <a:cubicBezTo>
                      <a:pt x="84" y="33"/>
                      <a:pt x="80" y="30"/>
                      <a:pt x="77" y="30"/>
                    </a:cubicBezTo>
                    <a:cubicBezTo>
                      <a:pt x="74" y="29"/>
                      <a:pt x="71" y="28"/>
                      <a:pt x="68" y="29"/>
                    </a:cubicBezTo>
                    <a:cubicBezTo>
                      <a:pt x="65" y="29"/>
                      <a:pt x="62" y="29"/>
                      <a:pt x="60" y="29"/>
                    </a:cubicBezTo>
                    <a:cubicBezTo>
                      <a:pt x="53" y="27"/>
                      <a:pt x="49" y="23"/>
                      <a:pt x="43" y="20"/>
                    </a:cubicBezTo>
                    <a:cubicBezTo>
                      <a:pt x="42" y="19"/>
                      <a:pt x="40" y="19"/>
                      <a:pt x="38" y="18"/>
                    </a:cubicBezTo>
                    <a:cubicBezTo>
                      <a:pt x="35" y="17"/>
                      <a:pt x="32" y="15"/>
                      <a:pt x="29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67" name="Freeform 2168">
                <a:extLst>
                  <a:ext uri="{FF2B5EF4-FFF2-40B4-BE49-F238E27FC236}">
                    <a16:creationId xmlns:a16="http://schemas.microsoft.com/office/drawing/2014/main" id="{C7A30F78-4891-4829-9BAB-617E3834D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481"/>
                <a:ext cx="11" cy="7"/>
              </a:xfrm>
              <a:custGeom>
                <a:avLst/>
                <a:gdLst>
                  <a:gd name="T0" fmla="*/ 11 w 28"/>
                  <a:gd name="T1" fmla="*/ 16 h 16"/>
                  <a:gd name="T2" fmla="*/ 4 w 28"/>
                  <a:gd name="T3" fmla="*/ 13 h 16"/>
                  <a:gd name="T4" fmla="*/ 1 w 28"/>
                  <a:gd name="T5" fmla="*/ 10 h 16"/>
                  <a:gd name="T6" fmla="*/ 4 w 28"/>
                  <a:gd name="T7" fmla="*/ 5 h 16"/>
                  <a:gd name="T8" fmla="*/ 7 w 28"/>
                  <a:gd name="T9" fmla="*/ 2 h 16"/>
                  <a:gd name="T10" fmla="*/ 12 w 28"/>
                  <a:gd name="T11" fmla="*/ 2 h 16"/>
                  <a:gd name="T12" fmla="*/ 23 w 28"/>
                  <a:gd name="T13" fmla="*/ 1 h 16"/>
                  <a:gd name="T14" fmla="*/ 26 w 28"/>
                  <a:gd name="T15" fmla="*/ 4 h 16"/>
                  <a:gd name="T16" fmla="*/ 11 w 28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6">
                    <a:moveTo>
                      <a:pt x="11" y="16"/>
                    </a:moveTo>
                    <a:cubicBezTo>
                      <a:pt x="9" y="15"/>
                      <a:pt x="7" y="14"/>
                      <a:pt x="4" y="13"/>
                    </a:cubicBezTo>
                    <a:cubicBezTo>
                      <a:pt x="3" y="12"/>
                      <a:pt x="2" y="11"/>
                      <a:pt x="1" y="10"/>
                    </a:cubicBezTo>
                    <a:cubicBezTo>
                      <a:pt x="0" y="8"/>
                      <a:pt x="3" y="7"/>
                      <a:pt x="4" y="5"/>
                    </a:cubicBezTo>
                    <a:cubicBezTo>
                      <a:pt x="5" y="4"/>
                      <a:pt x="6" y="3"/>
                      <a:pt x="7" y="2"/>
                    </a:cubicBezTo>
                    <a:cubicBezTo>
                      <a:pt x="8" y="1"/>
                      <a:pt x="10" y="2"/>
                      <a:pt x="12" y="2"/>
                    </a:cubicBezTo>
                    <a:cubicBezTo>
                      <a:pt x="16" y="2"/>
                      <a:pt x="20" y="0"/>
                      <a:pt x="23" y="1"/>
                    </a:cubicBezTo>
                    <a:cubicBezTo>
                      <a:pt x="25" y="1"/>
                      <a:pt x="26" y="2"/>
                      <a:pt x="26" y="4"/>
                    </a:cubicBezTo>
                    <a:cubicBezTo>
                      <a:pt x="28" y="11"/>
                      <a:pt x="16" y="16"/>
                      <a:pt x="11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68" name="Freeform 2169">
                <a:extLst>
                  <a:ext uri="{FF2B5EF4-FFF2-40B4-BE49-F238E27FC236}">
                    <a16:creationId xmlns:a16="http://schemas.microsoft.com/office/drawing/2014/main" id="{AA906BE6-F14A-404D-A6E3-C271AF1F4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458"/>
                <a:ext cx="48" cy="12"/>
              </a:xfrm>
              <a:custGeom>
                <a:avLst/>
                <a:gdLst>
                  <a:gd name="T0" fmla="*/ 35 w 118"/>
                  <a:gd name="T1" fmla="*/ 23 h 29"/>
                  <a:gd name="T2" fmla="*/ 21 w 118"/>
                  <a:gd name="T3" fmla="*/ 24 h 29"/>
                  <a:gd name="T4" fmla="*/ 1 w 118"/>
                  <a:gd name="T5" fmla="*/ 18 h 29"/>
                  <a:gd name="T6" fmla="*/ 8 w 118"/>
                  <a:gd name="T7" fmla="*/ 11 h 29"/>
                  <a:gd name="T8" fmla="*/ 4 w 118"/>
                  <a:gd name="T9" fmla="*/ 7 h 29"/>
                  <a:gd name="T10" fmla="*/ 4 w 118"/>
                  <a:gd name="T11" fmla="*/ 1 h 29"/>
                  <a:gd name="T12" fmla="*/ 19 w 118"/>
                  <a:gd name="T13" fmla="*/ 1 h 29"/>
                  <a:gd name="T14" fmla="*/ 35 w 118"/>
                  <a:gd name="T15" fmla="*/ 6 h 29"/>
                  <a:gd name="T16" fmla="*/ 46 w 118"/>
                  <a:gd name="T17" fmla="*/ 9 h 29"/>
                  <a:gd name="T18" fmla="*/ 63 w 118"/>
                  <a:gd name="T19" fmla="*/ 5 h 29"/>
                  <a:gd name="T20" fmla="*/ 82 w 118"/>
                  <a:gd name="T21" fmla="*/ 8 h 29"/>
                  <a:gd name="T22" fmla="*/ 92 w 118"/>
                  <a:gd name="T23" fmla="*/ 11 h 29"/>
                  <a:gd name="T24" fmla="*/ 105 w 118"/>
                  <a:gd name="T25" fmla="*/ 13 h 29"/>
                  <a:gd name="T26" fmla="*/ 111 w 118"/>
                  <a:gd name="T27" fmla="*/ 19 h 29"/>
                  <a:gd name="T28" fmla="*/ 114 w 118"/>
                  <a:gd name="T29" fmla="*/ 24 h 29"/>
                  <a:gd name="T30" fmla="*/ 99 w 118"/>
                  <a:gd name="T31" fmla="*/ 24 h 29"/>
                  <a:gd name="T32" fmla="*/ 84 w 118"/>
                  <a:gd name="T33" fmla="*/ 23 h 29"/>
                  <a:gd name="T34" fmla="*/ 70 w 118"/>
                  <a:gd name="T35" fmla="*/ 26 h 29"/>
                  <a:gd name="T36" fmla="*/ 58 w 118"/>
                  <a:gd name="T37" fmla="*/ 28 h 29"/>
                  <a:gd name="T38" fmla="*/ 53 w 118"/>
                  <a:gd name="T39" fmla="*/ 28 h 29"/>
                  <a:gd name="T40" fmla="*/ 45 w 118"/>
                  <a:gd name="T41" fmla="*/ 24 h 29"/>
                  <a:gd name="T42" fmla="*/ 35 w 118"/>
                  <a:gd name="T43" fmla="*/ 2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8" h="29">
                    <a:moveTo>
                      <a:pt x="35" y="23"/>
                    </a:moveTo>
                    <a:cubicBezTo>
                      <a:pt x="30" y="23"/>
                      <a:pt x="26" y="24"/>
                      <a:pt x="21" y="24"/>
                    </a:cubicBezTo>
                    <a:cubicBezTo>
                      <a:pt x="16" y="24"/>
                      <a:pt x="0" y="25"/>
                      <a:pt x="1" y="18"/>
                    </a:cubicBezTo>
                    <a:cubicBezTo>
                      <a:pt x="2" y="14"/>
                      <a:pt x="6" y="13"/>
                      <a:pt x="8" y="11"/>
                    </a:cubicBezTo>
                    <a:cubicBezTo>
                      <a:pt x="11" y="8"/>
                      <a:pt x="6" y="8"/>
                      <a:pt x="4" y="7"/>
                    </a:cubicBezTo>
                    <a:cubicBezTo>
                      <a:pt x="0" y="5"/>
                      <a:pt x="0" y="2"/>
                      <a:pt x="4" y="1"/>
                    </a:cubicBezTo>
                    <a:cubicBezTo>
                      <a:pt x="9" y="0"/>
                      <a:pt x="14" y="0"/>
                      <a:pt x="19" y="1"/>
                    </a:cubicBezTo>
                    <a:cubicBezTo>
                      <a:pt x="25" y="2"/>
                      <a:pt x="30" y="3"/>
                      <a:pt x="35" y="6"/>
                    </a:cubicBezTo>
                    <a:cubicBezTo>
                      <a:pt x="39" y="7"/>
                      <a:pt x="42" y="9"/>
                      <a:pt x="46" y="9"/>
                    </a:cubicBezTo>
                    <a:cubicBezTo>
                      <a:pt x="52" y="9"/>
                      <a:pt x="57" y="6"/>
                      <a:pt x="63" y="5"/>
                    </a:cubicBezTo>
                    <a:cubicBezTo>
                      <a:pt x="70" y="4"/>
                      <a:pt x="76" y="6"/>
                      <a:pt x="82" y="8"/>
                    </a:cubicBezTo>
                    <a:cubicBezTo>
                      <a:pt x="85" y="9"/>
                      <a:pt x="89" y="10"/>
                      <a:pt x="92" y="11"/>
                    </a:cubicBezTo>
                    <a:cubicBezTo>
                      <a:pt x="96" y="12"/>
                      <a:pt x="101" y="11"/>
                      <a:pt x="105" y="13"/>
                    </a:cubicBezTo>
                    <a:cubicBezTo>
                      <a:pt x="107" y="14"/>
                      <a:pt x="109" y="17"/>
                      <a:pt x="111" y="19"/>
                    </a:cubicBezTo>
                    <a:cubicBezTo>
                      <a:pt x="113" y="21"/>
                      <a:pt x="118" y="23"/>
                      <a:pt x="114" y="24"/>
                    </a:cubicBezTo>
                    <a:cubicBezTo>
                      <a:pt x="109" y="26"/>
                      <a:pt x="103" y="25"/>
                      <a:pt x="99" y="24"/>
                    </a:cubicBezTo>
                    <a:cubicBezTo>
                      <a:pt x="94" y="24"/>
                      <a:pt x="89" y="24"/>
                      <a:pt x="84" y="23"/>
                    </a:cubicBezTo>
                    <a:cubicBezTo>
                      <a:pt x="78" y="22"/>
                      <a:pt x="74" y="23"/>
                      <a:pt x="70" y="26"/>
                    </a:cubicBezTo>
                    <a:cubicBezTo>
                      <a:pt x="65" y="29"/>
                      <a:pt x="63" y="29"/>
                      <a:pt x="58" y="28"/>
                    </a:cubicBezTo>
                    <a:cubicBezTo>
                      <a:pt x="56" y="28"/>
                      <a:pt x="55" y="28"/>
                      <a:pt x="53" y="28"/>
                    </a:cubicBezTo>
                    <a:cubicBezTo>
                      <a:pt x="50" y="27"/>
                      <a:pt x="48" y="26"/>
                      <a:pt x="45" y="24"/>
                    </a:cubicBezTo>
                    <a:cubicBezTo>
                      <a:pt x="42" y="23"/>
                      <a:pt x="38" y="23"/>
                      <a:pt x="35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69" name="Freeform 2170">
                <a:extLst>
                  <a:ext uri="{FF2B5EF4-FFF2-40B4-BE49-F238E27FC236}">
                    <a16:creationId xmlns:a16="http://schemas.microsoft.com/office/drawing/2014/main" id="{F6A68C16-1E96-40E3-BFA1-A7DD3CB4B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448"/>
                <a:ext cx="17" cy="9"/>
              </a:xfrm>
              <a:custGeom>
                <a:avLst/>
                <a:gdLst>
                  <a:gd name="T0" fmla="*/ 23 w 42"/>
                  <a:gd name="T1" fmla="*/ 18 h 23"/>
                  <a:gd name="T2" fmla="*/ 8 w 42"/>
                  <a:gd name="T3" fmla="*/ 22 h 23"/>
                  <a:gd name="T4" fmla="*/ 2 w 42"/>
                  <a:gd name="T5" fmla="*/ 18 h 23"/>
                  <a:gd name="T6" fmla="*/ 3 w 42"/>
                  <a:gd name="T7" fmla="*/ 12 h 23"/>
                  <a:gd name="T8" fmla="*/ 2 w 42"/>
                  <a:gd name="T9" fmla="*/ 8 h 23"/>
                  <a:gd name="T10" fmla="*/ 10 w 42"/>
                  <a:gd name="T11" fmla="*/ 5 h 23"/>
                  <a:gd name="T12" fmla="*/ 19 w 42"/>
                  <a:gd name="T13" fmla="*/ 3 h 23"/>
                  <a:gd name="T14" fmla="*/ 28 w 42"/>
                  <a:gd name="T15" fmla="*/ 3 h 23"/>
                  <a:gd name="T16" fmla="*/ 34 w 42"/>
                  <a:gd name="T17" fmla="*/ 7 h 23"/>
                  <a:gd name="T18" fmla="*/ 41 w 42"/>
                  <a:gd name="T19" fmla="*/ 10 h 23"/>
                  <a:gd name="T20" fmla="*/ 33 w 42"/>
                  <a:gd name="T21" fmla="*/ 18 h 23"/>
                  <a:gd name="T22" fmla="*/ 23 w 42"/>
                  <a:gd name="T23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23">
                    <a:moveTo>
                      <a:pt x="23" y="18"/>
                    </a:moveTo>
                    <a:cubicBezTo>
                      <a:pt x="18" y="18"/>
                      <a:pt x="14" y="23"/>
                      <a:pt x="8" y="22"/>
                    </a:cubicBezTo>
                    <a:cubicBezTo>
                      <a:pt x="7" y="22"/>
                      <a:pt x="3" y="20"/>
                      <a:pt x="2" y="18"/>
                    </a:cubicBezTo>
                    <a:cubicBezTo>
                      <a:pt x="1" y="16"/>
                      <a:pt x="5" y="14"/>
                      <a:pt x="3" y="12"/>
                    </a:cubicBezTo>
                    <a:cubicBezTo>
                      <a:pt x="1" y="10"/>
                      <a:pt x="0" y="9"/>
                      <a:pt x="2" y="8"/>
                    </a:cubicBezTo>
                    <a:cubicBezTo>
                      <a:pt x="4" y="6"/>
                      <a:pt x="7" y="6"/>
                      <a:pt x="10" y="5"/>
                    </a:cubicBezTo>
                    <a:cubicBezTo>
                      <a:pt x="13" y="4"/>
                      <a:pt x="16" y="4"/>
                      <a:pt x="19" y="3"/>
                    </a:cubicBezTo>
                    <a:cubicBezTo>
                      <a:pt x="22" y="1"/>
                      <a:pt x="25" y="0"/>
                      <a:pt x="28" y="3"/>
                    </a:cubicBezTo>
                    <a:cubicBezTo>
                      <a:pt x="30" y="5"/>
                      <a:pt x="30" y="9"/>
                      <a:pt x="34" y="7"/>
                    </a:cubicBezTo>
                    <a:cubicBezTo>
                      <a:pt x="39" y="5"/>
                      <a:pt x="42" y="4"/>
                      <a:pt x="41" y="10"/>
                    </a:cubicBezTo>
                    <a:cubicBezTo>
                      <a:pt x="41" y="13"/>
                      <a:pt x="37" y="17"/>
                      <a:pt x="33" y="18"/>
                    </a:cubicBezTo>
                    <a:cubicBezTo>
                      <a:pt x="30" y="18"/>
                      <a:pt x="26" y="14"/>
                      <a:pt x="23" y="17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70" name="Freeform 2171">
                <a:extLst>
                  <a:ext uri="{FF2B5EF4-FFF2-40B4-BE49-F238E27FC236}">
                    <a16:creationId xmlns:a16="http://schemas.microsoft.com/office/drawing/2014/main" id="{14DC177B-22EC-4B3B-B6A7-FDE1DF8F7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3438"/>
                <a:ext cx="4" cy="4"/>
              </a:xfrm>
              <a:custGeom>
                <a:avLst/>
                <a:gdLst>
                  <a:gd name="T0" fmla="*/ 9 w 9"/>
                  <a:gd name="T1" fmla="*/ 7 h 10"/>
                  <a:gd name="T2" fmla="*/ 6 w 9"/>
                  <a:gd name="T3" fmla="*/ 8 h 10"/>
                  <a:gd name="T4" fmla="*/ 4 w 9"/>
                  <a:gd name="T5" fmla="*/ 5 h 10"/>
                  <a:gd name="T6" fmla="*/ 2 w 9"/>
                  <a:gd name="T7" fmla="*/ 4 h 10"/>
                  <a:gd name="T8" fmla="*/ 3 w 9"/>
                  <a:gd name="T9" fmla="*/ 0 h 10"/>
                  <a:gd name="T10" fmla="*/ 7 w 9"/>
                  <a:gd name="T11" fmla="*/ 1 h 10"/>
                  <a:gd name="T12" fmla="*/ 9 w 9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9" y="7"/>
                    </a:moveTo>
                    <a:cubicBezTo>
                      <a:pt x="9" y="9"/>
                      <a:pt x="7" y="10"/>
                      <a:pt x="6" y="8"/>
                    </a:cubicBezTo>
                    <a:cubicBezTo>
                      <a:pt x="5" y="7"/>
                      <a:pt x="5" y="6"/>
                      <a:pt x="4" y="5"/>
                    </a:cubicBezTo>
                    <a:cubicBezTo>
                      <a:pt x="3" y="5"/>
                      <a:pt x="3" y="5"/>
                      <a:pt x="2" y="4"/>
                    </a:cubicBezTo>
                    <a:cubicBezTo>
                      <a:pt x="0" y="2"/>
                      <a:pt x="0" y="1"/>
                      <a:pt x="3" y="0"/>
                    </a:cubicBezTo>
                    <a:cubicBezTo>
                      <a:pt x="4" y="0"/>
                      <a:pt x="5" y="0"/>
                      <a:pt x="7" y="1"/>
                    </a:cubicBezTo>
                    <a:cubicBezTo>
                      <a:pt x="8" y="2"/>
                      <a:pt x="9" y="5"/>
                      <a:pt x="9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71" name="Freeform 2172">
                <a:extLst>
                  <a:ext uri="{FF2B5EF4-FFF2-40B4-BE49-F238E27FC236}">
                    <a16:creationId xmlns:a16="http://schemas.microsoft.com/office/drawing/2014/main" id="{531E67DA-707D-4468-B2D7-98C71603B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433"/>
                <a:ext cx="64" cy="14"/>
              </a:xfrm>
              <a:custGeom>
                <a:avLst/>
                <a:gdLst>
                  <a:gd name="T0" fmla="*/ 10 w 157"/>
                  <a:gd name="T1" fmla="*/ 21 h 36"/>
                  <a:gd name="T2" fmla="*/ 6 w 157"/>
                  <a:gd name="T3" fmla="*/ 18 h 36"/>
                  <a:gd name="T4" fmla="*/ 2 w 157"/>
                  <a:gd name="T5" fmla="*/ 13 h 36"/>
                  <a:gd name="T6" fmla="*/ 2 w 157"/>
                  <a:gd name="T7" fmla="*/ 9 h 36"/>
                  <a:gd name="T8" fmla="*/ 17 w 157"/>
                  <a:gd name="T9" fmla="*/ 7 h 36"/>
                  <a:gd name="T10" fmla="*/ 28 w 157"/>
                  <a:gd name="T11" fmla="*/ 5 h 36"/>
                  <a:gd name="T12" fmla="*/ 31 w 157"/>
                  <a:gd name="T13" fmla="*/ 10 h 36"/>
                  <a:gd name="T14" fmla="*/ 33 w 157"/>
                  <a:gd name="T15" fmla="*/ 7 h 36"/>
                  <a:gd name="T16" fmla="*/ 47 w 157"/>
                  <a:gd name="T17" fmla="*/ 5 h 36"/>
                  <a:gd name="T18" fmla="*/ 56 w 157"/>
                  <a:gd name="T19" fmla="*/ 13 h 36"/>
                  <a:gd name="T20" fmla="*/ 69 w 157"/>
                  <a:gd name="T21" fmla="*/ 18 h 36"/>
                  <a:gd name="T22" fmla="*/ 84 w 157"/>
                  <a:gd name="T23" fmla="*/ 19 h 36"/>
                  <a:gd name="T24" fmla="*/ 105 w 157"/>
                  <a:gd name="T25" fmla="*/ 23 h 36"/>
                  <a:gd name="T26" fmla="*/ 125 w 157"/>
                  <a:gd name="T27" fmla="*/ 28 h 36"/>
                  <a:gd name="T28" fmla="*/ 148 w 157"/>
                  <a:gd name="T29" fmla="*/ 28 h 36"/>
                  <a:gd name="T30" fmla="*/ 151 w 157"/>
                  <a:gd name="T31" fmla="*/ 33 h 36"/>
                  <a:gd name="T32" fmla="*/ 140 w 157"/>
                  <a:gd name="T33" fmla="*/ 33 h 36"/>
                  <a:gd name="T34" fmla="*/ 131 w 157"/>
                  <a:gd name="T35" fmla="*/ 31 h 36"/>
                  <a:gd name="T36" fmla="*/ 125 w 157"/>
                  <a:gd name="T37" fmla="*/ 34 h 36"/>
                  <a:gd name="T38" fmla="*/ 116 w 157"/>
                  <a:gd name="T39" fmla="*/ 36 h 36"/>
                  <a:gd name="T40" fmla="*/ 99 w 157"/>
                  <a:gd name="T41" fmla="*/ 31 h 36"/>
                  <a:gd name="T42" fmla="*/ 79 w 157"/>
                  <a:gd name="T43" fmla="*/ 33 h 36"/>
                  <a:gd name="T44" fmla="*/ 63 w 157"/>
                  <a:gd name="T45" fmla="*/ 30 h 36"/>
                  <a:gd name="T46" fmla="*/ 47 w 157"/>
                  <a:gd name="T47" fmla="*/ 27 h 36"/>
                  <a:gd name="T48" fmla="*/ 40 w 157"/>
                  <a:gd name="T49" fmla="*/ 24 h 36"/>
                  <a:gd name="T50" fmla="*/ 31 w 157"/>
                  <a:gd name="T51" fmla="*/ 21 h 36"/>
                  <a:gd name="T52" fmla="*/ 25 w 157"/>
                  <a:gd name="T53" fmla="*/ 21 h 36"/>
                  <a:gd name="T54" fmla="*/ 18 w 157"/>
                  <a:gd name="T55" fmla="*/ 21 h 36"/>
                  <a:gd name="T56" fmla="*/ 10 w 157"/>
                  <a:gd name="T57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7" h="36">
                    <a:moveTo>
                      <a:pt x="10" y="21"/>
                    </a:moveTo>
                    <a:cubicBezTo>
                      <a:pt x="8" y="20"/>
                      <a:pt x="7" y="20"/>
                      <a:pt x="6" y="18"/>
                    </a:cubicBezTo>
                    <a:cubicBezTo>
                      <a:pt x="5" y="15"/>
                      <a:pt x="4" y="15"/>
                      <a:pt x="2" y="13"/>
                    </a:cubicBezTo>
                    <a:cubicBezTo>
                      <a:pt x="1" y="12"/>
                      <a:pt x="0" y="11"/>
                      <a:pt x="2" y="9"/>
                    </a:cubicBezTo>
                    <a:cubicBezTo>
                      <a:pt x="6" y="6"/>
                      <a:pt x="12" y="9"/>
                      <a:pt x="17" y="7"/>
                    </a:cubicBezTo>
                    <a:cubicBezTo>
                      <a:pt x="20" y="5"/>
                      <a:pt x="25" y="0"/>
                      <a:pt x="28" y="5"/>
                    </a:cubicBezTo>
                    <a:cubicBezTo>
                      <a:pt x="28" y="7"/>
                      <a:pt x="28" y="9"/>
                      <a:pt x="31" y="10"/>
                    </a:cubicBezTo>
                    <a:cubicBezTo>
                      <a:pt x="33" y="11"/>
                      <a:pt x="33" y="9"/>
                      <a:pt x="33" y="7"/>
                    </a:cubicBezTo>
                    <a:cubicBezTo>
                      <a:pt x="34" y="0"/>
                      <a:pt x="43" y="4"/>
                      <a:pt x="47" y="5"/>
                    </a:cubicBezTo>
                    <a:cubicBezTo>
                      <a:pt x="52" y="6"/>
                      <a:pt x="53" y="10"/>
                      <a:pt x="56" y="13"/>
                    </a:cubicBezTo>
                    <a:cubicBezTo>
                      <a:pt x="60" y="16"/>
                      <a:pt x="64" y="17"/>
                      <a:pt x="69" y="18"/>
                    </a:cubicBezTo>
                    <a:cubicBezTo>
                      <a:pt x="74" y="19"/>
                      <a:pt x="79" y="19"/>
                      <a:pt x="84" y="19"/>
                    </a:cubicBezTo>
                    <a:cubicBezTo>
                      <a:pt x="92" y="19"/>
                      <a:pt x="99" y="20"/>
                      <a:pt x="105" y="23"/>
                    </a:cubicBezTo>
                    <a:cubicBezTo>
                      <a:pt x="111" y="26"/>
                      <a:pt x="118" y="28"/>
                      <a:pt x="125" y="28"/>
                    </a:cubicBezTo>
                    <a:cubicBezTo>
                      <a:pt x="133" y="28"/>
                      <a:pt x="140" y="27"/>
                      <a:pt x="148" y="28"/>
                    </a:cubicBezTo>
                    <a:cubicBezTo>
                      <a:pt x="152" y="28"/>
                      <a:pt x="157" y="34"/>
                      <a:pt x="151" y="33"/>
                    </a:cubicBezTo>
                    <a:cubicBezTo>
                      <a:pt x="147" y="33"/>
                      <a:pt x="144" y="33"/>
                      <a:pt x="140" y="33"/>
                    </a:cubicBezTo>
                    <a:cubicBezTo>
                      <a:pt x="137" y="32"/>
                      <a:pt x="134" y="31"/>
                      <a:pt x="131" y="31"/>
                    </a:cubicBezTo>
                    <a:cubicBezTo>
                      <a:pt x="129" y="32"/>
                      <a:pt x="127" y="33"/>
                      <a:pt x="125" y="34"/>
                    </a:cubicBezTo>
                    <a:cubicBezTo>
                      <a:pt x="122" y="36"/>
                      <a:pt x="119" y="36"/>
                      <a:pt x="116" y="36"/>
                    </a:cubicBezTo>
                    <a:cubicBezTo>
                      <a:pt x="110" y="35"/>
                      <a:pt x="105" y="31"/>
                      <a:pt x="99" y="31"/>
                    </a:cubicBezTo>
                    <a:cubicBezTo>
                      <a:pt x="93" y="30"/>
                      <a:pt x="86" y="33"/>
                      <a:pt x="79" y="33"/>
                    </a:cubicBezTo>
                    <a:cubicBezTo>
                      <a:pt x="74" y="32"/>
                      <a:pt x="69" y="30"/>
                      <a:pt x="63" y="30"/>
                    </a:cubicBezTo>
                    <a:cubicBezTo>
                      <a:pt x="58" y="30"/>
                      <a:pt x="52" y="28"/>
                      <a:pt x="47" y="27"/>
                    </a:cubicBezTo>
                    <a:cubicBezTo>
                      <a:pt x="44" y="26"/>
                      <a:pt x="43" y="24"/>
                      <a:pt x="40" y="24"/>
                    </a:cubicBezTo>
                    <a:cubicBezTo>
                      <a:pt x="37" y="23"/>
                      <a:pt x="35" y="21"/>
                      <a:pt x="31" y="21"/>
                    </a:cubicBezTo>
                    <a:cubicBezTo>
                      <a:pt x="29" y="21"/>
                      <a:pt x="27" y="21"/>
                      <a:pt x="25" y="21"/>
                    </a:cubicBezTo>
                    <a:cubicBezTo>
                      <a:pt x="23" y="22"/>
                      <a:pt x="21" y="21"/>
                      <a:pt x="18" y="21"/>
                    </a:cubicBezTo>
                    <a:cubicBezTo>
                      <a:pt x="16" y="21"/>
                      <a:pt x="13" y="21"/>
                      <a:pt x="10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72" name="Freeform 2173">
                <a:extLst>
                  <a:ext uri="{FF2B5EF4-FFF2-40B4-BE49-F238E27FC236}">
                    <a16:creationId xmlns:a16="http://schemas.microsoft.com/office/drawing/2014/main" id="{8D199992-7E35-4FA3-B149-CF95D073F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3412"/>
                <a:ext cx="16" cy="12"/>
              </a:xfrm>
              <a:custGeom>
                <a:avLst/>
                <a:gdLst>
                  <a:gd name="T0" fmla="*/ 9 w 41"/>
                  <a:gd name="T1" fmla="*/ 12 h 29"/>
                  <a:gd name="T2" fmla="*/ 3 w 41"/>
                  <a:gd name="T3" fmla="*/ 9 h 29"/>
                  <a:gd name="T4" fmla="*/ 0 w 41"/>
                  <a:gd name="T5" fmla="*/ 4 h 29"/>
                  <a:gd name="T6" fmla="*/ 5 w 41"/>
                  <a:gd name="T7" fmla="*/ 0 h 29"/>
                  <a:gd name="T8" fmla="*/ 25 w 41"/>
                  <a:gd name="T9" fmla="*/ 6 h 29"/>
                  <a:gd name="T10" fmla="*/ 32 w 41"/>
                  <a:gd name="T11" fmla="*/ 11 h 29"/>
                  <a:gd name="T12" fmla="*/ 37 w 41"/>
                  <a:gd name="T13" fmla="*/ 17 h 29"/>
                  <a:gd name="T14" fmla="*/ 39 w 41"/>
                  <a:gd name="T15" fmla="*/ 25 h 29"/>
                  <a:gd name="T16" fmla="*/ 28 w 41"/>
                  <a:gd name="T17" fmla="*/ 23 h 29"/>
                  <a:gd name="T18" fmla="*/ 9 w 41"/>
                  <a:gd name="T19" fmla="*/ 1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29">
                    <a:moveTo>
                      <a:pt x="9" y="12"/>
                    </a:moveTo>
                    <a:cubicBezTo>
                      <a:pt x="7" y="11"/>
                      <a:pt x="5" y="10"/>
                      <a:pt x="3" y="9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1" y="2"/>
                      <a:pt x="3" y="0"/>
                      <a:pt x="5" y="0"/>
                    </a:cubicBezTo>
                    <a:cubicBezTo>
                      <a:pt x="12" y="0"/>
                      <a:pt x="20" y="2"/>
                      <a:pt x="25" y="6"/>
                    </a:cubicBezTo>
                    <a:cubicBezTo>
                      <a:pt x="27" y="8"/>
                      <a:pt x="29" y="10"/>
                      <a:pt x="32" y="11"/>
                    </a:cubicBezTo>
                    <a:cubicBezTo>
                      <a:pt x="34" y="13"/>
                      <a:pt x="36" y="15"/>
                      <a:pt x="37" y="17"/>
                    </a:cubicBezTo>
                    <a:cubicBezTo>
                      <a:pt x="39" y="20"/>
                      <a:pt x="41" y="22"/>
                      <a:pt x="39" y="25"/>
                    </a:cubicBezTo>
                    <a:cubicBezTo>
                      <a:pt x="35" y="29"/>
                      <a:pt x="32" y="25"/>
                      <a:pt x="28" y="23"/>
                    </a:cubicBezTo>
                    <a:cubicBezTo>
                      <a:pt x="22" y="19"/>
                      <a:pt x="16" y="15"/>
                      <a:pt x="9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73" name="Freeform 2174">
                <a:extLst>
                  <a:ext uri="{FF2B5EF4-FFF2-40B4-BE49-F238E27FC236}">
                    <a16:creationId xmlns:a16="http://schemas.microsoft.com/office/drawing/2014/main" id="{82B1E4DF-2970-4C09-BAE6-2C5B650DD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3415"/>
                <a:ext cx="39" cy="16"/>
              </a:xfrm>
              <a:custGeom>
                <a:avLst/>
                <a:gdLst>
                  <a:gd name="T0" fmla="*/ 1 w 96"/>
                  <a:gd name="T1" fmla="*/ 18 h 39"/>
                  <a:gd name="T2" fmla="*/ 9 w 96"/>
                  <a:gd name="T3" fmla="*/ 15 h 39"/>
                  <a:gd name="T4" fmla="*/ 13 w 96"/>
                  <a:gd name="T5" fmla="*/ 2 h 39"/>
                  <a:gd name="T6" fmla="*/ 40 w 96"/>
                  <a:gd name="T7" fmla="*/ 4 h 39"/>
                  <a:gd name="T8" fmla="*/ 66 w 96"/>
                  <a:gd name="T9" fmla="*/ 12 h 39"/>
                  <a:gd name="T10" fmla="*/ 87 w 96"/>
                  <a:gd name="T11" fmla="*/ 17 h 39"/>
                  <a:gd name="T12" fmla="*/ 93 w 96"/>
                  <a:gd name="T13" fmla="*/ 28 h 39"/>
                  <a:gd name="T14" fmla="*/ 83 w 96"/>
                  <a:gd name="T15" fmla="*/ 29 h 39"/>
                  <a:gd name="T16" fmla="*/ 73 w 96"/>
                  <a:gd name="T17" fmla="*/ 31 h 39"/>
                  <a:gd name="T18" fmla="*/ 57 w 96"/>
                  <a:gd name="T19" fmla="*/ 38 h 39"/>
                  <a:gd name="T20" fmla="*/ 31 w 96"/>
                  <a:gd name="T21" fmla="*/ 34 h 39"/>
                  <a:gd name="T22" fmla="*/ 11 w 96"/>
                  <a:gd name="T23" fmla="*/ 29 h 39"/>
                  <a:gd name="T24" fmla="*/ 6 w 96"/>
                  <a:gd name="T25" fmla="*/ 25 h 39"/>
                  <a:gd name="T26" fmla="*/ 1 w 96"/>
                  <a:gd name="T27" fmla="*/ 1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39">
                    <a:moveTo>
                      <a:pt x="1" y="18"/>
                    </a:moveTo>
                    <a:cubicBezTo>
                      <a:pt x="2" y="16"/>
                      <a:pt x="7" y="17"/>
                      <a:pt x="9" y="15"/>
                    </a:cubicBezTo>
                    <a:cubicBezTo>
                      <a:pt x="14" y="12"/>
                      <a:pt x="4" y="5"/>
                      <a:pt x="13" y="2"/>
                    </a:cubicBezTo>
                    <a:cubicBezTo>
                      <a:pt x="22" y="0"/>
                      <a:pt x="32" y="3"/>
                      <a:pt x="40" y="4"/>
                    </a:cubicBezTo>
                    <a:cubicBezTo>
                      <a:pt x="49" y="6"/>
                      <a:pt x="58" y="10"/>
                      <a:pt x="66" y="12"/>
                    </a:cubicBezTo>
                    <a:cubicBezTo>
                      <a:pt x="73" y="13"/>
                      <a:pt x="82" y="12"/>
                      <a:pt x="87" y="17"/>
                    </a:cubicBezTo>
                    <a:cubicBezTo>
                      <a:pt x="89" y="18"/>
                      <a:pt x="96" y="26"/>
                      <a:pt x="93" y="28"/>
                    </a:cubicBezTo>
                    <a:cubicBezTo>
                      <a:pt x="90" y="29"/>
                      <a:pt x="86" y="29"/>
                      <a:pt x="83" y="29"/>
                    </a:cubicBezTo>
                    <a:cubicBezTo>
                      <a:pt x="80" y="29"/>
                      <a:pt x="76" y="30"/>
                      <a:pt x="73" y="31"/>
                    </a:cubicBezTo>
                    <a:cubicBezTo>
                      <a:pt x="68" y="33"/>
                      <a:pt x="63" y="37"/>
                      <a:pt x="57" y="38"/>
                    </a:cubicBezTo>
                    <a:cubicBezTo>
                      <a:pt x="48" y="39"/>
                      <a:pt x="39" y="36"/>
                      <a:pt x="31" y="34"/>
                    </a:cubicBezTo>
                    <a:cubicBezTo>
                      <a:pt x="24" y="33"/>
                      <a:pt x="17" y="32"/>
                      <a:pt x="11" y="29"/>
                    </a:cubicBezTo>
                    <a:cubicBezTo>
                      <a:pt x="9" y="28"/>
                      <a:pt x="8" y="26"/>
                      <a:pt x="6" y="25"/>
                    </a:cubicBezTo>
                    <a:cubicBezTo>
                      <a:pt x="4" y="23"/>
                      <a:pt x="0" y="21"/>
                      <a:pt x="1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74" name="Freeform 2175">
                <a:extLst>
                  <a:ext uri="{FF2B5EF4-FFF2-40B4-BE49-F238E27FC236}">
                    <a16:creationId xmlns:a16="http://schemas.microsoft.com/office/drawing/2014/main" id="{B014F631-6075-4856-A805-06DD674FB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3406"/>
                <a:ext cx="4" cy="5"/>
              </a:xfrm>
              <a:custGeom>
                <a:avLst/>
                <a:gdLst>
                  <a:gd name="T0" fmla="*/ 9 w 10"/>
                  <a:gd name="T1" fmla="*/ 4 h 13"/>
                  <a:gd name="T2" fmla="*/ 10 w 10"/>
                  <a:gd name="T3" fmla="*/ 6 h 13"/>
                  <a:gd name="T4" fmla="*/ 8 w 10"/>
                  <a:gd name="T5" fmla="*/ 8 h 13"/>
                  <a:gd name="T6" fmla="*/ 5 w 10"/>
                  <a:gd name="T7" fmla="*/ 12 h 13"/>
                  <a:gd name="T8" fmla="*/ 1 w 10"/>
                  <a:gd name="T9" fmla="*/ 10 h 13"/>
                  <a:gd name="T10" fmla="*/ 9 w 10"/>
                  <a:gd name="T1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3">
                    <a:moveTo>
                      <a:pt x="9" y="4"/>
                    </a:moveTo>
                    <a:cubicBezTo>
                      <a:pt x="10" y="4"/>
                      <a:pt x="10" y="5"/>
                      <a:pt x="10" y="6"/>
                    </a:cubicBezTo>
                    <a:cubicBezTo>
                      <a:pt x="10" y="7"/>
                      <a:pt x="9" y="7"/>
                      <a:pt x="8" y="8"/>
                    </a:cubicBezTo>
                    <a:cubicBezTo>
                      <a:pt x="7" y="10"/>
                      <a:pt x="7" y="12"/>
                      <a:pt x="5" y="12"/>
                    </a:cubicBezTo>
                    <a:cubicBezTo>
                      <a:pt x="3" y="13"/>
                      <a:pt x="2" y="12"/>
                      <a:pt x="1" y="10"/>
                    </a:cubicBezTo>
                    <a:cubicBezTo>
                      <a:pt x="0" y="7"/>
                      <a:pt x="5" y="0"/>
                      <a:pt x="9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75" name="Freeform 2176">
                <a:extLst>
                  <a:ext uri="{FF2B5EF4-FFF2-40B4-BE49-F238E27FC236}">
                    <a16:creationId xmlns:a16="http://schemas.microsoft.com/office/drawing/2014/main" id="{B3902215-B905-4A7A-9CE5-E14CBD4E3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3407"/>
                <a:ext cx="4" cy="2"/>
              </a:xfrm>
              <a:custGeom>
                <a:avLst/>
                <a:gdLst>
                  <a:gd name="T0" fmla="*/ 7 w 10"/>
                  <a:gd name="T1" fmla="*/ 6 h 7"/>
                  <a:gd name="T2" fmla="*/ 5 w 10"/>
                  <a:gd name="T3" fmla="*/ 7 h 7"/>
                  <a:gd name="T4" fmla="*/ 1 w 10"/>
                  <a:gd name="T5" fmla="*/ 4 h 7"/>
                  <a:gd name="T6" fmla="*/ 7 w 10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7" y="6"/>
                    </a:moveTo>
                    <a:cubicBezTo>
                      <a:pt x="7" y="7"/>
                      <a:pt x="6" y="7"/>
                      <a:pt x="5" y="7"/>
                    </a:cubicBezTo>
                    <a:cubicBezTo>
                      <a:pt x="3" y="7"/>
                      <a:pt x="0" y="6"/>
                      <a:pt x="1" y="4"/>
                    </a:cubicBezTo>
                    <a:cubicBezTo>
                      <a:pt x="2" y="0"/>
                      <a:pt x="10" y="4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76" name="Freeform 2177">
                <a:extLst>
                  <a:ext uri="{FF2B5EF4-FFF2-40B4-BE49-F238E27FC236}">
                    <a16:creationId xmlns:a16="http://schemas.microsoft.com/office/drawing/2014/main" id="{523DFAA9-BC7D-46B1-9248-593D544BD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3217"/>
                <a:ext cx="27" cy="30"/>
              </a:xfrm>
              <a:custGeom>
                <a:avLst/>
                <a:gdLst>
                  <a:gd name="T0" fmla="*/ 2 w 67"/>
                  <a:gd name="T1" fmla="*/ 40 h 74"/>
                  <a:gd name="T2" fmla="*/ 1 w 67"/>
                  <a:gd name="T3" fmla="*/ 37 h 74"/>
                  <a:gd name="T4" fmla="*/ 5 w 67"/>
                  <a:gd name="T5" fmla="*/ 30 h 74"/>
                  <a:gd name="T6" fmla="*/ 18 w 67"/>
                  <a:gd name="T7" fmla="*/ 24 h 74"/>
                  <a:gd name="T8" fmla="*/ 20 w 67"/>
                  <a:gd name="T9" fmla="*/ 13 h 74"/>
                  <a:gd name="T10" fmla="*/ 21 w 67"/>
                  <a:gd name="T11" fmla="*/ 2 h 74"/>
                  <a:gd name="T12" fmla="*/ 25 w 67"/>
                  <a:gd name="T13" fmla="*/ 1 h 74"/>
                  <a:gd name="T14" fmla="*/ 27 w 67"/>
                  <a:gd name="T15" fmla="*/ 7 h 74"/>
                  <a:gd name="T16" fmla="*/ 31 w 67"/>
                  <a:gd name="T17" fmla="*/ 21 h 74"/>
                  <a:gd name="T18" fmla="*/ 36 w 67"/>
                  <a:gd name="T19" fmla="*/ 19 h 74"/>
                  <a:gd name="T20" fmla="*/ 41 w 67"/>
                  <a:gd name="T21" fmla="*/ 19 h 74"/>
                  <a:gd name="T22" fmla="*/ 46 w 67"/>
                  <a:gd name="T23" fmla="*/ 21 h 74"/>
                  <a:gd name="T24" fmla="*/ 46 w 67"/>
                  <a:gd name="T25" fmla="*/ 25 h 74"/>
                  <a:gd name="T26" fmla="*/ 46 w 67"/>
                  <a:gd name="T27" fmla="*/ 34 h 74"/>
                  <a:gd name="T28" fmla="*/ 52 w 67"/>
                  <a:gd name="T29" fmla="*/ 40 h 74"/>
                  <a:gd name="T30" fmla="*/ 56 w 67"/>
                  <a:gd name="T31" fmla="*/ 51 h 74"/>
                  <a:gd name="T32" fmla="*/ 63 w 67"/>
                  <a:gd name="T33" fmla="*/ 54 h 74"/>
                  <a:gd name="T34" fmla="*/ 67 w 67"/>
                  <a:gd name="T35" fmla="*/ 63 h 74"/>
                  <a:gd name="T36" fmla="*/ 60 w 67"/>
                  <a:gd name="T37" fmla="*/ 69 h 74"/>
                  <a:gd name="T38" fmla="*/ 54 w 67"/>
                  <a:gd name="T39" fmla="*/ 74 h 74"/>
                  <a:gd name="T40" fmla="*/ 47 w 67"/>
                  <a:gd name="T41" fmla="*/ 69 h 74"/>
                  <a:gd name="T42" fmla="*/ 41 w 67"/>
                  <a:gd name="T43" fmla="*/ 58 h 74"/>
                  <a:gd name="T44" fmla="*/ 31 w 67"/>
                  <a:gd name="T45" fmla="*/ 50 h 74"/>
                  <a:gd name="T46" fmla="*/ 18 w 67"/>
                  <a:gd name="T47" fmla="*/ 50 h 74"/>
                  <a:gd name="T48" fmla="*/ 12 w 67"/>
                  <a:gd name="T49" fmla="*/ 48 h 74"/>
                  <a:gd name="T50" fmla="*/ 10 w 67"/>
                  <a:gd name="T51" fmla="*/ 45 h 74"/>
                  <a:gd name="T52" fmla="*/ 8 w 67"/>
                  <a:gd name="T53" fmla="*/ 44 h 74"/>
                  <a:gd name="T54" fmla="*/ 6 w 67"/>
                  <a:gd name="T55" fmla="*/ 43 h 74"/>
                  <a:gd name="T56" fmla="*/ 5 w 67"/>
                  <a:gd name="T57" fmla="*/ 41 h 74"/>
                  <a:gd name="T58" fmla="*/ 2 w 67"/>
                  <a:gd name="T59" fmla="*/ 40 h 74"/>
                  <a:gd name="T60" fmla="*/ 2 w 67"/>
                  <a:gd name="T6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7" h="74">
                    <a:moveTo>
                      <a:pt x="2" y="40"/>
                    </a:moveTo>
                    <a:cubicBezTo>
                      <a:pt x="1" y="39"/>
                      <a:pt x="1" y="38"/>
                      <a:pt x="1" y="37"/>
                    </a:cubicBezTo>
                    <a:cubicBezTo>
                      <a:pt x="0" y="35"/>
                      <a:pt x="3" y="32"/>
                      <a:pt x="5" y="30"/>
                    </a:cubicBezTo>
                    <a:cubicBezTo>
                      <a:pt x="9" y="28"/>
                      <a:pt x="14" y="28"/>
                      <a:pt x="18" y="24"/>
                    </a:cubicBezTo>
                    <a:cubicBezTo>
                      <a:pt x="21" y="21"/>
                      <a:pt x="20" y="17"/>
                      <a:pt x="20" y="13"/>
                    </a:cubicBezTo>
                    <a:cubicBezTo>
                      <a:pt x="20" y="10"/>
                      <a:pt x="19" y="4"/>
                      <a:pt x="21" y="2"/>
                    </a:cubicBezTo>
                    <a:cubicBezTo>
                      <a:pt x="22" y="0"/>
                      <a:pt x="24" y="0"/>
                      <a:pt x="25" y="1"/>
                    </a:cubicBezTo>
                    <a:cubicBezTo>
                      <a:pt x="27" y="2"/>
                      <a:pt x="27" y="5"/>
                      <a:pt x="27" y="7"/>
                    </a:cubicBezTo>
                    <a:cubicBezTo>
                      <a:pt x="27" y="11"/>
                      <a:pt x="26" y="20"/>
                      <a:pt x="31" y="21"/>
                    </a:cubicBezTo>
                    <a:cubicBezTo>
                      <a:pt x="33" y="21"/>
                      <a:pt x="35" y="20"/>
                      <a:pt x="36" y="19"/>
                    </a:cubicBezTo>
                    <a:cubicBezTo>
                      <a:pt x="38" y="18"/>
                      <a:pt x="40" y="18"/>
                      <a:pt x="41" y="19"/>
                    </a:cubicBezTo>
                    <a:cubicBezTo>
                      <a:pt x="43" y="19"/>
                      <a:pt x="45" y="19"/>
                      <a:pt x="46" y="21"/>
                    </a:cubicBezTo>
                    <a:cubicBezTo>
                      <a:pt x="47" y="22"/>
                      <a:pt x="46" y="24"/>
                      <a:pt x="46" y="25"/>
                    </a:cubicBezTo>
                    <a:cubicBezTo>
                      <a:pt x="44" y="29"/>
                      <a:pt x="43" y="31"/>
                      <a:pt x="46" y="34"/>
                    </a:cubicBezTo>
                    <a:cubicBezTo>
                      <a:pt x="48" y="37"/>
                      <a:pt x="50" y="38"/>
                      <a:pt x="52" y="40"/>
                    </a:cubicBezTo>
                    <a:cubicBezTo>
                      <a:pt x="55" y="43"/>
                      <a:pt x="55" y="47"/>
                      <a:pt x="56" y="51"/>
                    </a:cubicBezTo>
                    <a:cubicBezTo>
                      <a:pt x="57" y="54"/>
                      <a:pt x="60" y="52"/>
                      <a:pt x="63" y="54"/>
                    </a:cubicBezTo>
                    <a:cubicBezTo>
                      <a:pt x="66" y="55"/>
                      <a:pt x="67" y="60"/>
                      <a:pt x="67" y="63"/>
                    </a:cubicBezTo>
                    <a:cubicBezTo>
                      <a:pt x="66" y="67"/>
                      <a:pt x="62" y="67"/>
                      <a:pt x="60" y="69"/>
                    </a:cubicBezTo>
                    <a:cubicBezTo>
                      <a:pt x="58" y="71"/>
                      <a:pt x="57" y="73"/>
                      <a:pt x="54" y="74"/>
                    </a:cubicBezTo>
                    <a:cubicBezTo>
                      <a:pt x="51" y="74"/>
                      <a:pt x="48" y="72"/>
                      <a:pt x="47" y="69"/>
                    </a:cubicBezTo>
                    <a:cubicBezTo>
                      <a:pt x="46" y="65"/>
                      <a:pt x="43" y="62"/>
                      <a:pt x="41" y="58"/>
                    </a:cubicBezTo>
                    <a:cubicBezTo>
                      <a:pt x="38" y="55"/>
                      <a:pt x="35" y="52"/>
                      <a:pt x="31" y="50"/>
                    </a:cubicBezTo>
                    <a:cubicBezTo>
                      <a:pt x="27" y="49"/>
                      <a:pt x="23" y="50"/>
                      <a:pt x="18" y="50"/>
                    </a:cubicBezTo>
                    <a:cubicBezTo>
                      <a:pt x="17" y="49"/>
                      <a:pt x="14" y="49"/>
                      <a:pt x="12" y="48"/>
                    </a:cubicBezTo>
                    <a:cubicBezTo>
                      <a:pt x="11" y="47"/>
                      <a:pt x="11" y="46"/>
                      <a:pt x="10" y="45"/>
                    </a:cubicBezTo>
                    <a:cubicBezTo>
                      <a:pt x="10" y="44"/>
                      <a:pt x="9" y="44"/>
                      <a:pt x="8" y="44"/>
                    </a:cubicBezTo>
                    <a:cubicBezTo>
                      <a:pt x="7" y="44"/>
                      <a:pt x="6" y="44"/>
                      <a:pt x="6" y="43"/>
                    </a:cubicBezTo>
                    <a:cubicBezTo>
                      <a:pt x="5" y="43"/>
                      <a:pt x="5" y="42"/>
                      <a:pt x="5" y="41"/>
                    </a:cubicBezTo>
                    <a:cubicBezTo>
                      <a:pt x="5" y="41"/>
                      <a:pt x="2" y="41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77" name="Freeform 2178">
                <a:extLst>
                  <a:ext uri="{FF2B5EF4-FFF2-40B4-BE49-F238E27FC236}">
                    <a16:creationId xmlns:a16="http://schemas.microsoft.com/office/drawing/2014/main" id="{56616465-FF2F-42DA-8663-59F4D3D25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077"/>
                <a:ext cx="470" cy="392"/>
              </a:xfrm>
              <a:custGeom>
                <a:avLst/>
                <a:gdLst>
                  <a:gd name="T0" fmla="*/ 1028 w 1157"/>
                  <a:gd name="T1" fmla="*/ 444 h 963"/>
                  <a:gd name="T2" fmla="*/ 1017 w 1157"/>
                  <a:gd name="T3" fmla="*/ 389 h 963"/>
                  <a:gd name="T4" fmla="*/ 932 w 1157"/>
                  <a:gd name="T5" fmla="*/ 378 h 963"/>
                  <a:gd name="T6" fmla="*/ 873 w 1157"/>
                  <a:gd name="T7" fmla="*/ 385 h 963"/>
                  <a:gd name="T8" fmla="*/ 792 w 1157"/>
                  <a:gd name="T9" fmla="*/ 380 h 963"/>
                  <a:gd name="T10" fmla="*/ 740 w 1157"/>
                  <a:gd name="T11" fmla="*/ 368 h 963"/>
                  <a:gd name="T12" fmla="*/ 647 w 1157"/>
                  <a:gd name="T13" fmla="*/ 372 h 963"/>
                  <a:gd name="T14" fmla="*/ 442 w 1157"/>
                  <a:gd name="T15" fmla="*/ 403 h 963"/>
                  <a:gd name="T16" fmla="*/ 501 w 1157"/>
                  <a:gd name="T17" fmla="*/ 552 h 963"/>
                  <a:gd name="T18" fmla="*/ 615 w 1157"/>
                  <a:gd name="T19" fmla="*/ 699 h 963"/>
                  <a:gd name="T20" fmla="*/ 740 w 1157"/>
                  <a:gd name="T21" fmla="*/ 869 h 963"/>
                  <a:gd name="T22" fmla="*/ 800 w 1157"/>
                  <a:gd name="T23" fmla="*/ 960 h 963"/>
                  <a:gd name="T24" fmla="*/ 745 w 1157"/>
                  <a:gd name="T25" fmla="*/ 911 h 963"/>
                  <a:gd name="T26" fmla="*/ 701 w 1157"/>
                  <a:gd name="T27" fmla="*/ 883 h 963"/>
                  <a:gd name="T28" fmla="*/ 659 w 1157"/>
                  <a:gd name="T29" fmla="*/ 836 h 963"/>
                  <a:gd name="T30" fmla="*/ 595 w 1157"/>
                  <a:gd name="T31" fmla="*/ 812 h 963"/>
                  <a:gd name="T32" fmla="*/ 558 w 1157"/>
                  <a:gd name="T33" fmla="*/ 797 h 963"/>
                  <a:gd name="T34" fmla="*/ 532 w 1157"/>
                  <a:gd name="T35" fmla="*/ 794 h 963"/>
                  <a:gd name="T36" fmla="*/ 528 w 1157"/>
                  <a:gd name="T37" fmla="*/ 805 h 963"/>
                  <a:gd name="T38" fmla="*/ 508 w 1157"/>
                  <a:gd name="T39" fmla="*/ 797 h 963"/>
                  <a:gd name="T40" fmla="*/ 477 w 1157"/>
                  <a:gd name="T41" fmla="*/ 805 h 963"/>
                  <a:gd name="T42" fmla="*/ 459 w 1157"/>
                  <a:gd name="T43" fmla="*/ 773 h 963"/>
                  <a:gd name="T44" fmla="*/ 454 w 1157"/>
                  <a:gd name="T45" fmla="*/ 748 h 963"/>
                  <a:gd name="T46" fmla="*/ 446 w 1157"/>
                  <a:gd name="T47" fmla="*/ 720 h 963"/>
                  <a:gd name="T48" fmla="*/ 403 w 1157"/>
                  <a:gd name="T49" fmla="*/ 722 h 963"/>
                  <a:gd name="T50" fmla="*/ 381 w 1157"/>
                  <a:gd name="T51" fmla="*/ 694 h 963"/>
                  <a:gd name="T52" fmla="*/ 348 w 1157"/>
                  <a:gd name="T53" fmla="*/ 663 h 963"/>
                  <a:gd name="T54" fmla="*/ 313 w 1157"/>
                  <a:gd name="T55" fmla="*/ 622 h 963"/>
                  <a:gd name="T56" fmla="*/ 308 w 1157"/>
                  <a:gd name="T57" fmla="*/ 593 h 963"/>
                  <a:gd name="T58" fmla="*/ 336 w 1157"/>
                  <a:gd name="T59" fmla="*/ 599 h 963"/>
                  <a:gd name="T60" fmla="*/ 375 w 1157"/>
                  <a:gd name="T61" fmla="*/ 602 h 963"/>
                  <a:gd name="T62" fmla="*/ 401 w 1157"/>
                  <a:gd name="T63" fmla="*/ 631 h 963"/>
                  <a:gd name="T64" fmla="*/ 364 w 1157"/>
                  <a:gd name="T65" fmla="*/ 588 h 963"/>
                  <a:gd name="T66" fmla="*/ 310 w 1157"/>
                  <a:gd name="T67" fmla="*/ 542 h 963"/>
                  <a:gd name="T68" fmla="*/ 275 w 1157"/>
                  <a:gd name="T69" fmla="*/ 496 h 963"/>
                  <a:gd name="T70" fmla="*/ 273 w 1157"/>
                  <a:gd name="T71" fmla="*/ 414 h 963"/>
                  <a:gd name="T72" fmla="*/ 239 w 1157"/>
                  <a:gd name="T73" fmla="*/ 363 h 963"/>
                  <a:gd name="T74" fmla="*/ 189 w 1157"/>
                  <a:gd name="T75" fmla="*/ 321 h 963"/>
                  <a:gd name="T76" fmla="*/ 155 w 1157"/>
                  <a:gd name="T77" fmla="*/ 315 h 963"/>
                  <a:gd name="T78" fmla="*/ 135 w 1157"/>
                  <a:gd name="T79" fmla="*/ 366 h 963"/>
                  <a:gd name="T80" fmla="*/ 107 w 1157"/>
                  <a:gd name="T81" fmla="*/ 411 h 963"/>
                  <a:gd name="T82" fmla="*/ 99 w 1157"/>
                  <a:gd name="T83" fmla="*/ 396 h 963"/>
                  <a:gd name="T84" fmla="*/ 85 w 1157"/>
                  <a:gd name="T85" fmla="*/ 445 h 963"/>
                  <a:gd name="T86" fmla="*/ 62 w 1157"/>
                  <a:gd name="T87" fmla="*/ 442 h 963"/>
                  <a:gd name="T88" fmla="*/ 47 w 1157"/>
                  <a:gd name="T89" fmla="*/ 408 h 963"/>
                  <a:gd name="T90" fmla="*/ 21 w 1157"/>
                  <a:gd name="T91" fmla="*/ 376 h 963"/>
                  <a:gd name="T92" fmla="*/ 21 w 1157"/>
                  <a:gd name="T93" fmla="*/ 354 h 963"/>
                  <a:gd name="T94" fmla="*/ 12 w 1157"/>
                  <a:gd name="T95" fmla="*/ 316 h 963"/>
                  <a:gd name="T96" fmla="*/ 1 w 1157"/>
                  <a:gd name="T97" fmla="*/ 266 h 963"/>
                  <a:gd name="T98" fmla="*/ 94 w 1157"/>
                  <a:gd name="T99" fmla="*/ 279 h 963"/>
                  <a:gd name="T100" fmla="*/ 209 w 1157"/>
                  <a:gd name="T101" fmla="*/ 229 h 963"/>
                  <a:gd name="T102" fmla="*/ 352 w 1157"/>
                  <a:gd name="T103" fmla="*/ 251 h 963"/>
                  <a:gd name="T104" fmla="*/ 405 w 1157"/>
                  <a:gd name="T105" fmla="*/ 106 h 963"/>
                  <a:gd name="T106" fmla="*/ 546 w 1157"/>
                  <a:gd name="T107" fmla="*/ 33 h 963"/>
                  <a:gd name="T108" fmla="*/ 670 w 1157"/>
                  <a:gd name="T109" fmla="*/ 78 h 963"/>
                  <a:gd name="T110" fmla="*/ 833 w 1157"/>
                  <a:gd name="T111" fmla="*/ 186 h 963"/>
                  <a:gd name="T112" fmla="*/ 995 w 1157"/>
                  <a:gd name="T113" fmla="*/ 167 h 963"/>
                  <a:gd name="T114" fmla="*/ 1069 w 1157"/>
                  <a:gd name="T115" fmla="*/ 239 h 963"/>
                  <a:gd name="T116" fmla="*/ 1099 w 1157"/>
                  <a:gd name="T117" fmla="*/ 280 h 963"/>
                  <a:gd name="T118" fmla="*/ 1132 w 1157"/>
                  <a:gd name="T119" fmla="*/ 349 h 9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57" h="963">
                    <a:moveTo>
                      <a:pt x="1105" y="409"/>
                    </a:moveTo>
                    <a:cubicBezTo>
                      <a:pt x="1107" y="442"/>
                      <a:pt x="1107" y="442"/>
                      <a:pt x="1107" y="442"/>
                    </a:cubicBezTo>
                    <a:cubicBezTo>
                      <a:pt x="1062" y="462"/>
                      <a:pt x="1062" y="462"/>
                      <a:pt x="1062" y="462"/>
                    </a:cubicBezTo>
                    <a:cubicBezTo>
                      <a:pt x="1049" y="448"/>
                      <a:pt x="1049" y="448"/>
                      <a:pt x="1049" y="448"/>
                    </a:cubicBezTo>
                    <a:cubicBezTo>
                      <a:pt x="1031" y="448"/>
                      <a:pt x="1031" y="448"/>
                      <a:pt x="1031" y="448"/>
                    </a:cubicBezTo>
                    <a:cubicBezTo>
                      <a:pt x="1028" y="444"/>
                      <a:pt x="1028" y="444"/>
                      <a:pt x="1028" y="444"/>
                    </a:cubicBezTo>
                    <a:cubicBezTo>
                      <a:pt x="1027" y="439"/>
                      <a:pt x="1027" y="439"/>
                      <a:pt x="1027" y="439"/>
                    </a:cubicBezTo>
                    <a:cubicBezTo>
                      <a:pt x="1037" y="438"/>
                      <a:pt x="1037" y="438"/>
                      <a:pt x="1037" y="438"/>
                    </a:cubicBezTo>
                    <a:cubicBezTo>
                      <a:pt x="1039" y="435"/>
                      <a:pt x="1039" y="435"/>
                      <a:pt x="1039" y="435"/>
                    </a:cubicBezTo>
                    <a:cubicBezTo>
                      <a:pt x="1032" y="418"/>
                      <a:pt x="1032" y="418"/>
                      <a:pt x="1032" y="418"/>
                    </a:cubicBezTo>
                    <a:cubicBezTo>
                      <a:pt x="1022" y="417"/>
                      <a:pt x="1022" y="417"/>
                      <a:pt x="1022" y="417"/>
                    </a:cubicBezTo>
                    <a:cubicBezTo>
                      <a:pt x="1017" y="389"/>
                      <a:pt x="1017" y="389"/>
                      <a:pt x="1017" y="389"/>
                    </a:cubicBezTo>
                    <a:cubicBezTo>
                      <a:pt x="1007" y="404"/>
                      <a:pt x="1007" y="404"/>
                      <a:pt x="1007" y="404"/>
                    </a:cubicBezTo>
                    <a:cubicBezTo>
                      <a:pt x="996" y="396"/>
                      <a:pt x="996" y="396"/>
                      <a:pt x="996" y="396"/>
                    </a:cubicBezTo>
                    <a:cubicBezTo>
                      <a:pt x="978" y="403"/>
                      <a:pt x="978" y="403"/>
                      <a:pt x="978" y="403"/>
                    </a:cubicBezTo>
                    <a:cubicBezTo>
                      <a:pt x="964" y="392"/>
                      <a:pt x="964" y="392"/>
                      <a:pt x="964" y="392"/>
                    </a:cubicBezTo>
                    <a:cubicBezTo>
                      <a:pt x="945" y="392"/>
                      <a:pt x="945" y="392"/>
                      <a:pt x="945" y="392"/>
                    </a:cubicBezTo>
                    <a:cubicBezTo>
                      <a:pt x="932" y="378"/>
                      <a:pt x="932" y="378"/>
                      <a:pt x="932" y="378"/>
                    </a:cubicBezTo>
                    <a:cubicBezTo>
                      <a:pt x="924" y="380"/>
                      <a:pt x="924" y="380"/>
                      <a:pt x="924" y="380"/>
                    </a:cubicBezTo>
                    <a:cubicBezTo>
                      <a:pt x="923" y="396"/>
                      <a:pt x="923" y="396"/>
                      <a:pt x="923" y="396"/>
                    </a:cubicBezTo>
                    <a:cubicBezTo>
                      <a:pt x="896" y="397"/>
                      <a:pt x="896" y="397"/>
                      <a:pt x="896" y="397"/>
                    </a:cubicBezTo>
                    <a:cubicBezTo>
                      <a:pt x="894" y="389"/>
                      <a:pt x="894" y="389"/>
                      <a:pt x="894" y="389"/>
                    </a:cubicBezTo>
                    <a:cubicBezTo>
                      <a:pt x="888" y="382"/>
                      <a:pt x="888" y="382"/>
                      <a:pt x="888" y="382"/>
                    </a:cubicBezTo>
                    <a:cubicBezTo>
                      <a:pt x="873" y="385"/>
                      <a:pt x="873" y="385"/>
                      <a:pt x="873" y="385"/>
                    </a:cubicBezTo>
                    <a:cubicBezTo>
                      <a:pt x="863" y="407"/>
                      <a:pt x="863" y="407"/>
                      <a:pt x="863" y="407"/>
                    </a:cubicBezTo>
                    <a:cubicBezTo>
                      <a:pt x="846" y="407"/>
                      <a:pt x="846" y="407"/>
                      <a:pt x="846" y="407"/>
                    </a:cubicBezTo>
                    <a:cubicBezTo>
                      <a:pt x="822" y="383"/>
                      <a:pt x="822" y="383"/>
                      <a:pt x="822" y="383"/>
                    </a:cubicBezTo>
                    <a:cubicBezTo>
                      <a:pt x="813" y="385"/>
                      <a:pt x="813" y="385"/>
                      <a:pt x="813" y="385"/>
                    </a:cubicBezTo>
                    <a:cubicBezTo>
                      <a:pt x="801" y="391"/>
                      <a:pt x="801" y="391"/>
                      <a:pt x="801" y="391"/>
                    </a:cubicBezTo>
                    <a:cubicBezTo>
                      <a:pt x="792" y="380"/>
                      <a:pt x="792" y="380"/>
                      <a:pt x="792" y="380"/>
                    </a:cubicBezTo>
                    <a:cubicBezTo>
                      <a:pt x="783" y="396"/>
                      <a:pt x="783" y="396"/>
                      <a:pt x="783" y="396"/>
                    </a:cubicBezTo>
                    <a:cubicBezTo>
                      <a:pt x="778" y="383"/>
                      <a:pt x="778" y="383"/>
                      <a:pt x="778" y="383"/>
                    </a:cubicBezTo>
                    <a:cubicBezTo>
                      <a:pt x="772" y="392"/>
                      <a:pt x="772" y="392"/>
                      <a:pt x="772" y="392"/>
                    </a:cubicBezTo>
                    <a:cubicBezTo>
                      <a:pt x="764" y="386"/>
                      <a:pt x="764" y="386"/>
                      <a:pt x="764" y="386"/>
                    </a:cubicBezTo>
                    <a:cubicBezTo>
                      <a:pt x="754" y="385"/>
                      <a:pt x="754" y="385"/>
                      <a:pt x="754" y="385"/>
                    </a:cubicBezTo>
                    <a:cubicBezTo>
                      <a:pt x="740" y="368"/>
                      <a:pt x="740" y="368"/>
                      <a:pt x="740" y="368"/>
                    </a:cubicBezTo>
                    <a:cubicBezTo>
                      <a:pt x="733" y="379"/>
                      <a:pt x="733" y="379"/>
                      <a:pt x="733" y="379"/>
                    </a:cubicBezTo>
                    <a:cubicBezTo>
                      <a:pt x="710" y="375"/>
                      <a:pt x="710" y="375"/>
                      <a:pt x="710" y="375"/>
                    </a:cubicBezTo>
                    <a:cubicBezTo>
                      <a:pt x="694" y="359"/>
                      <a:pt x="694" y="359"/>
                      <a:pt x="694" y="359"/>
                    </a:cubicBezTo>
                    <a:cubicBezTo>
                      <a:pt x="677" y="359"/>
                      <a:pt x="677" y="359"/>
                      <a:pt x="677" y="359"/>
                    </a:cubicBezTo>
                    <a:cubicBezTo>
                      <a:pt x="666" y="347"/>
                      <a:pt x="666" y="347"/>
                      <a:pt x="666" y="347"/>
                    </a:cubicBezTo>
                    <a:cubicBezTo>
                      <a:pt x="647" y="372"/>
                      <a:pt x="647" y="372"/>
                      <a:pt x="647" y="372"/>
                    </a:cubicBezTo>
                    <a:cubicBezTo>
                      <a:pt x="586" y="361"/>
                      <a:pt x="586" y="361"/>
                      <a:pt x="586" y="361"/>
                    </a:cubicBezTo>
                    <a:cubicBezTo>
                      <a:pt x="555" y="415"/>
                      <a:pt x="555" y="415"/>
                      <a:pt x="555" y="415"/>
                    </a:cubicBezTo>
                    <a:cubicBezTo>
                      <a:pt x="525" y="413"/>
                      <a:pt x="525" y="413"/>
                      <a:pt x="525" y="413"/>
                    </a:cubicBezTo>
                    <a:cubicBezTo>
                      <a:pt x="469" y="346"/>
                      <a:pt x="469" y="346"/>
                      <a:pt x="469" y="346"/>
                    </a:cubicBezTo>
                    <a:cubicBezTo>
                      <a:pt x="439" y="354"/>
                      <a:pt x="439" y="354"/>
                      <a:pt x="439" y="354"/>
                    </a:cubicBezTo>
                    <a:cubicBezTo>
                      <a:pt x="442" y="403"/>
                      <a:pt x="442" y="403"/>
                      <a:pt x="442" y="403"/>
                    </a:cubicBezTo>
                    <a:cubicBezTo>
                      <a:pt x="434" y="430"/>
                      <a:pt x="434" y="430"/>
                      <a:pt x="434" y="430"/>
                    </a:cubicBezTo>
                    <a:cubicBezTo>
                      <a:pt x="424" y="430"/>
                      <a:pt x="424" y="430"/>
                      <a:pt x="424" y="430"/>
                    </a:cubicBezTo>
                    <a:cubicBezTo>
                      <a:pt x="431" y="476"/>
                      <a:pt x="431" y="476"/>
                      <a:pt x="431" y="476"/>
                    </a:cubicBezTo>
                    <a:cubicBezTo>
                      <a:pt x="468" y="478"/>
                      <a:pt x="468" y="478"/>
                      <a:pt x="468" y="478"/>
                    </a:cubicBezTo>
                    <a:cubicBezTo>
                      <a:pt x="494" y="521"/>
                      <a:pt x="494" y="521"/>
                      <a:pt x="494" y="521"/>
                    </a:cubicBezTo>
                    <a:cubicBezTo>
                      <a:pt x="501" y="552"/>
                      <a:pt x="501" y="552"/>
                      <a:pt x="501" y="552"/>
                    </a:cubicBezTo>
                    <a:cubicBezTo>
                      <a:pt x="518" y="581"/>
                      <a:pt x="518" y="581"/>
                      <a:pt x="518" y="581"/>
                    </a:cubicBezTo>
                    <a:cubicBezTo>
                      <a:pt x="513" y="599"/>
                      <a:pt x="513" y="599"/>
                      <a:pt x="513" y="599"/>
                    </a:cubicBezTo>
                    <a:cubicBezTo>
                      <a:pt x="547" y="641"/>
                      <a:pt x="547" y="641"/>
                      <a:pt x="547" y="641"/>
                    </a:cubicBezTo>
                    <a:cubicBezTo>
                      <a:pt x="561" y="648"/>
                      <a:pt x="561" y="648"/>
                      <a:pt x="561" y="648"/>
                    </a:cubicBezTo>
                    <a:cubicBezTo>
                      <a:pt x="579" y="680"/>
                      <a:pt x="579" y="680"/>
                      <a:pt x="579" y="680"/>
                    </a:cubicBezTo>
                    <a:cubicBezTo>
                      <a:pt x="615" y="699"/>
                      <a:pt x="615" y="699"/>
                      <a:pt x="615" y="699"/>
                    </a:cubicBezTo>
                    <a:cubicBezTo>
                      <a:pt x="622" y="729"/>
                      <a:pt x="622" y="729"/>
                      <a:pt x="622" y="729"/>
                    </a:cubicBezTo>
                    <a:cubicBezTo>
                      <a:pt x="698" y="807"/>
                      <a:pt x="698" y="807"/>
                      <a:pt x="698" y="807"/>
                    </a:cubicBezTo>
                    <a:cubicBezTo>
                      <a:pt x="733" y="818"/>
                      <a:pt x="733" y="818"/>
                      <a:pt x="733" y="818"/>
                    </a:cubicBezTo>
                    <a:cubicBezTo>
                      <a:pt x="730" y="835"/>
                      <a:pt x="730" y="835"/>
                      <a:pt x="730" y="835"/>
                    </a:cubicBezTo>
                    <a:cubicBezTo>
                      <a:pt x="736" y="849"/>
                      <a:pt x="736" y="849"/>
                      <a:pt x="736" y="849"/>
                    </a:cubicBezTo>
                    <a:cubicBezTo>
                      <a:pt x="740" y="869"/>
                      <a:pt x="740" y="869"/>
                      <a:pt x="740" y="869"/>
                    </a:cubicBezTo>
                    <a:cubicBezTo>
                      <a:pt x="761" y="873"/>
                      <a:pt x="761" y="873"/>
                      <a:pt x="761" y="873"/>
                    </a:cubicBezTo>
                    <a:cubicBezTo>
                      <a:pt x="763" y="887"/>
                      <a:pt x="763" y="887"/>
                      <a:pt x="763" y="887"/>
                    </a:cubicBezTo>
                    <a:cubicBezTo>
                      <a:pt x="811" y="927"/>
                      <a:pt x="811" y="927"/>
                      <a:pt x="811" y="927"/>
                    </a:cubicBezTo>
                    <a:cubicBezTo>
                      <a:pt x="823" y="951"/>
                      <a:pt x="823" y="951"/>
                      <a:pt x="823" y="951"/>
                    </a:cubicBezTo>
                    <a:cubicBezTo>
                      <a:pt x="804" y="963"/>
                      <a:pt x="804" y="963"/>
                      <a:pt x="804" y="963"/>
                    </a:cubicBezTo>
                    <a:cubicBezTo>
                      <a:pt x="803" y="962"/>
                      <a:pt x="802" y="961"/>
                      <a:pt x="800" y="960"/>
                    </a:cubicBezTo>
                    <a:cubicBezTo>
                      <a:pt x="797" y="958"/>
                      <a:pt x="794" y="955"/>
                      <a:pt x="791" y="953"/>
                    </a:cubicBezTo>
                    <a:cubicBezTo>
                      <a:pt x="788" y="952"/>
                      <a:pt x="786" y="951"/>
                      <a:pt x="783" y="949"/>
                    </a:cubicBezTo>
                    <a:cubicBezTo>
                      <a:pt x="779" y="948"/>
                      <a:pt x="778" y="943"/>
                      <a:pt x="776" y="940"/>
                    </a:cubicBezTo>
                    <a:cubicBezTo>
                      <a:pt x="774" y="937"/>
                      <a:pt x="771" y="933"/>
                      <a:pt x="767" y="931"/>
                    </a:cubicBezTo>
                    <a:cubicBezTo>
                      <a:pt x="762" y="927"/>
                      <a:pt x="757" y="922"/>
                      <a:pt x="752" y="918"/>
                    </a:cubicBezTo>
                    <a:cubicBezTo>
                      <a:pt x="750" y="916"/>
                      <a:pt x="748" y="913"/>
                      <a:pt x="745" y="911"/>
                    </a:cubicBezTo>
                    <a:cubicBezTo>
                      <a:pt x="742" y="909"/>
                      <a:pt x="739" y="907"/>
                      <a:pt x="736" y="905"/>
                    </a:cubicBezTo>
                    <a:cubicBezTo>
                      <a:pt x="733" y="903"/>
                      <a:pt x="729" y="902"/>
                      <a:pt x="725" y="901"/>
                    </a:cubicBezTo>
                    <a:cubicBezTo>
                      <a:pt x="722" y="900"/>
                      <a:pt x="719" y="897"/>
                      <a:pt x="716" y="895"/>
                    </a:cubicBezTo>
                    <a:cubicBezTo>
                      <a:pt x="713" y="893"/>
                      <a:pt x="710" y="891"/>
                      <a:pt x="708" y="889"/>
                    </a:cubicBezTo>
                    <a:cubicBezTo>
                      <a:pt x="707" y="887"/>
                      <a:pt x="705" y="886"/>
                      <a:pt x="704" y="885"/>
                    </a:cubicBezTo>
                    <a:cubicBezTo>
                      <a:pt x="703" y="884"/>
                      <a:pt x="702" y="884"/>
                      <a:pt x="701" y="883"/>
                    </a:cubicBezTo>
                    <a:cubicBezTo>
                      <a:pt x="698" y="882"/>
                      <a:pt x="696" y="878"/>
                      <a:pt x="695" y="875"/>
                    </a:cubicBezTo>
                    <a:cubicBezTo>
                      <a:pt x="694" y="874"/>
                      <a:pt x="693" y="872"/>
                      <a:pt x="692" y="870"/>
                    </a:cubicBezTo>
                    <a:cubicBezTo>
                      <a:pt x="691" y="868"/>
                      <a:pt x="690" y="865"/>
                      <a:pt x="689" y="863"/>
                    </a:cubicBezTo>
                    <a:cubicBezTo>
                      <a:pt x="686" y="858"/>
                      <a:pt x="680" y="854"/>
                      <a:pt x="675" y="850"/>
                    </a:cubicBezTo>
                    <a:cubicBezTo>
                      <a:pt x="671" y="848"/>
                      <a:pt x="669" y="845"/>
                      <a:pt x="667" y="842"/>
                    </a:cubicBezTo>
                    <a:cubicBezTo>
                      <a:pt x="665" y="839"/>
                      <a:pt x="662" y="837"/>
                      <a:pt x="659" y="836"/>
                    </a:cubicBezTo>
                    <a:cubicBezTo>
                      <a:pt x="656" y="834"/>
                      <a:pt x="653" y="833"/>
                      <a:pt x="650" y="833"/>
                    </a:cubicBezTo>
                    <a:cubicBezTo>
                      <a:pt x="646" y="832"/>
                      <a:pt x="643" y="832"/>
                      <a:pt x="639" y="831"/>
                    </a:cubicBezTo>
                    <a:cubicBezTo>
                      <a:pt x="636" y="831"/>
                      <a:pt x="633" y="831"/>
                      <a:pt x="630" y="830"/>
                    </a:cubicBezTo>
                    <a:cubicBezTo>
                      <a:pt x="626" y="829"/>
                      <a:pt x="622" y="826"/>
                      <a:pt x="618" y="825"/>
                    </a:cubicBezTo>
                    <a:cubicBezTo>
                      <a:pt x="614" y="823"/>
                      <a:pt x="609" y="821"/>
                      <a:pt x="606" y="818"/>
                    </a:cubicBezTo>
                    <a:cubicBezTo>
                      <a:pt x="602" y="816"/>
                      <a:pt x="599" y="813"/>
                      <a:pt x="595" y="812"/>
                    </a:cubicBezTo>
                    <a:cubicBezTo>
                      <a:pt x="593" y="811"/>
                      <a:pt x="590" y="811"/>
                      <a:pt x="588" y="809"/>
                    </a:cubicBezTo>
                    <a:cubicBezTo>
                      <a:pt x="586" y="807"/>
                      <a:pt x="585" y="805"/>
                      <a:pt x="583" y="803"/>
                    </a:cubicBezTo>
                    <a:cubicBezTo>
                      <a:pt x="580" y="802"/>
                      <a:pt x="576" y="803"/>
                      <a:pt x="573" y="803"/>
                    </a:cubicBezTo>
                    <a:cubicBezTo>
                      <a:pt x="569" y="803"/>
                      <a:pt x="565" y="802"/>
                      <a:pt x="561" y="801"/>
                    </a:cubicBezTo>
                    <a:cubicBezTo>
                      <a:pt x="559" y="801"/>
                      <a:pt x="556" y="801"/>
                      <a:pt x="555" y="799"/>
                    </a:cubicBezTo>
                    <a:cubicBezTo>
                      <a:pt x="554" y="798"/>
                      <a:pt x="556" y="797"/>
                      <a:pt x="558" y="797"/>
                    </a:cubicBezTo>
                    <a:cubicBezTo>
                      <a:pt x="560" y="797"/>
                      <a:pt x="562" y="797"/>
                      <a:pt x="564" y="797"/>
                    </a:cubicBezTo>
                    <a:cubicBezTo>
                      <a:pt x="567" y="796"/>
                      <a:pt x="566" y="794"/>
                      <a:pt x="564" y="792"/>
                    </a:cubicBezTo>
                    <a:cubicBezTo>
                      <a:pt x="562" y="791"/>
                      <a:pt x="559" y="792"/>
                      <a:pt x="557" y="790"/>
                    </a:cubicBezTo>
                    <a:cubicBezTo>
                      <a:pt x="556" y="789"/>
                      <a:pt x="555" y="788"/>
                      <a:pt x="553" y="787"/>
                    </a:cubicBezTo>
                    <a:cubicBezTo>
                      <a:pt x="548" y="785"/>
                      <a:pt x="546" y="791"/>
                      <a:pt x="542" y="792"/>
                    </a:cubicBezTo>
                    <a:cubicBezTo>
                      <a:pt x="539" y="793"/>
                      <a:pt x="535" y="792"/>
                      <a:pt x="532" y="794"/>
                    </a:cubicBezTo>
                    <a:cubicBezTo>
                      <a:pt x="530" y="795"/>
                      <a:pt x="530" y="797"/>
                      <a:pt x="532" y="799"/>
                    </a:cubicBezTo>
                    <a:cubicBezTo>
                      <a:pt x="534" y="800"/>
                      <a:pt x="537" y="801"/>
                      <a:pt x="540" y="801"/>
                    </a:cubicBezTo>
                    <a:cubicBezTo>
                      <a:pt x="542" y="802"/>
                      <a:pt x="545" y="802"/>
                      <a:pt x="546" y="803"/>
                    </a:cubicBezTo>
                    <a:cubicBezTo>
                      <a:pt x="549" y="804"/>
                      <a:pt x="544" y="806"/>
                      <a:pt x="543" y="806"/>
                    </a:cubicBezTo>
                    <a:cubicBezTo>
                      <a:pt x="540" y="806"/>
                      <a:pt x="537" y="806"/>
                      <a:pt x="533" y="806"/>
                    </a:cubicBezTo>
                    <a:cubicBezTo>
                      <a:pt x="531" y="805"/>
                      <a:pt x="530" y="805"/>
                      <a:pt x="528" y="805"/>
                    </a:cubicBezTo>
                    <a:cubicBezTo>
                      <a:pt x="526" y="805"/>
                      <a:pt x="524" y="806"/>
                      <a:pt x="522" y="805"/>
                    </a:cubicBezTo>
                    <a:cubicBezTo>
                      <a:pt x="521" y="805"/>
                      <a:pt x="519" y="803"/>
                      <a:pt x="520" y="802"/>
                    </a:cubicBezTo>
                    <a:cubicBezTo>
                      <a:pt x="521" y="801"/>
                      <a:pt x="524" y="800"/>
                      <a:pt x="524" y="798"/>
                    </a:cubicBezTo>
                    <a:cubicBezTo>
                      <a:pt x="523" y="797"/>
                      <a:pt x="519" y="797"/>
                      <a:pt x="518" y="797"/>
                    </a:cubicBezTo>
                    <a:cubicBezTo>
                      <a:pt x="516" y="797"/>
                      <a:pt x="515" y="797"/>
                      <a:pt x="513" y="798"/>
                    </a:cubicBezTo>
                    <a:cubicBezTo>
                      <a:pt x="511" y="798"/>
                      <a:pt x="510" y="797"/>
                      <a:pt x="508" y="797"/>
                    </a:cubicBezTo>
                    <a:cubicBezTo>
                      <a:pt x="505" y="797"/>
                      <a:pt x="505" y="798"/>
                      <a:pt x="506" y="800"/>
                    </a:cubicBezTo>
                    <a:cubicBezTo>
                      <a:pt x="506" y="802"/>
                      <a:pt x="505" y="803"/>
                      <a:pt x="504" y="803"/>
                    </a:cubicBezTo>
                    <a:cubicBezTo>
                      <a:pt x="502" y="804"/>
                      <a:pt x="500" y="804"/>
                      <a:pt x="499" y="805"/>
                    </a:cubicBezTo>
                    <a:cubicBezTo>
                      <a:pt x="496" y="807"/>
                      <a:pt x="493" y="808"/>
                      <a:pt x="490" y="806"/>
                    </a:cubicBezTo>
                    <a:cubicBezTo>
                      <a:pt x="488" y="805"/>
                      <a:pt x="486" y="804"/>
                      <a:pt x="483" y="804"/>
                    </a:cubicBezTo>
                    <a:cubicBezTo>
                      <a:pt x="481" y="804"/>
                      <a:pt x="479" y="805"/>
                      <a:pt x="477" y="805"/>
                    </a:cubicBezTo>
                    <a:cubicBezTo>
                      <a:pt x="475" y="805"/>
                      <a:pt x="472" y="804"/>
                      <a:pt x="471" y="802"/>
                    </a:cubicBezTo>
                    <a:cubicBezTo>
                      <a:pt x="469" y="801"/>
                      <a:pt x="468" y="800"/>
                      <a:pt x="467" y="798"/>
                    </a:cubicBezTo>
                    <a:cubicBezTo>
                      <a:pt x="465" y="798"/>
                      <a:pt x="465" y="797"/>
                      <a:pt x="464" y="795"/>
                    </a:cubicBezTo>
                    <a:cubicBezTo>
                      <a:pt x="466" y="795"/>
                      <a:pt x="469" y="793"/>
                      <a:pt x="468" y="790"/>
                    </a:cubicBezTo>
                    <a:cubicBezTo>
                      <a:pt x="467" y="787"/>
                      <a:pt x="463" y="786"/>
                      <a:pt x="461" y="784"/>
                    </a:cubicBezTo>
                    <a:cubicBezTo>
                      <a:pt x="459" y="781"/>
                      <a:pt x="459" y="776"/>
                      <a:pt x="459" y="773"/>
                    </a:cubicBezTo>
                    <a:cubicBezTo>
                      <a:pt x="459" y="772"/>
                      <a:pt x="458" y="770"/>
                      <a:pt x="459" y="769"/>
                    </a:cubicBezTo>
                    <a:cubicBezTo>
                      <a:pt x="460" y="768"/>
                      <a:pt x="461" y="768"/>
                      <a:pt x="462" y="768"/>
                    </a:cubicBezTo>
                    <a:cubicBezTo>
                      <a:pt x="467" y="768"/>
                      <a:pt x="468" y="766"/>
                      <a:pt x="468" y="762"/>
                    </a:cubicBezTo>
                    <a:cubicBezTo>
                      <a:pt x="467" y="759"/>
                      <a:pt x="467" y="753"/>
                      <a:pt x="464" y="752"/>
                    </a:cubicBezTo>
                    <a:cubicBezTo>
                      <a:pt x="463" y="751"/>
                      <a:pt x="461" y="752"/>
                      <a:pt x="459" y="751"/>
                    </a:cubicBezTo>
                    <a:cubicBezTo>
                      <a:pt x="457" y="751"/>
                      <a:pt x="455" y="750"/>
                      <a:pt x="454" y="748"/>
                    </a:cubicBezTo>
                    <a:cubicBezTo>
                      <a:pt x="450" y="745"/>
                      <a:pt x="450" y="741"/>
                      <a:pt x="450" y="738"/>
                    </a:cubicBezTo>
                    <a:cubicBezTo>
                      <a:pt x="451" y="734"/>
                      <a:pt x="450" y="730"/>
                      <a:pt x="451" y="727"/>
                    </a:cubicBezTo>
                    <a:cubicBezTo>
                      <a:pt x="453" y="724"/>
                      <a:pt x="457" y="726"/>
                      <a:pt x="460" y="726"/>
                    </a:cubicBezTo>
                    <a:cubicBezTo>
                      <a:pt x="462" y="726"/>
                      <a:pt x="466" y="723"/>
                      <a:pt x="462" y="721"/>
                    </a:cubicBezTo>
                    <a:cubicBezTo>
                      <a:pt x="460" y="720"/>
                      <a:pt x="456" y="722"/>
                      <a:pt x="454" y="720"/>
                    </a:cubicBezTo>
                    <a:cubicBezTo>
                      <a:pt x="451" y="720"/>
                      <a:pt x="448" y="717"/>
                      <a:pt x="446" y="720"/>
                    </a:cubicBezTo>
                    <a:cubicBezTo>
                      <a:pt x="445" y="722"/>
                      <a:pt x="445" y="727"/>
                      <a:pt x="445" y="730"/>
                    </a:cubicBezTo>
                    <a:cubicBezTo>
                      <a:pt x="445" y="733"/>
                      <a:pt x="444" y="737"/>
                      <a:pt x="443" y="740"/>
                    </a:cubicBezTo>
                    <a:cubicBezTo>
                      <a:pt x="441" y="743"/>
                      <a:pt x="435" y="736"/>
                      <a:pt x="434" y="735"/>
                    </a:cubicBezTo>
                    <a:cubicBezTo>
                      <a:pt x="431" y="732"/>
                      <a:pt x="428" y="731"/>
                      <a:pt x="424" y="732"/>
                    </a:cubicBezTo>
                    <a:cubicBezTo>
                      <a:pt x="421" y="733"/>
                      <a:pt x="418" y="731"/>
                      <a:pt x="415" y="730"/>
                    </a:cubicBezTo>
                    <a:cubicBezTo>
                      <a:pt x="411" y="728"/>
                      <a:pt x="407" y="726"/>
                      <a:pt x="403" y="722"/>
                    </a:cubicBezTo>
                    <a:cubicBezTo>
                      <a:pt x="402" y="721"/>
                      <a:pt x="400" y="719"/>
                      <a:pt x="400" y="717"/>
                    </a:cubicBezTo>
                    <a:cubicBezTo>
                      <a:pt x="399" y="715"/>
                      <a:pt x="402" y="715"/>
                      <a:pt x="403" y="715"/>
                    </a:cubicBezTo>
                    <a:cubicBezTo>
                      <a:pt x="405" y="714"/>
                      <a:pt x="408" y="713"/>
                      <a:pt x="405" y="711"/>
                    </a:cubicBezTo>
                    <a:cubicBezTo>
                      <a:pt x="401" y="708"/>
                      <a:pt x="397" y="708"/>
                      <a:pt x="394" y="705"/>
                    </a:cubicBezTo>
                    <a:cubicBezTo>
                      <a:pt x="392" y="703"/>
                      <a:pt x="391" y="701"/>
                      <a:pt x="389" y="699"/>
                    </a:cubicBezTo>
                    <a:cubicBezTo>
                      <a:pt x="386" y="697"/>
                      <a:pt x="383" y="695"/>
                      <a:pt x="381" y="694"/>
                    </a:cubicBezTo>
                    <a:cubicBezTo>
                      <a:pt x="378" y="693"/>
                      <a:pt x="376" y="693"/>
                      <a:pt x="374" y="693"/>
                    </a:cubicBezTo>
                    <a:cubicBezTo>
                      <a:pt x="371" y="692"/>
                      <a:pt x="369" y="691"/>
                      <a:pt x="368" y="689"/>
                    </a:cubicBezTo>
                    <a:cubicBezTo>
                      <a:pt x="366" y="687"/>
                      <a:pt x="366" y="684"/>
                      <a:pt x="365" y="682"/>
                    </a:cubicBezTo>
                    <a:cubicBezTo>
                      <a:pt x="364" y="680"/>
                      <a:pt x="361" y="678"/>
                      <a:pt x="360" y="676"/>
                    </a:cubicBezTo>
                    <a:cubicBezTo>
                      <a:pt x="358" y="674"/>
                      <a:pt x="356" y="671"/>
                      <a:pt x="354" y="669"/>
                    </a:cubicBezTo>
                    <a:cubicBezTo>
                      <a:pt x="352" y="667"/>
                      <a:pt x="350" y="665"/>
                      <a:pt x="348" y="663"/>
                    </a:cubicBezTo>
                    <a:cubicBezTo>
                      <a:pt x="346" y="661"/>
                      <a:pt x="343" y="658"/>
                      <a:pt x="342" y="655"/>
                    </a:cubicBezTo>
                    <a:cubicBezTo>
                      <a:pt x="340" y="653"/>
                      <a:pt x="339" y="650"/>
                      <a:pt x="337" y="649"/>
                    </a:cubicBezTo>
                    <a:cubicBezTo>
                      <a:pt x="335" y="647"/>
                      <a:pt x="333" y="646"/>
                      <a:pt x="331" y="643"/>
                    </a:cubicBezTo>
                    <a:cubicBezTo>
                      <a:pt x="331" y="643"/>
                      <a:pt x="331" y="642"/>
                      <a:pt x="330" y="641"/>
                    </a:cubicBezTo>
                    <a:cubicBezTo>
                      <a:pt x="329" y="639"/>
                      <a:pt x="328" y="638"/>
                      <a:pt x="326" y="637"/>
                    </a:cubicBezTo>
                    <a:cubicBezTo>
                      <a:pt x="320" y="633"/>
                      <a:pt x="316" y="628"/>
                      <a:pt x="313" y="622"/>
                    </a:cubicBezTo>
                    <a:cubicBezTo>
                      <a:pt x="312" y="621"/>
                      <a:pt x="312" y="620"/>
                      <a:pt x="311" y="619"/>
                    </a:cubicBezTo>
                    <a:cubicBezTo>
                      <a:pt x="310" y="618"/>
                      <a:pt x="309" y="617"/>
                      <a:pt x="308" y="616"/>
                    </a:cubicBezTo>
                    <a:cubicBezTo>
                      <a:pt x="307" y="613"/>
                      <a:pt x="310" y="614"/>
                      <a:pt x="312" y="613"/>
                    </a:cubicBezTo>
                    <a:cubicBezTo>
                      <a:pt x="311" y="609"/>
                      <a:pt x="307" y="606"/>
                      <a:pt x="305" y="602"/>
                    </a:cubicBezTo>
                    <a:cubicBezTo>
                      <a:pt x="304" y="601"/>
                      <a:pt x="303" y="599"/>
                      <a:pt x="303" y="597"/>
                    </a:cubicBezTo>
                    <a:cubicBezTo>
                      <a:pt x="304" y="596"/>
                      <a:pt x="306" y="594"/>
                      <a:pt x="308" y="593"/>
                    </a:cubicBezTo>
                    <a:cubicBezTo>
                      <a:pt x="310" y="592"/>
                      <a:pt x="312" y="594"/>
                      <a:pt x="313" y="595"/>
                    </a:cubicBezTo>
                    <a:cubicBezTo>
                      <a:pt x="315" y="597"/>
                      <a:pt x="317" y="600"/>
                      <a:pt x="319" y="602"/>
                    </a:cubicBezTo>
                    <a:cubicBezTo>
                      <a:pt x="321" y="603"/>
                      <a:pt x="323" y="603"/>
                      <a:pt x="323" y="601"/>
                    </a:cubicBezTo>
                    <a:cubicBezTo>
                      <a:pt x="323" y="598"/>
                      <a:pt x="320" y="594"/>
                      <a:pt x="322" y="592"/>
                    </a:cubicBezTo>
                    <a:cubicBezTo>
                      <a:pt x="323" y="590"/>
                      <a:pt x="326" y="589"/>
                      <a:pt x="328" y="590"/>
                    </a:cubicBezTo>
                    <a:cubicBezTo>
                      <a:pt x="331" y="592"/>
                      <a:pt x="334" y="595"/>
                      <a:pt x="336" y="599"/>
                    </a:cubicBezTo>
                    <a:cubicBezTo>
                      <a:pt x="337" y="601"/>
                      <a:pt x="337" y="604"/>
                      <a:pt x="340" y="605"/>
                    </a:cubicBezTo>
                    <a:cubicBezTo>
                      <a:pt x="339" y="601"/>
                      <a:pt x="338" y="598"/>
                      <a:pt x="337" y="594"/>
                    </a:cubicBezTo>
                    <a:cubicBezTo>
                      <a:pt x="337" y="593"/>
                      <a:pt x="336" y="590"/>
                      <a:pt x="337" y="588"/>
                    </a:cubicBezTo>
                    <a:cubicBezTo>
                      <a:pt x="338" y="585"/>
                      <a:pt x="344" y="590"/>
                      <a:pt x="346" y="591"/>
                    </a:cubicBezTo>
                    <a:cubicBezTo>
                      <a:pt x="350" y="595"/>
                      <a:pt x="355" y="599"/>
                      <a:pt x="361" y="600"/>
                    </a:cubicBezTo>
                    <a:cubicBezTo>
                      <a:pt x="365" y="602"/>
                      <a:pt x="370" y="601"/>
                      <a:pt x="375" y="602"/>
                    </a:cubicBezTo>
                    <a:cubicBezTo>
                      <a:pt x="379" y="602"/>
                      <a:pt x="381" y="604"/>
                      <a:pt x="380" y="608"/>
                    </a:cubicBezTo>
                    <a:cubicBezTo>
                      <a:pt x="380" y="611"/>
                      <a:pt x="378" y="616"/>
                      <a:pt x="381" y="618"/>
                    </a:cubicBezTo>
                    <a:cubicBezTo>
                      <a:pt x="382" y="619"/>
                      <a:pt x="384" y="619"/>
                      <a:pt x="385" y="619"/>
                    </a:cubicBezTo>
                    <a:cubicBezTo>
                      <a:pt x="387" y="620"/>
                      <a:pt x="389" y="620"/>
                      <a:pt x="391" y="621"/>
                    </a:cubicBezTo>
                    <a:cubicBezTo>
                      <a:pt x="395" y="622"/>
                      <a:pt x="397" y="626"/>
                      <a:pt x="399" y="629"/>
                    </a:cubicBezTo>
                    <a:cubicBezTo>
                      <a:pt x="399" y="630"/>
                      <a:pt x="400" y="632"/>
                      <a:pt x="401" y="631"/>
                    </a:cubicBezTo>
                    <a:cubicBezTo>
                      <a:pt x="402" y="631"/>
                      <a:pt x="402" y="629"/>
                      <a:pt x="402" y="628"/>
                    </a:cubicBezTo>
                    <a:cubicBezTo>
                      <a:pt x="402" y="624"/>
                      <a:pt x="400" y="620"/>
                      <a:pt x="397" y="616"/>
                    </a:cubicBezTo>
                    <a:cubicBezTo>
                      <a:pt x="394" y="614"/>
                      <a:pt x="391" y="612"/>
                      <a:pt x="390" y="608"/>
                    </a:cubicBezTo>
                    <a:cubicBezTo>
                      <a:pt x="389" y="604"/>
                      <a:pt x="388" y="601"/>
                      <a:pt x="385" y="598"/>
                    </a:cubicBezTo>
                    <a:cubicBezTo>
                      <a:pt x="381" y="596"/>
                      <a:pt x="377" y="596"/>
                      <a:pt x="373" y="594"/>
                    </a:cubicBezTo>
                    <a:cubicBezTo>
                      <a:pt x="370" y="593"/>
                      <a:pt x="367" y="590"/>
                      <a:pt x="364" y="588"/>
                    </a:cubicBezTo>
                    <a:cubicBezTo>
                      <a:pt x="357" y="582"/>
                      <a:pt x="346" y="581"/>
                      <a:pt x="340" y="573"/>
                    </a:cubicBezTo>
                    <a:cubicBezTo>
                      <a:pt x="337" y="569"/>
                      <a:pt x="333" y="566"/>
                      <a:pt x="330" y="562"/>
                    </a:cubicBezTo>
                    <a:cubicBezTo>
                      <a:pt x="328" y="561"/>
                      <a:pt x="327" y="559"/>
                      <a:pt x="325" y="557"/>
                    </a:cubicBezTo>
                    <a:cubicBezTo>
                      <a:pt x="324" y="556"/>
                      <a:pt x="322" y="555"/>
                      <a:pt x="321" y="554"/>
                    </a:cubicBezTo>
                    <a:cubicBezTo>
                      <a:pt x="319" y="552"/>
                      <a:pt x="318" y="550"/>
                      <a:pt x="316" y="548"/>
                    </a:cubicBezTo>
                    <a:cubicBezTo>
                      <a:pt x="314" y="546"/>
                      <a:pt x="312" y="544"/>
                      <a:pt x="310" y="542"/>
                    </a:cubicBezTo>
                    <a:cubicBezTo>
                      <a:pt x="308" y="540"/>
                      <a:pt x="306" y="538"/>
                      <a:pt x="304" y="537"/>
                    </a:cubicBezTo>
                    <a:cubicBezTo>
                      <a:pt x="302" y="535"/>
                      <a:pt x="300" y="533"/>
                      <a:pt x="298" y="531"/>
                    </a:cubicBezTo>
                    <a:cubicBezTo>
                      <a:pt x="295" y="528"/>
                      <a:pt x="293" y="524"/>
                      <a:pt x="289" y="521"/>
                    </a:cubicBezTo>
                    <a:cubicBezTo>
                      <a:pt x="286" y="519"/>
                      <a:pt x="282" y="515"/>
                      <a:pt x="281" y="511"/>
                    </a:cubicBezTo>
                    <a:cubicBezTo>
                      <a:pt x="281" y="508"/>
                      <a:pt x="279" y="504"/>
                      <a:pt x="278" y="501"/>
                    </a:cubicBezTo>
                    <a:cubicBezTo>
                      <a:pt x="277" y="499"/>
                      <a:pt x="277" y="498"/>
                      <a:pt x="275" y="496"/>
                    </a:cubicBezTo>
                    <a:cubicBezTo>
                      <a:pt x="274" y="495"/>
                      <a:pt x="273" y="494"/>
                      <a:pt x="272" y="493"/>
                    </a:cubicBezTo>
                    <a:cubicBezTo>
                      <a:pt x="270" y="489"/>
                      <a:pt x="269" y="484"/>
                      <a:pt x="268" y="479"/>
                    </a:cubicBezTo>
                    <a:cubicBezTo>
                      <a:pt x="266" y="473"/>
                      <a:pt x="266" y="468"/>
                      <a:pt x="266" y="461"/>
                    </a:cubicBezTo>
                    <a:cubicBezTo>
                      <a:pt x="266" y="450"/>
                      <a:pt x="263" y="437"/>
                      <a:pt x="270" y="427"/>
                    </a:cubicBezTo>
                    <a:cubicBezTo>
                      <a:pt x="271" y="425"/>
                      <a:pt x="272" y="424"/>
                      <a:pt x="273" y="422"/>
                    </a:cubicBezTo>
                    <a:cubicBezTo>
                      <a:pt x="274" y="419"/>
                      <a:pt x="274" y="416"/>
                      <a:pt x="273" y="414"/>
                    </a:cubicBezTo>
                    <a:cubicBezTo>
                      <a:pt x="272" y="410"/>
                      <a:pt x="271" y="407"/>
                      <a:pt x="269" y="404"/>
                    </a:cubicBezTo>
                    <a:cubicBezTo>
                      <a:pt x="268" y="401"/>
                      <a:pt x="267" y="398"/>
                      <a:pt x="266" y="395"/>
                    </a:cubicBezTo>
                    <a:cubicBezTo>
                      <a:pt x="265" y="393"/>
                      <a:pt x="264" y="389"/>
                      <a:pt x="263" y="386"/>
                    </a:cubicBezTo>
                    <a:cubicBezTo>
                      <a:pt x="262" y="383"/>
                      <a:pt x="259" y="380"/>
                      <a:pt x="256" y="377"/>
                    </a:cubicBezTo>
                    <a:cubicBezTo>
                      <a:pt x="253" y="375"/>
                      <a:pt x="250" y="373"/>
                      <a:pt x="247" y="371"/>
                    </a:cubicBezTo>
                    <a:cubicBezTo>
                      <a:pt x="243" y="369"/>
                      <a:pt x="241" y="367"/>
                      <a:pt x="239" y="363"/>
                    </a:cubicBezTo>
                    <a:cubicBezTo>
                      <a:pt x="235" y="359"/>
                      <a:pt x="231" y="354"/>
                      <a:pt x="227" y="351"/>
                    </a:cubicBezTo>
                    <a:cubicBezTo>
                      <a:pt x="224" y="349"/>
                      <a:pt x="221" y="347"/>
                      <a:pt x="218" y="345"/>
                    </a:cubicBezTo>
                    <a:cubicBezTo>
                      <a:pt x="216" y="344"/>
                      <a:pt x="215" y="341"/>
                      <a:pt x="214" y="339"/>
                    </a:cubicBezTo>
                    <a:cubicBezTo>
                      <a:pt x="212" y="335"/>
                      <a:pt x="209" y="332"/>
                      <a:pt x="205" y="330"/>
                    </a:cubicBezTo>
                    <a:cubicBezTo>
                      <a:pt x="202" y="327"/>
                      <a:pt x="198" y="326"/>
                      <a:pt x="194" y="324"/>
                    </a:cubicBezTo>
                    <a:cubicBezTo>
                      <a:pt x="192" y="323"/>
                      <a:pt x="191" y="322"/>
                      <a:pt x="189" y="321"/>
                    </a:cubicBezTo>
                    <a:cubicBezTo>
                      <a:pt x="187" y="319"/>
                      <a:pt x="187" y="318"/>
                      <a:pt x="187" y="315"/>
                    </a:cubicBezTo>
                    <a:cubicBezTo>
                      <a:pt x="188" y="312"/>
                      <a:pt x="184" y="311"/>
                      <a:pt x="182" y="310"/>
                    </a:cubicBezTo>
                    <a:cubicBezTo>
                      <a:pt x="179" y="310"/>
                      <a:pt x="176" y="311"/>
                      <a:pt x="174" y="310"/>
                    </a:cubicBezTo>
                    <a:cubicBezTo>
                      <a:pt x="171" y="310"/>
                      <a:pt x="169" y="306"/>
                      <a:pt x="167" y="306"/>
                    </a:cubicBezTo>
                    <a:cubicBezTo>
                      <a:pt x="164" y="306"/>
                      <a:pt x="162" y="309"/>
                      <a:pt x="161" y="311"/>
                    </a:cubicBezTo>
                    <a:cubicBezTo>
                      <a:pt x="159" y="313"/>
                      <a:pt x="157" y="314"/>
                      <a:pt x="155" y="315"/>
                    </a:cubicBezTo>
                    <a:cubicBezTo>
                      <a:pt x="151" y="318"/>
                      <a:pt x="148" y="323"/>
                      <a:pt x="146" y="328"/>
                    </a:cubicBezTo>
                    <a:cubicBezTo>
                      <a:pt x="145" y="331"/>
                      <a:pt x="145" y="334"/>
                      <a:pt x="144" y="337"/>
                    </a:cubicBezTo>
                    <a:cubicBezTo>
                      <a:pt x="143" y="340"/>
                      <a:pt x="140" y="342"/>
                      <a:pt x="140" y="344"/>
                    </a:cubicBezTo>
                    <a:cubicBezTo>
                      <a:pt x="139" y="347"/>
                      <a:pt x="141" y="350"/>
                      <a:pt x="140" y="352"/>
                    </a:cubicBezTo>
                    <a:cubicBezTo>
                      <a:pt x="139" y="355"/>
                      <a:pt x="139" y="357"/>
                      <a:pt x="139" y="360"/>
                    </a:cubicBezTo>
                    <a:cubicBezTo>
                      <a:pt x="138" y="362"/>
                      <a:pt x="137" y="364"/>
                      <a:pt x="135" y="366"/>
                    </a:cubicBezTo>
                    <a:cubicBezTo>
                      <a:pt x="133" y="368"/>
                      <a:pt x="131" y="370"/>
                      <a:pt x="129" y="372"/>
                    </a:cubicBezTo>
                    <a:cubicBezTo>
                      <a:pt x="127" y="376"/>
                      <a:pt x="123" y="380"/>
                      <a:pt x="123" y="385"/>
                    </a:cubicBezTo>
                    <a:cubicBezTo>
                      <a:pt x="123" y="388"/>
                      <a:pt x="124" y="390"/>
                      <a:pt x="124" y="393"/>
                    </a:cubicBezTo>
                    <a:cubicBezTo>
                      <a:pt x="124" y="395"/>
                      <a:pt x="124" y="398"/>
                      <a:pt x="124" y="400"/>
                    </a:cubicBezTo>
                    <a:cubicBezTo>
                      <a:pt x="123" y="407"/>
                      <a:pt x="115" y="406"/>
                      <a:pt x="111" y="409"/>
                    </a:cubicBezTo>
                    <a:cubicBezTo>
                      <a:pt x="110" y="409"/>
                      <a:pt x="108" y="411"/>
                      <a:pt x="107" y="411"/>
                    </a:cubicBezTo>
                    <a:cubicBezTo>
                      <a:pt x="106" y="410"/>
                      <a:pt x="105" y="408"/>
                      <a:pt x="105" y="408"/>
                    </a:cubicBezTo>
                    <a:cubicBezTo>
                      <a:pt x="105" y="405"/>
                      <a:pt x="105" y="403"/>
                      <a:pt x="105" y="401"/>
                    </a:cubicBezTo>
                    <a:cubicBezTo>
                      <a:pt x="105" y="398"/>
                      <a:pt x="104" y="396"/>
                      <a:pt x="103" y="394"/>
                    </a:cubicBezTo>
                    <a:cubicBezTo>
                      <a:pt x="103" y="391"/>
                      <a:pt x="105" y="388"/>
                      <a:pt x="104" y="385"/>
                    </a:cubicBezTo>
                    <a:cubicBezTo>
                      <a:pt x="103" y="383"/>
                      <a:pt x="100" y="385"/>
                      <a:pt x="99" y="387"/>
                    </a:cubicBezTo>
                    <a:cubicBezTo>
                      <a:pt x="98" y="390"/>
                      <a:pt x="99" y="393"/>
                      <a:pt x="99" y="396"/>
                    </a:cubicBezTo>
                    <a:cubicBezTo>
                      <a:pt x="99" y="400"/>
                      <a:pt x="98" y="403"/>
                      <a:pt x="98" y="407"/>
                    </a:cubicBezTo>
                    <a:cubicBezTo>
                      <a:pt x="98" y="410"/>
                      <a:pt x="98" y="412"/>
                      <a:pt x="96" y="414"/>
                    </a:cubicBezTo>
                    <a:cubicBezTo>
                      <a:pt x="94" y="416"/>
                      <a:pt x="90" y="417"/>
                      <a:pt x="89" y="420"/>
                    </a:cubicBezTo>
                    <a:cubicBezTo>
                      <a:pt x="88" y="423"/>
                      <a:pt x="89" y="427"/>
                      <a:pt x="89" y="430"/>
                    </a:cubicBezTo>
                    <a:cubicBezTo>
                      <a:pt x="89" y="433"/>
                      <a:pt x="88" y="435"/>
                      <a:pt x="86" y="438"/>
                    </a:cubicBezTo>
                    <a:cubicBezTo>
                      <a:pt x="87" y="440"/>
                      <a:pt x="87" y="443"/>
                      <a:pt x="85" y="445"/>
                    </a:cubicBezTo>
                    <a:cubicBezTo>
                      <a:pt x="83" y="447"/>
                      <a:pt x="81" y="446"/>
                      <a:pt x="79" y="444"/>
                    </a:cubicBezTo>
                    <a:cubicBezTo>
                      <a:pt x="78" y="443"/>
                      <a:pt x="77" y="440"/>
                      <a:pt x="75" y="441"/>
                    </a:cubicBezTo>
                    <a:cubicBezTo>
                      <a:pt x="72" y="443"/>
                      <a:pt x="73" y="447"/>
                      <a:pt x="73" y="449"/>
                    </a:cubicBezTo>
                    <a:cubicBezTo>
                      <a:pt x="73" y="450"/>
                      <a:pt x="73" y="456"/>
                      <a:pt x="70" y="454"/>
                    </a:cubicBezTo>
                    <a:cubicBezTo>
                      <a:pt x="68" y="453"/>
                      <a:pt x="69" y="448"/>
                      <a:pt x="68" y="446"/>
                    </a:cubicBezTo>
                    <a:cubicBezTo>
                      <a:pt x="67" y="443"/>
                      <a:pt x="64" y="444"/>
                      <a:pt x="62" y="442"/>
                    </a:cubicBezTo>
                    <a:cubicBezTo>
                      <a:pt x="60" y="441"/>
                      <a:pt x="61" y="439"/>
                      <a:pt x="60" y="437"/>
                    </a:cubicBezTo>
                    <a:cubicBezTo>
                      <a:pt x="59" y="434"/>
                      <a:pt x="55" y="434"/>
                      <a:pt x="54" y="432"/>
                    </a:cubicBezTo>
                    <a:cubicBezTo>
                      <a:pt x="53" y="429"/>
                      <a:pt x="57" y="427"/>
                      <a:pt x="57" y="424"/>
                    </a:cubicBezTo>
                    <a:cubicBezTo>
                      <a:pt x="58" y="422"/>
                      <a:pt x="55" y="421"/>
                      <a:pt x="53" y="419"/>
                    </a:cubicBezTo>
                    <a:cubicBezTo>
                      <a:pt x="52" y="417"/>
                      <a:pt x="52" y="415"/>
                      <a:pt x="51" y="413"/>
                    </a:cubicBezTo>
                    <a:cubicBezTo>
                      <a:pt x="50" y="411"/>
                      <a:pt x="48" y="410"/>
                      <a:pt x="47" y="408"/>
                    </a:cubicBezTo>
                    <a:cubicBezTo>
                      <a:pt x="46" y="405"/>
                      <a:pt x="46" y="403"/>
                      <a:pt x="43" y="401"/>
                    </a:cubicBezTo>
                    <a:cubicBezTo>
                      <a:pt x="41" y="399"/>
                      <a:pt x="38" y="399"/>
                      <a:pt x="37" y="397"/>
                    </a:cubicBezTo>
                    <a:cubicBezTo>
                      <a:pt x="36" y="394"/>
                      <a:pt x="36" y="392"/>
                      <a:pt x="34" y="390"/>
                    </a:cubicBezTo>
                    <a:cubicBezTo>
                      <a:pt x="31" y="388"/>
                      <a:pt x="30" y="388"/>
                      <a:pt x="30" y="385"/>
                    </a:cubicBezTo>
                    <a:cubicBezTo>
                      <a:pt x="30" y="383"/>
                      <a:pt x="31" y="379"/>
                      <a:pt x="28" y="378"/>
                    </a:cubicBezTo>
                    <a:cubicBezTo>
                      <a:pt x="26" y="376"/>
                      <a:pt x="23" y="378"/>
                      <a:pt x="21" y="376"/>
                    </a:cubicBezTo>
                    <a:cubicBezTo>
                      <a:pt x="19" y="375"/>
                      <a:pt x="19" y="374"/>
                      <a:pt x="19" y="372"/>
                    </a:cubicBezTo>
                    <a:cubicBezTo>
                      <a:pt x="18" y="369"/>
                      <a:pt x="17" y="367"/>
                      <a:pt x="18" y="365"/>
                    </a:cubicBezTo>
                    <a:cubicBezTo>
                      <a:pt x="18" y="362"/>
                      <a:pt x="20" y="360"/>
                      <a:pt x="23" y="360"/>
                    </a:cubicBezTo>
                    <a:cubicBezTo>
                      <a:pt x="26" y="360"/>
                      <a:pt x="29" y="361"/>
                      <a:pt x="32" y="359"/>
                    </a:cubicBezTo>
                    <a:cubicBezTo>
                      <a:pt x="35" y="358"/>
                      <a:pt x="36" y="355"/>
                      <a:pt x="33" y="354"/>
                    </a:cubicBezTo>
                    <a:cubicBezTo>
                      <a:pt x="29" y="353"/>
                      <a:pt x="25" y="353"/>
                      <a:pt x="21" y="354"/>
                    </a:cubicBezTo>
                    <a:cubicBezTo>
                      <a:pt x="19" y="354"/>
                      <a:pt x="17" y="353"/>
                      <a:pt x="15" y="351"/>
                    </a:cubicBezTo>
                    <a:cubicBezTo>
                      <a:pt x="14" y="349"/>
                      <a:pt x="13" y="347"/>
                      <a:pt x="13" y="344"/>
                    </a:cubicBezTo>
                    <a:cubicBezTo>
                      <a:pt x="12" y="342"/>
                      <a:pt x="12" y="339"/>
                      <a:pt x="12" y="337"/>
                    </a:cubicBezTo>
                    <a:cubicBezTo>
                      <a:pt x="11" y="334"/>
                      <a:pt x="12" y="332"/>
                      <a:pt x="11" y="329"/>
                    </a:cubicBezTo>
                    <a:cubicBezTo>
                      <a:pt x="11" y="327"/>
                      <a:pt x="10" y="324"/>
                      <a:pt x="11" y="322"/>
                    </a:cubicBezTo>
                    <a:cubicBezTo>
                      <a:pt x="11" y="320"/>
                      <a:pt x="12" y="318"/>
                      <a:pt x="12" y="316"/>
                    </a:cubicBezTo>
                    <a:cubicBezTo>
                      <a:pt x="12" y="314"/>
                      <a:pt x="14" y="313"/>
                      <a:pt x="15" y="310"/>
                    </a:cubicBezTo>
                    <a:cubicBezTo>
                      <a:pt x="16" y="307"/>
                      <a:pt x="11" y="307"/>
                      <a:pt x="10" y="307"/>
                    </a:cubicBezTo>
                    <a:cubicBezTo>
                      <a:pt x="6" y="307"/>
                      <a:pt x="4" y="306"/>
                      <a:pt x="4" y="302"/>
                    </a:cubicBezTo>
                    <a:cubicBezTo>
                      <a:pt x="3" y="299"/>
                      <a:pt x="4" y="296"/>
                      <a:pt x="3" y="293"/>
                    </a:cubicBezTo>
                    <a:cubicBezTo>
                      <a:pt x="3" y="290"/>
                      <a:pt x="3" y="287"/>
                      <a:pt x="2" y="285"/>
                    </a:cubicBezTo>
                    <a:cubicBezTo>
                      <a:pt x="1" y="278"/>
                      <a:pt x="1" y="272"/>
                      <a:pt x="1" y="266"/>
                    </a:cubicBezTo>
                    <a:cubicBezTo>
                      <a:pt x="1" y="263"/>
                      <a:pt x="0" y="259"/>
                      <a:pt x="1" y="257"/>
                    </a:cubicBezTo>
                    <a:cubicBezTo>
                      <a:pt x="2" y="252"/>
                      <a:pt x="6" y="253"/>
                      <a:pt x="9" y="255"/>
                    </a:cubicBezTo>
                    <a:cubicBezTo>
                      <a:pt x="11" y="256"/>
                      <a:pt x="13" y="256"/>
                      <a:pt x="14" y="257"/>
                    </a:cubicBezTo>
                    <a:cubicBezTo>
                      <a:pt x="16" y="258"/>
                      <a:pt x="16" y="257"/>
                      <a:pt x="17" y="256"/>
                    </a:cubicBezTo>
                    <a:cubicBezTo>
                      <a:pt x="54" y="287"/>
                      <a:pt x="54" y="287"/>
                      <a:pt x="54" y="287"/>
                    </a:cubicBezTo>
                    <a:cubicBezTo>
                      <a:pt x="94" y="279"/>
                      <a:pt x="94" y="279"/>
                      <a:pt x="94" y="279"/>
                    </a:cubicBezTo>
                    <a:cubicBezTo>
                      <a:pt x="92" y="260"/>
                      <a:pt x="92" y="260"/>
                      <a:pt x="92" y="260"/>
                    </a:cubicBezTo>
                    <a:cubicBezTo>
                      <a:pt x="132" y="280"/>
                      <a:pt x="132" y="280"/>
                      <a:pt x="132" y="280"/>
                    </a:cubicBezTo>
                    <a:cubicBezTo>
                      <a:pt x="139" y="265"/>
                      <a:pt x="139" y="265"/>
                      <a:pt x="139" y="265"/>
                    </a:cubicBezTo>
                    <a:cubicBezTo>
                      <a:pt x="182" y="261"/>
                      <a:pt x="182" y="261"/>
                      <a:pt x="182" y="261"/>
                    </a:cubicBezTo>
                    <a:cubicBezTo>
                      <a:pt x="193" y="232"/>
                      <a:pt x="193" y="232"/>
                      <a:pt x="193" y="232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43" y="278"/>
                      <a:pt x="243" y="278"/>
                      <a:pt x="243" y="278"/>
                    </a:cubicBezTo>
                    <a:cubicBezTo>
                      <a:pt x="260" y="277"/>
                      <a:pt x="260" y="277"/>
                      <a:pt x="260" y="277"/>
                    </a:cubicBezTo>
                    <a:cubicBezTo>
                      <a:pt x="265" y="268"/>
                      <a:pt x="265" y="268"/>
                      <a:pt x="265" y="268"/>
                    </a:cubicBezTo>
                    <a:cubicBezTo>
                      <a:pt x="311" y="296"/>
                      <a:pt x="311" y="296"/>
                      <a:pt x="311" y="296"/>
                    </a:cubicBezTo>
                    <a:cubicBezTo>
                      <a:pt x="366" y="282"/>
                      <a:pt x="366" y="282"/>
                      <a:pt x="366" y="282"/>
                    </a:cubicBezTo>
                    <a:cubicBezTo>
                      <a:pt x="352" y="251"/>
                      <a:pt x="352" y="251"/>
                      <a:pt x="352" y="251"/>
                    </a:cubicBezTo>
                    <a:cubicBezTo>
                      <a:pt x="366" y="224"/>
                      <a:pt x="366" y="224"/>
                      <a:pt x="366" y="224"/>
                    </a:cubicBezTo>
                    <a:cubicBezTo>
                      <a:pt x="341" y="218"/>
                      <a:pt x="341" y="218"/>
                      <a:pt x="341" y="218"/>
                    </a:cubicBezTo>
                    <a:cubicBezTo>
                      <a:pt x="338" y="196"/>
                      <a:pt x="338" y="196"/>
                      <a:pt x="338" y="196"/>
                    </a:cubicBezTo>
                    <a:cubicBezTo>
                      <a:pt x="414" y="176"/>
                      <a:pt x="414" y="176"/>
                      <a:pt x="414" y="176"/>
                    </a:cubicBezTo>
                    <a:cubicBezTo>
                      <a:pt x="426" y="130"/>
                      <a:pt x="426" y="130"/>
                      <a:pt x="426" y="130"/>
                    </a:cubicBezTo>
                    <a:cubicBezTo>
                      <a:pt x="405" y="106"/>
                      <a:pt x="405" y="106"/>
                      <a:pt x="405" y="106"/>
                    </a:cubicBezTo>
                    <a:cubicBezTo>
                      <a:pt x="412" y="89"/>
                      <a:pt x="412" y="89"/>
                      <a:pt x="412" y="89"/>
                    </a:cubicBezTo>
                    <a:cubicBezTo>
                      <a:pt x="487" y="40"/>
                      <a:pt x="487" y="40"/>
                      <a:pt x="487" y="40"/>
                    </a:cubicBezTo>
                    <a:cubicBezTo>
                      <a:pt x="511" y="38"/>
                      <a:pt x="511" y="38"/>
                      <a:pt x="511" y="38"/>
                    </a:cubicBezTo>
                    <a:cubicBezTo>
                      <a:pt x="523" y="47"/>
                      <a:pt x="523" y="47"/>
                      <a:pt x="523" y="47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46" y="33"/>
                      <a:pt x="546" y="33"/>
                      <a:pt x="546" y="33"/>
                    </a:cubicBezTo>
                    <a:cubicBezTo>
                      <a:pt x="541" y="0"/>
                      <a:pt x="541" y="0"/>
                      <a:pt x="541" y="0"/>
                    </a:cubicBezTo>
                    <a:cubicBezTo>
                      <a:pt x="575" y="18"/>
                      <a:pt x="575" y="18"/>
                      <a:pt x="575" y="18"/>
                    </a:cubicBezTo>
                    <a:cubicBezTo>
                      <a:pt x="596" y="8"/>
                      <a:pt x="596" y="8"/>
                      <a:pt x="596" y="8"/>
                    </a:cubicBezTo>
                    <a:cubicBezTo>
                      <a:pt x="596" y="8"/>
                      <a:pt x="596" y="8"/>
                      <a:pt x="596" y="8"/>
                    </a:cubicBezTo>
                    <a:cubicBezTo>
                      <a:pt x="601" y="10"/>
                      <a:pt x="623" y="22"/>
                      <a:pt x="634" y="30"/>
                    </a:cubicBezTo>
                    <a:cubicBezTo>
                      <a:pt x="646" y="40"/>
                      <a:pt x="670" y="78"/>
                      <a:pt x="670" y="78"/>
                    </a:cubicBezTo>
                    <a:cubicBezTo>
                      <a:pt x="670" y="78"/>
                      <a:pt x="699" y="114"/>
                      <a:pt x="716" y="132"/>
                    </a:cubicBezTo>
                    <a:cubicBezTo>
                      <a:pt x="733" y="149"/>
                      <a:pt x="759" y="158"/>
                      <a:pt x="759" y="158"/>
                    </a:cubicBezTo>
                    <a:cubicBezTo>
                      <a:pt x="777" y="155"/>
                      <a:pt x="777" y="155"/>
                      <a:pt x="777" y="155"/>
                    </a:cubicBezTo>
                    <a:cubicBezTo>
                      <a:pt x="792" y="158"/>
                      <a:pt x="792" y="158"/>
                      <a:pt x="792" y="158"/>
                    </a:cubicBezTo>
                    <a:cubicBezTo>
                      <a:pt x="799" y="178"/>
                      <a:pt x="799" y="178"/>
                      <a:pt x="799" y="178"/>
                    </a:cubicBezTo>
                    <a:cubicBezTo>
                      <a:pt x="833" y="186"/>
                      <a:pt x="833" y="186"/>
                      <a:pt x="833" y="186"/>
                    </a:cubicBezTo>
                    <a:cubicBezTo>
                      <a:pt x="842" y="197"/>
                      <a:pt x="842" y="197"/>
                      <a:pt x="842" y="197"/>
                    </a:cubicBezTo>
                    <a:cubicBezTo>
                      <a:pt x="853" y="193"/>
                      <a:pt x="853" y="193"/>
                      <a:pt x="853" y="193"/>
                    </a:cubicBezTo>
                    <a:cubicBezTo>
                      <a:pt x="886" y="204"/>
                      <a:pt x="886" y="204"/>
                      <a:pt x="886" y="204"/>
                    </a:cubicBezTo>
                    <a:cubicBezTo>
                      <a:pt x="914" y="198"/>
                      <a:pt x="914" y="198"/>
                      <a:pt x="914" y="198"/>
                    </a:cubicBezTo>
                    <a:cubicBezTo>
                      <a:pt x="953" y="209"/>
                      <a:pt x="953" y="209"/>
                      <a:pt x="953" y="209"/>
                    </a:cubicBezTo>
                    <a:cubicBezTo>
                      <a:pt x="995" y="167"/>
                      <a:pt x="995" y="167"/>
                      <a:pt x="995" y="167"/>
                    </a:cubicBezTo>
                    <a:cubicBezTo>
                      <a:pt x="1054" y="160"/>
                      <a:pt x="1054" y="160"/>
                      <a:pt x="1054" y="160"/>
                    </a:cubicBezTo>
                    <a:cubicBezTo>
                      <a:pt x="1055" y="159"/>
                      <a:pt x="1055" y="159"/>
                      <a:pt x="1055" y="159"/>
                    </a:cubicBezTo>
                    <a:cubicBezTo>
                      <a:pt x="1046" y="188"/>
                      <a:pt x="1046" y="188"/>
                      <a:pt x="1046" y="188"/>
                    </a:cubicBezTo>
                    <a:cubicBezTo>
                      <a:pt x="1049" y="209"/>
                      <a:pt x="1049" y="209"/>
                      <a:pt x="1049" y="209"/>
                    </a:cubicBezTo>
                    <a:cubicBezTo>
                      <a:pt x="1064" y="219"/>
                      <a:pt x="1064" y="219"/>
                      <a:pt x="1064" y="219"/>
                    </a:cubicBezTo>
                    <a:cubicBezTo>
                      <a:pt x="1069" y="239"/>
                      <a:pt x="1069" y="239"/>
                      <a:pt x="1069" y="239"/>
                    </a:cubicBezTo>
                    <a:cubicBezTo>
                      <a:pt x="1055" y="249"/>
                      <a:pt x="1055" y="249"/>
                      <a:pt x="1055" y="249"/>
                    </a:cubicBezTo>
                    <a:cubicBezTo>
                      <a:pt x="1071" y="277"/>
                      <a:pt x="1071" y="277"/>
                      <a:pt x="1071" y="277"/>
                    </a:cubicBezTo>
                    <a:cubicBezTo>
                      <a:pt x="1078" y="277"/>
                      <a:pt x="1078" y="277"/>
                      <a:pt x="1078" y="277"/>
                    </a:cubicBezTo>
                    <a:cubicBezTo>
                      <a:pt x="1080" y="273"/>
                      <a:pt x="1080" y="273"/>
                      <a:pt x="1080" y="273"/>
                    </a:cubicBezTo>
                    <a:cubicBezTo>
                      <a:pt x="1087" y="276"/>
                      <a:pt x="1087" y="276"/>
                      <a:pt x="1087" y="276"/>
                    </a:cubicBezTo>
                    <a:cubicBezTo>
                      <a:pt x="1099" y="280"/>
                      <a:pt x="1099" y="280"/>
                      <a:pt x="1099" y="280"/>
                    </a:cubicBezTo>
                    <a:cubicBezTo>
                      <a:pt x="1092" y="289"/>
                      <a:pt x="1092" y="289"/>
                      <a:pt x="1092" y="289"/>
                    </a:cubicBezTo>
                    <a:cubicBezTo>
                      <a:pt x="1073" y="288"/>
                      <a:pt x="1073" y="288"/>
                      <a:pt x="1073" y="288"/>
                    </a:cubicBezTo>
                    <a:cubicBezTo>
                      <a:pt x="1073" y="317"/>
                      <a:pt x="1073" y="317"/>
                      <a:pt x="1073" y="317"/>
                    </a:cubicBezTo>
                    <a:cubicBezTo>
                      <a:pt x="1113" y="341"/>
                      <a:pt x="1113" y="341"/>
                      <a:pt x="1113" y="341"/>
                    </a:cubicBezTo>
                    <a:cubicBezTo>
                      <a:pt x="1131" y="336"/>
                      <a:pt x="1131" y="336"/>
                      <a:pt x="1131" y="336"/>
                    </a:cubicBezTo>
                    <a:cubicBezTo>
                      <a:pt x="1132" y="349"/>
                      <a:pt x="1132" y="349"/>
                      <a:pt x="1132" y="349"/>
                    </a:cubicBezTo>
                    <a:cubicBezTo>
                      <a:pt x="1156" y="352"/>
                      <a:pt x="1156" y="352"/>
                      <a:pt x="1156" y="352"/>
                    </a:cubicBezTo>
                    <a:cubicBezTo>
                      <a:pt x="1157" y="370"/>
                      <a:pt x="1157" y="370"/>
                      <a:pt x="1157" y="370"/>
                    </a:cubicBezTo>
                    <a:cubicBezTo>
                      <a:pt x="1103" y="368"/>
                      <a:pt x="1103" y="368"/>
                      <a:pt x="1103" y="368"/>
                    </a:cubicBezTo>
                    <a:cubicBezTo>
                      <a:pt x="1085" y="386"/>
                      <a:pt x="1085" y="386"/>
                      <a:pt x="1085" y="386"/>
                    </a:cubicBezTo>
                    <a:lnTo>
                      <a:pt x="1105" y="40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78" name="Freeform 2179">
                <a:extLst>
                  <a:ext uri="{FF2B5EF4-FFF2-40B4-BE49-F238E27FC236}">
                    <a16:creationId xmlns:a16="http://schemas.microsoft.com/office/drawing/2014/main" id="{14DD5CC2-49AD-44CD-9C55-500051786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3402"/>
                <a:ext cx="159" cy="179"/>
              </a:xfrm>
              <a:custGeom>
                <a:avLst/>
                <a:gdLst>
                  <a:gd name="T0" fmla="*/ 318 w 391"/>
                  <a:gd name="T1" fmla="*/ 208 h 440"/>
                  <a:gd name="T2" fmla="*/ 336 w 391"/>
                  <a:gd name="T3" fmla="*/ 252 h 440"/>
                  <a:gd name="T4" fmla="*/ 277 w 391"/>
                  <a:gd name="T5" fmla="*/ 276 h 440"/>
                  <a:gd name="T6" fmla="*/ 275 w 391"/>
                  <a:gd name="T7" fmla="*/ 233 h 440"/>
                  <a:gd name="T8" fmla="*/ 216 w 391"/>
                  <a:gd name="T9" fmla="*/ 300 h 440"/>
                  <a:gd name="T10" fmla="*/ 200 w 391"/>
                  <a:gd name="T11" fmla="*/ 317 h 440"/>
                  <a:gd name="T12" fmla="*/ 194 w 391"/>
                  <a:gd name="T13" fmla="*/ 320 h 440"/>
                  <a:gd name="T14" fmla="*/ 194 w 391"/>
                  <a:gd name="T15" fmla="*/ 326 h 440"/>
                  <a:gd name="T16" fmla="*/ 190 w 391"/>
                  <a:gd name="T17" fmla="*/ 326 h 440"/>
                  <a:gd name="T18" fmla="*/ 190 w 391"/>
                  <a:gd name="T19" fmla="*/ 331 h 440"/>
                  <a:gd name="T20" fmla="*/ 175 w 391"/>
                  <a:gd name="T21" fmla="*/ 334 h 440"/>
                  <a:gd name="T22" fmla="*/ 149 w 391"/>
                  <a:gd name="T23" fmla="*/ 327 h 440"/>
                  <a:gd name="T24" fmla="*/ 141 w 391"/>
                  <a:gd name="T25" fmla="*/ 313 h 440"/>
                  <a:gd name="T26" fmla="*/ 134 w 391"/>
                  <a:gd name="T27" fmla="*/ 309 h 440"/>
                  <a:gd name="T28" fmla="*/ 134 w 391"/>
                  <a:gd name="T29" fmla="*/ 319 h 440"/>
                  <a:gd name="T30" fmla="*/ 134 w 391"/>
                  <a:gd name="T31" fmla="*/ 326 h 440"/>
                  <a:gd name="T32" fmla="*/ 136 w 391"/>
                  <a:gd name="T33" fmla="*/ 327 h 440"/>
                  <a:gd name="T34" fmla="*/ 144 w 391"/>
                  <a:gd name="T35" fmla="*/ 338 h 440"/>
                  <a:gd name="T36" fmla="*/ 156 w 391"/>
                  <a:gd name="T37" fmla="*/ 344 h 440"/>
                  <a:gd name="T38" fmla="*/ 162 w 391"/>
                  <a:gd name="T39" fmla="*/ 348 h 440"/>
                  <a:gd name="T40" fmla="*/ 176 w 391"/>
                  <a:gd name="T41" fmla="*/ 366 h 440"/>
                  <a:gd name="T42" fmla="*/ 188 w 391"/>
                  <a:gd name="T43" fmla="*/ 377 h 440"/>
                  <a:gd name="T44" fmla="*/ 190 w 391"/>
                  <a:gd name="T45" fmla="*/ 379 h 440"/>
                  <a:gd name="T46" fmla="*/ 195 w 391"/>
                  <a:gd name="T47" fmla="*/ 440 h 440"/>
                  <a:gd name="T48" fmla="*/ 163 w 391"/>
                  <a:gd name="T49" fmla="*/ 424 h 440"/>
                  <a:gd name="T50" fmla="*/ 147 w 391"/>
                  <a:gd name="T51" fmla="*/ 406 h 440"/>
                  <a:gd name="T52" fmla="*/ 141 w 391"/>
                  <a:gd name="T53" fmla="*/ 393 h 440"/>
                  <a:gd name="T54" fmla="*/ 137 w 391"/>
                  <a:gd name="T55" fmla="*/ 377 h 440"/>
                  <a:gd name="T56" fmla="*/ 127 w 391"/>
                  <a:gd name="T57" fmla="*/ 368 h 440"/>
                  <a:gd name="T58" fmla="*/ 110 w 391"/>
                  <a:gd name="T59" fmla="*/ 358 h 440"/>
                  <a:gd name="T60" fmla="*/ 103 w 391"/>
                  <a:gd name="T61" fmla="*/ 348 h 440"/>
                  <a:gd name="T62" fmla="*/ 94 w 391"/>
                  <a:gd name="T63" fmla="*/ 333 h 440"/>
                  <a:gd name="T64" fmla="*/ 76 w 391"/>
                  <a:gd name="T65" fmla="*/ 328 h 440"/>
                  <a:gd name="T66" fmla="*/ 60 w 391"/>
                  <a:gd name="T67" fmla="*/ 309 h 440"/>
                  <a:gd name="T68" fmla="*/ 44 w 391"/>
                  <a:gd name="T69" fmla="*/ 310 h 440"/>
                  <a:gd name="T70" fmla="*/ 29 w 391"/>
                  <a:gd name="T71" fmla="*/ 297 h 440"/>
                  <a:gd name="T72" fmla="*/ 47 w 391"/>
                  <a:gd name="T73" fmla="*/ 297 h 440"/>
                  <a:gd name="T74" fmla="*/ 63 w 391"/>
                  <a:gd name="T75" fmla="*/ 292 h 440"/>
                  <a:gd name="T76" fmla="*/ 62 w 391"/>
                  <a:gd name="T77" fmla="*/ 279 h 440"/>
                  <a:gd name="T78" fmla="*/ 53 w 391"/>
                  <a:gd name="T79" fmla="*/ 277 h 440"/>
                  <a:gd name="T80" fmla="*/ 43 w 391"/>
                  <a:gd name="T81" fmla="*/ 290 h 440"/>
                  <a:gd name="T82" fmla="*/ 23 w 391"/>
                  <a:gd name="T83" fmla="*/ 290 h 440"/>
                  <a:gd name="T84" fmla="*/ 0 w 391"/>
                  <a:gd name="T85" fmla="*/ 255 h 440"/>
                  <a:gd name="T86" fmla="*/ 27 w 391"/>
                  <a:gd name="T87" fmla="*/ 215 h 440"/>
                  <a:gd name="T88" fmla="*/ 29 w 391"/>
                  <a:gd name="T89" fmla="*/ 145 h 440"/>
                  <a:gd name="T90" fmla="*/ 62 w 391"/>
                  <a:gd name="T91" fmla="*/ 67 h 440"/>
                  <a:gd name="T92" fmla="*/ 104 w 391"/>
                  <a:gd name="T93" fmla="*/ 58 h 440"/>
                  <a:gd name="T94" fmla="*/ 135 w 391"/>
                  <a:gd name="T95" fmla="*/ 69 h 440"/>
                  <a:gd name="T96" fmla="*/ 98 w 391"/>
                  <a:gd name="T97" fmla="*/ 15 h 440"/>
                  <a:gd name="T98" fmla="*/ 154 w 391"/>
                  <a:gd name="T99" fmla="*/ 7 h 440"/>
                  <a:gd name="T100" fmla="*/ 203 w 391"/>
                  <a:gd name="T101" fmla="*/ 43 h 440"/>
                  <a:gd name="T102" fmla="*/ 266 w 391"/>
                  <a:gd name="T103" fmla="*/ 92 h 440"/>
                  <a:gd name="T104" fmla="*/ 329 w 391"/>
                  <a:gd name="T105" fmla="*/ 142 h 440"/>
                  <a:gd name="T106" fmla="*/ 391 w 391"/>
                  <a:gd name="T107" fmla="*/ 179 h 440"/>
                  <a:gd name="T108" fmla="*/ 376 w 391"/>
                  <a:gd name="T109" fmla="*/ 201 h 4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91" h="440">
                    <a:moveTo>
                      <a:pt x="331" y="200"/>
                    </a:moveTo>
                    <a:cubicBezTo>
                      <a:pt x="318" y="208"/>
                      <a:pt x="318" y="208"/>
                      <a:pt x="318" y="208"/>
                    </a:cubicBezTo>
                    <a:cubicBezTo>
                      <a:pt x="339" y="226"/>
                      <a:pt x="339" y="226"/>
                      <a:pt x="339" y="226"/>
                    </a:cubicBezTo>
                    <a:cubicBezTo>
                      <a:pt x="336" y="252"/>
                      <a:pt x="336" y="252"/>
                      <a:pt x="336" y="252"/>
                    </a:cubicBezTo>
                    <a:cubicBezTo>
                      <a:pt x="284" y="279"/>
                      <a:pt x="284" y="279"/>
                      <a:pt x="284" y="279"/>
                    </a:cubicBezTo>
                    <a:cubicBezTo>
                      <a:pt x="277" y="276"/>
                      <a:pt x="277" y="276"/>
                      <a:pt x="277" y="276"/>
                    </a:cubicBezTo>
                    <a:cubicBezTo>
                      <a:pt x="265" y="252"/>
                      <a:pt x="265" y="252"/>
                      <a:pt x="265" y="252"/>
                    </a:cubicBezTo>
                    <a:cubicBezTo>
                      <a:pt x="275" y="233"/>
                      <a:pt x="275" y="233"/>
                      <a:pt x="275" y="233"/>
                    </a:cubicBezTo>
                    <a:cubicBezTo>
                      <a:pt x="253" y="234"/>
                      <a:pt x="253" y="234"/>
                      <a:pt x="253" y="234"/>
                    </a:cubicBezTo>
                    <a:cubicBezTo>
                      <a:pt x="216" y="300"/>
                      <a:pt x="216" y="300"/>
                      <a:pt x="216" y="300"/>
                    </a:cubicBezTo>
                    <a:cubicBezTo>
                      <a:pt x="204" y="317"/>
                      <a:pt x="204" y="317"/>
                      <a:pt x="204" y="317"/>
                    </a:cubicBezTo>
                    <a:cubicBezTo>
                      <a:pt x="202" y="317"/>
                      <a:pt x="201" y="317"/>
                      <a:pt x="200" y="317"/>
                    </a:cubicBezTo>
                    <a:cubicBezTo>
                      <a:pt x="199" y="316"/>
                      <a:pt x="199" y="316"/>
                      <a:pt x="198" y="316"/>
                    </a:cubicBezTo>
                    <a:cubicBezTo>
                      <a:pt x="196" y="316"/>
                      <a:pt x="194" y="318"/>
                      <a:pt x="194" y="320"/>
                    </a:cubicBezTo>
                    <a:cubicBezTo>
                      <a:pt x="194" y="321"/>
                      <a:pt x="195" y="322"/>
                      <a:pt x="194" y="323"/>
                    </a:cubicBezTo>
                    <a:cubicBezTo>
                      <a:pt x="194" y="324"/>
                      <a:pt x="194" y="325"/>
                      <a:pt x="194" y="326"/>
                    </a:cubicBezTo>
                    <a:cubicBezTo>
                      <a:pt x="193" y="327"/>
                      <a:pt x="193" y="327"/>
                      <a:pt x="193" y="327"/>
                    </a:cubicBezTo>
                    <a:cubicBezTo>
                      <a:pt x="192" y="327"/>
                      <a:pt x="191" y="326"/>
                      <a:pt x="190" y="326"/>
                    </a:cubicBezTo>
                    <a:cubicBezTo>
                      <a:pt x="190" y="326"/>
                      <a:pt x="189" y="327"/>
                      <a:pt x="189" y="327"/>
                    </a:cubicBezTo>
                    <a:cubicBezTo>
                      <a:pt x="189" y="329"/>
                      <a:pt x="190" y="330"/>
                      <a:pt x="190" y="331"/>
                    </a:cubicBezTo>
                    <a:cubicBezTo>
                      <a:pt x="189" y="334"/>
                      <a:pt x="185" y="336"/>
                      <a:pt x="182" y="336"/>
                    </a:cubicBezTo>
                    <a:cubicBezTo>
                      <a:pt x="179" y="336"/>
                      <a:pt x="177" y="336"/>
                      <a:pt x="175" y="334"/>
                    </a:cubicBezTo>
                    <a:cubicBezTo>
                      <a:pt x="171" y="333"/>
                      <a:pt x="167" y="333"/>
                      <a:pt x="162" y="332"/>
                    </a:cubicBezTo>
                    <a:cubicBezTo>
                      <a:pt x="158" y="331"/>
                      <a:pt x="152" y="330"/>
                      <a:pt x="149" y="327"/>
                    </a:cubicBezTo>
                    <a:cubicBezTo>
                      <a:pt x="146" y="323"/>
                      <a:pt x="149" y="319"/>
                      <a:pt x="149" y="315"/>
                    </a:cubicBezTo>
                    <a:cubicBezTo>
                      <a:pt x="149" y="310"/>
                      <a:pt x="144" y="312"/>
                      <a:pt x="141" y="313"/>
                    </a:cubicBezTo>
                    <a:cubicBezTo>
                      <a:pt x="140" y="313"/>
                      <a:pt x="138" y="313"/>
                      <a:pt x="137" y="312"/>
                    </a:cubicBezTo>
                    <a:cubicBezTo>
                      <a:pt x="136" y="311"/>
                      <a:pt x="136" y="309"/>
                      <a:pt x="134" y="309"/>
                    </a:cubicBezTo>
                    <a:cubicBezTo>
                      <a:pt x="130" y="310"/>
                      <a:pt x="133" y="313"/>
                      <a:pt x="133" y="315"/>
                    </a:cubicBezTo>
                    <a:cubicBezTo>
                      <a:pt x="134" y="317"/>
                      <a:pt x="134" y="318"/>
                      <a:pt x="134" y="319"/>
                    </a:cubicBezTo>
                    <a:cubicBezTo>
                      <a:pt x="135" y="320"/>
                      <a:pt x="134" y="321"/>
                      <a:pt x="133" y="323"/>
                    </a:cubicBezTo>
                    <a:cubicBezTo>
                      <a:pt x="133" y="324"/>
                      <a:pt x="133" y="325"/>
                      <a:pt x="134" y="326"/>
                    </a:cubicBezTo>
                    <a:cubicBezTo>
                      <a:pt x="134" y="327"/>
                      <a:pt x="135" y="328"/>
                      <a:pt x="136" y="328"/>
                    </a:cubicBezTo>
                    <a:cubicBezTo>
                      <a:pt x="136" y="328"/>
                      <a:pt x="136" y="327"/>
                      <a:pt x="136" y="327"/>
                    </a:cubicBezTo>
                    <a:cubicBezTo>
                      <a:pt x="138" y="327"/>
                      <a:pt x="141" y="328"/>
                      <a:pt x="143" y="330"/>
                    </a:cubicBezTo>
                    <a:cubicBezTo>
                      <a:pt x="144" y="332"/>
                      <a:pt x="144" y="335"/>
                      <a:pt x="144" y="338"/>
                    </a:cubicBezTo>
                    <a:cubicBezTo>
                      <a:pt x="145" y="343"/>
                      <a:pt x="150" y="343"/>
                      <a:pt x="154" y="344"/>
                    </a:cubicBezTo>
                    <a:cubicBezTo>
                      <a:pt x="155" y="344"/>
                      <a:pt x="156" y="344"/>
                      <a:pt x="156" y="344"/>
                    </a:cubicBezTo>
                    <a:cubicBezTo>
                      <a:pt x="158" y="344"/>
                      <a:pt x="158" y="345"/>
                      <a:pt x="159" y="346"/>
                    </a:cubicBezTo>
                    <a:cubicBezTo>
                      <a:pt x="160" y="347"/>
                      <a:pt x="161" y="347"/>
                      <a:pt x="162" y="348"/>
                    </a:cubicBezTo>
                    <a:cubicBezTo>
                      <a:pt x="164" y="350"/>
                      <a:pt x="166" y="352"/>
                      <a:pt x="168" y="355"/>
                    </a:cubicBezTo>
                    <a:cubicBezTo>
                      <a:pt x="171" y="358"/>
                      <a:pt x="173" y="363"/>
                      <a:pt x="176" y="366"/>
                    </a:cubicBezTo>
                    <a:cubicBezTo>
                      <a:pt x="179" y="369"/>
                      <a:pt x="182" y="372"/>
                      <a:pt x="185" y="375"/>
                    </a:cubicBezTo>
                    <a:cubicBezTo>
                      <a:pt x="186" y="376"/>
                      <a:pt x="186" y="377"/>
                      <a:pt x="188" y="377"/>
                    </a:cubicBezTo>
                    <a:cubicBezTo>
                      <a:pt x="188" y="378"/>
                      <a:pt x="189" y="378"/>
                      <a:pt x="190" y="379"/>
                    </a:cubicBezTo>
                    <a:cubicBezTo>
                      <a:pt x="190" y="379"/>
                      <a:pt x="190" y="379"/>
                      <a:pt x="190" y="379"/>
                    </a:cubicBezTo>
                    <a:cubicBezTo>
                      <a:pt x="191" y="380"/>
                      <a:pt x="193" y="380"/>
                      <a:pt x="195" y="381"/>
                    </a:cubicBezTo>
                    <a:cubicBezTo>
                      <a:pt x="195" y="440"/>
                      <a:pt x="195" y="440"/>
                      <a:pt x="195" y="440"/>
                    </a:cubicBezTo>
                    <a:cubicBezTo>
                      <a:pt x="189" y="440"/>
                      <a:pt x="182" y="437"/>
                      <a:pt x="178" y="434"/>
                    </a:cubicBezTo>
                    <a:cubicBezTo>
                      <a:pt x="173" y="430"/>
                      <a:pt x="168" y="427"/>
                      <a:pt x="163" y="424"/>
                    </a:cubicBezTo>
                    <a:cubicBezTo>
                      <a:pt x="158" y="421"/>
                      <a:pt x="153" y="418"/>
                      <a:pt x="149" y="415"/>
                    </a:cubicBezTo>
                    <a:cubicBezTo>
                      <a:pt x="146" y="412"/>
                      <a:pt x="146" y="409"/>
                      <a:pt x="147" y="406"/>
                    </a:cubicBezTo>
                    <a:cubicBezTo>
                      <a:pt x="147" y="404"/>
                      <a:pt x="147" y="401"/>
                      <a:pt x="146" y="400"/>
                    </a:cubicBezTo>
                    <a:cubicBezTo>
                      <a:pt x="144" y="397"/>
                      <a:pt x="142" y="396"/>
                      <a:pt x="141" y="393"/>
                    </a:cubicBezTo>
                    <a:cubicBezTo>
                      <a:pt x="139" y="390"/>
                      <a:pt x="137" y="387"/>
                      <a:pt x="137" y="384"/>
                    </a:cubicBezTo>
                    <a:cubicBezTo>
                      <a:pt x="137" y="381"/>
                      <a:pt x="137" y="379"/>
                      <a:pt x="137" y="377"/>
                    </a:cubicBezTo>
                    <a:cubicBezTo>
                      <a:pt x="137" y="375"/>
                      <a:pt x="135" y="372"/>
                      <a:pt x="133" y="371"/>
                    </a:cubicBezTo>
                    <a:cubicBezTo>
                      <a:pt x="132" y="369"/>
                      <a:pt x="129" y="368"/>
                      <a:pt x="127" y="368"/>
                    </a:cubicBezTo>
                    <a:cubicBezTo>
                      <a:pt x="125" y="367"/>
                      <a:pt x="123" y="366"/>
                      <a:pt x="121" y="365"/>
                    </a:cubicBezTo>
                    <a:cubicBezTo>
                      <a:pt x="117" y="364"/>
                      <a:pt x="112" y="361"/>
                      <a:pt x="110" y="358"/>
                    </a:cubicBezTo>
                    <a:cubicBezTo>
                      <a:pt x="108" y="356"/>
                      <a:pt x="107" y="354"/>
                      <a:pt x="106" y="352"/>
                    </a:cubicBezTo>
                    <a:cubicBezTo>
                      <a:pt x="105" y="350"/>
                      <a:pt x="104" y="349"/>
                      <a:pt x="103" y="348"/>
                    </a:cubicBezTo>
                    <a:cubicBezTo>
                      <a:pt x="102" y="344"/>
                      <a:pt x="100" y="341"/>
                      <a:pt x="98" y="338"/>
                    </a:cubicBezTo>
                    <a:cubicBezTo>
                      <a:pt x="96" y="336"/>
                      <a:pt x="95" y="334"/>
                      <a:pt x="94" y="333"/>
                    </a:cubicBezTo>
                    <a:cubicBezTo>
                      <a:pt x="93" y="330"/>
                      <a:pt x="91" y="327"/>
                      <a:pt x="88" y="328"/>
                    </a:cubicBezTo>
                    <a:cubicBezTo>
                      <a:pt x="84" y="328"/>
                      <a:pt x="80" y="329"/>
                      <a:pt x="76" y="328"/>
                    </a:cubicBezTo>
                    <a:cubicBezTo>
                      <a:pt x="72" y="326"/>
                      <a:pt x="69" y="323"/>
                      <a:pt x="67" y="319"/>
                    </a:cubicBezTo>
                    <a:cubicBezTo>
                      <a:pt x="64" y="316"/>
                      <a:pt x="62" y="313"/>
                      <a:pt x="60" y="309"/>
                    </a:cubicBezTo>
                    <a:cubicBezTo>
                      <a:pt x="58" y="307"/>
                      <a:pt x="55" y="303"/>
                      <a:pt x="51" y="305"/>
                    </a:cubicBezTo>
                    <a:cubicBezTo>
                      <a:pt x="49" y="306"/>
                      <a:pt x="47" y="309"/>
                      <a:pt x="44" y="310"/>
                    </a:cubicBezTo>
                    <a:cubicBezTo>
                      <a:pt x="40" y="310"/>
                      <a:pt x="37" y="307"/>
                      <a:pt x="35" y="305"/>
                    </a:cubicBezTo>
                    <a:cubicBezTo>
                      <a:pt x="33" y="303"/>
                      <a:pt x="29" y="300"/>
                      <a:pt x="29" y="297"/>
                    </a:cubicBezTo>
                    <a:cubicBezTo>
                      <a:pt x="30" y="294"/>
                      <a:pt x="34" y="294"/>
                      <a:pt x="36" y="294"/>
                    </a:cubicBezTo>
                    <a:cubicBezTo>
                      <a:pt x="40" y="295"/>
                      <a:pt x="43" y="297"/>
                      <a:pt x="47" y="297"/>
                    </a:cubicBezTo>
                    <a:cubicBezTo>
                      <a:pt x="50" y="297"/>
                      <a:pt x="54" y="297"/>
                      <a:pt x="57" y="297"/>
                    </a:cubicBezTo>
                    <a:cubicBezTo>
                      <a:pt x="60" y="297"/>
                      <a:pt x="63" y="296"/>
                      <a:pt x="63" y="292"/>
                    </a:cubicBezTo>
                    <a:cubicBezTo>
                      <a:pt x="62" y="290"/>
                      <a:pt x="59" y="288"/>
                      <a:pt x="58" y="286"/>
                    </a:cubicBezTo>
                    <a:cubicBezTo>
                      <a:pt x="57" y="282"/>
                      <a:pt x="61" y="281"/>
                      <a:pt x="62" y="279"/>
                    </a:cubicBezTo>
                    <a:cubicBezTo>
                      <a:pt x="64" y="276"/>
                      <a:pt x="60" y="271"/>
                      <a:pt x="58" y="270"/>
                    </a:cubicBezTo>
                    <a:cubicBezTo>
                      <a:pt x="55" y="267"/>
                      <a:pt x="54" y="275"/>
                      <a:pt x="53" y="277"/>
                    </a:cubicBezTo>
                    <a:cubicBezTo>
                      <a:pt x="51" y="280"/>
                      <a:pt x="49" y="283"/>
                      <a:pt x="49" y="286"/>
                    </a:cubicBezTo>
                    <a:cubicBezTo>
                      <a:pt x="49" y="290"/>
                      <a:pt x="46" y="291"/>
                      <a:pt x="43" y="290"/>
                    </a:cubicBezTo>
                    <a:cubicBezTo>
                      <a:pt x="39" y="290"/>
                      <a:pt x="36" y="289"/>
                      <a:pt x="33" y="289"/>
                    </a:cubicBezTo>
                    <a:cubicBezTo>
                      <a:pt x="30" y="288"/>
                      <a:pt x="24" y="287"/>
                      <a:pt x="23" y="290"/>
                    </a:cubicBezTo>
                    <a:cubicBezTo>
                      <a:pt x="23" y="290"/>
                      <a:pt x="23" y="290"/>
                      <a:pt x="22" y="290"/>
                    </a:cubicBezTo>
                    <a:cubicBezTo>
                      <a:pt x="0" y="255"/>
                      <a:pt x="0" y="255"/>
                      <a:pt x="0" y="255"/>
                    </a:cubicBezTo>
                    <a:cubicBezTo>
                      <a:pt x="19" y="254"/>
                      <a:pt x="19" y="254"/>
                      <a:pt x="19" y="254"/>
                    </a:cubicBezTo>
                    <a:cubicBezTo>
                      <a:pt x="27" y="215"/>
                      <a:pt x="27" y="215"/>
                      <a:pt x="27" y="215"/>
                    </a:cubicBezTo>
                    <a:cubicBezTo>
                      <a:pt x="10" y="175"/>
                      <a:pt x="10" y="175"/>
                      <a:pt x="10" y="175"/>
                    </a:cubicBezTo>
                    <a:cubicBezTo>
                      <a:pt x="29" y="145"/>
                      <a:pt x="29" y="145"/>
                      <a:pt x="29" y="145"/>
                    </a:cubicBezTo>
                    <a:cubicBezTo>
                      <a:pt x="43" y="139"/>
                      <a:pt x="43" y="139"/>
                      <a:pt x="43" y="139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95" y="52"/>
                      <a:pt x="95" y="52"/>
                      <a:pt x="95" y="52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16" y="71"/>
                      <a:pt x="116" y="71"/>
                      <a:pt x="116" y="71"/>
                    </a:cubicBezTo>
                    <a:cubicBezTo>
                      <a:pt x="135" y="69"/>
                      <a:pt x="135" y="69"/>
                      <a:pt x="135" y="69"/>
                    </a:cubicBezTo>
                    <a:cubicBezTo>
                      <a:pt x="128" y="28"/>
                      <a:pt x="128" y="28"/>
                      <a:pt x="128" y="28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110" y="0"/>
                      <a:pt x="110" y="0"/>
                      <a:pt x="110" y="0"/>
                    </a:cubicBezTo>
                    <a:cubicBezTo>
                      <a:pt x="154" y="7"/>
                      <a:pt x="154" y="7"/>
                      <a:pt x="154" y="7"/>
                    </a:cubicBezTo>
                    <a:cubicBezTo>
                      <a:pt x="164" y="26"/>
                      <a:pt x="164" y="26"/>
                      <a:pt x="164" y="26"/>
                    </a:cubicBezTo>
                    <a:cubicBezTo>
                      <a:pt x="203" y="43"/>
                      <a:pt x="203" y="43"/>
                      <a:pt x="203" y="43"/>
                    </a:cubicBezTo>
                    <a:cubicBezTo>
                      <a:pt x="239" y="87"/>
                      <a:pt x="239" y="87"/>
                      <a:pt x="239" y="87"/>
                    </a:cubicBezTo>
                    <a:cubicBezTo>
                      <a:pt x="266" y="92"/>
                      <a:pt x="266" y="92"/>
                      <a:pt x="266" y="92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29" y="142"/>
                      <a:pt x="329" y="142"/>
                      <a:pt x="329" y="142"/>
                    </a:cubicBezTo>
                    <a:cubicBezTo>
                      <a:pt x="390" y="159"/>
                      <a:pt x="390" y="159"/>
                      <a:pt x="390" y="159"/>
                    </a:cubicBezTo>
                    <a:cubicBezTo>
                      <a:pt x="391" y="179"/>
                      <a:pt x="391" y="179"/>
                      <a:pt x="391" y="179"/>
                    </a:cubicBezTo>
                    <a:cubicBezTo>
                      <a:pt x="391" y="184"/>
                      <a:pt x="391" y="184"/>
                      <a:pt x="391" y="184"/>
                    </a:cubicBezTo>
                    <a:cubicBezTo>
                      <a:pt x="376" y="201"/>
                      <a:pt x="376" y="201"/>
                      <a:pt x="376" y="201"/>
                    </a:cubicBezTo>
                    <a:lnTo>
                      <a:pt x="331" y="20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79" name="Freeform 2180">
                <a:extLst>
                  <a:ext uri="{FF2B5EF4-FFF2-40B4-BE49-F238E27FC236}">
                    <a16:creationId xmlns:a16="http://schemas.microsoft.com/office/drawing/2014/main" id="{54E4FA77-D8E7-44B7-A7EF-982674DBCD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8" y="3293"/>
                <a:ext cx="520" cy="329"/>
              </a:xfrm>
              <a:custGeom>
                <a:avLst/>
                <a:gdLst>
                  <a:gd name="T0" fmla="*/ 1265 w 1279"/>
                  <a:gd name="T1" fmla="*/ 98 h 810"/>
                  <a:gd name="T2" fmla="*/ 1049 w 1279"/>
                  <a:gd name="T3" fmla="*/ 22 h 810"/>
                  <a:gd name="T4" fmla="*/ 874 w 1279"/>
                  <a:gd name="T5" fmla="*/ 37 h 810"/>
                  <a:gd name="T6" fmla="*/ 732 w 1279"/>
                  <a:gd name="T7" fmla="*/ 113 h 810"/>
                  <a:gd name="T8" fmla="*/ 631 w 1279"/>
                  <a:gd name="T9" fmla="*/ 174 h 810"/>
                  <a:gd name="T10" fmla="*/ 486 w 1279"/>
                  <a:gd name="T11" fmla="*/ 169 h 810"/>
                  <a:gd name="T12" fmla="*/ 369 w 1279"/>
                  <a:gd name="T13" fmla="*/ 177 h 810"/>
                  <a:gd name="T14" fmla="*/ 264 w 1279"/>
                  <a:gd name="T15" fmla="*/ 159 h 810"/>
                  <a:gd name="T16" fmla="*/ 139 w 1279"/>
                  <a:gd name="T17" fmla="*/ 98 h 810"/>
                  <a:gd name="T18" fmla="*/ 103 w 1279"/>
                  <a:gd name="T19" fmla="*/ 76 h 810"/>
                  <a:gd name="T20" fmla="*/ 17 w 1279"/>
                  <a:gd name="T21" fmla="*/ 116 h 810"/>
                  <a:gd name="T22" fmla="*/ 151 w 1279"/>
                  <a:gd name="T23" fmla="*/ 324 h 810"/>
                  <a:gd name="T24" fmla="*/ 68 w 1279"/>
                  <a:gd name="T25" fmla="*/ 510 h 810"/>
                  <a:gd name="T26" fmla="*/ 178 w 1279"/>
                  <a:gd name="T27" fmla="*/ 707 h 810"/>
                  <a:gd name="T28" fmla="*/ 218 w 1279"/>
                  <a:gd name="T29" fmla="*/ 799 h 810"/>
                  <a:gd name="T30" fmla="*/ 286 w 1279"/>
                  <a:gd name="T31" fmla="*/ 784 h 810"/>
                  <a:gd name="T32" fmla="*/ 345 w 1279"/>
                  <a:gd name="T33" fmla="*/ 769 h 810"/>
                  <a:gd name="T34" fmla="*/ 390 w 1279"/>
                  <a:gd name="T35" fmla="*/ 748 h 810"/>
                  <a:gd name="T36" fmla="*/ 433 w 1279"/>
                  <a:gd name="T37" fmla="*/ 731 h 810"/>
                  <a:gd name="T38" fmla="*/ 532 w 1279"/>
                  <a:gd name="T39" fmla="*/ 765 h 810"/>
                  <a:gd name="T40" fmla="*/ 575 w 1279"/>
                  <a:gd name="T41" fmla="*/ 769 h 810"/>
                  <a:gd name="T42" fmla="*/ 682 w 1279"/>
                  <a:gd name="T43" fmla="*/ 804 h 810"/>
                  <a:gd name="T44" fmla="*/ 747 w 1279"/>
                  <a:gd name="T45" fmla="*/ 787 h 810"/>
                  <a:gd name="T46" fmla="*/ 844 w 1279"/>
                  <a:gd name="T47" fmla="*/ 747 h 810"/>
                  <a:gd name="T48" fmla="*/ 814 w 1279"/>
                  <a:gd name="T49" fmla="*/ 692 h 810"/>
                  <a:gd name="T50" fmla="*/ 846 w 1279"/>
                  <a:gd name="T51" fmla="*/ 666 h 810"/>
                  <a:gd name="T52" fmla="*/ 909 w 1279"/>
                  <a:gd name="T53" fmla="*/ 631 h 810"/>
                  <a:gd name="T54" fmla="*/ 1121 w 1279"/>
                  <a:gd name="T55" fmla="*/ 581 h 810"/>
                  <a:gd name="T56" fmla="*/ 1207 w 1279"/>
                  <a:gd name="T57" fmla="*/ 547 h 810"/>
                  <a:gd name="T58" fmla="*/ 1188 w 1279"/>
                  <a:gd name="T59" fmla="*/ 530 h 810"/>
                  <a:gd name="T60" fmla="*/ 1172 w 1279"/>
                  <a:gd name="T61" fmla="*/ 513 h 810"/>
                  <a:gd name="T62" fmla="*/ 1151 w 1279"/>
                  <a:gd name="T63" fmla="*/ 496 h 810"/>
                  <a:gd name="T64" fmla="*/ 1143 w 1279"/>
                  <a:gd name="T65" fmla="*/ 481 h 810"/>
                  <a:gd name="T66" fmla="*/ 1139 w 1279"/>
                  <a:gd name="T67" fmla="*/ 465 h 810"/>
                  <a:gd name="T68" fmla="*/ 1131 w 1279"/>
                  <a:gd name="T69" fmla="*/ 453 h 810"/>
                  <a:gd name="T70" fmla="*/ 1114 w 1279"/>
                  <a:gd name="T71" fmla="*/ 448 h 810"/>
                  <a:gd name="T72" fmla="*/ 1089 w 1279"/>
                  <a:gd name="T73" fmla="*/ 442 h 810"/>
                  <a:gd name="T74" fmla="*/ 1072 w 1279"/>
                  <a:gd name="T75" fmla="*/ 436 h 810"/>
                  <a:gd name="T76" fmla="*/ 1094 w 1279"/>
                  <a:gd name="T77" fmla="*/ 413 h 810"/>
                  <a:gd name="T78" fmla="*/ 1108 w 1279"/>
                  <a:gd name="T79" fmla="*/ 389 h 810"/>
                  <a:gd name="T80" fmla="*/ 1150 w 1279"/>
                  <a:gd name="T81" fmla="*/ 372 h 810"/>
                  <a:gd name="T82" fmla="*/ 1154 w 1279"/>
                  <a:gd name="T83" fmla="*/ 329 h 810"/>
                  <a:gd name="T84" fmla="*/ 1145 w 1279"/>
                  <a:gd name="T85" fmla="*/ 284 h 810"/>
                  <a:gd name="T86" fmla="*/ 1154 w 1279"/>
                  <a:gd name="T87" fmla="*/ 249 h 810"/>
                  <a:gd name="T88" fmla="*/ 1151 w 1279"/>
                  <a:gd name="T89" fmla="*/ 233 h 810"/>
                  <a:gd name="T90" fmla="*/ 1180 w 1279"/>
                  <a:gd name="T91" fmla="*/ 193 h 810"/>
                  <a:gd name="T92" fmla="*/ 1209 w 1279"/>
                  <a:gd name="T93" fmla="*/ 177 h 810"/>
                  <a:gd name="T94" fmla="*/ 1232 w 1279"/>
                  <a:gd name="T95" fmla="*/ 178 h 810"/>
                  <a:gd name="T96" fmla="*/ 1259 w 1279"/>
                  <a:gd name="T97" fmla="*/ 171 h 810"/>
                  <a:gd name="T98" fmla="*/ 1278 w 1279"/>
                  <a:gd name="T99" fmla="*/ 137 h 810"/>
                  <a:gd name="T100" fmla="*/ 909 w 1279"/>
                  <a:gd name="T101" fmla="*/ 295 h 810"/>
                  <a:gd name="T102" fmla="*/ 904 w 1279"/>
                  <a:gd name="T103" fmla="*/ 307 h 810"/>
                  <a:gd name="T104" fmla="*/ 912 w 1279"/>
                  <a:gd name="T105" fmla="*/ 355 h 810"/>
                  <a:gd name="T106" fmla="*/ 1034 w 1279"/>
                  <a:gd name="T107" fmla="*/ 311 h 810"/>
                  <a:gd name="T108" fmla="*/ 1050 w 1279"/>
                  <a:gd name="T109" fmla="*/ 304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79" h="810">
                    <a:moveTo>
                      <a:pt x="1278" y="132"/>
                    </a:moveTo>
                    <a:cubicBezTo>
                      <a:pt x="1278" y="131"/>
                      <a:pt x="1278" y="129"/>
                      <a:pt x="1277" y="128"/>
                    </a:cubicBezTo>
                    <a:cubicBezTo>
                      <a:pt x="1276" y="125"/>
                      <a:pt x="1272" y="124"/>
                      <a:pt x="1270" y="122"/>
                    </a:cubicBezTo>
                    <a:cubicBezTo>
                      <a:pt x="1269" y="120"/>
                      <a:pt x="1267" y="118"/>
                      <a:pt x="1267" y="115"/>
                    </a:cubicBezTo>
                    <a:cubicBezTo>
                      <a:pt x="1267" y="112"/>
                      <a:pt x="1267" y="109"/>
                      <a:pt x="1267" y="106"/>
                    </a:cubicBezTo>
                    <a:cubicBezTo>
                      <a:pt x="1266" y="103"/>
                      <a:pt x="1265" y="101"/>
                      <a:pt x="1265" y="98"/>
                    </a:cubicBezTo>
                    <a:cubicBezTo>
                      <a:pt x="1264" y="94"/>
                      <a:pt x="1264" y="89"/>
                      <a:pt x="1264" y="85"/>
                    </a:cubicBezTo>
                    <a:cubicBezTo>
                      <a:pt x="1173" y="85"/>
                      <a:pt x="1173" y="85"/>
                      <a:pt x="1173" y="85"/>
                    </a:cubicBezTo>
                    <a:cubicBezTo>
                      <a:pt x="1131" y="67"/>
                      <a:pt x="1131" y="67"/>
                      <a:pt x="1131" y="67"/>
                    </a:cubicBezTo>
                    <a:cubicBezTo>
                      <a:pt x="1119" y="38"/>
                      <a:pt x="1119" y="38"/>
                      <a:pt x="1119" y="38"/>
                    </a:cubicBezTo>
                    <a:cubicBezTo>
                      <a:pt x="1081" y="43"/>
                      <a:pt x="1081" y="43"/>
                      <a:pt x="1081" y="43"/>
                    </a:cubicBezTo>
                    <a:cubicBezTo>
                      <a:pt x="1049" y="22"/>
                      <a:pt x="1049" y="22"/>
                      <a:pt x="1049" y="22"/>
                    </a:cubicBezTo>
                    <a:cubicBezTo>
                      <a:pt x="1004" y="24"/>
                      <a:pt x="1004" y="24"/>
                      <a:pt x="1004" y="24"/>
                    </a:cubicBezTo>
                    <a:cubicBezTo>
                      <a:pt x="972" y="6"/>
                      <a:pt x="972" y="6"/>
                      <a:pt x="972" y="6"/>
                    </a:cubicBezTo>
                    <a:cubicBezTo>
                      <a:pt x="971" y="0"/>
                      <a:pt x="971" y="0"/>
                      <a:pt x="971" y="0"/>
                    </a:cubicBezTo>
                    <a:cubicBezTo>
                      <a:pt x="944" y="1"/>
                      <a:pt x="944" y="1"/>
                      <a:pt x="944" y="1"/>
                    </a:cubicBezTo>
                    <a:cubicBezTo>
                      <a:pt x="923" y="9"/>
                      <a:pt x="923" y="9"/>
                      <a:pt x="923" y="9"/>
                    </a:cubicBezTo>
                    <a:cubicBezTo>
                      <a:pt x="874" y="37"/>
                      <a:pt x="874" y="37"/>
                      <a:pt x="874" y="37"/>
                    </a:cubicBezTo>
                    <a:cubicBezTo>
                      <a:pt x="840" y="37"/>
                      <a:pt x="840" y="37"/>
                      <a:pt x="840" y="37"/>
                    </a:cubicBezTo>
                    <a:cubicBezTo>
                      <a:pt x="760" y="69"/>
                      <a:pt x="760" y="69"/>
                      <a:pt x="760" y="69"/>
                    </a:cubicBezTo>
                    <a:cubicBezTo>
                      <a:pt x="750" y="84"/>
                      <a:pt x="750" y="84"/>
                      <a:pt x="750" y="84"/>
                    </a:cubicBezTo>
                    <a:cubicBezTo>
                      <a:pt x="738" y="84"/>
                      <a:pt x="738" y="84"/>
                      <a:pt x="738" y="84"/>
                    </a:cubicBezTo>
                    <a:cubicBezTo>
                      <a:pt x="729" y="99"/>
                      <a:pt x="729" y="99"/>
                      <a:pt x="729" y="99"/>
                    </a:cubicBezTo>
                    <a:cubicBezTo>
                      <a:pt x="732" y="113"/>
                      <a:pt x="732" y="113"/>
                      <a:pt x="732" y="113"/>
                    </a:cubicBezTo>
                    <a:cubicBezTo>
                      <a:pt x="718" y="131"/>
                      <a:pt x="718" y="131"/>
                      <a:pt x="718" y="131"/>
                    </a:cubicBezTo>
                    <a:cubicBezTo>
                      <a:pt x="711" y="132"/>
                      <a:pt x="711" y="132"/>
                      <a:pt x="711" y="132"/>
                    </a:cubicBezTo>
                    <a:cubicBezTo>
                      <a:pt x="703" y="148"/>
                      <a:pt x="703" y="148"/>
                      <a:pt x="703" y="148"/>
                    </a:cubicBezTo>
                    <a:cubicBezTo>
                      <a:pt x="666" y="159"/>
                      <a:pt x="666" y="159"/>
                      <a:pt x="666" y="159"/>
                    </a:cubicBezTo>
                    <a:cubicBezTo>
                      <a:pt x="642" y="166"/>
                      <a:pt x="642" y="166"/>
                      <a:pt x="642" y="166"/>
                    </a:cubicBezTo>
                    <a:cubicBezTo>
                      <a:pt x="631" y="174"/>
                      <a:pt x="631" y="174"/>
                      <a:pt x="631" y="174"/>
                    </a:cubicBezTo>
                    <a:cubicBezTo>
                      <a:pt x="608" y="169"/>
                      <a:pt x="608" y="169"/>
                      <a:pt x="608" y="169"/>
                    </a:cubicBezTo>
                    <a:cubicBezTo>
                      <a:pt x="576" y="156"/>
                      <a:pt x="576" y="156"/>
                      <a:pt x="576" y="156"/>
                    </a:cubicBezTo>
                    <a:cubicBezTo>
                      <a:pt x="551" y="163"/>
                      <a:pt x="551" y="163"/>
                      <a:pt x="551" y="163"/>
                    </a:cubicBezTo>
                    <a:cubicBezTo>
                      <a:pt x="538" y="153"/>
                      <a:pt x="538" y="153"/>
                      <a:pt x="538" y="153"/>
                    </a:cubicBezTo>
                    <a:cubicBezTo>
                      <a:pt x="520" y="153"/>
                      <a:pt x="520" y="153"/>
                      <a:pt x="520" y="153"/>
                    </a:cubicBezTo>
                    <a:cubicBezTo>
                      <a:pt x="486" y="169"/>
                      <a:pt x="486" y="169"/>
                      <a:pt x="486" y="169"/>
                    </a:cubicBezTo>
                    <a:cubicBezTo>
                      <a:pt x="469" y="155"/>
                      <a:pt x="469" y="155"/>
                      <a:pt x="469" y="155"/>
                    </a:cubicBezTo>
                    <a:cubicBezTo>
                      <a:pt x="456" y="153"/>
                      <a:pt x="456" y="153"/>
                      <a:pt x="456" y="153"/>
                    </a:cubicBezTo>
                    <a:cubicBezTo>
                      <a:pt x="449" y="157"/>
                      <a:pt x="449" y="157"/>
                      <a:pt x="449" y="157"/>
                    </a:cubicBezTo>
                    <a:cubicBezTo>
                      <a:pt x="436" y="149"/>
                      <a:pt x="436" y="149"/>
                      <a:pt x="436" y="149"/>
                    </a:cubicBezTo>
                    <a:cubicBezTo>
                      <a:pt x="421" y="171"/>
                      <a:pt x="421" y="171"/>
                      <a:pt x="421" y="171"/>
                    </a:cubicBezTo>
                    <a:cubicBezTo>
                      <a:pt x="369" y="177"/>
                      <a:pt x="369" y="177"/>
                      <a:pt x="369" y="177"/>
                    </a:cubicBezTo>
                    <a:cubicBezTo>
                      <a:pt x="327" y="165"/>
                      <a:pt x="327" y="165"/>
                      <a:pt x="327" y="165"/>
                    </a:cubicBezTo>
                    <a:cubicBezTo>
                      <a:pt x="304" y="162"/>
                      <a:pt x="304" y="162"/>
                      <a:pt x="304" y="162"/>
                    </a:cubicBezTo>
                    <a:cubicBezTo>
                      <a:pt x="297" y="154"/>
                      <a:pt x="297" y="154"/>
                      <a:pt x="297" y="154"/>
                    </a:cubicBezTo>
                    <a:cubicBezTo>
                      <a:pt x="273" y="152"/>
                      <a:pt x="273" y="152"/>
                      <a:pt x="273" y="152"/>
                    </a:cubicBezTo>
                    <a:cubicBezTo>
                      <a:pt x="268" y="158"/>
                      <a:pt x="268" y="158"/>
                      <a:pt x="268" y="158"/>
                    </a:cubicBezTo>
                    <a:cubicBezTo>
                      <a:pt x="264" y="159"/>
                      <a:pt x="264" y="159"/>
                      <a:pt x="264" y="159"/>
                    </a:cubicBezTo>
                    <a:cubicBezTo>
                      <a:pt x="236" y="145"/>
                      <a:pt x="236" y="145"/>
                      <a:pt x="236" y="145"/>
                    </a:cubicBezTo>
                    <a:cubicBezTo>
                      <a:pt x="190" y="144"/>
                      <a:pt x="125" y="159"/>
                      <a:pt x="125" y="159"/>
                    </a:cubicBezTo>
                    <a:cubicBezTo>
                      <a:pt x="99" y="145"/>
                      <a:pt x="99" y="145"/>
                      <a:pt x="99" y="145"/>
                    </a:cubicBezTo>
                    <a:cubicBezTo>
                      <a:pt x="104" y="136"/>
                      <a:pt x="104" y="136"/>
                      <a:pt x="104" y="136"/>
                    </a:cubicBezTo>
                    <a:cubicBezTo>
                      <a:pt x="105" y="115"/>
                      <a:pt x="105" y="115"/>
                      <a:pt x="105" y="115"/>
                    </a:cubicBezTo>
                    <a:cubicBezTo>
                      <a:pt x="139" y="98"/>
                      <a:pt x="139" y="98"/>
                      <a:pt x="139" y="98"/>
                    </a:cubicBezTo>
                    <a:cubicBezTo>
                      <a:pt x="139" y="86"/>
                      <a:pt x="139" y="86"/>
                      <a:pt x="139" y="86"/>
                    </a:cubicBezTo>
                    <a:cubicBezTo>
                      <a:pt x="133" y="84"/>
                      <a:pt x="133" y="84"/>
                      <a:pt x="133" y="84"/>
                    </a:cubicBezTo>
                    <a:cubicBezTo>
                      <a:pt x="126" y="82"/>
                      <a:pt x="126" y="82"/>
                      <a:pt x="126" y="82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108" y="76"/>
                      <a:pt x="108" y="76"/>
                      <a:pt x="108" y="76"/>
                    </a:cubicBezTo>
                    <a:cubicBezTo>
                      <a:pt x="103" y="76"/>
                      <a:pt x="103" y="76"/>
                      <a:pt x="103" y="76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89" y="80"/>
                      <a:pt x="89" y="80"/>
                      <a:pt x="89" y="80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38" y="113"/>
                      <a:pt x="38" y="113"/>
                      <a:pt x="38" y="113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0" y="172"/>
                      <a:pt x="0" y="172"/>
                      <a:pt x="0" y="172"/>
                    </a:cubicBezTo>
                    <a:cubicBezTo>
                      <a:pt x="32" y="210"/>
                      <a:pt x="32" y="210"/>
                      <a:pt x="32" y="210"/>
                    </a:cubicBezTo>
                    <a:cubicBezTo>
                      <a:pt x="40" y="253"/>
                      <a:pt x="40" y="253"/>
                      <a:pt x="40" y="253"/>
                    </a:cubicBezTo>
                    <a:cubicBezTo>
                      <a:pt x="89" y="277"/>
                      <a:pt x="89" y="277"/>
                      <a:pt x="89" y="277"/>
                    </a:cubicBezTo>
                    <a:cubicBezTo>
                      <a:pt x="114" y="312"/>
                      <a:pt x="114" y="312"/>
                      <a:pt x="114" y="312"/>
                    </a:cubicBezTo>
                    <a:cubicBezTo>
                      <a:pt x="151" y="324"/>
                      <a:pt x="151" y="324"/>
                      <a:pt x="151" y="324"/>
                    </a:cubicBezTo>
                    <a:cubicBezTo>
                      <a:pt x="149" y="344"/>
                      <a:pt x="149" y="344"/>
                      <a:pt x="149" y="344"/>
                    </a:cubicBezTo>
                    <a:cubicBezTo>
                      <a:pt x="93" y="371"/>
                      <a:pt x="93" y="371"/>
                      <a:pt x="93" y="371"/>
                    </a:cubicBezTo>
                    <a:cubicBezTo>
                      <a:pt x="81" y="412"/>
                      <a:pt x="81" y="412"/>
                      <a:pt x="81" y="412"/>
                    </a:cubicBezTo>
                    <a:cubicBezTo>
                      <a:pt x="46" y="413"/>
                      <a:pt x="46" y="413"/>
                      <a:pt x="46" y="413"/>
                    </a:cubicBezTo>
                    <a:cubicBezTo>
                      <a:pt x="40" y="496"/>
                      <a:pt x="40" y="496"/>
                      <a:pt x="40" y="496"/>
                    </a:cubicBezTo>
                    <a:cubicBezTo>
                      <a:pt x="68" y="510"/>
                      <a:pt x="68" y="510"/>
                      <a:pt x="68" y="510"/>
                    </a:cubicBezTo>
                    <a:cubicBezTo>
                      <a:pt x="68" y="537"/>
                      <a:pt x="68" y="537"/>
                      <a:pt x="68" y="537"/>
                    </a:cubicBezTo>
                    <a:cubicBezTo>
                      <a:pt x="41" y="562"/>
                      <a:pt x="41" y="562"/>
                      <a:pt x="41" y="562"/>
                    </a:cubicBezTo>
                    <a:cubicBezTo>
                      <a:pt x="86" y="618"/>
                      <a:pt x="86" y="618"/>
                      <a:pt x="86" y="618"/>
                    </a:cubicBezTo>
                    <a:cubicBezTo>
                      <a:pt x="149" y="636"/>
                      <a:pt x="149" y="636"/>
                      <a:pt x="149" y="636"/>
                    </a:cubicBezTo>
                    <a:cubicBezTo>
                      <a:pt x="149" y="668"/>
                      <a:pt x="149" y="668"/>
                      <a:pt x="149" y="668"/>
                    </a:cubicBezTo>
                    <a:cubicBezTo>
                      <a:pt x="178" y="707"/>
                      <a:pt x="178" y="707"/>
                      <a:pt x="178" y="707"/>
                    </a:cubicBezTo>
                    <a:cubicBezTo>
                      <a:pt x="164" y="728"/>
                      <a:pt x="164" y="728"/>
                      <a:pt x="164" y="728"/>
                    </a:cubicBezTo>
                    <a:cubicBezTo>
                      <a:pt x="167" y="806"/>
                      <a:pt x="167" y="806"/>
                      <a:pt x="167" y="806"/>
                    </a:cubicBezTo>
                    <a:cubicBezTo>
                      <a:pt x="180" y="806"/>
                      <a:pt x="180" y="806"/>
                      <a:pt x="180" y="806"/>
                    </a:cubicBezTo>
                    <a:cubicBezTo>
                      <a:pt x="185" y="810"/>
                      <a:pt x="185" y="810"/>
                      <a:pt x="185" y="810"/>
                    </a:cubicBezTo>
                    <a:cubicBezTo>
                      <a:pt x="203" y="809"/>
                      <a:pt x="203" y="809"/>
                      <a:pt x="203" y="809"/>
                    </a:cubicBezTo>
                    <a:cubicBezTo>
                      <a:pt x="218" y="799"/>
                      <a:pt x="218" y="799"/>
                      <a:pt x="218" y="799"/>
                    </a:cubicBezTo>
                    <a:cubicBezTo>
                      <a:pt x="218" y="790"/>
                      <a:pt x="218" y="790"/>
                      <a:pt x="218" y="790"/>
                    </a:cubicBezTo>
                    <a:cubicBezTo>
                      <a:pt x="224" y="785"/>
                      <a:pt x="224" y="785"/>
                      <a:pt x="224" y="785"/>
                    </a:cubicBezTo>
                    <a:cubicBezTo>
                      <a:pt x="234" y="784"/>
                      <a:pt x="234" y="784"/>
                      <a:pt x="234" y="784"/>
                    </a:cubicBezTo>
                    <a:cubicBezTo>
                      <a:pt x="240" y="794"/>
                      <a:pt x="240" y="794"/>
                      <a:pt x="240" y="794"/>
                    </a:cubicBezTo>
                    <a:cubicBezTo>
                      <a:pt x="251" y="783"/>
                      <a:pt x="251" y="783"/>
                      <a:pt x="251" y="783"/>
                    </a:cubicBezTo>
                    <a:cubicBezTo>
                      <a:pt x="286" y="784"/>
                      <a:pt x="286" y="784"/>
                      <a:pt x="286" y="784"/>
                    </a:cubicBezTo>
                    <a:cubicBezTo>
                      <a:pt x="299" y="791"/>
                      <a:pt x="299" y="791"/>
                      <a:pt x="299" y="791"/>
                    </a:cubicBezTo>
                    <a:cubicBezTo>
                      <a:pt x="307" y="779"/>
                      <a:pt x="307" y="779"/>
                      <a:pt x="307" y="779"/>
                    </a:cubicBezTo>
                    <a:cubicBezTo>
                      <a:pt x="322" y="778"/>
                      <a:pt x="322" y="778"/>
                      <a:pt x="322" y="778"/>
                    </a:cubicBezTo>
                    <a:cubicBezTo>
                      <a:pt x="327" y="784"/>
                      <a:pt x="327" y="784"/>
                      <a:pt x="327" y="784"/>
                    </a:cubicBezTo>
                    <a:cubicBezTo>
                      <a:pt x="340" y="770"/>
                      <a:pt x="340" y="770"/>
                      <a:pt x="340" y="770"/>
                    </a:cubicBezTo>
                    <a:cubicBezTo>
                      <a:pt x="345" y="769"/>
                      <a:pt x="345" y="769"/>
                      <a:pt x="345" y="769"/>
                    </a:cubicBezTo>
                    <a:cubicBezTo>
                      <a:pt x="362" y="758"/>
                      <a:pt x="362" y="758"/>
                      <a:pt x="362" y="758"/>
                    </a:cubicBezTo>
                    <a:cubicBezTo>
                      <a:pt x="372" y="766"/>
                      <a:pt x="372" y="766"/>
                      <a:pt x="372" y="766"/>
                    </a:cubicBezTo>
                    <a:cubicBezTo>
                      <a:pt x="378" y="761"/>
                      <a:pt x="378" y="761"/>
                      <a:pt x="378" y="761"/>
                    </a:cubicBezTo>
                    <a:cubicBezTo>
                      <a:pt x="390" y="762"/>
                      <a:pt x="390" y="762"/>
                      <a:pt x="390" y="762"/>
                    </a:cubicBezTo>
                    <a:cubicBezTo>
                      <a:pt x="393" y="755"/>
                      <a:pt x="393" y="755"/>
                      <a:pt x="393" y="755"/>
                    </a:cubicBezTo>
                    <a:cubicBezTo>
                      <a:pt x="390" y="748"/>
                      <a:pt x="390" y="748"/>
                      <a:pt x="390" y="748"/>
                    </a:cubicBezTo>
                    <a:cubicBezTo>
                      <a:pt x="397" y="739"/>
                      <a:pt x="397" y="739"/>
                      <a:pt x="397" y="739"/>
                    </a:cubicBezTo>
                    <a:cubicBezTo>
                      <a:pt x="408" y="737"/>
                      <a:pt x="408" y="737"/>
                      <a:pt x="408" y="737"/>
                    </a:cubicBezTo>
                    <a:cubicBezTo>
                      <a:pt x="411" y="741"/>
                      <a:pt x="411" y="741"/>
                      <a:pt x="411" y="741"/>
                    </a:cubicBezTo>
                    <a:cubicBezTo>
                      <a:pt x="417" y="741"/>
                      <a:pt x="417" y="741"/>
                      <a:pt x="417" y="741"/>
                    </a:cubicBezTo>
                    <a:cubicBezTo>
                      <a:pt x="426" y="730"/>
                      <a:pt x="426" y="730"/>
                      <a:pt x="426" y="730"/>
                    </a:cubicBezTo>
                    <a:cubicBezTo>
                      <a:pt x="433" y="731"/>
                      <a:pt x="433" y="731"/>
                      <a:pt x="433" y="731"/>
                    </a:cubicBezTo>
                    <a:cubicBezTo>
                      <a:pt x="439" y="740"/>
                      <a:pt x="439" y="740"/>
                      <a:pt x="439" y="740"/>
                    </a:cubicBezTo>
                    <a:cubicBezTo>
                      <a:pt x="472" y="740"/>
                      <a:pt x="472" y="740"/>
                      <a:pt x="472" y="740"/>
                    </a:cubicBezTo>
                    <a:cubicBezTo>
                      <a:pt x="479" y="732"/>
                      <a:pt x="479" y="732"/>
                      <a:pt x="479" y="732"/>
                    </a:cubicBezTo>
                    <a:cubicBezTo>
                      <a:pt x="492" y="730"/>
                      <a:pt x="492" y="730"/>
                      <a:pt x="492" y="730"/>
                    </a:cubicBezTo>
                    <a:cubicBezTo>
                      <a:pt x="493" y="746"/>
                      <a:pt x="509" y="765"/>
                      <a:pt x="509" y="765"/>
                    </a:cubicBezTo>
                    <a:cubicBezTo>
                      <a:pt x="532" y="765"/>
                      <a:pt x="532" y="765"/>
                      <a:pt x="532" y="765"/>
                    </a:cubicBezTo>
                    <a:cubicBezTo>
                      <a:pt x="544" y="783"/>
                      <a:pt x="544" y="783"/>
                      <a:pt x="544" y="783"/>
                    </a:cubicBezTo>
                    <a:cubicBezTo>
                      <a:pt x="550" y="782"/>
                      <a:pt x="550" y="782"/>
                      <a:pt x="550" y="782"/>
                    </a:cubicBezTo>
                    <a:cubicBezTo>
                      <a:pt x="555" y="772"/>
                      <a:pt x="555" y="772"/>
                      <a:pt x="555" y="772"/>
                    </a:cubicBezTo>
                    <a:cubicBezTo>
                      <a:pt x="565" y="772"/>
                      <a:pt x="565" y="772"/>
                      <a:pt x="565" y="772"/>
                    </a:cubicBezTo>
                    <a:cubicBezTo>
                      <a:pt x="567" y="770"/>
                      <a:pt x="567" y="770"/>
                      <a:pt x="567" y="770"/>
                    </a:cubicBezTo>
                    <a:cubicBezTo>
                      <a:pt x="575" y="769"/>
                      <a:pt x="575" y="769"/>
                      <a:pt x="575" y="769"/>
                    </a:cubicBezTo>
                    <a:cubicBezTo>
                      <a:pt x="589" y="779"/>
                      <a:pt x="589" y="779"/>
                      <a:pt x="589" y="779"/>
                    </a:cubicBezTo>
                    <a:cubicBezTo>
                      <a:pt x="605" y="779"/>
                      <a:pt x="605" y="779"/>
                      <a:pt x="605" y="779"/>
                    </a:cubicBezTo>
                    <a:cubicBezTo>
                      <a:pt x="631" y="789"/>
                      <a:pt x="645" y="810"/>
                      <a:pt x="645" y="810"/>
                    </a:cubicBezTo>
                    <a:cubicBezTo>
                      <a:pt x="665" y="810"/>
                      <a:pt x="665" y="810"/>
                      <a:pt x="665" y="810"/>
                    </a:cubicBezTo>
                    <a:cubicBezTo>
                      <a:pt x="669" y="804"/>
                      <a:pt x="669" y="804"/>
                      <a:pt x="669" y="804"/>
                    </a:cubicBezTo>
                    <a:cubicBezTo>
                      <a:pt x="682" y="804"/>
                      <a:pt x="682" y="804"/>
                      <a:pt x="682" y="804"/>
                    </a:cubicBezTo>
                    <a:cubicBezTo>
                      <a:pt x="684" y="801"/>
                      <a:pt x="684" y="801"/>
                      <a:pt x="684" y="801"/>
                    </a:cubicBezTo>
                    <a:cubicBezTo>
                      <a:pt x="700" y="799"/>
                      <a:pt x="700" y="799"/>
                      <a:pt x="700" y="799"/>
                    </a:cubicBezTo>
                    <a:cubicBezTo>
                      <a:pt x="707" y="789"/>
                      <a:pt x="707" y="789"/>
                      <a:pt x="707" y="789"/>
                    </a:cubicBezTo>
                    <a:cubicBezTo>
                      <a:pt x="730" y="788"/>
                      <a:pt x="730" y="788"/>
                      <a:pt x="730" y="788"/>
                    </a:cubicBezTo>
                    <a:cubicBezTo>
                      <a:pt x="740" y="792"/>
                      <a:pt x="740" y="792"/>
                      <a:pt x="740" y="792"/>
                    </a:cubicBezTo>
                    <a:cubicBezTo>
                      <a:pt x="747" y="787"/>
                      <a:pt x="747" y="787"/>
                      <a:pt x="747" y="787"/>
                    </a:cubicBezTo>
                    <a:cubicBezTo>
                      <a:pt x="760" y="785"/>
                      <a:pt x="760" y="785"/>
                      <a:pt x="760" y="785"/>
                    </a:cubicBezTo>
                    <a:cubicBezTo>
                      <a:pt x="767" y="776"/>
                      <a:pt x="767" y="776"/>
                      <a:pt x="767" y="776"/>
                    </a:cubicBezTo>
                    <a:cubicBezTo>
                      <a:pt x="781" y="788"/>
                      <a:pt x="781" y="788"/>
                      <a:pt x="781" y="788"/>
                    </a:cubicBezTo>
                    <a:cubicBezTo>
                      <a:pt x="810" y="772"/>
                      <a:pt x="810" y="772"/>
                      <a:pt x="810" y="772"/>
                    </a:cubicBezTo>
                    <a:cubicBezTo>
                      <a:pt x="830" y="771"/>
                      <a:pt x="830" y="771"/>
                      <a:pt x="830" y="771"/>
                    </a:cubicBezTo>
                    <a:cubicBezTo>
                      <a:pt x="844" y="747"/>
                      <a:pt x="844" y="747"/>
                      <a:pt x="844" y="747"/>
                    </a:cubicBezTo>
                    <a:cubicBezTo>
                      <a:pt x="837" y="741"/>
                      <a:pt x="837" y="741"/>
                      <a:pt x="837" y="741"/>
                    </a:cubicBezTo>
                    <a:cubicBezTo>
                      <a:pt x="835" y="733"/>
                      <a:pt x="835" y="733"/>
                      <a:pt x="835" y="733"/>
                    </a:cubicBezTo>
                    <a:cubicBezTo>
                      <a:pt x="838" y="728"/>
                      <a:pt x="838" y="728"/>
                      <a:pt x="838" y="728"/>
                    </a:cubicBezTo>
                    <a:cubicBezTo>
                      <a:pt x="837" y="718"/>
                      <a:pt x="837" y="718"/>
                      <a:pt x="837" y="718"/>
                    </a:cubicBezTo>
                    <a:cubicBezTo>
                      <a:pt x="827" y="698"/>
                      <a:pt x="827" y="698"/>
                      <a:pt x="827" y="698"/>
                    </a:cubicBezTo>
                    <a:cubicBezTo>
                      <a:pt x="814" y="692"/>
                      <a:pt x="814" y="692"/>
                      <a:pt x="814" y="692"/>
                    </a:cubicBezTo>
                    <a:cubicBezTo>
                      <a:pt x="813" y="680"/>
                      <a:pt x="813" y="680"/>
                      <a:pt x="813" y="680"/>
                    </a:cubicBezTo>
                    <a:cubicBezTo>
                      <a:pt x="812" y="679"/>
                      <a:pt x="812" y="679"/>
                      <a:pt x="812" y="679"/>
                    </a:cubicBezTo>
                    <a:cubicBezTo>
                      <a:pt x="815" y="676"/>
                      <a:pt x="815" y="676"/>
                      <a:pt x="815" y="676"/>
                    </a:cubicBezTo>
                    <a:cubicBezTo>
                      <a:pt x="821" y="675"/>
                      <a:pt x="821" y="675"/>
                      <a:pt x="821" y="675"/>
                    </a:cubicBezTo>
                    <a:cubicBezTo>
                      <a:pt x="830" y="666"/>
                      <a:pt x="830" y="666"/>
                      <a:pt x="830" y="666"/>
                    </a:cubicBezTo>
                    <a:cubicBezTo>
                      <a:pt x="846" y="666"/>
                      <a:pt x="846" y="666"/>
                      <a:pt x="846" y="666"/>
                    </a:cubicBezTo>
                    <a:cubicBezTo>
                      <a:pt x="856" y="675"/>
                      <a:pt x="856" y="675"/>
                      <a:pt x="856" y="675"/>
                    </a:cubicBezTo>
                    <a:cubicBezTo>
                      <a:pt x="868" y="675"/>
                      <a:pt x="868" y="675"/>
                      <a:pt x="868" y="675"/>
                    </a:cubicBezTo>
                    <a:cubicBezTo>
                      <a:pt x="869" y="673"/>
                      <a:pt x="869" y="673"/>
                      <a:pt x="869" y="673"/>
                    </a:cubicBezTo>
                    <a:cubicBezTo>
                      <a:pt x="882" y="639"/>
                      <a:pt x="882" y="639"/>
                      <a:pt x="882" y="639"/>
                    </a:cubicBezTo>
                    <a:cubicBezTo>
                      <a:pt x="882" y="639"/>
                      <a:pt x="892" y="637"/>
                      <a:pt x="899" y="637"/>
                    </a:cubicBezTo>
                    <a:cubicBezTo>
                      <a:pt x="907" y="637"/>
                      <a:pt x="909" y="631"/>
                      <a:pt x="909" y="631"/>
                    </a:cubicBezTo>
                    <a:cubicBezTo>
                      <a:pt x="919" y="596"/>
                      <a:pt x="919" y="596"/>
                      <a:pt x="919" y="596"/>
                    </a:cubicBezTo>
                    <a:cubicBezTo>
                      <a:pt x="909" y="581"/>
                      <a:pt x="909" y="581"/>
                      <a:pt x="909" y="581"/>
                    </a:cubicBezTo>
                    <a:cubicBezTo>
                      <a:pt x="982" y="581"/>
                      <a:pt x="982" y="581"/>
                      <a:pt x="982" y="581"/>
                    </a:cubicBezTo>
                    <a:cubicBezTo>
                      <a:pt x="996" y="541"/>
                      <a:pt x="1013" y="544"/>
                      <a:pt x="1013" y="544"/>
                    </a:cubicBezTo>
                    <a:cubicBezTo>
                      <a:pt x="1065" y="540"/>
                      <a:pt x="1065" y="540"/>
                      <a:pt x="1065" y="540"/>
                    </a:cubicBezTo>
                    <a:cubicBezTo>
                      <a:pt x="1121" y="581"/>
                      <a:pt x="1121" y="581"/>
                      <a:pt x="1121" y="581"/>
                    </a:cubicBezTo>
                    <a:cubicBezTo>
                      <a:pt x="1135" y="563"/>
                      <a:pt x="1135" y="563"/>
                      <a:pt x="1135" y="563"/>
                    </a:cubicBezTo>
                    <a:cubicBezTo>
                      <a:pt x="1212" y="556"/>
                      <a:pt x="1212" y="556"/>
                      <a:pt x="1212" y="556"/>
                    </a:cubicBezTo>
                    <a:cubicBezTo>
                      <a:pt x="1212" y="556"/>
                      <a:pt x="1211" y="555"/>
                      <a:pt x="1211" y="554"/>
                    </a:cubicBezTo>
                    <a:cubicBezTo>
                      <a:pt x="1210" y="553"/>
                      <a:pt x="1209" y="553"/>
                      <a:pt x="1208" y="552"/>
                    </a:cubicBezTo>
                    <a:cubicBezTo>
                      <a:pt x="1208" y="551"/>
                      <a:pt x="1207" y="550"/>
                      <a:pt x="1206" y="549"/>
                    </a:cubicBezTo>
                    <a:cubicBezTo>
                      <a:pt x="1206" y="549"/>
                      <a:pt x="1207" y="548"/>
                      <a:pt x="1207" y="547"/>
                    </a:cubicBezTo>
                    <a:cubicBezTo>
                      <a:pt x="1207" y="546"/>
                      <a:pt x="1207" y="544"/>
                      <a:pt x="1206" y="543"/>
                    </a:cubicBezTo>
                    <a:cubicBezTo>
                      <a:pt x="1204" y="540"/>
                      <a:pt x="1202" y="541"/>
                      <a:pt x="1199" y="540"/>
                    </a:cubicBezTo>
                    <a:cubicBezTo>
                      <a:pt x="1196" y="539"/>
                      <a:pt x="1195" y="538"/>
                      <a:pt x="1193" y="535"/>
                    </a:cubicBezTo>
                    <a:cubicBezTo>
                      <a:pt x="1192" y="535"/>
                      <a:pt x="1192" y="534"/>
                      <a:pt x="1191" y="533"/>
                    </a:cubicBezTo>
                    <a:cubicBezTo>
                      <a:pt x="1190" y="532"/>
                      <a:pt x="1190" y="531"/>
                      <a:pt x="1189" y="530"/>
                    </a:cubicBezTo>
                    <a:cubicBezTo>
                      <a:pt x="1189" y="530"/>
                      <a:pt x="1188" y="530"/>
                      <a:pt x="1188" y="530"/>
                    </a:cubicBezTo>
                    <a:cubicBezTo>
                      <a:pt x="1187" y="529"/>
                      <a:pt x="1186" y="527"/>
                      <a:pt x="1185" y="526"/>
                    </a:cubicBezTo>
                    <a:cubicBezTo>
                      <a:pt x="1184" y="524"/>
                      <a:pt x="1183" y="523"/>
                      <a:pt x="1183" y="522"/>
                    </a:cubicBezTo>
                    <a:cubicBezTo>
                      <a:pt x="1183" y="520"/>
                      <a:pt x="1184" y="519"/>
                      <a:pt x="1183" y="517"/>
                    </a:cubicBezTo>
                    <a:cubicBezTo>
                      <a:pt x="1183" y="516"/>
                      <a:pt x="1182" y="516"/>
                      <a:pt x="1181" y="515"/>
                    </a:cubicBezTo>
                    <a:cubicBezTo>
                      <a:pt x="1179" y="514"/>
                      <a:pt x="1177" y="514"/>
                      <a:pt x="1175" y="514"/>
                    </a:cubicBezTo>
                    <a:cubicBezTo>
                      <a:pt x="1174" y="514"/>
                      <a:pt x="1173" y="513"/>
                      <a:pt x="1172" y="513"/>
                    </a:cubicBezTo>
                    <a:cubicBezTo>
                      <a:pt x="1171" y="512"/>
                      <a:pt x="1170" y="512"/>
                      <a:pt x="1169" y="511"/>
                    </a:cubicBezTo>
                    <a:cubicBezTo>
                      <a:pt x="1168" y="510"/>
                      <a:pt x="1167" y="509"/>
                      <a:pt x="1166" y="508"/>
                    </a:cubicBezTo>
                    <a:cubicBezTo>
                      <a:pt x="1165" y="507"/>
                      <a:pt x="1165" y="506"/>
                      <a:pt x="1165" y="505"/>
                    </a:cubicBezTo>
                    <a:cubicBezTo>
                      <a:pt x="1164" y="502"/>
                      <a:pt x="1163" y="501"/>
                      <a:pt x="1161" y="500"/>
                    </a:cubicBezTo>
                    <a:cubicBezTo>
                      <a:pt x="1158" y="499"/>
                      <a:pt x="1155" y="500"/>
                      <a:pt x="1153" y="498"/>
                    </a:cubicBezTo>
                    <a:cubicBezTo>
                      <a:pt x="1152" y="498"/>
                      <a:pt x="1152" y="497"/>
                      <a:pt x="1151" y="496"/>
                    </a:cubicBezTo>
                    <a:cubicBezTo>
                      <a:pt x="1150" y="496"/>
                      <a:pt x="1149" y="495"/>
                      <a:pt x="1148" y="495"/>
                    </a:cubicBezTo>
                    <a:cubicBezTo>
                      <a:pt x="1146" y="495"/>
                      <a:pt x="1143" y="495"/>
                      <a:pt x="1140" y="495"/>
                    </a:cubicBezTo>
                    <a:cubicBezTo>
                      <a:pt x="1139" y="495"/>
                      <a:pt x="1138" y="494"/>
                      <a:pt x="1137" y="492"/>
                    </a:cubicBezTo>
                    <a:cubicBezTo>
                      <a:pt x="1137" y="492"/>
                      <a:pt x="1137" y="491"/>
                      <a:pt x="1138" y="490"/>
                    </a:cubicBezTo>
                    <a:cubicBezTo>
                      <a:pt x="1139" y="488"/>
                      <a:pt x="1140" y="487"/>
                      <a:pt x="1141" y="486"/>
                    </a:cubicBezTo>
                    <a:cubicBezTo>
                      <a:pt x="1143" y="484"/>
                      <a:pt x="1143" y="483"/>
                      <a:pt x="1143" y="481"/>
                    </a:cubicBezTo>
                    <a:cubicBezTo>
                      <a:pt x="1143" y="480"/>
                      <a:pt x="1142" y="478"/>
                      <a:pt x="1143" y="477"/>
                    </a:cubicBezTo>
                    <a:cubicBezTo>
                      <a:pt x="1145" y="476"/>
                      <a:pt x="1147" y="476"/>
                      <a:pt x="1146" y="473"/>
                    </a:cubicBezTo>
                    <a:cubicBezTo>
                      <a:pt x="1146" y="471"/>
                      <a:pt x="1147" y="469"/>
                      <a:pt x="1147" y="467"/>
                    </a:cubicBezTo>
                    <a:cubicBezTo>
                      <a:pt x="1147" y="465"/>
                      <a:pt x="1145" y="462"/>
                      <a:pt x="1143" y="462"/>
                    </a:cubicBezTo>
                    <a:cubicBezTo>
                      <a:pt x="1142" y="462"/>
                      <a:pt x="1141" y="462"/>
                      <a:pt x="1140" y="463"/>
                    </a:cubicBezTo>
                    <a:cubicBezTo>
                      <a:pt x="1140" y="464"/>
                      <a:pt x="1140" y="465"/>
                      <a:pt x="1139" y="465"/>
                    </a:cubicBezTo>
                    <a:cubicBezTo>
                      <a:pt x="1139" y="466"/>
                      <a:pt x="1137" y="465"/>
                      <a:pt x="1137" y="464"/>
                    </a:cubicBezTo>
                    <a:cubicBezTo>
                      <a:pt x="1136" y="464"/>
                      <a:pt x="1137" y="463"/>
                      <a:pt x="1137" y="462"/>
                    </a:cubicBezTo>
                    <a:cubicBezTo>
                      <a:pt x="1137" y="461"/>
                      <a:pt x="1136" y="461"/>
                      <a:pt x="1135" y="461"/>
                    </a:cubicBezTo>
                    <a:cubicBezTo>
                      <a:pt x="1134" y="461"/>
                      <a:pt x="1134" y="461"/>
                      <a:pt x="1133" y="460"/>
                    </a:cubicBezTo>
                    <a:cubicBezTo>
                      <a:pt x="1133" y="458"/>
                      <a:pt x="1133" y="457"/>
                      <a:pt x="1132" y="455"/>
                    </a:cubicBezTo>
                    <a:cubicBezTo>
                      <a:pt x="1132" y="454"/>
                      <a:pt x="1132" y="453"/>
                      <a:pt x="1131" y="453"/>
                    </a:cubicBezTo>
                    <a:cubicBezTo>
                      <a:pt x="1130" y="453"/>
                      <a:pt x="1130" y="453"/>
                      <a:pt x="1129" y="452"/>
                    </a:cubicBezTo>
                    <a:cubicBezTo>
                      <a:pt x="1129" y="452"/>
                      <a:pt x="1128" y="451"/>
                      <a:pt x="1128" y="450"/>
                    </a:cubicBezTo>
                    <a:cubicBezTo>
                      <a:pt x="1128" y="449"/>
                      <a:pt x="1128" y="448"/>
                      <a:pt x="1127" y="447"/>
                    </a:cubicBezTo>
                    <a:cubicBezTo>
                      <a:pt x="1125" y="445"/>
                      <a:pt x="1122" y="444"/>
                      <a:pt x="1121" y="447"/>
                    </a:cubicBezTo>
                    <a:cubicBezTo>
                      <a:pt x="1121" y="449"/>
                      <a:pt x="1121" y="450"/>
                      <a:pt x="1118" y="451"/>
                    </a:cubicBezTo>
                    <a:cubicBezTo>
                      <a:pt x="1116" y="451"/>
                      <a:pt x="1115" y="450"/>
                      <a:pt x="1114" y="448"/>
                    </a:cubicBezTo>
                    <a:cubicBezTo>
                      <a:pt x="1113" y="445"/>
                      <a:pt x="1113" y="444"/>
                      <a:pt x="1110" y="443"/>
                    </a:cubicBezTo>
                    <a:cubicBezTo>
                      <a:pt x="1109" y="443"/>
                      <a:pt x="1109" y="442"/>
                      <a:pt x="1108" y="442"/>
                    </a:cubicBezTo>
                    <a:cubicBezTo>
                      <a:pt x="1107" y="442"/>
                      <a:pt x="1107" y="441"/>
                      <a:pt x="1106" y="440"/>
                    </a:cubicBezTo>
                    <a:cubicBezTo>
                      <a:pt x="1104" y="439"/>
                      <a:pt x="1101" y="439"/>
                      <a:pt x="1099" y="440"/>
                    </a:cubicBezTo>
                    <a:cubicBezTo>
                      <a:pt x="1097" y="441"/>
                      <a:pt x="1096" y="441"/>
                      <a:pt x="1094" y="441"/>
                    </a:cubicBezTo>
                    <a:cubicBezTo>
                      <a:pt x="1092" y="441"/>
                      <a:pt x="1090" y="441"/>
                      <a:pt x="1089" y="442"/>
                    </a:cubicBezTo>
                    <a:cubicBezTo>
                      <a:pt x="1088" y="444"/>
                      <a:pt x="1087" y="445"/>
                      <a:pt x="1085" y="445"/>
                    </a:cubicBezTo>
                    <a:cubicBezTo>
                      <a:pt x="1083" y="446"/>
                      <a:pt x="1082" y="445"/>
                      <a:pt x="1081" y="443"/>
                    </a:cubicBezTo>
                    <a:cubicBezTo>
                      <a:pt x="1079" y="440"/>
                      <a:pt x="1074" y="440"/>
                      <a:pt x="1071" y="442"/>
                    </a:cubicBezTo>
                    <a:cubicBezTo>
                      <a:pt x="1071" y="443"/>
                      <a:pt x="1068" y="445"/>
                      <a:pt x="1068" y="444"/>
                    </a:cubicBezTo>
                    <a:cubicBezTo>
                      <a:pt x="1067" y="442"/>
                      <a:pt x="1069" y="440"/>
                      <a:pt x="1070" y="439"/>
                    </a:cubicBezTo>
                    <a:cubicBezTo>
                      <a:pt x="1071" y="438"/>
                      <a:pt x="1072" y="437"/>
                      <a:pt x="1072" y="436"/>
                    </a:cubicBezTo>
                    <a:cubicBezTo>
                      <a:pt x="1073" y="435"/>
                      <a:pt x="1073" y="433"/>
                      <a:pt x="1073" y="432"/>
                    </a:cubicBezTo>
                    <a:cubicBezTo>
                      <a:pt x="1075" y="429"/>
                      <a:pt x="1078" y="428"/>
                      <a:pt x="1080" y="426"/>
                    </a:cubicBezTo>
                    <a:cubicBezTo>
                      <a:pt x="1082" y="424"/>
                      <a:pt x="1082" y="422"/>
                      <a:pt x="1083" y="419"/>
                    </a:cubicBezTo>
                    <a:cubicBezTo>
                      <a:pt x="1084" y="417"/>
                      <a:pt x="1084" y="416"/>
                      <a:pt x="1086" y="414"/>
                    </a:cubicBezTo>
                    <a:cubicBezTo>
                      <a:pt x="1087" y="414"/>
                      <a:pt x="1088" y="413"/>
                      <a:pt x="1088" y="413"/>
                    </a:cubicBezTo>
                    <a:cubicBezTo>
                      <a:pt x="1091" y="412"/>
                      <a:pt x="1092" y="413"/>
                      <a:pt x="1094" y="413"/>
                    </a:cubicBezTo>
                    <a:cubicBezTo>
                      <a:pt x="1096" y="414"/>
                      <a:pt x="1098" y="414"/>
                      <a:pt x="1100" y="413"/>
                    </a:cubicBezTo>
                    <a:cubicBezTo>
                      <a:pt x="1100" y="413"/>
                      <a:pt x="1101" y="413"/>
                      <a:pt x="1102" y="412"/>
                    </a:cubicBezTo>
                    <a:cubicBezTo>
                      <a:pt x="1102" y="412"/>
                      <a:pt x="1102" y="411"/>
                      <a:pt x="1102" y="410"/>
                    </a:cubicBezTo>
                    <a:cubicBezTo>
                      <a:pt x="1102" y="408"/>
                      <a:pt x="1104" y="407"/>
                      <a:pt x="1106" y="407"/>
                    </a:cubicBezTo>
                    <a:cubicBezTo>
                      <a:pt x="1106" y="406"/>
                      <a:pt x="1106" y="404"/>
                      <a:pt x="1106" y="403"/>
                    </a:cubicBezTo>
                    <a:cubicBezTo>
                      <a:pt x="1107" y="399"/>
                      <a:pt x="1104" y="393"/>
                      <a:pt x="1108" y="389"/>
                    </a:cubicBezTo>
                    <a:cubicBezTo>
                      <a:pt x="1110" y="387"/>
                      <a:pt x="1112" y="387"/>
                      <a:pt x="1114" y="386"/>
                    </a:cubicBezTo>
                    <a:cubicBezTo>
                      <a:pt x="1116" y="384"/>
                      <a:pt x="1118" y="382"/>
                      <a:pt x="1121" y="380"/>
                    </a:cubicBezTo>
                    <a:cubicBezTo>
                      <a:pt x="1123" y="379"/>
                      <a:pt x="1125" y="377"/>
                      <a:pt x="1127" y="375"/>
                    </a:cubicBezTo>
                    <a:cubicBezTo>
                      <a:pt x="1129" y="373"/>
                      <a:pt x="1131" y="372"/>
                      <a:pt x="1134" y="372"/>
                    </a:cubicBezTo>
                    <a:cubicBezTo>
                      <a:pt x="1137" y="372"/>
                      <a:pt x="1140" y="373"/>
                      <a:pt x="1142" y="372"/>
                    </a:cubicBezTo>
                    <a:cubicBezTo>
                      <a:pt x="1145" y="372"/>
                      <a:pt x="1148" y="372"/>
                      <a:pt x="1150" y="372"/>
                    </a:cubicBezTo>
                    <a:cubicBezTo>
                      <a:pt x="1153" y="372"/>
                      <a:pt x="1156" y="372"/>
                      <a:pt x="1158" y="370"/>
                    </a:cubicBezTo>
                    <a:cubicBezTo>
                      <a:pt x="1160" y="368"/>
                      <a:pt x="1161" y="366"/>
                      <a:pt x="1160" y="363"/>
                    </a:cubicBezTo>
                    <a:cubicBezTo>
                      <a:pt x="1159" y="360"/>
                      <a:pt x="1159" y="358"/>
                      <a:pt x="1160" y="354"/>
                    </a:cubicBezTo>
                    <a:cubicBezTo>
                      <a:pt x="1161" y="351"/>
                      <a:pt x="1161" y="348"/>
                      <a:pt x="1158" y="346"/>
                    </a:cubicBezTo>
                    <a:cubicBezTo>
                      <a:pt x="1156" y="344"/>
                      <a:pt x="1152" y="342"/>
                      <a:pt x="1152" y="339"/>
                    </a:cubicBezTo>
                    <a:cubicBezTo>
                      <a:pt x="1152" y="336"/>
                      <a:pt x="1154" y="333"/>
                      <a:pt x="1154" y="329"/>
                    </a:cubicBezTo>
                    <a:cubicBezTo>
                      <a:pt x="1153" y="327"/>
                      <a:pt x="1151" y="326"/>
                      <a:pt x="1150" y="324"/>
                    </a:cubicBezTo>
                    <a:cubicBezTo>
                      <a:pt x="1150" y="323"/>
                      <a:pt x="1150" y="321"/>
                      <a:pt x="1150" y="320"/>
                    </a:cubicBezTo>
                    <a:cubicBezTo>
                      <a:pt x="1150" y="318"/>
                      <a:pt x="1150" y="315"/>
                      <a:pt x="1150" y="313"/>
                    </a:cubicBezTo>
                    <a:cubicBezTo>
                      <a:pt x="1149" y="309"/>
                      <a:pt x="1148" y="306"/>
                      <a:pt x="1148" y="302"/>
                    </a:cubicBezTo>
                    <a:cubicBezTo>
                      <a:pt x="1147" y="299"/>
                      <a:pt x="1147" y="296"/>
                      <a:pt x="1147" y="293"/>
                    </a:cubicBezTo>
                    <a:cubicBezTo>
                      <a:pt x="1147" y="290"/>
                      <a:pt x="1146" y="287"/>
                      <a:pt x="1145" y="284"/>
                    </a:cubicBezTo>
                    <a:cubicBezTo>
                      <a:pt x="1145" y="282"/>
                      <a:pt x="1146" y="279"/>
                      <a:pt x="1147" y="277"/>
                    </a:cubicBezTo>
                    <a:cubicBezTo>
                      <a:pt x="1148" y="276"/>
                      <a:pt x="1149" y="275"/>
                      <a:pt x="1149" y="273"/>
                    </a:cubicBezTo>
                    <a:cubicBezTo>
                      <a:pt x="1150" y="270"/>
                      <a:pt x="1147" y="266"/>
                      <a:pt x="1148" y="263"/>
                    </a:cubicBezTo>
                    <a:cubicBezTo>
                      <a:pt x="1148" y="261"/>
                      <a:pt x="1149" y="260"/>
                      <a:pt x="1150" y="259"/>
                    </a:cubicBezTo>
                    <a:cubicBezTo>
                      <a:pt x="1152" y="258"/>
                      <a:pt x="1153" y="257"/>
                      <a:pt x="1154" y="255"/>
                    </a:cubicBezTo>
                    <a:cubicBezTo>
                      <a:pt x="1155" y="253"/>
                      <a:pt x="1155" y="251"/>
                      <a:pt x="1154" y="249"/>
                    </a:cubicBezTo>
                    <a:cubicBezTo>
                      <a:pt x="1154" y="247"/>
                      <a:pt x="1154" y="246"/>
                      <a:pt x="1154" y="245"/>
                    </a:cubicBezTo>
                    <a:cubicBezTo>
                      <a:pt x="1154" y="244"/>
                      <a:pt x="1155" y="243"/>
                      <a:pt x="1155" y="242"/>
                    </a:cubicBezTo>
                    <a:cubicBezTo>
                      <a:pt x="1155" y="241"/>
                      <a:pt x="1153" y="240"/>
                      <a:pt x="1152" y="240"/>
                    </a:cubicBezTo>
                    <a:cubicBezTo>
                      <a:pt x="1150" y="239"/>
                      <a:pt x="1147" y="238"/>
                      <a:pt x="1146" y="236"/>
                    </a:cubicBezTo>
                    <a:cubicBezTo>
                      <a:pt x="1145" y="234"/>
                      <a:pt x="1146" y="232"/>
                      <a:pt x="1147" y="231"/>
                    </a:cubicBezTo>
                    <a:cubicBezTo>
                      <a:pt x="1149" y="230"/>
                      <a:pt x="1149" y="232"/>
                      <a:pt x="1151" y="233"/>
                    </a:cubicBezTo>
                    <a:cubicBezTo>
                      <a:pt x="1153" y="233"/>
                      <a:pt x="1154" y="231"/>
                      <a:pt x="1155" y="231"/>
                    </a:cubicBezTo>
                    <a:cubicBezTo>
                      <a:pt x="1157" y="230"/>
                      <a:pt x="1159" y="230"/>
                      <a:pt x="1161" y="228"/>
                    </a:cubicBezTo>
                    <a:cubicBezTo>
                      <a:pt x="1164" y="226"/>
                      <a:pt x="1166" y="222"/>
                      <a:pt x="1166" y="218"/>
                    </a:cubicBezTo>
                    <a:cubicBezTo>
                      <a:pt x="1167" y="216"/>
                      <a:pt x="1168" y="214"/>
                      <a:pt x="1169" y="213"/>
                    </a:cubicBezTo>
                    <a:cubicBezTo>
                      <a:pt x="1170" y="211"/>
                      <a:pt x="1171" y="209"/>
                      <a:pt x="1172" y="207"/>
                    </a:cubicBezTo>
                    <a:cubicBezTo>
                      <a:pt x="1174" y="203"/>
                      <a:pt x="1175" y="196"/>
                      <a:pt x="1180" y="193"/>
                    </a:cubicBezTo>
                    <a:cubicBezTo>
                      <a:pt x="1181" y="192"/>
                      <a:pt x="1183" y="192"/>
                      <a:pt x="1184" y="190"/>
                    </a:cubicBezTo>
                    <a:cubicBezTo>
                      <a:pt x="1186" y="189"/>
                      <a:pt x="1186" y="188"/>
                      <a:pt x="1186" y="186"/>
                    </a:cubicBezTo>
                    <a:cubicBezTo>
                      <a:pt x="1187" y="185"/>
                      <a:pt x="1189" y="183"/>
                      <a:pt x="1190" y="183"/>
                    </a:cubicBezTo>
                    <a:cubicBezTo>
                      <a:pt x="1192" y="182"/>
                      <a:pt x="1194" y="182"/>
                      <a:pt x="1195" y="183"/>
                    </a:cubicBezTo>
                    <a:cubicBezTo>
                      <a:pt x="1198" y="183"/>
                      <a:pt x="1202" y="183"/>
                      <a:pt x="1204" y="180"/>
                    </a:cubicBezTo>
                    <a:cubicBezTo>
                      <a:pt x="1206" y="179"/>
                      <a:pt x="1207" y="178"/>
                      <a:pt x="1209" y="177"/>
                    </a:cubicBezTo>
                    <a:cubicBezTo>
                      <a:pt x="1211" y="176"/>
                      <a:pt x="1212" y="175"/>
                      <a:pt x="1214" y="176"/>
                    </a:cubicBezTo>
                    <a:cubicBezTo>
                      <a:pt x="1215" y="176"/>
                      <a:pt x="1216" y="177"/>
                      <a:pt x="1217" y="177"/>
                    </a:cubicBezTo>
                    <a:cubicBezTo>
                      <a:pt x="1219" y="178"/>
                      <a:pt x="1220" y="177"/>
                      <a:pt x="1222" y="176"/>
                    </a:cubicBezTo>
                    <a:cubicBezTo>
                      <a:pt x="1222" y="175"/>
                      <a:pt x="1223" y="175"/>
                      <a:pt x="1224" y="175"/>
                    </a:cubicBezTo>
                    <a:cubicBezTo>
                      <a:pt x="1226" y="175"/>
                      <a:pt x="1227" y="175"/>
                      <a:pt x="1229" y="176"/>
                    </a:cubicBezTo>
                    <a:cubicBezTo>
                      <a:pt x="1230" y="176"/>
                      <a:pt x="1231" y="178"/>
                      <a:pt x="1232" y="178"/>
                    </a:cubicBezTo>
                    <a:cubicBezTo>
                      <a:pt x="1232" y="178"/>
                      <a:pt x="1232" y="178"/>
                      <a:pt x="1233" y="178"/>
                    </a:cubicBezTo>
                    <a:cubicBezTo>
                      <a:pt x="1237" y="177"/>
                      <a:pt x="1241" y="177"/>
                      <a:pt x="1245" y="179"/>
                    </a:cubicBezTo>
                    <a:cubicBezTo>
                      <a:pt x="1247" y="181"/>
                      <a:pt x="1248" y="182"/>
                      <a:pt x="1250" y="183"/>
                    </a:cubicBezTo>
                    <a:cubicBezTo>
                      <a:pt x="1252" y="185"/>
                      <a:pt x="1253" y="185"/>
                      <a:pt x="1254" y="183"/>
                    </a:cubicBezTo>
                    <a:cubicBezTo>
                      <a:pt x="1255" y="181"/>
                      <a:pt x="1256" y="179"/>
                      <a:pt x="1257" y="177"/>
                    </a:cubicBezTo>
                    <a:cubicBezTo>
                      <a:pt x="1258" y="175"/>
                      <a:pt x="1259" y="173"/>
                      <a:pt x="1259" y="171"/>
                    </a:cubicBezTo>
                    <a:cubicBezTo>
                      <a:pt x="1260" y="169"/>
                      <a:pt x="1260" y="167"/>
                      <a:pt x="1261" y="165"/>
                    </a:cubicBezTo>
                    <a:cubicBezTo>
                      <a:pt x="1262" y="164"/>
                      <a:pt x="1263" y="163"/>
                      <a:pt x="1264" y="162"/>
                    </a:cubicBezTo>
                    <a:cubicBezTo>
                      <a:pt x="1267" y="160"/>
                      <a:pt x="1269" y="158"/>
                      <a:pt x="1271" y="155"/>
                    </a:cubicBezTo>
                    <a:cubicBezTo>
                      <a:pt x="1272" y="152"/>
                      <a:pt x="1272" y="149"/>
                      <a:pt x="1272" y="146"/>
                    </a:cubicBezTo>
                    <a:cubicBezTo>
                      <a:pt x="1272" y="145"/>
                      <a:pt x="1272" y="144"/>
                      <a:pt x="1273" y="142"/>
                    </a:cubicBezTo>
                    <a:cubicBezTo>
                      <a:pt x="1275" y="141"/>
                      <a:pt x="1277" y="139"/>
                      <a:pt x="1278" y="137"/>
                    </a:cubicBezTo>
                    <a:cubicBezTo>
                      <a:pt x="1279" y="136"/>
                      <a:pt x="1279" y="133"/>
                      <a:pt x="1278" y="132"/>
                    </a:cubicBezTo>
                    <a:close/>
                    <a:moveTo>
                      <a:pt x="904" y="307"/>
                    </a:moveTo>
                    <a:cubicBezTo>
                      <a:pt x="901" y="308"/>
                      <a:pt x="902" y="312"/>
                      <a:pt x="899" y="314"/>
                    </a:cubicBezTo>
                    <a:cubicBezTo>
                      <a:pt x="892" y="317"/>
                      <a:pt x="888" y="309"/>
                      <a:pt x="895" y="305"/>
                    </a:cubicBezTo>
                    <a:cubicBezTo>
                      <a:pt x="899" y="304"/>
                      <a:pt x="899" y="303"/>
                      <a:pt x="901" y="299"/>
                    </a:cubicBezTo>
                    <a:cubicBezTo>
                      <a:pt x="902" y="295"/>
                      <a:pt x="905" y="295"/>
                      <a:pt x="909" y="295"/>
                    </a:cubicBezTo>
                    <a:cubicBezTo>
                      <a:pt x="914" y="295"/>
                      <a:pt x="914" y="291"/>
                      <a:pt x="917" y="289"/>
                    </a:cubicBezTo>
                    <a:cubicBezTo>
                      <a:pt x="921" y="287"/>
                      <a:pt x="927" y="289"/>
                      <a:pt x="925" y="294"/>
                    </a:cubicBezTo>
                    <a:cubicBezTo>
                      <a:pt x="922" y="298"/>
                      <a:pt x="920" y="300"/>
                      <a:pt x="924" y="305"/>
                    </a:cubicBezTo>
                    <a:cubicBezTo>
                      <a:pt x="926" y="308"/>
                      <a:pt x="926" y="311"/>
                      <a:pt x="923" y="312"/>
                    </a:cubicBezTo>
                    <a:cubicBezTo>
                      <a:pt x="920" y="314"/>
                      <a:pt x="915" y="311"/>
                      <a:pt x="912" y="310"/>
                    </a:cubicBezTo>
                    <a:cubicBezTo>
                      <a:pt x="911" y="308"/>
                      <a:pt x="907" y="306"/>
                      <a:pt x="904" y="307"/>
                    </a:cubicBezTo>
                    <a:close/>
                    <a:moveTo>
                      <a:pt x="949" y="345"/>
                    </a:moveTo>
                    <a:cubicBezTo>
                      <a:pt x="947" y="348"/>
                      <a:pt x="944" y="348"/>
                      <a:pt x="941" y="349"/>
                    </a:cubicBezTo>
                    <a:cubicBezTo>
                      <a:pt x="938" y="350"/>
                      <a:pt x="936" y="351"/>
                      <a:pt x="934" y="353"/>
                    </a:cubicBezTo>
                    <a:cubicBezTo>
                      <a:pt x="930" y="355"/>
                      <a:pt x="927" y="355"/>
                      <a:pt x="923" y="357"/>
                    </a:cubicBezTo>
                    <a:cubicBezTo>
                      <a:pt x="919" y="358"/>
                      <a:pt x="917" y="359"/>
                      <a:pt x="913" y="358"/>
                    </a:cubicBezTo>
                    <a:cubicBezTo>
                      <a:pt x="910" y="358"/>
                      <a:pt x="910" y="357"/>
                      <a:pt x="912" y="355"/>
                    </a:cubicBezTo>
                    <a:cubicBezTo>
                      <a:pt x="915" y="351"/>
                      <a:pt x="920" y="350"/>
                      <a:pt x="924" y="349"/>
                    </a:cubicBezTo>
                    <a:cubicBezTo>
                      <a:pt x="930" y="348"/>
                      <a:pt x="937" y="348"/>
                      <a:pt x="941" y="344"/>
                    </a:cubicBezTo>
                    <a:cubicBezTo>
                      <a:pt x="943" y="342"/>
                      <a:pt x="946" y="338"/>
                      <a:pt x="949" y="339"/>
                    </a:cubicBezTo>
                    <a:cubicBezTo>
                      <a:pt x="952" y="340"/>
                      <a:pt x="951" y="344"/>
                      <a:pt x="949" y="345"/>
                    </a:cubicBezTo>
                    <a:close/>
                    <a:moveTo>
                      <a:pt x="1050" y="304"/>
                    </a:moveTo>
                    <a:cubicBezTo>
                      <a:pt x="1048" y="310"/>
                      <a:pt x="1038" y="309"/>
                      <a:pt x="1034" y="311"/>
                    </a:cubicBezTo>
                    <a:cubicBezTo>
                      <a:pt x="1032" y="313"/>
                      <a:pt x="1032" y="314"/>
                      <a:pt x="1029" y="314"/>
                    </a:cubicBezTo>
                    <a:cubicBezTo>
                      <a:pt x="1024" y="314"/>
                      <a:pt x="1027" y="310"/>
                      <a:pt x="1029" y="308"/>
                    </a:cubicBezTo>
                    <a:cubicBezTo>
                      <a:pt x="1030" y="306"/>
                      <a:pt x="1032" y="306"/>
                      <a:pt x="1034" y="305"/>
                    </a:cubicBezTo>
                    <a:cubicBezTo>
                      <a:pt x="1036" y="304"/>
                      <a:pt x="1036" y="303"/>
                      <a:pt x="1037" y="301"/>
                    </a:cubicBezTo>
                    <a:cubicBezTo>
                      <a:pt x="1039" y="298"/>
                      <a:pt x="1043" y="294"/>
                      <a:pt x="1047" y="296"/>
                    </a:cubicBezTo>
                    <a:cubicBezTo>
                      <a:pt x="1051" y="297"/>
                      <a:pt x="1051" y="302"/>
                      <a:pt x="1050" y="30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80" name="Freeform 2181">
                <a:extLst>
                  <a:ext uri="{FF2B5EF4-FFF2-40B4-BE49-F238E27FC236}">
                    <a16:creationId xmlns:a16="http://schemas.microsoft.com/office/drawing/2014/main" id="{89B3F764-1178-4767-8EE1-B1386C1E6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3115"/>
                <a:ext cx="351" cy="418"/>
              </a:xfrm>
              <a:custGeom>
                <a:avLst/>
                <a:gdLst>
                  <a:gd name="T0" fmla="*/ 805 w 863"/>
                  <a:gd name="T1" fmla="*/ 808 h 1027"/>
                  <a:gd name="T2" fmla="*/ 752 w 863"/>
                  <a:gd name="T3" fmla="*/ 933 h 1027"/>
                  <a:gd name="T4" fmla="*/ 753 w 863"/>
                  <a:gd name="T5" fmla="*/ 999 h 1027"/>
                  <a:gd name="T6" fmla="*/ 643 w 863"/>
                  <a:gd name="T7" fmla="*/ 997 h 1027"/>
                  <a:gd name="T8" fmla="*/ 587 w 863"/>
                  <a:gd name="T9" fmla="*/ 1027 h 1027"/>
                  <a:gd name="T10" fmla="*/ 589 w 863"/>
                  <a:gd name="T11" fmla="*/ 963 h 1027"/>
                  <a:gd name="T12" fmla="*/ 526 w 863"/>
                  <a:gd name="T13" fmla="*/ 902 h 1027"/>
                  <a:gd name="T14" fmla="*/ 499 w 863"/>
                  <a:gd name="T15" fmla="*/ 831 h 1027"/>
                  <a:gd name="T16" fmla="*/ 424 w 863"/>
                  <a:gd name="T17" fmla="*/ 781 h 1027"/>
                  <a:gd name="T18" fmla="*/ 368 w 863"/>
                  <a:gd name="T19" fmla="*/ 799 h 1027"/>
                  <a:gd name="T20" fmla="*/ 362 w 863"/>
                  <a:gd name="T21" fmla="*/ 848 h 1027"/>
                  <a:gd name="T22" fmla="*/ 313 w 863"/>
                  <a:gd name="T23" fmla="*/ 865 h 1027"/>
                  <a:gd name="T24" fmla="*/ 189 w 863"/>
                  <a:gd name="T25" fmla="*/ 798 h 1027"/>
                  <a:gd name="T26" fmla="*/ 87 w 863"/>
                  <a:gd name="T27" fmla="*/ 732 h 1027"/>
                  <a:gd name="T28" fmla="*/ 134 w 863"/>
                  <a:gd name="T29" fmla="*/ 651 h 1027"/>
                  <a:gd name="T30" fmla="*/ 136 w 863"/>
                  <a:gd name="T31" fmla="*/ 603 h 1027"/>
                  <a:gd name="T32" fmla="*/ 167 w 863"/>
                  <a:gd name="T33" fmla="*/ 583 h 1027"/>
                  <a:gd name="T34" fmla="*/ 133 w 863"/>
                  <a:gd name="T35" fmla="*/ 561 h 1027"/>
                  <a:gd name="T36" fmla="*/ 75 w 863"/>
                  <a:gd name="T37" fmla="*/ 514 h 1027"/>
                  <a:gd name="T38" fmla="*/ 72 w 863"/>
                  <a:gd name="T39" fmla="*/ 475 h 1027"/>
                  <a:gd name="T40" fmla="*/ 98 w 863"/>
                  <a:gd name="T41" fmla="*/ 378 h 1027"/>
                  <a:gd name="T42" fmla="*/ 61 w 863"/>
                  <a:gd name="T43" fmla="*/ 349 h 1027"/>
                  <a:gd name="T44" fmla="*/ 57 w 863"/>
                  <a:gd name="T45" fmla="*/ 275 h 1027"/>
                  <a:gd name="T46" fmla="*/ 86 w 863"/>
                  <a:gd name="T47" fmla="*/ 256 h 1027"/>
                  <a:gd name="T48" fmla="*/ 27 w 863"/>
                  <a:gd name="T49" fmla="*/ 224 h 1027"/>
                  <a:gd name="T50" fmla="*/ 53 w 863"/>
                  <a:gd name="T51" fmla="*/ 187 h 1027"/>
                  <a:gd name="T52" fmla="*/ 32 w 863"/>
                  <a:gd name="T53" fmla="*/ 184 h 1027"/>
                  <a:gd name="T54" fmla="*/ 23 w 863"/>
                  <a:gd name="T55" fmla="*/ 146 h 1027"/>
                  <a:gd name="T56" fmla="*/ 0 w 863"/>
                  <a:gd name="T57" fmla="*/ 95 h 1027"/>
                  <a:gd name="T58" fmla="*/ 34 w 863"/>
                  <a:gd name="T59" fmla="*/ 46 h 1027"/>
                  <a:gd name="T60" fmla="*/ 218 w 863"/>
                  <a:gd name="T61" fmla="*/ 0 h 1027"/>
                  <a:gd name="T62" fmla="*/ 293 w 863"/>
                  <a:gd name="T63" fmla="*/ 48 h 1027"/>
                  <a:gd name="T64" fmla="*/ 346 w 863"/>
                  <a:gd name="T65" fmla="*/ 104 h 1027"/>
                  <a:gd name="T66" fmla="*/ 373 w 863"/>
                  <a:gd name="T67" fmla="*/ 159 h 1027"/>
                  <a:gd name="T68" fmla="*/ 451 w 863"/>
                  <a:gd name="T69" fmla="*/ 222 h 1027"/>
                  <a:gd name="T70" fmla="*/ 494 w 863"/>
                  <a:gd name="T71" fmla="*/ 302 h 1027"/>
                  <a:gd name="T72" fmla="*/ 513 w 863"/>
                  <a:gd name="T73" fmla="*/ 368 h 1027"/>
                  <a:gd name="T74" fmla="*/ 541 w 863"/>
                  <a:gd name="T75" fmla="*/ 362 h 1027"/>
                  <a:gd name="T76" fmla="*/ 600 w 863"/>
                  <a:gd name="T77" fmla="*/ 386 h 1027"/>
                  <a:gd name="T78" fmla="*/ 663 w 863"/>
                  <a:gd name="T79" fmla="*/ 427 h 1027"/>
                  <a:gd name="T80" fmla="*/ 757 w 863"/>
                  <a:gd name="T81" fmla="*/ 391 h 1027"/>
                  <a:gd name="T82" fmla="*/ 782 w 863"/>
                  <a:gd name="T83" fmla="*/ 410 h 1027"/>
                  <a:gd name="T84" fmla="*/ 762 w 863"/>
                  <a:gd name="T85" fmla="*/ 415 h 1027"/>
                  <a:gd name="T86" fmla="*/ 745 w 863"/>
                  <a:gd name="T87" fmla="*/ 412 h 1027"/>
                  <a:gd name="T88" fmla="*/ 727 w 863"/>
                  <a:gd name="T89" fmla="*/ 432 h 1027"/>
                  <a:gd name="T90" fmla="*/ 742 w 863"/>
                  <a:gd name="T91" fmla="*/ 455 h 1027"/>
                  <a:gd name="T92" fmla="*/ 772 w 863"/>
                  <a:gd name="T93" fmla="*/ 493 h 1027"/>
                  <a:gd name="T94" fmla="*/ 729 w 863"/>
                  <a:gd name="T95" fmla="*/ 553 h 1027"/>
                  <a:gd name="T96" fmla="*/ 752 w 863"/>
                  <a:gd name="T97" fmla="*/ 690 h 1027"/>
                  <a:gd name="T98" fmla="*/ 863 w 863"/>
                  <a:gd name="T99" fmla="*/ 761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63" h="1027">
                    <a:moveTo>
                      <a:pt x="863" y="761"/>
                    </a:moveTo>
                    <a:cubicBezTo>
                      <a:pt x="861" y="781"/>
                      <a:pt x="861" y="781"/>
                      <a:pt x="861" y="781"/>
                    </a:cubicBezTo>
                    <a:cubicBezTo>
                      <a:pt x="805" y="808"/>
                      <a:pt x="805" y="808"/>
                      <a:pt x="805" y="808"/>
                    </a:cubicBezTo>
                    <a:cubicBezTo>
                      <a:pt x="793" y="849"/>
                      <a:pt x="793" y="849"/>
                      <a:pt x="793" y="849"/>
                    </a:cubicBezTo>
                    <a:cubicBezTo>
                      <a:pt x="758" y="850"/>
                      <a:pt x="758" y="850"/>
                      <a:pt x="758" y="850"/>
                    </a:cubicBezTo>
                    <a:cubicBezTo>
                      <a:pt x="752" y="933"/>
                      <a:pt x="752" y="933"/>
                      <a:pt x="752" y="933"/>
                    </a:cubicBezTo>
                    <a:cubicBezTo>
                      <a:pt x="780" y="947"/>
                      <a:pt x="780" y="947"/>
                      <a:pt x="780" y="947"/>
                    </a:cubicBezTo>
                    <a:cubicBezTo>
                      <a:pt x="780" y="974"/>
                      <a:pt x="780" y="974"/>
                      <a:pt x="780" y="974"/>
                    </a:cubicBezTo>
                    <a:cubicBezTo>
                      <a:pt x="753" y="999"/>
                      <a:pt x="753" y="999"/>
                      <a:pt x="753" y="999"/>
                    </a:cubicBezTo>
                    <a:cubicBezTo>
                      <a:pt x="724" y="987"/>
                      <a:pt x="724" y="987"/>
                      <a:pt x="724" y="987"/>
                    </a:cubicBezTo>
                    <a:cubicBezTo>
                      <a:pt x="660" y="1010"/>
                      <a:pt x="660" y="1010"/>
                      <a:pt x="660" y="1010"/>
                    </a:cubicBezTo>
                    <a:cubicBezTo>
                      <a:pt x="643" y="997"/>
                      <a:pt x="643" y="997"/>
                      <a:pt x="643" y="997"/>
                    </a:cubicBezTo>
                    <a:cubicBezTo>
                      <a:pt x="607" y="1008"/>
                      <a:pt x="607" y="1008"/>
                      <a:pt x="607" y="1008"/>
                    </a:cubicBezTo>
                    <a:cubicBezTo>
                      <a:pt x="598" y="1026"/>
                      <a:pt x="598" y="1026"/>
                      <a:pt x="598" y="1026"/>
                    </a:cubicBezTo>
                    <a:cubicBezTo>
                      <a:pt x="587" y="1027"/>
                      <a:pt x="587" y="1027"/>
                      <a:pt x="587" y="1027"/>
                    </a:cubicBezTo>
                    <a:cubicBezTo>
                      <a:pt x="566" y="1001"/>
                      <a:pt x="566" y="1001"/>
                      <a:pt x="566" y="1001"/>
                    </a:cubicBezTo>
                    <a:cubicBezTo>
                      <a:pt x="582" y="993"/>
                      <a:pt x="582" y="993"/>
                      <a:pt x="582" y="993"/>
                    </a:cubicBezTo>
                    <a:cubicBezTo>
                      <a:pt x="589" y="963"/>
                      <a:pt x="589" y="963"/>
                      <a:pt x="589" y="963"/>
                    </a:cubicBezTo>
                    <a:cubicBezTo>
                      <a:pt x="612" y="922"/>
                      <a:pt x="612" y="922"/>
                      <a:pt x="612" y="922"/>
                    </a:cubicBezTo>
                    <a:cubicBezTo>
                      <a:pt x="566" y="894"/>
                      <a:pt x="566" y="894"/>
                      <a:pt x="566" y="894"/>
                    </a:cubicBezTo>
                    <a:cubicBezTo>
                      <a:pt x="526" y="902"/>
                      <a:pt x="526" y="902"/>
                      <a:pt x="526" y="902"/>
                    </a:cubicBezTo>
                    <a:cubicBezTo>
                      <a:pt x="537" y="872"/>
                      <a:pt x="537" y="872"/>
                      <a:pt x="537" y="872"/>
                    </a:cubicBezTo>
                    <a:cubicBezTo>
                      <a:pt x="501" y="849"/>
                      <a:pt x="501" y="849"/>
                      <a:pt x="501" y="849"/>
                    </a:cubicBezTo>
                    <a:cubicBezTo>
                      <a:pt x="499" y="831"/>
                      <a:pt x="499" y="831"/>
                      <a:pt x="499" y="831"/>
                    </a:cubicBezTo>
                    <a:cubicBezTo>
                      <a:pt x="484" y="816"/>
                      <a:pt x="484" y="816"/>
                      <a:pt x="484" y="816"/>
                    </a:cubicBezTo>
                    <a:cubicBezTo>
                      <a:pt x="427" y="800"/>
                      <a:pt x="427" y="800"/>
                      <a:pt x="427" y="800"/>
                    </a:cubicBezTo>
                    <a:cubicBezTo>
                      <a:pt x="424" y="781"/>
                      <a:pt x="424" y="781"/>
                      <a:pt x="424" y="781"/>
                    </a:cubicBezTo>
                    <a:cubicBezTo>
                      <a:pt x="411" y="766"/>
                      <a:pt x="411" y="766"/>
                      <a:pt x="411" y="766"/>
                    </a:cubicBezTo>
                    <a:cubicBezTo>
                      <a:pt x="371" y="782"/>
                      <a:pt x="371" y="782"/>
                      <a:pt x="371" y="782"/>
                    </a:cubicBezTo>
                    <a:cubicBezTo>
                      <a:pt x="368" y="799"/>
                      <a:pt x="368" y="799"/>
                      <a:pt x="368" y="799"/>
                    </a:cubicBezTo>
                    <a:cubicBezTo>
                      <a:pt x="382" y="804"/>
                      <a:pt x="382" y="804"/>
                      <a:pt x="382" y="804"/>
                    </a:cubicBezTo>
                    <a:cubicBezTo>
                      <a:pt x="382" y="832"/>
                      <a:pt x="382" y="832"/>
                      <a:pt x="382" y="832"/>
                    </a:cubicBezTo>
                    <a:cubicBezTo>
                      <a:pt x="362" y="848"/>
                      <a:pt x="362" y="848"/>
                      <a:pt x="362" y="848"/>
                    </a:cubicBezTo>
                    <a:cubicBezTo>
                      <a:pt x="356" y="876"/>
                      <a:pt x="356" y="876"/>
                      <a:pt x="356" y="876"/>
                    </a:cubicBezTo>
                    <a:cubicBezTo>
                      <a:pt x="314" y="885"/>
                      <a:pt x="314" y="885"/>
                      <a:pt x="314" y="885"/>
                    </a:cubicBezTo>
                    <a:cubicBezTo>
                      <a:pt x="313" y="865"/>
                      <a:pt x="313" y="865"/>
                      <a:pt x="313" y="865"/>
                    </a:cubicBezTo>
                    <a:cubicBezTo>
                      <a:pt x="252" y="848"/>
                      <a:pt x="252" y="848"/>
                      <a:pt x="252" y="848"/>
                    </a:cubicBezTo>
                    <a:cubicBezTo>
                      <a:pt x="241" y="827"/>
                      <a:pt x="241" y="827"/>
                      <a:pt x="241" y="827"/>
                    </a:cubicBezTo>
                    <a:cubicBezTo>
                      <a:pt x="189" y="798"/>
                      <a:pt x="189" y="798"/>
                      <a:pt x="189" y="798"/>
                    </a:cubicBezTo>
                    <a:cubicBezTo>
                      <a:pt x="162" y="793"/>
                      <a:pt x="162" y="793"/>
                      <a:pt x="162" y="793"/>
                    </a:cubicBezTo>
                    <a:cubicBezTo>
                      <a:pt x="126" y="749"/>
                      <a:pt x="126" y="749"/>
                      <a:pt x="126" y="749"/>
                    </a:cubicBezTo>
                    <a:cubicBezTo>
                      <a:pt x="87" y="732"/>
                      <a:pt x="87" y="732"/>
                      <a:pt x="87" y="732"/>
                    </a:cubicBezTo>
                    <a:cubicBezTo>
                      <a:pt x="77" y="713"/>
                      <a:pt x="77" y="713"/>
                      <a:pt x="77" y="713"/>
                    </a:cubicBezTo>
                    <a:cubicBezTo>
                      <a:pt x="77" y="713"/>
                      <a:pt x="123" y="710"/>
                      <a:pt x="137" y="699"/>
                    </a:cubicBezTo>
                    <a:cubicBezTo>
                      <a:pt x="134" y="651"/>
                      <a:pt x="134" y="651"/>
                      <a:pt x="134" y="651"/>
                    </a:cubicBezTo>
                    <a:cubicBezTo>
                      <a:pt x="89" y="603"/>
                      <a:pt x="89" y="603"/>
                      <a:pt x="89" y="603"/>
                    </a:cubicBezTo>
                    <a:cubicBezTo>
                      <a:pt x="100" y="590"/>
                      <a:pt x="100" y="590"/>
                      <a:pt x="100" y="590"/>
                    </a:cubicBezTo>
                    <a:cubicBezTo>
                      <a:pt x="136" y="603"/>
                      <a:pt x="136" y="603"/>
                      <a:pt x="136" y="603"/>
                    </a:cubicBezTo>
                    <a:cubicBezTo>
                      <a:pt x="144" y="598"/>
                      <a:pt x="144" y="598"/>
                      <a:pt x="144" y="598"/>
                    </a:cubicBezTo>
                    <a:cubicBezTo>
                      <a:pt x="147" y="583"/>
                      <a:pt x="147" y="583"/>
                      <a:pt x="147" y="583"/>
                    </a:cubicBezTo>
                    <a:cubicBezTo>
                      <a:pt x="167" y="583"/>
                      <a:pt x="167" y="583"/>
                      <a:pt x="167" y="583"/>
                    </a:cubicBezTo>
                    <a:cubicBezTo>
                      <a:pt x="162" y="571"/>
                      <a:pt x="162" y="571"/>
                      <a:pt x="162" y="571"/>
                    </a:cubicBezTo>
                    <a:cubicBezTo>
                      <a:pt x="146" y="569"/>
                      <a:pt x="146" y="569"/>
                      <a:pt x="146" y="569"/>
                    </a:cubicBezTo>
                    <a:cubicBezTo>
                      <a:pt x="133" y="561"/>
                      <a:pt x="133" y="561"/>
                      <a:pt x="133" y="561"/>
                    </a:cubicBezTo>
                    <a:cubicBezTo>
                      <a:pt x="132" y="548"/>
                      <a:pt x="132" y="548"/>
                      <a:pt x="132" y="548"/>
                    </a:cubicBezTo>
                    <a:cubicBezTo>
                      <a:pt x="114" y="547"/>
                      <a:pt x="114" y="547"/>
                      <a:pt x="114" y="547"/>
                    </a:cubicBezTo>
                    <a:cubicBezTo>
                      <a:pt x="114" y="547"/>
                      <a:pt x="105" y="502"/>
                      <a:pt x="75" y="514"/>
                    </a:cubicBezTo>
                    <a:cubicBezTo>
                      <a:pt x="61" y="501"/>
                      <a:pt x="61" y="501"/>
                      <a:pt x="61" y="501"/>
                    </a:cubicBezTo>
                    <a:cubicBezTo>
                      <a:pt x="62" y="481"/>
                      <a:pt x="62" y="481"/>
                      <a:pt x="62" y="481"/>
                    </a:cubicBezTo>
                    <a:cubicBezTo>
                      <a:pt x="72" y="475"/>
                      <a:pt x="72" y="475"/>
                      <a:pt x="72" y="475"/>
                    </a:cubicBezTo>
                    <a:cubicBezTo>
                      <a:pt x="73" y="453"/>
                      <a:pt x="73" y="453"/>
                      <a:pt x="73" y="453"/>
                    </a:cubicBezTo>
                    <a:cubicBezTo>
                      <a:pt x="73" y="453"/>
                      <a:pt x="98" y="417"/>
                      <a:pt x="99" y="399"/>
                    </a:cubicBezTo>
                    <a:cubicBezTo>
                      <a:pt x="100" y="382"/>
                      <a:pt x="98" y="378"/>
                      <a:pt x="98" y="378"/>
                    </a:cubicBezTo>
                    <a:cubicBezTo>
                      <a:pt x="98" y="378"/>
                      <a:pt x="106" y="368"/>
                      <a:pt x="107" y="368"/>
                    </a:cubicBezTo>
                    <a:cubicBezTo>
                      <a:pt x="108" y="368"/>
                      <a:pt x="104" y="355"/>
                      <a:pt x="104" y="355"/>
                    </a:cubicBezTo>
                    <a:cubicBezTo>
                      <a:pt x="104" y="355"/>
                      <a:pt x="86" y="343"/>
                      <a:pt x="61" y="349"/>
                    </a:cubicBezTo>
                    <a:cubicBezTo>
                      <a:pt x="59" y="316"/>
                      <a:pt x="59" y="316"/>
                      <a:pt x="59" y="316"/>
                    </a:cubicBezTo>
                    <a:cubicBezTo>
                      <a:pt x="39" y="293"/>
                      <a:pt x="39" y="293"/>
                      <a:pt x="39" y="293"/>
                    </a:cubicBezTo>
                    <a:cubicBezTo>
                      <a:pt x="57" y="275"/>
                      <a:pt x="57" y="275"/>
                      <a:pt x="57" y="275"/>
                    </a:cubicBezTo>
                    <a:cubicBezTo>
                      <a:pt x="111" y="277"/>
                      <a:pt x="111" y="277"/>
                      <a:pt x="111" y="277"/>
                    </a:cubicBezTo>
                    <a:cubicBezTo>
                      <a:pt x="110" y="259"/>
                      <a:pt x="110" y="259"/>
                      <a:pt x="110" y="259"/>
                    </a:cubicBezTo>
                    <a:cubicBezTo>
                      <a:pt x="86" y="256"/>
                      <a:pt x="86" y="256"/>
                      <a:pt x="86" y="256"/>
                    </a:cubicBezTo>
                    <a:cubicBezTo>
                      <a:pt x="85" y="243"/>
                      <a:pt x="85" y="243"/>
                      <a:pt x="85" y="243"/>
                    </a:cubicBezTo>
                    <a:cubicBezTo>
                      <a:pt x="67" y="248"/>
                      <a:pt x="67" y="248"/>
                      <a:pt x="67" y="248"/>
                    </a:cubicBezTo>
                    <a:cubicBezTo>
                      <a:pt x="27" y="224"/>
                      <a:pt x="27" y="224"/>
                      <a:pt x="27" y="224"/>
                    </a:cubicBezTo>
                    <a:cubicBezTo>
                      <a:pt x="27" y="195"/>
                      <a:pt x="27" y="195"/>
                      <a:pt x="27" y="195"/>
                    </a:cubicBezTo>
                    <a:cubicBezTo>
                      <a:pt x="46" y="196"/>
                      <a:pt x="46" y="196"/>
                      <a:pt x="46" y="196"/>
                    </a:cubicBezTo>
                    <a:cubicBezTo>
                      <a:pt x="53" y="187"/>
                      <a:pt x="53" y="187"/>
                      <a:pt x="53" y="187"/>
                    </a:cubicBezTo>
                    <a:cubicBezTo>
                      <a:pt x="41" y="183"/>
                      <a:pt x="41" y="183"/>
                      <a:pt x="41" y="183"/>
                    </a:cubicBezTo>
                    <a:cubicBezTo>
                      <a:pt x="34" y="180"/>
                      <a:pt x="34" y="180"/>
                      <a:pt x="34" y="180"/>
                    </a:cubicBezTo>
                    <a:cubicBezTo>
                      <a:pt x="32" y="184"/>
                      <a:pt x="32" y="184"/>
                      <a:pt x="32" y="184"/>
                    </a:cubicBezTo>
                    <a:cubicBezTo>
                      <a:pt x="25" y="184"/>
                      <a:pt x="25" y="184"/>
                      <a:pt x="25" y="184"/>
                    </a:cubicBezTo>
                    <a:cubicBezTo>
                      <a:pt x="9" y="156"/>
                      <a:pt x="9" y="156"/>
                      <a:pt x="9" y="156"/>
                    </a:cubicBezTo>
                    <a:cubicBezTo>
                      <a:pt x="23" y="146"/>
                      <a:pt x="23" y="146"/>
                      <a:pt x="23" y="146"/>
                    </a:cubicBezTo>
                    <a:cubicBezTo>
                      <a:pt x="18" y="126"/>
                      <a:pt x="18" y="126"/>
                      <a:pt x="18" y="126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13" y="64"/>
                      <a:pt x="13" y="64"/>
                      <a:pt x="13" y="64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133" y="5"/>
                      <a:pt x="133" y="5"/>
                      <a:pt x="133" y="5"/>
                    </a:cubicBezTo>
                    <a:cubicBezTo>
                      <a:pt x="218" y="0"/>
                      <a:pt x="218" y="0"/>
                      <a:pt x="218" y="0"/>
                    </a:cubicBezTo>
                    <a:cubicBezTo>
                      <a:pt x="270" y="15"/>
                      <a:pt x="270" y="15"/>
                      <a:pt x="270" y="15"/>
                    </a:cubicBezTo>
                    <a:cubicBezTo>
                      <a:pt x="275" y="18"/>
                      <a:pt x="275" y="18"/>
                      <a:pt x="275" y="18"/>
                    </a:cubicBezTo>
                    <a:cubicBezTo>
                      <a:pt x="293" y="48"/>
                      <a:pt x="293" y="48"/>
                      <a:pt x="293" y="48"/>
                    </a:cubicBezTo>
                    <a:cubicBezTo>
                      <a:pt x="309" y="62"/>
                      <a:pt x="309" y="62"/>
                      <a:pt x="309" y="62"/>
                    </a:cubicBezTo>
                    <a:cubicBezTo>
                      <a:pt x="338" y="82"/>
                      <a:pt x="338" y="82"/>
                      <a:pt x="338" y="82"/>
                    </a:cubicBezTo>
                    <a:cubicBezTo>
                      <a:pt x="346" y="104"/>
                      <a:pt x="346" y="104"/>
                      <a:pt x="346" y="104"/>
                    </a:cubicBezTo>
                    <a:cubicBezTo>
                      <a:pt x="370" y="104"/>
                      <a:pt x="370" y="104"/>
                      <a:pt x="370" y="104"/>
                    </a:cubicBezTo>
                    <a:cubicBezTo>
                      <a:pt x="360" y="147"/>
                      <a:pt x="360" y="147"/>
                      <a:pt x="360" y="147"/>
                    </a:cubicBezTo>
                    <a:cubicBezTo>
                      <a:pt x="373" y="159"/>
                      <a:pt x="373" y="159"/>
                      <a:pt x="373" y="159"/>
                    </a:cubicBezTo>
                    <a:cubicBezTo>
                      <a:pt x="379" y="175"/>
                      <a:pt x="379" y="175"/>
                      <a:pt x="379" y="175"/>
                    </a:cubicBezTo>
                    <a:cubicBezTo>
                      <a:pt x="422" y="223"/>
                      <a:pt x="422" y="223"/>
                      <a:pt x="422" y="223"/>
                    </a:cubicBezTo>
                    <a:cubicBezTo>
                      <a:pt x="451" y="222"/>
                      <a:pt x="451" y="222"/>
                      <a:pt x="451" y="222"/>
                    </a:cubicBezTo>
                    <a:cubicBezTo>
                      <a:pt x="491" y="248"/>
                      <a:pt x="491" y="248"/>
                      <a:pt x="491" y="248"/>
                    </a:cubicBezTo>
                    <a:cubicBezTo>
                      <a:pt x="517" y="249"/>
                      <a:pt x="517" y="249"/>
                      <a:pt x="517" y="249"/>
                    </a:cubicBezTo>
                    <a:cubicBezTo>
                      <a:pt x="494" y="302"/>
                      <a:pt x="494" y="302"/>
                      <a:pt x="494" y="302"/>
                    </a:cubicBezTo>
                    <a:cubicBezTo>
                      <a:pt x="529" y="321"/>
                      <a:pt x="529" y="321"/>
                      <a:pt x="529" y="321"/>
                    </a:cubicBezTo>
                    <a:cubicBezTo>
                      <a:pt x="495" y="349"/>
                      <a:pt x="495" y="349"/>
                      <a:pt x="495" y="349"/>
                    </a:cubicBezTo>
                    <a:cubicBezTo>
                      <a:pt x="513" y="368"/>
                      <a:pt x="513" y="368"/>
                      <a:pt x="513" y="368"/>
                    </a:cubicBezTo>
                    <a:cubicBezTo>
                      <a:pt x="525" y="357"/>
                      <a:pt x="525" y="357"/>
                      <a:pt x="525" y="357"/>
                    </a:cubicBezTo>
                    <a:cubicBezTo>
                      <a:pt x="537" y="357"/>
                      <a:pt x="537" y="357"/>
                      <a:pt x="537" y="357"/>
                    </a:cubicBezTo>
                    <a:cubicBezTo>
                      <a:pt x="541" y="362"/>
                      <a:pt x="541" y="362"/>
                      <a:pt x="541" y="362"/>
                    </a:cubicBezTo>
                    <a:cubicBezTo>
                      <a:pt x="553" y="362"/>
                      <a:pt x="553" y="362"/>
                      <a:pt x="553" y="362"/>
                    </a:cubicBezTo>
                    <a:cubicBezTo>
                      <a:pt x="567" y="385"/>
                      <a:pt x="567" y="385"/>
                      <a:pt x="567" y="385"/>
                    </a:cubicBezTo>
                    <a:cubicBezTo>
                      <a:pt x="600" y="386"/>
                      <a:pt x="600" y="386"/>
                      <a:pt x="600" y="386"/>
                    </a:cubicBezTo>
                    <a:cubicBezTo>
                      <a:pt x="642" y="393"/>
                      <a:pt x="642" y="393"/>
                      <a:pt x="642" y="393"/>
                    </a:cubicBezTo>
                    <a:cubicBezTo>
                      <a:pt x="652" y="417"/>
                      <a:pt x="652" y="417"/>
                      <a:pt x="652" y="417"/>
                    </a:cubicBezTo>
                    <a:cubicBezTo>
                      <a:pt x="663" y="427"/>
                      <a:pt x="663" y="427"/>
                      <a:pt x="663" y="427"/>
                    </a:cubicBezTo>
                    <a:cubicBezTo>
                      <a:pt x="699" y="382"/>
                      <a:pt x="699" y="382"/>
                      <a:pt x="699" y="382"/>
                    </a:cubicBezTo>
                    <a:cubicBezTo>
                      <a:pt x="728" y="366"/>
                      <a:pt x="728" y="366"/>
                      <a:pt x="728" y="366"/>
                    </a:cubicBezTo>
                    <a:cubicBezTo>
                      <a:pt x="757" y="391"/>
                      <a:pt x="757" y="391"/>
                      <a:pt x="757" y="391"/>
                    </a:cubicBezTo>
                    <a:cubicBezTo>
                      <a:pt x="770" y="393"/>
                      <a:pt x="770" y="393"/>
                      <a:pt x="770" y="393"/>
                    </a:cubicBezTo>
                    <a:cubicBezTo>
                      <a:pt x="781" y="398"/>
                      <a:pt x="781" y="398"/>
                      <a:pt x="781" y="398"/>
                    </a:cubicBezTo>
                    <a:cubicBezTo>
                      <a:pt x="782" y="410"/>
                      <a:pt x="782" y="410"/>
                      <a:pt x="782" y="410"/>
                    </a:cubicBezTo>
                    <a:cubicBezTo>
                      <a:pt x="778" y="411"/>
                      <a:pt x="778" y="411"/>
                      <a:pt x="778" y="411"/>
                    </a:cubicBezTo>
                    <a:cubicBezTo>
                      <a:pt x="775" y="409"/>
                      <a:pt x="775" y="409"/>
                      <a:pt x="775" y="409"/>
                    </a:cubicBezTo>
                    <a:cubicBezTo>
                      <a:pt x="762" y="415"/>
                      <a:pt x="762" y="415"/>
                      <a:pt x="762" y="415"/>
                    </a:cubicBezTo>
                    <a:cubicBezTo>
                      <a:pt x="754" y="414"/>
                      <a:pt x="754" y="414"/>
                      <a:pt x="754" y="414"/>
                    </a:cubicBezTo>
                    <a:cubicBezTo>
                      <a:pt x="749" y="411"/>
                      <a:pt x="749" y="411"/>
                      <a:pt x="749" y="411"/>
                    </a:cubicBezTo>
                    <a:cubicBezTo>
                      <a:pt x="745" y="412"/>
                      <a:pt x="745" y="412"/>
                      <a:pt x="745" y="412"/>
                    </a:cubicBezTo>
                    <a:cubicBezTo>
                      <a:pt x="741" y="421"/>
                      <a:pt x="741" y="421"/>
                      <a:pt x="741" y="421"/>
                    </a:cubicBezTo>
                    <a:cubicBezTo>
                      <a:pt x="725" y="427"/>
                      <a:pt x="725" y="427"/>
                      <a:pt x="725" y="427"/>
                    </a:cubicBezTo>
                    <a:cubicBezTo>
                      <a:pt x="727" y="432"/>
                      <a:pt x="727" y="432"/>
                      <a:pt x="727" y="432"/>
                    </a:cubicBezTo>
                    <a:cubicBezTo>
                      <a:pt x="731" y="438"/>
                      <a:pt x="731" y="438"/>
                      <a:pt x="731" y="438"/>
                    </a:cubicBezTo>
                    <a:cubicBezTo>
                      <a:pt x="738" y="443"/>
                      <a:pt x="738" y="443"/>
                      <a:pt x="738" y="443"/>
                    </a:cubicBezTo>
                    <a:cubicBezTo>
                      <a:pt x="742" y="455"/>
                      <a:pt x="742" y="455"/>
                      <a:pt x="742" y="455"/>
                    </a:cubicBezTo>
                    <a:cubicBezTo>
                      <a:pt x="759" y="478"/>
                      <a:pt x="759" y="478"/>
                      <a:pt x="759" y="478"/>
                    </a:cubicBezTo>
                    <a:cubicBezTo>
                      <a:pt x="781" y="483"/>
                      <a:pt x="781" y="483"/>
                      <a:pt x="781" y="483"/>
                    </a:cubicBezTo>
                    <a:cubicBezTo>
                      <a:pt x="772" y="493"/>
                      <a:pt x="772" y="493"/>
                      <a:pt x="772" y="493"/>
                    </a:cubicBezTo>
                    <a:cubicBezTo>
                      <a:pt x="773" y="504"/>
                      <a:pt x="773" y="504"/>
                      <a:pt x="773" y="504"/>
                    </a:cubicBezTo>
                    <a:cubicBezTo>
                      <a:pt x="750" y="550"/>
                      <a:pt x="750" y="550"/>
                      <a:pt x="750" y="550"/>
                    </a:cubicBezTo>
                    <a:cubicBezTo>
                      <a:pt x="729" y="553"/>
                      <a:pt x="729" y="553"/>
                      <a:pt x="729" y="553"/>
                    </a:cubicBezTo>
                    <a:cubicBezTo>
                      <a:pt x="712" y="609"/>
                      <a:pt x="712" y="609"/>
                      <a:pt x="712" y="609"/>
                    </a:cubicBezTo>
                    <a:cubicBezTo>
                      <a:pt x="744" y="647"/>
                      <a:pt x="744" y="647"/>
                      <a:pt x="744" y="647"/>
                    </a:cubicBezTo>
                    <a:cubicBezTo>
                      <a:pt x="752" y="690"/>
                      <a:pt x="752" y="690"/>
                      <a:pt x="752" y="690"/>
                    </a:cubicBezTo>
                    <a:cubicBezTo>
                      <a:pt x="801" y="714"/>
                      <a:pt x="801" y="714"/>
                      <a:pt x="801" y="714"/>
                    </a:cubicBezTo>
                    <a:cubicBezTo>
                      <a:pt x="826" y="749"/>
                      <a:pt x="826" y="749"/>
                      <a:pt x="826" y="749"/>
                    </a:cubicBezTo>
                    <a:lnTo>
                      <a:pt x="863" y="76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81" name="Freeform 2182">
                <a:extLst>
                  <a:ext uri="{FF2B5EF4-FFF2-40B4-BE49-F238E27FC236}">
                    <a16:creationId xmlns:a16="http://schemas.microsoft.com/office/drawing/2014/main" id="{2ECC9163-2DB5-4593-940F-C56DF5D9F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754"/>
                <a:ext cx="430" cy="196"/>
              </a:xfrm>
              <a:custGeom>
                <a:avLst/>
                <a:gdLst>
                  <a:gd name="T0" fmla="*/ 1034 w 1058"/>
                  <a:gd name="T1" fmla="*/ 188 h 481"/>
                  <a:gd name="T2" fmla="*/ 986 w 1058"/>
                  <a:gd name="T3" fmla="*/ 241 h 481"/>
                  <a:gd name="T4" fmla="*/ 920 w 1058"/>
                  <a:gd name="T5" fmla="*/ 308 h 481"/>
                  <a:gd name="T6" fmla="*/ 788 w 1058"/>
                  <a:gd name="T7" fmla="*/ 269 h 481"/>
                  <a:gd name="T8" fmla="*/ 679 w 1058"/>
                  <a:gd name="T9" fmla="*/ 266 h 481"/>
                  <a:gd name="T10" fmla="*/ 614 w 1058"/>
                  <a:gd name="T11" fmla="*/ 347 h 481"/>
                  <a:gd name="T12" fmla="*/ 527 w 1058"/>
                  <a:gd name="T13" fmla="*/ 348 h 481"/>
                  <a:gd name="T14" fmla="*/ 490 w 1058"/>
                  <a:gd name="T15" fmla="*/ 387 h 481"/>
                  <a:gd name="T16" fmla="*/ 356 w 1058"/>
                  <a:gd name="T17" fmla="*/ 432 h 481"/>
                  <a:gd name="T18" fmla="*/ 335 w 1058"/>
                  <a:gd name="T19" fmla="*/ 478 h 481"/>
                  <a:gd name="T20" fmla="*/ 110 w 1058"/>
                  <a:gd name="T21" fmla="*/ 443 h 481"/>
                  <a:gd name="T22" fmla="*/ 49 w 1058"/>
                  <a:gd name="T23" fmla="*/ 420 h 481"/>
                  <a:gd name="T24" fmla="*/ 0 w 1058"/>
                  <a:gd name="T25" fmla="*/ 323 h 481"/>
                  <a:gd name="T26" fmla="*/ 37 w 1058"/>
                  <a:gd name="T27" fmla="*/ 247 h 481"/>
                  <a:gd name="T28" fmla="*/ 75 w 1058"/>
                  <a:gd name="T29" fmla="*/ 186 h 481"/>
                  <a:gd name="T30" fmla="*/ 201 w 1058"/>
                  <a:gd name="T31" fmla="*/ 175 h 481"/>
                  <a:gd name="T32" fmla="*/ 245 w 1058"/>
                  <a:gd name="T33" fmla="*/ 136 h 481"/>
                  <a:gd name="T34" fmla="*/ 274 w 1058"/>
                  <a:gd name="T35" fmla="*/ 65 h 481"/>
                  <a:gd name="T36" fmla="*/ 319 w 1058"/>
                  <a:gd name="T37" fmla="*/ 26 h 481"/>
                  <a:gd name="T38" fmla="*/ 391 w 1058"/>
                  <a:gd name="T39" fmla="*/ 30 h 481"/>
                  <a:gd name="T40" fmla="*/ 424 w 1058"/>
                  <a:gd name="T41" fmla="*/ 54 h 481"/>
                  <a:gd name="T42" fmla="*/ 488 w 1058"/>
                  <a:gd name="T43" fmla="*/ 0 h 481"/>
                  <a:gd name="T44" fmla="*/ 545 w 1058"/>
                  <a:gd name="T45" fmla="*/ 79 h 481"/>
                  <a:gd name="T46" fmla="*/ 589 w 1058"/>
                  <a:gd name="T47" fmla="*/ 101 h 481"/>
                  <a:gd name="T48" fmla="*/ 705 w 1058"/>
                  <a:gd name="T49" fmla="*/ 41 h 481"/>
                  <a:gd name="T50" fmla="*/ 777 w 1058"/>
                  <a:gd name="T51" fmla="*/ 34 h 481"/>
                  <a:gd name="T52" fmla="*/ 816 w 1058"/>
                  <a:gd name="T53" fmla="*/ 24 h 481"/>
                  <a:gd name="T54" fmla="*/ 926 w 1058"/>
                  <a:gd name="T55" fmla="*/ 44 h 481"/>
                  <a:gd name="T56" fmla="*/ 971 w 1058"/>
                  <a:gd name="T57" fmla="*/ 89 h 481"/>
                  <a:gd name="T58" fmla="*/ 986 w 1058"/>
                  <a:gd name="T59" fmla="*/ 91 h 481"/>
                  <a:gd name="T60" fmla="*/ 993 w 1058"/>
                  <a:gd name="T61" fmla="*/ 93 h 481"/>
                  <a:gd name="T62" fmla="*/ 1005 w 1058"/>
                  <a:gd name="T63" fmla="*/ 95 h 481"/>
                  <a:gd name="T64" fmla="*/ 1040 w 1058"/>
                  <a:gd name="T65" fmla="*/ 105 h 481"/>
                  <a:gd name="T66" fmla="*/ 1044 w 1058"/>
                  <a:gd name="T67" fmla="*/ 107 h 481"/>
                  <a:gd name="T68" fmla="*/ 1058 w 1058"/>
                  <a:gd name="T69" fmla="*/ 112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481">
                    <a:moveTo>
                      <a:pt x="1024" y="162"/>
                    </a:moveTo>
                    <a:cubicBezTo>
                      <a:pt x="1034" y="188"/>
                      <a:pt x="1034" y="188"/>
                      <a:pt x="1034" y="188"/>
                    </a:cubicBezTo>
                    <a:cubicBezTo>
                      <a:pt x="1014" y="223"/>
                      <a:pt x="1014" y="223"/>
                      <a:pt x="1014" y="223"/>
                    </a:cubicBezTo>
                    <a:cubicBezTo>
                      <a:pt x="986" y="241"/>
                      <a:pt x="986" y="241"/>
                      <a:pt x="986" y="241"/>
                    </a:cubicBezTo>
                    <a:cubicBezTo>
                      <a:pt x="990" y="291"/>
                      <a:pt x="990" y="291"/>
                      <a:pt x="990" y="291"/>
                    </a:cubicBezTo>
                    <a:cubicBezTo>
                      <a:pt x="920" y="308"/>
                      <a:pt x="920" y="308"/>
                      <a:pt x="920" y="308"/>
                    </a:cubicBezTo>
                    <a:cubicBezTo>
                      <a:pt x="856" y="251"/>
                      <a:pt x="856" y="251"/>
                      <a:pt x="856" y="251"/>
                    </a:cubicBezTo>
                    <a:cubicBezTo>
                      <a:pt x="788" y="269"/>
                      <a:pt x="788" y="269"/>
                      <a:pt x="788" y="269"/>
                    </a:cubicBezTo>
                    <a:cubicBezTo>
                      <a:pt x="748" y="252"/>
                      <a:pt x="748" y="252"/>
                      <a:pt x="748" y="252"/>
                    </a:cubicBezTo>
                    <a:cubicBezTo>
                      <a:pt x="679" y="266"/>
                      <a:pt x="679" y="266"/>
                      <a:pt x="679" y="266"/>
                    </a:cubicBezTo>
                    <a:cubicBezTo>
                      <a:pt x="653" y="340"/>
                      <a:pt x="653" y="340"/>
                      <a:pt x="653" y="340"/>
                    </a:cubicBezTo>
                    <a:cubicBezTo>
                      <a:pt x="614" y="347"/>
                      <a:pt x="614" y="347"/>
                      <a:pt x="614" y="347"/>
                    </a:cubicBezTo>
                    <a:cubicBezTo>
                      <a:pt x="582" y="373"/>
                      <a:pt x="582" y="373"/>
                      <a:pt x="582" y="373"/>
                    </a:cubicBezTo>
                    <a:cubicBezTo>
                      <a:pt x="527" y="348"/>
                      <a:pt x="527" y="348"/>
                      <a:pt x="527" y="348"/>
                    </a:cubicBezTo>
                    <a:cubicBezTo>
                      <a:pt x="498" y="360"/>
                      <a:pt x="498" y="360"/>
                      <a:pt x="498" y="360"/>
                    </a:cubicBezTo>
                    <a:cubicBezTo>
                      <a:pt x="490" y="387"/>
                      <a:pt x="490" y="387"/>
                      <a:pt x="490" y="387"/>
                    </a:cubicBezTo>
                    <a:cubicBezTo>
                      <a:pt x="385" y="400"/>
                      <a:pt x="385" y="400"/>
                      <a:pt x="385" y="400"/>
                    </a:cubicBezTo>
                    <a:cubicBezTo>
                      <a:pt x="356" y="432"/>
                      <a:pt x="356" y="432"/>
                      <a:pt x="356" y="432"/>
                    </a:cubicBezTo>
                    <a:cubicBezTo>
                      <a:pt x="379" y="462"/>
                      <a:pt x="379" y="462"/>
                      <a:pt x="379" y="462"/>
                    </a:cubicBezTo>
                    <a:cubicBezTo>
                      <a:pt x="335" y="478"/>
                      <a:pt x="335" y="478"/>
                      <a:pt x="335" y="478"/>
                    </a:cubicBezTo>
                    <a:cubicBezTo>
                      <a:pt x="174" y="481"/>
                      <a:pt x="174" y="481"/>
                      <a:pt x="174" y="481"/>
                    </a:cubicBezTo>
                    <a:cubicBezTo>
                      <a:pt x="110" y="443"/>
                      <a:pt x="110" y="443"/>
                      <a:pt x="110" y="443"/>
                    </a:cubicBezTo>
                    <a:cubicBezTo>
                      <a:pt x="85" y="418"/>
                      <a:pt x="85" y="418"/>
                      <a:pt x="85" y="418"/>
                    </a:cubicBezTo>
                    <a:cubicBezTo>
                      <a:pt x="49" y="420"/>
                      <a:pt x="49" y="420"/>
                      <a:pt x="49" y="420"/>
                    </a:cubicBezTo>
                    <a:cubicBezTo>
                      <a:pt x="44" y="387"/>
                      <a:pt x="44" y="387"/>
                      <a:pt x="44" y="387"/>
                    </a:cubicBezTo>
                    <a:cubicBezTo>
                      <a:pt x="0" y="323"/>
                      <a:pt x="0" y="323"/>
                      <a:pt x="0" y="323"/>
                    </a:cubicBezTo>
                    <a:cubicBezTo>
                      <a:pt x="16" y="260"/>
                      <a:pt x="16" y="260"/>
                      <a:pt x="16" y="260"/>
                    </a:cubicBezTo>
                    <a:cubicBezTo>
                      <a:pt x="37" y="247"/>
                      <a:pt x="37" y="247"/>
                      <a:pt x="37" y="247"/>
                    </a:cubicBezTo>
                    <a:cubicBezTo>
                      <a:pt x="47" y="216"/>
                      <a:pt x="47" y="216"/>
                      <a:pt x="47" y="216"/>
                    </a:cubicBezTo>
                    <a:cubicBezTo>
                      <a:pt x="75" y="186"/>
                      <a:pt x="75" y="186"/>
                      <a:pt x="75" y="186"/>
                    </a:cubicBezTo>
                    <a:cubicBezTo>
                      <a:pt x="133" y="203"/>
                      <a:pt x="133" y="203"/>
                      <a:pt x="133" y="203"/>
                    </a:cubicBezTo>
                    <a:cubicBezTo>
                      <a:pt x="201" y="175"/>
                      <a:pt x="201" y="175"/>
                      <a:pt x="201" y="175"/>
                    </a:cubicBezTo>
                    <a:cubicBezTo>
                      <a:pt x="212" y="153"/>
                      <a:pt x="212" y="153"/>
                      <a:pt x="212" y="153"/>
                    </a:cubicBezTo>
                    <a:cubicBezTo>
                      <a:pt x="245" y="136"/>
                      <a:pt x="245" y="136"/>
                      <a:pt x="245" y="136"/>
                    </a:cubicBezTo>
                    <a:cubicBezTo>
                      <a:pt x="224" y="88"/>
                      <a:pt x="260" y="73"/>
                      <a:pt x="260" y="73"/>
                    </a:cubicBezTo>
                    <a:cubicBezTo>
                      <a:pt x="274" y="65"/>
                      <a:pt x="274" y="65"/>
                      <a:pt x="274" y="65"/>
                    </a:cubicBezTo>
                    <a:cubicBezTo>
                      <a:pt x="291" y="49"/>
                      <a:pt x="291" y="49"/>
                      <a:pt x="291" y="49"/>
                    </a:cubicBezTo>
                    <a:cubicBezTo>
                      <a:pt x="311" y="47"/>
                      <a:pt x="319" y="26"/>
                      <a:pt x="319" y="26"/>
                    </a:cubicBezTo>
                    <a:cubicBezTo>
                      <a:pt x="369" y="20"/>
                      <a:pt x="369" y="20"/>
                      <a:pt x="369" y="20"/>
                    </a:cubicBezTo>
                    <a:cubicBezTo>
                      <a:pt x="391" y="30"/>
                      <a:pt x="391" y="30"/>
                      <a:pt x="391" y="30"/>
                    </a:cubicBezTo>
                    <a:cubicBezTo>
                      <a:pt x="394" y="54"/>
                      <a:pt x="394" y="54"/>
                      <a:pt x="394" y="54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52" y="12"/>
                      <a:pt x="452" y="12"/>
                      <a:pt x="452" y="12"/>
                    </a:cubicBezTo>
                    <a:cubicBezTo>
                      <a:pt x="488" y="0"/>
                      <a:pt x="488" y="0"/>
                      <a:pt x="488" y="0"/>
                    </a:cubicBezTo>
                    <a:cubicBezTo>
                      <a:pt x="500" y="40"/>
                      <a:pt x="538" y="51"/>
                      <a:pt x="538" y="51"/>
                    </a:cubicBezTo>
                    <a:cubicBezTo>
                      <a:pt x="538" y="61"/>
                      <a:pt x="545" y="79"/>
                      <a:pt x="545" y="79"/>
                    </a:cubicBezTo>
                    <a:cubicBezTo>
                      <a:pt x="541" y="96"/>
                      <a:pt x="541" y="96"/>
                      <a:pt x="541" y="96"/>
                    </a:cubicBezTo>
                    <a:cubicBezTo>
                      <a:pt x="589" y="101"/>
                      <a:pt x="589" y="101"/>
                      <a:pt x="589" y="101"/>
                    </a:cubicBezTo>
                    <a:cubicBezTo>
                      <a:pt x="603" y="68"/>
                      <a:pt x="603" y="68"/>
                      <a:pt x="603" y="68"/>
                    </a:cubicBezTo>
                    <a:cubicBezTo>
                      <a:pt x="705" y="41"/>
                      <a:pt x="705" y="41"/>
                      <a:pt x="705" y="41"/>
                    </a:cubicBezTo>
                    <a:cubicBezTo>
                      <a:pt x="753" y="67"/>
                      <a:pt x="753" y="67"/>
                      <a:pt x="753" y="67"/>
                    </a:cubicBezTo>
                    <a:cubicBezTo>
                      <a:pt x="777" y="34"/>
                      <a:pt x="777" y="34"/>
                      <a:pt x="777" y="34"/>
                    </a:cubicBezTo>
                    <a:cubicBezTo>
                      <a:pt x="799" y="44"/>
                      <a:pt x="799" y="44"/>
                      <a:pt x="799" y="44"/>
                    </a:cubicBezTo>
                    <a:cubicBezTo>
                      <a:pt x="816" y="24"/>
                      <a:pt x="816" y="24"/>
                      <a:pt x="816" y="24"/>
                    </a:cubicBezTo>
                    <a:cubicBezTo>
                      <a:pt x="878" y="26"/>
                      <a:pt x="878" y="26"/>
                      <a:pt x="878" y="26"/>
                    </a:cubicBezTo>
                    <a:cubicBezTo>
                      <a:pt x="926" y="44"/>
                      <a:pt x="926" y="44"/>
                      <a:pt x="926" y="44"/>
                    </a:cubicBezTo>
                    <a:cubicBezTo>
                      <a:pt x="965" y="88"/>
                      <a:pt x="965" y="88"/>
                      <a:pt x="965" y="88"/>
                    </a:cubicBezTo>
                    <a:cubicBezTo>
                      <a:pt x="967" y="88"/>
                      <a:pt x="969" y="88"/>
                      <a:pt x="971" y="89"/>
                    </a:cubicBezTo>
                    <a:cubicBezTo>
                      <a:pt x="974" y="89"/>
                      <a:pt x="977" y="90"/>
                      <a:pt x="980" y="90"/>
                    </a:cubicBezTo>
                    <a:cubicBezTo>
                      <a:pt x="982" y="91"/>
                      <a:pt x="984" y="91"/>
                      <a:pt x="986" y="91"/>
                    </a:cubicBezTo>
                    <a:cubicBezTo>
                      <a:pt x="988" y="92"/>
                      <a:pt x="990" y="92"/>
                      <a:pt x="993" y="93"/>
                    </a:cubicBezTo>
                    <a:cubicBezTo>
                      <a:pt x="993" y="93"/>
                      <a:pt x="993" y="93"/>
                      <a:pt x="993" y="93"/>
                    </a:cubicBezTo>
                    <a:cubicBezTo>
                      <a:pt x="995" y="93"/>
                      <a:pt x="997" y="94"/>
                      <a:pt x="999" y="94"/>
                    </a:cubicBezTo>
                    <a:cubicBezTo>
                      <a:pt x="1001" y="95"/>
                      <a:pt x="1003" y="95"/>
                      <a:pt x="1005" y="95"/>
                    </a:cubicBezTo>
                    <a:cubicBezTo>
                      <a:pt x="1006" y="96"/>
                      <a:pt x="1007" y="96"/>
                      <a:pt x="1008" y="96"/>
                    </a:cubicBezTo>
                    <a:cubicBezTo>
                      <a:pt x="1020" y="99"/>
                      <a:pt x="1030" y="102"/>
                      <a:pt x="1040" y="105"/>
                    </a:cubicBezTo>
                    <a:cubicBezTo>
                      <a:pt x="1041" y="105"/>
                      <a:pt x="1042" y="106"/>
                      <a:pt x="1043" y="106"/>
                    </a:cubicBezTo>
                    <a:cubicBezTo>
                      <a:pt x="1043" y="106"/>
                      <a:pt x="1044" y="106"/>
                      <a:pt x="1044" y="107"/>
                    </a:cubicBezTo>
                    <a:cubicBezTo>
                      <a:pt x="1045" y="107"/>
                      <a:pt x="1046" y="107"/>
                      <a:pt x="1047" y="108"/>
                    </a:cubicBezTo>
                    <a:cubicBezTo>
                      <a:pt x="1051" y="109"/>
                      <a:pt x="1055" y="110"/>
                      <a:pt x="1058" y="112"/>
                    </a:cubicBezTo>
                    <a:lnTo>
                      <a:pt x="1024" y="16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82" name="Freeform 2183">
                <a:extLst>
                  <a:ext uri="{FF2B5EF4-FFF2-40B4-BE49-F238E27FC236}">
                    <a16:creationId xmlns:a16="http://schemas.microsoft.com/office/drawing/2014/main" id="{C0365D84-4174-4F80-A4A9-D1BCF06A0F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10" y="2856"/>
                <a:ext cx="518" cy="306"/>
              </a:xfrm>
              <a:custGeom>
                <a:avLst/>
                <a:gdLst>
                  <a:gd name="T0" fmla="*/ 1213 w 1274"/>
                  <a:gd name="T1" fmla="*/ 108 h 751"/>
                  <a:gd name="T2" fmla="*/ 1132 w 1274"/>
                  <a:gd name="T3" fmla="*/ 43 h 751"/>
                  <a:gd name="T4" fmla="*/ 1062 w 1274"/>
                  <a:gd name="T5" fmla="*/ 57 h 751"/>
                  <a:gd name="T6" fmla="*/ 930 w 1274"/>
                  <a:gd name="T7" fmla="*/ 18 h 751"/>
                  <a:gd name="T8" fmla="*/ 821 w 1274"/>
                  <a:gd name="T9" fmla="*/ 15 h 751"/>
                  <a:gd name="T10" fmla="*/ 756 w 1274"/>
                  <a:gd name="T11" fmla="*/ 96 h 751"/>
                  <a:gd name="T12" fmla="*/ 669 w 1274"/>
                  <a:gd name="T13" fmla="*/ 97 h 751"/>
                  <a:gd name="T14" fmla="*/ 632 w 1274"/>
                  <a:gd name="T15" fmla="*/ 136 h 751"/>
                  <a:gd name="T16" fmla="*/ 498 w 1274"/>
                  <a:gd name="T17" fmla="*/ 181 h 751"/>
                  <a:gd name="T18" fmla="*/ 477 w 1274"/>
                  <a:gd name="T19" fmla="*/ 228 h 751"/>
                  <a:gd name="T20" fmla="*/ 252 w 1274"/>
                  <a:gd name="T21" fmla="*/ 192 h 751"/>
                  <a:gd name="T22" fmla="*/ 191 w 1274"/>
                  <a:gd name="T23" fmla="*/ 169 h 751"/>
                  <a:gd name="T24" fmla="*/ 172 w 1274"/>
                  <a:gd name="T25" fmla="*/ 238 h 751"/>
                  <a:gd name="T26" fmla="*/ 137 w 1274"/>
                  <a:gd name="T27" fmla="*/ 245 h 751"/>
                  <a:gd name="T28" fmla="*/ 124 w 1274"/>
                  <a:gd name="T29" fmla="*/ 250 h 751"/>
                  <a:gd name="T30" fmla="*/ 112 w 1274"/>
                  <a:gd name="T31" fmla="*/ 240 h 751"/>
                  <a:gd name="T32" fmla="*/ 89 w 1274"/>
                  <a:gd name="T33" fmla="*/ 224 h 751"/>
                  <a:gd name="T34" fmla="*/ 112 w 1274"/>
                  <a:gd name="T35" fmla="*/ 268 h 751"/>
                  <a:gd name="T36" fmla="*/ 63 w 1274"/>
                  <a:gd name="T37" fmla="*/ 317 h 751"/>
                  <a:gd name="T38" fmla="*/ 65 w 1274"/>
                  <a:gd name="T39" fmla="*/ 378 h 751"/>
                  <a:gd name="T40" fmla="*/ 34 w 1274"/>
                  <a:gd name="T41" fmla="*/ 416 h 751"/>
                  <a:gd name="T42" fmla="*/ 39 w 1274"/>
                  <a:gd name="T43" fmla="*/ 458 h 751"/>
                  <a:gd name="T44" fmla="*/ 86 w 1274"/>
                  <a:gd name="T45" fmla="*/ 547 h 751"/>
                  <a:gd name="T46" fmla="*/ 86 w 1274"/>
                  <a:gd name="T47" fmla="*/ 550 h 751"/>
                  <a:gd name="T48" fmla="*/ 124 w 1274"/>
                  <a:gd name="T49" fmla="*/ 572 h 751"/>
                  <a:gd name="T50" fmla="*/ 206 w 1274"/>
                  <a:gd name="T51" fmla="*/ 674 h 751"/>
                  <a:gd name="T52" fmla="*/ 267 w 1274"/>
                  <a:gd name="T53" fmla="*/ 697 h 751"/>
                  <a:gd name="T54" fmla="*/ 289 w 1274"/>
                  <a:gd name="T55" fmla="*/ 720 h 751"/>
                  <a:gd name="T56" fmla="*/ 332 w 1274"/>
                  <a:gd name="T57" fmla="*/ 739 h 751"/>
                  <a:gd name="T58" fmla="*/ 376 w 1274"/>
                  <a:gd name="T59" fmla="*/ 746 h 751"/>
                  <a:gd name="T60" fmla="*/ 443 w 1274"/>
                  <a:gd name="T61" fmla="*/ 751 h 751"/>
                  <a:gd name="T62" fmla="*/ 544 w 1274"/>
                  <a:gd name="T63" fmla="*/ 702 h 751"/>
                  <a:gd name="T64" fmla="*/ 549 w 1274"/>
                  <a:gd name="T65" fmla="*/ 699 h 751"/>
                  <a:gd name="T66" fmla="*/ 600 w 1274"/>
                  <a:gd name="T67" fmla="*/ 692 h 751"/>
                  <a:gd name="T68" fmla="*/ 754 w 1274"/>
                  <a:gd name="T69" fmla="*/ 635 h 751"/>
                  <a:gd name="T70" fmla="*/ 846 w 1274"/>
                  <a:gd name="T71" fmla="*/ 632 h 751"/>
                  <a:gd name="T72" fmla="*/ 891 w 1274"/>
                  <a:gd name="T73" fmla="*/ 611 h 751"/>
                  <a:gd name="T74" fmla="*/ 984 w 1274"/>
                  <a:gd name="T75" fmla="*/ 571 h 751"/>
                  <a:gd name="T76" fmla="*/ 1016 w 1274"/>
                  <a:gd name="T77" fmla="*/ 493 h 751"/>
                  <a:gd name="T78" fmla="*/ 1060 w 1274"/>
                  <a:gd name="T79" fmla="*/ 413 h 751"/>
                  <a:gd name="T80" fmla="*/ 1082 w 1274"/>
                  <a:gd name="T81" fmla="*/ 342 h 751"/>
                  <a:gd name="T82" fmla="*/ 1129 w 1274"/>
                  <a:gd name="T83" fmla="*/ 265 h 751"/>
                  <a:gd name="T84" fmla="*/ 1258 w 1274"/>
                  <a:gd name="T85" fmla="*/ 180 h 751"/>
                  <a:gd name="T86" fmla="*/ 1248 w 1274"/>
                  <a:gd name="T87" fmla="*/ 108 h 751"/>
                  <a:gd name="T88" fmla="*/ 350 w 1274"/>
                  <a:gd name="T89" fmla="*/ 457 h 751"/>
                  <a:gd name="T90" fmla="*/ 294 w 1274"/>
                  <a:gd name="T91" fmla="*/ 488 h 751"/>
                  <a:gd name="T92" fmla="*/ 248 w 1274"/>
                  <a:gd name="T93" fmla="*/ 499 h 751"/>
                  <a:gd name="T94" fmla="*/ 224 w 1274"/>
                  <a:gd name="T95" fmla="*/ 499 h 751"/>
                  <a:gd name="T96" fmla="*/ 263 w 1274"/>
                  <a:gd name="T97" fmla="*/ 480 h 751"/>
                  <a:gd name="T98" fmla="*/ 329 w 1274"/>
                  <a:gd name="T99" fmla="*/ 452 h 751"/>
                  <a:gd name="T100" fmla="*/ 361 w 1274"/>
                  <a:gd name="T101" fmla="*/ 430 h 751"/>
                  <a:gd name="T102" fmla="*/ 387 w 1274"/>
                  <a:gd name="T103" fmla="*/ 416 h 751"/>
                  <a:gd name="T104" fmla="*/ 382 w 1274"/>
                  <a:gd name="T105" fmla="*/ 445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74" h="751">
                    <a:moveTo>
                      <a:pt x="1248" y="108"/>
                    </a:moveTo>
                    <a:cubicBezTo>
                      <a:pt x="1213" y="108"/>
                      <a:pt x="1213" y="108"/>
                      <a:pt x="1213" y="108"/>
                    </a:cubicBezTo>
                    <a:cubicBezTo>
                      <a:pt x="1154" y="44"/>
                      <a:pt x="1154" y="44"/>
                      <a:pt x="1154" y="44"/>
                    </a:cubicBezTo>
                    <a:cubicBezTo>
                      <a:pt x="1132" y="43"/>
                      <a:pt x="1132" y="43"/>
                      <a:pt x="1132" y="43"/>
                    </a:cubicBezTo>
                    <a:cubicBezTo>
                      <a:pt x="1132" y="40"/>
                      <a:pt x="1132" y="40"/>
                      <a:pt x="1132" y="40"/>
                    </a:cubicBezTo>
                    <a:cubicBezTo>
                      <a:pt x="1062" y="57"/>
                      <a:pt x="1062" y="57"/>
                      <a:pt x="1062" y="57"/>
                    </a:cubicBezTo>
                    <a:cubicBezTo>
                      <a:pt x="998" y="0"/>
                      <a:pt x="998" y="0"/>
                      <a:pt x="998" y="0"/>
                    </a:cubicBezTo>
                    <a:cubicBezTo>
                      <a:pt x="930" y="18"/>
                      <a:pt x="930" y="18"/>
                      <a:pt x="930" y="18"/>
                    </a:cubicBezTo>
                    <a:cubicBezTo>
                      <a:pt x="890" y="1"/>
                      <a:pt x="890" y="1"/>
                      <a:pt x="890" y="1"/>
                    </a:cubicBezTo>
                    <a:cubicBezTo>
                      <a:pt x="821" y="15"/>
                      <a:pt x="821" y="15"/>
                      <a:pt x="821" y="15"/>
                    </a:cubicBezTo>
                    <a:cubicBezTo>
                      <a:pt x="795" y="89"/>
                      <a:pt x="795" y="89"/>
                      <a:pt x="795" y="89"/>
                    </a:cubicBezTo>
                    <a:cubicBezTo>
                      <a:pt x="756" y="96"/>
                      <a:pt x="756" y="96"/>
                      <a:pt x="756" y="96"/>
                    </a:cubicBezTo>
                    <a:cubicBezTo>
                      <a:pt x="724" y="122"/>
                      <a:pt x="724" y="122"/>
                      <a:pt x="724" y="122"/>
                    </a:cubicBezTo>
                    <a:cubicBezTo>
                      <a:pt x="669" y="97"/>
                      <a:pt x="669" y="97"/>
                      <a:pt x="669" y="97"/>
                    </a:cubicBezTo>
                    <a:cubicBezTo>
                      <a:pt x="640" y="109"/>
                      <a:pt x="640" y="109"/>
                      <a:pt x="640" y="109"/>
                    </a:cubicBezTo>
                    <a:cubicBezTo>
                      <a:pt x="632" y="136"/>
                      <a:pt x="632" y="136"/>
                      <a:pt x="632" y="136"/>
                    </a:cubicBezTo>
                    <a:cubicBezTo>
                      <a:pt x="527" y="149"/>
                      <a:pt x="527" y="149"/>
                      <a:pt x="527" y="149"/>
                    </a:cubicBezTo>
                    <a:cubicBezTo>
                      <a:pt x="498" y="181"/>
                      <a:pt x="498" y="181"/>
                      <a:pt x="498" y="181"/>
                    </a:cubicBezTo>
                    <a:cubicBezTo>
                      <a:pt x="521" y="211"/>
                      <a:pt x="521" y="211"/>
                      <a:pt x="521" y="211"/>
                    </a:cubicBezTo>
                    <a:cubicBezTo>
                      <a:pt x="477" y="228"/>
                      <a:pt x="477" y="228"/>
                      <a:pt x="477" y="228"/>
                    </a:cubicBezTo>
                    <a:cubicBezTo>
                      <a:pt x="316" y="230"/>
                      <a:pt x="316" y="230"/>
                      <a:pt x="316" y="230"/>
                    </a:cubicBezTo>
                    <a:cubicBezTo>
                      <a:pt x="252" y="192"/>
                      <a:pt x="252" y="192"/>
                      <a:pt x="252" y="192"/>
                    </a:cubicBezTo>
                    <a:cubicBezTo>
                      <a:pt x="227" y="167"/>
                      <a:pt x="227" y="167"/>
                      <a:pt x="227" y="167"/>
                    </a:cubicBezTo>
                    <a:cubicBezTo>
                      <a:pt x="191" y="169"/>
                      <a:pt x="191" y="169"/>
                      <a:pt x="191" y="169"/>
                    </a:cubicBezTo>
                    <a:cubicBezTo>
                      <a:pt x="191" y="170"/>
                      <a:pt x="191" y="170"/>
                      <a:pt x="191" y="170"/>
                    </a:cubicBezTo>
                    <a:cubicBezTo>
                      <a:pt x="172" y="238"/>
                      <a:pt x="172" y="238"/>
                      <a:pt x="172" y="238"/>
                    </a:cubicBezTo>
                    <a:cubicBezTo>
                      <a:pt x="135" y="243"/>
                      <a:pt x="135" y="243"/>
                      <a:pt x="135" y="243"/>
                    </a:cubicBezTo>
                    <a:cubicBezTo>
                      <a:pt x="135" y="244"/>
                      <a:pt x="136" y="245"/>
                      <a:pt x="137" y="245"/>
                    </a:cubicBezTo>
                    <a:cubicBezTo>
                      <a:pt x="137" y="249"/>
                      <a:pt x="138" y="254"/>
                      <a:pt x="134" y="254"/>
                    </a:cubicBezTo>
                    <a:cubicBezTo>
                      <a:pt x="130" y="255"/>
                      <a:pt x="126" y="253"/>
                      <a:pt x="124" y="250"/>
                    </a:cubicBezTo>
                    <a:cubicBezTo>
                      <a:pt x="122" y="247"/>
                      <a:pt x="123" y="245"/>
                      <a:pt x="118" y="244"/>
                    </a:cubicBezTo>
                    <a:cubicBezTo>
                      <a:pt x="116" y="244"/>
                      <a:pt x="112" y="245"/>
                      <a:pt x="112" y="240"/>
                    </a:cubicBezTo>
                    <a:cubicBezTo>
                      <a:pt x="112" y="239"/>
                      <a:pt x="113" y="238"/>
                      <a:pt x="113" y="237"/>
                    </a:cubicBezTo>
                    <a:cubicBezTo>
                      <a:pt x="89" y="224"/>
                      <a:pt x="89" y="224"/>
                      <a:pt x="89" y="224"/>
                    </a:cubicBezTo>
                    <a:cubicBezTo>
                      <a:pt x="59" y="244"/>
                      <a:pt x="59" y="244"/>
                      <a:pt x="59" y="244"/>
                    </a:cubicBezTo>
                    <a:cubicBezTo>
                      <a:pt x="112" y="268"/>
                      <a:pt x="112" y="268"/>
                      <a:pt x="112" y="268"/>
                    </a:cubicBezTo>
                    <a:cubicBezTo>
                      <a:pt x="96" y="309"/>
                      <a:pt x="96" y="309"/>
                      <a:pt x="96" y="309"/>
                    </a:cubicBezTo>
                    <a:cubicBezTo>
                      <a:pt x="63" y="317"/>
                      <a:pt x="63" y="317"/>
                      <a:pt x="63" y="317"/>
                    </a:cubicBezTo>
                    <a:cubicBezTo>
                      <a:pt x="53" y="369"/>
                      <a:pt x="53" y="369"/>
                      <a:pt x="53" y="369"/>
                    </a:cubicBezTo>
                    <a:cubicBezTo>
                      <a:pt x="65" y="378"/>
                      <a:pt x="65" y="378"/>
                      <a:pt x="65" y="378"/>
                    </a:cubicBezTo>
                    <a:cubicBezTo>
                      <a:pt x="61" y="425"/>
                      <a:pt x="61" y="425"/>
                      <a:pt x="61" y="425"/>
                    </a:cubicBezTo>
                    <a:cubicBezTo>
                      <a:pt x="34" y="416"/>
                      <a:pt x="34" y="416"/>
                      <a:pt x="34" y="416"/>
                    </a:cubicBezTo>
                    <a:cubicBezTo>
                      <a:pt x="0" y="453"/>
                      <a:pt x="0" y="453"/>
                      <a:pt x="0" y="453"/>
                    </a:cubicBezTo>
                    <a:cubicBezTo>
                      <a:pt x="39" y="458"/>
                      <a:pt x="39" y="458"/>
                      <a:pt x="39" y="458"/>
                    </a:cubicBezTo>
                    <a:cubicBezTo>
                      <a:pt x="37" y="494"/>
                      <a:pt x="37" y="494"/>
                      <a:pt x="37" y="494"/>
                    </a:cubicBezTo>
                    <a:cubicBezTo>
                      <a:pt x="86" y="547"/>
                      <a:pt x="86" y="547"/>
                      <a:pt x="86" y="547"/>
                    </a:cubicBezTo>
                    <a:cubicBezTo>
                      <a:pt x="86" y="549"/>
                      <a:pt x="86" y="549"/>
                      <a:pt x="86" y="549"/>
                    </a:cubicBezTo>
                    <a:cubicBezTo>
                      <a:pt x="86" y="549"/>
                      <a:pt x="86" y="550"/>
                      <a:pt x="86" y="550"/>
                    </a:cubicBezTo>
                    <a:cubicBezTo>
                      <a:pt x="86" y="550"/>
                      <a:pt x="86" y="550"/>
                      <a:pt x="86" y="550"/>
                    </a:cubicBezTo>
                    <a:cubicBezTo>
                      <a:pt x="91" y="552"/>
                      <a:pt x="113" y="564"/>
                      <a:pt x="124" y="572"/>
                    </a:cubicBezTo>
                    <a:cubicBezTo>
                      <a:pt x="136" y="582"/>
                      <a:pt x="160" y="620"/>
                      <a:pt x="160" y="620"/>
                    </a:cubicBezTo>
                    <a:cubicBezTo>
                      <a:pt x="160" y="620"/>
                      <a:pt x="189" y="656"/>
                      <a:pt x="206" y="674"/>
                    </a:cubicBezTo>
                    <a:cubicBezTo>
                      <a:pt x="223" y="691"/>
                      <a:pt x="249" y="700"/>
                      <a:pt x="249" y="700"/>
                    </a:cubicBezTo>
                    <a:cubicBezTo>
                      <a:pt x="267" y="697"/>
                      <a:pt x="267" y="697"/>
                      <a:pt x="267" y="697"/>
                    </a:cubicBezTo>
                    <a:cubicBezTo>
                      <a:pt x="282" y="700"/>
                      <a:pt x="282" y="700"/>
                      <a:pt x="282" y="700"/>
                    </a:cubicBezTo>
                    <a:cubicBezTo>
                      <a:pt x="289" y="720"/>
                      <a:pt x="289" y="720"/>
                      <a:pt x="289" y="720"/>
                    </a:cubicBezTo>
                    <a:cubicBezTo>
                      <a:pt x="323" y="728"/>
                      <a:pt x="323" y="728"/>
                      <a:pt x="323" y="728"/>
                    </a:cubicBezTo>
                    <a:cubicBezTo>
                      <a:pt x="332" y="739"/>
                      <a:pt x="332" y="739"/>
                      <a:pt x="332" y="739"/>
                    </a:cubicBezTo>
                    <a:cubicBezTo>
                      <a:pt x="343" y="735"/>
                      <a:pt x="343" y="735"/>
                      <a:pt x="343" y="735"/>
                    </a:cubicBezTo>
                    <a:cubicBezTo>
                      <a:pt x="376" y="746"/>
                      <a:pt x="376" y="746"/>
                      <a:pt x="376" y="746"/>
                    </a:cubicBezTo>
                    <a:cubicBezTo>
                      <a:pt x="404" y="740"/>
                      <a:pt x="404" y="740"/>
                      <a:pt x="404" y="740"/>
                    </a:cubicBezTo>
                    <a:cubicBezTo>
                      <a:pt x="443" y="751"/>
                      <a:pt x="443" y="751"/>
                      <a:pt x="443" y="751"/>
                    </a:cubicBezTo>
                    <a:cubicBezTo>
                      <a:pt x="485" y="709"/>
                      <a:pt x="485" y="709"/>
                      <a:pt x="485" y="709"/>
                    </a:cubicBezTo>
                    <a:cubicBezTo>
                      <a:pt x="544" y="702"/>
                      <a:pt x="544" y="702"/>
                      <a:pt x="544" y="702"/>
                    </a:cubicBezTo>
                    <a:cubicBezTo>
                      <a:pt x="545" y="701"/>
                      <a:pt x="545" y="701"/>
                      <a:pt x="545" y="701"/>
                    </a:cubicBezTo>
                    <a:cubicBezTo>
                      <a:pt x="549" y="699"/>
                      <a:pt x="549" y="699"/>
                      <a:pt x="549" y="699"/>
                    </a:cubicBezTo>
                    <a:cubicBezTo>
                      <a:pt x="570" y="681"/>
                      <a:pt x="570" y="681"/>
                      <a:pt x="570" y="681"/>
                    </a:cubicBezTo>
                    <a:cubicBezTo>
                      <a:pt x="600" y="692"/>
                      <a:pt x="600" y="692"/>
                      <a:pt x="600" y="692"/>
                    </a:cubicBezTo>
                    <a:cubicBezTo>
                      <a:pt x="669" y="640"/>
                      <a:pt x="669" y="640"/>
                      <a:pt x="669" y="640"/>
                    </a:cubicBezTo>
                    <a:cubicBezTo>
                      <a:pt x="754" y="635"/>
                      <a:pt x="754" y="635"/>
                      <a:pt x="754" y="635"/>
                    </a:cubicBezTo>
                    <a:cubicBezTo>
                      <a:pt x="806" y="650"/>
                      <a:pt x="806" y="650"/>
                      <a:pt x="806" y="650"/>
                    </a:cubicBezTo>
                    <a:cubicBezTo>
                      <a:pt x="846" y="632"/>
                      <a:pt x="846" y="632"/>
                      <a:pt x="846" y="632"/>
                    </a:cubicBezTo>
                    <a:cubicBezTo>
                      <a:pt x="872" y="640"/>
                      <a:pt x="872" y="640"/>
                      <a:pt x="872" y="640"/>
                    </a:cubicBezTo>
                    <a:cubicBezTo>
                      <a:pt x="891" y="611"/>
                      <a:pt x="891" y="611"/>
                      <a:pt x="891" y="611"/>
                    </a:cubicBezTo>
                    <a:cubicBezTo>
                      <a:pt x="947" y="609"/>
                      <a:pt x="947" y="609"/>
                      <a:pt x="947" y="609"/>
                    </a:cubicBezTo>
                    <a:cubicBezTo>
                      <a:pt x="984" y="571"/>
                      <a:pt x="984" y="571"/>
                      <a:pt x="984" y="571"/>
                    </a:cubicBezTo>
                    <a:cubicBezTo>
                      <a:pt x="977" y="541"/>
                      <a:pt x="977" y="541"/>
                      <a:pt x="977" y="541"/>
                    </a:cubicBezTo>
                    <a:cubicBezTo>
                      <a:pt x="1016" y="493"/>
                      <a:pt x="1016" y="493"/>
                      <a:pt x="1016" y="493"/>
                    </a:cubicBezTo>
                    <a:cubicBezTo>
                      <a:pt x="1036" y="484"/>
                      <a:pt x="1036" y="484"/>
                      <a:pt x="1036" y="484"/>
                    </a:cubicBezTo>
                    <a:cubicBezTo>
                      <a:pt x="1060" y="413"/>
                      <a:pt x="1060" y="413"/>
                      <a:pt x="1060" y="413"/>
                    </a:cubicBezTo>
                    <a:cubicBezTo>
                      <a:pt x="1050" y="403"/>
                      <a:pt x="1050" y="403"/>
                      <a:pt x="1050" y="403"/>
                    </a:cubicBezTo>
                    <a:cubicBezTo>
                      <a:pt x="1082" y="342"/>
                      <a:pt x="1082" y="342"/>
                      <a:pt x="1082" y="342"/>
                    </a:cubicBezTo>
                    <a:cubicBezTo>
                      <a:pt x="1123" y="302"/>
                      <a:pt x="1123" y="302"/>
                      <a:pt x="1123" y="302"/>
                    </a:cubicBezTo>
                    <a:cubicBezTo>
                      <a:pt x="1129" y="265"/>
                      <a:pt x="1129" y="265"/>
                      <a:pt x="1129" y="265"/>
                    </a:cubicBezTo>
                    <a:cubicBezTo>
                      <a:pt x="1187" y="207"/>
                      <a:pt x="1187" y="207"/>
                      <a:pt x="1187" y="207"/>
                    </a:cubicBezTo>
                    <a:cubicBezTo>
                      <a:pt x="1258" y="180"/>
                      <a:pt x="1258" y="180"/>
                      <a:pt x="1258" y="180"/>
                    </a:cubicBezTo>
                    <a:cubicBezTo>
                      <a:pt x="1274" y="142"/>
                      <a:pt x="1274" y="142"/>
                      <a:pt x="1274" y="142"/>
                    </a:cubicBezTo>
                    <a:lnTo>
                      <a:pt x="1248" y="108"/>
                    </a:lnTo>
                    <a:close/>
                    <a:moveTo>
                      <a:pt x="382" y="445"/>
                    </a:moveTo>
                    <a:cubicBezTo>
                      <a:pt x="371" y="448"/>
                      <a:pt x="359" y="451"/>
                      <a:pt x="350" y="457"/>
                    </a:cubicBezTo>
                    <a:cubicBezTo>
                      <a:pt x="339" y="464"/>
                      <a:pt x="331" y="473"/>
                      <a:pt x="320" y="478"/>
                    </a:cubicBezTo>
                    <a:cubicBezTo>
                      <a:pt x="311" y="482"/>
                      <a:pt x="303" y="485"/>
                      <a:pt x="294" y="488"/>
                    </a:cubicBezTo>
                    <a:cubicBezTo>
                      <a:pt x="286" y="490"/>
                      <a:pt x="278" y="492"/>
                      <a:pt x="270" y="494"/>
                    </a:cubicBezTo>
                    <a:cubicBezTo>
                      <a:pt x="263" y="495"/>
                      <a:pt x="255" y="495"/>
                      <a:pt x="248" y="499"/>
                    </a:cubicBezTo>
                    <a:cubicBezTo>
                      <a:pt x="243" y="501"/>
                      <a:pt x="240" y="505"/>
                      <a:pt x="235" y="506"/>
                    </a:cubicBezTo>
                    <a:cubicBezTo>
                      <a:pt x="229" y="507"/>
                      <a:pt x="223" y="506"/>
                      <a:pt x="224" y="499"/>
                    </a:cubicBezTo>
                    <a:cubicBezTo>
                      <a:pt x="224" y="495"/>
                      <a:pt x="226" y="493"/>
                      <a:pt x="230" y="491"/>
                    </a:cubicBezTo>
                    <a:cubicBezTo>
                      <a:pt x="240" y="485"/>
                      <a:pt x="252" y="483"/>
                      <a:pt x="263" y="480"/>
                    </a:cubicBezTo>
                    <a:cubicBezTo>
                      <a:pt x="274" y="476"/>
                      <a:pt x="286" y="472"/>
                      <a:pt x="297" y="469"/>
                    </a:cubicBezTo>
                    <a:cubicBezTo>
                      <a:pt x="309" y="465"/>
                      <a:pt x="319" y="459"/>
                      <a:pt x="329" y="452"/>
                    </a:cubicBezTo>
                    <a:cubicBezTo>
                      <a:pt x="335" y="448"/>
                      <a:pt x="342" y="445"/>
                      <a:pt x="347" y="441"/>
                    </a:cubicBezTo>
                    <a:cubicBezTo>
                      <a:pt x="351" y="436"/>
                      <a:pt x="355" y="433"/>
                      <a:pt x="361" y="430"/>
                    </a:cubicBezTo>
                    <a:cubicBezTo>
                      <a:pt x="364" y="426"/>
                      <a:pt x="368" y="422"/>
                      <a:pt x="372" y="419"/>
                    </a:cubicBezTo>
                    <a:cubicBezTo>
                      <a:pt x="377" y="415"/>
                      <a:pt x="382" y="414"/>
                      <a:pt x="387" y="416"/>
                    </a:cubicBezTo>
                    <a:cubicBezTo>
                      <a:pt x="393" y="419"/>
                      <a:pt x="395" y="419"/>
                      <a:pt x="397" y="426"/>
                    </a:cubicBezTo>
                    <a:cubicBezTo>
                      <a:pt x="398" y="433"/>
                      <a:pt x="389" y="443"/>
                      <a:pt x="382" y="44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83" name="Freeform 2184">
                <a:extLst>
                  <a:ext uri="{FF2B5EF4-FFF2-40B4-BE49-F238E27FC236}">
                    <a16:creationId xmlns:a16="http://schemas.microsoft.com/office/drawing/2014/main" id="{25D3C653-DFC6-4FB8-B31D-C63C234FD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3041"/>
                <a:ext cx="253" cy="156"/>
              </a:xfrm>
              <a:custGeom>
                <a:avLst/>
                <a:gdLst>
                  <a:gd name="T0" fmla="*/ 566 w 621"/>
                  <a:gd name="T1" fmla="*/ 89 h 385"/>
                  <a:gd name="T2" fmla="*/ 560 w 621"/>
                  <a:gd name="T3" fmla="*/ 136 h 385"/>
                  <a:gd name="T4" fmla="*/ 536 w 621"/>
                  <a:gd name="T5" fmla="*/ 127 h 385"/>
                  <a:gd name="T6" fmla="*/ 437 w 621"/>
                  <a:gd name="T7" fmla="*/ 178 h 385"/>
                  <a:gd name="T8" fmla="*/ 451 w 621"/>
                  <a:gd name="T9" fmla="*/ 219 h 385"/>
                  <a:gd name="T10" fmla="*/ 363 w 621"/>
                  <a:gd name="T11" fmla="*/ 285 h 385"/>
                  <a:gd name="T12" fmla="*/ 391 w 621"/>
                  <a:gd name="T13" fmla="*/ 313 h 385"/>
                  <a:gd name="T14" fmla="*/ 391 w 621"/>
                  <a:gd name="T15" fmla="*/ 371 h 385"/>
                  <a:gd name="T16" fmla="*/ 290 w 621"/>
                  <a:gd name="T17" fmla="*/ 357 h 385"/>
                  <a:gd name="T18" fmla="*/ 268 w 621"/>
                  <a:gd name="T19" fmla="*/ 367 h 385"/>
                  <a:gd name="T20" fmla="*/ 218 w 621"/>
                  <a:gd name="T21" fmla="*/ 321 h 385"/>
                  <a:gd name="T22" fmla="*/ 164 w 621"/>
                  <a:gd name="T23" fmla="*/ 354 h 385"/>
                  <a:gd name="T24" fmla="*/ 117 w 621"/>
                  <a:gd name="T25" fmla="*/ 349 h 385"/>
                  <a:gd name="T26" fmla="*/ 79 w 621"/>
                  <a:gd name="T27" fmla="*/ 376 h 385"/>
                  <a:gd name="T28" fmla="*/ 42 w 621"/>
                  <a:gd name="T29" fmla="*/ 344 h 385"/>
                  <a:gd name="T30" fmla="*/ 42 w 621"/>
                  <a:gd name="T31" fmla="*/ 337 h 385"/>
                  <a:gd name="T32" fmla="*/ 57 w 621"/>
                  <a:gd name="T33" fmla="*/ 335 h 385"/>
                  <a:gd name="T34" fmla="*/ 71 w 621"/>
                  <a:gd name="T35" fmla="*/ 338 h 385"/>
                  <a:gd name="T36" fmla="*/ 85 w 621"/>
                  <a:gd name="T37" fmla="*/ 328 h 385"/>
                  <a:gd name="T38" fmla="*/ 81 w 621"/>
                  <a:gd name="T39" fmla="*/ 273 h 385"/>
                  <a:gd name="T40" fmla="*/ 57 w 621"/>
                  <a:gd name="T41" fmla="*/ 223 h 385"/>
                  <a:gd name="T42" fmla="*/ 33 w 621"/>
                  <a:gd name="T43" fmla="*/ 199 h 385"/>
                  <a:gd name="T44" fmla="*/ 0 w 621"/>
                  <a:gd name="T45" fmla="*/ 144 h 385"/>
                  <a:gd name="T46" fmla="*/ 69 w 621"/>
                  <a:gd name="T47" fmla="*/ 92 h 385"/>
                  <a:gd name="T48" fmla="*/ 107 w 621"/>
                  <a:gd name="T49" fmla="*/ 78 h 385"/>
                  <a:gd name="T50" fmla="*/ 213 w 621"/>
                  <a:gd name="T51" fmla="*/ 102 h 385"/>
                  <a:gd name="T52" fmla="*/ 239 w 621"/>
                  <a:gd name="T53" fmla="*/ 102 h 385"/>
                  <a:gd name="T54" fmla="*/ 392 w 621"/>
                  <a:gd name="T55" fmla="*/ 53 h 385"/>
                  <a:gd name="T56" fmla="*/ 430 w 621"/>
                  <a:gd name="T57" fmla="*/ 42 h 385"/>
                  <a:gd name="T58" fmla="*/ 498 w 621"/>
                  <a:gd name="T59" fmla="*/ 38 h 385"/>
                  <a:gd name="T60" fmla="*/ 520 w 621"/>
                  <a:gd name="T61" fmla="*/ 45 h 385"/>
                  <a:gd name="T62" fmla="*/ 499 w 621"/>
                  <a:gd name="T63" fmla="*/ 24 h 385"/>
                  <a:gd name="T64" fmla="*/ 535 w 621"/>
                  <a:gd name="T65" fmla="*/ 0 h 385"/>
                  <a:gd name="T66" fmla="*/ 572 w 621"/>
                  <a:gd name="T67" fmla="*/ 41 h 385"/>
                  <a:gd name="T68" fmla="*/ 621 w 621"/>
                  <a:gd name="T69" fmla="*/ 96 h 385"/>
                  <a:gd name="T70" fmla="*/ 600 w 621"/>
                  <a:gd name="T71" fmla="*/ 107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21" h="385">
                    <a:moveTo>
                      <a:pt x="600" y="107"/>
                    </a:moveTo>
                    <a:cubicBezTo>
                      <a:pt x="566" y="89"/>
                      <a:pt x="566" y="89"/>
                      <a:pt x="566" y="89"/>
                    </a:cubicBezTo>
                    <a:cubicBezTo>
                      <a:pt x="571" y="122"/>
                      <a:pt x="571" y="122"/>
                      <a:pt x="571" y="122"/>
                    </a:cubicBezTo>
                    <a:cubicBezTo>
                      <a:pt x="560" y="136"/>
                      <a:pt x="560" y="136"/>
                      <a:pt x="560" y="136"/>
                    </a:cubicBezTo>
                    <a:cubicBezTo>
                      <a:pt x="548" y="136"/>
                      <a:pt x="548" y="136"/>
                      <a:pt x="548" y="136"/>
                    </a:cubicBezTo>
                    <a:cubicBezTo>
                      <a:pt x="536" y="127"/>
                      <a:pt x="536" y="127"/>
                      <a:pt x="536" y="127"/>
                    </a:cubicBezTo>
                    <a:cubicBezTo>
                      <a:pt x="512" y="129"/>
                      <a:pt x="512" y="129"/>
                      <a:pt x="512" y="129"/>
                    </a:cubicBezTo>
                    <a:cubicBezTo>
                      <a:pt x="437" y="178"/>
                      <a:pt x="437" y="178"/>
                      <a:pt x="437" y="178"/>
                    </a:cubicBezTo>
                    <a:cubicBezTo>
                      <a:pt x="430" y="195"/>
                      <a:pt x="430" y="195"/>
                      <a:pt x="430" y="195"/>
                    </a:cubicBezTo>
                    <a:cubicBezTo>
                      <a:pt x="451" y="219"/>
                      <a:pt x="451" y="219"/>
                      <a:pt x="451" y="219"/>
                    </a:cubicBezTo>
                    <a:cubicBezTo>
                      <a:pt x="439" y="265"/>
                      <a:pt x="439" y="265"/>
                      <a:pt x="439" y="265"/>
                    </a:cubicBezTo>
                    <a:cubicBezTo>
                      <a:pt x="363" y="285"/>
                      <a:pt x="363" y="285"/>
                      <a:pt x="363" y="285"/>
                    </a:cubicBezTo>
                    <a:cubicBezTo>
                      <a:pt x="366" y="307"/>
                      <a:pt x="366" y="307"/>
                      <a:pt x="366" y="307"/>
                    </a:cubicBezTo>
                    <a:cubicBezTo>
                      <a:pt x="391" y="313"/>
                      <a:pt x="391" y="313"/>
                      <a:pt x="391" y="313"/>
                    </a:cubicBezTo>
                    <a:cubicBezTo>
                      <a:pt x="377" y="340"/>
                      <a:pt x="377" y="340"/>
                      <a:pt x="377" y="340"/>
                    </a:cubicBezTo>
                    <a:cubicBezTo>
                      <a:pt x="391" y="371"/>
                      <a:pt x="391" y="371"/>
                      <a:pt x="391" y="371"/>
                    </a:cubicBezTo>
                    <a:cubicBezTo>
                      <a:pt x="336" y="385"/>
                      <a:pt x="336" y="385"/>
                      <a:pt x="336" y="385"/>
                    </a:cubicBezTo>
                    <a:cubicBezTo>
                      <a:pt x="290" y="357"/>
                      <a:pt x="290" y="357"/>
                      <a:pt x="290" y="357"/>
                    </a:cubicBezTo>
                    <a:cubicBezTo>
                      <a:pt x="285" y="366"/>
                      <a:pt x="285" y="366"/>
                      <a:pt x="285" y="366"/>
                    </a:cubicBezTo>
                    <a:cubicBezTo>
                      <a:pt x="268" y="367"/>
                      <a:pt x="268" y="367"/>
                      <a:pt x="268" y="367"/>
                    </a:cubicBezTo>
                    <a:cubicBezTo>
                      <a:pt x="234" y="318"/>
                      <a:pt x="234" y="318"/>
                      <a:pt x="234" y="318"/>
                    </a:cubicBezTo>
                    <a:cubicBezTo>
                      <a:pt x="218" y="321"/>
                      <a:pt x="218" y="321"/>
                      <a:pt x="218" y="321"/>
                    </a:cubicBezTo>
                    <a:cubicBezTo>
                      <a:pt x="207" y="350"/>
                      <a:pt x="207" y="350"/>
                      <a:pt x="207" y="350"/>
                    </a:cubicBezTo>
                    <a:cubicBezTo>
                      <a:pt x="164" y="354"/>
                      <a:pt x="164" y="354"/>
                      <a:pt x="164" y="354"/>
                    </a:cubicBezTo>
                    <a:cubicBezTo>
                      <a:pt x="157" y="369"/>
                      <a:pt x="157" y="369"/>
                      <a:pt x="157" y="369"/>
                    </a:cubicBezTo>
                    <a:cubicBezTo>
                      <a:pt x="117" y="349"/>
                      <a:pt x="117" y="349"/>
                      <a:pt x="117" y="349"/>
                    </a:cubicBezTo>
                    <a:cubicBezTo>
                      <a:pt x="119" y="368"/>
                      <a:pt x="119" y="368"/>
                      <a:pt x="119" y="368"/>
                    </a:cubicBezTo>
                    <a:cubicBezTo>
                      <a:pt x="79" y="376"/>
                      <a:pt x="79" y="376"/>
                      <a:pt x="79" y="376"/>
                    </a:cubicBezTo>
                    <a:cubicBezTo>
                      <a:pt x="42" y="345"/>
                      <a:pt x="42" y="345"/>
                      <a:pt x="42" y="345"/>
                    </a:cubicBezTo>
                    <a:cubicBezTo>
                      <a:pt x="42" y="345"/>
                      <a:pt x="42" y="344"/>
                      <a:pt x="42" y="344"/>
                    </a:cubicBezTo>
                    <a:cubicBezTo>
                      <a:pt x="41" y="343"/>
                      <a:pt x="41" y="341"/>
                      <a:pt x="41" y="340"/>
                    </a:cubicBezTo>
                    <a:cubicBezTo>
                      <a:pt x="41" y="339"/>
                      <a:pt x="41" y="338"/>
                      <a:pt x="42" y="337"/>
                    </a:cubicBezTo>
                    <a:cubicBezTo>
                      <a:pt x="44" y="333"/>
                      <a:pt x="49" y="334"/>
                      <a:pt x="53" y="334"/>
                    </a:cubicBezTo>
                    <a:cubicBezTo>
                      <a:pt x="54" y="335"/>
                      <a:pt x="55" y="335"/>
                      <a:pt x="57" y="335"/>
                    </a:cubicBezTo>
                    <a:cubicBezTo>
                      <a:pt x="58" y="336"/>
                      <a:pt x="59" y="336"/>
                      <a:pt x="60" y="337"/>
                    </a:cubicBezTo>
                    <a:cubicBezTo>
                      <a:pt x="64" y="337"/>
                      <a:pt x="68" y="339"/>
                      <a:pt x="71" y="338"/>
                    </a:cubicBezTo>
                    <a:cubicBezTo>
                      <a:pt x="76" y="337"/>
                      <a:pt x="73" y="327"/>
                      <a:pt x="73" y="323"/>
                    </a:cubicBezTo>
                    <a:cubicBezTo>
                      <a:pt x="85" y="328"/>
                      <a:pt x="85" y="328"/>
                      <a:pt x="85" y="328"/>
                    </a:cubicBezTo>
                    <a:cubicBezTo>
                      <a:pt x="95" y="315"/>
                      <a:pt x="95" y="315"/>
                      <a:pt x="95" y="315"/>
                    </a:cubicBezTo>
                    <a:cubicBezTo>
                      <a:pt x="81" y="273"/>
                      <a:pt x="81" y="273"/>
                      <a:pt x="81" y="273"/>
                    </a:cubicBezTo>
                    <a:cubicBezTo>
                      <a:pt x="45" y="254"/>
                      <a:pt x="45" y="254"/>
                      <a:pt x="45" y="254"/>
                    </a:cubicBezTo>
                    <a:cubicBezTo>
                      <a:pt x="57" y="223"/>
                      <a:pt x="57" y="223"/>
                      <a:pt x="57" y="223"/>
                    </a:cubicBezTo>
                    <a:cubicBezTo>
                      <a:pt x="34" y="223"/>
                      <a:pt x="34" y="223"/>
                      <a:pt x="34" y="223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54" y="171"/>
                      <a:pt x="54" y="171"/>
                      <a:pt x="54" y="171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69" y="92"/>
                      <a:pt x="69" y="92"/>
                      <a:pt x="69" y="92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107" y="78"/>
                      <a:pt x="107" y="78"/>
                      <a:pt x="107" y="78"/>
                    </a:cubicBezTo>
                    <a:cubicBezTo>
                      <a:pt x="151" y="99"/>
                      <a:pt x="151" y="99"/>
                      <a:pt x="151" y="99"/>
                    </a:cubicBezTo>
                    <a:cubicBezTo>
                      <a:pt x="213" y="102"/>
                      <a:pt x="213" y="102"/>
                      <a:pt x="213" y="102"/>
                    </a:cubicBezTo>
                    <a:cubicBezTo>
                      <a:pt x="236" y="120"/>
                      <a:pt x="236" y="120"/>
                      <a:pt x="236" y="120"/>
                    </a:cubicBezTo>
                    <a:cubicBezTo>
                      <a:pt x="239" y="102"/>
                      <a:pt x="239" y="102"/>
                      <a:pt x="239" y="102"/>
                    </a:cubicBezTo>
                    <a:cubicBezTo>
                      <a:pt x="316" y="51"/>
                      <a:pt x="316" y="51"/>
                      <a:pt x="316" y="51"/>
                    </a:cubicBezTo>
                    <a:cubicBezTo>
                      <a:pt x="392" y="53"/>
                      <a:pt x="392" y="53"/>
                      <a:pt x="392" y="53"/>
                    </a:cubicBezTo>
                    <a:cubicBezTo>
                      <a:pt x="407" y="67"/>
                      <a:pt x="407" y="67"/>
                      <a:pt x="407" y="67"/>
                    </a:cubicBezTo>
                    <a:cubicBezTo>
                      <a:pt x="430" y="42"/>
                      <a:pt x="430" y="42"/>
                      <a:pt x="430" y="42"/>
                    </a:cubicBezTo>
                    <a:cubicBezTo>
                      <a:pt x="473" y="44"/>
                      <a:pt x="473" y="44"/>
                      <a:pt x="473" y="44"/>
                    </a:cubicBezTo>
                    <a:cubicBezTo>
                      <a:pt x="498" y="38"/>
                      <a:pt x="498" y="38"/>
                      <a:pt x="498" y="38"/>
                    </a:cubicBezTo>
                    <a:cubicBezTo>
                      <a:pt x="513" y="53"/>
                      <a:pt x="513" y="53"/>
                      <a:pt x="513" y="53"/>
                    </a:cubicBezTo>
                    <a:cubicBezTo>
                      <a:pt x="520" y="45"/>
                      <a:pt x="520" y="45"/>
                      <a:pt x="520" y="45"/>
                    </a:cubicBezTo>
                    <a:cubicBezTo>
                      <a:pt x="516" y="35"/>
                      <a:pt x="516" y="35"/>
                      <a:pt x="516" y="35"/>
                    </a:cubicBezTo>
                    <a:cubicBezTo>
                      <a:pt x="499" y="24"/>
                      <a:pt x="499" y="24"/>
                      <a:pt x="499" y="24"/>
                    </a:cubicBezTo>
                    <a:cubicBezTo>
                      <a:pt x="511" y="2"/>
                      <a:pt x="511" y="2"/>
                      <a:pt x="511" y="2"/>
                    </a:cubicBezTo>
                    <a:cubicBezTo>
                      <a:pt x="535" y="0"/>
                      <a:pt x="535" y="0"/>
                      <a:pt x="535" y="0"/>
                    </a:cubicBezTo>
                    <a:cubicBezTo>
                      <a:pt x="574" y="5"/>
                      <a:pt x="574" y="5"/>
                      <a:pt x="574" y="5"/>
                    </a:cubicBezTo>
                    <a:cubicBezTo>
                      <a:pt x="572" y="41"/>
                      <a:pt x="572" y="41"/>
                      <a:pt x="572" y="41"/>
                    </a:cubicBezTo>
                    <a:cubicBezTo>
                      <a:pt x="621" y="94"/>
                      <a:pt x="621" y="94"/>
                      <a:pt x="621" y="94"/>
                    </a:cubicBezTo>
                    <a:cubicBezTo>
                      <a:pt x="621" y="96"/>
                      <a:pt x="621" y="96"/>
                      <a:pt x="621" y="96"/>
                    </a:cubicBezTo>
                    <a:cubicBezTo>
                      <a:pt x="621" y="96"/>
                      <a:pt x="621" y="97"/>
                      <a:pt x="621" y="97"/>
                    </a:cubicBezTo>
                    <a:lnTo>
                      <a:pt x="600" y="10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84" name="Freeform 2185">
                <a:extLst>
                  <a:ext uri="{FF2B5EF4-FFF2-40B4-BE49-F238E27FC236}">
                    <a16:creationId xmlns:a16="http://schemas.microsoft.com/office/drawing/2014/main" id="{F996FB23-5825-4BD2-802D-C28BA8388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3219"/>
                <a:ext cx="11" cy="11"/>
              </a:xfrm>
              <a:custGeom>
                <a:avLst/>
                <a:gdLst>
                  <a:gd name="T0" fmla="*/ 10 w 28"/>
                  <a:gd name="T1" fmla="*/ 19 h 27"/>
                  <a:gd name="T2" fmla="*/ 10 w 28"/>
                  <a:gd name="T3" fmla="*/ 18 h 27"/>
                  <a:gd name="T4" fmla="*/ 9 w 28"/>
                  <a:gd name="T5" fmla="*/ 19 h 27"/>
                  <a:gd name="T6" fmla="*/ 7 w 28"/>
                  <a:gd name="T7" fmla="*/ 21 h 27"/>
                  <a:gd name="T8" fmla="*/ 5 w 28"/>
                  <a:gd name="T9" fmla="*/ 24 h 27"/>
                  <a:gd name="T10" fmla="*/ 2 w 28"/>
                  <a:gd name="T11" fmla="*/ 25 h 27"/>
                  <a:gd name="T12" fmla="*/ 0 w 28"/>
                  <a:gd name="T13" fmla="*/ 25 h 27"/>
                  <a:gd name="T14" fmla="*/ 4 w 28"/>
                  <a:gd name="T15" fmla="*/ 17 h 27"/>
                  <a:gd name="T16" fmla="*/ 7 w 28"/>
                  <a:gd name="T17" fmla="*/ 13 h 27"/>
                  <a:gd name="T18" fmla="*/ 11 w 28"/>
                  <a:gd name="T19" fmla="*/ 10 h 27"/>
                  <a:gd name="T20" fmla="*/ 13 w 28"/>
                  <a:gd name="T21" fmla="*/ 8 h 27"/>
                  <a:gd name="T22" fmla="*/ 16 w 28"/>
                  <a:gd name="T23" fmla="*/ 5 h 27"/>
                  <a:gd name="T24" fmla="*/ 18 w 28"/>
                  <a:gd name="T25" fmla="*/ 2 h 27"/>
                  <a:gd name="T26" fmla="*/ 20 w 28"/>
                  <a:gd name="T27" fmla="*/ 1 h 27"/>
                  <a:gd name="T28" fmla="*/ 25 w 28"/>
                  <a:gd name="T29" fmla="*/ 1 h 27"/>
                  <a:gd name="T30" fmla="*/ 28 w 28"/>
                  <a:gd name="T31" fmla="*/ 4 h 27"/>
                  <a:gd name="T32" fmla="*/ 25 w 28"/>
                  <a:gd name="T33" fmla="*/ 8 h 27"/>
                  <a:gd name="T34" fmla="*/ 18 w 28"/>
                  <a:gd name="T35" fmla="*/ 7 h 27"/>
                  <a:gd name="T36" fmla="*/ 13 w 28"/>
                  <a:gd name="T37" fmla="*/ 13 h 27"/>
                  <a:gd name="T38" fmla="*/ 11 w 28"/>
                  <a:gd name="T39" fmla="*/ 16 h 27"/>
                  <a:gd name="T40" fmla="*/ 10 w 28"/>
                  <a:gd name="T41" fmla="*/ 1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7">
                    <a:moveTo>
                      <a:pt x="10" y="19"/>
                    </a:moveTo>
                    <a:cubicBezTo>
                      <a:pt x="10" y="19"/>
                      <a:pt x="10" y="18"/>
                      <a:pt x="10" y="18"/>
                    </a:cubicBezTo>
                    <a:cubicBezTo>
                      <a:pt x="10" y="19"/>
                      <a:pt x="9" y="19"/>
                      <a:pt x="9" y="19"/>
                    </a:cubicBezTo>
                    <a:cubicBezTo>
                      <a:pt x="8" y="20"/>
                      <a:pt x="8" y="21"/>
                      <a:pt x="7" y="21"/>
                    </a:cubicBezTo>
                    <a:cubicBezTo>
                      <a:pt x="6" y="22"/>
                      <a:pt x="6" y="23"/>
                      <a:pt x="5" y="24"/>
                    </a:cubicBezTo>
                    <a:cubicBezTo>
                      <a:pt x="4" y="24"/>
                      <a:pt x="3" y="25"/>
                      <a:pt x="2" y="25"/>
                    </a:cubicBezTo>
                    <a:cubicBezTo>
                      <a:pt x="1" y="26"/>
                      <a:pt x="1" y="27"/>
                      <a:pt x="0" y="25"/>
                    </a:cubicBezTo>
                    <a:cubicBezTo>
                      <a:pt x="0" y="23"/>
                      <a:pt x="3" y="19"/>
                      <a:pt x="4" y="17"/>
                    </a:cubicBezTo>
                    <a:cubicBezTo>
                      <a:pt x="5" y="16"/>
                      <a:pt x="6" y="15"/>
                      <a:pt x="7" y="13"/>
                    </a:cubicBezTo>
                    <a:cubicBezTo>
                      <a:pt x="8" y="12"/>
                      <a:pt x="10" y="11"/>
                      <a:pt x="11" y="10"/>
                    </a:cubicBezTo>
                    <a:cubicBezTo>
                      <a:pt x="12" y="9"/>
                      <a:pt x="13" y="8"/>
                      <a:pt x="13" y="8"/>
                    </a:cubicBezTo>
                    <a:cubicBezTo>
                      <a:pt x="14" y="7"/>
                      <a:pt x="15" y="6"/>
                      <a:pt x="16" y="5"/>
                    </a:cubicBezTo>
                    <a:cubicBezTo>
                      <a:pt x="17" y="4"/>
                      <a:pt x="18" y="3"/>
                      <a:pt x="18" y="2"/>
                    </a:cubicBezTo>
                    <a:cubicBezTo>
                      <a:pt x="19" y="2"/>
                      <a:pt x="19" y="1"/>
                      <a:pt x="20" y="1"/>
                    </a:cubicBezTo>
                    <a:cubicBezTo>
                      <a:pt x="21" y="0"/>
                      <a:pt x="23" y="0"/>
                      <a:pt x="25" y="1"/>
                    </a:cubicBezTo>
                    <a:cubicBezTo>
                      <a:pt x="26" y="1"/>
                      <a:pt x="28" y="2"/>
                      <a:pt x="28" y="4"/>
                    </a:cubicBezTo>
                    <a:cubicBezTo>
                      <a:pt x="28" y="6"/>
                      <a:pt x="26" y="8"/>
                      <a:pt x="25" y="8"/>
                    </a:cubicBezTo>
                    <a:cubicBezTo>
                      <a:pt x="22" y="9"/>
                      <a:pt x="21" y="6"/>
                      <a:pt x="18" y="7"/>
                    </a:cubicBezTo>
                    <a:cubicBezTo>
                      <a:pt x="16" y="9"/>
                      <a:pt x="14" y="10"/>
                      <a:pt x="13" y="13"/>
                    </a:cubicBezTo>
                    <a:cubicBezTo>
                      <a:pt x="13" y="14"/>
                      <a:pt x="12" y="15"/>
                      <a:pt x="11" y="16"/>
                    </a:cubicBezTo>
                    <a:cubicBezTo>
                      <a:pt x="11" y="17"/>
                      <a:pt x="10" y="19"/>
                      <a:pt x="10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85" name="Freeform 2186">
                <a:extLst>
                  <a:ext uri="{FF2B5EF4-FFF2-40B4-BE49-F238E27FC236}">
                    <a16:creationId xmlns:a16="http://schemas.microsoft.com/office/drawing/2014/main" id="{E823F2C9-5DB6-4520-B0BB-A891360849A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38" y="2862"/>
                <a:ext cx="760" cy="503"/>
              </a:xfrm>
              <a:custGeom>
                <a:avLst/>
                <a:gdLst>
                  <a:gd name="T0" fmla="*/ 1853 w 1868"/>
                  <a:gd name="T1" fmla="*/ 731 h 1236"/>
                  <a:gd name="T2" fmla="*/ 1712 w 1868"/>
                  <a:gd name="T3" fmla="*/ 730 h 1236"/>
                  <a:gd name="T4" fmla="*/ 1634 w 1868"/>
                  <a:gd name="T5" fmla="*/ 736 h 1236"/>
                  <a:gd name="T6" fmla="*/ 1540 w 1868"/>
                  <a:gd name="T7" fmla="*/ 657 h 1236"/>
                  <a:gd name="T8" fmla="*/ 1528 w 1868"/>
                  <a:gd name="T9" fmla="*/ 553 h 1236"/>
                  <a:gd name="T10" fmla="*/ 1529 w 1868"/>
                  <a:gd name="T11" fmla="*/ 419 h 1236"/>
                  <a:gd name="T12" fmla="*/ 1436 w 1868"/>
                  <a:gd name="T13" fmla="*/ 278 h 1236"/>
                  <a:gd name="T14" fmla="*/ 1356 w 1868"/>
                  <a:gd name="T15" fmla="*/ 187 h 1236"/>
                  <a:gd name="T16" fmla="*/ 1290 w 1868"/>
                  <a:gd name="T17" fmla="*/ 94 h 1236"/>
                  <a:gd name="T18" fmla="*/ 1202 w 1868"/>
                  <a:gd name="T19" fmla="*/ 1 h 1236"/>
                  <a:gd name="T20" fmla="*/ 863 w 1868"/>
                  <a:gd name="T21" fmla="*/ 174 h 1236"/>
                  <a:gd name="T22" fmla="*/ 530 w 1868"/>
                  <a:gd name="T23" fmla="*/ 94 h 1236"/>
                  <a:gd name="T24" fmla="*/ 276 w 1868"/>
                  <a:gd name="T25" fmla="*/ 329 h 1236"/>
                  <a:gd name="T26" fmla="*/ 141 w 1868"/>
                  <a:gd name="T27" fmla="*/ 596 h 1236"/>
                  <a:gd name="T28" fmla="*/ 39 w 1868"/>
                  <a:gd name="T29" fmla="*/ 684 h 1236"/>
                  <a:gd name="T30" fmla="*/ 152 w 1868"/>
                  <a:gd name="T31" fmla="*/ 845 h 1236"/>
                  <a:gd name="T32" fmla="*/ 243 w 1868"/>
                  <a:gd name="T33" fmla="*/ 990 h 1236"/>
                  <a:gd name="T34" fmla="*/ 372 w 1868"/>
                  <a:gd name="T35" fmla="*/ 1015 h 1236"/>
                  <a:gd name="T36" fmla="*/ 511 w 1868"/>
                  <a:gd name="T37" fmla="*/ 1020 h 1236"/>
                  <a:gd name="T38" fmla="*/ 475 w 1868"/>
                  <a:gd name="T39" fmla="*/ 1034 h 1236"/>
                  <a:gd name="T40" fmla="*/ 489 w 1868"/>
                  <a:gd name="T41" fmla="*/ 1100 h 1236"/>
                  <a:gd name="T42" fmla="*/ 545 w 1868"/>
                  <a:gd name="T43" fmla="*/ 1135 h 1236"/>
                  <a:gd name="T44" fmla="*/ 547 w 1868"/>
                  <a:gd name="T45" fmla="*/ 1174 h 1236"/>
                  <a:gd name="T46" fmla="*/ 715 w 1868"/>
                  <a:gd name="T47" fmla="*/ 1211 h 1236"/>
                  <a:gd name="T48" fmla="*/ 891 w 1868"/>
                  <a:gd name="T49" fmla="*/ 1216 h 1236"/>
                  <a:gd name="T50" fmla="*/ 1018 w 1868"/>
                  <a:gd name="T51" fmla="*/ 1215 h 1236"/>
                  <a:gd name="T52" fmla="*/ 1160 w 1868"/>
                  <a:gd name="T53" fmla="*/ 1190 h 1236"/>
                  <a:gd name="T54" fmla="*/ 1316 w 1868"/>
                  <a:gd name="T55" fmla="*/ 1096 h 1236"/>
                  <a:gd name="T56" fmla="*/ 1523 w 1868"/>
                  <a:gd name="T57" fmla="*/ 1102 h 1236"/>
                  <a:gd name="T58" fmla="*/ 1709 w 1868"/>
                  <a:gd name="T59" fmla="*/ 1118 h 1236"/>
                  <a:gd name="T60" fmla="*/ 1712 w 1868"/>
                  <a:gd name="T61" fmla="*/ 1060 h 1236"/>
                  <a:gd name="T62" fmla="*/ 1709 w 1868"/>
                  <a:gd name="T63" fmla="*/ 1018 h 1236"/>
                  <a:gd name="T64" fmla="*/ 1694 w 1868"/>
                  <a:gd name="T65" fmla="*/ 1006 h 1236"/>
                  <a:gd name="T66" fmla="*/ 1706 w 1868"/>
                  <a:gd name="T67" fmla="*/ 976 h 1236"/>
                  <a:gd name="T68" fmla="*/ 1731 w 1868"/>
                  <a:gd name="T69" fmla="*/ 934 h 1236"/>
                  <a:gd name="T70" fmla="*/ 1750 w 1868"/>
                  <a:gd name="T71" fmla="*/ 897 h 1236"/>
                  <a:gd name="T72" fmla="*/ 1738 w 1868"/>
                  <a:gd name="T73" fmla="*/ 905 h 1236"/>
                  <a:gd name="T74" fmla="*/ 1714 w 1868"/>
                  <a:gd name="T75" fmla="*/ 946 h 1236"/>
                  <a:gd name="T76" fmla="*/ 1705 w 1868"/>
                  <a:gd name="T77" fmla="*/ 930 h 1236"/>
                  <a:gd name="T78" fmla="*/ 1715 w 1868"/>
                  <a:gd name="T79" fmla="*/ 912 h 1236"/>
                  <a:gd name="T80" fmla="*/ 1713 w 1868"/>
                  <a:gd name="T81" fmla="*/ 881 h 1236"/>
                  <a:gd name="T82" fmla="*/ 1737 w 1868"/>
                  <a:gd name="T83" fmla="*/ 848 h 1236"/>
                  <a:gd name="T84" fmla="*/ 1717 w 1868"/>
                  <a:gd name="T85" fmla="*/ 821 h 1236"/>
                  <a:gd name="T86" fmla="*/ 1735 w 1868"/>
                  <a:gd name="T87" fmla="*/ 799 h 1236"/>
                  <a:gd name="T88" fmla="*/ 1749 w 1868"/>
                  <a:gd name="T89" fmla="*/ 812 h 1236"/>
                  <a:gd name="T90" fmla="*/ 1762 w 1868"/>
                  <a:gd name="T91" fmla="*/ 830 h 1236"/>
                  <a:gd name="T92" fmla="*/ 1753 w 1868"/>
                  <a:gd name="T93" fmla="*/ 858 h 1236"/>
                  <a:gd name="T94" fmla="*/ 1781 w 1868"/>
                  <a:gd name="T95" fmla="*/ 853 h 1236"/>
                  <a:gd name="T96" fmla="*/ 1843 w 1868"/>
                  <a:gd name="T97" fmla="*/ 837 h 1236"/>
                  <a:gd name="T98" fmla="*/ 1855 w 1868"/>
                  <a:gd name="T99" fmla="*/ 818 h 1236"/>
                  <a:gd name="T100" fmla="*/ 1867 w 1868"/>
                  <a:gd name="T101" fmla="*/ 792 h 1236"/>
                  <a:gd name="T102" fmla="*/ 1554 w 1868"/>
                  <a:gd name="T103" fmla="*/ 767 h 1236"/>
                  <a:gd name="T104" fmla="*/ 1571 w 1868"/>
                  <a:gd name="T105" fmla="*/ 826 h 1236"/>
                  <a:gd name="T106" fmla="*/ 1546 w 1868"/>
                  <a:gd name="T107" fmla="*/ 881 h 1236"/>
                  <a:gd name="T108" fmla="*/ 1536 w 1868"/>
                  <a:gd name="T109" fmla="*/ 863 h 1236"/>
                  <a:gd name="T110" fmla="*/ 1577 w 1868"/>
                  <a:gd name="T111" fmla="*/ 969 h 1236"/>
                  <a:gd name="T112" fmla="*/ 1516 w 1868"/>
                  <a:gd name="T113" fmla="*/ 1029 h 1236"/>
                  <a:gd name="T114" fmla="*/ 1447 w 1868"/>
                  <a:gd name="T115" fmla="*/ 1065 h 1236"/>
                  <a:gd name="T116" fmla="*/ 1498 w 1868"/>
                  <a:gd name="T117" fmla="*/ 1023 h 1236"/>
                  <a:gd name="T118" fmla="*/ 1545 w 1868"/>
                  <a:gd name="T119" fmla="*/ 974 h 1236"/>
                  <a:gd name="T120" fmla="*/ 1543 w 1868"/>
                  <a:gd name="T121" fmla="*/ 930 h 1236"/>
                  <a:gd name="T122" fmla="*/ 1562 w 1868"/>
                  <a:gd name="T123" fmla="*/ 918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68" h="1236">
                    <a:moveTo>
                      <a:pt x="1867" y="776"/>
                    </a:moveTo>
                    <a:cubicBezTo>
                      <a:pt x="1866" y="770"/>
                      <a:pt x="1867" y="763"/>
                      <a:pt x="1866" y="756"/>
                    </a:cubicBezTo>
                    <a:cubicBezTo>
                      <a:pt x="1866" y="753"/>
                      <a:pt x="1865" y="750"/>
                      <a:pt x="1864" y="747"/>
                    </a:cubicBezTo>
                    <a:cubicBezTo>
                      <a:pt x="1864" y="745"/>
                      <a:pt x="1864" y="744"/>
                      <a:pt x="1862" y="743"/>
                    </a:cubicBezTo>
                    <a:cubicBezTo>
                      <a:pt x="1860" y="742"/>
                      <a:pt x="1859" y="745"/>
                      <a:pt x="1858" y="746"/>
                    </a:cubicBezTo>
                    <a:cubicBezTo>
                      <a:pt x="1856" y="743"/>
                      <a:pt x="1856" y="741"/>
                      <a:pt x="1856" y="737"/>
                    </a:cubicBezTo>
                    <a:cubicBezTo>
                      <a:pt x="1856" y="734"/>
                      <a:pt x="1854" y="733"/>
                      <a:pt x="1853" y="731"/>
                    </a:cubicBezTo>
                    <a:cubicBezTo>
                      <a:pt x="1852" y="728"/>
                      <a:pt x="1854" y="726"/>
                      <a:pt x="1856" y="724"/>
                    </a:cubicBezTo>
                    <a:cubicBezTo>
                      <a:pt x="1855" y="698"/>
                      <a:pt x="1855" y="698"/>
                      <a:pt x="1855" y="698"/>
                    </a:cubicBezTo>
                    <a:cubicBezTo>
                      <a:pt x="1855" y="698"/>
                      <a:pt x="1833" y="674"/>
                      <a:pt x="1803" y="678"/>
                    </a:cubicBezTo>
                    <a:cubicBezTo>
                      <a:pt x="1772" y="681"/>
                      <a:pt x="1756" y="698"/>
                      <a:pt x="1743" y="713"/>
                    </a:cubicBezTo>
                    <a:cubicBezTo>
                      <a:pt x="1722" y="715"/>
                      <a:pt x="1722" y="715"/>
                      <a:pt x="1722" y="715"/>
                    </a:cubicBezTo>
                    <a:cubicBezTo>
                      <a:pt x="1722" y="730"/>
                      <a:pt x="1722" y="730"/>
                      <a:pt x="1722" y="730"/>
                    </a:cubicBezTo>
                    <a:cubicBezTo>
                      <a:pt x="1712" y="730"/>
                      <a:pt x="1712" y="730"/>
                      <a:pt x="1712" y="730"/>
                    </a:cubicBezTo>
                    <a:cubicBezTo>
                      <a:pt x="1700" y="716"/>
                      <a:pt x="1700" y="716"/>
                      <a:pt x="1700" y="716"/>
                    </a:cubicBezTo>
                    <a:cubicBezTo>
                      <a:pt x="1688" y="730"/>
                      <a:pt x="1688" y="730"/>
                      <a:pt x="1688" y="730"/>
                    </a:cubicBezTo>
                    <a:cubicBezTo>
                      <a:pt x="1696" y="735"/>
                      <a:pt x="1696" y="735"/>
                      <a:pt x="1696" y="735"/>
                    </a:cubicBezTo>
                    <a:cubicBezTo>
                      <a:pt x="1696" y="743"/>
                      <a:pt x="1696" y="743"/>
                      <a:pt x="1696" y="743"/>
                    </a:cubicBezTo>
                    <a:cubicBezTo>
                      <a:pt x="1670" y="750"/>
                      <a:pt x="1670" y="750"/>
                      <a:pt x="1670" y="750"/>
                    </a:cubicBezTo>
                    <a:cubicBezTo>
                      <a:pt x="1640" y="748"/>
                      <a:pt x="1640" y="748"/>
                      <a:pt x="1640" y="748"/>
                    </a:cubicBezTo>
                    <a:cubicBezTo>
                      <a:pt x="1634" y="736"/>
                      <a:pt x="1634" y="736"/>
                      <a:pt x="1634" y="736"/>
                    </a:cubicBezTo>
                    <a:cubicBezTo>
                      <a:pt x="1616" y="732"/>
                      <a:pt x="1616" y="732"/>
                      <a:pt x="1616" y="732"/>
                    </a:cubicBezTo>
                    <a:cubicBezTo>
                      <a:pt x="1616" y="732"/>
                      <a:pt x="1598" y="727"/>
                      <a:pt x="1594" y="716"/>
                    </a:cubicBezTo>
                    <a:cubicBezTo>
                      <a:pt x="1590" y="705"/>
                      <a:pt x="1585" y="693"/>
                      <a:pt x="1575" y="691"/>
                    </a:cubicBezTo>
                    <a:cubicBezTo>
                      <a:pt x="1574" y="691"/>
                      <a:pt x="1574" y="691"/>
                      <a:pt x="1573" y="691"/>
                    </a:cubicBezTo>
                    <a:cubicBezTo>
                      <a:pt x="1564" y="689"/>
                      <a:pt x="1562" y="688"/>
                      <a:pt x="1562" y="688"/>
                    </a:cubicBezTo>
                    <a:cubicBezTo>
                      <a:pt x="1563" y="671"/>
                      <a:pt x="1563" y="671"/>
                      <a:pt x="1563" y="671"/>
                    </a:cubicBezTo>
                    <a:cubicBezTo>
                      <a:pt x="1540" y="657"/>
                      <a:pt x="1540" y="657"/>
                      <a:pt x="1540" y="657"/>
                    </a:cubicBezTo>
                    <a:cubicBezTo>
                      <a:pt x="1540" y="657"/>
                      <a:pt x="1547" y="649"/>
                      <a:pt x="1556" y="649"/>
                    </a:cubicBezTo>
                    <a:cubicBezTo>
                      <a:pt x="1550" y="616"/>
                      <a:pt x="1550" y="616"/>
                      <a:pt x="1550" y="616"/>
                    </a:cubicBezTo>
                    <a:cubicBezTo>
                      <a:pt x="1541" y="606"/>
                      <a:pt x="1541" y="606"/>
                      <a:pt x="1541" y="606"/>
                    </a:cubicBezTo>
                    <a:cubicBezTo>
                      <a:pt x="1546" y="591"/>
                      <a:pt x="1546" y="591"/>
                      <a:pt x="1546" y="591"/>
                    </a:cubicBezTo>
                    <a:cubicBezTo>
                      <a:pt x="1535" y="580"/>
                      <a:pt x="1535" y="580"/>
                      <a:pt x="1535" y="580"/>
                    </a:cubicBezTo>
                    <a:cubicBezTo>
                      <a:pt x="1537" y="565"/>
                      <a:pt x="1537" y="565"/>
                      <a:pt x="1537" y="565"/>
                    </a:cubicBezTo>
                    <a:cubicBezTo>
                      <a:pt x="1528" y="553"/>
                      <a:pt x="1528" y="553"/>
                      <a:pt x="1528" y="553"/>
                    </a:cubicBezTo>
                    <a:cubicBezTo>
                      <a:pt x="1532" y="505"/>
                      <a:pt x="1532" y="505"/>
                      <a:pt x="1532" y="505"/>
                    </a:cubicBezTo>
                    <a:cubicBezTo>
                      <a:pt x="1522" y="495"/>
                      <a:pt x="1522" y="495"/>
                      <a:pt x="1522" y="495"/>
                    </a:cubicBezTo>
                    <a:cubicBezTo>
                      <a:pt x="1535" y="480"/>
                      <a:pt x="1535" y="480"/>
                      <a:pt x="1535" y="480"/>
                    </a:cubicBezTo>
                    <a:cubicBezTo>
                      <a:pt x="1534" y="458"/>
                      <a:pt x="1534" y="458"/>
                      <a:pt x="1534" y="458"/>
                    </a:cubicBezTo>
                    <a:cubicBezTo>
                      <a:pt x="1539" y="455"/>
                      <a:pt x="1539" y="455"/>
                      <a:pt x="1539" y="455"/>
                    </a:cubicBezTo>
                    <a:cubicBezTo>
                      <a:pt x="1540" y="427"/>
                      <a:pt x="1540" y="427"/>
                      <a:pt x="1540" y="427"/>
                    </a:cubicBezTo>
                    <a:cubicBezTo>
                      <a:pt x="1529" y="419"/>
                      <a:pt x="1529" y="419"/>
                      <a:pt x="1529" y="419"/>
                    </a:cubicBezTo>
                    <a:cubicBezTo>
                      <a:pt x="1535" y="400"/>
                      <a:pt x="1535" y="400"/>
                      <a:pt x="1535" y="400"/>
                    </a:cubicBezTo>
                    <a:cubicBezTo>
                      <a:pt x="1523" y="369"/>
                      <a:pt x="1523" y="369"/>
                      <a:pt x="1523" y="369"/>
                    </a:cubicBezTo>
                    <a:cubicBezTo>
                      <a:pt x="1498" y="335"/>
                      <a:pt x="1498" y="335"/>
                      <a:pt x="1498" y="335"/>
                    </a:cubicBezTo>
                    <a:cubicBezTo>
                      <a:pt x="1496" y="326"/>
                      <a:pt x="1496" y="326"/>
                      <a:pt x="1496" y="326"/>
                    </a:cubicBezTo>
                    <a:cubicBezTo>
                      <a:pt x="1502" y="321"/>
                      <a:pt x="1502" y="321"/>
                      <a:pt x="1502" y="321"/>
                    </a:cubicBezTo>
                    <a:cubicBezTo>
                      <a:pt x="1501" y="317"/>
                      <a:pt x="1501" y="317"/>
                      <a:pt x="1501" y="317"/>
                    </a:cubicBezTo>
                    <a:cubicBezTo>
                      <a:pt x="1501" y="317"/>
                      <a:pt x="1487" y="290"/>
                      <a:pt x="1436" y="278"/>
                    </a:cubicBezTo>
                    <a:cubicBezTo>
                      <a:pt x="1436" y="278"/>
                      <a:pt x="1437" y="262"/>
                      <a:pt x="1410" y="233"/>
                    </a:cubicBezTo>
                    <a:cubicBezTo>
                      <a:pt x="1386" y="233"/>
                      <a:pt x="1386" y="233"/>
                      <a:pt x="1386" y="233"/>
                    </a:cubicBezTo>
                    <a:cubicBezTo>
                      <a:pt x="1385" y="224"/>
                      <a:pt x="1385" y="224"/>
                      <a:pt x="1385" y="224"/>
                    </a:cubicBezTo>
                    <a:cubicBezTo>
                      <a:pt x="1368" y="214"/>
                      <a:pt x="1368" y="214"/>
                      <a:pt x="1368" y="214"/>
                    </a:cubicBezTo>
                    <a:cubicBezTo>
                      <a:pt x="1378" y="211"/>
                      <a:pt x="1378" y="211"/>
                      <a:pt x="1378" y="211"/>
                    </a:cubicBezTo>
                    <a:cubicBezTo>
                      <a:pt x="1375" y="193"/>
                      <a:pt x="1375" y="193"/>
                      <a:pt x="1375" y="193"/>
                    </a:cubicBezTo>
                    <a:cubicBezTo>
                      <a:pt x="1356" y="187"/>
                      <a:pt x="1356" y="187"/>
                      <a:pt x="1356" y="187"/>
                    </a:cubicBezTo>
                    <a:cubicBezTo>
                      <a:pt x="1351" y="182"/>
                      <a:pt x="1351" y="182"/>
                      <a:pt x="1351" y="182"/>
                    </a:cubicBezTo>
                    <a:cubicBezTo>
                      <a:pt x="1345" y="166"/>
                      <a:pt x="1345" y="166"/>
                      <a:pt x="1345" y="166"/>
                    </a:cubicBezTo>
                    <a:cubicBezTo>
                      <a:pt x="1331" y="161"/>
                      <a:pt x="1331" y="161"/>
                      <a:pt x="1331" y="161"/>
                    </a:cubicBezTo>
                    <a:cubicBezTo>
                      <a:pt x="1310" y="138"/>
                      <a:pt x="1310" y="138"/>
                      <a:pt x="1310" y="138"/>
                    </a:cubicBezTo>
                    <a:cubicBezTo>
                      <a:pt x="1315" y="127"/>
                      <a:pt x="1315" y="127"/>
                      <a:pt x="1315" y="127"/>
                    </a:cubicBezTo>
                    <a:cubicBezTo>
                      <a:pt x="1295" y="109"/>
                      <a:pt x="1295" y="109"/>
                      <a:pt x="1295" y="109"/>
                    </a:cubicBezTo>
                    <a:cubicBezTo>
                      <a:pt x="1290" y="94"/>
                      <a:pt x="1290" y="94"/>
                      <a:pt x="1290" y="94"/>
                    </a:cubicBezTo>
                    <a:cubicBezTo>
                      <a:pt x="1274" y="63"/>
                      <a:pt x="1274" y="63"/>
                      <a:pt x="1274" y="63"/>
                    </a:cubicBezTo>
                    <a:cubicBezTo>
                      <a:pt x="1251" y="46"/>
                      <a:pt x="1251" y="46"/>
                      <a:pt x="1251" y="46"/>
                    </a:cubicBezTo>
                    <a:cubicBezTo>
                      <a:pt x="1251" y="35"/>
                      <a:pt x="1251" y="35"/>
                      <a:pt x="1251" y="35"/>
                    </a:cubicBezTo>
                    <a:cubicBezTo>
                      <a:pt x="1239" y="35"/>
                      <a:pt x="1239" y="35"/>
                      <a:pt x="1239" y="35"/>
                    </a:cubicBezTo>
                    <a:cubicBezTo>
                      <a:pt x="1238" y="29"/>
                      <a:pt x="1238" y="29"/>
                      <a:pt x="1238" y="29"/>
                    </a:cubicBezTo>
                    <a:cubicBezTo>
                      <a:pt x="1234" y="20"/>
                      <a:pt x="1234" y="20"/>
                      <a:pt x="1234" y="20"/>
                    </a:cubicBezTo>
                    <a:cubicBezTo>
                      <a:pt x="1202" y="1"/>
                      <a:pt x="1202" y="1"/>
                      <a:pt x="1202" y="1"/>
                    </a:cubicBezTo>
                    <a:cubicBezTo>
                      <a:pt x="1177" y="0"/>
                      <a:pt x="1177" y="0"/>
                      <a:pt x="1177" y="0"/>
                    </a:cubicBezTo>
                    <a:cubicBezTo>
                      <a:pt x="1159" y="14"/>
                      <a:pt x="1159" y="14"/>
                      <a:pt x="1159" y="14"/>
                    </a:cubicBezTo>
                    <a:cubicBezTo>
                      <a:pt x="1116" y="26"/>
                      <a:pt x="1116" y="26"/>
                      <a:pt x="1116" y="26"/>
                    </a:cubicBezTo>
                    <a:cubicBezTo>
                      <a:pt x="1095" y="83"/>
                      <a:pt x="1095" y="83"/>
                      <a:pt x="1095" y="83"/>
                    </a:cubicBezTo>
                    <a:cubicBezTo>
                      <a:pt x="937" y="129"/>
                      <a:pt x="937" y="129"/>
                      <a:pt x="937" y="129"/>
                    </a:cubicBezTo>
                    <a:cubicBezTo>
                      <a:pt x="914" y="149"/>
                      <a:pt x="914" y="149"/>
                      <a:pt x="914" y="149"/>
                    </a:cubicBezTo>
                    <a:cubicBezTo>
                      <a:pt x="863" y="174"/>
                      <a:pt x="863" y="174"/>
                      <a:pt x="863" y="174"/>
                    </a:cubicBezTo>
                    <a:cubicBezTo>
                      <a:pt x="799" y="118"/>
                      <a:pt x="799" y="118"/>
                      <a:pt x="799" y="118"/>
                    </a:cubicBezTo>
                    <a:cubicBezTo>
                      <a:pt x="770" y="115"/>
                      <a:pt x="770" y="115"/>
                      <a:pt x="770" y="115"/>
                    </a:cubicBezTo>
                    <a:cubicBezTo>
                      <a:pt x="724" y="138"/>
                      <a:pt x="724" y="138"/>
                      <a:pt x="724" y="138"/>
                    </a:cubicBezTo>
                    <a:cubicBezTo>
                      <a:pt x="683" y="131"/>
                      <a:pt x="683" y="131"/>
                      <a:pt x="683" y="131"/>
                    </a:cubicBezTo>
                    <a:cubicBezTo>
                      <a:pt x="641" y="114"/>
                      <a:pt x="641" y="114"/>
                      <a:pt x="641" y="114"/>
                    </a:cubicBezTo>
                    <a:cubicBezTo>
                      <a:pt x="551" y="119"/>
                      <a:pt x="551" y="119"/>
                      <a:pt x="551" y="119"/>
                    </a:cubicBezTo>
                    <a:cubicBezTo>
                      <a:pt x="530" y="94"/>
                      <a:pt x="530" y="94"/>
                      <a:pt x="530" y="94"/>
                    </a:cubicBezTo>
                    <a:cubicBezTo>
                      <a:pt x="496" y="124"/>
                      <a:pt x="496" y="124"/>
                      <a:pt x="496" y="124"/>
                    </a:cubicBezTo>
                    <a:cubicBezTo>
                      <a:pt x="468" y="129"/>
                      <a:pt x="468" y="129"/>
                      <a:pt x="468" y="129"/>
                    </a:cubicBezTo>
                    <a:cubicBezTo>
                      <a:pt x="452" y="167"/>
                      <a:pt x="452" y="167"/>
                      <a:pt x="452" y="167"/>
                    </a:cubicBezTo>
                    <a:cubicBezTo>
                      <a:pt x="381" y="194"/>
                      <a:pt x="381" y="194"/>
                      <a:pt x="381" y="194"/>
                    </a:cubicBezTo>
                    <a:cubicBezTo>
                      <a:pt x="323" y="252"/>
                      <a:pt x="323" y="252"/>
                      <a:pt x="323" y="252"/>
                    </a:cubicBezTo>
                    <a:cubicBezTo>
                      <a:pt x="317" y="289"/>
                      <a:pt x="317" y="289"/>
                      <a:pt x="317" y="289"/>
                    </a:cubicBezTo>
                    <a:cubicBezTo>
                      <a:pt x="276" y="329"/>
                      <a:pt x="276" y="329"/>
                      <a:pt x="276" y="329"/>
                    </a:cubicBezTo>
                    <a:cubicBezTo>
                      <a:pt x="244" y="390"/>
                      <a:pt x="244" y="390"/>
                      <a:pt x="244" y="390"/>
                    </a:cubicBezTo>
                    <a:cubicBezTo>
                      <a:pt x="254" y="400"/>
                      <a:pt x="254" y="400"/>
                      <a:pt x="254" y="400"/>
                    </a:cubicBezTo>
                    <a:cubicBezTo>
                      <a:pt x="230" y="471"/>
                      <a:pt x="230" y="471"/>
                      <a:pt x="230" y="471"/>
                    </a:cubicBezTo>
                    <a:cubicBezTo>
                      <a:pt x="210" y="480"/>
                      <a:pt x="210" y="480"/>
                      <a:pt x="210" y="480"/>
                    </a:cubicBezTo>
                    <a:cubicBezTo>
                      <a:pt x="171" y="528"/>
                      <a:pt x="171" y="528"/>
                      <a:pt x="171" y="528"/>
                    </a:cubicBezTo>
                    <a:cubicBezTo>
                      <a:pt x="178" y="558"/>
                      <a:pt x="178" y="558"/>
                      <a:pt x="178" y="558"/>
                    </a:cubicBezTo>
                    <a:cubicBezTo>
                      <a:pt x="141" y="596"/>
                      <a:pt x="141" y="596"/>
                      <a:pt x="141" y="596"/>
                    </a:cubicBezTo>
                    <a:cubicBezTo>
                      <a:pt x="85" y="598"/>
                      <a:pt x="85" y="598"/>
                      <a:pt x="85" y="598"/>
                    </a:cubicBezTo>
                    <a:cubicBezTo>
                      <a:pt x="66" y="627"/>
                      <a:pt x="66" y="627"/>
                      <a:pt x="66" y="627"/>
                    </a:cubicBezTo>
                    <a:cubicBezTo>
                      <a:pt x="40" y="619"/>
                      <a:pt x="40" y="619"/>
                      <a:pt x="40" y="619"/>
                    </a:cubicBezTo>
                    <a:cubicBezTo>
                      <a:pt x="0" y="637"/>
                      <a:pt x="0" y="637"/>
                      <a:pt x="0" y="637"/>
                    </a:cubicBezTo>
                    <a:cubicBezTo>
                      <a:pt x="5" y="640"/>
                      <a:pt x="5" y="640"/>
                      <a:pt x="5" y="640"/>
                    </a:cubicBezTo>
                    <a:cubicBezTo>
                      <a:pt x="23" y="670"/>
                      <a:pt x="23" y="670"/>
                      <a:pt x="23" y="670"/>
                    </a:cubicBezTo>
                    <a:cubicBezTo>
                      <a:pt x="39" y="684"/>
                      <a:pt x="39" y="684"/>
                      <a:pt x="39" y="684"/>
                    </a:cubicBezTo>
                    <a:cubicBezTo>
                      <a:pt x="68" y="704"/>
                      <a:pt x="68" y="704"/>
                      <a:pt x="68" y="704"/>
                    </a:cubicBezTo>
                    <a:cubicBezTo>
                      <a:pt x="76" y="726"/>
                      <a:pt x="76" y="726"/>
                      <a:pt x="76" y="726"/>
                    </a:cubicBezTo>
                    <a:cubicBezTo>
                      <a:pt x="100" y="726"/>
                      <a:pt x="100" y="726"/>
                      <a:pt x="100" y="726"/>
                    </a:cubicBezTo>
                    <a:cubicBezTo>
                      <a:pt x="90" y="769"/>
                      <a:pt x="90" y="769"/>
                      <a:pt x="90" y="769"/>
                    </a:cubicBezTo>
                    <a:cubicBezTo>
                      <a:pt x="103" y="781"/>
                      <a:pt x="103" y="781"/>
                      <a:pt x="103" y="781"/>
                    </a:cubicBezTo>
                    <a:cubicBezTo>
                      <a:pt x="109" y="797"/>
                      <a:pt x="109" y="797"/>
                      <a:pt x="109" y="797"/>
                    </a:cubicBezTo>
                    <a:cubicBezTo>
                      <a:pt x="152" y="845"/>
                      <a:pt x="152" y="845"/>
                      <a:pt x="152" y="845"/>
                    </a:cubicBezTo>
                    <a:cubicBezTo>
                      <a:pt x="181" y="844"/>
                      <a:pt x="181" y="844"/>
                      <a:pt x="181" y="844"/>
                    </a:cubicBezTo>
                    <a:cubicBezTo>
                      <a:pt x="221" y="870"/>
                      <a:pt x="221" y="870"/>
                      <a:pt x="221" y="870"/>
                    </a:cubicBezTo>
                    <a:cubicBezTo>
                      <a:pt x="247" y="871"/>
                      <a:pt x="247" y="871"/>
                      <a:pt x="247" y="871"/>
                    </a:cubicBezTo>
                    <a:cubicBezTo>
                      <a:pt x="224" y="924"/>
                      <a:pt x="224" y="924"/>
                      <a:pt x="224" y="924"/>
                    </a:cubicBezTo>
                    <a:cubicBezTo>
                      <a:pt x="259" y="943"/>
                      <a:pt x="259" y="943"/>
                      <a:pt x="259" y="943"/>
                    </a:cubicBezTo>
                    <a:cubicBezTo>
                      <a:pt x="225" y="971"/>
                      <a:pt x="225" y="971"/>
                      <a:pt x="225" y="971"/>
                    </a:cubicBezTo>
                    <a:cubicBezTo>
                      <a:pt x="243" y="990"/>
                      <a:pt x="243" y="990"/>
                      <a:pt x="243" y="990"/>
                    </a:cubicBezTo>
                    <a:cubicBezTo>
                      <a:pt x="255" y="979"/>
                      <a:pt x="255" y="979"/>
                      <a:pt x="255" y="979"/>
                    </a:cubicBezTo>
                    <a:cubicBezTo>
                      <a:pt x="267" y="979"/>
                      <a:pt x="267" y="979"/>
                      <a:pt x="267" y="979"/>
                    </a:cubicBezTo>
                    <a:cubicBezTo>
                      <a:pt x="271" y="984"/>
                      <a:pt x="271" y="984"/>
                      <a:pt x="271" y="984"/>
                    </a:cubicBezTo>
                    <a:cubicBezTo>
                      <a:pt x="283" y="984"/>
                      <a:pt x="283" y="984"/>
                      <a:pt x="283" y="984"/>
                    </a:cubicBezTo>
                    <a:cubicBezTo>
                      <a:pt x="297" y="1007"/>
                      <a:pt x="297" y="1007"/>
                      <a:pt x="297" y="1007"/>
                    </a:cubicBezTo>
                    <a:cubicBezTo>
                      <a:pt x="330" y="1008"/>
                      <a:pt x="330" y="1008"/>
                      <a:pt x="330" y="1008"/>
                    </a:cubicBezTo>
                    <a:cubicBezTo>
                      <a:pt x="372" y="1015"/>
                      <a:pt x="372" y="1015"/>
                      <a:pt x="372" y="1015"/>
                    </a:cubicBezTo>
                    <a:cubicBezTo>
                      <a:pt x="382" y="1039"/>
                      <a:pt x="382" y="1039"/>
                      <a:pt x="382" y="1039"/>
                    </a:cubicBezTo>
                    <a:cubicBezTo>
                      <a:pt x="393" y="1049"/>
                      <a:pt x="393" y="1049"/>
                      <a:pt x="393" y="1049"/>
                    </a:cubicBezTo>
                    <a:cubicBezTo>
                      <a:pt x="429" y="1004"/>
                      <a:pt x="429" y="1004"/>
                      <a:pt x="429" y="1004"/>
                    </a:cubicBezTo>
                    <a:cubicBezTo>
                      <a:pt x="458" y="988"/>
                      <a:pt x="458" y="988"/>
                      <a:pt x="458" y="988"/>
                    </a:cubicBezTo>
                    <a:cubicBezTo>
                      <a:pt x="487" y="1013"/>
                      <a:pt x="487" y="1013"/>
                      <a:pt x="487" y="1013"/>
                    </a:cubicBezTo>
                    <a:cubicBezTo>
                      <a:pt x="500" y="1015"/>
                      <a:pt x="500" y="1015"/>
                      <a:pt x="500" y="1015"/>
                    </a:cubicBezTo>
                    <a:cubicBezTo>
                      <a:pt x="511" y="1020"/>
                      <a:pt x="511" y="1020"/>
                      <a:pt x="511" y="1020"/>
                    </a:cubicBezTo>
                    <a:cubicBezTo>
                      <a:pt x="512" y="1032"/>
                      <a:pt x="512" y="1032"/>
                      <a:pt x="512" y="1032"/>
                    </a:cubicBezTo>
                    <a:cubicBezTo>
                      <a:pt x="508" y="1033"/>
                      <a:pt x="508" y="1033"/>
                      <a:pt x="508" y="1033"/>
                    </a:cubicBezTo>
                    <a:cubicBezTo>
                      <a:pt x="505" y="1031"/>
                      <a:pt x="505" y="1031"/>
                      <a:pt x="505" y="1031"/>
                    </a:cubicBezTo>
                    <a:cubicBezTo>
                      <a:pt x="492" y="1037"/>
                      <a:pt x="492" y="1037"/>
                      <a:pt x="492" y="1037"/>
                    </a:cubicBezTo>
                    <a:cubicBezTo>
                      <a:pt x="484" y="1036"/>
                      <a:pt x="484" y="1036"/>
                      <a:pt x="484" y="1036"/>
                    </a:cubicBezTo>
                    <a:cubicBezTo>
                      <a:pt x="479" y="1033"/>
                      <a:pt x="479" y="1033"/>
                      <a:pt x="479" y="1033"/>
                    </a:cubicBezTo>
                    <a:cubicBezTo>
                      <a:pt x="475" y="1034"/>
                      <a:pt x="475" y="1034"/>
                      <a:pt x="475" y="1034"/>
                    </a:cubicBezTo>
                    <a:cubicBezTo>
                      <a:pt x="471" y="1043"/>
                      <a:pt x="471" y="1043"/>
                      <a:pt x="471" y="1043"/>
                    </a:cubicBezTo>
                    <a:cubicBezTo>
                      <a:pt x="455" y="1049"/>
                      <a:pt x="455" y="1049"/>
                      <a:pt x="455" y="1049"/>
                    </a:cubicBezTo>
                    <a:cubicBezTo>
                      <a:pt x="457" y="1054"/>
                      <a:pt x="457" y="1054"/>
                      <a:pt x="457" y="1054"/>
                    </a:cubicBezTo>
                    <a:cubicBezTo>
                      <a:pt x="461" y="1060"/>
                      <a:pt x="461" y="1060"/>
                      <a:pt x="461" y="1060"/>
                    </a:cubicBezTo>
                    <a:cubicBezTo>
                      <a:pt x="468" y="1065"/>
                      <a:pt x="468" y="1065"/>
                      <a:pt x="468" y="1065"/>
                    </a:cubicBezTo>
                    <a:cubicBezTo>
                      <a:pt x="472" y="1077"/>
                      <a:pt x="472" y="1077"/>
                      <a:pt x="472" y="1077"/>
                    </a:cubicBezTo>
                    <a:cubicBezTo>
                      <a:pt x="489" y="1100"/>
                      <a:pt x="489" y="1100"/>
                      <a:pt x="489" y="1100"/>
                    </a:cubicBezTo>
                    <a:cubicBezTo>
                      <a:pt x="511" y="1105"/>
                      <a:pt x="511" y="1105"/>
                      <a:pt x="511" y="1105"/>
                    </a:cubicBezTo>
                    <a:cubicBezTo>
                      <a:pt x="502" y="1115"/>
                      <a:pt x="502" y="1115"/>
                      <a:pt x="502" y="1115"/>
                    </a:cubicBezTo>
                    <a:cubicBezTo>
                      <a:pt x="503" y="1126"/>
                      <a:pt x="503" y="1126"/>
                      <a:pt x="503" y="1126"/>
                    </a:cubicBezTo>
                    <a:cubicBezTo>
                      <a:pt x="503" y="1126"/>
                      <a:pt x="503" y="1126"/>
                      <a:pt x="503" y="1126"/>
                    </a:cubicBezTo>
                    <a:cubicBezTo>
                      <a:pt x="531" y="1139"/>
                      <a:pt x="531" y="1139"/>
                      <a:pt x="531" y="1139"/>
                    </a:cubicBezTo>
                    <a:cubicBezTo>
                      <a:pt x="538" y="1139"/>
                      <a:pt x="538" y="1139"/>
                      <a:pt x="538" y="1139"/>
                    </a:cubicBezTo>
                    <a:cubicBezTo>
                      <a:pt x="545" y="1135"/>
                      <a:pt x="545" y="1135"/>
                      <a:pt x="545" y="1135"/>
                    </a:cubicBezTo>
                    <a:cubicBezTo>
                      <a:pt x="550" y="1135"/>
                      <a:pt x="550" y="1135"/>
                      <a:pt x="550" y="1135"/>
                    </a:cubicBezTo>
                    <a:cubicBezTo>
                      <a:pt x="561" y="1147"/>
                      <a:pt x="561" y="1147"/>
                      <a:pt x="561" y="1147"/>
                    </a:cubicBezTo>
                    <a:cubicBezTo>
                      <a:pt x="568" y="1141"/>
                      <a:pt x="568" y="1141"/>
                      <a:pt x="568" y="1141"/>
                    </a:cubicBezTo>
                    <a:cubicBezTo>
                      <a:pt x="575" y="1143"/>
                      <a:pt x="575" y="1143"/>
                      <a:pt x="575" y="1143"/>
                    </a:cubicBezTo>
                    <a:cubicBezTo>
                      <a:pt x="581" y="1145"/>
                      <a:pt x="581" y="1145"/>
                      <a:pt x="581" y="1145"/>
                    </a:cubicBezTo>
                    <a:cubicBezTo>
                      <a:pt x="581" y="1157"/>
                      <a:pt x="581" y="1157"/>
                      <a:pt x="581" y="1157"/>
                    </a:cubicBezTo>
                    <a:cubicBezTo>
                      <a:pt x="547" y="1174"/>
                      <a:pt x="547" y="1174"/>
                      <a:pt x="547" y="1174"/>
                    </a:cubicBezTo>
                    <a:cubicBezTo>
                      <a:pt x="546" y="1195"/>
                      <a:pt x="546" y="1195"/>
                      <a:pt x="546" y="1195"/>
                    </a:cubicBezTo>
                    <a:cubicBezTo>
                      <a:pt x="541" y="1204"/>
                      <a:pt x="541" y="1204"/>
                      <a:pt x="541" y="1204"/>
                    </a:cubicBezTo>
                    <a:cubicBezTo>
                      <a:pt x="567" y="1218"/>
                      <a:pt x="567" y="1218"/>
                      <a:pt x="567" y="1218"/>
                    </a:cubicBezTo>
                    <a:cubicBezTo>
                      <a:pt x="567" y="1218"/>
                      <a:pt x="632" y="1203"/>
                      <a:pt x="678" y="1204"/>
                    </a:cubicBezTo>
                    <a:cubicBezTo>
                      <a:pt x="706" y="1218"/>
                      <a:pt x="706" y="1218"/>
                      <a:pt x="706" y="1218"/>
                    </a:cubicBezTo>
                    <a:cubicBezTo>
                      <a:pt x="710" y="1217"/>
                      <a:pt x="710" y="1217"/>
                      <a:pt x="710" y="1217"/>
                    </a:cubicBezTo>
                    <a:cubicBezTo>
                      <a:pt x="715" y="1211"/>
                      <a:pt x="715" y="1211"/>
                      <a:pt x="715" y="1211"/>
                    </a:cubicBezTo>
                    <a:cubicBezTo>
                      <a:pt x="739" y="1213"/>
                      <a:pt x="739" y="1213"/>
                      <a:pt x="739" y="1213"/>
                    </a:cubicBezTo>
                    <a:cubicBezTo>
                      <a:pt x="746" y="1221"/>
                      <a:pt x="746" y="1221"/>
                      <a:pt x="746" y="1221"/>
                    </a:cubicBezTo>
                    <a:cubicBezTo>
                      <a:pt x="769" y="1224"/>
                      <a:pt x="769" y="1224"/>
                      <a:pt x="769" y="1224"/>
                    </a:cubicBezTo>
                    <a:cubicBezTo>
                      <a:pt x="811" y="1236"/>
                      <a:pt x="811" y="1236"/>
                      <a:pt x="811" y="1236"/>
                    </a:cubicBezTo>
                    <a:cubicBezTo>
                      <a:pt x="863" y="1230"/>
                      <a:pt x="863" y="1230"/>
                      <a:pt x="863" y="1230"/>
                    </a:cubicBezTo>
                    <a:cubicBezTo>
                      <a:pt x="878" y="1208"/>
                      <a:pt x="878" y="1208"/>
                      <a:pt x="878" y="1208"/>
                    </a:cubicBezTo>
                    <a:cubicBezTo>
                      <a:pt x="891" y="1216"/>
                      <a:pt x="891" y="1216"/>
                      <a:pt x="891" y="1216"/>
                    </a:cubicBezTo>
                    <a:cubicBezTo>
                      <a:pt x="898" y="1212"/>
                      <a:pt x="898" y="1212"/>
                      <a:pt x="898" y="1212"/>
                    </a:cubicBezTo>
                    <a:cubicBezTo>
                      <a:pt x="911" y="1214"/>
                      <a:pt x="911" y="1214"/>
                      <a:pt x="911" y="1214"/>
                    </a:cubicBezTo>
                    <a:cubicBezTo>
                      <a:pt x="928" y="1228"/>
                      <a:pt x="928" y="1228"/>
                      <a:pt x="928" y="1228"/>
                    </a:cubicBezTo>
                    <a:cubicBezTo>
                      <a:pt x="962" y="1212"/>
                      <a:pt x="962" y="1212"/>
                      <a:pt x="962" y="1212"/>
                    </a:cubicBezTo>
                    <a:cubicBezTo>
                      <a:pt x="980" y="1212"/>
                      <a:pt x="980" y="1212"/>
                      <a:pt x="980" y="1212"/>
                    </a:cubicBezTo>
                    <a:cubicBezTo>
                      <a:pt x="993" y="1222"/>
                      <a:pt x="993" y="1222"/>
                      <a:pt x="993" y="1222"/>
                    </a:cubicBezTo>
                    <a:cubicBezTo>
                      <a:pt x="1018" y="1215"/>
                      <a:pt x="1018" y="1215"/>
                      <a:pt x="1018" y="1215"/>
                    </a:cubicBezTo>
                    <a:cubicBezTo>
                      <a:pt x="1050" y="1228"/>
                      <a:pt x="1050" y="1228"/>
                      <a:pt x="1050" y="1228"/>
                    </a:cubicBezTo>
                    <a:cubicBezTo>
                      <a:pt x="1073" y="1233"/>
                      <a:pt x="1073" y="1233"/>
                      <a:pt x="1073" y="1233"/>
                    </a:cubicBezTo>
                    <a:cubicBezTo>
                      <a:pt x="1084" y="1225"/>
                      <a:pt x="1084" y="1225"/>
                      <a:pt x="1084" y="1225"/>
                    </a:cubicBezTo>
                    <a:cubicBezTo>
                      <a:pt x="1108" y="1218"/>
                      <a:pt x="1108" y="1218"/>
                      <a:pt x="1108" y="1218"/>
                    </a:cubicBezTo>
                    <a:cubicBezTo>
                      <a:pt x="1145" y="1207"/>
                      <a:pt x="1145" y="1207"/>
                      <a:pt x="1145" y="1207"/>
                    </a:cubicBezTo>
                    <a:cubicBezTo>
                      <a:pt x="1153" y="1191"/>
                      <a:pt x="1153" y="1191"/>
                      <a:pt x="1153" y="1191"/>
                    </a:cubicBezTo>
                    <a:cubicBezTo>
                      <a:pt x="1160" y="1190"/>
                      <a:pt x="1160" y="1190"/>
                      <a:pt x="1160" y="1190"/>
                    </a:cubicBezTo>
                    <a:cubicBezTo>
                      <a:pt x="1174" y="1172"/>
                      <a:pt x="1174" y="1172"/>
                      <a:pt x="1174" y="1172"/>
                    </a:cubicBezTo>
                    <a:cubicBezTo>
                      <a:pt x="1171" y="1158"/>
                      <a:pt x="1171" y="1158"/>
                      <a:pt x="1171" y="1158"/>
                    </a:cubicBezTo>
                    <a:cubicBezTo>
                      <a:pt x="1180" y="1143"/>
                      <a:pt x="1180" y="1143"/>
                      <a:pt x="1180" y="1143"/>
                    </a:cubicBezTo>
                    <a:cubicBezTo>
                      <a:pt x="1192" y="1143"/>
                      <a:pt x="1192" y="1143"/>
                      <a:pt x="1192" y="1143"/>
                    </a:cubicBezTo>
                    <a:cubicBezTo>
                      <a:pt x="1202" y="1128"/>
                      <a:pt x="1202" y="1128"/>
                      <a:pt x="1202" y="1128"/>
                    </a:cubicBezTo>
                    <a:cubicBezTo>
                      <a:pt x="1282" y="1096"/>
                      <a:pt x="1282" y="1096"/>
                      <a:pt x="1282" y="1096"/>
                    </a:cubicBezTo>
                    <a:cubicBezTo>
                      <a:pt x="1316" y="1096"/>
                      <a:pt x="1316" y="1096"/>
                      <a:pt x="1316" y="1096"/>
                    </a:cubicBezTo>
                    <a:cubicBezTo>
                      <a:pt x="1365" y="1068"/>
                      <a:pt x="1365" y="1068"/>
                      <a:pt x="1365" y="1068"/>
                    </a:cubicBezTo>
                    <a:cubicBezTo>
                      <a:pt x="1386" y="1060"/>
                      <a:pt x="1386" y="1060"/>
                      <a:pt x="1386" y="1060"/>
                    </a:cubicBezTo>
                    <a:cubicBezTo>
                      <a:pt x="1413" y="1059"/>
                      <a:pt x="1413" y="1059"/>
                      <a:pt x="1413" y="1059"/>
                    </a:cubicBezTo>
                    <a:cubicBezTo>
                      <a:pt x="1414" y="1065"/>
                      <a:pt x="1414" y="1065"/>
                      <a:pt x="1414" y="1065"/>
                    </a:cubicBezTo>
                    <a:cubicBezTo>
                      <a:pt x="1446" y="1083"/>
                      <a:pt x="1446" y="1083"/>
                      <a:pt x="1446" y="1083"/>
                    </a:cubicBezTo>
                    <a:cubicBezTo>
                      <a:pt x="1491" y="1081"/>
                      <a:pt x="1491" y="1081"/>
                      <a:pt x="1491" y="1081"/>
                    </a:cubicBezTo>
                    <a:cubicBezTo>
                      <a:pt x="1523" y="1102"/>
                      <a:pt x="1523" y="1102"/>
                      <a:pt x="1523" y="1102"/>
                    </a:cubicBezTo>
                    <a:cubicBezTo>
                      <a:pt x="1561" y="1097"/>
                      <a:pt x="1561" y="1097"/>
                      <a:pt x="1561" y="1097"/>
                    </a:cubicBezTo>
                    <a:cubicBezTo>
                      <a:pt x="1573" y="1126"/>
                      <a:pt x="1573" y="1126"/>
                      <a:pt x="1573" y="1126"/>
                    </a:cubicBezTo>
                    <a:cubicBezTo>
                      <a:pt x="1615" y="1144"/>
                      <a:pt x="1615" y="1144"/>
                      <a:pt x="1615" y="1144"/>
                    </a:cubicBezTo>
                    <a:cubicBezTo>
                      <a:pt x="1706" y="1144"/>
                      <a:pt x="1706" y="1144"/>
                      <a:pt x="1706" y="1144"/>
                    </a:cubicBezTo>
                    <a:cubicBezTo>
                      <a:pt x="1706" y="1143"/>
                      <a:pt x="1706" y="1142"/>
                      <a:pt x="1706" y="1141"/>
                    </a:cubicBezTo>
                    <a:cubicBezTo>
                      <a:pt x="1706" y="1135"/>
                      <a:pt x="1706" y="1129"/>
                      <a:pt x="1707" y="1124"/>
                    </a:cubicBezTo>
                    <a:cubicBezTo>
                      <a:pt x="1707" y="1122"/>
                      <a:pt x="1708" y="1120"/>
                      <a:pt x="1709" y="1118"/>
                    </a:cubicBezTo>
                    <a:cubicBezTo>
                      <a:pt x="1709" y="1117"/>
                      <a:pt x="1710" y="1116"/>
                      <a:pt x="1711" y="1114"/>
                    </a:cubicBezTo>
                    <a:cubicBezTo>
                      <a:pt x="1712" y="1106"/>
                      <a:pt x="1710" y="1098"/>
                      <a:pt x="1712" y="1090"/>
                    </a:cubicBezTo>
                    <a:cubicBezTo>
                      <a:pt x="1712" y="1086"/>
                      <a:pt x="1713" y="1082"/>
                      <a:pt x="1714" y="1079"/>
                    </a:cubicBezTo>
                    <a:cubicBezTo>
                      <a:pt x="1715" y="1077"/>
                      <a:pt x="1715" y="1075"/>
                      <a:pt x="1715" y="1074"/>
                    </a:cubicBezTo>
                    <a:cubicBezTo>
                      <a:pt x="1716" y="1072"/>
                      <a:pt x="1715" y="1069"/>
                      <a:pt x="1715" y="1067"/>
                    </a:cubicBezTo>
                    <a:cubicBezTo>
                      <a:pt x="1715" y="1066"/>
                      <a:pt x="1716" y="1063"/>
                      <a:pt x="1715" y="1062"/>
                    </a:cubicBezTo>
                    <a:cubicBezTo>
                      <a:pt x="1714" y="1061"/>
                      <a:pt x="1713" y="1061"/>
                      <a:pt x="1712" y="1060"/>
                    </a:cubicBezTo>
                    <a:cubicBezTo>
                      <a:pt x="1711" y="1058"/>
                      <a:pt x="1712" y="1056"/>
                      <a:pt x="1710" y="1054"/>
                    </a:cubicBezTo>
                    <a:cubicBezTo>
                      <a:pt x="1709" y="1054"/>
                      <a:pt x="1708" y="1054"/>
                      <a:pt x="1707" y="1053"/>
                    </a:cubicBezTo>
                    <a:cubicBezTo>
                      <a:pt x="1707" y="1053"/>
                      <a:pt x="1707" y="1051"/>
                      <a:pt x="1707" y="1051"/>
                    </a:cubicBezTo>
                    <a:cubicBezTo>
                      <a:pt x="1706" y="1049"/>
                      <a:pt x="1706" y="1046"/>
                      <a:pt x="1706" y="1044"/>
                    </a:cubicBezTo>
                    <a:cubicBezTo>
                      <a:pt x="1706" y="1042"/>
                      <a:pt x="1706" y="1041"/>
                      <a:pt x="1706" y="1039"/>
                    </a:cubicBezTo>
                    <a:cubicBezTo>
                      <a:pt x="1707" y="1034"/>
                      <a:pt x="1706" y="1029"/>
                      <a:pt x="1708" y="1024"/>
                    </a:cubicBezTo>
                    <a:cubicBezTo>
                      <a:pt x="1709" y="1022"/>
                      <a:pt x="1709" y="1020"/>
                      <a:pt x="1709" y="1018"/>
                    </a:cubicBezTo>
                    <a:cubicBezTo>
                      <a:pt x="1708" y="1016"/>
                      <a:pt x="1706" y="1016"/>
                      <a:pt x="1706" y="1015"/>
                    </a:cubicBezTo>
                    <a:cubicBezTo>
                      <a:pt x="1705" y="1013"/>
                      <a:pt x="1705" y="1011"/>
                      <a:pt x="1704" y="1009"/>
                    </a:cubicBezTo>
                    <a:cubicBezTo>
                      <a:pt x="1703" y="1007"/>
                      <a:pt x="1701" y="1005"/>
                      <a:pt x="1701" y="1002"/>
                    </a:cubicBezTo>
                    <a:cubicBezTo>
                      <a:pt x="1701" y="1001"/>
                      <a:pt x="1702" y="996"/>
                      <a:pt x="1699" y="997"/>
                    </a:cubicBezTo>
                    <a:cubicBezTo>
                      <a:pt x="1697" y="997"/>
                      <a:pt x="1698" y="1002"/>
                      <a:pt x="1698" y="1004"/>
                    </a:cubicBezTo>
                    <a:cubicBezTo>
                      <a:pt x="1698" y="1005"/>
                      <a:pt x="1698" y="1010"/>
                      <a:pt x="1696" y="1010"/>
                    </a:cubicBezTo>
                    <a:cubicBezTo>
                      <a:pt x="1695" y="1010"/>
                      <a:pt x="1695" y="1007"/>
                      <a:pt x="1694" y="1006"/>
                    </a:cubicBezTo>
                    <a:cubicBezTo>
                      <a:pt x="1694" y="1004"/>
                      <a:pt x="1694" y="1002"/>
                      <a:pt x="1692" y="1001"/>
                    </a:cubicBezTo>
                    <a:cubicBezTo>
                      <a:pt x="1691" y="999"/>
                      <a:pt x="1689" y="999"/>
                      <a:pt x="1688" y="998"/>
                    </a:cubicBezTo>
                    <a:cubicBezTo>
                      <a:pt x="1684" y="995"/>
                      <a:pt x="1691" y="994"/>
                      <a:pt x="1693" y="993"/>
                    </a:cubicBezTo>
                    <a:cubicBezTo>
                      <a:pt x="1695" y="993"/>
                      <a:pt x="1696" y="993"/>
                      <a:pt x="1698" y="992"/>
                    </a:cubicBezTo>
                    <a:cubicBezTo>
                      <a:pt x="1700" y="991"/>
                      <a:pt x="1701" y="989"/>
                      <a:pt x="1701" y="988"/>
                    </a:cubicBezTo>
                    <a:cubicBezTo>
                      <a:pt x="1702" y="985"/>
                      <a:pt x="1700" y="980"/>
                      <a:pt x="1702" y="978"/>
                    </a:cubicBezTo>
                    <a:cubicBezTo>
                      <a:pt x="1703" y="977"/>
                      <a:pt x="1705" y="976"/>
                      <a:pt x="1706" y="976"/>
                    </a:cubicBezTo>
                    <a:cubicBezTo>
                      <a:pt x="1707" y="976"/>
                      <a:pt x="1708" y="976"/>
                      <a:pt x="1709" y="974"/>
                    </a:cubicBezTo>
                    <a:cubicBezTo>
                      <a:pt x="1710" y="973"/>
                      <a:pt x="1710" y="972"/>
                      <a:pt x="1710" y="970"/>
                    </a:cubicBezTo>
                    <a:cubicBezTo>
                      <a:pt x="1711" y="968"/>
                      <a:pt x="1711" y="965"/>
                      <a:pt x="1713" y="963"/>
                    </a:cubicBezTo>
                    <a:cubicBezTo>
                      <a:pt x="1714" y="961"/>
                      <a:pt x="1714" y="958"/>
                      <a:pt x="1715" y="957"/>
                    </a:cubicBezTo>
                    <a:cubicBezTo>
                      <a:pt x="1717" y="954"/>
                      <a:pt x="1719" y="952"/>
                      <a:pt x="1720" y="949"/>
                    </a:cubicBezTo>
                    <a:cubicBezTo>
                      <a:pt x="1722" y="946"/>
                      <a:pt x="1723" y="943"/>
                      <a:pt x="1725" y="940"/>
                    </a:cubicBezTo>
                    <a:cubicBezTo>
                      <a:pt x="1726" y="938"/>
                      <a:pt x="1729" y="936"/>
                      <a:pt x="1731" y="934"/>
                    </a:cubicBezTo>
                    <a:cubicBezTo>
                      <a:pt x="1732" y="932"/>
                      <a:pt x="1732" y="930"/>
                      <a:pt x="1733" y="929"/>
                    </a:cubicBezTo>
                    <a:cubicBezTo>
                      <a:pt x="1734" y="927"/>
                      <a:pt x="1735" y="925"/>
                      <a:pt x="1736" y="924"/>
                    </a:cubicBezTo>
                    <a:cubicBezTo>
                      <a:pt x="1738" y="921"/>
                      <a:pt x="1739" y="918"/>
                      <a:pt x="1741" y="915"/>
                    </a:cubicBezTo>
                    <a:cubicBezTo>
                      <a:pt x="1742" y="912"/>
                      <a:pt x="1743" y="909"/>
                      <a:pt x="1744" y="906"/>
                    </a:cubicBezTo>
                    <a:cubicBezTo>
                      <a:pt x="1744" y="904"/>
                      <a:pt x="1745" y="903"/>
                      <a:pt x="1746" y="902"/>
                    </a:cubicBezTo>
                    <a:cubicBezTo>
                      <a:pt x="1747" y="901"/>
                      <a:pt x="1747" y="901"/>
                      <a:pt x="1748" y="900"/>
                    </a:cubicBezTo>
                    <a:cubicBezTo>
                      <a:pt x="1749" y="899"/>
                      <a:pt x="1749" y="898"/>
                      <a:pt x="1750" y="897"/>
                    </a:cubicBezTo>
                    <a:cubicBezTo>
                      <a:pt x="1751" y="894"/>
                      <a:pt x="1755" y="890"/>
                      <a:pt x="1753" y="887"/>
                    </a:cubicBezTo>
                    <a:cubicBezTo>
                      <a:pt x="1752" y="886"/>
                      <a:pt x="1751" y="886"/>
                      <a:pt x="1750" y="887"/>
                    </a:cubicBezTo>
                    <a:cubicBezTo>
                      <a:pt x="1750" y="888"/>
                      <a:pt x="1750" y="888"/>
                      <a:pt x="1749" y="889"/>
                    </a:cubicBezTo>
                    <a:cubicBezTo>
                      <a:pt x="1749" y="889"/>
                      <a:pt x="1749" y="889"/>
                      <a:pt x="1748" y="889"/>
                    </a:cubicBezTo>
                    <a:cubicBezTo>
                      <a:pt x="1746" y="890"/>
                      <a:pt x="1745" y="893"/>
                      <a:pt x="1744" y="895"/>
                    </a:cubicBezTo>
                    <a:cubicBezTo>
                      <a:pt x="1744" y="897"/>
                      <a:pt x="1742" y="899"/>
                      <a:pt x="1741" y="901"/>
                    </a:cubicBezTo>
                    <a:cubicBezTo>
                      <a:pt x="1740" y="902"/>
                      <a:pt x="1739" y="904"/>
                      <a:pt x="1738" y="905"/>
                    </a:cubicBezTo>
                    <a:cubicBezTo>
                      <a:pt x="1736" y="907"/>
                      <a:pt x="1735" y="908"/>
                      <a:pt x="1734" y="910"/>
                    </a:cubicBezTo>
                    <a:cubicBezTo>
                      <a:pt x="1733" y="912"/>
                      <a:pt x="1732" y="914"/>
                      <a:pt x="1731" y="916"/>
                    </a:cubicBezTo>
                    <a:cubicBezTo>
                      <a:pt x="1730" y="918"/>
                      <a:pt x="1728" y="919"/>
                      <a:pt x="1727" y="921"/>
                    </a:cubicBezTo>
                    <a:cubicBezTo>
                      <a:pt x="1725" y="923"/>
                      <a:pt x="1723" y="924"/>
                      <a:pt x="1722" y="926"/>
                    </a:cubicBezTo>
                    <a:cubicBezTo>
                      <a:pt x="1721" y="929"/>
                      <a:pt x="1720" y="931"/>
                      <a:pt x="1720" y="933"/>
                    </a:cubicBezTo>
                    <a:cubicBezTo>
                      <a:pt x="1719" y="936"/>
                      <a:pt x="1718" y="938"/>
                      <a:pt x="1717" y="940"/>
                    </a:cubicBezTo>
                    <a:cubicBezTo>
                      <a:pt x="1717" y="941"/>
                      <a:pt x="1716" y="947"/>
                      <a:pt x="1714" y="946"/>
                    </a:cubicBezTo>
                    <a:cubicBezTo>
                      <a:pt x="1714" y="944"/>
                      <a:pt x="1714" y="942"/>
                      <a:pt x="1715" y="940"/>
                    </a:cubicBezTo>
                    <a:cubicBezTo>
                      <a:pt x="1715" y="938"/>
                      <a:pt x="1716" y="936"/>
                      <a:pt x="1716" y="934"/>
                    </a:cubicBezTo>
                    <a:cubicBezTo>
                      <a:pt x="1717" y="931"/>
                      <a:pt x="1717" y="929"/>
                      <a:pt x="1717" y="926"/>
                    </a:cubicBezTo>
                    <a:cubicBezTo>
                      <a:pt x="1717" y="925"/>
                      <a:pt x="1717" y="921"/>
                      <a:pt x="1715" y="920"/>
                    </a:cubicBezTo>
                    <a:cubicBezTo>
                      <a:pt x="1712" y="919"/>
                      <a:pt x="1711" y="924"/>
                      <a:pt x="1710" y="926"/>
                    </a:cubicBezTo>
                    <a:cubicBezTo>
                      <a:pt x="1709" y="927"/>
                      <a:pt x="1708" y="929"/>
                      <a:pt x="1707" y="930"/>
                    </a:cubicBezTo>
                    <a:cubicBezTo>
                      <a:pt x="1706" y="931"/>
                      <a:pt x="1706" y="930"/>
                      <a:pt x="1705" y="930"/>
                    </a:cubicBezTo>
                    <a:cubicBezTo>
                      <a:pt x="1703" y="929"/>
                      <a:pt x="1701" y="928"/>
                      <a:pt x="1700" y="926"/>
                    </a:cubicBezTo>
                    <a:cubicBezTo>
                      <a:pt x="1700" y="925"/>
                      <a:pt x="1699" y="922"/>
                      <a:pt x="1699" y="921"/>
                    </a:cubicBezTo>
                    <a:cubicBezTo>
                      <a:pt x="1699" y="920"/>
                      <a:pt x="1699" y="919"/>
                      <a:pt x="1701" y="919"/>
                    </a:cubicBezTo>
                    <a:cubicBezTo>
                      <a:pt x="1702" y="918"/>
                      <a:pt x="1707" y="920"/>
                      <a:pt x="1708" y="918"/>
                    </a:cubicBezTo>
                    <a:cubicBezTo>
                      <a:pt x="1708" y="916"/>
                      <a:pt x="1707" y="915"/>
                      <a:pt x="1709" y="915"/>
                    </a:cubicBezTo>
                    <a:cubicBezTo>
                      <a:pt x="1711" y="915"/>
                      <a:pt x="1712" y="916"/>
                      <a:pt x="1713" y="915"/>
                    </a:cubicBezTo>
                    <a:cubicBezTo>
                      <a:pt x="1714" y="914"/>
                      <a:pt x="1715" y="913"/>
                      <a:pt x="1715" y="912"/>
                    </a:cubicBezTo>
                    <a:cubicBezTo>
                      <a:pt x="1715" y="911"/>
                      <a:pt x="1715" y="909"/>
                      <a:pt x="1715" y="908"/>
                    </a:cubicBezTo>
                    <a:cubicBezTo>
                      <a:pt x="1714" y="906"/>
                      <a:pt x="1713" y="906"/>
                      <a:pt x="1714" y="905"/>
                    </a:cubicBezTo>
                    <a:cubicBezTo>
                      <a:pt x="1714" y="904"/>
                      <a:pt x="1715" y="903"/>
                      <a:pt x="1716" y="903"/>
                    </a:cubicBezTo>
                    <a:cubicBezTo>
                      <a:pt x="1716" y="902"/>
                      <a:pt x="1718" y="901"/>
                      <a:pt x="1718" y="901"/>
                    </a:cubicBezTo>
                    <a:cubicBezTo>
                      <a:pt x="1718" y="900"/>
                      <a:pt x="1718" y="898"/>
                      <a:pt x="1717" y="897"/>
                    </a:cubicBezTo>
                    <a:cubicBezTo>
                      <a:pt x="1716" y="894"/>
                      <a:pt x="1710" y="893"/>
                      <a:pt x="1711" y="888"/>
                    </a:cubicBezTo>
                    <a:cubicBezTo>
                      <a:pt x="1711" y="886"/>
                      <a:pt x="1716" y="883"/>
                      <a:pt x="1713" y="881"/>
                    </a:cubicBezTo>
                    <a:cubicBezTo>
                      <a:pt x="1711" y="880"/>
                      <a:pt x="1706" y="877"/>
                      <a:pt x="1710" y="875"/>
                    </a:cubicBezTo>
                    <a:cubicBezTo>
                      <a:pt x="1713" y="873"/>
                      <a:pt x="1717" y="875"/>
                      <a:pt x="1720" y="874"/>
                    </a:cubicBezTo>
                    <a:cubicBezTo>
                      <a:pt x="1721" y="873"/>
                      <a:pt x="1722" y="871"/>
                      <a:pt x="1723" y="870"/>
                    </a:cubicBezTo>
                    <a:cubicBezTo>
                      <a:pt x="1724" y="869"/>
                      <a:pt x="1726" y="868"/>
                      <a:pt x="1727" y="867"/>
                    </a:cubicBezTo>
                    <a:cubicBezTo>
                      <a:pt x="1730" y="866"/>
                      <a:pt x="1736" y="865"/>
                      <a:pt x="1736" y="862"/>
                    </a:cubicBezTo>
                    <a:cubicBezTo>
                      <a:pt x="1736" y="858"/>
                      <a:pt x="1732" y="857"/>
                      <a:pt x="1733" y="853"/>
                    </a:cubicBezTo>
                    <a:cubicBezTo>
                      <a:pt x="1734" y="851"/>
                      <a:pt x="1735" y="849"/>
                      <a:pt x="1737" y="848"/>
                    </a:cubicBezTo>
                    <a:cubicBezTo>
                      <a:pt x="1738" y="847"/>
                      <a:pt x="1739" y="845"/>
                      <a:pt x="1739" y="844"/>
                    </a:cubicBezTo>
                    <a:cubicBezTo>
                      <a:pt x="1738" y="842"/>
                      <a:pt x="1736" y="840"/>
                      <a:pt x="1735" y="839"/>
                    </a:cubicBezTo>
                    <a:cubicBezTo>
                      <a:pt x="1732" y="838"/>
                      <a:pt x="1730" y="836"/>
                      <a:pt x="1728" y="834"/>
                    </a:cubicBezTo>
                    <a:cubicBezTo>
                      <a:pt x="1722" y="831"/>
                      <a:pt x="1715" y="830"/>
                      <a:pt x="1710" y="826"/>
                    </a:cubicBezTo>
                    <a:cubicBezTo>
                      <a:pt x="1709" y="825"/>
                      <a:pt x="1707" y="823"/>
                      <a:pt x="1707" y="820"/>
                    </a:cubicBezTo>
                    <a:cubicBezTo>
                      <a:pt x="1707" y="819"/>
                      <a:pt x="1708" y="818"/>
                      <a:pt x="1709" y="818"/>
                    </a:cubicBezTo>
                    <a:cubicBezTo>
                      <a:pt x="1712" y="818"/>
                      <a:pt x="1715" y="824"/>
                      <a:pt x="1717" y="821"/>
                    </a:cubicBezTo>
                    <a:cubicBezTo>
                      <a:pt x="1719" y="820"/>
                      <a:pt x="1719" y="817"/>
                      <a:pt x="1719" y="815"/>
                    </a:cubicBezTo>
                    <a:cubicBezTo>
                      <a:pt x="1719" y="814"/>
                      <a:pt x="1719" y="811"/>
                      <a:pt x="1720" y="810"/>
                    </a:cubicBezTo>
                    <a:cubicBezTo>
                      <a:pt x="1721" y="809"/>
                      <a:pt x="1723" y="809"/>
                      <a:pt x="1724" y="809"/>
                    </a:cubicBezTo>
                    <a:cubicBezTo>
                      <a:pt x="1726" y="807"/>
                      <a:pt x="1726" y="805"/>
                      <a:pt x="1727" y="803"/>
                    </a:cubicBezTo>
                    <a:cubicBezTo>
                      <a:pt x="1727" y="802"/>
                      <a:pt x="1727" y="799"/>
                      <a:pt x="1728" y="799"/>
                    </a:cubicBezTo>
                    <a:cubicBezTo>
                      <a:pt x="1729" y="798"/>
                      <a:pt x="1731" y="800"/>
                      <a:pt x="1731" y="800"/>
                    </a:cubicBezTo>
                    <a:cubicBezTo>
                      <a:pt x="1733" y="800"/>
                      <a:pt x="1734" y="800"/>
                      <a:pt x="1735" y="799"/>
                    </a:cubicBezTo>
                    <a:cubicBezTo>
                      <a:pt x="1735" y="798"/>
                      <a:pt x="1736" y="796"/>
                      <a:pt x="1737" y="796"/>
                    </a:cubicBezTo>
                    <a:cubicBezTo>
                      <a:pt x="1739" y="796"/>
                      <a:pt x="1740" y="798"/>
                      <a:pt x="1742" y="799"/>
                    </a:cubicBezTo>
                    <a:cubicBezTo>
                      <a:pt x="1744" y="799"/>
                      <a:pt x="1746" y="799"/>
                      <a:pt x="1749" y="798"/>
                    </a:cubicBezTo>
                    <a:cubicBezTo>
                      <a:pt x="1750" y="798"/>
                      <a:pt x="1752" y="796"/>
                      <a:pt x="1754" y="797"/>
                    </a:cubicBezTo>
                    <a:cubicBezTo>
                      <a:pt x="1756" y="798"/>
                      <a:pt x="1756" y="801"/>
                      <a:pt x="1756" y="803"/>
                    </a:cubicBezTo>
                    <a:cubicBezTo>
                      <a:pt x="1755" y="805"/>
                      <a:pt x="1755" y="808"/>
                      <a:pt x="1753" y="809"/>
                    </a:cubicBezTo>
                    <a:cubicBezTo>
                      <a:pt x="1752" y="810"/>
                      <a:pt x="1750" y="811"/>
                      <a:pt x="1749" y="812"/>
                    </a:cubicBezTo>
                    <a:cubicBezTo>
                      <a:pt x="1747" y="815"/>
                      <a:pt x="1748" y="820"/>
                      <a:pt x="1749" y="822"/>
                    </a:cubicBezTo>
                    <a:cubicBezTo>
                      <a:pt x="1750" y="824"/>
                      <a:pt x="1751" y="825"/>
                      <a:pt x="1751" y="826"/>
                    </a:cubicBezTo>
                    <a:cubicBezTo>
                      <a:pt x="1752" y="828"/>
                      <a:pt x="1752" y="831"/>
                      <a:pt x="1753" y="833"/>
                    </a:cubicBezTo>
                    <a:cubicBezTo>
                      <a:pt x="1753" y="834"/>
                      <a:pt x="1754" y="835"/>
                      <a:pt x="1755" y="836"/>
                    </a:cubicBezTo>
                    <a:cubicBezTo>
                      <a:pt x="1755" y="839"/>
                      <a:pt x="1755" y="843"/>
                      <a:pt x="1759" y="843"/>
                    </a:cubicBezTo>
                    <a:cubicBezTo>
                      <a:pt x="1762" y="843"/>
                      <a:pt x="1768" y="840"/>
                      <a:pt x="1766" y="837"/>
                    </a:cubicBezTo>
                    <a:cubicBezTo>
                      <a:pt x="1765" y="835"/>
                      <a:pt x="1759" y="832"/>
                      <a:pt x="1762" y="830"/>
                    </a:cubicBezTo>
                    <a:cubicBezTo>
                      <a:pt x="1764" y="828"/>
                      <a:pt x="1769" y="829"/>
                      <a:pt x="1770" y="831"/>
                    </a:cubicBezTo>
                    <a:cubicBezTo>
                      <a:pt x="1771" y="832"/>
                      <a:pt x="1771" y="833"/>
                      <a:pt x="1772" y="834"/>
                    </a:cubicBezTo>
                    <a:cubicBezTo>
                      <a:pt x="1772" y="834"/>
                      <a:pt x="1773" y="835"/>
                      <a:pt x="1774" y="836"/>
                    </a:cubicBezTo>
                    <a:cubicBezTo>
                      <a:pt x="1776" y="838"/>
                      <a:pt x="1776" y="842"/>
                      <a:pt x="1774" y="844"/>
                    </a:cubicBezTo>
                    <a:cubicBezTo>
                      <a:pt x="1771" y="846"/>
                      <a:pt x="1768" y="846"/>
                      <a:pt x="1765" y="848"/>
                    </a:cubicBezTo>
                    <a:cubicBezTo>
                      <a:pt x="1763" y="850"/>
                      <a:pt x="1762" y="852"/>
                      <a:pt x="1760" y="854"/>
                    </a:cubicBezTo>
                    <a:cubicBezTo>
                      <a:pt x="1758" y="856"/>
                      <a:pt x="1755" y="856"/>
                      <a:pt x="1753" y="858"/>
                    </a:cubicBezTo>
                    <a:cubicBezTo>
                      <a:pt x="1751" y="860"/>
                      <a:pt x="1749" y="862"/>
                      <a:pt x="1748" y="864"/>
                    </a:cubicBezTo>
                    <a:cubicBezTo>
                      <a:pt x="1747" y="866"/>
                      <a:pt x="1748" y="867"/>
                      <a:pt x="1750" y="869"/>
                    </a:cubicBezTo>
                    <a:cubicBezTo>
                      <a:pt x="1751" y="872"/>
                      <a:pt x="1751" y="874"/>
                      <a:pt x="1752" y="877"/>
                    </a:cubicBezTo>
                    <a:cubicBezTo>
                      <a:pt x="1752" y="881"/>
                      <a:pt x="1756" y="876"/>
                      <a:pt x="1757" y="875"/>
                    </a:cubicBezTo>
                    <a:cubicBezTo>
                      <a:pt x="1760" y="871"/>
                      <a:pt x="1763" y="867"/>
                      <a:pt x="1766" y="863"/>
                    </a:cubicBezTo>
                    <a:cubicBezTo>
                      <a:pt x="1768" y="861"/>
                      <a:pt x="1771" y="859"/>
                      <a:pt x="1773" y="857"/>
                    </a:cubicBezTo>
                    <a:cubicBezTo>
                      <a:pt x="1776" y="855"/>
                      <a:pt x="1779" y="854"/>
                      <a:pt x="1781" y="853"/>
                    </a:cubicBezTo>
                    <a:cubicBezTo>
                      <a:pt x="1784" y="852"/>
                      <a:pt x="1787" y="850"/>
                      <a:pt x="1790" y="848"/>
                    </a:cubicBezTo>
                    <a:cubicBezTo>
                      <a:pt x="1792" y="846"/>
                      <a:pt x="1794" y="845"/>
                      <a:pt x="1796" y="844"/>
                    </a:cubicBezTo>
                    <a:cubicBezTo>
                      <a:pt x="1799" y="843"/>
                      <a:pt x="1802" y="842"/>
                      <a:pt x="1806" y="841"/>
                    </a:cubicBezTo>
                    <a:cubicBezTo>
                      <a:pt x="1808" y="841"/>
                      <a:pt x="1811" y="840"/>
                      <a:pt x="1814" y="839"/>
                    </a:cubicBezTo>
                    <a:cubicBezTo>
                      <a:pt x="1816" y="839"/>
                      <a:pt x="1818" y="838"/>
                      <a:pt x="1820" y="838"/>
                    </a:cubicBezTo>
                    <a:cubicBezTo>
                      <a:pt x="1825" y="839"/>
                      <a:pt x="1830" y="837"/>
                      <a:pt x="1835" y="837"/>
                    </a:cubicBezTo>
                    <a:cubicBezTo>
                      <a:pt x="1838" y="837"/>
                      <a:pt x="1840" y="838"/>
                      <a:pt x="1843" y="837"/>
                    </a:cubicBezTo>
                    <a:cubicBezTo>
                      <a:pt x="1846" y="837"/>
                      <a:pt x="1848" y="837"/>
                      <a:pt x="1849" y="835"/>
                    </a:cubicBezTo>
                    <a:cubicBezTo>
                      <a:pt x="1851" y="833"/>
                      <a:pt x="1852" y="831"/>
                      <a:pt x="1853" y="829"/>
                    </a:cubicBezTo>
                    <a:cubicBezTo>
                      <a:pt x="1853" y="828"/>
                      <a:pt x="1854" y="827"/>
                      <a:pt x="1854" y="826"/>
                    </a:cubicBezTo>
                    <a:cubicBezTo>
                      <a:pt x="1854" y="825"/>
                      <a:pt x="1854" y="824"/>
                      <a:pt x="1854" y="824"/>
                    </a:cubicBezTo>
                    <a:cubicBezTo>
                      <a:pt x="1854" y="823"/>
                      <a:pt x="1854" y="823"/>
                      <a:pt x="1855" y="823"/>
                    </a:cubicBezTo>
                    <a:cubicBezTo>
                      <a:pt x="1855" y="822"/>
                      <a:pt x="1854" y="821"/>
                      <a:pt x="1854" y="820"/>
                    </a:cubicBezTo>
                    <a:cubicBezTo>
                      <a:pt x="1855" y="819"/>
                      <a:pt x="1855" y="819"/>
                      <a:pt x="1855" y="818"/>
                    </a:cubicBezTo>
                    <a:cubicBezTo>
                      <a:pt x="1856" y="816"/>
                      <a:pt x="1854" y="815"/>
                      <a:pt x="1854" y="813"/>
                    </a:cubicBezTo>
                    <a:cubicBezTo>
                      <a:pt x="1854" y="811"/>
                      <a:pt x="1856" y="810"/>
                      <a:pt x="1856" y="808"/>
                    </a:cubicBezTo>
                    <a:cubicBezTo>
                      <a:pt x="1858" y="808"/>
                      <a:pt x="1859" y="810"/>
                      <a:pt x="1861" y="809"/>
                    </a:cubicBezTo>
                    <a:cubicBezTo>
                      <a:pt x="1863" y="808"/>
                      <a:pt x="1864" y="806"/>
                      <a:pt x="1864" y="804"/>
                    </a:cubicBezTo>
                    <a:cubicBezTo>
                      <a:pt x="1864" y="802"/>
                      <a:pt x="1865" y="800"/>
                      <a:pt x="1866" y="797"/>
                    </a:cubicBezTo>
                    <a:cubicBezTo>
                      <a:pt x="1866" y="796"/>
                      <a:pt x="1866" y="795"/>
                      <a:pt x="1866" y="794"/>
                    </a:cubicBezTo>
                    <a:cubicBezTo>
                      <a:pt x="1866" y="793"/>
                      <a:pt x="1867" y="792"/>
                      <a:pt x="1867" y="792"/>
                    </a:cubicBezTo>
                    <a:cubicBezTo>
                      <a:pt x="1868" y="787"/>
                      <a:pt x="1867" y="781"/>
                      <a:pt x="1867" y="776"/>
                    </a:cubicBezTo>
                    <a:close/>
                    <a:moveTo>
                      <a:pt x="1528" y="812"/>
                    </a:moveTo>
                    <a:cubicBezTo>
                      <a:pt x="1530" y="808"/>
                      <a:pt x="1531" y="805"/>
                      <a:pt x="1531" y="801"/>
                    </a:cubicBezTo>
                    <a:cubicBezTo>
                      <a:pt x="1531" y="797"/>
                      <a:pt x="1530" y="794"/>
                      <a:pt x="1529" y="790"/>
                    </a:cubicBezTo>
                    <a:cubicBezTo>
                      <a:pt x="1528" y="782"/>
                      <a:pt x="1533" y="780"/>
                      <a:pt x="1537" y="774"/>
                    </a:cubicBezTo>
                    <a:cubicBezTo>
                      <a:pt x="1539" y="772"/>
                      <a:pt x="1540" y="769"/>
                      <a:pt x="1543" y="768"/>
                    </a:cubicBezTo>
                    <a:cubicBezTo>
                      <a:pt x="1546" y="766"/>
                      <a:pt x="1551" y="764"/>
                      <a:pt x="1554" y="767"/>
                    </a:cubicBezTo>
                    <a:cubicBezTo>
                      <a:pt x="1558" y="769"/>
                      <a:pt x="1555" y="774"/>
                      <a:pt x="1555" y="778"/>
                    </a:cubicBezTo>
                    <a:cubicBezTo>
                      <a:pt x="1554" y="782"/>
                      <a:pt x="1558" y="784"/>
                      <a:pt x="1562" y="785"/>
                    </a:cubicBezTo>
                    <a:cubicBezTo>
                      <a:pt x="1566" y="787"/>
                      <a:pt x="1567" y="788"/>
                      <a:pt x="1566" y="792"/>
                    </a:cubicBezTo>
                    <a:cubicBezTo>
                      <a:pt x="1565" y="795"/>
                      <a:pt x="1566" y="797"/>
                      <a:pt x="1568" y="801"/>
                    </a:cubicBezTo>
                    <a:cubicBezTo>
                      <a:pt x="1570" y="804"/>
                      <a:pt x="1570" y="807"/>
                      <a:pt x="1568" y="811"/>
                    </a:cubicBezTo>
                    <a:cubicBezTo>
                      <a:pt x="1567" y="814"/>
                      <a:pt x="1567" y="816"/>
                      <a:pt x="1569" y="818"/>
                    </a:cubicBezTo>
                    <a:cubicBezTo>
                      <a:pt x="1572" y="821"/>
                      <a:pt x="1572" y="823"/>
                      <a:pt x="1571" y="826"/>
                    </a:cubicBezTo>
                    <a:cubicBezTo>
                      <a:pt x="1569" y="830"/>
                      <a:pt x="1570" y="831"/>
                      <a:pt x="1572" y="834"/>
                    </a:cubicBezTo>
                    <a:cubicBezTo>
                      <a:pt x="1574" y="838"/>
                      <a:pt x="1576" y="842"/>
                      <a:pt x="1574" y="845"/>
                    </a:cubicBezTo>
                    <a:cubicBezTo>
                      <a:pt x="1572" y="848"/>
                      <a:pt x="1569" y="849"/>
                      <a:pt x="1569" y="852"/>
                    </a:cubicBezTo>
                    <a:cubicBezTo>
                      <a:pt x="1568" y="856"/>
                      <a:pt x="1570" y="860"/>
                      <a:pt x="1569" y="864"/>
                    </a:cubicBezTo>
                    <a:cubicBezTo>
                      <a:pt x="1568" y="866"/>
                      <a:pt x="1564" y="867"/>
                      <a:pt x="1563" y="868"/>
                    </a:cubicBezTo>
                    <a:cubicBezTo>
                      <a:pt x="1560" y="872"/>
                      <a:pt x="1560" y="878"/>
                      <a:pt x="1556" y="880"/>
                    </a:cubicBezTo>
                    <a:cubicBezTo>
                      <a:pt x="1553" y="882"/>
                      <a:pt x="1549" y="881"/>
                      <a:pt x="1546" y="881"/>
                    </a:cubicBezTo>
                    <a:cubicBezTo>
                      <a:pt x="1543" y="881"/>
                      <a:pt x="1540" y="880"/>
                      <a:pt x="1538" y="878"/>
                    </a:cubicBezTo>
                    <a:cubicBezTo>
                      <a:pt x="1537" y="877"/>
                      <a:pt x="1537" y="876"/>
                      <a:pt x="1536" y="874"/>
                    </a:cubicBezTo>
                    <a:cubicBezTo>
                      <a:pt x="1536" y="873"/>
                      <a:pt x="1536" y="873"/>
                      <a:pt x="1536" y="872"/>
                    </a:cubicBezTo>
                    <a:cubicBezTo>
                      <a:pt x="1536" y="871"/>
                      <a:pt x="1537" y="871"/>
                      <a:pt x="1537" y="870"/>
                    </a:cubicBezTo>
                    <a:cubicBezTo>
                      <a:pt x="1535" y="870"/>
                      <a:pt x="1533" y="869"/>
                      <a:pt x="1534" y="867"/>
                    </a:cubicBezTo>
                    <a:cubicBezTo>
                      <a:pt x="1534" y="867"/>
                      <a:pt x="1535" y="866"/>
                      <a:pt x="1536" y="866"/>
                    </a:cubicBezTo>
                    <a:cubicBezTo>
                      <a:pt x="1536" y="865"/>
                      <a:pt x="1536" y="864"/>
                      <a:pt x="1536" y="863"/>
                    </a:cubicBezTo>
                    <a:cubicBezTo>
                      <a:pt x="1536" y="860"/>
                      <a:pt x="1537" y="855"/>
                      <a:pt x="1533" y="854"/>
                    </a:cubicBezTo>
                    <a:cubicBezTo>
                      <a:pt x="1530" y="852"/>
                      <a:pt x="1530" y="853"/>
                      <a:pt x="1530" y="849"/>
                    </a:cubicBezTo>
                    <a:cubicBezTo>
                      <a:pt x="1530" y="846"/>
                      <a:pt x="1529" y="842"/>
                      <a:pt x="1530" y="839"/>
                    </a:cubicBezTo>
                    <a:cubicBezTo>
                      <a:pt x="1532" y="837"/>
                      <a:pt x="1531" y="833"/>
                      <a:pt x="1531" y="831"/>
                    </a:cubicBezTo>
                    <a:cubicBezTo>
                      <a:pt x="1530" y="824"/>
                      <a:pt x="1524" y="818"/>
                      <a:pt x="1528" y="812"/>
                    </a:cubicBezTo>
                    <a:close/>
                    <a:moveTo>
                      <a:pt x="1584" y="956"/>
                    </a:moveTo>
                    <a:cubicBezTo>
                      <a:pt x="1584" y="960"/>
                      <a:pt x="1580" y="965"/>
                      <a:pt x="1577" y="969"/>
                    </a:cubicBezTo>
                    <a:cubicBezTo>
                      <a:pt x="1574" y="973"/>
                      <a:pt x="1571" y="976"/>
                      <a:pt x="1570" y="981"/>
                    </a:cubicBezTo>
                    <a:cubicBezTo>
                      <a:pt x="1569" y="987"/>
                      <a:pt x="1568" y="992"/>
                      <a:pt x="1564" y="996"/>
                    </a:cubicBezTo>
                    <a:cubicBezTo>
                      <a:pt x="1560" y="1000"/>
                      <a:pt x="1557" y="1007"/>
                      <a:pt x="1552" y="1010"/>
                    </a:cubicBezTo>
                    <a:cubicBezTo>
                      <a:pt x="1549" y="1011"/>
                      <a:pt x="1546" y="1012"/>
                      <a:pt x="1544" y="1013"/>
                    </a:cubicBezTo>
                    <a:cubicBezTo>
                      <a:pt x="1541" y="1014"/>
                      <a:pt x="1538" y="1016"/>
                      <a:pt x="1535" y="1017"/>
                    </a:cubicBezTo>
                    <a:cubicBezTo>
                      <a:pt x="1531" y="1019"/>
                      <a:pt x="1528" y="1021"/>
                      <a:pt x="1525" y="1023"/>
                    </a:cubicBezTo>
                    <a:cubicBezTo>
                      <a:pt x="1522" y="1025"/>
                      <a:pt x="1519" y="1027"/>
                      <a:pt x="1516" y="1029"/>
                    </a:cubicBezTo>
                    <a:cubicBezTo>
                      <a:pt x="1510" y="1031"/>
                      <a:pt x="1503" y="1027"/>
                      <a:pt x="1497" y="1030"/>
                    </a:cubicBezTo>
                    <a:cubicBezTo>
                      <a:pt x="1495" y="1031"/>
                      <a:pt x="1493" y="1033"/>
                      <a:pt x="1491" y="1035"/>
                    </a:cubicBezTo>
                    <a:cubicBezTo>
                      <a:pt x="1489" y="1037"/>
                      <a:pt x="1486" y="1039"/>
                      <a:pt x="1485" y="1041"/>
                    </a:cubicBezTo>
                    <a:cubicBezTo>
                      <a:pt x="1481" y="1046"/>
                      <a:pt x="1478" y="1050"/>
                      <a:pt x="1474" y="1054"/>
                    </a:cubicBezTo>
                    <a:cubicBezTo>
                      <a:pt x="1471" y="1056"/>
                      <a:pt x="1467" y="1059"/>
                      <a:pt x="1464" y="1061"/>
                    </a:cubicBezTo>
                    <a:cubicBezTo>
                      <a:pt x="1461" y="1062"/>
                      <a:pt x="1459" y="1062"/>
                      <a:pt x="1456" y="1063"/>
                    </a:cubicBezTo>
                    <a:cubicBezTo>
                      <a:pt x="1453" y="1064"/>
                      <a:pt x="1450" y="1065"/>
                      <a:pt x="1447" y="1065"/>
                    </a:cubicBezTo>
                    <a:cubicBezTo>
                      <a:pt x="1444" y="1066"/>
                      <a:pt x="1442" y="1064"/>
                      <a:pt x="1439" y="1064"/>
                    </a:cubicBezTo>
                    <a:cubicBezTo>
                      <a:pt x="1439" y="1060"/>
                      <a:pt x="1441" y="1057"/>
                      <a:pt x="1443" y="1054"/>
                    </a:cubicBezTo>
                    <a:cubicBezTo>
                      <a:pt x="1445" y="1051"/>
                      <a:pt x="1448" y="1048"/>
                      <a:pt x="1451" y="1046"/>
                    </a:cubicBezTo>
                    <a:cubicBezTo>
                      <a:pt x="1456" y="1043"/>
                      <a:pt x="1463" y="1044"/>
                      <a:pt x="1468" y="1042"/>
                    </a:cubicBezTo>
                    <a:cubicBezTo>
                      <a:pt x="1471" y="1041"/>
                      <a:pt x="1474" y="1039"/>
                      <a:pt x="1476" y="1037"/>
                    </a:cubicBezTo>
                    <a:cubicBezTo>
                      <a:pt x="1479" y="1035"/>
                      <a:pt x="1480" y="1032"/>
                      <a:pt x="1482" y="1030"/>
                    </a:cubicBezTo>
                    <a:cubicBezTo>
                      <a:pt x="1487" y="1026"/>
                      <a:pt x="1493" y="1026"/>
                      <a:pt x="1498" y="1023"/>
                    </a:cubicBezTo>
                    <a:cubicBezTo>
                      <a:pt x="1500" y="1021"/>
                      <a:pt x="1501" y="1019"/>
                      <a:pt x="1504" y="1017"/>
                    </a:cubicBezTo>
                    <a:cubicBezTo>
                      <a:pt x="1507" y="1014"/>
                      <a:pt x="1510" y="1011"/>
                      <a:pt x="1513" y="1008"/>
                    </a:cubicBezTo>
                    <a:cubicBezTo>
                      <a:pt x="1516" y="1006"/>
                      <a:pt x="1519" y="1005"/>
                      <a:pt x="1522" y="1004"/>
                    </a:cubicBezTo>
                    <a:cubicBezTo>
                      <a:pt x="1527" y="1002"/>
                      <a:pt x="1529" y="997"/>
                      <a:pt x="1531" y="993"/>
                    </a:cubicBezTo>
                    <a:cubicBezTo>
                      <a:pt x="1534" y="989"/>
                      <a:pt x="1534" y="984"/>
                      <a:pt x="1537" y="981"/>
                    </a:cubicBezTo>
                    <a:cubicBezTo>
                      <a:pt x="1538" y="979"/>
                      <a:pt x="1540" y="979"/>
                      <a:pt x="1542" y="978"/>
                    </a:cubicBezTo>
                    <a:cubicBezTo>
                      <a:pt x="1543" y="978"/>
                      <a:pt x="1545" y="975"/>
                      <a:pt x="1545" y="974"/>
                    </a:cubicBezTo>
                    <a:cubicBezTo>
                      <a:pt x="1546" y="972"/>
                      <a:pt x="1546" y="970"/>
                      <a:pt x="1546" y="968"/>
                    </a:cubicBezTo>
                    <a:cubicBezTo>
                      <a:pt x="1546" y="965"/>
                      <a:pt x="1547" y="963"/>
                      <a:pt x="1547" y="961"/>
                    </a:cubicBezTo>
                    <a:cubicBezTo>
                      <a:pt x="1548" y="958"/>
                      <a:pt x="1548" y="955"/>
                      <a:pt x="1547" y="953"/>
                    </a:cubicBezTo>
                    <a:cubicBezTo>
                      <a:pt x="1546" y="950"/>
                      <a:pt x="1544" y="950"/>
                      <a:pt x="1541" y="948"/>
                    </a:cubicBezTo>
                    <a:cubicBezTo>
                      <a:pt x="1539" y="946"/>
                      <a:pt x="1539" y="944"/>
                      <a:pt x="1540" y="942"/>
                    </a:cubicBezTo>
                    <a:cubicBezTo>
                      <a:pt x="1541" y="940"/>
                      <a:pt x="1543" y="939"/>
                      <a:pt x="1544" y="937"/>
                    </a:cubicBezTo>
                    <a:cubicBezTo>
                      <a:pt x="1544" y="935"/>
                      <a:pt x="1544" y="932"/>
                      <a:pt x="1543" y="930"/>
                    </a:cubicBezTo>
                    <a:cubicBezTo>
                      <a:pt x="1543" y="928"/>
                      <a:pt x="1543" y="926"/>
                      <a:pt x="1543" y="924"/>
                    </a:cubicBezTo>
                    <a:cubicBezTo>
                      <a:pt x="1543" y="921"/>
                      <a:pt x="1541" y="918"/>
                      <a:pt x="1540" y="916"/>
                    </a:cubicBezTo>
                    <a:cubicBezTo>
                      <a:pt x="1540" y="915"/>
                      <a:pt x="1540" y="915"/>
                      <a:pt x="1539" y="914"/>
                    </a:cubicBezTo>
                    <a:cubicBezTo>
                      <a:pt x="1539" y="911"/>
                      <a:pt x="1540" y="908"/>
                      <a:pt x="1543" y="908"/>
                    </a:cubicBezTo>
                    <a:cubicBezTo>
                      <a:pt x="1546" y="908"/>
                      <a:pt x="1548" y="908"/>
                      <a:pt x="1551" y="909"/>
                    </a:cubicBezTo>
                    <a:cubicBezTo>
                      <a:pt x="1553" y="909"/>
                      <a:pt x="1556" y="910"/>
                      <a:pt x="1558" y="911"/>
                    </a:cubicBezTo>
                    <a:cubicBezTo>
                      <a:pt x="1560" y="913"/>
                      <a:pt x="1562" y="915"/>
                      <a:pt x="1562" y="918"/>
                    </a:cubicBezTo>
                    <a:cubicBezTo>
                      <a:pt x="1562" y="921"/>
                      <a:pt x="1564" y="923"/>
                      <a:pt x="1564" y="926"/>
                    </a:cubicBezTo>
                    <a:cubicBezTo>
                      <a:pt x="1565" y="930"/>
                      <a:pt x="1566" y="935"/>
                      <a:pt x="1567" y="940"/>
                    </a:cubicBezTo>
                    <a:cubicBezTo>
                      <a:pt x="1567" y="942"/>
                      <a:pt x="1568" y="944"/>
                      <a:pt x="1570" y="945"/>
                    </a:cubicBezTo>
                    <a:cubicBezTo>
                      <a:pt x="1573" y="946"/>
                      <a:pt x="1573" y="947"/>
                      <a:pt x="1575" y="949"/>
                    </a:cubicBezTo>
                    <a:cubicBezTo>
                      <a:pt x="1578" y="952"/>
                      <a:pt x="1585" y="949"/>
                      <a:pt x="1584" y="95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86" name="Freeform 2187">
                <a:extLst>
                  <a:ext uri="{FF2B5EF4-FFF2-40B4-BE49-F238E27FC236}">
                    <a16:creationId xmlns:a16="http://schemas.microsoft.com/office/drawing/2014/main" id="{BB4B5AD1-BCF4-4269-A229-5909F2A648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7" y="2004"/>
                <a:ext cx="640" cy="535"/>
              </a:xfrm>
              <a:custGeom>
                <a:avLst/>
                <a:gdLst>
                  <a:gd name="T0" fmla="*/ 1448 w 1575"/>
                  <a:gd name="T1" fmla="*/ 537 h 1314"/>
                  <a:gd name="T2" fmla="*/ 1396 w 1575"/>
                  <a:gd name="T3" fmla="*/ 492 h 1314"/>
                  <a:gd name="T4" fmla="*/ 1254 w 1575"/>
                  <a:gd name="T5" fmla="*/ 353 h 1314"/>
                  <a:gd name="T6" fmla="*/ 1201 w 1575"/>
                  <a:gd name="T7" fmla="*/ 254 h 1314"/>
                  <a:gd name="T8" fmla="*/ 1167 w 1575"/>
                  <a:gd name="T9" fmla="*/ 116 h 1314"/>
                  <a:gd name="T10" fmla="*/ 1064 w 1575"/>
                  <a:gd name="T11" fmla="*/ 27 h 1314"/>
                  <a:gd name="T12" fmla="*/ 946 w 1575"/>
                  <a:gd name="T13" fmla="*/ 49 h 1314"/>
                  <a:gd name="T14" fmla="*/ 906 w 1575"/>
                  <a:gd name="T15" fmla="*/ 28 h 1314"/>
                  <a:gd name="T16" fmla="*/ 816 w 1575"/>
                  <a:gd name="T17" fmla="*/ 35 h 1314"/>
                  <a:gd name="T18" fmla="*/ 730 w 1575"/>
                  <a:gd name="T19" fmla="*/ 13 h 1314"/>
                  <a:gd name="T20" fmla="*/ 627 w 1575"/>
                  <a:gd name="T21" fmla="*/ 105 h 1314"/>
                  <a:gd name="T22" fmla="*/ 467 w 1575"/>
                  <a:gd name="T23" fmla="*/ 172 h 1314"/>
                  <a:gd name="T24" fmla="*/ 467 w 1575"/>
                  <a:gd name="T25" fmla="*/ 244 h 1314"/>
                  <a:gd name="T26" fmla="*/ 442 w 1575"/>
                  <a:gd name="T27" fmla="*/ 312 h 1314"/>
                  <a:gd name="T28" fmla="*/ 365 w 1575"/>
                  <a:gd name="T29" fmla="*/ 408 h 1314"/>
                  <a:gd name="T30" fmla="*/ 371 w 1575"/>
                  <a:gd name="T31" fmla="*/ 538 h 1314"/>
                  <a:gd name="T32" fmla="*/ 343 w 1575"/>
                  <a:gd name="T33" fmla="*/ 552 h 1314"/>
                  <a:gd name="T34" fmla="*/ 247 w 1575"/>
                  <a:gd name="T35" fmla="*/ 605 h 1314"/>
                  <a:gd name="T36" fmla="*/ 183 w 1575"/>
                  <a:gd name="T37" fmla="*/ 677 h 1314"/>
                  <a:gd name="T38" fmla="*/ 90 w 1575"/>
                  <a:gd name="T39" fmla="*/ 677 h 1314"/>
                  <a:gd name="T40" fmla="*/ 76 w 1575"/>
                  <a:gd name="T41" fmla="*/ 842 h 1314"/>
                  <a:gd name="T42" fmla="*/ 43 w 1575"/>
                  <a:gd name="T43" fmla="*/ 1037 h 1314"/>
                  <a:gd name="T44" fmla="*/ 50 w 1575"/>
                  <a:gd name="T45" fmla="*/ 1148 h 1314"/>
                  <a:gd name="T46" fmla="*/ 87 w 1575"/>
                  <a:gd name="T47" fmla="*/ 1190 h 1314"/>
                  <a:gd name="T48" fmla="*/ 83 w 1575"/>
                  <a:gd name="T49" fmla="*/ 1253 h 1314"/>
                  <a:gd name="T50" fmla="*/ 86 w 1575"/>
                  <a:gd name="T51" fmla="*/ 1314 h 1314"/>
                  <a:gd name="T52" fmla="*/ 223 w 1575"/>
                  <a:gd name="T53" fmla="*/ 1258 h 1314"/>
                  <a:gd name="T54" fmla="*/ 363 w 1575"/>
                  <a:gd name="T55" fmla="*/ 1170 h 1314"/>
                  <a:gd name="T56" fmla="*/ 569 w 1575"/>
                  <a:gd name="T57" fmla="*/ 1176 h 1314"/>
                  <a:gd name="T58" fmla="*/ 736 w 1575"/>
                  <a:gd name="T59" fmla="*/ 1230 h 1314"/>
                  <a:gd name="T60" fmla="*/ 850 w 1575"/>
                  <a:gd name="T61" fmla="*/ 1220 h 1314"/>
                  <a:gd name="T62" fmla="*/ 977 w 1575"/>
                  <a:gd name="T63" fmla="*/ 1217 h 1314"/>
                  <a:gd name="T64" fmla="*/ 1096 w 1575"/>
                  <a:gd name="T65" fmla="*/ 1234 h 1314"/>
                  <a:gd name="T66" fmla="*/ 1248 w 1575"/>
                  <a:gd name="T67" fmla="*/ 1195 h 1314"/>
                  <a:gd name="T68" fmla="*/ 1337 w 1575"/>
                  <a:gd name="T69" fmla="*/ 1227 h 1314"/>
                  <a:gd name="T70" fmla="*/ 1298 w 1575"/>
                  <a:gd name="T71" fmla="*/ 1164 h 1314"/>
                  <a:gd name="T72" fmla="*/ 1361 w 1575"/>
                  <a:gd name="T73" fmla="*/ 1069 h 1314"/>
                  <a:gd name="T74" fmla="*/ 1423 w 1575"/>
                  <a:gd name="T75" fmla="*/ 996 h 1314"/>
                  <a:gd name="T76" fmla="*/ 1451 w 1575"/>
                  <a:gd name="T77" fmla="*/ 944 h 1314"/>
                  <a:gd name="T78" fmla="*/ 1409 w 1575"/>
                  <a:gd name="T79" fmla="*/ 802 h 1314"/>
                  <a:gd name="T80" fmla="*/ 1441 w 1575"/>
                  <a:gd name="T81" fmla="*/ 700 h 1314"/>
                  <a:gd name="T82" fmla="*/ 1527 w 1575"/>
                  <a:gd name="T83" fmla="*/ 706 h 1314"/>
                  <a:gd name="T84" fmla="*/ 1575 w 1575"/>
                  <a:gd name="T85" fmla="*/ 628 h 1314"/>
                  <a:gd name="T86" fmla="*/ 537 w 1575"/>
                  <a:gd name="T87" fmla="*/ 379 h 1314"/>
                  <a:gd name="T88" fmla="*/ 525 w 1575"/>
                  <a:gd name="T89" fmla="*/ 391 h 1314"/>
                  <a:gd name="T90" fmla="*/ 512 w 1575"/>
                  <a:gd name="T91" fmla="*/ 384 h 1314"/>
                  <a:gd name="T92" fmla="*/ 511 w 1575"/>
                  <a:gd name="T93" fmla="*/ 368 h 1314"/>
                  <a:gd name="T94" fmla="*/ 532 w 1575"/>
                  <a:gd name="T95" fmla="*/ 372 h 1314"/>
                  <a:gd name="T96" fmla="*/ 608 w 1575"/>
                  <a:gd name="T97" fmla="*/ 460 h 1314"/>
                  <a:gd name="T98" fmla="*/ 601 w 1575"/>
                  <a:gd name="T99" fmla="*/ 480 h 1314"/>
                  <a:gd name="T100" fmla="*/ 598 w 1575"/>
                  <a:gd name="T101" fmla="*/ 482 h 1314"/>
                  <a:gd name="T102" fmla="*/ 575 w 1575"/>
                  <a:gd name="T103" fmla="*/ 473 h 1314"/>
                  <a:gd name="T104" fmla="*/ 566 w 1575"/>
                  <a:gd name="T105" fmla="*/ 472 h 1314"/>
                  <a:gd name="T106" fmla="*/ 588 w 1575"/>
                  <a:gd name="T107" fmla="*/ 467 h 1314"/>
                  <a:gd name="T108" fmla="*/ 605 w 1575"/>
                  <a:gd name="T109" fmla="*/ 462 h 1314"/>
                  <a:gd name="T110" fmla="*/ 614 w 1575"/>
                  <a:gd name="T111" fmla="*/ 442 h 1314"/>
                  <a:gd name="T112" fmla="*/ 616 w 1575"/>
                  <a:gd name="T113" fmla="*/ 44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75" h="1314">
                    <a:moveTo>
                      <a:pt x="1499" y="574"/>
                    </a:moveTo>
                    <a:cubicBezTo>
                      <a:pt x="1504" y="547"/>
                      <a:pt x="1504" y="547"/>
                      <a:pt x="1504" y="547"/>
                    </a:cubicBezTo>
                    <a:cubicBezTo>
                      <a:pt x="1448" y="537"/>
                      <a:pt x="1448" y="537"/>
                      <a:pt x="1448" y="537"/>
                    </a:cubicBezTo>
                    <a:cubicBezTo>
                      <a:pt x="1423" y="551"/>
                      <a:pt x="1423" y="551"/>
                      <a:pt x="1423" y="551"/>
                    </a:cubicBezTo>
                    <a:cubicBezTo>
                      <a:pt x="1396" y="540"/>
                      <a:pt x="1396" y="540"/>
                      <a:pt x="1396" y="540"/>
                    </a:cubicBezTo>
                    <a:cubicBezTo>
                      <a:pt x="1396" y="492"/>
                      <a:pt x="1396" y="492"/>
                      <a:pt x="1396" y="492"/>
                    </a:cubicBezTo>
                    <a:cubicBezTo>
                      <a:pt x="1288" y="449"/>
                      <a:pt x="1288" y="449"/>
                      <a:pt x="1288" y="449"/>
                    </a:cubicBezTo>
                    <a:cubicBezTo>
                      <a:pt x="1256" y="391"/>
                      <a:pt x="1256" y="391"/>
                      <a:pt x="1256" y="391"/>
                    </a:cubicBezTo>
                    <a:cubicBezTo>
                      <a:pt x="1254" y="353"/>
                      <a:pt x="1254" y="353"/>
                      <a:pt x="1254" y="353"/>
                    </a:cubicBezTo>
                    <a:cubicBezTo>
                      <a:pt x="1165" y="317"/>
                      <a:pt x="1165" y="317"/>
                      <a:pt x="1165" y="317"/>
                    </a:cubicBezTo>
                    <a:cubicBezTo>
                      <a:pt x="1165" y="280"/>
                      <a:pt x="1165" y="280"/>
                      <a:pt x="1165" y="280"/>
                    </a:cubicBezTo>
                    <a:cubicBezTo>
                      <a:pt x="1201" y="254"/>
                      <a:pt x="1201" y="254"/>
                      <a:pt x="1201" y="254"/>
                    </a:cubicBezTo>
                    <a:cubicBezTo>
                      <a:pt x="1202" y="190"/>
                      <a:pt x="1202" y="190"/>
                      <a:pt x="1202" y="190"/>
                    </a:cubicBezTo>
                    <a:cubicBezTo>
                      <a:pt x="1158" y="138"/>
                      <a:pt x="1158" y="138"/>
                      <a:pt x="1158" y="138"/>
                    </a:cubicBezTo>
                    <a:cubicBezTo>
                      <a:pt x="1167" y="116"/>
                      <a:pt x="1167" y="116"/>
                      <a:pt x="1167" y="116"/>
                    </a:cubicBezTo>
                    <a:cubicBezTo>
                      <a:pt x="1155" y="62"/>
                      <a:pt x="1155" y="62"/>
                      <a:pt x="1155" y="62"/>
                    </a:cubicBezTo>
                    <a:cubicBezTo>
                      <a:pt x="1137" y="71"/>
                      <a:pt x="1137" y="71"/>
                      <a:pt x="1137" y="71"/>
                    </a:cubicBezTo>
                    <a:cubicBezTo>
                      <a:pt x="1064" y="27"/>
                      <a:pt x="1064" y="27"/>
                      <a:pt x="1064" y="27"/>
                    </a:cubicBezTo>
                    <a:cubicBezTo>
                      <a:pt x="990" y="21"/>
                      <a:pt x="990" y="21"/>
                      <a:pt x="990" y="21"/>
                    </a:cubicBezTo>
                    <a:cubicBezTo>
                      <a:pt x="973" y="48"/>
                      <a:pt x="973" y="48"/>
                      <a:pt x="973" y="48"/>
                    </a:cubicBezTo>
                    <a:cubicBezTo>
                      <a:pt x="946" y="49"/>
                      <a:pt x="946" y="49"/>
                      <a:pt x="946" y="49"/>
                    </a:cubicBezTo>
                    <a:cubicBezTo>
                      <a:pt x="915" y="80"/>
                      <a:pt x="915" y="80"/>
                      <a:pt x="915" y="80"/>
                    </a:cubicBezTo>
                    <a:cubicBezTo>
                      <a:pt x="893" y="45"/>
                      <a:pt x="893" y="45"/>
                      <a:pt x="893" y="45"/>
                    </a:cubicBezTo>
                    <a:cubicBezTo>
                      <a:pt x="906" y="28"/>
                      <a:pt x="906" y="28"/>
                      <a:pt x="906" y="28"/>
                    </a:cubicBezTo>
                    <a:cubicBezTo>
                      <a:pt x="893" y="11"/>
                      <a:pt x="893" y="11"/>
                      <a:pt x="893" y="11"/>
                    </a:cubicBezTo>
                    <a:cubicBezTo>
                      <a:pt x="814" y="7"/>
                      <a:pt x="814" y="7"/>
                      <a:pt x="814" y="7"/>
                    </a:cubicBezTo>
                    <a:cubicBezTo>
                      <a:pt x="816" y="35"/>
                      <a:pt x="816" y="35"/>
                      <a:pt x="816" y="35"/>
                    </a:cubicBezTo>
                    <a:cubicBezTo>
                      <a:pt x="790" y="41"/>
                      <a:pt x="790" y="41"/>
                      <a:pt x="790" y="41"/>
                    </a:cubicBezTo>
                    <a:cubicBezTo>
                      <a:pt x="766" y="0"/>
                      <a:pt x="766" y="0"/>
                      <a:pt x="766" y="0"/>
                    </a:cubicBezTo>
                    <a:cubicBezTo>
                      <a:pt x="730" y="13"/>
                      <a:pt x="730" y="13"/>
                      <a:pt x="730" y="13"/>
                    </a:cubicBezTo>
                    <a:cubicBezTo>
                      <a:pt x="693" y="0"/>
                      <a:pt x="693" y="0"/>
                      <a:pt x="693" y="0"/>
                    </a:cubicBezTo>
                    <a:cubicBezTo>
                      <a:pt x="630" y="51"/>
                      <a:pt x="630" y="51"/>
                      <a:pt x="630" y="51"/>
                    </a:cubicBezTo>
                    <a:cubicBezTo>
                      <a:pt x="627" y="105"/>
                      <a:pt x="627" y="105"/>
                      <a:pt x="627" y="105"/>
                    </a:cubicBezTo>
                    <a:cubicBezTo>
                      <a:pt x="599" y="122"/>
                      <a:pt x="599" y="122"/>
                      <a:pt x="599" y="122"/>
                    </a:cubicBezTo>
                    <a:cubicBezTo>
                      <a:pt x="523" y="103"/>
                      <a:pt x="523" y="103"/>
                      <a:pt x="523" y="103"/>
                    </a:cubicBezTo>
                    <a:cubicBezTo>
                      <a:pt x="467" y="172"/>
                      <a:pt x="467" y="172"/>
                      <a:pt x="467" y="172"/>
                    </a:cubicBezTo>
                    <a:cubicBezTo>
                      <a:pt x="470" y="179"/>
                      <a:pt x="470" y="179"/>
                      <a:pt x="470" y="179"/>
                    </a:cubicBezTo>
                    <a:cubicBezTo>
                      <a:pt x="463" y="200"/>
                      <a:pt x="463" y="200"/>
                      <a:pt x="463" y="200"/>
                    </a:cubicBezTo>
                    <a:cubicBezTo>
                      <a:pt x="467" y="244"/>
                      <a:pt x="467" y="244"/>
                      <a:pt x="467" y="244"/>
                    </a:cubicBezTo>
                    <a:cubicBezTo>
                      <a:pt x="518" y="256"/>
                      <a:pt x="518" y="256"/>
                      <a:pt x="518" y="256"/>
                    </a:cubicBezTo>
                    <a:cubicBezTo>
                      <a:pt x="480" y="307"/>
                      <a:pt x="480" y="307"/>
                      <a:pt x="480" y="307"/>
                    </a:cubicBezTo>
                    <a:cubicBezTo>
                      <a:pt x="442" y="312"/>
                      <a:pt x="442" y="312"/>
                      <a:pt x="442" y="312"/>
                    </a:cubicBezTo>
                    <a:cubicBezTo>
                      <a:pt x="432" y="351"/>
                      <a:pt x="432" y="351"/>
                      <a:pt x="432" y="351"/>
                    </a:cubicBezTo>
                    <a:cubicBezTo>
                      <a:pt x="377" y="377"/>
                      <a:pt x="377" y="377"/>
                      <a:pt x="377" y="377"/>
                    </a:cubicBezTo>
                    <a:cubicBezTo>
                      <a:pt x="365" y="408"/>
                      <a:pt x="365" y="408"/>
                      <a:pt x="365" y="408"/>
                    </a:cubicBezTo>
                    <a:cubicBezTo>
                      <a:pt x="369" y="471"/>
                      <a:pt x="369" y="471"/>
                      <a:pt x="369" y="471"/>
                    </a:cubicBezTo>
                    <a:cubicBezTo>
                      <a:pt x="351" y="524"/>
                      <a:pt x="351" y="524"/>
                      <a:pt x="351" y="524"/>
                    </a:cubicBezTo>
                    <a:cubicBezTo>
                      <a:pt x="371" y="538"/>
                      <a:pt x="371" y="538"/>
                      <a:pt x="371" y="538"/>
                    </a:cubicBezTo>
                    <a:cubicBezTo>
                      <a:pt x="393" y="580"/>
                      <a:pt x="393" y="580"/>
                      <a:pt x="393" y="580"/>
                    </a:cubicBezTo>
                    <a:cubicBezTo>
                      <a:pt x="354" y="588"/>
                      <a:pt x="354" y="588"/>
                      <a:pt x="354" y="588"/>
                    </a:cubicBezTo>
                    <a:cubicBezTo>
                      <a:pt x="343" y="552"/>
                      <a:pt x="343" y="552"/>
                      <a:pt x="343" y="552"/>
                    </a:cubicBezTo>
                    <a:cubicBezTo>
                      <a:pt x="292" y="559"/>
                      <a:pt x="292" y="559"/>
                      <a:pt x="292" y="559"/>
                    </a:cubicBezTo>
                    <a:cubicBezTo>
                      <a:pt x="290" y="590"/>
                      <a:pt x="290" y="590"/>
                      <a:pt x="290" y="590"/>
                    </a:cubicBezTo>
                    <a:cubicBezTo>
                      <a:pt x="247" y="605"/>
                      <a:pt x="247" y="605"/>
                      <a:pt x="247" y="605"/>
                    </a:cubicBezTo>
                    <a:cubicBezTo>
                      <a:pt x="242" y="645"/>
                      <a:pt x="242" y="645"/>
                      <a:pt x="242" y="645"/>
                    </a:cubicBezTo>
                    <a:cubicBezTo>
                      <a:pt x="206" y="650"/>
                      <a:pt x="206" y="650"/>
                      <a:pt x="206" y="650"/>
                    </a:cubicBezTo>
                    <a:cubicBezTo>
                      <a:pt x="183" y="677"/>
                      <a:pt x="183" y="677"/>
                      <a:pt x="183" y="677"/>
                    </a:cubicBezTo>
                    <a:cubicBezTo>
                      <a:pt x="146" y="681"/>
                      <a:pt x="146" y="681"/>
                      <a:pt x="146" y="681"/>
                    </a:cubicBezTo>
                    <a:cubicBezTo>
                      <a:pt x="138" y="672"/>
                      <a:pt x="138" y="672"/>
                      <a:pt x="138" y="672"/>
                    </a:cubicBezTo>
                    <a:cubicBezTo>
                      <a:pt x="90" y="677"/>
                      <a:pt x="90" y="677"/>
                      <a:pt x="90" y="677"/>
                    </a:cubicBezTo>
                    <a:cubicBezTo>
                      <a:pt x="82" y="683"/>
                      <a:pt x="82" y="683"/>
                      <a:pt x="82" y="683"/>
                    </a:cubicBezTo>
                    <a:cubicBezTo>
                      <a:pt x="27" y="685"/>
                      <a:pt x="27" y="685"/>
                      <a:pt x="27" y="685"/>
                    </a:cubicBezTo>
                    <a:cubicBezTo>
                      <a:pt x="76" y="842"/>
                      <a:pt x="76" y="842"/>
                      <a:pt x="76" y="842"/>
                    </a:cubicBezTo>
                    <a:cubicBezTo>
                      <a:pt x="118" y="909"/>
                      <a:pt x="118" y="909"/>
                      <a:pt x="118" y="909"/>
                    </a:cubicBezTo>
                    <a:cubicBezTo>
                      <a:pt x="111" y="1020"/>
                      <a:pt x="111" y="1020"/>
                      <a:pt x="111" y="1020"/>
                    </a:cubicBezTo>
                    <a:cubicBezTo>
                      <a:pt x="43" y="1037"/>
                      <a:pt x="43" y="1037"/>
                      <a:pt x="43" y="1037"/>
                    </a:cubicBezTo>
                    <a:cubicBezTo>
                      <a:pt x="0" y="1115"/>
                      <a:pt x="0" y="1115"/>
                      <a:pt x="0" y="1115"/>
                    </a:cubicBezTo>
                    <a:cubicBezTo>
                      <a:pt x="9" y="1140"/>
                      <a:pt x="9" y="1140"/>
                      <a:pt x="9" y="1140"/>
                    </a:cubicBezTo>
                    <a:cubicBezTo>
                      <a:pt x="50" y="1148"/>
                      <a:pt x="50" y="1148"/>
                      <a:pt x="50" y="1148"/>
                    </a:cubicBezTo>
                    <a:cubicBezTo>
                      <a:pt x="52" y="1163"/>
                      <a:pt x="52" y="1163"/>
                      <a:pt x="52" y="1163"/>
                    </a:cubicBezTo>
                    <a:cubicBezTo>
                      <a:pt x="79" y="1170"/>
                      <a:pt x="79" y="1170"/>
                      <a:pt x="79" y="1170"/>
                    </a:cubicBezTo>
                    <a:cubicBezTo>
                      <a:pt x="87" y="1190"/>
                      <a:pt x="87" y="1190"/>
                      <a:pt x="87" y="1190"/>
                    </a:cubicBezTo>
                    <a:cubicBezTo>
                      <a:pt x="77" y="1218"/>
                      <a:pt x="77" y="1218"/>
                      <a:pt x="77" y="1218"/>
                    </a:cubicBezTo>
                    <a:cubicBezTo>
                      <a:pt x="78" y="1238"/>
                      <a:pt x="78" y="1238"/>
                      <a:pt x="78" y="1238"/>
                    </a:cubicBezTo>
                    <a:cubicBezTo>
                      <a:pt x="83" y="1253"/>
                      <a:pt x="83" y="1253"/>
                      <a:pt x="83" y="1253"/>
                    </a:cubicBezTo>
                    <a:cubicBezTo>
                      <a:pt x="69" y="1265"/>
                      <a:pt x="69" y="1265"/>
                      <a:pt x="69" y="1265"/>
                    </a:cubicBezTo>
                    <a:cubicBezTo>
                      <a:pt x="76" y="1312"/>
                      <a:pt x="76" y="1312"/>
                      <a:pt x="76" y="1312"/>
                    </a:cubicBezTo>
                    <a:cubicBezTo>
                      <a:pt x="86" y="1314"/>
                      <a:pt x="86" y="1314"/>
                      <a:pt x="86" y="1314"/>
                    </a:cubicBezTo>
                    <a:cubicBezTo>
                      <a:pt x="118" y="1285"/>
                      <a:pt x="118" y="1285"/>
                      <a:pt x="118" y="1285"/>
                    </a:cubicBezTo>
                    <a:cubicBezTo>
                      <a:pt x="138" y="1290"/>
                      <a:pt x="138" y="1290"/>
                      <a:pt x="138" y="1290"/>
                    </a:cubicBezTo>
                    <a:cubicBezTo>
                      <a:pt x="223" y="1258"/>
                      <a:pt x="223" y="1258"/>
                      <a:pt x="223" y="1258"/>
                    </a:cubicBezTo>
                    <a:cubicBezTo>
                      <a:pt x="210" y="1208"/>
                      <a:pt x="210" y="1208"/>
                      <a:pt x="210" y="1208"/>
                    </a:cubicBezTo>
                    <a:cubicBezTo>
                      <a:pt x="309" y="1195"/>
                      <a:pt x="309" y="1195"/>
                      <a:pt x="309" y="1195"/>
                    </a:cubicBezTo>
                    <a:cubicBezTo>
                      <a:pt x="363" y="1170"/>
                      <a:pt x="363" y="1170"/>
                      <a:pt x="363" y="1170"/>
                    </a:cubicBezTo>
                    <a:cubicBezTo>
                      <a:pt x="405" y="1185"/>
                      <a:pt x="499" y="1155"/>
                      <a:pt x="499" y="1155"/>
                    </a:cubicBezTo>
                    <a:cubicBezTo>
                      <a:pt x="522" y="1192"/>
                      <a:pt x="522" y="1192"/>
                      <a:pt x="522" y="1192"/>
                    </a:cubicBezTo>
                    <a:cubicBezTo>
                      <a:pt x="569" y="1176"/>
                      <a:pt x="569" y="1176"/>
                      <a:pt x="569" y="1176"/>
                    </a:cubicBezTo>
                    <a:cubicBezTo>
                      <a:pt x="670" y="1202"/>
                      <a:pt x="670" y="1202"/>
                      <a:pt x="670" y="1202"/>
                    </a:cubicBezTo>
                    <a:cubicBezTo>
                      <a:pt x="708" y="1184"/>
                      <a:pt x="708" y="1184"/>
                      <a:pt x="708" y="1184"/>
                    </a:cubicBezTo>
                    <a:cubicBezTo>
                      <a:pt x="736" y="1230"/>
                      <a:pt x="736" y="1230"/>
                      <a:pt x="736" y="1230"/>
                    </a:cubicBezTo>
                    <a:cubicBezTo>
                      <a:pt x="800" y="1225"/>
                      <a:pt x="800" y="1225"/>
                      <a:pt x="800" y="1225"/>
                    </a:cubicBezTo>
                    <a:cubicBezTo>
                      <a:pt x="818" y="1256"/>
                      <a:pt x="818" y="1256"/>
                      <a:pt x="818" y="1256"/>
                    </a:cubicBezTo>
                    <a:cubicBezTo>
                      <a:pt x="850" y="1220"/>
                      <a:pt x="850" y="1220"/>
                      <a:pt x="850" y="1220"/>
                    </a:cubicBezTo>
                    <a:cubicBezTo>
                      <a:pt x="903" y="1193"/>
                      <a:pt x="903" y="1193"/>
                      <a:pt x="903" y="1193"/>
                    </a:cubicBezTo>
                    <a:cubicBezTo>
                      <a:pt x="925" y="1215"/>
                      <a:pt x="925" y="1215"/>
                      <a:pt x="925" y="1215"/>
                    </a:cubicBezTo>
                    <a:cubicBezTo>
                      <a:pt x="977" y="1217"/>
                      <a:pt x="977" y="1217"/>
                      <a:pt x="977" y="1217"/>
                    </a:cubicBezTo>
                    <a:cubicBezTo>
                      <a:pt x="977" y="1244"/>
                      <a:pt x="977" y="1244"/>
                      <a:pt x="977" y="1244"/>
                    </a:cubicBezTo>
                    <a:cubicBezTo>
                      <a:pt x="1063" y="1187"/>
                      <a:pt x="1063" y="1187"/>
                      <a:pt x="1063" y="1187"/>
                    </a:cubicBezTo>
                    <a:cubicBezTo>
                      <a:pt x="1096" y="1234"/>
                      <a:pt x="1096" y="1234"/>
                      <a:pt x="1096" y="1234"/>
                    </a:cubicBezTo>
                    <a:cubicBezTo>
                      <a:pt x="1129" y="1240"/>
                      <a:pt x="1129" y="1240"/>
                      <a:pt x="1129" y="1240"/>
                    </a:cubicBezTo>
                    <a:cubicBezTo>
                      <a:pt x="1165" y="1205"/>
                      <a:pt x="1165" y="1205"/>
                      <a:pt x="1165" y="1205"/>
                    </a:cubicBezTo>
                    <a:cubicBezTo>
                      <a:pt x="1248" y="1195"/>
                      <a:pt x="1248" y="1195"/>
                      <a:pt x="1248" y="1195"/>
                    </a:cubicBezTo>
                    <a:cubicBezTo>
                      <a:pt x="1288" y="1234"/>
                      <a:pt x="1288" y="1234"/>
                      <a:pt x="1288" y="1234"/>
                    </a:cubicBezTo>
                    <a:cubicBezTo>
                      <a:pt x="1288" y="1242"/>
                      <a:pt x="1288" y="1242"/>
                      <a:pt x="1288" y="1242"/>
                    </a:cubicBezTo>
                    <a:cubicBezTo>
                      <a:pt x="1301" y="1242"/>
                      <a:pt x="1337" y="1227"/>
                      <a:pt x="1337" y="1227"/>
                    </a:cubicBezTo>
                    <a:cubicBezTo>
                      <a:pt x="1316" y="1222"/>
                      <a:pt x="1316" y="1222"/>
                      <a:pt x="1316" y="1222"/>
                    </a:cubicBezTo>
                    <a:cubicBezTo>
                      <a:pt x="1329" y="1207"/>
                      <a:pt x="1329" y="1207"/>
                      <a:pt x="1329" y="1207"/>
                    </a:cubicBezTo>
                    <a:cubicBezTo>
                      <a:pt x="1298" y="1164"/>
                      <a:pt x="1298" y="1164"/>
                      <a:pt x="1298" y="1164"/>
                    </a:cubicBezTo>
                    <a:cubicBezTo>
                      <a:pt x="1298" y="1152"/>
                      <a:pt x="1298" y="1152"/>
                      <a:pt x="1298" y="1152"/>
                    </a:cubicBezTo>
                    <a:cubicBezTo>
                      <a:pt x="1323" y="1083"/>
                      <a:pt x="1323" y="1083"/>
                      <a:pt x="1323" y="1083"/>
                    </a:cubicBezTo>
                    <a:cubicBezTo>
                      <a:pt x="1361" y="1069"/>
                      <a:pt x="1361" y="1069"/>
                      <a:pt x="1361" y="1069"/>
                    </a:cubicBezTo>
                    <a:cubicBezTo>
                      <a:pt x="1378" y="1022"/>
                      <a:pt x="1378" y="1022"/>
                      <a:pt x="1378" y="1022"/>
                    </a:cubicBezTo>
                    <a:cubicBezTo>
                      <a:pt x="1423" y="1029"/>
                      <a:pt x="1423" y="1029"/>
                      <a:pt x="1423" y="1029"/>
                    </a:cubicBezTo>
                    <a:cubicBezTo>
                      <a:pt x="1423" y="996"/>
                      <a:pt x="1423" y="996"/>
                      <a:pt x="1423" y="996"/>
                    </a:cubicBezTo>
                    <a:cubicBezTo>
                      <a:pt x="1497" y="999"/>
                      <a:pt x="1497" y="999"/>
                      <a:pt x="1497" y="999"/>
                    </a:cubicBezTo>
                    <a:cubicBezTo>
                      <a:pt x="1485" y="954"/>
                      <a:pt x="1485" y="954"/>
                      <a:pt x="1485" y="954"/>
                    </a:cubicBezTo>
                    <a:cubicBezTo>
                      <a:pt x="1451" y="944"/>
                      <a:pt x="1451" y="944"/>
                      <a:pt x="1451" y="944"/>
                    </a:cubicBezTo>
                    <a:cubicBezTo>
                      <a:pt x="1451" y="871"/>
                      <a:pt x="1451" y="871"/>
                      <a:pt x="1451" y="871"/>
                    </a:cubicBezTo>
                    <a:cubicBezTo>
                      <a:pt x="1423" y="854"/>
                      <a:pt x="1423" y="854"/>
                      <a:pt x="1423" y="854"/>
                    </a:cubicBezTo>
                    <a:cubicBezTo>
                      <a:pt x="1409" y="802"/>
                      <a:pt x="1409" y="802"/>
                      <a:pt x="1409" y="802"/>
                    </a:cubicBezTo>
                    <a:cubicBezTo>
                      <a:pt x="1359" y="752"/>
                      <a:pt x="1359" y="752"/>
                      <a:pt x="1359" y="752"/>
                    </a:cubicBezTo>
                    <a:cubicBezTo>
                      <a:pt x="1377" y="709"/>
                      <a:pt x="1377" y="709"/>
                      <a:pt x="1377" y="709"/>
                    </a:cubicBezTo>
                    <a:cubicBezTo>
                      <a:pt x="1441" y="700"/>
                      <a:pt x="1441" y="700"/>
                      <a:pt x="1441" y="700"/>
                    </a:cubicBezTo>
                    <a:cubicBezTo>
                      <a:pt x="1433" y="729"/>
                      <a:pt x="1433" y="729"/>
                      <a:pt x="1433" y="729"/>
                    </a:cubicBezTo>
                    <a:cubicBezTo>
                      <a:pt x="1489" y="732"/>
                      <a:pt x="1489" y="732"/>
                      <a:pt x="1489" y="732"/>
                    </a:cubicBezTo>
                    <a:cubicBezTo>
                      <a:pt x="1527" y="706"/>
                      <a:pt x="1527" y="706"/>
                      <a:pt x="1527" y="706"/>
                    </a:cubicBezTo>
                    <a:cubicBezTo>
                      <a:pt x="1536" y="656"/>
                      <a:pt x="1536" y="656"/>
                      <a:pt x="1536" y="656"/>
                    </a:cubicBezTo>
                    <a:cubicBezTo>
                      <a:pt x="1568" y="650"/>
                      <a:pt x="1568" y="650"/>
                      <a:pt x="1568" y="650"/>
                    </a:cubicBezTo>
                    <a:cubicBezTo>
                      <a:pt x="1575" y="628"/>
                      <a:pt x="1575" y="628"/>
                      <a:pt x="1575" y="628"/>
                    </a:cubicBezTo>
                    <a:lnTo>
                      <a:pt x="1499" y="574"/>
                    </a:lnTo>
                    <a:close/>
                    <a:moveTo>
                      <a:pt x="542" y="383"/>
                    </a:moveTo>
                    <a:cubicBezTo>
                      <a:pt x="539" y="383"/>
                      <a:pt x="539" y="380"/>
                      <a:pt x="537" y="379"/>
                    </a:cubicBezTo>
                    <a:cubicBezTo>
                      <a:pt x="535" y="377"/>
                      <a:pt x="532" y="377"/>
                      <a:pt x="529" y="376"/>
                    </a:cubicBezTo>
                    <a:cubicBezTo>
                      <a:pt x="529" y="379"/>
                      <a:pt x="527" y="380"/>
                      <a:pt x="526" y="382"/>
                    </a:cubicBezTo>
                    <a:cubicBezTo>
                      <a:pt x="525" y="385"/>
                      <a:pt x="528" y="392"/>
                      <a:pt x="525" y="391"/>
                    </a:cubicBezTo>
                    <a:cubicBezTo>
                      <a:pt x="522" y="390"/>
                      <a:pt x="523" y="385"/>
                      <a:pt x="519" y="385"/>
                    </a:cubicBezTo>
                    <a:cubicBezTo>
                      <a:pt x="518" y="386"/>
                      <a:pt x="517" y="388"/>
                      <a:pt x="515" y="388"/>
                    </a:cubicBezTo>
                    <a:cubicBezTo>
                      <a:pt x="514" y="387"/>
                      <a:pt x="513" y="385"/>
                      <a:pt x="512" y="384"/>
                    </a:cubicBezTo>
                    <a:cubicBezTo>
                      <a:pt x="511" y="381"/>
                      <a:pt x="509" y="379"/>
                      <a:pt x="507" y="376"/>
                    </a:cubicBezTo>
                    <a:cubicBezTo>
                      <a:pt x="506" y="375"/>
                      <a:pt x="504" y="371"/>
                      <a:pt x="506" y="369"/>
                    </a:cubicBezTo>
                    <a:cubicBezTo>
                      <a:pt x="507" y="368"/>
                      <a:pt x="510" y="369"/>
                      <a:pt x="511" y="368"/>
                    </a:cubicBezTo>
                    <a:cubicBezTo>
                      <a:pt x="513" y="368"/>
                      <a:pt x="514" y="368"/>
                      <a:pt x="515" y="369"/>
                    </a:cubicBezTo>
                    <a:cubicBezTo>
                      <a:pt x="518" y="370"/>
                      <a:pt x="520" y="372"/>
                      <a:pt x="523" y="372"/>
                    </a:cubicBezTo>
                    <a:cubicBezTo>
                      <a:pt x="526" y="373"/>
                      <a:pt x="529" y="372"/>
                      <a:pt x="532" y="372"/>
                    </a:cubicBezTo>
                    <a:cubicBezTo>
                      <a:pt x="539" y="371"/>
                      <a:pt x="542" y="376"/>
                      <a:pt x="542" y="383"/>
                    </a:cubicBezTo>
                    <a:close/>
                    <a:moveTo>
                      <a:pt x="616" y="449"/>
                    </a:moveTo>
                    <a:cubicBezTo>
                      <a:pt x="611" y="451"/>
                      <a:pt x="610" y="456"/>
                      <a:pt x="608" y="460"/>
                    </a:cubicBezTo>
                    <a:cubicBezTo>
                      <a:pt x="607" y="464"/>
                      <a:pt x="603" y="468"/>
                      <a:pt x="599" y="470"/>
                    </a:cubicBezTo>
                    <a:cubicBezTo>
                      <a:pt x="598" y="471"/>
                      <a:pt x="596" y="472"/>
                      <a:pt x="596" y="474"/>
                    </a:cubicBezTo>
                    <a:cubicBezTo>
                      <a:pt x="596" y="477"/>
                      <a:pt x="600" y="478"/>
                      <a:pt x="601" y="480"/>
                    </a:cubicBezTo>
                    <a:cubicBezTo>
                      <a:pt x="603" y="484"/>
                      <a:pt x="605" y="489"/>
                      <a:pt x="605" y="493"/>
                    </a:cubicBezTo>
                    <a:cubicBezTo>
                      <a:pt x="603" y="493"/>
                      <a:pt x="603" y="489"/>
                      <a:pt x="603" y="488"/>
                    </a:cubicBezTo>
                    <a:cubicBezTo>
                      <a:pt x="602" y="485"/>
                      <a:pt x="599" y="484"/>
                      <a:pt x="598" y="482"/>
                    </a:cubicBezTo>
                    <a:cubicBezTo>
                      <a:pt x="595" y="479"/>
                      <a:pt x="593" y="473"/>
                      <a:pt x="589" y="472"/>
                    </a:cubicBezTo>
                    <a:cubicBezTo>
                      <a:pt x="587" y="471"/>
                      <a:pt x="585" y="472"/>
                      <a:pt x="583" y="472"/>
                    </a:cubicBezTo>
                    <a:cubicBezTo>
                      <a:pt x="580" y="472"/>
                      <a:pt x="578" y="472"/>
                      <a:pt x="575" y="473"/>
                    </a:cubicBezTo>
                    <a:cubicBezTo>
                      <a:pt x="573" y="474"/>
                      <a:pt x="571" y="474"/>
                      <a:pt x="570" y="475"/>
                    </a:cubicBezTo>
                    <a:cubicBezTo>
                      <a:pt x="568" y="476"/>
                      <a:pt x="566" y="478"/>
                      <a:pt x="565" y="476"/>
                    </a:cubicBezTo>
                    <a:cubicBezTo>
                      <a:pt x="562" y="474"/>
                      <a:pt x="564" y="473"/>
                      <a:pt x="566" y="472"/>
                    </a:cubicBezTo>
                    <a:cubicBezTo>
                      <a:pt x="569" y="471"/>
                      <a:pt x="569" y="471"/>
                      <a:pt x="571" y="468"/>
                    </a:cubicBezTo>
                    <a:cubicBezTo>
                      <a:pt x="574" y="465"/>
                      <a:pt x="581" y="461"/>
                      <a:pt x="585" y="462"/>
                    </a:cubicBezTo>
                    <a:cubicBezTo>
                      <a:pt x="586" y="464"/>
                      <a:pt x="585" y="466"/>
                      <a:pt x="588" y="467"/>
                    </a:cubicBezTo>
                    <a:cubicBezTo>
                      <a:pt x="589" y="468"/>
                      <a:pt x="592" y="467"/>
                      <a:pt x="594" y="467"/>
                    </a:cubicBezTo>
                    <a:cubicBezTo>
                      <a:pt x="596" y="466"/>
                      <a:pt x="597" y="464"/>
                      <a:pt x="599" y="464"/>
                    </a:cubicBezTo>
                    <a:cubicBezTo>
                      <a:pt x="601" y="463"/>
                      <a:pt x="603" y="464"/>
                      <a:pt x="605" y="462"/>
                    </a:cubicBezTo>
                    <a:cubicBezTo>
                      <a:pt x="608" y="458"/>
                      <a:pt x="603" y="454"/>
                      <a:pt x="606" y="451"/>
                    </a:cubicBezTo>
                    <a:cubicBezTo>
                      <a:pt x="607" y="449"/>
                      <a:pt x="610" y="449"/>
                      <a:pt x="612" y="448"/>
                    </a:cubicBezTo>
                    <a:cubicBezTo>
                      <a:pt x="614" y="447"/>
                      <a:pt x="614" y="444"/>
                      <a:pt x="614" y="442"/>
                    </a:cubicBezTo>
                    <a:cubicBezTo>
                      <a:pt x="617" y="441"/>
                      <a:pt x="619" y="444"/>
                      <a:pt x="621" y="445"/>
                    </a:cubicBezTo>
                    <a:cubicBezTo>
                      <a:pt x="624" y="446"/>
                      <a:pt x="626" y="445"/>
                      <a:pt x="628" y="445"/>
                    </a:cubicBezTo>
                    <a:cubicBezTo>
                      <a:pt x="625" y="448"/>
                      <a:pt x="619" y="447"/>
                      <a:pt x="616" y="44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87" name="Freeform 2188">
                <a:extLst>
                  <a:ext uri="{FF2B5EF4-FFF2-40B4-BE49-F238E27FC236}">
                    <a16:creationId xmlns:a16="http://schemas.microsoft.com/office/drawing/2014/main" id="{009C3D65-2016-4BE3-873C-4FB162C37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819"/>
                <a:ext cx="468" cy="255"/>
              </a:xfrm>
              <a:custGeom>
                <a:avLst/>
                <a:gdLst>
                  <a:gd name="T0" fmla="*/ 37 w 1152"/>
                  <a:gd name="T1" fmla="*/ 379 h 627"/>
                  <a:gd name="T2" fmla="*/ 50 w 1152"/>
                  <a:gd name="T3" fmla="*/ 359 h 627"/>
                  <a:gd name="T4" fmla="*/ 57 w 1152"/>
                  <a:gd name="T5" fmla="*/ 336 h 627"/>
                  <a:gd name="T6" fmla="*/ 52 w 1152"/>
                  <a:gd name="T7" fmla="*/ 294 h 627"/>
                  <a:gd name="T8" fmla="*/ 56 w 1152"/>
                  <a:gd name="T9" fmla="*/ 271 h 627"/>
                  <a:gd name="T10" fmla="*/ 74 w 1152"/>
                  <a:gd name="T11" fmla="*/ 243 h 627"/>
                  <a:gd name="T12" fmla="*/ 89 w 1152"/>
                  <a:gd name="T13" fmla="*/ 209 h 627"/>
                  <a:gd name="T14" fmla="*/ 102 w 1152"/>
                  <a:gd name="T15" fmla="*/ 194 h 627"/>
                  <a:gd name="T16" fmla="*/ 120 w 1152"/>
                  <a:gd name="T17" fmla="*/ 190 h 627"/>
                  <a:gd name="T18" fmla="*/ 141 w 1152"/>
                  <a:gd name="T19" fmla="*/ 185 h 627"/>
                  <a:gd name="T20" fmla="*/ 154 w 1152"/>
                  <a:gd name="T21" fmla="*/ 175 h 627"/>
                  <a:gd name="T22" fmla="*/ 218 w 1152"/>
                  <a:gd name="T23" fmla="*/ 137 h 627"/>
                  <a:gd name="T24" fmla="*/ 236 w 1152"/>
                  <a:gd name="T25" fmla="*/ 186 h 627"/>
                  <a:gd name="T26" fmla="*/ 288 w 1152"/>
                  <a:gd name="T27" fmla="*/ 225 h 627"/>
                  <a:gd name="T28" fmla="*/ 314 w 1152"/>
                  <a:gd name="T29" fmla="*/ 236 h 627"/>
                  <a:gd name="T30" fmla="*/ 320 w 1152"/>
                  <a:gd name="T31" fmla="*/ 260 h 627"/>
                  <a:gd name="T32" fmla="*/ 336 w 1152"/>
                  <a:gd name="T33" fmla="*/ 287 h 627"/>
                  <a:gd name="T34" fmla="*/ 342 w 1152"/>
                  <a:gd name="T35" fmla="*/ 308 h 627"/>
                  <a:gd name="T36" fmla="*/ 362 w 1152"/>
                  <a:gd name="T37" fmla="*/ 316 h 627"/>
                  <a:gd name="T38" fmla="*/ 379 w 1152"/>
                  <a:gd name="T39" fmla="*/ 317 h 627"/>
                  <a:gd name="T40" fmla="*/ 390 w 1152"/>
                  <a:gd name="T41" fmla="*/ 330 h 627"/>
                  <a:gd name="T42" fmla="*/ 399 w 1152"/>
                  <a:gd name="T43" fmla="*/ 333 h 627"/>
                  <a:gd name="T44" fmla="*/ 415 w 1152"/>
                  <a:gd name="T45" fmla="*/ 335 h 627"/>
                  <a:gd name="T46" fmla="*/ 434 w 1152"/>
                  <a:gd name="T47" fmla="*/ 326 h 627"/>
                  <a:gd name="T48" fmla="*/ 448 w 1152"/>
                  <a:gd name="T49" fmla="*/ 316 h 627"/>
                  <a:gd name="T50" fmla="*/ 463 w 1152"/>
                  <a:gd name="T51" fmla="*/ 302 h 627"/>
                  <a:gd name="T52" fmla="*/ 487 w 1152"/>
                  <a:gd name="T53" fmla="*/ 279 h 627"/>
                  <a:gd name="T54" fmla="*/ 507 w 1152"/>
                  <a:gd name="T55" fmla="*/ 251 h 627"/>
                  <a:gd name="T56" fmla="*/ 507 w 1152"/>
                  <a:gd name="T57" fmla="*/ 220 h 627"/>
                  <a:gd name="T58" fmla="*/ 502 w 1152"/>
                  <a:gd name="T59" fmla="*/ 193 h 627"/>
                  <a:gd name="T60" fmla="*/ 495 w 1152"/>
                  <a:gd name="T61" fmla="*/ 144 h 627"/>
                  <a:gd name="T62" fmla="*/ 486 w 1152"/>
                  <a:gd name="T63" fmla="*/ 108 h 627"/>
                  <a:gd name="T64" fmla="*/ 482 w 1152"/>
                  <a:gd name="T65" fmla="*/ 73 h 627"/>
                  <a:gd name="T66" fmla="*/ 566 w 1152"/>
                  <a:gd name="T67" fmla="*/ 36 h 627"/>
                  <a:gd name="T68" fmla="*/ 649 w 1152"/>
                  <a:gd name="T69" fmla="*/ 12 h 627"/>
                  <a:gd name="T70" fmla="*/ 821 w 1152"/>
                  <a:gd name="T71" fmla="*/ 127 h 627"/>
                  <a:gd name="T72" fmla="*/ 978 w 1152"/>
                  <a:gd name="T73" fmla="*/ 93 h 627"/>
                  <a:gd name="T74" fmla="*/ 1031 w 1152"/>
                  <a:gd name="T75" fmla="*/ 282 h 627"/>
                  <a:gd name="T76" fmla="*/ 1120 w 1152"/>
                  <a:gd name="T77" fmla="*/ 340 h 627"/>
                  <a:gd name="T78" fmla="*/ 1072 w 1152"/>
                  <a:gd name="T79" fmla="*/ 560 h 627"/>
                  <a:gd name="T80" fmla="*/ 843 w 1152"/>
                  <a:gd name="T81" fmla="*/ 594 h 627"/>
                  <a:gd name="T82" fmla="*/ 740 w 1152"/>
                  <a:gd name="T83" fmla="*/ 511 h 627"/>
                  <a:gd name="T84" fmla="*/ 549 w 1152"/>
                  <a:gd name="T85" fmla="*/ 504 h 627"/>
                  <a:gd name="T86" fmla="*/ 310 w 1152"/>
                  <a:gd name="T87" fmla="*/ 494 h 627"/>
                  <a:gd name="T88" fmla="*/ 120 w 1152"/>
                  <a:gd name="T89" fmla="*/ 525 h 627"/>
                  <a:gd name="T90" fmla="*/ 26 w 1152"/>
                  <a:gd name="T91" fmla="*/ 600 h 627"/>
                  <a:gd name="T92" fmla="*/ 9 w 1152"/>
                  <a:gd name="T93" fmla="*/ 557 h 627"/>
                  <a:gd name="T94" fmla="*/ 7 w 1152"/>
                  <a:gd name="T95" fmla="*/ 519 h 627"/>
                  <a:gd name="T96" fmla="*/ 5 w 1152"/>
                  <a:gd name="T97" fmla="*/ 478 h 627"/>
                  <a:gd name="T98" fmla="*/ 8 w 1152"/>
                  <a:gd name="T99" fmla="*/ 437 h 627"/>
                  <a:gd name="T100" fmla="*/ 7 w 1152"/>
                  <a:gd name="T101" fmla="*/ 420 h 627"/>
                  <a:gd name="T102" fmla="*/ 8 w 1152"/>
                  <a:gd name="T103" fmla="*/ 406 h 627"/>
                  <a:gd name="T104" fmla="*/ 25 w 1152"/>
                  <a:gd name="T105" fmla="*/ 391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52" h="627">
                    <a:moveTo>
                      <a:pt x="25" y="391"/>
                    </a:moveTo>
                    <a:cubicBezTo>
                      <a:pt x="28" y="388"/>
                      <a:pt x="31" y="386"/>
                      <a:pt x="34" y="383"/>
                    </a:cubicBezTo>
                    <a:cubicBezTo>
                      <a:pt x="35" y="382"/>
                      <a:pt x="36" y="381"/>
                      <a:pt x="36" y="381"/>
                    </a:cubicBezTo>
                    <a:cubicBezTo>
                      <a:pt x="37" y="380"/>
                      <a:pt x="37" y="380"/>
                      <a:pt x="37" y="379"/>
                    </a:cubicBezTo>
                    <a:cubicBezTo>
                      <a:pt x="37" y="377"/>
                      <a:pt x="38" y="376"/>
                      <a:pt x="39" y="375"/>
                    </a:cubicBezTo>
                    <a:cubicBezTo>
                      <a:pt x="40" y="373"/>
                      <a:pt x="42" y="372"/>
                      <a:pt x="44" y="370"/>
                    </a:cubicBezTo>
                    <a:cubicBezTo>
                      <a:pt x="45" y="369"/>
                      <a:pt x="46" y="367"/>
                      <a:pt x="47" y="366"/>
                    </a:cubicBezTo>
                    <a:cubicBezTo>
                      <a:pt x="48" y="363"/>
                      <a:pt x="49" y="361"/>
                      <a:pt x="50" y="359"/>
                    </a:cubicBezTo>
                    <a:cubicBezTo>
                      <a:pt x="51" y="357"/>
                      <a:pt x="52" y="355"/>
                      <a:pt x="54" y="354"/>
                    </a:cubicBezTo>
                    <a:cubicBezTo>
                      <a:pt x="55" y="352"/>
                      <a:pt x="55" y="350"/>
                      <a:pt x="56" y="348"/>
                    </a:cubicBezTo>
                    <a:cubicBezTo>
                      <a:pt x="57" y="346"/>
                      <a:pt x="58" y="344"/>
                      <a:pt x="58" y="342"/>
                    </a:cubicBezTo>
                    <a:cubicBezTo>
                      <a:pt x="58" y="339"/>
                      <a:pt x="57" y="338"/>
                      <a:pt x="57" y="336"/>
                    </a:cubicBezTo>
                    <a:cubicBezTo>
                      <a:pt x="55" y="331"/>
                      <a:pt x="55" y="326"/>
                      <a:pt x="54" y="321"/>
                    </a:cubicBezTo>
                    <a:cubicBezTo>
                      <a:pt x="54" y="320"/>
                      <a:pt x="54" y="318"/>
                      <a:pt x="54" y="316"/>
                    </a:cubicBezTo>
                    <a:cubicBezTo>
                      <a:pt x="54" y="314"/>
                      <a:pt x="53" y="311"/>
                      <a:pt x="53" y="309"/>
                    </a:cubicBezTo>
                    <a:cubicBezTo>
                      <a:pt x="53" y="304"/>
                      <a:pt x="52" y="299"/>
                      <a:pt x="52" y="294"/>
                    </a:cubicBezTo>
                    <a:cubicBezTo>
                      <a:pt x="52" y="290"/>
                      <a:pt x="52" y="287"/>
                      <a:pt x="51" y="283"/>
                    </a:cubicBezTo>
                    <a:cubicBezTo>
                      <a:pt x="51" y="281"/>
                      <a:pt x="51" y="278"/>
                      <a:pt x="52" y="276"/>
                    </a:cubicBezTo>
                    <a:cubicBezTo>
                      <a:pt x="52" y="275"/>
                      <a:pt x="53" y="274"/>
                      <a:pt x="54" y="273"/>
                    </a:cubicBezTo>
                    <a:cubicBezTo>
                      <a:pt x="54" y="272"/>
                      <a:pt x="55" y="271"/>
                      <a:pt x="56" y="271"/>
                    </a:cubicBezTo>
                    <a:cubicBezTo>
                      <a:pt x="57" y="270"/>
                      <a:pt x="58" y="268"/>
                      <a:pt x="60" y="266"/>
                    </a:cubicBezTo>
                    <a:cubicBezTo>
                      <a:pt x="61" y="265"/>
                      <a:pt x="63" y="263"/>
                      <a:pt x="64" y="261"/>
                    </a:cubicBezTo>
                    <a:cubicBezTo>
                      <a:pt x="66" y="258"/>
                      <a:pt x="68" y="255"/>
                      <a:pt x="69" y="252"/>
                    </a:cubicBezTo>
                    <a:cubicBezTo>
                      <a:pt x="71" y="249"/>
                      <a:pt x="72" y="246"/>
                      <a:pt x="74" y="243"/>
                    </a:cubicBezTo>
                    <a:cubicBezTo>
                      <a:pt x="76" y="241"/>
                      <a:pt x="78" y="238"/>
                      <a:pt x="80" y="235"/>
                    </a:cubicBezTo>
                    <a:cubicBezTo>
                      <a:pt x="81" y="232"/>
                      <a:pt x="82" y="230"/>
                      <a:pt x="83" y="227"/>
                    </a:cubicBezTo>
                    <a:cubicBezTo>
                      <a:pt x="83" y="225"/>
                      <a:pt x="84" y="223"/>
                      <a:pt x="85" y="220"/>
                    </a:cubicBezTo>
                    <a:cubicBezTo>
                      <a:pt x="87" y="217"/>
                      <a:pt x="89" y="213"/>
                      <a:pt x="89" y="209"/>
                    </a:cubicBezTo>
                    <a:cubicBezTo>
                      <a:pt x="89" y="206"/>
                      <a:pt x="88" y="202"/>
                      <a:pt x="90" y="200"/>
                    </a:cubicBezTo>
                    <a:cubicBezTo>
                      <a:pt x="91" y="197"/>
                      <a:pt x="93" y="195"/>
                      <a:pt x="97" y="194"/>
                    </a:cubicBezTo>
                    <a:cubicBezTo>
                      <a:pt x="97" y="194"/>
                      <a:pt x="98" y="195"/>
                      <a:pt x="99" y="195"/>
                    </a:cubicBezTo>
                    <a:cubicBezTo>
                      <a:pt x="100" y="195"/>
                      <a:pt x="101" y="194"/>
                      <a:pt x="102" y="194"/>
                    </a:cubicBezTo>
                    <a:cubicBezTo>
                      <a:pt x="103" y="194"/>
                      <a:pt x="104" y="194"/>
                      <a:pt x="105" y="193"/>
                    </a:cubicBezTo>
                    <a:cubicBezTo>
                      <a:pt x="106" y="193"/>
                      <a:pt x="107" y="192"/>
                      <a:pt x="108" y="191"/>
                    </a:cubicBezTo>
                    <a:cubicBezTo>
                      <a:pt x="110" y="190"/>
                      <a:pt x="112" y="191"/>
                      <a:pt x="114" y="191"/>
                    </a:cubicBezTo>
                    <a:cubicBezTo>
                      <a:pt x="116" y="190"/>
                      <a:pt x="118" y="191"/>
                      <a:pt x="120" y="190"/>
                    </a:cubicBezTo>
                    <a:cubicBezTo>
                      <a:pt x="121" y="190"/>
                      <a:pt x="123" y="189"/>
                      <a:pt x="125" y="189"/>
                    </a:cubicBezTo>
                    <a:cubicBezTo>
                      <a:pt x="126" y="189"/>
                      <a:pt x="127" y="188"/>
                      <a:pt x="129" y="188"/>
                    </a:cubicBezTo>
                    <a:cubicBezTo>
                      <a:pt x="130" y="188"/>
                      <a:pt x="131" y="188"/>
                      <a:pt x="133" y="188"/>
                    </a:cubicBezTo>
                    <a:cubicBezTo>
                      <a:pt x="136" y="188"/>
                      <a:pt x="139" y="186"/>
                      <a:pt x="141" y="185"/>
                    </a:cubicBezTo>
                    <a:cubicBezTo>
                      <a:pt x="142" y="184"/>
                      <a:pt x="142" y="184"/>
                      <a:pt x="143" y="184"/>
                    </a:cubicBezTo>
                    <a:cubicBezTo>
                      <a:pt x="144" y="183"/>
                      <a:pt x="144" y="183"/>
                      <a:pt x="145" y="182"/>
                    </a:cubicBezTo>
                    <a:cubicBezTo>
                      <a:pt x="147" y="181"/>
                      <a:pt x="148" y="179"/>
                      <a:pt x="150" y="178"/>
                    </a:cubicBezTo>
                    <a:cubicBezTo>
                      <a:pt x="151" y="177"/>
                      <a:pt x="153" y="176"/>
                      <a:pt x="154" y="175"/>
                    </a:cubicBezTo>
                    <a:cubicBezTo>
                      <a:pt x="161" y="171"/>
                      <a:pt x="167" y="167"/>
                      <a:pt x="173" y="163"/>
                    </a:cubicBezTo>
                    <a:cubicBezTo>
                      <a:pt x="180" y="158"/>
                      <a:pt x="188" y="154"/>
                      <a:pt x="195" y="150"/>
                    </a:cubicBezTo>
                    <a:cubicBezTo>
                      <a:pt x="201" y="147"/>
                      <a:pt x="204" y="142"/>
                      <a:pt x="210" y="139"/>
                    </a:cubicBezTo>
                    <a:cubicBezTo>
                      <a:pt x="212" y="137"/>
                      <a:pt x="216" y="135"/>
                      <a:pt x="218" y="137"/>
                    </a:cubicBezTo>
                    <a:cubicBezTo>
                      <a:pt x="220" y="138"/>
                      <a:pt x="220" y="141"/>
                      <a:pt x="220" y="143"/>
                    </a:cubicBezTo>
                    <a:cubicBezTo>
                      <a:pt x="220" y="148"/>
                      <a:pt x="220" y="154"/>
                      <a:pt x="221" y="160"/>
                    </a:cubicBezTo>
                    <a:cubicBezTo>
                      <a:pt x="221" y="166"/>
                      <a:pt x="225" y="172"/>
                      <a:pt x="228" y="177"/>
                    </a:cubicBezTo>
                    <a:cubicBezTo>
                      <a:pt x="230" y="180"/>
                      <a:pt x="233" y="183"/>
                      <a:pt x="236" y="186"/>
                    </a:cubicBezTo>
                    <a:cubicBezTo>
                      <a:pt x="239" y="188"/>
                      <a:pt x="242" y="190"/>
                      <a:pt x="245" y="192"/>
                    </a:cubicBezTo>
                    <a:cubicBezTo>
                      <a:pt x="252" y="197"/>
                      <a:pt x="258" y="202"/>
                      <a:pt x="265" y="207"/>
                    </a:cubicBezTo>
                    <a:cubicBezTo>
                      <a:pt x="272" y="211"/>
                      <a:pt x="277" y="216"/>
                      <a:pt x="284" y="222"/>
                    </a:cubicBezTo>
                    <a:cubicBezTo>
                      <a:pt x="285" y="223"/>
                      <a:pt x="287" y="224"/>
                      <a:pt x="288" y="225"/>
                    </a:cubicBezTo>
                    <a:cubicBezTo>
                      <a:pt x="291" y="227"/>
                      <a:pt x="295" y="229"/>
                      <a:pt x="298" y="231"/>
                    </a:cubicBezTo>
                    <a:cubicBezTo>
                      <a:pt x="299" y="232"/>
                      <a:pt x="301" y="233"/>
                      <a:pt x="302" y="233"/>
                    </a:cubicBezTo>
                    <a:cubicBezTo>
                      <a:pt x="304" y="233"/>
                      <a:pt x="305" y="233"/>
                      <a:pt x="307" y="233"/>
                    </a:cubicBezTo>
                    <a:cubicBezTo>
                      <a:pt x="309" y="234"/>
                      <a:pt x="312" y="234"/>
                      <a:pt x="314" y="236"/>
                    </a:cubicBezTo>
                    <a:cubicBezTo>
                      <a:pt x="315" y="237"/>
                      <a:pt x="315" y="237"/>
                      <a:pt x="315" y="238"/>
                    </a:cubicBezTo>
                    <a:cubicBezTo>
                      <a:pt x="315" y="240"/>
                      <a:pt x="316" y="242"/>
                      <a:pt x="316" y="244"/>
                    </a:cubicBezTo>
                    <a:cubicBezTo>
                      <a:pt x="317" y="247"/>
                      <a:pt x="320" y="249"/>
                      <a:pt x="320" y="253"/>
                    </a:cubicBezTo>
                    <a:cubicBezTo>
                      <a:pt x="320" y="255"/>
                      <a:pt x="320" y="257"/>
                      <a:pt x="320" y="260"/>
                    </a:cubicBezTo>
                    <a:cubicBezTo>
                      <a:pt x="320" y="264"/>
                      <a:pt x="323" y="266"/>
                      <a:pt x="325" y="269"/>
                    </a:cubicBezTo>
                    <a:cubicBezTo>
                      <a:pt x="327" y="271"/>
                      <a:pt x="328" y="273"/>
                      <a:pt x="330" y="276"/>
                    </a:cubicBezTo>
                    <a:cubicBezTo>
                      <a:pt x="332" y="278"/>
                      <a:pt x="334" y="280"/>
                      <a:pt x="335" y="283"/>
                    </a:cubicBezTo>
                    <a:cubicBezTo>
                      <a:pt x="335" y="284"/>
                      <a:pt x="335" y="285"/>
                      <a:pt x="336" y="287"/>
                    </a:cubicBezTo>
                    <a:cubicBezTo>
                      <a:pt x="336" y="288"/>
                      <a:pt x="336" y="289"/>
                      <a:pt x="337" y="290"/>
                    </a:cubicBezTo>
                    <a:cubicBezTo>
                      <a:pt x="337" y="292"/>
                      <a:pt x="336" y="294"/>
                      <a:pt x="336" y="295"/>
                    </a:cubicBezTo>
                    <a:cubicBezTo>
                      <a:pt x="336" y="297"/>
                      <a:pt x="336" y="300"/>
                      <a:pt x="337" y="302"/>
                    </a:cubicBezTo>
                    <a:cubicBezTo>
                      <a:pt x="337" y="304"/>
                      <a:pt x="340" y="308"/>
                      <a:pt x="342" y="308"/>
                    </a:cubicBezTo>
                    <a:cubicBezTo>
                      <a:pt x="344" y="309"/>
                      <a:pt x="345" y="310"/>
                      <a:pt x="347" y="310"/>
                    </a:cubicBezTo>
                    <a:cubicBezTo>
                      <a:pt x="349" y="311"/>
                      <a:pt x="351" y="311"/>
                      <a:pt x="353" y="312"/>
                    </a:cubicBezTo>
                    <a:cubicBezTo>
                      <a:pt x="355" y="312"/>
                      <a:pt x="356" y="315"/>
                      <a:pt x="358" y="316"/>
                    </a:cubicBezTo>
                    <a:cubicBezTo>
                      <a:pt x="359" y="316"/>
                      <a:pt x="361" y="316"/>
                      <a:pt x="362" y="316"/>
                    </a:cubicBezTo>
                    <a:cubicBezTo>
                      <a:pt x="363" y="316"/>
                      <a:pt x="365" y="317"/>
                      <a:pt x="366" y="317"/>
                    </a:cubicBezTo>
                    <a:cubicBezTo>
                      <a:pt x="367" y="317"/>
                      <a:pt x="368" y="317"/>
                      <a:pt x="369" y="317"/>
                    </a:cubicBezTo>
                    <a:cubicBezTo>
                      <a:pt x="370" y="317"/>
                      <a:pt x="372" y="317"/>
                      <a:pt x="373" y="316"/>
                    </a:cubicBezTo>
                    <a:cubicBezTo>
                      <a:pt x="375" y="316"/>
                      <a:pt x="377" y="316"/>
                      <a:pt x="379" y="317"/>
                    </a:cubicBezTo>
                    <a:cubicBezTo>
                      <a:pt x="380" y="317"/>
                      <a:pt x="381" y="318"/>
                      <a:pt x="382" y="319"/>
                    </a:cubicBezTo>
                    <a:cubicBezTo>
                      <a:pt x="382" y="321"/>
                      <a:pt x="382" y="322"/>
                      <a:pt x="383" y="323"/>
                    </a:cubicBezTo>
                    <a:cubicBezTo>
                      <a:pt x="383" y="326"/>
                      <a:pt x="385" y="327"/>
                      <a:pt x="388" y="328"/>
                    </a:cubicBezTo>
                    <a:cubicBezTo>
                      <a:pt x="389" y="329"/>
                      <a:pt x="389" y="330"/>
                      <a:pt x="390" y="330"/>
                    </a:cubicBezTo>
                    <a:cubicBezTo>
                      <a:pt x="391" y="331"/>
                      <a:pt x="393" y="331"/>
                      <a:pt x="394" y="331"/>
                    </a:cubicBezTo>
                    <a:cubicBezTo>
                      <a:pt x="395" y="331"/>
                      <a:pt x="396" y="332"/>
                      <a:pt x="397" y="332"/>
                    </a:cubicBezTo>
                    <a:cubicBezTo>
                      <a:pt x="397" y="333"/>
                      <a:pt x="398" y="333"/>
                      <a:pt x="398" y="333"/>
                    </a:cubicBezTo>
                    <a:cubicBezTo>
                      <a:pt x="399" y="333"/>
                      <a:pt x="399" y="333"/>
                      <a:pt x="399" y="333"/>
                    </a:cubicBezTo>
                    <a:cubicBezTo>
                      <a:pt x="400" y="333"/>
                      <a:pt x="400" y="333"/>
                      <a:pt x="401" y="333"/>
                    </a:cubicBezTo>
                    <a:cubicBezTo>
                      <a:pt x="403" y="334"/>
                      <a:pt x="404" y="335"/>
                      <a:pt x="406" y="336"/>
                    </a:cubicBezTo>
                    <a:cubicBezTo>
                      <a:pt x="408" y="337"/>
                      <a:pt x="409" y="337"/>
                      <a:pt x="410" y="336"/>
                    </a:cubicBezTo>
                    <a:cubicBezTo>
                      <a:pt x="412" y="336"/>
                      <a:pt x="413" y="336"/>
                      <a:pt x="415" y="335"/>
                    </a:cubicBezTo>
                    <a:cubicBezTo>
                      <a:pt x="416" y="334"/>
                      <a:pt x="417" y="333"/>
                      <a:pt x="419" y="333"/>
                    </a:cubicBezTo>
                    <a:cubicBezTo>
                      <a:pt x="421" y="332"/>
                      <a:pt x="422" y="332"/>
                      <a:pt x="423" y="331"/>
                    </a:cubicBezTo>
                    <a:cubicBezTo>
                      <a:pt x="425" y="329"/>
                      <a:pt x="427" y="328"/>
                      <a:pt x="429" y="327"/>
                    </a:cubicBezTo>
                    <a:cubicBezTo>
                      <a:pt x="430" y="327"/>
                      <a:pt x="432" y="326"/>
                      <a:pt x="434" y="326"/>
                    </a:cubicBezTo>
                    <a:cubicBezTo>
                      <a:pt x="435" y="326"/>
                      <a:pt x="436" y="326"/>
                      <a:pt x="437" y="325"/>
                    </a:cubicBezTo>
                    <a:cubicBezTo>
                      <a:pt x="437" y="325"/>
                      <a:pt x="438" y="324"/>
                      <a:pt x="438" y="324"/>
                    </a:cubicBezTo>
                    <a:cubicBezTo>
                      <a:pt x="441" y="322"/>
                      <a:pt x="444" y="321"/>
                      <a:pt x="446" y="319"/>
                    </a:cubicBezTo>
                    <a:cubicBezTo>
                      <a:pt x="447" y="318"/>
                      <a:pt x="448" y="317"/>
                      <a:pt x="448" y="316"/>
                    </a:cubicBezTo>
                    <a:cubicBezTo>
                      <a:pt x="449" y="316"/>
                      <a:pt x="449" y="315"/>
                      <a:pt x="449" y="315"/>
                    </a:cubicBezTo>
                    <a:cubicBezTo>
                      <a:pt x="450" y="314"/>
                      <a:pt x="451" y="313"/>
                      <a:pt x="452" y="312"/>
                    </a:cubicBezTo>
                    <a:cubicBezTo>
                      <a:pt x="453" y="312"/>
                      <a:pt x="454" y="311"/>
                      <a:pt x="455" y="310"/>
                    </a:cubicBezTo>
                    <a:cubicBezTo>
                      <a:pt x="457" y="307"/>
                      <a:pt x="460" y="304"/>
                      <a:pt x="463" y="302"/>
                    </a:cubicBezTo>
                    <a:cubicBezTo>
                      <a:pt x="466" y="300"/>
                      <a:pt x="468" y="298"/>
                      <a:pt x="470" y="296"/>
                    </a:cubicBezTo>
                    <a:cubicBezTo>
                      <a:pt x="472" y="294"/>
                      <a:pt x="475" y="293"/>
                      <a:pt x="477" y="290"/>
                    </a:cubicBezTo>
                    <a:cubicBezTo>
                      <a:pt x="478" y="288"/>
                      <a:pt x="480" y="285"/>
                      <a:pt x="482" y="283"/>
                    </a:cubicBezTo>
                    <a:cubicBezTo>
                      <a:pt x="484" y="282"/>
                      <a:pt x="486" y="281"/>
                      <a:pt x="487" y="279"/>
                    </a:cubicBezTo>
                    <a:cubicBezTo>
                      <a:pt x="488" y="277"/>
                      <a:pt x="489" y="276"/>
                      <a:pt x="491" y="274"/>
                    </a:cubicBezTo>
                    <a:cubicBezTo>
                      <a:pt x="493" y="273"/>
                      <a:pt x="495" y="270"/>
                      <a:pt x="496" y="267"/>
                    </a:cubicBezTo>
                    <a:cubicBezTo>
                      <a:pt x="498" y="265"/>
                      <a:pt x="499" y="262"/>
                      <a:pt x="500" y="259"/>
                    </a:cubicBezTo>
                    <a:cubicBezTo>
                      <a:pt x="502" y="256"/>
                      <a:pt x="505" y="254"/>
                      <a:pt x="507" y="251"/>
                    </a:cubicBezTo>
                    <a:cubicBezTo>
                      <a:pt x="510" y="247"/>
                      <a:pt x="510" y="243"/>
                      <a:pt x="511" y="238"/>
                    </a:cubicBezTo>
                    <a:cubicBezTo>
                      <a:pt x="511" y="236"/>
                      <a:pt x="510" y="234"/>
                      <a:pt x="510" y="232"/>
                    </a:cubicBezTo>
                    <a:cubicBezTo>
                      <a:pt x="510" y="229"/>
                      <a:pt x="509" y="226"/>
                      <a:pt x="508" y="223"/>
                    </a:cubicBezTo>
                    <a:cubicBezTo>
                      <a:pt x="507" y="222"/>
                      <a:pt x="508" y="221"/>
                      <a:pt x="507" y="220"/>
                    </a:cubicBezTo>
                    <a:cubicBezTo>
                      <a:pt x="507" y="219"/>
                      <a:pt x="507" y="217"/>
                      <a:pt x="507" y="215"/>
                    </a:cubicBezTo>
                    <a:cubicBezTo>
                      <a:pt x="507" y="213"/>
                      <a:pt x="506" y="211"/>
                      <a:pt x="506" y="210"/>
                    </a:cubicBezTo>
                    <a:cubicBezTo>
                      <a:pt x="506" y="208"/>
                      <a:pt x="506" y="206"/>
                      <a:pt x="506" y="204"/>
                    </a:cubicBezTo>
                    <a:cubicBezTo>
                      <a:pt x="505" y="200"/>
                      <a:pt x="503" y="197"/>
                      <a:pt x="502" y="193"/>
                    </a:cubicBezTo>
                    <a:cubicBezTo>
                      <a:pt x="502" y="190"/>
                      <a:pt x="502" y="187"/>
                      <a:pt x="502" y="184"/>
                    </a:cubicBezTo>
                    <a:cubicBezTo>
                      <a:pt x="500" y="175"/>
                      <a:pt x="500" y="167"/>
                      <a:pt x="499" y="159"/>
                    </a:cubicBezTo>
                    <a:cubicBezTo>
                      <a:pt x="498" y="156"/>
                      <a:pt x="498" y="154"/>
                      <a:pt x="497" y="151"/>
                    </a:cubicBezTo>
                    <a:cubicBezTo>
                      <a:pt x="496" y="149"/>
                      <a:pt x="495" y="147"/>
                      <a:pt x="495" y="144"/>
                    </a:cubicBezTo>
                    <a:cubicBezTo>
                      <a:pt x="493" y="140"/>
                      <a:pt x="492" y="136"/>
                      <a:pt x="491" y="131"/>
                    </a:cubicBezTo>
                    <a:cubicBezTo>
                      <a:pt x="490" y="128"/>
                      <a:pt x="490" y="126"/>
                      <a:pt x="489" y="122"/>
                    </a:cubicBezTo>
                    <a:cubicBezTo>
                      <a:pt x="488" y="119"/>
                      <a:pt x="487" y="115"/>
                      <a:pt x="487" y="112"/>
                    </a:cubicBezTo>
                    <a:cubicBezTo>
                      <a:pt x="486" y="110"/>
                      <a:pt x="486" y="109"/>
                      <a:pt x="486" y="108"/>
                    </a:cubicBezTo>
                    <a:cubicBezTo>
                      <a:pt x="486" y="106"/>
                      <a:pt x="486" y="104"/>
                      <a:pt x="486" y="103"/>
                    </a:cubicBezTo>
                    <a:cubicBezTo>
                      <a:pt x="486" y="102"/>
                      <a:pt x="486" y="101"/>
                      <a:pt x="486" y="100"/>
                    </a:cubicBezTo>
                    <a:cubicBezTo>
                      <a:pt x="485" y="98"/>
                      <a:pt x="484" y="96"/>
                      <a:pt x="484" y="93"/>
                    </a:cubicBezTo>
                    <a:cubicBezTo>
                      <a:pt x="482" y="86"/>
                      <a:pt x="482" y="80"/>
                      <a:pt x="482" y="73"/>
                    </a:cubicBezTo>
                    <a:cubicBezTo>
                      <a:pt x="482" y="73"/>
                      <a:pt x="482" y="72"/>
                      <a:pt x="482" y="72"/>
                    </a:cubicBezTo>
                    <a:cubicBezTo>
                      <a:pt x="498" y="71"/>
                      <a:pt x="498" y="71"/>
                      <a:pt x="498" y="71"/>
                    </a:cubicBezTo>
                    <a:cubicBezTo>
                      <a:pt x="505" y="50"/>
                      <a:pt x="505" y="50"/>
                      <a:pt x="505" y="50"/>
                    </a:cubicBezTo>
                    <a:cubicBezTo>
                      <a:pt x="566" y="36"/>
                      <a:pt x="566" y="36"/>
                      <a:pt x="566" y="36"/>
                    </a:cubicBezTo>
                    <a:cubicBezTo>
                      <a:pt x="598" y="0"/>
                      <a:pt x="598" y="0"/>
                      <a:pt x="598" y="0"/>
                    </a:cubicBezTo>
                    <a:cubicBezTo>
                      <a:pt x="622" y="28"/>
                      <a:pt x="622" y="28"/>
                      <a:pt x="622" y="28"/>
                    </a:cubicBezTo>
                    <a:cubicBezTo>
                      <a:pt x="624" y="12"/>
                      <a:pt x="624" y="12"/>
                      <a:pt x="624" y="12"/>
                    </a:cubicBezTo>
                    <a:cubicBezTo>
                      <a:pt x="649" y="12"/>
                      <a:pt x="649" y="12"/>
                      <a:pt x="649" y="12"/>
                    </a:cubicBezTo>
                    <a:cubicBezTo>
                      <a:pt x="712" y="58"/>
                      <a:pt x="712" y="58"/>
                      <a:pt x="712" y="58"/>
                    </a:cubicBezTo>
                    <a:cubicBezTo>
                      <a:pt x="736" y="45"/>
                      <a:pt x="736" y="45"/>
                      <a:pt x="736" y="45"/>
                    </a:cubicBezTo>
                    <a:cubicBezTo>
                      <a:pt x="776" y="106"/>
                      <a:pt x="776" y="106"/>
                      <a:pt x="776" y="106"/>
                    </a:cubicBezTo>
                    <a:cubicBezTo>
                      <a:pt x="821" y="127"/>
                      <a:pt x="821" y="127"/>
                      <a:pt x="821" y="127"/>
                    </a:cubicBezTo>
                    <a:cubicBezTo>
                      <a:pt x="882" y="81"/>
                      <a:pt x="882" y="81"/>
                      <a:pt x="882" y="81"/>
                    </a:cubicBezTo>
                    <a:cubicBezTo>
                      <a:pt x="916" y="98"/>
                      <a:pt x="916" y="98"/>
                      <a:pt x="916" y="98"/>
                    </a:cubicBezTo>
                    <a:cubicBezTo>
                      <a:pt x="967" y="94"/>
                      <a:pt x="967" y="94"/>
                      <a:pt x="967" y="94"/>
                    </a:cubicBezTo>
                    <a:cubicBezTo>
                      <a:pt x="978" y="93"/>
                      <a:pt x="978" y="93"/>
                      <a:pt x="978" y="93"/>
                    </a:cubicBezTo>
                    <a:cubicBezTo>
                      <a:pt x="981" y="122"/>
                      <a:pt x="981" y="122"/>
                      <a:pt x="981" y="122"/>
                    </a:cubicBezTo>
                    <a:cubicBezTo>
                      <a:pt x="1004" y="122"/>
                      <a:pt x="1004" y="122"/>
                      <a:pt x="1004" y="122"/>
                    </a:cubicBezTo>
                    <a:cubicBezTo>
                      <a:pt x="1044" y="177"/>
                      <a:pt x="1044" y="177"/>
                      <a:pt x="1044" y="177"/>
                    </a:cubicBezTo>
                    <a:cubicBezTo>
                      <a:pt x="1031" y="282"/>
                      <a:pt x="1031" y="282"/>
                      <a:pt x="1031" y="282"/>
                    </a:cubicBezTo>
                    <a:cubicBezTo>
                      <a:pt x="1056" y="268"/>
                      <a:pt x="1056" y="268"/>
                      <a:pt x="1056" y="268"/>
                    </a:cubicBezTo>
                    <a:cubicBezTo>
                      <a:pt x="1079" y="277"/>
                      <a:pt x="1079" y="277"/>
                      <a:pt x="1079" y="277"/>
                    </a:cubicBezTo>
                    <a:cubicBezTo>
                      <a:pt x="1079" y="311"/>
                      <a:pt x="1079" y="311"/>
                      <a:pt x="1079" y="311"/>
                    </a:cubicBezTo>
                    <a:cubicBezTo>
                      <a:pt x="1120" y="340"/>
                      <a:pt x="1120" y="340"/>
                      <a:pt x="1120" y="340"/>
                    </a:cubicBezTo>
                    <a:cubicBezTo>
                      <a:pt x="1152" y="428"/>
                      <a:pt x="1152" y="428"/>
                      <a:pt x="1152" y="428"/>
                    </a:cubicBezTo>
                    <a:cubicBezTo>
                      <a:pt x="1138" y="455"/>
                      <a:pt x="1138" y="455"/>
                      <a:pt x="1138" y="455"/>
                    </a:cubicBezTo>
                    <a:cubicBezTo>
                      <a:pt x="1075" y="506"/>
                      <a:pt x="1075" y="506"/>
                      <a:pt x="1075" y="506"/>
                    </a:cubicBezTo>
                    <a:cubicBezTo>
                      <a:pt x="1072" y="560"/>
                      <a:pt x="1072" y="560"/>
                      <a:pt x="1072" y="560"/>
                    </a:cubicBezTo>
                    <a:cubicBezTo>
                      <a:pt x="1044" y="577"/>
                      <a:pt x="1044" y="577"/>
                      <a:pt x="1044" y="577"/>
                    </a:cubicBezTo>
                    <a:cubicBezTo>
                      <a:pt x="968" y="558"/>
                      <a:pt x="968" y="558"/>
                      <a:pt x="968" y="558"/>
                    </a:cubicBezTo>
                    <a:cubicBezTo>
                      <a:pt x="912" y="627"/>
                      <a:pt x="912" y="627"/>
                      <a:pt x="912" y="627"/>
                    </a:cubicBezTo>
                    <a:cubicBezTo>
                      <a:pt x="843" y="594"/>
                      <a:pt x="843" y="594"/>
                      <a:pt x="843" y="594"/>
                    </a:cubicBezTo>
                    <a:cubicBezTo>
                      <a:pt x="841" y="574"/>
                      <a:pt x="841" y="574"/>
                      <a:pt x="841" y="574"/>
                    </a:cubicBezTo>
                    <a:cubicBezTo>
                      <a:pt x="803" y="544"/>
                      <a:pt x="803" y="544"/>
                      <a:pt x="803" y="544"/>
                    </a:cubicBezTo>
                    <a:cubicBezTo>
                      <a:pt x="773" y="545"/>
                      <a:pt x="773" y="545"/>
                      <a:pt x="773" y="545"/>
                    </a:cubicBezTo>
                    <a:cubicBezTo>
                      <a:pt x="740" y="511"/>
                      <a:pt x="740" y="511"/>
                      <a:pt x="740" y="511"/>
                    </a:cubicBezTo>
                    <a:cubicBezTo>
                      <a:pt x="660" y="512"/>
                      <a:pt x="660" y="512"/>
                      <a:pt x="660" y="512"/>
                    </a:cubicBezTo>
                    <a:cubicBezTo>
                      <a:pt x="614" y="442"/>
                      <a:pt x="614" y="442"/>
                      <a:pt x="614" y="442"/>
                    </a:cubicBezTo>
                    <a:cubicBezTo>
                      <a:pt x="570" y="475"/>
                      <a:pt x="570" y="475"/>
                      <a:pt x="570" y="475"/>
                    </a:cubicBezTo>
                    <a:cubicBezTo>
                      <a:pt x="549" y="504"/>
                      <a:pt x="549" y="504"/>
                      <a:pt x="549" y="504"/>
                    </a:cubicBezTo>
                    <a:cubicBezTo>
                      <a:pt x="490" y="505"/>
                      <a:pt x="490" y="505"/>
                      <a:pt x="490" y="505"/>
                    </a:cubicBezTo>
                    <a:cubicBezTo>
                      <a:pt x="435" y="486"/>
                      <a:pt x="435" y="486"/>
                      <a:pt x="435" y="486"/>
                    </a:cubicBezTo>
                    <a:cubicBezTo>
                      <a:pt x="339" y="512"/>
                      <a:pt x="339" y="512"/>
                      <a:pt x="339" y="512"/>
                    </a:cubicBezTo>
                    <a:cubicBezTo>
                      <a:pt x="310" y="494"/>
                      <a:pt x="310" y="494"/>
                      <a:pt x="310" y="494"/>
                    </a:cubicBezTo>
                    <a:cubicBezTo>
                      <a:pt x="282" y="509"/>
                      <a:pt x="282" y="509"/>
                      <a:pt x="282" y="509"/>
                    </a:cubicBezTo>
                    <a:cubicBezTo>
                      <a:pt x="177" y="498"/>
                      <a:pt x="177" y="498"/>
                      <a:pt x="177" y="498"/>
                    </a:cubicBezTo>
                    <a:cubicBezTo>
                      <a:pt x="159" y="517"/>
                      <a:pt x="159" y="517"/>
                      <a:pt x="159" y="517"/>
                    </a:cubicBezTo>
                    <a:cubicBezTo>
                      <a:pt x="120" y="525"/>
                      <a:pt x="120" y="525"/>
                      <a:pt x="120" y="525"/>
                    </a:cubicBezTo>
                    <a:cubicBezTo>
                      <a:pt x="62" y="570"/>
                      <a:pt x="62" y="570"/>
                      <a:pt x="62" y="570"/>
                    </a:cubicBezTo>
                    <a:cubicBezTo>
                      <a:pt x="56" y="598"/>
                      <a:pt x="56" y="598"/>
                      <a:pt x="56" y="598"/>
                    </a:cubicBezTo>
                    <a:cubicBezTo>
                      <a:pt x="26" y="605"/>
                      <a:pt x="26" y="605"/>
                      <a:pt x="26" y="605"/>
                    </a:cubicBezTo>
                    <a:cubicBezTo>
                      <a:pt x="26" y="603"/>
                      <a:pt x="26" y="602"/>
                      <a:pt x="26" y="600"/>
                    </a:cubicBezTo>
                    <a:cubicBezTo>
                      <a:pt x="25" y="598"/>
                      <a:pt x="22" y="596"/>
                      <a:pt x="21" y="595"/>
                    </a:cubicBezTo>
                    <a:cubicBezTo>
                      <a:pt x="18" y="592"/>
                      <a:pt x="13" y="590"/>
                      <a:pt x="11" y="587"/>
                    </a:cubicBezTo>
                    <a:cubicBezTo>
                      <a:pt x="8" y="583"/>
                      <a:pt x="9" y="577"/>
                      <a:pt x="9" y="572"/>
                    </a:cubicBezTo>
                    <a:cubicBezTo>
                      <a:pt x="9" y="567"/>
                      <a:pt x="10" y="562"/>
                      <a:pt x="9" y="557"/>
                    </a:cubicBezTo>
                    <a:cubicBezTo>
                      <a:pt x="8" y="553"/>
                      <a:pt x="4" y="551"/>
                      <a:pt x="2" y="547"/>
                    </a:cubicBezTo>
                    <a:cubicBezTo>
                      <a:pt x="1" y="543"/>
                      <a:pt x="0" y="536"/>
                      <a:pt x="3" y="532"/>
                    </a:cubicBezTo>
                    <a:cubicBezTo>
                      <a:pt x="5" y="530"/>
                      <a:pt x="6" y="530"/>
                      <a:pt x="7" y="526"/>
                    </a:cubicBezTo>
                    <a:cubicBezTo>
                      <a:pt x="7" y="524"/>
                      <a:pt x="7" y="522"/>
                      <a:pt x="7" y="519"/>
                    </a:cubicBezTo>
                    <a:cubicBezTo>
                      <a:pt x="7" y="514"/>
                      <a:pt x="6" y="511"/>
                      <a:pt x="4" y="506"/>
                    </a:cubicBezTo>
                    <a:cubicBezTo>
                      <a:pt x="3" y="504"/>
                      <a:pt x="3" y="502"/>
                      <a:pt x="2" y="500"/>
                    </a:cubicBezTo>
                    <a:cubicBezTo>
                      <a:pt x="2" y="496"/>
                      <a:pt x="1" y="492"/>
                      <a:pt x="2" y="488"/>
                    </a:cubicBezTo>
                    <a:cubicBezTo>
                      <a:pt x="2" y="485"/>
                      <a:pt x="4" y="481"/>
                      <a:pt x="5" y="478"/>
                    </a:cubicBezTo>
                    <a:cubicBezTo>
                      <a:pt x="8" y="473"/>
                      <a:pt x="7" y="467"/>
                      <a:pt x="8" y="462"/>
                    </a:cubicBezTo>
                    <a:cubicBezTo>
                      <a:pt x="9" y="459"/>
                      <a:pt x="9" y="456"/>
                      <a:pt x="9" y="452"/>
                    </a:cubicBezTo>
                    <a:cubicBezTo>
                      <a:pt x="9" y="450"/>
                      <a:pt x="9" y="447"/>
                      <a:pt x="9" y="444"/>
                    </a:cubicBezTo>
                    <a:cubicBezTo>
                      <a:pt x="8" y="442"/>
                      <a:pt x="8" y="439"/>
                      <a:pt x="8" y="437"/>
                    </a:cubicBezTo>
                    <a:cubicBezTo>
                      <a:pt x="8" y="435"/>
                      <a:pt x="9" y="433"/>
                      <a:pt x="8" y="431"/>
                    </a:cubicBezTo>
                    <a:cubicBezTo>
                      <a:pt x="8" y="430"/>
                      <a:pt x="7" y="429"/>
                      <a:pt x="7" y="428"/>
                    </a:cubicBezTo>
                    <a:cubicBezTo>
                      <a:pt x="7" y="427"/>
                      <a:pt x="7" y="426"/>
                      <a:pt x="7" y="425"/>
                    </a:cubicBezTo>
                    <a:cubicBezTo>
                      <a:pt x="6" y="423"/>
                      <a:pt x="7" y="422"/>
                      <a:pt x="7" y="420"/>
                    </a:cubicBezTo>
                    <a:cubicBezTo>
                      <a:pt x="7" y="418"/>
                      <a:pt x="7" y="415"/>
                      <a:pt x="7" y="413"/>
                    </a:cubicBezTo>
                    <a:cubicBezTo>
                      <a:pt x="7" y="412"/>
                      <a:pt x="7" y="411"/>
                      <a:pt x="7" y="410"/>
                    </a:cubicBezTo>
                    <a:cubicBezTo>
                      <a:pt x="7" y="409"/>
                      <a:pt x="7" y="409"/>
                      <a:pt x="8" y="408"/>
                    </a:cubicBezTo>
                    <a:cubicBezTo>
                      <a:pt x="8" y="407"/>
                      <a:pt x="8" y="407"/>
                      <a:pt x="8" y="406"/>
                    </a:cubicBezTo>
                    <a:cubicBezTo>
                      <a:pt x="9" y="406"/>
                      <a:pt x="9" y="406"/>
                      <a:pt x="9" y="405"/>
                    </a:cubicBezTo>
                    <a:cubicBezTo>
                      <a:pt x="12" y="403"/>
                      <a:pt x="16" y="400"/>
                      <a:pt x="19" y="398"/>
                    </a:cubicBezTo>
                    <a:cubicBezTo>
                      <a:pt x="20" y="397"/>
                      <a:pt x="21" y="395"/>
                      <a:pt x="23" y="394"/>
                    </a:cubicBezTo>
                    <a:cubicBezTo>
                      <a:pt x="24" y="393"/>
                      <a:pt x="24" y="392"/>
                      <a:pt x="25" y="391"/>
                    </a:cubicBezTo>
                    <a:cubicBezTo>
                      <a:pt x="25" y="391"/>
                      <a:pt x="25" y="391"/>
                      <a:pt x="25" y="391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88" name="Freeform 2189">
                <a:extLst>
                  <a:ext uri="{FF2B5EF4-FFF2-40B4-BE49-F238E27FC236}">
                    <a16:creationId xmlns:a16="http://schemas.microsoft.com/office/drawing/2014/main" id="{0B7C4F24-C7BC-4BC5-9748-EE71ED288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307"/>
                <a:ext cx="10" cy="6"/>
              </a:xfrm>
              <a:custGeom>
                <a:avLst/>
                <a:gdLst>
                  <a:gd name="T0" fmla="*/ 8 w 23"/>
                  <a:gd name="T1" fmla="*/ 1 h 14"/>
                  <a:gd name="T2" fmla="*/ 14 w 23"/>
                  <a:gd name="T3" fmla="*/ 14 h 14"/>
                  <a:gd name="T4" fmla="*/ 9 w 23"/>
                  <a:gd name="T5" fmla="*/ 13 h 14"/>
                  <a:gd name="T6" fmla="*/ 4 w 23"/>
                  <a:gd name="T7" fmla="*/ 13 h 14"/>
                  <a:gd name="T8" fmla="*/ 2 w 23"/>
                  <a:gd name="T9" fmla="*/ 4 h 14"/>
                  <a:gd name="T10" fmla="*/ 9 w 23"/>
                  <a:gd name="T1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8" y="1"/>
                    </a:moveTo>
                    <a:cubicBezTo>
                      <a:pt x="10" y="3"/>
                      <a:pt x="23" y="13"/>
                      <a:pt x="14" y="14"/>
                    </a:cubicBezTo>
                    <a:cubicBezTo>
                      <a:pt x="12" y="14"/>
                      <a:pt x="10" y="13"/>
                      <a:pt x="9" y="13"/>
                    </a:cubicBezTo>
                    <a:cubicBezTo>
                      <a:pt x="7" y="13"/>
                      <a:pt x="6" y="14"/>
                      <a:pt x="4" y="13"/>
                    </a:cubicBezTo>
                    <a:cubicBezTo>
                      <a:pt x="2" y="11"/>
                      <a:pt x="0" y="7"/>
                      <a:pt x="2" y="4"/>
                    </a:cubicBezTo>
                    <a:cubicBezTo>
                      <a:pt x="3" y="1"/>
                      <a:pt x="8" y="0"/>
                      <a:pt x="9" y="2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89" name="Freeform 2190">
                <a:extLst>
                  <a:ext uri="{FF2B5EF4-FFF2-40B4-BE49-F238E27FC236}">
                    <a16:creationId xmlns:a16="http://schemas.microsoft.com/office/drawing/2014/main" id="{DFBB15B5-B69A-425F-846D-FABC1F69A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781"/>
                <a:ext cx="7" cy="6"/>
              </a:xfrm>
              <a:custGeom>
                <a:avLst/>
                <a:gdLst>
                  <a:gd name="T0" fmla="*/ 6 w 18"/>
                  <a:gd name="T1" fmla="*/ 16 h 16"/>
                  <a:gd name="T2" fmla="*/ 3 w 18"/>
                  <a:gd name="T3" fmla="*/ 16 h 16"/>
                  <a:gd name="T4" fmla="*/ 2 w 18"/>
                  <a:gd name="T5" fmla="*/ 8 h 16"/>
                  <a:gd name="T6" fmla="*/ 3 w 18"/>
                  <a:gd name="T7" fmla="*/ 4 h 16"/>
                  <a:gd name="T8" fmla="*/ 5 w 18"/>
                  <a:gd name="T9" fmla="*/ 3 h 16"/>
                  <a:gd name="T10" fmla="*/ 6 w 18"/>
                  <a:gd name="T11" fmla="*/ 2 h 16"/>
                  <a:gd name="T12" fmla="*/ 10 w 18"/>
                  <a:gd name="T13" fmla="*/ 0 h 16"/>
                  <a:gd name="T14" fmla="*/ 14 w 18"/>
                  <a:gd name="T15" fmla="*/ 3 h 16"/>
                  <a:gd name="T16" fmla="*/ 17 w 18"/>
                  <a:gd name="T17" fmla="*/ 7 h 16"/>
                  <a:gd name="T18" fmla="*/ 14 w 18"/>
                  <a:gd name="T19" fmla="*/ 13 h 16"/>
                  <a:gd name="T20" fmla="*/ 6 w 18"/>
                  <a:gd name="T2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6" y="16"/>
                    </a:moveTo>
                    <a:cubicBezTo>
                      <a:pt x="5" y="16"/>
                      <a:pt x="4" y="16"/>
                      <a:pt x="3" y="16"/>
                    </a:cubicBezTo>
                    <a:cubicBezTo>
                      <a:pt x="0" y="16"/>
                      <a:pt x="2" y="10"/>
                      <a:pt x="2" y="8"/>
                    </a:cubicBezTo>
                    <a:cubicBezTo>
                      <a:pt x="2" y="7"/>
                      <a:pt x="2" y="5"/>
                      <a:pt x="3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12" y="1"/>
                      <a:pt x="13" y="1"/>
                      <a:pt x="14" y="3"/>
                    </a:cubicBezTo>
                    <a:cubicBezTo>
                      <a:pt x="16" y="4"/>
                      <a:pt x="17" y="5"/>
                      <a:pt x="17" y="7"/>
                    </a:cubicBezTo>
                    <a:cubicBezTo>
                      <a:pt x="18" y="9"/>
                      <a:pt x="16" y="12"/>
                      <a:pt x="14" y="13"/>
                    </a:cubicBezTo>
                    <a:cubicBezTo>
                      <a:pt x="12" y="14"/>
                      <a:pt x="9" y="15"/>
                      <a:pt x="6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90" name="Freeform 2191">
                <a:extLst>
                  <a:ext uri="{FF2B5EF4-FFF2-40B4-BE49-F238E27FC236}">
                    <a16:creationId xmlns:a16="http://schemas.microsoft.com/office/drawing/2014/main" id="{312B8817-7D25-4EBA-9FC4-3F2C84DA4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768"/>
                <a:ext cx="2" cy="3"/>
              </a:xfrm>
              <a:custGeom>
                <a:avLst/>
                <a:gdLst>
                  <a:gd name="T0" fmla="*/ 1 w 6"/>
                  <a:gd name="T1" fmla="*/ 8 h 9"/>
                  <a:gd name="T2" fmla="*/ 1 w 6"/>
                  <a:gd name="T3" fmla="*/ 2 h 9"/>
                  <a:gd name="T4" fmla="*/ 5 w 6"/>
                  <a:gd name="T5" fmla="*/ 4 h 9"/>
                  <a:gd name="T6" fmla="*/ 1 w 6"/>
                  <a:gd name="T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0" y="8"/>
                      <a:pt x="0" y="2"/>
                      <a:pt x="1" y="2"/>
                    </a:cubicBezTo>
                    <a:cubicBezTo>
                      <a:pt x="2" y="0"/>
                      <a:pt x="6" y="2"/>
                      <a:pt x="5" y="4"/>
                    </a:cubicBezTo>
                    <a:cubicBezTo>
                      <a:pt x="5" y="6"/>
                      <a:pt x="3" y="9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91" name="Freeform 2192">
                <a:extLst>
                  <a:ext uri="{FF2B5EF4-FFF2-40B4-BE49-F238E27FC236}">
                    <a16:creationId xmlns:a16="http://schemas.microsoft.com/office/drawing/2014/main" id="{6DB016E8-172E-4F04-9766-CC3618FBC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766"/>
                <a:ext cx="9" cy="10"/>
              </a:xfrm>
              <a:custGeom>
                <a:avLst/>
                <a:gdLst>
                  <a:gd name="T0" fmla="*/ 1 w 21"/>
                  <a:gd name="T1" fmla="*/ 10 h 25"/>
                  <a:gd name="T2" fmla="*/ 1 w 21"/>
                  <a:gd name="T3" fmla="*/ 10 h 25"/>
                  <a:gd name="T4" fmla="*/ 2 w 21"/>
                  <a:gd name="T5" fmla="*/ 5 h 25"/>
                  <a:gd name="T6" fmla="*/ 6 w 21"/>
                  <a:gd name="T7" fmla="*/ 9 h 25"/>
                  <a:gd name="T8" fmla="*/ 11 w 21"/>
                  <a:gd name="T9" fmla="*/ 15 h 25"/>
                  <a:gd name="T10" fmla="*/ 19 w 21"/>
                  <a:gd name="T11" fmla="*/ 4 h 25"/>
                  <a:gd name="T12" fmla="*/ 21 w 21"/>
                  <a:gd name="T13" fmla="*/ 12 h 25"/>
                  <a:gd name="T14" fmla="*/ 19 w 21"/>
                  <a:gd name="T15" fmla="*/ 18 h 25"/>
                  <a:gd name="T16" fmla="*/ 16 w 21"/>
                  <a:gd name="T17" fmla="*/ 20 h 25"/>
                  <a:gd name="T18" fmla="*/ 13 w 21"/>
                  <a:gd name="T19" fmla="*/ 23 h 25"/>
                  <a:gd name="T20" fmla="*/ 7 w 21"/>
                  <a:gd name="T21" fmla="*/ 24 h 25"/>
                  <a:gd name="T22" fmla="*/ 3 w 21"/>
                  <a:gd name="T23" fmla="*/ 19 h 25"/>
                  <a:gd name="T24" fmla="*/ 1 w 21"/>
                  <a:gd name="T2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5"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7"/>
                      <a:pt x="2" y="5"/>
                    </a:cubicBezTo>
                    <a:cubicBezTo>
                      <a:pt x="5" y="3"/>
                      <a:pt x="5" y="7"/>
                      <a:pt x="6" y="9"/>
                    </a:cubicBezTo>
                    <a:cubicBezTo>
                      <a:pt x="6" y="11"/>
                      <a:pt x="8" y="15"/>
                      <a:pt x="11" y="15"/>
                    </a:cubicBezTo>
                    <a:cubicBezTo>
                      <a:pt x="14" y="14"/>
                      <a:pt x="14" y="0"/>
                      <a:pt x="19" y="4"/>
                    </a:cubicBezTo>
                    <a:cubicBezTo>
                      <a:pt x="21" y="5"/>
                      <a:pt x="21" y="9"/>
                      <a:pt x="21" y="12"/>
                    </a:cubicBezTo>
                    <a:cubicBezTo>
                      <a:pt x="21" y="14"/>
                      <a:pt x="21" y="16"/>
                      <a:pt x="19" y="18"/>
                    </a:cubicBezTo>
                    <a:cubicBezTo>
                      <a:pt x="18" y="19"/>
                      <a:pt x="17" y="19"/>
                      <a:pt x="16" y="20"/>
                    </a:cubicBezTo>
                    <a:cubicBezTo>
                      <a:pt x="15" y="21"/>
                      <a:pt x="14" y="22"/>
                      <a:pt x="13" y="23"/>
                    </a:cubicBezTo>
                    <a:cubicBezTo>
                      <a:pt x="12" y="24"/>
                      <a:pt x="9" y="25"/>
                      <a:pt x="7" y="24"/>
                    </a:cubicBezTo>
                    <a:cubicBezTo>
                      <a:pt x="5" y="23"/>
                      <a:pt x="3" y="22"/>
                      <a:pt x="3" y="19"/>
                    </a:cubicBezTo>
                    <a:cubicBezTo>
                      <a:pt x="2" y="16"/>
                      <a:pt x="2" y="13"/>
                      <a:pt x="1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92" name="Freeform 2193">
                <a:extLst>
                  <a:ext uri="{FF2B5EF4-FFF2-40B4-BE49-F238E27FC236}">
                    <a16:creationId xmlns:a16="http://schemas.microsoft.com/office/drawing/2014/main" id="{A07F0A34-4156-4EE2-8725-C802AC655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857"/>
                <a:ext cx="5" cy="5"/>
              </a:xfrm>
              <a:custGeom>
                <a:avLst/>
                <a:gdLst>
                  <a:gd name="T0" fmla="*/ 10 w 11"/>
                  <a:gd name="T1" fmla="*/ 11 h 12"/>
                  <a:gd name="T2" fmla="*/ 6 w 11"/>
                  <a:gd name="T3" fmla="*/ 9 h 12"/>
                  <a:gd name="T4" fmla="*/ 4 w 11"/>
                  <a:gd name="T5" fmla="*/ 6 h 12"/>
                  <a:gd name="T6" fmla="*/ 3 w 11"/>
                  <a:gd name="T7" fmla="*/ 5 h 12"/>
                  <a:gd name="T8" fmla="*/ 1 w 11"/>
                  <a:gd name="T9" fmla="*/ 4 h 12"/>
                  <a:gd name="T10" fmla="*/ 0 w 11"/>
                  <a:gd name="T11" fmla="*/ 1 h 12"/>
                  <a:gd name="T12" fmla="*/ 3 w 11"/>
                  <a:gd name="T13" fmla="*/ 0 h 12"/>
                  <a:gd name="T14" fmla="*/ 6 w 11"/>
                  <a:gd name="T15" fmla="*/ 1 h 12"/>
                  <a:gd name="T16" fmla="*/ 10 w 11"/>
                  <a:gd name="T17" fmla="*/ 6 h 12"/>
                  <a:gd name="T18" fmla="*/ 10 w 11"/>
                  <a:gd name="T19" fmla="*/ 9 h 12"/>
                  <a:gd name="T20" fmla="*/ 9 w 11"/>
                  <a:gd name="T2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2">
                    <a:moveTo>
                      <a:pt x="10" y="11"/>
                    </a:moveTo>
                    <a:cubicBezTo>
                      <a:pt x="8" y="11"/>
                      <a:pt x="7" y="10"/>
                      <a:pt x="6" y="9"/>
                    </a:cubicBezTo>
                    <a:cubicBezTo>
                      <a:pt x="5" y="9"/>
                      <a:pt x="5" y="7"/>
                      <a:pt x="4" y="6"/>
                    </a:cubicBezTo>
                    <a:cubicBezTo>
                      <a:pt x="4" y="7"/>
                      <a:pt x="3" y="5"/>
                      <a:pt x="3" y="5"/>
                    </a:cubicBezTo>
                    <a:cubicBezTo>
                      <a:pt x="2" y="5"/>
                      <a:pt x="2" y="5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8" y="3"/>
                      <a:pt x="9" y="4"/>
                      <a:pt x="10" y="6"/>
                    </a:cubicBezTo>
                    <a:cubicBezTo>
                      <a:pt x="11" y="7"/>
                      <a:pt x="10" y="8"/>
                      <a:pt x="10" y="9"/>
                    </a:cubicBezTo>
                    <a:cubicBezTo>
                      <a:pt x="9" y="10"/>
                      <a:pt x="9" y="11"/>
                      <a:pt x="9" y="12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93" name="Freeform 2194">
                <a:extLst>
                  <a:ext uri="{FF2B5EF4-FFF2-40B4-BE49-F238E27FC236}">
                    <a16:creationId xmlns:a16="http://schemas.microsoft.com/office/drawing/2014/main" id="{C738BA94-D2CC-480B-A577-DE85E7F33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998"/>
                <a:ext cx="4" cy="8"/>
              </a:xfrm>
              <a:custGeom>
                <a:avLst/>
                <a:gdLst>
                  <a:gd name="T0" fmla="*/ 1 w 9"/>
                  <a:gd name="T1" fmla="*/ 6 h 18"/>
                  <a:gd name="T2" fmla="*/ 0 w 9"/>
                  <a:gd name="T3" fmla="*/ 3 h 18"/>
                  <a:gd name="T4" fmla="*/ 4 w 9"/>
                  <a:gd name="T5" fmla="*/ 4 h 18"/>
                  <a:gd name="T6" fmla="*/ 7 w 9"/>
                  <a:gd name="T7" fmla="*/ 10 h 18"/>
                  <a:gd name="T8" fmla="*/ 6 w 9"/>
                  <a:gd name="T9" fmla="*/ 16 h 18"/>
                  <a:gd name="T10" fmla="*/ 1 w 9"/>
                  <a:gd name="T11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8">
                    <a:moveTo>
                      <a:pt x="1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0"/>
                      <a:pt x="4" y="3"/>
                      <a:pt x="4" y="4"/>
                    </a:cubicBezTo>
                    <a:cubicBezTo>
                      <a:pt x="6" y="6"/>
                      <a:pt x="6" y="8"/>
                      <a:pt x="7" y="10"/>
                    </a:cubicBezTo>
                    <a:cubicBezTo>
                      <a:pt x="7" y="11"/>
                      <a:pt x="9" y="18"/>
                      <a:pt x="6" y="16"/>
                    </a:cubicBezTo>
                    <a:cubicBezTo>
                      <a:pt x="3" y="14"/>
                      <a:pt x="2" y="9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94" name="Freeform 2195">
                <a:extLst>
                  <a:ext uri="{FF2B5EF4-FFF2-40B4-BE49-F238E27FC236}">
                    <a16:creationId xmlns:a16="http://schemas.microsoft.com/office/drawing/2014/main" id="{52BF33B7-35D3-420D-8D00-0E0AE302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961"/>
                <a:ext cx="4" cy="12"/>
              </a:xfrm>
              <a:custGeom>
                <a:avLst/>
                <a:gdLst>
                  <a:gd name="T0" fmla="*/ 6 w 9"/>
                  <a:gd name="T1" fmla="*/ 24 h 29"/>
                  <a:gd name="T2" fmla="*/ 7 w 9"/>
                  <a:gd name="T3" fmla="*/ 19 h 29"/>
                  <a:gd name="T4" fmla="*/ 8 w 9"/>
                  <a:gd name="T5" fmla="*/ 13 h 29"/>
                  <a:gd name="T6" fmla="*/ 9 w 9"/>
                  <a:gd name="T7" fmla="*/ 9 h 29"/>
                  <a:gd name="T8" fmla="*/ 6 w 9"/>
                  <a:gd name="T9" fmla="*/ 1 h 29"/>
                  <a:gd name="T10" fmla="*/ 5 w 9"/>
                  <a:gd name="T11" fmla="*/ 9 h 29"/>
                  <a:gd name="T12" fmla="*/ 4 w 9"/>
                  <a:gd name="T13" fmla="*/ 13 h 29"/>
                  <a:gd name="T14" fmla="*/ 3 w 9"/>
                  <a:gd name="T15" fmla="*/ 21 h 29"/>
                  <a:gd name="T16" fmla="*/ 1 w 9"/>
                  <a:gd name="T17" fmla="*/ 26 h 29"/>
                  <a:gd name="T18" fmla="*/ 2 w 9"/>
                  <a:gd name="T19" fmla="*/ 28 h 29"/>
                  <a:gd name="T20" fmla="*/ 6 w 9"/>
                  <a:gd name="T21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9">
                    <a:moveTo>
                      <a:pt x="6" y="24"/>
                    </a:moveTo>
                    <a:cubicBezTo>
                      <a:pt x="7" y="22"/>
                      <a:pt x="7" y="21"/>
                      <a:pt x="7" y="19"/>
                    </a:cubicBezTo>
                    <a:cubicBezTo>
                      <a:pt x="7" y="17"/>
                      <a:pt x="7" y="15"/>
                      <a:pt x="8" y="13"/>
                    </a:cubicBezTo>
                    <a:cubicBezTo>
                      <a:pt x="8" y="12"/>
                      <a:pt x="8" y="10"/>
                      <a:pt x="9" y="9"/>
                    </a:cubicBezTo>
                    <a:cubicBezTo>
                      <a:pt x="9" y="7"/>
                      <a:pt x="9" y="0"/>
                      <a:pt x="6" y="1"/>
                    </a:cubicBezTo>
                    <a:cubicBezTo>
                      <a:pt x="3" y="2"/>
                      <a:pt x="5" y="7"/>
                      <a:pt x="5" y="9"/>
                    </a:cubicBezTo>
                    <a:cubicBezTo>
                      <a:pt x="5" y="10"/>
                      <a:pt x="4" y="12"/>
                      <a:pt x="4" y="13"/>
                    </a:cubicBezTo>
                    <a:cubicBezTo>
                      <a:pt x="4" y="16"/>
                      <a:pt x="4" y="19"/>
                      <a:pt x="3" y="21"/>
                    </a:cubicBezTo>
                    <a:cubicBezTo>
                      <a:pt x="2" y="23"/>
                      <a:pt x="1" y="24"/>
                      <a:pt x="1" y="26"/>
                    </a:cubicBezTo>
                    <a:cubicBezTo>
                      <a:pt x="0" y="27"/>
                      <a:pt x="0" y="29"/>
                      <a:pt x="2" y="28"/>
                    </a:cubicBezTo>
                    <a:cubicBezTo>
                      <a:pt x="4" y="27"/>
                      <a:pt x="5" y="25"/>
                      <a:pt x="6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95" name="Freeform 2196">
                <a:extLst>
                  <a:ext uri="{FF2B5EF4-FFF2-40B4-BE49-F238E27FC236}">
                    <a16:creationId xmlns:a16="http://schemas.microsoft.com/office/drawing/2014/main" id="{AC4A10EF-9918-4746-8C3A-352A4C3F6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862"/>
                <a:ext cx="60" cy="109"/>
              </a:xfrm>
              <a:custGeom>
                <a:avLst/>
                <a:gdLst>
                  <a:gd name="T0" fmla="*/ 32 w 147"/>
                  <a:gd name="T1" fmla="*/ 222 h 269"/>
                  <a:gd name="T2" fmla="*/ 29 w 147"/>
                  <a:gd name="T3" fmla="*/ 236 h 269"/>
                  <a:gd name="T4" fmla="*/ 21 w 147"/>
                  <a:gd name="T5" fmla="*/ 249 h 269"/>
                  <a:gd name="T6" fmla="*/ 16 w 147"/>
                  <a:gd name="T7" fmla="*/ 268 h 269"/>
                  <a:gd name="T8" fmla="*/ 45 w 147"/>
                  <a:gd name="T9" fmla="*/ 257 h 269"/>
                  <a:gd name="T10" fmla="*/ 53 w 147"/>
                  <a:gd name="T11" fmla="*/ 246 h 269"/>
                  <a:gd name="T12" fmla="*/ 44 w 147"/>
                  <a:gd name="T13" fmla="*/ 234 h 269"/>
                  <a:gd name="T14" fmla="*/ 51 w 147"/>
                  <a:gd name="T15" fmla="*/ 217 h 269"/>
                  <a:gd name="T16" fmla="*/ 54 w 147"/>
                  <a:gd name="T17" fmla="*/ 209 h 269"/>
                  <a:gd name="T18" fmla="*/ 72 w 147"/>
                  <a:gd name="T19" fmla="*/ 193 h 269"/>
                  <a:gd name="T20" fmla="*/ 80 w 147"/>
                  <a:gd name="T21" fmla="*/ 186 h 269"/>
                  <a:gd name="T22" fmla="*/ 91 w 147"/>
                  <a:gd name="T23" fmla="*/ 186 h 269"/>
                  <a:gd name="T24" fmla="*/ 100 w 147"/>
                  <a:gd name="T25" fmla="*/ 174 h 269"/>
                  <a:gd name="T26" fmla="*/ 93 w 147"/>
                  <a:gd name="T27" fmla="*/ 164 h 269"/>
                  <a:gd name="T28" fmla="*/ 98 w 147"/>
                  <a:gd name="T29" fmla="*/ 155 h 269"/>
                  <a:gd name="T30" fmla="*/ 105 w 147"/>
                  <a:gd name="T31" fmla="*/ 149 h 269"/>
                  <a:gd name="T32" fmla="*/ 120 w 147"/>
                  <a:gd name="T33" fmla="*/ 139 h 269"/>
                  <a:gd name="T34" fmla="*/ 129 w 147"/>
                  <a:gd name="T35" fmla="*/ 132 h 269"/>
                  <a:gd name="T36" fmla="*/ 128 w 147"/>
                  <a:gd name="T37" fmla="*/ 122 h 269"/>
                  <a:gd name="T38" fmla="*/ 117 w 147"/>
                  <a:gd name="T39" fmla="*/ 122 h 269"/>
                  <a:gd name="T40" fmla="*/ 109 w 147"/>
                  <a:gd name="T41" fmla="*/ 116 h 269"/>
                  <a:gd name="T42" fmla="*/ 107 w 147"/>
                  <a:gd name="T43" fmla="*/ 102 h 269"/>
                  <a:gd name="T44" fmla="*/ 107 w 147"/>
                  <a:gd name="T45" fmla="*/ 86 h 269"/>
                  <a:gd name="T46" fmla="*/ 103 w 147"/>
                  <a:gd name="T47" fmla="*/ 76 h 269"/>
                  <a:gd name="T48" fmla="*/ 107 w 147"/>
                  <a:gd name="T49" fmla="*/ 64 h 269"/>
                  <a:gd name="T50" fmla="*/ 115 w 147"/>
                  <a:gd name="T51" fmla="*/ 56 h 269"/>
                  <a:gd name="T52" fmla="*/ 127 w 147"/>
                  <a:gd name="T53" fmla="*/ 45 h 269"/>
                  <a:gd name="T54" fmla="*/ 132 w 147"/>
                  <a:gd name="T55" fmla="*/ 39 h 269"/>
                  <a:gd name="T56" fmla="*/ 137 w 147"/>
                  <a:gd name="T57" fmla="*/ 52 h 269"/>
                  <a:gd name="T58" fmla="*/ 139 w 147"/>
                  <a:gd name="T59" fmla="*/ 41 h 269"/>
                  <a:gd name="T60" fmla="*/ 133 w 147"/>
                  <a:gd name="T61" fmla="*/ 30 h 269"/>
                  <a:gd name="T62" fmla="*/ 143 w 147"/>
                  <a:gd name="T63" fmla="*/ 24 h 269"/>
                  <a:gd name="T64" fmla="*/ 142 w 147"/>
                  <a:gd name="T65" fmla="*/ 17 h 269"/>
                  <a:gd name="T66" fmla="*/ 127 w 147"/>
                  <a:gd name="T67" fmla="*/ 5 h 269"/>
                  <a:gd name="T68" fmla="*/ 117 w 147"/>
                  <a:gd name="T69" fmla="*/ 12 h 269"/>
                  <a:gd name="T70" fmla="*/ 118 w 147"/>
                  <a:gd name="T71" fmla="*/ 3 h 269"/>
                  <a:gd name="T72" fmla="*/ 109 w 147"/>
                  <a:gd name="T73" fmla="*/ 18 h 269"/>
                  <a:gd name="T74" fmla="*/ 100 w 147"/>
                  <a:gd name="T75" fmla="*/ 19 h 269"/>
                  <a:gd name="T76" fmla="*/ 98 w 147"/>
                  <a:gd name="T77" fmla="*/ 5 h 269"/>
                  <a:gd name="T78" fmla="*/ 80 w 147"/>
                  <a:gd name="T79" fmla="*/ 6 h 269"/>
                  <a:gd name="T80" fmla="*/ 62 w 147"/>
                  <a:gd name="T81" fmla="*/ 25 h 269"/>
                  <a:gd name="T82" fmla="*/ 45 w 147"/>
                  <a:gd name="T83" fmla="*/ 54 h 269"/>
                  <a:gd name="T84" fmla="*/ 30 w 147"/>
                  <a:gd name="T85" fmla="*/ 72 h 269"/>
                  <a:gd name="T86" fmla="*/ 7 w 147"/>
                  <a:gd name="T87" fmla="*/ 96 h 269"/>
                  <a:gd name="T88" fmla="*/ 6 w 147"/>
                  <a:gd name="T89" fmla="*/ 127 h 269"/>
                  <a:gd name="T90" fmla="*/ 15 w 147"/>
                  <a:gd name="T91" fmla="*/ 147 h 269"/>
                  <a:gd name="T92" fmla="*/ 5 w 147"/>
                  <a:gd name="T93" fmla="*/ 167 h 269"/>
                  <a:gd name="T94" fmla="*/ 4 w 147"/>
                  <a:gd name="T95" fmla="*/ 180 h 269"/>
                  <a:gd name="T96" fmla="*/ 14 w 147"/>
                  <a:gd name="T97" fmla="*/ 190 h 269"/>
                  <a:gd name="T98" fmla="*/ 20 w 147"/>
                  <a:gd name="T99" fmla="*/ 210 h 269"/>
                  <a:gd name="T100" fmla="*/ 22 w 147"/>
                  <a:gd name="T101" fmla="*/ 223 h 269"/>
                  <a:gd name="T102" fmla="*/ 21 w 147"/>
                  <a:gd name="T103" fmla="*/ 229 h 269"/>
                  <a:gd name="T104" fmla="*/ 29 w 147"/>
                  <a:gd name="T105" fmla="*/ 224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7" h="269">
                    <a:moveTo>
                      <a:pt x="29" y="224"/>
                    </a:moveTo>
                    <a:cubicBezTo>
                      <a:pt x="30" y="224"/>
                      <a:pt x="31" y="222"/>
                      <a:pt x="32" y="222"/>
                    </a:cubicBezTo>
                    <a:cubicBezTo>
                      <a:pt x="35" y="222"/>
                      <a:pt x="35" y="226"/>
                      <a:pt x="34" y="227"/>
                    </a:cubicBezTo>
                    <a:cubicBezTo>
                      <a:pt x="33" y="231"/>
                      <a:pt x="31" y="234"/>
                      <a:pt x="29" y="236"/>
                    </a:cubicBezTo>
                    <a:cubicBezTo>
                      <a:pt x="27" y="238"/>
                      <a:pt x="25" y="240"/>
                      <a:pt x="23" y="242"/>
                    </a:cubicBezTo>
                    <a:cubicBezTo>
                      <a:pt x="22" y="244"/>
                      <a:pt x="22" y="246"/>
                      <a:pt x="21" y="249"/>
                    </a:cubicBezTo>
                    <a:cubicBezTo>
                      <a:pt x="21" y="252"/>
                      <a:pt x="19" y="254"/>
                      <a:pt x="17" y="256"/>
                    </a:cubicBezTo>
                    <a:cubicBezTo>
                      <a:pt x="15" y="259"/>
                      <a:pt x="10" y="267"/>
                      <a:pt x="16" y="268"/>
                    </a:cubicBezTo>
                    <a:cubicBezTo>
                      <a:pt x="21" y="269"/>
                      <a:pt x="26" y="266"/>
                      <a:pt x="30" y="265"/>
                    </a:cubicBezTo>
                    <a:cubicBezTo>
                      <a:pt x="36" y="264"/>
                      <a:pt x="40" y="261"/>
                      <a:pt x="45" y="257"/>
                    </a:cubicBezTo>
                    <a:cubicBezTo>
                      <a:pt x="47" y="256"/>
                      <a:pt x="50" y="254"/>
                      <a:pt x="51" y="252"/>
                    </a:cubicBezTo>
                    <a:cubicBezTo>
                      <a:pt x="52" y="250"/>
                      <a:pt x="54" y="248"/>
                      <a:pt x="53" y="246"/>
                    </a:cubicBezTo>
                    <a:cubicBezTo>
                      <a:pt x="52" y="244"/>
                      <a:pt x="48" y="244"/>
                      <a:pt x="47" y="242"/>
                    </a:cubicBezTo>
                    <a:cubicBezTo>
                      <a:pt x="45" y="240"/>
                      <a:pt x="44" y="237"/>
                      <a:pt x="44" y="234"/>
                    </a:cubicBezTo>
                    <a:cubicBezTo>
                      <a:pt x="44" y="231"/>
                      <a:pt x="45" y="227"/>
                      <a:pt x="46" y="224"/>
                    </a:cubicBezTo>
                    <a:cubicBezTo>
                      <a:pt x="46" y="221"/>
                      <a:pt x="47" y="218"/>
                      <a:pt x="51" y="217"/>
                    </a:cubicBezTo>
                    <a:cubicBezTo>
                      <a:pt x="53" y="217"/>
                      <a:pt x="57" y="218"/>
                      <a:pt x="58" y="215"/>
                    </a:cubicBezTo>
                    <a:cubicBezTo>
                      <a:pt x="59" y="212"/>
                      <a:pt x="56" y="210"/>
                      <a:pt x="54" y="209"/>
                    </a:cubicBezTo>
                    <a:cubicBezTo>
                      <a:pt x="56" y="204"/>
                      <a:pt x="60" y="201"/>
                      <a:pt x="64" y="198"/>
                    </a:cubicBezTo>
                    <a:cubicBezTo>
                      <a:pt x="67" y="197"/>
                      <a:pt x="69" y="195"/>
                      <a:pt x="72" y="193"/>
                    </a:cubicBezTo>
                    <a:cubicBezTo>
                      <a:pt x="74" y="191"/>
                      <a:pt x="75" y="187"/>
                      <a:pt x="77" y="187"/>
                    </a:cubicBezTo>
                    <a:cubicBezTo>
                      <a:pt x="79" y="187"/>
                      <a:pt x="79" y="187"/>
                      <a:pt x="80" y="186"/>
                    </a:cubicBezTo>
                    <a:cubicBezTo>
                      <a:pt x="82" y="185"/>
                      <a:pt x="82" y="184"/>
                      <a:pt x="84" y="184"/>
                    </a:cubicBezTo>
                    <a:cubicBezTo>
                      <a:pt x="86" y="184"/>
                      <a:pt x="89" y="186"/>
                      <a:pt x="91" y="186"/>
                    </a:cubicBezTo>
                    <a:cubicBezTo>
                      <a:pt x="94" y="186"/>
                      <a:pt x="95" y="185"/>
                      <a:pt x="97" y="182"/>
                    </a:cubicBezTo>
                    <a:cubicBezTo>
                      <a:pt x="98" y="180"/>
                      <a:pt x="100" y="176"/>
                      <a:pt x="100" y="174"/>
                    </a:cubicBezTo>
                    <a:cubicBezTo>
                      <a:pt x="99" y="171"/>
                      <a:pt x="96" y="168"/>
                      <a:pt x="94" y="167"/>
                    </a:cubicBezTo>
                    <a:cubicBezTo>
                      <a:pt x="92" y="166"/>
                      <a:pt x="92" y="166"/>
                      <a:pt x="93" y="164"/>
                    </a:cubicBezTo>
                    <a:cubicBezTo>
                      <a:pt x="93" y="163"/>
                      <a:pt x="94" y="162"/>
                      <a:pt x="94" y="161"/>
                    </a:cubicBezTo>
                    <a:cubicBezTo>
                      <a:pt x="95" y="159"/>
                      <a:pt x="97" y="156"/>
                      <a:pt x="98" y="155"/>
                    </a:cubicBezTo>
                    <a:cubicBezTo>
                      <a:pt x="99" y="154"/>
                      <a:pt x="100" y="154"/>
                      <a:pt x="100" y="153"/>
                    </a:cubicBezTo>
                    <a:cubicBezTo>
                      <a:pt x="102" y="152"/>
                      <a:pt x="104" y="151"/>
                      <a:pt x="105" y="149"/>
                    </a:cubicBezTo>
                    <a:cubicBezTo>
                      <a:pt x="108" y="147"/>
                      <a:pt x="111" y="143"/>
                      <a:pt x="114" y="141"/>
                    </a:cubicBezTo>
                    <a:cubicBezTo>
                      <a:pt x="116" y="140"/>
                      <a:pt x="118" y="140"/>
                      <a:pt x="120" y="139"/>
                    </a:cubicBezTo>
                    <a:cubicBezTo>
                      <a:pt x="122" y="139"/>
                      <a:pt x="123" y="138"/>
                      <a:pt x="125" y="137"/>
                    </a:cubicBezTo>
                    <a:cubicBezTo>
                      <a:pt x="127" y="135"/>
                      <a:pt x="128" y="135"/>
                      <a:pt x="129" y="132"/>
                    </a:cubicBezTo>
                    <a:cubicBezTo>
                      <a:pt x="130" y="130"/>
                      <a:pt x="131" y="128"/>
                      <a:pt x="131" y="125"/>
                    </a:cubicBezTo>
                    <a:cubicBezTo>
                      <a:pt x="130" y="124"/>
                      <a:pt x="129" y="122"/>
                      <a:pt x="128" y="122"/>
                    </a:cubicBezTo>
                    <a:cubicBezTo>
                      <a:pt x="126" y="121"/>
                      <a:pt x="123" y="121"/>
                      <a:pt x="122" y="121"/>
                    </a:cubicBezTo>
                    <a:cubicBezTo>
                      <a:pt x="120" y="121"/>
                      <a:pt x="119" y="122"/>
                      <a:pt x="117" y="122"/>
                    </a:cubicBezTo>
                    <a:cubicBezTo>
                      <a:pt x="115" y="122"/>
                      <a:pt x="113" y="122"/>
                      <a:pt x="111" y="121"/>
                    </a:cubicBezTo>
                    <a:cubicBezTo>
                      <a:pt x="110" y="119"/>
                      <a:pt x="110" y="117"/>
                      <a:pt x="109" y="116"/>
                    </a:cubicBezTo>
                    <a:cubicBezTo>
                      <a:pt x="108" y="115"/>
                      <a:pt x="106" y="114"/>
                      <a:pt x="105" y="113"/>
                    </a:cubicBezTo>
                    <a:cubicBezTo>
                      <a:pt x="101" y="111"/>
                      <a:pt x="105" y="105"/>
                      <a:pt x="107" y="102"/>
                    </a:cubicBezTo>
                    <a:cubicBezTo>
                      <a:pt x="109" y="99"/>
                      <a:pt x="110" y="94"/>
                      <a:pt x="109" y="91"/>
                    </a:cubicBezTo>
                    <a:cubicBezTo>
                      <a:pt x="109" y="89"/>
                      <a:pt x="108" y="87"/>
                      <a:pt x="107" y="86"/>
                    </a:cubicBezTo>
                    <a:cubicBezTo>
                      <a:pt x="105" y="85"/>
                      <a:pt x="104" y="84"/>
                      <a:pt x="104" y="81"/>
                    </a:cubicBezTo>
                    <a:cubicBezTo>
                      <a:pt x="103" y="80"/>
                      <a:pt x="103" y="78"/>
                      <a:pt x="103" y="76"/>
                    </a:cubicBezTo>
                    <a:cubicBezTo>
                      <a:pt x="103" y="73"/>
                      <a:pt x="104" y="72"/>
                      <a:pt x="105" y="70"/>
                    </a:cubicBezTo>
                    <a:cubicBezTo>
                      <a:pt x="106" y="68"/>
                      <a:pt x="106" y="66"/>
                      <a:pt x="107" y="64"/>
                    </a:cubicBezTo>
                    <a:cubicBezTo>
                      <a:pt x="107" y="62"/>
                      <a:pt x="106" y="60"/>
                      <a:pt x="106" y="58"/>
                    </a:cubicBezTo>
                    <a:cubicBezTo>
                      <a:pt x="105" y="51"/>
                      <a:pt x="112" y="56"/>
                      <a:pt x="115" y="56"/>
                    </a:cubicBezTo>
                    <a:cubicBezTo>
                      <a:pt x="119" y="56"/>
                      <a:pt x="124" y="57"/>
                      <a:pt x="125" y="52"/>
                    </a:cubicBezTo>
                    <a:cubicBezTo>
                      <a:pt x="126" y="50"/>
                      <a:pt x="127" y="47"/>
                      <a:pt x="127" y="45"/>
                    </a:cubicBezTo>
                    <a:cubicBezTo>
                      <a:pt x="127" y="43"/>
                      <a:pt x="127" y="40"/>
                      <a:pt x="128" y="39"/>
                    </a:cubicBezTo>
                    <a:cubicBezTo>
                      <a:pt x="129" y="37"/>
                      <a:pt x="131" y="37"/>
                      <a:pt x="132" y="39"/>
                    </a:cubicBezTo>
                    <a:cubicBezTo>
                      <a:pt x="134" y="41"/>
                      <a:pt x="134" y="44"/>
                      <a:pt x="135" y="46"/>
                    </a:cubicBezTo>
                    <a:cubicBezTo>
                      <a:pt x="135" y="48"/>
                      <a:pt x="136" y="51"/>
                      <a:pt x="137" y="52"/>
                    </a:cubicBezTo>
                    <a:cubicBezTo>
                      <a:pt x="140" y="55"/>
                      <a:pt x="140" y="50"/>
                      <a:pt x="140" y="48"/>
                    </a:cubicBezTo>
                    <a:cubicBezTo>
                      <a:pt x="140" y="45"/>
                      <a:pt x="141" y="43"/>
                      <a:pt x="139" y="41"/>
                    </a:cubicBezTo>
                    <a:cubicBezTo>
                      <a:pt x="138" y="39"/>
                      <a:pt x="137" y="37"/>
                      <a:pt x="135" y="35"/>
                    </a:cubicBezTo>
                    <a:cubicBezTo>
                      <a:pt x="134" y="33"/>
                      <a:pt x="133" y="32"/>
                      <a:pt x="133" y="30"/>
                    </a:cubicBezTo>
                    <a:cubicBezTo>
                      <a:pt x="133" y="28"/>
                      <a:pt x="134" y="25"/>
                      <a:pt x="136" y="24"/>
                    </a:cubicBezTo>
                    <a:cubicBezTo>
                      <a:pt x="138" y="23"/>
                      <a:pt x="140" y="25"/>
                      <a:pt x="143" y="24"/>
                    </a:cubicBezTo>
                    <a:cubicBezTo>
                      <a:pt x="144" y="24"/>
                      <a:pt x="146" y="22"/>
                      <a:pt x="147" y="21"/>
                    </a:cubicBezTo>
                    <a:cubicBezTo>
                      <a:pt x="147" y="17"/>
                      <a:pt x="144" y="18"/>
                      <a:pt x="142" y="17"/>
                    </a:cubicBezTo>
                    <a:cubicBezTo>
                      <a:pt x="139" y="17"/>
                      <a:pt x="136" y="13"/>
                      <a:pt x="134" y="11"/>
                    </a:cubicBezTo>
                    <a:cubicBezTo>
                      <a:pt x="136" y="10"/>
                      <a:pt x="129" y="4"/>
                      <a:pt x="127" y="5"/>
                    </a:cubicBezTo>
                    <a:cubicBezTo>
                      <a:pt x="125" y="5"/>
                      <a:pt x="124" y="8"/>
                      <a:pt x="123" y="9"/>
                    </a:cubicBezTo>
                    <a:cubicBezTo>
                      <a:pt x="121" y="10"/>
                      <a:pt x="119" y="12"/>
                      <a:pt x="117" y="12"/>
                    </a:cubicBezTo>
                    <a:cubicBezTo>
                      <a:pt x="117" y="9"/>
                      <a:pt x="118" y="8"/>
                      <a:pt x="120" y="5"/>
                    </a:cubicBezTo>
                    <a:cubicBezTo>
                      <a:pt x="122" y="3"/>
                      <a:pt x="121" y="2"/>
                      <a:pt x="118" y="3"/>
                    </a:cubicBezTo>
                    <a:cubicBezTo>
                      <a:pt x="113" y="3"/>
                      <a:pt x="110" y="5"/>
                      <a:pt x="110" y="11"/>
                    </a:cubicBezTo>
                    <a:cubicBezTo>
                      <a:pt x="110" y="13"/>
                      <a:pt x="110" y="16"/>
                      <a:pt x="109" y="18"/>
                    </a:cubicBezTo>
                    <a:cubicBezTo>
                      <a:pt x="108" y="20"/>
                      <a:pt x="107" y="23"/>
                      <a:pt x="104" y="23"/>
                    </a:cubicBezTo>
                    <a:cubicBezTo>
                      <a:pt x="101" y="24"/>
                      <a:pt x="101" y="21"/>
                      <a:pt x="100" y="19"/>
                    </a:cubicBezTo>
                    <a:cubicBezTo>
                      <a:pt x="100" y="17"/>
                      <a:pt x="99" y="16"/>
                      <a:pt x="99" y="14"/>
                    </a:cubicBezTo>
                    <a:cubicBezTo>
                      <a:pt x="98" y="11"/>
                      <a:pt x="98" y="8"/>
                      <a:pt x="98" y="5"/>
                    </a:cubicBezTo>
                    <a:cubicBezTo>
                      <a:pt x="96" y="1"/>
                      <a:pt x="94" y="0"/>
                      <a:pt x="90" y="0"/>
                    </a:cubicBezTo>
                    <a:cubicBezTo>
                      <a:pt x="86" y="1"/>
                      <a:pt x="82" y="3"/>
                      <a:pt x="80" y="6"/>
                    </a:cubicBezTo>
                    <a:cubicBezTo>
                      <a:pt x="76" y="11"/>
                      <a:pt x="78" y="18"/>
                      <a:pt x="71" y="22"/>
                    </a:cubicBezTo>
                    <a:cubicBezTo>
                      <a:pt x="68" y="24"/>
                      <a:pt x="65" y="24"/>
                      <a:pt x="62" y="25"/>
                    </a:cubicBezTo>
                    <a:cubicBezTo>
                      <a:pt x="58" y="27"/>
                      <a:pt x="55" y="29"/>
                      <a:pt x="52" y="32"/>
                    </a:cubicBezTo>
                    <a:cubicBezTo>
                      <a:pt x="46" y="38"/>
                      <a:pt x="48" y="46"/>
                      <a:pt x="45" y="54"/>
                    </a:cubicBezTo>
                    <a:cubicBezTo>
                      <a:pt x="43" y="57"/>
                      <a:pt x="40" y="60"/>
                      <a:pt x="37" y="63"/>
                    </a:cubicBezTo>
                    <a:cubicBezTo>
                      <a:pt x="35" y="66"/>
                      <a:pt x="32" y="69"/>
                      <a:pt x="30" y="72"/>
                    </a:cubicBezTo>
                    <a:cubicBezTo>
                      <a:pt x="26" y="78"/>
                      <a:pt x="21" y="84"/>
                      <a:pt x="16" y="89"/>
                    </a:cubicBezTo>
                    <a:cubicBezTo>
                      <a:pt x="13" y="91"/>
                      <a:pt x="10" y="93"/>
                      <a:pt x="7" y="96"/>
                    </a:cubicBezTo>
                    <a:cubicBezTo>
                      <a:pt x="5" y="99"/>
                      <a:pt x="4" y="102"/>
                      <a:pt x="4" y="105"/>
                    </a:cubicBezTo>
                    <a:cubicBezTo>
                      <a:pt x="3" y="113"/>
                      <a:pt x="6" y="119"/>
                      <a:pt x="6" y="127"/>
                    </a:cubicBezTo>
                    <a:cubicBezTo>
                      <a:pt x="7" y="131"/>
                      <a:pt x="6" y="135"/>
                      <a:pt x="8" y="139"/>
                    </a:cubicBezTo>
                    <a:cubicBezTo>
                      <a:pt x="10" y="142"/>
                      <a:pt x="13" y="144"/>
                      <a:pt x="15" y="147"/>
                    </a:cubicBezTo>
                    <a:cubicBezTo>
                      <a:pt x="17" y="152"/>
                      <a:pt x="14" y="154"/>
                      <a:pt x="11" y="158"/>
                    </a:cubicBezTo>
                    <a:cubicBezTo>
                      <a:pt x="9" y="161"/>
                      <a:pt x="8" y="165"/>
                      <a:pt x="5" y="167"/>
                    </a:cubicBezTo>
                    <a:cubicBezTo>
                      <a:pt x="4" y="169"/>
                      <a:pt x="0" y="171"/>
                      <a:pt x="0" y="174"/>
                    </a:cubicBezTo>
                    <a:cubicBezTo>
                      <a:pt x="0" y="176"/>
                      <a:pt x="3" y="178"/>
                      <a:pt x="4" y="180"/>
                    </a:cubicBezTo>
                    <a:cubicBezTo>
                      <a:pt x="5" y="182"/>
                      <a:pt x="5" y="185"/>
                      <a:pt x="9" y="185"/>
                    </a:cubicBezTo>
                    <a:cubicBezTo>
                      <a:pt x="12" y="186"/>
                      <a:pt x="13" y="187"/>
                      <a:pt x="14" y="190"/>
                    </a:cubicBezTo>
                    <a:cubicBezTo>
                      <a:pt x="15" y="195"/>
                      <a:pt x="14" y="201"/>
                      <a:pt x="15" y="206"/>
                    </a:cubicBezTo>
                    <a:cubicBezTo>
                      <a:pt x="16" y="210"/>
                      <a:pt x="17" y="209"/>
                      <a:pt x="20" y="210"/>
                    </a:cubicBezTo>
                    <a:cubicBezTo>
                      <a:pt x="23" y="210"/>
                      <a:pt x="23" y="213"/>
                      <a:pt x="23" y="215"/>
                    </a:cubicBezTo>
                    <a:cubicBezTo>
                      <a:pt x="23" y="218"/>
                      <a:pt x="23" y="220"/>
                      <a:pt x="22" y="223"/>
                    </a:cubicBezTo>
                    <a:cubicBezTo>
                      <a:pt x="22" y="224"/>
                      <a:pt x="22" y="225"/>
                      <a:pt x="21" y="227"/>
                    </a:cubicBezTo>
                    <a:cubicBezTo>
                      <a:pt x="21" y="227"/>
                      <a:pt x="20" y="229"/>
                      <a:pt x="21" y="229"/>
                    </a:cubicBezTo>
                    <a:cubicBezTo>
                      <a:pt x="22" y="230"/>
                      <a:pt x="24" y="228"/>
                      <a:pt x="24" y="227"/>
                    </a:cubicBezTo>
                    <a:cubicBezTo>
                      <a:pt x="26" y="226"/>
                      <a:pt x="28" y="225"/>
                      <a:pt x="29" y="2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96" name="Freeform 2197">
                <a:extLst>
                  <a:ext uri="{FF2B5EF4-FFF2-40B4-BE49-F238E27FC236}">
                    <a16:creationId xmlns:a16="http://schemas.microsoft.com/office/drawing/2014/main" id="{863A4D3D-9B0B-427E-AE9B-C08556E2A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855"/>
                <a:ext cx="15" cy="15"/>
              </a:xfrm>
              <a:custGeom>
                <a:avLst/>
                <a:gdLst>
                  <a:gd name="T0" fmla="*/ 10 w 36"/>
                  <a:gd name="T1" fmla="*/ 36 h 36"/>
                  <a:gd name="T2" fmla="*/ 2 w 36"/>
                  <a:gd name="T3" fmla="*/ 27 h 36"/>
                  <a:gd name="T4" fmla="*/ 1 w 36"/>
                  <a:gd name="T5" fmla="*/ 21 h 36"/>
                  <a:gd name="T6" fmla="*/ 2 w 36"/>
                  <a:gd name="T7" fmla="*/ 18 h 36"/>
                  <a:gd name="T8" fmla="*/ 2 w 36"/>
                  <a:gd name="T9" fmla="*/ 13 h 36"/>
                  <a:gd name="T10" fmla="*/ 9 w 36"/>
                  <a:gd name="T11" fmla="*/ 4 h 36"/>
                  <a:gd name="T12" fmla="*/ 14 w 36"/>
                  <a:gd name="T13" fmla="*/ 2 h 36"/>
                  <a:gd name="T14" fmla="*/ 19 w 36"/>
                  <a:gd name="T15" fmla="*/ 0 h 36"/>
                  <a:gd name="T16" fmla="*/ 23 w 36"/>
                  <a:gd name="T17" fmla="*/ 2 h 36"/>
                  <a:gd name="T18" fmla="*/ 28 w 36"/>
                  <a:gd name="T19" fmla="*/ 2 h 36"/>
                  <a:gd name="T20" fmla="*/ 36 w 36"/>
                  <a:gd name="T21" fmla="*/ 7 h 36"/>
                  <a:gd name="T22" fmla="*/ 28 w 36"/>
                  <a:gd name="T23" fmla="*/ 12 h 36"/>
                  <a:gd name="T24" fmla="*/ 19 w 36"/>
                  <a:gd name="T25" fmla="*/ 16 h 36"/>
                  <a:gd name="T26" fmla="*/ 16 w 36"/>
                  <a:gd name="T27" fmla="*/ 20 h 36"/>
                  <a:gd name="T28" fmla="*/ 13 w 36"/>
                  <a:gd name="T29" fmla="*/ 24 h 36"/>
                  <a:gd name="T30" fmla="*/ 12 w 36"/>
                  <a:gd name="T31" fmla="*/ 30 h 36"/>
                  <a:gd name="T32" fmla="*/ 10 w 36"/>
                  <a:gd name="T33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36">
                    <a:moveTo>
                      <a:pt x="10" y="36"/>
                    </a:moveTo>
                    <a:cubicBezTo>
                      <a:pt x="7" y="34"/>
                      <a:pt x="3" y="30"/>
                      <a:pt x="2" y="27"/>
                    </a:cubicBezTo>
                    <a:cubicBezTo>
                      <a:pt x="1" y="25"/>
                      <a:pt x="0" y="23"/>
                      <a:pt x="1" y="21"/>
                    </a:cubicBezTo>
                    <a:cubicBezTo>
                      <a:pt x="1" y="20"/>
                      <a:pt x="2" y="19"/>
                      <a:pt x="2" y="18"/>
                    </a:cubicBezTo>
                    <a:cubicBezTo>
                      <a:pt x="2" y="16"/>
                      <a:pt x="2" y="14"/>
                      <a:pt x="2" y="13"/>
                    </a:cubicBezTo>
                    <a:cubicBezTo>
                      <a:pt x="3" y="9"/>
                      <a:pt x="6" y="6"/>
                      <a:pt x="9" y="4"/>
                    </a:cubicBezTo>
                    <a:cubicBezTo>
                      <a:pt x="11" y="3"/>
                      <a:pt x="13" y="3"/>
                      <a:pt x="14" y="2"/>
                    </a:cubicBezTo>
                    <a:cubicBezTo>
                      <a:pt x="16" y="1"/>
                      <a:pt x="17" y="0"/>
                      <a:pt x="19" y="0"/>
                    </a:cubicBezTo>
                    <a:cubicBezTo>
                      <a:pt x="20" y="0"/>
                      <a:pt x="21" y="2"/>
                      <a:pt x="23" y="2"/>
                    </a:cubicBezTo>
                    <a:cubicBezTo>
                      <a:pt x="24" y="2"/>
                      <a:pt x="26" y="2"/>
                      <a:pt x="28" y="2"/>
                    </a:cubicBezTo>
                    <a:cubicBezTo>
                      <a:pt x="31" y="3"/>
                      <a:pt x="36" y="3"/>
                      <a:pt x="36" y="7"/>
                    </a:cubicBezTo>
                    <a:cubicBezTo>
                      <a:pt x="36" y="11"/>
                      <a:pt x="31" y="11"/>
                      <a:pt x="28" y="12"/>
                    </a:cubicBezTo>
                    <a:cubicBezTo>
                      <a:pt x="25" y="12"/>
                      <a:pt x="21" y="13"/>
                      <a:pt x="19" y="16"/>
                    </a:cubicBezTo>
                    <a:cubicBezTo>
                      <a:pt x="18" y="18"/>
                      <a:pt x="17" y="19"/>
                      <a:pt x="16" y="20"/>
                    </a:cubicBezTo>
                    <a:cubicBezTo>
                      <a:pt x="15" y="21"/>
                      <a:pt x="14" y="23"/>
                      <a:pt x="13" y="24"/>
                    </a:cubicBezTo>
                    <a:cubicBezTo>
                      <a:pt x="13" y="26"/>
                      <a:pt x="12" y="28"/>
                      <a:pt x="12" y="30"/>
                    </a:cubicBezTo>
                    <a:cubicBezTo>
                      <a:pt x="13" y="33"/>
                      <a:pt x="12" y="34"/>
                      <a:pt x="10" y="35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97" name="Freeform 2198">
                <a:extLst>
                  <a:ext uri="{FF2B5EF4-FFF2-40B4-BE49-F238E27FC236}">
                    <a16:creationId xmlns:a16="http://schemas.microsoft.com/office/drawing/2014/main" id="{14B33D22-7CDD-4D29-9D0E-644DF3D14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873"/>
                <a:ext cx="5" cy="4"/>
              </a:xfrm>
              <a:custGeom>
                <a:avLst/>
                <a:gdLst>
                  <a:gd name="T0" fmla="*/ 6 w 11"/>
                  <a:gd name="T1" fmla="*/ 0 h 10"/>
                  <a:gd name="T2" fmla="*/ 9 w 11"/>
                  <a:gd name="T3" fmla="*/ 2 h 10"/>
                  <a:gd name="T4" fmla="*/ 9 w 11"/>
                  <a:gd name="T5" fmla="*/ 8 h 10"/>
                  <a:gd name="T6" fmla="*/ 6 w 11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cubicBezTo>
                      <a:pt x="7" y="0"/>
                      <a:pt x="8" y="1"/>
                      <a:pt x="9" y="2"/>
                    </a:cubicBezTo>
                    <a:cubicBezTo>
                      <a:pt x="10" y="4"/>
                      <a:pt x="11" y="7"/>
                      <a:pt x="9" y="8"/>
                    </a:cubicBezTo>
                    <a:cubicBezTo>
                      <a:pt x="5" y="10"/>
                      <a:pt x="0" y="1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98" name="Freeform 2199">
                <a:extLst>
                  <a:ext uri="{FF2B5EF4-FFF2-40B4-BE49-F238E27FC236}">
                    <a16:creationId xmlns:a16="http://schemas.microsoft.com/office/drawing/2014/main" id="{20139049-B481-4F34-B261-95E074CE0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810"/>
                <a:ext cx="9" cy="7"/>
              </a:xfrm>
              <a:custGeom>
                <a:avLst/>
                <a:gdLst>
                  <a:gd name="T0" fmla="*/ 0 w 22"/>
                  <a:gd name="T1" fmla="*/ 7 h 17"/>
                  <a:gd name="T2" fmla="*/ 16 w 22"/>
                  <a:gd name="T3" fmla="*/ 6 h 17"/>
                  <a:gd name="T4" fmla="*/ 21 w 22"/>
                  <a:gd name="T5" fmla="*/ 12 h 17"/>
                  <a:gd name="T6" fmla="*/ 15 w 22"/>
                  <a:gd name="T7" fmla="*/ 17 h 17"/>
                  <a:gd name="T8" fmla="*/ 7 w 22"/>
                  <a:gd name="T9" fmla="*/ 13 h 17"/>
                  <a:gd name="T10" fmla="*/ 4 w 22"/>
                  <a:gd name="T11" fmla="*/ 10 h 17"/>
                  <a:gd name="T12" fmla="*/ 2 w 22"/>
                  <a:gd name="T13" fmla="*/ 8 h 17"/>
                  <a:gd name="T14" fmla="*/ 0 w 22"/>
                  <a:gd name="T1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7">
                    <a:moveTo>
                      <a:pt x="0" y="7"/>
                    </a:moveTo>
                    <a:cubicBezTo>
                      <a:pt x="1" y="0"/>
                      <a:pt x="13" y="5"/>
                      <a:pt x="16" y="6"/>
                    </a:cubicBezTo>
                    <a:cubicBezTo>
                      <a:pt x="19" y="7"/>
                      <a:pt x="22" y="9"/>
                      <a:pt x="21" y="12"/>
                    </a:cubicBezTo>
                    <a:cubicBezTo>
                      <a:pt x="19" y="15"/>
                      <a:pt x="17" y="16"/>
                      <a:pt x="15" y="17"/>
                    </a:cubicBezTo>
                    <a:cubicBezTo>
                      <a:pt x="12" y="17"/>
                      <a:pt x="9" y="15"/>
                      <a:pt x="7" y="13"/>
                    </a:cubicBezTo>
                    <a:cubicBezTo>
                      <a:pt x="7" y="12"/>
                      <a:pt x="5" y="11"/>
                      <a:pt x="4" y="10"/>
                    </a:cubicBezTo>
                    <a:cubicBezTo>
                      <a:pt x="4" y="9"/>
                      <a:pt x="3" y="9"/>
                      <a:pt x="2" y="8"/>
                    </a:cubicBezTo>
                    <a:cubicBezTo>
                      <a:pt x="2" y="8"/>
                      <a:pt x="0" y="8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99" name="Freeform 2200">
                <a:extLst>
                  <a:ext uri="{FF2B5EF4-FFF2-40B4-BE49-F238E27FC236}">
                    <a16:creationId xmlns:a16="http://schemas.microsoft.com/office/drawing/2014/main" id="{C58AB3F5-09F0-4CE6-A6AD-A196AF10D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144"/>
                <a:ext cx="32" cy="34"/>
              </a:xfrm>
              <a:custGeom>
                <a:avLst/>
                <a:gdLst>
                  <a:gd name="T0" fmla="*/ 8 w 77"/>
                  <a:gd name="T1" fmla="*/ 17 h 83"/>
                  <a:gd name="T2" fmla="*/ 11 w 77"/>
                  <a:gd name="T3" fmla="*/ 12 h 83"/>
                  <a:gd name="T4" fmla="*/ 15 w 77"/>
                  <a:gd name="T5" fmla="*/ 7 h 83"/>
                  <a:gd name="T6" fmla="*/ 22 w 77"/>
                  <a:gd name="T7" fmla="*/ 2 h 83"/>
                  <a:gd name="T8" fmla="*/ 26 w 77"/>
                  <a:gd name="T9" fmla="*/ 8 h 83"/>
                  <a:gd name="T10" fmla="*/ 29 w 77"/>
                  <a:gd name="T11" fmla="*/ 14 h 83"/>
                  <a:gd name="T12" fmla="*/ 40 w 77"/>
                  <a:gd name="T13" fmla="*/ 18 h 83"/>
                  <a:gd name="T14" fmla="*/ 54 w 77"/>
                  <a:gd name="T15" fmla="*/ 23 h 83"/>
                  <a:gd name="T16" fmla="*/ 63 w 77"/>
                  <a:gd name="T17" fmla="*/ 33 h 83"/>
                  <a:gd name="T18" fmla="*/ 74 w 77"/>
                  <a:gd name="T19" fmla="*/ 46 h 83"/>
                  <a:gd name="T20" fmla="*/ 76 w 77"/>
                  <a:gd name="T21" fmla="*/ 58 h 83"/>
                  <a:gd name="T22" fmla="*/ 73 w 77"/>
                  <a:gd name="T23" fmla="*/ 68 h 83"/>
                  <a:gd name="T24" fmla="*/ 66 w 77"/>
                  <a:gd name="T25" fmla="*/ 78 h 83"/>
                  <a:gd name="T26" fmla="*/ 57 w 77"/>
                  <a:gd name="T27" fmla="*/ 83 h 83"/>
                  <a:gd name="T28" fmla="*/ 49 w 77"/>
                  <a:gd name="T29" fmla="*/ 79 h 83"/>
                  <a:gd name="T30" fmla="*/ 38 w 77"/>
                  <a:gd name="T31" fmla="*/ 70 h 83"/>
                  <a:gd name="T32" fmla="*/ 31 w 77"/>
                  <a:gd name="T33" fmla="*/ 65 h 83"/>
                  <a:gd name="T34" fmla="*/ 23 w 77"/>
                  <a:gd name="T35" fmla="*/ 64 h 83"/>
                  <a:gd name="T36" fmla="*/ 15 w 77"/>
                  <a:gd name="T37" fmla="*/ 64 h 83"/>
                  <a:gd name="T38" fmla="*/ 7 w 77"/>
                  <a:gd name="T39" fmla="*/ 58 h 83"/>
                  <a:gd name="T40" fmla="*/ 2 w 77"/>
                  <a:gd name="T41" fmla="*/ 51 h 83"/>
                  <a:gd name="T42" fmla="*/ 1 w 77"/>
                  <a:gd name="T43" fmla="*/ 44 h 83"/>
                  <a:gd name="T44" fmla="*/ 1 w 77"/>
                  <a:gd name="T45" fmla="*/ 37 h 83"/>
                  <a:gd name="T46" fmla="*/ 0 w 77"/>
                  <a:gd name="T47" fmla="*/ 31 h 83"/>
                  <a:gd name="T48" fmla="*/ 2 w 77"/>
                  <a:gd name="T49" fmla="*/ 28 h 83"/>
                  <a:gd name="T50" fmla="*/ 4 w 77"/>
                  <a:gd name="T51" fmla="*/ 23 h 83"/>
                  <a:gd name="T52" fmla="*/ 8 w 77"/>
                  <a:gd name="T53" fmla="*/ 1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7" h="83">
                    <a:moveTo>
                      <a:pt x="8" y="17"/>
                    </a:moveTo>
                    <a:cubicBezTo>
                      <a:pt x="9" y="15"/>
                      <a:pt x="10" y="14"/>
                      <a:pt x="11" y="12"/>
                    </a:cubicBezTo>
                    <a:cubicBezTo>
                      <a:pt x="12" y="11"/>
                      <a:pt x="13" y="9"/>
                      <a:pt x="15" y="7"/>
                    </a:cubicBezTo>
                    <a:cubicBezTo>
                      <a:pt x="16" y="5"/>
                      <a:pt x="19" y="0"/>
                      <a:pt x="22" y="2"/>
                    </a:cubicBezTo>
                    <a:cubicBezTo>
                      <a:pt x="24" y="4"/>
                      <a:pt x="25" y="6"/>
                      <a:pt x="26" y="8"/>
                    </a:cubicBezTo>
                    <a:cubicBezTo>
                      <a:pt x="27" y="10"/>
                      <a:pt x="28" y="12"/>
                      <a:pt x="29" y="14"/>
                    </a:cubicBezTo>
                    <a:cubicBezTo>
                      <a:pt x="32" y="18"/>
                      <a:pt x="36" y="17"/>
                      <a:pt x="40" y="18"/>
                    </a:cubicBezTo>
                    <a:cubicBezTo>
                      <a:pt x="45" y="18"/>
                      <a:pt x="50" y="20"/>
                      <a:pt x="54" y="23"/>
                    </a:cubicBezTo>
                    <a:cubicBezTo>
                      <a:pt x="57" y="26"/>
                      <a:pt x="59" y="30"/>
                      <a:pt x="63" y="33"/>
                    </a:cubicBezTo>
                    <a:cubicBezTo>
                      <a:pt x="66" y="37"/>
                      <a:pt x="71" y="41"/>
                      <a:pt x="74" y="46"/>
                    </a:cubicBezTo>
                    <a:cubicBezTo>
                      <a:pt x="76" y="50"/>
                      <a:pt x="77" y="54"/>
                      <a:pt x="76" y="58"/>
                    </a:cubicBezTo>
                    <a:cubicBezTo>
                      <a:pt x="75" y="61"/>
                      <a:pt x="74" y="65"/>
                      <a:pt x="73" y="68"/>
                    </a:cubicBezTo>
                    <a:cubicBezTo>
                      <a:pt x="71" y="72"/>
                      <a:pt x="69" y="76"/>
                      <a:pt x="66" y="78"/>
                    </a:cubicBezTo>
                    <a:cubicBezTo>
                      <a:pt x="63" y="80"/>
                      <a:pt x="60" y="82"/>
                      <a:pt x="57" y="83"/>
                    </a:cubicBezTo>
                    <a:cubicBezTo>
                      <a:pt x="54" y="83"/>
                      <a:pt x="51" y="81"/>
                      <a:pt x="49" y="79"/>
                    </a:cubicBezTo>
                    <a:cubicBezTo>
                      <a:pt x="45" y="76"/>
                      <a:pt x="41" y="73"/>
                      <a:pt x="38" y="70"/>
                    </a:cubicBezTo>
                    <a:cubicBezTo>
                      <a:pt x="36" y="68"/>
                      <a:pt x="34" y="66"/>
                      <a:pt x="31" y="65"/>
                    </a:cubicBezTo>
                    <a:cubicBezTo>
                      <a:pt x="29" y="64"/>
                      <a:pt x="26" y="64"/>
                      <a:pt x="23" y="64"/>
                    </a:cubicBezTo>
                    <a:cubicBezTo>
                      <a:pt x="20" y="64"/>
                      <a:pt x="18" y="64"/>
                      <a:pt x="15" y="64"/>
                    </a:cubicBezTo>
                    <a:cubicBezTo>
                      <a:pt x="12" y="63"/>
                      <a:pt x="9" y="61"/>
                      <a:pt x="7" y="58"/>
                    </a:cubicBezTo>
                    <a:cubicBezTo>
                      <a:pt x="5" y="56"/>
                      <a:pt x="4" y="54"/>
                      <a:pt x="2" y="51"/>
                    </a:cubicBezTo>
                    <a:cubicBezTo>
                      <a:pt x="2" y="49"/>
                      <a:pt x="1" y="46"/>
                      <a:pt x="1" y="44"/>
                    </a:cubicBezTo>
                    <a:cubicBezTo>
                      <a:pt x="1" y="41"/>
                      <a:pt x="1" y="39"/>
                      <a:pt x="1" y="37"/>
                    </a:cubicBezTo>
                    <a:cubicBezTo>
                      <a:pt x="0" y="35"/>
                      <a:pt x="0" y="33"/>
                      <a:pt x="0" y="31"/>
                    </a:cubicBezTo>
                    <a:cubicBezTo>
                      <a:pt x="1" y="30"/>
                      <a:pt x="2" y="29"/>
                      <a:pt x="2" y="28"/>
                    </a:cubicBezTo>
                    <a:cubicBezTo>
                      <a:pt x="3" y="26"/>
                      <a:pt x="3" y="24"/>
                      <a:pt x="4" y="23"/>
                    </a:cubicBezTo>
                    <a:cubicBezTo>
                      <a:pt x="5" y="20"/>
                      <a:pt x="6" y="18"/>
                      <a:pt x="8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00" name="Freeform 2201">
                <a:extLst>
                  <a:ext uri="{FF2B5EF4-FFF2-40B4-BE49-F238E27FC236}">
                    <a16:creationId xmlns:a16="http://schemas.microsoft.com/office/drawing/2014/main" id="{CFCF75A8-0839-4733-B171-F37A1D69B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752"/>
                <a:ext cx="4" cy="3"/>
              </a:xfrm>
              <a:custGeom>
                <a:avLst/>
                <a:gdLst>
                  <a:gd name="T0" fmla="*/ 3 w 9"/>
                  <a:gd name="T1" fmla="*/ 8 h 9"/>
                  <a:gd name="T2" fmla="*/ 2 w 9"/>
                  <a:gd name="T3" fmla="*/ 8 h 9"/>
                  <a:gd name="T4" fmla="*/ 2 w 9"/>
                  <a:gd name="T5" fmla="*/ 6 h 9"/>
                  <a:gd name="T6" fmla="*/ 2 w 9"/>
                  <a:gd name="T7" fmla="*/ 6 h 9"/>
                  <a:gd name="T8" fmla="*/ 1 w 9"/>
                  <a:gd name="T9" fmla="*/ 4 h 9"/>
                  <a:gd name="T10" fmla="*/ 0 w 9"/>
                  <a:gd name="T11" fmla="*/ 3 h 9"/>
                  <a:gd name="T12" fmla="*/ 1 w 9"/>
                  <a:gd name="T13" fmla="*/ 1 h 9"/>
                  <a:gd name="T14" fmla="*/ 4 w 9"/>
                  <a:gd name="T15" fmla="*/ 0 h 9"/>
                  <a:gd name="T16" fmla="*/ 5 w 9"/>
                  <a:gd name="T17" fmla="*/ 3 h 9"/>
                  <a:gd name="T18" fmla="*/ 7 w 9"/>
                  <a:gd name="T19" fmla="*/ 5 h 9"/>
                  <a:gd name="T20" fmla="*/ 8 w 9"/>
                  <a:gd name="T21" fmla="*/ 5 h 9"/>
                  <a:gd name="T22" fmla="*/ 8 w 9"/>
                  <a:gd name="T23" fmla="*/ 8 h 9"/>
                  <a:gd name="T24" fmla="*/ 3 w 9"/>
                  <a:gd name="T25" fmla="*/ 8 h 9"/>
                  <a:gd name="T26" fmla="*/ 3 w 9"/>
                  <a:gd name="T2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3" y="8"/>
                    </a:moveTo>
                    <a:cubicBezTo>
                      <a:pt x="3" y="8"/>
                      <a:pt x="3" y="8"/>
                      <a:pt x="2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4"/>
                      <a:pt x="5" y="5"/>
                      <a:pt x="7" y="5"/>
                    </a:cubicBezTo>
                    <a:cubicBezTo>
                      <a:pt x="7" y="5"/>
                      <a:pt x="8" y="4"/>
                      <a:pt x="8" y="5"/>
                    </a:cubicBezTo>
                    <a:cubicBezTo>
                      <a:pt x="9" y="6"/>
                      <a:pt x="8" y="7"/>
                      <a:pt x="8" y="8"/>
                    </a:cubicBezTo>
                    <a:cubicBezTo>
                      <a:pt x="7" y="9"/>
                      <a:pt x="5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01" name="Freeform 2202">
                <a:extLst>
                  <a:ext uri="{FF2B5EF4-FFF2-40B4-BE49-F238E27FC236}">
                    <a16:creationId xmlns:a16="http://schemas.microsoft.com/office/drawing/2014/main" id="{4908D645-560E-4765-BF65-785639425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50"/>
                <a:ext cx="2" cy="2"/>
              </a:xfrm>
              <a:custGeom>
                <a:avLst/>
                <a:gdLst>
                  <a:gd name="T0" fmla="*/ 0 w 5"/>
                  <a:gd name="T1" fmla="*/ 2 h 6"/>
                  <a:gd name="T2" fmla="*/ 0 w 5"/>
                  <a:gd name="T3" fmla="*/ 1 h 6"/>
                  <a:gd name="T4" fmla="*/ 2 w 5"/>
                  <a:gd name="T5" fmla="*/ 1 h 6"/>
                  <a:gd name="T6" fmla="*/ 3 w 5"/>
                  <a:gd name="T7" fmla="*/ 1 h 6"/>
                  <a:gd name="T8" fmla="*/ 4 w 5"/>
                  <a:gd name="T9" fmla="*/ 2 h 6"/>
                  <a:gd name="T10" fmla="*/ 4 w 5"/>
                  <a:gd name="T11" fmla="*/ 5 h 6"/>
                  <a:gd name="T12" fmla="*/ 2 w 5"/>
                  <a:gd name="T13" fmla="*/ 6 h 6"/>
                  <a:gd name="T14" fmla="*/ 2 w 5"/>
                  <a:gd name="T15" fmla="*/ 6 h 6"/>
                  <a:gd name="T16" fmla="*/ 1 w 5"/>
                  <a:gd name="T17" fmla="*/ 5 h 6"/>
                  <a:gd name="T18" fmla="*/ 0 w 5"/>
                  <a:gd name="T19" fmla="*/ 4 h 6"/>
                  <a:gd name="T20" fmla="*/ 0 w 5"/>
                  <a:gd name="T2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5" y="4"/>
                      <a:pt x="4" y="5"/>
                    </a:cubicBezTo>
                    <a:cubicBezTo>
                      <a:pt x="4" y="5"/>
                      <a:pt x="3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02" name="Freeform 2203">
                <a:extLst>
                  <a:ext uri="{FF2B5EF4-FFF2-40B4-BE49-F238E27FC236}">
                    <a16:creationId xmlns:a16="http://schemas.microsoft.com/office/drawing/2014/main" id="{A6D6C12A-F294-4843-B305-585C685D7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53"/>
                <a:ext cx="3" cy="3"/>
              </a:xfrm>
              <a:custGeom>
                <a:avLst/>
                <a:gdLst>
                  <a:gd name="T0" fmla="*/ 1 w 6"/>
                  <a:gd name="T1" fmla="*/ 1 h 7"/>
                  <a:gd name="T2" fmla="*/ 1 w 6"/>
                  <a:gd name="T3" fmla="*/ 1 h 7"/>
                  <a:gd name="T4" fmla="*/ 2 w 6"/>
                  <a:gd name="T5" fmla="*/ 0 h 7"/>
                  <a:gd name="T6" fmla="*/ 4 w 6"/>
                  <a:gd name="T7" fmla="*/ 1 h 7"/>
                  <a:gd name="T8" fmla="*/ 4 w 6"/>
                  <a:gd name="T9" fmla="*/ 2 h 7"/>
                  <a:gd name="T10" fmla="*/ 4 w 6"/>
                  <a:gd name="T11" fmla="*/ 3 h 7"/>
                  <a:gd name="T12" fmla="*/ 5 w 6"/>
                  <a:gd name="T13" fmla="*/ 4 h 7"/>
                  <a:gd name="T14" fmla="*/ 5 w 6"/>
                  <a:gd name="T15" fmla="*/ 5 h 7"/>
                  <a:gd name="T16" fmla="*/ 5 w 6"/>
                  <a:gd name="T17" fmla="*/ 6 h 7"/>
                  <a:gd name="T18" fmla="*/ 2 w 6"/>
                  <a:gd name="T19" fmla="*/ 7 h 7"/>
                  <a:gd name="T20" fmla="*/ 1 w 6"/>
                  <a:gd name="T21" fmla="*/ 5 h 7"/>
                  <a:gd name="T22" fmla="*/ 0 w 6"/>
                  <a:gd name="T23" fmla="*/ 2 h 7"/>
                  <a:gd name="T24" fmla="*/ 0 w 6"/>
                  <a:gd name="T25" fmla="*/ 2 h 7"/>
                  <a:gd name="T26" fmla="*/ 1 w 6"/>
                  <a:gd name="T2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6" y="5"/>
                      <a:pt x="6" y="6"/>
                      <a:pt x="5" y="6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2" y="6"/>
                      <a:pt x="1" y="5"/>
                      <a:pt x="1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03" name="Freeform 2204">
                <a:extLst>
                  <a:ext uri="{FF2B5EF4-FFF2-40B4-BE49-F238E27FC236}">
                    <a16:creationId xmlns:a16="http://schemas.microsoft.com/office/drawing/2014/main" id="{F244354E-14B8-4206-8BC4-58A588A6A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757"/>
                <a:ext cx="3" cy="3"/>
              </a:xfrm>
              <a:custGeom>
                <a:avLst/>
                <a:gdLst>
                  <a:gd name="T0" fmla="*/ 0 w 6"/>
                  <a:gd name="T1" fmla="*/ 3 h 8"/>
                  <a:gd name="T2" fmla="*/ 0 w 6"/>
                  <a:gd name="T3" fmla="*/ 2 h 8"/>
                  <a:gd name="T4" fmla="*/ 0 w 6"/>
                  <a:gd name="T5" fmla="*/ 2 h 8"/>
                  <a:gd name="T6" fmla="*/ 2 w 6"/>
                  <a:gd name="T7" fmla="*/ 1 h 8"/>
                  <a:gd name="T8" fmla="*/ 4 w 6"/>
                  <a:gd name="T9" fmla="*/ 1 h 8"/>
                  <a:gd name="T10" fmla="*/ 5 w 6"/>
                  <a:gd name="T11" fmla="*/ 2 h 8"/>
                  <a:gd name="T12" fmla="*/ 6 w 6"/>
                  <a:gd name="T13" fmla="*/ 3 h 8"/>
                  <a:gd name="T14" fmla="*/ 6 w 6"/>
                  <a:gd name="T15" fmla="*/ 6 h 8"/>
                  <a:gd name="T16" fmla="*/ 0 w 6"/>
                  <a:gd name="T17" fmla="*/ 5 h 8"/>
                  <a:gd name="T18" fmla="*/ 0 w 6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4"/>
                      <a:pt x="6" y="5"/>
                      <a:pt x="6" y="6"/>
                    </a:cubicBezTo>
                    <a:cubicBezTo>
                      <a:pt x="5" y="8"/>
                      <a:pt x="1" y="6"/>
                      <a:pt x="0" y="5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04" name="Freeform 2205">
                <a:extLst>
                  <a:ext uri="{FF2B5EF4-FFF2-40B4-BE49-F238E27FC236}">
                    <a16:creationId xmlns:a16="http://schemas.microsoft.com/office/drawing/2014/main" id="{85C47724-DC69-4170-9E9D-49906ABA8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1811"/>
                <a:ext cx="2" cy="3"/>
              </a:xfrm>
              <a:custGeom>
                <a:avLst/>
                <a:gdLst>
                  <a:gd name="T0" fmla="*/ 0 w 4"/>
                  <a:gd name="T1" fmla="*/ 3 h 7"/>
                  <a:gd name="T2" fmla="*/ 2 w 4"/>
                  <a:gd name="T3" fmla="*/ 0 h 7"/>
                  <a:gd name="T4" fmla="*/ 4 w 4"/>
                  <a:gd name="T5" fmla="*/ 3 h 7"/>
                  <a:gd name="T6" fmla="*/ 4 w 4"/>
                  <a:gd name="T7" fmla="*/ 6 h 7"/>
                  <a:gd name="T8" fmla="*/ 1 w 4"/>
                  <a:gd name="T9" fmla="*/ 6 h 7"/>
                  <a:gd name="T10" fmla="*/ 0 w 4"/>
                  <a:gd name="T11" fmla="*/ 5 h 7"/>
                  <a:gd name="T12" fmla="*/ 0 w 4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05" name="Freeform 2206">
                <a:extLst>
                  <a:ext uri="{FF2B5EF4-FFF2-40B4-BE49-F238E27FC236}">
                    <a16:creationId xmlns:a16="http://schemas.microsoft.com/office/drawing/2014/main" id="{CB60F1D9-C60B-4D29-A4CA-095091AEA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822"/>
                <a:ext cx="5" cy="5"/>
              </a:xfrm>
              <a:custGeom>
                <a:avLst/>
                <a:gdLst>
                  <a:gd name="T0" fmla="*/ 1 w 11"/>
                  <a:gd name="T1" fmla="*/ 10 h 12"/>
                  <a:gd name="T2" fmla="*/ 0 w 11"/>
                  <a:gd name="T3" fmla="*/ 9 h 12"/>
                  <a:gd name="T4" fmla="*/ 1 w 11"/>
                  <a:gd name="T5" fmla="*/ 5 h 12"/>
                  <a:gd name="T6" fmla="*/ 4 w 11"/>
                  <a:gd name="T7" fmla="*/ 3 h 12"/>
                  <a:gd name="T8" fmla="*/ 6 w 11"/>
                  <a:gd name="T9" fmla="*/ 2 h 12"/>
                  <a:gd name="T10" fmla="*/ 9 w 11"/>
                  <a:gd name="T11" fmla="*/ 1 h 12"/>
                  <a:gd name="T12" fmla="*/ 8 w 11"/>
                  <a:gd name="T13" fmla="*/ 7 h 12"/>
                  <a:gd name="T14" fmla="*/ 7 w 11"/>
                  <a:gd name="T15" fmla="*/ 10 h 12"/>
                  <a:gd name="T16" fmla="*/ 5 w 11"/>
                  <a:gd name="T17" fmla="*/ 12 h 12"/>
                  <a:gd name="T18" fmla="*/ 1 w 11"/>
                  <a:gd name="T1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2">
                    <a:moveTo>
                      <a:pt x="1" y="10"/>
                    </a:move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6"/>
                      <a:pt x="1" y="5"/>
                    </a:cubicBezTo>
                    <a:cubicBezTo>
                      <a:pt x="2" y="5"/>
                      <a:pt x="4" y="4"/>
                      <a:pt x="4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6" y="1"/>
                      <a:pt x="8" y="0"/>
                      <a:pt x="9" y="1"/>
                    </a:cubicBezTo>
                    <a:cubicBezTo>
                      <a:pt x="11" y="2"/>
                      <a:pt x="10" y="5"/>
                      <a:pt x="8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6" y="11"/>
                      <a:pt x="6" y="12"/>
                      <a:pt x="5" y="12"/>
                    </a:cubicBezTo>
                    <a:cubicBezTo>
                      <a:pt x="4" y="12"/>
                      <a:pt x="2" y="12"/>
                      <a:pt x="1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06" name="Freeform 2207">
                <a:extLst>
                  <a:ext uri="{FF2B5EF4-FFF2-40B4-BE49-F238E27FC236}">
                    <a16:creationId xmlns:a16="http://schemas.microsoft.com/office/drawing/2014/main" id="{1AD0F7D5-F317-4073-8E9A-2D0C18580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824"/>
                <a:ext cx="3" cy="3"/>
              </a:xfrm>
              <a:custGeom>
                <a:avLst/>
                <a:gdLst>
                  <a:gd name="T0" fmla="*/ 2 w 8"/>
                  <a:gd name="T1" fmla="*/ 4 h 8"/>
                  <a:gd name="T2" fmla="*/ 3 w 8"/>
                  <a:gd name="T3" fmla="*/ 2 h 8"/>
                  <a:gd name="T4" fmla="*/ 4 w 8"/>
                  <a:gd name="T5" fmla="*/ 1 h 8"/>
                  <a:gd name="T6" fmla="*/ 7 w 8"/>
                  <a:gd name="T7" fmla="*/ 3 h 8"/>
                  <a:gd name="T8" fmla="*/ 3 w 8"/>
                  <a:gd name="T9" fmla="*/ 7 h 8"/>
                  <a:gd name="T10" fmla="*/ 1 w 8"/>
                  <a:gd name="T11" fmla="*/ 7 h 8"/>
                  <a:gd name="T12" fmla="*/ 2 w 8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4"/>
                    </a:moveTo>
                    <a:cubicBezTo>
                      <a:pt x="2" y="3"/>
                      <a:pt x="3" y="3"/>
                      <a:pt x="3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6" y="0"/>
                      <a:pt x="7" y="1"/>
                      <a:pt x="7" y="3"/>
                    </a:cubicBezTo>
                    <a:cubicBezTo>
                      <a:pt x="8" y="5"/>
                      <a:pt x="4" y="6"/>
                      <a:pt x="3" y="7"/>
                    </a:cubicBezTo>
                    <a:cubicBezTo>
                      <a:pt x="2" y="7"/>
                      <a:pt x="1" y="8"/>
                      <a:pt x="1" y="7"/>
                    </a:cubicBezTo>
                    <a:cubicBezTo>
                      <a:pt x="0" y="6"/>
                      <a:pt x="1" y="5"/>
                      <a:pt x="2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07" name="Freeform 2208">
                <a:extLst>
                  <a:ext uri="{FF2B5EF4-FFF2-40B4-BE49-F238E27FC236}">
                    <a16:creationId xmlns:a16="http://schemas.microsoft.com/office/drawing/2014/main" id="{A999F33F-63C2-40CD-86DD-4B712FCC6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829"/>
                <a:ext cx="2" cy="4"/>
              </a:xfrm>
              <a:custGeom>
                <a:avLst/>
                <a:gdLst>
                  <a:gd name="T0" fmla="*/ 1 w 6"/>
                  <a:gd name="T1" fmla="*/ 9 h 10"/>
                  <a:gd name="T2" fmla="*/ 1 w 6"/>
                  <a:gd name="T3" fmla="*/ 4 h 10"/>
                  <a:gd name="T4" fmla="*/ 4 w 6"/>
                  <a:gd name="T5" fmla="*/ 1 h 10"/>
                  <a:gd name="T6" fmla="*/ 6 w 6"/>
                  <a:gd name="T7" fmla="*/ 3 h 10"/>
                  <a:gd name="T8" fmla="*/ 5 w 6"/>
                  <a:gd name="T9" fmla="*/ 5 h 10"/>
                  <a:gd name="T10" fmla="*/ 2 w 6"/>
                  <a:gd name="T11" fmla="*/ 10 h 10"/>
                  <a:gd name="T12" fmla="*/ 1 w 6"/>
                  <a:gd name="T1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1" y="9"/>
                    </a:moveTo>
                    <a:cubicBezTo>
                      <a:pt x="0" y="8"/>
                      <a:pt x="1" y="5"/>
                      <a:pt x="1" y="4"/>
                    </a:cubicBezTo>
                    <a:cubicBezTo>
                      <a:pt x="2" y="3"/>
                      <a:pt x="2" y="1"/>
                      <a:pt x="4" y="1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6"/>
                      <a:pt x="3" y="10"/>
                      <a:pt x="2" y="10"/>
                    </a:cubicBezTo>
                    <a:cubicBezTo>
                      <a:pt x="1" y="10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08" name="Freeform 2209">
                <a:extLst>
                  <a:ext uri="{FF2B5EF4-FFF2-40B4-BE49-F238E27FC236}">
                    <a16:creationId xmlns:a16="http://schemas.microsoft.com/office/drawing/2014/main" id="{FD0BE1E4-D494-4065-B27B-74EC4273E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841"/>
                <a:ext cx="3" cy="2"/>
              </a:xfrm>
              <a:custGeom>
                <a:avLst/>
                <a:gdLst>
                  <a:gd name="T0" fmla="*/ 3 w 6"/>
                  <a:gd name="T1" fmla="*/ 1 h 5"/>
                  <a:gd name="T2" fmla="*/ 5 w 6"/>
                  <a:gd name="T3" fmla="*/ 1 h 5"/>
                  <a:gd name="T4" fmla="*/ 4 w 6"/>
                  <a:gd name="T5" fmla="*/ 4 h 5"/>
                  <a:gd name="T6" fmla="*/ 1 w 6"/>
                  <a:gd name="T7" fmla="*/ 4 h 5"/>
                  <a:gd name="T8" fmla="*/ 1 w 6"/>
                  <a:gd name="T9" fmla="*/ 2 h 5"/>
                  <a:gd name="T10" fmla="*/ 3 w 6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3" y="1"/>
                    </a:moveTo>
                    <a:cubicBezTo>
                      <a:pt x="4" y="1"/>
                      <a:pt x="5" y="0"/>
                      <a:pt x="5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09" name="Freeform 2210">
                <a:extLst>
                  <a:ext uri="{FF2B5EF4-FFF2-40B4-BE49-F238E27FC236}">
                    <a16:creationId xmlns:a16="http://schemas.microsoft.com/office/drawing/2014/main" id="{D874B43F-055A-4F1C-8AFD-F07EA0B3C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854"/>
                <a:ext cx="2" cy="4"/>
              </a:xfrm>
              <a:custGeom>
                <a:avLst/>
                <a:gdLst>
                  <a:gd name="T0" fmla="*/ 2 w 5"/>
                  <a:gd name="T1" fmla="*/ 1 h 9"/>
                  <a:gd name="T2" fmla="*/ 4 w 5"/>
                  <a:gd name="T3" fmla="*/ 3 h 9"/>
                  <a:gd name="T4" fmla="*/ 5 w 5"/>
                  <a:gd name="T5" fmla="*/ 4 h 9"/>
                  <a:gd name="T6" fmla="*/ 5 w 5"/>
                  <a:gd name="T7" fmla="*/ 6 h 9"/>
                  <a:gd name="T8" fmla="*/ 3 w 5"/>
                  <a:gd name="T9" fmla="*/ 7 h 9"/>
                  <a:gd name="T10" fmla="*/ 2 w 5"/>
                  <a:gd name="T11" fmla="*/ 5 h 9"/>
                  <a:gd name="T12" fmla="*/ 0 w 5"/>
                  <a:gd name="T13" fmla="*/ 3 h 9"/>
                  <a:gd name="T14" fmla="*/ 2 w 5"/>
                  <a:gd name="T1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9">
                    <a:moveTo>
                      <a:pt x="2" y="1"/>
                    </a:moveTo>
                    <a:cubicBezTo>
                      <a:pt x="3" y="1"/>
                      <a:pt x="4" y="2"/>
                      <a:pt x="4" y="3"/>
                    </a:cubicBezTo>
                    <a:cubicBezTo>
                      <a:pt x="4" y="3"/>
                      <a:pt x="4" y="4"/>
                      <a:pt x="5" y="4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7"/>
                      <a:pt x="3" y="9"/>
                      <a:pt x="3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10" name="Freeform 2211">
                <a:extLst>
                  <a:ext uri="{FF2B5EF4-FFF2-40B4-BE49-F238E27FC236}">
                    <a16:creationId xmlns:a16="http://schemas.microsoft.com/office/drawing/2014/main" id="{DF1C2BEA-999E-427E-8CA6-94911D145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860"/>
                <a:ext cx="4" cy="5"/>
              </a:xfrm>
              <a:custGeom>
                <a:avLst/>
                <a:gdLst>
                  <a:gd name="T0" fmla="*/ 3 w 10"/>
                  <a:gd name="T1" fmla="*/ 11 h 12"/>
                  <a:gd name="T2" fmla="*/ 1 w 10"/>
                  <a:gd name="T3" fmla="*/ 11 h 12"/>
                  <a:gd name="T4" fmla="*/ 1 w 10"/>
                  <a:gd name="T5" fmla="*/ 10 h 12"/>
                  <a:gd name="T6" fmla="*/ 0 w 10"/>
                  <a:gd name="T7" fmla="*/ 10 h 12"/>
                  <a:gd name="T8" fmla="*/ 0 w 10"/>
                  <a:gd name="T9" fmla="*/ 8 h 12"/>
                  <a:gd name="T10" fmla="*/ 1 w 10"/>
                  <a:gd name="T11" fmla="*/ 5 h 12"/>
                  <a:gd name="T12" fmla="*/ 1 w 10"/>
                  <a:gd name="T13" fmla="*/ 3 h 12"/>
                  <a:gd name="T14" fmla="*/ 2 w 10"/>
                  <a:gd name="T15" fmla="*/ 2 h 12"/>
                  <a:gd name="T16" fmla="*/ 4 w 10"/>
                  <a:gd name="T17" fmla="*/ 1 h 12"/>
                  <a:gd name="T18" fmla="*/ 7 w 10"/>
                  <a:gd name="T19" fmla="*/ 1 h 12"/>
                  <a:gd name="T20" fmla="*/ 9 w 10"/>
                  <a:gd name="T21" fmla="*/ 3 h 12"/>
                  <a:gd name="T22" fmla="*/ 10 w 10"/>
                  <a:gd name="T23" fmla="*/ 6 h 12"/>
                  <a:gd name="T24" fmla="*/ 9 w 10"/>
                  <a:gd name="T25" fmla="*/ 8 h 12"/>
                  <a:gd name="T26" fmla="*/ 8 w 10"/>
                  <a:gd name="T27" fmla="*/ 10 h 12"/>
                  <a:gd name="T28" fmla="*/ 3 w 10"/>
                  <a:gd name="T2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2">
                    <a:moveTo>
                      <a:pt x="3" y="11"/>
                    </a:moveTo>
                    <a:cubicBezTo>
                      <a:pt x="2" y="11"/>
                      <a:pt x="1" y="11"/>
                      <a:pt x="1" y="11"/>
                    </a:cubicBezTo>
                    <a:cubicBezTo>
                      <a:pt x="1" y="11"/>
                      <a:pt x="1" y="10"/>
                      <a:pt x="1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4" y="1"/>
                      <a:pt x="6" y="0"/>
                      <a:pt x="7" y="1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7"/>
                      <a:pt x="10" y="7"/>
                      <a:pt x="9" y="8"/>
                    </a:cubicBezTo>
                    <a:cubicBezTo>
                      <a:pt x="9" y="9"/>
                      <a:pt x="9" y="9"/>
                      <a:pt x="8" y="10"/>
                    </a:cubicBezTo>
                    <a:cubicBezTo>
                      <a:pt x="7" y="12"/>
                      <a:pt x="4" y="12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11" name="Freeform 2212">
                <a:extLst>
                  <a:ext uri="{FF2B5EF4-FFF2-40B4-BE49-F238E27FC236}">
                    <a16:creationId xmlns:a16="http://schemas.microsoft.com/office/drawing/2014/main" id="{0DFF0FB7-4041-4AEE-BF52-26A9AF4B6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869"/>
                <a:ext cx="3" cy="3"/>
              </a:xfrm>
              <a:custGeom>
                <a:avLst/>
                <a:gdLst>
                  <a:gd name="T0" fmla="*/ 4 w 7"/>
                  <a:gd name="T1" fmla="*/ 3 h 7"/>
                  <a:gd name="T2" fmla="*/ 7 w 7"/>
                  <a:gd name="T3" fmla="*/ 5 h 7"/>
                  <a:gd name="T4" fmla="*/ 5 w 7"/>
                  <a:gd name="T5" fmla="*/ 7 h 7"/>
                  <a:gd name="T6" fmla="*/ 1 w 7"/>
                  <a:gd name="T7" fmla="*/ 6 h 7"/>
                  <a:gd name="T8" fmla="*/ 0 w 7"/>
                  <a:gd name="T9" fmla="*/ 2 h 7"/>
                  <a:gd name="T10" fmla="*/ 3 w 7"/>
                  <a:gd name="T11" fmla="*/ 1 h 7"/>
                  <a:gd name="T12" fmla="*/ 4 w 7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4" y="3"/>
                    </a:moveTo>
                    <a:cubicBezTo>
                      <a:pt x="5" y="4"/>
                      <a:pt x="7" y="3"/>
                      <a:pt x="7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3" y="7"/>
                      <a:pt x="2" y="6"/>
                      <a:pt x="1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3" y="3"/>
                      <a:pt x="4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12" name="Freeform 2213">
                <a:extLst>
                  <a:ext uri="{FF2B5EF4-FFF2-40B4-BE49-F238E27FC236}">
                    <a16:creationId xmlns:a16="http://schemas.microsoft.com/office/drawing/2014/main" id="{A07A92F4-D381-45A2-A0F4-A5595C63B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1874"/>
                <a:ext cx="4" cy="3"/>
              </a:xfrm>
              <a:custGeom>
                <a:avLst/>
                <a:gdLst>
                  <a:gd name="T0" fmla="*/ 2 w 10"/>
                  <a:gd name="T1" fmla="*/ 5 h 8"/>
                  <a:gd name="T2" fmla="*/ 1 w 10"/>
                  <a:gd name="T3" fmla="*/ 5 h 8"/>
                  <a:gd name="T4" fmla="*/ 1 w 10"/>
                  <a:gd name="T5" fmla="*/ 5 h 8"/>
                  <a:gd name="T6" fmla="*/ 0 w 10"/>
                  <a:gd name="T7" fmla="*/ 3 h 8"/>
                  <a:gd name="T8" fmla="*/ 5 w 10"/>
                  <a:gd name="T9" fmla="*/ 0 h 8"/>
                  <a:gd name="T10" fmla="*/ 7 w 10"/>
                  <a:gd name="T11" fmla="*/ 0 h 8"/>
                  <a:gd name="T12" fmla="*/ 9 w 10"/>
                  <a:gd name="T13" fmla="*/ 0 h 8"/>
                  <a:gd name="T14" fmla="*/ 10 w 10"/>
                  <a:gd name="T15" fmla="*/ 3 h 8"/>
                  <a:gd name="T16" fmla="*/ 10 w 10"/>
                  <a:gd name="T17" fmla="*/ 5 h 8"/>
                  <a:gd name="T18" fmla="*/ 8 w 10"/>
                  <a:gd name="T19" fmla="*/ 8 h 8"/>
                  <a:gd name="T20" fmla="*/ 6 w 10"/>
                  <a:gd name="T21" fmla="*/ 7 h 8"/>
                  <a:gd name="T22" fmla="*/ 4 w 10"/>
                  <a:gd name="T23" fmla="*/ 5 h 8"/>
                  <a:gd name="T24" fmla="*/ 3 w 10"/>
                  <a:gd name="T25" fmla="*/ 4 h 8"/>
                  <a:gd name="T26" fmla="*/ 2 w 10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8">
                    <a:moveTo>
                      <a:pt x="2" y="5"/>
                    </a:moveTo>
                    <a:cubicBezTo>
                      <a:pt x="2" y="5"/>
                      <a:pt x="2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3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5" y="0"/>
                      <a:pt x="6" y="1"/>
                      <a:pt x="7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8"/>
                      <a:pt x="6" y="8"/>
                      <a:pt x="6" y="7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2" y="4"/>
                      <a:pt x="2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13" name="Freeform 2214">
                <a:extLst>
                  <a:ext uri="{FF2B5EF4-FFF2-40B4-BE49-F238E27FC236}">
                    <a16:creationId xmlns:a16="http://schemas.microsoft.com/office/drawing/2014/main" id="{FFDD14A1-8AA3-47CD-A17B-30A4EED4F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878"/>
                <a:ext cx="4" cy="3"/>
              </a:xfrm>
              <a:custGeom>
                <a:avLst/>
                <a:gdLst>
                  <a:gd name="T0" fmla="*/ 5 w 10"/>
                  <a:gd name="T1" fmla="*/ 1 h 8"/>
                  <a:gd name="T2" fmla="*/ 7 w 10"/>
                  <a:gd name="T3" fmla="*/ 1 h 8"/>
                  <a:gd name="T4" fmla="*/ 9 w 10"/>
                  <a:gd name="T5" fmla="*/ 2 h 8"/>
                  <a:gd name="T6" fmla="*/ 9 w 10"/>
                  <a:gd name="T7" fmla="*/ 6 h 8"/>
                  <a:gd name="T8" fmla="*/ 6 w 10"/>
                  <a:gd name="T9" fmla="*/ 7 h 8"/>
                  <a:gd name="T10" fmla="*/ 3 w 10"/>
                  <a:gd name="T11" fmla="*/ 5 h 8"/>
                  <a:gd name="T12" fmla="*/ 1 w 10"/>
                  <a:gd name="T13" fmla="*/ 3 h 8"/>
                  <a:gd name="T14" fmla="*/ 2 w 10"/>
                  <a:gd name="T15" fmla="*/ 0 h 8"/>
                  <a:gd name="T16" fmla="*/ 5 w 10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5" y="1"/>
                    </a:move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9" y="1"/>
                      <a:pt x="9" y="2"/>
                    </a:cubicBezTo>
                    <a:cubicBezTo>
                      <a:pt x="10" y="3"/>
                      <a:pt x="10" y="5"/>
                      <a:pt x="9" y="6"/>
                    </a:cubicBezTo>
                    <a:cubicBezTo>
                      <a:pt x="8" y="7"/>
                      <a:pt x="7" y="8"/>
                      <a:pt x="6" y="7"/>
                    </a:cubicBezTo>
                    <a:cubicBezTo>
                      <a:pt x="5" y="6"/>
                      <a:pt x="5" y="5"/>
                      <a:pt x="3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2"/>
                      <a:pt x="0" y="0"/>
                      <a:pt x="2" y="0"/>
                    </a:cubicBezTo>
                    <a:cubicBezTo>
                      <a:pt x="3" y="0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14" name="Freeform 2215">
                <a:extLst>
                  <a:ext uri="{FF2B5EF4-FFF2-40B4-BE49-F238E27FC236}">
                    <a16:creationId xmlns:a16="http://schemas.microsoft.com/office/drawing/2014/main" id="{0FC98117-5554-4508-BE7D-F7448A139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1842"/>
                <a:ext cx="13" cy="15"/>
              </a:xfrm>
              <a:custGeom>
                <a:avLst/>
                <a:gdLst>
                  <a:gd name="T0" fmla="*/ 2 w 34"/>
                  <a:gd name="T1" fmla="*/ 27 h 37"/>
                  <a:gd name="T2" fmla="*/ 2 w 34"/>
                  <a:gd name="T3" fmla="*/ 20 h 37"/>
                  <a:gd name="T4" fmla="*/ 8 w 34"/>
                  <a:gd name="T5" fmla="*/ 18 h 37"/>
                  <a:gd name="T6" fmla="*/ 4 w 34"/>
                  <a:gd name="T7" fmla="*/ 16 h 37"/>
                  <a:gd name="T8" fmla="*/ 0 w 34"/>
                  <a:gd name="T9" fmla="*/ 12 h 37"/>
                  <a:gd name="T10" fmla="*/ 3 w 34"/>
                  <a:gd name="T11" fmla="*/ 6 h 37"/>
                  <a:gd name="T12" fmla="*/ 11 w 34"/>
                  <a:gd name="T13" fmla="*/ 6 h 37"/>
                  <a:gd name="T14" fmla="*/ 15 w 34"/>
                  <a:gd name="T15" fmla="*/ 2 h 37"/>
                  <a:gd name="T16" fmla="*/ 20 w 34"/>
                  <a:gd name="T17" fmla="*/ 3 h 37"/>
                  <a:gd name="T18" fmla="*/ 24 w 34"/>
                  <a:gd name="T19" fmla="*/ 5 h 37"/>
                  <a:gd name="T20" fmla="*/ 30 w 34"/>
                  <a:gd name="T21" fmla="*/ 3 h 37"/>
                  <a:gd name="T22" fmla="*/ 34 w 34"/>
                  <a:gd name="T23" fmla="*/ 8 h 37"/>
                  <a:gd name="T24" fmla="*/ 32 w 34"/>
                  <a:gd name="T25" fmla="*/ 16 h 37"/>
                  <a:gd name="T26" fmla="*/ 30 w 34"/>
                  <a:gd name="T27" fmla="*/ 21 h 37"/>
                  <a:gd name="T28" fmla="*/ 26 w 34"/>
                  <a:gd name="T29" fmla="*/ 19 h 37"/>
                  <a:gd name="T30" fmla="*/ 24 w 34"/>
                  <a:gd name="T31" fmla="*/ 22 h 37"/>
                  <a:gd name="T32" fmla="*/ 23 w 34"/>
                  <a:gd name="T33" fmla="*/ 28 h 37"/>
                  <a:gd name="T34" fmla="*/ 18 w 34"/>
                  <a:gd name="T35" fmla="*/ 30 h 37"/>
                  <a:gd name="T36" fmla="*/ 14 w 34"/>
                  <a:gd name="T37" fmla="*/ 36 h 37"/>
                  <a:gd name="T38" fmla="*/ 9 w 34"/>
                  <a:gd name="T39" fmla="*/ 36 h 37"/>
                  <a:gd name="T40" fmla="*/ 7 w 34"/>
                  <a:gd name="T41" fmla="*/ 33 h 37"/>
                  <a:gd name="T42" fmla="*/ 6 w 34"/>
                  <a:gd name="T43" fmla="*/ 31 h 37"/>
                  <a:gd name="T44" fmla="*/ 3 w 34"/>
                  <a:gd name="T45" fmla="*/ 30 h 37"/>
                  <a:gd name="T46" fmla="*/ 2 w 34"/>
                  <a:gd name="T47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7">
                    <a:moveTo>
                      <a:pt x="2" y="27"/>
                    </a:moveTo>
                    <a:cubicBezTo>
                      <a:pt x="1" y="25"/>
                      <a:pt x="1" y="22"/>
                      <a:pt x="2" y="20"/>
                    </a:cubicBezTo>
                    <a:cubicBezTo>
                      <a:pt x="3" y="19"/>
                      <a:pt x="6" y="19"/>
                      <a:pt x="8" y="18"/>
                    </a:cubicBezTo>
                    <a:cubicBezTo>
                      <a:pt x="10" y="16"/>
                      <a:pt x="5" y="16"/>
                      <a:pt x="4" y="16"/>
                    </a:cubicBezTo>
                    <a:cubicBezTo>
                      <a:pt x="2" y="15"/>
                      <a:pt x="0" y="14"/>
                      <a:pt x="0" y="12"/>
                    </a:cubicBezTo>
                    <a:cubicBezTo>
                      <a:pt x="0" y="9"/>
                      <a:pt x="1" y="7"/>
                      <a:pt x="3" y="6"/>
                    </a:cubicBezTo>
                    <a:cubicBezTo>
                      <a:pt x="6" y="5"/>
                      <a:pt x="8" y="7"/>
                      <a:pt x="11" y="6"/>
                    </a:cubicBezTo>
                    <a:cubicBezTo>
                      <a:pt x="13" y="6"/>
                      <a:pt x="14" y="3"/>
                      <a:pt x="15" y="2"/>
                    </a:cubicBezTo>
                    <a:cubicBezTo>
                      <a:pt x="17" y="0"/>
                      <a:pt x="19" y="1"/>
                      <a:pt x="20" y="3"/>
                    </a:cubicBezTo>
                    <a:cubicBezTo>
                      <a:pt x="21" y="4"/>
                      <a:pt x="22" y="6"/>
                      <a:pt x="24" y="5"/>
                    </a:cubicBezTo>
                    <a:cubicBezTo>
                      <a:pt x="26" y="5"/>
                      <a:pt x="28" y="3"/>
                      <a:pt x="30" y="3"/>
                    </a:cubicBezTo>
                    <a:cubicBezTo>
                      <a:pt x="33" y="4"/>
                      <a:pt x="33" y="6"/>
                      <a:pt x="34" y="8"/>
                    </a:cubicBezTo>
                    <a:cubicBezTo>
                      <a:pt x="34" y="11"/>
                      <a:pt x="33" y="13"/>
                      <a:pt x="32" y="16"/>
                    </a:cubicBezTo>
                    <a:cubicBezTo>
                      <a:pt x="32" y="17"/>
                      <a:pt x="31" y="20"/>
                      <a:pt x="30" y="21"/>
                    </a:cubicBezTo>
                    <a:cubicBezTo>
                      <a:pt x="28" y="22"/>
                      <a:pt x="27" y="20"/>
                      <a:pt x="26" y="19"/>
                    </a:cubicBezTo>
                    <a:cubicBezTo>
                      <a:pt x="24" y="18"/>
                      <a:pt x="24" y="21"/>
                      <a:pt x="24" y="22"/>
                    </a:cubicBezTo>
                    <a:cubicBezTo>
                      <a:pt x="24" y="24"/>
                      <a:pt x="24" y="27"/>
                      <a:pt x="23" y="28"/>
                    </a:cubicBezTo>
                    <a:cubicBezTo>
                      <a:pt x="22" y="29"/>
                      <a:pt x="19" y="29"/>
                      <a:pt x="18" y="30"/>
                    </a:cubicBezTo>
                    <a:cubicBezTo>
                      <a:pt x="16" y="32"/>
                      <a:pt x="16" y="35"/>
                      <a:pt x="14" y="36"/>
                    </a:cubicBezTo>
                    <a:cubicBezTo>
                      <a:pt x="12" y="37"/>
                      <a:pt x="10" y="37"/>
                      <a:pt x="9" y="36"/>
                    </a:cubicBezTo>
                    <a:cubicBezTo>
                      <a:pt x="8" y="35"/>
                      <a:pt x="8" y="34"/>
                      <a:pt x="7" y="33"/>
                    </a:cubicBezTo>
                    <a:cubicBezTo>
                      <a:pt x="7" y="32"/>
                      <a:pt x="7" y="31"/>
                      <a:pt x="6" y="31"/>
                    </a:cubicBezTo>
                    <a:cubicBezTo>
                      <a:pt x="5" y="30"/>
                      <a:pt x="4" y="31"/>
                      <a:pt x="3" y="30"/>
                    </a:cubicBezTo>
                    <a:cubicBezTo>
                      <a:pt x="2" y="29"/>
                      <a:pt x="2" y="28"/>
                      <a:pt x="2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15" name="Freeform 2216">
                <a:extLst>
                  <a:ext uri="{FF2B5EF4-FFF2-40B4-BE49-F238E27FC236}">
                    <a16:creationId xmlns:a16="http://schemas.microsoft.com/office/drawing/2014/main" id="{176F9390-C824-45A3-AC0E-2CC44766E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820"/>
                <a:ext cx="25" cy="20"/>
              </a:xfrm>
              <a:custGeom>
                <a:avLst/>
                <a:gdLst>
                  <a:gd name="T0" fmla="*/ 18 w 60"/>
                  <a:gd name="T1" fmla="*/ 45 h 48"/>
                  <a:gd name="T2" fmla="*/ 12 w 60"/>
                  <a:gd name="T3" fmla="*/ 47 h 48"/>
                  <a:gd name="T4" fmla="*/ 6 w 60"/>
                  <a:gd name="T5" fmla="*/ 45 h 48"/>
                  <a:gd name="T6" fmla="*/ 4 w 60"/>
                  <a:gd name="T7" fmla="*/ 38 h 48"/>
                  <a:gd name="T8" fmla="*/ 0 w 60"/>
                  <a:gd name="T9" fmla="*/ 32 h 48"/>
                  <a:gd name="T10" fmla="*/ 4 w 60"/>
                  <a:gd name="T11" fmla="*/ 24 h 48"/>
                  <a:gd name="T12" fmla="*/ 12 w 60"/>
                  <a:gd name="T13" fmla="*/ 19 h 48"/>
                  <a:gd name="T14" fmla="*/ 22 w 60"/>
                  <a:gd name="T15" fmla="*/ 17 h 48"/>
                  <a:gd name="T16" fmla="*/ 27 w 60"/>
                  <a:gd name="T17" fmla="*/ 11 h 48"/>
                  <a:gd name="T18" fmla="*/ 35 w 60"/>
                  <a:gd name="T19" fmla="*/ 5 h 48"/>
                  <a:gd name="T20" fmla="*/ 42 w 60"/>
                  <a:gd name="T21" fmla="*/ 1 h 48"/>
                  <a:gd name="T22" fmla="*/ 52 w 60"/>
                  <a:gd name="T23" fmla="*/ 2 h 48"/>
                  <a:gd name="T24" fmla="*/ 56 w 60"/>
                  <a:gd name="T25" fmla="*/ 10 h 48"/>
                  <a:gd name="T26" fmla="*/ 57 w 60"/>
                  <a:gd name="T27" fmla="*/ 14 h 48"/>
                  <a:gd name="T28" fmla="*/ 59 w 60"/>
                  <a:gd name="T29" fmla="*/ 17 h 48"/>
                  <a:gd name="T30" fmla="*/ 59 w 60"/>
                  <a:gd name="T31" fmla="*/ 27 h 48"/>
                  <a:gd name="T32" fmla="*/ 58 w 60"/>
                  <a:gd name="T33" fmla="*/ 32 h 48"/>
                  <a:gd name="T34" fmla="*/ 57 w 60"/>
                  <a:gd name="T35" fmla="*/ 35 h 48"/>
                  <a:gd name="T36" fmla="*/ 51 w 60"/>
                  <a:gd name="T37" fmla="*/ 39 h 48"/>
                  <a:gd name="T38" fmla="*/ 47 w 60"/>
                  <a:gd name="T39" fmla="*/ 40 h 48"/>
                  <a:gd name="T40" fmla="*/ 43 w 60"/>
                  <a:gd name="T41" fmla="*/ 41 h 48"/>
                  <a:gd name="T42" fmla="*/ 35 w 60"/>
                  <a:gd name="T43" fmla="*/ 45 h 48"/>
                  <a:gd name="T44" fmla="*/ 32 w 60"/>
                  <a:gd name="T45" fmla="*/ 46 h 48"/>
                  <a:gd name="T46" fmla="*/ 30 w 60"/>
                  <a:gd name="T47" fmla="*/ 44 h 48"/>
                  <a:gd name="T48" fmla="*/ 30 w 60"/>
                  <a:gd name="T49" fmla="*/ 44 h 48"/>
                  <a:gd name="T50" fmla="*/ 30 w 60"/>
                  <a:gd name="T51" fmla="*/ 43 h 48"/>
                  <a:gd name="T52" fmla="*/ 29 w 60"/>
                  <a:gd name="T53" fmla="*/ 41 h 48"/>
                  <a:gd name="T54" fmla="*/ 29 w 60"/>
                  <a:gd name="T55" fmla="*/ 39 h 48"/>
                  <a:gd name="T56" fmla="*/ 27 w 60"/>
                  <a:gd name="T57" fmla="*/ 38 h 48"/>
                  <a:gd name="T58" fmla="*/ 23 w 60"/>
                  <a:gd name="T59" fmla="*/ 37 h 48"/>
                  <a:gd name="T60" fmla="*/ 21 w 60"/>
                  <a:gd name="T61" fmla="*/ 39 h 48"/>
                  <a:gd name="T62" fmla="*/ 18 w 60"/>
                  <a:gd name="T63" fmla="*/ 4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" h="48">
                    <a:moveTo>
                      <a:pt x="18" y="45"/>
                    </a:moveTo>
                    <a:cubicBezTo>
                      <a:pt x="17" y="48"/>
                      <a:pt x="14" y="47"/>
                      <a:pt x="12" y="47"/>
                    </a:cubicBezTo>
                    <a:cubicBezTo>
                      <a:pt x="10" y="47"/>
                      <a:pt x="7" y="48"/>
                      <a:pt x="6" y="45"/>
                    </a:cubicBezTo>
                    <a:cubicBezTo>
                      <a:pt x="5" y="43"/>
                      <a:pt x="6" y="40"/>
                      <a:pt x="4" y="38"/>
                    </a:cubicBezTo>
                    <a:cubicBezTo>
                      <a:pt x="2" y="36"/>
                      <a:pt x="0" y="35"/>
                      <a:pt x="0" y="32"/>
                    </a:cubicBezTo>
                    <a:cubicBezTo>
                      <a:pt x="0" y="29"/>
                      <a:pt x="2" y="26"/>
                      <a:pt x="4" y="24"/>
                    </a:cubicBezTo>
                    <a:cubicBezTo>
                      <a:pt x="6" y="22"/>
                      <a:pt x="9" y="20"/>
                      <a:pt x="12" y="19"/>
                    </a:cubicBezTo>
                    <a:cubicBezTo>
                      <a:pt x="15" y="18"/>
                      <a:pt x="19" y="19"/>
                      <a:pt x="22" y="17"/>
                    </a:cubicBezTo>
                    <a:cubicBezTo>
                      <a:pt x="24" y="15"/>
                      <a:pt x="25" y="12"/>
                      <a:pt x="27" y="11"/>
                    </a:cubicBezTo>
                    <a:cubicBezTo>
                      <a:pt x="29" y="8"/>
                      <a:pt x="33" y="8"/>
                      <a:pt x="35" y="5"/>
                    </a:cubicBezTo>
                    <a:cubicBezTo>
                      <a:pt x="37" y="4"/>
                      <a:pt x="39" y="1"/>
                      <a:pt x="42" y="1"/>
                    </a:cubicBezTo>
                    <a:cubicBezTo>
                      <a:pt x="45" y="0"/>
                      <a:pt x="49" y="0"/>
                      <a:pt x="52" y="2"/>
                    </a:cubicBezTo>
                    <a:cubicBezTo>
                      <a:pt x="54" y="3"/>
                      <a:pt x="55" y="7"/>
                      <a:pt x="56" y="10"/>
                    </a:cubicBezTo>
                    <a:cubicBezTo>
                      <a:pt x="57" y="12"/>
                      <a:pt x="57" y="13"/>
                      <a:pt x="57" y="14"/>
                    </a:cubicBezTo>
                    <a:cubicBezTo>
                      <a:pt x="58" y="15"/>
                      <a:pt x="58" y="16"/>
                      <a:pt x="59" y="17"/>
                    </a:cubicBezTo>
                    <a:cubicBezTo>
                      <a:pt x="60" y="20"/>
                      <a:pt x="60" y="24"/>
                      <a:pt x="59" y="27"/>
                    </a:cubicBezTo>
                    <a:cubicBezTo>
                      <a:pt x="58" y="29"/>
                      <a:pt x="58" y="30"/>
                      <a:pt x="58" y="32"/>
                    </a:cubicBezTo>
                    <a:cubicBezTo>
                      <a:pt x="57" y="33"/>
                      <a:pt x="58" y="34"/>
                      <a:pt x="57" y="35"/>
                    </a:cubicBezTo>
                    <a:cubicBezTo>
                      <a:pt x="57" y="38"/>
                      <a:pt x="54" y="39"/>
                      <a:pt x="51" y="39"/>
                    </a:cubicBezTo>
                    <a:cubicBezTo>
                      <a:pt x="50" y="39"/>
                      <a:pt x="48" y="39"/>
                      <a:pt x="47" y="40"/>
                    </a:cubicBezTo>
                    <a:cubicBezTo>
                      <a:pt x="45" y="40"/>
                      <a:pt x="44" y="41"/>
                      <a:pt x="43" y="41"/>
                    </a:cubicBezTo>
                    <a:cubicBezTo>
                      <a:pt x="40" y="43"/>
                      <a:pt x="38" y="44"/>
                      <a:pt x="35" y="45"/>
                    </a:cubicBezTo>
                    <a:cubicBezTo>
                      <a:pt x="34" y="45"/>
                      <a:pt x="33" y="46"/>
                      <a:pt x="32" y="46"/>
                    </a:cubicBezTo>
                    <a:cubicBezTo>
                      <a:pt x="31" y="45"/>
                      <a:pt x="30" y="45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4"/>
                      <a:pt x="30" y="43"/>
                      <a:pt x="30" y="43"/>
                    </a:cubicBezTo>
                    <a:cubicBezTo>
                      <a:pt x="30" y="42"/>
                      <a:pt x="29" y="42"/>
                      <a:pt x="29" y="41"/>
                    </a:cubicBezTo>
                    <a:cubicBezTo>
                      <a:pt x="29" y="41"/>
                      <a:pt x="29" y="40"/>
                      <a:pt x="29" y="39"/>
                    </a:cubicBezTo>
                    <a:cubicBezTo>
                      <a:pt x="28" y="38"/>
                      <a:pt x="28" y="38"/>
                      <a:pt x="27" y="38"/>
                    </a:cubicBezTo>
                    <a:cubicBezTo>
                      <a:pt x="26" y="38"/>
                      <a:pt x="24" y="37"/>
                      <a:pt x="23" y="37"/>
                    </a:cubicBezTo>
                    <a:cubicBezTo>
                      <a:pt x="22" y="37"/>
                      <a:pt x="21" y="38"/>
                      <a:pt x="21" y="39"/>
                    </a:cubicBezTo>
                    <a:cubicBezTo>
                      <a:pt x="19" y="41"/>
                      <a:pt x="19" y="43"/>
                      <a:pt x="18" y="4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16" name="Freeform 2217">
                <a:extLst>
                  <a:ext uri="{FF2B5EF4-FFF2-40B4-BE49-F238E27FC236}">
                    <a16:creationId xmlns:a16="http://schemas.microsoft.com/office/drawing/2014/main" id="{C5A7D6D6-5C48-4712-BAF1-42C35F1AB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058"/>
                <a:ext cx="3" cy="4"/>
              </a:xfrm>
              <a:custGeom>
                <a:avLst/>
                <a:gdLst>
                  <a:gd name="T0" fmla="*/ 1 w 8"/>
                  <a:gd name="T1" fmla="*/ 7 h 9"/>
                  <a:gd name="T2" fmla="*/ 0 w 8"/>
                  <a:gd name="T3" fmla="*/ 5 h 9"/>
                  <a:gd name="T4" fmla="*/ 2 w 8"/>
                  <a:gd name="T5" fmla="*/ 0 h 9"/>
                  <a:gd name="T6" fmla="*/ 6 w 8"/>
                  <a:gd name="T7" fmla="*/ 1 h 9"/>
                  <a:gd name="T8" fmla="*/ 7 w 8"/>
                  <a:gd name="T9" fmla="*/ 7 h 9"/>
                  <a:gd name="T10" fmla="*/ 4 w 8"/>
                  <a:gd name="T11" fmla="*/ 8 h 9"/>
                  <a:gd name="T12" fmla="*/ 1 w 8"/>
                  <a:gd name="T1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1" y="7"/>
                    </a:moveTo>
                    <a:cubicBezTo>
                      <a:pt x="0" y="7"/>
                      <a:pt x="0" y="6"/>
                      <a:pt x="0" y="5"/>
                    </a:cubicBezTo>
                    <a:cubicBezTo>
                      <a:pt x="1" y="3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8" y="2"/>
                      <a:pt x="8" y="5"/>
                      <a:pt x="7" y="7"/>
                    </a:cubicBezTo>
                    <a:cubicBezTo>
                      <a:pt x="6" y="8"/>
                      <a:pt x="5" y="8"/>
                      <a:pt x="4" y="8"/>
                    </a:cubicBezTo>
                    <a:cubicBezTo>
                      <a:pt x="2" y="9"/>
                      <a:pt x="2" y="9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17" name="Freeform 2218">
                <a:extLst>
                  <a:ext uri="{FF2B5EF4-FFF2-40B4-BE49-F238E27FC236}">
                    <a16:creationId xmlns:a16="http://schemas.microsoft.com/office/drawing/2014/main" id="{A0AF91FD-AD1B-497F-9C33-DC6E022DD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056"/>
                <a:ext cx="4" cy="5"/>
              </a:xfrm>
              <a:custGeom>
                <a:avLst/>
                <a:gdLst>
                  <a:gd name="T0" fmla="*/ 2 w 9"/>
                  <a:gd name="T1" fmla="*/ 11 h 12"/>
                  <a:gd name="T2" fmla="*/ 1 w 9"/>
                  <a:gd name="T3" fmla="*/ 10 h 12"/>
                  <a:gd name="T4" fmla="*/ 0 w 9"/>
                  <a:gd name="T5" fmla="*/ 8 h 12"/>
                  <a:gd name="T6" fmla="*/ 1 w 9"/>
                  <a:gd name="T7" fmla="*/ 2 h 12"/>
                  <a:gd name="T8" fmla="*/ 5 w 9"/>
                  <a:gd name="T9" fmla="*/ 1 h 12"/>
                  <a:gd name="T10" fmla="*/ 7 w 9"/>
                  <a:gd name="T11" fmla="*/ 3 h 12"/>
                  <a:gd name="T12" fmla="*/ 9 w 9"/>
                  <a:gd name="T13" fmla="*/ 5 h 12"/>
                  <a:gd name="T14" fmla="*/ 7 w 9"/>
                  <a:gd name="T15" fmla="*/ 8 h 12"/>
                  <a:gd name="T16" fmla="*/ 3 w 9"/>
                  <a:gd name="T17" fmla="*/ 12 h 12"/>
                  <a:gd name="T18" fmla="*/ 3 w 9"/>
                  <a:gd name="T19" fmla="*/ 12 h 12"/>
                  <a:gd name="T20" fmla="*/ 2 w 9"/>
                  <a:gd name="T2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2">
                    <a:moveTo>
                      <a:pt x="2" y="11"/>
                    </a:moveTo>
                    <a:cubicBezTo>
                      <a:pt x="2" y="11"/>
                      <a:pt x="1" y="11"/>
                      <a:pt x="1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1"/>
                      <a:pt x="6" y="2"/>
                      <a:pt x="7" y="3"/>
                    </a:cubicBezTo>
                    <a:cubicBezTo>
                      <a:pt x="7" y="4"/>
                      <a:pt x="8" y="4"/>
                      <a:pt x="9" y="5"/>
                    </a:cubicBezTo>
                    <a:cubicBezTo>
                      <a:pt x="9" y="7"/>
                      <a:pt x="8" y="7"/>
                      <a:pt x="7" y="8"/>
                    </a:cubicBezTo>
                    <a:cubicBezTo>
                      <a:pt x="6" y="9"/>
                      <a:pt x="4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2" y="11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18" name="Freeform 2219">
                <a:extLst>
                  <a:ext uri="{FF2B5EF4-FFF2-40B4-BE49-F238E27FC236}">
                    <a16:creationId xmlns:a16="http://schemas.microsoft.com/office/drawing/2014/main" id="{A54CA283-520D-4F2A-A9EA-31BCFDC06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056"/>
                <a:ext cx="3" cy="4"/>
              </a:xfrm>
              <a:custGeom>
                <a:avLst/>
                <a:gdLst>
                  <a:gd name="T0" fmla="*/ 2 w 8"/>
                  <a:gd name="T1" fmla="*/ 8 h 9"/>
                  <a:gd name="T2" fmla="*/ 0 w 8"/>
                  <a:gd name="T3" fmla="*/ 4 h 9"/>
                  <a:gd name="T4" fmla="*/ 6 w 8"/>
                  <a:gd name="T5" fmla="*/ 1 h 9"/>
                  <a:gd name="T6" fmla="*/ 4 w 8"/>
                  <a:gd name="T7" fmla="*/ 8 h 9"/>
                  <a:gd name="T8" fmla="*/ 2 w 8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2" y="8"/>
                    </a:moveTo>
                    <a:cubicBezTo>
                      <a:pt x="0" y="8"/>
                      <a:pt x="0" y="6"/>
                      <a:pt x="0" y="4"/>
                    </a:cubicBezTo>
                    <a:cubicBezTo>
                      <a:pt x="1" y="2"/>
                      <a:pt x="4" y="0"/>
                      <a:pt x="6" y="1"/>
                    </a:cubicBezTo>
                    <a:cubicBezTo>
                      <a:pt x="8" y="3"/>
                      <a:pt x="6" y="6"/>
                      <a:pt x="4" y="8"/>
                    </a:cubicBezTo>
                    <a:cubicBezTo>
                      <a:pt x="3" y="9"/>
                      <a:pt x="2" y="9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19" name="Freeform 2220">
                <a:extLst>
                  <a:ext uri="{FF2B5EF4-FFF2-40B4-BE49-F238E27FC236}">
                    <a16:creationId xmlns:a16="http://schemas.microsoft.com/office/drawing/2014/main" id="{5B7FDF70-CAD8-473F-914C-61F400823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056"/>
                <a:ext cx="3" cy="7"/>
              </a:xfrm>
              <a:custGeom>
                <a:avLst/>
                <a:gdLst>
                  <a:gd name="T0" fmla="*/ 0 w 8"/>
                  <a:gd name="T1" fmla="*/ 7 h 16"/>
                  <a:gd name="T2" fmla="*/ 2 w 8"/>
                  <a:gd name="T3" fmla="*/ 4 h 16"/>
                  <a:gd name="T4" fmla="*/ 3 w 8"/>
                  <a:gd name="T5" fmla="*/ 2 h 16"/>
                  <a:gd name="T6" fmla="*/ 7 w 8"/>
                  <a:gd name="T7" fmla="*/ 8 h 16"/>
                  <a:gd name="T8" fmla="*/ 7 w 8"/>
                  <a:gd name="T9" fmla="*/ 14 h 16"/>
                  <a:gd name="T10" fmla="*/ 0 w 8"/>
                  <a:gd name="T11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6">
                    <a:moveTo>
                      <a:pt x="0" y="7"/>
                    </a:moveTo>
                    <a:cubicBezTo>
                      <a:pt x="0" y="5"/>
                      <a:pt x="1" y="5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7" y="0"/>
                      <a:pt x="7" y="7"/>
                      <a:pt x="7" y="8"/>
                    </a:cubicBezTo>
                    <a:cubicBezTo>
                      <a:pt x="8" y="10"/>
                      <a:pt x="8" y="13"/>
                      <a:pt x="7" y="14"/>
                    </a:cubicBezTo>
                    <a:cubicBezTo>
                      <a:pt x="4" y="16"/>
                      <a:pt x="0" y="9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20" name="Freeform 2221">
                <a:extLst>
                  <a:ext uri="{FF2B5EF4-FFF2-40B4-BE49-F238E27FC236}">
                    <a16:creationId xmlns:a16="http://schemas.microsoft.com/office/drawing/2014/main" id="{86F2CFC8-A42E-4A8B-91FA-7A7037145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057"/>
                <a:ext cx="2" cy="2"/>
              </a:xfrm>
              <a:custGeom>
                <a:avLst/>
                <a:gdLst>
                  <a:gd name="T0" fmla="*/ 0 w 5"/>
                  <a:gd name="T1" fmla="*/ 4 h 6"/>
                  <a:gd name="T2" fmla="*/ 0 w 5"/>
                  <a:gd name="T3" fmla="*/ 2 h 6"/>
                  <a:gd name="T4" fmla="*/ 2 w 5"/>
                  <a:gd name="T5" fmla="*/ 0 h 6"/>
                  <a:gd name="T6" fmla="*/ 5 w 5"/>
                  <a:gd name="T7" fmla="*/ 4 h 6"/>
                  <a:gd name="T8" fmla="*/ 2 w 5"/>
                  <a:gd name="T9" fmla="*/ 6 h 6"/>
                  <a:gd name="T10" fmla="*/ 0 w 5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6"/>
                    </a:cubicBezTo>
                    <a:cubicBezTo>
                      <a:pt x="0" y="6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21" name="Freeform 2222">
                <a:extLst>
                  <a:ext uri="{FF2B5EF4-FFF2-40B4-BE49-F238E27FC236}">
                    <a16:creationId xmlns:a16="http://schemas.microsoft.com/office/drawing/2014/main" id="{D42D9CC7-D294-47BD-85C6-690595356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060"/>
                <a:ext cx="3" cy="3"/>
              </a:xfrm>
              <a:custGeom>
                <a:avLst/>
                <a:gdLst>
                  <a:gd name="T0" fmla="*/ 4 w 9"/>
                  <a:gd name="T1" fmla="*/ 2 h 9"/>
                  <a:gd name="T2" fmla="*/ 9 w 9"/>
                  <a:gd name="T3" fmla="*/ 3 h 9"/>
                  <a:gd name="T4" fmla="*/ 5 w 9"/>
                  <a:gd name="T5" fmla="*/ 8 h 9"/>
                  <a:gd name="T6" fmla="*/ 0 w 9"/>
                  <a:gd name="T7" fmla="*/ 6 h 9"/>
                  <a:gd name="T8" fmla="*/ 2 w 9"/>
                  <a:gd name="T9" fmla="*/ 4 h 9"/>
                  <a:gd name="T10" fmla="*/ 4 w 9"/>
                  <a:gd name="T11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4" y="2"/>
                    </a:moveTo>
                    <a:cubicBezTo>
                      <a:pt x="6" y="0"/>
                      <a:pt x="8" y="1"/>
                      <a:pt x="9" y="3"/>
                    </a:cubicBezTo>
                    <a:cubicBezTo>
                      <a:pt x="9" y="6"/>
                      <a:pt x="7" y="7"/>
                      <a:pt x="5" y="8"/>
                    </a:cubicBezTo>
                    <a:cubicBezTo>
                      <a:pt x="3" y="9"/>
                      <a:pt x="0" y="9"/>
                      <a:pt x="0" y="6"/>
                    </a:cubicBezTo>
                    <a:cubicBezTo>
                      <a:pt x="0" y="5"/>
                      <a:pt x="1" y="5"/>
                      <a:pt x="2" y="4"/>
                    </a:cubicBezTo>
                    <a:cubicBezTo>
                      <a:pt x="3" y="3"/>
                      <a:pt x="3" y="2"/>
                      <a:pt x="4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22" name="Freeform 2223">
                <a:extLst>
                  <a:ext uri="{FF2B5EF4-FFF2-40B4-BE49-F238E27FC236}">
                    <a16:creationId xmlns:a16="http://schemas.microsoft.com/office/drawing/2014/main" id="{5B7BD557-BFA9-4564-B08D-B2CD6C23C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925"/>
                <a:ext cx="49" cy="124"/>
              </a:xfrm>
              <a:custGeom>
                <a:avLst/>
                <a:gdLst>
                  <a:gd name="T0" fmla="*/ 11 w 120"/>
                  <a:gd name="T1" fmla="*/ 267 h 305"/>
                  <a:gd name="T2" fmla="*/ 3 w 120"/>
                  <a:gd name="T3" fmla="*/ 254 h 305"/>
                  <a:gd name="T4" fmla="*/ 2 w 120"/>
                  <a:gd name="T5" fmla="*/ 227 h 305"/>
                  <a:gd name="T6" fmla="*/ 3 w 120"/>
                  <a:gd name="T7" fmla="*/ 203 h 305"/>
                  <a:gd name="T8" fmla="*/ 10 w 120"/>
                  <a:gd name="T9" fmla="*/ 176 h 305"/>
                  <a:gd name="T10" fmla="*/ 23 w 120"/>
                  <a:gd name="T11" fmla="*/ 153 h 305"/>
                  <a:gd name="T12" fmla="*/ 32 w 120"/>
                  <a:gd name="T13" fmla="*/ 141 h 305"/>
                  <a:gd name="T14" fmla="*/ 46 w 120"/>
                  <a:gd name="T15" fmla="*/ 127 h 305"/>
                  <a:gd name="T16" fmla="*/ 55 w 120"/>
                  <a:gd name="T17" fmla="*/ 116 h 305"/>
                  <a:gd name="T18" fmla="*/ 61 w 120"/>
                  <a:gd name="T19" fmla="*/ 102 h 305"/>
                  <a:gd name="T20" fmla="*/ 68 w 120"/>
                  <a:gd name="T21" fmla="*/ 88 h 305"/>
                  <a:gd name="T22" fmla="*/ 76 w 120"/>
                  <a:gd name="T23" fmla="*/ 68 h 305"/>
                  <a:gd name="T24" fmla="*/ 78 w 120"/>
                  <a:gd name="T25" fmla="*/ 44 h 305"/>
                  <a:gd name="T26" fmla="*/ 84 w 120"/>
                  <a:gd name="T27" fmla="*/ 39 h 305"/>
                  <a:gd name="T28" fmla="*/ 89 w 120"/>
                  <a:gd name="T29" fmla="*/ 26 h 305"/>
                  <a:gd name="T30" fmla="*/ 90 w 120"/>
                  <a:gd name="T31" fmla="*/ 20 h 305"/>
                  <a:gd name="T32" fmla="*/ 103 w 120"/>
                  <a:gd name="T33" fmla="*/ 4 h 305"/>
                  <a:gd name="T34" fmla="*/ 111 w 120"/>
                  <a:gd name="T35" fmla="*/ 5 h 305"/>
                  <a:gd name="T36" fmla="*/ 120 w 120"/>
                  <a:gd name="T37" fmla="*/ 15 h 305"/>
                  <a:gd name="T38" fmla="*/ 117 w 120"/>
                  <a:gd name="T39" fmla="*/ 20 h 305"/>
                  <a:gd name="T40" fmla="*/ 105 w 120"/>
                  <a:gd name="T41" fmla="*/ 23 h 305"/>
                  <a:gd name="T42" fmla="*/ 107 w 120"/>
                  <a:gd name="T43" fmla="*/ 32 h 305"/>
                  <a:gd name="T44" fmla="*/ 105 w 120"/>
                  <a:gd name="T45" fmla="*/ 46 h 305"/>
                  <a:gd name="T46" fmla="*/ 98 w 120"/>
                  <a:gd name="T47" fmla="*/ 55 h 305"/>
                  <a:gd name="T48" fmla="*/ 93 w 120"/>
                  <a:gd name="T49" fmla="*/ 73 h 305"/>
                  <a:gd name="T50" fmla="*/ 82 w 120"/>
                  <a:gd name="T51" fmla="*/ 95 h 305"/>
                  <a:gd name="T52" fmla="*/ 80 w 120"/>
                  <a:gd name="T53" fmla="*/ 110 h 305"/>
                  <a:gd name="T54" fmla="*/ 72 w 120"/>
                  <a:gd name="T55" fmla="*/ 142 h 305"/>
                  <a:gd name="T56" fmla="*/ 62 w 120"/>
                  <a:gd name="T57" fmla="*/ 153 h 305"/>
                  <a:gd name="T58" fmla="*/ 57 w 120"/>
                  <a:gd name="T59" fmla="*/ 175 h 305"/>
                  <a:gd name="T60" fmla="*/ 54 w 120"/>
                  <a:gd name="T61" fmla="*/ 196 h 305"/>
                  <a:gd name="T62" fmla="*/ 45 w 120"/>
                  <a:gd name="T63" fmla="*/ 216 h 305"/>
                  <a:gd name="T64" fmla="*/ 39 w 120"/>
                  <a:gd name="T65" fmla="*/ 232 h 305"/>
                  <a:gd name="T66" fmla="*/ 34 w 120"/>
                  <a:gd name="T67" fmla="*/ 246 h 305"/>
                  <a:gd name="T68" fmla="*/ 31 w 120"/>
                  <a:gd name="T69" fmla="*/ 261 h 305"/>
                  <a:gd name="T70" fmla="*/ 30 w 120"/>
                  <a:gd name="T71" fmla="*/ 277 h 305"/>
                  <a:gd name="T72" fmla="*/ 26 w 120"/>
                  <a:gd name="T73" fmla="*/ 292 h 305"/>
                  <a:gd name="T74" fmla="*/ 19 w 120"/>
                  <a:gd name="T75" fmla="*/ 298 h 305"/>
                  <a:gd name="T76" fmla="*/ 10 w 120"/>
                  <a:gd name="T77" fmla="*/ 291 h 305"/>
                  <a:gd name="T78" fmla="*/ 12 w 120"/>
                  <a:gd name="T79" fmla="*/ 27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0" h="305">
                    <a:moveTo>
                      <a:pt x="12" y="275"/>
                    </a:moveTo>
                    <a:cubicBezTo>
                      <a:pt x="12" y="272"/>
                      <a:pt x="12" y="269"/>
                      <a:pt x="11" y="267"/>
                    </a:cubicBezTo>
                    <a:cubicBezTo>
                      <a:pt x="10" y="264"/>
                      <a:pt x="12" y="261"/>
                      <a:pt x="11" y="258"/>
                    </a:cubicBezTo>
                    <a:cubicBezTo>
                      <a:pt x="9" y="256"/>
                      <a:pt x="5" y="257"/>
                      <a:pt x="3" y="254"/>
                    </a:cubicBezTo>
                    <a:cubicBezTo>
                      <a:pt x="0" y="251"/>
                      <a:pt x="1" y="245"/>
                      <a:pt x="1" y="241"/>
                    </a:cubicBezTo>
                    <a:cubicBezTo>
                      <a:pt x="1" y="236"/>
                      <a:pt x="1" y="231"/>
                      <a:pt x="2" y="227"/>
                    </a:cubicBezTo>
                    <a:cubicBezTo>
                      <a:pt x="2" y="223"/>
                      <a:pt x="2" y="219"/>
                      <a:pt x="2" y="215"/>
                    </a:cubicBezTo>
                    <a:cubicBezTo>
                      <a:pt x="2" y="211"/>
                      <a:pt x="3" y="208"/>
                      <a:pt x="3" y="203"/>
                    </a:cubicBezTo>
                    <a:cubicBezTo>
                      <a:pt x="3" y="200"/>
                      <a:pt x="4" y="196"/>
                      <a:pt x="5" y="192"/>
                    </a:cubicBezTo>
                    <a:cubicBezTo>
                      <a:pt x="6" y="187"/>
                      <a:pt x="8" y="181"/>
                      <a:pt x="10" y="176"/>
                    </a:cubicBezTo>
                    <a:cubicBezTo>
                      <a:pt x="12" y="172"/>
                      <a:pt x="15" y="169"/>
                      <a:pt x="17" y="165"/>
                    </a:cubicBezTo>
                    <a:cubicBezTo>
                      <a:pt x="19" y="161"/>
                      <a:pt x="20" y="156"/>
                      <a:pt x="23" y="153"/>
                    </a:cubicBezTo>
                    <a:cubicBezTo>
                      <a:pt x="25" y="151"/>
                      <a:pt x="29" y="149"/>
                      <a:pt x="30" y="146"/>
                    </a:cubicBezTo>
                    <a:cubicBezTo>
                      <a:pt x="31" y="144"/>
                      <a:pt x="31" y="143"/>
                      <a:pt x="32" y="141"/>
                    </a:cubicBezTo>
                    <a:cubicBezTo>
                      <a:pt x="33" y="139"/>
                      <a:pt x="35" y="137"/>
                      <a:pt x="36" y="135"/>
                    </a:cubicBezTo>
                    <a:cubicBezTo>
                      <a:pt x="39" y="132"/>
                      <a:pt x="43" y="130"/>
                      <a:pt x="46" y="127"/>
                    </a:cubicBezTo>
                    <a:cubicBezTo>
                      <a:pt x="48" y="126"/>
                      <a:pt x="49" y="124"/>
                      <a:pt x="50" y="123"/>
                    </a:cubicBezTo>
                    <a:cubicBezTo>
                      <a:pt x="51" y="120"/>
                      <a:pt x="53" y="119"/>
                      <a:pt x="55" y="116"/>
                    </a:cubicBezTo>
                    <a:cubicBezTo>
                      <a:pt x="56" y="114"/>
                      <a:pt x="56" y="111"/>
                      <a:pt x="57" y="109"/>
                    </a:cubicBezTo>
                    <a:cubicBezTo>
                      <a:pt x="58" y="107"/>
                      <a:pt x="60" y="104"/>
                      <a:pt x="61" y="102"/>
                    </a:cubicBezTo>
                    <a:cubicBezTo>
                      <a:pt x="62" y="100"/>
                      <a:pt x="62" y="98"/>
                      <a:pt x="64" y="97"/>
                    </a:cubicBezTo>
                    <a:cubicBezTo>
                      <a:pt x="66" y="94"/>
                      <a:pt x="67" y="91"/>
                      <a:pt x="68" y="88"/>
                    </a:cubicBezTo>
                    <a:cubicBezTo>
                      <a:pt x="69" y="84"/>
                      <a:pt x="71" y="81"/>
                      <a:pt x="72" y="78"/>
                    </a:cubicBezTo>
                    <a:cubicBezTo>
                      <a:pt x="74" y="75"/>
                      <a:pt x="75" y="71"/>
                      <a:pt x="76" y="68"/>
                    </a:cubicBezTo>
                    <a:cubicBezTo>
                      <a:pt x="78" y="64"/>
                      <a:pt x="77" y="60"/>
                      <a:pt x="77" y="55"/>
                    </a:cubicBezTo>
                    <a:cubicBezTo>
                      <a:pt x="77" y="52"/>
                      <a:pt x="77" y="48"/>
                      <a:pt x="78" y="44"/>
                    </a:cubicBezTo>
                    <a:cubicBezTo>
                      <a:pt x="78" y="43"/>
                      <a:pt x="78" y="41"/>
                      <a:pt x="79" y="40"/>
                    </a:cubicBezTo>
                    <a:cubicBezTo>
                      <a:pt x="81" y="39"/>
                      <a:pt x="83" y="39"/>
                      <a:pt x="84" y="39"/>
                    </a:cubicBezTo>
                    <a:cubicBezTo>
                      <a:pt x="85" y="37"/>
                      <a:pt x="85" y="35"/>
                      <a:pt x="86" y="33"/>
                    </a:cubicBezTo>
                    <a:cubicBezTo>
                      <a:pt x="87" y="31"/>
                      <a:pt x="88" y="29"/>
                      <a:pt x="89" y="26"/>
                    </a:cubicBezTo>
                    <a:cubicBezTo>
                      <a:pt x="89" y="25"/>
                      <a:pt x="88" y="24"/>
                      <a:pt x="89" y="23"/>
                    </a:cubicBezTo>
                    <a:cubicBezTo>
                      <a:pt x="89" y="22"/>
                      <a:pt x="89" y="21"/>
                      <a:pt x="90" y="20"/>
                    </a:cubicBezTo>
                    <a:cubicBezTo>
                      <a:pt x="91" y="17"/>
                      <a:pt x="92" y="16"/>
                      <a:pt x="94" y="14"/>
                    </a:cubicBezTo>
                    <a:cubicBezTo>
                      <a:pt x="97" y="10"/>
                      <a:pt x="100" y="8"/>
                      <a:pt x="103" y="4"/>
                    </a:cubicBezTo>
                    <a:cubicBezTo>
                      <a:pt x="104" y="3"/>
                      <a:pt x="105" y="0"/>
                      <a:pt x="108" y="0"/>
                    </a:cubicBezTo>
                    <a:cubicBezTo>
                      <a:pt x="110" y="0"/>
                      <a:pt x="111" y="3"/>
                      <a:pt x="111" y="5"/>
                    </a:cubicBezTo>
                    <a:cubicBezTo>
                      <a:pt x="114" y="5"/>
                      <a:pt x="116" y="5"/>
                      <a:pt x="117" y="7"/>
                    </a:cubicBezTo>
                    <a:cubicBezTo>
                      <a:pt x="119" y="9"/>
                      <a:pt x="120" y="12"/>
                      <a:pt x="120" y="15"/>
                    </a:cubicBezTo>
                    <a:cubicBezTo>
                      <a:pt x="120" y="16"/>
                      <a:pt x="120" y="18"/>
                      <a:pt x="120" y="18"/>
                    </a:cubicBezTo>
                    <a:cubicBezTo>
                      <a:pt x="119" y="19"/>
                      <a:pt x="118" y="19"/>
                      <a:pt x="117" y="20"/>
                    </a:cubicBezTo>
                    <a:cubicBezTo>
                      <a:pt x="114" y="20"/>
                      <a:pt x="112" y="21"/>
                      <a:pt x="109" y="21"/>
                    </a:cubicBezTo>
                    <a:cubicBezTo>
                      <a:pt x="108" y="22"/>
                      <a:pt x="105" y="22"/>
                      <a:pt x="105" y="23"/>
                    </a:cubicBezTo>
                    <a:cubicBezTo>
                      <a:pt x="105" y="25"/>
                      <a:pt x="107" y="27"/>
                      <a:pt x="107" y="29"/>
                    </a:cubicBezTo>
                    <a:cubicBezTo>
                      <a:pt x="107" y="30"/>
                      <a:pt x="107" y="31"/>
                      <a:pt x="107" y="32"/>
                    </a:cubicBezTo>
                    <a:cubicBezTo>
                      <a:pt x="107" y="34"/>
                      <a:pt x="107" y="36"/>
                      <a:pt x="107" y="38"/>
                    </a:cubicBezTo>
                    <a:cubicBezTo>
                      <a:pt x="107" y="41"/>
                      <a:pt x="105" y="43"/>
                      <a:pt x="105" y="46"/>
                    </a:cubicBezTo>
                    <a:cubicBezTo>
                      <a:pt x="105" y="48"/>
                      <a:pt x="106" y="49"/>
                      <a:pt x="105" y="51"/>
                    </a:cubicBezTo>
                    <a:cubicBezTo>
                      <a:pt x="103" y="53"/>
                      <a:pt x="100" y="54"/>
                      <a:pt x="98" y="55"/>
                    </a:cubicBezTo>
                    <a:cubicBezTo>
                      <a:pt x="93" y="58"/>
                      <a:pt x="91" y="61"/>
                      <a:pt x="92" y="66"/>
                    </a:cubicBezTo>
                    <a:cubicBezTo>
                      <a:pt x="93" y="68"/>
                      <a:pt x="93" y="71"/>
                      <a:pt x="93" y="73"/>
                    </a:cubicBezTo>
                    <a:cubicBezTo>
                      <a:pt x="93" y="76"/>
                      <a:pt x="92" y="78"/>
                      <a:pt x="91" y="80"/>
                    </a:cubicBezTo>
                    <a:cubicBezTo>
                      <a:pt x="88" y="85"/>
                      <a:pt x="84" y="90"/>
                      <a:pt x="82" y="95"/>
                    </a:cubicBezTo>
                    <a:cubicBezTo>
                      <a:pt x="81" y="97"/>
                      <a:pt x="80" y="99"/>
                      <a:pt x="80" y="101"/>
                    </a:cubicBezTo>
                    <a:cubicBezTo>
                      <a:pt x="79" y="104"/>
                      <a:pt x="80" y="107"/>
                      <a:pt x="80" y="110"/>
                    </a:cubicBezTo>
                    <a:cubicBezTo>
                      <a:pt x="80" y="115"/>
                      <a:pt x="81" y="120"/>
                      <a:pt x="80" y="125"/>
                    </a:cubicBezTo>
                    <a:cubicBezTo>
                      <a:pt x="79" y="131"/>
                      <a:pt x="75" y="137"/>
                      <a:pt x="72" y="142"/>
                    </a:cubicBezTo>
                    <a:cubicBezTo>
                      <a:pt x="71" y="144"/>
                      <a:pt x="69" y="147"/>
                      <a:pt x="68" y="149"/>
                    </a:cubicBezTo>
                    <a:cubicBezTo>
                      <a:pt x="66" y="150"/>
                      <a:pt x="63" y="152"/>
                      <a:pt x="62" y="153"/>
                    </a:cubicBezTo>
                    <a:cubicBezTo>
                      <a:pt x="58" y="155"/>
                      <a:pt x="58" y="161"/>
                      <a:pt x="57" y="165"/>
                    </a:cubicBezTo>
                    <a:cubicBezTo>
                      <a:pt x="57" y="168"/>
                      <a:pt x="57" y="172"/>
                      <a:pt x="57" y="175"/>
                    </a:cubicBezTo>
                    <a:cubicBezTo>
                      <a:pt x="56" y="179"/>
                      <a:pt x="55" y="183"/>
                      <a:pt x="55" y="187"/>
                    </a:cubicBezTo>
                    <a:cubicBezTo>
                      <a:pt x="54" y="190"/>
                      <a:pt x="54" y="193"/>
                      <a:pt x="54" y="196"/>
                    </a:cubicBezTo>
                    <a:cubicBezTo>
                      <a:pt x="54" y="198"/>
                      <a:pt x="53" y="200"/>
                      <a:pt x="52" y="202"/>
                    </a:cubicBezTo>
                    <a:cubicBezTo>
                      <a:pt x="50" y="207"/>
                      <a:pt x="47" y="211"/>
                      <a:pt x="45" y="216"/>
                    </a:cubicBezTo>
                    <a:cubicBezTo>
                      <a:pt x="43" y="220"/>
                      <a:pt x="43" y="224"/>
                      <a:pt x="41" y="228"/>
                    </a:cubicBezTo>
                    <a:cubicBezTo>
                      <a:pt x="41" y="229"/>
                      <a:pt x="40" y="231"/>
                      <a:pt x="39" y="232"/>
                    </a:cubicBezTo>
                    <a:cubicBezTo>
                      <a:pt x="39" y="233"/>
                      <a:pt x="38" y="234"/>
                      <a:pt x="38" y="235"/>
                    </a:cubicBezTo>
                    <a:cubicBezTo>
                      <a:pt x="36" y="238"/>
                      <a:pt x="34" y="242"/>
                      <a:pt x="34" y="246"/>
                    </a:cubicBezTo>
                    <a:cubicBezTo>
                      <a:pt x="34" y="250"/>
                      <a:pt x="35" y="255"/>
                      <a:pt x="33" y="259"/>
                    </a:cubicBezTo>
                    <a:cubicBezTo>
                      <a:pt x="32" y="259"/>
                      <a:pt x="32" y="260"/>
                      <a:pt x="31" y="261"/>
                    </a:cubicBezTo>
                    <a:cubicBezTo>
                      <a:pt x="31" y="262"/>
                      <a:pt x="31" y="265"/>
                      <a:pt x="31" y="266"/>
                    </a:cubicBezTo>
                    <a:cubicBezTo>
                      <a:pt x="31" y="270"/>
                      <a:pt x="31" y="273"/>
                      <a:pt x="30" y="277"/>
                    </a:cubicBezTo>
                    <a:cubicBezTo>
                      <a:pt x="29" y="280"/>
                      <a:pt x="29" y="282"/>
                      <a:pt x="28" y="285"/>
                    </a:cubicBezTo>
                    <a:cubicBezTo>
                      <a:pt x="28" y="287"/>
                      <a:pt x="27" y="290"/>
                      <a:pt x="26" y="292"/>
                    </a:cubicBezTo>
                    <a:cubicBezTo>
                      <a:pt x="25" y="293"/>
                      <a:pt x="24" y="294"/>
                      <a:pt x="22" y="295"/>
                    </a:cubicBezTo>
                    <a:cubicBezTo>
                      <a:pt x="21" y="296"/>
                      <a:pt x="20" y="297"/>
                      <a:pt x="19" y="298"/>
                    </a:cubicBezTo>
                    <a:cubicBezTo>
                      <a:pt x="16" y="300"/>
                      <a:pt x="12" y="305"/>
                      <a:pt x="9" y="303"/>
                    </a:cubicBezTo>
                    <a:cubicBezTo>
                      <a:pt x="5" y="301"/>
                      <a:pt x="9" y="294"/>
                      <a:pt x="10" y="291"/>
                    </a:cubicBezTo>
                    <a:cubicBezTo>
                      <a:pt x="10" y="289"/>
                      <a:pt x="11" y="286"/>
                      <a:pt x="12" y="283"/>
                    </a:cubicBezTo>
                    <a:cubicBezTo>
                      <a:pt x="13" y="281"/>
                      <a:pt x="12" y="277"/>
                      <a:pt x="12" y="27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23" name="Freeform 2224">
                <a:extLst>
                  <a:ext uri="{FF2B5EF4-FFF2-40B4-BE49-F238E27FC236}">
                    <a16:creationId xmlns:a16="http://schemas.microsoft.com/office/drawing/2014/main" id="{9761748B-1150-4429-ADD5-5FE166AB3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875"/>
                <a:ext cx="4" cy="3"/>
              </a:xfrm>
              <a:custGeom>
                <a:avLst/>
                <a:gdLst>
                  <a:gd name="T0" fmla="*/ 1 w 8"/>
                  <a:gd name="T1" fmla="*/ 3 h 9"/>
                  <a:gd name="T2" fmla="*/ 2 w 8"/>
                  <a:gd name="T3" fmla="*/ 1 h 9"/>
                  <a:gd name="T4" fmla="*/ 6 w 8"/>
                  <a:gd name="T5" fmla="*/ 6 h 9"/>
                  <a:gd name="T6" fmla="*/ 6 w 8"/>
                  <a:gd name="T7" fmla="*/ 9 h 9"/>
                  <a:gd name="T8" fmla="*/ 1 w 8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3"/>
                    </a:moveTo>
                    <a:cubicBezTo>
                      <a:pt x="1" y="3"/>
                      <a:pt x="0" y="0"/>
                      <a:pt x="2" y="1"/>
                    </a:cubicBezTo>
                    <a:cubicBezTo>
                      <a:pt x="3" y="1"/>
                      <a:pt x="5" y="5"/>
                      <a:pt x="6" y="6"/>
                    </a:cubicBezTo>
                    <a:cubicBezTo>
                      <a:pt x="7" y="7"/>
                      <a:pt x="8" y="9"/>
                      <a:pt x="6" y="9"/>
                    </a:cubicBezTo>
                    <a:cubicBezTo>
                      <a:pt x="4" y="9"/>
                      <a:pt x="2" y="5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24" name="Freeform 2225">
                <a:extLst>
                  <a:ext uri="{FF2B5EF4-FFF2-40B4-BE49-F238E27FC236}">
                    <a16:creationId xmlns:a16="http://schemas.microsoft.com/office/drawing/2014/main" id="{E62450CA-B63F-4545-B669-971BC5C43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875"/>
                <a:ext cx="6" cy="6"/>
              </a:xfrm>
              <a:custGeom>
                <a:avLst/>
                <a:gdLst>
                  <a:gd name="T0" fmla="*/ 2 w 16"/>
                  <a:gd name="T1" fmla="*/ 6 h 17"/>
                  <a:gd name="T2" fmla="*/ 0 w 16"/>
                  <a:gd name="T3" fmla="*/ 3 h 17"/>
                  <a:gd name="T4" fmla="*/ 1 w 16"/>
                  <a:gd name="T5" fmla="*/ 1 h 17"/>
                  <a:gd name="T6" fmla="*/ 5 w 16"/>
                  <a:gd name="T7" fmla="*/ 1 h 17"/>
                  <a:gd name="T8" fmla="*/ 12 w 16"/>
                  <a:gd name="T9" fmla="*/ 5 h 17"/>
                  <a:gd name="T10" fmla="*/ 14 w 16"/>
                  <a:gd name="T11" fmla="*/ 9 h 17"/>
                  <a:gd name="T12" fmla="*/ 15 w 16"/>
                  <a:gd name="T13" fmla="*/ 13 h 17"/>
                  <a:gd name="T14" fmla="*/ 4 w 16"/>
                  <a:gd name="T15" fmla="*/ 8 h 17"/>
                  <a:gd name="T16" fmla="*/ 2 w 16"/>
                  <a:gd name="T1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2" y="6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7" y="2"/>
                      <a:pt x="10" y="4"/>
                      <a:pt x="12" y="5"/>
                    </a:cubicBezTo>
                    <a:cubicBezTo>
                      <a:pt x="13" y="6"/>
                      <a:pt x="14" y="8"/>
                      <a:pt x="14" y="9"/>
                    </a:cubicBezTo>
                    <a:cubicBezTo>
                      <a:pt x="15" y="10"/>
                      <a:pt x="16" y="12"/>
                      <a:pt x="15" y="13"/>
                    </a:cubicBezTo>
                    <a:cubicBezTo>
                      <a:pt x="14" y="17"/>
                      <a:pt x="6" y="10"/>
                      <a:pt x="4" y="8"/>
                    </a:cubicBezTo>
                    <a:cubicBezTo>
                      <a:pt x="4" y="7"/>
                      <a:pt x="3" y="7"/>
                      <a:pt x="2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25" name="Freeform 2226">
                <a:extLst>
                  <a:ext uri="{FF2B5EF4-FFF2-40B4-BE49-F238E27FC236}">
                    <a16:creationId xmlns:a16="http://schemas.microsoft.com/office/drawing/2014/main" id="{518A054B-9DE1-436F-AE52-AAC9E3397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880"/>
                <a:ext cx="2" cy="3"/>
              </a:xfrm>
              <a:custGeom>
                <a:avLst/>
                <a:gdLst>
                  <a:gd name="T0" fmla="*/ 0 w 6"/>
                  <a:gd name="T1" fmla="*/ 2 h 7"/>
                  <a:gd name="T2" fmla="*/ 2 w 6"/>
                  <a:gd name="T3" fmla="*/ 0 h 7"/>
                  <a:gd name="T4" fmla="*/ 6 w 6"/>
                  <a:gd name="T5" fmla="*/ 4 h 7"/>
                  <a:gd name="T6" fmla="*/ 3 w 6"/>
                  <a:gd name="T7" fmla="*/ 7 h 7"/>
                  <a:gd name="T8" fmla="*/ 0 w 6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2"/>
                    </a:moveTo>
                    <a:cubicBezTo>
                      <a:pt x="0" y="0"/>
                      <a:pt x="0" y="0"/>
                      <a:pt x="2" y="0"/>
                    </a:cubicBezTo>
                    <a:cubicBezTo>
                      <a:pt x="3" y="1"/>
                      <a:pt x="5" y="2"/>
                      <a:pt x="6" y="4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26" name="Freeform 2227">
                <a:extLst>
                  <a:ext uri="{FF2B5EF4-FFF2-40B4-BE49-F238E27FC236}">
                    <a16:creationId xmlns:a16="http://schemas.microsoft.com/office/drawing/2014/main" id="{D2D3CFD9-E6C7-48F6-B594-5A442DC8A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899"/>
                <a:ext cx="4" cy="6"/>
              </a:xfrm>
              <a:custGeom>
                <a:avLst/>
                <a:gdLst>
                  <a:gd name="T0" fmla="*/ 2 w 12"/>
                  <a:gd name="T1" fmla="*/ 13 h 13"/>
                  <a:gd name="T2" fmla="*/ 0 w 12"/>
                  <a:gd name="T3" fmla="*/ 9 h 13"/>
                  <a:gd name="T4" fmla="*/ 4 w 12"/>
                  <a:gd name="T5" fmla="*/ 5 h 13"/>
                  <a:gd name="T6" fmla="*/ 9 w 12"/>
                  <a:gd name="T7" fmla="*/ 0 h 13"/>
                  <a:gd name="T8" fmla="*/ 12 w 12"/>
                  <a:gd name="T9" fmla="*/ 4 h 13"/>
                  <a:gd name="T10" fmla="*/ 8 w 12"/>
                  <a:gd name="T11" fmla="*/ 10 h 13"/>
                  <a:gd name="T12" fmla="*/ 2 w 12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2" y="13"/>
                    </a:moveTo>
                    <a:cubicBezTo>
                      <a:pt x="0" y="12"/>
                      <a:pt x="0" y="11"/>
                      <a:pt x="0" y="9"/>
                    </a:cubicBezTo>
                    <a:cubicBezTo>
                      <a:pt x="1" y="7"/>
                      <a:pt x="2" y="6"/>
                      <a:pt x="4" y="5"/>
                    </a:cubicBezTo>
                    <a:cubicBezTo>
                      <a:pt x="6" y="4"/>
                      <a:pt x="6" y="0"/>
                      <a:pt x="9" y="0"/>
                    </a:cubicBezTo>
                    <a:cubicBezTo>
                      <a:pt x="11" y="0"/>
                      <a:pt x="12" y="2"/>
                      <a:pt x="12" y="4"/>
                    </a:cubicBezTo>
                    <a:cubicBezTo>
                      <a:pt x="12" y="7"/>
                      <a:pt x="10" y="9"/>
                      <a:pt x="8" y="10"/>
                    </a:cubicBezTo>
                    <a:cubicBezTo>
                      <a:pt x="6" y="11"/>
                      <a:pt x="4" y="13"/>
                      <a:pt x="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27" name="Freeform 2228">
                <a:extLst>
                  <a:ext uri="{FF2B5EF4-FFF2-40B4-BE49-F238E27FC236}">
                    <a16:creationId xmlns:a16="http://schemas.microsoft.com/office/drawing/2014/main" id="{4EB6EA21-4AD6-489E-8101-C2B108878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909"/>
                <a:ext cx="3" cy="3"/>
              </a:xfrm>
              <a:custGeom>
                <a:avLst/>
                <a:gdLst>
                  <a:gd name="T0" fmla="*/ 4 w 8"/>
                  <a:gd name="T1" fmla="*/ 0 h 7"/>
                  <a:gd name="T2" fmla="*/ 7 w 8"/>
                  <a:gd name="T3" fmla="*/ 3 h 7"/>
                  <a:gd name="T4" fmla="*/ 2 w 8"/>
                  <a:gd name="T5" fmla="*/ 5 h 7"/>
                  <a:gd name="T6" fmla="*/ 4 w 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6" y="0"/>
                      <a:pt x="8" y="1"/>
                      <a:pt x="7" y="3"/>
                    </a:cubicBezTo>
                    <a:cubicBezTo>
                      <a:pt x="7" y="5"/>
                      <a:pt x="3" y="7"/>
                      <a:pt x="2" y="5"/>
                    </a:cubicBezTo>
                    <a:cubicBezTo>
                      <a:pt x="0" y="3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28" name="Freeform 2229">
                <a:extLst>
                  <a:ext uri="{FF2B5EF4-FFF2-40B4-BE49-F238E27FC236}">
                    <a16:creationId xmlns:a16="http://schemas.microsoft.com/office/drawing/2014/main" id="{C2A7B837-4BE8-421B-854D-7998F1AD6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916"/>
                <a:ext cx="3" cy="3"/>
              </a:xfrm>
              <a:custGeom>
                <a:avLst/>
                <a:gdLst>
                  <a:gd name="T0" fmla="*/ 5 w 7"/>
                  <a:gd name="T1" fmla="*/ 1 h 6"/>
                  <a:gd name="T2" fmla="*/ 6 w 7"/>
                  <a:gd name="T3" fmla="*/ 4 h 6"/>
                  <a:gd name="T4" fmla="*/ 1 w 7"/>
                  <a:gd name="T5" fmla="*/ 3 h 6"/>
                  <a:gd name="T6" fmla="*/ 5 w 7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5" y="1"/>
                    </a:moveTo>
                    <a:cubicBezTo>
                      <a:pt x="7" y="1"/>
                      <a:pt x="7" y="3"/>
                      <a:pt x="6" y="4"/>
                    </a:cubicBezTo>
                    <a:cubicBezTo>
                      <a:pt x="5" y="6"/>
                      <a:pt x="2" y="5"/>
                      <a:pt x="1" y="3"/>
                    </a:cubicBezTo>
                    <a:cubicBezTo>
                      <a:pt x="0" y="1"/>
                      <a:pt x="3" y="0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29" name="Freeform 2230">
                <a:extLst>
                  <a:ext uri="{FF2B5EF4-FFF2-40B4-BE49-F238E27FC236}">
                    <a16:creationId xmlns:a16="http://schemas.microsoft.com/office/drawing/2014/main" id="{7C7148AA-9FCD-4123-BF86-84971756E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947"/>
                <a:ext cx="4" cy="3"/>
              </a:xfrm>
              <a:custGeom>
                <a:avLst/>
                <a:gdLst>
                  <a:gd name="T0" fmla="*/ 5 w 8"/>
                  <a:gd name="T1" fmla="*/ 0 h 7"/>
                  <a:gd name="T2" fmla="*/ 7 w 8"/>
                  <a:gd name="T3" fmla="*/ 4 h 7"/>
                  <a:gd name="T4" fmla="*/ 1 w 8"/>
                  <a:gd name="T5" fmla="*/ 5 h 7"/>
                  <a:gd name="T6" fmla="*/ 5 w 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7" y="0"/>
                      <a:pt x="8" y="3"/>
                      <a:pt x="7" y="4"/>
                    </a:cubicBezTo>
                    <a:cubicBezTo>
                      <a:pt x="7" y="7"/>
                      <a:pt x="3" y="7"/>
                      <a:pt x="1" y="5"/>
                    </a:cubicBezTo>
                    <a:cubicBezTo>
                      <a:pt x="0" y="2"/>
                      <a:pt x="2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30" name="Freeform 2231">
                <a:extLst>
                  <a:ext uri="{FF2B5EF4-FFF2-40B4-BE49-F238E27FC236}">
                    <a16:creationId xmlns:a16="http://schemas.microsoft.com/office/drawing/2014/main" id="{FC3D9B6F-713D-4118-9C0B-5881DAF92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801"/>
                <a:ext cx="5" cy="3"/>
              </a:xfrm>
              <a:custGeom>
                <a:avLst/>
                <a:gdLst>
                  <a:gd name="T0" fmla="*/ 8 w 11"/>
                  <a:gd name="T1" fmla="*/ 2 h 6"/>
                  <a:gd name="T2" fmla="*/ 4 w 11"/>
                  <a:gd name="T3" fmla="*/ 6 h 6"/>
                  <a:gd name="T4" fmla="*/ 3 w 11"/>
                  <a:gd name="T5" fmla="*/ 1 h 6"/>
                  <a:gd name="T6" fmla="*/ 8 w 11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8" y="2"/>
                    </a:moveTo>
                    <a:cubicBezTo>
                      <a:pt x="11" y="3"/>
                      <a:pt x="5" y="6"/>
                      <a:pt x="4" y="6"/>
                    </a:cubicBezTo>
                    <a:cubicBezTo>
                      <a:pt x="2" y="5"/>
                      <a:pt x="0" y="2"/>
                      <a:pt x="3" y="1"/>
                    </a:cubicBezTo>
                    <a:cubicBezTo>
                      <a:pt x="4" y="0"/>
                      <a:pt x="7" y="0"/>
                      <a:pt x="8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31" name="Freeform 2232">
                <a:extLst>
                  <a:ext uri="{FF2B5EF4-FFF2-40B4-BE49-F238E27FC236}">
                    <a16:creationId xmlns:a16="http://schemas.microsoft.com/office/drawing/2014/main" id="{05B2EC70-4CA1-4708-8040-0C9E115CA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803"/>
                <a:ext cx="2" cy="3"/>
              </a:xfrm>
              <a:custGeom>
                <a:avLst/>
                <a:gdLst>
                  <a:gd name="T0" fmla="*/ 1 w 5"/>
                  <a:gd name="T1" fmla="*/ 1 h 7"/>
                  <a:gd name="T2" fmla="*/ 5 w 5"/>
                  <a:gd name="T3" fmla="*/ 3 h 7"/>
                  <a:gd name="T4" fmla="*/ 1 w 5"/>
                  <a:gd name="T5" fmla="*/ 6 h 7"/>
                  <a:gd name="T6" fmla="*/ 1 w 5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1" y="1"/>
                    </a:moveTo>
                    <a:cubicBezTo>
                      <a:pt x="3" y="0"/>
                      <a:pt x="5" y="1"/>
                      <a:pt x="5" y="3"/>
                    </a:cubicBezTo>
                    <a:cubicBezTo>
                      <a:pt x="5" y="5"/>
                      <a:pt x="3" y="7"/>
                      <a:pt x="1" y="6"/>
                    </a:cubicBezTo>
                    <a:cubicBezTo>
                      <a:pt x="0" y="5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32" name="Freeform 2233">
                <a:extLst>
                  <a:ext uri="{FF2B5EF4-FFF2-40B4-BE49-F238E27FC236}">
                    <a16:creationId xmlns:a16="http://schemas.microsoft.com/office/drawing/2014/main" id="{CAA3011E-51E0-4691-BCA3-9299169B2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811"/>
                <a:ext cx="2" cy="3"/>
              </a:xfrm>
              <a:custGeom>
                <a:avLst/>
                <a:gdLst>
                  <a:gd name="T0" fmla="*/ 6 w 7"/>
                  <a:gd name="T1" fmla="*/ 2 h 7"/>
                  <a:gd name="T2" fmla="*/ 2 w 7"/>
                  <a:gd name="T3" fmla="*/ 5 h 7"/>
                  <a:gd name="T4" fmla="*/ 0 w 7"/>
                  <a:gd name="T5" fmla="*/ 2 h 7"/>
                  <a:gd name="T6" fmla="*/ 4 w 7"/>
                  <a:gd name="T7" fmla="*/ 0 h 7"/>
                  <a:gd name="T8" fmla="*/ 6 w 7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2"/>
                    </a:moveTo>
                    <a:cubicBezTo>
                      <a:pt x="7" y="4"/>
                      <a:pt x="4" y="7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0"/>
                      <a:pt x="6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33" name="Freeform 2234">
                <a:extLst>
                  <a:ext uri="{FF2B5EF4-FFF2-40B4-BE49-F238E27FC236}">
                    <a16:creationId xmlns:a16="http://schemas.microsoft.com/office/drawing/2014/main" id="{6D8A41F6-FF1D-4A09-A010-017CF01CC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816"/>
                <a:ext cx="3" cy="4"/>
              </a:xfrm>
              <a:custGeom>
                <a:avLst/>
                <a:gdLst>
                  <a:gd name="T0" fmla="*/ 1 w 8"/>
                  <a:gd name="T1" fmla="*/ 7 h 12"/>
                  <a:gd name="T2" fmla="*/ 0 w 8"/>
                  <a:gd name="T3" fmla="*/ 5 h 12"/>
                  <a:gd name="T4" fmla="*/ 1 w 8"/>
                  <a:gd name="T5" fmla="*/ 4 h 12"/>
                  <a:gd name="T6" fmla="*/ 4 w 8"/>
                  <a:gd name="T7" fmla="*/ 2 h 12"/>
                  <a:gd name="T8" fmla="*/ 7 w 8"/>
                  <a:gd name="T9" fmla="*/ 1 h 12"/>
                  <a:gd name="T10" fmla="*/ 7 w 8"/>
                  <a:gd name="T11" fmla="*/ 4 h 12"/>
                  <a:gd name="T12" fmla="*/ 4 w 8"/>
                  <a:gd name="T13" fmla="*/ 11 h 12"/>
                  <a:gd name="T14" fmla="*/ 1 w 8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1" y="7"/>
                    </a:moveTo>
                    <a:cubicBezTo>
                      <a:pt x="1" y="6"/>
                      <a:pt x="0" y="6"/>
                      <a:pt x="0" y="5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4" y="2"/>
                    </a:cubicBezTo>
                    <a:cubicBezTo>
                      <a:pt x="4" y="1"/>
                      <a:pt x="6" y="0"/>
                      <a:pt x="7" y="1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6" y="6"/>
                      <a:pt x="6" y="10"/>
                      <a:pt x="4" y="11"/>
                    </a:cubicBezTo>
                    <a:cubicBezTo>
                      <a:pt x="1" y="12"/>
                      <a:pt x="2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34" name="Freeform 2235">
                <a:extLst>
                  <a:ext uri="{FF2B5EF4-FFF2-40B4-BE49-F238E27FC236}">
                    <a16:creationId xmlns:a16="http://schemas.microsoft.com/office/drawing/2014/main" id="{9CED49D9-AD40-4737-A61E-F08DF8AD3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820"/>
                <a:ext cx="6" cy="11"/>
              </a:xfrm>
              <a:custGeom>
                <a:avLst/>
                <a:gdLst>
                  <a:gd name="T0" fmla="*/ 3 w 15"/>
                  <a:gd name="T1" fmla="*/ 2 h 26"/>
                  <a:gd name="T2" fmla="*/ 5 w 15"/>
                  <a:gd name="T3" fmla="*/ 0 h 26"/>
                  <a:gd name="T4" fmla="*/ 8 w 15"/>
                  <a:gd name="T5" fmla="*/ 4 h 26"/>
                  <a:gd name="T6" fmla="*/ 10 w 15"/>
                  <a:gd name="T7" fmla="*/ 7 h 26"/>
                  <a:gd name="T8" fmla="*/ 10 w 15"/>
                  <a:gd name="T9" fmla="*/ 10 h 26"/>
                  <a:gd name="T10" fmla="*/ 8 w 15"/>
                  <a:gd name="T11" fmla="*/ 10 h 26"/>
                  <a:gd name="T12" fmla="*/ 7 w 15"/>
                  <a:gd name="T13" fmla="*/ 13 h 26"/>
                  <a:gd name="T14" fmla="*/ 7 w 15"/>
                  <a:gd name="T15" fmla="*/ 15 h 26"/>
                  <a:gd name="T16" fmla="*/ 9 w 15"/>
                  <a:gd name="T17" fmla="*/ 16 h 26"/>
                  <a:gd name="T18" fmla="*/ 9 w 15"/>
                  <a:gd name="T19" fmla="*/ 18 h 26"/>
                  <a:gd name="T20" fmla="*/ 13 w 15"/>
                  <a:gd name="T21" fmla="*/ 21 h 26"/>
                  <a:gd name="T22" fmla="*/ 15 w 15"/>
                  <a:gd name="T23" fmla="*/ 21 h 26"/>
                  <a:gd name="T24" fmla="*/ 14 w 15"/>
                  <a:gd name="T25" fmla="*/ 24 h 26"/>
                  <a:gd name="T26" fmla="*/ 7 w 15"/>
                  <a:gd name="T27" fmla="*/ 23 h 26"/>
                  <a:gd name="T28" fmla="*/ 5 w 15"/>
                  <a:gd name="T29" fmla="*/ 17 h 26"/>
                  <a:gd name="T30" fmla="*/ 2 w 15"/>
                  <a:gd name="T31" fmla="*/ 13 h 26"/>
                  <a:gd name="T32" fmla="*/ 1 w 15"/>
                  <a:gd name="T33" fmla="*/ 8 h 26"/>
                  <a:gd name="T34" fmla="*/ 2 w 15"/>
                  <a:gd name="T35" fmla="*/ 5 h 26"/>
                  <a:gd name="T36" fmla="*/ 3 w 15"/>
                  <a:gd name="T3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26">
                    <a:moveTo>
                      <a:pt x="3" y="2"/>
                    </a:moveTo>
                    <a:cubicBezTo>
                      <a:pt x="3" y="1"/>
                      <a:pt x="5" y="0"/>
                      <a:pt x="5" y="0"/>
                    </a:cubicBezTo>
                    <a:cubicBezTo>
                      <a:pt x="7" y="0"/>
                      <a:pt x="8" y="3"/>
                      <a:pt x="8" y="4"/>
                    </a:cubicBezTo>
                    <a:cubicBezTo>
                      <a:pt x="8" y="5"/>
                      <a:pt x="9" y="6"/>
                      <a:pt x="10" y="7"/>
                    </a:cubicBezTo>
                    <a:cubicBezTo>
                      <a:pt x="11" y="8"/>
                      <a:pt x="11" y="9"/>
                      <a:pt x="10" y="10"/>
                    </a:cubicBezTo>
                    <a:cubicBezTo>
                      <a:pt x="10" y="10"/>
                      <a:pt x="8" y="10"/>
                      <a:pt x="8" y="10"/>
                    </a:cubicBezTo>
                    <a:cubicBezTo>
                      <a:pt x="7" y="11"/>
                      <a:pt x="7" y="12"/>
                      <a:pt x="7" y="13"/>
                    </a:cubicBezTo>
                    <a:cubicBezTo>
                      <a:pt x="7" y="14"/>
                      <a:pt x="7" y="15"/>
                      <a:pt x="7" y="15"/>
                    </a:cubicBezTo>
                    <a:cubicBezTo>
                      <a:pt x="8" y="15"/>
                      <a:pt x="8" y="15"/>
                      <a:pt x="9" y="16"/>
                    </a:cubicBezTo>
                    <a:cubicBezTo>
                      <a:pt x="9" y="16"/>
                      <a:pt x="9" y="17"/>
                      <a:pt x="9" y="18"/>
                    </a:cubicBezTo>
                    <a:cubicBezTo>
                      <a:pt x="9" y="20"/>
                      <a:pt x="10" y="21"/>
                      <a:pt x="13" y="21"/>
                    </a:cubicBezTo>
                    <a:cubicBezTo>
                      <a:pt x="14" y="20"/>
                      <a:pt x="15" y="20"/>
                      <a:pt x="15" y="21"/>
                    </a:cubicBezTo>
                    <a:cubicBezTo>
                      <a:pt x="15" y="22"/>
                      <a:pt x="15" y="24"/>
                      <a:pt x="14" y="24"/>
                    </a:cubicBezTo>
                    <a:cubicBezTo>
                      <a:pt x="11" y="26"/>
                      <a:pt x="9" y="24"/>
                      <a:pt x="7" y="23"/>
                    </a:cubicBezTo>
                    <a:cubicBezTo>
                      <a:pt x="4" y="22"/>
                      <a:pt x="5" y="19"/>
                      <a:pt x="5" y="17"/>
                    </a:cubicBezTo>
                    <a:cubicBezTo>
                      <a:pt x="5" y="15"/>
                      <a:pt x="3" y="15"/>
                      <a:pt x="2" y="13"/>
                    </a:cubicBezTo>
                    <a:cubicBezTo>
                      <a:pt x="1" y="12"/>
                      <a:pt x="0" y="10"/>
                      <a:pt x="1" y="8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4"/>
                      <a:pt x="2" y="3"/>
                      <a:pt x="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35" name="Freeform 2236">
                <a:extLst>
                  <a:ext uri="{FF2B5EF4-FFF2-40B4-BE49-F238E27FC236}">
                    <a16:creationId xmlns:a16="http://schemas.microsoft.com/office/drawing/2014/main" id="{67C96440-8C9C-48CC-A1C2-71478C35E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834"/>
                <a:ext cx="2" cy="1"/>
              </a:xfrm>
              <a:custGeom>
                <a:avLst/>
                <a:gdLst>
                  <a:gd name="T0" fmla="*/ 2 w 4"/>
                  <a:gd name="T1" fmla="*/ 0 h 4"/>
                  <a:gd name="T2" fmla="*/ 3 w 4"/>
                  <a:gd name="T3" fmla="*/ 0 h 4"/>
                  <a:gd name="T4" fmla="*/ 4 w 4"/>
                  <a:gd name="T5" fmla="*/ 2 h 4"/>
                  <a:gd name="T6" fmla="*/ 1 w 4"/>
                  <a:gd name="T7" fmla="*/ 3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3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36" name="Freeform 2237">
                <a:extLst>
                  <a:ext uri="{FF2B5EF4-FFF2-40B4-BE49-F238E27FC236}">
                    <a16:creationId xmlns:a16="http://schemas.microsoft.com/office/drawing/2014/main" id="{F54365B1-D448-449F-95F6-3338B87E8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838"/>
                <a:ext cx="2" cy="2"/>
              </a:xfrm>
              <a:custGeom>
                <a:avLst/>
                <a:gdLst>
                  <a:gd name="T0" fmla="*/ 1 w 4"/>
                  <a:gd name="T1" fmla="*/ 1 h 7"/>
                  <a:gd name="T2" fmla="*/ 3 w 4"/>
                  <a:gd name="T3" fmla="*/ 1 h 7"/>
                  <a:gd name="T4" fmla="*/ 4 w 4"/>
                  <a:gd name="T5" fmla="*/ 3 h 7"/>
                  <a:gd name="T6" fmla="*/ 1 w 4"/>
                  <a:gd name="T7" fmla="*/ 6 h 7"/>
                  <a:gd name="T8" fmla="*/ 1 w 4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4"/>
                      <a:pt x="3" y="7"/>
                      <a:pt x="1" y="6"/>
                    </a:cubicBezTo>
                    <a:cubicBezTo>
                      <a:pt x="0" y="5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37" name="Freeform 2238">
                <a:extLst>
                  <a:ext uri="{FF2B5EF4-FFF2-40B4-BE49-F238E27FC236}">
                    <a16:creationId xmlns:a16="http://schemas.microsoft.com/office/drawing/2014/main" id="{02DFEAB0-22D0-4795-8386-A4081749F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846"/>
                <a:ext cx="4" cy="3"/>
              </a:xfrm>
              <a:custGeom>
                <a:avLst/>
                <a:gdLst>
                  <a:gd name="T0" fmla="*/ 5 w 9"/>
                  <a:gd name="T1" fmla="*/ 0 h 7"/>
                  <a:gd name="T2" fmla="*/ 8 w 9"/>
                  <a:gd name="T3" fmla="*/ 4 h 7"/>
                  <a:gd name="T4" fmla="*/ 1 w 9"/>
                  <a:gd name="T5" fmla="*/ 4 h 7"/>
                  <a:gd name="T6" fmla="*/ 5 w 9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5" y="0"/>
                    </a:moveTo>
                    <a:cubicBezTo>
                      <a:pt x="7" y="0"/>
                      <a:pt x="9" y="2"/>
                      <a:pt x="8" y="4"/>
                    </a:cubicBezTo>
                    <a:cubicBezTo>
                      <a:pt x="7" y="7"/>
                      <a:pt x="2" y="6"/>
                      <a:pt x="1" y="4"/>
                    </a:cubicBezTo>
                    <a:cubicBezTo>
                      <a:pt x="0" y="1"/>
                      <a:pt x="2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38" name="Freeform 2239">
                <a:extLst>
                  <a:ext uri="{FF2B5EF4-FFF2-40B4-BE49-F238E27FC236}">
                    <a16:creationId xmlns:a16="http://schemas.microsoft.com/office/drawing/2014/main" id="{BA4FCC99-4F98-441D-8A60-EE12906F5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850"/>
                <a:ext cx="3" cy="2"/>
              </a:xfrm>
              <a:custGeom>
                <a:avLst/>
                <a:gdLst>
                  <a:gd name="T0" fmla="*/ 1 w 7"/>
                  <a:gd name="T1" fmla="*/ 1 h 5"/>
                  <a:gd name="T2" fmla="*/ 4 w 7"/>
                  <a:gd name="T3" fmla="*/ 0 h 5"/>
                  <a:gd name="T4" fmla="*/ 4 w 7"/>
                  <a:gd name="T5" fmla="*/ 4 h 5"/>
                  <a:gd name="T6" fmla="*/ 0 w 7"/>
                  <a:gd name="T7" fmla="*/ 4 h 5"/>
                  <a:gd name="T8" fmla="*/ 1 w 7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7" y="0"/>
                      <a:pt x="6" y="3"/>
                      <a:pt x="4" y="4"/>
                    </a:cubicBezTo>
                    <a:cubicBezTo>
                      <a:pt x="3" y="5"/>
                      <a:pt x="1" y="5"/>
                      <a:pt x="0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39" name="Freeform 2240">
                <a:extLst>
                  <a:ext uri="{FF2B5EF4-FFF2-40B4-BE49-F238E27FC236}">
                    <a16:creationId xmlns:a16="http://schemas.microsoft.com/office/drawing/2014/main" id="{2E59C34D-92BE-47CC-9A30-33EA579F9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769"/>
                <a:ext cx="5" cy="4"/>
              </a:xfrm>
              <a:custGeom>
                <a:avLst/>
                <a:gdLst>
                  <a:gd name="T0" fmla="*/ 3 w 13"/>
                  <a:gd name="T1" fmla="*/ 0 h 10"/>
                  <a:gd name="T2" fmla="*/ 11 w 13"/>
                  <a:gd name="T3" fmla="*/ 5 h 10"/>
                  <a:gd name="T4" fmla="*/ 13 w 13"/>
                  <a:gd name="T5" fmla="*/ 8 h 10"/>
                  <a:gd name="T6" fmla="*/ 9 w 13"/>
                  <a:gd name="T7" fmla="*/ 9 h 10"/>
                  <a:gd name="T8" fmla="*/ 1 w 13"/>
                  <a:gd name="T9" fmla="*/ 4 h 10"/>
                  <a:gd name="T10" fmla="*/ 3 w 13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0">
                    <a:moveTo>
                      <a:pt x="3" y="0"/>
                    </a:moveTo>
                    <a:cubicBezTo>
                      <a:pt x="6" y="1"/>
                      <a:pt x="8" y="4"/>
                      <a:pt x="11" y="5"/>
                    </a:cubicBezTo>
                    <a:cubicBezTo>
                      <a:pt x="12" y="6"/>
                      <a:pt x="13" y="7"/>
                      <a:pt x="13" y="8"/>
                    </a:cubicBezTo>
                    <a:cubicBezTo>
                      <a:pt x="12" y="10"/>
                      <a:pt x="10" y="9"/>
                      <a:pt x="9" y="9"/>
                    </a:cubicBezTo>
                    <a:cubicBezTo>
                      <a:pt x="5" y="8"/>
                      <a:pt x="2" y="7"/>
                      <a:pt x="1" y="4"/>
                    </a:cubicBezTo>
                    <a:cubicBezTo>
                      <a:pt x="0" y="2"/>
                      <a:pt x="0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40" name="Freeform 2241">
                <a:extLst>
                  <a:ext uri="{FF2B5EF4-FFF2-40B4-BE49-F238E27FC236}">
                    <a16:creationId xmlns:a16="http://schemas.microsoft.com/office/drawing/2014/main" id="{7558C8A3-0E37-4E54-9AFB-0B8BFB8AC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764"/>
                <a:ext cx="3" cy="8"/>
              </a:xfrm>
              <a:custGeom>
                <a:avLst/>
                <a:gdLst>
                  <a:gd name="T0" fmla="*/ 1 w 7"/>
                  <a:gd name="T1" fmla="*/ 9 h 20"/>
                  <a:gd name="T2" fmla="*/ 1 w 7"/>
                  <a:gd name="T3" fmla="*/ 6 h 20"/>
                  <a:gd name="T4" fmla="*/ 2 w 7"/>
                  <a:gd name="T5" fmla="*/ 3 h 20"/>
                  <a:gd name="T6" fmla="*/ 5 w 7"/>
                  <a:gd name="T7" fmla="*/ 10 h 20"/>
                  <a:gd name="T8" fmla="*/ 7 w 7"/>
                  <a:gd name="T9" fmla="*/ 17 h 20"/>
                  <a:gd name="T10" fmla="*/ 3 w 7"/>
                  <a:gd name="T11" fmla="*/ 20 h 20"/>
                  <a:gd name="T12" fmla="*/ 0 w 7"/>
                  <a:gd name="T13" fmla="*/ 16 h 20"/>
                  <a:gd name="T14" fmla="*/ 0 w 7"/>
                  <a:gd name="T15" fmla="*/ 13 h 20"/>
                  <a:gd name="T16" fmla="*/ 1 w 7"/>
                  <a:gd name="T17" fmla="*/ 10 h 20"/>
                  <a:gd name="T18" fmla="*/ 1 w 7"/>
                  <a:gd name="T19" fmla="*/ 10 h 20"/>
                  <a:gd name="T20" fmla="*/ 1 w 7"/>
                  <a:gd name="T21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20">
                    <a:moveTo>
                      <a:pt x="1" y="9"/>
                    </a:move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2" y="3"/>
                      <a:pt x="2" y="3"/>
                    </a:cubicBezTo>
                    <a:cubicBezTo>
                      <a:pt x="5" y="0"/>
                      <a:pt x="5" y="9"/>
                      <a:pt x="5" y="10"/>
                    </a:cubicBezTo>
                    <a:cubicBezTo>
                      <a:pt x="5" y="13"/>
                      <a:pt x="7" y="15"/>
                      <a:pt x="7" y="17"/>
                    </a:cubicBezTo>
                    <a:cubicBezTo>
                      <a:pt x="7" y="19"/>
                      <a:pt x="5" y="20"/>
                      <a:pt x="3" y="20"/>
                    </a:cubicBezTo>
                    <a:cubicBezTo>
                      <a:pt x="1" y="20"/>
                      <a:pt x="0" y="17"/>
                      <a:pt x="0" y="16"/>
                    </a:cubicBezTo>
                    <a:cubicBezTo>
                      <a:pt x="0" y="15"/>
                      <a:pt x="0" y="14"/>
                      <a:pt x="0" y="13"/>
                    </a:cubicBezTo>
                    <a:cubicBezTo>
                      <a:pt x="0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41" name="Freeform 2242">
                <a:extLst>
                  <a:ext uri="{FF2B5EF4-FFF2-40B4-BE49-F238E27FC236}">
                    <a16:creationId xmlns:a16="http://schemas.microsoft.com/office/drawing/2014/main" id="{26507C6B-14A2-4F94-92CF-2CBE441C1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768"/>
                <a:ext cx="2" cy="3"/>
              </a:xfrm>
              <a:custGeom>
                <a:avLst/>
                <a:gdLst>
                  <a:gd name="T0" fmla="*/ 6 w 6"/>
                  <a:gd name="T1" fmla="*/ 1 h 6"/>
                  <a:gd name="T2" fmla="*/ 6 w 6"/>
                  <a:gd name="T3" fmla="*/ 2 h 6"/>
                  <a:gd name="T4" fmla="*/ 3 w 6"/>
                  <a:gd name="T5" fmla="*/ 6 h 6"/>
                  <a:gd name="T6" fmla="*/ 1 w 6"/>
                  <a:gd name="T7" fmla="*/ 2 h 6"/>
                  <a:gd name="T8" fmla="*/ 6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5" y="6"/>
                      <a:pt x="3" y="6"/>
                    </a:cubicBezTo>
                    <a:cubicBezTo>
                      <a:pt x="2" y="6"/>
                      <a:pt x="0" y="4"/>
                      <a:pt x="1" y="2"/>
                    </a:cubicBezTo>
                    <a:cubicBezTo>
                      <a:pt x="2" y="1"/>
                      <a:pt x="5" y="0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42" name="Freeform 2243">
                <a:extLst>
                  <a:ext uri="{FF2B5EF4-FFF2-40B4-BE49-F238E27FC236}">
                    <a16:creationId xmlns:a16="http://schemas.microsoft.com/office/drawing/2014/main" id="{10D72161-E80F-401D-A925-D6D01BCE3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620"/>
                <a:ext cx="5" cy="9"/>
              </a:xfrm>
              <a:custGeom>
                <a:avLst/>
                <a:gdLst>
                  <a:gd name="T0" fmla="*/ 3 w 14"/>
                  <a:gd name="T1" fmla="*/ 18 h 21"/>
                  <a:gd name="T2" fmla="*/ 2 w 14"/>
                  <a:gd name="T3" fmla="*/ 13 h 21"/>
                  <a:gd name="T4" fmla="*/ 1 w 14"/>
                  <a:gd name="T5" fmla="*/ 8 h 21"/>
                  <a:gd name="T6" fmla="*/ 1 w 14"/>
                  <a:gd name="T7" fmla="*/ 5 h 21"/>
                  <a:gd name="T8" fmla="*/ 0 w 14"/>
                  <a:gd name="T9" fmla="*/ 2 h 21"/>
                  <a:gd name="T10" fmla="*/ 5 w 14"/>
                  <a:gd name="T11" fmla="*/ 2 h 21"/>
                  <a:gd name="T12" fmla="*/ 8 w 14"/>
                  <a:gd name="T13" fmla="*/ 7 h 21"/>
                  <a:gd name="T14" fmla="*/ 11 w 14"/>
                  <a:gd name="T15" fmla="*/ 11 h 21"/>
                  <a:gd name="T16" fmla="*/ 11 w 14"/>
                  <a:gd name="T17" fmla="*/ 12 h 21"/>
                  <a:gd name="T18" fmla="*/ 14 w 14"/>
                  <a:gd name="T19" fmla="*/ 17 h 21"/>
                  <a:gd name="T20" fmla="*/ 12 w 14"/>
                  <a:gd name="T21" fmla="*/ 19 h 21"/>
                  <a:gd name="T22" fmla="*/ 7 w 14"/>
                  <a:gd name="T23" fmla="*/ 20 h 21"/>
                  <a:gd name="T24" fmla="*/ 3 w 14"/>
                  <a:gd name="T2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21">
                    <a:moveTo>
                      <a:pt x="3" y="18"/>
                    </a:moveTo>
                    <a:cubicBezTo>
                      <a:pt x="2" y="17"/>
                      <a:pt x="2" y="15"/>
                      <a:pt x="2" y="13"/>
                    </a:cubicBezTo>
                    <a:cubicBezTo>
                      <a:pt x="2" y="11"/>
                      <a:pt x="1" y="10"/>
                      <a:pt x="1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4" y="1"/>
                      <a:pt x="5" y="2"/>
                    </a:cubicBezTo>
                    <a:cubicBezTo>
                      <a:pt x="6" y="3"/>
                      <a:pt x="6" y="5"/>
                      <a:pt x="8" y="7"/>
                    </a:cubicBezTo>
                    <a:cubicBezTo>
                      <a:pt x="9" y="8"/>
                      <a:pt x="11" y="8"/>
                      <a:pt x="11" y="11"/>
                    </a:cubicBezTo>
                    <a:cubicBezTo>
                      <a:pt x="11" y="11"/>
                      <a:pt x="11" y="12"/>
                      <a:pt x="11" y="12"/>
                    </a:cubicBezTo>
                    <a:cubicBezTo>
                      <a:pt x="12" y="14"/>
                      <a:pt x="13" y="16"/>
                      <a:pt x="14" y="17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10" y="20"/>
                      <a:pt x="8" y="20"/>
                      <a:pt x="7" y="20"/>
                    </a:cubicBezTo>
                    <a:cubicBezTo>
                      <a:pt x="5" y="21"/>
                      <a:pt x="4" y="20"/>
                      <a:pt x="3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43" name="Freeform 2244">
                <a:extLst>
                  <a:ext uri="{FF2B5EF4-FFF2-40B4-BE49-F238E27FC236}">
                    <a16:creationId xmlns:a16="http://schemas.microsoft.com/office/drawing/2014/main" id="{4546D141-1F9F-442A-B977-EF57B58E9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56"/>
                <a:ext cx="4" cy="6"/>
              </a:xfrm>
              <a:custGeom>
                <a:avLst/>
                <a:gdLst>
                  <a:gd name="T0" fmla="*/ 0 w 10"/>
                  <a:gd name="T1" fmla="*/ 5 h 14"/>
                  <a:gd name="T2" fmla="*/ 4 w 10"/>
                  <a:gd name="T3" fmla="*/ 1 h 14"/>
                  <a:gd name="T4" fmla="*/ 3 w 10"/>
                  <a:gd name="T5" fmla="*/ 11 h 14"/>
                  <a:gd name="T6" fmla="*/ 0 w 10"/>
                  <a:gd name="T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0" y="5"/>
                    </a:moveTo>
                    <a:cubicBezTo>
                      <a:pt x="0" y="3"/>
                      <a:pt x="2" y="2"/>
                      <a:pt x="4" y="1"/>
                    </a:cubicBezTo>
                    <a:cubicBezTo>
                      <a:pt x="10" y="0"/>
                      <a:pt x="10" y="14"/>
                      <a:pt x="3" y="11"/>
                    </a:cubicBezTo>
                    <a:cubicBezTo>
                      <a:pt x="0" y="11"/>
                      <a:pt x="0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44" name="Freeform 2245">
                <a:extLst>
                  <a:ext uri="{FF2B5EF4-FFF2-40B4-BE49-F238E27FC236}">
                    <a16:creationId xmlns:a16="http://schemas.microsoft.com/office/drawing/2014/main" id="{B030EA6C-45FC-4F11-8879-596CE894A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667"/>
                <a:ext cx="3" cy="3"/>
              </a:xfrm>
              <a:custGeom>
                <a:avLst/>
                <a:gdLst>
                  <a:gd name="T0" fmla="*/ 3 w 8"/>
                  <a:gd name="T1" fmla="*/ 1 h 8"/>
                  <a:gd name="T2" fmla="*/ 7 w 8"/>
                  <a:gd name="T3" fmla="*/ 4 h 8"/>
                  <a:gd name="T4" fmla="*/ 6 w 8"/>
                  <a:gd name="T5" fmla="*/ 5 h 8"/>
                  <a:gd name="T6" fmla="*/ 3 w 8"/>
                  <a:gd name="T7" fmla="*/ 8 h 8"/>
                  <a:gd name="T8" fmla="*/ 2 w 8"/>
                  <a:gd name="T9" fmla="*/ 6 h 8"/>
                  <a:gd name="T10" fmla="*/ 3 w 8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4" y="0"/>
                      <a:pt x="8" y="2"/>
                      <a:pt x="7" y="4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6"/>
                      <a:pt x="4" y="8"/>
                      <a:pt x="3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1" y="4"/>
                      <a:pt x="0" y="2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45" name="Freeform 2246">
                <a:extLst>
                  <a:ext uri="{FF2B5EF4-FFF2-40B4-BE49-F238E27FC236}">
                    <a16:creationId xmlns:a16="http://schemas.microsoft.com/office/drawing/2014/main" id="{24AEF701-9C5C-4809-9DA1-0FCEE7719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676"/>
                <a:ext cx="3" cy="2"/>
              </a:xfrm>
              <a:custGeom>
                <a:avLst/>
                <a:gdLst>
                  <a:gd name="T0" fmla="*/ 0 w 7"/>
                  <a:gd name="T1" fmla="*/ 1 h 6"/>
                  <a:gd name="T2" fmla="*/ 3 w 7"/>
                  <a:gd name="T3" fmla="*/ 0 h 6"/>
                  <a:gd name="T4" fmla="*/ 6 w 7"/>
                  <a:gd name="T5" fmla="*/ 4 h 6"/>
                  <a:gd name="T6" fmla="*/ 3 w 7"/>
                  <a:gd name="T7" fmla="*/ 6 h 6"/>
                  <a:gd name="T8" fmla="*/ 1 w 7"/>
                  <a:gd name="T9" fmla="*/ 5 h 6"/>
                  <a:gd name="T10" fmla="*/ 0 w 7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6" y="3"/>
                      <a:pt x="6" y="4"/>
                    </a:cubicBezTo>
                    <a:cubicBezTo>
                      <a:pt x="7" y="6"/>
                      <a:pt x="5" y="6"/>
                      <a:pt x="3" y="6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46" name="Freeform 2247">
                <a:extLst>
                  <a:ext uri="{FF2B5EF4-FFF2-40B4-BE49-F238E27FC236}">
                    <a16:creationId xmlns:a16="http://schemas.microsoft.com/office/drawing/2014/main" id="{6B41B0F4-ED83-4938-BE9E-C27D1CA8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678"/>
                <a:ext cx="9" cy="9"/>
              </a:xfrm>
              <a:custGeom>
                <a:avLst/>
                <a:gdLst>
                  <a:gd name="T0" fmla="*/ 0 w 23"/>
                  <a:gd name="T1" fmla="*/ 22 h 23"/>
                  <a:gd name="T2" fmla="*/ 11 w 23"/>
                  <a:gd name="T3" fmla="*/ 9 h 23"/>
                  <a:gd name="T4" fmla="*/ 21 w 23"/>
                  <a:gd name="T5" fmla="*/ 4 h 23"/>
                  <a:gd name="T6" fmla="*/ 18 w 23"/>
                  <a:gd name="T7" fmla="*/ 10 h 23"/>
                  <a:gd name="T8" fmla="*/ 8 w 23"/>
                  <a:gd name="T9" fmla="*/ 18 h 23"/>
                  <a:gd name="T10" fmla="*/ 4 w 23"/>
                  <a:gd name="T11" fmla="*/ 20 h 23"/>
                  <a:gd name="T12" fmla="*/ 0 w 23"/>
                  <a:gd name="T13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3">
                    <a:moveTo>
                      <a:pt x="0" y="22"/>
                    </a:moveTo>
                    <a:cubicBezTo>
                      <a:pt x="1" y="16"/>
                      <a:pt x="7" y="12"/>
                      <a:pt x="11" y="9"/>
                    </a:cubicBezTo>
                    <a:cubicBezTo>
                      <a:pt x="13" y="8"/>
                      <a:pt x="20" y="0"/>
                      <a:pt x="21" y="4"/>
                    </a:cubicBezTo>
                    <a:cubicBezTo>
                      <a:pt x="23" y="6"/>
                      <a:pt x="19" y="8"/>
                      <a:pt x="18" y="10"/>
                    </a:cubicBezTo>
                    <a:cubicBezTo>
                      <a:pt x="15" y="12"/>
                      <a:pt x="12" y="16"/>
                      <a:pt x="8" y="18"/>
                    </a:cubicBezTo>
                    <a:cubicBezTo>
                      <a:pt x="7" y="18"/>
                      <a:pt x="6" y="19"/>
                      <a:pt x="4" y="20"/>
                    </a:cubicBezTo>
                    <a:cubicBezTo>
                      <a:pt x="4" y="20"/>
                      <a:pt x="0" y="23"/>
                      <a:pt x="0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47" name="Freeform 2248">
                <a:extLst>
                  <a:ext uri="{FF2B5EF4-FFF2-40B4-BE49-F238E27FC236}">
                    <a16:creationId xmlns:a16="http://schemas.microsoft.com/office/drawing/2014/main" id="{2FF17CE6-A88B-417F-8114-269C417FD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679"/>
                <a:ext cx="6" cy="7"/>
              </a:xfrm>
              <a:custGeom>
                <a:avLst/>
                <a:gdLst>
                  <a:gd name="T0" fmla="*/ 0 w 15"/>
                  <a:gd name="T1" fmla="*/ 15 h 16"/>
                  <a:gd name="T2" fmla="*/ 4 w 15"/>
                  <a:gd name="T3" fmla="*/ 9 h 16"/>
                  <a:gd name="T4" fmla="*/ 8 w 15"/>
                  <a:gd name="T5" fmla="*/ 6 h 16"/>
                  <a:gd name="T6" fmla="*/ 9 w 15"/>
                  <a:gd name="T7" fmla="*/ 3 h 16"/>
                  <a:gd name="T8" fmla="*/ 14 w 15"/>
                  <a:gd name="T9" fmla="*/ 4 h 16"/>
                  <a:gd name="T10" fmla="*/ 10 w 15"/>
                  <a:gd name="T11" fmla="*/ 8 h 16"/>
                  <a:gd name="T12" fmla="*/ 4 w 15"/>
                  <a:gd name="T13" fmla="*/ 13 h 16"/>
                  <a:gd name="T14" fmla="*/ 0 w 15"/>
                  <a:gd name="T15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6">
                    <a:moveTo>
                      <a:pt x="0" y="15"/>
                    </a:moveTo>
                    <a:cubicBezTo>
                      <a:pt x="0" y="12"/>
                      <a:pt x="2" y="11"/>
                      <a:pt x="4" y="9"/>
                    </a:cubicBezTo>
                    <a:cubicBezTo>
                      <a:pt x="5" y="8"/>
                      <a:pt x="7" y="8"/>
                      <a:pt x="8" y="6"/>
                    </a:cubicBezTo>
                    <a:cubicBezTo>
                      <a:pt x="8" y="6"/>
                      <a:pt x="9" y="4"/>
                      <a:pt x="9" y="3"/>
                    </a:cubicBezTo>
                    <a:cubicBezTo>
                      <a:pt x="10" y="2"/>
                      <a:pt x="15" y="0"/>
                      <a:pt x="14" y="4"/>
                    </a:cubicBezTo>
                    <a:cubicBezTo>
                      <a:pt x="14" y="6"/>
                      <a:pt x="11" y="7"/>
                      <a:pt x="10" y="8"/>
                    </a:cubicBezTo>
                    <a:cubicBezTo>
                      <a:pt x="8" y="10"/>
                      <a:pt x="6" y="11"/>
                      <a:pt x="4" y="13"/>
                    </a:cubicBezTo>
                    <a:cubicBezTo>
                      <a:pt x="3" y="14"/>
                      <a:pt x="2" y="16"/>
                      <a:pt x="0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48" name="Freeform 2249">
                <a:extLst>
                  <a:ext uri="{FF2B5EF4-FFF2-40B4-BE49-F238E27FC236}">
                    <a16:creationId xmlns:a16="http://schemas.microsoft.com/office/drawing/2014/main" id="{AE24E633-0DA3-46EF-87A4-85511F1CB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686"/>
                <a:ext cx="3" cy="2"/>
              </a:xfrm>
              <a:custGeom>
                <a:avLst/>
                <a:gdLst>
                  <a:gd name="T0" fmla="*/ 4 w 7"/>
                  <a:gd name="T1" fmla="*/ 0 h 4"/>
                  <a:gd name="T2" fmla="*/ 6 w 7"/>
                  <a:gd name="T3" fmla="*/ 2 h 4"/>
                  <a:gd name="T4" fmla="*/ 3 w 7"/>
                  <a:gd name="T5" fmla="*/ 3 h 4"/>
                  <a:gd name="T6" fmla="*/ 4 w 7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5" y="0"/>
                      <a:pt x="6" y="1"/>
                      <a:pt x="6" y="2"/>
                    </a:cubicBezTo>
                    <a:cubicBezTo>
                      <a:pt x="7" y="4"/>
                      <a:pt x="5" y="4"/>
                      <a:pt x="3" y="3"/>
                    </a:cubicBezTo>
                    <a:cubicBezTo>
                      <a:pt x="0" y="3"/>
                      <a:pt x="1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49" name="Freeform 2250">
                <a:extLst>
                  <a:ext uri="{FF2B5EF4-FFF2-40B4-BE49-F238E27FC236}">
                    <a16:creationId xmlns:a16="http://schemas.microsoft.com/office/drawing/2014/main" id="{8E74D488-2806-44EE-AE6E-2E2A2A324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703"/>
                <a:ext cx="5" cy="6"/>
              </a:xfrm>
              <a:custGeom>
                <a:avLst/>
                <a:gdLst>
                  <a:gd name="T0" fmla="*/ 3 w 11"/>
                  <a:gd name="T1" fmla="*/ 13 h 15"/>
                  <a:gd name="T2" fmla="*/ 2 w 11"/>
                  <a:gd name="T3" fmla="*/ 8 h 15"/>
                  <a:gd name="T4" fmla="*/ 3 w 11"/>
                  <a:gd name="T5" fmla="*/ 1 h 15"/>
                  <a:gd name="T6" fmla="*/ 8 w 11"/>
                  <a:gd name="T7" fmla="*/ 0 h 15"/>
                  <a:gd name="T8" fmla="*/ 11 w 11"/>
                  <a:gd name="T9" fmla="*/ 1 h 15"/>
                  <a:gd name="T10" fmla="*/ 9 w 11"/>
                  <a:gd name="T11" fmla="*/ 5 h 15"/>
                  <a:gd name="T12" fmla="*/ 5 w 11"/>
                  <a:gd name="T13" fmla="*/ 9 h 15"/>
                  <a:gd name="T14" fmla="*/ 3 w 11"/>
                  <a:gd name="T15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5">
                    <a:moveTo>
                      <a:pt x="3" y="13"/>
                    </a:moveTo>
                    <a:cubicBezTo>
                      <a:pt x="0" y="15"/>
                      <a:pt x="2" y="9"/>
                      <a:pt x="2" y="8"/>
                    </a:cubicBezTo>
                    <a:cubicBezTo>
                      <a:pt x="2" y="6"/>
                      <a:pt x="1" y="2"/>
                      <a:pt x="3" y="1"/>
                    </a:cubicBezTo>
                    <a:cubicBezTo>
                      <a:pt x="4" y="0"/>
                      <a:pt x="6" y="1"/>
                      <a:pt x="8" y="0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7" y="6"/>
                      <a:pt x="6" y="8"/>
                      <a:pt x="5" y="9"/>
                    </a:cubicBezTo>
                    <a:cubicBezTo>
                      <a:pt x="4" y="10"/>
                      <a:pt x="4" y="13"/>
                      <a:pt x="3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50" name="Freeform 2251">
                <a:extLst>
                  <a:ext uri="{FF2B5EF4-FFF2-40B4-BE49-F238E27FC236}">
                    <a16:creationId xmlns:a16="http://schemas.microsoft.com/office/drawing/2014/main" id="{9C89733E-B0A2-4838-8D90-9550EDE0C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699"/>
                <a:ext cx="5" cy="3"/>
              </a:xfrm>
              <a:custGeom>
                <a:avLst/>
                <a:gdLst>
                  <a:gd name="T0" fmla="*/ 4 w 12"/>
                  <a:gd name="T1" fmla="*/ 8 h 8"/>
                  <a:gd name="T2" fmla="*/ 3 w 12"/>
                  <a:gd name="T3" fmla="*/ 8 h 8"/>
                  <a:gd name="T4" fmla="*/ 2 w 12"/>
                  <a:gd name="T5" fmla="*/ 8 h 8"/>
                  <a:gd name="T6" fmla="*/ 1 w 12"/>
                  <a:gd name="T7" fmla="*/ 8 h 8"/>
                  <a:gd name="T8" fmla="*/ 0 w 12"/>
                  <a:gd name="T9" fmla="*/ 6 h 8"/>
                  <a:gd name="T10" fmla="*/ 4 w 12"/>
                  <a:gd name="T11" fmla="*/ 3 h 8"/>
                  <a:gd name="T12" fmla="*/ 9 w 12"/>
                  <a:gd name="T13" fmla="*/ 0 h 8"/>
                  <a:gd name="T14" fmla="*/ 10 w 12"/>
                  <a:gd name="T15" fmla="*/ 4 h 8"/>
                  <a:gd name="T16" fmla="*/ 8 w 12"/>
                  <a:gd name="T17" fmla="*/ 6 h 8"/>
                  <a:gd name="T18" fmla="*/ 4 w 12"/>
                  <a:gd name="T1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8">
                    <a:moveTo>
                      <a:pt x="4" y="8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0" y="8"/>
                      <a:pt x="0" y="8"/>
                      <a:pt x="0" y="6"/>
                    </a:cubicBezTo>
                    <a:cubicBezTo>
                      <a:pt x="0" y="4"/>
                      <a:pt x="2" y="4"/>
                      <a:pt x="4" y="3"/>
                    </a:cubicBezTo>
                    <a:cubicBezTo>
                      <a:pt x="6" y="2"/>
                      <a:pt x="7" y="0"/>
                      <a:pt x="9" y="0"/>
                    </a:cubicBezTo>
                    <a:cubicBezTo>
                      <a:pt x="11" y="0"/>
                      <a:pt x="12" y="3"/>
                      <a:pt x="10" y="4"/>
                    </a:cubicBezTo>
                    <a:cubicBezTo>
                      <a:pt x="10" y="5"/>
                      <a:pt x="9" y="5"/>
                      <a:pt x="8" y="6"/>
                    </a:cubicBezTo>
                    <a:cubicBezTo>
                      <a:pt x="7" y="7"/>
                      <a:pt x="5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51" name="Freeform 2252">
                <a:extLst>
                  <a:ext uri="{FF2B5EF4-FFF2-40B4-BE49-F238E27FC236}">
                    <a16:creationId xmlns:a16="http://schemas.microsoft.com/office/drawing/2014/main" id="{29D79BFA-C4D5-410C-B028-0AAF4B18B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688"/>
                <a:ext cx="6" cy="4"/>
              </a:xfrm>
              <a:custGeom>
                <a:avLst/>
                <a:gdLst>
                  <a:gd name="T0" fmla="*/ 4 w 14"/>
                  <a:gd name="T1" fmla="*/ 4 h 10"/>
                  <a:gd name="T2" fmla="*/ 6 w 14"/>
                  <a:gd name="T3" fmla="*/ 2 h 10"/>
                  <a:gd name="T4" fmla="*/ 11 w 14"/>
                  <a:gd name="T5" fmla="*/ 1 h 10"/>
                  <a:gd name="T6" fmla="*/ 5 w 14"/>
                  <a:gd name="T7" fmla="*/ 9 h 10"/>
                  <a:gd name="T8" fmla="*/ 1 w 14"/>
                  <a:gd name="T9" fmla="*/ 8 h 10"/>
                  <a:gd name="T10" fmla="*/ 4 w 14"/>
                  <a:gd name="T1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4" y="4"/>
                    </a:moveTo>
                    <a:cubicBezTo>
                      <a:pt x="5" y="4"/>
                      <a:pt x="5" y="3"/>
                      <a:pt x="6" y="2"/>
                    </a:cubicBezTo>
                    <a:cubicBezTo>
                      <a:pt x="7" y="1"/>
                      <a:pt x="9" y="0"/>
                      <a:pt x="11" y="1"/>
                    </a:cubicBezTo>
                    <a:cubicBezTo>
                      <a:pt x="14" y="4"/>
                      <a:pt x="8" y="9"/>
                      <a:pt x="5" y="9"/>
                    </a:cubicBezTo>
                    <a:cubicBezTo>
                      <a:pt x="4" y="10"/>
                      <a:pt x="1" y="10"/>
                      <a:pt x="1" y="8"/>
                    </a:cubicBezTo>
                    <a:cubicBezTo>
                      <a:pt x="0" y="7"/>
                      <a:pt x="3" y="5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52" name="Freeform 2253">
                <a:extLst>
                  <a:ext uri="{FF2B5EF4-FFF2-40B4-BE49-F238E27FC236}">
                    <a16:creationId xmlns:a16="http://schemas.microsoft.com/office/drawing/2014/main" id="{0E20A601-BC15-42EB-9C20-FE7D2C749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690"/>
                <a:ext cx="6" cy="6"/>
              </a:xfrm>
              <a:custGeom>
                <a:avLst/>
                <a:gdLst>
                  <a:gd name="T0" fmla="*/ 5 w 15"/>
                  <a:gd name="T1" fmla="*/ 14 h 15"/>
                  <a:gd name="T2" fmla="*/ 2 w 15"/>
                  <a:gd name="T3" fmla="*/ 15 h 15"/>
                  <a:gd name="T4" fmla="*/ 1 w 15"/>
                  <a:gd name="T5" fmla="*/ 9 h 15"/>
                  <a:gd name="T6" fmla="*/ 2 w 15"/>
                  <a:gd name="T7" fmla="*/ 6 h 15"/>
                  <a:gd name="T8" fmla="*/ 5 w 15"/>
                  <a:gd name="T9" fmla="*/ 4 h 15"/>
                  <a:gd name="T10" fmla="*/ 7 w 15"/>
                  <a:gd name="T11" fmla="*/ 2 h 15"/>
                  <a:gd name="T12" fmla="*/ 9 w 15"/>
                  <a:gd name="T13" fmla="*/ 1 h 15"/>
                  <a:gd name="T14" fmla="*/ 13 w 15"/>
                  <a:gd name="T15" fmla="*/ 3 h 15"/>
                  <a:gd name="T16" fmla="*/ 5 w 15"/>
                  <a:gd name="T1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4"/>
                    </a:moveTo>
                    <a:cubicBezTo>
                      <a:pt x="5" y="15"/>
                      <a:pt x="3" y="15"/>
                      <a:pt x="2" y="15"/>
                    </a:cubicBezTo>
                    <a:cubicBezTo>
                      <a:pt x="1" y="14"/>
                      <a:pt x="1" y="11"/>
                      <a:pt x="1" y="9"/>
                    </a:cubicBezTo>
                    <a:cubicBezTo>
                      <a:pt x="1" y="8"/>
                      <a:pt x="0" y="7"/>
                      <a:pt x="2" y="6"/>
                    </a:cubicBezTo>
                    <a:cubicBezTo>
                      <a:pt x="2" y="5"/>
                      <a:pt x="3" y="5"/>
                      <a:pt x="5" y="4"/>
                    </a:cubicBezTo>
                    <a:cubicBezTo>
                      <a:pt x="5" y="3"/>
                      <a:pt x="6" y="3"/>
                      <a:pt x="7" y="2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10" y="0"/>
                      <a:pt x="15" y="1"/>
                      <a:pt x="13" y="3"/>
                    </a:cubicBezTo>
                    <a:cubicBezTo>
                      <a:pt x="10" y="7"/>
                      <a:pt x="8" y="10"/>
                      <a:pt x="5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53" name="Freeform 2254">
                <a:extLst>
                  <a:ext uri="{FF2B5EF4-FFF2-40B4-BE49-F238E27FC236}">
                    <a16:creationId xmlns:a16="http://schemas.microsoft.com/office/drawing/2014/main" id="{19214534-E706-4F8D-A232-2D1CDB6BA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701"/>
                <a:ext cx="5" cy="3"/>
              </a:xfrm>
              <a:custGeom>
                <a:avLst/>
                <a:gdLst>
                  <a:gd name="T0" fmla="*/ 1 w 12"/>
                  <a:gd name="T1" fmla="*/ 7 h 7"/>
                  <a:gd name="T2" fmla="*/ 0 w 12"/>
                  <a:gd name="T3" fmla="*/ 5 h 7"/>
                  <a:gd name="T4" fmla="*/ 3 w 12"/>
                  <a:gd name="T5" fmla="*/ 0 h 7"/>
                  <a:gd name="T6" fmla="*/ 9 w 12"/>
                  <a:gd name="T7" fmla="*/ 0 h 7"/>
                  <a:gd name="T8" fmla="*/ 11 w 12"/>
                  <a:gd name="T9" fmla="*/ 3 h 7"/>
                  <a:gd name="T10" fmla="*/ 6 w 12"/>
                  <a:gd name="T11" fmla="*/ 6 h 7"/>
                  <a:gd name="T12" fmla="*/ 1 w 12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" y="7"/>
                    </a:moveTo>
                    <a:cubicBezTo>
                      <a:pt x="0" y="7"/>
                      <a:pt x="0" y="6"/>
                      <a:pt x="0" y="5"/>
                    </a:cubicBezTo>
                    <a:cubicBezTo>
                      <a:pt x="0" y="3"/>
                      <a:pt x="1" y="0"/>
                      <a:pt x="3" y="0"/>
                    </a:cubicBezTo>
                    <a:cubicBezTo>
                      <a:pt x="5" y="0"/>
                      <a:pt x="7" y="0"/>
                      <a:pt x="9" y="0"/>
                    </a:cubicBezTo>
                    <a:cubicBezTo>
                      <a:pt x="11" y="0"/>
                      <a:pt x="12" y="1"/>
                      <a:pt x="11" y="3"/>
                    </a:cubicBezTo>
                    <a:cubicBezTo>
                      <a:pt x="10" y="4"/>
                      <a:pt x="8" y="5"/>
                      <a:pt x="6" y="6"/>
                    </a:cubicBezTo>
                    <a:cubicBezTo>
                      <a:pt x="5" y="6"/>
                      <a:pt x="3" y="7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54" name="Freeform 2255">
                <a:extLst>
                  <a:ext uri="{FF2B5EF4-FFF2-40B4-BE49-F238E27FC236}">
                    <a16:creationId xmlns:a16="http://schemas.microsoft.com/office/drawing/2014/main" id="{CA83BADC-4D7E-4085-B317-C58BFFCC7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691"/>
                <a:ext cx="7" cy="13"/>
              </a:xfrm>
              <a:custGeom>
                <a:avLst/>
                <a:gdLst>
                  <a:gd name="T0" fmla="*/ 2 w 17"/>
                  <a:gd name="T1" fmla="*/ 29 h 33"/>
                  <a:gd name="T2" fmla="*/ 1 w 17"/>
                  <a:gd name="T3" fmla="*/ 22 h 33"/>
                  <a:gd name="T4" fmla="*/ 1 w 17"/>
                  <a:gd name="T5" fmla="*/ 14 h 33"/>
                  <a:gd name="T6" fmla="*/ 4 w 17"/>
                  <a:gd name="T7" fmla="*/ 11 h 33"/>
                  <a:gd name="T8" fmla="*/ 5 w 17"/>
                  <a:gd name="T9" fmla="*/ 8 h 33"/>
                  <a:gd name="T10" fmla="*/ 9 w 17"/>
                  <a:gd name="T11" fmla="*/ 5 h 33"/>
                  <a:gd name="T12" fmla="*/ 16 w 17"/>
                  <a:gd name="T13" fmla="*/ 11 h 33"/>
                  <a:gd name="T14" fmla="*/ 11 w 17"/>
                  <a:gd name="T15" fmla="*/ 16 h 33"/>
                  <a:gd name="T16" fmla="*/ 12 w 17"/>
                  <a:gd name="T17" fmla="*/ 20 h 33"/>
                  <a:gd name="T18" fmla="*/ 10 w 17"/>
                  <a:gd name="T19" fmla="*/ 22 h 33"/>
                  <a:gd name="T20" fmla="*/ 8 w 17"/>
                  <a:gd name="T21" fmla="*/ 26 h 33"/>
                  <a:gd name="T22" fmla="*/ 7 w 17"/>
                  <a:gd name="T23" fmla="*/ 32 h 33"/>
                  <a:gd name="T24" fmla="*/ 2 w 17"/>
                  <a:gd name="T2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33">
                    <a:moveTo>
                      <a:pt x="2" y="29"/>
                    </a:moveTo>
                    <a:cubicBezTo>
                      <a:pt x="1" y="26"/>
                      <a:pt x="2" y="24"/>
                      <a:pt x="1" y="22"/>
                    </a:cubicBezTo>
                    <a:cubicBezTo>
                      <a:pt x="1" y="19"/>
                      <a:pt x="0" y="16"/>
                      <a:pt x="1" y="14"/>
                    </a:cubicBezTo>
                    <a:cubicBezTo>
                      <a:pt x="1" y="13"/>
                      <a:pt x="3" y="12"/>
                      <a:pt x="4" y="11"/>
                    </a:cubicBezTo>
                    <a:cubicBezTo>
                      <a:pt x="5" y="10"/>
                      <a:pt x="5" y="10"/>
                      <a:pt x="5" y="8"/>
                    </a:cubicBezTo>
                    <a:cubicBezTo>
                      <a:pt x="6" y="7"/>
                      <a:pt x="8" y="6"/>
                      <a:pt x="9" y="5"/>
                    </a:cubicBezTo>
                    <a:cubicBezTo>
                      <a:pt x="13" y="0"/>
                      <a:pt x="17" y="7"/>
                      <a:pt x="16" y="11"/>
                    </a:cubicBezTo>
                    <a:cubicBezTo>
                      <a:pt x="15" y="14"/>
                      <a:pt x="11" y="13"/>
                      <a:pt x="11" y="16"/>
                    </a:cubicBezTo>
                    <a:cubicBezTo>
                      <a:pt x="11" y="18"/>
                      <a:pt x="13" y="19"/>
                      <a:pt x="12" y="20"/>
                    </a:cubicBezTo>
                    <a:cubicBezTo>
                      <a:pt x="11" y="21"/>
                      <a:pt x="10" y="21"/>
                      <a:pt x="10" y="22"/>
                    </a:cubicBezTo>
                    <a:cubicBezTo>
                      <a:pt x="9" y="23"/>
                      <a:pt x="8" y="25"/>
                      <a:pt x="8" y="26"/>
                    </a:cubicBezTo>
                    <a:cubicBezTo>
                      <a:pt x="9" y="28"/>
                      <a:pt x="9" y="31"/>
                      <a:pt x="7" y="32"/>
                    </a:cubicBezTo>
                    <a:cubicBezTo>
                      <a:pt x="5" y="33"/>
                      <a:pt x="2" y="31"/>
                      <a:pt x="2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55" name="Freeform 2256">
                <a:extLst>
                  <a:ext uri="{FF2B5EF4-FFF2-40B4-BE49-F238E27FC236}">
                    <a16:creationId xmlns:a16="http://schemas.microsoft.com/office/drawing/2014/main" id="{7A645220-ABBE-4B4A-BA32-3BDED032A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709"/>
                <a:ext cx="6" cy="7"/>
              </a:xfrm>
              <a:custGeom>
                <a:avLst/>
                <a:gdLst>
                  <a:gd name="T0" fmla="*/ 4 w 15"/>
                  <a:gd name="T1" fmla="*/ 5 h 18"/>
                  <a:gd name="T2" fmla="*/ 3 w 15"/>
                  <a:gd name="T3" fmla="*/ 4 h 18"/>
                  <a:gd name="T4" fmla="*/ 2 w 15"/>
                  <a:gd name="T5" fmla="*/ 1 h 18"/>
                  <a:gd name="T6" fmla="*/ 11 w 15"/>
                  <a:gd name="T7" fmla="*/ 5 h 18"/>
                  <a:gd name="T8" fmla="*/ 14 w 15"/>
                  <a:gd name="T9" fmla="*/ 9 h 18"/>
                  <a:gd name="T10" fmla="*/ 13 w 15"/>
                  <a:gd name="T11" fmla="*/ 15 h 18"/>
                  <a:gd name="T12" fmla="*/ 8 w 15"/>
                  <a:gd name="T13" fmla="*/ 14 h 18"/>
                  <a:gd name="T14" fmla="*/ 7 w 15"/>
                  <a:gd name="T15" fmla="*/ 10 h 18"/>
                  <a:gd name="T16" fmla="*/ 4 w 15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4" y="5"/>
                    </a:moveTo>
                    <a:cubicBezTo>
                      <a:pt x="4" y="5"/>
                      <a:pt x="3" y="5"/>
                      <a:pt x="3" y="4"/>
                    </a:cubicBezTo>
                    <a:cubicBezTo>
                      <a:pt x="2" y="4"/>
                      <a:pt x="0" y="2"/>
                      <a:pt x="2" y="1"/>
                    </a:cubicBezTo>
                    <a:cubicBezTo>
                      <a:pt x="4" y="0"/>
                      <a:pt x="9" y="4"/>
                      <a:pt x="11" y="5"/>
                    </a:cubicBezTo>
                    <a:cubicBezTo>
                      <a:pt x="13" y="6"/>
                      <a:pt x="14" y="7"/>
                      <a:pt x="14" y="9"/>
                    </a:cubicBezTo>
                    <a:cubicBezTo>
                      <a:pt x="15" y="11"/>
                      <a:pt x="14" y="13"/>
                      <a:pt x="13" y="15"/>
                    </a:cubicBezTo>
                    <a:cubicBezTo>
                      <a:pt x="12" y="18"/>
                      <a:pt x="9" y="16"/>
                      <a:pt x="8" y="14"/>
                    </a:cubicBezTo>
                    <a:cubicBezTo>
                      <a:pt x="7" y="13"/>
                      <a:pt x="7" y="11"/>
                      <a:pt x="7" y="10"/>
                    </a:cubicBezTo>
                    <a:cubicBezTo>
                      <a:pt x="6" y="8"/>
                      <a:pt x="5" y="7"/>
                      <a:pt x="4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56" name="Freeform 2257">
                <a:extLst>
                  <a:ext uri="{FF2B5EF4-FFF2-40B4-BE49-F238E27FC236}">
                    <a16:creationId xmlns:a16="http://schemas.microsoft.com/office/drawing/2014/main" id="{1A4FA414-3D3E-4B1E-B5F0-ECAF1405A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704"/>
                <a:ext cx="3" cy="3"/>
              </a:xfrm>
              <a:custGeom>
                <a:avLst/>
                <a:gdLst>
                  <a:gd name="T0" fmla="*/ 4 w 8"/>
                  <a:gd name="T1" fmla="*/ 1 h 8"/>
                  <a:gd name="T2" fmla="*/ 3 w 8"/>
                  <a:gd name="T3" fmla="*/ 7 h 8"/>
                  <a:gd name="T4" fmla="*/ 4 w 8"/>
                  <a:gd name="T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4" y="1"/>
                    </a:moveTo>
                    <a:cubicBezTo>
                      <a:pt x="8" y="2"/>
                      <a:pt x="7" y="8"/>
                      <a:pt x="3" y="7"/>
                    </a:cubicBezTo>
                    <a:cubicBezTo>
                      <a:pt x="0" y="6"/>
                      <a:pt x="0" y="0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57" name="Freeform 2258">
                <a:extLst>
                  <a:ext uri="{FF2B5EF4-FFF2-40B4-BE49-F238E27FC236}">
                    <a16:creationId xmlns:a16="http://schemas.microsoft.com/office/drawing/2014/main" id="{4E42005F-35D9-4654-9DFD-E42C973BD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709"/>
                <a:ext cx="4" cy="2"/>
              </a:xfrm>
              <a:custGeom>
                <a:avLst/>
                <a:gdLst>
                  <a:gd name="T0" fmla="*/ 1 w 9"/>
                  <a:gd name="T1" fmla="*/ 3 h 6"/>
                  <a:gd name="T2" fmla="*/ 4 w 9"/>
                  <a:gd name="T3" fmla="*/ 1 h 6"/>
                  <a:gd name="T4" fmla="*/ 9 w 9"/>
                  <a:gd name="T5" fmla="*/ 3 h 6"/>
                  <a:gd name="T6" fmla="*/ 5 w 9"/>
                  <a:gd name="T7" fmla="*/ 5 h 6"/>
                  <a:gd name="T8" fmla="*/ 1 w 9"/>
                  <a:gd name="T9" fmla="*/ 5 h 6"/>
                  <a:gd name="T10" fmla="*/ 2 w 9"/>
                  <a:gd name="T11" fmla="*/ 5 h 6"/>
                  <a:gd name="T12" fmla="*/ 1 w 9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1" y="3"/>
                    </a:moveTo>
                    <a:cubicBezTo>
                      <a:pt x="1" y="2"/>
                      <a:pt x="3" y="1"/>
                      <a:pt x="4" y="1"/>
                    </a:cubicBezTo>
                    <a:cubicBezTo>
                      <a:pt x="6" y="1"/>
                      <a:pt x="9" y="0"/>
                      <a:pt x="9" y="3"/>
                    </a:cubicBezTo>
                    <a:cubicBezTo>
                      <a:pt x="9" y="4"/>
                      <a:pt x="6" y="4"/>
                      <a:pt x="5" y="5"/>
                    </a:cubicBezTo>
                    <a:cubicBezTo>
                      <a:pt x="3" y="5"/>
                      <a:pt x="3" y="6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0" y="3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58" name="Freeform 2259">
                <a:extLst>
                  <a:ext uri="{FF2B5EF4-FFF2-40B4-BE49-F238E27FC236}">
                    <a16:creationId xmlns:a16="http://schemas.microsoft.com/office/drawing/2014/main" id="{29821E72-EAC7-4F97-BB16-8D744976A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706"/>
                <a:ext cx="2" cy="2"/>
              </a:xfrm>
              <a:custGeom>
                <a:avLst/>
                <a:gdLst>
                  <a:gd name="T0" fmla="*/ 3 w 7"/>
                  <a:gd name="T1" fmla="*/ 1 h 5"/>
                  <a:gd name="T2" fmla="*/ 6 w 7"/>
                  <a:gd name="T3" fmla="*/ 3 h 5"/>
                  <a:gd name="T4" fmla="*/ 2 w 7"/>
                  <a:gd name="T5" fmla="*/ 5 h 5"/>
                  <a:gd name="T6" fmla="*/ 0 w 7"/>
                  <a:gd name="T7" fmla="*/ 3 h 5"/>
                  <a:gd name="T8" fmla="*/ 3 w 7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3" y="1"/>
                    </a:moveTo>
                    <a:cubicBezTo>
                      <a:pt x="4" y="1"/>
                      <a:pt x="7" y="1"/>
                      <a:pt x="6" y="3"/>
                    </a:cubicBezTo>
                    <a:cubicBezTo>
                      <a:pt x="6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0"/>
                      <a:pt x="2" y="0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59" name="Freeform 2260">
                <a:extLst>
                  <a:ext uri="{FF2B5EF4-FFF2-40B4-BE49-F238E27FC236}">
                    <a16:creationId xmlns:a16="http://schemas.microsoft.com/office/drawing/2014/main" id="{364A94F7-B57D-401B-9770-012110E65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710"/>
                <a:ext cx="8" cy="5"/>
              </a:xfrm>
              <a:custGeom>
                <a:avLst/>
                <a:gdLst>
                  <a:gd name="T0" fmla="*/ 3 w 19"/>
                  <a:gd name="T1" fmla="*/ 8 h 11"/>
                  <a:gd name="T2" fmla="*/ 1 w 19"/>
                  <a:gd name="T3" fmla="*/ 1 h 11"/>
                  <a:gd name="T4" fmla="*/ 5 w 19"/>
                  <a:gd name="T5" fmla="*/ 0 h 11"/>
                  <a:gd name="T6" fmla="*/ 9 w 19"/>
                  <a:gd name="T7" fmla="*/ 1 h 11"/>
                  <a:gd name="T8" fmla="*/ 13 w 19"/>
                  <a:gd name="T9" fmla="*/ 1 h 11"/>
                  <a:gd name="T10" fmla="*/ 17 w 19"/>
                  <a:gd name="T11" fmla="*/ 1 h 11"/>
                  <a:gd name="T12" fmla="*/ 17 w 19"/>
                  <a:gd name="T13" fmla="*/ 8 h 11"/>
                  <a:gd name="T14" fmla="*/ 9 w 19"/>
                  <a:gd name="T15" fmla="*/ 10 h 11"/>
                  <a:gd name="T16" fmla="*/ 3 w 19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1">
                    <a:moveTo>
                      <a:pt x="3" y="8"/>
                    </a:moveTo>
                    <a:cubicBezTo>
                      <a:pt x="2" y="7"/>
                      <a:pt x="0" y="3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7" y="0"/>
                      <a:pt x="9" y="1"/>
                    </a:cubicBezTo>
                    <a:cubicBezTo>
                      <a:pt x="10" y="1"/>
                      <a:pt x="11" y="1"/>
                      <a:pt x="13" y="1"/>
                    </a:cubicBezTo>
                    <a:cubicBezTo>
                      <a:pt x="14" y="1"/>
                      <a:pt x="15" y="1"/>
                      <a:pt x="17" y="1"/>
                    </a:cubicBezTo>
                    <a:cubicBezTo>
                      <a:pt x="19" y="3"/>
                      <a:pt x="19" y="6"/>
                      <a:pt x="17" y="8"/>
                    </a:cubicBezTo>
                    <a:cubicBezTo>
                      <a:pt x="15" y="10"/>
                      <a:pt x="12" y="10"/>
                      <a:pt x="9" y="10"/>
                    </a:cubicBezTo>
                    <a:cubicBezTo>
                      <a:pt x="7" y="10"/>
                      <a:pt x="4" y="11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60" name="Freeform 2261">
                <a:extLst>
                  <a:ext uri="{FF2B5EF4-FFF2-40B4-BE49-F238E27FC236}">
                    <a16:creationId xmlns:a16="http://schemas.microsoft.com/office/drawing/2014/main" id="{73F7F99B-C5EC-40FF-BC6C-14A43F51D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714"/>
                <a:ext cx="9" cy="6"/>
              </a:xfrm>
              <a:custGeom>
                <a:avLst/>
                <a:gdLst>
                  <a:gd name="T0" fmla="*/ 8 w 23"/>
                  <a:gd name="T1" fmla="*/ 13 h 14"/>
                  <a:gd name="T2" fmla="*/ 5 w 23"/>
                  <a:gd name="T3" fmla="*/ 14 h 14"/>
                  <a:gd name="T4" fmla="*/ 3 w 23"/>
                  <a:gd name="T5" fmla="*/ 14 h 14"/>
                  <a:gd name="T6" fmla="*/ 0 w 23"/>
                  <a:gd name="T7" fmla="*/ 12 h 14"/>
                  <a:gd name="T8" fmla="*/ 2 w 23"/>
                  <a:gd name="T9" fmla="*/ 9 h 14"/>
                  <a:gd name="T10" fmla="*/ 11 w 23"/>
                  <a:gd name="T11" fmla="*/ 2 h 14"/>
                  <a:gd name="T12" fmla="*/ 19 w 23"/>
                  <a:gd name="T13" fmla="*/ 3 h 14"/>
                  <a:gd name="T14" fmla="*/ 20 w 23"/>
                  <a:gd name="T15" fmla="*/ 9 h 14"/>
                  <a:gd name="T16" fmla="*/ 16 w 23"/>
                  <a:gd name="T17" fmla="*/ 11 h 14"/>
                  <a:gd name="T18" fmla="*/ 8 w 23"/>
                  <a:gd name="T1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4">
                    <a:moveTo>
                      <a:pt x="8" y="13"/>
                    </a:moveTo>
                    <a:cubicBezTo>
                      <a:pt x="7" y="14"/>
                      <a:pt x="6" y="14"/>
                      <a:pt x="5" y="14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2" y="13"/>
                      <a:pt x="0" y="14"/>
                      <a:pt x="0" y="12"/>
                    </a:cubicBezTo>
                    <a:cubicBezTo>
                      <a:pt x="0" y="11"/>
                      <a:pt x="1" y="9"/>
                      <a:pt x="2" y="9"/>
                    </a:cubicBezTo>
                    <a:cubicBezTo>
                      <a:pt x="5" y="6"/>
                      <a:pt x="8" y="4"/>
                      <a:pt x="11" y="2"/>
                    </a:cubicBezTo>
                    <a:cubicBezTo>
                      <a:pt x="14" y="0"/>
                      <a:pt x="17" y="1"/>
                      <a:pt x="19" y="3"/>
                    </a:cubicBezTo>
                    <a:cubicBezTo>
                      <a:pt x="21" y="4"/>
                      <a:pt x="23" y="7"/>
                      <a:pt x="20" y="9"/>
                    </a:cubicBezTo>
                    <a:cubicBezTo>
                      <a:pt x="18" y="9"/>
                      <a:pt x="17" y="10"/>
                      <a:pt x="16" y="11"/>
                    </a:cubicBezTo>
                    <a:cubicBezTo>
                      <a:pt x="13" y="13"/>
                      <a:pt x="11" y="13"/>
                      <a:pt x="8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61" name="Freeform 2262">
                <a:extLst>
                  <a:ext uri="{FF2B5EF4-FFF2-40B4-BE49-F238E27FC236}">
                    <a16:creationId xmlns:a16="http://schemas.microsoft.com/office/drawing/2014/main" id="{48FC97E9-5870-48A0-B6F5-7B05B706A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744"/>
                <a:ext cx="3" cy="4"/>
              </a:xfrm>
              <a:custGeom>
                <a:avLst/>
                <a:gdLst>
                  <a:gd name="T0" fmla="*/ 4 w 7"/>
                  <a:gd name="T1" fmla="*/ 1 h 10"/>
                  <a:gd name="T2" fmla="*/ 5 w 7"/>
                  <a:gd name="T3" fmla="*/ 8 h 10"/>
                  <a:gd name="T4" fmla="*/ 0 w 7"/>
                  <a:gd name="T5" fmla="*/ 3 h 10"/>
                  <a:gd name="T6" fmla="*/ 4 w 7"/>
                  <a:gd name="T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4" y="1"/>
                    </a:moveTo>
                    <a:cubicBezTo>
                      <a:pt x="7" y="2"/>
                      <a:pt x="7" y="7"/>
                      <a:pt x="5" y="8"/>
                    </a:cubicBezTo>
                    <a:cubicBezTo>
                      <a:pt x="1" y="10"/>
                      <a:pt x="0" y="6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62" name="Freeform 2263">
                <a:extLst>
                  <a:ext uri="{FF2B5EF4-FFF2-40B4-BE49-F238E27FC236}">
                    <a16:creationId xmlns:a16="http://schemas.microsoft.com/office/drawing/2014/main" id="{7A082162-1F07-46E4-9029-DA36116F9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1725"/>
                <a:ext cx="5" cy="6"/>
              </a:xfrm>
              <a:custGeom>
                <a:avLst/>
                <a:gdLst>
                  <a:gd name="T0" fmla="*/ 3 w 12"/>
                  <a:gd name="T1" fmla="*/ 4 h 14"/>
                  <a:gd name="T2" fmla="*/ 12 w 12"/>
                  <a:gd name="T3" fmla="*/ 5 h 14"/>
                  <a:gd name="T4" fmla="*/ 0 w 12"/>
                  <a:gd name="T5" fmla="*/ 10 h 14"/>
                  <a:gd name="T6" fmla="*/ 3 w 12"/>
                  <a:gd name="T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3" y="4"/>
                    </a:moveTo>
                    <a:cubicBezTo>
                      <a:pt x="5" y="4"/>
                      <a:pt x="12" y="0"/>
                      <a:pt x="12" y="5"/>
                    </a:cubicBezTo>
                    <a:cubicBezTo>
                      <a:pt x="12" y="8"/>
                      <a:pt x="2" y="14"/>
                      <a:pt x="0" y="10"/>
                    </a:cubicBezTo>
                    <a:cubicBezTo>
                      <a:pt x="0" y="7"/>
                      <a:pt x="1" y="5"/>
                      <a:pt x="3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1872" name="Group 2465">
              <a:extLst>
                <a:ext uri="{FF2B5EF4-FFF2-40B4-BE49-F238E27FC236}">
                  <a16:creationId xmlns:a16="http://schemas.microsoft.com/office/drawing/2014/main" id="{2D7B521C-4FAF-43AF-9874-157D012799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" y="674"/>
              <a:ext cx="975" cy="1466"/>
              <a:chOff x="3233" y="674"/>
              <a:chExt cx="975" cy="1466"/>
            </a:xfrm>
            <a:grpFill/>
          </p:grpSpPr>
          <p:sp>
            <p:nvSpPr>
              <p:cNvPr id="4863" name="Freeform 2265">
                <a:extLst>
                  <a:ext uri="{FF2B5EF4-FFF2-40B4-BE49-F238E27FC236}">
                    <a16:creationId xmlns:a16="http://schemas.microsoft.com/office/drawing/2014/main" id="{ACEE74A0-B5E8-47FC-BB53-23A2BE454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721"/>
                <a:ext cx="12" cy="5"/>
              </a:xfrm>
              <a:custGeom>
                <a:avLst/>
                <a:gdLst>
                  <a:gd name="T0" fmla="*/ 6 w 30"/>
                  <a:gd name="T1" fmla="*/ 0 h 13"/>
                  <a:gd name="T2" fmla="*/ 11 w 30"/>
                  <a:gd name="T3" fmla="*/ 1 h 13"/>
                  <a:gd name="T4" fmla="*/ 16 w 30"/>
                  <a:gd name="T5" fmla="*/ 3 h 13"/>
                  <a:gd name="T6" fmla="*/ 21 w 30"/>
                  <a:gd name="T7" fmla="*/ 5 h 13"/>
                  <a:gd name="T8" fmla="*/ 25 w 30"/>
                  <a:gd name="T9" fmla="*/ 5 h 13"/>
                  <a:gd name="T10" fmla="*/ 29 w 30"/>
                  <a:gd name="T11" fmla="*/ 7 h 13"/>
                  <a:gd name="T12" fmla="*/ 27 w 30"/>
                  <a:gd name="T13" fmla="*/ 11 h 13"/>
                  <a:gd name="T14" fmla="*/ 20 w 30"/>
                  <a:gd name="T15" fmla="*/ 11 h 13"/>
                  <a:gd name="T16" fmla="*/ 11 w 30"/>
                  <a:gd name="T17" fmla="*/ 6 h 13"/>
                  <a:gd name="T18" fmla="*/ 4 w 30"/>
                  <a:gd name="T19" fmla="*/ 5 h 13"/>
                  <a:gd name="T20" fmla="*/ 0 w 30"/>
                  <a:gd name="T21" fmla="*/ 2 h 13"/>
                  <a:gd name="T22" fmla="*/ 6 w 30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13">
                    <a:moveTo>
                      <a:pt x="6" y="0"/>
                    </a:moveTo>
                    <a:cubicBezTo>
                      <a:pt x="8" y="1"/>
                      <a:pt x="10" y="1"/>
                      <a:pt x="11" y="1"/>
                    </a:cubicBezTo>
                    <a:cubicBezTo>
                      <a:pt x="13" y="2"/>
                      <a:pt x="14" y="3"/>
                      <a:pt x="16" y="3"/>
                    </a:cubicBezTo>
                    <a:cubicBezTo>
                      <a:pt x="17" y="4"/>
                      <a:pt x="19" y="4"/>
                      <a:pt x="21" y="5"/>
                    </a:cubicBezTo>
                    <a:cubicBezTo>
                      <a:pt x="22" y="6"/>
                      <a:pt x="24" y="5"/>
                      <a:pt x="25" y="5"/>
                    </a:cubicBezTo>
                    <a:cubicBezTo>
                      <a:pt x="27" y="5"/>
                      <a:pt x="30" y="5"/>
                      <a:pt x="29" y="7"/>
                    </a:cubicBezTo>
                    <a:cubicBezTo>
                      <a:pt x="29" y="9"/>
                      <a:pt x="28" y="11"/>
                      <a:pt x="27" y="11"/>
                    </a:cubicBezTo>
                    <a:cubicBezTo>
                      <a:pt x="25" y="12"/>
                      <a:pt x="22" y="13"/>
                      <a:pt x="20" y="11"/>
                    </a:cubicBezTo>
                    <a:cubicBezTo>
                      <a:pt x="17" y="9"/>
                      <a:pt x="15" y="7"/>
                      <a:pt x="11" y="6"/>
                    </a:cubicBezTo>
                    <a:cubicBezTo>
                      <a:pt x="8" y="6"/>
                      <a:pt x="6" y="6"/>
                      <a:pt x="4" y="5"/>
                    </a:cubicBezTo>
                    <a:cubicBezTo>
                      <a:pt x="2" y="5"/>
                      <a:pt x="0" y="4"/>
                      <a:pt x="0" y="2"/>
                    </a:cubicBezTo>
                    <a:cubicBezTo>
                      <a:pt x="1" y="0"/>
                      <a:pt x="4" y="0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4" name="Freeform 2266">
                <a:extLst>
                  <a:ext uri="{FF2B5EF4-FFF2-40B4-BE49-F238E27FC236}">
                    <a16:creationId xmlns:a16="http://schemas.microsoft.com/office/drawing/2014/main" id="{6FB33DA7-760D-4C35-9686-38542E52F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713"/>
                <a:ext cx="9" cy="6"/>
              </a:xfrm>
              <a:custGeom>
                <a:avLst/>
                <a:gdLst>
                  <a:gd name="T0" fmla="*/ 8 w 23"/>
                  <a:gd name="T1" fmla="*/ 15 h 16"/>
                  <a:gd name="T2" fmla="*/ 5 w 23"/>
                  <a:gd name="T3" fmla="*/ 12 h 16"/>
                  <a:gd name="T4" fmla="*/ 1 w 23"/>
                  <a:gd name="T5" fmla="*/ 11 h 16"/>
                  <a:gd name="T6" fmla="*/ 2 w 23"/>
                  <a:gd name="T7" fmla="*/ 6 h 16"/>
                  <a:gd name="T8" fmla="*/ 2 w 23"/>
                  <a:gd name="T9" fmla="*/ 4 h 16"/>
                  <a:gd name="T10" fmla="*/ 2 w 23"/>
                  <a:gd name="T11" fmla="*/ 2 h 16"/>
                  <a:gd name="T12" fmla="*/ 8 w 23"/>
                  <a:gd name="T13" fmla="*/ 1 h 16"/>
                  <a:gd name="T14" fmla="*/ 12 w 23"/>
                  <a:gd name="T15" fmla="*/ 5 h 16"/>
                  <a:gd name="T16" fmla="*/ 16 w 23"/>
                  <a:gd name="T17" fmla="*/ 6 h 16"/>
                  <a:gd name="T18" fmla="*/ 22 w 23"/>
                  <a:gd name="T19" fmla="*/ 9 h 16"/>
                  <a:gd name="T20" fmla="*/ 20 w 23"/>
                  <a:gd name="T21" fmla="*/ 16 h 16"/>
                  <a:gd name="T22" fmla="*/ 14 w 23"/>
                  <a:gd name="T23" fmla="*/ 15 h 16"/>
                  <a:gd name="T24" fmla="*/ 8 w 23"/>
                  <a:gd name="T25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6">
                    <a:moveTo>
                      <a:pt x="8" y="15"/>
                    </a:moveTo>
                    <a:cubicBezTo>
                      <a:pt x="7" y="14"/>
                      <a:pt x="7" y="12"/>
                      <a:pt x="5" y="12"/>
                    </a:cubicBezTo>
                    <a:cubicBezTo>
                      <a:pt x="4" y="11"/>
                      <a:pt x="2" y="12"/>
                      <a:pt x="1" y="11"/>
                    </a:cubicBezTo>
                    <a:cubicBezTo>
                      <a:pt x="0" y="9"/>
                      <a:pt x="1" y="8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3" y="0"/>
                      <a:pt x="7" y="1"/>
                      <a:pt x="8" y="1"/>
                    </a:cubicBezTo>
                    <a:cubicBezTo>
                      <a:pt x="11" y="2"/>
                      <a:pt x="11" y="3"/>
                      <a:pt x="12" y="5"/>
                    </a:cubicBezTo>
                    <a:cubicBezTo>
                      <a:pt x="13" y="7"/>
                      <a:pt x="14" y="6"/>
                      <a:pt x="16" y="6"/>
                    </a:cubicBezTo>
                    <a:cubicBezTo>
                      <a:pt x="18" y="5"/>
                      <a:pt x="21" y="6"/>
                      <a:pt x="22" y="9"/>
                    </a:cubicBezTo>
                    <a:cubicBezTo>
                      <a:pt x="23" y="11"/>
                      <a:pt x="22" y="15"/>
                      <a:pt x="20" y="16"/>
                    </a:cubicBezTo>
                    <a:cubicBezTo>
                      <a:pt x="18" y="16"/>
                      <a:pt x="16" y="15"/>
                      <a:pt x="14" y="15"/>
                    </a:cubicBezTo>
                    <a:cubicBezTo>
                      <a:pt x="12" y="15"/>
                      <a:pt x="10" y="16"/>
                      <a:pt x="8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5" name="Freeform 2267">
                <a:extLst>
                  <a:ext uri="{FF2B5EF4-FFF2-40B4-BE49-F238E27FC236}">
                    <a16:creationId xmlns:a16="http://schemas.microsoft.com/office/drawing/2014/main" id="{6534B554-C111-4C12-B69F-CA18AE817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707"/>
                <a:ext cx="16" cy="14"/>
              </a:xfrm>
              <a:custGeom>
                <a:avLst/>
                <a:gdLst>
                  <a:gd name="T0" fmla="*/ 5 w 39"/>
                  <a:gd name="T1" fmla="*/ 12 h 34"/>
                  <a:gd name="T2" fmla="*/ 2 w 39"/>
                  <a:gd name="T3" fmla="*/ 8 h 34"/>
                  <a:gd name="T4" fmla="*/ 5 w 39"/>
                  <a:gd name="T5" fmla="*/ 1 h 34"/>
                  <a:gd name="T6" fmla="*/ 16 w 39"/>
                  <a:gd name="T7" fmla="*/ 3 h 34"/>
                  <a:gd name="T8" fmla="*/ 21 w 39"/>
                  <a:gd name="T9" fmla="*/ 5 h 34"/>
                  <a:gd name="T10" fmla="*/ 25 w 39"/>
                  <a:gd name="T11" fmla="*/ 6 h 34"/>
                  <a:gd name="T12" fmla="*/ 25 w 39"/>
                  <a:gd name="T13" fmla="*/ 10 h 34"/>
                  <a:gd name="T14" fmla="*/ 29 w 39"/>
                  <a:gd name="T15" fmla="*/ 12 h 34"/>
                  <a:gd name="T16" fmla="*/ 38 w 39"/>
                  <a:gd name="T17" fmla="*/ 20 h 34"/>
                  <a:gd name="T18" fmla="*/ 36 w 39"/>
                  <a:gd name="T19" fmla="*/ 28 h 34"/>
                  <a:gd name="T20" fmla="*/ 32 w 39"/>
                  <a:gd name="T21" fmla="*/ 33 h 34"/>
                  <a:gd name="T22" fmla="*/ 22 w 39"/>
                  <a:gd name="T23" fmla="*/ 29 h 34"/>
                  <a:gd name="T24" fmla="*/ 10 w 39"/>
                  <a:gd name="T25" fmla="*/ 28 h 34"/>
                  <a:gd name="T26" fmla="*/ 7 w 39"/>
                  <a:gd name="T27" fmla="*/ 23 h 34"/>
                  <a:gd name="T28" fmla="*/ 9 w 39"/>
                  <a:gd name="T29" fmla="*/ 18 h 34"/>
                  <a:gd name="T30" fmla="*/ 6 w 39"/>
                  <a:gd name="T31" fmla="*/ 13 h 34"/>
                  <a:gd name="T32" fmla="*/ 5 w 39"/>
                  <a:gd name="T33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34">
                    <a:moveTo>
                      <a:pt x="5" y="12"/>
                    </a:moveTo>
                    <a:cubicBezTo>
                      <a:pt x="3" y="11"/>
                      <a:pt x="2" y="10"/>
                      <a:pt x="2" y="8"/>
                    </a:cubicBezTo>
                    <a:cubicBezTo>
                      <a:pt x="0" y="4"/>
                      <a:pt x="1" y="2"/>
                      <a:pt x="5" y="1"/>
                    </a:cubicBezTo>
                    <a:cubicBezTo>
                      <a:pt x="9" y="0"/>
                      <a:pt x="13" y="0"/>
                      <a:pt x="16" y="3"/>
                    </a:cubicBezTo>
                    <a:cubicBezTo>
                      <a:pt x="18" y="4"/>
                      <a:pt x="19" y="5"/>
                      <a:pt x="21" y="5"/>
                    </a:cubicBezTo>
                    <a:cubicBezTo>
                      <a:pt x="22" y="5"/>
                      <a:pt x="25" y="5"/>
                      <a:pt x="25" y="6"/>
                    </a:cubicBezTo>
                    <a:cubicBezTo>
                      <a:pt x="26" y="7"/>
                      <a:pt x="25" y="9"/>
                      <a:pt x="25" y="10"/>
                    </a:cubicBezTo>
                    <a:cubicBezTo>
                      <a:pt x="25" y="12"/>
                      <a:pt x="28" y="12"/>
                      <a:pt x="29" y="12"/>
                    </a:cubicBezTo>
                    <a:cubicBezTo>
                      <a:pt x="33" y="14"/>
                      <a:pt x="38" y="16"/>
                      <a:pt x="38" y="20"/>
                    </a:cubicBezTo>
                    <a:cubicBezTo>
                      <a:pt x="39" y="23"/>
                      <a:pt x="37" y="26"/>
                      <a:pt x="36" y="28"/>
                    </a:cubicBezTo>
                    <a:cubicBezTo>
                      <a:pt x="35" y="30"/>
                      <a:pt x="34" y="32"/>
                      <a:pt x="32" y="33"/>
                    </a:cubicBezTo>
                    <a:cubicBezTo>
                      <a:pt x="29" y="34"/>
                      <a:pt x="24" y="30"/>
                      <a:pt x="22" y="29"/>
                    </a:cubicBezTo>
                    <a:cubicBezTo>
                      <a:pt x="18" y="27"/>
                      <a:pt x="13" y="31"/>
                      <a:pt x="10" y="28"/>
                    </a:cubicBezTo>
                    <a:cubicBezTo>
                      <a:pt x="8" y="27"/>
                      <a:pt x="7" y="25"/>
                      <a:pt x="7" y="23"/>
                    </a:cubicBezTo>
                    <a:cubicBezTo>
                      <a:pt x="7" y="21"/>
                      <a:pt x="8" y="19"/>
                      <a:pt x="9" y="18"/>
                    </a:cubicBezTo>
                    <a:cubicBezTo>
                      <a:pt x="9" y="15"/>
                      <a:pt x="8" y="13"/>
                      <a:pt x="6" y="13"/>
                    </a:cubicBezTo>
                    <a:cubicBezTo>
                      <a:pt x="6" y="12"/>
                      <a:pt x="5" y="12"/>
                      <a:pt x="5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6" name="Freeform 2268">
                <a:extLst>
                  <a:ext uri="{FF2B5EF4-FFF2-40B4-BE49-F238E27FC236}">
                    <a16:creationId xmlns:a16="http://schemas.microsoft.com/office/drawing/2014/main" id="{C271E969-B65B-40D3-A3DB-B84141382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754"/>
                <a:ext cx="3" cy="4"/>
              </a:xfrm>
              <a:custGeom>
                <a:avLst/>
                <a:gdLst>
                  <a:gd name="T0" fmla="*/ 7 w 8"/>
                  <a:gd name="T1" fmla="*/ 0 h 9"/>
                  <a:gd name="T2" fmla="*/ 8 w 8"/>
                  <a:gd name="T3" fmla="*/ 4 h 9"/>
                  <a:gd name="T4" fmla="*/ 7 w 8"/>
                  <a:gd name="T5" fmla="*/ 6 h 9"/>
                  <a:gd name="T6" fmla="*/ 4 w 8"/>
                  <a:gd name="T7" fmla="*/ 9 h 9"/>
                  <a:gd name="T8" fmla="*/ 1 w 8"/>
                  <a:gd name="T9" fmla="*/ 6 h 9"/>
                  <a:gd name="T10" fmla="*/ 3 w 8"/>
                  <a:gd name="T11" fmla="*/ 3 h 9"/>
                  <a:gd name="T12" fmla="*/ 5 w 8"/>
                  <a:gd name="T13" fmla="*/ 2 h 9"/>
                  <a:gd name="T14" fmla="*/ 6 w 8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7" y="0"/>
                    </a:moveTo>
                    <a:cubicBezTo>
                      <a:pt x="7" y="2"/>
                      <a:pt x="8" y="3"/>
                      <a:pt x="8" y="4"/>
                    </a:cubicBezTo>
                    <a:cubicBezTo>
                      <a:pt x="8" y="5"/>
                      <a:pt x="8" y="5"/>
                      <a:pt x="7" y="6"/>
                    </a:cubicBezTo>
                    <a:cubicBezTo>
                      <a:pt x="7" y="7"/>
                      <a:pt x="6" y="9"/>
                      <a:pt x="4" y="9"/>
                    </a:cubicBezTo>
                    <a:cubicBezTo>
                      <a:pt x="2" y="9"/>
                      <a:pt x="2" y="8"/>
                      <a:pt x="1" y="6"/>
                    </a:cubicBezTo>
                    <a:cubicBezTo>
                      <a:pt x="0" y="4"/>
                      <a:pt x="1" y="4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0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7" name="Freeform 2269">
                <a:extLst>
                  <a:ext uri="{FF2B5EF4-FFF2-40B4-BE49-F238E27FC236}">
                    <a16:creationId xmlns:a16="http://schemas.microsoft.com/office/drawing/2014/main" id="{A2D2765F-A858-41F7-A238-403AE3519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748"/>
                <a:ext cx="5" cy="6"/>
              </a:xfrm>
              <a:custGeom>
                <a:avLst/>
                <a:gdLst>
                  <a:gd name="T0" fmla="*/ 2 w 14"/>
                  <a:gd name="T1" fmla="*/ 16 h 16"/>
                  <a:gd name="T2" fmla="*/ 1 w 14"/>
                  <a:gd name="T3" fmla="*/ 14 h 16"/>
                  <a:gd name="T4" fmla="*/ 8 w 14"/>
                  <a:gd name="T5" fmla="*/ 7 h 16"/>
                  <a:gd name="T6" fmla="*/ 10 w 14"/>
                  <a:gd name="T7" fmla="*/ 1 h 16"/>
                  <a:gd name="T8" fmla="*/ 12 w 14"/>
                  <a:gd name="T9" fmla="*/ 1 h 16"/>
                  <a:gd name="T10" fmla="*/ 14 w 14"/>
                  <a:gd name="T11" fmla="*/ 4 h 16"/>
                  <a:gd name="T12" fmla="*/ 9 w 14"/>
                  <a:gd name="T13" fmla="*/ 10 h 16"/>
                  <a:gd name="T14" fmla="*/ 3 w 14"/>
                  <a:gd name="T15" fmla="*/ 16 h 16"/>
                  <a:gd name="T16" fmla="*/ 4 w 14"/>
                  <a:gd name="T17" fmla="*/ 16 h 16"/>
                  <a:gd name="T18" fmla="*/ 2 w 14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6">
                    <a:moveTo>
                      <a:pt x="2" y="16"/>
                    </a:moveTo>
                    <a:cubicBezTo>
                      <a:pt x="1" y="16"/>
                      <a:pt x="0" y="16"/>
                      <a:pt x="1" y="14"/>
                    </a:cubicBezTo>
                    <a:cubicBezTo>
                      <a:pt x="2" y="11"/>
                      <a:pt x="6" y="10"/>
                      <a:pt x="8" y="7"/>
                    </a:cubicBezTo>
                    <a:cubicBezTo>
                      <a:pt x="8" y="5"/>
                      <a:pt x="8" y="3"/>
                      <a:pt x="10" y="1"/>
                    </a:cubicBezTo>
                    <a:cubicBezTo>
                      <a:pt x="10" y="1"/>
                      <a:pt x="11" y="0"/>
                      <a:pt x="12" y="1"/>
                    </a:cubicBezTo>
                    <a:cubicBezTo>
                      <a:pt x="14" y="1"/>
                      <a:pt x="14" y="2"/>
                      <a:pt x="14" y="4"/>
                    </a:cubicBezTo>
                    <a:cubicBezTo>
                      <a:pt x="14" y="6"/>
                      <a:pt x="11" y="9"/>
                      <a:pt x="9" y="10"/>
                    </a:cubicBezTo>
                    <a:cubicBezTo>
                      <a:pt x="7" y="12"/>
                      <a:pt x="5" y="14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3" y="16"/>
                      <a:pt x="3" y="16"/>
                      <a:pt x="2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8" name="Freeform 2270">
                <a:extLst>
                  <a:ext uri="{FF2B5EF4-FFF2-40B4-BE49-F238E27FC236}">
                    <a16:creationId xmlns:a16="http://schemas.microsoft.com/office/drawing/2014/main" id="{9D316FB0-E778-4701-BF8E-C1A64E4C3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748"/>
                <a:ext cx="10" cy="7"/>
              </a:xfrm>
              <a:custGeom>
                <a:avLst/>
                <a:gdLst>
                  <a:gd name="T0" fmla="*/ 3 w 24"/>
                  <a:gd name="T1" fmla="*/ 18 h 18"/>
                  <a:gd name="T2" fmla="*/ 3 w 24"/>
                  <a:gd name="T3" fmla="*/ 18 h 18"/>
                  <a:gd name="T4" fmla="*/ 1 w 24"/>
                  <a:gd name="T5" fmla="*/ 17 h 18"/>
                  <a:gd name="T6" fmla="*/ 1 w 24"/>
                  <a:gd name="T7" fmla="*/ 13 h 18"/>
                  <a:gd name="T8" fmla="*/ 4 w 24"/>
                  <a:gd name="T9" fmla="*/ 10 h 18"/>
                  <a:gd name="T10" fmla="*/ 4 w 24"/>
                  <a:gd name="T11" fmla="*/ 6 h 18"/>
                  <a:gd name="T12" fmla="*/ 10 w 24"/>
                  <a:gd name="T13" fmla="*/ 1 h 18"/>
                  <a:gd name="T14" fmla="*/ 13 w 24"/>
                  <a:gd name="T15" fmla="*/ 2 h 18"/>
                  <a:gd name="T16" fmla="*/ 16 w 24"/>
                  <a:gd name="T17" fmla="*/ 1 h 18"/>
                  <a:gd name="T18" fmla="*/ 20 w 24"/>
                  <a:gd name="T19" fmla="*/ 0 h 18"/>
                  <a:gd name="T20" fmla="*/ 23 w 24"/>
                  <a:gd name="T21" fmla="*/ 0 h 18"/>
                  <a:gd name="T22" fmla="*/ 18 w 24"/>
                  <a:gd name="T23" fmla="*/ 6 h 18"/>
                  <a:gd name="T24" fmla="*/ 14 w 24"/>
                  <a:gd name="T25" fmla="*/ 12 h 18"/>
                  <a:gd name="T26" fmla="*/ 13 w 24"/>
                  <a:gd name="T27" fmla="*/ 16 h 18"/>
                  <a:gd name="T28" fmla="*/ 8 w 24"/>
                  <a:gd name="T29" fmla="*/ 17 h 18"/>
                  <a:gd name="T30" fmla="*/ 3 w 24"/>
                  <a:gd name="T3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18">
                    <a:moveTo>
                      <a:pt x="3" y="18"/>
                    </a:moveTo>
                    <a:cubicBezTo>
                      <a:pt x="3" y="18"/>
                      <a:pt x="3" y="18"/>
                      <a:pt x="3" y="18"/>
                    </a:cubicBezTo>
                    <a:cubicBezTo>
                      <a:pt x="2" y="17"/>
                      <a:pt x="1" y="18"/>
                      <a:pt x="1" y="17"/>
                    </a:cubicBezTo>
                    <a:cubicBezTo>
                      <a:pt x="0" y="16"/>
                      <a:pt x="1" y="14"/>
                      <a:pt x="1" y="13"/>
                    </a:cubicBezTo>
                    <a:cubicBezTo>
                      <a:pt x="2" y="12"/>
                      <a:pt x="3" y="11"/>
                      <a:pt x="4" y="10"/>
                    </a:cubicBezTo>
                    <a:cubicBezTo>
                      <a:pt x="4" y="9"/>
                      <a:pt x="4" y="7"/>
                      <a:pt x="4" y="6"/>
                    </a:cubicBezTo>
                    <a:cubicBezTo>
                      <a:pt x="5" y="3"/>
                      <a:pt x="8" y="2"/>
                      <a:pt x="10" y="1"/>
                    </a:cubicBezTo>
                    <a:cubicBezTo>
                      <a:pt x="11" y="1"/>
                      <a:pt x="12" y="1"/>
                      <a:pt x="13" y="2"/>
                    </a:cubicBezTo>
                    <a:cubicBezTo>
                      <a:pt x="14" y="2"/>
                      <a:pt x="15" y="1"/>
                      <a:pt x="16" y="1"/>
                    </a:cubicBezTo>
                    <a:cubicBezTo>
                      <a:pt x="18" y="1"/>
                      <a:pt x="19" y="1"/>
                      <a:pt x="20" y="0"/>
                    </a:cubicBezTo>
                    <a:cubicBezTo>
                      <a:pt x="21" y="0"/>
                      <a:pt x="22" y="0"/>
                      <a:pt x="23" y="0"/>
                    </a:cubicBezTo>
                    <a:cubicBezTo>
                      <a:pt x="24" y="4"/>
                      <a:pt x="21" y="5"/>
                      <a:pt x="18" y="6"/>
                    </a:cubicBezTo>
                    <a:cubicBezTo>
                      <a:pt x="15" y="7"/>
                      <a:pt x="16" y="10"/>
                      <a:pt x="14" y="12"/>
                    </a:cubicBezTo>
                    <a:cubicBezTo>
                      <a:pt x="13" y="13"/>
                      <a:pt x="13" y="14"/>
                      <a:pt x="13" y="16"/>
                    </a:cubicBezTo>
                    <a:cubicBezTo>
                      <a:pt x="12" y="17"/>
                      <a:pt x="10" y="17"/>
                      <a:pt x="8" y="17"/>
                    </a:cubicBezTo>
                    <a:cubicBezTo>
                      <a:pt x="6" y="17"/>
                      <a:pt x="5" y="18"/>
                      <a:pt x="3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9" name="Freeform 2271">
                <a:extLst>
                  <a:ext uri="{FF2B5EF4-FFF2-40B4-BE49-F238E27FC236}">
                    <a16:creationId xmlns:a16="http://schemas.microsoft.com/office/drawing/2014/main" id="{8EA62EA6-CAC2-46F5-91CD-355536898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758"/>
                <a:ext cx="3" cy="5"/>
              </a:xfrm>
              <a:custGeom>
                <a:avLst/>
                <a:gdLst>
                  <a:gd name="T0" fmla="*/ 6 w 7"/>
                  <a:gd name="T1" fmla="*/ 3 h 12"/>
                  <a:gd name="T2" fmla="*/ 6 w 7"/>
                  <a:gd name="T3" fmla="*/ 2 h 12"/>
                  <a:gd name="T4" fmla="*/ 6 w 7"/>
                  <a:gd name="T5" fmla="*/ 0 h 12"/>
                  <a:gd name="T6" fmla="*/ 2 w 7"/>
                  <a:gd name="T7" fmla="*/ 4 h 12"/>
                  <a:gd name="T8" fmla="*/ 2 w 7"/>
                  <a:gd name="T9" fmla="*/ 7 h 12"/>
                  <a:gd name="T10" fmla="*/ 0 w 7"/>
                  <a:gd name="T11" fmla="*/ 10 h 12"/>
                  <a:gd name="T12" fmla="*/ 2 w 7"/>
                  <a:gd name="T13" fmla="*/ 11 h 12"/>
                  <a:gd name="T14" fmla="*/ 6 w 7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2">
                    <a:moveTo>
                      <a:pt x="6" y="3"/>
                    </a:moveTo>
                    <a:cubicBezTo>
                      <a:pt x="6" y="3"/>
                      <a:pt x="6" y="2"/>
                      <a:pt x="6" y="2"/>
                    </a:cubicBezTo>
                    <a:cubicBezTo>
                      <a:pt x="6" y="1"/>
                      <a:pt x="7" y="0"/>
                      <a:pt x="6" y="0"/>
                    </a:cubicBezTo>
                    <a:cubicBezTo>
                      <a:pt x="4" y="0"/>
                      <a:pt x="2" y="2"/>
                      <a:pt x="2" y="4"/>
                    </a:cubicBezTo>
                    <a:cubicBezTo>
                      <a:pt x="1" y="5"/>
                      <a:pt x="2" y="6"/>
                      <a:pt x="2" y="7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0" y="11"/>
                      <a:pt x="1" y="12"/>
                      <a:pt x="2" y="11"/>
                    </a:cubicBezTo>
                    <a:cubicBezTo>
                      <a:pt x="4" y="10"/>
                      <a:pt x="5" y="5"/>
                      <a:pt x="6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0" name="Freeform 2272">
                <a:extLst>
                  <a:ext uri="{FF2B5EF4-FFF2-40B4-BE49-F238E27FC236}">
                    <a16:creationId xmlns:a16="http://schemas.microsoft.com/office/drawing/2014/main" id="{92DD2523-CEE6-4900-9675-C6AE74B4B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753"/>
                <a:ext cx="8" cy="9"/>
              </a:xfrm>
              <a:custGeom>
                <a:avLst/>
                <a:gdLst>
                  <a:gd name="T0" fmla="*/ 0 w 18"/>
                  <a:gd name="T1" fmla="*/ 12 h 21"/>
                  <a:gd name="T2" fmla="*/ 0 w 18"/>
                  <a:gd name="T3" fmla="*/ 11 h 21"/>
                  <a:gd name="T4" fmla="*/ 0 w 18"/>
                  <a:gd name="T5" fmla="*/ 8 h 21"/>
                  <a:gd name="T6" fmla="*/ 2 w 18"/>
                  <a:gd name="T7" fmla="*/ 5 h 21"/>
                  <a:gd name="T8" fmla="*/ 6 w 18"/>
                  <a:gd name="T9" fmla="*/ 3 h 21"/>
                  <a:gd name="T10" fmla="*/ 10 w 18"/>
                  <a:gd name="T11" fmla="*/ 3 h 21"/>
                  <a:gd name="T12" fmla="*/ 17 w 18"/>
                  <a:gd name="T13" fmla="*/ 4 h 21"/>
                  <a:gd name="T14" fmla="*/ 13 w 18"/>
                  <a:gd name="T15" fmla="*/ 8 h 21"/>
                  <a:gd name="T16" fmla="*/ 12 w 18"/>
                  <a:gd name="T17" fmla="*/ 12 h 21"/>
                  <a:gd name="T18" fmla="*/ 14 w 18"/>
                  <a:gd name="T19" fmla="*/ 16 h 21"/>
                  <a:gd name="T20" fmla="*/ 9 w 18"/>
                  <a:gd name="T21" fmla="*/ 19 h 21"/>
                  <a:gd name="T22" fmla="*/ 1 w 18"/>
                  <a:gd name="T23" fmla="*/ 19 h 21"/>
                  <a:gd name="T24" fmla="*/ 0 w 18"/>
                  <a:gd name="T25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21">
                    <a:moveTo>
                      <a:pt x="0" y="12"/>
                    </a:moveTo>
                    <a:cubicBezTo>
                      <a:pt x="0" y="13"/>
                      <a:pt x="0" y="11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1" y="7"/>
                      <a:pt x="1" y="6"/>
                      <a:pt x="2" y="5"/>
                    </a:cubicBezTo>
                    <a:cubicBezTo>
                      <a:pt x="3" y="4"/>
                      <a:pt x="5" y="3"/>
                      <a:pt x="6" y="3"/>
                    </a:cubicBezTo>
                    <a:cubicBezTo>
                      <a:pt x="7" y="2"/>
                      <a:pt x="9" y="3"/>
                      <a:pt x="10" y="3"/>
                    </a:cubicBezTo>
                    <a:cubicBezTo>
                      <a:pt x="12" y="3"/>
                      <a:pt x="18" y="0"/>
                      <a:pt x="17" y="4"/>
                    </a:cubicBezTo>
                    <a:cubicBezTo>
                      <a:pt x="17" y="5"/>
                      <a:pt x="14" y="7"/>
                      <a:pt x="13" y="8"/>
                    </a:cubicBezTo>
                    <a:cubicBezTo>
                      <a:pt x="12" y="9"/>
                      <a:pt x="12" y="10"/>
                      <a:pt x="12" y="12"/>
                    </a:cubicBezTo>
                    <a:cubicBezTo>
                      <a:pt x="13" y="13"/>
                      <a:pt x="14" y="14"/>
                      <a:pt x="14" y="16"/>
                    </a:cubicBezTo>
                    <a:cubicBezTo>
                      <a:pt x="14" y="17"/>
                      <a:pt x="11" y="19"/>
                      <a:pt x="9" y="19"/>
                    </a:cubicBezTo>
                    <a:cubicBezTo>
                      <a:pt x="7" y="20"/>
                      <a:pt x="2" y="21"/>
                      <a:pt x="1" y="19"/>
                    </a:cubicBezTo>
                    <a:cubicBezTo>
                      <a:pt x="0" y="17"/>
                      <a:pt x="0" y="14"/>
                      <a:pt x="0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1" name="Freeform 2273">
                <a:extLst>
                  <a:ext uri="{FF2B5EF4-FFF2-40B4-BE49-F238E27FC236}">
                    <a16:creationId xmlns:a16="http://schemas.microsoft.com/office/drawing/2014/main" id="{E5663AE6-81DB-4B48-BF3D-2B43E4E99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737"/>
                <a:ext cx="7" cy="12"/>
              </a:xfrm>
              <a:custGeom>
                <a:avLst/>
                <a:gdLst>
                  <a:gd name="T0" fmla="*/ 5 w 18"/>
                  <a:gd name="T1" fmla="*/ 27 h 29"/>
                  <a:gd name="T2" fmla="*/ 1 w 18"/>
                  <a:gd name="T3" fmla="*/ 23 h 29"/>
                  <a:gd name="T4" fmla="*/ 0 w 18"/>
                  <a:gd name="T5" fmla="*/ 17 h 29"/>
                  <a:gd name="T6" fmla="*/ 1 w 18"/>
                  <a:gd name="T7" fmla="*/ 12 h 29"/>
                  <a:gd name="T8" fmla="*/ 6 w 18"/>
                  <a:gd name="T9" fmla="*/ 8 h 29"/>
                  <a:gd name="T10" fmla="*/ 9 w 18"/>
                  <a:gd name="T11" fmla="*/ 6 h 29"/>
                  <a:gd name="T12" fmla="*/ 10 w 18"/>
                  <a:gd name="T13" fmla="*/ 4 h 29"/>
                  <a:gd name="T14" fmla="*/ 14 w 18"/>
                  <a:gd name="T15" fmla="*/ 1 h 29"/>
                  <a:gd name="T16" fmla="*/ 17 w 18"/>
                  <a:gd name="T17" fmla="*/ 7 h 29"/>
                  <a:gd name="T18" fmla="*/ 17 w 18"/>
                  <a:gd name="T19" fmla="*/ 14 h 29"/>
                  <a:gd name="T20" fmla="*/ 13 w 18"/>
                  <a:gd name="T21" fmla="*/ 20 h 29"/>
                  <a:gd name="T22" fmla="*/ 12 w 18"/>
                  <a:gd name="T23" fmla="*/ 24 h 29"/>
                  <a:gd name="T24" fmla="*/ 9 w 18"/>
                  <a:gd name="T25" fmla="*/ 28 h 29"/>
                  <a:gd name="T26" fmla="*/ 5 w 18"/>
                  <a:gd name="T27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29">
                    <a:moveTo>
                      <a:pt x="5" y="27"/>
                    </a:moveTo>
                    <a:cubicBezTo>
                      <a:pt x="3" y="26"/>
                      <a:pt x="2" y="25"/>
                      <a:pt x="1" y="23"/>
                    </a:cubicBezTo>
                    <a:cubicBezTo>
                      <a:pt x="0" y="22"/>
                      <a:pt x="0" y="19"/>
                      <a:pt x="0" y="17"/>
                    </a:cubicBezTo>
                    <a:cubicBezTo>
                      <a:pt x="0" y="16"/>
                      <a:pt x="0" y="13"/>
                      <a:pt x="1" y="12"/>
                    </a:cubicBezTo>
                    <a:cubicBezTo>
                      <a:pt x="2" y="11"/>
                      <a:pt x="5" y="9"/>
                      <a:pt x="6" y="8"/>
                    </a:cubicBezTo>
                    <a:cubicBezTo>
                      <a:pt x="7" y="8"/>
                      <a:pt x="8" y="7"/>
                      <a:pt x="9" y="6"/>
                    </a:cubicBezTo>
                    <a:cubicBezTo>
                      <a:pt x="9" y="6"/>
                      <a:pt x="10" y="5"/>
                      <a:pt x="10" y="4"/>
                    </a:cubicBezTo>
                    <a:cubicBezTo>
                      <a:pt x="11" y="2"/>
                      <a:pt x="12" y="1"/>
                      <a:pt x="14" y="1"/>
                    </a:cubicBezTo>
                    <a:cubicBezTo>
                      <a:pt x="17" y="0"/>
                      <a:pt x="17" y="5"/>
                      <a:pt x="17" y="7"/>
                    </a:cubicBezTo>
                    <a:cubicBezTo>
                      <a:pt x="17" y="9"/>
                      <a:pt x="18" y="12"/>
                      <a:pt x="17" y="14"/>
                    </a:cubicBezTo>
                    <a:cubicBezTo>
                      <a:pt x="16" y="16"/>
                      <a:pt x="14" y="18"/>
                      <a:pt x="13" y="20"/>
                    </a:cubicBezTo>
                    <a:cubicBezTo>
                      <a:pt x="12" y="21"/>
                      <a:pt x="12" y="22"/>
                      <a:pt x="12" y="24"/>
                    </a:cubicBezTo>
                    <a:cubicBezTo>
                      <a:pt x="11" y="25"/>
                      <a:pt x="11" y="28"/>
                      <a:pt x="9" y="28"/>
                    </a:cubicBezTo>
                    <a:cubicBezTo>
                      <a:pt x="8" y="29"/>
                      <a:pt x="6" y="28"/>
                      <a:pt x="5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2" name="Freeform 2274">
                <a:extLst>
                  <a:ext uri="{FF2B5EF4-FFF2-40B4-BE49-F238E27FC236}">
                    <a16:creationId xmlns:a16="http://schemas.microsoft.com/office/drawing/2014/main" id="{60DE8D02-6034-4DF0-8B1A-35D7563C7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715"/>
                <a:ext cx="4" cy="5"/>
              </a:xfrm>
              <a:custGeom>
                <a:avLst/>
                <a:gdLst>
                  <a:gd name="T0" fmla="*/ 1 w 10"/>
                  <a:gd name="T1" fmla="*/ 8 h 13"/>
                  <a:gd name="T2" fmla="*/ 0 w 10"/>
                  <a:gd name="T3" fmla="*/ 2 h 13"/>
                  <a:gd name="T4" fmla="*/ 2 w 10"/>
                  <a:gd name="T5" fmla="*/ 0 h 13"/>
                  <a:gd name="T6" fmla="*/ 5 w 10"/>
                  <a:gd name="T7" fmla="*/ 1 h 13"/>
                  <a:gd name="T8" fmla="*/ 9 w 10"/>
                  <a:gd name="T9" fmla="*/ 5 h 13"/>
                  <a:gd name="T10" fmla="*/ 8 w 10"/>
                  <a:gd name="T11" fmla="*/ 9 h 13"/>
                  <a:gd name="T12" fmla="*/ 7 w 10"/>
                  <a:gd name="T13" fmla="*/ 12 h 13"/>
                  <a:gd name="T14" fmla="*/ 2 w 10"/>
                  <a:gd name="T15" fmla="*/ 12 h 13"/>
                  <a:gd name="T16" fmla="*/ 1 w 10"/>
                  <a:gd name="T1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3">
                    <a:moveTo>
                      <a:pt x="1" y="8"/>
                    </a:moveTo>
                    <a:cubicBezTo>
                      <a:pt x="0" y="6"/>
                      <a:pt x="0" y="4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2"/>
                      <a:pt x="8" y="4"/>
                      <a:pt x="9" y="5"/>
                    </a:cubicBezTo>
                    <a:cubicBezTo>
                      <a:pt x="10" y="7"/>
                      <a:pt x="9" y="8"/>
                      <a:pt x="8" y="9"/>
                    </a:cubicBezTo>
                    <a:cubicBezTo>
                      <a:pt x="8" y="10"/>
                      <a:pt x="8" y="11"/>
                      <a:pt x="7" y="12"/>
                    </a:cubicBezTo>
                    <a:cubicBezTo>
                      <a:pt x="6" y="13"/>
                      <a:pt x="4" y="13"/>
                      <a:pt x="2" y="12"/>
                    </a:cubicBezTo>
                    <a:cubicBezTo>
                      <a:pt x="1" y="11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3" name="Freeform 2275">
                <a:extLst>
                  <a:ext uri="{FF2B5EF4-FFF2-40B4-BE49-F238E27FC236}">
                    <a16:creationId xmlns:a16="http://schemas.microsoft.com/office/drawing/2014/main" id="{448CB9EF-6F9C-419D-BE55-6D14F985F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709"/>
                <a:ext cx="18" cy="15"/>
              </a:xfrm>
              <a:custGeom>
                <a:avLst/>
                <a:gdLst>
                  <a:gd name="T0" fmla="*/ 25 w 44"/>
                  <a:gd name="T1" fmla="*/ 30 h 36"/>
                  <a:gd name="T2" fmla="*/ 20 w 44"/>
                  <a:gd name="T3" fmla="*/ 28 h 36"/>
                  <a:gd name="T4" fmla="*/ 16 w 44"/>
                  <a:gd name="T5" fmla="*/ 25 h 36"/>
                  <a:gd name="T6" fmla="*/ 12 w 44"/>
                  <a:gd name="T7" fmla="*/ 20 h 36"/>
                  <a:gd name="T8" fmla="*/ 9 w 44"/>
                  <a:gd name="T9" fmla="*/ 14 h 36"/>
                  <a:gd name="T10" fmla="*/ 1 w 44"/>
                  <a:gd name="T11" fmla="*/ 6 h 36"/>
                  <a:gd name="T12" fmla="*/ 1 w 44"/>
                  <a:gd name="T13" fmla="*/ 2 h 36"/>
                  <a:gd name="T14" fmla="*/ 6 w 44"/>
                  <a:gd name="T15" fmla="*/ 2 h 36"/>
                  <a:gd name="T16" fmla="*/ 11 w 44"/>
                  <a:gd name="T17" fmla="*/ 8 h 36"/>
                  <a:gd name="T18" fmla="*/ 14 w 44"/>
                  <a:gd name="T19" fmla="*/ 14 h 36"/>
                  <a:gd name="T20" fmla="*/ 21 w 44"/>
                  <a:gd name="T21" fmla="*/ 23 h 36"/>
                  <a:gd name="T22" fmla="*/ 26 w 44"/>
                  <a:gd name="T23" fmla="*/ 25 h 36"/>
                  <a:gd name="T24" fmla="*/ 31 w 44"/>
                  <a:gd name="T25" fmla="*/ 28 h 36"/>
                  <a:gd name="T26" fmla="*/ 37 w 44"/>
                  <a:gd name="T27" fmla="*/ 30 h 36"/>
                  <a:gd name="T28" fmla="*/ 42 w 44"/>
                  <a:gd name="T29" fmla="*/ 30 h 36"/>
                  <a:gd name="T30" fmla="*/ 43 w 44"/>
                  <a:gd name="T31" fmla="*/ 33 h 36"/>
                  <a:gd name="T32" fmla="*/ 33 w 44"/>
                  <a:gd name="T33" fmla="*/ 34 h 36"/>
                  <a:gd name="T34" fmla="*/ 29 w 44"/>
                  <a:gd name="T35" fmla="*/ 33 h 36"/>
                  <a:gd name="T36" fmla="*/ 27 w 44"/>
                  <a:gd name="T37" fmla="*/ 32 h 36"/>
                  <a:gd name="T38" fmla="*/ 25 w 44"/>
                  <a:gd name="T39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36">
                    <a:moveTo>
                      <a:pt x="25" y="30"/>
                    </a:moveTo>
                    <a:cubicBezTo>
                      <a:pt x="23" y="30"/>
                      <a:pt x="22" y="29"/>
                      <a:pt x="20" y="28"/>
                    </a:cubicBezTo>
                    <a:cubicBezTo>
                      <a:pt x="19" y="27"/>
                      <a:pt x="18" y="26"/>
                      <a:pt x="16" y="25"/>
                    </a:cubicBezTo>
                    <a:cubicBezTo>
                      <a:pt x="15" y="23"/>
                      <a:pt x="13" y="22"/>
                      <a:pt x="12" y="20"/>
                    </a:cubicBezTo>
                    <a:cubicBezTo>
                      <a:pt x="11" y="18"/>
                      <a:pt x="10" y="16"/>
                      <a:pt x="9" y="14"/>
                    </a:cubicBezTo>
                    <a:cubicBezTo>
                      <a:pt x="7" y="11"/>
                      <a:pt x="3" y="9"/>
                      <a:pt x="1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5" y="1"/>
                      <a:pt x="6" y="2"/>
                    </a:cubicBezTo>
                    <a:cubicBezTo>
                      <a:pt x="9" y="3"/>
                      <a:pt x="10" y="6"/>
                      <a:pt x="11" y="8"/>
                    </a:cubicBezTo>
                    <a:cubicBezTo>
                      <a:pt x="12" y="10"/>
                      <a:pt x="13" y="12"/>
                      <a:pt x="14" y="14"/>
                    </a:cubicBezTo>
                    <a:cubicBezTo>
                      <a:pt x="16" y="18"/>
                      <a:pt x="17" y="21"/>
                      <a:pt x="21" y="23"/>
                    </a:cubicBezTo>
                    <a:cubicBezTo>
                      <a:pt x="23" y="24"/>
                      <a:pt x="25" y="24"/>
                      <a:pt x="26" y="25"/>
                    </a:cubicBezTo>
                    <a:cubicBezTo>
                      <a:pt x="28" y="26"/>
                      <a:pt x="29" y="28"/>
                      <a:pt x="31" y="28"/>
                    </a:cubicBezTo>
                    <a:cubicBezTo>
                      <a:pt x="33" y="29"/>
                      <a:pt x="35" y="29"/>
                      <a:pt x="37" y="30"/>
                    </a:cubicBezTo>
                    <a:cubicBezTo>
                      <a:pt x="39" y="30"/>
                      <a:pt x="40" y="30"/>
                      <a:pt x="42" y="30"/>
                    </a:cubicBezTo>
                    <a:cubicBezTo>
                      <a:pt x="44" y="31"/>
                      <a:pt x="44" y="32"/>
                      <a:pt x="43" y="33"/>
                    </a:cubicBezTo>
                    <a:cubicBezTo>
                      <a:pt x="40" y="36"/>
                      <a:pt x="36" y="35"/>
                      <a:pt x="33" y="34"/>
                    </a:cubicBezTo>
                    <a:cubicBezTo>
                      <a:pt x="32" y="34"/>
                      <a:pt x="31" y="33"/>
                      <a:pt x="29" y="33"/>
                    </a:cubicBezTo>
                    <a:cubicBezTo>
                      <a:pt x="28" y="32"/>
                      <a:pt x="28" y="32"/>
                      <a:pt x="27" y="32"/>
                    </a:cubicBezTo>
                    <a:cubicBezTo>
                      <a:pt x="26" y="31"/>
                      <a:pt x="26" y="31"/>
                      <a:pt x="25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4" name="Freeform 2276">
                <a:extLst>
                  <a:ext uri="{FF2B5EF4-FFF2-40B4-BE49-F238E27FC236}">
                    <a16:creationId xmlns:a16="http://schemas.microsoft.com/office/drawing/2014/main" id="{955906B0-9AB0-4462-BAC3-33A3A8FD5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707"/>
                <a:ext cx="9" cy="12"/>
              </a:xfrm>
              <a:custGeom>
                <a:avLst/>
                <a:gdLst>
                  <a:gd name="T0" fmla="*/ 4 w 23"/>
                  <a:gd name="T1" fmla="*/ 16 h 31"/>
                  <a:gd name="T2" fmla="*/ 2 w 23"/>
                  <a:gd name="T3" fmla="*/ 13 h 31"/>
                  <a:gd name="T4" fmla="*/ 2 w 23"/>
                  <a:gd name="T5" fmla="*/ 10 h 31"/>
                  <a:gd name="T6" fmla="*/ 0 w 23"/>
                  <a:gd name="T7" fmla="*/ 4 h 31"/>
                  <a:gd name="T8" fmla="*/ 0 w 23"/>
                  <a:gd name="T9" fmla="*/ 1 h 31"/>
                  <a:gd name="T10" fmla="*/ 3 w 23"/>
                  <a:gd name="T11" fmla="*/ 1 h 31"/>
                  <a:gd name="T12" fmla="*/ 7 w 23"/>
                  <a:gd name="T13" fmla="*/ 3 h 31"/>
                  <a:gd name="T14" fmla="*/ 11 w 23"/>
                  <a:gd name="T15" fmla="*/ 5 h 31"/>
                  <a:gd name="T16" fmla="*/ 15 w 23"/>
                  <a:gd name="T17" fmla="*/ 8 h 31"/>
                  <a:gd name="T18" fmla="*/ 15 w 23"/>
                  <a:gd name="T19" fmla="*/ 12 h 31"/>
                  <a:gd name="T20" fmla="*/ 17 w 23"/>
                  <a:gd name="T21" fmla="*/ 16 h 31"/>
                  <a:gd name="T22" fmla="*/ 20 w 23"/>
                  <a:gd name="T23" fmla="*/ 16 h 31"/>
                  <a:gd name="T24" fmla="*/ 23 w 23"/>
                  <a:gd name="T25" fmla="*/ 23 h 31"/>
                  <a:gd name="T26" fmla="*/ 23 w 23"/>
                  <a:gd name="T27" fmla="*/ 27 h 31"/>
                  <a:gd name="T28" fmla="*/ 23 w 23"/>
                  <a:gd name="T29" fmla="*/ 29 h 31"/>
                  <a:gd name="T30" fmla="*/ 21 w 23"/>
                  <a:gd name="T31" fmla="*/ 31 h 31"/>
                  <a:gd name="T32" fmla="*/ 16 w 23"/>
                  <a:gd name="T33" fmla="*/ 29 h 31"/>
                  <a:gd name="T34" fmla="*/ 14 w 23"/>
                  <a:gd name="T35" fmla="*/ 28 h 31"/>
                  <a:gd name="T36" fmla="*/ 4 w 23"/>
                  <a:gd name="T37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31">
                    <a:moveTo>
                      <a:pt x="4" y="16"/>
                    </a:moveTo>
                    <a:cubicBezTo>
                      <a:pt x="3" y="15"/>
                      <a:pt x="2" y="14"/>
                      <a:pt x="2" y="13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1" y="8"/>
                      <a:pt x="0" y="7"/>
                      <a:pt x="0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2" y="1"/>
                      <a:pt x="3" y="1"/>
                    </a:cubicBezTo>
                    <a:cubicBezTo>
                      <a:pt x="4" y="2"/>
                      <a:pt x="5" y="2"/>
                      <a:pt x="7" y="3"/>
                    </a:cubicBezTo>
                    <a:cubicBezTo>
                      <a:pt x="8" y="4"/>
                      <a:pt x="9" y="4"/>
                      <a:pt x="11" y="5"/>
                    </a:cubicBezTo>
                    <a:cubicBezTo>
                      <a:pt x="12" y="5"/>
                      <a:pt x="14" y="7"/>
                      <a:pt x="15" y="8"/>
                    </a:cubicBezTo>
                    <a:cubicBezTo>
                      <a:pt x="15" y="10"/>
                      <a:pt x="15" y="11"/>
                      <a:pt x="15" y="12"/>
                    </a:cubicBezTo>
                    <a:cubicBezTo>
                      <a:pt x="15" y="13"/>
                      <a:pt x="16" y="15"/>
                      <a:pt x="17" y="16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23" y="16"/>
                      <a:pt x="23" y="21"/>
                      <a:pt x="23" y="23"/>
                    </a:cubicBezTo>
                    <a:cubicBezTo>
                      <a:pt x="23" y="24"/>
                      <a:pt x="23" y="26"/>
                      <a:pt x="23" y="27"/>
                    </a:cubicBezTo>
                    <a:cubicBezTo>
                      <a:pt x="23" y="28"/>
                      <a:pt x="23" y="29"/>
                      <a:pt x="23" y="29"/>
                    </a:cubicBezTo>
                    <a:cubicBezTo>
                      <a:pt x="23" y="30"/>
                      <a:pt x="22" y="31"/>
                      <a:pt x="21" y="31"/>
                    </a:cubicBezTo>
                    <a:cubicBezTo>
                      <a:pt x="19" y="31"/>
                      <a:pt x="18" y="30"/>
                      <a:pt x="16" y="29"/>
                    </a:cubicBezTo>
                    <a:cubicBezTo>
                      <a:pt x="15" y="29"/>
                      <a:pt x="15" y="29"/>
                      <a:pt x="14" y="28"/>
                    </a:cubicBezTo>
                    <a:cubicBezTo>
                      <a:pt x="10" y="24"/>
                      <a:pt x="7" y="20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5" name="Freeform 2277">
                <a:extLst>
                  <a:ext uri="{FF2B5EF4-FFF2-40B4-BE49-F238E27FC236}">
                    <a16:creationId xmlns:a16="http://schemas.microsoft.com/office/drawing/2014/main" id="{901CA398-7EEA-4F45-B374-445A58084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717"/>
                <a:ext cx="2" cy="3"/>
              </a:xfrm>
              <a:custGeom>
                <a:avLst/>
                <a:gdLst>
                  <a:gd name="T0" fmla="*/ 0 w 5"/>
                  <a:gd name="T1" fmla="*/ 2 h 7"/>
                  <a:gd name="T2" fmla="*/ 3 w 5"/>
                  <a:gd name="T3" fmla="*/ 1 h 7"/>
                  <a:gd name="T4" fmla="*/ 2 w 5"/>
                  <a:gd name="T5" fmla="*/ 6 h 7"/>
                  <a:gd name="T6" fmla="*/ 0 w 5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5" y="2"/>
                      <a:pt x="4" y="5"/>
                      <a:pt x="2" y="6"/>
                    </a:cubicBezTo>
                    <a:cubicBezTo>
                      <a:pt x="0" y="7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6" name="Freeform 2278">
                <a:extLst>
                  <a:ext uri="{FF2B5EF4-FFF2-40B4-BE49-F238E27FC236}">
                    <a16:creationId xmlns:a16="http://schemas.microsoft.com/office/drawing/2014/main" id="{714C175F-82C8-4F01-9D4B-E971DD86B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709"/>
                <a:ext cx="5" cy="8"/>
              </a:xfrm>
              <a:custGeom>
                <a:avLst/>
                <a:gdLst>
                  <a:gd name="T0" fmla="*/ 2 w 11"/>
                  <a:gd name="T1" fmla="*/ 11 h 19"/>
                  <a:gd name="T2" fmla="*/ 0 w 11"/>
                  <a:gd name="T3" fmla="*/ 3 h 19"/>
                  <a:gd name="T4" fmla="*/ 4 w 11"/>
                  <a:gd name="T5" fmla="*/ 2 h 19"/>
                  <a:gd name="T6" fmla="*/ 5 w 11"/>
                  <a:gd name="T7" fmla="*/ 6 h 19"/>
                  <a:gd name="T8" fmla="*/ 8 w 11"/>
                  <a:gd name="T9" fmla="*/ 9 h 19"/>
                  <a:gd name="T10" fmla="*/ 10 w 11"/>
                  <a:gd name="T11" fmla="*/ 16 h 19"/>
                  <a:gd name="T12" fmla="*/ 8 w 11"/>
                  <a:gd name="T13" fmla="*/ 18 h 19"/>
                  <a:gd name="T14" fmla="*/ 5 w 11"/>
                  <a:gd name="T15" fmla="*/ 19 h 19"/>
                  <a:gd name="T16" fmla="*/ 4 w 11"/>
                  <a:gd name="T17" fmla="*/ 17 h 19"/>
                  <a:gd name="T18" fmla="*/ 2 w 11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9">
                    <a:moveTo>
                      <a:pt x="2" y="11"/>
                    </a:moveTo>
                    <a:cubicBezTo>
                      <a:pt x="1" y="9"/>
                      <a:pt x="0" y="6"/>
                      <a:pt x="0" y="3"/>
                    </a:cubicBezTo>
                    <a:cubicBezTo>
                      <a:pt x="0" y="1"/>
                      <a:pt x="2" y="0"/>
                      <a:pt x="4" y="2"/>
                    </a:cubicBezTo>
                    <a:cubicBezTo>
                      <a:pt x="4" y="3"/>
                      <a:pt x="4" y="5"/>
                      <a:pt x="5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10" y="10"/>
                      <a:pt x="11" y="13"/>
                      <a:pt x="10" y="16"/>
                    </a:cubicBezTo>
                    <a:cubicBezTo>
                      <a:pt x="10" y="17"/>
                      <a:pt x="9" y="18"/>
                      <a:pt x="8" y="18"/>
                    </a:cubicBezTo>
                    <a:cubicBezTo>
                      <a:pt x="8" y="18"/>
                      <a:pt x="6" y="19"/>
                      <a:pt x="5" y="19"/>
                    </a:cubicBezTo>
                    <a:cubicBezTo>
                      <a:pt x="5" y="19"/>
                      <a:pt x="4" y="17"/>
                      <a:pt x="4" y="17"/>
                    </a:cubicBezTo>
                    <a:cubicBezTo>
                      <a:pt x="2" y="15"/>
                      <a:pt x="2" y="13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7" name="Freeform 2279">
                <a:extLst>
                  <a:ext uri="{FF2B5EF4-FFF2-40B4-BE49-F238E27FC236}">
                    <a16:creationId xmlns:a16="http://schemas.microsoft.com/office/drawing/2014/main" id="{6B828992-986A-4D20-8316-773C16CF7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715"/>
                <a:ext cx="4" cy="3"/>
              </a:xfrm>
              <a:custGeom>
                <a:avLst/>
                <a:gdLst>
                  <a:gd name="T0" fmla="*/ 1 w 11"/>
                  <a:gd name="T1" fmla="*/ 1 h 9"/>
                  <a:gd name="T2" fmla="*/ 9 w 11"/>
                  <a:gd name="T3" fmla="*/ 5 h 9"/>
                  <a:gd name="T4" fmla="*/ 10 w 11"/>
                  <a:gd name="T5" fmla="*/ 8 h 9"/>
                  <a:gd name="T6" fmla="*/ 6 w 11"/>
                  <a:gd name="T7" fmla="*/ 9 h 9"/>
                  <a:gd name="T8" fmla="*/ 1 w 11"/>
                  <a:gd name="T9" fmla="*/ 5 h 9"/>
                  <a:gd name="T10" fmla="*/ 1 w 11"/>
                  <a:gd name="T1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" y="1"/>
                    </a:moveTo>
                    <a:cubicBezTo>
                      <a:pt x="4" y="0"/>
                      <a:pt x="8" y="3"/>
                      <a:pt x="9" y="5"/>
                    </a:cubicBezTo>
                    <a:cubicBezTo>
                      <a:pt x="10" y="6"/>
                      <a:pt x="11" y="7"/>
                      <a:pt x="10" y="8"/>
                    </a:cubicBezTo>
                    <a:cubicBezTo>
                      <a:pt x="10" y="9"/>
                      <a:pt x="8" y="9"/>
                      <a:pt x="6" y="9"/>
                    </a:cubicBezTo>
                    <a:cubicBezTo>
                      <a:pt x="4" y="8"/>
                      <a:pt x="3" y="6"/>
                      <a:pt x="1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8" name="Freeform 2280">
                <a:extLst>
                  <a:ext uri="{FF2B5EF4-FFF2-40B4-BE49-F238E27FC236}">
                    <a16:creationId xmlns:a16="http://schemas.microsoft.com/office/drawing/2014/main" id="{D56DEA90-46D3-4E2B-9E02-E8978FD8A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704"/>
                <a:ext cx="14" cy="10"/>
              </a:xfrm>
              <a:custGeom>
                <a:avLst/>
                <a:gdLst>
                  <a:gd name="T0" fmla="*/ 18 w 36"/>
                  <a:gd name="T1" fmla="*/ 23 h 23"/>
                  <a:gd name="T2" fmla="*/ 13 w 36"/>
                  <a:gd name="T3" fmla="*/ 21 h 23"/>
                  <a:gd name="T4" fmla="*/ 4 w 36"/>
                  <a:gd name="T5" fmla="*/ 17 h 23"/>
                  <a:gd name="T6" fmla="*/ 4 w 36"/>
                  <a:gd name="T7" fmla="*/ 14 h 23"/>
                  <a:gd name="T8" fmla="*/ 4 w 36"/>
                  <a:gd name="T9" fmla="*/ 9 h 23"/>
                  <a:gd name="T10" fmla="*/ 2 w 36"/>
                  <a:gd name="T11" fmla="*/ 5 h 23"/>
                  <a:gd name="T12" fmla="*/ 2 w 36"/>
                  <a:gd name="T13" fmla="*/ 1 h 23"/>
                  <a:gd name="T14" fmla="*/ 6 w 36"/>
                  <a:gd name="T15" fmla="*/ 3 h 23"/>
                  <a:gd name="T16" fmla="*/ 10 w 36"/>
                  <a:gd name="T17" fmla="*/ 1 h 23"/>
                  <a:gd name="T18" fmla="*/ 13 w 36"/>
                  <a:gd name="T19" fmla="*/ 1 h 23"/>
                  <a:gd name="T20" fmla="*/ 16 w 36"/>
                  <a:gd name="T21" fmla="*/ 5 h 23"/>
                  <a:gd name="T22" fmla="*/ 19 w 36"/>
                  <a:gd name="T23" fmla="*/ 8 h 23"/>
                  <a:gd name="T24" fmla="*/ 20 w 36"/>
                  <a:gd name="T25" fmla="*/ 4 h 23"/>
                  <a:gd name="T26" fmla="*/ 25 w 36"/>
                  <a:gd name="T27" fmla="*/ 4 h 23"/>
                  <a:gd name="T28" fmla="*/ 28 w 36"/>
                  <a:gd name="T29" fmla="*/ 7 h 23"/>
                  <a:gd name="T30" fmla="*/ 29 w 36"/>
                  <a:gd name="T31" fmla="*/ 12 h 23"/>
                  <a:gd name="T32" fmla="*/ 33 w 36"/>
                  <a:gd name="T33" fmla="*/ 14 h 23"/>
                  <a:gd name="T34" fmla="*/ 31 w 36"/>
                  <a:gd name="T35" fmla="*/ 21 h 23"/>
                  <a:gd name="T36" fmla="*/ 23 w 36"/>
                  <a:gd name="T37" fmla="*/ 21 h 23"/>
                  <a:gd name="T38" fmla="*/ 18 w 36"/>
                  <a:gd name="T3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23">
                    <a:moveTo>
                      <a:pt x="18" y="23"/>
                    </a:moveTo>
                    <a:cubicBezTo>
                      <a:pt x="16" y="23"/>
                      <a:pt x="14" y="22"/>
                      <a:pt x="13" y="21"/>
                    </a:cubicBezTo>
                    <a:cubicBezTo>
                      <a:pt x="10" y="20"/>
                      <a:pt x="6" y="20"/>
                      <a:pt x="4" y="17"/>
                    </a:cubicBezTo>
                    <a:cubicBezTo>
                      <a:pt x="4" y="16"/>
                      <a:pt x="4" y="15"/>
                      <a:pt x="4" y="14"/>
                    </a:cubicBezTo>
                    <a:cubicBezTo>
                      <a:pt x="4" y="12"/>
                      <a:pt x="4" y="11"/>
                      <a:pt x="4" y="9"/>
                    </a:cubicBezTo>
                    <a:cubicBezTo>
                      <a:pt x="4" y="8"/>
                      <a:pt x="3" y="6"/>
                      <a:pt x="2" y="5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3" y="1"/>
                      <a:pt x="5" y="2"/>
                      <a:pt x="6" y="3"/>
                    </a:cubicBezTo>
                    <a:cubicBezTo>
                      <a:pt x="8" y="4"/>
                      <a:pt x="9" y="3"/>
                      <a:pt x="10" y="1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2"/>
                      <a:pt x="15" y="4"/>
                      <a:pt x="16" y="5"/>
                    </a:cubicBezTo>
                    <a:cubicBezTo>
                      <a:pt x="16" y="6"/>
                      <a:pt x="17" y="8"/>
                      <a:pt x="19" y="8"/>
                    </a:cubicBezTo>
                    <a:cubicBezTo>
                      <a:pt x="20" y="7"/>
                      <a:pt x="19" y="5"/>
                      <a:pt x="20" y="4"/>
                    </a:cubicBezTo>
                    <a:cubicBezTo>
                      <a:pt x="21" y="3"/>
                      <a:pt x="23" y="3"/>
                      <a:pt x="25" y="4"/>
                    </a:cubicBezTo>
                    <a:cubicBezTo>
                      <a:pt x="26" y="4"/>
                      <a:pt x="28" y="6"/>
                      <a:pt x="28" y="7"/>
                    </a:cubicBezTo>
                    <a:cubicBezTo>
                      <a:pt x="28" y="9"/>
                      <a:pt x="27" y="11"/>
                      <a:pt x="29" y="12"/>
                    </a:cubicBezTo>
                    <a:cubicBezTo>
                      <a:pt x="30" y="13"/>
                      <a:pt x="32" y="13"/>
                      <a:pt x="33" y="14"/>
                    </a:cubicBezTo>
                    <a:cubicBezTo>
                      <a:pt x="36" y="17"/>
                      <a:pt x="33" y="20"/>
                      <a:pt x="31" y="21"/>
                    </a:cubicBezTo>
                    <a:cubicBezTo>
                      <a:pt x="28" y="22"/>
                      <a:pt x="26" y="21"/>
                      <a:pt x="23" y="21"/>
                    </a:cubicBezTo>
                    <a:cubicBezTo>
                      <a:pt x="22" y="22"/>
                      <a:pt x="20" y="23"/>
                      <a:pt x="18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9" name="Freeform 2281">
                <a:extLst>
                  <a:ext uri="{FF2B5EF4-FFF2-40B4-BE49-F238E27FC236}">
                    <a16:creationId xmlns:a16="http://schemas.microsoft.com/office/drawing/2014/main" id="{06B061DF-11D0-481F-90AF-4BF0CE811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707"/>
                <a:ext cx="2" cy="2"/>
              </a:xfrm>
              <a:custGeom>
                <a:avLst/>
                <a:gdLst>
                  <a:gd name="T0" fmla="*/ 4 w 6"/>
                  <a:gd name="T1" fmla="*/ 0 h 6"/>
                  <a:gd name="T2" fmla="*/ 6 w 6"/>
                  <a:gd name="T3" fmla="*/ 1 h 6"/>
                  <a:gd name="T4" fmla="*/ 6 w 6"/>
                  <a:gd name="T5" fmla="*/ 3 h 6"/>
                  <a:gd name="T6" fmla="*/ 4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4" y="6"/>
                      <a:pt x="0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0" name="Freeform 2282">
                <a:extLst>
                  <a:ext uri="{FF2B5EF4-FFF2-40B4-BE49-F238E27FC236}">
                    <a16:creationId xmlns:a16="http://schemas.microsoft.com/office/drawing/2014/main" id="{229D6EC5-60FD-4605-AF8C-EC1EAD96A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699"/>
                <a:ext cx="4" cy="5"/>
              </a:xfrm>
              <a:custGeom>
                <a:avLst/>
                <a:gdLst>
                  <a:gd name="T0" fmla="*/ 0 w 10"/>
                  <a:gd name="T1" fmla="*/ 2 h 12"/>
                  <a:gd name="T2" fmla="*/ 1 w 10"/>
                  <a:gd name="T3" fmla="*/ 0 h 12"/>
                  <a:gd name="T4" fmla="*/ 5 w 10"/>
                  <a:gd name="T5" fmla="*/ 2 h 12"/>
                  <a:gd name="T6" fmla="*/ 7 w 10"/>
                  <a:gd name="T7" fmla="*/ 4 h 12"/>
                  <a:gd name="T8" fmla="*/ 9 w 10"/>
                  <a:gd name="T9" fmla="*/ 7 h 12"/>
                  <a:gd name="T10" fmla="*/ 10 w 10"/>
                  <a:gd name="T11" fmla="*/ 9 h 12"/>
                  <a:gd name="T12" fmla="*/ 5 w 10"/>
                  <a:gd name="T13" fmla="*/ 8 h 12"/>
                  <a:gd name="T14" fmla="*/ 3 w 10"/>
                  <a:gd name="T15" fmla="*/ 5 h 12"/>
                  <a:gd name="T16" fmla="*/ 0 w 10"/>
                  <a:gd name="T1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6" y="4"/>
                      <a:pt x="7" y="4"/>
                    </a:cubicBezTo>
                    <a:cubicBezTo>
                      <a:pt x="8" y="5"/>
                      <a:pt x="9" y="6"/>
                      <a:pt x="9" y="7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9" y="12"/>
                      <a:pt x="5" y="10"/>
                      <a:pt x="5" y="8"/>
                    </a:cubicBezTo>
                    <a:cubicBezTo>
                      <a:pt x="4" y="7"/>
                      <a:pt x="4" y="6"/>
                      <a:pt x="3" y="5"/>
                    </a:cubicBezTo>
                    <a:cubicBezTo>
                      <a:pt x="2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1" name="Freeform 2283">
                <a:extLst>
                  <a:ext uri="{FF2B5EF4-FFF2-40B4-BE49-F238E27FC236}">
                    <a16:creationId xmlns:a16="http://schemas.microsoft.com/office/drawing/2014/main" id="{5D2E9CB4-019C-491A-B4CE-314A7B404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698"/>
                <a:ext cx="4" cy="4"/>
              </a:xfrm>
              <a:custGeom>
                <a:avLst/>
                <a:gdLst>
                  <a:gd name="T0" fmla="*/ 2 w 9"/>
                  <a:gd name="T1" fmla="*/ 8 h 8"/>
                  <a:gd name="T2" fmla="*/ 1 w 9"/>
                  <a:gd name="T3" fmla="*/ 4 h 8"/>
                  <a:gd name="T4" fmla="*/ 4 w 9"/>
                  <a:gd name="T5" fmla="*/ 1 h 8"/>
                  <a:gd name="T6" fmla="*/ 6 w 9"/>
                  <a:gd name="T7" fmla="*/ 2 h 8"/>
                  <a:gd name="T8" fmla="*/ 7 w 9"/>
                  <a:gd name="T9" fmla="*/ 4 h 8"/>
                  <a:gd name="T10" fmla="*/ 8 w 9"/>
                  <a:gd name="T11" fmla="*/ 7 h 8"/>
                  <a:gd name="T12" fmla="*/ 5 w 9"/>
                  <a:gd name="T13" fmla="*/ 8 h 8"/>
                  <a:gd name="T14" fmla="*/ 2 w 9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2" y="8"/>
                    </a:moveTo>
                    <a:cubicBezTo>
                      <a:pt x="2" y="6"/>
                      <a:pt x="0" y="5"/>
                      <a:pt x="1" y="4"/>
                    </a:cubicBezTo>
                    <a:cubicBezTo>
                      <a:pt x="1" y="2"/>
                      <a:pt x="2" y="0"/>
                      <a:pt x="4" y="1"/>
                    </a:cubicBezTo>
                    <a:cubicBezTo>
                      <a:pt x="5" y="1"/>
                      <a:pt x="6" y="1"/>
                      <a:pt x="6" y="2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8" y="5"/>
                      <a:pt x="9" y="6"/>
                      <a:pt x="8" y="7"/>
                    </a:cubicBezTo>
                    <a:cubicBezTo>
                      <a:pt x="7" y="8"/>
                      <a:pt x="6" y="8"/>
                      <a:pt x="5" y="8"/>
                    </a:cubicBezTo>
                    <a:cubicBezTo>
                      <a:pt x="5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2" name="Freeform 2284">
                <a:extLst>
                  <a:ext uri="{FF2B5EF4-FFF2-40B4-BE49-F238E27FC236}">
                    <a16:creationId xmlns:a16="http://schemas.microsoft.com/office/drawing/2014/main" id="{27604154-6686-41A8-8A59-BDB23C56F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699"/>
                <a:ext cx="8" cy="14"/>
              </a:xfrm>
              <a:custGeom>
                <a:avLst/>
                <a:gdLst>
                  <a:gd name="T0" fmla="*/ 18 w 20"/>
                  <a:gd name="T1" fmla="*/ 23 h 34"/>
                  <a:gd name="T2" fmla="*/ 18 w 20"/>
                  <a:gd name="T3" fmla="*/ 23 h 34"/>
                  <a:gd name="T4" fmla="*/ 16 w 20"/>
                  <a:gd name="T5" fmla="*/ 22 h 34"/>
                  <a:gd name="T6" fmla="*/ 15 w 20"/>
                  <a:gd name="T7" fmla="*/ 20 h 34"/>
                  <a:gd name="T8" fmla="*/ 16 w 20"/>
                  <a:gd name="T9" fmla="*/ 20 h 34"/>
                  <a:gd name="T10" fmla="*/ 16 w 20"/>
                  <a:gd name="T11" fmla="*/ 15 h 34"/>
                  <a:gd name="T12" fmla="*/ 14 w 20"/>
                  <a:gd name="T13" fmla="*/ 14 h 34"/>
                  <a:gd name="T14" fmla="*/ 15 w 20"/>
                  <a:gd name="T15" fmla="*/ 12 h 34"/>
                  <a:gd name="T16" fmla="*/ 19 w 20"/>
                  <a:gd name="T17" fmla="*/ 10 h 34"/>
                  <a:gd name="T18" fmla="*/ 16 w 20"/>
                  <a:gd name="T19" fmla="*/ 6 h 34"/>
                  <a:gd name="T20" fmla="*/ 14 w 20"/>
                  <a:gd name="T21" fmla="*/ 4 h 34"/>
                  <a:gd name="T22" fmla="*/ 13 w 20"/>
                  <a:gd name="T23" fmla="*/ 2 h 34"/>
                  <a:gd name="T24" fmla="*/ 8 w 20"/>
                  <a:gd name="T25" fmla="*/ 1 h 34"/>
                  <a:gd name="T26" fmla="*/ 4 w 20"/>
                  <a:gd name="T27" fmla="*/ 1 h 34"/>
                  <a:gd name="T28" fmla="*/ 1 w 20"/>
                  <a:gd name="T29" fmla="*/ 5 h 34"/>
                  <a:gd name="T30" fmla="*/ 3 w 20"/>
                  <a:gd name="T31" fmla="*/ 8 h 34"/>
                  <a:gd name="T32" fmla="*/ 6 w 20"/>
                  <a:gd name="T33" fmla="*/ 11 h 34"/>
                  <a:gd name="T34" fmla="*/ 2 w 20"/>
                  <a:gd name="T35" fmla="*/ 11 h 34"/>
                  <a:gd name="T36" fmla="*/ 0 w 20"/>
                  <a:gd name="T37" fmla="*/ 14 h 34"/>
                  <a:gd name="T38" fmla="*/ 2 w 20"/>
                  <a:gd name="T39" fmla="*/ 18 h 34"/>
                  <a:gd name="T40" fmla="*/ 6 w 20"/>
                  <a:gd name="T41" fmla="*/ 21 h 34"/>
                  <a:gd name="T42" fmla="*/ 8 w 20"/>
                  <a:gd name="T43" fmla="*/ 25 h 34"/>
                  <a:gd name="T44" fmla="*/ 10 w 20"/>
                  <a:gd name="T45" fmla="*/ 27 h 34"/>
                  <a:gd name="T46" fmla="*/ 12 w 20"/>
                  <a:gd name="T47" fmla="*/ 30 h 34"/>
                  <a:gd name="T48" fmla="*/ 17 w 20"/>
                  <a:gd name="T49" fmla="*/ 33 h 34"/>
                  <a:gd name="T50" fmla="*/ 19 w 20"/>
                  <a:gd name="T51" fmla="*/ 31 h 34"/>
                  <a:gd name="T52" fmla="*/ 20 w 20"/>
                  <a:gd name="T53" fmla="*/ 29 h 34"/>
                  <a:gd name="T54" fmla="*/ 20 w 20"/>
                  <a:gd name="T55" fmla="*/ 28 h 34"/>
                  <a:gd name="T56" fmla="*/ 20 w 20"/>
                  <a:gd name="T57" fmla="*/ 27 h 34"/>
                  <a:gd name="T58" fmla="*/ 18 w 20"/>
                  <a:gd name="T59" fmla="*/ 25 h 34"/>
                  <a:gd name="T60" fmla="*/ 18 w 20"/>
                  <a:gd name="T61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0" h="34">
                    <a:moveTo>
                      <a:pt x="18" y="23"/>
                    </a:move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2"/>
                      <a:pt x="16" y="23"/>
                      <a:pt x="16" y="22"/>
                    </a:cubicBezTo>
                    <a:cubicBezTo>
                      <a:pt x="15" y="22"/>
                      <a:pt x="14" y="21"/>
                      <a:pt x="15" y="20"/>
                    </a:cubicBezTo>
                    <a:cubicBezTo>
                      <a:pt x="15" y="19"/>
                      <a:pt x="15" y="20"/>
                      <a:pt x="16" y="20"/>
                    </a:cubicBezTo>
                    <a:cubicBezTo>
                      <a:pt x="18" y="19"/>
                      <a:pt x="17" y="15"/>
                      <a:pt x="16" y="15"/>
                    </a:cubicBezTo>
                    <a:cubicBezTo>
                      <a:pt x="15" y="15"/>
                      <a:pt x="14" y="15"/>
                      <a:pt x="14" y="14"/>
                    </a:cubicBezTo>
                    <a:cubicBezTo>
                      <a:pt x="13" y="13"/>
                      <a:pt x="14" y="12"/>
                      <a:pt x="15" y="12"/>
                    </a:cubicBezTo>
                    <a:cubicBezTo>
                      <a:pt x="16" y="11"/>
                      <a:pt x="18" y="12"/>
                      <a:pt x="19" y="10"/>
                    </a:cubicBezTo>
                    <a:cubicBezTo>
                      <a:pt x="19" y="8"/>
                      <a:pt x="17" y="7"/>
                      <a:pt x="16" y="6"/>
                    </a:cubicBezTo>
                    <a:cubicBezTo>
                      <a:pt x="15" y="6"/>
                      <a:pt x="14" y="5"/>
                      <a:pt x="14" y="4"/>
                    </a:cubicBezTo>
                    <a:cubicBezTo>
                      <a:pt x="14" y="3"/>
                      <a:pt x="13" y="3"/>
                      <a:pt x="13" y="2"/>
                    </a:cubicBezTo>
                    <a:cubicBezTo>
                      <a:pt x="12" y="0"/>
                      <a:pt x="9" y="0"/>
                      <a:pt x="8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2" y="2"/>
                      <a:pt x="2" y="3"/>
                      <a:pt x="1" y="5"/>
                    </a:cubicBezTo>
                    <a:cubicBezTo>
                      <a:pt x="1" y="6"/>
                      <a:pt x="1" y="7"/>
                      <a:pt x="3" y="8"/>
                    </a:cubicBezTo>
                    <a:cubicBezTo>
                      <a:pt x="4" y="9"/>
                      <a:pt x="7" y="9"/>
                      <a:pt x="6" y="11"/>
                    </a:cubicBezTo>
                    <a:cubicBezTo>
                      <a:pt x="5" y="13"/>
                      <a:pt x="3" y="11"/>
                      <a:pt x="2" y="11"/>
                    </a:cubicBezTo>
                    <a:cubicBezTo>
                      <a:pt x="0" y="11"/>
                      <a:pt x="0" y="13"/>
                      <a:pt x="0" y="14"/>
                    </a:cubicBezTo>
                    <a:cubicBezTo>
                      <a:pt x="0" y="16"/>
                      <a:pt x="1" y="17"/>
                      <a:pt x="2" y="18"/>
                    </a:cubicBezTo>
                    <a:cubicBezTo>
                      <a:pt x="3" y="19"/>
                      <a:pt x="5" y="19"/>
                      <a:pt x="6" y="21"/>
                    </a:cubicBezTo>
                    <a:cubicBezTo>
                      <a:pt x="6" y="23"/>
                      <a:pt x="6" y="24"/>
                      <a:pt x="8" y="25"/>
                    </a:cubicBezTo>
                    <a:cubicBezTo>
                      <a:pt x="9" y="25"/>
                      <a:pt x="10" y="26"/>
                      <a:pt x="10" y="27"/>
                    </a:cubicBezTo>
                    <a:cubicBezTo>
                      <a:pt x="11" y="28"/>
                      <a:pt x="11" y="29"/>
                      <a:pt x="12" y="30"/>
                    </a:cubicBezTo>
                    <a:cubicBezTo>
                      <a:pt x="13" y="32"/>
                      <a:pt x="15" y="34"/>
                      <a:pt x="17" y="33"/>
                    </a:cubicBezTo>
                    <a:cubicBezTo>
                      <a:pt x="19" y="33"/>
                      <a:pt x="18" y="32"/>
                      <a:pt x="19" y="31"/>
                    </a:cubicBezTo>
                    <a:cubicBezTo>
                      <a:pt x="19" y="30"/>
                      <a:pt x="20" y="30"/>
                      <a:pt x="20" y="29"/>
                    </a:cubicBezTo>
                    <a:cubicBezTo>
                      <a:pt x="20" y="29"/>
                      <a:pt x="20" y="28"/>
                      <a:pt x="20" y="28"/>
                    </a:cubicBezTo>
                    <a:cubicBezTo>
                      <a:pt x="20" y="28"/>
                      <a:pt x="20" y="27"/>
                      <a:pt x="20" y="27"/>
                    </a:cubicBezTo>
                    <a:cubicBezTo>
                      <a:pt x="19" y="26"/>
                      <a:pt x="19" y="26"/>
                      <a:pt x="18" y="25"/>
                    </a:cubicBezTo>
                    <a:cubicBezTo>
                      <a:pt x="18" y="24"/>
                      <a:pt x="18" y="23"/>
                      <a:pt x="18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3" name="Freeform 2285">
                <a:extLst>
                  <a:ext uri="{FF2B5EF4-FFF2-40B4-BE49-F238E27FC236}">
                    <a16:creationId xmlns:a16="http://schemas.microsoft.com/office/drawing/2014/main" id="{92226D14-9FA4-4C26-B270-3EA20A11D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696"/>
                <a:ext cx="6" cy="6"/>
              </a:xfrm>
              <a:custGeom>
                <a:avLst/>
                <a:gdLst>
                  <a:gd name="T0" fmla="*/ 4 w 15"/>
                  <a:gd name="T1" fmla="*/ 12 h 13"/>
                  <a:gd name="T2" fmla="*/ 3 w 15"/>
                  <a:gd name="T3" fmla="*/ 12 h 13"/>
                  <a:gd name="T4" fmla="*/ 2 w 15"/>
                  <a:gd name="T5" fmla="*/ 11 h 13"/>
                  <a:gd name="T6" fmla="*/ 1 w 15"/>
                  <a:gd name="T7" fmla="*/ 10 h 13"/>
                  <a:gd name="T8" fmla="*/ 1 w 15"/>
                  <a:gd name="T9" fmla="*/ 9 h 13"/>
                  <a:gd name="T10" fmla="*/ 0 w 15"/>
                  <a:gd name="T11" fmla="*/ 8 h 13"/>
                  <a:gd name="T12" fmla="*/ 1 w 15"/>
                  <a:gd name="T13" fmla="*/ 6 h 13"/>
                  <a:gd name="T14" fmla="*/ 3 w 15"/>
                  <a:gd name="T15" fmla="*/ 5 h 13"/>
                  <a:gd name="T16" fmla="*/ 4 w 15"/>
                  <a:gd name="T17" fmla="*/ 2 h 13"/>
                  <a:gd name="T18" fmla="*/ 7 w 15"/>
                  <a:gd name="T19" fmla="*/ 1 h 13"/>
                  <a:gd name="T20" fmla="*/ 9 w 15"/>
                  <a:gd name="T21" fmla="*/ 3 h 13"/>
                  <a:gd name="T22" fmla="*/ 10 w 15"/>
                  <a:gd name="T23" fmla="*/ 3 h 13"/>
                  <a:gd name="T24" fmla="*/ 12 w 15"/>
                  <a:gd name="T25" fmla="*/ 6 h 13"/>
                  <a:gd name="T26" fmla="*/ 14 w 15"/>
                  <a:gd name="T27" fmla="*/ 8 h 13"/>
                  <a:gd name="T28" fmla="*/ 14 w 15"/>
                  <a:gd name="T29" fmla="*/ 11 h 13"/>
                  <a:gd name="T30" fmla="*/ 9 w 15"/>
                  <a:gd name="T31" fmla="*/ 12 h 13"/>
                  <a:gd name="T32" fmla="*/ 7 w 15"/>
                  <a:gd name="T33" fmla="*/ 12 h 13"/>
                  <a:gd name="T34" fmla="*/ 4 w 15"/>
                  <a:gd name="T3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13">
                    <a:moveTo>
                      <a:pt x="4" y="12"/>
                    </a:move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2" y="12"/>
                      <a:pt x="2" y="11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7"/>
                      <a:pt x="1" y="7"/>
                      <a:pt x="1" y="6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8" y="1"/>
                      <a:pt x="8" y="2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7"/>
                      <a:pt x="13" y="7"/>
                      <a:pt x="14" y="8"/>
                    </a:cubicBezTo>
                    <a:cubicBezTo>
                      <a:pt x="14" y="9"/>
                      <a:pt x="15" y="10"/>
                      <a:pt x="14" y="11"/>
                    </a:cubicBezTo>
                    <a:cubicBezTo>
                      <a:pt x="13" y="12"/>
                      <a:pt x="11" y="13"/>
                      <a:pt x="9" y="12"/>
                    </a:cubicBezTo>
                    <a:cubicBezTo>
                      <a:pt x="9" y="12"/>
                      <a:pt x="8" y="12"/>
                      <a:pt x="7" y="12"/>
                    </a:cubicBezTo>
                    <a:cubicBezTo>
                      <a:pt x="6" y="12"/>
                      <a:pt x="5" y="12"/>
                      <a:pt x="4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4" name="Freeform 2286">
                <a:extLst>
                  <a:ext uri="{FF2B5EF4-FFF2-40B4-BE49-F238E27FC236}">
                    <a16:creationId xmlns:a16="http://schemas.microsoft.com/office/drawing/2014/main" id="{10EDCBDF-F981-4EB4-B5BC-9F530A291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702"/>
                <a:ext cx="2" cy="2"/>
              </a:xfrm>
              <a:custGeom>
                <a:avLst/>
                <a:gdLst>
                  <a:gd name="T0" fmla="*/ 1 w 6"/>
                  <a:gd name="T1" fmla="*/ 3 h 4"/>
                  <a:gd name="T2" fmla="*/ 0 w 6"/>
                  <a:gd name="T3" fmla="*/ 2 h 4"/>
                  <a:gd name="T4" fmla="*/ 2 w 6"/>
                  <a:gd name="T5" fmla="*/ 0 h 4"/>
                  <a:gd name="T6" fmla="*/ 5 w 6"/>
                  <a:gd name="T7" fmla="*/ 1 h 4"/>
                  <a:gd name="T8" fmla="*/ 4 w 6"/>
                  <a:gd name="T9" fmla="*/ 3 h 4"/>
                  <a:gd name="T10" fmla="*/ 1 w 6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6" y="0"/>
                      <a:pt x="5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5" name="Freeform 2287">
                <a:extLst>
                  <a:ext uri="{FF2B5EF4-FFF2-40B4-BE49-F238E27FC236}">
                    <a16:creationId xmlns:a16="http://schemas.microsoft.com/office/drawing/2014/main" id="{99C6E589-C314-4480-806C-94B1F0391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549"/>
                <a:ext cx="4" cy="3"/>
              </a:xfrm>
              <a:custGeom>
                <a:avLst/>
                <a:gdLst>
                  <a:gd name="T0" fmla="*/ 3 w 9"/>
                  <a:gd name="T1" fmla="*/ 0 h 8"/>
                  <a:gd name="T2" fmla="*/ 8 w 9"/>
                  <a:gd name="T3" fmla="*/ 2 h 8"/>
                  <a:gd name="T4" fmla="*/ 3 w 9"/>
                  <a:gd name="T5" fmla="*/ 5 h 8"/>
                  <a:gd name="T6" fmla="*/ 3 w 9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cubicBezTo>
                      <a:pt x="4" y="0"/>
                      <a:pt x="7" y="1"/>
                      <a:pt x="8" y="2"/>
                    </a:cubicBezTo>
                    <a:cubicBezTo>
                      <a:pt x="9" y="5"/>
                      <a:pt x="5" y="8"/>
                      <a:pt x="3" y="5"/>
                    </a:cubicBezTo>
                    <a:cubicBezTo>
                      <a:pt x="2" y="4"/>
                      <a:pt x="0" y="1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6" name="Freeform 2288">
                <a:extLst>
                  <a:ext uri="{FF2B5EF4-FFF2-40B4-BE49-F238E27FC236}">
                    <a16:creationId xmlns:a16="http://schemas.microsoft.com/office/drawing/2014/main" id="{A4BF2E8C-1109-4113-876A-C7E85DA50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1552"/>
                <a:ext cx="3" cy="3"/>
              </a:xfrm>
              <a:custGeom>
                <a:avLst/>
                <a:gdLst>
                  <a:gd name="T0" fmla="*/ 1 w 9"/>
                  <a:gd name="T1" fmla="*/ 3 h 7"/>
                  <a:gd name="T2" fmla="*/ 1 w 9"/>
                  <a:gd name="T3" fmla="*/ 2 h 7"/>
                  <a:gd name="T4" fmla="*/ 3 w 9"/>
                  <a:gd name="T5" fmla="*/ 1 h 7"/>
                  <a:gd name="T6" fmla="*/ 8 w 9"/>
                  <a:gd name="T7" fmla="*/ 1 h 7"/>
                  <a:gd name="T8" fmla="*/ 8 w 9"/>
                  <a:gd name="T9" fmla="*/ 4 h 7"/>
                  <a:gd name="T10" fmla="*/ 5 w 9"/>
                  <a:gd name="T11" fmla="*/ 6 h 7"/>
                  <a:gd name="T12" fmla="*/ 1 w 9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2"/>
                      <a:pt x="8" y="4"/>
                      <a:pt x="8" y="4"/>
                    </a:cubicBezTo>
                    <a:cubicBezTo>
                      <a:pt x="7" y="5"/>
                      <a:pt x="6" y="6"/>
                      <a:pt x="5" y="6"/>
                    </a:cubicBezTo>
                    <a:cubicBezTo>
                      <a:pt x="4" y="7"/>
                      <a:pt x="0" y="5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7" name="Freeform 2289">
                <a:extLst>
                  <a:ext uri="{FF2B5EF4-FFF2-40B4-BE49-F238E27FC236}">
                    <a16:creationId xmlns:a16="http://schemas.microsoft.com/office/drawing/2014/main" id="{293DDC1D-A4C9-4EAA-9BAF-973B64DF8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599"/>
                <a:ext cx="5" cy="3"/>
              </a:xfrm>
              <a:custGeom>
                <a:avLst/>
                <a:gdLst>
                  <a:gd name="T0" fmla="*/ 4 w 12"/>
                  <a:gd name="T1" fmla="*/ 6 h 6"/>
                  <a:gd name="T2" fmla="*/ 3 w 12"/>
                  <a:gd name="T3" fmla="*/ 6 h 6"/>
                  <a:gd name="T4" fmla="*/ 1 w 12"/>
                  <a:gd name="T5" fmla="*/ 5 h 6"/>
                  <a:gd name="T6" fmla="*/ 1 w 12"/>
                  <a:gd name="T7" fmla="*/ 3 h 6"/>
                  <a:gd name="T8" fmla="*/ 4 w 12"/>
                  <a:gd name="T9" fmla="*/ 1 h 6"/>
                  <a:gd name="T10" fmla="*/ 9 w 12"/>
                  <a:gd name="T11" fmla="*/ 1 h 6"/>
                  <a:gd name="T12" fmla="*/ 11 w 12"/>
                  <a:gd name="T13" fmla="*/ 2 h 6"/>
                  <a:gd name="T14" fmla="*/ 9 w 12"/>
                  <a:gd name="T15" fmla="*/ 5 h 6"/>
                  <a:gd name="T16" fmla="*/ 4 w 12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6">
                    <a:moveTo>
                      <a:pt x="4" y="6"/>
                    </a:moveTo>
                    <a:cubicBezTo>
                      <a:pt x="4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6" y="2"/>
                      <a:pt x="7" y="1"/>
                      <a:pt x="9" y="1"/>
                    </a:cubicBezTo>
                    <a:cubicBezTo>
                      <a:pt x="10" y="1"/>
                      <a:pt x="11" y="1"/>
                      <a:pt x="11" y="2"/>
                    </a:cubicBezTo>
                    <a:cubicBezTo>
                      <a:pt x="12" y="3"/>
                      <a:pt x="10" y="5"/>
                      <a:pt x="9" y="5"/>
                    </a:cubicBezTo>
                    <a:cubicBezTo>
                      <a:pt x="7" y="6"/>
                      <a:pt x="5" y="6"/>
                      <a:pt x="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8" name="Freeform 2290">
                <a:extLst>
                  <a:ext uri="{FF2B5EF4-FFF2-40B4-BE49-F238E27FC236}">
                    <a16:creationId xmlns:a16="http://schemas.microsoft.com/office/drawing/2014/main" id="{AA924835-1051-4BEE-866B-1850BF6B3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593"/>
                <a:ext cx="4" cy="4"/>
              </a:xfrm>
              <a:custGeom>
                <a:avLst/>
                <a:gdLst>
                  <a:gd name="T0" fmla="*/ 2 w 11"/>
                  <a:gd name="T1" fmla="*/ 1 h 10"/>
                  <a:gd name="T2" fmla="*/ 5 w 11"/>
                  <a:gd name="T3" fmla="*/ 0 h 10"/>
                  <a:gd name="T4" fmla="*/ 7 w 11"/>
                  <a:gd name="T5" fmla="*/ 3 h 10"/>
                  <a:gd name="T6" fmla="*/ 10 w 11"/>
                  <a:gd name="T7" fmla="*/ 3 h 10"/>
                  <a:gd name="T8" fmla="*/ 11 w 11"/>
                  <a:gd name="T9" fmla="*/ 6 h 10"/>
                  <a:gd name="T10" fmla="*/ 3 w 11"/>
                  <a:gd name="T11" fmla="*/ 9 h 10"/>
                  <a:gd name="T12" fmla="*/ 0 w 11"/>
                  <a:gd name="T13" fmla="*/ 6 h 10"/>
                  <a:gd name="T14" fmla="*/ 2 w 11"/>
                  <a:gd name="T1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0">
                    <a:moveTo>
                      <a:pt x="2" y="1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6" y="2"/>
                      <a:pt x="7" y="3"/>
                    </a:cubicBezTo>
                    <a:cubicBezTo>
                      <a:pt x="8" y="3"/>
                      <a:pt x="9" y="3"/>
                      <a:pt x="10" y="3"/>
                    </a:cubicBezTo>
                    <a:cubicBezTo>
                      <a:pt x="11" y="4"/>
                      <a:pt x="11" y="5"/>
                      <a:pt x="11" y="6"/>
                    </a:cubicBezTo>
                    <a:cubicBezTo>
                      <a:pt x="10" y="10"/>
                      <a:pt x="6" y="10"/>
                      <a:pt x="3" y="9"/>
                    </a:cubicBezTo>
                    <a:cubicBezTo>
                      <a:pt x="1" y="9"/>
                      <a:pt x="0" y="8"/>
                      <a:pt x="0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9" name="Freeform 2291">
                <a:extLst>
                  <a:ext uri="{FF2B5EF4-FFF2-40B4-BE49-F238E27FC236}">
                    <a16:creationId xmlns:a16="http://schemas.microsoft.com/office/drawing/2014/main" id="{3F1ABA18-9A92-49E3-961A-7B0A8DF72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577"/>
                <a:ext cx="7" cy="14"/>
              </a:xfrm>
              <a:custGeom>
                <a:avLst/>
                <a:gdLst>
                  <a:gd name="T0" fmla="*/ 1 w 17"/>
                  <a:gd name="T1" fmla="*/ 26 h 34"/>
                  <a:gd name="T2" fmla="*/ 2 w 17"/>
                  <a:gd name="T3" fmla="*/ 24 h 34"/>
                  <a:gd name="T4" fmla="*/ 2 w 17"/>
                  <a:gd name="T5" fmla="*/ 22 h 34"/>
                  <a:gd name="T6" fmla="*/ 3 w 17"/>
                  <a:gd name="T7" fmla="*/ 17 h 34"/>
                  <a:gd name="T8" fmla="*/ 5 w 17"/>
                  <a:gd name="T9" fmla="*/ 10 h 34"/>
                  <a:gd name="T10" fmla="*/ 7 w 17"/>
                  <a:gd name="T11" fmla="*/ 2 h 34"/>
                  <a:gd name="T12" fmla="*/ 14 w 17"/>
                  <a:gd name="T13" fmla="*/ 1 h 34"/>
                  <a:gd name="T14" fmla="*/ 16 w 17"/>
                  <a:gd name="T15" fmla="*/ 1 h 34"/>
                  <a:gd name="T16" fmla="*/ 17 w 17"/>
                  <a:gd name="T17" fmla="*/ 4 h 34"/>
                  <a:gd name="T18" fmla="*/ 14 w 17"/>
                  <a:gd name="T19" fmla="*/ 10 h 34"/>
                  <a:gd name="T20" fmla="*/ 15 w 17"/>
                  <a:gd name="T21" fmla="*/ 17 h 34"/>
                  <a:gd name="T22" fmla="*/ 16 w 17"/>
                  <a:gd name="T23" fmla="*/ 23 h 34"/>
                  <a:gd name="T24" fmla="*/ 10 w 17"/>
                  <a:gd name="T25" fmla="*/ 33 h 34"/>
                  <a:gd name="T26" fmla="*/ 6 w 17"/>
                  <a:gd name="T27" fmla="*/ 33 h 34"/>
                  <a:gd name="T28" fmla="*/ 1 w 17"/>
                  <a:gd name="T29" fmla="*/ 32 h 34"/>
                  <a:gd name="T30" fmla="*/ 1 w 17"/>
                  <a:gd name="T31" fmla="*/ 30 h 34"/>
                  <a:gd name="T32" fmla="*/ 1 w 17"/>
                  <a:gd name="T33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4">
                    <a:moveTo>
                      <a:pt x="1" y="26"/>
                    </a:moveTo>
                    <a:cubicBezTo>
                      <a:pt x="1" y="25"/>
                      <a:pt x="2" y="25"/>
                      <a:pt x="2" y="24"/>
                    </a:cubicBezTo>
                    <a:cubicBezTo>
                      <a:pt x="2" y="23"/>
                      <a:pt x="2" y="22"/>
                      <a:pt x="2" y="22"/>
                    </a:cubicBezTo>
                    <a:cubicBezTo>
                      <a:pt x="2" y="20"/>
                      <a:pt x="3" y="19"/>
                      <a:pt x="3" y="17"/>
                    </a:cubicBezTo>
                    <a:cubicBezTo>
                      <a:pt x="4" y="15"/>
                      <a:pt x="4" y="12"/>
                      <a:pt x="5" y="10"/>
                    </a:cubicBezTo>
                    <a:cubicBezTo>
                      <a:pt x="6" y="8"/>
                      <a:pt x="5" y="4"/>
                      <a:pt x="7" y="2"/>
                    </a:cubicBezTo>
                    <a:cubicBezTo>
                      <a:pt x="8" y="0"/>
                      <a:pt x="12" y="1"/>
                      <a:pt x="14" y="1"/>
                    </a:cubicBezTo>
                    <a:cubicBezTo>
                      <a:pt x="15" y="1"/>
                      <a:pt x="16" y="0"/>
                      <a:pt x="16" y="1"/>
                    </a:cubicBezTo>
                    <a:cubicBezTo>
                      <a:pt x="17" y="1"/>
                      <a:pt x="17" y="3"/>
                      <a:pt x="17" y="4"/>
                    </a:cubicBezTo>
                    <a:cubicBezTo>
                      <a:pt x="16" y="6"/>
                      <a:pt x="14" y="8"/>
                      <a:pt x="14" y="10"/>
                    </a:cubicBezTo>
                    <a:cubicBezTo>
                      <a:pt x="14" y="12"/>
                      <a:pt x="15" y="15"/>
                      <a:pt x="15" y="17"/>
                    </a:cubicBezTo>
                    <a:cubicBezTo>
                      <a:pt x="15" y="19"/>
                      <a:pt x="15" y="21"/>
                      <a:pt x="16" y="23"/>
                    </a:cubicBezTo>
                    <a:cubicBezTo>
                      <a:pt x="17" y="27"/>
                      <a:pt x="14" y="32"/>
                      <a:pt x="10" y="33"/>
                    </a:cubicBezTo>
                    <a:cubicBezTo>
                      <a:pt x="9" y="34"/>
                      <a:pt x="7" y="33"/>
                      <a:pt x="6" y="33"/>
                    </a:cubicBezTo>
                    <a:cubicBezTo>
                      <a:pt x="5" y="33"/>
                      <a:pt x="1" y="33"/>
                      <a:pt x="1" y="32"/>
                    </a:cubicBezTo>
                    <a:cubicBezTo>
                      <a:pt x="0" y="32"/>
                      <a:pt x="1" y="30"/>
                      <a:pt x="1" y="30"/>
                    </a:cubicBezTo>
                    <a:cubicBezTo>
                      <a:pt x="1" y="29"/>
                      <a:pt x="0" y="27"/>
                      <a:pt x="1" y="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0" name="Freeform 2292">
                <a:extLst>
                  <a:ext uri="{FF2B5EF4-FFF2-40B4-BE49-F238E27FC236}">
                    <a16:creationId xmlns:a16="http://schemas.microsoft.com/office/drawing/2014/main" id="{74EAB8BA-C347-4689-AC5D-2FCD19349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621"/>
                <a:ext cx="2" cy="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4 h 6"/>
                  <a:gd name="T4" fmla="*/ 2 w 5"/>
                  <a:gd name="T5" fmla="*/ 6 h 6"/>
                  <a:gd name="T6" fmla="*/ 1 w 5"/>
                  <a:gd name="T7" fmla="*/ 2 h 6"/>
                  <a:gd name="T8" fmla="*/ 4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5" y="1"/>
                      <a:pt x="5" y="3"/>
                      <a:pt x="5" y="4"/>
                    </a:cubicBezTo>
                    <a:cubicBezTo>
                      <a:pt x="5" y="6"/>
                      <a:pt x="3" y="6"/>
                      <a:pt x="2" y="6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1" name="Freeform 2293">
                <a:extLst>
                  <a:ext uri="{FF2B5EF4-FFF2-40B4-BE49-F238E27FC236}">
                    <a16:creationId xmlns:a16="http://schemas.microsoft.com/office/drawing/2014/main" id="{E4C6B453-34E4-4689-B714-E20BABB25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624"/>
                <a:ext cx="2" cy="2"/>
              </a:xfrm>
              <a:custGeom>
                <a:avLst/>
                <a:gdLst>
                  <a:gd name="T0" fmla="*/ 2 w 6"/>
                  <a:gd name="T1" fmla="*/ 0 h 6"/>
                  <a:gd name="T2" fmla="*/ 4 w 6"/>
                  <a:gd name="T3" fmla="*/ 0 h 6"/>
                  <a:gd name="T4" fmla="*/ 6 w 6"/>
                  <a:gd name="T5" fmla="*/ 3 h 6"/>
                  <a:gd name="T6" fmla="*/ 2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3" y="0"/>
                      <a:pt x="4" y="0"/>
                      <a:pt x="4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4" y="6"/>
                      <a:pt x="0" y="1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2" name="Freeform 2294">
                <a:extLst>
                  <a:ext uri="{FF2B5EF4-FFF2-40B4-BE49-F238E27FC236}">
                    <a16:creationId xmlns:a16="http://schemas.microsoft.com/office/drawing/2014/main" id="{BA491F99-50DA-40A6-8CF7-4F913F97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609"/>
                <a:ext cx="2" cy="2"/>
              </a:xfrm>
              <a:custGeom>
                <a:avLst/>
                <a:gdLst>
                  <a:gd name="T0" fmla="*/ 5 w 6"/>
                  <a:gd name="T1" fmla="*/ 4 h 6"/>
                  <a:gd name="T2" fmla="*/ 2 w 6"/>
                  <a:gd name="T3" fmla="*/ 6 h 6"/>
                  <a:gd name="T4" fmla="*/ 1 w 6"/>
                  <a:gd name="T5" fmla="*/ 3 h 6"/>
                  <a:gd name="T6" fmla="*/ 5 w 6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4" y="6"/>
                      <a:pt x="2" y="6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0" y="0"/>
                      <a:pt x="6" y="1"/>
                      <a:pt x="5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3" name="Freeform 2295">
                <a:extLst>
                  <a:ext uri="{FF2B5EF4-FFF2-40B4-BE49-F238E27FC236}">
                    <a16:creationId xmlns:a16="http://schemas.microsoft.com/office/drawing/2014/main" id="{FD4DE314-C691-4D95-A775-EC9AE2A08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609"/>
                <a:ext cx="2" cy="4"/>
              </a:xfrm>
              <a:custGeom>
                <a:avLst/>
                <a:gdLst>
                  <a:gd name="T0" fmla="*/ 0 w 6"/>
                  <a:gd name="T1" fmla="*/ 5 h 9"/>
                  <a:gd name="T2" fmla="*/ 0 w 6"/>
                  <a:gd name="T3" fmla="*/ 3 h 9"/>
                  <a:gd name="T4" fmla="*/ 4 w 6"/>
                  <a:gd name="T5" fmla="*/ 1 h 9"/>
                  <a:gd name="T6" fmla="*/ 5 w 6"/>
                  <a:gd name="T7" fmla="*/ 5 h 9"/>
                  <a:gd name="T8" fmla="*/ 5 w 6"/>
                  <a:gd name="T9" fmla="*/ 8 h 9"/>
                  <a:gd name="T10" fmla="*/ 0 w 6"/>
                  <a:gd name="T11" fmla="*/ 6 h 9"/>
                  <a:gd name="T12" fmla="*/ 0 w 6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5" y="2"/>
                      <a:pt x="4" y="3"/>
                      <a:pt x="5" y="5"/>
                    </a:cubicBezTo>
                    <a:cubicBezTo>
                      <a:pt x="5" y="6"/>
                      <a:pt x="6" y="7"/>
                      <a:pt x="5" y="8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4" name="Freeform 2296">
                <a:extLst>
                  <a:ext uri="{FF2B5EF4-FFF2-40B4-BE49-F238E27FC236}">
                    <a16:creationId xmlns:a16="http://schemas.microsoft.com/office/drawing/2014/main" id="{1966B17F-3ED2-4BFD-BC4D-74DA476FE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613"/>
                <a:ext cx="10" cy="6"/>
              </a:xfrm>
              <a:custGeom>
                <a:avLst/>
                <a:gdLst>
                  <a:gd name="T0" fmla="*/ 1 w 25"/>
                  <a:gd name="T1" fmla="*/ 6 h 15"/>
                  <a:gd name="T2" fmla="*/ 1 w 25"/>
                  <a:gd name="T3" fmla="*/ 6 h 15"/>
                  <a:gd name="T4" fmla="*/ 1 w 25"/>
                  <a:gd name="T5" fmla="*/ 5 h 15"/>
                  <a:gd name="T6" fmla="*/ 0 w 25"/>
                  <a:gd name="T7" fmla="*/ 3 h 15"/>
                  <a:gd name="T8" fmla="*/ 1 w 25"/>
                  <a:gd name="T9" fmla="*/ 0 h 15"/>
                  <a:gd name="T10" fmla="*/ 3 w 25"/>
                  <a:gd name="T11" fmla="*/ 0 h 15"/>
                  <a:gd name="T12" fmla="*/ 9 w 25"/>
                  <a:gd name="T13" fmla="*/ 2 h 15"/>
                  <a:gd name="T14" fmla="*/ 12 w 25"/>
                  <a:gd name="T15" fmla="*/ 5 h 15"/>
                  <a:gd name="T16" fmla="*/ 16 w 25"/>
                  <a:gd name="T17" fmla="*/ 7 h 15"/>
                  <a:gd name="T18" fmla="*/ 20 w 25"/>
                  <a:gd name="T19" fmla="*/ 9 h 15"/>
                  <a:gd name="T20" fmla="*/ 24 w 25"/>
                  <a:gd name="T21" fmla="*/ 10 h 15"/>
                  <a:gd name="T22" fmla="*/ 20 w 25"/>
                  <a:gd name="T23" fmla="*/ 14 h 15"/>
                  <a:gd name="T24" fmla="*/ 14 w 25"/>
                  <a:gd name="T25" fmla="*/ 15 h 15"/>
                  <a:gd name="T26" fmla="*/ 6 w 25"/>
                  <a:gd name="T27" fmla="*/ 12 h 15"/>
                  <a:gd name="T28" fmla="*/ 1 w 25"/>
                  <a:gd name="T29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15">
                    <a:moveTo>
                      <a:pt x="1" y="6"/>
                    </a:moveTo>
                    <a:cubicBezTo>
                      <a:pt x="1" y="6"/>
                      <a:pt x="1" y="5"/>
                      <a:pt x="1" y="6"/>
                    </a:cubicBezTo>
                    <a:cubicBezTo>
                      <a:pt x="2" y="7"/>
                      <a:pt x="1" y="5"/>
                      <a:pt x="1" y="5"/>
                    </a:cubicBezTo>
                    <a:cubicBezTo>
                      <a:pt x="1" y="5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9" y="2"/>
                    </a:cubicBezTo>
                    <a:cubicBezTo>
                      <a:pt x="10" y="3"/>
                      <a:pt x="10" y="5"/>
                      <a:pt x="12" y="5"/>
                    </a:cubicBezTo>
                    <a:cubicBezTo>
                      <a:pt x="13" y="6"/>
                      <a:pt x="15" y="6"/>
                      <a:pt x="16" y="7"/>
                    </a:cubicBezTo>
                    <a:cubicBezTo>
                      <a:pt x="17" y="8"/>
                      <a:pt x="19" y="8"/>
                      <a:pt x="20" y="9"/>
                    </a:cubicBezTo>
                    <a:cubicBezTo>
                      <a:pt x="22" y="9"/>
                      <a:pt x="23" y="8"/>
                      <a:pt x="24" y="10"/>
                    </a:cubicBezTo>
                    <a:cubicBezTo>
                      <a:pt x="25" y="13"/>
                      <a:pt x="22" y="14"/>
                      <a:pt x="20" y="14"/>
                    </a:cubicBezTo>
                    <a:cubicBezTo>
                      <a:pt x="18" y="15"/>
                      <a:pt x="16" y="15"/>
                      <a:pt x="14" y="15"/>
                    </a:cubicBezTo>
                    <a:cubicBezTo>
                      <a:pt x="11" y="15"/>
                      <a:pt x="9" y="14"/>
                      <a:pt x="6" y="12"/>
                    </a:cubicBezTo>
                    <a:cubicBezTo>
                      <a:pt x="3" y="11"/>
                      <a:pt x="2" y="8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5" name="Freeform 2297">
                <a:extLst>
                  <a:ext uri="{FF2B5EF4-FFF2-40B4-BE49-F238E27FC236}">
                    <a16:creationId xmlns:a16="http://schemas.microsoft.com/office/drawing/2014/main" id="{AAC29F62-5873-4C66-9461-6293864D0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593"/>
                <a:ext cx="11" cy="20"/>
              </a:xfrm>
              <a:custGeom>
                <a:avLst/>
                <a:gdLst>
                  <a:gd name="T0" fmla="*/ 11 w 28"/>
                  <a:gd name="T1" fmla="*/ 30 h 50"/>
                  <a:gd name="T2" fmla="*/ 10 w 28"/>
                  <a:gd name="T3" fmla="*/ 30 h 50"/>
                  <a:gd name="T4" fmla="*/ 9 w 28"/>
                  <a:gd name="T5" fmla="*/ 28 h 50"/>
                  <a:gd name="T6" fmla="*/ 8 w 28"/>
                  <a:gd name="T7" fmla="*/ 27 h 50"/>
                  <a:gd name="T8" fmla="*/ 7 w 28"/>
                  <a:gd name="T9" fmla="*/ 27 h 50"/>
                  <a:gd name="T10" fmla="*/ 5 w 28"/>
                  <a:gd name="T11" fmla="*/ 25 h 50"/>
                  <a:gd name="T12" fmla="*/ 2 w 28"/>
                  <a:gd name="T13" fmla="*/ 21 h 50"/>
                  <a:gd name="T14" fmla="*/ 3 w 28"/>
                  <a:gd name="T15" fmla="*/ 16 h 50"/>
                  <a:gd name="T16" fmla="*/ 0 w 28"/>
                  <a:gd name="T17" fmla="*/ 5 h 50"/>
                  <a:gd name="T18" fmla="*/ 7 w 28"/>
                  <a:gd name="T19" fmla="*/ 2 h 50"/>
                  <a:gd name="T20" fmla="*/ 11 w 28"/>
                  <a:gd name="T21" fmla="*/ 9 h 50"/>
                  <a:gd name="T22" fmla="*/ 14 w 28"/>
                  <a:gd name="T23" fmla="*/ 14 h 50"/>
                  <a:gd name="T24" fmla="*/ 14 w 28"/>
                  <a:gd name="T25" fmla="*/ 16 h 50"/>
                  <a:gd name="T26" fmla="*/ 12 w 28"/>
                  <a:gd name="T27" fmla="*/ 18 h 50"/>
                  <a:gd name="T28" fmla="*/ 12 w 28"/>
                  <a:gd name="T29" fmla="*/ 22 h 50"/>
                  <a:gd name="T30" fmla="*/ 16 w 28"/>
                  <a:gd name="T31" fmla="*/ 26 h 50"/>
                  <a:gd name="T32" fmla="*/ 20 w 28"/>
                  <a:gd name="T33" fmla="*/ 29 h 50"/>
                  <a:gd name="T34" fmla="*/ 26 w 28"/>
                  <a:gd name="T35" fmla="*/ 38 h 50"/>
                  <a:gd name="T36" fmla="*/ 28 w 28"/>
                  <a:gd name="T37" fmla="*/ 44 h 50"/>
                  <a:gd name="T38" fmla="*/ 26 w 28"/>
                  <a:gd name="T39" fmla="*/ 49 h 50"/>
                  <a:gd name="T40" fmla="*/ 19 w 28"/>
                  <a:gd name="T41" fmla="*/ 46 h 50"/>
                  <a:gd name="T42" fmla="*/ 14 w 28"/>
                  <a:gd name="T43" fmla="*/ 37 h 50"/>
                  <a:gd name="T44" fmla="*/ 13 w 28"/>
                  <a:gd name="T45" fmla="*/ 33 h 50"/>
                  <a:gd name="T46" fmla="*/ 11 w 28"/>
                  <a:gd name="T47" fmla="*/ 3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50">
                    <a:moveTo>
                      <a:pt x="11" y="30"/>
                    </a:moveTo>
                    <a:cubicBezTo>
                      <a:pt x="11" y="30"/>
                      <a:pt x="11" y="30"/>
                      <a:pt x="10" y="30"/>
                    </a:cubicBezTo>
                    <a:cubicBezTo>
                      <a:pt x="10" y="30"/>
                      <a:pt x="9" y="29"/>
                      <a:pt x="9" y="28"/>
                    </a:cubicBezTo>
                    <a:cubicBezTo>
                      <a:pt x="9" y="28"/>
                      <a:pt x="8" y="27"/>
                      <a:pt x="8" y="27"/>
                    </a:cubicBezTo>
                    <a:cubicBezTo>
                      <a:pt x="8" y="27"/>
                      <a:pt x="7" y="27"/>
                      <a:pt x="7" y="27"/>
                    </a:cubicBezTo>
                    <a:cubicBezTo>
                      <a:pt x="6" y="26"/>
                      <a:pt x="5" y="26"/>
                      <a:pt x="5" y="25"/>
                    </a:cubicBezTo>
                    <a:cubicBezTo>
                      <a:pt x="3" y="24"/>
                      <a:pt x="2" y="23"/>
                      <a:pt x="2" y="21"/>
                    </a:cubicBezTo>
                    <a:cubicBezTo>
                      <a:pt x="2" y="19"/>
                      <a:pt x="3" y="18"/>
                      <a:pt x="3" y="16"/>
                    </a:cubicBezTo>
                    <a:cubicBezTo>
                      <a:pt x="3" y="12"/>
                      <a:pt x="0" y="9"/>
                      <a:pt x="0" y="5"/>
                    </a:cubicBezTo>
                    <a:cubicBezTo>
                      <a:pt x="0" y="1"/>
                      <a:pt x="4" y="0"/>
                      <a:pt x="7" y="2"/>
                    </a:cubicBezTo>
                    <a:cubicBezTo>
                      <a:pt x="9" y="4"/>
                      <a:pt x="10" y="7"/>
                      <a:pt x="11" y="9"/>
                    </a:cubicBezTo>
                    <a:cubicBezTo>
                      <a:pt x="13" y="10"/>
                      <a:pt x="14" y="12"/>
                      <a:pt x="14" y="14"/>
                    </a:cubicBezTo>
                    <a:cubicBezTo>
                      <a:pt x="15" y="14"/>
                      <a:pt x="15" y="16"/>
                      <a:pt x="14" y="16"/>
                    </a:cubicBezTo>
                    <a:cubicBezTo>
                      <a:pt x="14" y="18"/>
                      <a:pt x="13" y="17"/>
                      <a:pt x="12" y="18"/>
                    </a:cubicBezTo>
                    <a:cubicBezTo>
                      <a:pt x="10" y="18"/>
                      <a:pt x="12" y="20"/>
                      <a:pt x="12" y="22"/>
                    </a:cubicBezTo>
                    <a:cubicBezTo>
                      <a:pt x="13" y="23"/>
                      <a:pt x="15" y="24"/>
                      <a:pt x="16" y="26"/>
                    </a:cubicBezTo>
                    <a:cubicBezTo>
                      <a:pt x="17" y="27"/>
                      <a:pt x="18" y="28"/>
                      <a:pt x="20" y="29"/>
                    </a:cubicBezTo>
                    <a:cubicBezTo>
                      <a:pt x="25" y="30"/>
                      <a:pt x="25" y="34"/>
                      <a:pt x="26" y="38"/>
                    </a:cubicBezTo>
                    <a:cubicBezTo>
                      <a:pt x="27" y="40"/>
                      <a:pt x="28" y="42"/>
                      <a:pt x="28" y="44"/>
                    </a:cubicBezTo>
                    <a:cubicBezTo>
                      <a:pt x="28" y="47"/>
                      <a:pt x="28" y="48"/>
                      <a:pt x="26" y="49"/>
                    </a:cubicBezTo>
                    <a:cubicBezTo>
                      <a:pt x="22" y="50"/>
                      <a:pt x="21" y="48"/>
                      <a:pt x="19" y="46"/>
                    </a:cubicBezTo>
                    <a:cubicBezTo>
                      <a:pt x="17" y="43"/>
                      <a:pt x="15" y="40"/>
                      <a:pt x="14" y="37"/>
                    </a:cubicBezTo>
                    <a:cubicBezTo>
                      <a:pt x="14" y="36"/>
                      <a:pt x="14" y="35"/>
                      <a:pt x="13" y="33"/>
                    </a:cubicBezTo>
                    <a:cubicBezTo>
                      <a:pt x="13" y="32"/>
                      <a:pt x="12" y="30"/>
                      <a:pt x="11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6" name="Freeform 2298">
                <a:extLst>
                  <a:ext uri="{FF2B5EF4-FFF2-40B4-BE49-F238E27FC236}">
                    <a16:creationId xmlns:a16="http://schemas.microsoft.com/office/drawing/2014/main" id="{EBB65393-3A09-46C9-8F06-D42664A66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319"/>
                <a:ext cx="5" cy="6"/>
              </a:xfrm>
              <a:custGeom>
                <a:avLst/>
                <a:gdLst>
                  <a:gd name="T0" fmla="*/ 2 w 11"/>
                  <a:gd name="T1" fmla="*/ 4 h 15"/>
                  <a:gd name="T2" fmla="*/ 7 w 11"/>
                  <a:gd name="T3" fmla="*/ 1 h 15"/>
                  <a:gd name="T4" fmla="*/ 7 w 11"/>
                  <a:gd name="T5" fmla="*/ 9 h 15"/>
                  <a:gd name="T6" fmla="*/ 3 w 11"/>
                  <a:gd name="T7" fmla="*/ 14 h 15"/>
                  <a:gd name="T8" fmla="*/ 0 w 11"/>
                  <a:gd name="T9" fmla="*/ 11 h 15"/>
                  <a:gd name="T10" fmla="*/ 2 w 11"/>
                  <a:gd name="T11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2" y="4"/>
                    </a:moveTo>
                    <a:cubicBezTo>
                      <a:pt x="3" y="2"/>
                      <a:pt x="5" y="0"/>
                      <a:pt x="7" y="1"/>
                    </a:cubicBezTo>
                    <a:cubicBezTo>
                      <a:pt x="11" y="2"/>
                      <a:pt x="8" y="7"/>
                      <a:pt x="7" y="9"/>
                    </a:cubicBezTo>
                    <a:cubicBezTo>
                      <a:pt x="6" y="10"/>
                      <a:pt x="4" y="13"/>
                      <a:pt x="3" y="14"/>
                    </a:cubicBezTo>
                    <a:cubicBezTo>
                      <a:pt x="1" y="15"/>
                      <a:pt x="0" y="12"/>
                      <a:pt x="0" y="11"/>
                    </a:cubicBezTo>
                    <a:cubicBezTo>
                      <a:pt x="0" y="8"/>
                      <a:pt x="1" y="6"/>
                      <a:pt x="2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7" name="Freeform 2299">
                <a:extLst>
                  <a:ext uri="{FF2B5EF4-FFF2-40B4-BE49-F238E27FC236}">
                    <a16:creationId xmlns:a16="http://schemas.microsoft.com/office/drawing/2014/main" id="{047F3542-3A84-411D-8BDA-5BBC52037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326"/>
                <a:ext cx="4" cy="3"/>
              </a:xfrm>
              <a:custGeom>
                <a:avLst/>
                <a:gdLst>
                  <a:gd name="T0" fmla="*/ 1 w 10"/>
                  <a:gd name="T1" fmla="*/ 6 h 9"/>
                  <a:gd name="T2" fmla="*/ 4 w 10"/>
                  <a:gd name="T3" fmla="*/ 2 h 9"/>
                  <a:gd name="T4" fmla="*/ 10 w 10"/>
                  <a:gd name="T5" fmla="*/ 2 h 9"/>
                  <a:gd name="T6" fmla="*/ 6 w 10"/>
                  <a:gd name="T7" fmla="*/ 7 h 9"/>
                  <a:gd name="T8" fmla="*/ 1 w 10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6"/>
                    </a:moveTo>
                    <a:cubicBezTo>
                      <a:pt x="0" y="3"/>
                      <a:pt x="2" y="2"/>
                      <a:pt x="4" y="2"/>
                    </a:cubicBezTo>
                    <a:cubicBezTo>
                      <a:pt x="5" y="1"/>
                      <a:pt x="10" y="0"/>
                      <a:pt x="10" y="2"/>
                    </a:cubicBezTo>
                    <a:cubicBezTo>
                      <a:pt x="10" y="4"/>
                      <a:pt x="7" y="6"/>
                      <a:pt x="6" y="7"/>
                    </a:cubicBezTo>
                    <a:cubicBezTo>
                      <a:pt x="4" y="9"/>
                      <a:pt x="2" y="8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8" name="Freeform 2300">
                <a:extLst>
                  <a:ext uri="{FF2B5EF4-FFF2-40B4-BE49-F238E27FC236}">
                    <a16:creationId xmlns:a16="http://schemas.microsoft.com/office/drawing/2014/main" id="{EE81B0E3-2EE8-49E1-90A4-A4697E5C7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319"/>
                <a:ext cx="6" cy="6"/>
              </a:xfrm>
              <a:custGeom>
                <a:avLst/>
                <a:gdLst>
                  <a:gd name="T0" fmla="*/ 2 w 13"/>
                  <a:gd name="T1" fmla="*/ 8 h 15"/>
                  <a:gd name="T2" fmla="*/ 5 w 13"/>
                  <a:gd name="T3" fmla="*/ 5 h 15"/>
                  <a:gd name="T4" fmla="*/ 6 w 13"/>
                  <a:gd name="T5" fmla="*/ 3 h 15"/>
                  <a:gd name="T6" fmla="*/ 11 w 13"/>
                  <a:gd name="T7" fmla="*/ 2 h 15"/>
                  <a:gd name="T8" fmla="*/ 11 w 13"/>
                  <a:gd name="T9" fmla="*/ 7 h 15"/>
                  <a:gd name="T10" fmla="*/ 7 w 13"/>
                  <a:gd name="T11" fmla="*/ 12 h 15"/>
                  <a:gd name="T12" fmla="*/ 2 w 13"/>
                  <a:gd name="T13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">
                    <a:moveTo>
                      <a:pt x="2" y="8"/>
                    </a:moveTo>
                    <a:cubicBezTo>
                      <a:pt x="3" y="7"/>
                      <a:pt x="4" y="6"/>
                      <a:pt x="5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8" y="0"/>
                      <a:pt x="10" y="0"/>
                      <a:pt x="11" y="2"/>
                    </a:cubicBezTo>
                    <a:cubicBezTo>
                      <a:pt x="13" y="4"/>
                      <a:pt x="12" y="6"/>
                      <a:pt x="11" y="7"/>
                    </a:cubicBezTo>
                    <a:cubicBezTo>
                      <a:pt x="10" y="9"/>
                      <a:pt x="9" y="11"/>
                      <a:pt x="7" y="12"/>
                    </a:cubicBezTo>
                    <a:cubicBezTo>
                      <a:pt x="4" y="15"/>
                      <a:pt x="0" y="12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9" name="Freeform 2301">
                <a:extLst>
                  <a:ext uri="{FF2B5EF4-FFF2-40B4-BE49-F238E27FC236}">
                    <a16:creationId xmlns:a16="http://schemas.microsoft.com/office/drawing/2014/main" id="{DD136C65-0C78-4612-9C56-D7B827910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353"/>
                <a:ext cx="4" cy="3"/>
              </a:xfrm>
              <a:custGeom>
                <a:avLst/>
                <a:gdLst>
                  <a:gd name="T0" fmla="*/ 1 w 9"/>
                  <a:gd name="T1" fmla="*/ 3 h 7"/>
                  <a:gd name="T2" fmla="*/ 3 w 9"/>
                  <a:gd name="T3" fmla="*/ 1 h 7"/>
                  <a:gd name="T4" fmla="*/ 7 w 9"/>
                  <a:gd name="T5" fmla="*/ 1 h 7"/>
                  <a:gd name="T6" fmla="*/ 8 w 9"/>
                  <a:gd name="T7" fmla="*/ 5 h 7"/>
                  <a:gd name="T8" fmla="*/ 4 w 9"/>
                  <a:gd name="T9" fmla="*/ 7 h 7"/>
                  <a:gd name="T10" fmla="*/ 3 w 9"/>
                  <a:gd name="T11" fmla="*/ 5 h 7"/>
                  <a:gd name="T12" fmla="*/ 1 w 9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1" y="3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1"/>
                      <a:pt x="6" y="0"/>
                      <a:pt x="7" y="1"/>
                    </a:cubicBezTo>
                    <a:cubicBezTo>
                      <a:pt x="8" y="2"/>
                      <a:pt x="9" y="4"/>
                      <a:pt x="8" y="5"/>
                    </a:cubicBezTo>
                    <a:cubicBezTo>
                      <a:pt x="8" y="6"/>
                      <a:pt x="5" y="7"/>
                      <a:pt x="4" y="7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0" name="Freeform 2302">
                <a:extLst>
                  <a:ext uri="{FF2B5EF4-FFF2-40B4-BE49-F238E27FC236}">
                    <a16:creationId xmlns:a16="http://schemas.microsoft.com/office/drawing/2014/main" id="{750FF8CE-B3F9-4464-83C0-E1363BB90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357"/>
                <a:ext cx="7" cy="7"/>
              </a:xfrm>
              <a:custGeom>
                <a:avLst/>
                <a:gdLst>
                  <a:gd name="T0" fmla="*/ 4 w 17"/>
                  <a:gd name="T1" fmla="*/ 17 h 18"/>
                  <a:gd name="T2" fmla="*/ 4 w 17"/>
                  <a:gd name="T3" fmla="*/ 17 h 18"/>
                  <a:gd name="T4" fmla="*/ 1 w 17"/>
                  <a:gd name="T5" fmla="*/ 17 h 18"/>
                  <a:gd name="T6" fmla="*/ 0 w 17"/>
                  <a:gd name="T7" fmla="*/ 14 h 18"/>
                  <a:gd name="T8" fmla="*/ 1 w 17"/>
                  <a:gd name="T9" fmla="*/ 12 h 18"/>
                  <a:gd name="T10" fmla="*/ 1 w 17"/>
                  <a:gd name="T11" fmla="*/ 10 h 18"/>
                  <a:gd name="T12" fmla="*/ 1 w 17"/>
                  <a:gd name="T13" fmla="*/ 5 h 18"/>
                  <a:gd name="T14" fmla="*/ 5 w 17"/>
                  <a:gd name="T15" fmla="*/ 3 h 18"/>
                  <a:gd name="T16" fmla="*/ 5 w 17"/>
                  <a:gd name="T17" fmla="*/ 1 h 18"/>
                  <a:gd name="T18" fmla="*/ 8 w 17"/>
                  <a:gd name="T19" fmla="*/ 0 h 18"/>
                  <a:gd name="T20" fmla="*/ 16 w 17"/>
                  <a:gd name="T21" fmla="*/ 5 h 18"/>
                  <a:gd name="T22" fmla="*/ 14 w 17"/>
                  <a:gd name="T23" fmla="*/ 14 h 18"/>
                  <a:gd name="T24" fmla="*/ 4 w 17"/>
                  <a:gd name="T2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8">
                    <a:moveTo>
                      <a:pt x="4" y="17"/>
                    </a:move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7"/>
                      <a:pt x="0" y="15"/>
                      <a:pt x="0" y="14"/>
                    </a:cubicBezTo>
                    <a:cubicBezTo>
                      <a:pt x="0" y="13"/>
                      <a:pt x="0" y="13"/>
                      <a:pt x="1" y="12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0" y="8"/>
                      <a:pt x="0" y="7"/>
                      <a:pt x="1" y="5"/>
                    </a:cubicBezTo>
                    <a:cubicBezTo>
                      <a:pt x="2" y="4"/>
                      <a:pt x="4" y="4"/>
                      <a:pt x="5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6" y="0"/>
                      <a:pt x="7" y="1"/>
                      <a:pt x="8" y="0"/>
                    </a:cubicBezTo>
                    <a:cubicBezTo>
                      <a:pt x="11" y="0"/>
                      <a:pt x="15" y="2"/>
                      <a:pt x="16" y="5"/>
                    </a:cubicBezTo>
                    <a:cubicBezTo>
                      <a:pt x="17" y="8"/>
                      <a:pt x="16" y="12"/>
                      <a:pt x="14" y="14"/>
                    </a:cubicBezTo>
                    <a:cubicBezTo>
                      <a:pt x="11" y="18"/>
                      <a:pt x="7" y="17"/>
                      <a:pt x="4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1" name="Freeform 2303">
                <a:extLst>
                  <a:ext uri="{FF2B5EF4-FFF2-40B4-BE49-F238E27FC236}">
                    <a16:creationId xmlns:a16="http://schemas.microsoft.com/office/drawing/2014/main" id="{8A956ABB-1AC7-45DB-B706-61BC70568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366"/>
                <a:ext cx="5" cy="2"/>
              </a:xfrm>
              <a:custGeom>
                <a:avLst/>
                <a:gdLst>
                  <a:gd name="T0" fmla="*/ 6 w 11"/>
                  <a:gd name="T1" fmla="*/ 0 h 7"/>
                  <a:gd name="T2" fmla="*/ 9 w 11"/>
                  <a:gd name="T3" fmla="*/ 2 h 7"/>
                  <a:gd name="T4" fmla="*/ 2 w 11"/>
                  <a:gd name="T5" fmla="*/ 6 h 7"/>
                  <a:gd name="T6" fmla="*/ 1 w 11"/>
                  <a:gd name="T7" fmla="*/ 2 h 7"/>
                  <a:gd name="T8" fmla="*/ 6 w 1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6" y="0"/>
                    </a:moveTo>
                    <a:cubicBezTo>
                      <a:pt x="7" y="0"/>
                      <a:pt x="9" y="0"/>
                      <a:pt x="9" y="2"/>
                    </a:cubicBezTo>
                    <a:cubicBezTo>
                      <a:pt x="11" y="6"/>
                      <a:pt x="5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2" name="Freeform 2304">
                <a:extLst>
                  <a:ext uri="{FF2B5EF4-FFF2-40B4-BE49-F238E27FC236}">
                    <a16:creationId xmlns:a16="http://schemas.microsoft.com/office/drawing/2014/main" id="{EA1F1492-84F2-4339-83D9-C6330723C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368"/>
                <a:ext cx="6" cy="9"/>
              </a:xfrm>
              <a:custGeom>
                <a:avLst/>
                <a:gdLst>
                  <a:gd name="T0" fmla="*/ 4 w 14"/>
                  <a:gd name="T1" fmla="*/ 11 h 21"/>
                  <a:gd name="T2" fmla="*/ 4 w 14"/>
                  <a:gd name="T3" fmla="*/ 7 h 21"/>
                  <a:gd name="T4" fmla="*/ 7 w 14"/>
                  <a:gd name="T5" fmla="*/ 3 h 21"/>
                  <a:gd name="T6" fmla="*/ 12 w 14"/>
                  <a:gd name="T7" fmla="*/ 1 h 21"/>
                  <a:gd name="T8" fmla="*/ 14 w 14"/>
                  <a:gd name="T9" fmla="*/ 5 h 21"/>
                  <a:gd name="T10" fmla="*/ 12 w 14"/>
                  <a:gd name="T11" fmla="*/ 10 h 21"/>
                  <a:gd name="T12" fmla="*/ 12 w 14"/>
                  <a:gd name="T13" fmla="*/ 13 h 21"/>
                  <a:gd name="T14" fmla="*/ 9 w 14"/>
                  <a:gd name="T15" fmla="*/ 16 h 21"/>
                  <a:gd name="T16" fmla="*/ 2 w 14"/>
                  <a:gd name="T17" fmla="*/ 19 h 21"/>
                  <a:gd name="T18" fmla="*/ 4 w 14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21">
                    <a:moveTo>
                      <a:pt x="4" y="11"/>
                    </a:moveTo>
                    <a:cubicBezTo>
                      <a:pt x="4" y="9"/>
                      <a:pt x="4" y="8"/>
                      <a:pt x="4" y="7"/>
                    </a:cubicBezTo>
                    <a:cubicBezTo>
                      <a:pt x="5" y="5"/>
                      <a:pt x="5" y="4"/>
                      <a:pt x="7" y="3"/>
                    </a:cubicBezTo>
                    <a:cubicBezTo>
                      <a:pt x="8" y="2"/>
                      <a:pt x="10" y="0"/>
                      <a:pt x="12" y="1"/>
                    </a:cubicBezTo>
                    <a:cubicBezTo>
                      <a:pt x="13" y="2"/>
                      <a:pt x="13" y="4"/>
                      <a:pt x="14" y="5"/>
                    </a:cubicBezTo>
                    <a:cubicBezTo>
                      <a:pt x="14" y="7"/>
                      <a:pt x="13" y="8"/>
                      <a:pt x="12" y="10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0" y="15"/>
                      <a:pt x="9" y="14"/>
                      <a:pt x="9" y="16"/>
                    </a:cubicBezTo>
                    <a:cubicBezTo>
                      <a:pt x="8" y="18"/>
                      <a:pt x="5" y="21"/>
                      <a:pt x="2" y="19"/>
                    </a:cubicBezTo>
                    <a:cubicBezTo>
                      <a:pt x="0" y="17"/>
                      <a:pt x="3" y="13"/>
                      <a:pt x="4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3" name="Freeform 2305">
                <a:extLst>
                  <a:ext uri="{FF2B5EF4-FFF2-40B4-BE49-F238E27FC236}">
                    <a16:creationId xmlns:a16="http://schemas.microsoft.com/office/drawing/2014/main" id="{E6E3185E-2BB3-4E8B-B453-7160B740F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391"/>
                <a:ext cx="4" cy="4"/>
              </a:xfrm>
              <a:custGeom>
                <a:avLst/>
                <a:gdLst>
                  <a:gd name="T0" fmla="*/ 6 w 12"/>
                  <a:gd name="T1" fmla="*/ 1 h 10"/>
                  <a:gd name="T2" fmla="*/ 9 w 12"/>
                  <a:gd name="T3" fmla="*/ 2 h 10"/>
                  <a:gd name="T4" fmla="*/ 12 w 12"/>
                  <a:gd name="T5" fmla="*/ 8 h 10"/>
                  <a:gd name="T6" fmla="*/ 8 w 12"/>
                  <a:gd name="T7" fmla="*/ 10 h 10"/>
                  <a:gd name="T8" fmla="*/ 4 w 12"/>
                  <a:gd name="T9" fmla="*/ 7 h 10"/>
                  <a:gd name="T10" fmla="*/ 1 w 12"/>
                  <a:gd name="T11" fmla="*/ 4 h 10"/>
                  <a:gd name="T12" fmla="*/ 2 w 12"/>
                  <a:gd name="T13" fmla="*/ 1 h 10"/>
                  <a:gd name="T14" fmla="*/ 6 w 12"/>
                  <a:gd name="T1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6" y="1"/>
                    </a:moveTo>
                    <a:cubicBezTo>
                      <a:pt x="7" y="2"/>
                      <a:pt x="9" y="1"/>
                      <a:pt x="9" y="2"/>
                    </a:cubicBezTo>
                    <a:cubicBezTo>
                      <a:pt x="11" y="3"/>
                      <a:pt x="12" y="6"/>
                      <a:pt x="12" y="8"/>
                    </a:cubicBezTo>
                    <a:cubicBezTo>
                      <a:pt x="11" y="9"/>
                      <a:pt x="9" y="10"/>
                      <a:pt x="8" y="10"/>
                    </a:cubicBezTo>
                    <a:cubicBezTo>
                      <a:pt x="6" y="9"/>
                      <a:pt x="5" y="8"/>
                      <a:pt x="4" y="7"/>
                    </a:cubicBezTo>
                    <a:cubicBezTo>
                      <a:pt x="3" y="6"/>
                      <a:pt x="1" y="5"/>
                      <a:pt x="1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4" name="Freeform 2306">
                <a:extLst>
                  <a:ext uri="{FF2B5EF4-FFF2-40B4-BE49-F238E27FC236}">
                    <a16:creationId xmlns:a16="http://schemas.microsoft.com/office/drawing/2014/main" id="{2A5165E6-10FA-47B6-BFB5-DA57BFA57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387"/>
                <a:ext cx="6" cy="11"/>
              </a:xfrm>
              <a:custGeom>
                <a:avLst/>
                <a:gdLst>
                  <a:gd name="T0" fmla="*/ 11 w 16"/>
                  <a:gd name="T1" fmla="*/ 9 h 29"/>
                  <a:gd name="T2" fmla="*/ 9 w 16"/>
                  <a:gd name="T3" fmla="*/ 7 h 29"/>
                  <a:gd name="T4" fmla="*/ 8 w 16"/>
                  <a:gd name="T5" fmla="*/ 3 h 29"/>
                  <a:gd name="T6" fmla="*/ 4 w 16"/>
                  <a:gd name="T7" fmla="*/ 1 h 29"/>
                  <a:gd name="T8" fmla="*/ 1 w 16"/>
                  <a:gd name="T9" fmla="*/ 1 h 29"/>
                  <a:gd name="T10" fmla="*/ 0 w 16"/>
                  <a:gd name="T11" fmla="*/ 4 h 29"/>
                  <a:gd name="T12" fmla="*/ 1 w 16"/>
                  <a:gd name="T13" fmla="*/ 12 h 29"/>
                  <a:gd name="T14" fmla="*/ 3 w 16"/>
                  <a:gd name="T15" fmla="*/ 19 h 29"/>
                  <a:gd name="T16" fmla="*/ 4 w 16"/>
                  <a:gd name="T17" fmla="*/ 25 h 29"/>
                  <a:gd name="T18" fmla="*/ 11 w 16"/>
                  <a:gd name="T19" fmla="*/ 28 h 29"/>
                  <a:gd name="T20" fmla="*/ 14 w 16"/>
                  <a:gd name="T21" fmla="*/ 28 h 29"/>
                  <a:gd name="T22" fmla="*/ 15 w 16"/>
                  <a:gd name="T23" fmla="*/ 24 h 29"/>
                  <a:gd name="T24" fmla="*/ 16 w 16"/>
                  <a:gd name="T25" fmla="*/ 19 h 29"/>
                  <a:gd name="T26" fmla="*/ 11 w 16"/>
                  <a:gd name="T2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9">
                    <a:moveTo>
                      <a:pt x="11" y="9"/>
                    </a:moveTo>
                    <a:cubicBezTo>
                      <a:pt x="10" y="8"/>
                      <a:pt x="9" y="8"/>
                      <a:pt x="9" y="7"/>
                    </a:cubicBezTo>
                    <a:cubicBezTo>
                      <a:pt x="8" y="6"/>
                      <a:pt x="8" y="5"/>
                      <a:pt x="8" y="3"/>
                    </a:cubicBezTo>
                    <a:cubicBezTo>
                      <a:pt x="7" y="1"/>
                      <a:pt x="6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0" y="7"/>
                      <a:pt x="0" y="9"/>
                      <a:pt x="1" y="12"/>
                    </a:cubicBezTo>
                    <a:cubicBezTo>
                      <a:pt x="3" y="14"/>
                      <a:pt x="3" y="16"/>
                      <a:pt x="3" y="19"/>
                    </a:cubicBezTo>
                    <a:cubicBezTo>
                      <a:pt x="3" y="22"/>
                      <a:pt x="3" y="23"/>
                      <a:pt x="4" y="25"/>
                    </a:cubicBezTo>
                    <a:cubicBezTo>
                      <a:pt x="6" y="28"/>
                      <a:pt x="7" y="29"/>
                      <a:pt x="11" y="28"/>
                    </a:cubicBezTo>
                    <a:cubicBezTo>
                      <a:pt x="12" y="28"/>
                      <a:pt x="13" y="29"/>
                      <a:pt x="14" y="28"/>
                    </a:cubicBezTo>
                    <a:cubicBezTo>
                      <a:pt x="15" y="27"/>
                      <a:pt x="15" y="25"/>
                      <a:pt x="15" y="24"/>
                    </a:cubicBezTo>
                    <a:cubicBezTo>
                      <a:pt x="16" y="22"/>
                      <a:pt x="16" y="21"/>
                      <a:pt x="16" y="19"/>
                    </a:cubicBezTo>
                    <a:cubicBezTo>
                      <a:pt x="14" y="15"/>
                      <a:pt x="14" y="11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5" name="Freeform 2307">
                <a:extLst>
                  <a:ext uri="{FF2B5EF4-FFF2-40B4-BE49-F238E27FC236}">
                    <a16:creationId xmlns:a16="http://schemas.microsoft.com/office/drawing/2014/main" id="{DEFF426C-FD8C-4230-8318-1B1CD8884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482"/>
                <a:ext cx="6" cy="3"/>
              </a:xfrm>
              <a:custGeom>
                <a:avLst/>
                <a:gdLst>
                  <a:gd name="T0" fmla="*/ 1 w 14"/>
                  <a:gd name="T1" fmla="*/ 2 h 7"/>
                  <a:gd name="T2" fmla="*/ 7 w 14"/>
                  <a:gd name="T3" fmla="*/ 0 h 7"/>
                  <a:gd name="T4" fmla="*/ 13 w 14"/>
                  <a:gd name="T5" fmla="*/ 2 h 7"/>
                  <a:gd name="T6" fmla="*/ 12 w 14"/>
                  <a:gd name="T7" fmla="*/ 7 h 7"/>
                  <a:gd name="T8" fmla="*/ 6 w 14"/>
                  <a:gd name="T9" fmla="*/ 5 h 7"/>
                  <a:gd name="T10" fmla="*/ 4 w 14"/>
                  <a:gd name="T11" fmla="*/ 4 h 7"/>
                  <a:gd name="T12" fmla="*/ 1 w 14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7">
                    <a:moveTo>
                      <a:pt x="1" y="2"/>
                    </a:moveTo>
                    <a:cubicBezTo>
                      <a:pt x="0" y="0"/>
                      <a:pt x="6" y="0"/>
                      <a:pt x="7" y="0"/>
                    </a:cubicBezTo>
                    <a:cubicBezTo>
                      <a:pt x="9" y="0"/>
                      <a:pt x="12" y="0"/>
                      <a:pt x="13" y="2"/>
                    </a:cubicBezTo>
                    <a:cubicBezTo>
                      <a:pt x="14" y="4"/>
                      <a:pt x="14" y="7"/>
                      <a:pt x="12" y="7"/>
                    </a:cubicBezTo>
                    <a:cubicBezTo>
                      <a:pt x="10" y="7"/>
                      <a:pt x="8" y="7"/>
                      <a:pt x="6" y="5"/>
                    </a:cubicBezTo>
                    <a:cubicBezTo>
                      <a:pt x="5" y="5"/>
                      <a:pt x="5" y="4"/>
                      <a:pt x="4" y="4"/>
                    </a:cubicBezTo>
                    <a:cubicBezTo>
                      <a:pt x="3" y="3"/>
                      <a:pt x="2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6" name="Freeform 2308">
                <a:extLst>
                  <a:ext uri="{FF2B5EF4-FFF2-40B4-BE49-F238E27FC236}">
                    <a16:creationId xmlns:a16="http://schemas.microsoft.com/office/drawing/2014/main" id="{81D1F33B-6E93-40E2-8457-C1A0E0E5C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060"/>
                <a:ext cx="5" cy="6"/>
              </a:xfrm>
              <a:custGeom>
                <a:avLst/>
                <a:gdLst>
                  <a:gd name="T0" fmla="*/ 2 w 14"/>
                  <a:gd name="T1" fmla="*/ 10 h 13"/>
                  <a:gd name="T2" fmla="*/ 1 w 14"/>
                  <a:gd name="T3" fmla="*/ 4 h 13"/>
                  <a:gd name="T4" fmla="*/ 14 w 14"/>
                  <a:gd name="T5" fmla="*/ 11 h 13"/>
                  <a:gd name="T6" fmla="*/ 9 w 14"/>
                  <a:gd name="T7" fmla="*/ 12 h 13"/>
                  <a:gd name="T8" fmla="*/ 2 w 14"/>
                  <a:gd name="T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2" y="10"/>
                    </a:moveTo>
                    <a:cubicBezTo>
                      <a:pt x="1" y="9"/>
                      <a:pt x="0" y="6"/>
                      <a:pt x="1" y="4"/>
                    </a:cubicBezTo>
                    <a:cubicBezTo>
                      <a:pt x="2" y="0"/>
                      <a:pt x="14" y="7"/>
                      <a:pt x="14" y="11"/>
                    </a:cubicBezTo>
                    <a:cubicBezTo>
                      <a:pt x="13" y="13"/>
                      <a:pt x="10" y="12"/>
                      <a:pt x="9" y="12"/>
                    </a:cubicBezTo>
                    <a:cubicBezTo>
                      <a:pt x="7" y="11"/>
                      <a:pt x="4" y="11"/>
                      <a:pt x="2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7" name="Freeform 2309">
                <a:extLst>
                  <a:ext uri="{FF2B5EF4-FFF2-40B4-BE49-F238E27FC236}">
                    <a16:creationId xmlns:a16="http://schemas.microsoft.com/office/drawing/2014/main" id="{204169F5-C4D5-40C7-99A7-D1259D251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006"/>
                <a:ext cx="2" cy="3"/>
              </a:xfrm>
              <a:custGeom>
                <a:avLst/>
                <a:gdLst>
                  <a:gd name="T0" fmla="*/ 1 w 5"/>
                  <a:gd name="T1" fmla="*/ 5 h 6"/>
                  <a:gd name="T2" fmla="*/ 0 w 5"/>
                  <a:gd name="T3" fmla="*/ 2 h 6"/>
                  <a:gd name="T4" fmla="*/ 1 w 5"/>
                  <a:gd name="T5" fmla="*/ 0 h 6"/>
                  <a:gd name="T6" fmla="*/ 4 w 5"/>
                  <a:gd name="T7" fmla="*/ 1 h 6"/>
                  <a:gd name="T8" fmla="*/ 5 w 5"/>
                  <a:gd name="T9" fmla="*/ 6 h 6"/>
                  <a:gd name="T10" fmla="*/ 1 w 5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5"/>
                      <a:pt x="5" y="6"/>
                    </a:cubicBezTo>
                    <a:cubicBezTo>
                      <a:pt x="4" y="6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8" name="Freeform 2310">
                <a:extLst>
                  <a:ext uri="{FF2B5EF4-FFF2-40B4-BE49-F238E27FC236}">
                    <a16:creationId xmlns:a16="http://schemas.microsoft.com/office/drawing/2014/main" id="{36BC28EF-FA70-4E92-902D-2A189935A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828"/>
                <a:ext cx="3" cy="2"/>
              </a:xfrm>
              <a:custGeom>
                <a:avLst/>
                <a:gdLst>
                  <a:gd name="T0" fmla="*/ 0 w 8"/>
                  <a:gd name="T1" fmla="*/ 3 h 5"/>
                  <a:gd name="T2" fmla="*/ 2 w 8"/>
                  <a:gd name="T3" fmla="*/ 0 h 5"/>
                  <a:gd name="T4" fmla="*/ 7 w 8"/>
                  <a:gd name="T5" fmla="*/ 1 h 5"/>
                  <a:gd name="T6" fmla="*/ 8 w 8"/>
                  <a:gd name="T7" fmla="*/ 4 h 5"/>
                  <a:gd name="T8" fmla="*/ 3 w 8"/>
                  <a:gd name="T9" fmla="*/ 5 h 5"/>
                  <a:gd name="T10" fmla="*/ 0 w 8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2"/>
                      <a:pt x="8" y="4"/>
                      <a:pt x="8" y="4"/>
                    </a:cubicBezTo>
                    <a:cubicBezTo>
                      <a:pt x="7" y="5"/>
                      <a:pt x="4" y="5"/>
                      <a:pt x="3" y="5"/>
                    </a:cubicBezTo>
                    <a:cubicBezTo>
                      <a:pt x="2" y="5"/>
                      <a:pt x="1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9" name="Freeform 2311">
                <a:extLst>
                  <a:ext uri="{FF2B5EF4-FFF2-40B4-BE49-F238E27FC236}">
                    <a16:creationId xmlns:a16="http://schemas.microsoft.com/office/drawing/2014/main" id="{8EEA50C9-9847-4D55-9A54-0252DC5B0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763"/>
                <a:ext cx="9" cy="3"/>
              </a:xfrm>
              <a:custGeom>
                <a:avLst/>
                <a:gdLst>
                  <a:gd name="T0" fmla="*/ 8 w 22"/>
                  <a:gd name="T1" fmla="*/ 1 h 8"/>
                  <a:gd name="T2" fmla="*/ 15 w 22"/>
                  <a:gd name="T3" fmla="*/ 1 h 8"/>
                  <a:gd name="T4" fmla="*/ 22 w 22"/>
                  <a:gd name="T5" fmla="*/ 3 h 8"/>
                  <a:gd name="T6" fmla="*/ 21 w 22"/>
                  <a:gd name="T7" fmla="*/ 5 h 8"/>
                  <a:gd name="T8" fmla="*/ 19 w 22"/>
                  <a:gd name="T9" fmla="*/ 6 h 8"/>
                  <a:gd name="T10" fmla="*/ 18 w 22"/>
                  <a:gd name="T11" fmla="*/ 7 h 8"/>
                  <a:gd name="T12" fmla="*/ 16 w 22"/>
                  <a:gd name="T13" fmla="*/ 8 h 8"/>
                  <a:gd name="T14" fmla="*/ 13 w 22"/>
                  <a:gd name="T15" fmla="*/ 8 h 8"/>
                  <a:gd name="T16" fmla="*/ 11 w 22"/>
                  <a:gd name="T17" fmla="*/ 7 h 8"/>
                  <a:gd name="T18" fmla="*/ 4 w 22"/>
                  <a:gd name="T19" fmla="*/ 7 h 8"/>
                  <a:gd name="T20" fmla="*/ 0 w 22"/>
                  <a:gd name="T21" fmla="*/ 5 h 8"/>
                  <a:gd name="T22" fmla="*/ 2 w 22"/>
                  <a:gd name="T23" fmla="*/ 3 h 8"/>
                  <a:gd name="T24" fmla="*/ 8 w 22"/>
                  <a:gd name="T2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8">
                    <a:moveTo>
                      <a:pt x="8" y="1"/>
                    </a:moveTo>
                    <a:cubicBezTo>
                      <a:pt x="10" y="1"/>
                      <a:pt x="12" y="1"/>
                      <a:pt x="15" y="1"/>
                    </a:cubicBezTo>
                    <a:cubicBezTo>
                      <a:pt x="16" y="1"/>
                      <a:pt x="22" y="0"/>
                      <a:pt x="22" y="3"/>
                    </a:cubicBezTo>
                    <a:cubicBezTo>
                      <a:pt x="22" y="3"/>
                      <a:pt x="21" y="4"/>
                      <a:pt x="21" y="5"/>
                    </a:cubicBezTo>
                    <a:cubicBezTo>
                      <a:pt x="20" y="5"/>
                      <a:pt x="19" y="5"/>
                      <a:pt x="19" y="6"/>
                    </a:cubicBezTo>
                    <a:cubicBezTo>
                      <a:pt x="19" y="6"/>
                      <a:pt x="19" y="6"/>
                      <a:pt x="18" y="7"/>
                    </a:cubicBezTo>
                    <a:cubicBezTo>
                      <a:pt x="17" y="7"/>
                      <a:pt x="17" y="7"/>
                      <a:pt x="16" y="8"/>
                    </a:cubicBezTo>
                    <a:cubicBezTo>
                      <a:pt x="15" y="8"/>
                      <a:pt x="14" y="8"/>
                      <a:pt x="13" y="8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8" y="7"/>
                      <a:pt x="6" y="7"/>
                      <a:pt x="4" y="7"/>
                    </a:cubicBezTo>
                    <a:cubicBezTo>
                      <a:pt x="2" y="7"/>
                      <a:pt x="1" y="7"/>
                      <a:pt x="0" y="5"/>
                    </a:cubicBezTo>
                    <a:cubicBezTo>
                      <a:pt x="0" y="4"/>
                      <a:pt x="0" y="3"/>
                      <a:pt x="2" y="3"/>
                    </a:cubicBezTo>
                    <a:cubicBezTo>
                      <a:pt x="4" y="2"/>
                      <a:pt x="6" y="2"/>
                      <a:pt x="8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0" name="Freeform 2312">
                <a:extLst>
                  <a:ext uri="{FF2B5EF4-FFF2-40B4-BE49-F238E27FC236}">
                    <a16:creationId xmlns:a16="http://schemas.microsoft.com/office/drawing/2014/main" id="{2CC28C52-7141-4322-A0C1-D2D4C7EB6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071"/>
                <a:ext cx="13" cy="15"/>
              </a:xfrm>
              <a:custGeom>
                <a:avLst/>
                <a:gdLst>
                  <a:gd name="T0" fmla="*/ 10 w 32"/>
                  <a:gd name="T1" fmla="*/ 25 h 36"/>
                  <a:gd name="T2" fmla="*/ 6 w 32"/>
                  <a:gd name="T3" fmla="*/ 23 h 36"/>
                  <a:gd name="T4" fmla="*/ 7 w 32"/>
                  <a:gd name="T5" fmla="*/ 18 h 36"/>
                  <a:gd name="T6" fmla="*/ 3 w 32"/>
                  <a:gd name="T7" fmla="*/ 13 h 36"/>
                  <a:gd name="T8" fmla="*/ 0 w 32"/>
                  <a:gd name="T9" fmla="*/ 8 h 36"/>
                  <a:gd name="T10" fmla="*/ 0 w 32"/>
                  <a:gd name="T11" fmla="*/ 3 h 36"/>
                  <a:gd name="T12" fmla="*/ 5 w 32"/>
                  <a:gd name="T13" fmla="*/ 1 h 36"/>
                  <a:gd name="T14" fmla="*/ 7 w 32"/>
                  <a:gd name="T15" fmla="*/ 1 h 36"/>
                  <a:gd name="T16" fmla="*/ 10 w 32"/>
                  <a:gd name="T17" fmla="*/ 0 h 36"/>
                  <a:gd name="T18" fmla="*/ 12 w 32"/>
                  <a:gd name="T19" fmla="*/ 6 h 36"/>
                  <a:gd name="T20" fmla="*/ 15 w 32"/>
                  <a:gd name="T21" fmla="*/ 11 h 36"/>
                  <a:gd name="T22" fmla="*/ 19 w 32"/>
                  <a:gd name="T23" fmla="*/ 12 h 36"/>
                  <a:gd name="T24" fmla="*/ 20 w 32"/>
                  <a:gd name="T25" fmla="*/ 10 h 36"/>
                  <a:gd name="T26" fmla="*/ 20 w 32"/>
                  <a:gd name="T27" fmla="*/ 7 h 36"/>
                  <a:gd name="T28" fmla="*/ 23 w 32"/>
                  <a:gd name="T29" fmla="*/ 8 h 36"/>
                  <a:gd name="T30" fmla="*/ 22 w 32"/>
                  <a:gd name="T31" fmla="*/ 15 h 36"/>
                  <a:gd name="T32" fmla="*/ 24 w 32"/>
                  <a:gd name="T33" fmla="*/ 25 h 36"/>
                  <a:gd name="T34" fmla="*/ 29 w 32"/>
                  <a:gd name="T35" fmla="*/ 30 h 36"/>
                  <a:gd name="T36" fmla="*/ 32 w 32"/>
                  <a:gd name="T37" fmla="*/ 33 h 36"/>
                  <a:gd name="T38" fmla="*/ 32 w 32"/>
                  <a:gd name="T39" fmla="*/ 35 h 36"/>
                  <a:gd name="T40" fmla="*/ 29 w 32"/>
                  <a:gd name="T41" fmla="*/ 35 h 36"/>
                  <a:gd name="T42" fmla="*/ 27 w 32"/>
                  <a:gd name="T43" fmla="*/ 34 h 36"/>
                  <a:gd name="T44" fmla="*/ 21 w 32"/>
                  <a:gd name="T45" fmla="*/ 27 h 36"/>
                  <a:gd name="T46" fmla="*/ 18 w 32"/>
                  <a:gd name="T47" fmla="*/ 26 h 36"/>
                  <a:gd name="T48" fmla="*/ 14 w 32"/>
                  <a:gd name="T49" fmla="*/ 23 h 36"/>
                  <a:gd name="T50" fmla="*/ 10 w 32"/>
                  <a:gd name="T51" fmla="*/ 2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6">
                    <a:moveTo>
                      <a:pt x="10" y="25"/>
                    </a:moveTo>
                    <a:cubicBezTo>
                      <a:pt x="9" y="26"/>
                      <a:pt x="7" y="24"/>
                      <a:pt x="6" y="23"/>
                    </a:cubicBezTo>
                    <a:cubicBezTo>
                      <a:pt x="5" y="21"/>
                      <a:pt x="6" y="20"/>
                      <a:pt x="7" y="18"/>
                    </a:cubicBezTo>
                    <a:cubicBezTo>
                      <a:pt x="7" y="16"/>
                      <a:pt x="5" y="14"/>
                      <a:pt x="3" y="13"/>
                    </a:cubicBezTo>
                    <a:cubicBezTo>
                      <a:pt x="2" y="11"/>
                      <a:pt x="1" y="10"/>
                      <a:pt x="0" y="8"/>
                    </a:cubicBezTo>
                    <a:cubicBezTo>
                      <a:pt x="0" y="7"/>
                      <a:pt x="0" y="5"/>
                      <a:pt x="0" y="3"/>
                    </a:cubicBezTo>
                    <a:cubicBezTo>
                      <a:pt x="1" y="1"/>
                      <a:pt x="3" y="1"/>
                      <a:pt x="5" y="1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12" y="0"/>
                      <a:pt x="12" y="4"/>
                      <a:pt x="12" y="6"/>
                    </a:cubicBezTo>
                    <a:cubicBezTo>
                      <a:pt x="12" y="8"/>
                      <a:pt x="12" y="10"/>
                      <a:pt x="15" y="11"/>
                    </a:cubicBezTo>
                    <a:cubicBezTo>
                      <a:pt x="16" y="12"/>
                      <a:pt x="18" y="13"/>
                      <a:pt x="19" y="12"/>
                    </a:cubicBezTo>
                    <a:cubicBezTo>
                      <a:pt x="20" y="12"/>
                      <a:pt x="20" y="10"/>
                      <a:pt x="20" y="10"/>
                    </a:cubicBezTo>
                    <a:cubicBezTo>
                      <a:pt x="20" y="9"/>
                      <a:pt x="20" y="8"/>
                      <a:pt x="20" y="7"/>
                    </a:cubicBezTo>
                    <a:cubicBezTo>
                      <a:pt x="22" y="5"/>
                      <a:pt x="23" y="6"/>
                      <a:pt x="23" y="8"/>
                    </a:cubicBezTo>
                    <a:cubicBezTo>
                      <a:pt x="24" y="10"/>
                      <a:pt x="22" y="13"/>
                      <a:pt x="22" y="15"/>
                    </a:cubicBezTo>
                    <a:cubicBezTo>
                      <a:pt x="20" y="18"/>
                      <a:pt x="22" y="22"/>
                      <a:pt x="24" y="25"/>
                    </a:cubicBezTo>
                    <a:cubicBezTo>
                      <a:pt x="26" y="27"/>
                      <a:pt x="28" y="28"/>
                      <a:pt x="29" y="30"/>
                    </a:cubicBezTo>
                    <a:cubicBezTo>
                      <a:pt x="30" y="31"/>
                      <a:pt x="31" y="32"/>
                      <a:pt x="32" y="33"/>
                    </a:cubicBezTo>
                    <a:cubicBezTo>
                      <a:pt x="32" y="34"/>
                      <a:pt x="32" y="35"/>
                      <a:pt x="32" y="35"/>
                    </a:cubicBezTo>
                    <a:cubicBezTo>
                      <a:pt x="32" y="36"/>
                      <a:pt x="29" y="35"/>
                      <a:pt x="29" y="35"/>
                    </a:cubicBezTo>
                    <a:cubicBezTo>
                      <a:pt x="28" y="35"/>
                      <a:pt x="28" y="35"/>
                      <a:pt x="27" y="34"/>
                    </a:cubicBezTo>
                    <a:cubicBezTo>
                      <a:pt x="24" y="33"/>
                      <a:pt x="23" y="29"/>
                      <a:pt x="21" y="27"/>
                    </a:cubicBezTo>
                    <a:cubicBezTo>
                      <a:pt x="20" y="27"/>
                      <a:pt x="19" y="26"/>
                      <a:pt x="18" y="26"/>
                    </a:cubicBezTo>
                    <a:cubicBezTo>
                      <a:pt x="17" y="25"/>
                      <a:pt x="15" y="23"/>
                      <a:pt x="14" y="23"/>
                    </a:cubicBezTo>
                    <a:cubicBezTo>
                      <a:pt x="12" y="23"/>
                      <a:pt x="12" y="25"/>
                      <a:pt x="10" y="2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1" name="Freeform 2313">
                <a:extLst>
                  <a:ext uri="{FF2B5EF4-FFF2-40B4-BE49-F238E27FC236}">
                    <a16:creationId xmlns:a16="http://schemas.microsoft.com/office/drawing/2014/main" id="{050AF00A-EA42-4673-81A2-D2070EABF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082"/>
                <a:ext cx="3" cy="3"/>
              </a:xfrm>
              <a:custGeom>
                <a:avLst/>
                <a:gdLst>
                  <a:gd name="T0" fmla="*/ 0 w 9"/>
                  <a:gd name="T1" fmla="*/ 2 h 7"/>
                  <a:gd name="T2" fmla="*/ 5 w 9"/>
                  <a:gd name="T3" fmla="*/ 7 h 7"/>
                  <a:gd name="T4" fmla="*/ 8 w 9"/>
                  <a:gd name="T5" fmla="*/ 7 h 7"/>
                  <a:gd name="T6" fmla="*/ 9 w 9"/>
                  <a:gd name="T7" fmla="*/ 6 h 7"/>
                  <a:gd name="T8" fmla="*/ 4 w 9"/>
                  <a:gd name="T9" fmla="*/ 1 h 7"/>
                  <a:gd name="T10" fmla="*/ 1 w 9"/>
                  <a:gd name="T11" fmla="*/ 1 h 7"/>
                  <a:gd name="T12" fmla="*/ 0 w 9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0" y="2"/>
                    </a:moveTo>
                    <a:cubicBezTo>
                      <a:pt x="1" y="4"/>
                      <a:pt x="3" y="7"/>
                      <a:pt x="5" y="7"/>
                    </a:cubicBezTo>
                    <a:cubicBezTo>
                      <a:pt x="6" y="7"/>
                      <a:pt x="7" y="7"/>
                      <a:pt x="8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3"/>
                      <a:pt x="6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2" name="Freeform 2314">
                <a:extLst>
                  <a:ext uri="{FF2B5EF4-FFF2-40B4-BE49-F238E27FC236}">
                    <a16:creationId xmlns:a16="http://schemas.microsoft.com/office/drawing/2014/main" id="{B3613458-CF13-447C-A77F-1672DE960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077"/>
                <a:ext cx="4" cy="3"/>
              </a:xfrm>
              <a:custGeom>
                <a:avLst/>
                <a:gdLst>
                  <a:gd name="T0" fmla="*/ 1 w 11"/>
                  <a:gd name="T1" fmla="*/ 4 h 9"/>
                  <a:gd name="T2" fmla="*/ 1 w 11"/>
                  <a:gd name="T3" fmla="*/ 2 h 9"/>
                  <a:gd name="T4" fmla="*/ 0 w 11"/>
                  <a:gd name="T5" fmla="*/ 1 h 9"/>
                  <a:gd name="T6" fmla="*/ 3 w 11"/>
                  <a:gd name="T7" fmla="*/ 1 h 9"/>
                  <a:gd name="T8" fmla="*/ 6 w 11"/>
                  <a:gd name="T9" fmla="*/ 3 h 9"/>
                  <a:gd name="T10" fmla="*/ 8 w 11"/>
                  <a:gd name="T11" fmla="*/ 5 h 9"/>
                  <a:gd name="T12" fmla="*/ 9 w 11"/>
                  <a:gd name="T13" fmla="*/ 6 h 9"/>
                  <a:gd name="T14" fmla="*/ 8 w 11"/>
                  <a:gd name="T15" fmla="*/ 8 h 9"/>
                  <a:gd name="T16" fmla="*/ 4 w 11"/>
                  <a:gd name="T17" fmla="*/ 8 h 9"/>
                  <a:gd name="T18" fmla="*/ 4 w 11"/>
                  <a:gd name="T19" fmla="*/ 7 h 9"/>
                  <a:gd name="T20" fmla="*/ 1 w 11"/>
                  <a:gd name="T2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9">
                    <a:moveTo>
                      <a:pt x="1" y="4"/>
                    </a:move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7" y="4"/>
                      <a:pt x="7" y="5"/>
                      <a:pt x="8" y="5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11" y="7"/>
                      <a:pt x="9" y="8"/>
                      <a:pt x="8" y="8"/>
                    </a:cubicBezTo>
                    <a:cubicBezTo>
                      <a:pt x="7" y="9"/>
                      <a:pt x="5" y="9"/>
                      <a:pt x="4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3" y="6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3" name="Freeform 2315">
                <a:extLst>
                  <a:ext uri="{FF2B5EF4-FFF2-40B4-BE49-F238E27FC236}">
                    <a16:creationId xmlns:a16="http://schemas.microsoft.com/office/drawing/2014/main" id="{02AA366B-39DA-499B-8AEA-CBBDB5055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071"/>
                <a:ext cx="3" cy="2"/>
              </a:xfrm>
              <a:custGeom>
                <a:avLst/>
                <a:gdLst>
                  <a:gd name="T0" fmla="*/ 5 w 7"/>
                  <a:gd name="T1" fmla="*/ 0 h 5"/>
                  <a:gd name="T2" fmla="*/ 7 w 7"/>
                  <a:gd name="T3" fmla="*/ 2 h 5"/>
                  <a:gd name="T4" fmla="*/ 2 w 7"/>
                  <a:gd name="T5" fmla="*/ 4 h 5"/>
                  <a:gd name="T6" fmla="*/ 1 w 7"/>
                  <a:gd name="T7" fmla="*/ 3 h 5"/>
                  <a:gd name="T8" fmla="*/ 1 w 7"/>
                  <a:gd name="T9" fmla="*/ 0 h 5"/>
                  <a:gd name="T10" fmla="*/ 5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6" y="0"/>
                      <a:pt x="6" y="0"/>
                      <a:pt x="7" y="2"/>
                    </a:cubicBezTo>
                    <a:cubicBezTo>
                      <a:pt x="7" y="5"/>
                      <a:pt x="4" y="5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4" name="Freeform 2316">
                <a:extLst>
                  <a:ext uri="{FF2B5EF4-FFF2-40B4-BE49-F238E27FC236}">
                    <a16:creationId xmlns:a16="http://schemas.microsoft.com/office/drawing/2014/main" id="{548608F3-5BFE-45C3-AD18-A53378B8A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064"/>
                <a:ext cx="6" cy="4"/>
              </a:xfrm>
              <a:custGeom>
                <a:avLst/>
                <a:gdLst>
                  <a:gd name="T0" fmla="*/ 5 w 14"/>
                  <a:gd name="T1" fmla="*/ 1 h 10"/>
                  <a:gd name="T2" fmla="*/ 10 w 14"/>
                  <a:gd name="T3" fmla="*/ 2 h 10"/>
                  <a:gd name="T4" fmla="*/ 13 w 14"/>
                  <a:gd name="T5" fmla="*/ 4 h 10"/>
                  <a:gd name="T6" fmla="*/ 14 w 14"/>
                  <a:gd name="T7" fmla="*/ 7 h 10"/>
                  <a:gd name="T8" fmla="*/ 8 w 14"/>
                  <a:gd name="T9" fmla="*/ 9 h 10"/>
                  <a:gd name="T10" fmla="*/ 4 w 14"/>
                  <a:gd name="T11" fmla="*/ 6 h 10"/>
                  <a:gd name="T12" fmla="*/ 0 w 14"/>
                  <a:gd name="T13" fmla="*/ 3 h 10"/>
                  <a:gd name="T14" fmla="*/ 0 w 14"/>
                  <a:gd name="T15" fmla="*/ 2 h 10"/>
                  <a:gd name="T16" fmla="*/ 5 w 14"/>
                  <a:gd name="T1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5" y="1"/>
                    </a:moveTo>
                    <a:cubicBezTo>
                      <a:pt x="7" y="1"/>
                      <a:pt x="8" y="2"/>
                      <a:pt x="10" y="2"/>
                    </a:cubicBezTo>
                    <a:cubicBezTo>
                      <a:pt x="11" y="3"/>
                      <a:pt x="12" y="3"/>
                      <a:pt x="13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4" y="10"/>
                      <a:pt x="10" y="10"/>
                      <a:pt x="8" y="9"/>
                    </a:cubicBezTo>
                    <a:cubicBezTo>
                      <a:pt x="7" y="8"/>
                      <a:pt x="5" y="7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4" y="0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5" name="Freeform 2317">
                <a:extLst>
                  <a:ext uri="{FF2B5EF4-FFF2-40B4-BE49-F238E27FC236}">
                    <a16:creationId xmlns:a16="http://schemas.microsoft.com/office/drawing/2014/main" id="{324318DB-93D7-4C1A-966C-47205EA79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064"/>
                <a:ext cx="2" cy="2"/>
              </a:xfrm>
              <a:custGeom>
                <a:avLst/>
                <a:gdLst>
                  <a:gd name="T0" fmla="*/ 1 w 5"/>
                  <a:gd name="T1" fmla="*/ 4 h 5"/>
                  <a:gd name="T2" fmla="*/ 0 w 5"/>
                  <a:gd name="T3" fmla="*/ 2 h 5"/>
                  <a:gd name="T4" fmla="*/ 3 w 5"/>
                  <a:gd name="T5" fmla="*/ 1 h 5"/>
                  <a:gd name="T6" fmla="*/ 5 w 5"/>
                  <a:gd name="T7" fmla="*/ 2 h 5"/>
                  <a:gd name="T8" fmla="*/ 4 w 5"/>
                  <a:gd name="T9" fmla="*/ 4 h 5"/>
                  <a:gd name="T10" fmla="*/ 1 w 5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1" y="0"/>
                      <a:pt x="3" y="1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5" y="3"/>
                      <a:pt x="5" y="4"/>
                      <a:pt x="4" y="4"/>
                    </a:cubicBezTo>
                    <a:cubicBezTo>
                      <a:pt x="3" y="4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6" name="Freeform 2318">
                <a:extLst>
                  <a:ext uri="{FF2B5EF4-FFF2-40B4-BE49-F238E27FC236}">
                    <a16:creationId xmlns:a16="http://schemas.microsoft.com/office/drawing/2014/main" id="{2A82A42C-52FD-4223-979C-8EC84A3F7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053"/>
                <a:ext cx="4" cy="5"/>
              </a:xfrm>
              <a:custGeom>
                <a:avLst/>
                <a:gdLst>
                  <a:gd name="T0" fmla="*/ 2 w 10"/>
                  <a:gd name="T1" fmla="*/ 0 h 12"/>
                  <a:gd name="T2" fmla="*/ 4 w 10"/>
                  <a:gd name="T3" fmla="*/ 1 h 12"/>
                  <a:gd name="T4" fmla="*/ 6 w 10"/>
                  <a:gd name="T5" fmla="*/ 4 h 12"/>
                  <a:gd name="T6" fmla="*/ 10 w 10"/>
                  <a:gd name="T7" fmla="*/ 8 h 12"/>
                  <a:gd name="T8" fmla="*/ 7 w 10"/>
                  <a:gd name="T9" fmla="*/ 12 h 12"/>
                  <a:gd name="T10" fmla="*/ 4 w 10"/>
                  <a:gd name="T11" fmla="*/ 10 h 12"/>
                  <a:gd name="T12" fmla="*/ 0 w 10"/>
                  <a:gd name="T13" fmla="*/ 6 h 12"/>
                  <a:gd name="T14" fmla="*/ 1 w 10"/>
                  <a:gd name="T15" fmla="*/ 3 h 12"/>
                  <a:gd name="T16" fmla="*/ 2 w 1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6" y="4"/>
                    </a:cubicBezTo>
                    <a:cubicBezTo>
                      <a:pt x="7" y="5"/>
                      <a:pt x="9" y="5"/>
                      <a:pt x="10" y="8"/>
                    </a:cubicBezTo>
                    <a:cubicBezTo>
                      <a:pt x="10" y="9"/>
                      <a:pt x="9" y="11"/>
                      <a:pt x="7" y="12"/>
                    </a:cubicBezTo>
                    <a:cubicBezTo>
                      <a:pt x="6" y="12"/>
                      <a:pt x="5" y="11"/>
                      <a:pt x="4" y="10"/>
                    </a:cubicBezTo>
                    <a:cubicBezTo>
                      <a:pt x="2" y="9"/>
                      <a:pt x="0" y="8"/>
                      <a:pt x="0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7" name="Freeform 2319">
                <a:extLst>
                  <a:ext uri="{FF2B5EF4-FFF2-40B4-BE49-F238E27FC236}">
                    <a16:creationId xmlns:a16="http://schemas.microsoft.com/office/drawing/2014/main" id="{4A4D7ED2-6C6D-4A48-9AEA-71E8C7833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054"/>
                <a:ext cx="7" cy="4"/>
              </a:xfrm>
              <a:custGeom>
                <a:avLst/>
                <a:gdLst>
                  <a:gd name="T0" fmla="*/ 1 w 16"/>
                  <a:gd name="T1" fmla="*/ 8 h 9"/>
                  <a:gd name="T2" fmla="*/ 1 w 16"/>
                  <a:gd name="T3" fmla="*/ 8 h 9"/>
                  <a:gd name="T4" fmla="*/ 0 w 16"/>
                  <a:gd name="T5" fmla="*/ 7 h 9"/>
                  <a:gd name="T6" fmla="*/ 1 w 16"/>
                  <a:gd name="T7" fmla="*/ 5 h 9"/>
                  <a:gd name="T8" fmla="*/ 1 w 16"/>
                  <a:gd name="T9" fmla="*/ 3 h 9"/>
                  <a:gd name="T10" fmla="*/ 2 w 16"/>
                  <a:gd name="T11" fmla="*/ 2 h 9"/>
                  <a:gd name="T12" fmla="*/ 3 w 16"/>
                  <a:gd name="T13" fmla="*/ 2 h 9"/>
                  <a:gd name="T14" fmla="*/ 6 w 16"/>
                  <a:gd name="T15" fmla="*/ 4 h 9"/>
                  <a:gd name="T16" fmla="*/ 9 w 16"/>
                  <a:gd name="T17" fmla="*/ 3 h 9"/>
                  <a:gd name="T18" fmla="*/ 10 w 16"/>
                  <a:gd name="T19" fmla="*/ 1 h 9"/>
                  <a:gd name="T20" fmla="*/ 12 w 16"/>
                  <a:gd name="T21" fmla="*/ 0 h 9"/>
                  <a:gd name="T22" fmla="*/ 13 w 16"/>
                  <a:gd name="T23" fmla="*/ 4 h 9"/>
                  <a:gd name="T24" fmla="*/ 15 w 16"/>
                  <a:gd name="T25" fmla="*/ 6 h 9"/>
                  <a:gd name="T26" fmla="*/ 11 w 16"/>
                  <a:gd name="T27" fmla="*/ 8 h 9"/>
                  <a:gd name="T28" fmla="*/ 8 w 16"/>
                  <a:gd name="T29" fmla="*/ 9 h 9"/>
                  <a:gd name="T30" fmla="*/ 5 w 16"/>
                  <a:gd name="T31" fmla="*/ 9 h 9"/>
                  <a:gd name="T32" fmla="*/ 3 w 16"/>
                  <a:gd name="T33" fmla="*/ 9 h 9"/>
                  <a:gd name="T34" fmla="*/ 1 w 16"/>
                  <a:gd name="T35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9"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7" y="4"/>
                      <a:pt x="8" y="4"/>
                      <a:pt x="9" y="3"/>
                    </a:cubicBezTo>
                    <a:cubicBezTo>
                      <a:pt x="10" y="3"/>
                      <a:pt x="9" y="2"/>
                      <a:pt x="10" y="1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3" y="3"/>
                      <a:pt x="13" y="4"/>
                    </a:cubicBezTo>
                    <a:cubicBezTo>
                      <a:pt x="14" y="5"/>
                      <a:pt x="15" y="5"/>
                      <a:pt x="15" y="6"/>
                    </a:cubicBezTo>
                    <a:cubicBezTo>
                      <a:pt x="16" y="8"/>
                      <a:pt x="12" y="8"/>
                      <a:pt x="11" y="8"/>
                    </a:cubicBezTo>
                    <a:cubicBezTo>
                      <a:pt x="10" y="8"/>
                      <a:pt x="9" y="9"/>
                      <a:pt x="8" y="9"/>
                    </a:cubicBezTo>
                    <a:cubicBezTo>
                      <a:pt x="7" y="9"/>
                      <a:pt x="6" y="9"/>
                      <a:pt x="5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2" y="9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8" name="Freeform 2320">
                <a:extLst>
                  <a:ext uri="{FF2B5EF4-FFF2-40B4-BE49-F238E27FC236}">
                    <a16:creationId xmlns:a16="http://schemas.microsoft.com/office/drawing/2014/main" id="{4A23030B-F901-4150-BCE1-D3B9BC4FA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050"/>
                <a:ext cx="3" cy="2"/>
              </a:xfrm>
              <a:custGeom>
                <a:avLst/>
                <a:gdLst>
                  <a:gd name="T0" fmla="*/ 0 w 6"/>
                  <a:gd name="T1" fmla="*/ 3 h 5"/>
                  <a:gd name="T2" fmla="*/ 0 w 6"/>
                  <a:gd name="T3" fmla="*/ 1 h 5"/>
                  <a:gd name="T4" fmla="*/ 3 w 6"/>
                  <a:gd name="T5" fmla="*/ 0 h 5"/>
                  <a:gd name="T6" fmla="*/ 5 w 6"/>
                  <a:gd name="T7" fmla="*/ 3 h 5"/>
                  <a:gd name="T8" fmla="*/ 4 w 6"/>
                  <a:gd name="T9" fmla="*/ 5 h 5"/>
                  <a:gd name="T10" fmla="*/ 1 w 6"/>
                  <a:gd name="T11" fmla="*/ 4 h 5"/>
                  <a:gd name="T12" fmla="*/ 0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5" y="0"/>
                      <a:pt x="6" y="1"/>
                      <a:pt x="5" y="3"/>
                    </a:cubicBezTo>
                    <a:cubicBezTo>
                      <a:pt x="5" y="4"/>
                      <a:pt x="5" y="5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9" name="Freeform 2321">
                <a:extLst>
                  <a:ext uri="{FF2B5EF4-FFF2-40B4-BE49-F238E27FC236}">
                    <a16:creationId xmlns:a16="http://schemas.microsoft.com/office/drawing/2014/main" id="{7ED927F4-8A62-4B59-A515-A65979E48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048"/>
                <a:ext cx="3" cy="3"/>
              </a:xfrm>
              <a:custGeom>
                <a:avLst/>
                <a:gdLst>
                  <a:gd name="T0" fmla="*/ 0 w 8"/>
                  <a:gd name="T1" fmla="*/ 4 h 7"/>
                  <a:gd name="T2" fmla="*/ 0 w 8"/>
                  <a:gd name="T3" fmla="*/ 2 h 7"/>
                  <a:gd name="T4" fmla="*/ 4 w 8"/>
                  <a:gd name="T5" fmla="*/ 0 h 7"/>
                  <a:gd name="T6" fmla="*/ 8 w 8"/>
                  <a:gd name="T7" fmla="*/ 3 h 7"/>
                  <a:gd name="T8" fmla="*/ 7 w 8"/>
                  <a:gd name="T9" fmla="*/ 6 h 7"/>
                  <a:gd name="T10" fmla="*/ 5 w 8"/>
                  <a:gd name="T11" fmla="*/ 7 h 7"/>
                  <a:gd name="T12" fmla="*/ 2 w 8"/>
                  <a:gd name="T13" fmla="*/ 7 h 7"/>
                  <a:gd name="T14" fmla="*/ 1 w 8"/>
                  <a:gd name="T15" fmla="*/ 5 h 7"/>
                  <a:gd name="T16" fmla="*/ 0 w 8"/>
                  <a:gd name="T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8" y="2"/>
                      <a:pt x="8" y="3"/>
                    </a:cubicBezTo>
                    <a:cubicBezTo>
                      <a:pt x="8" y="4"/>
                      <a:pt x="8" y="5"/>
                      <a:pt x="7" y="6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0" name="Freeform 2322">
                <a:extLst>
                  <a:ext uri="{FF2B5EF4-FFF2-40B4-BE49-F238E27FC236}">
                    <a16:creationId xmlns:a16="http://schemas.microsoft.com/office/drawing/2014/main" id="{ABBA41B3-52FE-47D4-8725-F02E2AB8D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044"/>
                <a:ext cx="4" cy="4"/>
              </a:xfrm>
              <a:custGeom>
                <a:avLst/>
                <a:gdLst>
                  <a:gd name="T0" fmla="*/ 8 w 9"/>
                  <a:gd name="T1" fmla="*/ 6 h 9"/>
                  <a:gd name="T2" fmla="*/ 7 w 9"/>
                  <a:gd name="T3" fmla="*/ 9 h 9"/>
                  <a:gd name="T4" fmla="*/ 2 w 9"/>
                  <a:gd name="T5" fmla="*/ 8 h 9"/>
                  <a:gd name="T6" fmla="*/ 1 w 9"/>
                  <a:gd name="T7" fmla="*/ 5 h 9"/>
                  <a:gd name="T8" fmla="*/ 1 w 9"/>
                  <a:gd name="T9" fmla="*/ 2 h 9"/>
                  <a:gd name="T10" fmla="*/ 3 w 9"/>
                  <a:gd name="T11" fmla="*/ 0 h 9"/>
                  <a:gd name="T12" fmla="*/ 5 w 9"/>
                  <a:gd name="T13" fmla="*/ 3 h 9"/>
                  <a:gd name="T14" fmla="*/ 6 w 9"/>
                  <a:gd name="T15" fmla="*/ 4 h 9"/>
                  <a:gd name="T16" fmla="*/ 8 w 9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9" y="7"/>
                      <a:pt x="8" y="8"/>
                      <a:pt x="7" y="9"/>
                    </a:cubicBezTo>
                    <a:cubicBezTo>
                      <a:pt x="5" y="9"/>
                      <a:pt x="3" y="8"/>
                      <a:pt x="2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5" y="1"/>
                      <a:pt x="5" y="3"/>
                    </a:cubicBezTo>
                    <a:cubicBezTo>
                      <a:pt x="6" y="3"/>
                      <a:pt x="5" y="4"/>
                      <a:pt x="6" y="4"/>
                    </a:cubicBezTo>
                    <a:cubicBezTo>
                      <a:pt x="7" y="5"/>
                      <a:pt x="7" y="5"/>
                      <a:pt x="8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1" name="Freeform 2323">
                <a:extLst>
                  <a:ext uri="{FF2B5EF4-FFF2-40B4-BE49-F238E27FC236}">
                    <a16:creationId xmlns:a16="http://schemas.microsoft.com/office/drawing/2014/main" id="{761FCB79-9472-4C82-A33F-ADBDB6604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038"/>
                <a:ext cx="5" cy="4"/>
              </a:xfrm>
              <a:custGeom>
                <a:avLst/>
                <a:gdLst>
                  <a:gd name="T0" fmla="*/ 3 w 12"/>
                  <a:gd name="T1" fmla="*/ 8 h 9"/>
                  <a:gd name="T2" fmla="*/ 2 w 12"/>
                  <a:gd name="T3" fmla="*/ 8 h 9"/>
                  <a:gd name="T4" fmla="*/ 1 w 12"/>
                  <a:gd name="T5" fmla="*/ 7 h 9"/>
                  <a:gd name="T6" fmla="*/ 0 w 12"/>
                  <a:gd name="T7" fmla="*/ 5 h 9"/>
                  <a:gd name="T8" fmla="*/ 4 w 12"/>
                  <a:gd name="T9" fmla="*/ 5 h 9"/>
                  <a:gd name="T10" fmla="*/ 6 w 12"/>
                  <a:gd name="T11" fmla="*/ 5 h 9"/>
                  <a:gd name="T12" fmla="*/ 7 w 12"/>
                  <a:gd name="T13" fmla="*/ 2 h 9"/>
                  <a:gd name="T14" fmla="*/ 7 w 12"/>
                  <a:gd name="T15" fmla="*/ 2 h 9"/>
                  <a:gd name="T16" fmla="*/ 8 w 12"/>
                  <a:gd name="T17" fmla="*/ 0 h 9"/>
                  <a:gd name="T18" fmla="*/ 10 w 12"/>
                  <a:gd name="T19" fmla="*/ 1 h 9"/>
                  <a:gd name="T20" fmla="*/ 11 w 12"/>
                  <a:gd name="T21" fmla="*/ 2 h 9"/>
                  <a:gd name="T22" fmla="*/ 12 w 12"/>
                  <a:gd name="T23" fmla="*/ 7 h 9"/>
                  <a:gd name="T24" fmla="*/ 10 w 12"/>
                  <a:gd name="T25" fmla="*/ 9 h 9"/>
                  <a:gd name="T26" fmla="*/ 6 w 12"/>
                  <a:gd name="T27" fmla="*/ 9 h 9"/>
                  <a:gd name="T28" fmla="*/ 3 w 12"/>
                  <a:gd name="T2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9">
                    <a:moveTo>
                      <a:pt x="3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1" y="4"/>
                      <a:pt x="3" y="5"/>
                      <a:pt x="4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7" y="5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8" y="0"/>
                      <a:pt x="8" y="0"/>
                    </a:cubicBezTo>
                    <a:cubicBezTo>
                      <a:pt x="9" y="0"/>
                      <a:pt x="9" y="1"/>
                      <a:pt x="10" y="1"/>
                    </a:cubicBezTo>
                    <a:cubicBezTo>
                      <a:pt x="10" y="1"/>
                      <a:pt x="10" y="2"/>
                      <a:pt x="11" y="2"/>
                    </a:cubicBezTo>
                    <a:cubicBezTo>
                      <a:pt x="11" y="3"/>
                      <a:pt x="12" y="5"/>
                      <a:pt x="12" y="7"/>
                    </a:cubicBezTo>
                    <a:cubicBezTo>
                      <a:pt x="11" y="8"/>
                      <a:pt x="11" y="9"/>
                      <a:pt x="10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2" name="Freeform 2324">
                <a:extLst>
                  <a:ext uri="{FF2B5EF4-FFF2-40B4-BE49-F238E27FC236}">
                    <a16:creationId xmlns:a16="http://schemas.microsoft.com/office/drawing/2014/main" id="{96EB9DC8-88C3-4FE8-938E-A4C599A44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035"/>
                <a:ext cx="3" cy="3"/>
              </a:xfrm>
              <a:custGeom>
                <a:avLst/>
                <a:gdLst>
                  <a:gd name="T0" fmla="*/ 2 w 6"/>
                  <a:gd name="T1" fmla="*/ 0 h 6"/>
                  <a:gd name="T2" fmla="*/ 6 w 6"/>
                  <a:gd name="T3" fmla="*/ 1 h 6"/>
                  <a:gd name="T4" fmla="*/ 5 w 6"/>
                  <a:gd name="T5" fmla="*/ 5 h 6"/>
                  <a:gd name="T6" fmla="*/ 2 w 6"/>
                  <a:gd name="T7" fmla="*/ 5 h 6"/>
                  <a:gd name="T8" fmla="*/ 1 w 6"/>
                  <a:gd name="T9" fmla="*/ 1 h 6"/>
                  <a:gd name="T10" fmla="*/ 2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3" name="Freeform 2325">
                <a:extLst>
                  <a:ext uri="{FF2B5EF4-FFF2-40B4-BE49-F238E27FC236}">
                    <a16:creationId xmlns:a16="http://schemas.microsoft.com/office/drawing/2014/main" id="{99E5DB98-1F95-4D17-9C99-01B94D0EA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029"/>
                <a:ext cx="2" cy="2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0 h 5"/>
                  <a:gd name="T4" fmla="*/ 5 w 5"/>
                  <a:gd name="T5" fmla="*/ 2 h 5"/>
                  <a:gd name="T6" fmla="*/ 2 w 5"/>
                  <a:gd name="T7" fmla="*/ 4 h 5"/>
                  <a:gd name="T8" fmla="*/ 1 w 5"/>
                  <a:gd name="T9" fmla="*/ 4 h 5"/>
                  <a:gd name="T10" fmla="*/ 0 w 5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4" y="1"/>
                      <a:pt x="5" y="2"/>
                    </a:cubicBezTo>
                    <a:cubicBezTo>
                      <a:pt x="5" y="4"/>
                      <a:pt x="4" y="4"/>
                      <a:pt x="2" y="4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4" name="Freeform 2326">
                <a:extLst>
                  <a:ext uri="{FF2B5EF4-FFF2-40B4-BE49-F238E27FC236}">
                    <a16:creationId xmlns:a16="http://schemas.microsoft.com/office/drawing/2014/main" id="{D416BDD8-8EEE-4D7F-B6C9-D5CA269B3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021"/>
                <a:ext cx="4" cy="5"/>
              </a:xfrm>
              <a:custGeom>
                <a:avLst/>
                <a:gdLst>
                  <a:gd name="T0" fmla="*/ 10 w 11"/>
                  <a:gd name="T1" fmla="*/ 9 h 12"/>
                  <a:gd name="T2" fmla="*/ 8 w 11"/>
                  <a:gd name="T3" fmla="*/ 12 h 12"/>
                  <a:gd name="T4" fmla="*/ 6 w 11"/>
                  <a:gd name="T5" fmla="*/ 12 h 12"/>
                  <a:gd name="T6" fmla="*/ 5 w 11"/>
                  <a:gd name="T7" fmla="*/ 11 h 12"/>
                  <a:gd name="T8" fmla="*/ 3 w 11"/>
                  <a:gd name="T9" fmla="*/ 10 h 12"/>
                  <a:gd name="T10" fmla="*/ 1 w 11"/>
                  <a:gd name="T11" fmla="*/ 8 h 12"/>
                  <a:gd name="T12" fmla="*/ 1 w 11"/>
                  <a:gd name="T13" fmla="*/ 5 h 12"/>
                  <a:gd name="T14" fmla="*/ 1 w 11"/>
                  <a:gd name="T15" fmla="*/ 2 h 12"/>
                  <a:gd name="T16" fmla="*/ 3 w 11"/>
                  <a:gd name="T17" fmla="*/ 0 h 12"/>
                  <a:gd name="T18" fmla="*/ 4 w 11"/>
                  <a:gd name="T19" fmla="*/ 2 h 12"/>
                  <a:gd name="T20" fmla="*/ 6 w 11"/>
                  <a:gd name="T21" fmla="*/ 3 h 12"/>
                  <a:gd name="T22" fmla="*/ 9 w 11"/>
                  <a:gd name="T23" fmla="*/ 4 h 12"/>
                  <a:gd name="T24" fmla="*/ 11 w 11"/>
                  <a:gd name="T25" fmla="*/ 7 h 12"/>
                  <a:gd name="T26" fmla="*/ 10 w 11"/>
                  <a:gd name="T2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10" y="10"/>
                      <a:pt x="9" y="11"/>
                      <a:pt x="8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6" y="12"/>
                      <a:pt x="5" y="11"/>
                      <a:pt x="5" y="11"/>
                    </a:cubicBezTo>
                    <a:cubicBezTo>
                      <a:pt x="4" y="11"/>
                      <a:pt x="3" y="11"/>
                      <a:pt x="3" y="10"/>
                    </a:cubicBezTo>
                    <a:cubicBezTo>
                      <a:pt x="2" y="10"/>
                      <a:pt x="2" y="9"/>
                      <a:pt x="1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0" y="5"/>
                      <a:pt x="1" y="3"/>
                      <a:pt x="1" y="2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7" y="4"/>
                      <a:pt x="8" y="3"/>
                      <a:pt x="9" y="4"/>
                    </a:cubicBezTo>
                    <a:cubicBezTo>
                      <a:pt x="10" y="4"/>
                      <a:pt x="10" y="6"/>
                      <a:pt x="11" y="7"/>
                    </a:cubicBezTo>
                    <a:cubicBezTo>
                      <a:pt x="11" y="8"/>
                      <a:pt x="11" y="9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5" name="Freeform 2327">
                <a:extLst>
                  <a:ext uri="{FF2B5EF4-FFF2-40B4-BE49-F238E27FC236}">
                    <a16:creationId xmlns:a16="http://schemas.microsoft.com/office/drawing/2014/main" id="{7A2779C6-C338-4D31-8A6F-E2F60ABAC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023"/>
                <a:ext cx="6" cy="6"/>
              </a:xfrm>
              <a:custGeom>
                <a:avLst/>
                <a:gdLst>
                  <a:gd name="T0" fmla="*/ 4 w 14"/>
                  <a:gd name="T1" fmla="*/ 0 h 15"/>
                  <a:gd name="T2" fmla="*/ 6 w 14"/>
                  <a:gd name="T3" fmla="*/ 0 h 15"/>
                  <a:gd name="T4" fmla="*/ 9 w 14"/>
                  <a:gd name="T5" fmla="*/ 2 h 15"/>
                  <a:gd name="T6" fmla="*/ 10 w 14"/>
                  <a:gd name="T7" fmla="*/ 5 h 15"/>
                  <a:gd name="T8" fmla="*/ 13 w 14"/>
                  <a:gd name="T9" fmla="*/ 6 h 15"/>
                  <a:gd name="T10" fmla="*/ 14 w 14"/>
                  <a:gd name="T11" fmla="*/ 6 h 15"/>
                  <a:gd name="T12" fmla="*/ 14 w 14"/>
                  <a:gd name="T13" fmla="*/ 9 h 15"/>
                  <a:gd name="T14" fmla="*/ 14 w 14"/>
                  <a:gd name="T15" fmla="*/ 13 h 15"/>
                  <a:gd name="T16" fmla="*/ 9 w 14"/>
                  <a:gd name="T17" fmla="*/ 14 h 15"/>
                  <a:gd name="T18" fmla="*/ 6 w 14"/>
                  <a:gd name="T19" fmla="*/ 12 h 15"/>
                  <a:gd name="T20" fmla="*/ 6 w 14"/>
                  <a:gd name="T21" fmla="*/ 10 h 15"/>
                  <a:gd name="T22" fmla="*/ 5 w 14"/>
                  <a:gd name="T23" fmla="*/ 7 h 15"/>
                  <a:gd name="T24" fmla="*/ 3 w 14"/>
                  <a:gd name="T25" fmla="*/ 6 h 15"/>
                  <a:gd name="T26" fmla="*/ 0 w 14"/>
                  <a:gd name="T27" fmla="*/ 2 h 15"/>
                  <a:gd name="T28" fmla="*/ 2 w 14"/>
                  <a:gd name="T29" fmla="*/ 1 h 15"/>
                  <a:gd name="T30" fmla="*/ 4 w 14"/>
                  <a:gd name="T3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5">
                    <a:moveTo>
                      <a:pt x="4" y="0"/>
                    </a:moveTo>
                    <a:cubicBezTo>
                      <a:pt x="5" y="0"/>
                      <a:pt x="6" y="0"/>
                      <a:pt x="6" y="0"/>
                    </a:cubicBezTo>
                    <a:cubicBezTo>
                      <a:pt x="7" y="1"/>
                      <a:pt x="9" y="1"/>
                      <a:pt x="9" y="2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1" y="6"/>
                      <a:pt x="12" y="6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7"/>
                      <a:pt x="14" y="8"/>
                      <a:pt x="14" y="9"/>
                    </a:cubicBezTo>
                    <a:cubicBezTo>
                      <a:pt x="14" y="10"/>
                      <a:pt x="14" y="12"/>
                      <a:pt x="14" y="13"/>
                    </a:cubicBezTo>
                    <a:cubicBezTo>
                      <a:pt x="14" y="15"/>
                      <a:pt x="11" y="14"/>
                      <a:pt x="9" y="14"/>
                    </a:cubicBezTo>
                    <a:cubicBezTo>
                      <a:pt x="8" y="14"/>
                      <a:pt x="6" y="13"/>
                      <a:pt x="6" y="12"/>
                    </a:cubicBezTo>
                    <a:cubicBezTo>
                      <a:pt x="6" y="11"/>
                      <a:pt x="6" y="11"/>
                      <a:pt x="6" y="10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2" y="5"/>
                      <a:pt x="0" y="4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1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6" name="Freeform 2328">
                <a:extLst>
                  <a:ext uri="{FF2B5EF4-FFF2-40B4-BE49-F238E27FC236}">
                    <a16:creationId xmlns:a16="http://schemas.microsoft.com/office/drawing/2014/main" id="{CE8742E0-FD88-4ECE-88E0-392CBC447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021"/>
                <a:ext cx="3" cy="4"/>
              </a:xfrm>
              <a:custGeom>
                <a:avLst/>
                <a:gdLst>
                  <a:gd name="T0" fmla="*/ 1 w 8"/>
                  <a:gd name="T1" fmla="*/ 6 h 8"/>
                  <a:gd name="T2" fmla="*/ 1 w 8"/>
                  <a:gd name="T3" fmla="*/ 1 h 8"/>
                  <a:gd name="T4" fmla="*/ 5 w 8"/>
                  <a:gd name="T5" fmla="*/ 0 h 8"/>
                  <a:gd name="T6" fmla="*/ 7 w 8"/>
                  <a:gd name="T7" fmla="*/ 1 h 8"/>
                  <a:gd name="T8" fmla="*/ 7 w 8"/>
                  <a:gd name="T9" fmla="*/ 3 h 8"/>
                  <a:gd name="T10" fmla="*/ 5 w 8"/>
                  <a:gd name="T11" fmla="*/ 7 h 8"/>
                  <a:gd name="T12" fmla="*/ 1 w 8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1" y="6"/>
                    </a:moveTo>
                    <a:cubicBezTo>
                      <a:pt x="0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1" y="7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7" name="Freeform 2329">
                <a:extLst>
                  <a:ext uri="{FF2B5EF4-FFF2-40B4-BE49-F238E27FC236}">
                    <a16:creationId xmlns:a16="http://schemas.microsoft.com/office/drawing/2014/main" id="{3C1BB30D-549F-44D5-B1F7-3DB09E0E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017"/>
                <a:ext cx="5" cy="4"/>
              </a:xfrm>
              <a:custGeom>
                <a:avLst/>
                <a:gdLst>
                  <a:gd name="T0" fmla="*/ 0 w 13"/>
                  <a:gd name="T1" fmla="*/ 7 h 10"/>
                  <a:gd name="T2" fmla="*/ 0 w 13"/>
                  <a:gd name="T3" fmla="*/ 5 h 10"/>
                  <a:gd name="T4" fmla="*/ 2 w 13"/>
                  <a:gd name="T5" fmla="*/ 2 h 10"/>
                  <a:gd name="T6" fmla="*/ 8 w 13"/>
                  <a:gd name="T7" fmla="*/ 0 h 10"/>
                  <a:gd name="T8" fmla="*/ 13 w 13"/>
                  <a:gd name="T9" fmla="*/ 5 h 10"/>
                  <a:gd name="T10" fmla="*/ 13 w 13"/>
                  <a:gd name="T11" fmla="*/ 8 h 10"/>
                  <a:gd name="T12" fmla="*/ 10 w 13"/>
                  <a:gd name="T13" fmla="*/ 10 h 10"/>
                  <a:gd name="T14" fmla="*/ 5 w 13"/>
                  <a:gd name="T15" fmla="*/ 10 h 10"/>
                  <a:gd name="T16" fmla="*/ 0 w 13"/>
                  <a:gd name="T1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0">
                    <a:moveTo>
                      <a:pt x="0" y="7"/>
                    </a:move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4" y="2"/>
                      <a:pt x="6" y="0"/>
                      <a:pt x="8" y="0"/>
                    </a:cubicBezTo>
                    <a:cubicBezTo>
                      <a:pt x="10" y="1"/>
                      <a:pt x="12" y="3"/>
                      <a:pt x="13" y="5"/>
                    </a:cubicBezTo>
                    <a:cubicBezTo>
                      <a:pt x="13" y="6"/>
                      <a:pt x="13" y="7"/>
                      <a:pt x="13" y="8"/>
                    </a:cubicBezTo>
                    <a:cubicBezTo>
                      <a:pt x="12" y="8"/>
                      <a:pt x="11" y="9"/>
                      <a:pt x="10" y="10"/>
                    </a:cubicBezTo>
                    <a:cubicBezTo>
                      <a:pt x="8" y="10"/>
                      <a:pt x="6" y="10"/>
                      <a:pt x="5" y="10"/>
                    </a:cubicBezTo>
                    <a:cubicBezTo>
                      <a:pt x="3" y="9"/>
                      <a:pt x="1" y="9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8" name="Freeform 2330">
                <a:extLst>
                  <a:ext uri="{FF2B5EF4-FFF2-40B4-BE49-F238E27FC236}">
                    <a16:creationId xmlns:a16="http://schemas.microsoft.com/office/drawing/2014/main" id="{032A72F4-791D-4F05-B679-8782E9BF3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1034"/>
                <a:ext cx="5" cy="4"/>
              </a:xfrm>
              <a:custGeom>
                <a:avLst/>
                <a:gdLst>
                  <a:gd name="T0" fmla="*/ 4 w 12"/>
                  <a:gd name="T1" fmla="*/ 0 h 10"/>
                  <a:gd name="T2" fmla="*/ 7 w 12"/>
                  <a:gd name="T3" fmla="*/ 0 h 10"/>
                  <a:gd name="T4" fmla="*/ 10 w 12"/>
                  <a:gd name="T5" fmla="*/ 8 h 10"/>
                  <a:gd name="T6" fmla="*/ 7 w 12"/>
                  <a:gd name="T7" fmla="*/ 9 h 10"/>
                  <a:gd name="T8" fmla="*/ 4 w 12"/>
                  <a:gd name="T9" fmla="*/ 6 h 10"/>
                  <a:gd name="T10" fmla="*/ 2 w 12"/>
                  <a:gd name="T11" fmla="*/ 5 h 10"/>
                  <a:gd name="T12" fmla="*/ 4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4" y="0"/>
                    </a:moveTo>
                    <a:cubicBezTo>
                      <a:pt x="5" y="0"/>
                      <a:pt x="6" y="0"/>
                      <a:pt x="7" y="0"/>
                    </a:cubicBezTo>
                    <a:cubicBezTo>
                      <a:pt x="10" y="0"/>
                      <a:pt x="12" y="5"/>
                      <a:pt x="10" y="8"/>
                    </a:cubicBezTo>
                    <a:cubicBezTo>
                      <a:pt x="9" y="9"/>
                      <a:pt x="8" y="10"/>
                      <a:pt x="7" y="9"/>
                    </a:cubicBezTo>
                    <a:cubicBezTo>
                      <a:pt x="6" y="8"/>
                      <a:pt x="5" y="7"/>
                      <a:pt x="4" y="6"/>
                    </a:cubicBezTo>
                    <a:cubicBezTo>
                      <a:pt x="4" y="6"/>
                      <a:pt x="3" y="5"/>
                      <a:pt x="2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9" name="Freeform 2331">
                <a:extLst>
                  <a:ext uri="{FF2B5EF4-FFF2-40B4-BE49-F238E27FC236}">
                    <a16:creationId xmlns:a16="http://schemas.microsoft.com/office/drawing/2014/main" id="{04823FFB-AE1B-4375-BD8D-04FFE1097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1243"/>
                <a:ext cx="3" cy="9"/>
              </a:xfrm>
              <a:custGeom>
                <a:avLst/>
                <a:gdLst>
                  <a:gd name="T0" fmla="*/ 2 w 7"/>
                  <a:gd name="T1" fmla="*/ 8 h 22"/>
                  <a:gd name="T2" fmla="*/ 4 w 7"/>
                  <a:gd name="T3" fmla="*/ 0 h 22"/>
                  <a:gd name="T4" fmla="*/ 6 w 7"/>
                  <a:gd name="T5" fmla="*/ 3 h 22"/>
                  <a:gd name="T6" fmla="*/ 7 w 7"/>
                  <a:gd name="T7" fmla="*/ 7 h 22"/>
                  <a:gd name="T8" fmla="*/ 6 w 7"/>
                  <a:gd name="T9" fmla="*/ 16 h 22"/>
                  <a:gd name="T10" fmla="*/ 6 w 7"/>
                  <a:gd name="T11" fmla="*/ 19 h 22"/>
                  <a:gd name="T12" fmla="*/ 1 w 7"/>
                  <a:gd name="T13" fmla="*/ 17 h 22"/>
                  <a:gd name="T14" fmla="*/ 0 w 7"/>
                  <a:gd name="T15" fmla="*/ 14 h 22"/>
                  <a:gd name="T16" fmla="*/ 2 w 7"/>
                  <a:gd name="T1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2">
                    <a:moveTo>
                      <a:pt x="2" y="8"/>
                    </a:moveTo>
                    <a:cubicBezTo>
                      <a:pt x="2" y="6"/>
                      <a:pt x="1" y="1"/>
                      <a:pt x="4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7" y="4"/>
                      <a:pt x="7" y="6"/>
                      <a:pt x="7" y="7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7"/>
                      <a:pt x="7" y="18"/>
                      <a:pt x="6" y="19"/>
                    </a:cubicBezTo>
                    <a:cubicBezTo>
                      <a:pt x="5" y="22"/>
                      <a:pt x="2" y="19"/>
                      <a:pt x="1" y="17"/>
                    </a:cubicBezTo>
                    <a:cubicBezTo>
                      <a:pt x="0" y="16"/>
                      <a:pt x="0" y="15"/>
                      <a:pt x="0" y="14"/>
                    </a:cubicBezTo>
                    <a:cubicBezTo>
                      <a:pt x="1" y="12"/>
                      <a:pt x="1" y="10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0" name="Freeform 2332">
                <a:extLst>
                  <a:ext uri="{FF2B5EF4-FFF2-40B4-BE49-F238E27FC236}">
                    <a16:creationId xmlns:a16="http://schemas.microsoft.com/office/drawing/2014/main" id="{C1E59B4A-0419-44F4-9EE5-69194A588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234"/>
                <a:ext cx="6" cy="12"/>
              </a:xfrm>
              <a:custGeom>
                <a:avLst/>
                <a:gdLst>
                  <a:gd name="T0" fmla="*/ 5 w 15"/>
                  <a:gd name="T1" fmla="*/ 19 h 31"/>
                  <a:gd name="T2" fmla="*/ 6 w 15"/>
                  <a:gd name="T3" fmla="*/ 19 h 31"/>
                  <a:gd name="T4" fmla="*/ 7 w 15"/>
                  <a:gd name="T5" fmla="*/ 17 h 31"/>
                  <a:gd name="T6" fmla="*/ 8 w 15"/>
                  <a:gd name="T7" fmla="*/ 16 h 31"/>
                  <a:gd name="T8" fmla="*/ 6 w 15"/>
                  <a:gd name="T9" fmla="*/ 10 h 31"/>
                  <a:gd name="T10" fmla="*/ 5 w 15"/>
                  <a:gd name="T11" fmla="*/ 1 h 31"/>
                  <a:gd name="T12" fmla="*/ 8 w 15"/>
                  <a:gd name="T13" fmla="*/ 0 h 31"/>
                  <a:gd name="T14" fmla="*/ 11 w 15"/>
                  <a:gd name="T15" fmla="*/ 3 h 31"/>
                  <a:gd name="T16" fmla="*/ 14 w 15"/>
                  <a:gd name="T17" fmla="*/ 9 h 31"/>
                  <a:gd name="T18" fmla="*/ 15 w 15"/>
                  <a:gd name="T19" fmla="*/ 17 h 31"/>
                  <a:gd name="T20" fmla="*/ 14 w 15"/>
                  <a:gd name="T21" fmla="*/ 19 h 31"/>
                  <a:gd name="T22" fmla="*/ 12 w 15"/>
                  <a:gd name="T23" fmla="*/ 20 h 31"/>
                  <a:gd name="T24" fmla="*/ 12 w 15"/>
                  <a:gd name="T25" fmla="*/ 26 h 31"/>
                  <a:gd name="T26" fmla="*/ 7 w 15"/>
                  <a:gd name="T27" fmla="*/ 29 h 31"/>
                  <a:gd name="T28" fmla="*/ 5 w 15"/>
                  <a:gd name="T29" fmla="*/ 24 h 31"/>
                  <a:gd name="T30" fmla="*/ 5 w 15"/>
                  <a:gd name="T31" fmla="*/ 1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31">
                    <a:moveTo>
                      <a:pt x="5" y="19"/>
                    </a:moveTo>
                    <a:cubicBezTo>
                      <a:pt x="5" y="19"/>
                      <a:pt x="6" y="19"/>
                      <a:pt x="6" y="19"/>
                    </a:cubicBezTo>
                    <a:cubicBezTo>
                      <a:pt x="7" y="18"/>
                      <a:pt x="7" y="18"/>
                      <a:pt x="7" y="17"/>
                    </a:cubicBezTo>
                    <a:cubicBezTo>
                      <a:pt x="7" y="17"/>
                      <a:pt x="8" y="16"/>
                      <a:pt x="8" y="16"/>
                    </a:cubicBezTo>
                    <a:cubicBezTo>
                      <a:pt x="9" y="14"/>
                      <a:pt x="8" y="12"/>
                      <a:pt x="6" y="10"/>
                    </a:cubicBezTo>
                    <a:cubicBezTo>
                      <a:pt x="4" y="8"/>
                      <a:pt x="0" y="4"/>
                      <a:pt x="5" y="1"/>
                    </a:cubicBezTo>
                    <a:cubicBezTo>
                      <a:pt x="6" y="1"/>
                      <a:pt x="7" y="0"/>
                      <a:pt x="8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12" y="5"/>
                      <a:pt x="14" y="7"/>
                      <a:pt x="14" y="9"/>
                    </a:cubicBezTo>
                    <a:cubicBezTo>
                      <a:pt x="15" y="12"/>
                      <a:pt x="15" y="14"/>
                      <a:pt x="15" y="17"/>
                    </a:cubicBezTo>
                    <a:cubicBezTo>
                      <a:pt x="15" y="17"/>
                      <a:pt x="15" y="18"/>
                      <a:pt x="14" y="19"/>
                    </a:cubicBezTo>
                    <a:cubicBezTo>
                      <a:pt x="14" y="19"/>
                      <a:pt x="12" y="19"/>
                      <a:pt x="12" y="20"/>
                    </a:cubicBezTo>
                    <a:cubicBezTo>
                      <a:pt x="11" y="22"/>
                      <a:pt x="13" y="24"/>
                      <a:pt x="12" y="26"/>
                    </a:cubicBezTo>
                    <a:cubicBezTo>
                      <a:pt x="11" y="28"/>
                      <a:pt x="9" y="31"/>
                      <a:pt x="7" y="29"/>
                    </a:cubicBezTo>
                    <a:cubicBezTo>
                      <a:pt x="6" y="27"/>
                      <a:pt x="5" y="26"/>
                      <a:pt x="5" y="24"/>
                    </a:cubicBezTo>
                    <a:cubicBezTo>
                      <a:pt x="5" y="23"/>
                      <a:pt x="5" y="20"/>
                      <a:pt x="5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1" name="Freeform 2333">
                <a:extLst>
                  <a:ext uri="{FF2B5EF4-FFF2-40B4-BE49-F238E27FC236}">
                    <a16:creationId xmlns:a16="http://schemas.microsoft.com/office/drawing/2014/main" id="{0B6EB692-6042-4808-A9D5-669E4E3449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3" y="674"/>
                <a:ext cx="675" cy="1466"/>
              </a:xfrm>
              <a:custGeom>
                <a:avLst/>
                <a:gdLst>
                  <a:gd name="T0" fmla="*/ 1478 w 1659"/>
                  <a:gd name="T1" fmla="*/ 460 h 3603"/>
                  <a:gd name="T2" fmla="*/ 1069 w 1659"/>
                  <a:gd name="T3" fmla="*/ 219 h 3603"/>
                  <a:gd name="T4" fmla="*/ 1219 w 1659"/>
                  <a:gd name="T5" fmla="*/ 337 h 3603"/>
                  <a:gd name="T6" fmla="*/ 1377 w 1659"/>
                  <a:gd name="T7" fmla="*/ 157 h 3603"/>
                  <a:gd name="T8" fmla="*/ 250 w 1659"/>
                  <a:gd name="T9" fmla="*/ 2238 h 3603"/>
                  <a:gd name="T10" fmla="*/ 10 w 1659"/>
                  <a:gd name="T11" fmla="*/ 2708 h 3603"/>
                  <a:gd name="T12" fmla="*/ 78 w 1659"/>
                  <a:gd name="T13" fmla="*/ 2810 h 3603"/>
                  <a:gd name="T14" fmla="*/ 166 w 1659"/>
                  <a:gd name="T15" fmla="*/ 2816 h 3603"/>
                  <a:gd name="T16" fmla="*/ 353 w 1659"/>
                  <a:gd name="T17" fmla="*/ 2559 h 3603"/>
                  <a:gd name="T18" fmla="*/ 450 w 1659"/>
                  <a:gd name="T19" fmla="*/ 2651 h 3603"/>
                  <a:gd name="T20" fmla="*/ 206 w 1659"/>
                  <a:gd name="T21" fmla="*/ 2806 h 3603"/>
                  <a:gd name="T22" fmla="*/ 68 w 1659"/>
                  <a:gd name="T23" fmla="*/ 2961 h 3603"/>
                  <a:gd name="T24" fmla="*/ 194 w 1659"/>
                  <a:gd name="T25" fmla="*/ 3227 h 3603"/>
                  <a:gd name="T26" fmla="*/ 237 w 1659"/>
                  <a:gd name="T27" fmla="*/ 3525 h 3603"/>
                  <a:gd name="T28" fmla="*/ 527 w 1659"/>
                  <a:gd name="T29" fmla="*/ 3423 h 3603"/>
                  <a:gd name="T30" fmla="*/ 738 w 1659"/>
                  <a:gd name="T31" fmla="*/ 3332 h 3603"/>
                  <a:gd name="T32" fmla="*/ 821 w 1659"/>
                  <a:gd name="T33" fmla="*/ 3038 h 3603"/>
                  <a:gd name="T34" fmla="*/ 822 w 1659"/>
                  <a:gd name="T35" fmla="*/ 2908 h 3603"/>
                  <a:gd name="T36" fmla="*/ 597 w 1659"/>
                  <a:gd name="T37" fmla="*/ 2769 h 3603"/>
                  <a:gd name="T38" fmla="*/ 887 w 1659"/>
                  <a:gd name="T39" fmla="*/ 2742 h 3603"/>
                  <a:gd name="T40" fmla="*/ 998 w 1659"/>
                  <a:gd name="T41" fmla="*/ 2687 h 3603"/>
                  <a:gd name="T42" fmla="*/ 909 w 1659"/>
                  <a:gd name="T43" fmla="*/ 2571 h 3603"/>
                  <a:gd name="T44" fmla="*/ 851 w 1659"/>
                  <a:gd name="T45" fmla="*/ 2513 h 3603"/>
                  <a:gd name="T46" fmla="*/ 984 w 1659"/>
                  <a:gd name="T47" fmla="*/ 2503 h 3603"/>
                  <a:gd name="T48" fmla="*/ 1157 w 1659"/>
                  <a:gd name="T49" fmla="*/ 2425 h 3603"/>
                  <a:gd name="T50" fmla="*/ 963 w 1659"/>
                  <a:gd name="T51" fmla="*/ 2253 h 3603"/>
                  <a:gd name="T52" fmla="*/ 762 w 1659"/>
                  <a:gd name="T53" fmla="*/ 2360 h 3603"/>
                  <a:gd name="T54" fmla="*/ 568 w 1659"/>
                  <a:gd name="T55" fmla="*/ 2200 h 3603"/>
                  <a:gd name="T56" fmla="*/ 323 w 1659"/>
                  <a:gd name="T57" fmla="*/ 1939 h 3603"/>
                  <a:gd name="T58" fmla="*/ 603 w 1659"/>
                  <a:gd name="T59" fmla="*/ 2095 h 3603"/>
                  <a:gd name="T60" fmla="*/ 771 w 1659"/>
                  <a:gd name="T61" fmla="*/ 2347 h 3603"/>
                  <a:gd name="T62" fmla="*/ 881 w 1659"/>
                  <a:gd name="T63" fmla="*/ 2092 h 3603"/>
                  <a:gd name="T64" fmla="*/ 888 w 1659"/>
                  <a:gd name="T65" fmla="*/ 1944 h 3603"/>
                  <a:gd name="T66" fmla="*/ 925 w 1659"/>
                  <a:gd name="T67" fmla="*/ 1806 h 3603"/>
                  <a:gd name="T68" fmla="*/ 957 w 1659"/>
                  <a:gd name="T69" fmla="*/ 1648 h 3603"/>
                  <a:gd name="T70" fmla="*/ 830 w 1659"/>
                  <a:gd name="T71" fmla="*/ 1439 h 3603"/>
                  <a:gd name="T72" fmla="*/ 810 w 1659"/>
                  <a:gd name="T73" fmla="*/ 1237 h 3603"/>
                  <a:gd name="T74" fmla="*/ 868 w 1659"/>
                  <a:gd name="T75" fmla="*/ 1401 h 3603"/>
                  <a:gd name="T76" fmla="*/ 991 w 1659"/>
                  <a:gd name="T77" fmla="*/ 1672 h 3603"/>
                  <a:gd name="T78" fmla="*/ 1079 w 1659"/>
                  <a:gd name="T79" fmla="*/ 1535 h 3603"/>
                  <a:gd name="T80" fmla="*/ 1272 w 1659"/>
                  <a:gd name="T81" fmla="*/ 1386 h 3603"/>
                  <a:gd name="T82" fmla="*/ 1384 w 1659"/>
                  <a:gd name="T83" fmla="*/ 1181 h 3603"/>
                  <a:gd name="T84" fmla="*/ 1049 w 1659"/>
                  <a:gd name="T85" fmla="*/ 980 h 3603"/>
                  <a:gd name="T86" fmla="*/ 900 w 1659"/>
                  <a:gd name="T87" fmla="*/ 804 h 3603"/>
                  <a:gd name="T88" fmla="*/ 832 w 1659"/>
                  <a:gd name="T89" fmla="*/ 710 h 3603"/>
                  <a:gd name="T90" fmla="*/ 1198 w 1659"/>
                  <a:gd name="T91" fmla="*/ 1094 h 3603"/>
                  <a:gd name="T92" fmla="*/ 1420 w 1659"/>
                  <a:gd name="T93" fmla="*/ 950 h 3603"/>
                  <a:gd name="T94" fmla="*/ 1198 w 1659"/>
                  <a:gd name="T95" fmla="*/ 632 h 3603"/>
                  <a:gd name="T96" fmla="*/ 889 w 1659"/>
                  <a:gd name="T97" fmla="*/ 394 h 3603"/>
                  <a:gd name="T98" fmla="*/ 841 w 1659"/>
                  <a:gd name="T99" fmla="*/ 357 h 3603"/>
                  <a:gd name="T100" fmla="*/ 1271 w 1659"/>
                  <a:gd name="T101" fmla="*/ 758 h 3603"/>
                  <a:gd name="T102" fmla="*/ 1489 w 1659"/>
                  <a:gd name="T103" fmla="*/ 830 h 3603"/>
                  <a:gd name="T104" fmla="*/ 243 w 1659"/>
                  <a:gd name="T105" fmla="*/ 2506 h 3603"/>
                  <a:gd name="T106" fmla="*/ 618 w 1659"/>
                  <a:gd name="T107" fmla="*/ 2926 h 3603"/>
                  <a:gd name="T108" fmla="*/ 743 w 1659"/>
                  <a:gd name="T109" fmla="*/ 2594 h 3603"/>
                  <a:gd name="T110" fmla="*/ 503 w 1659"/>
                  <a:gd name="T111" fmla="*/ 2702 h 3603"/>
                  <a:gd name="T112" fmla="*/ 814 w 1659"/>
                  <a:gd name="T113" fmla="*/ 2242 h 3603"/>
                  <a:gd name="T114" fmla="*/ 465 w 1659"/>
                  <a:gd name="T115" fmla="*/ 1551 h 3603"/>
                  <a:gd name="T116" fmla="*/ 662 w 1659"/>
                  <a:gd name="T117" fmla="*/ 1114 h 3603"/>
                  <a:gd name="T118" fmla="*/ 743 w 1659"/>
                  <a:gd name="T119" fmla="*/ 980 h 3603"/>
                  <a:gd name="T120" fmla="*/ 757 w 1659"/>
                  <a:gd name="T121" fmla="*/ 993 h 3603"/>
                  <a:gd name="T122" fmla="*/ 1018 w 1659"/>
                  <a:gd name="T123" fmla="*/ 593 h 3603"/>
                  <a:gd name="T124" fmla="*/ 1039 w 1659"/>
                  <a:gd name="T125" fmla="*/ 604 h 3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59" h="3603">
                    <a:moveTo>
                      <a:pt x="1656" y="814"/>
                    </a:moveTo>
                    <a:cubicBezTo>
                      <a:pt x="1653" y="807"/>
                      <a:pt x="1648" y="802"/>
                      <a:pt x="1645" y="795"/>
                    </a:cubicBezTo>
                    <a:cubicBezTo>
                      <a:pt x="1643" y="792"/>
                      <a:pt x="1641" y="788"/>
                      <a:pt x="1641" y="784"/>
                    </a:cubicBezTo>
                    <a:cubicBezTo>
                      <a:pt x="1640" y="780"/>
                      <a:pt x="1639" y="776"/>
                      <a:pt x="1637" y="772"/>
                    </a:cubicBezTo>
                    <a:cubicBezTo>
                      <a:pt x="1634" y="768"/>
                      <a:pt x="1629" y="764"/>
                      <a:pt x="1625" y="761"/>
                    </a:cubicBezTo>
                    <a:cubicBezTo>
                      <a:pt x="1624" y="760"/>
                      <a:pt x="1623" y="759"/>
                      <a:pt x="1622" y="758"/>
                    </a:cubicBezTo>
                    <a:cubicBezTo>
                      <a:pt x="1621" y="757"/>
                      <a:pt x="1621" y="756"/>
                      <a:pt x="1620" y="755"/>
                    </a:cubicBezTo>
                    <a:cubicBezTo>
                      <a:pt x="1619" y="755"/>
                      <a:pt x="1619" y="755"/>
                      <a:pt x="1619" y="755"/>
                    </a:cubicBezTo>
                    <a:cubicBezTo>
                      <a:pt x="1619" y="755"/>
                      <a:pt x="1618" y="755"/>
                      <a:pt x="1618" y="754"/>
                    </a:cubicBezTo>
                    <a:cubicBezTo>
                      <a:pt x="1618" y="754"/>
                      <a:pt x="1617" y="753"/>
                      <a:pt x="1616" y="752"/>
                    </a:cubicBezTo>
                    <a:cubicBezTo>
                      <a:pt x="1616" y="751"/>
                      <a:pt x="1616" y="750"/>
                      <a:pt x="1615" y="749"/>
                    </a:cubicBezTo>
                    <a:cubicBezTo>
                      <a:pt x="1614" y="748"/>
                      <a:pt x="1613" y="747"/>
                      <a:pt x="1612" y="746"/>
                    </a:cubicBezTo>
                    <a:cubicBezTo>
                      <a:pt x="1611" y="746"/>
                      <a:pt x="1610" y="746"/>
                      <a:pt x="1610" y="745"/>
                    </a:cubicBezTo>
                    <a:cubicBezTo>
                      <a:pt x="1609" y="744"/>
                      <a:pt x="1608" y="743"/>
                      <a:pt x="1607" y="742"/>
                    </a:cubicBezTo>
                    <a:cubicBezTo>
                      <a:pt x="1606" y="741"/>
                      <a:pt x="1605" y="740"/>
                      <a:pt x="1604" y="739"/>
                    </a:cubicBezTo>
                    <a:cubicBezTo>
                      <a:pt x="1603" y="738"/>
                      <a:pt x="1602" y="737"/>
                      <a:pt x="1601" y="736"/>
                    </a:cubicBezTo>
                    <a:cubicBezTo>
                      <a:pt x="1600" y="735"/>
                      <a:pt x="1598" y="733"/>
                      <a:pt x="1597" y="732"/>
                    </a:cubicBezTo>
                    <a:cubicBezTo>
                      <a:pt x="1595" y="731"/>
                      <a:pt x="1593" y="730"/>
                      <a:pt x="1592" y="729"/>
                    </a:cubicBezTo>
                    <a:cubicBezTo>
                      <a:pt x="1590" y="728"/>
                      <a:pt x="1586" y="725"/>
                      <a:pt x="1586" y="723"/>
                    </a:cubicBezTo>
                    <a:cubicBezTo>
                      <a:pt x="1585" y="721"/>
                      <a:pt x="1584" y="719"/>
                      <a:pt x="1584" y="716"/>
                    </a:cubicBezTo>
                    <a:cubicBezTo>
                      <a:pt x="1584" y="712"/>
                      <a:pt x="1584" y="707"/>
                      <a:pt x="1582" y="702"/>
                    </a:cubicBezTo>
                    <a:cubicBezTo>
                      <a:pt x="1581" y="697"/>
                      <a:pt x="1580" y="692"/>
                      <a:pt x="1578" y="687"/>
                    </a:cubicBezTo>
                    <a:cubicBezTo>
                      <a:pt x="1577" y="684"/>
                      <a:pt x="1574" y="682"/>
                      <a:pt x="1573" y="678"/>
                    </a:cubicBezTo>
                    <a:cubicBezTo>
                      <a:pt x="1572" y="677"/>
                      <a:pt x="1573" y="675"/>
                      <a:pt x="1572" y="673"/>
                    </a:cubicBezTo>
                    <a:cubicBezTo>
                      <a:pt x="1572" y="671"/>
                      <a:pt x="1572" y="669"/>
                      <a:pt x="1573" y="667"/>
                    </a:cubicBezTo>
                    <a:cubicBezTo>
                      <a:pt x="1574" y="664"/>
                      <a:pt x="1576" y="662"/>
                      <a:pt x="1578" y="659"/>
                    </a:cubicBezTo>
                    <a:cubicBezTo>
                      <a:pt x="1579" y="658"/>
                      <a:pt x="1580" y="656"/>
                      <a:pt x="1581" y="654"/>
                    </a:cubicBezTo>
                    <a:cubicBezTo>
                      <a:pt x="1582" y="652"/>
                      <a:pt x="1584" y="651"/>
                      <a:pt x="1585" y="649"/>
                    </a:cubicBezTo>
                    <a:cubicBezTo>
                      <a:pt x="1587" y="647"/>
                      <a:pt x="1587" y="643"/>
                      <a:pt x="1589" y="640"/>
                    </a:cubicBezTo>
                    <a:cubicBezTo>
                      <a:pt x="1590" y="638"/>
                      <a:pt x="1592" y="637"/>
                      <a:pt x="1594" y="635"/>
                    </a:cubicBezTo>
                    <a:cubicBezTo>
                      <a:pt x="1596" y="633"/>
                      <a:pt x="1596" y="631"/>
                      <a:pt x="1595" y="629"/>
                    </a:cubicBezTo>
                    <a:cubicBezTo>
                      <a:pt x="1593" y="626"/>
                      <a:pt x="1590" y="624"/>
                      <a:pt x="1590" y="621"/>
                    </a:cubicBezTo>
                    <a:cubicBezTo>
                      <a:pt x="1589" y="617"/>
                      <a:pt x="1588" y="613"/>
                      <a:pt x="1588" y="609"/>
                    </a:cubicBezTo>
                    <a:cubicBezTo>
                      <a:pt x="1588" y="605"/>
                      <a:pt x="1589" y="603"/>
                      <a:pt x="1591" y="600"/>
                    </a:cubicBezTo>
                    <a:cubicBezTo>
                      <a:pt x="1594" y="596"/>
                      <a:pt x="1591" y="593"/>
                      <a:pt x="1590" y="589"/>
                    </a:cubicBezTo>
                    <a:cubicBezTo>
                      <a:pt x="1589" y="587"/>
                      <a:pt x="1588" y="585"/>
                      <a:pt x="1588" y="583"/>
                    </a:cubicBezTo>
                    <a:cubicBezTo>
                      <a:pt x="1587" y="582"/>
                      <a:pt x="1586" y="580"/>
                      <a:pt x="1586" y="579"/>
                    </a:cubicBezTo>
                    <a:cubicBezTo>
                      <a:pt x="1587" y="577"/>
                      <a:pt x="1590" y="576"/>
                      <a:pt x="1591" y="575"/>
                    </a:cubicBezTo>
                    <a:cubicBezTo>
                      <a:pt x="1593" y="574"/>
                      <a:pt x="1596" y="573"/>
                      <a:pt x="1596" y="571"/>
                    </a:cubicBezTo>
                    <a:cubicBezTo>
                      <a:pt x="1595" y="569"/>
                      <a:pt x="1594" y="567"/>
                      <a:pt x="1593" y="566"/>
                    </a:cubicBezTo>
                    <a:cubicBezTo>
                      <a:pt x="1592" y="564"/>
                      <a:pt x="1591" y="562"/>
                      <a:pt x="1590" y="560"/>
                    </a:cubicBezTo>
                    <a:cubicBezTo>
                      <a:pt x="1588" y="559"/>
                      <a:pt x="1588" y="557"/>
                      <a:pt x="1588" y="555"/>
                    </a:cubicBezTo>
                    <a:cubicBezTo>
                      <a:pt x="1587" y="554"/>
                      <a:pt x="1587" y="552"/>
                      <a:pt x="1587" y="551"/>
                    </a:cubicBezTo>
                    <a:cubicBezTo>
                      <a:pt x="1586" y="549"/>
                      <a:pt x="1585" y="547"/>
                      <a:pt x="1584" y="546"/>
                    </a:cubicBezTo>
                    <a:cubicBezTo>
                      <a:pt x="1581" y="542"/>
                      <a:pt x="1579" y="537"/>
                      <a:pt x="1576" y="533"/>
                    </a:cubicBezTo>
                    <a:cubicBezTo>
                      <a:pt x="1575" y="530"/>
                      <a:pt x="1573" y="528"/>
                      <a:pt x="1571" y="526"/>
                    </a:cubicBezTo>
                    <a:cubicBezTo>
                      <a:pt x="1569" y="524"/>
                      <a:pt x="1568" y="522"/>
                      <a:pt x="1565" y="521"/>
                    </a:cubicBezTo>
                    <a:cubicBezTo>
                      <a:pt x="1562" y="519"/>
                      <a:pt x="1560" y="517"/>
                      <a:pt x="1558" y="514"/>
                    </a:cubicBezTo>
                    <a:cubicBezTo>
                      <a:pt x="1556" y="512"/>
                      <a:pt x="1554" y="510"/>
                      <a:pt x="1554" y="507"/>
                    </a:cubicBezTo>
                    <a:cubicBezTo>
                      <a:pt x="1553" y="505"/>
                      <a:pt x="1550" y="503"/>
                      <a:pt x="1549" y="501"/>
                    </a:cubicBezTo>
                    <a:cubicBezTo>
                      <a:pt x="1549" y="499"/>
                      <a:pt x="1548" y="497"/>
                      <a:pt x="1547" y="496"/>
                    </a:cubicBezTo>
                    <a:cubicBezTo>
                      <a:pt x="1543" y="491"/>
                      <a:pt x="1540" y="486"/>
                      <a:pt x="1536" y="481"/>
                    </a:cubicBezTo>
                    <a:cubicBezTo>
                      <a:pt x="1532" y="478"/>
                      <a:pt x="1530" y="474"/>
                      <a:pt x="1525" y="473"/>
                    </a:cubicBezTo>
                    <a:cubicBezTo>
                      <a:pt x="1524" y="473"/>
                      <a:pt x="1524" y="472"/>
                      <a:pt x="1523" y="472"/>
                    </a:cubicBezTo>
                    <a:cubicBezTo>
                      <a:pt x="1522" y="471"/>
                      <a:pt x="1522" y="472"/>
                      <a:pt x="1521" y="472"/>
                    </a:cubicBezTo>
                    <a:cubicBezTo>
                      <a:pt x="1519" y="472"/>
                      <a:pt x="1517" y="471"/>
                      <a:pt x="1515" y="470"/>
                    </a:cubicBezTo>
                    <a:cubicBezTo>
                      <a:pt x="1511" y="468"/>
                      <a:pt x="1509" y="463"/>
                      <a:pt x="1505" y="460"/>
                    </a:cubicBezTo>
                    <a:cubicBezTo>
                      <a:pt x="1504" y="460"/>
                      <a:pt x="1503" y="459"/>
                      <a:pt x="1502" y="459"/>
                    </a:cubicBezTo>
                    <a:cubicBezTo>
                      <a:pt x="1501" y="459"/>
                      <a:pt x="1501" y="460"/>
                      <a:pt x="1500" y="460"/>
                    </a:cubicBezTo>
                    <a:cubicBezTo>
                      <a:pt x="1499" y="461"/>
                      <a:pt x="1498" y="461"/>
                      <a:pt x="1498" y="461"/>
                    </a:cubicBezTo>
                    <a:cubicBezTo>
                      <a:pt x="1497" y="462"/>
                      <a:pt x="1497" y="462"/>
                      <a:pt x="1497" y="463"/>
                    </a:cubicBezTo>
                    <a:cubicBezTo>
                      <a:pt x="1496" y="464"/>
                      <a:pt x="1494" y="465"/>
                      <a:pt x="1493" y="465"/>
                    </a:cubicBezTo>
                    <a:cubicBezTo>
                      <a:pt x="1492" y="464"/>
                      <a:pt x="1490" y="463"/>
                      <a:pt x="1488" y="462"/>
                    </a:cubicBezTo>
                    <a:cubicBezTo>
                      <a:pt x="1487" y="461"/>
                      <a:pt x="1485" y="460"/>
                      <a:pt x="1483" y="460"/>
                    </a:cubicBezTo>
                    <a:cubicBezTo>
                      <a:pt x="1481" y="459"/>
                      <a:pt x="1480" y="460"/>
                      <a:pt x="1478" y="460"/>
                    </a:cubicBezTo>
                    <a:cubicBezTo>
                      <a:pt x="1476" y="461"/>
                      <a:pt x="1474" y="461"/>
                      <a:pt x="1472" y="463"/>
                    </a:cubicBezTo>
                    <a:cubicBezTo>
                      <a:pt x="1471" y="464"/>
                      <a:pt x="1470" y="466"/>
                      <a:pt x="1469" y="466"/>
                    </a:cubicBezTo>
                    <a:cubicBezTo>
                      <a:pt x="1467" y="467"/>
                      <a:pt x="1465" y="468"/>
                      <a:pt x="1463" y="468"/>
                    </a:cubicBezTo>
                    <a:cubicBezTo>
                      <a:pt x="1461" y="469"/>
                      <a:pt x="1459" y="469"/>
                      <a:pt x="1457" y="469"/>
                    </a:cubicBezTo>
                    <a:cubicBezTo>
                      <a:pt x="1452" y="469"/>
                      <a:pt x="1447" y="468"/>
                      <a:pt x="1444" y="464"/>
                    </a:cubicBezTo>
                    <a:cubicBezTo>
                      <a:pt x="1442" y="461"/>
                      <a:pt x="1438" y="459"/>
                      <a:pt x="1436" y="455"/>
                    </a:cubicBezTo>
                    <a:cubicBezTo>
                      <a:pt x="1435" y="453"/>
                      <a:pt x="1434" y="449"/>
                      <a:pt x="1433" y="447"/>
                    </a:cubicBezTo>
                    <a:cubicBezTo>
                      <a:pt x="1433" y="444"/>
                      <a:pt x="1434" y="441"/>
                      <a:pt x="1433" y="438"/>
                    </a:cubicBezTo>
                    <a:cubicBezTo>
                      <a:pt x="1432" y="436"/>
                      <a:pt x="1433" y="434"/>
                      <a:pt x="1432" y="432"/>
                    </a:cubicBezTo>
                    <a:cubicBezTo>
                      <a:pt x="1431" y="431"/>
                      <a:pt x="1430" y="430"/>
                      <a:pt x="1429" y="429"/>
                    </a:cubicBezTo>
                    <a:cubicBezTo>
                      <a:pt x="1427" y="427"/>
                      <a:pt x="1425" y="424"/>
                      <a:pt x="1421" y="423"/>
                    </a:cubicBezTo>
                    <a:cubicBezTo>
                      <a:pt x="1418" y="422"/>
                      <a:pt x="1416" y="420"/>
                      <a:pt x="1413" y="418"/>
                    </a:cubicBezTo>
                    <a:cubicBezTo>
                      <a:pt x="1413" y="418"/>
                      <a:pt x="1413" y="418"/>
                      <a:pt x="1413" y="418"/>
                    </a:cubicBezTo>
                    <a:cubicBezTo>
                      <a:pt x="1412" y="418"/>
                      <a:pt x="1411" y="417"/>
                      <a:pt x="1410" y="417"/>
                    </a:cubicBezTo>
                    <a:cubicBezTo>
                      <a:pt x="1409" y="416"/>
                      <a:pt x="1408" y="415"/>
                      <a:pt x="1407" y="414"/>
                    </a:cubicBezTo>
                    <a:cubicBezTo>
                      <a:pt x="1406" y="413"/>
                      <a:pt x="1404" y="412"/>
                      <a:pt x="1403" y="412"/>
                    </a:cubicBezTo>
                    <a:cubicBezTo>
                      <a:pt x="1401" y="410"/>
                      <a:pt x="1399" y="410"/>
                      <a:pt x="1398" y="408"/>
                    </a:cubicBezTo>
                    <a:cubicBezTo>
                      <a:pt x="1395" y="405"/>
                      <a:pt x="1394" y="402"/>
                      <a:pt x="1391" y="399"/>
                    </a:cubicBezTo>
                    <a:cubicBezTo>
                      <a:pt x="1389" y="397"/>
                      <a:pt x="1385" y="398"/>
                      <a:pt x="1381" y="397"/>
                    </a:cubicBezTo>
                    <a:cubicBezTo>
                      <a:pt x="1380" y="397"/>
                      <a:pt x="1379" y="396"/>
                      <a:pt x="1378" y="396"/>
                    </a:cubicBezTo>
                    <a:cubicBezTo>
                      <a:pt x="1376" y="395"/>
                      <a:pt x="1375" y="395"/>
                      <a:pt x="1373" y="394"/>
                    </a:cubicBezTo>
                    <a:cubicBezTo>
                      <a:pt x="1371" y="393"/>
                      <a:pt x="1369" y="393"/>
                      <a:pt x="1367" y="392"/>
                    </a:cubicBezTo>
                    <a:cubicBezTo>
                      <a:pt x="1363" y="390"/>
                      <a:pt x="1360" y="388"/>
                      <a:pt x="1357" y="385"/>
                    </a:cubicBezTo>
                    <a:cubicBezTo>
                      <a:pt x="1354" y="381"/>
                      <a:pt x="1349" y="379"/>
                      <a:pt x="1344" y="377"/>
                    </a:cubicBezTo>
                    <a:cubicBezTo>
                      <a:pt x="1343" y="377"/>
                      <a:pt x="1341" y="376"/>
                      <a:pt x="1341" y="375"/>
                    </a:cubicBezTo>
                    <a:cubicBezTo>
                      <a:pt x="1340" y="373"/>
                      <a:pt x="1341" y="372"/>
                      <a:pt x="1340" y="371"/>
                    </a:cubicBezTo>
                    <a:cubicBezTo>
                      <a:pt x="1338" y="369"/>
                      <a:pt x="1336" y="368"/>
                      <a:pt x="1333" y="368"/>
                    </a:cubicBezTo>
                    <a:cubicBezTo>
                      <a:pt x="1331" y="368"/>
                      <a:pt x="1329" y="368"/>
                      <a:pt x="1327" y="368"/>
                    </a:cubicBezTo>
                    <a:cubicBezTo>
                      <a:pt x="1325" y="367"/>
                      <a:pt x="1322" y="366"/>
                      <a:pt x="1320" y="366"/>
                    </a:cubicBezTo>
                    <a:cubicBezTo>
                      <a:pt x="1319" y="365"/>
                      <a:pt x="1317" y="364"/>
                      <a:pt x="1316" y="364"/>
                    </a:cubicBezTo>
                    <a:cubicBezTo>
                      <a:pt x="1315" y="364"/>
                      <a:pt x="1314" y="364"/>
                      <a:pt x="1313" y="364"/>
                    </a:cubicBezTo>
                    <a:cubicBezTo>
                      <a:pt x="1311" y="364"/>
                      <a:pt x="1309" y="363"/>
                      <a:pt x="1307" y="363"/>
                    </a:cubicBezTo>
                    <a:cubicBezTo>
                      <a:pt x="1305" y="363"/>
                      <a:pt x="1303" y="363"/>
                      <a:pt x="1301" y="363"/>
                    </a:cubicBezTo>
                    <a:cubicBezTo>
                      <a:pt x="1299" y="363"/>
                      <a:pt x="1297" y="363"/>
                      <a:pt x="1295" y="363"/>
                    </a:cubicBezTo>
                    <a:cubicBezTo>
                      <a:pt x="1294" y="364"/>
                      <a:pt x="1294" y="364"/>
                      <a:pt x="1293" y="364"/>
                    </a:cubicBezTo>
                    <a:cubicBezTo>
                      <a:pt x="1292" y="364"/>
                      <a:pt x="1290" y="364"/>
                      <a:pt x="1289" y="364"/>
                    </a:cubicBezTo>
                    <a:cubicBezTo>
                      <a:pt x="1284" y="363"/>
                      <a:pt x="1282" y="360"/>
                      <a:pt x="1278" y="359"/>
                    </a:cubicBezTo>
                    <a:cubicBezTo>
                      <a:pt x="1274" y="358"/>
                      <a:pt x="1269" y="359"/>
                      <a:pt x="1265" y="359"/>
                    </a:cubicBezTo>
                    <a:cubicBezTo>
                      <a:pt x="1261" y="359"/>
                      <a:pt x="1257" y="358"/>
                      <a:pt x="1254" y="357"/>
                    </a:cubicBezTo>
                    <a:cubicBezTo>
                      <a:pt x="1252" y="356"/>
                      <a:pt x="1250" y="355"/>
                      <a:pt x="1248" y="353"/>
                    </a:cubicBezTo>
                    <a:cubicBezTo>
                      <a:pt x="1247" y="352"/>
                      <a:pt x="1246" y="351"/>
                      <a:pt x="1244" y="350"/>
                    </a:cubicBezTo>
                    <a:cubicBezTo>
                      <a:pt x="1241" y="349"/>
                      <a:pt x="1238" y="346"/>
                      <a:pt x="1234" y="345"/>
                    </a:cubicBezTo>
                    <a:cubicBezTo>
                      <a:pt x="1231" y="344"/>
                      <a:pt x="1228" y="343"/>
                      <a:pt x="1224" y="343"/>
                    </a:cubicBezTo>
                    <a:cubicBezTo>
                      <a:pt x="1220" y="343"/>
                      <a:pt x="1216" y="342"/>
                      <a:pt x="1211" y="342"/>
                    </a:cubicBezTo>
                    <a:cubicBezTo>
                      <a:pt x="1207" y="341"/>
                      <a:pt x="1202" y="341"/>
                      <a:pt x="1199" y="338"/>
                    </a:cubicBezTo>
                    <a:cubicBezTo>
                      <a:pt x="1196" y="337"/>
                      <a:pt x="1194" y="336"/>
                      <a:pt x="1191" y="334"/>
                    </a:cubicBezTo>
                    <a:cubicBezTo>
                      <a:pt x="1189" y="332"/>
                      <a:pt x="1188" y="329"/>
                      <a:pt x="1185" y="327"/>
                    </a:cubicBezTo>
                    <a:cubicBezTo>
                      <a:pt x="1184" y="326"/>
                      <a:pt x="1183" y="325"/>
                      <a:pt x="1183" y="323"/>
                    </a:cubicBezTo>
                    <a:cubicBezTo>
                      <a:pt x="1180" y="320"/>
                      <a:pt x="1177" y="317"/>
                      <a:pt x="1174" y="314"/>
                    </a:cubicBezTo>
                    <a:cubicBezTo>
                      <a:pt x="1172" y="311"/>
                      <a:pt x="1169" y="308"/>
                      <a:pt x="1168" y="305"/>
                    </a:cubicBezTo>
                    <a:cubicBezTo>
                      <a:pt x="1166" y="302"/>
                      <a:pt x="1164" y="298"/>
                      <a:pt x="1162" y="295"/>
                    </a:cubicBezTo>
                    <a:cubicBezTo>
                      <a:pt x="1160" y="293"/>
                      <a:pt x="1158" y="292"/>
                      <a:pt x="1156" y="291"/>
                    </a:cubicBezTo>
                    <a:cubicBezTo>
                      <a:pt x="1152" y="290"/>
                      <a:pt x="1149" y="287"/>
                      <a:pt x="1147" y="284"/>
                    </a:cubicBezTo>
                    <a:cubicBezTo>
                      <a:pt x="1145" y="279"/>
                      <a:pt x="1144" y="273"/>
                      <a:pt x="1143" y="268"/>
                    </a:cubicBezTo>
                    <a:cubicBezTo>
                      <a:pt x="1142" y="265"/>
                      <a:pt x="1141" y="263"/>
                      <a:pt x="1140" y="260"/>
                    </a:cubicBezTo>
                    <a:cubicBezTo>
                      <a:pt x="1138" y="256"/>
                      <a:pt x="1136" y="252"/>
                      <a:pt x="1133" y="249"/>
                    </a:cubicBezTo>
                    <a:cubicBezTo>
                      <a:pt x="1131" y="247"/>
                      <a:pt x="1129" y="244"/>
                      <a:pt x="1126" y="242"/>
                    </a:cubicBezTo>
                    <a:cubicBezTo>
                      <a:pt x="1123" y="240"/>
                      <a:pt x="1119" y="238"/>
                      <a:pt x="1115" y="237"/>
                    </a:cubicBezTo>
                    <a:cubicBezTo>
                      <a:pt x="1107" y="236"/>
                      <a:pt x="1099" y="235"/>
                      <a:pt x="1090" y="233"/>
                    </a:cubicBezTo>
                    <a:cubicBezTo>
                      <a:pt x="1088" y="233"/>
                      <a:pt x="1085" y="233"/>
                      <a:pt x="1083" y="232"/>
                    </a:cubicBezTo>
                    <a:cubicBezTo>
                      <a:pt x="1081" y="232"/>
                      <a:pt x="1078" y="232"/>
                      <a:pt x="1077" y="231"/>
                    </a:cubicBezTo>
                    <a:cubicBezTo>
                      <a:pt x="1075" y="230"/>
                      <a:pt x="1074" y="229"/>
                      <a:pt x="1073" y="229"/>
                    </a:cubicBezTo>
                    <a:cubicBezTo>
                      <a:pt x="1072" y="228"/>
                      <a:pt x="1070" y="228"/>
                      <a:pt x="1070" y="226"/>
                    </a:cubicBezTo>
                    <a:cubicBezTo>
                      <a:pt x="1070" y="224"/>
                      <a:pt x="1075" y="224"/>
                      <a:pt x="1076" y="223"/>
                    </a:cubicBezTo>
                    <a:cubicBezTo>
                      <a:pt x="1078" y="219"/>
                      <a:pt x="1071" y="219"/>
                      <a:pt x="1069" y="219"/>
                    </a:cubicBezTo>
                    <a:cubicBezTo>
                      <a:pt x="1067" y="219"/>
                      <a:pt x="1065" y="219"/>
                      <a:pt x="1063" y="219"/>
                    </a:cubicBezTo>
                    <a:cubicBezTo>
                      <a:pt x="1060" y="218"/>
                      <a:pt x="1058" y="217"/>
                      <a:pt x="1055" y="217"/>
                    </a:cubicBezTo>
                    <a:cubicBezTo>
                      <a:pt x="1051" y="217"/>
                      <a:pt x="1046" y="218"/>
                      <a:pt x="1044" y="215"/>
                    </a:cubicBezTo>
                    <a:cubicBezTo>
                      <a:pt x="1041" y="212"/>
                      <a:pt x="1039" y="208"/>
                      <a:pt x="1036" y="207"/>
                    </a:cubicBezTo>
                    <a:cubicBezTo>
                      <a:pt x="1033" y="205"/>
                      <a:pt x="1030" y="205"/>
                      <a:pt x="1027" y="206"/>
                    </a:cubicBezTo>
                    <a:cubicBezTo>
                      <a:pt x="1021" y="207"/>
                      <a:pt x="1015" y="208"/>
                      <a:pt x="1009" y="206"/>
                    </a:cubicBezTo>
                    <a:cubicBezTo>
                      <a:pt x="1003" y="203"/>
                      <a:pt x="999" y="199"/>
                      <a:pt x="994" y="196"/>
                    </a:cubicBezTo>
                    <a:cubicBezTo>
                      <a:pt x="989" y="194"/>
                      <a:pt x="983" y="193"/>
                      <a:pt x="978" y="193"/>
                    </a:cubicBezTo>
                    <a:cubicBezTo>
                      <a:pt x="974" y="194"/>
                      <a:pt x="970" y="194"/>
                      <a:pt x="966" y="195"/>
                    </a:cubicBezTo>
                    <a:cubicBezTo>
                      <a:pt x="965" y="195"/>
                      <a:pt x="958" y="195"/>
                      <a:pt x="958" y="194"/>
                    </a:cubicBezTo>
                    <a:cubicBezTo>
                      <a:pt x="958" y="193"/>
                      <a:pt x="974" y="191"/>
                      <a:pt x="976" y="191"/>
                    </a:cubicBezTo>
                    <a:cubicBezTo>
                      <a:pt x="984" y="189"/>
                      <a:pt x="991" y="186"/>
                      <a:pt x="999" y="187"/>
                    </a:cubicBezTo>
                    <a:cubicBezTo>
                      <a:pt x="1006" y="189"/>
                      <a:pt x="1011" y="193"/>
                      <a:pt x="1017" y="195"/>
                    </a:cubicBezTo>
                    <a:cubicBezTo>
                      <a:pt x="1021" y="196"/>
                      <a:pt x="1025" y="196"/>
                      <a:pt x="1029" y="198"/>
                    </a:cubicBezTo>
                    <a:cubicBezTo>
                      <a:pt x="1032" y="200"/>
                      <a:pt x="1035" y="202"/>
                      <a:pt x="1038" y="204"/>
                    </a:cubicBezTo>
                    <a:cubicBezTo>
                      <a:pt x="1041" y="207"/>
                      <a:pt x="1045" y="207"/>
                      <a:pt x="1048" y="208"/>
                    </a:cubicBezTo>
                    <a:cubicBezTo>
                      <a:pt x="1052" y="209"/>
                      <a:pt x="1055" y="211"/>
                      <a:pt x="1059" y="210"/>
                    </a:cubicBezTo>
                    <a:cubicBezTo>
                      <a:pt x="1062" y="210"/>
                      <a:pt x="1065" y="209"/>
                      <a:pt x="1068" y="209"/>
                    </a:cubicBezTo>
                    <a:cubicBezTo>
                      <a:pt x="1071" y="209"/>
                      <a:pt x="1075" y="209"/>
                      <a:pt x="1078" y="210"/>
                    </a:cubicBezTo>
                    <a:cubicBezTo>
                      <a:pt x="1079" y="210"/>
                      <a:pt x="1081" y="210"/>
                      <a:pt x="1081" y="211"/>
                    </a:cubicBezTo>
                    <a:cubicBezTo>
                      <a:pt x="1082" y="212"/>
                      <a:pt x="1083" y="213"/>
                      <a:pt x="1084" y="214"/>
                    </a:cubicBezTo>
                    <a:cubicBezTo>
                      <a:pt x="1086" y="215"/>
                      <a:pt x="1089" y="215"/>
                      <a:pt x="1091" y="214"/>
                    </a:cubicBezTo>
                    <a:cubicBezTo>
                      <a:pt x="1094" y="214"/>
                      <a:pt x="1096" y="214"/>
                      <a:pt x="1099" y="214"/>
                    </a:cubicBezTo>
                    <a:cubicBezTo>
                      <a:pt x="1102" y="213"/>
                      <a:pt x="1105" y="213"/>
                      <a:pt x="1108" y="212"/>
                    </a:cubicBezTo>
                    <a:cubicBezTo>
                      <a:pt x="1110" y="211"/>
                      <a:pt x="1113" y="210"/>
                      <a:pt x="1116" y="212"/>
                    </a:cubicBezTo>
                    <a:cubicBezTo>
                      <a:pt x="1118" y="213"/>
                      <a:pt x="1119" y="216"/>
                      <a:pt x="1118" y="219"/>
                    </a:cubicBezTo>
                    <a:cubicBezTo>
                      <a:pt x="1117" y="221"/>
                      <a:pt x="1115" y="222"/>
                      <a:pt x="1113" y="224"/>
                    </a:cubicBezTo>
                    <a:cubicBezTo>
                      <a:pt x="1110" y="226"/>
                      <a:pt x="1110" y="228"/>
                      <a:pt x="1114" y="229"/>
                    </a:cubicBezTo>
                    <a:cubicBezTo>
                      <a:pt x="1118" y="229"/>
                      <a:pt x="1121" y="229"/>
                      <a:pt x="1125" y="229"/>
                    </a:cubicBezTo>
                    <a:cubicBezTo>
                      <a:pt x="1129" y="230"/>
                      <a:pt x="1132" y="229"/>
                      <a:pt x="1135" y="229"/>
                    </a:cubicBezTo>
                    <a:cubicBezTo>
                      <a:pt x="1139" y="229"/>
                      <a:pt x="1140" y="233"/>
                      <a:pt x="1138" y="235"/>
                    </a:cubicBezTo>
                    <a:cubicBezTo>
                      <a:pt x="1137" y="237"/>
                      <a:pt x="1135" y="237"/>
                      <a:pt x="1133" y="238"/>
                    </a:cubicBezTo>
                    <a:cubicBezTo>
                      <a:pt x="1132" y="238"/>
                      <a:pt x="1131" y="238"/>
                      <a:pt x="1131" y="240"/>
                    </a:cubicBezTo>
                    <a:cubicBezTo>
                      <a:pt x="1131" y="242"/>
                      <a:pt x="1135" y="242"/>
                      <a:pt x="1137" y="242"/>
                    </a:cubicBezTo>
                    <a:cubicBezTo>
                      <a:pt x="1140" y="241"/>
                      <a:pt x="1140" y="243"/>
                      <a:pt x="1140" y="246"/>
                    </a:cubicBezTo>
                    <a:cubicBezTo>
                      <a:pt x="1140" y="250"/>
                      <a:pt x="1142" y="252"/>
                      <a:pt x="1143" y="255"/>
                    </a:cubicBezTo>
                    <a:cubicBezTo>
                      <a:pt x="1144" y="258"/>
                      <a:pt x="1146" y="260"/>
                      <a:pt x="1148" y="263"/>
                    </a:cubicBezTo>
                    <a:cubicBezTo>
                      <a:pt x="1150" y="266"/>
                      <a:pt x="1150" y="270"/>
                      <a:pt x="1149" y="274"/>
                    </a:cubicBezTo>
                    <a:cubicBezTo>
                      <a:pt x="1149" y="278"/>
                      <a:pt x="1152" y="283"/>
                      <a:pt x="1155" y="285"/>
                    </a:cubicBezTo>
                    <a:cubicBezTo>
                      <a:pt x="1156" y="286"/>
                      <a:pt x="1157" y="286"/>
                      <a:pt x="1158" y="286"/>
                    </a:cubicBezTo>
                    <a:cubicBezTo>
                      <a:pt x="1159" y="286"/>
                      <a:pt x="1160" y="286"/>
                      <a:pt x="1161" y="286"/>
                    </a:cubicBezTo>
                    <a:cubicBezTo>
                      <a:pt x="1162" y="287"/>
                      <a:pt x="1162" y="286"/>
                      <a:pt x="1163" y="285"/>
                    </a:cubicBezTo>
                    <a:cubicBezTo>
                      <a:pt x="1163" y="284"/>
                      <a:pt x="1164" y="284"/>
                      <a:pt x="1165" y="284"/>
                    </a:cubicBezTo>
                    <a:cubicBezTo>
                      <a:pt x="1167" y="285"/>
                      <a:pt x="1166" y="290"/>
                      <a:pt x="1166" y="292"/>
                    </a:cubicBezTo>
                    <a:cubicBezTo>
                      <a:pt x="1166" y="294"/>
                      <a:pt x="1166" y="295"/>
                      <a:pt x="1167" y="296"/>
                    </a:cubicBezTo>
                    <a:cubicBezTo>
                      <a:pt x="1167" y="297"/>
                      <a:pt x="1167" y="298"/>
                      <a:pt x="1167" y="299"/>
                    </a:cubicBezTo>
                    <a:cubicBezTo>
                      <a:pt x="1168" y="301"/>
                      <a:pt x="1171" y="300"/>
                      <a:pt x="1172" y="298"/>
                    </a:cubicBezTo>
                    <a:cubicBezTo>
                      <a:pt x="1173" y="296"/>
                      <a:pt x="1171" y="293"/>
                      <a:pt x="1173" y="291"/>
                    </a:cubicBezTo>
                    <a:cubicBezTo>
                      <a:pt x="1177" y="289"/>
                      <a:pt x="1176" y="294"/>
                      <a:pt x="1177" y="296"/>
                    </a:cubicBezTo>
                    <a:cubicBezTo>
                      <a:pt x="1177" y="296"/>
                      <a:pt x="1178" y="297"/>
                      <a:pt x="1179" y="297"/>
                    </a:cubicBezTo>
                    <a:cubicBezTo>
                      <a:pt x="1179" y="298"/>
                      <a:pt x="1179" y="299"/>
                      <a:pt x="1179" y="300"/>
                    </a:cubicBezTo>
                    <a:cubicBezTo>
                      <a:pt x="1179" y="302"/>
                      <a:pt x="1179" y="304"/>
                      <a:pt x="1179" y="306"/>
                    </a:cubicBezTo>
                    <a:cubicBezTo>
                      <a:pt x="1180" y="308"/>
                      <a:pt x="1180" y="310"/>
                      <a:pt x="1182" y="312"/>
                    </a:cubicBezTo>
                    <a:cubicBezTo>
                      <a:pt x="1183" y="313"/>
                      <a:pt x="1184" y="314"/>
                      <a:pt x="1185" y="315"/>
                    </a:cubicBezTo>
                    <a:cubicBezTo>
                      <a:pt x="1186" y="316"/>
                      <a:pt x="1187" y="317"/>
                      <a:pt x="1188" y="318"/>
                    </a:cubicBezTo>
                    <a:cubicBezTo>
                      <a:pt x="1188" y="318"/>
                      <a:pt x="1189" y="318"/>
                      <a:pt x="1189" y="318"/>
                    </a:cubicBezTo>
                    <a:cubicBezTo>
                      <a:pt x="1190" y="319"/>
                      <a:pt x="1190" y="320"/>
                      <a:pt x="1191" y="321"/>
                    </a:cubicBezTo>
                    <a:cubicBezTo>
                      <a:pt x="1191" y="322"/>
                      <a:pt x="1192" y="323"/>
                      <a:pt x="1193" y="324"/>
                    </a:cubicBezTo>
                    <a:cubicBezTo>
                      <a:pt x="1194" y="325"/>
                      <a:pt x="1195" y="326"/>
                      <a:pt x="1196" y="327"/>
                    </a:cubicBezTo>
                    <a:cubicBezTo>
                      <a:pt x="1197" y="327"/>
                      <a:pt x="1198" y="328"/>
                      <a:pt x="1199" y="329"/>
                    </a:cubicBezTo>
                    <a:cubicBezTo>
                      <a:pt x="1200" y="330"/>
                      <a:pt x="1202" y="332"/>
                      <a:pt x="1204" y="333"/>
                    </a:cubicBezTo>
                    <a:cubicBezTo>
                      <a:pt x="1205" y="334"/>
                      <a:pt x="1206" y="333"/>
                      <a:pt x="1208" y="334"/>
                    </a:cubicBezTo>
                    <a:cubicBezTo>
                      <a:pt x="1209" y="334"/>
                      <a:pt x="1210" y="335"/>
                      <a:pt x="1211" y="335"/>
                    </a:cubicBezTo>
                    <a:cubicBezTo>
                      <a:pt x="1212" y="335"/>
                      <a:pt x="1214" y="335"/>
                      <a:pt x="1215" y="335"/>
                    </a:cubicBezTo>
                    <a:cubicBezTo>
                      <a:pt x="1216" y="336"/>
                      <a:pt x="1218" y="336"/>
                      <a:pt x="1219" y="337"/>
                    </a:cubicBezTo>
                    <a:cubicBezTo>
                      <a:pt x="1222" y="338"/>
                      <a:pt x="1225" y="339"/>
                      <a:pt x="1229" y="339"/>
                    </a:cubicBezTo>
                    <a:cubicBezTo>
                      <a:pt x="1231" y="340"/>
                      <a:pt x="1233" y="339"/>
                      <a:pt x="1235" y="339"/>
                    </a:cubicBezTo>
                    <a:cubicBezTo>
                      <a:pt x="1238" y="340"/>
                      <a:pt x="1241" y="342"/>
                      <a:pt x="1243" y="345"/>
                    </a:cubicBezTo>
                    <a:cubicBezTo>
                      <a:pt x="1245" y="347"/>
                      <a:pt x="1247" y="350"/>
                      <a:pt x="1250" y="351"/>
                    </a:cubicBezTo>
                    <a:cubicBezTo>
                      <a:pt x="1253" y="352"/>
                      <a:pt x="1256" y="353"/>
                      <a:pt x="1258" y="355"/>
                    </a:cubicBezTo>
                    <a:cubicBezTo>
                      <a:pt x="1259" y="356"/>
                      <a:pt x="1261" y="356"/>
                      <a:pt x="1262" y="356"/>
                    </a:cubicBezTo>
                    <a:cubicBezTo>
                      <a:pt x="1264" y="357"/>
                      <a:pt x="1267" y="357"/>
                      <a:pt x="1270" y="357"/>
                    </a:cubicBezTo>
                    <a:cubicBezTo>
                      <a:pt x="1273" y="357"/>
                      <a:pt x="1276" y="358"/>
                      <a:pt x="1280" y="358"/>
                    </a:cubicBezTo>
                    <a:cubicBezTo>
                      <a:pt x="1282" y="358"/>
                      <a:pt x="1284" y="359"/>
                      <a:pt x="1286" y="361"/>
                    </a:cubicBezTo>
                    <a:cubicBezTo>
                      <a:pt x="1288" y="362"/>
                      <a:pt x="1291" y="362"/>
                      <a:pt x="1293" y="361"/>
                    </a:cubicBezTo>
                    <a:cubicBezTo>
                      <a:pt x="1296" y="361"/>
                      <a:pt x="1299" y="361"/>
                      <a:pt x="1302" y="361"/>
                    </a:cubicBezTo>
                    <a:cubicBezTo>
                      <a:pt x="1307" y="362"/>
                      <a:pt x="1312" y="361"/>
                      <a:pt x="1317" y="363"/>
                    </a:cubicBezTo>
                    <a:cubicBezTo>
                      <a:pt x="1319" y="365"/>
                      <a:pt x="1321" y="365"/>
                      <a:pt x="1324" y="365"/>
                    </a:cubicBezTo>
                    <a:cubicBezTo>
                      <a:pt x="1326" y="366"/>
                      <a:pt x="1328" y="367"/>
                      <a:pt x="1330" y="367"/>
                    </a:cubicBezTo>
                    <a:cubicBezTo>
                      <a:pt x="1334" y="367"/>
                      <a:pt x="1339" y="366"/>
                      <a:pt x="1342" y="370"/>
                    </a:cubicBezTo>
                    <a:cubicBezTo>
                      <a:pt x="1345" y="373"/>
                      <a:pt x="1348" y="377"/>
                      <a:pt x="1352" y="379"/>
                    </a:cubicBezTo>
                    <a:cubicBezTo>
                      <a:pt x="1354" y="380"/>
                      <a:pt x="1356" y="381"/>
                      <a:pt x="1358" y="382"/>
                    </a:cubicBezTo>
                    <a:cubicBezTo>
                      <a:pt x="1360" y="383"/>
                      <a:pt x="1362" y="385"/>
                      <a:pt x="1364" y="386"/>
                    </a:cubicBezTo>
                    <a:cubicBezTo>
                      <a:pt x="1368" y="389"/>
                      <a:pt x="1372" y="390"/>
                      <a:pt x="1377" y="391"/>
                    </a:cubicBezTo>
                    <a:cubicBezTo>
                      <a:pt x="1379" y="392"/>
                      <a:pt x="1381" y="392"/>
                      <a:pt x="1383" y="393"/>
                    </a:cubicBezTo>
                    <a:cubicBezTo>
                      <a:pt x="1386" y="394"/>
                      <a:pt x="1389" y="394"/>
                      <a:pt x="1392" y="396"/>
                    </a:cubicBezTo>
                    <a:cubicBezTo>
                      <a:pt x="1394" y="398"/>
                      <a:pt x="1394" y="402"/>
                      <a:pt x="1397" y="403"/>
                    </a:cubicBezTo>
                    <a:cubicBezTo>
                      <a:pt x="1399" y="404"/>
                      <a:pt x="1401" y="406"/>
                      <a:pt x="1402" y="408"/>
                    </a:cubicBezTo>
                    <a:cubicBezTo>
                      <a:pt x="1405" y="411"/>
                      <a:pt x="1410" y="413"/>
                      <a:pt x="1414" y="415"/>
                    </a:cubicBezTo>
                    <a:cubicBezTo>
                      <a:pt x="1419" y="418"/>
                      <a:pt x="1424" y="419"/>
                      <a:pt x="1428" y="422"/>
                    </a:cubicBezTo>
                    <a:cubicBezTo>
                      <a:pt x="1432" y="425"/>
                      <a:pt x="1435" y="429"/>
                      <a:pt x="1436" y="434"/>
                    </a:cubicBezTo>
                    <a:cubicBezTo>
                      <a:pt x="1436" y="436"/>
                      <a:pt x="1436" y="438"/>
                      <a:pt x="1436" y="440"/>
                    </a:cubicBezTo>
                    <a:cubicBezTo>
                      <a:pt x="1436" y="442"/>
                      <a:pt x="1436" y="444"/>
                      <a:pt x="1437" y="447"/>
                    </a:cubicBezTo>
                    <a:cubicBezTo>
                      <a:pt x="1439" y="451"/>
                      <a:pt x="1441" y="455"/>
                      <a:pt x="1444" y="459"/>
                    </a:cubicBezTo>
                    <a:cubicBezTo>
                      <a:pt x="1446" y="462"/>
                      <a:pt x="1450" y="464"/>
                      <a:pt x="1454" y="465"/>
                    </a:cubicBezTo>
                    <a:cubicBezTo>
                      <a:pt x="1458" y="467"/>
                      <a:pt x="1462" y="465"/>
                      <a:pt x="1466" y="463"/>
                    </a:cubicBezTo>
                    <a:cubicBezTo>
                      <a:pt x="1468" y="462"/>
                      <a:pt x="1470" y="461"/>
                      <a:pt x="1472" y="460"/>
                    </a:cubicBezTo>
                    <a:cubicBezTo>
                      <a:pt x="1474" y="459"/>
                      <a:pt x="1475" y="458"/>
                      <a:pt x="1477" y="458"/>
                    </a:cubicBezTo>
                    <a:cubicBezTo>
                      <a:pt x="1478" y="458"/>
                      <a:pt x="1478" y="458"/>
                      <a:pt x="1478" y="457"/>
                    </a:cubicBezTo>
                    <a:cubicBezTo>
                      <a:pt x="1479" y="457"/>
                      <a:pt x="1479" y="457"/>
                      <a:pt x="1480" y="456"/>
                    </a:cubicBezTo>
                    <a:cubicBezTo>
                      <a:pt x="1483" y="456"/>
                      <a:pt x="1485" y="456"/>
                      <a:pt x="1487" y="458"/>
                    </a:cubicBezTo>
                    <a:cubicBezTo>
                      <a:pt x="1488" y="460"/>
                      <a:pt x="1490" y="463"/>
                      <a:pt x="1493" y="460"/>
                    </a:cubicBezTo>
                    <a:cubicBezTo>
                      <a:pt x="1495" y="458"/>
                      <a:pt x="1497" y="457"/>
                      <a:pt x="1499" y="457"/>
                    </a:cubicBezTo>
                    <a:cubicBezTo>
                      <a:pt x="1501" y="456"/>
                      <a:pt x="1504" y="456"/>
                      <a:pt x="1506" y="456"/>
                    </a:cubicBezTo>
                    <a:cubicBezTo>
                      <a:pt x="1509" y="457"/>
                      <a:pt x="1510" y="459"/>
                      <a:pt x="1512" y="461"/>
                    </a:cubicBezTo>
                    <a:cubicBezTo>
                      <a:pt x="1513" y="463"/>
                      <a:pt x="1515" y="466"/>
                      <a:pt x="1517" y="467"/>
                    </a:cubicBezTo>
                    <a:cubicBezTo>
                      <a:pt x="1519" y="467"/>
                      <a:pt x="1521" y="468"/>
                      <a:pt x="1523" y="469"/>
                    </a:cubicBezTo>
                    <a:cubicBezTo>
                      <a:pt x="1525" y="470"/>
                      <a:pt x="1527" y="471"/>
                      <a:pt x="1529" y="471"/>
                    </a:cubicBezTo>
                    <a:cubicBezTo>
                      <a:pt x="1531" y="472"/>
                      <a:pt x="1532" y="473"/>
                      <a:pt x="1533" y="475"/>
                    </a:cubicBezTo>
                    <a:cubicBezTo>
                      <a:pt x="1534" y="476"/>
                      <a:pt x="1536" y="477"/>
                      <a:pt x="1537" y="478"/>
                    </a:cubicBezTo>
                    <a:cubicBezTo>
                      <a:pt x="1537" y="458"/>
                      <a:pt x="1537" y="458"/>
                      <a:pt x="1537" y="458"/>
                    </a:cubicBezTo>
                    <a:cubicBezTo>
                      <a:pt x="1561" y="451"/>
                      <a:pt x="1561" y="451"/>
                      <a:pt x="1561" y="451"/>
                    </a:cubicBezTo>
                    <a:cubicBezTo>
                      <a:pt x="1548" y="407"/>
                      <a:pt x="1548" y="407"/>
                      <a:pt x="1548" y="407"/>
                    </a:cubicBezTo>
                    <a:cubicBezTo>
                      <a:pt x="1520" y="407"/>
                      <a:pt x="1520" y="407"/>
                      <a:pt x="1520" y="407"/>
                    </a:cubicBezTo>
                    <a:cubicBezTo>
                      <a:pt x="1511" y="399"/>
                      <a:pt x="1511" y="399"/>
                      <a:pt x="1511" y="399"/>
                    </a:cubicBezTo>
                    <a:cubicBezTo>
                      <a:pt x="1512" y="393"/>
                      <a:pt x="1512" y="393"/>
                      <a:pt x="1512" y="393"/>
                    </a:cubicBezTo>
                    <a:cubicBezTo>
                      <a:pt x="1515" y="393"/>
                      <a:pt x="1515" y="393"/>
                      <a:pt x="1515" y="393"/>
                    </a:cubicBezTo>
                    <a:cubicBezTo>
                      <a:pt x="1515" y="381"/>
                      <a:pt x="1515" y="381"/>
                      <a:pt x="1515" y="381"/>
                    </a:cubicBezTo>
                    <a:cubicBezTo>
                      <a:pt x="1524" y="373"/>
                      <a:pt x="1524" y="373"/>
                      <a:pt x="1524" y="373"/>
                    </a:cubicBezTo>
                    <a:cubicBezTo>
                      <a:pt x="1509" y="333"/>
                      <a:pt x="1509" y="333"/>
                      <a:pt x="1509" y="333"/>
                    </a:cubicBezTo>
                    <a:cubicBezTo>
                      <a:pt x="1507" y="319"/>
                      <a:pt x="1507" y="319"/>
                      <a:pt x="1507" y="319"/>
                    </a:cubicBezTo>
                    <a:cubicBezTo>
                      <a:pt x="1509" y="306"/>
                      <a:pt x="1509" y="306"/>
                      <a:pt x="1509" y="306"/>
                    </a:cubicBezTo>
                    <a:cubicBezTo>
                      <a:pt x="1511" y="288"/>
                      <a:pt x="1511" y="288"/>
                      <a:pt x="1511" y="288"/>
                    </a:cubicBezTo>
                    <a:cubicBezTo>
                      <a:pt x="1521" y="273"/>
                      <a:pt x="1521" y="273"/>
                      <a:pt x="1521" y="273"/>
                    </a:cubicBezTo>
                    <a:cubicBezTo>
                      <a:pt x="1488" y="242"/>
                      <a:pt x="1488" y="242"/>
                      <a:pt x="1488" y="242"/>
                    </a:cubicBezTo>
                    <a:cubicBezTo>
                      <a:pt x="1487" y="228"/>
                      <a:pt x="1487" y="228"/>
                      <a:pt x="1487" y="228"/>
                    </a:cubicBezTo>
                    <a:cubicBezTo>
                      <a:pt x="1467" y="233"/>
                      <a:pt x="1467" y="233"/>
                      <a:pt x="1467" y="233"/>
                    </a:cubicBezTo>
                    <a:cubicBezTo>
                      <a:pt x="1463" y="195"/>
                      <a:pt x="1463" y="195"/>
                      <a:pt x="1463" y="195"/>
                    </a:cubicBezTo>
                    <a:cubicBezTo>
                      <a:pt x="1412" y="167"/>
                      <a:pt x="1412" y="167"/>
                      <a:pt x="1412" y="167"/>
                    </a:cubicBezTo>
                    <a:cubicBezTo>
                      <a:pt x="1377" y="157"/>
                      <a:pt x="1377" y="157"/>
                      <a:pt x="1377" y="157"/>
                    </a:cubicBezTo>
                    <a:cubicBezTo>
                      <a:pt x="1352" y="157"/>
                      <a:pt x="1352" y="157"/>
                      <a:pt x="1352" y="157"/>
                    </a:cubicBezTo>
                    <a:cubicBezTo>
                      <a:pt x="1345" y="151"/>
                      <a:pt x="1345" y="151"/>
                      <a:pt x="1345" y="151"/>
                    </a:cubicBezTo>
                    <a:cubicBezTo>
                      <a:pt x="1337" y="149"/>
                      <a:pt x="1337" y="149"/>
                      <a:pt x="1337" y="149"/>
                    </a:cubicBezTo>
                    <a:cubicBezTo>
                      <a:pt x="1326" y="128"/>
                      <a:pt x="1326" y="128"/>
                      <a:pt x="1326" y="128"/>
                    </a:cubicBezTo>
                    <a:cubicBezTo>
                      <a:pt x="1314" y="126"/>
                      <a:pt x="1314" y="126"/>
                      <a:pt x="1314" y="126"/>
                    </a:cubicBezTo>
                    <a:cubicBezTo>
                      <a:pt x="1276" y="95"/>
                      <a:pt x="1276" y="95"/>
                      <a:pt x="1276" y="95"/>
                    </a:cubicBezTo>
                    <a:cubicBezTo>
                      <a:pt x="1272" y="82"/>
                      <a:pt x="1272" y="82"/>
                      <a:pt x="1272" y="82"/>
                    </a:cubicBezTo>
                    <a:cubicBezTo>
                      <a:pt x="1237" y="60"/>
                      <a:pt x="1237" y="60"/>
                      <a:pt x="1237" y="60"/>
                    </a:cubicBezTo>
                    <a:cubicBezTo>
                      <a:pt x="1216" y="59"/>
                      <a:pt x="1216" y="59"/>
                      <a:pt x="1216" y="59"/>
                    </a:cubicBezTo>
                    <a:cubicBezTo>
                      <a:pt x="1203" y="52"/>
                      <a:pt x="1203" y="52"/>
                      <a:pt x="1203" y="52"/>
                    </a:cubicBezTo>
                    <a:cubicBezTo>
                      <a:pt x="1201" y="20"/>
                      <a:pt x="1201" y="20"/>
                      <a:pt x="1201" y="20"/>
                    </a:cubicBezTo>
                    <a:cubicBezTo>
                      <a:pt x="1201" y="13"/>
                      <a:pt x="1201" y="13"/>
                      <a:pt x="1201" y="13"/>
                    </a:cubicBezTo>
                    <a:cubicBezTo>
                      <a:pt x="1189" y="0"/>
                      <a:pt x="1189" y="0"/>
                      <a:pt x="1189" y="0"/>
                    </a:cubicBezTo>
                    <a:cubicBezTo>
                      <a:pt x="1134" y="24"/>
                      <a:pt x="1134" y="24"/>
                      <a:pt x="1134" y="24"/>
                    </a:cubicBezTo>
                    <a:cubicBezTo>
                      <a:pt x="1165" y="73"/>
                      <a:pt x="1165" y="73"/>
                      <a:pt x="1165" y="73"/>
                    </a:cubicBezTo>
                    <a:cubicBezTo>
                      <a:pt x="1119" y="145"/>
                      <a:pt x="1119" y="145"/>
                      <a:pt x="1119" y="145"/>
                    </a:cubicBezTo>
                    <a:cubicBezTo>
                      <a:pt x="1147" y="165"/>
                      <a:pt x="1147" y="165"/>
                      <a:pt x="1147" y="165"/>
                    </a:cubicBezTo>
                    <a:cubicBezTo>
                      <a:pt x="1118" y="201"/>
                      <a:pt x="1118" y="201"/>
                      <a:pt x="1118" y="201"/>
                    </a:cubicBezTo>
                    <a:cubicBezTo>
                      <a:pt x="1042" y="161"/>
                      <a:pt x="1042" y="161"/>
                      <a:pt x="1042" y="161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50" y="251"/>
                      <a:pt x="950" y="251"/>
                      <a:pt x="950" y="251"/>
                    </a:cubicBezTo>
                    <a:cubicBezTo>
                      <a:pt x="920" y="306"/>
                      <a:pt x="920" y="306"/>
                      <a:pt x="920" y="306"/>
                    </a:cubicBezTo>
                    <a:cubicBezTo>
                      <a:pt x="853" y="284"/>
                      <a:pt x="853" y="284"/>
                      <a:pt x="853" y="284"/>
                    </a:cubicBezTo>
                    <a:cubicBezTo>
                      <a:pt x="802" y="328"/>
                      <a:pt x="802" y="328"/>
                      <a:pt x="802" y="328"/>
                    </a:cubicBezTo>
                    <a:cubicBezTo>
                      <a:pt x="776" y="425"/>
                      <a:pt x="776" y="425"/>
                      <a:pt x="776" y="425"/>
                    </a:cubicBezTo>
                    <a:cubicBezTo>
                      <a:pt x="745" y="439"/>
                      <a:pt x="745" y="439"/>
                      <a:pt x="745" y="439"/>
                    </a:cubicBezTo>
                    <a:cubicBezTo>
                      <a:pt x="742" y="474"/>
                      <a:pt x="742" y="474"/>
                      <a:pt x="742" y="474"/>
                    </a:cubicBezTo>
                    <a:cubicBezTo>
                      <a:pt x="765" y="501"/>
                      <a:pt x="765" y="501"/>
                      <a:pt x="765" y="501"/>
                    </a:cubicBezTo>
                    <a:cubicBezTo>
                      <a:pt x="765" y="563"/>
                      <a:pt x="765" y="563"/>
                      <a:pt x="765" y="563"/>
                    </a:cubicBezTo>
                    <a:cubicBezTo>
                      <a:pt x="727" y="589"/>
                      <a:pt x="727" y="589"/>
                      <a:pt x="727" y="589"/>
                    </a:cubicBezTo>
                    <a:cubicBezTo>
                      <a:pt x="660" y="704"/>
                      <a:pt x="660" y="704"/>
                      <a:pt x="660" y="704"/>
                    </a:cubicBezTo>
                    <a:cubicBezTo>
                      <a:pt x="656" y="744"/>
                      <a:pt x="656" y="744"/>
                      <a:pt x="656" y="744"/>
                    </a:cubicBezTo>
                    <a:cubicBezTo>
                      <a:pt x="628" y="778"/>
                      <a:pt x="628" y="778"/>
                      <a:pt x="628" y="778"/>
                    </a:cubicBezTo>
                    <a:cubicBezTo>
                      <a:pt x="542" y="784"/>
                      <a:pt x="542" y="784"/>
                      <a:pt x="542" y="784"/>
                    </a:cubicBezTo>
                    <a:cubicBezTo>
                      <a:pt x="554" y="907"/>
                      <a:pt x="554" y="907"/>
                      <a:pt x="554" y="907"/>
                    </a:cubicBezTo>
                    <a:cubicBezTo>
                      <a:pt x="554" y="915"/>
                      <a:pt x="554" y="915"/>
                      <a:pt x="554" y="915"/>
                    </a:cubicBezTo>
                    <a:cubicBezTo>
                      <a:pt x="519" y="1052"/>
                      <a:pt x="519" y="1052"/>
                      <a:pt x="519" y="1052"/>
                    </a:cubicBezTo>
                    <a:cubicBezTo>
                      <a:pt x="427" y="1186"/>
                      <a:pt x="427" y="1186"/>
                      <a:pt x="427" y="1186"/>
                    </a:cubicBezTo>
                    <a:cubicBezTo>
                      <a:pt x="480" y="1213"/>
                      <a:pt x="480" y="1213"/>
                      <a:pt x="480" y="1213"/>
                    </a:cubicBezTo>
                    <a:cubicBezTo>
                      <a:pt x="483" y="1334"/>
                      <a:pt x="483" y="1334"/>
                      <a:pt x="483" y="1334"/>
                    </a:cubicBezTo>
                    <a:cubicBezTo>
                      <a:pt x="446" y="1345"/>
                      <a:pt x="446" y="1345"/>
                      <a:pt x="446" y="1345"/>
                    </a:cubicBezTo>
                    <a:cubicBezTo>
                      <a:pt x="383" y="1306"/>
                      <a:pt x="383" y="1306"/>
                      <a:pt x="383" y="1306"/>
                    </a:cubicBezTo>
                    <a:cubicBezTo>
                      <a:pt x="307" y="1339"/>
                      <a:pt x="307" y="1339"/>
                      <a:pt x="307" y="1339"/>
                    </a:cubicBezTo>
                    <a:cubicBezTo>
                      <a:pt x="285" y="1398"/>
                      <a:pt x="285" y="1398"/>
                      <a:pt x="285" y="1398"/>
                    </a:cubicBezTo>
                    <a:cubicBezTo>
                      <a:pt x="233" y="1444"/>
                      <a:pt x="233" y="1444"/>
                      <a:pt x="233" y="1444"/>
                    </a:cubicBezTo>
                    <a:cubicBezTo>
                      <a:pt x="237" y="1495"/>
                      <a:pt x="237" y="1495"/>
                      <a:pt x="237" y="1495"/>
                    </a:cubicBezTo>
                    <a:cubicBezTo>
                      <a:pt x="207" y="1531"/>
                      <a:pt x="207" y="1531"/>
                      <a:pt x="207" y="1531"/>
                    </a:cubicBezTo>
                    <a:cubicBezTo>
                      <a:pt x="232" y="1593"/>
                      <a:pt x="232" y="1593"/>
                      <a:pt x="232" y="1593"/>
                    </a:cubicBezTo>
                    <a:cubicBezTo>
                      <a:pt x="207" y="1710"/>
                      <a:pt x="207" y="1710"/>
                      <a:pt x="207" y="1710"/>
                    </a:cubicBezTo>
                    <a:cubicBezTo>
                      <a:pt x="224" y="1783"/>
                      <a:pt x="224" y="1783"/>
                      <a:pt x="224" y="1783"/>
                    </a:cubicBezTo>
                    <a:cubicBezTo>
                      <a:pt x="215" y="1855"/>
                      <a:pt x="215" y="1855"/>
                      <a:pt x="215" y="1855"/>
                    </a:cubicBezTo>
                    <a:cubicBezTo>
                      <a:pt x="216" y="1855"/>
                      <a:pt x="216" y="1856"/>
                      <a:pt x="217" y="1856"/>
                    </a:cubicBezTo>
                    <a:cubicBezTo>
                      <a:pt x="221" y="1858"/>
                      <a:pt x="227" y="1861"/>
                      <a:pt x="231" y="1864"/>
                    </a:cubicBezTo>
                    <a:cubicBezTo>
                      <a:pt x="233" y="1866"/>
                      <a:pt x="235" y="1870"/>
                      <a:pt x="238" y="1872"/>
                    </a:cubicBezTo>
                    <a:cubicBezTo>
                      <a:pt x="237" y="1871"/>
                      <a:pt x="237" y="1871"/>
                      <a:pt x="236" y="1871"/>
                    </a:cubicBezTo>
                    <a:cubicBezTo>
                      <a:pt x="234" y="1869"/>
                      <a:pt x="233" y="1869"/>
                      <a:pt x="231" y="1868"/>
                    </a:cubicBezTo>
                    <a:cubicBezTo>
                      <a:pt x="229" y="1866"/>
                      <a:pt x="227" y="1865"/>
                      <a:pt x="226" y="1864"/>
                    </a:cubicBezTo>
                    <a:cubicBezTo>
                      <a:pt x="222" y="1862"/>
                      <a:pt x="219" y="1861"/>
                      <a:pt x="215" y="1859"/>
                    </a:cubicBezTo>
                    <a:cubicBezTo>
                      <a:pt x="215" y="1859"/>
                      <a:pt x="215" y="1859"/>
                      <a:pt x="215" y="1859"/>
                    </a:cubicBezTo>
                    <a:cubicBezTo>
                      <a:pt x="204" y="1945"/>
                      <a:pt x="204" y="1945"/>
                      <a:pt x="204" y="1945"/>
                    </a:cubicBezTo>
                    <a:cubicBezTo>
                      <a:pt x="273" y="1988"/>
                      <a:pt x="273" y="1988"/>
                      <a:pt x="273" y="1988"/>
                    </a:cubicBezTo>
                    <a:cubicBezTo>
                      <a:pt x="296" y="2051"/>
                      <a:pt x="296" y="2051"/>
                      <a:pt x="296" y="2051"/>
                    </a:cubicBezTo>
                    <a:cubicBezTo>
                      <a:pt x="261" y="2109"/>
                      <a:pt x="261" y="2109"/>
                      <a:pt x="261" y="2109"/>
                    </a:cubicBezTo>
                    <a:cubicBezTo>
                      <a:pt x="197" y="2116"/>
                      <a:pt x="197" y="2116"/>
                      <a:pt x="197" y="2116"/>
                    </a:cubicBezTo>
                    <a:cubicBezTo>
                      <a:pt x="250" y="2238"/>
                      <a:pt x="250" y="2238"/>
                      <a:pt x="250" y="2238"/>
                    </a:cubicBezTo>
                    <a:cubicBezTo>
                      <a:pt x="229" y="2298"/>
                      <a:pt x="229" y="2298"/>
                      <a:pt x="229" y="2298"/>
                    </a:cubicBezTo>
                    <a:cubicBezTo>
                      <a:pt x="234" y="2342"/>
                      <a:pt x="234" y="2342"/>
                      <a:pt x="234" y="2342"/>
                    </a:cubicBezTo>
                    <a:cubicBezTo>
                      <a:pt x="173" y="2404"/>
                      <a:pt x="173" y="2404"/>
                      <a:pt x="173" y="2404"/>
                    </a:cubicBezTo>
                    <a:cubicBezTo>
                      <a:pt x="132" y="2406"/>
                      <a:pt x="132" y="2406"/>
                      <a:pt x="132" y="2406"/>
                    </a:cubicBezTo>
                    <a:cubicBezTo>
                      <a:pt x="129" y="2456"/>
                      <a:pt x="129" y="2456"/>
                      <a:pt x="129" y="2456"/>
                    </a:cubicBezTo>
                    <a:cubicBezTo>
                      <a:pt x="101" y="2478"/>
                      <a:pt x="101" y="2478"/>
                      <a:pt x="101" y="2478"/>
                    </a:cubicBezTo>
                    <a:cubicBezTo>
                      <a:pt x="112" y="2522"/>
                      <a:pt x="112" y="2522"/>
                      <a:pt x="112" y="2522"/>
                    </a:cubicBezTo>
                    <a:cubicBezTo>
                      <a:pt x="112" y="2522"/>
                      <a:pt x="112" y="2522"/>
                      <a:pt x="112" y="2523"/>
                    </a:cubicBezTo>
                    <a:cubicBezTo>
                      <a:pt x="113" y="2525"/>
                      <a:pt x="115" y="2530"/>
                      <a:pt x="118" y="2531"/>
                    </a:cubicBezTo>
                    <a:cubicBezTo>
                      <a:pt x="121" y="2532"/>
                      <a:pt x="124" y="2529"/>
                      <a:pt x="125" y="2527"/>
                    </a:cubicBezTo>
                    <a:cubicBezTo>
                      <a:pt x="126" y="2525"/>
                      <a:pt x="126" y="2523"/>
                      <a:pt x="127" y="2521"/>
                    </a:cubicBezTo>
                    <a:cubicBezTo>
                      <a:pt x="128" y="2519"/>
                      <a:pt x="132" y="2516"/>
                      <a:pt x="134" y="2518"/>
                    </a:cubicBezTo>
                    <a:cubicBezTo>
                      <a:pt x="135" y="2520"/>
                      <a:pt x="135" y="2526"/>
                      <a:pt x="134" y="2528"/>
                    </a:cubicBezTo>
                    <a:cubicBezTo>
                      <a:pt x="133" y="2531"/>
                      <a:pt x="130" y="2531"/>
                      <a:pt x="127" y="2531"/>
                    </a:cubicBezTo>
                    <a:cubicBezTo>
                      <a:pt x="124" y="2531"/>
                      <a:pt x="124" y="2534"/>
                      <a:pt x="123" y="2537"/>
                    </a:cubicBezTo>
                    <a:cubicBezTo>
                      <a:pt x="122" y="2543"/>
                      <a:pt x="121" y="2547"/>
                      <a:pt x="123" y="2553"/>
                    </a:cubicBezTo>
                    <a:cubicBezTo>
                      <a:pt x="126" y="2559"/>
                      <a:pt x="130" y="2564"/>
                      <a:pt x="134" y="2569"/>
                    </a:cubicBezTo>
                    <a:cubicBezTo>
                      <a:pt x="145" y="2583"/>
                      <a:pt x="161" y="2592"/>
                      <a:pt x="165" y="2611"/>
                    </a:cubicBezTo>
                    <a:cubicBezTo>
                      <a:pt x="165" y="2613"/>
                      <a:pt x="166" y="2620"/>
                      <a:pt x="164" y="2622"/>
                    </a:cubicBezTo>
                    <a:cubicBezTo>
                      <a:pt x="161" y="2624"/>
                      <a:pt x="160" y="2617"/>
                      <a:pt x="160" y="2615"/>
                    </a:cubicBezTo>
                    <a:cubicBezTo>
                      <a:pt x="159" y="2611"/>
                      <a:pt x="157" y="2606"/>
                      <a:pt x="154" y="2603"/>
                    </a:cubicBezTo>
                    <a:cubicBezTo>
                      <a:pt x="150" y="2595"/>
                      <a:pt x="143" y="2589"/>
                      <a:pt x="137" y="2582"/>
                    </a:cubicBezTo>
                    <a:cubicBezTo>
                      <a:pt x="134" y="2578"/>
                      <a:pt x="131" y="2574"/>
                      <a:pt x="128" y="2570"/>
                    </a:cubicBezTo>
                    <a:cubicBezTo>
                      <a:pt x="125" y="2566"/>
                      <a:pt x="123" y="2562"/>
                      <a:pt x="120" y="2558"/>
                    </a:cubicBezTo>
                    <a:cubicBezTo>
                      <a:pt x="77" y="2659"/>
                      <a:pt x="77" y="2659"/>
                      <a:pt x="77" y="2659"/>
                    </a:cubicBezTo>
                    <a:cubicBezTo>
                      <a:pt x="52" y="2661"/>
                      <a:pt x="52" y="2661"/>
                      <a:pt x="52" y="2661"/>
                    </a:cubicBezTo>
                    <a:cubicBezTo>
                      <a:pt x="52" y="2636"/>
                      <a:pt x="52" y="2636"/>
                      <a:pt x="52" y="2636"/>
                    </a:cubicBezTo>
                    <a:cubicBezTo>
                      <a:pt x="40" y="2602"/>
                      <a:pt x="40" y="2602"/>
                      <a:pt x="40" y="2602"/>
                    </a:cubicBezTo>
                    <a:cubicBezTo>
                      <a:pt x="38" y="2602"/>
                      <a:pt x="36" y="2602"/>
                      <a:pt x="35" y="2602"/>
                    </a:cubicBezTo>
                    <a:cubicBezTo>
                      <a:pt x="33" y="2601"/>
                      <a:pt x="31" y="2601"/>
                      <a:pt x="29" y="2601"/>
                    </a:cubicBezTo>
                    <a:cubicBezTo>
                      <a:pt x="27" y="2601"/>
                      <a:pt x="26" y="2601"/>
                      <a:pt x="24" y="2601"/>
                    </a:cubicBezTo>
                    <a:cubicBezTo>
                      <a:pt x="22" y="2601"/>
                      <a:pt x="21" y="2601"/>
                      <a:pt x="20" y="2603"/>
                    </a:cubicBezTo>
                    <a:cubicBezTo>
                      <a:pt x="19" y="2604"/>
                      <a:pt x="18" y="2605"/>
                      <a:pt x="16" y="2605"/>
                    </a:cubicBezTo>
                    <a:cubicBezTo>
                      <a:pt x="14" y="2605"/>
                      <a:pt x="12" y="2604"/>
                      <a:pt x="10" y="2606"/>
                    </a:cubicBezTo>
                    <a:cubicBezTo>
                      <a:pt x="9" y="2607"/>
                      <a:pt x="9" y="2609"/>
                      <a:pt x="9" y="2610"/>
                    </a:cubicBezTo>
                    <a:cubicBezTo>
                      <a:pt x="8" y="2612"/>
                      <a:pt x="7" y="2613"/>
                      <a:pt x="6" y="2614"/>
                    </a:cubicBezTo>
                    <a:cubicBezTo>
                      <a:pt x="5" y="2615"/>
                      <a:pt x="4" y="2617"/>
                      <a:pt x="4" y="2619"/>
                    </a:cubicBezTo>
                    <a:cubicBezTo>
                      <a:pt x="5" y="2620"/>
                      <a:pt x="5" y="2622"/>
                      <a:pt x="7" y="2622"/>
                    </a:cubicBezTo>
                    <a:cubicBezTo>
                      <a:pt x="9" y="2623"/>
                      <a:pt x="11" y="2622"/>
                      <a:pt x="14" y="2623"/>
                    </a:cubicBezTo>
                    <a:cubicBezTo>
                      <a:pt x="17" y="2624"/>
                      <a:pt x="13" y="2626"/>
                      <a:pt x="12" y="2626"/>
                    </a:cubicBezTo>
                    <a:cubicBezTo>
                      <a:pt x="10" y="2627"/>
                      <a:pt x="9" y="2627"/>
                      <a:pt x="8" y="2628"/>
                    </a:cubicBezTo>
                    <a:cubicBezTo>
                      <a:pt x="7" y="2628"/>
                      <a:pt x="6" y="2628"/>
                      <a:pt x="6" y="2629"/>
                    </a:cubicBezTo>
                    <a:cubicBezTo>
                      <a:pt x="6" y="2630"/>
                      <a:pt x="6" y="2630"/>
                      <a:pt x="5" y="2631"/>
                    </a:cubicBezTo>
                    <a:cubicBezTo>
                      <a:pt x="5" y="2631"/>
                      <a:pt x="4" y="2632"/>
                      <a:pt x="4" y="2632"/>
                    </a:cubicBezTo>
                    <a:cubicBezTo>
                      <a:pt x="3" y="2633"/>
                      <a:pt x="0" y="2634"/>
                      <a:pt x="0" y="2635"/>
                    </a:cubicBezTo>
                    <a:cubicBezTo>
                      <a:pt x="1" y="2637"/>
                      <a:pt x="3" y="2638"/>
                      <a:pt x="4" y="2639"/>
                    </a:cubicBezTo>
                    <a:cubicBezTo>
                      <a:pt x="5" y="2639"/>
                      <a:pt x="6" y="2640"/>
                      <a:pt x="6" y="2641"/>
                    </a:cubicBezTo>
                    <a:cubicBezTo>
                      <a:pt x="7" y="2642"/>
                      <a:pt x="7" y="2644"/>
                      <a:pt x="8" y="2645"/>
                    </a:cubicBezTo>
                    <a:cubicBezTo>
                      <a:pt x="8" y="2646"/>
                      <a:pt x="9" y="2648"/>
                      <a:pt x="9" y="2649"/>
                    </a:cubicBezTo>
                    <a:cubicBezTo>
                      <a:pt x="10" y="2650"/>
                      <a:pt x="10" y="2651"/>
                      <a:pt x="9" y="2652"/>
                    </a:cubicBezTo>
                    <a:cubicBezTo>
                      <a:pt x="9" y="2653"/>
                      <a:pt x="10" y="2654"/>
                      <a:pt x="10" y="2654"/>
                    </a:cubicBezTo>
                    <a:cubicBezTo>
                      <a:pt x="11" y="2655"/>
                      <a:pt x="12" y="2656"/>
                      <a:pt x="12" y="2657"/>
                    </a:cubicBezTo>
                    <a:cubicBezTo>
                      <a:pt x="12" y="2658"/>
                      <a:pt x="13" y="2659"/>
                      <a:pt x="13" y="2660"/>
                    </a:cubicBezTo>
                    <a:cubicBezTo>
                      <a:pt x="14" y="2661"/>
                      <a:pt x="13" y="2663"/>
                      <a:pt x="13" y="2664"/>
                    </a:cubicBezTo>
                    <a:cubicBezTo>
                      <a:pt x="14" y="2666"/>
                      <a:pt x="15" y="2669"/>
                      <a:pt x="14" y="2671"/>
                    </a:cubicBezTo>
                    <a:cubicBezTo>
                      <a:pt x="14" y="2672"/>
                      <a:pt x="14" y="2673"/>
                      <a:pt x="13" y="2675"/>
                    </a:cubicBezTo>
                    <a:cubicBezTo>
                      <a:pt x="13" y="2676"/>
                      <a:pt x="12" y="2677"/>
                      <a:pt x="12" y="2678"/>
                    </a:cubicBezTo>
                    <a:cubicBezTo>
                      <a:pt x="11" y="2679"/>
                      <a:pt x="10" y="2680"/>
                      <a:pt x="9" y="2681"/>
                    </a:cubicBezTo>
                    <a:cubicBezTo>
                      <a:pt x="8" y="2681"/>
                      <a:pt x="7" y="2682"/>
                      <a:pt x="7" y="2684"/>
                    </a:cubicBezTo>
                    <a:cubicBezTo>
                      <a:pt x="6" y="2686"/>
                      <a:pt x="8" y="2689"/>
                      <a:pt x="10" y="2691"/>
                    </a:cubicBezTo>
                    <a:cubicBezTo>
                      <a:pt x="11" y="2691"/>
                      <a:pt x="12" y="2693"/>
                      <a:pt x="12" y="2694"/>
                    </a:cubicBezTo>
                    <a:cubicBezTo>
                      <a:pt x="11" y="2696"/>
                      <a:pt x="10" y="2696"/>
                      <a:pt x="9" y="2697"/>
                    </a:cubicBezTo>
                    <a:cubicBezTo>
                      <a:pt x="8" y="2697"/>
                      <a:pt x="7" y="2698"/>
                      <a:pt x="7" y="2699"/>
                    </a:cubicBezTo>
                    <a:cubicBezTo>
                      <a:pt x="7" y="2701"/>
                      <a:pt x="7" y="2703"/>
                      <a:pt x="7" y="2704"/>
                    </a:cubicBezTo>
                    <a:cubicBezTo>
                      <a:pt x="8" y="2706"/>
                      <a:pt x="9" y="2707"/>
                      <a:pt x="10" y="2708"/>
                    </a:cubicBezTo>
                    <a:cubicBezTo>
                      <a:pt x="11" y="2709"/>
                      <a:pt x="11" y="2710"/>
                      <a:pt x="13" y="2710"/>
                    </a:cubicBezTo>
                    <a:cubicBezTo>
                      <a:pt x="13" y="2712"/>
                      <a:pt x="13" y="2713"/>
                      <a:pt x="13" y="2715"/>
                    </a:cubicBezTo>
                    <a:cubicBezTo>
                      <a:pt x="15" y="2716"/>
                      <a:pt x="17" y="2716"/>
                      <a:pt x="17" y="2718"/>
                    </a:cubicBezTo>
                    <a:cubicBezTo>
                      <a:pt x="17" y="2719"/>
                      <a:pt x="16" y="2721"/>
                      <a:pt x="16" y="2722"/>
                    </a:cubicBezTo>
                    <a:cubicBezTo>
                      <a:pt x="16" y="2723"/>
                      <a:pt x="16" y="2724"/>
                      <a:pt x="15" y="2724"/>
                    </a:cubicBezTo>
                    <a:cubicBezTo>
                      <a:pt x="12" y="2725"/>
                      <a:pt x="12" y="2727"/>
                      <a:pt x="13" y="2729"/>
                    </a:cubicBezTo>
                    <a:cubicBezTo>
                      <a:pt x="13" y="2730"/>
                      <a:pt x="12" y="2732"/>
                      <a:pt x="13" y="2733"/>
                    </a:cubicBezTo>
                    <a:cubicBezTo>
                      <a:pt x="14" y="2734"/>
                      <a:pt x="15" y="2734"/>
                      <a:pt x="15" y="2735"/>
                    </a:cubicBezTo>
                    <a:cubicBezTo>
                      <a:pt x="16" y="2735"/>
                      <a:pt x="16" y="2736"/>
                      <a:pt x="16" y="2737"/>
                    </a:cubicBezTo>
                    <a:cubicBezTo>
                      <a:pt x="15" y="2737"/>
                      <a:pt x="14" y="2737"/>
                      <a:pt x="14" y="2738"/>
                    </a:cubicBezTo>
                    <a:cubicBezTo>
                      <a:pt x="13" y="2739"/>
                      <a:pt x="13" y="2740"/>
                      <a:pt x="13" y="2740"/>
                    </a:cubicBezTo>
                    <a:cubicBezTo>
                      <a:pt x="12" y="2742"/>
                      <a:pt x="11" y="2744"/>
                      <a:pt x="12" y="2746"/>
                    </a:cubicBezTo>
                    <a:cubicBezTo>
                      <a:pt x="12" y="2748"/>
                      <a:pt x="13" y="2750"/>
                      <a:pt x="12" y="2752"/>
                    </a:cubicBezTo>
                    <a:cubicBezTo>
                      <a:pt x="12" y="2754"/>
                      <a:pt x="12" y="2755"/>
                      <a:pt x="14" y="2755"/>
                    </a:cubicBezTo>
                    <a:cubicBezTo>
                      <a:pt x="15" y="2755"/>
                      <a:pt x="16" y="2755"/>
                      <a:pt x="17" y="2757"/>
                    </a:cubicBezTo>
                    <a:cubicBezTo>
                      <a:pt x="18" y="2758"/>
                      <a:pt x="18" y="2759"/>
                      <a:pt x="19" y="2759"/>
                    </a:cubicBezTo>
                    <a:cubicBezTo>
                      <a:pt x="21" y="2759"/>
                      <a:pt x="22" y="2760"/>
                      <a:pt x="22" y="2762"/>
                    </a:cubicBezTo>
                    <a:cubicBezTo>
                      <a:pt x="22" y="2763"/>
                      <a:pt x="20" y="2764"/>
                      <a:pt x="19" y="2766"/>
                    </a:cubicBezTo>
                    <a:cubicBezTo>
                      <a:pt x="18" y="2767"/>
                      <a:pt x="18" y="2768"/>
                      <a:pt x="18" y="2769"/>
                    </a:cubicBezTo>
                    <a:cubicBezTo>
                      <a:pt x="17" y="2771"/>
                      <a:pt x="17" y="2772"/>
                      <a:pt x="15" y="2773"/>
                    </a:cubicBezTo>
                    <a:cubicBezTo>
                      <a:pt x="14" y="2774"/>
                      <a:pt x="13" y="2774"/>
                      <a:pt x="12" y="2774"/>
                    </a:cubicBezTo>
                    <a:cubicBezTo>
                      <a:pt x="11" y="2774"/>
                      <a:pt x="9" y="2774"/>
                      <a:pt x="8" y="2775"/>
                    </a:cubicBezTo>
                    <a:cubicBezTo>
                      <a:pt x="7" y="2777"/>
                      <a:pt x="8" y="2778"/>
                      <a:pt x="8" y="2780"/>
                    </a:cubicBezTo>
                    <a:cubicBezTo>
                      <a:pt x="8" y="2782"/>
                      <a:pt x="7" y="2789"/>
                      <a:pt x="11" y="2789"/>
                    </a:cubicBezTo>
                    <a:cubicBezTo>
                      <a:pt x="13" y="2789"/>
                      <a:pt x="14" y="2787"/>
                      <a:pt x="16" y="2787"/>
                    </a:cubicBezTo>
                    <a:cubicBezTo>
                      <a:pt x="18" y="2787"/>
                      <a:pt x="19" y="2788"/>
                      <a:pt x="20" y="2789"/>
                    </a:cubicBezTo>
                    <a:cubicBezTo>
                      <a:pt x="22" y="2790"/>
                      <a:pt x="24" y="2789"/>
                      <a:pt x="25" y="2787"/>
                    </a:cubicBezTo>
                    <a:cubicBezTo>
                      <a:pt x="27" y="2786"/>
                      <a:pt x="28" y="2784"/>
                      <a:pt x="30" y="2782"/>
                    </a:cubicBezTo>
                    <a:cubicBezTo>
                      <a:pt x="31" y="2780"/>
                      <a:pt x="32" y="2779"/>
                      <a:pt x="34" y="2777"/>
                    </a:cubicBezTo>
                    <a:cubicBezTo>
                      <a:pt x="36" y="2776"/>
                      <a:pt x="37" y="2774"/>
                      <a:pt x="39" y="2773"/>
                    </a:cubicBezTo>
                    <a:cubicBezTo>
                      <a:pt x="40" y="2777"/>
                      <a:pt x="35" y="2781"/>
                      <a:pt x="32" y="2784"/>
                    </a:cubicBezTo>
                    <a:cubicBezTo>
                      <a:pt x="31" y="2785"/>
                      <a:pt x="29" y="2787"/>
                      <a:pt x="28" y="2789"/>
                    </a:cubicBezTo>
                    <a:cubicBezTo>
                      <a:pt x="28" y="2790"/>
                      <a:pt x="27" y="2791"/>
                      <a:pt x="27" y="2792"/>
                    </a:cubicBezTo>
                    <a:cubicBezTo>
                      <a:pt x="27" y="2793"/>
                      <a:pt x="27" y="2794"/>
                      <a:pt x="28" y="2794"/>
                    </a:cubicBezTo>
                    <a:cubicBezTo>
                      <a:pt x="30" y="2794"/>
                      <a:pt x="31" y="2793"/>
                      <a:pt x="32" y="2792"/>
                    </a:cubicBezTo>
                    <a:cubicBezTo>
                      <a:pt x="33" y="2790"/>
                      <a:pt x="36" y="2789"/>
                      <a:pt x="38" y="2789"/>
                    </a:cubicBezTo>
                    <a:cubicBezTo>
                      <a:pt x="38" y="2791"/>
                      <a:pt x="37" y="2793"/>
                      <a:pt x="36" y="2794"/>
                    </a:cubicBezTo>
                    <a:cubicBezTo>
                      <a:pt x="34" y="2796"/>
                      <a:pt x="32" y="2797"/>
                      <a:pt x="32" y="2799"/>
                    </a:cubicBezTo>
                    <a:cubicBezTo>
                      <a:pt x="32" y="2801"/>
                      <a:pt x="33" y="2802"/>
                      <a:pt x="33" y="2803"/>
                    </a:cubicBezTo>
                    <a:cubicBezTo>
                      <a:pt x="33" y="2805"/>
                      <a:pt x="33" y="2807"/>
                      <a:pt x="33" y="2808"/>
                    </a:cubicBezTo>
                    <a:cubicBezTo>
                      <a:pt x="32" y="2811"/>
                      <a:pt x="33" y="2814"/>
                      <a:pt x="35" y="2815"/>
                    </a:cubicBezTo>
                    <a:cubicBezTo>
                      <a:pt x="38" y="2816"/>
                      <a:pt x="42" y="2814"/>
                      <a:pt x="44" y="2811"/>
                    </a:cubicBezTo>
                    <a:cubicBezTo>
                      <a:pt x="45" y="2809"/>
                      <a:pt x="46" y="2807"/>
                      <a:pt x="47" y="2805"/>
                    </a:cubicBezTo>
                    <a:cubicBezTo>
                      <a:pt x="48" y="2804"/>
                      <a:pt x="49" y="2802"/>
                      <a:pt x="50" y="2801"/>
                    </a:cubicBezTo>
                    <a:cubicBezTo>
                      <a:pt x="54" y="2797"/>
                      <a:pt x="55" y="2791"/>
                      <a:pt x="55" y="2786"/>
                    </a:cubicBezTo>
                    <a:cubicBezTo>
                      <a:pt x="55" y="2780"/>
                      <a:pt x="53" y="2775"/>
                      <a:pt x="55" y="2770"/>
                    </a:cubicBezTo>
                    <a:cubicBezTo>
                      <a:pt x="56" y="2769"/>
                      <a:pt x="57" y="2766"/>
                      <a:pt x="58" y="2767"/>
                    </a:cubicBezTo>
                    <a:cubicBezTo>
                      <a:pt x="60" y="2767"/>
                      <a:pt x="60" y="2771"/>
                      <a:pt x="61" y="2772"/>
                    </a:cubicBezTo>
                    <a:cubicBezTo>
                      <a:pt x="61" y="2776"/>
                      <a:pt x="62" y="2782"/>
                      <a:pt x="66" y="2781"/>
                    </a:cubicBezTo>
                    <a:cubicBezTo>
                      <a:pt x="68" y="2781"/>
                      <a:pt x="68" y="2780"/>
                      <a:pt x="70" y="2781"/>
                    </a:cubicBezTo>
                    <a:cubicBezTo>
                      <a:pt x="70" y="2781"/>
                      <a:pt x="71" y="2782"/>
                      <a:pt x="72" y="2783"/>
                    </a:cubicBezTo>
                    <a:cubicBezTo>
                      <a:pt x="72" y="2784"/>
                      <a:pt x="71" y="2786"/>
                      <a:pt x="71" y="2787"/>
                    </a:cubicBezTo>
                    <a:cubicBezTo>
                      <a:pt x="69" y="2789"/>
                      <a:pt x="68" y="2791"/>
                      <a:pt x="66" y="2793"/>
                    </a:cubicBezTo>
                    <a:cubicBezTo>
                      <a:pt x="64" y="2797"/>
                      <a:pt x="61" y="2799"/>
                      <a:pt x="57" y="2802"/>
                    </a:cubicBezTo>
                    <a:cubicBezTo>
                      <a:pt x="55" y="2803"/>
                      <a:pt x="54" y="2804"/>
                      <a:pt x="52" y="2806"/>
                    </a:cubicBezTo>
                    <a:cubicBezTo>
                      <a:pt x="51" y="2808"/>
                      <a:pt x="51" y="2809"/>
                      <a:pt x="50" y="2811"/>
                    </a:cubicBezTo>
                    <a:cubicBezTo>
                      <a:pt x="49" y="2813"/>
                      <a:pt x="47" y="2815"/>
                      <a:pt x="47" y="2818"/>
                    </a:cubicBezTo>
                    <a:cubicBezTo>
                      <a:pt x="46" y="2821"/>
                      <a:pt x="48" y="2821"/>
                      <a:pt x="50" y="2823"/>
                    </a:cubicBezTo>
                    <a:cubicBezTo>
                      <a:pt x="50" y="2824"/>
                      <a:pt x="51" y="2825"/>
                      <a:pt x="52" y="2825"/>
                    </a:cubicBezTo>
                    <a:cubicBezTo>
                      <a:pt x="54" y="2825"/>
                      <a:pt x="56" y="2823"/>
                      <a:pt x="57" y="2822"/>
                    </a:cubicBezTo>
                    <a:cubicBezTo>
                      <a:pt x="58" y="2821"/>
                      <a:pt x="60" y="2819"/>
                      <a:pt x="62" y="2818"/>
                    </a:cubicBezTo>
                    <a:cubicBezTo>
                      <a:pt x="63" y="2817"/>
                      <a:pt x="65" y="2817"/>
                      <a:pt x="66" y="2816"/>
                    </a:cubicBezTo>
                    <a:cubicBezTo>
                      <a:pt x="67" y="2816"/>
                      <a:pt x="69" y="2815"/>
                      <a:pt x="70" y="2815"/>
                    </a:cubicBezTo>
                    <a:cubicBezTo>
                      <a:pt x="71" y="2814"/>
                      <a:pt x="73" y="2814"/>
                      <a:pt x="74" y="2813"/>
                    </a:cubicBezTo>
                    <a:cubicBezTo>
                      <a:pt x="76" y="2813"/>
                      <a:pt x="77" y="2812"/>
                      <a:pt x="78" y="2810"/>
                    </a:cubicBezTo>
                    <a:cubicBezTo>
                      <a:pt x="79" y="2808"/>
                      <a:pt x="79" y="2806"/>
                      <a:pt x="80" y="2804"/>
                    </a:cubicBezTo>
                    <a:cubicBezTo>
                      <a:pt x="81" y="2801"/>
                      <a:pt x="83" y="2803"/>
                      <a:pt x="84" y="2804"/>
                    </a:cubicBezTo>
                    <a:cubicBezTo>
                      <a:pt x="85" y="2805"/>
                      <a:pt x="85" y="2806"/>
                      <a:pt x="86" y="2807"/>
                    </a:cubicBezTo>
                    <a:cubicBezTo>
                      <a:pt x="87" y="2807"/>
                      <a:pt x="89" y="2808"/>
                      <a:pt x="90" y="2808"/>
                    </a:cubicBezTo>
                    <a:cubicBezTo>
                      <a:pt x="92" y="2807"/>
                      <a:pt x="93" y="2807"/>
                      <a:pt x="95" y="2806"/>
                    </a:cubicBezTo>
                    <a:cubicBezTo>
                      <a:pt x="96" y="2806"/>
                      <a:pt x="98" y="2805"/>
                      <a:pt x="99" y="2805"/>
                    </a:cubicBezTo>
                    <a:cubicBezTo>
                      <a:pt x="101" y="2805"/>
                      <a:pt x="103" y="2804"/>
                      <a:pt x="104" y="2804"/>
                    </a:cubicBezTo>
                    <a:cubicBezTo>
                      <a:pt x="106" y="2805"/>
                      <a:pt x="103" y="2807"/>
                      <a:pt x="102" y="2808"/>
                    </a:cubicBezTo>
                    <a:cubicBezTo>
                      <a:pt x="100" y="2810"/>
                      <a:pt x="98" y="2811"/>
                      <a:pt x="96" y="2812"/>
                    </a:cubicBezTo>
                    <a:cubicBezTo>
                      <a:pt x="95" y="2813"/>
                      <a:pt x="93" y="2814"/>
                      <a:pt x="92" y="2815"/>
                    </a:cubicBezTo>
                    <a:cubicBezTo>
                      <a:pt x="91" y="2816"/>
                      <a:pt x="91" y="2817"/>
                      <a:pt x="92" y="2818"/>
                    </a:cubicBezTo>
                    <a:cubicBezTo>
                      <a:pt x="93" y="2819"/>
                      <a:pt x="94" y="2821"/>
                      <a:pt x="94" y="2823"/>
                    </a:cubicBezTo>
                    <a:cubicBezTo>
                      <a:pt x="95" y="2824"/>
                      <a:pt x="95" y="2824"/>
                      <a:pt x="94" y="2825"/>
                    </a:cubicBezTo>
                    <a:cubicBezTo>
                      <a:pt x="94" y="2826"/>
                      <a:pt x="94" y="2827"/>
                      <a:pt x="95" y="2828"/>
                    </a:cubicBezTo>
                    <a:cubicBezTo>
                      <a:pt x="95" y="2828"/>
                      <a:pt x="95" y="2828"/>
                      <a:pt x="95" y="2828"/>
                    </a:cubicBezTo>
                    <a:cubicBezTo>
                      <a:pt x="95" y="2828"/>
                      <a:pt x="95" y="2828"/>
                      <a:pt x="95" y="2828"/>
                    </a:cubicBezTo>
                    <a:cubicBezTo>
                      <a:pt x="95" y="2828"/>
                      <a:pt x="95" y="2828"/>
                      <a:pt x="95" y="2828"/>
                    </a:cubicBezTo>
                    <a:cubicBezTo>
                      <a:pt x="95" y="2829"/>
                      <a:pt x="95" y="2829"/>
                      <a:pt x="95" y="2830"/>
                    </a:cubicBezTo>
                    <a:cubicBezTo>
                      <a:pt x="95" y="2830"/>
                      <a:pt x="95" y="2831"/>
                      <a:pt x="96" y="2831"/>
                    </a:cubicBezTo>
                    <a:cubicBezTo>
                      <a:pt x="96" y="2833"/>
                      <a:pt x="97" y="2834"/>
                      <a:pt x="97" y="2835"/>
                    </a:cubicBezTo>
                    <a:cubicBezTo>
                      <a:pt x="97" y="2837"/>
                      <a:pt x="98" y="2838"/>
                      <a:pt x="97" y="2839"/>
                    </a:cubicBezTo>
                    <a:cubicBezTo>
                      <a:pt x="97" y="2840"/>
                      <a:pt x="96" y="2841"/>
                      <a:pt x="96" y="2842"/>
                    </a:cubicBezTo>
                    <a:cubicBezTo>
                      <a:pt x="95" y="2844"/>
                      <a:pt x="94" y="2846"/>
                      <a:pt x="94" y="2847"/>
                    </a:cubicBezTo>
                    <a:cubicBezTo>
                      <a:pt x="93" y="2848"/>
                      <a:pt x="94" y="2849"/>
                      <a:pt x="93" y="2849"/>
                    </a:cubicBezTo>
                    <a:cubicBezTo>
                      <a:pt x="93" y="2850"/>
                      <a:pt x="93" y="2851"/>
                      <a:pt x="92" y="2852"/>
                    </a:cubicBezTo>
                    <a:cubicBezTo>
                      <a:pt x="92" y="2853"/>
                      <a:pt x="91" y="2853"/>
                      <a:pt x="91" y="2854"/>
                    </a:cubicBezTo>
                    <a:cubicBezTo>
                      <a:pt x="90" y="2855"/>
                      <a:pt x="89" y="2857"/>
                      <a:pt x="89" y="2859"/>
                    </a:cubicBezTo>
                    <a:cubicBezTo>
                      <a:pt x="89" y="2860"/>
                      <a:pt x="88" y="2862"/>
                      <a:pt x="88" y="2863"/>
                    </a:cubicBezTo>
                    <a:cubicBezTo>
                      <a:pt x="87" y="2864"/>
                      <a:pt x="86" y="2866"/>
                      <a:pt x="86" y="2867"/>
                    </a:cubicBezTo>
                    <a:cubicBezTo>
                      <a:pt x="85" y="2868"/>
                      <a:pt x="85" y="2868"/>
                      <a:pt x="84" y="2868"/>
                    </a:cubicBezTo>
                    <a:cubicBezTo>
                      <a:pt x="84" y="2869"/>
                      <a:pt x="84" y="2870"/>
                      <a:pt x="84" y="2871"/>
                    </a:cubicBezTo>
                    <a:cubicBezTo>
                      <a:pt x="84" y="2873"/>
                      <a:pt x="84" y="2874"/>
                      <a:pt x="84" y="2876"/>
                    </a:cubicBezTo>
                    <a:cubicBezTo>
                      <a:pt x="84" y="2877"/>
                      <a:pt x="83" y="2878"/>
                      <a:pt x="83" y="2879"/>
                    </a:cubicBezTo>
                    <a:cubicBezTo>
                      <a:pt x="83" y="2882"/>
                      <a:pt x="83" y="2886"/>
                      <a:pt x="83" y="2889"/>
                    </a:cubicBezTo>
                    <a:cubicBezTo>
                      <a:pt x="83" y="2892"/>
                      <a:pt x="83" y="2894"/>
                      <a:pt x="81" y="2896"/>
                    </a:cubicBezTo>
                    <a:cubicBezTo>
                      <a:pt x="79" y="2898"/>
                      <a:pt x="78" y="2900"/>
                      <a:pt x="78" y="2902"/>
                    </a:cubicBezTo>
                    <a:cubicBezTo>
                      <a:pt x="79" y="2904"/>
                      <a:pt x="81" y="2906"/>
                      <a:pt x="80" y="2908"/>
                    </a:cubicBezTo>
                    <a:cubicBezTo>
                      <a:pt x="80" y="2910"/>
                      <a:pt x="76" y="2911"/>
                      <a:pt x="74" y="2913"/>
                    </a:cubicBezTo>
                    <a:cubicBezTo>
                      <a:pt x="73" y="2915"/>
                      <a:pt x="73" y="2917"/>
                      <a:pt x="70" y="2918"/>
                    </a:cubicBezTo>
                    <a:cubicBezTo>
                      <a:pt x="68" y="2919"/>
                      <a:pt x="66" y="2920"/>
                      <a:pt x="65" y="2923"/>
                    </a:cubicBezTo>
                    <a:cubicBezTo>
                      <a:pt x="63" y="2925"/>
                      <a:pt x="63" y="2927"/>
                      <a:pt x="64" y="2929"/>
                    </a:cubicBezTo>
                    <a:cubicBezTo>
                      <a:pt x="64" y="2932"/>
                      <a:pt x="65" y="2934"/>
                      <a:pt x="68" y="2936"/>
                    </a:cubicBezTo>
                    <a:cubicBezTo>
                      <a:pt x="69" y="2937"/>
                      <a:pt x="71" y="2939"/>
                      <a:pt x="73" y="2939"/>
                    </a:cubicBezTo>
                    <a:cubicBezTo>
                      <a:pt x="76" y="2941"/>
                      <a:pt x="79" y="2940"/>
                      <a:pt x="82" y="2940"/>
                    </a:cubicBezTo>
                    <a:cubicBezTo>
                      <a:pt x="84" y="2939"/>
                      <a:pt x="86" y="2939"/>
                      <a:pt x="88" y="2939"/>
                    </a:cubicBezTo>
                    <a:cubicBezTo>
                      <a:pt x="90" y="2938"/>
                      <a:pt x="91" y="2938"/>
                      <a:pt x="93" y="2938"/>
                    </a:cubicBezTo>
                    <a:cubicBezTo>
                      <a:pt x="94" y="2938"/>
                      <a:pt x="94" y="2937"/>
                      <a:pt x="95" y="2937"/>
                    </a:cubicBezTo>
                    <a:cubicBezTo>
                      <a:pt x="96" y="2937"/>
                      <a:pt x="96" y="2936"/>
                      <a:pt x="97" y="2936"/>
                    </a:cubicBezTo>
                    <a:cubicBezTo>
                      <a:pt x="99" y="2935"/>
                      <a:pt x="101" y="2934"/>
                      <a:pt x="102" y="2933"/>
                    </a:cubicBezTo>
                    <a:cubicBezTo>
                      <a:pt x="104" y="2933"/>
                      <a:pt x="105" y="2931"/>
                      <a:pt x="107" y="2930"/>
                    </a:cubicBezTo>
                    <a:cubicBezTo>
                      <a:pt x="108" y="2929"/>
                      <a:pt x="110" y="2928"/>
                      <a:pt x="112" y="2927"/>
                    </a:cubicBezTo>
                    <a:cubicBezTo>
                      <a:pt x="115" y="2925"/>
                      <a:pt x="117" y="2922"/>
                      <a:pt x="119" y="2919"/>
                    </a:cubicBezTo>
                    <a:cubicBezTo>
                      <a:pt x="123" y="2913"/>
                      <a:pt x="125" y="2907"/>
                      <a:pt x="128" y="2901"/>
                    </a:cubicBezTo>
                    <a:cubicBezTo>
                      <a:pt x="131" y="2895"/>
                      <a:pt x="136" y="2889"/>
                      <a:pt x="136" y="2882"/>
                    </a:cubicBezTo>
                    <a:cubicBezTo>
                      <a:pt x="137" y="2874"/>
                      <a:pt x="134" y="2866"/>
                      <a:pt x="135" y="2858"/>
                    </a:cubicBezTo>
                    <a:cubicBezTo>
                      <a:pt x="137" y="2851"/>
                      <a:pt x="138" y="2844"/>
                      <a:pt x="143" y="2839"/>
                    </a:cubicBezTo>
                    <a:cubicBezTo>
                      <a:pt x="145" y="2837"/>
                      <a:pt x="149" y="2835"/>
                      <a:pt x="151" y="2832"/>
                    </a:cubicBezTo>
                    <a:cubicBezTo>
                      <a:pt x="152" y="2831"/>
                      <a:pt x="153" y="2830"/>
                      <a:pt x="154" y="2828"/>
                    </a:cubicBezTo>
                    <a:cubicBezTo>
                      <a:pt x="154" y="2826"/>
                      <a:pt x="155" y="2825"/>
                      <a:pt x="155" y="2823"/>
                    </a:cubicBezTo>
                    <a:cubicBezTo>
                      <a:pt x="156" y="2822"/>
                      <a:pt x="157" y="2821"/>
                      <a:pt x="157" y="2821"/>
                    </a:cubicBezTo>
                    <a:cubicBezTo>
                      <a:pt x="158" y="2820"/>
                      <a:pt x="158" y="2820"/>
                      <a:pt x="159" y="2820"/>
                    </a:cubicBezTo>
                    <a:cubicBezTo>
                      <a:pt x="159" y="2819"/>
                      <a:pt x="160" y="2819"/>
                      <a:pt x="160" y="2819"/>
                    </a:cubicBezTo>
                    <a:cubicBezTo>
                      <a:pt x="161" y="2819"/>
                      <a:pt x="161" y="2818"/>
                      <a:pt x="162" y="2818"/>
                    </a:cubicBezTo>
                    <a:cubicBezTo>
                      <a:pt x="162" y="2818"/>
                      <a:pt x="163" y="2817"/>
                      <a:pt x="163" y="2817"/>
                    </a:cubicBezTo>
                    <a:cubicBezTo>
                      <a:pt x="164" y="2817"/>
                      <a:pt x="165" y="2816"/>
                      <a:pt x="166" y="2816"/>
                    </a:cubicBezTo>
                    <a:cubicBezTo>
                      <a:pt x="166" y="2815"/>
                      <a:pt x="167" y="2815"/>
                      <a:pt x="167" y="2815"/>
                    </a:cubicBezTo>
                    <a:cubicBezTo>
                      <a:pt x="167" y="2814"/>
                      <a:pt x="169" y="2813"/>
                      <a:pt x="169" y="2813"/>
                    </a:cubicBezTo>
                    <a:cubicBezTo>
                      <a:pt x="170" y="2813"/>
                      <a:pt x="170" y="2813"/>
                      <a:pt x="170" y="2813"/>
                    </a:cubicBezTo>
                    <a:cubicBezTo>
                      <a:pt x="173" y="2809"/>
                      <a:pt x="175" y="2805"/>
                      <a:pt x="173" y="2800"/>
                    </a:cubicBezTo>
                    <a:cubicBezTo>
                      <a:pt x="172" y="2797"/>
                      <a:pt x="170" y="2796"/>
                      <a:pt x="168" y="2793"/>
                    </a:cubicBezTo>
                    <a:cubicBezTo>
                      <a:pt x="167" y="2791"/>
                      <a:pt x="167" y="2789"/>
                      <a:pt x="168" y="2787"/>
                    </a:cubicBezTo>
                    <a:cubicBezTo>
                      <a:pt x="169" y="2782"/>
                      <a:pt x="170" y="2778"/>
                      <a:pt x="175" y="2776"/>
                    </a:cubicBezTo>
                    <a:cubicBezTo>
                      <a:pt x="178" y="2775"/>
                      <a:pt x="180" y="2774"/>
                      <a:pt x="183" y="2772"/>
                    </a:cubicBezTo>
                    <a:cubicBezTo>
                      <a:pt x="185" y="2771"/>
                      <a:pt x="187" y="2769"/>
                      <a:pt x="190" y="2767"/>
                    </a:cubicBezTo>
                    <a:cubicBezTo>
                      <a:pt x="193" y="2765"/>
                      <a:pt x="196" y="2762"/>
                      <a:pt x="198" y="2759"/>
                    </a:cubicBezTo>
                    <a:cubicBezTo>
                      <a:pt x="201" y="2756"/>
                      <a:pt x="203" y="2752"/>
                      <a:pt x="204" y="2748"/>
                    </a:cubicBezTo>
                    <a:cubicBezTo>
                      <a:pt x="205" y="2744"/>
                      <a:pt x="206" y="2741"/>
                      <a:pt x="209" y="2739"/>
                    </a:cubicBezTo>
                    <a:cubicBezTo>
                      <a:pt x="211" y="2736"/>
                      <a:pt x="214" y="2734"/>
                      <a:pt x="217" y="2731"/>
                    </a:cubicBezTo>
                    <a:cubicBezTo>
                      <a:pt x="218" y="2729"/>
                      <a:pt x="219" y="2726"/>
                      <a:pt x="217" y="2725"/>
                    </a:cubicBezTo>
                    <a:cubicBezTo>
                      <a:pt x="215" y="2724"/>
                      <a:pt x="212" y="2725"/>
                      <a:pt x="210" y="2724"/>
                    </a:cubicBezTo>
                    <a:cubicBezTo>
                      <a:pt x="207" y="2724"/>
                      <a:pt x="206" y="2721"/>
                      <a:pt x="205" y="2718"/>
                    </a:cubicBezTo>
                    <a:cubicBezTo>
                      <a:pt x="204" y="2715"/>
                      <a:pt x="203" y="2713"/>
                      <a:pt x="202" y="2710"/>
                    </a:cubicBezTo>
                    <a:cubicBezTo>
                      <a:pt x="201" y="2706"/>
                      <a:pt x="201" y="2702"/>
                      <a:pt x="201" y="2698"/>
                    </a:cubicBezTo>
                    <a:cubicBezTo>
                      <a:pt x="201" y="2696"/>
                      <a:pt x="201" y="2693"/>
                      <a:pt x="201" y="2690"/>
                    </a:cubicBezTo>
                    <a:cubicBezTo>
                      <a:pt x="201" y="2689"/>
                      <a:pt x="201" y="2687"/>
                      <a:pt x="200" y="2686"/>
                    </a:cubicBezTo>
                    <a:cubicBezTo>
                      <a:pt x="199" y="2684"/>
                      <a:pt x="197" y="2689"/>
                      <a:pt x="196" y="2690"/>
                    </a:cubicBezTo>
                    <a:cubicBezTo>
                      <a:pt x="194" y="2693"/>
                      <a:pt x="192" y="2694"/>
                      <a:pt x="190" y="2691"/>
                    </a:cubicBezTo>
                    <a:cubicBezTo>
                      <a:pt x="188" y="2687"/>
                      <a:pt x="186" y="2680"/>
                      <a:pt x="186" y="2675"/>
                    </a:cubicBezTo>
                    <a:cubicBezTo>
                      <a:pt x="187" y="2671"/>
                      <a:pt x="189" y="2671"/>
                      <a:pt x="193" y="2672"/>
                    </a:cubicBezTo>
                    <a:cubicBezTo>
                      <a:pt x="195" y="2673"/>
                      <a:pt x="198" y="2675"/>
                      <a:pt x="199" y="2671"/>
                    </a:cubicBezTo>
                    <a:cubicBezTo>
                      <a:pt x="200" y="2667"/>
                      <a:pt x="198" y="2662"/>
                      <a:pt x="199" y="2658"/>
                    </a:cubicBezTo>
                    <a:cubicBezTo>
                      <a:pt x="200" y="2653"/>
                      <a:pt x="203" y="2658"/>
                      <a:pt x="204" y="2660"/>
                    </a:cubicBezTo>
                    <a:cubicBezTo>
                      <a:pt x="205" y="2666"/>
                      <a:pt x="205" y="2671"/>
                      <a:pt x="205" y="2677"/>
                    </a:cubicBezTo>
                    <a:cubicBezTo>
                      <a:pt x="206" y="2679"/>
                      <a:pt x="206" y="2682"/>
                      <a:pt x="209" y="2680"/>
                    </a:cubicBezTo>
                    <a:cubicBezTo>
                      <a:pt x="212" y="2679"/>
                      <a:pt x="214" y="2677"/>
                      <a:pt x="214" y="2675"/>
                    </a:cubicBezTo>
                    <a:cubicBezTo>
                      <a:pt x="215" y="2673"/>
                      <a:pt x="215" y="2670"/>
                      <a:pt x="215" y="2668"/>
                    </a:cubicBezTo>
                    <a:cubicBezTo>
                      <a:pt x="216" y="2665"/>
                      <a:pt x="217" y="2663"/>
                      <a:pt x="219" y="2661"/>
                    </a:cubicBezTo>
                    <a:cubicBezTo>
                      <a:pt x="222" y="2656"/>
                      <a:pt x="224" y="2649"/>
                      <a:pt x="227" y="2643"/>
                    </a:cubicBezTo>
                    <a:cubicBezTo>
                      <a:pt x="230" y="2637"/>
                      <a:pt x="228" y="2631"/>
                      <a:pt x="230" y="2625"/>
                    </a:cubicBezTo>
                    <a:cubicBezTo>
                      <a:pt x="231" y="2622"/>
                      <a:pt x="232" y="2620"/>
                      <a:pt x="235" y="2621"/>
                    </a:cubicBezTo>
                    <a:cubicBezTo>
                      <a:pt x="237" y="2623"/>
                      <a:pt x="239" y="2626"/>
                      <a:pt x="241" y="2627"/>
                    </a:cubicBezTo>
                    <a:cubicBezTo>
                      <a:pt x="247" y="2630"/>
                      <a:pt x="249" y="2623"/>
                      <a:pt x="252" y="2620"/>
                    </a:cubicBezTo>
                    <a:cubicBezTo>
                      <a:pt x="253" y="2618"/>
                      <a:pt x="255" y="2617"/>
                      <a:pt x="257" y="2615"/>
                    </a:cubicBezTo>
                    <a:cubicBezTo>
                      <a:pt x="258" y="2613"/>
                      <a:pt x="259" y="2611"/>
                      <a:pt x="259" y="2609"/>
                    </a:cubicBezTo>
                    <a:cubicBezTo>
                      <a:pt x="260" y="2605"/>
                      <a:pt x="261" y="2601"/>
                      <a:pt x="263" y="2598"/>
                    </a:cubicBezTo>
                    <a:cubicBezTo>
                      <a:pt x="265" y="2596"/>
                      <a:pt x="267" y="2594"/>
                      <a:pt x="267" y="2598"/>
                    </a:cubicBezTo>
                    <a:cubicBezTo>
                      <a:pt x="267" y="2604"/>
                      <a:pt x="260" y="2613"/>
                      <a:pt x="267" y="2618"/>
                    </a:cubicBezTo>
                    <a:cubicBezTo>
                      <a:pt x="269" y="2620"/>
                      <a:pt x="272" y="2621"/>
                      <a:pt x="274" y="2622"/>
                    </a:cubicBezTo>
                    <a:cubicBezTo>
                      <a:pt x="277" y="2624"/>
                      <a:pt x="280" y="2625"/>
                      <a:pt x="282" y="2626"/>
                    </a:cubicBezTo>
                    <a:cubicBezTo>
                      <a:pt x="285" y="2628"/>
                      <a:pt x="288" y="2629"/>
                      <a:pt x="290" y="2632"/>
                    </a:cubicBezTo>
                    <a:cubicBezTo>
                      <a:pt x="292" y="2634"/>
                      <a:pt x="293" y="2638"/>
                      <a:pt x="294" y="2641"/>
                    </a:cubicBezTo>
                    <a:cubicBezTo>
                      <a:pt x="295" y="2648"/>
                      <a:pt x="297" y="2655"/>
                      <a:pt x="301" y="2661"/>
                    </a:cubicBezTo>
                    <a:cubicBezTo>
                      <a:pt x="304" y="2665"/>
                      <a:pt x="311" y="2670"/>
                      <a:pt x="315" y="2665"/>
                    </a:cubicBezTo>
                    <a:cubicBezTo>
                      <a:pt x="316" y="2663"/>
                      <a:pt x="317" y="2660"/>
                      <a:pt x="317" y="2658"/>
                    </a:cubicBezTo>
                    <a:cubicBezTo>
                      <a:pt x="317" y="2654"/>
                      <a:pt x="317" y="2650"/>
                      <a:pt x="317" y="2647"/>
                    </a:cubicBezTo>
                    <a:cubicBezTo>
                      <a:pt x="316" y="2638"/>
                      <a:pt x="315" y="2631"/>
                      <a:pt x="313" y="2623"/>
                    </a:cubicBezTo>
                    <a:cubicBezTo>
                      <a:pt x="311" y="2615"/>
                      <a:pt x="310" y="2608"/>
                      <a:pt x="306" y="2600"/>
                    </a:cubicBezTo>
                    <a:cubicBezTo>
                      <a:pt x="305" y="2598"/>
                      <a:pt x="304" y="2595"/>
                      <a:pt x="303" y="2592"/>
                    </a:cubicBezTo>
                    <a:cubicBezTo>
                      <a:pt x="303" y="2589"/>
                      <a:pt x="302" y="2585"/>
                      <a:pt x="299" y="2583"/>
                    </a:cubicBezTo>
                    <a:cubicBezTo>
                      <a:pt x="295" y="2581"/>
                      <a:pt x="286" y="2586"/>
                      <a:pt x="286" y="2579"/>
                    </a:cubicBezTo>
                    <a:cubicBezTo>
                      <a:pt x="286" y="2572"/>
                      <a:pt x="296" y="2575"/>
                      <a:pt x="300" y="2573"/>
                    </a:cubicBezTo>
                    <a:cubicBezTo>
                      <a:pt x="303" y="2572"/>
                      <a:pt x="304" y="2569"/>
                      <a:pt x="306" y="2567"/>
                    </a:cubicBezTo>
                    <a:cubicBezTo>
                      <a:pt x="309" y="2564"/>
                      <a:pt x="312" y="2565"/>
                      <a:pt x="316" y="2565"/>
                    </a:cubicBezTo>
                    <a:cubicBezTo>
                      <a:pt x="317" y="2565"/>
                      <a:pt x="324" y="2566"/>
                      <a:pt x="325" y="2565"/>
                    </a:cubicBezTo>
                    <a:cubicBezTo>
                      <a:pt x="326" y="2563"/>
                      <a:pt x="322" y="2560"/>
                      <a:pt x="321" y="2559"/>
                    </a:cubicBezTo>
                    <a:cubicBezTo>
                      <a:pt x="319" y="2557"/>
                      <a:pt x="318" y="2554"/>
                      <a:pt x="320" y="2551"/>
                    </a:cubicBezTo>
                    <a:cubicBezTo>
                      <a:pt x="322" y="2549"/>
                      <a:pt x="326" y="2548"/>
                      <a:pt x="328" y="2547"/>
                    </a:cubicBezTo>
                    <a:cubicBezTo>
                      <a:pt x="333" y="2545"/>
                      <a:pt x="340" y="2540"/>
                      <a:pt x="344" y="2545"/>
                    </a:cubicBezTo>
                    <a:cubicBezTo>
                      <a:pt x="345" y="2548"/>
                      <a:pt x="346" y="2552"/>
                      <a:pt x="347" y="2555"/>
                    </a:cubicBezTo>
                    <a:cubicBezTo>
                      <a:pt x="349" y="2557"/>
                      <a:pt x="351" y="2558"/>
                      <a:pt x="353" y="2559"/>
                    </a:cubicBezTo>
                    <a:cubicBezTo>
                      <a:pt x="355" y="2560"/>
                      <a:pt x="357" y="2562"/>
                      <a:pt x="358" y="2565"/>
                    </a:cubicBezTo>
                    <a:cubicBezTo>
                      <a:pt x="359" y="2567"/>
                      <a:pt x="361" y="2569"/>
                      <a:pt x="364" y="2568"/>
                    </a:cubicBezTo>
                    <a:cubicBezTo>
                      <a:pt x="367" y="2567"/>
                      <a:pt x="369" y="2564"/>
                      <a:pt x="369" y="2561"/>
                    </a:cubicBezTo>
                    <a:cubicBezTo>
                      <a:pt x="368" y="2558"/>
                      <a:pt x="364" y="2556"/>
                      <a:pt x="362" y="2555"/>
                    </a:cubicBezTo>
                    <a:cubicBezTo>
                      <a:pt x="359" y="2553"/>
                      <a:pt x="355" y="2550"/>
                      <a:pt x="354" y="2546"/>
                    </a:cubicBezTo>
                    <a:cubicBezTo>
                      <a:pt x="353" y="2544"/>
                      <a:pt x="352" y="2540"/>
                      <a:pt x="354" y="2538"/>
                    </a:cubicBezTo>
                    <a:cubicBezTo>
                      <a:pt x="356" y="2536"/>
                      <a:pt x="358" y="2537"/>
                      <a:pt x="359" y="2538"/>
                    </a:cubicBezTo>
                    <a:cubicBezTo>
                      <a:pt x="361" y="2540"/>
                      <a:pt x="362" y="2543"/>
                      <a:pt x="362" y="2545"/>
                    </a:cubicBezTo>
                    <a:cubicBezTo>
                      <a:pt x="364" y="2546"/>
                      <a:pt x="366" y="2545"/>
                      <a:pt x="368" y="2544"/>
                    </a:cubicBezTo>
                    <a:cubicBezTo>
                      <a:pt x="370" y="2543"/>
                      <a:pt x="372" y="2542"/>
                      <a:pt x="374" y="2543"/>
                    </a:cubicBezTo>
                    <a:cubicBezTo>
                      <a:pt x="376" y="2545"/>
                      <a:pt x="373" y="2546"/>
                      <a:pt x="373" y="2546"/>
                    </a:cubicBezTo>
                    <a:cubicBezTo>
                      <a:pt x="371" y="2548"/>
                      <a:pt x="372" y="2550"/>
                      <a:pt x="373" y="2551"/>
                    </a:cubicBezTo>
                    <a:cubicBezTo>
                      <a:pt x="378" y="2555"/>
                      <a:pt x="378" y="2547"/>
                      <a:pt x="379" y="2544"/>
                    </a:cubicBezTo>
                    <a:cubicBezTo>
                      <a:pt x="379" y="2542"/>
                      <a:pt x="380" y="2541"/>
                      <a:pt x="382" y="2539"/>
                    </a:cubicBezTo>
                    <a:cubicBezTo>
                      <a:pt x="383" y="2537"/>
                      <a:pt x="384" y="2536"/>
                      <a:pt x="386" y="2539"/>
                    </a:cubicBezTo>
                    <a:cubicBezTo>
                      <a:pt x="387" y="2540"/>
                      <a:pt x="386" y="2542"/>
                      <a:pt x="389" y="2542"/>
                    </a:cubicBezTo>
                    <a:cubicBezTo>
                      <a:pt x="391" y="2543"/>
                      <a:pt x="392" y="2543"/>
                      <a:pt x="394" y="2544"/>
                    </a:cubicBezTo>
                    <a:cubicBezTo>
                      <a:pt x="396" y="2545"/>
                      <a:pt x="396" y="2547"/>
                      <a:pt x="396" y="2549"/>
                    </a:cubicBezTo>
                    <a:cubicBezTo>
                      <a:pt x="396" y="2551"/>
                      <a:pt x="395" y="2553"/>
                      <a:pt x="395" y="2555"/>
                    </a:cubicBezTo>
                    <a:cubicBezTo>
                      <a:pt x="394" y="2557"/>
                      <a:pt x="392" y="2558"/>
                      <a:pt x="393" y="2560"/>
                    </a:cubicBezTo>
                    <a:cubicBezTo>
                      <a:pt x="394" y="2561"/>
                      <a:pt x="396" y="2564"/>
                      <a:pt x="397" y="2564"/>
                    </a:cubicBezTo>
                    <a:cubicBezTo>
                      <a:pt x="398" y="2564"/>
                      <a:pt x="399" y="2562"/>
                      <a:pt x="399" y="2561"/>
                    </a:cubicBezTo>
                    <a:cubicBezTo>
                      <a:pt x="399" y="2559"/>
                      <a:pt x="399" y="2556"/>
                      <a:pt x="400" y="2554"/>
                    </a:cubicBezTo>
                    <a:cubicBezTo>
                      <a:pt x="401" y="2553"/>
                      <a:pt x="403" y="2554"/>
                      <a:pt x="404" y="2554"/>
                    </a:cubicBezTo>
                    <a:cubicBezTo>
                      <a:pt x="406" y="2554"/>
                      <a:pt x="408" y="2554"/>
                      <a:pt x="409" y="2556"/>
                    </a:cubicBezTo>
                    <a:cubicBezTo>
                      <a:pt x="412" y="2558"/>
                      <a:pt x="413" y="2562"/>
                      <a:pt x="414" y="2565"/>
                    </a:cubicBezTo>
                    <a:cubicBezTo>
                      <a:pt x="416" y="2566"/>
                      <a:pt x="421" y="2566"/>
                      <a:pt x="422" y="2562"/>
                    </a:cubicBezTo>
                    <a:cubicBezTo>
                      <a:pt x="422" y="2560"/>
                      <a:pt x="421" y="2555"/>
                      <a:pt x="423" y="2554"/>
                    </a:cubicBezTo>
                    <a:cubicBezTo>
                      <a:pt x="425" y="2556"/>
                      <a:pt x="425" y="2558"/>
                      <a:pt x="426" y="2561"/>
                    </a:cubicBezTo>
                    <a:cubicBezTo>
                      <a:pt x="426" y="2563"/>
                      <a:pt x="426" y="2566"/>
                      <a:pt x="427" y="2568"/>
                    </a:cubicBezTo>
                    <a:cubicBezTo>
                      <a:pt x="429" y="2569"/>
                      <a:pt x="431" y="2568"/>
                      <a:pt x="433" y="2567"/>
                    </a:cubicBezTo>
                    <a:cubicBezTo>
                      <a:pt x="435" y="2566"/>
                      <a:pt x="434" y="2562"/>
                      <a:pt x="436" y="2561"/>
                    </a:cubicBezTo>
                    <a:cubicBezTo>
                      <a:pt x="438" y="2560"/>
                      <a:pt x="439" y="2563"/>
                      <a:pt x="439" y="2565"/>
                    </a:cubicBezTo>
                    <a:cubicBezTo>
                      <a:pt x="439" y="2567"/>
                      <a:pt x="439" y="2569"/>
                      <a:pt x="438" y="2571"/>
                    </a:cubicBezTo>
                    <a:cubicBezTo>
                      <a:pt x="437" y="2572"/>
                      <a:pt x="436" y="2574"/>
                      <a:pt x="437" y="2576"/>
                    </a:cubicBezTo>
                    <a:cubicBezTo>
                      <a:pt x="437" y="2577"/>
                      <a:pt x="438" y="2579"/>
                      <a:pt x="439" y="2580"/>
                    </a:cubicBezTo>
                    <a:cubicBezTo>
                      <a:pt x="440" y="2584"/>
                      <a:pt x="441" y="2588"/>
                      <a:pt x="441" y="2592"/>
                    </a:cubicBezTo>
                    <a:cubicBezTo>
                      <a:pt x="441" y="2595"/>
                      <a:pt x="439" y="2598"/>
                      <a:pt x="437" y="2601"/>
                    </a:cubicBezTo>
                    <a:cubicBezTo>
                      <a:pt x="436" y="2603"/>
                      <a:pt x="435" y="2605"/>
                      <a:pt x="434" y="2607"/>
                    </a:cubicBezTo>
                    <a:cubicBezTo>
                      <a:pt x="432" y="2609"/>
                      <a:pt x="430" y="2611"/>
                      <a:pt x="428" y="2613"/>
                    </a:cubicBezTo>
                    <a:cubicBezTo>
                      <a:pt x="426" y="2616"/>
                      <a:pt x="426" y="2619"/>
                      <a:pt x="425" y="2621"/>
                    </a:cubicBezTo>
                    <a:cubicBezTo>
                      <a:pt x="424" y="2623"/>
                      <a:pt x="424" y="2625"/>
                      <a:pt x="424" y="2627"/>
                    </a:cubicBezTo>
                    <a:cubicBezTo>
                      <a:pt x="424" y="2629"/>
                      <a:pt x="424" y="2631"/>
                      <a:pt x="425" y="2633"/>
                    </a:cubicBezTo>
                    <a:cubicBezTo>
                      <a:pt x="426" y="2634"/>
                      <a:pt x="427" y="2633"/>
                      <a:pt x="429" y="2633"/>
                    </a:cubicBezTo>
                    <a:cubicBezTo>
                      <a:pt x="431" y="2632"/>
                      <a:pt x="432" y="2631"/>
                      <a:pt x="433" y="2629"/>
                    </a:cubicBezTo>
                    <a:cubicBezTo>
                      <a:pt x="434" y="2627"/>
                      <a:pt x="435" y="2626"/>
                      <a:pt x="438" y="2626"/>
                    </a:cubicBezTo>
                    <a:cubicBezTo>
                      <a:pt x="438" y="2624"/>
                      <a:pt x="438" y="2623"/>
                      <a:pt x="439" y="2621"/>
                    </a:cubicBezTo>
                    <a:cubicBezTo>
                      <a:pt x="439" y="2619"/>
                      <a:pt x="440" y="2616"/>
                      <a:pt x="442" y="2617"/>
                    </a:cubicBezTo>
                    <a:cubicBezTo>
                      <a:pt x="443" y="2617"/>
                      <a:pt x="445" y="2621"/>
                      <a:pt x="445" y="2622"/>
                    </a:cubicBezTo>
                    <a:cubicBezTo>
                      <a:pt x="446" y="2626"/>
                      <a:pt x="446" y="2631"/>
                      <a:pt x="451" y="2633"/>
                    </a:cubicBezTo>
                    <a:cubicBezTo>
                      <a:pt x="453" y="2633"/>
                      <a:pt x="455" y="2633"/>
                      <a:pt x="457" y="2634"/>
                    </a:cubicBezTo>
                    <a:cubicBezTo>
                      <a:pt x="458" y="2635"/>
                      <a:pt x="460" y="2636"/>
                      <a:pt x="462" y="2636"/>
                    </a:cubicBezTo>
                    <a:cubicBezTo>
                      <a:pt x="464" y="2636"/>
                      <a:pt x="466" y="2634"/>
                      <a:pt x="467" y="2633"/>
                    </a:cubicBezTo>
                    <a:cubicBezTo>
                      <a:pt x="469" y="2631"/>
                      <a:pt x="470" y="2630"/>
                      <a:pt x="472" y="2630"/>
                    </a:cubicBezTo>
                    <a:cubicBezTo>
                      <a:pt x="477" y="2630"/>
                      <a:pt x="477" y="2635"/>
                      <a:pt x="477" y="2638"/>
                    </a:cubicBezTo>
                    <a:cubicBezTo>
                      <a:pt x="477" y="2641"/>
                      <a:pt x="477" y="2643"/>
                      <a:pt x="477" y="2646"/>
                    </a:cubicBezTo>
                    <a:cubicBezTo>
                      <a:pt x="476" y="2648"/>
                      <a:pt x="475" y="2651"/>
                      <a:pt x="476" y="2653"/>
                    </a:cubicBezTo>
                    <a:cubicBezTo>
                      <a:pt x="477" y="2657"/>
                      <a:pt x="486" y="2661"/>
                      <a:pt x="483" y="2665"/>
                    </a:cubicBezTo>
                    <a:cubicBezTo>
                      <a:pt x="481" y="2669"/>
                      <a:pt x="475" y="2667"/>
                      <a:pt x="472" y="2668"/>
                    </a:cubicBezTo>
                    <a:cubicBezTo>
                      <a:pt x="468" y="2670"/>
                      <a:pt x="465" y="2675"/>
                      <a:pt x="460" y="2672"/>
                    </a:cubicBezTo>
                    <a:cubicBezTo>
                      <a:pt x="456" y="2669"/>
                      <a:pt x="459" y="2665"/>
                      <a:pt x="459" y="2661"/>
                    </a:cubicBezTo>
                    <a:cubicBezTo>
                      <a:pt x="459" y="2659"/>
                      <a:pt x="458" y="2657"/>
                      <a:pt x="455" y="2656"/>
                    </a:cubicBezTo>
                    <a:cubicBezTo>
                      <a:pt x="453" y="2656"/>
                      <a:pt x="451" y="2657"/>
                      <a:pt x="448" y="2657"/>
                    </a:cubicBezTo>
                    <a:cubicBezTo>
                      <a:pt x="447" y="2657"/>
                      <a:pt x="444" y="2657"/>
                      <a:pt x="445" y="2655"/>
                    </a:cubicBezTo>
                    <a:cubicBezTo>
                      <a:pt x="445" y="2652"/>
                      <a:pt x="448" y="2651"/>
                      <a:pt x="450" y="2651"/>
                    </a:cubicBezTo>
                    <a:cubicBezTo>
                      <a:pt x="454" y="2650"/>
                      <a:pt x="459" y="2650"/>
                      <a:pt x="461" y="2647"/>
                    </a:cubicBezTo>
                    <a:cubicBezTo>
                      <a:pt x="464" y="2643"/>
                      <a:pt x="461" y="2640"/>
                      <a:pt x="458" y="2639"/>
                    </a:cubicBezTo>
                    <a:cubicBezTo>
                      <a:pt x="454" y="2638"/>
                      <a:pt x="450" y="2638"/>
                      <a:pt x="447" y="2641"/>
                    </a:cubicBezTo>
                    <a:cubicBezTo>
                      <a:pt x="444" y="2643"/>
                      <a:pt x="441" y="2647"/>
                      <a:pt x="437" y="2646"/>
                    </a:cubicBezTo>
                    <a:cubicBezTo>
                      <a:pt x="434" y="2646"/>
                      <a:pt x="432" y="2645"/>
                      <a:pt x="430" y="2646"/>
                    </a:cubicBezTo>
                    <a:cubicBezTo>
                      <a:pt x="427" y="2647"/>
                      <a:pt x="426" y="2648"/>
                      <a:pt x="425" y="2651"/>
                    </a:cubicBezTo>
                    <a:cubicBezTo>
                      <a:pt x="424" y="2655"/>
                      <a:pt x="429" y="2658"/>
                      <a:pt x="431" y="2662"/>
                    </a:cubicBezTo>
                    <a:cubicBezTo>
                      <a:pt x="432" y="2664"/>
                      <a:pt x="432" y="2665"/>
                      <a:pt x="431" y="2667"/>
                    </a:cubicBezTo>
                    <a:cubicBezTo>
                      <a:pt x="431" y="2669"/>
                      <a:pt x="430" y="2672"/>
                      <a:pt x="428" y="2674"/>
                    </a:cubicBezTo>
                    <a:cubicBezTo>
                      <a:pt x="427" y="2675"/>
                      <a:pt x="426" y="2673"/>
                      <a:pt x="424" y="2674"/>
                    </a:cubicBezTo>
                    <a:cubicBezTo>
                      <a:pt x="423" y="2675"/>
                      <a:pt x="423" y="2677"/>
                      <a:pt x="423" y="2678"/>
                    </a:cubicBezTo>
                    <a:cubicBezTo>
                      <a:pt x="422" y="2683"/>
                      <a:pt x="423" y="2689"/>
                      <a:pt x="418" y="2692"/>
                    </a:cubicBezTo>
                    <a:cubicBezTo>
                      <a:pt x="417" y="2693"/>
                      <a:pt x="416" y="2694"/>
                      <a:pt x="415" y="2694"/>
                    </a:cubicBezTo>
                    <a:cubicBezTo>
                      <a:pt x="414" y="2695"/>
                      <a:pt x="413" y="2695"/>
                      <a:pt x="412" y="2696"/>
                    </a:cubicBezTo>
                    <a:cubicBezTo>
                      <a:pt x="412" y="2696"/>
                      <a:pt x="410" y="2698"/>
                      <a:pt x="410" y="2698"/>
                    </a:cubicBezTo>
                    <a:cubicBezTo>
                      <a:pt x="409" y="2700"/>
                      <a:pt x="412" y="2703"/>
                      <a:pt x="412" y="2705"/>
                    </a:cubicBezTo>
                    <a:cubicBezTo>
                      <a:pt x="412" y="2705"/>
                      <a:pt x="412" y="2707"/>
                      <a:pt x="411" y="2708"/>
                    </a:cubicBezTo>
                    <a:cubicBezTo>
                      <a:pt x="411" y="2709"/>
                      <a:pt x="409" y="2709"/>
                      <a:pt x="408" y="2709"/>
                    </a:cubicBezTo>
                    <a:cubicBezTo>
                      <a:pt x="406" y="2710"/>
                      <a:pt x="404" y="2711"/>
                      <a:pt x="401" y="2712"/>
                    </a:cubicBezTo>
                    <a:cubicBezTo>
                      <a:pt x="399" y="2713"/>
                      <a:pt x="396" y="2714"/>
                      <a:pt x="393" y="2714"/>
                    </a:cubicBezTo>
                    <a:cubicBezTo>
                      <a:pt x="391" y="2715"/>
                      <a:pt x="389" y="2716"/>
                      <a:pt x="387" y="2717"/>
                    </a:cubicBezTo>
                    <a:cubicBezTo>
                      <a:pt x="386" y="2718"/>
                      <a:pt x="386" y="2719"/>
                      <a:pt x="385" y="2720"/>
                    </a:cubicBezTo>
                    <a:cubicBezTo>
                      <a:pt x="385" y="2721"/>
                      <a:pt x="385" y="2723"/>
                      <a:pt x="384" y="2724"/>
                    </a:cubicBezTo>
                    <a:cubicBezTo>
                      <a:pt x="384" y="2725"/>
                      <a:pt x="381" y="2727"/>
                      <a:pt x="379" y="2727"/>
                    </a:cubicBezTo>
                    <a:cubicBezTo>
                      <a:pt x="377" y="2727"/>
                      <a:pt x="375" y="2726"/>
                      <a:pt x="373" y="2725"/>
                    </a:cubicBezTo>
                    <a:cubicBezTo>
                      <a:pt x="372" y="2723"/>
                      <a:pt x="372" y="2720"/>
                      <a:pt x="370" y="2720"/>
                    </a:cubicBezTo>
                    <a:cubicBezTo>
                      <a:pt x="367" y="2719"/>
                      <a:pt x="364" y="2721"/>
                      <a:pt x="363" y="2723"/>
                    </a:cubicBezTo>
                    <a:cubicBezTo>
                      <a:pt x="362" y="2725"/>
                      <a:pt x="361" y="2728"/>
                      <a:pt x="358" y="2729"/>
                    </a:cubicBezTo>
                    <a:cubicBezTo>
                      <a:pt x="355" y="2729"/>
                      <a:pt x="352" y="2729"/>
                      <a:pt x="349" y="2729"/>
                    </a:cubicBezTo>
                    <a:cubicBezTo>
                      <a:pt x="346" y="2729"/>
                      <a:pt x="344" y="2729"/>
                      <a:pt x="342" y="2730"/>
                    </a:cubicBezTo>
                    <a:cubicBezTo>
                      <a:pt x="341" y="2731"/>
                      <a:pt x="339" y="2731"/>
                      <a:pt x="339" y="2732"/>
                    </a:cubicBezTo>
                    <a:cubicBezTo>
                      <a:pt x="338" y="2733"/>
                      <a:pt x="338" y="2734"/>
                      <a:pt x="337" y="2735"/>
                    </a:cubicBezTo>
                    <a:cubicBezTo>
                      <a:pt x="335" y="2736"/>
                      <a:pt x="332" y="2736"/>
                      <a:pt x="330" y="2737"/>
                    </a:cubicBezTo>
                    <a:cubicBezTo>
                      <a:pt x="329" y="2738"/>
                      <a:pt x="328" y="2739"/>
                      <a:pt x="327" y="2740"/>
                    </a:cubicBezTo>
                    <a:cubicBezTo>
                      <a:pt x="325" y="2741"/>
                      <a:pt x="324" y="2741"/>
                      <a:pt x="323" y="2742"/>
                    </a:cubicBezTo>
                    <a:cubicBezTo>
                      <a:pt x="321" y="2743"/>
                      <a:pt x="319" y="2745"/>
                      <a:pt x="319" y="2747"/>
                    </a:cubicBezTo>
                    <a:cubicBezTo>
                      <a:pt x="318" y="2748"/>
                      <a:pt x="319" y="2749"/>
                      <a:pt x="319" y="2750"/>
                    </a:cubicBezTo>
                    <a:cubicBezTo>
                      <a:pt x="319" y="2751"/>
                      <a:pt x="319" y="2752"/>
                      <a:pt x="319" y="2752"/>
                    </a:cubicBezTo>
                    <a:cubicBezTo>
                      <a:pt x="319" y="2752"/>
                      <a:pt x="319" y="2751"/>
                      <a:pt x="319" y="2752"/>
                    </a:cubicBezTo>
                    <a:cubicBezTo>
                      <a:pt x="319" y="2756"/>
                      <a:pt x="319" y="2761"/>
                      <a:pt x="317" y="2764"/>
                    </a:cubicBezTo>
                    <a:cubicBezTo>
                      <a:pt x="315" y="2767"/>
                      <a:pt x="310" y="2767"/>
                      <a:pt x="307" y="2768"/>
                    </a:cubicBezTo>
                    <a:cubicBezTo>
                      <a:pt x="304" y="2768"/>
                      <a:pt x="301" y="2769"/>
                      <a:pt x="298" y="2767"/>
                    </a:cubicBezTo>
                    <a:cubicBezTo>
                      <a:pt x="295" y="2765"/>
                      <a:pt x="294" y="2761"/>
                      <a:pt x="293" y="2757"/>
                    </a:cubicBezTo>
                    <a:cubicBezTo>
                      <a:pt x="292" y="2752"/>
                      <a:pt x="293" y="2749"/>
                      <a:pt x="295" y="2745"/>
                    </a:cubicBezTo>
                    <a:cubicBezTo>
                      <a:pt x="296" y="2743"/>
                      <a:pt x="299" y="2738"/>
                      <a:pt x="295" y="2739"/>
                    </a:cubicBezTo>
                    <a:cubicBezTo>
                      <a:pt x="293" y="2739"/>
                      <a:pt x="292" y="2740"/>
                      <a:pt x="290" y="2741"/>
                    </a:cubicBezTo>
                    <a:cubicBezTo>
                      <a:pt x="289" y="2741"/>
                      <a:pt x="287" y="2741"/>
                      <a:pt x="285" y="2741"/>
                    </a:cubicBezTo>
                    <a:cubicBezTo>
                      <a:pt x="281" y="2740"/>
                      <a:pt x="279" y="2739"/>
                      <a:pt x="276" y="2741"/>
                    </a:cubicBezTo>
                    <a:cubicBezTo>
                      <a:pt x="273" y="2743"/>
                      <a:pt x="270" y="2746"/>
                      <a:pt x="268" y="2749"/>
                    </a:cubicBezTo>
                    <a:cubicBezTo>
                      <a:pt x="266" y="2753"/>
                      <a:pt x="265" y="2756"/>
                      <a:pt x="262" y="2759"/>
                    </a:cubicBezTo>
                    <a:cubicBezTo>
                      <a:pt x="259" y="2761"/>
                      <a:pt x="257" y="2762"/>
                      <a:pt x="254" y="2765"/>
                    </a:cubicBezTo>
                    <a:cubicBezTo>
                      <a:pt x="252" y="2767"/>
                      <a:pt x="249" y="2769"/>
                      <a:pt x="248" y="2771"/>
                    </a:cubicBezTo>
                    <a:cubicBezTo>
                      <a:pt x="246" y="2774"/>
                      <a:pt x="245" y="2777"/>
                      <a:pt x="242" y="2778"/>
                    </a:cubicBezTo>
                    <a:cubicBezTo>
                      <a:pt x="239" y="2779"/>
                      <a:pt x="236" y="2779"/>
                      <a:pt x="233" y="2780"/>
                    </a:cubicBezTo>
                    <a:cubicBezTo>
                      <a:pt x="231" y="2780"/>
                      <a:pt x="230" y="2780"/>
                      <a:pt x="229" y="2780"/>
                    </a:cubicBezTo>
                    <a:cubicBezTo>
                      <a:pt x="228" y="2780"/>
                      <a:pt x="228" y="2780"/>
                      <a:pt x="227" y="2780"/>
                    </a:cubicBezTo>
                    <a:cubicBezTo>
                      <a:pt x="223" y="2781"/>
                      <a:pt x="222" y="2787"/>
                      <a:pt x="221" y="2790"/>
                    </a:cubicBezTo>
                    <a:cubicBezTo>
                      <a:pt x="221" y="2791"/>
                      <a:pt x="221" y="2792"/>
                      <a:pt x="220" y="2793"/>
                    </a:cubicBezTo>
                    <a:cubicBezTo>
                      <a:pt x="220" y="2793"/>
                      <a:pt x="220" y="2793"/>
                      <a:pt x="220" y="2794"/>
                    </a:cubicBezTo>
                    <a:cubicBezTo>
                      <a:pt x="219" y="2794"/>
                      <a:pt x="219" y="2794"/>
                      <a:pt x="219" y="2795"/>
                    </a:cubicBezTo>
                    <a:cubicBezTo>
                      <a:pt x="219" y="2797"/>
                      <a:pt x="219" y="2798"/>
                      <a:pt x="218" y="2800"/>
                    </a:cubicBezTo>
                    <a:cubicBezTo>
                      <a:pt x="217" y="2801"/>
                      <a:pt x="215" y="2801"/>
                      <a:pt x="214" y="2802"/>
                    </a:cubicBezTo>
                    <a:cubicBezTo>
                      <a:pt x="212" y="2802"/>
                      <a:pt x="210" y="2802"/>
                      <a:pt x="209" y="2803"/>
                    </a:cubicBezTo>
                    <a:cubicBezTo>
                      <a:pt x="209" y="2804"/>
                      <a:pt x="209" y="2805"/>
                      <a:pt x="208" y="2805"/>
                    </a:cubicBezTo>
                    <a:cubicBezTo>
                      <a:pt x="208" y="2806"/>
                      <a:pt x="207" y="2806"/>
                      <a:pt x="206" y="2806"/>
                    </a:cubicBezTo>
                    <a:cubicBezTo>
                      <a:pt x="205" y="2806"/>
                      <a:pt x="204" y="2806"/>
                      <a:pt x="203" y="2806"/>
                    </a:cubicBezTo>
                    <a:cubicBezTo>
                      <a:pt x="202" y="2806"/>
                      <a:pt x="202" y="2806"/>
                      <a:pt x="201" y="2806"/>
                    </a:cubicBezTo>
                    <a:cubicBezTo>
                      <a:pt x="199" y="2806"/>
                      <a:pt x="199" y="2804"/>
                      <a:pt x="199" y="2803"/>
                    </a:cubicBezTo>
                    <a:cubicBezTo>
                      <a:pt x="199" y="2802"/>
                      <a:pt x="199" y="2801"/>
                      <a:pt x="199" y="2800"/>
                    </a:cubicBezTo>
                    <a:cubicBezTo>
                      <a:pt x="200" y="2799"/>
                      <a:pt x="200" y="2798"/>
                      <a:pt x="200" y="2798"/>
                    </a:cubicBezTo>
                    <a:cubicBezTo>
                      <a:pt x="200" y="2797"/>
                      <a:pt x="201" y="2797"/>
                      <a:pt x="202" y="2797"/>
                    </a:cubicBezTo>
                    <a:cubicBezTo>
                      <a:pt x="202" y="2797"/>
                      <a:pt x="202" y="2796"/>
                      <a:pt x="202" y="2795"/>
                    </a:cubicBezTo>
                    <a:cubicBezTo>
                      <a:pt x="203" y="2794"/>
                      <a:pt x="203" y="2793"/>
                      <a:pt x="204" y="2792"/>
                    </a:cubicBezTo>
                    <a:cubicBezTo>
                      <a:pt x="204" y="2792"/>
                      <a:pt x="205" y="2792"/>
                      <a:pt x="206" y="2792"/>
                    </a:cubicBezTo>
                    <a:cubicBezTo>
                      <a:pt x="208" y="2791"/>
                      <a:pt x="208" y="2788"/>
                      <a:pt x="209" y="2786"/>
                    </a:cubicBezTo>
                    <a:cubicBezTo>
                      <a:pt x="209" y="2785"/>
                      <a:pt x="209" y="2783"/>
                      <a:pt x="211" y="2783"/>
                    </a:cubicBezTo>
                    <a:cubicBezTo>
                      <a:pt x="212" y="2783"/>
                      <a:pt x="213" y="2783"/>
                      <a:pt x="214" y="2783"/>
                    </a:cubicBezTo>
                    <a:cubicBezTo>
                      <a:pt x="215" y="2782"/>
                      <a:pt x="215" y="2780"/>
                      <a:pt x="216" y="2779"/>
                    </a:cubicBezTo>
                    <a:cubicBezTo>
                      <a:pt x="216" y="2779"/>
                      <a:pt x="217" y="2779"/>
                      <a:pt x="218" y="2779"/>
                    </a:cubicBezTo>
                    <a:cubicBezTo>
                      <a:pt x="219" y="2778"/>
                      <a:pt x="220" y="2778"/>
                      <a:pt x="221" y="2777"/>
                    </a:cubicBezTo>
                    <a:cubicBezTo>
                      <a:pt x="221" y="2777"/>
                      <a:pt x="222" y="2776"/>
                      <a:pt x="221" y="2775"/>
                    </a:cubicBezTo>
                    <a:cubicBezTo>
                      <a:pt x="220" y="2775"/>
                      <a:pt x="220" y="2775"/>
                      <a:pt x="219" y="2774"/>
                    </a:cubicBezTo>
                    <a:cubicBezTo>
                      <a:pt x="217" y="2774"/>
                      <a:pt x="216" y="2774"/>
                      <a:pt x="215" y="2775"/>
                    </a:cubicBezTo>
                    <a:cubicBezTo>
                      <a:pt x="215" y="2775"/>
                      <a:pt x="215" y="2776"/>
                      <a:pt x="214" y="2776"/>
                    </a:cubicBezTo>
                    <a:cubicBezTo>
                      <a:pt x="214" y="2776"/>
                      <a:pt x="214" y="2777"/>
                      <a:pt x="214" y="2777"/>
                    </a:cubicBezTo>
                    <a:cubicBezTo>
                      <a:pt x="213" y="2778"/>
                      <a:pt x="212" y="2778"/>
                      <a:pt x="212" y="2778"/>
                    </a:cubicBezTo>
                    <a:cubicBezTo>
                      <a:pt x="211" y="2778"/>
                      <a:pt x="210" y="2778"/>
                      <a:pt x="210" y="2779"/>
                    </a:cubicBezTo>
                    <a:cubicBezTo>
                      <a:pt x="209" y="2780"/>
                      <a:pt x="209" y="2780"/>
                      <a:pt x="209" y="2781"/>
                    </a:cubicBezTo>
                    <a:cubicBezTo>
                      <a:pt x="208" y="2783"/>
                      <a:pt x="205" y="2783"/>
                      <a:pt x="205" y="2784"/>
                    </a:cubicBezTo>
                    <a:cubicBezTo>
                      <a:pt x="205" y="2785"/>
                      <a:pt x="205" y="2786"/>
                      <a:pt x="204" y="2787"/>
                    </a:cubicBezTo>
                    <a:cubicBezTo>
                      <a:pt x="204" y="2787"/>
                      <a:pt x="203" y="2788"/>
                      <a:pt x="202" y="2788"/>
                    </a:cubicBezTo>
                    <a:cubicBezTo>
                      <a:pt x="202" y="2788"/>
                      <a:pt x="201" y="2788"/>
                      <a:pt x="201" y="2789"/>
                    </a:cubicBezTo>
                    <a:cubicBezTo>
                      <a:pt x="201" y="2789"/>
                      <a:pt x="200" y="2789"/>
                      <a:pt x="200" y="2790"/>
                    </a:cubicBezTo>
                    <a:cubicBezTo>
                      <a:pt x="198" y="2791"/>
                      <a:pt x="196" y="2791"/>
                      <a:pt x="193" y="2792"/>
                    </a:cubicBezTo>
                    <a:cubicBezTo>
                      <a:pt x="192" y="2792"/>
                      <a:pt x="190" y="2792"/>
                      <a:pt x="189" y="2793"/>
                    </a:cubicBezTo>
                    <a:cubicBezTo>
                      <a:pt x="188" y="2793"/>
                      <a:pt x="187" y="2793"/>
                      <a:pt x="187" y="2793"/>
                    </a:cubicBezTo>
                    <a:cubicBezTo>
                      <a:pt x="186" y="2793"/>
                      <a:pt x="186" y="2793"/>
                      <a:pt x="185" y="2793"/>
                    </a:cubicBezTo>
                    <a:cubicBezTo>
                      <a:pt x="185" y="2793"/>
                      <a:pt x="185" y="2793"/>
                      <a:pt x="184" y="2793"/>
                    </a:cubicBezTo>
                    <a:cubicBezTo>
                      <a:pt x="184" y="2793"/>
                      <a:pt x="183" y="2793"/>
                      <a:pt x="182" y="2793"/>
                    </a:cubicBezTo>
                    <a:cubicBezTo>
                      <a:pt x="181" y="2793"/>
                      <a:pt x="181" y="2793"/>
                      <a:pt x="180" y="2793"/>
                    </a:cubicBezTo>
                    <a:cubicBezTo>
                      <a:pt x="179" y="2793"/>
                      <a:pt x="179" y="2793"/>
                      <a:pt x="178" y="2794"/>
                    </a:cubicBezTo>
                    <a:cubicBezTo>
                      <a:pt x="177" y="2795"/>
                      <a:pt x="177" y="2796"/>
                      <a:pt x="177" y="2797"/>
                    </a:cubicBezTo>
                    <a:cubicBezTo>
                      <a:pt x="177" y="2797"/>
                      <a:pt x="177" y="2798"/>
                      <a:pt x="177" y="2798"/>
                    </a:cubicBezTo>
                    <a:cubicBezTo>
                      <a:pt x="177" y="2799"/>
                      <a:pt x="177" y="2800"/>
                      <a:pt x="177" y="2801"/>
                    </a:cubicBezTo>
                    <a:cubicBezTo>
                      <a:pt x="177" y="2802"/>
                      <a:pt x="176" y="2803"/>
                      <a:pt x="176" y="2803"/>
                    </a:cubicBezTo>
                    <a:cubicBezTo>
                      <a:pt x="176" y="2805"/>
                      <a:pt x="175" y="2807"/>
                      <a:pt x="175" y="2808"/>
                    </a:cubicBezTo>
                    <a:cubicBezTo>
                      <a:pt x="174" y="2809"/>
                      <a:pt x="174" y="2810"/>
                      <a:pt x="173" y="2811"/>
                    </a:cubicBezTo>
                    <a:cubicBezTo>
                      <a:pt x="173" y="2811"/>
                      <a:pt x="173" y="2812"/>
                      <a:pt x="172" y="2813"/>
                    </a:cubicBezTo>
                    <a:cubicBezTo>
                      <a:pt x="172" y="2813"/>
                      <a:pt x="171" y="2813"/>
                      <a:pt x="171" y="2813"/>
                    </a:cubicBezTo>
                    <a:cubicBezTo>
                      <a:pt x="170" y="2814"/>
                      <a:pt x="170" y="2814"/>
                      <a:pt x="169" y="2814"/>
                    </a:cubicBezTo>
                    <a:cubicBezTo>
                      <a:pt x="169" y="2815"/>
                      <a:pt x="168" y="2815"/>
                      <a:pt x="168" y="2816"/>
                    </a:cubicBezTo>
                    <a:cubicBezTo>
                      <a:pt x="167" y="2817"/>
                      <a:pt x="167" y="2817"/>
                      <a:pt x="166" y="2817"/>
                    </a:cubicBezTo>
                    <a:cubicBezTo>
                      <a:pt x="164" y="2819"/>
                      <a:pt x="161" y="2820"/>
                      <a:pt x="159" y="2822"/>
                    </a:cubicBezTo>
                    <a:cubicBezTo>
                      <a:pt x="158" y="2824"/>
                      <a:pt x="158" y="2825"/>
                      <a:pt x="158" y="2827"/>
                    </a:cubicBezTo>
                    <a:cubicBezTo>
                      <a:pt x="157" y="2828"/>
                      <a:pt x="156" y="2830"/>
                      <a:pt x="156" y="2831"/>
                    </a:cubicBezTo>
                    <a:cubicBezTo>
                      <a:pt x="155" y="2832"/>
                      <a:pt x="155" y="2833"/>
                      <a:pt x="154" y="2833"/>
                    </a:cubicBezTo>
                    <a:cubicBezTo>
                      <a:pt x="152" y="2835"/>
                      <a:pt x="151" y="2836"/>
                      <a:pt x="149" y="2837"/>
                    </a:cubicBezTo>
                    <a:cubicBezTo>
                      <a:pt x="146" y="2839"/>
                      <a:pt x="145" y="2841"/>
                      <a:pt x="143" y="2845"/>
                    </a:cubicBezTo>
                    <a:cubicBezTo>
                      <a:pt x="142" y="2849"/>
                      <a:pt x="141" y="2853"/>
                      <a:pt x="141" y="2857"/>
                    </a:cubicBezTo>
                    <a:cubicBezTo>
                      <a:pt x="140" y="2862"/>
                      <a:pt x="141" y="2866"/>
                      <a:pt x="141" y="2871"/>
                    </a:cubicBezTo>
                    <a:cubicBezTo>
                      <a:pt x="142" y="2879"/>
                      <a:pt x="142" y="2886"/>
                      <a:pt x="137" y="2893"/>
                    </a:cubicBezTo>
                    <a:cubicBezTo>
                      <a:pt x="135" y="2896"/>
                      <a:pt x="133" y="2899"/>
                      <a:pt x="132" y="2903"/>
                    </a:cubicBezTo>
                    <a:cubicBezTo>
                      <a:pt x="130" y="2907"/>
                      <a:pt x="128" y="2910"/>
                      <a:pt x="125" y="2914"/>
                    </a:cubicBezTo>
                    <a:cubicBezTo>
                      <a:pt x="123" y="2917"/>
                      <a:pt x="121" y="2919"/>
                      <a:pt x="119" y="2923"/>
                    </a:cubicBezTo>
                    <a:cubicBezTo>
                      <a:pt x="117" y="2926"/>
                      <a:pt x="115" y="2929"/>
                      <a:pt x="111" y="2931"/>
                    </a:cubicBezTo>
                    <a:cubicBezTo>
                      <a:pt x="108" y="2933"/>
                      <a:pt x="105" y="2934"/>
                      <a:pt x="102" y="2936"/>
                    </a:cubicBezTo>
                    <a:cubicBezTo>
                      <a:pt x="99" y="2938"/>
                      <a:pt x="95" y="2939"/>
                      <a:pt x="92" y="2940"/>
                    </a:cubicBezTo>
                    <a:cubicBezTo>
                      <a:pt x="88" y="2942"/>
                      <a:pt x="86" y="2945"/>
                      <a:pt x="83" y="2948"/>
                    </a:cubicBezTo>
                    <a:cubicBezTo>
                      <a:pt x="81" y="2950"/>
                      <a:pt x="77" y="2952"/>
                      <a:pt x="74" y="2954"/>
                    </a:cubicBezTo>
                    <a:cubicBezTo>
                      <a:pt x="72" y="2955"/>
                      <a:pt x="68" y="2958"/>
                      <a:pt x="68" y="2961"/>
                    </a:cubicBezTo>
                    <a:cubicBezTo>
                      <a:pt x="68" y="2963"/>
                      <a:pt x="71" y="2967"/>
                      <a:pt x="74" y="2966"/>
                    </a:cubicBezTo>
                    <a:cubicBezTo>
                      <a:pt x="76" y="2966"/>
                      <a:pt x="77" y="2964"/>
                      <a:pt x="79" y="2963"/>
                    </a:cubicBezTo>
                    <a:cubicBezTo>
                      <a:pt x="81" y="2962"/>
                      <a:pt x="83" y="2960"/>
                      <a:pt x="85" y="2960"/>
                    </a:cubicBezTo>
                    <a:cubicBezTo>
                      <a:pt x="89" y="2958"/>
                      <a:pt x="94" y="2957"/>
                      <a:pt x="99" y="2957"/>
                    </a:cubicBezTo>
                    <a:cubicBezTo>
                      <a:pt x="100" y="2957"/>
                      <a:pt x="102" y="2957"/>
                      <a:pt x="102" y="2959"/>
                    </a:cubicBezTo>
                    <a:cubicBezTo>
                      <a:pt x="102" y="2960"/>
                      <a:pt x="99" y="2962"/>
                      <a:pt x="98" y="2963"/>
                    </a:cubicBezTo>
                    <a:cubicBezTo>
                      <a:pt x="95" y="2965"/>
                      <a:pt x="91" y="2967"/>
                      <a:pt x="90" y="2970"/>
                    </a:cubicBezTo>
                    <a:cubicBezTo>
                      <a:pt x="89" y="2972"/>
                      <a:pt x="89" y="2974"/>
                      <a:pt x="88" y="2976"/>
                    </a:cubicBezTo>
                    <a:cubicBezTo>
                      <a:pt x="88" y="2978"/>
                      <a:pt x="87" y="2980"/>
                      <a:pt x="87" y="2981"/>
                    </a:cubicBezTo>
                    <a:cubicBezTo>
                      <a:pt x="87" y="2983"/>
                      <a:pt x="87" y="2986"/>
                      <a:pt x="90" y="2987"/>
                    </a:cubicBezTo>
                    <a:cubicBezTo>
                      <a:pt x="91" y="2987"/>
                      <a:pt x="92" y="2986"/>
                      <a:pt x="93" y="2986"/>
                    </a:cubicBezTo>
                    <a:cubicBezTo>
                      <a:pt x="94" y="2987"/>
                      <a:pt x="95" y="2988"/>
                      <a:pt x="96" y="2989"/>
                    </a:cubicBezTo>
                    <a:cubicBezTo>
                      <a:pt x="96" y="2992"/>
                      <a:pt x="94" y="2994"/>
                      <a:pt x="92" y="2996"/>
                    </a:cubicBezTo>
                    <a:cubicBezTo>
                      <a:pt x="89" y="3001"/>
                      <a:pt x="92" y="3005"/>
                      <a:pt x="93" y="3010"/>
                    </a:cubicBezTo>
                    <a:cubicBezTo>
                      <a:pt x="93" y="3011"/>
                      <a:pt x="93" y="3011"/>
                      <a:pt x="93" y="3012"/>
                    </a:cubicBezTo>
                    <a:cubicBezTo>
                      <a:pt x="92" y="3014"/>
                      <a:pt x="91" y="3016"/>
                      <a:pt x="90" y="3018"/>
                    </a:cubicBezTo>
                    <a:cubicBezTo>
                      <a:pt x="89" y="3023"/>
                      <a:pt x="89" y="3028"/>
                      <a:pt x="89" y="3033"/>
                    </a:cubicBezTo>
                    <a:cubicBezTo>
                      <a:pt x="89" y="3035"/>
                      <a:pt x="89" y="3037"/>
                      <a:pt x="91" y="3038"/>
                    </a:cubicBezTo>
                    <a:cubicBezTo>
                      <a:pt x="92" y="3040"/>
                      <a:pt x="93" y="3041"/>
                      <a:pt x="93" y="3044"/>
                    </a:cubicBezTo>
                    <a:cubicBezTo>
                      <a:pt x="93" y="3048"/>
                      <a:pt x="93" y="3053"/>
                      <a:pt x="95" y="3058"/>
                    </a:cubicBezTo>
                    <a:cubicBezTo>
                      <a:pt x="95" y="3060"/>
                      <a:pt x="96" y="3061"/>
                      <a:pt x="98" y="3062"/>
                    </a:cubicBezTo>
                    <a:cubicBezTo>
                      <a:pt x="99" y="3063"/>
                      <a:pt x="100" y="3064"/>
                      <a:pt x="101" y="3064"/>
                    </a:cubicBezTo>
                    <a:cubicBezTo>
                      <a:pt x="103" y="3064"/>
                      <a:pt x="105" y="3061"/>
                      <a:pt x="106" y="3060"/>
                    </a:cubicBezTo>
                    <a:cubicBezTo>
                      <a:pt x="107" y="3058"/>
                      <a:pt x="108" y="3056"/>
                      <a:pt x="109" y="3054"/>
                    </a:cubicBezTo>
                    <a:cubicBezTo>
                      <a:pt x="109" y="3051"/>
                      <a:pt x="110" y="3049"/>
                      <a:pt x="111" y="3047"/>
                    </a:cubicBezTo>
                    <a:cubicBezTo>
                      <a:pt x="112" y="3045"/>
                      <a:pt x="113" y="3043"/>
                      <a:pt x="115" y="3042"/>
                    </a:cubicBezTo>
                    <a:cubicBezTo>
                      <a:pt x="116" y="3040"/>
                      <a:pt x="118" y="3039"/>
                      <a:pt x="119" y="3039"/>
                    </a:cubicBezTo>
                    <a:cubicBezTo>
                      <a:pt x="122" y="3038"/>
                      <a:pt x="123" y="3041"/>
                      <a:pt x="124" y="3043"/>
                    </a:cubicBezTo>
                    <a:cubicBezTo>
                      <a:pt x="124" y="3044"/>
                      <a:pt x="125" y="3046"/>
                      <a:pt x="124" y="3048"/>
                    </a:cubicBezTo>
                    <a:cubicBezTo>
                      <a:pt x="124" y="3050"/>
                      <a:pt x="121" y="3050"/>
                      <a:pt x="120" y="3052"/>
                    </a:cubicBezTo>
                    <a:cubicBezTo>
                      <a:pt x="116" y="3056"/>
                      <a:pt x="116" y="3059"/>
                      <a:pt x="118" y="3064"/>
                    </a:cubicBezTo>
                    <a:cubicBezTo>
                      <a:pt x="118" y="3066"/>
                      <a:pt x="119" y="3067"/>
                      <a:pt x="120" y="3068"/>
                    </a:cubicBezTo>
                    <a:cubicBezTo>
                      <a:pt x="121" y="3069"/>
                      <a:pt x="123" y="3070"/>
                      <a:pt x="124" y="3071"/>
                    </a:cubicBezTo>
                    <a:cubicBezTo>
                      <a:pt x="125" y="3072"/>
                      <a:pt x="126" y="3074"/>
                      <a:pt x="126" y="3075"/>
                    </a:cubicBezTo>
                    <a:cubicBezTo>
                      <a:pt x="126" y="3078"/>
                      <a:pt x="125" y="3080"/>
                      <a:pt x="123" y="3081"/>
                    </a:cubicBezTo>
                    <a:cubicBezTo>
                      <a:pt x="120" y="3084"/>
                      <a:pt x="121" y="3088"/>
                      <a:pt x="121" y="3092"/>
                    </a:cubicBezTo>
                    <a:cubicBezTo>
                      <a:pt x="121" y="3093"/>
                      <a:pt x="121" y="3096"/>
                      <a:pt x="122" y="3097"/>
                    </a:cubicBezTo>
                    <a:cubicBezTo>
                      <a:pt x="123" y="3099"/>
                      <a:pt x="126" y="3098"/>
                      <a:pt x="128" y="3098"/>
                    </a:cubicBezTo>
                    <a:cubicBezTo>
                      <a:pt x="129" y="3098"/>
                      <a:pt x="132" y="3098"/>
                      <a:pt x="131" y="3100"/>
                    </a:cubicBezTo>
                    <a:cubicBezTo>
                      <a:pt x="131" y="3102"/>
                      <a:pt x="129" y="3102"/>
                      <a:pt x="128" y="3104"/>
                    </a:cubicBezTo>
                    <a:cubicBezTo>
                      <a:pt x="127" y="3106"/>
                      <a:pt x="125" y="3111"/>
                      <a:pt x="128" y="3112"/>
                    </a:cubicBezTo>
                    <a:cubicBezTo>
                      <a:pt x="130" y="3113"/>
                      <a:pt x="131" y="3112"/>
                      <a:pt x="132" y="3114"/>
                    </a:cubicBezTo>
                    <a:cubicBezTo>
                      <a:pt x="133" y="3116"/>
                      <a:pt x="133" y="3118"/>
                      <a:pt x="133" y="3119"/>
                    </a:cubicBezTo>
                    <a:cubicBezTo>
                      <a:pt x="133" y="3121"/>
                      <a:pt x="134" y="3123"/>
                      <a:pt x="136" y="3122"/>
                    </a:cubicBezTo>
                    <a:cubicBezTo>
                      <a:pt x="137" y="3122"/>
                      <a:pt x="139" y="3121"/>
                      <a:pt x="141" y="3122"/>
                    </a:cubicBezTo>
                    <a:cubicBezTo>
                      <a:pt x="144" y="3124"/>
                      <a:pt x="137" y="3129"/>
                      <a:pt x="136" y="3131"/>
                    </a:cubicBezTo>
                    <a:cubicBezTo>
                      <a:pt x="135" y="3133"/>
                      <a:pt x="134" y="3135"/>
                      <a:pt x="134" y="3136"/>
                    </a:cubicBezTo>
                    <a:cubicBezTo>
                      <a:pt x="134" y="3139"/>
                      <a:pt x="138" y="3137"/>
                      <a:pt x="140" y="3139"/>
                    </a:cubicBezTo>
                    <a:cubicBezTo>
                      <a:pt x="141" y="3142"/>
                      <a:pt x="142" y="3145"/>
                      <a:pt x="146" y="3147"/>
                    </a:cubicBezTo>
                    <a:cubicBezTo>
                      <a:pt x="147" y="3149"/>
                      <a:pt x="149" y="3149"/>
                      <a:pt x="150" y="3151"/>
                    </a:cubicBezTo>
                    <a:cubicBezTo>
                      <a:pt x="151" y="3153"/>
                      <a:pt x="152" y="3153"/>
                      <a:pt x="154" y="3153"/>
                    </a:cubicBezTo>
                    <a:cubicBezTo>
                      <a:pt x="155" y="3154"/>
                      <a:pt x="156" y="3155"/>
                      <a:pt x="156" y="3156"/>
                    </a:cubicBezTo>
                    <a:cubicBezTo>
                      <a:pt x="157" y="3158"/>
                      <a:pt x="156" y="3160"/>
                      <a:pt x="155" y="3163"/>
                    </a:cubicBezTo>
                    <a:cubicBezTo>
                      <a:pt x="152" y="3166"/>
                      <a:pt x="151" y="3171"/>
                      <a:pt x="154" y="3175"/>
                    </a:cubicBezTo>
                    <a:cubicBezTo>
                      <a:pt x="156" y="3177"/>
                      <a:pt x="158" y="3176"/>
                      <a:pt x="160" y="3177"/>
                    </a:cubicBezTo>
                    <a:cubicBezTo>
                      <a:pt x="162" y="3177"/>
                      <a:pt x="164" y="3179"/>
                      <a:pt x="166" y="3181"/>
                    </a:cubicBezTo>
                    <a:cubicBezTo>
                      <a:pt x="168" y="3182"/>
                      <a:pt x="170" y="3181"/>
                      <a:pt x="172" y="3182"/>
                    </a:cubicBezTo>
                    <a:cubicBezTo>
                      <a:pt x="174" y="3182"/>
                      <a:pt x="176" y="3184"/>
                      <a:pt x="179" y="3184"/>
                    </a:cubicBezTo>
                    <a:cubicBezTo>
                      <a:pt x="180" y="3184"/>
                      <a:pt x="181" y="3184"/>
                      <a:pt x="182" y="3184"/>
                    </a:cubicBezTo>
                    <a:cubicBezTo>
                      <a:pt x="183" y="3185"/>
                      <a:pt x="183" y="3187"/>
                      <a:pt x="184" y="3188"/>
                    </a:cubicBezTo>
                    <a:cubicBezTo>
                      <a:pt x="185" y="3191"/>
                      <a:pt x="185" y="3193"/>
                      <a:pt x="187" y="3196"/>
                    </a:cubicBezTo>
                    <a:cubicBezTo>
                      <a:pt x="188" y="3198"/>
                      <a:pt x="189" y="3201"/>
                      <a:pt x="189" y="3204"/>
                    </a:cubicBezTo>
                    <a:cubicBezTo>
                      <a:pt x="189" y="3206"/>
                      <a:pt x="190" y="3209"/>
                      <a:pt x="190" y="3212"/>
                    </a:cubicBezTo>
                    <a:cubicBezTo>
                      <a:pt x="189" y="3215"/>
                      <a:pt x="189" y="3217"/>
                      <a:pt x="190" y="3219"/>
                    </a:cubicBezTo>
                    <a:cubicBezTo>
                      <a:pt x="192" y="3222"/>
                      <a:pt x="193" y="3224"/>
                      <a:pt x="194" y="3227"/>
                    </a:cubicBezTo>
                    <a:cubicBezTo>
                      <a:pt x="194" y="3229"/>
                      <a:pt x="195" y="3231"/>
                      <a:pt x="196" y="3233"/>
                    </a:cubicBezTo>
                    <a:cubicBezTo>
                      <a:pt x="197" y="3235"/>
                      <a:pt x="200" y="3235"/>
                      <a:pt x="202" y="3237"/>
                    </a:cubicBezTo>
                    <a:cubicBezTo>
                      <a:pt x="204" y="3239"/>
                      <a:pt x="204" y="3241"/>
                      <a:pt x="206" y="3243"/>
                    </a:cubicBezTo>
                    <a:cubicBezTo>
                      <a:pt x="208" y="3244"/>
                      <a:pt x="208" y="3244"/>
                      <a:pt x="209" y="3246"/>
                    </a:cubicBezTo>
                    <a:cubicBezTo>
                      <a:pt x="209" y="3248"/>
                      <a:pt x="210" y="3249"/>
                      <a:pt x="210" y="3251"/>
                    </a:cubicBezTo>
                    <a:cubicBezTo>
                      <a:pt x="211" y="3251"/>
                      <a:pt x="211" y="3252"/>
                      <a:pt x="211" y="3252"/>
                    </a:cubicBezTo>
                    <a:cubicBezTo>
                      <a:pt x="213" y="3256"/>
                      <a:pt x="217" y="3257"/>
                      <a:pt x="221" y="3255"/>
                    </a:cubicBezTo>
                    <a:cubicBezTo>
                      <a:pt x="222" y="3254"/>
                      <a:pt x="223" y="3252"/>
                      <a:pt x="225" y="3252"/>
                    </a:cubicBezTo>
                    <a:cubicBezTo>
                      <a:pt x="226" y="3251"/>
                      <a:pt x="228" y="3251"/>
                      <a:pt x="230" y="3250"/>
                    </a:cubicBezTo>
                    <a:cubicBezTo>
                      <a:pt x="233" y="3250"/>
                      <a:pt x="234" y="3252"/>
                      <a:pt x="235" y="3254"/>
                    </a:cubicBezTo>
                    <a:cubicBezTo>
                      <a:pt x="237" y="3255"/>
                      <a:pt x="238" y="3256"/>
                      <a:pt x="239" y="3257"/>
                    </a:cubicBezTo>
                    <a:cubicBezTo>
                      <a:pt x="241" y="3258"/>
                      <a:pt x="241" y="3262"/>
                      <a:pt x="241" y="3265"/>
                    </a:cubicBezTo>
                    <a:cubicBezTo>
                      <a:pt x="241" y="3268"/>
                      <a:pt x="241" y="3271"/>
                      <a:pt x="240" y="3274"/>
                    </a:cubicBezTo>
                    <a:cubicBezTo>
                      <a:pt x="239" y="3276"/>
                      <a:pt x="239" y="3278"/>
                      <a:pt x="239" y="3280"/>
                    </a:cubicBezTo>
                    <a:cubicBezTo>
                      <a:pt x="238" y="3282"/>
                      <a:pt x="237" y="3285"/>
                      <a:pt x="236" y="3287"/>
                    </a:cubicBezTo>
                    <a:cubicBezTo>
                      <a:pt x="236" y="3290"/>
                      <a:pt x="235" y="3293"/>
                      <a:pt x="233" y="3295"/>
                    </a:cubicBezTo>
                    <a:cubicBezTo>
                      <a:pt x="232" y="3296"/>
                      <a:pt x="232" y="3296"/>
                      <a:pt x="231" y="3297"/>
                    </a:cubicBezTo>
                    <a:cubicBezTo>
                      <a:pt x="230" y="3298"/>
                      <a:pt x="230" y="3298"/>
                      <a:pt x="229" y="3299"/>
                    </a:cubicBezTo>
                    <a:cubicBezTo>
                      <a:pt x="228" y="3300"/>
                      <a:pt x="227" y="3301"/>
                      <a:pt x="226" y="3301"/>
                    </a:cubicBezTo>
                    <a:cubicBezTo>
                      <a:pt x="225" y="3302"/>
                      <a:pt x="224" y="3302"/>
                      <a:pt x="222" y="3302"/>
                    </a:cubicBezTo>
                    <a:cubicBezTo>
                      <a:pt x="220" y="3301"/>
                      <a:pt x="218" y="3302"/>
                      <a:pt x="216" y="3301"/>
                    </a:cubicBezTo>
                    <a:cubicBezTo>
                      <a:pt x="215" y="3301"/>
                      <a:pt x="213" y="3301"/>
                      <a:pt x="212" y="3301"/>
                    </a:cubicBezTo>
                    <a:cubicBezTo>
                      <a:pt x="211" y="3300"/>
                      <a:pt x="210" y="3300"/>
                      <a:pt x="210" y="3299"/>
                    </a:cubicBezTo>
                    <a:cubicBezTo>
                      <a:pt x="207" y="3298"/>
                      <a:pt x="203" y="3299"/>
                      <a:pt x="200" y="3300"/>
                    </a:cubicBezTo>
                    <a:cubicBezTo>
                      <a:pt x="199" y="3300"/>
                      <a:pt x="197" y="3301"/>
                      <a:pt x="196" y="3301"/>
                    </a:cubicBezTo>
                    <a:cubicBezTo>
                      <a:pt x="193" y="3302"/>
                      <a:pt x="189" y="3303"/>
                      <a:pt x="188" y="3306"/>
                    </a:cubicBezTo>
                    <a:cubicBezTo>
                      <a:pt x="188" y="3309"/>
                      <a:pt x="186" y="3315"/>
                      <a:pt x="189" y="3317"/>
                    </a:cubicBezTo>
                    <a:cubicBezTo>
                      <a:pt x="191" y="3319"/>
                      <a:pt x="193" y="3319"/>
                      <a:pt x="194" y="3320"/>
                    </a:cubicBezTo>
                    <a:cubicBezTo>
                      <a:pt x="196" y="3322"/>
                      <a:pt x="198" y="3324"/>
                      <a:pt x="199" y="3326"/>
                    </a:cubicBezTo>
                    <a:cubicBezTo>
                      <a:pt x="201" y="3329"/>
                      <a:pt x="202" y="3331"/>
                      <a:pt x="204" y="3333"/>
                    </a:cubicBezTo>
                    <a:cubicBezTo>
                      <a:pt x="208" y="3338"/>
                      <a:pt x="210" y="3343"/>
                      <a:pt x="212" y="3349"/>
                    </a:cubicBezTo>
                    <a:cubicBezTo>
                      <a:pt x="213" y="3350"/>
                      <a:pt x="213" y="3352"/>
                      <a:pt x="213" y="3354"/>
                    </a:cubicBezTo>
                    <a:cubicBezTo>
                      <a:pt x="212" y="3356"/>
                      <a:pt x="210" y="3358"/>
                      <a:pt x="209" y="3359"/>
                    </a:cubicBezTo>
                    <a:cubicBezTo>
                      <a:pt x="207" y="3362"/>
                      <a:pt x="204" y="3361"/>
                      <a:pt x="201" y="3361"/>
                    </a:cubicBezTo>
                    <a:cubicBezTo>
                      <a:pt x="199" y="3361"/>
                      <a:pt x="197" y="3361"/>
                      <a:pt x="195" y="3360"/>
                    </a:cubicBezTo>
                    <a:cubicBezTo>
                      <a:pt x="192" y="3358"/>
                      <a:pt x="190" y="3357"/>
                      <a:pt x="188" y="3355"/>
                    </a:cubicBezTo>
                    <a:cubicBezTo>
                      <a:pt x="185" y="3354"/>
                      <a:pt x="183" y="3352"/>
                      <a:pt x="181" y="3350"/>
                    </a:cubicBezTo>
                    <a:cubicBezTo>
                      <a:pt x="179" y="3348"/>
                      <a:pt x="177" y="3345"/>
                      <a:pt x="175" y="3344"/>
                    </a:cubicBezTo>
                    <a:cubicBezTo>
                      <a:pt x="174" y="3343"/>
                      <a:pt x="172" y="3342"/>
                      <a:pt x="171" y="3341"/>
                    </a:cubicBezTo>
                    <a:cubicBezTo>
                      <a:pt x="169" y="3340"/>
                      <a:pt x="168" y="3339"/>
                      <a:pt x="167" y="3338"/>
                    </a:cubicBezTo>
                    <a:cubicBezTo>
                      <a:pt x="165" y="3338"/>
                      <a:pt x="163" y="3338"/>
                      <a:pt x="161" y="3339"/>
                    </a:cubicBezTo>
                    <a:cubicBezTo>
                      <a:pt x="158" y="3340"/>
                      <a:pt x="160" y="3347"/>
                      <a:pt x="161" y="3350"/>
                    </a:cubicBezTo>
                    <a:cubicBezTo>
                      <a:pt x="163" y="3355"/>
                      <a:pt x="165" y="3360"/>
                      <a:pt x="167" y="3364"/>
                    </a:cubicBezTo>
                    <a:cubicBezTo>
                      <a:pt x="171" y="3370"/>
                      <a:pt x="171" y="3376"/>
                      <a:pt x="174" y="3382"/>
                    </a:cubicBezTo>
                    <a:cubicBezTo>
                      <a:pt x="177" y="3388"/>
                      <a:pt x="183" y="3391"/>
                      <a:pt x="187" y="3397"/>
                    </a:cubicBezTo>
                    <a:cubicBezTo>
                      <a:pt x="188" y="3400"/>
                      <a:pt x="189" y="3403"/>
                      <a:pt x="190" y="3406"/>
                    </a:cubicBezTo>
                    <a:cubicBezTo>
                      <a:pt x="191" y="3408"/>
                      <a:pt x="192" y="3410"/>
                      <a:pt x="192" y="3412"/>
                    </a:cubicBezTo>
                    <a:cubicBezTo>
                      <a:pt x="193" y="3414"/>
                      <a:pt x="193" y="3416"/>
                      <a:pt x="194" y="3418"/>
                    </a:cubicBezTo>
                    <a:cubicBezTo>
                      <a:pt x="196" y="3422"/>
                      <a:pt x="198" y="3427"/>
                      <a:pt x="200" y="3431"/>
                    </a:cubicBezTo>
                    <a:cubicBezTo>
                      <a:pt x="202" y="3436"/>
                      <a:pt x="205" y="3440"/>
                      <a:pt x="206" y="3445"/>
                    </a:cubicBezTo>
                    <a:cubicBezTo>
                      <a:pt x="207" y="3446"/>
                      <a:pt x="207" y="3448"/>
                      <a:pt x="208" y="3450"/>
                    </a:cubicBezTo>
                    <a:cubicBezTo>
                      <a:pt x="208" y="3452"/>
                      <a:pt x="210" y="3454"/>
                      <a:pt x="212" y="3455"/>
                    </a:cubicBezTo>
                    <a:cubicBezTo>
                      <a:pt x="214" y="3457"/>
                      <a:pt x="218" y="3461"/>
                      <a:pt x="221" y="3459"/>
                    </a:cubicBezTo>
                    <a:cubicBezTo>
                      <a:pt x="222" y="3459"/>
                      <a:pt x="224" y="3457"/>
                      <a:pt x="226" y="3458"/>
                    </a:cubicBezTo>
                    <a:cubicBezTo>
                      <a:pt x="227" y="3459"/>
                      <a:pt x="227" y="3463"/>
                      <a:pt x="227" y="3464"/>
                    </a:cubicBezTo>
                    <a:cubicBezTo>
                      <a:pt x="226" y="3467"/>
                      <a:pt x="227" y="3469"/>
                      <a:pt x="227" y="3472"/>
                    </a:cubicBezTo>
                    <a:cubicBezTo>
                      <a:pt x="227" y="3474"/>
                      <a:pt x="228" y="3477"/>
                      <a:pt x="227" y="3480"/>
                    </a:cubicBezTo>
                    <a:cubicBezTo>
                      <a:pt x="226" y="3482"/>
                      <a:pt x="224" y="3483"/>
                      <a:pt x="223" y="3485"/>
                    </a:cubicBezTo>
                    <a:cubicBezTo>
                      <a:pt x="222" y="3487"/>
                      <a:pt x="224" y="3490"/>
                      <a:pt x="226" y="3491"/>
                    </a:cubicBezTo>
                    <a:cubicBezTo>
                      <a:pt x="228" y="3493"/>
                      <a:pt x="231" y="3495"/>
                      <a:pt x="233" y="3496"/>
                    </a:cubicBezTo>
                    <a:cubicBezTo>
                      <a:pt x="235" y="3497"/>
                      <a:pt x="238" y="3498"/>
                      <a:pt x="240" y="3497"/>
                    </a:cubicBezTo>
                    <a:cubicBezTo>
                      <a:pt x="241" y="3497"/>
                      <a:pt x="243" y="3496"/>
                      <a:pt x="245" y="3497"/>
                    </a:cubicBezTo>
                    <a:cubicBezTo>
                      <a:pt x="247" y="3497"/>
                      <a:pt x="248" y="3499"/>
                      <a:pt x="249" y="3501"/>
                    </a:cubicBezTo>
                    <a:cubicBezTo>
                      <a:pt x="250" y="3506"/>
                      <a:pt x="246" y="3511"/>
                      <a:pt x="244" y="3516"/>
                    </a:cubicBezTo>
                    <a:cubicBezTo>
                      <a:pt x="242" y="3520"/>
                      <a:pt x="241" y="3523"/>
                      <a:pt x="237" y="3525"/>
                    </a:cubicBezTo>
                    <a:cubicBezTo>
                      <a:pt x="233" y="3526"/>
                      <a:pt x="229" y="3525"/>
                      <a:pt x="225" y="3526"/>
                    </a:cubicBezTo>
                    <a:cubicBezTo>
                      <a:pt x="221" y="3527"/>
                      <a:pt x="221" y="3531"/>
                      <a:pt x="220" y="3534"/>
                    </a:cubicBezTo>
                    <a:cubicBezTo>
                      <a:pt x="219" y="3538"/>
                      <a:pt x="216" y="3541"/>
                      <a:pt x="219" y="3545"/>
                    </a:cubicBezTo>
                    <a:cubicBezTo>
                      <a:pt x="221" y="3549"/>
                      <a:pt x="224" y="3552"/>
                      <a:pt x="225" y="3557"/>
                    </a:cubicBezTo>
                    <a:cubicBezTo>
                      <a:pt x="226" y="3561"/>
                      <a:pt x="225" y="3564"/>
                      <a:pt x="223" y="3568"/>
                    </a:cubicBezTo>
                    <a:cubicBezTo>
                      <a:pt x="223" y="3570"/>
                      <a:pt x="222" y="3572"/>
                      <a:pt x="220" y="3573"/>
                    </a:cubicBezTo>
                    <a:cubicBezTo>
                      <a:pt x="218" y="3574"/>
                      <a:pt x="216" y="3573"/>
                      <a:pt x="215" y="3572"/>
                    </a:cubicBezTo>
                    <a:cubicBezTo>
                      <a:pt x="212" y="3570"/>
                      <a:pt x="205" y="3566"/>
                      <a:pt x="205" y="3572"/>
                    </a:cubicBezTo>
                    <a:cubicBezTo>
                      <a:pt x="204" y="3576"/>
                      <a:pt x="206" y="3581"/>
                      <a:pt x="210" y="3583"/>
                    </a:cubicBezTo>
                    <a:cubicBezTo>
                      <a:pt x="212" y="3584"/>
                      <a:pt x="214" y="3583"/>
                      <a:pt x="216" y="3583"/>
                    </a:cubicBezTo>
                    <a:cubicBezTo>
                      <a:pt x="220" y="3582"/>
                      <a:pt x="222" y="3586"/>
                      <a:pt x="225" y="3586"/>
                    </a:cubicBezTo>
                    <a:cubicBezTo>
                      <a:pt x="230" y="3587"/>
                      <a:pt x="236" y="3587"/>
                      <a:pt x="240" y="3586"/>
                    </a:cubicBezTo>
                    <a:cubicBezTo>
                      <a:pt x="247" y="3586"/>
                      <a:pt x="254" y="3589"/>
                      <a:pt x="261" y="3590"/>
                    </a:cubicBezTo>
                    <a:cubicBezTo>
                      <a:pt x="265" y="3590"/>
                      <a:pt x="269" y="3590"/>
                      <a:pt x="273" y="3592"/>
                    </a:cubicBezTo>
                    <a:cubicBezTo>
                      <a:pt x="276" y="3593"/>
                      <a:pt x="278" y="3595"/>
                      <a:pt x="281" y="3597"/>
                    </a:cubicBezTo>
                    <a:cubicBezTo>
                      <a:pt x="283" y="3598"/>
                      <a:pt x="284" y="3600"/>
                      <a:pt x="287" y="3601"/>
                    </a:cubicBezTo>
                    <a:cubicBezTo>
                      <a:pt x="289" y="3601"/>
                      <a:pt x="291" y="3601"/>
                      <a:pt x="293" y="3602"/>
                    </a:cubicBezTo>
                    <a:cubicBezTo>
                      <a:pt x="295" y="3602"/>
                      <a:pt x="298" y="3603"/>
                      <a:pt x="300" y="3602"/>
                    </a:cubicBezTo>
                    <a:cubicBezTo>
                      <a:pt x="301" y="3601"/>
                      <a:pt x="302" y="3598"/>
                      <a:pt x="303" y="3597"/>
                    </a:cubicBezTo>
                    <a:cubicBezTo>
                      <a:pt x="305" y="3595"/>
                      <a:pt x="306" y="3593"/>
                      <a:pt x="308" y="3592"/>
                    </a:cubicBezTo>
                    <a:cubicBezTo>
                      <a:pt x="310" y="3591"/>
                      <a:pt x="313" y="3591"/>
                      <a:pt x="315" y="3591"/>
                    </a:cubicBezTo>
                    <a:cubicBezTo>
                      <a:pt x="318" y="3591"/>
                      <a:pt x="321" y="3591"/>
                      <a:pt x="324" y="3590"/>
                    </a:cubicBezTo>
                    <a:cubicBezTo>
                      <a:pt x="326" y="3589"/>
                      <a:pt x="328" y="3588"/>
                      <a:pt x="330" y="3588"/>
                    </a:cubicBezTo>
                    <a:cubicBezTo>
                      <a:pt x="332" y="3587"/>
                      <a:pt x="334" y="3586"/>
                      <a:pt x="337" y="3586"/>
                    </a:cubicBezTo>
                    <a:cubicBezTo>
                      <a:pt x="340" y="3585"/>
                      <a:pt x="343" y="3584"/>
                      <a:pt x="346" y="3582"/>
                    </a:cubicBezTo>
                    <a:cubicBezTo>
                      <a:pt x="351" y="3579"/>
                      <a:pt x="356" y="3577"/>
                      <a:pt x="363" y="3577"/>
                    </a:cubicBezTo>
                    <a:cubicBezTo>
                      <a:pt x="365" y="3577"/>
                      <a:pt x="367" y="3577"/>
                      <a:pt x="370" y="3577"/>
                    </a:cubicBezTo>
                    <a:cubicBezTo>
                      <a:pt x="373" y="3577"/>
                      <a:pt x="376" y="3576"/>
                      <a:pt x="379" y="3576"/>
                    </a:cubicBezTo>
                    <a:cubicBezTo>
                      <a:pt x="381" y="3575"/>
                      <a:pt x="383" y="3575"/>
                      <a:pt x="385" y="3576"/>
                    </a:cubicBezTo>
                    <a:cubicBezTo>
                      <a:pt x="392" y="3578"/>
                      <a:pt x="398" y="3583"/>
                      <a:pt x="404" y="3587"/>
                    </a:cubicBezTo>
                    <a:cubicBezTo>
                      <a:pt x="410" y="3591"/>
                      <a:pt x="417" y="3592"/>
                      <a:pt x="424" y="3592"/>
                    </a:cubicBezTo>
                    <a:cubicBezTo>
                      <a:pt x="430" y="3592"/>
                      <a:pt x="433" y="3589"/>
                      <a:pt x="437" y="3584"/>
                    </a:cubicBezTo>
                    <a:cubicBezTo>
                      <a:pt x="440" y="3580"/>
                      <a:pt x="442" y="3576"/>
                      <a:pt x="445" y="3572"/>
                    </a:cubicBezTo>
                    <a:cubicBezTo>
                      <a:pt x="449" y="3568"/>
                      <a:pt x="453" y="3565"/>
                      <a:pt x="455" y="3560"/>
                    </a:cubicBezTo>
                    <a:cubicBezTo>
                      <a:pt x="459" y="3548"/>
                      <a:pt x="456" y="3536"/>
                      <a:pt x="450" y="3526"/>
                    </a:cubicBezTo>
                    <a:cubicBezTo>
                      <a:pt x="447" y="3522"/>
                      <a:pt x="444" y="3518"/>
                      <a:pt x="441" y="3514"/>
                    </a:cubicBezTo>
                    <a:cubicBezTo>
                      <a:pt x="439" y="3511"/>
                      <a:pt x="436" y="3508"/>
                      <a:pt x="435" y="3504"/>
                    </a:cubicBezTo>
                    <a:cubicBezTo>
                      <a:pt x="434" y="3502"/>
                      <a:pt x="433" y="3501"/>
                      <a:pt x="434" y="3499"/>
                    </a:cubicBezTo>
                    <a:cubicBezTo>
                      <a:pt x="434" y="3497"/>
                      <a:pt x="435" y="3496"/>
                      <a:pt x="435" y="3494"/>
                    </a:cubicBezTo>
                    <a:cubicBezTo>
                      <a:pt x="436" y="3493"/>
                      <a:pt x="436" y="3492"/>
                      <a:pt x="437" y="3490"/>
                    </a:cubicBezTo>
                    <a:cubicBezTo>
                      <a:pt x="437" y="3489"/>
                      <a:pt x="437" y="3487"/>
                      <a:pt x="437" y="3485"/>
                    </a:cubicBezTo>
                    <a:cubicBezTo>
                      <a:pt x="437" y="3483"/>
                      <a:pt x="438" y="3481"/>
                      <a:pt x="439" y="3479"/>
                    </a:cubicBezTo>
                    <a:cubicBezTo>
                      <a:pt x="440" y="3475"/>
                      <a:pt x="440" y="3471"/>
                      <a:pt x="442" y="3468"/>
                    </a:cubicBezTo>
                    <a:cubicBezTo>
                      <a:pt x="442" y="3465"/>
                      <a:pt x="444" y="3463"/>
                      <a:pt x="446" y="3461"/>
                    </a:cubicBezTo>
                    <a:cubicBezTo>
                      <a:pt x="446" y="3460"/>
                      <a:pt x="447" y="3459"/>
                      <a:pt x="449" y="3458"/>
                    </a:cubicBezTo>
                    <a:cubicBezTo>
                      <a:pt x="450" y="3458"/>
                      <a:pt x="452" y="3459"/>
                      <a:pt x="454" y="3459"/>
                    </a:cubicBezTo>
                    <a:cubicBezTo>
                      <a:pt x="454" y="3456"/>
                      <a:pt x="455" y="3453"/>
                      <a:pt x="456" y="3450"/>
                    </a:cubicBezTo>
                    <a:cubicBezTo>
                      <a:pt x="456" y="3448"/>
                      <a:pt x="457" y="3445"/>
                      <a:pt x="459" y="3444"/>
                    </a:cubicBezTo>
                    <a:cubicBezTo>
                      <a:pt x="461" y="3442"/>
                      <a:pt x="464" y="3441"/>
                      <a:pt x="466" y="3441"/>
                    </a:cubicBezTo>
                    <a:cubicBezTo>
                      <a:pt x="468" y="3440"/>
                      <a:pt x="469" y="3441"/>
                      <a:pt x="471" y="3440"/>
                    </a:cubicBezTo>
                    <a:cubicBezTo>
                      <a:pt x="472" y="3439"/>
                      <a:pt x="472" y="3438"/>
                      <a:pt x="473" y="3436"/>
                    </a:cubicBezTo>
                    <a:cubicBezTo>
                      <a:pt x="474" y="3434"/>
                      <a:pt x="476" y="3431"/>
                      <a:pt x="478" y="3429"/>
                    </a:cubicBezTo>
                    <a:cubicBezTo>
                      <a:pt x="479" y="3428"/>
                      <a:pt x="480" y="3427"/>
                      <a:pt x="481" y="3426"/>
                    </a:cubicBezTo>
                    <a:cubicBezTo>
                      <a:pt x="482" y="3426"/>
                      <a:pt x="483" y="3424"/>
                      <a:pt x="484" y="3424"/>
                    </a:cubicBezTo>
                    <a:cubicBezTo>
                      <a:pt x="486" y="3423"/>
                      <a:pt x="488" y="3422"/>
                      <a:pt x="490" y="3421"/>
                    </a:cubicBezTo>
                    <a:cubicBezTo>
                      <a:pt x="490" y="3420"/>
                      <a:pt x="492" y="3420"/>
                      <a:pt x="493" y="3419"/>
                    </a:cubicBezTo>
                    <a:cubicBezTo>
                      <a:pt x="494" y="3418"/>
                      <a:pt x="494" y="3418"/>
                      <a:pt x="495" y="3418"/>
                    </a:cubicBezTo>
                    <a:cubicBezTo>
                      <a:pt x="497" y="3417"/>
                      <a:pt x="500" y="3418"/>
                      <a:pt x="501" y="3419"/>
                    </a:cubicBezTo>
                    <a:cubicBezTo>
                      <a:pt x="503" y="3421"/>
                      <a:pt x="502" y="3423"/>
                      <a:pt x="503" y="3425"/>
                    </a:cubicBezTo>
                    <a:cubicBezTo>
                      <a:pt x="503" y="3426"/>
                      <a:pt x="503" y="3428"/>
                      <a:pt x="503" y="3429"/>
                    </a:cubicBezTo>
                    <a:cubicBezTo>
                      <a:pt x="504" y="3430"/>
                      <a:pt x="505" y="3430"/>
                      <a:pt x="506" y="3430"/>
                    </a:cubicBezTo>
                    <a:cubicBezTo>
                      <a:pt x="508" y="3430"/>
                      <a:pt x="511" y="3430"/>
                      <a:pt x="513" y="3430"/>
                    </a:cubicBezTo>
                    <a:cubicBezTo>
                      <a:pt x="515" y="3431"/>
                      <a:pt x="517" y="3431"/>
                      <a:pt x="519" y="3431"/>
                    </a:cubicBezTo>
                    <a:cubicBezTo>
                      <a:pt x="521" y="3432"/>
                      <a:pt x="523" y="3431"/>
                      <a:pt x="524" y="3429"/>
                    </a:cubicBezTo>
                    <a:cubicBezTo>
                      <a:pt x="525" y="3427"/>
                      <a:pt x="526" y="3425"/>
                      <a:pt x="527" y="3423"/>
                    </a:cubicBezTo>
                    <a:cubicBezTo>
                      <a:pt x="529" y="3421"/>
                      <a:pt x="530" y="3418"/>
                      <a:pt x="528" y="3417"/>
                    </a:cubicBezTo>
                    <a:cubicBezTo>
                      <a:pt x="527" y="3416"/>
                      <a:pt x="526" y="3416"/>
                      <a:pt x="525" y="3415"/>
                    </a:cubicBezTo>
                    <a:cubicBezTo>
                      <a:pt x="524" y="3414"/>
                      <a:pt x="524" y="3413"/>
                      <a:pt x="523" y="3411"/>
                    </a:cubicBezTo>
                    <a:cubicBezTo>
                      <a:pt x="523" y="3409"/>
                      <a:pt x="522" y="3407"/>
                      <a:pt x="522" y="3404"/>
                    </a:cubicBezTo>
                    <a:cubicBezTo>
                      <a:pt x="521" y="3399"/>
                      <a:pt x="515" y="3398"/>
                      <a:pt x="515" y="3392"/>
                    </a:cubicBezTo>
                    <a:cubicBezTo>
                      <a:pt x="515" y="3389"/>
                      <a:pt x="517" y="3387"/>
                      <a:pt x="520" y="3387"/>
                    </a:cubicBezTo>
                    <a:cubicBezTo>
                      <a:pt x="521" y="3386"/>
                      <a:pt x="523" y="3386"/>
                      <a:pt x="524" y="3387"/>
                    </a:cubicBezTo>
                    <a:cubicBezTo>
                      <a:pt x="526" y="3387"/>
                      <a:pt x="527" y="3388"/>
                      <a:pt x="528" y="3389"/>
                    </a:cubicBezTo>
                    <a:cubicBezTo>
                      <a:pt x="530" y="3390"/>
                      <a:pt x="532" y="3390"/>
                      <a:pt x="534" y="3391"/>
                    </a:cubicBezTo>
                    <a:cubicBezTo>
                      <a:pt x="535" y="3391"/>
                      <a:pt x="537" y="3392"/>
                      <a:pt x="539" y="3392"/>
                    </a:cubicBezTo>
                    <a:cubicBezTo>
                      <a:pt x="541" y="3392"/>
                      <a:pt x="541" y="3393"/>
                      <a:pt x="543" y="3391"/>
                    </a:cubicBezTo>
                    <a:cubicBezTo>
                      <a:pt x="545" y="3389"/>
                      <a:pt x="547" y="3387"/>
                      <a:pt x="551" y="3387"/>
                    </a:cubicBezTo>
                    <a:cubicBezTo>
                      <a:pt x="551" y="3387"/>
                      <a:pt x="551" y="3388"/>
                      <a:pt x="552" y="3388"/>
                    </a:cubicBezTo>
                    <a:cubicBezTo>
                      <a:pt x="552" y="3388"/>
                      <a:pt x="553" y="3388"/>
                      <a:pt x="553" y="3388"/>
                    </a:cubicBezTo>
                    <a:cubicBezTo>
                      <a:pt x="554" y="3388"/>
                      <a:pt x="556" y="3388"/>
                      <a:pt x="557" y="3388"/>
                    </a:cubicBezTo>
                    <a:cubicBezTo>
                      <a:pt x="559" y="3389"/>
                      <a:pt x="559" y="3392"/>
                      <a:pt x="561" y="3392"/>
                    </a:cubicBezTo>
                    <a:cubicBezTo>
                      <a:pt x="563" y="3391"/>
                      <a:pt x="565" y="3388"/>
                      <a:pt x="567" y="3387"/>
                    </a:cubicBezTo>
                    <a:cubicBezTo>
                      <a:pt x="570" y="3386"/>
                      <a:pt x="572" y="3387"/>
                      <a:pt x="574" y="3389"/>
                    </a:cubicBezTo>
                    <a:cubicBezTo>
                      <a:pt x="575" y="3391"/>
                      <a:pt x="576" y="3393"/>
                      <a:pt x="578" y="3394"/>
                    </a:cubicBezTo>
                    <a:cubicBezTo>
                      <a:pt x="580" y="3394"/>
                      <a:pt x="582" y="3394"/>
                      <a:pt x="584" y="3394"/>
                    </a:cubicBezTo>
                    <a:cubicBezTo>
                      <a:pt x="585" y="3394"/>
                      <a:pt x="586" y="3394"/>
                      <a:pt x="587" y="3394"/>
                    </a:cubicBezTo>
                    <a:cubicBezTo>
                      <a:pt x="588" y="3393"/>
                      <a:pt x="588" y="3393"/>
                      <a:pt x="589" y="3391"/>
                    </a:cubicBezTo>
                    <a:cubicBezTo>
                      <a:pt x="589" y="3389"/>
                      <a:pt x="591" y="3388"/>
                      <a:pt x="593" y="3388"/>
                    </a:cubicBezTo>
                    <a:cubicBezTo>
                      <a:pt x="595" y="3389"/>
                      <a:pt x="597" y="3390"/>
                      <a:pt x="599" y="3390"/>
                    </a:cubicBezTo>
                    <a:cubicBezTo>
                      <a:pt x="600" y="3390"/>
                      <a:pt x="601" y="3390"/>
                      <a:pt x="602" y="3390"/>
                    </a:cubicBezTo>
                    <a:cubicBezTo>
                      <a:pt x="603" y="3390"/>
                      <a:pt x="607" y="3389"/>
                      <a:pt x="608" y="3390"/>
                    </a:cubicBezTo>
                    <a:cubicBezTo>
                      <a:pt x="608" y="3391"/>
                      <a:pt x="608" y="3393"/>
                      <a:pt x="608" y="3394"/>
                    </a:cubicBezTo>
                    <a:cubicBezTo>
                      <a:pt x="607" y="3395"/>
                      <a:pt x="606" y="3395"/>
                      <a:pt x="607" y="3396"/>
                    </a:cubicBezTo>
                    <a:cubicBezTo>
                      <a:pt x="607" y="3398"/>
                      <a:pt x="612" y="3397"/>
                      <a:pt x="613" y="3397"/>
                    </a:cubicBezTo>
                    <a:cubicBezTo>
                      <a:pt x="615" y="3398"/>
                      <a:pt x="617" y="3398"/>
                      <a:pt x="619" y="3397"/>
                    </a:cubicBezTo>
                    <a:cubicBezTo>
                      <a:pt x="624" y="3395"/>
                      <a:pt x="625" y="3391"/>
                      <a:pt x="628" y="3388"/>
                    </a:cubicBezTo>
                    <a:cubicBezTo>
                      <a:pt x="629" y="3388"/>
                      <a:pt x="632" y="3386"/>
                      <a:pt x="632" y="3388"/>
                    </a:cubicBezTo>
                    <a:cubicBezTo>
                      <a:pt x="633" y="3389"/>
                      <a:pt x="633" y="3391"/>
                      <a:pt x="632" y="3392"/>
                    </a:cubicBezTo>
                    <a:cubicBezTo>
                      <a:pt x="632" y="3393"/>
                      <a:pt x="632" y="3393"/>
                      <a:pt x="631" y="3393"/>
                    </a:cubicBezTo>
                    <a:cubicBezTo>
                      <a:pt x="629" y="3394"/>
                      <a:pt x="629" y="3395"/>
                      <a:pt x="630" y="3396"/>
                    </a:cubicBezTo>
                    <a:cubicBezTo>
                      <a:pt x="631" y="3397"/>
                      <a:pt x="633" y="3397"/>
                      <a:pt x="634" y="3396"/>
                    </a:cubicBezTo>
                    <a:cubicBezTo>
                      <a:pt x="637" y="3396"/>
                      <a:pt x="638" y="3392"/>
                      <a:pt x="640" y="3391"/>
                    </a:cubicBezTo>
                    <a:cubicBezTo>
                      <a:pt x="641" y="3390"/>
                      <a:pt x="642" y="3389"/>
                      <a:pt x="643" y="3388"/>
                    </a:cubicBezTo>
                    <a:cubicBezTo>
                      <a:pt x="645" y="3386"/>
                      <a:pt x="647" y="3384"/>
                      <a:pt x="649" y="3383"/>
                    </a:cubicBezTo>
                    <a:cubicBezTo>
                      <a:pt x="651" y="3382"/>
                      <a:pt x="652" y="3381"/>
                      <a:pt x="654" y="3381"/>
                    </a:cubicBezTo>
                    <a:cubicBezTo>
                      <a:pt x="656" y="3380"/>
                      <a:pt x="657" y="3379"/>
                      <a:pt x="658" y="3382"/>
                    </a:cubicBezTo>
                    <a:cubicBezTo>
                      <a:pt x="658" y="3384"/>
                      <a:pt x="656" y="3388"/>
                      <a:pt x="658" y="3391"/>
                    </a:cubicBezTo>
                    <a:cubicBezTo>
                      <a:pt x="659" y="3392"/>
                      <a:pt x="661" y="3391"/>
                      <a:pt x="662" y="3390"/>
                    </a:cubicBezTo>
                    <a:cubicBezTo>
                      <a:pt x="663" y="3389"/>
                      <a:pt x="664" y="3386"/>
                      <a:pt x="665" y="3386"/>
                    </a:cubicBezTo>
                    <a:cubicBezTo>
                      <a:pt x="666" y="3386"/>
                      <a:pt x="667" y="3386"/>
                      <a:pt x="668" y="3386"/>
                    </a:cubicBezTo>
                    <a:cubicBezTo>
                      <a:pt x="668" y="3386"/>
                      <a:pt x="669" y="3385"/>
                      <a:pt x="670" y="3385"/>
                    </a:cubicBezTo>
                    <a:cubicBezTo>
                      <a:pt x="677" y="3384"/>
                      <a:pt x="676" y="3394"/>
                      <a:pt x="681" y="3396"/>
                    </a:cubicBezTo>
                    <a:cubicBezTo>
                      <a:pt x="684" y="3397"/>
                      <a:pt x="688" y="3392"/>
                      <a:pt x="691" y="3394"/>
                    </a:cubicBezTo>
                    <a:cubicBezTo>
                      <a:pt x="693" y="3394"/>
                      <a:pt x="693" y="3397"/>
                      <a:pt x="693" y="3398"/>
                    </a:cubicBezTo>
                    <a:cubicBezTo>
                      <a:pt x="692" y="3399"/>
                      <a:pt x="691" y="3400"/>
                      <a:pt x="691" y="3401"/>
                    </a:cubicBezTo>
                    <a:cubicBezTo>
                      <a:pt x="689" y="3404"/>
                      <a:pt x="692" y="3406"/>
                      <a:pt x="695" y="3407"/>
                    </a:cubicBezTo>
                    <a:cubicBezTo>
                      <a:pt x="695" y="3407"/>
                      <a:pt x="695" y="3407"/>
                      <a:pt x="695" y="3407"/>
                    </a:cubicBezTo>
                    <a:cubicBezTo>
                      <a:pt x="695" y="3407"/>
                      <a:pt x="696" y="3407"/>
                      <a:pt x="696" y="3407"/>
                    </a:cubicBezTo>
                    <a:cubicBezTo>
                      <a:pt x="697" y="3408"/>
                      <a:pt x="698" y="3408"/>
                      <a:pt x="699" y="3408"/>
                    </a:cubicBezTo>
                    <a:cubicBezTo>
                      <a:pt x="701" y="3408"/>
                      <a:pt x="702" y="3408"/>
                      <a:pt x="703" y="3407"/>
                    </a:cubicBezTo>
                    <a:cubicBezTo>
                      <a:pt x="704" y="3406"/>
                      <a:pt x="705" y="3406"/>
                      <a:pt x="706" y="3405"/>
                    </a:cubicBezTo>
                    <a:cubicBezTo>
                      <a:pt x="708" y="3402"/>
                      <a:pt x="709" y="3397"/>
                      <a:pt x="711" y="3394"/>
                    </a:cubicBezTo>
                    <a:cubicBezTo>
                      <a:pt x="712" y="3392"/>
                      <a:pt x="714" y="3391"/>
                      <a:pt x="715" y="3389"/>
                    </a:cubicBezTo>
                    <a:cubicBezTo>
                      <a:pt x="717" y="3387"/>
                      <a:pt x="718" y="3385"/>
                      <a:pt x="719" y="3383"/>
                    </a:cubicBezTo>
                    <a:cubicBezTo>
                      <a:pt x="722" y="3378"/>
                      <a:pt x="725" y="3373"/>
                      <a:pt x="728" y="3368"/>
                    </a:cubicBezTo>
                    <a:cubicBezTo>
                      <a:pt x="730" y="3366"/>
                      <a:pt x="731" y="3365"/>
                      <a:pt x="731" y="3363"/>
                    </a:cubicBezTo>
                    <a:cubicBezTo>
                      <a:pt x="734" y="3358"/>
                      <a:pt x="734" y="3351"/>
                      <a:pt x="735" y="3345"/>
                    </a:cubicBezTo>
                    <a:cubicBezTo>
                      <a:pt x="735" y="3344"/>
                      <a:pt x="736" y="3343"/>
                      <a:pt x="736" y="3342"/>
                    </a:cubicBezTo>
                    <a:cubicBezTo>
                      <a:pt x="736" y="3341"/>
                      <a:pt x="737" y="3341"/>
                      <a:pt x="737" y="3340"/>
                    </a:cubicBezTo>
                    <a:cubicBezTo>
                      <a:pt x="738" y="3337"/>
                      <a:pt x="738" y="3335"/>
                      <a:pt x="738" y="3332"/>
                    </a:cubicBezTo>
                    <a:cubicBezTo>
                      <a:pt x="738" y="3328"/>
                      <a:pt x="738" y="3325"/>
                      <a:pt x="740" y="3321"/>
                    </a:cubicBezTo>
                    <a:cubicBezTo>
                      <a:pt x="741" y="3320"/>
                      <a:pt x="741" y="3318"/>
                      <a:pt x="742" y="3317"/>
                    </a:cubicBezTo>
                    <a:cubicBezTo>
                      <a:pt x="743" y="3315"/>
                      <a:pt x="743" y="3314"/>
                      <a:pt x="744" y="3313"/>
                    </a:cubicBezTo>
                    <a:cubicBezTo>
                      <a:pt x="745" y="3312"/>
                      <a:pt x="745" y="3312"/>
                      <a:pt x="746" y="3311"/>
                    </a:cubicBezTo>
                    <a:cubicBezTo>
                      <a:pt x="746" y="3311"/>
                      <a:pt x="747" y="3310"/>
                      <a:pt x="747" y="3309"/>
                    </a:cubicBezTo>
                    <a:cubicBezTo>
                      <a:pt x="748" y="3308"/>
                      <a:pt x="749" y="3307"/>
                      <a:pt x="750" y="3305"/>
                    </a:cubicBezTo>
                    <a:cubicBezTo>
                      <a:pt x="752" y="3303"/>
                      <a:pt x="753" y="3301"/>
                      <a:pt x="755" y="3299"/>
                    </a:cubicBezTo>
                    <a:cubicBezTo>
                      <a:pt x="759" y="3293"/>
                      <a:pt x="757" y="3285"/>
                      <a:pt x="759" y="3278"/>
                    </a:cubicBezTo>
                    <a:cubicBezTo>
                      <a:pt x="760" y="3275"/>
                      <a:pt x="761" y="3272"/>
                      <a:pt x="763" y="3269"/>
                    </a:cubicBezTo>
                    <a:cubicBezTo>
                      <a:pt x="764" y="3268"/>
                      <a:pt x="765" y="3267"/>
                      <a:pt x="766" y="3266"/>
                    </a:cubicBezTo>
                    <a:cubicBezTo>
                      <a:pt x="767" y="3265"/>
                      <a:pt x="767" y="3266"/>
                      <a:pt x="769" y="3266"/>
                    </a:cubicBezTo>
                    <a:cubicBezTo>
                      <a:pt x="769" y="3267"/>
                      <a:pt x="769" y="3270"/>
                      <a:pt x="771" y="3270"/>
                    </a:cubicBezTo>
                    <a:cubicBezTo>
                      <a:pt x="772" y="3270"/>
                      <a:pt x="774" y="3269"/>
                      <a:pt x="775" y="3268"/>
                    </a:cubicBezTo>
                    <a:cubicBezTo>
                      <a:pt x="779" y="3260"/>
                      <a:pt x="781" y="3250"/>
                      <a:pt x="781" y="3241"/>
                    </a:cubicBezTo>
                    <a:cubicBezTo>
                      <a:pt x="781" y="3239"/>
                      <a:pt x="781" y="3236"/>
                      <a:pt x="782" y="3234"/>
                    </a:cubicBezTo>
                    <a:cubicBezTo>
                      <a:pt x="783" y="3233"/>
                      <a:pt x="783" y="3234"/>
                      <a:pt x="784" y="3234"/>
                    </a:cubicBezTo>
                    <a:cubicBezTo>
                      <a:pt x="785" y="3235"/>
                      <a:pt x="787" y="3236"/>
                      <a:pt x="788" y="3236"/>
                    </a:cubicBezTo>
                    <a:cubicBezTo>
                      <a:pt x="791" y="3237"/>
                      <a:pt x="792" y="3232"/>
                      <a:pt x="793" y="3230"/>
                    </a:cubicBezTo>
                    <a:cubicBezTo>
                      <a:pt x="793" y="3229"/>
                      <a:pt x="793" y="3227"/>
                      <a:pt x="793" y="3227"/>
                    </a:cubicBezTo>
                    <a:cubicBezTo>
                      <a:pt x="792" y="3226"/>
                      <a:pt x="790" y="3225"/>
                      <a:pt x="789" y="3225"/>
                    </a:cubicBezTo>
                    <a:cubicBezTo>
                      <a:pt x="788" y="3225"/>
                      <a:pt x="787" y="3226"/>
                      <a:pt x="786" y="3227"/>
                    </a:cubicBezTo>
                    <a:cubicBezTo>
                      <a:pt x="785" y="3227"/>
                      <a:pt x="784" y="3226"/>
                      <a:pt x="783" y="3225"/>
                    </a:cubicBezTo>
                    <a:cubicBezTo>
                      <a:pt x="783" y="3224"/>
                      <a:pt x="783" y="3221"/>
                      <a:pt x="784" y="3220"/>
                    </a:cubicBezTo>
                    <a:cubicBezTo>
                      <a:pt x="784" y="3219"/>
                      <a:pt x="784" y="3218"/>
                      <a:pt x="785" y="3217"/>
                    </a:cubicBezTo>
                    <a:cubicBezTo>
                      <a:pt x="786" y="3216"/>
                      <a:pt x="787" y="3214"/>
                      <a:pt x="788" y="3213"/>
                    </a:cubicBezTo>
                    <a:cubicBezTo>
                      <a:pt x="788" y="3211"/>
                      <a:pt x="788" y="3210"/>
                      <a:pt x="788" y="3208"/>
                    </a:cubicBezTo>
                    <a:cubicBezTo>
                      <a:pt x="788" y="3206"/>
                      <a:pt x="788" y="3204"/>
                      <a:pt x="787" y="3201"/>
                    </a:cubicBezTo>
                    <a:cubicBezTo>
                      <a:pt x="787" y="3198"/>
                      <a:pt x="787" y="3196"/>
                      <a:pt x="787" y="3193"/>
                    </a:cubicBezTo>
                    <a:cubicBezTo>
                      <a:pt x="787" y="3190"/>
                      <a:pt x="787" y="3187"/>
                      <a:pt x="788" y="3185"/>
                    </a:cubicBezTo>
                    <a:cubicBezTo>
                      <a:pt x="789" y="3183"/>
                      <a:pt x="790" y="3180"/>
                      <a:pt x="790" y="3177"/>
                    </a:cubicBezTo>
                    <a:cubicBezTo>
                      <a:pt x="790" y="3177"/>
                      <a:pt x="790" y="3176"/>
                      <a:pt x="790" y="3176"/>
                    </a:cubicBezTo>
                    <a:cubicBezTo>
                      <a:pt x="790" y="3176"/>
                      <a:pt x="790" y="3176"/>
                      <a:pt x="789" y="3175"/>
                    </a:cubicBezTo>
                    <a:cubicBezTo>
                      <a:pt x="789" y="3174"/>
                      <a:pt x="788" y="3170"/>
                      <a:pt x="789" y="3169"/>
                    </a:cubicBezTo>
                    <a:cubicBezTo>
                      <a:pt x="789" y="3167"/>
                      <a:pt x="789" y="3167"/>
                      <a:pt x="791" y="3167"/>
                    </a:cubicBezTo>
                    <a:cubicBezTo>
                      <a:pt x="792" y="3167"/>
                      <a:pt x="793" y="3166"/>
                      <a:pt x="793" y="3164"/>
                    </a:cubicBezTo>
                    <a:cubicBezTo>
                      <a:pt x="793" y="3163"/>
                      <a:pt x="793" y="3162"/>
                      <a:pt x="793" y="3161"/>
                    </a:cubicBezTo>
                    <a:cubicBezTo>
                      <a:pt x="793" y="3160"/>
                      <a:pt x="794" y="3159"/>
                      <a:pt x="795" y="3159"/>
                    </a:cubicBezTo>
                    <a:cubicBezTo>
                      <a:pt x="798" y="3157"/>
                      <a:pt x="798" y="3160"/>
                      <a:pt x="801" y="3161"/>
                    </a:cubicBezTo>
                    <a:cubicBezTo>
                      <a:pt x="802" y="3162"/>
                      <a:pt x="807" y="3163"/>
                      <a:pt x="808" y="3161"/>
                    </a:cubicBezTo>
                    <a:cubicBezTo>
                      <a:pt x="810" y="3159"/>
                      <a:pt x="804" y="3156"/>
                      <a:pt x="804" y="3154"/>
                    </a:cubicBezTo>
                    <a:cubicBezTo>
                      <a:pt x="803" y="3151"/>
                      <a:pt x="806" y="3149"/>
                      <a:pt x="806" y="3147"/>
                    </a:cubicBezTo>
                    <a:cubicBezTo>
                      <a:pt x="805" y="3145"/>
                      <a:pt x="804" y="3143"/>
                      <a:pt x="802" y="3142"/>
                    </a:cubicBezTo>
                    <a:cubicBezTo>
                      <a:pt x="801" y="3142"/>
                      <a:pt x="800" y="3142"/>
                      <a:pt x="798" y="3141"/>
                    </a:cubicBezTo>
                    <a:cubicBezTo>
                      <a:pt x="797" y="3141"/>
                      <a:pt x="796" y="3140"/>
                      <a:pt x="796" y="3139"/>
                    </a:cubicBezTo>
                    <a:cubicBezTo>
                      <a:pt x="795" y="3138"/>
                      <a:pt x="794" y="3136"/>
                      <a:pt x="793" y="3135"/>
                    </a:cubicBezTo>
                    <a:cubicBezTo>
                      <a:pt x="793" y="3135"/>
                      <a:pt x="793" y="3135"/>
                      <a:pt x="793" y="3135"/>
                    </a:cubicBezTo>
                    <a:cubicBezTo>
                      <a:pt x="793" y="3134"/>
                      <a:pt x="792" y="3133"/>
                      <a:pt x="791" y="3132"/>
                    </a:cubicBezTo>
                    <a:cubicBezTo>
                      <a:pt x="790" y="3131"/>
                      <a:pt x="790" y="3130"/>
                      <a:pt x="790" y="3128"/>
                    </a:cubicBezTo>
                    <a:cubicBezTo>
                      <a:pt x="789" y="3125"/>
                      <a:pt x="790" y="3122"/>
                      <a:pt x="792" y="3119"/>
                    </a:cubicBezTo>
                    <a:cubicBezTo>
                      <a:pt x="793" y="3118"/>
                      <a:pt x="792" y="3117"/>
                      <a:pt x="793" y="3116"/>
                    </a:cubicBezTo>
                    <a:cubicBezTo>
                      <a:pt x="794" y="3114"/>
                      <a:pt x="795" y="3115"/>
                      <a:pt x="796" y="3114"/>
                    </a:cubicBezTo>
                    <a:cubicBezTo>
                      <a:pt x="799" y="3113"/>
                      <a:pt x="795" y="3109"/>
                      <a:pt x="795" y="3107"/>
                    </a:cubicBezTo>
                    <a:cubicBezTo>
                      <a:pt x="794" y="3104"/>
                      <a:pt x="794" y="3101"/>
                      <a:pt x="794" y="3098"/>
                    </a:cubicBezTo>
                    <a:cubicBezTo>
                      <a:pt x="795" y="3096"/>
                      <a:pt x="795" y="3095"/>
                      <a:pt x="796" y="3094"/>
                    </a:cubicBezTo>
                    <a:cubicBezTo>
                      <a:pt x="797" y="3092"/>
                      <a:pt x="799" y="3090"/>
                      <a:pt x="801" y="3090"/>
                    </a:cubicBezTo>
                    <a:cubicBezTo>
                      <a:pt x="804" y="3088"/>
                      <a:pt x="808" y="3088"/>
                      <a:pt x="809" y="3084"/>
                    </a:cubicBezTo>
                    <a:cubicBezTo>
                      <a:pt x="809" y="3081"/>
                      <a:pt x="808" y="3078"/>
                      <a:pt x="809" y="3076"/>
                    </a:cubicBezTo>
                    <a:cubicBezTo>
                      <a:pt x="810" y="3072"/>
                      <a:pt x="814" y="3077"/>
                      <a:pt x="816" y="3075"/>
                    </a:cubicBezTo>
                    <a:cubicBezTo>
                      <a:pt x="817" y="3074"/>
                      <a:pt x="816" y="3070"/>
                      <a:pt x="817" y="3069"/>
                    </a:cubicBezTo>
                    <a:cubicBezTo>
                      <a:pt x="817" y="3067"/>
                      <a:pt x="817" y="3062"/>
                      <a:pt x="820" y="3063"/>
                    </a:cubicBezTo>
                    <a:cubicBezTo>
                      <a:pt x="820" y="3061"/>
                      <a:pt x="816" y="3059"/>
                      <a:pt x="817" y="3056"/>
                    </a:cubicBezTo>
                    <a:cubicBezTo>
                      <a:pt x="817" y="3055"/>
                      <a:pt x="819" y="3055"/>
                      <a:pt x="820" y="3054"/>
                    </a:cubicBezTo>
                    <a:cubicBezTo>
                      <a:pt x="821" y="3053"/>
                      <a:pt x="822" y="3051"/>
                      <a:pt x="823" y="3049"/>
                    </a:cubicBezTo>
                    <a:cubicBezTo>
                      <a:pt x="824" y="3047"/>
                      <a:pt x="822" y="3044"/>
                      <a:pt x="821" y="3042"/>
                    </a:cubicBezTo>
                    <a:cubicBezTo>
                      <a:pt x="820" y="3040"/>
                      <a:pt x="821" y="3040"/>
                      <a:pt x="821" y="3038"/>
                    </a:cubicBezTo>
                    <a:cubicBezTo>
                      <a:pt x="822" y="3036"/>
                      <a:pt x="822" y="3034"/>
                      <a:pt x="821" y="3033"/>
                    </a:cubicBezTo>
                    <a:cubicBezTo>
                      <a:pt x="820" y="3031"/>
                      <a:pt x="819" y="3029"/>
                      <a:pt x="817" y="3028"/>
                    </a:cubicBezTo>
                    <a:cubicBezTo>
                      <a:pt x="815" y="3028"/>
                      <a:pt x="813" y="3029"/>
                      <a:pt x="811" y="3028"/>
                    </a:cubicBezTo>
                    <a:cubicBezTo>
                      <a:pt x="809" y="3028"/>
                      <a:pt x="809" y="3027"/>
                      <a:pt x="808" y="3025"/>
                    </a:cubicBezTo>
                    <a:cubicBezTo>
                      <a:pt x="807" y="3024"/>
                      <a:pt x="805" y="3024"/>
                      <a:pt x="803" y="3024"/>
                    </a:cubicBezTo>
                    <a:cubicBezTo>
                      <a:pt x="801" y="3024"/>
                      <a:pt x="799" y="3025"/>
                      <a:pt x="798" y="3023"/>
                    </a:cubicBezTo>
                    <a:cubicBezTo>
                      <a:pt x="797" y="3021"/>
                      <a:pt x="797" y="3019"/>
                      <a:pt x="798" y="3017"/>
                    </a:cubicBezTo>
                    <a:cubicBezTo>
                      <a:pt x="800" y="3015"/>
                      <a:pt x="804" y="3016"/>
                      <a:pt x="806" y="3016"/>
                    </a:cubicBezTo>
                    <a:cubicBezTo>
                      <a:pt x="808" y="3017"/>
                      <a:pt x="810" y="3017"/>
                      <a:pt x="811" y="3018"/>
                    </a:cubicBezTo>
                    <a:cubicBezTo>
                      <a:pt x="812" y="3020"/>
                      <a:pt x="813" y="3022"/>
                      <a:pt x="814" y="3023"/>
                    </a:cubicBezTo>
                    <a:cubicBezTo>
                      <a:pt x="817" y="3023"/>
                      <a:pt x="816" y="3020"/>
                      <a:pt x="816" y="3018"/>
                    </a:cubicBezTo>
                    <a:cubicBezTo>
                      <a:pt x="815" y="3016"/>
                      <a:pt x="816" y="3016"/>
                      <a:pt x="817" y="3014"/>
                    </a:cubicBezTo>
                    <a:cubicBezTo>
                      <a:pt x="818" y="3012"/>
                      <a:pt x="818" y="3009"/>
                      <a:pt x="817" y="3007"/>
                    </a:cubicBezTo>
                    <a:cubicBezTo>
                      <a:pt x="816" y="3006"/>
                      <a:pt x="814" y="3003"/>
                      <a:pt x="815" y="3002"/>
                    </a:cubicBezTo>
                    <a:cubicBezTo>
                      <a:pt x="815" y="3001"/>
                      <a:pt x="816" y="3001"/>
                      <a:pt x="816" y="3000"/>
                    </a:cubicBezTo>
                    <a:cubicBezTo>
                      <a:pt x="816" y="2999"/>
                      <a:pt x="816" y="2998"/>
                      <a:pt x="816" y="2997"/>
                    </a:cubicBezTo>
                    <a:cubicBezTo>
                      <a:pt x="816" y="2996"/>
                      <a:pt x="815" y="2994"/>
                      <a:pt x="814" y="2993"/>
                    </a:cubicBezTo>
                    <a:cubicBezTo>
                      <a:pt x="813" y="2992"/>
                      <a:pt x="812" y="2991"/>
                      <a:pt x="812" y="2989"/>
                    </a:cubicBezTo>
                    <a:cubicBezTo>
                      <a:pt x="811" y="2988"/>
                      <a:pt x="811" y="2986"/>
                      <a:pt x="813" y="2987"/>
                    </a:cubicBezTo>
                    <a:cubicBezTo>
                      <a:pt x="815" y="2988"/>
                      <a:pt x="816" y="2990"/>
                      <a:pt x="817" y="2991"/>
                    </a:cubicBezTo>
                    <a:cubicBezTo>
                      <a:pt x="818" y="2992"/>
                      <a:pt x="820" y="2992"/>
                      <a:pt x="821" y="2992"/>
                    </a:cubicBezTo>
                    <a:cubicBezTo>
                      <a:pt x="823" y="2992"/>
                      <a:pt x="824" y="2991"/>
                      <a:pt x="825" y="2990"/>
                    </a:cubicBezTo>
                    <a:cubicBezTo>
                      <a:pt x="825" y="2989"/>
                      <a:pt x="824" y="2989"/>
                      <a:pt x="825" y="2988"/>
                    </a:cubicBezTo>
                    <a:cubicBezTo>
                      <a:pt x="826" y="2988"/>
                      <a:pt x="827" y="2988"/>
                      <a:pt x="827" y="2988"/>
                    </a:cubicBezTo>
                    <a:cubicBezTo>
                      <a:pt x="829" y="2987"/>
                      <a:pt x="830" y="2985"/>
                      <a:pt x="829" y="2983"/>
                    </a:cubicBezTo>
                    <a:cubicBezTo>
                      <a:pt x="828" y="2983"/>
                      <a:pt x="827" y="2983"/>
                      <a:pt x="826" y="2982"/>
                    </a:cubicBezTo>
                    <a:cubicBezTo>
                      <a:pt x="826" y="2981"/>
                      <a:pt x="826" y="2980"/>
                      <a:pt x="826" y="2979"/>
                    </a:cubicBezTo>
                    <a:cubicBezTo>
                      <a:pt x="826" y="2979"/>
                      <a:pt x="827" y="2979"/>
                      <a:pt x="828" y="2979"/>
                    </a:cubicBezTo>
                    <a:cubicBezTo>
                      <a:pt x="828" y="2977"/>
                      <a:pt x="826" y="2975"/>
                      <a:pt x="824" y="2973"/>
                    </a:cubicBezTo>
                    <a:cubicBezTo>
                      <a:pt x="823" y="2970"/>
                      <a:pt x="821" y="2967"/>
                      <a:pt x="819" y="2964"/>
                    </a:cubicBezTo>
                    <a:cubicBezTo>
                      <a:pt x="817" y="2962"/>
                      <a:pt x="816" y="2960"/>
                      <a:pt x="813" y="2958"/>
                    </a:cubicBezTo>
                    <a:cubicBezTo>
                      <a:pt x="812" y="2958"/>
                      <a:pt x="811" y="2957"/>
                      <a:pt x="810" y="2956"/>
                    </a:cubicBezTo>
                    <a:cubicBezTo>
                      <a:pt x="809" y="2956"/>
                      <a:pt x="808" y="2956"/>
                      <a:pt x="807" y="2956"/>
                    </a:cubicBezTo>
                    <a:cubicBezTo>
                      <a:pt x="809" y="2961"/>
                      <a:pt x="813" y="2966"/>
                      <a:pt x="815" y="2971"/>
                    </a:cubicBezTo>
                    <a:cubicBezTo>
                      <a:pt x="816" y="2972"/>
                      <a:pt x="817" y="2973"/>
                      <a:pt x="817" y="2974"/>
                    </a:cubicBezTo>
                    <a:cubicBezTo>
                      <a:pt x="816" y="2975"/>
                      <a:pt x="814" y="2974"/>
                      <a:pt x="813" y="2973"/>
                    </a:cubicBezTo>
                    <a:cubicBezTo>
                      <a:pt x="811" y="2971"/>
                      <a:pt x="809" y="2969"/>
                      <a:pt x="806" y="2967"/>
                    </a:cubicBezTo>
                    <a:cubicBezTo>
                      <a:pt x="804" y="2965"/>
                      <a:pt x="802" y="2962"/>
                      <a:pt x="800" y="2960"/>
                    </a:cubicBezTo>
                    <a:cubicBezTo>
                      <a:pt x="798" y="2959"/>
                      <a:pt x="796" y="2956"/>
                      <a:pt x="794" y="2955"/>
                    </a:cubicBezTo>
                    <a:cubicBezTo>
                      <a:pt x="794" y="2954"/>
                      <a:pt x="784" y="2946"/>
                      <a:pt x="787" y="2944"/>
                    </a:cubicBezTo>
                    <a:cubicBezTo>
                      <a:pt x="790" y="2943"/>
                      <a:pt x="794" y="2950"/>
                      <a:pt x="795" y="2952"/>
                    </a:cubicBezTo>
                    <a:cubicBezTo>
                      <a:pt x="797" y="2954"/>
                      <a:pt x="799" y="2954"/>
                      <a:pt x="802" y="2954"/>
                    </a:cubicBezTo>
                    <a:cubicBezTo>
                      <a:pt x="802" y="2951"/>
                      <a:pt x="799" y="2950"/>
                      <a:pt x="799" y="2947"/>
                    </a:cubicBezTo>
                    <a:cubicBezTo>
                      <a:pt x="799" y="2946"/>
                      <a:pt x="799" y="2945"/>
                      <a:pt x="800" y="2944"/>
                    </a:cubicBezTo>
                    <a:cubicBezTo>
                      <a:pt x="802" y="2944"/>
                      <a:pt x="803" y="2944"/>
                      <a:pt x="804" y="2945"/>
                    </a:cubicBezTo>
                    <a:cubicBezTo>
                      <a:pt x="808" y="2946"/>
                      <a:pt x="808" y="2940"/>
                      <a:pt x="808" y="2937"/>
                    </a:cubicBezTo>
                    <a:cubicBezTo>
                      <a:pt x="808" y="2934"/>
                      <a:pt x="808" y="2932"/>
                      <a:pt x="805" y="2930"/>
                    </a:cubicBezTo>
                    <a:cubicBezTo>
                      <a:pt x="803" y="2927"/>
                      <a:pt x="800" y="2925"/>
                      <a:pt x="798" y="2923"/>
                    </a:cubicBezTo>
                    <a:cubicBezTo>
                      <a:pt x="798" y="2922"/>
                      <a:pt x="796" y="2920"/>
                      <a:pt x="797" y="2919"/>
                    </a:cubicBezTo>
                    <a:cubicBezTo>
                      <a:pt x="797" y="2918"/>
                      <a:pt x="798" y="2918"/>
                      <a:pt x="799" y="2918"/>
                    </a:cubicBezTo>
                    <a:cubicBezTo>
                      <a:pt x="801" y="2919"/>
                      <a:pt x="802" y="2921"/>
                      <a:pt x="803" y="2922"/>
                    </a:cubicBezTo>
                    <a:cubicBezTo>
                      <a:pt x="804" y="2923"/>
                      <a:pt x="806" y="2924"/>
                      <a:pt x="807" y="2925"/>
                    </a:cubicBezTo>
                    <a:cubicBezTo>
                      <a:pt x="810" y="2927"/>
                      <a:pt x="813" y="2929"/>
                      <a:pt x="814" y="2931"/>
                    </a:cubicBezTo>
                    <a:cubicBezTo>
                      <a:pt x="816" y="2934"/>
                      <a:pt x="816" y="2937"/>
                      <a:pt x="814" y="2940"/>
                    </a:cubicBezTo>
                    <a:cubicBezTo>
                      <a:pt x="813" y="2943"/>
                      <a:pt x="815" y="2946"/>
                      <a:pt x="818" y="2947"/>
                    </a:cubicBezTo>
                    <a:cubicBezTo>
                      <a:pt x="822" y="2949"/>
                      <a:pt x="821" y="2943"/>
                      <a:pt x="822" y="2941"/>
                    </a:cubicBezTo>
                    <a:cubicBezTo>
                      <a:pt x="824" y="2937"/>
                      <a:pt x="827" y="2942"/>
                      <a:pt x="829" y="2944"/>
                    </a:cubicBezTo>
                    <a:cubicBezTo>
                      <a:pt x="830" y="2945"/>
                      <a:pt x="833" y="2947"/>
                      <a:pt x="835" y="2945"/>
                    </a:cubicBezTo>
                    <a:cubicBezTo>
                      <a:pt x="836" y="2942"/>
                      <a:pt x="832" y="2939"/>
                      <a:pt x="834" y="2937"/>
                    </a:cubicBezTo>
                    <a:cubicBezTo>
                      <a:pt x="835" y="2935"/>
                      <a:pt x="838" y="2936"/>
                      <a:pt x="839" y="2934"/>
                    </a:cubicBezTo>
                    <a:cubicBezTo>
                      <a:pt x="839" y="2931"/>
                      <a:pt x="837" y="2928"/>
                      <a:pt x="835" y="2926"/>
                    </a:cubicBezTo>
                    <a:cubicBezTo>
                      <a:pt x="834" y="2924"/>
                      <a:pt x="835" y="2921"/>
                      <a:pt x="834" y="2919"/>
                    </a:cubicBezTo>
                    <a:cubicBezTo>
                      <a:pt x="833" y="2915"/>
                      <a:pt x="828" y="2918"/>
                      <a:pt x="825" y="2917"/>
                    </a:cubicBezTo>
                    <a:cubicBezTo>
                      <a:pt x="823" y="2916"/>
                      <a:pt x="822" y="2914"/>
                      <a:pt x="822" y="2911"/>
                    </a:cubicBezTo>
                    <a:cubicBezTo>
                      <a:pt x="822" y="2910"/>
                      <a:pt x="821" y="2909"/>
                      <a:pt x="822" y="2908"/>
                    </a:cubicBezTo>
                    <a:cubicBezTo>
                      <a:pt x="823" y="2907"/>
                      <a:pt x="825" y="2908"/>
                      <a:pt x="826" y="2909"/>
                    </a:cubicBezTo>
                    <a:cubicBezTo>
                      <a:pt x="827" y="2909"/>
                      <a:pt x="828" y="2910"/>
                      <a:pt x="829" y="2910"/>
                    </a:cubicBezTo>
                    <a:cubicBezTo>
                      <a:pt x="829" y="2907"/>
                      <a:pt x="834" y="2908"/>
                      <a:pt x="836" y="2907"/>
                    </a:cubicBezTo>
                    <a:cubicBezTo>
                      <a:pt x="838" y="2906"/>
                      <a:pt x="836" y="2904"/>
                      <a:pt x="835" y="2903"/>
                    </a:cubicBezTo>
                    <a:cubicBezTo>
                      <a:pt x="834" y="2901"/>
                      <a:pt x="833" y="2899"/>
                      <a:pt x="831" y="2897"/>
                    </a:cubicBezTo>
                    <a:cubicBezTo>
                      <a:pt x="831" y="2896"/>
                      <a:pt x="830" y="2896"/>
                      <a:pt x="830" y="2895"/>
                    </a:cubicBezTo>
                    <a:cubicBezTo>
                      <a:pt x="829" y="2893"/>
                      <a:pt x="829" y="2892"/>
                      <a:pt x="829" y="2890"/>
                    </a:cubicBezTo>
                    <a:cubicBezTo>
                      <a:pt x="830" y="2890"/>
                      <a:pt x="831" y="2891"/>
                      <a:pt x="832" y="2890"/>
                    </a:cubicBezTo>
                    <a:cubicBezTo>
                      <a:pt x="832" y="2889"/>
                      <a:pt x="831" y="2887"/>
                      <a:pt x="831" y="2886"/>
                    </a:cubicBezTo>
                    <a:cubicBezTo>
                      <a:pt x="829" y="2884"/>
                      <a:pt x="828" y="2882"/>
                      <a:pt x="826" y="2880"/>
                    </a:cubicBezTo>
                    <a:cubicBezTo>
                      <a:pt x="824" y="2877"/>
                      <a:pt x="822" y="2875"/>
                      <a:pt x="821" y="2871"/>
                    </a:cubicBezTo>
                    <a:cubicBezTo>
                      <a:pt x="820" y="2869"/>
                      <a:pt x="819" y="2868"/>
                      <a:pt x="818" y="2866"/>
                    </a:cubicBezTo>
                    <a:cubicBezTo>
                      <a:pt x="817" y="2865"/>
                      <a:pt x="816" y="2864"/>
                      <a:pt x="816" y="2863"/>
                    </a:cubicBezTo>
                    <a:cubicBezTo>
                      <a:pt x="820" y="2865"/>
                      <a:pt x="822" y="2868"/>
                      <a:pt x="824" y="2871"/>
                    </a:cubicBezTo>
                    <a:cubicBezTo>
                      <a:pt x="825" y="2874"/>
                      <a:pt x="827" y="2877"/>
                      <a:pt x="829" y="2879"/>
                    </a:cubicBezTo>
                    <a:cubicBezTo>
                      <a:pt x="831" y="2879"/>
                      <a:pt x="833" y="2881"/>
                      <a:pt x="834" y="2880"/>
                    </a:cubicBezTo>
                    <a:cubicBezTo>
                      <a:pt x="836" y="2879"/>
                      <a:pt x="836" y="2878"/>
                      <a:pt x="838" y="2878"/>
                    </a:cubicBezTo>
                    <a:cubicBezTo>
                      <a:pt x="839" y="2878"/>
                      <a:pt x="842" y="2879"/>
                      <a:pt x="841" y="2876"/>
                    </a:cubicBezTo>
                    <a:cubicBezTo>
                      <a:pt x="841" y="2874"/>
                      <a:pt x="839" y="2873"/>
                      <a:pt x="838" y="2871"/>
                    </a:cubicBezTo>
                    <a:cubicBezTo>
                      <a:pt x="837" y="2869"/>
                      <a:pt x="836" y="2867"/>
                      <a:pt x="838" y="2867"/>
                    </a:cubicBezTo>
                    <a:cubicBezTo>
                      <a:pt x="840" y="2866"/>
                      <a:pt x="842" y="2867"/>
                      <a:pt x="843" y="2865"/>
                    </a:cubicBezTo>
                    <a:cubicBezTo>
                      <a:pt x="844" y="2863"/>
                      <a:pt x="843" y="2860"/>
                      <a:pt x="842" y="2858"/>
                    </a:cubicBezTo>
                    <a:cubicBezTo>
                      <a:pt x="840" y="2855"/>
                      <a:pt x="838" y="2853"/>
                      <a:pt x="836" y="2850"/>
                    </a:cubicBezTo>
                    <a:cubicBezTo>
                      <a:pt x="833" y="2848"/>
                      <a:pt x="831" y="2846"/>
                      <a:pt x="829" y="2844"/>
                    </a:cubicBezTo>
                    <a:cubicBezTo>
                      <a:pt x="828" y="2843"/>
                      <a:pt x="826" y="2842"/>
                      <a:pt x="827" y="2840"/>
                    </a:cubicBezTo>
                    <a:cubicBezTo>
                      <a:pt x="828" y="2839"/>
                      <a:pt x="831" y="2840"/>
                      <a:pt x="832" y="2840"/>
                    </a:cubicBezTo>
                    <a:cubicBezTo>
                      <a:pt x="835" y="2840"/>
                      <a:pt x="834" y="2836"/>
                      <a:pt x="835" y="2834"/>
                    </a:cubicBezTo>
                    <a:cubicBezTo>
                      <a:pt x="835" y="2832"/>
                      <a:pt x="836" y="2830"/>
                      <a:pt x="836" y="2829"/>
                    </a:cubicBezTo>
                    <a:cubicBezTo>
                      <a:pt x="835" y="2827"/>
                      <a:pt x="833" y="2827"/>
                      <a:pt x="831" y="2827"/>
                    </a:cubicBezTo>
                    <a:cubicBezTo>
                      <a:pt x="829" y="2827"/>
                      <a:pt x="826" y="2827"/>
                      <a:pt x="824" y="2826"/>
                    </a:cubicBezTo>
                    <a:cubicBezTo>
                      <a:pt x="823" y="2825"/>
                      <a:pt x="822" y="2823"/>
                      <a:pt x="824" y="2822"/>
                    </a:cubicBezTo>
                    <a:cubicBezTo>
                      <a:pt x="826" y="2821"/>
                      <a:pt x="834" y="2825"/>
                      <a:pt x="835" y="2822"/>
                    </a:cubicBezTo>
                    <a:cubicBezTo>
                      <a:pt x="836" y="2820"/>
                      <a:pt x="833" y="2818"/>
                      <a:pt x="832" y="2817"/>
                    </a:cubicBezTo>
                    <a:cubicBezTo>
                      <a:pt x="831" y="2816"/>
                      <a:pt x="830" y="2814"/>
                      <a:pt x="829" y="2813"/>
                    </a:cubicBezTo>
                    <a:cubicBezTo>
                      <a:pt x="828" y="2811"/>
                      <a:pt x="826" y="2810"/>
                      <a:pt x="826" y="2808"/>
                    </a:cubicBezTo>
                    <a:cubicBezTo>
                      <a:pt x="825" y="2807"/>
                      <a:pt x="824" y="2806"/>
                      <a:pt x="823" y="2805"/>
                    </a:cubicBezTo>
                    <a:cubicBezTo>
                      <a:pt x="821" y="2802"/>
                      <a:pt x="818" y="2800"/>
                      <a:pt x="815" y="2799"/>
                    </a:cubicBezTo>
                    <a:cubicBezTo>
                      <a:pt x="814" y="2799"/>
                      <a:pt x="812" y="2799"/>
                      <a:pt x="811" y="2799"/>
                    </a:cubicBezTo>
                    <a:cubicBezTo>
                      <a:pt x="810" y="2798"/>
                      <a:pt x="808" y="2797"/>
                      <a:pt x="806" y="2797"/>
                    </a:cubicBezTo>
                    <a:cubicBezTo>
                      <a:pt x="804" y="2796"/>
                      <a:pt x="802" y="2795"/>
                      <a:pt x="800" y="2794"/>
                    </a:cubicBezTo>
                    <a:cubicBezTo>
                      <a:pt x="798" y="2793"/>
                      <a:pt x="796" y="2792"/>
                      <a:pt x="794" y="2791"/>
                    </a:cubicBezTo>
                    <a:cubicBezTo>
                      <a:pt x="791" y="2790"/>
                      <a:pt x="787" y="2789"/>
                      <a:pt x="784" y="2788"/>
                    </a:cubicBezTo>
                    <a:cubicBezTo>
                      <a:pt x="782" y="2787"/>
                      <a:pt x="779" y="2787"/>
                      <a:pt x="776" y="2787"/>
                    </a:cubicBezTo>
                    <a:cubicBezTo>
                      <a:pt x="773" y="2786"/>
                      <a:pt x="770" y="2785"/>
                      <a:pt x="766" y="2785"/>
                    </a:cubicBezTo>
                    <a:cubicBezTo>
                      <a:pt x="764" y="2784"/>
                      <a:pt x="761" y="2784"/>
                      <a:pt x="758" y="2784"/>
                    </a:cubicBezTo>
                    <a:cubicBezTo>
                      <a:pt x="754" y="2783"/>
                      <a:pt x="750" y="2782"/>
                      <a:pt x="746" y="2782"/>
                    </a:cubicBezTo>
                    <a:cubicBezTo>
                      <a:pt x="743" y="2781"/>
                      <a:pt x="739" y="2780"/>
                      <a:pt x="736" y="2780"/>
                    </a:cubicBezTo>
                    <a:cubicBezTo>
                      <a:pt x="732" y="2780"/>
                      <a:pt x="728" y="2780"/>
                      <a:pt x="725" y="2780"/>
                    </a:cubicBezTo>
                    <a:cubicBezTo>
                      <a:pt x="723" y="2780"/>
                      <a:pt x="721" y="2779"/>
                      <a:pt x="719" y="2779"/>
                    </a:cubicBezTo>
                    <a:cubicBezTo>
                      <a:pt x="711" y="2779"/>
                      <a:pt x="703" y="2778"/>
                      <a:pt x="695" y="2780"/>
                    </a:cubicBezTo>
                    <a:cubicBezTo>
                      <a:pt x="691" y="2781"/>
                      <a:pt x="686" y="2782"/>
                      <a:pt x="681" y="2783"/>
                    </a:cubicBezTo>
                    <a:cubicBezTo>
                      <a:pt x="678" y="2784"/>
                      <a:pt x="675" y="2784"/>
                      <a:pt x="671" y="2785"/>
                    </a:cubicBezTo>
                    <a:cubicBezTo>
                      <a:pt x="668" y="2786"/>
                      <a:pt x="664" y="2789"/>
                      <a:pt x="661" y="2791"/>
                    </a:cubicBezTo>
                    <a:cubicBezTo>
                      <a:pt x="659" y="2792"/>
                      <a:pt x="657" y="2794"/>
                      <a:pt x="654" y="2792"/>
                    </a:cubicBezTo>
                    <a:cubicBezTo>
                      <a:pt x="652" y="2791"/>
                      <a:pt x="650" y="2790"/>
                      <a:pt x="649" y="2788"/>
                    </a:cubicBezTo>
                    <a:cubicBezTo>
                      <a:pt x="646" y="2786"/>
                      <a:pt x="644" y="2785"/>
                      <a:pt x="641" y="2783"/>
                    </a:cubicBezTo>
                    <a:cubicBezTo>
                      <a:pt x="630" y="2777"/>
                      <a:pt x="617" y="2774"/>
                      <a:pt x="604" y="2776"/>
                    </a:cubicBezTo>
                    <a:cubicBezTo>
                      <a:pt x="600" y="2776"/>
                      <a:pt x="596" y="2777"/>
                      <a:pt x="592" y="2776"/>
                    </a:cubicBezTo>
                    <a:cubicBezTo>
                      <a:pt x="589" y="2775"/>
                      <a:pt x="586" y="2773"/>
                      <a:pt x="583" y="2771"/>
                    </a:cubicBezTo>
                    <a:cubicBezTo>
                      <a:pt x="580" y="2769"/>
                      <a:pt x="577" y="2769"/>
                      <a:pt x="574" y="2771"/>
                    </a:cubicBezTo>
                    <a:cubicBezTo>
                      <a:pt x="572" y="2771"/>
                      <a:pt x="571" y="2772"/>
                      <a:pt x="569" y="2773"/>
                    </a:cubicBezTo>
                    <a:cubicBezTo>
                      <a:pt x="569" y="2774"/>
                      <a:pt x="567" y="2775"/>
                      <a:pt x="566" y="2774"/>
                    </a:cubicBezTo>
                    <a:cubicBezTo>
                      <a:pt x="564" y="2774"/>
                      <a:pt x="569" y="2768"/>
                      <a:pt x="570" y="2768"/>
                    </a:cubicBezTo>
                    <a:cubicBezTo>
                      <a:pt x="573" y="2764"/>
                      <a:pt x="578" y="2763"/>
                      <a:pt x="582" y="2764"/>
                    </a:cubicBezTo>
                    <a:cubicBezTo>
                      <a:pt x="588" y="2765"/>
                      <a:pt x="592" y="2767"/>
                      <a:pt x="597" y="2769"/>
                    </a:cubicBezTo>
                    <a:cubicBezTo>
                      <a:pt x="603" y="2770"/>
                      <a:pt x="608" y="2771"/>
                      <a:pt x="614" y="2772"/>
                    </a:cubicBezTo>
                    <a:cubicBezTo>
                      <a:pt x="619" y="2773"/>
                      <a:pt x="623" y="2774"/>
                      <a:pt x="628" y="2777"/>
                    </a:cubicBezTo>
                    <a:cubicBezTo>
                      <a:pt x="631" y="2779"/>
                      <a:pt x="635" y="2780"/>
                      <a:pt x="639" y="2781"/>
                    </a:cubicBezTo>
                    <a:cubicBezTo>
                      <a:pt x="641" y="2781"/>
                      <a:pt x="643" y="2781"/>
                      <a:pt x="645" y="2781"/>
                    </a:cubicBezTo>
                    <a:cubicBezTo>
                      <a:pt x="646" y="2781"/>
                      <a:pt x="647" y="2781"/>
                      <a:pt x="648" y="2781"/>
                    </a:cubicBezTo>
                    <a:cubicBezTo>
                      <a:pt x="650" y="2780"/>
                      <a:pt x="651" y="2778"/>
                      <a:pt x="653" y="2777"/>
                    </a:cubicBezTo>
                    <a:cubicBezTo>
                      <a:pt x="653" y="2777"/>
                      <a:pt x="653" y="2777"/>
                      <a:pt x="653" y="2777"/>
                    </a:cubicBezTo>
                    <a:cubicBezTo>
                      <a:pt x="653" y="2777"/>
                      <a:pt x="653" y="2777"/>
                      <a:pt x="653" y="2777"/>
                    </a:cubicBezTo>
                    <a:cubicBezTo>
                      <a:pt x="653" y="2777"/>
                      <a:pt x="653" y="2777"/>
                      <a:pt x="653" y="2777"/>
                    </a:cubicBezTo>
                    <a:cubicBezTo>
                      <a:pt x="654" y="2777"/>
                      <a:pt x="654" y="2777"/>
                      <a:pt x="655" y="2776"/>
                    </a:cubicBezTo>
                    <a:cubicBezTo>
                      <a:pt x="655" y="2776"/>
                      <a:pt x="656" y="2775"/>
                      <a:pt x="657" y="2775"/>
                    </a:cubicBezTo>
                    <a:cubicBezTo>
                      <a:pt x="658" y="2774"/>
                      <a:pt x="659" y="2773"/>
                      <a:pt x="661" y="2773"/>
                    </a:cubicBezTo>
                    <a:cubicBezTo>
                      <a:pt x="665" y="2771"/>
                      <a:pt x="669" y="2770"/>
                      <a:pt x="673" y="2770"/>
                    </a:cubicBezTo>
                    <a:cubicBezTo>
                      <a:pt x="676" y="2770"/>
                      <a:pt x="678" y="2769"/>
                      <a:pt x="681" y="2770"/>
                    </a:cubicBezTo>
                    <a:cubicBezTo>
                      <a:pt x="683" y="2771"/>
                      <a:pt x="685" y="2772"/>
                      <a:pt x="687" y="2772"/>
                    </a:cubicBezTo>
                    <a:cubicBezTo>
                      <a:pt x="689" y="2773"/>
                      <a:pt x="692" y="2772"/>
                      <a:pt x="694" y="2773"/>
                    </a:cubicBezTo>
                    <a:cubicBezTo>
                      <a:pt x="696" y="2773"/>
                      <a:pt x="698" y="2774"/>
                      <a:pt x="699" y="2774"/>
                    </a:cubicBezTo>
                    <a:cubicBezTo>
                      <a:pt x="702" y="2775"/>
                      <a:pt x="705" y="2776"/>
                      <a:pt x="707" y="2775"/>
                    </a:cubicBezTo>
                    <a:cubicBezTo>
                      <a:pt x="710" y="2775"/>
                      <a:pt x="713" y="2776"/>
                      <a:pt x="716" y="2776"/>
                    </a:cubicBezTo>
                    <a:cubicBezTo>
                      <a:pt x="717" y="2777"/>
                      <a:pt x="719" y="2777"/>
                      <a:pt x="720" y="2777"/>
                    </a:cubicBezTo>
                    <a:cubicBezTo>
                      <a:pt x="724" y="2777"/>
                      <a:pt x="728" y="2778"/>
                      <a:pt x="731" y="2778"/>
                    </a:cubicBezTo>
                    <a:cubicBezTo>
                      <a:pt x="735" y="2779"/>
                      <a:pt x="740" y="2779"/>
                      <a:pt x="744" y="2780"/>
                    </a:cubicBezTo>
                    <a:cubicBezTo>
                      <a:pt x="746" y="2780"/>
                      <a:pt x="749" y="2781"/>
                      <a:pt x="751" y="2782"/>
                    </a:cubicBezTo>
                    <a:cubicBezTo>
                      <a:pt x="755" y="2782"/>
                      <a:pt x="758" y="2782"/>
                      <a:pt x="762" y="2782"/>
                    </a:cubicBezTo>
                    <a:cubicBezTo>
                      <a:pt x="766" y="2782"/>
                      <a:pt x="771" y="2783"/>
                      <a:pt x="776" y="2783"/>
                    </a:cubicBezTo>
                    <a:cubicBezTo>
                      <a:pt x="781" y="2783"/>
                      <a:pt x="785" y="2786"/>
                      <a:pt x="789" y="2787"/>
                    </a:cubicBezTo>
                    <a:cubicBezTo>
                      <a:pt x="792" y="2787"/>
                      <a:pt x="795" y="2788"/>
                      <a:pt x="798" y="2789"/>
                    </a:cubicBezTo>
                    <a:cubicBezTo>
                      <a:pt x="800" y="2790"/>
                      <a:pt x="802" y="2791"/>
                      <a:pt x="804" y="2792"/>
                    </a:cubicBezTo>
                    <a:cubicBezTo>
                      <a:pt x="807" y="2793"/>
                      <a:pt x="809" y="2794"/>
                      <a:pt x="812" y="2795"/>
                    </a:cubicBezTo>
                    <a:cubicBezTo>
                      <a:pt x="816" y="2798"/>
                      <a:pt x="820" y="2799"/>
                      <a:pt x="824" y="2799"/>
                    </a:cubicBezTo>
                    <a:cubicBezTo>
                      <a:pt x="826" y="2799"/>
                      <a:pt x="827" y="2800"/>
                      <a:pt x="829" y="2800"/>
                    </a:cubicBezTo>
                    <a:cubicBezTo>
                      <a:pt x="831" y="2800"/>
                      <a:pt x="833" y="2800"/>
                      <a:pt x="835" y="2799"/>
                    </a:cubicBezTo>
                    <a:cubicBezTo>
                      <a:pt x="837" y="2799"/>
                      <a:pt x="839" y="2798"/>
                      <a:pt x="841" y="2797"/>
                    </a:cubicBezTo>
                    <a:cubicBezTo>
                      <a:pt x="844" y="2795"/>
                      <a:pt x="846" y="2793"/>
                      <a:pt x="848" y="2792"/>
                    </a:cubicBezTo>
                    <a:cubicBezTo>
                      <a:pt x="851" y="2791"/>
                      <a:pt x="855" y="2790"/>
                      <a:pt x="857" y="2788"/>
                    </a:cubicBezTo>
                    <a:cubicBezTo>
                      <a:pt x="860" y="2785"/>
                      <a:pt x="857" y="2782"/>
                      <a:pt x="855" y="2779"/>
                    </a:cubicBezTo>
                    <a:cubicBezTo>
                      <a:pt x="853" y="2776"/>
                      <a:pt x="850" y="2775"/>
                      <a:pt x="847" y="2773"/>
                    </a:cubicBezTo>
                    <a:cubicBezTo>
                      <a:pt x="844" y="2771"/>
                      <a:pt x="844" y="2768"/>
                      <a:pt x="843" y="2765"/>
                    </a:cubicBezTo>
                    <a:cubicBezTo>
                      <a:pt x="841" y="2762"/>
                      <a:pt x="839" y="2759"/>
                      <a:pt x="835" y="2757"/>
                    </a:cubicBezTo>
                    <a:cubicBezTo>
                      <a:pt x="832" y="2756"/>
                      <a:pt x="828" y="2757"/>
                      <a:pt x="825" y="2757"/>
                    </a:cubicBezTo>
                    <a:cubicBezTo>
                      <a:pt x="821" y="2756"/>
                      <a:pt x="818" y="2754"/>
                      <a:pt x="814" y="2753"/>
                    </a:cubicBezTo>
                    <a:cubicBezTo>
                      <a:pt x="811" y="2751"/>
                      <a:pt x="808" y="2752"/>
                      <a:pt x="805" y="2753"/>
                    </a:cubicBezTo>
                    <a:cubicBezTo>
                      <a:pt x="802" y="2754"/>
                      <a:pt x="799" y="2754"/>
                      <a:pt x="796" y="2752"/>
                    </a:cubicBezTo>
                    <a:cubicBezTo>
                      <a:pt x="794" y="2751"/>
                      <a:pt x="790" y="2747"/>
                      <a:pt x="787" y="2747"/>
                    </a:cubicBezTo>
                    <a:cubicBezTo>
                      <a:pt x="784" y="2747"/>
                      <a:pt x="783" y="2750"/>
                      <a:pt x="782" y="2752"/>
                    </a:cubicBezTo>
                    <a:cubicBezTo>
                      <a:pt x="780" y="2755"/>
                      <a:pt x="777" y="2752"/>
                      <a:pt x="774" y="2751"/>
                    </a:cubicBezTo>
                    <a:cubicBezTo>
                      <a:pt x="773" y="2749"/>
                      <a:pt x="771" y="2748"/>
                      <a:pt x="769" y="2747"/>
                    </a:cubicBezTo>
                    <a:cubicBezTo>
                      <a:pt x="768" y="2746"/>
                      <a:pt x="767" y="2744"/>
                      <a:pt x="766" y="2744"/>
                    </a:cubicBezTo>
                    <a:cubicBezTo>
                      <a:pt x="763" y="2744"/>
                      <a:pt x="763" y="2747"/>
                      <a:pt x="762" y="2749"/>
                    </a:cubicBezTo>
                    <a:cubicBezTo>
                      <a:pt x="761" y="2751"/>
                      <a:pt x="758" y="2752"/>
                      <a:pt x="755" y="2752"/>
                    </a:cubicBezTo>
                    <a:cubicBezTo>
                      <a:pt x="753" y="2752"/>
                      <a:pt x="749" y="2751"/>
                      <a:pt x="749" y="2749"/>
                    </a:cubicBezTo>
                    <a:cubicBezTo>
                      <a:pt x="748" y="2746"/>
                      <a:pt x="752" y="2743"/>
                      <a:pt x="754" y="2742"/>
                    </a:cubicBezTo>
                    <a:cubicBezTo>
                      <a:pt x="758" y="2740"/>
                      <a:pt x="762" y="2739"/>
                      <a:pt x="766" y="2740"/>
                    </a:cubicBezTo>
                    <a:cubicBezTo>
                      <a:pt x="770" y="2740"/>
                      <a:pt x="773" y="2741"/>
                      <a:pt x="777" y="2743"/>
                    </a:cubicBezTo>
                    <a:cubicBezTo>
                      <a:pt x="781" y="2744"/>
                      <a:pt x="785" y="2744"/>
                      <a:pt x="789" y="2745"/>
                    </a:cubicBezTo>
                    <a:cubicBezTo>
                      <a:pt x="799" y="2747"/>
                      <a:pt x="808" y="2749"/>
                      <a:pt x="817" y="2750"/>
                    </a:cubicBezTo>
                    <a:cubicBezTo>
                      <a:pt x="825" y="2751"/>
                      <a:pt x="832" y="2750"/>
                      <a:pt x="840" y="2752"/>
                    </a:cubicBezTo>
                    <a:cubicBezTo>
                      <a:pt x="846" y="2753"/>
                      <a:pt x="852" y="2758"/>
                      <a:pt x="859" y="2758"/>
                    </a:cubicBezTo>
                    <a:cubicBezTo>
                      <a:pt x="864" y="2759"/>
                      <a:pt x="870" y="2757"/>
                      <a:pt x="874" y="2754"/>
                    </a:cubicBezTo>
                    <a:cubicBezTo>
                      <a:pt x="876" y="2753"/>
                      <a:pt x="879" y="2751"/>
                      <a:pt x="878" y="2748"/>
                    </a:cubicBezTo>
                    <a:cubicBezTo>
                      <a:pt x="877" y="2745"/>
                      <a:pt x="872" y="2744"/>
                      <a:pt x="870" y="2743"/>
                    </a:cubicBezTo>
                    <a:cubicBezTo>
                      <a:pt x="868" y="2741"/>
                      <a:pt x="865" y="2739"/>
                      <a:pt x="868" y="2737"/>
                    </a:cubicBezTo>
                    <a:cubicBezTo>
                      <a:pt x="871" y="2734"/>
                      <a:pt x="875" y="2735"/>
                      <a:pt x="878" y="2737"/>
                    </a:cubicBezTo>
                    <a:cubicBezTo>
                      <a:pt x="880" y="2737"/>
                      <a:pt x="881" y="2739"/>
                      <a:pt x="883" y="2740"/>
                    </a:cubicBezTo>
                    <a:cubicBezTo>
                      <a:pt x="884" y="2741"/>
                      <a:pt x="885" y="2742"/>
                      <a:pt x="887" y="2742"/>
                    </a:cubicBezTo>
                    <a:cubicBezTo>
                      <a:pt x="889" y="2743"/>
                      <a:pt x="892" y="2740"/>
                      <a:pt x="893" y="2738"/>
                    </a:cubicBezTo>
                    <a:cubicBezTo>
                      <a:pt x="894" y="2736"/>
                      <a:pt x="895" y="2734"/>
                      <a:pt x="893" y="2732"/>
                    </a:cubicBezTo>
                    <a:cubicBezTo>
                      <a:pt x="891" y="2730"/>
                      <a:pt x="888" y="2728"/>
                      <a:pt x="887" y="2725"/>
                    </a:cubicBezTo>
                    <a:cubicBezTo>
                      <a:pt x="886" y="2724"/>
                      <a:pt x="884" y="2719"/>
                      <a:pt x="886" y="2717"/>
                    </a:cubicBezTo>
                    <a:cubicBezTo>
                      <a:pt x="887" y="2716"/>
                      <a:pt x="890" y="2720"/>
                      <a:pt x="891" y="2720"/>
                    </a:cubicBezTo>
                    <a:cubicBezTo>
                      <a:pt x="893" y="2722"/>
                      <a:pt x="895" y="2722"/>
                      <a:pt x="897" y="2723"/>
                    </a:cubicBezTo>
                    <a:cubicBezTo>
                      <a:pt x="899" y="2723"/>
                      <a:pt x="901" y="2724"/>
                      <a:pt x="903" y="2724"/>
                    </a:cubicBezTo>
                    <a:cubicBezTo>
                      <a:pt x="903" y="2724"/>
                      <a:pt x="904" y="2724"/>
                      <a:pt x="904" y="2724"/>
                    </a:cubicBezTo>
                    <a:cubicBezTo>
                      <a:pt x="904" y="2723"/>
                      <a:pt x="905" y="2724"/>
                      <a:pt x="906" y="2724"/>
                    </a:cubicBezTo>
                    <a:cubicBezTo>
                      <a:pt x="907" y="2724"/>
                      <a:pt x="908" y="2723"/>
                      <a:pt x="909" y="2723"/>
                    </a:cubicBezTo>
                    <a:cubicBezTo>
                      <a:pt x="910" y="2722"/>
                      <a:pt x="911" y="2722"/>
                      <a:pt x="911" y="2721"/>
                    </a:cubicBezTo>
                    <a:cubicBezTo>
                      <a:pt x="911" y="2719"/>
                      <a:pt x="912" y="2718"/>
                      <a:pt x="912" y="2717"/>
                    </a:cubicBezTo>
                    <a:cubicBezTo>
                      <a:pt x="912" y="2715"/>
                      <a:pt x="911" y="2714"/>
                      <a:pt x="910" y="2713"/>
                    </a:cubicBezTo>
                    <a:cubicBezTo>
                      <a:pt x="909" y="2711"/>
                      <a:pt x="909" y="2710"/>
                      <a:pt x="910" y="2708"/>
                    </a:cubicBezTo>
                    <a:cubicBezTo>
                      <a:pt x="911" y="2707"/>
                      <a:pt x="911" y="2705"/>
                      <a:pt x="913" y="2707"/>
                    </a:cubicBezTo>
                    <a:cubicBezTo>
                      <a:pt x="914" y="2709"/>
                      <a:pt x="913" y="2712"/>
                      <a:pt x="913" y="2714"/>
                    </a:cubicBezTo>
                    <a:cubicBezTo>
                      <a:pt x="914" y="2715"/>
                      <a:pt x="914" y="2716"/>
                      <a:pt x="914" y="2717"/>
                    </a:cubicBezTo>
                    <a:cubicBezTo>
                      <a:pt x="914" y="2719"/>
                      <a:pt x="914" y="2720"/>
                      <a:pt x="916" y="2720"/>
                    </a:cubicBezTo>
                    <a:cubicBezTo>
                      <a:pt x="919" y="2721"/>
                      <a:pt x="922" y="2722"/>
                      <a:pt x="925" y="2721"/>
                    </a:cubicBezTo>
                    <a:cubicBezTo>
                      <a:pt x="928" y="2720"/>
                      <a:pt x="926" y="2716"/>
                      <a:pt x="925" y="2714"/>
                    </a:cubicBezTo>
                    <a:cubicBezTo>
                      <a:pt x="924" y="2713"/>
                      <a:pt x="922" y="2713"/>
                      <a:pt x="922" y="2712"/>
                    </a:cubicBezTo>
                    <a:cubicBezTo>
                      <a:pt x="921" y="2711"/>
                      <a:pt x="921" y="2709"/>
                      <a:pt x="921" y="2708"/>
                    </a:cubicBezTo>
                    <a:cubicBezTo>
                      <a:pt x="921" y="2707"/>
                      <a:pt x="921" y="2704"/>
                      <a:pt x="922" y="2704"/>
                    </a:cubicBezTo>
                    <a:cubicBezTo>
                      <a:pt x="923" y="2703"/>
                      <a:pt x="927" y="2703"/>
                      <a:pt x="928" y="2704"/>
                    </a:cubicBezTo>
                    <a:cubicBezTo>
                      <a:pt x="929" y="2704"/>
                      <a:pt x="931" y="2705"/>
                      <a:pt x="932" y="2705"/>
                    </a:cubicBezTo>
                    <a:cubicBezTo>
                      <a:pt x="934" y="2706"/>
                      <a:pt x="935" y="2706"/>
                      <a:pt x="936" y="2706"/>
                    </a:cubicBezTo>
                    <a:cubicBezTo>
                      <a:pt x="937" y="2704"/>
                      <a:pt x="938" y="2702"/>
                      <a:pt x="937" y="2701"/>
                    </a:cubicBezTo>
                    <a:cubicBezTo>
                      <a:pt x="937" y="2699"/>
                      <a:pt x="936" y="2698"/>
                      <a:pt x="936" y="2696"/>
                    </a:cubicBezTo>
                    <a:cubicBezTo>
                      <a:pt x="936" y="2693"/>
                      <a:pt x="937" y="2689"/>
                      <a:pt x="938" y="2686"/>
                    </a:cubicBezTo>
                    <a:cubicBezTo>
                      <a:pt x="939" y="2685"/>
                      <a:pt x="940" y="2682"/>
                      <a:pt x="941" y="2683"/>
                    </a:cubicBezTo>
                    <a:cubicBezTo>
                      <a:pt x="943" y="2684"/>
                      <a:pt x="942" y="2687"/>
                      <a:pt x="942" y="2689"/>
                    </a:cubicBezTo>
                    <a:cubicBezTo>
                      <a:pt x="943" y="2693"/>
                      <a:pt x="948" y="2692"/>
                      <a:pt x="951" y="2690"/>
                    </a:cubicBezTo>
                    <a:cubicBezTo>
                      <a:pt x="953" y="2689"/>
                      <a:pt x="955" y="2688"/>
                      <a:pt x="955" y="2686"/>
                    </a:cubicBezTo>
                    <a:cubicBezTo>
                      <a:pt x="955" y="2684"/>
                      <a:pt x="954" y="2683"/>
                      <a:pt x="953" y="2681"/>
                    </a:cubicBezTo>
                    <a:cubicBezTo>
                      <a:pt x="952" y="2680"/>
                      <a:pt x="951" y="2680"/>
                      <a:pt x="950" y="2680"/>
                    </a:cubicBezTo>
                    <a:cubicBezTo>
                      <a:pt x="948" y="2678"/>
                      <a:pt x="953" y="2677"/>
                      <a:pt x="955" y="2678"/>
                    </a:cubicBezTo>
                    <a:cubicBezTo>
                      <a:pt x="956" y="2679"/>
                      <a:pt x="956" y="2680"/>
                      <a:pt x="957" y="2679"/>
                    </a:cubicBezTo>
                    <a:cubicBezTo>
                      <a:pt x="958" y="2677"/>
                      <a:pt x="957" y="2675"/>
                      <a:pt x="957" y="2673"/>
                    </a:cubicBezTo>
                    <a:cubicBezTo>
                      <a:pt x="956" y="2671"/>
                      <a:pt x="955" y="2671"/>
                      <a:pt x="954" y="2669"/>
                    </a:cubicBezTo>
                    <a:cubicBezTo>
                      <a:pt x="953" y="2668"/>
                      <a:pt x="952" y="2664"/>
                      <a:pt x="952" y="2662"/>
                    </a:cubicBezTo>
                    <a:cubicBezTo>
                      <a:pt x="953" y="2661"/>
                      <a:pt x="955" y="2660"/>
                      <a:pt x="957" y="2659"/>
                    </a:cubicBezTo>
                    <a:cubicBezTo>
                      <a:pt x="960" y="2659"/>
                      <a:pt x="959" y="2657"/>
                      <a:pt x="959" y="2654"/>
                    </a:cubicBezTo>
                    <a:cubicBezTo>
                      <a:pt x="957" y="2648"/>
                      <a:pt x="957" y="2639"/>
                      <a:pt x="961" y="2633"/>
                    </a:cubicBezTo>
                    <a:cubicBezTo>
                      <a:pt x="961" y="2632"/>
                      <a:pt x="963" y="2632"/>
                      <a:pt x="964" y="2630"/>
                    </a:cubicBezTo>
                    <a:cubicBezTo>
                      <a:pt x="965" y="2628"/>
                      <a:pt x="965" y="2625"/>
                      <a:pt x="965" y="2623"/>
                    </a:cubicBezTo>
                    <a:cubicBezTo>
                      <a:pt x="965" y="2619"/>
                      <a:pt x="964" y="2613"/>
                      <a:pt x="967" y="2610"/>
                    </a:cubicBezTo>
                    <a:cubicBezTo>
                      <a:pt x="968" y="2608"/>
                      <a:pt x="970" y="2608"/>
                      <a:pt x="970" y="2611"/>
                    </a:cubicBezTo>
                    <a:cubicBezTo>
                      <a:pt x="970" y="2616"/>
                      <a:pt x="969" y="2620"/>
                      <a:pt x="969" y="2625"/>
                    </a:cubicBezTo>
                    <a:cubicBezTo>
                      <a:pt x="969" y="2628"/>
                      <a:pt x="970" y="2630"/>
                      <a:pt x="972" y="2632"/>
                    </a:cubicBezTo>
                    <a:cubicBezTo>
                      <a:pt x="973" y="2634"/>
                      <a:pt x="974" y="2633"/>
                      <a:pt x="975" y="2631"/>
                    </a:cubicBezTo>
                    <a:cubicBezTo>
                      <a:pt x="977" y="2628"/>
                      <a:pt x="978" y="2625"/>
                      <a:pt x="980" y="2624"/>
                    </a:cubicBezTo>
                    <a:cubicBezTo>
                      <a:pt x="981" y="2622"/>
                      <a:pt x="982" y="2622"/>
                      <a:pt x="983" y="2625"/>
                    </a:cubicBezTo>
                    <a:cubicBezTo>
                      <a:pt x="983" y="2628"/>
                      <a:pt x="982" y="2632"/>
                      <a:pt x="981" y="2635"/>
                    </a:cubicBezTo>
                    <a:cubicBezTo>
                      <a:pt x="981" y="2638"/>
                      <a:pt x="979" y="2640"/>
                      <a:pt x="978" y="2643"/>
                    </a:cubicBezTo>
                    <a:cubicBezTo>
                      <a:pt x="975" y="2647"/>
                      <a:pt x="976" y="2652"/>
                      <a:pt x="977" y="2656"/>
                    </a:cubicBezTo>
                    <a:cubicBezTo>
                      <a:pt x="977" y="2658"/>
                      <a:pt x="978" y="2661"/>
                      <a:pt x="977" y="2663"/>
                    </a:cubicBezTo>
                    <a:cubicBezTo>
                      <a:pt x="977" y="2665"/>
                      <a:pt x="975" y="2667"/>
                      <a:pt x="976" y="2670"/>
                    </a:cubicBezTo>
                    <a:cubicBezTo>
                      <a:pt x="976" y="2672"/>
                      <a:pt x="977" y="2673"/>
                      <a:pt x="979" y="2675"/>
                    </a:cubicBezTo>
                    <a:cubicBezTo>
                      <a:pt x="979" y="2677"/>
                      <a:pt x="980" y="2679"/>
                      <a:pt x="982" y="2680"/>
                    </a:cubicBezTo>
                    <a:cubicBezTo>
                      <a:pt x="983" y="2678"/>
                      <a:pt x="983" y="2676"/>
                      <a:pt x="984" y="2673"/>
                    </a:cubicBezTo>
                    <a:cubicBezTo>
                      <a:pt x="984" y="2672"/>
                      <a:pt x="984" y="2669"/>
                      <a:pt x="986" y="2670"/>
                    </a:cubicBezTo>
                    <a:cubicBezTo>
                      <a:pt x="988" y="2670"/>
                      <a:pt x="987" y="2672"/>
                      <a:pt x="988" y="2673"/>
                    </a:cubicBezTo>
                    <a:cubicBezTo>
                      <a:pt x="988" y="2674"/>
                      <a:pt x="989" y="2675"/>
                      <a:pt x="990" y="2675"/>
                    </a:cubicBezTo>
                    <a:cubicBezTo>
                      <a:pt x="992" y="2678"/>
                      <a:pt x="993" y="2680"/>
                      <a:pt x="995" y="2683"/>
                    </a:cubicBezTo>
                    <a:cubicBezTo>
                      <a:pt x="995" y="2684"/>
                      <a:pt x="996" y="2686"/>
                      <a:pt x="998" y="2687"/>
                    </a:cubicBezTo>
                    <a:cubicBezTo>
                      <a:pt x="999" y="2688"/>
                      <a:pt x="1002" y="2689"/>
                      <a:pt x="1003" y="2687"/>
                    </a:cubicBezTo>
                    <a:cubicBezTo>
                      <a:pt x="1004" y="2685"/>
                      <a:pt x="1003" y="2682"/>
                      <a:pt x="1003" y="2681"/>
                    </a:cubicBezTo>
                    <a:cubicBezTo>
                      <a:pt x="1003" y="2680"/>
                      <a:pt x="1003" y="2678"/>
                      <a:pt x="1003" y="2678"/>
                    </a:cubicBezTo>
                    <a:cubicBezTo>
                      <a:pt x="1004" y="2677"/>
                      <a:pt x="1005" y="2678"/>
                      <a:pt x="1006" y="2678"/>
                    </a:cubicBezTo>
                    <a:cubicBezTo>
                      <a:pt x="1009" y="2679"/>
                      <a:pt x="1010" y="2673"/>
                      <a:pt x="1010" y="2671"/>
                    </a:cubicBezTo>
                    <a:cubicBezTo>
                      <a:pt x="1010" y="2670"/>
                      <a:pt x="1010" y="2669"/>
                      <a:pt x="1010" y="2668"/>
                    </a:cubicBezTo>
                    <a:cubicBezTo>
                      <a:pt x="1009" y="2666"/>
                      <a:pt x="1010" y="2663"/>
                      <a:pt x="1010" y="2661"/>
                    </a:cubicBezTo>
                    <a:cubicBezTo>
                      <a:pt x="1009" y="2660"/>
                      <a:pt x="1009" y="2660"/>
                      <a:pt x="1009" y="2659"/>
                    </a:cubicBezTo>
                    <a:cubicBezTo>
                      <a:pt x="1009" y="2657"/>
                      <a:pt x="1010" y="2655"/>
                      <a:pt x="1011" y="2653"/>
                    </a:cubicBezTo>
                    <a:cubicBezTo>
                      <a:pt x="1011" y="2651"/>
                      <a:pt x="1011" y="2649"/>
                      <a:pt x="1012" y="2647"/>
                    </a:cubicBezTo>
                    <a:cubicBezTo>
                      <a:pt x="1012" y="2646"/>
                      <a:pt x="1012" y="2645"/>
                      <a:pt x="1012" y="2644"/>
                    </a:cubicBezTo>
                    <a:cubicBezTo>
                      <a:pt x="1013" y="2643"/>
                      <a:pt x="1014" y="2642"/>
                      <a:pt x="1014" y="2641"/>
                    </a:cubicBezTo>
                    <a:cubicBezTo>
                      <a:pt x="1016" y="2640"/>
                      <a:pt x="1017" y="2637"/>
                      <a:pt x="1017" y="2636"/>
                    </a:cubicBezTo>
                    <a:cubicBezTo>
                      <a:pt x="1019" y="2635"/>
                      <a:pt x="1020" y="2634"/>
                      <a:pt x="1022" y="2633"/>
                    </a:cubicBezTo>
                    <a:cubicBezTo>
                      <a:pt x="1024" y="2632"/>
                      <a:pt x="1026" y="2632"/>
                      <a:pt x="1028" y="2631"/>
                    </a:cubicBezTo>
                    <a:cubicBezTo>
                      <a:pt x="1031" y="2630"/>
                      <a:pt x="1034" y="2626"/>
                      <a:pt x="1037" y="2623"/>
                    </a:cubicBezTo>
                    <a:cubicBezTo>
                      <a:pt x="1040" y="2620"/>
                      <a:pt x="1042" y="2618"/>
                      <a:pt x="1046" y="2617"/>
                    </a:cubicBezTo>
                    <a:cubicBezTo>
                      <a:pt x="1047" y="2616"/>
                      <a:pt x="1049" y="2616"/>
                      <a:pt x="1049" y="2618"/>
                    </a:cubicBezTo>
                    <a:cubicBezTo>
                      <a:pt x="1049" y="2620"/>
                      <a:pt x="1047" y="2622"/>
                      <a:pt x="1046" y="2623"/>
                    </a:cubicBezTo>
                    <a:cubicBezTo>
                      <a:pt x="1045" y="2624"/>
                      <a:pt x="1043" y="2627"/>
                      <a:pt x="1045" y="2628"/>
                    </a:cubicBezTo>
                    <a:cubicBezTo>
                      <a:pt x="1047" y="2629"/>
                      <a:pt x="1051" y="2626"/>
                      <a:pt x="1053" y="2625"/>
                    </a:cubicBezTo>
                    <a:cubicBezTo>
                      <a:pt x="1055" y="2624"/>
                      <a:pt x="1065" y="2620"/>
                      <a:pt x="1060" y="2618"/>
                    </a:cubicBezTo>
                    <a:cubicBezTo>
                      <a:pt x="1059" y="2617"/>
                      <a:pt x="1056" y="2618"/>
                      <a:pt x="1056" y="2615"/>
                    </a:cubicBezTo>
                    <a:cubicBezTo>
                      <a:pt x="1056" y="2613"/>
                      <a:pt x="1060" y="2612"/>
                      <a:pt x="1062" y="2612"/>
                    </a:cubicBezTo>
                    <a:cubicBezTo>
                      <a:pt x="1066" y="2611"/>
                      <a:pt x="1072" y="2609"/>
                      <a:pt x="1074" y="2605"/>
                    </a:cubicBezTo>
                    <a:cubicBezTo>
                      <a:pt x="1075" y="2602"/>
                      <a:pt x="1074" y="2601"/>
                      <a:pt x="1073" y="2599"/>
                    </a:cubicBezTo>
                    <a:cubicBezTo>
                      <a:pt x="1072" y="2597"/>
                      <a:pt x="1071" y="2595"/>
                      <a:pt x="1071" y="2593"/>
                    </a:cubicBezTo>
                    <a:cubicBezTo>
                      <a:pt x="1071" y="2592"/>
                      <a:pt x="1071" y="2592"/>
                      <a:pt x="1071" y="2591"/>
                    </a:cubicBezTo>
                    <a:cubicBezTo>
                      <a:pt x="1070" y="2590"/>
                      <a:pt x="1069" y="2590"/>
                      <a:pt x="1069" y="2589"/>
                    </a:cubicBezTo>
                    <a:cubicBezTo>
                      <a:pt x="1067" y="2587"/>
                      <a:pt x="1065" y="2586"/>
                      <a:pt x="1063" y="2584"/>
                    </a:cubicBezTo>
                    <a:cubicBezTo>
                      <a:pt x="1060" y="2583"/>
                      <a:pt x="1054" y="2580"/>
                      <a:pt x="1056" y="2576"/>
                    </a:cubicBezTo>
                    <a:cubicBezTo>
                      <a:pt x="1057" y="2575"/>
                      <a:pt x="1057" y="2573"/>
                      <a:pt x="1057" y="2572"/>
                    </a:cubicBezTo>
                    <a:cubicBezTo>
                      <a:pt x="1057" y="2571"/>
                      <a:pt x="1056" y="2571"/>
                      <a:pt x="1054" y="2570"/>
                    </a:cubicBezTo>
                    <a:cubicBezTo>
                      <a:pt x="1053" y="2570"/>
                      <a:pt x="1052" y="2569"/>
                      <a:pt x="1051" y="2567"/>
                    </a:cubicBezTo>
                    <a:cubicBezTo>
                      <a:pt x="1052" y="2565"/>
                      <a:pt x="1057" y="2565"/>
                      <a:pt x="1056" y="2563"/>
                    </a:cubicBezTo>
                    <a:cubicBezTo>
                      <a:pt x="1055" y="2561"/>
                      <a:pt x="1049" y="2561"/>
                      <a:pt x="1047" y="2561"/>
                    </a:cubicBezTo>
                    <a:cubicBezTo>
                      <a:pt x="1044" y="2562"/>
                      <a:pt x="1042" y="2564"/>
                      <a:pt x="1040" y="2565"/>
                    </a:cubicBezTo>
                    <a:cubicBezTo>
                      <a:pt x="1038" y="2566"/>
                      <a:pt x="1037" y="2566"/>
                      <a:pt x="1035" y="2566"/>
                    </a:cubicBezTo>
                    <a:cubicBezTo>
                      <a:pt x="1033" y="2567"/>
                      <a:pt x="1030" y="2567"/>
                      <a:pt x="1028" y="2567"/>
                    </a:cubicBezTo>
                    <a:cubicBezTo>
                      <a:pt x="1022" y="2567"/>
                      <a:pt x="1016" y="2566"/>
                      <a:pt x="1010" y="2567"/>
                    </a:cubicBezTo>
                    <a:cubicBezTo>
                      <a:pt x="1008" y="2568"/>
                      <a:pt x="1005" y="2568"/>
                      <a:pt x="1002" y="2569"/>
                    </a:cubicBezTo>
                    <a:cubicBezTo>
                      <a:pt x="1000" y="2570"/>
                      <a:pt x="998" y="2570"/>
                      <a:pt x="996" y="2573"/>
                    </a:cubicBezTo>
                    <a:cubicBezTo>
                      <a:pt x="996" y="2575"/>
                      <a:pt x="995" y="2576"/>
                      <a:pt x="994" y="2578"/>
                    </a:cubicBezTo>
                    <a:cubicBezTo>
                      <a:pt x="993" y="2580"/>
                      <a:pt x="993" y="2582"/>
                      <a:pt x="990" y="2583"/>
                    </a:cubicBezTo>
                    <a:cubicBezTo>
                      <a:pt x="986" y="2584"/>
                      <a:pt x="982" y="2583"/>
                      <a:pt x="978" y="2583"/>
                    </a:cubicBezTo>
                    <a:cubicBezTo>
                      <a:pt x="975" y="2583"/>
                      <a:pt x="971" y="2582"/>
                      <a:pt x="968" y="2581"/>
                    </a:cubicBezTo>
                    <a:cubicBezTo>
                      <a:pt x="967" y="2581"/>
                      <a:pt x="966" y="2581"/>
                      <a:pt x="965" y="2581"/>
                    </a:cubicBezTo>
                    <a:cubicBezTo>
                      <a:pt x="962" y="2580"/>
                      <a:pt x="960" y="2581"/>
                      <a:pt x="957" y="2580"/>
                    </a:cubicBezTo>
                    <a:cubicBezTo>
                      <a:pt x="955" y="2580"/>
                      <a:pt x="954" y="2580"/>
                      <a:pt x="952" y="2579"/>
                    </a:cubicBezTo>
                    <a:cubicBezTo>
                      <a:pt x="952" y="2579"/>
                      <a:pt x="950" y="2578"/>
                      <a:pt x="949" y="2578"/>
                    </a:cubicBezTo>
                    <a:cubicBezTo>
                      <a:pt x="948" y="2579"/>
                      <a:pt x="949" y="2583"/>
                      <a:pt x="950" y="2584"/>
                    </a:cubicBezTo>
                    <a:cubicBezTo>
                      <a:pt x="951" y="2586"/>
                      <a:pt x="953" y="2587"/>
                      <a:pt x="954" y="2589"/>
                    </a:cubicBezTo>
                    <a:cubicBezTo>
                      <a:pt x="955" y="2592"/>
                      <a:pt x="953" y="2593"/>
                      <a:pt x="951" y="2591"/>
                    </a:cubicBezTo>
                    <a:cubicBezTo>
                      <a:pt x="949" y="2590"/>
                      <a:pt x="946" y="2587"/>
                      <a:pt x="944" y="2586"/>
                    </a:cubicBezTo>
                    <a:cubicBezTo>
                      <a:pt x="942" y="2584"/>
                      <a:pt x="940" y="2582"/>
                      <a:pt x="938" y="2581"/>
                    </a:cubicBezTo>
                    <a:cubicBezTo>
                      <a:pt x="935" y="2580"/>
                      <a:pt x="930" y="2579"/>
                      <a:pt x="928" y="2576"/>
                    </a:cubicBezTo>
                    <a:cubicBezTo>
                      <a:pt x="926" y="2573"/>
                      <a:pt x="924" y="2572"/>
                      <a:pt x="922" y="2570"/>
                    </a:cubicBezTo>
                    <a:cubicBezTo>
                      <a:pt x="920" y="2569"/>
                      <a:pt x="919" y="2570"/>
                      <a:pt x="919" y="2572"/>
                    </a:cubicBezTo>
                    <a:cubicBezTo>
                      <a:pt x="918" y="2575"/>
                      <a:pt x="919" y="2578"/>
                      <a:pt x="920" y="2580"/>
                    </a:cubicBezTo>
                    <a:cubicBezTo>
                      <a:pt x="920" y="2582"/>
                      <a:pt x="920" y="2584"/>
                      <a:pt x="919" y="2585"/>
                    </a:cubicBezTo>
                    <a:cubicBezTo>
                      <a:pt x="918" y="2586"/>
                      <a:pt x="915" y="2586"/>
                      <a:pt x="914" y="2587"/>
                    </a:cubicBezTo>
                    <a:cubicBezTo>
                      <a:pt x="911" y="2587"/>
                      <a:pt x="906" y="2589"/>
                      <a:pt x="904" y="2586"/>
                    </a:cubicBezTo>
                    <a:cubicBezTo>
                      <a:pt x="902" y="2585"/>
                      <a:pt x="902" y="2583"/>
                      <a:pt x="903" y="2581"/>
                    </a:cubicBezTo>
                    <a:cubicBezTo>
                      <a:pt x="904" y="2578"/>
                      <a:pt x="904" y="2575"/>
                      <a:pt x="907" y="2573"/>
                    </a:cubicBezTo>
                    <a:cubicBezTo>
                      <a:pt x="908" y="2572"/>
                      <a:pt x="908" y="2572"/>
                      <a:pt x="909" y="2571"/>
                    </a:cubicBezTo>
                    <a:cubicBezTo>
                      <a:pt x="910" y="2570"/>
                      <a:pt x="910" y="2570"/>
                      <a:pt x="911" y="2570"/>
                    </a:cubicBezTo>
                    <a:cubicBezTo>
                      <a:pt x="912" y="2569"/>
                      <a:pt x="912" y="2568"/>
                      <a:pt x="912" y="2567"/>
                    </a:cubicBezTo>
                    <a:cubicBezTo>
                      <a:pt x="912" y="2566"/>
                      <a:pt x="911" y="2564"/>
                      <a:pt x="910" y="2563"/>
                    </a:cubicBezTo>
                    <a:cubicBezTo>
                      <a:pt x="909" y="2562"/>
                      <a:pt x="906" y="2562"/>
                      <a:pt x="904" y="2562"/>
                    </a:cubicBezTo>
                    <a:cubicBezTo>
                      <a:pt x="902" y="2561"/>
                      <a:pt x="899" y="2561"/>
                      <a:pt x="896" y="2560"/>
                    </a:cubicBezTo>
                    <a:cubicBezTo>
                      <a:pt x="894" y="2560"/>
                      <a:pt x="892" y="2559"/>
                      <a:pt x="890" y="2559"/>
                    </a:cubicBezTo>
                    <a:cubicBezTo>
                      <a:pt x="887" y="2558"/>
                      <a:pt x="885" y="2558"/>
                      <a:pt x="883" y="2558"/>
                    </a:cubicBezTo>
                    <a:cubicBezTo>
                      <a:pt x="882" y="2558"/>
                      <a:pt x="881" y="2557"/>
                      <a:pt x="880" y="2557"/>
                    </a:cubicBezTo>
                    <a:cubicBezTo>
                      <a:pt x="879" y="2557"/>
                      <a:pt x="878" y="2556"/>
                      <a:pt x="877" y="2556"/>
                    </a:cubicBezTo>
                    <a:cubicBezTo>
                      <a:pt x="875" y="2555"/>
                      <a:pt x="872" y="2554"/>
                      <a:pt x="871" y="2555"/>
                    </a:cubicBezTo>
                    <a:cubicBezTo>
                      <a:pt x="870" y="2557"/>
                      <a:pt x="871" y="2560"/>
                      <a:pt x="869" y="2560"/>
                    </a:cubicBezTo>
                    <a:cubicBezTo>
                      <a:pt x="866" y="2560"/>
                      <a:pt x="867" y="2556"/>
                      <a:pt x="866" y="2555"/>
                    </a:cubicBezTo>
                    <a:cubicBezTo>
                      <a:pt x="865" y="2552"/>
                      <a:pt x="864" y="2549"/>
                      <a:pt x="862" y="2547"/>
                    </a:cubicBezTo>
                    <a:cubicBezTo>
                      <a:pt x="861" y="2545"/>
                      <a:pt x="860" y="2545"/>
                      <a:pt x="859" y="2545"/>
                    </a:cubicBezTo>
                    <a:cubicBezTo>
                      <a:pt x="855" y="2544"/>
                      <a:pt x="852" y="2540"/>
                      <a:pt x="850" y="2537"/>
                    </a:cubicBezTo>
                    <a:cubicBezTo>
                      <a:pt x="848" y="2535"/>
                      <a:pt x="845" y="2533"/>
                      <a:pt x="843" y="2530"/>
                    </a:cubicBezTo>
                    <a:cubicBezTo>
                      <a:pt x="842" y="2529"/>
                      <a:pt x="840" y="2526"/>
                      <a:pt x="837" y="2525"/>
                    </a:cubicBezTo>
                    <a:cubicBezTo>
                      <a:pt x="835" y="2525"/>
                      <a:pt x="834" y="2528"/>
                      <a:pt x="833" y="2530"/>
                    </a:cubicBezTo>
                    <a:cubicBezTo>
                      <a:pt x="831" y="2532"/>
                      <a:pt x="828" y="2531"/>
                      <a:pt x="826" y="2531"/>
                    </a:cubicBezTo>
                    <a:cubicBezTo>
                      <a:pt x="824" y="2531"/>
                      <a:pt x="821" y="2531"/>
                      <a:pt x="823" y="2533"/>
                    </a:cubicBezTo>
                    <a:cubicBezTo>
                      <a:pt x="825" y="2536"/>
                      <a:pt x="828" y="2538"/>
                      <a:pt x="830" y="2541"/>
                    </a:cubicBezTo>
                    <a:cubicBezTo>
                      <a:pt x="835" y="2546"/>
                      <a:pt x="840" y="2551"/>
                      <a:pt x="844" y="2556"/>
                    </a:cubicBezTo>
                    <a:cubicBezTo>
                      <a:pt x="840" y="2556"/>
                      <a:pt x="834" y="2557"/>
                      <a:pt x="830" y="2555"/>
                    </a:cubicBezTo>
                    <a:cubicBezTo>
                      <a:pt x="827" y="2554"/>
                      <a:pt x="827" y="2551"/>
                      <a:pt x="827" y="2549"/>
                    </a:cubicBezTo>
                    <a:cubicBezTo>
                      <a:pt x="826" y="2543"/>
                      <a:pt x="822" y="2537"/>
                      <a:pt x="816" y="2535"/>
                    </a:cubicBezTo>
                    <a:cubicBezTo>
                      <a:pt x="811" y="2534"/>
                      <a:pt x="804" y="2534"/>
                      <a:pt x="799" y="2535"/>
                    </a:cubicBezTo>
                    <a:cubicBezTo>
                      <a:pt x="796" y="2536"/>
                      <a:pt x="793" y="2537"/>
                      <a:pt x="790" y="2538"/>
                    </a:cubicBezTo>
                    <a:cubicBezTo>
                      <a:pt x="786" y="2538"/>
                      <a:pt x="783" y="2538"/>
                      <a:pt x="779" y="2537"/>
                    </a:cubicBezTo>
                    <a:cubicBezTo>
                      <a:pt x="776" y="2536"/>
                      <a:pt x="772" y="2535"/>
                      <a:pt x="769" y="2535"/>
                    </a:cubicBezTo>
                    <a:cubicBezTo>
                      <a:pt x="766" y="2535"/>
                      <a:pt x="764" y="2536"/>
                      <a:pt x="761" y="2537"/>
                    </a:cubicBezTo>
                    <a:cubicBezTo>
                      <a:pt x="755" y="2538"/>
                      <a:pt x="749" y="2535"/>
                      <a:pt x="742" y="2536"/>
                    </a:cubicBezTo>
                    <a:cubicBezTo>
                      <a:pt x="740" y="2536"/>
                      <a:pt x="737" y="2537"/>
                      <a:pt x="734" y="2535"/>
                    </a:cubicBezTo>
                    <a:cubicBezTo>
                      <a:pt x="732" y="2534"/>
                      <a:pt x="731" y="2530"/>
                      <a:pt x="732" y="2528"/>
                    </a:cubicBezTo>
                    <a:cubicBezTo>
                      <a:pt x="735" y="2520"/>
                      <a:pt x="747" y="2530"/>
                      <a:pt x="752" y="2527"/>
                    </a:cubicBezTo>
                    <a:cubicBezTo>
                      <a:pt x="753" y="2527"/>
                      <a:pt x="754" y="2526"/>
                      <a:pt x="755" y="2524"/>
                    </a:cubicBezTo>
                    <a:cubicBezTo>
                      <a:pt x="756" y="2524"/>
                      <a:pt x="756" y="2522"/>
                      <a:pt x="757" y="2522"/>
                    </a:cubicBezTo>
                    <a:cubicBezTo>
                      <a:pt x="759" y="2521"/>
                      <a:pt x="761" y="2525"/>
                      <a:pt x="761" y="2526"/>
                    </a:cubicBezTo>
                    <a:cubicBezTo>
                      <a:pt x="763" y="2529"/>
                      <a:pt x="766" y="2530"/>
                      <a:pt x="769" y="2530"/>
                    </a:cubicBezTo>
                    <a:cubicBezTo>
                      <a:pt x="771" y="2529"/>
                      <a:pt x="771" y="2529"/>
                      <a:pt x="773" y="2529"/>
                    </a:cubicBezTo>
                    <a:cubicBezTo>
                      <a:pt x="775" y="2529"/>
                      <a:pt x="777" y="2530"/>
                      <a:pt x="778" y="2529"/>
                    </a:cubicBezTo>
                    <a:cubicBezTo>
                      <a:pt x="779" y="2529"/>
                      <a:pt x="779" y="2529"/>
                      <a:pt x="780" y="2529"/>
                    </a:cubicBezTo>
                    <a:cubicBezTo>
                      <a:pt x="782" y="2528"/>
                      <a:pt x="783" y="2528"/>
                      <a:pt x="784" y="2528"/>
                    </a:cubicBezTo>
                    <a:cubicBezTo>
                      <a:pt x="786" y="2528"/>
                      <a:pt x="786" y="2527"/>
                      <a:pt x="787" y="2527"/>
                    </a:cubicBezTo>
                    <a:cubicBezTo>
                      <a:pt x="788" y="2526"/>
                      <a:pt x="788" y="2526"/>
                      <a:pt x="789" y="2526"/>
                    </a:cubicBezTo>
                    <a:cubicBezTo>
                      <a:pt x="789" y="2525"/>
                      <a:pt x="790" y="2525"/>
                      <a:pt x="790" y="2525"/>
                    </a:cubicBezTo>
                    <a:cubicBezTo>
                      <a:pt x="791" y="2524"/>
                      <a:pt x="791" y="2523"/>
                      <a:pt x="790" y="2522"/>
                    </a:cubicBezTo>
                    <a:cubicBezTo>
                      <a:pt x="790" y="2521"/>
                      <a:pt x="788" y="2520"/>
                      <a:pt x="788" y="2519"/>
                    </a:cubicBezTo>
                    <a:cubicBezTo>
                      <a:pt x="788" y="2518"/>
                      <a:pt x="789" y="2516"/>
                      <a:pt x="790" y="2516"/>
                    </a:cubicBezTo>
                    <a:cubicBezTo>
                      <a:pt x="791" y="2515"/>
                      <a:pt x="794" y="2516"/>
                      <a:pt x="794" y="2515"/>
                    </a:cubicBezTo>
                    <a:cubicBezTo>
                      <a:pt x="795" y="2513"/>
                      <a:pt x="795" y="2511"/>
                      <a:pt x="794" y="2510"/>
                    </a:cubicBezTo>
                    <a:cubicBezTo>
                      <a:pt x="794" y="2508"/>
                      <a:pt x="794" y="2507"/>
                      <a:pt x="794" y="2505"/>
                    </a:cubicBezTo>
                    <a:cubicBezTo>
                      <a:pt x="794" y="2502"/>
                      <a:pt x="794" y="2500"/>
                      <a:pt x="798" y="2499"/>
                    </a:cubicBezTo>
                    <a:cubicBezTo>
                      <a:pt x="799" y="2498"/>
                      <a:pt x="800" y="2498"/>
                      <a:pt x="802" y="2498"/>
                    </a:cubicBezTo>
                    <a:cubicBezTo>
                      <a:pt x="804" y="2499"/>
                      <a:pt x="805" y="2500"/>
                      <a:pt x="806" y="2502"/>
                    </a:cubicBezTo>
                    <a:cubicBezTo>
                      <a:pt x="807" y="2503"/>
                      <a:pt x="809" y="2504"/>
                      <a:pt x="810" y="2505"/>
                    </a:cubicBezTo>
                    <a:cubicBezTo>
                      <a:pt x="812" y="2506"/>
                      <a:pt x="813" y="2508"/>
                      <a:pt x="814" y="2509"/>
                    </a:cubicBezTo>
                    <a:cubicBezTo>
                      <a:pt x="815" y="2509"/>
                      <a:pt x="817" y="2510"/>
                      <a:pt x="818" y="2510"/>
                    </a:cubicBezTo>
                    <a:cubicBezTo>
                      <a:pt x="819" y="2511"/>
                      <a:pt x="820" y="2513"/>
                      <a:pt x="821" y="2514"/>
                    </a:cubicBezTo>
                    <a:cubicBezTo>
                      <a:pt x="823" y="2516"/>
                      <a:pt x="825" y="2517"/>
                      <a:pt x="828" y="2516"/>
                    </a:cubicBezTo>
                    <a:cubicBezTo>
                      <a:pt x="830" y="2516"/>
                      <a:pt x="831" y="2515"/>
                      <a:pt x="832" y="2514"/>
                    </a:cubicBezTo>
                    <a:cubicBezTo>
                      <a:pt x="832" y="2513"/>
                      <a:pt x="833" y="2511"/>
                      <a:pt x="833" y="2510"/>
                    </a:cubicBezTo>
                    <a:cubicBezTo>
                      <a:pt x="834" y="2509"/>
                      <a:pt x="837" y="2507"/>
                      <a:pt x="839" y="2507"/>
                    </a:cubicBezTo>
                    <a:cubicBezTo>
                      <a:pt x="840" y="2508"/>
                      <a:pt x="840" y="2510"/>
                      <a:pt x="840" y="2511"/>
                    </a:cubicBezTo>
                    <a:cubicBezTo>
                      <a:pt x="840" y="2512"/>
                      <a:pt x="840" y="2513"/>
                      <a:pt x="842" y="2514"/>
                    </a:cubicBezTo>
                    <a:cubicBezTo>
                      <a:pt x="844" y="2515"/>
                      <a:pt x="848" y="2513"/>
                      <a:pt x="851" y="2513"/>
                    </a:cubicBezTo>
                    <a:cubicBezTo>
                      <a:pt x="854" y="2512"/>
                      <a:pt x="856" y="2512"/>
                      <a:pt x="859" y="2512"/>
                    </a:cubicBezTo>
                    <a:cubicBezTo>
                      <a:pt x="862" y="2512"/>
                      <a:pt x="864" y="2511"/>
                      <a:pt x="866" y="2510"/>
                    </a:cubicBezTo>
                    <a:cubicBezTo>
                      <a:pt x="867" y="2509"/>
                      <a:pt x="870" y="2510"/>
                      <a:pt x="872" y="2508"/>
                    </a:cubicBezTo>
                    <a:cubicBezTo>
                      <a:pt x="874" y="2505"/>
                      <a:pt x="868" y="2503"/>
                      <a:pt x="868" y="2500"/>
                    </a:cubicBezTo>
                    <a:cubicBezTo>
                      <a:pt x="869" y="2498"/>
                      <a:pt x="872" y="2495"/>
                      <a:pt x="875" y="2496"/>
                    </a:cubicBezTo>
                    <a:cubicBezTo>
                      <a:pt x="876" y="2498"/>
                      <a:pt x="877" y="2500"/>
                      <a:pt x="879" y="2502"/>
                    </a:cubicBezTo>
                    <a:cubicBezTo>
                      <a:pt x="880" y="2503"/>
                      <a:pt x="881" y="2505"/>
                      <a:pt x="883" y="2506"/>
                    </a:cubicBezTo>
                    <a:cubicBezTo>
                      <a:pt x="884" y="2506"/>
                      <a:pt x="885" y="2506"/>
                      <a:pt x="886" y="2506"/>
                    </a:cubicBezTo>
                    <a:cubicBezTo>
                      <a:pt x="887" y="2506"/>
                      <a:pt x="888" y="2507"/>
                      <a:pt x="889" y="2508"/>
                    </a:cubicBezTo>
                    <a:cubicBezTo>
                      <a:pt x="891" y="2509"/>
                      <a:pt x="894" y="2510"/>
                      <a:pt x="896" y="2511"/>
                    </a:cubicBezTo>
                    <a:cubicBezTo>
                      <a:pt x="899" y="2512"/>
                      <a:pt x="901" y="2514"/>
                      <a:pt x="902" y="2518"/>
                    </a:cubicBezTo>
                    <a:cubicBezTo>
                      <a:pt x="902" y="2519"/>
                      <a:pt x="903" y="2526"/>
                      <a:pt x="905" y="2526"/>
                    </a:cubicBezTo>
                    <a:cubicBezTo>
                      <a:pt x="905" y="2526"/>
                      <a:pt x="906" y="2526"/>
                      <a:pt x="907" y="2525"/>
                    </a:cubicBezTo>
                    <a:cubicBezTo>
                      <a:pt x="908" y="2525"/>
                      <a:pt x="909" y="2524"/>
                      <a:pt x="910" y="2525"/>
                    </a:cubicBezTo>
                    <a:cubicBezTo>
                      <a:pt x="914" y="2526"/>
                      <a:pt x="916" y="2530"/>
                      <a:pt x="918" y="2532"/>
                    </a:cubicBezTo>
                    <a:cubicBezTo>
                      <a:pt x="922" y="2535"/>
                      <a:pt x="921" y="2531"/>
                      <a:pt x="921" y="2529"/>
                    </a:cubicBezTo>
                    <a:cubicBezTo>
                      <a:pt x="920" y="2527"/>
                      <a:pt x="918" y="2523"/>
                      <a:pt x="920" y="2522"/>
                    </a:cubicBezTo>
                    <a:cubicBezTo>
                      <a:pt x="921" y="2521"/>
                      <a:pt x="922" y="2521"/>
                      <a:pt x="922" y="2521"/>
                    </a:cubicBezTo>
                    <a:cubicBezTo>
                      <a:pt x="923" y="2520"/>
                      <a:pt x="924" y="2520"/>
                      <a:pt x="925" y="2519"/>
                    </a:cubicBezTo>
                    <a:cubicBezTo>
                      <a:pt x="927" y="2514"/>
                      <a:pt x="923" y="2507"/>
                      <a:pt x="920" y="2503"/>
                    </a:cubicBezTo>
                    <a:cubicBezTo>
                      <a:pt x="918" y="2501"/>
                      <a:pt x="916" y="2499"/>
                      <a:pt x="915" y="2496"/>
                    </a:cubicBezTo>
                    <a:cubicBezTo>
                      <a:pt x="915" y="2494"/>
                      <a:pt x="918" y="2493"/>
                      <a:pt x="918" y="2491"/>
                    </a:cubicBezTo>
                    <a:cubicBezTo>
                      <a:pt x="919" y="2487"/>
                      <a:pt x="915" y="2483"/>
                      <a:pt x="914" y="2481"/>
                    </a:cubicBezTo>
                    <a:cubicBezTo>
                      <a:pt x="913" y="2479"/>
                      <a:pt x="910" y="2473"/>
                      <a:pt x="914" y="2473"/>
                    </a:cubicBezTo>
                    <a:cubicBezTo>
                      <a:pt x="917" y="2473"/>
                      <a:pt x="918" y="2478"/>
                      <a:pt x="918" y="2480"/>
                    </a:cubicBezTo>
                    <a:cubicBezTo>
                      <a:pt x="919" y="2483"/>
                      <a:pt x="919" y="2486"/>
                      <a:pt x="920" y="2489"/>
                    </a:cubicBezTo>
                    <a:cubicBezTo>
                      <a:pt x="922" y="2492"/>
                      <a:pt x="924" y="2495"/>
                      <a:pt x="925" y="2498"/>
                    </a:cubicBezTo>
                    <a:cubicBezTo>
                      <a:pt x="926" y="2501"/>
                      <a:pt x="927" y="2504"/>
                      <a:pt x="929" y="2506"/>
                    </a:cubicBezTo>
                    <a:cubicBezTo>
                      <a:pt x="932" y="2507"/>
                      <a:pt x="935" y="2507"/>
                      <a:pt x="938" y="2507"/>
                    </a:cubicBezTo>
                    <a:cubicBezTo>
                      <a:pt x="941" y="2509"/>
                      <a:pt x="942" y="2512"/>
                      <a:pt x="942" y="2515"/>
                    </a:cubicBezTo>
                    <a:cubicBezTo>
                      <a:pt x="942" y="2519"/>
                      <a:pt x="942" y="2524"/>
                      <a:pt x="946" y="2525"/>
                    </a:cubicBezTo>
                    <a:cubicBezTo>
                      <a:pt x="949" y="2527"/>
                      <a:pt x="952" y="2525"/>
                      <a:pt x="955" y="2524"/>
                    </a:cubicBezTo>
                    <a:cubicBezTo>
                      <a:pt x="958" y="2523"/>
                      <a:pt x="960" y="2523"/>
                      <a:pt x="961" y="2526"/>
                    </a:cubicBezTo>
                    <a:cubicBezTo>
                      <a:pt x="962" y="2528"/>
                      <a:pt x="962" y="2532"/>
                      <a:pt x="965" y="2533"/>
                    </a:cubicBezTo>
                    <a:cubicBezTo>
                      <a:pt x="967" y="2535"/>
                      <a:pt x="970" y="2533"/>
                      <a:pt x="971" y="2531"/>
                    </a:cubicBezTo>
                    <a:cubicBezTo>
                      <a:pt x="972" y="2528"/>
                      <a:pt x="971" y="2526"/>
                      <a:pt x="971" y="2523"/>
                    </a:cubicBezTo>
                    <a:cubicBezTo>
                      <a:pt x="972" y="2518"/>
                      <a:pt x="977" y="2516"/>
                      <a:pt x="977" y="2510"/>
                    </a:cubicBezTo>
                    <a:cubicBezTo>
                      <a:pt x="977" y="2505"/>
                      <a:pt x="974" y="2501"/>
                      <a:pt x="970" y="2497"/>
                    </a:cubicBezTo>
                    <a:cubicBezTo>
                      <a:pt x="966" y="2493"/>
                      <a:pt x="962" y="2489"/>
                      <a:pt x="957" y="2486"/>
                    </a:cubicBezTo>
                    <a:cubicBezTo>
                      <a:pt x="953" y="2484"/>
                      <a:pt x="949" y="2481"/>
                      <a:pt x="948" y="2477"/>
                    </a:cubicBezTo>
                    <a:cubicBezTo>
                      <a:pt x="947" y="2474"/>
                      <a:pt x="947" y="2472"/>
                      <a:pt x="948" y="2470"/>
                    </a:cubicBezTo>
                    <a:cubicBezTo>
                      <a:pt x="949" y="2468"/>
                      <a:pt x="951" y="2466"/>
                      <a:pt x="951" y="2463"/>
                    </a:cubicBezTo>
                    <a:cubicBezTo>
                      <a:pt x="951" y="2458"/>
                      <a:pt x="943" y="2456"/>
                      <a:pt x="940" y="2458"/>
                    </a:cubicBezTo>
                    <a:cubicBezTo>
                      <a:pt x="936" y="2461"/>
                      <a:pt x="934" y="2467"/>
                      <a:pt x="933" y="2471"/>
                    </a:cubicBezTo>
                    <a:cubicBezTo>
                      <a:pt x="933" y="2473"/>
                      <a:pt x="933" y="2476"/>
                      <a:pt x="933" y="2478"/>
                    </a:cubicBezTo>
                    <a:cubicBezTo>
                      <a:pt x="931" y="2476"/>
                      <a:pt x="928" y="2472"/>
                      <a:pt x="928" y="2468"/>
                    </a:cubicBezTo>
                    <a:cubicBezTo>
                      <a:pt x="929" y="2466"/>
                      <a:pt x="930" y="2464"/>
                      <a:pt x="931" y="2463"/>
                    </a:cubicBezTo>
                    <a:cubicBezTo>
                      <a:pt x="931" y="2462"/>
                      <a:pt x="932" y="2460"/>
                      <a:pt x="931" y="2459"/>
                    </a:cubicBezTo>
                    <a:cubicBezTo>
                      <a:pt x="930" y="2458"/>
                      <a:pt x="923" y="2458"/>
                      <a:pt x="923" y="2455"/>
                    </a:cubicBezTo>
                    <a:cubicBezTo>
                      <a:pt x="923" y="2453"/>
                      <a:pt x="927" y="2453"/>
                      <a:pt x="928" y="2452"/>
                    </a:cubicBezTo>
                    <a:cubicBezTo>
                      <a:pt x="931" y="2452"/>
                      <a:pt x="934" y="2452"/>
                      <a:pt x="937" y="2453"/>
                    </a:cubicBezTo>
                    <a:cubicBezTo>
                      <a:pt x="938" y="2453"/>
                      <a:pt x="941" y="2454"/>
                      <a:pt x="942" y="2453"/>
                    </a:cubicBezTo>
                    <a:cubicBezTo>
                      <a:pt x="944" y="2453"/>
                      <a:pt x="945" y="2451"/>
                      <a:pt x="946" y="2449"/>
                    </a:cubicBezTo>
                    <a:cubicBezTo>
                      <a:pt x="946" y="2448"/>
                      <a:pt x="947" y="2445"/>
                      <a:pt x="949" y="2445"/>
                    </a:cubicBezTo>
                    <a:cubicBezTo>
                      <a:pt x="951" y="2445"/>
                      <a:pt x="951" y="2447"/>
                      <a:pt x="952" y="2448"/>
                    </a:cubicBezTo>
                    <a:cubicBezTo>
                      <a:pt x="953" y="2452"/>
                      <a:pt x="954" y="2456"/>
                      <a:pt x="955" y="2460"/>
                    </a:cubicBezTo>
                    <a:cubicBezTo>
                      <a:pt x="955" y="2464"/>
                      <a:pt x="953" y="2467"/>
                      <a:pt x="952" y="2470"/>
                    </a:cubicBezTo>
                    <a:cubicBezTo>
                      <a:pt x="951" y="2474"/>
                      <a:pt x="950" y="2478"/>
                      <a:pt x="953" y="2480"/>
                    </a:cubicBezTo>
                    <a:cubicBezTo>
                      <a:pt x="954" y="2482"/>
                      <a:pt x="956" y="2484"/>
                      <a:pt x="958" y="2485"/>
                    </a:cubicBezTo>
                    <a:cubicBezTo>
                      <a:pt x="960" y="2486"/>
                      <a:pt x="962" y="2488"/>
                      <a:pt x="965" y="2489"/>
                    </a:cubicBezTo>
                    <a:cubicBezTo>
                      <a:pt x="970" y="2491"/>
                      <a:pt x="969" y="2483"/>
                      <a:pt x="970" y="2480"/>
                    </a:cubicBezTo>
                    <a:cubicBezTo>
                      <a:pt x="970" y="2479"/>
                      <a:pt x="970" y="2477"/>
                      <a:pt x="971" y="2479"/>
                    </a:cubicBezTo>
                    <a:cubicBezTo>
                      <a:pt x="972" y="2480"/>
                      <a:pt x="972" y="2484"/>
                      <a:pt x="972" y="2486"/>
                    </a:cubicBezTo>
                    <a:cubicBezTo>
                      <a:pt x="973" y="2490"/>
                      <a:pt x="974" y="2492"/>
                      <a:pt x="977" y="2495"/>
                    </a:cubicBezTo>
                    <a:cubicBezTo>
                      <a:pt x="979" y="2498"/>
                      <a:pt x="981" y="2501"/>
                      <a:pt x="984" y="2503"/>
                    </a:cubicBezTo>
                    <a:cubicBezTo>
                      <a:pt x="987" y="2505"/>
                      <a:pt x="989" y="2507"/>
                      <a:pt x="987" y="2511"/>
                    </a:cubicBezTo>
                    <a:cubicBezTo>
                      <a:pt x="985" y="2516"/>
                      <a:pt x="981" y="2519"/>
                      <a:pt x="979" y="2523"/>
                    </a:cubicBezTo>
                    <a:cubicBezTo>
                      <a:pt x="978" y="2527"/>
                      <a:pt x="977" y="2531"/>
                      <a:pt x="977" y="2534"/>
                    </a:cubicBezTo>
                    <a:cubicBezTo>
                      <a:pt x="977" y="2538"/>
                      <a:pt x="977" y="2542"/>
                      <a:pt x="978" y="2545"/>
                    </a:cubicBezTo>
                    <a:cubicBezTo>
                      <a:pt x="980" y="2548"/>
                      <a:pt x="983" y="2551"/>
                      <a:pt x="986" y="2553"/>
                    </a:cubicBezTo>
                    <a:cubicBezTo>
                      <a:pt x="989" y="2555"/>
                      <a:pt x="992" y="2558"/>
                      <a:pt x="996" y="2559"/>
                    </a:cubicBezTo>
                    <a:cubicBezTo>
                      <a:pt x="997" y="2559"/>
                      <a:pt x="998" y="2560"/>
                      <a:pt x="999" y="2560"/>
                    </a:cubicBezTo>
                    <a:cubicBezTo>
                      <a:pt x="1000" y="2561"/>
                      <a:pt x="1002" y="2563"/>
                      <a:pt x="1004" y="2564"/>
                    </a:cubicBezTo>
                    <a:cubicBezTo>
                      <a:pt x="1004" y="2564"/>
                      <a:pt x="1004" y="2563"/>
                      <a:pt x="1004" y="2563"/>
                    </a:cubicBezTo>
                    <a:cubicBezTo>
                      <a:pt x="1004" y="2563"/>
                      <a:pt x="1004" y="2563"/>
                      <a:pt x="1005" y="2563"/>
                    </a:cubicBezTo>
                    <a:cubicBezTo>
                      <a:pt x="1007" y="2564"/>
                      <a:pt x="1008" y="2563"/>
                      <a:pt x="1009" y="2563"/>
                    </a:cubicBezTo>
                    <a:cubicBezTo>
                      <a:pt x="1011" y="2563"/>
                      <a:pt x="1012" y="2563"/>
                      <a:pt x="1014" y="2562"/>
                    </a:cubicBezTo>
                    <a:cubicBezTo>
                      <a:pt x="1016" y="2562"/>
                      <a:pt x="1016" y="2562"/>
                      <a:pt x="1017" y="2560"/>
                    </a:cubicBezTo>
                    <a:cubicBezTo>
                      <a:pt x="1018" y="2558"/>
                      <a:pt x="1020" y="2557"/>
                      <a:pt x="1021" y="2555"/>
                    </a:cubicBezTo>
                    <a:cubicBezTo>
                      <a:pt x="1021" y="2554"/>
                      <a:pt x="1021" y="2553"/>
                      <a:pt x="1021" y="2551"/>
                    </a:cubicBezTo>
                    <a:cubicBezTo>
                      <a:pt x="1021" y="2548"/>
                      <a:pt x="1022" y="2545"/>
                      <a:pt x="1023" y="2542"/>
                    </a:cubicBezTo>
                    <a:cubicBezTo>
                      <a:pt x="1024" y="2539"/>
                      <a:pt x="1026" y="2535"/>
                      <a:pt x="1027" y="2532"/>
                    </a:cubicBezTo>
                    <a:cubicBezTo>
                      <a:pt x="1027" y="2531"/>
                      <a:pt x="1027" y="2529"/>
                      <a:pt x="1029" y="2529"/>
                    </a:cubicBezTo>
                    <a:cubicBezTo>
                      <a:pt x="1031" y="2528"/>
                      <a:pt x="1032" y="2531"/>
                      <a:pt x="1032" y="2532"/>
                    </a:cubicBezTo>
                    <a:cubicBezTo>
                      <a:pt x="1033" y="2534"/>
                      <a:pt x="1034" y="2536"/>
                      <a:pt x="1035" y="2538"/>
                    </a:cubicBezTo>
                    <a:cubicBezTo>
                      <a:pt x="1036" y="2540"/>
                      <a:pt x="1036" y="2541"/>
                      <a:pt x="1038" y="2542"/>
                    </a:cubicBezTo>
                    <a:cubicBezTo>
                      <a:pt x="1041" y="2543"/>
                      <a:pt x="1044" y="2544"/>
                      <a:pt x="1047" y="2544"/>
                    </a:cubicBezTo>
                    <a:cubicBezTo>
                      <a:pt x="1050" y="2543"/>
                      <a:pt x="1054" y="2543"/>
                      <a:pt x="1052" y="2539"/>
                    </a:cubicBezTo>
                    <a:cubicBezTo>
                      <a:pt x="1051" y="2538"/>
                      <a:pt x="1050" y="2536"/>
                      <a:pt x="1048" y="2535"/>
                    </a:cubicBezTo>
                    <a:cubicBezTo>
                      <a:pt x="1047" y="2534"/>
                      <a:pt x="1047" y="2532"/>
                      <a:pt x="1046" y="2531"/>
                    </a:cubicBezTo>
                    <a:cubicBezTo>
                      <a:pt x="1045" y="2528"/>
                      <a:pt x="1044" y="2524"/>
                      <a:pt x="1048" y="2524"/>
                    </a:cubicBezTo>
                    <a:cubicBezTo>
                      <a:pt x="1049" y="2523"/>
                      <a:pt x="1051" y="2524"/>
                      <a:pt x="1052" y="2525"/>
                    </a:cubicBezTo>
                    <a:cubicBezTo>
                      <a:pt x="1052" y="2526"/>
                      <a:pt x="1052" y="2528"/>
                      <a:pt x="1053" y="2529"/>
                    </a:cubicBezTo>
                    <a:cubicBezTo>
                      <a:pt x="1054" y="2530"/>
                      <a:pt x="1055" y="2531"/>
                      <a:pt x="1056" y="2530"/>
                    </a:cubicBezTo>
                    <a:cubicBezTo>
                      <a:pt x="1057" y="2530"/>
                      <a:pt x="1058" y="2528"/>
                      <a:pt x="1058" y="2527"/>
                    </a:cubicBezTo>
                    <a:cubicBezTo>
                      <a:pt x="1060" y="2525"/>
                      <a:pt x="1063" y="2526"/>
                      <a:pt x="1065" y="2526"/>
                    </a:cubicBezTo>
                    <a:cubicBezTo>
                      <a:pt x="1069" y="2526"/>
                      <a:pt x="1070" y="2523"/>
                      <a:pt x="1073" y="2521"/>
                    </a:cubicBezTo>
                    <a:cubicBezTo>
                      <a:pt x="1074" y="2520"/>
                      <a:pt x="1074" y="2519"/>
                      <a:pt x="1074" y="2517"/>
                    </a:cubicBezTo>
                    <a:cubicBezTo>
                      <a:pt x="1075" y="2516"/>
                      <a:pt x="1076" y="2515"/>
                      <a:pt x="1077" y="2514"/>
                    </a:cubicBezTo>
                    <a:cubicBezTo>
                      <a:pt x="1079" y="2511"/>
                      <a:pt x="1081" y="2508"/>
                      <a:pt x="1084" y="2506"/>
                    </a:cubicBezTo>
                    <a:cubicBezTo>
                      <a:pt x="1087" y="2505"/>
                      <a:pt x="1090" y="2503"/>
                      <a:pt x="1092" y="2501"/>
                    </a:cubicBezTo>
                    <a:cubicBezTo>
                      <a:pt x="1095" y="2499"/>
                      <a:pt x="1098" y="2498"/>
                      <a:pt x="1101" y="2496"/>
                    </a:cubicBezTo>
                    <a:cubicBezTo>
                      <a:pt x="1104" y="2492"/>
                      <a:pt x="1105" y="2487"/>
                      <a:pt x="1106" y="2482"/>
                    </a:cubicBezTo>
                    <a:cubicBezTo>
                      <a:pt x="1106" y="2482"/>
                      <a:pt x="1106" y="2481"/>
                      <a:pt x="1106" y="2480"/>
                    </a:cubicBezTo>
                    <a:cubicBezTo>
                      <a:pt x="1107" y="2479"/>
                      <a:pt x="1108" y="2479"/>
                      <a:pt x="1109" y="2480"/>
                    </a:cubicBezTo>
                    <a:cubicBezTo>
                      <a:pt x="1110" y="2482"/>
                      <a:pt x="1111" y="2483"/>
                      <a:pt x="1113" y="2481"/>
                    </a:cubicBezTo>
                    <a:cubicBezTo>
                      <a:pt x="1114" y="2480"/>
                      <a:pt x="1114" y="2479"/>
                      <a:pt x="1116" y="2478"/>
                    </a:cubicBezTo>
                    <a:cubicBezTo>
                      <a:pt x="1117" y="2478"/>
                      <a:pt x="1119" y="2479"/>
                      <a:pt x="1119" y="2476"/>
                    </a:cubicBezTo>
                    <a:cubicBezTo>
                      <a:pt x="1119" y="2475"/>
                      <a:pt x="1118" y="2474"/>
                      <a:pt x="1116" y="2473"/>
                    </a:cubicBezTo>
                    <a:cubicBezTo>
                      <a:pt x="1115" y="2473"/>
                      <a:pt x="1113" y="2473"/>
                      <a:pt x="1112" y="2472"/>
                    </a:cubicBezTo>
                    <a:cubicBezTo>
                      <a:pt x="1111" y="2470"/>
                      <a:pt x="1112" y="2469"/>
                      <a:pt x="1113" y="2468"/>
                    </a:cubicBezTo>
                    <a:cubicBezTo>
                      <a:pt x="1114" y="2467"/>
                      <a:pt x="1116" y="2466"/>
                      <a:pt x="1118" y="2465"/>
                    </a:cubicBezTo>
                    <a:cubicBezTo>
                      <a:pt x="1120" y="2463"/>
                      <a:pt x="1123" y="2462"/>
                      <a:pt x="1126" y="2461"/>
                    </a:cubicBezTo>
                    <a:cubicBezTo>
                      <a:pt x="1129" y="2460"/>
                      <a:pt x="1131" y="2459"/>
                      <a:pt x="1134" y="2457"/>
                    </a:cubicBezTo>
                    <a:cubicBezTo>
                      <a:pt x="1137" y="2455"/>
                      <a:pt x="1141" y="2455"/>
                      <a:pt x="1144" y="2454"/>
                    </a:cubicBezTo>
                    <a:cubicBezTo>
                      <a:pt x="1147" y="2454"/>
                      <a:pt x="1150" y="2454"/>
                      <a:pt x="1153" y="2454"/>
                    </a:cubicBezTo>
                    <a:cubicBezTo>
                      <a:pt x="1156" y="2454"/>
                      <a:pt x="1158" y="2452"/>
                      <a:pt x="1159" y="2449"/>
                    </a:cubicBezTo>
                    <a:cubicBezTo>
                      <a:pt x="1160" y="2447"/>
                      <a:pt x="1161" y="2441"/>
                      <a:pt x="1159" y="2439"/>
                    </a:cubicBezTo>
                    <a:cubicBezTo>
                      <a:pt x="1157" y="2437"/>
                      <a:pt x="1152" y="2438"/>
                      <a:pt x="1150" y="2438"/>
                    </a:cubicBezTo>
                    <a:cubicBezTo>
                      <a:pt x="1141" y="2439"/>
                      <a:pt x="1132" y="2439"/>
                      <a:pt x="1123" y="2440"/>
                    </a:cubicBezTo>
                    <a:cubicBezTo>
                      <a:pt x="1118" y="2440"/>
                      <a:pt x="1113" y="2441"/>
                      <a:pt x="1108" y="2443"/>
                    </a:cubicBezTo>
                    <a:cubicBezTo>
                      <a:pt x="1105" y="2444"/>
                      <a:pt x="1102" y="2444"/>
                      <a:pt x="1098" y="2444"/>
                    </a:cubicBezTo>
                    <a:cubicBezTo>
                      <a:pt x="1105" y="2442"/>
                      <a:pt x="1111" y="2441"/>
                      <a:pt x="1118" y="2439"/>
                    </a:cubicBezTo>
                    <a:cubicBezTo>
                      <a:pt x="1123" y="2438"/>
                      <a:pt x="1131" y="2437"/>
                      <a:pt x="1134" y="2432"/>
                    </a:cubicBezTo>
                    <a:cubicBezTo>
                      <a:pt x="1137" y="2427"/>
                      <a:pt x="1138" y="2419"/>
                      <a:pt x="1137" y="2413"/>
                    </a:cubicBezTo>
                    <a:cubicBezTo>
                      <a:pt x="1136" y="2411"/>
                      <a:pt x="1131" y="2401"/>
                      <a:pt x="1134" y="2400"/>
                    </a:cubicBezTo>
                    <a:cubicBezTo>
                      <a:pt x="1136" y="2399"/>
                      <a:pt x="1139" y="2403"/>
                      <a:pt x="1139" y="2404"/>
                    </a:cubicBezTo>
                    <a:cubicBezTo>
                      <a:pt x="1142" y="2407"/>
                      <a:pt x="1143" y="2409"/>
                      <a:pt x="1145" y="2412"/>
                    </a:cubicBezTo>
                    <a:cubicBezTo>
                      <a:pt x="1148" y="2417"/>
                      <a:pt x="1150" y="2422"/>
                      <a:pt x="1154" y="2426"/>
                    </a:cubicBezTo>
                    <a:cubicBezTo>
                      <a:pt x="1155" y="2428"/>
                      <a:pt x="1156" y="2428"/>
                      <a:pt x="1157" y="2425"/>
                    </a:cubicBezTo>
                    <a:cubicBezTo>
                      <a:pt x="1158" y="2422"/>
                      <a:pt x="1157" y="2418"/>
                      <a:pt x="1157" y="2415"/>
                    </a:cubicBezTo>
                    <a:cubicBezTo>
                      <a:pt x="1156" y="2412"/>
                      <a:pt x="1155" y="2410"/>
                      <a:pt x="1153" y="2408"/>
                    </a:cubicBezTo>
                    <a:cubicBezTo>
                      <a:pt x="1151" y="2406"/>
                      <a:pt x="1148" y="2405"/>
                      <a:pt x="1146" y="2403"/>
                    </a:cubicBezTo>
                    <a:cubicBezTo>
                      <a:pt x="1144" y="2402"/>
                      <a:pt x="1142" y="2400"/>
                      <a:pt x="1141" y="2399"/>
                    </a:cubicBezTo>
                    <a:cubicBezTo>
                      <a:pt x="1139" y="2398"/>
                      <a:pt x="1137" y="2396"/>
                      <a:pt x="1136" y="2395"/>
                    </a:cubicBezTo>
                    <a:cubicBezTo>
                      <a:pt x="1134" y="2392"/>
                      <a:pt x="1133" y="2389"/>
                      <a:pt x="1132" y="2386"/>
                    </a:cubicBezTo>
                    <a:cubicBezTo>
                      <a:pt x="1132" y="2385"/>
                      <a:pt x="1131" y="2384"/>
                      <a:pt x="1131" y="2384"/>
                    </a:cubicBezTo>
                    <a:cubicBezTo>
                      <a:pt x="1130" y="2382"/>
                      <a:pt x="1128" y="2379"/>
                      <a:pt x="1127" y="2377"/>
                    </a:cubicBezTo>
                    <a:cubicBezTo>
                      <a:pt x="1126" y="2375"/>
                      <a:pt x="1126" y="2372"/>
                      <a:pt x="1124" y="2369"/>
                    </a:cubicBezTo>
                    <a:cubicBezTo>
                      <a:pt x="1123" y="2366"/>
                      <a:pt x="1122" y="2364"/>
                      <a:pt x="1121" y="2361"/>
                    </a:cubicBezTo>
                    <a:cubicBezTo>
                      <a:pt x="1120" y="2360"/>
                      <a:pt x="1120" y="2359"/>
                      <a:pt x="1120" y="2358"/>
                    </a:cubicBezTo>
                    <a:cubicBezTo>
                      <a:pt x="1118" y="2357"/>
                      <a:pt x="1116" y="2357"/>
                      <a:pt x="1115" y="2359"/>
                    </a:cubicBezTo>
                    <a:cubicBezTo>
                      <a:pt x="1113" y="2361"/>
                      <a:pt x="1115" y="2363"/>
                      <a:pt x="1116" y="2365"/>
                    </a:cubicBezTo>
                    <a:cubicBezTo>
                      <a:pt x="1117" y="2368"/>
                      <a:pt x="1117" y="2370"/>
                      <a:pt x="1117" y="2372"/>
                    </a:cubicBezTo>
                    <a:cubicBezTo>
                      <a:pt x="1113" y="2369"/>
                      <a:pt x="1113" y="2364"/>
                      <a:pt x="1109" y="2360"/>
                    </a:cubicBezTo>
                    <a:cubicBezTo>
                      <a:pt x="1107" y="2357"/>
                      <a:pt x="1104" y="2356"/>
                      <a:pt x="1101" y="2353"/>
                    </a:cubicBezTo>
                    <a:cubicBezTo>
                      <a:pt x="1098" y="2351"/>
                      <a:pt x="1095" y="2351"/>
                      <a:pt x="1091" y="2351"/>
                    </a:cubicBezTo>
                    <a:cubicBezTo>
                      <a:pt x="1089" y="2351"/>
                      <a:pt x="1087" y="2350"/>
                      <a:pt x="1086" y="2351"/>
                    </a:cubicBezTo>
                    <a:cubicBezTo>
                      <a:pt x="1084" y="2353"/>
                      <a:pt x="1085" y="2355"/>
                      <a:pt x="1085" y="2357"/>
                    </a:cubicBezTo>
                    <a:cubicBezTo>
                      <a:pt x="1086" y="2359"/>
                      <a:pt x="1088" y="2361"/>
                      <a:pt x="1087" y="2363"/>
                    </a:cubicBezTo>
                    <a:cubicBezTo>
                      <a:pt x="1087" y="2366"/>
                      <a:pt x="1085" y="2365"/>
                      <a:pt x="1084" y="2363"/>
                    </a:cubicBezTo>
                    <a:cubicBezTo>
                      <a:pt x="1082" y="2361"/>
                      <a:pt x="1083" y="2359"/>
                      <a:pt x="1082" y="2356"/>
                    </a:cubicBezTo>
                    <a:cubicBezTo>
                      <a:pt x="1082" y="2354"/>
                      <a:pt x="1081" y="2352"/>
                      <a:pt x="1080" y="2351"/>
                    </a:cubicBezTo>
                    <a:cubicBezTo>
                      <a:pt x="1079" y="2349"/>
                      <a:pt x="1077" y="2349"/>
                      <a:pt x="1076" y="2347"/>
                    </a:cubicBezTo>
                    <a:cubicBezTo>
                      <a:pt x="1075" y="2346"/>
                      <a:pt x="1075" y="2345"/>
                      <a:pt x="1073" y="2344"/>
                    </a:cubicBezTo>
                    <a:cubicBezTo>
                      <a:pt x="1071" y="2342"/>
                      <a:pt x="1068" y="2340"/>
                      <a:pt x="1068" y="2336"/>
                    </a:cubicBezTo>
                    <a:cubicBezTo>
                      <a:pt x="1067" y="2334"/>
                      <a:pt x="1069" y="2332"/>
                      <a:pt x="1071" y="2331"/>
                    </a:cubicBezTo>
                    <a:cubicBezTo>
                      <a:pt x="1072" y="2331"/>
                      <a:pt x="1075" y="2330"/>
                      <a:pt x="1073" y="2328"/>
                    </a:cubicBezTo>
                    <a:cubicBezTo>
                      <a:pt x="1072" y="2326"/>
                      <a:pt x="1069" y="2325"/>
                      <a:pt x="1068" y="2324"/>
                    </a:cubicBezTo>
                    <a:cubicBezTo>
                      <a:pt x="1065" y="2323"/>
                      <a:pt x="1063" y="2321"/>
                      <a:pt x="1060" y="2320"/>
                    </a:cubicBezTo>
                    <a:cubicBezTo>
                      <a:pt x="1058" y="2318"/>
                      <a:pt x="1055" y="2316"/>
                      <a:pt x="1054" y="2314"/>
                    </a:cubicBezTo>
                    <a:cubicBezTo>
                      <a:pt x="1053" y="2312"/>
                      <a:pt x="1054" y="2309"/>
                      <a:pt x="1054" y="2307"/>
                    </a:cubicBezTo>
                    <a:cubicBezTo>
                      <a:pt x="1054" y="2304"/>
                      <a:pt x="1054" y="2300"/>
                      <a:pt x="1054" y="2297"/>
                    </a:cubicBezTo>
                    <a:cubicBezTo>
                      <a:pt x="1054" y="2295"/>
                      <a:pt x="1054" y="2290"/>
                      <a:pt x="1051" y="2289"/>
                    </a:cubicBezTo>
                    <a:cubicBezTo>
                      <a:pt x="1047" y="2289"/>
                      <a:pt x="1045" y="2294"/>
                      <a:pt x="1044" y="2296"/>
                    </a:cubicBezTo>
                    <a:cubicBezTo>
                      <a:pt x="1042" y="2298"/>
                      <a:pt x="1038" y="2302"/>
                      <a:pt x="1036" y="2300"/>
                    </a:cubicBezTo>
                    <a:cubicBezTo>
                      <a:pt x="1034" y="2299"/>
                      <a:pt x="1035" y="2297"/>
                      <a:pt x="1035" y="2296"/>
                    </a:cubicBezTo>
                    <a:cubicBezTo>
                      <a:pt x="1035" y="2294"/>
                      <a:pt x="1034" y="2292"/>
                      <a:pt x="1036" y="2291"/>
                    </a:cubicBezTo>
                    <a:cubicBezTo>
                      <a:pt x="1038" y="2290"/>
                      <a:pt x="1040" y="2290"/>
                      <a:pt x="1039" y="2287"/>
                    </a:cubicBezTo>
                    <a:cubicBezTo>
                      <a:pt x="1038" y="2285"/>
                      <a:pt x="1036" y="2284"/>
                      <a:pt x="1034" y="2284"/>
                    </a:cubicBezTo>
                    <a:cubicBezTo>
                      <a:pt x="1032" y="2284"/>
                      <a:pt x="1030" y="2284"/>
                      <a:pt x="1029" y="2284"/>
                    </a:cubicBezTo>
                    <a:cubicBezTo>
                      <a:pt x="1028" y="2284"/>
                      <a:pt x="1027" y="2285"/>
                      <a:pt x="1026" y="2284"/>
                    </a:cubicBezTo>
                    <a:cubicBezTo>
                      <a:pt x="1025" y="2284"/>
                      <a:pt x="1025" y="2282"/>
                      <a:pt x="1024" y="2282"/>
                    </a:cubicBezTo>
                    <a:cubicBezTo>
                      <a:pt x="1023" y="2280"/>
                      <a:pt x="1022" y="2279"/>
                      <a:pt x="1021" y="2277"/>
                    </a:cubicBezTo>
                    <a:cubicBezTo>
                      <a:pt x="1021" y="2275"/>
                      <a:pt x="1020" y="2273"/>
                      <a:pt x="1019" y="2271"/>
                    </a:cubicBezTo>
                    <a:cubicBezTo>
                      <a:pt x="1019" y="2270"/>
                      <a:pt x="1018" y="2268"/>
                      <a:pt x="1017" y="2267"/>
                    </a:cubicBezTo>
                    <a:cubicBezTo>
                      <a:pt x="1016" y="2266"/>
                      <a:pt x="1015" y="2265"/>
                      <a:pt x="1013" y="2264"/>
                    </a:cubicBezTo>
                    <a:cubicBezTo>
                      <a:pt x="1012" y="2263"/>
                      <a:pt x="1010" y="2261"/>
                      <a:pt x="1009" y="2260"/>
                    </a:cubicBezTo>
                    <a:cubicBezTo>
                      <a:pt x="1007" y="2259"/>
                      <a:pt x="1005" y="2257"/>
                      <a:pt x="1003" y="2257"/>
                    </a:cubicBezTo>
                    <a:cubicBezTo>
                      <a:pt x="1002" y="2256"/>
                      <a:pt x="1001" y="2256"/>
                      <a:pt x="1001" y="2255"/>
                    </a:cubicBezTo>
                    <a:cubicBezTo>
                      <a:pt x="1000" y="2254"/>
                      <a:pt x="1000" y="2253"/>
                      <a:pt x="1000" y="2251"/>
                    </a:cubicBezTo>
                    <a:cubicBezTo>
                      <a:pt x="1001" y="2250"/>
                      <a:pt x="1000" y="2248"/>
                      <a:pt x="1001" y="2247"/>
                    </a:cubicBezTo>
                    <a:cubicBezTo>
                      <a:pt x="1001" y="2246"/>
                      <a:pt x="1003" y="2246"/>
                      <a:pt x="1003" y="2245"/>
                    </a:cubicBezTo>
                    <a:cubicBezTo>
                      <a:pt x="1004" y="2244"/>
                      <a:pt x="1004" y="2242"/>
                      <a:pt x="1003" y="2240"/>
                    </a:cubicBezTo>
                    <a:cubicBezTo>
                      <a:pt x="1002" y="2238"/>
                      <a:pt x="1001" y="2237"/>
                      <a:pt x="1001" y="2235"/>
                    </a:cubicBezTo>
                    <a:cubicBezTo>
                      <a:pt x="1000" y="2233"/>
                      <a:pt x="1000" y="2232"/>
                      <a:pt x="999" y="2230"/>
                    </a:cubicBezTo>
                    <a:cubicBezTo>
                      <a:pt x="997" y="2227"/>
                      <a:pt x="992" y="2229"/>
                      <a:pt x="990" y="2229"/>
                    </a:cubicBezTo>
                    <a:cubicBezTo>
                      <a:pt x="985" y="2230"/>
                      <a:pt x="982" y="2230"/>
                      <a:pt x="979" y="2233"/>
                    </a:cubicBezTo>
                    <a:cubicBezTo>
                      <a:pt x="978" y="2234"/>
                      <a:pt x="978" y="2236"/>
                      <a:pt x="976" y="2236"/>
                    </a:cubicBezTo>
                    <a:cubicBezTo>
                      <a:pt x="974" y="2237"/>
                      <a:pt x="973" y="2237"/>
                      <a:pt x="971" y="2238"/>
                    </a:cubicBezTo>
                    <a:cubicBezTo>
                      <a:pt x="970" y="2239"/>
                      <a:pt x="970" y="2240"/>
                      <a:pt x="968" y="2241"/>
                    </a:cubicBezTo>
                    <a:cubicBezTo>
                      <a:pt x="968" y="2242"/>
                      <a:pt x="967" y="2243"/>
                      <a:pt x="966" y="2243"/>
                    </a:cubicBezTo>
                    <a:cubicBezTo>
                      <a:pt x="964" y="2244"/>
                      <a:pt x="964" y="2245"/>
                      <a:pt x="963" y="2246"/>
                    </a:cubicBezTo>
                    <a:cubicBezTo>
                      <a:pt x="963" y="2247"/>
                      <a:pt x="962" y="2248"/>
                      <a:pt x="962" y="2249"/>
                    </a:cubicBezTo>
                    <a:cubicBezTo>
                      <a:pt x="961" y="2251"/>
                      <a:pt x="963" y="2252"/>
                      <a:pt x="963" y="2253"/>
                    </a:cubicBezTo>
                    <a:cubicBezTo>
                      <a:pt x="963" y="2254"/>
                      <a:pt x="962" y="2256"/>
                      <a:pt x="962" y="2256"/>
                    </a:cubicBezTo>
                    <a:cubicBezTo>
                      <a:pt x="960" y="2258"/>
                      <a:pt x="958" y="2253"/>
                      <a:pt x="957" y="2252"/>
                    </a:cubicBezTo>
                    <a:cubicBezTo>
                      <a:pt x="955" y="2252"/>
                      <a:pt x="954" y="2253"/>
                      <a:pt x="953" y="2253"/>
                    </a:cubicBezTo>
                    <a:cubicBezTo>
                      <a:pt x="952" y="2253"/>
                      <a:pt x="951" y="2251"/>
                      <a:pt x="950" y="2250"/>
                    </a:cubicBezTo>
                    <a:cubicBezTo>
                      <a:pt x="949" y="2249"/>
                      <a:pt x="947" y="2248"/>
                      <a:pt x="946" y="2246"/>
                    </a:cubicBezTo>
                    <a:cubicBezTo>
                      <a:pt x="945" y="2246"/>
                      <a:pt x="945" y="2245"/>
                      <a:pt x="944" y="2244"/>
                    </a:cubicBezTo>
                    <a:cubicBezTo>
                      <a:pt x="944" y="2242"/>
                      <a:pt x="943" y="2241"/>
                      <a:pt x="943" y="2239"/>
                    </a:cubicBezTo>
                    <a:cubicBezTo>
                      <a:pt x="944" y="2237"/>
                      <a:pt x="944" y="2235"/>
                      <a:pt x="944" y="2233"/>
                    </a:cubicBezTo>
                    <a:cubicBezTo>
                      <a:pt x="943" y="2230"/>
                      <a:pt x="943" y="2226"/>
                      <a:pt x="943" y="2222"/>
                    </a:cubicBezTo>
                    <a:cubicBezTo>
                      <a:pt x="943" y="2220"/>
                      <a:pt x="942" y="2218"/>
                      <a:pt x="940" y="2217"/>
                    </a:cubicBezTo>
                    <a:cubicBezTo>
                      <a:pt x="937" y="2216"/>
                      <a:pt x="932" y="2217"/>
                      <a:pt x="929" y="2218"/>
                    </a:cubicBezTo>
                    <a:cubicBezTo>
                      <a:pt x="927" y="2218"/>
                      <a:pt x="925" y="2219"/>
                      <a:pt x="924" y="2220"/>
                    </a:cubicBezTo>
                    <a:cubicBezTo>
                      <a:pt x="922" y="2222"/>
                      <a:pt x="922" y="2224"/>
                      <a:pt x="922" y="2226"/>
                    </a:cubicBezTo>
                    <a:cubicBezTo>
                      <a:pt x="921" y="2228"/>
                      <a:pt x="922" y="2231"/>
                      <a:pt x="922" y="2233"/>
                    </a:cubicBezTo>
                    <a:cubicBezTo>
                      <a:pt x="922" y="2234"/>
                      <a:pt x="922" y="2235"/>
                      <a:pt x="922" y="2235"/>
                    </a:cubicBezTo>
                    <a:cubicBezTo>
                      <a:pt x="923" y="2237"/>
                      <a:pt x="923" y="2240"/>
                      <a:pt x="924" y="2242"/>
                    </a:cubicBezTo>
                    <a:cubicBezTo>
                      <a:pt x="924" y="2244"/>
                      <a:pt x="923" y="2245"/>
                      <a:pt x="922" y="2247"/>
                    </a:cubicBezTo>
                    <a:cubicBezTo>
                      <a:pt x="920" y="2249"/>
                      <a:pt x="920" y="2251"/>
                      <a:pt x="919" y="2252"/>
                    </a:cubicBezTo>
                    <a:cubicBezTo>
                      <a:pt x="918" y="2254"/>
                      <a:pt x="918" y="2256"/>
                      <a:pt x="918" y="2259"/>
                    </a:cubicBezTo>
                    <a:cubicBezTo>
                      <a:pt x="918" y="2261"/>
                      <a:pt x="918" y="2263"/>
                      <a:pt x="917" y="2265"/>
                    </a:cubicBezTo>
                    <a:cubicBezTo>
                      <a:pt x="916" y="2268"/>
                      <a:pt x="915" y="2271"/>
                      <a:pt x="914" y="2273"/>
                    </a:cubicBezTo>
                    <a:cubicBezTo>
                      <a:pt x="913" y="2275"/>
                      <a:pt x="911" y="2276"/>
                      <a:pt x="909" y="2278"/>
                    </a:cubicBezTo>
                    <a:cubicBezTo>
                      <a:pt x="907" y="2280"/>
                      <a:pt x="904" y="2282"/>
                      <a:pt x="900" y="2282"/>
                    </a:cubicBezTo>
                    <a:cubicBezTo>
                      <a:pt x="898" y="2283"/>
                      <a:pt x="897" y="2282"/>
                      <a:pt x="895" y="2283"/>
                    </a:cubicBezTo>
                    <a:cubicBezTo>
                      <a:pt x="893" y="2284"/>
                      <a:pt x="892" y="2285"/>
                      <a:pt x="892" y="2287"/>
                    </a:cubicBezTo>
                    <a:cubicBezTo>
                      <a:pt x="892" y="2290"/>
                      <a:pt x="892" y="2293"/>
                      <a:pt x="892" y="2295"/>
                    </a:cubicBezTo>
                    <a:cubicBezTo>
                      <a:pt x="891" y="2298"/>
                      <a:pt x="891" y="2300"/>
                      <a:pt x="889" y="2302"/>
                    </a:cubicBezTo>
                    <a:cubicBezTo>
                      <a:pt x="888" y="2303"/>
                      <a:pt x="886" y="2303"/>
                      <a:pt x="884" y="2304"/>
                    </a:cubicBezTo>
                    <a:cubicBezTo>
                      <a:pt x="883" y="2305"/>
                      <a:pt x="883" y="2309"/>
                      <a:pt x="881" y="2309"/>
                    </a:cubicBezTo>
                    <a:cubicBezTo>
                      <a:pt x="879" y="2309"/>
                      <a:pt x="879" y="2305"/>
                      <a:pt x="879" y="2304"/>
                    </a:cubicBezTo>
                    <a:cubicBezTo>
                      <a:pt x="879" y="2302"/>
                      <a:pt x="879" y="2300"/>
                      <a:pt x="877" y="2301"/>
                    </a:cubicBezTo>
                    <a:cubicBezTo>
                      <a:pt x="875" y="2301"/>
                      <a:pt x="873" y="2301"/>
                      <a:pt x="872" y="2303"/>
                    </a:cubicBezTo>
                    <a:cubicBezTo>
                      <a:pt x="871" y="2304"/>
                      <a:pt x="871" y="2306"/>
                      <a:pt x="870" y="2308"/>
                    </a:cubicBezTo>
                    <a:cubicBezTo>
                      <a:pt x="869" y="2311"/>
                      <a:pt x="866" y="2311"/>
                      <a:pt x="864" y="2312"/>
                    </a:cubicBezTo>
                    <a:cubicBezTo>
                      <a:pt x="864" y="2312"/>
                      <a:pt x="863" y="2312"/>
                      <a:pt x="862" y="2312"/>
                    </a:cubicBezTo>
                    <a:cubicBezTo>
                      <a:pt x="861" y="2312"/>
                      <a:pt x="861" y="2312"/>
                      <a:pt x="861" y="2312"/>
                    </a:cubicBezTo>
                    <a:cubicBezTo>
                      <a:pt x="860" y="2312"/>
                      <a:pt x="858" y="2312"/>
                      <a:pt x="857" y="2312"/>
                    </a:cubicBezTo>
                    <a:cubicBezTo>
                      <a:pt x="855" y="2312"/>
                      <a:pt x="853" y="2313"/>
                      <a:pt x="852" y="2313"/>
                    </a:cubicBezTo>
                    <a:cubicBezTo>
                      <a:pt x="848" y="2315"/>
                      <a:pt x="843" y="2318"/>
                      <a:pt x="844" y="2323"/>
                    </a:cubicBezTo>
                    <a:cubicBezTo>
                      <a:pt x="844" y="2324"/>
                      <a:pt x="845" y="2325"/>
                      <a:pt x="845" y="2327"/>
                    </a:cubicBezTo>
                    <a:cubicBezTo>
                      <a:pt x="845" y="2328"/>
                      <a:pt x="844" y="2330"/>
                      <a:pt x="844" y="2331"/>
                    </a:cubicBezTo>
                    <a:cubicBezTo>
                      <a:pt x="844" y="2332"/>
                      <a:pt x="845" y="2333"/>
                      <a:pt x="844" y="2333"/>
                    </a:cubicBezTo>
                    <a:cubicBezTo>
                      <a:pt x="844" y="2334"/>
                      <a:pt x="844" y="2334"/>
                      <a:pt x="843" y="2335"/>
                    </a:cubicBezTo>
                    <a:cubicBezTo>
                      <a:pt x="842" y="2336"/>
                      <a:pt x="843" y="2337"/>
                      <a:pt x="843" y="2338"/>
                    </a:cubicBezTo>
                    <a:cubicBezTo>
                      <a:pt x="844" y="2339"/>
                      <a:pt x="845" y="2339"/>
                      <a:pt x="845" y="2340"/>
                    </a:cubicBezTo>
                    <a:cubicBezTo>
                      <a:pt x="845" y="2340"/>
                      <a:pt x="845" y="2341"/>
                      <a:pt x="845" y="2341"/>
                    </a:cubicBezTo>
                    <a:cubicBezTo>
                      <a:pt x="844" y="2343"/>
                      <a:pt x="841" y="2342"/>
                      <a:pt x="840" y="2343"/>
                    </a:cubicBezTo>
                    <a:cubicBezTo>
                      <a:pt x="839" y="2344"/>
                      <a:pt x="840" y="2346"/>
                      <a:pt x="839" y="2347"/>
                    </a:cubicBezTo>
                    <a:cubicBezTo>
                      <a:pt x="838" y="2348"/>
                      <a:pt x="835" y="2348"/>
                      <a:pt x="834" y="2346"/>
                    </a:cubicBezTo>
                    <a:cubicBezTo>
                      <a:pt x="834" y="2345"/>
                      <a:pt x="834" y="2344"/>
                      <a:pt x="833" y="2344"/>
                    </a:cubicBezTo>
                    <a:cubicBezTo>
                      <a:pt x="833" y="2343"/>
                      <a:pt x="832" y="2342"/>
                      <a:pt x="831" y="2341"/>
                    </a:cubicBezTo>
                    <a:cubicBezTo>
                      <a:pt x="828" y="2339"/>
                      <a:pt x="826" y="2339"/>
                      <a:pt x="822" y="2339"/>
                    </a:cubicBezTo>
                    <a:cubicBezTo>
                      <a:pt x="821" y="2339"/>
                      <a:pt x="819" y="2339"/>
                      <a:pt x="817" y="2339"/>
                    </a:cubicBezTo>
                    <a:cubicBezTo>
                      <a:pt x="815" y="2339"/>
                      <a:pt x="815" y="2340"/>
                      <a:pt x="813" y="2341"/>
                    </a:cubicBezTo>
                    <a:cubicBezTo>
                      <a:pt x="813" y="2341"/>
                      <a:pt x="812" y="2342"/>
                      <a:pt x="811" y="2342"/>
                    </a:cubicBezTo>
                    <a:cubicBezTo>
                      <a:pt x="811" y="2343"/>
                      <a:pt x="810" y="2344"/>
                      <a:pt x="809" y="2344"/>
                    </a:cubicBezTo>
                    <a:cubicBezTo>
                      <a:pt x="808" y="2345"/>
                      <a:pt x="806" y="2344"/>
                      <a:pt x="805" y="2345"/>
                    </a:cubicBezTo>
                    <a:cubicBezTo>
                      <a:pt x="804" y="2345"/>
                      <a:pt x="802" y="2346"/>
                      <a:pt x="801" y="2346"/>
                    </a:cubicBezTo>
                    <a:cubicBezTo>
                      <a:pt x="799" y="2347"/>
                      <a:pt x="795" y="2348"/>
                      <a:pt x="793" y="2346"/>
                    </a:cubicBezTo>
                    <a:cubicBezTo>
                      <a:pt x="791" y="2345"/>
                      <a:pt x="789" y="2345"/>
                      <a:pt x="787" y="2345"/>
                    </a:cubicBezTo>
                    <a:cubicBezTo>
                      <a:pt x="785" y="2345"/>
                      <a:pt x="784" y="2346"/>
                      <a:pt x="783" y="2346"/>
                    </a:cubicBezTo>
                    <a:cubicBezTo>
                      <a:pt x="781" y="2347"/>
                      <a:pt x="779" y="2349"/>
                      <a:pt x="777" y="2350"/>
                    </a:cubicBezTo>
                    <a:cubicBezTo>
                      <a:pt x="775" y="2351"/>
                      <a:pt x="774" y="2352"/>
                      <a:pt x="772" y="2353"/>
                    </a:cubicBezTo>
                    <a:cubicBezTo>
                      <a:pt x="770" y="2354"/>
                      <a:pt x="768" y="2355"/>
                      <a:pt x="766" y="2357"/>
                    </a:cubicBezTo>
                    <a:cubicBezTo>
                      <a:pt x="765" y="2358"/>
                      <a:pt x="764" y="2359"/>
                      <a:pt x="762" y="2360"/>
                    </a:cubicBezTo>
                    <a:cubicBezTo>
                      <a:pt x="761" y="2360"/>
                      <a:pt x="759" y="2360"/>
                      <a:pt x="757" y="2360"/>
                    </a:cubicBezTo>
                    <a:cubicBezTo>
                      <a:pt x="756" y="2360"/>
                      <a:pt x="755" y="2359"/>
                      <a:pt x="754" y="2359"/>
                    </a:cubicBezTo>
                    <a:cubicBezTo>
                      <a:pt x="753" y="2359"/>
                      <a:pt x="751" y="2359"/>
                      <a:pt x="750" y="2358"/>
                    </a:cubicBezTo>
                    <a:cubicBezTo>
                      <a:pt x="748" y="2357"/>
                      <a:pt x="747" y="2355"/>
                      <a:pt x="746" y="2354"/>
                    </a:cubicBezTo>
                    <a:cubicBezTo>
                      <a:pt x="746" y="2354"/>
                      <a:pt x="746" y="2354"/>
                      <a:pt x="746" y="2354"/>
                    </a:cubicBezTo>
                    <a:cubicBezTo>
                      <a:pt x="745" y="2353"/>
                      <a:pt x="745" y="2353"/>
                      <a:pt x="744" y="2353"/>
                    </a:cubicBezTo>
                    <a:cubicBezTo>
                      <a:pt x="744" y="2352"/>
                      <a:pt x="743" y="2352"/>
                      <a:pt x="743" y="2351"/>
                    </a:cubicBezTo>
                    <a:cubicBezTo>
                      <a:pt x="742" y="2350"/>
                      <a:pt x="741" y="2348"/>
                      <a:pt x="740" y="2347"/>
                    </a:cubicBezTo>
                    <a:cubicBezTo>
                      <a:pt x="738" y="2346"/>
                      <a:pt x="737" y="2344"/>
                      <a:pt x="735" y="2343"/>
                    </a:cubicBezTo>
                    <a:cubicBezTo>
                      <a:pt x="735" y="2342"/>
                      <a:pt x="734" y="2341"/>
                      <a:pt x="732" y="2340"/>
                    </a:cubicBezTo>
                    <a:cubicBezTo>
                      <a:pt x="731" y="2339"/>
                      <a:pt x="729" y="2338"/>
                      <a:pt x="727" y="2338"/>
                    </a:cubicBezTo>
                    <a:cubicBezTo>
                      <a:pt x="725" y="2337"/>
                      <a:pt x="723" y="2335"/>
                      <a:pt x="722" y="2333"/>
                    </a:cubicBezTo>
                    <a:cubicBezTo>
                      <a:pt x="721" y="2331"/>
                      <a:pt x="723" y="2329"/>
                      <a:pt x="724" y="2327"/>
                    </a:cubicBezTo>
                    <a:cubicBezTo>
                      <a:pt x="724" y="2326"/>
                      <a:pt x="724" y="2325"/>
                      <a:pt x="724" y="2324"/>
                    </a:cubicBezTo>
                    <a:cubicBezTo>
                      <a:pt x="724" y="2323"/>
                      <a:pt x="724" y="2321"/>
                      <a:pt x="723" y="2320"/>
                    </a:cubicBezTo>
                    <a:cubicBezTo>
                      <a:pt x="723" y="2319"/>
                      <a:pt x="722" y="2318"/>
                      <a:pt x="721" y="2317"/>
                    </a:cubicBezTo>
                    <a:cubicBezTo>
                      <a:pt x="721" y="2314"/>
                      <a:pt x="721" y="2312"/>
                      <a:pt x="722" y="2310"/>
                    </a:cubicBezTo>
                    <a:cubicBezTo>
                      <a:pt x="723" y="2308"/>
                      <a:pt x="725" y="2307"/>
                      <a:pt x="726" y="2304"/>
                    </a:cubicBezTo>
                    <a:cubicBezTo>
                      <a:pt x="726" y="2302"/>
                      <a:pt x="726" y="2301"/>
                      <a:pt x="725" y="2299"/>
                    </a:cubicBezTo>
                    <a:cubicBezTo>
                      <a:pt x="725" y="2298"/>
                      <a:pt x="725" y="2296"/>
                      <a:pt x="725" y="2294"/>
                    </a:cubicBezTo>
                    <a:cubicBezTo>
                      <a:pt x="724" y="2292"/>
                      <a:pt x="721" y="2290"/>
                      <a:pt x="718" y="2289"/>
                    </a:cubicBezTo>
                    <a:cubicBezTo>
                      <a:pt x="715" y="2287"/>
                      <a:pt x="711" y="2288"/>
                      <a:pt x="707" y="2287"/>
                    </a:cubicBezTo>
                    <a:cubicBezTo>
                      <a:pt x="706" y="2287"/>
                      <a:pt x="704" y="2287"/>
                      <a:pt x="703" y="2287"/>
                    </a:cubicBezTo>
                    <a:cubicBezTo>
                      <a:pt x="702" y="2288"/>
                      <a:pt x="701" y="2289"/>
                      <a:pt x="701" y="2290"/>
                    </a:cubicBezTo>
                    <a:cubicBezTo>
                      <a:pt x="698" y="2293"/>
                      <a:pt x="694" y="2290"/>
                      <a:pt x="691" y="2289"/>
                    </a:cubicBezTo>
                    <a:cubicBezTo>
                      <a:pt x="688" y="2288"/>
                      <a:pt x="685" y="2288"/>
                      <a:pt x="682" y="2288"/>
                    </a:cubicBezTo>
                    <a:cubicBezTo>
                      <a:pt x="679" y="2289"/>
                      <a:pt x="676" y="2289"/>
                      <a:pt x="673" y="2289"/>
                    </a:cubicBezTo>
                    <a:cubicBezTo>
                      <a:pt x="672" y="2289"/>
                      <a:pt x="671" y="2289"/>
                      <a:pt x="670" y="2289"/>
                    </a:cubicBezTo>
                    <a:cubicBezTo>
                      <a:pt x="670" y="2288"/>
                      <a:pt x="669" y="2288"/>
                      <a:pt x="668" y="2287"/>
                    </a:cubicBezTo>
                    <a:cubicBezTo>
                      <a:pt x="667" y="2287"/>
                      <a:pt x="666" y="2287"/>
                      <a:pt x="665" y="2287"/>
                    </a:cubicBezTo>
                    <a:cubicBezTo>
                      <a:pt x="664" y="2287"/>
                      <a:pt x="662" y="2287"/>
                      <a:pt x="661" y="2286"/>
                    </a:cubicBezTo>
                    <a:cubicBezTo>
                      <a:pt x="661" y="2286"/>
                      <a:pt x="660" y="2285"/>
                      <a:pt x="660" y="2285"/>
                    </a:cubicBezTo>
                    <a:cubicBezTo>
                      <a:pt x="660" y="2284"/>
                      <a:pt x="659" y="2284"/>
                      <a:pt x="658" y="2284"/>
                    </a:cubicBezTo>
                    <a:cubicBezTo>
                      <a:pt x="658" y="2283"/>
                      <a:pt x="657" y="2282"/>
                      <a:pt x="657" y="2282"/>
                    </a:cubicBezTo>
                    <a:cubicBezTo>
                      <a:pt x="657" y="2281"/>
                      <a:pt x="657" y="2280"/>
                      <a:pt x="656" y="2279"/>
                    </a:cubicBezTo>
                    <a:cubicBezTo>
                      <a:pt x="655" y="2277"/>
                      <a:pt x="656" y="2275"/>
                      <a:pt x="654" y="2274"/>
                    </a:cubicBezTo>
                    <a:cubicBezTo>
                      <a:pt x="653" y="2272"/>
                      <a:pt x="651" y="2271"/>
                      <a:pt x="649" y="2271"/>
                    </a:cubicBezTo>
                    <a:cubicBezTo>
                      <a:pt x="648" y="2270"/>
                      <a:pt x="646" y="2270"/>
                      <a:pt x="645" y="2269"/>
                    </a:cubicBezTo>
                    <a:cubicBezTo>
                      <a:pt x="644" y="2268"/>
                      <a:pt x="644" y="2268"/>
                      <a:pt x="643" y="2267"/>
                    </a:cubicBezTo>
                    <a:cubicBezTo>
                      <a:pt x="643" y="2266"/>
                      <a:pt x="642" y="2264"/>
                      <a:pt x="642" y="2263"/>
                    </a:cubicBezTo>
                    <a:cubicBezTo>
                      <a:pt x="641" y="2261"/>
                      <a:pt x="641" y="2260"/>
                      <a:pt x="640" y="2258"/>
                    </a:cubicBezTo>
                    <a:cubicBezTo>
                      <a:pt x="640" y="2258"/>
                      <a:pt x="639" y="2257"/>
                      <a:pt x="639" y="2256"/>
                    </a:cubicBezTo>
                    <a:cubicBezTo>
                      <a:pt x="637" y="2255"/>
                      <a:pt x="635" y="2256"/>
                      <a:pt x="633" y="2257"/>
                    </a:cubicBezTo>
                    <a:cubicBezTo>
                      <a:pt x="633" y="2258"/>
                      <a:pt x="632" y="2259"/>
                      <a:pt x="631" y="2260"/>
                    </a:cubicBezTo>
                    <a:cubicBezTo>
                      <a:pt x="630" y="2260"/>
                      <a:pt x="629" y="2260"/>
                      <a:pt x="628" y="2260"/>
                    </a:cubicBezTo>
                    <a:cubicBezTo>
                      <a:pt x="627" y="2260"/>
                      <a:pt x="626" y="2260"/>
                      <a:pt x="625" y="2259"/>
                    </a:cubicBezTo>
                    <a:cubicBezTo>
                      <a:pt x="624" y="2258"/>
                      <a:pt x="624" y="2257"/>
                      <a:pt x="624" y="2256"/>
                    </a:cubicBezTo>
                    <a:cubicBezTo>
                      <a:pt x="622" y="2254"/>
                      <a:pt x="618" y="2255"/>
                      <a:pt x="616" y="2255"/>
                    </a:cubicBezTo>
                    <a:cubicBezTo>
                      <a:pt x="612" y="2255"/>
                      <a:pt x="609" y="2252"/>
                      <a:pt x="605" y="2253"/>
                    </a:cubicBezTo>
                    <a:cubicBezTo>
                      <a:pt x="604" y="2254"/>
                      <a:pt x="603" y="2253"/>
                      <a:pt x="601" y="2253"/>
                    </a:cubicBezTo>
                    <a:cubicBezTo>
                      <a:pt x="600" y="2253"/>
                      <a:pt x="598" y="2253"/>
                      <a:pt x="597" y="2252"/>
                    </a:cubicBezTo>
                    <a:cubicBezTo>
                      <a:pt x="597" y="2252"/>
                      <a:pt x="597" y="2250"/>
                      <a:pt x="597" y="2250"/>
                    </a:cubicBezTo>
                    <a:cubicBezTo>
                      <a:pt x="597" y="2249"/>
                      <a:pt x="597" y="2248"/>
                      <a:pt x="597" y="2247"/>
                    </a:cubicBezTo>
                    <a:cubicBezTo>
                      <a:pt x="596" y="2246"/>
                      <a:pt x="595" y="2244"/>
                      <a:pt x="594" y="2244"/>
                    </a:cubicBezTo>
                    <a:cubicBezTo>
                      <a:pt x="592" y="2243"/>
                      <a:pt x="591" y="2243"/>
                      <a:pt x="590" y="2243"/>
                    </a:cubicBezTo>
                    <a:cubicBezTo>
                      <a:pt x="588" y="2242"/>
                      <a:pt x="585" y="2241"/>
                      <a:pt x="584" y="2238"/>
                    </a:cubicBezTo>
                    <a:cubicBezTo>
                      <a:pt x="583" y="2237"/>
                      <a:pt x="584" y="2235"/>
                      <a:pt x="584" y="2234"/>
                    </a:cubicBezTo>
                    <a:cubicBezTo>
                      <a:pt x="584" y="2231"/>
                      <a:pt x="583" y="2229"/>
                      <a:pt x="581" y="2227"/>
                    </a:cubicBezTo>
                    <a:cubicBezTo>
                      <a:pt x="580" y="2225"/>
                      <a:pt x="580" y="2222"/>
                      <a:pt x="580" y="2220"/>
                    </a:cubicBezTo>
                    <a:cubicBezTo>
                      <a:pt x="580" y="2218"/>
                      <a:pt x="580" y="2215"/>
                      <a:pt x="582" y="2213"/>
                    </a:cubicBezTo>
                    <a:cubicBezTo>
                      <a:pt x="583" y="2212"/>
                      <a:pt x="583" y="2211"/>
                      <a:pt x="581" y="2210"/>
                    </a:cubicBezTo>
                    <a:cubicBezTo>
                      <a:pt x="579" y="2209"/>
                      <a:pt x="577" y="2208"/>
                      <a:pt x="575" y="2207"/>
                    </a:cubicBezTo>
                    <a:cubicBezTo>
                      <a:pt x="573" y="2206"/>
                      <a:pt x="572" y="2206"/>
                      <a:pt x="571" y="2204"/>
                    </a:cubicBezTo>
                    <a:cubicBezTo>
                      <a:pt x="570" y="2204"/>
                      <a:pt x="570" y="2204"/>
                      <a:pt x="569" y="2203"/>
                    </a:cubicBezTo>
                    <a:cubicBezTo>
                      <a:pt x="568" y="2202"/>
                      <a:pt x="568" y="2201"/>
                      <a:pt x="568" y="2200"/>
                    </a:cubicBezTo>
                    <a:cubicBezTo>
                      <a:pt x="567" y="2199"/>
                      <a:pt x="568" y="2199"/>
                      <a:pt x="568" y="2198"/>
                    </a:cubicBezTo>
                    <a:cubicBezTo>
                      <a:pt x="568" y="2197"/>
                      <a:pt x="567" y="2196"/>
                      <a:pt x="567" y="2195"/>
                    </a:cubicBezTo>
                    <a:cubicBezTo>
                      <a:pt x="566" y="2193"/>
                      <a:pt x="567" y="2190"/>
                      <a:pt x="566" y="2188"/>
                    </a:cubicBezTo>
                    <a:cubicBezTo>
                      <a:pt x="565" y="2185"/>
                      <a:pt x="565" y="2182"/>
                      <a:pt x="564" y="2179"/>
                    </a:cubicBezTo>
                    <a:cubicBezTo>
                      <a:pt x="564" y="2177"/>
                      <a:pt x="565" y="2174"/>
                      <a:pt x="563" y="2173"/>
                    </a:cubicBezTo>
                    <a:cubicBezTo>
                      <a:pt x="562" y="2171"/>
                      <a:pt x="559" y="2172"/>
                      <a:pt x="557" y="2173"/>
                    </a:cubicBezTo>
                    <a:cubicBezTo>
                      <a:pt x="555" y="2174"/>
                      <a:pt x="553" y="2176"/>
                      <a:pt x="551" y="2178"/>
                    </a:cubicBezTo>
                    <a:cubicBezTo>
                      <a:pt x="549" y="2178"/>
                      <a:pt x="548" y="2180"/>
                      <a:pt x="547" y="2181"/>
                    </a:cubicBezTo>
                    <a:cubicBezTo>
                      <a:pt x="546" y="2182"/>
                      <a:pt x="546" y="2185"/>
                      <a:pt x="544" y="2183"/>
                    </a:cubicBezTo>
                    <a:cubicBezTo>
                      <a:pt x="543" y="2183"/>
                      <a:pt x="543" y="2182"/>
                      <a:pt x="543" y="2181"/>
                    </a:cubicBezTo>
                    <a:cubicBezTo>
                      <a:pt x="541" y="2180"/>
                      <a:pt x="539" y="2181"/>
                      <a:pt x="539" y="2182"/>
                    </a:cubicBezTo>
                    <a:cubicBezTo>
                      <a:pt x="538" y="2183"/>
                      <a:pt x="538" y="2184"/>
                      <a:pt x="538" y="2185"/>
                    </a:cubicBezTo>
                    <a:cubicBezTo>
                      <a:pt x="538" y="2186"/>
                      <a:pt x="538" y="2188"/>
                      <a:pt x="538" y="2189"/>
                    </a:cubicBezTo>
                    <a:cubicBezTo>
                      <a:pt x="538" y="2190"/>
                      <a:pt x="539" y="2191"/>
                      <a:pt x="538" y="2192"/>
                    </a:cubicBezTo>
                    <a:cubicBezTo>
                      <a:pt x="537" y="2193"/>
                      <a:pt x="535" y="2192"/>
                      <a:pt x="535" y="2191"/>
                    </a:cubicBezTo>
                    <a:cubicBezTo>
                      <a:pt x="534" y="2189"/>
                      <a:pt x="534" y="2188"/>
                      <a:pt x="534" y="2187"/>
                    </a:cubicBezTo>
                    <a:cubicBezTo>
                      <a:pt x="534" y="2185"/>
                      <a:pt x="533" y="2183"/>
                      <a:pt x="533" y="2182"/>
                    </a:cubicBezTo>
                    <a:cubicBezTo>
                      <a:pt x="533" y="2181"/>
                      <a:pt x="532" y="2180"/>
                      <a:pt x="532" y="2178"/>
                    </a:cubicBezTo>
                    <a:cubicBezTo>
                      <a:pt x="530" y="2175"/>
                      <a:pt x="530" y="2172"/>
                      <a:pt x="529" y="2169"/>
                    </a:cubicBezTo>
                    <a:cubicBezTo>
                      <a:pt x="528" y="2168"/>
                      <a:pt x="528" y="2167"/>
                      <a:pt x="527" y="2166"/>
                    </a:cubicBezTo>
                    <a:cubicBezTo>
                      <a:pt x="526" y="2163"/>
                      <a:pt x="523" y="2162"/>
                      <a:pt x="520" y="2160"/>
                    </a:cubicBezTo>
                    <a:cubicBezTo>
                      <a:pt x="516" y="2158"/>
                      <a:pt x="514" y="2152"/>
                      <a:pt x="510" y="2150"/>
                    </a:cubicBezTo>
                    <a:cubicBezTo>
                      <a:pt x="509" y="2149"/>
                      <a:pt x="507" y="2147"/>
                      <a:pt x="506" y="2145"/>
                    </a:cubicBezTo>
                    <a:cubicBezTo>
                      <a:pt x="506" y="2144"/>
                      <a:pt x="507" y="2143"/>
                      <a:pt x="508" y="2143"/>
                    </a:cubicBezTo>
                    <a:cubicBezTo>
                      <a:pt x="509" y="2143"/>
                      <a:pt x="510" y="2144"/>
                      <a:pt x="511" y="2144"/>
                    </a:cubicBezTo>
                    <a:cubicBezTo>
                      <a:pt x="512" y="2144"/>
                      <a:pt x="514" y="2145"/>
                      <a:pt x="515" y="2144"/>
                    </a:cubicBezTo>
                    <a:cubicBezTo>
                      <a:pt x="516" y="2144"/>
                      <a:pt x="516" y="2143"/>
                      <a:pt x="516" y="2142"/>
                    </a:cubicBezTo>
                    <a:cubicBezTo>
                      <a:pt x="516" y="2140"/>
                      <a:pt x="516" y="2137"/>
                      <a:pt x="517" y="2135"/>
                    </a:cubicBezTo>
                    <a:cubicBezTo>
                      <a:pt x="519" y="2134"/>
                      <a:pt x="519" y="2132"/>
                      <a:pt x="519" y="2129"/>
                    </a:cubicBezTo>
                    <a:cubicBezTo>
                      <a:pt x="519" y="2126"/>
                      <a:pt x="516" y="2126"/>
                      <a:pt x="513" y="2125"/>
                    </a:cubicBezTo>
                    <a:cubicBezTo>
                      <a:pt x="510" y="2125"/>
                      <a:pt x="507" y="2125"/>
                      <a:pt x="504" y="2123"/>
                    </a:cubicBezTo>
                    <a:cubicBezTo>
                      <a:pt x="502" y="2121"/>
                      <a:pt x="500" y="2120"/>
                      <a:pt x="497" y="2118"/>
                    </a:cubicBezTo>
                    <a:cubicBezTo>
                      <a:pt x="491" y="2113"/>
                      <a:pt x="487" y="2106"/>
                      <a:pt x="481" y="2101"/>
                    </a:cubicBezTo>
                    <a:cubicBezTo>
                      <a:pt x="480" y="2100"/>
                      <a:pt x="478" y="2098"/>
                      <a:pt x="476" y="2097"/>
                    </a:cubicBezTo>
                    <a:cubicBezTo>
                      <a:pt x="474" y="2096"/>
                      <a:pt x="471" y="2094"/>
                      <a:pt x="469" y="2093"/>
                    </a:cubicBezTo>
                    <a:cubicBezTo>
                      <a:pt x="467" y="2091"/>
                      <a:pt x="465" y="2090"/>
                      <a:pt x="464" y="2088"/>
                    </a:cubicBezTo>
                    <a:cubicBezTo>
                      <a:pt x="463" y="2087"/>
                      <a:pt x="462" y="2085"/>
                      <a:pt x="462" y="2084"/>
                    </a:cubicBezTo>
                    <a:cubicBezTo>
                      <a:pt x="461" y="2081"/>
                      <a:pt x="459" y="2080"/>
                      <a:pt x="456" y="2078"/>
                    </a:cubicBezTo>
                    <a:cubicBezTo>
                      <a:pt x="454" y="2076"/>
                      <a:pt x="452" y="2073"/>
                      <a:pt x="452" y="2070"/>
                    </a:cubicBezTo>
                    <a:cubicBezTo>
                      <a:pt x="451" y="2068"/>
                      <a:pt x="450" y="2067"/>
                      <a:pt x="450" y="2065"/>
                    </a:cubicBezTo>
                    <a:cubicBezTo>
                      <a:pt x="449" y="2063"/>
                      <a:pt x="449" y="2062"/>
                      <a:pt x="449" y="2060"/>
                    </a:cubicBezTo>
                    <a:cubicBezTo>
                      <a:pt x="448" y="2058"/>
                      <a:pt x="445" y="2056"/>
                      <a:pt x="443" y="2055"/>
                    </a:cubicBezTo>
                    <a:cubicBezTo>
                      <a:pt x="441" y="2055"/>
                      <a:pt x="440" y="2055"/>
                      <a:pt x="438" y="2055"/>
                    </a:cubicBezTo>
                    <a:cubicBezTo>
                      <a:pt x="434" y="2056"/>
                      <a:pt x="431" y="2056"/>
                      <a:pt x="427" y="2056"/>
                    </a:cubicBezTo>
                    <a:cubicBezTo>
                      <a:pt x="425" y="2057"/>
                      <a:pt x="423" y="2056"/>
                      <a:pt x="421" y="2055"/>
                    </a:cubicBezTo>
                    <a:cubicBezTo>
                      <a:pt x="420" y="2055"/>
                      <a:pt x="417" y="2055"/>
                      <a:pt x="416" y="2055"/>
                    </a:cubicBezTo>
                    <a:cubicBezTo>
                      <a:pt x="413" y="2053"/>
                      <a:pt x="413" y="2049"/>
                      <a:pt x="413" y="2047"/>
                    </a:cubicBezTo>
                    <a:cubicBezTo>
                      <a:pt x="414" y="2044"/>
                      <a:pt x="414" y="2041"/>
                      <a:pt x="412" y="2039"/>
                    </a:cubicBezTo>
                    <a:cubicBezTo>
                      <a:pt x="409" y="2035"/>
                      <a:pt x="408" y="2031"/>
                      <a:pt x="409" y="2026"/>
                    </a:cubicBezTo>
                    <a:cubicBezTo>
                      <a:pt x="409" y="2023"/>
                      <a:pt x="410" y="2019"/>
                      <a:pt x="409" y="2016"/>
                    </a:cubicBezTo>
                    <a:cubicBezTo>
                      <a:pt x="409" y="2012"/>
                      <a:pt x="406" y="2010"/>
                      <a:pt x="404" y="2007"/>
                    </a:cubicBezTo>
                    <a:cubicBezTo>
                      <a:pt x="403" y="2006"/>
                      <a:pt x="401" y="2004"/>
                      <a:pt x="400" y="2003"/>
                    </a:cubicBezTo>
                    <a:cubicBezTo>
                      <a:pt x="398" y="2001"/>
                      <a:pt x="396" y="2000"/>
                      <a:pt x="394" y="1998"/>
                    </a:cubicBezTo>
                    <a:cubicBezTo>
                      <a:pt x="391" y="1996"/>
                      <a:pt x="388" y="1995"/>
                      <a:pt x="385" y="1993"/>
                    </a:cubicBezTo>
                    <a:cubicBezTo>
                      <a:pt x="382" y="1991"/>
                      <a:pt x="380" y="1988"/>
                      <a:pt x="376" y="1987"/>
                    </a:cubicBezTo>
                    <a:cubicBezTo>
                      <a:pt x="374" y="1986"/>
                      <a:pt x="372" y="1985"/>
                      <a:pt x="369" y="1983"/>
                    </a:cubicBezTo>
                    <a:cubicBezTo>
                      <a:pt x="369" y="1983"/>
                      <a:pt x="369" y="1983"/>
                      <a:pt x="369" y="1983"/>
                    </a:cubicBezTo>
                    <a:cubicBezTo>
                      <a:pt x="369" y="1983"/>
                      <a:pt x="368" y="1982"/>
                      <a:pt x="368" y="1982"/>
                    </a:cubicBezTo>
                    <a:cubicBezTo>
                      <a:pt x="368" y="1982"/>
                      <a:pt x="367" y="1981"/>
                      <a:pt x="366" y="1981"/>
                    </a:cubicBezTo>
                    <a:cubicBezTo>
                      <a:pt x="365" y="1979"/>
                      <a:pt x="364" y="1978"/>
                      <a:pt x="363" y="1977"/>
                    </a:cubicBezTo>
                    <a:cubicBezTo>
                      <a:pt x="360" y="1973"/>
                      <a:pt x="357" y="1970"/>
                      <a:pt x="355" y="1965"/>
                    </a:cubicBezTo>
                    <a:cubicBezTo>
                      <a:pt x="353" y="1962"/>
                      <a:pt x="351" y="1959"/>
                      <a:pt x="348" y="1957"/>
                    </a:cubicBezTo>
                    <a:cubicBezTo>
                      <a:pt x="345" y="1955"/>
                      <a:pt x="343" y="1952"/>
                      <a:pt x="339" y="1950"/>
                    </a:cubicBezTo>
                    <a:cubicBezTo>
                      <a:pt x="336" y="1949"/>
                      <a:pt x="333" y="1947"/>
                      <a:pt x="331" y="1945"/>
                    </a:cubicBezTo>
                    <a:cubicBezTo>
                      <a:pt x="328" y="1943"/>
                      <a:pt x="325" y="1942"/>
                      <a:pt x="323" y="1939"/>
                    </a:cubicBezTo>
                    <a:cubicBezTo>
                      <a:pt x="321" y="1936"/>
                      <a:pt x="318" y="1935"/>
                      <a:pt x="315" y="1932"/>
                    </a:cubicBezTo>
                    <a:cubicBezTo>
                      <a:pt x="313" y="1929"/>
                      <a:pt x="311" y="1927"/>
                      <a:pt x="309" y="1923"/>
                    </a:cubicBezTo>
                    <a:cubicBezTo>
                      <a:pt x="308" y="1920"/>
                      <a:pt x="308" y="1917"/>
                      <a:pt x="306" y="1913"/>
                    </a:cubicBezTo>
                    <a:cubicBezTo>
                      <a:pt x="304" y="1910"/>
                      <a:pt x="300" y="1907"/>
                      <a:pt x="296" y="1905"/>
                    </a:cubicBezTo>
                    <a:cubicBezTo>
                      <a:pt x="294" y="1904"/>
                      <a:pt x="292" y="1903"/>
                      <a:pt x="290" y="1903"/>
                    </a:cubicBezTo>
                    <a:cubicBezTo>
                      <a:pt x="288" y="1902"/>
                      <a:pt x="286" y="1902"/>
                      <a:pt x="284" y="1901"/>
                    </a:cubicBezTo>
                    <a:cubicBezTo>
                      <a:pt x="279" y="1900"/>
                      <a:pt x="275" y="1898"/>
                      <a:pt x="271" y="1896"/>
                    </a:cubicBezTo>
                    <a:cubicBezTo>
                      <a:pt x="268" y="1894"/>
                      <a:pt x="266" y="1890"/>
                      <a:pt x="263" y="1888"/>
                    </a:cubicBezTo>
                    <a:cubicBezTo>
                      <a:pt x="261" y="1886"/>
                      <a:pt x="258" y="1884"/>
                      <a:pt x="254" y="1883"/>
                    </a:cubicBezTo>
                    <a:cubicBezTo>
                      <a:pt x="251" y="1882"/>
                      <a:pt x="247" y="1880"/>
                      <a:pt x="244" y="1877"/>
                    </a:cubicBezTo>
                    <a:cubicBezTo>
                      <a:pt x="242" y="1876"/>
                      <a:pt x="240" y="1874"/>
                      <a:pt x="238" y="1872"/>
                    </a:cubicBezTo>
                    <a:cubicBezTo>
                      <a:pt x="239" y="1873"/>
                      <a:pt x="240" y="1873"/>
                      <a:pt x="241" y="1874"/>
                    </a:cubicBezTo>
                    <a:cubicBezTo>
                      <a:pt x="247" y="1876"/>
                      <a:pt x="252" y="1879"/>
                      <a:pt x="258" y="1881"/>
                    </a:cubicBezTo>
                    <a:cubicBezTo>
                      <a:pt x="260" y="1882"/>
                      <a:pt x="262" y="1884"/>
                      <a:pt x="264" y="1885"/>
                    </a:cubicBezTo>
                    <a:cubicBezTo>
                      <a:pt x="267" y="1887"/>
                      <a:pt x="268" y="1889"/>
                      <a:pt x="269" y="1891"/>
                    </a:cubicBezTo>
                    <a:cubicBezTo>
                      <a:pt x="273" y="1895"/>
                      <a:pt x="277" y="1898"/>
                      <a:pt x="282" y="1899"/>
                    </a:cubicBezTo>
                    <a:cubicBezTo>
                      <a:pt x="285" y="1899"/>
                      <a:pt x="288" y="1899"/>
                      <a:pt x="290" y="1900"/>
                    </a:cubicBezTo>
                    <a:cubicBezTo>
                      <a:pt x="293" y="1901"/>
                      <a:pt x="295" y="1903"/>
                      <a:pt x="298" y="1905"/>
                    </a:cubicBezTo>
                    <a:cubicBezTo>
                      <a:pt x="301" y="1907"/>
                      <a:pt x="305" y="1909"/>
                      <a:pt x="307" y="1911"/>
                    </a:cubicBezTo>
                    <a:cubicBezTo>
                      <a:pt x="310" y="1914"/>
                      <a:pt x="312" y="1918"/>
                      <a:pt x="313" y="1921"/>
                    </a:cubicBezTo>
                    <a:cubicBezTo>
                      <a:pt x="313" y="1922"/>
                      <a:pt x="313" y="1923"/>
                      <a:pt x="314" y="1924"/>
                    </a:cubicBezTo>
                    <a:cubicBezTo>
                      <a:pt x="314" y="1927"/>
                      <a:pt x="315" y="1928"/>
                      <a:pt x="318" y="1930"/>
                    </a:cubicBezTo>
                    <a:cubicBezTo>
                      <a:pt x="320" y="1932"/>
                      <a:pt x="322" y="1934"/>
                      <a:pt x="324" y="1936"/>
                    </a:cubicBezTo>
                    <a:cubicBezTo>
                      <a:pt x="326" y="1938"/>
                      <a:pt x="327" y="1940"/>
                      <a:pt x="329" y="1941"/>
                    </a:cubicBezTo>
                    <a:cubicBezTo>
                      <a:pt x="334" y="1943"/>
                      <a:pt x="339" y="1946"/>
                      <a:pt x="344" y="1950"/>
                    </a:cubicBezTo>
                    <a:cubicBezTo>
                      <a:pt x="348" y="1953"/>
                      <a:pt x="352" y="1956"/>
                      <a:pt x="355" y="1961"/>
                    </a:cubicBezTo>
                    <a:cubicBezTo>
                      <a:pt x="357" y="1963"/>
                      <a:pt x="358" y="1965"/>
                      <a:pt x="359" y="1968"/>
                    </a:cubicBezTo>
                    <a:cubicBezTo>
                      <a:pt x="360" y="1970"/>
                      <a:pt x="361" y="1971"/>
                      <a:pt x="363" y="1973"/>
                    </a:cubicBezTo>
                    <a:cubicBezTo>
                      <a:pt x="366" y="1975"/>
                      <a:pt x="368" y="1978"/>
                      <a:pt x="370" y="1980"/>
                    </a:cubicBezTo>
                    <a:cubicBezTo>
                      <a:pt x="372" y="1982"/>
                      <a:pt x="374" y="1984"/>
                      <a:pt x="376" y="1986"/>
                    </a:cubicBezTo>
                    <a:cubicBezTo>
                      <a:pt x="377" y="1988"/>
                      <a:pt x="380" y="1988"/>
                      <a:pt x="382" y="1990"/>
                    </a:cubicBezTo>
                    <a:cubicBezTo>
                      <a:pt x="383" y="1990"/>
                      <a:pt x="384" y="1991"/>
                      <a:pt x="385" y="1992"/>
                    </a:cubicBezTo>
                    <a:cubicBezTo>
                      <a:pt x="386" y="1992"/>
                      <a:pt x="387" y="1993"/>
                      <a:pt x="389" y="1993"/>
                    </a:cubicBezTo>
                    <a:cubicBezTo>
                      <a:pt x="395" y="1995"/>
                      <a:pt x="401" y="1998"/>
                      <a:pt x="405" y="2003"/>
                    </a:cubicBezTo>
                    <a:cubicBezTo>
                      <a:pt x="408" y="2006"/>
                      <a:pt x="409" y="2011"/>
                      <a:pt x="410" y="2016"/>
                    </a:cubicBezTo>
                    <a:cubicBezTo>
                      <a:pt x="411" y="2019"/>
                      <a:pt x="411" y="2022"/>
                      <a:pt x="411" y="2025"/>
                    </a:cubicBezTo>
                    <a:cubicBezTo>
                      <a:pt x="411" y="2028"/>
                      <a:pt x="411" y="2029"/>
                      <a:pt x="412" y="2031"/>
                    </a:cubicBezTo>
                    <a:cubicBezTo>
                      <a:pt x="412" y="2034"/>
                      <a:pt x="414" y="2035"/>
                      <a:pt x="415" y="2037"/>
                    </a:cubicBezTo>
                    <a:cubicBezTo>
                      <a:pt x="418" y="2040"/>
                      <a:pt x="418" y="2044"/>
                      <a:pt x="417" y="2049"/>
                    </a:cubicBezTo>
                    <a:cubicBezTo>
                      <a:pt x="417" y="2052"/>
                      <a:pt x="417" y="2054"/>
                      <a:pt x="421" y="2054"/>
                    </a:cubicBezTo>
                    <a:cubicBezTo>
                      <a:pt x="424" y="2054"/>
                      <a:pt x="426" y="2054"/>
                      <a:pt x="429" y="2054"/>
                    </a:cubicBezTo>
                    <a:cubicBezTo>
                      <a:pt x="432" y="2054"/>
                      <a:pt x="435" y="2055"/>
                      <a:pt x="437" y="2054"/>
                    </a:cubicBezTo>
                    <a:cubicBezTo>
                      <a:pt x="440" y="2053"/>
                      <a:pt x="442" y="2053"/>
                      <a:pt x="445" y="2055"/>
                    </a:cubicBezTo>
                    <a:cubicBezTo>
                      <a:pt x="450" y="2057"/>
                      <a:pt x="453" y="2064"/>
                      <a:pt x="454" y="2069"/>
                    </a:cubicBezTo>
                    <a:cubicBezTo>
                      <a:pt x="455" y="2074"/>
                      <a:pt x="458" y="2077"/>
                      <a:pt x="462" y="2081"/>
                    </a:cubicBezTo>
                    <a:cubicBezTo>
                      <a:pt x="464" y="2082"/>
                      <a:pt x="466" y="2084"/>
                      <a:pt x="467" y="2086"/>
                    </a:cubicBezTo>
                    <a:cubicBezTo>
                      <a:pt x="468" y="2088"/>
                      <a:pt x="470" y="2089"/>
                      <a:pt x="472" y="2091"/>
                    </a:cubicBezTo>
                    <a:cubicBezTo>
                      <a:pt x="474" y="2091"/>
                      <a:pt x="476" y="2092"/>
                      <a:pt x="478" y="2093"/>
                    </a:cubicBezTo>
                    <a:cubicBezTo>
                      <a:pt x="480" y="2095"/>
                      <a:pt x="482" y="2097"/>
                      <a:pt x="483" y="2099"/>
                    </a:cubicBezTo>
                    <a:cubicBezTo>
                      <a:pt x="484" y="2101"/>
                      <a:pt x="486" y="2103"/>
                      <a:pt x="488" y="2104"/>
                    </a:cubicBezTo>
                    <a:cubicBezTo>
                      <a:pt x="489" y="2106"/>
                      <a:pt x="490" y="2108"/>
                      <a:pt x="492" y="2109"/>
                    </a:cubicBezTo>
                    <a:cubicBezTo>
                      <a:pt x="493" y="2111"/>
                      <a:pt x="495" y="2113"/>
                      <a:pt x="498" y="2114"/>
                    </a:cubicBezTo>
                    <a:cubicBezTo>
                      <a:pt x="500" y="2114"/>
                      <a:pt x="502" y="2116"/>
                      <a:pt x="504" y="2117"/>
                    </a:cubicBezTo>
                    <a:cubicBezTo>
                      <a:pt x="505" y="2118"/>
                      <a:pt x="507" y="2119"/>
                      <a:pt x="509" y="2119"/>
                    </a:cubicBezTo>
                    <a:cubicBezTo>
                      <a:pt x="511" y="2120"/>
                      <a:pt x="512" y="2121"/>
                      <a:pt x="514" y="2120"/>
                    </a:cubicBezTo>
                    <a:cubicBezTo>
                      <a:pt x="515" y="2120"/>
                      <a:pt x="517" y="2119"/>
                      <a:pt x="518" y="2118"/>
                    </a:cubicBezTo>
                    <a:cubicBezTo>
                      <a:pt x="522" y="2113"/>
                      <a:pt x="525" y="2107"/>
                      <a:pt x="527" y="2100"/>
                    </a:cubicBezTo>
                    <a:cubicBezTo>
                      <a:pt x="530" y="2094"/>
                      <a:pt x="534" y="2090"/>
                      <a:pt x="539" y="2085"/>
                    </a:cubicBezTo>
                    <a:cubicBezTo>
                      <a:pt x="545" y="2079"/>
                      <a:pt x="552" y="2076"/>
                      <a:pt x="561" y="2076"/>
                    </a:cubicBezTo>
                    <a:cubicBezTo>
                      <a:pt x="569" y="2076"/>
                      <a:pt x="578" y="2078"/>
                      <a:pt x="587" y="2079"/>
                    </a:cubicBezTo>
                    <a:cubicBezTo>
                      <a:pt x="591" y="2080"/>
                      <a:pt x="596" y="2082"/>
                      <a:pt x="601" y="2084"/>
                    </a:cubicBezTo>
                    <a:cubicBezTo>
                      <a:pt x="603" y="2084"/>
                      <a:pt x="605" y="2085"/>
                      <a:pt x="607" y="2086"/>
                    </a:cubicBezTo>
                    <a:cubicBezTo>
                      <a:pt x="608" y="2088"/>
                      <a:pt x="609" y="2091"/>
                      <a:pt x="609" y="2093"/>
                    </a:cubicBezTo>
                    <a:cubicBezTo>
                      <a:pt x="609" y="2094"/>
                      <a:pt x="609" y="2098"/>
                      <a:pt x="607" y="2099"/>
                    </a:cubicBezTo>
                    <a:cubicBezTo>
                      <a:pt x="606" y="2099"/>
                      <a:pt x="604" y="2096"/>
                      <a:pt x="603" y="2095"/>
                    </a:cubicBezTo>
                    <a:cubicBezTo>
                      <a:pt x="600" y="2090"/>
                      <a:pt x="598" y="2085"/>
                      <a:pt x="592" y="2085"/>
                    </a:cubicBezTo>
                    <a:cubicBezTo>
                      <a:pt x="585" y="2084"/>
                      <a:pt x="580" y="2081"/>
                      <a:pt x="574" y="2079"/>
                    </a:cubicBezTo>
                    <a:cubicBezTo>
                      <a:pt x="568" y="2077"/>
                      <a:pt x="561" y="2078"/>
                      <a:pt x="554" y="2079"/>
                    </a:cubicBezTo>
                    <a:cubicBezTo>
                      <a:pt x="549" y="2080"/>
                      <a:pt x="545" y="2081"/>
                      <a:pt x="541" y="2085"/>
                    </a:cubicBezTo>
                    <a:cubicBezTo>
                      <a:pt x="537" y="2089"/>
                      <a:pt x="534" y="2094"/>
                      <a:pt x="531" y="2098"/>
                    </a:cubicBezTo>
                    <a:cubicBezTo>
                      <a:pt x="527" y="2104"/>
                      <a:pt x="525" y="2109"/>
                      <a:pt x="524" y="2115"/>
                    </a:cubicBezTo>
                    <a:cubicBezTo>
                      <a:pt x="522" y="2122"/>
                      <a:pt x="521" y="2128"/>
                      <a:pt x="523" y="2135"/>
                    </a:cubicBezTo>
                    <a:cubicBezTo>
                      <a:pt x="524" y="2141"/>
                      <a:pt x="529" y="2142"/>
                      <a:pt x="535" y="2142"/>
                    </a:cubicBezTo>
                    <a:cubicBezTo>
                      <a:pt x="540" y="2143"/>
                      <a:pt x="544" y="2146"/>
                      <a:pt x="548" y="2148"/>
                    </a:cubicBezTo>
                    <a:cubicBezTo>
                      <a:pt x="553" y="2151"/>
                      <a:pt x="558" y="2153"/>
                      <a:pt x="563" y="2154"/>
                    </a:cubicBezTo>
                    <a:cubicBezTo>
                      <a:pt x="565" y="2155"/>
                      <a:pt x="568" y="2156"/>
                      <a:pt x="571" y="2155"/>
                    </a:cubicBezTo>
                    <a:cubicBezTo>
                      <a:pt x="574" y="2154"/>
                      <a:pt x="576" y="2151"/>
                      <a:pt x="578" y="2149"/>
                    </a:cubicBezTo>
                    <a:cubicBezTo>
                      <a:pt x="581" y="2148"/>
                      <a:pt x="583" y="2146"/>
                      <a:pt x="586" y="2147"/>
                    </a:cubicBezTo>
                    <a:cubicBezTo>
                      <a:pt x="589" y="2148"/>
                      <a:pt x="591" y="2151"/>
                      <a:pt x="591" y="2153"/>
                    </a:cubicBezTo>
                    <a:cubicBezTo>
                      <a:pt x="591" y="2157"/>
                      <a:pt x="588" y="2160"/>
                      <a:pt x="585" y="2162"/>
                    </a:cubicBezTo>
                    <a:cubicBezTo>
                      <a:pt x="582" y="2164"/>
                      <a:pt x="583" y="2168"/>
                      <a:pt x="581" y="2170"/>
                    </a:cubicBezTo>
                    <a:cubicBezTo>
                      <a:pt x="581" y="2172"/>
                      <a:pt x="579" y="2173"/>
                      <a:pt x="577" y="2174"/>
                    </a:cubicBezTo>
                    <a:cubicBezTo>
                      <a:pt x="575" y="2174"/>
                      <a:pt x="574" y="2176"/>
                      <a:pt x="573" y="2178"/>
                    </a:cubicBezTo>
                    <a:cubicBezTo>
                      <a:pt x="573" y="2181"/>
                      <a:pt x="572" y="2184"/>
                      <a:pt x="572" y="2186"/>
                    </a:cubicBezTo>
                    <a:cubicBezTo>
                      <a:pt x="572" y="2190"/>
                      <a:pt x="571" y="2193"/>
                      <a:pt x="572" y="2196"/>
                    </a:cubicBezTo>
                    <a:cubicBezTo>
                      <a:pt x="575" y="2202"/>
                      <a:pt x="580" y="2205"/>
                      <a:pt x="586" y="2205"/>
                    </a:cubicBezTo>
                    <a:cubicBezTo>
                      <a:pt x="590" y="2205"/>
                      <a:pt x="594" y="2205"/>
                      <a:pt x="596" y="2208"/>
                    </a:cubicBezTo>
                    <a:cubicBezTo>
                      <a:pt x="598" y="2210"/>
                      <a:pt x="599" y="2214"/>
                      <a:pt x="596" y="2216"/>
                    </a:cubicBezTo>
                    <a:cubicBezTo>
                      <a:pt x="594" y="2218"/>
                      <a:pt x="590" y="2218"/>
                      <a:pt x="588" y="2219"/>
                    </a:cubicBezTo>
                    <a:cubicBezTo>
                      <a:pt x="586" y="2221"/>
                      <a:pt x="585" y="2224"/>
                      <a:pt x="585" y="2226"/>
                    </a:cubicBezTo>
                    <a:cubicBezTo>
                      <a:pt x="585" y="2231"/>
                      <a:pt x="589" y="2238"/>
                      <a:pt x="592" y="2241"/>
                    </a:cubicBezTo>
                    <a:cubicBezTo>
                      <a:pt x="595" y="2242"/>
                      <a:pt x="598" y="2243"/>
                      <a:pt x="599" y="2245"/>
                    </a:cubicBezTo>
                    <a:cubicBezTo>
                      <a:pt x="601" y="2246"/>
                      <a:pt x="601" y="2248"/>
                      <a:pt x="603" y="2249"/>
                    </a:cubicBezTo>
                    <a:cubicBezTo>
                      <a:pt x="605" y="2250"/>
                      <a:pt x="607" y="2251"/>
                      <a:pt x="610" y="2251"/>
                    </a:cubicBezTo>
                    <a:cubicBezTo>
                      <a:pt x="612" y="2252"/>
                      <a:pt x="615" y="2251"/>
                      <a:pt x="618" y="2251"/>
                    </a:cubicBezTo>
                    <a:cubicBezTo>
                      <a:pt x="622" y="2252"/>
                      <a:pt x="626" y="2256"/>
                      <a:pt x="630" y="2255"/>
                    </a:cubicBezTo>
                    <a:cubicBezTo>
                      <a:pt x="633" y="2255"/>
                      <a:pt x="634" y="2253"/>
                      <a:pt x="636" y="2253"/>
                    </a:cubicBezTo>
                    <a:cubicBezTo>
                      <a:pt x="638" y="2253"/>
                      <a:pt x="641" y="2253"/>
                      <a:pt x="642" y="2254"/>
                    </a:cubicBezTo>
                    <a:cubicBezTo>
                      <a:pt x="644" y="2256"/>
                      <a:pt x="644" y="2260"/>
                      <a:pt x="644" y="2262"/>
                    </a:cubicBezTo>
                    <a:cubicBezTo>
                      <a:pt x="646" y="2265"/>
                      <a:pt x="649" y="2269"/>
                      <a:pt x="653" y="2268"/>
                    </a:cubicBezTo>
                    <a:cubicBezTo>
                      <a:pt x="657" y="2268"/>
                      <a:pt x="658" y="2263"/>
                      <a:pt x="656" y="2260"/>
                    </a:cubicBezTo>
                    <a:cubicBezTo>
                      <a:pt x="655" y="2257"/>
                      <a:pt x="650" y="2253"/>
                      <a:pt x="654" y="2250"/>
                    </a:cubicBezTo>
                    <a:cubicBezTo>
                      <a:pt x="658" y="2248"/>
                      <a:pt x="663" y="2249"/>
                      <a:pt x="664" y="2243"/>
                    </a:cubicBezTo>
                    <a:cubicBezTo>
                      <a:pt x="665" y="2240"/>
                      <a:pt x="665" y="2230"/>
                      <a:pt x="670" y="2232"/>
                    </a:cubicBezTo>
                    <a:cubicBezTo>
                      <a:pt x="672" y="2232"/>
                      <a:pt x="673" y="2234"/>
                      <a:pt x="675" y="2234"/>
                    </a:cubicBezTo>
                    <a:cubicBezTo>
                      <a:pt x="677" y="2235"/>
                      <a:pt x="678" y="2235"/>
                      <a:pt x="680" y="2235"/>
                    </a:cubicBezTo>
                    <a:cubicBezTo>
                      <a:pt x="685" y="2234"/>
                      <a:pt x="684" y="2240"/>
                      <a:pt x="683" y="2243"/>
                    </a:cubicBezTo>
                    <a:cubicBezTo>
                      <a:pt x="681" y="2247"/>
                      <a:pt x="678" y="2248"/>
                      <a:pt x="675" y="2251"/>
                    </a:cubicBezTo>
                    <a:cubicBezTo>
                      <a:pt x="673" y="2253"/>
                      <a:pt x="671" y="2256"/>
                      <a:pt x="669" y="2259"/>
                    </a:cubicBezTo>
                    <a:cubicBezTo>
                      <a:pt x="666" y="2262"/>
                      <a:pt x="665" y="2266"/>
                      <a:pt x="663" y="2269"/>
                    </a:cubicBezTo>
                    <a:cubicBezTo>
                      <a:pt x="662" y="2272"/>
                      <a:pt x="659" y="2275"/>
                      <a:pt x="660" y="2279"/>
                    </a:cubicBezTo>
                    <a:cubicBezTo>
                      <a:pt x="661" y="2283"/>
                      <a:pt x="666" y="2285"/>
                      <a:pt x="670" y="2286"/>
                    </a:cubicBezTo>
                    <a:cubicBezTo>
                      <a:pt x="673" y="2287"/>
                      <a:pt x="677" y="2287"/>
                      <a:pt x="681" y="2286"/>
                    </a:cubicBezTo>
                    <a:cubicBezTo>
                      <a:pt x="685" y="2285"/>
                      <a:pt x="688" y="2285"/>
                      <a:pt x="692" y="2286"/>
                    </a:cubicBezTo>
                    <a:cubicBezTo>
                      <a:pt x="696" y="2288"/>
                      <a:pt x="698" y="2288"/>
                      <a:pt x="702" y="2286"/>
                    </a:cubicBezTo>
                    <a:cubicBezTo>
                      <a:pt x="705" y="2283"/>
                      <a:pt x="707" y="2283"/>
                      <a:pt x="711" y="2285"/>
                    </a:cubicBezTo>
                    <a:cubicBezTo>
                      <a:pt x="714" y="2287"/>
                      <a:pt x="719" y="2287"/>
                      <a:pt x="722" y="2289"/>
                    </a:cubicBezTo>
                    <a:cubicBezTo>
                      <a:pt x="725" y="2290"/>
                      <a:pt x="727" y="2294"/>
                      <a:pt x="728" y="2297"/>
                    </a:cubicBezTo>
                    <a:cubicBezTo>
                      <a:pt x="730" y="2301"/>
                      <a:pt x="728" y="2305"/>
                      <a:pt x="726" y="2309"/>
                    </a:cubicBezTo>
                    <a:cubicBezTo>
                      <a:pt x="725" y="2310"/>
                      <a:pt x="725" y="2312"/>
                      <a:pt x="725" y="2314"/>
                    </a:cubicBezTo>
                    <a:cubicBezTo>
                      <a:pt x="725" y="2316"/>
                      <a:pt x="725" y="2318"/>
                      <a:pt x="726" y="2319"/>
                    </a:cubicBezTo>
                    <a:cubicBezTo>
                      <a:pt x="726" y="2322"/>
                      <a:pt x="727" y="2325"/>
                      <a:pt x="727" y="2328"/>
                    </a:cubicBezTo>
                    <a:cubicBezTo>
                      <a:pt x="726" y="2330"/>
                      <a:pt x="726" y="2332"/>
                      <a:pt x="727" y="2334"/>
                    </a:cubicBezTo>
                    <a:cubicBezTo>
                      <a:pt x="729" y="2335"/>
                      <a:pt x="731" y="2336"/>
                      <a:pt x="733" y="2337"/>
                    </a:cubicBezTo>
                    <a:cubicBezTo>
                      <a:pt x="736" y="2338"/>
                      <a:pt x="737" y="2340"/>
                      <a:pt x="739" y="2342"/>
                    </a:cubicBezTo>
                    <a:cubicBezTo>
                      <a:pt x="741" y="2344"/>
                      <a:pt x="743" y="2345"/>
                      <a:pt x="745" y="2347"/>
                    </a:cubicBezTo>
                    <a:cubicBezTo>
                      <a:pt x="747" y="2349"/>
                      <a:pt x="748" y="2352"/>
                      <a:pt x="750" y="2353"/>
                    </a:cubicBezTo>
                    <a:cubicBezTo>
                      <a:pt x="752" y="2354"/>
                      <a:pt x="754" y="2353"/>
                      <a:pt x="757" y="2354"/>
                    </a:cubicBezTo>
                    <a:cubicBezTo>
                      <a:pt x="760" y="2354"/>
                      <a:pt x="762" y="2354"/>
                      <a:pt x="765" y="2352"/>
                    </a:cubicBezTo>
                    <a:cubicBezTo>
                      <a:pt x="767" y="2351"/>
                      <a:pt x="769" y="2349"/>
                      <a:pt x="771" y="2347"/>
                    </a:cubicBezTo>
                    <a:cubicBezTo>
                      <a:pt x="773" y="2346"/>
                      <a:pt x="775" y="2344"/>
                      <a:pt x="777" y="2343"/>
                    </a:cubicBezTo>
                    <a:cubicBezTo>
                      <a:pt x="780" y="2342"/>
                      <a:pt x="783" y="2343"/>
                      <a:pt x="785" y="2342"/>
                    </a:cubicBezTo>
                    <a:cubicBezTo>
                      <a:pt x="788" y="2341"/>
                      <a:pt x="791" y="2338"/>
                      <a:pt x="794" y="2338"/>
                    </a:cubicBezTo>
                    <a:cubicBezTo>
                      <a:pt x="796" y="2339"/>
                      <a:pt x="798" y="2343"/>
                      <a:pt x="800" y="2342"/>
                    </a:cubicBezTo>
                    <a:cubicBezTo>
                      <a:pt x="802" y="2341"/>
                      <a:pt x="802" y="2337"/>
                      <a:pt x="805" y="2337"/>
                    </a:cubicBezTo>
                    <a:cubicBezTo>
                      <a:pt x="808" y="2338"/>
                      <a:pt x="809" y="2341"/>
                      <a:pt x="812" y="2340"/>
                    </a:cubicBezTo>
                    <a:cubicBezTo>
                      <a:pt x="814" y="2339"/>
                      <a:pt x="816" y="2336"/>
                      <a:pt x="819" y="2336"/>
                    </a:cubicBezTo>
                    <a:cubicBezTo>
                      <a:pt x="821" y="2336"/>
                      <a:pt x="824" y="2337"/>
                      <a:pt x="826" y="2337"/>
                    </a:cubicBezTo>
                    <a:cubicBezTo>
                      <a:pt x="831" y="2336"/>
                      <a:pt x="829" y="2329"/>
                      <a:pt x="831" y="2326"/>
                    </a:cubicBezTo>
                    <a:cubicBezTo>
                      <a:pt x="832" y="2322"/>
                      <a:pt x="835" y="2319"/>
                      <a:pt x="839" y="2318"/>
                    </a:cubicBezTo>
                    <a:cubicBezTo>
                      <a:pt x="840" y="2317"/>
                      <a:pt x="842" y="2317"/>
                      <a:pt x="843" y="2316"/>
                    </a:cubicBezTo>
                    <a:cubicBezTo>
                      <a:pt x="845" y="2316"/>
                      <a:pt x="845" y="2314"/>
                      <a:pt x="847" y="2312"/>
                    </a:cubicBezTo>
                    <a:cubicBezTo>
                      <a:pt x="847" y="2312"/>
                      <a:pt x="847" y="2312"/>
                      <a:pt x="848" y="2312"/>
                    </a:cubicBezTo>
                    <a:cubicBezTo>
                      <a:pt x="849" y="2311"/>
                      <a:pt x="850" y="2311"/>
                      <a:pt x="851" y="2311"/>
                    </a:cubicBezTo>
                    <a:cubicBezTo>
                      <a:pt x="854" y="2310"/>
                      <a:pt x="855" y="2308"/>
                      <a:pt x="857" y="2306"/>
                    </a:cubicBezTo>
                    <a:cubicBezTo>
                      <a:pt x="858" y="2303"/>
                      <a:pt x="859" y="2301"/>
                      <a:pt x="862" y="2299"/>
                    </a:cubicBezTo>
                    <a:cubicBezTo>
                      <a:pt x="864" y="2298"/>
                      <a:pt x="867" y="2298"/>
                      <a:pt x="867" y="2295"/>
                    </a:cubicBezTo>
                    <a:cubicBezTo>
                      <a:pt x="867" y="2294"/>
                      <a:pt x="867" y="2292"/>
                      <a:pt x="868" y="2291"/>
                    </a:cubicBezTo>
                    <a:cubicBezTo>
                      <a:pt x="869" y="2290"/>
                      <a:pt x="871" y="2290"/>
                      <a:pt x="873" y="2290"/>
                    </a:cubicBezTo>
                    <a:cubicBezTo>
                      <a:pt x="874" y="2289"/>
                      <a:pt x="875" y="2289"/>
                      <a:pt x="876" y="2289"/>
                    </a:cubicBezTo>
                    <a:cubicBezTo>
                      <a:pt x="877" y="2288"/>
                      <a:pt x="877" y="2288"/>
                      <a:pt x="878" y="2287"/>
                    </a:cubicBezTo>
                    <a:cubicBezTo>
                      <a:pt x="879" y="2286"/>
                      <a:pt x="880" y="2286"/>
                      <a:pt x="881" y="2285"/>
                    </a:cubicBezTo>
                    <a:cubicBezTo>
                      <a:pt x="882" y="2284"/>
                      <a:pt x="883" y="2283"/>
                      <a:pt x="884" y="2283"/>
                    </a:cubicBezTo>
                    <a:cubicBezTo>
                      <a:pt x="886" y="2282"/>
                      <a:pt x="888" y="2281"/>
                      <a:pt x="889" y="2279"/>
                    </a:cubicBezTo>
                    <a:cubicBezTo>
                      <a:pt x="891" y="2277"/>
                      <a:pt x="892" y="2276"/>
                      <a:pt x="893" y="2274"/>
                    </a:cubicBezTo>
                    <a:cubicBezTo>
                      <a:pt x="895" y="2270"/>
                      <a:pt x="897" y="2267"/>
                      <a:pt x="898" y="2262"/>
                    </a:cubicBezTo>
                    <a:cubicBezTo>
                      <a:pt x="898" y="2259"/>
                      <a:pt x="900" y="2255"/>
                      <a:pt x="901" y="2252"/>
                    </a:cubicBezTo>
                    <a:cubicBezTo>
                      <a:pt x="902" y="2247"/>
                      <a:pt x="903" y="2243"/>
                      <a:pt x="904" y="2239"/>
                    </a:cubicBezTo>
                    <a:cubicBezTo>
                      <a:pt x="905" y="2235"/>
                      <a:pt x="905" y="2231"/>
                      <a:pt x="907" y="2227"/>
                    </a:cubicBezTo>
                    <a:cubicBezTo>
                      <a:pt x="908" y="2225"/>
                      <a:pt x="909" y="2222"/>
                      <a:pt x="909" y="2220"/>
                    </a:cubicBezTo>
                    <a:cubicBezTo>
                      <a:pt x="909" y="2217"/>
                      <a:pt x="907" y="2214"/>
                      <a:pt x="905" y="2212"/>
                    </a:cubicBezTo>
                    <a:cubicBezTo>
                      <a:pt x="903" y="2211"/>
                      <a:pt x="902" y="2208"/>
                      <a:pt x="899" y="2208"/>
                    </a:cubicBezTo>
                    <a:cubicBezTo>
                      <a:pt x="898" y="2208"/>
                      <a:pt x="897" y="2208"/>
                      <a:pt x="895" y="2207"/>
                    </a:cubicBezTo>
                    <a:cubicBezTo>
                      <a:pt x="894" y="2207"/>
                      <a:pt x="892" y="2207"/>
                      <a:pt x="891" y="2207"/>
                    </a:cubicBezTo>
                    <a:cubicBezTo>
                      <a:pt x="889" y="2206"/>
                      <a:pt x="888" y="2206"/>
                      <a:pt x="887" y="2205"/>
                    </a:cubicBezTo>
                    <a:cubicBezTo>
                      <a:pt x="885" y="2204"/>
                      <a:pt x="886" y="2202"/>
                      <a:pt x="888" y="2201"/>
                    </a:cubicBezTo>
                    <a:cubicBezTo>
                      <a:pt x="889" y="2199"/>
                      <a:pt x="891" y="2198"/>
                      <a:pt x="893" y="2196"/>
                    </a:cubicBezTo>
                    <a:cubicBezTo>
                      <a:pt x="895" y="2195"/>
                      <a:pt x="896" y="2194"/>
                      <a:pt x="898" y="2194"/>
                    </a:cubicBezTo>
                    <a:cubicBezTo>
                      <a:pt x="900" y="2194"/>
                      <a:pt x="901" y="2194"/>
                      <a:pt x="903" y="2193"/>
                    </a:cubicBezTo>
                    <a:cubicBezTo>
                      <a:pt x="903" y="2193"/>
                      <a:pt x="905" y="2193"/>
                      <a:pt x="905" y="2192"/>
                    </a:cubicBezTo>
                    <a:cubicBezTo>
                      <a:pt x="906" y="2191"/>
                      <a:pt x="905" y="2191"/>
                      <a:pt x="904" y="2191"/>
                    </a:cubicBezTo>
                    <a:cubicBezTo>
                      <a:pt x="902" y="2190"/>
                      <a:pt x="899" y="2189"/>
                      <a:pt x="896" y="2188"/>
                    </a:cubicBezTo>
                    <a:cubicBezTo>
                      <a:pt x="895" y="2186"/>
                      <a:pt x="894" y="2184"/>
                      <a:pt x="893" y="2182"/>
                    </a:cubicBezTo>
                    <a:cubicBezTo>
                      <a:pt x="892" y="2180"/>
                      <a:pt x="891" y="2178"/>
                      <a:pt x="892" y="2175"/>
                    </a:cubicBezTo>
                    <a:cubicBezTo>
                      <a:pt x="892" y="2173"/>
                      <a:pt x="893" y="2172"/>
                      <a:pt x="894" y="2170"/>
                    </a:cubicBezTo>
                    <a:cubicBezTo>
                      <a:pt x="895" y="2168"/>
                      <a:pt x="896" y="2167"/>
                      <a:pt x="897" y="2165"/>
                    </a:cubicBezTo>
                    <a:cubicBezTo>
                      <a:pt x="898" y="2164"/>
                      <a:pt x="898" y="2163"/>
                      <a:pt x="898" y="2161"/>
                    </a:cubicBezTo>
                    <a:cubicBezTo>
                      <a:pt x="898" y="2159"/>
                      <a:pt x="898" y="2157"/>
                      <a:pt x="896" y="2156"/>
                    </a:cubicBezTo>
                    <a:cubicBezTo>
                      <a:pt x="895" y="2155"/>
                      <a:pt x="893" y="2154"/>
                      <a:pt x="892" y="2154"/>
                    </a:cubicBezTo>
                    <a:cubicBezTo>
                      <a:pt x="890" y="2152"/>
                      <a:pt x="887" y="2151"/>
                      <a:pt x="885" y="2149"/>
                    </a:cubicBezTo>
                    <a:cubicBezTo>
                      <a:pt x="883" y="2146"/>
                      <a:pt x="881" y="2142"/>
                      <a:pt x="881" y="2139"/>
                    </a:cubicBezTo>
                    <a:cubicBezTo>
                      <a:pt x="881" y="2138"/>
                      <a:pt x="881" y="2136"/>
                      <a:pt x="881" y="2135"/>
                    </a:cubicBezTo>
                    <a:cubicBezTo>
                      <a:pt x="881" y="2134"/>
                      <a:pt x="882" y="2132"/>
                      <a:pt x="883" y="2132"/>
                    </a:cubicBezTo>
                    <a:cubicBezTo>
                      <a:pt x="884" y="2131"/>
                      <a:pt x="885" y="2131"/>
                      <a:pt x="886" y="2131"/>
                    </a:cubicBezTo>
                    <a:cubicBezTo>
                      <a:pt x="887" y="2131"/>
                      <a:pt x="888" y="2130"/>
                      <a:pt x="888" y="2129"/>
                    </a:cubicBezTo>
                    <a:cubicBezTo>
                      <a:pt x="888" y="2128"/>
                      <a:pt x="888" y="2127"/>
                      <a:pt x="888" y="2126"/>
                    </a:cubicBezTo>
                    <a:cubicBezTo>
                      <a:pt x="887" y="2125"/>
                      <a:pt x="885" y="2126"/>
                      <a:pt x="883" y="2126"/>
                    </a:cubicBezTo>
                    <a:cubicBezTo>
                      <a:pt x="883" y="2126"/>
                      <a:pt x="881" y="2127"/>
                      <a:pt x="880" y="2126"/>
                    </a:cubicBezTo>
                    <a:cubicBezTo>
                      <a:pt x="880" y="2126"/>
                      <a:pt x="879" y="2125"/>
                      <a:pt x="879" y="2124"/>
                    </a:cubicBezTo>
                    <a:cubicBezTo>
                      <a:pt x="879" y="2123"/>
                      <a:pt x="879" y="2121"/>
                      <a:pt x="880" y="2120"/>
                    </a:cubicBezTo>
                    <a:cubicBezTo>
                      <a:pt x="880" y="2118"/>
                      <a:pt x="881" y="2118"/>
                      <a:pt x="882" y="2116"/>
                    </a:cubicBezTo>
                    <a:cubicBezTo>
                      <a:pt x="884" y="2113"/>
                      <a:pt x="884" y="2108"/>
                      <a:pt x="882" y="2105"/>
                    </a:cubicBezTo>
                    <a:cubicBezTo>
                      <a:pt x="882" y="2104"/>
                      <a:pt x="881" y="2103"/>
                      <a:pt x="880" y="2101"/>
                    </a:cubicBezTo>
                    <a:cubicBezTo>
                      <a:pt x="880" y="2100"/>
                      <a:pt x="879" y="2099"/>
                      <a:pt x="879" y="2098"/>
                    </a:cubicBezTo>
                    <a:cubicBezTo>
                      <a:pt x="879" y="2096"/>
                      <a:pt x="880" y="2093"/>
                      <a:pt x="881" y="2092"/>
                    </a:cubicBezTo>
                    <a:cubicBezTo>
                      <a:pt x="883" y="2090"/>
                      <a:pt x="883" y="2088"/>
                      <a:pt x="884" y="2086"/>
                    </a:cubicBezTo>
                    <a:cubicBezTo>
                      <a:pt x="884" y="2085"/>
                      <a:pt x="885" y="2084"/>
                      <a:pt x="886" y="2083"/>
                    </a:cubicBezTo>
                    <a:cubicBezTo>
                      <a:pt x="886" y="2082"/>
                      <a:pt x="886" y="2081"/>
                      <a:pt x="886" y="2080"/>
                    </a:cubicBezTo>
                    <a:cubicBezTo>
                      <a:pt x="885" y="2080"/>
                      <a:pt x="884" y="2080"/>
                      <a:pt x="883" y="2080"/>
                    </a:cubicBezTo>
                    <a:cubicBezTo>
                      <a:pt x="882" y="2080"/>
                      <a:pt x="881" y="2080"/>
                      <a:pt x="880" y="2079"/>
                    </a:cubicBezTo>
                    <a:cubicBezTo>
                      <a:pt x="879" y="2079"/>
                      <a:pt x="878" y="2078"/>
                      <a:pt x="877" y="2078"/>
                    </a:cubicBezTo>
                    <a:cubicBezTo>
                      <a:pt x="876" y="2077"/>
                      <a:pt x="877" y="2076"/>
                      <a:pt x="878" y="2076"/>
                    </a:cubicBezTo>
                    <a:cubicBezTo>
                      <a:pt x="879" y="2075"/>
                      <a:pt x="881" y="2075"/>
                      <a:pt x="882" y="2075"/>
                    </a:cubicBezTo>
                    <a:cubicBezTo>
                      <a:pt x="885" y="2075"/>
                      <a:pt x="887" y="2075"/>
                      <a:pt x="889" y="2073"/>
                    </a:cubicBezTo>
                    <a:cubicBezTo>
                      <a:pt x="891" y="2072"/>
                      <a:pt x="888" y="2068"/>
                      <a:pt x="886" y="2067"/>
                    </a:cubicBezTo>
                    <a:cubicBezTo>
                      <a:pt x="885" y="2065"/>
                      <a:pt x="884" y="2064"/>
                      <a:pt x="883" y="2062"/>
                    </a:cubicBezTo>
                    <a:cubicBezTo>
                      <a:pt x="881" y="2059"/>
                      <a:pt x="878" y="2057"/>
                      <a:pt x="876" y="2054"/>
                    </a:cubicBezTo>
                    <a:cubicBezTo>
                      <a:pt x="876" y="2053"/>
                      <a:pt x="876" y="2052"/>
                      <a:pt x="876" y="2051"/>
                    </a:cubicBezTo>
                    <a:cubicBezTo>
                      <a:pt x="877" y="2050"/>
                      <a:pt x="878" y="2050"/>
                      <a:pt x="879" y="2051"/>
                    </a:cubicBezTo>
                    <a:cubicBezTo>
                      <a:pt x="881" y="2052"/>
                      <a:pt x="883" y="2053"/>
                      <a:pt x="885" y="2054"/>
                    </a:cubicBezTo>
                    <a:cubicBezTo>
                      <a:pt x="885" y="2055"/>
                      <a:pt x="886" y="2055"/>
                      <a:pt x="887" y="2054"/>
                    </a:cubicBezTo>
                    <a:cubicBezTo>
                      <a:pt x="888" y="2054"/>
                      <a:pt x="887" y="2052"/>
                      <a:pt x="888" y="2052"/>
                    </a:cubicBezTo>
                    <a:cubicBezTo>
                      <a:pt x="889" y="2051"/>
                      <a:pt x="891" y="2051"/>
                      <a:pt x="892" y="2051"/>
                    </a:cubicBezTo>
                    <a:cubicBezTo>
                      <a:pt x="892" y="2049"/>
                      <a:pt x="893" y="2048"/>
                      <a:pt x="892" y="2047"/>
                    </a:cubicBezTo>
                    <a:cubicBezTo>
                      <a:pt x="892" y="2046"/>
                      <a:pt x="891" y="2045"/>
                      <a:pt x="890" y="2044"/>
                    </a:cubicBezTo>
                    <a:cubicBezTo>
                      <a:pt x="889" y="2043"/>
                      <a:pt x="888" y="2043"/>
                      <a:pt x="887" y="2042"/>
                    </a:cubicBezTo>
                    <a:cubicBezTo>
                      <a:pt x="886" y="2041"/>
                      <a:pt x="885" y="2040"/>
                      <a:pt x="883" y="2039"/>
                    </a:cubicBezTo>
                    <a:cubicBezTo>
                      <a:pt x="882" y="2039"/>
                      <a:pt x="882" y="2039"/>
                      <a:pt x="881" y="2039"/>
                    </a:cubicBezTo>
                    <a:cubicBezTo>
                      <a:pt x="880" y="2038"/>
                      <a:pt x="879" y="2037"/>
                      <a:pt x="878" y="2036"/>
                    </a:cubicBezTo>
                    <a:cubicBezTo>
                      <a:pt x="876" y="2034"/>
                      <a:pt x="874" y="2032"/>
                      <a:pt x="874" y="2029"/>
                    </a:cubicBezTo>
                    <a:cubicBezTo>
                      <a:pt x="875" y="2026"/>
                      <a:pt x="879" y="2025"/>
                      <a:pt x="882" y="2025"/>
                    </a:cubicBezTo>
                    <a:cubicBezTo>
                      <a:pt x="882" y="2025"/>
                      <a:pt x="883" y="2025"/>
                      <a:pt x="884" y="2025"/>
                    </a:cubicBezTo>
                    <a:cubicBezTo>
                      <a:pt x="884" y="2025"/>
                      <a:pt x="885" y="2025"/>
                      <a:pt x="886" y="2025"/>
                    </a:cubicBezTo>
                    <a:cubicBezTo>
                      <a:pt x="886" y="2024"/>
                      <a:pt x="886" y="2023"/>
                      <a:pt x="886" y="2022"/>
                    </a:cubicBezTo>
                    <a:cubicBezTo>
                      <a:pt x="887" y="2021"/>
                      <a:pt x="888" y="2020"/>
                      <a:pt x="887" y="2019"/>
                    </a:cubicBezTo>
                    <a:cubicBezTo>
                      <a:pt x="886" y="2019"/>
                      <a:pt x="885" y="2018"/>
                      <a:pt x="885" y="2018"/>
                    </a:cubicBezTo>
                    <a:cubicBezTo>
                      <a:pt x="884" y="2018"/>
                      <a:pt x="884" y="2018"/>
                      <a:pt x="883" y="2017"/>
                    </a:cubicBezTo>
                    <a:cubicBezTo>
                      <a:pt x="882" y="2017"/>
                      <a:pt x="882" y="2015"/>
                      <a:pt x="883" y="2013"/>
                    </a:cubicBezTo>
                    <a:cubicBezTo>
                      <a:pt x="883" y="2012"/>
                      <a:pt x="883" y="2010"/>
                      <a:pt x="883" y="2009"/>
                    </a:cubicBezTo>
                    <a:cubicBezTo>
                      <a:pt x="883" y="2007"/>
                      <a:pt x="883" y="2006"/>
                      <a:pt x="882" y="2004"/>
                    </a:cubicBezTo>
                    <a:cubicBezTo>
                      <a:pt x="881" y="2003"/>
                      <a:pt x="880" y="2001"/>
                      <a:pt x="879" y="1999"/>
                    </a:cubicBezTo>
                    <a:cubicBezTo>
                      <a:pt x="878" y="1998"/>
                      <a:pt x="877" y="1997"/>
                      <a:pt x="876" y="1997"/>
                    </a:cubicBezTo>
                    <a:cubicBezTo>
                      <a:pt x="875" y="1996"/>
                      <a:pt x="874" y="1995"/>
                      <a:pt x="872" y="1994"/>
                    </a:cubicBezTo>
                    <a:cubicBezTo>
                      <a:pt x="872" y="1993"/>
                      <a:pt x="871" y="1992"/>
                      <a:pt x="870" y="1990"/>
                    </a:cubicBezTo>
                    <a:cubicBezTo>
                      <a:pt x="869" y="1989"/>
                      <a:pt x="869" y="1988"/>
                      <a:pt x="868" y="1987"/>
                    </a:cubicBezTo>
                    <a:cubicBezTo>
                      <a:pt x="867" y="1986"/>
                      <a:pt x="867" y="1985"/>
                      <a:pt x="868" y="1985"/>
                    </a:cubicBezTo>
                    <a:cubicBezTo>
                      <a:pt x="869" y="1985"/>
                      <a:pt x="871" y="1985"/>
                      <a:pt x="872" y="1985"/>
                    </a:cubicBezTo>
                    <a:cubicBezTo>
                      <a:pt x="873" y="1985"/>
                      <a:pt x="875" y="1985"/>
                      <a:pt x="876" y="1984"/>
                    </a:cubicBezTo>
                    <a:cubicBezTo>
                      <a:pt x="876" y="1983"/>
                      <a:pt x="874" y="1982"/>
                      <a:pt x="873" y="1982"/>
                    </a:cubicBezTo>
                    <a:cubicBezTo>
                      <a:pt x="873" y="1982"/>
                      <a:pt x="871" y="1981"/>
                      <a:pt x="871" y="1980"/>
                    </a:cubicBezTo>
                    <a:cubicBezTo>
                      <a:pt x="871" y="1979"/>
                      <a:pt x="872" y="1979"/>
                      <a:pt x="872" y="1978"/>
                    </a:cubicBezTo>
                    <a:cubicBezTo>
                      <a:pt x="872" y="1977"/>
                      <a:pt x="870" y="1977"/>
                      <a:pt x="870" y="1976"/>
                    </a:cubicBezTo>
                    <a:cubicBezTo>
                      <a:pt x="869" y="1976"/>
                      <a:pt x="867" y="1975"/>
                      <a:pt x="866" y="1974"/>
                    </a:cubicBezTo>
                    <a:cubicBezTo>
                      <a:pt x="866" y="1973"/>
                      <a:pt x="868" y="1972"/>
                      <a:pt x="869" y="1972"/>
                    </a:cubicBezTo>
                    <a:cubicBezTo>
                      <a:pt x="870" y="1971"/>
                      <a:pt x="872" y="1971"/>
                      <a:pt x="873" y="1971"/>
                    </a:cubicBezTo>
                    <a:cubicBezTo>
                      <a:pt x="875" y="1971"/>
                      <a:pt x="876" y="1972"/>
                      <a:pt x="877" y="1973"/>
                    </a:cubicBezTo>
                    <a:cubicBezTo>
                      <a:pt x="878" y="1974"/>
                      <a:pt x="879" y="1974"/>
                      <a:pt x="881" y="1975"/>
                    </a:cubicBezTo>
                    <a:cubicBezTo>
                      <a:pt x="882" y="1975"/>
                      <a:pt x="884" y="1975"/>
                      <a:pt x="885" y="1975"/>
                    </a:cubicBezTo>
                    <a:cubicBezTo>
                      <a:pt x="886" y="1974"/>
                      <a:pt x="884" y="1972"/>
                      <a:pt x="884" y="1971"/>
                    </a:cubicBezTo>
                    <a:cubicBezTo>
                      <a:pt x="883" y="1970"/>
                      <a:pt x="882" y="1969"/>
                      <a:pt x="882" y="1968"/>
                    </a:cubicBezTo>
                    <a:cubicBezTo>
                      <a:pt x="881" y="1967"/>
                      <a:pt x="882" y="1966"/>
                      <a:pt x="883" y="1965"/>
                    </a:cubicBezTo>
                    <a:cubicBezTo>
                      <a:pt x="884" y="1964"/>
                      <a:pt x="884" y="1963"/>
                      <a:pt x="884" y="1962"/>
                    </a:cubicBezTo>
                    <a:cubicBezTo>
                      <a:pt x="884" y="1960"/>
                      <a:pt x="884" y="1959"/>
                      <a:pt x="885" y="1958"/>
                    </a:cubicBezTo>
                    <a:cubicBezTo>
                      <a:pt x="885" y="1957"/>
                      <a:pt x="885" y="1956"/>
                      <a:pt x="885" y="1955"/>
                    </a:cubicBezTo>
                    <a:cubicBezTo>
                      <a:pt x="885" y="1951"/>
                      <a:pt x="881" y="1949"/>
                      <a:pt x="878" y="1948"/>
                    </a:cubicBezTo>
                    <a:cubicBezTo>
                      <a:pt x="876" y="1948"/>
                      <a:pt x="873" y="1946"/>
                      <a:pt x="873" y="1943"/>
                    </a:cubicBezTo>
                    <a:cubicBezTo>
                      <a:pt x="873" y="1941"/>
                      <a:pt x="876" y="1942"/>
                      <a:pt x="877" y="1942"/>
                    </a:cubicBezTo>
                    <a:cubicBezTo>
                      <a:pt x="878" y="1942"/>
                      <a:pt x="879" y="1942"/>
                      <a:pt x="881" y="1942"/>
                    </a:cubicBezTo>
                    <a:cubicBezTo>
                      <a:pt x="882" y="1942"/>
                      <a:pt x="883" y="1942"/>
                      <a:pt x="884" y="1942"/>
                    </a:cubicBezTo>
                    <a:cubicBezTo>
                      <a:pt x="885" y="1942"/>
                      <a:pt x="886" y="1943"/>
                      <a:pt x="888" y="1944"/>
                    </a:cubicBezTo>
                    <a:cubicBezTo>
                      <a:pt x="890" y="1945"/>
                      <a:pt x="892" y="1945"/>
                      <a:pt x="893" y="1946"/>
                    </a:cubicBezTo>
                    <a:cubicBezTo>
                      <a:pt x="896" y="1947"/>
                      <a:pt x="898" y="1949"/>
                      <a:pt x="899" y="1950"/>
                    </a:cubicBezTo>
                    <a:cubicBezTo>
                      <a:pt x="900" y="1951"/>
                      <a:pt x="901" y="1952"/>
                      <a:pt x="901" y="1953"/>
                    </a:cubicBezTo>
                    <a:cubicBezTo>
                      <a:pt x="901" y="1953"/>
                      <a:pt x="902" y="1954"/>
                      <a:pt x="902" y="1954"/>
                    </a:cubicBezTo>
                    <a:cubicBezTo>
                      <a:pt x="904" y="1955"/>
                      <a:pt x="904" y="1948"/>
                      <a:pt x="905" y="1951"/>
                    </a:cubicBezTo>
                    <a:cubicBezTo>
                      <a:pt x="907" y="1954"/>
                      <a:pt x="908" y="1958"/>
                      <a:pt x="910" y="1961"/>
                    </a:cubicBezTo>
                    <a:cubicBezTo>
                      <a:pt x="911" y="1962"/>
                      <a:pt x="912" y="1963"/>
                      <a:pt x="913" y="1964"/>
                    </a:cubicBezTo>
                    <a:cubicBezTo>
                      <a:pt x="914" y="1965"/>
                      <a:pt x="914" y="1967"/>
                      <a:pt x="915" y="1968"/>
                    </a:cubicBezTo>
                    <a:cubicBezTo>
                      <a:pt x="916" y="1969"/>
                      <a:pt x="917" y="1969"/>
                      <a:pt x="918" y="1970"/>
                    </a:cubicBezTo>
                    <a:cubicBezTo>
                      <a:pt x="920" y="1970"/>
                      <a:pt x="921" y="1970"/>
                      <a:pt x="922" y="1970"/>
                    </a:cubicBezTo>
                    <a:cubicBezTo>
                      <a:pt x="923" y="1970"/>
                      <a:pt x="924" y="1967"/>
                      <a:pt x="924" y="1966"/>
                    </a:cubicBezTo>
                    <a:cubicBezTo>
                      <a:pt x="924" y="1966"/>
                      <a:pt x="924" y="1965"/>
                      <a:pt x="924" y="1964"/>
                    </a:cubicBezTo>
                    <a:cubicBezTo>
                      <a:pt x="925" y="1962"/>
                      <a:pt x="924" y="1960"/>
                      <a:pt x="925" y="1957"/>
                    </a:cubicBezTo>
                    <a:cubicBezTo>
                      <a:pt x="925" y="1955"/>
                      <a:pt x="924" y="1952"/>
                      <a:pt x="924" y="1949"/>
                    </a:cubicBezTo>
                    <a:cubicBezTo>
                      <a:pt x="925" y="1947"/>
                      <a:pt x="924" y="1944"/>
                      <a:pt x="924" y="1942"/>
                    </a:cubicBezTo>
                    <a:cubicBezTo>
                      <a:pt x="923" y="1940"/>
                      <a:pt x="922" y="1939"/>
                      <a:pt x="921" y="1938"/>
                    </a:cubicBezTo>
                    <a:cubicBezTo>
                      <a:pt x="920" y="1938"/>
                      <a:pt x="920" y="1937"/>
                      <a:pt x="919" y="1936"/>
                    </a:cubicBezTo>
                    <a:cubicBezTo>
                      <a:pt x="919" y="1935"/>
                      <a:pt x="918" y="1935"/>
                      <a:pt x="918" y="1935"/>
                    </a:cubicBezTo>
                    <a:cubicBezTo>
                      <a:pt x="916" y="1935"/>
                      <a:pt x="914" y="1935"/>
                      <a:pt x="913" y="1936"/>
                    </a:cubicBezTo>
                    <a:cubicBezTo>
                      <a:pt x="913" y="1937"/>
                      <a:pt x="912" y="1937"/>
                      <a:pt x="912" y="1938"/>
                    </a:cubicBezTo>
                    <a:cubicBezTo>
                      <a:pt x="911" y="1939"/>
                      <a:pt x="911" y="1940"/>
                      <a:pt x="910" y="1940"/>
                    </a:cubicBezTo>
                    <a:cubicBezTo>
                      <a:pt x="910" y="1941"/>
                      <a:pt x="909" y="1941"/>
                      <a:pt x="909" y="1941"/>
                    </a:cubicBezTo>
                    <a:cubicBezTo>
                      <a:pt x="908" y="1940"/>
                      <a:pt x="908" y="1940"/>
                      <a:pt x="908" y="1939"/>
                    </a:cubicBezTo>
                    <a:cubicBezTo>
                      <a:pt x="908" y="1938"/>
                      <a:pt x="908" y="1937"/>
                      <a:pt x="908" y="1936"/>
                    </a:cubicBezTo>
                    <a:cubicBezTo>
                      <a:pt x="908" y="1936"/>
                      <a:pt x="908" y="1935"/>
                      <a:pt x="908" y="1935"/>
                    </a:cubicBezTo>
                    <a:cubicBezTo>
                      <a:pt x="908" y="1933"/>
                      <a:pt x="909" y="1931"/>
                      <a:pt x="909" y="1929"/>
                    </a:cubicBezTo>
                    <a:cubicBezTo>
                      <a:pt x="909" y="1928"/>
                      <a:pt x="909" y="1927"/>
                      <a:pt x="909" y="1927"/>
                    </a:cubicBezTo>
                    <a:cubicBezTo>
                      <a:pt x="910" y="1925"/>
                      <a:pt x="910" y="1924"/>
                      <a:pt x="910" y="1923"/>
                    </a:cubicBezTo>
                    <a:cubicBezTo>
                      <a:pt x="910" y="1921"/>
                      <a:pt x="909" y="1918"/>
                      <a:pt x="907" y="1916"/>
                    </a:cubicBezTo>
                    <a:cubicBezTo>
                      <a:pt x="907" y="1915"/>
                      <a:pt x="906" y="1915"/>
                      <a:pt x="906" y="1914"/>
                    </a:cubicBezTo>
                    <a:cubicBezTo>
                      <a:pt x="905" y="1914"/>
                      <a:pt x="904" y="1913"/>
                      <a:pt x="904" y="1913"/>
                    </a:cubicBezTo>
                    <a:cubicBezTo>
                      <a:pt x="903" y="1912"/>
                      <a:pt x="902" y="1911"/>
                      <a:pt x="902" y="1910"/>
                    </a:cubicBezTo>
                    <a:cubicBezTo>
                      <a:pt x="900" y="1909"/>
                      <a:pt x="899" y="1907"/>
                      <a:pt x="900" y="1905"/>
                    </a:cubicBezTo>
                    <a:cubicBezTo>
                      <a:pt x="901" y="1903"/>
                      <a:pt x="903" y="1902"/>
                      <a:pt x="904" y="1901"/>
                    </a:cubicBezTo>
                    <a:cubicBezTo>
                      <a:pt x="905" y="1898"/>
                      <a:pt x="903" y="1896"/>
                      <a:pt x="903" y="1894"/>
                    </a:cubicBezTo>
                    <a:cubicBezTo>
                      <a:pt x="903" y="1893"/>
                      <a:pt x="903" y="1892"/>
                      <a:pt x="902" y="1891"/>
                    </a:cubicBezTo>
                    <a:cubicBezTo>
                      <a:pt x="902" y="1890"/>
                      <a:pt x="902" y="1889"/>
                      <a:pt x="902" y="1888"/>
                    </a:cubicBezTo>
                    <a:cubicBezTo>
                      <a:pt x="901" y="1887"/>
                      <a:pt x="901" y="1887"/>
                      <a:pt x="901" y="1886"/>
                    </a:cubicBezTo>
                    <a:cubicBezTo>
                      <a:pt x="901" y="1885"/>
                      <a:pt x="901" y="1884"/>
                      <a:pt x="902" y="1883"/>
                    </a:cubicBezTo>
                    <a:cubicBezTo>
                      <a:pt x="903" y="1883"/>
                      <a:pt x="904" y="1882"/>
                      <a:pt x="905" y="1882"/>
                    </a:cubicBezTo>
                    <a:cubicBezTo>
                      <a:pt x="906" y="1881"/>
                      <a:pt x="907" y="1881"/>
                      <a:pt x="907" y="1880"/>
                    </a:cubicBezTo>
                    <a:cubicBezTo>
                      <a:pt x="908" y="1879"/>
                      <a:pt x="908" y="1877"/>
                      <a:pt x="908" y="1876"/>
                    </a:cubicBezTo>
                    <a:cubicBezTo>
                      <a:pt x="908" y="1875"/>
                      <a:pt x="908" y="1873"/>
                      <a:pt x="909" y="1872"/>
                    </a:cubicBezTo>
                    <a:cubicBezTo>
                      <a:pt x="909" y="1869"/>
                      <a:pt x="909" y="1865"/>
                      <a:pt x="909" y="1862"/>
                    </a:cubicBezTo>
                    <a:cubicBezTo>
                      <a:pt x="909" y="1860"/>
                      <a:pt x="909" y="1858"/>
                      <a:pt x="908" y="1857"/>
                    </a:cubicBezTo>
                    <a:cubicBezTo>
                      <a:pt x="908" y="1855"/>
                      <a:pt x="907" y="1853"/>
                      <a:pt x="909" y="1851"/>
                    </a:cubicBezTo>
                    <a:cubicBezTo>
                      <a:pt x="909" y="1850"/>
                      <a:pt x="910" y="1850"/>
                      <a:pt x="910" y="1849"/>
                    </a:cubicBezTo>
                    <a:cubicBezTo>
                      <a:pt x="911" y="1848"/>
                      <a:pt x="911" y="1846"/>
                      <a:pt x="911" y="1845"/>
                    </a:cubicBezTo>
                    <a:cubicBezTo>
                      <a:pt x="911" y="1842"/>
                      <a:pt x="912" y="1840"/>
                      <a:pt x="914" y="1839"/>
                    </a:cubicBezTo>
                    <a:cubicBezTo>
                      <a:pt x="916" y="1837"/>
                      <a:pt x="917" y="1835"/>
                      <a:pt x="918" y="1834"/>
                    </a:cubicBezTo>
                    <a:cubicBezTo>
                      <a:pt x="919" y="1833"/>
                      <a:pt x="920" y="1832"/>
                      <a:pt x="921" y="1831"/>
                    </a:cubicBezTo>
                    <a:cubicBezTo>
                      <a:pt x="921" y="1831"/>
                      <a:pt x="922" y="1831"/>
                      <a:pt x="922" y="1830"/>
                    </a:cubicBezTo>
                    <a:cubicBezTo>
                      <a:pt x="924" y="1829"/>
                      <a:pt x="924" y="1827"/>
                      <a:pt x="923" y="1825"/>
                    </a:cubicBezTo>
                    <a:cubicBezTo>
                      <a:pt x="923" y="1824"/>
                      <a:pt x="922" y="1822"/>
                      <a:pt x="921" y="1821"/>
                    </a:cubicBezTo>
                    <a:cubicBezTo>
                      <a:pt x="920" y="1820"/>
                      <a:pt x="919" y="1818"/>
                      <a:pt x="920" y="1817"/>
                    </a:cubicBezTo>
                    <a:cubicBezTo>
                      <a:pt x="920" y="1816"/>
                      <a:pt x="921" y="1814"/>
                      <a:pt x="922" y="1814"/>
                    </a:cubicBezTo>
                    <a:cubicBezTo>
                      <a:pt x="924" y="1813"/>
                      <a:pt x="925" y="1814"/>
                      <a:pt x="926" y="1816"/>
                    </a:cubicBezTo>
                    <a:cubicBezTo>
                      <a:pt x="926" y="1818"/>
                      <a:pt x="926" y="1820"/>
                      <a:pt x="928" y="1820"/>
                    </a:cubicBezTo>
                    <a:cubicBezTo>
                      <a:pt x="929" y="1820"/>
                      <a:pt x="931" y="1820"/>
                      <a:pt x="932" y="1820"/>
                    </a:cubicBezTo>
                    <a:cubicBezTo>
                      <a:pt x="934" y="1820"/>
                      <a:pt x="935" y="1819"/>
                      <a:pt x="935" y="1817"/>
                    </a:cubicBezTo>
                    <a:cubicBezTo>
                      <a:pt x="935" y="1816"/>
                      <a:pt x="935" y="1815"/>
                      <a:pt x="936" y="1814"/>
                    </a:cubicBezTo>
                    <a:cubicBezTo>
                      <a:pt x="937" y="1813"/>
                      <a:pt x="937" y="1813"/>
                      <a:pt x="937" y="1813"/>
                    </a:cubicBezTo>
                    <a:cubicBezTo>
                      <a:pt x="937" y="1812"/>
                      <a:pt x="936" y="1811"/>
                      <a:pt x="936" y="1810"/>
                    </a:cubicBezTo>
                    <a:cubicBezTo>
                      <a:pt x="935" y="1809"/>
                      <a:pt x="935" y="1807"/>
                      <a:pt x="933" y="1807"/>
                    </a:cubicBezTo>
                    <a:cubicBezTo>
                      <a:pt x="930" y="1806"/>
                      <a:pt x="928" y="1806"/>
                      <a:pt x="925" y="1806"/>
                    </a:cubicBezTo>
                    <a:cubicBezTo>
                      <a:pt x="923" y="1805"/>
                      <a:pt x="921" y="1805"/>
                      <a:pt x="919" y="1804"/>
                    </a:cubicBezTo>
                    <a:cubicBezTo>
                      <a:pt x="918" y="1803"/>
                      <a:pt x="917" y="1803"/>
                      <a:pt x="916" y="1803"/>
                    </a:cubicBezTo>
                    <a:cubicBezTo>
                      <a:pt x="916" y="1802"/>
                      <a:pt x="915" y="1801"/>
                      <a:pt x="915" y="1801"/>
                    </a:cubicBezTo>
                    <a:cubicBezTo>
                      <a:pt x="913" y="1799"/>
                      <a:pt x="911" y="1797"/>
                      <a:pt x="910" y="1795"/>
                    </a:cubicBezTo>
                    <a:cubicBezTo>
                      <a:pt x="909" y="1794"/>
                      <a:pt x="908" y="1792"/>
                      <a:pt x="908" y="1791"/>
                    </a:cubicBezTo>
                    <a:cubicBezTo>
                      <a:pt x="908" y="1790"/>
                      <a:pt x="907" y="1789"/>
                      <a:pt x="907" y="1788"/>
                    </a:cubicBezTo>
                    <a:cubicBezTo>
                      <a:pt x="906" y="1787"/>
                      <a:pt x="904" y="1788"/>
                      <a:pt x="903" y="1787"/>
                    </a:cubicBezTo>
                    <a:cubicBezTo>
                      <a:pt x="902" y="1784"/>
                      <a:pt x="902" y="1780"/>
                      <a:pt x="901" y="1777"/>
                    </a:cubicBezTo>
                    <a:cubicBezTo>
                      <a:pt x="900" y="1774"/>
                      <a:pt x="897" y="1772"/>
                      <a:pt x="895" y="1770"/>
                    </a:cubicBezTo>
                    <a:cubicBezTo>
                      <a:pt x="893" y="1767"/>
                      <a:pt x="896" y="1767"/>
                      <a:pt x="898" y="1766"/>
                    </a:cubicBezTo>
                    <a:cubicBezTo>
                      <a:pt x="901" y="1765"/>
                      <a:pt x="898" y="1761"/>
                      <a:pt x="897" y="1759"/>
                    </a:cubicBezTo>
                    <a:cubicBezTo>
                      <a:pt x="896" y="1757"/>
                      <a:pt x="894" y="1754"/>
                      <a:pt x="894" y="1751"/>
                    </a:cubicBezTo>
                    <a:cubicBezTo>
                      <a:pt x="893" y="1749"/>
                      <a:pt x="894" y="1747"/>
                      <a:pt x="894" y="1745"/>
                    </a:cubicBezTo>
                    <a:cubicBezTo>
                      <a:pt x="895" y="1741"/>
                      <a:pt x="896" y="1740"/>
                      <a:pt x="899" y="1738"/>
                    </a:cubicBezTo>
                    <a:cubicBezTo>
                      <a:pt x="901" y="1737"/>
                      <a:pt x="902" y="1736"/>
                      <a:pt x="903" y="1735"/>
                    </a:cubicBezTo>
                    <a:cubicBezTo>
                      <a:pt x="904" y="1735"/>
                      <a:pt x="904" y="1734"/>
                      <a:pt x="905" y="1733"/>
                    </a:cubicBezTo>
                    <a:cubicBezTo>
                      <a:pt x="907" y="1731"/>
                      <a:pt x="910" y="1734"/>
                      <a:pt x="910" y="1735"/>
                    </a:cubicBezTo>
                    <a:cubicBezTo>
                      <a:pt x="912" y="1738"/>
                      <a:pt x="912" y="1740"/>
                      <a:pt x="914" y="1743"/>
                    </a:cubicBezTo>
                    <a:cubicBezTo>
                      <a:pt x="915" y="1745"/>
                      <a:pt x="917" y="1747"/>
                      <a:pt x="918" y="1749"/>
                    </a:cubicBezTo>
                    <a:cubicBezTo>
                      <a:pt x="919" y="1751"/>
                      <a:pt x="920" y="1753"/>
                      <a:pt x="922" y="1755"/>
                    </a:cubicBezTo>
                    <a:cubicBezTo>
                      <a:pt x="924" y="1757"/>
                      <a:pt x="926" y="1758"/>
                      <a:pt x="929" y="1758"/>
                    </a:cubicBezTo>
                    <a:cubicBezTo>
                      <a:pt x="931" y="1758"/>
                      <a:pt x="933" y="1758"/>
                      <a:pt x="935" y="1758"/>
                    </a:cubicBezTo>
                    <a:cubicBezTo>
                      <a:pt x="937" y="1758"/>
                      <a:pt x="942" y="1757"/>
                      <a:pt x="940" y="1754"/>
                    </a:cubicBezTo>
                    <a:cubicBezTo>
                      <a:pt x="939" y="1753"/>
                      <a:pt x="938" y="1752"/>
                      <a:pt x="937" y="1751"/>
                    </a:cubicBezTo>
                    <a:cubicBezTo>
                      <a:pt x="937" y="1750"/>
                      <a:pt x="938" y="1749"/>
                      <a:pt x="938" y="1749"/>
                    </a:cubicBezTo>
                    <a:cubicBezTo>
                      <a:pt x="939" y="1747"/>
                      <a:pt x="940" y="1746"/>
                      <a:pt x="940" y="1744"/>
                    </a:cubicBezTo>
                    <a:cubicBezTo>
                      <a:pt x="940" y="1743"/>
                      <a:pt x="940" y="1741"/>
                      <a:pt x="941" y="1740"/>
                    </a:cubicBezTo>
                    <a:cubicBezTo>
                      <a:pt x="941" y="1740"/>
                      <a:pt x="942" y="1740"/>
                      <a:pt x="943" y="1740"/>
                    </a:cubicBezTo>
                    <a:cubicBezTo>
                      <a:pt x="944" y="1740"/>
                      <a:pt x="945" y="1740"/>
                      <a:pt x="946" y="1741"/>
                    </a:cubicBezTo>
                    <a:cubicBezTo>
                      <a:pt x="946" y="1741"/>
                      <a:pt x="946" y="1741"/>
                      <a:pt x="946" y="1741"/>
                    </a:cubicBezTo>
                    <a:cubicBezTo>
                      <a:pt x="946" y="1741"/>
                      <a:pt x="946" y="1741"/>
                      <a:pt x="947" y="1742"/>
                    </a:cubicBezTo>
                    <a:cubicBezTo>
                      <a:pt x="947" y="1742"/>
                      <a:pt x="946" y="1742"/>
                      <a:pt x="947" y="1743"/>
                    </a:cubicBezTo>
                    <a:cubicBezTo>
                      <a:pt x="947" y="1743"/>
                      <a:pt x="947" y="1743"/>
                      <a:pt x="948" y="1744"/>
                    </a:cubicBezTo>
                    <a:cubicBezTo>
                      <a:pt x="948" y="1744"/>
                      <a:pt x="949" y="1744"/>
                      <a:pt x="949" y="1745"/>
                    </a:cubicBezTo>
                    <a:cubicBezTo>
                      <a:pt x="950" y="1745"/>
                      <a:pt x="950" y="1746"/>
                      <a:pt x="951" y="1746"/>
                    </a:cubicBezTo>
                    <a:cubicBezTo>
                      <a:pt x="952" y="1746"/>
                      <a:pt x="953" y="1746"/>
                      <a:pt x="953" y="1746"/>
                    </a:cubicBezTo>
                    <a:cubicBezTo>
                      <a:pt x="954" y="1745"/>
                      <a:pt x="955" y="1745"/>
                      <a:pt x="955" y="1744"/>
                    </a:cubicBezTo>
                    <a:cubicBezTo>
                      <a:pt x="955" y="1743"/>
                      <a:pt x="955" y="1742"/>
                      <a:pt x="955" y="1741"/>
                    </a:cubicBezTo>
                    <a:cubicBezTo>
                      <a:pt x="955" y="1740"/>
                      <a:pt x="956" y="1740"/>
                      <a:pt x="956" y="1739"/>
                    </a:cubicBezTo>
                    <a:cubicBezTo>
                      <a:pt x="957" y="1737"/>
                      <a:pt x="958" y="1736"/>
                      <a:pt x="959" y="1734"/>
                    </a:cubicBezTo>
                    <a:cubicBezTo>
                      <a:pt x="960" y="1732"/>
                      <a:pt x="960" y="1729"/>
                      <a:pt x="962" y="1727"/>
                    </a:cubicBezTo>
                    <a:cubicBezTo>
                      <a:pt x="963" y="1726"/>
                      <a:pt x="964" y="1725"/>
                      <a:pt x="965" y="1723"/>
                    </a:cubicBezTo>
                    <a:cubicBezTo>
                      <a:pt x="965" y="1722"/>
                      <a:pt x="965" y="1721"/>
                      <a:pt x="965" y="1719"/>
                    </a:cubicBezTo>
                    <a:cubicBezTo>
                      <a:pt x="965" y="1718"/>
                      <a:pt x="965" y="1716"/>
                      <a:pt x="965" y="1715"/>
                    </a:cubicBezTo>
                    <a:cubicBezTo>
                      <a:pt x="965" y="1714"/>
                      <a:pt x="965" y="1713"/>
                      <a:pt x="965" y="1712"/>
                    </a:cubicBezTo>
                    <a:cubicBezTo>
                      <a:pt x="964" y="1711"/>
                      <a:pt x="964" y="1709"/>
                      <a:pt x="964" y="1708"/>
                    </a:cubicBezTo>
                    <a:cubicBezTo>
                      <a:pt x="964" y="1707"/>
                      <a:pt x="964" y="1705"/>
                      <a:pt x="963" y="1704"/>
                    </a:cubicBezTo>
                    <a:cubicBezTo>
                      <a:pt x="963" y="1703"/>
                      <a:pt x="962" y="1702"/>
                      <a:pt x="961" y="1701"/>
                    </a:cubicBezTo>
                    <a:cubicBezTo>
                      <a:pt x="960" y="1699"/>
                      <a:pt x="961" y="1699"/>
                      <a:pt x="962" y="1699"/>
                    </a:cubicBezTo>
                    <a:cubicBezTo>
                      <a:pt x="964" y="1698"/>
                      <a:pt x="965" y="1699"/>
                      <a:pt x="967" y="1700"/>
                    </a:cubicBezTo>
                    <a:cubicBezTo>
                      <a:pt x="967" y="1701"/>
                      <a:pt x="969" y="1701"/>
                      <a:pt x="970" y="1701"/>
                    </a:cubicBezTo>
                    <a:cubicBezTo>
                      <a:pt x="970" y="1701"/>
                      <a:pt x="970" y="1700"/>
                      <a:pt x="970" y="1700"/>
                    </a:cubicBezTo>
                    <a:cubicBezTo>
                      <a:pt x="971" y="1698"/>
                      <a:pt x="970" y="1697"/>
                      <a:pt x="971" y="1696"/>
                    </a:cubicBezTo>
                    <a:cubicBezTo>
                      <a:pt x="971" y="1695"/>
                      <a:pt x="971" y="1695"/>
                      <a:pt x="971" y="1694"/>
                    </a:cubicBezTo>
                    <a:cubicBezTo>
                      <a:pt x="971" y="1693"/>
                      <a:pt x="971" y="1692"/>
                      <a:pt x="971" y="1691"/>
                    </a:cubicBezTo>
                    <a:cubicBezTo>
                      <a:pt x="971" y="1691"/>
                      <a:pt x="971" y="1690"/>
                      <a:pt x="971" y="1689"/>
                    </a:cubicBezTo>
                    <a:cubicBezTo>
                      <a:pt x="971" y="1688"/>
                      <a:pt x="971" y="1688"/>
                      <a:pt x="970" y="1687"/>
                    </a:cubicBezTo>
                    <a:cubicBezTo>
                      <a:pt x="969" y="1685"/>
                      <a:pt x="969" y="1683"/>
                      <a:pt x="968" y="1681"/>
                    </a:cubicBezTo>
                    <a:cubicBezTo>
                      <a:pt x="967" y="1680"/>
                      <a:pt x="967" y="1678"/>
                      <a:pt x="966" y="1677"/>
                    </a:cubicBezTo>
                    <a:cubicBezTo>
                      <a:pt x="965" y="1674"/>
                      <a:pt x="964" y="1672"/>
                      <a:pt x="964" y="1668"/>
                    </a:cubicBezTo>
                    <a:cubicBezTo>
                      <a:pt x="964" y="1668"/>
                      <a:pt x="963" y="1667"/>
                      <a:pt x="963" y="1666"/>
                    </a:cubicBezTo>
                    <a:cubicBezTo>
                      <a:pt x="963" y="1665"/>
                      <a:pt x="963" y="1664"/>
                      <a:pt x="963" y="1663"/>
                    </a:cubicBezTo>
                    <a:cubicBezTo>
                      <a:pt x="962" y="1662"/>
                      <a:pt x="962" y="1660"/>
                      <a:pt x="961" y="1659"/>
                    </a:cubicBezTo>
                    <a:cubicBezTo>
                      <a:pt x="961" y="1657"/>
                      <a:pt x="960" y="1655"/>
                      <a:pt x="960" y="1653"/>
                    </a:cubicBezTo>
                    <a:cubicBezTo>
                      <a:pt x="959" y="1651"/>
                      <a:pt x="958" y="1649"/>
                      <a:pt x="957" y="1648"/>
                    </a:cubicBezTo>
                    <a:cubicBezTo>
                      <a:pt x="957" y="1647"/>
                      <a:pt x="956" y="1646"/>
                      <a:pt x="956" y="1645"/>
                    </a:cubicBezTo>
                    <a:cubicBezTo>
                      <a:pt x="956" y="1644"/>
                      <a:pt x="956" y="1643"/>
                      <a:pt x="956" y="1642"/>
                    </a:cubicBezTo>
                    <a:cubicBezTo>
                      <a:pt x="955" y="1640"/>
                      <a:pt x="955" y="1638"/>
                      <a:pt x="955" y="1636"/>
                    </a:cubicBezTo>
                    <a:cubicBezTo>
                      <a:pt x="955" y="1635"/>
                      <a:pt x="954" y="1634"/>
                      <a:pt x="954" y="1634"/>
                    </a:cubicBezTo>
                    <a:cubicBezTo>
                      <a:pt x="953" y="1633"/>
                      <a:pt x="952" y="1632"/>
                      <a:pt x="951" y="1631"/>
                    </a:cubicBezTo>
                    <a:cubicBezTo>
                      <a:pt x="950" y="1629"/>
                      <a:pt x="949" y="1629"/>
                      <a:pt x="948" y="1628"/>
                    </a:cubicBezTo>
                    <a:cubicBezTo>
                      <a:pt x="946" y="1626"/>
                      <a:pt x="944" y="1625"/>
                      <a:pt x="942" y="1623"/>
                    </a:cubicBezTo>
                    <a:cubicBezTo>
                      <a:pt x="940" y="1622"/>
                      <a:pt x="939" y="1620"/>
                      <a:pt x="938" y="1619"/>
                    </a:cubicBezTo>
                    <a:cubicBezTo>
                      <a:pt x="937" y="1616"/>
                      <a:pt x="938" y="1614"/>
                      <a:pt x="940" y="1613"/>
                    </a:cubicBezTo>
                    <a:cubicBezTo>
                      <a:pt x="941" y="1613"/>
                      <a:pt x="942" y="1613"/>
                      <a:pt x="942" y="1612"/>
                    </a:cubicBezTo>
                    <a:cubicBezTo>
                      <a:pt x="943" y="1612"/>
                      <a:pt x="943" y="1610"/>
                      <a:pt x="943" y="1610"/>
                    </a:cubicBezTo>
                    <a:cubicBezTo>
                      <a:pt x="944" y="1608"/>
                      <a:pt x="945" y="1606"/>
                      <a:pt x="945" y="1604"/>
                    </a:cubicBezTo>
                    <a:cubicBezTo>
                      <a:pt x="945" y="1602"/>
                      <a:pt x="945" y="1600"/>
                      <a:pt x="944" y="1598"/>
                    </a:cubicBezTo>
                    <a:cubicBezTo>
                      <a:pt x="943" y="1596"/>
                      <a:pt x="942" y="1594"/>
                      <a:pt x="942" y="1592"/>
                    </a:cubicBezTo>
                    <a:cubicBezTo>
                      <a:pt x="941" y="1589"/>
                      <a:pt x="940" y="1586"/>
                      <a:pt x="939" y="1585"/>
                    </a:cubicBezTo>
                    <a:cubicBezTo>
                      <a:pt x="937" y="1583"/>
                      <a:pt x="935" y="1581"/>
                      <a:pt x="933" y="1579"/>
                    </a:cubicBezTo>
                    <a:cubicBezTo>
                      <a:pt x="932" y="1577"/>
                      <a:pt x="931" y="1575"/>
                      <a:pt x="929" y="1574"/>
                    </a:cubicBezTo>
                    <a:cubicBezTo>
                      <a:pt x="927" y="1573"/>
                      <a:pt x="926" y="1572"/>
                      <a:pt x="924" y="1572"/>
                    </a:cubicBezTo>
                    <a:cubicBezTo>
                      <a:pt x="921" y="1571"/>
                      <a:pt x="917" y="1570"/>
                      <a:pt x="914" y="1570"/>
                    </a:cubicBezTo>
                    <a:cubicBezTo>
                      <a:pt x="908" y="1570"/>
                      <a:pt x="902" y="1570"/>
                      <a:pt x="896" y="1570"/>
                    </a:cubicBezTo>
                    <a:cubicBezTo>
                      <a:pt x="894" y="1570"/>
                      <a:pt x="892" y="1571"/>
                      <a:pt x="890" y="1570"/>
                    </a:cubicBezTo>
                    <a:cubicBezTo>
                      <a:pt x="888" y="1570"/>
                      <a:pt x="887" y="1570"/>
                      <a:pt x="885" y="1569"/>
                    </a:cubicBezTo>
                    <a:cubicBezTo>
                      <a:pt x="884" y="1569"/>
                      <a:pt x="882" y="1568"/>
                      <a:pt x="881" y="1568"/>
                    </a:cubicBezTo>
                    <a:cubicBezTo>
                      <a:pt x="880" y="1567"/>
                      <a:pt x="879" y="1565"/>
                      <a:pt x="878" y="1564"/>
                    </a:cubicBezTo>
                    <a:cubicBezTo>
                      <a:pt x="877" y="1562"/>
                      <a:pt x="876" y="1561"/>
                      <a:pt x="875" y="1560"/>
                    </a:cubicBezTo>
                    <a:cubicBezTo>
                      <a:pt x="875" y="1559"/>
                      <a:pt x="874" y="1557"/>
                      <a:pt x="872" y="1556"/>
                    </a:cubicBezTo>
                    <a:cubicBezTo>
                      <a:pt x="872" y="1555"/>
                      <a:pt x="871" y="1554"/>
                      <a:pt x="870" y="1553"/>
                    </a:cubicBezTo>
                    <a:cubicBezTo>
                      <a:pt x="869" y="1551"/>
                      <a:pt x="869" y="1550"/>
                      <a:pt x="869" y="1548"/>
                    </a:cubicBezTo>
                    <a:cubicBezTo>
                      <a:pt x="869" y="1547"/>
                      <a:pt x="869" y="1545"/>
                      <a:pt x="870" y="1544"/>
                    </a:cubicBezTo>
                    <a:cubicBezTo>
                      <a:pt x="870" y="1543"/>
                      <a:pt x="870" y="1543"/>
                      <a:pt x="871" y="1542"/>
                    </a:cubicBezTo>
                    <a:cubicBezTo>
                      <a:pt x="871" y="1541"/>
                      <a:pt x="871" y="1540"/>
                      <a:pt x="872" y="1540"/>
                    </a:cubicBezTo>
                    <a:cubicBezTo>
                      <a:pt x="872" y="1538"/>
                      <a:pt x="872" y="1536"/>
                      <a:pt x="872" y="1535"/>
                    </a:cubicBezTo>
                    <a:cubicBezTo>
                      <a:pt x="872" y="1532"/>
                      <a:pt x="871" y="1529"/>
                      <a:pt x="868" y="1528"/>
                    </a:cubicBezTo>
                    <a:cubicBezTo>
                      <a:pt x="867" y="1528"/>
                      <a:pt x="865" y="1528"/>
                      <a:pt x="864" y="1528"/>
                    </a:cubicBezTo>
                    <a:cubicBezTo>
                      <a:pt x="862" y="1528"/>
                      <a:pt x="860" y="1528"/>
                      <a:pt x="858" y="1528"/>
                    </a:cubicBezTo>
                    <a:cubicBezTo>
                      <a:pt x="857" y="1528"/>
                      <a:pt x="857" y="1526"/>
                      <a:pt x="856" y="1525"/>
                    </a:cubicBezTo>
                    <a:cubicBezTo>
                      <a:pt x="855" y="1523"/>
                      <a:pt x="854" y="1521"/>
                      <a:pt x="853" y="1519"/>
                    </a:cubicBezTo>
                    <a:cubicBezTo>
                      <a:pt x="851" y="1519"/>
                      <a:pt x="849" y="1519"/>
                      <a:pt x="847" y="1519"/>
                    </a:cubicBezTo>
                    <a:cubicBezTo>
                      <a:pt x="846" y="1519"/>
                      <a:pt x="844" y="1519"/>
                      <a:pt x="843" y="1518"/>
                    </a:cubicBezTo>
                    <a:cubicBezTo>
                      <a:pt x="843" y="1517"/>
                      <a:pt x="842" y="1517"/>
                      <a:pt x="842" y="1516"/>
                    </a:cubicBezTo>
                    <a:cubicBezTo>
                      <a:pt x="842" y="1515"/>
                      <a:pt x="842" y="1514"/>
                      <a:pt x="841" y="1513"/>
                    </a:cubicBezTo>
                    <a:cubicBezTo>
                      <a:pt x="841" y="1511"/>
                      <a:pt x="839" y="1508"/>
                      <a:pt x="837" y="1507"/>
                    </a:cubicBezTo>
                    <a:cubicBezTo>
                      <a:pt x="835" y="1506"/>
                      <a:pt x="832" y="1505"/>
                      <a:pt x="830" y="1504"/>
                    </a:cubicBezTo>
                    <a:cubicBezTo>
                      <a:pt x="829" y="1503"/>
                      <a:pt x="828" y="1501"/>
                      <a:pt x="828" y="1500"/>
                    </a:cubicBezTo>
                    <a:cubicBezTo>
                      <a:pt x="827" y="1499"/>
                      <a:pt x="827" y="1498"/>
                      <a:pt x="826" y="1496"/>
                    </a:cubicBezTo>
                    <a:cubicBezTo>
                      <a:pt x="825" y="1495"/>
                      <a:pt x="824" y="1494"/>
                      <a:pt x="824" y="1493"/>
                    </a:cubicBezTo>
                    <a:cubicBezTo>
                      <a:pt x="824" y="1492"/>
                      <a:pt x="824" y="1492"/>
                      <a:pt x="823" y="1491"/>
                    </a:cubicBezTo>
                    <a:cubicBezTo>
                      <a:pt x="823" y="1490"/>
                      <a:pt x="823" y="1489"/>
                      <a:pt x="823" y="1489"/>
                    </a:cubicBezTo>
                    <a:cubicBezTo>
                      <a:pt x="823" y="1487"/>
                      <a:pt x="822" y="1485"/>
                      <a:pt x="822" y="1483"/>
                    </a:cubicBezTo>
                    <a:cubicBezTo>
                      <a:pt x="822" y="1483"/>
                      <a:pt x="822" y="1482"/>
                      <a:pt x="821" y="1481"/>
                    </a:cubicBezTo>
                    <a:cubicBezTo>
                      <a:pt x="820" y="1481"/>
                      <a:pt x="820" y="1481"/>
                      <a:pt x="820" y="1480"/>
                    </a:cubicBezTo>
                    <a:cubicBezTo>
                      <a:pt x="819" y="1479"/>
                      <a:pt x="819" y="1478"/>
                      <a:pt x="819" y="1477"/>
                    </a:cubicBezTo>
                    <a:cubicBezTo>
                      <a:pt x="819" y="1476"/>
                      <a:pt x="819" y="1475"/>
                      <a:pt x="819" y="1473"/>
                    </a:cubicBezTo>
                    <a:cubicBezTo>
                      <a:pt x="818" y="1472"/>
                      <a:pt x="818" y="1472"/>
                      <a:pt x="817" y="1471"/>
                    </a:cubicBezTo>
                    <a:cubicBezTo>
                      <a:pt x="816" y="1469"/>
                      <a:pt x="815" y="1467"/>
                      <a:pt x="817" y="1467"/>
                    </a:cubicBezTo>
                    <a:cubicBezTo>
                      <a:pt x="818" y="1466"/>
                      <a:pt x="819" y="1466"/>
                      <a:pt x="819" y="1465"/>
                    </a:cubicBezTo>
                    <a:cubicBezTo>
                      <a:pt x="819" y="1464"/>
                      <a:pt x="819" y="1463"/>
                      <a:pt x="819" y="1462"/>
                    </a:cubicBezTo>
                    <a:cubicBezTo>
                      <a:pt x="819" y="1460"/>
                      <a:pt x="818" y="1458"/>
                      <a:pt x="816" y="1456"/>
                    </a:cubicBezTo>
                    <a:cubicBezTo>
                      <a:pt x="815" y="1454"/>
                      <a:pt x="814" y="1452"/>
                      <a:pt x="813" y="1450"/>
                    </a:cubicBezTo>
                    <a:cubicBezTo>
                      <a:pt x="812" y="1448"/>
                      <a:pt x="811" y="1446"/>
                      <a:pt x="810" y="1444"/>
                    </a:cubicBezTo>
                    <a:cubicBezTo>
                      <a:pt x="810" y="1443"/>
                      <a:pt x="810" y="1442"/>
                      <a:pt x="809" y="1440"/>
                    </a:cubicBezTo>
                    <a:cubicBezTo>
                      <a:pt x="809" y="1439"/>
                      <a:pt x="809" y="1437"/>
                      <a:pt x="810" y="1435"/>
                    </a:cubicBezTo>
                    <a:cubicBezTo>
                      <a:pt x="811" y="1433"/>
                      <a:pt x="814" y="1433"/>
                      <a:pt x="816" y="1433"/>
                    </a:cubicBezTo>
                    <a:cubicBezTo>
                      <a:pt x="820" y="1433"/>
                      <a:pt x="822" y="1434"/>
                      <a:pt x="825" y="1436"/>
                    </a:cubicBezTo>
                    <a:cubicBezTo>
                      <a:pt x="827" y="1437"/>
                      <a:pt x="828" y="1438"/>
                      <a:pt x="830" y="1439"/>
                    </a:cubicBezTo>
                    <a:cubicBezTo>
                      <a:pt x="832" y="1440"/>
                      <a:pt x="834" y="1440"/>
                      <a:pt x="836" y="1440"/>
                    </a:cubicBezTo>
                    <a:cubicBezTo>
                      <a:pt x="839" y="1441"/>
                      <a:pt x="842" y="1442"/>
                      <a:pt x="845" y="1442"/>
                    </a:cubicBezTo>
                    <a:cubicBezTo>
                      <a:pt x="847" y="1442"/>
                      <a:pt x="848" y="1441"/>
                      <a:pt x="849" y="1440"/>
                    </a:cubicBezTo>
                    <a:cubicBezTo>
                      <a:pt x="850" y="1439"/>
                      <a:pt x="850" y="1438"/>
                      <a:pt x="850" y="1437"/>
                    </a:cubicBezTo>
                    <a:cubicBezTo>
                      <a:pt x="849" y="1436"/>
                      <a:pt x="849" y="1435"/>
                      <a:pt x="849" y="1434"/>
                    </a:cubicBezTo>
                    <a:cubicBezTo>
                      <a:pt x="849" y="1432"/>
                      <a:pt x="850" y="1429"/>
                      <a:pt x="850" y="1427"/>
                    </a:cubicBezTo>
                    <a:cubicBezTo>
                      <a:pt x="850" y="1425"/>
                      <a:pt x="851" y="1424"/>
                      <a:pt x="851" y="1422"/>
                    </a:cubicBezTo>
                    <a:cubicBezTo>
                      <a:pt x="851" y="1421"/>
                      <a:pt x="851" y="1419"/>
                      <a:pt x="852" y="1417"/>
                    </a:cubicBezTo>
                    <a:cubicBezTo>
                      <a:pt x="853" y="1416"/>
                      <a:pt x="854" y="1415"/>
                      <a:pt x="856" y="1415"/>
                    </a:cubicBezTo>
                    <a:cubicBezTo>
                      <a:pt x="859" y="1415"/>
                      <a:pt x="859" y="1411"/>
                      <a:pt x="859" y="1409"/>
                    </a:cubicBezTo>
                    <a:cubicBezTo>
                      <a:pt x="859" y="1407"/>
                      <a:pt x="859" y="1405"/>
                      <a:pt x="862" y="1404"/>
                    </a:cubicBezTo>
                    <a:cubicBezTo>
                      <a:pt x="862" y="1404"/>
                      <a:pt x="863" y="1404"/>
                      <a:pt x="864" y="1404"/>
                    </a:cubicBezTo>
                    <a:cubicBezTo>
                      <a:pt x="864" y="1403"/>
                      <a:pt x="864" y="1401"/>
                      <a:pt x="864" y="1401"/>
                    </a:cubicBezTo>
                    <a:cubicBezTo>
                      <a:pt x="865" y="1399"/>
                      <a:pt x="865" y="1398"/>
                      <a:pt x="865" y="1397"/>
                    </a:cubicBezTo>
                    <a:cubicBezTo>
                      <a:pt x="865" y="1396"/>
                      <a:pt x="865" y="1395"/>
                      <a:pt x="866" y="1394"/>
                    </a:cubicBezTo>
                    <a:cubicBezTo>
                      <a:pt x="866" y="1393"/>
                      <a:pt x="867" y="1393"/>
                      <a:pt x="868" y="1392"/>
                    </a:cubicBezTo>
                    <a:cubicBezTo>
                      <a:pt x="868" y="1391"/>
                      <a:pt x="868" y="1390"/>
                      <a:pt x="868" y="1389"/>
                    </a:cubicBezTo>
                    <a:cubicBezTo>
                      <a:pt x="868" y="1387"/>
                      <a:pt x="868" y="1385"/>
                      <a:pt x="868" y="1383"/>
                    </a:cubicBezTo>
                    <a:cubicBezTo>
                      <a:pt x="868" y="1381"/>
                      <a:pt x="868" y="1378"/>
                      <a:pt x="867" y="1376"/>
                    </a:cubicBezTo>
                    <a:cubicBezTo>
                      <a:pt x="865" y="1373"/>
                      <a:pt x="864" y="1371"/>
                      <a:pt x="863" y="1368"/>
                    </a:cubicBezTo>
                    <a:cubicBezTo>
                      <a:pt x="863" y="1367"/>
                      <a:pt x="864" y="1367"/>
                      <a:pt x="864" y="1366"/>
                    </a:cubicBezTo>
                    <a:cubicBezTo>
                      <a:pt x="865" y="1365"/>
                      <a:pt x="865" y="1363"/>
                      <a:pt x="865" y="1362"/>
                    </a:cubicBezTo>
                    <a:cubicBezTo>
                      <a:pt x="865" y="1358"/>
                      <a:pt x="861" y="1355"/>
                      <a:pt x="859" y="1351"/>
                    </a:cubicBezTo>
                    <a:cubicBezTo>
                      <a:pt x="858" y="1350"/>
                      <a:pt x="856" y="1348"/>
                      <a:pt x="858" y="1347"/>
                    </a:cubicBezTo>
                    <a:cubicBezTo>
                      <a:pt x="859" y="1347"/>
                      <a:pt x="859" y="1347"/>
                      <a:pt x="860" y="1346"/>
                    </a:cubicBezTo>
                    <a:cubicBezTo>
                      <a:pt x="860" y="1345"/>
                      <a:pt x="859" y="1343"/>
                      <a:pt x="859" y="1342"/>
                    </a:cubicBezTo>
                    <a:cubicBezTo>
                      <a:pt x="859" y="1341"/>
                      <a:pt x="858" y="1337"/>
                      <a:pt x="859" y="1337"/>
                    </a:cubicBezTo>
                    <a:cubicBezTo>
                      <a:pt x="861" y="1336"/>
                      <a:pt x="862" y="1339"/>
                      <a:pt x="863" y="1340"/>
                    </a:cubicBezTo>
                    <a:cubicBezTo>
                      <a:pt x="864" y="1342"/>
                      <a:pt x="863" y="1345"/>
                      <a:pt x="864" y="1347"/>
                    </a:cubicBezTo>
                    <a:cubicBezTo>
                      <a:pt x="864" y="1348"/>
                      <a:pt x="864" y="1350"/>
                      <a:pt x="864" y="1351"/>
                    </a:cubicBezTo>
                    <a:cubicBezTo>
                      <a:pt x="864" y="1352"/>
                      <a:pt x="864" y="1353"/>
                      <a:pt x="865" y="1354"/>
                    </a:cubicBezTo>
                    <a:cubicBezTo>
                      <a:pt x="865" y="1355"/>
                      <a:pt x="867" y="1355"/>
                      <a:pt x="868" y="1356"/>
                    </a:cubicBezTo>
                    <a:cubicBezTo>
                      <a:pt x="870" y="1358"/>
                      <a:pt x="869" y="1359"/>
                      <a:pt x="869" y="1361"/>
                    </a:cubicBezTo>
                    <a:cubicBezTo>
                      <a:pt x="870" y="1361"/>
                      <a:pt x="870" y="1363"/>
                      <a:pt x="872" y="1363"/>
                    </a:cubicBezTo>
                    <a:cubicBezTo>
                      <a:pt x="873" y="1362"/>
                      <a:pt x="873" y="1359"/>
                      <a:pt x="873" y="1358"/>
                    </a:cubicBezTo>
                    <a:cubicBezTo>
                      <a:pt x="873" y="1356"/>
                      <a:pt x="872" y="1354"/>
                      <a:pt x="872" y="1351"/>
                    </a:cubicBezTo>
                    <a:cubicBezTo>
                      <a:pt x="872" y="1348"/>
                      <a:pt x="871" y="1345"/>
                      <a:pt x="870" y="1342"/>
                    </a:cubicBezTo>
                    <a:cubicBezTo>
                      <a:pt x="870" y="1338"/>
                      <a:pt x="870" y="1334"/>
                      <a:pt x="872" y="1330"/>
                    </a:cubicBezTo>
                    <a:cubicBezTo>
                      <a:pt x="873" y="1328"/>
                      <a:pt x="875" y="1328"/>
                      <a:pt x="876" y="1328"/>
                    </a:cubicBezTo>
                    <a:cubicBezTo>
                      <a:pt x="877" y="1328"/>
                      <a:pt x="879" y="1329"/>
                      <a:pt x="880" y="1328"/>
                    </a:cubicBezTo>
                    <a:cubicBezTo>
                      <a:pt x="880" y="1327"/>
                      <a:pt x="880" y="1327"/>
                      <a:pt x="880" y="1326"/>
                    </a:cubicBezTo>
                    <a:cubicBezTo>
                      <a:pt x="881" y="1325"/>
                      <a:pt x="881" y="1324"/>
                      <a:pt x="882" y="1324"/>
                    </a:cubicBezTo>
                    <a:cubicBezTo>
                      <a:pt x="881" y="1322"/>
                      <a:pt x="882" y="1321"/>
                      <a:pt x="881" y="1320"/>
                    </a:cubicBezTo>
                    <a:cubicBezTo>
                      <a:pt x="881" y="1318"/>
                      <a:pt x="880" y="1316"/>
                      <a:pt x="880" y="1315"/>
                    </a:cubicBezTo>
                    <a:cubicBezTo>
                      <a:pt x="879" y="1313"/>
                      <a:pt x="878" y="1312"/>
                      <a:pt x="879" y="1311"/>
                    </a:cubicBezTo>
                    <a:cubicBezTo>
                      <a:pt x="880" y="1309"/>
                      <a:pt x="882" y="1310"/>
                      <a:pt x="883" y="1309"/>
                    </a:cubicBezTo>
                    <a:cubicBezTo>
                      <a:pt x="885" y="1307"/>
                      <a:pt x="883" y="1303"/>
                      <a:pt x="881" y="1302"/>
                    </a:cubicBezTo>
                    <a:cubicBezTo>
                      <a:pt x="879" y="1301"/>
                      <a:pt x="878" y="1300"/>
                      <a:pt x="878" y="1299"/>
                    </a:cubicBezTo>
                    <a:cubicBezTo>
                      <a:pt x="877" y="1297"/>
                      <a:pt x="877" y="1296"/>
                      <a:pt x="877" y="1295"/>
                    </a:cubicBezTo>
                    <a:cubicBezTo>
                      <a:pt x="876" y="1292"/>
                      <a:pt x="875" y="1290"/>
                      <a:pt x="875" y="1287"/>
                    </a:cubicBezTo>
                    <a:cubicBezTo>
                      <a:pt x="876" y="1285"/>
                      <a:pt x="876" y="1283"/>
                      <a:pt x="876" y="1281"/>
                    </a:cubicBezTo>
                    <a:cubicBezTo>
                      <a:pt x="877" y="1280"/>
                      <a:pt x="877" y="1278"/>
                      <a:pt x="877" y="1277"/>
                    </a:cubicBezTo>
                    <a:cubicBezTo>
                      <a:pt x="873" y="1275"/>
                      <a:pt x="869" y="1276"/>
                      <a:pt x="866" y="1276"/>
                    </a:cubicBezTo>
                    <a:cubicBezTo>
                      <a:pt x="865" y="1276"/>
                      <a:pt x="863" y="1275"/>
                      <a:pt x="862" y="1275"/>
                    </a:cubicBezTo>
                    <a:cubicBezTo>
                      <a:pt x="861" y="1274"/>
                      <a:pt x="861" y="1273"/>
                      <a:pt x="861" y="1273"/>
                    </a:cubicBezTo>
                    <a:cubicBezTo>
                      <a:pt x="859" y="1271"/>
                      <a:pt x="855" y="1272"/>
                      <a:pt x="853" y="1271"/>
                    </a:cubicBezTo>
                    <a:cubicBezTo>
                      <a:pt x="852" y="1271"/>
                      <a:pt x="850" y="1270"/>
                      <a:pt x="849" y="1270"/>
                    </a:cubicBezTo>
                    <a:cubicBezTo>
                      <a:pt x="847" y="1270"/>
                      <a:pt x="846" y="1269"/>
                      <a:pt x="844" y="1267"/>
                    </a:cubicBezTo>
                    <a:cubicBezTo>
                      <a:pt x="843" y="1266"/>
                      <a:pt x="842" y="1265"/>
                      <a:pt x="841" y="1264"/>
                    </a:cubicBezTo>
                    <a:cubicBezTo>
                      <a:pt x="839" y="1262"/>
                      <a:pt x="838" y="1261"/>
                      <a:pt x="836" y="1259"/>
                    </a:cubicBezTo>
                    <a:cubicBezTo>
                      <a:pt x="834" y="1258"/>
                      <a:pt x="832" y="1258"/>
                      <a:pt x="831" y="1257"/>
                    </a:cubicBezTo>
                    <a:cubicBezTo>
                      <a:pt x="828" y="1256"/>
                      <a:pt x="826" y="1255"/>
                      <a:pt x="825" y="1253"/>
                    </a:cubicBezTo>
                    <a:cubicBezTo>
                      <a:pt x="823" y="1252"/>
                      <a:pt x="822" y="1251"/>
                      <a:pt x="820" y="1250"/>
                    </a:cubicBezTo>
                    <a:cubicBezTo>
                      <a:pt x="817" y="1248"/>
                      <a:pt x="815" y="1246"/>
                      <a:pt x="813" y="1243"/>
                    </a:cubicBezTo>
                    <a:cubicBezTo>
                      <a:pt x="812" y="1241"/>
                      <a:pt x="811" y="1239"/>
                      <a:pt x="810" y="1237"/>
                    </a:cubicBezTo>
                    <a:cubicBezTo>
                      <a:pt x="810" y="1235"/>
                      <a:pt x="810" y="1233"/>
                      <a:pt x="810" y="1230"/>
                    </a:cubicBezTo>
                    <a:cubicBezTo>
                      <a:pt x="810" y="1229"/>
                      <a:pt x="809" y="1227"/>
                      <a:pt x="809" y="1226"/>
                    </a:cubicBezTo>
                    <a:cubicBezTo>
                      <a:pt x="809" y="1225"/>
                      <a:pt x="809" y="1224"/>
                      <a:pt x="809" y="1223"/>
                    </a:cubicBezTo>
                    <a:cubicBezTo>
                      <a:pt x="809" y="1220"/>
                      <a:pt x="808" y="1218"/>
                      <a:pt x="807" y="1215"/>
                    </a:cubicBezTo>
                    <a:cubicBezTo>
                      <a:pt x="805" y="1212"/>
                      <a:pt x="804" y="1208"/>
                      <a:pt x="801" y="1205"/>
                    </a:cubicBezTo>
                    <a:cubicBezTo>
                      <a:pt x="800" y="1203"/>
                      <a:pt x="798" y="1202"/>
                      <a:pt x="796" y="1201"/>
                    </a:cubicBezTo>
                    <a:cubicBezTo>
                      <a:pt x="795" y="1200"/>
                      <a:pt x="794" y="1200"/>
                      <a:pt x="793" y="1199"/>
                    </a:cubicBezTo>
                    <a:cubicBezTo>
                      <a:pt x="793" y="1198"/>
                      <a:pt x="792" y="1197"/>
                      <a:pt x="791" y="1196"/>
                    </a:cubicBezTo>
                    <a:cubicBezTo>
                      <a:pt x="791" y="1195"/>
                      <a:pt x="791" y="1193"/>
                      <a:pt x="790" y="1192"/>
                    </a:cubicBezTo>
                    <a:cubicBezTo>
                      <a:pt x="789" y="1190"/>
                      <a:pt x="786" y="1189"/>
                      <a:pt x="785" y="1188"/>
                    </a:cubicBezTo>
                    <a:cubicBezTo>
                      <a:pt x="784" y="1187"/>
                      <a:pt x="783" y="1185"/>
                      <a:pt x="783" y="1184"/>
                    </a:cubicBezTo>
                    <a:cubicBezTo>
                      <a:pt x="782" y="1182"/>
                      <a:pt x="780" y="1180"/>
                      <a:pt x="780" y="1179"/>
                    </a:cubicBezTo>
                    <a:cubicBezTo>
                      <a:pt x="781" y="1179"/>
                      <a:pt x="784" y="1183"/>
                      <a:pt x="785" y="1182"/>
                    </a:cubicBezTo>
                    <a:cubicBezTo>
                      <a:pt x="785" y="1181"/>
                      <a:pt x="785" y="1179"/>
                      <a:pt x="785" y="1178"/>
                    </a:cubicBezTo>
                    <a:cubicBezTo>
                      <a:pt x="785" y="1177"/>
                      <a:pt x="786" y="1177"/>
                      <a:pt x="787" y="1177"/>
                    </a:cubicBezTo>
                    <a:cubicBezTo>
                      <a:pt x="788" y="1178"/>
                      <a:pt x="789" y="1179"/>
                      <a:pt x="789" y="1179"/>
                    </a:cubicBezTo>
                    <a:cubicBezTo>
                      <a:pt x="790" y="1181"/>
                      <a:pt x="790" y="1182"/>
                      <a:pt x="791" y="1184"/>
                    </a:cubicBezTo>
                    <a:cubicBezTo>
                      <a:pt x="792" y="1186"/>
                      <a:pt x="794" y="1187"/>
                      <a:pt x="796" y="1189"/>
                    </a:cubicBezTo>
                    <a:cubicBezTo>
                      <a:pt x="798" y="1190"/>
                      <a:pt x="800" y="1190"/>
                      <a:pt x="802" y="1191"/>
                    </a:cubicBezTo>
                    <a:cubicBezTo>
                      <a:pt x="804" y="1192"/>
                      <a:pt x="805" y="1192"/>
                      <a:pt x="807" y="1191"/>
                    </a:cubicBezTo>
                    <a:cubicBezTo>
                      <a:pt x="808" y="1190"/>
                      <a:pt x="811" y="1189"/>
                      <a:pt x="812" y="1190"/>
                    </a:cubicBezTo>
                    <a:cubicBezTo>
                      <a:pt x="814" y="1191"/>
                      <a:pt x="809" y="1194"/>
                      <a:pt x="808" y="1194"/>
                    </a:cubicBezTo>
                    <a:cubicBezTo>
                      <a:pt x="807" y="1195"/>
                      <a:pt x="806" y="1195"/>
                      <a:pt x="805" y="1194"/>
                    </a:cubicBezTo>
                    <a:cubicBezTo>
                      <a:pt x="804" y="1194"/>
                      <a:pt x="803" y="1195"/>
                      <a:pt x="802" y="1195"/>
                    </a:cubicBezTo>
                    <a:cubicBezTo>
                      <a:pt x="800" y="1195"/>
                      <a:pt x="798" y="1193"/>
                      <a:pt x="797" y="1193"/>
                    </a:cubicBezTo>
                    <a:cubicBezTo>
                      <a:pt x="796" y="1196"/>
                      <a:pt x="800" y="1198"/>
                      <a:pt x="801" y="1200"/>
                    </a:cubicBezTo>
                    <a:cubicBezTo>
                      <a:pt x="803" y="1202"/>
                      <a:pt x="804" y="1204"/>
                      <a:pt x="806" y="1207"/>
                    </a:cubicBezTo>
                    <a:cubicBezTo>
                      <a:pt x="809" y="1211"/>
                      <a:pt x="812" y="1215"/>
                      <a:pt x="812" y="1221"/>
                    </a:cubicBezTo>
                    <a:cubicBezTo>
                      <a:pt x="812" y="1224"/>
                      <a:pt x="812" y="1226"/>
                      <a:pt x="812" y="1229"/>
                    </a:cubicBezTo>
                    <a:cubicBezTo>
                      <a:pt x="812" y="1232"/>
                      <a:pt x="813" y="1234"/>
                      <a:pt x="814" y="1236"/>
                    </a:cubicBezTo>
                    <a:cubicBezTo>
                      <a:pt x="815" y="1239"/>
                      <a:pt x="816" y="1241"/>
                      <a:pt x="818" y="1244"/>
                    </a:cubicBezTo>
                    <a:cubicBezTo>
                      <a:pt x="820" y="1246"/>
                      <a:pt x="822" y="1248"/>
                      <a:pt x="825" y="1250"/>
                    </a:cubicBezTo>
                    <a:cubicBezTo>
                      <a:pt x="830" y="1254"/>
                      <a:pt x="835" y="1256"/>
                      <a:pt x="840" y="1260"/>
                    </a:cubicBezTo>
                    <a:cubicBezTo>
                      <a:pt x="841" y="1262"/>
                      <a:pt x="843" y="1263"/>
                      <a:pt x="845" y="1264"/>
                    </a:cubicBezTo>
                    <a:cubicBezTo>
                      <a:pt x="848" y="1265"/>
                      <a:pt x="850" y="1266"/>
                      <a:pt x="853" y="1267"/>
                    </a:cubicBezTo>
                    <a:cubicBezTo>
                      <a:pt x="855" y="1268"/>
                      <a:pt x="858" y="1268"/>
                      <a:pt x="860" y="1268"/>
                    </a:cubicBezTo>
                    <a:cubicBezTo>
                      <a:pt x="862" y="1269"/>
                      <a:pt x="863" y="1271"/>
                      <a:pt x="864" y="1271"/>
                    </a:cubicBezTo>
                    <a:cubicBezTo>
                      <a:pt x="867" y="1273"/>
                      <a:pt x="870" y="1272"/>
                      <a:pt x="872" y="1272"/>
                    </a:cubicBezTo>
                    <a:cubicBezTo>
                      <a:pt x="874" y="1272"/>
                      <a:pt x="877" y="1271"/>
                      <a:pt x="878" y="1273"/>
                    </a:cubicBezTo>
                    <a:cubicBezTo>
                      <a:pt x="880" y="1275"/>
                      <a:pt x="879" y="1279"/>
                      <a:pt x="879" y="1281"/>
                    </a:cubicBezTo>
                    <a:cubicBezTo>
                      <a:pt x="879" y="1284"/>
                      <a:pt x="879" y="1286"/>
                      <a:pt x="879" y="1288"/>
                    </a:cubicBezTo>
                    <a:cubicBezTo>
                      <a:pt x="879" y="1292"/>
                      <a:pt x="880" y="1295"/>
                      <a:pt x="882" y="1298"/>
                    </a:cubicBezTo>
                    <a:cubicBezTo>
                      <a:pt x="883" y="1301"/>
                      <a:pt x="887" y="1302"/>
                      <a:pt x="887" y="1305"/>
                    </a:cubicBezTo>
                    <a:cubicBezTo>
                      <a:pt x="887" y="1306"/>
                      <a:pt x="887" y="1307"/>
                      <a:pt x="887" y="1308"/>
                    </a:cubicBezTo>
                    <a:cubicBezTo>
                      <a:pt x="887" y="1309"/>
                      <a:pt x="887" y="1310"/>
                      <a:pt x="887" y="1311"/>
                    </a:cubicBezTo>
                    <a:cubicBezTo>
                      <a:pt x="886" y="1312"/>
                      <a:pt x="885" y="1312"/>
                      <a:pt x="885" y="1312"/>
                    </a:cubicBezTo>
                    <a:cubicBezTo>
                      <a:pt x="883" y="1313"/>
                      <a:pt x="883" y="1315"/>
                      <a:pt x="883" y="1317"/>
                    </a:cubicBezTo>
                    <a:cubicBezTo>
                      <a:pt x="883" y="1319"/>
                      <a:pt x="883" y="1320"/>
                      <a:pt x="884" y="1322"/>
                    </a:cubicBezTo>
                    <a:cubicBezTo>
                      <a:pt x="885" y="1324"/>
                      <a:pt x="885" y="1326"/>
                      <a:pt x="885" y="1328"/>
                    </a:cubicBezTo>
                    <a:cubicBezTo>
                      <a:pt x="884" y="1330"/>
                      <a:pt x="883" y="1331"/>
                      <a:pt x="881" y="1331"/>
                    </a:cubicBezTo>
                    <a:cubicBezTo>
                      <a:pt x="879" y="1332"/>
                      <a:pt x="877" y="1333"/>
                      <a:pt x="876" y="1334"/>
                    </a:cubicBezTo>
                    <a:cubicBezTo>
                      <a:pt x="876" y="1336"/>
                      <a:pt x="876" y="1338"/>
                      <a:pt x="876" y="1340"/>
                    </a:cubicBezTo>
                    <a:cubicBezTo>
                      <a:pt x="876" y="1343"/>
                      <a:pt x="876" y="1346"/>
                      <a:pt x="876" y="1349"/>
                    </a:cubicBezTo>
                    <a:cubicBezTo>
                      <a:pt x="877" y="1352"/>
                      <a:pt x="877" y="1354"/>
                      <a:pt x="877" y="1357"/>
                    </a:cubicBezTo>
                    <a:cubicBezTo>
                      <a:pt x="877" y="1359"/>
                      <a:pt x="877" y="1361"/>
                      <a:pt x="877" y="1363"/>
                    </a:cubicBezTo>
                    <a:cubicBezTo>
                      <a:pt x="877" y="1366"/>
                      <a:pt x="878" y="1369"/>
                      <a:pt x="878" y="1371"/>
                    </a:cubicBezTo>
                    <a:cubicBezTo>
                      <a:pt x="879" y="1373"/>
                      <a:pt x="879" y="1376"/>
                      <a:pt x="880" y="1378"/>
                    </a:cubicBezTo>
                    <a:cubicBezTo>
                      <a:pt x="882" y="1380"/>
                      <a:pt x="884" y="1380"/>
                      <a:pt x="884" y="1383"/>
                    </a:cubicBezTo>
                    <a:cubicBezTo>
                      <a:pt x="885" y="1385"/>
                      <a:pt x="885" y="1389"/>
                      <a:pt x="884" y="1390"/>
                    </a:cubicBezTo>
                    <a:cubicBezTo>
                      <a:pt x="882" y="1391"/>
                      <a:pt x="879" y="1391"/>
                      <a:pt x="877" y="1391"/>
                    </a:cubicBezTo>
                    <a:cubicBezTo>
                      <a:pt x="875" y="1391"/>
                      <a:pt x="873" y="1390"/>
                      <a:pt x="872" y="1391"/>
                    </a:cubicBezTo>
                    <a:cubicBezTo>
                      <a:pt x="871" y="1392"/>
                      <a:pt x="870" y="1393"/>
                      <a:pt x="870" y="1394"/>
                    </a:cubicBezTo>
                    <a:cubicBezTo>
                      <a:pt x="870" y="1395"/>
                      <a:pt x="870" y="1396"/>
                      <a:pt x="870" y="1397"/>
                    </a:cubicBezTo>
                    <a:cubicBezTo>
                      <a:pt x="869" y="1397"/>
                      <a:pt x="868" y="1397"/>
                      <a:pt x="868" y="1398"/>
                    </a:cubicBezTo>
                    <a:cubicBezTo>
                      <a:pt x="868" y="1399"/>
                      <a:pt x="868" y="1400"/>
                      <a:pt x="868" y="1401"/>
                    </a:cubicBezTo>
                    <a:cubicBezTo>
                      <a:pt x="868" y="1403"/>
                      <a:pt x="868" y="1405"/>
                      <a:pt x="867" y="1407"/>
                    </a:cubicBezTo>
                    <a:cubicBezTo>
                      <a:pt x="867" y="1408"/>
                      <a:pt x="867" y="1409"/>
                      <a:pt x="866" y="1410"/>
                    </a:cubicBezTo>
                    <a:cubicBezTo>
                      <a:pt x="865" y="1411"/>
                      <a:pt x="864" y="1410"/>
                      <a:pt x="863" y="1411"/>
                    </a:cubicBezTo>
                    <a:cubicBezTo>
                      <a:pt x="862" y="1412"/>
                      <a:pt x="862" y="1413"/>
                      <a:pt x="862" y="1415"/>
                    </a:cubicBezTo>
                    <a:cubicBezTo>
                      <a:pt x="862" y="1415"/>
                      <a:pt x="861" y="1417"/>
                      <a:pt x="861" y="1417"/>
                    </a:cubicBezTo>
                    <a:cubicBezTo>
                      <a:pt x="860" y="1418"/>
                      <a:pt x="860" y="1418"/>
                      <a:pt x="859" y="1418"/>
                    </a:cubicBezTo>
                    <a:cubicBezTo>
                      <a:pt x="858" y="1418"/>
                      <a:pt x="857" y="1418"/>
                      <a:pt x="856" y="1418"/>
                    </a:cubicBezTo>
                    <a:cubicBezTo>
                      <a:pt x="856" y="1419"/>
                      <a:pt x="856" y="1421"/>
                      <a:pt x="856" y="1422"/>
                    </a:cubicBezTo>
                    <a:cubicBezTo>
                      <a:pt x="855" y="1424"/>
                      <a:pt x="855" y="1426"/>
                      <a:pt x="855" y="1429"/>
                    </a:cubicBezTo>
                    <a:cubicBezTo>
                      <a:pt x="854" y="1431"/>
                      <a:pt x="855" y="1434"/>
                      <a:pt x="855" y="1436"/>
                    </a:cubicBezTo>
                    <a:cubicBezTo>
                      <a:pt x="854" y="1440"/>
                      <a:pt x="853" y="1443"/>
                      <a:pt x="851" y="1445"/>
                    </a:cubicBezTo>
                    <a:cubicBezTo>
                      <a:pt x="848" y="1447"/>
                      <a:pt x="845" y="1447"/>
                      <a:pt x="842" y="1446"/>
                    </a:cubicBezTo>
                    <a:cubicBezTo>
                      <a:pt x="836" y="1444"/>
                      <a:pt x="831" y="1442"/>
                      <a:pt x="825" y="1440"/>
                    </a:cubicBezTo>
                    <a:cubicBezTo>
                      <a:pt x="822" y="1439"/>
                      <a:pt x="819" y="1438"/>
                      <a:pt x="816" y="1440"/>
                    </a:cubicBezTo>
                    <a:cubicBezTo>
                      <a:pt x="813" y="1441"/>
                      <a:pt x="813" y="1444"/>
                      <a:pt x="814" y="1446"/>
                    </a:cubicBezTo>
                    <a:cubicBezTo>
                      <a:pt x="816" y="1449"/>
                      <a:pt x="818" y="1451"/>
                      <a:pt x="820" y="1454"/>
                    </a:cubicBezTo>
                    <a:cubicBezTo>
                      <a:pt x="822" y="1458"/>
                      <a:pt x="822" y="1461"/>
                      <a:pt x="822" y="1465"/>
                    </a:cubicBezTo>
                    <a:cubicBezTo>
                      <a:pt x="822" y="1471"/>
                      <a:pt x="822" y="1478"/>
                      <a:pt x="824" y="1484"/>
                    </a:cubicBezTo>
                    <a:cubicBezTo>
                      <a:pt x="825" y="1487"/>
                      <a:pt x="827" y="1489"/>
                      <a:pt x="828" y="1492"/>
                    </a:cubicBezTo>
                    <a:cubicBezTo>
                      <a:pt x="830" y="1495"/>
                      <a:pt x="831" y="1498"/>
                      <a:pt x="833" y="1500"/>
                    </a:cubicBezTo>
                    <a:cubicBezTo>
                      <a:pt x="835" y="1502"/>
                      <a:pt x="837" y="1504"/>
                      <a:pt x="839" y="1505"/>
                    </a:cubicBezTo>
                    <a:cubicBezTo>
                      <a:pt x="842" y="1507"/>
                      <a:pt x="843" y="1510"/>
                      <a:pt x="845" y="1512"/>
                    </a:cubicBezTo>
                    <a:cubicBezTo>
                      <a:pt x="845" y="1513"/>
                      <a:pt x="845" y="1514"/>
                      <a:pt x="845" y="1514"/>
                    </a:cubicBezTo>
                    <a:cubicBezTo>
                      <a:pt x="846" y="1515"/>
                      <a:pt x="847" y="1515"/>
                      <a:pt x="848" y="1516"/>
                    </a:cubicBezTo>
                    <a:cubicBezTo>
                      <a:pt x="849" y="1516"/>
                      <a:pt x="850" y="1516"/>
                      <a:pt x="852" y="1517"/>
                    </a:cubicBezTo>
                    <a:cubicBezTo>
                      <a:pt x="853" y="1517"/>
                      <a:pt x="854" y="1518"/>
                      <a:pt x="855" y="1520"/>
                    </a:cubicBezTo>
                    <a:cubicBezTo>
                      <a:pt x="856" y="1521"/>
                      <a:pt x="858" y="1521"/>
                      <a:pt x="859" y="1522"/>
                    </a:cubicBezTo>
                    <a:cubicBezTo>
                      <a:pt x="859" y="1523"/>
                      <a:pt x="859" y="1524"/>
                      <a:pt x="860" y="1524"/>
                    </a:cubicBezTo>
                    <a:cubicBezTo>
                      <a:pt x="860" y="1526"/>
                      <a:pt x="861" y="1526"/>
                      <a:pt x="863" y="1525"/>
                    </a:cubicBezTo>
                    <a:cubicBezTo>
                      <a:pt x="863" y="1525"/>
                      <a:pt x="864" y="1525"/>
                      <a:pt x="864" y="1524"/>
                    </a:cubicBezTo>
                    <a:cubicBezTo>
                      <a:pt x="868" y="1524"/>
                      <a:pt x="871" y="1526"/>
                      <a:pt x="874" y="1527"/>
                    </a:cubicBezTo>
                    <a:cubicBezTo>
                      <a:pt x="873" y="1527"/>
                      <a:pt x="873" y="1527"/>
                      <a:pt x="873" y="1528"/>
                    </a:cubicBezTo>
                    <a:cubicBezTo>
                      <a:pt x="874" y="1532"/>
                      <a:pt x="875" y="1536"/>
                      <a:pt x="874" y="1540"/>
                    </a:cubicBezTo>
                    <a:cubicBezTo>
                      <a:pt x="873" y="1544"/>
                      <a:pt x="873" y="1549"/>
                      <a:pt x="875" y="1553"/>
                    </a:cubicBezTo>
                    <a:cubicBezTo>
                      <a:pt x="876" y="1555"/>
                      <a:pt x="878" y="1557"/>
                      <a:pt x="879" y="1560"/>
                    </a:cubicBezTo>
                    <a:cubicBezTo>
                      <a:pt x="880" y="1562"/>
                      <a:pt x="881" y="1564"/>
                      <a:pt x="884" y="1565"/>
                    </a:cubicBezTo>
                    <a:cubicBezTo>
                      <a:pt x="888" y="1567"/>
                      <a:pt x="893" y="1565"/>
                      <a:pt x="898" y="1566"/>
                    </a:cubicBezTo>
                    <a:cubicBezTo>
                      <a:pt x="902" y="1566"/>
                      <a:pt x="905" y="1567"/>
                      <a:pt x="909" y="1567"/>
                    </a:cubicBezTo>
                    <a:cubicBezTo>
                      <a:pt x="912" y="1567"/>
                      <a:pt x="915" y="1567"/>
                      <a:pt x="918" y="1567"/>
                    </a:cubicBezTo>
                    <a:cubicBezTo>
                      <a:pt x="923" y="1567"/>
                      <a:pt x="928" y="1571"/>
                      <a:pt x="932" y="1574"/>
                    </a:cubicBezTo>
                    <a:cubicBezTo>
                      <a:pt x="933" y="1576"/>
                      <a:pt x="935" y="1576"/>
                      <a:pt x="937" y="1578"/>
                    </a:cubicBezTo>
                    <a:cubicBezTo>
                      <a:pt x="939" y="1580"/>
                      <a:pt x="940" y="1582"/>
                      <a:pt x="942" y="1584"/>
                    </a:cubicBezTo>
                    <a:cubicBezTo>
                      <a:pt x="943" y="1586"/>
                      <a:pt x="944" y="1589"/>
                      <a:pt x="946" y="1591"/>
                    </a:cubicBezTo>
                    <a:cubicBezTo>
                      <a:pt x="948" y="1593"/>
                      <a:pt x="949" y="1596"/>
                      <a:pt x="949" y="1599"/>
                    </a:cubicBezTo>
                    <a:cubicBezTo>
                      <a:pt x="949" y="1602"/>
                      <a:pt x="950" y="1605"/>
                      <a:pt x="950" y="1608"/>
                    </a:cubicBezTo>
                    <a:cubicBezTo>
                      <a:pt x="950" y="1611"/>
                      <a:pt x="951" y="1614"/>
                      <a:pt x="953" y="1617"/>
                    </a:cubicBezTo>
                    <a:cubicBezTo>
                      <a:pt x="955" y="1623"/>
                      <a:pt x="955" y="1628"/>
                      <a:pt x="958" y="1633"/>
                    </a:cubicBezTo>
                    <a:cubicBezTo>
                      <a:pt x="959" y="1634"/>
                      <a:pt x="959" y="1635"/>
                      <a:pt x="960" y="1636"/>
                    </a:cubicBezTo>
                    <a:cubicBezTo>
                      <a:pt x="961" y="1636"/>
                      <a:pt x="962" y="1637"/>
                      <a:pt x="963" y="1637"/>
                    </a:cubicBezTo>
                    <a:cubicBezTo>
                      <a:pt x="965" y="1638"/>
                      <a:pt x="967" y="1640"/>
                      <a:pt x="966" y="1642"/>
                    </a:cubicBezTo>
                    <a:cubicBezTo>
                      <a:pt x="966" y="1645"/>
                      <a:pt x="966" y="1648"/>
                      <a:pt x="967" y="1651"/>
                    </a:cubicBezTo>
                    <a:cubicBezTo>
                      <a:pt x="967" y="1652"/>
                      <a:pt x="967" y="1653"/>
                      <a:pt x="968" y="1655"/>
                    </a:cubicBezTo>
                    <a:cubicBezTo>
                      <a:pt x="968" y="1656"/>
                      <a:pt x="968" y="1658"/>
                      <a:pt x="969" y="1659"/>
                    </a:cubicBezTo>
                    <a:cubicBezTo>
                      <a:pt x="971" y="1661"/>
                      <a:pt x="973" y="1654"/>
                      <a:pt x="974" y="1652"/>
                    </a:cubicBezTo>
                    <a:cubicBezTo>
                      <a:pt x="975" y="1650"/>
                      <a:pt x="976" y="1646"/>
                      <a:pt x="979" y="1646"/>
                    </a:cubicBezTo>
                    <a:cubicBezTo>
                      <a:pt x="983" y="1645"/>
                      <a:pt x="985" y="1651"/>
                      <a:pt x="987" y="1654"/>
                    </a:cubicBezTo>
                    <a:cubicBezTo>
                      <a:pt x="987" y="1655"/>
                      <a:pt x="988" y="1656"/>
                      <a:pt x="986" y="1657"/>
                    </a:cubicBezTo>
                    <a:cubicBezTo>
                      <a:pt x="984" y="1657"/>
                      <a:pt x="982" y="1656"/>
                      <a:pt x="980" y="1656"/>
                    </a:cubicBezTo>
                    <a:cubicBezTo>
                      <a:pt x="979" y="1656"/>
                      <a:pt x="977" y="1655"/>
                      <a:pt x="975" y="1656"/>
                    </a:cubicBezTo>
                    <a:cubicBezTo>
                      <a:pt x="974" y="1657"/>
                      <a:pt x="974" y="1658"/>
                      <a:pt x="973" y="1659"/>
                    </a:cubicBezTo>
                    <a:cubicBezTo>
                      <a:pt x="973" y="1660"/>
                      <a:pt x="972" y="1662"/>
                      <a:pt x="972" y="1663"/>
                    </a:cubicBezTo>
                    <a:cubicBezTo>
                      <a:pt x="972" y="1664"/>
                      <a:pt x="974" y="1664"/>
                      <a:pt x="975" y="1665"/>
                    </a:cubicBezTo>
                    <a:cubicBezTo>
                      <a:pt x="977" y="1665"/>
                      <a:pt x="980" y="1664"/>
                      <a:pt x="982" y="1664"/>
                    </a:cubicBezTo>
                    <a:cubicBezTo>
                      <a:pt x="984" y="1664"/>
                      <a:pt x="986" y="1663"/>
                      <a:pt x="987" y="1665"/>
                    </a:cubicBezTo>
                    <a:cubicBezTo>
                      <a:pt x="988" y="1666"/>
                      <a:pt x="989" y="1673"/>
                      <a:pt x="991" y="1672"/>
                    </a:cubicBezTo>
                    <a:cubicBezTo>
                      <a:pt x="992" y="1671"/>
                      <a:pt x="992" y="1668"/>
                      <a:pt x="992" y="1667"/>
                    </a:cubicBezTo>
                    <a:cubicBezTo>
                      <a:pt x="992" y="1666"/>
                      <a:pt x="992" y="1665"/>
                      <a:pt x="994" y="1664"/>
                    </a:cubicBezTo>
                    <a:cubicBezTo>
                      <a:pt x="994" y="1663"/>
                      <a:pt x="995" y="1663"/>
                      <a:pt x="995" y="1662"/>
                    </a:cubicBezTo>
                    <a:cubicBezTo>
                      <a:pt x="996" y="1660"/>
                      <a:pt x="996" y="1659"/>
                      <a:pt x="996" y="1657"/>
                    </a:cubicBezTo>
                    <a:cubicBezTo>
                      <a:pt x="997" y="1654"/>
                      <a:pt x="1001" y="1659"/>
                      <a:pt x="1002" y="1659"/>
                    </a:cubicBezTo>
                    <a:cubicBezTo>
                      <a:pt x="1005" y="1660"/>
                      <a:pt x="1005" y="1655"/>
                      <a:pt x="1006" y="1654"/>
                    </a:cubicBezTo>
                    <a:cubicBezTo>
                      <a:pt x="1007" y="1654"/>
                      <a:pt x="1008" y="1653"/>
                      <a:pt x="1009" y="1653"/>
                    </a:cubicBezTo>
                    <a:cubicBezTo>
                      <a:pt x="1010" y="1652"/>
                      <a:pt x="1010" y="1651"/>
                      <a:pt x="1010" y="1649"/>
                    </a:cubicBezTo>
                    <a:cubicBezTo>
                      <a:pt x="1010" y="1646"/>
                      <a:pt x="1007" y="1648"/>
                      <a:pt x="1005" y="1648"/>
                    </a:cubicBezTo>
                    <a:cubicBezTo>
                      <a:pt x="1001" y="1648"/>
                      <a:pt x="1002" y="1644"/>
                      <a:pt x="1003" y="1642"/>
                    </a:cubicBezTo>
                    <a:cubicBezTo>
                      <a:pt x="1004" y="1640"/>
                      <a:pt x="1006" y="1635"/>
                      <a:pt x="1008" y="1636"/>
                    </a:cubicBezTo>
                    <a:cubicBezTo>
                      <a:pt x="1009" y="1636"/>
                      <a:pt x="1011" y="1639"/>
                      <a:pt x="1011" y="1640"/>
                    </a:cubicBezTo>
                    <a:cubicBezTo>
                      <a:pt x="1013" y="1642"/>
                      <a:pt x="1014" y="1644"/>
                      <a:pt x="1015" y="1646"/>
                    </a:cubicBezTo>
                    <a:cubicBezTo>
                      <a:pt x="1020" y="1651"/>
                      <a:pt x="1026" y="1646"/>
                      <a:pt x="1030" y="1643"/>
                    </a:cubicBezTo>
                    <a:cubicBezTo>
                      <a:pt x="1033" y="1642"/>
                      <a:pt x="1036" y="1641"/>
                      <a:pt x="1036" y="1638"/>
                    </a:cubicBezTo>
                    <a:cubicBezTo>
                      <a:pt x="1035" y="1634"/>
                      <a:pt x="1032" y="1633"/>
                      <a:pt x="1034" y="1629"/>
                    </a:cubicBezTo>
                    <a:cubicBezTo>
                      <a:pt x="1034" y="1628"/>
                      <a:pt x="1035" y="1626"/>
                      <a:pt x="1035" y="1625"/>
                    </a:cubicBezTo>
                    <a:cubicBezTo>
                      <a:pt x="1035" y="1624"/>
                      <a:pt x="1033" y="1624"/>
                      <a:pt x="1032" y="1623"/>
                    </a:cubicBezTo>
                    <a:cubicBezTo>
                      <a:pt x="1031" y="1623"/>
                      <a:pt x="1029" y="1622"/>
                      <a:pt x="1029" y="1621"/>
                    </a:cubicBezTo>
                    <a:cubicBezTo>
                      <a:pt x="1029" y="1620"/>
                      <a:pt x="1030" y="1619"/>
                      <a:pt x="1031" y="1619"/>
                    </a:cubicBezTo>
                    <a:cubicBezTo>
                      <a:pt x="1034" y="1618"/>
                      <a:pt x="1038" y="1620"/>
                      <a:pt x="1041" y="1621"/>
                    </a:cubicBezTo>
                    <a:cubicBezTo>
                      <a:pt x="1043" y="1621"/>
                      <a:pt x="1047" y="1621"/>
                      <a:pt x="1047" y="1618"/>
                    </a:cubicBezTo>
                    <a:cubicBezTo>
                      <a:pt x="1048" y="1615"/>
                      <a:pt x="1046" y="1611"/>
                      <a:pt x="1043" y="1609"/>
                    </a:cubicBezTo>
                    <a:cubicBezTo>
                      <a:pt x="1042" y="1607"/>
                      <a:pt x="1040" y="1607"/>
                      <a:pt x="1037" y="1607"/>
                    </a:cubicBezTo>
                    <a:cubicBezTo>
                      <a:pt x="1036" y="1607"/>
                      <a:pt x="1034" y="1608"/>
                      <a:pt x="1032" y="1608"/>
                    </a:cubicBezTo>
                    <a:cubicBezTo>
                      <a:pt x="1030" y="1607"/>
                      <a:pt x="1029" y="1605"/>
                      <a:pt x="1027" y="1605"/>
                    </a:cubicBezTo>
                    <a:cubicBezTo>
                      <a:pt x="1026" y="1604"/>
                      <a:pt x="1025" y="1605"/>
                      <a:pt x="1023" y="1605"/>
                    </a:cubicBezTo>
                    <a:cubicBezTo>
                      <a:pt x="1022" y="1605"/>
                      <a:pt x="1020" y="1605"/>
                      <a:pt x="1018" y="1606"/>
                    </a:cubicBezTo>
                    <a:cubicBezTo>
                      <a:pt x="1017" y="1606"/>
                      <a:pt x="1016" y="1607"/>
                      <a:pt x="1015" y="1608"/>
                    </a:cubicBezTo>
                    <a:cubicBezTo>
                      <a:pt x="1014" y="1609"/>
                      <a:pt x="1014" y="1610"/>
                      <a:pt x="1013" y="1610"/>
                    </a:cubicBezTo>
                    <a:cubicBezTo>
                      <a:pt x="1012" y="1610"/>
                      <a:pt x="1011" y="1608"/>
                      <a:pt x="1011" y="1608"/>
                    </a:cubicBezTo>
                    <a:cubicBezTo>
                      <a:pt x="1010" y="1607"/>
                      <a:pt x="1009" y="1607"/>
                      <a:pt x="1008" y="1607"/>
                    </a:cubicBezTo>
                    <a:cubicBezTo>
                      <a:pt x="1006" y="1607"/>
                      <a:pt x="1001" y="1606"/>
                      <a:pt x="1001" y="1602"/>
                    </a:cubicBezTo>
                    <a:cubicBezTo>
                      <a:pt x="1002" y="1601"/>
                      <a:pt x="1004" y="1600"/>
                      <a:pt x="1006" y="1600"/>
                    </a:cubicBezTo>
                    <a:cubicBezTo>
                      <a:pt x="1008" y="1600"/>
                      <a:pt x="1010" y="1599"/>
                      <a:pt x="1012" y="1599"/>
                    </a:cubicBezTo>
                    <a:cubicBezTo>
                      <a:pt x="1014" y="1598"/>
                      <a:pt x="1015" y="1597"/>
                      <a:pt x="1017" y="1597"/>
                    </a:cubicBezTo>
                    <a:cubicBezTo>
                      <a:pt x="1019" y="1597"/>
                      <a:pt x="1021" y="1598"/>
                      <a:pt x="1023" y="1598"/>
                    </a:cubicBezTo>
                    <a:cubicBezTo>
                      <a:pt x="1024" y="1599"/>
                      <a:pt x="1024" y="1598"/>
                      <a:pt x="1023" y="1596"/>
                    </a:cubicBezTo>
                    <a:cubicBezTo>
                      <a:pt x="1023" y="1595"/>
                      <a:pt x="1022" y="1593"/>
                      <a:pt x="1022" y="1591"/>
                    </a:cubicBezTo>
                    <a:cubicBezTo>
                      <a:pt x="1023" y="1588"/>
                      <a:pt x="1028" y="1594"/>
                      <a:pt x="1030" y="1595"/>
                    </a:cubicBezTo>
                    <a:cubicBezTo>
                      <a:pt x="1031" y="1595"/>
                      <a:pt x="1031" y="1592"/>
                      <a:pt x="1032" y="1592"/>
                    </a:cubicBezTo>
                    <a:cubicBezTo>
                      <a:pt x="1032" y="1590"/>
                      <a:pt x="1033" y="1588"/>
                      <a:pt x="1035" y="1587"/>
                    </a:cubicBezTo>
                    <a:cubicBezTo>
                      <a:pt x="1036" y="1586"/>
                      <a:pt x="1037" y="1585"/>
                      <a:pt x="1036" y="1584"/>
                    </a:cubicBezTo>
                    <a:cubicBezTo>
                      <a:pt x="1036" y="1580"/>
                      <a:pt x="1037" y="1576"/>
                      <a:pt x="1038" y="1573"/>
                    </a:cubicBezTo>
                    <a:cubicBezTo>
                      <a:pt x="1038" y="1571"/>
                      <a:pt x="1039" y="1565"/>
                      <a:pt x="1042" y="1566"/>
                    </a:cubicBezTo>
                    <a:cubicBezTo>
                      <a:pt x="1043" y="1567"/>
                      <a:pt x="1042" y="1569"/>
                      <a:pt x="1044" y="1570"/>
                    </a:cubicBezTo>
                    <a:cubicBezTo>
                      <a:pt x="1045" y="1570"/>
                      <a:pt x="1046" y="1568"/>
                      <a:pt x="1046" y="1567"/>
                    </a:cubicBezTo>
                    <a:cubicBezTo>
                      <a:pt x="1047" y="1565"/>
                      <a:pt x="1048" y="1563"/>
                      <a:pt x="1048" y="1561"/>
                    </a:cubicBezTo>
                    <a:cubicBezTo>
                      <a:pt x="1048" y="1560"/>
                      <a:pt x="1048" y="1558"/>
                      <a:pt x="1050" y="1557"/>
                    </a:cubicBezTo>
                    <a:cubicBezTo>
                      <a:pt x="1051" y="1557"/>
                      <a:pt x="1054" y="1556"/>
                      <a:pt x="1056" y="1557"/>
                    </a:cubicBezTo>
                    <a:cubicBezTo>
                      <a:pt x="1057" y="1557"/>
                      <a:pt x="1058" y="1558"/>
                      <a:pt x="1060" y="1557"/>
                    </a:cubicBezTo>
                    <a:cubicBezTo>
                      <a:pt x="1061" y="1557"/>
                      <a:pt x="1061" y="1555"/>
                      <a:pt x="1061" y="1553"/>
                    </a:cubicBezTo>
                    <a:cubicBezTo>
                      <a:pt x="1060" y="1553"/>
                      <a:pt x="1060" y="1552"/>
                      <a:pt x="1059" y="1552"/>
                    </a:cubicBezTo>
                    <a:cubicBezTo>
                      <a:pt x="1059" y="1551"/>
                      <a:pt x="1059" y="1550"/>
                      <a:pt x="1059" y="1549"/>
                    </a:cubicBezTo>
                    <a:cubicBezTo>
                      <a:pt x="1059" y="1548"/>
                      <a:pt x="1058" y="1546"/>
                      <a:pt x="1060" y="1545"/>
                    </a:cubicBezTo>
                    <a:cubicBezTo>
                      <a:pt x="1061" y="1545"/>
                      <a:pt x="1062" y="1546"/>
                      <a:pt x="1062" y="1546"/>
                    </a:cubicBezTo>
                    <a:cubicBezTo>
                      <a:pt x="1063" y="1546"/>
                      <a:pt x="1064" y="1545"/>
                      <a:pt x="1065" y="1546"/>
                    </a:cubicBezTo>
                    <a:cubicBezTo>
                      <a:pt x="1067" y="1547"/>
                      <a:pt x="1063" y="1552"/>
                      <a:pt x="1065" y="1554"/>
                    </a:cubicBezTo>
                    <a:cubicBezTo>
                      <a:pt x="1068" y="1555"/>
                      <a:pt x="1072" y="1555"/>
                      <a:pt x="1074" y="1554"/>
                    </a:cubicBezTo>
                    <a:cubicBezTo>
                      <a:pt x="1075" y="1553"/>
                      <a:pt x="1076" y="1552"/>
                      <a:pt x="1078" y="1552"/>
                    </a:cubicBezTo>
                    <a:cubicBezTo>
                      <a:pt x="1079" y="1552"/>
                      <a:pt x="1080" y="1551"/>
                      <a:pt x="1080" y="1549"/>
                    </a:cubicBezTo>
                    <a:cubicBezTo>
                      <a:pt x="1080" y="1547"/>
                      <a:pt x="1079" y="1546"/>
                      <a:pt x="1078" y="1545"/>
                    </a:cubicBezTo>
                    <a:cubicBezTo>
                      <a:pt x="1077" y="1543"/>
                      <a:pt x="1076" y="1541"/>
                      <a:pt x="1075" y="1540"/>
                    </a:cubicBezTo>
                    <a:cubicBezTo>
                      <a:pt x="1075" y="1538"/>
                      <a:pt x="1073" y="1536"/>
                      <a:pt x="1074" y="1535"/>
                    </a:cubicBezTo>
                    <a:cubicBezTo>
                      <a:pt x="1075" y="1534"/>
                      <a:pt x="1077" y="1535"/>
                      <a:pt x="1079" y="1535"/>
                    </a:cubicBezTo>
                    <a:cubicBezTo>
                      <a:pt x="1079" y="1533"/>
                      <a:pt x="1080" y="1530"/>
                      <a:pt x="1082" y="1532"/>
                    </a:cubicBezTo>
                    <a:cubicBezTo>
                      <a:pt x="1084" y="1534"/>
                      <a:pt x="1084" y="1537"/>
                      <a:pt x="1086" y="1539"/>
                    </a:cubicBezTo>
                    <a:cubicBezTo>
                      <a:pt x="1089" y="1542"/>
                      <a:pt x="1093" y="1541"/>
                      <a:pt x="1095" y="1543"/>
                    </a:cubicBezTo>
                    <a:cubicBezTo>
                      <a:pt x="1096" y="1544"/>
                      <a:pt x="1096" y="1546"/>
                      <a:pt x="1097" y="1547"/>
                    </a:cubicBezTo>
                    <a:cubicBezTo>
                      <a:pt x="1098" y="1548"/>
                      <a:pt x="1099" y="1549"/>
                      <a:pt x="1101" y="1550"/>
                    </a:cubicBezTo>
                    <a:cubicBezTo>
                      <a:pt x="1103" y="1551"/>
                      <a:pt x="1105" y="1551"/>
                      <a:pt x="1105" y="1548"/>
                    </a:cubicBezTo>
                    <a:cubicBezTo>
                      <a:pt x="1106" y="1547"/>
                      <a:pt x="1105" y="1547"/>
                      <a:pt x="1107" y="1546"/>
                    </a:cubicBezTo>
                    <a:cubicBezTo>
                      <a:pt x="1108" y="1546"/>
                      <a:pt x="1109" y="1546"/>
                      <a:pt x="1109" y="1545"/>
                    </a:cubicBezTo>
                    <a:cubicBezTo>
                      <a:pt x="1112" y="1543"/>
                      <a:pt x="1111" y="1540"/>
                      <a:pt x="1109" y="1539"/>
                    </a:cubicBezTo>
                    <a:cubicBezTo>
                      <a:pt x="1107" y="1538"/>
                      <a:pt x="1106" y="1538"/>
                      <a:pt x="1105" y="1537"/>
                    </a:cubicBezTo>
                    <a:cubicBezTo>
                      <a:pt x="1104" y="1536"/>
                      <a:pt x="1104" y="1534"/>
                      <a:pt x="1104" y="1532"/>
                    </a:cubicBezTo>
                    <a:cubicBezTo>
                      <a:pt x="1104" y="1531"/>
                      <a:pt x="1105" y="1530"/>
                      <a:pt x="1106" y="1530"/>
                    </a:cubicBezTo>
                    <a:cubicBezTo>
                      <a:pt x="1107" y="1530"/>
                      <a:pt x="1108" y="1532"/>
                      <a:pt x="1109" y="1533"/>
                    </a:cubicBezTo>
                    <a:cubicBezTo>
                      <a:pt x="1110" y="1535"/>
                      <a:pt x="1111" y="1535"/>
                      <a:pt x="1112" y="1533"/>
                    </a:cubicBezTo>
                    <a:cubicBezTo>
                      <a:pt x="1115" y="1531"/>
                      <a:pt x="1113" y="1526"/>
                      <a:pt x="1115" y="1524"/>
                    </a:cubicBezTo>
                    <a:cubicBezTo>
                      <a:pt x="1116" y="1522"/>
                      <a:pt x="1118" y="1522"/>
                      <a:pt x="1120" y="1521"/>
                    </a:cubicBezTo>
                    <a:cubicBezTo>
                      <a:pt x="1123" y="1520"/>
                      <a:pt x="1125" y="1518"/>
                      <a:pt x="1127" y="1514"/>
                    </a:cubicBezTo>
                    <a:cubicBezTo>
                      <a:pt x="1129" y="1510"/>
                      <a:pt x="1129" y="1505"/>
                      <a:pt x="1129" y="1501"/>
                    </a:cubicBezTo>
                    <a:cubicBezTo>
                      <a:pt x="1130" y="1497"/>
                      <a:pt x="1130" y="1493"/>
                      <a:pt x="1130" y="1489"/>
                    </a:cubicBezTo>
                    <a:cubicBezTo>
                      <a:pt x="1130" y="1487"/>
                      <a:pt x="1128" y="1482"/>
                      <a:pt x="1132" y="1482"/>
                    </a:cubicBezTo>
                    <a:cubicBezTo>
                      <a:pt x="1135" y="1481"/>
                      <a:pt x="1138" y="1484"/>
                      <a:pt x="1141" y="1484"/>
                    </a:cubicBezTo>
                    <a:cubicBezTo>
                      <a:pt x="1145" y="1483"/>
                      <a:pt x="1141" y="1477"/>
                      <a:pt x="1140" y="1476"/>
                    </a:cubicBezTo>
                    <a:cubicBezTo>
                      <a:pt x="1139" y="1475"/>
                      <a:pt x="1137" y="1474"/>
                      <a:pt x="1137" y="1472"/>
                    </a:cubicBezTo>
                    <a:cubicBezTo>
                      <a:pt x="1137" y="1471"/>
                      <a:pt x="1139" y="1470"/>
                      <a:pt x="1140" y="1470"/>
                    </a:cubicBezTo>
                    <a:cubicBezTo>
                      <a:pt x="1141" y="1470"/>
                      <a:pt x="1142" y="1472"/>
                      <a:pt x="1143" y="1473"/>
                    </a:cubicBezTo>
                    <a:cubicBezTo>
                      <a:pt x="1144" y="1474"/>
                      <a:pt x="1145" y="1477"/>
                      <a:pt x="1147" y="1478"/>
                    </a:cubicBezTo>
                    <a:cubicBezTo>
                      <a:pt x="1150" y="1480"/>
                      <a:pt x="1151" y="1477"/>
                      <a:pt x="1153" y="1476"/>
                    </a:cubicBezTo>
                    <a:cubicBezTo>
                      <a:pt x="1155" y="1475"/>
                      <a:pt x="1156" y="1475"/>
                      <a:pt x="1157" y="1474"/>
                    </a:cubicBezTo>
                    <a:cubicBezTo>
                      <a:pt x="1158" y="1472"/>
                      <a:pt x="1157" y="1470"/>
                      <a:pt x="1156" y="1469"/>
                    </a:cubicBezTo>
                    <a:cubicBezTo>
                      <a:pt x="1153" y="1465"/>
                      <a:pt x="1150" y="1463"/>
                      <a:pt x="1148" y="1459"/>
                    </a:cubicBezTo>
                    <a:cubicBezTo>
                      <a:pt x="1147" y="1457"/>
                      <a:pt x="1144" y="1452"/>
                      <a:pt x="1147" y="1450"/>
                    </a:cubicBezTo>
                    <a:cubicBezTo>
                      <a:pt x="1151" y="1448"/>
                      <a:pt x="1153" y="1453"/>
                      <a:pt x="1155" y="1456"/>
                    </a:cubicBezTo>
                    <a:cubicBezTo>
                      <a:pt x="1157" y="1459"/>
                      <a:pt x="1159" y="1460"/>
                      <a:pt x="1163" y="1462"/>
                    </a:cubicBezTo>
                    <a:cubicBezTo>
                      <a:pt x="1165" y="1463"/>
                      <a:pt x="1168" y="1467"/>
                      <a:pt x="1169" y="1469"/>
                    </a:cubicBezTo>
                    <a:cubicBezTo>
                      <a:pt x="1171" y="1472"/>
                      <a:pt x="1170" y="1476"/>
                      <a:pt x="1172" y="1479"/>
                    </a:cubicBezTo>
                    <a:cubicBezTo>
                      <a:pt x="1173" y="1481"/>
                      <a:pt x="1176" y="1485"/>
                      <a:pt x="1179" y="1486"/>
                    </a:cubicBezTo>
                    <a:cubicBezTo>
                      <a:pt x="1182" y="1486"/>
                      <a:pt x="1184" y="1483"/>
                      <a:pt x="1186" y="1481"/>
                    </a:cubicBezTo>
                    <a:cubicBezTo>
                      <a:pt x="1188" y="1479"/>
                      <a:pt x="1191" y="1477"/>
                      <a:pt x="1191" y="1474"/>
                    </a:cubicBezTo>
                    <a:cubicBezTo>
                      <a:pt x="1191" y="1473"/>
                      <a:pt x="1191" y="1472"/>
                      <a:pt x="1191" y="1470"/>
                    </a:cubicBezTo>
                    <a:cubicBezTo>
                      <a:pt x="1191" y="1468"/>
                      <a:pt x="1192" y="1466"/>
                      <a:pt x="1192" y="1464"/>
                    </a:cubicBezTo>
                    <a:cubicBezTo>
                      <a:pt x="1191" y="1463"/>
                      <a:pt x="1190" y="1463"/>
                      <a:pt x="1189" y="1462"/>
                    </a:cubicBezTo>
                    <a:cubicBezTo>
                      <a:pt x="1187" y="1461"/>
                      <a:pt x="1187" y="1458"/>
                      <a:pt x="1188" y="1456"/>
                    </a:cubicBezTo>
                    <a:cubicBezTo>
                      <a:pt x="1190" y="1454"/>
                      <a:pt x="1192" y="1453"/>
                      <a:pt x="1193" y="1451"/>
                    </a:cubicBezTo>
                    <a:cubicBezTo>
                      <a:pt x="1195" y="1449"/>
                      <a:pt x="1197" y="1447"/>
                      <a:pt x="1199" y="1445"/>
                    </a:cubicBezTo>
                    <a:cubicBezTo>
                      <a:pt x="1201" y="1443"/>
                      <a:pt x="1202" y="1441"/>
                      <a:pt x="1204" y="1440"/>
                    </a:cubicBezTo>
                    <a:cubicBezTo>
                      <a:pt x="1206" y="1439"/>
                      <a:pt x="1209" y="1439"/>
                      <a:pt x="1211" y="1439"/>
                    </a:cubicBezTo>
                    <a:cubicBezTo>
                      <a:pt x="1213" y="1439"/>
                      <a:pt x="1218" y="1439"/>
                      <a:pt x="1220" y="1438"/>
                    </a:cubicBezTo>
                    <a:cubicBezTo>
                      <a:pt x="1222" y="1436"/>
                      <a:pt x="1218" y="1433"/>
                      <a:pt x="1218" y="1431"/>
                    </a:cubicBezTo>
                    <a:cubicBezTo>
                      <a:pt x="1217" y="1429"/>
                      <a:pt x="1216" y="1426"/>
                      <a:pt x="1216" y="1424"/>
                    </a:cubicBezTo>
                    <a:cubicBezTo>
                      <a:pt x="1216" y="1421"/>
                      <a:pt x="1220" y="1419"/>
                      <a:pt x="1222" y="1418"/>
                    </a:cubicBezTo>
                    <a:cubicBezTo>
                      <a:pt x="1225" y="1418"/>
                      <a:pt x="1226" y="1421"/>
                      <a:pt x="1229" y="1421"/>
                    </a:cubicBezTo>
                    <a:cubicBezTo>
                      <a:pt x="1232" y="1421"/>
                      <a:pt x="1234" y="1418"/>
                      <a:pt x="1236" y="1418"/>
                    </a:cubicBezTo>
                    <a:cubicBezTo>
                      <a:pt x="1239" y="1417"/>
                      <a:pt x="1242" y="1417"/>
                      <a:pt x="1243" y="1414"/>
                    </a:cubicBezTo>
                    <a:cubicBezTo>
                      <a:pt x="1244" y="1412"/>
                      <a:pt x="1244" y="1409"/>
                      <a:pt x="1244" y="1406"/>
                    </a:cubicBezTo>
                    <a:cubicBezTo>
                      <a:pt x="1246" y="1400"/>
                      <a:pt x="1251" y="1396"/>
                      <a:pt x="1250" y="1389"/>
                    </a:cubicBezTo>
                    <a:cubicBezTo>
                      <a:pt x="1249" y="1387"/>
                      <a:pt x="1250" y="1383"/>
                      <a:pt x="1253" y="1385"/>
                    </a:cubicBezTo>
                    <a:cubicBezTo>
                      <a:pt x="1255" y="1387"/>
                      <a:pt x="1255" y="1391"/>
                      <a:pt x="1257" y="1393"/>
                    </a:cubicBezTo>
                    <a:cubicBezTo>
                      <a:pt x="1260" y="1397"/>
                      <a:pt x="1260" y="1399"/>
                      <a:pt x="1260" y="1404"/>
                    </a:cubicBezTo>
                    <a:cubicBezTo>
                      <a:pt x="1259" y="1407"/>
                      <a:pt x="1259" y="1410"/>
                      <a:pt x="1262" y="1413"/>
                    </a:cubicBezTo>
                    <a:cubicBezTo>
                      <a:pt x="1262" y="1414"/>
                      <a:pt x="1263" y="1415"/>
                      <a:pt x="1264" y="1415"/>
                    </a:cubicBezTo>
                    <a:cubicBezTo>
                      <a:pt x="1269" y="1419"/>
                      <a:pt x="1267" y="1405"/>
                      <a:pt x="1267" y="1403"/>
                    </a:cubicBezTo>
                    <a:cubicBezTo>
                      <a:pt x="1267" y="1401"/>
                      <a:pt x="1267" y="1399"/>
                      <a:pt x="1267" y="1397"/>
                    </a:cubicBezTo>
                    <a:cubicBezTo>
                      <a:pt x="1266" y="1396"/>
                      <a:pt x="1265" y="1395"/>
                      <a:pt x="1267" y="1394"/>
                    </a:cubicBezTo>
                    <a:cubicBezTo>
                      <a:pt x="1268" y="1393"/>
                      <a:pt x="1271" y="1394"/>
                      <a:pt x="1272" y="1392"/>
                    </a:cubicBezTo>
                    <a:cubicBezTo>
                      <a:pt x="1273" y="1390"/>
                      <a:pt x="1272" y="1388"/>
                      <a:pt x="1272" y="1386"/>
                    </a:cubicBezTo>
                    <a:cubicBezTo>
                      <a:pt x="1273" y="1384"/>
                      <a:pt x="1275" y="1382"/>
                      <a:pt x="1276" y="1380"/>
                    </a:cubicBezTo>
                    <a:cubicBezTo>
                      <a:pt x="1276" y="1379"/>
                      <a:pt x="1277" y="1377"/>
                      <a:pt x="1278" y="1377"/>
                    </a:cubicBezTo>
                    <a:cubicBezTo>
                      <a:pt x="1280" y="1378"/>
                      <a:pt x="1279" y="1381"/>
                      <a:pt x="1279" y="1382"/>
                    </a:cubicBezTo>
                    <a:cubicBezTo>
                      <a:pt x="1278" y="1384"/>
                      <a:pt x="1276" y="1387"/>
                      <a:pt x="1277" y="1390"/>
                    </a:cubicBezTo>
                    <a:cubicBezTo>
                      <a:pt x="1278" y="1392"/>
                      <a:pt x="1279" y="1392"/>
                      <a:pt x="1280" y="1393"/>
                    </a:cubicBezTo>
                    <a:cubicBezTo>
                      <a:pt x="1281" y="1394"/>
                      <a:pt x="1281" y="1395"/>
                      <a:pt x="1282" y="1397"/>
                    </a:cubicBezTo>
                    <a:cubicBezTo>
                      <a:pt x="1285" y="1396"/>
                      <a:pt x="1283" y="1392"/>
                      <a:pt x="1283" y="1390"/>
                    </a:cubicBezTo>
                    <a:cubicBezTo>
                      <a:pt x="1284" y="1389"/>
                      <a:pt x="1285" y="1388"/>
                      <a:pt x="1285" y="1387"/>
                    </a:cubicBezTo>
                    <a:cubicBezTo>
                      <a:pt x="1284" y="1385"/>
                      <a:pt x="1284" y="1384"/>
                      <a:pt x="1283" y="1383"/>
                    </a:cubicBezTo>
                    <a:cubicBezTo>
                      <a:pt x="1282" y="1381"/>
                      <a:pt x="1284" y="1377"/>
                      <a:pt x="1286" y="1376"/>
                    </a:cubicBezTo>
                    <a:cubicBezTo>
                      <a:pt x="1287" y="1376"/>
                      <a:pt x="1288" y="1375"/>
                      <a:pt x="1289" y="1375"/>
                    </a:cubicBezTo>
                    <a:cubicBezTo>
                      <a:pt x="1291" y="1375"/>
                      <a:pt x="1291" y="1377"/>
                      <a:pt x="1291" y="1379"/>
                    </a:cubicBezTo>
                    <a:cubicBezTo>
                      <a:pt x="1292" y="1380"/>
                      <a:pt x="1292" y="1381"/>
                      <a:pt x="1293" y="1382"/>
                    </a:cubicBezTo>
                    <a:cubicBezTo>
                      <a:pt x="1295" y="1383"/>
                      <a:pt x="1295" y="1381"/>
                      <a:pt x="1296" y="1380"/>
                    </a:cubicBezTo>
                    <a:cubicBezTo>
                      <a:pt x="1297" y="1379"/>
                      <a:pt x="1298" y="1379"/>
                      <a:pt x="1299" y="1378"/>
                    </a:cubicBezTo>
                    <a:cubicBezTo>
                      <a:pt x="1300" y="1377"/>
                      <a:pt x="1300" y="1376"/>
                      <a:pt x="1301" y="1374"/>
                    </a:cubicBezTo>
                    <a:cubicBezTo>
                      <a:pt x="1301" y="1372"/>
                      <a:pt x="1298" y="1370"/>
                      <a:pt x="1298" y="1368"/>
                    </a:cubicBezTo>
                    <a:cubicBezTo>
                      <a:pt x="1299" y="1365"/>
                      <a:pt x="1304" y="1368"/>
                      <a:pt x="1305" y="1365"/>
                    </a:cubicBezTo>
                    <a:cubicBezTo>
                      <a:pt x="1305" y="1364"/>
                      <a:pt x="1305" y="1362"/>
                      <a:pt x="1305" y="1360"/>
                    </a:cubicBezTo>
                    <a:cubicBezTo>
                      <a:pt x="1305" y="1358"/>
                      <a:pt x="1305" y="1358"/>
                      <a:pt x="1306" y="1356"/>
                    </a:cubicBezTo>
                    <a:cubicBezTo>
                      <a:pt x="1307" y="1354"/>
                      <a:pt x="1308" y="1352"/>
                      <a:pt x="1308" y="1349"/>
                    </a:cubicBezTo>
                    <a:cubicBezTo>
                      <a:pt x="1308" y="1346"/>
                      <a:pt x="1308" y="1344"/>
                      <a:pt x="1309" y="1341"/>
                    </a:cubicBezTo>
                    <a:cubicBezTo>
                      <a:pt x="1310" y="1341"/>
                      <a:pt x="1311" y="1340"/>
                      <a:pt x="1311" y="1339"/>
                    </a:cubicBezTo>
                    <a:cubicBezTo>
                      <a:pt x="1312" y="1338"/>
                      <a:pt x="1313" y="1338"/>
                      <a:pt x="1313" y="1337"/>
                    </a:cubicBezTo>
                    <a:cubicBezTo>
                      <a:pt x="1315" y="1336"/>
                      <a:pt x="1317" y="1334"/>
                      <a:pt x="1318" y="1332"/>
                    </a:cubicBezTo>
                    <a:cubicBezTo>
                      <a:pt x="1319" y="1330"/>
                      <a:pt x="1318" y="1327"/>
                      <a:pt x="1318" y="1325"/>
                    </a:cubicBezTo>
                    <a:cubicBezTo>
                      <a:pt x="1318" y="1323"/>
                      <a:pt x="1318" y="1321"/>
                      <a:pt x="1318" y="1319"/>
                    </a:cubicBezTo>
                    <a:cubicBezTo>
                      <a:pt x="1318" y="1317"/>
                      <a:pt x="1319" y="1316"/>
                      <a:pt x="1320" y="1315"/>
                    </a:cubicBezTo>
                    <a:cubicBezTo>
                      <a:pt x="1321" y="1315"/>
                      <a:pt x="1322" y="1315"/>
                      <a:pt x="1323" y="1314"/>
                    </a:cubicBezTo>
                    <a:cubicBezTo>
                      <a:pt x="1324" y="1312"/>
                      <a:pt x="1322" y="1308"/>
                      <a:pt x="1324" y="1306"/>
                    </a:cubicBezTo>
                    <a:cubicBezTo>
                      <a:pt x="1325" y="1306"/>
                      <a:pt x="1326" y="1305"/>
                      <a:pt x="1327" y="1305"/>
                    </a:cubicBezTo>
                    <a:cubicBezTo>
                      <a:pt x="1328" y="1304"/>
                      <a:pt x="1328" y="1303"/>
                      <a:pt x="1328" y="1302"/>
                    </a:cubicBezTo>
                    <a:cubicBezTo>
                      <a:pt x="1329" y="1301"/>
                      <a:pt x="1329" y="1300"/>
                      <a:pt x="1329" y="1298"/>
                    </a:cubicBezTo>
                    <a:cubicBezTo>
                      <a:pt x="1329" y="1296"/>
                      <a:pt x="1328" y="1296"/>
                      <a:pt x="1327" y="1295"/>
                    </a:cubicBezTo>
                    <a:cubicBezTo>
                      <a:pt x="1326" y="1292"/>
                      <a:pt x="1326" y="1288"/>
                      <a:pt x="1328" y="1286"/>
                    </a:cubicBezTo>
                    <a:cubicBezTo>
                      <a:pt x="1330" y="1286"/>
                      <a:pt x="1331" y="1286"/>
                      <a:pt x="1332" y="1285"/>
                    </a:cubicBezTo>
                    <a:cubicBezTo>
                      <a:pt x="1334" y="1283"/>
                      <a:pt x="1335" y="1282"/>
                      <a:pt x="1336" y="1280"/>
                    </a:cubicBezTo>
                    <a:cubicBezTo>
                      <a:pt x="1337" y="1278"/>
                      <a:pt x="1337" y="1277"/>
                      <a:pt x="1337" y="1275"/>
                    </a:cubicBezTo>
                    <a:cubicBezTo>
                      <a:pt x="1337" y="1274"/>
                      <a:pt x="1337" y="1271"/>
                      <a:pt x="1338" y="1270"/>
                    </a:cubicBezTo>
                    <a:cubicBezTo>
                      <a:pt x="1339" y="1269"/>
                      <a:pt x="1340" y="1270"/>
                      <a:pt x="1341" y="1271"/>
                    </a:cubicBezTo>
                    <a:cubicBezTo>
                      <a:pt x="1342" y="1272"/>
                      <a:pt x="1343" y="1274"/>
                      <a:pt x="1345" y="1274"/>
                    </a:cubicBezTo>
                    <a:cubicBezTo>
                      <a:pt x="1346" y="1273"/>
                      <a:pt x="1347" y="1271"/>
                      <a:pt x="1348" y="1270"/>
                    </a:cubicBezTo>
                    <a:cubicBezTo>
                      <a:pt x="1350" y="1265"/>
                      <a:pt x="1351" y="1261"/>
                      <a:pt x="1353" y="1257"/>
                    </a:cubicBezTo>
                    <a:cubicBezTo>
                      <a:pt x="1354" y="1255"/>
                      <a:pt x="1355" y="1253"/>
                      <a:pt x="1355" y="1251"/>
                    </a:cubicBezTo>
                    <a:cubicBezTo>
                      <a:pt x="1356" y="1249"/>
                      <a:pt x="1356" y="1247"/>
                      <a:pt x="1358" y="1246"/>
                    </a:cubicBezTo>
                    <a:cubicBezTo>
                      <a:pt x="1359" y="1244"/>
                      <a:pt x="1361" y="1244"/>
                      <a:pt x="1363" y="1245"/>
                    </a:cubicBezTo>
                    <a:cubicBezTo>
                      <a:pt x="1364" y="1245"/>
                      <a:pt x="1367" y="1247"/>
                      <a:pt x="1368" y="1246"/>
                    </a:cubicBezTo>
                    <a:cubicBezTo>
                      <a:pt x="1369" y="1245"/>
                      <a:pt x="1369" y="1243"/>
                      <a:pt x="1370" y="1242"/>
                    </a:cubicBezTo>
                    <a:cubicBezTo>
                      <a:pt x="1371" y="1240"/>
                      <a:pt x="1372" y="1240"/>
                      <a:pt x="1374" y="1240"/>
                    </a:cubicBezTo>
                    <a:cubicBezTo>
                      <a:pt x="1376" y="1239"/>
                      <a:pt x="1377" y="1239"/>
                      <a:pt x="1378" y="1238"/>
                    </a:cubicBezTo>
                    <a:cubicBezTo>
                      <a:pt x="1380" y="1236"/>
                      <a:pt x="1381" y="1234"/>
                      <a:pt x="1382" y="1232"/>
                    </a:cubicBezTo>
                    <a:cubicBezTo>
                      <a:pt x="1383" y="1230"/>
                      <a:pt x="1384" y="1229"/>
                      <a:pt x="1385" y="1227"/>
                    </a:cubicBezTo>
                    <a:cubicBezTo>
                      <a:pt x="1385" y="1225"/>
                      <a:pt x="1385" y="1223"/>
                      <a:pt x="1386" y="1221"/>
                    </a:cubicBezTo>
                    <a:cubicBezTo>
                      <a:pt x="1386" y="1218"/>
                      <a:pt x="1387" y="1216"/>
                      <a:pt x="1388" y="1214"/>
                    </a:cubicBezTo>
                    <a:cubicBezTo>
                      <a:pt x="1390" y="1213"/>
                      <a:pt x="1391" y="1212"/>
                      <a:pt x="1393" y="1211"/>
                    </a:cubicBezTo>
                    <a:cubicBezTo>
                      <a:pt x="1395" y="1208"/>
                      <a:pt x="1397" y="1204"/>
                      <a:pt x="1398" y="1201"/>
                    </a:cubicBezTo>
                    <a:cubicBezTo>
                      <a:pt x="1398" y="1198"/>
                      <a:pt x="1394" y="1193"/>
                      <a:pt x="1390" y="1194"/>
                    </a:cubicBezTo>
                    <a:cubicBezTo>
                      <a:pt x="1388" y="1194"/>
                      <a:pt x="1387" y="1196"/>
                      <a:pt x="1386" y="1198"/>
                    </a:cubicBezTo>
                    <a:cubicBezTo>
                      <a:pt x="1385" y="1198"/>
                      <a:pt x="1384" y="1201"/>
                      <a:pt x="1383" y="1200"/>
                    </a:cubicBezTo>
                    <a:cubicBezTo>
                      <a:pt x="1382" y="1200"/>
                      <a:pt x="1382" y="1197"/>
                      <a:pt x="1382" y="1196"/>
                    </a:cubicBezTo>
                    <a:cubicBezTo>
                      <a:pt x="1381" y="1194"/>
                      <a:pt x="1380" y="1192"/>
                      <a:pt x="1379" y="1192"/>
                    </a:cubicBezTo>
                    <a:cubicBezTo>
                      <a:pt x="1377" y="1191"/>
                      <a:pt x="1375" y="1190"/>
                      <a:pt x="1374" y="1189"/>
                    </a:cubicBezTo>
                    <a:cubicBezTo>
                      <a:pt x="1373" y="1187"/>
                      <a:pt x="1373" y="1185"/>
                      <a:pt x="1373" y="1184"/>
                    </a:cubicBezTo>
                    <a:cubicBezTo>
                      <a:pt x="1376" y="1180"/>
                      <a:pt x="1380" y="1186"/>
                      <a:pt x="1383" y="1185"/>
                    </a:cubicBezTo>
                    <a:cubicBezTo>
                      <a:pt x="1385" y="1184"/>
                      <a:pt x="1385" y="1182"/>
                      <a:pt x="1384" y="1181"/>
                    </a:cubicBezTo>
                    <a:cubicBezTo>
                      <a:pt x="1384" y="1179"/>
                      <a:pt x="1382" y="1178"/>
                      <a:pt x="1380" y="1177"/>
                    </a:cubicBezTo>
                    <a:cubicBezTo>
                      <a:pt x="1378" y="1177"/>
                      <a:pt x="1377" y="1177"/>
                      <a:pt x="1376" y="1176"/>
                    </a:cubicBezTo>
                    <a:cubicBezTo>
                      <a:pt x="1375" y="1175"/>
                      <a:pt x="1374" y="1173"/>
                      <a:pt x="1373" y="1172"/>
                    </a:cubicBezTo>
                    <a:cubicBezTo>
                      <a:pt x="1372" y="1171"/>
                      <a:pt x="1371" y="1170"/>
                      <a:pt x="1369" y="1169"/>
                    </a:cubicBezTo>
                    <a:cubicBezTo>
                      <a:pt x="1368" y="1168"/>
                      <a:pt x="1367" y="1166"/>
                      <a:pt x="1365" y="1165"/>
                    </a:cubicBezTo>
                    <a:cubicBezTo>
                      <a:pt x="1362" y="1164"/>
                      <a:pt x="1363" y="1172"/>
                      <a:pt x="1361" y="1173"/>
                    </a:cubicBezTo>
                    <a:cubicBezTo>
                      <a:pt x="1360" y="1173"/>
                      <a:pt x="1360" y="1171"/>
                      <a:pt x="1360" y="1171"/>
                    </a:cubicBezTo>
                    <a:cubicBezTo>
                      <a:pt x="1359" y="1169"/>
                      <a:pt x="1359" y="1169"/>
                      <a:pt x="1357" y="1169"/>
                    </a:cubicBezTo>
                    <a:cubicBezTo>
                      <a:pt x="1354" y="1169"/>
                      <a:pt x="1352" y="1167"/>
                      <a:pt x="1352" y="1164"/>
                    </a:cubicBezTo>
                    <a:cubicBezTo>
                      <a:pt x="1352" y="1164"/>
                      <a:pt x="1352" y="1164"/>
                      <a:pt x="1352" y="1164"/>
                    </a:cubicBezTo>
                    <a:cubicBezTo>
                      <a:pt x="1352" y="1164"/>
                      <a:pt x="1352" y="1163"/>
                      <a:pt x="1352" y="1163"/>
                    </a:cubicBezTo>
                    <a:cubicBezTo>
                      <a:pt x="1351" y="1161"/>
                      <a:pt x="1351" y="1160"/>
                      <a:pt x="1351" y="1159"/>
                    </a:cubicBezTo>
                    <a:cubicBezTo>
                      <a:pt x="1351" y="1158"/>
                      <a:pt x="1351" y="1154"/>
                      <a:pt x="1350" y="1154"/>
                    </a:cubicBezTo>
                    <a:cubicBezTo>
                      <a:pt x="1347" y="1152"/>
                      <a:pt x="1337" y="1155"/>
                      <a:pt x="1336" y="1151"/>
                    </a:cubicBezTo>
                    <a:cubicBezTo>
                      <a:pt x="1336" y="1150"/>
                      <a:pt x="1337" y="1150"/>
                      <a:pt x="1338" y="1149"/>
                    </a:cubicBezTo>
                    <a:cubicBezTo>
                      <a:pt x="1339" y="1149"/>
                      <a:pt x="1340" y="1149"/>
                      <a:pt x="1339" y="1148"/>
                    </a:cubicBezTo>
                    <a:cubicBezTo>
                      <a:pt x="1338" y="1147"/>
                      <a:pt x="1336" y="1148"/>
                      <a:pt x="1336" y="1147"/>
                    </a:cubicBezTo>
                    <a:cubicBezTo>
                      <a:pt x="1333" y="1147"/>
                      <a:pt x="1330" y="1146"/>
                      <a:pt x="1327" y="1144"/>
                    </a:cubicBezTo>
                    <a:cubicBezTo>
                      <a:pt x="1325" y="1143"/>
                      <a:pt x="1322" y="1141"/>
                      <a:pt x="1320" y="1140"/>
                    </a:cubicBezTo>
                    <a:cubicBezTo>
                      <a:pt x="1317" y="1138"/>
                      <a:pt x="1315" y="1137"/>
                      <a:pt x="1312" y="1137"/>
                    </a:cubicBezTo>
                    <a:cubicBezTo>
                      <a:pt x="1309" y="1136"/>
                      <a:pt x="1305" y="1137"/>
                      <a:pt x="1302" y="1137"/>
                    </a:cubicBezTo>
                    <a:cubicBezTo>
                      <a:pt x="1299" y="1138"/>
                      <a:pt x="1297" y="1138"/>
                      <a:pt x="1294" y="1139"/>
                    </a:cubicBezTo>
                    <a:cubicBezTo>
                      <a:pt x="1292" y="1139"/>
                      <a:pt x="1291" y="1140"/>
                      <a:pt x="1290" y="1141"/>
                    </a:cubicBezTo>
                    <a:cubicBezTo>
                      <a:pt x="1289" y="1141"/>
                      <a:pt x="1288" y="1142"/>
                      <a:pt x="1287" y="1143"/>
                    </a:cubicBezTo>
                    <a:cubicBezTo>
                      <a:pt x="1284" y="1144"/>
                      <a:pt x="1280" y="1144"/>
                      <a:pt x="1277" y="1144"/>
                    </a:cubicBezTo>
                    <a:cubicBezTo>
                      <a:pt x="1275" y="1144"/>
                      <a:pt x="1273" y="1144"/>
                      <a:pt x="1271" y="1144"/>
                    </a:cubicBezTo>
                    <a:cubicBezTo>
                      <a:pt x="1267" y="1144"/>
                      <a:pt x="1264" y="1144"/>
                      <a:pt x="1261" y="1143"/>
                    </a:cubicBezTo>
                    <a:cubicBezTo>
                      <a:pt x="1260" y="1143"/>
                      <a:pt x="1259" y="1142"/>
                      <a:pt x="1258" y="1142"/>
                    </a:cubicBezTo>
                    <a:cubicBezTo>
                      <a:pt x="1256" y="1141"/>
                      <a:pt x="1254" y="1141"/>
                      <a:pt x="1252" y="1140"/>
                    </a:cubicBezTo>
                    <a:cubicBezTo>
                      <a:pt x="1246" y="1138"/>
                      <a:pt x="1241" y="1134"/>
                      <a:pt x="1235" y="1130"/>
                    </a:cubicBezTo>
                    <a:cubicBezTo>
                      <a:pt x="1233" y="1128"/>
                      <a:pt x="1230" y="1126"/>
                      <a:pt x="1228" y="1124"/>
                    </a:cubicBezTo>
                    <a:cubicBezTo>
                      <a:pt x="1226" y="1122"/>
                      <a:pt x="1223" y="1120"/>
                      <a:pt x="1221" y="1117"/>
                    </a:cubicBezTo>
                    <a:cubicBezTo>
                      <a:pt x="1218" y="1113"/>
                      <a:pt x="1215" y="1109"/>
                      <a:pt x="1211" y="1105"/>
                    </a:cubicBezTo>
                    <a:cubicBezTo>
                      <a:pt x="1208" y="1103"/>
                      <a:pt x="1206" y="1100"/>
                      <a:pt x="1203" y="1098"/>
                    </a:cubicBezTo>
                    <a:cubicBezTo>
                      <a:pt x="1201" y="1097"/>
                      <a:pt x="1198" y="1096"/>
                      <a:pt x="1196" y="1095"/>
                    </a:cubicBezTo>
                    <a:cubicBezTo>
                      <a:pt x="1194" y="1095"/>
                      <a:pt x="1191" y="1095"/>
                      <a:pt x="1189" y="1094"/>
                    </a:cubicBezTo>
                    <a:cubicBezTo>
                      <a:pt x="1187" y="1092"/>
                      <a:pt x="1184" y="1090"/>
                      <a:pt x="1182" y="1088"/>
                    </a:cubicBezTo>
                    <a:cubicBezTo>
                      <a:pt x="1181" y="1087"/>
                      <a:pt x="1179" y="1086"/>
                      <a:pt x="1178" y="1085"/>
                    </a:cubicBezTo>
                    <a:cubicBezTo>
                      <a:pt x="1176" y="1084"/>
                      <a:pt x="1174" y="1082"/>
                      <a:pt x="1172" y="1081"/>
                    </a:cubicBezTo>
                    <a:cubicBezTo>
                      <a:pt x="1170" y="1080"/>
                      <a:pt x="1169" y="1080"/>
                      <a:pt x="1166" y="1080"/>
                    </a:cubicBezTo>
                    <a:cubicBezTo>
                      <a:pt x="1165" y="1079"/>
                      <a:pt x="1164" y="1079"/>
                      <a:pt x="1163" y="1078"/>
                    </a:cubicBezTo>
                    <a:cubicBezTo>
                      <a:pt x="1161" y="1078"/>
                      <a:pt x="1160" y="1077"/>
                      <a:pt x="1159" y="1076"/>
                    </a:cubicBezTo>
                    <a:cubicBezTo>
                      <a:pt x="1157" y="1076"/>
                      <a:pt x="1157" y="1075"/>
                      <a:pt x="1156" y="1074"/>
                    </a:cubicBezTo>
                    <a:cubicBezTo>
                      <a:pt x="1155" y="1074"/>
                      <a:pt x="1156" y="1074"/>
                      <a:pt x="1156" y="1074"/>
                    </a:cubicBezTo>
                    <a:cubicBezTo>
                      <a:pt x="1155" y="1074"/>
                      <a:pt x="1155" y="1073"/>
                      <a:pt x="1155" y="1073"/>
                    </a:cubicBezTo>
                    <a:cubicBezTo>
                      <a:pt x="1154" y="1073"/>
                      <a:pt x="1154" y="1072"/>
                      <a:pt x="1153" y="1071"/>
                    </a:cubicBezTo>
                    <a:cubicBezTo>
                      <a:pt x="1152" y="1070"/>
                      <a:pt x="1151" y="1070"/>
                      <a:pt x="1150" y="1069"/>
                    </a:cubicBezTo>
                    <a:cubicBezTo>
                      <a:pt x="1147" y="1066"/>
                      <a:pt x="1143" y="1063"/>
                      <a:pt x="1139" y="1062"/>
                    </a:cubicBezTo>
                    <a:cubicBezTo>
                      <a:pt x="1137" y="1062"/>
                      <a:pt x="1135" y="1061"/>
                      <a:pt x="1134" y="1061"/>
                    </a:cubicBezTo>
                    <a:cubicBezTo>
                      <a:pt x="1131" y="1060"/>
                      <a:pt x="1130" y="1058"/>
                      <a:pt x="1128" y="1057"/>
                    </a:cubicBezTo>
                    <a:cubicBezTo>
                      <a:pt x="1128" y="1057"/>
                      <a:pt x="1127" y="1057"/>
                      <a:pt x="1126" y="1056"/>
                    </a:cubicBezTo>
                    <a:cubicBezTo>
                      <a:pt x="1126" y="1056"/>
                      <a:pt x="1125" y="1055"/>
                      <a:pt x="1124" y="1055"/>
                    </a:cubicBezTo>
                    <a:cubicBezTo>
                      <a:pt x="1123" y="1054"/>
                      <a:pt x="1122" y="1054"/>
                      <a:pt x="1122" y="1053"/>
                    </a:cubicBezTo>
                    <a:cubicBezTo>
                      <a:pt x="1121" y="1051"/>
                      <a:pt x="1121" y="1050"/>
                      <a:pt x="1120" y="1049"/>
                    </a:cubicBezTo>
                    <a:cubicBezTo>
                      <a:pt x="1121" y="1047"/>
                      <a:pt x="1119" y="1045"/>
                      <a:pt x="1118" y="1043"/>
                    </a:cubicBezTo>
                    <a:cubicBezTo>
                      <a:pt x="1116" y="1041"/>
                      <a:pt x="1115" y="1039"/>
                      <a:pt x="1114" y="1037"/>
                    </a:cubicBezTo>
                    <a:cubicBezTo>
                      <a:pt x="1110" y="1032"/>
                      <a:pt x="1106" y="1029"/>
                      <a:pt x="1101" y="1025"/>
                    </a:cubicBezTo>
                    <a:cubicBezTo>
                      <a:pt x="1098" y="1023"/>
                      <a:pt x="1095" y="1020"/>
                      <a:pt x="1093" y="1018"/>
                    </a:cubicBezTo>
                    <a:cubicBezTo>
                      <a:pt x="1091" y="1017"/>
                      <a:pt x="1090" y="1015"/>
                      <a:pt x="1088" y="1014"/>
                    </a:cubicBezTo>
                    <a:cubicBezTo>
                      <a:pt x="1087" y="1012"/>
                      <a:pt x="1085" y="1011"/>
                      <a:pt x="1084" y="1009"/>
                    </a:cubicBezTo>
                    <a:cubicBezTo>
                      <a:pt x="1082" y="1007"/>
                      <a:pt x="1081" y="1005"/>
                      <a:pt x="1079" y="1003"/>
                    </a:cubicBezTo>
                    <a:cubicBezTo>
                      <a:pt x="1078" y="1001"/>
                      <a:pt x="1076" y="1000"/>
                      <a:pt x="1075" y="999"/>
                    </a:cubicBezTo>
                    <a:cubicBezTo>
                      <a:pt x="1070" y="996"/>
                      <a:pt x="1066" y="993"/>
                      <a:pt x="1061" y="990"/>
                    </a:cubicBezTo>
                    <a:cubicBezTo>
                      <a:pt x="1059" y="988"/>
                      <a:pt x="1056" y="987"/>
                      <a:pt x="1054" y="985"/>
                    </a:cubicBezTo>
                    <a:cubicBezTo>
                      <a:pt x="1052" y="983"/>
                      <a:pt x="1051" y="981"/>
                      <a:pt x="1049" y="980"/>
                    </a:cubicBezTo>
                    <a:cubicBezTo>
                      <a:pt x="1047" y="978"/>
                      <a:pt x="1044" y="976"/>
                      <a:pt x="1041" y="975"/>
                    </a:cubicBezTo>
                    <a:cubicBezTo>
                      <a:pt x="1039" y="975"/>
                      <a:pt x="1037" y="975"/>
                      <a:pt x="1036" y="974"/>
                    </a:cubicBezTo>
                    <a:cubicBezTo>
                      <a:pt x="1035" y="974"/>
                      <a:pt x="1034" y="972"/>
                      <a:pt x="1033" y="972"/>
                    </a:cubicBezTo>
                    <a:cubicBezTo>
                      <a:pt x="1031" y="971"/>
                      <a:pt x="1030" y="971"/>
                      <a:pt x="1029" y="971"/>
                    </a:cubicBezTo>
                    <a:cubicBezTo>
                      <a:pt x="1026" y="970"/>
                      <a:pt x="1023" y="968"/>
                      <a:pt x="1019" y="968"/>
                    </a:cubicBezTo>
                    <a:cubicBezTo>
                      <a:pt x="1018" y="967"/>
                      <a:pt x="1016" y="967"/>
                      <a:pt x="1015" y="967"/>
                    </a:cubicBezTo>
                    <a:cubicBezTo>
                      <a:pt x="1013" y="966"/>
                      <a:pt x="1009" y="965"/>
                      <a:pt x="1007" y="965"/>
                    </a:cubicBezTo>
                    <a:cubicBezTo>
                      <a:pt x="1006" y="966"/>
                      <a:pt x="1006" y="966"/>
                      <a:pt x="1004" y="966"/>
                    </a:cubicBezTo>
                    <a:cubicBezTo>
                      <a:pt x="1003" y="967"/>
                      <a:pt x="1003" y="967"/>
                      <a:pt x="1002" y="966"/>
                    </a:cubicBezTo>
                    <a:cubicBezTo>
                      <a:pt x="996" y="964"/>
                      <a:pt x="993" y="957"/>
                      <a:pt x="989" y="953"/>
                    </a:cubicBezTo>
                    <a:cubicBezTo>
                      <a:pt x="987" y="951"/>
                      <a:pt x="984" y="950"/>
                      <a:pt x="982" y="948"/>
                    </a:cubicBezTo>
                    <a:cubicBezTo>
                      <a:pt x="979" y="946"/>
                      <a:pt x="977" y="943"/>
                      <a:pt x="974" y="941"/>
                    </a:cubicBezTo>
                    <a:cubicBezTo>
                      <a:pt x="973" y="939"/>
                      <a:pt x="971" y="939"/>
                      <a:pt x="970" y="937"/>
                    </a:cubicBezTo>
                    <a:cubicBezTo>
                      <a:pt x="969" y="936"/>
                      <a:pt x="968" y="935"/>
                      <a:pt x="967" y="934"/>
                    </a:cubicBezTo>
                    <a:cubicBezTo>
                      <a:pt x="965" y="932"/>
                      <a:pt x="962" y="930"/>
                      <a:pt x="962" y="928"/>
                    </a:cubicBezTo>
                    <a:cubicBezTo>
                      <a:pt x="961" y="925"/>
                      <a:pt x="961" y="921"/>
                      <a:pt x="958" y="918"/>
                    </a:cubicBezTo>
                    <a:cubicBezTo>
                      <a:pt x="957" y="917"/>
                      <a:pt x="956" y="915"/>
                      <a:pt x="955" y="913"/>
                    </a:cubicBezTo>
                    <a:cubicBezTo>
                      <a:pt x="955" y="911"/>
                      <a:pt x="953" y="910"/>
                      <a:pt x="952" y="908"/>
                    </a:cubicBezTo>
                    <a:cubicBezTo>
                      <a:pt x="952" y="906"/>
                      <a:pt x="954" y="906"/>
                      <a:pt x="953" y="904"/>
                    </a:cubicBezTo>
                    <a:cubicBezTo>
                      <a:pt x="952" y="903"/>
                      <a:pt x="952" y="903"/>
                      <a:pt x="952" y="902"/>
                    </a:cubicBezTo>
                    <a:cubicBezTo>
                      <a:pt x="952" y="901"/>
                      <a:pt x="953" y="900"/>
                      <a:pt x="954" y="900"/>
                    </a:cubicBezTo>
                    <a:cubicBezTo>
                      <a:pt x="955" y="900"/>
                      <a:pt x="956" y="900"/>
                      <a:pt x="956" y="899"/>
                    </a:cubicBezTo>
                    <a:cubicBezTo>
                      <a:pt x="956" y="898"/>
                      <a:pt x="955" y="897"/>
                      <a:pt x="954" y="896"/>
                    </a:cubicBezTo>
                    <a:cubicBezTo>
                      <a:pt x="952" y="895"/>
                      <a:pt x="951" y="893"/>
                      <a:pt x="951" y="891"/>
                    </a:cubicBezTo>
                    <a:cubicBezTo>
                      <a:pt x="951" y="887"/>
                      <a:pt x="951" y="883"/>
                      <a:pt x="949" y="880"/>
                    </a:cubicBezTo>
                    <a:cubicBezTo>
                      <a:pt x="949" y="879"/>
                      <a:pt x="948" y="877"/>
                      <a:pt x="948" y="876"/>
                    </a:cubicBezTo>
                    <a:cubicBezTo>
                      <a:pt x="947" y="874"/>
                      <a:pt x="948" y="873"/>
                      <a:pt x="948" y="871"/>
                    </a:cubicBezTo>
                    <a:cubicBezTo>
                      <a:pt x="947" y="870"/>
                      <a:pt x="947" y="868"/>
                      <a:pt x="947" y="867"/>
                    </a:cubicBezTo>
                    <a:cubicBezTo>
                      <a:pt x="947" y="865"/>
                      <a:pt x="945" y="863"/>
                      <a:pt x="944" y="861"/>
                    </a:cubicBezTo>
                    <a:cubicBezTo>
                      <a:pt x="942" y="857"/>
                      <a:pt x="941" y="853"/>
                      <a:pt x="937" y="850"/>
                    </a:cubicBezTo>
                    <a:cubicBezTo>
                      <a:pt x="934" y="848"/>
                      <a:pt x="932" y="850"/>
                      <a:pt x="930" y="853"/>
                    </a:cubicBezTo>
                    <a:cubicBezTo>
                      <a:pt x="929" y="856"/>
                      <a:pt x="929" y="860"/>
                      <a:pt x="927" y="863"/>
                    </a:cubicBezTo>
                    <a:cubicBezTo>
                      <a:pt x="925" y="866"/>
                      <a:pt x="923" y="868"/>
                      <a:pt x="920" y="865"/>
                    </a:cubicBezTo>
                    <a:cubicBezTo>
                      <a:pt x="916" y="863"/>
                      <a:pt x="914" y="861"/>
                      <a:pt x="914" y="857"/>
                    </a:cubicBezTo>
                    <a:cubicBezTo>
                      <a:pt x="914" y="854"/>
                      <a:pt x="915" y="849"/>
                      <a:pt x="913" y="847"/>
                    </a:cubicBezTo>
                    <a:cubicBezTo>
                      <a:pt x="912" y="846"/>
                      <a:pt x="911" y="845"/>
                      <a:pt x="910" y="844"/>
                    </a:cubicBezTo>
                    <a:cubicBezTo>
                      <a:pt x="910" y="843"/>
                      <a:pt x="910" y="841"/>
                      <a:pt x="911" y="840"/>
                    </a:cubicBezTo>
                    <a:cubicBezTo>
                      <a:pt x="911" y="839"/>
                      <a:pt x="912" y="840"/>
                      <a:pt x="913" y="840"/>
                    </a:cubicBezTo>
                    <a:cubicBezTo>
                      <a:pt x="915" y="841"/>
                      <a:pt x="917" y="842"/>
                      <a:pt x="918" y="840"/>
                    </a:cubicBezTo>
                    <a:cubicBezTo>
                      <a:pt x="919" y="837"/>
                      <a:pt x="920" y="835"/>
                      <a:pt x="918" y="833"/>
                    </a:cubicBezTo>
                    <a:cubicBezTo>
                      <a:pt x="916" y="830"/>
                      <a:pt x="911" y="829"/>
                      <a:pt x="911" y="824"/>
                    </a:cubicBezTo>
                    <a:cubicBezTo>
                      <a:pt x="908" y="823"/>
                      <a:pt x="907" y="827"/>
                      <a:pt x="905" y="826"/>
                    </a:cubicBezTo>
                    <a:cubicBezTo>
                      <a:pt x="904" y="826"/>
                      <a:pt x="901" y="825"/>
                      <a:pt x="900" y="824"/>
                    </a:cubicBezTo>
                    <a:cubicBezTo>
                      <a:pt x="899" y="823"/>
                      <a:pt x="897" y="822"/>
                      <a:pt x="896" y="821"/>
                    </a:cubicBezTo>
                    <a:cubicBezTo>
                      <a:pt x="895" y="820"/>
                      <a:pt x="895" y="819"/>
                      <a:pt x="894" y="819"/>
                    </a:cubicBezTo>
                    <a:cubicBezTo>
                      <a:pt x="894" y="818"/>
                      <a:pt x="894" y="817"/>
                      <a:pt x="895" y="817"/>
                    </a:cubicBezTo>
                    <a:cubicBezTo>
                      <a:pt x="895" y="815"/>
                      <a:pt x="893" y="812"/>
                      <a:pt x="892" y="811"/>
                    </a:cubicBezTo>
                    <a:cubicBezTo>
                      <a:pt x="891" y="809"/>
                      <a:pt x="888" y="807"/>
                      <a:pt x="886" y="805"/>
                    </a:cubicBezTo>
                    <a:cubicBezTo>
                      <a:pt x="883" y="802"/>
                      <a:pt x="878" y="797"/>
                      <a:pt x="874" y="802"/>
                    </a:cubicBezTo>
                    <a:cubicBezTo>
                      <a:pt x="873" y="804"/>
                      <a:pt x="872" y="806"/>
                      <a:pt x="873" y="808"/>
                    </a:cubicBezTo>
                    <a:cubicBezTo>
                      <a:pt x="873" y="810"/>
                      <a:pt x="874" y="813"/>
                      <a:pt x="874" y="815"/>
                    </a:cubicBezTo>
                    <a:cubicBezTo>
                      <a:pt x="871" y="815"/>
                      <a:pt x="871" y="812"/>
                      <a:pt x="869" y="810"/>
                    </a:cubicBezTo>
                    <a:cubicBezTo>
                      <a:pt x="868" y="810"/>
                      <a:pt x="867" y="809"/>
                      <a:pt x="866" y="808"/>
                    </a:cubicBezTo>
                    <a:cubicBezTo>
                      <a:pt x="865" y="807"/>
                      <a:pt x="866" y="806"/>
                      <a:pt x="866" y="805"/>
                    </a:cubicBezTo>
                    <a:cubicBezTo>
                      <a:pt x="866" y="802"/>
                      <a:pt x="863" y="802"/>
                      <a:pt x="864" y="799"/>
                    </a:cubicBezTo>
                    <a:cubicBezTo>
                      <a:pt x="864" y="798"/>
                      <a:pt x="864" y="797"/>
                      <a:pt x="864" y="796"/>
                    </a:cubicBezTo>
                    <a:cubicBezTo>
                      <a:pt x="864" y="795"/>
                      <a:pt x="864" y="794"/>
                      <a:pt x="865" y="793"/>
                    </a:cubicBezTo>
                    <a:cubicBezTo>
                      <a:pt x="867" y="791"/>
                      <a:pt x="870" y="795"/>
                      <a:pt x="872" y="796"/>
                    </a:cubicBezTo>
                    <a:cubicBezTo>
                      <a:pt x="874" y="796"/>
                      <a:pt x="875" y="793"/>
                      <a:pt x="877" y="791"/>
                    </a:cubicBezTo>
                    <a:cubicBezTo>
                      <a:pt x="879" y="789"/>
                      <a:pt x="882" y="791"/>
                      <a:pt x="883" y="794"/>
                    </a:cubicBezTo>
                    <a:cubicBezTo>
                      <a:pt x="885" y="796"/>
                      <a:pt x="887" y="798"/>
                      <a:pt x="889" y="800"/>
                    </a:cubicBezTo>
                    <a:cubicBezTo>
                      <a:pt x="890" y="802"/>
                      <a:pt x="892" y="804"/>
                      <a:pt x="893" y="806"/>
                    </a:cubicBezTo>
                    <a:cubicBezTo>
                      <a:pt x="895" y="809"/>
                      <a:pt x="897" y="809"/>
                      <a:pt x="900" y="810"/>
                    </a:cubicBezTo>
                    <a:cubicBezTo>
                      <a:pt x="900" y="808"/>
                      <a:pt x="900" y="807"/>
                      <a:pt x="900" y="805"/>
                    </a:cubicBezTo>
                    <a:cubicBezTo>
                      <a:pt x="900" y="805"/>
                      <a:pt x="899" y="804"/>
                      <a:pt x="900" y="804"/>
                    </a:cubicBezTo>
                    <a:cubicBezTo>
                      <a:pt x="900" y="803"/>
                      <a:pt x="901" y="803"/>
                      <a:pt x="902" y="803"/>
                    </a:cubicBezTo>
                    <a:cubicBezTo>
                      <a:pt x="905" y="803"/>
                      <a:pt x="905" y="807"/>
                      <a:pt x="908" y="807"/>
                    </a:cubicBezTo>
                    <a:cubicBezTo>
                      <a:pt x="909" y="806"/>
                      <a:pt x="908" y="806"/>
                      <a:pt x="909" y="805"/>
                    </a:cubicBezTo>
                    <a:cubicBezTo>
                      <a:pt x="912" y="804"/>
                      <a:pt x="913" y="808"/>
                      <a:pt x="916" y="808"/>
                    </a:cubicBezTo>
                    <a:cubicBezTo>
                      <a:pt x="917" y="808"/>
                      <a:pt x="919" y="808"/>
                      <a:pt x="920" y="807"/>
                    </a:cubicBezTo>
                    <a:cubicBezTo>
                      <a:pt x="922" y="807"/>
                      <a:pt x="922" y="805"/>
                      <a:pt x="922" y="804"/>
                    </a:cubicBezTo>
                    <a:cubicBezTo>
                      <a:pt x="922" y="803"/>
                      <a:pt x="923" y="802"/>
                      <a:pt x="923" y="801"/>
                    </a:cubicBezTo>
                    <a:cubicBezTo>
                      <a:pt x="924" y="800"/>
                      <a:pt x="923" y="799"/>
                      <a:pt x="922" y="798"/>
                    </a:cubicBezTo>
                    <a:cubicBezTo>
                      <a:pt x="921" y="797"/>
                      <a:pt x="920" y="796"/>
                      <a:pt x="919" y="795"/>
                    </a:cubicBezTo>
                    <a:cubicBezTo>
                      <a:pt x="918" y="793"/>
                      <a:pt x="916" y="792"/>
                      <a:pt x="914" y="791"/>
                    </a:cubicBezTo>
                    <a:cubicBezTo>
                      <a:pt x="911" y="789"/>
                      <a:pt x="910" y="786"/>
                      <a:pt x="906" y="785"/>
                    </a:cubicBezTo>
                    <a:cubicBezTo>
                      <a:pt x="904" y="785"/>
                      <a:pt x="902" y="784"/>
                      <a:pt x="900" y="782"/>
                    </a:cubicBezTo>
                    <a:cubicBezTo>
                      <a:pt x="899" y="781"/>
                      <a:pt x="898" y="781"/>
                      <a:pt x="897" y="780"/>
                    </a:cubicBezTo>
                    <a:cubicBezTo>
                      <a:pt x="896" y="779"/>
                      <a:pt x="894" y="779"/>
                      <a:pt x="895" y="777"/>
                    </a:cubicBezTo>
                    <a:cubicBezTo>
                      <a:pt x="895" y="775"/>
                      <a:pt x="897" y="775"/>
                      <a:pt x="898" y="775"/>
                    </a:cubicBezTo>
                    <a:cubicBezTo>
                      <a:pt x="900" y="776"/>
                      <a:pt x="901" y="779"/>
                      <a:pt x="903" y="779"/>
                    </a:cubicBezTo>
                    <a:cubicBezTo>
                      <a:pt x="905" y="779"/>
                      <a:pt x="903" y="776"/>
                      <a:pt x="903" y="775"/>
                    </a:cubicBezTo>
                    <a:cubicBezTo>
                      <a:pt x="901" y="774"/>
                      <a:pt x="899" y="772"/>
                      <a:pt x="898" y="771"/>
                    </a:cubicBezTo>
                    <a:cubicBezTo>
                      <a:pt x="895" y="770"/>
                      <a:pt x="893" y="770"/>
                      <a:pt x="890" y="770"/>
                    </a:cubicBezTo>
                    <a:cubicBezTo>
                      <a:pt x="887" y="770"/>
                      <a:pt x="884" y="767"/>
                      <a:pt x="882" y="767"/>
                    </a:cubicBezTo>
                    <a:cubicBezTo>
                      <a:pt x="880" y="766"/>
                      <a:pt x="879" y="766"/>
                      <a:pt x="877" y="765"/>
                    </a:cubicBezTo>
                    <a:cubicBezTo>
                      <a:pt x="876" y="765"/>
                      <a:pt x="874" y="763"/>
                      <a:pt x="874" y="762"/>
                    </a:cubicBezTo>
                    <a:cubicBezTo>
                      <a:pt x="874" y="759"/>
                      <a:pt x="877" y="760"/>
                      <a:pt x="879" y="760"/>
                    </a:cubicBezTo>
                    <a:cubicBezTo>
                      <a:pt x="880" y="760"/>
                      <a:pt x="882" y="758"/>
                      <a:pt x="882" y="756"/>
                    </a:cubicBezTo>
                    <a:cubicBezTo>
                      <a:pt x="882" y="754"/>
                      <a:pt x="880" y="753"/>
                      <a:pt x="878" y="751"/>
                    </a:cubicBezTo>
                    <a:cubicBezTo>
                      <a:pt x="877" y="750"/>
                      <a:pt x="876" y="749"/>
                      <a:pt x="874" y="748"/>
                    </a:cubicBezTo>
                    <a:cubicBezTo>
                      <a:pt x="873" y="747"/>
                      <a:pt x="871" y="746"/>
                      <a:pt x="870" y="745"/>
                    </a:cubicBezTo>
                    <a:cubicBezTo>
                      <a:pt x="868" y="744"/>
                      <a:pt x="865" y="743"/>
                      <a:pt x="864" y="741"/>
                    </a:cubicBezTo>
                    <a:cubicBezTo>
                      <a:pt x="862" y="739"/>
                      <a:pt x="861" y="737"/>
                      <a:pt x="859" y="735"/>
                    </a:cubicBezTo>
                    <a:cubicBezTo>
                      <a:pt x="858" y="733"/>
                      <a:pt x="856" y="732"/>
                      <a:pt x="854" y="732"/>
                    </a:cubicBezTo>
                    <a:cubicBezTo>
                      <a:pt x="852" y="732"/>
                      <a:pt x="851" y="732"/>
                      <a:pt x="849" y="732"/>
                    </a:cubicBezTo>
                    <a:cubicBezTo>
                      <a:pt x="848" y="731"/>
                      <a:pt x="846" y="731"/>
                      <a:pt x="845" y="730"/>
                    </a:cubicBezTo>
                    <a:cubicBezTo>
                      <a:pt x="845" y="729"/>
                      <a:pt x="845" y="728"/>
                      <a:pt x="845" y="728"/>
                    </a:cubicBezTo>
                    <a:cubicBezTo>
                      <a:pt x="845" y="727"/>
                      <a:pt x="844" y="726"/>
                      <a:pt x="843" y="726"/>
                    </a:cubicBezTo>
                    <a:cubicBezTo>
                      <a:pt x="841" y="725"/>
                      <a:pt x="839" y="725"/>
                      <a:pt x="837" y="725"/>
                    </a:cubicBezTo>
                    <a:cubicBezTo>
                      <a:pt x="836" y="725"/>
                      <a:pt x="834" y="726"/>
                      <a:pt x="832" y="725"/>
                    </a:cubicBezTo>
                    <a:cubicBezTo>
                      <a:pt x="831" y="725"/>
                      <a:pt x="829" y="725"/>
                      <a:pt x="830" y="723"/>
                    </a:cubicBezTo>
                    <a:cubicBezTo>
                      <a:pt x="831" y="722"/>
                      <a:pt x="836" y="721"/>
                      <a:pt x="833" y="719"/>
                    </a:cubicBezTo>
                    <a:cubicBezTo>
                      <a:pt x="832" y="718"/>
                      <a:pt x="830" y="718"/>
                      <a:pt x="829" y="718"/>
                    </a:cubicBezTo>
                    <a:cubicBezTo>
                      <a:pt x="827" y="718"/>
                      <a:pt x="826" y="717"/>
                      <a:pt x="824" y="716"/>
                    </a:cubicBezTo>
                    <a:cubicBezTo>
                      <a:pt x="823" y="715"/>
                      <a:pt x="821" y="716"/>
                      <a:pt x="820" y="715"/>
                    </a:cubicBezTo>
                    <a:cubicBezTo>
                      <a:pt x="810" y="716"/>
                      <a:pt x="801" y="715"/>
                      <a:pt x="792" y="714"/>
                    </a:cubicBezTo>
                    <a:cubicBezTo>
                      <a:pt x="785" y="714"/>
                      <a:pt x="779" y="714"/>
                      <a:pt x="773" y="712"/>
                    </a:cubicBezTo>
                    <a:cubicBezTo>
                      <a:pt x="768" y="710"/>
                      <a:pt x="764" y="706"/>
                      <a:pt x="760" y="703"/>
                    </a:cubicBezTo>
                    <a:cubicBezTo>
                      <a:pt x="755" y="699"/>
                      <a:pt x="752" y="695"/>
                      <a:pt x="751" y="688"/>
                    </a:cubicBezTo>
                    <a:cubicBezTo>
                      <a:pt x="750" y="683"/>
                      <a:pt x="749" y="678"/>
                      <a:pt x="748" y="673"/>
                    </a:cubicBezTo>
                    <a:cubicBezTo>
                      <a:pt x="746" y="666"/>
                      <a:pt x="746" y="659"/>
                      <a:pt x="742" y="654"/>
                    </a:cubicBezTo>
                    <a:cubicBezTo>
                      <a:pt x="739" y="649"/>
                      <a:pt x="734" y="646"/>
                      <a:pt x="730" y="642"/>
                    </a:cubicBezTo>
                    <a:cubicBezTo>
                      <a:pt x="726" y="639"/>
                      <a:pt x="722" y="635"/>
                      <a:pt x="723" y="630"/>
                    </a:cubicBezTo>
                    <a:cubicBezTo>
                      <a:pt x="723" y="627"/>
                      <a:pt x="724" y="624"/>
                      <a:pt x="724" y="622"/>
                    </a:cubicBezTo>
                    <a:cubicBezTo>
                      <a:pt x="724" y="618"/>
                      <a:pt x="724" y="615"/>
                      <a:pt x="724" y="612"/>
                    </a:cubicBezTo>
                    <a:cubicBezTo>
                      <a:pt x="723" y="611"/>
                      <a:pt x="723" y="610"/>
                      <a:pt x="723" y="609"/>
                    </a:cubicBezTo>
                    <a:cubicBezTo>
                      <a:pt x="723" y="608"/>
                      <a:pt x="725" y="609"/>
                      <a:pt x="726" y="610"/>
                    </a:cubicBezTo>
                    <a:cubicBezTo>
                      <a:pt x="726" y="611"/>
                      <a:pt x="726" y="612"/>
                      <a:pt x="726" y="613"/>
                    </a:cubicBezTo>
                    <a:cubicBezTo>
                      <a:pt x="726" y="614"/>
                      <a:pt x="726" y="615"/>
                      <a:pt x="726" y="616"/>
                    </a:cubicBezTo>
                    <a:cubicBezTo>
                      <a:pt x="725" y="618"/>
                      <a:pt x="725" y="620"/>
                      <a:pt x="725" y="622"/>
                    </a:cubicBezTo>
                    <a:cubicBezTo>
                      <a:pt x="724" y="627"/>
                      <a:pt x="724" y="632"/>
                      <a:pt x="727" y="636"/>
                    </a:cubicBezTo>
                    <a:cubicBezTo>
                      <a:pt x="732" y="641"/>
                      <a:pt x="737" y="644"/>
                      <a:pt x="741" y="648"/>
                    </a:cubicBezTo>
                    <a:cubicBezTo>
                      <a:pt x="745" y="653"/>
                      <a:pt x="748" y="658"/>
                      <a:pt x="749" y="663"/>
                    </a:cubicBezTo>
                    <a:cubicBezTo>
                      <a:pt x="750" y="668"/>
                      <a:pt x="749" y="673"/>
                      <a:pt x="751" y="678"/>
                    </a:cubicBezTo>
                    <a:cubicBezTo>
                      <a:pt x="752" y="683"/>
                      <a:pt x="754" y="689"/>
                      <a:pt x="757" y="694"/>
                    </a:cubicBezTo>
                    <a:cubicBezTo>
                      <a:pt x="759" y="699"/>
                      <a:pt x="763" y="702"/>
                      <a:pt x="767" y="705"/>
                    </a:cubicBezTo>
                    <a:cubicBezTo>
                      <a:pt x="777" y="711"/>
                      <a:pt x="788" y="712"/>
                      <a:pt x="799" y="711"/>
                    </a:cubicBezTo>
                    <a:cubicBezTo>
                      <a:pt x="807" y="710"/>
                      <a:pt x="815" y="711"/>
                      <a:pt x="822" y="710"/>
                    </a:cubicBezTo>
                    <a:cubicBezTo>
                      <a:pt x="825" y="710"/>
                      <a:pt x="829" y="710"/>
                      <a:pt x="832" y="710"/>
                    </a:cubicBezTo>
                    <a:cubicBezTo>
                      <a:pt x="835" y="711"/>
                      <a:pt x="838" y="713"/>
                      <a:pt x="840" y="715"/>
                    </a:cubicBezTo>
                    <a:cubicBezTo>
                      <a:pt x="842" y="717"/>
                      <a:pt x="843" y="718"/>
                      <a:pt x="845" y="719"/>
                    </a:cubicBezTo>
                    <a:cubicBezTo>
                      <a:pt x="846" y="721"/>
                      <a:pt x="848" y="722"/>
                      <a:pt x="850" y="723"/>
                    </a:cubicBezTo>
                    <a:cubicBezTo>
                      <a:pt x="854" y="725"/>
                      <a:pt x="858" y="727"/>
                      <a:pt x="862" y="729"/>
                    </a:cubicBezTo>
                    <a:cubicBezTo>
                      <a:pt x="868" y="732"/>
                      <a:pt x="872" y="735"/>
                      <a:pt x="877" y="739"/>
                    </a:cubicBezTo>
                    <a:cubicBezTo>
                      <a:pt x="887" y="748"/>
                      <a:pt x="894" y="759"/>
                      <a:pt x="907" y="764"/>
                    </a:cubicBezTo>
                    <a:cubicBezTo>
                      <a:pt x="911" y="766"/>
                      <a:pt x="915" y="767"/>
                      <a:pt x="919" y="770"/>
                    </a:cubicBezTo>
                    <a:cubicBezTo>
                      <a:pt x="923" y="774"/>
                      <a:pt x="923" y="779"/>
                      <a:pt x="923" y="784"/>
                    </a:cubicBezTo>
                    <a:cubicBezTo>
                      <a:pt x="924" y="795"/>
                      <a:pt x="939" y="795"/>
                      <a:pt x="947" y="796"/>
                    </a:cubicBezTo>
                    <a:cubicBezTo>
                      <a:pt x="952" y="797"/>
                      <a:pt x="954" y="800"/>
                      <a:pt x="958" y="802"/>
                    </a:cubicBezTo>
                    <a:cubicBezTo>
                      <a:pt x="961" y="804"/>
                      <a:pt x="967" y="803"/>
                      <a:pt x="969" y="806"/>
                    </a:cubicBezTo>
                    <a:cubicBezTo>
                      <a:pt x="972" y="810"/>
                      <a:pt x="961" y="809"/>
                      <a:pt x="960" y="809"/>
                    </a:cubicBezTo>
                    <a:cubicBezTo>
                      <a:pt x="956" y="808"/>
                      <a:pt x="952" y="807"/>
                      <a:pt x="948" y="805"/>
                    </a:cubicBezTo>
                    <a:cubicBezTo>
                      <a:pt x="945" y="804"/>
                      <a:pt x="941" y="799"/>
                      <a:pt x="937" y="800"/>
                    </a:cubicBezTo>
                    <a:cubicBezTo>
                      <a:pt x="932" y="802"/>
                      <a:pt x="934" y="808"/>
                      <a:pt x="936" y="811"/>
                    </a:cubicBezTo>
                    <a:cubicBezTo>
                      <a:pt x="939" y="815"/>
                      <a:pt x="943" y="819"/>
                      <a:pt x="942" y="824"/>
                    </a:cubicBezTo>
                    <a:cubicBezTo>
                      <a:pt x="941" y="828"/>
                      <a:pt x="938" y="831"/>
                      <a:pt x="936" y="835"/>
                    </a:cubicBezTo>
                    <a:cubicBezTo>
                      <a:pt x="934" y="839"/>
                      <a:pt x="934" y="842"/>
                      <a:pt x="938" y="844"/>
                    </a:cubicBezTo>
                    <a:cubicBezTo>
                      <a:pt x="943" y="846"/>
                      <a:pt x="946" y="848"/>
                      <a:pt x="949" y="853"/>
                    </a:cubicBezTo>
                    <a:cubicBezTo>
                      <a:pt x="952" y="858"/>
                      <a:pt x="954" y="862"/>
                      <a:pt x="954" y="868"/>
                    </a:cubicBezTo>
                    <a:cubicBezTo>
                      <a:pt x="955" y="872"/>
                      <a:pt x="955" y="875"/>
                      <a:pt x="959" y="878"/>
                    </a:cubicBezTo>
                    <a:cubicBezTo>
                      <a:pt x="963" y="880"/>
                      <a:pt x="967" y="880"/>
                      <a:pt x="972" y="880"/>
                    </a:cubicBezTo>
                    <a:cubicBezTo>
                      <a:pt x="975" y="880"/>
                      <a:pt x="979" y="880"/>
                      <a:pt x="982" y="879"/>
                    </a:cubicBezTo>
                    <a:cubicBezTo>
                      <a:pt x="984" y="879"/>
                      <a:pt x="988" y="879"/>
                      <a:pt x="989" y="881"/>
                    </a:cubicBezTo>
                    <a:cubicBezTo>
                      <a:pt x="992" y="883"/>
                      <a:pt x="990" y="887"/>
                      <a:pt x="990" y="890"/>
                    </a:cubicBezTo>
                    <a:cubicBezTo>
                      <a:pt x="989" y="893"/>
                      <a:pt x="990" y="897"/>
                      <a:pt x="992" y="899"/>
                    </a:cubicBezTo>
                    <a:cubicBezTo>
                      <a:pt x="993" y="901"/>
                      <a:pt x="996" y="903"/>
                      <a:pt x="998" y="904"/>
                    </a:cubicBezTo>
                    <a:cubicBezTo>
                      <a:pt x="1002" y="906"/>
                      <a:pt x="1006" y="908"/>
                      <a:pt x="1009" y="910"/>
                    </a:cubicBezTo>
                    <a:cubicBezTo>
                      <a:pt x="1011" y="911"/>
                      <a:pt x="1019" y="913"/>
                      <a:pt x="1019" y="916"/>
                    </a:cubicBezTo>
                    <a:cubicBezTo>
                      <a:pt x="1019" y="919"/>
                      <a:pt x="1010" y="914"/>
                      <a:pt x="1009" y="914"/>
                    </a:cubicBezTo>
                    <a:cubicBezTo>
                      <a:pt x="1007" y="913"/>
                      <a:pt x="1005" y="913"/>
                      <a:pt x="1003" y="913"/>
                    </a:cubicBezTo>
                    <a:cubicBezTo>
                      <a:pt x="1001" y="913"/>
                      <a:pt x="999" y="913"/>
                      <a:pt x="997" y="913"/>
                    </a:cubicBezTo>
                    <a:cubicBezTo>
                      <a:pt x="992" y="913"/>
                      <a:pt x="988" y="912"/>
                      <a:pt x="984" y="909"/>
                    </a:cubicBezTo>
                    <a:cubicBezTo>
                      <a:pt x="981" y="907"/>
                      <a:pt x="979" y="905"/>
                      <a:pt x="977" y="903"/>
                    </a:cubicBezTo>
                    <a:cubicBezTo>
                      <a:pt x="975" y="902"/>
                      <a:pt x="973" y="899"/>
                      <a:pt x="971" y="898"/>
                    </a:cubicBezTo>
                    <a:cubicBezTo>
                      <a:pt x="968" y="897"/>
                      <a:pt x="967" y="901"/>
                      <a:pt x="967" y="904"/>
                    </a:cubicBezTo>
                    <a:cubicBezTo>
                      <a:pt x="967" y="906"/>
                      <a:pt x="969" y="908"/>
                      <a:pt x="969" y="911"/>
                    </a:cubicBezTo>
                    <a:cubicBezTo>
                      <a:pt x="967" y="912"/>
                      <a:pt x="965" y="912"/>
                      <a:pt x="964" y="909"/>
                    </a:cubicBezTo>
                    <a:cubicBezTo>
                      <a:pt x="963" y="907"/>
                      <a:pt x="962" y="905"/>
                      <a:pt x="960" y="904"/>
                    </a:cubicBezTo>
                    <a:cubicBezTo>
                      <a:pt x="958" y="904"/>
                      <a:pt x="957" y="905"/>
                      <a:pt x="957" y="907"/>
                    </a:cubicBezTo>
                    <a:cubicBezTo>
                      <a:pt x="957" y="909"/>
                      <a:pt x="958" y="911"/>
                      <a:pt x="960" y="913"/>
                    </a:cubicBezTo>
                    <a:cubicBezTo>
                      <a:pt x="963" y="915"/>
                      <a:pt x="968" y="916"/>
                      <a:pt x="968" y="920"/>
                    </a:cubicBezTo>
                    <a:cubicBezTo>
                      <a:pt x="968" y="922"/>
                      <a:pt x="968" y="924"/>
                      <a:pt x="968" y="925"/>
                    </a:cubicBezTo>
                    <a:cubicBezTo>
                      <a:pt x="968" y="927"/>
                      <a:pt x="969" y="929"/>
                      <a:pt x="970" y="930"/>
                    </a:cubicBezTo>
                    <a:cubicBezTo>
                      <a:pt x="977" y="937"/>
                      <a:pt x="988" y="940"/>
                      <a:pt x="996" y="945"/>
                    </a:cubicBezTo>
                    <a:cubicBezTo>
                      <a:pt x="1001" y="948"/>
                      <a:pt x="1005" y="952"/>
                      <a:pt x="1010" y="953"/>
                    </a:cubicBezTo>
                    <a:cubicBezTo>
                      <a:pt x="1016" y="955"/>
                      <a:pt x="1020" y="956"/>
                      <a:pt x="1025" y="959"/>
                    </a:cubicBezTo>
                    <a:cubicBezTo>
                      <a:pt x="1027" y="960"/>
                      <a:pt x="1029" y="962"/>
                      <a:pt x="1031" y="963"/>
                    </a:cubicBezTo>
                    <a:cubicBezTo>
                      <a:pt x="1039" y="966"/>
                      <a:pt x="1045" y="972"/>
                      <a:pt x="1051" y="977"/>
                    </a:cubicBezTo>
                    <a:cubicBezTo>
                      <a:pt x="1053" y="979"/>
                      <a:pt x="1054" y="980"/>
                      <a:pt x="1055" y="981"/>
                    </a:cubicBezTo>
                    <a:cubicBezTo>
                      <a:pt x="1059" y="984"/>
                      <a:pt x="1062" y="987"/>
                      <a:pt x="1066" y="989"/>
                    </a:cubicBezTo>
                    <a:cubicBezTo>
                      <a:pt x="1070" y="993"/>
                      <a:pt x="1074" y="995"/>
                      <a:pt x="1078" y="998"/>
                    </a:cubicBezTo>
                    <a:cubicBezTo>
                      <a:pt x="1081" y="1001"/>
                      <a:pt x="1085" y="1003"/>
                      <a:pt x="1088" y="1006"/>
                    </a:cubicBezTo>
                    <a:cubicBezTo>
                      <a:pt x="1091" y="1011"/>
                      <a:pt x="1096" y="1013"/>
                      <a:pt x="1099" y="1017"/>
                    </a:cubicBezTo>
                    <a:cubicBezTo>
                      <a:pt x="1101" y="1020"/>
                      <a:pt x="1102" y="1022"/>
                      <a:pt x="1104" y="1024"/>
                    </a:cubicBezTo>
                    <a:cubicBezTo>
                      <a:pt x="1105" y="1026"/>
                      <a:pt x="1107" y="1028"/>
                      <a:pt x="1109" y="1030"/>
                    </a:cubicBezTo>
                    <a:cubicBezTo>
                      <a:pt x="1115" y="1035"/>
                      <a:pt x="1118" y="1043"/>
                      <a:pt x="1123" y="1050"/>
                    </a:cubicBezTo>
                    <a:cubicBezTo>
                      <a:pt x="1125" y="1052"/>
                      <a:pt x="1127" y="1054"/>
                      <a:pt x="1129" y="1055"/>
                    </a:cubicBezTo>
                    <a:cubicBezTo>
                      <a:pt x="1132" y="1057"/>
                      <a:pt x="1135" y="1058"/>
                      <a:pt x="1138" y="1060"/>
                    </a:cubicBezTo>
                    <a:cubicBezTo>
                      <a:pt x="1145" y="1063"/>
                      <a:pt x="1152" y="1065"/>
                      <a:pt x="1158" y="1070"/>
                    </a:cubicBezTo>
                    <a:cubicBezTo>
                      <a:pt x="1160" y="1071"/>
                      <a:pt x="1161" y="1074"/>
                      <a:pt x="1163" y="1075"/>
                    </a:cubicBezTo>
                    <a:cubicBezTo>
                      <a:pt x="1166" y="1078"/>
                      <a:pt x="1168" y="1078"/>
                      <a:pt x="1171" y="1079"/>
                    </a:cubicBezTo>
                    <a:cubicBezTo>
                      <a:pt x="1176" y="1080"/>
                      <a:pt x="1180" y="1084"/>
                      <a:pt x="1184" y="1087"/>
                    </a:cubicBezTo>
                    <a:cubicBezTo>
                      <a:pt x="1186" y="1088"/>
                      <a:pt x="1188" y="1089"/>
                      <a:pt x="1190" y="1091"/>
                    </a:cubicBezTo>
                    <a:cubicBezTo>
                      <a:pt x="1192" y="1093"/>
                      <a:pt x="1195" y="1093"/>
                      <a:pt x="1198" y="1094"/>
                    </a:cubicBezTo>
                    <a:cubicBezTo>
                      <a:pt x="1200" y="1095"/>
                      <a:pt x="1202" y="1095"/>
                      <a:pt x="1204" y="1096"/>
                    </a:cubicBezTo>
                    <a:cubicBezTo>
                      <a:pt x="1205" y="1097"/>
                      <a:pt x="1206" y="1099"/>
                      <a:pt x="1208" y="1100"/>
                    </a:cubicBezTo>
                    <a:cubicBezTo>
                      <a:pt x="1211" y="1104"/>
                      <a:pt x="1215" y="1107"/>
                      <a:pt x="1218" y="1111"/>
                    </a:cubicBezTo>
                    <a:cubicBezTo>
                      <a:pt x="1222" y="1115"/>
                      <a:pt x="1225" y="1119"/>
                      <a:pt x="1229" y="1123"/>
                    </a:cubicBezTo>
                    <a:cubicBezTo>
                      <a:pt x="1233" y="1127"/>
                      <a:pt x="1238" y="1129"/>
                      <a:pt x="1243" y="1132"/>
                    </a:cubicBezTo>
                    <a:cubicBezTo>
                      <a:pt x="1249" y="1134"/>
                      <a:pt x="1253" y="1138"/>
                      <a:pt x="1259" y="1140"/>
                    </a:cubicBezTo>
                    <a:cubicBezTo>
                      <a:pt x="1264" y="1142"/>
                      <a:pt x="1269" y="1143"/>
                      <a:pt x="1274" y="1143"/>
                    </a:cubicBezTo>
                    <a:cubicBezTo>
                      <a:pt x="1279" y="1142"/>
                      <a:pt x="1284" y="1140"/>
                      <a:pt x="1289" y="1139"/>
                    </a:cubicBezTo>
                    <a:cubicBezTo>
                      <a:pt x="1292" y="1139"/>
                      <a:pt x="1295" y="1138"/>
                      <a:pt x="1298" y="1137"/>
                    </a:cubicBezTo>
                    <a:cubicBezTo>
                      <a:pt x="1300" y="1136"/>
                      <a:pt x="1301" y="1135"/>
                      <a:pt x="1303" y="1134"/>
                    </a:cubicBezTo>
                    <a:cubicBezTo>
                      <a:pt x="1308" y="1133"/>
                      <a:pt x="1314" y="1134"/>
                      <a:pt x="1318" y="1135"/>
                    </a:cubicBezTo>
                    <a:cubicBezTo>
                      <a:pt x="1323" y="1137"/>
                      <a:pt x="1327" y="1140"/>
                      <a:pt x="1331" y="1143"/>
                    </a:cubicBezTo>
                    <a:cubicBezTo>
                      <a:pt x="1335" y="1145"/>
                      <a:pt x="1339" y="1147"/>
                      <a:pt x="1343" y="1148"/>
                    </a:cubicBezTo>
                    <a:cubicBezTo>
                      <a:pt x="1345" y="1148"/>
                      <a:pt x="1354" y="1150"/>
                      <a:pt x="1353" y="1145"/>
                    </a:cubicBezTo>
                    <a:cubicBezTo>
                      <a:pt x="1352" y="1143"/>
                      <a:pt x="1350" y="1141"/>
                      <a:pt x="1349" y="1139"/>
                    </a:cubicBezTo>
                    <a:cubicBezTo>
                      <a:pt x="1348" y="1137"/>
                      <a:pt x="1348" y="1135"/>
                      <a:pt x="1348" y="1133"/>
                    </a:cubicBezTo>
                    <a:cubicBezTo>
                      <a:pt x="1347" y="1128"/>
                      <a:pt x="1343" y="1125"/>
                      <a:pt x="1339" y="1122"/>
                    </a:cubicBezTo>
                    <a:cubicBezTo>
                      <a:pt x="1335" y="1119"/>
                      <a:pt x="1331" y="1114"/>
                      <a:pt x="1326" y="1113"/>
                    </a:cubicBezTo>
                    <a:cubicBezTo>
                      <a:pt x="1322" y="1112"/>
                      <a:pt x="1318" y="1110"/>
                      <a:pt x="1320" y="1105"/>
                    </a:cubicBezTo>
                    <a:cubicBezTo>
                      <a:pt x="1323" y="1100"/>
                      <a:pt x="1328" y="1105"/>
                      <a:pt x="1330" y="1108"/>
                    </a:cubicBezTo>
                    <a:cubicBezTo>
                      <a:pt x="1333" y="1111"/>
                      <a:pt x="1336" y="1106"/>
                      <a:pt x="1337" y="1103"/>
                    </a:cubicBezTo>
                    <a:cubicBezTo>
                      <a:pt x="1338" y="1099"/>
                      <a:pt x="1336" y="1095"/>
                      <a:pt x="1337" y="1091"/>
                    </a:cubicBezTo>
                    <a:cubicBezTo>
                      <a:pt x="1338" y="1088"/>
                      <a:pt x="1341" y="1084"/>
                      <a:pt x="1339" y="1081"/>
                    </a:cubicBezTo>
                    <a:cubicBezTo>
                      <a:pt x="1338" y="1077"/>
                      <a:pt x="1338" y="1074"/>
                      <a:pt x="1342" y="1073"/>
                    </a:cubicBezTo>
                    <a:cubicBezTo>
                      <a:pt x="1345" y="1073"/>
                      <a:pt x="1347" y="1074"/>
                      <a:pt x="1350" y="1074"/>
                    </a:cubicBezTo>
                    <a:cubicBezTo>
                      <a:pt x="1350" y="1074"/>
                      <a:pt x="1350" y="1074"/>
                      <a:pt x="1350" y="1074"/>
                    </a:cubicBezTo>
                    <a:cubicBezTo>
                      <a:pt x="1351" y="1074"/>
                      <a:pt x="1351" y="1074"/>
                      <a:pt x="1352" y="1074"/>
                    </a:cubicBezTo>
                    <a:cubicBezTo>
                      <a:pt x="1352" y="1074"/>
                      <a:pt x="1354" y="1075"/>
                      <a:pt x="1354" y="1074"/>
                    </a:cubicBezTo>
                    <a:cubicBezTo>
                      <a:pt x="1355" y="1074"/>
                      <a:pt x="1356" y="1074"/>
                      <a:pt x="1357" y="1073"/>
                    </a:cubicBezTo>
                    <a:cubicBezTo>
                      <a:pt x="1359" y="1071"/>
                      <a:pt x="1357" y="1067"/>
                      <a:pt x="1357" y="1064"/>
                    </a:cubicBezTo>
                    <a:cubicBezTo>
                      <a:pt x="1357" y="1062"/>
                      <a:pt x="1357" y="1060"/>
                      <a:pt x="1357" y="1057"/>
                    </a:cubicBezTo>
                    <a:cubicBezTo>
                      <a:pt x="1356" y="1054"/>
                      <a:pt x="1358" y="1052"/>
                      <a:pt x="1361" y="1053"/>
                    </a:cubicBezTo>
                    <a:cubicBezTo>
                      <a:pt x="1363" y="1053"/>
                      <a:pt x="1367" y="1055"/>
                      <a:pt x="1368" y="1053"/>
                    </a:cubicBezTo>
                    <a:cubicBezTo>
                      <a:pt x="1369" y="1052"/>
                      <a:pt x="1368" y="1050"/>
                      <a:pt x="1368" y="1049"/>
                    </a:cubicBezTo>
                    <a:cubicBezTo>
                      <a:pt x="1368" y="1047"/>
                      <a:pt x="1368" y="1045"/>
                      <a:pt x="1369" y="1044"/>
                    </a:cubicBezTo>
                    <a:cubicBezTo>
                      <a:pt x="1369" y="1043"/>
                      <a:pt x="1369" y="1042"/>
                      <a:pt x="1370" y="1042"/>
                    </a:cubicBezTo>
                    <a:cubicBezTo>
                      <a:pt x="1372" y="1042"/>
                      <a:pt x="1373" y="1042"/>
                      <a:pt x="1375" y="1042"/>
                    </a:cubicBezTo>
                    <a:cubicBezTo>
                      <a:pt x="1376" y="1043"/>
                      <a:pt x="1380" y="1044"/>
                      <a:pt x="1380" y="1040"/>
                    </a:cubicBezTo>
                    <a:cubicBezTo>
                      <a:pt x="1379" y="1037"/>
                      <a:pt x="1377" y="1036"/>
                      <a:pt x="1375" y="1034"/>
                    </a:cubicBezTo>
                    <a:cubicBezTo>
                      <a:pt x="1373" y="1032"/>
                      <a:pt x="1373" y="1028"/>
                      <a:pt x="1376" y="1026"/>
                    </a:cubicBezTo>
                    <a:cubicBezTo>
                      <a:pt x="1377" y="1025"/>
                      <a:pt x="1383" y="1025"/>
                      <a:pt x="1382" y="1022"/>
                    </a:cubicBezTo>
                    <a:cubicBezTo>
                      <a:pt x="1381" y="1021"/>
                      <a:pt x="1380" y="1020"/>
                      <a:pt x="1380" y="1018"/>
                    </a:cubicBezTo>
                    <a:cubicBezTo>
                      <a:pt x="1379" y="1017"/>
                      <a:pt x="1378" y="1015"/>
                      <a:pt x="1377" y="1014"/>
                    </a:cubicBezTo>
                    <a:cubicBezTo>
                      <a:pt x="1376" y="1010"/>
                      <a:pt x="1374" y="1007"/>
                      <a:pt x="1372" y="1004"/>
                    </a:cubicBezTo>
                    <a:cubicBezTo>
                      <a:pt x="1370" y="1001"/>
                      <a:pt x="1367" y="999"/>
                      <a:pt x="1365" y="997"/>
                    </a:cubicBezTo>
                    <a:cubicBezTo>
                      <a:pt x="1363" y="994"/>
                      <a:pt x="1361" y="991"/>
                      <a:pt x="1359" y="988"/>
                    </a:cubicBezTo>
                    <a:cubicBezTo>
                      <a:pt x="1357" y="986"/>
                      <a:pt x="1354" y="984"/>
                      <a:pt x="1352" y="982"/>
                    </a:cubicBezTo>
                    <a:cubicBezTo>
                      <a:pt x="1348" y="979"/>
                      <a:pt x="1342" y="982"/>
                      <a:pt x="1339" y="978"/>
                    </a:cubicBezTo>
                    <a:cubicBezTo>
                      <a:pt x="1338" y="976"/>
                      <a:pt x="1336" y="973"/>
                      <a:pt x="1336" y="971"/>
                    </a:cubicBezTo>
                    <a:cubicBezTo>
                      <a:pt x="1337" y="967"/>
                      <a:pt x="1341" y="966"/>
                      <a:pt x="1344" y="967"/>
                    </a:cubicBezTo>
                    <a:cubicBezTo>
                      <a:pt x="1348" y="968"/>
                      <a:pt x="1350" y="970"/>
                      <a:pt x="1352" y="974"/>
                    </a:cubicBezTo>
                    <a:cubicBezTo>
                      <a:pt x="1353" y="975"/>
                      <a:pt x="1355" y="978"/>
                      <a:pt x="1357" y="977"/>
                    </a:cubicBezTo>
                    <a:cubicBezTo>
                      <a:pt x="1360" y="976"/>
                      <a:pt x="1359" y="973"/>
                      <a:pt x="1359" y="971"/>
                    </a:cubicBezTo>
                    <a:cubicBezTo>
                      <a:pt x="1358" y="968"/>
                      <a:pt x="1359" y="965"/>
                      <a:pt x="1361" y="963"/>
                    </a:cubicBezTo>
                    <a:cubicBezTo>
                      <a:pt x="1367" y="958"/>
                      <a:pt x="1368" y="971"/>
                      <a:pt x="1373" y="971"/>
                    </a:cubicBezTo>
                    <a:cubicBezTo>
                      <a:pt x="1376" y="971"/>
                      <a:pt x="1374" y="967"/>
                      <a:pt x="1373" y="965"/>
                    </a:cubicBezTo>
                    <a:cubicBezTo>
                      <a:pt x="1372" y="963"/>
                      <a:pt x="1369" y="960"/>
                      <a:pt x="1372" y="957"/>
                    </a:cubicBezTo>
                    <a:cubicBezTo>
                      <a:pt x="1374" y="955"/>
                      <a:pt x="1377" y="956"/>
                      <a:pt x="1380" y="955"/>
                    </a:cubicBezTo>
                    <a:cubicBezTo>
                      <a:pt x="1382" y="955"/>
                      <a:pt x="1384" y="954"/>
                      <a:pt x="1386" y="953"/>
                    </a:cubicBezTo>
                    <a:cubicBezTo>
                      <a:pt x="1389" y="953"/>
                      <a:pt x="1392" y="953"/>
                      <a:pt x="1394" y="955"/>
                    </a:cubicBezTo>
                    <a:cubicBezTo>
                      <a:pt x="1396" y="956"/>
                      <a:pt x="1397" y="957"/>
                      <a:pt x="1400" y="957"/>
                    </a:cubicBezTo>
                    <a:cubicBezTo>
                      <a:pt x="1403" y="957"/>
                      <a:pt x="1407" y="957"/>
                      <a:pt x="1410" y="956"/>
                    </a:cubicBezTo>
                    <a:cubicBezTo>
                      <a:pt x="1413" y="956"/>
                      <a:pt x="1413" y="954"/>
                      <a:pt x="1412" y="952"/>
                    </a:cubicBezTo>
                    <a:cubicBezTo>
                      <a:pt x="1412" y="950"/>
                      <a:pt x="1412" y="948"/>
                      <a:pt x="1414" y="948"/>
                    </a:cubicBezTo>
                    <a:cubicBezTo>
                      <a:pt x="1416" y="949"/>
                      <a:pt x="1418" y="951"/>
                      <a:pt x="1420" y="950"/>
                    </a:cubicBezTo>
                    <a:cubicBezTo>
                      <a:pt x="1423" y="949"/>
                      <a:pt x="1424" y="943"/>
                      <a:pt x="1425" y="941"/>
                    </a:cubicBezTo>
                    <a:cubicBezTo>
                      <a:pt x="1426" y="935"/>
                      <a:pt x="1420" y="930"/>
                      <a:pt x="1415" y="930"/>
                    </a:cubicBezTo>
                    <a:cubicBezTo>
                      <a:pt x="1411" y="929"/>
                      <a:pt x="1404" y="931"/>
                      <a:pt x="1401" y="928"/>
                    </a:cubicBezTo>
                    <a:cubicBezTo>
                      <a:pt x="1399" y="926"/>
                      <a:pt x="1397" y="925"/>
                      <a:pt x="1396" y="923"/>
                    </a:cubicBezTo>
                    <a:cubicBezTo>
                      <a:pt x="1395" y="920"/>
                      <a:pt x="1398" y="919"/>
                      <a:pt x="1401" y="919"/>
                    </a:cubicBezTo>
                    <a:cubicBezTo>
                      <a:pt x="1405" y="918"/>
                      <a:pt x="1409" y="919"/>
                      <a:pt x="1412" y="921"/>
                    </a:cubicBezTo>
                    <a:cubicBezTo>
                      <a:pt x="1415" y="922"/>
                      <a:pt x="1415" y="922"/>
                      <a:pt x="1418" y="921"/>
                    </a:cubicBezTo>
                    <a:cubicBezTo>
                      <a:pt x="1419" y="920"/>
                      <a:pt x="1422" y="917"/>
                      <a:pt x="1424" y="919"/>
                    </a:cubicBezTo>
                    <a:cubicBezTo>
                      <a:pt x="1426" y="920"/>
                      <a:pt x="1425" y="923"/>
                      <a:pt x="1427" y="925"/>
                    </a:cubicBezTo>
                    <a:cubicBezTo>
                      <a:pt x="1428" y="927"/>
                      <a:pt x="1430" y="924"/>
                      <a:pt x="1431" y="923"/>
                    </a:cubicBezTo>
                    <a:cubicBezTo>
                      <a:pt x="1433" y="922"/>
                      <a:pt x="1434" y="921"/>
                      <a:pt x="1436" y="922"/>
                    </a:cubicBezTo>
                    <a:cubicBezTo>
                      <a:pt x="1439" y="923"/>
                      <a:pt x="1441" y="924"/>
                      <a:pt x="1443" y="924"/>
                    </a:cubicBezTo>
                    <a:cubicBezTo>
                      <a:pt x="1444" y="923"/>
                      <a:pt x="1443" y="921"/>
                      <a:pt x="1441" y="920"/>
                    </a:cubicBezTo>
                    <a:cubicBezTo>
                      <a:pt x="1439" y="918"/>
                      <a:pt x="1437" y="916"/>
                      <a:pt x="1434" y="914"/>
                    </a:cubicBezTo>
                    <a:cubicBezTo>
                      <a:pt x="1433" y="914"/>
                      <a:pt x="1432" y="913"/>
                      <a:pt x="1431" y="913"/>
                    </a:cubicBezTo>
                    <a:cubicBezTo>
                      <a:pt x="1430" y="912"/>
                      <a:pt x="1429" y="911"/>
                      <a:pt x="1428" y="911"/>
                    </a:cubicBezTo>
                    <a:cubicBezTo>
                      <a:pt x="1426" y="909"/>
                      <a:pt x="1424" y="907"/>
                      <a:pt x="1422" y="905"/>
                    </a:cubicBezTo>
                    <a:cubicBezTo>
                      <a:pt x="1417" y="901"/>
                      <a:pt x="1412" y="897"/>
                      <a:pt x="1407" y="893"/>
                    </a:cubicBezTo>
                    <a:cubicBezTo>
                      <a:pt x="1403" y="889"/>
                      <a:pt x="1398" y="885"/>
                      <a:pt x="1394" y="881"/>
                    </a:cubicBezTo>
                    <a:cubicBezTo>
                      <a:pt x="1392" y="879"/>
                      <a:pt x="1390" y="877"/>
                      <a:pt x="1388" y="875"/>
                    </a:cubicBezTo>
                    <a:cubicBezTo>
                      <a:pt x="1387" y="875"/>
                      <a:pt x="1386" y="874"/>
                      <a:pt x="1385" y="873"/>
                    </a:cubicBezTo>
                    <a:cubicBezTo>
                      <a:pt x="1384" y="872"/>
                      <a:pt x="1384" y="870"/>
                      <a:pt x="1384" y="869"/>
                    </a:cubicBezTo>
                    <a:cubicBezTo>
                      <a:pt x="1382" y="866"/>
                      <a:pt x="1381" y="863"/>
                      <a:pt x="1377" y="862"/>
                    </a:cubicBezTo>
                    <a:cubicBezTo>
                      <a:pt x="1375" y="861"/>
                      <a:pt x="1370" y="860"/>
                      <a:pt x="1369" y="858"/>
                    </a:cubicBezTo>
                    <a:cubicBezTo>
                      <a:pt x="1368" y="857"/>
                      <a:pt x="1369" y="855"/>
                      <a:pt x="1368" y="854"/>
                    </a:cubicBezTo>
                    <a:cubicBezTo>
                      <a:pt x="1368" y="853"/>
                      <a:pt x="1367" y="852"/>
                      <a:pt x="1365" y="852"/>
                    </a:cubicBezTo>
                    <a:cubicBezTo>
                      <a:pt x="1363" y="850"/>
                      <a:pt x="1359" y="851"/>
                      <a:pt x="1356" y="851"/>
                    </a:cubicBezTo>
                    <a:cubicBezTo>
                      <a:pt x="1353" y="851"/>
                      <a:pt x="1350" y="851"/>
                      <a:pt x="1348" y="850"/>
                    </a:cubicBezTo>
                    <a:cubicBezTo>
                      <a:pt x="1345" y="849"/>
                      <a:pt x="1344" y="846"/>
                      <a:pt x="1342" y="844"/>
                    </a:cubicBezTo>
                    <a:cubicBezTo>
                      <a:pt x="1341" y="841"/>
                      <a:pt x="1338" y="840"/>
                      <a:pt x="1336" y="838"/>
                    </a:cubicBezTo>
                    <a:cubicBezTo>
                      <a:pt x="1334" y="836"/>
                      <a:pt x="1333" y="834"/>
                      <a:pt x="1331" y="832"/>
                    </a:cubicBezTo>
                    <a:cubicBezTo>
                      <a:pt x="1329" y="830"/>
                      <a:pt x="1326" y="827"/>
                      <a:pt x="1325" y="824"/>
                    </a:cubicBezTo>
                    <a:cubicBezTo>
                      <a:pt x="1323" y="822"/>
                      <a:pt x="1323" y="818"/>
                      <a:pt x="1321" y="817"/>
                    </a:cubicBezTo>
                    <a:cubicBezTo>
                      <a:pt x="1320" y="816"/>
                      <a:pt x="1319" y="816"/>
                      <a:pt x="1318" y="816"/>
                    </a:cubicBezTo>
                    <a:cubicBezTo>
                      <a:pt x="1315" y="815"/>
                      <a:pt x="1312" y="814"/>
                      <a:pt x="1309" y="813"/>
                    </a:cubicBezTo>
                    <a:cubicBezTo>
                      <a:pt x="1306" y="813"/>
                      <a:pt x="1304" y="812"/>
                      <a:pt x="1301" y="811"/>
                    </a:cubicBezTo>
                    <a:cubicBezTo>
                      <a:pt x="1299" y="811"/>
                      <a:pt x="1298" y="810"/>
                      <a:pt x="1296" y="809"/>
                    </a:cubicBezTo>
                    <a:cubicBezTo>
                      <a:pt x="1295" y="809"/>
                      <a:pt x="1294" y="808"/>
                      <a:pt x="1293" y="806"/>
                    </a:cubicBezTo>
                    <a:cubicBezTo>
                      <a:pt x="1292" y="806"/>
                      <a:pt x="1291" y="805"/>
                      <a:pt x="1291" y="804"/>
                    </a:cubicBezTo>
                    <a:cubicBezTo>
                      <a:pt x="1290" y="803"/>
                      <a:pt x="1290" y="802"/>
                      <a:pt x="1289" y="801"/>
                    </a:cubicBezTo>
                    <a:cubicBezTo>
                      <a:pt x="1288" y="800"/>
                      <a:pt x="1287" y="798"/>
                      <a:pt x="1286" y="797"/>
                    </a:cubicBezTo>
                    <a:cubicBezTo>
                      <a:pt x="1285" y="796"/>
                      <a:pt x="1284" y="795"/>
                      <a:pt x="1283" y="794"/>
                    </a:cubicBezTo>
                    <a:cubicBezTo>
                      <a:pt x="1281" y="792"/>
                      <a:pt x="1278" y="790"/>
                      <a:pt x="1276" y="788"/>
                    </a:cubicBezTo>
                    <a:cubicBezTo>
                      <a:pt x="1275" y="786"/>
                      <a:pt x="1274" y="784"/>
                      <a:pt x="1273" y="782"/>
                    </a:cubicBezTo>
                    <a:cubicBezTo>
                      <a:pt x="1273" y="780"/>
                      <a:pt x="1273" y="778"/>
                      <a:pt x="1273" y="776"/>
                    </a:cubicBezTo>
                    <a:cubicBezTo>
                      <a:pt x="1273" y="776"/>
                      <a:pt x="1273" y="775"/>
                      <a:pt x="1273" y="775"/>
                    </a:cubicBezTo>
                    <a:cubicBezTo>
                      <a:pt x="1273" y="775"/>
                      <a:pt x="1273" y="774"/>
                      <a:pt x="1273" y="774"/>
                    </a:cubicBezTo>
                    <a:cubicBezTo>
                      <a:pt x="1272" y="773"/>
                      <a:pt x="1272" y="772"/>
                      <a:pt x="1271" y="772"/>
                    </a:cubicBezTo>
                    <a:cubicBezTo>
                      <a:pt x="1270" y="771"/>
                      <a:pt x="1269" y="771"/>
                      <a:pt x="1268" y="769"/>
                    </a:cubicBezTo>
                    <a:cubicBezTo>
                      <a:pt x="1268" y="768"/>
                      <a:pt x="1268" y="767"/>
                      <a:pt x="1267" y="765"/>
                    </a:cubicBezTo>
                    <a:cubicBezTo>
                      <a:pt x="1267" y="763"/>
                      <a:pt x="1267" y="760"/>
                      <a:pt x="1267" y="758"/>
                    </a:cubicBezTo>
                    <a:cubicBezTo>
                      <a:pt x="1267" y="755"/>
                      <a:pt x="1267" y="753"/>
                      <a:pt x="1267" y="750"/>
                    </a:cubicBezTo>
                    <a:cubicBezTo>
                      <a:pt x="1266" y="745"/>
                      <a:pt x="1265" y="741"/>
                      <a:pt x="1263" y="737"/>
                    </a:cubicBezTo>
                    <a:cubicBezTo>
                      <a:pt x="1261" y="733"/>
                      <a:pt x="1259" y="730"/>
                      <a:pt x="1257" y="726"/>
                    </a:cubicBezTo>
                    <a:cubicBezTo>
                      <a:pt x="1255" y="721"/>
                      <a:pt x="1252" y="717"/>
                      <a:pt x="1249" y="712"/>
                    </a:cubicBezTo>
                    <a:cubicBezTo>
                      <a:pt x="1248" y="709"/>
                      <a:pt x="1246" y="706"/>
                      <a:pt x="1243" y="704"/>
                    </a:cubicBezTo>
                    <a:cubicBezTo>
                      <a:pt x="1240" y="700"/>
                      <a:pt x="1237" y="696"/>
                      <a:pt x="1235" y="691"/>
                    </a:cubicBezTo>
                    <a:cubicBezTo>
                      <a:pt x="1235" y="689"/>
                      <a:pt x="1234" y="686"/>
                      <a:pt x="1232" y="684"/>
                    </a:cubicBezTo>
                    <a:cubicBezTo>
                      <a:pt x="1231" y="683"/>
                      <a:pt x="1230" y="681"/>
                      <a:pt x="1229" y="680"/>
                    </a:cubicBezTo>
                    <a:cubicBezTo>
                      <a:pt x="1228" y="677"/>
                      <a:pt x="1227" y="674"/>
                      <a:pt x="1225" y="671"/>
                    </a:cubicBezTo>
                    <a:cubicBezTo>
                      <a:pt x="1223" y="668"/>
                      <a:pt x="1222" y="663"/>
                      <a:pt x="1219" y="660"/>
                    </a:cubicBezTo>
                    <a:cubicBezTo>
                      <a:pt x="1217" y="657"/>
                      <a:pt x="1214" y="655"/>
                      <a:pt x="1212" y="651"/>
                    </a:cubicBezTo>
                    <a:cubicBezTo>
                      <a:pt x="1211" y="648"/>
                      <a:pt x="1209" y="646"/>
                      <a:pt x="1208" y="643"/>
                    </a:cubicBezTo>
                    <a:cubicBezTo>
                      <a:pt x="1207" y="642"/>
                      <a:pt x="1207" y="640"/>
                      <a:pt x="1206" y="639"/>
                    </a:cubicBezTo>
                    <a:cubicBezTo>
                      <a:pt x="1204" y="636"/>
                      <a:pt x="1202" y="634"/>
                      <a:pt x="1198" y="632"/>
                    </a:cubicBezTo>
                    <a:cubicBezTo>
                      <a:pt x="1196" y="631"/>
                      <a:pt x="1194" y="628"/>
                      <a:pt x="1192" y="626"/>
                    </a:cubicBezTo>
                    <a:cubicBezTo>
                      <a:pt x="1191" y="625"/>
                      <a:pt x="1189" y="623"/>
                      <a:pt x="1187" y="622"/>
                    </a:cubicBezTo>
                    <a:cubicBezTo>
                      <a:pt x="1185" y="620"/>
                      <a:pt x="1182" y="617"/>
                      <a:pt x="1178" y="617"/>
                    </a:cubicBezTo>
                    <a:cubicBezTo>
                      <a:pt x="1174" y="616"/>
                      <a:pt x="1171" y="613"/>
                      <a:pt x="1167" y="612"/>
                    </a:cubicBezTo>
                    <a:cubicBezTo>
                      <a:pt x="1166" y="612"/>
                      <a:pt x="1164" y="611"/>
                      <a:pt x="1162" y="611"/>
                    </a:cubicBezTo>
                    <a:cubicBezTo>
                      <a:pt x="1161" y="611"/>
                      <a:pt x="1160" y="611"/>
                      <a:pt x="1159" y="611"/>
                    </a:cubicBezTo>
                    <a:cubicBezTo>
                      <a:pt x="1158" y="610"/>
                      <a:pt x="1156" y="609"/>
                      <a:pt x="1155" y="609"/>
                    </a:cubicBezTo>
                    <a:cubicBezTo>
                      <a:pt x="1152" y="606"/>
                      <a:pt x="1148" y="604"/>
                      <a:pt x="1146" y="600"/>
                    </a:cubicBezTo>
                    <a:cubicBezTo>
                      <a:pt x="1145" y="598"/>
                      <a:pt x="1144" y="596"/>
                      <a:pt x="1143" y="594"/>
                    </a:cubicBezTo>
                    <a:cubicBezTo>
                      <a:pt x="1141" y="592"/>
                      <a:pt x="1139" y="591"/>
                      <a:pt x="1138" y="588"/>
                    </a:cubicBezTo>
                    <a:cubicBezTo>
                      <a:pt x="1138" y="587"/>
                      <a:pt x="1138" y="586"/>
                      <a:pt x="1137" y="585"/>
                    </a:cubicBezTo>
                    <a:cubicBezTo>
                      <a:pt x="1135" y="581"/>
                      <a:pt x="1133" y="577"/>
                      <a:pt x="1133" y="571"/>
                    </a:cubicBezTo>
                    <a:cubicBezTo>
                      <a:pt x="1132" y="569"/>
                      <a:pt x="1133" y="567"/>
                      <a:pt x="1133" y="565"/>
                    </a:cubicBezTo>
                    <a:cubicBezTo>
                      <a:pt x="1133" y="563"/>
                      <a:pt x="1133" y="560"/>
                      <a:pt x="1133" y="557"/>
                    </a:cubicBezTo>
                    <a:cubicBezTo>
                      <a:pt x="1133" y="552"/>
                      <a:pt x="1130" y="547"/>
                      <a:pt x="1127" y="543"/>
                    </a:cubicBezTo>
                    <a:cubicBezTo>
                      <a:pt x="1126" y="541"/>
                      <a:pt x="1124" y="539"/>
                      <a:pt x="1122" y="538"/>
                    </a:cubicBezTo>
                    <a:cubicBezTo>
                      <a:pt x="1121" y="538"/>
                      <a:pt x="1119" y="538"/>
                      <a:pt x="1117" y="537"/>
                    </a:cubicBezTo>
                    <a:cubicBezTo>
                      <a:pt x="1115" y="537"/>
                      <a:pt x="1114" y="536"/>
                      <a:pt x="1113" y="535"/>
                    </a:cubicBezTo>
                    <a:cubicBezTo>
                      <a:pt x="1111" y="536"/>
                      <a:pt x="1108" y="535"/>
                      <a:pt x="1106" y="534"/>
                    </a:cubicBezTo>
                    <a:cubicBezTo>
                      <a:pt x="1105" y="534"/>
                      <a:pt x="1102" y="533"/>
                      <a:pt x="1103" y="531"/>
                    </a:cubicBezTo>
                    <a:cubicBezTo>
                      <a:pt x="1103" y="530"/>
                      <a:pt x="1106" y="529"/>
                      <a:pt x="1104" y="528"/>
                    </a:cubicBezTo>
                    <a:cubicBezTo>
                      <a:pt x="1102" y="526"/>
                      <a:pt x="1101" y="526"/>
                      <a:pt x="1099" y="526"/>
                    </a:cubicBezTo>
                    <a:cubicBezTo>
                      <a:pt x="1097" y="525"/>
                      <a:pt x="1096" y="526"/>
                      <a:pt x="1094" y="526"/>
                    </a:cubicBezTo>
                    <a:cubicBezTo>
                      <a:pt x="1094" y="524"/>
                      <a:pt x="1096" y="521"/>
                      <a:pt x="1094" y="521"/>
                    </a:cubicBezTo>
                    <a:cubicBezTo>
                      <a:pt x="1094" y="520"/>
                      <a:pt x="1090" y="521"/>
                      <a:pt x="1090" y="521"/>
                    </a:cubicBezTo>
                    <a:cubicBezTo>
                      <a:pt x="1088" y="521"/>
                      <a:pt x="1087" y="523"/>
                      <a:pt x="1087" y="524"/>
                    </a:cubicBezTo>
                    <a:cubicBezTo>
                      <a:pt x="1087" y="526"/>
                      <a:pt x="1088" y="528"/>
                      <a:pt x="1085" y="528"/>
                    </a:cubicBezTo>
                    <a:cubicBezTo>
                      <a:pt x="1083" y="528"/>
                      <a:pt x="1082" y="527"/>
                      <a:pt x="1080" y="526"/>
                    </a:cubicBezTo>
                    <a:cubicBezTo>
                      <a:pt x="1079" y="525"/>
                      <a:pt x="1078" y="525"/>
                      <a:pt x="1076" y="524"/>
                    </a:cubicBezTo>
                    <a:cubicBezTo>
                      <a:pt x="1075" y="524"/>
                      <a:pt x="1074" y="523"/>
                      <a:pt x="1073" y="521"/>
                    </a:cubicBezTo>
                    <a:cubicBezTo>
                      <a:pt x="1072" y="519"/>
                      <a:pt x="1072" y="518"/>
                      <a:pt x="1070" y="516"/>
                    </a:cubicBezTo>
                    <a:cubicBezTo>
                      <a:pt x="1069" y="515"/>
                      <a:pt x="1067" y="514"/>
                      <a:pt x="1066" y="512"/>
                    </a:cubicBezTo>
                    <a:cubicBezTo>
                      <a:pt x="1065" y="511"/>
                      <a:pt x="1065" y="511"/>
                      <a:pt x="1064" y="510"/>
                    </a:cubicBezTo>
                    <a:cubicBezTo>
                      <a:pt x="1062" y="509"/>
                      <a:pt x="1061" y="508"/>
                      <a:pt x="1060" y="508"/>
                    </a:cubicBezTo>
                    <a:cubicBezTo>
                      <a:pt x="1058" y="507"/>
                      <a:pt x="1058" y="505"/>
                      <a:pt x="1057" y="504"/>
                    </a:cubicBezTo>
                    <a:cubicBezTo>
                      <a:pt x="1056" y="502"/>
                      <a:pt x="1054" y="500"/>
                      <a:pt x="1053" y="498"/>
                    </a:cubicBezTo>
                    <a:cubicBezTo>
                      <a:pt x="1052" y="495"/>
                      <a:pt x="1052" y="492"/>
                      <a:pt x="1050" y="491"/>
                    </a:cubicBezTo>
                    <a:cubicBezTo>
                      <a:pt x="1048" y="489"/>
                      <a:pt x="1046" y="489"/>
                      <a:pt x="1043" y="488"/>
                    </a:cubicBezTo>
                    <a:cubicBezTo>
                      <a:pt x="1041" y="486"/>
                      <a:pt x="1038" y="486"/>
                      <a:pt x="1035" y="484"/>
                    </a:cubicBezTo>
                    <a:cubicBezTo>
                      <a:pt x="1032" y="481"/>
                      <a:pt x="1029" y="478"/>
                      <a:pt x="1026" y="474"/>
                    </a:cubicBezTo>
                    <a:cubicBezTo>
                      <a:pt x="1024" y="471"/>
                      <a:pt x="1021" y="469"/>
                      <a:pt x="1018" y="466"/>
                    </a:cubicBezTo>
                    <a:cubicBezTo>
                      <a:pt x="1015" y="464"/>
                      <a:pt x="1014" y="460"/>
                      <a:pt x="1011" y="458"/>
                    </a:cubicBezTo>
                    <a:cubicBezTo>
                      <a:pt x="1011" y="458"/>
                      <a:pt x="1012" y="459"/>
                      <a:pt x="1011" y="459"/>
                    </a:cubicBezTo>
                    <a:cubicBezTo>
                      <a:pt x="1010" y="458"/>
                      <a:pt x="1010" y="458"/>
                      <a:pt x="1009" y="458"/>
                    </a:cubicBezTo>
                    <a:cubicBezTo>
                      <a:pt x="1008" y="457"/>
                      <a:pt x="1007" y="456"/>
                      <a:pt x="1005" y="456"/>
                    </a:cubicBezTo>
                    <a:cubicBezTo>
                      <a:pt x="1003" y="455"/>
                      <a:pt x="1001" y="455"/>
                      <a:pt x="998" y="455"/>
                    </a:cubicBezTo>
                    <a:cubicBezTo>
                      <a:pt x="996" y="456"/>
                      <a:pt x="994" y="457"/>
                      <a:pt x="992" y="457"/>
                    </a:cubicBezTo>
                    <a:cubicBezTo>
                      <a:pt x="990" y="457"/>
                      <a:pt x="987" y="456"/>
                      <a:pt x="985" y="456"/>
                    </a:cubicBezTo>
                    <a:cubicBezTo>
                      <a:pt x="982" y="456"/>
                      <a:pt x="978" y="455"/>
                      <a:pt x="976" y="453"/>
                    </a:cubicBezTo>
                    <a:cubicBezTo>
                      <a:pt x="974" y="451"/>
                      <a:pt x="974" y="449"/>
                      <a:pt x="972" y="447"/>
                    </a:cubicBezTo>
                    <a:cubicBezTo>
                      <a:pt x="971" y="445"/>
                      <a:pt x="968" y="444"/>
                      <a:pt x="966" y="441"/>
                    </a:cubicBezTo>
                    <a:cubicBezTo>
                      <a:pt x="965" y="440"/>
                      <a:pt x="963" y="439"/>
                      <a:pt x="961" y="437"/>
                    </a:cubicBezTo>
                    <a:cubicBezTo>
                      <a:pt x="961" y="436"/>
                      <a:pt x="961" y="435"/>
                      <a:pt x="961" y="434"/>
                    </a:cubicBezTo>
                    <a:cubicBezTo>
                      <a:pt x="959" y="432"/>
                      <a:pt x="958" y="432"/>
                      <a:pt x="956" y="431"/>
                    </a:cubicBezTo>
                    <a:cubicBezTo>
                      <a:pt x="953" y="431"/>
                      <a:pt x="950" y="429"/>
                      <a:pt x="949" y="427"/>
                    </a:cubicBezTo>
                    <a:cubicBezTo>
                      <a:pt x="948" y="426"/>
                      <a:pt x="948" y="425"/>
                      <a:pt x="947" y="424"/>
                    </a:cubicBezTo>
                    <a:cubicBezTo>
                      <a:pt x="946" y="422"/>
                      <a:pt x="945" y="421"/>
                      <a:pt x="944" y="419"/>
                    </a:cubicBezTo>
                    <a:cubicBezTo>
                      <a:pt x="943" y="417"/>
                      <a:pt x="942" y="417"/>
                      <a:pt x="940" y="416"/>
                    </a:cubicBezTo>
                    <a:cubicBezTo>
                      <a:pt x="939" y="415"/>
                      <a:pt x="938" y="414"/>
                      <a:pt x="937" y="413"/>
                    </a:cubicBezTo>
                    <a:cubicBezTo>
                      <a:pt x="933" y="412"/>
                      <a:pt x="930" y="410"/>
                      <a:pt x="927" y="409"/>
                    </a:cubicBezTo>
                    <a:cubicBezTo>
                      <a:pt x="923" y="408"/>
                      <a:pt x="921" y="406"/>
                      <a:pt x="917" y="405"/>
                    </a:cubicBezTo>
                    <a:cubicBezTo>
                      <a:pt x="915" y="404"/>
                      <a:pt x="912" y="404"/>
                      <a:pt x="910" y="403"/>
                    </a:cubicBezTo>
                    <a:cubicBezTo>
                      <a:pt x="907" y="402"/>
                      <a:pt x="904" y="401"/>
                      <a:pt x="901" y="400"/>
                    </a:cubicBezTo>
                    <a:cubicBezTo>
                      <a:pt x="899" y="399"/>
                      <a:pt x="896" y="398"/>
                      <a:pt x="894" y="396"/>
                    </a:cubicBezTo>
                    <a:cubicBezTo>
                      <a:pt x="893" y="395"/>
                      <a:pt x="891" y="395"/>
                      <a:pt x="889" y="394"/>
                    </a:cubicBezTo>
                    <a:cubicBezTo>
                      <a:pt x="889" y="394"/>
                      <a:pt x="888" y="394"/>
                      <a:pt x="887" y="393"/>
                    </a:cubicBezTo>
                    <a:cubicBezTo>
                      <a:pt x="884" y="392"/>
                      <a:pt x="881" y="390"/>
                      <a:pt x="879" y="388"/>
                    </a:cubicBezTo>
                    <a:cubicBezTo>
                      <a:pt x="878" y="387"/>
                      <a:pt x="877" y="387"/>
                      <a:pt x="876" y="387"/>
                    </a:cubicBezTo>
                    <a:cubicBezTo>
                      <a:pt x="874" y="386"/>
                      <a:pt x="873" y="385"/>
                      <a:pt x="872" y="385"/>
                    </a:cubicBezTo>
                    <a:cubicBezTo>
                      <a:pt x="870" y="385"/>
                      <a:pt x="868" y="387"/>
                      <a:pt x="867" y="388"/>
                    </a:cubicBezTo>
                    <a:cubicBezTo>
                      <a:pt x="865" y="390"/>
                      <a:pt x="864" y="393"/>
                      <a:pt x="862" y="395"/>
                    </a:cubicBezTo>
                    <a:cubicBezTo>
                      <a:pt x="860" y="398"/>
                      <a:pt x="859" y="400"/>
                      <a:pt x="857" y="403"/>
                    </a:cubicBezTo>
                    <a:cubicBezTo>
                      <a:pt x="855" y="405"/>
                      <a:pt x="852" y="405"/>
                      <a:pt x="850" y="406"/>
                    </a:cubicBezTo>
                    <a:cubicBezTo>
                      <a:pt x="848" y="406"/>
                      <a:pt x="847" y="406"/>
                      <a:pt x="845" y="407"/>
                    </a:cubicBezTo>
                    <a:cubicBezTo>
                      <a:pt x="844" y="408"/>
                      <a:pt x="843" y="410"/>
                      <a:pt x="841" y="411"/>
                    </a:cubicBezTo>
                    <a:cubicBezTo>
                      <a:pt x="841" y="412"/>
                      <a:pt x="840" y="413"/>
                      <a:pt x="840" y="414"/>
                    </a:cubicBezTo>
                    <a:cubicBezTo>
                      <a:pt x="839" y="415"/>
                      <a:pt x="838" y="416"/>
                      <a:pt x="837" y="416"/>
                    </a:cubicBezTo>
                    <a:cubicBezTo>
                      <a:pt x="836" y="416"/>
                      <a:pt x="836" y="416"/>
                      <a:pt x="835" y="416"/>
                    </a:cubicBezTo>
                    <a:cubicBezTo>
                      <a:pt x="834" y="416"/>
                      <a:pt x="834" y="416"/>
                      <a:pt x="833" y="417"/>
                    </a:cubicBezTo>
                    <a:cubicBezTo>
                      <a:pt x="832" y="418"/>
                      <a:pt x="830" y="418"/>
                      <a:pt x="829" y="419"/>
                    </a:cubicBezTo>
                    <a:cubicBezTo>
                      <a:pt x="826" y="421"/>
                      <a:pt x="825" y="423"/>
                      <a:pt x="823" y="426"/>
                    </a:cubicBezTo>
                    <a:cubicBezTo>
                      <a:pt x="822" y="427"/>
                      <a:pt x="821" y="429"/>
                      <a:pt x="819" y="430"/>
                    </a:cubicBezTo>
                    <a:cubicBezTo>
                      <a:pt x="819" y="430"/>
                      <a:pt x="818" y="431"/>
                      <a:pt x="817" y="431"/>
                    </a:cubicBezTo>
                    <a:cubicBezTo>
                      <a:pt x="816" y="431"/>
                      <a:pt x="816" y="431"/>
                      <a:pt x="815" y="431"/>
                    </a:cubicBezTo>
                    <a:cubicBezTo>
                      <a:pt x="814" y="431"/>
                      <a:pt x="813" y="431"/>
                      <a:pt x="813" y="431"/>
                    </a:cubicBezTo>
                    <a:cubicBezTo>
                      <a:pt x="811" y="431"/>
                      <a:pt x="810" y="432"/>
                      <a:pt x="808" y="433"/>
                    </a:cubicBezTo>
                    <a:cubicBezTo>
                      <a:pt x="808" y="434"/>
                      <a:pt x="807" y="434"/>
                      <a:pt x="807" y="435"/>
                    </a:cubicBezTo>
                    <a:cubicBezTo>
                      <a:pt x="806" y="436"/>
                      <a:pt x="806" y="436"/>
                      <a:pt x="806" y="437"/>
                    </a:cubicBezTo>
                    <a:cubicBezTo>
                      <a:pt x="805" y="438"/>
                      <a:pt x="804" y="438"/>
                      <a:pt x="803" y="438"/>
                    </a:cubicBezTo>
                    <a:cubicBezTo>
                      <a:pt x="802" y="439"/>
                      <a:pt x="801" y="440"/>
                      <a:pt x="799" y="441"/>
                    </a:cubicBezTo>
                    <a:cubicBezTo>
                      <a:pt x="796" y="443"/>
                      <a:pt x="792" y="443"/>
                      <a:pt x="789" y="443"/>
                    </a:cubicBezTo>
                    <a:cubicBezTo>
                      <a:pt x="784" y="442"/>
                      <a:pt x="778" y="440"/>
                      <a:pt x="774" y="445"/>
                    </a:cubicBezTo>
                    <a:cubicBezTo>
                      <a:pt x="772" y="449"/>
                      <a:pt x="774" y="454"/>
                      <a:pt x="777" y="456"/>
                    </a:cubicBezTo>
                    <a:cubicBezTo>
                      <a:pt x="781" y="459"/>
                      <a:pt x="786" y="459"/>
                      <a:pt x="790" y="460"/>
                    </a:cubicBezTo>
                    <a:cubicBezTo>
                      <a:pt x="793" y="461"/>
                      <a:pt x="797" y="462"/>
                      <a:pt x="800" y="464"/>
                    </a:cubicBezTo>
                    <a:cubicBezTo>
                      <a:pt x="801" y="465"/>
                      <a:pt x="803" y="466"/>
                      <a:pt x="802" y="467"/>
                    </a:cubicBezTo>
                    <a:cubicBezTo>
                      <a:pt x="801" y="468"/>
                      <a:pt x="797" y="468"/>
                      <a:pt x="796" y="468"/>
                    </a:cubicBezTo>
                    <a:cubicBezTo>
                      <a:pt x="794" y="469"/>
                      <a:pt x="790" y="469"/>
                      <a:pt x="790" y="470"/>
                    </a:cubicBezTo>
                    <a:cubicBezTo>
                      <a:pt x="789" y="471"/>
                      <a:pt x="792" y="473"/>
                      <a:pt x="793" y="473"/>
                    </a:cubicBezTo>
                    <a:cubicBezTo>
                      <a:pt x="794" y="475"/>
                      <a:pt x="797" y="476"/>
                      <a:pt x="796" y="479"/>
                    </a:cubicBezTo>
                    <a:cubicBezTo>
                      <a:pt x="795" y="481"/>
                      <a:pt x="792" y="482"/>
                      <a:pt x="790" y="483"/>
                    </a:cubicBezTo>
                    <a:cubicBezTo>
                      <a:pt x="788" y="483"/>
                      <a:pt x="785" y="483"/>
                      <a:pt x="783" y="482"/>
                    </a:cubicBezTo>
                    <a:cubicBezTo>
                      <a:pt x="781" y="481"/>
                      <a:pt x="780" y="479"/>
                      <a:pt x="779" y="478"/>
                    </a:cubicBezTo>
                    <a:cubicBezTo>
                      <a:pt x="777" y="474"/>
                      <a:pt x="774" y="474"/>
                      <a:pt x="770" y="475"/>
                    </a:cubicBezTo>
                    <a:cubicBezTo>
                      <a:pt x="766" y="477"/>
                      <a:pt x="762" y="477"/>
                      <a:pt x="759" y="474"/>
                    </a:cubicBezTo>
                    <a:cubicBezTo>
                      <a:pt x="756" y="472"/>
                      <a:pt x="757" y="470"/>
                      <a:pt x="756" y="467"/>
                    </a:cubicBezTo>
                    <a:cubicBezTo>
                      <a:pt x="755" y="465"/>
                      <a:pt x="751" y="461"/>
                      <a:pt x="755" y="460"/>
                    </a:cubicBezTo>
                    <a:cubicBezTo>
                      <a:pt x="757" y="459"/>
                      <a:pt x="770" y="460"/>
                      <a:pt x="770" y="457"/>
                    </a:cubicBezTo>
                    <a:cubicBezTo>
                      <a:pt x="770" y="456"/>
                      <a:pt x="766" y="454"/>
                      <a:pt x="765" y="453"/>
                    </a:cubicBezTo>
                    <a:cubicBezTo>
                      <a:pt x="763" y="452"/>
                      <a:pt x="761" y="451"/>
                      <a:pt x="759" y="449"/>
                    </a:cubicBezTo>
                    <a:cubicBezTo>
                      <a:pt x="756" y="447"/>
                      <a:pt x="756" y="443"/>
                      <a:pt x="757" y="440"/>
                    </a:cubicBezTo>
                    <a:cubicBezTo>
                      <a:pt x="760" y="435"/>
                      <a:pt x="767" y="436"/>
                      <a:pt x="772" y="438"/>
                    </a:cubicBezTo>
                    <a:cubicBezTo>
                      <a:pt x="775" y="439"/>
                      <a:pt x="778" y="440"/>
                      <a:pt x="781" y="441"/>
                    </a:cubicBezTo>
                    <a:cubicBezTo>
                      <a:pt x="784" y="441"/>
                      <a:pt x="787" y="440"/>
                      <a:pt x="790" y="438"/>
                    </a:cubicBezTo>
                    <a:cubicBezTo>
                      <a:pt x="793" y="436"/>
                      <a:pt x="796" y="434"/>
                      <a:pt x="799" y="431"/>
                    </a:cubicBezTo>
                    <a:cubicBezTo>
                      <a:pt x="800" y="430"/>
                      <a:pt x="802" y="428"/>
                      <a:pt x="804" y="427"/>
                    </a:cubicBezTo>
                    <a:cubicBezTo>
                      <a:pt x="805" y="427"/>
                      <a:pt x="807" y="428"/>
                      <a:pt x="808" y="428"/>
                    </a:cubicBezTo>
                    <a:cubicBezTo>
                      <a:pt x="810" y="429"/>
                      <a:pt x="812" y="429"/>
                      <a:pt x="814" y="428"/>
                    </a:cubicBezTo>
                    <a:cubicBezTo>
                      <a:pt x="818" y="427"/>
                      <a:pt x="821" y="424"/>
                      <a:pt x="824" y="421"/>
                    </a:cubicBezTo>
                    <a:cubicBezTo>
                      <a:pt x="827" y="418"/>
                      <a:pt x="829" y="416"/>
                      <a:pt x="833" y="415"/>
                    </a:cubicBezTo>
                    <a:cubicBezTo>
                      <a:pt x="835" y="414"/>
                      <a:pt x="837" y="413"/>
                      <a:pt x="839" y="411"/>
                    </a:cubicBezTo>
                    <a:cubicBezTo>
                      <a:pt x="841" y="409"/>
                      <a:pt x="842" y="406"/>
                      <a:pt x="844" y="404"/>
                    </a:cubicBezTo>
                    <a:cubicBezTo>
                      <a:pt x="848" y="401"/>
                      <a:pt x="854" y="404"/>
                      <a:pt x="857" y="398"/>
                    </a:cubicBezTo>
                    <a:cubicBezTo>
                      <a:pt x="858" y="396"/>
                      <a:pt x="859" y="393"/>
                      <a:pt x="858" y="391"/>
                    </a:cubicBezTo>
                    <a:cubicBezTo>
                      <a:pt x="857" y="389"/>
                      <a:pt x="855" y="387"/>
                      <a:pt x="853" y="386"/>
                    </a:cubicBezTo>
                    <a:cubicBezTo>
                      <a:pt x="851" y="385"/>
                      <a:pt x="848" y="383"/>
                      <a:pt x="849" y="381"/>
                    </a:cubicBezTo>
                    <a:cubicBezTo>
                      <a:pt x="849" y="379"/>
                      <a:pt x="851" y="378"/>
                      <a:pt x="851" y="376"/>
                    </a:cubicBezTo>
                    <a:cubicBezTo>
                      <a:pt x="850" y="374"/>
                      <a:pt x="847" y="372"/>
                      <a:pt x="846" y="371"/>
                    </a:cubicBezTo>
                    <a:cubicBezTo>
                      <a:pt x="844" y="369"/>
                      <a:pt x="842" y="367"/>
                      <a:pt x="842" y="364"/>
                    </a:cubicBezTo>
                    <a:cubicBezTo>
                      <a:pt x="841" y="363"/>
                      <a:pt x="840" y="359"/>
                      <a:pt x="841" y="357"/>
                    </a:cubicBezTo>
                    <a:cubicBezTo>
                      <a:pt x="842" y="356"/>
                      <a:pt x="844" y="358"/>
                      <a:pt x="845" y="359"/>
                    </a:cubicBezTo>
                    <a:cubicBezTo>
                      <a:pt x="850" y="363"/>
                      <a:pt x="856" y="367"/>
                      <a:pt x="860" y="372"/>
                    </a:cubicBezTo>
                    <a:cubicBezTo>
                      <a:pt x="862" y="374"/>
                      <a:pt x="863" y="376"/>
                      <a:pt x="865" y="377"/>
                    </a:cubicBezTo>
                    <a:cubicBezTo>
                      <a:pt x="868" y="378"/>
                      <a:pt x="871" y="378"/>
                      <a:pt x="873" y="378"/>
                    </a:cubicBezTo>
                    <a:cubicBezTo>
                      <a:pt x="876" y="379"/>
                      <a:pt x="879" y="381"/>
                      <a:pt x="881" y="383"/>
                    </a:cubicBezTo>
                    <a:cubicBezTo>
                      <a:pt x="882" y="385"/>
                      <a:pt x="884" y="387"/>
                      <a:pt x="887" y="387"/>
                    </a:cubicBezTo>
                    <a:cubicBezTo>
                      <a:pt x="890" y="388"/>
                      <a:pt x="893" y="387"/>
                      <a:pt x="896" y="389"/>
                    </a:cubicBezTo>
                    <a:cubicBezTo>
                      <a:pt x="897" y="389"/>
                      <a:pt x="898" y="390"/>
                      <a:pt x="899" y="390"/>
                    </a:cubicBezTo>
                    <a:cubicBezTo>
                      <a:pt x="902" y="391"/>
                      <a:pt x="904" y="392"/>
                      <a:pt x="907" y="393"/>
                    </a:cubicBezTo>
                    <a:cubicBezTo>
                      <a:pt x="909" y="394"/>
                      <a:pt x="912" y="395"/>
                      <a:pt x="914" y="397"/>
                    </a:cubicBezTo>
                    <a:cubicBezTo>
                      <a:pt x="916" y="398"/>
                      <a:pt x="917" y="400"/>
                      <a:pt x="920" y="400"/>
                    </a:cubicBezTo>
                    <a:cubicBezTo>
                      <a:pt x="922" y="401"/>
                      <a:pt x="924" y="402"/>
                      <a:pt x="926" y="404"/>
                    </a:cubicBezTo>
                    <a:cubicBezTo>
                      <a:pt x="928" y="405"/>
                      <a:pt x="930" y="406"/>
                      <a:pt x="932" y="407"/>
                    </a:cubicBezTo>
                    <a:cubicBezTo>
                      <a:pt x="934" y="407"/>
                      <a:pt x="936" y="406"/>
                      <a:pt x="938" y="407"/>
                    </a:cubicBezTo>
                    <a:cubicBezTo>
                      <a:pt x="941" y="407"/>
                      <a:pt x="944" y="408"/>
                      <a:pt x="946" y="411"/>
                    </a:cubicBezTo>
                    <a:cubicBezTo>
                      <a:pt x="948" y="413"/>
                      <a:pt x="949" y="416"/>
                      <a:pt x="952" y="419"/>
                    </a:cubicBezTo>
                    <a:cubicBezTo>
                      <a:pt x="953" y="421"/>
                      <a:pt x="955" y="423"/>
                      <a:pt x="957" y="425"/>
                    </a:cubicBezTo>
                    <a:cubicBezTo>
                      <a:pt x="959" y="426"/>
                      <a:pt x="960" y="428"/>
                      <a:pt x="962" y="429"/>
                    </a:cubicBezTo>
                    <a:cubicBezTo>
                      <a:pt x="964" y="430"/>
                      <a:pt x="966" y="430"/>
                      <a:pt x="968" y="432"/>
                    </a:cubicBezTo>
                    <a:cubicBezTo>
                      <a:pt x="970" y="434"/>
                      <a:pt x="971" y="437"/>
                      <a:pt x="973" y="439"/>
                    </a:cubicBezTo>
                    <a:cubicBezTo>
                      <a:pt x="974" y="440"/>
                      <a:pt x="975" y="441"/>
                      <a:pt x="976" y="443"/>
                    </a:cubicBezTo>
                    <a:cubicBezTo>
                      <a:pt x="976" y="444"/>
                      <a:pt x="976" y="445"/>
                      <a:pt x="977" y="446"/>
                    </a:cubicBezTo>
                    <a:cubicBezTo>
                      <a:pt x="979" y="450"/>
                      <a:pt x="987" y="449"/>
                      <a:pt x="991" y="450"/>
                    </a:cubicBezTo>
                    <a:cubicBezTo>
                      <a:pt x="995" y="450"/>
                      <a:pt x="1000" y="450"/>
                      <a:pt x="1004" y="449"/>
                    </a:cubicBezTo>
                    <a:cubicBezTo>
                      <a:pt x="1008" y="449"/>
                      <a:pt x="1011" y="450"/>
                      <a:pt x="1014" y="452"/>
                    </a:cubicBezTo>
                    <a:cubicBezTo>
                      <a:pt x="1018" y="454"/>
                      <a:pt x="1019" y="457"/>
                      <a:pt x="1022" y="460"/>
                    </a:cubicBezTo>
                    <a:cubicBezTo>
                      <a:pt x="1024" y="463"/>
                      <a:pt x="1027" y="466"/>
                      <a:pt x="1029" y="470"/>
                    </a:cubicBezTo>
                    <a:cubicBezTo>
                      <a:pt x="1030" y="472"/>
                      <a:pt x="1032" y="474"/>
                      <a:pt x="1033" y="475"/>
                    </a:cubicBezTo>
                    <a:cubicBezTo>
                      <a:pt x="1038" y="478"/>
                      <a:pt x="1043" y="480"/>
                      <a:pt x="1048" y="482"/>
                    </a:cubicBezTo>
                    <a:cubicBezTo>
                      <a:pt x="1054" y="483"/>
                      <a:pt x="1056" y="488"/>
                      <a:pt x="1060" y="491"/>
                    </a:cubicBezTo>
                    <a:cubicBezTo>
                      <a:pt x="1064" y="495"/>
                      <a:pt x="1069" y="497"/>
                      <a:pt x="1073" y="501"/>
                    </a:cubicBezTo>
                    <a:cubicBezTo>
                      <a:pt x="1075" y="503"/>
                      <a:pt x="1076" y="505"/>
                      <a:pt x="1078" y="507"/>
                    </a:cubicBezTo>
                    <a:cubicBezTo>
                      <a:pt x="1079" y="509"/>
                      <a:pt x="1081" y="511"/>
                      <a:pt x="1082" y="513"/>
                    </a:cubicBezTo>
                    <a:cubicBezTo>
                      <a:pt x="1083" y="515"/>
                      <a:pt x="1085" y="515"/>
                      <a:pt x="1087" y="515"/>
                    </a:cubicBezTo>
                    <a:cubicBezTo>
                      <a:pt x="1089" y="515"/>
                      <a:pt x="1090" y="514"/>
                      <a:pt x="1092" y="513"/>
                    </a:cubicBezTo>
                    <a:cubicBezTo>
                      <a:pt x="1094" y="512"/>
                      <a:pt x="1097" y="512"/>
                      <a:pt x="1099" y="513"/>
                    </a:cubicBezTo>
                    <a:cubicBezTo>
                      <a:pt x="1101" y="513"/>
                      <a:pt x="1103" y="515"/>
                      <a:pt x="1105" y="517"/>
                    </a:cubicBezTo>
                    <a:cubicBezTo>
                      <a:pt x="1109" y="521"/>
                      <a:pt x="1113" y="524"/>
                      <a:pt x="1119" y="526"/>
                    </a:cubicBezTo>
                    <a:cubicBezTo>
                      <a:pt x="1124" y="528"/>
                      <a:pt x="1128" y="532"/>
                      <a:pt x="1131" y="537"/>
                    </a:cubicBezTo>
                    <a:cubicBezTo>
                      <a:pt x="1133" y="541"/>
                      <a:pt x="1135" y="545"/>
                      <a:pt x="1135" y="549"/>
                    </a:cubicBezTo>
                    <a:cubicBezTo>
                      <a:pt x="1136" y="556"/>
                      <a:pt x="1138" y="562"/>
                      <a:pt x="1138" y="568"/>
                    </a:cubicBezTo>
                    <a:cubicBezTo>
                      <a:pt x="1138" y="570"/>
                      <a:pt x="1138" y="572"/>
                      <a:pt x="1138" y="574"/>
                    </a:cubicBezTo>
                    <a:cubicBezTo>
                      <a:pt x="1138" y="580"/>
                      <a:pt x="1141" y="585"/>
                      <a:pt x="1143" y="591"/>
                    </a:cubicBezTo>
                    <a:cubicBezTo>
                      <a:pt x="1144" y="593"/>
                      <a:pt x="1145" y="595"/>
                      <a:pt x="1146" y="596"/>
                    </a:cubicBezTo>
                    <a:cubicBezTo>
                      <a:pt x="1148" y="598"/>
                      <a:pt x="1149" y="599"/>
                      <a:pt x="1151" y="600"/>
                    </a:cubicBezTo>
                    <a:cubicBezTo>
                      <a:pt x="1153" y="602"/>
                      <a:pt x="1155" y="604"/>
                      <a:pt x="1158" y="605"/>
                    </a:cubicBezTo>
                    <a:cubicBezTo>
                      <a:pt x="1160" y="606"/>
                      <a:pt x="1162" y="608"/>
                      <a:pt x="1165" y="609"/>
                    </a:cubicBezTo>
                    <a:cubicBezTo>
                      <a:pt x="1167" y="610"/>
                      <a:pt x="1168" y="611"/>
                      <a:pt x="1169" y="611"/>
                    </a:cubicBezTo>
                    <a:cubicBezTo>
                      <a:pt x="1171" y="613"/>
                      <a:pt x="1173" y="613"/>
                      <a:pt x="1175" y="614"/>
                    </a:cubicBezTo>
                    <a:cubicBezTo>
                      <a:pt x="1177" y="615"/>
                      <a:pt x="1179" y="616"/>
                      <a:pt x="1181" y="617"/>
                    </a:cubicBezTo>
                    <a:cubicBezTo>
                      <a:pt x="1184" y="618"/>
                      <a:pt x="1186" y="619"/>
                      <a:pt x="1189" y="620"/>
                    </a:cubicBezTo>
                    <a:cubicBezTo>
                      <a:pt x="1191" y="622"/>
                      <a:pt x="1193" y="623"/>
                      <a:pt x="1195" y="624"/>
                    </a:cubicBezTo>
                    <a:cubicBezTo>
                      <a:pt x="1197" y="626"/>
                      <a:pt x="1199" y="628"/>
                      <a:pt x="1201" y="630"/>
                    </a:cubicBezTo>
                    <a:cubicBezTo>
                      <a:pt x="1205" y="634"/>
                      <a:pt x="1208" y="639"/>
                      <a:pt x="1212" y="643"/>
                    </a:cubicBezTo>
                    <a:cubicBezTo>
                      <a:pt x="1215" y="647"/>
                      <a:pt x="1217" y="652"/>
                      <a:pt x="1220" y="657"/>
                    </a:cubicBezTo>
                    <a:cubicBezTo>
                      <a:pt x="1222" y="661"/>
                      <a:pt x="1225" y="664"/>
                      <a:pt x="1228" y="668"/>
                    </a:cubicBezTo>
                    <a:cubicBezTo>
                      <a:pt x="1230" y="670"/>
                      <a:pt x="1232" y="672"/>
                      <a:pt x="1233" y="675"/>
                    </a:cubicBezTo>
                    <a:cubicBezTo>
                      <a:pt x="1234" y="677"/>
                      <a:pt x="1235" y="680"/>
                      <a:pt x="1236" y="683"/>
                    </a:cubicBezTo>
                    <a:cubicBezTo>
                      <a:pt x="1237" y="688"/>
                      <a:pt x="1239" y="693"/>
                      <a:pt x="1242" y="697"/>
                    </a:cubicBezTo>
                    <a:cubicBezTo>
                      <a:pt x="1244" y="699"/>
                      <a:pt x="1245" y="701"/>
                      <a:pt x="1247" y="703"/>
                    </a:cubicBezTo>
                    <a:cubicBezTo>
                      <a:pt x="1248" y="705"/>
                      <a:pt x="1249" y="707"/>
                      <a:pt x="1251" y="709"/>
                    </a:cubicBezTo>
                    <a:cubicBezTo>
                      <a:pt x="1254" y="714"/>
                      <a:pt x="1258" y="717"/>
                      <a:pt x="1260" y="722"/>
                    </a:cubicBezTo>
                    <a:cubicBezTo>
                      <a:pt x="1264" y="729"/>
                      <a:pt x="1268" y="735"/>
                      <a:pt x="1270" y="743"/>
                    </a:cubicBezTo>
                    <a:cubicBezTo>
                      <a:pt x="1271" y="745"/>
                      <a:pt x="1271" y="748"/>
                      <a:pt x="1271" y="750"/>
                    </a:cubicBezTo>
                    <a:cubicBezTo>
                      <a:pt x="1271" y="752"/>
                      <a:pt x="1271" y="755"/>
                      <a:pt x="1271" y="758"/>
                    </a:cubicBezTo>
                    <a:cubicBezTo>
                      <a:pt x="1271" y="761"/>
                      <a:pt x="1271" y="763"/>
                      <a:pt x="1272" y="766"/>
                    </a:cubicBezTo>
                    <a:cubicBezTo>
                      <a:pt x="1273" y="769"/>
                      <a:pt x="1274" y="771"/>
                      <a:pt x="1276" y="773"/>
                    </a:cubicBezTo>
                    <a:cubicBezTo>
                      <a:pt x="1277" y="776"/>
                      <a:pt x="1277" y="778"/>
                      <a:pt x="1278" y="780"/>
                    </a:cubicBezTo>
                    <a:cubicBezTo>
                      <a:pt x="1278" y="783"/>
                      <a:pt x="1279" y="785"/>
                      <a:pt x="1280" y="788"/>
                    </a:cubicBezTo>
                    <a:cubicBezTo>
                      <a:pt x="1282" y="791"/>
                      <a:pt x="1285" y="793"/>
                      <a:pt x="1288" y="795"/>
                    </a:cubicBezTo>
                    <a:cubicBezTo>
                      <a:pt x="1291" y="797"/>
                      <a:pt x="1294" y="800"/>
                      <a:pt x="1296" y="803"/>
                    </a:cubicBezTo>
                    <a:cubicBezTo>
                      <a:pt x="1298" y="805"/>
                      <a:pt x="1300" y="807"/>
                      <a:pt x="1302" y="808"/>
                    </a:cubicBezTo>
                    <a:cubicBezTo>
                      <a:pt x="1305" y="810"/>
                      <a:pt x="1307" y="811"/>
                      <a:pt x="1310" y="811"/>
                    </a:cubicBezTo>
                    <a:cubicBezTo>
                      <a:pt x="1313" y="812"/>
                      <a:pt x="1316" y="812"/>
                      <a:pt x="1319" y="812"/>
                    </a:cubicBezTo>
                    <a:cubicBezTo>
                      <a:pt x="1323" y="812"/>
                      <a:pt x="1324" y="816"/>
                      <a:pt x="1326" y="819"/>
                    </a:cubicBezTo>
                    <a:cubicBezTo>
                      <a:pt x="1327" y="822"/>
                      <a:pt x="1329" y="824"/>
                      <a:pt x="1331" y="827"/>
                    </a:cubicBezTo>
                    <a:cubicBezTo>
                      <a:pt x="1333" y="828"/>
                      <a:pt x="1335" y="830"/>
                      <a:pt x="1337" y="832"/>
                    </a:cubicBezTo>
                    <a:cubicBezTo>
                      <a:pt x="1339" y="834"/>
                      <a:pt x="1341" y="836"/>
                      <a:pt x="1343" y="839"/>
                    </a:cubicBezTo>
                    <a:cubicBezTo>
                      <a:pt x="1345" y="841"/>
                      <a:pt x="1346" y="843"/>
                      <a:pt x="1348" y="844"/>
                    </a:cubicBezTo>
                    <a:cubicBezTo>
                      <a:pt x="1351" y="846"/>
                      <a:pt x="1355" y="846"/>
                      <a:pt x="1358" y="847"/>
                    </a:cubicBezTo>
                    <a:cubicBezTo>
                      <a:pt x="1361" y="848"/>
                      <a:pt x="1363" y="847"/>
                      <a:pt x="1366" y="849"/>
                    </a:cubicBezTo>
                    <a:cubicBezTo>
                      <a:pt x="1370" y="851"/>
                      <a:pt x="1372" y="856"/>
                      <a:pt x="1376" y="858"/>
                    </a:cubicBezTo>
                    <a:cubicBezTo>
                      <a:pt x="1377" y="859"/>
                      <a:pt x="1379" y="860"/>
                      <a:pt x="1380" y="860"/>
                    </a:cubicBezTo>
                    <a:cubicBezTo>
                      <a:pt x="1384" y="863"/>
                      <a:pt x="1385" y="868"/>
                      <a:pt x="1388" y="871"/>
                    </a:cubicBezTo>
                    <a:cubicBezTo>
                      <a:pt x="1389" y="873"/>
                      <a:pt x="1391" y="874"/>
                      <a:pt x="1393" y="875"/>
                    </a:cubicBezTo>
                    <a:cubicBezTo>
                      <a:pt x="1395" y="876"/>
                      <a:pt x="1396" y="878"/>
                      <a:pt x="1397" y="879"/>
                    </a:cubicBezTo>
                    <a:cubicBezTo>
                      <a:pt x="1398" y="881"/>
                      <a:pt x="1399" y="883"/>
                      <a:pt x="1400" y="885"/>
                    </a:cubicBezTo>
                    <a:cubicBezTo>
                      <a:pt x="1401" y="886"/>
                      <a:pt x="1402" y="887"/>
                      <a:pt x="1403" y="887"/>
                    </a:cubicBezTo>
                    <a:cubicBezTo>
                      <a:pt x="1406" y="889"/>
                      <a:pt x="1409" y="889"/>
                      <a:pt x="1412" y="890"/>
                    </a:cubicBezTo>
                    <a:cubicBezTo>
                      <a:pt x="1413" y="891"/>
                      <a:pt x="1415" y="892"/>
                      <a:pt x="1416" y="893"/>
                    </a:cubicBezTo>
                    <a:cubicBezTo>
                      <a:pt x="1419" y="895"/>
                      <a:pt x="1420" y="896"/>
                      <a:pt x="1421" y="898"/>
                    </a:cubicBezTo>
                    <a:cubicBezTo>
                      <a:pt x="1423" y="901"/>
                      <a:pt x="1426" y="903"/>
                      <a:pt x="1428" y="904"/>
                    </a:cubicBezTo>
                    <a:cubicBezTo>
                      <a:pt x="1430" y="904"/>
                      <a:pt x="1432" y="904"/>
                      <a:pt x="1433" y="905"/>
                    </a:cubicBezTo>
                    <a:cubicBezTo>
                      <a:pt x="1435" y="905"/>
                      <a:pt x="1436" y="906"/>
                      <a:pt x="1436" y="907"/>
                    </a:cubicBezTo>
                    <a:cubicBezTo>
                      <a:pt x="1438" y="910"/>
                      <a:pt x="1441" y="913"/>
                      <a:pt x="1444" y="913"/>
                    </a:cubicBezTo>
                    <a:cubicBezTo>
                      <a:pt x="1445" y="913"/>
                      <a:pt x="1446" y="913"/>
                      <a:pt x="1448" y="913"/>
                    </a:cubicBezTo>
                    <a:cubicBezTo>
                      <a:pt x="1451" y="914"/>
                      <a:pt x="1453" y="915"/>
                      <a:pt x="1457" y="914"/>
                    </a:cubicBezTo>
                    <a:cubicBezTo>
                      <a:pt x="1461" y="914"/>
                      <a:pt x="1459" y="909"/>
                      <a:pt x="1457" y="906"/>
                    </a:cubicBezTo>
                    <a:cubicBezTo>
                      <a:pt x="1456" y="903"/>
                      <a:pt x="1456" y="899"/>
                      <a:pt x="1456" y="896"/>
                    </a:cubicBezTo>
                    <a:cubicBezTo>
                      <a:pt x="1456" y="892"/>
                      <a:pt x="1455" y="889"/>
                      <a:pt x="1452" y="887"/>
                    </a:cubicBezTo>
                    <a:cubicBezTo>
                      <a:pt x="1449" y="885"/>
                      <a:pt x="1445" y="886"/>
                      <a:pt x="1443" y="889"/>
                    </a:cubicBezTo>
                    <a:cubicBezTo>
                      <a:pt x="1441" y="890"/>
                      <a:pt x="1440" y="898"/>
                      <a:pt x="1437" y="893"/>
                    </a:cubicBezTo>
                    <a:cubicBezTo>
                      <a:pt x="1435" y="892"/>
                      <a:pt x="1436" y="890"/>
                      <a:pt x="1438" y="889"/>
                    </a:cubicBezTo>
                    <a:cubicBezTo>
                      <a:pt x="1439" y="887"/>
                      <a:pt x="1440" y="885"/>
                      <a:pt x="1441" y="883"/>
                    </a:cubicBezTo>
                    <a:cubicBezTo>
                      <a:pt x="1441" y="881"/>
                      <a:pt x="1442" y="880"/>
                      <a:pt x="1442" y="878"/>
                    </a:cubicBezTo>
                    <a:cubicBezTo>
                      <a:pt x="1442" y="876"/>
                      <a:pt x="1440" y="873"/>
                      <a:pt x="1439" y="871"/>
                    </a:cubicBezTo>
                    <a:cubicBezTo>
                      <a:pt x="1439" y="869"/>
                      <a:pt x="1438" y="867"/>
                      <a:pt x="1438" y="866"/>
                    </a:cubicBezTo>
                    <a:cubicBezTo>
                      <a:pt x="1439" y="864"/>
                      <a:pt x="1440" y="864"/>
                      <a:pt x="1442" y="865"/>
                    </a:cubicBezTo>
                    <a:cubicBezTo>
                      <a:pt x="1444" y="867"/>
                      <a:pt x="1444" y="871"/>
                      <a:pt x="1445" y="874"/>
                    </a:cubicBezTo>
                    <a:cubicBezTo>
                      <a:pt x="1446" y="877"/>
                      <a:pt x="1446" y="879"/>
                      <a:pt x="1448" y="880"/>
                    </a:cubicBezTo>
                    <a:cubicBezTo>
                      <a:pt x="1449" y="881"/>
                      <a:pt x="1451" y="883"/>
                      <a:pt x="1453" y="882"/>
                    </a:cubicBezTo>
                    <a:cubicBezTo>
                      <a:pt x="1455" y="880"/>
                      <a:pt x="1454" y="876"/>
                      <a:pt x="1454" y="874"/>
                    </a:cubicBezTo>
                    <a:cubicBezTo>
                      <a:pt x="1454" y="870"/>
                      <a:pt x="1454" y="865"/>
                      <a:pt x="1451" y="862"/>
                    </a:cubicBezTo>
                    <a:cubicBezTo>
                      <a:pt x="1449" y="859"/>
                      <a:pt x="1448" y="857"/>
                      <a:pt x="1450" y="853"/>
                    </a:cubicBezTo>
                    <a:cubicBezTo>
                      <a:pt x="1452" y="850"/>
                      <a:pt x="1449" y="847"/>
                      <a:pt x="1447" y="844"/>
                    </a:cubicBezTo>
                    <a:cubicBezTo>
                      <a:pt x="1445" y="841"/>
                      <a:pt x="1443" y="838"/>
                      <a:pt x="1440" y="835"/>
                    </a:cubicBezTo>
                    <a:cubicBezTo>
                      <a:pt x="1439" y="834"/>
                      <a:pt x="1434" y="829"/>
                      <a:pt x="1437" y="828"/>
                    </a:cubicBezTo>
                    <a:cubicBezTo>
                      <a:pt x="1438" y="827"/>
                      <a:pt x="1442" y="832"/>
                      <a:pt x="1443" y="833"/>
                    </a:cubicBezTo>
                    <a:cubicBezTo>
                      <a:pt x="1445" y="834"/>
                      <a:pt x="1447" y="837"/>
                      <a:pt x="1449" y="839"/>
                    </a:cubicBezTo>
                    <a:cubicBezTo>
                      <a:pt x="1451" y="839"/>
                      <a:pt x="1453" y="839"/>
                      <a:pt x="1454" y="839"/>
                    </a:cubicBezTo>
                    <a:cubicBezTo>
                      <a:pt x="1456" y="840"/>
                      <a:pt x="1458" y="840"/>
                      <a:pt x="1459" y="841"/>
                    </a:cubicBezTo>
                    <a:cubicBezTo>
                      <a:pt x="1463" y="843"/>
                      <a:pt x="1466" y="848"/>
                      <a:pt x="1467" y="852"/>
                    </a:cubicBezTo>
                    <a:cubicBezTo>
                      <a:pt x="1467" y="854"/>
                      <a:pt x="1466" y="856"/>
                      <a:pt x="1466" y="858"/>
                    </a:cubicBezTo>
                    <a:cubicBezTo>
                      <a:pt x="1469" y="858"/>
                      <a:pt x="1471" y="857"/>
                      <a:pt x="1474" y="856"/>
                    </a:cubicBezTo>
                    <a:cubicBezTo>
                      <a:pt x="1476" y="855"/>
                      <a:pt x="1477" y="853"/>
                      <a:pt x="1479" y="854"/>
                    </a:cubicBezTo>
                    <a:cubicBezTo>
                      <a:pt x="1481" y="856"/>
                      <a:pt x="1482" y="858"/>
                      <a:pt x="1485" y="858"/>
                    </a:cubicBezTo>
                    <a:cubicBezTo>
                      <a:pt x="1487" y="858"/>
                      <a:pt x="1490" y="857"/>
                      <a:pt x="1490" y="854"/>
                    </a:cubicBezTo>
                    <a:cubicBezTo>
                      <a:pt x="1491" y="851"/>
                      <a:pt x="1491" y="847"/>
                      <a:pt x="1491" y="844"/>
                    </a:cubicBezTo>
                    <a:cubicBezTo>
                      <a:pt x="1491" y="841"/>
                      <a:pt x="1492" y="839"/>
                      <a:pt x="1493" y="837"/>
                    </a:cubicBezTo>
                    <a:cubicBezTo>
                      <a:pt x="1493" y="834"/>
                      <a:pt x="1491" y="832"/>
                      <a:pt x="1489" y="830"/>
                    </a:cubicBezTo>
                    <a:cubicBezTo>
                      <a:pt x="1488" y="828"/>
                      <a:pt x="1487" y="825"/>
                      <a:pt x="1486" y="823"/>
                    </a:cubicBezTo>
                    <a:cubicBezTo>
                      <a:pt x="1486" y="819"/>
                      <a:pt x="1487" y="817"/>
                      <a:pt x="1490" y="819"/>
                    </a:cubicBezTo>
                    <a:cubicBezTo>
                      <a:pt x="1494" y="821"/>
                      <a:pt x="1497" y="824"/>
                      <a:pt x="1499" y="827"/>
                    </a:cubicBezTo>
                    <a:cubicBezTo>
                      <a:pt x="1502" y="830"/>
                      <a:pt x="1504" y="832"/>
                      <a:pt x="1505" y="836"/>
                    </a:cubicBezTo>
                    <a:cubicBezTo>
                      <a:pt x="1506" y="839"/>
                      <a:pt x="1507" y="841"/>
                      <a:pt x="1509" y="843"/>
                    </a:cubicBezTo>
                    <a:cubicBezTo>
                      <a:pt x="1511" y="844"/>
                      <a:pt x="1513" y="845"/>
                      <a:pt x="1515" y="847"/>
                    </a:cubicBezTo>
                    <a:cubicBezTo>
                      <a:pt x="1517" y="849"/>
                      <a:pt x="1518" y="851"/>
                      <a:pt x="1520" y="852"/>
                    </a:cubicBezTo>
                    <a:cubicBezTo>
                      <a:pt x="1523" y="852"/>
                      <a:pt x="1526" y="850"/>
                      <a:pt x="1528" y="851"/>
                    </a:cubicBezTo>
                    <a:cubicBezTo>
                      <a:pt x="1531" y="851"/>
                      <a:pt x="1532" y="854"/>
                      <a:pt x="1533" y="856"/>
                    </a:cubicBezTo>
                    <a:cubicBezTo>
                      <a:pt x="1534" y="858"/>
                      <a:pt x="1534" y="861"/>
                      <a:pt x="1537" y="862"/>
                    </a:cubicBezTo>
                    <a:cubicBezTo>
                      <a:pt x="1539" y="863"/>
                      <a:pt x="1539" y="860"/>
                      <a:pt x="1539" y="858"/>
                    </a:cubicBezTo>
                    <a:cubicBezTo>
                      <a:pt x="1538" y="856"/>
                      <a:pt x="1537" y="853"/>
                      <a:pt x="1540" y="852"/>
                    </a:cubicBezTo>
                    <a:cubicBezTo>
                      <a:pt x="1542" y="851"/>
                      <a:pt x="1545" y="850"/>
                      <a:pt x="1547" y="849"/>
                    </a:cubicBezTo>
                    <a:cubicBezTo>
                      <a:pt x="1548" y="848"/>
                      <a:pt x="1548" y="847"/>
                      <a:pt x="1548" y="846"/>
                    </a:cubicBezTo>
                    <a:cubicBezTo>
                      <a:pt x="1549" y="845"/>
                      <a:pt x="1549" y="844"/>
                      <a:pt x="1548" y="842"/>
                    </a:cubicBezTo>
                    <a:cubicBezTo>
                      <a:pt x="1548" y="841"/>
                      <a:pt x="1548" y="840"/>
                      <a:pt x="1548" y="839"/>
                    </a:cubicBezTo>
                    <a:cubicBezTo>
                      <a:pt x="1547" y="838"/>
                      <a:pt x="1548" y="837"/>
                      <a:pt x="1548" y="836"/>
                    </a:cubicBezTo>
                    <a:cubicBezTo>
                      <a:pt x="1547" y="835"/>
                      <a:pt x="1546" y="834"/>
                      <a:pt x="1546" y="833"/>
                    </a:cubicBezTo>
                    <a:cubicBezTo>
                      <a:pt x="1542" y="829"/>
                      <a:pt x="1538" y="823"/>
                      <a:pt x="1532" y="822"/>
                    </a:cubicBezTo>
                    <a:cubicBezTo>
                      <a:pt x="1530" y="822"/>
                      <a:pt x="1529" y="821"/>
                      <a:pt x="1528" y="821"/>
                    </a:cubicBezTo>
                    <a:cubicBezTo>
                      <a:pt x="1526" y="819"/>
                      <a:pt x="1529" y="819"/>
                      <a:pt x="1529" y="819"/>
                    </a:cubicBezTo>
                    <a:cubicBezTo>
                      <a:pt x="1533" y="819"/>
                      <a:pt x="1537" y="819"/>
                      <a:pt x="1540" y="822"/>
                    </a:cubicBezTo>
                    <a:cubicBezTo>
                      <a:pt x="1541" y="823"/>
                      <a:pt x="1542" y="824"/>
                      <a:pt x="1544" y="825"/>
                    </a:cubicBezTo>
                    <a:cubicBezTo>
                      <a:pt x="1545" y="826"/>
                      <a:pt x="1546" y="827"/>
                      <a:pt x="1548" y="827"/>
                    </a:cubicBezTo>
                    <a:cubicBezTo>
                      <a:pt x="1550" y="828"/>
                      <a:pt x="1552" y="831"/>
                      <a:pt x="1553" y="833"/>
                    </a:cubicBezTo>
                    <a:cubicBezTo>
                      <a:pt x="1554" y="834"/>
                      <a:pt x="1555" y="836"/>
                      <a:pt x="1557" y="836"/>
                    </a:cubicBezTo>
                    <a:cubicBezTo>
                      <a:pt x="1558" y="837"/>
                      <a:pt x="1559" y="836"/>
                      <a:pt x="1560" y="834"/>
                    </a:cubicBezTo>
                    <a:cubicBezTo>
                      <a:pt x="1560" y="833"/>
                      <a:pt x="1561" y="830"/>
                      <a:pt x="1563" y="830"/>
                    </a:cubicBezTo>
                    <a:cubicBezTo>
                      <a:pt x="1564" y="830"/>
                      <a:pt x="1566" y="832"/>
                      <a:pt x="1566" y="833"/>
                    </a:cubicBezTo>
                    <a:cubicBezTo>
                      <a:pt x="1567" y="835"/>
                      <a:pt x="1568" y="836"/>
                      <a:pt x="1569" y="838"/>
                    </a:cubicBezTo>
                    <a:cubicBezTo>
                      <a:pt x="1570" y="839"/>
                      <a:pt x="1571" y="840"/>
                      <a:pt x="1572" y="840"/>
                    </a:cubicBezTo>
                    <a:cubicBezTo>
                      <a:pt x="1574" y="840"/>
                      <a:pt x="1575" y="836"/>
                      <a:pt x="1575" y="835"/>
                    </a:cubicBezTo>
                    <a:cubicBezTo>
                      <a:pt x="1575" y="834"/>
                      <a:pt x="1575" y="832"/>
                      <a:pt x="1575" y="831"/>
                    </a:cubicBezTo>
                    <a:cubicBezTo>
                      <a:pt x="1575" y="831"/>
                      <a:pt x="1575" y="829"/>
                      <a:pt x="1576" y="829"/>
                    </a:cubicBezTo>
                    <a:cubicBezTo>
                      <a:pt x="1577" y="829"/>
                      <a:pt x="1578" y="832"/>
                      <a:pt x="1578" y="832"/>
                    </a:cubicBezTo>
                    <a:cubicBezTo>
                      <a:pt x="1580" y="834"/>
                      <a:pt x="1581" y="833"/>
                      <a:pt x="1583" y="833"/>
                    </a:cubicBezTo>
                    <a:cubicBezTo>
                      <a:pt x="1585" y="833"/>
                      <a:pt x="1586" y="833"/>
                      <a:pt x="1587" y="834"/>
                    </a:cubicBezTo>
                    <a:cubicBezTo>
                      <a:pt x="1588" y="835"/>
                      <a:pt x="1588" y="836"/>
                      <a:pt x="1589" y="837"/>
                    </a:cubicBezTo>
                    <a:cubicBezTo>
                      <a:pt x="1592" y="839"/>
                      <a:pt x="1595" y="835"/>
                      <a:pt x="1597" y="834"/>
                    </a:cubicBezTo>
                    <a:cubicBezTo>
                      <a:pt x="1599" y="833"/>
                      <a:pt x="1600" y="832"/>
                      <a:pt x="1601" y="832"/>
                    </a:cubicBezTo>
                    <a:cubicBezTo>
                      <a:pt x="1603" y="831"/>
                      <a:pt x="1603" y="830"/>
                      <a:pt x="1604" y="829"/>
                    </a:cubicBezTo>
                    <a:cubicBezTo>
                      <a:pt x="1606" y="826"/>
                      <a:pt x="1609" y="827"/>
                      <a:pt x="1610" y="830"/>
                    </a:cubicBezTo>
                    <a:cubicBezTo>
                      <a:pt x="1612" y="831"/>
                      <a:pt x="1612" y="833"/>
                      <a:pt x="1614" y="834"/>
                    </a:cubicBezTo>
                    <a:cubicBezTo>
                      <a:pt x="1614" y="835"/>
                      <a:pt x="1616" y="837"/>
                      <a:pt x="1617" y="836"/>
                    </a:cubicBezTo>
                    <a:cubicBezTo>
                      <a:pt x="1618" y="836"/>
                      <a:pt x="1618" y="834"/>
                      <a:pt x="1618" y="833"/>
                    </a:cubicBezTo>
                    <a:cubicBezTo>
                      <a:pt x="1618" y="832"/>
                      <a:pt x="1619" y="831"/>
                      <a:pt x="1619" y="830"/>
                    </a:cubicBezTo>
                    <a:cubicBezTo>
                      <a:pt x="1620" y="829"/>
                      <a:pt x="1622" y="829"/>
                      <a:pt x="1623" y="829"/>
                    </a:cubicBezTo>
                    <a:cubicBezTo>
                      <a:pt x="1623" y="829"/>
                      <a:pt x="1624" y="829"/>
                      <a:pt x="1624" y="830"/>
                    </a:cubicBezTo>
                    <a:cubicBezTo>
                      <a:pt x="1625" y="830"/>
                      <a:pt x="1625" y="831"/>
                      <a:pt x="1626" y="831"/>
                    </a:cubicBezTo>
                    <a:cubicBezTo>
                      <a:pt x="1626" y="831"/>
                      <a:pt x="1626" y="832"/>
                      <a:pt x="1626" y="832"/>
                    </a:cubicBezTo>
                    <a:cubicBezTo>
                      <a:pt x="1627" y="832"/>
                      <a:pt x="1627" y="832"/>
                      <a:pt x="1628" y="832"/>
                    </a:cubicBezTo>
                    <a:cubicBezTo>
                      <a:pt x="1629" y="833"/>
                      <a:pt x="1630" y="833"/>
                      <a:pt x="1631" y="833"/>
                    </a:cubicBezTo>
                    <a:cubicBezTo>
                      <a:pt x="1632" y="833"/>
                      <a:pt x="1633" y="832"/>
                      <a:pt x="1634" y="832"/>
                    </a:cubicBezTo>
                    <a:cubicBezTo>
                      <a:pt x="1634" y="831"/>
                      <a:pt x="1635" y="830"/>
                      <a:pt x="1635" y="829"/>
                    </a:cubicBezTo>
                    <a:cubicBezTo>
                      <a:pt x="1636" y="829"/>
                      <a:pt x="1636" y="828"/>
                      <a:pt x="1637" y="828"/>
                    </a:cubicBezTo>
                    <a:cubicBezTo>
                      <a:pt x="1637" y="827"/>
                      <a:pt x="1638" y="826"/>
                      <a:pt x="1638" y="826"/>
                    </a:cubicBezTo>
                    <a:cubicBezTo>
                      <a:pt x="1639" y="825"/>
                      <a:pt x="1639" y="824"/>
                      <a:pt x="1640" y="824"/>
                    </a:cubicBezTo>
                    <a:cubicBezTo>
                      <a:pt x="1640" y="824"/>
                      <a:pt x="1641" y="824"/>
                      <a:pt x="1641" y="824"/>
                    </a:cubicBezTo>
                    <a:cubicBezTo>
                      <a:pt x="1642" y="824"/>
                      <a:pt x="1642" y="824"/>
                      <a:pt x="1643" y="824"/>
                    </a:cubicBezTo>
                    <a:cubicBezTo>
                      <a:pt x="1643" y="823"/>
                      <a:pt x="1644" y="823"/>
                      <a:pt x="1644" y="823"/>
                    </a:cubicBezTo>
                    <a:cubicBezTo>
                      <a:pt x="1646" y="823"/>
                      <a:pt x="1647" y="823"/>
                      <a:pt x="1648" y="823"/>
                    </a:cubicBezTo>
                    <a:cubicBezTo>
                      <a:pt x="1651" y="823"/>
                      <a:pt x="1654" y="824"/>
                      <a:pt x="1656" y="822"/>
                    </a:cubicBezTo>
                    <a:cubicBezTo>
                      <a:pt x="1659" y="820"/>
                      <a:pt x="1657" y="816"/>
                      <a:pt x="1656" y="814"/>
                    </a:cubicBezTo>
                    <a:close/>
                    <a:moveTo>
                      <a:pt x="246" y="2502"/>
                    </a:moveTo>
                    <a:cubicBezTo>
                      <a:pt x="246" y="2505"/>
                      <a:pt x="246" y="2507"/>
                      <a:pt x="243" y="2506"/>
                    </a:cubicBezTo>
                    <a:cubicBezTo>
                      <a:pt x="238" y="2504"/>
                      <a:pt x="231" y="2499"/>
                      <a:pt x="230" y="2493"/>
                    </a:cubicBezTo>
                    <a:cubicBezTo>
                      <a:pt x="230" y="2490"/>
                      <a:pt x="230" y="2489"/>
                      <a:pt x="229" y="2487"/>
                    </a:cubicBezTo>
                    <a:cubicBezTo>
                      <a:pt x="228" y="2485"/>
                      <a:pt x="226" y="2484"/>
                      <a:pt x="225" y="2482"/>
                    </a:cubicBezTo>
                    <a:cubicBezTo>
                      <a:pt x="224" y="2480"/>
                      <a:pt x="225" y="2478"/>
                      <a:pt x="224" y="2476"/>
                    </a:cubicBezTo>
                    <a:cubicBezTo>
                      <a:pt x="223" y="2475"/>
                      <a:pt x="221" y="2475"/>
                      <a:pt x="220" y="2473"/>
                    </a:cubicBezTo>
                    <a:cubicBezTo>
                      <a:pt x="218" y="2472"/>
                      <a:pt x="218" y="2469"/>
                      <a:pt x="218" y="2467"/>
                    </a:cubicBezTo>
                    <a:cubicBezTo>
                      <a:pt x="222" y="2465"/>
                      <a:pt x="222" y="2470"/>
                      <a:pt x="223" y="2470"/>
                    </a:cubicBezTo>
                    <a:cubicBezTo>
                      <a:pt x="226" y="2470"/>
                      <a:pt x="226" y="2465"/>
                      <a:pt x="230" y="2467"/>
                    </a:cubicBezTo>
                    <a:cubicBezTo>
                      <a:pt x="233" y="2468"/>
                      <a:pt x="231" y="2472"/>
                      <a:pt x="232" y="2475"/>
                    </a:cubicBezTo>
                    <a:cubicBezTo>
                      <a:pt x="233" y="2477"/>
                      <a:pt x="234" y="2479"/>
                      <a:pt x="236" y="2480"/>
                    </a:cubicBezTo>
                    <a:cubicBezTo>
                      <a:pt x="237" y="2481"/>
                      <a:pt x="238" y="2482"/>
                      <a:pt x="239" y="2483"/>
                    </a:cubicBezTo>
                    <a:cubicBezTo>
                      <a:pt x="240" y="2484"/>
                      <a:pt x="240" y="2483"/>
                      <a:pt x="242" y="2484"/>
                    </a:cubicBezTo>
                    <a:cubicBezTo>
                      <a:pt x="244" y="2485"/>
                      <a:pt x="246" y="2488"/>
                      <a:pt x="246" y="2490"/>
                    </a:cubicBezTo>
                    <a:cubicBezTo>
                      <a:pt x="246" y="2494"/>
                      <a:pt x="246" y="2498"/>
                      <a:pt x="246" y="2502"/>
                    </a:cubicBezTo>
                    <a:close/>
                    <a:moveTo>
                      <a:pt x="385" y="3161"/>
                    </a:moveTo>
                    <a:cubicBezTo>
                      <a:pt x="384" y="3163"/>
                      <a:pt x="383" y="3165"/>
                      <a:pt x="381" y="3166"/>
                    </a:cubicBezTo>
                    <a:cubicBezTo>
                      <a:pt x="379" y="3168"/>
                      <a:pt x="378" y="3170"/>
                      <a:pt x="378" y="3173"/>
                    </a:cubicBezTo>
                    <a:cubicBezTo>
                      <a:pt x="378" y="3175"/>
                      <a:pt x="377" y="3178"/>
                      <a:pt x="378" y="3180"/>
                    </a:cubicBezTo>
                    <a:cubicBezTo>
                      <a:pt x="378" y="3182"/>
                      <a:pt x="380" y="3184"/>
                      <a:pt x="379" y="3186"/>
                    </a:cubicBezTo>
                    <a:cubicBezTo>
                      <a:pt x="379" y="3190"/>
                      <a:pt x="376" y="3194"/>
                      <a:pt x="374" y="3197"/>
                    </a:cubicBezTo>
                    <a:cubicBezTo>
                      <a:pt x="372" y="3200"/>
                      <a:pt x="369" y="3202"/>
                      <a:pt x="367" y="3204"/>
                    </a:cubicBezTo>
                    <a:cubicBezTo>
                      <a:pt x="365" y="3205"/>
                      <a:pt x="364" y="3207"/>
                      <a:pt x="362" y="3209"/>
                    </a:cubicBezTo>
                    <a:cubicBezTo>
                      <a:pt x="360" y="3212"/>
                      <a:pt x="359" y="3215"/>
                      <a:pt x="358" y="3219"/>
                    </a:cubicBezTo>
                    <a:cubicBezTo>
                      <a:pt x="358" y="3220"/>
                      <a:pt x="357" y="3223"/>
                      <a:pt x="355" y="3224"/>
                    </a:cubicBezTo>
                    <a:cubicBezTo>
                      <a:pt x="354" y="3226"/>
                      <a:pt x="351" y="3225"/>
                      <a:pt x="350" y="3225"/>
                    </a:cubicBezTo>
                    <a:cubicBezTo>
                      <a:pt x="349" y="3224"/>
                      <a:pt x="348" y="3224"/>
                      <a:pt x="348" y="3223"/>
                    </a:cubicBezTo>
                    <a:cubicBezTo>
                      <a:pt x="347" y="3222"/>
                      <a:pt x="347" y="3221"/>
                      <a:pt x="347" y="3221"/>
                    </a:cubicBezTo>
                    <a:cubicBezTo>
                      <a:pt x="347" y="3219"/>
                      <a:pt x="347" y="3217"/>
                      <a:pt x="348" y="3215"/>
                    </a:cubicBezTo>
                    <a:cubicBezTo>
                      <a:pt x="348" y="3213"/>
                      <a:pt x="348" y="3211"/>
                      <a:pt x="348" y="3210"/>
                    </a:cubicBezTo>
                    <a:cubicBezTo>
                      <a:pt x="348" y="3208"/>
                      <a:pt x="350" y="3206"/>
                      <a:pt x="351" y="3205"/>
                    </a:cubicBezTo>
                    <a:cubicBezTo>
                      <a:pt x="352" y="3203"/>
                      <a:pt x="353" y="3203"/>
                      <a:pt x="354" y="3201"/>
                    </a:cubicBezTo>
                    <a:cubicBezTo>
                      <a:pt x="354" y="3199"/>
                      <a:pt x="353" y="3197"/>
                      <a:pt x="352" y="3195"/>
                    </a:cubicBezTo>
                    <a:cubicBezTo>
                      <a:pt x="352" y="3194"/>
                      <a:pt x="351" y="3193"/>
                      <a:pt x="350" y="3192"/>
                    </a:cubicBezTo>
                    <a:cubicBezTo>
                      <a:pt x="349" y="3191"/>
                      <a:pt x="350" y="3190"/>
                      <a:pt x="350" y="3189"/>
                    </a:cubicBezTo>
                    <a:cubicBezTo>
                      <a:pt x="350" y="3186"/>
                      <a:pt x="350" y="3183"/>
                      <a:pt x="351" y="3180"/>
                    </a:cubicBezTo>
                    <a:cubicBezTo>
                      <a:pt x="352" y="3177"/>
                      <a:pt x="353" y="3175"/>
                      <a:pt x="354" y="3172"/>
                    </a:cubicBezTo>
                    <a:cubicBezTo>
                      <a:pt x="354" y="3171"/>
                      <a:pt x="355" y="3169"/>
                      <a:pt x="355" y="3168"/>
                    </a:cubicBezTo>
                    <a:cubicBezTo>
                      <a:pt x="356" y="3168"/>
                      <a:pt x="357" y="3167"/>
                      <a:pt x="357" y="3167"/>
                    </a:cubicBezTo>
                    <a:cubicBezTo>
                      <a:pt x="358" y="3166"/>
                      <a:pt x="359" y="3164"/>
                      <a:pt x="360" y="3163"/>
                    </a:cubicBezTo>
                    <a:cubicBezTo>
                      <a:pt x="361" y="3161"/>
                      <a:pt x="362" y="3161"/>
                      <a:pt x="363" y="3160"/>
                    </a:cubicBezTo>
                    <a:cubicBezTo>
                      <a:pt x="365" y="3157"/>
                      <a:pt x="364" y="3153"/>
                      <a:pt x="365" y="3149"/>
                    </a:cubicBezTo>
                    <a:cubicBezTo>
                      <a:pt x="365" y="3147"/>
                      <a:pt x="367" y="3143"/>
                      <a:pt x="369" y="3141"/>
                    </a:cubicBezTo>
                    <a:cubicBezTo>
                      <a:pt x="371" y="3140"/>
                      <a:pt x="374" y="3142"/>
                      <a:pt x="375" y="3143"/>
                    </a:cubicBezTo>
                    <a:cubicBezTo>
                      <a:pt x="376" y="3144"/>
                      <a:pt x="377" y="3146"/>
                      <a:pt x="378" y="3147"/>
                    </a:cubicBezTo>
                    <a:cubicBezTo>
                      <a:pt x="378" y="3148"/>
                      <a:pt x="378" y="3150"/>
                      <a:pt x="379" y="3151"/>
                    </a:cubicBezTo>
                    <a:cubicBezTo>
                      <a:pt x="381" y="3153"/>
                      <a:pt x="382" y="3150"/>
                      <a:pt x="383" y="3149"/>
                    </a:cubicBezTo>
                    <a:cubicBezTo>
                      <a:pt x="385" y="3147"/>
                      <a:pt x="386" y="3150"/>
                      <a:pt x="387" y="3152"/>
                    </a:cubicBezTo>
                    <a:cubicBezTo>
                      <a:pt x="387" y="3155"/>
                      <a:pt x="387" y="3158"/>
                      <a:pt x="385" y="3161"/>
                    </a:cubicBezTo>
                    <a:close/>
                    <a:moveTo>
                      <a:pt x="575" y="2882"/>
                    </a:moveTo>
                    <a:cubicBezTo>
                      <a:pt x="576" y="2881"/>
                      <a:pt x="579" y="2882"/>
                      <a:pt x="580" y="2883"/>
                    </a:cubicBezTo>
                    <a:cubicBezTo>
                      <a:pt x="585" y="2887"/>
                      <a:pt x="583" y="2894"/>
                      <a:pt x="583" y="2899"/>
                    </a:cubicBezTo>
                    <a:cubicBezTo>
                      <a:pt x="583" y="2902"/>
                      <a:pt x="586" y="2902"/>
                      <a:pt x="588" y="2902"/>
                    </a:cubicBezTo>
                    <a:cubicBezTo>
                      <a:pt x="590" y="2902"/>
                      <a:pt x="591" y="2901"/>
                      <a:pt x="593" y="2899"/>
                    </a:cubicBezTo>
                    <a:cubicBezTo>
                      <a:pt x="594" y="2898"/>
                      <a:pt x="596" y="2897"/>
                      <a:pt x="598" y="2897"/>
                    </a:cubicBezTo>
                    <a:cubicBezTo>
                      <a:pt x="600" y="2896"/>
                      <a:pt x="601" y="2898"/>
                      <a:pt x="602" y="2899"/>
                    </a:cubicBezTo>
                    <a:cubicBezTo>
                      <a:pt x="605" y="2901"/>
                      <a:pt x="608" y="2900"/>
                      <a:pt x="612" y="2900"/>
                    </a:cubicBezTo>
                    <a:cubicBezTo>
                      <a:pt x="616" y="2901"/>
                      <a:pt x="621" y="2904"/>
                      <a:pt x="623" y="2907"/>
                    </a:cubicBezTo>
                    <a:cubicBezTo>
                      <a:pt x="624" y="2908"/>
                      <a:pt x="625" y="2910"/>
                      <a:pt x="625" y="2912"/>
                    </a:cubicBezTo>
                    <a:cubicBezTo>
                      <a:pt x="625" y="2915"/>
                      <a:pt x="624" y="2917"/>
                      <a:pt x="624" y="2919"/>
                    </a:cubicBezTo>
                    <a:cubicBezTo>
                      <a:pt x="622" y="2920"/>
                      <a:pt x="621" y="2920"/>
                      <a:pt x="620" y="2918"/>
                    </a:cubicBezTo>
                    <a:cubicBezTo>
                      <a:pt x="619" y="2916"/>
                      <a:pt x="619" y="2915"/>
                      <a:pt x="618" y="2913"/>
                    </a:cubicBezTo>
                    <a:cubicBezTo>
                      <a:pt x="616" y="2912"/>
                      <a:pt x="616" y="2912"/>
                      <a:pt x="614" y="2912"/>
                    </a:cubicBezTo>
                    <a:cubicBezTo>
                      <a:pt x="612" y="2913"/>
                      <a:pt x="611" y="2914"/>
                      <a:pt x="612" y="2916"/>
                    </a:cubicBezTo>
                    <a:cubicBezTo>
                      <a:pt x="613" y="2918"/>
                      <a:pt x="615" y="2919"/>
                      <a:pt x="616" y="2921"/>
                    </a:cubicBezTo>
                    <a:cubicBezTo>
                      <a:pt x="617" y="2922"/>
                      <a:pt x="618" y="2924"/>
                      <a:pt x="618" y="2926"/>
                    </a:cubicBezTo>
                    <a:cubicBezTo>
                      <a:pt x="619" y="2927"/>
                      <a:pt x="619" y="2929"/>
                      <a:pt x="619" y="2931"/>
                    </a:cubicBezTo>
                    <a:cubicBezTo>
                      <a:pt x="620" y="2932"/>
                      <a:pt x="620" y="2934"/>
                      <a:pt x="619" y="2935"/>
                    </a:cubicBezTo>
                    <a:cubicBezTo>
                      <a:pt x="617" y="2938"/>
                      <a:pt x="613" y="2935"/>
                      <a:pt x="612" y="2933"/>
                    </a:cubicBezTo>
                    <a:cubicBezTo>
                      <a:pt x="611" y="2932"/>
                      <a:pt x="611" y="2930"/>
                      <a:pt x="610" y="2929"/>
                    </a:cubicBezTo>
                    <a:cubicBezTo>
                      <a:pt x="610" y="2927"/>
                      <a:pt x="611" y="2925"/>
                      <a:pt x="610" y="2923"/>
                    </a:cubicBezTo>
                    <a:cubicBezTo>
                      <a:pt x="609" y="2920"/>
                      <a:pt x="608" y="2916"/>
                      <a:pt x="605" y="2914"/>
                    </a:cubicBezTo>
                    <a:cubicBezTo>
                      <a:pt x="602" y="2913"/>
                      <a:pt x="599" y="2916"/>
                      <a:pt x="598" y="2918"/>
                    </a:cubicBezTo>
                    <a:cubicBezTo>
                      <a:pt x="596" y="2922"/>
                      <a:pt x="599" y="2927"/>
                      <a:pt x="600" y="2931"/>
                    </a:cubicBezTo>
                    <a:cubicBezTo>
                      <a:pt x="600" y="2932"/>
                      <a:pt x="600" y="2934"/>
                      <a:pt x="598" y="2934"/>
                    </a:cubicBezTo>
                    <a:cubicBezTo>
                      <a:pt x="597" y="2934"/>
                      <a:pt x="596" y="2933"/>
                      <a:pt x="595" y="2932"/>
                    </a:cubicBezTo>
                    <a:cubicBezTo>
                      <a:pt x="592" y="2928"/>
                      <a:pt x="590" y="2924"/>
                      <a:pt x="587" y="2919"/>
                    </a:cubicBezTo>
                    <a:cubicBezTo>
                      <a:pt x="586" y="2917"/>
                      <a:pt x="585" y="2915"/>
                      <a:pt x="583" y="2913"/>
                    </a:cubicBezTo>
                    <a:cubicBezTo>
                      <a:pt x="582" y="2912"/>
                      <a:pt x="581" y="2912"/>
                      <a:pt x="581" y="2911"/>
                    </a:cubicBezTo>
                    <a:cubicBezTo>
                      <a:pt x="580" y="2910"/>
                      <a:pt x="579" y="2909"/>
                      <a:pt x="578" y="2908"/>
                    </a:cubicBezTo>
                    <a:cubicBezTo>
                      <a:pt x="577" y="2908"/>
                      <a:pt x="576" y="2907"/>
                      <a:pt x="575" y="2905"/>
                    </a:cubicBezTo>
                    <a:cubicBezTo>
                      <a:pt x="575" y="2904"/>
                      <a:pt x="574" y="2902"/>
                      <a:pt x="574" y="2901"/>
                    </a:cubicBezTo>
                    <a:cubicBezTo>
                      <a:pt x="574" y="2900"/>
                      <a:pt x="573" y="2898"/>
                      <a:pt x="574" y="2897"/>
                    </a:cubicBezTo>
                    <a:cubicBezTo>
                      <a:pt x="574" y="2897"/>
                      <a:pt x="574" y="2896"/>
                      <a:pt x="575" y="2895"/>
                    </a:cubicBezTo>
                    <a:cubicBezTo>
                      <a:pt x="575" y="2893"/>
                      <a:pt x="575" y="2890"/>
                      <a:pt x="574" y="2888"/>
                    </a:cubicBezTo>
                    <a:cubicBezTo>
                      <a:pt x="574" y="2886"/>
                      <a:pt x="573" y="2884"/>
                      <a:pt x="575" y="2882"/>
                    </a:cubicBezTo>
                    <a:close/>
                    <a:moveTo>
                      <a:pt x="730" y="2760"/>
                    </a:moveTo>
                    <a:cubicBezTo>
                      <a:pt x="729" y="2761"/>
                      <a:pt x="726" y="2763"/>
                      <a:pt x="724" y="2762"/>
                    </a:cubicBezTo>
                    <a:cubicBezTo>
                      <a:pt x="724" y="2761"/>
                      <a:pt x="723" y="2761"/>
                      <a:pt x="722" y="2761"/>
                    </a:cubicBezTo>
                    <a:cubicBezTo>
                      <a:pt x="720" y="2761"/>
                      <a:pt x="719" y="2760"/>
                      <a:pt x="717" y="2760"/>
                    </a:cubicBezTo>
                    <a:cubicBezTo>
                      <a:pt x="715" y="2760"/>
                      <a:pt x="714" y="2759"/>
                      <a:pt x="712" y="2759"/>
                    </a:cubicBezTo>
                    <a:cubicBezTo>
                      <a:pt x="710" y="2759"/>
                      <a:pt x="706" y="2760"/>
                      <a:pt x="704" y="2759"/>
                    </a:cubicBezTo>
                    <a:cubicBezTo>
                      <a:pt x="701" y="2758"/>
                      <a:pt x="698" y="2755"/>
                      <a:pt x="697" y="2753"/>
                    </a:cubicBezTo>
                    <a:cubicBezTo>
                      <a:pt x="696" y="2753"/>
                      <a:pt x="696" y="2752"/>
                      <a:pt x="696" y="2751"/>
                    </a:cubicBezTo>
                    <a:cubicBezTo>
                      <a:pt x="696" y="2750"/>
                      <a:pt x="697" y="2750"/>
                      <a:pt x="698" y="2749"/>
                    </a:cubicBezTo>
                    <a:cubicBezTo>
                      <a:pt x="700" y="2748"/>
                      <a:pt x="701" y="2747"/>
                      <a:pt x="702" y="2747"/>
                    </a:cubicBezTo>
                    <a:cubicBezTo>
                      <a:pt x="703" y="2747"/>
                      <a:pt x="705" y="2746"/>
                      <a:pt x="706" y="2746"/>
                    </a:cubicBezTo>
                    <a:cubicBezTo>
                      <a:pt x="709" y="2746"/>
                      <a:pt x="709" y="2744"/>
                      <a:pt x="712" y="2743"/>
                    </a:cubicBezTo>
                    <a:cubicBezTo>
                      <a:pt x="714" y="2742"/>
                      <a:pt x="716" y="2742"/>
                      <a:pt x="718" y="2743"/>
                    </a:cubicBezTo>
                    <a:cubicBezTo>
                      <a:pt x="720" y="2745"/>
                      <a:pt x="723" y="2746"/>
                      <a:pt x="725" y="2748"/>
                    </a:cubicBezTo>
                    <a:cubicBezTo>
                      <a:pt x="727" y="2750"/>
                      <a:pt x="730" y="2752"/>
                      <a:pt x="732" y="2755"/>
                    </a:cubicBezTo>
                    <a:cubicBezTo>
                      <a:pt x="734" y="2757"/>
                      <a:pt x="733" y="2759"/>
                      <a:pt x="730" y="2760"/>
                    </a:cubicBezTo>
                    <a:close/>
                    <a:moveTo>
                      <a:pt x="610" y="2579"/>
                    </a:moveTo>
                    <a:cubicBezTo>
                      <a:pt x="614" y="2579"/>
                      <a:pt x="618" y="2581"/>
                      <a:pt x="622" y="2581"/>
                    </a:cubicBezTo>
                    <a:cubicBezTo>
                      <a:pt x="624" y="2581"/>
                      <a:pt x="627" y="2582"/>
                      <a:pt x="629" y="2581"/>
                    </a:cubicBezTo>
                    <a:cubicBezTo>
                      <a:pt x="631" y="2581"/>
                      <a:pt x="631" y="2580"/>
                      <a:pt x="633" y="2579"/>
                    </a:cubicBezTo>
                    <a:cubicBezTo>
                      <a:pt x="635" y="2578"/>
                      <a:pt x="638" y="2577"/>
                      <a:pt x="641" y="2576"/>
                    </a:cubicBezTo>
                    <a:cubicBezTo>
                      <a:pt x="644" y="2574"/>
                      <a:pt x="647" y="2573"/>
                      <a:pt x="650" y="2572"/>
                    </a:cubicBezTo>
                    <a:cubicBezTo>
                      <a:pt x="653" y="2571"/>
                      <a:pt x="656" y="2570"/>
                      <a:pt x="659" y="2570"/>
                    </a:cubicBezTo>
                    <a:cubicBezTo>
                      <a:pt x="662" y="2569"/>
                      <a:pt x="666" y="2572"/>
                      <a:pt x="668" y="2574"/>
                    </a:cubicBezTo>
                    <a:cubicBezTo>
                      <a:pt x="669" y="2575"/>
                      <a:pt x="670" y="2576"/>
                      <a:pt x="672" y="2576"/>
                    </a:cubicBezTo>
                    <a:cubicBezTo>
                      <a:pt x="673" y="2576"/>
                      <a:pt x="675" y="2575"/>
                      <a:pt x="676" y="2575"/>
                    </a:cubicBezTo>
                    <a:cubicBezTo>
                      <a:pt x="679" y="2574"/>
                      <a:pt x="682" y="2573"/>
                      <a:pt x="685" y="2576"/>
                    </a:cubicBezTo>
                    <a:cubicBezTo>
                      <a:pt x="687" y="2578"/>
                      <a:pt x="685" y="2582"/>
                      <a:pt x="688" y="2583"/>
                    </a:cubicBezTo>
                    <a:cubicBezTo>
                      <a:pt x="690" y="2584"/>
                      <a:pt x="694" y="2584"/>
                      <a:pt x="696" y="2582"/>
                    </a:cubicBezTo>
                    <a:cubicBezTo>
                      <a:pt x="698" y="2581"/>
                      <a:pt x="696" y="2578"/>
                      <a:pt x="699" y="2576"/>
                    </a:cubicBezTo>
                    <a:cubicBezTo>
                      <a:pt x="701" y="2575"/>
                      <a:pt x="704" y="2576"/>
                      <a:pt x="707" y="2577"/>
                    </a:cubicBezTo>
                    <a:cubicBezTo>
                      <a:pt x="709" y="2578"/>
                      <a:pt x="712" y="2579"/>
                      <a:pt x="714" y="2579"/>
                    </a:cubicBezTo>
                    <a:cubicBezTo>
                      <a:pt x="717" y="2579"/>
                      <a:pt x="720" y="2579"/>
                      <a:pt x="723" y="2581"/>
                    </a:cubicBezTo>
                    <a:cubicBezTo>
                      <a:pt x="724" y="2581"/>
                      <a:pt x="725" y="2582"/>
                      <a:pt x="726" y="2583"/>
                    </a:cubicBezTo>
                    <a:cubicBezTo>
                      <a:pt x="728" y="2583"/>
                      <a:pt x="730" y="2584"/>
                      <a:pt x="731" y="2584"/>
                    </a:cubicBezTo>
                    <a:cubicBezTo>
                      <a:pt x="735" y="2584"/>
                      <a:pt x="739" y="2584"/>
                      <a:pt x="742" y="2583"/>
                    </a:cubicBezTo>
                    <a:cubicBezTo>
                      <a:pt x="745" y="2583"/>
                      <a:pt x="748" y="2582"/>
                      <a:pt x="751" y="2581"/>
                    </a:cubicBezTo>
                    <a:cubicBezTo>
                      <a:pt x="753" y="2581"/>
                      <a:pt x="754" y="2580"/>
                      <a:pt x="756" y="2579"/>
                    </a:cubicBezTo>
                    <a:cubicBezTo>
                      <a:pt x="758" y="2579"/>
                      <a:pt x="760" y="2579"/>
                      <a:pt x="762" y="2579"/>
                    </a:cubicBezTo>
                    <a:cubicBezTo>
                      <a:pt x="765" y="2578"/>
                      <a:pt x="768" y="2578"/>
                      <a:pt x="771" y="2579"/>
                    </a:cubicBezTo>
                    <a:cubicBezTo>
                      <a:pt x="772" y="2584"/>
                      <a:pt x="765" y="2583"/>
                      <a:pt x="762" y="2585"/>
                    </a:cubicBezTo>
                    <a:cubicBezTo>
                      <a:pt x="758" y="2586"/>
                      <a:pt x="756" y="2589"/>
                      <a:pt x="752" y="2590"/>
                    </a:cubicBezTo>
                    <a:cubicBezTo>
                      <a:pt x="752" y="2590"/>
                      <a:pt x="751" y="2590"/>
                      <a:pt x="750" y="2591"/>
                    </a:cubicBezTo>
                    <a:cubicBezTo>
                      <a:pt x="749" y="2591"/>
                      <a:pt x="749" y="2592"/>
                      <a:pt x="748" y="2592"/>
                    </a:cubicBezTo>
                    <a:cubicBezTo>
                      <a:pt x="747" y="2593"/>
                      <a:pt x="745" y="2594"/>
                      <a:pt x="743" y="2594"/>
                    </a:cubicBezTo>
                    <a:cubicBezTo>
                      <a:pt x="741" y="2595"/>
                      <a:pt x="738" y="2596"/>
                      <a:pt x="735" y="2596"/>
                    </a:cubicBezTo>
                    <a:cubicBezTo>
                      <a:pt x="733" y="2596"/>
                      <a:pt x="731" y="2596"/>
                      <a:pt x="730" y="2596"/>
                    </a:cubicBezTo>
                    <a:cubicBezTo>
                      <a:pt x="726" y="2598"/>
                      <a:pt x="723" y="2600"/>
                      <a:pt x="719" y="2601"/>
                    </a:cubicBezTo>
                    <a:cubicBezTo>
                      <a:pt x="718" y="2602"/>
                      <a:pt x="717" y="2601"/>
                      <a:pt x="715" y="2601"/>
                    </a:cubicBezTo>
                    <a:cubicBezTo>
                      <a:pt x="713" y="2601"/>
                      <a:pt x="711" y="2602"/>
                      <a:pt x="709" y="2602"/>
                    </a:cubicBezTo>
                    <a:cubicBezTo>
                      <a:pt x="709" y="2603"/>
                      <a:pt x="708" y="2604"/>
                      <a:pt x="708" y="2606"/>
                    </a:cubicBezTo>
                    <a:cubicBezTo>
                      <a:pt x="708" y="2608"/>
                      <a:pt x="709" y="2609"/>
                      <a:pt x="710" y="2610"/>
                    </a:cubicBezTo>
                    <a:cubicBezTo>
                      <a:pt x="711" y="2614"/>
                      <a:pt x="709" y="2615"/>
                      <a:pt x="705" y="2616"/>
                    </a:cubicBezTo>
                    <a:cubicBezTo>
                      <a:pt x="702" y="2617"/>
                      <a:pt x="697" y="2617"/>
                      <a:pt x="695" y="2618"/>
                    </a:cubicBezTo>
                    <a:cubicBezTo>
                      <a:pt x="693" y="2618"/>
                      <a:pt x="690" y="2618"/>
                      <a:pt x="687" y="2618"/>
                    </a:cubicBezTo>
                    <a:cubicBezTo>
                      <a:pt x="684" y="2619"/>
                      <a:pt x="682" y="2620"/>
                      <a:pt x="679" y="2619"/>
                    </a:cubicBezTo>
                    <a:cubicBezTo>
                      <a:pt x="677" y="2619"/>
                      <a:pt x="675" y="2619"/>
                      <a:pt x="673" y="2618"/>
                    </a:cubicBezTo>
                    <a:cubicBezTo>
                      <a:pt x="671" y="2617"/>
                      <a:pt x="668" y="2616"/>
                      <a:pt x="666" y="2615"/>
                    </a:cubicBezTo>
                    <a:cubicBezTo>
                      <a:pt x="664" y="2615"/>
                      <a:pt x="663" y="2614"/>
                      <a:pt x="662" y="2612"/>
                    </a:cubicBezTo>
                    <a:cubicBezTo>
                      <a:pt x="661" y="2610"/>
                      <a:pt x="660" y="2608"/>
                      <a:pt x="662" y="2606"/>
                    </a:cubicBezTo>
                    <a:cubicBezTo>
                      <a:pt x="663" y="2604"/>
                      <a:pt x="667" y="2605"/>
                      <a:pt x="666" y="2602"/>
                    </a:cubicBezTo>
                    <a:cubicBezTo>
                      <a:pt x="665" y="2598"/>
                      <a:pt x="662" y="2598"/>
                      <a:pt x="659" y="2597"/>
                    </a:cubicBezTo>
                    <a:cubicBezTo>
                      <a:pt x="656" y="2596"/>
                      <a:pt x="657" y="2594"/>
                      <a:pt x="657" y="2592"/>
                    </a:cubicBezTo>
                    <a:cubicBezTo>
                      <a:pt x="658" y="2590"/>
                      <a:pt x="655" y="2589"/>
                      <a:pt x="654" y="2589"/>
                    </a:cubicBezTo>
                    <a:cubicBezTo>
                      <a:pt x="653" y="2589"/>
                      <a:pt x="652" y="2590"/>
                      <a:pt x="652" y="2591"/>
                    </a:cubicBezTo>
                    <a:cubicBezTo>
                      <a:pt x="650" y="2591"/>
                      <a:pt x="649" y="2591"/>
                      <a:pt x="647" y="2591"/>
                    </a:cubicBezTo>
                    <a:cubicBezTo>
                      <a:pt x="645" y="2591"/>
                      <a:pt x="642" y="2590"/>
                      <a:pt x="640" y="2590"/>
                    </a:cubicBezTo>
                    <a:cubicBezTo>
                      <a:pt x="637" y="2590"/>
                      <a:pt x="635" y="2591"/>
                      <a:pt x="633" y="2591"/>
                    </a:cubicBezTo>
                    <a:cubicBezTo>
                      <a:pt x="631" y="2591"/>
                      <a:pt x="627" y="2589"/>
                      <a:pt x="625" y="2588"/>
                    </a:cubicBezTo>
                    <a:cubicBezTo>
                      <a:pt x="622" y="2587"/>
                      <a:pt x="618" y="2587"/>
                      <a:pt x="615" y="2587"/>
                    </a:cubicBezTo>
                    <a:cubicBezTo>
                      <a:pt x="609" y="2586"/>
                      <a:pt x="603" y="2585"/>
                      <a:pt x="597" y="2583"/>
                    </a:cubicBezTo>
                    <a:cubicBezTo>
                      <a:pt x="600" y="2579"/>
                      <a:pt x="606" y="2579"/>
                      <a:pt x="610" y="2579"/>
                    </a:cubicBezTo>
                    <a:close/>
                    <a:moveTo>
                      <a:pt x="508" y="3248"/>
                    </a:moveTo>
                    <a:cubicBezTo>
                      <a:pt x="508" y="3245"/>
                      <a:pt x="507" y="3241"/>
                      <a:pt x="509" y="3239"/>
                    </a:cubicBezTo>
                    <a:cubicBezTo>
                      <a:pt x="511" y="3234"/>
                      <a:pt x="512" y="3239"/>
                      <a:pt x="513" y="3242"/>
                    </a:cubicBezTo>
                    <a:cubicBezTo>
                      <a:pt x="514" y="3244"/>
                      <a:pt x="516" y="3251"/>
                      <a:pt x="518" y="3245"/>
                    </a:cubicBezTo>
                    <a:cubicBezTo>
                      <a:pt x="519" y="3244"/>
                      <a:pt x="521" y="3237"/>
                      <a:pt x="524" y="3240"/>
                    </a:cubicBezTo>
                    <a:cubicBezTo>
                      <a:pt x="526" y="3243"/>
                      <a:pt x="522" y="3247"/>
                      <a:pt x="526" y="3249"/>
                    </a:cubicBezTo>
                    <a:cubicBezTo>
                      <a:pt x="528" y="3250"/>
                      <a:pt x="530" y="3251"/>
                      <a:pt x="532" y="3251"/>
                    </a:cubicBezTo>
                    <a:cubicBezTo>
                      <a:pt x="533" y="3252"/>
                      <a:pt x="535" y="3254"/>
                      <a:pt x="536" y="3256"/>
                    </a:cubicBezTo>
                    <a:cubicBezTo>
                      <a:pt x="538" y="3259"/>
                      <a:pt x="539" y="3262"/>
                      <a:pt x="540" y="3266"/>
                    </a:cubicBezTo>
                    <a:cubicBezTo>
                      <a:pt x="541" y="3269"/>
                      <a:pt x="544" y="3273"/>
                      <a:pt x="541" y="3275"/>
                    </a:cubicBezTo>
                    <a:cubicBezTo>
                      <a:pt x="537" y="3277"/>
                      <a:pt x="533" y="3276"/>
                      <a:pt x="530" y="3273"/>
                    </a:cubicBezTo>
                    <a:cubicBezTo>
                      <a:pt x="529" y="3273"/>
                      <a:pt x="527" y="3272"/>
                      <a:pt x="526" y="3273"/>
                    </a:cubicBezTo>
                    <a:cubicBezTo>
                      <a:pt x="524" y="3274"/>
                      <a:pt x="524" y="3275"/>
                      <a:pt x="525" y="3276"/>
                    </a:cubicBezTo>
                    <a:cubicBezTo>
                      <a:pt x="526" y="3278"/>
                      <a:pt x="527" y="3279"/>
                      <a:pt x="528" y="3280"/>
                    </a:cubicBezTo>
                    <a:cubicBezTo>
                      <a:pt x="529" y="3281"/>
                      <a:pt x="530" y="3283"/>
                      <a:pt x="530" y="3285"/>
                    </a:cubicBezTo>
                    <a:cubicBezTo>
                      <a:pt x="529" y="3289"/>
                      <a:pt x="525" y="3283"/>
                      <a:pt x="523" y="3283"/>
                    </a:cubicBezTo>
                    <a:cubicBezTo>
                      <a:pt x="520" y="3283"/>
                      <a:pt x="521" y="3291"/>
                      <a:pt x="521" y="3292"/>
                    </a:cubicBezTo>
                    <a:cubicBezTo>
                      <a:pt x="521" y="3294"/>
                      <a:pt x="521" y="3296"/>
                      <a:pt x="519" y="3296"/>
                    </a:cubicBezTo>
                    <a:cubicBezTo>
                      <a:pt x="518" y="3296"/>
                      <a:pt x="517" y="3295"/>
                      <a:pt x="517" y="3294"/>
                    </a:cubicBezTo>
                    <a:cubicBezTo>
                      <a:pt x="517" y="3292"/>
                      <a:pt x="517" y="3290"/>
                      <a:pt x="517" y="3288"/>
                    </a:cubicBezTo>
                    <a:cubicBezTo>
                      <a:pt x="517" y="3285"/>
                      <a:pt x="518" y="3283"/>
                      <a:pt x="518" y="3280"/>
                    </a:cubicBezTo>
                    <a:cubicBezTo>
                      <a:pt x="517" y="3278"/>
                      <a:pt x="518" y="3275"/>
                      <a:pt x="516" y="3274"/>
                    </a:cubicBezTo>
                    <a:cubicBezTo>
                      <a:pt x="515" y="3273"/>
                      <a:pt x="513" y="3276"/>
                      <a:pt x="513" y="3277"/>
                    </a:cubicBezTo>
                    <a:cubicBezTo>
                      <a:pt x="511" y="3280"/>
                      <a:pt x="512" y="3284"/>
                      <a:pt x="508" y="3285"/>
                    </a:cubicBezTo>
                    <a:cubicBezTo>
                      <a:pt x="503" y="3287"/>
                      <a:pt x="506" y="3281"/>
                      <a:pt x="507" y="3279"/>
                    </a:cubicBezTo>
                    <a:cubicBezTo>
                      <a:pt x="508" y="3278"/>
                      <a:pt x="508" y="3277"/>
                      <a:pt x="508" y="3275"/>
                    </a:cubicBezTo>
                    <a:cubicBezTo>
                      <a:pt x="508" y="3274"/>
                      <a:pt x="507" y="3272"/>
                      <a:pt x="507" y="3271"/>
                    </a:cubicBezTo>
                    <a:cubicBezTo>
                      <a:pt x="506" y="3269"/>
                      <a:pt x="505" y="3268"/>
                      <a:pt x="505" y="3266"/>
                    </a:cubicBezTo>
                    <a:cubicBezTo>
                      <a:pt x="506" y="3265"/>
                      <a:pt x="507" y="3263"/>
                      <a:pt x="507" y="3262"/>
                    </a:cubicBezTo>
                    <a:cubicBezTo>
                      <a:pt x="509" y="3258"/>
                      <a:pt x="508" y="3253"/>
                      <a:pt x="508" y="3248"/>
                    </a:cubicBezTo>
                    <a:close/>
                    <a:moveTo>
                      <a:pt x="491" y="2692"/>
                    </a:moveTo>
                    <a:cubicBezTo>
                      <a:pt x="492" y="2690"/>
                      <a:pt x="492" y="2689"/>
                      <a:pt x="494" y="2689"/>
                    </a:cubicBezTo>
                    <a:cubicBezTo>
                      <a:pt x="496" y="2690"/>
                      <a:pt x="497" y="2693"/>
                      <a:pt x="499" y="2694"/>
                    </a:cubicBezTo>
                    <a:cubicBezTo>
                      <a:pt x="501" y="2695"/>
                      <a:pt x="502" y="2693"/>
                      <a:pt x="503" y="2691"/>
                    </a:cubicBezTo>
                    <a:cubicBezTo>
                      <a:pt x="503" y="2690"/>
                      <a:pt x="504" y="2686"/>
                      <a:pt x="506" y="2686"/>
                    </a:cubicBezTo>
                    <a:cubicBezTo>
                      <a:pt x="507" y="2686"/>
                      <a:pt x="507" y="2690"/>
                      <a:pt x="507" y="2691"/>
                    </a:cubicBezTo>
                    <a:cubicBezTo>
                      <a:pt x="507" y="2693"/>
                      <a:pt x="507" y="2695"/>
                      <a:pt x="506" y="2697"/>
                    </a:cubicBezTo>
                    <a:cubicBezTo>
                      <a:pt x="505" y="2699"/>
                      <a:pt x="504" y="2700"/>
                      <a:pt x="503" y="2702"/>
                    </a:cubicBezTo>
                    <a:cubicBezTo>
                      <a:pt x="503" y="2704"/>
                      <a:pt x="503" y="2705"/>
                      <a:pt x="503" y="2707"/>
                    </a:cubicBezTo>
                    <a:cubicBezTo>
                      <a:pt x="503" y="2709"/>
                      <a:pt x="502" y="2710"/>
                      <a:pt x="501" y="2711"/>
                    </a:cubicBezTo>
                    <a:cubicBezTo>
                      <a:pt x="499" y="2712"/>
                      <a:pt x="499" y="2713"/>
                      <a:pt x="498" y="2715"/>
                    </a:cubicBezTo>
                    <a:cubicBezTo>
                      <a:pt x="497" y="2718"/>
                      <a:pt x="496" y="2720"/>
                      <a:pt x="495" y="2722"/>
                    </a:cubicBezTo>
                    <a:cubicBezTo>
                      <a:pt x="494" y="2724"/>
                      <a:pt x="493" y="2726"/>
                      <a:pt x="491" y="2725"/>
                    </a:cubicBezTo>
                    <a:cubicBezTo>
                      <a:pt x="489" y="2724"/>
                      <a:pt x="489" y="2721"/>
                      <a:pt x="490" y="2720"/>
                    </a:cubicBezTo>
                    <a:cubicBezTo>
                      <a:pt x="490" y="2719"/>
                      <a:pt x="490" y="2718"/>
                      <a:pt x="490" y="2717"/>
                    </a:cubicBezTo>
                    <a:cubicBezTo>
                      <a:pt x="490" y="2715"/>
                      <a:pt x="490" y="2714"/>
                      <a:pt x="490" y="2712"/>
                    </a:cubicBezTo>
                    <a:cubicBezTo>
                      <a:pt x="490" y="2712"/>
                      <a:pt x="490" y="2709"/>
                      <a:pt x="490" y="2709"/>
                    </a:cubicBezTo>
                    <a:cubicBezTo>
                      <a:pt x="489" y="2709"/>
                      <a:pt x="488" y="2710"/>
                      <a:pt x="488" y="2710"/>
                    </a:cubicBezTo>
                    <a:cubicBezTo>
                      <a:pt x="487" y="2710"/>
                      <a:pt x="487" y="2711"/>
                      <a:pt x="486" y="2710"/>
                    </a:cubicBezTo>
                    <a:cubicBezTo>
                      <a:pt x="485" y="2710"/>
                      <a:pt x="484" y="2709"/>
                      <a:pt x="483" y="2709"/>
                    </a:cubicBezTo>
                    <a:cubicBezTo>
                      <a:pt x="481" y="2708"/>
                      <a:pt x="481" y="2706"/>
                      <a:pt x="481" y="2705"/>
                    </a:cubicBezTo>
                    <a:cubicBezTo>
                      <a:pt x="481" y="2703"/>
                      <a:pt x="481" y="2701"/>
                      <a:pt x="482" y="2699"/>
                    </a:cubicBezTo>
                    <a:cubicBezTo>
                      <a:pt x="483" y="2697"/>
                      <a:pt x="484" y="2697"/>
                      <a:pt x="486" y="2696"/>
                    </a:cubicBezTo>
                    <a:cubicBezTo>
                      <a:pt x="488" y="2695"/>
                      <a:pt x="490" y="2694"/>
                      <a:pt x="491" y="2692"/>
                    </a:cubicBezTo>
                    <a:close/>
                    <a:moveTo>
                      <a:pt x="402" y="1426"/>
                    </a:moveTo>
                    <a:cubicBezTo>
                      <a:pt x="396" y="1427"/>
                      <a:pt x="389" y="1427"/>
                      <a:pt x="384" y="1426"/>
                    </a:cubicBezTo>
                    <a:cubicBezTo>
                      <a:pt x="379" y="1425"/>
                      <a:pt x="377" y="1422"/>
                      <a:pt x="373" y="1420"/>
                    </a:cubicBezTo>
                    <a:cubicBezTo>
                      <a:pt x="369" y="1416"/>
                      <a:pt x="365" y="1414"/>
                      <a:pt x="359" y="1414"/>
                    </a:cubicBezTo>
                    <a:cubicBezTo>
                      <a:pt x="355" y="1414"/>
                      <a:pt x="348" y="1413"/>
                      <a:pt x="343" y="1415"/>
                    </a:cubicBezTo>
                    <a:cubicBezTo>
                      <a:pt x="338" y="1418"/>
                      <a:pt x="343" y="1424"/>
                      <a:pt x="346" y="1426"/>
                    </a:cubicBezTo>
                    <a:cubicBezTo>
                      <a:pt x="350" y="1431"/>
                      <a:pt x="355" y="1433"/>
                      <a:pt x="362" y="1434"/>
                    </a:cubicBezTo>
                    <a:cubicBezTo>
                      <a:pt x="366" y="1435"/>
                      <a:pt x="371" y="1435"/>
                      <a:pt x="374" y="1439"/>
                    </a:cubicBezTo>
                    <a:cubicBezTo>
                      <a:pt x="375" y="1440"/>
                      <a:pt x="376" y="1442"/>
                      <a:pt x="376" y="1444"/>
                    </a:cubicBezTo>
                    <a:cubicBezTo>
                      <a:pt x="374" y="1445"/>
                      <a:pt x="372" y="1441"/>
                      <a:pt x="370" y="1440"/>
                    </a:cubicBezTo>
                    <a:cubicBezTo>
                      <a:pt x="367" y="1439"/>
                      <a:pt x="365" y="1439"/>
                      <a:pt x="362" y="1439"/>
                    </a:cubicBezTo>
                    <a:cubicBezTo>
                      <a:pt x="360" y="1439"/>
                      <a:pt x="357" y="1439"/>
                      <a:pt x="355" y="1440"/>
                    </a:cubicBezTo>
                    <a:cubicBezTo>
                      <a:pt x="353" y="1440"/>
                      <a:pt x="351" y="1442"/>
                      <a:pt x="349" y="1443"/>
                    </a:cubicBezTo>
                    <a:cubicBezTo>
                      <a:pt x="346" y="1445"/>
                      <a:pt x="344" y="1449"/>
                      <a:pt x="347" y="1452"/>
                    </a:cubicBezTo>
                    <a:cubicBezTo>
                      <a:pt x="350" y="1456"/>
                      <a:pt x="353" y="1459"/>
                      <a:pt x="356" y="1463"/>
                    </a:cubicBezTo>
                    <a:cubicBezTo>
                      <a:pt x="358" y="1465"/>
                      <a:pt x="359" y="1467"/>
                      <a:pt x="361" y="1468"/>
                    </a:cubicBezTo>
                    <a:cubicBezTo>
                      <a:pt x="363" y="1469"/>
                      <a:pt x="365" y="1471"/>
                      <a:pt x="367" y="1472"/>
                    </a:cubicBezTo>
                    <a:cubicBezTo>
                      <a:pt x="371" y="1474"/>
                      <a:pt x="374" y="1478"/>
                      <a:pt x="377" y="1481"/>
                    </a:cubicBezTo>
                    <a:cubicBezTo>
                      <a:pt x="379" y="1483"/>
                      <a:pt x="380" y="1485"/>
                      <a:pt x="381" y="1487"/>
                    </a:cubicBezTo>
                    <a:cubicBezTo>
                      <a:pt x="382" y="1489"/>
                      <a:pt x="383" y="1490"/>
                      <a:pt x="383" y="1493"/>
                    </a:cubicBezTo>
                    <a:cubicBezTo>
                      <a:pt x="379" y="1490"/>
                      <a:pt x="374" y="1486"/>
                      <a:pt x="370" y="1482"/>
                    </a:cubicBezTo>
                    <a:cubicBezTo>
                      <a:pt x="367" y="1479"/>
                      <a:pt x="363" y="1477"/>
                      <a:pt x="358" y="1475"/>
                    </a:cubicBezTo>
                    <a:cubicBezTo>
                      <a:pt x="354" y="1473"/>
                      <a:pt x="351" y="1471"/>
                      <a:pt x="347" y="1468"/>
                    </a:cubicBezTo>
                    <a:cubicBezTo>
                      <a:pt x="343" y="1464"/>
                      <a:pt x="338" y="1461"/>
                      <a:pt x="334" y="1457"/>
                    </a:cubicBezTo>
                    <a:cubicBezTo>
                      <a:pt x="330" y="1453"/>
                      <a:pt x="332" y="1449"/>
                      <a:pt x="333" y="1444"/>
                    </a:cubicBezTo>
                    <a:cubicBezTo>
                      <a:pt x="334" y="1439"/>
                      <a:pt x="333" y="1434"/>
                      <a:pt x="332" y="1428"/>
                    </a:cubicBezTo>
                    <a:cubicBezTo>
                      <a:pt x="331" y="1424"/>
                      <a:pt x="330" y="1421"/>
                      <a:pt x="333" y="1417"/>
                    </a:cubicBezTo>
                    <a:cubicBezTo>
                      <a:pt x="336" y="1414"/>
                      <a:pt x="341" y="1412"/>
                      <a:pt x="345" y="1410"/>
                    </a:cubicBezTo>
                    <a:cubicBezTo>
                      <a:pt x="350" y="1409"/>
                      <a:pt x="355" y="1408"/>
                      <a:pt x="360" y="1408"/>
                    </a:cubicBezTo>
                    <a:cubicBezTo>
                      <a:pt x="365" y="1407"/>
                      <a:pt x="370" y="1406"/>
                      <a:pt x="374" y="1408"/>
                    </a:cubicBezTo>
                    <a:cubicBezTo>
                      <a:pt x="379" y="1410"/>
                      <a:pt x="382" y="1415"/>
                      <a:pt x="386" y="1418"/>
                    </a:cubicBezTo>
                    <a:cubicBezTo>
                      <a:pt x="390" y="1421"/>
                      <a:pt x="395" y="1421"/>
                      <a:pt x="400" y="1422"/>
                    </a:cubicBezTo>
                    <a:cubicBezTo>
                      <a:pt x="401" y="1423"/>
                      <a:pt x="405" y="1423"/>
                      <a:pt x="405" y="1424"/>
                    </a:cubicBezTo>
                    <a:cubicBezTo>
                      <a:pt x="405" y="1426"/>
                      <a:pt x="403" y="1426"/>
                      <a:pt x="402" y="1426"/>
                    </a:cubicBezTo>
                    <a:close/>
                    <a:moveTo>
                      <a:pt x="834" y="2235"/>
                    </a:moveTo>
                    <a:cubicBezTo>
                      <a:pt x="836" y="2234"/>
                      <a:pt x="836" y="2232"/>
                      <a:pt x="837" y="2231"/>
                    </a:cubicBezTo>
                    <a:cubicBezTo>
                      <a:pt x="837" y="2229"/>
                      <a:pt x="837" y="2227"/>
                      <a:pt x="839" y="2227"/>
                    </a:cubicBezTo>
                    <a:cubicBezTo>
                      <a:pt x="840" y="2226"/>
                      <a:pt x="842" y="2226"/>
                      <a:pt x="843" y="2227"/>
                    </a:cubicBezTo>
                    <a:cubicBezTo>
                      <a:pt x="847" y="2229"/>
                      <a:pt x="849" y="2234"/>
                      <a:pt x="849" y="2238"/>
                    </a:cubicBezTo>
                    <a:cubicBezTo>
                      <a:pt x="849" y="2240"/>
                      <a:pt x="849" y="2242"/>
                      <a:pt x="847" y="2243"/>
                    </a:cubicBezTo>
                    <a:cubicBezTo>
                      <a:pt x="846" y="2244"/>
                      <a:pt x="844" y="2244"/>
                      <a:pt x="842" y="2243"/>
                    </a:cubicBezTo>
                    <a:cubicBezTo>
                      <a:pt x="840" y="2243"/>
                      <a:pt x="839" y="2243"/>
                      <a:pt x="837" y="2244"/>
                    </a:cubicBezTo>
                    <a:cubicBezTo>
                      <a:pt x="835" y="2244"/>
                      <a:pt x="833" y="2246"/>
                      <a:pt x="832" y="2247"/>
                    </a:cubicBezTo>
                    <a:cubicBezTo>
                      <a:pt x="829" y="2249"/>
                      <a:pt x="826" y="2251"/>
                      <a:pt x="823" y="2254"/>
                    </a:cubicBezTo>
                    <a:cubicBezTo>
                      <a:pt x="823" y="2255"/>
                      <a:pt x="821" y="2257"/>
                      <a:pt x="820" y="2257"/>
                    </a:cubicBezTo>
                    <a:cubicBezTo>
                      <a:pt x="818" y="2257"/>
                      <a:pt x="818" y="2254"/>
                      <a:pt x="818" y="2253"/>
                    </a:cubicBezTo>
                    <a:cubicBezTo>
                      <a:pt x="817" y="2251"/>
                      <a:pt x="817" y="2249"/>
                      <a:pt x="817" y="2247"/>
                    </a:cubicBezTo>
                    <a:cubicBezTo>
                      <a:pt x="817" y="2246"/>
                      <a:pt x="817" y="2244"/>
                      <a:pt x="816" y="2243"/>
                    </a:cubicBezTo>
                    <a:cubicBezTo>
                      <a:pt x="816" y="2242"/>
                      <a:pt x="814" y="2242"/>
                      <a:pt x="814" y="2242"/>
                    </a:cubicBezTo>
                    <a:cubicBezTo>
                      <a:pt x="812" y="2242"/>
                      <a:pt x="811" y="2244"/>
                      <a:pt x="811" y="2245"/>
                    </a:cubicBezTo>
                    <a:cubicBezTo>
                      <a:pt x="810" y="2246"/>
                      <a:pt x="808" y="2246"/>
                      <a:pt x="807" y="2245"/>
                    </a:cubicBezTo>
                    <a:cubicBezTo>
                      <a:pt x="806" y="2243"/>
                      <a:pt x="807" y="2240"/>
                      <a:pt x="808" y="2238"/>
                    </a:cubicBezTo>
                    <a:cubicBezTo>
                      <a:pt x="809" y="2236"/>
                      <a:pt x="811" y="2235"/>
                      <a:pt x="813" y="2235"/>
                    </a:cubicBezTo>
                    <a:cubicBezTo>
                      <a:pt x="815" y="2236"/>
                      <a:pt x="816" y="2237"/>
                      <a:pt x="817" y="2237"/>
                    </a:cubicBezTo>
                    <a:cubicBezTo>
                      <a:pt x="819" y="2238"/>
                      <a:pt x="820" y="2237"/>
                      <a:pt x="822" y="2236"/>
                    </a:cubicBezTo>
                    <a:cubicBezTo>
                      <a:pt x="824" y="2235"/>
                      <a:pt x="826" y="2235"/>
                      <a:pt x="828" y="2235"/>
                    </a:cubicBezTo>
                    <a:cubicBezTo>
                      <a:pt x="830" y="2235"/>
                      <a:pt x="833" y="2236"/>
                      <a:pt x="834" y="2235"/>
                    </a:cubicBezTo>
                    <a:close/>
                    <a:moveTo>
                      <a:pt x="788" y="1904"/>
                    </a:moveTo>
                    <a:cubicBezTo>
                      <a:pt x="790" y="1902"/>
                      <a:pt x="792" y="1902"/>
                      <a:pt x="793" y="1902"/>
                    </a:cubicBezTo>
                    <a:cubicBezTo>
                      <a:pt x="794" y="1901"/>
                      <a:pt x="795" y="1900"/>
                      <a:pt x="796" y="1899"/>
                    </a:cubicBezTo>
                    <a:cubicBezTo>
                      <a:pt x="798" y="1897"/>
                      <a:pt x="799" y="1895"/>
                      <a:pt x="802" y="1893"/>
                    </a:cubicBezTo>
                    <a:cubicBezTo>
                      <a:pt x="806" y="1892"/>
                      <a:pt x="810" y="1891"/>
                      <a:pt x="814" y="1893"/>
                    </a:cubicBezTo>
                    <a:cubicBezTo>
                      <a:pt x="817" y="1895"/>
                      <a:pt x="820" y="1897"/>
                      <a:pt x="821" y="1900"/>
                    </a:cubicBezTo>
                    <a:cubicBezTo>
                      <a:pt x="822" y="1902"/>
                      <a:pt x="823" y="1903"/>
                      <a:pt x="823" y="1904"/>
                    </a:cubicBezTo>
                    <a:cubicBezTo>
                      <a:pt x="824" y="1905"/>
                      <a:pt x="825" y="1906"/>
                      <a:pt x="826" y="1907"/>
                    </a:cubicBezTo>
                    <a:cubicBezTo>
                      <a:pt x="828" y="1910"/>
                      <a:pt x="829" y="1913"/>
                      <a:pt x="830" y="1915"/>
                    </a:cubicBezTo>
                    <a:cubicBezTo>
                      <a:pt x="831" y="1916"/>
                      <a:pt x="832" y="1918"/>
                      <a:pt x="832" y="1919"/>
                    </a:cubicBezTo>
                    <a:cubicBezTo>
                      <a:pt x="832" y="1921"/>
                      <a:pt x="830" y="1921"/>
                      <a:pt x="829" y="1921"/>
                    </a:cubicBezTo>
                    <a:cubicBezTo>
                      <a:pt x="825" y="1920"/>
                      <a:pt x="822" y="1916"/>
                      <a:pt x="819" y="1914"/>
                    </a:cubicBezTo>
                    <a:cubicBezTo>
                      <a:pt x="817" y="1913"/>
                      <a:pt x="815" y="1911"/>
                      <a:pt x="813" y="1910"/>
                    </a:cubicBezTo>
                    <a:cubicBezTo>
                      <a:pt x="812" y="1910"/>
                      <a:pt x="811" y="1909"/>
                      <a:pt x="809" y="1909"/>
                    </a:cubicBezTo>
                    <a:cubicBezTo>
                      <a:pt x="808" y="1908"/>
                      <a:pt x="807" y="1907"/>
                      <a:pt x="805" y="1907"/>
                    </a:cubicBezTo>
                    <a:cubicBezTo>
                      <a:pt x="805" y="1907"/>
                      <a:pt x="803" y="1906"/>
                      <a:pt x="802" y="1906"/>
                    </a:cubicBezTo>
                    <a:cubicBezTo>
                      <a:pt x="801" y="1907"/>
                      <a:pt x="801" y="1909"/>
                      <a:pt x="802" y="1910"/>
                    </a:cubicBezTo>
                    <a:cubicBezTo>
                      <a:pt x="803" y="1912"/>
                      <a:pt x="805" y="1913"/>
                      <a:pt x="807" y="1913"/>
                    </a:cubicBezTo>
                    <a:cubicBezTo>
                      <a:pt x="810" y="1914"/>
                      <a:pt x="812" y="1915"/>
                      <a:pt x="814" y="1916"/>
                    </a:cubicBezTo>
                    <a:cubicBezTo>
                      <a:pt x="815" y="1917"/>
                      <a:pt x="817" y="1919"/>
                      <a:pt x="818" y="1920"/>
                    </a:cubicBezTo>
                    <a:cubicBezTo>
                      <a:pt x="820" y="1922"/>
                      <a:pt x="822" y="1924"/>
                      <a:pt x="822" y="1927"/>
                    </a:cubicBezTo>
                    <a:cubicBezTo>
                      <a:pt x="823" y="1930"/>
                      <a:pt x="819" y="1931"/>
                      <a:pt x="817" y="1930"/>
                    </a:cubicBezTo>
                    <a:cubicBezTo>
                      <a:pt x="813" y="1929"/>
                      <a:pt x="810" y="1928"/>
                      <a:pt x="806" y="1927"/>
                    </a:cubicBezTo>
                    <a:cubicBezTo>
                      <a:pt x="804" y="1927"/>
                      <a:pt x="802" y="1927"/>
                      <a:pt x="799" y="1925"/>
                    </a:cubicBezTo>
                    <a:cubicBezTo>
                      <a:pt x="798" y="1925"/>
                      <a:pt x="794" y="1923"/>
                      <a:pt x="796" y="1921"/>
                    </a:cubicBezTo>
                    <a:cubicBezTo>
                      <a:pt x="799" y="1918"/>
                      <a:pt x="801" y="1920"/>
                      <a:pt x="804" y="1920"/>
                    </a:cubicBezTo>
                    <a:cubicBezTo>
                      <a:pt x="808" y="1921"/>
                      <a:pt x="805" y="1918"/>
                      <a:pt x="804" y="1916"/>
                    </a:cubicBezTo>
                    <a:cubicBezTo>
                      <a:pt x="802" y="1914"/>
                      <a:pt x="800" y="1912"/>
                      <a:pt x="798" y="1911"/>
                    </a:cubicBezTo>
                    <a:cubicBezTo>
                      <a:pt x="796" y="1911"/>
                      <a:pt x="794" y="1910"/>
                      <a:pt x="792" y="1909"/>
                    </a:cubicBezTo>
                    <a:cubicBezTo>
                      <a:pt x="791" y="1908"/>
                      <a:pt x="790" y="1908"/>
                      <a:pt x="789" y="1907"/>
                    </a:cubicBezTo>
                    <a:cubicBezTo>
                      <a:pt x="788" y="1907"/>
                      <a:pt x="788" y="1905"/>
                      <a:pt x="788" y="1904"/>
                    </a:cubicBezTo>
                    <a:close/>
                    <a:moveTo>
                      <a:pt x="563" y="1597"/>
                    </a:moveTo>
                    <a:cubicBezTo>
                      <a:pt x="558" y="1588"/>
                      <a:pt x="552" y="1583"/>
                      <a:pt x="543" y="1578"/>
                    </a:cubicBezTo>
                    <a:cubicBezTo>
                      <a:pt x="536" y="1575"/>
                      <a:pt x="527" y="1575"/>
                      <a:pt x="522" y="1581"/>
                    </a:cubicBezTo>
                    <a:cubicBezTo>
                      <a:pt x="518" y="1586"/>
                      <a:pt x="519" y="1595"/>
                      <a:pt x="521" y="1601"/>
                    </a:cubicBezTo>
                    <a:cubicBezTo>
                      <a:pt x="522" y="1605"/>
                      <a:pt x="523" y="1608"/>
                      <a:pt x="524" y="1612"/>
                    </a:cubicBezTo>
                    <a:cubicBezTo>
                      <a:pt x="525" y="1615"/>
                      <a:pt x="525" y="1619"/>
                      <a:pt x="525" y="1622"/>
                    </a:cubicBezTo>
                    <a:cubicBezTo>
                      <a:pt x="525" y="1627"/>
                      <a:pt x="526" y="1631"/>
                      <a:pt x="528" y="1634"/>
                    </a:cubicBezTo>
                    <a:cubicBezTo>
                      <a:pt x="530" y="1639"/>
                      <a:pt x="530" y="1642"/>
                      <a:pt x="529" y="1647"/>
                    </a:cubicBezTo>
                    <a:cubicBezTo>
                      <a:pt x="528" y="1654"/>
                      <a:pt x="527" y="1662"/>
                      <a:pt x="522" y="1668"/>
                    </a:cubicBezTo>
                    <a:cubicBezTo>
                      <a:pt x="520" y="1670"/>
                      <a:pt x="517" y="1673"/>
                      <a:pt x="516" y="1670"/>
                    </a:cubicBezTo>
                    <a:cubicBezTo>
                      <a:pt x="515" y="1667"/>
                      <a:pt x="518" y="1663"/>
                      <a:pt x="519" y="1660"/>
                    </a:cubicBezTo>
                    <a:cubicBezTo>
                      <a:pt x="521" y="1653"/>
                      <a:pt x="510" y="1654"/>
                      <a:pt x="509" y="1649"/>
                    </a:cubicBezTo>
                    <a:cubicBezTo>
                      <a:pt x="507" y="1645"/>
                      <a:pt x="508" y="1640"/>
                      <a:pt x="507" y="1635"/>
                    </a:cubicBezTo>
                    <a:cubicBezTo>
                      <a:pt x="506" y="1631"/>
                      <a:pt x="504" y="1628"/>
                      <a:pt x="504" y="1624"/>
                    </a:cubicBezTo>
                    <a:cubicBezTo>
                      <a:pt x="504" y="1623"/>
                      <a:pt x="505" y="1615"/>
                      <a:pt x="508" y="1617"/>
                    </a:cubicBezTo>
                    <a:cubicBezTo>
                      <a:pt x="510" y="1618"/>
                      <a:pt x="510" y="1625"/>
                      <a:pt x="511" y="1627"/>
                    </a:cubicBezTo>
                    <a:cubicBezTo>
                      <a:pt x="516" y="1628"/>
                      <a:pt x="520" y="1623"/>
                      <a:pt x="520" y="1618"/>
                    </a:cubicBezTo>
                    <a:cubicBezTo>
                      <a:pt x="519" y="1615"/>
                      <a:pt x="517" y="1614"/>
                      <a:pt x="515" y="1611"/>
                    </a:cubicBezTo>
                    <a:cubicBezTo>
                      <a:pt x="514" y="1609"/>
                      <a:pt x="513" y="1607"/>
                      <a:pt x="513" y="1605"/>
                    </a:cubicBezTo>
                    <a:cubicBezTo>
                      <a:pt x="512" y="1600"/>
                      <a:pt x="512" y="1595"/>
                      <a:pt x="510" y="1591"/>
                    </a:cubicBezTo>
                    <a:cubicBezTo>
                      <a:pt x="509" y="1587"/>
                      <a:pt x="504" y="1583"/>
                      <a:pt x="500" y="1581"/>
                    </a:cubicBezTo>
                    <a:cubicBezTo>
                      <a:pt x="497" y="1580"/>
                      <a:pt x="496" y="1579"/>
                      <a:pt x="494" y="1577"/>
                    </a:cubicBezTo>
                    <a:cubicBezTo>
                      <a:pt x="490" y="1573"/>
                      <a:pt x="485" y="1569"/>
                      <a:pt x="480" y="1568"/>
                    </a:cubicBezTo>
                    <a:cubicBezTo>
                      <a:pt x="475" y="1567"/>
                      <a:pt x="472" y="1566"/>
                      <a:pt x="470" y="1562"/>
                    </a:cubicBezTo>
                    <a:cubicBezTo>
                      <a:pt x="469" y="1559"/>
                      <a:pt x="467" y="1556"/>
                      <a:pt x="466" y="1554"/>
                    </a:cubicBezTo>
                    <a:cubicBezTo>
                      <a:pt x="465" y="1553"/>
                      <a:pt x="466" y="1552"/>
                      <a:pt x="465" y="1551"/>
                    </a:cubicBezTo>
                    <a:cubicBezTo>
                      <a:pt x="465" y="1550"/>
                      <a:pt x="463" y="1548"/>
                      <a:pt x="463" y="1547"/>
                    </a:cubicBezTo>
                    <a:cubicBezTo>
                      <a:pt x="462" y="1546"/>
                      <a:pt x="461" y="1545"/>
                      <a:pt x="460" y="1544"/>
                    </a:cubicBezTo>
                    <a:cubicBezTo>
                      <a:pt x="459" y="1544"/>
                      <a:pt x="458" y="1544"/>
                      <a:pt x="457" y="1543"/>
                    </a:cubicBezTo>
                    <a:cubicBezTo>
                      <a:pt x="455" y="1543"/>
                      <a:pt x="454" y="1542"/>
                      <a:pt x="452" y="1541"/>
                    </a:cubicBezTo>
                    <a:cubicBezTo>
                      <a:pt x="449" y="1541"/>
                      <a:pt x="447" y="1540"/>
                      <a:pt x="445" y="1539"/>
                    </a:cubicBezTo>
                    <a:cubicBezTo>
                      <a:pt x="442" y="1538"/>
                      <a:pt x="434" y="1539"/>
                      <a:pt x="435" y="1535"/>
                    </a:cubicBezTo>
                    <a:cubicBezTo>
                      <a:pt x="445" y="1533"/>
                      <a:pt x="455" y="1539"/>
                      <a:pt x="463" y="1545"/>
                    </a:cubicBezTo>
                    <a:cubicBezTo>
                      <a:pt x="466" y="1547"/>
                      <a:pt x="469" y="1548"/>
                      <a:pt x="471" y="1552"/>
                    </a:cubicBezTo>
                    <a:cubicBezTo>
                      <a:pt x="473" y="1554"/>
                      <a:pt x="476" y="1557"/>
                      <a:pt x="479" y="1557"/>
                    </a:cubicBezTo>
                    <a:cubicBezTo>
                      <a:pt x="479" y="1554"/>
                      <a:pt x="478" y="1550"/>
                      <a:pt x="477" y="1547"/>
                    </a:cubicBezTo>
                    <a:cubicBezTo>
                      <a:pt x="476" y="1543"/>
                      <a:pt x="475" y="1540"/>
                      <a:pt x="474" y="1536"/>
                    </a:cubicBezTo>
                    <a:cubicBezTo>
                      <a:pt x="473" y="1534"/>
                      <a:pt x="471" y="1531"/>
                      <a:pt x="469" y="1529"/>
                    </a:cubicBezTo>
                    <a:cubicBezTo>
                      <a:pt x="467" y="1528"/>
                      <a:pt x="464" y="1526"/>
                      <a:pt x="465" y="1523"/>
                    </a:cubicBezTo>
                    <a:cubicBezTo>
                      <a:pt x="468" y="1525"/>
                      <a:pt x="470" y="1527"/>
                      <a:pt x="473" y="1529"/>
                    </a:cubicBezTo>
                    <a:cubicBezTo>
                      <a:pt x="475" y="1531"/>
                      <a:pt x="478" y="1534"/>
                      <a:pt x="481" y="1535"/>
                    </a:cubicBezTo>
                    <a:cubicBezTo>
                      <a:pt x="483" y="1536"/>
                      <a:pt x="486" y="1535"/>
                      <a:pt x="489" y="1535"/>
                    </a:cubicBezTo>
                    <a:cubicBezTo>
                      <a:pt x="492" y="1535"/>
                      <a:pt x="495" y="1535"/>
                      <a:pt x="497" y="1535"/>
                    </a:cubicBezTo>
                    <a:cubicBezTo>
                      <a:pt x="503" y="1535"/>
                      <a:pt x="511" y="1538"/>
                      <a:pt x="513" y="1544"/>
                    </a:cubicBezTo>
                    <a:cubicBezTo>
                      <a:pt x="515" y="1546"/>
                      <a:pt x="514" y="1549"/>
                      <a:pt x="517" y="1550"/>
                    </a:cubicBezTo>
                    <a:cubicBezTo>
                      <a:pt x="519" y="1551"/>
                      <a:pt x="523" y="1551"/>
                      <a:pt x="525" y="1550"/>
                    </a:cubicBezTo>
                    <a:cubicBezTo>
                      <a:pt x="530" y="1547"/>
                      <a:pt x="526" y="1534"/>
                      <a:pt x="525" y="1529"/>
                    </a:cubicBezTo>
                    <a:cubicBezTo>
                      <a:pt x="527" y="1528"/>
                      <a:pt x="529" y="1532"/>
                      <a:pt x="529" y="1533"/>
                    </a:cubicBezTo>
                    <a:cubicBezTo>
                      <a:pt x="530" y="1536"/>
                      <a:pt x="530" y="1539"/>
                      <a:pt x="531" y="1542"/>
                    </a:cubicBezTo>
                    <a:cubicBezTo>
                      <a:pt x="533" y="1548"/>
                      <a:pt x="536" y="1552"/>
                      <a:pt x="541" y="1556"/>
                    </a:cubicBezTo>
                    <a:cubicBezTo>
                      <a:pt x="544" y="1560"/>
                      <a:pt x="549" y="1562"/>
                      <a:pt x="550" y="1567"/>
                    </a:cubicBezTo>
                    <a:cubicBezTo>
                      <a:pt x="550" y="1570"/>
                      <a:pt x="549" y="1574"/>
                      <a:pt x="550" y="1577"/>
                    </a:cubicBezTo>
                    <a:cubicBezTo>
                      <a:pt x="551" y="1579"/>
                      <a:pt x="553" y="1581"/>
                      <a:pt x="555" y="1582"/>
                    </a:cubicBezTo>
                    <a:cubicBezTo>
                      <a:pt x="557" y="1584"/>
                      <a:pt x="559" y="1586"/>
                      <a:pt x="561" y="1588"/>
                    </a:cubicBezTo>
                    <a:cubicBezTo>
                      <a:pt x="562" y="1589"/>
                      <a:pt x="562" y="1591"/>
                      <a:pt x="562" y="1593"/>
                    </a:cubicBezTo>
                    <a:cubicBezTo>
                      <a:pt x="563" y="1594"/>
                      <a:pt x="563" y="1596"/>
                      <a:pt x="563" y="1597"/>
                    </a:cubicBezTo>
                    <a:close/>
                    <a:moveTo>
                      <a:pt x="774" y="1175"/>
                    </a:moveTo>
                    <a:cubicBezTo>
                      <a:pt x="770" y="1174"/>
                      <a:pt x="767" y="1168"/>
                      <a:pt x="764" y="1165"/>
                    </a:cubicBezTo>
                    <a:cubicBezTo>
                      <a:pt x="761" y="1163"/>
                      <a:pt x="756" y="1163"/>
                      <a:pt x="756" y="1167"/>
                    </a:cubicBezTo>
                    <a:cubicBezTo>
                      <a:pt x="755" y="1171"/>
                      <a:pt x="761" y="1175"/>
                      <a:pt x="763" y="1178"/>
                    </a:cubicBezTo>
                    <a:cubicBezTo>
                      <a:pt x="763" y="1179"/>
                      <a:pt x="765" y="1181"/>
                      <a:pt x="764" y="1182"/>
                    </a:cubicBezTo>
                    <a:cubicBezTo>
                      <a:pt x="763" y="1183"/>
                      <a:pt x="761" y="1182"/>
                      <a:pt x="760" y="1181"/>
                    </a:cubicBezTo>
                    <a:cubicBezTo>
                      <a:pt x="752" y="1176"/>
                      <a:pt x="746" y="1168"/>
                      <a:pt x="742" y="1159"/>
                    </a:cubicBezTo>
                    <a:cubicBezTo>
                      <a:pt x="740" y="1155"/>
                      <a:pt x="738" y="1151"/>
                      <a:pt x="735" y="1148"/>
                    </a:cubicBezTo>
                    <a:cubicBezTo>
                      <a:pt x="732" y="1145"/>
                      <a:pt x="729" y="1143"/>
                      <a:pt x="725" y="1141"/>
                    </a:cubicBezTo>
                    <a:cubicBezTo>
                      <a:pt x="722" y="1139"/>
                      <a:pt x="719" y="1139"/>
                      <a:pt x="715" y="1139"/>
                    </a:cubicBezTo>
                    <a:cubicBezTo>
                      <a:pt x="711" y="1138"/>
                      <a:pt x="707" y="1139"/>
                      <a:pt x="705" y="1135"/>
                    </a:cubicBezTo>
                    <a:cubicBezTo>
                      <a:pt x="703" y="1132"/>
                      <a:pt x="703" y="1128"/>
                      <a:pt x="699" y="1126"/>
                    </a:cubicBezTo>
                    <a:cubicBezTo>
                      <a:pt x="697" y="1123"/>
                      <a:pt x="694" y="1123"/>
                      <a:pt x="692" y="1119"/>
                    </a:cubicBezTo>
                    <a:cubicBezTo>
                      <a:pt x="691" y="1115"/>
                      <a:pt x="692" y="1110"/>
                      <a:pt x="689" y="1107"/>
                    </a:cubicBezTo>
                    <a:cubicBezTo>
                      <a:pt x="687" y="1104"/>
                      <a:pt x="683" y="1106"/>
                      <a:pt x="680" y="1108"/>
                    </a:cubicBezTo>
                    <a:cubicBezTo>
                      <a:pt x="677" y="1110"/>
                      <a:pt x="674" y="1112"/>
                      <a:pt x="671" y="1113"/>
                    </a:cubicBezTo>
                    <a:cubicBezTo>
                      <a:pt x="667" y="1115"/>
                      <a:pt x="663" y="1117"/>
                      <a:pt x="659" y="1116"/>
                    </a:cubicBezTo>
                    <a:cubicBezTo>
                      <a:pt x="656" y="1116"/>
                      <a:pt x="652" y="1115"/>
                      <a:pt x="649" y="1113"/>
                    </a:cubicBezTo>
                    <a:cubicBezTo>
                      <a:pt x="648" y="1112"/>
                      <a:pt x="646" y="1110"/>
                      <a:pt x="644" y="1109"/>
                    </a:cubicBezTo>
                    <a:cubicBezTo>
                      <a:pt x="643" y="1107"/>
                      <a:pt x="643" y="1106"/>
                      <a:pt x="642" y="1104"/>
                    </a:cubicBezTo>
                    <a:cubicBezTo>
                      <a:pt x="638" y="1101"/>
                      <a:pt x="634" y="1097"/>
                      <a:pt x="630" y="1095"/>
                    </a:cubicBezTo>
                    <a:cubicBezTo>
                      <a:pt x="628" y="1094"/>
                      <a:pt x="625" y="1093"/>
                      <a:pt x="623" y="1092"/>
                    </a:cubicBezTo>
                    <a:cubicBezTo>
                      <a:pt x="620" y="1090"/>
                      <a:pt x="617" y="1087"/>
                      <a:pt x="615" y="1085"/>
                    </a:cubicBezTo>
                    <a:cubicBezTo>
                      <a:pt x="610" y="1080"/>
                      <a:pt x="607" y="1076"/>
                      <a:pt x="600" y="1074"/>
                    </a:cubicBezTo>
                    <a:cubicBezTo>
                      <a:pt x="594" y="1073"/>
                      <a:pt x="588" y="1073"/>
                      <a:pt x="582" y="1072"/>
                    </a:cubicBezTo>
                    <a:cubicBezTo>
                      <a:pt x="580" y="1072"/>
                      <a:pt x="569" y="1072"/>
                      <a:pt x="573" y="1069"/>
                    </a:cubicBezTo>
                    <a:cubicBezTo>
                      <a:pt x="576" y="1067"/>
                      <a:pt x="580" y="1067"/>
                      <a:pt x="583" y="1067"/>
                    </a:cubicBezTo>
                    <a:cubicBezTo>
                      <a:pt x="588" y="1067"/>
                      <a:pt x="592" y="1069"/>
                      <a:pt x="597" y="1070"/>
                    </a:cubicBezTo>
                    <a:cubicBezTo>
                      <a:pt x="599" y="1071"/>
                      <a:pt x="602" y="1073"/>
                      <a:pt x="604" y="1073"/>
                    </a:cubicBezTo>
                    <a:cubicBezTo>
                      <a:pt x="606" y="1073"/>
                      <a:pt x="607" y="1071"/>
                      <a:pt x="607" y="1070"/>
                    </a:cubicBezTo>
                    <a:cubicBezTo>
                      <a:pt x="611" y="1064"/>
                      <a:pt x="615" y="1070"/>
                      <a:pt x="617" y="1074"/>
                    </a:cubicBezTo>
                    <a:cubicBezTo>
                      <a:pt x="620" y="1079"/>
                      <a:pt x="623" y="1085"/>
                      <a:pt x="629" y="1088"/>
                    </a:cubicBezTo>
                    <a:cubicBezTo>
                      <a:pt x="634" y="1090"/>
                      <a:pt x="640" y="1091"/>
                      <a:pt x="645" y="1095"/>
                    </a:cubicBezTo>
                    <a:cubicBezTo>
                      <a:pt x="648" y="1097"/>
                      <a:pt x="648" y="1102"/>
                      <a:pt x="650" y="1106"/>
                    </a:cubicBezTo>
                    <a:cubicBezTo>
                      <a:pt x="652" y="1112"/>
                      <a:pt x="657" y="1114"/>
                      <a:pt x="662" y="1114"/>
                    </a:cubicBezTo>
                    <a:cubicBezTo>
                      <a:pt x="667" y="1113"/>
                      <a:pt x="673" y="1112"/>
                      <a:pt x="677" y="1109"/>
                    </a:cubicBezTo>
                    <a:cubicBezTo>
                      <a:pt x="681" y="1106"/>
                      <a:pt x="684" y="1102"/>
                      <a:pt x="689" y="1103"/>
                    </a:cubicBezTo>
                    <a:cubicBezTo>
                      <a:pt x="694" y="1104"/>
                      <a:pt x="698" y="1108"/>
                      <a:pt x="700" y="1112"/>
                    </a:cubicBezTo>
                    <a:cubicBezTo>
                      <a:pt x="702" y="1117"/>
                      <a:pt x="704" y="1121"/>
                      <a:pt x="708" y="1125"/>
                    </a:cubicBezTo>
                    <a:cubicBezTo>
                      <a:pt x="711" y="1129"/>
                      <a:pt x="715" y="1135"/>
                      <a:pt x="721" y="1135"/>
                    </a:cubicBezTo>
                    <a:cubicBezTo>
                      <a:pt x="723" y="1136"/>
                      <a:pt x="726" y="1135"/>
                      <a:pt x="728" y="1135"/>
                    </a:cubicBezTo>
                    <a:cubicBezTo>
                      <a:pt x="731" y="1135"/>
                      <a:pt x="734" y="1137"/>
                      <a:pt x="736" y="1139"/>
                    </a:cubicBezTo>
                    <a:cubicBezTo>
                      <a:pt x="739" y="1143"/>
                      <a:pt x="741" y="1147"/>
                      <a:pt x="743" y="1150"/>
                    </a:cubicBezTo>
                    <a:cubicBezTo>
                      <a:pt x="745" y="1154"/>
                      <a:pt x="747" y="1157"/>
                      <a:pt x="750" y="1159"/>
                    </a:cubicBezTo>
                    <a:cubicBezTo>
                      <a:pt x="752" y="1161"/>
                      <a:pt x="754" y="1161"/>
                      <a:pt x="755" y="1159"/>
                    </a:cubicBezTo>
                    <a:cubicBezTo>
                      <a:pt x="757" y="1157"/>
                      <a:pt x="756" y="1154"/>
                      <a:pt x="755" y="1152"/>
                    </a:cubicBezTo>
                    <a:cubicBezTo>
                      <a:pt x="754" y="1151"/>
                      <a:pt x="750" y="1144"/>
                      <a:pt x="754" y="1145"/>
                    </a:cubicBezTo>
                    <a:cubicBezTo>
                      <a:pt x="759" y="1146"/>
                      <a:pt x="760" y="1151"/>
                      <a:pt x="761" y="1155"/>
                    </a:cubicBezTo>
                    <a:cubicBezTo>
                      <a:pt x="762" y="1158"/>
                      <a:pt x="762" y="1162"/>
                      <a:pt x="766" y="1164"/>
                    </a:cubicBezTo>
                    <a:cubicBezTo>
                      <a:pt x="770" y="1166"/>
                      <a:pt x="775" y="1165"/>
                      <a:pt x="777" y="1168"/>
                    </a:cubicBezTo>
                    <a:cubicBezTo>
                      <a:pt x="779" y="1171"/>
                      <a:pt x="778" y="1176"/>
                      <a:pt x="774" y="1175"/>
                    </a:cubicBezTo>
                    <a:close/>
                    <a:moveTo>
                      <a:pt x="814" y="1140"/>
                    </a:moveTo>
                    <a:cubicBezTo>
                      <a:pt x="812" y="1140"/>
                      <a:pt x="812" y="1141"/>
                      <a:pt x="811" y="1139"/>
                    </a:cubicBezTo>
                    <a:cubicBezTo>
                      <a:pt x="811" y="1137"/>
                      <a:pt x="811" y="1135"/>
                      <a:pt x="811" y="1134"/>
                    </a:cubicBezTo>
                    <a:cubicBezTo>
                      <a:pt x="811" y="1131"/>
                      <a:pt x="810" y="1127"/>
                      <a:pt x="808" y="1127"/>
                    </a:cubicBezTo>
                    <a:cubicBezTo>
                      <a:pt x="806" y="1126"/>
                      <a:pt x="805" y="1126"/>
                      <a:pt x="804" y="1126"/>
                    </a:cubicBezTo>
                    <a:cubicBezTo>
                      <a:pt x="803" y="1126"/>
                      <a:pt x="802" y="1125"/>
                      <a:pt x="800" y="1125"/>
                    </a:cubicBezTo>
                    <a:cubicBezTo>
                      <a:pt x="798" y="1124"/>
                      <a:pt x="796" y="1123"/>
                      <a:pt x="793" y="1123"/>
                    </a:cubicBezTo>
                    <a:cubicBezTo>
                      <a:pt x="791" y="1123"/>
                      <a:pt x="789" y="1123"/>
                      <a:pt x="786" y="1121"/>
                    </a:cubicBezTo>
                    <a:cubicBezTo>
                      <a:pt x="784" y="1120"/>
                      <a:pt x="783" y="1117"/>
                      <a:pt x="781" y="1115"/>
                    </a:cubicBezTo>
                    <a:cubicBezTo>
                      <a:pt x="777" y="1112"/>
                      <a:pt x="773" y="1109"/>
                      <a:pt x="771" y="1105"/>
                    </a:cubicBezTo>
                    <a:cubicBezTo>
                      <a:pt x="770" y="1102"/>
                      <a:pt x="768" y="1099"/>
                      <a:pt x="767" y="1097"/>
                    </a:cubicBezTo>
                    <a:cubicBezTo>
                      <a:pt x="762" y="1090"/>
                      <a:pt x="760" y="1080"/>
                      <a:pt x="751" y="1078"/>
                    </a:cubicBezTo>
                    <a:cubicBezTo>
                      <a:pt x="749" y="1077"/>
                      <a:pt x="747" y="1078"/>
                      <a:pt x="744" y="1078"/>
                    </a:cubicBezTo>
                    <a:cubicBezTo>
                      <a:pt x="742" y="1077"/>
                      <a:pt x="740" y="1076"/>
                      <a:pt x="738" y="1075"/>
                    </a:cubicBezTo>
                    <a:cubicBezTo>
                      <a:pt x="737" y="1074"/>
                      <a:pt x="736" y="1073"/>
                      <a:pt x="735" y="1072"/>
                    </a:cubicBezTo>
                    <a:cubicBezTo>
                      <a:pt x="734" y="1071"/>
                      <a:pt x="735" y="1070"/>
                      <a:pt x="737" y="1070"/>
                    </a:cubicBezTo>
                    <a:cubicBezTo>
                      <a:pt x="738" y="1070"/>
                      <a:pt x="740" y="1072"/>
                      <a:pt x="741" y="1072"/>
                    </a:cubicBezTo>
                    <a:cubicBezTo>
                      <a:pt x="742" y="1073"/>
                      <a:pt x="744" y="1073"/>
                      <a:pt x="745" y="1074"/>
                    </a:cubicBezTo>
                    <a:cubicBezTo>
                      <a:pt x="747" y="1075"/>
                      <a:pt x="750" y="1074"/>
                      <a:pt x="752" y="1073"/>
                    </a:cubicBezTo>
                    <a:cubicBezTo>
                      <a:pt x="754" y="1073"/>
                      <a:pt x="755" y="1072"/>
                      <a:pt x="754" y="1070"/>
                    </a:cubicBezTo>
                    <a:cubicBezTo>
                      <a:pt x="753" y="1066"/>
                      <a:pt x="751" y="1064"/>
                      <a:pt x="748" y="1062"/>
                    </a:cubicBezTo>
                    <a:cubicBezTo>
                      <a:pt x="745" y="1059"/>
                      <a:pt x="742" y="1056"/>
                      <a:pt x="739" y="1053"/>
                    </a:cubicBezTo>
                    <a:cubicBezTo>
                      <a:pt x="738" y="1052"/>
                      <a:pt x="738" y="1051"/>
                      <a:pt x="737" y="1050"/>
                    </a:cubicBezTo>
                    <a:cubicBezTo>
                      <a:pt x="736" y="1049"/>
                      <a:pt x="734" y="1048"/>
                      <a:pt x="734" y="1046"/>
                    </a:cubicBezTo>
                    <a:cubicBezTo>
                      <a:pt x="737" y="1046"/>
                      <a:pt x="740" y="1049"/>
                      <a:pt x="741" y="1051"/>
                    </a:cubicBezTo>
                    <a:cubicBezTo>
                      <a:pt x="742" y="1053"/>
                      <a:pt x="744" y="1054"/>
                      <a:pt x="745" y="1055"/>
                    </a:cubicBezTo>
                    <a:cubicBezTo>
                      <a:pt x="746" y="1056"/>
                      <a:pt x="747" y="1056"/>
                      <a:pt x="748" y="1057"/>
                    </a:cubicBezTo>
                    <a:cubicBezTo>
                      <a:pt x="750" y="1058"/>
                      <a:pt x="751" y="1060"/>
                      <a:pt x="753" y="1060"/>
                    </a:cubicBezTo>
                    <a:cubicBezTo>
                      <a:pt x="755" y="1062"/>
                      <a:pt x="757" y="1062"/>
                      <a:pt x="758" y="1063"/>
                    </a:cubicBezTo>
                    <a:cubicBezTo>
                      <a:pt x="761" y="1065"/>
                      <a:pt x="762" y="1068"/>
                      <a:pt x="764" y="1070"/>
                    </a:cubicBezTo>
                    <a:cubicBezTo>
                      <a:pt x="766" y="1072"/>
                      <a:pt x="767" y="1074"/>
                      <a:pt x="768" y="1077"/>
                    </a:cubicBezTo>
                    <a:cubicBezTo>
                      <a:pt x="768" y="1081"/>
                      <a:pt x="770" y="1084"/>
                      <a:pt x="770" y="1087"/>
                    </a:cubicBezTo>
                    <a:cubicBezTo>
                      <a:pt x="771" y="1090"/>
                      <a:pt x="772" y="1093"/>
                      <a:pt x="773" y="1095"/>
                    </a:cubicBezTo>
                    <a:cubicBezTo>
                      <a:pt x="774" y="1096"/>
                      <a:pt x="775" y="1098"/>
                      <a:pt x="776" y="1100"/>
                    </a:cubicBezTo>
                    <a:cubicBezTo>
                      <a:pt x="776" y="1101"/>
                      <a:pt x="777" y="1103"/>
                      <a:pt x="778" y="1104"/>
                    </a:cubicBezTo>
                    <a:cubicBezTo>
                      <a:pt x="780" y="1107"/>
                      <a:pt x="782" y="1109"/>
                      <a:pt x="784" y="1111"/>
                    </a:cubicBezTo>
                    <a:cubicBezTo>
                      <a:pt x="785" y="1113"/>
                      <a:pt x="788" y="1114"/>
                      <a:pt x="790" y="1114"/>
                    </a:cubicBezTo>
                    <a:cubicBezTo>
                      <a:pt x="790" y="1112"/>
                      <a:pt x="789" y="1110"/>
                      <a:pt x="789" y="1107"/>
                    </a:cubicBezTo>
                    <a:cubicBezTo>
                      <a:pt x="790" y="1108"/>
                      <a:pt x="792" y="1108"/>
                      <a:pt x="793" y="1109"/>
                    </a:cubicBezTo>
                    <a:cubicBezTo>
                      <a:pt x="794" y="1110"/>
                      <a:pt x="794" y="1112"/>
                      <a:pt x="795" y="1113"/>
                    </a:cubicBezTo>
                    <a:cubicBezTo>
                      <a:pt x="796" y="1115"/>
                      <a:pt x="799" y="1118"/>
                      <a:pt x="802" y="1116"/>
                    </a:cubicBezTo>
                    <a:cubicBezTo>
                      <a:pt x="803" y="1114"/>
                      <a:pt x="804" y="1114"/>
                      <a:pt x="805" y="1114"/>
                    </a:cubicBezTo>
                    <a:cubicBezTo>
                      <a:pt x="807" y="1115"/>
                      <a:pt x="809" y="1118"/>
                      <a:pt x="810" y="1119"/>
                    </a:cubicBezTo>
                    <a:cubicBezTo>
                      <a:pt x="811" y="1123"/>
                      <a:pt x="813" y="1126"/>
                      <a:pt x="813" y="1129"/>
                    </a:cubicBezTo>
                    <a:cubicBezTo>
                      <a:pt x="814" y="1133"/>
                      <a:pt x="814" y="1136"/>
                      <a:pt x="814" y="1140"/>
                    </a:cubicBezTo>
                    <a:close/>
                    <a:moveTo>
                      <a:pt x="729" y="974"/>
                    </a:moveTo>
                    <a:cubicBezTo>
                      <a:pt x="731" y="975"/>
                      <a:pt x="732" y="976"/>
                      <a:pt x="734" y="978"/>
                    </a:cubicBezTo>
                    <a:cubicBezTo>
                      <a:pt x="736" y="979"/>
                      <a:pt x="737" y="980"/>
                      <a:pt x="739" y="980"/>
                    </a:cubicBezTo>
                    <a:cubicBezTo>
                      <a:pt x="740" y="981"/>
                      <a:pt x="742" y="980"/>
                      <a:pt x="743" y="980"/>
                    </a:cubicBezTo>
                    <a:cubicBezTo>
                      <a:pt x="747" y="981"/>
                      <a:pt x="750" y="982"/>
                      <a:pt x="753" y="984"/>
                    </a:cubicBezTo>
                    <a:cubicBezTo>
                      <a:pt x="756" y="985"/>
                      <a:pt x="758" y="987"/>
                      <a:pt x="760" y="990"/>
                    </a:cubicBezTo>
                    <a:cubicBezTo>
                      <a:pt x="761" y="990"/>
                      <a:pt x="761" y="991"/>
                      <a:pt x="762" y="992"/>
                    </a:cubicBezTo>
                    <a:cubicBezTo>
                      <a:pt x="764" y="993"/>
                      <a:pt x="766" y="994"/>
                      <a:pt x="767" y="995"/>
                    </a:cubicBezTo>
                    <a:cubicBezTo>
                      <a:pt x="770" y="996"/>
                      <a:pt x="772" y="998"/>
                      <a:pt x="775" y="999"/>
                    </a:cubicBezTo>
                    <a:cubicBezTo>
                      <a:pt x="776" y="1000"/>
                      <a:pt x="779" y="1000"/>
                      <a:pt x="780" y="1002"/>
                    </a:cubicBezTo>
                    <a:cubicBezTo>
                      <a:pt x="781" y="1003"/>
                      <a:pt x="781" y="1004"/>
                      <a:pt x="782" y="1005"/>
                    </a:cubicBezTo>
                    <a:cubicBezTo>
                      <a:pt x="784" y="1006"/>
                      <a:pt x="785" y="1007"/>
                      <a:pt x="786" y="1008"/>
                    </a:cubicBezTo>
                    <a:cubicBezTo>
                      <a:pt x="786" y="1010"/>
                      <a:pt x="786" y="1012"/>
                      <a:pt x="786" y="1014"/>
                    </a:cubicBezTo>
                    <a:cubicBezTo>
                      <a:pt x="785" y="1018"/>
                      <a:pt x="786" y="1020"/>
                      <a:pt x="788" y="1023"/>
                    </a:cubicBezTo>
                    <a:cubicBezTo>
                      <a:pt x="789" y="1025"/>
                      <a:pt x="790" y="1026"/>
                      <a:pt x="791" y="1027"/>
                    </a:cubicBezTo>
                    <a:cubicBezTo>
                      <a:pt x="792" y="1027"/>
                      <a:pt x="796" y="1026"/>
                      <a:pt x="796" y="1024"/>
                    </a:cubicBezTo>
                    <a:cubicBezTo>
                      <a:pt x="796" y="1022"/>
                      <a:pt x="794" y="1018"/>
                      <a:pt x="793" y="1016"/>
                    </a:cubicBezTo>
                    <a:cubicBezTo>
                      <a:pt x="792" y="1014"/>
                      <a:pt x="791" y="1009"/>
                      <a:pt x="794" y="1008"/>
                    </a:cubicBezTo>
                    <a:cubicBezTo>
                      <a:pt x="798" y="1006"/>
                      <a:pt x="800" y="1013"/>
                      <a:pt x="801" y="1016"/>
                    </a:cubicBezTo>
                    <a:cubicBezTo>
                      <a:pt x="802" y="1019"/>
                      <a:pt x="803" y="1022"/>
                      <a:pt x="807" y="1024"/>
                    </a:cubicBezTo>
                    <a:cubicBezTo>
                      <a:pt x="810" y="1025"/>
                      <a:pt x="814" y="1026"/>
                      <a:pt x="817" y="1028"/>
                    </a:cubicBezTo>
                    <a:cubicBezTo>
                      <a:pt x="820" y="1030"/>
                      <a:pt x="822" y="1031"/>
                      <a:pt x="825" y="1032"/>
                    </a:cubicBezTo>
                    <a:cubicBezTo>
                      <a:pt x="829" y="1033"/>
                      <a:pt x="832" y="1033"/>
                      <a:pt x="835" y="1036"/>
                    </a:cubicBezTo>
                    <a:cubicBezTo>
                      <a:pt x="838" y="1038"/>
                      <a:pt x="839" y="1042"/>
                      <a:pt x="840" y="1045"/>
                    </a:cubicBezTo>
                    <a:cubicBezTo>
                      <a:pt x="841" y="1049"/>
                      <a:pt x="843" y="1051"/>
                      <a:pt x="846" y="1054"/>
                    </a:cubicBezTo>
                    <a:cubicBezTo>
                      <a:pt x="849" y="1057"/>
                      <a:pt x="850" y="1060"/>
                      <a:pt x="850" y="1064"/>
                    </a:cubicBezTo>
                    <a:cubicBezTo>
                      <a:pt x="848" y="1063"/>
                      <a:pt x="847" y="1065"/>
                      <a:pt x="848" y="1067"/>
                    </a:cubicBezTo>
                    <a:cubicBezTo>
                      <a:pt x="848" y="1069"/>
                      <a:pt x="849" y="1071"/>
                      <a:pt x="850" y="1073"/>
                    </a:cubicBezTo>
                    <a:cubicBezTo>
                      <a:pt x="851" y="1074"/>
                      <a:pt x="852" y="1076"/>
                      <a:pt x="854" y="1076"/>
                    </a:cubicBezTo>
                    <a:cubicBezTo>
                      <a:pt x="854" y="1077"/>
                      <a:pt x="855" y="1076"/>
                      <a:pt x="856" y="1076"/>
                    </a:cubicBezTo>
                    <a:cubicBezTo>
                      <a:pt x="856" y="1076"/>
                      <a:pt x="857" y="1077"/>
                      <a:pt x="858" y="1077"/>
                    </a:cubicBezTo>
                    <a:cubicBezTo>
                      <a:pt x="861" y="1078"/>
                      <a:pt x="864" y="1078"/>
                      <a:pt x="868" y="1078"/>
                    </a:cubicBezTo>
                    <a:cubicBezTo>
                      <a:pt x="870" y="1078"/>
                      <a:pt x="876" y="1077"/>
                      <a:pt x="875" y="1081"/>
                    </a:cubicBezTo>
                    <a:cubicBezTo>
                      <a:pt x="870" y="1082"/>
                      <a:pt x="866" y="1082"/>
                      <a:pt x="862" y="1082"/>
                    </a:cubicBezTo>
                    <a:cubicBezTo>
                      <a:pt x="861" y="1082"/>
                      <a:pt x="859" y="1082"/>
                      <a:pt x="858" y="1082"/>
                    </a:cubicBezTo>
                    <a:cubicBezTo>
                      <a:pt x="858" y="1082"/>
                      <a:pt x="857" y="1081"/>
                      <a:pt x="856" y="1081"/>
                    </a:cubicBezTo>
                    <a:cubicBezTo>
                      <a:pt x="855" y="1080"/>
                      <a:pt x="853" y="1080"/>
                      <a:pt x="852" y="1079"/>
                    </a:cubicBezTo>
                    <a:cubicBezTo>
                      <a:pt x="850" y="1078"/>
                      <a:pt x="850" y="1076"/>
                      <a:pt x="849" y="1074"/>
                    </a:cubicBezTo>
                    <a:cubicBezTo>
                      <a:pt x="848" y="1072"/>
                      <a:pt x="845" y="1069"/>
                      <a:pt x="843" y="1068"/>
                    </a:cubicBezTo>
                    <a:cubicBezTo>
                      <a:pt x="841" y="1067"/>
                      <a:pt x="839" y="1067"/>
                      <a:pt x="836" y="1067"/>
                    </a:cubicBezTo>
                    <a:cubicBezTo>
                      <a:pt x="832" y="1067"/>
                      <a:pt x="830" y="1064"/>
                      <a:pt x="829" y="1061"/>
                    </a:cubicBezTo>
                    <a:cubicBezTo>
                      <a:pt x="828" y="1060"/>
                      <a:pt x="828" y="1058"/>
                      <a:pt x="828" y="1057"/>
                    </a:cubicBezTo>
                    <a:cubicBezTo>
                      <a:pt x="829" y="1055"/>
                      <a:pt x="831" y="1057"/>
                      <a:pt x="833" y="1057"/>
                    </a:cubicBezTo>
                    <a:cubicBezTo>
                      <a:pt x="834" y="1058"/>
                      <a:pt x="839" y="1063"/>
                      <a:pt x="840" y="1059"/>
                    </a:cubicBezTo>
                    <a:cubicBezTo>
                      <a:pt x="840" y="1057"/>
                      <a:pt x="838" y="1055"/>
                      <a:pt x="837" y="1053"/>
                    </a:cubicBezTo>
                    <a:cubicBezTo>
                      <a:pt x="837" y="1052"/>
                      <a:pt x="836" y="1051"/>
                      <a:pt x="835" y="1050"/>
                    </a:cubicBezTo>
                    <a:cubicBezTo>
                      <a:pt x="832" y="1049"/>
                      <a:pt x="829" y="1050"/>
                      <a:pt x="826" y="1049"/>
                    </a:cubicBezTo>
                    <a:cubicBezTo>
                      <a:pt x="823" y="1048"/>
                      <a:pt x="823" y="1046"/>
                      <a:pt x="821" y="1043"/>
                    </a:cubicBezTo>
                    <a:cubicBezTo>
                      <a:pt x="820" y="1042"/>
                      <a:pt x="820" y="1041"/>
                      <a:pt x="818" y="1042"/>
                    </a:cubicBezTo>
                    <a:cubicBezTo>
                      <a:pt x="817" y="1042"/>
                      <a:pt x="816" y="1042"/>
                      <a:pt x="816" y="1044"/>
                    </a:cubicBezTo>
                    <a:cubicBezTo>
                      <a:pt x="816" y="1046"/>
                      <a:pt x="819" y="1051"/>
                      <a:pt x="817" y="1052"/>
                    </a:cubicBezTo>
                    <a:cubicBezTo>
                      <a:pt x="815" y="1055"/>
                      <a:pt x="811" y="1046"/>
                      <a:pt x="810" y="1044"/>
                    </a:cubicBezTo>
                    <a:cubicBezTo>
                      <a:pt x="810" y="1043"/>
                      <a:pt x="809" y="1041"/>
                      <a:pt x="808" y="1041"/>
                    </a:cubicBezTo>
                    <a:cubicBezTo>
                      <a:pt x="807" y="1039"/>
                      <a:pt x="806" y="1039"/>
                      <a:pt x="804" y="1039"/>
                    </a:cubicBezTo>
                    <a:cubicBezTo>
                      <a:pt x="802" y="1039"/>
                      <a:pt x="801" y="1039"/>
                      <a:pt x="799" y="1038"/>
                    </a:cubicBezTo>
                    <a:cubicBezTo>
                      <a:pt x="798" y="1038"/>
                      <a:pt x="797" y="1037"/>
                      <a:pt x="795" y="1037"/>
                    </a:cubicBezTo>
                    <a:cubicBezTo>
                      <a:pt x="791" y="1036"/>
                      <a:pt x="788" y="1034"/>
                      <a:pt x="785" y="1032"/>
                    </a:cubicBezTo>
                    <a:cubicBezTo>
                      <a:pt x="783" y="1031"/>
                      <a:pt x="782" y="1030"/>
                      <a:pt x="781" y="1028"/>
                    </a:cubicBezTo>
                    <a:cubicBezTo>
                      <a:pt x="781" y="1027"/>
                      <a:pt x="781" y="1025"/>
                      <a:pt x="781" y="1024"/>
                    </a:cubicBezTo>
                    <a:cubicBezTo>
                      <a:pt x="780" y="1021"/>
                      <a:pt x="781" y="1018"/>
                      <a:pt x="780" y="1015"/>
                    </a:cubicBezTo>
                    <a:cubicBezTo>
                      <a:pt x="780" y="1014"/>
                      <a:pt x="780" y="1012"/>
                      <a:pt x="779" y="1010"/>
                    </a:cubicBezTo>
                    <a:cubicBezTo>
                      <a:pt x="779" y="1009"/>
                      <a:pt x="779" y="1007"/>
                      <a:pt x="778" y="1006"/>
                    </a:cubicBezTo>
                    <a:cubicBezTo>
                      <a:pt x="777" y="1006"/>
                      <a:pt x="777" y="1006"/>
                      <a:pt x="776" y="1005"/>
                    </a:cubicBezTo>
                    <a:cubicBezTo>
                      <a:pt x="776" y="1005"/>
                      <a:pt x="775" y="1003"/>
                      <a:pt x="774" y="1003"/>
                    </a:cubicBezTo>
                    <a:cubicBezTo>
                      <a:pt x="774" y="1003"/>
                      <a:pt x="773" y="1002"/>
                      <a:pt x="772" y="1002"/>
                    </a:cubicBezTo>
                    <a:cubicBezTo>
                      <a:pt x="771" y="1001"/>
                      <a:pt x="771" y="1000"/>
                      <a:pt x="770" y="1000"/>
                    </a:cubicBezTo>
                    <a:cubicBezTo>
                      <a:pt x="769" y="1000"/>
                      <a:pt x="768" y="1000"/>
                      <a:pt x="767" y="1000"/>
                    </a:cubicBezTo>
                    <a:cubicBezTo>
                      <a:pt x="765" y="1000"/>
                      <a:pt x="764" y="998"/>
                      <a:pt x="763" y="998"/>
                    </a:cubicBezTo>
                    <a:cubicBezTo>
                      <a:pt x="761" y="996"/>
                      <a:pt x="759" y="995"/>
                      <a:pt x="757" y="993"/>
                    </a:cubicBezTo>
                    <a:cubicBezTo>
                      <a:pt x="755" y="992"/>
                      <a:pt x="754" y="990"/>
                      <a:pt x="752" y="989"/>
                    </a:cubicBezTo>
                    <a:cubicBezTo>
                      <a:pt x="748" y="987"/>
                      <a:pt x="744" y="985"/>
                      <a:pt x="739" y="984"/>
                    </a:cubicBezTo>
                    <a:cubicBezTo>
                      <a:pt x="737" y="983"/>
                      <a:pt x="735" y="983"/>
                      <a:pt x="733" y="982"/>
                    </a:cubicBezTo>
                    <a:cubicBezTo>
                      <a:pt x="732" y="982"/>
                      <a:pt x="730" y="981"/>
                      <a:pt x="728" y="980"/>
                    </a:cubicBezTo>
                    <a:cubicBezTo>
                      <a:pt x="726" y="979"/>
                      <a:pt x="725" y="977"/>
                      <a:pt x="724" y="975"/>
                    </a:cubicBezTo>
                    <a:cubicBezTo>
                      <a:pt x="722" y="973"/>
                      <a:pt x="721" y="972"/>
                      <a:pt x="719" y="971"/>
                    </a:cubicBezTo>
                    <a:cubicBezTo>
                      <a:pt x="722" y="968"/>
                      <a:pt x="727" y="971"/>
                      <a:pt x="729" y="974"/>
                    </a:cubicBezTo>
                    <a:close/>
                    <a:moveTo>
                      <a:pt x="1024" y="639"/>
                    </a:moveTo>
                    <a:cubicBezTo>
                      <a:pt x="1022" y="641"/>
                      <a:pt x="1024" y="645"/>
                      <a:pt x="1025" y="647"/>
                    </a:cubicBezTo>
                    <a:cubicBezTo>
                      <a:pt x="1026" y="648"/>
                      <a:pt x="1032" y="652"/>
                      <a:pt x="1028" y="653"/>
                    </a:cubicBezTo>
                    <a:cubicBezTo>
                      <a:pt x="1024" y="654"/>
                      <a:pt x="1023" y="652"/>
                      <a:pt x="1020" y="649"/>
                    </a:cubicBezTo>
                    <a:cubicBezTo>
                      <a:pt x="1019" y="648"/>
                      <a:pt x="1018" y="647"/>
                      <a:pt x="1018" y="646"/>
                    </a:cubicBezTo>
                    <a:cubicBezTo>
                      <a:pt x="1017" y="645"/>
                      <a:pt x="1017" y="643"/>
                      <a:pt x="1016" y="642"/>
                    </a:cubicBezTo>
                    <a:cubicBezTo>
                      <a:pt x="1015" y="639"/>
                      <a:pt x="1012" y="639"/>
                      <a:pt x="1009" y="639"/>
                    </a:cubicBezTo>
                    <a:cubicBezTo>
                      <a:pt x="1006" y="638"/>
                      <a:pt x="1004" y="638"/>
                      <a:pt x="1001" y="637"/>
                    </a:cubicBezTo>
                    <a:cubicBezTo>
                      <a:pt x="998" y="635"/>
                      <a:pt x="999" y="631"/>
                      <a:pt x="997" y="630"/>
                    </a:cubicBezTo>
                    <a:cubicBezTo>
                      <a:pt x="996" y="629"/>
                      <a:pt x="994" y="629"/>
                      <a:pt x="993" y="628"/>
                    </a:cubicBezTo>
                    <a:cubicBezTo>
                      <a:pt x="991" y="628"/>
                      <a:pt x="990" y="627"/>
                      <a:pt x="989" y="626"/>
                    </a:cubicBezTo>
                    <a:cubicBezTo>
                      <a:pt x="988" y="626"/>
                      <a:pt x="988" y="626"/>
                      <a:pt x="987" y="626"/>
                    </a:cubicBezTo>
                    <a:cubicBezTo>
                      <a:pt x="987" y="626"/>
                      <a:pt x="986" y="625"/>
                      <a:pt x="985" y="625"/>
                    </a:cubicBezTo>
                    <a:cubicBezTo>
                      <a:pt x="985" y="625"/>
                      <a:pt x="984" y="625"/>
                      <a:pt x="983" y="625"/>
                    </a:cubicBezTo>
                    <a:cubicBezTo>
                      <a:pt x="981" y="625"/>
                      <a:pt x="980" y="625"/>
                      <a:pt x="978" y="625"/>
                    </a:cubicBezTo>
                    <a:cubicBezTo>
                      <a:pt x="977" y="625"/>
                      <a:pt x="977" y="626"/>
                      <a:pt x="976" y="626"/>
                    </a:cubicBezTo>
                    <a:cubicBezTo>
                      <a:pt x="975" y="626"/>
                      <a:pt x="974" y="625"/>
                      <a:pt x="974" y="626"/>
                    </a:cubicBezTo>
                    <a:cubicBezTo>
                      <a:pt x="972" y="626"/>
                      <a:pt x="971" y="626"/>
                      <a:pt x="970" y="626"/>
                    </a:cubicBezTo>
                    <a:cubicBezTo>
                      <a:pt x="970" y="627"/>
                      <a:pt x="969" y="627"/>
                      <a:pt x="968" y="627"/>
                    </a:cubicBezTo>
                    <a:cubicBezTo>
                      <a:pt x="967" y="627"/>
                      <a:pt x="966" y="627"/>
                      <a:pt x="965" y="626"/>
                    </a:cubicBezTo>
                    <a:cubicBezTo>
                      <a:pt x="963" y="625"/>
                      <a:pt x="964" y="624"/>
                      <a:pt x="966" y="623"/>
                    </a:cubicBezTo>
                    <a:cubicBezTo>
                      <a:pt x="967" y="623"/>
                      <a:pt x="968" y="623"/>
                      <a:pt x="970" y="623"/>
                    </a:cubicBezTo>
                    <a:cubicBezTo>
                      <a:pt x="971" y="623"/>
                      <a:pt x="972" y="623"/>
                      <a:pt x="974" y="623"/>
                    </a:cubicBezTo>
                    <a:cubicBezTo>
                      <a:pt x="974" y="623"/>
                      <a:pt x="975" y="622"/>
                      <a:pt x="976" y="622"/>
                    </a:cubicBezTo>
                    <a:cubicBezTo>
                      <a:pt x="977" y="622"/>
                      <a:pt x="979" y="622"/>
                      <a:pt x="980" y="622"/>
                    </a:cubicBezTo>
                    <a:cubicBezTo>
                      <a:pt x="983" y="622"/>
                      <a:pt x="986" y="622"/>
                      <a:pt x="989" y="623"/>
                    </a:cubicBezTo>
                    <a:cubicBezTo>
                      <a:pt x="991" y="623"/>
                      <a:pt x="992" y="623"/>
                      <a:pt x="993" y="624"/>
                    </a:cubicBezTo>
                    <a:cubicBezTo>
                      <a:pt x="994" y="624"/>
                      <a:pt x="995" y="625"/>
                      <a:pt x="995" y="625"/>
                    </a:cubicBezTo>
                    <a:cubicBezTo>
                      <a:pt x="996" y="626"/>
                      <a:pt x="997" y="626"/>
                      <a:pt x="997" y="626"/>
                    </a:cubicBezTo>
                    <a:cubicBezTo>
                      <a:pt x="1000" y="627"/>
                      <a:pt x="1001" y="630"/>
                      <a:pt x="1003" y="631"/>
                    </a:cubicBezTo>
                    <a:cubicBezTo>
                      <a:pt x="1005" y="632"/>
                      <a:pt x="1009" y="633"/>
                      <a:pt x="1012" y="633"/>
                    </a:cubicBezTo>
                    <a:cubicBezTo>
                      <a:pt x="1013" y="633"/>
                      <a:pt x="1014" y="634"/>
                      <a:pt x="1015" y="633"/>
                    </a:cubicBezTo>
                    <a:cubicBezTo>
                      <a:pt x="1017" y="633"/>
                      <a:pt x="1017" y="632"/>
                      <a:pt x="1018" y="632"/>
                    </a:cubicBezTo>
                    <a:cubicBezTo>
                      <a:pt x="1022" y="629"/>
                      <a:pt x="1025" y="631"/>
                      <a:pt x="1027" y="634"/>
                    </a:cubicBezTo>
                    <a:cubicBezTo>
                      <a:pt x="1030" y="636"/>
                      <a:pt x="1032" y="638"/>
                      <a:pt x="1032" y="641"/>
                    </a:cubicBezTo>
                    <a:cubicBezTo>
                      <a:pt x="1030" y="641"/>
                      <a:pt x="1026" y="637"/>
                      <a:pt x="1024" y="639"/>
                    </a:cubicBezTo>
                    <a:close/>
                    <a:moveTo>
                      <a:pt x="893" y="576"/>
                    </a:moveTo>
                    <a:cubicBezTo>
                      <a:pt x="895" y="576"/>
                      <a:pt x="897" y="577"/>
                      <a:pt x="899" y="578"/>
                    </a:cubicBezTo>
                    <a:cubicBezTo>
                      <a:pt x="901" y="579"/>
                      <a:pt x="903" y="580"/>
                      <a:pt x="905" y="580"/>
                    </a:cubicBezTo>
                    <a:cubicBezTo>
                      <a:pt x="905" y="579"/>
                      <a:pt x="905" y="577"/>
                      <a:pt x="905" y="576"/>
                    </a:cubicBezTo>
                    <a:cubicBezTo>
                      <a:pt x="907" y="575"/>
                      <a:pt x="908" y="577"/>
                      <a:pt x="909" y="579"/>
                    </a:cubicBezTo>
                    <a:cubicBezTo>
                      <a:pt x="910" y="581"/>
                      <a:pt x="911" y="582"/>
                      <a:pt x="912" y="583"/>
                    </a:cubicBezTo>
                    <a:cubicBezTo>
                      <a:pt x="916" y="587"/>
                      <a:pt x="920" y="589"/>
                      <a:pt x="925" y="589"/>
                    </a:cubicBezTo>
                    <a:cubicBezTo>
                      <a:pt x="928" y="589"/>
                      <a:pt x="930" y="589"/>
                      <a:pt x="933" y="589"/>
                    </a:cubicBezTo>
                    <a:cubicBezTo>
                      <a:pt x="935" y="589"/>
                      <a:pt x="936" y="589"/>
                      <a:pt x="938" y="590"/>
                    </a:cubicBezTo>
                    <a:cubicBezTo>
                      <a:pt x="942" y="592"/>
                      <a:pt x="944" y="593"/>
                      <a:pt x="947" y="590"/>
                    </a:cubicBezTo>
                    <a:cubicBezTo>
                      <a:pt x="950" y="587"/>
                      <a:pt x="953" y="590"/>
                      <a:pt x="956" y="590"/>
                    </a:cubicBezTo>
                    <a:cubicBezTo>
                      <a:pt x="961" y="591"/>
                      <a:pt x="962" y="587"/>
                      <a:pt x="966" y="586"/>
                    </a:cubicBezTo>
                    <a:cubicBezTo>
                      <a:pt x="971" y="585"/>
                      <a:pt x="975" y="584"/>
                      <a:pt x="980" y="584"/>
                    </a:cubicBezTo>
                    <a:cubicBezTo>
                      <a:pt x="982" y="584"/>
                      <a:pt x="984" y="585"/>
                      <a:pt x="986" y="585"/>
                    </a:cubicBezTo>
                    <a:cubicBezTo>
                      <a:pt x="988" y="584"/>
                      <a:pt x="990" y="582"/>
                      <a:pt x="991" y="581"/>
                    </a:cubicBezTo>
                    <a:cubicBezTo>
                      <a:pt x="992" y="580"/>
                      <a:pt x="992" y="576"/>
                      <a:pt x="994" y="577"/>
                    </a:cubicBezTo>
                    <a:cubicBezTo>
                      <a:pt x="997" y="577"/>
                      <a:pt x="996" y="582"/>
                      <a:pt x="996" y="583"/>
                    </a:cubicBezTo>
                    <a:cubicBezTo>
                      <a:pt x="996" y="588"/>
                      <a:pt x="1002" y="587"/>
                      <a:pt x="1005" y="588"/>
                    </a:cubicBezTo>
                    <a:cubicBezTo>
                      <a:pt x="1005" y="585"/>
                      <a:pt x="1006" y="582"/>
                      <a:pt x="1009" y="584"/>
                    </a:cubicBezTo>
                    <a:cubicBezTo>
                      <a:pt x="1010" y="585"/>
                      <a:pt x="1012" y="585"/>
                      <a:pt x="1012" y="586"/>
                    </a:cubicBezTo>
                    <a:cubicBezTo>
                      <a:pt x="1014" y="588"/>
                      <a:pt x="1014" y="589"/>
                      <a:pt x="1015" y="590"/>
                    </a:cubicBezTo>
                    <a:cubicBezTo>
                      <a:pt x="1016" y="591"/>
                      <a:pt x="1017" y="592"/>
                      <a:pt x="1018" y="593"/>
                    </a:cubicBezTo>
                    <a:cubicBezTo>
                      <a:pt x="1018" y="593"/>
                      <a:pt x="1019" y="593"/>
                      <a:pt x="1020" y="594"/>
                    </a:cubicBezTo>
                    <a:cubicBezTo>
                      <a:pt x="1021" y="594"/>
                      <a:pt x="1022" y="595"/>
                      <a:pt x="1024" y="595"/>
                    </a:cubicBezTo>
                    <a:cubicBezTo>
                      <a:pt x="1025" y="595"/>
                      <a:pt x="1026" y="594"/>
                      <a:pt x="1027" y="594"/>
                    </a:cubicBezTo>
                    <a:cubicBezTo>
                      <a:pt x="1031" y="594"/>
                      <a:pt x="1031" y="598"/>
                      <a:pt x="1034" y="598"/>
                    </a:cubicBezTo>
                    <a:cubicBezTo>
                      <a:pt x="1035" y="598"/>
                      <a:pt x="1036" y="599"/>
                      <a:pt x="1037" y="598"/>
                    </a:cubicBezTo>
                    <a:cubicBezTo>
                      <a:pt x="1038" y="598"/>
                      <a:pt x="1038" y="596"/>
                      <a:pt x="1040" y="596"/>
                    </a:cubicBezTo>
                    <a:cubicBezTo>
                      <a:pt x="1042" y="595"/>
                      <a:pt x="1044" y="597"/>
                      <a:pt x="1046" y="597"/>
                    </a:cubicBezTo>
                    <a:cubicBezTo>
                      <a:pt x="1048" y="598"/>
                      <a:pt x="1050" y="598"/>
                      <a:pt x="1052" y="599"/>
                    </a:cubicBezTo>
                    <a:cubicBezTo>
                      <a:pt x="1055" y="600"/>
                      <a:pt x="1056" y="603"/>
                      <a:pt x="1058" y="604"/>
                    </a:cubicBezTo>
                    <a:cubicBezTo>
                      <a:pt x="1059" y="605"/>
                      <a:pt x="1060" y="607"/>
                      <a:pt x="1060" y="608"/>
                    </a:cubicBezTo>
                    <a:cubicBezTo>
                      <a:pt x="1059" y="610"/>
                      <a:pt x="1058" y="610"/>
                      <a:pt x="1059" y="612"/>
                    </a:cubicBezTo>
                    <a:cubicBezTo>
                      <a:pt x="1060" y="613"/>
                      <a:pt x="1061" y="615"/>
                      <a:pt x="1062" y="616"/>
                    </a:cubicBezTo>
                    <a:cubicBezTo>
                      <a:pt x="1063" y="618"/>
                      <a:pt x="1065" y="619"/>
                      <a:pt x="1067" y="621"/>
                    </a:cubicBezTo>
                    <a:cubicBezTo>
                      <a:pt x="1072" y="622"/>
                      <a:pt x="1077" y="620"/>
                      <a:pt x="1078" y="615"/>
                    </a:cubicBezTo>
                    <a:cubicBezTo>
                      <a:pt x="1079" y="612"/>
                      <a:pt x="1081" y="612"/>
                      <a:pt x="1083" y="615"/>
                    </a:cubicBezTo>
                    <a:cubicBezTo>
                      <a:pt x="1084" y="617"/>
                      <a:pt x="1084" y="619"/>
                      <a:pt x="1086" y="622"/>
                    </a:cubicBezTo>
                    <a:cubicBezTo>
                      <a:pt x="1086" y="623"/>
                      <a:pt x="1087" y="624"/>
                      <a:pt x="1087" y="625"/>
                    </a:cubicBezTo>
                    <a:cubicBezTo>
                      <a:pt x="1087" y="626"/>
                      <a:pt x="1086" y="627"/>
                      <a:pt x="1087" y="629"/>
                    </a:cubicBezTo>
                    <a:cubicBezTo>
                      <a:pt x="1087" y="632"/>
                      <a:pt x="1091" y="632"/>
                      <a:pt x="1093" y="631"/>
                    </a:cubicBezTo>
                    <a:cubicBezTo>
                      <a:pt x="1096" y="631"/>
                      <a:pt x="1099" y="631"/>
                      <a:pt x="1100" y="634"/>
                    </a:cubicBezTo>
                    <a:cubicBezTo>
                      <a:pt x="1102" y="637"/>
                      <a:pt x="1097" y="638"/>
                      <a:pt x="1096" y="641"/>
                    </a:cubicBezTo>
                    <a:cubicBezTo>
                      <a:pt x="1095" y="645"/>
                      <a:pt x="1103" y="648"/>
                      <a:pt x="1106" y="648"/>
                    </a:cubicBezTo>
                    <a:cubicBezTo>
                      <a:pt x="1109" y="649"/>
                      <a:pt x="1111" y="649"/>
                      <a:pt x="1113" y="651"/>
                    </a:cubicBezTo>
                    <a:cubicBezTo>
                      <a:pt x="1114" y="652"/>
                      <a:pt x="1116" y="654"/>
                      <a:pt x="1118" y="654"/>
                    </a:cubicBezTo>
                    <a:cubicBezTo>
                      <a:pt x="1120" y="654"/>
                      <a:pt x="1122" y="653"/>
                      <a:pt x="1124" y="654"/>
                    </a:cubicBezTo>
                    <a:cubicBezTo>
                      <a:pt x="1126" y="656"/>
                      <a:pt x="1126" y="659"/>
                      <a:pt x="1129" y="658"/>
                    </a:cubicBezTo>
                    <a:cubicBezTo>
                      <a:pt x="1131" y="658"/>
                      <a:pt x="1133" y="655"/>
                      <a:pt x="1132" y="653"/>
                    </a:cubicBezTo>
                    <a:cubicBezTo>
                      <a:pt x="1132" y="650"/>
                      <a:pt x="1129" y="648"/>
                      <a:pt x="1126" y="647"/>
                    </a:cubicBezTo>
                    <a:cubicBezTo>
                      <a:pt x="1124" y="646"/>
                      <a:pt x="1122" y="646"/>
                      <a:pt x="1121" y="644"/>
                    </a:cubicBezTo>
                    <a:cubicBezTo>
                      <a:pt x="1120" y="642"/>
                      <a:pt x="1118" y="640"/>
                      <a:pt x="1117" y="638"/>
                    </a:cubicBezTo>
                    <a:cubicBezTo>
                      <a:pt x="1116" y="636"/>
                      <a:pt x="1117" y="634"/>
                      <a:pt x="1119" y="632"/>
                    </a:cubicBezTo>
                    <a:cubicBezTo>
                      <a:pt x="1119" y="633"/>
                      <a:pt x="1120" y="634"/>
                      <a:pt x="1121" y="635"/>
                    </a:cubicBezTo>
                    <a:cubicBezTo>
                      <a:pt x="1122" y="635"/>
                      <a:pt x="1122" y="636"/>
                      <a:pt x="1122" y="636"/>
                    </a:cubicBezTo>
                    <a:cubicBezTo>
                      <a:pt x="1124" y="638"/>
                      <a:pt x="1125" y="640"/>
                      <a:pt x="1126" y="641"/>
                    </a:cubicBezTo>
                    <a:cubicBezTo>
                      <a:pt x="1129" y="644"/>
                      <a:pt x="1132" y="645"/>
                      <a:pt x="1135" y="645"/>
                    </a:cubicBezTo>
                    <a:cubicBezTo>
                      <a:pt x="1138" y="645"/>
                      <a:pt x="1141" y="645"/>
                      <a:pt x="1144" y="646"/>
                    </a:cubicBezTo>
                    <a:cubicBezTo>
                      <a:pt x="1147" y="648"/>
                      <a:pt x="1149" y="651"/>
                      <a:pt x="1149" y="654"/>
                    </a:cubicBezTo>
                    <a:cubicBezTo>
                      <a:pt x="1146" y="655"/>
                      <a:pt x="1145" y="652"/>
                      <a:pt x="1143" y="651"/>
                    </a:cubicBezTo>
                    <a:cubicBezTo>
                      <a:pt x="1140" y="650"/>
                      <a:pt x="1139" y="650"/>
                      <a:pt x="1137" y="653"/>
                    </a:cubicBezTo>
                    <a:cubicBezTo>
                      <a:pt x="1136" y="655"/>
                      <a:pt x="1135" y="657"/>
                      <a:pt x="1134" y="659"/>
                    </a:cubicBezTo>
                    <a:cubicBezTo>
                      <a:pt x="1133" y="662"/>
                      <a:pt x="1132" y="662"/>
                      <a:pt x="1129" y="662"/>
                    </a:cubicBezTo>
                    <a:cubicBezTo>
                      <a:pt x="1128" y="662"/>
                      <a:pt x="1127" y="662"/>
                      <a:pt x="1126" y="662"/>
                    </a:cubicBezTo>
                    <a:cubicBezTo>
                      <a:pt x="1125" y="662"/>
                      <a:pt x="1124" y="661"/>
                      <a:pt x="1122" y="660"/>
                    </a:cubicBezTo>
                    <a:cubicBezTo>
                      <a:pt x="1121" y="660"/>
                      <a:pt x="1121" y="660"/>
                      <a:pt x="1120" y="659"/>
                    </a:cubicBezTo>
                    <a:cubicBezTo>
                      <a:pt x="1119" y="658"/>
                      <a:pt x="1119" y="657"/>
                      <a:pt x="1117" y="657"/>
                    </a:cubicBezTo>
                    <a:cubicBezTo>
                      <a:pt x="1115" y="656"/>
                      <a:pt x="1113" y="656"/>
                      <a:pt x="1111" y="657"/>
                    </a:cubicBezTo>
                    <a:cubicBezTo>
                      <a:pt x="1108" y="657"/>
                      <a:pt x="1107" y="658"/>
                      <a:pt x="1104" y="657"/>
                    </a:cubicBezTo>
                    <a:cubicBezTo>
                      <a:pt x="1103" y="657"/>
                      <a:pt x="1102" y="656"/>
                      <a:pt x="1100" y="656"/>
                    </a:cubicBezTo>
                    <a:cubicBezTo>
                      <a:pt x="1099" y="656"/>
                      <a:pt x="1098" y="656"/>
                      <a:pt x="1097" y="655"/>
                    </a:cubicBezTo>
                    <a:cubicBezTo>
                      <a:pt x="1095" y="653"/>
                      <a:pt x="1097" y="651"/>
                      <a:pt x="1096" y="649"/>
                    </a:cubicBezTo>
                    <a:cubicBezTo>
                      <a:pt x="1095" y="648"/>
                      <a:pt x="1094" y="647"/>
                      <a:pt x="1093" y="646"/>
                    </a:cubicBezTo>
                    <a:cubicBezTo>
                      <a:pt x="1090" y="642"/>
                      <a:pt x="1086" y="639"/>
                      <a:pt x="1082" y="637"/>
                    </a:cubicBezTo>
                    <a:cubicBezTo>
                      <a:pt x="1081" y="636"/>
                      <a:pt x="1079" y="636"/>
                      <a:pt x="1078" y="636"/>
                    </a:cubicBezTo>
                    <a:cubicBezTo>
                      <a:pt x="1076" y="636"/>
                      <a:pt x="1072" y="636"/>
                      <a:pt x="1072" y="634"/>
                    </a:cubicBezTo>
                    <a:cubicBezTo>
                      <a:pt x="1071" y="632"/>
                      <a:pt x="1073" y="629"/>
                      <a:pt x="1072" y="626"/>
                    </a:cubicBezTo>
                    <a:cubicBezTo>
                      <a:pt x="1071" y="626"/>
                      <a:pt x="1069" y="626"/>
                      <a:pt x="1068" y="626"/>
                    </a:cubicBezTo>
                    <a:cubicBezTo>
                      <a:pt x="1066" y="626"/>
                      <a:pt x="1065" y="627"/>
                      <a:pt x="1064" y="627"/>
                    </a:cubicBezTo>
                    <a:cubicBezTo>
                      <a:pt x="1062" y="626"/>
                      <a:pt x="1061" y="625"/>
                      <a:pt x="1061" y="623"/>
                    </a:cubicBezTo>
                    <a:cubicBezTo>
                      <a:pt x="1060" y="622"/>
                      <a:pt x="1060" y="620"/>
                      <a:pt x="1059" y="619"/>
                    </a:cubicBezTo>
                    <a:cubicBezTo>
                      <a:pt x="1058" y="617"/>
                      <a:pt x="1056" y="615"/>
                      <a:pt x="1056" y="613"/>
                    </a:cubicBezTo>
                    <a:cubicBezTo>
                      <a:pt x="1055" y="611"/>
                      <a:pt x="1054" y="610"/>
                      <a:pt x="1053" y="609"/>
                    </a:cubicBezTo>
                    <a:cubicBezTo>
                      <a:pt x="1052" y="609"/>
                      <a:pt x="1052" y="608"/>
                      <a:pt x="1051" y="608"/>
                    </a:cubicBezTo>
                    <a:cubicBezTo>
                      <a:pt x="1048" y="608"/>
                      <a:pt x="1045" y="606"/>
                      <a:pt x="1042" y="605"/>
                    </a:cubicBezTo>
                    <a:cubicBezTo>
                      <a:pt x="1041" y="605"/>
                      <a:pt x="1039" y="605"/>
                      <a:pt x="1038" y="604"/>
                    </a:cubicBezTo>
                    <a:cubicBezTo>
                      <a:pt x="1038" y="604"/>
                      <a:pt x="1038" y="604"/>
                      <a:pt x="1039" y="604"/>
                    </a:cubicBezTo>
                    <a:cubicBezTo>
                      <a:pt x="1039" y="604"/>
                      <a:pt x="1039" y="604"/>
                      <a:pt x="1039" y="604"/>
                    </a:cubicBezTo>
                    <a:cubicBezTo>
                      <a:pt x="1038" y="604"/>
                      <a:pt x="1036" y="603"/>
                      <a:pt x="1036" y="603"/>
                    </a:cubicBezTo>
                    <a:cubicBezTo>
                      <a:pt x="1034" y="603"/>
                      <a:pt x="1034" y="601"/>
                      <a:pt x="1032" y="601"/>
                    </a:cubicBezTo>
                    <a:cubicBezTo>
                      <a:pt x="1032" y="600"/>
                      <a:pt x="1031" y="601"/>
                      <a:pt x="1030" y="601"/>
                    </a:cubicBezTo>
                    <a:cubicBezTo>
                      <a:pt x="1030" y="600"/>
                      <a:pt x="1029" y="600"/>
                      <a:pt x="1028" y="600"/>
                    </a:cubicBezTo>
                    <a:cubicBezTo>
                      <a:pt x="1026" y="599"/>
                      <a:pt x="1023" y="599"/>
                      <a:pt x="1021" y="598"/>
                    </a:cubicBezTo>
                    <a:cubicBezTo>
                      <a:pt x="1019" y="598"/>
                      <a:pt x="1018" y="598"/>
                      <a:pt x="1016" y="598"/>
                    </a:cubicBezTo>
                    <a:cubicBezTo>
                      <a:pt x="1015" y="597"/>
                      <a:pt x="1014" y="596"/>
                      <a:pt x="1012" y="596"/>
                    </a:cubicBezTo>
                    <a:cubicBezTo>
                      <a:pt x="1011" y="595"/>
                      <a:pt x="1010" y="593"/>
                      <a:pt x="1009" y="592"/>
                    </a:cubicBezTo>
                    <a:cubicBezTo>
                      <a:pt x="1008" y="591"/>
                      <a:pt x="1006" y="590"/>
                      <a:pt x="1005" y="591"/>
                    </a:cubicBezTo>
                    <a:cubicBezTo>
                      <a:pt x="1003" y="591"/>
                      <a:pt x="1003" y="592"/>
                      <a:pt x="1002" y="592"/>
                    </a:cubicBezTo>
                    <a:cubicBezTo>
                      <a:pt x="1000" y="593"/>
                      <a:pt x="998" y="593"/>
                      <a:pt x="997" y="592"/>
                    </a:cubicBezTo>
                    <a:cubicBezTo>
                      <a:pt x="995" y="592"/>
                      <a:pt x="995" y="590"/>
                      <a:pt x="995" y="589"/>
                    </a:cubicBezTo>
                    <a:cubicBezTo>
                      <a:pt x="994" y="588"/>
                      <a:pt x="993" y="587"/>
                      <a:pt x="991" y="586"/>
                    </a:cubicBezTo>
                    <a:cubicBezTo>
                      <a:pt x="988" y="585"/>
                      <a:pt x="986" y="589"/>
                      <a:pt x="983" y="589"/>
                    </a:cubicBezTo>
                    <a:cubicBezTo>
                      <a:pt x="982" y="590"/>
                      <a:pt x="981" y="590"/>
                      <a:pt x="980" y="591"/>
                    </a:cubicBezTo>
                    <a:cubicBezTo>
                      <a:pt x="978" y="592"/>
                      <a:pt x="978" y="594"/>
                      <a:pt x="977" y="594"/>
                    </a:cubicBezTo>
                    <a:cubicBezTo>
                      <a:pt x="975" y="594"/>
                      <a:pt x="973" y="592"/>
                      <a:pt x="972" y="591"/>
                    </a:cubicBezTo>
                    <a:cubicBezTo>
                      <a:pt x="970" y="590"/>
                      <a:pt x="968" y="590"/>
                      <a:pt x="967" y="591"/>
                    </a:cubicBezTo>
                    <a:cubicBezTo>
                      <a:pt x="965" y="591"/>
                      <a:pt x="964" y="592"/>
                      <a:pt x="963" y="592"/>
                    </a:cubicBezTo>
                    <a:cubicBezTo>
                      <a:pt x="962" y="594"/>
                      <a:pt x="962" y="595"/>
                      <a:pt x="962" y="597"/>
                    </a:cubicBezTo>
                    <a:cubicBezTo>
                      <a:pt x="961" y="597"/>
                      <a:pt x="959" y="597"/>
                      <a:pt x="958" y="597"/>
                    </a:cubicBezTo>
                    <a:cubicBezTo>
                      <a:pt x="957" y="596"/>
                      <a:pt x="955" y="596"/>
                      <a:pt x="954" y="596"/>
                    </a:cubicBezTo>
                    <a:cubicBezTo>
                      <a:pt x="953" y="595"/>
                      <a:pt x="952" y="595"/>
                      <a:pt x="950" y="595"/>
                    </a:cubicBezTo>
                    <a:cubicBezTo>
                      <a:pt x="946" y="595"/>
                      <a:pt x="942" y="599"/>
                      <a:pt x="937" y="600"/>
                    </a:cubicBezTo>
                    <a:cubicBezTo>
                      <a:pt x="933" y="600"/>
                      <a:pt x="930" y="597"/>
                      <a:pt x="926" y="597"/>
                    </a:cubicBezTo>
                    <a:cubicBezTo>
                      <a:pt x="924" y="597"/>
                      <a:pt x="923" y="596"/>
                      <a:pt x="921" y="596"/>
                    </a:cubicBezTo>
                    <a:cubicBezTo>
                      <a:pt x="920" y="596"/>
                      <a:pt x="920" y="595"/>
                      <a:pt x="919" y="595"/>
                    </a:cubicBezTo>
                    <a:cubicBezTo>
                      <a:pt x="917" y="595"/>
                      <a:pt x="915" y="594"/>
                      <a:pt x="913" y="593"/>
                    </a:cubicBezTo>
                    <a:cubicBezTo>
                      <a:pt x="912" y="592"/>
                      <a:pt x="912" y="590"/>
                      <a:pt x="911" y="589"/>
                    </a:cubicBezTo>
                    <a:cubicBezTo>
                      <a:pt x="910" y="586"/>
                      <a:pt x="908" y="584"/>
                      <a:pt x="905" y="583"/>
                    </a:cubicBezTo>
                    <a:cubicBezTo>
                      <a:pt x="902" y="582"/>
                      <a:pt x="898" y="585"/>
                      <a:pt x="895" y="584"/>
                    </a:cubicBezTo>
                    <a:cubicBezTo>
                      <a:pt x="892" y="583"/>
                      <a:pt x="889" y="577"/>
                      <a:pt x="893" y="57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2" name="Freeform 2334">
                <a:extLst>
                  <a:ext uri="{FF2B5EF4-FFF2-40B4-BE49-F238E27FC236}">
                    <a16:creationId xmlns:a16="http://schemas.microsoft.com/office/drawing/2014/main" id="{B3D10DDF-3DBA-4409-9FD8-993CF5D31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143"/>
                <a:ext cx="8" cy="4"/>
              </a:xfrm>
              <a:custGeom>
                <a:avLst/>
                <a:gdLst>
                  <a:gd name="T0" fmla="*/ 12 w 20"/>
                  <a:gd name="T1" fmla="*/ 6 h 10"/>
                  <a:gd name="T2" fmla="*/ 17 w 20"/>
                  <a:gd name="T3" fmla="*/ 6 h 10"/>
                  <a:gd name="T4" fmla="*/ 18 w 20"/>
                  <a:gd name="T5" fmla="*/ 9 h 10"/>
                  <a:gd name="T6" fmla="*/ 12 w 20"/>
                  <a:gd name="T7" fmla="*/ 10 h 10"/>
                  <a:gd name="T8" fmla="*/ 7 w 20"/>
                  <a:gd name="T9" fmla="*/ 10 h 10"/>
                  <a:gd name="T10" fmla="*/ 6 w 20"/>
                  <a:gd name="T11" fmla="*/ 10 h 10"/>
                  <a:gd name="T12" fmla="*/ 4 w 20"/>
                  <a:gd name="T13" fmla="*/ 9 h 10"/>
                  <a:gd name="T14" fmla="*/ 1 w 20"/>
                  <a:gd name="T15" fmla="*/ 8 h 10"/>
                  <a:gd name="T16" fmla="*/ 2 w 20"/>
                  <a:gd name="T17" fmla="*/ 4 h 10"/>
                  <a:gd name="T18" fmla="*/ 12 w 20"/>
                  <a:gd name="T1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0">
                    <a:moveTo>
                      <a:pt x="12" y="6"/>
                    </a:moveTo>
                    <a:cubicBezTo>
                      <a:pt x="13" y="7"/>
                      <a:pt x="15" y="6"/>
                      <a:pt x="17" y="6"/>
                    </a:cubicBezTo>
                    <a:cubicBezTo>
                      <a:pt x="18" y="7"/>
                      <a:pt x="20" y="8"/>
                      <a:pt x="18" y="9"/>
                    </a:cubicBezTo>
                    <a:cubicBezTo>
                      <a:pt x="17" y="10"/>
                      <a:pt x="14" y="10"/>
                      <a:pt x="12" y="10"/>
                    </a:cubicBezTo>
                    <a:cubicBezTo>
                      <a:pt x="10" y="10"/>
                      <a:pt x="8" y="10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4" y="9"/>
                    </a:cubicBezTo>
                    <a:cubicBezTo>
                      <a:pt x="3" y="9"/>
                      <a:pt x="2" y="10"/>
                      <a:pt x="1" y="8"/>
                    </a:cubicBezTo>
                    <a:cubicBezTo>
                      <a:pt x="0" y="7"/>
                      <a:pt x="1" y="6"/>
                      <a:pt x="2" y="4"/>
                    </a:cubicBezTo>
                    <a:cubicBezTo>
                      <a:pt x="4" y="0"/>
                      <a:pt x="9" y="5"/>
                      <a:pt x="12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3" name="Freeform 2335">
                <a:extLst>
                  <a:ext uri="{FF2B5EF4-FFF2-40B4-BE49-F238E27FC236}">
                    <a16:creationId xmlns:a16="http://schemas.microsoft.com/office/drawing/2014/main" id="{0AF1FDA5-198D-4E6C-9933-67334C07F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940"/>
                <a:ext cx="12" cy="7"/>
              </a:xfrm>
              <a:custGeom>
                <a:avLst/>
                <a:gdLst>
                  <a:gd name="T0" fmla="*/ 0 w 30"/>
                  <a:gd name="T1" fmla="*/ 14 h 17"/>
                  <a:gd name="T2" fmla="*/ 2 w 30"/>
                  <a:gd name="T3" fmla="*/ 12 h 17"/>
                  <a:gd name="T4" fmla="*/ 11 w 30"/>
                  <a:gd name="T5" fmla="*/ 8 h 17"/>
                  <a:gd name="T6" fmla="*/ 14 w 30"/>
                  <a:gd name="T7" fmla="*/ 5 h 17"/>
                  <a:gd name="T8" fmla="*/ 17 w 30"/>
                  <a:gd name="T9" fmla="*/ 2 h 17"/>
                  <a:gd name="T10" fmla="*/ 21 w 30"/>
                  <a:gd name="T11" fmla="*/ 0 h 17"/>
                  <a:gd name="T12" fmla="*/ 25 w 30"/>
                  <a:gd name="T13" fmla="*/ 1 h 17"/>
                  <a:gd name="T14" fmla="*/ 29 w 30"/>
                  <a:gd name="T15" fmla="*/ 2 h 17"/>
                  <a:gd name="T16" fmla="*/ 25 w 30"/>
                  <a:gd name="T17" fmla="*/ 7 h 17"/>
                  <a:gd name="T18" fmla="*/ 22 w 30"/>
                  <a:gd name="T19" fmla="*/ 8 h 17"/>
                  <a:gd name="T20" fmla="*/ 17 w 30"/>
                  <a:gd name="T21" fmla="*/ 12 h 17"/>
                  <a:gd name="T22" fmla="*/ 12 w 30"/>
                  <a:gd name="T23" fmla="*/ 15 h 17"/>
                  <a:gd name="T24" fmla="*/ 3 w 30"/>
                  <a:gd name="T25" fmla="*/ 16 h 17"/>
                  <a:gd name="T26" fmla="*/ 0 w 30"/>
                  <a:gd name="T2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17">
                    <a:moveTo>
                      <a:pt x="0" y="14"/>
                    </a:moveTo>
                    <a:cubicBezTo>
                      <a:pt x="0" y="13"/>
                      <a:pt x="1" y="12"/>
                      <a:pt x="2" y="12"/>
                    </a:cubicBezTo>
                    <a:cubicBezTo>
                      <a:pt x="5" y="10"/>
                      <a:pt x="9" y="10"/>
                      <a:pt x="11" y="8"/>
                    </a:cubicBezTo>
                    <a:cubicBezTo>
                      <a:pt x="12" y="7"/>
                      <a:pt x="13" y="6"/>
                      <a:pt x="14" y="5"/>
                    </a:cubicBezTo>
                    <a:cubicBezTo>
                      <a:pt x="15" y="4"/>
                      <a:pt x="15" y="3"/>
                      <a:pt x="17" y="2"/>
                    </a:cubicBezTo>
                    <a:cubicBezTo>
                      <a:pt x="18" y="1"/>
                      <a:pt x="20" y="0"/>
                      <a:pt x="21" y="0"/>
                    </a:cubicBezTo>
                    <a:cubicBezTo>
                      <a:pt x="23" y="0"/>
                      <a:pt x="24" y="1"/>
                      <a:pt x="25" y="1"/>
                    </a:cubicBezTo>
                    <a:cubicBezTo>
                      <a:pt x="26" y="1"/>
                      <a:pt x="28" y="2"/>
                      <a:pt x="29" y="2"/>
                    </a:cubicBezTo>
                    <a:cubicBezTo>
                      <a:pt x="30" y="4"/>
                      <a:pt x="26" y="6"/>
                      <a:pt x="25" y="7"/>
                    </a:cubicBezTo>
                    <a:cubicBezTo>
                      <a:pt x="24" y="7"/>
                      <a:pt x="23" y="7"/>
                      <a:pt x="22" y="8"/>
                    </a:cubicBezTo>
                    <a:cubicBezTo>
                      <a:pt x="20" y="9"/>
                      <a:pt x="19" y="11"/>
                      <a:pt x="17" y="12"/>
                    </a:cubicBezTo>
                    <a:cubicBezTo>
                      <a:pt x="16" y="13"/>
                      <a:pt x="14" y="15"/>
                      <a:pt x="12" y="15"/>
                    </a:cubicBezTo>
                    <a:cubicBezTo>
                      <a:pt x="9" y="17"/>
                      <a:pt x="6" y="16"/>
                      <a:pt x="3" y="16"/>
                    </a:cubicBezTo>
                    <a:cubicBezTo>
                      <a:pt x="1" y="17"/>
                      <a:pt x="0" y="16"/>
                      <a:pt x="0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4" name="Freeform 2336">
                <a:extLst>
                  <a:ext uri="{FF2B5EF4-FFF2-40B4-BE49-F238E27FC236}">
                    <a16:creationId xmlns:a16="http://schemas.microsoft.com/office/drawing/2014/main" id="{4C087B62-71F5-4D11-B539-94D3186EB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1617"/>
                <a:ext cx="7" cy="12"/>
              </a:xfrm>
              <a:custGeom>
                <a:avLst/>
                <a:gdLst>
                  <a:gd name="T0" fmla="*/ 6 w 17"/>
                  <a:gd name="T1" fmla="*/ 20 h 30"/>
                  <a:gd name="T2" fmla="*/ 6 w 17"/>
                  <a:gd name="T3" fmla="*/ 18 h 30"/>
                  <a:gd name="T4" fmla="*/ 6 w 17"/>
                  <a:gd name="T5" fmla="*/ 17 h 30"/>
                  <a:gd name="T6" fmla="*/ 7 w 17"/>
                  <a:gd name="T7" fmla="*/ 16 h 30"/>
                  <a:gd name="T8" fmla="*/ 10 w 17"/>
                  <a:gd name="T9" fmla="*/ 16 h 30"/>
                  <a:gd name="T10" fmla="*/ 12 w 17"/>
                  <a:gd name="T11" fmla="*/ 19 h 30"/>
                  <a:gd name="T12" fmla="*/ 15 w 17"/>
                  <a:gd name="T13" fmla="*/ 19 h 30"/>
                  <a:gd name="T14" fmla="*/ 17 w 17"/>
                  <a:gd name="T15" fmla="*/ 16 h 30"/>
                  <a:gd name="T16" fmla="*/ 14 w 17"/>
                  <a:gd name="T17" fmla="*/ 8 h 30"/>
                  <a:gd name="T18" fmla="*/ 11 w 17"/>
                  <a:gd name="T19" fmla="*/ 4 h 30"/>
                  <a:gd name="T20" fmla="*/ 8 w 17"/>
                  <a:gd name="T21" fmla="*/ 0 h 30"/>
                  <a:gd name="T22" fmla="*/ 5 w 17"/>
                  <a:gd name="T23" fmla="*/ 1 h 30"/>
                  <a:gd name="T24" fmla="*/ 1 w 17"/>
                  <a:gd name="T25" fmla="*/ 2 h 30"/>
                  <a:gd name="T26" fmla="*/ 0 w 17"/>
                  <a:gd name="T27" fmla="*/ 5 h 30"/>
                  <a:gd name="T28" fmla="*/ 1 w 17"/>
                  <a:gd name="T29" fmla="*/ 10 h 30"/>
                  <a:gd name="T30" fmla="*/ 1 w 17"/>
                  <a:gd name="T31" fmla="*/ 19 h 30"/>
                  <a:gd name="T32" fmla="*/ 1 w 17"/>
                  <a:gd name="T33" fmla="*/ 25 h 30"/>
                  <a:gd name="T34" fmla="*/ 3 w 17"/>
                  <a:gd name="T35" fmla="*/ 29 h 30"/>
                  <a:gd name="T36" fmla="*/ 6 w 17"/>
                  <a:gd name="T37" fmla="*/ 29 h 30"/>
                  <a:gd name="T38" fmla="*/ 7 w 17"/>
                  <a:gd name="T39" fmla="*/ 28 h 30"/>
                  <a:gd name="T40" fmla="*/ 7 w 17"/>
                  <a:gd name="T41" fmla="*/ 25 h 30"/>
                  <a:gd name="T42" fmla="*/ 6 w 17"/>
                  <a:gd name="T43" fmla="*/ 22 h 30"/>
                  <a:gd name="T44" fmla="*/ 6 w 17"/>
                  <a:gd name="T45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30">
                    <a:moveTo>
                      <a:pt x="6" y="20"/>
                    </a:moveTo>
                    <a:cubicBezTo>
                      <a:pt x="5" y="19"/>
                      <a:pt x="5" y="18"/>
                      <a:pt x="6" y="18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6"/>
                      <a:pt x="7" y="16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1" y="17"/>
                      <a:pt x="11" y="18"/>
                      <a:pt x="12" y="19"/>
                    </a:cubicBezTo>
                    <a:cubicBezTo>
                      <a:pt x="13" y="19"/>
                      <a:pt x="14" y="19"/>
                      <a:pt x="15" y="19"/>
                    </a:cubicBezTo>
                    <a:cubicBezTo>
                      <a:pt x="16" y="19"/>
                      <a:pt x="17" y="17"/>
                      <a:pt x="17" y="16"/>
                    </a:cubicBezTo>
                    <a:cubicBezTo>
                      <a:pt x="17" y="13"/>
                      <a:pt x="16" y="10"/>
                      <a:pt x="14" y="8"/>
                    </a:cubicBezTo>
                    <a:cubicBezTo>
                      <a:pt x="12" y="7"/>
                      <a:pt x="12" y="6"/>
                      <a:pt x="11" y="4"/>
                    </a:cubicBezTo>
                    <a:cubicBezTo>
                      <a:pt x="11" y="2"/>
                      <a:pt x="10" y="1"/>
                      <a:pt x="8" y="0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4" y="1"/>
                      <a:pt x="3" y="2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1" y="10"/>
                    </a:cubicBezTo>
                    <a:cubicBezTo>
                      <a:pt x="1" y="13"/>
                      <a:pt x="1" y="16"/>
                      <a:pt x="1" y="19"/>
                    </a:cubicBezTo>
                    <a:cubicBezTo>
                      <a:pt x="1" y="21"/>
                      <a:pt x="1" y="23"/>
                      <a:pt x="1" y="25"/>
                    </a:cubicBezTo>
                    <a:cubicBezTo>
                      <a:pt x="1" y="26"/>
                      <a:pt x="1" y="28"/>
                      <a:pt x="3" y="29"/>
                    </a:cubicBezTo>
                    <a:cubicBezTo>
                      <a:pt x="4" y="30"/>
                      <a:pt x="5" y="29"/>
                      <a:pt x="6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7"/>
                      <a:pt x="7" y="26"/>
                      <a:pt x="7" y="25"/>
                    </a:cubicBezTo>
                    <a:cubicBezTo>
                      <a:pt x="7" y="24"/>
                      <a:pt x="6" y="23"/>
                      <a:pt x="6" y="22"/>
                    </a:cubicBezTo>
                    <a:cubicBezTo>
                      <a:pt x="6" y="21"/>
                      <a:pt x="6" y="21"/>
                      <a:pt x="6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5" name="Freeform 2337">
                <a:extLst>
                  <a:ext uri="{FF2B5EF4-FFF2-40B4-BE49-F238E27FC236}">
                    <a16:creationId xmlns:a16="http://schemas.microsoft.com/office/drawing/2014/main" id="{6E46327F-33C6-4D33-985B-4FE5667BA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618"/>
                <a:ext cx="2" cy="3"/>
              </a:xfrm>
              <a:custGeom>
                <a:avLst/>
                <a:gdLst>
                  <a:gd name="T0" fmla="*/ 3 w 7"/>
                  <a:gd name="T1" fmla="*/ 8 h 8"/>
                  <a:gd name="T2" fmla="*/ 2 w 7"/>
                  <a:gd name="T3" fmla="*/ 7 h 8"/>
                  <a:gd name="T4" fmla="*/ 1 w 7"/>
                  <a:gd name="T5" fmla="*/ 6 h 8"/>
                  <a:gd name="T6" fmla="*/ 0 w 7"/>
                  <a:gd name="T7" fmla="*/ 4 h 8"/>
                  <a:gd name="T8" fmla="*/ 0 w 7"/>
                  <a:gd name="T9" fmla="*/ 1 h 8"/>
                  <a:gd name="T10" fmla="*/ 3 w 7"/>
                  <a:gd name="T11" fmla="*/ 0 h 8"/>
                  <a:gd name="T12" fmla="*/ 4 w 7"/>
                  <a:gd name="T13" fmla="*/ 1 h 8"/>
                  <a:gd name="T14" fmla="*/ 5 w 7"/>
                  <a:gd name="T15" fmla="*/ 2 h 8"/>
                  <a:gd name="T16" fmla="*/ 7 w 7"/>
                  <a:gd name="T17" fmla="*/ 5 h 8"/>
                  <a:gd name="T18" fmla="*/ 6 w 7"/>
                  <a:gd name="T19" fmla="*/ 7 h 8"/>
                  <a:gd name="T20" fmla="*/ 5 w 7"/>
                  <a:gd name="T21" fmla="*/ 7 h 8"/>
                  <a:gd name="T22" fmla="*/ 3 w 7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cubicBezTo>
                      <a:pt x="3" y="7"/>
                      <a:pt x="2" y="7"/>
                      <a:pt x="2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6"/>
                      <a:pt x="7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8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6" name="Freeform 2338">
                <a:extLst>
                  <a:ext uri="{FF2B5EF4-FFF2-40B4-BE49-F238E27FC236}">
                    <a16:creationId xmlns:a16="http://schemas.microsoft.com/office/drawing/2014/main" id="{0BE09F47-8395-4D53-8E9D-BA3F620B8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606"/>
                <a:ext cx="2" cy="3"/>
              </a:xfrm>
              <a:custGeom>
                <a:avLst/>
                <a:gdLst>
                  <a:gd name="T0" fmla="*/ 4 w 6"/>
                  <a:gd name="T1" fmla="*/ 9 h 9"/>
                  <a:gd name="T2" fmla="*/ 2 w 6"/>
                  <a:gd name="T3" fmla="*/ 9 h 9"/>
                  <a:gd name="T4" fmla="*/ 1 w 6"/>
                  <a:gd name="T5" fmla="*/ 7 h 9"/>
                  <a:gd name="T6" fmla="*/ 1 w 6"/>
                  <a:gd name="T7" fmla="*/ 4 h 9"/>
                  <a:gd name="T8" fmla="*/ 3 w 6"/>
                  <a:gd name="T9" fmla="*/ 0 h 9"/>
                  <a:gd name="T10" fmla="*/ 5 w 6"/>
                  <a:gd name="T11" fmla="*/ 1 h 9"/>
                  <a:gd name="T12" fmla="*/ 6 w 6"/>
                  <a:gd name="T13" fmla="*/ 3 h 9"/>
                  <a:gd name="T14" fmla="*/ 6 w 6"/>
                  <a:gd name="T15" fmla="*/ 7 h 9"/>
                  <a:gd name="T16" fmla="*/ 6 w 6"/>
                  <a:gd name="T17" fmla="*/ 7 h 9"/>
                  <a:gd name="T18" fmla="*/ 6 w 6"/>
                  <a:gd name="T19" fmla="*/ 7 h 9"/>
                  <a:gd name="T20" fmla="*/ 5 w 6"/>
                  <a:gd name="T21" fmla="*/ 8 h 9"/>
                  <a:gd name="T22" fmla="*/ 4 w 6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9">
                    <a:moveTo>
                      <a:pt x="4" y="9"/>
                    </a:moveTo>
                    <a:cubicBezTo>
                      <a:pt x="3" y="9"/>
                      <a:pt x="3" y="9"/>
                      <a:pt x="2" y="9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2"/>
                      <a:pt x="1" y="0"/>
                      <a:pt x="3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1"/>
                      <a:pt x="5" y="2"/>
                      <a:pt x="6" y="3"/>
                    </a:cubicBezTo>
                    <a:cubicBezTo>
                      <a:pt x="6" y="4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8"/>
                      <a:pt x="4" y="8"/>
                      <a:pt x="4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7" name="Freeform 2339">
                <a:extLst>
                  <a:ext uri="{FF2B5EF4-FFF2-40B4-BE49-F238E27FC236}">
                    <a16:creationId xmlns:a16="http://schemas.microsoft.com/office/drawing/2014/main" id="{D334C576-4DD6-459D-B5F1-6DA1EFB55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597"/>
                <a:ext cx="39" cy="45"/>
              </a:xfrm>
              <a:custGeom>
                <a:avLst/>
                <a:gdLst>
                  <a:gd name="T0" fmla="*/ 3 w 96"/>
                  <a:gd name="T1" fmla="*/ 54 h 111"/>
                  <a:gd name="T2" fmla="*/ 0 w 96"/>
                  <a:gd name="T3" fmla="*/ 43 h 111"/>
                  <a:gd name="T4" fmla="*/ 9 w 96"/>
                  <a:gd name="T5" fmla="*/ 46 h 111"/>
                  <a:gd name="T6" fmla="*/ 13 w 96"/>
                  <a:gd name="T7" fmla="*/ 34 h 111"/>
                  <a:gd name="T8" fmla="*/ 17 w 96"/>
                  <a:gd name="T9" fmla="*/ 31 h 111"/>
                  <a:gd name="T10" fmla="*/ 19 w 96"/>
                  <a:gd name="T11" fmla="*/ 36 h 111"/>
                  <a:gd name="T12" fmla="*/ 22 w 96"/>
                  <a:gd name="T13" fmla="*/ 44 h 111"/>
                  <a:gd name="T14" fmla="*/ 25 w 96"/>
                  <a:gd name="T15" fmla="*/ 54 h 111"/>
                  <a:gd name="T16" fmla="*/ 29 w 96"/>
                  <a:gd name="T17" fmla="*/ 47 h 111"/>
                  <a:gd name="T18" fmla="*/ 27 w 96"/>
                  <a:gd name="T19" fmla="*/ 42 h 111"/>
                  <a:gd name="T20" fmla="*/ 30 w 96"/>
                  <a:gd name="T21" fmla="*/ 39 h 111"/>
                  <a:gd name="T22" fmla="*/ 34 w 96"/>
                  <a:gd name="T23" fmla="*/ 35 h 111"/>
                  <a:gd name="T24" fmla="*/ 22 w 96"/>
                  <a:gd name="T25" fmla="*/ 22 h 111"/>
                  <a:gd name="T26" fmla="*/ 18 w 96"/>
                  <a:gd name="T27" fmla="*/ 12 h 111"/>
                  <a:gd name="T28" fmla="*/ 27 w 96"/>
                  <a:gd name="T29" fmla="*/ 1 h 111"/>
                  <a:gd name="T30" fmla="*/ 43 w 96"/>
                  <a:gd name="T31" fmla="*/ 13 h 111"/>
                  <a:gd name="T32" fmla="*/ 67 w 96"/>
                  <a:gd name="T33" fmla="*/ 14 h 111"/>
                  <a:gd name="T34" fmla="*/ 86 w 96"/>
                  <a:gd name="T35" fmla="*/ 36 h 111"/>
                  <a:gd name="T36" fmla="*/ 81 w 96"/>
                  <a:gd name="T37" fmla="*/ 48 h 111"/>
                  <a:gd name="T38" fmla="*/ 70 w 96"/>
                  <a:gd name="T39" fmla="*/ 61 h 111"/>
                  <a:gd name="T40" fmla="*/ 58 w 96"/>
                  <a:gd name="T41" fmla="*/ 48 h 111"/>
                  <a:gd name="T42" fmla="*/ 54 w 96"/>
                  <a:gd name="T43" fmla="*/ 35 h 111"/>
                  <a:gd name="T44" fmla="*/ 49 w 96"/>
                  <a:gd name="T45" fmla="*/ 43 h 111"/>
                  <a:gd name="T46" fmla="*/ 48 w 96"/>
                  <a:gd name="T47" fmla="*/ 57 h 111"/>
                  <a:gd name="T48" fmla="*/ 59 w 96"/>
                  <a:gd name="T49" fmla="*/ 66 h 111"/>
                  <a:gd name="T50" fmla="*/ 57 w 96"/>
                  <a:gd name="T51" fmla="*/ 78 h 111"/>
                  <a:gd name="T52" fmla="*/ 62 w 96"/>
                  <a:gd name="T53" fmla="*/ 90 h 111"/>
                  <a:gd name="T54" fmla="*/ 86 w 96"/>
                  <a:gd name="T55" fmla="*/ 79 h 111"/>
                  <a:gd name="T56" fmla="*/ 86 w 96"/>
                  <a:gd name="T57" fmla="*/ 68 h 111"/>
                  <a:gd name="T58" fmla="*/ 91 w 96"/>
                  <a:gd name="T59" fmla="*/ 66 h 111"/>
                  <a:gd name="T60" fmla="*/ 89 w 96"/>
                  <a:gd name="T61" fmla="*/ 81 h 111"/>
                  <a:gd name="T62" fmla="*/ 84 w 96"/>
                  <a:gd name="T63" fmla="*/ 89 h 111"/>
                  <a:gd name="T64" fmla="*/ 84 w 96"/>
                  <a:gd name="T65" fmla="*/ 97 h 111"/>
                  <a:gd name="T66" fmla="*/ 84 w 96"/>
                  <a:gd name="T67" fmla="*/ 108 h 111"/>
                  <a:gd name="T68" fmla="*/ 80 w 96"/>
                  <a:gd name="T69" fmla="*/ 110 h 111"/>
                  <a:gd name="T70" fmla="*/ 70 w 96"/>
                  <a:gd name="T71" fmla="*/ 104 h 111"/>
                  <a:gd name="T72" fmla="*/ 63 w 96"/>
                  <a:gd name="T73" fmla="*/ 99 h 111"/>
                  <a:gd name="T74" fmla="*/ 50 w 96"/>
                  <a:gd name="T75" fmla="*/ 93 h 111"/>
                  <a:gd name="T76" fmla="*/ 42 w 96"/>
                  <a:gd name="T77" fmla="*/ 95 h 111"/>
                  <a:gd name="T78" fmla="*/ 37 w 96"/>
                  <a:gd name="T79" fmla="*/ 90 h 111"/>
                  <a:gd name="T80" fmla="*/ 26 w 96"/>
                  <a:gd name="T81" fmla="*/ 91 h 111"/>
                  <a:gd name="T82" fmla="*/ 16 w 96"/>
                  <a:gd name="T83" fmla="*/ 87 h 111"/>
                  <a:gd name="T84" fmla="*/ 12 w 96"/>
                  <a:gd name="T85" fmla="*/ 77 h 111"/>
                  <a:gd name="T86" fmla="*/ 8 w 96"/>
                  <a:gd name="T87" fmla="*/ 69 h 111"/>
                  <a:gd name="T88" fmla="*/ 6 w 96"/>
                  <a:gd name="T89" fmla="*/ 6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6" h="111">
                    <a:moveTo>
                      <a:pt x="4" y="56"/>
                    </a:moveTo>
                    <a:cubicBezTo>
                      <a:pt x="4" y="55"/>
                      <a:pt x="4" y="55"/>
                      <a:pt x="4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3" y="53"/>
                      <a:pt x="3" y="52"/>
                      <a:pt x="3" y="52"/>
                    </a:cubicBezTo>
                    <a:cubicBezTo>
                      <a:pt x="2" y="50"/>
                      <a:pt x="2" y="48"/>
                      <a:pt x="1" y="47"/>
                    </a:cubicBezTo>
                    <a:cubicBezTo>
                      <a:pt x="0" y="46"/>
                      <a:pt x="0" y="45"/>
                      <a:pt x="0" y="43"/>
                    </a:cubicBezTo>
                    <a:cubicBezTo>
                      <a:pt x="0" y="42"/>
                      <a:pt x="0" y="40"/>
                      <a:pt x="2" y="40"/>
                    </a:cubicBezTo>
                    <a:cubicBezTo>
                      <a:pt x="4" y="39"/>
                      <a:pt x="5" y="41"/>
                      <a:pt x="5" y="42"/>
                    </a:cubicBezTo>
                    <a:cubicBezTo>
                      <a:pt x="6" y="44"/>
                      <a:pt x="7" y="46"/>
                      <a:pt x="9" y="46"/>
                    </a:cubicBezTo>
                    <a:cubicBezTo>
                      <a:pt x="11" y="45"/>
                      <a:pt x="10" y="43"/>
                      <a:pt x="10" y="41"/>
                    </a:cubicBezTo>
                    <a:cubicBezTo>
                      <a:pt x="10" y="39"/>
                      <a:pt x="10" y="37"/>
                      <a:pt x="11" y="36"/>
                    </a:cubicBezTo>
                    <a:cubicBezTo>
                      <a:pt x="12" y="35"/>
                      <a:pt x="12" y="34"/>
                      <a:pt x="13" y="34"/>
                    </a:cubicBezTo>
                    <a:cubicBezTo>
                      <a:pt x="13" y="33"/>
                      <a:pt x="13" y="33"/>
                      <a:pt x="13" y="32"/>
                    </a:cubicBezTo>
                    <a:cubicBezTo>
                      <a:pt x="14" y="32"/>
                      <a:pt x="14" y="31"/>
                      <a:pt x="16" y="31"/>
                    </a:cubicBezTo>
                    <a:cubicBezTo>
                      <a:pt x="16" y="31"/>
                      <a:pt x="16" y="31"/>
                      <a:pt x="17" y="31"/>
                    </a:cubicBezTo>
                    <a:cubicBezTo>
                      <a:pt x="17" y="31"/>
                      <a:pt x="18" y="32"/>
                      <a:pt x="18" y="33"/>
                    </a:cubicBezTo>
                    <a:cubicBezTo>
                      <a:pt x="18" y="33"/>
                      <a:pt x="18" y="34"/>
                      <a:pt x="18" y="34"/>
                    </a:cubicBezTo>
                    <a:cubicBezTo>
                      <a:pt x="19" y="35"/>
                      <a:pt x="18" y="36"/>
                      <a:pt x="19" y="36"/>
                    </a:cubicBezTo>
                    <a:cubicBezTo>
                      <a:pt x="19" y="37"/>
                      <a:pt x="21" y="38"/>
                      <a:pt x="21" y="38"/>
                    </a:cubicBezTo>
                    <a:cubicBezTo>
                      <a:pt x="21" y="39"/>
                      <a:pt x="22" y="40"/>
                      <a:pt x="22" y="40"/>
                    </a:cubicBezTo>
                    <a:cubicBezTo>
                      <a:pt x="22" y="42"/>
                      <a:pt x="22" y="43"/>
                      <a:pt x="22" y="44"/>
                    </a:cubicBezTo>
                    <a:cubicBezTo>
                      <a:pt x="22" y="45"/>
                      <a:pt x="22" y="46"/>
                      <a:pt x="22" y="47"/>
                    </a:cubicBezTo>
                    <a:cubicBezTo>
                      <a:pt x="22" y="48"/>
                      <a:pt x="23" y="49"/>
                      <a:pt x="23" y="50"/>
                    </a:cubicBezTo>
                    <a:cubicBezTo>
                      <a:pt x="24" y="51"/>
                      <a:pt x="25" y="52"/>
                      <a:pt x="25" y="54"/>
                    </a:cubicBezTo>
                    <a:cubicBezTo>
                      <a:pt x="26" y="54"/>
                      <a:pt x="27" y="55"/>
                      <a:pt x="28" y="54"/>
                    </a:cubicBezTo>
                    <a:cubicBezTo>
                      <a:pt x="29" y="52"/>
                      <a:pt x="29" y="50"/>
                      <a:pt x="29" y="49"/>
                    </a:cubicBezTo>
                    <a:cubicBezTo>
                      <a:pt x="29" y="48"/>
                      <a:pt x="29" y="48"/>
                      <a:pt x="29" y="47"/>
                    </a:cubicBezTo>
                    <a:cubicBezTo>
                      <a:pt x="28" y="46"/>
                      <a:pt x="28" y="46"/>
                      <a:pt x="28" y="45"/>
                    </a:cubicBezTo>
                    <a:cubicBezTo>
                      <a:pt x="27" y="44"/>
                      <a:pt x="27" y="43"/>
                      <a:pt x="27" y="42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26" y="40"/>
                      <a:pt x="25" y="38"/>
                      <a:pt x="26" y="36"/>
                    </a:cubicBezTo>
                    <a:cubicBezTo>
                      <a:pt x="26" y="35"/>
                      <a:pt x="26" y="35"/>
                      <a:pt x="27" y="36"/>
                    </a:cubicBezTo>
                    <a:cubicBezTo>
                      <a:pt x="28" y="37"/>
                      <a:pt x="29" y="38"/>
                      <a:pt x="30" y="39"/>
                    </a:cubicBezTo>
                    <a:cubicBezTo>
                      <a:pt x="30" y="39"/>
                      <a:pt x="31" y="41"/>
                      <a:pt x="32" y="41"/>
                    </a:cubicBezTo>
                    <a:cubicBezTo>
                      <a:pt x="33" y="40"/>
                      <a:pt x="33" y="39"/>
                      <a:pt x="33" y="38"/>
                    </a:cubicBezTo>
                    <a:cubicBezTo>
                      <a:pt x="33" y="37"/>
                      <a:pt x="33" y="36"/>
                      <a:pt x="34" y="35"/>
                    </a:cubicBezTo>
                    <a:cubicBezTo>
                      <a:pt x="35" y="34"/>
                      <a:pt x="35" y="34"/>
                      <a:pt x="36" y="33"/>
                    </a:cubicBezTo>
                    <a:cubicBezTo>
                      <a:pt x="37" y="30"/>
                      <a:pt x="33" y="28"/>
                      <a:pt x="31" y="27"/>
                    </a:cubicBezTo>
                    <a:cubicBezTo>
                      <a:pt x="28" y="25"/>
                      <a:pt x="25" y="24"/>
                      <a:pt x="22" y="22"/>
                    </a:cubicBezTo>
                    <a:cubicBezTo>
                      <a:pt x="21" y="21"/>
                      <a:pt x="20" y="20"/>
                      <a:pt x="19" y="19"/>
                    </a:cubicBezTo>
                    <a:cubicBezTo>
                      <a:pt x="18" y="18"/>
                      <a:pt x="17" y="17"/>
                      <a:pt x="16" y="15"/>
                    </a:cubicBezTo>
                    <a:cubicBezTo>
                      <a:pt x="16" y="14"/>
                      <a:pt x="17" y="13"/>
                      <a:pt x="18" y="12"/>
                    </a:cubicBezTo>
                    <a:cubicBezTo>
                      <a:pt x="19" y="11"/>
                      <a:pt x="20" y="9"/>
                      <a:pt x="21" y="8"/>
                    </a:cubicBezTo>
                    <a:cubicBezTo>
                      <a:pt x="22" y="7"/>
                      <a:pt x="23" y="5"/>
                      <a:pt x="24" y="4"/>
                    </a:cubicBezTo>
                    <a:cubicBezTo>
                      <a:pt x="25" y="3"/>
                      <a:pt x="26" y="2"/>
                      <a:pt x="27" y="1"/>
                    </a:cubicBezTo>
                    <a:cubicBezTo>
                      <a:pt x="31" y="0"/>
                      <a:pt x="33" y="6"/>
                      <a:pt x="35" y="8"/>
                    </a:cubicBezTo>
                    <a:cubicBezTo>
                      <a:pt x="35" y="10"/>
                      <a:pt x="36" y="11"/>
                      <a:pt x="38" y="12"/>
                    </a:cubicBezTo>
                    <a:cubicBezTo>
                      <a:pt x="39" y="13"/>
                      <a:pt x="41" y="13"/>
                      <a:pt x="43" y="13"/>
                    </a:cubicBezTo>
                    <a:cubicBezTo>
                      <a:pt x="48" y="12"/>
                      <a:pt x="54" y="12"/>
                      <a:pt x="59" y="12"/>
                    </a:cubicBezTo>
                    <a:cubicBezTo>
                      <a:pt x="61" y="12"/>
                      <a:pt x="62" y="12"/>
                      <a:pt x="64" y="13"/>
                    </a:cubicBezTo>
                    <a:cubicBezTo>
                      <a:pt x="65" y="13"/>
                      <a:pt x="66" y="14"/>
                      <a:pt x="67" y="14"/>
                    </a:cubicBezTo>
                    <a:cubicBezTo>
                      <a:pt x="70" y="17"/>
                      <a:pt x="74" y="19"/>
                      <a:pt x="77" y="22"/>
                    </a:cubicBezTo>
                    <a:cubicBezTo>
                      <a:pt x="80" y="25"/>
                      <a:pt x="83" y="28"/>
                      <a:pt x="85" y="33"/>
                    </a:cubicBezTo>
                    <a:cubicBezTo>
                      <a:pt x="85" y="34"/>
                      <a:pt x="85" y="35"/>
                      <a:pt x="86" y="36"/>
                    </a:cubicBezTo>
                    <a:cubicBezTo>
                      <a:pt x="86" y="36"/>
                      <a:pt x="87" y="37"/>
                      <a:pt x="87" y="38"/>
                    </a:cubicBezTo>
                    <a:cubicBezTo>
                      <a:pt x="89" y="41"/>
                      <a:pt x="87" y="43"/>
                      <a:pt x="85" y="45"/>
                    </a:cubicBezTo>
                    <a:cubicBezTo>
                      <a:pt x="84" y="46"/>
                      <a:pt x="82" y="47"/>
                      <a:pt x="81" y="48"/>
                    </a:cubicBezTo>
                    <a:cubicBezTo>
                      <a:pt x="81" y="49"/>
                      <a:pt x="80" y="51"/>
                      <a:pt x="80" y="53"/>
                    </a:cubicBezTo>
                    <a:cubicBezTo>
                      <a:pt x="79" y="56"/>
                      <a:pt x="79" y="59"/>
                      <a:pt x="76" y="61"/>
                    </a:cubicBezTo>
                    <a:cubicBezTo>
                      <a:pt x="74" y="61"/>
                      <a:pt x="71" y="62"/>
                      <a:pt x="70" y="61"/>
                    </a:cubicBezTo>
                    <a:cubicBezTo>
                      <a:pt x="67" y="59"/>
                      <a:pt x="66" y="56"/>
                      <a:pt x="64" y="54"/>
                    </a:cubicBezTo>
                    <a:cubicBezTo>
                      <a:pt x="63" y="52"/>
                      <a:pt x="62" y="51"/>
                      <a:pt x="61" y="50"/>
                    </a:cubicBezTo>
                    <a:cubicBezTo>
                      <a:pt x="60" y="49"/>
                      <a:pt x="59" y="49"/>
                      <a:pt x="58" y="48"/>
                    </a:cubicBezTo>
                    <a:cubicBezTo>
                      <a:pt x="56" y="46"/>
                      <a:pt x="56" y="44"/>
                      <a:pt x="56" y="42"/>
                    </a:cubicBezTo>
                    <a:cubicBezTo>
                      <a:pt x="56" y="40"/>
                      <a:pt x="56" y="39"/>
                      <a:pt x="56" y="37"/>
                    </a:cubicBezTo>
                    <a:cubicBezTo>
                      <a:pt x="55" y="37"/>
                      <a:pt x="55" y="36"/>
                      <a:pt x="54" y="35"/>
                    </a:cubicBezTo>
                    <a:cubicBezTo>
                      <a:pt x="53" y="34"/>
                      <a:pt x="51" y="37"/>
                      <a:pt x="50" y="38"/>
                    </a:cubicBezTo>
                    <a:cubicBezTo>
                      <a:pt x="50" y="38"/>
                      <a:pt x="49" y="39"/>
                      <a:pt x="48" y="40"/>
                    </a:cubicBezTo>
                    <a:cubicBezTo>
                      <a:pt x="48" y="41"/>
                      <a:pt x="48" y="42"/>
                      <a:pt x="49" y="43"/>
                    </a:cubicBezTo>
                    <a:cubicBezTo>
                      <a:pt x="50" y="45"/>
                      <a:pt x="51" y="46"/>
                      <a:pt x="51" y="47"/>
                    </a:cubicBezTo>
                    <a:cubicBezTo>
                      <a:pt x="52" y="49"/>
                      <a:pt x="51" y="51"/>
                      <a:pt x="51" y="52"/>
                    </a:cubicBezTo>
                    <a:cubicBezTo>
                      <a:pt x="50" y="54"/>
                      <a:pt x="49" y="55"/>
                      <a:pt x="48" y="57"/>
                    </a:cubicBezTo>
                    <a:cubicBezTo>
                      <a:pt x="47" y="59"/>
                      <a:pt x="48" y="60"/>
                      <a:pt x="49" y="61"/>
                    </a:cubicBezTo>
                    <a:cubicBezTo>
                      <a:pt x="51" y="62"/>
                      <a:pt x="54" y="62"/>
                      <a:pt x="56" y="63"/>
                    </a:cubicBezTo>
                    <a:cubicBezTo>
                      <a:pt x="57" y="63"/>
                      <a:pt x="59" y="64"/>
                      <a:pt x="59" y="66"/>
                    </a:cubicBezTo>
                    <a:cubicBezTo>
                      <a:pt x="59" y="68"/>
                      <a:pt x="58" y="70"/>
                      <a:pt x="57" y="71"/>
                    </a:cubicBezTo>
                    <a:cubicBezTo>
                      <a:pt x="57" y="72"/>
                      <a:pt x="56" y="74"/>
                      <a:pt x="56" y="75"/>
                    </a:cubicBezTo>
                    <a:cubicBezTo>
                      <a:pt x="56" y="76"/>
                      <a:pt x="57" y="77"/>
                      <a:pt x="57" y="78"/>
                    </a:cubicBezTo>
                    <a:cubicBezTo>
                      <a:pt x="58" y="80"/>
                      <a:pt x="58" y="81"/>
                      <a:pt x="58" y="82"/>
                    </a:cubicBezTo>
                    <a:cubicBezTo>
                      <a:pt x="57" y="84"/>
                      <a:pt x="54" y="88"/>
                      <a:pt x="56" y="90"/>
                    </a:cubicBezTo>
                    <a:cubicBezTo>
                      <a:pt x="58" y="91"/>
                      <a:pt x="61" y="92"/>
                      <a:pt x="62" y="90"/>
                    </a:cubicBezTo>
                    <a:cubicBezTo>
                      <a:pt x="64" y="88"/>
                      <a:pt x="64" y="85"/>
                      <a:pt x="67" y="84"/>
                    </a:cubicBezTo>
                    <a:cubicBezTo>
                      <a:pt x="72" y="83"/>
                      <a:pt x="78" y="91"/>
                      <a:pt x="83" y="86"/>
                    </a:cubicBezTo>
                    <a:cubicBezTo>
                      <a:pt x="84" y="84"/>
                      <a:pt x="85" y="82"/>
                      <a:pt x="86" y="79"/>
                    </a:cubicBezTo>
                    <a:cubicBezTo>
                      <a:pt x="86" y="78"/>
                      <a:pt x="87" y="75"/>
                      <a:pt x="86" y="73"/>
                    </a:cubicBezTo>
                    <a:cubicBezTo>
                      <a:pt x="85" y="72"/>
                      <a:pt x="85" y="71"/>
                      <a:pt x="85" y="69"/>
                    </a:cubicBezTo>
                    <a:cubicBezTo>
                      <a:pt x="85" y="69"/>
                      <a:pt x="86" y="68"/>
                      <a:pt x="86" y="68"/>
                    </a:cubicBezTo>
                    <a:cubicBezTo>
                      <a:pt x="86" y="67"/>
                      <a:pt x="86" y="67"/>
                      <a:pt x="87" y="67"/>
                    </a:cubicBezTo>
                    <a:cubicBezTo>
                      <a:pt x="88" y="67"/>
                      <a:pt x="88" y="67"/>
                      <a:pt x="89" y="67"/>
                    </a:cubicBezTo>
                    <a:cubicBezTo>
                      <a:pt x="90" y="67"/>
                      <a:pt x="90" y="66"/>
                      <a:pt x="91" y="66"/>
                    </a:cubicBezTo>
                    <a:cubicBezTo>
                      <a:pt x="92" y="66"/>
                      <a:pt x="93" y="66"/>
                      <a:pt x="94" y="67"/>
                    </a:cubicBezTo>
                    <a:cubicBezTo>
                      <a:pt x="96" y="70"/>
                      <a:pt x="94" y="75"/>
                      <a:pt x="92" y="77"/>
                    </a:cubicBezTo>
                    <a:cubicBezTo>
                      <a:pt x="91" y="79"/>
                      <a:pt x="90" y="80"/>
                      <a:pt x="89" y="81"/>
                    </a:cubicBezTo>
                    <a:cubicBezTo>
                      <a:pt x="88" y="82"/>
                      <a:pt x="88" y="84"/>
                      <a:pt x="88" y="85"/>
                    </a:cubicBezTo>
                    <a:cubicBezTo>
                      <a:pt x="87" y="86"/>
                      <a:pt x="87" y="86"/>
                      <a:pt x="86" y="87"/>
                    </a:cubicBezTo>
                    <a:cubicBezTo>
                      <a:pt x="86" y="88"/>
                      <a:pt x="85" y="88"/>
                      <a:pt x="84" y="89"/>
                    </a:cubicBezTo>
                    <a:cubicBezTo>
                      <a:pt x="84" y="90"/>
                      <a:pt x="83" y="90"/>
                      <a:pt x="82" y="91"/>
                    </a:cubicBezTo>
                    <a:cubicBezTo>
                      <a:pt x="81" y="92"/>
                      <a:pt x="82" y="93"/>
                      <a:pt x="82" y="94"/>
                    </a:cubicBezTo>
                    <a:cubicBezTo>
                      <a:pt x="83" y="95"/>
                      <a:pt x="83" y="96"/>
                      <a:pt x="84" y="97"/>
                    </a:cubicBezTo>
                    <a:cubicBezTo>
                      <a:pt x="84" y="99"/>
                      <a:pt x="85" y="100"/>
                      <a:pt x="86" y="101"/>
                    </a:cubicBezTo>
                    <a:cubicBezTo>
                      <a:pt x="86" y="102"/>
                      <a:pt x="87" y="102"/>
                      <a:pt x="87" y="103"/>
                    </a:cubicBezTo>
                    <a:cubicBezTo>
                      <a:pt x="87" y="105"/>
                      <a:pt x="86" y="107"/>
                      <a:pt x="84" y="108"/>
                    </a:cubicBezTo>
                    <a:cubicBezTo>
                      <a:pt x="84" y="109"/>
                      <a:pt x="83" y="109"/>
                      <a:pt x="82" y="110"/>
                    </a:cubicBezTo>
                    <a:cubicBezTo>
                      <a:pt x="82" y="110"/>
                      <a:pt x="82" y="111"/>
                      <a:pt x="81" y="111"/>
                    </a:cubicBezTo>
                    <a:cubicBezTo>
                      <a:pt x="80" y="111"/>
                      <a:pt x="80" y="110"/>
                      <a:pt x="80" y="110"/>
                    </a:cubicBezTo>
                    <a:cubicBezTo>
                      <a:pt x="79" y="109"/>
                      <a:pt x="79" y="108"/>
                      <a:pt x="78" y="107"/>
                    </a:cubicBezTo>
                    <a:cubicBezTo>
                      <a:pt x="78" y="107"/>
                      <a:pt x="78" y="106"/>
                      <a:pt x="76" y="105"/>
                    </a:cubicBezTo>
                    <a:cubicBezTo>
                      <a:pt x="74" y="105"/>
                      <a:pt x="72" y="104"/>
                      <a:pt x="70" y="104"/>
                    </a:cubicBezTo>
                    <a:cubicBezTo>
                      <a:pt x="69" y="104"/>
                      <a:pt x="68" y="103"/>
                      <a:pt x="68" y="103"/>
                    </a:cubicBezTo>
                    <a:cubicBezTo>
                      <a:pt x="67" y="102"/>
                      <a:pt x="67" y="102"/>
                      <a:pt x="67" y="101"/>
                    </a:cubicBezTo>
                    <a:cubicBezTo>
                      <a:pt x="66" y="100"/>
                      <a:pt x="64" y="100"/>
                      <a:pt x="63" y="99"/>
                    </a:cubicBezTo>
                    <a:cubicBezTo>
                      <a:pt x="62" y="98"/>
                      <a:pt x="62" y="97"/>
                      <a:pt x="60" y="96"/>
                    </a:cubicBezTo>
                    <a:cubicBezTo>
                      <a:pt x="58" y="96"/>
                      <a:pt x="56" y="96"/>
                      <a:pt x="54" y="96"/>
                    </a:cubicBezTo>
                    <a:cubicBezTo>
                      <a:pt x="52" y="95"/>
                      <a:pt x="51" y="95"/>
                      <a:pt x="50" y="93"/>
                    </a:cubicBezTo>
                    <a:cubicBezTo>
                      <a:pt x="49" y="92"/>
                      <a:pt x="49" y="90"/>
                      <a:pt x="48" y="89"/>
                    </a:cubicBezTo>
                    <a:cubicBezTo>
                      <a:pt x="46" y="87"/>
                      <a:pt x="43" y="86"/>
                      <a:pt x="42" y="88"/>
                    </a:cubicBezTo>
                    <a:cubicBezTo>
                      <a:pt x="42" y="91"/>
                      <a:pt x="42" y="93"/>
                      <a:pt x="42" y="95"/>
                    </a:cubicBezTo>
                    <a:cubicBezTo>
                      <a:pt x="41" y="96"/>
                      <a:pt x="39" y="94"/>
                      <a:pt x="38" y="93"/>
                    </a:cubicBezTo>
                    <a:cubicBezTo>
                      <a:pt x="38" y="93"/>
                      <a:pt x="37" y="92"/>
                      <a:pt x="37" y="91"/>
                    </a:cubicBezTo>
                    <a:cubicBezTo>
                      <a:pt x="37" y="91"/>
                      <a:pt x="37" y="90"/>
                      <a:pt x="37" y="90"/>
                    </a:cubicBezTo>
                    <a:cubicBezTo>
                      <a:pt x="36" y="89"/>
                      <a:pt x="35" y="88"/>
                      <a:pt x="34" y="88"/>
                    </a:cubicBezTo>
                    <a:cubicBezTo>
                      <a:pt x="33" y="87"/>
                      <a:pt x="31" y="88"/>
                      <a:pt x="30" y="88"/>
                    </a:cubicBezTo>
                    <a:cubicBezTo>
                      <a:pt x="29" y="89"/>
                      <a:pt x="28" y="90"/>
                      <a:pt x="26" y="91"/>
                    </a:cubicBezTo>
                    <a:cubicBezTo>
                      <a:pt x="26" y="92"/>
                      <a:pt x="25" y="92"/>
                      <a:pt x="24" y="92"/>
                    </a:cubicBezTo>
                    <a:cubicBezTo>
                      <a:pt x="22" y="92"/>
                      <a:pt x="20" y="91"/>
                      <a:pt x="18" y="89"/>
                    </a:cubicBezTo>
                    <a:cubicBezTo>
                      <a:pt x="18" y="88"/>
                      <a:pt x="17" y="88"/>
                      <a:pt x="16" y="87"/>
                    </a:cubicBezTo>
                    <a:cubicBezTo>
                      <a:pt x="16" y="86"/>
                      <a:pt x="15" y="86"/>
                      <a:pt x="15" y="85"/>
                    </a:cubicBezTo>
                    <a:cubicBezTo>
                      <a:pt x="13" y="83"/>
                      <a:pt x="14" y="81"/>
                      <a:pt x="13" y="79"/>
                    </a:cubicBezTo>
                    <a:cubicBezTo>
                      <a:pt x="13" y="78"/>
                      <a:pt x="13" y="78"/>
                      <a:pt x="12" y="77"/>
                    </a:cubicBezTo>
                    <a:cubicBezTo>
                      <a:pt x="12" y="76"/>
                      <a:pt x="11" y="76"/>
                      <a:pt x="11" y="75"/>
                    </a:cubicBezTo>
                    <a:cubicBezTo>
                      <a:pt x="10" y="74"/>
                      <a:pt x="10" y="73"/>
                      <a:pt x="9" y="72"/>
                    </a:cubicBezTo>
                    <a:cubicBezTo>
                      <a:pt x="9" y="71"/>
                      <a:pt x="8" y="70"/>
                      <a:pt x="8" y="69"/>
                    </a:cubicBezTo>
                    <a:cubicBezTo>
                      <a:pt x="8" y="67"/>
                      <a:pt x="8" y="66"/>
                      <a:pt x="7" y="64"/>
                    </a:cubicBezTo>
                    <a:cubicBezTo>
                      <a:pt x="7" y="64"/>
                      <a:pt x="6" y="63"/>
                      <a:pt x="6" y="62"/>
                    </a:cubicBezTo>
                    <a:cubicBezTo>
                      <a:pt x="6" y="62"/>
                      <a:pt x="6" y="61"/>
                      <a:pt x="6" y="61"/>
                    </a:cubicBezTo>
                    <a:cubicBezTo>
                      <a:pt x="6" y="60"/>
                      <a:pt x="6" y="60"/>
                      <a:pt x="5" y="59"/>
                    </a:cubicBezTo>
                    <a:cubicBezTo>
                      <a:pt x="5" y="58"/>
                      <a:pt x="5" y="57"/>
                      <a:pt x="4" y="5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8" name="Freeform 2340">
                <a:extLst>
                  <a:ext uri="{FF2B5EF4-FFF2-40B4-BE49-F238E27FC236}">
                    <a16:creationId xmlns:a16="http://schemas.microsoft.com/office/drawing/2014/main" id="{CB2D07AA-EFE3-4D1B-B510-D6BDB1A1B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637"/>
                <a:ext cx="8" cy="5"/>
              </a:xfrm>
              <a:custGeom>
                <a:avLst/>
                <a:gdLst>
                  <a:gd name="T0" fmla="*/ 6 w 19"/>
                  <a:gd name="T1" fmla="*/ 10 h 12"/>
                  <a:gd name="T2" fmla="*/ 4 w 19"/>
                  <a:gd name="T3" fmla="*/ 11 h 12"/>
                  <a:gd name="T4" fmla="*/ 1 w 19"/>
                  <a:gd name="T5" fmla="*/ 10 h 12"/>
                  <a:gd name="T6" fmla="*/ 5 w 19"/>
                  <a:gd name="T7" fmla="*/ 5 h 12"/>
                  <a:gd name="T8" fmla="*/ 5 w 19"/>
                  <a:gd name="T9" fmla="*/ 3 h 12"/>
                  <a:gd name="T10" fmla="*/ 8 w 19"/>
                  <a:gd name="T11" fmla="*/ 1 h 12"/>
                  <a:gd name="T12" fmla="*/ 11 w 19"/>
                  <a:gd name="T13" fmla="*/ 0 h 12"/>
                  <a:gd name="T14" fmla="*/ 13 w 19"/>
                  <a:gd name="T15" fmla="*/ 0 h 12"/>
                  <a:gd name="T16" fmla="*/ 14 w 19"/>
                  <a:gd name="T17" fmla="*/ 2 h 12"/>
                  <a:gd name="T18" fmla="*/ 16 w 19"/>
                  <a:gd name="T19" fmla="*/ 4 h 12"/>
                  <a:gd name="T20" fmla="*/ 18 w 19"/>
                  <a:gd name="T21" fmla="*/ 6 h 12"/>
                  <a:gd name="T22" fmla="*/ 18 w 19"/>
                  <a:gd name="T23" fmla="*/ 9 h 12"/>
                  <a:gd name="T24" fmla="*/ 14 w 19"/>
                  <a:gd name="T25" fmla="*/ 10 h 12"/>
                  <a:gd name="T26" fmla="*/ 11 w 19"/>
                  <a:gd name="T27" fmla="*/ 8 h 12"/>
                  <a:gd name="T28" fmla="*/ 7 w 19"/>
                  <a:gd name="T29" fmla="*/ 9 h 12"/>
                  <a:gd name="T30" fmla="*/ 7 w 19"/>
                  <a:gd name="T31" fmla="*/ 9 h 12"/>
                  <a:gd name="T32" fmla="*/ 6 w 19"/>
                  <a:gd name="T33" fmla="*/ 9 h 12"/>
                  <a:gd name="T34" fmla="*/ 6 w 19"/>
                  <a:gd name="T3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12">
                    <a:moveTo>
                      <a:pt x="6" y="10"/>
                    </a:moveTo>
                    <a:cubicBezTo>
                      <a:pt x="6" y="11"/>
                      <a:pt x="5" y="11"/>
                      <a:pt x="4" y="11"/>
                    </a:cubicBezTo>
                    <a:cubicBezTo>
                      <a:pt x="3" y="11"/>
                      <a:pt x="1" y="12"/>
                      <a:pt x="1" y="10"/>
                    </a:cubicBezTo>
                    <a:cubicBezTo>
                      <a:pt x="0" y="8"/>
                      <a:pt x="4" y="7"/>
                      <a:pt x="5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6" y="2"/>
                      <a:pt x="7" y="1"/>
                      <a:pt x="8" y="1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1" y="0"/>
                      <a:pt x="12" y="0"/>
                      <a:pt x="13" y="0"/>
                    </a:cubicBezTo>
                    <a:cubicBezTo>
                      <a:pt x="13" y="1"/>
                      <a:pt x="14" y="2"/>
                      <a:pt x="14" y="2"/>
                    </a:cubicBezTo>
                    <a:cubicBezTo>
                      <a:pt x="15" y="3"/>
                      <a:pt x="16" y="3"/>
                      <a:pt x="16" y="4"/>
                    </a:cubicBezTo>
                    <a:cubicBezTo>
                      <a:pt x="17" y="4"/>
                      <a:pt x="17" y="5"/>
                      <a:pt x="18" y="6"/>
                    </a:cubicBezTo>
                    <a:cubicBezTo>
                      <a:pt x="18" y="7"/>
                      <a:pt x="19" y="9"/>
                      <a:pt x="18" y="9"/>
                    </a:cubicBezTo>
                    <a:cubicBezTo>
                      <a:pt x="17" y="10"/>
                      <a:pt x="15" y="11"/>
                      <a:pt x="14" y="10"/>
                    </a:cubicBezTo>
                    <a:cubicBezTo>
                      <a:pt x="13" y="9"/>
                      <a:pt x="12" y="9"/>
                      <a:pt x="11" y="8"/>
                    </a:cubicBezTo>
                    <a:cubicBezTo>
                      <a:pt x="10" y="8"/>
                      <a:pt x="8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6" y="10"/>
                      <a:pt x="6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9" name="Freeform 2341">
                <a:extLst>
                  <a:ext uri="{FF2B5EF4-FFF2-40B4-BE49-F238E27FC236}">
                    <a16:creationId xmlns:a16="http://schemas.microsoft.com/office/drawing/2014/main" id="{9BCF5FEF-E544-4A60-906C-AB9F95AF0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637"/>
                <a:ext cx="3" cy="3"/>
              </a:xfrm>
              <a:custGeom>
                <a:avLst/>
                <a:gdLst>
                  <a:gd name="T0" fmla="*/ 4 w 7"/>
                  <a:gd name="T1" fmla="*/ 8 h 9"/>
                  <a:gd name="T2" fmla="*/ 2 w 7"/>
                  <a:gd name="T3" fmla="*/ 7 h 9"/>
                  <a:gd name="T4" fmla="*/ 1 w 7"/>
                  <a:gd name="T5" fmla="*/ 5 h 9"/>
                  <a:gd name="T6" fmla="*/ 0 w 7"/>
                  <a:gd name="T7" fmla="*/ 4 h 9"/>
                  <a:gd name="T8" fmla="*/ 0 w 7"/>
                  <a:gd name="T9" fmla="*/ 2 h 9"/>
                  <a:gd name="T10" fmla="*/ 3 w 7"/>
                  <a:gd name="T11" fmla="*/ 0 h 9"/>
                  <a:gd name="T12" fmla="*/ 6 w 7"/>
                  <a:gd name="T13" fmla="*/ 2 h 9"/>
                  <a:gd name="T14" fmla="*/ 6 w 7"/>
                  <a:gd name="T15" fmla="*/ 4 h 9"/>
                  <a:gd name="T16" fmla="*/ 6 w 7"/>
                  <a:gd name="T17" fmla="*/ 8 h 9"/>
                  <a:gd name="T18" fmla="*/ 4 w 7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4" y="8"/>
                    </a:moveTo>
                    <a:cubicBezTo>
                      <a:pt x="4" y="8"/>
                      <a:pt x="3" y="8"/>
                      <a:pt x="2" y="7"/>
                    </a:cubicBezTo>
                    <a:cubicBezTo>
                      <a:pt x="2" y="6"/>
                      <a:pt x="2" y="6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2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5"/>
                      <a:pt x="7" y="7"/>
                      <a:pt x="6" y="8"/>
                    </a:cubicBezTo>
                    <a:cubicBezTo>
                      <a:pt x="6" y="9"/>
                      <a:pt x="5" y="9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0" name="Freeform 2342">
                <a:extLst>
                  <a:ext uri="{FF2B5EF4-FFF2-40B4-BE49-F238E27FC236}">
                    <a16:creationId xmlns:a16="http://schemas.microsoft.com/office/drawing/2014/main" id="{5683B4A1-665E-4C0B-9DBC-670D413AB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632"/>
                <a:ext cx="4" cy="3"/>
              </a:xfrm>
              <a:custGeom>
                <a:avLst/>
                <a:gdLst>
                  <a:gd name="T0" fmla="*/ 6 w 10"/>
                  <a:gd name="T1" fmla="*/ 8 h 9"/>
                  <a:gd name="T2" fmla="*/ 5 w 10"/>
                  <a:gd name="T3" fmla="*/ 8 h 9"/>
                  <a:gd name="T4" fmla="*/ 5 w 10"/>
                  <a:gd name="T5" fmla="*/ 8 h 9"/>
                  <a:gd name="T6" fmla="*/ 3 w 10"/>
                  <a:gd name="T7" fmla="*/ 9 h 9"/>
                  <a:gd name="T8" fmla="*/ 1 w 10"/>
                  <a:gd name="T9" fmla="*/ 8 h 9"/>
                  <a:gd name="T10" fmla="*/ 0 w 10"/>
                  <a:gd name="T11" fmla="*/ 7 h 9"/>
                  <a:gd name="T12" fmla="*/ 2 w 10"/>
                  <a:gd name="T13" fmla="*/ 2 h 9"/>
                  <a:gd name="T14" fmla="*/ 5 w 10"/>
                  <a:gd name="T15" fmla="*/ 1 h 9"/>
                  <a:gd name="T16" fmla="*/ 8 w 10"/>
                  <a:gd name="T17" fmla="*/ 1 h 9"/>
                  <a:gd name="T18" fmla="*/ 10 w 10"/>
                  <a:gd name="T19" fmla="*/ 3 h 9"/>
                  <a:gd name="T20" fmla="*/ 9 w 10"/>
                  <a:gd name="T21" fmla="*/ 4 h 9"/>
                  <a:gd name="T22" fmla="*/ 8 w 10"/>
                  <a:gd name="T23" fmla="*/ 6 h 9"/>
                  <a:gd name="T24" fmla="*/ 7 w 10"/>
                  <a:gd name="T25" fmla="*/ 7 h 9"/>
                  <a:gd name="T26" fmla="*/ 6 w 10"/>
                  <a:gd name="T2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6" y="8"/>
                    </a:moveTo>
                    <a:cubicBezTo>
                      <a:pt x="5" y="8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2" y="9"/>
                      <a:pt x="1" y="8"/>
                    </a:cubicBezTo>
                    <a:cubicBezTo>
                      <a:pt x="1" y="8"/>
                      <a:pt x="0" y="8"/>
                      <a:pt x="0" y="7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4"/>
                      <a:pt x="10" y="4"/>
                      <a:pt x="9" y="4"/>
                    </a:cubicBezTo>
                    <a:cubicBezTo>
                      <a:pt x="9" y="5"/>
                      <a:pt x="9" y="6"/>
                      <a:pt x="8" y="6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6" y="7"/>
                      <a:pt x="6" y="8"/>
                      <a:pt x="6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1" name="Freeform 2343">
                <a:extLst>
                  <a:ext uri="{FF2B5EF4-FFF2-40B4-BE49-F238E27FC236}">
                    <a16:creationId xmlns:a16="http://schemas.microsoft.com/office/drawing/2014/main" id="{2C4C2B16-25D6-43B5-8A13-AB23E11A9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1632"/>
                <a:ext cx="3" cy="3"/>
              </a:xfrm>
              <a:custGeom>
                <a:avLst/>
                <a:gdLst>
                  <a:gd name="T0" fmla="*/ 1 w 6"/>
                  <a:gd name="T1" fmla="*/ 1 h 7"/>
                  <a:gd name="T2" fmla="*/ 3 w 6"/>
                  <a:gd name="T3" fmla="*/ 0 h 7"/>
                  <a:gd name="T4" fmla="*/ 6 w 6"/>
                  <a:gd name="T5" fmla="*/ 1 h 7"/>
                  <a:gd name="T6" fmla="*/ 6 w 6"/>
                  <a:gd name="T7" fmla="*/ 3 h 7"/>
                  <a:gd name="T8" fmla="*/ 6 w 6"/>
                  <a:gd name="T9" fmla="*/ 4 h 7"/>
                  <a:gd name="T10" fmla="*/ 3 w 6"/>
                  <a:gd name="T11" fmla="*/ 6 h 7"/>
                  <a:gd name="T12" fmla="*/ 0 w 6"/>
                  <a:gd name="T13" fmla="*/ 4 h 7"/>
                  <a:gd name="T14" fmla="*/ 1 w 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5" y="5"/>
                      <a:pt x="5" y="7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2" name="Freeform 2344">
                <a:extLst>
                  <a:ext uri="{FF2B5EF4-FFF2-40B4-BE49-F238E27FC236}">
                    <a16:creationId xmlns:a16="http://schemas.microsoft.com/office/drawing/2014/main" id="{591ACBF7-AF2F-499F-B7CF-2A7CB7130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631"/>
                <a:ext cx="5" cy="5"/>
              </a:xfrm>
              <a:custGeom>
                <a:avLst/>
                <a:gdLst>
                  <a:gd name="T0" fmla="*/ 1 w 13"/>
                  <a:gd name="T1" fmla="*/ 13 h 13"/>
                  <a:gd name="T2" fmla="*/ 1 w 13"/>
                  <a:gd name="T3" fmla="*/ 11 h 13"/>
                  <a:gd name="T4" fmla="*/ 3 w 13"/>
                  <a:gd name="T5" fmla="*/ 7 h 13"/>
                  <a:gd name="T6" fmla="*/ 4 w 13"/>
                  <a:gd name="T7" fmla="*/ 3 h 13"/>
                  <a:gd name="T8" fmla="*/ 6 w 13"/>
                  <a:gd name="T9" fmla="*/ 1 h 13"/>
                  <a:gd name="T10" fmla="*/ 9 w 13"/>
                  <a:gd name="T11" fmla="*/ 0 h 13"/>
                  <a:gd name="T12" fmla="*/ 12 w 13"/>
                  <a:gd name="T13" fmla="*/ 4 h 13"/>
                  <a:gd name="T14" fmla="*/ 9 w 13"/>
                  <a:gd name="T15" fmla="*/ 8 h 13"/>
                  <a:gd name="T16" fmla="*/ 7 w 13"/>
                  <a:gd name="T17" fmla="*/ 11 h 13"/>
                  <a:gd name="T18" fmla="*/ 5 w 13"/>
                  <a:gd name="T19" fmla="*/ 12 h 13"/>
                  <a:gd name="T20" fmla="*/ 4 w 13"/>
                  <a:gd name="T21" fmla="*/ 13 h 13"/>
                  <a:gd name="T22" fmla="*/ 1 w 13"/>
                  <a:gd name="T2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3">
                    <a:moveTo>
                      <a:pt x="1" y="13"/>
                    </a:moveTo>
                    <a:cubicBezTo>
                      <a:pt x="1" y="12"/>
                      <a:pt x="0" y="11"/>
                      <a:pt x="1" y="11"/>
                    </a:cubicBezTo>
                    <a:cubicBezTo>
                      <a:pt x="2" y="9"/>
                      <a:pt x="3" y="8"/>
                      <a:pt x="3" y="7"/>
                    </a:cubicBezTo>
                    <a:cubicBezTo>
                      <a:pt x="4" y="5"/>
                      <a:pt x="3" y="4"/>
                      <a:pt x="4" y="3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2" y="0"/>
                      <a:pt x="13" y="2"/>
                      <a:pt x="12" y="4"/>
                    </a:cubicBezTo>
                    <a:cubicBezTo>
                      <a:pt x="11" y="6"/>
                      <a:pt x="10" y="6"/>
                      <a:pt x="9" y="8"/>
                    </a:cubicBezTo>
                    <a:cubicBezTo>
                      <a:pt x="9" y="9"/>
                      <a:pt x="8" y="10"/>
                      <a:pt x="7" y="11"/>
                    </a:cubicBezTo>
                    <a:cubicBezTo>
                      <a:pt x="7" y="12"/>
                      <a:pt x="6" y="12"/>
                      <a:pt x="5" y="12"/>
                    </a:cubicBezTo>
                    <a:cubicBezTo>
                      <a:pt x="5" y="13"/>
                      <a:pt x="5" y="13"/>
                      <a:pt x="4" y="13"/>
                    </a:cubicBezTo>
                    <a:cubicBezTo>
                      <a:pt x="3" y="13"/>
                      <a:pt x="2" y="13"/>
                      <a:pt x="1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3" name="Freeform 2345">
                <a:extLst>
                  <a:ext uri="{FF2B5EF4-FFF2-40B4-BE49-F238E27FC236}">
                    <a16:creationId xmlns:a16="http://schemas.microsoft.com/office/drawing/2014/main" id="{36EEEB38-47BA-4BEB-B745-0468C2D1C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632"/>
                <a:ext cx="6" cy="5"/>
              </a:xfrm>
              <a:custGeom>
                <a:avLst/>
                <a:gdLst>
                  <a:gd name="T0" fmla="*/ 4 w 14"/>
                  <a:gd name="T1" fmla="*/ 4 h 12"/>
                  <a:gd name="T2" fmla="*/ 4 w 14"/>
                  <a:gd name="T3" fmla="*/ 1 h 12"/>
                  <a:gd name="T4" fmla="*/ 7 w 14"/>
                  <a:gd name="T5" fmla="*/ 0 h 12"/>
                  <a:gd name="T6" fmla="*/ 9 w 14"/>
                  <a:gd name="T7" fmla="*/ 1 h 12"/>
                  <a:gd name="T8" fmla="*/ 10 w 14"/>
                  <a:gd name="T9" fmla="*/ 4 h 12"/>
                  <a:gd name="T10" fmla="*/ 12 w 14"/>
                  <a:gd name="T11" fmla="*/ 5 h 12"/>
                  <a:gd name="T12" fmla="*/ 13 w 14"/>
                  <a:gd name="T13" fmla="*/ 8 h 12"/>
                  <a:gd name="T14" fmla="*/ 11 w 14"/>
                  <a:gd name="T15" fmla="*/ 10 h 12"/>
                  <a:gd name="T16" fmla="*/ 9 w 14"/>
                  <a:gd name="T17" fmla="*/ 10 h 12"/>
                  <a:gd name="T18" fmla="*/ 8 w 14"/>
                  <a:gd name="T19" fmla="*/ 11 h 12"/>
                  <a:gd name="T20" fmla="*/ 5 w 14"/>
                  <a:gd name="T21" fmla="*/ 12 h 12"/>
                  <a:gd name="T22" fmla="*/ 4 w 14"/>
                  <a:gd name="T23" fmla="*/ 12 h 12"/>
                  <a:gd name="T24" fmla="*/ 3 w 14"/>
                  <a:gd name="T25" fmla="*/ 12 h 12"/>
                  <a:gd name="T26" fmla="*/ 2 w 14"/>
                  <a:gd name="T27" fmla="*/ 11 h 12"/>
                  <a:gd name="T28" fmla="*/ 0 w 14"/>
                  <a:gd name="T29" fmla="*/ 10 h 12"/>
                  <a:gd name="T30" fmla="*/ 4 w 14"/>
                  <a:gd name="T3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2">
                    <a:moveTo>
                      <a:pt x="4" y="4"/>
                    </a:moveTo>
                    <a:cubicBezTo>
                      <a:pt x="4" y="3"/>
                      <a:pt x="4" y="2"/>
                      <a:pt x="4" y="1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8" y="0"/>
                      <a:pt x="9" y="1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10" y="4"/>
                      <a:pt x="12" y="4"/>
                      <a:pt x="12" y="5"/>
                    </a:cubicBezTo>
                    <a:cubicBezTo>
                      <a:pt x="13" y="5"/>
                      <a:pt x="13" y="7"/>
                      <a:pt x="13" y="8"/>
                    </a:cubicBezTo>
                    <a:cubicBezTo>
                      <a:pt x="14" y="9"/>
                      <a:pt x="13" y="10"/>
                      <a:pt x="11" y="10"/>
                    </a:cubicBezTo>
                    <a:cubicBezTo>
                      <a:pt x="11" y="10"/>
                      <a:pt x="10" y="10"/>
                      <a:pt x="9" y="10"/>
                    </a:cubicBezTo>
                    <a:cubicBezTo>
                      <a:pt x="9" y="11"/>
                      <a:pt x="8" y="11"/>
                      <a:pt x="8" y="11"/>
                    </a:cubicBezTo>
                    <a:cubicBezTo>
                      <a:pt x="7" y="12"/>
                      <a:pt x="6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4" y="12"/>
                      <a:pt x="3" y="12"/>
                      <a:pt x="3" y="12"/>
                    </a:cubicBezTo>
                    <a:cubicBezTo>
                      <a:pt x="3" y="11"/>
                      <a:pt x="2" y="11"/>
                      <a:pt x="2" y="11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0" y="7"/>
                      <a:pt x="4" y="6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4" name="Freeform 2346">
                <a:extLst>
                  <a:ext uri="{FF2B5EF4-FFF2-40B4-BE49-F238E27FC236}">
                    <a16:creationId xmlns:a16="http://schemas.microsoft.com/office/drawing/2014/main" id="{15972288-5EB1-4B57-8F9A-F81C80254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623"/>
                <a:ext cx="4" cy="5"/>
              </a:xfrm>
              <a:custGeom>
                <a:avLst/>
                <a:gdLst>
                  <a:gd name="T0" fmla="*/ 0 w 9"/>
                  <a:gd name="T1" fmla="*/ 1 h 12"/>
                  <a:gd name="T2" fmla="*/ 3 w 9"/>
                  <a:gd name="T3" fmla="*/ 1 h 12"/>
                  <a:gd name="T4" fmla="*/ 4 w 9"/>
                  <a:gd name="T5" fmla="*/ 4 h 12"/>
                  <a:gd name="T6" fmla="*/ 7 w 9"/>
                  <a:gd name="T7" fmla="*/ 5 h 12"/>
                  <a:gd name="T8" fmla="*/ 8 w 9"/>
                  <a:gd name="T9" fmla="*/ 8 h 12"/>
                  <a:gd name="T10" fmla="*/ 9 w 9"/>
                  <a:gd name="T11" fmla="*/ 10 h 12"/>
                  <a:gd name="T12" fmla="*/ 6 w 9"/>
                  <a:gd name="T13" fmla="*/ 12 h 12"/>
                  <a:gd name="T14" fmla="*/ 3 w 9"/>
                  <a:gd name="T15" fmla="*/ 11 h 12"/>
                  <a:gd name="T16" fmla="*/ 2 w 9"/>
                  <a:gd name="T17" fmla="*/ 9 h 12"/>
                  <a:gd name="T18" fmla="*/ 1 w 9"/>
                  <a:gd name="T19" fmla="*/ 5 h 12"/>
                  <a:gd name="T20" fmla="*/ 0 w 9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2">
                    <a:moveTo>
                      <a:pt x="0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4"/>
                      <a:pt x="4" y="4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7" y="6"/>
                      <a:pt x="8" y="7"/>
                      <a:pt x="8" y="8"/>
                    </a:cubicBezTo>
                    <a:cubicBezTo>
                      <a:pt x="9" y="8"/>
                      <a:pt x="9" y="9"/>
                      <a:pt x="9" y="10"/>
                    </a:cubicBezTo>
                    <a:cubicBezTo>
                      <a:pt x="8" y="11"/>
                      <a:pt x="7" y="12"/>
                      <a:pt x="6" y="12"/>
                    </a:cubicBezTo>
                    <a:cubicBezTo>
                      <a:pt x="5" y="12"/>
                      <a:pt x="4" y="12"/>
                      <a:pt x="3" y="11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5" name="Freeform 2347">
                <a:extLst>
                  <a:ext uri="{FF2B5EF4-FFF2-40B4-BE49-F238E27FC236}">
                    <a16:creationId xmlns:a16="http://schemas.microsoft.com/office/drawing/2014/main" id="{335AA4B0-7DB3-4FDF-83AE-6D9F8FF27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1625"/>
                <a:ext cx="7" cy="4"/>
              </a:xfrm>
              <a:custGeom>
                <a:avLst/>
                <a:gdLst>
                  <a:gd name="T0" fmla="*/ 2 w 17"/>
                  <a:gd name="T1" fmla="*/ 9 h 10"/>
                  <a:gd name="T2" fmla="*/ 0 w 17"/>
                  <a:gd name="T3" fmla="*/ 9 h 10"/>
                  <a:gd name="T4" fmla="*/ 0 w 17"/>
                  <a:gd name="T5" fmla="*/ 7 h 10"/>
                  <a:gd name="T6" fmla="*/ 4 w 17"/>
                  <a:gd name="T7" fmla="*/ 5 h 10"/>
                  <a:gd name="T8" fmla="*/ 6 w 17"/>
                  <a:gd name="T9" fmla="*/ 5 h 10"/>
                  <a:gd name="T10" fmla="*/ 8 w 17"/>
                  <a:gd name="T11" fmla="*/ 4 h 10"/>
                  <a:gd name="T12" fmla="*/ 9 w 17"/>
                  <a:gd name="T13" fmla="*/ 3 h 10"/>
                  <a:gd name="T14" fmla="*/ 10 w 17"/>
                  <a:gd name="T15" fmla="*/ 1 h 10"/>
                  <a:gd name="T16" fmla="*/ 14 w 17"/>
                  <a:gd name="T17" fmla="*/ 2 h 10"/>
                  <a:gd name="T18" fmla="*/ 15 w 17"/>
                  <a:gd name="T19" fmla="*/ 4 h 10"/>
                  <a:gd name="T20" fmla="*/ 17 w 17"/>
                  <a:gd name="T21" fmla="*/ 4 h 10"/>
                  <a:gd name="T22" fmla="*/ 17 w 17"/>
                  <a:gd name="T23" fmla="*/ 6 h 10"/>
                  <a:gd name="T24" fmla="*/ 16 w 17"/>
                  <a:gd name="T25" fmla="*/ 8 h 10"/>
                  <a:gd name="T26" fmla="*/ 13 w 17"/>
                  <a:gd name="T27" fmla="*/ 8 h 10"/>
                  <a:gd name="T28" fmla="*/ 10 w 17"/>
                  <a:gd name="T29" fmla="*/ 8 h 10"/>
                  <a:gd name="T30" fmla="*/ 5 w 17"/>
                  <a:gd name="T31" fmla="*/ 9 h 10"/>
                  <a:gd name="T32" fmla="*/ 2 w 17"/>
                  <a:gd name="T3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0">
                    <a:moveTo>
                      <a:pt x="2" y="9"/>
                    </a:moveTo>
                    <a:cubicBezTo>
                      <a:pt x="1" y="9"/>
                      <a:pt x="1" y="9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5"/>
                      <a:pt x="2" y="5"/>
                      <a:pt x="4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1" y="1"/>
                      <a:pt x="13" y="0"/>
                      <a:pt x="14" y="2"/>
                    </a:cubicBezTo>
                    <a:cubicBezTo>
                      <a:pt x="14" y="3"/>
                      <a:pt x="14" y="4"/>
                      <a:pt x="15" y="4"/>
                    </a:cubicBezTo>
                    <a:cubicBezTo>
                      <a:pt x="15" y="4"/>
                      <a:pt x="16" y="4"/>
                      <a:pt x="17" y="4"/>
                    </a:cubicBezTo>
                    <a:cubicBezTo>
                      <a:pt x="17" y="5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8"/>
                    </a:cubicBezTo>
                    <a:cubicBezTo>
                      <a:pt x="15" y="8"/>
                      <a:pt x="14" y="8"/>
                      <a:pt x="13" y="8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8" y="8"/>
                      <a:pt x="7" y="10"/>
                      <a:pt x="5" y="9"/>
                    </a:cubicBezTo>
                    <a:cubicBezTo>
                      <a:pt x="4" y="9"/>
                      <a:pt x="3" y="8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6" name="Freeform 2348">
                <a:extLst>
                  <a:ext uri="{FF2B5EF4-FFF2-40B4-BE49-F238E27FC236}">
                    <a16:creationId xmlns:a16="http://schemas.microsoft.com/office/drawing/2014/main" id="{81ACE0A7-247A-4AC6-AEA2-3641C39DE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620"/>
                <a:ext cx="3" cy="4"/>
              </a:xfrm>
              <a:custGeom>
                <a:avLst/>
                <a:gdLst>
                  <a:gd name="T0" fmla="*/ 2 w 9"/>
                  <a:gd name="T1" fmla="*/ 4 h 9"/>
                  <a:gd name="T2" fmla="*/ 2 w 9"/>
                  <a:gd name="T3" fmla="*/ 3 h 9"/>
                  <a:gd name="T4" fmla="*/ 5 w 9"/>
                  <a:gd name="T5" fmla="*/ 0 h 9"/>
                  <a:gd name="T6" fmla="*/ 9 w 9"/>
                  <a:gd name="T7" fmla="*/ 3 h 9"/>
                  <a:gd name="T8" fmla="*/ 8 w 9"/>
                  <a:gd name="T9" fmla="*/ 7 h 9"/>
                  <a:gd name="T10" fmla="*/ 8 w 9"/>
                  <a:gd name="T11" fmla="*/ 8 h 9"/>
                  <a:gd name="T12" fmla="*/ 6 w 9"/>
                  <a:gd name="T13" fmla="*/ 8 h 9"/>
                  <a:gd name="T14" fmla="*/ 2 w 9"/>
                  <a:gd name="T15" fmla="*/ 8 h 9"/>
                  <a:gd name="T16" fmla="*/ 1 w 9"/>
                  <a:gd name="T17" fmla="*/ 6 h 9"/>
                  <a:gd name="T18" fmla="*/ 2 w 9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9">
                    <a:moveTo>
                      <a:pt x="2" y="4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7" y="0"/>
                      <a:pt x="9" y="2"/>
                      <a:pt x="9" y="3"/>
                    </a:cubicBezTo>
                    <a:cubicBezTo>
                      <a:pt x="9" y="5"/>
                      <a:pt x="9" y="6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7" y="8"/>
                      <a:pt x="7" y="8"/>
                      <a:pt x="6" y="8"/>
                    </a:cubicBezTo>
                    <a:cubicBezTo>
                      <a:pt x="5" y="9"/>
                      <a:pt x="3" y="9"/>
                      <a:pt x="2" y="8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1" y="5"/>
                      <a:pt x="2" y="5"/>
                      <a:pt x="2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7" name="Freeform 2349">
                <a:extLst>
                  <a:ext uri="{FF2B5EF4-FFF2-40B4-BE49-F238E27FC236}">
                    <a16:creationId xmlns:a16="http://schemas.microsoft.com/office/drawing/2014/main" id="{F571D790-3D50-42A1-9D3F-24B52B48E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621"/>
                <a:ext cx="2" cy="4"/>
              </a:xfrm>
              <a:custGeom>
                <a:avLst/>
                <a:gdLst>
                  <a:gd name="T0" fmla="*/ 2 w 5"/>
                  <a:gd name="T1" fmla="*/ 8 h 9"/>
                  <a:gd name="T2" fmla="*/ 0 w 5"/>
                  <a:gd name="T3" fmla="*/ 7 h 9"/>
                  <a:gd name="T4" fmla="*/ 0 w 5"/>
                  <a:gd name="T5" fmla="*/ 4 h 9"/>
                  <a:gd name="T6" fmla="*/ 0 w 5"/>
                  <a:gd name="T7" fmla="*/ 2 h 9"/>
                  <a:gd name="T8" fmla="*/ 1 w 5"/>
                  <a:gd name="T9" fmla="*/ 1 h 9"/>
                  <a:gd name="T10" fmla="*/ 4 w 5"/>
                  <a:gd name="T11" fmla="*/ 1 h 9"/>
                  <a:gd name="T12" fmla="*/ 4 w 5"/>
                  <a:gd name="T13" fmla="*/ 3 h 9"/>
                  <a:gd name="T14" fmla="*/ 4 w 5"/>
                  <a:gd name="T15" fmla="*/ 8 h 9"/>
                  <a:gd name="T16" fmla="*/ 2 w 5"/>
                  <a:gd name="T1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9">
                    <a:moveTo>
                      <a:pt x="2" y="8"/>
                    </a:moveTo>
                    <a:cubicBezTo>
                      <a:pt x="1" y="8"/>
                      <a:pt x="0" y="8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5"/>
                      <a:pt x="5" y="6"/>
                      <a:pt x="4" y="8"/>
                    </a:cubicBezTo>
                    <a:cubicBezTo>
                      <a:pt x="4" y="9"/>
                      <a:pt x="2" y="9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8" name="Freeform 2350">
                <a:extLst>
                  <a:ext uri="{FF2B5EF4-FFF2-40B4-BE49-F238E27FC236}">
                    <a16:creationId xmlns:a16="http://schemas.microsoft.com/office/drawing/2014/main" id="{CF196EFD-4559-4F61-B943-0AE82EFF6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617"/>
                <a:ext cx="4" cy="4"/>
              </a:xfrm>
              <a:custGeom>
                <a:avLst/>
                <a:gdLst>
                  <a:gd name="T0" fmla="*/ 0 w 10"/>
                  <a:gd name="T1" fmla="*/ 5 h 10"/>
                  <a:gd name="T2" fmla="*/ 2 w 10"/>
                  <a:gd name="T3" fmla="*/ 3 h 10"/>
                  <a:gd name="T4" fmla="*/ 4 w 10"/>
                  <a:gd name="T5" fmla="*/ 1 h 10"/>
                  <a:gd name="T6" fmla="*/ 9 w 10"/>
                  <a:gd name="T7" fmla="*/ 1 h 10"/>
                  <a:gd name="T8" fmla="*/ 10 w 10"/>
                  <a:gd name="T9" fmla="*/ 4 h 10"/>
                  <a:gd name="T10" fmla="*/ 4 w 10"/>
                  <a:gd name="T11" fmla="*/ 6 h 10"/>
                  <a:gd name="T12" fmla="*/ 4 w 10"/>
                  <a:gd name="T13" fmla="*/ 8 h 10"/>
                  <a:gd name="T14" fmla="*/ 4 w 10"/>
                  <a:gd name="T15" fmla="*/ 9 h 10"/>
                  <a:gd name="T16" fmla="*/ 2 w 10"/>
                  <a:gd name="T17" fmla="*/ 10 h 10"/>
                  <a:gd name="T18" fmla="*/ 0 w 10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4"/>
                      <a:pt x="1" y="4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9" y="2"/>
                      <a:pt x="10" y="3"/>
                      <a:pt x="10" y="4"/>
                    </a:cubicBezTo>
                    <a:cubicBezTo>
                      <a:pt x="9" y="7"/>
                      <a:pt x="5" y="4"/>
                      <a:pt x="4" y="6"/>
                    </a:cubicBezTo>
                    <a:cubicBezTo>
                      <a:pt x="4" y="6"/>
                      <a:pt x="4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3" y="10"/>
                      <a:pt x="2" y="10"/>
                    </a:cubicBezTo>
                    <a:cubicBezTo>
                      <a:pt x="0" y="9"/>
                      <a:pt x="0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9" name="Freeform 2351">
                <a:extLst>
                  <a:ext uri="{FF2B5EF4-FFF2-40B4-BE49-F238E27FC236}">
                    <a16:creationId xmlns:a16="http://schemas.microsoft.com/office/drawing/2014/main" id="{E2800ABF-E319-4254-8ED8-34D657323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610"/>
                <a:ext cx="5" cy="7"/>
              </a:xfrm>
              <a:custGeom>
                <a:avLst/>
                <a:gdLst>
                  <a:gd name="T0" fmla="*/ 4 w 12"/>
                  <a:gd name="T1" fmla="*/ 13 h 15"/>
                  <a:gd name="T2" fmla="*/ 4 w 12"/>
                  <a:gd name="T3" fmla="*/ 11 h 15"/>
                  <a:gd name="T4" fmla="*/ 4 w 12"/>
                  <a:gd name="T5" fmla="*/ 10 h 15"/>
                  <a:gd name="T6" fmla="*/ 3 w 12"/>
                  <a:gd name="T7" fmla="*/ 8 h 15"/>
                  <a:gd name="T8" fmla="*/ 2 w 12"/>
                  <a:gd name="T9" fmla="*/ 7 h 15"/>
                  <a:gd name="T10" fmla="*/ 1 w 12"/>
                  <a:gd name="T11" fmla="*/ 6 h 15"/>
                  <a:gd name="T12" fmla="*/ 1 w 12"/>
                  <a:gd name="T13" fmla="*/ 2 h 15"/>
                  <a:gd name="T14" fmla="*/ 6 w 12"/>
                  <a:gd name="T15" fmla="*/ 0 h 15"/>
                  <a:gd name="T16" fmla="*/ 10 w 12"/>
                  <a:gd name="T17" fmla="*/ 3 h 15"/>
                  <a:gd name="T18" fmla="*/ 12 w 12"/>
                  <a:gd name="T19" fmla="*/ 7 h 15"/>
                  <a:gd name="T20" fmla="*/ 12 w 12"/>
                  <a:gd name="T21" fmla="*/ 11 h 15"/>
                  <a:gd name="T22" fmla="*/ 12 w 12"/>
                  <a:gd name="T23" fmla="*/ 13 h 15"/>
                  <a:gd name="T24" fmla="*/ 9 w 12"/>
                  <a:gd name="T25" fmla="*/ 15 h 15"/>
                  <a:gd name="T26" fmla="*/ 6 w 12"/>
                  <a:gd name="T27" fmla="*/ 14 h 15"/>
                  <a:gd name="T28" fmla="*/ 5 w 12"/>
                  <a:gd name="T29" fmla="*/ 14 h 15"/>
                  <a:gd name="T30" fmla="*/ 5 w 12"/>
                  <a:gd name="T31" fmla="*/ 14 h 15"/>
                  <a:gd name="T32" fmla="*/ 4 w 12"/>
                  <a:gd name="T33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5">
                    <a:moveTo>
                      <a:pt x="4" y="13"/>
                    </a:moveTo>
                    <a:cubicBezTo>
                      <a:pt x="4" y="13"/>
                      <a:pt x="4" y="12"/>
                      <a:pt x="4" y="11"/>
                    </a:cubicBezTo>
                    <a:cubicBezTo>
                      <a:pt x="4" y="11"/>
                      <a:pt x="4" y="10"/>
                      <a:pt x="4" y="10"/>
                    </a:cubicBezTo>
                    <a:cubicBezTo>
                      <a:pt x="4" y="9"/>
                      <a:pt x="3" y="9"/>
                      <a:pt x="3" y="8"/>
                    </a:cubicBezTo>
                    <a:cubicBezTo>
                      <a:pt x="3" y="8"/>
                      <a:pt x="2" y="8"/>
                      <a:pt x="2" y="7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7" y="0"/>
                      <a:pt x="9" y="2"/>
                      <a:pt x="10" y="3"/>
                    </a:cubicBezTo>
                    <a:cubicBezTo>
                      <a:pt x="12" y="4"/>
                      <a:pt x="12" y="6"/>
                      <a:pt x="12" y="7"/>
                    </a:cubicBezTo>
                    <a:cubicBezTo>
                      <a:pt x="12" y="8"/>
                      <a:pt x="12" y="10"/>
                      <a:pt x="12" y="11"/>
                    </a:cubicBezTo>
                    <a:cubicBezTo>
                      <a:pt x="12" y="12"/>
                      <a:pt x="12" y="13"/>
                      <a:pt x="12" y="13"/>
                    </a:cubicBezTo>
                    <a:cubicBezTo>
                      <a:pt x="11" y="14"/>
                      <a:pt x="10" y="14"/>
                      <a:pt x="9" y="15"/>
                    </a:cubicBezTo>
                    <a:cubicBezTo>
                      <a:pt x="8" y="15"/>
                      <a:pt x="7" y="15"/>
                      <a:pt x="6" y="14"/>
                    </a:cubicBezTo>
                    <a:cubicBezTo>
                      <a:pt x="6" y="14"/>
                      <a:pt x="5" y="15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4" y="13"/>
                      <a:pt x="4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0" name="Freeform 2352">
                <a:extLst>
                  <a:ext uri="{FF2B5EF4-FFF2-40B4-BE49-F238E27FC236}">
                    <a16:creationId xmlns:a16="http://schemas.microsoft.com/office/drawing/2014/main" id="{2DD84768-A856-4C38-892E-A89F186B5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1606"/>
                <a:ext cx="5" cy="3"/>
              </a:xfrm>
              <a:custGeom>
                <a:avLst/>
                <a:gdLst>
                  <a:gd name="T0" fmla="*/ 2 w 13"/>
                  <a:gd name="T1" fmla="*/ 7 h 8"/>
                  <a:gd name="T2" fmla="*/ 0 w 13"/>
                  <a:gd name="T3" fmla="*/ 2 h 8"/>
                  <a:gd name="T4" fmla="*/ 4 w 13"/>
                  <a:gd name="T5" fmla="*/ 1 h 8"/>
                  <a:gd name="T6" fmla="*/ 10 w 13"/>
                  <a:gd name="T7" fmla="*/ 1 h 8"/>
                  <a:gd name="T8" fmla="*/ 12 w 13"/>
                  <a:gd name="T9" fmla="*/ 4 h 8"/>
                  <a:gd name="T10" fmla="*/ 11 w 13"/>
                  <a:gd name="T11" fmla="*/ 6 h 8"/>
                  <a:gd name="T12" fmla="*/ 8 w 13"/>
                  <a:gd name="T13" fmla="*/ 7 h 8"/>
                  <a:gd name="T14" fmla="*/ 7 w 13"/>
                  <a:gd name="T15" fmla="*/ 7 h 8"/>
                  <a:gd name="T16" fmla="*/ 5 w 13"/>
                  <a:gd name="T17" fmla="*/ 7 h 8"/>
                  <a:gd name="T18" fmla="*/ 2 w 13"/>
                  <a:gd name="T1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2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8" y="1"/>
                      <a:pt x="10" y="1"/>
                    </a:cubicBezTo>
                    <a:cubicBezTo>
                      <a:pt x="12" y="1"/>
                      <a:pt x="13" y="2"/>
                      <a:pt x="12" y="4"/>
                    </a:cubicBezTo>
                    <a:cubicBezTo>
                      <a:pt x="12" y="5"/>
                      <a:pt x="12" y="6"/>
                      <a:pt x="11" y="6"/>
                    </a:cubicBezTo>
                    <a:cubicBezTo>
                      <a:pt x="10" y="7"/>
                      <a:pt x="9" y="6"/>
                      <a:pt x="8" y="7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4" y="8"/>
                      <a:pt x="3" y="7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1" name="Freeform 2353">
                <a:extLst>
                  <a:ext uri="{FF2B5EF4-FFF2-40B4-BE49-F238E27FC236}">
                    <a16:creationId xmlns:a16="http://schemas.microsoft.com/office/drawing/2014/main" id="{C2690F12-42A2-4A07-8B01-9C065153A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621"/>
                <a:ext cx="2" cy="2"/>
              </a:xfrm>
              <a:custGeom>
                <a:avLst/>
                <a:gdLst>
                  <a:gd name="T0" fmla="*/ 0 w 5"/>
                  <a:gd name="T1" fmla="*/ 3 h 5"/>
                  <a:gd name="T2" fmla="*/ 1 w 5"/>
                  <a:gd name="T3" fmla="*/ 1 h 5"/>
                  <a:gd name="T4" fmla="*/ 3 w 5"/>
                  <a:gd name="T5" fmla="*/ 1 h 5"/>
                  <a:gd name="T6" fmla="*/ 4 w 5"/>
                  <a:gd name="T7" fmla="*/ 1 h 5"/>
                  <a:gd name="T8" fmla="*/ 5 w 5"/>
                  <a:gd name="T9" fmla="*/ 2 h 5"/>
                  <a:gd name="T10" fmla="*/ 5 w 5"/>
                  <a:gd name="T11" fmla="*/ 4 h 5"/>
                  <a:gd name="T12" fmla="*/ 3 w 5"/>
                  <a:gd name="T13" fmla="*/ 4 h 5"/>
                  <a:gd name="T14" fmla="*/ 2 w 5"/>
                  <a:gd name="T15" fmla="*/ 4 h 5"/>
                  <a:gd name="T16" fmla="*/ 0 w 5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5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2" name="Freeform 2354">
                <a:extLst>
                  <a:ext uri="{FF2B5EF4-FFF2-40B4-BE49-F238E27FC236}">
                    <a16:creationId xmlns:a16="http://schemas.microsoft.com/office/drawing/2014/main" id="{04F29A11-6B50-4D5E-95A2-5D929F303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613"/>
                <a:ext cx="3" cy="4"/>
              </a:xfrm>
              <a:custGeom>
                <a:avLst/>
                <a:gdLst>
                  <a:gd name="T0" fmla="*/ 0 w 6"/>
                  <a:gd name="T1" fmla="*/ 2 h 11"/>
                  <a:gd name="T2" fmla="*/ 1 w 6"/>
                  <a:gd name="T3" fmla="*/ 1 h 11"/>
                  <a:gd name="T4" fmla="*/ 3 w 6"/>
                  <a:gd name="T5" fmla="*/ 1 h 11"/>
                  <a:gd name="T6" fmla="*/ 5 w 6"/>
                  <a:gd name="T7" fmla="*/ 5 h 11"/>
                  <a:gd name="T8" fmla="*/ 5 w 6"/>
                  <a:gd name="T9" fmla="*/ 6 h 11"/>
                  <a:gd name="T10" fmla="*/ 6 w 6"/>
                  <a:gd name="T11" fmla="*/ 8 h 11"/>
                  <a:gd name="T12" fmla="*/ 6 w 6"/>
                  <a:gd name="T13" fmla="*/ 10 h 11"/>
                  <a:gd name="T14" fmla="*/ 5 w 6"/>
                  <a:gd name="T15" fmla="*/ 11 h 11"/>
                  <a:gd name="T16" fmla="*/ 4 w 6"/>
                  <a:gd name="T17" fmla="*/ 11 h 11"/>
                  <a:gd name="T18" fmla="*/ 4 w 6"/>
                  <a:gd name="T19" fmla="*/ 11 h 11"/>
                  <a:gd name="T20" fmla="*/ 3 w 6"/>
                  <a:gd name="T21" fmla="*/ 11 h 11"/>
                  <a:gd name="T22" fmla="*/ 1 w 6"/>
                  <a:gd name="T23" fmla="*/ 10 h 11"/>
                  <a:gd name="T24" fmla="*/ 1 w 6"/>
                  <a:gd name="T25" fmla="*/ 7 h 11"/>
                  <a:gd name="T26" fmla="*/ 0 w 6"/>
                  <a:gd name="T27" fmla="*/ 5 h 11"/>
                  <a:gd name="T28" fmla="*/ 0 w 6"/>
                  <a:gd name="T29" fmla="*/ 3 h 11"/>
                  <a:gd name="T30" fmla="*/ 0 w 6"/>
                  <a:gd name="T3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1">
                    <a:moveTo>
                      <a:pt x="0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4" y="2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7"/>
                      <a:pt x="6" y="7"/>
                      <a:pt x="6" y="8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6" y="10"/>
                      <a:pt x="5" y="11"/>
                      <a:pt x="5" y="11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6"/>
                      <a:pt x="0" y="6"/>
                      <a:pt x="0" y="5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3" name="Freeform 2355">
                <a:extLst>
                  <a:ext uri="{FF2B5EF4-FFF2-40B4-BE49-F238E27FC236}">
                    <a16:creationId xmlns:a16="http://schemas.microsoft.com/office/drawing/2014/main" id="{786C714C-64AF-43A5-8A02-7BBD9D307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608"/>
                <a:ext cx="6" cy="7"/>
              </a:xfrm>
              <a:custGeom>
                <a:avLst/>
                <a:gdLst>
                  <a:gd name="T0" fmla="*/ 3 w 16"/>
                  <a:gd name="T1" fmla="*/ 11 h 18"/>
                  <a:gd name="T2" fmla="*/ 1 w 16"/>
                  <a:gd name="T3" fmla="*/ 10 h 18"/>
                  <a:gd name="T4" fmla="*/ 0 w 16"/>
                  <a:gd name="T5" fmla="*/ 9 h 18"/>
                  <a:gd name="T6" fmla="*/ 0 w 16"/>
                  <a:gd name="T7" fmla="*/ 6 h 18"/>
                  <a:gd name="T8" fmla="*/ 2 w 16"/>
                  <a:gd name="T9" fmla="*/ 2 h 18"/>
                  <a:gd name="T10" fmla="*/ 3 w 16"/>
                  <a:gd name="T11" fmla="*/ 0 h 18"/>
                  <a:gd name="T12" fmla="*/ 5 w 16"/>
                  <a:gd name="T13" fmla="*/ 1 h 18"/>
                  <a:gd name="T14" fmla="*/ 9 w 16"/>
                  <a:gd name="T15" fmla="*/ 2 h 18"/>
                  <a:gd name="T16" fmla="*/ 12 w 16"/>
                  <a:gd name="T17" fmla="*/ 6 h 18"/>
                  <a:gd name="T18" fmla="*/ 13 w 16"/>
                  <a:gd name="T19" fmla="*/ 7 h 18"/>
                  <a:gd name="T20" fmla="*/ 15 w 16"/>
                  <a:gd name="T21" fmla="*/ 7 h 18"/>
                  <a:gd name="T22" fmla="*/ 16 w 16"/>
                  <a:gd name="T23" fmla="*/ 12 h 18"/>
                  <a:gd name="T24" fmla="*/ 14 w 16"/>
                  <a:gd name="T25" fmla="*/ 15 h 18"/>
                  <a:gd name="T26" fmla="*/ 12 w 16"/>
                  <a:gd name="T27" fmla="*/ 17 h 18"/>
                  <a:gd name="T28" fmla="*/ 8 w 16"/>
                  <a:gd name="T29" fmla="*/ 17 h 18"/>
                  <a:gd name="T30" fmla="*/ 4 w 16"/>
                  <a:gd name="T31" fmla="*/ 15 h 18"/>
                  <a:gd name="T32" fmla="*/ 4 w 16"/>
                  <a:gd name="T33" fmla="*/ 14 h 18"/>
                  <a:gd name="T34" fmla="*/ 4 w 16"/>
                  <a:gd name="T35" fmla="*/ 12 h 18"/>
                  <a:gd name="T36" fmla="*/ 3 w 16"/>
                  <a:gd name="T37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18">
                    <a:moveTo>
                      <a:pt x="3" y="11"/>
                    </a:moveTo>
                    <a:cubicBezTo>
                      <a:pt x="2" y="12"/>
                      <a:pt x="2" y="11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4" y="0"/>
                      <a:pt x="4" y="1"/>
                      <a:pt x="5" y="1"/>
                    </a:cubicBezTo>
                    <a:cubicBezTo>
                      <a:pt x="6" y="1"/>
                      <a:pt x="8" y="1"/>
                      <a:pt x="9" y="2"/>
                    </a:cubicBezTo>
                    <a:cubicBezTo>
                      <a:pt x="10" y="3"/>
                      <a:pt x="10" y="5"/>
                      <a:pt x="12" y="6"/>
                    </a:cubicBezTo>
                    <a:cubicBezTo>
                      <a:pt x="12" y="6"/>
                      <a:pt x="13" y="7"/>
                      <a:pt x="13" y="7"/>
                    </a:cubicBezTo>
                    <a:cubicBezTo>
                      <a:pt x="14" y="7"/>
                      <a:pt x="14" y="7"/>
                      <a:pt x="15" y="7"/>
                    </a:cubicBezTo>
                    <a:cubicBezTo>
                      <a:pt x="16" y="9"/>
                      <a:pt x="16" y="11"/>
                      <a:pt x="16" y="12"/>
                    </a:cubicBezTo>
                    <a:cubicBezTo>
                      <a:pt x="16" y="14"/>
                      <a:pt x="15" y="15"/>
                      <a:pt x="14" y="15"/>
                    </a:cubicBezTo>
                    <a:cubicBezTo>
                      <a:pt x="13" y="16"/>
                      <a:pt x="12" y="17"/>
                      <a:pt x="12" y="17"/>
                    </a:cubicBezTo>
                    <a:cubicBezTo>
                      <a:pt x="11" y="18"/>
                      <a:pt x="9" y="17"/>
                      <a:pt x="8" y="17"/>
                    </a:cubicBezTo>
                    <a:cubicBezTo>
                      <a:pt x="7" y="17"/>
                      <a:pt x="5" y="16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4" y="13"/>
                      <a:pt x="4" y="12"/>
                    </a:cubicBezTo>
                    <a:cubicBezTo>
                      <a:pt x="4" y="11"/>
                      <a:pt x="4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4" name="Freeform 2356">
                <a:extLst>
                  <a:ext uri="{FF2B5EF4-FFF2-40B4-BE49-F238E27FC236}">
                    <a16:creationId xmlns:a16="http://schemas.microsoft.com/office/drawing/2014/main" id="{3B62DEE5-6BD0-4EF3-BC70-A161AC457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599"/>
                <a:ext cx="5" cy="6"/>
              </a:xfrm>
              <a:custGeom>
                <a:avLst/>
                <a:gdLst>
                  <a:gd name="T0" fmla="*/ 4 w 11"/>
                  <a:gd name="T1" fmla="*/ 14 h 14"/>
                  <a:gd name="T2" fmla="*/ 3 w 11"/>
                  <a:gd name="T3" fmla="*/ 14 h 14"/>
                  <a:gd name="T4" fmla="*/ 1 w 11"/>
                  <a:gd name="T5" fmla="*/ 12 h 14"/>
                  <a:gd name="T6" fmla="*/ 1 w 11"/>
                  <a:gd name="T7" fmla="*/ 7 h 14"/>
                  <a:gd name="T8" fmla="*/ 1 w 11"/>
                  <a:gd name="T9" fmla="*/ 5 h 14"/>
                  <a:gd name="T10" fmla="*/ 2 w 11"/>
                  <a:gd name="T11" fmla="*/ 3 h 14"/>
                  <a:gd name="T12" fmla="*/ 4 w 11"/>
                  <a:gd name="T13" fmla="*/ 0 h 14"/>
                  <a:gd name="T14" fmla="*/ 6 w 11"/>
                  <a:gd name="T15" fmla="*/ 0 h 14"/>
                  <a:gd name="T16" fmla="*/ 8 w 11"/>
                  <a:gd name="T17" fmla="*/ 0 h 14"/>
                  <a:gd name="T18" fmla="*/ 10 w 11"/>
                  <a:gd name="T19" fmla="*/ 1 h 14"/>
                  <a:gd name="T20" fmla="*/ 10 w 11"/>
                  <a:gd name="T21" fmla="*/ 4 h 14"/>
                  <a:gd name="T22" fmla="*/ 10 w 11"/>
                  <a:gd name="T23" fmla="*/ 7 h 14"/>
                  <a:gd name="T24" fmla="*/ 9 w 11"/>
                  <a:gd name="T25" fmla="*/ 9 h 14"/>
                  <a:gd name="T26" fmla="*/ 7 w 11"/>
                  <a:gd name="T27" fmla="*/ 9 h 14"/>
                  <a:gd name="T28" fmla="*/ 6 w 11"/>
                  <a:gd name="T29" fmla="*/ 12 h 14"/>
                  <a:gd name="T30" fmla="*/ 4 w 11"/>
                  <a:gd name="T3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4">
                    <a:moveTo>
                      <a:pt x="4" y="14"/>
                    </a:moveTo>
                    <a:cubicBezTo>
                      <a:pt x="4" y="14"/>
                      <a:pt x="4" y="14"/>
                      <a:pt x="3" y="14"/>
                    </a:cubicBezTo>
                    <a:cubicBezTo>
                      <a:pt x="3" y="14"/>
                      <a:pt x="1" y="13"/>
                      <a:pt x="1" y="12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1" y="2"/>
                      <a:pt x="10" y="3"/>
                      <a:pt x="10" y="4"/>
                    </a:cubicBezTo>
                    <a:cubicBezTo>
                      <a:pt x="10" y="5"/>
                      <a:pt x="11" y="6"/>
                      <a:pt x="10" y="7"/>
                    </a:cubicBezTo>
                    <a:cubicBezTo>
                      <a:pt x="10" y="8"/>
                      <a:pt x="10" y="8"/>
                      <a:pt x="9" y="9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10"/>
                      <a:pt x="6" y="11"/>
                      <a:pt x="6" y="12"/>
                    </a:cubicBezTo>
                    <a:cubicBezTo>
                      <a:pt x="5" y="13"/>
                      <a:pt x="5" y="13"/>
                      <a:pt x="4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5" name="Freeform 2357">
                <a:extLst>
                  <a:ext uri="{FF2B5EF4-FFF2-40B4-BE49-F238E27FC236}">
                    <a16:creationId xmlns:a16="http://schemas.microsoft.com/office/drawing/2014/main" id="{9ACB9AA0-FF53-4A72-A0EA-28F141483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600"/>
                <a:ext cx="4" cy="4"/>
              </a:xfrm>
              <a:custGeom>
                <a:avLst/>
                <a:gdLst>
                  <a:gd name="T0" fmla="*/ 9 w 9"/>
                  <a:gd name="T1" fmla="*/ 6 h 10"/>
                  <a:gd name="T2" fmla="*/ 9 w 9"/>
                  <a:gd name="T3" fmla="*/ 8 h 10"/>
                  <a:gd name="T4" fmla="*/ 9 w 9"/>
                  <a:gd name="T5" fmla="*/ 10 h 10"/>
                  <a:gd name="T6" fmla="*/ 7 w 9"/>
                  <a:gd name="T7" fmla="*/ 10 h 10"/>
                  <a:gd name="T8" fmla="*/ 5 w 9"/>
                  <a:gd name="T9" fmla="*/ 9 h 10"/>
                  <a:gd name="T10" fmla="*/ 3 w 9"/>
                  <a:gd name="T11" fmla="*/ 8 h 10"/>
                  <a:gd name="T12" fmla="*/ 2 w 9"/>
                  <a:gd name="T13" fmla="*/ 6 h 10"/>
                  <a:gd name="T14" fmla="*/ 1 w 9"/>
                  <a:gd name="T15" fmla="*/ 5 h 10"/>
                  <a:gd name="T16" fmla="*/ 1 w 9"/>
                  <a:gd name="T17" fmla="*/ 3 h 10"/>
                  <a:gd name="T18" fmla="*/ 1 w 9"/>
                  <a:gd name="T19" fmla="*/ 1 h 10"/>
                  <a:gd name="T20" fmla="*/ 3 w 9"/>
                  <a:gd name="T21" fmla="*/ 1 h 10"/>
                  <a:gd name="T22" fmla="*/ 5 w 9"/>
                  <a:gd name="T23" fmla="*/ 3 h 10"/>
                  <a:gd name="T24" fmla="*/ 7 w 9"/>
                  <a:gd name="T25" fmla="*/ 4 h 10"/>
                  <a:gd name="T26" fmla="*/ 9 w 9"/>
                  <a:gd name="T2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7"/>
                      <a:pt x="9" y="8"/>
                      <a:pt x="9" y="8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8" y="10"/>
                      <a:pt x="7" y="10"/>
                    </a:cubicBezTo>
                    <a:cubicBezTo>
                      <a:pt x="6" y="10"/>
                      <a:pt x="6" y="10"/>
                      <a:pt x="5" y="9"/>
                    </a:cubicBezTo>
                    <a:cubicBezTo>
                      <a:pt x="4" y="9"/>
                      <a:pt x="4" y="9"/>
                      <a:pt x="3" y="8"/>
                    </a:cubicBezTo>
                    <a:cubicBezTo>
                      <a:pt x="3" y="7"/>
                      <a:pt x="3" y="7"/>
                      <a:pt x="2" y="6"/>
                    </a:cubicBezTo>
                    <a:cubicBezTo>
                      <a:pt x="2" y="6"/>
                      <a:pt x="2" y="6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1"/>
                      <a:pt x="4" y="3"/>
                      <a:pt x="5" y="3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8" y="5"/>
                      <a:pt x="8" y="6"/>
                      <a:pt x="9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6" name="Freeform 2358">
                <a:extLst>
                  <a:ext uri="{FF2B5EF4-FFF2-40B4-BE49-F238E27FC236}">
                    <a16:creationId xmlns:a16="http://schemas.microsoft.com/office/drawing/2014/main" id="{91D2836A-792E-423F-B69C-4B98E4F5A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597"/>
                <a:ext cx="4" cy="5"/>
              </a:xfrm>
              <a:custGeom>
                <a:avLst/>
                <a:gdLst>
                  <a:gd name="T0" fmla="*/ 5 w 9"/>
                  <a:gd name="T1" fmla="*/ 0 h 10"/>
                  <a:gd name="T2" fmla="*/ 7 w 9"/>
                  <a:gd name="T3" fmla="*/ 0 h 10"/>
                  <a:gd name="T4" fmla="*/ 8 w 9"/>
                  <a:gd name="T5" fmla="*/ 2 h 10"/>
                  <a:gd name="T6" fmla="*/ 8 w 9"/>
                  <a:gd name="T7" fmla="*/ 6 h 10"/>
                  <a:gd name="T8" fmla="*/ 8 w 9"/>
                  <a:gd name="T9" fmla="*/ 8 h 10"/>
                  <a:gd name="T10" fmla="*/ 7 w 9"/>
                  <a:gd name="T11" fmla="*/ 9 h 10"/>
                  <a:gd name="T12" fmla="*/ 5 w 9"/>
                  <a:gd name="T13" fmla="*/ 8 h 10"/>
                  <a:gd name="T14" fmla="*/ 4 w 9"/>
                  <a:gd name="T15" fmla="*/ 6 h 10"/>
                  <a:gd name="T16" fmla="*/ 1 w 9"/>
                  <a:gd name="T17" fmla="*/ 2 h 10"/>
                  <a:gd name="T18" fmla="*/ 5 w 9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cubicBezTo>
                      <a:pt x="5" y="0"/>
                      <a:pt x="6" y="0"/>
                      <a:pt x="7" y="0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9" y="3"/>
                      <a:pt x="9" y="5"/>
                      <a:pt x="8" y="6"/>
                    </a:cubicBezTo>
                    <a:cubicBezTo>
                      <a:pt x="8" y="6"/>
                      <a:pt x="8" y="7"/>
                      <a:pt x="8" y="8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6" y="9"/>
                      <a:pt x="5" y="10"/>
                      <a:pt x="5" y="8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3" y="5"/>
                      <a:pt x="0" y="4"/>
                      <a:pt x="1" y="2"/>
                    </a:cubicBezTo>
                    <a:cubicBezTo>
                      <a:pt x="2" y="1"/>
                      <a:pt x="4" y="1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7" name="Freeform 2359">
                <a:extLst>
                  <a:ext uri="{FF2B5EF4-FFF2-40B4-BE49-F238E27FC236}">
                    <a16:creationId xmlns:a16="http://schemas.microsoft.com/office/drawing/2014/main" id="{ED151C91-B7CA-4897-A3B5-E3DBB4648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593"/>
                <a:ext cx="3" cy="3"/>
              </a:xfrm>
              <a:custGeom>
                <a:avLst/>
                <a:gdLst>
                  <a:gd name="T0" fmla="*/ 1 w 7"/>
                  <a:gd name="T1" fmla="*/ 0 h 8"/>
                  <a:gd name="T2" fmla="*/ 3 w 7"/>
                  <a:gd name="T3" fmla="*/ 0 h 8"/>
                  <a:gd name="T4" fmla="*/ 5 w 7"/>
                  <a:gd name="T5" fmla="*/ 1 h 8"/>
                  <a:gd name="T6" fmla="*/ 6 w 7"/>
                  <a:gd name="T7" fmla="*/ 5 h 8"/>
                  <a:gd name="T8" fmla="*/ 3 w 7"/>
                  <a:gd name="T9" fmla="*/ 7 h 8"/>
                  <a:gd name="T10" fmla="*/ 1 w 7"/>
                  <a:gd name="T11" fmla="*/ 7 h 8"/>
                  <a:gd name="T12" fmla="*/ 0 w 7"/>
                  <a:gd name="T13" fmla="*/ 4 h 8"/>
                  <a:gd name="T14" fmla="*/ 1 w 7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2" y="7"/>
                      <a:pt x="1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8" name="Freeform 2360">
                <a:extLst>
                  <a:ext uri="{FF2B5EF4-FFF2-40B4-BE49-F238E27FC236}">
                    <a16:creationId xmlns:a16="http://schemas.microsoft.com/office/drawing/2014/main" id="{45979AB8-20FA-4624-A409-1BA8C60ED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588"/>
                <a:ext cx="4" cy="2"/>
              </a:xfrm>
              <a:custGeom>
                <a:avLst/>
                <a:gdLst>
                  <a:gd name="T0" fmla="*/ 5 w 9"/>
                  <a:gd name="T1" fmla="*/ 0 h 5"/>
                  <a:gd name="T2" fmla="*/ 9 w 9"/>
                  <a:gd name="T3" fmla="*/ 2 h 5"/>
                  <a:gd name="T4" fmla="*/ 8 w 9"/>
                  <a:gd name="T5" fmla="*/ 4 h 5"/>
                  <a:gd name="T6" fmla="*/ 7 w 9"/>
                  <a:gd name="T7" fmla="*/ 5 h 5"/>
                  <a:gd name="T8" fmla="*/ 6 w 9"/>
                  <a:gd name="T9" fmla="*/ 5 h 5"/>
                  <a:gd name="T10" fmla="*/ 4 w 9"/>
                  <a:gd name="T11" fmla="*/ 4 h 5"/>
                  <a:gd name="T12" fmla="*/ 2 w 9"/>
                  <a:gd name="T13" fmla="*/ 4 h 5"/>
                  <a:gd name="T14" fmla="*/ 0 w 9"/>
                  <a:gd name="T15" fmla="*/ 2 h 5"/>
                  <a:gd name="T16" fmla="*/ 2 w 9"/>
                  <a:gd name="T17" fmla="*/ 1 h 5"/>
                  <a:gd name="T18" fmla="*/ 5 w 9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cubicBezTo>
                      <a:pt x="6" y="0"/>
                      <a:pt x="8" y="0"/>
                      <a:pt x="9" y="2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8" y="4"/>
                      <a:pt x="7" y="5"/>
                      <a:pt x="7" y="5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9" name="Freeform 2361">
                <a:extLst>
                  <a:ext uri="{FF2B5EF4-FFF2-40B4-BE49-F238E27FC236}">
                    <a16:creationId xmlns:a16="http://schemas.microsoft.com/office/drawing/2014/main" id="{75A4630C-0AF1-4C6F-BA68-3D671A3CD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584"/>
                <a:ext cx="3" cy="2"/>
              </a:xfrm>
              <a:custGeom>
                <a:avLst/>
                <a:gdLst>
                  <a:gd name="T0" fmla="*/ 2 w 8"/>
                  <a:gd name="T1" fmla="*/ 1 h 5"/>
                  <a:gd name="T2" fmla="*/ 4 w 8"/>
                  <a:gd name="T3" fmla="*/ 0 h 5"/>
                  <a:gd name="T4" fmla="*/ 8 w 8"/>
                  <a:gd name="T5" fmla="*/ 2 h 5"/>
                  <a:gd name="T6" fmla="*/ 7 w 8"/>
                  <a:gd name="T7" fmla="*/ 5 h 5"/>
                  <a:gd name="T8" fmla="*/ 5 w 8"/>
                  <a:gd name="T9" fmla="*/ 4 h 5"/>
                  <a:gd name="T10" fmla="*/ 3 w 8"/>
                  <a:gd name="T11" fmla="*/ 4 h 5"/>
                  <a:gd name="T12" fmla="*/ 1 w 8"/>
                  <a:gd name="T13" fmla="*/ 3 h 5"/>
                  <a:gd name="T14" fmla="*/ 1 w 8"/>
                  <a:gd name="T15" fmla="*/ 2 h 5"/>
                  <a:gd name="T16" fmla="*/ 2 w 8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2" y="1"/>
                    </a:moveTo>
                    <a:cubicBezTo>
                      <a:pt x="3" y="0"/>
                      <a:pt x="3" y="0"/>
                      <a:pt x="4" y="0"/>
                    </a:cubicBezTo>
                    <a:cubicBezTo>
                      <a:pt x="5" y="0"/>
                      <a:pt x="7" y="0"/>
                      <a:pt x="8" y="2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0" name="Freeform 2362">
                <a:extLst>
                  <a:ext uri="{FF2B5EF4-FFF2-40B4-BE49-F238E27FC236}">
                    <a16:creationId xmlns:a16="http://schemas.microsoft.com/office/drawing/2014/main" id="{64ACBFBE-F3A6-467F-9B9F-B45CD42C1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580"/>
                <a:ext cx="3" cy="2"/>
              </a:xfrm>
              <a:custGeom>
                <a:avLst/>
                <a:gdLst>
                  <a:gd name="T0" fmla="*/ 1 w 9"/>
                  <a:gd name="T1" fmla="*/ 3 h 5"/>
                  <a:gd name="T2" fmla="*/ 0 w 9"/>
                  <a:gd name="T3" fmla="*/ 2 h 5"/>
                  <a:gd name="T4" fmla="*/ 2 w 9"/>
                  <a:gd name="T5" fmla="*/ 0 h 5"/>
                  <a:gd name="T6" fmla="*/ 5 w 9"/>
                  <a:gd name="T7" fmla="*/ 0 h 5"/>
                  <a:gd name="T8" fmla="*/ 8 w 9"/>
                  <a:gd name="T9" fmla="*/ 2 h 5"/>
                  <a:gd name="T10" fmla="*/ 7 w 9"/>
                  <a:gd name="T11" fmla="*/ 5 h 5"/>
                  <a:gd name="T12" fmla="*/ 6 w 9"/>
                  <a:gd name="T13" fmla="*/ 5 h 5"/>
                  <a:gd name="T14" fmla="*/ 4 w 9"/>
                  <a:gd name="T15" fmla="*/ 4 h 5"/>
                  <a:gd name="T16" fmla="*/ 2 w 9"/>
                  <a:gd name="T17" fmla="*/ 4 h 5"/>
                  <a:gd name="T18" fmla="*/ 1 w 9"/>
                  <a:gd name="T1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5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0"/>
                      <a:pt x="8" y="1"/>
                      <a:pt x="8" y="2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1" name="Freeform 2363">
                <a:extLst>
                  <a:ext uri="{FF2B5EF4-FFF2-40B4-BE49-F238E27FC236}">
                    <a16:creationId xmlns:a16="http://schemas.microsoft.com/office/drawing/2014/main" id="{2EC5B8C1-C9C1-412D-85FF-AD724C9A8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642"/>
                <a:ext cx="6" cy="4"/>
              </a:xfrm>
              <a:custGeom>
                <a:avLst/>
                <a:gdLst>
                  <a:gd name="T0" fmla="*/ 1 w 14"/>
                  <a:gd name="T1" fmla="*/ 2 h 10"/>
                  <a:gd name="T2" fmla="*/ 2 w 14"/>
                  <a:gd name="T3" fmla="*/ 1 h 10"/>
                  <a:gd name="T4" fmla="*/ 5 w 14"/>
                  <a:gd name="T5" fmla="*/ 0 h 10"/>
                  <a:gd name="T6" fmla="*/ 10 w 14"/>
                  <a:gd name="T7" fmla="*/ 0 h 10"/>
                  <a:gd name="T8" fmla="*/ 13 w 14"/>
                  <a:gd name="T9" fmla="*/ 1 h 10"/>
                  <a:gd name="T10" fmla="*/ 14 w 14"/>
                  <a:gd name="T11" fmla="*/ 5 h 10"/>
                  <a:gd name="T12" fmla="*/ 14 w 14"/>
                  <a:gd name="T13" fmla="*/ 9 h 10"/>
                  <a:gd name="T14" fmla="*/ 13 w 14"/>
                  <a:gd name="T15" fmla="*/ 10 h 10"/>
                  <a:gd name="T16" fmla="*/ 11 w 14"/>
                  <a:gd name="T17" fmla="*/ 10 h 10"/>
                  <a:gd name="T18" fmla="*/ 9 w 14"/>
                  <a:gd name="T19" fmla="*/ 10 h 10"/>
                  <a:gd name="T20" fmla="*/ 6 w 14"/>
                  <a:gd name="T21" fmla="*/ 9 h 10"/>
                  <a:gd name="T22" fmla="*/ 4 w 14"/>
                  <a:gd name="T23" fmla="*/ 7 h 10"/>
                  <a:gd name="T24" fmla="*/ 4 w 14"/>
                  <a:gd name="T25" fmla="*/ 5 h 10"/>
                  <a:gd name="T26" fmla="*/ 1 w 14"/>
                  <a:gd name="T27" fmla="*/ 4 h 10"/>
                  <a:gd name="T28" fmla="*/ 1 w 14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0">
                    <a:moveTo>
                      <a:pt x="1" y="2"/>
                    </a:move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0"/>
                      <a:pt x="8" y="0"/>
                      <a:pt x="10" y="0"/>
                    </a:cubicBezTo>
                    <a:cubicBezTo>
                      <a:pt x="11" y="0"/>
                      <a:pt x="12" y="0"/>
                      <a:pt x="13" y="1"/>
                    </a:cubicBezTo>
                    <a:cubicBezTo>
                      <a:pt x="14" y="2"/>
                      <a:pt x="14" y="3"/>
                      <a:pt x="14" y="5"/>
                    </a:cubicBezTo>
                    <a:cubicBezTo>
                      <a:pt x="14" y="6"/>
                      <a:pt x="14" y="7"/>
                      <a:pt x="14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2" y="10"/>
                      <a:pt x="12" y="10"/>
                      <a:pt x="11" y="10"/>
                    </a:cubicBezTo>
                    <a:cubicBezTo>
                      <a:pt x="11" y="10"/>
                      <a:pt x="10" y="10"/>
                      <a:pt x="9" y="10"/>
                    </a:cubicBezTo>
                    <a:cubicBezTo>
                      <a:pt x="8" y="10"/>
                      <a:pt x="7" y="9"/>
                      <a:pt x="6" y="9"/>
                    </a:cubicBezTo>
                    <a:cubicBezTo>
                      <a:pt x="5" y="8"/>
                      <a:pt x="4" y="8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2" name="Freeform 2364">
                <a:extLst>
                  <a:ext uri="{FF2B5EF4-FFF2-40B4-BE49-F238E27FC236}">
                    <a16:creationId xmlns:a16="http://schemas.microsoft.com/office/drawing/2014/main" id="{3C878B40-7569-4DE8-9D6C-DBEEDE5AA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643"/>
                <a:ext cx="4" cy="6"/>
              </a:xfrm>
              <a:custGeom>
                <a:avLst/>
                <a:gdLst>
                  <a:gd name="T0" fmla="*/ 3 w 9"/>
                  <a:gd name="T1" fmla="*/ 0 h 14"/>
                  <a:gd name="T2" fmla="*/ 1 w 9"/>
                  <a:gd name="T3" fmla="*/ 1 h 14"/>
                  <a:gd name="T4" fmla="*/ 1 w 9"/>
                  <a:gd name="T5" fmla="*/ 3 h 14"/>
                  <a:gd name="T6" fmla="*/ 0 w 9"/>
                  <a:gd name="T7" fmla="*/ 7 h 14"/>
                  <a:gd name="T8" fmla="*/ 1 w 9"/>
                  <a:gd name="T9" fmla="*/ 9 h 14"/>
                  <a:gd name="T10" fmla="*/ 4 w 9"/>
                  <a:gd name="T11" fmla="*/ 10 h 14"/>
                  <a:gd name="T12" fmla="*/ 5 w 9"/>
                  <a:gd name="T13" fmla="*/ 13 h 14"/>
                  <a:gd name="T14" fmla="*/ 7 w 9"/>
                  <a:gd name="T15" fmla="*/ 14 h 14"/>
                  <a:gd name="T16" fmla="*/ 8 w 9"/>
                  <a:gd name="T17" fmla="*/ 13 h 14"/>
                  <a:gd name="T18" fmla="*/ 9 w 9"/>
                  <a:gd name="T19" fmla="*/ 11 h 14"/>
                  <a:gd name="T20" fmla="*/ 9 w 9"/>
                  <a:gd name="T21" fmla="*/ 10 h 14"/>
                  <a:gd name="T22" fmla="*/ 9 w 9"/>
                  <a:gd name="T23" fmla="*/ 8 h 14"/>
                  <a:gd name="T24" fmla="*/ 7 w 9"/>
                  <a:gd name="T25" fmla="*/ 6 h 14"/>
                  <a:gd name="T26" fmla="*/ 5 w 9"/>
                  <a:gd name="T27" fmla="*/ 4 h 14"/>
                  <a:gd name="T28" fmla="*/ 4 w 9"/>
                  <a:gd name="T29" fmla="*/ 3 h 14"/>
                  <a:gd name="T30" fmla="*/ 4 w 9"/>
                  <a:gd name="T31" fmla="*/ 3 h 14"/>
                  <a:gd name="T32" fmla="*/ 4 w 9"/>
                  <a:gd name="T33" fmla="*/ 2 h 14"/>
                  <a:gd name="T34" fmla="*/ 4 w 9"/>
                  <a:gd name="T35" fmla="*/ 1 h 14"/>
                  <a:gd name="T36" fmla="*/ 3 w 9"/>
                  <a:gd name="T3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14">
                    <a:moveTo>
                      <a:pt x="3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2" y="9"/>
                      <a:pt x="4" y="9"/>
                      <a:pt x="4" y="10"/>
                    </a:cubicBezTo>
                    <a:cubicBezTo>
                      <a:pt x="5" y="11"/>
                      <a:pt x="4" y="12"/>
                      <a:pt x="5" y="13"/>
                    </a:cubicBezTo>
                    <a:cubicBezTo>
                      <a:pt x="5" y="14"/>
                      <a:pt x="6" y="14"/>
                      <a:pt x="7" y="14"/>
                    </a:cubicBezTo>
                    <a:cubicBezTo>
                      <a:pt x="7" y="14"/>
                      <a:pt x="8" y="14"/>
                      <a:pt x="8" y="13"/>
                    </a:cubicBezTo>
                    <a:cubicBezTo>
                      <a:pt x="9" y="13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9" y="10"/>
                      <a:pt x="9" y="9"/>
                      <a:pt x="9" y="8"/>
                    </a:cubicBezTo>
                    <a:cubicBezTo>
                      <a:pt x="8" y="7"/>
                      <a:pt x="8" y="6"/>
                      <a:pt x="7" y="6"/>
                    </a:cubicBezTo>
                    <a:cubicBezTo>
                      <a:pt x="6" y="5"/>
                      <a:pt x="6" y="5"/>
                      <a:pt x="5" y="4"/>
                    </a:cubicBezTo>
                    <a:cubicBezTo>
                      <a:pt x="5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3" name="Freeform 2365">
                <a:extLst>
                  <a:ext uri="{FF2B5EF4-FFF2-40B4-BE49-F238E27FC236}">
                    <a16:creationId xmlns:a16="http://schemas.microsoft.com/office/drawing/2014/main" id="{53CD503F-6DE3-4A81-B3DE-488AC1918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454"/>
                <a:ext cx="13" cy="10"/>
              </a:xfrm>
              <a:custGeom>
                <a:avLst/>
                <a:gdLst>
                  <a:gd name="T0" fmla="*/ 5 w 33"/>
                  <a:gd name="T1" fmla="*/ 14 h 24"/>
                  <a:gd name="T2" fmla="*/ 4 w 33"/>
                  <a:gd name="T3" fmla="*/ 9 h 24"/>
                  <a:gd name="T4" fmla="*/ 0 w 33"/>
                  <a:gd name="T5" fmla="*/ 4 h 24"/>
                  <a:gd name="T6" fmla="*/ 6 w 33"/>
                  <a:gd name="T7" fmla="*/ 0 h 24"/>
                  <a:gd name="T8" fmla="*/ 11 w 33"/>
                  <a:gd name="T9" fmla="*/ 2 h 24"/>
                  <a:gd name="T10" fmla="*/ 15 w 33"/>
                  <a:gd name="T11" fmla="*/ 4 h 24"/>
                  <a:gd name="T12" fmla="*/ 19 w 33"/>
                  <a:gd name="T13" fmla="*/ 6 h 24"/>
                  <a:gd name="T14" fmla="*/ 22 w 33"/>
                  <a:gd name="T15" fmla="*/ 6 h 24"/>
                  <a:gd name="T16" fmla="*/ 24 w 33"/>
                  <a:gd name="T17" fmla="*/ 5 h 24"/>
                  <a:gd name="T18" fmla="*/ 28 w 33"/>
                  <a:gd name="T19" fmla="*/ 4 h 24"/>
                  <a:gd name="T20" fmla="*/ 33 w 33"/>
                  <a:gd name="T21" fmla="*/ 7 h 24"/>
                  <a:gd name="T22" fmla="*/ 28 w 33"/>
                  <a:gd name="T23" fmla="*/ 11 h 24"/>
                  <a:gd name="T24" fmla="*/ 24 w 33"/>
                  <a:gd name="T25" fmla="*/ 13 h 24"/>
                  <a:gd name="T26" fmla="*/ 20 w 33"/>
                  <a:gd name="T27" fmla="*/ 16 h 24"/>
                  <a:gd name="T28" fmla="*/ 16 w 33"/>
                  <a:gd name="T29" fmla="*/ 21 h 24"/>
                  <a:gd name="T30" fmla="*/ 10 w 33"/>
                  <a:gd name="T31" fmla="*/ 23 h 24"/>
                  <a:gd name="T32" fmla="*/ 8 w 33"/>
                  <a:gd name="T33" fmla="*/ 19 h 24"/>
                  <a:gd name="T34" fmla="*/ 5 w 33"/>
                  <a:gd name="T35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24">
                    <a:moveTo>
                      <a:pt x="5" y="14"/>
                    </a:moveTo>
                    <a:cubicBezTo>
                      <a:pt x="5" y="12"/>
                      <a:pt x="5" y="10"/>
                      <a:pt x="4" y="9"/>
                    </a:cubicBezTo>
                    <a:cubicBezTo>
                      <a:pt x="3" y="7"/>
                      <a:pt x="0" y="6"/>
                      <a:pt x="0" y="4"/>
                    </a:cubicBezTo>
                    <a:cubicBezTo>
                      <a:pt x="0" y="0"/>
                      <a:pt x="3" y="0"/>
                      <a:pt x="6" y="0"/>
                    </a:cubicBezTo>
                    <a:cubicBezTo>
                      <a:pt x="8" y="1"/>
                      <a:pt x="9" y="1"/>
                      <a:pt x="11" y="2"/>
                    </a:cubicBezTo>
                    <a:cubicBezTo>
                      <a:pt x="12" y="3"/>
                      <a:pt x="14" y="3"/>
                      <a:pt x="15" y="4"/>
                    </a:cubicBezTo>
                    <a:cubicBezTo>
                      <a:pt x="17" y="5"/>
                      <a:pt x="18" y="5"/>
                      <a:pt x="19" y="6"/>
                    </a:cubicBezTo>
                    <a:cubicBezTo>
                      <a:pt x="20" y="6"/>
                      <a:pt x="21" y="6"/>
                      <a:pt x="22" y="6"/>
                    </a:cubicBezTo>
                    <a:cubicBezTo>
                      <a:pt x="23" y="6"/>
                      <a:pt x="23" y="5"/>
                      <a:pt x="24" y="5"/>
                    </a:cubicBezTo>
                    <a:cubicBezTo>
                      <a:pt x="25" y="4"/>
                      <a:pt x="27" y="4"/>
                      <a:pt x="28" y="4"/>
                    </a:cubicBezTo>
                    <a:cubicBezTo>
                      <a:pt x="30" y="4"/>
                      <a:pt x="33" y="5"/>
                      <a:pt x="33" y="7"/>
                    </a:cubicBezTo>
                    <a:cubicBezTo>
                      <a:pt x="33" y="10"/>
                      <a:pt x="30" y="10"/>
                      <a:pt x="28" y="11"/>
                    </a:cubicBezTo>
                    <a:cubicBezTo>
                      <a:pt x="27" y="11"/>
                      <a:pt x="26" y="12"/>
                      <a:pt x="24" y="13"/>
                    </a:cubicBezTo>
                    <a:cubicBezTo>
                      <a:pt x="23" y="14"/>
                      <a:pt x="21" y="14"/>
                      <a:pt x="20" y="16"/>
                    </a:cubicBezTo>
                    <a:cubicBezTo>
                      <a:pt x="18" y="17"/>
                      <a:pt x="18" y="19"/>
                      <a:pt x="16" y="21"/>
                    </a:cubicBezTo>
                    <a:cubicBezTo>
                      <a:pt x="15" y="23"/>
                      <a:pt x="12" y="24"/>
                      <a:pt x="10" y="23"/>
                    </a:cubicBezTo>
                    <a:cubicBezTo>
                      <a:pt x="9" y="22"/>
                      <a:pt x="8" y="20"/>
                      <a:pt x="8" y="19"/>
                    </a:cubicBezTo>
                    <a:cubicBezTo>
                      <a:pt x="7" y="17"/>
                      <a:pt x="5" y="15"/>
                      <a:pt x="5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4" name="Freeform 2366">
                <a:extLst>
                  <a:ext uri="{FF2B5EF4-FFF2-40B4-BE49-F238E27FC236}">
                    <a16:creationId xmlns:a16="http://schemas.microsoft.com/office/drawing/2014/main" id="{8E6368BB-FB00-4212-B80F-5B5D69821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077"/>
                <a:ext cx="22" cy="16"/>
              </a:xfrm>
              <a:custGeom>
                <a:avLst/>
                <a:gdLst>
                  <a:gd name="T0" fmla="*/ 19 w 54"/>
                  <a:gd name="T1" fmla="*/ 30 h 39"/>
                  <a:gd name="T2" fmla="*/ 14 w 54"/>
                  <a:gd name="T3" fmla="*/ 36 h 39"/>
                  <a:gd name="T4" fmla="*/ 7 w 54"/>
                  <a:gd name="T5" fmla="*/ 33 h 39"/>
                  <a:gd name="T6" fmla="*/ 3 w 54"/>
                  <a:gd name="T7" fmla="*/ 26 h 39"/>
                  <a:gd name="T8" fmla="*/ 0 w 54"/>
                  <a:gd name="T9" fmla="*/ 17 h 39"/>
                  <a:gd name="T10" fmla="*/ 2 w 54"/>
                  <a:gd name="T11" fmla="*/ 10 h 39"/>
                  <a:gd name="T12" fmla="*/ 21 w 54"/>
                  <a:gd name="T13" fmla="*/ 3 h 39"/>
                  <a:gd name="T14" fmla="*/ 27 w 54"/>
                  <a:gd name="T15" fmla="*/ 1 h 39"/>
                  <a:gd name="T16" fmla="*/ 36 w 54"/>
                  <a:gd name="T17" fmla="*/ 1 h 39"/>
                  <a:gd name="T18" fmla="*/ 45 w 54"/>
                  <a:gd name="T19" fmla="*/ 3 h 39"/>
                  <a:gd name="T20" fmla="*/ 52 w 54"/>
                  <a:gd name="T21" fmla="*/ 6 h 39"/>
                  <a:gd name="T22" fmla="*/ 51 w 54"/>
                  <a:gd name="T23" fmla="*/ 11 h 39"/>
                  <a:gd name="T24" fmla="*/ 41 w 54"/>
                  <a:gd name="T25" fmla="*/ 12 h 39"/>
                  <a:gd name="T26" fmla="*/ 34 w 54"/>
                  <a:gd name="T27" fmla="*/ 12 h 39"/>
                  <a:gd name="T28" fmla="*/ 31 w 54"/>
                  <a:gd name="T29" fmla="*/ 15 h 39"/>
                  <a:gd name="T30" fmla="*/ 35 w 54"/>
                  <a:gd name="T31" fmla="*/ 21 h 39"/>
                  <a:gd name="T32" fmla="*/ 36 w 54"/>
                  <a:gd name="T33" fmla="*/ 27 h 39"/>
                  <a:gd name="T34" fmla="*/ 31 w 54"/>
                  <a:gd name="T35" fmla="*/ 33 h 39"/>
                  <a:gd name="T36" fmla="*/ 28 w 54"/>
                  <a:gd name="T37" fmla="*/ 38 h 39"/>
                  <a:gd name="T38" fmla="*/ 26 w 54"/>
                  <a:gd name="T39" fmla="*/ 38 h 39"/>
                  <a:gd name="T40" fmla="*/ 25 w 54"/>
                  <a:gd name="T41" fmla="*/ 35 h 39"/>
                  <a:gd name="T42" fmla="*/ 25 w 54"/>
                  <a:gd name="T43" fmla="*/ 35 h 39"/>
                  <a:gd name="T44" fmla="*/ 25 w 54"/>
                  <a:gd name="T45" fmla="*/ 33 h 39"/>
                  <a:gd name="T46" fmla="*/ 25 w 54"/>
                  <a:gd name="T47" fmla="*/ 30 h 39"/>
                  <a:gd name="T48" fmla="*/ 26 w 54"/>
                  <a:gd name="T49" fmla="*/ 27 h 39"/>
                  <a:gd name="T50" fmla="*/ 25 w 54"/>
                  <a:gd name="T51" fmla="*/ 25 h 39"/>
                  <a:gd name="T52" fmla="*/ 23 w 54"/>
                  <a:gd name="T53" fmla="*/ 26 h 39"/>
                  <a:gd name="T54" fmla="*/ 19 w 54"/>
                  <a:gd name="T55" fmla="*/ 3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4" h="39">
                    <a:moveTo>
                      <a:pt x="19" y="30"/>
                    </a:moveTo>
                    <a:cubicBezTo>
                      <a:pt x="18" y="32"/>
                      <a:pt x="17" y="35"/>
                      <a:pt x="14" y="36"/>
                    </a:cubicBezTo>
                    <a:cubicBezTo>
                      <a:pt x="12" y="37"/>
                      <a:pt x="9" y="35"/>
                      <a:pt x="7" y="33"/>
                    </a:cubicBezTo>
                    <a:cubicBezTo>
                      <a:pt x="5" y="32"/>
                      <a:pt x="4" y="29"/>
                      <a:pt x="3" y="26"/>
                    </a:cubicBezTo>
                    <a:cubicBezTo>
                      <a:pt x="2" y="23"/>
                      <a:pt x="1" y="20"/>
                      <a:pt x="0" y="17"/>
                    </a:cubicBezTo>
                    <a:cubicBezTo>
                      <a:pt x="0" y="15"/>
                      <a:pt x="0" y="12"/>
                      <a:pt x="2" y="10"/>
                    </a:cubicBezTo>
                    <a:cubicBezTo>
                      <a:pt x="6" y="5"/>
                      <a:pt x="14" y="5"/>
                      <a:pt x="21" y="3"/>
                    </a:cubicBezTo>
                    <a:cubicBezTo>
                      <a:pt x="23" y="3"/>
                      <a:pt x="25" y="1"/>
                      <a:pt x="27" y="1"/>
                    </a:cubicBezTo>
                    <a:cubicBezTo>
                      <a:pt x="30" y="0"/>
                      <a:pt x="33" y="0"/>
                      <a:pt x="36" y="1"/>
                    </a:cubicBezTo>
                    <a:cubicBezTo>
                      <a:pt x="39" y="1"/>
                      <a:pt x="42" y="2"/>
                      <a:pt x="45" y="3"/>
                    </a:cubicBezTo>
                    <a:cubicBezTo>
                      <a:pt x="47" y="4"/>
                      <a:pt x="50" y="4"/>
                      <a:pt x="52" y="6"/>
                    </a:cubicBezTo>
                    <a:cubicBezTo>
                      <a:pt x="54" y="7"/>
                      <a:pt x="53" y="10"/>
                      <a:pt x="51" y="11"/>
                    </a:cubicBezTo>
                    <a:cubicBezTo>
                      <a:pt x="48" y="12"/>
                      <a:pt x="44" y="12"/>
                      <a:pt x="41" y="12"/>
                    </a:cubicBezTo>
                    <a:cubicBezTo>
                      <a:pt x="39" y="12"/>
                      <a:pt x="37" y="11"/>
                      <a:pt x="34" y="12"/>
                    </a:cubicBezTo>
                    <a:cubicBezTo>
                      <a:pt x="33" y="13"/>
                      <a:pt x="31" y="14"/>
                      <a:pt x="31" y="15"/>
                    </a:cubicBezTo>
                    <a:cubicBezTo>
                      <a:pt x="31" y="17"/>
                      <a:pt x="34" y="20"/>
                      <a:pt x="35" y="21"/>
                    </a:cubicBezTo>
                    <a:cubicBezTo>
                      <a:pt x="36" y="23"/>
                      <a:pt x="38" y="25"/>
                      <a:pt x="36" y="27"/>
                    </a:cubicBezTo>
                    <a:cubicBezTo>
                      <a:pt x="35" y="29"/>
                      <a:pt x="33" y="31"/>
                      <a:pt x="31" y="33"/>
                    </a:cubicBezTo>
                    <a:cubicBezTo>
                      <a:pt x="30" y="35"/>
                      <a:pt x="30" y="37"/>
                      <a:pt x="28" y="38"/>
                    </a:cubicBezTo>
                    <a:cubicBezTo>
                      <a:pt x="27" y="39"/>
                      <a:pt x="27" y="39"/>
                      <a:pt x="26" y="38"/>
                    </a:cubicBezTo>
                    <a:cubicBezTo>
                      <a:pt x="26" y="38"/>
                      <a:pt x="24" y="36"/>
                      <a:pt x="25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3"/>
                    </a:cubicBezTo>
                    <a:cubicBezTo>
                      <a:pt x="25" y="32"/>
                      <a:pt x="25" y="31"/>
                      <a:pt x="25" y="30"/>
                    </a:cubicBezTo>
                    <a:cubicBezTo>
                      <a:pt x="25" y="29"/>
                      <a:pt x="25" y="28"/>
                      <a:pt x="26" y="27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4" y="25"/>
                      <a:pt x="23" y="26"/>
                      <a:pt x="23" y="26"/>
                    </a:cubicBezTo>
                    <a:cubicBezTo>
                      <a:pt x="21" y="27"/>
                      <a:pt x="20" y="28"/>
                      <a:pt x="19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5" name="Freeform 2367">
                <a:extLst>
                  <a:ext uri="{FF2B5EF4-FFF2-40B4-BE49-F238E27FC236}">
                    <a16:creationId xmlns:a16="http://schemas.microsoft.com/office/drawing/2014/main" id="{CB86F897-3EF4-4836-8FA9-F872232B6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407"/>
                <a:ext cx="1" cy="3"/>
              </a:xfrm>
              <a:custGeom>
                <a:avLst/>
                <a:gdLst>
                  <a:gd name="T0" fmla="*/ 0 w 3"/>
                  <a:gd name="T1" fmla="*/ 7 h 7"/>
                  <a:gd name="T2" fmla="*/ 0 w 3"/>
                  <a:gd name="T3" fmla="*/ 4 h 7"/>
                  <a:gd name="T4" fmla="*/ 1 w 3"/>
                  <a:gd name="T5" fmla="*/ 1 h 7"/>
                  <a:gd name="T6" fmla="*/ 2 w 3"/>
                  <a:gd name="T7" fmla="*/ 1 h 7"/>
                  <a:gd name="T8" fmla="*/ 3 w 3"/>
                  <a:gd name="T9" fmla="*/ 1 h 7"/>
                  <a:gd name="T10" fmla="*/ 3 w 3"/>
                  <a:gd name="T11" fmla="*/ 6 h 7"/>
                  <a:gd name="T12" fmla="*/ 0 w 3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3"/>
                      <a:pt x="3" y="4"/>
                      <a:pt x="3" y="6"/>
                    </a:cubicBezTo>
                    <a:cubicBezTo>
                      <a:pt x="3" y="6"/>
                      <a:pt x="1" y="7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6" name="Freeform 2368">
                <a:extLst>
                  <a:ext uri="{FF2B5EF4-FFF2-40B4-BE49-F238E27FC236}">
                    <a16:creationId xmlns:a16="http://schemas.microsoft.com/office/drawing/2014/main" id="{6F8FFAD8-D81F-436D-A5A5-B3FCA63C7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380"/>
                <a:ext cx="3" cy="3"/>
              </a:xfrm>
              <a:custGeom>
                <a:avLst/>
                <a:gdLst>
                  <a:gd name="T0" fmla="*/ 0 w 6"/>
                  <a:gd name="T1" fmla="*/ 2 h 7"/>
                  <a:gd name="T2" fmla="*/ 3 w 6"/>
                  <a:gd name="T3" fmla="*/ 0 h 7"/>
                  <a:gd name="T4" fmla="*/ 5 w 6"/>
                  <a:gd name="T5" fmla="*/ 2 h 7"/>
                  <a:gd name="T6" fmla="*/ 5 w 6"/>
                  <a:gd name="T7" fmla="*/ 5 h 7"/>
                  <a:gd name="T8" fmla="*/ 1 w 6"/>
                  <a:gd name="T9" fmla="*/ 6 h 7"/>
                  <a:gd name="T10" fmla="*/ 0 w 6"/>
                  <a:gd name="T1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0" y="2"/>
                    </a:moveTo>
                    <a:cubicBezTo>
                      <a:pt x="1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5" y="2"/>
                    </a:cubicBezTo>
                    <a:cubicBezTo>
                      <a:pt x="5" y="3"/>
                      <a:pt x="5" y="5"/>
                      <a:pt x="5" y="5"/>
                    </a:cubicBezTo>
                    <a:cubicBezTo>
                      <a:pt x="4" y="6"/>
                      <a:pt x="2" y="7"/>
                      <a:pt x="1" y="6"/>
                    </a:cubicBezTo>
                    <a:cubicBezTo>
                      <a:pt x="0" y="6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7" name="Freeform 2369">
                <a:extLst>
                  <a:ext uri="{FF2B5EF4-FFF2-40B4-BE49-F238E27FC236}">
                    <a16:creationId xmlns:a16="http://schemas.microsoft.com/office/drawing/2014/main" id="{4CEED33C-5D01-40BC-BFEA-FF9C4D42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363"/>
                <a:ext cx="2" cy="6"/>
              </a:xfrm>
              <a:custGeom>
                <a:avLst/>
                <a:gdLst>
                  <a:gd name="T0" fmla="*/ 0 w 6"/>
                  <a:gd name="T1" fmla="*/ 7 h 13"/>
                  <a:gd name="T2" fmla="*/ 2 w 6"/>
                  <a:gd name="T3" fmla="*/ 1 h 13"/>
                  <a:gd name="T4" fmla="*/ 5 w 6"/>
                  <a:gd name="T5" fmla="*/ 2 h 13"/>
                  <a:gd name="T6" fmla="*/ 6 w 6"/>
                  <a:gd name="T7" fmla="*/ 4 h 13"/>
                  <a:gd name="T8" fmla="*/ 3 w 6"/>
                  <a:gd name="T9" fmla="*/ 12 h 13"/>
                  <a:gd name="T10" fmla="*/ 0 w 6"/>
                  <a:gd name="T1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3">
                    <a:moveTo>
                      <a:pt x="0" y="7"/>
                    </a:moveTo>
                    <a:cubicBezTo>
                      <a:pt x="0" y="5"/>
                      <a:pt x="0" y="3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5" y="6"/>
                      <a:pt x="6" y="12"/>
                      <a:pt x="3" y="12"/>
                    </a:cubicBezTo>
                    <a:cubicBezTo>
                      <a:pt x="0" y="13"/>
                      <a:pt x="0" y="9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8" name="Freeform 2370">
                <a:extLst>
                  <a:ext uri="{FF2B5EF4-FFF2-40B4-BE49-F238E27FC236}">
                    <a16:creationId xmlns:a16="http://schemas.microsoft.com/office/drawing/2014/main" id="{52A4382B-3BE9-46DE-9CAF-94BFDFBB9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344"/>
                <a:ext cx="1" cy="4"/>
              </a:xfrm>
              <a:custGeom>
                <a:avLst/>
                <a:gdLst>
                  <a:gd name="T0" fmla="*/ 1 w 4"/>
                  <a:gd name="T1" fmla="*/ 9 h 11"/>
                  <a:gd name="T2" fmla="*/ 0 w 4"/>
                  <a:gd name="T3" fmla="*/ 3 h 11"/>
                  <a:gd name="T4" fmla="*/ 1 w 4"/>
                  <a:gd name="T5" fmla="*/ 0 h 11"/>
                  <a:gd name="T6" fmla="*/ 4 w 4"/>
                  <a:gd name="T7" fmla="*/ 5 h 11"/>
                  <a:gd name="T8" fmla="*/ 4 w 4"/>
                  <a:gd name="T9" fmla="*/ 9 h 11"/>
                  <a:gd name="T10" fmla="*/ 1 w 4"/>
                  <a:gd name="T1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1">
                    <a:moveTo>
                      <a:pt x="1" y="9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4" y="1"/>
                      <a:pt x="4" y="4"/>
                      <a:pt x="4" y="5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3" y="11"/>
                      <a:pt x="1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9" name="Freeform 2371">
                <a:extLst>
                  <a:ext uri="{FF2B5EF4-FFF2-40B4-BE49-F238E27FC236}">
                    <a16:creationId xmlns:a16="http://schemas.microsoft.com/office/drawing/2014/main" id="{DDE95FF5-B7F5-4E29-9F76-AA16C1887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333"/>
                <a:ext cx="4" cy="3"/>
              </a:xfrm>
              <a:custGeom>
                <a:avLst/>
                <a:gdLst>
                  <a:gd name="T0" fmla="*/ 0 w 10"/>
                  <a:gd name="T1" fmla="*/ 6 h 9"/>
                  <a:gd name="T2" fmla="*/ 3 w 10"/>
                  <a:gd name="T3" fmla="*/ 1 h 9"/>
                  <a:gd name="T4" fmla="*/ 9 w 10"/>
                  <a:gd name="T5" fmla="*/ 2 h 9"/>
                  <a:gd name="T6" fmla="*/ 9 w 10"/>
                  <a:gd name="T7" fmla="*/ 6 h 9"/>
                  <a:gd name="T8" fmla="*/ 7 w 10"/>
                  <a:gd name="T9" fmla="*/ 7 h 9"/>
                  <a:gd name="T10" fmla="*/ 3 w 10"/>
                  <a:gd name="T11" fmla="*/ 9 h 9"/>
                  <a:gd name="T12" fmla="*/ 0 w 10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0" y="4"/>
                      <a:pt x="1" y="1"/>
                      <a:pt x="3" y="1"/>
                    </a:cubicBezTo>
                    <a:cubicBezTo>
                      <a:pt x="5" y="0"/>
                      <a:pt x="7" y="0"/>
                      <a:pt x="9" y="2"/>
                    </a:cubicBezTo>
                    <a:cubicBezTo>
                      <a:pt x="9" y="3"/>
                      <a:pt x="10" y="5"/>
                      <a:pt x="9" y="6"/>
                    </a:cubicBezTo>
                    <a:cubicBezTo>
                      <a:pt x="9" y="7"/>
                      <a:pt x="7" y="7"/>
                      <a:pt x="7" y="7"/>
                    </a:cubicBezTo>
                    <a:cubicBezTo>
                      <a:pt x="6" y="8"/>
                      <a:pt x="4" y="9"/>
                      <a:pt x="3" y="9"/>
                    </a:cubicBezTo>
                    <a:cubicBezTo>
                      <a:pt x="2" y="9"/>
                      <a:pt x="0" y="7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0" name="Freeform 2372">
                <a:extLst>
                  <a:ext uri="{FF2B5EF4-FFF2-40B4-BE49-F238E27FC236}">
                    <a16:creationId xmlns:a16="http://schemas.microsoft.com/office/drawing/2014/main" id="{D83AF7D9-D6E7-4233-9A74-0F82003ED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1327"/>
                <a:ext cx="3" cy="5"/>
              </a:xfrm>
              <a:custGeom>
                <a:avLst/>
                <a:gdLst>
                  <a:gd name="T0" fmla="*/ 3 w 9"/>
                  <a:gd name="T1" fmla="*/ 0 h 11"/>
                  <a:gd name="T2" fmla="*/ 5 w 9"/>
                  <a:gd name="T3" fmla="*/ 2 h 11"/>
                  <a:gd name="T4" fmla="*/ 6 w 9"/>
                  <a:gd name="T5" fmla="*/ 5 h 11"/>
                  <a:gd name="T6" fmla="*/ 8 w 9"/>
                  <a:gd name="T7" fmla="*/ 7 h 11"/>
                  <a:gd name="T8" fmla="*/ 8 w 9"/>
                  <a:gd name="T9" fmla="*/ 10 h 11"/>
                  <a:gd name="T10" fmla="*/ 4 w 9"/>
                  <a:gd name="T11" fmla="*/ 9 h 11"/>
                  <a:gd name="T12" fmla="*/ 2 w 9"/>
                  <a:gd name="T13" fmla="*/ 6 h 11"/>
                  <a:gd name="T14" fmla="*/ 0 w 9"/>
                  <a:gd name="T15" fmla="*/ 2 h 11"/>
                  <a:gd name="T16" fmla="*/ 3 w 9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3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5"/>
                      <a:pt x="7" y="6"/>
                      <a:pt x="8" y="7"/>
                    </a:cubicBezTo>
                    <a:cubicBezTo>
                      <a:pt x="8" y="7"/>
                      <a:pt x="9" y="9"/>
                      <a:pt x="8" y="10"/>
                    </a:cubicBezTo>
                    <a:cubicBezTo>
                      <a:pt x="7" y="11"/>
                      <a:pt x="5" y="9"/>
                      <a:pt x="4" y="9"/>
                    </a:cubicBezTo>
                    <a:cubicBezTo>
                      <a:pt x="3" y="8"/>
                      <a:pt x="3" y="7"/>
                      <a:pt x="2" y="6"/>
                    </a:cubicBezTo>
                    <a:cubicBezTo>
                      <a:pt x="2" y="5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1" name="Freeform 2373">
                <a:extLst>
                  <a:ext uri="{FF2B5EF4-FFF2-40B4-BE49-F238E27FC236}">
                    <a16:creationId xmlns:a16="http://schemas.microsoft.com/office/drawing/2014/main" id="{B349B6FF-9BD1-4EF2-AE36-9FBF64B65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319"/>
                <a:ext cx="5" cy="5"/>
              </a:xfrm>
              <a:custGeom>
                <a:avLst/>
                <a:gdLst>
                  <a:gd name="T0" fmla="*/ 3 w 14"/>
                  <a:gd name="T1" fmla="*/ 9 h 14"/>
                  <a:gd name="T2" fmla="*/ 4 w 14"/>
                  <a:gd name="T3" fmla="*/ 7 h 14"/>
                  <a:gd name="T4" fmla="*/ 3 w 14"/>
                  <a:gd name="T5" fmla="*/ 4 h 14"/>
                  <a:gd name="T6" fmla="*/ 8 w 14"/>
                  <a:gd name="T7" fmla="*/ 1 h 14"/>
                  <a:gd name="T8" fmla="*/ 12 w 14"/>
                  <a:gd name="T9" fmla="*/ 6 h 14"/>
                  <a:gd name="T10" fmla="*/ 14 w 14"/>
                  <a:gd name="T11" fmla="*/ 9 h 14"/>
                  <a:gd name="T12" fmla="*/ 7 w 14"/>
                  <a:gd name="T13" fmla="*/ 13 h 14"/>
                  <a:gd name="T14" fmla="*/ 3 w 14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4">
                    <a:moveTo>
                      <a:pt x="3" y="9"/>
                    </a:moveTo>
                    <a:cubicBezTo>
                      <a:pt x="4" y="8"/>
                      <a:pt x="5" y="8"/>
                      <a:pt x="4" y="7"/>
                    </a:cubicBezTo>
                    <a:cubicBezTo>
                      <a:pt x="4" y="6"/>
                      <a:pt x="3" y="5"/>
                      <a:pt x="3" y="4"/>
                    </a:cubicBezTo>
                    <a:cubicBezTo>
                      <a:pt x="3" y="2"/>
                      <a:pt x="6" y="0"/>
                      <a:pt x="8" y="1"/>
                    </a:cubicBezTo>
                    <a:cubicBezTo>
                      <a:pt x="11" y="1"/>
                      <a:pt x="10" y="5"/>
                      <a:pt x="12" y="6"/>
                    </a:cubicBezTo>
                    <a:cubicBezTo>
                      <a:pt x="13" y="7"/>
                      <a:pt x="14" y="7"/>
                      <a:pt x="14" y="9"/>
                    </a:cubicBezTo>
                    <a:cubicBezTo>
                      <a:pt x="14" y="12"/>
                      <a:pt x="10" y="13"/>
                      <a:pt x="7" y="13"/>
                    </a:cubicBezTo>
                    <a:cubicBezTo>
                      <a:pt x="5" y="14"/>
                      <a:pt x="0" y="12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2" name="Freeform 2374">
                <a:extLst>
                  <a:ext uri="{FF2B5EF4-FFF2-40B4-BE49-F238E27FC236}">
                    <a16:creationId xmlns:a16="http://schemas.microsoft.com/office/drawing/2014/main" id="{2E74BE86-AF0E-4104-82BE-F36EEBFAC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1285"/>
                <a:ext cx="20" cy="16"/>
              </a:xfrm>
              <a:custGeom>
                <a:avLst/>
                <a:gdLst>
                  <a:gd name="T0" fmla="*/ 30 w 48"/>
                  <a:gd name="T1" fmla="*/ 28 h 39"/>
                  <a:gd name="T2" fmla="*/ 33 w 48"/>
                  <a:gd name="T3" fmla="*/ 27 h 39"/>
                  <a:gd name="T4" fmla="*/ 36 w 48"/>
                  <a:gd name="T5" fmla="*/ 26 h 39"/>
                  <a:gd name="T6" fmla="*/ 40 w 48"/>
                  <a:gd name="T7" fmla="*/ 25 h 39"/>
                  <a:gd name="T8" fmla="*/ 44 w 48"/>
                  <a:gd name="T9" fmla="*/ 25 h 39"/>
                  <a:gd name="T10" fmla="*/ 46 w 48"/>
                  <a:gd name="T11" fmla="*/ 22 h 39"/>
                  <a:gd name="T12" fmla="*/ 47 w 48"/>
                  <a:gd name="T13" fmla="*/ 21 h 39"/>
                  <a:gd name="T14" fmla="*/ 48 w 48"/>
                  <a:gd name="T15" fmla="*/ 19 h 39"/>
                  <a:gd name="T16" fmla="*/ 46 w 48"/>
                  <a:gd name="T17" fmla="*/ 14 h 39"/>
                  <a:gd name="T18" fmla="*/ 45 w 48"/>
                  <a:gd name="T19" fmla="*/ 9 h 39"/>
                  <a:gd name="T20" fmla="*/ 37 w 48"/>
                  <a:gd name="T21" fmla="*/ 7 h 39"/>
                  <a:gd name="T22" fmla="*/ 35 w 48"/>
                  <a:gd name="T23" fmla="*/ 10 h 39"/>
                  <a:gd name="T24" fmla="*/ 32 w 48"/>
                  <a:gd name="T25" fmla="*/ 12 h 39"/>
                  <a:gd name="T26" fmla="*/ 30 w 48"/>
                  <a:gd name="T27" fmla="*/ 15 h 39"/>
                  <a:gd name="T28" fmla="*/ 30 w 48"/>
                  <a:gd name="T29" fmla="*/ 20 h 39"/>
                  <a:gd name="T30" fmla="*/ 28 w 48"/>
                  <a:gd name="T31" fmla="*/ 22 h 39"/>
                  <a:gd name="T32" fmla="*/ 25 w 48"/>
                  <a:gd name="T33" fmla="*/ 20 h 39"/>
                  <a:gd name="T34" fmla="*/ 21 w 48"/>
                  <a:gd name="T35" fmla="*/ 20 h 39"/>
                  <a:gd name="T36" fmla="*/ 16 w 48"/>
                  <a:gd name="T37" fmla="*/ 18 h 39"/>
                  <a:gd name="T38" fmla="*/ 17 w 48"/>
                  <a:gd name="T39" fmla="*/ 14 h 39"/>
                  <a:gd name="T40" fmla="*/ 21 w 48"/>
                  <a:gd name="T41" fmla="*/ 11 h 39"/>
                  <a:gd name="T42" fmla="*/ 22 w 48"/>
                  <a:gd name="T43" fmla="*/ 9 h 39"/>
                  <a:gd name="T44" fmla="*/ 23 w 48"/>
                  <a:gd name="T45" fmla="*/ 8 h 39"/>
                  <a:gd name="T46" fmla="*/ 22 w 48"/>
                  <a:gd name="T47" fmla="*/ 6 h 39"/>
                  <a:gd name="T48" fmla="*/ 18 w 48"/>
                  <a:gd name="T49" fmla="*/ 6 h 39"/>
                  <a:gd name="T50" fmla="*/ 16 w 48"/>
                  <a:gd name="T51" fmla="*/ 7 h 39"/>
                  <a:gd name="T52" fmla="*/ 14 w 48"/>
                  <a:gd name="T53" fmla="*/ 5 h 39"/>
                  <a:gd name="T54" fmla="*/ 15 w 48"/>
                  <a:gd name="T55" fmla="*/ 3 h 39"/>
                  <a:gd name="T56" fmla="*/ 16 w 48"/>
                  <a:gd name="T57" fmla="*/ 0 h 39"/>
                  <a:gd name="T58" fmla="*/ 12 w 48"/>
                  <a:gd name="T59" fmla="*/ 1 h 39"/>
                  <a:gd name="T60" fmla="*/ 11 w 48"/>
                  <a:gd name="T61" fmla="*/ 4 h 39"/>
                  <a:gd name="T62" fmla="*/ 4 w 48"/>
                  <a:gd name="T63" fmla="*/ 4 h 39"/>
                  <a:gd name="T64" fmla="*/ 1 w 48"/>
                  <a:gd name="T65" fmla="*/ 5 h 39"/>
                  <a:gd name="T66" fmla="*/ 3 w 48"/>
                  <a:gd name="T67" fmla="*/ 9 h 39"/>
                  <a:gd name="T68" fmla="*/ 7 w 48"/>
                  <a:gd name="T69" fmla="*/ 14 h 39"/>
                  <a:gd name="T70" fmla="*/ 7 w 48"/>
                  <a:gd name="T71" fmla="*/ 19 h 39"/>
                  <a:gd name="T72" fmla="*/ 11 w 48"/>
                  <a:gd name="T73" fmla="*/ 25 h 39"/>
                  <a:gd name="T74" fmla="*/ 11 w 48"/>
                  <a:gd name="T75" fmla="*/ 29 h 39"/>
                  <a:gd name="T76" fmla="*/ 14 w 48"/>
                  <a:gd name="T77" fmla="*/ 29 h 39"/>
                  <a:gd name="T78" fmla="*/ 17 w 48"/>
                  <a:gd name="T79" fmla="*/ 27 h 39"/>
                  <a:gd name="T80" fmla="*/ 20 w 48"/>
                  <a:gd name="T81" fmla="*/ 29 h 39"/>
                  <a:gd name="T82" fmla="*/ 23 w 48"/>
                  <a:gd name="T83" fmla="*/ 32 h 39"/>
                  <a:gd name="T84" fmla="*/ 24 w 48"/>
                  <a:gd name="T85" fmla="*/ 35 h 39"/>
                  <a:gd name="T86" fmla="*/ 28 w 48"/>
                  <a:gd name="T87" fmla="*/ 38 h 39"/>
                  <a:gd name="T88" fmla="*/ 31 w 48"/>
                  <a:gd name="T89" fmla="*/ 35 h 39"/>
                  <a:gd name="T90" fmla="*/ 34 w 48"/>
                  <a:gd name="T91" fmla="*/ 35 h 39"/>
                  <a:gd name="T92" fmla="*/ 34 w 48"/>
                  <a:gd name="T93" fmla="*/ 33 h 39"/>
                  <a:gd name="T94" fmla="*/ 32 w 48"/>
                  <a:gd name="T95" fmla="*/ 32 h 39"/>
                  <a:gd name="T96" fmla="*/ 30 w 48"/>
                  <a:gd name="T97" fmla="*/ 30 h 39"/>
                  <a:gd name="T98" fmla="*/ 30 w 48"/>
                  <a:gd name="T99" fmla="*/ 2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8" h="39">
                    <a:moveTo>
                      <a:pt x="30" y="28"/>
                    </a:moveTo>
                    <a:cubicBezTo>
                      <a:pt x="31" y="27"/>
                      <a:pt x="32" y="27"/>
                      <a:pt x="33" y="27"/>
                    </a:cubicBezTo>
                    <a:cubicBezTo>
                      <a:pt x="34" y="27"/>
                      <a:pt x="35" y="27"/>
                      <a:pt x="36" y="26"/>
                    </a:cubicBezTo>
                    <a:cubicBezTo>
                      <a:pt x="38" y="26"/>
                      <a:pt x="38" y="25"/>
                      <a:pt x="40" y="25"/>
                    </a:cubicBezTo>
                    <a:cubicBezTo>
                      <a:pt x="41" y="26"/>
                      <a:pt x="42" y="26"/>
                      <a:pt x="44" y="25"/>
                    </a:cubicBezTo>
                    <a:cubicBezTo>
                      <a:pt x="45" y="24"/>
                      <a:pt x="45" y="22"/>
                      <a:pt x="46" y="22"/>
                    </a:cubicBezTo>
                    <a:cubicBezTo>
                      <a:pt x="46" y="22"/>
                      <a:pt x="47" y="22"/>
                      <a:pt x="47" y="21"/>
                    </a:cubicBezTo>
                    <a:cubicBezTo>
                      <a:pt x="48" y="21"/>
                      <a:pt x="48" y="20"/>
                      <a:pt x="48" y="19"/>
                    </a:cubicBezTo>
                    <a:cubicBezTo>
                      <a:pt x="48" y="17"/>
                      <a:pt x="47" y="16"/>
                      <a:pt x="46" y="14"/>
                    </a:cubicBezTo>
                    <a:cubicBezTo>
                      <a:pt x="46" y="12"/>
                      <a:pt x="46" y="11"/>
                      <a:pt x="45" y="9"/>
                    </a:cubicBezTo>
                    <a:cubicBezTo>
                      <a:pt x="44" y="7"/>
                      <a:pt x="40" y="5"/>
                      <a:pt x="37" y="7"/>
                    </a:cubicBezTo>
                    <a:cubicBezTo>
                      <a:pt x="36" y="8"/>
                      <a:pt x="36" y="8"/>
                      <a:pt x="35" y="10"/>
                    </a:cubicBezTo>
                    <a:cubicBezTo>
                      <a:pt x="34" y="11"/>
                      <a:pt x="33" y="11"/>
                      <a:pt x="32" y="12"/>
                    </a:cubicBezTo>
                    <a:cubicBezTo>
                      <a:pt x="31" y="13"/>
                      <a:pt x="30" y="14"/>
                      <a:pt x="30" y="15"/>
                    </a:cubicBezTo>
                    <a:cubicBezTo>
                      <a:pt x="29" y="16"/>
                      <a:pt x="30" y="18"/>
                      <a:pt x="30" y="20"/>
                    </a:cubicBezTo>
                    <a:cubicBezTo>
                      <a:pt x="30" y="21"/>
                      <a:pt x="29" y="22"/>
                      <a:pt x="28" y="22"/>
                    </a:cubicBezTo>
                    <a:cubicBezTo>
                      <a:pt x="26" y="22"/>
                      <a:pt x="26" y="20"/>
                      <a:pt x="25" y="20"/>
                    </a:cubicBezTo>
                    <a:cubicBezTo>
                      <a:pt x="24" y="18"/>
                      <a:pt x="22" y="20"/>
                      <a:pt x="21" y="20"/>
                    </a:cubicBezTo>
                    <a:cubicBezTo>
                      <a:pt x="19" y="20"/>
                      <a:pt x="17" y="19"/>
                      <a:pt x="16" y="18"/>
                    </a:cubicBezTo>
                    <a:cubicBezTo>
                      <a:pt x="15" y="17"/>
                      <a:pt x="16" y="15"/>
                      <a:pt x="17" y="14"/>
                    </a:cubicBezTo>
                    <a:cubicBezTo>
                      <a:pt x="18" y="12"/>
                      <a:pt x="20" y="12"/>
                      <a:pt x="21" y="11"/>
                    </a:cubicBezTo>
                    <a:cubicBezTo>
                      <a:pt x="21" y="10"/>
                      <a:pt x="21" y="10"/>
                      <a:pt x="22" y="9"/>
                    </a:cubicBezTo>
                    <a:cubicBezTo>
                      <a:pt x="22" y="8"/>
                      <a:pt x="23" y="8"/>
                      <a:pt x="23" y="8"/>
                    </a:cubicBezTo>
                    <a:cubicBezTo>
                      <a:pt x="24" y="7"/>
                      <a:pt x="23" y="6"/>
                      <a:pt x="22" y="6"/>
                    </a:cubicBezTo>
                    <a:cubicBezTo>
                      <a:pt x="21" y="6"/>
                      <a:pt x="19" y="6"/>
                      <a:pt x="18" y="6"/>
                    </a:cubicBezTo>
                    <a:cubicBezTo>
                      <a:pt x="17" y="6"/>
                      <a:pt x="17" y="7"/>
                      <a:pt x="16" y="7"/>
                    </a:cubicBezTo>
                    <a:cubicBezTo>
                      <a:pt x="15" y="7"/>
                      <a:pt x="15" y="6"/>
                      <a:pt x="14" y="5"/>
                    </a:cubicBezTo>
                    <a:cubicBezTo>
                      <a:pt x="14" y="4"/>
                      <a:pt x="14" y="3"/>
                      <a:pt x="15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15" y="0"/>
                      <a:pt x="13" y="0"/>
                      <a:pt x="12" y="1"/>
                    </a:cubicBezTo>
                    <a:cubicBezTo>
                      <a:pt x="11" y="2"/>
                      <a:pt x="12" y="3"/>
                      <a:pt x="11" y="4"/>
                    </a:cubicBezTo>
                    <a:cubicBezTo>
                      <a:pt x="10" y="6"/>
                      <a:pt x="6" y="4"/>
                      <a:pt x="4" y="4"/>
                    </a:cubicBezTo>
                    <a:cubicBezTo>
                      <a:pt x="3" y="4"/>
                      <a:pt x="2" y="4"/>
                      <a:pt x="1" y="5"/>
                    </a:cubicBezTo>
                    <a:cubicBezTo>
                      <a:pt x="0" y="7"/>
                      <a:pt x="2" y="8"/>
                      <a:pt x="3" y="9"/>
                    </a:cubicBezTo>
                    <a:cubicBezTo>
                      <a:pt x="4" y="10"/>
                      <a:pt x="6" y="12"/>
                      <a:pt x="7" y="14"/>
                    </a:cubicBezTo>
                    <a:cubicBezTo>
                      <a:pt x="7" y="15"/>
                      <a:pt x="7" y="17"/>
                      <a:pt x="7" y="19"/>
                    </a:cubicBezTo>
                    <a:cubicBezTo>
                      <a:pt x="7" y="22"/>
                      <a:pt x="12" y="22"/>
                      <a:pt x="11" y="25"/>
                    </a:cubicBezTo>
                    <a:cubicBezTo>
                      <a:pt x="11" y="27"/>
                      <a:pt x="10" y="28"/>
                      <a:pt x="11" y="29"/>
                    </a:cubicBezTo>
                    <a:cubicBezTo>
                      <a:pt x="12" y="31"/>
                      <a:pt x="13" y="30"/>
                      <a:pt x="14" y="29"/>
                    </a:cubicBezTo>
                    <a:cubicBezTo>
                      <a:pt x="15" y="27"/>
                      <a:pt x="15" y="26"/>
                      <a:pt x="17" y="27"/>
                    </a:cubicBezTo>
                    <a:cubicBezTo>
                      <a:pt x="19" y="27"/>
                      <a:pt x="19" y="28"/>
                      <a:pt x="20" y="29"/>
                    </a:cubicBezTo>
                    <a:cubicBezTo>
                      <a:pt x="21" y="31"/>
                      <a:pt x="21" y="31"/>
                      <a:pt x="23" y="32"/>
                    </a:cubicBezTo>
                    <a:cubicBezTo>
                      <a:pt x="24" y="33"/>
                      <a:pt x="23" y="34"/>
                      <a:pt x="24" y="35"/>
                    </a:cubicBezTo>
                    <a:cubicBezTo>
                      <a:pt x="24" y="37"/>
                      <a:pt x="27" y="38"/>
                      <a:pt x="28" y="38"/>
                    </a:cubicBezTo>
                    <a:cubicBezTo>
                      <a:pt x="30" y="39"/>
                      <a:pt x="30" y="36"/>
                      <a:pt x="31" y="35"/>
                    </a:cubicBezTo>
                    <a:cubicBezTo>
                      <a:pt x="32" y="34"/>
                      <a:pt x="33" y="35"/>
                      <a:pt x="34" y="35"/>
                    </a:cubicBezTo>
                    <a:cubicBezTo>
                      <a:pt x="35" y="34"/>
                      <a:pt x="35" y="33"/>
                      <a:pt x="34" y="33"/>
                    </a:cubicBezTo>
                    <a:cubicBezTo>
                      <a:pt x="34" y="32"/>
                      <a:pt x="33" y="32"/>
                      <a:pt x="32" y="32"/>
                    </a:cubicBezTo>
                    <a:cubicBezTo>
                      <a:pt x="31" y="32"/>
                      <a:pt x="30" y="31"/>
                      <a:pt x="30" y="30"/>
                    </a:cubicBezTo>
                    <a:cubicBezTo>
                      <a:pt x="30" y="29"/>
                      <a:pt x="30" y="29"/>
                      <a:pt x="30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3" name="Freeform 2375">
                <a:extLst>
                  <a:ext uri="{FF2B5EF4-FFF2-40B4-BE49-F238E27FC236}">
                    <a16:creationId xmlns:a16="http://schemas.microsoft.com/office/drawing/2014/main" id="{3E777AA1-8392-4A5E-A350-2B4BDA72F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284"/>
                <a:ext cx="2" cy="2"/>
              </a:xfrm>
              <a:custGeom>
                <a:avLst/>
                <a:gdLst>
                  <a:gd name="T0" fmla="*/ 0 w 4"/>
                  <a:gd name="T1" fmla="*/ 3 h 6"/>
                  <a:gd name="T2" fmla="*/ 3 w 4"/>
                  <a:gd name="T3" fmla="*/ 1 h 6"/>
                  <a:gd name="T4" fmla="*/ 3 w 4"/>
                  <a:gd name="T5" fmla="*/ 3 h 6"/>
                  <a:gd name="T6" fmla="*/ 4 w 4"/>
                  <a:gd name="T7" fmla="*/ 6 h 6"/>
                  <a:gd name="T8" fmla="*/ 0 w 4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4" name="Freeform 2376">
                <a:extLst>
                  <a:ext uri="{FF2B5EF4-FFF2-40B4-BE49-F238E27FC236}">
                    <a16:creationId xmlns:a16="http://schemas.microsoft.com/office/drawing/2014/main" id="{E60FABCD-3AC6-42BF-B199-6C0B2C81B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280"/>
                <a:ext cx="3" cy="3"/>
              </a:xfrm>
              <a:custGeom>
                <a:avLst/>
                <a:gdLst>
                  <a:gd name="T0" fmla="*/ 6 w 7"/>
                  <a:gd name="T1" fmla="*/ 1 h 5"/>
                  <a:gd name="T2" fmla="*/ 2 w 7"/>
                  <a:gd name="T3" fmla="*/ 5 h 5"/>
                  <a:gd name="T4" fmla="*/ 2 w 7"/>
                  <a:gd name="T5" fmla="*/ 0 h 5"/>
                  <a:gd name="T6" fmla="*/ 6 w 7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6" y="1"/>
                    </a:moveTo>
                    <a:cubicBezTo>
                      <a:pt x="7" y="3"/>
                      <a:pt x="5" y="5"/>
                      <a:pt x="2" y="5"/>
                    </a:cubicBezTo>
                    <a:cubicBezTo>
                      <a:pt x="0" y="5"/>
                      <a:pt x="1" y="1"/>
                      <a:pt x="2" y="0"/>
                    </a:cubicBezTo>
                    <a:cubicBezTo>
                      <a:pt x="3" y="0"/>
                      <a:pt x="6" y="0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5" name="Freeform 2377">
                <a:extLst>
                  <a:ext uri="{FF2B5EF4-FFF2-40B4-BE49-F238E27FC236}">
                    <a16:creationId xmlns:a16="http://schemas.microsoft.com/office/drawing/2014/main" id="{6FA228DB-0F7B-4083-A015-A297EA164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275"/>
                <a:ext cx="3" cy="3"/>
              </a:xfrm>
              <a:custGeom>
                <a:avLst/>
                <a:gdLst>
                  <a:gd name="T0" fmla="*/ 6 w 8"/>
                  <a:gd name="T1" fmla="*/ 3 h 9"/>
                  <a:gd name="T2" fmla="*/ 1 w 8"/>
                  <a:gd name="T3" fmla="*/ 6 h 9"/>
                  <a:gd name="T4" fmla="*/ 6 w 8"/>
                  <a:gd name="T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3"/>
                    </a:moveTo>
                    <a:cubicBezTo>
                      <a:pt x="8" y="7"/>
                      <a:pt x="2" y="9"/>
                      <a:pt x="1" y="6"/>
                    </a:cubicBezTo>
                    <a:cubicBezTo>
                      <a:pt x="0" y="2"/>
                      <a:pt x="4" y="0"/>
                      <a:pt x="6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6" name="Freeform 2378">
                <a:extLst>
                  <a:ext uri="{FF2B5EF4-FFF2-40B4-BE49-F238E27FC236}">
                    <a16:creationId xmlns:a16="http://schemas.microsoft.com/office/drawing/2014/main" id="{FA7429A6-EA33-4A54-AE06-3AFF08C6F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277"/>
                <a:ext cx="7" cy="9"/>
              </a:xfrm>
              <a:custGeom>
                <a:avLst/>
                <a:gdLst>
                  <a:gd name="T0" fmla="*/ 8 w 18"/>
                  <a:gd name="T1" fmla="*/ 14 h 22"/>
                  <a:gd name="T2" fmla="*/ 8 w 18"/>
                  <a:gd name="T3" fmla="*/ 14 h 22"/>
                  <a:gd name="T4" fmla="*/ 7 w 18"/>
                  <a:gd name="T5" fmla="*/ 14 h 22"/>
                  <a:gd name="T6" fmla="*/ 6 w 18"/>
                  <a:gd name="T7" fmla="*/ 14 h 22"/>
                  <a:gd name="T8" fmla="*/ 6 w 18"/>
                  <a:gd name="T9" fmla="*/ 14 h 22"/>
                  <a:gd name="T10" fmla="*/ 5 w 18"/>
                  <a:gd name="T11" fmla="*/ 14 h 22"/>
                  <a:gd name="T12" fmla="*/ 3 w 18"/>
                  <a:gd name="T13" fmla="*/ 15 h 22"/>
                  <a:gd name="T14" fmla="*/ 2 w 18"/>
                  <a:gd name="T15" fmla="*/ 16 h 22"/>
                  <a:gd name="T16" fmla="*/ 0 w 18"/>
                  <a:gd name="T17" fmla="*/ 13 h 22"/>
                  <a:gd name="T18" fmla="*/ 1 w 18"/>
                  <a:gd name="T19" fmla="*/ 10 h 22"/>
                  <a:gd name="T20" fmla="*/ 1 w 18"/>
                  <a:gd name="T21" fmla="*/ 7 h 22"/>
                  <a:gd name="T22" fmla="*/ 3 w 18"/>
                  <a:gd name="T23" fmla="*/ 5 h 22"/>
                  <a:gd name="T24" fmla="*/ 6 w 18"/>
                  <a:gd name="T25" fmla="*/ 5 h 22"/>
                  <a:gd name="T26" fmla="*/ 7 w 18"/>
                  <a:gd name="T27" fmla="*/ 2 h 22"/>
                  <a:gd name="T28" fmla="*/ 9 w 18"/>
                  <a:gd name="T29" fmla="*/ 0 h 22"/>
                  <a:gd name="T30" fmla="*/ 12 w 18"/>
                  <a:gd name="T31" fmla="*/ 2 h 22"/>
                  <a:gd name="T32" fmla="*/ 15 w 18"/>
                  <a:gd name="T33" fmla="*/ 3 h 22"/>
                  <a:gd name="T34" fmla="*/ 14 w 18"/>
                  <a:gd name="T35" fmla="*/ 7 h 22"/>
                  <a:gd name="T36" fmla="*/ 16 w 18"/>
                  <a:gd name="T37" fmla="*/ 10 h 22"/>
                  <a:gd name="T38" fmla="*/ 17 w 18"/>
                  <a:gd name="T39" fmla="*/ 13 h 22"/>
                  <a:gd name="T40" fmla="*/ 16 w 18"/>
                  <a:gd name="T41" fmla="*/ 17 h 22"/>
                  <a:gd name="T42" fmla="*/ 18 w 18"/>
                  <a:gd name="T43" fmla="*/ 20 h 22"/>
                  <a:gd name="T44" fmla="*/ 15 w 18"/>
                  <a:gd name="T45" fmla="*/ 22 h 22"/>
                  <a:gd name="T46" fmla="*/ 10 w 18"/>
                  <a:gd name="T47" fmla="*/ 19 h 22"/>
                  <a:gd name="T48" fmla="*/ 9 w 18"/>
                  <a:gd name="T49" fmla="*/ 17 h 22"/>
                  <a:gd name="T50" fmla="*/ 8 w 18"/>
                  <a:gd name="T51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" h="22">
                    <a:moveTo>
                      <a:pt x="8" y="14"/>
                    </a:moveTo>
                    <a:cubicBezTo>
                      <a:pt x="7" y="13"/>
                      <a:pt x="8" y="14"/>
                      <a:pt x="8" y="14"/>
                    </a:cubicBezTo>
                    <a:cubicBezTo>
                      <a:pt x="7" y="14"/>
                      <a:pt x="8" y="14"/>
                      <a:pt x="7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4"/>
                      <a:pt x="5" y="14"/>
                    </a:cubicBezTo>
                    <a:cubicBezTo>
                      <a:pt x="4" y="14"/>
                      <a:pt x="4" y="14"/>
                      <a:pt x="3" y="15"/>
                    </a:cubicBezTo>
                    <a:cubicBezTo>
                      <a:pt x="3" y="15"/>
                      <a:pt x="3" y="17"/>
                      <a:pt x="2" y="16"/>
                    </a:cubicBezTo>
                    <a:cubicBezTo>
                      <a:pt x="1" y="16"/>
                      <a:pt x="0" y="14"/>
                      <a:pt x="0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9"/>
                      <a:pt x="0" y="8"/>
                      <a:pt x="1" y="7"/>
                    </a:cubicBezTo>
                    <a:cubicBezTo>
                      <a:pt x="2" y="7"/>
                      <a:pt x="2" y="5"/>
                      <a:pt x="3" y="5"/>
                    </a:cubicBezTo>
                    <a:cubicBezTo>
                      <a:pt x="4" y="5"/>
                      <a:pt x="5" y="6"/>
                      <a:pt x="6" y="5"/>
                    </a:cubicBezTo>
                    <a:cubicBezTo>
                      <a:pt x="7" y="4"/>
                      <a:pt x="6" y="3"/>
                      <a:pt x="7" y="2"/>
                    </a:cubicBezTo>
                    <a:cubicBezTo>
                      <a:pt x="7" y="1"/>
                      <a:pt x="8" y="0"/>
                      <a:pt x="9" y="0"/>
                    </a:cubicBezTo>
                    <a:cubicBezTo>
                      <a:pt x="11" y="0"/>
                      <a:pt x="11" y="1"/>
                      <a:pt x="12" y="2"/>
                    </a:cubicBezTo>
                    <a:cubicBezTo>
                      <a:pt x="13" y="2"/>
                      <a:pt x="14" y="2"/>
                      <a:pt x="15" y="3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4" y="9"/>
                      <a:pt x="15" y="9"/>
                      <a:pt x="16" y="10"/>
                    </a:cubicBezTo>
                    <a:cubicBezTo>
                      <a:pt x="16" y="11"/>
                      <a:pt x="17" y="12"/>
                      <a:pt x="17" y="13"/>
                    </a:cubicBezTo>
                    <a:cubicBezTo>
                      <a:pt x="17" y="14"/>
                      <a:pt x="16" y="15"/>
                      <a:pt x="16" y="17"/>
                    </a:cubicBezTo>
                    <a:cubicBezTo>
                      <a:pt x="16" y="18"/>
                      <a:pt x="18" y="18"/>
                      <a:pt x="18" y="20"/>
                    </a:cubicBezTo>
                    <a:cubicBezTo>
                      <a:pt x="18" y="21"/>
                      <a:pt x="16" y="22"/>
                      <a:pt x="15" y="22"/>
                    </a:cubicBezTo>
                    <a:cubicBezTo>
                      <a:pt x="13" y="22"/>
                      <a:pt x="11" y="21"/>
                      <a:pt x="10" y="19"/>
                    </a:cubicBezTo>
                    <a:cubicBezTo>
                      <a:pt x="10" y="19"/>
                      <a:pt x="10" y="18"/>
                      <a:pt x="9" y="17"/>
                    </a:cubicBezTo>
                    <a:cubicBezTo>
                      <a:pt x="9" y="16"/>
                      <a:pt x="9" y="14"/>
                      <a:pt x="8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7" name="Freeform 2379">
                <a:extLst>
                  <a:ext uri="{FF2B5EF4-FFF2-40B4-BE49-F238E27FC236}">
                    <a16:creationId xmlns:a16="http://schemas.microsoft.com/office/drawing/2014/main" id="{372822C5-23D2-454B-B5AB-269705870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280"/>
                <a:ext cx="2" cy="7"/>
              </a:xfrm>
              <a:custGeom>
                <a:avLst/>
                <a:gdLst>
                  <a:gd name="T0" fmla="*/ 1 w 7"/>
                  <a:gd name="T1" fmla="*/ 14 h 17"/>
                  <a:gd name="T2" fmla="*/ 0 w 7"/>
                  <a:gd name="T3" fmla="*/ 12 h 17"/>
                  <a:gd name="T4" fmla="*/ 0 w 7"/>
                  <a:gd name="T5" fmla="*/ 9 h 17"/>
                  <a:gd name="T6" fmla="*/ 1 w 7"/>
                  <a:gd name="T7" fmla="*/ 6 h 17"/>
                  <a:gd name="T8" fmla="*/ 3 w 7"/>
                  <a:gd name="T9" fmla="*/ 4 h 17"/>
                  <a:gd name="T10" fmla="*/ 6 w 7"/>
                  <a:gd name="T11" fmla="*/ 0 h 17"/>
                  <a:gd name="T12" fmla="*/ 7 w 7"/>
                  <a:gd name="T13" fmla="*/ 4 h 17"/>
                  <a:gd name="T14" fmla="*/ 7 w 7"/>
                  <a:gd name="T15" fmla="*/ 9 h 17"/>
                  <a:gd name="T16" fmla="*/ 7 w 7"/>
                  <a:gd name="T17" fmla="*/ 14 h 17"/>
                  <a:gd name="T18" fmla="*/ 6 w 7"/>
                  <a:gd name="T19" fmla="*/ 16 h 17"/>
                  <a:gd name="T20" fmla="*/ 3 w 7"/>
                  <a:gd name="T21" fmla="*/ 16 h 17"/>
                  <a:gd name="T22" fmla="*/ 1 w 7"/>
                  <a:gd name="T23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7">
                    <a:moveTo>
                      <a:pt x="1" y="14"/>
                    </a:moveTo>
                    <a:cubicBezTo>
                      <a:pt x="1" y="13"/>
                      <a:pt x="1" y="13"/>
                      <a:pt x="0" y="12"/>
                    </a:cubicBezTo>
                    <a:cubicBezTo>
                      <a:pt x="0" y="12"/>
                      <a:pt x="0" y="10"/>
                      <a:pt x="0" y="9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5"/>
                      <a:pt x="2" y="5"/>
                      <a:pt x="3" y="4"/>
                    </a:cubicBezTo>
                    <a:cubicBezTo>
                      <a:pt x="4" y="3"/>
                      <a:pt x="3" y="0"/>
                      <a:pt x="6" y="0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7" y="6"/>
                      <a:pt x="7" y="8"/>
                      <a:pt x="7" y="9"/>
                    </a:cubicBezTo>
                    <a:cubicBezTo>
                      <a:pt x="7" y="11"/>
                      <a:pt x="7" y="12"/>
                      <a:pt x="7" y="14"/>
                    </a:cubicBezTo>
                    <a:cubicBezTo>
                      <a:pt x="7" y="15"/>
                      <a:pt x="7" y="16"/>
                      <a:pt x="6" y="16"/>
                    </a:cubicBezTo>
                    <a:cubicBezTo>
                      <a:pt x="5" y="17"/>
                      <a:pt x="4" y="16"/>
                      <a:pt x="3" y="16"/>
                    </a:cubicBezTo>
                    <a:cubicBezTo>
                      <a:pt x="2" y="15"/>
                      <a:pt x="2" y="15"/>
                      <a:pt x="1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8" name="Freeform 2380">
                <a:extLst>
                  <a:ext uri="{FF2B5EF4-FFF2-40B4-BE49-F238E27FC236}">
                    <a16:creationId xmlns:a16="http://schemas.microsoft.com/office/drawing/2014/main" id="{6D137148-5A4D-4570-9F43-1F676B486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283"/>
                <a:ext cx="4" cy="3"/>
              </a:xfrm>
              <a:custGeom>
                <a:avLst/>
                <a:gdLst>
                  <a:gd name="T0" fmla="*/ 5 w 9"/>
                  <a:gd name="T1" fmla="*/ 1 h 9"/>
                  <a:gd name="T2" fmla="*/ 7 w 9"/>
                  <a:gd name="T3" fmla="*/ 3 h 9"/>
                  <a:gd name="T4" fmla="*/ 9 w 9"/>
                  <a:gd name="T5" fmla="*/ 5 h 9"/>
                  <a:gd name="T6" fmla="*/ 7 w 9"/>
                  <a:gd name="T7" fmla="*/ 9 h 9"/>
                  <a:gd name="T8" fmla="*/ 3 w 9"/>
                  <a:gd name="T9" fmla="*/ 7 h 9"/>
                  <a:gd name="T10" fmla="*/ 1 w 9"/>
                  <a:gd name="T11" fmla="*/ 3 h 9"/>
                  <a:gd name="T12" fmla="*/ 1 w 9"/>
                  <a:gd name="T13" fmla="*/ 0 h 9"/>
                  <a:gd name="T14" fmla="*/ 5 w 9"/>
                  <a:gd name="T1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5" y="1"/>
                    </a:moveTo>
                    <a:cubicBezTo>
                      <a:pt x="6" y="2"/>
                      <a:pt x="6" y="2"/>
                      <a:pt x="7" y="3"/>
                    </a:cubicBezTo>
                    <a:cubicBezTo>
                      <a:pt x="8" y="3"/>
                      <a:pt x="9" y="4"/>
                      <a:pt x="9" y="5"/>
                    </a:cubicBezTo>
                    <a:cubicBezTo>
                      <a:pt x="9" y="7"/>
                      <a:pt x="9" y="9"/>
                      <a:pt x="7" y="9"/>
                    </a:cubicBezTo>
                    <a:cubicBezTo>
                      <a:pt x="5" y="9"/>
                      <a:pt x="3" y="8"/>
                      <a:pt x="3" y="7"/>
                    </a:cubicBezTo>
                    <a:cubicBezTo>
                      <a:pt x="2" y="5"/>
                      <a:pt x="2" y="4"/>
                      <a:pt x="1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9" name="Freeform 2381">
                <a:extLst>
                  <a:ext uri="{FF2B5EF4-FFF2-40B4-BE49-F238E27FC236}">
                    <a16:creationId xmlns:a16="http://schemas.microsoft.com/office/drawing/2014/main" id="{7DFD0F6A-A625-4639-A1A6-B83359ADD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269"/>
                <a:ext cx="3" cy="2"/>
              </a:xfrm>
              <a:custGeom>
                <a:avLst/>
                <a:gdLst>
                  <a:gd name="T0" fmla="*/ 1 w 6"/>
                  <a:gd name="T1" fmla="*/ 5 h 6"/>
                  <a:gd name="T2" fmla="*/ 0 w 6"/>
                  <a:gd name="T3" fmla="*/ 4 h 6"/>
                  <a:gd name="T4" fmla="*/ 2 w 6"/>
                  <a:gd name="T5" fmla="*/ 1 h 6"/>
                  <a:gd name="T6" fmla="*/ 5 w 6"/>
                  <a:gd name="T7" fmla="*/ 1 h 6"/>
                  <a:gd name="T8" fmla="*/ 6 w 6"/>
                  <a:gd name="T9" fmla="*/ 4 h 6"/>
                  <a:gd name="T10" fmla="*/ 1 w 6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5" y="6"/>
                      <a:pt x="2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0" name="Freeform 2382">
                <a:extLst>
                  <a:ext uri="{FF2B5EF4-FFF2-40B4-BE49-F238E27FC236}">
                    <a16:creationId xmlns:a16="http://schemas.microsoft.com/office/drawing/2014/main" id="{A6D14B32-9877-4601-B7A3-C113F99F3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268"/>
                <a:ext cx="2" cy="3"/>
              </a:xfrm>
              <a:custGeom>
                <a:avLst/>
                <a:gdLst>
                  <a:gd name="T0" fmla="*/ 0 w 6"/>
                  <a:gd name="T1" fmla="*/ 2 h 7"/>
                  <a:gd name="T2" fmla="*/ 3 w 6"/>
                  <a:gd name="T3" fmla="*/ 1 h 7"/>
                  <a:gd name="T4" fmla="*/ 5 w 6"/>
                  <a:gd name="T5" fmla="*/ 4 h 7"/>
                  <a:gd name="T6" fmla="*/ 2 w 6"/>
                  <a:gd name="T7" fmla="*/ 7 h 7"/>
                  <a:gd name="T8" fmla="*/ 0 w 6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2"/>
                    </a:moveTo>
                    <a:cubicBezTo>
                      <a:pt x="0" y="0"/>
                      <a:pt x="2" y="0"/>
                      <a:pt x="3" y="1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6" y="6"/>
                      <a:pt x="5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1" name="Freeform 2383">
                <a:extLst>
                  <a:ext uri="{FF2B5EF4-FFF2-40B4-BE49-F238E27FC236}">
                    <a16:creationId xmlns:a16="http://schemas.microsoft.com/office/drawing/2014/main" id="{111D7226-2C1D-4734-8CAF-363D9E5C8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272"/>
                <a:ext cx="7" cy="7"/>
              </a:xfrm>
              <a:custGeom>
                <a:avLst/>
                <a:gdLst>
                  <a:gd name="T0" fmla="*/ 2 w 17"/>
                  <a:gd name="T1" fmla="*/ 15 h 16"/>
                  <a:gd name="T2" fmla="*/ 2 w 17"/>
                  <a:gd name="T3" fmla="*/ 11 h 16"/>
                  <a:gd name="T4" fmla="*/ 4 w 17"/>
                  <a:gd name="T5" fmla="*/ 9 h 16"/>
                  <a:gd name="T6" fmla="*/ 4 w 17"/>
                  <a:gd name="T7" fmla="*/ 7 h 16"/>
                  <a:gd name="T8" fmla="*/ 7 w 17"/>
                  <a:gd name="T9" fmla="*/ 2 h 16"/>
                  <a:gd name="T10" fmla="*/ 11 w 17"/>
                  <a:gd name="T11" fmla="*/ 1 h 16"/>
                  <a:gd name="T12" fmla="*/ 13 w 17"/>
                  <a:gd name="T13" fmla="*/ 2 h 16"/>
                  <a:gd name="T14" fmla="*/ 14 w 17"/>
                  <a:gd name="T15" fmla="*/ 3 h 16"/>
                  <a:gd name="T16" fmla="*/ 14 w 17"/>
                  <a:gd name="T17" fmla="*/ 9 h 16"/>
                  <a:gd name="T18" fmla="*/ 9 w 17"/>
                  <a:gd name="T19" fmla="*/ 9 h 16"/>
                  <a:gd name="T20" fmla="*/ 8 w 17"/>
                  <a:gd name="T21" fmla="*/ 11 h 16"/>
                  <a:gd name="T22" fmla="*/ 6 w 17"/>
                  <a:gd name="T23" fmla="*/ 13 h 16"/>
                  <a:gd name="T24" fmla="*/ 5 w 17"/>
                  <a:gd name="T25" fmla="*/ 15 h 16"/>
                  <a:gd name="T26" fmla="*/ 4 w 17"/>
                  <a:gd name="T27" fmla="*/ 15 h 16"/>
                  <a:gd name="T28" fmla="*/ 2 w 17"/>
                  <a:gd name="T2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6">
                    <a:moveTo>
                      <a:pt x="2" y="15"/>
                    </a:moveTo>
                    <a:cubicBezTo>
                      <a:pt x="0" y="14"/>
                      <a:pt x="1" y="12"/>
                      <a:pt x="2" y="11"/>
                    </a:cubicBezTo>
                    <a:cubicBezTo>
                      <a:pt x="2" y="10"/>
                      <a:pt x="4" y="10"/>
                      <a:pt x="4" y="9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4" y="5"/>
                      <a:pt x="6" y="4"/>
                      <a:pt x="7" y="2"/>
                    </a:cubicBezTo>
                    <a:cubicBezTo>
                      <a:pt x="7" y="1"/>
                      <a:pt x="9" y="0"/>
                      <a:pt x="11" y="1"/>
                    </a:cubicBezTo>
                    <a:cubicBezTo>
                      <a:pt x="11" y="1"/>
                      <a:pt x="12" y="2"/>
                      <a:pt x="13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7" y="3"/>
                      <a:pt x="17" y="9"/>
                      <a:pt x="14" y="9"/>
                    </a:cubicBezTo>
                    <a:cubicBezTo>
                      <a:pt x="12" y="9"/>
                      <a:pt x="10" y="8"/>
                      <a:pt x="9" y="9"/>
                    </a:cubicBezTo>
                    <a:cubicBezTo>
                      <a:pt x="9" y="10"/>
                      <a:pt x="9" y="10"/>
                      <a:pt x="8" y="11"/>
                    </a:cubicBezTo>
                    <a:cubicBezTo>
                      <a:pt x="8" y="12"/>
                      <a:pt x="7" y="12"/>
                      <a:pt x="6" y="13"/>
                    </a:cubicBezTo>
                    <a:cubicBezTo>
                      <a:pt x="6" y="14"/>
                      <a:pt x="6" y="15"/>
                      <a:pt x="5" y="15"/>
                    </a:cubicBezTo>
                    <a:cubicBezTo>
                      <a:pt x="5" y="16"/>
                      <a:pt x="5" y="15"/>
                      <a:pt x="4" y="15"/>
                    </a:cubicBezTo>
                    <a:cubicBezTo>
                      <a:pt x="3" y="15"/>
                      <a:pt x="2" y="16"/>
                      <a:pt x="2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2" name="Freeform 2384">
                <a:extLst>
                  <a:ext uri="{FF2B5EF4-FFF2-40B4-BE49-F238E27FC236}">
                    <a16:creationId xmlns:a16="http://schemas.microsoft.com/office/drawing/2014/main" id="{5AD581E8-80DF-4C0E-BCF9-FC999A1BF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280"/>
                <a:ext cx="6" cy="5"/>
              </a:xfrm>
              <a:custGeom>
                <a:avLst/>
                <a:gdLst>
                  <a:gd name="T0" fmla="*/ 0 w 13"/>
                  <a:gd name="T1" fmla="*/ 7 h 12"/>
                  <a:gd name="T2" fmla="*/ 0 w 13"/>
                  <a:gd name="T3" fmla="*/ 4 h 12"/>
                  <a:gd name="T4" fmla="*/ 1 w 13"/>
                  <a:gd name="T5" fmla="*/ 3 h 12"/>
                  <a:gd name="T6" fmla="*/ 1 w 13"/>
                  <a:gd name="T7" fmla="*/ 1 h 12"/>
                  <a:gd name="T8" fmla="*/ 7 w 13"/>
                  <a:gd name="T9" fmla="*/ 0 h 12"/>
                  <a:gd name="T10" fmla="*/ 11 w 13"/>
                  <a:gd name="T11" fmla="*/ 2 h 12"/>
                  <a:gd name="T12" fmla="*/ 12 w 13"/>
                  <a:gd name="T13" fmla="*/ 6 h 12"/>
                  <a:gd name="T14" fmla="*/ 12 w 13"/>
                  <a:gd name="T15" fmla="*/ 9 h 12"/>
                  <a:gd name="T16" fmla="*/ 10 w 13"/>
                  <a:gd name="T17" fmla="*/ 12 h 12"/>
                  <a:gd name="T18" fmla="*/ 4 w 13"/>
                  <a:gd name="T19" fmla="*/ 11 h 12"/>
                  <a:gd name="T20" fmla="*/ 0 w 13"/>
                  <a:gd name="T2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7"/>
                    </a:moveTo>
                    <a:cubicBezTo>
                      <a:pt x="0" y="6"/>
                      <a:pt x="0" y="5"/>
                      <a:pt x="0" y="4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3" y="0"/>
                      <a:pt x="5" y="0"/>
                      <a:pt x="7" y="0"/>
                    </a:cubicBezTo>
                    <a:cubicBezTo>
                      <a:pt x="9" y="0"/>
                      <a:pt x="11" y="0"/>
                      <a:pt x="11" y="2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3" y="7"/>
                      <a:pt x="13" y="8"/>
                      <a:pt x="12" y="9"/>
                    </a:cubicBezTo>
                    <a:cubicBezTo>
                      <a:pt x="12" y="11"/>
                      <a:pt x="11" y="11"/>
                      <a:pt x="10" y="12"/>
                    </a:cubicBezTo>
                    <a:cubicBezTo>
                      <a:pt x="8" y="12"/>
                      <a:pt x="6" y="11"/>
                      <a:pt x="4" y="11"/>
                    </a:cubicBezTo>
                    <a:cubicBezTo>
                      <a:pt x="2" y="11"/>
                      <a:pt x="0" y="9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3" name="Freeform 2385">
                <a:extLst>
                  <a:ext uri="{FF2B5EF4-FFF2-40B4-BE49-F238E27FC236}">
                    <a16:creationId xmlns:a16="http://schemas.microsoft.com/office/drawing/2014/main" id="{280AF4FE-EF3D-465A-9BAB-7DEC93FE6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278"/>
                <a:ext cx="8" cy="7"/>
              </a:xfrm>
              <a:custGeom>
                <a:avLst/>
                <a:gdLst>
                  <a:gd name="T0" fmla="*/ 2 w 19"/>
                  <a:gd name="T1" fmla="*/ 18 h 19"/>
                  <a:gd name="T2" fmla="*/ 0 w 19"/>
                  <a:gd name="T3" fmla="*/ 15 h 19"/>
                  <a:gd name="T4" fmla="*/ 0 w 19"/>
                  <a:gd name="T5" fmla="*/ 11 h 19"/>
                  <a:gd name="T6" fmla="*/ 0 w 19"/>
                  <a:gd name="T7" fmla="*/ 8 h 19"/>
                  <a:gd name="T8" fmla="*/ 0 w 19"/>
                  <a:gd name="T9" fmla="*/ 4 h 19"/>
                  <a:gd name="T10" fmla="*/ 6 w 19"/>
                  <a:gd name="T11" fmla="*/ 4 h 19"/>
                  <a:gd name="T12" fmla="*/ 12 w 19"/>
                  <a:gd name="T13" fmla="*/ 4 h 19"/>
                  <a:gd name="T14" fmla="*/ 15 w 19"/>
                  <a:gd name="T15" fmla="*/ 0 h 19"/>
                  <a:gd name="T16" fmla="*/ 18 w 19"/>
                  <a:gd name="T17" fmla="*/ 4 h 19"/>
                  <a:gd name="T18" fmla="*/ 19 w 19"/>
                  <a:gd name="T19" fmla="*/ 12 h 19"/>
                  <a:gd name="T20" fmla="*/ 17 w 19"/>
                  <a:gd name="T21" fmla="*/ 14 h 19"/>
                  <a:gd name="T22" fmla="*/ 14 w 19"/>
                  <a:gd name="T23" fmla="*/ 13 h 19"/>
                  <a:gd name="T24" fmla="*/ 9 w 19"/>
                  <a:gd name="T25" fmla="*/ 14 h 19"/>
                  <a:gd name="T26" fmla="*/ 6 w 19"/>
                  <a:gd name="T27" fmla="*/ 18 h 19"/>
                  <a:gd name="T28" fmla="*/ 2 w 19"/>
                  <a:gd name="T29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9">
                    <a:moveTo>
                      <a:pt x="2" y="18"/>
                    </a:moveTo>
                    <a:cubicBezTo>
                      <a:pt x="1" y="17"/>
                      <a:pt x="1" y="16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1"/>
                      <a:pt x="5" y="3"/>
                      <a:pt x="6" y="4"/>
                    </a:cubicBezTo>
                    <a:cubicBezTo>
                      <a:pt x="8" y="4"/>
                      <a:pt x="10" y="4"/>
                      <a:pt x="12" y="4"/>
                    </a:cubicBezTo>
                    <a:cubicBezTo>
                      <a:pt x="14" y="3"/>
                      <a:pt x="13" y="1"/>
                      <a:pt x="15" y="0"/>
                    </a:cubicBezTo>
                    <a:cubicBezTo>
                      <a:pt x="17" y="0"/>
                      <a:pt x="17" y="3"/>
                      <a:pt x="18" y="4"/>
                    </a:cubicBezTo>
                    <a:cubicBezTo>
                      <a:pt x="18" y="7"/>
                      <a:pt x="19" y="10"/>
                      <a:pt x="19" y="12"/>
                    </a:cubicBezTo>
                    <a:cubicBezTo>
                      <a:pt x="18" y="13"/>
                      <a:pt x="18" y="14"/>
                      <a:pt x="17" y="14"/>
                    </a:cubicBezTo>
                    <a:cubicBezTo>
                      <a:pt x="16" y="14"/>
                      <a:pt x="15" y="13"/>
                      <a:pt x="14" y="13"/>
                    </a:cubicBezTo>
                    <a:cubicBezTo>
                      <a:pt x="13" y="13"/>
                      <a:pt x="10" y="13"/>
                      <a:pt x="9" y="14"/>
                    </a:cubicBezTo>
                    <a:cubicBezTo>
                      <a:pt x="8" y="15"/>
                      <a:pt x="8" y="17"/>
                      <a:pt x="6" y="18"/>
                    </a:cubicBezTo>
                    <a:cubicBezTo>
                      <a:pt x="5" y="19"/>
                      <a:pt x="3" y="19"/>
                      <a:pt x="2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4" name="Freeform 2386">
                <a:extLst>
                  <a:ext uri="{FF2B5EF4-FFF2-40B4-BE49-F238E27FC236}">
                    <a16:creationId xmlns:a16="http://schemas.microsoft.com/office/drawing/2014/main" id="{F06C6AEE-55B3-423D-B1C6-4D58A28FB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247"/>
                <a:ext cx="2" cy="4"/>
              </a:xfrm>
              <a:custGeom>
                <a:avLst/>
                <a:gdLst>
                  <a:gd name="T0" fmla="*/ 0 w 5"/>
                  <a:gd name="T1" fmla="*/ 5 h 9"/>
                  <a:gd name="T2" fmla="*/ 1 w 5"/>
                  <a:gd name="T3" fmla="*/ 1 h 9"/>
                  <a:gd name="T4" fmla="*/ 3 w 5"/>
                  <a:gd name="T5" fmla="*/ 7 h 9"/>
                  <a:gd name="T6" fmla="*/ 1 w 5"/>
                  <a:gd name="T7" fmla="*/ 9 h 9"/>
                  <a:gd name="T8" fmla="*/ 0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0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5" y="0"/>
                      <a:pt x="4" y="5"/>
                      <a:pt x="3" y="7"/>
                    </a:cubicBezTo>
                    <a:cubicBezTo>
                      <a:pt x="3" y="8"/>
                      <a:pt x="2" y="9"/>
                      <a:pt x="1" y="9"/>
                    </a:cubicBezTo>
                    <a:cubicBezTo>
                      <a:pt x="0" y="9"/>
                      <a:pt x="0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5" name="Freeform 2387">
                <a:extLst>
                  <a:ext uri="{FF2B5EF4-FFF2-40B4-BE49-F238E27FC236}">
                    <a16:creationId xmlns:a16="http://schemas.microsoft.com/office/drawing/2014/main" id="{81066AF6-C7DE-4BC3-A475-1CA0E2C78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229"/>
                <a:ext cx="3" cy="4"/>
              </a:xfrm>
              <a:custGeom>
                <a:avLst/>
                <a:gdLst>
                  <a:gd name="T0" fmla="*/ 0 w 8"/>
                  <a:gd name="T1" fmla="*/ 5 h 9"/>
                  <a:gd name="T2" fmla="*/ 3 w 8"/>
                  <a:gd name="T3" fmla="*/ 2 h 9"/>
                  <a:gd name="T4" fmla="*/ 6 w 8"/>
                  <a:gd name="T5" fmla="*/ 1 h 9"/>
                  <a:gd name="T6" fmla="*/ 7 w 8"/>
                  <a:gd name="T7" fmla="*/ 6 h 9"/>
                  <a:gd name="T8" fmla="*/ 0 w 8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0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6" y="7"/>
                      <a:pt x="1" y="9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6" name="Freeform 2388">
                <a:extLst>
                  <a:ext uri="{FF2B5EF4-FFF2-40B4-BE49-F238E27FC236}">
                    <a16:creationId xmlns:a16="http://schemas.microsoft.com/office/drawing/2014/main" id="{83B31995-8500-4B94-AC94-D9BDFA6DC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230"/>
                <a:ext cx="6" cy="5"/>
              </a:xfrm>
              <a:custGeom>
                <a:avLst/>
                <a:gdLst>
                  <a:gd name="T0" fmla="*/ 4 w 15"/>
                  <a:gd name="T1" fmla="*/ 0 h 13"/>
                  <a:gd name="T2" fmla="*/ 7 w 15"/>
                  <a:gd name="T3" fmla="*/ 2 h 13"/>
                  <a:gd name="T4" fmla="*/ 13 w 15"/>
                  <a:gd name="T5" fmla="*/ 3 h 13"/>
                  <a:gd name="T6" fmla="*/ 10 w 15"/>
                  <a:gd name="T7" fmla="*/ 8 h 13"/>
                  <a:gd name="T8" fmla="*/ 7 w 15"/>
                  <a:gd name="T9" fmla="*/ 12 h 13"/>
                  <a:gd name="T10" fmla="*/ 4 w 15"/>
                  <a:gd name="T11" fmla="*/ 10 h 13"/>
                  <a:gd name="T12" fmla="*/ 1 w 15"/>
                  <a:gd name="T13" fmla="*/ 7 h 13"/>
                  <a:gd name="T14" fmla="*/ 4 w 15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4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9" y="3"/>
                      <a:pt x="11" y="2"/>
                      <a:pt x="13" y="3"/>
                    </a:cubicBezTo>
                    <a:cubicBezTo>
                      <a:pt x="15" y="5"/>
                      <a:pt x="11" y="7"/>
                      <a:pt x="10" y="8"/>
                    </a:cubicBezTo>
                    <a:cubicBezTo>
                      <a:pt x="9" y="9"/>
                      <a:pt x="9" y="11"/>
                      <a:pt x="7" y="12"/>
                    </a:cubicBezTo>
                    <a:cubicBezTo>
                      <a:pt x="6" y="13"/>
                      <a:pt x="5" y="11"/>
                      <a:pt x="4" y="10"/>
                    </a:cubicBezTo>
                    <a:cubicBezTo>
                      <a:pt x="3" y="9"/>
                      <a:pt x="2" y="8"/>
                      <a:pt x="1" y="7"/>
                    </a:cubicBezTo>
                    <a:cubicBezTo>
                      <a:pt x="0" y="5"/>
                      <a:pt x="1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7" name="Freeform 2389">
                <a:extLst>
                  <a:ext uri="{FF2B5EF4-FFF2-40B4-BE49-F238E27FC236}">
                    <a16:creationId xmlns:a16="http://schemas.microsoft.com/office/drawing/2014/main" id="{22E4727F-D9A0-4747-9447-3081708E1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216"/>
                <a:ext cx="14" cy="14"/>
              </a:xfrm>
              <a:custGeom>
                <a:avLst/>
                <a:gdLst>
                  <a:gd name="T0" fmla="*/ 1 w 34"/>
                  <a:gd name="T1" fmla="*/ 23 h 35"/>
                  <a:gd name="T2" fmla="*/ 5 w 34"/>
                  <a:gd name="T3" fmla="*/ 17 h 35"/>
                  <a:gd name="T4" fmla="*/ 10 w 34"/>
                  <a:gd name="T5" fmla="*/ 13 h 35"/>
                  <a:gd name="T6" fmla="*/ 16 w 34"/>
                  <a:gd name="T7" fmla="*/ 14 h 35"/>
                  <a:gd name="T8" fmla="*/ 21 w 34"/>
                  <a:gd name="T9" fmla="*/ 16 h 35"/>
                  <a:gd name="T10" fmla="*/ 22 w 34"/>
                  <a:gd name="T11" fmla="*/ 10 h 35"/>
                  <a:gd name="T12" fmla="*/ 17 w 34"/>
                  <a:gd name="T13" fmla="*/ 8 h 35"/>
                  <a:gd name="T14" fmla="*/ 13 w 34"/>
                  <a:gd name="T15" fmla="*/ 4 h 35"/>
                  <a:gd name="T16" fmla="*/ 18 w 34"/>
                  <a:gd name="T17" fmla="*/ 1 h 35"/>
                  <a:gd name="T18" fmla="*/ 24 w 34"/>
                  <a:gd name="T19" fmla="*/ 2 h 35"/>
                  <a:gd name="T20" fmla="*/ 26 w 34"/>
                  <a:gd name="T21" fmla="*/ 7 h 35"/>
                  <a:gd name="T22" fmla="*/ 33 w 34"/>
                  <a:gd name="T23" fmla="*/ 17 h 35"/>
                  <a:gd name="T24" fmla="*/ 31 w 34"/>
                  <a:gd name="T25" fmla="*/ 20 h 35"/>
                  <a:gd name="T26" fmla="*/ 30 w 34"/>
                  <a:gd name="T27" fmla="*/ 25 h 35"/>
                  <a:gd name="T28" fmla="*/ 28 w 34"/>
                  <a:gd name="T29" fmla="*/ 34 h 35"/>
                  <a:gd name="T30" fmla="*/ 24 w 34"/>
                  <a:gd name="T31" fmla="*/ 31 h 35"/>
                  <a:gd name="T32" fmla="*/ 17 w 34"/>
                  <a:gd name="T33" fmla="*/ 29 h 35"/>
                  <a:gd name="T34" fmla="*/ 9 w 34"/>
                  <a:gd name="T35" fmla="*/ 29 h 35"/>
                  <a:gd name="T36" fmla="*/ 7 w 34"/>
                  <a:gd name="T37" fmla="*/ 29 h 35"/>
                  <a:gd name="T38" fmla="*/ 3 w 34"/>
                  <a:gd name="T39" fmla="*/ 26 h 35"/>
                  <a:gd name="T40" fmla="*/ 1 w 34"/>
                  <a:gd name="T41" fmla="*/ 2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35">
                    <a:moveTo>
                      <a:pt x="1" y="23"/>
                    </a:moveTo>
                    <a:cubicBezTo>
                      <a:pt x="1" y="21"/>
                      <a:pt x="4" y="19"/>
                      <a:pt x="5" y="17"/>
                    </a:cubicBezTo>
                    <a:cubicBezTo>
                      <a:pt x="6" y="15"/>
                      <a:pt x="8" y="13"/>
                      <a:pt x="10" y="13"/>
                    </a:cubicBezTo>
                    <a:cubicBezTo>
                      <a:pt x="12" y="13"/>
                      <a:pt x="14" y="14"/>
                      <a:pt x="16" y="14"/>
                    </a:cubicBezTo>
                    <a:cubicBezTo>
                      <a:pt x="17" y="15"/>
                      <a:pt x="19" y="17"/>
                      <a:pt x="21" y="16"/>
                    </a:cubicBezTo>
                    <a:cubicBezTo>
                      <a:pt x="22" y="15"/>
                      <a:pt x="22" y="12"/>
                      <a:pt x="22" y="10"/>
                    </a:cubicBezTo>
                    <a:cubicBezTo>
                      <a:pt x="22" y="7"/>
                      <a:pt x="19" y="8"/>
                      <a:pt x="17" y="8"/>
                    </a:cubicBezTo>
                    <a:cubicBezTo>
                      <a:pt x="15" y="7"/>
                      <a:pt x="13" y="7"/>
                      <a:pt x="13" y="4"/>
                    </a:cubicBezTo>
                    <a:cubicBezTo>
                      <a:pt x="13" y="2"/>
                      <a:pt x="16" y="1"/>
                      <a:pt x="18" y="1"/>
                    </a:cubicBezTo>
                    <a:cubicBezTo>
                      <a:pt x="20" y="0"/>
                      <a:pt x="22" y="1"/>
                      <a:pt x="24" y="2"/>
                    </a:cubicBezTo>
                    <a:cubicBezTo>
                      <a:pt x="25" y="3"/>
                      <a:pt x="26" y="5"/>
                      <a:pt x="26" y="7"/>
                    </a:cubicBezTo>
                    <a:cubicBezTo>
                      <a:pt x="27" y="11"/>
                      <a:pt x="31" y="13"/>
                      <a:pt x="33" y="17"/>
                    </a:cubicBezTo>
                    <a:cubicBezTo>
                      <a:pt x="34" y="19"/>
                      <a:pt x="32" y="19"/>
                      <a:pt x="31" y="20"/>
                    </a:cubicBezTo>
                    <a:cubicBezTo>
                      <a:pt x="30" y="22"/>
                      <a:pt x="30" y="23"/>
                      <a:pt x="30" y="25"/>
                    </a:cubicBezTo>
                    <a:cubicBezTo>
                      <a:pt x="30" y="27"/>
                      <a:pt x="31" y="33"/>
                      <a:pt x="28" y="34"/>
                    </a:cubicBezTo>
                    <a:cubicBezTo>
                      <a:pt x="26" y="35"/>
                      <a:pt x="25" y="32"/>
                      <a:pt x="24" y="31"/>
                    </a:cubicBezTo>
                    <a:cubicBezTo>
                      <a:pt x="22" y="29"/>
                      <a:pt x="19" y="29"/>
                      <a:pt x="17" y="29"/>
                    </a:cubicBezTo>
                    <a:cubicBezTo>
                      <a:pt x="14" y="29"/>
                      <a:pt x="12" y="29"/>
                      <a:pt x="9" y="29"/>
                    </a:cubicBezTo>
                    <a:cubicBezTo>
                      <a:pt x="9" y="29"/>
                      <a:pt x="8" y="29"/>
                      <a:pt x="7" y="29"/>
                    </a:cubicBezTo>
                    <a:cubicBezTo>
                      <a:pt x="5" y="29"/>
                      <a:pt x="4" y="27"/>
                      <a:pt x="3" y="26"/>
                    </a:cubicBezTo>
                    <a:cubicBezTo>
                      <a:pt x="2" y="25"/>
                      <a:pt x="0" y="25"/>
                      <a:pt x="1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8" name="Freeform 2390">
                <a:extLst>
                  <a:ext uri="{FF2B5EF4-FFF2-40B4-BE49-F238E27FC236}">
                    <a16:creationId xmlns:a16="http://schemas.microsoft.com/office/drawing/2014/main" id="{298438EB-28E2-4014-8AF8-0F04904EF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514"/>
                <a:ext cx="16" cy="20"/>
              </a:xfrm>
              <a:custGeom>
                <a:avLst/>
                <a:gdLst>
                  <a:gd name="T0" fmla="*/ 38 w 38"/>
                  <a:gd name="T1" fmla="*/ 47 h 51"/>
                  <a:gd name="T2" fmla="*/ 37 w 38"/>
                  <a:gd name="T3" fmla="*/ 51 h 51"/>
                  <a:gd name="T4" fmla="*/ 32 w 38"/>
                  <a:gd name="T5" fmla="*/ 51 h 51"/>
                  <a:gd name="T6" fmla="*/ 29 w 38"/>
                  <a:gd name="T7" fmla="*/ 50 h 51"/>
                  <a:gd name="T8" fmla="*/ 28 w 38"/>
                  <a:gd name="T9" fmla="*/ 48 h 51"/>
                  <a:gd name="T10" fmla="*/ 24 w 38"/>
                  <a:gd name="T11" fmla="*/ 43 h 51"/>
                  <a:gd name="T12" fmla="*/ 21 w 38"/>
                  <a:gd name="T13" fmla="*/ 38 h 51"/>
                  <a:gd name="T14" fmla="*/ 16 w 38"/>
                  <a:gd name="T15" fmla="*/ 33 h 51"/>
                  <a:gd name="T16" fmla="*/ 12 w 38"/>
                  <a:gd name="T17" fmla="*/ 30 h 51"/>
                  <a:gd name="T18" fmla="*/ 7 w 38"/>
                  <a:gd name="T19" fmla="*/ 23 h 51"/>
                  <a:gd name="T20" fmla="*/ 3 w 38"/>
                  <a:gd name="T21" fmla="*/ 18 h 51"/>
                  <a:gd name="T22" fmla="*/ 1 w 38"/>
                  <a:gd name="T23" fmla="*/ 16 h 51"/>
                  <a:gd name="T24" fmla="*/ 1 w 38"/>
                  <a:gd name="T25" fmla="*/ 13 h 51"/>
                  <a:gd name="T26" fmla="*/ 3 w 38"/>
                  <a:gd name="T27" fmla="*/ 8 h 51"/>
                  <a:gd name="T28" fmla="*/ 3 w 38"/>
                  <a:gd name="T29" fmla="*/ 2 h 51"/>
                  <a:gd name="T30" fmla="*/ 7 w 38"/>
                  <a:gd name="T31" fmla="*/ 1 h 51"/>
                  <a:gd name="T32" fmla="*/ 13 w 38"/>
                  <a:gd name="T33" fmla="*/ 9 h 51"/>
                  <a:gd name="T34" fmla="*/ 19 w 38"/>
                  <a:gd name="T35" fmla="*/ 13 h 51"/>
                  <a:gd name="T36" fmla="*/ 25 w 38"/>
                  <a:gd name="T37" fmla="*/ 17 h 51"/>
                  <a:gd name="T38" fmla="*/ 30 w 38"/>
                  <a:gd name="T39" fmla="*/ 21 h 51"/>
                  <a:gd name="T40" fmla="*/ 32 w 38"/>
                  <a:gd name="T41" fmla="*/ 29 h 51"/>
                  <a:gd name="T42" fmla="*/ 35 w 38"/>
                  <a:gd name="T43" fmla="*/ 36 h 51"/>
                  <a:gd name="T44" fmla="*/ 38 w 38"/>
                  <a:gd name="T45" fmla="*/ 41 h 51"/>
                  <a:gd name="T46" fmla="*/ 38 w 38"/>
                  <a:gd name="T47" fmla="*/ 4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51">
                    <a:moveTo>
                      <a:pt x="38" y="47"/>
                    </a:moveTo>
                    <a:cubicBezTo>
                      <a:pt x="38" y="48"/>
                      <a:pt x="38" y="50"/>
                      <a:pt x="37" y="51"/>
                    </a:cubicBezTo>
                    <a:cubicBezTo>
                      <a:pt x="35" y="51"/>
                      <a:pt x="33" y="51"/>
                      <a:pt x="32" y="51"/>
                    </a:cubicBezTo>
                    <a:cubicBezTo>
                      <a:pt x="31" y="51"/>
                      <a:pt x="30" y="50"/>
                      <a:pt x="29" y="50"/>
                    </a:cubicBezTo>
                    <a:cubicBezTo>
                      <a:pt x="29" y="50"/>
                      <a:pt x="28" y="49"/>
                      <a:pt x="28" y="48"/>
                    </a:cubicBezTo>
                    <a:cubicBezTo>
                      <a:pt x="27" y="47"/>
                      <a:pt x="25" y="45"/>
                      <a:pt x="24" y="43"/>
                    </a:cubicBezTo>
                    <a:cubicBezTo>
                      <a:pt x="23" y="41"/>
                      <a:pt x="22" y="40"/>
                      <a:pt x="21" y="38"/>
                    </a:cubicBezTo>
                    <a:cubicBezTo>
                      <a:pt x="19" y="37"/>
                      <a:pt x="17" y="35"/>
                      <a:pt x="16" y="33"/>
                    </a:cubicBezTo>
                    <a:cubicBezTo>
                      <a:pt x="14" y="32"/>
                      <a:pt x="13" y="31"/>
                      <a:pt x="12" y="30"/>
                    </a:cubicBezTo>
                    <a:cubicBezTo>
                      <a:pt x="11" y="28"/>
                      <a:pt x="9" y="25"/>
                      <a:pt x="7" y="23"/>
                    </a:cubicBezTo>
                    <a:cubicBezTo>
                      <a:pt x="6" y="22"/>
                      <a:pt x="5" y="20"/>
                      <a:pt x="3" y="18"/>
                    </a:cubicBezTo>
                    <a:cubicBezTo>
                      <a:pt x="3" y="17"/>
                      <a:pt x="1" y="17"/>
                      <a:pt x="1" y="16"/>
                    </a:cubicBezTo>
                    <a:cubicBezTo>
                      <a:pt x="0" y="15"/>
                      <a:pt x="1" y="13"/>
                      <a:pt x="1" y="13"/>
                    </a:cubicBezTo>
                    <a:cubicBezTo>
                      <a:pt x="2" y="11"/>
                      <a:pt x="2" y="10"/>
                      <a:pt x="3" y="8"/>
                    </a:cubicBezTo>
                    <a:cubicBezTo>
                      <a:pt x="3" y="6"/>
                      <a:pt x="3" y="4"/>
                      <a:pt x="3" y="2"/>
                    </a:cubicBezTo>
                    <a:cubicBezTo>
                      <a:pt x="4" y="0"/>
                      <a:pt x="5" y="0"/>
                      <a:pt x="7" y="1"/>
                    </a:cubicBezTo>
                    <a:cubicBezTo>
                      <a:pt x="9" y="3"/>
                      <a:pt x="11" y="6"/>
                      <a:pt x="13" y="9"/>
                    </a:cubicBezTo>
                    <a:cubicBezTo>
                      <a:pt x="15" y="10"/>
                      <a:pt x="17" y="12"/>
                      <a:pt x="19" y="13"/>
                    </a:cubicBezTo>
                    <a:cubicBezTo>
                      <a:pt x="21" y="14"/>
                      <a:pt x="23" y="15"/>
                      <a:pt x="25" y="17"/>
                    </a:cubicBezTo>
                    <a:cubicBezTo>
                      <a:pt x="26" y="18"/>
                      <a:pt x="28" y="19"/>
                      <a:pt x="30" y="21"/>
                    </a:cubicBezTo>
                    <a:cubicBezTo>
                      <a:pt x="31" y="24"/>
                      <a:pt x="31" y="27"/>
                      <a:pt x="32" y="29"/>
                    </a:cubicBezTo>
                    <a:cubicBezTo>
                      <a:pt x="32" y="32"/>
                      <a:pt x="33" y="34"/>
                      <a:pt x="35" y="36"/>
                    </a:cubicBezTo>
                    <a:cubicBezTo>
                      <a:pt x="36" y="38"/>
                      <a:pt x="37" y="40"/>
                      <a:pt x="38" y="41"/>
                    </a:cubicBezTo>
                    <a:cubicBezTo>
                      <a:pt x="38" y="43"/>
                      <a:pt x="38" y="45"/>
                      <a:pt x="38" y="4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9" name="Freeform 2391">
                <a:extLst>
                  <a:ext uri="{FF2B5EF4-FFF2-40B4-BE49-F238E27FC236}">
                    <a16:creationId xmlns:a16="http://schemas.microsoft.com/office/drawing/2014/main" id="{984603FE-92A4-4D03-B62B-2CD80ED80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540"/>
                <a:ext cx="5" cy="3"/>
              </a:xfrm>
              <a:custGeom>
                <a:avLst/>
                <a:gdLst>
                  <a:gd name="T0" fmla="*/ 3 w 11"/>
                  <a:gd name="T1" fmla="*/ 9 h 9"/>
                  <a:gd name="T2" fmla="*/ 2 w 11"/>
                  <a:gd name="T3" fmla="*/ 9 h 9"/>
                  <a:gd name="T4" fmla="*/ 1 w 11"/>
                  <a:gd name="T5" fmla="*/ 7 h 9"/>
                  <a:gd name="T6" fmla="*/ 1 w 11"/>
                  <a:gd name="T7" fmla="*/ 5 h 9"/>
                  <a:gd name="T8" fmla="*/ 0 w 11"/>
                  <a:gd name="T9" fmla="*/ 4 h 9"/>
                  <a:gd name="T10" fmla="*/ 2 w 11"/>
                  <a:gd name="T11" fmla="*/ 2 h 9"/>
                  <a:gd name="T12" fmla="*/ 4 w 11"/>
                  <a:gd name="T13" fmla="*/ 1 h 9"/>
                  <a:gd name="T14" fmla="*/ 9 w 11"/>
                  <a:gd name="T15" fmla="*/ 1 h 9"/>
                  <a:gd name="T16" fmla="*/ 11 w 11"/>
                  <a:gd name="T17" fmla="*/ 3 h 9"/>
                  <a:gd name="T18" fmla="*/ 10 w 11"/>
                  <a:gd name="T19" fmla="*/ 5 h 9"/>
                  <a:gd name="T20" fmla="*/ 10 w 11"/>
                  <a:gd name="T21" fmla="*/ 8 h 9"/>
                  <a:gd name="T22" fmla="*/ 8 w 11"/>
                  <a:gd name="T23" fmla="*/ 8 h 9"/>
                  <a:gd name="T24" fmla="*/ 6 w 11"/>
                  <a:gd name="T25" fmla="*/ 9 h 9"/>
                  <a:gd name="T26" fmla="*/ 3 w 11"/>
                  <a:gd name="T2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3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5" y="1"/>
                      <a:pt x="8" y="0"/>
                      <a:pt x="9" y="1"/>
                    </a:cubicBezTo>
                    <a:cubicBezTo>
                      <a:pt x="10" y="1"/>
                      <a:pt x="11" y="2"/>
                      <a:pt x="11" y="3"/>
                    </a:cubicBezTo>
                    <a:cubicBezTo>
                      <a:pt x="11" y="3"/>
                      <a:pt x="10" y="4"/>
                      <a:pt x="10" y="5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9" y="8"/>
                      <a:pt x="9" y="8"/>
                      <a:pt x="8" y="8"/>
                    </a:cubicBezTo>
                    <a:cubicBezTo>
                      <a:pt x="7" y="8"/>
                      <a:pt x="6" y="9"/>
                      <a:pt x="6" y="9"/>
                    </a:cubicBezTo>
                    <a:cubicBezTo>
                      <a:pt x="4" y="9"/>
                      <a:pt x="4" y="9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0" name="Freeform 2392">
                <a:extLst>
                  <a:ext uri="{FF2B5EF4-FFF2-40B4-BE49-F238E27FC236}">
                    <a16:creationId xmlns:a16="http://schemas.microsoft.com/office/drawing/2014/main" id="{564585B9-B0B4-4C15-BABD-229A04ADC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545"/>
                <a:ext cx="1" cy="1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3 w 3"/>
                  <a:gd name="T5" fmla="*/ 1 h 3"/>
                  <a:gd name="T6" fmla="*/ 1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1" name="Freeform 2393">
                <a:extLst>
                  <a:ext uri="{FF2B5EF4-FFF2-40B4-BE49-F238E27FC236}">
                    <a16:creationId xmlns:a16="http://schemas.microsoft.com/office/drawing/2014/main" id="{8FCE194E-149C-45D1-B2B6-90B52BD35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545"/>
                <a:ext cx="2" cy="2"/>
              </a:xfrm>
              <a:custGeom>
                <a:avLst/>
                <a:gdLst>
                  <a:gd name="T0" fmla="*/ 0 w 6"/>
                  <a:gd name="T1" fmla="*/ 2 h 6"/>
                  <a:gd name="T2" fmla="*/ 1 w 6"/>
                  <a:gd name="T3" fmla="*/ 1 h 6"/>
                  <a:gd name="T4" fmla="*/ 2 w 6"/>
                  <a:gd name="T5" fmla="*/ 1 h 6"/>
                  <a:gd name="T6" fmla="*/ 4 w 6"/>
                  <a:gd name="T7" fmla="*/ 2 h 6"/>
                  <a:gd name="T8" fmla="*/ 5 w 6"/>
                  <a:gd name="T9" fmla="*/ 3 h 6"/>
                  <a:gd name="T10" fmla="*/ 5 w 6"/>
                  <a:gd name="T11" fmla="*/ 5 h 6"/>
                  <a:gd name="T12" fmla="*/ 4 w 6"/>
                  <a:gd name="T13" fmla="*/ 6 h 6"/>
                  <a:gd name="T14" fmla="*/ 1 w 6"/>
                  <a:gd name="T15" fmla="*/ 5 h 6"/>
                  <a:gd name="T16" fmla="*/ 0 w 6"/>
                  <a:gd name="T17" fmla="*/ 4 h 6"/>
                  <a:gd name="T18" fmla="*/ 0 w 6"/>
                  <a:gd name="T1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5" y="3"/>
                      <a:pt x="6" y="4"/>
                      <a:pt x="5" y="5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2" name="Freeform 2394">
                <a:extLst>
                  <a:ext uri="{FF2B5EF4-FFF2-40B4-BE49-F238E27FC236}">
                    <a16:creationId xmlns:a16="http://schemas.microsoft.com/office/drawing/2014/main" id="{AA00946E-120A-4877-A837-6BBF58A5B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548"/>
                <a:ext cx="1" cy="1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1 h 3"/>
                  <a:gd name="T4" fmla="*/ 1 w 4"/>
                  <a:gd name="T5" fmla="*/ 0 h 3"/>
                  <a:gd name="T6" fmla="*/ 4 w 4"/>
                  <a:gd name="T7" fmla="*/ 0 h 3"/>
                  <a:gd name="T8" fmla="*/ 4 w 4"/>
                  <a:gd name="T9" fmla="*/ 1 h 3"/>
                  <a:gd name="T10" fmla="*/ 4 w 4"/>
                  <a:gd name="T11" fmla="*/ 2 h 3"/>
                  <a:gd name="T12" fmla="*/ 2 w 4"/>
                  <a:gd name="T13" fmla="*/ 3 h 3"/>
                  <a:gd name="T14" fmla="*/ 0 w 4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3" name="Freeform 2395">
                <a:extLst>
                  <a:ext uri="{FF2B5EF4-FFF2-40B4-BE49-F238E27FC236}">
                    <a16:creationId xmlns:a16="http://schemas.microsoft.com/office/drawing/2014/main" id="{3C1A4430-0714-4B6F-BCF6-9E9D056F6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552"/>
                <a:ext cx="2" cy="4"/>
              </a:xfrm>
              <a:custGeom>
                <a:avLst/>
                <a:gdLst>
                  <a:gd name="T0" fmla="*/ 0 w 5"/>
                  <a:gd name="T1" fmla="*/ 2 h 8"/>
                  <a:gd name="T2" fmla="*/ 3 w 5"/>
                  <a:gd name="T3" fmla="*/ 1 h 8"/>
                  <a:gd name="T4" fmla="*/ 4 w 5"/>
                  <a:gd name="T5" fmla="*/ 2 h 8"/>
                  <a:gd name="T6" fmla="*/ 5 w 5"/>
                  <a:gd name="T7" fmla="*/ 2 h 8"/>
                  <a:gd name="T8" fmla="*/ 5 w 5"/>
                  <a:gd name="T9" fmla="*/ 6 h 8"/>
                  <a:gd name="T10" fmla="*/ 4 w 5"/>
                  <a:gd name="T11" fmla="*/ 7 h 8"/>
                  <a:gd name="T12" fmla="*/ 3 w 5"/>
                  <a:gd name="T13" fmla="*/ 7 h 8"/>
                  <a:gd name="T14" fmla="*/ 3 w 5"/>
                  <a:gd name="T15" fmla="*/ 7 h 8"/>
                  <a:gd name="T16" fmla="*/ 2 w 5"/>
                  <a:gd name="T17" fmla="*/ 5 h 8"/>
                  <a:gd name="T18" fmla="*/ 2 w 5"/>
                  <a:gd name="T19" fmla="*/ 4 h 8"/>
                  <a:gd name="T20" fmla="*/ 0 w 5"/>
                  <a:gd name="T2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3"/>
                      <a:pt x="5" y="5"/>
                      <a:pt x="5" y="6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7"/>
                      <a:pt x="4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4" name="Freeform 2396">
                <a:extLst>
                  <a:ext uri="{FF2B5EF4-FFF2-40B4-BE49-F238E27FC236}">
                    <a16:creationId xmlns:a16="http://schemas.microsoft.com/office/drawing/2014/main" id="{5C0E203E-B712-4731-8A73-FCCA52CEC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553"/>
                <a:ext cx="2" cy="3"/>
              </a:xfrm>
              <a:custGeom>
                <a:avLst/>
                <a:gdLst>
                  <a:gd name="T0" fmla="*/ 2 w 4"/>
                  <a:gd name="T1" fmla="*/ 1 h 8"/>
                  <a:gd name="T2" fmla="*/ 4 w 4"/>
                  <a:gd name="T3" fmla="*/ 1 h 8"/>
                  <a:gd name="T4" fmla="*/ 4 w 4"/>
                  <a:gd name="T5" fmla="*/ 4 h 8"/>
                  <a:gd name="T6" fmla="*/ 4 w 4"/>
                  <a:gd name="T7" fmla="*/ 6 h 8"/>
                  <a:gd name="T8" fmla="*/ 1 w 4"/>
                  <a:gd name="T9" fmla="*/ 7 h 8"/>
                  <a:gd name="T10" fmla="*/ 0 w 4"/>
                  <a:gd name="T11" fmla="*/ 4 h 8"/>
                  <a:gd name="T12" fmla="*/ 2 w 4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2" y="1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5" name="Freeform 2397">
                <a:extLst>
                  <a:ext uri="{FF2B5EF4-FFF2-40B4-BE49-F238E27FC236}">
                    <a16:creationId xmlns:a16="http://schemas.microsoft.com/office/drawing/2014/main" id="{47BED15C-4378-4F97-A8B3-4532C82BC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557"/>
                <a:ext cx="2" cy="3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0 w 4"/>
                  <a:gd name="T5" fmla="*/ 5 h 6"/>
                  <a:gd name="T6" fmla="*/ 0 w 4"/>
                  <a:gd name="T7" fmla="*/ 3 h 6"/>
                  <a:gd name="T8" fmla="*/ 1 w 4"/>
                  <a:gd name="T9" fmla="*/ 1 h 6"/>
                  <a:gd name="T10" fmla="*/ 3 w 4"/>
                  <a:gd name="T11" fmla="*/ 5 h 6"/>
                  <a:gd name="T12" fmla="*/ 2 w 4"/>
                  <a:gd name="T13" fmla="*/ 6 h 6"/>
                  <a:gd name="T14" fmla="*/ 0 w 4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3" y="0"/>
                      <a:pt x="4" y="4"/>
                      <a:pt x="3" y="5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1" y="6"/>
                      <a:pt x="0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6" name="Freeform 2398">
                <a:extLst>
                  <a:ext uri="{FF2B5EF4-FFF2-40B4-BE49-F238E27FC236}">
                    <a16:creationId xmlns:a16="http://schemas.microsoft.com/office/drawing/2014/main" id="{4CB3012E-383B-4116-AE29-715798753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570"/>
                <a:ext cx="3" cy="3"/>
              </a:xfrm>
              <a:custGeom>
                <a:avLst/>
                <a:gdLst>
                  <a:gd name="T0" fmla="*/ 1 w 9"/>
                  <a:gd name="T1" fmla="*/ 5 h 7"/>
                  <a:gd name="T2" fmla="*/ 0 w 9"/>
                  <a:gd name="T3" fmla="*/ 3 h 7"/>
                  <a:gd name="T4" fmla="*/ 1 w 9"/>
                  <a:gd name="T5" fmla="*/ 1 h 7"/>
                  <a:gd name="T6" fmla="*/ 3 w 9"/>
                  <a:gd name="T7" fmla="*/ 0 h 7"/>
                  <a:gd name="T8" fmla="*/ 5 w 9"/>
                  <a:gd name="T9" fmla="*/ 2 h 7"/>
                  <a:gd name="T10" fmla="*/ 7 w 9"/>
                  <a:gd name="T11" fmla="*/ 3 h 7"/>
                  <a:gd name="T12" fmla="*/ 8 w 9"/>
                  <a:gd name="T13" fmla="*/ 4 h 7"/>
                  <a:gd name="T14" fmla="*/ 8 w 9"/>
                  <a:gd name="T15" fmla="*/ 6 h 7"/>
                  <a:gd name="T16" fmla="*/ 6 w 9"/>
                  <a:gd name="T17" fmla="*/ 7 h 7"/>
                  <a:gd name="T18" fmla="*/ 3 w 9"/>
                  <a:gd name="T19" fmla="*/ 7 h 7"/>
                  <a:gd name="T20" fmla="*/ 1 w 9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7">
                    <a:moveTo>
                      <a:pt x="1" y="5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5" y="2"/>
                    </a:cubicBezTo>
                    <a:cubicBezTo>
                      <a:pt x="5" y="2"/>
                      <a:pt x="6" y="3"/>
                      <a:pt x="7" y="3"/>
                    </a:cubicBezTo>
                    <a:cubicBezTo>
                      <a:pt x="7" y="3"/>
                      <a:pt x="8" y="3"/>
                      <a:pt x="8" y="4"/>
                    </a:cubicBezTo>
                    <a:cubicBezTo>
                      <a:pt x="9" y="5"/>
                      <a:pt x="9" y="6"/>
                      <a:pt x="8" y="6"/>
                    </a:cubicBezTo>
                    <a:cubicBezTo>
                      <a:pt x="7" y="6"/>
                      <a:pt x="7" y="7"/>
                      <a:pt x="6" y="7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2" y="6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7" name="Freeform 2399">
                <a:extLst>
                  <a:ext uri="{FF2B5EF4-FFF2-40B4-BE49-F238E27FC236}">
                    <a16:creationId xmlns:a16="http://schemas.microsoft.com/office/drawing/2014/main" id="{D8A37744-FBEA-40D7-8740-14FCD49AB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565"/>
                <a:ext cx="5" cy="8"/>
              </a:xfrm>
              <a:custGeom>
                <a:avLst/>
                <a:gdLst>
                  <a:gd name="T0" fmla="*/ 1 w 10"/>
                  <a:gd name="T1" fmla="*/ 10 h 20"/>
                  <a:gd name="T2" fmla="*/ 0 w 10"/>
                  <a:gd name="T3" fmla="*/ 8 h 20"/>
                  <a:gd name="T4" fmla="*/ 1 w 10"/>
                  <a:gd name="T5" fmla="*/ 5 h 20"/>
                  <a:gd name="T6" fmla="*/ 1 w 10"/>
                  <a:gd name="T7" fmla="*/ 3 h 20"/>
                  <a:gd name="T8" fmla="*/ 4 w 10"/>
                  <a:gd name="T9" fmla="*/ 0 h 20"/>
                  <a:gd name="T10" fmla="*/ 7 w 10"/>
                  <a:gd name="T11" fmla="*/ 1 h 20"/>
                  <a:gd name="T12" fmla="*/ 8 w 10"/>
                  <a:gd name="T13" fmla="*/ 3 h 20"/>
                  <a:gd name="T14" fmla="*/ 10 w 10"/>
                  <a:gd name="T15" fmla="*/ 5 h 20"/>
                  <a:gd name="T16" fmla="*/ 10 w 10"/>
                  <a:gd name="T17" fmla="*/ 8 h 20"/>
                  <a:gd name="T18" fmla="*/ 10 w 10"/>
                  <a:gd name="T19" fmla="*/ 11 h 20"/>
                  <a:gd name="T20" fmla="*/ 10 w 10"/>
                  <a:gd name="T21" fmla="*/ 14 h 20"/>
                  <a:gd name="T22" fmla="*/ 10 w 10"/>
                  <a:gd name="T23" fmla="*/ 16 h 20"/>
                  <a:gd name="T24" fmla="*/ 10 w 10"/>
                  <a:gd name="T25" fmla="*/ 17 h 20"/>
                  <a:gd name="T26" fmla="*/ 7 w 10"/>
                  <a:gd name="T27" fmla="*/ 20 h 20"/>
                  <a:gd name="T28" fmla="*/ 6 w 10"/>
                  <a:gd name="T29" fmla="*/ 19 h 20"/>
                  <a:gd name="T30" fmla="*/ 5 w 10"/>
                  <a:gd name="T31" fmla="*/ 17 h 20"/>
                  <a:gd name="T32" fmla="*/ 4 w 10"/>
                  <a:gd name="T33" fmla="*/ 15 h 20"/>
                  <a:gd name="T34" fmla="*/ 4 w 10"/>
                  <a:gd name="T35" fmla="*/ 12 h 20"/>
                  <a:gd name="T36" fmla="*/ 1 w 10"/>
                  <a:gd name="T3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20">
                    <a:moveTo>
                      <a:pt x="1" y="10"/>
                    </a:moveTo>
                    <a:cubicBezTo>
                      <a:pt x="1" y="9"/>
                      <a:pt x="0" y="9"/>
                      <a:pt x="0" y="8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9" y="4"/>
                      <a:pt x="9" y="5"/>
                      <a:pt x="10" y="5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9"/>
                      <a:pt x="10" y="10"/>
                      <a:pt x="10" y="11"/>
                    </a:cubicBezTo>
                    <a:cubicBezTo>
                      <a:pt x="10" y="12"/>
                      <a:pt x="10" y="13"/>
                      <a:pt x="10" y="14"/>
                    </a:cubicBezTo>
                    <a:cubicBezTo>
                      <a:pt x="10" y="14"/>
                      <a:pt x="10" y="15"/>
                      <a:pt x="10" y="16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9" y="18"/>
                      <a:pt x="9" y="20"/>
                      <a:pt x="7" y="20"/>
                    </a:cubicBezTo>
                    <a:cubicBezTo>
                      <a:pt x="7" y="20"/>
                      <a:pt x="7" y="20"/>
                      <a:pt x="6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5" y="14"/>
                      <a:pt x="5" y="12"/>
                      <a:pt x="4" y="12"/>
                    </a:cubicBezTo>
                    <a:cubicBezTo>
                      <a:pt x="3" y="11"/>
                      <a:pt x="2" y="11"/>
                      <a:pt x="1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8" name="Freeform 2400">
                <a:extLst>
                  <a:ext uri="{FF2B5EF4-FFF2-40B4-BE49-F238E27FC236}">
                    <a16:creationId xmlns:a16="http://schemas.microsoft.com/office/drawing/2014/main" id="{AD21F92F-49F7-4316-B096-0E63D57E4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569"/>
                <a:ext cx="2" cy="3"/>
              </a:xfrm>
              <a:custGeom>
                <a:avLst/>
                <a:gdLst>
                  <a:gd name="T0" fmla="*/ 0 w 5"/>
                  <a:gd name="T1" fmla="*/ 4 h 6"/>
                  <a:gd name="T2" fmla="*/ 0 w 5"/>
                  <a:gd name="T3" fmla="*/ 4 h 6"/>
                  <a:gd name="T4" fmla="*/ 0 w 5"/>
                  <a:gd name="T5" fmla="*/ 2 h 6"/>
                  <a:gd name="T6" fmla="*/ 0 w 5"/>
                  <a:gd name="T7" fmla="*/ 1 h 6"/>
                  <a:gd name="T8" fmla="*/ 1 w 5"/>
                  <a:gd name="T9" fmla="*/ 0 h 6"/>
                  <a:gd name="T10" fmla="*/ 2 w 5"/>
                  <a:gd name="T11" fmla="*/ 2 h 6"/>
                  <a:gd name="T12" fmla="*/ 3 w 5"/>
                  <a:gd name="T13" fmla="*/ 4 h 6"/>
                  <a:gd name="T14" fmla="*/ 4 w 5"/>
                  <a:gd name="T15" fmla="*/ 5 h 6"/>
                  <a:gd name="T16" fmla="*/ 0 w 5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4" y="4"/>
                      <a:pt x="5" y="5"/>
                      <a:pt x="4" y="5"/>
                    </a:cubicBezTo>
                    <a:cubicBezTo>
                      <a:pt x="3" y="6"/>
                      <a:pt x="1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9" name="Freeform 2401">
                <a:extLst>
                  <a:ext uri="{FF2B5EF4-FFF2-40B4-BE49-F238E27FC236}">
                    <a16:creationId xmlns:a16="http://schemas.microsoft.com/office/drawing/2014/main" id="{DA2C09DB-4C95-4D9F-853B-C6F3EC48F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1572"/>
                <a:ext cx="10" cy="9"/>
              </a:xfrm>
              <a:custGeom>
                <a:avLst/>
                <a:gdLst>
                  <a:gd name="T0" fmla="*/ 1 w 25"/>
                  <a:gd name="T1" fmla="*/ 5 h 23"/>
                  <a:gd name="T2" fmla="*/ 0 w 25"/>
                  <a:gd name="T3" fmla="*/ 3 h 23"/>
                  <a:gd name="T4" fmla="*/ 1 w 25"/>
                  <a:gd name="T5" fmla="*/ 1 h 23"/>
                  <a:gd name="T6" fmla="*/ 4 w 25"/>
                  <a:gd name="T7" fmla="*/ 0 h 23"/>
                  <a:gd name="T8" fmla="*/ 7 w 25"/>
                  <a:gd name="T9" fmla="*/ 2 h 23"/>
                  <a:gd name="T10" fmla="*/ 11 w 25"/>
                  <a:gd name="T11" fmla="*/ 2 h 23"/>
                  <a:gd name="T12" fmla="*/ 14 w 25"/>
                  <a:gd name="T13" fmla="*/ 3 h 23"/>
                  <a:gd name="T14" fmla="*/ 18 w 25"/>
                  <a:gd name="T15" fmla="*/ 4 h 23"/>
                  <a:gd name="T16" fmla="*/ 20 w 25"/>
                  <a:gd name="T17" fmla="*/ 6 h 23"/>
                  <a:gd name="T18" fmla="*/ 22 w 25"/>
                  <a:gd name="T19" fmla="*/ 9 h 23"/>
                  <a:gd name="T20" fmla="*/ 23 w 25"/>
                  <a:gd name="T21" fmla="*/ 11 h 23"/>
                  <a:gd name="T22" fmla="*/ 24 w 25"/>
                  <a:gd name="T23" fmla="*/ 12 h 23"/>
                  <a:gd name="T24" fmla="*/ 22 w 25"/>
                  <a:gd name="T25" fmla="*/ 14 h 23"/>
                  <a:gd name="T26" fmla="*/ 19 w 25"/>
                  <a:gd name="T27" fmla="*/ 13 h 23"/>
                  <a:gd name="T28" fmla="*/ 17 w 25"/>
                  <a:gd name="T29" fmla="*/ 16 h 23"/>
                  <a:gd name="T30" fmla="*/ 18 w 25"/>
                  <a:gd name="T31" fmla="*/ 19 h 23"/>
                  <a:gd name="T32" fmla="*/ 18 w 25"/>
                  <a:gd name="T33" fmla="*/ 20 h 23"/>
                  <a:gd name="T34" fmla="*/ 19 w 25"/>
                  <a:gd name="T35" fmla="*/ 21 h 23"/>
                  <a:gd name="T36" fmla="*/ 16 w 25"/>
                  <a:gd name="T37" fmla="*/ 23 h 23"/>
                  <a:gd name="T38" fmla="*/ 8 w 25"/>
                  <a:gd name="T39" fmla="*/ 18 h 23"/>
                  <a:gd name="T40" fmla="*/ 5 w 25"/>
                  <a:gd name="T41" fmla="*/ 15 h 23"/>
                  <a:gd name="T42" fmla="*/ 4 w 25"/>
                  <a:gd name="T43" fmla="*/ 12 h 23"/>
                  <a:gd name="T44" fmla="*/ 2 w 25"/>
                  <a:gd name="T45" fmla="*/ 8 h 23"/>
                  <a:gd name="T46" fmla="*/ 1 w 25"/>
                  <a:gd name="T47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23">
                    <a:moveTo>
                      <a:pt x="1" y="5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8" y="2"/>
                      <a:pt x="9" y="2"/>
                      <a:pt x="11" y="2"/>
                    </a:cubicBezTo>
                    <a:cubicBezTo>
                      <a:pt x="12" y="2"/>
                      <a:pt x="13" y="3"/>
                      <a:pt x="14" y="3"/>
                    </a:cubicBezTo>
                    <a:cubicBezTo>
                      <a:pt x="16" y="3"/>
                      <a:pt x="17" y="3"/>
                      <a:pt x="18" y="4"/>
                    </a:cubicBezTo>
                    <a:cubicBezTo>
                      <a:pt x="18" y="5"/>
                      <a:pt x="19" y="6"/>
                      <a:pt x="20" y="6"/>
                    </a:cubicBezTo>
                    <a:cubicBezTo>
                      <a:pt x="21" y="7"/>
                      <a:pt x="21" y="8"/>
                      <a:pt x="22" y="9"/>
                    </a:cubicBezTo>
                    <a:cubicBezTo>
                      <a:pt x="22" y="10"/>
                      <a:pt x="23" y="10"/>
                      <a:pt x="23" y="11"/>
                    </a:cubicBezTo>
                    <a:cubicBezTo>
                      <a:pt x="23" y="11"/>
                      <a:pt x="24" y="12"/>
                      <a:pt x="24" y="12"/>
                    </a:cubicBezTo>
                    <a:cubicBezTo>
                      <a:pt x="25" y="14"/>
                      <a:pt x="24" y="14"/>
                      <a:pt x="22" y="14"/>
                    </a:cubicBezTo>
                    <a:cubicBezTo>
                      <a:pt x="21" y="14"/>
                      <a:pt x="20" y="13"/>
                      <a:pt x="19" y="13"/>
                    </a:cubicBezTo>
                    <a:cubicBezTo>
                      <a:pt x="19" y="14"/>
                      <a:pt x="18" y="15"/>
                      <a:pt x="17" y="16"/>
                    </a:cubicBezTo>
                    <a:cubicBezTo>
                      <a:pt x="17" y="17"/>
                      <a:pt x="18" y="18"/>
                      <a:pt x="18" y="19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9" y="21"/>
                    </a:cubicBezTo>
                    <a:cubicBezTo>
                      <a:pt x="19" y="22"/>
                      <a:pt x="17" y="23"/>
                      <a:pt x="16" y="23"/>
                    </a:cubicBezTo>
                    <a:cubicBezTo>
                      <a:pt x="13" y="23"/>
                      <a:pt x="10" y="20"/>
                      <a:pt x="8" y="18"/>
                    </a:cubicBezTo>
                    <a:cubicBezTo>
                      <a:pt x="7" y="17"/>
                      <a:pt x="6" y="16"/>
                      <a:pt x="5" y="15"/>
                    </a:cubicBezTo>
                    <a:cubicBezTo>
                      <a:pt x="4" y="14"/>
                      <a:pt x="4" y="13"/>
                      <a:pt x="4" y="12"/>
                    </a:cubicBezTo>
                    <a:cubicBezTo>
                      <a:pt x="3" y="11"/>
                      <a:pt x="3" y="9"/>
                      <a:pt x="2" y="8"/>
                    </a:cubicBezTo>
                    <a:cubicBezTo>
                      <a:pt x="1" y="7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0" name="Freeform 2402">
                <a:extLst>
                  <a:ext uri="{FF2B5EF4-FFF2-40B4-BE49-F238E27FC236}">
                    <a16:creationId xmlns:a16="http://schemas.microsoft.com/office/drawing/2014/main" id="{D8E6C64E-F50D-4149-BB83-E15E69A88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573"/>
                <a:ext cx="7" cy="11"/>
              </a:xfrm>
              <a:custGeom>
                <a:avLst/>
                <a:gdLst>
                  <a:gd name="T0" fmla="*/ 4 w 18"/>
                  <a:gd name="T1" fmla="*/ 10 h 25"/>
                  <a:gd name="T2" fmla="*/ 4 w 18"/>
                  <a:gd name="T3" fmla="*/ 7 h 25"/>
                  <a:gd name="T4" fmla="*/ 2 w 18"/>
                  <a:gd name="T5" fmla="*/ 5 h 25"/>
                  <a:gd name="T6" fmla="*/ 4 w 18"/>
                  <a:gd name="T7" fmla="*/ 1 h 25"/>
                  <a:gd name="T8" fmla="*/ 5 w 18"/>
                  <a:gd name="T9" fmla="*/ 2 h 25"/>
                  <a:gd name="T10" fmla="*/ 7 w 18"/>
                  <a:gd name="T11" fmla="*/ 2 h 25"/>
                  <a:gd name="T12" fmla="*/ 9 w 18"/>
                  <a:gd name="T13" fmla="*/ 4 h 25"/>
                  <a:gd name="T14" fmla="*/ 10 w 18"/>
                  <a:gd name="T15" fmla="*/ 6 h 25"/>
                  <a:gd name="T16" fmla="*/ 12 w 18"/>
                  <a:gd name="T17" fmla="*/ 9 h 25"/>
                  <a:gd name="T18" fmla="*/ 13 w 18"/>
                  <a:gd name="T19" fmla="*/ 12 h 25"/>
                  <a:gd name="T20" fmla="*/ 14 w 18"/>
                  <a:gd name="T21" fmla="*/ 14 h 25"/>
                  <a:gd name="T22" fmla="*/ 15 w 18"/>
                  <a:gd name="T23" fmla="*/ 16 h 25"/>
                  <a:gd name="T24" fmla="*/ 17 w 18"/>
                  <a:gd name="T25" fmla="*/ 18 h 25"/>
                  <a:gd name="T26" fmla="*/ 16 w 18"/>
                  <a:gd name="T27" fmla="*/ 24 h 25"/>
                  <a:gd name="T28" fmla="*/ 13 w 18"/>
                  <a:gd name="T29" fmla="*/ 25 h 25"/>
                  <a:gd name="T30" fmla="*/ 11 w 18"/>
                  <a:gd name="T31" fmla="*/ 25 h 25"/>
                  <a:gd name="T32" fmla="*/ 7 w 18"/>
                  <a:gd name="T33" fmla="*/ 22 h 25"/>
                  <a:gd name="T34" fmla="*/ 4 w 18"/>
                  <a:gd name="T35" fmla="*/ 18 h 25"/>
                  <a:gd name="T36" fmla="*/ 4 w 18"/>
                  <a:gd name="T37" fmla="*/ 14 h 25"/>
                  <a:gd name="T38" fmla="*/ 4 w 18"/>
                  <a:gd name="T39" fmla="*/ 12 h 25"/>
                  <a:gd name="T40" fmla="*/ 4 w 18"/>
                  <a:gd name="T41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25">
                    <a:moveTo>
                      <a:pt x="4" y="10"/>
                    </a:moveTo>
                    <a:cubicBezTo>
                      <a:pt x="4" y="9"/>
                      <a:pt x="4" y="8"/>
                      <a:pt x="4" y="7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0" y="3"/>
                      <a:pt x="2" y="0"/>
                      <a:pt x="4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5"/>
                      <a:pt x="10" y="6"/>
                      <a:pt x="10" y="6"/>
                    </a:cubicBezTo>
                    <a:cubicBezTo>
                      <a:pt x="11" y="7"/>
                      <a:pt x="12" y="8"/>
                      <a:pt x="12" y="9"/>
                    </a:cubicBezTo>
                    <a:cubicBezTo>
                      <a:pt x="12" y="10"/>
                      <a:pt x="13" y="11"/>
                      <a:pt x="13" y="12"/>
                    </a:cubicBezTo>
                    <a:cubicBezTo>
                      <a:pt x="13" y="13"/>
                      <a:pt x="13" y="14"/>
                      <a:pt x="14" y="14"/>
                    </a:cubicBezTo>
                    <a:cubicBezTo>
                      <a:pt x="14" y="15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7" y="18"/>
                    </a:cubicBezTo>
                    <a:cubicBezTo>
                      <a:pt x="18" y="20"/>
                      <a:pt x="18" y="23"/>
                      <a:pt x="16" y="24"/>
                    </a:cubicBezTo>
                    <a:cubicBezTo>
                      <a:pt x="15" y="24"/>
                      <a:pt x="14" y="25"/>
                      <a:pt x="13" y="25"/>
                    </a:cubicBezTo>
                    <a:cubicBezTo>
                      <a:pt x="13" y="25"/>
                      <a:pt x="12" y="25"/>
                      <a:pt x="11" y="25"/>
                    </a:cubicBezTo>
                    <a:cubicBezTo>
                      <a:pt x="9" y="24"/>
                      <a:pt x="8" y="23"/>
                      <a:pt x="7" y="22"/>
                    </a:cubicBezTo>
                    <a:cubicBezTo>
                      <a:pt x="6" y="21"/>
                      <a:pt x="5" y="19"/>
                      <a:pt x="4" y="18"/>
                    </a:cubicBezTo>
                    <a:cubicBezTo>
                      <a:pt x="4" y="17"/>
                      <a:pt x="4" y="15"/>
                      <a:pt x="4" y="14"/>
                    </a:cubicBezTo>
                    <a:cubicBezTo>
                      <a:pt x="4" y="14"/>
                      <a:pt x="4" y="13"/>
                      <a:pt x="4" y="12"/>
                    </a:cubicBezTo>
                    <a:cubicBezTo>
                      <a:pt x="4" y="12"/>
                      <a:pt x="4" y="11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1" name="Freeform 2403">
                <a:extLst>
                  <a:ext uri="{FF2B5EF4-FFF2-40B4-BE49-F238E27FC236}">
                    <a16:creationId xmlns:a16="http://schemas.microsoft.com/office/drawing/2014/main" id="{7AE78489-C6A7-444F-B866-7822CBD2B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1579"/>
                <a:ext cx="2" cy="2"/>
              </a:xfrm>
              <a:custGeom>
                <a:avLst/>
                <a:gdLst>
                  <a:gd name="T0" fmla="*/ 1 w 3"/>
                  <a:gd name="T1" fmla="*/ 1 h 4"/>
                  <a:gd name="T2" fmla="*/ 3 w 3"/>
                  <a:gd name="T3" fmla="*/ 2 h 4"/>
                  <a:gd name="T4" fmla="*/ 1 w 3"/>
                  <a:gd name="T5" fmla="*/ 3 h 4"/>
                  <a:gd name="T6" fmla="*/ 0 w 3"/>
                  <a:gd name="T7" fmla="*/ 2 h 4"/>
                  <a:gd name="T8" fmla="*/ 1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2" name="Freeform 2404">
                <a:extLst>
                  <a:ext uri="{FF2B5EF4-FFF2-40B4-BE49-F238E27FC236}">
                    <a16:creationId xmlns:a16="http://schemas.microsoft.com/office/drawing/2014/main" id="{CC2DDAB1-9391-43C1-B0BB-091A7F8F2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1578"/>
                <a:ext cx="3" cy="3"/>
              </a:xfrm>
              <a:custGeom>
                <a:avLst/>
                <a:gdLst>
                  <a:gd name="T0" fmla="*/ 1 w 8"/>
                  <a:gd name="T1" fmla="*/ 7 h 8"/>
                  <a:gd name="T2" fmla="*/ 0 w 8"/>
                  <a:gd name="T3" fmla="*/ 6 h 8"/>
                  <a:gd name="T4" fmla="*/ 0 w 8"/>
                  <a:gd name="T5" fmla="*/ 5 h 8"/>
                  <a:gd name="T6" fmla="*/ 1 w 8"/>
                  <a:gd name="T7" fmla="*/ 4 h 8"/>
                  <a:gd name="T8" fmla="*/ 1 w 8"/>
                  <a:gd name="T9" fmla="*/ 2 h 8"/>
                  <a:gd name="T10" fmla="*/ 5 w 8"/>
                  <a:gd name="T11" fmla="*/ 1 h 8"/>
                  <a:gd name="T12" fmla="*/ 6 w 8"/>
                  <a:gd name="T13" fmla="*/ 2 h 8"/>
                  <a:gd name="T14" fmla="*/ 7 w 8"/>
                  <a:gd name="T15" fmla="*/ 3 h 8"/>
                  <a:gd name="T16" fmla="*/ 8 w 8"/>
                  <a:gd name="T17" fmla="*/ 5 h 8"/>
                  <a:gd name="T18" fmla="*/ 6 w 8"/>
                  <a:gd name="T19" fmla="*/ 6 h 8"/>
                  <a:gd name="T20" fmla="*/ 3 w 8"/>
                  <a:gd name="T21" fmla="*/ 7 h 8"/>
                  <a:gd name="T22" fmla="*/ 1 w 8"/>
                  <a:gd name="T2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8">
                    <a:moveTo>
                      <a:pt x="1" y="7"/>
                    </a:move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2" y="0"/>
                      <a:pt x="3" y="1"/>
                      <a:pt x="5" y="1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2" y="7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3" name="Freeform 2405">
                <a:extLst>
                  <a:ext uri="{FF2B5EF4-FFF2-40B4-BE49-F238E27FC236}">
                    <a16:creationId xmlns:a16="http://schemas.microsoft.com/office/drawing/2014/main" id="{E71816B2-B5E5-4C86-B7D4-5BAE523F0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586"/>
                <a:ext cx="2" cy="3"/>
              </a:xfrm>
              <a:custGeom>
                <a:avLst/>
                <a:gdLst>
                  <a:gd name="T0" fmla="*/ 2 w 5"/>
                  <a:gd name="T1" fmla="*/ 6 h 6"/>
                  <a:gd name="T2" fmla="*/ 0 w 5"/>
                  <a:gd name="T3" fmla="*/ 3 h 6"/>
                  <a:gd name="T4" fmla="*/ 0 w 5"/>
                  <a:gd name="T5" fmla="*/ 1 h 6"/>
                  <a:gd name="T6" fmla="*/ 1 w 5"/>
                  <a:gd name="T7" fmla="*/ 0 h 6"/>
                  <a:gd name="T8" fmla="*/ 3 w 5"/>
                  <a:gd name="T9" fmla="*/ 0 h 6"/>
                  <a:gd name="T10" fmla="*/ 4 w 5"/>
                  <a:gd name="T11" fmla="*/ 2 h 6"/>
                  <a:gd name="T12" fmla="*/ 5 w 5"/>
                  <a:gd name="T13" fmla="*/ 5 h 6"/>
                  <a:gd name="T14" fmla="*/ 2 w 5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1" y="5"/>
                      <a:pt x="1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6"/>
                      <a:pt x="2" y="6"/>
                      <a:pt x="2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4" name="Freeform 2406">
                <a:extLst>
                  <a:ext uri="{FF2B5EF4-FFF2-40B4-BE49-F238E27FC236}">
                    <a16:creationId xmlns:a16="http://schemas.microsoft.com/office/drawing/2014/main" id="{C2445443-B849-4B94-AFD6-959D3D25F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588"/>
                <a:ext cx="2" cy="2"/>
              </a:xfrm>
              <a:custGeom>
                <a:avLst/>
                <a:gdLst>
                  <a:gd name="T0" fmla="*/ 1 w 5"/>
                  <a:gd name="T1" fmla="*/ 4 h 4"/>
                  <a:gd name="T2" fmla="*/ 0 w 5"/>
                  <a:gd name="T3" fmla="*/ 2 h 4"/>
                  <a:gd name="T4" fmla="*/ 2 w 5"/>
                  <a:gd name="T5" fmla="*/ 0 h 4"/>
                  <a:gd name="T6" fmla="*/ 4 w 5"/>
                  <a:gd name="T7" fmla="*/ 1 h 4"/>
                  <a:gd name="T8" fmla="*/ 3 w 5"/>
                  <a:gd name="T9" fmla="*/ 4 h 4"/>
                  <a:gd name="T10" fmla="*/ 2 w 5"/>
                  <a:gd name="T11" fmla="*/ 4 h 4"/>
                  <a:gd name="T12" fmla="*/ 1 w 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5" name="Freeform 2407">
                <a:extLst>
                  <a:ext uri="{FF2B5EF4-FFF2-40B4-BE49-F238E27FC236}">
                    <a16:creationId xmlns:a16="http://schemas.microsoft.com/office/drawing/2014/main" id="{AA2CE0DA-921E-4752-9FC4-03F9BB8DD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591"/>
                <a:ext cx="3" cy="3"/>
              </a:xfrm>
              <a:custGeom>
                <a:avLst/>
                <a:gdLst>
                  <a:gd name="T0" fmla="*/ 1 w 8"/>
                  <a:gd name="T1" fmla="*/ 1 h 7"/>
                  <a:gd name="T2" fmla="*/ 4 w 8"/>
                  <a:gd name="T3" fmla="*/ 0 h 7"/>
                  <a:gd name="T4" fmla="*/ 6 w 8"/>
                  <a:gd name="T5" fmla="*/ 1 h 7"/>
                  <a:gd name="T6" fmla="*/ 8 w 8"/>
                  <a:gd name="T7" fmla="*/ 4 h 7"/>
                  <a:gd name="T8" fmla="*/ 7 w 8"/>
                  <a:gd name="T9" fmla="*/ 6 h 7"/>
                  <a:gd name="T10" fmla="*/ 4 w 8"/>
                  <a:gd name="T11" fmla="*/ 6 h 7"/>
                  <a:gd name="T12" fmla="*/ 3 w 8"/>
                  <a:gd name="T13" fmla="*/ 5 h 7"/>
                  <a:gd name="T14" fmla="*/ 2 w 8"/>
                  <a:gd name="T15" fmla="*/ 4 h 7"/>
                  <a:gd name="T16" fmla="*/ 1 w 8"/>
                  <a:gd name="T1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7" y="2"/>
                      <a:pt x="8" y="2"/>
                      <a:pt x="8" y="4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6" y="7"/>
                      <a:pt x="5" y="6"/>
                      <a:pt x="4" y="6"/>
                    </a:cubicBezTo>
                    <a:cubicBezTo>
                      <a:pt x="4" y="6"/>
                      <a:pt x="3" y="6"/>
                      <a:pt x="3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6" name="Freeform 2408">
                <a:extLst>
                  <a:ext uri="{FF2B5EF4-FFF2-40B4-BE49-F238E27FC236}">
                    <a16:creationId xmlns:a16="http://schemas.microsoft.com/office/drawing/2014/main" id="{8AD9B36E-FD4D-4241-A14D-51F6A5270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593"/>
                <a:ext cx="3" cy="4"/>
              </a:xfrm>
              <a:custGeom>
                <a:avLst/>
                <a:gdLst>
                  <a:gd name="T0" fmla="*/ 1 w 8"/>
                  <a:gd name="T1" fmla="*/ 7 h 9"/>
                  <a:gd name="T2" fmla="*/ 1 w 8"/>
                  <a:gd name="T3" fmla="*/ 3 h 9"/>
                  <a:gd name="T4" fmla="*/ 2 w 8"/>
                  <a:gd name="T5" fmla="*/ 1 h 9"/>
                  <a:gd name="T6" fmla="*/ 5 w 8"/>
                  <a:gd name="T7" fmla="*/ 1 h 9"/>
                  <a:gd name="T8" fmla="*/ 6 w 8"/>
                  <a:gd name="T9" fmla="*/ 2 h 9"/>
                  <a:gd name="T10" fmla="*/ 6 w 8"/>
                  <a:gd name="T11" fmla="*/ 3 h 9"/>
                  <a:gd name="T12" fmla="*/ 7 w 8"/>
                  <a:gd name="T13" fmla="*/ 5 h 9"/>
                  <a:gd name="T14" fmla="*/ 8 w 8"/>
                  <a:gd name="T15" fmla="*/ 8 h 9"/>
                  <a:gd name="T16" fmla="*/ 6 w 8"/>
                  <a:gd name="T17" fmla="*/ 9 h 9"/>
                  <a:gd name="T18" fmla="*/ 3 w 8"/>
                  <a:gd name="T19" fmla="*/ 8 h 9"/>
                  <a:gd name="T20" fmla="*/ 1 w 8"/>
                  <a:gd name="T2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1" y="7"/>
                    </a:moveTo>
                    <a:cubicBezTo>
                      <a:pt x="0" y="6"/>
                      <a:pt x="0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8" y="6"/>
                      <a:pt x="8" y="7"/>
                      <a:pt x="8" y="8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7" name="Freeform 2409">
                <a:extLst>
                  <a:ext uri="{FF2B5EF4-FFF2-40B4-BE49-F238E27FC236}">
                    <a16:creationId xmlns:a16="http://schemas.microsoft.com/office/drawing/2014/main" id="{8323EE70-1A67-49B7-B928-D62310B21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597"/>
                <a:ext cx="4" cy="3"/>
              </a:xfrm>
              <a:custGeom>
                <a:avLst/>
                <a:gdLst>
                  <a:gd name="T0" fmla="*/ 1 w 9"/>
                  <a:gd name="T1" fmla="*/ 5 h 6"/>
                  <a:gd name="T2" fmla="*/ 0 w 9"/>
                  <a:gd name="T3" fmla="*/ 4 h 6"/>
                  <a:gd name="T4" fmla="*/ 0 w 9"/>
                  <a:gd name="T5" fmla="*/ 2 h 6"/>
                  <a:gd name="T6" fmla="*/ 1 w 9"/>
                  <a:gd name="T7" fmla="*/ 0 h 6"/>
                  <a:gd name="T8" fmla="*/ 3 w 9"/>
                  <a:gd name="T9" fmla="*/ 0 h 6"/>
                  <a:gd name="T10" fmla="*/ 6 w 9"/>
                  <a:gd name="T11" fmla="*/ 1 h 6"/>
                  <a:gd name="T12" fmla="*/ 8 w 9"/>
                  <a:gd name="T13" fmla="*/ 1 h 6"/>
                  <a:gd name="T14" fmla="*/ 8 w 9"/>
                  <a:gd name="T15" fmla="*/ 4 h 6"/>
                  <a:gd name="T16" fmla="*/ 5 w 9"/>
                  <a:gd name="T17" fmla="*/ 6 h 6"/>
                  <a:gd name="T18" fmla="*/ 2 w 9"/>
                  <a:gd name="T19" fmla="*/ 6 h 6"/>
                  <a:gd name="T20" fmla="*/ 1 w 9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6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9" y="2"/>
                      <a:pt x="8" y="3"/>
                      <a:pt x="8" y="4"/>
                    </a:cubicBezTo>
                    <a:cubicBezTo>
                      <a:pt x="8" y="5"/>
                      <a:pt x="6" y="6"/>
                      <a:pt x="5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2" y="6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8" name="Freeform 2410">
                <a:extLst>
                  <a:ext uri="{FF2B5EF4-FFF2-40B4-BE49-F238E27FC236}">
                    <a16:creationId xmlns:a16="http://schemas.microsoft.com/office/drawing/2014/main" id="{27AE5D84-3BFB-488B-99E2-ACBB18362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585"/>
                <a:ext cx="4" cy="5"/>
              </a:xfrm>
              <a:custGeom>
                <a:avLst/>
                <a:gdLst>
                  <a:gd name="T0" fmla="*/ 1 w 9"/>
                  <a:gd name="T1" fmla="*/ 11 h 12"/>
                  <a:gd name="T2" fmla="*/ 0 w 9"/>
                  <a:gd name="T3" fmla="*/ 8 h 12"/>
                  <a:gd name="T4" fmla="*/ 1 w 9"/>
                  <a:gd name="T5" fmla="*/ 5 h 12"/>
                  <a:gd name="T6" fmla="*/ 2 w 9"/>
                  <a:gd name="T7" fmla="*/ 3 h 12"/>
                  <a:gd name="T8" fmla="*/ 5 w 9"/>
                  <a:gd name="T9" fmla="*/ 3 h 12"/>
                  <a:gd name="T10" fmla="*/ 8 w 9"/>
                  <a:gd name="T11" fmla="*/ 2 h 12"/>
                  <a:gd name="T12" fmla="*/ 8 w 9"/>
                  <a:gd name="T13" fmla="*/ 6 h 12"/>
                  <a:gd name="T14" fmla="*/ 8 w 9"/>
                  <a:gd name="T15" fmla="*/ 8 h 12"/>
                  <a:gd name="T16" fmla="*/ 5 w 9"/>
                  <a:gd name="T17" fmla="*/ 9 h 12"/>
                  <a:gd name="T18" fmla="*/ 3 w 9"/>
                  <a:gd name="T19" fmla="*/ 9 h 12"/>
                  <a:gd name="T20" fmla="*/ 1 w 9"/>
                  <a:gd name="T2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2">
                    <a:moveTo>
                      <a:pt x="1" y="11"/>
                    </a:moveTo>
                    <a:cubicBezTo>
                      <a:pt x="0" y="11"/>
                      <a:pt x="0" y="9"/>
                      <a:pt x="0" y="8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1" y="5"/>
                      <a:pt x="1" y="3"/>
                      <a:pt x="2" y="3"/>
                    </a:cubicBezTo>
                    <a:cubicBezTo>
                      <a:pt x="3" y="3"/>
                      <a:pt x="4" y="4"/>
                      <a:pt x="5" y="3"/>
                    </a:cubicBezTo>
                    <a:cubicBezTo>
                      <a:pt x="5" y="3"/>
                      <a:pt x="7" y="0"/>
                      <a:pt x="8" y="2"/>
                    </a:cubicBezTo>
                    <a:cubicBezTo>
                      <a:pt x="9" y="3"/>
                      <a:pt x="8" y="4"/>
                      <a:pt x="8" y="6"/>
                    </a:cubicBezTo>
                    <a:cubicBezTo>
                      <a:pt x="8" y="6"/>
                      <a:pt x="8" y="7"/>
                      <a:pt x="8" y="8"/>
                    </a:cubicBezTo>
                    <a:cubicBezTo>
                      <a:pt x="7" y="8"/>
                      <a:pt x="6" y="9"/>
                      <a:pt x="5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3" y="10"/>
                      <a:pt x="2" y="12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9" name="Freeform 2411">
                <a:extLst>
                  <a:ext uri="{FF2B5EF4-FFF2-40B4-BE49-F238E27FC236}">
                    <a16:creationId xmlns:a16="http://schemas.microsoft.com/office/drawing/2014/main" id="{EB2C994D-03F2-4147-B3C0-2FCE82B23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585"/>
                <a:ext cx="3" cy="3"/>
              </a:xfrm>
              <a:custGeom>
                <a:avLst/>
                <a:gdLst>
                  <a:gd name="T0" fmla="*/ 0 w 7"/>
                  <a:gd name="T1" fmla="*/ 4 h 7"/>
                  <a:gd name="T2" fmla="*/ 0 w 7"/>
                  <a:gd name="T3" fmla="*/ 4 h 7"/>
                  <a:gd name="T4" fmla="*/ 0 w 7"/>
                  <a:gd name="T5" fmla="*/ 3 h 7"/>
                  <a:gd name="T6" fmla="*/ 0 w 7"/>
                  <a:gd name="T7" fmla="*/ 3 h 7"/>
                  <a:gd name="T8" fmla="*/ 0 w 7"/>
                  <a:gd name="T9" fmla="*/ 2 h 7"/>
                  <a:gd name="T10" fmla="*/ 4 w 7"/>
                  <a:gd name="T11" fmla="*/ 1 h 7"/>
                  <a:gd name="T12" fmla="*/ 5 w 7"/>
                  <a:gd name="T13" fmla="*/ 2 h 7"/>
                  <a:gd name="T14" fmla="*/ 7 w 7"/>
                  <a:gd name="T15" fmla="*/ 4 h 7"/>
                  <a:gd name="T16" fmla="*/ 7 w 7"/>
                  <a:gd name="T17" fmla="*/ 6 h 7"/>
                  <a:gd name="T18" fmla="*/ 4 w 7"/>
                  <a:gd name="T19" fmla="*/ 6 h 7"/>
                  <a:gd name="T20" fmla="*/ 0 w 7"/>
                  <a:gd name="T2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3" y="0"/>
                      <a:pt x="4" y="1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6" y="3"/>
                      <a:pt x="6" y="3"/>
                      <a:pt x="7" y="4"/>
                    </a:cubicBezTo>
                    <a:cubicBezTo>
                      <a:pt x="7" y="4"/>
                      <a:pt x="7" y="5"/>
                      <a:pt x="7" y="6"/>
                    </a:cubicBezTo>
                    <a:cubicBezTo>
                      <a:pt x="6" y="7"/>
                      <a:pt x="5" y="7"/>
                      <a:pt x="4" y="6"/>
                    </a:cubicBezTo>
                    <a:cubicBezTo>
                      <a:pt x="2" y="6"/>
                      <a:pt x="1" y="6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0" name="Freeform 2412">
                <a:extLst>
                  <a:ext uri="{FF2B5EF4-FFF2-40B4-BE49-F238E27FC236}">
                    <a16:creationId xmlns:a16="http://schemas.microsoft.com/office/drawing/2014/main" id="{5F502C2D-6330-49A1-BFF0-AC564A753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592"/>
                <a:ext cx="4" cy="3"/>
              </a:xfrm>
              <a:custGeom>
                <a:avLst/>
                <a:gdLst>
                  <a:gd name="T0" fmla="*/ 1 w 11"/>
                  <a:gd name="T1" fmla="*/ 8 h 8"/>
                  <a:gd name="T2" fmla="*/ 1 w 11"/>
                  <a:gd name="T3" fmla="*/ 8 h 8"/>
                  <a:gd name="T4" fmla="*/ 0 w 11"/>
                  <a:gd name="T5" fmla="*/ 5 h 8"/>
                  <a:gd name="T6" fmla="*/ 1 w 11"/>
                  <a:gd name="T7" fmla="*/ 4 h 8"/>
                  <a:gd name="T8" fmla="*/ 1 w 11"/>
                  <a:gd name="T9" fmla="*/ 3 h 8"/>
                  <a:gd name="T10" fmla="*/ 2 w 11"/>
                  <a:gd name="T11" fmla="*/ 2 h 8"/>
                  <a:gd name="T12" fmla="*/ 2 w 11"/>
                  <a:gd name="T13" fmla="*/ 1 h 8"/>
                  <a:gd name="T14" fmla="*/ 5 w 11"/>
                  <a:gd name="T15" fmla="*/ 0 h 8"/>
                  <a:gd name="T16" fmla="*/ 7 w 11"/>
                  <a:gd name="T17" fmla="*/ 0 h 8"/>
                  <a:gd name="T18" fmla="*/ 9 w 11"/>
                  <a:gd name="T19" fmla="*/ 2 h 8"/>
                  <a:gd name="T20" fmla="*/ 10 w 11"/>
                  <a:gd name="T21" fmla="*/ 2 h 8"/>
                  <a:gd name="T22" fmla="*/ 10 w 11"/>
                  <a:gd name="T23" fmla="*/ 5 h 8"/>
                  <a:gd name="T24" fmla="*/ 10 w 11"/>
                  <a:gd name="T25" fmla="*/ 8 h 8"/>
                  <a:gd name="T26" fmla="*/ 7 w 11"/>
                  <a:gd name="T27" fmla="*/ 8 h 8"/>
                  <a:gd name="T28" fmla="*/ 4 w 11"/>
                  <a:gd name="T29" fmla="*/ 8 h 8"/>
                  <a:gd name="T30" fmla="*/ 2 w 11"/>
                  <a:gd name="T31" fmla="*/ 8 h 8"/>
                  <a:gd name="T32" fmla="*/ 1 w 11"/>
                  <a:gd name="T3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8"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1"/>
                      <a:pt x="8" y="2"/>
                      <a:pt x="9" y="2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6"/>
                      <a:pt x="11" y="7"/>
                      <a:pt x="10" y="8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6" y="8"/>
                      <a:pt x="5" y="8"/>
                      <a:pt x="4" y="8"/>
                    </a:cubicBezTo>
                    <a:cubicBezTo>
                      <a:pt x="4" y="8"/>
                      <a:pt x="3" y="8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1" name="Freeform 2413">
                <a:extLst>
                  <a:ext uri="{FF2B5EF4-FFF2-40B4-BE49-F238E27FC236}">
                    <a16:creationId xmlns:a16="http://schemas.microsoft.com/office/drawing/2014/main" id="{7571BA58-A45A-4527-9AD5-6F2E023A2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599"/>
                <a:ext cx="3" cy="3"/>
              </a:xfrm>
              <a:custGeom>
                <a:avLst/>
                <a:gdLst>
                  <a:gd name="T0" fmla="*/ 0 w 8"/>
                  <a:gd name="T1" fmla="*/ 3 h 6"/>
                  <a:gd name="T2" fmla="*/ 0 w 8"/>
                  <a:gd name="T3" fmla="*/ 2 h 6"/>
                  <a:gd name="T4" fmla="*/ 3 w 8"/>
                  <a:gd name="T5" fmla="*/ 0 h 6"/>
                  <a:gd name="T6" fmla="*/ 5 w 8"/>
                  <a:gd name="T7" fmla="*/ 1 h 6"/>
                  <a:gd name="T8" fmla="*/ 7 w 8"/>
                  <a:gd name="T9" fmla="*/ 1 h 6"/>
                  <a:gd name="T10" fmla="*/ 8 w 8"/>
                  <a:gd name="T11" fmla="*/ 4 h 6"/>
                  <a:gd name="T12" fmla="*/ 6 w 8"/>
                  <a:gd name="T13" fmla="*/ 6 h 6"/>
                  <a:gd name="T14" fmla="*/ 2 w 8"/>
                  <a:gd name="T15" fmla="*/ 5 h 6"/>
                  <a:gd name="T16" fmla="*/ 1 w 8"/>
                  <a:gd name="T17" fmla="*/ 5 h 6"/>
                  <a:gd name="T18" fmla="*/ 0 w 8"/>
                  <a:gd name="T1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0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5"/>
                      <a:pt x="7" y="5"/>
                      <a:pt x="6" y="6"/>
                    </a:cubicBezTo>
                    <a:cubicBezTo>
                      <a:pt x="5" y="6"/>
                      <a:pt x="3" y="5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2" name="Freeform 2414">
                <a:extLst>
                  <a:ext uri="{FF2B5EF4-FFF2-40B4-BE49-F238E27FC236}">
                    <a16:creationId xmlns:a16="http://schemas.microsoft.com/office/drawing/2014/main" id="{AEF66608-713A-4CB6-A505-C8F39E42D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597"/>
                <a:ext cx="2" cy="1"/>
              </a:xfrm>
              <a:custGeom>
                <a:avLst/>
                <a:gdLst>
                  <a:gd name="T0" fmla="*/ 0 w 5"/>
                  <a:gd name="T1" fmla="*/ 1 h 4"/>
                  <a:gd name="T2" fmla="*/ 2 w 5"/>
                  <a:gd name="T3" fmla="*/ 0 h 4"/>
                  <a:gd name="T4" fmla="*/ 4 w 5"/>
                  <a:gd name="T5" fmla="*/ 1 h 4"/>
                  <a:gd name="T6" fmla="*/ 4 w 5"/>
                  <a:gd name="T7" fmla="*/ 3 h 4"/>
                  <a:gd name="T8" fmla="*/ 2 w 5"/>
                  <a:gd name="T9" fmla="*/ 3 h 4"/>
                  <a:gd name="T10" fmla="*/ 0 w 5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5" y="3"/>
                      <a:pt x="4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1" y="3"/>
                      <a:pt x="1" y="2"/>
                      <a:pt x="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3" name="Freeform 2415">
                <a:extLst>
                  <a:ext uri="{FF2B5EF4-FFF2-40B4-BE49-F238E27FC236}">
                    <a16:creationId xmlns:a16="http://schemas.microsoft.com/office/drawing/2014/main" id="{6BA6CAF7-64C5-486A-8EEE-67D5D4D3C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573"/>
                <a:ext cx="4" cy="11"/>
              </a:xfrm>
              <a:custGeom>
                <a:avLst/>
                <a:gdLst>
                  <a:gd name="T0" fmla="*/ 4 w 11"/>
                  <a:gd name="T1" fmla="*/ 25 h 25"/>
                  <a:gd name="T2" fmla="*/ 3 w 11"/>
                  <a:gd name="T3" fmla="*/ 25 h 25"/>
                  <a:gd name="T4" fmla="*/ 1 w 11"/>
                  <a:gd name="T5" fmla="*/ 20 h 25"/>
                  <a:gd name="T6" fmla="*/ 2 w 11"/>
                  <a:gd name="T7" fmla="*/ 15 h 25"/>
                  <a:gd name="T8" fmla="*/ 3 w 11"/>
                  <a:gd name="T9" fmla="*/ 10 h 25"/>
                  <a:gd name="T10" fmla="*/ 4 w 11"/>
                  <a:gd name="T11" fmla="*/ 5 h 25"/>
                  <a:gd name="T12" fmla="*/ 5 w 11"/>
                  <a:gd name="T13" fmla="*/ 1 h 25"/>
                  <a:gd name="T14" fmla="*/ 9 w 11"/>
                  <a:gd name="T15" fmla="*/ 3 h 25"/>
                  <a:gd name="T16" fmla="*/ 11 w 11"/>
                  <a:gd name="T17" fmla="*/ 7 h 25"/>
                  <a:gd name="T18" fmla="*/ 10 w 11"/>
                  <a:gd name="T19" fmla="*/ 10 h 25"/>
                  <a:gd name="T20" fmla="*/ 8 w 11"/>
                  <a:gd name="T21" fmla="*/ 13 h 25"/>
                  <a:gd name="T22" fmla="*/ 8 w 11"/>
                  <a:gd name="T23" fmla="*/ 15 h 25"/>
                  <a:gd name="T24" fmla="*/ 7 w 11"/>
                  <a:gd name="T25" fmla="*/ 18 h 25"/>
                  <a:gd name="T26" fmla="*/ 5 w 11"/>
                  <a:gd name="T27" fmla="*/ 22 h 25"/>
                  <a:gd name="T28" fmla="*/ 5 w 11"/>
                  <a:gd name="T29" fmla="*/ 23 h 25"/>
                  <a:gd name="T30" fmla="*/ 4 w 11"/>
                  <a:gd name="T3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25">
                    <a:moveTo>
                      <a:pt x="4" y="25"/>
                    </a:moveTo>
                    <a:cubicBezTo>
                      <a:pt x="4" y="25"/>
                      <a:pt x="3" y="25"/>
                      <a:pt x="3" y="25"/>
                    </a:cubicBezTo>
                    <a:cubicBezTo>
                      <a:pt x="1" y="25"/>
                      <a:pt x="1" y="22"/>
                      <a:pt x="1" y="20"/>
                    </a:cubicBezTo>
                    <a:cubicBezTo>
                      <a:pt x="0" y="19"/>
                      <a:pt x="1" y="17"/>
                      <a:pt x="2" y="15"/>
                    </a:cubicBezTo>
                    <a:cubicBezTo>
                      <a:pt x="2" y="14"/>
                      <a:pt x="2" y="12"/>
                      <a:pt x="3" y="10"/>
                    </a:cubicBezTo>
                    <a:cubicBezTo>
                      <a:pt x="3" y="8"/>
                      <a:pt x="4" y="7"/>
                      <a:pt x="4" y="5"/>
                    </a:cubicBezTo>
                    <a:cubicBezTo>
                      <a:pt x="4" y="4"/>
                      <a:pt x="4" y="2"/>
                      <a:pt x="5" y="1"/>
                    </a:cubicBezTo>
                    <a:cubicBezTo>
                      <a:pt x="7" y="0"/>
                      <a:pt x="8" y="1"/>
                      <a:pt x="9" y="3"/>
                    </a:cubicBezTo>
                    <a:cubicBezTo>
                      <a:pt x="10" y="4"/>
                      <a:pt x="11" y="5"/>
                      <a:pt x="11" y="7"/>
                    </a:cubicBezTo>
                    <a:cubicBezTo>
                      <a:pt x="11" y="8"/>
                      <a:pt x="10" y="9"/>
                      <a:pt x="10" y="10"/>
                    </a:cubicBezTo>
                    <a:cubicBezTo>
                      <a:pt x="9" y="11"/>
                      <a:pt x="8" y="12"/>
                      <a:pt x="8" y="13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7"/>
                      <a:pt x="7" y="17"/>
                      <a:pt x="7" y="18"/>
                    </a:cubicBezTo>
                    <a:cubicBezTo>
                      <a:pt x="6" y="19"/>
                      <a:pt x="6" y="21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4" y="24"/>
                      <a:pt x="4" y="24"/>
                      <a:pt x="4" y="2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4" name="Freeform 2416">
                <a:extLst>
                  <a:ext uri="{FF2B5EF4-FFF2-40B4-BE49-F238E27FC236}">
                    <a16:creationId xmlns:a16="http://schemas.microsoft.com/office/drawing/2014/main" id="{DF950BC6-8CD4-4368-916D-80DCE2269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570"/>
                <a:ext cx="1" cy="3"/>
              </a:xfrm>
              <a:custGeom>
                <a:avLst/>
                <a:gdLst>
                  <a:gd name="T0" fmla="*/ 0 w 3"/>
                  <a:gd name="T1" fmla="*/ 3 h 7"/>
                  <a:gd name="T2" fmla="*/ 1 w 3"/>
                  <a:gd name="T3" fmla="*/ 2 h 7"/>
                  <a:gd name="T4" fmla="*/ 1 w 3"/>
                  <a:gd name="T5" fmla="*/ 6 h 7"/>
                  <a:gd name="T6" fmla="*/ 0 w 3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0" y="3"/>
                    </a:moveTo>
                    <a:cubicBezTo>
                      <a:pt x="0" y="2"/>
                      <a:pt x="1" y="0"/>
                      <a:pt x="1" y="2"/>
                    </a:cubicBezTo>
                    <a:cubicBezTo>
                      <a:pt x="2" y="3"/>
                      <a:pt x="3" y="5"/>
                      <a:pt x="1" y="6"/>
                    </a:cubicBezTo>
                    <a:cubicBezTo>
                      <a:pt x="0" y="7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5" name="Freeform 2417">
                <a:extLst>
                  <a:ext uri="{FF2B5EF4-FFF2-40B4-BE49-F238E27FC236}">
                    <a16:creationId xmlns:a16="http://schemas.microsoft.com/office/drawing/2014/main" id="{C4327A27-2AE4-4E67-B2F8-8FEA72087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582"/>
                <a:ext cx="14" cy="11"/>
              </a:xfrm>
              <a:custGeom>
                <a:avLst/>
                <a:gdLst>
                  <a:gd name="T0" fmla="*/ 8 w 36"/>
                  <a:gd name="T1" fmla="*/ 22 h 29"/>
                  <a:gd name="T2" fmla="*/ 6 w 36"/>
                  <a:gd name="T3" fmla="*/ 21 h 29"/>
                  <a:gd name="T4" fmla="*/ 0 w 36"/>
                  <a:gd name="T5" fmla="*/ 16 h 29"/>
                  <a:gd name="T6" fmla="*/ 3 w 36"/>
                  <a:gd name="T7" fmla="*/ 11 h 29"/>
                  <a:gd name="T8" fmla="*/ 5 w 36"/>
                  <a:gd name="T9" fmla="*/ 8 h 29"/>
                  <a:gd name="T10" fmla="*/ 4 w 36"/>
                  <a:gd name="T11" fmla="*/ 3 h 29"/>
                  <a:gd name="T12" fmla="*/ 5 w 36"/>
                  <a:gd name="T13" fmla="*/ 1 h 29"/>
                  <a:gd name="T14" fmla="*/ 8 w 36"/>
                  <a:gd name="T15" fmla="*/ 0 h 29"/>
                  <a:gd name="T16" fmla="*/ 12 w 36"/>
                  <a:gd name="T17" fmla="*/ 1 h 29"/>
                  <a:gd name="T18" fmla="*/ 15 w 36"/>
                  <a:gd name="T19" fmla="*/ 4 h 29"/>
                  <a:gd name="T20" fmla="*/ 20 w 36"/>
                  <a:gd name="T21" fmla="*/ 12 h 29"/>
                  <a:gd name="T22" fmla="*/ 23 w 36"/>
                  <a:gd name="T23" fmla="*/ 14 h 29"/>
                  <a:gd name="T24" fmla="*/ 25 w 36"/>
                  <a:gd name="T25" fmla="*/ 18 h 29"/>
                  <a:gd name="T26" fmla="*/ 27 w 36"/>
                  <a:gd name="T27" fmla="*/ 21 h 29"/>
                  <a:gd name="T28" fmla="*/ 30 w 36"/>
                  <a:gd name="T29" fmla="*/ 22 h 29"/>
                  <a:gd name="T30" fmla="*/ 34 w 36"/>
                  <a:gd name="T31" fmla="*/ 23 h 29"/>
                  <a:gd name="T32" fmla="*/ 36 w 36"/>
                  <a:gd name="T33" fmla="*/ 24 h 29"/>
                  <a:gd name="T34" fmla="*/ 36 w 36"/>
                  <a:gd name="T35" fmla="*/ 26 h 29"/>
                  <a:gd name="T36" fmla="*/ 36 w 36"/>
                  <a:gd name="T37" fmla="*/ 26 h 29"/>
                  <a:gd name="T38" fmla="*/ 36 w 36"/>
                  <a:gd name="T39" fmla="*/ 27 h 29"/>
                  <a:gd name="T40" fmla="*/ 35 w 36"/>
                  <a:gd name="T41" fmla="*/ 27 h 29"/>
                  <a:gd name="T42" fmla="*/ 31 w 36"/>
                  <a:gd name="T43" fmla="*/ 28 h 29"/>
                  <a:gd name="T44" fmla="*/ 29 w 36"/>
                  <a:gd name="T45" fmla="*/ 28 h 29"/>
                  <a:gd name="T46" fmla="*/ 27 w 36"/>
                  <a:gd name="T47" fmla="*/ 29 h 29"/>
                  <a:gd name="T48" fmla="*/ 24 w 36"/>
                  <a:gd name="T49" fmla="*/ 29 h 29"/>
                  <a:gd name="T50" fmla="*/ 22 w 36"/>
                  <a:gd name="T51" fmla="*/ 29 h 29"/>
                  <a:gd name="T52" fmla="*/ 19 w 36"/>
                  <a:gd name="T53" fmla="*/ 29 h 29"/>
                  <a:gd name="T54" fmla="*/ 17 w 36"/>
                  <a:gd name="T55" fmla="*/ 28 h 29"/>
                  <a:gd name="T56" fmla="*/ 16 w 36"/>
                  <a:gd name="T57" fmla="*/ 28 h 29"/>
                  <a:gd name="T58" fmla="*/ 12 w 36"/>
                  <a:gd name="T59" fmla="*/ 24 h 29"/>
                  <a:gd name="T60" fmla="*/ 11 w 36"/>
                  <a:gd name="T61" fmla="*/ 23 h 29"/>
                  <a:gd name="T62" fmla="*/ 8 w 36"/>
                  <a:gd name="T63" fmla="*/ 2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6" h="29">
                    <a:moveTo>
                      <a:pt x="8" y="22"/>
                    </a:moveTo>
                    <a:cubicBezTo>
                      <a:pt x="8" y="21"/>
                      <a:pt x="7" y="21"/>
                      <a:pt x="6" y="21"/>
                    </a:cubicBezTo>
                    <a:cubicBezTo>
                      <a:pt x="4" y="20"/>
                      <a:pt x="1" y="18"/>
                      <a:pt x="0" y="16"/>
                    </a:cubicBezTo>
                    <a:cubicBezTo>
                      <a:pt x="0" y="14"/>
                      <a:pt x="2" y="12"/>
                      <a:pt x="3" y="11"/>
                    </a:cubicBezTo>
                    <a:cubicBezTo>
                      <a:pt x="5" y="10"/>
                      <a:pt x="5" y="9"/>
                      <a:pt x="5" y="8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10" y="0"/>
                      <a:pt x="12" y="1"/>
                    </a:cubicBezTo>
                    <a:cubicBezTo>
                      <a:pt x="13" y="2"/>
                      <a:pt x="14" y="3"/>
                      <a:pt x="15" y="4"/>
                    </a:cubicBezTo>
                    <a:cubicBezTo>
                      <a:pt x="17" y="7"/>
                      <a:pt x="18" y="10"/>
                      <a:pt x="20" y="12"/>
                    </a:cubicBezTo>
                    <a:cubicBezTo>
                      <a:pt x="21" y="12"/>
                      <a:pt x="22" y="13"/>
                      <a:pt x="23" y="14"/>
                    </a:cubicBezTo>
                    <a:cubicBezTo>
                      <a:pt x="24" y="15"/>
                      <a:pt x="24" y="16"/>
                      <a:pt x="25" y="18"/>
                    </a:cubicBezTo>
                    <a:cubicBezTo>
                      <a:pt x="25" y="19"/>
                      <a:pt x="26" y="20"/>
                      <a:pt x="27" y="21"/>
                    </a:cubicBezTo>
                    <a:cubicBezTo>
                      <a:pt x="28" y="21"/>
                      <a:pt x="29" y="22"/>
                      <a:pt x="30" y="22"/>
                    </a:cubicBezTo>
                    <a:cubicBezTo>
                      <a:pt x="32" y="23"/>
                      <a:pt x="33" y="23"/>
                      <a:pt x="34" y="23"/>
                    </a:cubicBezTo>
                    <a:cubicBezTo>
                      <a:pt x="35" y="23"/>
                      <a:pt x="35" y="24"/>
                      <a:pt x="36" y="24"/>
                    </a:cubicBezTo>
                    <a:cubicBezTo>
                      <a:pt x="36" y="25"/>
                      <a:pt x="36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6" y="27"/>
                      <a:pt x="35" y="27"/>
                      <a:pt x="35" y="27"/>
                    </a:cubicBezTo>
                    <a:cubicBezTo>
                      <a:pt x="34" y="28"/>
                      <a:pt x="33" y="28"/>
                      <a:pt x="31" y="28"/>
                    </a:cubicBezTo>
                    <a:cubicBezTo>
                      <a:pt x="31" y="28"/>
                      <a:pt x="30" y="28"/>
                      <a:pt x="29" y="28"/>
                    </a:cubicBezTo>
                    <a:cubicBezTo>
                      <a:pt x="28" y="28"/>
                      <a:pt x="28" y="29"/>
                      <a:pt x="27" y="29"/>
                    </a:cubicBezTo>
                    <a:cubicBezTo>
                      <a:pt x="26" y="29"/>
                      <a:pt x="25" y="29"/>
                      <a:pt x="24" y="29"/>
                    </a:cubicBezTo>
                    <a:cubicBezTo>
                      <a:pt x="23" y="29"/>
                      <a:pt x="22" y="29"/>
                      <a:pt x="22" y="29"/>
                    </a:cubicBezTo>
                    <a:cubicBezTo>
                      <a:pt x="21" y="29"/>
                      <a:pt x="20" y="29"/>
                      <a:pt x="19" y="29"/>
                    </a:cubicBezTo>
                    <a:cubicBezTo>
                      <a:pt x="18" y="28"/>
                      <a:pt x="18" y="28"/>
                      <a:pt x="17" y="28"/>
                    </a:cubicBezTo>
                    <a:cubicBezTo>
                      <a:pt x="17" y="27"/>
                      <a:pt x="16" y="28"/>
                      <a:pt x="16" y="28"/>
                    </a:cubicBezTo>
                    <a:cubicBezTo>
                      <a:pt x="14" y="27"/>
                      <a:pt x="13" y="25"/>
                      <a:pt x="12" y="24"/>
                    </a:cubicBezTo>
                    <a:cubicBezTo>
                      <a:pt x="12" y="24"/>
                      <a:pt x="11" y="24"/>
                      <a:pt x="11" y="23"/>
                    </a:cubicBezTo>
                    <a:cubicBezTo>
                      <a:pt x="10" y="23"/>
                      <a:pt x="9" y="22"/>
                      <a:pt x="8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6" name="Freeform 2418">
                <a:extLst>
                  <a:ext uri="{FF2B5EF4-FFF2-40B4-BE49-F238E27FC236}">
                    <a16:creationId xmlns:a16="http://schemas.microsoft.com/office/drawing/2014/main" id="{B4CAFFBD-1493-4C36-969A-FF51940F6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591"/>
                <a:ext cx="2" cy="3"/>
              </a:xfrm>
              <a:custGeom>
                <a:avLst/>
                <a:gdLst>
                  <a:gd name="T0" fmla="*/ 0 w 4"/>
                  <a:gd name="T1" fmla="*/ 4 h 7"/>
                  <a:gd name="T2" fmla="*/ 0 w 4"/>
                  <a:gd name="T3" fmla="*/ 3 h 7"/>
                  <a:gd name="T4" fmla="*/ 1 w 4"/>
                  <a:gd name="T5" fmla="*/ 1 h 7"/>
                  <a:gd name="T6" fmla="*/ 2 w 4"/>
                  <a:gd name="T7" fmla="*/ 1 h 7"/>
                  <a:gd name="T8" fmla="*/ 4 w 4"/>
                  <a:gd name="T9" fmla="*/ 2 h 7"/>
                  <a:gd name="T10" fmla="*/ 4 w 4"/>
                  <a:gd name="T11" fmla="*/ 3 h 7"/>
                  <a:gd name="T12" fmla="*/ 4 w 4"/>
                  <a:gd name="T13" fmla="*/ 5 h 7"/>
                  <a:gd name="T14" fmla="*/ 1 w 4"/>
                  <a:gd name="T15" fmla="*/ 4 h 7"/>
                  <a:gd name="T16" fmla="*/ 0 w 4"/>
                  <a:gd name="T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0" y="4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7"/>
                      <a:pt x="2" y="5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7" name="Freeform 2419">
                <a:extLst>
                  <a:ext uri="{FF2B5EF4-FFF2-40B4-BE49-F238E27FC236}">
                    <a16:creationId xmlns:a16="http://schemas.microsoft.com/office/drawing/2014/main" id="{5AD6919B-4116-41F4-BF3D-479A91894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598"/>
                <a:ext cx="4" cy="4"/>
              </a:xfrm>
              <a:custGeom>
                <a:avLst/>
                <a:gdLst>
                  <a:gd name="T0" fmla="*/ 7 w 10"/>
                  <a:gd name="T1" fmla="*/ 0 h 10"/>
                  <a:gd name="T2" fmla="*/ 9 w 10"/>
                  <a:gd name="T3" fmla="*/ 1 h 10"/>
                  <a:gd name="T4" fmla="*/ 9 w 10"/>
                  <a:gd name="T5" fmla="*/ 2 h 10"/>
                  <a:gd name="T6" fmla="*/ 10 w 10"/>
                  <a:gd name="T7" fmla="*/ 6 h 10"/>
                  <a:gd name="T8" fmla="*/ 8 w 10"/>
                  <a:gd name="T9" fmla="*/ 8 h 10"/>
                  <a:gd name="T10" fmla="*/ 7 w 10"/>
                  <a:gd name="T11" fmla="*/ 8 h 10"/>
                  <a:gd name="T12" fmla="*/ 7 w 10"/>
                  <a:gd name="T13" fmla="*/ 9 h 10"/>
                  <a:gd name="T14" fmla="*/ 5 w 10"/>
                  <a:gd name="T15" fmla="*/ 10 h 10"/>
                  <a:gd name="T16" fmla="*/ 3 w 10"/>
                  <a:gd name="T17" fmla="*/ 8 h 10"/>
                  <a:gd name="T18" fmla="*/ 2 w 10"/>
                  <a:gd name="T19" fmla="*/ 6 h 10"/>
                  <a:gd name="T20" fmla="*/ 1 w 10"/>
                  <a:gd name="T21" fmla="*/ 4 h 10"/>
                  <a:gd name="T22" fmla="*/ 2 w 10"/>
                  <a:gd name="T23" fmla="*/ 0 h 10"/>
                  <a:gd name="T24" fmla="*/ 4 w 10"/>
                  <a:gd name="T25" fmla="*/ 0 h 10"/>
                  <a:gd name="T26" fmla="*/ 5 w 10"/>
                  <a:gd name="T27" fmla="*/ 0 h 10"/>
                  <a:gd name="T28" fmla="*/ 6 w 10"/>
                  <a:gd name="T29" fmla="*/ 0 h 10"/>
                  <a:gd name="T30" fmla="*/ 7 w 10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0">
                    <a:moveTo>
                      <a:pt x="7" y="0"/>
                    </a:moveTo>
                    <a:cubicBezTo>
                      <a:pt x="8" y="0"/>
                      <a:pt x="8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3"/>
                      <a:pt x="10" y="5"/>
                      <a:pt x="10" y="6"/>
                    </a:cubicBezTo>
                    <a:cubicBezTo>
                      <a:pt x="10" y="7"/>
                      <a:pt x="9" y="7"/>
                      <a:pt x="8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4" y="10"/>
                      <a:pt x="3" y="9"/>
                      <a:pt x="3" y="8"/>
                    </a:cubicBezTo>
                    <a:cubicBezTo>
                      <a:pt x="3" y="7"/>
                      <a:pt x="3" y="7"/>
                      <a:pt x="2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8" name="Freeform 2420">
                <a:extLst>
                  <a:ext uri="{FF2B5EF4-FFF2-40B4-BE49-F238E27FC236}">
                    <a16:creationId xmlns:a16="http://schemas.microsoft.com/office/drawing/2014/main" id="{F471D95B-1758-45DD-BC07-FC03334FC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599"/>
                <a:ext cx="3" cy="2"/>
              </a:xfrm>
              <a:custGeom>
                <a:avLst/>
                <a:gdLst>
                  <a:gd name="T0" fmla="*/ 2 w 7"/>
                  <a:gd name="T1" fmla="*/ 2 h 4"/>
                  <a:gd name="T2" fmla="*/ 4 w 7"/>
                  <a:gd name="T3" fmla="*/ 1 h 4"/>
                  <a:gd name="T4" fmla="*/ 5 w 7"/>
                  <a:gd name="T5" fmla="*/ 0 h 4"/>
                  <a:gd name="T6" fmla="*/ 6 w 7"/>
                  <a:gd name="T7" fmla="*/ 2 h 4"/>
                  <a:gd name="T8" fmla="*/ 7 w 7"/>
                  <a:gd name="T9" fmla="*/ 3 h 4"/>
                  <a:gd name="T10" fmla="*/ 5 w 7"/>
                  <a:gd name="T11" fmla="*/ 4 h 4"/>
                  <a:gd name="T12" fmla="*/ 3 w 7"/>
                  <a:gd name="T13" fmla="*/ 4 h 4"/>
                  <a:gd name="T14" fmla="*/ 1 w 7"/>
                  <a:gd name="T15" fmla="*/ 4 h 4"/>
                  <a:gd name="T16" fmla="*/ 2 w 7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2" y="2"/>
                    </a:moveTo>
                    <a:cubicBezTo>
                      <a:pt x="3" y="2"/>
                      <a:pt x="3" y="2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6" y="4"/>
                      <a:pt x="6" y="3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2" y="2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9" name="Freeform 2421">
                <a:extLst>
                  <a:ext uri="{FF2B5EF4-FFF2-40B4-BE49-F238E27FC236}">
                    <a16:creationId xmlns:a16="http://schemas.microsoft.com/office/drawing/2014/main" id="{75EF6802-AAF7-42E2-9A20-CDBE777D7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595"/>
                <a:ext cx="6" cy="4"/>
              </a:xfrm>
              <a:custGeom>
                <a:avLst/>
                <a:gdLst>
                  <a:gd name="T0" fmla="*/ 1 w 15"/>
                  <a:gd name="T1" fmla="*/ 4 h 8"/>
                  <a:gd name="T2" fmla="*/ 1 w 15"/>
                  <a:gd name="T3" fmla="*/ 2 h 8"/>
                  <a:gd name="T4" fmla="*/ 5 w 15"/>
                  <a:gd name="T5" fmla="*/ 0 h 8"/>
                  <a:gd name="T6" fmla="*/ 8 w 15"/>
                  <a:gd name="T7" fmla="*/ 0 h 8"/>
                  <a:gd name="T8" fmla="*/ 11 w 15"/>
                  <a:gd name="T9" fmla="*/ 1 h 8"/>
                  <a:gd name="T10" fmla="*/ 14 w 15"/>
                  <a:gd name="T11" fmla="*/ 2 h 8"/>
                  <a:gd name="T12" fmla="*/ 14 w 15"/>
                  <a:gd name="T13" fmla="*/ 4 h 8"/>
                  <a:gd name="T14" fmla="*/ 11 w 15"/>
                  <a:gd name="T15" fmla="*/ 6 h 8"/>
                  <a:gd name="T16" fmla="*/ 8 w 15"/>
                  <a:gd name="T17" fmla="*/ 7 h 8"/>
                  <a:gd name="T18" fmla="*/ 5 w 15"/>
                  <a:gd name="T19" fmla="*/ 6 h 8"/>
                  <a:gd name="T20" fmla="*/ 1 w 15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8">
                    <a:moveTo>
                      <a:pt x="1" y="4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2" y="1"/>
                      <a:pt x="4" y="1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2" y="1"/>
                      <a:pt x="13" y="1"/>
                      <a:pt x="14" y="2"/>
                    </a:cubicBezTo>
                    <a:cubicBezTo>
                      <a:pt x="14" y="3"/>
                      <a:pt x="15" y="4"/>
                      <a:pt x="14" y="4"/>
                    </a:cubicBezTo>
                    <a:cubicBezTo>
                      <a:pt x="13" y="5"/>
                      <a:pt x="12" y="5"/>
                      <a:pt x="11" y="6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7" y="8"/>
                      <a:pt x="6" y="6"/>
                      <a:pt x="5" y="6"/>
                    </a:cubicBezTo>
                    <a:cubicBezTo>
                      <a:pt x="4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0" name="Freeform 2422">
                <a:extLst>
                  <a:ext uri="{FF2B5EF4-FFF2-40B4-BE49-F238E27FC236}">
                    <a16:creationId xmlns:a16="http://schemas.microsoft.com/office/drawing/2014/main" id="{471E6407-F954-453F-8180-9E39B8221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595"/>
                <a:ext cx="2" cy="2"/>
              </a:xfrm>
              <a:custGeom>
                <a:avLst/>
                <a:gdLst>
                  <a:gd name="T0" fmla="*/ 1 w 5"/>
                  <a:gd name="T1" fmla="*/ 0 h 4"/>
                  <a:gd name="T2" fmla="*/ 2 w 5"/>
                  <a:gd name="T3" fmla="*/ 0 h 4"/>
                  <a:gd name="T4" fmla="*/ 4 w 5"/>
                  <a:gd name="T5" fmla="*/ 1 h 4"/>
                  <a:gd name="T6" fmla="*/ 5 w 5"/>
                  <a:gd name="T7" fmla="*/ 1 h 4"/>
                  <a:gd name="T8" fmla="*/ 5 w 5"/>
                  <a:gd name="T9" fmla="*/ 3 h 4"/>
                  <a:gd name="T10" fmla="*/ 2 w 5"/>
                  <a:gd name="T11" fmla="*/ 4 h 4"/>
                  <a:gd name="T12" fmla="*/ 1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4"/>
                      <a:pt x="3" y="4"/>
                      <a:pt x="2" y="4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1" name="Freeform 2423">
                <a:extLst>
                  <a:ext uri="{FF2B5EF4-FFF2-40B4-BE49-F238E27FC236}">
                    <a16:creationId xmlns:a16="http://schemas.microsoft.com/office/drawing/2014/main" id="{7FDFA667-70BE-472E-962F-CAB62010E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584"/>
                <a:ext cx="5" cy="4"/>
              </a:xfrm>
              <a:custGeom>
                <a:avLst/>
                <a:gdLst>
                  <a:gd name="T0" fmla="*/ 5 w 12"/>
                  <a:gd name="T1" fmla="*/ 8 h 10"/>
                  <a:gd name="T2" fmla="*/ 5 w 12"/>
                  <a:gd name="T3" fmla="*/ 9 h 10"/>
                  <a:gd name="T4" fmla="*/ 3 w 12"/>
                  <a:gd name="T5" fmla="*/ 10 h 10"/>
                  <a:gd name="T6" fmla="*/ 1 w 12"/>
                  <a:gd name="T7" fmla="*/ 10 h 10"/>
                  <a:gd name="T8" fmla="*/ 0 w 12"/>
                  <a:gd name="T9" fmla="*/ 8 h 10"/>
                  <a:gd name="T10" fmla="*/ 0 w 12"/>
                  <a:gd name="T11" fmla="*/ 5 h 10"/>
                  <a:gd name="T12" fmla="*/ 2 w 12"/>
                  <a:gd name="T13" fmla="*/ 3 h 10"/>
                  <a:gd name="T14" fmla="*/ 5 w 12"/>
                  <a:gd name="T15" fmla="*/ 1 h 10"/>
                  <a:gd name="T16" fmla="*/ 8 w 12"/>
                  <a:gd name="T17" fmla="*/ 0 h 10"/>
                  <a:gd name="T18" fmla="*/ 9 w 12"/>
                  <a:gd name="T19" fmla="*/ 0 h 10"/>
                  <a:gd name="T20" fmla="*/ 11 w 12"/>
                  <a:gd name="T21" fmla="*/ 1 h 10"/>
                  <a:gd name="T22" fmla="*/ 12 w 12"/>
                  <a:gd name="T23" fmla="*/ 3 h 10"/>
                  <a:gd name="T24" fmla="*/ 10 w 12"/>
                  <a:gd name="T25" fmla="*/ 5 h 10"/>
                  <a:gd name="T26" fmla="*/ 7 w 12"/>
                  <a:gd name="T27" fmla="*/ 6 h 10"/>
                  <a:gd name="T28" fmla="*/ 6 w 12"/>
                  <a:gd name="T29" fmla="*/ 7 h 10"/>
                  <a:gd name="T30" fmla="*/ 5 w 12"/>
                  <a:gd name="T3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10">
                    <a:moveTo>
                      <a:pt x="5" y="8"/>
                    </a:moveTo>
                    <a:cubicBezTo>
                      <a:pt x="5" y="8"/>
                      <a:pt x="5" y="9"/>
                      <a:pt x="5" y="9"/>
                    </a:cubicBezTo>
                    <a:cubicBezTo>
                      <a:pt x="5" y="10"/>
                      <a:pt x="4" y="10"/>
                      <a:pt x="3" y="10"/>
                    </a:cubicBezTo>
                    <a:cubicBezTo>
                      <a:pt x="2" y="10"/>
                      <a:pt x="2" y="10"/>
                      <a:pt x="1" y="10"/>
                    </a:cubicBezTo>
                    <a:cubicBezTo>
                      <a:pt x="1" y="10"/>
                      <a:pt x="0" y="9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3" y="2"/>
                      <a:pt x="4" y="2"/>
                      <a:pt x="5" y="1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1" y="1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4"/>
                      <a:pt x="11" y="4"/>
                      <a:pt x="10" y="5"/>
                    </a:cubicBezTo>
                    <a:cubicBezTo>
                      <a:pt x="9" y="5"/>
                      <a:pt x="8" y="6"/>
                      <a:pt x="7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8"/>
                      <a:pt x="5" y="8"/>
                      <a:pt x="5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2" name="Freeform 2424">
                <a:extLst>
                  <a:ext uri="{FF2B5EF4-FFF2-40B4-BE49-F238E27FC236}">
                    <a16:creationId xmlns:a16="http://schemas.microsoft.com/office/drawing/2014/main" id="{B663A195-0725-4656-BFAD-22318BF4E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1585"/>
                <a:ext cx="5" cy="4"/>
              </a:xfrm>
              <a:custGeom>
                <a:avLst/>
                <a:gdLst>
                  <a:gd name="T0" fmla="*/ 0 w 13"/>
                  <a:gd name="T1" fmla="*/ 7 h 9"/>
                  <a:gd name="T2" fmla="*/ 0 w 13"/>
                  <a:gd name="T3" fmla="*/ 6 h 9"/>
                  <a:gd name="T4" fmla="*/ 0 w 13"/>
                  <a:gd name="T5" fmla="*/ 5 h 9"/>
                  <a:gd name="T6" fmla="*/ 2 w 13"/>
                  <a:gd name="T7" fmla="*/ 2 h 9"/>
                  <a:gd name="T8" fmla="*/ 3 w 13"/>
                  <a:gd name="T9" fmla="*/ 1 h 9"/>
                  <a:gd name="T10" fmla="*/ 5 w 13"/>
                  <a:gd name="T11" fmla="*/ 0 h 9"/>
                  <a:gd name="T12" fmla="*/ 8 w 13"/>
                  <a:gd name="T13" fmla="*/ 0 h 9"/>
                  <a:gd name="T14" fmla="*/ 10 w 13"/>
                  <a:gd name="T15" fmla="*/ 1 h 9"/>
                  <a:gd name="T16" fmla="*/ 13 w 13"/>
                  <a:gd name="T17" fmla="*/ 5 h 9"/>
                  <a:gd name="T18" fmla="*/ 11 w 13"/>
                  <a:gd name="T19" fmla="*/ 8 h 9"/>
                  <a:gd name="T20" fmla="*/ 8 w 13"/>
                  <a:gd name="T21" fmla="*/ 9 h 9"/>
                  <a:gd name="T22" fmla="*/ 6 w 13"/>
                  <a:gd name="T23" fmla="*/ 9 h 9"/>
                  <a:gd name="T24" fmla="*/ 4 w 13"/>
                  <a:gd name="T25" fmla="*/ 9 h 9"/>
                  <a:gd name="T26" fmla="*/ 2 w 13"/>
                  <a:gd name="T27" fmla="*/ 9 h 9"/>
                  <a:gd name="T28" fmla="*/ 1 w 13"/>
                  <a:gd name="T29" fmla="*/ 8 h 9"/>
                  <a:gd name="T30" fmla="*/ 0 w 13"/>
                  <a:gd name="T3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9">
                    <a:moveTo>
                      <a:pt x="0" y="7"/>
                    </a:move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1"/>
                      <a:pt x="4" y="1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9" y="1"/>
                      <a:pt x="10" y="1"/>
                    </a:cubicBezTo>
                    <a:cubicBezTo>
                      <a:pt x="11" y="3"/>
                      <a:pt x="13" y="3"/>
                      <a:pt x="13" y="5"/>
                    </a:cubicBezTo>
                    <a:cubicBezTo>
                      <a:pt x="13" y="6"/>
                      <a:pt x="12" y="7"/>
                      <a:pt x="11" y="8"/>
                    </a:cubicBezTo>
                    <a:cubicBezTo>
                      <a:pt x="10" y="8"/>
                      <a:pt x="9" y="8"/>
                      <a:pt x="8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9"/>
                      <a:pt x="5" y="9"/>
                      <a:pt x="4" y="9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0" y="8"/>
                      <a:pt x="0" y="7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3" name="Freeform 2425">
                <a:extLst>
                  <a:ext uri="{FF2B5EF4-FFF2-40B4-BE49-F238E27FC236}">
                    <a16:creationId xmlns:a16="http://schemas.microsoft.com/office/drawing/2014/main" id="{063B6FB8-568C-43EF-8F10-2441045C3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590"/>
                <a:ext cx="4" cy="3"/>
              </a:xfrm>
              <a:custGeom>
                <a:avLst/>
                <a:gdLst>
                  <a:gd name="T0" fmla="*/ 3 w 11"/>
                  <a:gd name="T1" fmla="*/ 7 h 8"/>
                  <a:gd name="T2" fmla="*/ 3 w 11"/>
                  <a:gd name="T3" fmla="*/ 7 h 8"/>
                  <a:gd name="T4" fmla="*/ 1 w 11"/>
                  <a:gd name="T5" fmla="*/ 7 h 8"/>
                  <a:gd name="T6" fmla="*/ 0 w 11"/>
                  <a:gd name="T7" fmla="*/ 6 h 8"/>
                  <a:gd name="T8" fmla="*/ 0 w 11"/>
                  <a:gd name="T9" fmla="*/ 5 h 8"/>
                  <a:gd name="T10" fmla="*/ 0 w 11"/>
                  <a:gd name="T11" fmla="*/ 4 h 8"/>
                  <a:gd name="T12" fmla="*/ 1 w 11"/>
                  <a:gd name="T13" fmla="*/ 2 h 8"/>
                  <a:gd name="T14" fmla="*/ 2 w 11"/>
                  <a:gd name="T15" fmla="*/ 1 h 8"/>
                  <a:gd name="T16" fmla="*/ 5 w 11"/>
                  <a:gd name="T17" fmla="*/ 1 h 8"/>
                  <a:gd name="T18" fmla="*/ 9 w 11"/>
                  <a:gd name="T19" fmla="*/ 0 h 8"/>
                  <a:gd name="T20" fmla="*/ 10 w 11"/>
                  <a:gd name="T21" fmla="*/ 1 h 8"/>
                  <a:gd name="T22" fmla="*/ 9 w 11"/>
                  <a:gd name="T23" fmla="*/ 3 h 8"/>
                  <a:gd name="T24" fmla="*/ 7 w 11"/>
                  <a:gd name="T25" fmla="*/ 5 h 8"/>
                  <a:gd name="T26" fmla="*/ 4 w 11"/>
                  <a:gd name="T27" fmla="*/ 6 h 8"/>
                  <a:gd name="T28" fmla="*/ 3 w 11"/>
                  <a:gd name="T2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8"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8"/>
                      <a:pt x="1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1"/>
                      <a:pt x="7" y="1"/>
                      <a:pt x="9" y="0"/>
                    </a:cubicBezTo>
                    <a:cubicBezTo>
                      <a:pt x="9" y="0"/>
                      <a:pt x="10" y="0"/>
                      <a:pt x="10" y="1"/>
                    </a:cubicBezTo>
                    <a:cubicBezTo>
                      <a:pt x="11" y="1"/>
                      <a:pt x="10" y="2"/>
                      <a:pt x="9" y="3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6" y="5"/>
                      <a:pt x="5" y="5"/>
                      <a:pt x="4" y="6"/>
                    </a:cubicBezTo>
                    <a:cubicBezTo>
                      <a:pt x="4" y="6"/>
                      <a:pt x="4" y="6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4" name="Freeform 2426">
                <a:extLst>
                  <a:ext uri="{FF2B5EF4-FFF2-40B4-BE49-F238E27FC236}">
                    <a16:creationId xmlns:a16="http://schemas.microsoft.com/office/drawing/2014/main" id="{BB50C16D-787C-4BDA-AB26-96AC03E19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1589"/>
                <a:ext cx="5" cy="4"/>
              </a:xfrm>
              <a:custGeom>
                <a:avLst/>
                <a:gdLst>
                  <a:gd name="T0" fmla="*/ 3 w 13"/>
                  <a:gd name="T1" fmla="*/ 2 h 8"/>
                  <a:gd name="T2" fmla="*/ 7 w 13"/>
                  <a:gd name="T3" fmla="*/ 1 h 8"/>
                  <a:gd name="T4" fmla="*/ 10 w 13"/>
                  <a:gd name="T5" fmla="*/ 0 h 8"/>
                  <a:gd name="T6" fmla="*/ 12 w 13"/>
                  <a:gd name="T7" fmla="*/ 0 h 8"/>
                  <a:gd name="T8" fmla="*/ 13 w 13"/>
                  <a:gd name="T9" fmla="*/ 2 h 8"/>
                  <a:gd name="T10" fmla="*/ 6 w 13"/>
                  <a:gd name="T11" fmla="*/ 7 h 8"/>
                  <a:gd name="T12" fmla="*/ 3 w 13"/>
                  <a:gd name="T13" fmla="*/ 8 h 8"/>
                  <a:gd name="T14" fmla="*/ 1 w 13"/>
                  <a:gd name="T15" fmla="*/ 7 h 8"/>
                  <a:gd name="T16" fmla="*/ 0 w 13"/>
                  <a:gd name="T17" fmla="*/ 6 h 8"/>
                  <a:gd name="T18" fmla="*/ 3 w 13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3" y="2"/>
                    </a:moveTo>
                    <a:cubicBezTo>
                      <a:pt x="5" y="2"/>
                      <a:pt x="6" y="1"/>
                      <a:pt x="7" y="1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3" y="5"/>
                      <a:pt x="9" y="6"/>
                      <a:pt x="6" y="7"/>
                    </a:cubicBezTo>
                    <a:cubicBezTo>
                      <a:pt x="5" y="7"/>
                      <a:pt x="4" y="7"/>
                      <a:pt x="3" y="8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1" y="4"/>
                      <a:pt x="2" y="3"/>
                      <a:pt x="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5" name="Freeform 2427">
                <a:extLst>
                  <a:ext uri="{FF2B5EF4-FFF2-40B4-BE49-F238E27FC236}">
                    <a16:creationId xmlns:a16="http://schemas.microsoft.com/office/drawing/2014/main" id="{4B0C51EB-3473-471D-BC07-74EA464B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600"/>
                <a:ext cx="4" cy="3"/>
              </a:xfrm>
              <a:custGeom>
                <a:avLst/>
                <a:gdLst>
                  <a:gd name="T0" fmla="*/ 1 w 10"/>
                  <a:gd name="T1" fmla="*/ 4 h 6"/>
                  <a:gd name="T2" fmla="*/ 0 w 10"/>
                  <a:gd name="T3" fmla="*/ 2 h 6"/>
                  <a:gd name="T4" fmla="*/ 2 w 10"/>
                  <a:gd name="T5" fmla="*/ 1 h 6"/>
                  <a:gd name="T6" fmla="*/ 7 w 10"/>
                  <a:gd name="T7" fmla="*/ 0 h 6"/>
                  <a:gd name="T8" fmla="*/ 9 w 10"/>
                  <a:gd name="T9" fmla="*/ 1 h 6"/>
                  <a:gd name="T10" fmla="*/ 7 w 10"/>
                  <a:gd name="T11" fmla="*/ 3 h 6"/>
                  <a:gd name="T12" fmla="*/ 6 w 10"/>
                  <a:gd name="T13" fmla="*/ 5 h 6"/>
                  <a:gd name="T14" fmla="*/ 3 w 10"/>
                  <a:gd name="T15" fmla="*/ 6 h 6"/>
                  <a:gd name="T16" fmla="*/ 1 w 10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0"/>
                      <a:pt x="5" y="0"/>
                      <a:pt x="7" y="0"/>
                    </a:cubicBezTo>
                    <a:cubicBezTo>
                      <a:pt x="7" y="0"/>
                      <a:pt x="8" y="0"/>
                      <a:pt x="9" y="1"/>
                    </a:cubicBezTo>
                    <a:cubicBezTo>
                      <a:pt x="10" y="1"/>
                      <a:pt x="8" y="3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5" y="6"/>
                      <a:pt x="5" y="6"/>
                      <a:pt x="3" y="6"/>
                    </a:cubicBezTo>
                    <a:cubicBezTo>
                      <a:pt x="2" y="5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6" name="Freeform 2428">
                <a:extLst>
                  <a:ext uri="{FF2B5EF4-FFF2-40B4-BE49-F238E27FC236}">
                    <a16:creationId xmlns:a16="http://schemas.microsoft.com/office/drawing/2014/main" id="{82454251-B990-45B7-9E1F-4662A68D0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603"/>
                <a:ext cx="3" cy="5"/>
              </a:xfrm>
              <a:custGeom>
                <a:avLst/>
                <a:gdLst>
                  <a:gd name="T0" fmla="*/ 0 w 6"/>
                  <a:gd name="T1" fmla="*/ 3 h 11"/>
                  <a:gd name="T2" fmla="*/ 1 w 6"/>
                  <a:gd name="T3" fmla="*/ 1 h 11"/>
                  <a:gd name="T4" fmla="*/ 5 w 6"/>
                  <a:gd name="T5" fmla="*/ 1 h 11"/>
                  <a:gd name="T6" fmla="*/ 6 w 6"/>
                  <a:gd name="T7" fmla="*/ 4 h 11"/>
                  <a:gd name="T8" fmla="*/ 6 w 6"/>
                  <a:gd name="T9" fmla="*/ 6 h 11"/>
                  <a:gd name="T10" fmla="*/ 5 w 6"/>
                  <a:gd name="T11" fmla="*/ 8 h 11"/>
                  <a:gd name="T12" fmla="*/ 2 w 6"/>
                  <a:gd name="T13" fmla="*/ 10 h 11"/>
                  <a:gd name="T14" fmla="*/ 1 w 6"/>
                  <a:gd name="T15" fmla="*/ 8 h 11"/>
                  <a:gd name="T16" fmla="*/ 0 w 6"/>
                  <a:gd name="T17" fmla="*/ 6 h 11"/>
                  <a:gd name="T18" fmla="*/ 0 w 6"/>
                  <a:gd name="T19" fmla="*/ 4 h 11"/>
                  <a:gd name="T20" fmla="*/ 0 w 6"/>
                  <a:gd name="T2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0" y="3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4" y="9"/>
                      <a:pt x="3" y="11"/>
                      <a:pt x="2" y="10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7" name="Freeform 2429">
                <a:extLst>
                  <a:ext uri="{FF2B5EF4-FFF2-40B4-BE49-F238E27FC236}">
                    <a16:creationId xmlns:a16="http://schemas.microsoft.com/office/drawing/2014/main" id="{362E0F46-E42F-4FB9-8364-06FB029A4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606"/>
                <a:ext cx="2" cy="4"/>
              </a:xfrm>
              <a:custGeom>
                <a:avLst/>
                <a:gdLst>
                  <a:gd name="T0" fmla="*/ 1 w 7"/>
                  <a:gd name="T1" fmla="*/ 1 h 10"/>
                  <a:gd name="T2" fmla="*/ 3 w 7"/>
                  <a:gd name="T3" fmla="*/ 0 h 10"/>
                  <a:gd name="T4" fmla="*/ 5 w 7"/>
                  <a:gd name="T5" fmla="*/ 2 h 10"/>
                  <a:gd name="T6" fmla="*/ 5 w 7"/>
                  <a:gd name="T7" fmla="*/ 5 h 10"/>
                  <a:gd name="T8" fmla="*/ 6 w 7"/>
                  <a:gd name="T9" fmla="*/ 6 h 10"/>
                  <a:gd name="T10" fmla="*/ 6 w 7"/>
                  <a:gd name="T11" fmla="*/ 9 h 10"/>
                  <a:gd name="T12" fmla="*/ 3 w 7"/>
                  <a:gd name="T13" fmla="*/ 9 h 10"/>
                  <a:gd name="T14" fmla="*/ 1 w 7"/>
                  <a:gd name="T15" fmla="*/ 5 h 10"/>
                  <a:gd name="T16" fmla="*/ 1 w 7"/>
                  <a:gd name="T1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0">
                    <a:moveTo>
                      <a:pt x="1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5"/>
                      <a:pt x="6" y="5"/>
                      <a:pt x="6" y="6"/>
                    </a:cubicBezTo>
                    <a:cubicBezTo>
                      <a:pt x="7" y="7"/>
                      <a:pt x="7" y="8"/>
                      <a:pt x="6" y="9"/>
                    </a:cubicBezTo>
                    <a:cubicBezTo>
                      <a:pt x="5" y="10"/>
                      <a:pt x="4" y="10"/>
                      <a:pt x="3" y="9"/>
                    </a:cubicBezTo>
                    <a:cubicBezTo>
                      <a:pt x="1" y="8"/>
                      <a:pt x="1" y="7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8" name="Freeform 2430">
                <a:extLst>
                  <a:ext uri="{FF2B5EF4-FFF2-40B4-BE49-F238E27FC236}">
                    <a16:creationId xmlns:a16="http://schemas.microsoft.com/office/drawing/2014/main" id="{79F830B7-6358-4360-B144-825D8C592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609"/>
                <a:ext cx="2" cy="2"/>
              </a:xfrm>
              <a:custGeom>
                <a:avLst/>
                <a:gdLst>
                  <a:gd name="T0" fmla="*/ 1 w 6"/>
                  <a:gd name="T1" fmla="*/ 4 h 5"/>
                  <a:gd name="T2" fmla="*/ 1 w 6"/>
                  <a:gd name="T3" fmla="*/ 3 h 5"/>
                  <a:gd name="T4" fmla="*/ 1 w 6"/>
                  <a:gd name="T5" fmla="*/ 3 h 5"/>
                  <a:gd name="T6" fmla="*/ 1 w 6"/>
                  <a:gd name="T7" fmla="*/ 1 h 5"/>
                  <a:gd name="T8" fmla="*/ 3 w 6"/>
                  <a:gd name="T9" fmla="*/ 0 h 5"/>
                  <a:gd name="T10" fmla="*/ 5 w 6"/>
                  <a:gd name="T11" fmla="*/ 1 h 5"/>
                  <a:gd name="T12" fmla="*/ 5 w 6"/>
                  <a:gd name="T13" fmla="*/ 4 h 5"/>
                  <a:gd name="T14" fmla="*/ 3 w 6"/>
                  <a:gd name="T15" fmla="*/ 5 h 5"/>
                  <a:gd name="T16" fmla="*/ 2 w 6"/>
                  <a:gd name="T17" fmla="*/ 5 h 5"/>
                  <a:gd name="T18" fmla="*/ 1 w 6"/>
                  <a:gd name="T19" fmla="*/ 5 h 5"/>
                  <a:gd name="T20" fmla="*/ 1 w 6"/>
                  <a:gd name="T2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6" y="2"/>
                      <a:pt x="6" y="4"/>
                      <a:pt x="5" y="4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9" name="Freeform 2431">
                <a:extLst>
                  <a:ext uri="{FF2B5EF4-FFF2-40B4-BE49-F238E27FC236}">
                    <a16:creationId xmlns:a16="http://schemas.microsoft.com/office/drawing/2014/main" id="{CBE01DAA-7F2D-4784-9E9E-07C408EC9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608"/>
                <a:ext cx="4" cy="2"/>
              </a:xfrm>
              <a:custGeom>
                <a:avLst/>
                <a:gdLst>
                  <a:gd name="T0" fmla="*/ 0 w 9"/>
                  <a:gd name="T1" fmla="*/ 3 h 5"/>
                  <a:gd name="T2" fmla="*/ 0 w 9"/>
                  <a:gd name="T3" fmla="*/ 2 h 5"/>
                  <a:gd name="T4" fmla="*/ 0 w 9"/>
                  <a:gd name="T5" fmla="*/ 1 h 5"/>
                  <a:gd name="T6" fmla="*/ 2 w 9"/>
                  <a:gd name="T7" fmla="*/ 0 h 5"/>
                  <a:gd name="T8" fmla="*/ 6 w 9"/>
                  <a:gd name="T9" fmla="*/ 0 h 5"/>
                  <a:gd name="T10" fmla="*/ 8 w 9"/>
                  <a:gd name="T11" fmla="*/ 0 h 5"/>
                  <a:gd name="T12" fmla="*/ 6 w 9"/>
                  <a:gd name="T13" fmla="*/ 3 h 5"/>
                  <a:gd name="T14" fmla="*/ 2 w 9"/>
                  <a:gd name="T15" fmla="*/ 4 h 5"/>
                  <a:gd name="T16" fmla="*/ 0 w 9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0"/>
                      <a:pt x="4" y="0"/>
                      <a:pt x="6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1"/>
                      <a:pt x="8" y="3"/>
                      <a:pt x="6" y="3"/>
                    </a:cubicBezTo>
                    <a:cubicBezTo>
                      <a:pt x="5" y="4"/>
                      <a:pt x="3" y="5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0" name="Freeform 2432">
                <a:extLst>
                  <a:ext uri="{FF2B5EF4-FFF2-40B4-BE49-F238E27FC236}">
                    <a16:creationId xmlns:a16="http://schemas.microsoft.com/office/drawing/2014/main" id="{E1F35296-428E-47D2-ACA2-41AF22F31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605"/>
                <a:ext cx="3" cy="2"/>
              </a:xfrm>
              <a:custGeom>
                <a:avLst/>
                <a:gdLst>
                  <a:gd name="T0" fmla="*/ 4 w 7"/>
                  <a:gd name="T1" fmla="*/ 0 h 5"/>
                  <a:gd name="T2" fmla="*/ 6 w 7"/>
                  <a:gd name="T3" fmla="*/ 2 h 5"/>
                  <a:gd name="T4" fmla="*/ 7 w 7"/>
                  <a:gd name="T5" fmla="*/ 3 h 5"/>
                  <a:gd name="T6" fmla="*/ 7 w 7"/>
                  <a:gd name="T7" fmla="*/ 4 h 5"/>
                  <a:gd name="T8" fmla="*/ 4 w 7"/>
                  <a:gd name="T9" fmla="*/ 5 h 5"/>
                  <a:gd name="T10" fmla="*/ 1 w 7"/>
                  <a:gd name="T11" fmla="*/ 4 h 5"/>
                  <a:gd name="T12" fmla="*/ 0 w 7"/>
                  <a:gd name="T13" fmla="*/ 3 h 5"/>
                  <a:gd name="T14" fmla="*/ 1 w 7"/>
                  <a:gd name="T15" fmla="*/ 1 h 5"/>
                  <a:gd name="T16" fmla="*/ 4 w 7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5" y="0"/>
                      <a:pt x="6" y="1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1" name="Freeform 2433">
                <a:extLst>
                  <a:ext uri="{FF2B5EF4-FFF2-40B4-BE49-F238E27FC236}">
                    <a16:creationId xmlns:a16="http://schemas.microsoft.com/office/drawing/2014/main" id="{77227D32-45E0-4CF7-BC47-90C36F105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603"/>
                <a:ext cx="2" cy="1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1 h 4"/>
                  <a:gd name="T4" fmla="*/ 1 w 5"/>
                  <a:gd name="T5" fmla="*/ 1 h 4"/>
                  <a:gd name="T6" fmla="*/ 3 w 5"/>
                  <a:gd name="T7" fmla="*/ 0 h 4"/>
                  <a:gd name="T8" fmla="*/ 4 w 5"/>
                  <a:gd name="T9" fmla="*/ 1 h 4"/>
                  <a:gd name="T10" fmla="*/ 4 w 5"/>
                  <a:gd name="T11" fmla="*/ 3 h 4"/>
                  <a:gd name="T12" fmla="*/ 0 w 5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5" y="2"/>
                      <a:pt x="4" y="2"/>
                      <a:pt x="4" y="3"/>
                    </a:cubicBezTo>
                    <a:cubicBezTo>
                      <a:pt x="3" y="3"/>
                      <a:pt x="0" y="4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2" name="Freeform 2434">
                <a:extLst>
                  <a:ext uri="{FF2B5EF4-FFF2-40B4-BE49-F238E27FC236}">
                    <a16:creationId xmlns:a16="http://schemas.microsoft.com/office/drawing/2014/main" id="{77E55A1E-A29B-4232-8E46-1ED48F2E8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610"/>
                <a:ext cx="5" cy="5"/>
              </a:xfrm>
              <a:custGeom>
                <a:avLst/>
                <a:gdLst>
                  <a:gd name="T0" fmla="*/ 0 w 14"/>
                  <a:gd name="T1" fmla="*/ 4 h 11"/>
                  <a:gd name="T2" fmla="*/ 0 w 14"/>
                  <a:gd name="T3" fmla="*/ 2 h 11"/>
                  <a:gd name="T4" fmla="*/ 3 w 14"/>
                  <a:gd name="T5" fmla="*/ 0 h 11"/>
                  <a:gd name="T6" fmla="*/ 8 w 14"/>
                  <a:gd name="T7" fmla="*/ 2 h 11"/>
                  <a:gd name="T8" fmla="*/ 9 w 14"/>
                  <a:gd name="T9" fmla="*/ 4 h 11"/>
                  <a:gd name="T10" fmla="*/ 11 w 14"/>
                  <a:gd name="T11" fmla="*/ 5 h 11"/>
                  <a:gd name="T12" fmla="*/ 13 w 14"/>
                  <a:gd name="T13" fmla="*/ 7 h 11"/>
                  <a:gd name="T14" fmla="*/ 11 w 14"/>
                  <a:gd name="T15" fmla="*/ 10 h 11"/>
                  <a:gd name="T16" fmla="*/ 4 w 14"/>
                  <a:gd name="T17" fmla="*/ 10 h 11"/>
                  <a:gd name="T18" fmla="*/ 4 w 14"/>
                  <a:gd name="T19" fmla="*/ 9 h 11"/>
                  <a:gd name="T20" fmla="*/ 3 w 14"/>
                  <a:gd name="T21" fmla="*/ 7 h 11"/>
                  <a:gd name="T22" fmla="*/ 0 w 14"/>
                  <a:gd name="T2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1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8" y="3"/>
                      <a:pt x="8" y="4"/>
                      <a:pt x="9" y="4"/>
                    </a:cubicBezTo>
                    <a:cubicBezTo>
                      <a:pt x="10" y="5"/>
                      <a:pt x="11" y="4"/>
                      <a:pt x="11" y="5"/>
                    </a:cubicBezTo>
                    <a:cubicBezTo>
                      <a:pt x="12" y="5"/>
                      <a:pt x="13" y="7"/>
                      <a:pt x="13" y="7"/>
                    </a:cubicBezTo>
                    <a:cubicBezTo>
                      <a:pt x="14" y="9"/>
                      <a:pt x="12" y="10"/>
                      <a:pt x="11" y="10"/>
                    </a:cubicBezTo>
                    <a:cubicBezTo>
                      <a:pt x="9" y="11"/>
                      <a:pt x="6" y="11"/>
                      <a:pt x="4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3" y="5"/>
                      <a:pt x="1" y="6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3" name="Freeform 2435">
                <a:extLst>
                  <a:ext uri="{FF2B5EF4-FFF2-40B4-BE49-F238E27FC236}">
                    <a16:creationId xmlns:a16="http://schemas.microsoft.com/office/drawing/2014/main" id="{7329B614-5588-4959-9A9C-02474F45E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613"/>
                <a:ext cx="11" cy="9"/>
              </a:xfrm>
              <a:custGeom>
                <a:avLst/>
                <a:gdLst>
                  <a:gd name="T0" fmla="*/ 4 w 27"/>
                  <a:gd name="T1" fmla="*/ 19 h 23"/>
                  <a:gd name="T2" fmla="*/ 3 w 27"/>
                  <a:gd name="T3" fmla="*/ 20 h 23"/>
                  <a:gd name="T4" fmla="*/ 0 w 27"/>
                  <a:gd name="T5" fmla="*/ 18 h 23"/>
                  <a:gd name="T6" fmla="*/ 4 w 27"/>
                  <a:gd name="T7" fmla="*/ 16 h 23"/>
                  <a:gd name="T8" fmla="*/ 10 w 27"/>
                  <a:gd name="T9" fmla="*/ 15 h 23"/>
                  <a:gd name="T10" fmla="*/ 10 w 27"/>
                  <a:gd name="T11" fmla="*/ 14 h 23"/>
                  <a:gd name="T12" fmla="*/ 6 w 27"/>
                  <a:gd name="T13" fmla="*/ 13 h 23"/>
                  <a:gd name="T14" fmla="*/ 4 w 27"/>
                  <a:gd name="T15" fmla="*/ 12 h 23"/>
                  <a:gd name="T16" fmla="*/ 3 w 27"/>
                  <a:gd name="T17" fmla="*/ 10 h 23"/>
                  <a:gd name="T18" fmla="*/ 2 w 27"/>
                  <a:gd name="T19" fmla="*/ 7 h 23"/>
                  <a:gd name="T20" fmla="*/ 5 w 27"/>
                  <a:gd name="T21" fmla="*/ 5 h 23"/>
                  <a:gd name="T22" fmla="*/ 6 w 27"/>
                  <a:gd name="T23" fmla="*/ 3 h 23"/>
                  <a:gd name="T24" fmla="*/ 9 w 27"/>
                  <a:gd name="T25" fmla="*/ 2 h 23"/>
                  <a:gd name="T26" fmla="*/ 15 w 27"/>
                  <a:gd name="T27" fmla="*/ 2 h 23"/>
                  <a:gd name="T28" fmla="*/ 20 w 27"/>
                  <a:gd name="T29" fmla="*/ 2 h 23"/>
                  <a:gd name="T30" fmla="*/ 24 w 27"/>
                  <a:gd name="T31" fmla="*/ 2 h 23"/>
                  <a:gd name="T32" fmla="*/ 25 w 27"/>
                  <a:gd name="T33" fmla="*/ 4 h 23"/>
                  <a:gd name="T34" fmla="*/ 26 w 27"/>
                  <a:gd name="T35" fmla="*/ 5 h 23"/>
                  <a:gd name="T36" fmla="*/ 25 w 27"/>
                  <a:gd name="T37" fmla="*/ 9 h 23"/>
                  <a:gd name="T38" fmla="*/ 24 w 27"/>
                  <a:gd name="T39" fmla="*/ 13 h 23"/>
                  <a:gd name="T40" fmla="*/ 24 w 27"/>
                  <a:gd name="T41" fmla="*/ 17 h 23"/>
                  <a:gd name="T42" fmla="*/ 21 w 27"/>
                  <a:gd name="T43" fmla="*/ 19 h 23"/>
                  <a:gd name="T44" fmla="*/ 16 w 27"/>
                  <a:gd name="T45" fmla="*/ 20 h 23"/>
                  <a:gd name="T46" fmla="*/ 12 w 27"/>
                  <a:gd name="T47" fmla="*/ 21 h 23"/>
                  <a:gd name="T48" fmla="*/ 9 w 27"/>
                  <a:gd name="T49" fmla="*/ 23 h 23"/>
                  <a:gd name="T50" fmla="*/ 5 w 27"/>
                  <a:gd name="T51" fmla="*/ 21 h 23"/>
                  <a:gd name="T52" fmla="*/ 4 w 27"/>
                  <a:gd name="T53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7" h="23">
                    <a:moveTo>
                      <a:pt x="4" y="19"/>
                    </a:moveTo>
                    <a:cubicBezTo>
                      <a:pt x="3" y="19"/>
                      <a:pt x="3" y="20"/>
                      <a:pt x="3" y="20"/>
                    </a:cubicBezTo>
                    <a:cubicBezTo>
                      <a:pt x="1" y="23"/>
                      <a:pt x="0" y="20"/>
                      <a:pt x="0" y="18"/>
                    </a:cubicBezTo>
                    <a:cubicBezTo>
                      <a:pt x="0" y="16"/>
                      <a:pt x="2" y="16"/>
                      <a:pt x="4" y="16"/>
                    </a:cubicBezTo>
                    <a:cubicBezTo>
                      <a:pt x="6" y="16"/>
                      <a:pt x="8" y="16"/>
                      <a:pt x="10" y="15"/>
                    </a:cubicBezTo>
                    <a:cubicBezTo>
                      <a:pt x="10" y="15"/>
                      <a:pt x="11" y="15"/>
                      <a:pt x="10" y="14"/>
                    </a:cubicBezTo>
                    <a:cubicBezTo>
                      <a:pt x="9" y="14"/>
                      <a:pt x="7" y="13"/>
                      <a:pt x="6" y="13"/>
                    </a:cubicBezTo>
                    <a:cubicBezTo>
                      <a:pt x="6" y="13"/>
                      <a:pt x="5" y="12"/>
                      <a:pt x="4" y="12"/>
                    </a:cubicBezTo>
                    <a:cubicBezTo>
                      <a:pt x="4" y="11"/>
                      <a:pt x="4" y="11"/>
                      <a:pt x="3" y="10"/>
                    </a:cubicBezTo>
                    <a:cubicBezTo>
                      <a:pt x="3" y="9"/>
                      <a:pt x="1" y="8"/>
                      <a:pt x="2" y="7"/>
                    </a:cubicBezTo>
                    <a:cubicBezTo>
                      <a:pt x="3" y="6"/>
                      <a:pt x="5" y="7"/>
                      <a:pt x="5" y="5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7" y="3"/>
                      <a:pt x="8" y="2"/>
                      <a:pt x="9" y="2"/>
                    </a:cubicBezTo>
                    <a:cubicBezTo>
                      <a:pt x="11" y="1"/>
                      <a:pt x="13" y="1"/>
                      <a:pt x="15" y="2"/>
                    </a:cubicBezTo>
                    <a:cubicBezTo>
                      <a:pt x="17" y="2"/>
                      <a:pt x="18" y="2"/>
                      <a:pt x="20" y="2"/>
                    </a:cubicBezTo>
                    <a:cubicBezTo>
                      <a:pt x="21" y="2"/>
                      <a:pt x="23" y="0"/>
                      <a:pt x="24" y="2"/>
                    </a:cubicBezTo>
                    <a:cubicBezTo>
                      <a:pt x="24" y="3"/>
                      <a:pt x="24" y="3"/>
                      <a:pt x="25" y="4"/>
                    </a:cubicBezTo>
                    <a:cubicBezTo>
                      <a:pt x="25" y="5"/>
                      <a:pt x="25" y="5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4" y="10"/>
                      <a:pt x="24" y="11"/>
                      <a:pt x="24" y="13"/>
                    </a:cubicBezTo>
                    <a:cubicBezTo>
                      <a:pt x="25" y="14"/>
                      <a:pt x="25" y="15"/>
                      <a:pt x="24" y="17"/>
                    </a:cubicBezTo>
                    <a:cubicBezTo>
                      <a:pt x="24" y="18"/>
                      <a:pt x="23" y="19"/>
                      <a:pt x="21" y="19"/>
                    </a:cubicBezTo>
                    <a:cubicBezTo>
                      <a:pt x="19" y="20"/>
                      <a:pt x="18" y="19"/>
                      <a:pt x="16" y="20"/>
                    </a:cubicBezTo>
                    <a:cubicBezTo>
                      <a:pt x="15" y="20"/>
                      <a:pt x="13" y="21"/>
                      <a:pt x="12" y="21"/>
                    </a:cubicBezTo>
                    <a:cubicBezTo>
                      <a:pt x="11" y="22"/>
                      <a:pt x="10" y="23"/>
                      <a:pt x="9" y="23"/>
                    </a:cubicBezTo>
                    <a:cubicBezTo>
                      <a:pt x="8" y="23"/>
                      <a:pt x="6" y="22"/>
                      <a:pt x="5" y="21"/>
                    </a:cubicBezTo>
                    <a:cubicBezTo>
                      <a:pt x="5" y="21"/>
                      <a:pt x="4" y="19"/>
                      <a:pt x="4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4" name="Freeform 2436">
                <a:extLst>
                  <a:ext uri="{FF2B5EF4-FFF2-40B4-BE49-F238E27FC236}">
                    <a16:creationId xmlns:a16="http://schemas.microsoft.com/office/drawing/2014/main" id="{16258A92-58A3-41DA-97CC-28AFB016C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626"/>
                <a:ext cx="2" cy="2"/>
              </a:xfrm>
              <a:custGeom>
                <a:avLst/>
                <a:gdLst>
                  <a:gd name="T0" fmla="*/ 0 w 4"/>
                  <a:gd name="T1" fmla="*/ 2 h 5"/>
                  <a:gd name="T2" fmla="*/ 1 w 4"/>
                  <a:gd name="T3" fmla="*/ 0 h 5"/>
                  <a:gd name="T4" fmla="*/ 3 w 4"/>
                  <a:gd name="T5" fmla="*/ 1 h 5"/>
                  <a:gd name="T6" fmla="*/ 2 w 4"/>
                  <a:gd name="T7" fmla="*/ 5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4" y="4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5" name="Freeform 2437">
                <a:extLst>
                  <a:ext uri="{FF2B5EF4-FFF2-40B4-BE49-F238E27FC236}">
                    <a16:creationId xmlns:a16="http://schemas.microsoft.com/office/drawing/2014/main" id="{B84F235D-F524-4F2D-971C-9894BE4CB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621"/>
                <a:ext cx="3" cy="2"/>
              </a:xfrm>
              <a:custGeom>
                <a:avLst/>
                <a:gdLst>
                  <a:gd name="T0" fmla="*/ 1 w 8"/>
                  <a:gd name="T1" fmla="*/ 4 h 5"/>
                  <a:gd name="T2" fmla="*/ 0 w 8"/>
                  <a:gd name="T3" fmla="*/ 3 h 5"/>
                  <a:gd name="T4" fmla="*/ 1 w 8"/>
                  <a:gd name="T5" fmla="*/ 0 h 5"/>
                  <a:gd name="T6" fmla="*/ 3 w 8"/>
                  <a:gd name="T7" fmla="*/ 0 h 5"/>
                  <a:gd name="T8" fmla="*/ 5 w 8"/>
                  <a:gd name="T9" fmla="*/ 0 h 5"/>
                  <a:gd name="T10" fmla="*/ 8 w 8"/>
                  <a:gd name="T11" fmla="*/ 3 h 5"/>
                  <a:gd name="T12" fmla="*/ 4 w 8"/>
                  <a:gd name="T13" fmla="*/ 5 h 5"/>
                  <a:gd name="T14" fmla="*/ 4 w 8"/>
                  <a:gd name="T15" fmla="*/ 5 h 5"/>
                  <a:gd name="T16" fmla="*/ 2 w 8"/>
                  <a:gd name="T17" fmla="*/ 5 h 5"/>
                  <a:gd name="T18" fmla="*/ 1 w 8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7" y="0"/>
                      <a:pt x="8" y="1"/>
                      <a:pt x="8" y="3"/>
                    </a:cubicBezTo>
                    <a:cubicBezTo>
                      <a:pt x="8" y="4"/>
                      <a:pt x="6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6" name="Freeform 2438">
                <a:extLst>
                  <a:ext uri="{FF2B5EF4-FFF2-40B4-BE49-F238E27FC236}">
                    <a16:creationId xmlns:a16="http://schemas.microsoft.com/office/drawing/2014/main" id="{F1BC7CD7-5D05-4A9C-B642-96B375E55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610"/>
                <a:ext cx="3" cy="2"/>
              </a:xfrm>
              <a:custGeom>
                <a:avLst/>
                <a:gdLst>
                  <a:gd name="T0" fmla="*/ 4 w 9"/>
                  <a:gd name="T1" fmla="*/ 6 h 6"/>
                  <a:gd name="T2" fmla="*/ 2 w 9"/>
                  <a:gd name="T3" fmla="*/ 6 h 6"/>
                  <a:gd name="T4" fmla="*/ 0 w 9"/>
                  <a:gd name="T5" fmla="*/ 3 h 6"/>
                  <a:gd name="T6" fmla="*/ 3 w 9"/>
                  <a:gd name="T7" fmla="*/ 1 h 6"/>
                  <a:gd name="T8" fmla="*/ 6 w 9"/>
                  <a:gd name="T9" fmla="*/ 0 h 6"/>
                  <a:gd name="T10" fmla="*/ 9 w 9"/>
                  <a:gd name="T11" fmla="*/ 2 h 6"/>
                  <a:gd name="T12" fmla="*/ 8 w 9"/>
                  <a:gd name="T13" fmla="*/ 4 h 6"/>
                  <a:gd name="T14" fmla="*/ 6 w 9"/>
                  <a:gd name="T15" fmla="*/ 6 h 6"/>
                  <a:gd name="T16" fmla="*/ 4 w 9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6">
                    <a:moveTo>
                      <a:pt x="4" y="6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2" y="1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9" y="1"/>
                      <a:pt x="9" y="2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5" y="6"/>
                      <a:pt x="5" y="6"/>
                      <a:pt x="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7" name="Freeform 2439">
                <a:extLst>
                  <a:ext uri="{FF2B5EF4-FFF2-40B4-BE49-F238E27FC236}">
                    <a16:creationId xmlns:a16="http://schemas.microsoft.com/office/drawing/2014/main" id="{B7898120-2AAE-4D70-8702-DB2478A38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619"/>
                <a:ext cx="2" cy="2"/>
              </a:xfrm>
              <a:custGeom>
                <a:avLst/>
                <a:gdLst>
                  <a:gd name="T0" fmla="*/ 1 w 6"/>
                  <a:gd name="T1" fmla="*/ 3 h 5"/>
                  <a:gd name="T2" fmla="*/ 2 w 6"/>
                  <a:gd name="T3" fmla="*/ 1 h 5"/>
                  <a:gd name="T4" fmla="*/ 4 w 6"/>
                  <a:gd name="T5" fmla="*/ 0 h 5"/>
                  <a:gd name="T6" fmla="*/ 5 w 6"/>
                  <a:gd name="T7" fmla="*/ 2 h 5"/>
                  <a:gd name="T8" fmla="*/ 3 w 6"/>
                  <a:gd name="T9" fmla="*/ 5 h 5"/>
                  <a:gd name="T10" fmla="*/ 2 w 6"/>
                  <a:gd name="T11" fmla="*/ 4 h 5"/>
                  <a:gd name="T12" fmla="*/ 1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1" y="3"/>
                    </a:moveTo>
                    <a:cubicBezTo>
                      <a:pt x="0" y="2"/>
                      <a:pt x="1" y="2"/>
                      <a:pt x="2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8" name="Freeform 2440">
                <a:extLst>
                  <a:ext uri="{FF2B5EF4-FFF2-40B4-BE49-F238E27FC236}">
                    <a16:creationId xmlns:a16="http://schemas.microsoft.com/office/drawing/2014/main" id="{47A8FD9A-2AD0-44D4-BBFC-EE6DB43F5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609"/>
                <a:ext cx="11" cy="9"/>
              </a:xfrm>
              <a:custGeom>
                <a:avLst/>
                <a:gdLst>
                  <a:gd name="T0" fmla="*/ 1 w 28"/>
                  <a:gd name="T1" fmla="*/ 17 h 22"/>
                  <a:gd name="T2" fmla="*/ 2 w 28"/>
                  <a:gd name="T3" fmla="*/ 13 h 22"/>
                  <a:gd name="T4" fmla="*/ 0 w 28"/>
                  <a:gd name="T5" fmla="*/ 11 h 22"/>
                  <a:gd name="T6" fmla="*/ 0 w 28"/>
                  <a:gd name="T7" fmla="*/ 7 h 22"/>
                  <a:gd name="T8" fmla="*/ 2 w 28"/>
                  <a:gd name="T9" fmla="*/ 6 h 22"/>
                  <a:gd name="T10" fmla="*/ 4 w 28"/>
                  <a:gd name="T11" fmla="*/ 2 h 22"/>
                  <a:gd name="T12" fmla="*/ 7 w 28"/>
                  <a:gd name="T13" fmla="*/ 1 h 22"/>
                  <a:gd name="T14" fmla="*/ 12 w 28"/>
                  <a:gd name="T15" fmla="*/ 1 h 22"/>
                  <a:gd name="T16" fmla="*/ 17 w 28"/>
                  <a:gd name="T17" fmla="*/ 1 h 22"/>
                  <a:gd name="T18" fmla="*/ 22 w 28"/>
                  <a:gd name="T19" fmla="*/ 1 h 22"/>
                  <a:gd name="T20" fmla="*/ 23 w 28"/>
                  <a:gd name="T21" fmla="*/ 4 h 22"/>
                  <a:gd name="T22" fmla="*/ 26 w 28"/>
                  <a:gd name="T23" fmla="*/ 5 h 22"/>
                  <a:gd name="T24" fmla="*/ 27 w 28"/>
                  <a:gd name="T25" fmla="*/ 8 h 22"/>
                  <a:gd name="T26" fmla="*/ 22 w 28"/>
                  <a:gd name="T27" fmla="*/ 8 h 22"/>
                  <a:gd name="T28" fmla="*/ 21 w 28"/>
                  <a:gd name="T29" fmla="*/ 10 h 22"/>
                  <a:gd name="T30" fmla="*/ 19 w 28"/>
                  <a:gd name="T31" fmla="*/ 12 h 22"/>
                  <a:gd name="T32" fmla="*/ 18 w 28"/>
                  <a:gd name="T33" fmla="*/ 15 h 22"/>
                  <a:gd name="T34" fmla="*/ 18 w 28"/>
                  <a:gd name="T35" fmla="*/ 17 h 22"/>
                  <a:gd name="T36" fmla="*/ 16 w 28"/>
                  <a:gd name="T37" fmla="*/ 18 h 22"/>
                  <a:gd name="T38" fmla="*/ 14 w 28"/>
                  <a:gd name="T39" fmla="*/ 19 h 22"/>
                  <a:gd name="T40" fmla="*/ 12 w 28"/>
                  <a:gd name="T41" fmla="*/ 22 h 22"/>
                  <a:gd name="T42" fmla="*/ 8 w 28"/>
                  <a:gd name="T43" fmla="*/ 22 h 22"/>
                  <a:gd name="T44" fmla="*/ 5 w 28"/>
                  <a:gd name="T45" fmla="*/ 22 h 22"/>
                  <a:gd name="T46" fmla="*/ 3 w 28"/>
                  <a:gd name="T47" fmla="*/ 22 h 22"/>
                  <a:gd name="T48" fmla="*/ 1 w 28"/>
                  <a:gd name="T49" fmla="*/ 21 h 22"/>
                  <a:gd name="T50" fmla="*/ 1 w 28"/>
                  <a:gd name="T51" fmla="*/ 19 h 22"/>
                  <a:gd name="T52" fmla="*/ 1 w 28"/>
                  <a:gd name="T53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" h="22">
                    <a:moveTo>
                      <a:pt x="1" y="17"/>
                    </a:moveTo>
                    <a:cubicBezTo>
                      <a:pt x="2" y="16"/>
                      <a:pt x="3" y="15"/>
                      <a:pt x="2" y="13"/>
                    </a:cubicBezTo>
                    <a:cubicBezTo>
                      <a:pt x="2" y="12"/>
                      <a:pt x="1" y="12"/>
                      <a:pt x="0" y="11"/>
                    </a:cubicBezTo>
                    <a:cubicBezTo>
                      <a:pt x="0" y="10"/>
                      <a:pt x="0" y="8"/>
                      <a:pt x="0" y="7"/>
                    </a:cubicBezTo>
                    <a:cubicBezTo>
                      <a:pt x="0" y="6"/>
                      <a:pt x="1" y="6"/>
                      <a:pt x="2" y="6"/>
                    </a:cubicBezTo>
                    <a:cubicBezTo>
                      <a:pt x="3" y="5"/>
                      <a:pt x="3" y="3"/>
                      <a:pt x="4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9" y="1"/>
                      <a:pt x="10" y="1"/>
                      <a:pt x="12" y="1"/>
                    </a:cubicBezTo>
                    <a:cubicBezTo>
                      <a:pt x="14" y="1"/>
                      <a:pt x="16" y="1"/>
                      <a:pt x="17" y="1"/>
                    </a:cubicBezTo>
                    <a:cubicBezTo>
                      <a:pt x="18" y="1"/>
                      <a:pt x="20" y="0"/>
                      <a:pt x="22" y="1"/>
                    </a:cubicBezTo>
                    <a:cubicBezTo>
                      <a:pt x="22" y="2"/>
                      <a:pt x="22" y="3"/>
                      <a:pt x="23" y="4"/>
                    </a:cubicBezTo>
                    <a:cubicBezTo>
                      <a:pt x="24" y="4"/>
                      <a:pt x="25" y="4"/>
                      <a:pt x="26" y="5"/>
                    </a:cubicBezTo>
                    <a:cubicBezTo>
                      <a:pt x="27" y="6"/>
                      <a:pt x="28" y="7"/>
                      <a:pt x="27" y="8"/>
                    </a:cubicBezTo>
                    <a:cubicBezTo>
                      <a:pt x="25" y="9"/>
                      <a:pt x="23" y="7"/>
                      <a:pt x="22" y="8"/>
                    </a:cubicBezTo>
                    <a:cubicBezTo>
                      <a:pt x="21" y="9"/>
                      <a:pt x="21" y="9"/>
                      <a:pt x="21" y="10"/>
                    </a:cubicBezTo>
                    <a:cubicBezTo>
                      <a:pt x="20" y="11"/>
                      <a:pt x="20" y="11"/>
                      <a:pt x="19" y="12"/>
                    </a:cubicBezTo>
                    <a:cubicBezTo>
                      <a:pt x="19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18" y="17"/>
                      <a:pt x="17" y="18"/>
                      <a:pt x="16" y="18"/>
                    </a:cubicBezTo>
                    <a:cubicBezTo>
                      <a:pt x="15" y="18"/>
                      <a:pt x="15" y="18"/>
                      <a:pt x="14" y="19"/>
                    </a:cubicBezTo>
                    <a:cubicBezTo>
                      <a:pt x="13" y="20"/>
                      <a:pt x="13" y="22"/>
                      <a:pt x="12" y="22"/>
                    </a:cubicBezTo>
                    <a:cubicBezTo>
                      <a:pt x="10" y="22"/>
                      <a:pt x="9" y="22"/>
                      <a:pt x="8" y="22"/>
                    </a:cubicBezTo>
                    <a:cubicBezTo>
                      <a:pt x="7" y="21"/>
                      <a:pt x="6" y="22"/>
                      <a:pt x="5" y="22"/>
                    </a:cubicBezTo>
                    <a:cubicBezTo>
                      <a:pt x="4" y="22"/>
                      <a:pt x="4" y="22"/>
                      <a:pt x="3" y="22"/>
                    </a:cubicBezTo>
                    <a:cubicBezTo>
                      <a:pt x="2" y="22"/>
                      <a:pt x="1" y="22"/>
                      <a:pt x="1" y="21"/>
                    </a:cubicBezTo>
                    <a:cubicBezTo>
                      <a:pt x="1" y="20"/>
                      <a:pt x="1" y="20"/>
                      <a:pt x="1" y="19"/>
                    </a:cubicBezTo>
                    <a:cubicBezTo>
                      <a:pt x="1" y="19"/>
                      <a:pt x="1" y="18"/>
                      <a:pt x="1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9" name="Freeform 2441">
                <a:extLst>
                  <a:ext uri="{FF2B5EF4-FFF2-40B4-BE49-F238E27FC236}">
                    <a16:creationId xmlns:a16="http://schemas.microsoft.com/office/drawing/2014/main" id="{5374F06D-E51D-486A-BD4E-1C41C0F8B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618"/>
                <a:ext cx="4" cy="3"/>
              </a:xfrm>
              <a:custGeom>
                <a:avLst/>
                <a:gdLst>
                  <a:gd name="T0" fmla="*/ 2 w 10"/>
                  <a:gd name="T1" fmla="*/ 1 h 6"/>
                  <a:gd name="T2" fmla="*/ 4 w 10"/>
                  <a:gd name="T3" fmla="*/ 1 h 6"/>
                  <a:gd name="T4" fmla="*/ 6 w 10"/>
                  <a:gd name="T5" fmla="*/ 1 h 6"/>
                  <a:gd name="T6" fmla="*/ 9 w 10"/>
                  <a:gd name="T7" fmla="*/ 1 h 6"/>
                  <a:gd name="T8" fmla="*/ 10 w 10"/>
                  <a:gd name="T9" fmla="*/ 3 h 6"/>
                  <a:gd name="T10" fmla="*/ 7 w 10"/>
                  <a:gd name="T11" fmla="*/ 5 h 6"/>
                  <a:gd name="T12" fmla="*/ 2 w 10"/>
                  <a:gd name="T13" fmla="*/ 5 h 6"/>
                  <a:gd name="T14" fmla="*/ 2 w 10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2" y="1"/>
                    </a:moveTo>
                    <a:cubicBezTo>
                      <a:pt x="3" y="0"/>
                      <a:pt x="4" y="1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7" y="1"/>
                      <a:pt x="8" y="0"/>
                      <a:pt x="9" y="1"/>
                    </a:cubicBezTo>
                    <a:cubicBezTo>
                      <a:pt x="9" y="1"/>
                      <a:pt x="10" y="3"/>
                      <a:pt x="10" y="3"/>
                    </a:cubicBezTo>
                    <a:cubicBezTo>
                      <a:pt x="9" y="4"/>
                      <a:pt x="7" y="4"/>
                      <a:pt x="7" y="5"/>
                    </a:cubicBezTo>
                    <a:cubicBezTo>
                      <a:pt x="5" y="5"/>
                      <a:pt x="4" y="6"/>
                      <a:pt x="2" y="5"/>
                    </a:cubicBezTo>
                    <a:cubicBezTo>
                      <a:pt x="2" y="4"/>
                      <a:pt x="0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0" name="Freeform 2442">
                <a:extLst>
                  <a:ext uri="{FF2B5EF4-FFF2-40B4-BE49-F238E27FC236}">
                    <a16:creationId xmlns:a16="http://schemas.microsoft.com/office/drawing/2014/main" id="{114B75CC-3D3F-45F3-B846-9147DB66A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615"/>
                <a:ext cx="4" cy="2"/>
              </a:xfrm>
              <a:custGeom>
                <a:avLst/>
                <a:gdLst>
                  <a:gd name="T0" fmla="*/ 4 w 10"/>
                  <a:gd name="T1" fmla="*/ 0 h 5"/>
                  <a:gd name="T2" fmla="*/ 6 w 10"/>
                  <a:gd name="T3" fmla="*/ 0 h 5"/>
                  <a:gd name="T4" fmla="*/ 8 w 10"/>
                  <a:gd name="T5" fmla="*/ 0 h 5"/>
                  <a:gd name="T6" fmla="*/ 9 w 10"/>
                  <a:gd name="T7" fmla="*/ 0 h 5"/>
                  <a:gd name="T8" fmla="*/ 10 w 10"/>
                  <a:gd name="T9" fmla="*/ 2 h 5"/>
                  <a:gd name="T10" fmla="*/ 9 w 10"/>
                  <a:gd name="T11" fmla="*/ 4 h 5"/>
                  <a:gd name="T12" fmla="*/ 8 w 10"/>
                  <a:gd name="T13" fmla="*/ 5 h 5"/>
                  <a:gd name="T14" fmla="*/ 6 w 10"/>
                  <a:gd name="T15" fmla="*/ 5 h 5"/>
                  <a:gd name="T16" fmla="*/ 3 w 10"/>
                  <a:gd name="T17" fmla="*/ 5 h 5"/>
                  <a:gd name="T18" fmla="*/ 1 w 10"/>
                  <a:gd name="T19" fmla="*/ 5 h 5"/>
                  <a:gd name="T20" fmla="*/ 1 w 10"/>
                  <a:gd name="T21" fmla="*/ 2 h 5"/>
                  <a:gd name="T22" fmla="*/ 4 w 10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5">
                    <a:moveTo>
                      <a:pt x="4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1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1" name="Freeform 2443">
                <a:extLst>
                  <a:ext uri="{FF2B5EF4-FFF2-40B4-BE49-F238E27FC236}">
                    <a16:creationId xmlns:a16="http://schemas.microsoft.com/office/drawing/2014/main" id="{294898A7-AC75-40A8-9359-D17A98CEF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1617"/>
                <a:ext cx="5" cy="4"/>
              </a:xfrm>
              <a:custGeom>
                <a:avLst/>
                <a:gdLst>
                  <a:gd name="T0" fmla="*/ 10 w 12"/>
                  <a:gd name="T1" fmla="*/ 7 h 9"/>
                  <a:gd name="T2" fmla="*/ 8 w 12"/>
                  <a:gd name="T3" fmla="*/ 7 h 9"/>
                  <a:gd name="T4" fmla="*/ 7 w 12"/>
                  <a:gd name="T5" fmla="*/ 8 h 9"/>
                  <a:gd name="T6" fmla="*/ 3 w 12"/>
                  <a:gd name="T7" fmla="*/ 8 h 9"/>
                  <a:gd name="T8" fmla="*/ 2 w 12"/>
                  <a:gd name="T9" fmla="*/ 6 h 9"/>
                  <a:gd name="T10" fmla="*/ 0 w 12"/>
                  <a:gd name="T11" fmla="*/ 6 h 9"/>
                  <a:gd name="T12" fmla="*/ 1 w 12"/>
                  <a:gd name="T13" fmla="*/ 4 h 9"/>
                  <a:gd name="T14" fmla="*/ 3 w 12"/>
                  <a:gd name="T15" fmla="*/ 2 h 9"/>
                  <a:gd name="T16" fmla="*/ 4 w 12"/>
                  <a:gd name="T17" fmla="*/ 0 h 9"/>
                  <a:gd name="T18" fmla="*/ 7 w 12"/>
                  <a:gd name="T19" fmla="*/ 1 h 9"/>
                  <a:gd name="T20" fmla="*/ 8 w 12"/>
                  <a:gd name="T21" fmla="*/ 2 h 9"/>
                  <a:gd name="T22" fmla="*/ 10 w 12"/>
                  <a:gd name="T23" fmla="*/ 2 h 9"/>
                  <a:gd name="T24" fmla="*/ 11 w 12"/>
                  <a:gd name="T25" fmla="*/ 3 h 9"/>
                  <a:gd name="T26" fmla="*/ 10 w 12"/>
                  <a:gd name="T27" fmla="*/ 6 h 9"/>
                  <a:gd name="T28" fmla="*/ 10 w 12"/>
                  <a:gd name="T2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9">
                    <a:moveTo>
                      <a:pt x="10" y="7"/>
                    </a:moveTo>
                    <a:cubicBezTo>
                      <a:pt x="9" y="7"/>
                      <a:pt x="8" y="7"/>
                      <a:pt x="8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6" y="8"/>
                      <a:pt x="4" y="9"/>
                      <a:pt x="3" y="8"/>
                    </a:cubicBezTo>
                    <a:cubicBezTo>
                      <a:pt x="3" y="8"/>
                      <a:pt x="3" y="7"/>
                      <a:pt x="2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3"/>
                      <a:pt x="3" y="4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2"/>
                      <a:pt x="11" y="2"/>
                      <a:pt x="11" y="3"/>
                    </a:cubicBezTo>
                    <a:cubicBezTo>
                      <a:pt x="12" y="4"/>
                      <a:pt x="11" y="5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2" name="Freeform 2444">
                <a:extLst>
                  <a:ext uri="{FF2B5EF4-FFF2-40B4-BE49-F238E27FC236}">
                    <a16:creationId xmlns:a16="http://schemas.microsoft.com/office/drawing/2014/main" id="{264AE0FF-986A-4A74-ACB0-0F792AD32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616"/>
                <a:ext cx="2" cy="2"/>
              </a:xfrm>
              <a:custGeom>
                <a:avLst/>
                <a:gdLst>
                  <a:gd name="T0" fmla="*/ 1 w 5"/>
                  <a:gd name="T1" fmla="*/ 0 h 4"/>
                  <a:gd name="T2" fmla="*/ 2 w 5"/>
                  <a:gd name="T3" fmla="*/ 0 h 4"/>
                  <a:gd name="T4" fmla="*/ 4 w 5"/>
                  <a:gd name="T5" fmla="*/ 2 h 4"/>
                  <a:gd name="T6" fmla="*/ 1 w 5"/>
                  <a:gd name="T7" fmla="*/ 4 h 4"/>
                  <a:gd name="T8" fmla="*/ 1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5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3" name="Freeform 2445">
                <a:extLst>
                  <a:ext uri="{FF2B5EF4-FFF2-40B4-BE49-F238E27FC236}">
                    <a16:creationId xmlns:a16="http://schemas.microsoft.com/office/drawing/2014/main" id="{82C0A607-B7C2-4A69-921B-4F3D944CE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606"/>
                <a:ext cx="7" cy="9"/>
              </a:xfrm>
              <a:custGeom>
                <a:avLst/>
                <a:gdLst>
                  <a:gd name="T0" fmla="*/ 1 w 17"/>
                  <a:gd name="T1" fmla="*/ 20 h 24"/>
                  <a:gd name="T2" fmla="*/ 0 w 17"/>
                  <a:gd name="T3" fmla="*/ 18 h 24"/>
                  <a:gd name="T4" fmla="*/ 1 w 17"/>
                  <a:gd name="T5" fmla="*/ 17 h 24"/>
                  <a:gd name="T6" fmla="*/ 1 w 17"/>
                  <a:gd name="T7" fmla="*/ 14 h 24"/>
                  <a:gd name="T8" fmla="*/ 1 w 17"/>
                  <a:gd name="T9" fmla="*/ 9 h 24"/>
                  <a:gd name="T10" fmla="*/ 4 w 17"/>
                  <a:gd name="T11" fmla="*/ 7 h 24"/>
                  <a:gd name="T12" fmla="*/ 8 w 17"/>
                  <a:gd name="T13" fmla="*/ 5 h 24"/>
                  <a:gd name="T14" fmla="*/ 9 w 17"/>
                  <a:gd name="T15" fmla="*/ 4 h 24"/>
                  <a:gd name="T16" fmla="*/ 9 w 17"/>
                  <a:gd name="T17" fmla="*/ 2 h 24"/>
                  <a:gd name="T18" fmla="*/ 10 w 17"/>
                  <a:gd name="T19" fmla="*/ 1 h 24"/>
                  <a:gd name="T20" fmla="*/ 12 w 17"/>
                  <a:gd name="T21" fmla="*/ 0 h 24"/>
                  <a:gd name="T22" fmla="*/ 15 w 17"/>
                  <a:gd name="T23" fmla="*/ 0 h 24"/>
                  <a:gd name="T24" fmla="*/ 16 w 17"/>
                  <a:gd name="T25" fmla="*/ 4 h 24"/>
                  <a:gd name="T26" fmla="*/ 15 w 17"/>
                  <a:gd name="T27" fmla="*/ 8 h 24"/>
                  <a:gd name="T28" fmla="*/ 14 w 17"/>
                  <a:gd name="T29" fmla="*/ 10 h 24"/>
                  <a:gd name="T30" fmla="*/ 13 w 17"/>
                  <a:gd name="T31" fmla="*/ 13 h 24"/>
                  <a:gd name="T32" fmla="*/ 15 w 17"/>
                  <a:gd name="T33" fmla="*/ 14 h 24"/>
                  <a:gd name="T34" fmla="*/ 12 w 17"/>
                  <a:gd name="T35" fmla="*/ 20 h 24"/>
                  <a:gd name="T36" fmla="*/ 10 w 17"/>
                  <a:gd name="T37" fmla="*/ 23 h 24"/>
                  <a:gd name="T38" fmla="*/ 6 w 17"/>
                  <a:gd name="T39" fmla="*/ 24 h 24"/>
                  <a:gd name="T40" fmla="*/ 4 w 17"/>
                  <a:gd name="T41" fmla="*/ 23 h 24"/>
                  <a:gd name="T42" fmla="*/ 2 w 17"/>
                  <a:gd name="T43" fmla="*/ 23 h 24"/>
                  <a:gd name="T44" fmla="*/ 1 w 17"/>
                  <a:gd name="T45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24">
                    <a:moveTo>
                      <a:pt x="1" y="20"/>
                    </a:moveTo>
                    <a:cubicBezTo>
                      <a:pt x="1" y="20"/>
                      <a:pt x="0" y="19"/>
                      <a:pt x="0" y="18"/>
                    </a:cubicBezTo>
                    <a:cubicBezTo>
                      <a:pt x="0" y="18"/>
                      <a:pt x="1" y="17"/>
                      <a:pt x="1" y="17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0" y="13"/>
                      <a:pt x="0" y="11"/>
                      <a:pt x="1" y="9"/>
                    </a:cubicBezTo>
                    <a:cubicBezTo>
                      <a:pt x="2" y="8"/>
                      <a:pt x="2" y="7"/>
                      <a:pt x="4" y="7"/>
                    </a:cubicBezTo>
                    <a:cubicBezTo>
                      <a:pt x="5" y="7"/>
                      <a:pt x="7" y="6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9" y="3"/>
                      <a:pt x="8" y="3"/>
                      <a:pt x="9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11" y="0"/>
                      <a:pt x="12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6" y="1"/>
                      <a:pt x="16" y="2"/>
                      <a:pt x="16" y="4"/>
                    </a:cubicBezTo>
                    <a:cubicBezTo>
                      <a:pt x="16" y="5"/>
                      <a:pt x="16" y="7"/>
                      <a:pt x="15" y="8"/>
                    </a:cubicBezTo>
                    <a:cubicBezTo>
                      <a:pt x="15" y="9"/>
                      <a:pt x="14" y="10"/>
                      <a:pt x="14" y="10"/>
                    </a:cubicBezTo>
                    <a:cubicBezTo>
                      <a:pt x="13" y="11"/>
                      <a:pt x="12" y="12"/>
                      <a:pt x="13" y="13"/>
                    </a:cubicBezTo>
                    <a:cubicBezTo>
                      <a:pt x="13" y="14"/>
                      <a:pt x="14" y="14"/>
                      <a:pt x="15" y="14"/>
                    </a:cubicBezTo>
                    <a:cubicBezTo>
                      <a:pt x="17" y="16"/>
                      <a:pt x="13" y="19"/>
                      <a:pt x="12" y="20"/>
                    </a:cubicBezTo>
                    <a:cubicBezTo>
                      <a:pt x="12" y="21"/>
                      <a:pt x="11" y="23"/>
                      <a:pt x="10" y="23"/>
                    </a:cubicBezTo>
                    <a:cubicBezTo>
                      <a:pt x="9" y="24"/>
                      <a:pt x="7" y="24"/>
                      <a:pt x="6" y="24"/>
                    </a:cubicBezTo>
                    <a:cubicBezTo>
                      <a:pt x="5" y="23"/>
                      <a:pt x="5" y="23"/>
                      <a:pt x="4" y="23"/>
                    </a:cubicBezTo>
                    <a:cubicBezTo>
                      <a:pt x="3" y="23"/>
                      <a:pt x="3" y="23"/>
                      <a:pt x="2" y="23"/>
                    </a:cubicBezTo>
                    <a:cubicBezTo>
                      <a:pt x="1" y="22"/>
                      <a:pt x="1" y="21"/>
                      <a:pt x="1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4" name="Freeform 2446">
                <a:extLst>
                  <a:ext uri="{FF2B5EF4-FFF2-40B4-BE49-F238E27FC236}">
                    <a16:creationId xmlns:a16="http://schemas.microsoft.com/office/drawing/2014/main" id="{7C3BA413-FA24-4099-9877-D7FBF0178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604"/>
                <a:ext cx="2" cy="2"/>
              </a:xfrm>
              <a:custGeom>
                <a:avLst/>
                <a:gdLst>
                  <a:gd name="T0" fmla="*/ 2 w 5"/>
                  <a:gd name="T1" fmla="*/ 7 h 7"/>
                  <a:gd name="T2" fmla="*/ 0 w 5"/>
                  <a:gd name="T3" fmla="*/ 4 h 7"/>
                  <a:gd name="T4" fmla="*/ 1 w 5"/>
                  <a:gd name="T5" fmla="*/ 1 h 7"/>
                  <a:gd name="T6" fmla="*/ 3 w 5"/>
                  <a:gd name="T7" fmla="*/ 1 h 7"/>
                  <a:gd name="T8" fmla="*/ 4 w 5"/>
                  <a:gd name="T9" fmla="*/ 2 h 7"/>
                  <a:gd name="T10" fmla="*/ 5 w 5"/>
                  <a:gd name="T11" fmla="*/ 5 h 7"/>
                  <a:gd name="T12" fmla="*/ 2 w 5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5" y="6"/>
                      <a:pt x="3" y="7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5" name="Freeform 2447">
                <a:extLst>
                  <a:ext uri="{FF2B5EF4-FFF2-40B4-BE49-F238E27FC236}">
                    <a16:creationId xmlns:a16="http://schemas.microsoft.com/office/drawing/2014/main" id="{6B2A10FC-9AFA-448E-AC06-09B27C836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603"/>
                <a:ext cx="3" cy="2"/>
              </a:xfrm>
              <a:custGeom>
                <a:avLst/>
                <a:gdLst>
                  <a:gd name="T0" fmla="*/ 1 w 8"/>
                  <a:gd name="T1" fmla="*/ 4 h 5"/>
                  <a:gd name="T2" fmla="*/ 0 w 8"/>
                  <a:gd name="T3" fmla="*/ 3 h 5"/>
                  <a:gd name="T4" fmla="*/ 3 w 8"/>
                  <a:gd name="T5" fmla="*/ 0 h 5"/>
                  <a:gd name="T6" fmla="*/ 5 w 8"/>
                  <a:gd name="T7" fmla="*/ 1 h 5"/>
                  <a:gd name="T8" fmla="*/ 7 w 8"/>
                  <a:gd name="T9" fmla="*/ 1 h 5"/>
                  <a:gd name="T10" fmla="*/ 8 w 8"/>
                  <a:gd name="T11" fmla="*/ 3 h 5"/>
                  <a:gd name="T12" fmla="*/ 5 w 8"/>
                  <a:gd name="T13" fmla="*/ 4 h 5"/>
                  <a:gd name="T14" fmla="*/ 1 w 8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2" y="1"/>
                      <a:pt x="3" y="0"/>
                    </a:cubicBezTo>
                    <a:cubicBezTo>
                      <a:pt x="4" y="0"/>
                      <a:pt x="4" y="1"/>
                      <a:pt x="5" y="1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6" name="Freeform 2448">
                <a:extLst>
                  <a:ext uri="{FF2B5EF4-FFF2-40B4-BE49-F238E27FC236}">
                    <a16:creationId xmlns:a16="http://schemas.microsoft.com/office/drawing/2014/main" id="{DF219871-134D-4ED2-A796-233862E5A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602"/>
                <a:ext cx="4" cy="3"/>
              </a:xfrm>
              <a:custGeom>
                <a:avLst/>
                <a:gdLst>
                  <a:gd name="T0" fmla="*/ 0 w 11"/>
                  <a:gd name="T1" fmla="*/ 5 h 7"/>
                  <a:gd name="T2" fmla="*/ 0 w 11"/>
                  <a:gd name="T3" fmla="*/ 2 h 7"/>
                  <a:gd name="T4" fmla="*/ 2 w 11"/>
                  <a:gd name="T5" fmla="*/ 1 h 7"/>
                  <a:gd name="T6" fmla="*/ 6 w 11"/>
                  <a:gd name="T7" fmla="*/ 0 h 7"/>
                  <a:gd name="T8" fmla="*/ 8 w 11"/>
                  <a:gd name="T9" fmla="*/ 0 h 7"/>
                  <a:gd name="T10" fmla="*/ 10 w 11"/>
                  <a:gd name="T11" fmla="*/ 1 h 7"/>
                  <a:gd name="T12" fmla="*/ 10 w 11"/>
                  <a:gd name="T13" fmla="*/ 3 h 7"/>
                  <a:gd name="T14" fmla="*/ 8 w 11"/>
                  <a:gd name="T15" fmla="*/ 3 h 7"/>
                  <a:gd name="T16" fmla="*/ 6 w 11"/>
                  <a:gd name="T17" fmla="*/ 4 h 7"/>
                  <a:gd name="T18" fmla="*/ 1 w 11"/>
                  <a:gd name="T19" fmla="*/ 6 h 7"/>
                  <a:gd name="T20" fmla="*/ 0 w 11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0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6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9" y="1"/>
                      <a:pt x="10" y="1"/>
                    </a:cubicBezTo>
                    <a:cubicBezTo>
                      <a:pt x="10" y="2"/>
                      <a:pt x="11" y="3"/>
                      <a:pt x="10" y="3"/>
                    </a:cubicBezTo>
                    <a:cubicBezTo>
                      <a:pt x="10" y="4"/>
                      <a:pt x="9" y="4"/>
                      <a:pt x="8" y="3"/>
                    </a:cubicBezTo>
                    <a:cubicBezTo>
                      <a:pt x="7" y="3"/>
                      <a:pt x="6" y="4"/>
                      <a:pt x="6" y="4"/>
                    </a:cubicBezTo>
                    <a:cubicBezTo>
                      <a:pt x="5" y="5"/>
                      <a:pt x="3" y="7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7" name="Freeform 2449">
                <a:extLst>
                  <a:ext uri="{FF2B5EF4-FFF2-40B4-BE49-F238E27FC236}">
                    <a16:creationId xmlns:a16="http://schemas.microsoft.com/office/drawing/2014/main" id="{3268E04B-D88E-4BF6-8B04-D5A7BB5A6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594"/>
                <a:ext cx="15" cy="9"/>
              </a:xfrm>
              <a:custGeom>
                <a:avLst/>
                <a:gdLst>
                  <a:gd name="T0" fmla="*/ 4 w 37"/>
                  <a:gd name="T1" fmla="*/ 15 h 21"/>
                  <a:gd name="T2" fmla="*/ 4 w 37"/>
                  <a:gd name="T3" fmla="*/ 13 h 21"/>
                  <a:gd name="T4" fmla="*/ 2 w 37"/>
                  <a:gd name="T5" fmla="*/ 12 h 21"/>
                  <a:gd name="T6" fmla="*/ 1 w 37"/>
                  <a:gd name="T7" fmla="*/ 7 h 21"/>
                  <a:gd name="T8" fmla="*/ 4 w 37"/>
                  <a:gd name="T9" fmla="*/ 2 h 21"/>
                  <a:gd name="T10" fmla="*/ 9 w 37"/>
                  <a:gd name="T11" fmla="*/ 1 h 21"/>
                  <a:gd name="T12" fmla="*/ 17 w 37"/>
                  <a:gd name="T13" fmla="*/ 0 h 21"/>
                  <a:gd name="T14" fmla="*/ 23 w 37"/>
                  <a:gd name="T15" fmla="*/ 0 h 21"/>
                  <a:gd name="T16" fmla="*/ 28 w 37"/>
                  <a:gd name="T17" fmla="*/ 1 h 21"/>
                  <a:gd name="T18" fmla="*/ 32 w 37"/>
                  <a:gd name="T19" fmla="*/ 2 h 21"/>
                  <a:gd name="T20" fmla="*/ 35 w 37"/>
                  <a:gd name="T21" fmla="*/ 5 h 21"/>
                  <a:gd name="T22" fmla="*/ 37 w 37"/>
                  <a:gd name="T23" fmla="*/ 8 h 21"/>
                  <a:gd name="T24" fmla="*/ 35 w 37"/>
                  <a:gd name="T25" fmla="*/ 13 h 21"/>
                  <a:gd name="T26" fmla="*/ 30 w 37"/>
                  <a:gd name="T27" fmla="*/ 14 h 21"/>
                  <a:gd name="T28" fmla="*/ 26 w 37"/>
                  <a:gd name="T29" fmla="*/ 17 h 21"/>
                  <a:gd name="T30" fmla="*/ 23 w 37"/>
                  <a:gd name="T31" fmla="*/ 20 h 21"/>
                  <a:gd name="T32" fmla="*/ 19 w 37"/>
                  <a:gd name="T33" fmla="*/ 20 h 21"/>
                  <a:gd name="T34" fmla="*/ 17 w 37"/>
                  <a:gd name="T35" fmla="*/ 16 h 21"/>
                  <a:gd name="T36" fmla="*/ 17 w 37"/>
                  <a:gd name="T37" fmla="*/ 13 h 21"/>
                  <a:gd name="T38" fmla="*/ 16 w 37"/>
                  <a:gd name="T39" fmla="*/ 11 h 21"/>
                  <a:gd name="T40" fmla="*/ 14 w 37"/>
                  <a:gd name="T41" fmla="*/ 12 h 21"/>
                  <a:gd name="T42" fmla="*/ 13 w 37"/>
                  <a:gd name="T43" fmla="*/ 17 h 21"/>
                  <a:gd name="T44" fmla="*/ 9 w 37"/>
                  <a:gd name="T45" fmla="*/ 18 h 21"/>
                  <a:gd name="T46" fmla="*/ 5 w 37"/>
                  <a:gd name="T47" fmla="*/ 17 h 21"/>
                  <a:gd name="T48" fmla="*/ 4 w 37"/>
                  <a:gd name="T4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7" h="21">
                    <a:moveTo>
                      <a:pt x="4" y="15"/>
                    </a:moveTo>
                    <a:cubicBezTo>
                      <a:pt x="4" y="15"/>
                      <a:pt x="4" y="14"/>
                      <a:pt x="4" y="13"/>
                    </a:cubicBezTo>
                    <a:cubicBezTo>
                      <a:pt x="3" y="13"/>
                      <a:pt x="2" y="13"/>
                      <a:pt x="2" y="12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2" y="5"/>
                      <a:pt x="3" y="4"/>
                      <a:pt x="4" y="2"/>
                    </a:cubicBezTo>
                    <a:cubicBezTo>
                      <a:pt x="6" y="1"/>
                      <a:pt x="8" y="1"/>
                      <a:pt x="9" y="1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19" y="0"/>
                      <a:pt x="21" y="0"/>
                      <a:pt x="23" y="0"/>
                    </a:cubicBezTo>
                    <a:cubicBezTo>
                      <a:pt x="25" y="0"/>
                      <a:pt x="26" y="0"/>
                      <a:pt x="28" y="1"/>
                    </a:cubicBezTo>
                    <a:cubicBezTo>
                      <a:pt x="29" y="1"/>
                      <a:pt x="31" y="2"/>
                      <a:pt x="32" y="2"/>
                    </a:cubicBezTo>
                    <a:cubicBezTo>
                      <a:pt x="34" y="2"/>
                      <a:pt x="35" y="3"/>
                      <a:pt x="35" y="5"/>
                    </a:cubicBezTo>
                    <a:cubicBezTo>
                      <a:pt x="36" y="6"/>
                      <a:pt x="37" y="7"/>
                      <a:pt x="37" y="8"/>
                    </a:cubicBezTo>
                    <a:cubicBezTo>
                      <a:pt x="37" y="10"/>
                      <a:pt x="37" y="12"/>
                      <a:pt x="35" y="13"/>
                    </a:cubicBezTo>
                    <a:cubicBezTo>
                      <a:pt x="34" y="14"/>
                      <a:pt x="32" y="13"/>
                      <a:pt x="30" y="14"/>
                    </a:cubicBezTo>
                    <a:cubicBezTo>
                      <a:pt x="29" y="15"/>
                      <a:pt x="28" y="16"/>
                      <a:pt x="26" y="17"/>
                    </a:cubicBezTo>
                    <a:cubicBezTo>
                      <a:pt x="25" y="18"/>
                      <a:pt x="24" y="19"/>
                      <a:pt x="23" y="20"/>
                    </a:cubicBezTo>
                    <a:cubicBezTo>
                      <a:pt x="22" y="21"/>
                      <a:pt x="20" y="20"/>
                      <a:pt x="19" y="20"/>
                    </a:cubicBezTo>
                    <a:cubicBezTo>
                      <a:pt x="18" y="19"/>
                      <a:pt x="17" y="18"/>
                      <a:pt x="17" y="16"/>
                    </a:cubicBezTo>
                    <a:cubicBezTo>
                      <a:pt x="17" y="15"/>
                      <a:pt x="17" y="14"/>
                      <a:pt x="17" y="13"/>
                    </a:cubicBezTo>
                    <a:cubicBezTo>
                      <a:pt x="17" y="12"/>
                      <a:pt x="17" y="11"/>
                      <a:pt x="16" y="11"/>
                    </a:cubicBezTo>
                    <a:cubicBezTo>
                      <a:pt x="16" y="10"/>
                      <a:pt x="15" y="11"/>
                      <a:pt x="14" y="12"/>
                    </a:cubicBezTo>
                    <a:cubicBezTo>
                      <a:pt x="13" y="13"/>
                      <a:pt x="14" y="15"/>
                      <a:pt x="13" y="17"/>
                    </a:cubicBezTo>
                    <a:cubicBezTo>
                      <a:pt x="12" y="18"/>
                      <a:pt x="10" y="18"/>
                      <a:pt x="9" y="18"/>
                    </a:cubicBezTo>
                    <a:cubicBezTo>
                      <a:pt x="8" y="18"/>
                      <a:pt x="6" y="18"/>
                      <a:pt x="5" y="17"/>
                    </a:cubicBezTo>
                    <a:cubicBezTo>
                      <a:pt x="4" y="17"/>
                      <a:pt x="4" y="16"/>
                      <a:pt x="4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8" name="Freeform 2450">
                <a:extLst>
                  <a:ext uri="{FF2B5EF4-FFF2-40B4-BE49-F238E27FC236}">
                    <a16:creationId xmlns:a16="http://schemas.microsoft.com/office/drawing/2014/main" id="{AB81EEBA-73E2-4F1D-AD2A-787344FC4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608"/>
                <a:ext cx="3" cy="5"/>
              </a:xfrm>
              <a:custGeom>
                <a:avLst/>
                <a:gdLst>
                  <a:gd name="T0" fmla="*/ 5 w 8"/>
                  <a:gd name="T1" fmla="*/ 11 h 12"/>
                  <a:gd name="T2" fmla="*/ 3 w 8"/>
                  <a:gd name="T3" fmla="*/ 11 h 12"/>
                  <a:gd name="T4" fmla="*/ 1 w 8"/>
                  <a:gd name="T5" fmla="*/ 11 h 12"/>
                  <a:gd name="T6" fmla="*/ 1 w 8"/>
                  <a:gd name="T7" fmla="*/ 8 h 12"/>
                  <a:gd name="T8" fmla="*/ 2 w 8"/>
                  <a:gd name="T9" fmla="*/ 6 h 12"/>
                  <a:gd name="T10" fmla="*/ 2 w 8"/>
                  <a:gd name="T11" fmla="*/ 4 h 12"/>
                  <a:gd name="T12" fmla="*/ 4 w 8"/>
                  <a:gd name="T13" fmla="*/ 2 h 12"/>
                  <a:gd name="T14" fmla="*/ 8 w 8"/>
                  <a:gd name="T15" fmla="*/ 1 h 12"/>
                  <a:gd name="T16" fmla="*/ 8 w 8"/>
                  <a:gd name="T17" fmla="*/ 3 h 12"/>
                  <a:gd name="T18" fmla="*/ 6 w 8"/>
                  <a:gd name="T19" fmla="*/ 4 h 12"/>
                  <a:gd name="T20" fmla="*/ 6 w 8"/>
                  <a:gd name="T21" fmla="*/ 6 h 12"/>
                  <a:gd name="T22" fmla="*/ 6 w 8"/>
                  <a:gd name="T23" fmla="*/ 9 h 12"/>
                  <a:gd name="T24" fmla="*/ 5 w 8"/>
                  <a:gd name="T2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2">
                    <a:moveTo>
                      <a:pt x="5" y="11"/>
                    </a:moveTo>
                    <a:cubicBezTo>
                      <a:pt x="5" y="12"/>
                      <a:pt x="4" y="11"/>
                      <a:pt x="3" y="11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0"/>
                      <a:pt x="0" y="9"/>
                      <a:pt x="1" y="8"/>
                    </a:cubicBezTo>
                    <a:cubicBezTo>
                      <a:pt x="1" y="7"/>
                      <a:pt x="1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3"/>
                      <a:pt x="3" y="2"/>
                      <a:pt x="4" y="2"/>
                    </a:cubicBezTo>
                    <a:cubicBezTo>
                      <a:pt x="5" y="1"/>
                      <a:pt x="7" y="0"/>
                      <a:pt x="8" y="1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9" name="Freeform 2451">
                <a:extLst>
                  <a:ext uri="{FF2B5EF4-FFF2-40B4-BE49-F238E27FC236}">
                    <a16:creationId xmlns:a16="http://schemas.microsoft.com/office/drawing/2014/main" id="{B9935DF8-2474-40E2-8175-C96D0A120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1615"/>
                <a:ext cx="2" cy="2"/>
              </a:xfrm>
              <a:custGeom>
                <a:avLst/>
                <a:gdLst>
                  <a:gd name="T0" fmla="*/ 1 w 6"/>
                  <a:gd name="T1" fmla="*/ 1 h 7"/>
                  <a:gd name="T2" fmla="*/ 5 w 6"/>
                  <a:gd name="T3" fmla="*/ 2 h 7"/>
                  <a:gd name="T4" fmla="*/ 0 w 6"/>
                  <a:gd name="T5" fmla="*/ 3 h 7"/>
                  <a:gd name="T6" fmla="*/ 1 w 6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2" y="0"/>
                      <a:pt x="4" y="1"/>
                      <a:pt x="5" y="2"/>
                    </a:cubicBezTo>
                    <a:cubicBezTo>
                      <a:pt x="6" y="4"/>
                      <a:pt x="0" y="7"/>
                      <a:pt x="0" y="3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0" name="Freeform 2452">
                <a:extLst>
                  <a:ext uri="{FF2B5EF4-FFF2-40B4-BE49-F238E27FC236}">
                    <a16:creationId xmlns:a16="http://schemas.microsoft.com/office/drawing/2014/main" id="{00D710B9-DE63-47BE-86E9-1E3A4B57D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589"/>
                <a:ext cx="10" cy="7"/>
              </a:xfrm>
              <a:custGeom>
                <a:avLst/>
                <a:gdLst>
                  <a:gd name="T0" fmla="*/ 17 w 24"/>
                  <a:gd name="T1" fmla="*/ 13 h 17"/>
                  <a:gd name="T2" fmla="*/ 15 w 24"/>
                  <a:gd name="T3" fmla="*/ 15 h 17"/>
                  <a:gd name="T4" fmla="*/ 12 w 24"/>
                  <a:gd name="T5" fmla="*/ 16 h 17"/>
                  <a:gd name="T6" fmla="*/ 10 w 24"/>
                  <a:gd name="T7" fmla="*/ 16 h 17"/>
                  <a:gd name="T8" fmla="*/ 9 w 24"/>
                  <a:gd name="T9" fmla="*/ 12 h 17"/>
                  <a:gd name="T10" fmla="*/ 6 w 24"/>
                  <a:gd name="T11" fmla="*/ 11 h 17"/>
                  <a:gd name="T12" fmla="*/ 4 w 24"/>
                  <a:gd name="T13" fmla="*/ 11 h 17"/>
                  <a:gd name="T14" fmla="*/ 1 w 24"/>
                  <a:gd name="T15" fmla="*/ 9 h 17"/>
                  <a:gd name="T16" fmla="*/ 0 w 24"/>
                  <a:gd name="T17" fmla="*/ 6 h 17"/>
                  <a:gd name="T18" fmla="*/ 3 w 24"/>
                  <a:gd name="T19" fmla="*/ 4 h 17"/>
                  <a:gd name="T20" fmla="*/ 5 w 24"/>
                  <a:gd name="T21" fmla="*/ 3 h 17"/>
                  <a:gd name="T22" fmla="*/ 5 w 24"/>
                  <a:gd name="T23" fmla="*/ 2 h 17"/>
                  <a:gd name="T24" fmla="*/ 9 w 24"/>
                  <a:gd name="T25" fmla="*/ 0 h 17"/>
                  <a:gd name="T26" fmla="*/ 12 w 24"/>
                  <a:gd name="T27" fmla="*/ 1 h 17"/>
                  <a:gd name="T28" fmla="*/ 14 w 24"/>
                  <a:gd name="T29" fmla="*/ 3 h 17"/>
                  <a:gd name="T30" fmla="*/ 17 w 24"/>
                  <a:gd name="T31" fmla="*/ 3 h 17"/>
                  <a:gd name="T32" fmla="*/ 19 w 24"/>
                  <a:gd name="T33" fmla="*/ 3 h 17"/>
                  <a:gd name="T34" fmla="*/ 22 w 24"/>
                  <a:gd name="T35" fmla="*/ 3 h 17"/>
                  <a:gd name="T36" fmla="*/ 24 w 24"/>
                  <a:gd name="T37" fmla="*/ 4 h 17"/>
                  <a:gd name="T38" fmla="*/ 24 w 24"/>
                  <a:gd name="T39" fmla="*/ 5 h 17"/>
                  <a:gd name="T40" fmla="*/ 23 w 24"/>
                  <a:gd name="T41" fmla="*/ 8 h 17"/>
                  <a:gd name="T42" fmla="*/ 22 w 24"/>
                  <a:gd name="T43" fmla="*/ 10 h 17"/>
                  <a:gd name="T44" fmla="*/ 21 w 24"/>
                  <a:gd name="T45" fmla="*/ 11 h 17"/>
                  <a:gd name="T46" fmla="*/ 19 w 24"/>
                  <a:gd name="T47" fmla="*/ 12 h 17"/>
                  <a:gd name="T48" fmla="*/ 19 w 24"/>
                  <a:gd name="T49" fmla="*/ 12 h 17"/>
                  <a:gd name="T50" fmla="*/ 18 w 24"/>
                  <a:gd name="T51" fmla="*/ 12 h 17"/>
                  <a:gd name="T52" fmla="*/ 17 w 24"/>
                  <a:gd name="T53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17">
                    <a:moveTo>
                      <a:pt x="17" y="13"/>
                    </a:moveTo>
                    <a:cubicBezTo>
                      <a:pt x="16" y="14"/>
                      <a:pt x="15" y="14"/>
                      <a:pt x="15" y="15"/>
                    </a:cubicBezTo>
                    <a:cubicBezTo>
                      <a:pt x="14" y="16"/>
                      <a:pt x="13" y="16"/>
                      <a:pt x="12" y="16"/>
                    </a:cubicBezTo>
                    <a:cubicBezTo>
                      <a:pt x="11" y="16"/>
                      <a:pt x="10" y="17"/>
                      <a:pt x="10" y="16"/>
                    </a:cubicBezTo>
                    <a:cubicBezTo>
                      <a:pt x="9" y="15"/>
                      <a:pt x="9" y="13"/>
                      <a:pt x="9" y="12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3" y="10"/>
                      <a:pt x="2" y="9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5"/>
                      <a:pt x="1" y="4"/>
                      <a:pt x="3" y="4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3" y="1"/>
                      <a:pt x="13" y="3"/>
                      <a:pt x="14" y="3"/>
                    </a:cubicBezTo>
                    <a:cubicBezTo>
                      <a:pt x="15" y="4"/>
                      <a:pt x="16" y="3"/>
                      <a:pt x="17" y="3"/>
                    </a:cubicBezTo>
                    <a:cubicBezTo>
                      <a:pt x="18" y="3"/>
                      <a:pt x="18" y="3"/>
                      <a:pt x="19" y="3"/>
                    </a:cubicBezTo>
                    <a:cubicBezTo>
                      <a:pt x="20" y="3"/>
                      <a:pt x="21" y="2"/>
                      <a:pt x="22" y="3"/>
                    </a:cubicBezTo>
                    <a:cubicBezTo>
                      <a:pt x="22" y="3"/>
                      <a:pt x="24" y="3"/>
                      <a:pt x="24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6"/>
                      <a:pt x="23" y="7"/>
                      <a:pt x="23" y="8"/>
                    </a:cubicBezTo>
                    <a:cubicBezTo>
                      <a:pt x="23" y="8"/>
                      <a:pt x="23" y="10"/>
                      <a:pt x="22" y="10"/>
                    </a:cubicBezTo>
                    <a:cubicBezTo>
                      <a:pt x="22" y="10"/>
                      <a:pt x="21" y="10"/>
                      <a:pt x="21" y="11"/>
                    </a:cubicBezTo>
                    <a:cubicBezTo>
                      <a:pt x="20" y="11"/>
                      <a:pt x="20" y="11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7" y="13"/>
                      <a:pt x="17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1" name="Freeform 2453">
                <a:extLst>
                  <a:ext uri="{FF2B5EF4-FFF2-40B4-BE49-F238E27FC236}">
                    <a16:creationId xmlns:a16="http://schemas.microsoft.com/office/drawing/2014/main" id="{3EB613C1-B30E-457A-914D-1B1BEEFE3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586"/>
                <a:ext cx="4" cy="4"/>
              </a:xfrm>
              <a:custGeom>
                <a:avLst/>
                <a:gdLst>
                  <a:gd name="T0" fmla="*/ 0 w 11"/>
                  <a:gd name="T1" fmla="*/ 6 h 8"/>
                  <a:gd name="T2" fmla="*/ 0 w 11"/>
                  <a:gd name="T3" fmla="*/ 4 h 8"/>
                  <a:gd name="T4" fmla="*/ 0 w 11"/>
                  <a:gd name="T5" fmla="*/ 3 h 8"/>
                  <a:gd name="T6" fmla="*/ 2 w 11"/>
                  <a:gd name="T7" fmla="*/ 2 h 8"/>
                  <a:gd name="T8" fmla="*/ 3 w 11"/>
                  <a:gd name="T9" fmla="*/ 1 h 8"/>
                  <a:gd name="T10" fmla="*/ 6 w 11"/>
                  <a:gd name="T11" fmla="*/ 1 h 8"/>
                  <a:gd name="T12" fmla="*/ 8 w 11"/>
                  <a:gd name="T13" fmla="*/ 1 h 8"/>
                  <a:gd name="T14" fmla="*/ 9 w 11"/>
                  <a:gd name="T15" fmla="*/ 4 h 8"/>
                  <a:gd name="T16" fmla="*/ 6 w 11"/>
                  <a:gd name="T17" fmla="*/ 5 h 8"/>
                  <a:gd name="T18" fmla="*/ 3 w 11"/>
                  <a:gd name="T19" fmla="*/ 8 h 8"/>
                  <a:gd name="T20" fmla="*/ 0 w 11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0" y="6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9" y="1"/>
                      <a:pt x="11" y="3"/>
                      <a:pt x="9" y="4"/>
                    </a:cubicBezTo>
                    <a:cubicBezTo>
                      <a:pt x="8" y="5"/>
                      <a:pt x="7" y="4"/>
                      <a:pt x="6" y="5"/>
                    </a:cubicBezTo>
                    <a:cubicBezTo>
                      <a:pt x="5" y="6"/>
                      <a:pt x="4" y="7"/>
                      <a:pt x="3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2" name="Freeform 2454">
                <a:extLst>
                  <a:ext uri="{FF2B5EF4-FFF2-40B4-BE49-F238E27FC236}">
                    <a16:creationId xmlns:a16="http://schemas.microsoft.com/office/drawing/2014/main" id="{2FE846B3-D0C7-4A1F-B77D-76F791BA5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595"/>
                <a:ext cx="6" cy="8"/>
              </a:xfrm>
              <a:custGeom>
                <a:avLst/>
                <a:gdLst>
                  <a:gd name="T0" fmla="*/ 3 w 16"/>
                  <a:gd name="T1" fmla="*/ 18 h 18"/>
                  <a:gd name="T2" fmla="*/ 2 w 16"/>
                  <a:gd name="T3" fmla="*/ 17 h 18"/>
                  <a:gd name="T4" fmla="*/ 1 w 16"/>
                  <a:gd name="T5" fmla="*/ 16 h 18"/>
                  <a:gd name="T6" fmla="*/ 0 w 16"/>
                  <a:gd name="T7" fmla="*/ 15 h 18"/>
                  <a:gd name="T8" fmla="*/ 0 w 16"/>
                  <a:gd name="T9" fmla="*/ 13 h 18"/>
                  <a:gd name="T10" fmla="*/ 1 w 16"/>
                  <a:gd name="T11" fmla="*/ 11 h 18"/>
                  <a:gd name="T12" fmla="*/ 3 w 16"/>
                  <a:gd name="T13" fmla="*/ 11 h 18"/>
                  <a:gd name="T14" fmla="*/ 4 w 16"/>
                  <a:gd name="T15" fmla="*/ 9 h 18"/>
                  <a:gd name="T16" fmla="*/ 6 w 16"/>
                  <a:gd name="T17" fmla="*/ 7 h 18"/>
                  <a:gd name="T18" fmla="*/ 7 w 16"/>
                  <a:gd name="T19" fmla="*/ 6 h 18"/>
                  <a:gd name="T20" fmla="*/ 8 w 16"/>
                  <a:gd name="T21" fmla="*/ 5 h 18"/>
                  <a:gd name="T22" fmla="*/ 10 w 16"/>
                  <a:gd name="T23" fmla="*/ 4 h 18"/>
                  <a:gd name="T24" fmla="*/ 13 w 16"/>
                  <a:gd name="T25" fmla="*/ 1 h 18"/>
                  <a:gd name="T26" fmla="*/ 16 w 16"/>
                  <a:gd name="T27" fmla="*/ 4 h 18"/>
                  <a:gd name="T28" fmla="*/ 15 w 16"/>
                  <a:gd name="T29" fmla="*/ 8 h 18"/>
                  <a:gd name="T30" fmla="*/ 15 w 16"/>
                  <a:gd name="T31" fmla="*/ 10 h 18"/>
                  <a:gd name="T32" fmla="*/ 13 w 16"/>
                  <a:gd name="T33" fmla="*/ 12 h 18"/>
                  <a:gd name="T34" fmla="*/ 12 w 16"/>
                  <a:gd name="T35" fmla="*/ 14 h 18"/>
                  <a:gd name="T36" fmla="*/ 10 w 16"/>
                  <a:gd name="T37" fmla="*/ 15 h 18"/>
                  <a:gd name="T38" fmla="*/ 7 w 16"/>
                  <a:gd name="T39" fmla="*/ 16 h 18"/>
                  <a:gd name="T40" fmla="*/ 6 w 16"/>
                  <a:gd name="T41" fmla="*/ 18 h 18"/>
                  <a:gd name="T42" fmla="*/ 4 w 16"/>
                  <a:gd name="T43" fmla="*/ 18 h 18"/>
                  <a:gd name="T44" fmla="*/ 3 w 16"/>
                  <a:gd name="T45" fmla="*/ 18 h 18"/>
                  <a:gd name="T46" fmla="*/ 3 w 16"/>
                  <a:gd name="T4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" h="18">
                    <a:moveTo>
                      <a:pt x="3" y="18"/>
                    </a:moveTo>
                    <a:cubicBezTo>
                      <a:pt x="2" y="17"/>
                      <a:pt x="2" y="17"/>
                      <a:pt x="2" y="17"/>
                    </a:cubicBezTo>
                    <a:cubicBezTo>
                      <a:pt x="1" y="17"/>
                      <a:pt x="1" y="16"/>
                      <a:pt x="1" y="16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0" y="14"/>
                      <a:pt x="0" y="14"/>
                      <a:pt x="0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3" y="11"/>
                      <a:pt x="4" y="10"/>
                      <a:pt x="4" y="9"/>
                    </a:cubicBezTo>
                    <a:cubicBezTo>
                      <a:pt x="5" y="9"/>
                      <a:pt x="5" y="8"/>
                      <a:pt x="6" y="7"/>
                    </a:cubicBezTo>
                    <a:cubicBezTo>
                      <a:pt x="6" y="7"/>
                      <a:pt x="6" y="7"/>
                      <a:pt x="7" y="6"/>
                    </a:cubicBezTo>
                    <a:cubicBezTo>
                      <a:pt x="7" y="6"/>
                      <a:pt x="8" y="6"/>
                      <a:pt x="8" y="5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1" y="3"/>
                      <a:pt x="12" y="2"/>
                      <a:pt x="13" y="1"/>
                    </a:cubicBezTo>
                    <a:cubicBezTo>
                      <a:pt x="15" y="0"/>
                      <a:pt x="15" y="2"/>
                      <a:pt x="16" y="4"/>
                    </a:cubicBezTo>
                    <a:cubicBezTo>
                      <a:pt x="16" y="5"/>
                      <a:pt x="15" y="6"/>
                      <a:pt x="15" y="8"/>
                    </a:cubicBezTo>
                    <a:cubicBezTo>
                      <a:pt x="14" y="9"/>
                      <a:pt x="14" y="9"/>
                      <a:pt x="15" y="10"/>
                    </a:cubicBezTo>
                    <a:cubicBezTo>
                      <a:pt x="15" y="11"/>
                      <a:pt x="14" y="12"/>
                      <a:pt x="13" y="12"/>
                    </a:cubicBezTo>
                    <a:cubicBezTo>
                      <a:pt x="13" y="13"/>
                      <a:pt x="12" y="13"/>
                      <a:pt x="12" y="14"/>
                    </a:cubicBezTo>
                    <a:cubicBezTo>
                      <a:pt x="11" y="14"/>
                      <a:pt x="10" y="14"/>
                      <a:pt x="10" y="15"/>
                    </a:cubicBezTo>
                    <a:cubicBezTo>
                      <a:pt x="9" y="15"/>
                      <a:pt x="8" y="16"/>
                      <a:pt x="7" y="16"/>
                    </a:cubicBezTo>
                    <a:cubicBezTo>
                      <a:pt x="7" y="17"/>
                      <a:pt x="7" y="17"/>
                      <a:pt x="6" y="18"/>
                    </a:cubicBezTo>
                    <a:cubicBezTo>
                      <a:pt x="6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3" name="Freeform 2455">
                <a:extLst>
                  <a:ext uri="{FF2B5EF4-FFF2-40B4-BE49-F238E27FC236}">
                    <a16:creationId xmlns:a16="http://schemas.microsoft.com/office/drawing/2014/main" id="{49D4292E-3067-4507-BABA-8390B7F85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602"/>
                <a:ext cx="6" cy="8"/>
              </a:xfrm>
              <a:custGeom>
                <a:avLst/>
                <a:gdLst>
                  <a:gd name="T0" fmla="*/ 5 w 14"/>
                  <a:gd name="T1" fmla="*/ 19 h 19"/>
                  <a:gd name="T2" fmla="*/ 3 w 14"/>
                  <a:gd name="T3" fmla="*/ 18 h 19"/>
                  <a:gd name="T4" fmla="*/ 2 w 14"/>
                  <a:gd name="T5" fmla="*/ 17 h 19"/>
                  <a:gd name="T6" fmla="*/ 1 w 14"/>
                  <a:gd name="T7" fmla="*/ 15 h 19"/>
                  <a:gd name="T8" fmla="*/ 1 w 14"/>
                  <a:gd name="T9" fmla="*/ 14 h 19"/>
                  <a:gd name="T10" fmla="*/ 3 w 14"/>
                  <a:gd name="T11" fmla="*/ 10 h 19"/>
                  <a:gd name="T12" fmla="*/ 5 w 14"/>
                  <a:gd name="T13" fmla="*/ 5 h 19"/>
                  <a:gd name="T14" fmla="*/ 7 w 14"/>
                  <a:gd name="T15" fmla="*/ 3 h 19"/>
                  <a:gd name="T16" fmla="*/ 10 w 14"/>
                  <a:gd name="T17" fmla="*/ 1 h 19"/>
                  <a:gd name="T18" fmla="*/ 12 w 14"/>
                  <a:gd name="T19" fmla="*/ 0 h 19"/>
                  <a:gd name="T20" fmla="*/ 14 w 14"/>
                  <a:gd name="T21" fmla="*/ 1 h 19"/>
                  <a:gd name="T22" fmla="*/ 14 w 14"/>
                  <a:gd name="T23" fmla="*/ 4 h 19"/>
                  <a:gd name="T24" fmla="*/ 13 w 14"/>
                  <a:gd name="T25" fmla="*/ 8 h 19"/>
                  <a:gd name="T26" fmla="*/ 13 w 14"/>
                  <a:gd name="T27" fmla="*/ 11 h 19"/>
                  <a:gd name="T28" fmla="*/ 13 w 14"/>
                  <a:gd name="T29" fmla="*/ 13 h 19"/>
                  <a:gd name="T30" fmla="*/ 10 w 14"/>
                  <a:gd name="T31" fmla="*/ 17 h 19"/>
                  <a:gd name="T32" fmla="*/ 8 w 14"/>
                  <a:gd name="T33" fmla="*/ 19 h 19"/>
                  <a:gd name="T34" fmla="*/ 5 w 14"/>
                  <a:gd name="T3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9">
                    <a:moveTo>
                      <a:pt x="5" y="19"/>
                    </a:moveTo>
                    <a:cubicBezTo>
                      <a:pt x="4" y="18"/>
                      <a:pt x="4" y="18"/>
                      <a:pt x="3" y="18"/>
                    </a:cubicBezTo>
                    <a:cubicBezTo>
                      <a:pt x="3" y="18"/>
                      <a:pt x="2" y="18"/>
                      <a:pt x="2" y="17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0" y="14"/>
                      <a:pt x="1" y="14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8"/>
                      <a:pt x="4" y="7"/>
                      <a:pt x="5" y="5"/>
                    </a:cubicBezTo>
                    <a:cubicBezTo>
                      <a:pt x="5" y="4"/>
                      <a:pt x="6" y="3"/>
                      <a:pt x="7" y="3"/>
                    </a:cubicBezTo>
                    <a:cubicBezTo>
                      <a:pt x="8" y="2"/>
                      <a:pt x="9" y="1"/>
                      <a:pt x="10" y="1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3" y="0"/>
                      <a:pt x="13" y="1"/>
                      <a:pt x="14" y="1"/>
                    </a:cubicBezTo>
                    <a:cubicBezTo>
                      <a:pt x="14" y="2"/>
                      <a:pt x="14" y="3"/>
                      <a:pt x="14" y="4"/>
                    </a:cubicBezTo>
                    <a:cubicBezTo>
                      <a:pt x="14" y="6"/>
                      <a:pt x="14" y="7"/>
                      <a:pt x="13" y="8"/>
                    </a:cubicBezTo>
                    <a:cubicBezTo>
                      <a:pt x="13" y="9"/>
                      <a:pt x="14" y="10"/>
                      <a:pt x="13" y="11"/>
                    </a:cubicBezTo>
                    <a:cubicBezTo>
                      <a:pt x="13" y="12"/>
                      <a:pt x="13" y="12"/>
                      <a:pt x="13" y="13"/>
                    </a:cubicBezTo>
                    <a:cubicBezTo>
                      <a:pt x="12" y="15"/>
                      <a:pt x="11" y="16"/>
                      <a:pt x="10" y="17"/>
                    </a:cubicBezTo>
                    <a:cubicBezTo>
                      <a:pt x="9" y="18"/>
                      <a:pt x="9" y="18"/>
                      <a:pt x="8" y="19"/>
                    </a:cubicBezTo>
                    <a:cubicBezTo>
                      <a:pt x="7" y="19"/>
                      <a:pt x="6" y="19"/>
                      <a:pt x="5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4" name="Freeform 2456">
                <a:extLst>
                  <a:ext uri="{FF2B5EF4-FFF2-40B4-BE49-F238E27FC236}">
                    <a16:creationId xmlns:a16="http://schemas.microsoft.com/office/drawing/2014/main" id="{FAC8D5F4-415D-4517-AB06-2C3B7AD03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604"/>
                <a:ext cx="1" cy="1"/>
              </a:xfrm>
              <a:custGeom>
                <a:avLst/>
                <a:gdLst>
                  <a:gd name="T0" fmla="*/ 1 w 3"/>
                  <a:gd name="T1" fmla="*/ 4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  <a:gd name="T10" fmla="*/ 2 w 3"/>
                  <a:gd name="T11" fmla="*/ 3 h 4"/>
                  <a:gd name="T12" fmla="*/ 1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1" y="4"/>
                      <a:pt x="1" y="4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5" name="Freeform 2457">
                <a:extLst>
                  <a:ext uri="{FF2B5EF4-FFF2-40B4-BE49-F238E27FC236}">
                    <a16:creationId xmlns:a16="http://schemas.microsoft.com/office/drawing/2014/main" id="{D4237A34-65A9-44BD-8CF0-62738E9F7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607"/>
                <a:ext cx="6" cy="7"/>
              </a:xfrm>
              <a:custGeom>
                <a:avLst/>
                <a:gdLst>
                  <a:gd name="T0" fmla="*/ 2 w 14"/>
                  <a:gd name="T1" fmla="*/ 5 h 17"/>
                  <a:gd name="T2" fmla="*/ 2 w 14"/>
                  <a:gd name="T3" fmla="*/ 5 h 17"/>
                  <a:gd name="T4" fmla="*/ 2 w 14"/>
                  <a:gd name="T5" fmla="*/ 5 h 17"/>
                  <a:gd name="T6" fmla="*/ 3 w 14"/>
                  <a:gd name="T7" fmla="*/ 4 h 17"/>
                  <a:gd name="T8" fmla="*/ 4 w 14"/>
                  <a:gd name="T9" fmla="*/ 3 h 17"/>
                  <a:gd name="T10" fmla="*/ 5 w 14"/>
                  <a:gd name="T11" fmla="*/ 3 h 17"/>
                  <a:gd name="T12" fmla="*/ 5 w 14"/>
                  <a:gd name="T13" fmla="*/ 2 h 17"/>
                  <a:gd name="T14" fmla="*/ 6 w 14"/>
                  <a:gd name="T15" fmla="*/ 1 h 17"/>
                  <a:gd name="T16" fmla="*/ 8 w 14"/>
                  <a:gd name="T17" fmla="*/ 0 h 17"/>
                  <a:gd name="T18" fmla="*/ 9 w 14"/>
                  <a:gd name="T19" fmla="*/ 0 h 17"/>
                  <a:gd name="T20" fmla="*/ 13 w 14"/>
                  <a:gd name="T21" fmla="*/ 2 h 17"/>
                  <a:gd name="T22" fmla="*/ 13 w 14"/>
                  <a:gd name="T23" fmla="*/ 5 h 17"/>
                  <a:gd name="T24" fmla="*/ 12 w 14"/>
                  <a:gd name="T25" fmla="*/ 7 h 17"/>
                  <a:gd name="T26" fmla="*/ 11 w 14"/>
                  <a:gd name="T27" fmla="*/ 9 h 17"/>
                  <a:gd name="T28" fmla="*/ 10 w 14"/>
                  <a:gd name="T29" fmla="*/ 11 h 17"/>
                  <a:gd name="T30" fmla="*/ 10 w 14"/>
                  <a:gd name="T31" fmla="*/ 14 h 17"/>
                  <a:gd name="T32" fmla="*/ 7 w 14"/>
                  <a:gd name="T33" fmla="*/ 17 h 17"/>
                  <a:gd name="T34" fmla="*/ 4 w 14"/>
                  <a:gd name="T35" fmla="*/ 17 h 17"/>
                  <a:gd name="T36" fmla="*/ 2 w 14"/>
                  <a:gd name="T37" fmla="*/ 15 h 17"/>
                  <a:gd name="T38" fmla="*/ 1 w 14"/>
                  <a:gd name="T39" fmla="*/ 12 h 17"/>
                  <a:gd name="T40" fmla="*/ 1 w 14"/>
                  <a:gd name="T41" fmla="*/ 8 h 17"/>
                  <a:gd name="T42" fmla="*/ 2 w 14"/>
                  <a:gd name="T43" fmla="*/ 6 h 17"/>
                  <a:gd name="T44" fmla="*/ 2 w 14"/>
                  <a:gd name="T45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7" y="1"/>
                      <a:pt x="7" y="1"/>
                      <a:pt x="8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11" y="0"/>
                      <a:pt x="12" y="1"/>
                      <a:pt x="13" y="2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4" y="6"/>
                      <a:pt x="13" y="7"/>
                      <a:pt x="12" y="7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0" y="10"/>
                      <a:pt x="10" y="10"/>
                      <a:pt x="10" y="11"/>
                    </a:cubicBezTo>
                    <a:cubicBezTo>
                      <a:pt x="10" y="12"/>
                      <a:pt x="11" y="13"/>
                      <a:pt x="10" y="14"/>
                    </a:cubicBezTo>
                    <a:cubicBezTo>
                      <a:pt x="9" y="15"/>
                      <a:pt x="8" y="17"/>
                      <a:pt x="7" y="17"/>
                    </a:cubicBezTo>
                    <a:cubicBezTo>
                      <a:pt x="6" y="17"/>
                      <a:pt x="5" y="17"/>
                      <a:pt x="4" y="17"/>
                    </a:cubicBezTo>
                    <a:cubicBezTo>
                      <a:pt x="3" y="17"/>
                      <a:pt x="3" y="16"/>
                      <a:pt x="2" y="15"/>
                    </a:cubicBezTo>
                    <a:cubicBezTo>
                      <a:pt x="2" y="14"/>
                      <a:pt x="1" y="14"/>
                      <a:pt x="1" y="12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1" y="7"/>
                      <a:pt x="1" y="7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6" name="Freeform 2458">
                <a:extLst>
                  <a:ext uri="{FF2B5EF4-FFF2-40B4-BE49-F238E27FC236}">
                    <a16:creationId xmlns:a16="http://schemas.microsoft.com/office/drawing/2014/main" id="{61134972-E54D-46E6-A22F-4C5510B67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605"/>
                <a:ext cx="4" cy="3"/>
              </a:xfrm>
              <a:custGeom>
                <a:avLst/>
                <a:gdLst>
                  <a:gd name="T0" fmla="*/ 0 w 8"/>
                  <a:gd name="T1" fmla="*/ 4 h 6"/>
                  <a:gd name="T2" fmla="*/ 1 w 8"/>
                  <a:gd name="T3" fmla="*/ 2 h 6"/>
                  <a:gd name="T4" fmla="*/ 2 w 8"/>
                  <a:gd name="T5" fmla="*/ 1 h 6"/>
                  <a:gd name="T6" fmla="*/ 3 w 8"/>
                  <a:gd name="T7" fmla="*/ 1 h 6"/>
                  <a:gd name="T8" fmla="*/ 4 w 8"/>
                  <a:gd name="T9" fmla="*/ 0 h 6"/>
                  <a:gd name="T10" fmla="*/ 6 w 8"/>
                  <a:gd name="T11" fmla="*/ 0 h 6"/>
                  <a:gd name="T12" fmla="*/ 8 w 8"/>
                  <a:gd name="T13" fmla="*/ 2 h 6"/>
                  <a:gd name="T14" fmla="*/ 7 w 8"/>
                  <a:gd name="T15" fmla="*/ 3 h 6"/>
                  <a:gd name="T16" fmla="*/ 6 w 8"/>
                  <a:gd name="T17" fmla="*/ 4 h 6"/>
                  <a:gd name="T18" fmla="*/ 3 w 8"/>
                  <a:gd name="T19" fmla="*/ 5 h 6"/>
                  <a:gd name="T20" fmla="*/ 0 w 8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0" y="3"/>
                      <a:pt x="1" y="3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0"/>
                      <a:pt x="8" y="2"/>
                    </a:cubicBezTo>
                    <a:cubicBezTo>
                      <a:pt x="8" y="2"/>
                      <a:pt x="8" y="3"/>
                      <a:pt x="7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2" y="5"/>
                      <a:pt x="0" y="6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7" name="Freeform 2459">
                <a:extLst>
                  <a:ext uri="{FF2B5EF4-FFF2-40B4-BE49-F238E27FC236}">
                    <a16:creationId xmlns:a16="http://schemas.microsoft.com/office/drawing/2014/main" id="{87DE7DDD-D2F1-423F-AB97-F84BFD861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610"/>
                <a:ext cx="3" cy="3"/>
              </a:xfrm>
              <a:custGeom>
                <a:avLst/>
                <a:gdLst>
                  <a:gd name="T0" fmla="*/ 3 w 7"/>
                  <a:gd name="T1" fmla="*/ 1 h 7"/>
                  <a:gd name="T2" fmla="*/ 6 w 7"/>
                  <a:gd name="T3" fmla="*/ 1 h 7"/>
                  <a:gd name="T4" fmla="*/ 7 w 7"/>
                  <a:gd name="T5" fmla="*/ 2 h 7"/>
                  <a:gd name="T6" fmla="*/ 7 w 7"/>
                  <a:gd name="T7" fmla="*/ 4 h 7"/>
                  <a:gd name="T8" fmla="*/ 4 w 7"/>
                  <a:gd name="T9" fmla="*/ 6 h 7"/>
                  <a:gd name="T10" fmla="*/ 1 w 7"/>
                  <a:gd name="T11" fmla="*/ 6 h 7"/>
                  <a:gd name="T12" fmla="*/ 1 w 7"/>
                  <a:gd name="T13" fmla="*/ 4 h 7"/>
                  <a:gd name="T14" fmla="*/ 0 w 7"/>
                  <a:gd name="T15" fmla="*/ 3 h 7"/>
                  <a:gd name="T16" fmla="*/ 3 w 7"/>
                  <a:gd name="T1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1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8" name="Freeform 2460">
                <a:extLst>
                  <a:ext uri="{FF2B5EF4-FFF2-40B4-BE49-F238E27FC236}">
                    <a16:creationId xmlns:a16="http://schemas.microsoft.com/office/drawing/2014/main" id="{2A821158-60F6-4579-B932-A72F47663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613"/>
                <a:ext cx="2" cy="2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4 h 6"/>
                  <a:gd name="T4" fmla="*/ 3 w 5"/>
                  <a:gd name="T5" fmla="*/ 5 h 6"/>
                  <a:gd name="T6" fmla="*/ 1 w 5"/>
                  <a:gd name="T7" fmla="*/ 4 h 6"/>
                  <a:gd name="T8" fmla="*/ 1 w 5"/>
                  <a:gd name="T9" fmla="*/ 0 h 6"/>
                  <a:gd name="T10" fmla="*/ 4 w 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9" name="Freeform 2461">
                <a:extLst>
                  <a:ext uri="{FF2B5EF4-FFF2-40B4-BE49-F238E27FC236}">
                    <a16:creationId xmlns:a16="http://schemas.microsoft.com/office/drawing/2014/main" id="{CC90B42A-A9FD-4F59-83D6-7DB3C68B5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615"/>
                <a:ext cx="2" cy="1"/>
              </a:xfrm>
              <a:custGeom>
                <a:avLst/>
                <a:gdLst>
                  <a:gd name="T0" fmla="*/ 1 w 4"/>
                  <a:gd name="T1" fmla="*/ 2 h 3"/>
                  <a:gd name="T2" fmla="*/ 0 w 4"/>
                  <a:gd name="T3" fmla="*/ 2 h 3"/>
                  <a:gd name="T4" fmla="*/ 0 w 4"/>
                  <a:gd name="T5" fmla="*/ 1 h 3"/>
                  <a:gd name="T6" fmla="*/ 1 w 4"/>
                  <a:gd name="T7" fmla="*/ 0 h 3"/>
                  <a:gd name="T8" fmla="*/ 2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2 w 4"/>
                  <a:gd name="T15" fmla="*/ 3 h 3"/>
                  <a:gd name="T16" fmla="*/ 1 w 4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0" name="Freeform 2462">
                <a:extLst>
                  <a:ext uri="{FF2B5EF4-FFF2-40B4-BE49-F238E27FC236}">
                    <a16:creationId xmlns:a16="http://schemas.microsoft.com/office/drawing/2014/main" id="{60694EF3-40DA-4B09-AFCE-3A6B065E9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649"/>
                <a:ext cx="5" cy="3"/>
              </a:xfrm>
              <a:custGeom>
                <a:avLst/>
                <a:gdLst>
                  <a:gd name="T0" fmla="*/ 3 w 12"/>
                  <a:gd name="T1" fmla="*/ 8 h 9"/>
                  <a:gd name="T2" fmla="*/ 1 w 12"/>
                  <a:gd name="T3" fmla="*/ 9 h 9"/>
                  <a:gd name="T4" fmla="*/ 0 w 12"/>
                  <a:gd name="T5" fmla="*/ 6 h 9"/>
                  <a:gd name="T6" fmla="*/ 1 w 12"/>
                  <a:gd name="T7" fmla="*/ 4 h 9"/>
                  <a:gd name="T8" fmla="*/ 3 w 12"/>
                  <a:gd name="T9" fmla="*/ 3 h 9"/>
                  <a:gd name="T10" fmla="*/ 5 w 12"/>
                  <a:gd name="T11" fmla="*/ 3 h 9"/>
                  <a:gd name="T12" fmla="*/ 6 w 12"/>
                  <a:gd name="T13" fmla="*/ 2 h 9"/>
                  <a:gd name="T14" fmla="*/ 9 w 12"/>
                  <a:gd name="T15" fmla="*/ 0 h 9"/>
                  <a:gd name="T16" fmla="*/ 11 w 12"/>
                  <a:gd name="T17" fmla="*/ 0 h 9"/>
                  <a:gd name="T18" fmla="*/ 12 w 12"/>
                  <a:gd name="T19" fmla="*/ 3 h 9"/>
                  <a:gd name="T20" fmla="*/ 10 w 12"/>
                  <a:gd name="T21" fmla="*/ 5 h 9"/>
                  <a:gd name="T22" fmla="*/ 3 w 12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3" y="8"/>
                    </a:moveTo>
                    <a:cubicBezTo>
                      <a:pt x="2" y="9"/>
                      <a:pt x="2" y="9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7" y="1"/>
                      <a:pt x="8" y="0"/>
                      <a:pt x="9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2" y="4"/>
                      <a:pt x="11" y="4"/>
                      <a:pt x="10" y="5"/>
                    </a:cubicBezTo>
                    <a:cubicBezTo>
                      <a:pt x="8" y="6"/>
                      <a:pt x="5" y="7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1" name="Freeform 2463">
                <a:extLst>
                  <a:ext uri="{FF2B5EF4-FFF2-40B4-BE49-F238E27FC236}">
                    <a16:creationId xmlns:a16="http://schemas.microsoft.com/office/drawing/2014/main" id="{A61778F5-806B-471B-A79C-7EAFF2F0A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640"/>
                <a:ext cx="3" cy="1"/>
              </a:xfrm>
              <a:custGeom>
                <a:avLst/>
                <a:gdLst>
                  <a:gd name="T0" fmla="*/ 5 w 7"/>
                  <a:gd name="T1" fmla="*/ 0 h 3"/>
                  <a:gd name="T2" fmla="*/ 5 w 7"/>
                  <a:gd name="T3" fmla="*/ 3 h 3"/>
                  <a:gd name="T4" fmla="*/ 2 w 7"/>
                  <a:gd name="T5" fmla="*/ 3 h 3"/>
                  <a:gd name="T6" fmla="*/ 5 w 7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cubicBezTo>
                      <a:pt x="7" y="0"/>
                      <a:pt x="6" y="2"/>
                      <a:pt x="5" y="3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0" y="3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2" name="Freeform 2464">
                <a:extLst>
                  <a:ext uri="{FF2B5EF4-FFF2-40B4-BE49-F238E27FC236}">
                    <a16:creationId xmlns:a16="http://schemas.microsoft.com/office/drawing/2014/main" id="{DCE2F4A1-73B9-48AA-A5D8-D4BB55F14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635"/>
                <a:ext cx="3" cy="3"/>
              </a:xfrm>
              <a:custGeom>
                <a:avLst/>
                <a:gdLst>
                  <a:gd name="T0" fmla="*/ 0 w 5"/>
                  <a:gd name="T1" fmla="*/ 4 h 6"/>
                  <a:gd name="T2" fmla="*/ 0 w 5"/>
                  <a:gd name="T3" fmla="*/ 3 h 6"/>
                  <a:gd name="T4" fmla="*/ 0 w 5"/>
                  <a:gd name="T5" fmla="*/ 2 h 6"/>
                  <a:gd name="T6" fmla="*/ 0 w 5"/>
                  <a:gd name="T7" fmla="*/ 1 h 6"/>
                  <a:gd name="T8" fmla="*/ 3 w 5"/>
                  <a:gd name="T9" fmla="*/ 1 h 6"/>
                  <a:gd name="T10" fmla="*/ 5 w 5"/>
                  <a:gd name="T11" fmla="*/ 4 h 6"/>
                  <a:gd name="T12" fmla="*/ 3 w 5"/>
                  <a:gd name="T13" fmla="*/ 6 h 6"/>
                  <a:gd name="T14" fmla="*/ 0 w 5"/>
                  <a:gd name="T15" fmla="*/ 4 h 6"/>
                  <a:gd name="T16" fmla="*/ 0 w 5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5" y="2"/>
                      <a:pt x="5" y="4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1873" name="Group 2666">
              <a:extLst>
                <a:ext uri="{FF2B5EF4-FFF2-40B4-BE49-F238E27FC236}">
                  <a16:creationId xmlns:a16="http://schemas.microsoft.com/office/drawing/2014/main" id="{B1C63A0B-2650-4A64-A8C2-5DA43F51D0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7" y="431"/>
              <a:ext cx="3644" cy="3694"/>
              <a:chOff x="2797" y="431"/>
              <a:chExt cx="3644" cy="3694"/>
            </a:xfrm>
            <a:grpFill/>
          </p:grpSpPr>
          <p:sp>
            <p:nvSpPr>
              <p:cNvPr id="4665" name="Freeform 2466">
                <a:extLst>
                  <a:ext uri="{FF2B5EF4-FFF2-40B4-BE49-F238E27FC236}">
                    <a16:creationId xmlns:a16="http://schemas.microsoft.com/office/drawing/2014/main" id="{6BC6C25B-D934-4517-8BA3-B6ECB9614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630"/>
                <a:ext cx="3" cy="6"/>
              </a:xfrm>
              <a:custGeom>
                <a:avLst/>
                <a:gdLst>
                  <a:gd name="T0" fmla="*/ 2 w 7"/>
                  <a:gd name="T1" fmla="*/ 6 h 13"/>
                  <a:gd name="T2" fmla="*/ 1 w 7"/>
                  <a:gd name="T3" fmla="*/ 1 h 13"/>
                  <a:gd name="T4" fmla="*/ 4 w 7"/>
                  <a:gd name="T5" fmla="*/ 1 h 13"/>
                  <a:gd name="T6" fmla="*/ 6 w 7"/>
                  <a:gd name="T7" fmla="*/ 6 h 13"/>
                  <a:gd name="T8" fmla="*/ 6 w 7"/>
                  <a:gd name="T9" fmla="*/ 7 h 13"/>
                  <a:gd name="T10" fmla="*/ 6 w 7"/>
                  <a:gd name="T11" fmla="*/ 11 h 13"/>
                  <a:gd name="T12" fmla="*/ 3 w 7"/>
                  <a:gd name="T13" fmla="*/ 11 h 13"/>
                  <a:gd name="T14" fmla="*/ 2 w 7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3">
                    <a:moveTo>
                      <a:pt x="2" y="6"/>
                    </a:moveTo>
                    <a:cubicBezTo>
                      <a:pt x="2" y="5"/>
                      <a:pt x="0" y="3"/>
                      <a:pt x="1" y="1"/>
                    </a:cubicBezTo>
                    <a:cubicBezTo>
                      <a:pt x="2" y="1"/>
                      <a:pt x="4" y="0"/>
                      <a:pt x="4" y="1"/>
                    </a:cubicBezTo>
                    <a:cubicBezTo>
                      <a:pt x="5" y="3"/>
                      <a:pt x="6" y="4"/>
                      <a:pt x="6" y="6"/>
                    </a:cubicBezTo>
                    <a:cubicBezTo>
                      <a:pt x="6" y="6"/>
                      <a:pt x="6" y="7"/>
                      <a:pt x="6" y="7"/>
                    </a:cubicBezTo>
                    <a:cubicBezTo>
                      <a:pt x="6" y="9"/>
                      <a:pt x="7" y="10"/>
                      <a:pt x="6" y="11"/>
                    </a:cubicBezTo>
                    <a:cubicBezTo>
                      <a:pt x="5" y="13"/>
                      <a:pt x="4" y="12"/>
                      <a:pt x="3" y="11"/>
                    </a:cubicBezTo>
                    <a:cubicBezTo>
                      <a:pt x="2" y="10"/>
                      <a:pt x="2" y="8"/>
                      <a:pt x="2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6" name="Freeform 2467">
                <a:extLst>
                  <a:ext uri="{FF2B5EF4-FFF2-40B4-BE49-F238E27FC236}">
                    <a16:creationId xmlns:a16="http://schemas.microsoft.com/office/drawing/2014/main" id="{8BA1A003-F4A0-483D-AB95-FFF374A61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1631"/>
                <a:ext cx="3" cy="6"/>
              </a:xfrm>
              <a:custGeom>
                <a:avLst/>
                <a:gdLst>
                  <a:gd name="T0" fmla="*/ 1 w 7"/>
                  <a:gd name="T1" fmla="*/ 8 h 15"/>
                  <a:gd name="T2" fmla="*/ 0 w 7"/>
                  <a:gd name="T3" fmla="*/ 6 h 15"/>
                  <a:gd name="T4" fmla="*/ 0 w 7"/>
                  <a:gd name="T5" fmla="*/ 4 h 15"/>
                  <a:gd name="T6" fmla="*/ 2 w 7"/>
                  <a:gd name="T7" fmla="*/ 1 h 15"/>
                  <a:gd name="T8" fmla="*/ 5 w 7"/>
                  <a:gd name="T9" fmla="*/ 3 h 15"/>
                  <a:gd name="T10" fmla="*/ 6 w 7"/>
                  <a:gd name="T11" fmla="*/ 6 h 15"/>
                  <a:gd name="T12" fmla="*/ 7 w 7"/>
                  <a:gd name="T13" fmla="*/ 11 h 15"/>
                  <a:gd name="T14" fmla="*/ 5 w 7"/>
                  <a:gd name="T15" fmla="*/ 14 h 15"/>
                  <a:gd name="T16" fmla="*/ 2 w 7"/>
                  <a:gd name="T17" fmla="*/ 12 h 15"/>
                  <a:gd name="T18" fmla="*/ 1 w 7"/>
                  <a:gd name="T19" fmla="*/ 10 h 15"/>
                  <a:gd name="T20" fmla="*/ 1 w 7"/>
                  <a:gd name="T21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5">
                    <a:moveTo>
                      <a:pt x="1" y="8"/>
                    </a:moveTo>
                    <a:cubicBezTo>
                      <a:pt x="1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4" y="1"/>
                      <a:pt x="5" y="3"/>
                    </a:cubicBezTo>
                    <a:cubicBezTo>
                      <a:pt x="6" y="4"/>
                      <a:pt x="6" y="5"/>
                      <a:pt x="6" y="6"/>
                    </a:cubicBezTo>
                    <a:cubicBezTo>
                      <a:pt x="7" y="8"/>
                      <a:pt x="7" y="10"/>
                      <a:pt x="7" y="11"/>
                    </a:cubicBezTo>
                    <a:cubicBezTo>
                      <a:pt x="7" y="12"/>
                      <a:pt x="7" y="14"/>
                      <a:pt x="5" y="14"/>
                    </a:cubicBezTo>
                    <a:cubicBezTo>
                      <a:pt x="4" y="15"/>
                      <a:pt x="2" y="13"/>
                      <a:pt x="2" y="12"/>
                    </a:cubicBezTo>
                    <a:cubicBezTo>
                      <a:pt x="2" y="11"/>
                      <a:pt x="2" y="11"/>
                      <a:pt x="1" y="10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7" name="Freeform 2468">
                <a:extLst>
                  <a:ext uri="{FF2B5EF4-FFF2-40B4-BE49-F238E27FC236}">
                    <a16:creationId xmlns:a16="http://schemas.microsoft.com/office/drawing/2014/main" id="{719E47E1-5857-4B1C-8675-1E3A1510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639"/>
                <a:ext cx="5" cy="4"/>
              </a:xfrm>
              <a:custGeom>
                <a:avLst/>
                <a:gdLst>
                  <a:gd name="T0" fmla="*/ 1 w 12"/>
                  <a:gd name="T1" fmla="*/ 10 h 10"/>
                  <a:gd name="T2" fmla="*/ 0 w 12"/>
                  <a:gd name="T3" fmla="*/ 9 h 10"/>
                  <a:gd name="T4" fmla="*/ 3 w 12"/>
                  <a:gd name="T5" fmla="*/ 6 h 10"/>
                  <a:gd name="T6" fmla="*/ 6 w 12"/>
                  <a:gd name="T7" fmla="*/ 4 h 10"/>
                  <a:gd name="T8" fmla="*/ 8 w 12"/>
                  <a:gd name="T9" fmla="*/ 1 h 10"/>
                  <a:gd name="T10" fmla="*/ 10 w 12"/>
                  <a:gd name="T11" fmla="*/ 0 h 10"/>
                  <a:gd name="T12" fmla="*/ 12 w 12"/>
                  <a:gd name="T13" fmla="*/ 2 h 10"/>
                  <a:gd name="T14" fmla="*/ 11 w 12"/>
                  <a:gd name="T15" fmla="*/ 5 h 10"/>
                  <a:gd name="T16" fmla="*/ 10 w 12"/>
                  <a:gd name="T17" fmla="*/ 7 h 10"/>
                  <a:gd name="T18" fmla="*/ 9 w 12"/>
                  <a:gd name="T19" fmla="*/ 8 h 10"/>
                  <a:gd name="T20" fmla="*/ 8 w 12"/>
                  <a:gd name="T21" fmla="*/ 9 h 10"/>
                  <a:gd name="T22" fmla="*/ 1 w 12"/>
                  <a:gd name="T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0">
                    <a:moveTo>
                      <a:pt x="1" y="10"/>
                    </a:moveTo>
                    <a:cubicBezTo>
                      <a:pt x="1" y="10"/>
                      <a:pt x="0" y="9"/>
                      <a:pt x="0" y="9"/>
                    </a:cubicBezTo>
                    <a:cubicBezTo>
                      <a:pt x="0" y="7"/>
                      <a:pt x="2" y="7"/>
                      <a:pt x="3" y="6"/>
                    </a:cubicBezTo>
                    <a:cubicBezTo>
                      <a:pt x="5" y="6"/>
                      <a:pt x="5" y="5"/>
                      <a:pt x="6" y="4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12" y="3"/>
                      <a:pt x="11" y="4"/>
                      <a:pt x="11" y="5"/>
                    </a:cubicBezTo>
                    <a:cubicBezTo>
                      <a:pt x="10" y="6"/>
                      <a:pt x="11" y="6"/>
                      <a:pt x="10" y="7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8" y="8"/>
                      <a:pt x="8" y="9"/>
                      <a:pt x="8" y="9"/>
                    </a:cubicBezTo>
                    <a:cubicBezTo>
                      <a:pt x="6" y="10"/>
                      <a:pt x="3" y="10"/>
                      <a:pt x="1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8" name="Freeform 2469">
                <a:extLst>
                  <a:ext uri="{FF2B5EF4-FFF2-40B4-BE49-F238E27FC236}">
                    <a16:creationId xmlns:a16="http://schemas.microsoft.com/office/drawing/2014/main" id="{A01EB4CD-21BD-4EA4-A7D2-44E3A9D37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630"/>
                <a:ext cx="3" cy="2"/>
              </a:xfrm>
              <a:custGeom>
                <a:avLst/>
                <a:gdLst>
                  <a:gd name="T0" fmla="*/ 3 w 8"/>
                  <a:gd name="T1" fmla="*/ 5 h 6"/>
                  <a:gd name="T2" fmla="*/ 1 w 8"/>
                  <a:gd name="T3" fmla="*/ 4 h 6"/>
                  <a:gd name="T4" fmla="*/ 1 w 8"/>
                  <a:gd name="T5" fmla="*/ 4 h 6"/>
                  <a:gd name="T6" fmla="*/ 6 w 8"/>
                  <a:gd name="T7" fmla="*/ 1 h 6"/>
                  <a:gd name="T8" fmla="*/ 7 w 8"/>
                  <a:gd name="T9" fmla="*/ 1 h 6"/>
                  <a:gd name="T10" fmla="*/ 8 w 8"/>
                  <a:gd name="T11" fmla="*/ 4 h 6"/>
                  <a:gd name="T12" fmla="*/ 6 w 8"/>
                  <a:gd name="T13" fmla="*/ 5 h 6"/>
                  <a:gd name="T14" fmla="*/ 3 w 8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3" y="5"/>
                    </a:moveTo>
                    <a:cubicBezTo>
                      <a:pt x="2" y="5"/>
                      <a:pt x="2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4" y="0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6"/>
                      <a:pt x="4" y="6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9" name="Freeform 2470">
                <a:extLst>
                  <a:ext uri="{FF2B5EF4-FFF2-40B4-BE49-F238E27FC236}">
                    <a16:creationId xmlns:a16="http://schemas.microsoft.com/office/drawing/2014/main" id="{51D488CE-3433-4C55-95BC-FF506E604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630"/>
                <a:ext cx="3" cy="2"/>
              </a:xfrm>
              <a:custGeom>
                <a:avLst/>
                <a:gdLst>
                  <a:gd name="T0" fmla="*/ 0 w 9"/>
                  <a:gd name="T1" fmla="*/ 3 h 6"/>
                  <a:gd name="T2" fmla="*/ 3 w 9"/>
                  <a:gd name="T3" fmla="*/ 0 h 6"/>
                  <a:gd name="T4" fmla="*/ 4 w 9"/>
                  <a:gd name="T5" fmla="*/ 0 h 6"/>
                  <a:gd name="T6" fmla="*/ 5 w 9"/>
                  <a:gd name="T7" fmla="*/ 1 h 6"/>
                  <a:gd name="T8" fmla="*/ 7 w 9"/>
                  <a:gd name="T9" fmla="*/ 1 h 6"/>
                  <a:gd name="T10" fmla="*/ 8 w 9"/>
                  <a:gd name="T11" fmla="*/ 3 h 6"/>
                  <a:gd name="T12" fmla="*/ 9 w 9"/>
                  <a:gd name="T13" fmla="*/ 4 h 6"/>
                  <a:gd name="T14" fmla="*/ 6 w 9"/>
                  <a:gd name="T15" fmla="*/ 6 h 6"/>
                  <a:gd name="T16" fmla="*/ 0 w 9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6">
                    <a:moveTo>
                      <a:pt x="0" y="3"/>
                    </a:moveTo>
                    <a:cubicBezTo>
                      <a:pt x="0" y="1"/>
                      <a:pt x="2" y="1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2"/>
                      <a:pt x="8" y="2"/>
                      <a:pt x="8" y="3"/>
                    </a:cubicBezTo>
                    <a:cubicBezTo>
                      <a:pt x="8" y="3"/>
                      <a:pt x="9" y="4"/>
                      <a:pt x="9" y="4"/>
                    </a:cubicBezTo>
                    <a:cubicBezTo>
                      <a:pt x="9" y="6"/>
                      <a:pt x="7" y="6"/>
                      <a:pt x="6" y="6"/>
                    </a:cubicBezTo>
                    <a:cubicBezTo>
                      <a:pt x="4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0" name="Freeform 2471">
                <a:extLst>
                  <a:ext uri="{FF2B5EF4-FFF2-40B4-BE49-F238E27FC236}">
                    <a16:creationId xmlns:a16="http://schemas.microsoft.com/office/drawing/2014/main" id="{2415C784-6971-4D8E-9CE5-882810D71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632"/>
                <a:ext cx="3" cy="3"/>
              </a:xfrm>
              <a:custGeom>
                <a:avLst/>
                <a:gdLst>
                  <a:gd name="T0" fmla="*/ 0 w 8"/>
                  <a:gd name="T1" fmla="*/ 4 h 7"/>
                  <a:gd name="T2" fmla="*/ 1 w 8"/>
                  <a:gd name="T3" fmla="*/ 1 h 7"/>
                  <a:gd name="T4" fmla="*/ 4 w 8"/>
                  <a:gd name="T5" fmla="*/ 1 h 7"/>
                  <a:gd name="T6" fmla="*/ 8 w 8"/>
                  <a:gd name="T7" fmla="*/ 2 h 7"/>
                  <a:gd name="T8" fmla="*/ 8 w 8"/>
                  <a:gd name="T9" fmla="*/ 5 h 7"/>
                  <a:gd name="T10" fmla="*/ 3 w 8"/>
                  <a:gd name="T11" fmla="*/ 7 h 7"/>
                  <a:gd name="T12" fmla="*/ 2 w 8"/>
                  <a:gd name="T13" fmla="*/ 6 h 7"/>
                  <a:gd name="T14" fmla="*/ 0 w 8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1"/>
                      <a:pt x="4" y="1"/>
                    </a:cubicBezTo>
                    <a:cubicBezTo>
                      <a:pt x="6" y="1"/>
                      <a:pt x="7" y="0"/>
                      <a:pt x="8" y="2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7"/>
                      <a:pt x="5" y="7"/>
                      <a:pt x="3" y="7"/>
                    </a:cubicBezTo>
                    <a:cubicBezTo>
                      <a:pt x="3" y="7"/>
                      <a:pt x="2" y="7"/>
                      <a:pt x="2" y="6"/>
                    </a:cubicBezTo>
                    <a:cubicBezTo>
                      <a:pt x="1" y="6"/>
                      <a:pt x="1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1" name="Freeform 2472">
                <a:extLst>
                  <a:ext uri="{FF2B5EF4-FFF2-40B4-BE49-F238E27FC236}">
                    <a16:creationId xmlns:a16="http://schemas.microsoft.com/office/drawing/2014/main" id="{AEB73D87-A6A8-4ADB-AB35-05AFE87C7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595"/>
                <a:ext cx="30" cy="33"/>
              </a:xfrm>
              <a:custGeom>
                <a:avLst/>
                <a:gdLst>
                  <a:gd name="T0" fmla="*/ 4 w 73"/>
                  <a:gd name="T1" fmla="*/ 79 h 82"/>
                  <a:gd name="T2" fmla="*/ 0 w 73"/>
                  <a:gd name="T3" fmla="*/ 65 h 82"/>
                  <a:gd name="T4" fmla="*/ 10 w 73"/>
                  <a:gd name="T5" fmla="*/ 61 h 82"/>
                  <a:gd name="T6" fmla="*/ 12 w 73"/>
                  <a:gd name="T7" fmla="*/ 66 h 82"/>
                  <a:gd name="T8" fmla="*/ 9 w 73"/>
                  <a:gd name="T9" fmla="*/ 55 h 82"/>
                  <a:gd name="T10" fmla="*/ 12 w 73"/>
                  <a:gd name="T11" fmla="*/ 46 h 82"/>
                  <a:gd name="T12" fmla="*/ 20 w 73"/>
                  <a:gd name="T13" fmla="*/ 41 h 82"/>
                  <a:gd name="T14" fmla="*/ 16 w 73"/>
                  <a:gd name="T15" fmla="*/ 39 h 82"/>
                  <a:gd name="T16" fmla="*/ 3 w 73"/>
                  <a:gd name="T17" fmla="*/ 38 h 82"/>
                  <a:gd name="T18" fmla="*/ 4 w 73"/>
                  <a:gd name="T19" fmla="*/ 31 h 82"/>
                  <a:gd name="T20" fmla="*/ 4 w 73"/>
                  <a:gd name="T21" fmla="*/ 24 h 82"/>
                  <a:gd name="T22" fmla="*/ 9 w 73"/>
                  <a:gd name="T23" fmla="*/ 26 h 82"/>
                  <a:gd name="T24" fmla="*/ 15 w 73"/>
                  <a:gd name="T25" fmla="*/ 31 h 82"/>
                  <a:gd name="T26" fmla="*/ 26 w 73"/>
                  <a:gd name="T27" fmla="*/ 29 h 82"/>
                  <a:gd name="T28" fmla="*/ 34 w 73"/>
                  <a:gd name="T29" fmla="*/ 22 h 82"/>
                  <a:gd name="T30" fmla="*/ 41 w 73"/>
                  <a:gd name="T31" fmla="*/ 19 h 82"/>
                  <a:gd name="T32" fmla="*/ 49 w 73"/>
                  <a:gd name="T33" fmla="*/ 16 h 82"/>
                  <a:gd name="T34" fmla="*/ 53 w 73"/>
                  <a:gd name="T35" fmla="*/ 14 h 82"/>
                  <a:gd name="T36" fmla="*/ 59 w 73"/>
                  <a:gd name="T37" fmla="*/ 8 h 82"/>
                  <a:gd name="T38" fmla="*/ 68 w 73"/>
                  <a:gd name="T39" fmla="*/ 2 h 82"/>
                  <a:gd name="T40" fmla="*/ 73 w 73"/>
                  <a:gd name="T41" fmla="*/ 4 h 82"/>
                  <a:gd name="T42" fmla="*/ 72 w 73"/>
                  <a:gd name="T43" fmla="*/ 11 h 82"/>
                  <a:gd name="T44" fmla="*/ 70 w 73"/>
                  <a:gd name="T45" fmla="*/ 14 h 82"/>
                  <a:gd name="T46" fmla="*/ 65 w 73"/>
                  <a:gd name="T47" fmla="*/ 24 h 82"/>
                  <a:gd name="T48" fmla="*/ 63 w 73"/>
                  <a:gd name="T49" fmla="*/ 33 h 82"/>
                  <a:gd name="T50" fmla="*/ 68 w 73"/>
                  <a:gd name="T51" fmla="*/ 40 h 82"/>
                  <a:gd name="T52" fmla="*/ 70 w 73"/>
                  <a:gd name="T53" fmla="*/ 50 h 82"/>
                  <a:gd name="T54" fmla="*/ 59 w 73"/>
                  <a:gd name="T55" fmla="*/ 61 h 82"/>
                  <a:gd name="T56" fmla="*/ 59 w 73"/>
                  <a:gd name="T57" fmla="*/ 68 h 82"/>
                  <a:gd name="T58" fmla="*/ 53 w 73"/>
                  <a:gd name="T59" fmla="*/ 74 h 82"/>
                  <a:gd name="T60" fmla="*/ 51 w 73"/>
                  <a:gd name="T61" fmla="*/ 73 h 82"/>
                  <a:gd name="T62" fmla="*/ 46 w 73"/>
                  <a:gd name="T63" fmla="*/ 70 h 82"/>
                  <a:gd name="T64" fmla="*/ 45 w 73"/>
                  <a:gd name="T65" fmla="*/ 70 h 82"/>
                  <a:gd name="T66" fmla="*/ 41 w 73"/>
                  <a:gd name="T67" fmla="*/ 73 h 82"/>
                  <a:gd name="T68" fmla="*/ 37 w 73"/>
                  <a:gd name="T69" fmla="*/ 74 h 82"/>
                  <a:gd name="T70" fmla="*/ 27 w 73"/>
                  <a:gd name="T71" fmla="*/ 74 h 82"/>
                  <a:gd name="T72" fmla="*/ 20 w 73"/>
                  <a:gd name="T73" fmla="*/ 77 h 82"/>
                  <a:gd name="T74" fmla="*/ 13 w 73"/>
                  <a:gd name="T75" fmla="*/ 78 h 82"/>
                  <a:gd name="T76" fmla="*/ 9 w 73"/>
                  <a:gd name="T77" fmla="*/ 7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3" h="82">
                    <a:moveTo>
                      <a:pt x="8" y="80"/>
                    </a:moveTo>
                    <a:cubicBezTo>
                      <a:pt x="7" y="82"/>
                      <a:pt x="5" y="81"/>
                      <a:pt x="4" y="79"/>
                    </a:cubicBezTo>
                    <a:cubicBezTo>
                      <a:pt x="2" y="77"/>
                      <a:pt x="3" y="74"/>
                      <a:pt x="2" y="71"/>
                    </a:cubicBezTo>
                    <a:cubicBezTo>
                      <a:pt x="2" y="69"/>
                      <a:pt x="1" y="67"/>
                      <a:pt x="0" y="65"/>
                    </a:cubicBezTo>
                    <a:cubicBezTo>
                      <a:pt x="0" y="63"/>
                      <a:pt x="2" y="61"/>
                      <a:pt x="3" y="60"/>
                    </a:cubicBezTo>
                    <a:cubicBezTo>
                      <a:pt x="5" y="59"/>
                      <a:pt x="8" y="59"/>
                      <a:pt x="10" y="61"/>
                    </a:cubicBezTo>
                    <a:cubicBezTo>
                      <a:pt x="11" y="62"/>
                      <a:pt x="11" y="63"/>
                      <a:pt x="11" y="64"/>
                    </a:cubicBezTo>
                    <a:cubicBezTo>
                      <a:pt x="11" y="64"/>
                      <a:pt x="11" y="66"/>
                      <a:pt x="12" y="66"/>
                    </a:cubicBezTo>
                    <a:cubicBezTo>
                      <a:pt x="14" y="67"/>
                      <a:pt x="13" y="62"/>
                      <a:pt x="14" y="61"/>
                    </a:cubicBezTo>
                    <a:cubicBezTo>
                      <a:pt x="14" y="58"/>
                      <a:pt x="11" y="57"/>
                      <a:pt x="9" y="55"/>
                    </a:cubicBezTo>
                    <a:cubicBezTo>
                      <a:pt x="8" y="53"/>
                      <a:pt x="7" y="50"/>
                      <a:pt x="9" y="48"/>
                    </a:cubicBezTo>
                    <a:cubicBezTo>
                      <a:pt x="10" y="47"/>
                      <a:pt x="11" y="46"/>
                      <a:pt x="12" y="46"/>
                    </a:cubicBezTo>
                    <a:cubicBezTo>
                      <a:pt x="14" y="45"/>
                      <a:pt x="15" y="45"/>
                      <a:pt x="16" y="44"/>
                    </a:cubicBezTo>
                    <a:cubicBezTo>
                      <a:pt x="18" y="43"/>
                      <a:pt x="19" y="42"/>
                      <a:pt x="20" y="41"/>
                    </a:cubicBezTo>
                    <a:cubicBezTo>
                      <a:pt x="20" y="41"/>
                      <a:pt x="22" y="40"/>
                      <a:pt x="22" y="39"/>
                    </a:cubicBezTo>
                    <a:cubicBezTo>
                      <a:pt x="22" y="37"/>
                      <a:pt x="17" y="39"/>
                      <a:pt x="16" y="39"/>
                    </a:cubicBezTo>
                    <a:cubicBezTo>
                      <a:pt x="13" y="39"/>
                      <a:pt x="10" y="40"/>
                      <a:pt x="8" y="40"/>
                    </a:cubicBezTo>
                    <a:cubicBezTo>
                      <a:pt x="5" y="41"/>
                      <a:pt x="4" y="40"/>
                      <a:pt x="3" y="38"/>
                    </a:cubicBezTo>
                    <a:cubicBezTo>
                      <a:pt x="2" y="37"/>
                      <a:pt x="2" y="36"/>
                      <a:pt x="3" y="35"/>
                    </a:cubicBezTo>
                    <a:cubicBezTo>
                      <a:pt x="4" y="34"/>
                      <a:pt x="4" y="33"/>
                      <a:pt x="4" y="31"/>
                    </a:cubicBezTo>
                    <a:cubicBezTo>
                      <a:pt x="4" y="30"/>
                      <a:pt x="4" y="28"/>
                      <a:pt x="4" y="27"/>
                    </a:cubicBezTo>
                    <a:cubicBezTo>
                      <a:pt x="4" y="26"/>
                      <a:pt x="4" y="25"/>
                      <a:pt x="4" y="24"/>
                    </a:cubicBezTo>
                    <a:cubicBezTo>
                      <a:pt x="5" y="23"/>
                      <a:pt x="6" y="22"/>
                      <a:pt x="7" y="22"/>
                    </a:cubicBezTo>
                    <a:cubicBezTo>
                      <a:pt x="8" y="22"/>
                      <a:pt x="9" y="24"/>
                      <a:pt x="9" y="26"/>
                    </a:cubicBezTo>
                    <a:cubicBezTo>
                      <a:pt x="10" y="27"/>
                      <a:pt x="10" y="29"/>
                      <a:pt x="12" y="30"/>
                    </a:cubicBezTo>
                    <a:cubicBezTo>
                      <a:pt x="13" y="30"/>
                      <a:pt x="14" y="30"/>
                      <a:pt x="15" y="31"/>
                    </a:cubicBezTo>
                    <a:cubicBezTo>
                      <a:pt x="17" y="31"/>
                      <a:pt x="19" y="30"/>
                      <a:pt x="20" y="30"/>
                    </a:cubicBezTo>
                    <a:cubicBezTo>
                      <a:pt x="22" y="29"/>
                      <a:pt x="24" y="29"/>
                      <a:pt x="26" y="29"/>
                    </a:cubicBezTo>
                    <a:cubicBezTo>
                      <a:pt x="27" y="28"/>
                      <a:pt x="28" y="28"/>
                      <a:pt x="29" y="27"/>
                    </a:cubicBezTo>
                    <a:cubicBezTo>
                      <a:pt x="31" y="25"/>
                      <a:pt x="32" y="23"/>
                      <a:pt x="34" y="22"/>
                    </a:cubicBezTo>
                    <a:cubicBezTo>
                      <a:pt x="35" y="21"/>
                      <a:pt x="36" y="21"/>
                      <a:pt x="37" y="21"/>
                    </a:cubicBezTo>
                    <a:cubicBezTo>
                      <a:pt x="39" y="20"/>
                      <a:pt x="40" y="20"/>
                      <a:pt x="41" y="19"/>
                    </a:cubicBezTo>
                    <a:cubicBezTo>
                      <a:pt x="43" y="18"/>
                      <a:pt x="45" y="17"/>
                      <a:pt x="46" y="16"/>
                    </a:cubicBezTo>
                    <a:cubicBezTo>
                      <a:pt x="47" y="16"/>
                      <a:pt x="48" y="16"/>
                      <a:pt x="49" y="16"/>
                    </a:cubicBezTo>
                    <a:cubicBezTo>
                      <a:pt x="49" y="16"/>
                      <a:pt x="50" y="15"/>
                      <a:pt x="51" y="15"/>
                    </a:cubicBezTo>
                    <a:cubicBezTo>
                      <a:pt x="52" y="15"/>
                      <a:pt x="53" y="14"/>
                      <a:pt x="53" y="14"/>
                    </a:cubicBezTo>
                    <a:cubicBezTo>
                      <a:pt x="54" y="14"/>
                      <a:pt x="55" y="13"/>
                      <a:pt x="55" y="13"/>
                    </a:cubicBezTo>
                    <a:cubicBezTo>
                      <a:pt x="57" y="12"/>
                      <a:pt x="58" y="10"/>
                      <a:pt x="59" y="8"/>
                    </a:cubicBezTo>
                    <a:cubicBezTo>
                      <a:pt x="61" y="7"/>
                      <a:pt x="62" y="6"/>
                      <a:pt x="63" y="5"/>
                    </a:cubicBezTo>
                    <a:cubicBezTo>
                      <a:pt x="65" y="3"/>
                      <a:pt x="67" y="3"/>
                      <a:pt x="68" y="2"/>
                    </a:cubicBezTo>
                    <a:cubicBezTo>
                      <a:pt x="70" y="1"/>
                      <a:pt x="71" y="0"/>
                      <a:pt x="73" y="1"/>
                    </a:cubicBezTo>
                    <a:cubicBezTo>
                      <a:pt x="73" y="2"/>
                      <a:pt x="73" y="3"/>
                      <a:pt x="73" y="4"/>
                    </a:cubicBezTo>
                    <a:cubicBezTo>
                      <a:pt x="73" y="5"/>
                      <a:pt x="73" y="6"/>
                      <a:pt x="73" y="8"/>
                    </a:cubicBezTo>
                    <a:cubicBezTo>
                      <a:pt x="73" y="9"/>
                      <a:pt x="73" y="10"/>
                      <a:pt x="72" y="11"/>
                    </a:cubicBezTo>
                    <a:cubicBezTo>
                      <a:pt x="71" y="12"/>
                      <a:pt x="71" y="12"/>
                      <a:pt x="71" y="13"/>
                    </a:cubicBezTo>
                    <a:cubicBezTo>
                      <a:pt x="70" y="13"/>
                      <a:pt x="70" y="14"/>
                      <a:pt x="70" y="14"/>
                    </a:cubicBezTo>
                    <a:cubicBezTo>
                      <a:pt x="70" y="16"/>
                      <a:pt x="68" y="18"/>
                      <a:pt x="67" y="19"/>
                    </a:cubicBezTo>
                    <a:cubicBezTo>
                      <a:pt x="67" y="21"/>
                      <a:pt x="66" y="23"/>
                      <a:pt x="65" y="24"/>
                    </a:cubicBezTo>
                    <a:cubicBezTo>
                      <a:pt x="64" y="25"/>
                      <a:pt x="62" y="26"/>
                      <a:pt x="62" y="27"/>
                    </a:cubicBezTo>
                    <a:cubicBezTo>
                      <a:pt x="61" y="29"/>
                      <a:pt x="62" y="31"/>
                      <a:pt x="63" y="33"/>
                    </a:cubicBezTo>
                    <a:cubicBezTo>
                      <a:pt x="63" y="35"/>
                      <a:pt x="64" y="38"/>
                      <a:pt x="66" y="39"/>
                    </a:cubicBezTo>
                    <a:cubicBezTo>
                      <a:pt x="66" y="39"/>
                      <a:pt x="67" y="39"/>
                      <a:pt x="68" y="40"/>
                    </a:cubicBezTo>
                    <a:cubicBezTo>
                      <a:pt x="68" y="41"/>
                      <a:pt x="69" y="42"/>
                      <a:pt x="69" y="44"/>
                    </a:cubicBezTo>
                    <a:cubicBezTo>
                      <a:pt x="70" y="45"/>
                      <a:pt x="70" y="48"/>
                      <a:pt x="70" y="50"/>
                    </a:cubicBezTo>
                    <a:cubicBezTo>
                      <a:pt x="69" y="52"/>
                      <a:pt x="67" y="53"/>
                      <a:pt x="65" y="54"/>
                    </a:cubicBezTo>
                    <a:cubicBezTo>
                      <a:pt x="63" y="55"/>
                      <a:pt x="60" y="58"/>
                      <a:pt x="59" y="61"/>
                    </a:cubicBezTo>
                    <a:cubicBezTo>
                      <a:pt x="59" y="62"/>
                      <a:pt x="59" y="63"/>
                      <a:pt x="59" y="64"/>
                    </a:cubicBezTo>
                    <a:cubicBezTo>
                      <a:pt x="59" y="65"/>
                      <a:pt x="59" y="67"/>
                      <a:pt x="59" y="68"/>
                    </a:cubicBezTo>
                    <a:cubicBezTo>
                      <a:pt x="60" y="71"/>
                      <a:pt x="59" y="74"/>
                      <a:pt x="56" y="74"/>
                    </a:cubicBezTo>
                    <a:cubicBezTo>
                      <a:pt x="55" y="74"/>
                      <a:pt x="54" y="74"/>
                      <a:pt x="53" y="74"/>
                    </a:cubicBezTo>
                    <a:cubicBezTo>
                      <a:pt x="53" y="74"/>
                      <a:pt x="53" y="74"/>
                      <a:pt x="52" y="74"/>
                    </a:cubicBezTo>
                    <a:cubicBezTo>
                      <a:pt x="52" y="74"/>
                      <a:pt x="51" y="74"/>
                      <a:pt x="51" y="73"/>
                    </a:cubicBezTo>
                    <a:cubicBezTo>
                      <a:pt x="50" y="73"/>
                      <a:pt x="49" y="72"/>
                      <a:pt x="49" y="71"/>
                    </a:cubicBezTo>
                    <a:cubicBezTo>
                      <a:pt x="48" y="70"/>
                      <a:pt x="47" y="70"/>
                      <a:pt x="46" y="70"/>
                    </a:cubicBezTo>
                    <a:cubicBezTo>
                      <a:pt x="46" y="69"/>
                      <a:pt x="46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4" y="71"/>
                      <a:pt x="42" y="72"/>
                      <a:pt x="41" y="73"/>
                    </a:cubicBezTo>
                    <a:cubicBezTo>
                      <a:pt x="40" y="73"/>
                      <a:pt x="40" y="73"/>
                      <a:pt x="39" y="73"/>
                    </a:cubicBezTo>
                    <a:cubicBezTo>
                      <a:pt x="38" y="74"/>
                      <a:pt x="37" y="74"/>
                      <a:pt x="37" y="74"/>
                    </a:cubicBezTo>
                    <a:cubicBezTo>
                      <a:pt x="35" y="74"/>
                      <a:pt x="34" y="73"/>
                      <a:pt x="32" y="73"/>
                    </a:cubicBezTo>
                    <a:cubicBezTo>
                      <a:pt x="30" y="73"/>
                      <a:pt x="28" y="74"/>
                      <a:pt x="27" y="74"/>
                    </a:cubicBezTo>
                    <a:cubicBezTo>
                      <a:pt x="25" y="74"/>
                      <a:pt x="24" y="74"/>
                      <a:pt x="23" y="75"/>
                    </a:cubicBezTo>
                    <a:cubicBezTo>
                      <a:pt x="22" y="75"/>
                      <a:pt x="20" y="76"/>
                      <a:pt x="20" y="77"/>
                    </a:cubicBezTo>
                    <a:cubicBezTo>
                      <a:pt x="19" y="78"/>
                      <a:pt x="19" y="79"/>
                      <a:pt x="18" y="81"/>
                    </a:cubicBezTo>
                    <a:cubicBezTo>
                      <a:pt x="17" y="82"/>
                      <a:pt x="14" y="80"/>
                      <a:pt x="13" y="78"/>
                    </a:cubicBezTo>
                    <a:cubicBezTo>
                      <a:pt x="12" y="78"/>
                      <a:pt x="12" y="77"/>
                      <a:pt x="12" y="76"/>
                    </a:cubicBezTo>
                    <a:cubicBezTo>
                      <a:pt x="11" y="76"/>
                      <a:pt x="10" y="76"/>
                      <a:pt x="9" y="77"/>
                    </a:cubicBezTo>
                    <a:cubicBezTo>
                      <a:pt x="9" y="78"/>
                      <a:pt x="9" y="79"/>
                      <a:pt x="8" y="8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2" name="Freeform 2473">
                <a:extLst>
                  <a:ext uri="{FF2B5EF4-FFF2-40B4-BE49-F238E27FC236}">
                    <a16:creationId xmlns:a16="http://schemas.microsoft.com/office/drawing/2014/main" id="{B0A9A6E1-807A-4391-8536-DCE583D9A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624"/>
                <a:ext cx="2" cy="4"/>
              </a:xfrm>
              <a:custGeom>
                <a:avLst/>
                <a:gdLst>
                  <a:gd name="T0" fmla="*/ 4 w 7"/>
                  <a:gd name="T1" fmla="*/ 8 h 9"/>
                  <a:gd name="T2" fmla="*/ 4 w 7"/>
                  <a:gd name="T3" fmla="*/ 8 h 9"/>
                  <a:gd name="T4" fmla="*/ 3 w 7"/>
                  <a:gd name="T5" fmla="*/ 7 h 9"/>
                  <a:gd name="T6" fmla="*/ 2 w 7"/>
                  <a:gd name="T7" fmla="*/ 6 h 9"/>
                  <a:gd name="T8" fmla="*/ 2 w 7"/>
                  <a:gd name="T9" fmla="*/ 4 h 9"/>
                  <a:gd name="T10" fmla="*/ 1 w 7"/>
                  <a:gd name="T11" fmla="*/ 3 h 9"/>
                  <a:gd name="T12" fmla="*/ 1 w 7"/>
                  <a:gd name="T13" fmla="*/ 2 h 9"/>
                  <a:gd name="T14" fmla="*/ 2 w 7"/>
                  <a:gd name="T15" fmla="*/ 0 h 9"/>
                  <a:gd name="T16" fmla="*/ 4 w 7"/>
                  <a:gd name="T17" fmla="*/ 1 h 9"/>
                  <a:gd name="T18" fmla="*/ 5 w 7"/>
                  <a:gd name="T19" fmla="*/ 2 h 9"/>
                  <a:gd name="T20" fmla="*/ 5 w 7"/>
                  <a:gd name="T21" fmla="*/ 2 h 9"/>
                  <a:gd name="T22" fmla="*/ 6 w 7"/>
                  <a:gd name="T23" fmla="*/ 3 h 9"/>
                  <a:gd name="T24" fmla="*/ 7 w 7"/>
                  <a:gd name="T25" fmla="*/ 5 h 9"/>
                  <a:gd name="T26" fmla="*/ 7 w 7"/>
                  <a:gd name="T27" fmla="*/ 6 h 9"/>
                  <a:gd name="T28" fmla="*/ 6 w 7"/>
                  <a:gd name="T29" fmla="*/ 8 h 9"/>
                  <a:gd name="T30" fmla="*/ 4 w 7"/>
                  <a:gd name="T3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9"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6" y="8"/>
                      <a:pt x="5" y="9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3" name="Freeform 2474">
                <a:extLst>
                  <a:ext uri="{FF2B5EF4-FFF2-40B4-BE49-F238E27FC236}">
                    <a16:creationId xmlns:a16="http://schemas.microsoft.com/office/drawing/2014/main" id="{48A476CF-28EC-438B-B88C-0E0CF3C01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557"/>
                <a:ext cx="9" cy="5"/>
              </a:xfrm>
              <a:custGeom>
                <a:avLst/>
                <a:gdLst>
                  <a:gd name="T0" fmla="*/ 3 w 22"/>
                  <a:gd name="T1" fmla="*/ 9 h 11"/>
                  <a:gd name="T2" fmla="*/ 1 w 22"/>
                  <a:gd name="T3" fmla="*/ 6 h 11"/>
                  <a:gd name="T4" fmla="*/ 7 w 22"/>
                  <a:gd name="T5" fmla="*/ 0 h 11"/>
                  <a:gd name="T6" fmla="*/ 12 w 22"/>
                  <a:gd name="T7" fmla="*/ 2 h 11"/>
                  <a:gd name="T8" fmla="*/ 17 w 22"/>
                  <a:gd name="T9" fmla="*/ 4 h 11"/>
                  <a:gd name="T10" fmla="*/ 19 w 22"/>
                  <a:gd name="T11" fmla="*/ 5 h 11"/>
                  <a:gd name="T12" fmla="*/ 20 w 22"/>
                  <a:gd name="T13" fmla="*/ 5 h 11"/>
                  <a:gd name="T14" fmla="*/ 21 w 22"/>
                  <a:gd name="T15" fmla="*/ 9 h 11"/>
                  <a:gd name="T16" fmla="*/ 15 w 22"/>
                  <a:gd name="T17" fmla="*/ 8 h 11"/>
                  <a:gd name="T18" fmla="*/ 11 w 22"/>
                  <a:gd name="T19" fmla="*/ 6 h 11"/>
                  <a:gd name="T20" fmla="*/ 7 w 22"/>
                  <a:gd name="T21" fmla="*/ 7 h 11"/>
                  <a:gd name="T22" fmla="*/ 3 w 22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1">
                    <a:moveTo>
                      <a:pt x="3" y="9"/>
                    </a:moveTo>
                    <a:cubicBezTo>
                      <a:pt x="2" y="9"/>
                      <a:pt x="2" y="8"/>
                      <a:pt x="1" y="6"/>
                    </a:cubicBezTo>
                    <a:cubicBezTo>
                      <a:pt x="0" y="3"/>
                      <a:pt x="4" y="0"/>
                      <a:pt x="7" y="0"/>
                    </a:cubicBezTo>
                    <a:cubicBezTo>
                      <a:pt x="9" y="0"/>
                      <a:pt x="11" y="1"/>
                      <a:pt x="12" y="2"/>
                    </a:cubicBezTo>
                    <a:cubicBezTo>
                      <a:pt x="14" y="2"/>
                      <a:pt x="15" y="3"/>
                      <a:pt x="17" y="4"/>
                    </a:cubicBezTo>
                    <a:cubicBezTo>
                      <a:pt x="17" y="4"/>
                      <a:pt x="18" y="5"/>
                      <a:pt x="19" y="5"/>
                    </a:cubicBezTo>
                    <a:cubicBezTo>
                      <a:pt x="19" y="5"/>
                      <a:pt x="20" y="5"/>
                      <a:pt x="20" y="5"/>
                    </a:cubicBezTo>
                    <a:cubicBezTo>
                      <a:pt x="21" y="6"/>
                      <a:pt x="22" y="8"/>
                      <a:pt x="21" y="9"/>
                    </a:cubicBezTo>
                    <a:cubicBezTo>
                      <a:pt x="20" y="11"/>
                      <a:pt x="16" y="9"/>
                      <a:pt x="15" y="8"/>
                    </a:cubicBezTo>
                    <a:cubicBezTo>
                      <a:pt x="14" y="7"/>
                      <a:pt x="13" y="6"/>
                      <a:pt x="11" y="6"/>
                    </a:cubicBezTo>
                    <a:cubicBezTo>
                      <a:pt x="10" y="6"/>
                      <a:pt x="8" y="6"/>
                      <a:pt x="7" y="7"/>
                    </a:cubicBezTo>
                    <a:cubicBezTo>
                      <a:pt x="6" y="8"/>
                      <a:pt x="5" y="9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4" name="Freeform 2475">
                <a:extLst>
                  <a:ext uri="{FF2B5EF4-FFF2-40B4-BE49-F238E27FC236}">
                    <a16:creationId xmlns:a16="http://schemas.microsoft.com/office/drawing/2014/main" id="{9FBAA464-4D21-4E26-93F5-D53513196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562"/>
                <a:ext cx="5" cy="3"/>
              </a:xfrm>
              <a:custGeom>
                <a:avLst/>
                <a:gdLst>
                  <a:gd name="T0" fmla="*/ 4 w 12"/>
                  <a:gd name="T1" fmla="*/ 6 h 7"/>
                  <a:gd name="T2" fmla="*/ 3 w 12"/>
                  <a:gd name="T3" fmla="*/ 6 h 7"/>
                  <a:gd name="T4" fmla="*/ 2 w 12"/>
                  <a:gd name="T5" fmla="*/ 4 h 7"/>
                  <a:gd name="T6" fmla="*/ 2 w 12"/>
                  <a:gd name="T7" fmla="*/ 1 h 7"/>
                  <a:gd name="T8" fmla="*/ 5 w 12"/>
                  <a:gd name="T9" fmla="*/ 0 h 7"/>
                  <a:gd name="T10" fmla="*/ 7 w 12"/>
                  <a:gd name="T11" fmla="*/ 2 h 7"/>
                  <a:gd name="T12" fmla="*/ 11 w 12"/>
                  <a:gd name="T13" fmla="*/ 3 h 7"/>
                  <a:gd name="T14" fmla="*/ 12 w 12"/>
                  <a:gd name="T15" fmla="*/ 5 h 7"/>
                  <a:gd name="T16" fmla="*/ 11 w 12"/>
                  <a:gd name="T17" fmla="*/ 7 h 7"/>
                  <a:gd name="T18" fmla="*/ 7 w 12"/>
                  <a:gd name="T19" fmla="*/ 7 h 7"/>
                  <a:gd name="T20" fmla="*/ 4 w 12"/>
                  <a:gd name="T21" fmla="*/ 7 h 7"/>
                  <a:gd name="T22" fmla="*/ 5 w 12"/>
                  <a:gd name="T23" fmla="*/ 6 h 7"/>
                  <a:gd name="T24" fmla="*/ 4 w 12"/>
                  <a:gd name="T2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7">
                    <a:moveTo>
                      <a:pt x="4" y="6"/>
                    </a:moveTo>
                    <a:cubicBezTo>
                      <a:pt x="4" y="6"/>
                      <a:pt x="4" y="6"/>
                      <a:pt x="3" y="6"/>
                    </a:cubicBezTo>
                    <a:cubicBezTo>
                      <a:pt x="3" y="5"/>
                      <a:pt x="3" y="4"/>
                      <a:pt x="2" y="4"/>
                    </a:cubicBezTo>
                    <a:cubicBezTo>
                      <a:pt x="2" y="3"/>
                      <a:pt x="0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6" y="1"/>
                      <a:pt x="7" y="2"/>
                    </a:cubicBezTo>
                    <a:cubicBezTo>
                      <a:pt x="8" y="3"/>
                      <a:pt x="10" y="2"/>
                      <a:pt x="11" y="3"/>
                    </a:cubicBezTo>
                    <a:cubicBezTo>
                      <a:pt x="11" y="3"/>
                      <a:pt x="12" y="4"/>
                      <a:pt x="12" y="5"/>
                    </a:cubicBezTo>
                    <a:cubicBezTo>
                      <a:pt x="12" y="6"/>
                      <a:pt x="12" y="7"/>
                      <a:pt x="11" y="7"/>
                    </a:cubicBezTo>
                    <a:cubicBezTo>
                      <a:pt x="9" y="7"/>
                      <a:pt x="8" y="7"/>
                      <a:pt x="7" y="7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5" name="Freeform 2476">
                <a:extLst>
                  <a:ext uri="{FF2B5EF4-FFF2-40B4-BE49-F238E27FC236}">
                    <a16:creationId xmlns:a16="http://schemas.microsoft.com/office/drawing/2014/main" id="{925716E4-42D9-4532-A4FE-2DBBD929F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566"/>
                <a:ext cx="5" cy="5"/>
              </a:xfrm>
              <a:custGeom>
                <a:avLst/>
                <a:gdLst>
                  <a:gd name="T0" fmla="*/ 4 w 13"/>
                  <a:gd name="T1" fmla="*/ 11 h 11"/>
                  <a:gd name="T2" fmla="*/ 3 w 13"/>
                  <a:gd name="T3" fmla="*/ 10 h 11"/>
                  <a:gd name="T4" fmla="*/ 2 w 13"/>
                  <a:gd name="T5" fmla="*/ 10 h 11"/>
                  <a:gd name="T6" fmla="*/ 0 w 13"/>
                  <a:gd name="T7" fmla="*/ 8 h 11"/>
                  <a:gd name="T8" fmla="*/ 1 w 13"/>
                  <a:gd name="T9" fmla="*/ 6 h 11"/>
                  <a:gd name="T10" fmla="*/ 5 w 13"/>
                  <a:gd name="T11" fmla="*/ 4 h 11"/>
                  <a:gd name="T12" fmla="*/ 8 w 13"/>
                  <a:gd name="T13" fmla="*/ 0 h 11"/>
                  <a:gd name="T14" fmla="*/ 9 w 13"/>
                  <a:gd name="T15" fmla="*/ 3 h 11"/>
                  <a:gd name="T16" fmla="*/ 11 w 13"/>
                  <a:gd name="T17" fmla="*/ 5 h 11"/>
                  <a:gd name="T18" fmla="*/ 13 w 13"/>
                  <a:gd name="T19" fmla="*/ 7 h 11"/>
                  <a:gd name="T20" fmla="*/ 12 w 13"/>
                  <a:gd name="T21" fmla="*/ 10 h 11"/>
                  <a:gd name="T22" fmla="*/ 8 w 13"/>
                  <a:gd name="T23" fmla="*/ 11 h 11"/>
                  <a:gd name="T24" fmla="*/ 4 w 13"/>
                  <a:gd name="T2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1">
                    <a:moveTo>
                      <a:pt x="4" y="11"/>
                    </a:moveTo>
                    <a:cubicBezTo>
                      <a:pt x="4" y="11"/>
                      <a:pt x="3" y="10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1" y="10"/>
                      <a:pt x="0" y="9"/>
                      <a:pt x="0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2" y="5"/>
                      <a:pt x="4" y="5"/>
                      <a:pt x="5" y="4"/>
                    </a:cubicBezTo>
                    <a:cubicBezTo>
                      <a:pt x="5" y="2"/>
                      <a:pt x="6" y="0"/>
                      <a:pt x="8" y="0"/>
                    </a:cubicBezTo>
                    <a:cubicBezTo>
                      <a:pt x="10" y="1"/>
                      <a:pt x="9" y="2"/>
                      <a:pt x="9" y="3"/>
                    </a:cubicBezTo>
                    <a:cubicBezTo>
                      <a:pt x="10" y="4"/>
                      <a:pt x="10" y="4"/>
                      <a:pt x="11" y="5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8"/>
                      <a:pt x="13" y="10"/>
                      <a:pt x="12" y="10"/>
                    </a:cubicBezTo>
                    <a:cubicBezTo>
                      <a:pt x="11" y="11"/>
                      <a:pt x="10" y="11"/>
                      <a:pt x="8" y="11"/>
                    </a:cubicBezTo>
                    <a:cubicBezTo>
                      <a:pt x="8" y="11"/>
                      <a:pt x="5" y="11"/>
                      <a:pt x="4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6" name="Freeform 2477">
                <a:extLst>
                  <a:ext uri="{FF2B5EF4-FFF2-40B4-BE49-F238E27FC236}">
                    <a16:creationId xmlns:a16="http://schemas.microsoft.com/office/drawing/2014/main" id="{7F716719-6C12-4B3C-B949-8D5B1A797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565"/>
                <a:ext cx="6" cy="7"/>
              </a:xfrm>
              <a:custGeom>
                <a:avLst/>
                <a:gdLst>
                  <a:gd name="T0" fmla="*/ 7 w 13"/>
                  <a:gd name="T1" fmla="*/ 18 h 19"/>
                  <a:gd name="T2" fmla="*/ 4 w 13"/>
                  <a:gd name="T3" fmla="*/ 19 h 19"/>
                  <a:gd name="T4" fmla="*/ 2 w 13"/>
                  <a:gd name="T5" fmla="*/ 14 h 19"/>
                  <a:gd name="T6" fmla="*/ 2 w 13"/>
                  <a:gd name="T7" fmla="*/ 11 h 19"/>
                  <a:gd name="T8" fmla="*/ 2 w 13"/>
                  <a:gd name="T9" fmla="*/ 6 h 19"/>
                  <a:gd name="T10" fmla="*/ 0 w 13"/>
                  <a:gd name="T11" fmla="*/ 2 h 19"/>
                  <a:gd name="T12" fmla="*/ 4 w 13"/>
                  <a:gd name="T13" fmla="*/ 2 h 19"/>
                  <a:gd name="T14" fmla="*/ 6 w 13"/>
                  <a:gd name="T15" fmla="*/ 3 h 19"/>
                  <a:gd name="T16" fmla="*/ 9 w 13"/>
                  <a:gd name="T17" fmla="*/ 4 h 19"/>
                  <a:gd name="T18" fmla="*/ 10 w 13"/>
                  <a:gd name="T19" fmla="*/ 8 h 19"/>
                  <a:gd name="T20" fmla="*/ 13 w 13"/>
                  <a:gd name="T21" fmla="*/ 11 h 19"/>
                  <a:gd name="T22" fmla="*/ 12 w 13"/>
                  <a:gd name="T23" fmla="*/ 15 h 19"/>
                  <a:gd name="T24" fmla="*/ 10 w 13"/>
                  <a:gd name="T25" fmla="*/ 15 h 19"/>
                  <a:gd name="T26" fmla="*/ 7 w 13"/>
                  <a:gd name="T27" fmla="*/ 18 h 19"/>
                  <a:gd name="T28" fmla="*/ 7 w 13"/>
                  <a:gd name="T29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9">
                    <a:moveTo>
                      <a:pt x="7" y="18"/>
                    </a:moveTo>
                    <a:cubicBezTo>
                      <a:pt x="7" y="19"/>
                      <a:pt x="5" y="19"/>
                      <a:pt x="4" y="19"/>
                    </a:cubicBezTo>
                    <a:cubicBezTo>
                      <a:pt x="3" y="18"/>
                      <a:pt x="3" y="16"/>
                      <a:pt x="2" y="14"/>
                    </a:cubicBezTo>
                    <a:cubicBezTo>
                      <a:pt x="2" y="13"/>
                      <a:pt x="1" y="12"/>
                      <a:pt x="2" y="11"/>
                    </a:cubicBezTo>
                    <a:cubicBezTo>
                      <a:pt x="3" y="9"/>
                      <a:pt x="4" y="8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7" y="3"/>
                      <a:pt x="8" y="3"/>
                      <a:pt x="9" y="4"/>
                    </a:cubicBezTo>
                    <a:cubicBezTo>
                      <a:pt x="10" y="5"/>
                      <a:pt x="9" y="7"/>
                      <a:pt x="10" y="8"/>
                    </a:cubicBezTo>
                    <a:cubicBezTo>
                      <a:pt x="11" y="9"/>
                      <a:pt x="12" y="10"/>
                      <a:pt x="13" y="11"/>
                    </a:cubicBezTo>
                    <a:cubicBezTo>
                      <a:pt x="13" y="12"/>
                      <a:pt x="13" y="14"/>
                      <a:pt x="12" y="15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8" y="15"/>
                      <a:pt x="8" y="17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7" name="Freeform 2478">
                <a:extLst>
                  <a:ext uri="{FF2B5EF4-FFF2-40B4-BE49-F238E27FC236}">
                    <a16:creationId xmlns:a16="http://schemas.microsoft.com/office/drawing/2014/main" id="{44818D51-01BF-47CB-9F9D-391A7D6A3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1578"/>
                <a:ext cx="3" cy="3"/>
              </a:xfrm>
              <a:custGeom>
                <a:avLst/>
                <a:gdLst>
                  <a:gd name="T0" fmla="*/ 3 w 9"/>
                  <a:gd name="T1" fmla="*/ 0 h 6"/>
                  <a:gd name="T2" fmla="*/ 7 w 9"/>
                  <a:gd name="T3" fmla="*/ 2 h 6"/>
                  <a:gd name="T4" fmla="*/ 8 w 9"/>
                  <a:gd name="T5" fmla="*/ 5 h 6"/>
                  <a:gd name="T6" fmla="*/ 4 w 9"/>
                  <a:gd name="T7" fmla="*/ 6 h 6"/>
                  <a:gd name="T8" fmla="*/ 0 w 9"/>
                  <a:gd name="T9" fmla="*/ 2 h 6"/>
                  <a:gd name="T10" fmla="*/ 3 w 9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3" y="0"/>
                    </a:moveTo>
                    <a:cubicBezTo>
                      <a:pt x="6" y="0"/>
                      <a:pt x="6" y="1"/>
                      <a:pt x="7" y="2"/>
                    </a:cubicBezTo>
                    <a:cubicBezTo>
                      <a:pt x="7" y="3"/>
                      <a:pt x="9" y="4"/>
                      <a:pt x="8" y="5"/>
                    </a:cubicBezTo>
                    <a:cubicBezTo>
                      <a:pt x="7" y="6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8" name="Freeform 2479">
                <a:extLst>
                  <a:ext uri="{FF2B5EF4-FFF2-40B4-BE49-F238E27FC236}">
                    <a16:creationId xmlns:a16="http://schemas.microsoft.com/office/drawing/2014/main" id="{530DD322-8DE3-4DAE-BE15-B20A4B4E8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580"/>
                <a:ext cx="3" cy="3"/>
              </a:xfrm>
              <a:custGeom>
                <a:avLst/>
                <a:gdLst>
                  <a:gd name="T0" fmla="*/ 0 w 9"/>
                  <a:gd name="T1" fmla="*/ 4 h 6"/>
                  <a:gd name="T2" fmla="*/ 0 w 9"/>
                  <a:gd name="T3" fmla="*/ 3 h 6"/>
                  <a:gd name="T4" fmla="*/ 3 w 9"/>
                  <a:gd name="T5" fmla="*/ 1 h 6"/>
                  <a:gd name="T6" fmla="*/ 7 w 9"/>
                  <a:gd name="T7" fmla="*/ 0 h 6"/>
                  <a:gd name="T8" fmla="*/ 8 w 9"/>
                  <a:gd name="T9" fmla="*/ 4 h 6"/>
                  <a:gd name="T10" fmla="*/ 6 w 9"/>
                  <a:gd name="T11" fmla="*/ 4 h 6"/>
                  <a:gd name="T12" fmla="*/ 5 w 9"/>
                  <a:gd name="T13" fmla="*/ 5 h 6"/>
                  <a:gd name="T14" fmla="*/ 3 w 9"/>
                  <a:gd name="T15" fmla="*/ 6 h 6"/>
                  <a:gd name="T16" fmla="*/ 0 w 9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6">
                    <a:moveTo>
                      <a:pt x="0" y="4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4" y="0"/>
                      <a:pt x="6" y="0"/>
                      <a:pt x="7" y="0"/>
                    </a:cubicBezTo>
                    <a:cubicBezTo>
                      <a:pt x="8" y="0"/>
                      <a:pt x="9" y="3"/>
                      <a:pt x="8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5" y="6"/>
                      <a:pt x="4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9" name="Freeform 2480">
                <a:extLst>
                  <a:ext uri="{FF2B5EF4-FFF2-40B4-BE49-F238E27FC236}">
                    <a16:creationId xmlns:a16="http://schemas.microsoft.com/office/drawing/2014/main" id="{8FDE9FD2-6658-47D4-926E-33AD86A2A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572"/>
                <a:ext cx="7" cy="11"/>
              </a:xfrm>
              <a:custGeom>
                <a:avLst/>
                <a:gdLst>
                  <a:gd name="T0" fmla="*/ 13 w 19"/>
                  <a:gd name="T1" fmla="*/ 26 h 27"/>
                  <a:gd name="T2" fmla="*/ 8 w 19"/>
                  <a:gd name="T3" fmla="*/ 24 h 27"/>
                  <a:gd name="T4" fmla="*/ 8 w 19"/>
                  <a:gd name="T5" fmla="*/ 19 h 27"/>
                  <a:gd name="T6" fmla="*/ 6 w 19"/>
                  <a:gd name="T7" fmla="*/ 16 h 27"/>
                  <a:gd name="T8" fmla="*/ 3 w 19"/>
                  <a:gd name="T9" fmla="*/ 14 h 27"/>
                  <a:gd name="T10" fmla="*/ 1 w 19"/>
                  <a:gd name="T11" fmla="*/ 12 h 27"/>
                  <a:gd name="T12" fmla="*/ 0 w 19"/>
                  <a:gd name="T13" fmla="*/ 6 h 27"/>
                  <a:gd name="T14" fmla="*/ 6 w 19"/>
                  <a:gd name="T15" fmla="*/ 0 h 27"/>
                  <a:gd name="T16" fmla="*/ 9 w 19"/>
                  <a:gd name="T17" fmla="*/ 2 h 27"/>
                  <a:gd name="T18" fmla="*/ 9 w 19"/>
                  <a:gd name="T19" fmla="*/ 7 h 27"/>
                  <a:gd name="T20" fmla="*/ 9 w 19"/>
                  <a:gd name="T21" fmla="*/ 11 h 27"/>
                  <a:gd name="T22" fmla="*/ 12 w 19"/>
                  <a:gd name="T23" fmla="*/ 13 h 27"/>
                  <a:gd name="T24" fmla="*/ 17 w 19"/>
                  <a:gd name="T25" fmla="*/ 15 h 27"/>
                  <a:gd name="T26" fmla="*/ 18 w 19"/>
                  <a:gd name="T27" fmla="*/ 18 h 27"/>
                  <a:gd name="T28" fmla="*/ 19 w 19"/>
                  <a:gd name="T29" fmla="*/ 18 h 27"/>
                  <a:gd name="T30" fmla="*/ 19 w 19"/>
                  <a:gd name="T31" fmla="*/ 20 h 27"/>
                  <a:gd name="T32" fmla="*/ 17 w 19"/>
                  <a:gd name="T33" fmla="*/ 24 h 27"/>
                  <a:gd name="T34" fmla="*/ 15 w 19"/>
                  <a:gd name="T35" fmla="*/ 26 h 27"/>
                  <a:gd name="T36" fmla="*/ 13 w 19"/>
                  <a:gd name="T37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27">
                    <a:moveTo>
                      <a:pt x="13" y="26"/>
                    </a:moveTo>
                    <a:cubicBezTo>
                      <a:pt x="11" y="27"/>
                      <a:pt x="9" y="26"/>
                      <a:pt x="8" y="24"/>
                    </a:cubicBezTo>
                    <a:cubicBezTo>
                      <a:pt x="8" y="22"/>
                      <a:pt x="8" y="21"/>
                      <a:pt x="8" y="19"/>
                    </a:cubicBezTo>
                    <a:cubicBezTo>
                      <a:pt x="8" y="18"/>
                      <a:pt x="7" y="17"/>
                      <a:pt x="6" y="16"/>
                    </a:cubicBezTo>
                    <a:cubicBezTo>
                      <a:pt x="5" y="16"/>
                      <a:pt x="4" y="15"/>
                      <a:pt x="3" y="14"/>
                    </a:cubicBezTo>
                    <a:cubicBezTo>
                      <a:pt x="3" y="14"/>
                      <a:pt x="2" y="13"/>
                      <a:pt x="1" y="12"/>
                    </a:cubicBezTo>
                    <a:cubicBezTo>
                      <a:pt x="0" y="11"/>
                      <a:pt x="0" y="8"/>
                      <a:pt x="0" y="6"/>
                    </a:cubicBezTo>
                    <a:cubicBezTo>
                      <a:pt x="1" y="3"/>
                      <a:pt x="3" y="0"/>
                      <a:pt x="6" y="0"/>
                    </a:cubicBezTo>
                    <a:cubicBezTo>
                      <a:pt x="7" y="0"/>
                      <a:pt x="8" y="0"/>
                      <a:pt x="9" y="2"/>
                    </a:cubicBezTo>
                    <a:cubicBezTo>
                      <a:pt x="9" y="4"/>
                      <a:pt x="9" y="6"/>
                      <a:pt x="9" y="7"/>
                    </a:cubicBezTo>
                    <a:cubicBezTo>
                      <a:pt x="9" y="9"/>
                      <a:pt x="8" y="10"/>
                      <a:pt x="9" y="11"/>
                    </a:cubicBezTo>
                    <a:cubicBezTo>
                      <a:pt x="10" y="12"/>
                      <a:pt x="11" y="13"/>
                      <a:pt x="12" y="13"/>
                    </a:cubicBezTo>
                    <a:cubicBezTo>
                      <a:pt x="14" y="13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ubicBezTo>
                      <a:pt x="19" y="19"/>
                      <a:pt x="19" y="19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4"/>
                      <a:pt x="16" y="25"/>
                      <a:pt x="15" y="26"/>
                    </a:cubicBezTo>
                    <a:cubicBezTo>
                      <a:pt x="15" y="26"/>
                      <a:pt x="14" y="26"/>
                      <a:pt x="13" y="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0" name="Freeform 2481">
                <a:extLst>
                  <a:ext uri="{FF2B5EF4-FFF2-40B4-BE49-F238E27FC236}">
                    <a16:creationId xmlns:a16="http://schemas.microsoft.com/office/drawing/2014/main" id="{EBBF216C-F646-4767-9739-C981BAE4E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582"/>
                <a:ext cx="2" cy="4"/>
              </a:xfrm>
              <a:custGeom>
                <a:avLst/>
                <a:gdLst>
                  <a:gd name="T0" fmla="*/ 1 w 7"/>
                  <a:gd name="T1" fmla="*/ 4 h 8"/>
                  <a:gd name="T2" fmla="*/ 0 w 7"/>
                  <a:gd name="T3" fmla="*/ 2 h 8"/>
                  <a:gd name="T4" fmla="*/ 4 w 7"/>
                  <a:gd name="T5" fmla="*/ 1 h 8"/>
                  <a:gd name="T6" fmla="*/ 5 w 7"/>
                  <a:gd name="T7" fmla="*/ 3 h 8"/>
                  <a:gd name="T8" fmla="*/ 5 w 7"/>
                  <a:gd name="T9" fmla="*/ 5 h 8"/>
                  <a:gd name="T10" fmla="*/ 7 w 7"/>
                  <a:gd name="T11" fmla="*/ 6 h 8"/>
                  <a:gd name="T12" fmla="*/ 7 w 7"/>
                  <a:gd name="T13" fmla="*/ 8 h 8"/>
                  <a:gd name="T14" fmla="*/ 5 w 7"/>
                  <a:gd name="T15" fmla="*/ 8 h 8"/>
                  <a:gd name="T16" fmla="*/ 3 w 7"/>
                  <a:gd name="T17" fmla="*/ 7 h 8"/>
                  <a:gd name="T18" fmla="*/ 1 w 7"/>
                  <a:gd name="T19" fmla="*/ 5 h 8"/>
                  <a:gd name="T20" fmla="*/ 1 w 7"/>
                  <a:gd name="T21" fmla="*/ 6 h 8"/>
                  <a:gd name="T22" fmla="*/ 1 w 7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8">
                    <a:moveTo>
                      <a:pt x="1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1" y="0"/>
                      <a:pt x="2" y="1"/>
                      <a:pt x="4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4" y="8"/>
                      <a:pt x="3" y="8"/>
                      <a:pt x="3" y="7"/>
                    </a:cubicBezTo>
                    <a:cubicBezTo>
                      <a:pt x="2" y="7"/>
                      <a:pt x="2" y="6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1" name="Freeform 2482">
                <a:extLst>
                  <a:ext uri="{FF2B5EF4-FFF2-40B4-BE49-F238E27FC236}">
                    <a16:creationId xmlns:a16="http://schemas.microsoft.com/office/drawing/2014/main" id="{9B909176-7F2B-4112-8C2F-C1A76980F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1582"/>
                <a:ext cx="2" cy="2"/>
              </a:xfrm>
              <a:custGeom>
                <a:avLst/>
                <a:gdLst>
                  <a:gd name="T0" fmla="*/ 0 w 5"/>
                  <a:gd name="T1" fmla="*/ 2 h 3"/>
                  <a:gd name="T2" fmla="*/ 1 w 5"/>
                  <a:gd name="T3" fmla="*/ 0 h 3"/>
                  <a:gd name="T4" fmla="*/ 2 w 5"/>
                  <a:gd name="T5" fmla="*/ 0 h 3"/>
                  <a:gd name="T6" fmla="*/ 5 w 5"/>
                  <a:gd name="T7" fmla="*/ 0 h 3"/>
                  <a:gd name="T8" fmla="*/ 5 w 5"/>
                  <a:gd name="T9" fmla="*/ 3 h 3"/>
                  <a:gd name="T10" fmla="*/ 3 w 5"/>
                  <a:gd name="T11" fmla="*/ 3 h 3"/>
                  <a:gd name="T12" fmla="*/ 0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2" y="3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2" name="Freeform 2483">
                <a:extLst>
                  <a:ext uri="{FF2B5EF4-FFF2-40B4-BE49-F238E27FC236}">
                    <a16:creationId xmlns:a16="http://schemas.microsoft.com/office/drawing/2014/main" id="{E5B7565E-FA1A-4D04-82B8-7A63B2CB6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619"/>
                <a:ext cx="5" cy="5"/>
              </a:xfrm>
              <a:custGeom>
                <a:avLst/>
                <a:gdLst>
                  <a:gd name="T0" fmla="*/ 3 w 13"/>
                  <a:gd name="T1" fmla="*/ 12 h 13"/>
                  <a:gd name="T2" fmla="*/ 1 w 13"/>
                  <a:gd name="T3" fmla="*/ 12 h 13"/>
                  <a:gd name="T4" fmla="*/ 1 w 13"/>
                  <a:gd name="T5" fmla="*/ 9 h 13"/>
                  <a:gd name="T6" fmla="*/ 3 w 13"/>
                  <a:gd name="T7" fmla="*/ 6 h 13"/>
                  <a:gd name="T8" fmla="*/ 6 w 13"/>
                  <a:gd name="T9" fmla="*/ 4 h 13"/>
                  <a:gd name="T10" fmla="*/ 7 w 13"/>
                  <a:gd name="T11" fmla="*/ 3 h 13"/>
                  <a:gd name="T12" fmla="*/ 8 w 13"/>
                  <a:gd name="T13" fmla="*/ 2 h 13"/>
                  <a:gd name="T14" fmla="*/ 10 w 13"/>
                  <a:gd name="T15" fmla="*/ 0 h 13"/>
                  <a:gd name="T16" fmla="*/ 12 w 13"/>
                  <a:gd name="T17" fmla="*/ 2 h 13"/>
                  <a:gd name="T18" fmla="*/ 10 w 13"/>
                  <a:gd name="T19" fmla="*/ 5 h 13"/>
                  <a:gd name="T20" fmla="*/ 7 w 13"/>
                  <a:gd name="T21" fmla="*/ 9 h 13"/>
                  <a:gd name="T22" fmla="*/ 3 w 13"/>
                  <a:gd name="T2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3">
                    <a:moveTo>
                      <a:pt x="3" y="12"/>
                    </a:moveTo>
                    <a:cubicBezTo>
                      <a:pt x="2" y="13"/>
                      <a:pt x="2" y="13"/>
                      <a:pt x="1" y="12"/>
                    </a:cubicBezTo>
                    <a:cubicBezTo>
                      <a:pt x="0" y="12"/>
                      <a:pt x="0" y="10"/>
                      <a:pt x="1" y="9"/>
                    </a:cubicBezTo>
                    <a:cubicBezTo>
                      <a:pt x="2" y="8"/>
                      <a:pt x="2" y="7"/>
                      <a:pt x="3" y="6"/>
                    </a:cubicBezTo>
                    <a:cubicBezTo>
                      <a:pt x="4" y="5"/>
                      <a:pt x="5" y="5"/>
                      <a:pt x="6" y="4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13" y="3"/>
                      <a:pt x="11" y="4"/>
                      <a:pt x="10" y="5"/>
                    </a:cubicBezTo>
                    <a:cubicBezTo>
                      <a:pt x="9" y="6"/>
                      <a:pt x="8" y="7"/>
                      <a:pt x="7" y="9"/>
                    </a:cubicBezTo>
                    <a:cubicBezTo>
                      <a:pt x="5" y="10"/>
                      <a:pt x="4" y="11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3" name="Freeform 2484">
                <a:extLst>
                  <a:ext uri="{FF2B5EF4-FFF2-40B4-BE49-F238E27FC236}">
                    <a16:creationId xmlns:a16="http://schemas.microsoft.com/office/drawing/2014/main" id="{906714A1-06DF-4078-A0BC-6BBE2B504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620"/>
                <a:ext cx="3" cy="3"/>
              </a:xfrm>
              <a:custGeom>
                <a:avLst/>
                <a:gdLst>
                  <a:gd name="T0" fmla="*/ 2 w 7"/>
                  <a:gd name="T1" fmla="*/ 1 h 6"/>
                  <a:gd name="T2" fmla="*/ 5 w 7"/>
                  <a:gd name="T3" fmla="*/ 0 h 6"/>
                  <a:gd name="T4" fmla="*/ 6 w 7"/>
                  <a:gd name="T5" fmla="*/ 2 h 6"/>
                  <a:gd name="T6" fmla="*/ 1 w 7"/>
                  <a:gd name="T7" fmla="*/ 6 h 6"/>
                  <a:gd name="T8" fmla="*/ 1 w 7"/>
                  <a:gd name="T9" fmla="*/ 3 h 6"/>
                  <a:gd name="T10" fmla="*/ 2 w 7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7" y="0"/>
                      <a:pt x="7" y="1"/>
                      <a:pt x="6" y="2"/>
                    </a:cubicBezTo>
                    <a:cubicBezTo>
                      <a:pt x="5" y="3"/>
                      <a:pt x="3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2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4" name="Freeform 2485">
                <a:extLst>
                  <a:ext uri="{FF2B5EF4-FFF2-40B4-BE49-F238E27FC236}">
                    <a16:creationId xmlns:a16="http://schemas.microsoft.com/office/drawing/2014/main" id="{95C02BC3-06BB-4D42-A55A-96015EAAC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24"/>
                <a:ext cx="2" cy="4"/>
              </a:xfrm>
              <a:custGeom>
                <a:avLst/>
                <a:gdLst>
                  <a:gd name="T0" fmla="*/ 3 w 7"/>
                  <a:gd name="T1" fmla="*/ 0 h 8"/>
                  <a:gd name="T2" fmla="*/ 7 w 7"/>
                  <a:gd name="T3" fmla="*/ 3 h 8"/>
                  <a:gd name="T4" fmla="*/ 1 w 7"/>
                  <a:gd name="T5" fmla="*/ 6 h 8"/>
                  <a:gd name="T6" fmla="*/ 1 w 7"/>
                  <a:gd name="T7" fmla="*/ 2 h 8"/>
                  <a:gd name="T8" fmla="*/ 3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3" y="8"/>
                      <a:pt x="1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5" name="Freeform 2486">
                <a:extLst>
                  <a:ext uri="{FF2B5EF4-FFF2-40B4-BE49-F238E27FC236}">
                    <a16:creationId xmlns:a16="http://schemas.microsoft.com/office/drawing/2014/main" id="{61751DAE-917B-42E8-B45C-1A10AC9D0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623"/>
                <a:ext cx="19" cy="10"/>
              </a:xfrm>
              <a:custGeom>
                <a:avLst/>
                <a:gdLst>
                  <a:gd name="T0" fmla="*/ 20 w 45"/>
                  <a:gd name="T1" fmla="*/ 15 h 26"/>
                  <a:gd name="T2" fmla="*/ 19 w 45"/>
                  <a:gd name="T3" fmla="*/ 15 h 26"/>
                  <a:gd name="T4" fmla="*/ 20 w 45"/>
                  <a:gd name="T5" fmla="*/ 14 h 26"/>
                  <a:gd name="T6" fmla="*/ 22 w 45"/>
                  <a:gd name="T7" fmla="*/ 11 h 26"/>
                  <a:gd name="T8" fmla="*/ 26 w 45"/>
                  <a:gd name="T9" fmla="*/ 11 h 26"/>
                  <a:gd name="T10" fmla="*/ 29 w 45"/>
                  <a:gd name="T11" fmla="*/ 12 h 26"/>
                  <a:gd name="T12" fmla="*/ 33 w 45"/>
                  <a:gd name="T13" fmla="*/ 13 h 26"/>
                  <a:gd name="T14" fmla="*/ 37 w 45"/>
                  <a:gd name="T15" fmla="*/ 12 h 26"/>
                  <a:gd name="T16" fmla="*/ 40 w 45"/>
                  <a:gd name="T17" fmla="*/ 10 h 26"/>
                  <a:gd name="T18" fmla="*/ 44 w 45"/>
                  <a:gd name="T19" fmla="*/ 4 h 26"/>
                  <a:gd name="T20" fmla="*/ 33 w 45"/>
                  <a:gd name="T21" fmla="*/ 3 h 26"/>
                  <a:gd name="T22" fmla="*/ 24 w 45"/>
                  <a:gd name="T23" fmla="*/ 3 h 26"/>
                  <a:gd name="T24" fmla="*/ 15 w 45"/>
                  <a:gd name="T25" fmla="*/ 8 h 26"/>
                  <a:gd name="T26" fmla="*/ 5 w 45"/>
                  <a:gd name="T27" fmla="*/ 15 h 26"/>
                  <a:gd name="T28" fmla="*/ 2 w 45"/>
                  <a:gd name="T29" fmla="*/ 23 h 26"/>
                  <a:gd name="T30" fmla="*/ 8 w 45"/>
                  <a:gd name="T31" fmla="*/ 22 h 26"/>
                  <a:gd name="T32" fmla="*/ 20 w 45"/>
                  <a:gd name="T33" fmla="*/ 1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26">
                    <a:moveTo>
                      <a:pt x="20" y="15"/>
                    </a:moveTo>
                    <a:cubicBezTo>
                      <a:pt x="20" y="15"/>
                      <a:pt x="19" y="15"/>
                      <a:pt x="19" y="1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1" y="13"/>
                      <a:pt x="21" y="12"/>
                      <a:pt x="22" y="11"/>
                    </a:cubicBezTo>
                    <a:cubicBezTo>
                      <a:pt x="23" y="11"/>
                      <a:pt x="25" y="11"/>
                      <a:pt x="26" y="11"/>
                    </a:cubicBezTo>
                    <a:cubicBezTo>
                      <a:pt x="27" y="11"/>
                      <a:pt x="28" y="12"/>
                      <a:pt x="29" y="12"/>
                    </a:cubicBezTo>
                    <a:cubicBezTo>
                      <a:pt x="31" y="13"/>
                      <a:pt x="32" y="13"/>
                      <a:pt x="33" y="13"/>
                    </a:cubicBezTo>
                    <a:cubicBezTo>
                      <a:pt x="34" y="13"/>
                      <a:pt x="36" y="13"/>
                      <a:pt x="37" y="12"/>
                    </a:cubicBezTo>
                    <a:cubicBezTo>
                      <a:pt x="38" y="12"/>
                      <a:pt x="40" y="11"/>
                      <a:pt x="40" y="10"/>
                    </a:cubicBezTo>
                    <a:cubicBezTo>
                      <a:pt x="42" y="8"/>
                      <a:pt x="45" y="7"/>
                      <a:pt x="44" y="4"/>
                    </a:cubicBezTo>
                    <a:cubicBezTo>
                      <a:pt x="41" y="0"/>
                      <a:pt x="36" y="3"/>
                      <a:pt x="33" y="3"/>
                    </a:cubicBezTo>
                    <a:cubicBezTo>
                      <a:pt x="31" y="0"/>
                      <a:pt x="26" y="2"/>
                      <a:pt x="24" y="3"/>
                    </a:cubicBezTo>
                    <a:cubicBezTo>
                      <a:pt x="21" y="5"/>
                      <a:pt x="18" y="6"/>
                      <a:pt x="15" y="8"/>
                    </a:cubicBezTo>
                    <a:cubicBezTo>
                      <a:pt x="11" y="10"/>
                      <a:pt x="8" y="12"/>
                      <a:pt x="5" y="15"/>
                    </a:cubicBezTo>
                    <a:cubicBezTo>
                      <a:pt x="3" y="17"/>
                      <a:pt x="0" y="20"/>
                      <a:pt x="2" y="23"/>
                    </a:cubicBezTo>
                    <a:cubicBezTo>
                      <a:pt x="4" y="26"/>
                      <a:pt x="6" y="23"/>
                      <a:pt x="8" y="22"/>
                    </a:cubicBezTo>
                    <a:cubicBezTo>
                      <a:pt x="12" y="19"/>
                      <a:pt x="17" y="19"/>
                      <a:pt x="20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6" name="Freeform 2487">
                <a:extLst>
                  <a:ext uri="{FF2B5EF4-FFF2-40B4-BE49-F238E27FC236}">
                    <a16:creationId xmlns:a16="http://schemas.microsoft.com/office/drawing/2014/main" id="{6E6E31FF-26F2-4BEE-92B8-DFB104B21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631"/>
                <a:ext cx="8" cy="4"/>
              </a:xfrm>
              <a:custGeom>
                <a:avLst/>
                <a:gdLst>
                  <a:gd name="T0" fmla="*/ 15 w 21"/>
                  <a:gd name="T1" fmla="*/ 1 h 9"/>
                  <a:gd name="T2" fmla="*/ 19 w 21"/>
                  <a:gd name="T3" fmla="*/ 1 h 9"/>
                  <a:gd name="T4" fmla="*/ 17 w 21"/>
                  <a:gd name="T5" fmla="*/ 7 h 9"/>
                  <a:gd name="T6" fmla="*/ 8 w 21"/>
                  <a:gd name="T7" fmla="*/ 8 h 9"/>
                  <a:gd name="T8" fmla="*/ 3 w 21"/>
                  <a:gd name="T9" fmla="*/ 8 h 9"/>
                  <a:gd name="T10" fmla="*/ 4 w 21"/>
                  <a:gd name="T11" fmla="*/ 4 h 9"/>
                  <a:gd name="T12" fmla="*/ 4 w 21"/>
                  <a:gd name="T13" fmla="*/ 4 h 9"/>
                  <a:gd name="T14" fmla="*/ 15 w 21"/>
                  <a:gd name="T1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9">
                    <a:moveTo>
                      <a:pt x="15" y="1"/>
                    </a:moveTo>
                    <a:cubicBezTo>
                      <a:pt x="16" y="1"/>
                      <a:pt x="18" y="0"/>
                      <a:pt x="19" y="1"/>
                    </a:cubicBezTo>
                    <a:cubicBezTo>
                      <a:pt x="21" y="3"/>
                      <a:pt x="19" y="6"/>
                      <a:pt x="17" y="7"/>
                    </a:cubicBezTo>
                    <a:cubicBezTo>
                      <a:pt x="14" y="8"/>
                      <a:pt x="10" y="8"/>
                      <a:pt x="8" y="8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0" y="9"/>
                      <a:pt x="3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3"/>
                      <a:pt x="11" y="1"/>
                      <a:pt x="1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7" name="Freeform 2488">
                <a:extLst>
                  <a:ext uri="{FF2B5EF4-FFF2-40B4-BE49-F238E27FC236}">
                    <a16:creationId xmlns:a16="http://schemas.microsoft.com/office/drawing/2014/main" id="{3CAB718C-BEB6-4931-A1F3-69B068BA0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36"/>
                <a:ext cx="5" cy="2"/>
              </a:xfrm>
              <a:custGeom>
                <a:avLst/>
                <a:gdLst>
                  <a:gd name="T0" fmla="*/ 1 w 11"/>
                  <a:gd name="T1" fmla="*/ 5 h 5"/>
                  <a:gd name="T2" fmla="*/ 1 w 11"/>
                  <a:gd name="T3" fmla="*/ 1 h 5"/>
                  <a:gd name="T4" fmla="*/ 5 w 11"/>
                  <a:gd name="T5" fmla="*/ 0 h 5"/>
                  <a:gd name="T6" fmla="*/ 9 w 11"/>
                  <a:gd name="T7" fmla="*/ 1 h 5"/>
                  <a:gd name="T8" fmla="*/ 8 w 11"/>
                  <a:gd name="T9" fmla="*/ 4 h 5"/>
                  <a:gd name="T10" fmla="*/ 3 w 11"/>
                  <a:gd name="T11" fmla="*/ 5 h 5"/>
                  <a:gd name="T12" fmla="*/ 1 w 11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1"/>
                      <a:pt x="5" y="0"/>
                    </a:cubicBezTo>
                    <a:cubicBezTo>
                      <a:pt x="6" y="0"/>
                      <a:pt x="8" y="0"/>
                      <a:pt x="9" y="1"/>
                    </a:cubicBezTo>
                    <a:cubicBezTo>
                      <a:pt x="11" y="2"/>
                      <a:pt x="10" y="3"/>
                      <a:pt x="8" y="4"/>
                    </a:cubicBezTo>
                    <a:cubicBezTo>
                      <a:pt x="7" y="5"/>
                      <a:pt x="5" y="5"/>
                      <a:pt x="3" y="5"/>
                    </a:cubicBezTo>
                    <a:cubicBezTo>
                      <a:pt x="2" y="4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8" name="Freeform 2489">
                <a:extLst>
                  <a:ext uri="{FF2B5EF4-FFF2-40B4-BE49-F238E27FC236}">
                    <a16:creationId xmlns:a16="http://schemas.microsoft.com/office/drawing/2014/main" id="{752226FB-9DEA-4187-B37F-0B4BE0649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623"/>
                <a:ext cx="16" cy="11"/>
              </a:xfrm>
              <a:custGeom>
                <a:avLst/>
                <a:gdLst>
                  <a:gd name="T0" fmla="*/ 24 w 39"/>
                  <a:gd name="T1" fmla="*/ 19 h 27"/>
                  <a:gd name="T2" fmla="*/ 24 w 39"/>
                  <a:gd name="T3" fmla="*/ 22 h 27"/>
                  <a:gd name="T4" fmla="*/ 24 w 39"/>
                  <a:gd name="T5" fmla="*/ 26 h 27"/>
                  <a:gd name="T6" fmla="*/ 21 w 39"/>
                  <a:gd name="T7" fmla="*/ 26 h 27"/>
                  <a:gd name="T8" fmla="*/ 14 w 39"/>
                  <a:gd name="T9" fmla="*/ 24 h 27"/>
                  <a:gd name="T10" fmla="*/ 9 w 39"/>
                  <a:gd name="T11" fmla="*/ 21 h 27"/>
                  <a:gd name="T12" fmla="*/ 7 w 39"/>
                  <a:gd name="T13" fmla="*/ 17 h 27"/>
                  <a:gd name="T14" fmla="*/ 5 w 39"/>
                  <a:gd name="T15" fmla="*/ 13 h 27"/>
                  <a:gd name="T16" fmla="*/ 2 w 39"/>
                  <a:gd name="T17" fmla="*/ 8 h 27"/>
                  <a:gd name="T18" fmla="*/ 2 w 39"/>
                  <a:gd name="T19" fmla="*/ 3 h 27"/>
                  <a:gd name="T20" fmla="*/ 5 w 39"/>
                  <a:gd name="T21" fmla="*/ 4 h 27"/>
                  <a:gd name="T22" fmla="*/ 8 w 39"/>
                  <a:gd name="T23" fmla="*/ 10 h 27"/>
                  <a:gd name="T24" fmla="*/ 14 w 39"/>
                  <a:gd name="T25" fmla="*/ 10 h 27"/>
                  <a:gd name="T26" fmla="*/ 19 w 39"/>
                  <a:gd name="T27" fmla="*/ 9 h 27"/>
                  <a:gd name="T28" fmla="*/ 24 w 39"/>
                  <a:gd name="T29" fmla="*/ 10 h 27"/>
                  <a:gd name="T30" fmla="*/ 28 w 39"/>
                  <a:gd name="T31" fmla="*/ 7 h 27"/>
                  <a:gd name="T32" fmla="*/ 36 w 39"/>
                  <a:gd name="T33" fmla="*/ 10 h 27"/>
                  <a:gd name="T34" fmla="*/ 36 w 39"/>
                  <a:gd name="T35" fmla="*/ 16 h 27"/>
                  <a:gd name="T36" fmla="*/ 39 w 39"/>
                  <a:gd name="T37" fmla="*/ 20 h 27"/>
                  <a:gd name="T38" fmla="*/ 36 w 39"/>
                  <a:gd name="T39" fmla="*/ 25 h 27"/>
                  <a:gd name="T40" fmla="*/ 32 w 39"/>
                  <a:gd name="T41" fmla="*/ 22 h 27"/>
                  <a:gd name="T42" fmla="*/ 30 w 39"/>
                  <a:gd name="T43" fmla="*/ 20 h 27"/>
                  <a:gd name="T44" fmla="*/ 24 w 39"/>
                  <a:gd name="T45" fmla="*/ 1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9" h="27">
                    <a:moveTo>
                      <a:pt x="24" y="19"/>
                    </a:moveTo>
                    <a:cubicBezTo>
                      <a:pt x="23" y="20"/>
                      <a:pt x="24" y="21"/>
                      <a:pt x="24" y="22"/>
                    </a:cubicBezTo>
                    <a:cubicBezTo>
                      <a:pt x="24" y="23"/>
                      <a:pt x="25" y="25"/>
                      <a:pt x="24" y="26"/>
                    </a:cubicBezTo>
                    <a:cubicBezTo>
                      <a:pt x="24" y="27"/>
                      <a:pt x="22" y="26"/>
                      <a:pt x="21" y="26"/>
                    </a:cubicBezTo>
                    <a:cubicBezTo>
                      <a:pt x="19" y="26"/>
                      <a:pt x="16" y="25"/>
                      <a:pt x="14" y="24"/>
                    </a:cubicBezTo>
                    <a:cubicBezTo>
                      <a:pt x="12" y="24"/>
                      <a:pt x="10" y="24"/>
                      <a:pt x="9" y="21"/>
                    </a:cubicBezTo>
                    <a:cubicBezTo>
                      <a:pt x="8" y="20"/>
                      <a:pt x="8" y="18"/>
                      <a:pt x="7" y="17"/>
                    </a:cubicBezTo>
                    <a:cubicBezTo>
                      <a:pt x="6" y="16"/>
                      <a:pt x="5" y="15"/>
                      <a:pt x="5" y="13"/>
                    </a:cubicBezTo>
                    <a:cubicBezTo>
                      <a:pt x="4" y="11"/>
                      <a:pt x="3" y="10"/>
                      <a:pt x="2" y="8"/>
                    </a:cubicBezTo>
                    <a:cubicBezTo>
                      <a:pt x="1" y="7"/>
                      <a:pt x="0" y="4"/>
                      <a:pt x="2" y="3"/>
                    </a:cubicBezTo>
                    <a:cubicBezTo>
                      <a:pt x="3" y="0"/>
                      <a:pt x="4" y="3"/>
                      <a:pt x="5" y="4"/>
                    </a:cubicBezTo>
                    <a:cubicBezTo>
                      <a:pt x="5" y="6"/>
                      <a:pt x="6" y="9"/>
                      <a:pt x="8" y="10"/>
                    </a:cubicBezTo>
                    <a:cubicBezTo>
                      <a:pt x="9" y="10"/>
                      <a:pt x="12" y="10"/>
                      <a:pt x="14" y="10"/>
                    </a:cubicBezTo>
                    <a:cubicBezTo>
                      <a:pt x="16" y="10"/>
                      <a:pt x="17" y="9"/>
                      <a:pt x="19" y="9"/>
                    </a:cubicBezTo>
                    <a:cubicBezTo>
                      <a:pt x="21" y="8"/>
                      <a:pt x="22" y="10"/>
                      <a:pt x="24" y="10"/>
                    </a:cubicBezTo>
                    <a:cubicBezTo>
                      <a:pt x="26" y="10"/>
                      <a:pt x="27" y="9"/>
                      <a:pt x="28" y="7"/>
                    </a:cubicBezTo>
                    <a:cubicBezTo>
                      <a:pt x="30" y="4"/>
                      <a:pt x="37" y="7"/>
                      <a:pt x="36" y="10"/>
                    </a:cubicBezTo>
                    <a:cubicBezTo>
                      <a:pt x="36" y="12"/>
                      <a:pt x="35" y="14"/>
                      <a:pt x="36" y="16"/>
                    </a:cubicBezTo>
                    <a:cubicBezTo>
                      <a:pt x="36" y="17"/>
                      <a:pt x="38" y="18"/>
                      <a:pt x="39" y="20"/>
                    </a:cubicBezTo>
                    <a:cubicBezTo>
                      <a:pt x="39" y="22"/>
                      <a:pt x="38" y="25"/>
                      <a:pt x="36" y="25"/>
                    </a:cubicBezTo>
                    <a:cubicBezTo>
                      <a:pt x="34" y="26"/>
                      <a:pt x="33" y="24"/>
                      <a:pt x="32" y="22"/>
                    </a:cubicBezTo>
                    <a:cubicBezTo>
                      <a:pt x="31" y="21"/>
                      <a:pt x="31" y="20"/>
                      <a:pt x="30" y="20"/>
                    </a:cubicBezTo>
                    <a:cubicBezTo>
                      <a:pt x="29" y="19"/>
                      <a:pt x="25" y="18"/>
                      <a:pt x="24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9" name="Freeform 2490">
                <a:extLst>
                  <a:ext uri="{FF2B5EF4-FFF2-40B4-BE49-F238E27FC236}">
                    <a16:creationId xmlns:a16="http://schemas.microsoft.com/office/drawing/2014/main" id="{2B4B70E7-7FF1-4131-A801-A0B744DF1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620"/>
                <a:ext cx="1" cy="5"/>
              </a:xfrm>
              <a:custGeom>
                <a:avLst/>
                <a:gdLst>
                  <a:gd name="T0" fmla="*/ 2 w 4"/>
                  <a:gd name="T1" fmla="*/ 1 h 12"/>
                  <a:gd name="T2" fmla="*/ 4 w 4"/>
                  <a:gd name="T3" fmla="*/ 4 h 12"/>
                  <a:gd name="T4" fmla="*/ 4 w 4"/>
                  <a:gd name="T5" fmla="*/ 5 h 12"/>
                  <a:gd name="T6" fmla="*/ 2 w 4"/>
                  <a:gd name="T7" fmla="*/ 10 h 12"/>
                  <a:gd name="T8" fmla="*/ 0 w 4"/>
                  <a:gd name="T9" fmla="*/ 3 h 12"/>
                  <a:gd name="T10" fmla="*/ 2 w 4"/>
                  <a:gd name="T1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2" y="1"/>
                    </a:moveTo>
                    <a:cubicBezTo>
                      <a:pt x="4" y="1"/>
                      <a:pt x="4" y="2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6"/>
                      <a:pt x="4" y="12"/>
                      <a:pt x="2" y="10"/>
                    </a:cubicBezTo>
                    <a:cubicBezTo>
                      <a:pt x="0" y="8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0" name="Freeform 2491">
                <a:extLst>
                  <a:ext uri="{FF2B5EF4-FFF2-40B4-BE49-F238E27FC236}">
                    <a16:creationId xmlns:a16="http://schemas.microsoft.com/office/drawing/2014/main" id="{86B6E628-E946-46DF-9B8E-860F03192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619"/>
                <a:ext cx="3" cy="4"/>
              </a:xfrm>
              <a:custGeom>
                <a:avLst/>
                <a:gdLst>
                  <a:gd name="T0" fmla="*/ 0 w 8"/>
                  <a:gd name="T1" fmla="*/ 6 h 9"/>
                  <a:gd name="T2" fmla="*/ 0 w 8"/>
                  <a:gd name="T3" fmla="*/ 5 h 9"/>
                  <a:gd name="T4" fmla="*/ 0 w 8"/>
                  <a:gd name="T5" fmla="*/ 2 h 9"/>
                  <a:gd name="T6" fmla="*/ 1 w 8"/>
                  <a:gd name="T7" fmla="*/ 0 h 9"/>
                  <a:gd name="T8" fmla="*/ 4 w 8"/>
                  <a:gd name="T9" fmla="*/ 0 h 9"/>
                  <a:gd name="T10" fmla="*/ 7 w 8"/>
                  <a:gd name="T11" fmla="*/ 1 h 9"/>
                  <a:gd name="T12" fmla="*/ 6 w 8"/>
                  <a:gd name="T13" fmla="*/ 4 h 9"/>
                  <a:gd name="T14" fmla="*/ 6 w 8"/>
                  <a:gd name="T15" fmla="*/ 8 h 9"/>
                  <a:gd name="T16" fmla="*/ 2 w 8"/>
                  <a:gd name="T17" fmla="*/ 9 h 9"/>
                  <a:gd name="T18" fmla="*/ 0 w 8"/>
                  <a:gd name="T19" fmla="*/ 7 h 9"/>
                  <a:gd name="T20" fmla="*/ 0 w 8"/>
                  <a:gd name="T2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6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5"/>
                      <a:pt x="6" y="6"/>
                      <a:pt x="6" y="8"/>
                    </a:cubicBezTo>
                    <a:cubicBezTo>
                      <a:pt x="5" y="9"/>
                      <a:pt x="3" y="9"/>
                      <a:pt x="2" y="9"/>
                    </a:cubicBezTo>
                    <a:cubicBezTo>
                      <a:pt x="0" y="9"/>
                      <a:pt x="1" y="8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1" name="Freeform 2492">
                <a:extLst>
                  <a:ext uri="{FF2B5EF4-FFF2-40B4-BE49-F238E27FC236}">
                    <a16:creationId xmlns:a16="http://schemas.microsoft.com/office/drawing/2014/main" id="{FC9FBFEC-DED1-4D64-A561-032B05613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549"/>
                <a:ext cx="5" cy="4"/>
              </a:xfrm>
              <a:custGeom>
                <a:avLst/>
                <a:gdLst>
                  <a:gd name="T0" fmla="*/ 1 w 11"/>
                  <a:gd name="T1" fmla="*/ 2 h 9"/>
                  <a:gd name="T2" fmla="*/ 8 w 11"/>
                  <a:gd name="T3" fmla="*/ 2 h 9"/>
                  <a:gd name="T4" fmla="*/ 4 w 11"/>
                  <a:gd name="T5" fmla="*/ 9 h 9"/>
                  <a:gd name="T6" fmla="*/ 1 w 11"/>
                  <a:gd name="T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" y="2"/>
                    </a:moveTo>
                    <a:cubicBezTo>
                      <a:pt x="3" y="0"/>
                      <a:pt x="7" y="0"/>
                      <a:pt x="8" y="2"/>
                    </a:cubicBezTo>
                    <a:cubicBezTo>
                      <a:pt x="11" y="5"/>
                      <a:pt x="7" y="8"/>
                      <a:pt x="4" y="9"/>
                    </a:cubicBezTo>
                    <a:cubicBezTo>
                      <a:pt x="1" y="9"/>
                      <a:pt x="0" y="4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2" name="Freeform 2493">
                <a:extLst>
                  <a:ext uri="{FF2B5EF4-FFF2-40B4-BE49-F238E27FC236}">
                    <a16:creationId xmlns:a16="http://schemas.microsoft.com/office/drawing/2014/main" id="{E82DDDEF-8AAF-46D5-A46F-7562A1A09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549"/>
                <a:ext cx="6" cy="4"/>
              </a:xfrm>
              <a:custGeom>
                <a:avLst/>
                <a:gdLst>
                  <a:gd name="T0" fmla="*/ 4 w 14"/>
                  <a:gd name="T1" fmla="*/ 3 h 9"/>
                  <a:gd name="T2" fmla="*/ 6 w 14"/>
                  <a:gd name="T3" fmla="*/ 1 h 9"/>
                  <a:gd name="T4" fmla="*/ 13 w 14"/>
                  <a:gd name="T5" fmla="*/ 4 h 9"/>
                  <a:gd name="T6" fmla="*/ 10 w 14"/>
                  <a:gd name="T7" fmla="*/ 7 h 9"/>
                  <a:gd name="T8" fmla="*/ 6 w 14"/>
                  <a:gd name="T9" fmla="*/ 8 h 9"/>
                  <a:gd name="T10" fmla="*/ 3 w 14"/>
                  <a:gd name="T11" fmla="*/ 9 h 9"/>
                  <a:gd name="T12" fmla="*/ 4 w 14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">
                    <a:moveTo>
                      <a:pt x="4" y="3"/>
                    </a:moveTo>
                    <a:cubicBezTo>
                      <a:pt x="4" y="2"/>
                      <a:pt x="4" y="2"/>
                      <a:pt x="6" y="1"/>
                    </a:cubicBezTo>
                    <a:cubicBezTo>
                      <a:pt x="9" y="0"/>
                      <a:pt x="13" y="0"/>
                      <a:pt x="13" y="4"/>
                    </a:cubicBezTo>
                    <a:cubicBezTo>
                      <a:pt x="14" y="6"/>
                      <a:pt x="11" y="6"/>
                      <a:pt x="10" y="7"/>
                    </a:cubicBezTo>
                    <a:cubicBezTo>
                      <a:pt x="9" y="7"/>
                      <a:pt x="7" y="8"/>
                      <a:pt x="6" y="8"/>
                    </a:cubicBezTo>
                    <a:cubicBezTo>
                      <a:pt x="5" y="8"/>
                      <a:pt x="4" y="9"/>
                      <a:pt x="3" y="9"/>
                    </a:cubicBezTo>
                    <a:cubicBezTo>
                      <a:pt x="0" y="8"/>
                      <a:pt x="3" y="4"/>
                      <a:pt x="4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3" name="Freeform 2494">
                <a:extLst>
                  <a:ext uri="{FF2B5EF4-FFF2-40B4-BE49-F238E27FC236}">
                    <a16:creationId xmlns:a16="http://schemas.microsoft.com/office/drawing/2014/main" id="{54480500-C77D-4777-9077-DF1DA5945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554"/>
                <a:ext cx="4" cy="4"/>
              </a:xfrm>
              <a:custGeom>
                <a:avLst/>
                <a:gdLst>
                  <a:gd name="T0" fmla="*/ 2 w 12"/>
                  <a:gd name="T1" fmla="*/ 4 h 10"/>
                  <a:gd name="T2" fmla="*/ 5 w 12"/>
                  <a:gd name="T3" fmla="*/ 2 h 10"/>
                  <a:gd name="T4" fmla="*/ 6 w 12"/>
                  <a:gd name="T5" fmla="*/ 0 h 10"/>
                  <a:gd name="T6" fmla="*/ 11 w 12"/>
                  <a:gd name="T7" fmla="*/ 3 h 10"/>
                  <a:gd name="T8" fmla="*/ 11 w 12"/>
                  <a:gd name="T9" fmla="*/ 4 h 10"/>
                  <a:gd name="T10" fmla="*/ 10 w 12"/>
                  <a:gd name="T11" fmla="*/ 6 h 10"/>
                  <a:gd name="T12" fmla="*/ 7 w 12"/>
                  <a:gd name="T13" fmla="*/ 8 h 10"/>
                  <a:gd name="T14" fmla="*/ 3 w 12"/>
                  <a:gd name="T15" fmla="*/ 10 h 10"/>
                  <a:gd name="T16" fmla="*/ 2 w 12"/>
                  <a:gd name="T1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2" y="4"/>
                    </a:moveTo>
                    <a:cubicBezTo>
                      <a:pt x="3" y="3"/>
                      <a:pt x="4" y="3"/>
                      <a:pt x="5" y="2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8" y="0"/>
                      <a:pt x="11" y="1"/>
                      <a:pt x="11" y="3"/>
                    </a:cubicBezTo>
                    <a:cubicBezTo>
                      <a:pt x="12" y="4"/>
                      <a:pt x="11" y="4"/>
                      <a:pt x="11" y="4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9" y="7"/>
                      <a:pt x="8" y="7"/>
                      <a:pt x="7" y="8"/>
                    </a:cubicBezTo>
                    <a:cubicBezTo>
                      <a:pt x="6" y="8"/>
                      <a:pt x="5" y="10"/>
                      <a:pt x="3" y="10"/>
                    </a:cubicBezTo>
                    <a:cubicBezTo>
                      <a:pt x="1" y="10"/>
                      <a:pt x="0" y="6"/>
                      <a:pt x="2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4" name="Freeform 2495">
                <a:extLst>
                  <a:ext uri="{FF2B5EF4-FFF2-40B4-BE49-F238E27FC236}">
                    <a16:creationId xmlns:a16="http://schemas.microsoft.com/office/drawing/2014/main" id="{B3814BB4-E20D-49E2-BD57-965CC02D39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21" y="533"/>
                <a:ext cx="615" cy="1112"/>
              </a:xfrm>
              <a:custGeom>
                <a:avLst/>
                <a:gdLst>
                  <a:gd name="T0" fmla="*/ 499 w 1510"/>
                  <a:gd name="T1" fmla="*/ 308 h 2733"/>
                  <a:gd name="T2" fmla="*/ 391 w 1510"/>
                  <a:gd name="T3" fmla="*/ 928 h 2733"/>
                  <a:gd name="T4" fmla="*/ 561 w 1510"/>
                  <a:gd name="T5" fmla="*/ 1029 h 2733"/>
                  <a:gd name="T6" fmla="*/ 779 w 1510"/>
                  <a:gd name="T7" fmla="*/ 893 h 2733"/>
                  <a:gd name="T8" fmla="*/ 647 w 1510"/>
                  <a:gd name="T9" fmla="*/ 559 h 2733"/>
                  <a:gd name="T10" fmla="*/ 765 w 1510"/>
                  <a:gd name="T11" fmla="*/ 548 h 2733"/>
                  <a:gd name="T12" fmla="*/ 817 w 1510"/>
                  <a:gd name="T13" fmla="*/ 717 h 2733"/>
                  <a:gd name="T14" fmla="*/ 823 w 1510"/>
                  <a:gd name="T15" fmla="*/ 698 h 2733"/>
                  <a:gd name="T16" fmla="*/ 811 w 1510"/>
                  <a:gd name="T17" fmla="*/ 920 h 2733"/>
                  <a:gd name="T18" fmla="*/ 570 w 1510"/>
                  <a:gd name="T19" fmla="*/ 1000 h 2733"/>
                  <a:gd name="T20" fmla="*/ 603 w 1510"/>
                  <a:gd name="T21" fmla="*/ 1299 h 2733"/>
                  <a:gd name="T22" fmla="*/ 831 w 1510"/>
                  <a:gd name="T23" fmla="*/ 1442 h 2733"/>
                  <a:gd name="T24" fmla="*/ 1019 w 1510"/>
                  <a:gd name="T25" fmla="*/ 1499 h 2733"/>
                  <a:gd name="T26" fmla="*/ 968 w 1510"/>
                  <a:gd name="T27" fmla="*/ 1516 h 2733"/>
                  <a:gd name="T28" fmla="*/ 833 w 1510"/>
                  <a:gd name="T29" fmla="*/ 1495 h 2733"/>
                  <a:gd name="T30" fmla="*/ 659 w 1510"/>
                  <a:gd name="T31" fmla="*/ 1359 h 2733"/>
                  <a:gd name="T32" fmla="*/ 497 w 1510"/>
                  <a:gd name="T33" fmla="*/ 1527 h 2733"/>
                  <a:gd name="T34" fmla="*/ 338 w 1510"/>
                  <a:gd name="T35" fmla="*/ 1733 h 2733"/>
                  <a:gd name="T36" fmla="*/ 219 w 1510"/>
                  <a:gd name="T37" fmla="*/ 1878 h 2733"/>
                  <a:gd name="T38" fmla="*/ 189 w 1510"/>
                  <a:gd name="T39" fmla="*/ 2034 h 2733"/>
                  <a:gd name="T40" fmla="*/ 249 w 1510"/>
                  <a:gd name="T41" fmla="*/ 2248 h 2733"/>
                  <a:gd name="T42" fmla="*/ 256 w 1510"/>
                  <a:gd name="T43" fmla="*/ 2481 h 2733"/>
                  <a:gd name="T44" fmla="*/ 339 w 1510"/>
                  <a:gd name="T45" fmla="*/ 2572 h 2733"/>
                  <a:gd name="T46" fmla="*/ 452 w 1510"/>
                  <a:gd name="T47" fmla="*/ 2613 h 2733"/>
                  <a:gd name="T48" fmla="*/ 529 w 1510"/>
                  <a:gd name="T49" fmla="*/ 2678 h 2733"/>
                  <a:gd name="T50" fmla="*/ 645 w 1510"/>
                  <a:gd name="T51" fmla="*/ 2666 h 2733"/>
                  <a:gd name="T52" fmla="*/ 794 w 1510"/>
                  <a:gd name="T53" fmla="*/ 2604 h 2733"/>
                  <a:gd name="T54" fmla="*/ 910 w 1510"/>
                  <a:gd name="T55" fmla="*/ 2566 h 2733"/>
                  <a:gd name="T56" fmla="*/ 1026 w 1510"/>
                  <a:gd name="T57" fmla="*/ 2501 h 2733"/>
                  <a:gd name="T58" fmla="*/ 1230 w 1510"/>
                  <a:gd name="T59" fmla="*/ 2269 h 2733"/>
                  <a:gd name="T60" fmla="*/ 1105 w 1510"/>
                  <a:gd name="T61" fmla="*/ 2266 h 2733"/>
                  <a:gd name="T62" fmla="*/ 1091 w 1510"/>
                  <a:gd name="T63" fmla="*/ 2133 h 2733"/>
                  <a:gd name="T64" fmla="*/ 1181 w 1510"/>
                  <a:gd name="T65" fmla="*/ 2093 h 2733"/>
                  <a:gd name="T66" fmla="*/ 1123 w 1510"/>
                  <a:gd name="T67" fmla="*/ 2027 h 2733"/>
                  <a:gd name="T68" fmla="*/ 1189 w 1510"/>
                  <a:gd name="T69" fmla="*/ 1958 h 2733"/>
                  <a:gd name="T70" fmla="*/ 1272 w 1510"/>
                  <a:gd name="T71" fmla="*/ 1882 h 2733"/>
                  <a:gd name="T72" fmla="*/ 1333 w 1510"/>
                  <a:gd name="T73" fmla="*/ 2038 h 2733"/>
                  <a:gd name="T74" fmla="*/ 1235 w 1510"/>
                  <a:gd name="T75" fmla="*/ 2131 h 2733"/>
                  <a:gd name="T76" fmla="*/ 1167 w 1510"/>
                  <a:gd name="T77" fmla="*/ 2233 h 2733"/>
                  <a:gd name="T78" fmla="*/ 685 w 1510"/>
                  <a:gd name="T79" fmla="*/ 340 h 2733"/>
                  <a:gd name="T80" fmla="*/ 762 w 1510"/>
                  <a:gd name="T81" fmla="*/ 316 h 2733"/>
                  <a:gd name="T82" fmla="*/ 365 w 1510"/>
                  <a:gd name="T83" fmla="*/ 2429 h 2733"/>
                  <a:gd name="T84" fmla="*/ 542 w 1510"/>
                  <a:gd name="T85" fmla="*/ 2197 h 2733"/>
                  <a:gd name="T86" fmla="*/ 685 w 1510"/>
                  <a:gd name="T87" fmla="*/ 2213 h 2733"/>
                  <a:gd name="T88" fmla="*/ 837 w 1510"/>
                  <a:gd name="T89" fmla="*/ 1769 h 2733"/>
                  <a:gd name="T90" fmla="*/ 755 w 1510"/>
                  <a:gd name="T91" fmla="*/ 1775 h 2733"/>
                  <a:gd name="T92" fmla="*/ 796 w 1510"/>
                  <a:gd name="T93" fmla="*/ 2267 h 2733"/>
                  <a:gd name="T94" fmla="*/ 798 w 1510"/>
                  <a:gd name="T95" fmla="*/ 2065 h 2733"/>
                  <a:gd name="T96" fmla="*/ 809 w 1510"/>
                  <a:gd name="T97" fmla="*/ 2259 h 2733"/>
                  <a:gd name="T98" fmla="*/ 783 w 1510"/>
                  <a:gd name="T99" fmla="*/ 1897 h 2733"/>
                  <a:gd name="T100" fmla="*/ 813 w 1510"/>
                  <a:gd name="T101" fmla="*/ 1889 h 2733"/>
                  <a:gd name="T102" fmla="*/ 901 w 1510"/>
                  <a:gd name="T103" fmla="*/ 2119 h 2733"/>
                  <a:gd name="T104" fmla="*/ 947 w 1510"/>
                  <a:gd name="T105" fmla="*/ 2099 h 2733"/>
                  <a:gd name="T106" fmla="*/ 983 w 1510"/>
                  <a:gd name="T107" fmla="*/ 2113 h 2733"/>
                  <a:gd name="T108" fmla="*/ 1094 w 1510"/>
                  <a:gd name="T109" fmla="*/ 1944 h 2733"/>
                  <a:gd name="T110" fmla="*/ 1045 w 1510"/>
                  <a:gd name="T111" fmla="*/ 1937 h 2733"/>
                  <a:gd name="T112" fmla="*/ 987 w 1510"/>
                  <a:gd name="T113" fmla="*/ 1825 h 2733"/>
                  <a:gd name="T114" fmla="*/ 1099 w 1510"/>
                  <a:gd name="T115" fmla="*/ 1887 h 2733"/>
                  <a:gd name="T116" fmla="*/ 1165 w 1510"/>
                  <a:gd name="T117" fmla="*/ 1900 h 2733"/>
                  <a:gd name="T118" fmla="*/ 1232 w 1510"/>
                  <a:gd name="T119" fmla="*/ 1867 h 2733"/>
                  <a:gd name="T120" fmla="*/ 1322 w 1510"/>
                  <a:gd name="T121" fmla="*/ 1835 h 2733"/>
                  <a:gd name="T122" fmla="*/ 1267 w 1510"/>
                  <a:gd name="T123" fmla="*/ 1679 h 2733"/>
                  <a:gd name="T124" fmla="*/ 1385 w 1510"/>
                  <a:gd name="T125" fmla="*/ 1764 h 2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10" h="2733">
                    <a:moveTo>
                      <a:pt x="1510" y="1742"/>
                    </a:moveTo>
                    <a:cubicBezTo>
                      <a:pt x="1379" y="1640"/>
                      <a:pt x="1379" y="1640"/>
                      <a:pt x="1379" y="1640"/>
                    </a:cubicBezTo>
                    <a:cubicBezTo>
                      <a:pt x="1346" y="1626"/>
                      <a:pt x="1346" y="1626"/>
                      <a:pt x="1346" y="1626"/>
                    </a:cubicBezTo>
                    <a:cubicBezTo>
                      <a:pt x="1267" y="1573"/>
                      <a:pt x="1267" y="1573"/>
                      <a:pt x="1267" y="1573"/>
                    </a:cubicBezTo>
                    <a:cubicBezTo>
                      <a:pt x="1267" y="1573"/>
                      <a:pt x="1272" y="1560"/>
                      <a:pt x="1289" y="1558"/>
                    </a:cubicBezTo>
                    <a:cubicBezTo>
                      <a:pt x="1297" y="1450"/>
                      <a:pt x="1297" y="1450"/>
                      <a:pt x="1297" y="1450"/>
                    </a:cubicBezTo>
                    <a:cubicBezTo>
                      <a:pt x="1218" y="1401"/>
                      <a:pt x="1218" y="1401"/>
                      <a:pt x="1218" y="1401"/>
                    </a:cubicBezTo>
                    <a:cubicBezTo>
                      <a:pt x="1200" y="1369"/>
                      <a:pt x="1200" y="1369"/>
                      <a:pt x="1200" y="1369"/>
                    </a:cubicBezTo>
                    <a:cubicBezTo>
                      <a:pt x="1222" y="1331"/>
                      <a:pt x="1222" y="1331"/>
                      <a:pt x="1222" y="1331"/>
                    </a:cubicBezTo>
                    <a:cubicBezTo>
                      <a:pt x="1188" y="1300"/>
                      <a:pt x="1188" y="1300"/>
                      <a:pt x="1188" y="1300"/>
                    </a:cubicBezTo>
                    <a:cubicBezTo>
                      <a:pt x="1150" y="1318"/>
                      <a:pt x="1150" y="1318"/>
                      <a:pt x="1150" y="1318"/>
                    </a:cubicBezTo>
                    <a:cubicBezTo>
                      <a:pt x="1127" y="1257"/>
                      <a:pt x="1127" y="1257"/>
                      <a:pt x="1127" y="1257"/>
                    </a:cubicBezTo>
                    <a:cubicBezTo>
                      <a:pt x="1147" y="1204"/>
                      <a:pt x="1147" y="1204"/>
                      <a:pt x="1147" y="1204"/>
                    </a:cubicBezTo>
                    <a:cubicBezTo>
                      <a:pt x="1121" y="1194"/>
                      <a:pt x="1121" y="1194"/>
                      <a:pt x="1121" y="1194"/>
                    </a:cubicBezTo>
                    <a:cubicBezTo>
                      <a:pt x="1108" y="1108"/>
                      <a:pt x="1108" y="1108"/>
                      <a:pt x="1108" y="1108"/>
                    </a:cubicBezTo>
                    <a:cubicBezTo>
                      <a:pt x="1135" y="1066"/>
                      <a:pt x="1135" y="1066"/>
                      <a:pt x="1135" y="1066"/>
                    </a:cubicBezTo>
                    <a:cubicBezTo>
                      <a:pt x="1084" y="978"/>
                      <a:pt x="1084" y="978"/>
                      <a:pt x="1084" y="978"/>
                    </a:cubicBezTo>
                    <a:cubicBezTo>
                      <a:pt x="1053" y="924"/>
                      <a:pt x="1053" y="924"/>
                      <a:pt x="1053" y="924"/>
                    </a:cubicBezTo>
                    <a:cubicBezTo>
                      <a:pt x="1031" y="887"/>
                      <a:pt x="1031" y="887"/>
                      <a:pt x="1031" y="887"/>
                    </a:cubicBezTo>
                    <a:cubicBezTo>
                      <a:pt x="997" y="851"/>
                      <a:pt x="997" y="851"/>
                      <a:pt x="997" y="851"/>
                    </a:cubicBezTo>
                    <a:cubicBezTo>
                      <a:pt x="949" y="805"/>
                      <a:pt x="949" y="805"/>
                      <a:pt x="949" y="805"/>
                    </a:cubicBezTo>
                    <a:cubicBezTo>
                      <a:pt x="1011" y="589"/>
                      <a:pt x="1011" y="589"/>
                      <a:pt x="1011" y="589"/>
                    </a:cubicBezTo>
                    <a:cubicBezTo>
                      <a:pt x="928" y="501"/>
                      <a:pt x="928" y="501"/>
                      <a:pt x="928" y="501"/>
                    </a:cubicBezTo>
                    <a:cubicBezTo>
                      <a:pt x="854" y="472"/>
                      <a:pt x="854" y="472"/>
                      <a:pt x="854" y="472"/>
                    </a:cubicBezTo>
                    <a:cubicBezTo>
                      <a:pt x="808" y="405"/>
                      <a:pt x="808" y="405"/>
                      <a:pt x="808" y="405"/>
                    </a:cubicBezTo>
                    <a:cubicBezTo>
                      <a:pt x="806" y="406"/>
                      <a:pt x="804" y="406"/>
                      <a:pt x="803" y="407"/>
                    </a:cubicBezTo>
                    <a:cubicBezTo>
                      <a:pt x="800" y="407"/>
                      <a:pt x="798" y="408"/>
                      <a:pt x="796" y="409"/>
                    </a:cubicBezTo>
                    <a:cubicBezTo>
                      <a:pt x="794" y="410"/>
                      <a:pt x="792" y="411"/>
                      <a:pt x="791" y="412"/>
                    </a:cubicBezTo>
                    <a:cubicBezTo>
                      <a:pt x="791" y="413"/>
                      <a:pt x="790" y="414"/>
                      <a:pt x="790" y="414"/>
                    </a:cubicBezTo>
                    <a:cubicBezTo>
                      <a:pt x="788" y="414"/>
                      <a:pt x="787" y="414"/>
                      <a:pt x="786" y="413"/>
                    </a:cubicBezTo>
                    <a:cubicBezTo>
                      <a:pt x="782" y="412"/>
                      <a:pt x="780" y="411"/>
                      <a:pt x="777" y="409"/>
                    </a:cubicBezTo>
                    <a:cubicBezTo>
                      <a:pt x="773" y="405"/>
                      <a:pt x="768" y="403"/>
                      <a:pt x="763" y="400"/>
                    </a:cubicBezTo>
                    <a:cubicBezTo>
                      <a:pt x="759" y="398"/>
                      <a:pt x="753" y="395"/>
                      <a:pt x="751" y="391"/>
                    </a:cubicBezTo>
                    <a:cubicBezTo>
                      <a:pt x="751" y="390"/>
                      <a:pt x="750" y="386"/>
                      <a:pt x="751" y="385"/>
                    </a:cubicBezTo>
                    <a:cubicBezTo>
                      <a:pt x="752" y="384"/>
                      <a:pt x="754" y="388"/>
                      <a:pt x="755" y="388"/>
                    </a:cubicBezTo>
                    <a:cubicBezTo>
                      <a:pt x="757" y="391"/>
                      <a:pt x="759" y="394"/>
                      <a:pt x="763" y="397"/>
                    </a:cubicBezTo>
                    <a:cubicBezTo>
                      <a:pt x="768" y="401"/>
                      <a:pt x="773" y="404"/>
                      <a:pt x="780" y="406"/>
                    </a:cubicBezTo>
                    <a:cubicBezTo>
                      <a:pt x="782" y="407"/>
                      <a:pt x="785" y="409"/>
                      <a:pt x="788" y="409"/>
                    </a:cubicBezTo>
                    <a:cubicBezTo>
                      <a:pt x="790" y="410"/>
                      <a:pt x="792" y="410"/>
                      <a:pt x="794" y="408"/>
                    </a:cubicBezTo>
                    <a:cubicBezTo>
                      <a:pt x="796" y="407"/>
                      <a:pt x="798" y="405"/>
                      <a:pt x="800" y="404"/>
                    </a:cubicBezTo>
                    <a:cubicBezTo>
                      <a:pt x="802" y="404"/>
                      <a:pt x="804" y="403"/>
                      <a:pt x="806" y="403"/>
                    </a:cubicBezTo>
                    <a:cubicBezTo>
                      <a:pt x="798" y="390"/>
                      <a:pt x="798" y="390"/>
                      <a:pt x="798" y="390"/>
                    </a:cubicBezTo>
                    <a:cubicBezTo>
                      <a:pt x="818" y="319"/>
                      <a:pt x="818" y="319"/>
                      <a:pt x="818" y="319"/>
                    </a:cubicBezTo>
                    <a:cubicBezTo>
                      <a:pt x="787" y="286"/>
                      <a:pt x="787" y="286"/>
                      <a:pt x="787" y="286"/>
                    </a:cubicBezTo>
                    <a:cubicBezTo>
                      <a:pt x="812" y="246"/>
                      <a:pt x="812" y="246"/>
                      <a:pt x="812" y="246"/>
                    </a:cubicBezTo>
                    <a:cubicBezTo>
                      <a:pt x="793" y="207"/>
                      <a:pt x="793" y="207"/>
                      <a:pt x="793" y="207"/>
                    </a:cubicBezTo>
                    <a:cubicBezTo>
                      <a:pt x="829" y="137"/>
                      <a:pt x="829" y="137"/>
                      <a:pt x="829" y="137"/>
                    </a:cubicBezTo>
                    <a:cubicBezTo>
                      <a:pt x="803" y="87"/>
                      <a:pt x="803" y="87"/>
                      <a:pt x="803" y="87"/>
                    </a:cubicBezTo>
                    <a:cubicBezTo>
                      <a:pt x="721" y="58"/>
                      <a:pt x="721" y="58"/>
                      <a:pt x="721" y="58"/>
                    </a:cubicBezTo>
                    <a:cubicBezTo>
                      <a:pt x="678" y="4"/>
                      <a:pt x="678" y="4"/>
                      <a:pt x="678" y="4"/>
                    </a:cubicBezTo>
                    <a:cubicBezTo>
                      <a:pt x="656" y="0"/>
                      <a:pt x="656" y="0"/>
                      <a:pt x="656" y="0"/>
                    </a:cubicBezTo>
                    <a:cubicBezTo>
                      <a:pt x="627" y="9"/>
                      <a:pt x="627" y="9"/>
                      <a:pt x="627" y="9"/>
                    </a:cubicBezTo>
                    <a:cubicBezTo>
                      <a:pt x="583" y="58"/>
                      <a:pt x="583" y="58"/>
                      <a:pt x="583" y="58"/>
                    </a:cubicBezTo>
                    <a:cubicBezTo>
                      <a:pt x="562" y="53"/>
                      <a:pt x="562" y="53"/>
                      <a:pt x="562" y="53"/>
                    </a:cubicBezTo>
                    <a:cubicBezTo>
                      <a:pt x="543" y="54"/>
                      <a:pt x="543" y="54"/>
                      <a:pt x="543" y="54"/>
                    </a:cubicBezTo>
                    <a:cubicBezTo>
                      <a:pt x="525" y="58"/>
                      <a:pt x="525" y="58"/>
                      <a:pt x="525" y="58"/>
                    </a:cubicBezTo>
                    <a:cubicBezTo>
                      <a:pt x="501" y="124"/>
                      <a:pt x="501" y="124"/>
                      <a:pt x="501" y="124"/>
                    </a:cubicBezTo>
                    <a:cubicBezTo>
                      <a:pt x="481" y="135"/>
                      <a:pt x="481" y="135"/>
                      <a:pt x="481" y="135"/>
                    </a:cubicBezTo>
                    <a:cubicBezTo>
                      <a:pt x="491" y="157"/>
                      <a:pt x="491" y="157"/>
                      <a:pt x="491" y="157"/>
                    </a:cubicBezTo>
                    <a:cubicBezTo>
                      <a:pt x="482" y="176"/>
                      <a:pt x="482" y="176"/>
                      <a:pt x="482" y="176"/>
                    </a:cubicBezTo>
                    <a:cubicBezTo>
                      <a:pt x="488" y="289"/>
                      <a:pt x="488" y="289"/>
                      <a:pt x="488" y="289"/>
                    </a:cubicBezTo>
                    <a:cubicBezTo>
                      <a:pt x="499" y="308"/>
                      <a:pt x="499" y="308"/>
                      <a:pt x="499" y="308"/>
                    </a:cubicBezTo>
                    <a:cubicBezTo>
                      <a:pt x="487" y="344"/>
                      <a:pt x="487" y="344"/>
                      <a:pt x="487" y="344"/>
                    </a:cubicBezTo>
                    <a:cubicBezTo>
                      <a:pt x="452" y="380"/>
                      <a:pt x="452" y="380"/>
                      <a:pt x="452" y="380"/>
                    </a:cubicBezTo>
                    <a:cubicBezTo>
                      <a:pt x="440" y="444"/>
                      <a:pt x="440" y="444"/>
                      <a:pt x="440" y="444"/>
                    </a:cubicBezTo>
                    <a:cubicBezTo>
                      <a:pt x="315" y="390"/>
                      <a:pt x="315" y="390"/>
                      <a:pt x="315" y="390"/>
                    </a:cubicBezTo>
                    <a:cubicBezTo>
                      <a:pt x="297" y="425"/>
                      <a:pt x="297" y="425"/>
                      <a:pt x="297" y="425"/>
                    </a:cubicBezTo>
                    <a:cubicBezTo>
                      <a:pt x="239" y="447"/>
                      <a:pt x="239" y="447"/>
                      <a:pt x="239" y="447"/>
                    </a:cubicBezTo>
                    <a:cubicBezTo>
                      <a:pt x="165" y="426"/>
                      <a:pt x="165" y="426"/>
                      <a:pt x="165" y="426"/>
                    </a:cubicBezTo>
                    <a:cubicBezTo>
                      <a:pt x="110" y="312"/>
                      <a:pt x="110" y="312"/>
                      <a:pt x="110" y="312"/>
                    </a:cubicBezTo>
                    <a:cubicBezTo>
                      <a:pt x="61" y="292"/>
                      <a:pt x="61" y="292"/>
                      <a:pt x="61" y="292"/>
                    </a:cubicBezTo>
                    <a:cubicBezTo>
                      <a:pt x="21" y="316"/>
                      <a:pt x="21" y="316"/>
                      <a:pt x="21" y="316"/>
                    </a:cubicBezTo>
                    <a:cubicBezTo>
                      <a:pt x="44" y="352"/>
                      <a:pt x="44" y="352"/>
                      <a:pt x="44" y="352"/>
                    </a:cubicBezTo>
                    <a:cubicBezTo>
                      <a:pt x="0" y="368"/>
                      <a:pt x="0" y="368"/>
                      <a:pt x="0" y="368"/>
                    </a:cubicBezTo>
                    <a:cubicBezTo>
                      <a:pt x="2" y="400"/>
                      <a:pt x="2" y="400"/>
                      <a:pt x="2" y="400"/>
                    </a:cubicBezTo>
                    <a:cubicBezTo>
                      <a:pt x="15" y="407"/>
                      <a:pt x="15" y="407"/>
                      <a:pt x="15" y="407"/>
                    </a:cubicBezTo>
                    <a:cubicBezTo>
                      <a:pt x="36" y="408"/>
                      <a:pt x="36" y="408"/>
                      <a:pt x="36" y="408"/>
                    </a:cubicBezTo>
                    <a:cubicBezTo>
                      <a:pt x="71" y="430"/>
                      <a:pt x="71" y="430"/>
                      <a:pt x="71" y="430"/>
                    </a:cubicBezTo>
                    <a:cubicBezTo>
                      <a:pt x="75" y="443"/>
                      <a:pt x="75" y="443"/>
                      <a:pt x="75" y="443"/>
                    </a:cubicBezTo>
                    <a:cubicBezTo>
                      <a:pt x="113" y="474"/>
                      <a:pt x="113" y="474"/>
                      <a:pt x="113" y="474"/>
                    </a:cubicBezTo>
                    <a:cubicBezTo>
                      <a:pt x="125" y="476"/>
                      <a:pt x="125" y="476"/>
                      <a:pt x="125" y="476"/>
                    </a:cubicBezTo>
                    <a:cubicBezTo>
                      <a:pt x="136" y="497"/>
                      <a:pt x="136" y="497"/>
                      <a:pt x="136" y="497"/>
                    </a:cubicBezTo>
                    <a:cubicBezTo>
                      <a:pt x="144" y="499"/>
                      <a:pt x="144" y="499"/>
                      <a:pt x="144" y="499"/>
                    </a:cubicBezTo>
                    <a:cubicBezTo>
                      <a:pt x="151" y="505"/>
                      <a:pt x="151" y="505"/>
                      <a:pt x="151" y="505"/>
                    </a:cubicBezTo>
                    <a:cubicBezTo>
                      <a:pt x="176" y="505"/>
                      <a:pt x="176" y="505"/>
                      <a:pt x="176" y="505"/>
                    </a:cubicBezTo>
                    <a:cubicBezTo>
                      <a:pt x="211" y="515"/>
                      <a:pt x="211" y="515"/>
                      <a:pt x="211" y="515"/>
                    </a:cubicBezTo>
                    <a:cubicBezTo>
                      <a:pt x="262" y="543"/>
                      <a:pt x="262" y="543"/>
                      <a:pt x="262" y="543"/>
                    </a:cubicBezTo>
                    <a:cubicBezTo>
                      <a:pt x="266" y="581"/>
                      <a:pt x="266" y="581"/>
                      <a:pt x="266" y="581"/>
                    </a:cubicBezTo>
                    <a:cubicBezTo>
                      <a:pt x="286" y="576"/>
                      <a:pt x="286" y="576"/>
                      <a:pt x="286" y="576"/>
                    </a:cubicBezTo>
                    <a:cubicBezTo>
                      <a:pt x="287" y="590"/>
                      <a:pt x="287" y="590"/>
                      <a:pt x="287" y="590"/>
                    </a:cubicBezTo>
                    <a:cubicBezTo>
                      <a:pt x="320" y="621"/>
                      <a:pt x="320" y="621"/>
                      <a:pt x="320" y="621"/>
                    </a:cubicBezTo>
                    <a:cubicBezTo>
                      <a:pt x="310" y="636"/>
                      <a:pt x="310" y="636"/>
                      <a:pt x="310" y="636"/>
                    </a:cubicBezTo>
                    <a:cubicBezTo>
                      <a:pt x="308" y="654"/>
                      <a:pt x="308" y="654"/>
                      <a:pt x="308" y="654"/>
                    </a:cubicBezTo>
                    <a:cubicBezTo>
                      <a:pt x="306" y="667"/>
                      <a:pt x="306" y="667"/>
                      <a:pt x="306" y="667"/>
                    </a:cubicBezTo>
                    <a:cubicBezTo>
                      <a:pt x="308" y="681"/>
                      <a:pt x="308" y="681"/>
                      <a:pt x="308" y="681"/>
                    </a:cubicBezTo>
                    <a:cubicBezTo>
                      <a:pt x="323" y="721"/>
                      <a:pt x="323" y="721"/>
                      <a:pt x="323" y="721"/>
                    </a:cubicBezTo>
                    <a:cubicBezTo>
                      <a:pt x="314" y="729"/>
                      <a:pt x="314" y="729"/>
                      <a:pt x="314" y="729"/>
                    </a:cubicBezTo>
                    <a:cubicBezTo>
                      <a:pt x="314" y="741"/>
                      <a:pt x="314" y="741"/>
                      <a:pt x="314" y="741"/>
                    </a:cubicBezTo>
                    <a:cubicBezTo>
                      <a:pt x="311" y="741"/>
                      <a:pt x="311" y="741"/>
                      <a:pt x="311" y="741"/>
                    </a:cubicBezTo>
                    <a:cubicBezTo>
                      <a:pt x="310" y="747"/>
                      <a:pt x="310" y="747"/>
                      <a:pt x="310" y="747"/>
                    </a:cubicBezTo>
                    <a:cubicBezTo>
                      <a:pt x="319" y="755"/>
                      <a:pt x="319" y="755"/>
                      <a:pt x="319" y="755"/>
                    </a:cubicBezTo>
                    <a:cubicBezTo>
                      <a:pt x="347" y="755"/>
                      <a:pt x="347" y="755"/>
                      <a:pt x="347" y="755"/>
                    </a:cubicBezTo>
                    <a:cubicBezTo>
                      <a:pt x="360" y="799"/>
                      <a:pt x="360" y="799"/>
                      <a:pt x="360" y="799"/>
                    </a:cubicBezTo>
                    <a:cubicBezTo>
                      <a:pt x="336" y="806"/>
                      <a:pt x="336" y="806"/>
                      <a:pt x="336" y="806"/>
                    </a:cubicBezTo>
                    <a:cubicBezTo>
                      <a:pt x="336" y="826"/>
                      <a:pt x="336" y="826"/>
                      <a:pt x="336" y="826"/>
                    </a:cubicBezTo>
                    <a:cubicBezTo>
                      <a:pt x="337" y="827"/>
                      <a:pt x="337" y="827"/>
                      <a:pt x="337" y="827"/>
                    </a:cubicBezTo>
                    <a:cubicBezTo>
                      <a:pt x="339" y="829"/>
                      <a:pt x="340" y="832"/>
                      <a:pt x="341" y="834"/>
                    </a:cubicBezTo>
                    <a:cubicBezTo>
                      <a:pt x="342" y="835"/>
                      <a:pt x="342" y="836"/>
                      <a:pt x="343" y="837"/>
                    </a:cubicBezTo>
                    <a:cubicBezTo>
                      <a:pt x="344" y="839"/>
                      <a:pt x="347" y="840"/>
                      <a:pt x="348" y="842"/>
                    </a:cubicBezTo>
                    <a:cubicBezTo>
                      <a:pt x="349" y="845"/>
                      <a:pt x="350" y="847"/>
                      <a:pt x="351" y="849"/>
                    </a:cubicBezTo>
                    <a:cubicBezTo>
                      <a:pt x="351" y="850"/>
                      <a:pt x="353" y="851"/>
                      <a:pt x="353" y="852"/>
                    </a:cubicBezTo>
                    <a:cubicBezTo>
                      <a:pt x="354" y="853"/>
                      <a:pt x="355" y="854"/>
                      <a:pt x="356" y="854"/>
                    </a:cubicBezTo>
                    <a:cubicBezTo>
                      <a:pt x="357" y="856"/>
                      <a:pt x="358" y="857"/>
                      <a:pt x="359" y="858"/>
                    </a:cubicBezTo>
                    <a:cubicBezTo>
                      <a:pt x="360" y="860"/>
                      <a:pt x="362" y="861"/>
                      <a:pt x="363" y="863"/>
                    </a:cubicBezTo>
                    <a:cubicBezTo>
                      <a:pt x="365" y="865"/>
                      <a:pt x="366" y="867"/>
                      <a:pt x="368" y="870"/>
                    </a:cubicBezTo>
                    <a:cubicBezTo>
                      <a:pt x="370" y="872"/>
                      <a:pt x="373" y="874"/>
                      <a:pt x="375" y="876"/>
                    </a:cubicBezTo>
                    <a:cubicBezTo>
                      <a:pt x="376" y="878"/>
                      <a:pt x="378" y="881"/>
                      <a:pt x="380" y="883"/>
                    </a:cubicBezTo>
                    <a:cubicBezTo>
                      <a:pt x="381" y="884"/>
                      <a:pt x="383" y="885"/>
                      <a:pt x="384" y="887"/>
                    </a:cubicBezTo>
                    <a:cubicBezTo>
                      <a:pt x="386" y="890"/>
                      <a:pt x="387" y="894"/>
                      <a:pt x="388" y="898"/>
                    </a:cubicBezTo>
                    <a:cubicBezTo>
                      <a:pt x="388" y="900"/>
                      <a:pt x="388" y="901"/>
                      <a:pt x="389" y="903"/>
                    </a:cubicBezTo>
                    <a:cubicBezTo>
                      <a:pt x="390" y="906"/>
                      <a:pt x="391" y="908"/>
                      <a:pt x="393" y="911"/>
                    </a:cubicBezTo>
                    <a:cubicBezTo>
                      <a:pt x="394" y="915"/>
                      <a:pt x="400" y="920"/>
                      <a:pt x="397" y="924"/>
                    </a:cubicBezTo>
                    <a:cubicBezTo>
                      <a:pt x="396" y="925"/>
                      <a:pt x="395" y="926"/>
                      <a:pt x="394" y="927"/>
                    </a:cubicBezTo>
                    <a:cubicBezTo>
                      <a:pt x="393" y="927"/>
                      <a:pt x="392" y="927"/>
                      <a:pt x="391" y="928"/>
                    </a:cubicBezTo>
                    <a:cubicBezTo>
                      <a:pt x="389" y="929"/>
                      <a:pt x="390" y="934"/>
                      <a:pt x="390" y="936"/>
                    </a:cubicBezTo>
                    <a:cubicBezTo>
                      <a:pt x="391" y="938"/>
                      <a:pt x="393" y="939"/>
                      <a:pt x="394" y="942"/>
                    </a:cubicBezTo>
                    <a:cubicBezTo>
                      <a:pt x="395" y="944"/>
                      <a:pt x="395" y="946"/>
                      <a:pt x="393" y="949"/>
                    </a:cubicBezTo>
                    <a:cubicBezTo>
                      <a:pt x="392" y="951"/>
                      <a:pt x="391" y="953"/>
                      <a:pt x="391" y="955"/>
                    </a:cubicBezTo>
                    <a:cubicBezTo>
                      <a:pt x="390" y="958"/>
                      <a:pt x="390" y="961"/>
                      <a:pt x="390" y="963"/>
                    </a:cubicBezTo>
                    <a:cubicBezTo>
                      <a:pt x="391" y="966"/>
                      <a:pt x="393" y="969"/>
                      <a:pt x="394" y="971"/>
                    </a:cubicBezTo>
                    <a:cubicBezTo>
                      <a:pt x="395" y="974"/>
                      <a:pt x="397" y="976"/>
                      <a:pt x="397" y="978"/>
                    </a:cubicBezTo>
                    <a:cubicBezTo>
                      <a:pt x="397" y="981"/>
                      <a:pt x="396" y="984"/>
                      <a:pt x="394" y="987"/>
                    </a:cubicBezTo>
                    <a:cubicBezTo>
                      <a:pt x="393" y="989"/>
                      <a:pt x="391" y="991"/>
                      <a:pt x="390" y="993"/>
                    </a:cubicBezTo>
                    <a:cubicBezTo>
                      <a:pt x="386" y="998"/>
                      <a:pt x="383" y="1003"/>
                      <a:pt x="380" y="1008"/>
                    </a:cubicBezTo>
                    <a:cubicBezTo>
                      <a:pt x="378" y="1010"/>
                      <a:pt x="376" y="1012"/>
                      <a:pt x="375" y="1014"/>
                    </a:cubicBezTo>
                    <a:cubicBezTo>
                      <a:pt x="374" y="1017"/>
                      <a:pt x="374" y="1019"/>
                      <a:pt x="374" y="1021"/>
                    </a:cubicBezTo>
                    <a:cubicBezTo>
                      <a:pt x="374" y="1023"/>
                      <a:pt x="375" y="1024"/>
                      <a:pt x="375" y="1025"/>
                    </a:cubicBezTo>
                    <a:cubicBezTo>
                      <a:pt x="376" y="1027"/>
                      <a:pt x="376" y="1028"/>
                      <a:pt x="377" y="1030"/>
                    </a:cubicBezTo>
                    <a:cubicBezTo>
                      <a:pt x="377" y="1033"/>
                      <a:pt x="380" y="1035"/>
                      <a:pt x="381" y="1038"/>
                    </a:cubicBezTo>
                    <a:cubicBezTo>
                      <a:pt x="382" y="1041"/>
                      <a:pt x="382" y="1044"/>
                      <a:pt x="382" y="1048"/>
                    </a:cubicBezTo>
                    <a:cubicBezTo>
                      <a:pt x="382" y="1050"/>
                      <a:pt x="383" y="1052"/>
                      <a:pt x="384" y="1054"/>
                    </a:cubicBezTo>
                    <a:cubicBezTo>
                      <a:pt x="385" y="1056"/>
                      <a:pt x="385" y="1058"/>
                      <a:pt x="385" y="1060"/>
                    </a:cubicBezTo>
                    <a:cubicBezTo>
                      <a:pt x="385" y="1062"/>
                      <a:pt x="386" y="1064"/>
                      <a:pt x="387" y="1067"/>
                    </a:cubicBezTo>
                    <a:cubicBezTo>
                      <a:pt x="389" y="1071"/>
                      <a:pt x="392" y="1075"/>
                      <a:pt x="396" y="1078"/>
                    </a:cubicBezTo>
                    <a:cubicBezTo>
                      <a:pt x="399" y="1080"/>
                      <a:pt x="403" y="1083"/>
                      <a:pt x="406" y="1086"/>
                    </a:cubicBezTo>
                    <a:cubicBezTo>
                      <a:pt x="407" y="1086"/>
                      <a:pt x="408" y="1087"/>
                      <a:pt x="409" y="1088"/>
                    </a:cubicBezTo>
                    <a:cubicBezTo>
                      <a:pt x="410" y="1089"/>
                      <a:pt x="411" y="1090"/>
                      <a:pt x="412" y="1091"/>
                    </a:cubicBezTo>
                    <a:cubicBezTo>
                      <a:pt x="413" y="1092"/>
                      <a:pt x="414" y="1093"/>
                      <a:pt x="416" y="1094"/>
                    </a:cubicBezTo>
                    <a:cubicBezTo>
                      <a:pt x="417" y="1094"/>
                      <a:pt x="417" y="1095"/>
                      <a:pt x="418" y="1095"/>
                    </a:cubicBezTo>
                    <a:cubicBezTo>
                      <a:pt x="419" y="1096"/>
                      <a:pt x="420" y="1096"/>
                      <a:pt x="420" y="1096"/>
                    </a:cubicBezTo>
                    <a:cubicBezTo>
                      <a:pt x="422" y="1097"/>
                      <a:pt x="423" y="1098"/>
                      <a:pt x="425" y="1099"/>
                    </a:cubicBezTo>
                    <a:cubicBezTo>
                      <a:pt x="426" y="1100"/>
                      <a:pt x="427" y="1102"/>
                      <a:pt x="429" y="1103"/>
                    </a:cubicBezTo>
                    <a:cubicBezTo>
                      <a:pt x="429" y="1104"/>
                      <a:pt x="430" y="1104"/>
                      <a:pt x="430" y="1104"/>
                    </a:cubicBezTo>
                    <a:cubicBezTo>
                      <a:pt x="431" y="1105"/>
                      <a:pt x="432" y="1105"/>
                      <a:pt x="433" y="1106"/>
                    </a:cubicBezTo>
                    <a:cubicBezTo>
                      <a:pt x="437" y="1109"/>
                      <a:pt x="440" y="1113"/>
                      <a:pt x="442" y="1117"/>
                    </a:cubicBezTo>
                    <a:cubicBezTo>
                      <a:pt x="444" y="1121"/>
                      <a:pt x="445" y="1126"/>
                      <a:pt x="447" y="1130"/>
                    </a:cubicBezTo>
                    <a:cubicBezTo>
                      <a:pt x="448" y="1133"/>
                      <a:pt x="450" y="1135"/>
                      <a:pt x="452" y="1138"/>
                    </a:cubicBezTo>
                    <a:cubicBezTo>
                      <a:pt x="454" y="1142"/>
                      <a:pt x="455" y="1147"/>
                      <a:pt x="456" y="1152"/>
                    </a:cubicBezTo>
                    <a:cubicBezTo>
                      <a:pt x="457" y="1155"/>
                      <a:pt x="458" y="1159"/>
                      <a:pt x="462" y="1160"/>
                    </a:cubicBezTo>
                    <a:cubicBezTo>
                      <a:pt x="465" y="1161"/>
                      <a:pt x="467" y="1159"/>
                      <a:pt x="470" y="1160"/>
                    </a:cubicBezTo>
                    <a:cubicBezTo>
                      <a:pt x="472" y="1160"/>
                      <a:pt x="474" y="1162"/>
                      <a:pt x="476" y="1164"/>
                    </a:cubicBezTo>
                    <a:cubicBezTo>
                      <a:pt x="478" y="1166"/>
                      <a:pt x="480" y="1166"/>
                      <a:pt x="483" y="1166"/>
                    </a:cubicBezTo>
                    <a:cubicBezTo>
                      <a:pt x="485" y="1164"/>
                      <a:pt x="486" y="1163"/>
                      <a:pt x="487" y="1161"/>
                    </a:cubicBezTo>
                    <a:cubicBezTo>
                      <a:pt x="488" y="1159"/>
                      <a:pt x="490" y="1157"/>
                      <a:pt x="491" y="1156"/>
                    </a:cubicBezTo>
                    <a:cubicBezTo>
                      <a:pt x="495" y="1151"/>
                      <a:pt x="499" y="1145"/>
                      <a:pt x="501" y="1139"/>
                    </a:cubicBezTo>
                    <a:cubicBezTo>
                      <a:pt x="501" y="1137"/>
                      <a:pt x="502" y="1135"/>
                      <a:pt x="502" y="1134"/>
                    </a:cubicBezTo>
                    <a:cubicBezTo>
                      <a:pt x="503" y="1132"/>
                      <a:pt x="503" y="1131"/>
                      <a:pt x="503" y="1130"/>
                    </a:cubicBezTo>
                    <a:cubicBezTo>
                      <a:pt x="503" y="1130"/>
                      <a:pt x="504" y="1130"/>
                      <a:pt x="504" y="1130"/>
                    </a:cubicBezTo>
                    <a:cubicBezTo>
                      <a:pt x="504" y="1127"/>
                      <a:pt x="506" y="1125"/>
                      <a:pt x="506" y="1123"/>
                    </a:cubicBezTo>
                    <a:cubicBezTo>
                      <a:pt x="506" y="1121"/>
                      <a:pt x="506" y="1118"/>
                      <a:pt x="507" y="1116"/>
                    </a:cubicBezTo>
                    <a:cubicBezTo>
                      <a:pt x="507" y="1114"/>
                      <a:pt x="507" y="1113"/>
                      <a:pt x="508" y="1111"/>
                    </a:cubicBezTo>
                    <a:cubicBezTo>
                      <a:pt x="509" y="1107"/>
                      <a:pt x="510" y="1103"/>
                      <a:pt x="510" y="1098"/>
                    </a:cubicBezTo>
                    <a:cubicBezTo>
                      <a:pt x="510" y="1096"/>
                      <a:pt x="509" y="1095"/>
                      <a:pt x="509" y="1093"/>
                    </a:cubicBezTo>
                    <a:cubicBezTo>
                      <a:pt x="509" y="1091"/>
                      <a:pt x="510" y="1089"/>
                      <a:pt x="510" y="1088"/>
                    </a:cubicBezTo>
                    <a:cubicBezTo>
                      <a:pt x="512" y="1085"/>
                      <a:pt x="515" y="1083"/>
                      <a:pt x="518" y="1080"/>
                    </a:cubicBezTo>
                    <a:cubicBezTo>
                      <a:pt x="520" y="1079"/>
                      <a:pt x="521" y="1078"/>
                      <a:pt x="524" y="1076"/>
                    </a:cubicBezTo>
                    <a:cubicBezTo>
                      <a:pt x="525" y="1076"/>
                      <a:pt x="527" y="1074"/>
                      <a:pt x="528" y="1073"/>
                    </a:cubicBezTo>
                    <a:cubicBezTo>
                      <a:pt x="531" y="1072"/>
                      <a:pt x="533" y="1070"/>
                      <a:pt x="536" y="1068"/>
                    </a:cubicBezTo>
                    <a:cubicBezTo>
                      <a:pt x="538" y="1066"/>
                      <a:pt x="541" y="1065"/>
                      <a:pt x="543" y="1064"/>
                    </a:cubicBezTo>
                    <a:cubicBezTo>
                      <a:pt x="545" y="1064"/>
                      <a:pt x="546" y="1063"/>
                      <a:pt x="548" y="1063"/>
                    </a:cubicBezTo>
                    <a:cubicBezTo>
                      <a:pt x="549" y="1062"/>
                      <a:pt x="550" y="1061"/>
                      <a:pt x="552" y="1061"/>
                    </a:cubicBezTo>
                    <a:cubicBezTo>
                      <a:pt x="555" y="1059"/>
                      <a:pt x="556" y="1056"/>
                      <a:pt x="557" y="1053"/>
                    </a:cubicBezTo>
                    <a:cubicBezTo>
                      <a:pt x="558" y="1050"/>
                      <a:pt x="559" y="1046"/>
                      <a:pt x="560" y="1043"/>
                    </a:cubicBezTo>
                    <a:cubicBezTo>
                      <a:pt x="561" y="1041"/>
                      <a:pt x="561" y="1040"/>
                      <a:pt x="561" y="1038"/>
                    </a:cubicBezTo>
                    <a:cubicBezTo>
                      <a:pt x="561" y="1037"/>
                      <a:pt x="561" y="1036"/>
                      <a:pt x="561" y="1034"/>
                    </a:cubicBezTo>
                    <a:cubicBezTo>
                      <a:pt x="561" y="1032"/>
                      <a:pt x="561" y="1031"/>
                      <a:pt x="561" y="1029"/>
                    </a:cubicBezTo>
                    <a:cubicBezTo>
                      <a:pt x="562" y="1027"/>
                      <a:pt x="563" y="1026"/>
                      <a:pt x="563" y="1024"/>
                    </a:cubicBezTo>
                    <a:cubicBezTo>
                      <a:pt x="564" y="1022"/>
                      <a:pt x="564" y="1021"/>
                      <a:pt x="565" y="1019"/>
                    </a:cubicBezTo>
                    <a:cubicBezTo>
                      <a:pt x="565" y="1018"/>
                      <a:pt x="565" y="1016"/>
                      <a:pt x="565" y="1014"/>
                    </a:cubicBezTo>
                    <a:cubicBezTo>
                      <a:pt x="565" y="1013"/>
                      <a:pt x="565" y="1011"/>
                      <a:pt x="564" y="1009"/>
                    </a:cubicBezTo>
                    <a:cubicBezTo>
                      <a:pt x="564" y="1007"/>
                      <a:pt x="563" y="1005"/>
                      <a:pt x="564" y="1003"/>
                    </a:cubicBezTo>
                    <a:cubicBezTo>
                      <a:pt x="564" y="1001"/>
                      <a:pt x="563" y="998"/>
                      <a:pt x="564" y="996"/>
                    </a:cubicBezTo>
                    <a:cubicBezTo>
                      <a:pt x="564" y="995"/>
                      <a:pt x="564" y="993"/>
                      <a:pt x="565" y="992"/>
                    </a:cubicBezTo>
                    <a:cubicBezTo>
                      <a:pt x="566" y="989"/>
                      <a:pt x="568" y="987"/>
                      <a:pt x="570" y="986"/>
                    </a:cubicBezTo>
                    <a:cubicBezTo>
                      <a:pt x="573" y="985"/>
                      <a:pt x="575" y="984"/>
                      <a:pt x="578" y="983"/>
                    </a:cubicBezTo>
                    <a:cubicBezTo>
                      <a:pt x="579" y="983"/>
                      <a:pt x="580" y="983"/>
                      <a:pt x="581" y="982"/>
                    </a:cubicBezTo>
                    <a:cubicBezTo>
                      <a:pt x="582" y="982"/>
                      <a:pt x="584" y="981"/>
                      <a:pt x="585" y="980"/>
                    </a:cubicBezTo>
                    <a:cubicBezTo>
                      <a:pt x="587" y="978"/>
                      <a:pt x="588" y="977"/>
                      <a:pt x="590" y="975"/>
                    </a:cubicBezTo>
                    <a:cubicBezTo>
                      <a:pt x="590" y="974"/>
                      <a:pt x="591" y="973"/>
                      <a:pt x="592" y="973"/>
                    </a:cubicBezTo>
                    <a:cubicBezTo>
                      <a:pt x="592" y="972"/>
                      <a:pt x="593" y="971"/>
                      <a:pt x="594" y="971"/>
                    </a:cubicBezTo>
                    <a:cubicBezTo>
                      <a:pt x="596" y="968"/>
                      <a:pt x="599" y="966"/>
                      <a:pt x="602" y="965"/>
                    </a:cubicBezTo>
                    <a:cubicBezTo>
                      <a:pt x="603" y="964"/>
                      <a:pt x="605" y="963"/>
                      <a:pt x="606" y="962"/>
                    </a:cubicBezTo>
                    <a:cubicBezTo>
                      <a:pt x="606" y="962"/>
                      <a:pt x="607" y="961"/>
                      <a:pt x="607" y="961"/>
                    </a:cubicBezTo>
                    <a:cubicBezTo>
                      <a:pt x="608" y="961"/>
                      <a:pt x="609" y="961"/>
                      <a:pt x="610" y="960"/>
                    </a:cubicBezTo>
                    <a:cubicBezTo>
                      <a:pt x="612" y="960"/>
                      <a:pt x="614" y="961"/>
                      <a:pt x="616" y="961"/>
                    </a:cubicBezTo>
                    <a:cubicBezTo>
                      <a:pt x="619" y="961"/>
                      <a:pt x="621" y="960"/>
                      <a:pt x="624" y="961"/>
                    </a:cubicBezTo>
                    <a:cubicBezTo>
                      <a:pt x="626" y="961"/>
                      <a:pt x="628" y="962"/>
                      <a:pt x="630" y="964"/>
                    </a:cubicBezTo>
                    <a:cubicBezTo>
                      <a:pt x="632" y="965"/>
                      <a:pt x="635" y="966"/>
                      <a:pt x="638" y="967"/>
                    </a:cubicBezTo>
                    <a:cubicBezTo>
                      <a:pt x="641" y="968"/>
                      <a:pt x="644" y="969"/>
                      <a:pt x="647" y="971"/>
                    </a:cubicBezTo>
                    <a:cubicBezTo>
                      <a:pt x="648" y="972"/>
                      <a:pt x="648" y="972"/>
                      <a:pt x="649" y="974"/>
                    </a:cubicBezTo>
                    <a:cubicBezTo>
                      <a:pt x="649" y="974"/>
                      <a:pt x="649" y="975"/>
                      <a:pt x="650" y="976"/>
                    </a:cubicBezTo>
                    <a:cubicBezTo>
                      <a:pt x="651" y="978"/>
                      <a:pt x="652" y="980"/>
                      <a:pt x="654" y="981"/>
                    </a:cubicBezTo>
                    <a:cubicBezTo>
                      <a:pt x="655" y="982"/>
                      <a:pt x="657" y="982"/>
                      <a:pt x="658" y="983"/>
                    </a:cubicBezTo>
                    <a:cubicBezTo>
                      <a:pt x="659" y="983"/>
                      <a:pt x="660" y="984"/>
                      <a:pt x="661" y="984"/>
                    </a:cubicBezTo>
                    <a:cubicBezTo>
                      <a:pt x="663" y="985"/>
                      <a:pt x="665" y="985"/>
                      <a:pt x="667" y="985"/>
                    </a:cubicBezTo>
                    <a:cubicBezTo>
                      <a:pt x="670" y="984"/>
                      <a:pt x="673" y="985"/>
                      <a:pt x="676" y="985"/>
                    </a:cubicBezTo>
                    <a:cubicBezTo>
                      <a:pt x="680" y="985"/>
                      <a:pt x="685" y="984"/>
                      <a:pt x="689" y="984"/>
                    </a:cubicBezTo>
                    <a:cubicBezTo>
                      <a:pt x="694" y="984"/>
                      <a:pt x="700" y="985"/>
                      <a:pt x="705" y="986"/>
                    </a:cubicBezTo>
                    <a:cubicBezTo>
                      <a:pt x="707" y="986"/>
                      <a:pt x="709" y="986"/>
                      <a:pt x="711" y="986"/>
                    </a:cubicBezTo>
                    <a:cubicBezTo>
                      <a:pt x="713" y="985"/>
                      <a:pt x="715" y="985"/>
                      <a:pt x="717" y="985"/>
                    </a:cubicBezTo>
                    <a:cubicBezTo>
                      <a:pt x="719" y="984"/>
                      <a:pt x="721" y="984"/>
                      <a:pt x="724" y="984"/>
                    </a:cubicBezTo>
                    <a:cubicBezTo>
                      <a:pt x="726" y="984"/>
                      <a:pt x="728" y="984"/>
                      <a:pt x="731" y="984"/>
                    </a:cubicBezTo>
                    <a:cubicBezTo>
                      <a:pt x="736" y="984"/>
                      <a:pt x="740" y="985"/>
                      <a:pt x="745" y="985"/>
                    </a:cubicBezTo>
                    <a:cubicBezTo>
                      <a:pt x="749" y="986"/>
                      <a:pt x="754" y="987"/>
                      <a:pt x="758" y="986"/>
                    </a:cubicBezTo>
                    <a:cubicBezTo>
                      <a:pt x="762" y="984"/>
                      <a:pt x="765" y="980"/>
                      <a:pt x="767" y="977"/>
                    </a:cubicBezTo>
                    <a:cubicBezTo>
                      <a:pt x="768" y="975"/>
                      <a:pt x="768" y="972"/>
                      <a:pt x="770" y="971"/>
                    </a:cubicBezTo>
                    <a:cubicBezTo>
                      <a:pt x="771" y="969"/>
                      <a:pt x="774" y="968"/>
                      <a:pt x="775" y="967"/>
                    </a:cubicBezTo>
                    <a:cubicBezTo>
                      <a:pt x="776" y="965"/>
                      <a:pt x="776" y="963"/>
                      <a:pt x="776" y="961"/>
                    </a:cubicBezTo>
                    <a:cubicBezTo>
                      <a:pt x="776" y="958"/>
                      <a:pt x="776" y="956"/>
                      <a:pt x="775" y="953"/>
                    </a:cubicBezTo>
                    <a:cubicBezTo>
                      <a:pt x="774" y="952"/>
                      <a:pt x="774" y="950"/>
                      <a:pt x="773" y="949"/>
                    </a:cubicBezTo>
                    <a:cubicBezTo>
                      <a:pt x="772" y="947"/>
                      <a:pt x="771" y="947"/>
                      <a:pt x="769" y="946"/>
                    </a:cubicBezTo>
                    <a:cubicBezTo>
                      <a:pt x="768" y="945"/>
                      <a:pt x="766" y="944"/>
                      <a:pt x="764" y="943"/>
                    </a:cubicBezTo>
                    <a:cubicBezTo>
                      <a:pt x="762" y="942"/>
                      <a:pt x="761" y="940"/>
                      <a:pt x="760" y="938"/>
                    </a:cubicBezTo>
                    <a:cubicBezTo>
                      <a:pt x="758" y="937"/>
                      <a:pt x="756" y="934"/>
                      <a:pt x="758" y="932"/>
                    </a:cubicBezTo>
                    <a:cubicBezTo>
                      <a:pt x="760" y="931"/>
                      <a:pt x="762" y="931"/>
                      <a:pt x="764" y="931"/>
                    </a:cubicBezTo>
                    <a:cubicBezTo>
                      <a:pt x="768" y="930"/>
                      <a:pt x="769" y="926"/>
                      <a:pt x="768" y="923"/>
                    </a:cubicBezTo>
                    <a:cubicBezTo>
                      <a:pt x="768" y="921"/>
                      <a:pt x="767" y="919"/>
                      <a:pt x="767" y="918"/>
                    </a:cubicBezTo>
                    <a:cubicBezTo>
                      <a:pt x="766" y="917"/>
                      <a:pt x="765" y="915"/>
                      <a:pt x="764" y="914"/>
                    </a:cubicBezTo>
                    <a:cubicBezTo>
                      <a:pt x="764" y="912"/>
                      <a:pt x="764" y="909"/>
                      <a:pt x="765" y="908"/>
                    </a:cubicBezTo>
                    <a:cubicBezTo>
                      <a:pt x="766" y="906"/>
                      <a:pt x="767" y="906"/>
                      <a:pt x="769" y="906"/>
                    </a:cubicBezTo>
                    <a:cubicBezTo>
                      <a:pt x="771" y="907"/>
                      <a:pt x="773" y="907"/>
                      <a:pt x="774" y="905"/>
                    </a:cubicBezTo>
                    <a:cubicBezTo>
                      <a:pt x="774" y="903"/>
                      <a:pt x="774" y="901"/>
                      <a:pt x="776" y="900"/>
                    </a:cubicBezTo>
                    <a:cubicBezTo>
                      <a:pt x="779" y="897"/>
                      <a:pt x="783" y="901"/>
                      <a:pt x="784" y="904"/>
                    </a:cubicBezTo>
                    <a:cubicBezTo>
                      <a:pt x="785" y="906"/>
                      <a:pt x="786" y="909"/>
                      <a:pt x="788" y="909"/>
                    </a:cubicBezTo>
                    <a:cubicBezTo>
                      <a:pt x="790" y="910"/>
                      <a:pt x="791" y="907"/>
                      <a:pt x="791" y="905"/>
                    </a:cubicBezTo>
                    <a:cubicBezTo>
                      <a:pt x="791" y="903"/>
                      <a:pt x="790" y="901"/>
                      <a:pt x="789" y="900"/>
                    </a:cubicBezTo>
                    <a:cubicBezTo>
                      <a:pt x="787" y="899"/>
                      <a:pt x="786" y="898"/>
                      <a:pt x="784" y="897"/>
                    </a:cubicBezTo>
                    <a:cubicBezTo>
                      <a:pt x="783" y="895"/>
                      <a:pt x="781" y="895"/>
                      <a:pt x="779" y="893"/>
                    </a:cubicBezTo>
                    <a:cubicBezTo>
                      <a:pt x="778" y="892"/>
                      <a:pt x="777" y="890"/>
                      <a:pt x="776" y="888"/>
                    </a:cubicBezTo>
                    <a:cubicBezTo>
                      <a:pt x="775" y="885"/>
                      <a:pt x="773" y="881"/>
                      <a:pt x="770" y="879"/>
                    </a:cubicBezTo>
                    <a:cubicBezTo>
                      <a:pt x="767" y="876"/>
                      <a:pt x="766" y="874"/>
                      <a:pt x="766" y="871"/>
                    </a:cubicBezTo>
                    <a:cubicBezTo>
                      <a:pt x="765" y="868"/>
                      <a:pt x="764" y="865"/>
                      <a:pt x="765" y="862"/>
                    </a:cubicBezTo>
                    <a:cubicBezTo>
                      <a:pt x="765" y="858"/>
                      <a:pt x="766" y="855"/>
                      <a:pt x="768" y="852"/>
                    </a:cubicBezTo>
                    <a:cubicBezTo>
                      <a:pt x="768" y="851"/>
                      <a:pt x="768" y="849"/>
                      <a:pt x="768" y="848"/>
                    </a:cubicBezTo>
                    <a:cubicBezTo>
                      <a:pt x="767" y="846"/>
                      <a:pt x="766" y="845"/>
                      <a:pt x="765" y="844"/>
                    </a:cubicBezTo>
                    <a:cubicBezTo>
                      <a:pt x="764" y="841"/>
                      <a:pt x="763" y="837"/>
                      <a:pt x="763" y="834"/>
                    </a:cubicBezTo>
                    <a:cubicBezTo>
                      <a:pt x="763" y="831"/>
                      <a:pt x="763" y="828"/>
                      <a:pt x="764" y="825"/>
                    </a:cubicBezTo>
                    <a:cubicBezTo>
                      <a:pt x="764" y="823"/>
                      <a:pt x="765" y="822"/>
                      <a:pt x="766" y="820"/>
                    </a:cubicBezTo>
                    <a:cubicBezTo>
                      <a:pt x="767" y="819"/>
                      <a:pt x="768" y="818"/>
                      <a:pt x="769" y="817"/>
                    </a:cubicBezTo>
                    <a:cubicBezTo>
                      <a:pt x="771" y="814"/>
                      <a:pt x="772" y="810"/>
                      <a:pt x="771" y="806"/>
                    </a:cubicBezTo>
                    <a:cubicBezTo>
                      <a:pt x="771" y="805"/>
                      <a:pt x="770" y="803"/>
                      <a:pt x="769" y="802"/>
                    </a:cubicBezTo>
                    <a:cubicBezTo>
                      <a:pt x="768" y="800"/>
                      <a:pt x="768" y="798"/>
                      <a:pt x="767" y="796"/>
                    </a:cubicBezTo>
                    <a:cubicBezTo>
                      <a:pt x="766" y="795"/>
                      <a:pt x="765" y="794"/>
                      <a:pt x="764" y="793"/>
                    </a:cubicBezTo>
                    <a:cubicBezTo>
                      <a:pt x="763" y="791"/>
                      <a:pt x="763" y="789"/>
                      <a:pt x="762" y="788"/>
                    </a:cubicBezTo>
                    <a:cubicBezTo>
                      <a:pt x="762" y="786"/>
                      <a:pt x="762" y="785"/>
                      <a:pt x="762" y="784"/>
                    </a:cubicBezTo>
                    <a:cubicBezTo>
                      <a:pt x="762" y="782"/>
                      <a:pt x="761" y="781"/>
                      <a:pt x="760" y="779"/>
                    </a:cubicBezTo>
                    <a:cubicBezTo>
                      <a:pt x="759" y="778"/>
                      <a:pt x="759" y="776"/>
                      <a:pt x="758" y="774"/>
                    </a:cubicBezTo>
                    <a:cubicBezTo>
                      <a:pt x="757" y="772"/>
                      <a:pt x="756" y="769"/>
                      <a:pt x="756" y="767"/>
                    </a:cubicBezTo>
                    <a:cubicBezTo>
                      <a:pt x="756" y="763"/>
                      <a:pt x="756" y="759"/>
                      <a:pt x="758" y="756"/>
                    </a:cubicBezTo>
                    <a:cubicBezTo>
                      <a:pt x="759" y="754"/>
                      <a:pt x="760" y="751"/>
                      <a:pt x="758" y="749"/>
                    </a:cubicBezTo>
                    <a:cubicBezTo>
                      <a:pt x="757" y="747"/>
                      <a:pt x="755" y="746"/>
                      <a:pt x="754" y="744"/>
                    </a:cubicBezTo>
                    <a:cubicBezTo>
                      <a:pt x="752" y="742"/>
                      <a:pt x="751" y="739"/>
                      <a:pt x="750" y="736"/>
                    </a:cubicBezTo>
                    <a:cubicBezTo>
                      <a:pt x="749" y="733"/>
                      <a:pt x="747" y="731"/>
                      <a:pt x="748" y="728"/>
                    </a:cubicBezTo>
                    <a:cubicBezTo>
                      <a:pt x="749" y="727"/>
                      <a:pt x="751" y="725"/>
                      <a:pt x="753" y="724"/>
                    </a:cubicBezTo>
                    <a:cubicBezTo>
                      <a:pt x="755" y="723"/>
                      <a:pt x="757" y="725"/>
                      <a:pt x="759" y="725"/>
                    </a:cubicBezTo>
                    <a:cubicBezTo>
                      <a:pt x="762" y="724"/>
                      <a:pt x="763" y="720"/>
                      <a:pt x="763" y="718"/>
                    </a:cubicBezTo>
                    <a:cubicBezTo>
                      <a:pt x="763" y="716"/>
                      <a:pt x="764" y="715"/>
                      <a:pt x="764" y="713"/>
                    </a:cubicBezTo>
                    <a:cubicBezTo>
                      <a:pt x="764" y="712"/>
                      <a:pt x="765" y="710"/>
                      <a:pt x="765" y="709"/>
                    </a:cubicBezTo>
                    <a:cubicBezTo>
                      <a:pt x="766" y="706"/>
                      <a:pt x="766" y="704"/>
                      <a:pt x="767" y="701"/>
                    </a:cubicBezTo>
                    <a:cubicBezTo>
                      <a:pt x="767" y="698"/>
                      <a:pt x="768" y="696"/>
                      <a:pt x="766" y="693"/>
                    </a:cubicBezTo>
                    <a:cubicBezTo>
                      <a:pt x="764" y="690"/>
                      <a:pt x="761" y="688"/>
                      <a:pt x="758" y="686"/>
                    </a:cubicBezTo>
                    <a:cubicBezTo>
                      <a:pt x="755" y="685"/>
                      <a:pt x="752" y="683"/>
                      <a:pt x="750" y="681"/>
                    </a:cubicBezTo>
                    <a:cubicBezTo>
                      <a:pt x="749" y="680"/>
                      <a:pt x="748" y="678"/>
                      <a:pt x="747" y="677"/>
                    </a:cubicBezTo>
                    <a:cubicBezTo>
                      <a:pt x="746" y="676"/>
                      <a:pt x="745" y="676"/>
                      <a:pt x="744" y="674"/>
                    </a:cubicBezTo>
                    <a:cubicBezTo>
                      <a:pt x="743" y="673"/>
                      <a:pt x="742" y="671"/>
                      <a:pt x="741" y="670"/>
                    </a:cubicBezTo>
                    <a:cubicBezTo>
                      <a:pt x="740" y="669"/>
                      <a:pt x="738" y="668"/>
                      <a:pt x="736" y="667"/>
                    </a:cubicBezTo>
                    <a:cubicBezTo>
                      <a:pt x="733" y="666"/>
                      <a:pt x="730" y="664"/>
                      <a:pt x="727" y="662"/>
                    </a:cubicBezTo>
                    <a:cubicBezTo>
                      <a:pt x="725" y="660"/>
                      <a:pt x="723" y="658"/>
                      <a:pt x="721" y="657"/>
                    </a:cubicBezTo>
                    <a:cubicBezTo>
                      <a:pt x="717" y="654"/>
                      <a:pt x="713" y="652"/>
                      <a:pt x="709" y="649"/>
                    </a:cubicBezTo>
                    <a:cubicBezTo>
                      <a:pt x="707" y="649"/>
                      <a:pt x="706" y="648"/>
                      <a:pt x="705" y="646"/>
                    </a:cubicBezTo>
                    <a:cubicBezTo>
                      <a:pt x="704" y="645"/>
                      <a:pt x="703" y="643"/>
                      <a:pt x="701" y="641"/>
                    </a:cubicBezTo>
                    <a:cubicBezTo>
                      <a:pt x="700" y="639"/>
                      <a:pt x="699" y="636"/>
                      <a:pt x="699" y="632"/>
                    </a:cubicBezTo>
                    <a:cubicBezTo>
                      <a:pt x="700" y="629"/>
                      <a:pt x="702" y="626"/>
                      <a:pt x="704" y="624"/>
                    </a:cubicBezTo>
                    <a:cubicBezTo>
                      <a:pt x="708" y="620"/>
                      <a:pt x="713" y="618"/>
                      <a:pt x="718" y="618"/>
                    </a:cubicBezTo>
                    <a:cubicBezTo>
                      <a:pt x="724" y="618"/>
                      <a:pt x="730" y="618"/>
                      <a:pt x="735" y="617"/>
                    </a:cubicBezTo>
                    <a:cubicBezTo>
                      <a:pt x="740" y="616"/>
                      <a:pt x="744" y="611"/>
                      <a:pt x="747" y="607"/>
                    </a:cubicBezTo>
                    <a:cubicBezTo>
                      <a:pt x="750" y="602"/>
                      <a:pt x="752" y="596"/>
                      <a:pt x="746" y="594"/>
                    </a:cubicBezTo>
                    <a:cubicBezTo>
                      <a:pt x="743" y="593"/>
                      <a:pt x="740" y="593"/>
                      <a:pt x="738" y="592"/>
                    </a:cubicBezTo>
                    <a:cubicBezTo>
                      <a:pt x="734" y="592"/>
                      <a:pt x="731" y="592"/>
                      <a:pt x="728" y="591"/>
                    </a:cubicBezTo>
                    <a:cubicBezTo>
                      <a:pt x="722" y="589"/>
                      <a:pt x="715" y="587"/>
                      <a:pt x="709" y="585"/>
                    </a:cubicBezTo>
                    <a:cubicBezTo>
                      <a:pt x="706" y="584"/>
                      <a:pt x="703" y="584"/>
                      <a:pt x="702" y="582"/>
                    </a:cubicBezTo>
                    <a:cubicBezTo>
                      <a:pt x="700" y="580"/>
                      <a:pt x="699" y="577"/>
                      <a:pt x="698" y="575"/>
                    </a:cubicBezTo>
                    <a:cubicBezTo>
                      <a:pt x="697" y="569"/>
                      <a:pt x="700" y="564"/>
                      <a:pt x="701" y="558"/>
                    </a:cubicBezTo>
                    <a:cubicBezTo>
                      <a:pt x="701" y="554"/>
                      <a:pt x="700" y="551"/>
                      <a:pt x="698" y="549"/>
                    </a:cubicBezTo>
                    <a:cubicBezTo>
                      <a:pt x="695" y="547"/>
                      <a:pt x="692" y="546"/>
                      <a:pt x="689" y="546"/>
                    </a:cubicBezTo>
                    <a:cubicBezTo>
                      <a:pt x="685" y="545"/>
                      <a:pt x="683" y="544"/>
                      <a:pt x="680" y="542"/>
                    </a:cubicBezTo>
                    <a:cubicBezTo>
                      <a:pt x="677" y="541"/>
                      <a:pt x="675" y="538"/>
                      <a:pt x="672" y="537"/>
                    </a:cubicBezTo>
                    <a:cubicBezTo>
                      <a:pt x="666" y="535"/>
                      <a:pt x="661" y="541"/>
                      <a:pt x="656" y="543"/>
                    </a:cubicBezTo>
                    <a:cubicBezTo>
                      <a:pt x="652" y="545"/>
                      <a:pt x="645" y="546"/>
                      <a:pt x="643" y="552"/>
                    </a:cubicBezTo>
                    <a:cubicBezTo>
                      <a:pt x="643" y="555"/>
                      <a:pt x="645" y="557"/>
                      <a:pt x="647" y="559"/>
                    </a:cubicBezTo>
                    <a:cubicBezTo>
                      <a:pt x="650" y="561"/>
                      <a:pt x="653" y="563"/>
                      <a:pt x="656" y="565"/>
                    </a:cubicBezTo>
                    <a:cubicBezTo>
                      <a:pt x="657" y="566"/>
                      <a:pt x="659" y="568"/>
                      <a:pt x="657" y="569"/>
                    </a:cubicBezTo>
                    <a:cubicBezTo>
                      <a:pt x="655" y="570"/>
                      <a:pt x="652" y="569"/>
                      <a:pt x="650" y="569"/>
                    </a:cubicBezTo>
                    <a:cubicBezTo>
                      <a:pt x="647" y="569"/>
                      <a:pt x="645" y="570"/>
                      <a:pt x="642" y="571"/>
                    </a:cubicBezTo>
                    <a:cubicBezTo>
                      <a:pt x="640" y="572"/>
                      <a:pt x="638" y="573"/>
                      <a:pt x="635" y="572"/>
                    </a:cubicBezTo>
                    <a:cubicBezTo>
                      <a:pt x="630" y="572"/>
                      <a:pt x="628" y="565"/>
                      <a:pt x="625" y="561"/>
                    </a:cubicBezTo>
                    <a:cubicBezTo>
                      <a:pt x="622" y="554"/>
                      <a:pt x="614" y="552"/>
                      <a:pt x="607" y="549"/>
                    </a:cubicBezTo>
                    <a:cubicBezTo>
                      <a:pt x="601" y="546"/>
                      <a:pt x="591" y="541"/>
                      <a:pt x="585" y="546"/>
                    </a:cubicBezTo>
                    <a:cubicBezTo>
                      <a:pt x="583" y="548"/>
                      <a:pt x="582" y="551"/>
                      <a:pt x="579" y="553"/>
                    </a:cubicBezTo>
                    <a:cubicBezTo>
                      <a:pt x="577" y="554"/>
                      <a:pt x="574" y="554"/>
                      <a:pt x="572" y="554"/>
                    </a:cubicBezTo>
                    <a:cubicBezTo>
                      <a:pt x="571" y="553"/>
                      <a:pt x="571" y="553"/>
                      <a:pt x="571" y="553"/>
                    </a:cubicBezTo>
                    <a:cubicBezTo>
                      <a:pt x="573" y="551"/>
                      <a:pt x="574" y="549"/>
                      <a:pt x="573" y="546"/>
                    </a:cubicBezTo>
                    <a:cubicBezTo>
                      <a:pt x="572" y="544"/>
                      <a:pt x="571" y="543"/>
                      <a:pt x="572" y="540"/>
                    </a:cubicBezTo>
                    <a:cubicBezTo>
                      <a:pt x="573" y="538"/>
                      <a:pt x="577" y="539"/>
                      <a:pt x="578" y="537"/>
                    </a:cubicBezTo>
                    <a:cubicBezTo>
                      <a:pt x="579" y="536"/>
                      <a:pt x="579" y="535"/>
                      <a:pt x="579" y="533"/>
                    </a:cubicBezTo>
                    <a:cubicBezTo>
                      <a:pt x="579" y="532"/>
                      <a:pt x="579" y="531"/>
                      <a:pt x="579" y="530"/>
                    </a:cubicBezTo>
                    <a:cubicBezTo>
                      <a:pt x="580" y="529"/>
                      <a:pt x="581" y="527"/>
                      <a:pt x="583" y="526"/>
                    </a:cubicBezTo>
                    <a:cubicBezTo>
                      <a:pt x="584" y="526"/>
                      <a:pt x="585" y="526"/>
                      <a:pt x="586" y="526"/>
                    </a:cubicBezTo>
                    <a:cubicBezTo>
                      <a:pt x="587" y="526"/>
                      <a:pt x="588" y="526"/>
                      <a:pt x="590" y="526"/>
                    </a:cubicBezTo>
                    <a:cubicBezTo>
                      <a:pt x="592" y="526"/>
                      <a:pt x="594" y="527"/>
                      <a:pt x="596" y="527"/>
                    </a:cubicBezTo>
                    <a:cubicBezTo>
                      <a:pt x="598" y="527"/>
                      <a:pt x="599" y="527"/>
                      <a:pt x="600" y="528"/>
                    </a:cubicBezTo>
                    <a:cubicBezTo>
                      <a:pt x="602" y="530"/>
                      <a:pt x="604" y="531"/>
                      <a:pt x="606" y="532"/>
                    </a:cubicBezTo>
                    <a:cubicBezTo>
                      <a:pt x="608" y="532"/>
                      <a:pt x="610" y="532"/>
                      <a:pt x="612" y="532"/>
                    </a:cubicBezTo>
                    <a:cubicBezTo>
                      <a:pt x="614" y="532"/>
                      <a:pt x="616" y="532"/>
                      <a:pt x="619" y="533"/>
                    </a:cubicBezTo>
                    <a:cubicBezTo>
                      <a:pt x="621" y="533"/>
                      <a:pt x="624" y="534"/>
                      <a:pt x="626" y="535"/>
                    </a:cubicBezTo>
                    <a:cubicBezTo>
                      <a:pt x="628" y="536"/>
                      <a:pt x="630" y="537"/>
                      <a:pt x="631" y="538"/>
                    </a:cubicBezTo>
                    <a:cubicBezTo>
                      <a:pt x="633" y="538"/>
                      <a:pt x="635" y="539"/>
                      <a:pt x="637" y="539"/>
                    </a:cubicBezTo>
                    <a:cubicBezTo>
                      <a:pt x="639" y="540"/>
                      <a:pt x="640" y="541"/>
                      <a:pt x="642" y="541"/>
                    </a:cubicBezTo>
                    <a:cubicBezTo>
                      <a:pt x="644" y="542"/>
                      <a:pt x="646" y="541"/>
                      <a:pt x="648" y="541"/>
                    </a:cubicBezTo>
                    <a:cubicBezTo>
                      <a:pt x="649" y="541"/>
                      <a:pt x="652" y="541"/>
                      <a:pt x="653" y="540"/>
                    </a:cubicBezTo>
                    <a:cubicBezTo>
                      <a:pt x="655" y="539"/>
                      <a:pt x="657" y="536"/>
                      <a:pt x="659" y="534"/>
                    </a:cubicBezTo>
                    <a:cubicBezTo>
                      <a:pt x="659" y="533"/>
                      <a:pt x="661" y="529"/>
                      <a:pt x="663" y="529"/>
                    </a:cubicBezTo>
                    <a:cubicBezTo>
                      <a:pt x="665" y="529"/>
                      <a:pt x="666" y="531"/>
                      <a:pt x="668" y="532"/>
                    </a:cubicBezTo>
                    <a:cubicBezTo>
                      <a:pt x="669" y="532"/>
                      <a:pt x="670" y="532"/>
                      <a:pt x="671" y="532"/>
                    </a:cubicBezTo>
                    <a:cubicBezTo>
                      <a:pt x="671" y="533"/>
                      <a:pt x="671" y="533"/>
                      <a:pt x="671" y="534"/>
                    </a:cubicBezTo>
                    <a:cubicBezTo>
                      <a:pt x="672" y="534"/>
                      <a:pt x="672" y="534"/>
                      <a:pt x="673" y="534"/>
                    </a:cubicBezTo>
                    <a:cubicBezTo>
                      <a:pt x="675" y="535"/>
                      <a:pt x="677" y="535"/>
                      <a:pt x="680" y="534"/>
                    </a:cubicBezTo>
                    <a:cubicBezTo>
                      <a:pt x="682" y="534"/>
                      <a:pt x="684" y="534"/>
                      <a:pt x="686" y="534"/>
                    </a:cubicBezTo>
                    <a:cubicBezTo>
                      <a:pt x="689" y="534"/>
                      <a:pt x="692" y="534"/>
                      <a:pt x="694" y="533"/>
                    </a:cubicBezTo>
                    <a:cubicBezTo>
                      <a:pt x="696" y="531"/>
                      <a:pt x="698" y="529"/>
                      <a:pt x="699" y="526"/>
                    </a:cubicBezTo>
                    <a:cubicBezTo>
                      <a:pt x="700" y="524"/>
                      <a:pt x="702" y="522"/>
                      <a:pt x="704" y="521"/>
                    </a:cubicBezTo>
                    <a:cubicBezTo>
                      <a:pt x="706" y="521"/>
                      <a:pt x="709" y="522"/>
                      <a:pt x="710" y="524"/>
                    </a:cubicBezTo>
                    <a:cubicBezTo>
                      <a:pt x="712" y="526"/>
                      <a:pt x="713" y="528"/>
                      <a:pt x="713" y="531"/>
                    </a:cubicBezTo>
                    <a:cubicBezTo>
                      <a:pt x="712" y="533"/>
                      <a:pt x="711" y="535"/>
                      <a:pt x="710" y="537"/>
                    </a:cubicBezTo>
                    <a:cubicBezTo>
                      <a:pt x="708" y="540"/>
                      <a:pt x="705" y="545"/>
                      <a:pt x="708" y="548"/>
                    </a:cubicBezTo>
                    <a:cubicBezTo>
                      <a:pt x="710" y="551"/>
                      <a:pt x="716" y="552"/>
                      <a:pt x="719" y="551"/>
                    </a:cubicBezTo>
                    <a:cubicBezTo>
                      <a:pt x="722" y="551"/>
                      <a:pt x="724" y="550"/>
                      <a:pt x="727" y="549"/>
                    </a:cubicBezTo>
                    <a:cubicBezTo>
                      <a:pt x="729" y="549"/>
                      <a:pt x="732" y="548"/>
                      <a:pt x="735" y="547"/>
                    </a:cubicBezTo>
                    <a:cubicBezTo>
                      <a:pt x="736" y="546"/>
                      <a:pt x="740" y="545"/>
                      <a:pt x="739" y="543"/>
                    </a:cubicBezTo>
                    <a:cubicBezTo>
                      <a:pt x="738" y="541"/>
                      <a:pt x="734" y="539"/>
                      <a:pt x="732" y="538"/>
                    </a:cubicBezTo>
                    <a:cubicBezTo>
                      <a:pt x="730" y="537"/>
                      <a:pt x="727" y="535"/>
                      <a:pt x="727" y="533"/>
                    </a:cubicBezTo>
                    <a:cubicBezTo>
                      <a:pt x="726" y="530"/>
                      <a:pt x="729" y="529"/>
                      <a:pt x="731" y="529"/>
                    </a:cubicBezTo>
                    <a:cubicBezTo>
                      <a:pt x="737" y="527"/>
                      <a:pt x="742" y="532"/>
                      <a:pt x="745" y="536"/>
                    </a:cubicBezTo>
                    <a:cubicBezTo>
                      <a:pt x="748" y="540"/>
                      <a:pt x="751" y="544"/>
                      <a:pt x="756" y="544"/>
                    </a:cubicBezTo>
                    <a:cubicBezTo>
                      <a:pt x="759" y="544"/>
                      <a:pt x="761" y="543"/>
                      <a:pt x="763" y="542"/>
                    </a:cubicBezTo>
                    <a:cubicBezTo>
                      <a:pt x="765" y="541"/>
                      <a:pt x="766" y="540"/>
                      <a:pt x="768" y="539"/>
                    </a:cubicBezTo>
                    <a:cubicBezTo>
                      <a:pt x="769" y="539"/>
                      <a:pt x="771" y="539"/>
                      <a:pt x="772" y="539"/>
                    </a:cubicBezTo>
                    <a:cubicBezTo>
                      <a:pt x="774" y="540"/>
                      <a:pt x="776" y="541"/>
                      <a:pt x="779" y="541"/>
                    </a:cubicBezTo>
                    <a:cubicBezTo>
                      <a:pt x="780" y="542"/>
                      <a:pt x="783" y="542"/>
                      <a:pt x="784" y="544"/>
                    </a:cubicBezTo>
                    <a:cubicBezTo>
                      <a:pt x="785" y="546"/>
                      <a:pt x="783" y="547"/>
                      <a:pt x="781" y="547"/>
                    </a:cubicBezTo>
                    <a:cubicBezTo>
                      <a:pt x="779" y="549"/>
                      <a:pt x="776" y="549"/>
                      <a:pt x="773" y="549"/>
                    </a:cubicBezTo>
                    <a:cubicBezTo>
                      <a:pt x="770" y="548"/>
                      <a:pt x="767" y="548"/>
                      <a:pt x="765" y="548"/>
                    </a:cubicBezTo>
                    <a:cubicBezTo>
                      <a:pt x="758" y="549"/>
                      <a:pt x="758" y="556"/>
                      <a:pt x="758" y="561"/>
                    </a:cubicBezTo>
                    <a:cubicBezTo>
                      <a:pt x="757" y="564"/>
                      <a:pt x="756" y="567"/>
                      <a:pt x="755" y="569"/>
                    </a:cubicBezTo>
                    <a:cubicBezTo>
                      <a:pt x="753" y="572"/>
                      <a:pt x="751" y="574"/>
                      <a:pt x="749" y="576"/>
                    </a:cubicBezTo>
                    <a:cubicBezTo>
                      <a:pt x="748" y="577"/>
                      <a:pt x="748" y="579"/>
                      <a:pt x="749" y="580"/>
                    </a:cubicBezTo>
                    <a:cubicBezTo>
                      <a:pt x="751" y="582"/>
                      <a:pt x="754" y="583"/>
                      <a:pt x="755" y="585"/>
                    </a:cubicBezTo>
                    <a:cubicBezTo>
                      <a:pt x="760" y="589"/>
                      <a:pt x="757" y="595"/>
                      <a:pt x="755" y="600"/>
                    </a:cubicBezTo>
                    <a:cubicBezTo>
                      <a:pt x="753" y="605"/>
                      <a:pt x="751" y="611"/>
                      <a:pt x="747" y="615"/>
                    </a:cubicBezTo>
                    <a:cubicBezTo>
                      <a:pt x="745" y="617"/>
                      <a:pt x="743" y="618"/>
                      <a:pt x="741" y="619"/>
                    </a:cubicBezTo>
                    <a:cubicBezTo>
                      <a:pt x="739" y="620"/>
                      <a:pt x="737" y="621"/>
                      <a:pt x="736" y="622"/>
                    </a:cubicBezTo>
                    <a:cubicBezTo>
                      <a:pt x="734" y="623"/>
                      <a:pt x="732" y="623"/>
                      <a:pt x="730" y="624"/>
                    </a:cubicBezTo>
                    <a:cubicBezTo>
                      <a:pt x="729" y="625"/>
                      <a:pt x="728" y="626"/>
                      <a:pt x="726" y="626"/>
                    </a:cubicBezTo>
                    <a:cubicBezTo>
                      <a:pt x="725" y="626"/>
                      <a:pt x="722" y="625"/>
                      <a:pt x="721" y="624"/>
                    </a:cubicBezTo>
                    <a:cubicBezTo>
                      <a:pt x="719" y="623"/>
                      <a:pt x="718" y="622"/>
                      <a:pt x="717" y="621"/>
                    </a:cubicBezTo>
                    <a:cubicBezTo>
                      <a:pt x="715" y="621"/>
                      <a:pt x="713" y="622"/>
                      <a:pt x="712" y="623"/>
                    </a:cubicBezTo>
                    <a:cubicBezTo>
                      <a:pt x="710" y="623"/>
                      <a:pt x="709" y="624"/>
                      <a:pt x="709" y="626"/>
                    </a:cubicBezTo>
                    <a:cubicBezTo>
                      <a:pt x="708" y="628"/>
                      <a:pt x="707" y="629"/>
                      <a:pt x="705" y="630"/>
                    </a:cubicBezTo>
                    <a:cubicBezTo>
                      <a:pt x="704" y="631"/>
                      <a:pt x="703" y="632"/>
                      <a:pt x="703" y="633"/>
                    </a:cubicBezTo>
                    <a:cubicBezTo>
                      <a:pt x="702" y="635"/>
                      <a:pt x="705" y="638"/>
                      <a:pt x="706" y="640"/>
                    </a:cubicBezTo>
                    <a:cubicBezTo>
                      <a:pt x="707" y="641"/>
                      <a:pt x="708" y="641"/>
                      <a:pt x="709" y="642"/>
                    </a:cubicBezTo>
                    <a:cubicBezTo>
                      <a:pt x="711" y="643"/>
                      <a:pt x="712" y="644"/>
                      <a:pt x="713" y="645"/>
                    </a:cubicBezTo>
                    <a:cubicBezTo>
                      <a:pt x="715" y="647"/>
                      <a:pt x="716" y="647"/>
                      <a:pt x="718" y="648"/>
                    </a:cubicBezTo>
                    <a:cubicBezTo>
                      <a:pt x="720" y="649"/>
                      <a:pt x="721" y="650"/>
                      <a:pt x="722" y="652"/>
                    </a:cubicBezTo>
                    <a:cubicBezTo>
                      <a:pt x="725" y="655"/>
                      <a:pt x="730" y="657"/>
                      <a:pt x="734" y="659"/>
                    </a:cubicBezTo>
                    <a:cubicBezTo>
                      <a:pt x="736" y="660"/>
                      <a:pt x="739" y="662"/>
                      <a:pt x="741" y="664"/>
                    </a:cubicBezTo>
                    <a:cubicBezTo>
                      <a:pt x="742" y="666"/>
                      <a:pt x="743" y="668"/>
                      <a:pt x="744" y="669"/>
                    </a:cubicBezTo>
                    <a:cubicBezTo>
                      <a:pt x="745" y="671"/>
                      <a:pt x="747" y="672"/>
                      <a:pt x="749" y="674"/>
                    </a:cubicBezTo>
                    <a:cubicBezTo>
                      <a:pt x="750" y="675"/>
                      <a:pt x="751" y="677"/>
                      <a:pt x="753" y="678"/>
                    </a:cubicBezTo>
                    <a:cubicBezTo>
                      <a:pt x="756" y="680"/>
                      <a:pt x="759" y="681"/>
                      <a:pt x="761" y="682"/>
                    </a:cubicBezTo>
                    <a:cubicBezTo>
                      <a:pt x="763" y="683"/>
                      <a:pt x="765" y="683"/>
                      <a:pt x="767" y="684"/>
                    </a:cubicBezTo>
                    <a:cubicBezTo>
                      <a:pt x="768" y="685"/>
                      <a:pt x="770" y="686"/>
                      <a:pt x="771" y="687"/>
                    </a:cubicBezTo>
                    <a:cubicBezTo>
                      <a:pt x="772" y="688"/>
                      <a:pt x="772" y="690"/>
                      <a:pt x="772" y="692"/>
                    </a:cubicBezTo>
                    <a:cubicBezTo>
                      <a:pt x="772" y="696"/>
                      <a:pt x="772" y="700"/>
                      <a:pt x="771" y="704"/>
                    </a:cubicBezTo>
                    <a:cubicBezTo>
                      <a:pt x="770" y="707"/>
                      <a:pt x="769" y="710"/>
                      <a:pt x="768" y="713"/>
                    </a:cubicBezTo>
                    <a:cubicBezTo>
                      <a:pt x="768" y="717"/>
                      <a:pt x="769" y="722"/>
                      <a:pt x="768" y="726"/>
                    </a:cubicBezTo>
                    <a:cubicBezTo>
                      <a:pt x="766" y="730"/>
                      <a:pt x="761" y="727"/>
                      <a:pt x="758" y="727"/>
                    </a:cubicBezTo>
                    <a:cubicBezTo>
                      <a:pt x="756" y="726"/>
                      <a:pt x="752" y="728"/>
                      <a:pt x="753" y="732"/>
                    </a:cubicBezTo>
                    <a:cubicBezTo>
                      <a:pt x="754" y="733"/>
                      <a:pt x="755" y="734"/>
                      <a:pt x="755" y="735"/>
                    </a:cubicBezTo>
                    <a:cubicBezTo>
                      <a:pt x="757" y="737"/>
                      <a:pt x="758" y="739"/>
                      <a:pt x="759" y="740"/>
                    </a:cubicBezTo>
                    <a:cubicBezTo>
                      <a:pt x="762" y="743"/>
                      <a:pt x="763" y="746"/>
                      <a:pt x="763" y="750"/>
                    </a:cubicBezTo>
                    <a:cubicBezTo>
                      <a:pt x="763" y="752"/>
                      <a:pt x="763" y="754"/>
                      <a:pt x="762" y="755"/>
                    </a:cubicBezTo>
                    <a:cubicBezTo>
                      <a:pt x="762" y="757"/>
                      <a:pt x="761" y="758"/>
                      <a:pt x="761" y="759"/>
                    </a:cubicBezTo>
                    <a:cubicBezTo>
                      <a:pt x="761" y="760"/>
                      <a:pt x="760" y="761"/>
                      <a:pt x="760" y="761"/>
                    </a:cubicBezTo>
                    <a:cubicBezTo>
                      <a:pt x="760" y="762"/>
                      <a:pt x="760" y="762"/>
                      <a:pt x="760" y="762"/>
                    </a:cubicBezTo>
                    <a:cubicBezTo>
                      <a:pt x="759" y="763"/>
                      <a:pt x="760" y="764"/>
                      <a:pt x="760" y="765"/>
                    </a:cubicBezTo>
                    <a:cubicBezTo>
                      <a:pt x="760" y="767"/>
                      <a:pt x="761" y="768"/>
                      <a:pt x="761" y="770"/>
                    </a:cubicBezTo>
                    <a:cubicBezTo>
                      <a:pt x="761" y="771"/>
                      <a:pt x="762" y="772"/>
                      <a:pt x="762" y="773"/>
                    </a:cubicBezTo>
                    <a:cubicBezTo>
                      <a:pt x="763" y="775"/>
                      <a:pt x="764" y="778"/>
                      <a:pt x="767" y="778"/>
                    </a:cubicBezTo>
                    <a:cubicBezTo>
                      <a:pt x="768" y="777"/>
                      <a:pt x="769" y="778"/>
                      <a:pt x="770" y="777"/>
                    </a:cubicBezTo>
                    <a:cubicBezTo>
                      <a:pt x="772" y="777"/>
                      <a:pt x="772" y="776"/>
                      <a:pt x="773" y="775"/>
                    </a:cubicBezTo>
                    <a:cubicBezTo>
                      <a:pt x="775" y="773"/>
                      <a:pt x="776" y="770"/>
                      <a:pt x="777" y="767"/>
                    </a:cubicBezTo>
                    <a:cubicBezTo>
                      <a:pt x="779" y="765"/>
                      <a:pt x="780" y="762"/>
                      <a:pt x="781" y="759"/>
                    </a:cubicBezTo>
                    <a:cubicBezTo>
                      <a:pt x="782" y="757"/>
                      <a:pt x="784" y="755"/>
                      <a:pt x="786" y="753"/>
                    </a:cubicBezTo>
                    <a:cubicBezTo>
                      <a:pt x="787" y="752"/>
                      <a:pt x="788" y="750"/>
                      <a:pt x="790" y="748"/>
                    </a:cubicBezTo>
                    <a:cubicBezTo>
                      <a:pt x="791" y="747"/>
                      <a:pt x="792" y="745"/>
                      <a:pt x="794" y="744"/>
                    </a:cubicBezTo>
                    <a:cubicBezTo>
                      <a:pt x="796" y="743"/>
                      <a:pt x="797" y="743"/>
                      <a:pt x="799" y="743"/>
                    </a:cubicBezTo>
                    <a:cubicBezTo>
                      <a:pt x="800" y="743"/>
                      <a:pt x="801" y="742"/>
                      <a:pt x="802" y="742"/>
                    </a:cubicBezTo>
                    <a:cubicBezTo>
                      <a:pt x="804" y="741"/>
                      <a:pt x="805" y="741"/>
                      <a:pt x="806" y="740"/>
                    </a:cubicBezTo>
                    <a:cubicBezTo>
                      <a:pt x="807" y="739"/>
                      <a:pt x="808" y="739"/>
                      <a:pt x="810" y="739"/>
                    </a:cubicBezTo>
                    <a:cubicBezTo>
                      <a:pt x="812" y="738"/>
                      <a:pt x="814" y="736"/>
                      <a:pt x="815" y="734"/>
                    </a:cubicBezTo>
                    <a:cubicBezTo>
                      <a:pt x="815" y="732"/>
                      <a:pt x="813" y="729"/>
                      <a:pt x="812" y="728"/>
                    </a:cubicBezTo>
                    <a:cubicBezTo>
                      <a:pt x="811" y="725"/>
                      <a:pt x="812" y="723"/>
                      <a:pt x="812" y="721"/>
                    </a:cubicBezTo>
                    <a:cubicBezTo>
                      <a:pt x="813" y="718"/>
                      <a:pt x="815" y="717"/>
                      <a:pt x="817" y="717"/>
                    </a:cubicBezTo>
                    <a:cubicBezTo>
                      <a:pt x="820" y="718"/>
                      <a:pt x="822" y="717"/>
                      <a:pt x="824" y="714"/>
                    </a:cubicBezTo>
                    <a:cubicBezTo>
                      <a:pt x="825" y="712"/>
                      <a:pt x="823" y="710"/>
                      <a:pt x="822" y="709"/>
                    </a:cubicBezTo>
                    <a:cubicBezTo>
                      <a:pt x="821" y="707"/>
                      <a:pt x="820" y="705"/>
                      <a:pt x="819" y="703"/>
                    </a:cubicBezTo>
                    <a:cubicBezTo>
                      <a:pt x="818" y="701"/>
                      <a:pt x="818" y="699"/>
                      <a:pt x="818" y="697"/>
                    </a:cubicBezTo>
                    <a:cubicBezTo>
                      <a:pt x="817" y="696"/>
                      <a:pt x="817" y="694"/>
                      <a:pt x="817" y="693"/>
                    </a:cubicBezTo>
                    <a:cubicBezTo>
                      <a:pt x="818" y="690"/>
                      <a:pt x="818" y="687"/>
                      <a:pt x="819" y="684"/>
                    </a:cubicBezTo>
                    <a:cubicBezTo>
                      <a:pt x="819" y="683"/>
                      <a:pt x="820" y="682"/>
                      <a:pt x="821" y="680"/>
                    </a:cubicBezTo>
                    <a:cubicBezTo>
                      <a:pt x="821" y="679"/>
                      <a:pt x="822" y="678"/>
                      <a:pt x="822" y="677"/>
                    </a:cubicBezTo>
                    <a:cubicBezTo>
                      <a:pt x="824" y="673"/>
                      <a:pt x="825" y="670"/>
                      <a:pt x="827" y="667"/>
                    </a:cubicBezTo>
                    <a:cubicBezTo>
                      <a:pt x="828" y="666"/>
                      <a:pt x="828" y="666"/>
                      <a:pt x="829" y="665"/>
                    </a:cubicBezTo>
                    <a:cubicBezTo>
                      <a:pt x="831" y="664"/>
                      <a:pt x="832" y="663"/>
                      <a:pt x="832" y="662"/>
                    </a:cubicBezTo>
                    <a:cubicBezTo>
                      <a:pt x="833" y="661"/>
                      <a:pt x="833" y="660"/>
                      <a:pt x="834" y="659"/>
                    </a:cubicBezTo>
                    <a:cubicBezTo>
                      <a:pt x="835" y="659"/>
                      <a:pt x="835" y="659"/>
                      <a:pt x="836" y="659"/>
                    </a:cubicBezTo>
                    <a:cubicBezTo>
                      <a:pt x="837" y="658"/>
                      <a:pt x="837" y="657"/>
                      <a:pt x="838" y="657"/>
                    </a:cubicBezTo>
                    <a:cubicBezTo>
                      <a:pt x="839" y="655"/>
                      <a:pt x="841" y="654"/>
                      <a:pt x="842" y="653"/>
                    </a:cubicBezTo>
                    <a:cubicBezTo>
                      <a:pt x="843" y="651"/>
                      <a:pt x="843" y="649"/>
                      <a:pt x="844" y="647"/>
                    </a:cubicBezTo>
                    <a:cubicBezTo>
                      <a:pt x="844" y="645"/>
                      <a:pt x="845" y="644"/>
                      <a:pt x="846" y="642"/>
                    </a:cubicBezTo>
                    <a:cubicBezTo>
                      <a:pt x="846" y="641"/>
                      <a:pt x="846" y="640"/>
                      <a:pt x="846" y="639"/>
                    </a:cubicBezTo>
                    <a:cubicBezTo>
                      <a:pt x="846" y="639"/>
                      <a:pt x="846" y="639"/>
                      <a:pt x="846" y="638"/>
                    </a:cubicBezTo>
                    <a:cubicBezTo>
                      <a:pt x="846" y="637"/>
                      <a:pt x="847" y="635"/>
                      <a:pt x="848" y="634"/>
                    </a:cubicBezTo>
                    <a:cubicBezTo>
                      <a:pt x="848" y="632"/>
                      <a:pt x="849" y="631"/>
                      <a:pt x="850" y="630"/>
                    </a:cubicBezTo>
                    <a:cubicBezTo>
                      <a:pt x="851" y="628"/>
                      <a:pt x="851" y="625"/>
                      <a:pt x="852" y="623"/>
                    </a:cubicBezTo>
                    <a:cubicBezTo>
                      <a:pt x="853" y="621"/>
                      <a:pt x="854" y="618"/>
                      <a:pt x="854" y="616"/>
                    </a:cubicBezTo>
                    <a:cubicBezTo>
                      <a:pt x="855" y="613"/>
                      <a:pt x="855" y="611"/>
                      <a:pt x="856" y="608"/>
                    </a:cubicBezTo>
                    <a:cubicBezTo>
                      <a:pt x="856" y="606"/>
                      <a:pt x="857" y="604"/>
                      <a:pt x="857" y="602"/>
                    </a:cubicBezTo>
                    <a:cubicBezTo>
                      <a:pt x="857" y="600"/>
                      <a:pt x="858" y="598"/>
                      <a:pt x="858" y="596"/>
                    </a:cubicBezTo>
                    <a:cubicBezTo>
                      <a:pt x="858" y="593"/>
                      <a:pt x="858" y="590"/>
                      <a:pt x="858" y="587"/>
                    </a:cubicBezTo>
                    <a:cubicBezTo>
                      <a:pt x="858" y="582"/>
                      <a:pt x="859" y="576"/>
                      <a:pt x="859" y="570"/>
                    </a:cubicBezTo>
                    <a:cubicBezTo>
                      <a:pt x="859" y="567"/>
                      <a:pt x="859" y="564"/>
                      <a:pt x="859" y="561"/>
                    </a:cubicBezTo>
                    <a:cubicBezTo>
                      <a:pt x="859" y="558"/>
                      <a:pt x="859" y="556"/>
                      <a:pt x="859" y="553"/>
                    </a:cubicBezTo>
                    <a:cubicBezTo>
                      <a:pt x="860" y="547"/>
                      <a:pt x="861" y="542"/>
                      <a:pt x="864" y="537"/>
                    </a:cubicBezTo>
                    <a:cubicBezTo>
                      <a:pt x="866" y="534"/>
                      <a:pt x="867" y="531"/>
                      <a:pt x="870" y="528"/>
                    </a:cubicBezTo>
                    <a:cubicBezTo>
                      <a:pt x="872" y="526"/>
                      <a:pt x="875" y="522"/>
                      <a:pt x="878" y="523"/>
                    </a:cubicBezTo>
                    <a:cubicBezTo>
                      <a:pt x="878" y="524"/>
                      <a:pt x="878" y="525"/>
                      <a:pt x="878" y="526"/>
                    </a:cubicBezTo>
                    <a:cubicBezTo>
                      <a:pt x="878" y="527"/>
                      <a:pt x="878" y="528"/>
                      <a:pt x="877" y="529"/>
                    </a:cubicBezTo>
                    <a:cubicBezTo>
                      <a:pt x="877" y="530"/>
                      <a:pt x="876" y="531"/>
                      <a:pt x="875" y="532"/>
                    </a:cubicBezTo>
                    <a:cubicBezTo>
                      <a:pt x="874" y="533"/>
                      <a:pt x="873" y="534"/>
                      <a:pt x="872" y="535"/>
                    </a:cubicBezTo>
                    <a:cubicBezTo>
                      <a:pt x="872" y="536"/>
                      <a:pt x="872" y="538"/>
                      <a:pt x="870" y="539"/>
                    </a:cubicBezTo>
                    <a:cubicBezTo>
                      <a:pt x="870" y="540"/>
                      <a:pt x="870" y="540"/>
                      <a:pt x="869" y="540"/>
                    </a:cubicBezTo>
                    <a:cubicBezTo>
                      <a:pt x="869" y="541"/>
                      <a:pt x="868" y="542"/>
                      <a:pt x="868" y="542"/>
                    </a:cubicBezTo>
                    <a:cubicBezTo>
                      <a:pt x="867" y="544"/>
                      <a:pt x="867" y="546"/>
                      <a:pt x="867" y="548"/>
                    </a:cubicBezTo>
                    <a:cubicBezTo>
                      <a:pt x="866" y="549"/>
                      <a:pt x="866" y="550"/>
                      <a:pt x="865" y="552"/>
                    </a:cubicBezTo>
                    <a:cubicBezTo>
                      <a:pt x="865" y="554"/>
                      <a:pt x="863" y="557"/>
                      <a:pt x="863" y="560"/>
                    </a:cubicBezTo>
                    <a:cubicBezTo>
                      <a:pt x="862" y="562"/>
                      <a:pt x="863" y="565"/>
                      <a:pt x="863" y="567"/>
                    </a:cubicBezTo>
                    <a:cubicBezTo>
                      <a:pt x="863" y="569"/>
                      <a:pt x="862" y="571"/>
                      <a:pt x="862" y="573"/>
                    </a:cubicBezTo>
                    <a:cubicBezTo>
                      <a:pt x="862" y="575"/>
                      <a:pt x="862" y="577"/>
                      <a:pt x="862" y="578"/>
                    </a:cubicBezTo>
                    <a:cubicBezTo>
                      <a:pt x="863" y="583"/>
                      <a:pt x="863" y="588"/>
                      <a:pt x="862" y="593"/>
                    </a:cubicBezTo>
                    <a:cubicBezTo>
                      <a:pt x="862" y="596"/>
                      <a:pt x="861" y="598"/>
                      <a:pt x="860" y="601"/>
                    </a:cubicBezTo>
                    <a:cubicBezTo>
                      <a:pt x="860" y="603"/>
                      <a:pt x="860" y="605"/>
                      <a:pt x="860" y="607"/>
                    </a:cubicBezTo>
                    <a:cubicBezTo>
                      <a:pt x="860" y="609"/>
                      <a:pt x="861" y="611"/>
                      <a:pt x="860" y="613"/>
                    </a:cubicBezTo>
                    <a:cubicBezTo>
                      <a:pt x="860" y="614"/>
                      <a:pt x="858" y="615"/>
                      <a:pt x="858" y="617"/>
                    </a:cubicBezTo>
                    <a:cubicBezTo>
                      <a:pt x="857" y="618"/>
                      <a:pt x="856" y="619"/>
                      <a:pt x="855" y="621"/>
                    </a:cubicBezTo>
                    <a:cubicBezTo>
                      <a:pt x="854" y="623"/>
                      <a:pt x="853" y="625"/>
                      <a:pt x="852" y="627"/>
                    </a:cubicBezTo>
                    <a:cubicBezTo>
                      <a:pt x="851" y="632"/>
                      <a:pt x="851" y="637"/>
                      <a:pt x="850" y="642"/>
                    </a:cubicBezTo>
                    <a:cubicBezTo>
                      <a:pt x="850" y="644"/>
                      <a:pt x="849" y="648"/>
                      <a:pt x="848" y="650"/>
                    </a:cubicBezTo>
                    <a:cubicBezTo>
                      <a:pt x="847" y="652"/>
                      <a:pt x="845" y="654"/>
                      <a:pt x="844" y="656"/>
                    </a:cubicBezTo>
                    <a:cubicBezTo>
                      <a:pt x="842" y="657"/>
                      <a:pt x="841" y="659"/>
                      <a:pt x="839" y="660"/>
                    </a:cubicBezTo>
                    <a:cubicBezTo>
                      <a:pt x="838" y="661"/>
                      <a:pt x="836" y="662"/>
                      <a:pt x="835" y="663"/>
                    </a:cubicBezTo>
                    <a:cubicBezTo>
                      <a:pt x="832" y="666"/>
                      <a:pt x="830" y="670"/>
                      <a:pt x="828" y="674"/>
                    </a:cubicBezTo>
                    <a:cubicBezTo>
                      <a:pt x="826" y="678"/>
                      <a:pt x="823" y="681"/>
                      <a:pt x="822" y="685"/>
                    </a:cubicBezTo>
                    <a:cubicBezTo>
                      <a:pt x="822" y="688"/>
                      <a:pt x="822" y="691"/>
                      <a:pt x="823" y="694"/>
                    </a:cubicBezTo>
                    <a:cubicBezTo>
                      <a:pt x="823" y="696"/>
                      <a:pt x="823" y="697"/>
                      <a:pt x="823" y="698"/>
                    </a:cubicBezTo>
                    <a:cubicBezTo>
                      <a:pt x="823" y="700"/>
                      <a:pt x="824" y="701"/>
                      <a:pt x="824" y="702"/>
                    </a:cubicBezTo>
                    <a:cubicBezTo>
                      <a:pt x="824" y="704"/>
                      <a:pt x="825" y="706"/>
                      <a:pt x="826" y="707"/>
                    </a:cubicBezTo>
                    <a:cubicBezTo>
                      <a:pt x="828" y="710"/>
                      <a:pt x="831" y="712"/>
                      <a:pt x="830" y="716"/>
                    </a:cubicBezTo>
                    <a:cubicBezTo>
                      <a:pt x="830" y="718"/>
                      <a:pt x="829" y="718"/>
                      <a:pt x="828" y="718"/>
                    </a:cubicBezTo>
                    <a:cubicBezTo>
                      <a:pt x="826" y="718"/>
                      <a:pt x="824" y="718"/>
                      <a:pt x="823" y="718"/>
                    </a:cubicBezTo>
                    <a:cubicBezTo>
                      <a:pt x="820" y="718"/>
                      <a:pt x="819" y="719"/>
                      <a:pt x="817" y="720"/>
                    </a:cubicBezTo>
                    <a:cubicBezTo>
                      <a:pt x="816" y="721"/>
                      <a:pt x="816" y="722"/>
                      <a:pt x="816" y="723"/>
                    </a:cubicBezTo>
                    <a:cubicBezTo>
                      <a:pt x="816" y="725"/>
                      <a:pt x="816" y="726"/>
                      <a:pt x="816" y="728"/>
                    </a:cubicBezTo>
                    <a:cubicBezTo>
                      <a:pt x="817" y="729"/>
                      <a:pt x="818" y="730"/>
                      <a:pt x="819" y="731"/>
                    </a:cubicBezTo>
                    <a:cubicBezTo>
                      <a:pt x="820" y="733"/>
                      <a:pt x="821" y="733"/>
                      <a:pt x="821" y="735"/>
                    </a:cubicBezTo>
                    <a:cubicBezTo>
                      <a:pt x="821" y="737"/>
                      <a:pt x="821" y="738"/>
                      <a:pt x="820" y="739"/>
                    </a:cubicBezTo>
                    <a:cubicBezTo>
                      <a:pt x="819" y="740"/>
                      <a:pt x="818" y="741"/>
                      <a:pt x="816" y="741"/>
                    </a:cubicBezTo>
                    <a:cubicBezTo>
                      <a:pt x="815" y="741"/>
                      <a:pt x="814" y="741"/>
                      <a:pt x="813" y="741"/>
                    </a:cubicBezTo>
                    <a:cubicBezTo>
                      <a:pt x="811" y="741"/>
                      <a:pt x="810" y="743"/>
                      <a:pt x="808" y="743"/>
                    </a:cubicBezTo>
                    <a:cubicBezTo>
                      <a:pt x="806" y="744"/>
                      <a:pt x="805" y="744"/>
                      <a:pt x="803" y="745"/>
                    </a:cubicBezTo>
                    <a:cubicBezTo>
                      <a:pt x="802" y="745"/>
                      <a:pt x="800" y="745"/>
                      <a:pt x="799" y="746"/>
                    </a:cubicBezTo>
                    <a:cubicBezTo>
                      <a:pt x="798" y="747"/>
                      <a:pt x="797" y="748"/>
                      <a:pt x="797" y="750"/>
                    </a:cubicBezTo>
                    <a:cubicBezTo>
                      <a:pt x="795" y="751"/>
                      <a:pt x="794" y="752"/>
                      <a:pt x="793" y="753"/>
                    </a:cubicBezTo>
                    <a:cubicBezTo>
                      <a:pt x="792" y="754"/>
                      <a:pt x="791" y="755"/>
                      <a:pt x="790" y="755"/>
                    </a:cubicBezTo>
                    <a:cubicBezTo>
                      <a:pt x="788" y="757"/>
                      <a:pt x="786" y="760"/>
                      <a:pt x="785" y="762"/>
                    </a:cubicBezTo>
                    <a:cubicBezTo>
                      <a:pt x="784" y="763"/>
                      <a:pt x="784" y="765"/>
                      <a:pt x="783" y="767"/>
                    </a:cubicBezTo>
                    <a:cubicBezTo>
                      <a:pt x="782" y="769"/>
                      <a:pt x="783" y="767"/>
                      <a:pt x="783" y="767"/>
                    </a:cubicBezTo>
                    <a:cubicBezTo>
                      <a:pt x="784" y="768"/>
                      <a:pt x="782" y="770"/>
                      <a:pt x="782" y="770"/>
                    </a:cubicBezTo>
                    <a:cubicBezTo>
                      <a:pt x="781" y="772"/>
                      <a:pt x="780" y="774"/>
                      <a:pt x="779" y="775"/>
                    </a:cubicBezTo>
                    <a:cubicBezTo>
                      <a:pt x="778" y="777"/>
                      <a:pt x="778" y="778"/>
                      <a:pt x="776" y="778"/>
                    </a:cubicBezTo>
                    <a:cubicBezTo>
                      <a:pt x="773" y="779"/>
                      <a:pt x="766" y="778"/>
                      <a:pt x="765" y="782"/>
                    </a:cubicBezTo>
                    <a:cubicBezTo>
                      <a:pt x="765" y="784"/>
                      <a:pt x="766" y="786"/>
                      <a:pt x="767" y="787"/>
                    </a:cubicBezTo>
                    <a:cubicBezTo>
                      <a:pt x="768" y="789"/>
                      <a:pt x="768" y="791"/>
                      <a:pt x="768" y="793"/>
                    </a:cubicBezTo>
                    <a:cubicBezTo>
                      <a:pt x="769" y="796"/>
                      <a:pt x="771" y="798"/>
                      <a:pt x="772" y="800"/>
                    </a:cubicBezTo>
                    <a:cubicBezTo>
                      <a:pt x="773" y="802"/>
                      <a:pt x="773" y="805"/>
                      <a:pt x="773" y="807"/>
                    </a:cubicBezTo>
                    <a:cubicBezTo>
                      <a:pt x="773" y="812"/>
                      <a:pt x="775" y="818"/>
                      <a:pt x="772" y="822"/>
                    </a:cubicBezTo>
                    <a:cubicBezTo>
                      <a:pt x="771" y="824"/>
                      <a:pt x="769" y="825"/>
                      <a:pt x="769" y="827"/>
                    </a:cubicBezTo>
                    <a:cubicBezTo>
                      <a:pt x="768" y="830"/>
                      <a:pt x="768" y="832"/>
                      <a:pt x="768" y="834"/>
                    </a:cubicBezTo>
                    <a:cubicBezTo>
                      <a:pt x="768" y="838"/>
                      <a:pt x="770" y="843"/>
                      <a:pt x="771" y="847"/>
                    </a:cubicBezTo>
                    <a:cubicBezTo>
                      <a:pt x="772" y="849"/>
                      <a:pt x="772" y="851"/>
                      <a:pt x="772" y="853"/>
                    </a:cubicBezTo>
                    <a:cubicBezTo>
                      <a:pt x="771" y="855"/>
                      <a:pt x="770" y="857"/>
                      <a:pt x="769" y="859"/>
                    </a:cubicBezTo>
                    <a:cubicBezTo>
                      <a:pt x="768" y="862"/>
                      <a:pt x="768" y="864"/>
                      <a:pt x="769" y="866"/>
                    </a:cubicBezTo>
                    <a:cubicBezTo>
                      <a:pt x="769" y="868"/>
                      <a:pt x="769" y="871"/>
                      <a:pt x="770" y="872"/>
                    </a:cubicBezTo>
                    <a:cubicBezTo>
                      <a:pt x="771" y="874"/>
                      <a:pt x="772" y="876"/>
                      <a:pt x="774" y="877"/>
                    </a:cubicBezTo>
                    <a:cubicBezTo>
                      <a:pt x="775" y="878"/>
                      <a:pt x="776" y="879"/>
                      <a:pt x="778" y="880"/>
                    </a:cubicBezTo>
                    <a:cubicBezTo>
                      <a:pt x="780" y="881"/>
                      <a:pt x="783" y="880"/>
                      <a:pt x="786" y="881"/>
                    </a:cubicBezTo>
                    <a:cubicBezTo>
                      <a:pt x="789" y="882"/>
                      <a:pt x="790" y="885"/>
                      <a:pt x="792" y="887"/>
                    </a:cubicBezTo>
                    <a:cubicBezTo>
                      <a:pt x="793" y="890"/>
                      <a:pt x="795" y="890"/>
                      <a:pt x="797" y="891"/>
                    </a:cubicBezTo>
                    <a:cubicBezTo>
                      <a:pt x="800" y="891"/>
                      <a:pt x="802" y="892"/>
                      <a:pt x="803" y="895"/>
                    </a:cubicBezTo>
                    <a:cubicBezTo>
                      <a:pt x="804" y="897"/>
                      <a:pt x="803" y="899"/>
                      <a:pt x="804" y="901"/>
                    </a:cubicBezTo>
                    <a:cubicBezTo>
                      <a:pt x="804" y="903"/>
                      <a:pt x="805" y="905"/>
                      <a:pt x="806" y="907"/>
                    </a:cubicBezTo>
                    <a:cubicBezTo>
                      <a:pt x="807" y="909"/>
                      <a:pt x="808" y="910"/>
                      <a:pt x="810" y="911"/>
                    </a:cubicBezTo>
                    <a:cubicBezTo>
                      <a:pt x="814" y="911"/>
                      <a:pt x="817" y="912"/>
                      <a:pt x="821" y="912"/>
                    </a:cubicBezTo>
                    <a:cubicBezTo>
                      <a:pt x="824" y="913"/>
                      <a:pt x="826" y="911"/>
                      <a:pt x="827" y="909"/>
                    </a:cubicBezTo>
                    <a:cubicBezTo>
                      <a:pt x="828" y="907"/>
                      <a:pt x="829" y="906"/>
                      <a:pt x="830" y="904"/>
                    </a:cubicBezTo>
                    <a:cubicBezTo>
                      <a:pt x="830" y="904"/>
                      <a:pt x="831" y="903"/>
                      <a:pt x="832" y="902"/>
                    </a:cubicBezTo>
                    <a:cubicBezTo>
                      <a:pt x="832" y="901"/>
                      <a:pt x="832" y="900"/>
                      <a:pt x="832" y="899"/>
                    </a:cubicBezTo>
                    <a:cubicBezTo>
                      <a:pt x="832" y="898"/>
                      <a:pt x="832" y="896"/>
                      <a:pt x="832" y="895"/>
                    </a:cubicBezTo>
                    <a:cubicBezTo>
                      <a:pt x="833" y="893"/>
                      <a:pt x="834" y="887"/>
                      <a:pt x="837" y="887"/>
                    </a:cubicBezTo>
                    <a:cubicBezTo>
                      <a:pt x="840" y="887"/>
                      <a:pt x="838" y="893"/>
                      <a:pt x="838" y="895"/>
                    </a:cubicBezTo>
                    <a:cubicBezTo>
                      <a:pt x="837" y="897"/>
                      <a:pt x="836" y="898"/>
                      <a:pt x="835" y="900"/>
                    </a:cubicBezTo>
                    <a:cubicBezTo>
                      <a:pt x="835" y="901"/>
                      <a:pt x="834" y="902"/>
                      <a:pt x="834" y="903"/>
                    </a:cubicBezTo>
                    <a:cubicBezTo>
                      <a:pt x="834" y="904"/>
                      <a:pt x="835" y="906"/>
                      <a:pt x="835" y="908"/>
                    </a:cubicBezTo>
                    <a:cubicBezTo>
                      <a:pt x="834" y="910"/>
                      <a:pt x="832" y="911"/>
                      <a:pt x="831" y="912"/>
                    </a:cubicBezTo>
                    <a:cubicBezTo>
                      <a:pt x="829" y="913"/>
                      <a:pt x="829" y="916"/>
                      <a:pt x="828" y="918"/>
                    </a:cubicBezTo>
                    <a:cubicBezTo>
                      <a:pt x="826" y="920"/>
                      <a:pt x="823" y="920"/>
                      <a:pt x="820" y="920"/>
                    </a:cubicBezTo>
                    <a:cubicBezTo>
                      <a:pt x="817" y="921"/>
                      <a:pt x="814" y="922"/>
                      <a:pt x="811" y="920"/>
                    </a:cubicBezTo>
                    <a:cubicBezTo>
                      <a:pt x="808" y="918"/>
                      <a:pt x="807" y="916"/>
                      <a:pt x="803" y="916"/>
                    </a:cubicBezTo>
                    <a:cubicBezTo>
                      <a:pt x="801" y="916"/>
                      <a:pt x="798" y="917"/>
                      <a:pt x="795" y="918"/>
                    </a:cubicBezTo>
                    <a:cubicBezTo>
                      <a:pt x="793" y="919"/>
                      <a:pt x="792" y="921"/>
                      <a:pt x="791" y="923"/>
                    </a:cubicBezTo>
                    <a:cubicBezTo>
                      <a:pt x="789" y="925"/>
                      <a:pt x="787" y="928"/>
                      <a:pt x="785" y="930"/>
                    </a:cubicBezTo>
                    <a:cubicBezTo>
                      <a:pt x="783" y="932"/>
                      <a:pt x="782" y="934"/>
                      <a:pt x="781" y="936"/>
                    </a:cubicBezTo>
                    <a:cubicBezTo>
                      <a:pt x="780" y="937"/>
                      <a:pt x="779" y="937"/>
                      <a:pt x="779" y="938"/>
                    </a:cubicBezTo>
                    <a:cubicBezTo>
                      <a:pt x="778" y="940"/>
                      <a:pt x="778" y="942"/>
                      <a:pt x="778" y="943"/>
                    </a:cubicBezTo>
                    <a:cubicBezTo>
                      <a:pt x="778" y="945"/>
                      <a:pt x="778" y="947"/>
                      <a:pt x="778" y="949"/>
                    </a:cubicBezTo>
                    <a:cubicBezTo>
                      <a:pt x="778" y="951"/>
                      <a:pt x="778" y="953"/>
                      <a:pt x="779" y="955"/>
                    </a:cubicBezTo>
                    <a:cubicBezTo>
                      <a:pt x="780" y="959"/>
                      <a:pt x="780" y="962"/>
                      <a:pt x="781" y="966"/>
                    </a:cubicBezTo>
                    <a:cubicBezTo>
                      <a:pt x="781" y="967"/>
                      <a:pt x="781" y="969"/>
                      <a:pt x="780" y="970"/>
                    </a:cubicBezTo>
                    <a:cubicBezTo>
                      <a:pt x="779" y="972"/>
                      <a:pt x="778" y="973"/>
                      <a:pt x="776" y="974"/>
                    </a:cubicBezTo>
                    <a:cubicBezTo>
                      <a:pt x="772" y="976"/>
                      <a:pt x="769" y="979"/>
                      <a:pt x="768" y="983"/>
                    </a:cubicBezTo>
                    <a:cubicBezTo>
                      <a:pt x="767" y="984"/>
                      <a:pt x="766" y="986"/>
                      <a:pt x="766" y="987"/>
                    </a:cubicBezTo>
                    <a:cubicBezTo>
                      <a:pt x="765" y="989"/>
                      <a:pt x="765" y="991"/>
                      <a:pt x="763" y="991"/>
                    </a:cubicBezTo>
                    <a:cubicBezTo>
                      <a:pt x="761" y="991"/>
                      <a:pt x="760" y="990"/>
                      <a:pt x="758" y="990"/>
                    </a:cubicBezTo>
                    <a:cubicBezTo>
                      <a:pt x="756" y="989"/>
                      <a:pt x="754" y="989"/>
                      <a:pt x="752" y="989"/>
                    </a:cubicBezTo>
                    <a:cubicBezTo>
                      <a:pt x="750" y="990"/>
                      <a:pt x="748" y="991"/>
                      <a:pt x="745" y="991"/>
                    </a:cubicBezTo>
                    <a:cubicBezTo>
                      <a:pt x="743" y="991"/>
                      <a:pt x="741" y="991"/>
                      <a:pt x="739" y="991"/>
                    </a:cubicBezTo>
                    <a:cubicBezTo>
                      <a:pt x="737" y="991"/>
                      <a:pt x="735" y="991"/>
                      <a:pt x="733" y="991"/>
                    </a:cubicBezTo>
                    <a:cubicBezTo>
                      <a:pt x="731" y="991"/>
                      <a:pt x="729" y="990"/>
                      <a:pt x="727" y="990"/>
                    </a:cubicBezTo>
                    <a:cubicBezTo>
                      <a:pt x="725" y="990"/>
                      <a:pt x="724" y="991"/>
                      <a:pt x="722" y="990"/>
                    </a:cubicBezTo>
                    <a:cubicBezTo>
                      <a:pt x="720" y="990"/>
                      <a:pt x="719" y="989"/>
                      <a:pt x="718" y="989"/>
                    </a:cubicBezTo>
                    <a:cubicBezTo>
                      <a:pt x="716" y="989"/>
                      <a:pt x="716" y="989"/>
                      <a:pt x="714" y="989"/>
                    </a:cubicBezTo>
                    <a:cubicBezTo>
                      <a:pt x="713" y="989"/>
                      <a:pt x="711" y="989"/>
                      <a:pt x="710" y="988"/>
                    </a:cubicBezTo>
                    <a:cubicBezTo>
                      <a:pt x="710" y="988"/>
                      <a:pt x="709" y="988"/>
                      <a:pt x="708" y="988"/>
                    </a:cubicBezTo>
                    <a:cubicBezTo>
                      <a:pt x="708" y="988"/>
                      <a:pt x="707" y="988"/>
                      <a:pt x="706" y="988"/>
                    </a:cubicBezTo>
                    <a:cubicBezTo>
                      <a:pt x="704" y="988"/>
                      <a:pt x="703" y="988"/>
                      <a:pt x="701" y="988"/>
                    </a:cubicBezTo>
                    <a:cubicBezTo>
                      <a:pt x="699" y="988"/>
                      <a:pt x="697" y="987"/>
                      <a:pt x="695" y="987"/>
                    </a:cubicBezTo>
                    <a:cubicBezTo>
                      <a:pt x="692" y="988"/>
                      <a:pt x="690" y="987"/>
                      <a:pt x="687" y="987"/>
                    </a:cubicBezTo>
                    <a:cubicBezTo>
                      <a:pt x="683" y="987"/>
                      <a:pt x="679" y="987"/>
                      <a:pt x="675" y="987"/>
                    </a:cubicBezTo>
                    <a:cubicBezTo>
                      <a:pt x="671" y="987"/>
                      <a:pt x="666" y="988"/>
                      <a:pt x="662" y="988"/>
                    </a:cubicBezTo>
                    <a:cubicBezTo>
                      <a:pt x="660" y="987"/>
                      <a:pt x="658" y="988"/>
                      <a:pt x="656" y="987"/>
                    </a:cubicBezTo>
                    <a:cubicBezTo>
                      <a:pt x="654" y="986"/>
                      <a:pt x="653" y="985"/>
                      <a:pt x="652" y="984"/>
                    </a:cubicBezTo>
                    <a:cubicBezTo>
                      <a:pt x="648" y="982"/>
                      <a:pt x="647" y="979"/>
                      <a:pt x="644" y="976"/>
                    </a:cubicBezTo>
                    <a:cubicBezTo>
                      <a:pt x="643" y="975"/>
                      <a:pt x="641" y="974"/>
                      <a:pt x="640" y="973"/>
                    </a:cubicBezTo>
                    <a:cubicBezTo>
                      <a:pt x="639" y="973"/>
                      <a:pt x="638" y="972"/>
                      <a:pt x="637" y="971"/>
                    </a:cubicBezTo>
                    <a:cubicBezTo>
                      <a:pt x="637" y="971"/>
                      <a:pt x="636" y="970"/>
                      <a:pt x="635" y="970"/>
                    </a:cubicBezTo>
                    <a:cubicBezTo>
                      <a:pt x="634" y="969"/>
                      <a:pt x="633" y="969"/>
                      <a:pt x="633" y="968"/>
                    </a:cubicBezTo>
                    <a:cubicBezTo>
                      <a:pt x="632" y="968"/>
                      <a:pt x="631" y="968"/>
                      <a:pt x="630" y="967"/>
                    </a:cubicBezTo>
                    <a:cubicBezTo>
                      <a:pt x="628" y="966"/>
                      <a:pt x="626" y="966"/>
                      <a:pt x="624" y="966"/>
                    </a:cubicBezTo>
                    <a:cubicBezTo>
                      <a:pt x="623" y="966"/>
                      <a:pt x="622" y="966"/>
                      <a:pt x="621" y="966"/>
                    </a:cubicBezTo>
                    <a:cubicBezTo>
                      <a:pt x="620" y="965"/>
                      <a:pt x="619" y="965"/>
                      <a:pt x="619" y="965"/>
                    </a:cubicBezTo>
                    <a:cubicBezTo>
                      <a:pt x="618" y="965"/>
                      <a:pt x="617" y="965"/>
                      <a:pt x="616" y="965"/>
                    </a:cubicBezTo>
                    <a:cubicBezTo>
                      <a:pt x="615" y="964"/>
                      <a:pt x="613" y="965"/>
                      <a:pt x="612" y="965"/>
                    </a:cubicBezTo>
                    <a:cubicBezTo>
                      <a:pt x="611" y="965"/>
                      <a:pt x="610" y="964"/>
                      <a:pt x="609" y="965"/>
                    </a:cubicBezTo>
                    <a:cubicBezTo>
                      <a:pt x="608" y="966"/>
                      <a:pt x="607" y="966"/>
                      <a:pt x="606" y="967"/>
                    </a:cubicBezTo>
                    <a:cubicBezTo>
                      <a:pt x="605" y="968"/>
                      <a:pt x="605" y="968"/>
                      <a:pt x="604" y="969"/>
                    </a:cubicBezTo>
                    <a:cubicBezTo>
                      <a:pt x="604" y="969"/>
                      <a:pt x="603" y="970"/>
                      <a:pt x="602" y="970"/>
                    </a:cubicBezTo>
                    <a:cubicBezTo>
                      <a:pt x="601" y="971"/>
                      <a:pt x="600" y="973"/>
                      <a:pt x="599" y="974"/>
                    </a:cubicBezTo>
                    <a:cubicBezTo>
                      <a:pt x="598" y="975"/>
                      <a:pt x="598" y="975"/>
                      <a:pt x="597" y="975"/>
                    </a:cubicBezTo>
                    <a:cubicBezTo>
                      <a:pt x="596" y="975"/>
                      <a:pt x="596" y="975"/>
                      <a:pt x="596" y="975"/>
                    </a:cubicBezTo>
                    <a:cubicBezTo>
                      <a:pt x="595" y="975"/>
                      <a:pt x="594" y="976"/>
                      <a:pt x="594" y="976"/>
                    </a:cubicBezTo>
                    <a:cubicBezTo>
                      <a:pt x="593" y="977"/>
                      <a:pt x="593" y="977"/>
                      <a:pt x="592" y="977"/>
                    </a:cubicBezTo>
                    <a:cubicBezTo>
                      <a:pt x="592" y="978"/>
                      <a:pt x="591" y="979"/>
                      <a:pt x="590" y="979"/>
                    </a:cubicBezTo>
                    <a:cubicBezTo>
                      <a:pt x="589" y="982"/>
                      <a:pt x="586" y="984"/>
                      <a:pt x="584" y="986"/>
                    </a:cubicBezTo>
                    <a:cubicBezTo>
                      <a:pt x="583" y="986"/>
                      <a:pt x="582" y="987"/>
                      <a:pt x="580" y="988"/>
                    </a:cubicBezTo>
                    <a:cubicBezTo>
                      <a:pt x="579" y="988"/>
                      <a:pt x="578" y="988"/>
                      <a:pt x="577" y="989"/>
                    </a:cubicBezTo>
                    <a:cubicBezTo>
                      <a:pt x="576" y="989"/>
                      <a:pt x="575" y="990"/>
                      <a:pt x="573" y="991"/>
                    </a:cubicBezTo>
                    <a:cubicBezTo>
                      <a:pt x="572" y="992"/>
                      <a:pt x="571" y="992"/>
                      <a:pt x="570" y="993"/>
                    </a:cubicBezTo>
                    <a:cubicBezTo>
                      <a:pt x="569" y="994"/>
                      <a:pt x="569" y="996"/>
                      <a:pt x="569" y="997"/>
                    </a:cubicBezTo>
                    <a:cubicBezTo>
                      <a:pt x="569" y="998"/>
                      <a:pt x="570" y="999"/>
                      <a:pt x="570" y="1000"/>
                    </a:cubicBezTo>
                    <a:cubicBezTo>
                      <a:pt x="570" y="1003"/>
                      <a:pt x="570" y="1007"/>
                      <a:pt x="570" y="1010"/>
                    </a:cubicBezTo>
                    <a:cubicBezTo>
                      <a:pt x="570" y="1012"/>
                      <a:pt x="570" y="1014"/>
                      <a:pt x="570" y="1015"/>
                    </a:cubicBezTo>
                    <a:cubicBezTo>
                      <a:pt x="570" y="1017"/>
                      <a:pt x="570" y="1019"/>
                      <a:pt x="570" y="1020"/>
                    </a:cubicBezTo>
                    <a:cubicBezTo>
                      <a:pt x="570" y="1024"/>
                      <a:pt x="569" y="1027"/>
                      <a:pt x="569" y="1030"/>
                    </a:cubicBezTo>
                    <a:cubicBezTo>
                      <a:pt x="569" y="1034"/>
                      <a:pt x="569" y="1037"/>
                      <a:pt x="568" y="1041"/>
                    </a:cubicBezTo>
                    <a:cubicBezTo>
                      <a:pt x="568" y="1042"/>
                      <a:pt x="568" y="1044"/>
                      <a:pt x="567" y="1046"/>
                    </a:cubicBezTo>
                    <a:cubicBezTo>
                      <a:pt x="567" y="1048"/>
                      <a:pt x="565" y="1050"/>
                      <a:pt x="564" y="1051"/>
                    </a:cubicBezTo>
                    <a:cubicBezTo>
                      <a:pt x="563" y="1053"/>
                      <a:pt x="561" y="1054"/>
                      <a:pt x="560" y="1056"/>
                    </a:cubicBezTo>
                    <a:cubicBezTo>
                      <a:pt x="559" y="1057"/>
                      <a:pt x="558" y="1059"/>
                      <a:pt x="557" y="1060"/>
                    </a:cubicBezTo>
                    <a:cubicBezTo>
                      <a:pt x="556" y="1061"/>
                      <a:pt x="555" y="1063"/>
                      <a:pt x="554" y="1064"/>
                    </a:cubicBezTo>
                    <a:cubicBezTo>
                      <a:pt x="553" y="1065"/>
                      <a:pt x="552" y="1066"/>
                      <a:pt x="550" y="1067"/>
                    </a:cubicBezTo>
                    <a:cubicBezTo>
                      <a:pt x="548" y="1069"/>
                      <a:pt x="546" y="1070"/>
                      <a:pt x="543" y="1071"/>
                    </a:cubicBezTo>
                    <a:cubicBezTo>
                      <a:pt x="541" y="1072"/>
                      <a:pt x="539" y="1073"/>
                      <a:pt x="537" y="1074"/>
                    </a:cubicBezTo>
                    <a:cubicBezTo>
                      <a:pt x="535" y="1074"/>
                      <a:pt x="534" y="1074"/>
                      <a:pt x="533" y="1075"/>
                    </a:cubicBezTo>
                    <a:cubicBezTo>
                      <a:pt x="532" y="1076"/>
                      <a:pt x="531" y="1076"/>
                      <a:pt x="529" y="1077"/>
                    </a:cubicBezTo>
                    <a:cubicBezTo>
                      <a:pt x="528" y="1078"/>
                      <a:pt x="527" y="1078"/>
                      <a:pt x="526" y="1079"/>
                    </a:cubicBezTo>
                    <a:cubicBezTo>
                      <a:pt x="525" y="1080"/>
                      <a:pt x="524" y="1081"/>
                      <a:pt x="523" y="1082"/>
                    </a:cubicBezTo>
                    <a:cubicBezTo>
                      <a:pt x="522" y="1084"/>
                      <a:pt x="520" y="1085"/>
                      <a:pt x="518" y="1087"/>
                    </a:cubicBezTo>
                    <a:cubicBezTo>
                      <a:pt x="517" y="1088"/>
                      <a:pt x="516" y="1089"/>
                      <a:pt x="516" y="1091"/>
                    </a:cubicBezTo>
                    <a:cubicBezTo>
                      <a:pt x="515" y="1092"/>
                      <a:pt x="516" y="1094"/>
                      <a:pt x="515" y="1095"/>
                    </a:cubicBezTo>
                    <a:cubicBezTo>
                      <a:pt x="515" y="1097"/>
                      <a:pt x="515" y="1098"/>
                      <a:pt x="515" y="1100"/>
                    </a:cubicBezTo>
                    <a:cubicBezTo>
                      <a:pt x="515" y="1101"/>
                      <a:pt x="515" y="1101"/>
                      <a:pt x="515" y="1102"/>
                    </a:cubicBezTo>
                    <a:cubicBezTo>
                      <a:pt x="515" y="1103"/>
                      <a:pt x="515" y="1104"/>
                      <a:pt x="515" y="1106"/>
                    </a:cubicBezTo>
                    <a:cubicBezTo>
                      <a:pt x="514" y="1110"/>
                      <a:pt x="515" y="1114"/>
                      <a:pt x="515" y="1118"/>
                    </a:cubicBezTo>
                    <a:cubicBezTo>
                      <a:pt x="514" y="1121"/>
                      <a:pt x="513" y="1125"/>
                      <a:pt x="511" y="1128"/>
                    </a:cubicBezTo>
                    <a:cubicBezTo>
                      <a:pt x="510" y="1132"/>
                      <a:pt x="508" y="1136"/>
                      <a:pt x="505" y="1140"/>
                    </a:cubicBezTo>
                    <a:cubicBezTo>
                      <a:pt x="503" y="1141"/>
                      <a:pt x="502" y="1144"/>
                      <a:pt x="501" y="1146"/>
                    </a:cubicBezTo>
                    <a:cubicBezTo>
                      <a:pt x="500" y="1148"/>
                      <a:pt x="500" y="1150"/>
                      <a:pt x="500" y="1153"/>
                    </a:cubicBezTo>
                    <a:cubicBezTo>
                      <a:pt x="499" y="1156"/>
                      <a:pt x="499" y="1159"/>
                      <a:pt x="499" y="1162"/>
                    </a:cubicBezTo>
                    <a:cubicBezTo>
                      <a:pt x="499" y="1163"/>
                      <a:pt x="500" y="1164"/>
                      <a:pt x="500" y="1165"/>
                    </a:cubicBezTo>
                    <a:cubicBezTo>
                      <a:pt x="500" y="1167"/>
                      <a:pt x="500" y="1168"/>
                      <a:pt x="501" y="1169"/>
                    </a:cubicBezTo>
                    <a:cubicBezTo>
                      <a:pt x="502" y="1171"/>
                      <a:pt x="503" y="1173"/>
                      <a:pt x="505" y="1174"/>
                    </a:cubicBezTo>
                    <a:cubicBezTo>
                      <a:pt x="507" y="1176"/>
                      <a:pt x="509" y="1177"/>
                      <a:pt x="512" y="1178"/>
                    </a:cubicBezTo>
                    <a:cubicBezTo>
                      <a:pt x="514" y="1179"/>
                      <a:pt x="515" y="1181"/>
                      <a:pt x="517" y="1183"/>
                    </a:cubicBezTo>
                    <a:cubicBezTo>
                      <a:pt x="520" y="1185"/>
                      <a:pt x="520" y="1187"/>
                      <a:pt x="521" y="1190"/>
                    </a:cubicBezTo>
                    <a:cubicBezTo>
                      <a:pt x="521" y="1192"/>
                      <a:pt x="521" y="1194"/>
                      <a:pt x="522" y="1196"/>
                    </a:cubicBezTo>
                    <a:cubicBezTo>
                      <a:pt x="522" y="1196"/>
                      <a:pt x="523" y="1197"/>
                      <a:pt x="525" y="1197"/>
                    </a:cubicBezTo>
                    <a:cubicBezTo>
                      <a:pt x="526" y="1197"/>
                      <a:pt x="527" y="1196"/>
                      <a:pt x="528" y="1195"/>
                    </a:cubicBezTo>
                    <a:cubicBezTo>
                      <a:pt x="529" y="1194"/>
                      <a:pt x="530" y="1192"/>
                      <a:pt x="532" y="1192"/>
                    </a:cubicBezTo>
                    <a:cubicBezTo>
                      <a:pt x="534" y="1191"/>
                      <a:pt x="537" y="1192"/>
                      <a:pt x="539" y="1193"/>
                    </a:cubicBezTo>
                    <a:cubicBezTo>
                      <a:pt x="541" y="1193"/>
                      <a:pt x="542" y="1194"/>
                      <a:pt x="544" y="1195"/>
                    </a:cubicBezTo>
                    <a:cubicBezTo>
                      <a:pt x="547" y="1196"/>
                      <a:pt x="550" y="1197"/>
                      <a:pt x="553" y="1199"/>
                    </a:cubicBezTo>
                    <a:cubicBezTo>
                      <a:pt x="555" y="1200"/>
                      <a:pt x="556" y="1200"/>
                      <a:pt x="557" y="1202"/>
                    </a:cubicBezTo>
                    <a:cubicBezTo>
                      <a:pt x="559" y="1203"/>
                      <a:pt x="561" y="1206"/>
                      <a:pt x="562" y="1208"/>
                    </a:cubicBezTo>
                    <a:cubicBezTo>
                      <a:pt x="564" y="1209"/>
                      <a:pt x="566" y="1210"/>
                      <a:pt x="567" y="1212"/>
                    </a:cubicBezTo>
                    <a:cubicBezTo>
                      <a:pt x="572" y="1215"/>
                      <a:pt x="576" y="1218"/>
                      <a:pt x="580" y="1222"/>
                    </a:cubicBezTo>
                    <a:cubicBezTo>
                      <a:pt x="582" y="1225"/>
                      <a:pt x="583" y="1227"/>
                      <a:pt x="585" y="1229"/>
                    </a:cubicBezTo>
                    <a:cubicBezTo>
                      <a:pt x="587" y="1232"/>
                      <a:pt x="589" y="1234"/>
                      <a:pt x="592" y="1236"/>
                    </a:cubicBezTo>
                    <a:cubicBezTo>
                      <a:pt x="594" y="1238"/>
                      <a:pt x="596" y="1239"/>
                      <a:pt x="599" y="1241"/>
                    </a:cubicBezTo>
                    <a:cubicBezTo>
                      <a:pt x="601" y="1243"/>
                      <a:pt x="603" y="1244"/>
                      <a:pt x="605" y="1246"/>
                    </a:cubicBezTo>
                    <a:cubicBezTo>
                      <a:pt x="606" y="1247"/>
                      <a:pt x="606" y="1249"/>
                      <a:pt x="605" y="1250"/>
                    </a:cubicBezTo>
                    <a:cubicBezTo>
                      <a:pt x="604" y="1251"/>
                      <a:pt x="603" y="1251"/>
                      <a:pt x="602" y="1252"/>
                    </a:cubicBezTo>
                    <a:cubicBezTo>
                      <a:pt x="600" y="1253"/>
                      <a:pt x="599" y="1256"/>
                      <a:pt x="599" y="1258"/>
                    </a:cubicBezTo>
                    <a:cubicBezTo>
                      <a:pt x="599" y="1259"/>
                      <a:pt x="600" y="1260"/>
                      <a:pt x="600" y="1260"/>
                    </a:cubicBezTo>
                    <a:cubicBezTo>
                      <a:pt x="601" y="1262"/>
                      <a:pt x="602" y="1263"/>
                      <a:pt x="602" y="1265"/>
                    </a:cubicBezTo>
                    <a:cubicBezTo>
                      <a:pt x="602" y="1266"/>
                      <a:pt x="603" y="1268"/>
                      <a:pt x="602" y="1269"/>
                    </a:cubicBezTo>
                    <a:cubicBezTo>
                      <a:pt x="601" y="1270"/>
                      <a:pt x="599" y="1270"/>
                      <a:pt x="599" y="1272"/>
                    </a:cubicBezTo>
                    <a:cubicBezTo>
                      <a:pt x="599" y="1273"/>
                      <a:pt x="599" y="1274"/>
                      <a:pt x="600" y="1275"/>
                    </a:cubicBezTo>
                    <a:cubicBezTo>
                      <a:pt x="600" y="1276"/>
                      <a:pt x="601" y="1277"/>
                      <a:pt x="602" y="1278"/>
                    </a:cubicBezTo>
                    <a:cubicBezTo>
                      <a:pt x="602" y="1279"/>
                      <a:pt x="602" y="1281"/>
                      <a:pt x="602" y="1282"/>
                    </a:cubicBezTo>
                    <a:cubicBezTo>
                      <a:pt x="601" y="1286"/>
                      <a:pt x="602" y="1290"/>
                      <a:pt x="602" y="1293"/>
                    </a:cubicBezTo>
                    <a:cubicBezTo>
                      <a:pt x="602" y="1295"/>
                      <a:pt x="602" y="1297"/>
                      <a:pt x="603" y="1299"/>
                    </a:cubicBezTo>
                    <a:cubicBezTo>
                      <a:pt x="604" y="1301"/>
                      <a:pt x="605" y="1302"/>
                      <a:pt x="607" y="1304"/>
                    </a:cubicBezTo>
                    <a:cubicBezTo>
                      <a:pt x="608" y="1306"/>
                      <a:pt x="605" y="1309"/>
                      <a:pt x="603" y="1310"/>
                    </a:cubicBezTo>
                    <a:cubicBezTo>
                      <a:pt x="602" y="1311"/>
                      <a:pt x="602" y="1312"/>
                      <a:pt x="602" y="1313"/>
                    </a:cubicBezTo>
                    <a:cubicBezTo>
                      <a:pt x="601" y="1315"/>
                      <a:pt x="601" y="1316"/>
                      <a:pt x="601" y="1317"/>
                    </a:cubicBezTo>
                    <a:cubicBezTo>
                      <a:pt x="601" y="1318"/>
                      <a:pt x="602" y="1320"/>
                      <a:pt x="602" y="1320"/>
                    </a:cubicBezTo>
                    <a:cubicBezTo>
                      <a:pt x="603" y="1322"/>
                      <a:pt x="606" y="1322"/>
                      <a:pt x="608" y="1323"/>
                    </a:cubicBezTo>
                    <a:cubicBezTo>
                      <a:pt x="609" y="1323"/>
                      <a:pt x="611" y="1323"/>
                      <a:pt x="612" y="1323"/>
                    </a:cubicBezTo>
                    <a:cubicBezTo>
                      <a:pt x="615" y="1324"/>
                      <a:pt x="618" y="1325"/>
                      <a:pt x="620" y="1326"/>
                    </a:cubicBezTo>
                    <a:cubicBezTo>
                      <a:pt x="622" y="1328"/>
                      <a:pt x="624" y="1330"/>
                      <a:pt x="626" y="1331"/>
                    </a:cubicBezTo>
                    <a:cubicBezTo>
                      <a:pt x="627" y="1333"/>
                      <a:pt x="629" y="1334"/>
                      <a:pt x="629" y="1335"/>
                    </a:cubicBezTo>
                    <a:cubicBezTo>
                      <a:pt x="630" y="1336"/>
                      <a:pt x="630" y="1337"/>
                      <a:pt x="631" y="1338"/>
                    </a:cubicBezTo>
                    <a:cubicBezTo>
                      <a:pt x="631" y="1339"/>
                      <a:pt x="632" y="1340"/>
                      <a:pt x="632" y="1341"/>
                    </a:cubicBezTo>
                    <a:cubicBezTo>
                      <a:pt x="633" y="1344"/>
                      <a:pt x="634" y="1347"/>
                      <a:pt x="637" y="1348"/>
                    </a:cubicBezTo>
                    <a:cubicBezTo>
                      <a:pt x="638" y="1349"/>
                      <a:pt x="640" y="1349"/>
                      <a:pt x="642" y="1350"/>
                    </a:cubicBezTo>
                    <a:cubicBezTo>
                      <a:pt x="644" y="1350"/>
                      <a:pt x="646" y="1351"/>
                      <a:pt x="648" y="1352"/>
                    </a:cubicBezTo>
                    <a:cubicBezTo>
                      <a:pt x="650" y="1352"/>
                      <a:pt x="652" y="1353"/>
                      <a:pt x="654" y="1354"/>
                    </a:cubicBezTo>
                    <a:cubicBezTo>
                      <a:pt x="656" y="1354"/>
                      <a:pt x="657" y="1355"/>
                      <a:pt x="658" y="1356"/>
                    </a:cubicBezTo>
                    <a:cubicBezTo>
                      <a:pt x="660" y="1357"/>
                      <a:pt x="661" y="1358"/>
                      <a:pt x="663" y="1358"/>
                    </a:cubicBezTo>
                    <a:cubicBezTo>
                      <a:pt x="664" y="1359"/>
                      <a:pt x="665" y="1360"/>
                      <a:pt x="666" y="1361"/>
                    </a:cubicBezTo>
                    <a:cubicBezTo>
                      <a:pt x="668" y="1362"/>
                      <a:pt x="670" y="1363"/>
                      <a:pt x="671" y="1364"/>
                    </a:cubicBezTo>
                    <a:cubicBezTo>
                      <a:pt x="674" y="1366"/>
                      <a:pt x="678" y="1367"/>
                      <a:pt x="680" y="1369"/>
                    </a:cubicBezTo>
                    <a:cubicBezTo>
                      <a:pt x="681" y="1370"/>
                      <a:pt x="682" y="1371"/>
                      <a:pt x="683" y="1373"/>
                    </a:cubicBezTo>
                    <a:cubicBezTo>
                      <a:pt x="684" y="1374"/>
                      <a:pt x="685" y="1375"/>
                      <a:pt x="686" y="1376"/>
                    </a:cubicBezTo>
                    <a:cubicBezTo>
                      <a:pt x="687" y="1378"/>
                      <a:pt x="688" y="1379"/>
                      <a:pt x="690" y="1380"/>
                    </a:cubicBezTo>
                    <a:cubicBezTo>
                      <a:pt x="691" y="1381"/>
                      <a:pt x="692" y="1383"/>
                      <a:pt x="693" y="1384"/>
                    </a:cubicBezTo>
                    <a:cubicBezTo>
                      <a:pt x="693" y="1384"/>
                      <a:pt x="694" y="1385"/>
                      <a:pt x="695" y="1385"/>
                    </a:cubicBezTo>
                    <a:cubicBezTo>
                      <a:pt x="696" y="1386"/>
                      <a:pt x="697" y="1386"/>
                      <a:pt x="698" y="1387"/>
                    </a:cubicBezTo>
                    <a:cubicBezTo>
                      <a:pt x="699" y="1387"/>
                      <a:pt x="701" y="1388"/>
                      <a:pt x="702" y="1387"/>
                    </a:cubicBezTo>
                    <a:cubicBezTo>
                      <a:pt x="704" y="1386"/>
                      <a:pt x="704" y="1385"/>
                      <a:pt x="705" y="1384"/>
                    </a:cubicBezTo>
                    <a:cubicBezTo>
                      <a:pt x="707" y="1383"/>
                      <a:pt x="708" y="1383"/>
                      <a:pt x="710" y="1383"/>
                    </a:cubicBezTo>
                    <a:cubicBezTo>
                      <a:pt x="712" y="1383"/>
                      <a:pt x="713" y="1382"/>
                      <a:pt x="715" y="1381"/>
                    </a:cubicBezTo>
                    <a:cubicBezTo>
                      <a:pt x="717" y="1381"/>
                      <a:pt x="718" y="1381"/>
                      <a:pt x="720" y="1381"/>
                    </a:cubicBezTo>
                    <a:cubicBezTo>
                      <a:pt x="724" y="1381"/>
                      <a:pt x="728" y="1381"/>
                      <a:pt x="731" y="1382"/>
                    </a:cubicBezTo>
                    <a:cubicBezTo>
                      <a:pt x="734" y="1382"/>
                      <a:pt x="736" y="1383"/>
                      <a:pt x="737" y="1385"/>
                    </a:cubicBezTo>
                    <a:cubicBezTo>
                      <a:pt x="739" y="1386"/>
                      <a:pt x="739" y="1388"/>
                      <a:pt x="740" y="1390"/>
                    </a:cubicBezTo>
                    <a:cubicBezTo>
                      <a:pt x="741" y="1391"/>
                      <a:pt x="742" y="1392"/>
                      <a:pt x="743" y="1393"/>
                    </a:cubicBezTo>
                    <a:cubicBezTo>
                      <a:pt x="745" y="1395"/>
                      <a:pt x="748" y="1394"/>
                      <a:pt x="750" y="1394"/>
                    </a:cubicBezTo>
                    <a:cubicBezTo>
                      <a:pt x="752" y="1394"/>
                      <a:pt x="754" y="1394"/>
                      <a:pt x="755" y="1394"/>
                    </a:cubicBezTo>
                    <a:cubicBezTo>
                      <a:pt x="757" y="1394"/>
                      <a:pt x="760" y="1394"/>
                      <a:pt x="762" y="1395"/>
                    </a:cubicBezTo>
                    <a:cubicBezTo>
                      <a:pt x="763" y="1395"/>
                      <a:pt x="765" y="1395"/>
                      <a:pt x="766" y="1396"/>
                    </a:cubicBezTo>
                    <a:cubicBezTo>
                      <a:pt x="767" y="1397"/>
                      <a:pt x="769" y="1398"/>
                      <a:pt x="770" y="1399"/>
                    </a:cubicBezTo>
                    <a:cubicBezTo>
                      <a:pt x="772" y="1402"/>
                      <a:pt x="773" y="1404"/>
                      <a:pt x="775" y="1407"/>
                    </a:cubicBezTo>
                    <a:cubicBezTo>
                      <a:pt x="775" y="1408"/>
                      <a:pt x="777" y="1409"/>
                      <a:pt x="778" y="1410"/>
                    </a:cubicBezTo>
                    <a:cubicBezTo>
                      <a:pt x="779" y="1411"/>
                      <a:pt x="779" y="1411"/>
                      <a:pt x="780" y="1411"/>
                    </a:cubicBezTo>
                    <a:cubicBezTo>
                      <a:pt x="781" y="1412"/>
                      <a:pt x="782" y="1412"/>
                      <a:pt x="783" y="1412"/>
                    </a:cubicBezTo>
                    <a:cubicBezTo>
                      <a:pt x="784" y="1413"/>
                      <a:pt x="786" y="1414"/>
                      <a:pt x="787" y="1414"/>
                    </a:cubicBezTo>
                    <a:cubicBezTo>
                      <a:pt x="789" y="1415"/>
                      <a:pt x="791" y="1416"/>
                      <a:pt x="792" y="1418"/>
                    </a:cubicBezTo>
                    <a:cubicBezTo>
                      <a:pt x="793" y="1419"/>
                      <a:pt x="794" y="1421"/>
                      <a:pt x="795" y="1423"/>
                    </a:cubicBezTo>
                    <a:cubicBezTo>
                      <a:pt x="796" y="1424"/>
                      <a:pt x="796" y="1426"/>
                      <a:pt x="796" y="1428"/>
                    </a:cubicBezTo>
                    <a:cubicBezTo>
                      <a:pt x="796" y="1429"/>
                      <a:pt x="796" y="1430"/>
                      <a:pt x="797" y="1430"/>
                    </a:cubicBezTo>
                    <a:cubicBezTo>
                      <a:pt x="797" y="1431"/>
                      <a:pt x="798" y="1431"/>
                      <a:pt x="798" y="1432"/>
                    </a:cubicBezTo>
                    <a:cubicBezTo>
                      <a:pt x="799" y="1433"/>
                      <a:pt x="801" y="1433"/>
                      <a:pt x="802" y="1433"/>
                    </a:cubicBezTo>
                    <a:cubicBezTo>
                      <a:pt x="805" y="1433"/>
                      <a:pt x="808" y="1433"/>
                      <a:pt x="810" y="1433"/>
                    </a:cubicBezTo>
                    <a:cubicBezTo>
                      <a:pt x="811" y="1433"/>
                      <a:pt x="812" y="1434"/>
                      <a:pt x="813" y="1434"/>
                    </a:cubicBezTo>
                    <a:cubicBezTo>
                      <a:pt x="813" y="1434"/>
                      <a:pt x="813" y="1434"/>
                      <a:pt x="814" y="1434"/>
                    </a:cubicBezTo>
                    <a:cubicBezTo>
                      <a:pt x="815" y="1434"/>
                      <a:pt x="817" y="1435"/>
                      <a:pt x="818" y="1436"/>
                    </a:cubicBezTo>
                    <a:cubicBezTo>
                      <a:pt x="819" y="1437"/>
                      <a:pt x="821" y="1438"/>
                      <a:pt x="822" y="1440"/>
                    </a:cubicBezTo>
                    <a:cubicBezTo>
                      <a:pt x="822" y="1440"/>
                      <a:pt x="822" y="1441"/>
                      <a:pt x="823" y="1441"/>
                    </a:cubicBezTo>
                    <a:cubicBezTo>
                      <a:pt x="824" y="1443"/>
                      <a:pt x="826" y="1441"/>
                      <a:pt x="827" y="1440"/>
                    </a:cubicBezTo>
                    <a:cubicBezTo>
                      <a:pt x="828" y="1439"/>
                      <a:pt x="827" y="1438"/>
                      <a:pt x="828" y="1438"/>
                    </a:cubicBezTo>
                    <a:cubicBezTo>
                      <a:pt x="829" y="1438"/>
                      <a:pt x="830" y="1440"/>
                      <a:pt x="831" y="1440"/>
                    </a:cubicBezTo>
                    <a:cubicBezTo>
                      <a:pt x="831" y="1441"/>
                      <a:pt x="831" y="1441"/>
                      <a:pt x="831" y="1442"/>
                    </a:cubicBezTo>
                    <a:cubicBezTo>
                      <a:pt x="832" y="1443"/>
                      <a:pt x="833" y="1444"/>
                      <a:pt x="833" y="1444"/>
                    </a:cubicBezTo>
                    <a:cubicBezTo>
                      <a:pt x="835" y="1445"/>
                      <a:pt x="837" y="1446"/>
                      <a:pt x="838" y="1444"/>
                    </a:cubicBezTo>
                    <a:cubicBezTo>
                      <a:pt x="839" y="1442"/>
                      <a:pt x="837" y="1441"/>
                      <a:pt x="836" y="1439"/>
                    </a:cubicBezTo>
                    <a:cubicBezTo>
                      <a:pt x="836" y="1437"/>
                      <a:pt x="839" y="1437"/>
                      <a:pt x="840" y="1438"/>
                    </a:cubicBezTo>
                    <a:cubicBezTo>
                      <a:pt x="842" y="1438"/>
                      <a:pt x="843" y="1440"/>
                      <a:pt x="845" y="1441"/>
                    </a:cubicBezTo>
                    <a:cubicBezTo>
                      <a:pt x="846" y="1441"/>
                      <a:pt x="848" y="1442"/>
                      <a:pt x="850" y="1442"/>
                    </a:cubicBezTo>
                    <a:cubicBezTo>
                      <a:pt x="852" y="1442"/>
                      <a:pt x="852" y="1440"/>
                      <a:pt x="854" y="1439"/>
                    </a:cubicBezTo>
                    <a:cubicBezTo>
                      <a:pt x="855" y="1439"/>
                      <a:pt x="858" y="1440"/>
                      <a:pt x="858" y="1438"/>
                    </a:cubicBezTo>
                    <a:cubicBezTo>
                      <a:pt x="858" y="1436"/>
                      <a:pt x="856" y="1435"/>
                      <a:pt x="858" y="1433"/>
                    </a:cubicBezTo>
                    <a:cubicBezTo>
                      <a:pt x="859" y="1433"/>
                      <a:pt x="862" y="1433"/>
                      <a:pt x="863" y="1434"/>
                    </a:cubicBezTo>
                    <a:cubicBezTo>
                      <a:pt x="865" y="1434"/>
                      <a:pt x="868" y="1434"/>
                      <a:pt x="869" y="1436"/>
                    </a:cubicBezTo>
                    <a:cubicBezTo>
                      <a:pt x="870" y="1438"/>
                      <a:pt x="866" y="1437"/>
                      <a:pt x="865" y="1438"/>
                    </a:cubicBezTo>
                    <a:cubicBezTo>
                      <a:pt x="864" y="1439"/>
                      <a:pt x="866" y="1442"/>
                      <a:pt x="866" y="1443"/>
                    </a:cubicBezTo>
                    <a:cubicBezTo>
                      <a:pt x="868" y="1446"/>
                      <a:pt x="872" y="1447"/>
                      <a:pt x="875" y="1450"/>
                    </a:cubicBezTo>
                    <a:cubicBezTo>
                      <a:pt x="876" y="1452"/>
                      <a:pt x="875" y="1453"/>
                      <a:pt x="873" y="1454"/>
                    </a:cubicBezTo>
                    <a:cubicBezTo>
                      <a:pt x="871" y="1455"/>
                      <a:pt x="871" y="1455"/>
                      <a:pt x="871" y="1457"/>
                    </a:cubicBezTo>
                    <a:cubicBezTo>
                      <a:pt x="871" y="1461"/>
                      <a:pt x="865" y="1462"/>
                      <a:pt x="868" y="1466"/>
                    </a:cubicBezTo>
                    <a:cubicBezTo>
                      <a:pt x="870" y="1469"/>
                      <a:pt x="875" y="1468"/>
                      <a:pt x="879" y="1470"/>
                    </a:cubicBezTo>
                    <a:cubicBezTo>
                      <a:pt x="881" y="1471"/>
                      <a:pt x="882" y="1474"/>
                      <a:pt x="883" y="1475"/>
                    </a:cubicBezTo>
                    <a:cubicBezTo>
                      <a:pt x="885" y="1476"/>
                      <a:pt x="887" y="1476"/>
                      <a:pt x="888" y="1476"/>
                    </a:cubicBezTo>
                    <a:cubicBezTo>
                      <a:pt x="892" y="1478"/>
                      <a:pt x="892" y="1482"/>
                      <a:pt x="894" y="1485"/>
                    </a:cubicBezTo>
                    <a:cubicBezTo>
                      <a:pt x="895" y="1486"/>
                      <a:pt x="895" y="1489"/>
                      <a:pt x="897" y="1489"/>
                    </a:cubicBezTo>
                    <a:cubicBezTo>
                      <a:pt x="899" y="1490"/>
                      <a:pt x="900" y="1488"/>
                      <a:pt x="900" y="1486"/>
                    </a:cubicBezTo>
                    <a:cubicBezTo>
                      <a:pt x="900" y="1482"/>
                      <a:pt x="895" y="1477"/>
                      <a:pt x="901" y="1475"/>
                    </a:cubicBezTo>
                    <a:cubicBezTo>
                      <a:pt x="905" y="1475"/>
                      <a:pt x="908" y="1477"/>
                      <a:pt x="912" y="1478"/>
                    </a:cubicBezTo>
                    <a:cubicBezTo>
                      <a:pt x="915" y="1478"/>
                      <a:pt x="919" y="1476"/>
                      <a:pt x="917" y="1472"/>
                    </a:cubicBezTo>
                    <a:cubicBezTo>
                      <a:pt x="916" y="1470"/>
                      <a:pt x="913" y="1469"/>
                      <a:pt x="912" y="1468"/>
                    </a:cubicBezTo>
                    <a:cubicBezTo>
                      <a:pt x="910" y="1466"/>
                      <a:pt x="912" y="1465"/>
                      <a:pt x="913" y="1464"/>
                    </a:cubicBezTo>
                    <a:cubicBezTo>
                      <a:pt x="917" y="1462"/>
                      <a:pt x="921" y="1462"/>
                      <a:pt x="925" y="1462"/>
                    </a:cubicBezTo>
                    <a:cubicBezTo>
                      <a:pt x="927" y="1462"/>
                      <a:pt x="928" y="1461"/>
                      <a:pt x="930" y="1460"/>
                    </a:cubicBezTo>
                    <a:cubicBezTo>
                      <a:pt x="931" y="1459"/>
                      <a:pt x="933" y="1458"/>
                      <a:pt x="935" y="1457"/>
                    </a:cubicBezTo>
                    <a:cubicBezTo>
                      <a:pt x="938" y="1455"/>
                      <a:pt x="941" y="1452"/>
                      <a:pt x="943" y="1449"/>
                    </a:cubicBezTo>
                    <a:cubicBezTo>
                      <a:pt x="945" y="1447"/>
                      <a:pt x="946" y="1447"/>
                      <a:pt x="949" y="1447"/>
                    </a:cubicBezTo>
                    <a:cubicBezTo>
                      <a:pt x="952" y="1448"/>
                      <a:pt x="954" y="1450"/>
                      <a:pt x="957" y="1451"/>
                    </a:cubicBezTo>
                    <a:cubicBezTo>
                      <a:pt x="961" y="1452"/>
                      <a:pt x="965" y="1451"/>
                      <a:pt x="969" y="1452"/>
                    </a:cubicBezTo>
                    <a:cubicBezTo>
                      <a:pt x="969" y="1452"/>
                      <a:pt x="972" y="1452"/>
                      <a:pt x="972" y="1453"/>
                    </a:cubicBezTo>
                    <a:cubicBezTo>
                      <a:pt x="972" y="1454"/>
                      <a:pt x="970" y="1455"/>
                      <a:pt x="969" y="1455"/>
                    </a:cubicBezTo>
                    <a:cubicBezTo>
                      <a:pt x="966" y="1456"/>
                      <a:pt x="962" y="1455"/>
                      <a:pt x="958" y="1455"/>
                    </a:cubicBezTo>
                    <a:cubicBezTo>
                      <a:pt x="955" y="1455"/>
                      <a:pt x="951" y="1454"/>
                      <a:pt x="948" y="1456"/>
                    </a:cubicBezTo>
                    <a:cubicBezTo>
                      <a:pt x="946" y="1458"/>
                      <a:pt x="946" y="1461"/>
                      <a:pt x="948" y="1463"/>
                    </a:cubicBezTo>
                    <a:cubicBezTo>
                      <a:pt x="949" y="1466"/>
                      <a:pt x="952" y="1464"/>
                      <a:pt x="954" y="1463"/>
                    </a:cubicBezTo>
                    <a:cubicBezTo>
                      <a:pt x="958" y="1462"/>
                      <a:pt x="961" y="1462"/>
                      <a:pt x="964" y="1465"/>
                    </a:cubicBezTo>
                    <a:cubicBezTo>
                      <a:pt x="966" y="1468"/>
                      <a:pt x="967" y="1471"/>
                      <a:pt x="970" y="1472"/>
                    </a:cubicBezTo>
                    <a:cubicBezTo>
                      <a:pt x="973" y="1473"/>
                      <a:pt x="977" y="1474"/>
                      <a:pt x="977" y="1477"/>
                    </a:cubicBezTo>
                    <a:cubicBezTo>
                      <a:pt x="977" y="1481"/>
                      <a:pt x="973" y="1481"/>
                      <a:pt x="971" y="1480"/>
                    </a:cubicBezTo>
                    <a:cubicBezTo>
                      <a:pt x="967" y="1478"/>
                      <a:pt x="965" y="1476"/>
                      <a:pt x="961" y="1476"/>
                    </a:cubicBezTo>
                    <a:cubicBezTo>
                      <a:pt x="958" y="1476"/>
                      <a:pt x="956" y="1478"/>
                      <a:pt x="954" y="1476"/>
                    </a:cubicBezTo>
                    <a:cubicBezTo>
                      <a:pt x="951" y="1475"/>
                      <a:pt x="948" y="1473"/>
                      <a:pt x="945" y="1474"/>
                    </a:cubicBezTo>
                    <a:cubicBezTo>
                      <a:pt x="943" y="1475"/>
                      <a:pt x="943" y="1478"/>
                      <a:pt x="941" y="1480"/>
                    </a:cubicBezTo>
                    <a:cubicBezTo>
                      <a:pt x="940" y="1482"/>
                      <a:pt x="938" y="1482"/>
                      <a:pt x="936" y="1483"/>
                    </a:cubicBezTo>
                    <a:cubicBezTo>
                      <a:pt x="931" y="1484"/>
                      <a:pt x="930" y="1492"/>
                      <a:pt x="933" y="1495"/>
                    </a:cubicBezTo>
                    <a:cubicBezTo>
                      <a:pt x="935" y="1497"/>
                      <a:pt x="938" y="1498"/>
                      <a:pt x="941" y="1500"/>
                    </a:cubicBezTo>
                    <a:cubicBezTo>
                      <a:pt x="944" y="1501"/>
                      <a:pt x="947" y="1504"/>
                      <a:pt x="950" y="1504"/>
                    </a:cubicBezTo>
                    <a:cubicBezTo>
                      <a:pt x="957" y="1506"/>
                      <a:pt x="954" y="1488"/>
                      <a:pt x="961" y="1490"/>
                    </a:cubicBezTo>
                    <a:cubicBezTo>
                      <a:pt x="965" y="1491"/>
                      <a:pt x="967" y="1497"/>
                      <a:pt x="968" y="1499"/>
                    </a:cubicBezTo>
                    <a:cubicBezTo>
                      <a:pt x="970" y="1502"/>
                      <a:pt x="972" y="1503"/>
                      <a:pt x="976" y="1504"/>
                    </a:cubicBezTo>
                    <a:cubicBezTo>
                      <a:pt x="978" y="1505"/>
                      <a:pt x="981" y="1506"/>
                      <a:pt x="984" y="1506"/>
                    </a:cubicBezTo>
                    <a:cubicBezTo>
                      <a:pt x="987" y="1506"/>
                      <a:pt x="989" y="1504"/>
                      <a:pt x="991" y="1504"/>
                    </a:cubicBezTo>
                    <a:cubicBezTo>
                      <a:pt x="994" y="1503"/>
                      <a:pt x="996" y="1505"/>
                      <a:pt x="998" y="1506"/>
                    </a:cubicBezTo>
                    <a:cubicBezTo>
                      <a:pt x="1001" y="1507"/>
                      <a:pt x="1004" y="1507"/>
                      <a:pt x="1007" y="1507"/>
                    </a:cubicBezTo>
                    <a:cubicBezTo>
                      <a:pt x="1010" y="1506"/>
                      <a:pt x="1013" y="1507"/>
                      <a:pt x="1016" y="1507"/>
                    </a:cubicBezTo>
                    <a:cubicBezTo>
                      <a:pt x="1019" y="1506"/>
                      <a:pt x="1019" y="1502"/>
                      <a:pt x="1019" y="1499"/>
                    </a:cubicBezTo>
                    <a:cubicBezTo>
                      <a:pt x="1019" y="1497"/>
                      <a:pt x="1019" y="1492"/>
                      <a:pt x="1022" y="1493"/>
                    </a:cubicBezTo>
                    <a:cubicBezTo>
                      <a:pt x="1026" y="1495"/>
                      <a:pt x="1028" y="1498"/>
                      <a:pt x="1032" y="1499"/>
                    </a:cubicBezTo>
                    <a:cubicBezTo>
                      <a:pt x="1035" y="1500"/>
                      <a:pt x="1038" y="1499"/>
                      <a:pt x="1040" y="1499"/>
                    </a:cubicBezTo>
                    <a:cubicBezTo>
                      <a:pt x="1044" y="1499"/>
                      <a:pt x="1047" y="1500"/>
                      <a:pt x="1050" y="1501"/>
                    </a:cubicBezTo>
                    <a:cubicBezTo>
                      <a:pt x="1053" y="1502"/>
                      <a:pt x="1055" y="1504"/>
                      <a:pt x="1057" y="1506"/>
                    </a:cubicBezTo>
                    <a:cubicBezTo>
                      <a:pt x="1059" y="1508"/>
                      <a:pt x="1061" y="1510"/>
                      <a:pt x="1063" y="1508"/>
                    </a:cubicBezTo>
                    <a:cubicBezTo>
                      <a:pt x="1065" y="1507"/>
                      <a:pt x="1066" y="1503"/>
                      <a:pt x="1069" y="1503"/>
                    </a:cubicBezTo>
                    <a:cubicBezTo>
                      <a:pt x="1071" y="1503"/>
                      <a:pt x="1073" y="1506"/>
                      <a:pt x="1075" y="1508"/>
                    </a:cubicBezTo>
                    <a:cubicBezTo>
                      <a:pt x="1078" y="1510"/>
                      <a:pt x="1082" y="1508"/>
                      <a:pt x="1085" y="1507"/>
                    </a:cubicBezTo>
                    <a:cubicBezTo>
                      <a:pt x="1090" y="1507"/>
                      <a:pt x="1094" y="1507"/>
                      <a:pt x="1099" y="1508"/>
                    </a:cubicBezTo>
                    <a:cubicBezTo>
                      <a:pt x="1102" y="1508"/>
                      <a:pt x="1106" y="1506"/>
                      <a:pt x="1109" y="1505"/>
                    </a:cubicBezTo>
                    <a:cubicBezTo>
                      <a:pt x="1112" y="1503"/>
                      <a:pt x="1114" y="1501"/>
                      <a:pt x="1115" y="1497"/>
                    </a:cubicBezTo>
                    <a:cubicBezTo>
                      <a:pt x="1115" y="1494"/>
                      <a:pt x="1114" y="1489"/>
                      <a:pt x="1117" y="1486"/>
                    </a:cubicBezTo>
                    <a:cubicBezTo>
                      <a:pt x="1120" y="1483"/>
                      <a:pt x="1126" y="1483"/>
                      <a:pt x="1130" y="1486"/>
                    </a:cubicBezTo>
                    <a:cubicBezTo>
                      <a:pt x="1134" y="1489"/>
                      <a:pt x="1131" y="1495"/>
                      <a:pt x="1131" y="1499"/>
                    </a:cubicBezTo>
                    <a:cubicBezTo>
                      <a:pt x="1132" y="1503"/>
                      <a:pt x="1138" y="1498"/>
                      <a:pt x="1140" y="1497"/>
                    </a:cubicBezTo>
                    <a:cubicBezTo>
                      <a:pt x="1141" y="1496"/>
                      <a:pt x="1142" y="1495"/>
                      <a:pt x="1144" y="1495"/>
                    </a:cubicBezTo>
                    <a:cubicBezTo>
                      <a:pt x="1145" y="1496"/>
                      <a:pt x="1147" y="1497"/>
                      <a:pt x="1148" y="1498"/>
                    </a:cubicBezTo>
                    <a:cubicBezTo>
                      <a:pt x="1149" y="1498"/>
                      <a:pt x="1159" y="1503"/>
                      <a:pt x="1157" y="1505"/>
                    </a:cubicBezTo>
                    <a:cubicBezTo>
                      <a:pt x="1156" y="1506"/>
                      <a:pt x="1152" y="1505"/>
                      <a:pt x="1151" y="1505"/>
                    </a:cubicBezTo>
                    <a:cubicBezTo>
                      <a:pt x="1148" y="1504"/>
                      <a:pt x="1146" y="1504"/>
                      <a:pt x="1143" y="1503"/>
                    </a:cubicBezTo>
                    <a:cubicBezTo>
                      <a:pt x="1139" y="1503"/>
                      <a:pt x="1138" y="1507"/>
                      <a:pt x="1135" y="1510"/>
                    </a:cubicBezTo>
                    <a:cubicBezTo>
                      <a:pt x="1133" y="1512"/>
                      <a:pt x="1131" y="1514"/>
                      <a:pt x="1132" y="1517"/>
                    </a:cubicBezTo>
                    <a:cubicBezTo>
                      <a:pt x="1133" y="1519"/>
                      <a:pt x="1136" y="1525"/>
                      <a:pt x="1132" y="1524"/>
                    </a:cubicBezTo>
                    <a:cubicBezTo>
                      <a:pt x="1128" y="1523"/>
                      <a:pt x="1125" y="1516"/>
                      <a:pt x="1121" y="1514"/>
                    </a:cubicBezTo>
                    <a:cubicBezTo>
                      <a:pt x="1118" y="1511"/>
                      <a:pt x="1113" y="1513"/>
                      <a:pt x="1110" y="1514"/>
                    </a:cubicBezTo>
                    <a:cubicBezTo>
                      <a:pt x="1106" y="1515"/>
                      <a:pt x="1102" y="1515"/>
                      <a:pt x="1098" y="1514"/>
                    </a:cubicBezTo>
                    <a:cubicBezTo>
                      <a:pt x="1093" y="1514"/>
                      <a:pt x="1089" y="1513"/>
                      <a:pt x="1085" y="1514"/>
                    </a:cubicBezTo>
                    <a:cubicBezTo>
                      <a:pt x="1081" y="1514"/>
                      <a:pt x="1078" y="1515"/>
                      <a:pt x="1075" y="1516"/>
                    </a:cubicBezTo>
                    <a:cubicBezTo>
                      <a:pt x="1068" y="1519"/>
                      <a:pt x="1061" y="1522"/>
                      <a:pt x="1053" y="1520"/>
                    </a:cubicBezTo>
                    <a:cubicBezTo>
                      <a:pt x="1051" y="1519"/>
                      <a:pt x="1051" y="1519"/>
                      <a:pt x="1049" y="1520"/>
                    </a:cubicBezTo>
                    <a:cubicBezTo>
                      <a:pt x="1048" y="1522"/>
                      <a:pt x="1047" y="1524"/>
                      <a:pt x="1047" y="1525"/>
                    </a:cubicBezTo>
                    <a:cubicBezTo>
                      <a:pt x="1047" y="1526"/>
                      <a:pt x="1047" y="1526"/>
                      <a:pt x="1046" y="1527"/>
                    </a:cubicBezTo>
                    <a:cubicBezTo>
                      <a:pt x="1044" y="1529"/>
                      <a:pt x="1042" y="1527"/>
                      <a:pt x="1040" y="1526"/>
                    </a:cubicBezTo>
                    <a:cubicBezTo>
                      <a:pt x="1039" y="1524"/>
                      <a:pt x="1039" y="1522"/>
                      <a:pt x="1036" y="1523"/>
                    </a:cubicBezTo>
                    <a:cubicBezTo>
                      <a:pt x="1035" y="1523"/>
                      <a:pt x="1034" y="1526"/>
                      <a:pt x="1035" y="1527"/>
                    </a:cubicBezTo>
                    <a:cubicBezTo>
                      <a:pt x="1036" y="1529"/>
                      <a:pt x="1038" y="1530"/>
                      <a:pt x="1039" y="1532"/>
                    </a:cubicBezTo>
                    <a:cubicBezTo>
                      <a:pt x="1040" y="1533"/>
                      <a:pt x="1040" y="1536"/>
                      <a:pt x="1040" y="1538"/>
                    </a:cubicBezTo>
                    <a:cubicBezTo>
                      <a:pt x="1040" y="1540"/>
                      <a:pt x="1040" y="1542"/>
                      <a:pt x="1040" y="1544"/>
                    </a:cubicBezTo>
                    <a:cubicBezTo>
                      <a:pt x="1040" y="1546"/>
                      <a:pt x="1040" y="1548"/>
                      <a:pt x="1038" y="1549"/>
                    </a:cubicBezTo>
                    <a:cubicBezTo>
                      <a:pt x="1034" y="1552"/>
                      <a:pt x="1035" y="1542"/>
                      <a:pt x="1032" y="1540"/>
                    </a:cubicBezTo>
                    <a:cubicBezTo>
                      <a:pt x="1031" y="1540"/>
                      <a:pt x="1028" y="1540"/>
                      <a:pt x="1027" y="1539"/>
                    </a:cubicBezTo>
                    <a:cubicBezTo>
                      <a:pt x="1025" y="1539"/>
                      <a:pt x="1024" y="1538"/>
                      <a:pt x="1022" y="1538"/>
                    </a:cubicBezTo>
                    <a:cubicBezTo>
                      <a:pt x="1020" y="1537"/>
                      <a:pt x="1019" y="1537"/>
                      <a:pt x="1019" y="1535"/>
                    </a:cubicBezTo>
                    <a:cubicBezTo>
                      <a:pt x="1019" y="1533"/>
                      <a:pt x="1020" y="1531"/>
                      <a:pt x="1021" y="1529"/>
                    </a:cubicBezTo>
                    <a:cubicBezTo>
                      <a:pt x="1022" y="1527"/>
                      <a:pt x="1023" y="1526"/>
                      <a:pt x="1024" y="1524"/>
                    </a:cubicBezTo>
                    <a:cubicBezTo>
                      <a:pt x="1025" y="1522"/>
                      <a:pt x="1025" y="1520"/>
                      <a:pt x="1023" y="1519"/>
                    </a:cubicBezTo>
                    <a:cubicBezTo>
                      <a:pt x="1021" y="1517"/>
                      <a:pt x="1019" y="1517"/>
                      <a:pt x="1017" y="1516"/>
                    </a:cubicBezTo>
                    <a:cubicBezTo>
                      <a:pt x="1015" y="1514"/>
                      <a:pt x="1014" y="1513"/>
                      <a:pt x="1012" y="1512"/>
                    </a:cubicBezTo>
                    <a:cubicBezTo>
                      <a:pt x="1010" y="1512"/>
                      <a:pt x="1008" y="1512"/>
                      <a:pt x="1007" y="1514"/>
                    </a:cubicBezTo>
                    <a:cubicBezTo>
                      <a:pt x="1007" y="1515"/>
                      <a:pt x="1008" y="1516"/>
                      <a:pt x="1008" y="1517"/>
                    </a:cubicBezTo>
                    <a:cubicBezTo>
                      <a:pt x="1008" y="1518"/>
                      <a:pt x="1007" y="1519"/>
                      <a:pt x="1006" y="1519"/>
                    </a:cubicBezTo>
                    <a:cubicBezTo>
                      <a:pt x="1005" y="1520"/>
                      <a:pt x="1004" y="1522"/>
                      <a:pt x="1003" y="1522"/>
                    </a:cubicBezTo>
                    <a:cubicBezTo>
                      <a:pt x="1002" y="1522"/>
                      <a:pt x="1002" y="1522"/>
                      <a:pt x="1001" y="1522"/>
                    </a:cubicBezTo>
                    <a:cubicBezTo>
                      <a:pt x="1001" y="1522"/>
                      <a:pt x="1000" y="1522"/>
                      <a:pt x="1000" y="1522"/>
                    </a:cubicBezTo>
                    <a:cubicBezTo>
                      <a:pt x="999" y="1522"/>
                      <a:pt x="998" y="1521"/>
                      <a:pt x="997" y="1522"/>
                    </a:cubicBezTo>
                    <a:cubicBezTo>
                      <a:pt x="995" y="1523"/>
                      <a:pt x="994" y="1524"/>
                      <a:pt x="994" y="1526"/>
                    </a:cubicBezTo>
                    <a:cubicBezTo>
                      <a:pt x="991" y="1527"/>
                      <a:pt x="989" y="1525"/>
                      <a:pt x="988" y="1522"/>
                    </a:cubicBezTo>
                    <a:cubicBezTo>
                      <a:pt x="987" y="1519"/>
                      <a:pt x="985" y="1516"/>
                      <a:pt x="982" y="1514"/>
                    </a:cubicBezTo>
                    <a:cubicBezTo>
                      <a:pt x="981" y="1513"/>
                      <a:pt x="979" y="1513"/>
                      <a:pt x="978" y="1513"/>
                    </a:cubicBezTo>
                    <a:cubicBezTo>
                      <a:pt x="976" y="1512"/>
                      <a:pt x="975" y="1512"/>
                      <a:pt x="973" y="1511"/>
                    </a:cubicBezTo>
                    <a:cubicBezTo>
                      <a:pt x="970" y="1511"/>
                      <a:pt x="965" y="1512"/>
                      <a:pt x="968" y="1516"/>
                    </a:cubicBezTo>
                    <a:cubicBezTo>
                      <a:pt x="966" y="1517"/>
                      <a:pt x="963" y="1519"/>
                      <a:pt x="961" y="1518"/>
                    </a:cubicBezTo>
                    <a:cubicBezTo>
                      <a:pt x="959" y="1517"/>
                      <a:pt x="958" y="1516"/>
                      <a:pt x="957" y="1514"/>
                    </a:cubicBezTo>
                    <a:cubicBezTo>
                      <a:pt x="956" y="1513"/>
                      <a:pt x="956" y="1512"/>
                      <a:pt x="956" y="1511"/>
                    </a:cubicBezTo>
                    <a:cubicBezTo>
                      <a:pt x="956" y="1509"/>
                      <a:pt x="956" y="1509"/>
                      <a:pt x="955" y="1509"/>
                    </a:cubicBezTo>
                    <a:cubicBezTo>
                      <a:pt x="953" y="1508"/>
                      <a:pt x="951" y="1507"/>
                      <a:pt x="948" y="1507"/>
                    </a:cubicBezTo>
                    <a:cubicBezTo>
                      <a:pt x="948" y="1507"/>
                      <a:pt x="947" y="1507"/>
                      <a:pt x="946" y="1507"/>
                    </a:cubicBezTo>
                    <a:cubicBezTo>
                      <a:pt x="945" y="1507"/>
                      <a:pt x="944" y="1506"/>
                      <a:pt x="943" y="1506"/>
                    </a:cubicBezTo>
                    <a:cubicBezTo>
                      <a:pt x="941" y="1504"/>
                      <a:pt x="939" y="1502"/>
                      <a:pt x="937" y="1501"/>
                    </a:cubicBezTo>
                    <a:cubicBezTo>
                      <a:pt x="935" y="1501"/>
                      <a:pt x="934" y="1500"/>
                      <a:pt x="933" y="1500"/>
                    </a:cubicBezTo>
                    <a:cubicBezTo>
                      <a:pt x="931" y="1499"/>
                      <a:pt x="930" y="1500"/>
                      <a:pt x="930" y="1502"/>
                    </a:cubicBezTo>
                    <a:cubicBezTo>
                      <a:pt x="929" y="1503"/>
                      <a:pt x="930" y="1505"/>
                      <a:pt x="929" y="1506"/>
                    </a:cubicBezTo>
                    <a:cubicBezTo>
                      <a:pt x="928" y="1507"/>
                      <a:pt x="925" y="1506"/>
                      <a:pt x="925" y="1504"/>
                    </a:cubicBezTo>
                    <a:cubicBezTo>
                      <a:pt x="924" y="1503"/>
                      <a:pt x="924" y="1503"/>
                      <a:pt x="924" y="1502"/>
                    </a:cubicBezTo>
                    <a:cubicBezTo>
                      <a:pt x="923" y="1501"/>
                      <a:pt x="923" y="1499"/>
                      <a:pt x="923" y="1498"/>
                    </a:cubicBezTo>
                    <a:cubicBezTo>
                      <a:pt x="923" y="1498"/>
                      <a:pt x="923" y="1498"/>
                      <a:pt x="923" y="1498"/>
                    </a:cubicBezTo>
                    <a:cubicBezTo>
                      <a:pt x="923" y="1497"/>
                      <a:pt x="923" y="1496"/>
                      <a:pt x="923" y="1495"/>
                    </a:cubicBezTo>
                    <a:cubicBezTo>
                      <a:pt x="923" y="1494"/>
                      <a:pt x="923" y="1493"/>
                      <a:pt x="922" y="1492"/>
                    </a:cubicBezTo>
                    <a:cubicBezTo>
                      <a:pt x="921" y="1491"/>
                      <a:pt x="919" y="1491"/>
                      <a:pt x="918" y="1490"/>
                    </a:cubicBezTo>
                    <a:cubicBezTo>
                      <a:pt x="917" y="1490"/>
                      <a:pt x="917" y="1490"/>
                      <a:pt x="916" y="1490"/>
                    </a:cubicBezTo>
                    <a:cubicBezTo>
                      <a:pt x="915" y="1490"/>
                      <a:pt x="914" y="1489"/>
                      <a:pt x="913" y="1489"/>
                    </a:cubicBezTo>
                    <a:cubicBezTo>
                      <a:pt x="912" y="1489"/>
                      <a:pt x="911" y="1491"/>
                      <a:pt x="911" y="1492"/>
                    </a:cubicBezTo>
                    <a:cubicBezTo>
                      <a:pt x="911" y="1494"/>
                      <a:pt x="913" y="1495"/>
                      <a:pt x="914" y="1495"/>
                    </a:cubicBezTo>
                    <a:cubicBezTo>
                      <a:pt x="915" y="1495"/>
                      <a:pt x="917" y="1495"/>
                      <a:pt x="918" y="1496"/>
                    </a:cubicBezTo>
                    <a:cubicBezTo>
                      <a:pt x="919" y="1498"/>
                      <a:pt x="917" y="1498"/>
                      <a:pt x="916" y="1499"/>
                    </a:cubicBezTo>
                    <a:cubicBezTo>
                      <a:pt x="914" y="1500"/>
                      <a:pt x="914" y="1501"/>
                      <a:pt x="915" y="1503"/>
                    </a:cubicBezTo>
                    <a:cubicBezTo>
                      <a:pt x="916" y="1504"/>
                      <a:pt x="917" y="1506"/>
                      <a:pt x="916" y="1507"/>
                    </a:cubicBezTo>
                    <a:cubicBezTo>
                      <a:pt x="914" y="1507"/>
                      <a:pt x="912" y="1507"/>
                      <a:pt x="910" y="1507"/>
                    </a:cubicBezTo>
                    <a:cubicBezTo>
                      <a:pt x="908" y="1506"/>
                      <a:pt x="906" y="1506"/>
                      <a:pt x="904" y="1506"/>
                    </a:cubicBezTo>
                    <a:cubicBezTo>
                      <a:pt x="903" y="1507"/>
                      <a:pt x="902" y="1509"/>
                      <a:pt x="901" y="1511"/>
                    </a:cubicBezTo>
                    <a:cubicBezTo>
                      <a:pt x="900" y="1513"/>
                      <a:pt x="900" y="1514"/>
                      <a:pt x="900" y="1516"/>
                    </a:cubicBezTo>
                    <a:cubicBezTo>
                      <a:pt x="900" y="1520"/>
                      <a:pt x="898" y="1523"/>
                      <a:pt x="895" y="1525"/>
                    </a:cubicBezTo>
                    <a:cubicBezTo>
                      <a:pt x="893" y="1525"/>
                      <a:pt x="890" y="1525"/>
                      <a:pt x="889" y="1527"/>
                    </a:cubicBezTo>
                    <a:cubicBezTo>
                      <a:pt x="888" y="1528"/>
                      <a:pt x="889" y="1530"/>
                      <a:pt x="890" y="1531"/>
                    </a:cubicBezTo>
                    <a:cubicBezTo>
                      <a:pt x="892" y="1533"/>
                      <a:pt x="894" y="1533"/>
                      <a:pt x="895" y="1535"/>
                    </a:cubicBezTo>
                    <a:cubicBezTo>
                      <a:pt x="896" y="1536"/>
                      <a:pt x="896" y="1538"/>
                      <a:pt x="896" y="1540"/>
                    </a:cubicBezTo>
                    <a:cubicBezTo>
                      <a:pt x="896" y="1541"/>
                      <a:pt x="897" y="1544"/>
                      <a:pt x="895" y="1545"/>
                    </a:cubicBezTo>
                    <a:cubicBezTo>
                      <a:pt x="893" y="1546"/>
                      <a:pt x="890" y="1543"/>
                      <a:pt x="889" y="1542"/>
                    </a:cubicBezTo>
                    <a:cubicBezTo>
                      <a:pt x="888" y="1540"/>
                      <a:pt x="886" y="1539"/>
                      <a:pt x="885" y="1538"/>
                    </a:cubicBezTo>
                    <a:cubicBezTo>
                      <a:pt x="883" y="1538"/>
                      <a:pt x="881" y="1539"/>
                      <a:pt x="879" y="1539"/>
                    </a:cubicBezTo>
                    <a:cubicBezTo>
                      <a:pt x="875" y="1537"/>
                      <a:pt x="883" y="1530"/>
                      <a:pt x="883" y="1527"/>
                    </a:cubicBezTo>
                    <a:cubicBezTo>
                      <a:pt x="884" y="1525"/>
                      <a:pt x="883" y="1522"/>
                      <a:pt x="880" y="1523"/>
                    </a:cubicBezTo>
                    <a:cubicBezTo>
                      <a:pt x="877" y="1523"/>
                      <a:pt x="877" y="1527"/>
                      <a:pt x="875" y="1529"/>
                    </a:cubicBezTo>
                    <a:cubicBezTo>
                      <a:pt x="874" y="1531"/>
                      <a:pt x="873" y="1530"/>
                      <a:pt x="872" y="1529"/>
                    </a:cubicBezTo>
                    <a:cubicBezTo>
                      <a:pt x="871" y="1527"/>
                      <a:pt x="869" y="1528"/>
                      <a:pt x="868" y="1529"/>
                    </a:cubicBezTo>
                    <a:cubicBezTo>
                      <a:pt x="866" y="1532"/>
                      <a:pt x="864" y="1534"/>
                      <a:pt x="860" y="1535"/>
                    </a:cubicBezTo>
                    <a:cubicBezTo>
                      <a:pt x="859" y="1534"/>
                      <a:pt x="859" y="1532"/>
                      <a:pt x="859" y="1531"/>
                    </a:cubicBezTo>
                    <a:cubicBezTo>
                      <a:pt x="858" y="1530"/>
                      <a:pt x="859" y="1529"/>
                      <a:pt x="858" y="1527"/>
                    </a:cubicBezTo>
                    <a:cubicBezTo>
                      <a:pt x="857" y="1527"/>
                      <a:pt x="857" y="1527"/>
                      <a:pt x="856" y="1526"/>
                    </a:cubicBezTo>
                    <a:cubicBezTo>
                      <a:pt x="856" y="1526"/>
                      <a:pt x="856" y="1525"/>
                      <a:pt x="855" y="1524"/>
                    </a:cubicBezTo>
                    <a:cubicBezTo>
                      <a:pt x="855" y="1522"/>
                      <a:pt x="854" y="1521"/>
                      <a:pt x="853" y="1519"/>
                    </a:cubicBezTo>
                    <a:cubicBezTo>
                      <a:pt x="853" y="1519"/>
                      <a:pt x="853" y="1518"/>
                      <a:pt x="853" y="1517"/>
                    </a:cubicBezTo>
                    <a:cubicBezTo>
                      <a:pt x="852" y="1517"/>
                      <a:pt x="851" y="1517"/>
                      <a:pt x="850" y="1517"/>
                    </a:cubicBezTo>
                    <a:cubicBezTo>
                      <a:pt x="850" y="1517"/>
                      <a:pt x="849" y="1516"/>
                      <a:pt x="848" y="1516"/>
                    </a:cubicBezTo>
                    <a:cubicBezTo>
                      <a:pt x="847" y="1516"/>
                      <a:pt x="845" y="1516"/>
                      <a:pt x="844" y="1515"/>
                    </a:cubicBezTo>
                    <a:cubicBezTo>
                      <a:pt x="843" y="1514"/>
                      <a:pt x="843" y="1512"/>
                      <a:pt x="844" y="1511"/>
                    </a:cubicBezTo>
                    <a:cubicBezTo>
                      <a:pt x="844" y="1510"/>
                      <a:pt x="845" y="1509"/>
                      <a:pt x="845" y="1509"/>
                    </a:cubicBezTo>
                    <a:cubicBezTo>
                      <a:pt x="845" y="1508"/>
                      <a:pt x="845" y="1507"/>
                      <a:pt x="845" y="1506"/>
                    </a:cubicBezTo>
                    <a:cubicBezTo>
                      <a:pt x="846" y="1505"/>
                      <a:pt x="846" y="1504"/>
                      <a:pt x="845" y="1502"/>
                    </a:cubicBezTo>
                    <a:cubicBezTo>
                      <a:pt x="844" y="1501"/>
                      <a:pt x="842" y="1500"/>
                      <a:pt x="841" y="1499"/>
                    </a:cubicBezTo>
                    <a:cubicBezTo>
                      <a:pt x="840" y="1498"/>
                      <a:pt x="839" y="1497"/>
                      <a:pt x="838" y="1496"/>
                    </a:cubicBezTo>
                    <a:cubicBezTo>
                      <a:pt x="837" y="1495"/>
                      <a:pt x="836" y="1493"/>
                      <a:pt x="834" y="1494"/>
                    </a:cubicBezTo>
                    <a:cubicBezTo>
                      <a:pt x="834" y="1494"/>
                      <a:pt x="834" y="1495"/>
                      <a:pt x="833" y="1495"/>
                    </a:cubicBezTo>
                    <a:cubicBezTo>
                      <a:pt x="832" y="1496"/>
                      <a:pt x="831" y="1495"/>
                      <a:pt x="830" y="1495"/>
                    </a:cubicBezTo>
                    <a:cubicBezTo>
                      <a:pt x="829" y="1494"/>
                      <a:pt x="827" y="1493"/>
                      <a:pt x="826" y="1493"/>
                    </a:cubicBezTo>
                    <a:cubicBezTo>
                      <a:pt x="824" y="1493"/>
                      <a:pt x="823" y="1494"/>
                      <a:pt x="822" y="1492"/>
                    </a:cubicBezTo>
                    <a:cubicBezTo>
                      <a:pt x="822" y="1491"/>
                      <a:pt x="822" y="1489"/>
                      <a:pt x="822" y="1487"/>
                    </a:cubicBezTo>
                    <a:cubicBezTo>
                      <a:pt x="822" y="1485"/>
                      <a:pt x="822" y="1484"/>
                      <a:pt x="822" y="1482"/>
                    </a:cubicBezTo>
                    <a:cubicBezTo>
                      <a:pt x="821" y="1479"/>
                      <a:pt x="823" y="1475"/>
                      <a:pt x="819" y="1474"/>
                    </a:cubicBezTo>
                    <a:cubicBezTo>
                      <a:pt x="817" y="1474"/>
                      <a:pt x="816" y="1474"/>
                      <a:pt x="815" y="1472"/>
                    </a:cubicBezTo>
                    <a:cubicBezTo>
                      <a:pt x="814" y="1471"/>
                      <a:pt x="814" y="1469"/>
                      <a:pt x="816" y="1469"/>
                    </a:cubicBezTo>
                    <a:cubicBezTo>
                      <a:pt x="818" y="1469"/>
                      <a:pt x="820" y="1469"/>
                      <a:pt x="822" y="1470"/>
                    </a:cubicBezTo>
                    <a:cubicBezTo>
                      <a:pt x="823" y="1471"/>
                      <a:pt x="825" y="1471"/>
                      <a:pt x="827" y="1470"/>
                    </a:cubicBezTo>
                    <a:cubicBezTo>
                      <a:pt x="827" y="1468"/>
                      <a:pt x="825" y="1467"/>
                      <a:pt x="823" y="1467"/>
                    </a:cubicBezTo>
                    <a:cubicBezTo>
                      <a:pt x="821" y="1466"/>
                      <a:pt x="818" y="1465"/>
                      <a:pt x="817" y="1464"/>
                    </a:cubicBezTo>
                    <a:cubicBezTo>
                      <a:pt x="815" y="1463"/>
                      <a:pt x="816" y="1460"/>
                      <a:pt x="815" y="1459"/>
                    </a:cubicBezTo>
                    <a:cubicBezTo>
                      <a:pt x="815" y="1457"/>
                      <a:pt x="815" y="1455"/>
                      <a:pt x="815" y="1453"/>
                    </a:cubicBezTo>
                    <a:cubicBezTo>
                      <a:pt x="816" y="1452"/>
                      <a:pt x="816" y="1451"/>
                      <a:pt x="816" y="1450"/>
                    </a:cubicBezTo>
                    <a:cubicBezTo>
                      <a:pt x="816" y="1450"/>
                      <a:pt x="817" y="1449"/>
                      <a:pt x="817" y="1448"/>
                    </a:cubicBezTo>
                    <a:cubicBezTo>
                      <a:pt x="818" y="1447"/>
                      <a:pt x="820" y="1448"/>
                      <a:pt x="820" y="1446"/>
                    </a:cubicBezTo>
                    <a:cubicBezTo>
                      <a:pt x="820" y="1445"/>
                      <a:pt x="818" y="1444"/>
                      <a:pt x="817" y="1444"/>
                    </a:cubicBezTo>
                    <a:cubicBezTo>
                      <a:pt x="815" y="1444"/>
                      <a:pt x="814" y="1445"/>
                      <a:pt x="813" y="1444"/>
                    </a:cubicBezTo>
                    <a:cubicBezTo>
                      <a:pt x="813" y="1442"/>
                      <a:pt x="813" y="1441"/>
                      <a:pt x="812" y="1440"/>
                    </a:cubicBezTo>
                    <a:cubicBezTo>
                      <a:pt x="811" y="1439"/>
                      <a:pt x="809" y="1439"/>
                      <a:pt x="808" y="1438"/>
                    </a:cubicBezTo>
                    <a:cubicBezTo>
                      <a:pt x="805" y="1437"/>
                      <a:pt x="803" y="1437"/>
                      <a:pt x="800" y="1436"/>
                    </a:cubicBezTo>
                    <a:cubicBezTo>
                      <a:pt x="798" y="1436"/>
                      <a:pt x="796" y="1436"/>
                      <a:pt x="795" y="1434"/>
                    </a:cubicBezTo>
                    <a:cubicBezTo>
                      <a:pt x="793" y="1432"/>
                      <a:pt x="794" y="1430"/>
                      <a:pt x="793" y="1427"/>
                    </a:cubicBezTo>
                    <a:cubicBezTo>
                      <a:pt x="793" y="1427"/>
                      <a:pt x="793" y="1427"/>
                      <a:pt x="793" y="1426"/>
                    </a:cubicBezTo>
                    <a:cubicBezTo>
                      <a:pt x="793" y="1425"/>
                      <a:pt x="792" y="1424"/>
                      <a:pt x="792" y="1422"/>
                    </a:cubicBezTo>
                    <a:cubicBezTo>
                      <a:pt x="791" y="1421"/>
                      <a:pt x="790" y="1420"/>
                      <a:pt x="788" y="1419"/>
                    </a:cubicBezTo>
                    <a:cubicBezTo>
                      <a:pt x="788" y="1418"/>
                      <a:pt x="787" y="1418"/>
                      <a:pt x="786" y="1417"/>
                    </a:cubicBezTo>
                    <a:cubicBezTo>
                      <a:pt x="786" y="1417"/>
                      <a:pt x="785" y="1417"/>
                      <a:pt x="785" y="1417"/>
                    </a:cubicBezTo>
                    <a:cubicBezTo>
                      <a:pt x="784" y="1416"/>
                      <a:pt x="783" y="1416"/>
                      <a:pt x="782" y="1416"/>
                    </a:cubicBezTo>
                    <a:cubicBezTo>
                      <a:pt x="782" y="1415"/>
                      <a:pt x="781" y="1415"/>
                      <a:pt x="780" y="1415"/>
                    </a:cubicBezTo>
                    <a:cubicBezTo>
                      <a:pt x="779" y="1414"/>
                      <a:pt x="778" y="1413"/>
                      <a:pt x="777" y="1412"/>
                    </a:cubicBezTo>
                    <a:cubicBezTo>
                      <a:pt x="776" y="1411"/>
                      <a:pt x="776" y="1411"/>
                      <a:pt x="776" y="1410"/>
                    </a:cubicBezTo>
                    <a:cubicBezTo>
                      <a:pt x="775" y="1410"/>
                      <a:pt x="775" y="1409"/>
                      <a:pt x="775" y="1408"/>
                    </a:cubicBezTo>
                    <a:cubicBezTo>
                      <a:pt x="774" y="1406"/>
                      <a:pt x="773" y="1404"/>
                      <a:pt x="771" y="1402"/>
                    </a:cubicBezTo>
                    <a:cubicBezTo>
                      <a:pt x="770" y="1400"/>
                      <a:pt x="768" y="1399"/>
                      <a:pt x="766" y="1398"/>
                    </a:cubicBezTo>
                    <a:cubicBezTo>
                      <a:pt x="764" y="1398"/>
                      <a:pt x="762" y="1397"/>
                      <a:pt x="760" y="1397"/>
                    </a:cubicBezTo>
                    <a:cubicBezTo>
                      <a:pt x="758" y="1397"/>
                      <a:pt x="757" y="1397"/>
                      <a:pt x="755" y="1397"/>
                    </a:cubicBezTo>
                    <a:cubicBezTo>
                      <a:pt x="754" y="1397"/>
                      <a:pt x="752" y="1398"/>
                      <a:pt x="751" y="1398"/>
                    </a:cubicBezTo>
                    <a:cubicBezTo>
                      <a:pt x="750" y="1398"/>
                      <a:pt x="749" y="1398"/>
                      <a:pt x="748" y="1398"/>
                    </a:cubicBezTo>
                    <a:cubicBezTo>
                      <a:pt x="748" y="1398"/>
                      <a:pt x="747" y="1399"/>
                      <a:pt x="747" y="1399"/>
                    </a:cubicBezTo>
                    <a:cubicBezTo>
                      <a:pt x="746" y="1399"/>
                      <a:pt x="744" y="1399"/>
                      <a:pt x="743" y="1398"/>
                    </a:cubicBezTo>
                    <a:cubicBezTo>
                      <a:pt x="742" y="1398"/>
                      <a:pt x="741" y="1397"/>
                      <a:pt x="741" y="1396"/>
                    </a:cubicBezTo>
                    <a:cubicBezTo>
                      <a:pt x="739" y="1395"/>
                      <a:pt x="738" y="1393"/>
                      <a:pt x="737" y="1392"/>
                    </a:cubicBezTo>
                    <a:cubicBezTo>
                      <a:pt x="737" y="1391"/>
                      <a:pt x="737" y="1390"/>
                      <a:pt x="736" y="1389"/>
                    </a:cubicBezTo>
                    <a:cubicBezTo>
                      <a:pt x="736" y="1388"/>
                      <a:pt x="735" y="1387"/>
                      <a:pt x="734" y="1386"/>
                    </a:cubicBezTo>
                    <a:cubicBezTo>
                      <a:pt x="733" y="1385"/>
                      <a:pt x="732" y="1383"/>
                      <a:pt x="729" y="1383"/>
                    </a:cubicBezTo>
                    <a:cubicBezTo>
                      <a:pt x="728" y="1383"/>
                      <a:pt x="728" y="1383"/>
                      <a:pt x="727" y="1383"/>
                    </a:cubicBezTo>
                    <a:cubicBezTo>
                      <a:pt x="726" y="1383"/>
                      <a:pt x="725" y="1384"/>
                      <a:pt x="724" y="1384"/>
                    </a:cubicBezTo>
                    <a:cubicBezTo>
                      <a:pt x="722" y="1384"/>
                      <a:pt x="721" y="1385"/>
                      <a:pt x="719" y="1385"/>
                    </a:cubicBezTo>
                    <a:cubicBezTo>
                      <a:pt x="715" y="1385"/>
                      <a:pt x="712" y="1385"/>
                      <a:pt x="708" y="1386"/>
                    </a:cubicBezTo>
                    <a:cubicBezTo>
                      <a:pt x="707" y="1386"/>
                      <a:pt x="706" y="1387"/>
                      <a:pt x="705" y="1389"/>
                    </a:cubicBezTo>
                    <a:cubicBezTo>
                      <a:pt x="705" y="1390"/>
                      <a:pt x="704" y="1391"/>
                      <a:pt x="704" y="1392"/>
                    </a:cubicBezTo>
                    <a:cubicBezTo>
                      <a:pt x="701" y="1395"/>
                      <a:pt x="698" y="1390"/>
                      <a:pt x="696" y="1389"/>
                    </a:cubicBezTo>
                    <a:cubicBezTo>
                      <a:pt x="694" y="1387"/>
                      <a:pt x="693" y="1385"/>
                      <a:pt x="691" y="1383"/>
                    </a:cubicBezTo>
                    <a:cubicBezTo>
                      <a:pt x="689" y="1381"/>
                      <a:pt x="687" y="1380"/>
                      <a:pt x="685" y="1378"/>
                    </a:cubicBezTo>
                    <a:cubicBezTo>
                      <a:pt x="683" y="1376"/>
                      <a:pt x="681" y="1375"/>
                      <a:pt x="680" y="1374"/>
                    </a:cubicBezTo>
                    <a:cubicBezTo>
                      <a:pt x="677" y="1372"/>
                      <a:pt x="675" y="1371"/>
                      <a:pt x="673" y="1369"/>
                    </a:cubicBezTo>
                    <a:cubicBezTo>
                      <a:pt x="672" y="1369"/>
                      <a:pt x="671" y="1368"/>
                      <a:pt x="670" y="1368"/>
                    </a:cubicBezTo>
                    <a:cubicBezTo>
                      <a:pt x="669" y="1367"/>
                      <a:pt x="669" y="1366"/>
                      <a:pt x="669" y="1366"/>
                    </a:cubicBezTo>
                    <a:cubicBezTo>
                      <a:pt x="667" y="1364"/>
                      <a:pt x="666" y="1362"/>
                      <a:pt x="664" y="1361"/>
                    </a:cubicBezTo>
                    <a:cubicBezTo>
                      <a:pt x="662" y="1360"/>
                      <a:pt x="661" y="1359"/>
                      <a:pt x="659" y="1359"/>
                    </a:cubicBezTo>
                    <a:cubicBezTo>
                      <a:pt x="657" y="1358"/>
                      <a:pt x="655" y="1358"/>
                      <a:pt x="653" y="1357"/>
                    </a:cubicBezTo>
                    <a:cubicBezTo>
                      <a:pt x="652" y="1357"/>
                      <a:pt x="651" y="1356"/>
                      <a:pt x="649" y="1355"/>
                    </a:cubicBezTo>
                    <a:cubicBezTo>
                      <a:pt x="648" y="1354"/>
                      <a:pt x="646" y="1353"/>
                      <a:pt x="645" y="1353"/>
                    </a:cubicBezTo>
                    <a:cubicBezTo>
                      <a:pt x="642" y="1352"/>
                      <a:pt x="640" y="1352"/>
                      <a:pt x="637" y="1351"/>
                    </a:cubicBezTo>
                    <a:cubicBezTo>
                      <a:pt x="636" y="1351"/>
                      <a:pt x="634" y="1351"/>
                      <a:pt x="633" y="1352"/>
                    </a:cubicBezTo>
                    <a:cubicBezTo>
                      <a:pt x="632" y="1352"/>
                      <a:pt x="632" y="1353"/>
                      <a:pt x="633" y="1354"/>
                    </a:cubicBezTo>
                    <a:cubicBezTo>
                      <a:pt x="633" y="1355"/>
                      <a:pt x="634" y="1356"/>
                      <a:pt x="634" y="1357"/>
                    </a:cubicBezTo>
                    <a:cubicBezTo>
                      <a:pt x="634" y="1358"/>
                      <a:pt x="634" y="1360"/>
                      <a:pt x="633" y="1361"/>
                    </a:cubicBezTo>
                    <a:cubicBezTo>
                      <a:pt x="633" y="1361"/>
                      <a:pt x="633" y="1360"/>
                      <a:pt x="633" y="1360"/>
                    </a:cubicBezTo>
                    <a:cubicBezTo>
                      <a:pt x="630" y="1362"/>
                      <a:pt x="627" y="1360"/>
                      <a:pt x="625" y="1359"/>
                    </a:cubicBezTo>
                    <a:cubicBezTo>
                      <a:pt x="623" y="1358"/>
                      <a:pt x="622" y="1357"/>
                      <a:pt x="620" y="1357"/>
                    </a:cubicBezTo>
                    <a:cubicBezTo>
                      <a:pt x="619" y="1357"/>
                      <a:pt x="618" y="1357"/>
                      <a:pt x="617" y="1357"/>
                    </a:cubicBezTo>
                    <a:cubicBezTo>
                      <a:pt x="615" y="1357"/>
                      <a:pt x="613" y="1356"/>
                      <a:pt x="611" y="1358"/>
                    </a:cubicBezTo>
                    <a:cubicBezTo>
                      <a:pt x="610" y="1359"/>
                      <a:pt x="609" y="1363"/>
                      <a:pt x="610" y="1365"/>
                    </a:cubicBezTo>
                    <a:cubicBezTo>
                      <a:pt x="611" y="1367"/>
                      <a:pt x="613" y="1367"/>
                      <a:pt x="615" y="1368"/>
                    </a:cubicBezTo>
                    <a:cubicBezTo>
                      <a:pt x="617" y="1368"/>
                      <a:pt x="620" y="1369"/>
                      <a:pt x="622" y="1370"/>
                    </a:cubicBezTo>
                    <a:cubicBezTo>
                      <a:pt x="624" y="1371"/>
                      <a:pt x="625" y="1372"/>
                      <a:pt x="627" y="1373"/>
                    </a:cubicBezTo>
                    <a:cubicBezTo>
                      <a:pt x="628" y="1375"/>
                      <a:pt x="630" y="1376"/>
                      <a:pt x="632" y="1378"/>
                    </a:cubicBezTo>
                    <a:cubicBezTo>
                      <a:pt x="633" y="1379"/>
                      <a:pt x="634" y="1381"/>
                      <a:pt x="634" y="1383"/>
                    </a:cubicBezTo>
                    <a:cubicBezTo>
                      <a:pt x="634" y="1384"/>
                      <a:pt x="633" y="1386"/>
                      <a:pt x="632" y="1387"/>
                    </a:cubicBezTo>
                    <a:cubicBezTo>
                      <a:pt x="631" y="1390"/>
                      <a:pt x="629" y="1394"/>
                      <a:pt x="626" y="1395"/>
                    </a:cubicBezTo>
                    <a:cubicBezTo>
                      <a:pt x="623" y="1397"/>
                      <a:pt x="620" y="1394"/>
                      <a:pt x="617" y="1393"/>
                    </a:cubicBezTo>
                    <a:cubicBezTo>
                      <a:pt x="615" y="1391"/>
                      <a:pt x="613" y="1390"/>
                      <a:pt x="611" y="1389"/>
                    </a:cubicBezTo>
                    <a:cubicBezTo>
                      <a:pt x="609" y="1388"/>
                      <a:pt x="607" y="1388"/>
                      <a:pt x="605" y="1387"/>
                    </a:cubicBezTo>
                    <a:cubicBezTo>
                      <a:pt x="601" y="1385"/>
                      <a:pt x="597" y="1380"/>
                      <a:pt x="592" y="1381"/>
                    </a:cubicBezTo>
                    <a:cubicBezTo>
                      <a:pt x="587" y="1382"/>
                      <a:pt x="585" y="1387"/>
                      <a:pt x="581" y="1389"/>
                    </a:cubicBezTo>
                    <a:cubicBezTo>
                      <a:pt x="580" y="1390"/>
                      <a:pt x="578" y="1390"/>
                      <a:pt x="577" y="1391"/>
                    </a:cubicBezTo>
                    <a:cubicBezTo>
                      <a:pt x="575" y="1392"/>
                      <a:pt x="573" y="1393"/>
                      <a:pt x="571" y="1394"/>
                    </a:cubicBezTo>
                    <a:cubicBezTo>
                      <a:pt x="568" y="1396"/>
                      <a:pt x="566" y="1397"/>
                      <a:pt x="563" y="1399"/>
                    </a:cubicBezTo>
                    <a:cubicBezTo>
                      <a:pt x="562" y="1400"/>
                      <a:pt x="560" y="1401"/>
                      <a:pt x="559" y="1401"/>
                    </a:cubicBezTo>
                    <a:cubicBezTo>
                      <a:pt x="557" y="1402"/>
                      <a:pt x="555" y="1402"/>
                      <a:pt x="555" y="1403"/>
                    </a:cubicBezTo>
                    <a:cubicBezTo>
                      <a:pt x="554" y="1404"/>
                      <a:pt x="555" y="1406"/>
                      <a:pt x="555" y="1407"/>
                    </a:cubicBezTo>
                    <a:cubicBezTo>
                      <a:pt x="555" y="1409"/>
                      <a:pt x="554" y="1410"/>
                      <a:pt x="552" y="1412"/>
                    </a:cubicBezTo>
                    <a:cubicBezTo>
                      <a:pt x="551" y="1413"/>
                      <a:pt x="549" y="1414"/>
                      <a:pt x="547" y="1413"/>
                    </a:cubicBezTo>
                    <a:cubicBezTo>
                      <a:pt x="545" y="1413"/>
                      <a:pt x="544" y="1413"/>
                      <a:pt x="543" y="1413"/>
                    </a:cubicBezTo>
                    <a:cubicBezTo>
                      <a:pt x="540" y="1413"/>
                      <a:pt x="540" y="1417"/>
                      <a:pt x="541" y="1419"/>
                    </a:cubicBezTo>
                    <a:cubicBezTo>
                      <a:pt x="542" y="1420"/>
                      <a:pt x="543" y="1421"/>
                      <a:pt x="543" y="1423"/>
                    </a:cubicBezTo>
                    <a:cubicBezTo>
                      <a:pt x="544" y="1425"/>
                      <a:pt x="544" y="1427"/>
                      <a:pt x="543" y="1429"/>
                    </a:cubicBezTo>
                    <a:cubicBezTo>
                      <a:pt x="543" y="1430"/>
                      <a:pt x="542" y="1432"/>
                      <a:pt x="542" y="1434"/>
                    </a:cubicBezTo>
                    <a:cubicBezTo>
                      <a:pt x="542" y="1436"/>
                      <a:pt x="541" y="1437"/>
                      <a:pt x="541" y="1438"/>
                    </a:cubicBezTo>
                    <a:cubicBezTo>
                      <a:pt x="541" y="1439"/>
                      <a:pt x="540" y="1440"/>
                      <a:pt x="540" y="1441"/>
                    </a:cubicBezTo>
                    <a:cubicBezTo>
                      <a:pt x="540" y="1443"/>
                      <a:pt x="539" y="1444"/>
                      <a:pt x="539" y="1445"/>
                    </a:cubicBezTo>
                    <a:cubicBezTo>
                      <a:pt x="539" y="1445"/>
                      <a:pt x="538" y="1446"/>
                      <a:pt x="538" y="1446"/>
                    </a:cubicBezTo>
                    <a:cubicBezTo>
                      <a:pt x="537" y="1447"/>
                      <a:pt x="537" y="1448"/>
                      <a:pt x="536" y="1449"/>
                    </a:cubicBezTo>
                    <a:cubicBezTo>
                      <a:pt x="535" y="1450"/>
                      <a:pt x="534" y="1450"/>
                      <a:pt x="533" y="1451"/>
                    </a:cubicBezTo>
                    <a:cubicBezTo>
                      <a:pt x="533" y="1451"/>
                      <a:pt x="532" y="1452"/>
                      <a:pt x="530" y="1452"/>
                    </a:cubicBezTo>
                    <a:cubicBezTo>
                      <a:pt x="530" y="1452"/>
                      <a:pt x="530" y="1452"/>
                      <a:pt x="530" y="1452"/>
                    </a:cubicBezTo>
                    <a:cubicBezTo>
                      <a:pt x="529" y="1452"/>
                      <a:pt x="529" y="1453"/>
                      <a:pt x="529" y="1453"/>
                    </a:cubicBezTo>
                    <a:cubicBezTo>
                      <a:pt x="528" y="1454"/>
                      <a:pt x="528" y="1456"/>
                      <a:pt x="528" y="1457"/>
                    </a:cubicBezTo>
                    <a:cubicBezTo>
                      <a:pt x="528" y="1458"/>
                      <a:pt x="528" y="1459"/>
                      <a:pt x="528" y="1461"/>
                    </a:cubicBezTo>
                    <a:cubicBezTo>
                      <a:pt x="527" y="1462"/>
                      <a:pt x="528" y="1464"/>
                      <a:pt x="528" y="1465"/>
                    </a:cubicBezTo>
                    <a:cubicBezTo>
                      <a:pt x="527" y="1467"/>
                      <a:pt x="527" y="1468"/>
                      <a:pt x="527" y="1470"/>
                    </a:cubicBezTo>
                    <a:cubicBezTo>
                      <a:pt x="527" y="1472"/>
                      <a:pt x="526" y="1473"/>
                      <a:pt x="525" y="1475"/>
                    </a:cubicBezTo>
                    <a:cubicBezTo>
                      <a:pt x="523" y="1479"/>
                      <a:pt x="522" y="1483"/>
                      <a:pt x="520" y="1487"/>
                    </a:cubicBezTo>
                    <a:cubicBezTo>
                      <a:pt x="519" y="1490"/>
                      <a:pt x="517" y="1493"/>
                      <a:pt x="516" y="1496"/>
                    </a:cubicBezTo>
                    <a:cubicBezTo>
                      <a:pt x="515" y="1498"/>
                      <a:pt x="514" y="1501"/>
                      <a:pt x="513" y="1503"/>
                    </a:cubicBezTo>
                    <a:cubicBezTo>
                      <a:pt x="513" y="1504"/>
                      <a:pt x="512" y="1505"/>
                      <a:pt x="512" y="1507"/>
                    </a:cubicBezTo>
                    <a:cubicBezTo>
                      <a:pt x="510" y="1509"/>
                      <a:pt x="508" y="1512"/>
                      <a:pt x="505" y="1513"/>
                    </a:cubicBezTo>
                    <a:cubicBezTo>
                      <a:pt x="503" y="1514"/>
                      <a:pt x="501" y="1515"/>
                      <a:pt x="499" y="1516"/>
                    </a:cubicBezTo>
                    <a:cubicBezTo>
                      <a:pt x="497" y="1517"/>
                      <a:pt x="494" y="1520"/>
                      <a:pt x="494" y="1522"/>
                    </a:cubicBezTo>
                    <a:cubicBezTo>
                      <a:pt x="494" y="1523"/>
                      <a:pt x="495" y="1524"/>
                      <a:pt x="495" y="1525"/>
                    </a:cubicBezTo>
                    <a:cubicBezTo>
                      <a:pt x="496" y="1526"/>
                      <a:pt x="497" y="1526"/>
                      <a:pt x="497" y="1527"/>
                    </a:cubicBezTo>
                    <a:cubicBezTo>
                      <a:pt x="497" y="1529"/>
                      <a:pt x="495" y="1530"/>
                      <a:pt x="494" y="1530"/>
                    </a:cubicBezTo>
                    <a:cubicBezTo>
                      <a:pt x="492" y="1531"/>
                      <a:pt x="490" y="1532"/>
                      <a:pt x="489" y="1534"/>
                    </a:cubicBezTo>
                    <a:cubicBezTo>
                      <a:pt x="488" y="1535"/>
                      <a:pt x="488" y="1537"/>
                      <a:pt x="487" y="1538"/>
                    </a:cubicBezTo>
                    <a:cubicBezTo>
                      <a:pt x="486" y="1540"/>
                      <a:pt x="485" y="1541"/>
                      <a:pt x="485" y="1542"/>
                    </a:cubicBezTo>
                    <a:cubicBezTo>
                      <a:pt x="485" y="1544"/>
                      <a:pt x="484" y="1545"/>
                      <a:pt x="484" y="1547"/>
                    </a:cubicBezTo>
                    <a:cubicBezTo>
                      <a:pt x="484" y="1548"/>
                      <a:pt x="483" y="1550"/>
                      <a:pt x="483" y="1552"/>
                    </a:cubicBezTo>
                    <a:cubicBezTo>
                      <a:pt x="483" y="1553"/>
                      <a:pt x="484" y="1555"/>
                      <a:pt x="485" y="1556"/>
                    </a:cubicBezTo>
                    <a:cubicBezTo>
                      <a:pt x="485" y="1557"/>
                      <a:pt x="485" y="1558"/>
                      <a:pt x="486" y="1559"/>
                    </a:cubicBezTo>
                    <a:cubicBezTo>
                      <a:pt x="487" y="1561"/>
                      <a:pt x="489" y="1562"/>
                      <a:pt x="489" y="1564"/>
                    </a:cubicBezTo>
                    <a:cubicBezTo>
                      <a:pt x="490" y="1565"/>
                      <a:pt x="490" y="1565"/>
                      <a:pt x="490" y="1566"/>
                    </a:cubicBezTo>
                    <a:cubicBezTo>
                      <a:pt x="490" y="1566"/>
                      <a:pt x="490" y="1566"/>
                      <a:pt x="490" y="1567"/>
                    </a:cubicBezTo>
                    <a:cubicBezTo>
                      <a:pt x="491" y="1568"/>
                      <a:pt x="488" y="1569"/>
                      <a:pt x="487" y="1569"/>
                    </a:cubicBezTo>
                    <a:cubicBezTo>
                      <a:pt x="485" y="1569"/>
                      <a:pt x="482" y="1568"/>
                      <a:pt x="479" y="1569"/>
                    </a:cubicBezTo>
                    <a:cubicBezTo>
                      <a:pt x="478" y="1570"/>
                      <a:pt x="477" y="1571"/>
                      <a:pt x="475" y="1571"/>
                    </a:cubicBezTo>
                    <a:cubicBezTo>
                      <a:pt x="474" y="1572"/>
                      <a:pt x="473" y="1572"/>
                      <a:pt x="472" y="1573"/>
                    </a:cubicBezTo>
                    <a:cubicBezTo>
                      <a:pt x="470" y="1576"/>
                      <a:pt x="470" y="1579"/>
                      <a:pt x="468" y="1581"/>
                    </a:cubicBezTo>
                    <a:cubicBezTo>
                      <a:pt x="467" y="1583"/>
                      <a:pt x="467" y="1582"/>
                      <a:pt x="466" y="1583"/>
                    </a:cubicBezTo>
                    <a:cubicBezTo>
                      <a:pt x="464" y="1584"/>
                      <a:pt x="464" y="1586"/>
                      <a:pt x="464" y="1588"/>
                    </a:cubicBezTo>
                    <a:cubicBezTo>
                      <a:pt x="463" y="1591"/>
                      <a:pt x="463" y="1594"/>
                      <a:pt x="461" y="1597"/>
                    </a:cubicBezTo>
                    <a:cubicBezTo>
                      <a:pt x="458" y="1599"/>
                      <a:pt x="456" y="1601"/>
                      <a:pt x="454" y="1603"/>
                    </a:cubicBezTo>
                    <a:cubicBezTo>
                      <a:pt x="452" y="1607"/>
                      <a:pt x="454" y="1610"/>
                      <a:pt x="454" y="1613"/>
                    </a:cubicBezTo>
                    <a:cubicBezTo>
                      <a:pt x="454" y="1617"/>
                      <a:pt x="455" y="1620"/>
                      <a:pt x="456" y="1624"/>
                    </a:cubicBezTo>
                    <a:cubicBezTo>
                      <a:pt x="457" y="1630"/>
                      <a:pt x="449" y="1626"/>
                      <a:pt x="447" y="1625"/>
                    </a:cubicBezTo>
                    <a:cubicBezTo>
                      <a:pt x="444" y="1625"/>
                      <a:pt x="440" y="1624"/>
                      <a:pt x="437" y="1623"/>
                    </a:cubicBezTo>
                    <a:cubicBezTo>
                      <a:pt x="432" y="1623"/>
                      <a:pt x="431" y="1624"/>
                      <a:pt x="431" y="1629"/>
                    </a:cubicBezTo>
                    <a:cubicBezTo>
                      <a:pt x="430" y="1635"/>
                      <a:pt x="431" y="1641"/>
                      <a:pt x="431" y="1647"/>
                    </a:cubicBezTo>
                    <a:cubicBezTo>
                      <a:pt x="432" y="1650"/>
                      <a:pt x="431" y="1654"/>
                      <a:pt x="432" y="1657"/>
                    </a:cubicBezTo>
                    <a:cubicBezTo>
                      <a:pt x="432" y="1659"/>
                      <a:pt x="433" y="1661"/>
                      <a:pt x="432" y="1663"/>
                    </a:cubicBezTo>
                    <a:cubicBezTo>
                      <a:pt x="428" y="1663"/>
                      <a:pt x="424" y="1663"/>
                      <a:pt x="420" y="1664"/>
                    </a:cubicBezTo>
                    <a:cubicBezTo>
                      <a:pt x="416" y="1665"/>
                      <a:pt x="411" y="1665"/>
                      <a:pt x="407" y="1666"/>
                    </a:cubicBezTo>
                    <a:cubicBezTo>
                      <a:pt x="404" y="1668"/>
                      <a:pt x="399" y="1669"/>
                      <a:pt x="399" y="1672"/>
                    </a:cubicBezTo>
                    <a:cubicBezTo>
                      <a:pt x="398" y="1675"/>
                      <a:pt x="399" y="1678"/>
                      <a:pt x="397" y="1680"/>
                    </a:cubicBezTo>
                    <a:cubicBezTo>
                      <a:pt x="396" y="1682"/>
                      <a:pt x="394" y="1682"/>
                      <a:pt x="393" y="1685"/>
                    </a:cubicBezTo>
                    <a:cubicBezTo>
                      <a:pt x="391" y="1689"/>
                      <a:pt x="392" y="1694"/>
                      <a:pt x="392" y="1699"/>
                    </a:cubicBezTo>
                    <a:cubicBezTo>
                      <a:pt x="392" y="1701"/>
                      <a:pt x="391" y="1704"/>
                      <a:pt x="390" y="1706"/>
                    </a:cubicBezTo>
                    <a:cubicBezTo>
                      <a:pt x="388" y="1708"/>
                      <a:pt x="387" y="1706"/>
                      <a:pt x="386" y="1705"/>
                    </a:cubicBezTo>
                    <a:cubicBezTo>
                      <a:pt x="384" y="1703"/>
                      <a:pt x="383" y="1702"/>
                      <a:pt x="381" y="1704"/>
                    </a:cubicBezTo>
                    <a:cubicBezTo>
                      <a:pt x="379" y="1706"/>
                      <a:pt x="380" y="1709"/>
                      <a:pt x="380" y="1711"/>
                    </a:cubicBezTo>
                    <a:cubicBezTo>
                      <a:pt x="381" y="1713"/>
                      <a:pt x="382" y="1715"/>
                      <a:pt x="380" y="1716"/>
                    </a:cubicBezTo>
                    <a:cubicBezTo>
                      <a:pt x="378" y="1717"/>
                      <a:pt x="376" y="1717"/>
                      <a:pt x="374" y="1718"/>
                    </a:cubicBezTo>
                    <a:cubicBezTo>
                      <a:pt x="373" y="1719"/>
                      <a:pt x="372" y="1720"/>
                      <a:pt x="372" y="1721"/>
                    </a:cubicBezTo>
                    <a:cubicBezTo>
                      <a:pt x="372" y="1722"/>
                      <a:pt x="373" y="1723"/>
                      <a:pt x="374" y="1724"/>
                    </a:cubicBezTo>
                    <a:cubicBezTo>
                      <a:pt x="374" y="1725"/>
                      <a:pt x="375" y="1726"/>
                      <a:pt x="375" y="1728"/>
                    </a:cubicBezTo>
                    <a:cubicBezTo>
                      <a:pt x="375" y="1729"/>
                      <a:pt x="374" y="1730"/>
                      <a:pt x="373" y="1731"/>
                    </a:cubicBezTo>
                    <a:cubicBezTo>
                      <a:pt x="372" y="1733"/>
                      <a:pt x="371" y="1736"/>
                      <a:pt x="370" y="1738"/>
                    </a:cubicBezTo>
                    <a:cubicBezTo>
                      <a:pt x="370" y="1739"/>
                      <a:pt x="369" y="1739"/>
                      <a:pt x="368" y="1740"/>
                    </a:cubicBezTo>
                    <a:cubicBezTo>
                      <a:pt x="368" y="1740"/>
                      <a:pt x="367" y="1741"/>
                      <a:pt x="367" y="1742"/>
                    </a:cubicBezTo>
                    <a:cubicBezTo>
                      <a:pt x="366" y="1742"/>
                      <a:pt x="366" y="1743"/>
                      <a:pt x="365" y="1742"/>
                    </a:cubicBezTo>
                    <a:cubicBezTo>
                      <a:pt x="363" y="1741"/>
                      <a:pt x="367" y="1735"/>
                      <a:pt x="364" y="1734"/>
                    </a:cubicBezTo>
                    <a:cubicBezTo>
                      <a:pt x="363" y="1733"/>
                      <a:pt x="362" y="1737"/>
                      <a:pt x="362" y="1738"/>
                    </a:cubicBezTo>
                    <a:cubicBezTo>
                      <a:pt x="361" y="1740"/>
                      <a:pt x="362" y="1742"/>
                      <a:pt x="361" y="1744"/>
                    </a:cubicBezTo>
                    <a:cubicBezTo>
                      <a:pt x="361" y="1745"/>
                      <a:pt x="362" y="1747"/>
                      <a:pt x="360" y="1747"/>
                    </a:cubicBezTo>
                    <a:cubicBezTo>
                      <a:pt x="359" y="1747"/>
                      <a:pt x="359" y="1745"/>
                      <a:pt x="358" y="1744"/>
                    </a:cubicBezTo>
                    <a:cubicBezTo>
                      <a:pt x="358" y="1741"/>
                      <a:pt x="358" y="1739"/>
                      <a:pt x="356" y="1738"/>
                    </a:cubicBezTo>
                    <a:cubicBezTo>
                      <a:pt x="355" y="1737"/>
                      <a:pt x="355" y="1736"/>
                      <a:pt x="355" y="1736"/>
                    </a:cubicBezTo>
                    <a:cubicBezTo>
                      <a:pt x="355" y="1734"/>
                      <a:pt x="354" y="1734"/>
                      <a:pt x="354" y="1733"/>
                    </a:cubicBezTo>
                    <a:cubicBezTo>
                      <a:pt x="353" y="1732"/>
                      <a:pt x="353" y="1730"/>
                      <a:pt x="352" y="1730"/>
                    </a:cubicBezTo>
                    <a:cubicBezTo>
                      <a:pt x="351" y="1730"/>
                      <a:pt x="350" y="1731"/>
                      <a:pt x="349" y="1732"/>
                    </a:cubicBezTo>
                    <a:cubicBezTo>
                      <a:pt x="349" y="1733"/>
                      <a:pt x="349" y="1734"/>
                      <a:pt x="348" y="1734"/>
                    </a:cubicBezTo>
                    <a:cubicBezTo>
                      <a:pt x="346" y="1734"/>
                      <a:pt x="345" y="1732"/>
                      <a:pt x="344" y="1731"/>
                    </a:cubicBezTo>
                    <a:cubicBezTo>
                      <a:pt x="343" y="1730"/>
                      <a:pt x="342" y="1730"/>
                      <a:pt x="340" y="1730"/>
                    </a:cubicBezTo>
                    <a:cubicBezTo>
                      <a:pt x="339" y="1730"/>
                      <a:pt x="338" y="1731"/>
                      <a:pt x="338" y="1733"/>
                    </a:cubicBezTo>
                    <a:cubicBezTo>
                      <a:pt x="337" y="1735"/>
                      <a:pt x="337" y="1737"/>
                      <a:pt x="337" y="1739"/>
                    </a:cubicBezTo>
                    <a:cubicBezTo>
                      <a:pt x="337" y="1740"/>
                      <a:pt x="336" y="1742"/>
                      <a:pt x="335" y="1743"/>
                    </a:cubicBezTo>
                    <a:cubicBezTo>
                      <a:pt x="334" y="1744"/>
                      <a:pt x="334" y="1745"/>
                      <a:pt x="333" y="1747"/>
                    </a:cubicBezTo>
                    <a:cubicBezTo>
                      <a:pt x="332" y="1749"/>
                      <a:pt x="331" y="1751"/>
                      <a:pt x="330" y="1754"/>
                    </a:cubicBezTo>
                    <a:cubicBezTo>
                      <a:pt x="329" y="1755"/>
                      <a:pt x="328" y="1758"/>
                      <a:pt x="330" y="1758"/>
                    </a:cubicBezTo>
                    <a:cubicBezTo>
                      <a:pt x="331" y="1759"/>
                      <a:pt x="332" y="1758"/>
                      <a:pt x="333" y="1757"/>
                    </a:cubicBezTo>
                    <a:cubicBezTo>
                      <a:pt x="334" y="1757"/>
                      <a:pt x="335" y="1755"/>
                      <a:pt x="336" y="1756"/>
                    </a:cubicBezTo>
                    <a:cubicBezTo>
                      <a:pt x="337" y="1756"/>
                      <a:pt x="337" y="1758"/>
                      <a:pt x="337" y="1759"/>
                    </a:cubicBezTo>
                    <a:cubicBezTo>
                      <a:pt x="337" y="1761"/>
                      <a:pt x="336" y="1763"/>
                      <a:pt x="335" y="1764"/>
                    </a:cubicBezTo>
                    <a:cubicBezTo>
                      <a:pt x="334" y="1766"/>
                      <a:pt x="331" y="1768"/>
                      <a:pt x="331" y="1771"/>
                    </a:cubicBezTo>
                    <a:cubicBezTo>
                      <a:pt x="330" y="1773"/>
                      <a:pt x="330" y="1776"/>
                      <a:pt x="330" y="1779"/>
                    </a:cubicBezTo>
                    <a:cubicBezTo>
                      <a:pt x="330" y="1780"/>
                      <a:pt x="329" y="1782"/>
                      <a:pt x="329" y="1784"/>
                    </a:cubicBezTo>
                    <a:cubicBezTo>
                      <a:pt x="329" y="1786"/>
                      <a:pt x="329" y="1788"/>
                      <a:pt x="328" y="1790"/>
                    </a:cubicBezTo>
                    <a:cubicBezTo>
                      <a:pt x="327" y="1791"/>
                      <a:pt x="326" y="1792"/>
                      <a:pt x="325" y="1793"/>
                    </a:cubicBezTo>
                    <a:cubicBezTo>
                      <a:pt x="324" y="1794"/>
                      <a:pt x="321" y="1791"/>
                      <a:pt x="320" y="1790"/>
                    </a:cubicBezTo>
                    <a:cubicBezTo>
                      <a:pt x="318" y="1788"/>
                      <a:pt x="316" y="1786"/>
                      <a:pt x="316" y="1783"/>
                    </a:cubicBezTo>
                    <a:cubicBezTo>
                      <a:pt x="317" y="1781"/>
                      <a:pt x="317" y="1778"/>
                      <a:pt x="317" y="1776"/>
                    </a:cubicBezTo>
                    <a:cubicBezTo>
                      <a:pt x="317" y="1775"/>
                      <a:pt x="318" y="1773"/>
                      <a:pt x="317" y="1772"/>
                    </a:cubicBezTo>
                    <a:cubicBezTo>
                      <a:pt x="316" y="1771"/>
                      <a:pt x="314" y="1772"/>
                      <a:pt x="313" y="1772"/>
                    </a:cubicBezTo>
                    <a:cubicBezTo>
                      <a:pt x="308" y="1775"/>
                      <a:pt x="309" y="1781"/>
                      <a:pt x="309" y="1785"/>
                    </a:cubicBezTo>
                    <a:cubicBezTo>
                      <a:pt x="309" y="1787"/>
                      <a:pt x="309" y="1788"/>
                      <a:pt x="309" y="1789"/>
                    </a:cubicBezTo>
                    <a:cubicBezTo>
                      <a:pt x="309" y="1790"/>
                      <a:pt x="309" y="1791"/>
                      <a:pt x="309" y="1791"/>
                    </a:cubicBezTo>
                    <a:cubicBezTo>
                      <a:pt x="310" y="1792"/>
                      <a:pt x="311" y="1793"/>
                      <a:pt x="312" y="1793"/>
                    </a:cubicBezTo>
                    <a:cubicBezTo>
                      <a:pt x="313" y="1793"/>
                      <a:pt x="314" y="1794"/>
                      <a:pt x="314" y="1794"/>
                    </a:cubicBezTo>
                    <a:cubicBezTo>
                      <a:pt x="316" y="1796"/>
                      <a:pt x="317" y="1797"/>
                      <a:pt x="318" y="1799"/>
                    </a:cubicBezTo>
                    <a:cubicBezTo>
                      <a:pt x="318" y="1801"/>
                      <a:pt x="319" y="1803"/>
                      <a:pt x="319" y="1805"/>
                    </a:cubicBezTo>
                    <a:cubicBezTo>
                      <a:pt x="315" y="1802"/>
                      <a:pt x="314" y="1796"/>
                      <a:pt x="310" y="1796"/>
                    </a:cubicBezTo>
                    <a:cubicBezTo>
                      <a:pt x="307" y="1795"/>
                      <a:pt x="304" y="1794"/>
                      <a:pt x="302" y="1796"/>
                    </a:cubicBezTo>
                    <a:cubicBezTo>
                      <a:pt x="300" y="1798"/>
                      <a:pt x="301" y="1803"/>
                      <a:pt x="302" y="1805"/>
                    </a:cubicBezTo>
                    <a:cubicBezTo>
                      <a:pt x="305" y="1809"/>
                      <a:pt x="309" y="1810"/>
                      <a:pt x="313" y="1813"/>
                    </a:cubicBezTo>
                    <a:cubicBezTo>
                      <a:pt x="316" y="1816"/>
                      <a:pt x="316" y="1821"/>
                      <a:pt x="318" y="1824"/>
                    </a:cubicBezTo>
                    <a:cubicBezTo>
                      <a:pt x="322" y="1828"/>
                      <a:pt x="324" y="1833"/>
                      <a:pt x="320" y="1838"/>
                    </a:cubicBezTo>
                    <a:cubicBezTo>
                      <a:pt x="319" y="1840"/>
                      <a:pt x="317" y="1841"/>
                      <a:pt x="315" y="1843"/>
                    </a:cubicBezTo>
                    <a:cubicBezTo>
                      <a:pt x="314" y="1845"/>
                      <a:pt x="313" y="1847"/>
                      <a:pt x="311" y="1849"/>
                    </a:cubicBezTo>
                    <a:cubicBezTo>
                      <a:pt x="310" y="1850"/>
                      <a:pt x="308" y="1851"/>
                      <a:pt x="306" y="1851"/>
                    </a:cubicBezTo>
                    <a:cubicBezTo>
                      <a:pt x="304" y="1852"/>
                      <a:pt x="302" y="1852"/>
                      <a:pt x="300" y="1853"/>
                    </a:cubicBezTo>
                    <a:cubicBezTo>
                      <a:pt x="296" y="1854"/>
                      <a:pt x="292" y="1855"/>
                      <a:pt x="289" y="1858"/>
                    </a:cubicBezTo>
                    <a:cubicBezTo>
                      <a:pt x="286" y="1863"/>
                      <a:pt x="285" y="1868"/>
                      <a:pt x="283" y="1872"/>
                    </a:cubicBezTo>
                    <a:cubicBezTo>
                      <a:pt x="282" y="1875"/>
                      <a:pt x="281" y="1877"/>
                      <a:pt x="278" y="1877"/>
                    </a:cubicBezTo>
                    <a:cubicBezTo>
                      <a:pt x="276" y="1877"/>
                      <a:pt x="274" y="1876"/>
                      <a:pt x="273" y="1875"/>
                    </a:cubicBezTo>
                    <a:cubicBezTo>
                      <a:pt x="271" y="1872"/>
                      <a:pt x="270" y="1865"/>
                      <a:pt x="273" y="1863"/>
                    </a:cubicBezTo>
                    <a:cubicBezTo>
                      <a:pt x="275" y="1861"/>
                      <a:pt x="277" y="1862"/>
                      <a:pt x="279" y="1860"/>
                    </a:cubicBezTo>
                    <a:cubicBezTo>
                      <a:pt x="281" y="1859"/>
                      <a:pt x="281" y="1857"/>
                      <a:pt x="279" y="1855"/>
                    </a:cubicBezTo>
                    <a:cubicBezTo>
                      <a:pt x="275" y="1852"/>
                      <a:pt x="272" y="1860"/>
                      <a:pt x="267" y="1858"/>
                    </a:cubicBezTo>
                    <a:cubicBezTo>
                      <a:pt x="266" y="1857"/>
                      <a:pt x="265" y="1855"/>
                      <a:pt x="263" y="1857"/>
                    </a:cubicBezTo>
                    <a:cubicBezTo>
                      <a:pt x="262" y="1857"/>
                      <a:pt x="261" y="1859"/>
                      <a:pt x="260" y="1859"/>
                    </a:cubicBezTo>
                    <a:cubicBezTo>
                      <a:pt x="259" y="1860"/>
                      <a:pt x="257" y="1860"/>
                      <a:pt x="255" y="1860"/>
                    </a:cubicBezTo>
                    <a:cubicBezTo>
                      <a:pt x="254" y="1860"/>
                      <a:pt x="253" y="1859"/>
                      <a:pt x="251" y="1859"/>
                    </a:cubicBezTo>
                    <a:cubicBezTo>
                      <a:pt x="250" y="1858"/>
                      <a:pt x="248" y="1858"/>
                      <a:pt x="247" y="1860"/>
                    </a:cubicBezTo>
                    <a:cubicBezTo>
                      <a:pt x="247" y="1861"/>
                      <a:pt x="246" y="1862"/>
                      <a:pt x="246" y="1863"/>
                    </a:cubicBezTo>
                    <a:cubicBezTo>
                      <a:pt x="245" y="1864"/>
                      <a:pt x="245" y="1863"/>
                      <a:pt x="244" y="1863"/>
                    </a:cubicBezTo>
                    <a:cubicBezTo>
                      <a:pt x="243" y="1863"/>
                      <a:pt x="241" y="1862"/>
                      <a:pt x="240" y="1862"/>
                    </a:cubicBezTo>
                    <a:cubicBezTo>
                      <a:pt x="239" y="1862"/>
                      <a:pt x="238" y="1862"/>
                      <a:pt x="237" y="1861"/>
                    </a:cubicBezTo>
                    <a:cubicBezTo>
                      <a:pt x="234" y="1860"/>
                      <a:pt x="232" y="1864"/>
                      <a:pt x="229" y="1863"/>
                    </a:cubicBezTo>
                    <a:cubicBezTo>
                      <a:pt x="227" y="1863"/>
                      <a:pt x="227" y="1859"/>
                      <a:pt x="226" y="1857"/>
                    </a:cubicBezTo>
                    <a:cubicBezTo>
                      <a:pt x="226" y="1856"/>
                      <a:pt x="225" y="1855"/>
                      <a:pt x="224" y="1856"/>
                    </a:cubicBezTo>
                    <a:cubicBezTo>
                      <a:pt x="223" y="1856"/>
                      <a:pt x="222" y="1857"/>
                      <a:pt x="221" y="1858"/>
                    </a:cubicBezTo>
                    <a:cubicBezTo>
                      <a:pt x="220" y="1859"/>
                      <a:pt x="220" y="1861"/>
                      <a:pt x="220" y="1863"/>
                    </a:cubicBezTo>
                    <a:cubicBezTo>
                      <a:pt x="220" y="1865"/>
                      <a:pt x="220" y="1866"/>
                      <a:pt x="220" y="1868"/>
                    </a:cubicBezTo>
                    <a:cubicBezTo>
                      <a:pt x="221" y="1869"/>
                      <a:pt x="221" y="1871"/>
                      <a:pt x="221" y="1872"/>
                    </a:cubicBezTo>
                    <a:cubicBezTo>
                      <a:pt x="221" y="1873"/>
                      <a:pt x="221" y="1874"/>
                      <a:pt x="220" y="1875"/>
                    </a:cubicBezTo>
                    <a:cubicBezTo>
                      <a:pt x="219" y="1876"/>
                      <a:pt x="218" y="1877"/>
                      <a:pt x="219" y="1878"/>
                    </a:cubicBezTo>
                    <a:cubicBezTo>
                      <a:pt x="220" y="1881"/>
                      <a:pt x="223" y="1880"/>
                      <a:pt x="225" y="1883"/>
                    </a:cubicBezTo>
                    <a:cubicBezTo>
                      <a:pt x="226" y="1886"/>
                      <a:pt x="225" y="1888"/>
                      <a:pt x="226" y="1891"/>
                    </a:cubicBezTo>
                    <a:cubicBezTo>
                      <a:pt x="226" y="1892"/>
                      <a:pt x="226" y="1893"/>
                      <a:pt x="226" y="1895"/>
                    </a:cubicBezTo>
                    <a:cubicBezTo>
                      <a:pt x="226" y="1896"/>
                      <a:pt x="224" y="1897"/>
                      <a:pt x="225" y="1898"/>
                    </a:cubicBezTo>
                    <a:cubicBezTo>
                      <a:pt x="225" y="1899"/>
                      <a:pt x="227" y="1900"/>
                      <a:pt x="229" y="1900"/>
                    </a:cubicBezTo>
                    <a:cubicBezTo>
                      <a:pt x="230" y="1900"/>
                      <a:pt x="232" y="1901"/>
                      <a:pt x="234" y="1901"/>
                    </a:cubicBezTo>
                    <a:cubicBezTo>
                      <a:pt x="235" y="1901"/>
                      <a:pt x="236" y="1901"/>
                      <a:pt x="237" y="1901"/>
                    </a:cubicBezTo>
                    <a:cubicBezTo>
                      <a:pt x="237" y="1901"/>
                      <a:pt x="238" y="1902"/>
                      <a:pt x="238" y="1902"/>
                    </a:cubicBezTo>
                    <a:cubicBezTo>
                      <a:pt x="240" y="1903"/>
                      <a:pt x="241" y="1904"/>
                      <a:pt x="242" y="1906"/>
                    </a:cubicBezTo>
                    <a:cubicBezTo>
                      <a:pt x="242" y="1906"/>
                      <a:pt x="242" y="1907"/>
                      <a:pt x="242" y="1908"/>
                    </a:cubicBezTo>
                    <a:cubicBezTo>
                      <a:pt x="243" y="1908"/>
                      <a:pt x="244" y="1910"/>
                      <a:pt x="244" y="1911"/>
                    </a:cubicBezTo>
                    <a:cubicBezTo>
                      <a:pt x="243" y="1912"/>
                      <a:pt x="242" y="1912"/>
                      <a:pt x="241" y="1912"/>
                    </a:cubicBezTo>
                    <a:cubicBezTo>
                      <a:pt x="239" y="1913"/>
                      <a:pt x="237" y="1912"/>
                      <a:pt x="235" y="1911"/>
                    </a:cubicBezTo>
                    <a:cubicBezTo>
                      <a:pt x="233" y="1910"/>
                      <a:pt x="232" y="1909"/>
                      <a:pt x="230" y="1908"/>
                    </a:cubicBezTo>
                    <a:cubicBezTo>
                      <a:pt x="230" y="1908"/>
                      <a:pt x="229" y="1907"/>
                      <a:pt x="228" y="1906"/>
                    </a:cubicBezTo>
                    <a:cubicBezTo>
                      <a:pt x="227" y="1905"/>
                      <a:pt x="226" y="1905"/>
                      <a:pt x="225" y="1905"/>
                    </a:cubicBezTo>
                    <a:cubicBezTo>
                      <a:pt x="224" y="1905"/>
                      <a:pt x="223" y="1904"/>
                      <a:pt x="222" y="1904"/>
                    </a:cubicBezTo>
                    <a:cubicBezTo>
                      <a:pt x="219" y="1904"/>
                      <a:pt x="218" y="1905"/>
                      <a:pt x="216" y="1906"/>
                    </a:cubicBezTo>
                    <a:cubicBezTo>
                      <a:pt x="215" y="1907"/>
                      <a:pt x="214" y="1908"/>
                      <a:pt x="214" y="1910"/>
                    </a:cubicBezTo>
                    <a:cubicBezTo>
                      <a:pt x="214" y="1913"/>
                      <a:pt x="215" y="1915"/>
                      <a:pt x="216" y="1917"/>
                    </a:cubicBezTo>
                    <a:cubicBezTo>
                      <a:pt x="217" y="1918"/>
                      <a:pt x="219" y="1921"/>
                      <a:pt x="218" y="1922"/>
                    </a:cubicBezTo>
                    <a:cubicBezTo>
                      <a:pt x="217" y="1924"/>
                      <a:pt x="215" y="1921"/>
                      <a:pt x="214" y="1922"/>
                    </a:cubicBezTo>
                    <a:cubicBezTo>
                      <a:pt x="213" y="1924"/>
                      <a:pt x="213" y="1927"/>
                      <a:pt x="213" y="1929"/>
                    </a:cubicBezTo>
                    <a:cubicBezTo>
                      <a:pt x="213" y="1930"/>
                      <a:pt x="214" y="1931"/>
                      <a:pt x="214" y="1932"/>
                    </a:cubicBezTo>
                    <a:cubicBezTo>
                      <a:pt x="214" y="1933"/>
                      <a:pt x="215" y="1933"/>
                      <a:pt x="216" y="1934"/>
                    </a:cubicBezTo>
                    <a:cubicBezTo>
                      <a:pt x="217" y="1935"/>
                      <a:pt x="218" y="1939"/>
                      <a:pt x="217" y="1941"/>
                    </a:cubicBezTo>
                    <a:cubicBezTo>
                      <a:pt x="216" y="1942"/>
                      <a:pt x="214" y="1943"/>
                      <a:pt x="213" y="1944"/>
                    </a:cubicBezTo>
                    <a:cubicBezTo>
                      <a:pt x="212" y="1946"/>
                      <a:pt x="212" y="1948"/>
                      <a:pt x="212" y="1950"/>
                    </a:cubicBezTo>
                    <a:cubicBezTo>
                      <a:pt x="212" y="1953"/>
                      <a:pt x="211" y="1955"/>
                      <a:pt x="210" y="1957"/>
                    </a:cubicBezTo>
                    <a:cubicBezTo>
                      <a:pt x="208" y="1959"/>
                      <a:pt x="208" y="1961"/>
                      <a:pt x="207" y="1963"/>
                    </a:cubicBezTo>
                    <a:cubicBezTo>
                      <a:pt x="205" y="1967"/>
                      <a:pt x="200" y="1961"/>
                      <a:pt x="197" y="1960"/>
                    </a:cubicBezTo>
                    <a:cubicBezTo>
                      <a:pt x="196" y="1960"/>
                      <a:pt x="196" y="1960"/>
                      <a:pt x="195" y="1960"/>
                    </a:cubicBezTo>
                    <a:cubicBezTo>
                      <a:pt x="194" y="1960"/>
                      <a:pt x="194" y="1960"/>
                      <a:pt x="193" y="1961"/>
                    </a:cubicBezTo>
                    <a:cubicBezTo>
                      <a:pt x="191" y="1962"/>
                      <a:pt x="190" y="1963"/>
                      <a:pt x="190" y="1964"/>
                    </a:cubicBezTo>
                    <a:cubicBezTo>
                      <a:pt x="189" y="1966"/>
                      <a:pt x="189" y="1966"/>
                      <a:pt x="189" y="1968"/>
                    </a:cubicBezTo>
                    <a:cubicBezTo>
                      <a:pt x="188" y="1969"/>
                      <a:pt x="188" y="1971"/>
                      <a:pt x="188" y="1972"/>
                    </a:cubicBezTo>
                    <a:cubicBezTo>
                      <a:pt x="188" y="1972"/>
                      <a:pt x="188" y="1972"/>
                      <a:pt x="188" y="1972"/>
                    </a:cubicBezTo>
                    <a:cubicBezTo>
                      <a:pt x="188" y="1972"/>
                      <a:pt x="188" y="1972"/>
                      <a:pt x="188" y="1972"/>
                    </a:cubicBezTo>
                    <a:cubicBezTo>
                      <a:pt x="188" y="1973"/>
                      <a:pt x="188" y="1973"/>
                      <a:pt x="187" y="1974"/>
                    </a:cubicBezTo>
                    <a:cubicBezTo>
                      <a:pt x="187" y="1975"/>
                      <a:pt x="187" y="1976"/>
                      <a:pt x="186" y="1977"/>
                    </a:cubicBezTo>
                    <a:cubicBezTo>
                      <a:pt x="186" y="1977"/>
                      <a:pt x="185" y="1977"/>
                      <a:pt x="185" y="1977"/>
                    </a:cubicBezTo>
                    <a:cubicBezTo>
                      <a:pt x="184" y="1977"/>
                      <a:pt x="184" y="1978"/>
                      <a:pt x="184" y="1978"/>
                    </a:cubicBezTo>
                    <a:cubicBezTo>
                      <a:pt x="183" y="1979"/>
                      <a:pt x="182" y="1979"/>
                      <a:pt x="181" y="1980"/>
                    </a:cubicBezTo>
                    <a:cubicBezTo>
                      <a:pt x="180" y="1981"/>
                      <a:pt x="180" y="1983"/>
                      <a:pt x="180" y="1985"/>
                    </a:cubicBezTo>
                    <a:cubicBezTo>
                      <a:pt x="180" y="1986"/>
                      <a:pt x="179" y="1989"/>
                      <a:pt x="180" y="1990"/>
                    </a:cubicBezTo>
                    <a:cubicBezTo>
                      <a:pt x="182" y="1990"/>
                      <a:pt x="183" y="1990"/>
                      <a:pt x="184" y="1992"/>
                    </a:cubicBezTo>
                    <a:cubicBezTo>
                      <a:pt x="185" y="1993"/>
                      <a:pt x="186" y="1994"/>
                      <a:pt x="185" y="1996"/>
                    </a:cubicBezTo>
                    <a:cubicBezTo>
                      <a:pt x="184" y="1998"/>
                      <a:pt x="184" y="2000"/>
                      <a:pt x="184" y="2002"/>
                    </a:cubicBezTo>
                    <a:cubicBezTo>
                      <a:pt x="184" y="2003"/>
                      <a:pt x="184" y="2004"/>
                      <a:pt x="184" y="2005"/>
                    </a:cubicBezTo>
                    <a:cubicBezTo>
                      <a:pt x="184" y="2005"/>
                      <a:pt x="182" y="2006"/>
                      <a:pt x="182" y="2006"/>
                    </a:cubicBezTo>
                    <a:cubicBezTo>
                      <a:pt x="180" y="2007"/>
                      <a:pt x="178" y="2006"/>
                      <a:pt x="177" y="2007"/>
                    </a:cubicBezTo>
                    <a:cubicBezTo>
                      <a:pt x="175" y="2008"/>
                      <a:pt x="174" y="2011"/>
                      <a:pt x="174" y="2013"/>
                    </a:cubicBezTo>
                    <a:cubicBezTo>
                      <a:pt x="175" y="2015"/>
                      <a:pt x="175" y="2016"/>
                      <a:pt x="175" y="2017"/>
                    </a:cubicBezTo>
                    <a:cubicBezTo>
                      <a:pt x="176" y="2020"/>
                      <a:pt x="176" y="2023"/>
                      <a:pt x="177" y="2025"/>
                    </a:cubicBezTo>
                    <a:cubicBezTo>
                      <a:pt x="177" y="2026"/>
                      <a:pt x="177" y="2027"/>
                      <a:pt x="177" y="2027"/>
                    </a:cubicBezTo>
                    <a:cubicBezTo>
                      <a:pt x="178" y="2028"/>
                      <a:pt x="178" y="2029"/>
                      <a:pt x="178" y="2030"/>
                    </a:cubicBezTo>
                    <a:cubicBezTo>
                      <a:pt x="178" y="2031"/>
                      <a:pt x="178" y="2033"/>
                      <a:pt x="178" y="2033"/>
                    </a:cubicBezTo>
                    <a:cubicBezTo>
                      <a:pt x="179" y="2035"/>
                      <a:pt x="180" y="2033"/>
                      <a:pt x="180" y="2033"/>
                    </a:cubicBezTo>
                    <a:cubicBezTo>
                      <a:pt x="180" y="2031"/>
                      <a:pt x="180" y="2029"/>
                      <a:pt x="181" y="2027"/>
                    </a:cubicBezTo>
                    <a:cubicBezTo>
                      <a:pt x="182" y="2027"/>
                      <a:pt x="183" y="2026"/>
                      <a:pt x="184" y="2026"/>
                    </a:cubicBezTo>
                    <a:cubicBezTo>
                      <a:pt x="185" y="2027"/>
                      <a:pt x="185" y="2029"/>
                      <a:pt x="185" y="2030"/>
                    </a:cubicBezTo>
                    <a:cubicBezTo>
                      <a:pt x="185" y="2032"/>
                      <a:pt x="187" y="2033"/>
                      <a:pt x="189" y="2034"/>
                    </a:cubicBezTo>
                    <a:cubicBezTo>
                      <a:pt x="192" y="2036"/>
                      <a:pt x="193" y="2038"/>
                      <a:pt x="193" y="2041"/>
                    </a:cubicBezTo>
                    <a:cubicBezTo>
                      <a:pt x="193" y="2042"/>
                      <a:pt x="193" y="2044"/>
                      <a:pt x="193" y="2045"/>
                    </a:cubicBezTo>
                    <a:cubicBezTo>
                      <a:pt x="193" y="2046"/>
                      <a:pt x="193" y="2047"/>
                      <a:pt x="193" y="2048"/>
                    </a:cubicBezTo>
                    <a:cubicBezTo>
                      <a:pt x="192" y="2049"/>
                      <a:pt x="189" y="2051"/>
                      <a:pt x="187" y="2051"/>
                    </a:cubicBezTo>
                    <a:cubicBezTo>
                      <a:pt x="186" y="2051"/>
                      <a:pt x="184" y="2050"/>
                      <a:pt x="183" y="2051"/>
                    </a:cubicBezTo>
                    <a:cubicBezTo>
                      <a:pt x="183" y="2052"/>
                      <a:pt x="183" y="2053"/>
                      <a:pt x="183" y="2054"/>
                    </a:cubicBezTo>
                    <a:cubicBezTo>
                      <a:pt x="183" y="2055"/>
                      <a:pt x="185" y="2056"/>
                      <a:pt x="185" y="2056"/>
                    </a:cubicBezTo>
                    <a:cubicBezTo>
                      <a:pt x="186" y="2057"/>
                      <a:pt x="187" y="2057"/>
                      <a:pt x="187" y="2058"/>
                    </a:cubicBezTo>
                    <a:cubicBezTo>
                      <a:pt x="187" y="2059"/>
                      <a:pt x="186" y="2060"/>
                      <a:pt x="187" y="2062"/>
                    </a:cubicBezTo>
                    <a:cubicBezTo>
                      <a:pt x="187" y="2063"/>
                      <a:pt x="187" y="2065"/>
                      <a:pt x="187" y="2066"/>
                    </a:cubicBezTo>
                    <a:cubicBezTo>
                      <a:pt x="187" y="2066"/>
                      <a:pt x="187" y="2067"/>
                      <a:pt x="187" y="2067"/>
                    </a:cubicBezTo>
                    <a:cubicBezTo>
                      <a:pt x="188" y="2068"/>
                      <a:pt x="188" y="2068"/>
                      <a:pt x="188" y="2069"/>
                    </a:cubicBezTo>
                    <a:cubicBezTo>
                      <a:pt x="188" y="2071"/>
                      <a:pt x="188" y="2072"/>
                      <a:pt x="188" y="2073"/>
                    </a:cubicBezTo>
                    <a:cubicBezTo>
                      <a:pt x="188" y="2075"/>
                      <a:pt x="189" y="2078"/>
                      <a:pt x="191" y="2078"/>
                    </a:cubicBezTo>
                    <a:cubicBezTo>
                      <a:pt x="192" y="2078"/>
                      <a:pt x="193" y="2077"/>
                      <a:pt x="194" y="2077"/>
                    </a:cubicBezTo>
                    <a:cubicBezTo>
                      <a:pt x="195" y="2077"/>
                      <a:pt x="196" y="2076"/>
                      <a:pt x="196" y="2076"/>
                    </a:cubicBezTo>
                    <a:cubicBezTo>
                      <a:pt x="198" y="2077"/>
                      <a:pt x="198" y="2079"/>
                      <a:pt x="198" y="2080"/>
                    </a:cubicBezTo>
                    <a:cubicBezTo>
                      <a:pt x="198" y="2082"/>
                      <a:pt x="197" y="2084"/>
                      <a:pt x="197" y="2086"/>
                    </a:cubicBezTo>
                    <a:cubicBezTo>
                      <a:pt x="197" y="2088"/>
                      <a:pt x="198" y="2090"/>
                      <a:pt x="198" y="2092"/>
                    </a:cubicBezTo>
                    <a:cubicBezTo>
                      <a:pt x="198" y="2093"/>
                      <a:pt x="198" y="2094"/>
                      <a:pt x="198" y="2096"/>
                    </a:cubicBezTo>
                    <a:cubicBezTo>
                      <a:pt x="202" y="2098"/>
                      <a:pt x="202" y="2087"/>
                      <a:pt x="202" y="2086"/>
                    </a:cubicBezTo>
                    <a:cubicBezTo>
                      <a:pt x="203" y="2084"/>
                      <a:pt x="204" y="2083"/>
                      <a:pt x="205" y="2085"/>
                    </a:cubicBezTo>
                    <a:cubicBezTo>
                      <a:pt x="207" y="2087"/>
                      <a:pt x="206" y="2090"/>
                      <a:pt x="207" y="2092"/>
                    </a:cubicBezTo>
                    <a:cubicBezTo>
                      <a:pt x="208" y="2093"/>
                      <a:pt x="209" y="2094"/>
                      <a:pt x="211" y="2094"/>
                    </a:cubicBezTo>
                    <a:cubicBezTo>
                      <a:pt x="212" y="2095"/>
                      <a:pt x="213" y="2097"/>
                      <a:pt x="213" y="2099"/>
                    </a:cubicBezTo>
                    <a:cubicBezTo>
                      <a:pt x="213" y="2101"/>
                      <a:pt x="213" y="2103"/>
                      <a:pt x="214" y="2105"/>
                    </a:cubicBezTo>
                    <a:cubicBezTo>
                      <a:pt x="214" y="2108"/>
                      <a:pt x="214" y="2110"/>
                      <a:pt x="214" y="2113"/>
                    </a:cubicBezTo>
                    <a:cubicBezTo>
                      <a:pt x="215" y="2116"/>
                      <a:pt x="216" y="2118"/>
                      <a:pt x="216" y="2121"/>
                    </a:cubicBezTo>
                    <a:cubicBezTo>
                      <a:pt x="217" y="2122"/>
                      <a:pt x="218" y="2125"/>
                      <a:pt x="219" y="2123"/>
                    </a:cubicBezTo>
                    <a:cubicBezTo>
                      <a:pt x="221" y="2122"/>
                      <a:pt x="221" y="2119"/>
                      <a:pt x="222" y="2118"/>
                    </a:cubicBezTo>
                    <a:cubicBezTo>
                      <a:pt x="225" y="2118"/>
                      <a:pt x="226" y="2126"/>
                      <a:pt x="227" y="2127"/>
                    </a:cubicBezTo>
                    <a:cubicBezTo>
                      <a:pt x="228" y="2129"/>
                      <a:pt x="230" y="2129"/>
                      <a:pt x="231" y="2129"/>
                    </a:cubicBezTo>
                    <a:cubicBezTo>
                      <a:pt x="233" y="2130"/>
                      <a:pt x="232" y="2132"/>
                      <a:pt x="232" y="2133"/>
                    </a:cubicBezTo>
                    <a:cubicBezTo>
                      <a:pt x="231" y="2134"/>
                      <a:pt x="231" y="2135"/>
                      <a:pt x="230" y="2135"/>
                    </a:cubicBezTo>
                    <a:cubicBezTo>
                      <a:pt x="229" y="2136"/>
                      <a:pt x="228" y="2135"/>
                      <a:pt x="227" y="2136"/>
                    </a:cubicBezTo>
                    <a:cubicBezTo>
                      <a:pt x="226" y="2137"/>
                      <a:pt x="227" y="2139"/>
                      <a:pt x="227" y="2140"/>
                    </a:cubicBezTo>
                    <a:cubicBezTo>
                      <a:pt x="227" y="2142"/>
                      <a:pt x="227" y="2144"/>
                      <a:pt x="227" y="2146"/>
                    </a:cubicBezTo>
                    <a:cubicBezTo>
                      <a:pt x="227" y="2147"/>
                      <a:pt x="227" y="2147"/>
                      <a:pt x="227" y="2146"/>
                    </a:cubicBezTo>
                    <a:cubicBezTo>
                      <a:pt x="227" y="2147"/>
                      <a:pt x="227" y="2147"/>
                      <a:pt x="227" y="2147"/>
                    </a:cubicBezTo>
                    <a:cubicBezTo>
                      <a:pt x="227" y="2148"/>
                      <a:pt x="226" y="2148"/>
                      <a:pt x="226" y="2149"/>
                    </a:cubicBezTo>
                    <a:cubicBezTo>
                      <a:pt x="226" y="2150"/>
                      <a:pt x="226" y="2151"/>
                      <a:pt x="225" y="2151"/>
                    </a:cubicBezTo>
                    <a:cubicBezTo>
                      <a:pt x="224" y="2152"/>
                      <a:pt x="224" y="2149"/>
                      <a:pt x="224" y="2148"/>
                    </a:cubicBezTo>
                    <a:cubicBezTo>
                      <a:pt x="221" y="2147"/>
                      <a:pt x="221" y="2152"/>
                      <a:pt x="221" y="2154"/>
                    </a:cubicBezTo>
                    <a:cubicBezTo>
                      <a:pt x="221" y="2155"/>
                      <a:pt x="221" y="2156"/>
                      <a:pt x="221" y="2157"/>
                    </a:cubicBezTo>
                    <a:cubicBezTo>
                      <a:pt x="221" y="2158"/>
                      <a:pt x="221" y="2159"/>
                      <a:pt x="221" y="2161"/>
                    </a:cubicBezTo>
                    <a:cubicBezTo>
                      <a:pt x="221" y="2162"/>
                      <a:pt x="221" y="2164"/>
                      <a:pt x="221" y="2165"/>
                    </a:cubicBezTo>
                    <a:cubicBezTo>
                      <a:pt x="221" y="2167"/>
                      <a:pt x="221" y="2168"/>
                      <a:pt x="221" y="2170"/>
                    </a:cubicBezTo>
                    <a:cubicBezTo>
                      <a:pt x="221" y="2173"/>
                      <a:pt x="221" y="2176"/>
                      <a:pt x="221" y="2180"/>
                    </a:cubicBezTo>
                    <a:cubicBezTo>
                      <a:pt x="221" y="2182"/>
                      <a:pt x="220" y="2184"/>
                      <a:pt x="220" y="2187"/>
                    </a:cubicBezTo>
                    <a:cubicBezTo>
                      <a:pt x="220" y="2188"/>
                      <a:pt x="220" y="2189"/>
                      <a:pt x="220" y="2190"/>
                    </a:cubicBezTo>
                    <a:cubicBezTo>
                      <a:pt x="221" y="2191"/>
                      <a:pt x="221" y="2191"/>
                      <a:pt x="222" y="2192"/>
                    </a:cubicBezTo>
                    <a:cubicBezTo>
                      <a:pt x="222" y="2192"/>
                      <a:pt x="222" y="2193"/>
                      <a:pt x="223" y="2193"/>
                    </a:cubicBezTo>
                    <a:cubicBezTo>
                      <a:pt x="223" y="2195"/>
                      <a:pt x="223" y="2196"/>
                      <a:pt x="224" y="2198"/>
                    </a:cubicBezTo>
                    <a:cubicBezTo>
                      <a:pt x="224" y="2199"/>
                      <a:pt x="225" y="2201"/>
                      <a:pt x="227" y="2201"/>
                    </a:cubicBezTo>
                    <a:cubicBezTo>
                      <a:pt x="228" y="2201"/>
                      <a:pt x="229" y="2199"/>
                      <a:pt x="231" y="2199"/>
                    </a:cubicBezTo>
                    <a:cubicBezTo>
                      <a:pt x="233" y="2200"/>
                      <a:pt x="233" y="2202"/>
                      <a:pt x="233" y="2204"/>
                    </a:cubicBezTo>
                    <a:cubicBezTo>
                      <a:pt x="234" y="2205"/>
                      <a:pt x="234" y="2207"/>
                      <a:pt x="235" y="2208"/>
                    </a:cubicBezTo>
                    <a:cubicBezTo>
                      <a:pt x="236" y="2210"/>
                      <a:pt x="236" y="2212"/>
                      <a:pt x="237" y="2215"/>
                    </a:cubicBezTo>
                    <a:cubicBezTo>
                      <a:pt x="238" y="2218"/>
                      <a:pt x="240" y="2221"/>
                      <a:pt x="243" y="2223"/>
                    </a:cubicBezTo>
                    <a:cubicBezTo>
                      <a:pt x="245" y="2226"/>
                      <a:pt x="248" y="2229"/>
                      <a:pt x="250" y="2232"/>
                    </a:cubicBezTo>
                    <a:cubicBezTo>
                      <a:pt x="251" y="2234"/>
                      <a:pt x="250" y="2238"/>
                      <a:pt x="250" y="2240"/>
                    </a:cubicBezTo>
                    <a:cubicBezTo>
                      <a:pt x="249" y="2243"/>
                      <a:pt x="249" y="2245"/>
                      <a:pt x="249" y="2248"/>
                    </a:cubicBezTo>
                    <a:cubicBezTo>
                      <a:pt x="250" y="2251"/>
                      <a:pt x="252" y="2253"/>
                      <a:pt x="254" y="2255"/>
                    </a:cubicBezTo>
                    <a:cubicBezTo>
                      <a:pt x="256" y="2258"/>
                      <a:pt x="256" y="2261"/>
                      <a:pt x="256" y="2264"/>
                    </a:cubicBezTo>
                    <a:cubicBezTo>
                      <a:pt x="257" y="2267"/>
                      <a:pt x="258" y="2270"/>
                      <a:pt x="259" y="2273"/>
                    </a:cubicBezTo>
                    <a:cubicBezTo>
                      <a:pt x="261" y="2276"/>
                      <a:pt x="263" y="2280"/>
                      <a:pt x="266" y="2282"/>
                    </a:cubicBezTo>
                    <a:cubicBezTo>
                      <a:pt x="270" y="2286"/>
                      <a:pt x="274" y="2289"/>
                      <a:pt x="277" y="2293"/>
                    </a:cubicBezTo>
                    <a:cubicBezTo>
                      <a:pt x="282" y="2299"/>
                      <a:pt x="289" y="2304"/>
                      <a:pt x="292" y="2311"/>
                    </a:cubicBezTo>
                    <a:cubicBezTo>
                      <a:pt x="288" y="2307"/>
                      <a:pt x="283" y="2304"/>
                      <a:pt x="278" y="2301"/>
                    </a:cubicBezTo>
                    <a:cubicBezTo>
                      <a:pt x="273" y="2300"/>
                      <a:pt x="269" y="2296"/>
                      <a:pt x="265" y="2294"/>
                    </a:cubicBezTo>
                    <a:cubicBezTo>
                      <a:pt x="262" y="2292"/>
                      <a:pt x="258" y="2291"/>
                      <a:pt x="254" y="2293"/>
                    </a:cubicBezTo>
                    <a:cubicBezTo>
                      <a:pt x="251" y="2294"/>
                      <a:pt x="248" y="2298"/>
                      <a:pt x="251" y="2301"/>
                    </a:cubicBezTo>
                    <a:cubicBezTo>
                      <a:pt x="253" y="2305"/>
                      <a:pt x="258" y="2305"/>
                      <a:pt x="261" y="2308"/>
                    </a:cubicBezTo>
                    <a:cubicBezTo>
                      <a:pt x="264" y="2310"/>
                      <a:pt x="266" y="2315"/>
                      <a:pt x="261" y="2315"/>
                    </a:cubicBezTo>
                    <a:cubicBezTo>
                      <a:pt x="259" y="2315"/>
                      <a:pt x="251" y="2313"/>
                      <a:pt x="251" y="2317"/>
                    </a:cubicBezTo>
                    <a:cubicBezTo>
                      <a:pt x="252" y="2322"/>
                      <a:pt x="258" y="2325"/>
                      <a:pt x="261" y="2327"/>
                    </a:cubicBezTo>
                    <a:cubicBezTo>
                      <a:pt x="264" y="2329"/>
                      <a:pt x="268" y="2335"/>
                      <a:pt x="262" y="2336"/>
                    </a:cubicBezTo>
                    <a:cubicBezTo>
                      <a:pt x="258" y="2336"/>
                      <a:pt x="252" y="2333"/>
                      <a:pt x="252" y="2339"/>
                    </a:cubicBezTo>
                    <a:cubicBezTo>
                      <a:pt x="256" y="2340"/>
                      <a:pt x="260" y="2341"/>
                      <a:pt x="259" y="2346"/>
                    </a:cubicBezTo>
                    <a:cubicBezTo>
                      <a:pt x="258" y="2349"/>
                      <a:pt x="259" y="2349"/>
                      <a:pt x="261" y="2351"/>
                    </a:cubicBezTo>
                    <a:cubicBezTo>
                      <a:pt x="262" y="2353"/>
                      <a:pt x="263" y="2355"/>
                      <a:pt x="264" y="2357"/>
                    </a:cubicBezTo>
                    <a:cubicBezTo>
                      <a:pt x="266" y="2361"/>
                      <a:pt x="265" y="2366"/>
                      <a:pt x="263" y="2370"/>
                    </a:cubicBezTo>
                    <a:cubicBezTo>
                      <a:pt x="261" y="2373"/>
                      <a:pt x="257" y="2376"/>
                      <a:pt x="259" y="2380"/>
                    </a:cubicBezTo>
                    <a:cubicBezTo>
                      <a:pt x="261" y="2382"/>
                      <a:pt x="263" y="2383"/>
                      <a:pt x="265" y="2383"/>
                    </a:cubicBezTo>
                    <a:cubicBezTo>
                      <a:pt x="267" y="2384"/>
                      <a:pt x="268" y="2383"/>
                      <a:pt x="269" y="2384"/>
                    </a:cubicBezTo>
                    <a:cubicBezTo>
                      <a:pt x="270" y="2385"/>
                      <a:pt x="269" y="2386"/>
                      <a:pt x="269" y="2387"/>
                    </a:cubicBezTo>
                    <a:cubicBezTo>
                      <a:pt x="266" y="2387"/>
                      <a:pt x="264" y="2387"/>
                      <a:pt x="262" y="2386"/>
                    </a:cubicBezTo>
                    <a:cubicBezTo>
                      <a:pt x="260" y="2386"/>
                      <a:pt x="256" y="2385"/>
                      <a:pt x="255" y="2386"/>
                    </a:cubicBezTo>
                    <a:cubicBezTo>
                      <a:pt x="252" y="2388"/>
                      <a:pt x="259" y="2390"/>
                      <a:pt x="260" y="2391"/>
                    </a:cubicBezTo>
                    <a:cubicBezTo>
                      <a:pt x="263" y="2391"/>
                      <a:pt x="265" y="2392"/>
                      <a:pt x="264" y="2395"/>
                    </a:cubicBezTo>
                    <a:cubicBezTo>
                      <a:pt x="263" y="2398"/>
                      <a:pt x="261" y="2399"/>
                      <a:pt x="260" y="2402"/>
                    </a:cubicBezTo>
                    <a:cubicBezTo>
                      <a:pt x="260" y="2405"/>
                      <a:pt x="259" y="2407"/>
                      <a:pt x="260" y="2410"/>
                    </a:cubicBezTo>
                    <a:cubicBezTo>
                      <a:pt x="262" y="2414"/>
                      <a:pt x="264" y="2421"/>
                      <a:pt x="258" y="2422"/>
                    </a:cubicBezTo>
                    <a:cubicBezTo>
                      <a:pt x="256" y="2422"/>
                      <a:pt x="252" y="2419"/>
                      <a:pt x="249" y="2419"/>
                    </a:cubicBezTo>
                    <a:cubicBezTo>
                      <a:pt x="245" y="2420"/>
                      <a:pt x="248" y="2426"/>
                      <a:pt x="249" y="2428"/>
                    </a:cubicBezTo>
                    <a:cubicBezTo>
                      <a:pt x="249" y="2429"/>
                      <a:pt x="250" y="2430"/>
                      <a:pt x="251" y="2431"/>
                    </a:cubicBezTo>
                    <a:cubicBezTo>
                      <a:pt x="252" y="2432"/>
                      <a:pt x="253" y="2433"/>
                      <a:pt x="253" y="2435"/>
                    </a:cubicBezTo>
                    <a:cubicBezTo>
                      <a:pt x="254" y="2437"/>
                      <a:pt x="255" y="2439"/>
                      <a:pt x="256" y="2440"/>
                    </a:cubicBezTo>
                    <a:cubicBezTo>
                      <a:pt x="257" y="2443"/>
                      <a:pt x="259" y="2444"/>
                      <a:pt x="260" y="2446"/>
                    </a:cubicBezTo>
                    <a:cubicBezTo>
                      <a:pt x="262" y="2448"/>
                      <a:pt x="263" y="2450"/>
                      <a:pt x="264" y="2452"/>
                    </a:cubicBezTo>
                    <a:cubicBezTo>
                      <a:pt x="265" y="2454"/>
                      <a:pt x="265" y="2456"/>
                      <a:pt x="266" y="2458"/>
                    </a:cubicBezTo>
                    <a:cubicBezTo>
                      <a:pt x="266" y="2459"/>
                      <a:pt x="266" y="2461"/>
                      <a:pt x="266" y="2462"/>
                    </a:cubicBezTo>
                    <a:cubicBezTo>
                      <a:pt x="266" y="2463"/>
                      <a:pt x="266" y="2464"/>
                      <a:pt x="265" y="2463"/>
                    </a:cubicBezTo>
                    <a:cubicBezTo>
                      <a:pt x="261" y="2460"/>
                      <a:pt x="260" y="2456"/>
                      <a:pt x="257" y="2453"/>
                    </a:cubicBezTo>
                    <a:cubicBezTo>
                      <a:pt x="256" y="2452"/>
                      <a:pt x="255" y="2451"/>
                      <a:pt x="254" y="2450"/>
                    </a:cubicBezTo>
                    <a:cubicBezTo>
                      <a:pt x="253" y="2449"/>
                      <a:pt x="252" y="2448"/>
                      <a:pt x="251" y="2448"/>
                    </a:cubicBezTo>
                    <a:cubicBezTo>
                      <a:pt x="249" y="2447"/>
                      <a:pt x="248" y="2447"/>
                      <a:pt x="246" y="2448"/>
                    </a:cubicBezTo>
                    <a:cubicBezTo>
                      <a:pt x="244" y="2449"/>
                      <a:pt x="244" y="2451"/>
                      <a:pt x="244" y="2453"/>
                    </a:cubicBezTo>
                    <a:cubicBezTo>
                      <a:pt x="244" y="2454"/>
                      <a:pt x="245" y="2455"/>
                      <a:pt x="246" y="2456"/>
                    </a:cubicBezTo>
                    <a:cubicBezTo>
                      <a:pt x="247" y="2456"/>
                      <a:pt x="249" y="2457"/>
                      <a:pt x="250" y="2459"/>
                    </a:cubicBezTo>
                    <a:cubicBezTo>
                      <a:pt x="251" y="2460"/>
                      <a:pt x="251" y="2462"/>
                      <a:pt x="250" y="2464"/>
                    </a:cubicBezTo>
                    <a:cubicBezTo>
                      <a:pt x="249" y="2465"/>
                      <a:pt x="248" y="2465"/>
                      <a:pt x="247" y="2466"/>
                    </a:cubicBezTo>
                    <a:cubicBezTo>
                      <a:pt x="246" y="2467"/>
                      <a:pt x="245" y="2467"/>
                      <a:pt x="244" y="2468"/>
                    </a:cubicBezTo>
                    <a:cubicBezTo>
                      <a:pt x="244" y="2468"/>
                      <a:pt x="243" y="2468"/>
                      <a:pt x="242" y="2469"/>
                    </a:cubicBezTo>
                    <a:cubicBezTo>
                      <a:pt x="241" y="2472"/>
                      <a:pt x="246" y="2471"/>
                      <a:pt x="247" y="2471"/>
                    </a:cubicBezTo>
                    <a:cubicBezTo>
                      <a:pt x="249" y="2471"/>
                      <a:pt x="250" y="2471"/>
                      <a:pt x="252" y="2471"/>
                    </a:cubicBezTo>
                    <a:cubicBezTo>
                      <a:pt x="253" y="2471"/>
                      <a:pt x="254" y="2471"/>
                      <a:pt x="255" y="2471"/>
                    </a:cubicBezTo>
                    <a:cubicBezTo>
                      <a:pt x="256" y="2471"/>
                      <a:pt x="257" y="2470"/>
                      <a:pt x="257" y="2470"/>
                    </a:cubicBezTo>
                    <a:cubicBezTo>
                      <a:pt x="258" y="2469"/>
                      <a:pt x="258" y="2468"/>
                      <a:pt x="259" y="2467"/>
                    </a:cubicBezTo>
                    <a:cubicBezTo>
                      <a:pt x="261" y="2465"/>
                      <a:pt x="264" y="2466"/>
                      <a:pt x="265" y="2468"/>
                    </a:cubicBezTo>
                    <a:cubicBezTo>
                      <a:pt x="265" y="2469"/>
                      <a:pt x="266" y="2470"/>
                      <a:pt x="266" y="2471"/>
                    </a:cubicBezTo>
                    <a:cubicBezTo>
                      <a:pt x="267" y="2472"/>
                      <a:pt x="266" y="2473"/>
                      <a:pt x="266" y="2474"/>
                    </a:cubicBezTo>
                    <a:cubicBezTo>
                      <a:pt x="264" y="2477"/>
                      <a:pt x="262" y="2478"/>
                      <a:pt x="259" y="2479"/>
                    </a:cubicBezTo>
                    <a:cubicBezTo>
                      <a:pt x="258" y="2480"/>
                      <a:pt x="257" y="2480"/>
                      <a:pt x="256" y="2481"/>
                    </a:cubicBezTo>
                    <a:cubicBezTo>
                      <a:pt x="255" y="2482"/>
                      <a:pt x="256" y="2483"/>
                      <a:pt x="256" y="2484"/>
                    </a:cubicBezTo>
                    <a:cubicBezTo>
                      <a:pt x="257" y="2485"/>
                      <a:pt x="258" y="2486"/>
                      <a:pt x="260" y="2486"/>
                    </a:cubicBezTo>
                    <a:cubicBezTo>
                      <a:pt x="261" y="2487"/>
                      <a:pt x="263" y="2488"/>
                      <a:pt x="263" y="2490"/>
                    </a:cubicBezTo>
                    <a:cubicBezTo>
                      <a:pt x="264" y="2491"/>
                      <a:pt x="264" y="2493"/>
                      <a:pt x="264" y="2494"/>
                    </a:cubicBezTo>
                    <a:cubicBezTo>
                      <a:pt x="265" y="2494"/>
                      <a:pt x="266" y="2495"/>
                      <a:pt x="266" y="2495"/>
                    </a:cubicBezTo>
                    <a:cubicBezTo>
                      <a:pt x="267" y="2496"/>
                      <a:pt x="267" y="2497"/>
                      <a:pt x="267" y="2498"/>
                    </a:cubicBezTo>
                    <a:cubicBezTo>
                      <a:pt x="267" y="2499"/>
                      <a:pt x="268" y="2500"/>
                      <a:pt x="268" y="2501"/>
                    </a:cubicBezTo>
                    <a:cubicBezTo>
                      <a:pt x="269" y="2501"/>
                      <a:pt x="269" y="2501"/>
                      <a:pt x="269" y="2501"/>
                    </a:cubicBezTo>
                    <a:cubicBezTo>
                      <a:pt x="270" y="2502"/>
                      <a:pt x="270" y="2503"/>
                      <a:pt x="270" y="2503"/>
                    </a:cubicBezTo>
                    <a:cubicBezTo>
                      <a:pt x="271" y="2503"/>
                      <a:pt x="271" y="2504"/>
                      <a:pt x="272" y="2504"/>
                    </a:cubicBezTo>
                    <a:cubicBezTo>
                      <a:pt x="272" y="2504"/>
                      <a:pt x="272" y="2505"/>
                      <a:pt x="273" y="2505"/>
                    </a:cubicBezTo>
                    <a:cubicBezTo>
                      <a:pt x="273" y="2507"/>
                      <a:pt x="273" y="2508"/>
                      <a:pt x="273" y="2510"/>
                    </a:cubicBezTo>
                    <a:cubicBezTo>
                      <a:pt x="274" y="2511"/>
                      <a:pt x="274" y="2511"/>
                      <a:pt x="275" y="2511"/>
                    </a:cubicBezTo>
                    <a:cubicBezTo>
                      <a:pt x="275" y="2512"/>
                      <a:pt x="275" y="2513"/>
                      <a:pt x="275" y="2514"/>
                    </a:cubicBezTo>
                    <a:cubicBezTo>
                      <a:pt x="275" y="2516"/>
                      <a:pt x="276" y="2518"/>
                      <a:pt x="275" y="2520"/>
                    </a:cubicBezTo>
                    <a:cubicBezTo>
                      <a:pt x="274" y="2522"/>
                      <a:pt x="271" y="2521"/>
                      <a:pt x="270" y="2521"/>
                    </a:cubicBezTo>
                    <a:cubicBezTo>
                      <a:pt x="268" y="2521"/>
                      <a:pt x="266" y="2521"/>
                      <a:pt x="265" y="2521"/>
                    </a:cubicBezTo>
                    <a:cubicBezTo>
                      <a:pt x="264" y="2521"/>
                      <a:pt x="264" y="2521"/>
                      <a:pt x="263" y="2522"/>
                    </a:cubicBezTo>
                    <a:cubicBezTo>
                      <a:pt x="263" y="2523"/>
                      <a:pt x="263" y="2524"/>
                      <a:pt x="263" y="2525"/>
                    </a:cubicBezTo>
                    <a:cubicBezTo>
                      <a:pt x="263" y="2525"/>
                      <a:pt x="263" y="2526"/>
                      <a:pt x="263" y="2527"/>
                    </a:cubicBezTo>
                    <a:cubicBezTo>
                      <a:pt x="263" y="2528"/>
                      <a:pt x="264" y="2529"/>
                      <a:pt x="264" y="2530"/>
                    </a:cubicBezTo>
                    <a:cubicBezTo>
                      <a:pt x="265" y="2530"/>
                      <a:pt x="266" y="2530"/>
                      <a:pt x="266" y="2530"/>
                    </a:cubicBezTo>
                    <a:cubicBezTo>
                      <a:pt x="268" y="2531"/>
                      <a:pt x="269" y="2531"/>
                      <a:pt x="271" y="2532"/>
                    </a:cubicBezTo>
                    <a:cubicBezTo>
                      <a:pt x="271" y="2532"/>
                      <a:pt x="271" y="2533"/>
                      <a:pt x="271" y="2533"/>
                    </a:cubicBezTo>
                    <a:cubicBezTo>
                      <a:pt x="272" y="2534"/>
                      <a:pt x="272" y="2536"/>
                      <a:pt x="273" y="2537"/>
                    </a:cubicBezTo>
                    <a:cubicBezTo>
                      <a:pt x="274" y="2539"/>
                      <a:pt x="275" y="2541"/>
                      <a:pt x="276" y="2542"/>
                    </a:cubicBezTo>
                    <a:cubicBezTo>
                      <a:pt x="277" y="2543"/>
                      <a:pt x="278" y="2545"/>
                      <a:pt x="280" y="2546"/>
                    </a:cubicBezTo>
                    <a:cubicBezTo>
                      <a:pt x="282" y="2546"/>
                      <a:pt x="283" y="2546"/>
                      <a:pt x="284" y="2546"/>
                    </a:cubicBezTo>
                    <a:cubicBezTo>
                      <a:pt x="285" y="2545"/>
                      <a:pt x="287" y="2545"/>
                      <a:pt x="289" y="2545"/>
                    </a:cubicBezTo>
                    <a:cubicBezTo>
                      <a:pt x="290" y="2545"/>
                      <a:pt x="291" y="2547"/>
                      <a:pt x="291" y="2548"/>
                    </a:cubicBezTo>
                    <a:cubicBezTo>
                      <a:pt x="290" y="2549"/>
                      <a:pt x="290" y="2549"/>
                      <a:pt x="290" y="2550"/>
                    </a:cubicBezTo>
                    <a:cubicBezTo>
                      <a:pt x="290" y="2550"/>
                      <a:pt x="289" y="2551"/>
                      <a:pt x="290" y="2552"/>
                    </a:cubicBezTo>
                    <a:cubicBezTo>
                      <a:pt x="290" y="2552"/>
                      <a:pt x="290" y="2552"/>
                      <a:pt x="291" y="2553"/>
                    </a:cubicBezTo>
                    <a:cubicBezTo>
                      <a:pt x="291" y="2553"/>
                      <a:pt x="291" y="2554"/>
                      <a:pt x="291" y="2554"/>
                    </a:cubicBezTo>
                    <a:cubicBezTo>
                      <a:pt x="291" y="2555"/>
                      <a:pt x="291" y="2556"/>
                      <a:pt x="291" y="2556"/>
                    </a:cubicBezTo>
                    <a:cubicBezTo>
                      <a:pt x="290" y="2557"/>
                      <a:pt x="290" y="2558"/>
                      <a:pt x="290" y="2559"/>
                    </a:cubicBezTo>
                    <a:cubicBezTo>
                      <a:pt x="291" y="2560"/>
                      <a:pt x="291" y="2561"/>
                      <a:pt x="293" y="2562"/>
                    </a:cubicBezTo>
                    <a:cubicBezTo>
                      <a:pt x="294" y="2562"/>
                      <a:pt x="295" y="2563"/>
                      <a:pt x="296" y="2563"/>
                    </a:cubicBezTo>
                    <a:cubicBezTo>
                      <a:pt x="298" y="2563"/>
                      <a:pt x="299" y="2564"/>
                      <a:pt x="299" y="2565"/>
                    </a:cubicBezTo>
                    <a:cubicBezTo>
                      <a:pt x="299" y="2567"/>
                      <a:pt x="299" y="2569"/>
                      <a:pt x="299" y="2571"/>
                    </a:cubicBezTo>
                    <a:cubicBezTo>
                      <a:pt x="300" y="2572"/>
                      <a:pt x="302" y="2572"/>
                      <a:pt x="303" y="2571"/>
                    </a:cubicBezTo>
                    <a:cubicBezTo>
                      <a:pt x="303" y="2570"/>
                      <a:pt x="304" y="2569"/>
                      <a:pt x="305" y="2568"/>
                    </a:cubicBezTo>
                    <a:cubicBezTo>
                      <a:pt x="306" y="2567"/>
                      <a:pt x="307" y="2567"/>
                      <a:pt x="307" y="2566"/>
                    </a:cubicBezTo>
                    <a:cubicBezTo>
                      <a:pt x="308" y="2564"/>
                      <a:pt x="308" y="2562"/>
                      <a:pt x="308" y="2560"/>
                    </a:cubicBezTo>
                    <a:cubicBezTo>
                      <a:pt x="308" y="2558"/>
                      <a:pt x="308" y="2557"/>
                      <a:pt x="308" y="2555"/>
                    </a:cubicBezTo>
                    <a:cubicBezTo>
                      <a:pt x="308" y="2552"/>
                      <a:pt x="309" y="2550"/>
                      <a:pt x="310" y="2548"/>
                    </a:cubicBezTo>
                    <a:cubicBezTo>
                      <a:pt x="311" y="2546"/>
                      <a:pt x="311" y="2545"/>
                      <a:pt x="312" y="2544"/>
                    </a:cubicBezTo>
                    <a:cubicBezTo>
                      <a:pt x="314" y="2543"/>
                      <a:pt x="315" y="2543"/>
                      <a:pt x="316" y="2544"/>
                    </a:cubicBezTo>
                    <a:cubicBezTo>
                      <a:pt x="317" y="2545"/>
                      <a:pt x="318" y="2546"/>
                      <a:pt x="319" y="2545"/>
                    </a:cubicBezTo>
                    <a:cubicBezTo>
                      <a:pt x="320" y="2544"/>
                      <a:pt x="321" y="2542"/>
                      <a:pt x="321" y="2541"/>
                    </a:cubicBezTo>
                    <a:cubicBezTo>
                      <a:pt x="322" y="2539"/>
                      <a:pt x="323" y="2538"/>
                      <a:pt x="324" y="2538"/>
                    </a:cubicBezTo>
                    <a:cubicBezTo>
                      <a:pt x="325" y="2537"/>
                      <a:pt x="326" y="2536"/>
                      <a:pt x="327" y="2536"/>
                    </a:cubicBezTo>
                    <a:cubicBezTo>
                      <a:pt x="329" y="2537"/>
                      <a:pt x="329" y="2540"/>
                      <a:pt x="329" y="2541"/>
                    </a:cubicBezTo>
                    <a:cubicBezTo>
                      <a:pt x="330" y="2545"/>
                      <a:pt x="330" y="2548"/>
                      <a:pt x="330" y="2551"/>
                    </a:cubicBezTo>
                    <a:cubicBezTo>
                      <a:pt x="329" y="2554"/>
                      <a:pt x="329" y="2556"/>
                      <a:pt x="329" y="2558"/>
                    </a:cubicBezTo>
                    <a:cubicBezTo>
                      <a:pt x="329" y="2560"/>
                      <a:pt x="329" y="2562"/>
                      <a:pt x="329" y="2564"/>
                    </a:cubicBezTo>
                    <a:cubicBezTo>
                      <a:pt x="329" y="2565"/>
                      <a:pt x="328" y="2566"/>
                      <a:pt x="327" y="2566"/>
                    </a:cubicBezTo>
                    <a:cubicBezTo>
                      <a:pt x="325" y="2567"/>
                      <a:pt x="324" y="2569"/>
                      <a:pt x="324" y="2570"/>
                    </a:cubicBezTo>
                    <a:cubicBezTo>
                      <a:pt x="323" y="2572"/>
                      <a:pt x="324" y="2574"/>
                      <a:pt x="326" y="2574"/>
                    </a:cubicBezTo>
                    <a:cubicBezTo>
                      <a:pt x="327" y="2575"/>
                      <a:pt x="329" y="2575"/>
                      <a:pt x="330" y="2574"/>
                    </a:cubicBezTo>
                    <a:cubicBezTo>
                      <a:pt x="332" y="2574"/>
                      <a:pt x="333" y="2573"/>
                      <a:pt x="334" y="2572"/>
                    </a:cubicBezTo>
                    <a:cubicBezTo>
                      <a:pt x="336" y="2572"/>
                      <a:pt x="338" y="2572"/>
                      <a:pt x="339" y="2572"/>
                    </a:cubicBezTo>
                    <a:cubicBezTo>
                      <a:pt x="344" y="2571"/>
                      <a:pt x="341" y="2566"/>
                      <a:pt x="339" y="2563"/>
                    </a:cubicBezTo>
                    <a:cubicBezTo>
                      <a:pt x="339" y="2561"/>
                      <a:pt x="338" y="2560"/>
                      <a:pt x="338" y="2558"/>
                    </a:cubicBezTo>
                    <a:cubicBezTo>
                      <a:pt x="338" y="2556"/>
                      <a:pt x="339" y="2555"/>
                      <a:pt x="340" y="2556"/>
                    </a:cubicBezTo>
                    <a:cubicBezTo>
                      <a:pt x="342" y="2556"/>
                      <a:pt x="343" y="2556"/>
                      <a:pt x="345" y="2556"/>
                    </a:cubicBezTo>
                    <a:cubicBezTo>
                      <a:pt x="346" y="2555"/>
                      <a:pt x="348" y="2553"/>
                      <a:pt x="349" y="2554"/>
                    </a:cubicBezTo>
                    <a:cubicBezTo>
                      <a:pt x="351" y="2555"/>
                      <a:pt x="350" y="2558"/>
                      <a:pt x="350" y="2560"/>
                    </a:cubicBezTo>
                    <a:cubicBezTo>
                      <a:pt x="350" y="2562"/>
                      <a:pt x="351" y="2564"/>
                      <a:pt x="353" y="2565"/>
                    </a:cubicBezTo>
                    <a:cubicBezTo>
                      <a:pt x="355" y="2566"/>
                      <a:pt x="357" y="2567"/>
                      <a:pt x="359" y="2569"/>
                    </a:cubicBezTo>
                    <a:cubicBezTo>
                      <a:pt x="359" y="2570"/>
                      <a:pt x="361" y="2572"/>
                      <a:pt x="359" y="2573"/>
                    </a:cubicBezTo>
                    <a:cubicBezTo>
                      <a:pt x="358" y="2573"/>
                      <a:pt x="357" y="2573"/>
                      <a:pt x="357" y="2572"/>
                    </a:cubicBezTo>
                    <a:cubicBezTo>
                      <a:pt x="356" y="2572"/>
                      <a:pt x="355" y="2571"/>
                      <a:pt x="354" y="2571"/>
                    </a:cubicBezTo>
                    <a:cubicBezTo>
                      <a:pt x="352" y="2571"/>
                      <a:pt x="350" y="2571"/>
                      <a:pt x="349" y="2573"/>
                    </a:cubicBezTo>
                    <a:cubicBezTo>
                      <a:pt x="349" y="2575"/>
                      <a:pt x="351" y="2578"/>
                      <a:pt x="352" y="2579"/>
                    </a:cubicBezTo>
                    <a:cubicBezTo>
                      <a:pt x="354" y="2580"/>
                      <a:pt x="356" y="2581"/>
                      <a:pt x="358" y="2582"/>
                    </a:cubicBezTo>
                    <a:cubicBezTo>
                      <a:pt x="359" y="2582"/>
                      <a:pt x="360" y="2583"/>
                      <a:pt x="360" y="2584"/>
                    </a:cubicBezTo>
                    <a:cubicBezTo>
                      <a:pt x="360" y="2585"/>
                      <a:pt x="361" y="2585"/>
                      <a:pt x="361" y="2586"/>
                    </a:cubicBezTo>
                    <a:cubicBezTo>
                      <a:pt x="362" y="2587"/>
                      <a:pt x="363" y="2587"/>
                      <a:pt x="364" y="2588"/>
                    </a:cubicBezTo>
                    <a:cubicBezTo>
                      <a:pt x="365" y="2588"/>
                      <a:pt x="366" y="2588"/>
                      <a:pt x="367" y="2588"/>
                    </a:cubicBezTo>
                    <a:cubicBezTo>
                      <a:pt x="368" y="2588"/>
                      <a:pt x="368" y="2587"/>
                      <a:pt x="368" y="2586"/>
                    </a:cubicBezTo>
                    <a:cubicBezTo>
                      <a:pt x="368" y="2586"/>
                      <a:pt x="369" y="2585"/>
                      <a:pt x="369" y="2584"/>
                    </a:cubicBezTo>
                    <a:cubicBezTo>
                      <a:pt x="369" y="2584"/>
                      <a:pt x="368" y="2583"/>
                      <a:pt x="368" y="2583"/>
                    </a:cubicBezTo>
                    <a:cubicBezTo>
                      <a:pt x="367" y="2581"/>
                      <a:pt x="368" y="2580"/>
                      <a:pt x="369" y="2579"/>
                    </a:cubicBezTo>
                    <a:cubicBezTo>
                      <a:pt x="369" y="2578"/>
                      <a:pt x="370" y="2578"/>
                      <a:pt x="371" y="2578"/>
                    </a:cubicBezTo>
                    <a:cubicBezTo>
                      <a:pt x="371" y="2577"/>
                      <a:pt x="372" y="2577"/>
                      <a:pt x="372" y="2576"/>
                    </a:cubicBezTo>
                    <a:cubicBezTo>
                      <a:pt x="373" y="2576"/>
                      <a:pt x="376" y="2574"/>
                      <a:pt x="377" y="2575"/>
                    </a:cubicBezTo>
                    <a:cubicBezTo>
                      <a:pt x="378" y="2576"/>
                      <a:pt x="379" y="2577"/>
                      <a:pt x="379" y="2578"/>
                    </a:cubicBezTo>
                    <a:cubicBezTo>
                      <a:pt x="380" y="2578"/>
                      <a:pt x="380" y="2579"/>
                      <a:pt x="381" y="2580"/>
                    </a:cubicBezTo>
                    <a:cubicBezTo>
                      <a:pt x="382" y="2580"/>
                      <a:pt x="384" y="2580"/>
                      <a:pt x="386" y="2579"/>
                    </a:cubicBezTo>
                    <a:cubicBezTo>
                      <a:pt x="387" y="2579"/>
                      <a:pt x="388" y="2578"/>
                      <a:pt x="389" y="2578"/>
                    </a:cubicBezTo>
                    <a:cubicBezTo>
                      <a:pt x="392" y="2576"/>
                      <a:pt x="392" y="2581"/>
                      <a:pt x="393" y="2583"/>
                    </a:cubicBezTo>
                    <a:cubicBezTo>
                      <a:pt x="394" y="2583"/>
                      <a:pt x="395" y="2584"/>
                      <a:pt x="396" y="2584"/>
                    </a:cubicBezTo>
                    <a:cubicBezTo>
                      <a:pt x="397" y="2585"/>
                      <a:pt x="397" y="2585"/>
                      <a:pt x="398" y="2586"/>
                    </a:cubicBezTo>
                    <a:cubicBezTo>
                      <a:pt x="399" y="2587"/>
                      <a:pt x="400" y="2589"/>
                      <a:pt x="402" y="2589"/>
                    </a:cubicBezTo>
                    <a:cubicBezTo>
                      <a:pt x="404" y="2588"/>
                      <a:pt x="405" y="2588"/>
                      <a:pt x="406" y="2587"/>
                    </a:cubicBezTo>
                    <a:cubicBezTo>
                      <a:pt x="408" y="2586"/>
                      <a:pt x="409" y="2585"/>
                      <a:pt x="410" y="2584"/>
                    </a:cubicBezTo>
                    <a:cubicBezTo>
                      <a:pt x="411" y="2584"/>
                      <a:pt x="413" y="2584"/>
                      <a:pt x="412" y="2585"/>
                    </a:cubicBezTo>
                    <a:cubicBezTo>
                      <a:pt x="411" y="2587"/>
                      <a:pt x="409" y="2588"/>
                      <a:pt x="407" y="2589"/>
                    </a:cubicBezTo>
                    <a:cubicBezTo>
                      <a:pt x="406" y="2590"/>
                      <a:pt x="405" y="2592"/>
                      <a:pt x="405" y="2593"/>
                    </a:cubicBezTo>
                    <a:cubicBezTo>
                      <a:pt x="406" y="2594"/>
                      <a:pt x="407" y="2595"/>
                      <a:pt x="408" y="2595"/>
                    </a:cubicBezTo>
                    <a:cubicBezTo>
                      <a:pt x="410" y="2594"/>
                      <a:pt x="412" y="2593"/>
                      <a:pt x="414" y="2591"/>
                    </a:cubicBezTo>
                    <a:cubicBezTo>
                      <a:pt x="415" y="2590"/>
                      <a:pt x="416" y="2589"/>
                      <a:pt x="417" y="2587"/>
                    </a:cubicBezTo>
                    <a:cubicBezTo>
                      <a:pt x="417" y="2586"/>
                      <a:pt x="418" y="2584"/>
                      <a:pt x="419" y="2584"/>
                    </a:cubicBezTo>
                    <a:cubicBezTo>
                      <a:pt x="420" y="2584"/>
                      <a:pt x="421" y="2585"/>
                      <a:pt x="421" y="2585"/>
                    </a:cubicBezTo>
                    <a:cubicBezTo>
                      <a:pt x="422" y="2586"/>
                      <a:pt x="423" y="2586"/>
                      <a:pt x="424" y="2586"/>
                    </a:cubicBezTo>
                    <a:cubicBezTo>
                      <a:pt x="426" y="2586"/>
                      <a:pt x="427" y="2585"/>
                      <a:pt x="429" y="2585"/>
                    </a:cubicBezTo>
                    <a:cubicBezTo>
                      <a:pt x="430" y="2584"/>
                      <a:pt x="432" y="2584"/>
                      <a:pt x="434" y="2584"/>
                    </a:cubicBezTo>
                    <a:cubicBezTo>
                      <a:pt x="436" y="2584"/>
                      <a:pt x="437" y="2584"/>
                      <a:pt x="438" y="2584"/>
                    </a:cubicBezTo>
                    <a:cubicBezTo>
                      <a:pt x="440" y="2584"/>
                      <a:pt x="441" y="2583"/>
                      <a:pt x="443" y="2583"/>
                    </a:cubicBezTo>
                    <a:cubicBezTo>
                      <a:pt x="443" y="2583"/>
                      <a:pt x="444" y="2583"/>
                      <a:pt x="444" y="2584"/>
                    </a:cubicBezTo>
                    <a:cubicBezTo>
                      <a:pt x="445" y="2584"/>
                      <a:pt x="444" y="2585"/>
                      <a:pt x="444" y="2585"/>
                    </a:cubicBezTo>
                    <a:cubicBezTo>
                      <a:pt x="443" y="2588"/>
                      <a:pt x="441" y="2590"/>
                      <a:pt x="440" y="2592"/>
                    </a:cubicBezTo>
                    <a:cubicBezTo>
                      <a:pt x="439" y="2593"/>
                      <a:pt x="437" y="2595"/>
                      <a:pt x="436" y="2596"/>
                    </a:cubicBezTo>
                    <a:cubicBezTo>
                      <a:pt x="434" y="2598"/>
                      <a:pt x="433" y="2599"/>
                      <a:pt x="433" y="2601"/>
                    </a:cubicBezTo>
                    <a:cubicBezTo>
                      <a:pt x="433" y="2603"/>
                      <a:pt x="432" y="2605"/>
                      <a:pt x="431" y="2607"/>
                    </a:cubicBezTo>
                    <a:cubicBezTo>
                      <a:pt x="430" y="2609"/>
                      <a:pt x="429" y="2610"/>
                      <a:pt x="428" y="2612"/>
                    </a:cubicBezTo>
                    <a:cubicBezTo>
                      <a:pt x="427" y="2613"/>
                      <a:pt x="426" y="2615"/>
                      <a:pt x="426" y="2616"/>
                    </a:cubicBezTo>
                    <a:cubicBezTo>
                      <a:pt x="425" y="2617"/>
                      <a:pt x="425" y="2618"/>
                      <a:pt x="425" y="2620"/>
                    </a:cubicBezTo>
                    <a:cubicBezTo>
                      <a:pt x="424" y="2621"/>
                      <a:pt x="424" y="2622"/>
                      <a:pt x="426" y="2623"/>
                    </a:cubicBezTo>
                    <a:cubicBezTo>
                      <a:pt x="429" y="2624"/>
                      <a:pt x="432" y="2624"/>
                      <a:pt x="435" y="2623"/>
                    </a:cubicBezTo>
                    <a:cubicBezTo>
                      <a:pt x="437" y="2623"/>
                      <a:pt x="439" y="2622"/>
                      <a:pt x="439" y="2620"/>
                    </a:cubicBezTo>
                    <a:cubicBezTo>
                      <a:pt x="440" y="2617"/>
                      <a:pt x="441" y="2616"/>
                      <a:pt x="443" y="2615"/>
                    </a:cubicBezTo>
                    <a:cubicBezTo>
                      <a:pt x="446" y="2613"/>
                      <a:pt x="449" y="2613"/>
                      <a:pt x="452" y="2613"/>
                    </a:cubicBezTo>
                    <a:cubicBezTo>
                      <a:pt x="453" y="2613"/>
                      <a:pt x="455" y="2612"/>
                      <a:pt x="456" y="2612"/>
                    </a:cubicBezTo>
                    <a:cubicBezTo>
                      <a:pt x="457" y="2613"/>
                      <a:pt x="457" y="2614"/>
                      <a:pt x="457" y="2614"/>
                    </a:cubicBezTo>
                    <a:cubicBezTo>
                      <a:pt x="456" y="2616"/>
                      <a:pt x="454" y="2616"/>
                      <a:pt x="452" y="2616"/>
                    </a:cubicBezTo>
                    <a:cubicBezTo>
                      <a:pt x="451" y="2617"/>
                      <a:pt x="449" y="2618"/>
                      <a:pt x="447" y="2619"/>
                    </a:cubicBezTo>
                    <a:cubicBezTo>
                      <a:pt x="446" y="2620"/>
                      <a:pt x="439" y="2621"/>
                      <a:pt x="441" y="2624"/>
                    </a:cubicBezTo>
                    <a:cubicBezTo>
                      <a:pt x="442" y="2625"/>
                      <a:pt x="442" y="2626"/>
                      <a:pt x="443" y="2627"/>
                    </a:cubicBezTo>
                    <a:cubicBezTo>
                      <a:pt x="443" y="2628"/>
                      <a:pt x="443" y="2630"/>
                      <a:pt x="442" y="2630"/>
                    </a:cubicBezTo>
                    <a:cubicBezTo>
                      <a:pt x="440" y="2631"/>
                      <a:pt x="438" y="2633"/>
                      <a:pt x="439" y="2635"/>
                    </a:cubicBezTo>
                    <a:cubicBezTo>
                      <a:pt x="440" y="2636"/>
                      <a:pt x="443" y="2636"/>
                      <a:pt x="445" y="2636"/>
                    </a:cubicBezTo>
                    <a:cubicBezTo>
                      <a:pt x="446" y="2635"/>
                      <a:pt x="447" y="2635"/>
                      <a:pt x="447" y="2634"/>
                    </a:cubicBezTo>
                    <a:cubicBezTo>
                      <a:pt x="448" y="2633"/>
                      <a:pt x="450" y="2632"/>
                      <a:pt x="451" y="2631"/>
                    </a:cubicBezTo>
                    <a:cubicBezTo>
                      <a:pt x="452" y="2630"/>
                      <a:pt x="454" y="2629"/>
                      <a:pt x="455" y="2628"/>
                    </a:cubicBezTo>
                    <a:cubicBezTo>
                      <a:pt x="458" y="2626"/>
                      <a:pt x="460" y="2623"/>
                      <a:pt x="463" y="2621"/>
                    </a:cubicBezTo>
                    <a:cubicBezTo>
                      <a:pt x="465" y="2619"/>
                      <a:pt x="468" y="2617"/>
                      <a:pt x="471" y="2616"/>
                    </a:cubicBezTo>
                    <a:cubicBezTo>
                      <a:pt x="473" y="2615"/>
                      <a:pt x="475" y="2613"/>
                      <a:pt x="477" y="2611"/>
                    </a:cubicBezTo>
                    <a:cubicBezTo>
                      <a:pt x="479" y="2610"/>
                      <a:pt x="480" y="2608"/>
                      <a:pt x="482" y="2606"/>
                    </a:cubicBezTo>
                    <a:cubicBezTo>
                      <a:pt x="484" y="2605"/>
                      <a:pt x="486" y="2605"/>
                      <a:pt x="489" y="2604"/>
                    </a:cubicBezTo>
                    <a:cubicBezTo>
                      <a:pt x="494" y="2603"/>
                      <a:pt x="499" y="2600"/>
                      <a:pt x="503" y="2596"/>
                    </a:cubicBezTo>
                    <a:cubicBezTo>
                      <a:pt x="504" y="2594"/>
                      <a:pt x="504" y="2593"/>
                      <a:pt x="506" y="2592"/>
                    </a:cubicBezTo>
                    <a:cubicBezTo>
                      <a:pt x="507" y="2591"/>
                      <a:pt x="508" y="2590"/>
                      <a:pt x="510" y="2590"/>
                    </a:cubicBezTo>
                    <a:cubicBezTo>
                      <a:pt x="512" y="2591"/>
                      <a:pt x="511" y="2595"/>
                      <a:pt x="511" y="2596"/>
                    </a:cubicBezTo>
                    <a:cubicBezTo>
                      <a:pt x="510" y="2599"/>
                      <a:pt x="509" y="2603"/>
                      <a:pt x="507" y="2605"/>
                    </a:cubicBezTo>
                    <a:cubicBezTo>
                      <a:pt x="504" y="2611"/>
                      <a:pt x="499" y="2614"/>
                      <a:pt x="496" y="2620"/>
                    </a:cubicBezTo>
                    <a:cubicBezTo>
                      <a:pt x="492" y="2625"/>
                      <a:pt x="491" y="2631"/>
                      <a:pt x="490" y="2637"/>
                    </a:cubicBezTo>
                    <a:cubicBezTo>
                      <a:pt x="490" y="2639"/>
                      <a:pt x="490" y="2642"/>
                      <a:pt x="490" y="2644"/>
                    </a:cubicBezTo>
                    <a:cubicBezTo>
                      <a:pt x="491" y="2647"/>
                      <a:pt x="492" y="2648"/>
                      <a:pt x="494" y="2649"/>
                    </a:cubicBezTo>
                    <a:cubicBezTo>
                      <a:pt x="495" y="2650"/>
                      <a:pt x="497" y="2651"/>
                      <a:pt x="498" y="2653"/>
                    </a:cubicBezTo>
                    <a:cubicBezTo>
                      <a:pt x="498" y="2654"/>
                      <a:pt x="497" y="2656"/>
                      <a:pt x="496" y="2657"/>
                    </a:cubicBezTo>
                    <a:cubicBezTo>
                      <a:pt x="495" y="2658"/>
                      <a:pt x="493" y="2660"/>
                      <a:pt x="494" y="2662"/>
                    </a:cubicBezTo>
                    <a:cubicBezTo>
                      <a:pt x="494" y="2662"/>
                      <a:pt x="494" y="2663"/>
                      <a:pt x="495" y="2663"/>
                    </a:cubicBezTo>
                    <a:cubicBezTo>
                      <a:pt x="496" y="2664"/>
                      <a:pt x="498" y="2664"/>
                      <a:pt x="499" y="2663"/>
                    </a:cubicBezTo>
                    <a:cubicBezTo>
                      <a:pt x="500" y="2663"/>
                      <a:pt x="500" y="2663"/>
                      <a:pt x="501" y="2663"/>
                    </a:cubicBezTo>
                    <a:cubicBezTo>
                      <a:pt x="502" y="2662"/>
                      <a:pt x="502" y="2662"/>
                      <a:pt x="502" y="2661"/>
                    </a:cubicBezTo>
                    <a:cubicBezTo>
                      <a:pt x="503" y="2660"/>
                      <a:pt x="504" y="2659"/>
                      <a:pt x="504" y="2658"/>
                    </a:cubicBezTo>
                    <a:cubicBezTo>
                      <a:pt x="505" y="2657"/>
                      <a:pt x="505" y="2656"/>
                      <a:pt x="506" y="2654"/>
                    </a:cubicBezTo>
                    <a:cubicBezTo>
                      <a:pt x="506" y="2653"/>
                      <a:pt x="507" y="2652"/>
                      <a:pt x="508" y="2652"/>
                    </a:cubicBezTo>
                    <a:cubicBezTo>
                      <a:pt x="508" y="2652"/>
                      <a:pt x="509" y="2652"/>
                      <a:pt x="510" y="2652"/>
                    </a:cubicBezTo>
                    <a:cubicBezTo>
                      <a:pt x="510" y="2652"/>
                      <a:pt x="511" y="2653"/>
                      <a:pt x="511" y="2654"/>
                    </a:cubicBezTo>
                    <a:cubicBezTo>
                      <a:pt x="512" y="2656"/>
                      <a:pt x="512" y="2657"/>
                      <a:pt x="512" y="2659"/>
                    </a:cubicBezTo>
                    <a:cubicBezTo>
                      <a:pt x="511" y="2660"/>
                      <a:pt x="511" y="2662"/>
                      <a:pt x="512" y="2663"/>
                    </a:cubicBezTo>
                    <a:cubicBezTo>
                      <a:pt x="513" y="2664"/>
                      <a:pt x="515" y="2664"/>
                      <a:pt x="516" y="2664"/>
                    </a:cubicBezTo>
                    <a:cubicBezTo>
                      <a:pt x="517" y="2664"/>
                      <a:pt x="519" y="2665"/>
                      <a:pt x="521" y="2665"/>
                    </a:cubicBezTo>
                    <a:cubicBezTo>
                      <a:pt x="522" y="2665"/>
                      <a:pt x="523" y="2665"/>
                      <a:pt x="524" y="2665"/>
                    </a:cubicBezTo>
                    <a:cubicBezTo>
                      <a:pt x="526" y="2665"/>
                      <a:pt x="529" y="2664"/>
                      <a:pt x="531" y="2663"/>
                    </a:cubicBezTo>
                    <a:cubicBezTo>
                      <a:pt x="532" y="2662"/>
                      <a:pt x="536" y="2660"/>
                      <a:pt x="537" y="2662"/>
                    </a:cubicBezTo>
                    <a:cubicBezTo>
                      <a:pt x="538" y="2664"/>
                      <a:pt x="535" y="2664"/>
                      <a:pt x="534" y="2664"/>
                    </a:cubicBezTo>
                    <a:cubicBezTo>
                      <a:pt x="533" y="2665"/>
                      <a:pt x="531" y="2665"/>
                      <a:pt x="530" y="2665"/>
                    </a:cubicBezTo>
                    <a:cubicBezTo>
                      <a:pt x="529" y="2665"/>
                      <a:pt x="528" y="2666"/>
                      <a:pt x="528" y="2667"/>
                    </a:cubicBezTo>
                    <a:cubicBezTo>
                      <a:pt x="527" y="2669"/>
                      <a:pt x="526" y="2671"/>
                      <a:pt x="525" y="2673"/>
                    </a:cubicBezTo>
                    <a:cubicBezTo>
                      <a:pt x="525" y="2674"/>
                      <a:pt x="524" y="2675"/>
                      <a:pt x="524" y="2675"/>
                    </a:cubicBezTo>
                    <a:cubicBezTo>
                      <a:pt x="523" y="2674"/>
                      <a:pt x="523" y="2673"/>
                      <a:pt x="523" y="2672"/>
                    </a:cubicBezTo>
                    <a:cubicBezTo>
                      <a:pt x="522" y="2672"/>
                      <a:pt x="523" y="2670"/>
                      <a:pt x="522" y="2670"/>
                    </a:cubicBezTo>
                    <a:cubicBezTo>
                      <a:pt x="521" y="2669"/>
                      <a:pt x="520" y="2669"/>
                      <a:pt x="519" y="2669"/>
                    </a:cubicBezTo>
                    <a:cubicBezTo>
                      <a:pt x="518" y="2669"/>
                      <a:pt x="516" y="2669"/>
                      <a:pt x="514" y="2670"/>
                    </a:cubicBezTo>
                    <a:cubicBezTo>
                      <a:pt x="512" y="2670"/>
                      <a:pt x="512" y="2672"/>
                      <a:pt x="512" y="2674"/>
                    </a:cubicBezTo>
                    <a:cubicBezTo>
                      <a:pt x="511" y="2676"/>
                      <a:pt x="514" y="2677"/>
                      <a:pt x="515" y="2677"/>
                    </a:cubicBezTo>
                    <a:cubicBezTo>
                      <a:pt x="516" y="2678"/>
                      <a:pt x="517" y="2679"/>
                      <a:pt x="517" y="2680"/>
                    </a:cubicBezTo>
                    <a:cubicBezTo>
                      <a:pt x="517" y="2682"/>
                      <a:pt x="519" y="2683"/>
                      <a:pt x="520" y="2683"/>
                    </a:cubicBezTo>
                    <a:cubicBezTo>
                      <a:pt x="522" y="2683"/>
                      <a:pt x="523" y="2681"/>
                      <a:pt x="524" y="2680"/>
                    </a:cubicBezTo>
                    <a:cubicBezTo>
                      <a:pt x="525" y="2678"/>
                      <a:pt x="526" y="2677"/>
                      <a:pt x="528" y="2676"/>
                    </a:cubicBezTo>
                    <a:cubicBezTo>
                      <a:pt x="529" y="2676"/>
                      <a:pt x="532" y="2674"/>
                      <a:pt x="532" y="2676"/>
                    </a:cubicBezTo>
                    <a:cubicBezTo>
                      <a:pt x="532" y="2677"/>
                      <a:pt x="530" y="2678"/>
                      <a:pt x="529" y="2678"/>
                    </a:cubicBezTo>
                    <a:cubicBezTo>
                      <a:pt x="528" y="2679"/>
                      <a:pt x="527" y="2679"/>
                      <a:pt x="526" y="2680"/>
                    </a:cubicBezTo>
                    <a:cubicBezTo>
                      <a:pt x="525" y="2682"/>
                      <a:pt x="526" y="2685"/>
                      <a:pt x="526" y="2687"/>
                    </a:cubicBezTo>
                    <a:cubicBezTo>
                      <a:pt x="527" y="2689"/>
                      <a:pt x="528" y="2691"/>
                      <a:pt x="530" y="2692"/>
                    </a:cubicBezTo>
                    <a:cubicBezTo>
                      <a:pt x="531" y="2693"/>
                      <a:pt x="532" y="2694"/>
                      <a:pt x="534" y="2695"/>
                    </a:cubicBezTo>
                    <a:cubicBezTo>
                      <a:pt x="535" y="2695"/>
                      <a:pt x="536" y="2696"/>
                      <a:pt x="537" y="2697"/>
                    </a:cubicBezTo>
                    <a:cubicBezTo>
                      <a:pt x="538" y="2698"/>
                      <a:pt x="539" y="2699"/>
                      <a:pt x="541" y="2699"/>
                    </a:cubicBezTo>
                    <a:cubicBezTo>
                      <a:pt x="542" y="2698"/>
                      <a:pt x="544" y="2696"/>
                      <a:pt x="545" y="2695"/>
                    </a:cubicBezTo>
                    <a:cubicBezTo>
                      <a:pt x="546" y="2693"/>
                      <a:pt x="546" y="2690"/>
                      <a:pt x="547" y="2688"/>
                    </a:cubicBezTo>
                    <a:cubicBezTo>
                      <a:pt x="548" y="2686"/>
                      <a:pt x="548" y="2683"/>
                      <a:pt x="549" y="2681"/>
                    </a:cubicBezTo>
                    <a:cubicBezTo>
                      <a:pt x="550" y="2680"/>
                      <a:pt x="550" y="2679"/>
                      <a:pt x="550" y="2678"/>
                    </a:cubicBezTo>
                    <a:cubicBezTo>
                      <a:pt x="551" y="2678"/>
                      <a:pt x="551" y="2678"/>
                      <a:pt x="551" y="2678"/>
                    </a:cubicBezTo>
                    <a:cubicBezTo>
                      <a:pt x="552" y="2679"/>
                      <a:pt x="551" y="2680"/>
                      <a:pt x="551" y="2681"/>
                    </a:cubicBezTo>
                    <a:cubicBezTo>
                      <a:pt x="551" y="2683"/>
                      <a:pt x="551" y="2685"/>
                      <a:pt x="551" y="2687"/>
                    </a:cubicBezTo>
                    <a:cubicBezTo>
                      <a:pt x="550" y="2690"/>
                      <a:pt x="549" y="2693"/>
                      <a:pt x="547" y="2696"/>
                    </a:cubicBezTo>
                    <a:cubicBezTo>
                      <a:pt x="545" y="2699"/>
                      <a:pt x="542" y="2702"/>
                      <a:pt x="540" y="2704"/>
                    </a:cubicBezTo>
                    <a:cubicBezTo>
                      <a:pt x="537" y="2706"/>
                      <a:pt x="535" y="2708"/>
                      <a:pt x="532" y="2709"/>
                    </a:cubicBezTo>
                    <a:cubicBezTo>
                      <a:pt x="530" y="2709"/>
                      <a:pt x="527" y="2710"/>
                      <a:pt x="525" y="2710"/>
                    </a:cubicBezTo>
                    <a:cubicBezTo>
                      <a:pt x="523" y="2711"/>
                      <a:pt x="522" y="2712"/>
                      <a:pt x="520" y="2714"/>
                    </a:cubicBezTo>
                    <a:cubicBezTo>
                      <a:pt x="519" y="2716"/>
                      <a:pt x="517" y="2717"/>
                      <a:pt x="515" y="2719"/>
                    </a:cubicBezTo>
                    <a:cubicBezTo>
                      <a:pt x="512" y="2722"/>
                      <a:pt x="508" y="2725"/>
                      <a:pt x="508" y="2729"/>
                    </a:cubicBezTo>
                    <a:cubicBezTo>
                      <a:pt x="508" y="2731"/>
                      <a:pt x="509" y="2732"/>
                      <a:pt x="510" y="2733"/>
                    </a:cubicBezTo>
                    <a:cubicBezTo>
                      <a:pt x="512" y="2733"/>
                      <a:pt x="515" y="2731"/>
                      <a:pt x="516" y="2730"/>
                    </a:cubicBezTo>
                    <a:cubicBezTo>
                      <a:pt x="518" y="2728"/>
                      <a:pt x="519" y="2726"/>
                      <a:pt x="521" y="2725"/>
                    </a:cubicBezTo>
                    <a:cubicBezTo>
                      <a:pt x="524" y="2724"/>
                      <a:pt x="527" y="2725"/>
                      <a:pt x="529" y="2725"/>
                    </a:cubicBezTo>
                    <a:cubicBezTo>
                      <a:pt x="531" y="2725"/>
                      <a:pt x="533" y="2725"/>
                      <a:pt x="535" y="2724"/>
                    </a:cubicBezTo>
                    <a:cubicBezTo>
                      <a:pt x="537" y="2723"/>
                      <a:pt x="538" y="2722"/>
                      <a:pt x="539" y="2721"/>
                    </a:cubicBezTo>
                    <a:cubicBezTo>
                      <a:pt x="541" y="2721"/>
                      <a:pt x="544" y="2720"/>
                      <a:pt x="545" y="2718"/>
                    </a:cubicBezTo>
                    <a:cubicBezTo>
                      <a:pt x="547" y="2717"/>
                      <a:pt x="547" y="2715"/>
                      <a:pt x="547" y="2713"/>
                    </a:cubicBezTo>
                    <a:cubicBezTo>
                      <a:pt x="546" y="2711"/>
                      <a:pt x="546" y="2709"/>
                      <a:pt x="548" y="2707"/>
                    </a:cubicBezTo>
                    <a:cubicBezTo>
                      <a:pt x="549" y="2705"/>
                      <a:pt x="552" y="2703"/>
                      <a:pt x="554" y="2702"/>
                    </a:cubicBezTo>
                    <a:cubicBezTo>
                      <a:pt x="556" y="2701"/>
                      <a:pt x="558" y="2700"/>
                      <a:pt x="560" y="2699"/>
                    </a:cubicBezTo>
                    <a:cubicBezTo>
                      <a:pt x="562" y="2697"/>
                      <a:pt x="563" y="2695"/>
                      <a:pt x="565" y="2694"/>
                    </a:cubicBezTo>
                    <a:cubicBezTo>
                      <a:pt x="569" y="2690"/>
                      <a:pt x="573" y="2686"/>
                      <a:pt x="573" y="2681"/>
                    </a:cubicBezTo>
                    <a:cubicBezTo>
                      <a:pt x="573" y="2679"/>
                      <a:pt x="573" y="2676"/>
                      <a:pt x="573" y="2673"/>
                    </a:cubicBezTo>
                    <a:cubicBezTo>
                      <a:pt x="574" y="2671"/>
                      <a:pt x="575" y="2668"/>
                      <a:pt x="577" y="2666"/>
                    </a:cubicBezTo>
                    <a:cubicBezTo>
                      <a:pt x="578" y="2664"/>
                      <a:pt x="580" y="2662"/>
                      <a:pt x="582" y="2660"/>
                    </a:cubicBezTo>
                    <a:cubicBezTo>
                      <a:pt x="583" y="2659"/>
                      <a:pt x="584" y="2658"/>
                      <a:pt x="585" y="2658"/>
                    </a:cubicBezTo>
                    <a:cubicBezTo>
                      <a:pt x="585" y="2659"/>
                      <a:pt x="585" y="2660"/>
                      <a:pt x="585" y="2661"/>
                    </a:cubicBezTo>
                    <a:cubicBezTo>
                      <a:pt x="586" y="2662"/>
                      <a:pt x="586" y="2663"/>
                      <a:pt x="586" y="2665"/>
                    </a:cubicBezTo>
                    <a:cubicBezTo>
                      <a:pt x="586" y="2667"/>
                      <a:pt x="585" y="2670"/>
                      <a:pt x="583" y="2672"/>
                    </a:cubicBezTo>
                    <a:cubicBezTo>
                      <a:pt x="582" y="2673"/>
                      <a:pt x="580" y="2673"/>
                      <a:pt x="579" y="2675"/>
                    </a:cubicBezTo>
                    <a:cubicBezTo>
                      <a:pt x="578" y="2678"/>
                      <a:pt x="581" y="2680"/>
                      <a:pt x="583" y="2681"/>
                    </a:cubicBezTo>
                    <a:cubicBezTo>
                      <a:pt x="584" y="2681"/>
                      <a:pt x="585" y="2681"/>
                      <a:pt x="586" y="2681"/>
                    </a:cubicBezTo>
                    <a:cubicBezTo>
                      <a:pt x="587" y="2681"/>
                      <a:pt x="588" y="2680"/>
                      <a:pt x="589" y="2679"/>
                    </a:cubicBezTo>
                    <a:cubicBezTo>
                      <a:pt x="590" y="2679"/>
                      <a:pt x="591" y="2679"/>
                      <a:pt x="592" y="2678"/>
                    </a:cubicBezTo>
                    <a:cubicBezTo>
                      <a:pt x="593" y="2678"/>
                      <a:pt x="593" y="2677"/>
                      <a:pt x="594" y="2677"/>
                    </a:cubicBezTo>
                    <a:cubicBezTo>
                      <a:pt x="595" y="2677"/>
                      <a:pt x="596" y="2677"/>
                      <a:pt x="597" y="2676"/>
                    </a:cubicBezTo>
                    <a:cubicBezTo>
                      <a:pt x="599" y="2676"/>
                      <a:pt x="600" y="2675"/>
                      <a:pt x="601" y="2676"/>
                    </a:cubicBezTo>
                    <a:cubicBezTo>
                      <a:pt x="603" y="2677"/>
                      <a:pt x="605" y="2678"/>
                      <a:pt x="607" y="2678"/>
                    </a:cubicBezTo>
                    <a:cubicBezTo>
                      <a:pt x="608" y="2678"/>
                      <a:pt x="610" y="2678"/>
                      <a:pt x="611" y="2678"/>
                    </a:cubicBezTo>
                    <a:cubicBezTo>
                      <a:pt x="613" y="2679"/>
                      <a:pt x="614" y="2679"/>
                      <a:pt x="616" y="2679"/>
                    </a:cubicBezTo>
                    <a:cubicBezTo>
                      <a:pt x="616" y="2679"/>
                      <a:pt x="617" y="2679"/>
                      <a:pt x="617" y="2678"/>
                    </a:cubicBezTo>
                    <a:cubicBezTo>
                      <a:pt x="618" y="2678"/>
                      <a:pt x="619" y="2677"/>
                      <a:pt x="620" y="2676"/>
                    </a:cubicBezTo>
                    <a:cubicBezTo>
                      <a:pt x="621" y="2675"/>
                      <a:pt x="621" y="2674"/>
                      <a:pt x="623" y="2674"/>
                    </a:cubicBezTo>
                    <a:cubicBezTo>
                      <a:pt x="624" y="2674"/>
                      <a:pt x="625" y="2674"/>
                      <a:pt x="625" y="2675"/>
                    </a:cubicBezTo>
                    <a:cubicBezTo>
                      <a:pt x="626" y="2676"/>
                      <a:pt x="627" y="2676"/>
                      <a:pt x="628" y="2676"/>
                    </a:cubicBezTo>
                    <a:cubicBezTo>
                      <a:pt x="629" y="2676"/>
                      <a:pt x="630" y="2676"/>
                      <a:pt x="631" y="2675"/>
                    </a:cubicBezTo>
                    <a:cubicBezTo>
                      <a:pt x="631" y="2674"/>
                      <a:pt x="632" y="2673"/>
                      <a:pt x="632" y="2672"/>
                    </a:cubicBezTo>
                    <a:cubicBezTo>
                      <a:pt x="633" y="2671"/>
                      <a:pt x="634" y="2670"/>
                      <a:pt x="636" y="2670"/>
                    </a:cubicBezTo>
                    <a:cubicBezTo>
                      <a:pt x="637" y="2669"/>
                      <a:pt x="638" y="2669"/>
                      <a:pt x="639" y="2668"/>
                    </a:cubicBezTo>
                    <a:cubicBezTo>
                      <a:pt x="640" y="2668"/>
                      <a:pt x="642" y="2668"/>
                      <a:pt x="643" y="2668"/>
                    </a:cubicBezTo>
                    <a:cubicBezTo>
                      <a:pt x="644" y="2667"/>
                      <a:pt x="644" y="2667"/>
                      <a:pt x="645" y="2666"/>
                    </a:cubicBezTo>
                    <a:cubicBezTo>
                      <a:pt x="645" y="2665"/>
                      <a:pt x="645" y="2664"/>
                      <a:pt x="646" y="2663"/>
                    </a:cubicBezTo>
                    <a:cubicBezTo>
                      <a:pt x="648" y="2662"/>
                      <a:pt x="650" y="2663"/>
                      <a:pt x="652" y="2662"/>
                    </a:cubicBezTo>
                    <a:cubicBezTo>
                      <a:pt x="653" y="2661"/>
                      <a:pt x="653" y="2660"/>
                      <a:pt x="653" y="2660"/>
                    </a:cubicBezTo>
                    <a:cubicBezTo>
                      <a:pt x="654" y="2659"/>
                      <a:pt x="654" y="2659"/>
                      <a:pt x="655" y="2659"/>
                    </a:cubicBezTo>
                    <a:cubicBezTo>
                      <a:pt x="655" y="2658"/>
                      <a:pt x="656" y="2658"/>
                      <a:pt x="656" y="2657"/>
                    </a:cubicBezTo>
                    <a:cubicBezTo>
                      <a:pt x="657" y="2657"/>
                      <a:pt x="658" y="2656"/>
                      <a:pt x="659" y="2657"/>
                    </a:cubicBezTo>
                    <a:cubicBezTo>
                      <a:pt x="659" y="2657"/>
                      <a:pt x="659" y="2658"/>
                      <a:pt x="660" y="2658"/>
                    </a:cubicBezTo>
                    <a:cubicBezTo>
                      <a:pt x="660" y="2659"/>
                      <a:pt x="661" y="2660"/>
                      <a:pt x="662" y="2660"/>
                    </a:cubicBezTo>
                    <a:cubicBezTo>
                      <a:pt x="662" y="2660"/>
                      <a:pt x="664" y="2660"/>
                      <a:pt x="665" y="2660"/>
                    </a:cubicBezTo>
                    <a:cubicBezTo>
                      <a:pt x="666" y="2660"/>
                      <a:pt x="666" y="2660"/>
                      <a:pt x="667" y="2660"/>
                    </a:cubicBezTo>
                    <a:cubicBezTo>
                      <a:pt x="668" y="2660"/>
                      <a:pt x="669" y="2660"/>
                      <a:pt x="670" y="2659"/>
                    </a:cubicBezTo>
                    <a:cubicBezTo>
                      <a:pt x="671" y="2659"/>
                      <a:pt x="671" y="2658"/>
                      <a:pt x="672" y="2658"/>
                    </a:cubicBezTo>
                    <a:cubicBezTo>
                      <a:pt x="672" y="2656"/>
                      <a:pt x="672" y="2654"/>
                      <a:pt x="672" y="2653"/>
                    </a:cubicBezTo>
                    <a:cubicBezTo>
                      <a:pt x="672" y="2650"/>
                      <a:pt x="674" y="2650"/>
                      <a:pt x="676" y="2651"/>
                    </a:cubicBezTo>
                    <a:cubicBezTo>
                      <a:pt x="678" y="2651"/>
                      <a:pt x="680" y="2652"/>
                      <a:pt x="682" y="2652"/>
                    </a:cubicBezTo>
                    <a:cubicBezTo>
                      <a:pt x="683" y="2652"/>
                      <a:pt x="685" y="2651"/>
                      <a:pt x="686" y="2650"/>
                    </a:cubicBezTo>
                    <a:cubicBezTo>
                      <a:pt x="688" y="2648"/>
                      <a:pt x="689" y="2647"/>
                      <a:pt x="691" y="2646"/>
                    </a:cubicBezTo>
                    <a:cubicBezTo>
                      <a:pt x="692" y="2644"/>
                      <a:pt x="693" y="2643"/>
                      <a:pt x="695" y="2642"/>
                    </a:cubicBezTo>
                    <a:cubicBezTo>
                      <a:pt x="696" y="2641"/>
                      <a:pt x="697" y="2639"/>
                      <a:pt x="699" y="2639"/>
                    </a:cubicBezTo>
                    <a:cubicBezTo>
                      <a:pt x="700" y="2640"/>
                      <a:pt x="702" y="2643"/>
                      <a:pt x="701" y="2645"/>
                    </a:cubicBezTo>
                    <a:cubicBezTo>
                      <a:pt x="701" y="2647"/>
                      <a:pt x="700" y="2649"/>
                      <a:pt x="700" y="2651"/>
                    </a:cubicBezTo>
                    <a:cubicBezTo>
                      <a:pt x="700" y="2653"/>
                      <a:pt x="700" y="2656"/>
                      <a:pt x="700" y="2658"/>
                    </a:cubicBezTo>
                    <a:cubicBezTo>
                      <a:pt x="700" y="2659"/>
                      <a:pt x="699" y="2660"/>
                      <a:pt x="700" y="2660"/>
                    </a:cubicBezTo>
                    <a:cubicBezTo>
                      <a:pt x="701" y="2660"/>
                      <a:pt x="702" y="2659"/>
                      <a:pt x="702" y="2659"/>
                    </a:cubicBezTo>
                    <a:cubicBezTo>
                      <a:pt x="703" y="2657"/>
                      <a:pt x="703" y="2656"/>
                      <a:pt x="705" y="2656"/>
                    </a:cubicBezTo>
                    <a:cubicBezTo>
                      <a:pt x="707" y="2656"/>
                      <a:pt x="710" y="2656"/>
                      <a:pt x="712" y="2654"/>
                    </a:cubicBezTo>
                    <a:cubicBezTo>
                      <a:pt x="713" y="2654"/>
                      <a:pt x="714" y="2652"/>
                      <a:pt x="714" y="2650"/>
                    </a:cubicBezTo>
                    <a:cubicBezTo>
                      <a:pt x="715" y="2649"/>
                      <a:pt x="715" y="2647"/>
                      <a:pt x="717" y="2646"/>
                    </a:cubicBezTo>
                    <a:cubicBezTo>
                      <a:pt x="718" y="2645"/>
                      <a:pt x="719" y="2648"/>
                      <a:pt x="718" y="2649"/>
                    </a:cubicBezTo>
                    <a:cubicBezTo>
                      <a:pt x="718" y="2650"/>
                      <a:pt x="718" y="2651"/>
                      <a:pt x="717" y="2652"/>
                    </a:cubicBezTo>
                    <a:cubicBezTo>
                      <a:pt x="717" y="2653"/>
                      <a:pt x="717" y="2655"/>
                      <a:pt x="717" y="2656"/>
                    </a:cubicBezTo>
                    <a:cubicBezTo>
                      <a:pt x="718" y="2658"/>
                      <a:pt x="718" y="2659"/>
                      <a:pt x="718" y="2660"/>
                    </a:cubicBezTo>
                    <a:cubicBezTo>
                      <a:pt x="718" y="2661"/>
                      <a:pt x="718" y="2662"/>
                      <a:pt x="718" y="2662"/>
                    </a:cubicBezTo>
                    <a:cubicBezTo>
                      <a:pt x="718" y="2664"/>
                      <a:pt x="720" y="2664"/>
                      <a:pt x="721" y="2664"/>
                    </a:cubicBezTo>
                    <a:cubicBezTo>
                      <a:pt x="722" y="2663"/>
                      <a:pt x="723" y="2662"/>
                      <a:pt x="723" y="2661"/>
                    </a:cubicBezTo>
                    <a:cubicBezTo>
                      <a:pt x="724" y="2660"/>
                      <a:pt x="724" y="2659"/>
                      <a:pt x="725" y="2658"/>
                    </a:cubicBezTo>
                    <a:cubicBezTo>
                      <a:pt x="727" y="2657"/>
                      <a:pt x="728" y="2656"/>
                      <a:pt x="730" y="2655"/>
                    </a:cubicBezTo>
                    <a:cubicBezTo>
                      <a:pt x="732" y="2653"/>
                      <a:pt x="733" y="2651"/>
                      <a:pt x="734" y="2649"/>
                    </a:cubicBezTo>
                    <a:cubicBezTo>
                      <a:pt x="735" y="2647"/>
                      <a:pt x="736" y="2646"/>
                      <a:pt x="737" y="2645"/>
                    </a:cubicBezTo>
                    <a:cubicBezTo>
                      <a:pt x="738" y="2643"/>
                      <a:pt x="740" y="2641"/>
                      <a:pt x="740" y="2639"/>
                    </a:cubicBezTo>
                    <a:cubicBezTo>
                      <a:pt x="741" y="2636"/>
                      <a:pt x="741" y="2633"/>
                      <a:pt x="741" y="2630"/>
                    </a:cubicBezTo>
                    <a:cubicBezTo>
                      <a:pt x="741" y="2628"/>
                      <a:pt x="740" y="2625"/>
                      <a:pt x="740" y="2623"/>
                    </a:cubicBezTo>
                    <a:cubicBezTo>
                      <a:pt x="739" y="2621"/>
                      <a:pt x="738" y="2620"/>
                      <a:pt x="738" y="2617"/>
                    </a:cubicBezTo>
                    <a:cubicBezTo>
                      <a:pt x="738" y="2617"/>
                      <a:pt x="739" y="2615"/>
                      <a:pt x="740" y="2615"/>
                    </a:cubicBezTo>
                    <a:cubicBezTo>
                      <a:pt x="740" y="2615"/>
                      <a:pt x="741" y="2616"/>
                      <a:pt x="741" y="2616"/>
                    </a:cubicBezTo>
                    <a:cubicBezTo>
                      <a:pt x="742" y="2618"/>
                      <a:pt x="744" y="2620"/>
                      <a:pt x="746" y="2621"/>
                    </a:cubicBezTo>
                    <a:cubicBezTo>
                      <a:pt x="747" y="2622"/>
                      <a:pt x="749" y="2622"/>
                      <a:pt x="749" y="2620"/>
                    </a:cubicBezTo>
                    <a:cubicBezTo>
                      <a:pt x="749" y="2620"/>
                      <a:pt x="749" y="2619"/>
                      <a:pt x="750" y="2618"/>
                    </a:cubicBezTo>
                    <a:cubicBezTo>
                      <a:pt x="751" y="2617"/>
                      <a:pt x="753" y="2617"/>
                      <a:pt x="754" y="2618"/>
                    </a:cubicBezTo>
                    <a:cubicBezTo>
                      <a:pt x="756" y="2618"/>
                      <a:pt x="758" y="2618"/>
                      <a:pt x="758" y="2615"/>
                    </a:cubicBezTo>
                    <a:cubicBezTo>
                      <a:pt x="759" y="2612"/>
                      <a:pt x="757" y="2610"/>
                      <a:pt x="758" y="2607"/>
                    </a:cubicBezTo>
                    <a:cubicBezTo>
                      <a:pt x="759" y="2605"/>
                      <a:pt x="760" y="2602"/>
                      <a:pt x="763" y="2602"/>
                    </a:cubicBezTo>
                    <a:cubicBezTo>
                      <a:pt x="766" y="2601"/>
                      <a:pt x="769" y="2604"/>
                      <a:pt x="772" y="2606"/>
                    </a:cubicBezTo>
                    <a:cubicBezTo>
                      <a:pt x="775" y="2608"/>
                      <a:pt x="779" y="2609"/>
                      <a:pt x="782" y="2612"/>
                    </a:cubicBezTo>
                    <a:cubicBezTo>
                      <a:pt x="783" y="2613"/>
                      <a:pt x="786" y="2615"/>
                      <a:pt x="786" y="2613"/>
                    </a:cubicBezTo>
                    <a:cubicBezTo>
                      <a:pt x="787" y="2611"/>
                      <a:pt x="787" y="2609"/>
                      <a:pt x="787" y="2608"/>
                    </a:cubicBezTo>
                    <a:cubicBezTo>
                      <a:pt x="787" y="2605"/>
                      <a:pt x="786" y="2603"/>
                      <a:pt x="786" y="2601"/>
                    </a:cubicBezTo>
                    <a:cubicBezTo>
                      <a:pt x="786" y="2599"/>
                      <a:pt x="786" y="2597"/>
                      <a:pt x="786" y="2596"/>
                    </a:cubicBezTo>
                    <a:cubicBezTo>
                      <a:pt x="787" y="2595"/>
                      <a:pt x="788" y="2596"/>
                      <a:pt x="789" y="2596"/>
                    </a:cubicBezTo>
                    <a:cubicBezTo>
                      <a:pt x="789" y="2598"/>
                      <a:pt x="790" y="2600"/>
                      <a:pt x="790" y="2601"/>
                    </a:cubicBezTo>
                    <a:cubicBezTo>
                      <a:pt x="791" y="2602"/>
                      <a:pt x="791" y="2602"/>
                      <a:pt x="791" y="2603"/>
                    </a:cubicBezTo>
                    <a:cubicBezTo>
                      <a:pt x="792" y="2603"/>
                      <a:pt x="793" y="2603"/>
                      <a:pt x="794" y="2604"/>
                    </a:cubicBezTo>
                    <a:cubicBezTo>
                      <a:pt x="794" y="2604"/>
                      <a:pt x="796" y="2603"/>
                      <a:pt x="796" y="2603"/>
                    </a:cubicBezTo>
                    <a:cubicBezTo>
                      <a:pt x="797" y="2603"/>
                      <a:pt x="798" y="2603"/>
                      <a:pt x="799" y="2602"/>
                    </a:cubicBezTo>
                    <a:cubicBezTo>
                      <a:pt x="800" y="2602"/>
                      <a:pt x="801" y="2602"/>
                      <a:pt x="801" y="2601"/>
                    </a:cubicBezTo>
                    <a:cubicBezTo>
                      <a:pt x="802" y="2600"/>
                      <a:pt x="802" y="2598"/>
                      <a:pt x="803" y="2598"/>
                    </a:cubicBezTo>
                    <a:cubicBezTo>
                      <a:pt x="804" y="2597"/>
                      <a:pt x="805" y="2597"/>
                      <a:pt x="806" y="2598"/>
                    </a:cubicBezTo>
                    <a:cubicBezTo>
                      <a:pt x="806" y="2598"/>
                      <a:pt x="806" y="2599"/>
                      <a:pt x="807" y="2600"/>
                    </a:cubicBezTo>
                    <a:cubicBezTo>
                      <a:pt x="808" y="2601"/>
                      <a:pt x="809" y="2601"/>
                      <a:pt x="810" y="2601"/>
                    </a:cubicBezTo>
                    <a:cubicBezTo>
                      <a:pt x="811" y="2601"/>
                      <a:pt x="812" y="2601"/>
                      <a:pt x="813" y="2600"/>
                    </a:cubicBezTo>
                    <a:cubicBezTo>
                      <a:pt x="814" y="2599"/>
                      <a:pt x="815" y="2599"/>
                      <a:pt x="815" y="2598"/>
                    </a:cubicBezTo>
                    <a:cubicBezTo>
                      <a:pt x="815" y="2597"/>
                      <a:pt x="815" y="2596"/>
                      <a:pt x="816" y="2595"/>
                    </a:cubicBezTo>
                    <a:cubicBezTo>
                      <a:pt x="816" y="2593"/>
                      <a:pt x="816" y="2591"/>
                      <a:pt x="816" y="2589"/>
                    </a:cubicBezTo>
                    <a:cubicBezTo>
                      <a:pt x="817" y="2588"/>
                      <a:pt x="817" y="2588"/>
                      <a:pt x="817" y="2587"/>
                    </a:cubicBezTo>
                    <a:cubicBezTo>
                      <a:pt x="818" y="2586"/>
                      <a:pt x="818" y="2586"/>
                      <a:pt x="818" y="2586"/>
                    </a:cubicBezTo>
                    <a:cubicBezTo>
                      <a:pt x="820" y="2585"/>
                      <a:pt x="820" y="2584"/>
                      <a:pt x="821" y="2582"/>
                    </a:cubicBezTo>
                    <a:cubicBezTo>
                      <a:pt x="821" y="2582"/>
                      <a:pt x="822" y="2581"/>
                      <a:pt x="823" y="2581"/>
                    </a:cubicBezTo>
                    <a:cubicBezTo>
                      <a:pt x="824" y="2581"/>
                      <a:pt x="825" y="2581"/>
                      <a:pt x="827" y="2581"/>
                    </a:cubicBezTo>
                    <a:cubicBezTo>
                      <a:pt x="828" y="2581"/>
                      <a:pt x="830" y="2580"/>
                      <a:pt x="830" y="2578"/>
                    </a:cubicBezTo>
                    <a:cubicBezTo>
                      <a:pt x="830" y="2578"/>
                      <a:pt x="830" y="2577"/>
                      <a:pt x="831" y="2576"/>
                    </a:cubicBezTo>
                    <a:cubicBezTo>
                      <a:pt x="831" y="2576"/>
                      <a:pt x="832" y="2575"/>
                      <a:pt x="832" y="2575"/>
                    </a:cubicBezTo>
                    <a:cubicBezTo>
                      <a:pt x="834" y="2574"/>
                      <a:pt x="835" y="2576"/>
                      <a:pt x="837" y="2577"/>
                    </a:cubicBezTo>
                    <a:cubicBezTo>
                      <a:pt x="837" y="2577"/>
                      <a:pt x="838" y="2578"/>
                      <a:pt x="838" y="2578"/>
                    </a:cubicBezTo>
                    <a:cubicBezTo>
                      <a:pt x="839" y="2578"/>
                      <a:pt x="839" y="2578"/>
                      <a:pt x="840" y="2578"/>
                    </a:cubicBezTo>
                    <a:cubicBezTo>
                      <a:pt x="842" y="2578"/>
                      <a:pt x="844" y="2578"/>
                      <a:pt x="844" y="2577"/>
                    </a:cubicBezTo>
                    <a:cubicBezTo>
                      <a:pt x="845" y="2576"/>
                      <a:pt x="845" y="2575"/>
                      <a:pt x="846" y="2574"/>
                    </a:cubicBezTo>
                    <a:cubicBezTo>
                      <a:pt x="847" y="2574"/>
                      <a:pt x="848" y="2574"/>
                      <a:pt x="849" y="2574"/>
                    </a:cubicBezTo>
                    <a:cubicBezTo>
                      <a:pt x="849" y="2574"/>
                      <a:pt x="851" y="2574"/>
                      <a:pt x="851" y="2574"/>
                    </a:cubicBezTo>
                    <a:cubicBezTo>
                      <a:pt x="852" y="2574"/>
                      <a:pt x="853" y="2572"/>
                      <a:pt x="853" y="2571"/>
                    </a:cubicBezTo>
                    <a:cubicBezTo>
                      <a:pt x="853" y="2570"/>
                      <a:pt x="853" y="2568"/>
                      <a:pt x="854" y="2566"/>
                    </a:cubicBezTo>
                    <a:cubicBezTo>
                      <a:pt x="854" y="2563"/>
                      <a:pt x="854" y="2561"/>
                      <a:pt x="853" y="2558"/>
                    </a:cubicBezTo>
                    <a:cubicBezTo>
                      <a:pt x="853" y="2557"/>
                      <a:pt x="851" y="2556"/>
                      <a:pt x="850" y="2554"/>
                    </a:cubicBezTo>
                    <a:cubicBezTo>
                      <a:pt x="850" y="2553"/>
                      <a:pt x="850" y="2552"/>
                      <a:pt x="851" y="2551"/>
                    </a:cubicBezTo>
                    <a:cubicBezTo>
                      <a:pt x="852" y="2551"/>
                      <a:pt x="852" y="2550"/>
                      <a:pt x="853" y="2550"/>
                    </a:cubicBezTo>
                    <a:cubicBezTo>
                      <a:pt x="854" y="2551"/>
                      <a:pt x="855" y="2552"/>
                      <a:pt x="856" y="2553"/>
                    </a:cubicBezTo>
                    <a:cubicBezTo>
                      <a:pt x="857" y="2554"/>
                      <a:pt x="857" y="2554"/>
                      <a:pt x="858" y="2553"/>
                    </a:cubicBezTo>
                    <a:cubicBezTo>
                      <a:pt x="859" y="2552"/>
                      <a:pt x="860" y="2552"/>
                      <a:pt x="860" y="2550"/>
                    </a:cubicBezTo>
                    <a:cubicBezTo>
                      <a:pt x="859" y="2549"/>
                      <a:pt x="859" y="2549"/>
                      <a:pt x="859" y="2548"/>
                    </a:cubicBezTo>
                    <a:cubicBezTo>
                      <a:pt x="860" y="2547"/>
                      <a:pt x="862" y="2547"/>
                      <a:pt x="863" y="2547"/>
                    </a:cubicBezTo>
                    <a:cubicBezTo>
                      <a:pt x="865" y="2548"/>
                      <a:pt x="866" y="2546"/>
                      <a:pt x="866" y="2545"/>
                    </a:cubicBezTo>
                    <a:cubicBezTo>
                      <a:pt x="867" y="2544"/>
                      <a:pt x="868" y="2542"/>
                      <a:pt x="869" y="2542"/>
                    </a:cubicBezTo>
                    <a:cubicBezTo>
                      <a:pt x="871" y="2541"/>
                      <a:pt x="873" y="2540"/>
                      <a:pt x="874" y="2541"/>
                    </a:cubicBezTo>
                    <a:cubicBezTo>
                      <a:pt x="875" y="2541"/>
                      <a:pt x="876" y="2541"/>
                      <a:pt x="876" y="2542"/>
                    </a:cubicBezTo>
                    <a:cubicBezTo>
                      <a:pt x="877" y="2543"/>
                      <a:pt x="876" y="2544"/>
                      <a:pt x="875" y="2545"/>
                    </a:cubicBezTo>
                    <a:cubicBezTo>
                      <a:pt x="874" y="2546"/>
                      <a:pt x="872" y="2548"/>
                      <a:pt x="871" y="2549"/>
                    </a:cubicBezTo>
                    <a:cubicBezTo>
                      <a:pt x="871" y="2551"/>
                      <a:pt x="871" y="2553"/>
                      <a:pt x="871" y="2554"/>
                    </a:cubicBezTo>
                    <a:cubicBezTo>
                      <a:pt x="871" y="2555"/>
                      <a:pt x="872" y="2555"/>
                      <a:pt x="873" y="2556"/>
                    </a:cubicBezTo>
                    <a:cubicBezTo>
                      <a:pt x="874" y="2557"/>
                      <a:pt x="874" y="2558"/>
                      <a:pt x="875" y="2560"/>
                    </a:cubicBezTo>
                    <a:cubicBezTo>
                      <a:pt x="875" y="2561"/>
                      <a:pt x="876" y="2562"/>
                      <a:pt x="878" y="2562"/>
                    </a:cubicBezTo>
                    <a:cubicBezTo>
                      <a:pt x="879" y="2563"/>
                      <a:pt x="879" y="2563"/>
                      <a:pt x="880" y="2563"/>
                    </a:cubicBezTo>
                    <a:cubicBezTo>
                      <a:pt x="881" y="2563"/>
                      <a:pt x="881" y="2563"/>
                      <a:pt x="882" y="2563"/>
                    </a:cubicBezTo>
                    <a:cubicBezTo>
                      <a:pt x="883" y="2564"/>
                      <a:pt x="883" y="2565"/>
                      <a:pt x="883" y="2565"/>
                    </a:cubicBezTo>
                    <a:cubicBezTo>
                      <a:pt x="884" y="2566"/>
                      <a:pt x="885" y="2568"/>
                      <a:pt x="886" y="2568"/>
                    </a:cubicBezTo>
                    <a:cubicBezTo>
                      <a:pt x="887" y="2568"/>
                      <a:pt x="887" y="2568"/>
                      <a:pt x="888" y="2568"/>
                    </a:cubicBezTo>
                    <a:cubicBezTo>
                      <a:pt x="889" y="2568"/>
                      <a:pt x="890" y="2568"/>
                      <a:pt x="891" y="2568"/>
                    </a:cubicBezTo>
                    <a:cubicBezTo>
                      <a:pt x="893" y="2568"/>
                      <a:pt x="893" y="2566"/>
                      <a:pt x="893" y="2565"/>
                    </a:cubicBezTo>
                    <a:cubicBezTo>
                      <a:pt x="894" y="2564"/>
                      <a:pt x="896" y="2563"/>
                      <a:pt x="896" y="2562"/>
                    </a:cubicBezTo>
                    <a:cubicBezTo>
                      <a:pt x="897" y="2561"/>
                      <a:pt x="897" y="2560"/>
                      <a:pt x="897" y="2558"/>
                    </a:cubicBezTo>
                    <a:cubicBezTo>
                      <a:pt x="896" y="2558"/>
                      <a:pt x="895" y="2557"/>
                      <a:pt x="895" y="2556"/>
                    </a:cubicBezTo>
                    <a:cubicBezTo>
                      <a:pt x="894" y="2555"/>
                      <a:pt x="895" y="2555"/>
                      <a:pt x="896" y="2555"/>
                    </a:cubicBezTo>
                    <a:cubicBezTo>
                      <a:pt x="897" y="2555"/>
                      <a:pt x="897" y="2555"/>
                      <a:pt x="898" y="2556"/>
                    </a:cubicBezTo>
                    <a:cubicBezTo>
                      <a:pt x="900" y="2558"/>
                      <a:pt x="902" y="2559"/>
                      <a:pt x="903" y="2561"/>
                    </a:cubicBezTo>
                    <a:cubicBezTo>
                      <a:pt x="904" y="2563"/>
                      <a:pt x="907" y="2564"/>
                      <a:pt x="909" y="2566"/>
                    </a:cubicBezTo>
                    <a:cubicBezTo>
                      <a:pt x="909" y="2566"/>
                      <a:pt x="910" y="2566"/>
                      <a:pt x="910" y="2566"/>
                    </a:cubicBezTo>
                    <a:cubicBezTo>
                      <a:pt x="911" y="2565"/>
                      <a:pt x="911" y="2564"/>
                      <a:pt x="911" y="2564"/>
                    </a:cubicBezTo>
                    <a:cubicBezTo>
                      <a:pt x="911" y="2562"/>
                      <a:pt x="911" y="2559"/>
                      <a:pt x="910" y="2557"/>
                    </a:cubicBezTo>
                    <a:cubicBezTo>
                      <a:pt x="910" y="2556"/>
                      <a:pt x="909" y="2555"/>
                      <a:pt x="908" y="2554"/>
                    </a:cubicBezTo>
                    <a:cubicBezTo>
                      <a:pt x="908" y="2553"/>
                      <a:pt x="907" y="2551"/>
                      <a:pt x="907" y="2550"/>
                    </a:cubicBezTo>
                    <a:cubicBezTo>
                      <a:pt x="907" y="2549"/>
                      <a:pt x="907" y="2549"/>
                      <a:pt x="907" y="2548"/>
                    </a:cubicBezTo>
                    <a:cubicBezTo>
                      <a:pt x="907" y="2546"/>
                      <a:pt x="906" y="2544"/>
                      <a:pt x="905" y="2542"/>
                    </a:cubicBezTo>
                    <a:cubicBezTo>
                      <a:pt x="905" y="2539"/>
                      <a:pt x="905" y="2536"/>
                      <a:pt x="905" y="2534"/>
                    </a:cubicBezTo>
                    <a:cubicBezTo>
                      <a:pt x="905" y="2532"/>
                      <a:pt x="904" y="2531"/>
                      <a:pt x="903" y="2530"/>
                    </a:cubicBezTo>
                    <a:cubicBezTo>
                      <a:pt x="903" y="2530"/>
                      <a:pt x="901" y="2529"/>
                      <a:pt x="900" y="2529"/>
                    </a:cubicBezTo>
                    <a:cubicBezTo>
                      <a:pt x="899" y="2528"/>
                      <a:pt x="898" y="2527"/>
                      <a:pt x="897" y="2526"/>
                    </a:cubicBezTo>
                    <a:cubicBezTo>
                      <a:pt x="896" y="2524"/>
                      <a:pt x="895" y="2523"/>
                      <a:pt x="894" y="2522"/>
                    </a:cubicBezTo>
                    <a:cubicBezTo>
                      <a:pt x="893" y="2521"/>
                      <a:pt x="892" y="2519"/>
                      <a:pt x="894" y="2519"/>
                    </a:cubicBezTo>
                    <a:cubicBezTo>
                      <a:pt x="896" y="2518"/>
                      <a:pt x="899" y="2520"/>
                      <a:pt x="901" y="2521"/>
                    </a:cubicBezTo>
                    <a:cubicBezTo>
                      <a:pt x="904" y="2522"/>
                      <a:pt x="907" y="2525"/>
                      <a:pt x="909" y="2527"/>
                    </a:cubicBezTo>
                    <a:cubicBezTo>
                      <a:pt x="911" y="2529"/>
                      <a:pt x="914" y="2530"/>
                      <a:pt x="916" y="2532"/>
                    </a:cubicBezTo>
                    <a:cubicBezTo>
                      <a:pt x="918" y="2533"/>
                      <a:pt x="920" y="2534"/>
                      <a:pt x="921" y="2536"/>
                    </a:cubicBezTo>
                    <a:cubicBezTo>
                      <a:pt x="922" y="2537"/>
                      <a:pt x="923" y="2539"/>
                      <a:pt x="924" y="2540"/>
                    </a:cubicBezTo>
                    <a:cubicBezTo>
                      <a:pt x="924" y="2542"/>
                      <a:pt x="925" y="2543"/>
                      <a:pt x="926" y="2544"/>
                    </a:cubicBezTo>
                    <a:cubicBezTo>
                      <a:pt x="927" y="2545"/>
                      <a:pt x="928" y="2545"/>
                      <a:pt x="929" y="2544"/>
                    </a:cubicBezTo>
                    <a:cubicBezTo>
                      <a:pt x="930" y="2544"/>
                      <a:pt x="931" y="2542"/>
                      <a:pt x="931" y="2541"/>
                    </a:cubicBezTo>
                    <a:cubicBezTo>
                      <a:pt x="932" y="2540"/>
                      <a:pt x="933" y="2539"/>
                      <a:pt x="934" y="2538"/>
                    </a:cubicBezTo>
                    <a:cubicBezTo>
                      <a:pt x="935" y="2537"/>
                      <a:pt x="936" y="2536"/>
                      <a:pt x="936" y="2535"/>
                    </a:cubicBezTo>
                    <a:cubicBezTo>
                      <a:pt x="937" y="2531"/>
                      <a:pt x="932" y="2529"/>
                      <a:pt x="930" y="2527"/>
                    </a:cubicBezTo>
                    <a:cubicBezTo>
                      <a:pt x="928" y="2526"/>
                      <a:pt x="926" y="2524"/>
                      <a:pt x="925" y="2522"/>
                    </a:cubicBezTo>
                    <a:cubicBezTo>
                      <a:pt x="923" y="2519"/>
                      <a:pt x="922" y="2517"/>
                      <a:pt x="920" y="2515"/>
                    </a:cubicBezTo>
                    <a:cubicBezTo>
                      <a:pt x="919" y="2514"/>
                      <a:pt x="919" y="2514"/>
                      <a:pt x="918" y="2513"/>
                    </a:cubicBezTo>
                    <a:cubicBezTo>
                      <a:pt x="917" y="2513"/>
                      <a:pt x="917" y="2512"/>
                      <a:pt x="916" y="2511"/>
                    </a:cubicBezTo>
                    <a:cubicBezTo>
                      <a:pt x="915" y="2509"/>
                      <a:pt x="914" y="2508"/>
                      <a:pt x="913" y="2506"/>
                    </a:cubicBezTo>
                    <a:cubicBezTo>
                      <a:pt x="912" y="2505"/>
                      <a:pt x="912" y="2504"/>
                      <a:pt x="911" y="2504"/>
                    </a:cubicBezTo>
                    <a:cubicBezTo>
                      <a:pt x="910" y="2503"/>
                      <a:pt x="909" y="2501"/>
                      <a:pt x="909" y="2500"/>
                    </a:cubicBezTo>
                    <a:cubicBezTo>
                      <a:pt x="911" y="2501"/>
                      <a:pt x="913" y="2503"/>
                      <a:pt x="916" y="2504"/>
                    </a:cubicBezTo>
                    <a:cubicBezTo>
                      <a:pt x="918" y="2506"/>
                      <a:pt x="921" y="2505"/>
                      <a:pt x="923" y="2505"/>
                    </a:cubicBezTo>
                    <a:cubicBezTo>
                      <a:pt x="927" y="2506"/>
                      <a:pt x="929" y="2508"/>
                      <a:pt x="931" y="2510"/>
                    </a:cubicBezTo>
                    <a:cubicBezTo>
                      <a:pt x="933" y="2513"/>
                      <a:pt x="936" y="2515"/>
                      <a:pt x="939" y="2518"/>
                    </a:cubicBezTo>
                    <a:cubicBezTo>
                      <a:pt x="940" y="2519"/>
                      <a:pt x="941" y="2522"/>
                      <a:pt x="943" y="2523"/>
                    </a:cubicBezTo>
                    <a:cubicBezTo>
                      <a:pt x="945" y="2524"/>
                      <a:pt x="946" y="2523"/>
                      <a:pt x="947" y="2521"/>
                    </a:cubicBezTo>
                    <a:cubicBezTo>
                      <a:pt x="947" y="2519"/>
                      <a:pt x="947" y="2517"/>
                      <a:pt x="949" y="2517"/>
                    </a:cubicBezTo>
                    <a:cubicBezTo>
                      <a:pt x="952" y="2516"/>
                      <a:pt x="954" y="2515"/>
                      <a:pt x="954" y="2512"/>
                    </a:cubicBezTo>
                    <a:cubicBezTo>
                      <a:pt x="954" y="2511"/>
                      <a:pt x="952" y="2506"/>
                      <a:pt x="954" y="2506"/>
                    </a:cubicBezTo>
                    <a:cubicBezTo>
                      <a:pt x="955" y="2506"/>
                      <a:pt x="956" y="2508"/>
                      <a:pt x="956" y="2508"/>
                    </a:cubicBezTo>
                    <a:cubicBezTo>
                      <a:pt x="957" y="2510"/>
                      <a:pt x="958" y="2511"/>
                      <a:pt x="958" y="2513"/>
                    </a:cubicBezTo>
                    <a:cubicBezTo>
                      <a:pt x="959" y="2515"/>
                      <a:pt x="960" y="2518"/>
                      <a:pt x="962" y="2519"/>
                    </a:cubicBezTo>
                    <a:cubicBezTo>
                      <a:pt x="964" y="2519"/>
                      <a:pt x="966" y="2519"/>
                      <a:pt x="967" y="2519"/>
                    </a:cubicBezTo>
                    <a:cubicBezTo>
                      <a:pt x="969" y="2519"/>
                      <a:pt x="971" y="2519"/>
                      <a:pt x="972" y="2518"/>
                    </a:cubicBezTo>
                    <a:cubicBezTo>
                      <a:pt x="974" y="2517"/>
                      <a:pt x="974" y="2517"/>
                      <a:pt x="975" y="2515"/>
                    </a:cubicBezTo>
                    <a:cubicBezTo>
                      <a:pt x="976" y="2514"/>
                      <a:pt x="977" y="2513"/>
                      <a:pt x="978" y="2512"/>
                    </a:cubicBezTo>
                    <a:cubicBezTo>
                      <a:pt x="980" y="2512"/>
                      <a:pt x="981" y="2512"/>
                      <a:pt x="982" y="2511"/>
                    </a:cubicBezTo>
                    <a:cubicBezTo>
                      <a:pt x="984" y="2510"/>
                      <a:pt x="985" y="2508"/>
                      <a:pt x="985" y="2506"/>
                    </a:cubicBezTo>
                    <a:cubicBezTo>
                      <a:pt x="985" y="2504"/>
                      <a:pt x="984" y="2503"/>
                      <a:pt x="983" y="2501"/>
                    </a:cubicBezTo>
                    <a:cubicBezTo>
                      <a:pt x="982" y="2499"/>
                      <a:pt x="984" y="2498"/>
                      <a:pt x="985" y="2498"/>
                    </a:cubicBezTo>
                    <a:cubicBezTo>
                      <a:pt x="987" y="2499"/>
                      <a:pt x="988" y="2500"/>
                      <a:pt x="989" y="2501"/>
                    </a:cubicBezTo>
                    <a:cubicBezTo>
                      <a:pt x="990" y="2503"/>
                      <a:pt x="991" y="2504"/>
                      <a:pt x="991" y="2506"/>
                    </a:cubicBezTo>
                    <a:cubicBezTo>
                      <a:pt x="991" y="2507"/>
                      <a:pt x="992" y="2508"/>
                      <a:pt x="993" y="2509"/>
                    </a:cubicBezTo>
                    <a:cubicBezTo>
                      <a:pt x="995" y="2509"/>
                      <a:pt x="996" y="2510"/>
                      <a:pt x="998" y="2509"/>
                    </a:cubicBezTo>
                    <a:cubicBezTo>
                      <a:pt x="1001" y="2509"/>
                      <a:pt x="999" y="2501"/>
                      <a:pt x="1003" y="2502"/>
                    </a:cubicBezTo>
                    <a:cubicBezTo>
                      <a:pt x="1005" y="2503"/>
                      <a:pt x="1005" y="2505"/>
                      <a:pt x="1006" y="2507"/>
                    </a:cubicBezTo>
                    <a:cubicBezTo>
                      <a:pt x="1007" y="2508"/>
                      <a:pt x="1009" y="2509"/>
                      <a:pt x="1011" y="2509"/>
                    </a:cubicBezTo>
                    <a:cubicBezTo>
                      <a:pt x="1013" y="2509"/>
                      <a:pt x="1014" y="2508"/>
                      <a:pt x="1015" y="2507"/>
                    </a:cubicBezTo>
                    <a:cubicBezTo>
                      <a:pt x="1016" y="2505"/>
                      <a:pt x="1018" y="2502"/>
                      <a:pt x="1019" y="2500"/>
                    </a:cubicBezTo>
                    <a:cubicBezTo>
                      <a:pt x="1020" y="2499"/>
                      <a:pt x="1020" y="2497"/>
                      <a:pt x="1022" y="2495"/>
                    </a:cubicBezTo>
                    <a:cubicBezTo>
                      <a:pt x="1023" y="2494"/>
                      <a:pt x="1025" y="2494"/>
                      <a:pt x="1025" y="2495"/>
                    </a:cubicBezTo>
                    <a:cubicBezTo>
                      <a:pt x="1026" y="2497"/>
                      <a:pt x="1025" y="2500"/>
                      <a:pt x="1026" y="2501"/>
                    </a:cubicBezTo>
                    <a:cubicBezTo>
                      <a:pt x="1028" y="2502"/>
                      <a:pt x="1030" y="2500"/>
                      <a:pt x="1030" y="2499"/>
                    </a:cubicBezTo>
                    <a:cubicBezTo>
                      <a:pt x="1032" y="2496"/>
                      <a:pt x="1033" y="2491"/>
                      <a:pt x="1038" y="2493"/>
                    </a:cubicBezTo>
                    <a:cubicBezTo>
                      <a:pt x="1039" y="2493"/>
                      <a:pt x="1040" y="2495"/>
                      <a:pt x="1042" y="2494"/>
                    </a:cubicBezTo>
                    <a:cubicBezTo>
                      <a:pt x="1043" y="2493"/>
                      <a:pt x="1043" y="2491"/>
                      <a:pt x="1043" y="2490"/>
                    </a:cubicBezTo>
                    <a:cubicBezTo>
                      <a:pt x="1044" y="2488"/>
                      <a:pt x="1046" y="2489"/>
                      <a:pt x="1047" y="2489"/>
                    </a:cubicBezTo>
                    <a:cubicBezTo>
                      <a:pt x="1051" y="2491"/>
                      <a:pt x="1053" y="2485"/>
                      <a:pt x="1053" y="2482"/>
                    </a:cubicBezTo>
                    <a:cubicBezTo>
                      <a:pt x="1053" y="2480"/>
                      <a:pt x="1052" y="2479"/>
                      <a:pt x="1052" y="2478"/>
                    </a:cubicBezTo>
                    <a:cubicBezTo>
                      <a:pt x="1052" y="2476"/>
                      <a:pt x="1053" y="2473"/>
                      <a:pt x="1055" y="2473"/>
                    </a:cubicBezTo>
                    <a:cubicBezTo>
                      <a:pt x="1057" y="2473"/>
                      <a:pt x="1059" y="2475"/>
                      <a:pt x="1061" y="2475"/>
                    </a:cubicBezTo>
                    <a:cubicBezTo>
                      <a:pt x="1063" y="2476"/>
                      <a:pt x="1066" y="2476"/>
                      <a:pt x="1068" y="2476"/>
                    </a:cubicBezTo>
                    <a:cubicBezTo>
                      <a:pt x="1070" y="2476"/>
                      <a:pt x="1071" y="2475"/>
                      <a:pt x="1071" y="2473"/>
                    </a:cubicBezTo>
                    <a:cubicBezTo>
                      <a:pt x="1071" y="2472"/>
                      <a:pt x="1071" y="2469"/>
                      <a:pt x="1073" y="2470"/>
                    </a:cubicBezTo>
                    <a:cubicBezTo>
                      <a:pt x="1074" y="2470"/>
                      <a:pt x="1075" y="2472"/>
                      <a:pt x="1077" y="2471"/>
                    </a:cubicBezTo>
                    <a:cubicBezTo>
                      <a:pt x="1079" y="2469"/>
                      <a:pt x="1076" y="2461"/>
                      <a:pt x="1079" y="2461"/>
                    </a:cubicBezTo>
                    <a:cubicBezTo>
                      <a:pt x="1080" y="2460"/>
                      <a:pt x="1081" y="2464"/>
                      <a:pt x="1082" y="2465"/>
                    </a:cubicBezTo>
                    <a:cubicBezTo>
                      <a:pt x="1083" y="2466"/>
                      <a:pt x="1085" y="2466"/>
                      <a:pt x="1085" y="2469"/>
                    </a:cubicBezTo>
                    <a:cubicBezTo>
                      <a:pt x="1081" y="2468"/>
                      <a:pt x="1081" y="2472"/>
                      <a:pt x="1083" y="2474"/>
                    </a:cubicBezTo>
                    <a:cubicBezTo>
                      <a:pt x="1086" y="2477"/>
                      <a:pt x="1091" y="2474"/>
                      <a:pt x="1095" y="2475"/>
                    </a:cubicBezTo>
                    <a:cubicBezTo>
                      <a:pt x="1097" y="2475"/>
                      <a:pt x="1100" y="2475"/>
                      <a:pt x="1101" y="2477"/>
                    </a:cubicBezTo>
                    <a:cubicBezTo>
                      <a:pt x="1102" y="2478"/>
                      <a:pt x="1102" y="2480"/>
                      <a:pt x="1104" y="2481"/>
                    </a:cubicBezTo>
                    <a:cubicBezTo>
                      <a:pt x="1106" y="2482"/>
                      <a:pt x="1108" y="2481"/>
                      <a:pt x="1110" y="2480"/>
                    </a:cubicBezTo>
                    <a:cubicBezTo>
                      <a:pt x="1112" y="2479"/>
                      <a:pt x="1114" y="2479"/>
                      <a:pt x="1116" y="2479"/>
                    </a:cubicBezTo>
                    <a:cubicBezTo>
                      <a:pt x="1118" y="2480"/>
                      <a:pt x="1119" y="2479"/>
                      <a:pt x="1119" y="2477"/>
                    </a:cubicBezTo>
                    <a:cubicBezTo>
                      <a:pt x="1119" y="2475"/>
                      <a:pt x="1118" y="2473"/>
                      <a:pt x="1117" y="2472"/>
                    </a:cubicBezTo>
                    <a:cubicBezTo>
                      <a:pt x="1116" y="2471"/>
                      <a:pt x="1115" y="2471"/>
                      <a:pt x="1114" y="2470"/>
                    </a:cubicBezTo>
                    <a:cubicBezTo>
                      <a:pt x="1112" y="2469"/>
                      <a:pt x="1111" y="2466"/>
                      <a:pt x="1113" y="2465"/>
                    </a:cubicBezTo>
                    <a:cubicBezTo>
                      <a:pt x="1114" y="2464"/>
                      <a:pt x="1117" y="2466"/>
                      <a:pt x="1118" y="2467"/>
                    </a:cubicBezTo>
                    <a:cubicBezTo>
                      <a:pt x="1119" y="2469"/>
                      <a:pt x="1120" y="2470"/>
                      <a:pt x="1122" y="2468"/>
                    </a:cubicBezTo>
                    <a:cubicBezTo>
                      <a:pt x="1123" y="2467"/>
                      <a:pt x="1124" y="2466"/>
                      <a:pt x="1126" y="2466"/>
                    </a:cubicBezTo>
                    <a:cubicBezTo>
                      <a:pt x="1128" y="2466"/>
                      <a:pt x="1128" y="2466"/>
                      <a:pt x="1130" y="2467"/>
                    </a:cubicBezTo>
                    <a:cubicBezTo>
                      <a:pt x="1131" y="2468"/>
                      <a:pt x="1133" y="2468"/>
                      <a:pt x="1133" y="2466"/>
                    </a:cubicBezTo>
                    <a:cubicBezTo>
                      <a:pt x="1134" y="2465"/>
                      <a:pt x="1134" y="2464"/>
                      <a:pt x="1133" y="2463"/>
                    </a:cubicBezTo>
                    <a:cubicBezTo>
                      <a:pt x="1133" y="2463"/>
                      <a:pt x="1132" y="2463"/>
                      <a:pt x="1132" y="2462"/>
                    </a:cubicBezTo>
                    <a:cubicBezTo>
                      <a:pt x="1132" y="2461"/>
                      <a:pt x="1133" y="2458"/>
                      <a:pt x="1135" y="2458"/>
                    </a:cubicBezTo>
                    <a:cubicBezTo>
                      <a:pt x="1136" y="2459"/>
                      <a:pt x="1136" y="2461"/>
                      <a:pt x="1137" y="2463"/>
                    </a:cubicBezTo>
                    <a:cubicBezTo>
                      <a:pt x="1138" y="2464"/>
                      <a:pt x="1140" y="2465"/>
                      <a:pt x="1142" y="2464"/>
                    </a:cubicBezTo>
                    <a:cubicBezTo>
                      <a:pt x="1142" y="2464"/>
                      <a:pt x="1143" y="2463"/>
                      <a:pt x="1143" y="2463"/>
                    </a:cubicBezTo>
                    <a:cubicBezTo>
                      <a:pt x="1144" y="2462"/>
                      <a:pt x="1146" y="2462"/>
                      <a:pt x="1147" y="2462"/>
                    </a:cubicBezTo>
                    <a:cubicBezTo>
                      <a:pt x="1149" y="2463"/>
                      <a:pt x="1150" y="2462"/>
                      <a:pt x="1149" y="2459"/>
                    </a:cubicBezTo>
                    <a:cubicBezTo>
                      <a:pt x="1149" y="2457"/>
                      <a:pt x="1149" y="2454"/>
                      <a:pt x="1149" y="2451"/>
                    </a:cubicBezTo>
                    <a:cubicBezTo>
                      <a:pt x="1149" y="2447"/>
                      <a:pt x="1147" y="2440"/>
                      <a:pt x="1151" y="2438"/>
                    </a:cubicBezTo>
                    <a:cubicBezTo>
                      <a:pt x="1157" y="2435"/>
                      <a:pt x="1157" y="2444"/>
                      <a:pt x="1158" y="2446"/>
                    </a:cubicBezTo>
                    <a:cubicBezTo>
                      <a:pt x="1159" y="2448"/>
                      <a:pt x="1161" y="2449"/>
                      <a:pt x="1163" y="2447"/>
                    </a:cubicBezTo>
                    <a:cubicBezTo>
                      <a:pt x="1163" y="2446"/>
                      <a:pt x="1164" y="2445"/>
                      <a:pt x="1165" y="2444"/>
                    </a:cubicBezTo>
                    <a:cubicBezTo>
                      <a:pt x="1221" y="2331"/>
                      <a:pt x="1221" y="2331"/>
                      <a:pt x="1221" y="2331"/>
                    </a:cubicBezTo>
                    <a:cubicBezTo>
                      <a:pt x="1252" y="2316"/>
                      <a:pt x="1252" y="2316"/>
                      <a:pt x="1252" y="2316"/>
                    </a:cubicBezTo>
                    <a:cubicBezTo>
                      <a:pt x="1261" y="2275"/>
                      <a:pt x="1261" y="2275"/>
                      <a:pt x="1261" y="2275"/>
                    </a:cubicBezTo>
                    <a:cubicBezTo>
                      <a:pt x="1260" y="2275"/>
                      <a:pt x="1258" y="2274"/>
                      <a:pt x="1258" y="2273"/>
                    </a:cubicBezTo>
                    <a:cubicBezTo>
                      <a:pt x="1257" y="2271"/>
                      <a:pt x="1258" y="2269"/>
                      <a:pt x="1257" y="2268"/>
                    </a:cubicBezTo>
                    <a:cubicBezTo>
                      <a:pt x="1256" y="2267"/>
                      <a:pt x="1255" y="2266"/>
                      <a:pt x="1254" y="2264"/>
                    </a:cubicBezTo>
                    <a:cubicBezTo>
                      <a:pt x="1253" y="2263"/>
                      <a:pt x="1253" y="2261"/>
                      <a:pt x="1252" y="2259"/>
                    </a:cubicBezTo>
                    <a:cubicBezTo>
                      <a:pt x="1252" y="2258"/>
                      <a:pt x="1252" y="2256"/>
                      <a:pt x="1252" y="2254"/>
                    </a:cubicBezTo>
                    <a:cubicBezTo>
                      <a:pt x="1252" y="2252"/>
                      <a:pt x="1253" y="2252"/>
                      <a:pt x="1250" y="2251"/>
                    </a:cubicBezTo>
                    <a:cubicBezTo>
                      <a:pt x="1248" y="2250"/>
                      <a:pt x="1246" y="2250"/>
                      <a:pt x="1244" y="2252"/>
                    </a:cubicBezTo>
                    <a:cubicBezTo>
                      <a:pt x="1244" y="2252"/>
                      <a:pt x="1243" y="2253"/>
                      <a:pt x="1242" y="2253"/>
                    </a:cubicBezTo>
                    <a:cubicBezTo>
                      <a:pt x="1241" y="2254"/>
                      <a:pt x="1240" y="2254"/>
                      <a:pt x="1239" y="2254"/>
                    </a:cubicBezTo>
                    <a:cubicBezTo>
                      <a:pt x="1238" y="2254"/>
                      <a:pt x="1237" y="2253"/>
                      <a:pt x="1236" y="2254"/>
                    </a:cubicBezTo>
                    <a:cubicBezTo>
                      <a:pt x="1236" y="2254"/>
                      <a:pt x="1236" y="2256"/>
                      <a:pt x="1235" y="2256"/>
                    </a:cubicBezTo>
                    <a:cubicBezTo>
                      <a:pt x="1235" y="2257"/>
                      <a:pt x="1235" y="2258"/>
                      <a:pt x="1235" y="2259"/>
                    </a:cubicBezTo>
                    <a:cubicBezTo>
                      <a:pt x="1234" y="2261"/>
                      <a:pt x="1234" y="2262"/>
                      <a:pt x="1233" y="2264"/>
                    </a:cubicBezTo>
                    <a:cubicBezTo>
                      <a:pt x="1233" y="2265"/>
                      <a:pt x="1232" y="2266"/>
                      <a:pt x="1231" y="2267"/>
                    </a:cubicBezTo>
                    <a:cubicBezTo>
                      <a:pt x="1231" y="2268"/>
                      <a:pt x="1230" y="2269"/>
                      <a:pt x="1230" y="2269"/>
                    </a:cubicBezTo>
                    <a:cubicBezTo>
                      <a:pt x="1229" y="2270"/>
                      <a:pt x="1228" y="2270"/>
                      <a:pt x="1227" y="2270"/>
                    </a:cubicBezTo>
                    <a:cubicBezTo>
                      <a:pt x="1225" y="2270"/>
                      <a:pt x="1223" y="2270"/>
                      <a:pt x="1222" y="2270"/>
                    </a:cubicBezTo>
                    <a:cubicBezTo>
                      <a:pt x="1221" y="2270"/>
                      <a:pt x="1220" y="2270"/>
                      <a:pt x="1219" y="2270"/>
                    </a:cubicBezTo>
                    <a:cubicBezTo>
                      <a:pt x="1219" y="2270"/>
                      <a:pt x="1218" y="2270"/>
                      <a:pt x="1217" y="2271"/>
                    </a:cubicBezTo>
                    <a:cubicBezTo>
                      <a:pt x="1215" y="2271"/>
                      <a:pt x="1214" y="2273"/>
                      <a:pt x="1214" y="2274"/>
                    </a:cubicBezTo>
                    <a:cubicBezTo>
                      <a:pt x="1214" y="2276"/>
                      <a:pt x="1213" y="2277"/>
                      <a:pt x="1212" y="2278"/>
                    </a:cubicBezTo>
                    <a:cubicBezTo>
                      <a:pt x="1210" y="2280"/>
                      <a:pt x="1208" y="2280"/>
                      <a:pt x="1206" y="2280"/>
                    </a:cubicBezTo>
                    <a:cubicBezTo>
                      <a:pt x="1205" y="2280"/>
                      <a:pt x="1205" y="2280"/>
                      <a:pt x="1204" y="2280"/>
                    </a:cubicBezTo>
                    <a:cubicBezTo>
                      <a:pt x="1203" y="2280"/>
                      <a:pt x="1202" y="2280"/>
                      <a:pt x="1202" y="2281"/>
                    </a:cubicBezTo>
                    <a:cubicBezTo>
                      <a:pt x="1200" y="2282"/>
                      <a:pt x="1199" y="2283"/>
                      <a:pt x="1199" y="2285"/>
                    </a:cubicBezTo>
                    <a:cubicBezTo>
                      <a:pt x="1200" y="2287"/>
                      <a:pt x="1198" y="2288"/>
                      <a:pt x="1196" y="2289"/>
                    </a:cubicBezTo>
                    <a:cubicBezTo>
                      <a:pt x="1195" y="2289"/>
                      <a:pt x="1193" y="2290"/>
                      <a:pt x="1192" y="2292"/>
                    </a:cubicBezTo>
                    <a:cubicBezTo>
                      <a:pt x="1191" y="2292"/>
                      <a:pt x="1191" y="2293"/>
                      <a:pt x="1190" y="2294"/>
                    </a:cubicBezTo>
                    <a:cubicBezTo>
                      <a:pt x="1190" y="2295"/>
                      <a:pt x="1190" y="2296"/>
                      <a:pt x="1190" y="2296"/>
                    </a:cubicBezTo>
                    <a:cubicBezTo>
                      <a:pt x="1189" y="2297"/>
                      <a:pt x="1188" y="2297"/>
                      <a:pt x="1188" y="2298"/>
                    </a:cubicBezTo>
                    <a:cubicBezTo>
                      <a:pt x="1187" y="2299"/>
                      <a:pt x="1186" y="2299"/>
                      <a:pt x="1184" y="2299"/>
                    </a:cubicBezTo>
                    <a:cubicBezTo>
                      <a:pt x="1182" y="2299"/>
                      <a:pt x="1179" y="2299"/>
                      <a:pt x="1177" y="2299"/>
                    </a:cubicBezTo>
                    <a:cubicBezTo>
                      <a:pt x="1175" y="2299"/>
                      <a:pt x="1173" y="2299"/>
                      <a:pt x="1172" y="2299"/>
                    </a:cubicBezTo>
                    <a:cubicBezTo>
                      <a:pt x="1169" y="2299"/>
                      <a:pt x="1167" y="2299"/>
                      <a:pt x="1165" y="2299"/>
                    </a:cubicBezTo>
                    <a:cubicBezTo>
                      <a:pt x="1164" y="2298"/>
                      <a:pt x="1163" y="2298"/>
                      <a:pt x="1163" y="2298"/>
                    </a:cubicBezTo>
                    <a:cubicBezTo>
                      <a:pt x="1161" y="2298"/>
                      <a:pt x="1160" y="2297"/>
                      <a:pt x="1158" y="2297"/>
                    </a:cubicBezTo>
                    <a:cubicBezTo>
                      <a:pt x="1157" y="2296"/>
                      <a:pt x="1156" y="2296"/>
                      <a:pt x="1155" y="2295"/>
                    </a:cubicBezTo>
                    <a:cubicBezTo>
                      <a:pt x="1155" y="2295"/>
                      <a:pt x="1154" y="2294"/>
                      <a:pt x="1154" y="2294"/>
                    </a:cubicBezTo>
                    <a:cubicBezTo>
                      <a:pt x="1153" y="2294"/>
                      <a:pt x="1153" y="2294"/>
                      <a:pt x="1153" y="2294"/>
                    </a:cubicBezTo>
                    <a:cubicBezTo>
                      <a:pt x="1153" y="2295"/>
                      <a:pt x="1152" y="2294"/>
                      <a:pt x="1152" y="2294"/>
                    </a:cubicBezTo>
                    <a:cubicBezTo>
                      <a:pt x="1150" y="2294"/>
                      <a:pt x="1149" y="2293"/>
                      <a:pt x="1147" y="2293"/>
                    </a:cubicBezTo>
                    <a:cubicBezTo>
                      <a:pt x="1146" y="2292"/>
                      <a:pt x="1144" y="2290"/>
                      <a:pt x="1142" y="2289"/>
                    </a:cubicBezTo>
                    <a:cubicBezTo>
                      <a:pt x="1141" y="2287"/>
                      <a:pt x="1139" y="2285"/>
                      <a:pt x="1138" y="2283"/>
                    </a:cubicBezTo>
                    <a:cubicBezTo>
                      <a:pt x="1137" y="2282"/>
                      <a:pt x="1135" y="2280"/>
                      <a:pt x="1134" y="2279"/>
                    </a:cubicBezTo>
                    <a:cubicBezTo>
                      <a:pt x="1134" y="2278"/>
                      <a:pt x="1134" y="2277"/>
                      <a:pt x="1134" y="2277"/>
                    </a:cubicBezTo>
                    <a:cubicBezTo>
                      <a:pt x="1135" y="2276"/>
                      <a:pt x="1136" y="2276"/>
                      <a:pt x="1137" y="2276"/>
                    </a:cubicBezTo>
                    <a:cubicBezTo>
                      <a:pt x="1140" y="2275"/>
                      <a:pt x="1142" y="2277"/>
                      <a:pt x="1145" y="2276"/>
                    </a:cubicBezTo>
                    <a:cubicBezTo>
                      <a:pt x="1146" y="2276"/>
                      <a:pt x="1147" y="2276"/>
                      <a:pt x="1147" y="2275"/>
                    </a:cubicBezTo>
                    <a:cubicBezTo>
                      <a:pt x="1148" y="2274"/>
                      <a:pt x="1147" y="2273"/>
                      <a:pt x="1147" y="2272"/>
                    </a:cubicBezTo>
                    <a:cubicBezTo>
                      <a:pt x="1147" y="2271"/>
                      <a:pt x="1147" y="2270"/>
                      <a:pt x="1146" y="2269"/>
                    </a:cubicBezTo>
                    <a:cubicBezTo>
                      <a:pt x="1146" y="2267"/>
                      <a:pt x="1146" y="2266"/>
                      <a:pt x="1146" y="2265"/>
                    </a:cubicBezTo>
                    <a:cubicBezTo>
                      <a:pt x="1146" y="2264"/>
                      <a:pt x="1146" y="2263"/>
                      <a:pt x="1146" y="2262"/>
                    </a:cubicBezTo>
                    <a:cubicBezTo>
                      <a:pt x="1147" y="2261"/>
                      <a:pt x="1148" y="2261"/>
                      <a:pt x="1149" y="2261"/>
                    </a:cubicBezTo>
                    <a:cubicBezTo>
                      <a:pt x="1150" y="2260"/>
                      <a:pt x="1150" y="2260"/>
                      <a:pt x="1151" y="2260"/>
                    </a:cubicBezTo>
                    <a:cubicBezTo>
                      <a:pt x="1152" y="2260"/>
                      <a:pt x="1153" y="2261"/>
                      <a:pt x="1154" y="2261"/>
                    </a:cubicBezTo>
                    <a:cubicBezTo>
                      <a:pt x="1155" y="2261"/>
                      <a:pt x="1157" y="2261"/>
                      <a:pt x="1158" y="2260"/>
                    </a:cubicBezTo>
                    <a:cubicBezTo>
                      <a:pt x="1159" y="2259"/>
                      <a:pt x="1158" y="2257"/>
                      <a:pt x="1157" y="2257"/>
                    </a:cubicBezTo>
                    <a:cubicBezTo>
                      <a:pt x="1155" y="2256"/>
                      <a:pt x="1154" y="2257"/>
                      <a:pt x="1153" y="2256"/>
                    </a:cubicBezTo>
                    <a:cubicBezTo>
                      <a:pt x="1152" y="2255"/>
                      <a:pt x="1152" y="2254"/>
                      <a:pt x="1152" y="2253"/>
                    </a:cubicBezTo>
                    <a:cubicBezTo>
                      <a:pt x="1152" y="2251"/>
                      <a:pt x="1151" y="2249"/>
                      <a:pt x="1151" y="2248"/>
                    </a:cubicBezTo>
                    <a:cubicBezTo>
                      <a:pt x="1151" y="2247"/>
                      <a:pt x="1150" y="2246"/>
                      <a:pt x="1150" y="2245"/>
                    </a:cubicBezTo>
                    <a:cubicBezTo>
                      <a:pt x="1149" y="2243"/>
                      <a:pt x="1149" y="2241"/>
                      <a:pt x="1147" y="2241"/>
                    </a:cubicBezTo>
                    <a:cubicBezTo>
                      <a:pt x="1146" y="2241"/>
                      <a:pt x="1145" y="2242"/>
                      <a:pt x="1144" y="2243"/>
                    </a:cubicBezTo>
                    <a:cubicBezTo>
                      <a:pt x="1143" y="2244"/>
                      <a:pt x="1143" y="2244"/>
                      <a:pt x="1142" y="2244"/>
                    </a:cubicBezTo>
                    <a:cubicBezTo>
                      <a:pt x="1139" y="2244"/>
                      <a:pt x="1138" y="2243"/>
                      <a:pt x="1136" y="2244"/>
                    </a:cubicBezTo>
                    <a:cubicBezTo>
                      <a:pt x="1134" y="2246"/>
                      <a:pt x="1131" y="2246"/>
                      <a:pt x="1130" y="2248"/>
                    </a:cubicBezTo>
                    <a:cubicBezTo>
                      <a:pt x="1127" y="2249"/>
                      <a:pt x="1126" y="2251"/>
                      <a:pt x="1124" y="2253"/>
                    </a:cubicBezTo>
                    <a:cubicBezTo>
                      <a:pt x="1123" y="2255"/>
                      <a:pt x="1121" y="2255"/>
                      <a:pt x="1119" y="2256"/>
                    </a:cubicBezTo>
                    <a:cubicBezTo>
                      <a:pt x="1118" y="2256"/>
                      <a:pt x="1116" y="2256"/>
                      <a:pt x="1115" y="2257"/>
                    </a:cubicBezTo>
                    <a:cubicBezTo>
                      <a:pt x="1114" y="2257"/>
                      <a:pt x="1113" y="2257"/>
                      <a:pt x="1111" y="2257"/>
                    </a:cubicBezTo>
                    <a:cubicBezTo>
                      <a:pt x="1109" y="2257"/>
                      <a:pt x="1109" y="2253"/>
                      <a:pt x="1108" y="2251"/>
                    </a:cubicBezTo>
                    <a:cubicBezTo>
                      <a:pt x="1107" y="2249"/>
                      <a:pt x="1104" y="2248"/>
                      <a:pt x="1101" y="2248"/>
                    </a:cubicBezTo>
                    <a:cubicBezTo>
                      <a:pt x="1098" y="2249"/>
                      <a:pt x="1096" y="2251"/>
                      <a:pt x="1096" y="2254"/>
                    </a:cubicBezTo>
                    <a:cubicBezTo>
                      <a:pt x="1096" y="2256"/>
                      <a:pt x="1097" y="2259"/>
                      <a:pt x="1100" y="2258"/>
                    </a:cubicBezTo>
                    <a:cubicBezTo>
                      <a:pt x="1101" y="2257"/>
                      <a:pt x="1102" y="2257"/>
                      <a:pt x="1103" y="2257"/>
                    </a:cubicBezTo>
                    <a:cubicBezTo>
                      <a:pt x="1104" y="2257"/>
                      <a:pt x="1104" y="2258"/>
                      <a:pt x="1105" y="2259"/>
                    </a:cubicBezTo>
                    <a:cubicBezTo>
                      <a:pt x="1105" y="2261"/>
                      <a:pt x="1105" y="2263"/>
                      <a:pt x="1105" y="2266"/>
                    </a:cubicBezTo>
                    <a:cubicBezTo>
                      <a:pt x="1105" y="2268"/>
                      <a:pt x="1105" y="2270"/>
                      <a:pt x="1104" y="2272"/>
                    </a:cubicBezTo>
                    <a:cubicBezTo>
                      <a:pt x="1103" y="2275"/>
                      <a:pt x="1100" y="2274"/>
                      <a:pt x="1098" y="2273"/>
                    </a:cubicBezTo>
                    <a:cubicBezTo>
                      <a:pt x="1095" y="2273"/>
                      <a:pt x="1092" y="2272"/>
                      <a:pt x="1089" y="2271"/>
                    </a:cubicBezTo>
                    <a:cubicBezTo>
                      <a:pt x="1086" y="2270"/>
                      <a:pt x="1084" y="2271"/>
                      <a:pt x="1082" y="2271"/>
                    </a:cubicBezTo>
                    <a:cubicBezTo>
                      <a:pt x="1079" y="2272"/>
                      <a:pt x="1076" y="2272"/>
                      <a:pt x="1073" y="2270"/>
                    </a:cubicBezTo>
                    <a:cubicBezTo>
                      <a:pt x="1071" y="2269"/>
                      <a:pt x="1068" y="2268"/>
                      <a:pt x="1067" y="2266"/>
                    </a:cubicBezTo>
                    <a:cubicBezTo>
                      <a:pt x="1065" y="2264"/>
                      <a:pt x="1064" y="2260"/>
                      <a:pt x="1065" y="2258"/>
                    </a:cubicBezTo>
                    <a:cubicBezTo>
                      <a:pt x="1066" y="2254"/>
                      <a:pt x="1071" y="2256"/>
                      <a:pt x="1074" y="2257"/>
                    </a:cubicBezTo>
                    <a:cubicBezTo>
                      <a:pt x="1078" y="2258"/>
                      <a:pt x="1081" y="2258"/>
                      <a:pt x="1085" y="2257"/>
                    </a:cubicBezTo>
                    <a:cubicBezTo>
                      <a:pt x="1086" y="2256"/>
                      <a:pt x="1090" y="2255"/>
                      <a:pt x="1088" y="2253"/>
                    </a:cubicBezTo>
                    <a:cubicBezTo>
                      <a:pt x="1086" y="2251"/>
                      <a:pt x="1083" y="2250"/>
                      <a:pt x="1081" y="2247"/>
                    </a:cubicBezTo>
                    <a:cubicBezTo>
                      <a:pt x="1081" y="2246"/>
                      <a:pt x="1081" y="2245"/>
                      <a:pt x="1081" y="2244"/>
                    </a:cubicBezTo>
                    <a:cubicBezTo>
                      <a:pt x="1082" y="2243"/>
                      <a:pt x="1084" y="2244"/>
                      <a:pt x="1085" y="2244"/>
                    </a:cubicBezTo>
                    <a:cubicBezTo>
                      <a:pt x="1087" y="2245"/>
                      <a:pt x="1090" y="2246"/>
                      <a:pt x="1093" y="2245"/>
                    </a:cubicBezTo>
                    <a:cubicBezTo>
                      <a:pt x="1095" y="2243"/>
                      <a:pt x="1095" y="2241"/>
                      <a:pt x="1094" y="2239"/>
                    </a:cubicBezTo>
                    <a:cubicBezTo>
                      <a:pt x="1093" y="2238"/>
                      <a:pt x="1090" y="2237"/>
                      <a:pt x="1091" y="2235"/>
                    </a:cubicBezTo>
                    <a:cubicBezTo>
                      <a:pt x="1092" y="2233"/>
                      <a:pt x="1094" y="2232"/>
                      <a:pt x="1096" y="2231"/>
                    </a:cubicBezTo>
                    <a:cubicBezTo>
                      <a:pt x="1099" y="2230"/>
                      <a:pt x="1100" y="2227"/>
                      <a:pt x="1100" y="2225"/>
                    </a:cubicBezTo>
                    <a:cubicBezTo>
                      <a:pt x="1099" y="2222"/>
                      <a:pt x="1097" y="2218"/>
                      <a:pt x="1094" y="2220"/>
                    </a:cubicBezTo>
                    <a:cubicBezTo>
                      <a:pt x="1093" y="2221"/>
                      <a:pt x="1093" y="2222"/>
                      <a:pt x="1092" y="2224"/>
                    </a:cubicBezTo>
                    <a:cubicBezTo>
                      <a:pt x="1092" y="2225"/>
                      <a:pt x="1092" y="2227"/>
                      <a:pt x="1091" y="2229"/>
                    </a:cubicBezTo>
                    <a:cubicBezTo>
                      <a:pt x="1090" y="2231"/>
                      <a:pt x="1086" y="2235"/>
                      <a:pt x="1083" y="2233"/>
                    </a:cubicBezTo>
                    <a:cubicBezTo>
                      <a:pt x="1080" y="2232"/>
                      <a:pt x="1082" y="2227"/>
                      <a:pt x="1082" y="2225"/>
                    </a:cubicBezTo>
                    <a:cubicBezTo>
                      <a:pt x="1082" y="2224"/>
                      <a:pt x="1083" y="2222"/>
                      <a:pt x="1082" y="2221"/>
                    </a:cubicBezTo>
                    <a:cubicBezTo>
                      <a:pt x="1081" y="2221"/>
                      <a:pt x="1079" y="2221"/>
                      <a:pt x="1078" y="2221"/>
                    </a:cubicBezTo>
                    <a:cubicBezTo>
                      <a:pt x="1076" y="2222"/>
                      <a:pt x="1072" y="2223"/>
                      <a:pt x="1069" y="2221"/>
                    </a:cubicBezTo>
                    <a:cubicBezTo>
                      <a:pt x="1067" y="2219"/>
                      <a:pt x="1071" y="2217"/>
                      <a:pt x="1072" y="2216"/>
                    </a:cubicBezTo>
                    <a:cubicBezTo>
                      <a:pt x="1073" y="2216"/>
                      <a:pt x="1075" y="2215"/>
                      <a:pt x="1075" y="2214"/>
                    </a:cubicBezTo>
                    <a:cubicBezTo>
                      <a:pt x="1075" y="2213"/>
                      <a:pt x="1073" y="2213"/>
                      <a:pt x="1073" y="2212"/>
                    </a:cubicBezTo>
                    <a:cubicBezTo>
                      <a:pt x="1069" y="2212"/>
                      <a:pt x="1064" y="2213"/>
                      <a:pt x="1061" y="2214"/>
                    </a:cubicBezTo>
                    <a:cubicBezTo>
                      <a:pt x="1059" y="2215"/>
                      <a:pt x="1057" y="2217"/>
                      <a:pt x="1055" y="2217"/>
                    </a:cubicBezTo>
                    <a:cubicBezTo>
                      <a:pt x="1048" y="2218"/>
                      <a:pt x="1046" y="2207"/>
                      <a:pt x="1053" y="2205"/>
                    </a:cubicBezTo>
                    <a:cubicBezTo>
                      <a:pt x="1057" y="2204"/>
                      <a:pt x="1061" y="2205"/>
                      <a:pt x="1064" y="2204"/>
                    </a:cubicBezTo>
                    <a:cubicBezTo>
                      <a:pt x="1065" y="2204"/>
                      <a:pt x="1066" y="2204"/>
                      <a:pt x="1065" y="2203"/>
                    </a:cubicBezTo>
                    <a:cubicBezTo>
                      <a:pt x="1063" y="2202"/>
                      <a:pt x="1061" y="2202"/>
                      <a:pt x="1060" y="2202"/>
                    </a:cubicBezTo>
                    <a:cubicBezTo>
                      <a:pt x="1056" y="2201"/>
                      <a:pt x="1052" y="2200"/>
                      <a:pt x="1048" y="2199"/>
                    </a:cubicBezTo>
                    <a:cubicBezTo>
                      <a:pt x="1048" y="2199"/>
                      <a:pt x="1048" y="2198"/>
                      <a:pt x="1048" y="2198"/>
                    </a:cubicBezTo>
                    <a:cubicBezTo>
                      <a:pt x="1046" y="2197"/>
                      <a:pt x="1045" y="2196"/>
                      <a:pt x="1045" y="2194"/>
                    </a:cubicBezTo>
                    <a:cubicBezTo>
                      <a:pt x="1046" y="2191"/>
                      <a:pt x="1051" y="2193"/>
                      <a:pt x="1053" y="2193"/>
                    </a:cubicBezTo>
                    <a:cubicBezTo>
                      <a:pt x="1056" y="2193"/>
                      <a:pt x="1061" y="2192"/>
                      <a:pt x="1059" y="2188"/>
                    </a:cubicBezTo>
                    <a:cubicBezTo>
                      <a:pt x="1058" y="2185"/>
                      <a:pt x="1054" y="2182"/>
                      <a:pt x="1052" y="2179"/>
                    </a:cubicBezTo>
                    <a:cubicBezTo>
                      <a:pt x="1050" y="2177"/>
                      <a:pt x="1049" y="2175"/>
                      <a:pt x="1049" y="2172"/>
                    </a:cubicBezTo>
                    <a:cubicBezTo>
                      <a:pt x="1049" y="2169"/>
                      <a:pt x="1051" y="2165"/>
                      <a:pt x="1054" y="2168"/>
                    </a:cubicBezTo>
                    <a:cubicBezTo>
                      <a:pt x="1056" y="2170"/>
                      <a:pt x="1057" y="2172"/>
                      <a:pt x="1057" y="2174"/>
                    </a:cubicBezTo>
                    <a:cubicBezTo>
                      <a:pt x="1058" y="2176"/>
                      <a:pt x="1059" y="2178"/>
                      <a:pt x="1060" y="2179"/>
                    </a:cubicBezTo>
                    <a:cubicBezTo>
                      <a:pt x="1062" y="2181"/>
                      <a:pt x="1066" y="2182"/>
                      <a:pt x="1068" y="2181"/>
                    </a:cubicBezTo>
                    <a:cubicBezTo>
                      <a:pt x="1072" y="2181"/>
                      <a:pt x="1074" y="2178"/>
                      <a:pt x="1077" y="2176"/>
                    </a:cubicBezTo>
                    <a:cubicBezTo>
                      <a:pt x="1079" y="2174"/>
                      <a:pt x="1083" y="2172"/>
                      <a:pt x="1086" y="2170"/>
                    </a:cubicBezTo>
                    <a:cubicBezTo>
                      <a:pt x="1087" y="2169"/>
                      <a:pt x="1088" y="2167"/>
                      <a:pt x="1088" y="2166"/>
                    </a:cubicBezTo>
                    <a:cubicBezTo>
                      <a:pt x="1088" y="2164"/>
                      <a:pt x="1086" y="2164"/>
                      <a:pt x="1085" y="2164"/>
                    </a:cubicBezTo>
                    <a:cubicBezTo>
                      <a:pt x="1084" y="2164"/>
                      <a:pt x="1081" y="2164"/>
                      <a:pt x="1081" y="2163"/>
                    </a:cubicBezTo>
                    <a:cubicBezTo>
                      <a:pt x="1080" y="2162"/>
                      <a:pt x="1082" y="2161"/>
                      <a:pt x="1082" y="2161"/>
                    </a:cubicBezTo>
                    <a:cubicBezTo>
                      <a:pt x="1084" y="2160"/>
                      <a:pt x="1086" y="2159"/>
                      <a:pt x="1087" y="2158"/>
                    </a:cubicBezTo>
                    <a:cubicBezTo>
                      <a:pt x="1088" y="2158"/>
                      <a:pt x="1089" y="2157"/>
                      <a:pt x="1090" y="2156"/>
                    </a:cubicBezTo>
                    <a:cubicBezTo>
                      <a:pt x="1090" y="2155"/>
                      <a:pt x="1090" y="2153"/>
                      <a:pt x="1090" y="2152"/>
                    </a:cubicBezTo>
                    <a:cubicBezTo>
                      <a:pt x="1090" y="2150"/>
                      <a:pt x="1090" y="2148"/>
                      <a:pt x="1090" y="2146"/>
                    </a:cubicBezTo>
                    <a:cubicBezTo>
                      <a:pt x="1090" y="2142"/>
                      <a:pt x="1089" y="2138"/>
                      <a:pt x="1084" y="2137"/>
                    </a:cubicBezTo>
                    <a:cubicBezTo>
                      <a:pt x="1082" y="2137"/>
                      <a:pt x="1080" y="2138"/>
                      <a:pt x="1078" y="2137"/>
                    </a:cubicBezTo>
                    <a:cubicBezTo>
                      <a:pt x="1076" y="2137"/>
                      <a:pt x="1074" y="2137"/>
                      <a:pt x="1074" y="2136"/>
                    </a:cubicBezTo>
                    <a:cubicBezTo>
                      <a:pt x="1072" y="2133"/>
                      <a:pt x="1076" y="2128"/>
                      <a:pt x="1078" y="2127"/>
                    </a:cubicBezTo>
                    <a:cubicBezTo>
                      <a:pt x="1081" y="2125"/>
                      <a:pt x="1085" y="2126"/>
                      <a:pt x="1088" y="2128"/>
                    </a:cubicBezTo>
                    <a:cubicBezTo>
                      <a:pt x="1090" y="2129"/>
                      <a:pt x="1091" y="2131"/>
                      <a:pt x="1091" y="2133"/>
                    </a:cubicBezTo>
                    <a:cubicBezTo>
                      <a:pt x="1091" y="2135"/>
                      <a:pt x="1091" y="2137"/>
                      <a:pt x="1091" y="2139"/>
                    </a:cubicBezTo>
                    <a:cubicBezTo>
                      <a:pt x="1092" y="2140"/>
                      <a:pt x="1093" y="2140"/>
                      <a:pt x="1094" y="2141"/>
                    </a:cubicBezTo>
                    <a:cubicBezTo>
                      <a:pt x="1096" y="2141"/>
                      <a:pt x="1098" y="2141"/>
                      <a:pt x="1099" y="2142"/>
                    </a:cubicBezTo>
                    <a:cubicBezTo>
                      <a:pt x="1101" y="2143"/>
                      <a:pt x="1102" y="2146"/>
                      <a:pt x="1102" y="2148"/>
                    </a:cubicBezTo>
                    <a:cubicBezTo>
                      <a:pt x="1102" y="2151"/>
                      <a:pt x="1102" y="2154"/>
                      <a:pt x="1102" y="2157"/>
                    </a:cubicBezTo>
                    <a:cubicBezTo>
                      <a:pt x="1102" y="2158"/>
                      <a:pt x="1101" y="2161"/>
                      <a:pt x="1103" y="2162"/>
                    </a:cubicBezTo>
                    <a:cubicBezTo>
                      <a:pt x="1104" y="2162"/>
                      <a:pt x="1105" y="2159"/>
                      <a:pt x="1105" y="2158"/>
                    </a:cubicBezTo>
                    <a:cubicBezTo>
                      <a:pt x="1107" y="2153"/>
                      <a:pt x="1105" y="2149"/>
                      <a:pt x="1103" y="2144"/>
                    </a:cubicBezTo>
                    <a:cubicBezTo>
                      <a:pt x="1103" y="2143"/>
                      <a:pt x="1102" y="2142"/>
                      <a:pt x="1101" y="2141"/>
                    </a:cubicBezTo>
                    <a:cubicBezTo>
                      <a:pt x="1102" y="2141"/>
                      <a:pt x="1101" y="2140"/>
                      <a:pt x="1101" y="2139"/>
                    </a:cubicBezTo>
                    <a:cubicBezTo>
                      <a:pt x="1101" y="2138"/>
                      <a:pt x="1101" y="2138"/>
                      <a:pt x="1102" y="2137"/>
                    </a:cubicBezTo>
                    <a:cubicBezTo>
                      <a:pt x="1103" y="2137"/>
                      <a:pt x="1105" y="2137"/>
                      <a:pt x="1105" y="2138"/>
                    </a:cubicBezTo>
                    <a:cubicBezTo>
                      <a:pt x="1107" y="2140"/>
                      <a:pt x="1108" y="2142"/>
                      <a:pt x="1109" y="2144"/>
                    </a:cubicBezTo>
                    <a:cubicBezTo>
                      <a:pt x="1110" y="2147"/>
                      <a:pt x="1110" y="2149"/>
                      <a:pt x="1111" y="2151"/>
                    </a:cubicBezTo>
                    <a:cubicBezTo>
                      <a:pt x="1112" y="2154"/>
                      <a:pt x="1115" y="2158"/>
                      <a:pt x="1113" y="2160"/>
                    </a:cubicBezTo>
                    <a:cubicBezTo>
                      <a:pt x="1112" y="2161"/>
                      <a:pt x="1111" y="2162"/>
                      <a:pt x="1110" y="2163"/>
                    </a:cubicBezTo>
                    <a:cubicBezTo>
                      <a:pt x="1109" y="2165"/>
                      <a:pt x="1109" y="2167"/>
                      <a:pt x="1110" y="2168"/>
                    </a:cubicBezTo>
                    <a:cubicBezTo>
                      <a:pt x="1111" y="2170"/>
                      <a:pt x="1112" y="2172"/>
                      <a:pt x="1114" y="2172"/>
                    </a:cubicBezTo>
                    <a:cubicBezTo>
                      <a:pt x="1116" y="2173"/>
                      <a:pt x="1116" y="2170"/>
                      <a:pt x="1117" y="2169"/>
                    </a:cubicBezTo>
                    <a:cubicBezTo>
                      <a:pt x="1118" y="2167"/>
                      <a:pt x="1120" y="2158"/>
                      <a:pt x="1123" y="2162"/>
                    </a:cubicBezTo>
                    <a:cubicBezTo>
                      <a:pt x="1126" y="2166"/>
                      <a:pt x="1128" y="2170"/>
                      <a:pt x="1130" y="2174"/>
                    </a:cubicBezTo>
                    <a:cubicBezTo>
                      <a:pt x="1131" y="2177"/>
                      <a:pt x="1133" y="2181"/>
                      <a:pt x="1135" y="2184"/>
                    </a:cubicBezTo>
                    <a:cubicBezTo>
                      <a:pt x="1136" y="2185"/>
                      <a:pt x="1137" y="2186"/>
                      <a:pt x="1138" y="2187"/>
                    </a:cubicBezTo>
                    <a:cubicBezTo>
                      <a:pt x="1139" y="2188"/>
                      <a:pt x="1139" y="2189"/>
                      <a:pt x="1140" y="2190"/>
                    </a:cubicBezTo>
                    <a:cubicBezTo>
                      <a:pt x="1142" y="2191"/>
                      <a:pt x="1144" y="2186"/>
                      <a:pt x="1144" y="2185"/>
                    </a:cubicBezTo>
                    <a:cubicBezTo>
                      <a:pt x="1144" y="2183"/>
                      <a:pt x="1144" y="2182"/>
                      <a:pt x="1144" y="2180"/>
                    </a:cubicBezTo>
                    <a:cubicBezTo>
                      <a:pt x="1144" y="2179"/>
                      <a:pt x="1143" y="2178"/>
                      <a:pt x="1143" y="2178"/>
                    </a:cubicBezTo>
                    <a:cubicBezTo>
                      <a:pt x="1141" y="2176"/>
                      <a:pt x="1144" y="2174"/>
                      <a:pt x="1145" y="2173"/>
                    </a:cubicBezTo>
                    <a:cubicBezTo>
                      <a:pt x="1147" y="2170"/>
                      <a:pt x="1147" y="2166"/>
                      <a:pt x="1145" y="2163"/>
                    </a:cubicBezTo>
                    <a:cubicBezTo>
                      <a:pt x="1143" y="2160"/>
                      <a:pt x="1140" y="2158"/>
                      <a:pt x="1138" y="2155"/>
                    </a:cubicBezTo>
                    <a:cubicBezTo>
                      <a:pt x="1138" y="2154"/>
                      <a:pt x="1135" y="2148"/>
                      <a:pt x="1139" y="2148"/>
                    </a:cubicBezTo>
                    <a:cubicBezTo>
                      <a:pt x="1142" y="2148"/>
                      <a:pt x="1145" y="2152"/>
                      <a:pt x="1146" y="2155"/>
                    </a:cubicBezTo>
                    <a:cubicBezTo>
                      <a:pt x="1147" y="2159"/>
                      <a:pt x="1147" y="2163"/>
                      <a:pt x="1149" y="2166"/>
                    </a:cubicBezTo>
                    <a:cubicBezTo>
                      <a:pt x="1150" y="2167"/>
                      <a:pt x="1151" y="2168"/>
                      <a:pt x="1152" y="2170"/>
                    </a:cubicBezTo>
                    <a:cubicBezTo>
                      <a:pt x="1153" y="2171"/>
                      <a:pt x="1154" y="2172"/>
                      <a:pt x="1156" y="2172"/>
                    </a:cubicBezTo>
                    <a:cubicBezTo>
                      <a:pt x="1157" y="2170"/>
                      <a:pt x="1158" y="2168"/>
                      <a:pt x="1158" y="2166"/>
                    </a:cubicBezTo>
                    <a:cubicBezTo>
                      <a:pt x="1158" y="2165"/>
                      <a:pt x="1158" y="2164"/>
                      <a:pt x="1157" y="2163"/>
                    </a:cubicBezTo>
                    <a:cubicBezTo>
                      <a:pt x="1156" y="2160"/>
                      <a:pt x="1156" y="2157"/>
                      <a:pt x="1156" y="2153"/>
                    </a:cubicBezTo>
                    <a:cubicBezTo>
                      <a:pt x="1155" y="2150"/>
                      <a:pt x="1153" y="2147"/>
                      <a:pt x="1152" y="2143"/>
                    </a:cubicBezTo>
                    <a:cubicBezTo>
                      <a:pt x="1151" y="2140"/>
                      <a:pt x="1150" y="2137"/>
                      <a:pt x="1149" y="2133"/>
                    </a:cubicBezTo>
                    <a:cubicBezTo>
                      <a:pt x="1149" y="2132"/>
                      <a:pt x="1149" y="2130"/>
                      <a:pt x="1149" y="2129"/>
                    </a:cubicBezTo>
                    <a:cubicBezTo>
                      <a:pt x="1149" y="2127"/>
                      <a:pt x="1149" y="2126"/>
                      <a:pt x="1149" y="2125"/>
                    </a:cubicBezTo>
                    <a:cubicBezTo>
                      <a:pt x="1148" y="2123"/>
                      <a:pt x="1146" y="2120"/>
                      <a:pt x="1147" y="2118"/>
                    </a:cubicBezTo>
                    <a:cubicBezTo>
                      <a:pt x="1148" y="2115"/>
                      <a:pt x="1152" y="2117"/>
                      <a:pt x="1153" y="2118"/>
                    </a:cubicBezTo>
                    <a:cubicBezTo>
                      <a:pt x="1157" y="2119"/>
                      <a:pt x="1160" y="2120"/>
                      <a:pt x="1163" y="2120"/>
                    </a:cubicBezTo>
                    <a:cubicBezTo>
                      <a:pt x="1165" y="2119"/>
                      <a:pt x="1168" y="2118"/>
                      <a:pt x="1169" y="2116"/>
                    </a:cubicBezTo>
                    <a:cubicBezTo>
                      <a:pt x="1169" y="2113"/>
                      <a:pt x="1166" y="2110"/>
                      <a:pt x="1164" y="2109"/>
                    </a:cubicBezTo>
                    <a:cubicBezTo>
                      <a:pt x="1162" y="2109"/>
                      <a:pt x="1161" y="2108"/>
                      <a:pt x="1159" y="2108"/>
                    </a:cubicBezTo>
                    <a:cubicBezTo>
                      <a:pt x="1158" y="2107"/>
                      <a:pt x="1156" y="2106"/>
                      <a:pt x="1155" y="2105"/>
                    </a:cubicBezTo>
                    <a:cubicBezTo>
                      <a:pt x="1152" y="2103"/>
                      <a:pt x="1151" y="2101"/>
                      <a:pt x="1150" y="2099"/>
                    </a:cubicBezTo>
                    <a:cubicBezTo>
                      <a:pt x="1149" y="2098"/>
                      <a:pt x="1149" y="2096"/>
                      <a:pt x="1149" y="2095"/>
                    </a:cubicBezTo>
                    <a:cubicBezTo>
                      <a:pt x="1149" y="2093"/>
                      <a:pt x="1151" y="2094"/>
                      <a:pt x="1152" y="2095"/>
                    </a:cubicBezTo>
                    <a:cubicBezTo>
                      <a:pt x="1157" y="2097"/>
                      <a:pt x="1161" y="2101"/>
                      <a:pt x="1165" y="2105"/>
                    </a:cubicBezTo>
                    <a:cubicBezTo>
                      <a:pt x="1166" y="2106"/>
                      <a:pt x="1168" y="2108"/>
                      <a:pt x="1170" y="2108"/>
                    </a:cubicBezTo>
                    <a:cubicBezTo>
                      <a:pt x="1173" y="2108"/>
                      <a:pt x="1170" y="2103"/>
                      <a:pt x="1170" y="2102"/>
                    </a:cubicBezTo>
                    <a:cubicBezTo>
                      <a:pt x="1170" y="2101"/>
                      <a:pt x="1169" y="2099"/>
                      <a:pt x="1170" y="2098"/>
                    </a:cubicBezTo>
                    <a:cubicBezTo>
                      <a:pt x="1171" y="2098"/>
                      <a:pt x="1173" y="2099"/>
                      <a:pt x="1174" y="2100"/>
                    </a:cubicBezTo>
                    <a:cubicBezTo>
                      <a:pt x="1176" y="2101"/>
                      <a:pt x="1177" y="2103"/>
                      <a:pt x="1179" y="2105"/>
                    </a:cubicBezTo>
                    <a:cubicBezTo>
                      <a:pt x="1180" y="2106"/>
                      <a:pt x="1182" y="2108"/>
                      <a:pt x="1184" y="2108"/>
                    </a:cubicBezTo>
                    <a:cubicBezTo>
                      <a:pt x="1187" y="2110"/>
                      <a:pt x="1187" y="2104"/>
                      <a:pt x="1187" y="2102"/>
                    </a:cubicBezTo>
                    <a:cubicBezTo>
                      <a:pt x="1186" y="2100"/>
                      <a:pt x="1185" y="2097"/>
                      <a:pt x="1183" y="2095"/>
                    </a:cubicBezTo>
                    <a:cubicBezTo>
                      <a:pt x="1183" y="2094"/>
                      <a:pt x="1182" y="2093"/>
                      <a:pt x="1181" y="2093"/>
                    </a:cubicBezTo>
                    <a:cubicBezTo>
                      <a:pt x="1180" y="2092"/>
                      <a:pt x="1178" y="2091"/>
                      <a:pt x="1177" y="2090"/>
                    </a:cubicBezTo>
                    <a:cubicBezTo>
                      <a:pt x="1177" y="2090"/>
                      <a:pt x="1176" y="2090"/>
                      <a:pt x="1176" y="2089"/>
                    </a:cubicBezTo>
                    <a:cubicBezTo>
                      <a:pt x="1176" y="2089"/>
                      <a:pt x="1176" y="2089"/>
                      <a:pt x="1176" y="2089"/>
                    </a:cubicBezTo>
                    <a:cubicBezTo>
                      <a:pt x="1176" y="2089"/>
                      <a:pt x="1176" y="2089"/>
                      <a:pt x="1175" y="2088"/>
                    </a:cubicBezTo>
                    <a:cubicBezTo>
                      <a:pt x="1175" y="2088"/>
                      <a:pt x="1175" y="2088"/>
                      <a:pt x="1175" y="2088"/>
                    </a:cubicBezTo>
                    <a:cubicBezTo>
                      <a:pt x="1175" y="2088"/>
                      <a:pt x="1175" y="2088"/>
                      <a:pt x="1175" y="2087"/>
                    </a:cubicBezTo>
                    <a:cubicBezTo>
                      <a:pt x="1175" y="2087"/>
                      <a:pt x="1175" y="2087"/>
                      <a:pt x="1175" y="2087"/>
                    </a:cubicBezTo>
                    <a:cubicBezTo>
                      <a:pt x="1175" y="2087"/>
                      <a:pt x="1175" y="2086"/>
                      <a:pt x="1175" y="2086"/>
                    </a:cubicBezTo>
                    <a:cubicBezTo>
                      <a:pt x="1175" y="2086"/>
                      <a:pt x="1176" y="2085"/>
                      <a:pt x="1176" y="2085"/>
                    </a:cubicBezTo>
                    <a:cubicBezTo>
                      <a:pt x="1177" y="2085"/>
                      <a:pt x="1178" y="2084"/>
                      <a:pt x="1179" y="2084"/>
                    </a:cubicBezTo>
                    <a:cubicBezTo>
                      <a:pt x="1180" y="2084"/>
                      <a:pt x="1181" y="2083"/>
                      <a:pt x="1183" y="2083"/>
                    </a:cubicBezTo>
                    <a:cubicBezTo>
                      <a:pt x="1184" y="2084"/>
                      <a:pt x="1186" y="2084"/>
                      <a:pt x="1187" y="2083"/>
                    </a:cubicBezTo>
                    <a:cubicBezTo>
                      <a:pt x="1188" y="2083"/>
                      <a:pt x="1189" y="2083"/>
                      <a:pt x="1190" y="2082"/>
                    </a:cubicBezTo>
                    <a:cubicBezTo>
                      <a:pt x="1190" y="2082"/>
                      <a:pt x="1190" y="2080"/>
                      <a:pt x="1190" y="2080"/>
                    </a:cubicBezTo>
                    <a:cubicBezTo>
                      <a:pt x="1191" y="2080"/>
                      <a:pt x="1193" y="2080"/>
                      <a:pt x="1194" y="2080"/>
                    </a:cubicBezTo>
                    <a:cubicBezTo>
                      <a:pt x="1195" y="2081"/>
                      <a:pt x="1196" y="2082"/>
                      <a:pt x="1197" y="2082"/>
                    </a:cubicBezTo>
                    <a:cubicBezTo>
                      <a:pt x="1198" y="2082"/>
                      <a:pt x="1199" y="2082"/>
                      <a:pt x="1199" y="2082"/>
                    </a:cubicBezTo>
                    <a:cubicBezTo>
                      <a:pt x="1200" y="2082"/>
                      <a:pt x="1201" y="2083"/>
                      <a:pt x="1202" y="2082"/>
                    </a:cubicBezTo>
                    <a:cubicBezTo>
                      <a:pt x="1203" y="2082"/>
                      <a:pt x="1205" y="2082"/>
                      <a:pt x="1206" y="2081"/>
                    </a:cubicBezTo>
                    <a:cubicBezTo>
                      <a:pt x="1207" y="2081"/>
                      <a:pt x="1207" y="2081"/>
                      <a:pt x="1208" y="2080"/>
                    </a:cubicBezTo>
                    <a:cubicBezTo>
                      <a:pt x="1209" y="2080"/>
                      <a:pt x="1209" y="2079"/>
                      <a:pt x="1210" y="2079"/>
                    </a:cubicBezTo>
                    <a:cubicBezTo>
                      <a:pt x="1212" y="2078"/>
                      <a:pt x="1214" y="2080"/>
                      <a:pt x="1216" y="2081"/>
                    </a:cubicBezTo>
                    <a:cubicBezTo>
                      <a:pt x="1218" y="2081"/>
                      <a:pt x="1221" y="2082"/>
                      <a:pt x="1221" y="2079"/>
                    </a:cubicBezTo>
                    <a:cubicBezTo>
                      <a:pt x="1222" y="2078"/>
                      <a:pt x="1222" y="2076"/>
                      <a:pt x="1221" y="2075"/>
                    </a:cubicBezTo>
                    <a:cubicBezTo>
                      <a:pt x="1221" y="2074"/>
                      <a:pt x="1221" y="2073"/>
                      <a:pt x="1220" y="2073"/>
                    </a:cubicBezTo>
                    <a:cubicBezTo>
                      <a:pt x="1219" y="2072"/>
                      <a:pt x="1218" y="2071"/>
                      <a:pt x="1217" y="2070"/>
                    </a:cubicBezTo>
                    <a:cubicBezTo>
                      <a:pt x="1216" y="2069"/>
                      <a:pt x="1214" y="2069"/>
                      <a:pt x="1212" y="2068"/>
                    </a:cubicBezTo>
                    <a:cubicBezTo>
                      <a:pt x="1211" y="2067"/>
                      <a:pt x="1213" y="2066"/>
                      <a:pt x="1213" y="2065"/>
                    </a:cubicBezTo>
                    <a:cubicBezTo>
                      <a:pt x="1212" y="2065"/>
                      <a:pt x="1210" y="2065"/>
                      <a:pt x="1209" y="2066"/>
                    </a:cubicBezTo>
                    <a:cubicBezTo>
                      <a:pt x="1208" y="2068"/>
                      <a:pt x="1208" y="2070"/>
                      <a:pt x="1206" y="2071"/>
                    </a:cubicBezTo>
                    <a:cubicBezTo>
                      <a:pt x="1205" y="2072"/>
                      <a:pt x="1203" y="2071"/>
                      <a:pt x="1202" y="2071"/>
                    </a:cubicBezTo>
                    <a:cubicBezTo>
                      <a:pt x="1200" y="2070"/>
                      <a:pt x="1198" y="2071"/>
                      <a:pt x="1196" y="2073"/>
                    </a:cubicBezTo>
                    <a:cubicBezTo>
                      <a:pt x="1195" y="2074"/>
                      <a:pt x="1194" y="2074"/>
                      <a:pt x="1192" y="2073"/>
                    </a:cubicBezTo>
                    <a:cubicBezTo>
                      <a:pt x="1190" y="2073"/>
                      <a:pt x="1187" y="2071"/>
                      <a:pt x="1187" y="2069"/>
                    </a:cubicBezTo>
                    <a:cubicBezTo>
                      <a:pt x="1186" y="2067"/>
                      <a:pt x="1190" y="2066"/>
                      <a:pt x="1192" y="2066"/>
                    </a:cubicBezTo>
                    <a:cubicBezTo>
                      <a:pt x="1195" y="2065"/>
                      <a:pt x="1197" y="2065"/>
                      <a:pt x="1200" y="2065"/>
                    </a:cubicBezTo>
                    <a:cubicBezTo>
                      <a:pt x="1203" y="2065"/>
                      <a:pt x="1205" y="2064"/>
                      <a:pt x="1205" y="2061"/>
                    </a:cubicBezTo>
                    <a:cubicBezTo>
                      <a:pt x="1206" y="2059"/>
                      <a:pt x="1204" y="2056"/>
                      <a:pt x="1201" y="2055"/>
                    </a:cubicBezTo>
                    <a:cubicBezTo>
                      <a:pt x="1199" y="2054"/>
                      <a:pt x="1196" y="2054"/>
                      <a:pt x="1194" y="2054"/>
                    </a:cubicBezTo>
                    <a:cubicBezTo>
                      <a:pt x="1192" y="2054"/>
                      <a:pt x="1190" y="2055"/>
                      <a:pt x="1188" y="2055"/>
                    </a:cubicBezTo>
                    <a:cubicBezTo>
                      <a:pt x="1184" y="2057"/>
                      <a:pt x="1179" y="2053"/>
                      <a:pt x="1175" y="2052"/>
                    </a:cubicBezTo>
                    <a:cubicBezTo>
                      <a:pt x="1173" y="2051"/>
                      <a:pt x="1172" y="2052"/>
                      <a:pt x="1171" y="2052"/>
                    </a:cubicBezTo>
                    <a:cubicBezTo>
                      <a:pt x="1169" y="2053"/>
                      <a:pt x="1167" y="2053"/>
                      <a:pt x="1165" y="2052"/>
                    </a:cubicBezTo>
                    <a:cubicBezTo>
                      <a:pt x="1164" y="2051"/>
                      <a:pt x="1162" y="2050"/>
                      <a:pt x="1161" y="2050"/>
                    </a:cubicBezTo>
                    <a:cubicBezTo>
                      <a:pt x="1159" y="2049"/>
                      <a:pt x="1156" y="2049"/>
                      <a:pt x="1155" y="2047"/>
                    </a:cubicBezTo>
                    <a:cubicBezTo>
                      <a:pt x="1153" y="2045"/>
                      <a:pt x="1153" y="2042"/>
                      <a:pt x="1152" y="2040"/>
                    </a:cubicBezTo>
                    <a:cubicBezTo>
                      <a:pt x="1151" y="2037"/>
                      <a:pt x="1150" y="2035"/>
                      <a:pt x="1148" y="2034"/>
                    </a:cubicBezTo>
                    <a:cubicBezTo>
                      <a:pt x="1146" y="2033"/>
                      <a:pt x="1143" y="2032"/>
                      <a:pt x="1141" y="2032"/>
                    </a:cubicBezTo>
                    <a:cubicBezTo>
                      <a:pt x="1139" y="2031"/>
                      <a:pt x="1136" y="2032"/>
                      <a:pt x="1134" y="2031"/>
                    </a:cubicBezTo>
                    <a:cubicBezTo>
                      <a:pt x="1132" y="2030"/>
                      <a:pt x="1134" y="2027"/>
                      <a:pt x="1134" y="2025"/>
                    </a:cubicBezTo>
                    <a:cubicBezTo>
                      <a:pt x="1134" y="2023"/>
                      <a:pt x="1134" y="2022"/>
                      <a:pt x="1132" y="2020"/>
                    </a:cubicBezTo>
                    <a:cubicBezTo>
                      <a:pt x="1131" y="2018"/>
                      <a:pt x="1129" y="2017"/>
                      <a:pt x="1128" y="2016"/>
                    </a:cubicBezTo>
                    <a:cubicBezTo>
                      <a:pt x="1126" y="2015"/>
                      <a:pt x="1126" y="2013"/>
                      <a:pt x="1125" y="2012"/>
                    </a:cubicBezTo>
                    <a:cubicBezTo>
                      <a:pt x="1123" y="2011"/>
                      <a:pt x="1121" y="2010"/>
                      <a:pt x="1119" y="2010"/>
                    </a:cubicBezTo>
                    <a:cubicBezTo>
                      <a:pt x="1117" y="2010"/>
                      <a:pt x="1115" y="2010"/>
                      <a:pt x="1114" y="2011"/>
                    </a:cubicBezTo>
                    <a:cubicBezTo>
                      <a:pt x="1112" y="2011"/>
                      <a:pt x="1111" y="2012"/>
                      <a:pt x="1109" y="2013"/>
                    </a:cubicBezTo>
                    <a:cubicBezTo>
                      <a:pt x="1107" y="2014"/>
                      <a:pt x="1105" y="2015"/>
                      <a:pt x="1103" y="2016"/>
                    </a:cubicBezTo>
                    <a:cubicBezTo>
                      <a:pt x="1101" y="2016"/>
                      <a:pt x="1099" y="2018"/>
                      <a:pt x="1101" y="2020"/>
                    </a:cubicBezTo>
                    <a:cubicBezTo>
                      <a:pt x="1102" y="2022"/>
                      <a:pt x="1105" y="2022"/>
                      <a:pt x="1107" y="2021"/>
                    </a:cubicBezTo>
                    <a:cubicBezTo>
                      <a:pt x="1110" y="2021"/>
                      <a:pt x="1112" y="2020"/>
                      <a:pt x="1114" y="2020"/>
                    </a:cubicBezTo>
                    <a:cubicBezTo>
                      <a:pt x="1117" y="2020"/>
                      <a:pt x="1120" y="2021"/>
                      <a:pt x="1122" y="2022"/>
                    </a:cubicBezTo>
                    <a:cubicBezTo>
                      <a:pt x="1123" y="2024"/>
                      <a:pt x="1123" y="2025"/>
                      <a:pt x="1123" y="2027"/>
                    </a:cubicBezTo>
                    <a:cubicBezTo>
                      <a:pt x="1123" y="2029"/>
                      <a:pt x="1124" y="2030"/>
                      <a:pt x="1126" y="2031"/>
                    </a:cubicBezTo>
                    <a:cubicBezTo>
                      <a:pt x="1128" y="2032"/>
                      <a:pt x="1129" y="2033"/>
                      <a:pt x="1129" y="2035"/>
                    </a:cubicBezTo>
                    <a:cubicBezTo>
                      <a:pt x="1128" y="2036"/>
                      <a:pt x="1126" y="2038"/>
                      <a:pt x="1124" y="2038"/>
                    </a:cubicBezTo>
                    <a:cubicBezTo>
                      <a:pt x="1122" y="2038"/>
                      <a:pt x="1120" y="2037"/>
                      <a:pt x="1118" y="2036"/>
                    </a:cubicBezTo>
                    <a:cubicBezTo>
                      <a:pt x="1117" y="2035"/>
                      <a:pt x="1116" y="2034"/>
                      <a:pt x="1115" y="2033"/>
                    </a:cubicBezTo>
                    <a:cubicBezTo>
                      <a:pt x="1115" y="2035"/>
                      <a:pt x="1114" y="2036"/>
                      <a:pt x="1112" y="2035"/>
                    </a:cubicBezTo>
                    <a:cubicBezTo>
                      <a:pt x="1111" y="2035"/>
                      <a:pt x="1111" y="2033"/>
                      <a:pt x="1109" y="2033"/>
                    </a:cubicBezTo>
                    <a:cubicBezTo>
                      <a:pt x="1108" y="2032"/>
                      <a:pt x="1108" y="2035"/>
                      <a:pt x="1108" y="2036"/>
                    </a:cubicBezTo>
                    <a:cubicBezTo>
                      <a:pt x="1109" y="2037"/>
                      <a:pt x="1109" y="2038"/>
                      <a:pt x="1107" y="2039"/>
                    </a:cubicBezTo>
                    <a:cubicBezTo>
                      <a:pt x="1106" y="2040"/>
                      <a:pt x="1104" y="2040"/>
                      <a:pt x="1102" y="2040"/>
                    </a:cubicBezTo>
                    <a:cubicBezTo>
                      <a:pt x="1100" y="2040"/>
                      <a:pt x="1098" y="2040"/>
                      <a:pt x="1098" y="2039"/>
                    </a:cubicBezTo>
                    <a:cubicBezTo>
                      <a:pt x="1097" y="2036"/>
                      <a:pt x="1097" y="2034"/>
                      <a:pt x="1098" y="2032"/>
                    </a:cubicBezTo>
                    <a:cubicBezTo>
                      <a:pt x="1098" y="2030"/>
                      <a:pt x="1098" y="2028"/>
                      <a:pt x="1096" y="2027"/>
                    </a:cubicBezTo>
                    <a:cubicBezTo>
                      <a:pt x="1095" y="2027"/>
                      <a:pt x="1094" y="2027"/>
                      <a:pt x="1093" y="2029"/>
                    </a:cubicBezTo>
                    <a:cubicBezTo>
                      <a:pt x="1092" y="2030"/>
                      <a:pt x="1092" y="2031"/>
                      <a:pt x="1092" y="2032"/>
                    </a:cubicBezTo>
                    <a:cubicBezTo>
                      <a:pt x="1092" y="2036"/>
                      <a:pt x="1089" y="2036"/>
                      <a:pt x="1086" y="2034"/>
                    </a:cubicBezTo>
                    <a:cubicBezTo>
                      <a:pt x="1084" y="2033"/>
                      <a:pt x="1081" y="2029"/>
                      <a:pt x="1082" y="2026"/>
                    </a:cubicBezTo>
                    <a:cubicBezTo>
                      <a:pt x="1083" y="2025"/>
                      <a:pt x="1085" y="2024"/>
                      <a:pt x="1086" y="2023"/>
                    </a:cubicBezTo>
                    <a:cubicBezTo>
                      <a:pt x="1087" y="2023"/>
                      <a:pt x="1090" y="2021"/>
                      <a:pt x="1089" y="2019"/>
                    </a:cubicBezTo>
                    <a:cubicBezTo>
                      <a:pt x="1089" y="2018"/>
                      <a:pt x="1088" y="2018"/>
                      <a:pt x="1087" y="2018"/>
                    </a:cubicBezTo>
                    <a:cubicBezTo>
                      <a:pt x="1086" y="2018"/>
                      <a:pt x="1085" y="2018"/>
                      <a:pt x="1085" y="2017"/>
                    </a:cubicBezTo>
                    <a:cubicBezTo>
                      <a:pt x="1083" y="2016"/>
                      <a:pt x="1082" y="2015"/>
                      <a:pt x="1081" y="2014"/>
                    </a:cubicBezTo>
                    <a:cubicBezTo>
                      <a:pt x="1080" y="2012"/>
                      <a:pt x="1079" y="2011"/>
                      <a:pt x="1079" y="2009"/>
                    </a:cubicBezTo>
                    <a:cubicBezTo>
                      <a:pt x="1078" y="2008"/>
                      <a:pt x="1078" y="2007"/>
                      <a:pt x="1079" y="2006"/>
                    </a:cubicBezTo>
                    <a:cubicBezTo>
                      <a:pt x="1079" y="2005"/>
                      <a:pt x="1078" y="2004"/>
                      <a:pt x="1080" y="2003"/>
                    </a:cubicBezTo>
                    <a:cubicBezTo>
                      <a:pt x="1082" y="2002"/>
                      <a:pt x="1083" y="2002"/>
                      <a:pt x="1085" y="2002"/>
                    </a:cubicBezTo>
                    <a:cubicBezTo>
                      <a:pt x="1087" y="2003"/>
                      <a:pt x="1090" y="2003"/>
                      <a:pt x="1093" y="2003"/>
                    </a:cubicBezTo>
                    <a:cubicBezTo>
                      <a:pt x="1095" y="2003"/>
                      <a:pt x="1097" y="2002"/>
                      <a:pt x="1099" y="2001"/>
                    </a:cubicBezTo>
                    <a:cubicBezTo>
                      <a:pt x="1099" y="2000"/>
                      <a:pt x="1101" y="1999"/>
                      <a:pt x="1101" y="1998"/>
                    </a:cubicBezTo>
                    <a:cubicBezTo>
                      <a:pt x="1102" y="1997"/>
                      <a:pt x="1101" y="1997"/>
                      <a:pt x="1101" y="1996"/>
                    </a:cubicBezTo>
                    <a:cubicBezTo>
                      <a:pt x="1098" y="1993"/>
                      <a:pt x="1103" y="1990"/>
                      <a:pt x="1105" y="1990"/>
                    </a:cubicBezTo>
                    <a:cubicBezTo>
                      <a:pt x="1107" y="1990"/>
                      <a:pt x="1109" y="1991"/>
                      <a:pt x="1110" y="1991"/>
                    </a:cubicBezTo>
                    <a:cubicBezTo>
                      <a:pt x="1112" y="1992"/>
                      <a:pt x="1113" y="1993"/>
                      <a:pt x="1115" y="1994"/>
                    </a:cubicBezTo>
                    <a:cubicBezTo>
                      <a:pt x="1116" y="1995"/>
                      <a:pt x="1118" y="1996"/>
                      <a:pt x="1119" y="1996"/>
                    </a:cubicBezTo>
                    <a:cubicBezTo>
                      <a:pt x="1120" y="1995"/>
                      <a:pt x="1121" y="1993"/>
                      <a:pt x="1121" y="1992"/>
                    </a:cubicBezTo>
                    <a:cubicBezTo>
                      <a:pt x="1121" y="1989"/>
                      <a:pt x="1120" y="1988"/>
                      <a:pt x="1118" y="1986"/>
                    </a:cubicBezTo>
                    <a:cubicBezTo>
                      <a:pt x="1117" y="1986"/>
                      <a:pt x="1116" y="1985"/>
                      <a:pt x="1117" y="1983"/>
                    </a:cubicBezTo>
                    <a:cubicBezTo>
                      <a:pt x="1118" y="1981"/>
                      <a:pt x="1122" y="1980"/>
                      <a:pt x="1124" y="1980"/>
                    </a:cubicBezTo>
                    <a:cubicBezTo>
                      <a:pt x="1127" y="1979"/>
                      <a:pt x="1130" y="1982"/>
                      <a:pt x="1132" y="1984"/>
                    </a:cubicBezTo>
                    <a:cubicBezTo>
                      <a:pt x="1133" y="1985"/>
                      <a:pt x="1134" y="1987"/>
                      <a:pt x="1134" y="1988"/>
                    </a:cubicBezTo>
                    <a:cubicBezTo>
                      <a:pt x="1134" y="1990"/>
                      <a:pt x="1133" y="1992"/>
                      <a:pt x="1134" y="1994"/>
                    </a:cubicBezTo>
                    <a:cubicBezTo>
                      <a:pt x="1134" y="1997"/>
                      <a:pt x="1136" y="1999"/>
                      <a:pt x="1139" y="2000"/>
                    </a:cubicBezTo>
                    <a:cubicBezTo>
                      <a:pt x="1140" y="2001"/>
                      <a:pt x="1141" y="2001"/>
                      <a:pt x="1142" y="2001"/>
                    </a:cubicBezTo>
                    <a:cubicBezTo>
                      <a:pt x="1143" y="2002"/>
                      <a:pt x="1144" y="2002"/>
                      <a:pt x="1145" y="2002"/>
                    </a:cubicBezTo>
                    <a:cubicBezTo>
                      <a:pt x="1147" y="2003"/>
                      <a:pt x="1150" y="2001"/>
                      <a:pt x="1151" y="1999"/>
                    </a:cubicBezTo>
                    <a:cubicBezTo>
                      <a:pt x="1151" y="1998"/>
                      <a:pt x="1152" y="1994"/>
                      <a:pt x="1154" y="1995"/>
                    </a:cubicBezTo>
                    <a:cubicBezTo>
                      <a:pt x="1156" y="1996"/>
                      <a:pt x="1158" y="2001"/>
                      <a:pt x="1160" y="1999"/>
                    </a:cubicBezTo>
                    <a:cubicBezTo>
                      <a:pt x="1162" y="1997"/>
                      <a:pt x="1161" y="1993"/>
                      <a:pt x="1159" y="1991"/>
                    </a:cubicBezTo>
                    <a:cubicBezTo>
                      <a:pt x="1158" y="1990"/>
                      <a:pt x="1156" y="1988"/>
                      <a:pt x="1157" y="1987"/>
                    </a:cubicBezTo>
                    <a:cubicBezTo>
                      <a:pt x="1157" y="1985"/>
                      <a:pt x="1159" y="1985"/>
                      <a:pt x="1160" y="1985"/>
                    </a:cubicBezTo>
                    <a:cubicBezTo>
                      <a:pt x="1162" y="1985"/>
                      <a:pt x="1165" y="1985"/>
                      <a:pt x="1164" y="1982"/>
                    </a:cubicBezTo>
                    <a:cubicBezTo>
                      <a:pt x="1164" y="1980"/>
                      <a:pt x="1161" y="1979"/>
                      <a:pt x="1160" y="1976"/>
                    </a:cubicBezTo>
                    <a:cubicBezTo>
                      <a:pt x="1160" y="1974"/>
                      <a:pt x="1160" y="1973"/>
                      <a:pt x="1159" y="1971"/>
                    </a:cubicBezTo>
                    <a:cubicBezTo>
                      <a:pt x="1161" y="1971"/>
                      <a:pt x="1162" y="1971"/>
                      <a:pt x="1163" y="1971"/>
                    </a:cubicBezTo>
                    <a:cubicBezTo>
                      <a:pt x="1165" y="1972"/>
                      <a:pt x="1166" y="1973"/>
                      <a:pt x="1168" y="1972"/>
                    </a:cubicBezTo>
                    <a:cubicBezTo>
                      <a:pt x="1171" y="1972"/>
                      <a:pt x="1170" y="1968"/>
                      <a:pt x="1169" y="1966"/>
                    </a:cubicBezTo>
                    <a:cubicBezTo>
                      <a:pt x="1169" y="1963"/>
                      <a:pt x="1173" y="1963"/>
                      <a:pt x="1172" y="1961"/>
                    </a:cubicBezTo>
                    <a:cubicBezTo>
                      <a:pt x="1171" y="1958"/>
                      <a:pt x="1167" y="1958"/>
                      <a:pt x="1165" y="1957"/>
                    </a:cubicBezTo>
                    <a:cubicBezTo>
                      <a:pt x="1163" y="1956"/>
                      <a:pt x="1162" y="1953"/>
                      <a:pt x="1165" y="1952"/>
                    </a:cubicBezTo>
                    <a:cubicBezTo>
                      <a:pt x="1168" y="1952"/>
                      <a:pt x="1170" y="1953"/>
                      <a:pt x="1173" y="1954"/>
                    </a:cubicBezTo>
                    <a:cubicBezTo>
                      <a:pt x="1176" y="1955"/>
                      <a:pt x="1179" y="1956"/>
                      <a:pt x="1182" y="1956"/>
                    </a:cubicBezTo>
                    <a:cubicBezTo>
                      <a:pt x="1184" y="1956"/>
                      <a:pt x="1189" y="1955"/>
                      <a:pt x="1189" y="1958"/>
                    </a:cubicBezTo>
                    <a:cubicBezTo>
                      <a:pt x="1189" y="1960"/>
                      <a:pt x="1188" y="1961"/>
                      <a:pt x="1187" y="1962"/>
                    </a:cubicBezTo>
                    <a:cubicBezTo>
                      <a:pt x="1186" y="1964"/>
                      <a:pt x="1187" y="1966"/>
                      <a:pt x="1188" y="1967"/>
                    </a:cubicBezTo>
                    <a:cubicBezTo>
                      <a:pt x="1189" y="1969"/>
                      <a:pt x="1190" y="1971"/>
                      <a:pt x="1191" y="1973"/>
                    </a:cubicBezTo>
                    <a:cubicBezTo>
                      <a:pt x="1193" y="1976"/>
                      <a:pt x="1197" y="1977"/>
                      <a:pt x="1199" y="1978"/>
                    </a:cubicBezTo>
                    <a:cubicBezTo>
                      <a:pt x="1199" y="1978"/>
                      <a:pt x="1199" y="1978"/>
                      <a:pt x="1199" y="1978"/>
                    </a:cubicBezTo>
                    <a:cubicBezTo>
                      <a:pt x="1199" y="1982"/>
                      <a:pt x="1200" y="1983"/>
                      <a:pt x="1203" y="1985"/>
                    </a:cubicBezTo>
                    <a:cubicBezTo>
                      <a:pt x="1206" y="1987"/>
                      <a:pt x="1208" y="1990"/>
                      <a:pt x="1207" y="1994"/>
                    </a:cubicBezTo>
                    <a:cubicBezTo>
                      <a:pt x="1205" y="1997"/>
                      <a:pt x="1202" y="1998"/>
                      <a:pt x="1198" y="1997"/>
                    </a:cubicBezTo>
                    <a:cubicBezTo>
                      <a:pt x="1194" y="1996"/>
                      <a:pt x="1190" y="1993"/>
                      <a:pt x="1186" y="1992"/>
                    </a:cubicBezTo>
                    <a:cubicBezTo>
                      <a:pt x="1184" y="1992"/>
                      <a:pt x="1182" y="1992"/>
                      <a:pt x="1181" y="1994"/>
                    </a:cubicBezTo>
                    <a:cubicBezTo>
                      <a:pt x="1181" y="1995"/>
                      <a:pt x="1183" y="1997"/>
                      <a:pt x="1184" y="1998"/>
                    </a:cubicBezTo>
                    <a:cubicBezTo>
                      <a:pt x="1186" y="1999"/>
                      <a:pt x="1189" y="2000"/>
                      <a:pt x="1192" y="2001"/>
                    </a:cubicBezTo>
                    <a:cubicBezTo>
                      <a:pt x="1194" y="2002"/>
                      <a:pt x="1197" y="2002"/>
                      <a:pt x="1199" y="2003"/>
                    </a:cubicBezTo>
                    <a:cubicBezTo>
                      <a:pt x="1202" y="2005"/>
                      <a:pt x="1199" y="2008"/>
                      <a:pt x="1200" y="2010"/>
                    </a:cubicBezTo>
                    <a:cubicBezTo>
                      <a:pt x="1202" y="2013"/>
                      <a:pt x="1209" y="2012"/>
                      <a:pt x="1212" y="2011"/>
                    </a:cubicBezTo>
                    <a:cubicBezTo>
                      <a:pt x="1217" y="2009"/>
                      <a:pt x="1221" y="2006"/>
                      <a:pt x="1226" y="2003"/>
                    </a:cubicBezTo>
                    <a:cubicBezTo>
                      <a:pt x="1229" y="2001"/>
                      <a:pt x="1233" y="2000"/>
                      <a:pt x="1237" y="1999"/>
                    </a:cubicBezTo>
                    <a:cubicBezTo>
                      <a:pt x="1241" y="1998"/>
                      <a:pt x="1245" y="1997"/>
                      <a:pt x="1248" y="1995"/>
                    </a:cubicBezTo>
                    <a:cubicBezTo>
                      <a:pt x="1250" y="1993"/>
                      <a:pt x="1250" y="1990"/>
                      <a:pt x="1252" y="1988"/>
                    </a:cubicBezTo>
                    <a:cubicBezTo>
                      <a:pt x="1254" y="1987"/>
                      <a:pt x="1257" y="1987"/>
                      <a:pt x="1259" y="1985"/>
                    </a:cubicBezTo>
                    <a:cubicBezTo>
                      <a:pt x="1260" y="1984"/>
                      <a:pt x="1260" y="1983"/>
                      <a:pt x="1261" y="1981"/>
                    </a:cubicBezTo>
                    <a:cubicBezTo>
                      <a:pt x="1261" y="1980"/>
                      <a:pt x="1262" y="1979"/>
                      <a:pt x="1261" y="1977"/>
                    </a:cubicBezTo>
                    <a:cubicBezTo>
                      <a:pt x="1261" y="1974"/>
                      <a:pt x="1256" y="1977"/>
                      <a:pt x="1255" y="1975"/>
                    </a:cubicBezTo>
                    <a:cubicBezTo>
                      <a:pt x="1254" y="1974"/>
                      <a:pt x="1254" y="1972"/>
                      <a:pt x="1255" y="1971"/>
                    </a:cubicBezTo>
                    <a:cubicBezTo>
                      <a:pt x="1255" y="1969"/>
                      <a:pt x="1256" y="1967"/>
                      <a:pt x="1255" y="1965"/>
                    </a:cubicBezTo>
                    <a:cubicBezTo>
                      <a:pt x="1254" y="1960"/>
                      <a:pt x="1249" y="1958"/>
                      <a:pt x="1247" y="1955"/>
                    </a:cubicBezTo>
                    <a:cubicBezTo>
                      <a:pt x="1246" y="1953"/>
                      <a:pt x="1246" y="1951"/>
                      <a:pt x="1246" y="1950"/>
                    </a:cubicBezTo>
                    <a:cubicBezTo>
                      <a:pt x="1245" y="1948"/>
                      <a:pt x="1244" y="1946"/>
                      <a:pt x="1243" y="1945"/>
                    </a:cubicBezTo>
                    <a:cubicBezTo>
                      <a:pt x="1241" y="1943"/>
                      <a:pt x="1238" y="1941"/>
                      <a:pt x="1236" y="1938"/>
                    </a:cubicBezTo>
                    <a:cubicBezTo>
                      <a:pt x="1236" y="1936"/>
                      <a:pt x="1234" y="1933"/>
                      <a:pt x="1236" y="1931"/>
                    </a:cubicBezTo>
                    <a:cubicBezTo>
                      <a:pt x="1238" y="1930"/>
                      <a:pt x="1242" y="1929"/>
                      <a:pt x="1243" y="1926"/>
                    </a:cubicBezTo>
                    <a:cubicBezTo>
                      <a:pt x="1243" y="1926"/>
                      <a:pt x="1243" y="1925"/>
                      <a:pt x="1244" y="1924"/>
                    </a:cubicBezTo>
                    <a:cubicBezTo>
                      <a:pt x="1244" y="1922"/>
                      <a:pt x="1244" y="1921"/>
                      <a:pt x="1244" y="1919"/>
                    </a:cubicBezTo>
                    <a:cubicBezTo>
                      <a:pt x="1243" y="1918"/>
                      <a:pt x="1243" y="1918"/>
                      <a:pt x="1242" y="1917"/>
                    </a:cubicBezTo>
                    <a:cubicBezTo>
                      <a:pt x="1242" y="1917"/>
                      <a:pt x="1242" y="1916"/>
                      <a:pt x="1242" y="1916"/>
                    </a:cubicBezTo>
                    <a:cubicBezTo>
                      <a:pt x="1242" y="1914"/>
                      <a:pt x="1241" y="1913"/>
                      <a:pt x="1241" y="1912"/>
                    </a:cubicBezTo>
                    <a:cubicBezTo>
                      <a:pt x="1241" y="1910"/>
                      <a:pt x="1240" y="1908"/>
                      <a:pt x="1239" y="1907"/>
                    </a:cubicBezTo>
                    <a:cubicBezTo>
                      <a:pt x="1239" y="1906"/>
                      <a:pt x="1239" y="1905"/>
                      <a:pt x="1239" y="1905"/>
                    </a:cubicBezTo>
                    <a:cubicBezTo>
                      <a:pt x="1238" y="1904"/>
                      <a:pt x="1238" y="1904"/>
                      <a:pt x="1238" y="1903"/>
                    </a:cubicBezTo>
                    <a:cubicBezTo>
                      <a:pt x="1237" y="1903"/>
                      <a:pt x="1236" y="1902"/>
                      <a:pt x="1236" y="1902"/>
                    </a:cubicBezTo>
                    <a:cubicBezTo>
                      <a:pt x="1235" y="1901"/>
                      <a:pt x="1235" y="1901"/>
                      <a:pt x="1235" y="1901"/>
                    </a:cubicBezTo>
                    <a:cubicBezTo>
                      <a:pt x="1234" y="1900"/>
                      <a:pt x="1234" y="1899"/>
                      <a:pt x="1233" y="1899"/>
                    </a:cubicBezTo>
                    <a:cubicBezTo>
                      <a:pt x="1233" y="1898"/>
                      <a:pt x="1233" y="1898"/>
                      <a:pt x="1233" y="1897"/>
                    </a:cubicBezTo>
                    <a:cubicBezTo>
                      <a:pt x="1233" y="1896"/>
                      <a:pt x="1232" y="1896"/>
                      <a:pt x="1232" y="1895"/>
                    </a:cubicBezTo>
                    <a:cubicBezTo>
                      <a:pt x="1232" y="1895"/>
                      <a:pt x="1232" y="1894"/>
                      <a:pt x="1232" y="1893"/>
                    </a:cubicBezTo>
                    <a:cubicBezTo>
                      <a:pt x="1232" y="1892"/>
                      <a:pt x="1233" y="1890"/>
                      <a:pt x="1234" y="1890"/>
                    </a:cubicBezTo>
                    <a:cubicBezTo>
                      <a:pt x="1234" y="1887"/>
                      <a:pt x="1234" y="1885"/>
                      <a:pt x="1237" y="1883"/>
                    </a:cubicBezTo>
                    <a:cubicBezTo>
                      <a:pt x="1239" y="1881"/>
                      <a:pt x="1241" y="1882"/>
                      <a:pt x="1242" y="1885"/>
                    </a:cubicBezTo>
                    <a:cubicBezTo>
                      <a:pt x="1244" y="1889"/>
                      <a:pt x="1243" y="1893"/>
                      <a:pt x="1246" y="1897"/>
                    </a:cubicBezTo>
                    <a:cubicBezTo>
                      <a:pt x="1248" y="1900"/>
                      <a:pt x="1252" y="1901"/>
                      <a:pt x="1255" y="1902"/>
                    </a:cubicBezTo>
                    <a:cubicBezTo>
                      <a:pt x="1258" y="1903"/>
                      <a:pt x="1261" y="1905"/>
                      <a:pt x="1264" y="1906"/>
                    </a:cubicBezTo>
                    <a:cubicBezTo>
                      <a:pt x="1267" y="1908"/>
                      <a:pt x="1270" y="1910"/>
                      <a:pt x="1272" y="1913"/>
                    </a:cubicBezTo>
                    <a:cubicBezTo>
                      <a:pt x="1274" y="1916"/>
                      <a:pt x="1275" y="1920"/>
                      <a:pt x="1278" y="1923"/>
                    </a:cubicBezTo>
                    <a:cubicBezTo>
                      <a:pt x="1279" y="1925"/>
                      <a:pt x="1282" y="1928"/>
                      <a:pt x="1285" y="1927"/>
                    </a:cubicBezTo>
                    <a:cubicBezTo>
                      <a:pt x="1288" y="1926"/>
                      <a:pt x="1286" y="1921"/>
                      <a:pt x="1285" y="1919"/>
                    </a:cubicBezTo>
                    <a:cubicBezTo>
                      <a:pt x="1284" y="1916"/>
                      <a:pt x="1281" y="1912"/>
                      <a:pt x="1278" y="1910"/>
                    </a:cubicBezTo>
                    <a:cubicBezTo>
                      <a:pt x="1276" y="1909"/>
                      <a:pt x="1275" y="1908"/>
                      <a:pt x="1273" y="1908"/>
                    </a:cubicBezTo>
                    <a:cubicBezTo>
                      <a:pt x="1273" y="1907"/>
                      <a:pt x="1271" y="1907"/>
                      <a:pt x="1271" y="1906"/>
                    </a:cubicBezTo>
                    <a:cubicBezTo>
                      <a:pt x="1270" y="1904"/>
                      <a:pt x="1271" y="1902"/>
                      <a:pt x="1271" y="1901"/>
                    </a:cubicBezTo>
                    <a:cubicBezTo>
                      <a:pt x="1270" y="1898"/>
                      <a:pt x="1268" y="1897"/>
                      <a:pt x="1267" y="1894"/>
                    </a:cubicBezTo>
                    <a:cubicBezTo>
                      <a:pt x="1266" y="1891"/>
                      <a:pt x="1268" y="1889"/>
                      <a:pt x="1270" y="1887"/>
                    </a:cubicBezTo>
                    <a:cubicBezTo>
                      <a:pt x="1272" y="1886"/>
                      <a:pt x="1273" y="1885"/>
                      <a:pt x="1272" y="1882"/>
                    </a:cubicBezTo>
                    <a:cubicBezTo>
                      <a:pt x="1270" y="1880"/>
                      <a:pt x="1269" y="1878"/>
                      <a:pt x="1271" y="1876"/>
                    </a:cubicBezTo>
                    <a:cubicBezTo>
                      <a:pt x="1275" y="1871"/>
                      <a:pt x="1282" y="1873"/>
                      <a:pt x="1287" y="1876"/>
                    </a:cubicBezTo>
                    <a:cubicBezTo>
                      <a:pt x="1291" y="1878"/>
                      <a:pt x="1295" y="1881"/>
                      <a:pt x="1298" y="1885"/>
                    </a:cubicBezTo>
                    <a:cubicBezTo>
                      <a:pt x="1300" y="1888"/>
                      <a:pt x="1301" y="1892"/>
                      <a:pt x="1302" y="1896"/>
                    </a:cubicBezTo>
                    <a:cubicBezTo>
                      <a:pt x="1303" y="1899"/>
                      <a:pt x="1305" y="1902"/>
                      <a:pt x="1307" y="1905"/>
                    </a:cubicBezTo>
                    <a:cubicBezTo>
                      <a:pt x="1308" y="1907"/>
                      <a:pt x="1310" y="1908"/>
                      <a:pt x="1312" y="1909"/>
                    </a:cubicBezTo>
                    <a:cubicBezTo>
                      <a:pt x="1314" y="1910"/>
                      <a:pt x="1318" y="1912"/>
                      <a:pt x="1319" y="1915"/>
                    </a:cubicBezTo>
                    <a:cubicBezTo>
                      <a:pt x="1320" y="1919"/>
                      <a:pt x="1316" y="1919"/>
                      <a:pt x="1314" y="1920"/>
                    </a:cubicBezTo>
                    <a:cubicBezTo>
                      <a:pt x="1311" y="1920"/>
                      <a:pt x="1309" y="1921"/>
                      <a:pt x="1309" y="1924"/>
                    </a:cubicBezTo>
                    <a:cubicBezTo>
                      <a:pt x="1309" y="1927"/>
                      <a:pt x="1309" y="1929"/>
                      <a:pt x="1306" y="1929"/>
                    </a:cubicBezTo>
                    <a:cubicBezTo>
                      <a:pt x="1305" y="1929"/>
                      <a:pt x="1303" y="1929"/>
                      <a:pt x="1301" y="1929"/>
                    </a:cubicBezTo>
                    <a:cubicBezTo>
                      <a:pt x="1301" y="1929"/>
                      <a:pt x="1299" y="1929"/>
                      <a:pt x="1298" y="1930"/>
                    </a:cubicBezTo>
                    <a:cubicBezTo>
                      <a:pt x="1298" y="1931"/>
                      <a:pt x="1300" y="1932"/>
                      <a:pt x="1300" y="1932"/>
                    </a:cubicBezTo>
                    <a:cubicBezTo>
                      <a:pt x="1301" y="1934"/>
                      <a:pt x="1303" y="1935"/>
                      <a:pt x="1303" y="1936"/>
                    </a:cubicBezTo>
                    <a:cubicBezTo>
                      <a:pt x="1305" y="1938"/>
                      <a:pt x="1304" y="1941"/>
                      <a:pt x="1302" y="1942"/>
                    </a:cubicBezTo>
                    <a:cubicBezTo>
                      <a:pt x="1299" y="1943"/>
                      <a:pt x="1297" y="1943"/>
                      <a:pt x="1294" y="1942"/>
                    </a:cubicBezTo>
                    <a:cubicBezTo>
                      <a:pt x="1292" y="1941"/>
                      <a:pt x="1289" y="1938"/>
                      <a:pt x="1286" y="1939"/>
                    </a:cubicBezTo>
                    <a:cubicBezTo>
                      <a:pt x="1283" y="1940"/>
                      <a:pt x="1287" y="1945"/>
                      <a:pt x="1288" y="1946"/>
                    </a:cubicBezTo>
                    <a:cubicBezTo>
                      <a:pt x="1289" y="1947"/>
                      <a:pt x="1290" y="1948"/>
                      <a:pt x="1290" y="1949"/>
                    </a:cubicBezTo>
                    <a:cubicBezTo>
                      <a:pt x="1290" y="1950"/>
                      <a:pt x="1289" y="1950"/>
                      <a:pt x="1288" y="1950"/>
                    </a:cubicBezTo>
                    <a:cubicBezTo>
                      <a:pt x="1286" y="1950"/>
                      <a:pt x="1281" y="1950"/>
                      <a:pt x="1280" y="1952"/>
                    </a:cubicBezTo>
                    <a:cubicBezTo>
                      <a:pt x="1279" y="1955"/>
                      <a:pt x="1283" y="1959"/>
                      <a:pt x="1285" y="1961"/>
                    </a:cubicBezTo>
                    <a:cubicBezTo>
                      <a:pt x="1287" y="1963"/>
                      <a:pt x="1290" y="1965"/>
                      <a:pt x="1292" y="1968"/>
                    </a:cubicBezTo>
                    <a:cubicBezTo>
                      <a:pt x="1294" y="1970"/>
                      <a:pt x="1296" y="1973"/>
                      <a:pt x="1299" y="1974"/>
                    </a:cubicBezTo>
                    <a:cubicBezTo>
                      <a:pt x="1302" y="1975"/>
                      <a:pt x="1304" y="1974"/>
                      <a:pt x="1307" y="1973"/>
                    </a:cubicBezTo>
                    <a:cubicBezTo>
                      <a:pt x="1314" y="1971"/>
                      <a:pt x="1321" y="1973"/>
                      <a:pt x="1328" y="1975"/>
                    </a:cubicBezTo>
                    <a:cubicBezTo>
                      <a:pt x="1330" y="1975"/>
                      <a:pt x="1333" y="1976"/>
                      <a:pt x="1335" y="1976"/>
                    </a:cubicBezTo>
                    <a:cubicBezTo>
                      <a:pt x="1337" y="1976"/>
                      <a:pt x="1340" y="1975"/>
                      <a:pt x="1343" y="1975"/>
                    </a:cubicBezTo>
                    <a:cubicBezTo>
                      <a:pt x="1345" y="1975"/>
                      <a:pt x="1348" y="1976"/>
                      <a:pt x="1347" y="1979"/>
                    </a:cubicBezTo>
                    <a:cubicBezTo>
                      <a:pt x="1345" y="1982"/>
                      <a:pt x="1342" y="1984"/>
                      <a:pt x="1340" y="1987"/>
                    </a:cubicBezTo>
                    <a:cubicBezTo>
                      <a:pt x="1339" y="1989"/>
                      <a:pt x="1341" y="1991"/>
                      <a:pt x="1341" y="1993"/>
                    </a:cubicBezTo>
                    <a:cubicBezTo>
                      <a:pt x="1341" y="1996"/>
                      <a:pt x="1340" y="1998"/>
                      <a:pt x="1339" y="2000"/>
                    </a:cubicBezTo>
                    <a:cubicBezTo>
                      <a:pt x="1338" y="2002"/>
                      <a:pt x="1338" y="2005"/>
                      <a:pt x="1336" y="2006"/>
                    </a:cubicBezTo>
                    <a:cubicBezTo>
                      <a:pt x="1335" y="2008"/>
                      <a:pt x="1332" y="2008"/>
                      <a:pt x="1330" y="2008"/>
                    </a:cubicBezTo>
                    <a:cubicBezTo>
                      <a:pt x="1325" y="2009"/>
                      <a:pt x="1320" y="2009"/>
                      <a:pt x="1316" y="2006"/>
                    </a:cubicBezTo>
                    <a:cubicBezTo>
                      <a:pt x="1313" y="2005"/>
                      <a:pt x="1312" y="2002"/>
                      <a:pt x="1315" y="2001"/>
                    </a:cubicBezTo>
                    <a:cubicBezTo>
                      <a:pt x="1317" y="2000"/>
                      <a:pt x="1320" y="2000"/>
                      <a:pt x="1322" y="2001"/>
                    </a:cubicBezTo>
                    <a:cubicBezTo>
                      <a:pt x="1324" y="2002"/>
                      <a:pt x="1326" y="2003"/>
                      <a:pt x="1329" y="2002"/>
                    </a:cubicBezTo>
                    <a:cubicBezTo>
                      <a:pt x="1332" y="2002"/>
                      <a:pt x="1333" y="1999"/>
                      <a:pt x="1333" y="1996"/>
                    </a:cubicBezTo>
                    <a:cubicBezTo>
                      <a:pt x="1333" y="1992"/>
                      <a:pt x="1330" y="1989"/>
                      <a:pt x="1328" y="1987"/>
                    </a:cubicBezTo>
                    <a:cubicBezTo>
                      <a:pt x="1325" y="1985"/>
                      <a:pt x="1323" y="1985"/>
                      <a:pt x="1320" y="1985"/>
                    </a:cubicBezTo>
                    <a:cubicBezTo>
                      <a:pt x="1317" y="1985"/>
                      <a:pt x="1315" y="1986"/>
                      <a:pt x="1312" y="1986"/>
                    </a:cubicBezTo>
                    <a:cubicBezTo>
                      <a:pt x="1310" y="1985"/>
                      <a:pt x="1308" y="1984"/>
                      <a:pt x="1305" y="1983"/>
                    </a:cubicBezTo>
                    <a:cubicBezTo>
                      <a:pt x="1303" y="1983"/>
                      <a:pt x="1301" y="1983"/>
                      <a:pt x="1299" y="1985"/>
                    </a:cubicBezTo>
                    <a:cubicBezTo>
                      <a:pt x="1297" y="1987"/>
                      <a:pt x="1296" y="1988"/>
                      <a:pt x="1293" y="1988"/>
                    </a:cubicBezTo>
                    <a:cubicBezTo>
                      <a:pt x="1291" y="1987"/>
                      <a:pt x="1288" y="1985"/>
                      <a:pt x="1286" y="1986"/>
                    </a:cubicBezTo>
                    <a:cubicBezTo>
                      <a:pt x="1284" y="1986"/>
                      <a:pt x="1284" y="1990"/>
                      <a:pt x="1284" y="1991"/>
                    </a:cubicBezTo>
                    <a:cubicBezTo>
                      <a:pt x="1284" y="1994"/>
                      <a:pt x="1286" y="1996"/>
                      <a:pt x="1287" y="1998"/>
                    </a:cubicBezTo>
                    <a:cubicBezTo>
                      <a:pt x="1289" y="2000"/>
                      <a:pt x="1290" y="2002"/>
                      <a:pt x="1288" y="2004"/>
                    </a:cubicBezTo>
                    <a:cubicBezTo>
                      <a:pt x="1288" y="2006"/>
                      <a:pt x="1285" y="2008"/>
                      <a:pt x="1286" y="2009"/>
                    </a:cubicBezTo>
                    <a:cubicBezTo>
                      <a:pt x="1287" y="2011"/>
                      <a:pt x="1290" y="2012"/>
                      <a:pt x="1291" y="2014"/>
                    </a:cubicBezTo>
                    <a:cubicBezTo>
                      <a:pt x="1293" y="2016"/>
                      <a:pt x="1292" y="2019"/>
                      <a:pt x="1292" y="2021"/>
                    </a:cubicBezTo>
                    <a:cubicBezTo>
                      <a:pt x="1292" y="2024"/>
                      <a:pt x="1294" y="2026"/>
                      <a:pt x="1296" y="2027"/>
                    </a:cubicBezTo>
                    <a:cubicBezTo>
                      <a:pt x="1299" y="2028"/>
                      <a:pt x="1301" y="2029"/>
                      <a:pt x="1304" y="2030"/>
                    </a:cubicBezTo>
                    <a:cubicBezTo>
                      <a:pt x="1305" y="2030"/>
                      <a:pt x="1308" y="2032"/>
                      <a:pt x="1309" y="2030"/>
                    </a:cubicBezTo>
                    <a:cubicBezTo>
                      <a:pt x="1310" y="2028"/>
                      <a:pt x="1308" y="2024"/>
                      <a:pt x="1307" y="2023"/>
                    </a:cubicBezTo>
                    <a:cubicBezTo>
                      <a:pt x="1306" y="2020"/>
                      <a:pt x="1305" y="2017"/>
                      <a:pt x="1305" y="2015"/>
                    </a:cubicBezTo>
                    <a:cubicBezTo>
                      <a:pt x="1305" y="2013"/>
                      <a:pt x="1306" y="2010"/>
                      <a:pt x="1308" y="2009"/>
                    </a:cubicBezTo>
                    <a:cubicBezTo>
                      <a:pt x="1311" y="2009"/>
                      <a:pt x="1313" y="2012"/>
                      <a:pt x="1314" y="2013"/>
                    </a:cubicBezTo>
                    <a:cubicBezTo>
                      <a:pt x="1319" y="2019"/>
                      <a:pt x="1320" y="2025"/>
                      <a:pt x="1322" y="2031"/>
                    </a:cubicBezTo>
                    <a:cubicBezTo>
                      <a:pt x="1323" y="2033"/>
                      <a:pt x="1324" y="2034"/>
                      <a:pt x="1326" y="2034"/>
                    </a:cubicBezTo>
                    <a:cubicBezTo>
                      <a:pt x="1328" y="2035"/>
                      <a:pt x="1332" y="2036"/>
                      <a:pt x="1333" y="2038"/>
                    </a:cubicBezTo>
                    <a:cubicBezTo>
                      <a:pt x="1333" y="2040"/>
                      <a:pt x="1331" y="2042"/>
                      <a:pt x="1331" y="2044"/>
                    </a:cubicBezTo>
                    <a:cubicBezTo>
                      <a:pt x="1330" y="2046"/>
                      <a:pt x="1332" y="2048"/>
                      <a:pt x="1333" y="2051"/>
                    </a:cubicBezTo>
                    <a:cubicBezTo>
                      <a:pt x="1334" y="2053"/>
                      <a:pt x="1334" y="2054"/>
                      <a:pt x="1332" y="2055"/>
                    </a:cubicBezTo>
                    <a:cubicBezTo>
                      <a:pt x="1330" y="2058"/>
                      <a:pt x="1330" y="2062"/>
                      <a:pt x="1330" y="2066"/>
                    </a:cubicBezTo>
                    <a:cubicBezTo>
                      <a:pt x="1330" y="2067"/>
                      <a:pt x="1331" y="2068"/>
                      <a:pt x="1329" y="2069"/>
                    </a:cubicBezTo>
                    <a:cubicBezTo>
                      <a:pt x="1328" y="2069"/>
                      <a:pt x="1327" y="2069"/>
                      <a:pt x="1326" y="2069"/>
                    </a:cubicBezTo>
                    <a:cubicBezTo>
                      <a:pt x="1324" y="2068"/>
                      <a:pt x="1325" y="2066"/>
                      <a:pt x="1325" y="2065"/>
                    </a:cubicBezTo>
                    <a:cubicBezTo>
                      <a:pt x="1325" y="2062"/>
                      <a:pt x="1324" y="2058"/>
                      <a:pt x="1322" y="2056"/>
                    </a:cubicBezTo>
                    <a:cubicBezTo>
                      <a:pt x="1321" y="2054"/>
                      <a:pt x="1320" y="2054"/>
                      <a:pt x="1318" y="2053"/>
                    </a:cubicBezTo>
                    <a:cubicBezTo>
                      <a:pt x="1318" y="2053"/>
                      <a:pt x="1317" y="2053"/>
                      <a:pt x="1317" y="2053"/>
                    </a:cubicBezTo>
                    <a:cubicBezTo>
                      <a:pt x="1316" y="2053"/>
                      <a:pt x="1315" y="2053"/>
                      <a:pt x="1314" y="2053"/>
                    </a:cubicBezTo>
                    <a:cubicBezTo>
                      <a:pt x="1313" y="2053"/>
                      <a:pt x="1313" y="2054"/>
                      <a:pt x="1313" y="2055"/>
                    </a:cubicBezTo>
                    <a:cubicBezTo>
                      <a:pt x="1313" y="2057"/>
                      <a:pt x="1315" y="2059"/>
                      <a:pt x="1317" y="2060"/>
                    </a:cubicBezTo>
                    <a:cubicBezTo>
                      <a:pt x="1319" y="2061"/>
                      <a:pt x="1321" y="2065"/>
                      <a:pt x="1320" y="2068"/>
                    </a:cubicBezTo>
                    <a:cubicBezTo>
                      <a:pt x="1319" y="2069"/>
                      <a:pt x="1320" y="2070"/>
                      <a:pt x="1321" y="2072"/>
                    </a:cubicBezTo>
                    <a:cubicBezTo>
                      <a:pt x="1322" y="2074"/>
                      <a:pt x="1321" y="2076"/>
                      <a:pt x="1320" y="2077"/>
                    </a:cubicBezTo>
                    <a:cubicBezTo>
                      <a:pt x="1320" y="2077"/>
                      <a:pt x="1319" y="2078"/>
                      <a:pt x="1319" y="2078"/>
                    </a:cubicBezTo>
                    <a:cubicBezTo>
                      <a:pt x="1318" y="2078"/>
                      <a:pt x="1317" y="2079"/>
                      <a:pt x="1316" y="2079"/>
                    </a:cubicBezTo>
                    <a:cubicBezTo>
                      <a:pt x="1315" y="2080"/>
                      <a:pt x="1313" y="2081"/>
                      <a:pt x="1312" y="2080"/>
                    </a:cubicBezTo>
                    <a:cubicBezTo>
                      <a:pt x="1309" y="2080"/>
                      <a:pt x="1306" y="2081"/>
                      <a:pt x="1305" y="2085"/>
                    </a:cubicBezTo>
                    <a:cubicBezTo>
                      <a:pt x="1305" y="2086"/>
                      <a:pt x="1306" y="2088"/>
                      <a:pt x="1306" y="2089"/>
                    </a:cubicBezTo>
                    <a:cubicBezTo>
                      <a:pt x="1306" y="2090"/>
                      <a:pt x="1306" y="2090"/>
                      <a:pt x="1306" y="2091"/>
                    </a:cubicBezTo>
                    <a:cubicBezTo>
                      <a:pt x="1305" y="2092"/>
                      <a:pt x="1306" y="2093"/>
                      <a:pt x="1306" y="2094"/>
                    </a:cubicBezTo>
                    <a:cubicBezTo>
                      <a:pt x="1307" y="2096"/>
                      <a:pt x="1307" y="2097"/>
                      <a:pt x="1307" y="2099"/>
                    </a:cubicBezTo>
                    <a:cubicBezTo>
                      <a:pt x="1307" y="2101"/>
                      <a:pt x="1306" y="2102"/>
                      <a:pt x="1305" y="2102"/>
                    </a:cubicBezTo>
                    <a:cubicBezTo>
                      <a:pt x="1304" y="2103"/>
                      <a:pt x="1300" y="2102"/>
                      <a:pt x="1299" y="2100"/>
                    </a:cubicBezTo>
                    <a:cubicBezTo>
                      <a:pt x="1298" y="2099"/>
                      <a:pt x="1297" y="2098"/>
                      <a:pt x="1296" y="2099"/>
                    </a:cubicBezTo>
                    <a:cubicBezTo>
                      <a:pt x="1294" y="2099"/>
                      <a:pt x="1295" y="2102"/>
                      <a:pt x="1296" y="2103"/>
                    </a:cubicBezTo>
                    <a:cubicBezTo>
                      <a:pt x="1297" y="2104"/>
                      <a:pt x="1298" y="2106"/>
                      <a:pt x="1298" y="2107"/>
                    </a:cubicBezTo>
                    <a:cubicBezTo>
                      <a:pt x="1299" y="2109"/>
                      <a:pt x="1298" y="2110"/>
                      <a:pt x="1297" y="2111"/>
                    </a:cubicBezTo>
                    <a:cubicBezTo>
                      <a:pt x="1296" y="2112"/>
                      <a:pt x="1295" y="2112"/>
                      <a:pt x="1294" y="2112"/>
                    </a:cubicBezTo>
                    <a:cubicBezTo>
                      <a:pt x="1292" y="2111"/>
                      <a:pt x="1292" y="2109"/>
                      <a:pt x="1292" y="2108"/>
                    </a:cubicBezTo>
                    <a:cubicBezTo>
                      <a:pt x="1291" y="2106"/>
                      <a:pt x="1291" y="2106"/>
                      <a:pt x="1289" y="2106"/>
                    </a:cubicBezTo>
                    <a:cubicBezTo>
                      <a:pt x="1287" y="2106"/>
                      <a:pt x="1287" y="2106"/>
                      <a:pt x="1286" y="2108"/>
                    </a:cubicBezTo>
                    <a:cubicBezTo>
                      <a:pt x="1285" y="2109"/>
                      <a:pt x="1284" y="2111"/>
                      <a:pt x="1285" y="2112"/>
                    </a:cubicBezTo>
                    <a:cubicBezTo>
                      <a:pt x="1286" y="2115"/>
                      <a:pt x="1288" y="2115"/>
                      <a:pt x="1289" y="2117"/>
                    </a:cubicBezTo>
                    <a:cubicBezTo>
                      <a:pt x="1290" y="2118"/>
                      <a:pt x="1291" y="2119"/>
                      <a:pt x="1290" y="2120"/>
                    </a:cubicBezTo>
                    <a:cubicBezTo>
                      <a:pt x="1289" y="2121"/>
                      <a:pt x="1288" y="2121"/>
                      <a:pt x="1287" y="2122"/>
                    </a:cubicBezTo>
                    <a:cubicBezTo>
                      <a:pt x="1286" y="2122"/>
                      <a:pt x="1285" y="2123"/>
                      <a:pt x="1285" y="2124"/>
                    </a:cubicBezTo>
                    <a:cubicBezTo>
                      <a:pt x="1285" y="2125"/>
                      <a:pt x="1287" y="2126"/>
                      <a:pt x="1288" y="2127"/>
                    </a:cubicBezTo>
                    <a:cubicBezTo>
                      <a:pt x="1288" y="2128"/>
                      <a:pt x="1287" y="2129"/>
                      <a:pt x="1286" y="2129"/>
                    </a:cubicBezTo>
                    <a:cubicBezTo>
                      <a:pt x="1285" y="2130"/>
                      <a:pt x="1284" y="2130"/>
                      <a:pt x="1284" y="2132"/>
                    </a:cubicBezTo>
                    <a:cubicBezTo>
                      <a:pt x="1284" y="2132"/>
                      <a:pt x="1284" y="2133"/>
                      <a:pt x="1284" y="2134"/>
                    </a:cubicBezTo>
                    <a:cubicBezTo>
                      <a:pt x="1283" y="2135"/>
                      <a:pt x="1283" y="2135"/>
                      <a:pt x="1283" y="2136"/>
                    </a:cubicBezTo>
                    <a:cubicBezTo>
                      <a:pt x="1283" y="2137"/>
                      <a:pt x="1282" y="2138"/>
                      <a:pt x="1281" y="2139"/>
                    </a:cubicBezTo>
                    <a:cubicBezTo>
                      <a:pt x="1281" y="2139"/>
                      <a:pt x="1281" y="2139"/>
                      <a:pt x="1280" y="2139"/>
                    </a:cubicBezTo>
                    <a:cubicBezTo>
                      <a:pt x="1280" y="2139"/>
                      <a:pt x="1279" y="2140"/>
                      <a:pt x="1279" y="2140"/>
                    </a:cubicBezTo>
                    <a:cubicBezTo>
                      <a:pt x="1279" y="2140"/>
                      <a:pt x="1278" y="2140"/>
                      <a:pt x="1278" y="2140"/>
                    </a:cubicBezTo>
                    <a:cubicBezTo>
                      <a:pt x="1277" y="2140"/>
                      <a:pt x="1277" y="2140"/>
                      <a:pt x="1276" y="2140"/>
                    </a:cubicBezTo>
                    <a:cubicBezTo>
                      <a:pt x="1276" y="2139"/>
                      <a:pt x="1275" y="2139"/>
                      <a:pt x="1275" y="2138"/>
                    </a:cubicBezTo>
                    <a:cubicBezTo>
                      <a:pt x="1275" y="2138"/>
                      <a:pt x="1274" y="2138"/>
                      <a:pt x="1274" y="2137"/>
                    </a:cubicBezTo>
                    <a:cubicBezTo>
                      <a:pt x="1273" y="2137"/>
                      <a:pt x="1273" y="2136"/>
                      <a:pt x="1273" y="2136"/>
                    </a:cubicBezTo>
                    <a:cubicBezTo>
                      <a:pt x="1272" y="2136"/>
                      <a:pt x="1271" y="2136"/>
                      <a:pt x="1270" y="2136"/>
                    </a:cubicBezTo>
                    <a:cubicBezTo>
                      <a:pt x="1270" y="2136"/>
                      <a:pt x="1269" y="2136"/>
                      <a:pt x="1268" y="2137"/>
                    </a:cubicBezTo>
                    <a:cubicBezTo>
                      <a:pt x="1267" y="2139"/>
                      <a:pt x="1268" y="2141"/>
                      <a:pt x="1265" y="2141"/>
                    </a:cubicBezTo>
                    <a:cubicBezTo>
                      <a:pt x="1264" y="2142"/>
                      <a:pt x="1263" y="2142"/>
                      <a:pt x="1263" y="2143"/>
                    </a:cubicBezTo>
                    <a:cubicBezTo>
                      <a:pt x="1263" y="2144"/>
                      <a:pt x="1265" y="2145"/>
                      <a:pt x="1266" y="2145"/>
                    </a:cubicBezTo>
                    <a:cubicBezTo>
                      <a:pt x="1269" y="2147"/>
                      <a:pt x="1266" y="2149"/>
                      <a:pt x="1263" y="2148"/>
                    </a:cubicBezTo>
                    <a:cubicBezTo>
                      <a:pt x="1262" y="2148"/>
                      <a:pt x="1261" y="2148"/>
                      <a:pt x="1260" y="2148"/>
                    </a:cubicBezTo>
                    <a:cubicBezTo>
                      <a:pt x="1257" y="2147"/>
                      <a:pt x="1254" y="2146"/>
                      <a:pt x="1252" y="2145"/>
                    </a:cubicBezTo>
                    <a:cubicBezTo>
                      <a:pt x="1248" y="2143"/>
                      <a:pt x="1245" y="2140"/>
                      <a:pt x="1242" y="2137"/>
                    </a:cubicBezTo>
                    <a:cubicBezTo>
                      <a:pt x="1240" y="2135"/>
                      <a:pt x="1237" y="2133"/>
                      <a:pt x="1235" y="2131"/>
                    </a:cubicBezTo>
                    <a:cubicBezTo>
                      <a:pt x="1233" y="2129"/>
                      <a:pt x="1232" y="2127"/>
                      <a:pt x="1230" y="2126"/>
                    </a:cubicBezTo>
                    <a:cubicBezTo>
                      <a:pt x="1227" y="2123"/>
                      <a:pt x="1224" y="2123"/>
                      <a:pt x="1221" y="2123"/>
                    </a:cubicBezTo>
                    <a:cubicBezTo>
                      <a:pt x="1218" y="2123"/>
                      <a:pt x="1216" y="2122"/>
                      <a:pt x="1213" y="2123"/>
                    </a:cubicBezTo>
                    <a:cubicBezTo>
                      <a:pt x="1210" y="2123"/>
                      <a:pt x="1210" y="2126"/>
                      <a:pt x="1210" y="2129"/>
                    </a:cubicBezTo>
                    <a:cubicBezTo>
                      <a:pt x="1211" y="2131"/>
                      <a:pt x="1211" y="2135"/>
                      <a:pt x="1208" y="2134"/>
                    </a:cubicBezTo>
                    <a:cubicBezTo>
                      <a:pt x="1207" y="2134"/>
                      <a:pt x="1206" y="2133"/>
                      <a:pt x="1206" y="2133"/>
                    </a:cubicBezTo>
                    <a:cubicBezTo>
                      <a:pt x="1205" y="2133"/>
                      <a:pt x="1204" y="2135"/>
                      <a:pt x="1204" y="2135"/>
                    </a:cubicBezTo>
                    <a:cubicBezTo>
                      <a:pt x="1203" y="2137"/>
                      <a:pt x="1202" y="2142"/>
                      <a:pt x="1199" y="2142"/>
                    </a:cubicBezTo>
                    <a:cubicBezTo>
                      <a:pt x="1196" y="2141"/>
                      <a:pt x="1197" y="2137"/>
                      <a:pt x="1197" y="2136"/>
                    </a:cubicBezTo>
                    <a:cubicBezTo>
                      <a:pt x="1197" y="2132"/>
                      <a:pt x="1196" y="2130"/>
                      <a:pt x="1194" y="2127"/>
                    </a:cubicBezTo>
                    <a:cubicBezTo>
                      <a:pt x="1192" y="2126"/>
                      <a:pt x="1191" y="2125"/>
                      <a:pt x="1190" y="2124"/>
                    </a:cubicBezTo>
                    <a:cubicBezTo>
                      <a:pt x="1189" y="2124"/>
                      <a:pt x="1188" y="2123"/>
                      <a:pt x="1187" y="2122"/>
                    </a:cubicBezTo>
                    <a:cubicBezTo>
                      <a:pt x="1185" y="2122"/>
                      <a:pt x="1184" y="2124"/>
                      <a:pt x="1184" y="2126"/>
                    </a:cubicBezTo>
                    <a:cubicBezTo>
                      <a:pt x="1184" y="2129"/>
                      <a:pt x="1189" y="2131"/>
                      <a:pt x="1191" y="2133"/>
                    </a:cubicBezTo>
                    <a:cubicBezTo>
                      <a:pt x="1193" y="2136"/>
                      <a:pt x="1193" y="2139"/>
                      <a:pt x="1194" y="2142"/>
                    </a:cubicBezTo>
                    <a:cubicBezTo>
                      <a:pt x="1195" y="2145"/>
                      <a:pt x="1199" y="2147"/>
                      <a:pt x="1202" y="2146"/>
                    </a:cubicBezTo>
                    <a:cubicBezTo>
                      <a:pt x="1205" y="2146"/>
                      <a:pt x="1207" y="2143"/>
                      <a:pt x="1210" y="2142"/>
                    </a:cubicBezTo>
                    <a:cubicBezTo>
                      <a:pt x="1212" y="2141"/>
                      <a:pt x="1215" y="2143"/>
                      <a:pt x="1217" y="2143"/>
                    </a:cubicBezTo>
                    <a:cubicBezTo>
                      <a:pt x="1219" y="2143"/>
                      <a:pt x="1222" y="2143"/>
                      <a:pt x="1224" y="2142"/>
                    </a:cubicBezTo>
                    <a:cubicBezTo>
                      <a:pt x="1226" y="2140"/>
                      <a:pt x="1228" y="2138"/>
                      <a:pt x="1231" y="2139"/>
                    </a:cubicBezTo>
                    <a:cubicBezTo>
                      <a:pt x="1235" y="2140"/>
                      <a:pt x="1231" y="2145"/>
                      <a:pt x="1229" y="2147"/>
                    </a:cubicBezTo>
                    <a:cubicBezTo>
                      <a:pt x="1228" y="2148"/>
                      <a:pt x="1227" y="2149"/>
                      <a:pt x="1227" y="2150"/>
                    </a:cubicBezTo>
                    <a:cubicBezTo>
                      <a:pt x="1227" y="2152"/>
                      <a:pt x="1229" y="2153"/>
                      <a:pt x="1229" y="2154"/>
                    </a:cubicBezTo>
                    <a:cubicBezTo>
                      <a:pt x="1230" y="2155"/>
                      <a:pt x="1230" y="2156"/>
                      <a:pt x="1229" y="2157"/>
                    </a:cubicBezTo>
                    <a:cubicBezTo>
                      <a:pt x="1227" y="2158"/>
                      <a:pt x="1225" y="2157"/>
                      <a:pt x="1224" y="2156"/>
                    </a:cubicBezTo>
                    <a:cubicBezTo>
                      <a:pt x="1221" y="2155"/>
                      <a:pt x="1220" y="2150"/>
                      <a:pt x="1216" y="2149"/>
                    </a:cubicBezTo>
                    <a:cubicBezTo>
                      <a:pt x="1214" y="2149"/>
                      <a:pt x="1209" y="2149"/>
                      <a:pt x="1207" y="2151"/>
                    </a:cubicBezTo>
                    <a:cubicBezTo>
                      <a:pt x="1205" y="2154"/>
                      <a:pt x="1206" y="2159"/>
                      <a:pt x="1208" y="2162"/>
                    </a:cubicBezTo>
                    <a:cubicBezTo>
                      <a:pt x="1211" y="2166"/>
                      <a:pt x="1216" y="2166"/>
                      <a:pt x="1219" y="2168"/>
                    </a:cubicBezTo>
                    <a:cubicBezTo>
                      <a:pt x="1222" y="2170"/>
                      <a:pt x="1223" y="2173"/>
                      <a:pt x="1223" y="2176"/>
                    </a:cubicBezTo>
                    <a:cubicBezTo>
                      <a:pt x="1224" y="2179"/>
                      <a:pt x="1224" y="2181"/>
                      <a:pt x="1221" y="2183"/>
                    </a:cubicBezTo>
                    <a:cubicBezTo>
                      <a:pt x="1218" y="2186"/>
                      <a:pt x="1216" y="2183"/>
                      <a:pt x="1214" y="2180"/>
                    </a:cubicBezTo>
                    <a:cubicBezTo>
                      <a:pt x="1213" y="2177"/>
                      <a:pt x="1212" y="2173"/>
                      <a:pt x="1208" y="2174"/>
                    </a:cubicBezTo>
                    <a:cubicBezTo>
                      <a:pt x="1205" y="2174"/>
                      <a:pt x="1202" y="2177"/>
                      <a:pt x="1201" y="2179"/>
                    </a:cubicBezTo>
                    <a:cubicBezTo>
                      <a:pt x="1201" y="2181"/>
                      <a:pt x="1200" y="2183"/>
                      <a:pt x="1200" y="2185"/>
                    </a:cubicBezTo>
                    <a:cubicBezTo>
                      <a:pt x="1200" y="2186"/>
                      <a:pt x="1201" y="2188"/>
                      <a:pt x="1200" y="2189"/>
                    </a:cubicBezTo>
                    <a:cubicBezTo>
                      <a:pt x="1199" y="2191"/>
                      <a:pt x="1195" y="2188"/>
                      <a:pt x="1195" y="2186"/>
                    </a:cubicBezTo>
                    <a:cubicBezTo>
                      <a:pt x="1194" y="2184"/>
                      <a:pt x="1198" y="2181"/>
                      <a:pt x="1198" y="2178"/>
                    </a:cubicBezTo>
                    <a:cubicBezTo>
                      <a:pt x="1199" y="2176"/>
                      <a:pt x="1196" y="2172"/>
                      <a:pt x="1194" y="2175"/>
                    </a:cubicBezTo>
                    <a:cubicBezTo>
                      <a:pt x="1193" y="2177"/>
                      <a:pt x="1193" y="2180"/>
                      <a:pt x="1191" y="2179"/>
                    </a:cubicBezTo>
                    <a:cubicBezTo>
                      <a:pt x="1188" y="2178"/>
                      <a:pt x="1186" y="2177"/>
                      <a:pt x="1184" y="2179"/>
                    </a:cubicBezTo>
                    <a:cubicBezTo>
                      <a:pt x="1183" y="2180"/>
                      <a:pt x="1182" y="2180"/>
                      <a:pt x="1181" y="2181"/>
                    </a:cubicBezTo>
                    <a:cubicBezTo>
                      <a:pt x="1180" y="2181"/>
                      <a:pt x="1178" y="2181"/>
                      <a:pt x="1177" y="2182"/>
                    </a:cubicBezTo>
                    <a:cubicBezTo>
                      <a:pt x="1174" y="2183"/>
                      <a:pt x="1176" y="2187"/>
                      <a:pt x="1176" y="2189"/>
                    </a:cubicBezTo>
                    <a:cubicBezTo>
                      <a:pt x="1176" y="2192"/>
                      <a:pt x="1173" y="2193"/>
                      <a:pt x="1171" y="2194"/>
                    </a:cubicBezTo>
                    <a:cubicBezTo>
                      <a:pt x="1169" y="2195"/>
                      <a:pt x="1166" y="2196"/>
                      <a:pt x="1164" y="2195"/>
                    </a:cubicBezTo>
                    <a:cubicBezTo>
                      <a:pt x="1161" y="2195"/>
                      <a:pt x="1159" y="2194"/>
                      <a:pt x="1157" y="2195"/>
                    </a:cubicBezTo>
                    <a:cubicBezTo>
                      <a:pt x="1157" y="2197"/>
                      <a:pt x="1158" y="2198"/>
                      <a:pt x="1161" y="2199"/>
                    </a:cubicBezTo>
                    <a:cubicBezTo>
                      <a:pt x="1163" y="2200"/>
                      <a:pt x="1163" y="2202"/>
                      <a:pt x="1163" y="2204"/>
                    </a:cubicBezTo>
                    <a:cubicBezTo>
                      <a:pt x="1163" y="2207"/>
                      <a:pt x="1164" y="2210"/>
                      <a:pt x="1167" y="2210"/>
                    </a:cubicBezTo>
                    <a:cubicBezTo>
                      <a:pt x="1169" y="2211"/>
                      <a:pt x="1170" y="2209"/>
                      <a:pt x="1170" y="2207"/>
                    </a:cubicBezTo>
                    <a:cubicBezTo>
                      <a:pt x="1170" y="2205"/>
                      <a:pt x="1171" y="2202"/>
                      <a:pt x="1174" y="2202"/>
                    </a:cubicBezTo>
                    <a:cubicBezTo>
                      <a:pt x="1176" y="2201"/>
                      <a:pt x="1178" y="2202"/>
                      <a:pt x="1180" y="2203"/>
                    </a:cubicBezTo>
                    <a:cubicBezTo>
                      <a:pt x="1181" y="2204"/>
                      <a:pt x="1180" y="2206"/>
                      <a:pt x="1179" y="2207"/>
                    </a:cubicBezTo>
                    <a:cubicBezTo>
                      <a:pt x="1178" y="2209"/>
                      <a:pt x="1178" y="2212"/>
                      <a:pt x="1180" y="2211"/>
                    </a:cubicBezTo>
                    <a:cubicBezTo>
                      <a:pt x="1183" y="2211"/>
                      <a:pt x="1186" y="2208"/>
                      <a:pt x="1189" y="2208"/>
                    </a:cubicBezTo>
                    <a:cubicBezTo>
                      <a:pt x="1191" y="2209"/>
                      <a:pt x="1192" y="2211"/>
                      <a:pt x="1191" y="2212"/>
                    </a:cubicBezTo>
                    <a:cubicBezTo>
                      <a:pt x="1190" y="2215"/>
                      <a:pt x="1187" y="2216"/>
                      <a:pt x="1185" y="2216"/>
                    </a:cubicBezTo>
                    <a:cubicBezTo>
                      <a:pt x="1183" y="2217"/>
                      <a:pt x="1181" y="2216"/>
                      <a:pt x="1179" y="2217"/>
                    </a:cubicBezTo>
                    <a:cubicBezTo>
                      <a:pt x="1175" y="2218"/>
                      <a:pt x="1178" y="2223"/>
                      <a:pt x="1177" y="2225"/>
                    </a:cubicBezTo>
                    <a:cubicBezTo>
                      <a:pt x="1175" y="2227"/>
                      <a:pt x="1174" y="2228"/>
                      <a:pt x="1172" y="2230"/>
                    </a:cubicBezTo>
                    <a:cubicBezTo>
                      <a:pt x="1171" y="2231"/>
                      <a:pt x="1169" y="2233"/>
                      <a:pt x="1167" y="2233"/>
                    </a:cubicBezTo>
                    <a:cubicBezTo>
                      <a:pt x="1165" y="2232"/>
                      <a:pt x="1164" y="2231"/>
                      <a:pt x="1162" y="2231"/>
                    </a:cubicBezTo>
                    <a:cubicBezTo>
                      <a:pt x="1160" y="2232"/>
                      <a:pt x="1159" y="2234"/>
                      <a:pt x="1160" y="2235"/>
                    </a:cubicBezTo>
                    <a:cubicBezTo>
                      <a:pt x="1161" y="2236"/>
                      <a:pt x="1164" y="2237"/>
                      <a:pt x="1163" y="2239"/>
                    </a:cubicBezTo>
                    <a:cubicBezTo>
                      <a:pt x="1162" y="2241"/>
                      <a:pt x="1159" y="2243"/>
                      <a:pt x="1158" y="2244"/>
                    </a:cubicBezTo>
                    <a:cubicBezTo>
                      <a:pt x="1158" y="2245"/>
                      <a:pt x="1160" y="2245"/>
                      <a:pt x="1161" y="2245"/>
                    </a:cubicBezTo>
                    <a:cubicBezTo>
                      <a:pt x="1162" y="2244"/>
                      <a:pt x="1163" y="2243"/>
                      <a:pt x="1164" y="2243"/>
                    </a:cubicBezTo>
                    <a:cubicBezTo>
                      <a:pt x="1165" y="2241"/>
                      <a:pt x="1166" y="2240"/>
                      <a:pt x="1167" y="2239"/>
                    </a:cubicBezTo>
                    <a:cubicBezTo>
                      <a:pt x="1168" y="2239"/>
                      <a:pt x="1169" y="2238"/>
                      <a:pt x="1170" y="2237"/>
                    </a:cubicBezTo>
                    <a:cubicBezTo>
                      <a:pt x="1173" y="2236"/>
                      <a:pt x="1177" y="2235"/>
                      <a:pt x="1180" y="2233"/>
                    </a:cubicBezTo>
                    <a:cubicBezTo>
                      <a:pt x="1181" y="2231"/>
                      <a:pt x="1182" y="2230"/>
                      <a:pt x="1183" y="2229"/>
                    </a:cubicBezTo>
                    <a:cubicBezTo>
                      <a:pt x="1183" y="2227"/>
                      <a:pt x="1185" y="2225"/>
                      <a:pt x="1186" y="2224"/>
                    </a:cubicBezTo>
                    <a:cubicBezTo>
                      <a:pt x="1188" y="2221"/>
                      <a:pt x="1191" y="2219"/>
                      <a:pt x="1195" y="2218"/>
                    </a:cubicBezTo>
                    <a:cubicBezTo>
                      <a:pt x="1197" y="2219"/>
                      <a:pt x="1199" y="2219"/>
                      <a:pt x="1201" y="2219"/>
                    </a:cubicBezTo>
                    <a:cubicBezTo>
                      <a:pt x="1202" y="2218"/>
                      <a:pt x="1203" y="2217"/>
                      <a:pt x="1203" y="2215"/>
                    </a:cubicBezTo>
                    <a:cubicBezTo>
                      <a:pt x="1205" y="2212"/>
                      <a:pt x="1208" y="2219"/>
                      <a:pt x="1211" y="2219"/>
                    </a:cubicBezTo>
                    <a:cubicBezTo>
                      <a:pt x="1212" y="2219"/>
                      <a:pt x="1214" y="2218"/>
                      <a:pt x="1214" y="2216"/>
                    </a:cubicBezTo>
                    <a:cubicBezTo>
                      <a:pt x="1214" y="2215"/>
                      <a:pt x="1213" y="2213"/>
                      <a:pt x="1214" y="2212"/>
                    </a:cubicBezTo>
                    <a:cubicBezTo>
                      <a:pt x="1217" y="2209"/>
                      <a:pt x="1220" y="2216"/>
                      <a:pt x="1224" y="2215"/>
                    </a:cubicBezTo>
                    <a:cubicBezTo>
                      <a:pt x="1228" y="2213"/>
                      <a:pt x="1221" y="2208"/>
                      <a:pt x="1225" y="2206"/>
                    </a:cubicBezTo>
                    <a:cubicBezTo>
                      <a:pt x="1229" y="2205"/>
                      <a:pt x="1232" y="2212"/>
                      <a:pt x="1234" y="2214"/>
                    </a:cubicBezTo>
                    <a:cubicBezTo>
                      <a:pt x="1235" y="2216"/>
                      <a:pt x="1237" y="2217"/>
                      <a:pt x="1238" y="2217"/>
                    </a:cubicBezTo>
                    <a:cubicBezTo>
                      <a:pt x="1240" y="2218"/>
                      <a:pt x="1242" y="2217"/>
                      <a:pt x="1243" y="2217"/>
                    </a:cubicBezTo>
                    <a:cubicBezTo>
                      <a:pt x="1245" y="2217"/>
                      <a:pt x="1246" y="2220"/>
                      <a:pt x="1248" y="2221"/>
                    </a:cubicBezTo>
                    <a:cubicBezTo>
                      <a:pt x="1249" y="2223"/>
                      <a:pt x="1250" y="2225"/>
                      <a:pt x="1252" y="2226"/>
                    </a:cubicBezTo>
                    <a:cubicBezTo>
                      <a:pt x="1255" y="2229"/>
                      <a:pt x="1259" y="2234"/>
                      <a:pt x="1258" y="2238"/>
                    </a:cubicBezTo>
                    <a:cubicBezTo>
                      <a:pt x="1258" y="2240"/>
                      <a:pt x="1257" y="2242"/>
                      <a:pt x="1256" y="2243"/>
                    </a:cubicBezTo>
                    <a:cubicBezTo>
                      <a:pt x="1255" y="2244"/>
                      <a:pt x="1254" y="2245"/>
                      <a:pt x="1254" y="2245"/>
                    </a:cubicBezTo>
                    <a:cubicBezTo>
                      <a:pt x="1254" y="2246"/>
                      <a:pt x="1254" y="2247"/>
                      <a:pt x="1254" y="2247"/>
                    </a:cubicBezTo>
                    <a:cubicBezTo>
                      <a:pt x="1254" y="2249"/>
                      <a:pt x="1254" y="2251"/>
                      <a:pt x="1255" y="2253"/>
                    </a:cubicBezTo>
                    <a:cubicBezTo>
                      <a:pt x="1256" y="2254"/>
                      <a:pt x="1257" y="2255"/>
                      <a:pt x="1257" y="2257"/>
                    </a:cubicBezTo>
                    <a:cubicBezTo>
                      <a:pt x="1258" y="2261"/>
                      <a:pt x="1260" y="2264"/>
                      <a:pt x="1262" y="2267"/>
                    </a:cubicBezTo>
                    <a:cubicBezTo>
                      <a:pt x="1262" y="2268"/>
                      <a:pt x="1262" y="2268"/>
                      <a:pt x="1262" y="2268"/>
                    </a:cubicBezTo>
                    <a:cubicBezTo>
                      <a:pt x="1263" y="2263"/>
                      <a:pt x="1263" y="2263"/>
                      <a:pt x="1263" y="2263"/>
                    </a:cubicBezTo>
                    <a:cubicBezTo>
                      <a:pt x="1325" y="2196"/>
                      <a:pt x="1325" y="2196"/>
                      <a:pt x="1325" y="2196"/>
                    </a:cubicBezTo>
                    <a:cubicBezTo>
                      <a:pt x="1332" y="2171"/>
                      <a:pt x="1332" y="2171"/>
                      <a:pt x="1332" y="2171"/>
                    </a:cubicBezTo>
                    <a:cubicBezTo>
                      <a:pt x="1340" y="2151"/>
                      <a:pt x="1340" y="2151"/>
                      <a:pt x="1340" y="2151"/>
                    </a:cubicBezTo>
                    <a:cubicBezTo>
                      <a:pt x="1387" y="2070"/>
                      <a:pt x="1387" y="2070"/>
                      <a:pt x="1387" y="2070"/>
                    </a:cubicBezTo>
                    <a:cubicBezTo>
                      <a:pt x="1422" y="2010"/>
                      <a:pt x="1422" y="2010"/>
                      <a:pt x="1422" y="2010"/>
                    </a:cubicBezTo>
                    <a:cubicBezTo>
                      <a:pt x="1429" y="1998"/>
                      <a:pt x="1429" y="1998"/>
                      <a:pt x="1429" y="1998"/>
                    </a:cubicBezTo>
                    <a:cubicBezTo>
                      <a:pt x="1439" y="1949"/>
                      <a:pt x="1439" y="1949"/>
                      <a:pt x="1439" y="1949"/>
                    </a:cubicBezTo>
                    <a:cubicBezTo>
                      <a:pt x="1498" y="1877"/>
                      <a:pt x="1498" y="1877"/>
                      <a:pt x="1498" y="1877"/>
                    </a:cubicBezTo>
                    <a:cubicBezTo>
                      <a:pt x="1485" y="1799"/>
                      <a:pt x="1485" y="1799"/>
                      <a:pt x="1485" y="1799"/>
                    </a:cubicBezTo>
                    <a:lnTo>
                      <a:pt x="1510" y="1742"/>
                    </a:lnTo>
                    <a:close/>
                    <a:moveTo>
                      <a:pt x="741" y="322"/>
                    </a:moveTo>
                    <a:cubicBezTo>
                      <a:pt x="738" y="322"/>
                      <a:pt x="736" y="321"/>
                      <a:pt x="733" y="320"/>
                    </a:cubicBezTo>
                    <a:cubicBezTo>
                      <a:pt x="731" y="320"/>
                      <a:pt x="728" y="321"/>
                      <a:pt x="726" y="322"/>
                    </a:cubicBezTo>
                    <a:cubicBezTo>
                      <a:pt x="723" y="323"/>
                      <a:pt x="719" y="323"/>
                      <a:pt x="716" y="324"/>
                    </a:cubicBezTo>
                    <a:cubicBezTo>
                      <a:pt x="710" y="327"/>
                      <a:pt x="715" y="335"/>
                      <a:pt x="720" y="336"/>
                    </a:cubicBezTo>
                    <a:cubicBezTo>
                      <a:pt x="723" y="336"/>
                      <a:pt x="726" y="334"/>
                      <a:pt x="728" y="331"/>
                    </a:cubicBezTo>
                    <a:cubicBezTo>
                      <a:pt x="729" y="331"/>
                      <a:pt x="731" y="327"/>
                      <a:pt x="733" y="328"/>
                    </a:cubicBezTo>
                    <a:cubicBezTo>
                      <a:pt x="735" y="329"/>
                      <a:pt x="733" y="334"/>
                      <a:pt x="733" y="335"/>
                    </a:cubicBezTo>
                    <a:cubicBezTo>
                      <a:pt x="732" y="338"/>
                      <a:pt x="730" y="341"/>
                      <a:pt x="728" y="343"/>
                    </a:cubicBezTo>
                    <a:cubicBezTo>
                      <a:pt x="726" y="346"/>
                      <a:pt x="723" y="348"/>
                      <a:pt x="721" y="351"/>
                    </a:cubicBezTo>
                    <a:cubicBezTo>
                      <a:pt x="719" y="353"/>
                      <a:pt x="716" y="356"/>
                      <a:pt x="713" y="356"/>
                    </a:cubicBezTo>
                    <a:cubicBezTo>
                      <a:pt x="710" y="357"/>
                      <a:pt x="712" y="353"/>
                      <a:pt x="712" y="351"/>
                    </a:cubicBezTo>
                    <a:cubicBezTo>
                      <a:pt x="714" y="348"/>
                      <a:pt x="716" y="344"/>
                      <a:pt x="716" y="340"/>
                    </a:cubicBezTo>
                    <a:cubicBezTo>
                      <a:pt x="715" y="332"/>
                      <a:pt x="702" y="337"/>
                      <a:pt x="700" y="342"/>
                    </a:cubicBezTo>
                    <a:cubicBezTo>
                      <a:pt x="697" y="347"/>
                      <a:pt x="704" y="355"/>
                      <a:pt x="696" y="358"/>
                    </a:cubicBezTo>
                    <a:cubicBezTo>
                      <a:pt x="692" y="360"/>
                      <a:pt x="687" y="360"/>
                      <a:pt x="683" y="360"/>
                    </a:cubicBezTo>
                    <a:cubicBezTo>
                      <a:pt x="681" y="360"/>
                      <a:pt x="677" y="360"/>
                      <a:pt x="677" y="358"/>
                    </a:cubicBezTo>
                    <a:cubicBezTo>
                      <a:pt x="677" y="355"/>
                      <a:pt x="680" y="352"/>
                      <a:pt x="681" y="350"/>
                    </a:cubicBezTo>
                    <a:cubicBezTo>
                      <a:pt x="683" y="347"/>
                      <a:pt x="684" y="344"/>
                      <a:pt x="685" y="340"/>
                    </a:cubicBezTo>
                    <a:cubicBezTo>
                      <a:pt x="685" y="333"/>
                      <a:pt x="677" y="336"/>
                      <a:pt x="672" y="336"/>
                    </a:cubicBezTo>
                    <a:cubicBezTo>
                      <a:pt x="670" y="336"/>
                      <a:pt x="667" y="337"/>
                      <a:pt x="665" y="335"/>
                    </a:cubicBezTo>
                    <a:cubicBezTo>
                      <a:pt x="663" y="334"/>
                      <a:pt x="661" y="332"/>
                      <a:pt x="659" y="331"/>
                    </a:cubicBezTo>
                    <a:cubicBezTo>
                      <a:pt x="654" y="327"/>
                      <a:pt x="649" y="328"/>
                      <a:pt x="644" y="331"/>
                    </a:cubicBezTo>
                    <a:cubicBezTo>
                      <a:pt x="643" y="332"/>
                      <a:pt x="641" y="334"/>
                      <a:pt x="639" y="333"/>
                    </a:cubicBezTo>
                    <a:cubicBezTo>
                      <a:pt x="637" y="333"/>
                      <a:pt x="634" y="332"/>
                      <a:pt x="633" y="330"/>
                    </a:cubicBezTo>
                    <a:cubicBezTo>
                      <a:pt x="628" y="325"/>
                      <a:pt x="634" y="321"/>
                      <a:pt x="638" y="318"/>
                    </a:cubicBezTo>
                    <a:cubicBezTo>
                      <a:pt x="644" y="314"/>
                      <a:pt x="648" y="307"/>
                      <a:pt x="654" y="303"/>
                    </a:cubicBezTo>
                    <a:cubicBezTo>
                      <a:pt x="659" y="299"/>
                      <a:pt x="664" y="296"/>
                      <a:pt x="666" y="289"/>
                    </a:cubicBezTo>
                    <a:cubicBezTo>
                      <a:pt x="668" y="282"/>
                      <a:pt x="670" y="275"/>
                      <a:pt x="676" y="270"/>
                    </a:cubicBezTo>
                    <a:cubicBezTo>
                      <a:pt x="677" y="269"/>
                      <a:pt x="679" y="268"/>
                      <a:pt x="680" y="267"/>
                    </a:cubicBezTo>
                    <a:cubicBezTo>
                      <a:pt x="681" y="267"/>
                      <a:pt x="683" y="266"/>
                      <a:pt x="684" y="266"/>
                    </a:cubicBezTo>
                    <a:cubicBezTo>
                      <a:pt x="685" y="265"/>
                      <a:pt x="685" y="263"/>
                      <a:pt x="686" y="261"/>
                    </a:cubicBezTo>
                    <a:cubicBezTo>
                      <a:pt x="687" y="259"/>
                      <a:pt x="687" y="257"/>
                      <a:pt x="688" y="255"/>
                    </a:cubicBezTo>
                    <a:cubicBezTo>
                      <a:pt x="688" y="253"/>
                      <a:pt x="690" y="251"/>
                      <a:pt x="691" y="250"/>
                    </a:cubicBezTo>
                    <a:cubicBezTo>
                      <a:pt x="692" y="248"/>
                      <a:pt x="693" y="246"/>
                      <a:pt x="694" y="245"/>
                    </a:cubicBezTo>
                    <a:cubicBezTo>
                      <a:pt x="696" y="244"/>
                      <a:pt x="697" y="244"/>
                      <a:pt x="699" y="245"/>
                    </a:cubicBezTo>
                    <a:cubicBezTo>
                      <a:pt x="701" y="246"/>
                      <a:pt x="703" y="246"/>
                      <a:pt x="704" y="247"/>
                    </a:cubicBezTo>
                    <a:cubicBezTo>
                      <a:pt x="706" y="247"/>
                      <a:pt x="709" y="248"/>
                      <a:pt x="711" y="248"/>
                    </a:cubicBezTo>
                    <a:cubicBezTo>
                      <a:pt x="714" y="248"/>
                      <a:pt x="715" y="247"/>
                      <a:pt x="716" y="245"/>
                    </a:cubicBezTo>
                    <a:cubicBezTo>
                      <a:pt x="717" y="243"/>
                      <a:pt x="718" y="242"/>
                      <a:pt x="720" y="241"/>
                    </a:cubicBezTo>
                    <a:cubicBezTo>
                      <a:pt x="721" y="240"/>
                      <a:pt x="723" y="240"/>
                      <a:pt x="724" y="239"/>
                    </a:cubicBezTo>
                    <a:cubicBezTo>
                      <a:pt x="726" y="237"/>
                      <a:pt x="728" y="234"/>
                      <a:pt x="728" y="232"/>
                    </a:cubicBezTo>
                    <a:cubicBezTo>
                      <a:pt x="728" y="231"/>
                      <a:pt x="728" y="230"/>
                      <a:pt x="728" y="229"/>
                    </a:cubicBezTo>
                    <a:cubicBezTo>
                      <a:pt x="728" y="228"/>
                      <a:pt x="727" y="227"/>
                      <a:pt x="726" y="226"/>
                    </a:cubicBezTo>
                    <a:cubicBezTo>
                      <a:pt x="726" y="222"/>
                      <a:pt x="725" y="218"/>
                      <a:pt x="728" y="214"/>
                    </a:cubicBezTo>
                    <a:cubicBezTo>
                      <a:pt x="730" y="211"/>
                      <a:pt x="732" y="209"/>
                      <a:pt x="734" y="207"/>
                    </a:cubicBezTo>
                    <a:cubicBezTo>
                      <a:pt x="735" y="204"/>
                      <a:pt x="737" y="201"/>
                      <a:pt x="738" y="198"/>
                    </a:cubicBezTo>
                    <a:cubicBezTo>
                      <a:pt x="741" y="194"/>
                      <a:pt x="744" y="191"/>
                      <a:pt x="748" y="188"/>
                    </a:cubicBezTo>
                    <a:cubicBezTo>
                      <a:pt x="749" y="186"/>
                      <a:pt x="751" y="183"/>
                      <a:pt x="753" y="183"/>
                    </a:cubicBezTo>
                    <a:cubicBezTo>
                      <a:pt x="756" y="183"/>
                      <a:pt x="754" y="187"/>
                      <a:pt x="754" y="188"/>
                    </a:cubicBezTo>
                    <a:cubicBezTo>
                      <a:pt x="750" y="196"/>
                      <a:pt x="742" y="202"/>
                      <a:pt x="742" y="212"/>
                    </a:cubicBezTo>
                    <a:cubicBezTo>
                      <a:pt x="742" y="212"/>
                      <a:pt x="743" y="212"/>
                      <a:pt x="744" y="212"/>
                    </a:cubicBezTo>
                    <a:cubicBezTo>
                      <a:pt x="745" y="212"/>
                      <a:pt x="746" y="211"/>
                      <a:pt x="746" y="211"/>
                    </a:cubicBezTo>
                    <a:cubicBezTo>
                      <a:pt x="747" y="214"/>
                      <a:pt x="746" y="217"/>
                      <a:pt x="747" y="220"/>
                    </a:cubicBezTo>
                    <a:cubicBezTo>
                      <a:pt x="749" y="223"/>
                      <a:pt x="754" y="221"/>
                      <a:pt x="756" y="220"/>
                    </a:cubicBezTo>
                    <a:cubicBezTo>
                      <a:pt x="760" y="218"/>
                      <a:pt x="763" y="215"/>
                      <a:pt x="765" y="212"/>
                    </a:cubicBezTo>
                    <a:cubicBezTo>
                      <a:pt x="767" y="209"/>
                      <a:pt x="768" y="206"/>
                      <a:pt x="770" y="203"/>
                    </a:cubicBezTo>
                    <a:cubicBezTo>
                      <a:pt x="771" y="201"/>
                      <a:pt x="773" y="199"/>
                      <a:pt x="774" y="199"/>
                    </a:cubicBezTo>
                    <a:cubicBezTo>
                      <a:pt x="776" y="199"/>
                      <a:pt x="777" y="202"/>
                      <a:pt x="777" y="204"/>
                    </a:cubicBezTo>
                    <a:cubicBezTo>
                      <a:pt x="777" y="209"/>
                      <a:pt x="775" y="216"/>
                      <a:pt x="771" y="219"/>
                    </a:cubicBezTo>
                    <a:cubicBezTo>
                      <a:pt x="770" y="221"/>
                      <a:pt x="768" y="222"/>
                      <a:pt x="767" y="223"/>
                    </a:cubicBezTo>
                    <a:cubicBezTo>
                      <a:pt x="766" y="225"/>
                      <a:pt x="765" y="226"/>
                      <a:pt x="763" y="227"/>
                    </a:cubicBezTo>
                    <a:cubicBezTo>
                      <a:pt x="760" y="231"/>
                      <a:pt x="755" y="233"/>
                      <a:pt x="752" y="236"/>
                    </a:cubicBezTo>
                    <a:cubicBezTo>
                      <a:pt x="748" y="239"/>
                      <a:pt x="747" y="243"/>
                      <a:pt x="747" y="247"/>
                    </a:cubicBezTo>
                    <a:cubicBezTo>
                      <a:pt x="747" y="249"/>
                      <a:pt x="747" y="250"/>
                      <a:pt x="748" y="251"/>
                    </a:cubicBezTo>
                    <a:cubicBezTo>
                      <a:pt x="749" y="252"/>
                      <a:pt x="751" y="252"/>
                      <a:pt x="753" y="252"/>
                    </a:cubicBezTo>
                    <a:cubicBezTo>
                      <a:pt x="753" y="250"/>
                      <a:pt x="754" y="248"/>
                      <a:pt x="756" y="247"/>
                    </a:cubicBezTo>
                    <a:cubicBezTo>
                      <a:pt x="758" y="246"/>
                      <a:pt x="760" y="247"/>
                      <a:pt x="761" y="249"/>
                    </a:cubicBezTo>
                    <a:cubicBezTo>
                      <a:pt x="762" y="250"/>
                      <a:pt x="761" y="253"/>
                      <a:pt x="760" y="254"/>
                    </a:cubicBezTo>
                    <a:cubicBezTo>
                      <a:pt x="760" y="256"/>
                      <a:pt x="760" y="258"/>
                      <a:pt x="760" y="260"/>
                    </a:cubicBezTo>
                    <a:cubicBezTo>
                      <a:pt x="759" y="266"/>
                      <a:pt x="753" y="267"/>
                      <a:pt x="749" y="264"/>
                    </a:cubicBezTo>
                    <a:cubicBezTo>
                      <a:pt x="748" y="262"/>
                      <a:pt x="746" y="261"/>
                      <a:pt x="744" y="261"/>
                    </a:cubicBezTo>
                    <a:cubicBezTo>
                      <a:pt x="742" y="261"/>
                      <a:pt x="740" y="262"/>
                      <a:pt x="739" y="264"/>
                    </a:cubicBezTo>
                    <a:cubicBezTo>
                      <a:pt x="738" y="266"/>
                      <a:pt x="740" y="269"/>
                      <a:pt x="739" y="271"/>
                    </a:cubicBezTo>
                    <a:cubicBezTo>
                      <a:pt x="739" y="273"/>
                      <a:pt x="738" y="274"/>
                      <a:pt x="736" y="275"/>
                    </a:cubicBezTo>
                    <a:cubicBezTo>
                      <a:pt x="733" y="277"/>
                      <a:pt x="730" y="279"/>
                      <a:pt x="729" y="282"/>
                    </a:cubicBezTo>
                    <a:cubicBezTo>
                      <a:pt x="727" y="286"/>
                      <a:pt x="730" y="290"/>
                      <a:pt x="733" y="292"/>
                    </a:cubicBezTo>
                    <a:cubicBezTo>
                      <a:pt x="737" y="294"/>
                      <a:pt x="742" y="292"/>
                      <a:pt x="747" y="293"/>
                    </a:cubicBezTo>
                    <a:cubicBezTo>
                      <a:pt x="752" y="294"/>
                      <a:pt x="753" y="298"/>
                      <a:pt x="755" y="303"/>
                    </a:cubicBezTo>
                    <a:cubicBezTo>
                      <a:pt x="756" y="308"/>
                      <a:pt x="758" y="309"/>
                      <a:pt x="763" y="308"/>
                    </a:cubicBezTo>
                    <a:cubicBezTo>
                      <a:pt x="764" y="311"/>
                      <a:pt x="764" y="314"/>
                      <a:pt x="762" y="316"/>
                    </a:cubicBezTo>
                    <a:cubicBezTo>
                      <a:pt x="761" y="320"/>
                      <a:pt x="757" y="322"/>
                      <a:pt x="754" y="323"/>
                    </a:cubicBezTo>
                    <a:cubicBezTo>
                      <a:pt x="749" y="324"/>
                      <a:pt x="745" y="323"/>
                      <a:pt x="741" y="322"/>
                    </a:cubicBezTo>
                    <a:close/>
                    <a:moveTo>
                      <a:pt x="981" y="965"/>
                    </a:moveTo>
                    <a:cubicBezTo>
                      <a:pt x="978" y="968"/>
                      <a:pt x="975" y="971"/>
                      <a:pt x="973" y="975"/>
                    </a:cubicBezTo>
                    <a:cubicBezTo>
                      <a:pt x="970" y="979"/>
                      <a:pt x="968" y="983"/>
                      <a:pt x="964" y="987"/>
                    </a:cubicBezTo>
                    <a:cubicBezTo>
                      <a:pt x="961" y="991"/>
                      <a:pt x="958" y="994"/>
                      <a:pt x="956" y="998"/>
                    </a:cubicBezTo>
                    <a:cubicBezTo>
                      <a:pt x="954" y="1000"/>
                      <a:pt x="954" y="1003"/>
                      <a:pt x="955" y="1005"/>
                    </a:cubicBezTo>
                    <a:cubicBezTo>
                      <a:pt x="956" y="1008"/>
                      <a:pt x="956" y="1010"/>
                      <a:pt x="954" y="1013"/>
                    </a:cubicBezTo>
                    <a:cubicBezTo>
                      <a:pt x="952" y="1017"/>
                      <a:pt x="949" y="1020"/>
                      <a:pt x="945" y="1023"/>
                    </a:cubicBezTo>
                    <a:cubicBezTo>
                      <a:pt x="942" y="1025"/>
                      <a:pt x="938" y="1028"/>
                      <a:pt x="934" y="1029"/>
                    </a:cubicBezTo>
                    <a:cubicBezTo>
                      <a:pt x="929" y="1030"/>
                      <a:pt x="924" y="1029"/>
                      <a:pt x="920" y="1031"/>
                    </a:cubicBezTo>
                    <a:cubicBezTo>
                      <a:pt x="918" y="1032"/>
                      <a:pt x="917" y="1033"/>
                      <a:pt x="916" y="1035"/>
                    </a:cubicBezTo>
                    <a:cubicBezTo>
                      <a:pt x="915" y="1036"/>
                      <a:pt x="915" y="1038"/>
                      <a:pt x="914" y="1039"/>
                    </a:cubicBezTo>
                    <a:cubicBezTo>
                      <a:pt x="913" y="1039"/>
                      <a:pt x="912" y="1039"/>
                      <a:pt x="911" y="1039"/>
                    </a:cubicBezTo>
                    <a:cubicBezTo>
                      <a:pt x="910" y="1038"/>
                      <a:pt x="909" y="1039"/>
                      <a:pt x="908" y="1039"/>
                    </a:cubicBezTo>
                    <a:cubicBezTo>
                      <a:pt x="906" y="1040"/>
                      <a:pt x="904" y="1040"/>
                      <a:pt x="902" y="1041"/>
                    </a:cubicBezTo>
                    <a:cubicBezTo>
                      <a:pt x="900" y="1041"/>
                      <a:pt x="899" y="1041"/>
                      <a:pt x="898" y="1041"/>
                    </a:cubicBezTo>
                    <a:cubicBezTo>
                      <a:pt x="897" y="1040"/>
                      <a:pt x="896" y="1039"/>
                      <a:pt x="894" y="1039"/>
                    </a:cubicBezTo>
                    <a:cubicBezTo>
                      <a:pt x="893" y="1039"/>
                      <a:pt x="892" y="1037"/>
                      <a:pt x="892" y="1036"/>
                    </a:cubicBezTo>
                    <a:cubicBezTo>
                      <a:pt x="892" y="1035"/>
                      <a:pt x="892" y="1035"/>
                      <a:pt x="891" y="1034"/>
                    </a:cubicBezTo>
                    <a:cubicBezTo>
                      <a:pt x="891" y="1034"/>
                      <a:pt x="890" y="1034"/>
                      <a:pt x="889" y="1034"/>
                    </a:cubicBezTo>
                    <a:cubicBezTo>
                      <a:pt x="888" y="1033"/>
                      <a:pt x="887" y="1034"/>
                      <a:pt x="886" y="1034"/>
                    </a:cubicBezTo>
                    <a:cubicBezTo>
                      <a:pt x="885" y="1034"/>
                      <a:pt x="884" y="1034"/>
                      <a:pt x="884" y="1034"/>
                    </a:cubicBezTo>
                    <a:cubicBezTo>
                      <a:pt x="883" y="1033"/>
                      <a:pt x="883" y="1032"/>
                      <a:pt x="883" y="1032"/>
                    </a:cubicBezTo>
                    <a:cubicBezTo>
                      <a:pt x="883" y="1030"/>
                      <a:pt x="884" y="1029"/>
                      <a:pt x="885" y="1028"/>
                    </a:cubicBezTo>
                    <a:cubicBezTo>
                      <a:pt x="886" y="1027"/>
                      <a:pt x="887" y="1026"/>
                      <a:pt x="888" y="1026"/>
                    </a:cubicBezTo>
                    <a:cubicBezTo>
                      <a:pt x="890" y="1025"/>
                      <a:pt x="891" y="1027"/>
                      <a:pt x="893" y="1027"/>
                    </a:cubicBezTo>
                    <a:cubicBezTo>
                      <a:pt x="894" y="1027"/>
                      <a:pt x="896" y="1027"/>
                      <a:pt x="898" y="1027"/>
                    </a:cubicBezTo>
                    <a:cubicBezTo>
                      <a:pt x="901" y="1027"/>
                      <a:pt x="903" y="1025"/>
                      <a:pt x="904" y="1024"/>
                    </a:cubicBezTo>
                    <a:cubicBezTo>
                      <a:pt x="907" y="1021"/>
                      <a:pt x="909" y="1019"/>
                      <a:pt x="912" y="1016"/>
                    </a:cubicBezTo>
                    <a:cubicBezTo>
                      <a:pt x="914" y="1014"/>
                      <a:pt x="916" y="1011"/>
                      <a:pt x="918" y="1008"/>
                    </a:cubicBezTo>
                    <a:cubicBezTo>
                      <a:pt x="919" y="1006"/>
                      <a:pt x="919" y="1004"/>
                      <a:pt x="921" y="1003"/>
                    </a:cubicBezTo>
                    <a:cubicBezTo>
                      <a:pt x="921" y="1002"/>
                      <a:pt x="922" y="1001"/>
                      <a:pt x="923" y="1000"/>
                    </a:cubicBezTo>
                    <a:cubicBezTo>
                      <a:pt x="927" y="998"/>
                      <a:pt x="931" y="996"/>
                      <a:pt x="933" y="992"/>
                    </a:cubicBezTo>
                    <a:cubicBezTo>
                      <a:pt x="934" y="991"/>
                      <a:pt x="936" y="989"/>
                      <a:pt x="935" y="988"/>
                    </a:cubicBezTo>
                    <a:cubicBezTo>
                      <a:pt x="934" y="986"/>
                      <a:pt x="933" y="987"/>
                      <a:pt x="931" y="986"/>
                    </a:cubicBezTo>
                    <a:cubicBezTo>
                      <a:pt x="931" y="983"/>
                      <a:pt x="932" y="980"/>
                      <a:pt x="935" y="977"/>
                    </a:cubicBezTo>
                    <a:cubicBezTo>
                      <a:pt x="938" y="973"/>
                      <a:pt x="942" y="973"/>
                      <a:pt x="946" y="972"/>
                    </a:cubicBezTo>
                    <a:cubicBezTo>
                      <a:pt x="950" y="970"/>
                      <a:pt x="968" y="965"/>
                      <a:pt x="959" y="958"/>
                    </a:cubicBezTo>
                    <a:cubicBezTo>
                      <a:pt x="957" y="957"/>
                      <a:pt x="955" y="956"/>
                      <a:pt x="953" y="955"/>
                    </a:cubicBezTo>
                    <a:cubicBezTo>
                      <a:pt x="951" y="955"/>
                      <a:pt x="950" y="954"/>
                      <a:pt x="949" y="953"/>
                    </a:cubicBezTo>
                    <a:cubicBezTo>
                      <a:pt x="948" y="951"/>
                      <a:pt x="947" y="949"/>
                      <a:pt x="947" y="948"/>
                    </a:cubicBezTo>
                    <a:cubicBezTo>
                      <a:pt x="946" y="946"/>
                      <a:pt x="946" y="945"/>
                      <a:pt x="944" y="943"/>
                    </a:cubicBezTo>
                    <a:cubicBezTo>
                      <a:pt x="944" y="942"/>
                      <a:pt x="943" y="942"/>
                      <a:pt x="944" y="942"/>
                    </a:cubicBezTo>
                    <a:cubicBezTo>
                      <a:pt x="946" y="942"/>
                      <a:pt x="949" y="943"/>
                      <a:pt x="951" y="943"/>
                    </a:cubicBezTo>
                    <a:cubicBezTo>
                      <a:pt x="953" y="944"/>
                      <a:pt x="956" y="944"/>
                      <a:pt x="958" y="945"/>
                    </a:cubicBezTo>
                    <a:cubicBezTo>
                      <a:pt x="959" y="946"/>
                      <a:pt x="959" y="947"/>
                      <a:pt x="959" y="949"/>
                    </a:cubicBezTo>
                    <a:cubicBezTo>
                      <a:pt x="959" y="952"/>
                      <a:pt x="963" y="954"/>
                      <a:pt x="966" y="955"/>
                    </a:cubicBezTo>
                    <a:cubicBezTo>
                      <a:pt x="969" y="957"/>
                      <a:pt x="972" y="959"/>
                      <a:pt x="976" y="960"/>
                    </a:cubicBezTo>
                    <a:cubicBezTo>
                      <a:pt x="978" y="961"/>
                      <a:pt x="980" y="960"/>
                      <a:pt x="982" y="961"/>
                    </a:cubicBezTo>
                    <a:cubicBezTo>
                      <a:pt x="983" y="962"/>
                      <a:pt x="982" y="964"/>
                      <a:pt x="981" y="965"/>
                    </a:cubicBezTo>
                    <a:close/>
                    <a:moveTo>
                      <a:pt x="400" y="2458"/>
                    </a:moveTo>
                    <a:cubicBezTo>
                      <a:pt x="400" y="2459"/>
                      <a:pt x="400" y="2461"/>
                      <a:pt x="399" y="2462"/>
                    </a:cubicBezTo>
                    <a:cubicBezTo>
                      <a:pt x="397" y="2462"/>
                      <a:pt x="395" y="2462"/>
                      <a:pt x="394" y="2462"/>
                    </a:cubicBezTo>
                    <a:cubicBezTo>
                      <a:pt x="393" y="2462"/>
                      <a:pt x="392" y="2461"/>
                      <a:pt x="391" y="2461"/>
                    </a:cubicBezTo>
                    <a:cubicBezTo>
                      <a:pt x="391" y="2461"/>
                      <a:pt x="390" y="2460"/>
                      <a:pt x="390" y="2459"/>
                    </a:cubicBezTo>
                    <a:cubicBezTo>
                      <a:pt x="389" y="2458"/>
                      <a:pt x="387" y="2456"/>
                      <a:pt x="386" y="2454"/>
                    </a:cubicBezTo>
                    <a:cubicBezTo>
                      <a:pt x="385" y="2452"/>
                      <a:pt x="384" y="2451"/>
                      <a:pt x="383" y="2449"/>
                    </a:cubicBezTo>
                    <a:cubicBezTo>
                      <a:pt x="381" y="2448"/>
                      <a:pt x="379" y="2446"/>
                      <a:pt x="378" y="2444"/>
                    </a:cubicBezTo>
                    <a:cubicBezTo>
                      <a:pt x="376" y="2443"/>
                      <a:pt x="375" y="2442"/>
                      <a:pt x="374" y="2441"/>
                    </a:cubicBezTo>
                    <a:cubicBezTo>
                      <a:pt x="373" y="2439"/>
                      <a:pt x="371" y="2436"/>
                      <a:pt x="369" y="2434"/>
                    </a:cubicBezTo>
                    <a:cubicBezTo>
                      <a:pt x="368" y="2433"/>
                      <a:pt x="367" y="2431"/>
                      <a:pt x="365" y="2429"/>
                    </a:cubicBezTo>
                    <a:cubicBezTo>
                      <a:pt x="365" y="2428"/>
                      <a:pt x="363" y="2428"/>
                      <a:pt x="363" y="2427"/>
                    </a:cubicBezTo>
                    <a:cubicBezTo>
                      <a:pt x="362" y="2426"/>
                      <a:pt x="363" y="2424"/>
                      <a:pt x="363" y="2424"/>
                    </a:cubicBezTo>
                    <a:cubicBezTo>
                      <a:pt x="364" y="2422"/>
                      <a:pt x="364" y="2421"/>
                      <a:pt x="365" y="2419"/>
                    </a:cubicBezTo>
                    <a:cubicBezTo>
                      <a:pt x="365" y="2417"/>
                      <a:pt x="365" y="2415"/>
                      <a:pt x="365" y="2413"/>
                    </a:cubicBezTo>
                    <a:cubicBezTo>
                      <a:pt x="366" y="2411"/>
                      <a:pt x="367" y="2411"/>
                      <a:pt x="369" y="2412"/>
                    </a:cubicBezTo>
                    <a:cubicBezTo>
                      <a:pt x="371" y="2414"/>
                      <a:pt x="373" y="2417"/>
                      <a:pt x="375" y="2420"/>
                    </a:cubicBezTo>
                    <a:cubicBezTo>
                      <a:pt x="377" y="2421"/>
                      <a:pt x="379" y="2423"/>
                      <a:pt x="381" y="2424"/>
                    </a:cubicBezTo>
                    <a:cubicBezTo>
                      <a:pt x="383" y="2425"/>
                      <a:pt x="385" y="2426"/>
                      <a:pt x="387" y="2428"/>
                    </a:cubicBezTo>
                    <a:cubicBezTo>
                      <a:pt x="388" y="2429"/>
                      <a:pt x="390" y="2430"/>
                      <a:pt x="392" y="2432"/>
                    </a:cubicBezTo>
                    <a:cubicBezTo>
                      <a:pt x="393" y="2435"/>
                      <a:pt x="393" y="2438"/>
                      <a:pt x="394" y="2440"/>
                    </a:cubicBezTo>
                    <a:cubicBezTo>
                      <a:pt x="394" y="2443"/>
                      <a:pt x="395" y="2445"/>
                      <a:pt x="397" y="2447"/>
                    </a:cubicBezTo>
                    <a:cubicBezTo>
                      <a:pt x="398" y="2449"/>
                      <a:pt x="399" y="2451"/>
                      <a:pt x="400" y="2452"/>
                    </a:cubicBezTo>
                    <a:cubicBezTo>
                      <a:pt x="400" y="2454"/>
                      <a:pt x="400" y="2456"/>
                      <a:pt x="400" y="2458"/>
                    </a:cubicBezTo>
                    <a:close/>
                    <a:moveTo>
                      <a:pt x="508" y="1869"/>
                    </a:moveTo>
                    <a:cubicBezTo>
                      <a:pt x="507" y="1875"/>
                      <a:pt x="502" y="1880"/>
                      <a:pt x="497" y="1883"/>
                    </a:cubicBezTo>
                    <a:cubicBezTo>
                      <a:pt x="494" y="1884"/>
                      <a:pt x="496" y="1886"/>
                      <a:pt x="495" y="1888"/>
                    </a:cubicBezTo>
                    <a:cubicBezTo>
                      <a:pt x="495" y="1890"/>
                      <a:pt x="493" y="1890"/>
                      <a:pt x="492" y="1890"/>
                    </a:cubicBezTo>
                    <a:cubicBezTo>
                      <a:pt x="489" y="1890"/>
                      <a:pt x="488" y="1888"/>
                      <a:pt x="488" y="1885"/>
                    </a:cubicBezTo>
                    <a:cubicBezTo>
                      <a:pt x="488" y="1884"/>
                      <a:pt x="488" y="1883"/>
                      <a:pt x="488" y="1882"/>
                    </a:cubicBezTo>
                    <a:cubicBezTo>
                      <a:pt x="487" y="1881"/>
                      <a:pt x="487" y="1880"/>
                      <a:pt x="486" y="1880"/>
                    </a:cubicBezTo>
                    <a:cubicBezTo>
                      <a:pt x="485" y="1877"/>
                      <a:pt x="484" y="1875"/>
                      <a:pt x="483" y="1873"/>
                    </a:cubicBezTo>
                    <a:cubicBezTo>
                      <a:pt x="483" y="1873"/>
                      <a:pt x="483" y="1873"/>
                      <a:pt x="483" y="1873"/>
                    </a:cubicBezTo>
                    <a:cubicBezTo>
                      <a:pt x="483" y="1873"/>
                      <a:pt x="483" y="1873"/>
                      <a:pt x="483" y="1873"/>
                    </a:cubicBezTo>
                    <a:cubicBezTo>
                      <a:pt x="483" y="1873"/>
                      <a:pt x="483" y="1873"/>
                      <a:pt x="483" y="1873"/>
                    </a:cubicBezTo>
                    <a:cubicBezTo>
                      <a:pt x="482" y="1872"/>
                      <a:pt x="482" y="1871"/>
                      <a:pt x="481" y="1871"/>
                    </a:cubicBezTo>
                    <a:cubicBezTo>
                      <a:pt x="480" y="1869"/>
                      <a:pt x="478" y="1868"/>
                      <a:pt x="477" y="1866"/>
                    </a:cubicBezTo>
                    <a:cubicBezTo>
                      <a:pt x="476" y="1865"/>
                      <a:pt x="476" y="1862"/>
                      <a:pt x="476" y="1860"/>
                    </a:cubicBezTo>
                    <a:cubicBezTo>
                      <a:pt x="477" y="1859"/>
                      <a:pt x="477" y="1858"/>
                      <a:pt x="477" y="1858"/>
                    </a:cubicBezTo>
                    <a:cubicBezTo>
                      <a:pt x="477" y="1857"/>
                      <a:pt x="478" y="1856"/>
                      <a:pt x="478" y="1856"/>
                    </a:cubicBezTo>
                    <a:cubicBezTo>
                      <a:pt x="478" y="1854"/>
                      <a:pt x="478" y="1853"/>
                      <a:pt x="479" y="1852"/>
                    </a:cubicBezTo>
                    <a:cubicBezTo>
                      <a:pt x="479" y="1850"/>
                      <a:pt x="481" y="1850"/>
                      <a:pt x="482" y="1850"/>
                    </a:cubicBezTo>
                    <a:cubicBezTo>
                      <a:pt x="484" y="1851"/>
                      <a:pt x="485" y="1853"/>
                      <a:pt x="485" y="1855"/>
                    </a:cubicBezTo>
                    <a:cubicBezTo>
                      <a:pt x="485" y="1857"/>
                      <a:pt x="486" y="1859"/>
                      <a:pt x="487" y="1861"/>
                    </a:cubicBezTo>
                    <a:cubicBezTo>
                      <a:pt x="489" y="1862"/>
                      <a:pt x="491" y="1859"/>
                      <a:pt x="492" y="1858"/>
                    </a:cubicBezTo>
                    <a:cubicBezTo>
                      <a:pt x="493" y="1856"/>
                      <a:pt x="492" y="1852"/>
                      <a:pt x="491" y="1849"/>
                    </a:cubicBezTo>
                    <a:cubicBezTo>
                      <a:pt x="490" y="1846"/>
                      <a:pt x="488" y="1843"/>
                      <a:pt x="487" y="1840"/>
                    </a:cubicBezTo>
                    <a:cubicBezTo>
                      <a:pt x="487" y="1838"/>
                      <a:pt x="486" y="1835"/>
                      <a:pt x="488" y="1834"/>
                    </a:cubicBezTo>
                    <a:cubicBezTo>
                      <a:pt x="491" y="1833"/>
                      <a:pt x="493" y="1839"/>
                      <a:pt x="494" y="1841"/>
                    </a:cubicBezTo>
                    <a:cubicBezTo>
                      <a:pt x="495" y="1844"/>
                      <a:pt x="496" y="1846"/>
                      <a:pt x="499" y="1847"/>
                    </a:cubicBezTo>
                    <a:cubicBezTo>
                      <a:pt x="502" y="1848"/>
                      <a:pt x="503" y="1849"/>
                      <a:pt x="504" y="1851"/>
                    </a:cubicBezTo>
                    <a:cubicBezTo>
                      <a:pt x="506" y="1854"/>
                      <a:pt x="505" y="1857"/>
                      <a:pt x="506" y="1860"/>
                    </a:cubicBezTo>
                    <a:cubicBezTo>
                      <a:pt x="507" y="1863"/>
                      <a:pt x="509" y="1866"/>
                      <a:pt x="508" y="1869"/>
                    </a:cubicBezTo>
                    <a:close/>
                    <a:moveTo>
                      <a:pt x="579" y="2264"/>
                    </a:moveTo>
                    <a:cubicBezTo>
                      <a:pt x="578" y="2266"/>
                      <a:pt x="575" y="2267"/>
                      <a:pt x="573" y="2268"/>
                    </a:cubicBezTo>
                    <a:cubicBezTo>
                      <a:pt x="571" y="2269"/>
                      <a:pt x="569" y="2269"/>
                      <a:pt x="567" y="2270"/>
                    </a:cubicBezTo>
                    <a:cubicBezTo>
                      <a:pt x="566" y="2271"/>
                      <a:pt x="565" y="2271"/>
                      <a:pt x="564" y="2272"/>
                    </a:cubicBezTo>
                    <a:cubicBezTo>
                      <a:pt x="564" y="2273"/>
                      <a:pt x="563" y="2273"/>
                      <a:pt x="562" y="2273"/>
                    </a:cubicBezTo>
                    <a:cubicBezTo>
                      <a:pt x="559" y="2274"/>
                      <a:pt x="555" y="2275"/>
                      <a:pt x="552" y="2274"/>
                    </a:cubicBezTo>
                    <a:cubicBezTo>
                      <a:pt x="550" y="2273"/>
                      <a:pt x="549" y="2270"/>
                      <a:pt x="548" y="2267"/>
                    </a:cubicBezTo>
                    <a:cubicBezTo>
                      <a:pt x="547" y="2262"/>
                      <a:pt x="547" y="2257"/>
                      <a:pt x="542" y="2254"/>
                    </a:cubicBezTo>
                    <a:cubicBezTo>
                      <a:pt x="539" y="2252"/>
                      <a:pt x="535" y="2251"/>
                      <a:pt x="531" y="2249"/>
                    </a:cubicBezTo>
                    <a:cubicBezTo>
                      <a:pt x="530" y="2248"/>
                      <a:pt x="529" y="2247"/>
                      <a:pt x="530" y="2246"/>
                    </a:cubicBezTo>
                    <a:cubicBezTo>
                      <a:pt x="532" y="2245"/>
                      <a:pt x="534" y="2244"/>
                      <a:pt x="535" y="2243"/>
                    </a:cubicBezTo>
                    <a:cubicBezTo>
                      <a:pt x="537" y="2241"/>
                      <a:pt x="539" y="2240"/>
                      <a:pt x="539" y="2238"/>
                    </a:cubicBezTo>
                    <a:cubicBezTo>
                      <a:pt x="539" y="2235"/>
                      <a:pt x="537" y="2234"/>
                      <a:pt x="535" y="2233"/>
                    </a:cubicBezTo>
                    <a:cubicBezTo>
                      <a:pt x="533" y="2232"/>
                      <a:pt x="530" y="2231"/>
                      <a:pt x="528" y="2229"/>
                    </a:cubicBezTo>
                    <a:cubicBezTo>
                      <a:pt x="526" y="2227"/>
                      <a:pt x="527" y="2226"/>
                      <a:pt x="529" y="2226"/>
                    </a:cubicBezTo>
                    <a:cubicBezTo>
                      <a:pt x="532" y="2225"/>
                      <a:pt x="535" y="2225"/>
                      <a:pt x="538" y="2225"/>
                    </a:cubicBezTo>
                    <a:cubicBezTo>
                      <a:pt x="541" y="2225"/>
                      <a:pt x="544" y="2224"/>
                      <a:pt x="546" y="2222"/>
                    </a:cubicBezTo>
                    <a:cubicBezTo>
                      <a:pt x="548" y="2220"/>
                      <a:pt x="548" y="2217"/>
                      <a:pt x="548" y="2214"/>
                    </a:cubicBezTo>
                    <a:cubicBezTo>
                      <a:pt x="547" y="2212"/>
                      <a:pt x="547" y="2210"/>
                      <a:pt x="546" y="2208"/>
                    </a:cubicBezTo>
                    <a:cubicBezTo>
                      <a:pt x="545" y="2204"/>
                      <a:pt x="541" y="2201"/>
                      <a:pt x="542" y="2197"/>
                    </a:cubicBezTo>
                    <a:cubicBezTo>
                      <a:pt x="542" y="2195"/>
                      <a:pt x="544" y="2193"/>
                      <a:pt x="546" y="2192"/>
                    </a:cubicBezTo>
                    <a:cubicBezTo>
                      <a:pt x="548" y="2191"/>
                      <a:pt x="551" y="2191"/>
                      <a:pt x="552" y="2190"/>
                    </a:cubicBezTo>
                    <a:cubicBezTo>
                      <a:pt x="555" y="2188"/>
                      <a:pt x="551" y="2184"/>
                      <a:pt x="553" y="2181"/>
                    </a:cubicBezTo>
                    <a:cubicBezTo>
                      <a:pt x="554" y="2180"/>
                      <a:pt x="558" y="2181"/>
                      <a:pt x="559" y="2181"/>
                    </a:cubicBezTo>
                    <a:cubicBezTo>
                      <a:pt x="562" y="2183"/>
                      <a:pt x="565" y="2185"/>
                      <a:pt x="566" y="2188"/>
                    </a:cubicBezTo>
                    <a:cubicBezTo>
                      <a:pt x="569" y="2193"/>
                      <a:pt x="564" y="2198"/>
                      <a:pt x="560" y="2202"/>
                    </a:cubicBezTo>
                    <a:cubicBezTo>
                      <a:pt x="557" y="2204"/>
                      <a:pt x="551" y="2207"/>
                      <a:pt x="554" y="2212"/>
                    </a:cubicBezTo>
                    <a:cubicBezTo>
                      <a:pt x="556" y="2214"/>
                      <a:pt x="558" y="2215"/>
                      <a:pt x="560" y="2217"/>
                    </a:cubicBezTo>
                    <a:cubicBezTo>
                      <a:pt x="561" y="2218"/>
                      <a:pt x="563" y="2219"/>
                      <a:pt x="564" y="2221"/>
                    </a:cubicBezTo>
                    <a:cubicBezTo>
                      <a:pt x="564" y="2223"/>
                      <a:pt x="563" y="2225"/>
                      <a:pt x="562" y="2227"/>
                    </a:cubicBezTo>
                    <a:cubicBezTo>
                      <a:pt x="561" y="2229"/>
                      <a:pt x="561" y="2232"/>
                      <a:pt x="560" y="2234"/>
                    </a:cubicBezTo>
                    <a:cubicBezTo>
                      <a:pt x="559" y="2236"/>
                      <a:pt x="559" y="2238"/>
                      <a:pt x="558" y="2240"/>
                    </a:cubicBezTo>
                    <a:cubicBezTo>
                      <a:pt x="557" y="2242"/>
                      <a:pt x="556" y="2244"/>
                      <a:pt x="556" y="2246"/>
                    </a:cubicBezTo>
                    <a:cubicBezTo>
                      <a:pt x="556" y="2252"/>
                      <a:pt x="563" y="2254"/>
                      <a:pt x="567" y="2256"/>
                    </a:cubicBezTo>
                    <a:cubicBezTo>
                      <a:pt x="570" y="2257"/>
                      <a:pt x="580" y="2259"/>
                      <a:pt x="579" y="2264"/>
                    </a:cubicBezTo>
                    <a:close/>
                    <a:moveTo>
                      <a:pt x="685" y="2213"/>
                    </a:moveTo>
                    <a:cubicBezTo>
                      <a:pt x="684" y="2215"/>
                      <a:pt x="683" y="2217"/>
                      <a:pt x="682" y="2219"/>
                    </a:cubicBezTo>
                    <a:cubicBezTo>
                      <a:pt x="679" y="2222"/>
                      <a:pt x="675" y="2225"/>
                      <a:pt x="672" y="2227"/>
                    </a:cubicBezTo>
                    <a:cubicBezTo>
                      <a:pt x="669" y="2228"/>
                      <a:pt x="666" y="2230"/>
                      <a:pt x="664" y="2232"/>
                    </a:cubicBezTo>
                    <a:cubicBezTo>
                      <a:pt x="660" y="2237"/>
                      <a:pt x="656" y="2245"/>
                      <a:pt x="659" y="2252"/>
                    </a:cubicBezTo>
                    <a:cubicBezTo>
                      <a:pt x="660" y="2254"/>
                      <a:pt x="662" y="2256"/>
                      <a:pt x="662" y="2258"/>
                    </a:cubicBezTo>
                    <a:cubicBezTo>
                      <a:pt x="662" y="2261"/>
                      <a:pt x="660" y="2262"/>
                      <a:pt x="657" y="2263"/>
                    </a:cubicBezTo>
                    <a:cubicBezTo>
                      <a:pt x="654" y="2264"/>
                      <a:pt x="651" y="2263"/>
                      <a:pt x="647" y="2264"/>
                    </a:cubicBezTo>
                    <a:cubicBezTo>
                      <a:pt x="644" y="2264"/>
                      <a:pt x="643" y="2265"/>
                      <a:pt x="641" y="2268"/>
                    </a:cubicBezTo>
                    <a:cubicBezTo>
                      <a:pt x="639" y="2270"/>
                      <a:pt x="637" y="2273"/>
                      <a:pt x="634" y="2274"/>
                    </a:cubicBezTo>
                    <a:cubicBezTo>
                      <a:pt x="632" y="2276"/>
                      <a:pt x="629" y="2278"/>
                      <a:pt x="626" y="2280"/>
                    </a:cubicBezTo>
                    <a:cubicBezTo>
                      <a:pt x="622" y="2285"/>
                      <a:pt x="625" y="2291"/>
                      <a:pt x="626" y="2296"/>
                    </a:cubicBezTo>
                    <a:cubicBezTo>
                      <a:pt x="627" y="2299"/>
                      <a:pt x="627" y="2302"/>
                      <a:pt x="628" y="2304"/>
                    </a:cubicBezTo>
                    <a:cubicBezTo>
                      <a:pt x="629" y="2307"/>
                      <a:pt x="631" y="2309"/>
                      <a:pt x="633" y="2311"/>
                    </a:cubicBezTo>
                    <a:cubicBezTo>
                      <a:pt x="635" y="2313"/>
                      <a:pt x="637" y="2314"/>
                      <a:pt x="636" y="2316"/>
                    </a:cubicBezTo>
                    <a:cubicBezTo>
                      <a:pt x="635" y="2317"/>
                      <a:pt x="634" y="2318"/>
                      <a:pt x="633" y="2319"/>
                    </a:cubicBezTo>
                    <a:cubicBezTo>
                      <a:pt x="631" y="2320"/>
                      <a:pt x="630" y="2321"/>
                      <a:pt x="629" y="2322"/>
                    </a:cubicBezTo>
                    <a:cubicBezTo>
                      <a:pt x="627" y="2324"/>
                      <a:pt x="625" y="2326"/>
                      <a:pt x="624" y="2328"/>
                    </a:cubicBezTo>
                    <a:cubicBezTo>
                      <a:pt x="623" y="2330"/>
                      <a:pt x="621" y="2332"/>
                      <a:pt x="619" y="2332"/>
                    </a:cubicBezTo>
                    <a:cubicBezTo>
                      <a:pt x="616" y="2333"/>
                      <a:pt x="613" y="2333"/>
                      <a:pt x="610" y="2331"/>
                    </a:cubicBezTo>
                    <a:cubicBezTo>
                      <a:pt x="608" y="2329"/>
                      <a:pt x="609" y="2327"/>
                      <a:pt x="610" y="2325"/>
                    </a:cubicBezTo>
                    <a:cubicBezTo>
                      <a:pt x="611" y="2322"/>
                      <a:pt x="614" y="2321"/>
                      <a:pt x="615" y="2319"/>
                    </a:cubicBezTo>
                    <a:cubicBezTo>
                      <a:pt x="616" y="2317"/>
                      <a:pt x="615" y="2315"/>
                      <a:pt x="614" y="2314"/>
                    </a:cubicBezTo>
                    <a:cubicBezTo>
                      <a:pt x="611" y="2312"/>
                      <a:pt x="609" y="2311"/>
                      <a:pt x="607" y="2308"/>
                    </a:cubicBezTo>
                    <a:cubicBezTo>
                      <a:pt x="606" y="2307"/>
                      <a:pt x="605" y="2306"/>
                      <a:pt x="604" y="2305"/>
                    </a:cubicBezTo>
                    <a:cubicBezTo>
                      <a:pt x="604" y="2304"/>
                      <a:pt x="603" y="2303"/>
                      <a:pt x="603" y="2302"/>
                    </a:cubicBezTo>
                    <a:cubicBezTo>
                      <a:pt x="603" y="2300"/>
                      <a:pt x="603" y="2298"/>
                      <a:pt x="605" y="2296"/>
                    </a:cubicBezTo>
                    <a:cubicBezTo>
                      <a:pt x="605" y="2296"/>
                      <a:pt x="606" y="2296"/>
                      <a:pt x="607" y="2295"/>
                    </a:cubicBezTo>
                    <a:cubicBezTo>
                      <a:pt x="607" y="2295"/>
                      <a:pt x="608" y="2294"/>
                      <a:pt x="609" y="2294"/>
                    </a:cubicBezTo>
                    <a:cubicBezTo>
                      <a:pt x="612" y="2292"/>
                      <a:pt x="615" y="2289"/>
                      <a:pt x="617" y="2286"/>
                    </a:cubicBezTo>
                    <a:cubicBezTo>
                      <a:pt x="618" y="2284"/>
                      <a:pt x="618" y="2282"/>
                      <a:pt x="618" y="2280"/>
                    </a:cubicBezTo>
                    <a:cubicBezTo>
                      <a:pt x="618" y="2276"/>
                      <a:pt x="617" y="2273"/>
                      <a:pt x="618" y="2270"/>
                    </a:cubicBezTo>
                    <a:cubicBezTo>
                      <a:pt x="618" y="2266"/>
                      <a:pt x="622" y="2263"/>
                      <a:pt x="625" y="2261"/>
                    </a:cubicBezTo>
                    <a:cubicBezTo>
                      <a:pt x="627" y="2259"/>
                      <a:pt x="629" y="2258"/>
                      <a:pt x="631" y="2257"/>
                    </a:cubicBezTo>
                    <a:cubicBezTo>
                      <a:pt x="633" y="2256"/>
                      <a:pt x="635" y="2255"/>
                      <a:pt x="636" y="2253"/>
                    </a:cubicBezTo>
                    <a:cubicBezTo>
                      <a:pt x="639" y="2250"/>
                      <a:pt x="637" y="2246"/>
                      <a:pt x="635" y="2243"/>
                    </a:cubicBezTo>
                    <a:cubicBezTo>
                      <a:pt x="635" y="2241"/>
                      <a:pt x="634" y="2239"/>
                      <a:pt x="633" y="2237"/>
                    </a:cubicBezTo>
                    <a:cubicBezTo>
                      <a:pt x="632" y="2236"/>
                      <a:pt x="632" y="2234"/>
                      <a:pt x="632" y="2233"/>
                    </a:cubicBezTo>
                    <a:cubicBezTo>
                      <a:pt x="633" y="2233"/>
                      <a:pt x="634" y="2233"/>
                      <a:pt x="635" y="2233"/>
                    </a:cubicBezTo>
                    <a:cubicBezTo>
                      <a:pt x="637" y="2234"/>
                      <a:pt x="639" y="2235"/>
                      <a:pt x="640" y="2236"/>
                    </a:cubicBezTo>
                    <a:cubicBezTo>
                      <a:pt x="643" y="2237"/>
                      <a:pt x="648" y="2239"/>
                      <a:pt x="651" y="2237"/>
                    </a:cubicBezTo>
                    <a:cubicBezTo>
                      <a:pt x="654" y="2236"/>
                      <a:pt x="654" y="2232"/>
                      <a:pt x="656" y="2229"/>
                    </a:cubicBezTo>
                    <a:cubicBezTo>
                      <a:pt x="659" y="2222"/>
                      <a:pt x="666" y="2219"/>
                      <a:pt x="672" y="2215"/>
                    </a:cubicBezTo>
                    <a:cubicBezTo>
                      <a:pt x="674" y="2213"/>
                      <a:pt x="675" y="2212"/>
                      <a:pt x="677" y="2210"/>
                    </a:cubicBezTo>
                    <a:cubicBezTo>
                      <a:pt x="679" y="2209"/>
                      <a:pt x="681" y="2208"/>
                      <a:pt x="683" y="2208"/>
                    </a:cubicBezTo>
                    <a:cubicBezTo>
                      <a:pt x="684" y="2207"/>
                      <a:pt x="687" y="2207"/>
                      <a:pt x="687" y="2209"/>
                    </a:cubicBezTo>
                    <a:cubicBezTo>
                      <a:pt x="687" y="2211"/>
                      <a:pt x="686" y="2212"/>
                      <a:pt x="685" y="2213"/>
                    </a:cubicBezTo>
                    <a:close/>
                    <a:moveTo>
                      <a:pt x="701" y="1892"/>
                    </a:moveTo>
                    <a:cubicBezTo>
                      <a:pt x="701" y="1893"/>
                      <a:pt x="701" y="1896"/>
                      <a:pt x="700" y="1897"/>
                    </a:cubicBezTo>
                    <a:cubicBezTo>
                      <a:pt x="698" y="1899"/>
                      <a:pt x="697" y="1894"/>
                      <a:pt x="696" y="1893"/>
                    </a:cubicBezTo>
                    <a:cubicBezTo>
                      <a:pt x="695" y="1892"/>
                      <a:pt x="695" y="1890"/>
                      <a:pt x="695" y="1889"/>
                    </a:cubicBezTo>
                    <a:cubicBezTo>
                      <a:pt x="694" y="1888"/>
                      <a:pt x="694" y="1886"/>
                      <a:pt x="694" y="1885"/>
                    </a:cubicBezTo>
                    <a:cubicBezTo>
                      <a:pt x="693" y="1883"/>
                      <a:pt x="693" y="1881"/>
                      <a:pt x="692" y="1879"/>
                    </a:cubicBezTo>
                    <a:cubicBezTo>
                      <a:pt x="691" y="1877"/>
                      <a:pt x="690" y="1875"/>
                      <a:pt x="690" y="1874"/>
                    </a:cubicBezTo>
                    <a:cubicBezTo>
                      <a:pt x="689" y="1873"/>
                      <a:pt x="688" y="1872"/>
                      <a:pt x="687" y="1871"/>
                    </a:cubicBezTo>
                    <a:cubicBezTo>
                      <a:pt x="685" y="1869"/>
                      <a:pt x="685" y="1867"/>
                      <a:pt x="684" y="1866"/>
                    </a:cubicBezTo>
                    <a:cubicBezTo>
                      <a:pt x="682" y="1863"/>
                      <a:pt x="681" y="1859"/>
                      <a:pt x="679" y="1856"/>
                    </a:cubicBezTo>
                    <a:cubicBezTo>
                      <a:pt x="677" y="1855"/>
                      <a:pt x="676" y="1853"/>
                      <a:pt x="675" y="1852"/>
                    </a:cubicBezTo>
                    <a:cubicBezTo>
                      <a:pt x="674" y="1850"/>
                      <a:pt x="673" y="1848"/>
                      <a:pt x="672" y="1847"/>
                    </a:cubicBezTo>
                    <a:cubicBezTo>
                      <a:pt x="671" y="1845"/>
                      <a:pt x="670" y="1844"/>
                      <a:pt x="668" y="1842"/>
                    </a:cubicBezTo>
                    <a:cubicBezTo>
                      <a:pt x="668" y="1841"/>
                      <a:pt x="667" y="1840"/>
                      <a:pt x="667" y="1838"/>
                    </a:cubicBezTo>
                    <a:cubicBezTo>
                      <a:pt x="669" y="1838"/>
                      <a:pt x="671" y="1841"/>
                      <a:pt x="672" y="1841"/>
                    </a:cubicBezTo>
                    <a:cubicBezTo>
                      <a:pt x="673" y="1842"/>
                      <a:pt x="675" y="1844"/>
                      <a:pt x="676" y="1843"/>
                    </a:cubicBezTo>
                    <a:cubicBezTo>
                      <a:pt x="674" y="1837"/>
                      <a:pt x="672" y="1831"/>
                      <a:pt x="670" y="1825"/>
                    </a:cubicBezTo>
                    <a:cubicBezTo>
                      <a:pt x="668" y="1821"/>
                      <a:pt x="667" y="1818"/>
                      <a:pt x="667" y="1814"/>
                    </a:cubicBezTo>
                    <a:cubicBezTo>
                      <a:pt x="667" y="1810"/>
                      <a:pt x="667" y="1806"/>
                      <a:pt x="667" y="1803"/>
                    </a:cubicBezTo>
                    <a:cubicBezTo>
                      <a:pt x="667" y="1799"/>
                      <a:pt x="667" y="1796"/>
                      <a:pt x="665" y="1793"/>
                    </a:cubicBezTo>
                    <a:cubicBezTo>
                      <a:pt x="664" y="1790"/>
                      <a:pt x="662" y="1787"/>
                      <a:pt x="661" y="1783"/>
                    </a:cubicBezTo>
                    <a:cubicBezTo>
                      <a:pt x="660" y="1781"/>
                      <a:pt x="661" y="1778"/>
                      <a:pt x="663" y="1780"/>
                    </a:cubicBezTo>
                    <a:cubicBezTo>
                      <a:pt x="666" y="1783"/>
                      <a:pt x="668" y="1788"/>
                      <a:pt x="670" y="1792"/>
                    </a:cubicBezTo>
                    <a:cubicBezTo>
                      <a:pt x="671" y="1797"/>
                      <a:pt x="672" y="1802"/>
                      <a:pt x="674" y="1807"/>
                    </a:cubicBezTo>
                    <a:cubicBezTo>
                      <a:pt x="676" y="1810"/>
                      <a:pt x="678" y="1813"/>
                      <a:pt x="680" y="1816"/>
                    </a:cubicBezTo>
                    <a:cubicBezTo>
                      <a:pt x="682" y="1820"/>
                      <a:pt x="684" y="1823"/>
                      <a:pt x="685" y="1827"/>
                    </a:cubicBezTo>
                    <a:cubicBezTo>
                      <a:pt x="686" y="1830"/>
                      <a:pt x="687" y="1834"/>
                      <a:pt x="689" y="1837"/>
                    </a:cubicBezTo>
                    <a:cubicBezTo>
                      <a:pt x="692" y="1844"/>
                      <a:pt x="699" y="1851"/>
                      <a:pt x="698" y="1859"/>
                    </a:cubicBezTo>
                    <a:cubicBezTo>
                      <a:pt x="698" y="1862"/>
                      <a:pt x="696" y="1863"/>
                      <a:pt x="695" y="1865"/>
                    </a:cubicBezTo>
                    <a:cubicBezTo>
                      <a:pt x="694" y="1867"/>
                      <a:pt x="695" y="1870"/>
                      <a:pt x="695" y="1872"/>
                    </a:cubicBezTo>
                    <a:cubicBezTo>
                      <a:pt x="698" y="1879"/>
                      <a:pt x="702" y="1885"/>
                      <a:pt x="701" y="1892"/>
                    </a:cubicBezTo>
                    <a:close/>
                    <a:moveTo>
                      <a:pt x="1283" y="1646"/>
                    </a:moveTo>
                    <a:cubicBezTo>
                      <a:pt x="1285" y="1646"/>
                      <a:pt x="1285" y="1646"/>
                      <a:pt x="1287" y="1647"/>
                    </a:cubicBezTo>
                    <a:cubicBezTo>
                      <a:pt x="1288" y="1648"/>
                      <a:pt x="1289" y="1649"/>
                      <a:pt x="1289" y="1651"/>
                    </a:cubicBezTo>
                    <a:cubicBezTo>
                      <a:pt x="1291" y="1653"/>
                      <a:pt x="1292" y="1656"/>
                      <a:pt x="1295" y="1657"/>
                    </a:cubicBezTo>
                    <a:cubicBezTo>
                      <a:pt x="1297" y="1659"/>
                      <a:pt x="1299" y="1660"/>
                      <a:pt x="1302" y="1661"/>
                    </a:cubicBezTo>
                    <a:cubicBezTo>
                      <a:pt x="1303" y="1662"/>
                      <a:pt x="1307" y="1663"/>
                      <a:pt x="1306" y="1666"/>
                    </a:cubicBezTo>
                    <a:cubicBezTo>
                      <a:pt x="1304" y="1666"/>
                      <a:pt x="1301" y="1664"/>
                      <a:pt x="1300" y="1665"/>
                    </a:cubicBezTo>
                    <a:cubicBezTo>
                      <a:pt x="1298" y="1666"/>
                      <a:pt x="1298" y="1667"/>
                      <a:pt x="1297" y="1668"/>
                    </a:cubicBezTo>
                    <a:cubicBezTo>
                      <a:pt x="1295" y="1671"/>
                      <a:pt x="1290" y="1672"/>
                      <a:pt x="1289" y="1668"/>
                    </a:cubicBezTo>
                    <a:cubicBezTo>
                      <a:pt x="1288" y="1667"/>
                      <a:pt x="1288" y="1665"/>
                      <a:pt x="1289" y="1663"/>
                    </a:cubicBezTo>
                    <a:cubicBezTo>
                      <a:pt x="1289" y="1660"/>
                      <a:pt x="1289" y="1656"/>
                      <a:pt x="1288" y="1654"/>
                    </a:cubicBezTo>
                    <a:cubicBezTo>
                      <a:pt x="1287" y="1652"/>
                      <a:pt x="1286" y="1651"/>
                      <a:pt x="1285" y="1650"/>
                    </a:cubicBezTo>
                    <a:cubicBezTo>
                      <a:pt x="1284" y="1649"/>
                      <a:pt x="1283" y="1647"/>
                      <a:pt x="1283" y="1646"/>
                    </a:cubicBezTo>
                    <a:close/>
                    <a:moveTo>
                      <a:pt x="813" y="1779"/>
                    </a:moveTo>
                    <a:cubicBezTo>
                      <a:pt x="816" y="1778"/>
                      <a:pt x="819" y="1781"/>
                      <a:pt x="821" y="1783"/>
                    </a:cubicBezTo>
                    <a:cubicBezTo>
                      <a:pt x="823" y="1785"/>
                      <a:pt x="824" y="1788"/>
                      <a:pt x="826" y="1791"/>
                    </a:cubicBezTo>
                    <a:cubicBezTo>
                      <a:pt x="827" y="1793"/>
                      <a:pt x="830" y="1794"/>
                      <a:pt x="832" y="1796"/>
                    </a:cubicBezTo>
                    <a:cubicBezTo>
                      <a:pt x="835" y="1798"/>
                      <a:pt x="837" y="1800"/>
                      <a:pt x="839" y="1803"/>
                    </a:cubicBezTo>
                    <a:cubicBezTo>
                      <a:pt x="841" y="1805"/>
                      <a:pt x="843" y="1808"/>
                      <a:pt x="846" y="1808"/>
                    </a:cubicBezTo>
                    <a:cubicBezTo>
                      <a:pt x="850" y="1808"/>
                      <a:pt x="849" y="1804"/>
                      <a:pt x="849" y="1802"/>
                    </a:cubicBezTo>
                    <a:cubicBezTo>
                      <a:pt x="849" y="1800"/>
                      <a:pt x="847" y="1796"/>
                      <a:pt x="850" y="1795"/>
                    </a:cubicBezTo>
                    <a:cubicBezTo>
                      <a:pt x="852" y="1795"/>
                      <a:pt x="854" y="1796"/>
                      <a:pt x="856" y="1795"/>
                    </a:cubicBezTo>
                    <a:cubicBezTo>
                      <a:pt x="858" y="1794"/>
                      <a:pt x="856" y="1791"/>
                      <a:pt x="857" y="1789"/>
                    </a:cubicBezTo>
                    <a:cubicBezTo>
                      <a:pt x="859" y="1788"/>
                      <a:pt x="863" y="1791"/>
                      <a:pt x="865" y="1792"/>
                    </a:cubicBezTo>
                    <a:cubicBezTo>
                      <a:pt x="865" y="1792"/>
                      <a:pt x="867" y="1793"/>
                      <a:pt x="867" y="1792"/>
                    </a:cubicBezTo>
                    <a:cubicBezTo>
                      <a:pt x="868" y="1791"/>
                      <a:pt x="866" y="1789"/>
                      <a:pt x="866" y="1788"/>
                    </a:cubicBezTo>
                    <a:cubicBezTo>
                      <a:pt x="864" y="1784"/>
                      <a:pt x="861" y="1781"/>
                      <a:pt x="859" y="1777"/>
                    </a:cubicBezTo>
                    <a:cubicBezTo>
                      <a:pt x="858" y="1776"/>
                      <a:pt x="857" y="1773"/>
                      <a:pt x="855" y="1772"/>
                    </a:cubicBezTo>
                    <a:cubicBezTo>
                      <a:pt x="853" y="1771"/>
                      <a:pt x="851" y="1773"/>
                      <a:pt x="849" y="1774"/>
                    </a:cubicBezTo>
                    <a:cubicBezTo>
                      <a:pt x="847" y="1775"/>
                      <a:pt x="846" y="1774"/>
                      <a:pt x="844" y="1773"/>
                    </a:cubicBezTo>
                    <a:cubicBezTo>
                      <a:pt x="842" y="1771"/>
                      <a:pt x="839" y="1771"/>
                      <a:pt x="837" y="1769"/>
                    </a:cubicBezTo>
                    <a:cubicBezTo>
                      <a:pt x="835" y="1768"/>
                      <a:pt x="836" y="1766"/>
                      <a:pt x="836" y="1764"/>
                    </a:cubicBezTo>
                    <a:cubicBezTo>
                      <a:pt x="837" y="1761"/>
                      <a:pt x="835" y="1759"/>
                      <a:pt x="833" y="1757"/>
                    </a:cubicBezTo>
                    <a:cubicBezTo>
                      <a:pt x="831" y="1755"/>
                      <a:pt x="829" y="1754"/>
                      <a:pt x="828" y="1751"/>
                    </a:cubicBezTo>
                    <a:cubicBezTo>
                      <a:pt x="828" y="1749"/>
                      <a:pt x="828" y="1746"/>
                      <a:pt x="830" y="1745"/>
                    </a:cubicBezTo>
                    <a:cubicBezTo>
                      <a:pt x="833" y="1743"/>
                      <a:pt x="836" y="1743"/>
                      <a:pt x="839" y="1743"/>
                    </a:cubicBezTo>
                    <a:cubicBezTo>
                      <a:pt x="842" y="1742"/>
                      <a:pt x="844" y="1742"/>
                      <a:pt x="846" y="1741"/>
                    </a:cubicBezTo>
                    <a:cubicBezTo>
                      <a:pt x="853" y="1738"/>
                      <a:pt x="854" y="1747"/>
                      <a:pt x="855" y="1752"/>
                    </a:cubicBezTo>
                    <a:cubicBezTo>
                      <a:pt x="855" y="1754"/>
                      <a:pt x="855" y="1756"/>
                      <a:pt x="858" y="1754"/>
                    </a:cubicBezTo>
                    <a:cubicBezTo>
                      <a:pt x="860" y="1752"/>
                      <a:pt x="861" y="1750"/>
                      <a:pt x="864" y="1749"/>
                    </a:cubicBezTo>
                    <a:cubicBezTo>
                      <a:pt x="867" y="1748"/>
                      <a:pt x="871" y="1750"/>
                      <a:pt x="873" y="1752"/>
                    </a:cubicBezTo>
                    <a:cubicBezTo>
                      <a:pt x="876" y="1754"/>
                      <a:pt x="875" y="1757"/>
                      <a:pt x="872" y="1758"/>
                    </a:cubicBezTo>
                    <a:cubicBezTo>
                      <a:pt x="870" y="1759"/>
                      <a:pt x="868" y="1760"/>
                      <a:pt x="866" y="1760"/>
                    </a:cubicBezTo>
                    <a:cubicBezTo>
                      <a:pt x="864" y="1761"/>
                      <a:pt x="863" y="1761"/>
                      <a:pt x="861" y="1762"/>
                    </a:cubicBezTo>
                    <a:cubicBezTo>
                      <a:pt x="859" y="1763"/>
                      <a:pt x="862" y="1766"/>
                      <a:pt x="863" y="1767"/>
                    </a:cubicBezTo>
                    <a:cubicBezTo>
                      <a:pt x="864" y="1768"/>
                      <a:pt x="865" y="1769"/>
                      <a:pt x="866" y="1771"/>
                    </a:cubicBezTo>
                    <a:cubicBezTo>
                      <a:pt x="868" y="1772"/>
                      <a:pt x="871" y="1773"/>
                      <a:pt x="872" y="1770"/>
                    </a:cubicBezTo>
                    <a:cubicBezTo>
                      <a:pt x="872" y="1769"/>
                      <a:pt x="872" y="1768"/>
                      <a:pt x="873" y="1767"/>
                    </a:cubicBezTo>
                    <a:cubicBezTo>
                      <a:pt x="874" y="1766"/>
                      <a:pt x="876" y="1767"/>
                      <a:pt x="877" y="1767"/>
                    </a:cubicBezTo>
                    <a:cubicBezTo>
                      <a:pt x="879" y="1769"/>
                      <a:pt x="876" y="1773"/>
                      <a:pt x="875" y="1775"/>
                    </a:cubicBezTo>
                    <a:cubicBezTo>
                      <a:pt x="874" y="1778"/>
                      <a:pt x="876" y="1780"/>
                      <a:pt x="879" y="1780"/>
                    </a:cubicBezTo>
                    <a:cubicBezTo>
                      <a:pt x="881" y="1781"/>
                      <a:pt x="883" y="1782"/>
                      <a:pt x="882" y="1785"/>
                    </a:cubicBezTo>
                    <a:cubicBezTo>
                      <a:pt x="882" y="1789"/>
                      <a:pt x="879" y="1790"/>
                      <a:pt x="876" y="1791"/>
                    </a:cubicBezTo>
                    <a:cubicBezTo>
                      <a:pt x="874" y="1791"/>
                      <a:pt x="872" y="1792"/>
                      <a:pt x="871" y="1794"/>
                    </a:cubicBezTo>
                    <a:cubicBezTo>
                      <a:pt x="871" y="1796"/>
                      <a:pt x="871" y="1798"/>
                      <a:pt x="870" y="1800"/>
                    </a:cubicBezTo>
                    <a:cubicBezTo>
                      <a:pt x="869" y="1803"/>
                      <a:pt x="869" y="1806"/>
                      <a:pt x="870" y="1809"/>
                    </a:cubicBezTo>
                    <a:cubicBezTo>
                      <a:pt x="871" y="1810"/>
                      <a:pt x="871" y="1811"/>
                      <a:pt x="871" y="1813"/>
                    </a:cubicBezTo>
                    <a:cubicBezTo>
                      <a:pt x="871" y="1814"/>
                      <a:pt x="871" y="1815"/>
                      <a:pt x="871" y="1816"/>
                    </a:cubicBezTo>
                    <a:cubicBezTo>
                      <a:pt x="871" y="1817"/>
                      <a:pt x="872" y="1818"/>
                      <a:pt x="871" y="1818"/>
                    </a:cubicBezTo>
                    <a:cubicBezTo>
                      <a:pt x="870" y="1819"/>
                      <a:pt x="868" y="1818"/>
                      <a:pt x="868" y="1818"/>
                    </a:cubicBezTo>
                    <a:cubicBezTo>
                      <a:pt x="867" y="1817"/>
                      <a:pt x="866" y="1816"/>
                      <a:pt x="865" y="1816"/>
                    </a:cubicBezTo>
                    <a:cubicBezTo>
                      <a:pt x="864" y="1816"/>
                      <a:pt x="864" y="1817"/>
                      <a:pt x="863" y="1817"/>
                    </a:cubicBezTo>
                    <a:cubicBezTo>
                      <a:pt x="863" y="1818"/>
                      <a:pt x="862" y="1818"/>
                      <a:pt x="861" y="1818"/>
                    </a:cubicBezTo>
                    <a:cubicBezTo>
                      <a:pt x="861" y="1819"/>
                      <a:pt x="859" y="1818"/>
                      <a:pt x="858" y="1819"/>
                    </a:cubicBezTo>
                    <a:cubicBezTo>
                      <a:pt x="857" y="1820"/>
                      <a:pt x="858" y="1821"/>
                      <a:pt x="859" y="1822"/>
                    </a:cubicBezTo>
                    <a:cubicBezTo>
                      <a:pt x="859" y="1823"/>
                      <a:pt x="860" y="1824"/>
                      <a:pt x="861" y="1826"/>
                    </a:cubicBezTo>
                    <a:cubicBezTo>
                      <a:pt x="862" y="1828"/>
                      <a:pt x="866" y="1829"/>
                      <a:pt x="868" y="1831"/>
                    </a:cubicBezTo>
                    <a:cubicBezTo>
                      <a:pt x="869" y="1834"/>
                      <a:pt x="870" y="1836"/>
                      <a:pt x="870" y="1839"/>
                    </a:cubicBezTo>
                    <a:cubicBezTo>
                      <a:pt x="870" y="1841"/>
                      <a:pt x="871" y="1844"/>
                      <a:pt x="872" y="1846"/>
                    </a:cubicBezTo>
                    <a:cubicBezTo>
                      <a:pt x="873" y="1848"/>
                      <a:pt x="875" y="1850"/>
                      <a:pt x="876" y="1852"/>
                    </a:cubicBezTo>
                    <a:cubicBezTo>
                      <a:pt x="877" y="1854"/>
                      <a:pt x="878" y="1857"/>
                      <a:pt x="875" y="1857"/>
                    </a:cubicBezTo>
                    <a:cubicBezTo>
                      <a:pt x="874" y="1858"/>
                      <a:pt x="873" y="1857"/>
                      <a:pt x="872" y="1856"/>
                    </a:cubicBezTo>
                    <a:cubicBezTo>
                      <a:pt x="871" y="1855"/>
                      <a:pt x="870" y="1854"/>
                      <a:pt x="868" y="1853"/>
                    </a:cubicBezTo>
                    <a:cubicBezTo>
                      <a:pt x="867" y="1853"/>
                      <a:pt x="866" y="1853"/>
                      <a:pt x="865" y="1852"/>
                    </a:cubicBezTo>
                    <a:cubicBezTo>
                      <a:pt x="861" y="1850"/>
                      <a:pt x="858" y="1848"/>
                      <a:pt x="855" y="1845"/>
                    </a:cubicBezTo>
                    <a:cubicBezTo>
                      <a:pt x="854" y="1844"/>
                      <a:pt x="853" y="1843"/>
                      <a:pt x="852" y="1843"/>
                    </a:cubicBezTo>
                    <a:cubicBezTo>
                      <a:pt x="851" y="1842"/>
                      <a:pt x="850" y="1842"/>
                      <a:pt x="849" y="1841"/>
                    </a:cubicBezTo>
                    <a:cubicBezTo>
                      <a:pt x="848" y="1838"/>
                      <a:pt x="850" y="1838"/>
                      <a:pt x="851" y="1837"/>
                    </a:cubicBezTo>
                    <a:cubicBezTo>
                      <a:pt x="852" y="1836"/>
                      <a:pt x="853" y="1836"/>
                      <a:pt x="854" y="1834"/>
                    </a:cubicBezTo>
                    <a:cubicBezTo>
                      <a:pt x="854" y="1832"/>
                      <a:pt x="852" y="1829"/>
                      <a:pt x="850" y="1828"/>
                    </a:cubicBezTo>
                    <a:cubicBezTo>
                      <a:pt x="848" y="1826"/>
                      <a:pt x="847" y="1825"/>
                      <a:pt x="846" y="1823"/>
                    </a:cubicBezTo>
                    <a:cubicBezTo>
                      <a:pt x="844" y="1816"/>
                      <a:pt x="838" y="1809"/>
                      <a:pt x="833" y="1803"/>
                    </a:cubicBezTo>
                    <a:cubicBezTo>
                      <a:pt x="830" y="1801"/>
                      <a:pt x="828" y="1799"/>
                      <a:pt x="826" y="1797"/>
                    </a:cubicBezTo>
                    <a:cubicBezTo>
                      <a:pt x="824" y="1794"/>
                      <a:pt x="821" y="1792"/>
                      <a:pt x="819" y="1790"/>
                    </a:cubicBezTo>
                    <a:cubicBezTo>
                      <a:pt x="816" y="1789"/>
                      <a:pt x="814" y="1788"/>
                      <a:pt x="812" y="1785"/>
                    </a:cubicBezTo>
                    <a:cubicBezTo>
                      <a:pt x="810" y="1783"/>
                      <a:pt x="810" y="1780"/>
                      <a:pt x="813" y="1779"/>
                    </a:cubicBezTo>
                    <a:close/>
                    <a:moveTo>
                      <a:pt x="722" y="1761"/>
                    </a:moveTo>
                    <a:cubicBezTo>
                      <a:pt x="728" y="1762"/>
                      <a:pt x="728" y="1772"/>
                      <a:pt x="734" y="1771"/>
                    </a:cubicBezTo>
                    <a:cubicBezTo>
                      <a:pt x="737" y="1770"/>
                      <a:pt x="736" y="1769"/>
                      <a:pt x="736" y="1767"/>
                    </a:cubicBezTo>
                    <a:cubicBezTo>
                      <a:pt x="736" y="1764"/>
                      <a:pt x="739" y="1764"/>
                      <a:pt x="741" y="1763"/>
                    </a:cubicBezTo>
                    <a:cubicBezTo>
                      <a:pt x="743" y="1763"/>
                      <a:pt x="746" y="1763"/>
                      <a:pt x="748" y="1766"/>
                    </a:cubicBezTo>
                    <a:cubicBezTo>
                      <a:pt x="749" y="1768"/>
                      <a:pt x="750" y="1770"/>
                      <a:pt x="752" y="1772"/>
                    </a:cubicBezTo>
                    <a:cubicBezTo>
                      <a:pt x="753" y="1774"/>
                      <a:pt x="754" y="1774"/>
                      <a:pt x="755" y="1775"/>
                    </a:cubicBezTo>
                    <a:cubicBezTo>
                      <a:pt x="757" y="1776"/>
                      <a:pt x="759" y="1777"/>
                      <a:pt x="761" y="1779"/>
                    </a:cubicBezTo>
                    <a:cubicBezTo>
                      <a:pt x="762" y="1780"/>
                      <a:pt x="763" y="1781"/>
                      <a:pt x="763" y="1782"/>
                    </a:cubicBezTo>
                    <a:cubicBezTo>
                      <a:pt x="763" y="1784"/>
                      <a:pt x="762" y="1785"/>
                      <a:pt x="761" y="1787"/>
                    </a:cubicBezTo>
                    <a:cubicBezTo>
                      <a:pt x="761" y="1789"/>
                      <a:pt x="762" y="1790"/>
                      <a:pt x="764" y="1791"/>
                    </a:cubicBezTo>
                    <a:cubicBezTo>
                      <a:pt x="766" y="1792"/>
                      <a:pt x="768" y="1794"/>
                      <a:pt x="765" y="1795"/>
                    </a:cubicBezTo>
                    <a:cubicBezTo>
                      <a:pt x="764" y="1796"/>
                      <a:pt x="762" y="1796"/>
                      <a:pt x="761" y="1796"/>
                    </a:cubicBezTo>
                    <a:cubicBezTo>
                      <a:pt x="759" y="1796"/>
                      <a:pt x="758" y="1796"/>
                      <a:pt x="756" y="1795"/>
                    </a:cubicBezTo>
                    <a:cubicBezTo>
                      <a:pt x="755" y="1795"/>
                      <a:pt x="754" y="1795"/>
                      <a:pt x="753" y="1795"/>
                    </a:cubicBezTo>
                    <a:cubicBezTo>
                      <a:pt x="752" y="1795"/>
                      <a:pt x="751" y="1795"/>
                      <a:pt x="750" y="1794"/>
                    </a:cubicBezTo>
                    <a:cubicBezTo>
                      <a:pt x="748" y="1794"/>
                      <a:pt x="747" y="1794"/>
                      <a:pt x="745" y="1795"/>
                    </a:cubicBezTo>
                    <a:cubicBezTo>
                      <a:pt x="743" y="1795"/>
                      <a:pt x="741" y="1796"/>
                      <a:pt x="740" y="1793"/>
                    </a:cubicBezTo>
                    <a:cubicBezTo>
                      <a:pt x="739" y="1792"/>
                      <a:pt x="739" y="1790"/>
                      <a:pt x="739" y="1788"/>
                    </a:cubicBezTo>
                    <a:cubicBezTo>
                      <a:pt x="739" y="1786"/>
                      <a:pt x="738" y="1785"/>
                      <a:pt x="738" y="1784"/>
                    </a:cubicBezTo>
                    <a:cubicBezTo>
                      <a:pt x="738" y="1783"/>
                      <a:pt x="738" y="1783"/>
                      <a:pt x="738" y="1782"/>
                    </a:cubicBezTo>
                    <a:cubicBezTo>
                      <a:pt x="737" y="1781"/>
                      <a:pt x="735" y="1782"/>
                      <a:pt x="733" y="1782"/>
                    </a:cubicBezTo>
                    <a:cubicBezTo>
                      <a:pt x="731" y="1782"/>
                      <a:pt x="729" y="1781"/>
                      <a:pt x="727" y="1780"/>
                    </a:cubicBezTo>
                    <a:cubicBezTo>
                      <a:pt x="726" y="1779"/>
                      <a:pt x="724" y="1778"/>
                      <a:pt x="722" y="1777"/>
                    </a:cubicBezTo>
                    <a:cubicBezTo>
                      <a:pt x="721" y="1776"/>
                      <a:pt x="720" y="1774"/>
                      <a:pt x="721" y="1772"/>
                    </a:cubicBezTo>
                    <a:cubicBezTo>
                      <a:pt x="721" y="1770"/>
                      <a:pt x="721" y="1768"/>
                      <a:pt x="720" y="1766"/>
                    </a:cubicBezTo>
                    <a:cubicBezTo>
                      <a:pt x="719" y="1763"/>
                      <a:pt x="720" y="1761"/>
                      <a:pt x="722" y="1761"/>
                    </a:cubicBezTo>
                    <a:close/>
                    <a:moveTo>
                      <a:pt x="817" y="2339"/>
                    </a:moveTo>
                    <a:cubicBezTo>
                      <a:pt x="818" y="2342"/>
                      <a:pt x="818" y="2344"/>
                      <a:pt x="819" y="2346"/>
                    </a:cubicBezTo>
                    <a:cubicBezTo>
                      <a:pt x="820" y="2348"/>
                      <a:pt x="821" y="2350"/>
                      <a:pt x="822" y="2352"/>
                    </a:cubicBezTo>
                    <a:cubicBezTo>
                      <a:pt x="824" y="2353"/>
                      <a:pt x="825" y="2354"/>
                      <a:pt x="827" y="2355"/>
                    </a:cubicBezTo>
                    <a:cubicBezTo>
                      <a:pt x="831" y="2357"/>
                      <a:pt x="835" y="2359"/>
                      <a:pt x="838" y="2363"/>
                    </a:cubicBezTo>
                    <a:cubicBezTo>
                      <a:pt x="840" y="2365"/>
                      <a:pt x="840" y="2368"/>
                      <a:pt x="841" y="2371"/>
                    </a:cubicBezTo>
                    <a:cubicBezTo>
                      <a:pt x="842" y="2376"/>
                      <a:pt x="842" y="2381"/>
                      <a:pt x="840" y="2386"/>
                    </a:cubicBezTo>
                    <a:cubicBezTo>
                      <a:pt x="839" y="2387"/>
                      <a:pt x="838" y="2389"/>
                      <a:pt x="837" y="2389"/>
                    </a:cubicBezTo>
                    <a:cubicBezTo>
                      <a:pt x="835" y="2388"/>
                      <a:pt x="835" y="2386"/>
                      <a:pt x="835" y="2385"/>
                    </a:cubicBezTo>
                    <a:cubicBezTo>
                      <a:pt x="835" y="2383"/>
                      <a:pt x="837" y="2379"/>
                      <a:pt x="834" y="2378"/>
                    </a:cubicBezTo>
                    <a:cubicBezTo>
                      <a:pt x="830" y="2376"/>
                      <a:pt x="826" y="2376"/>
                      <a:pt x="823" y="2373"/>
                    </a:cubicBezTo>
                    <a:cubicBezTo>
                      <a:pt x="820" y="2370"/>
                      <a:pt x="823" y="2367"/>
                      <a:pt x="823" y="2364"/>
                    </a:cubicBezTo>
                    <a:cubicBezTo>
                      <a:pt x="823" y="2360"/>
                      <a:pt x="819" y="2355"/>
                      <a:pt x="815" y="2355"/>
                    </a:cubicBezTo>
                    <a:cubicBezTo>
                      <a:pt x="810" y="2355"/>
                      <a:pt x="810" y="2360"/>
                      <a:pt x="810" y="2363"/>
                    </a:cubicBezTo>
                    <a:cubicBezTo>
                      <a:pt x="809" y="2364"/>
                      <a:pt x="809" y="2365"/>
                      <a:pt x="807" y="2365"/>
                    </a:cubicBezTo>
                    <a:cubicBezTo>
                      <a:pt x="805" y="2365"/>
                      <a:pt x="802" y="2363"/>
                      <a:pt x="800" y="2362"/>
                    </a:cubicBezTo>
                    <a:cubicBezTo>
                      <a:pt x="798" y="2362"/>
                      <a:pt x="795" y="2361"/>
                      <a:pt x="794" y="2359"/>
                    </a:cubicBezTo>
                    <a:cubicBezTo>
                      <a:pt x="793" y="2358"/>
                      <a:pt x="794" y="2357"/>
                      <a:pt x="795" y="2356"/>
                    </a:cubicBezTo>
                    <a:cubicBezTo>
                      <a:pt x="796" y="2354"/>
                      <a:pt x="798" y="2353"/>
                      <a:pt x="799" y="2351"/>
                    </a:cubicBezTo>
                    <a:cubicBezTo>
                      <a:pt x="800" y="2349"/>
                      <a:pt x="800" y="2346"/>
                      <a:pt x="799" y="2344"/>
                    </a:cubicBezTo>
                    <a:cubicBezTo>
                      <a:pt x="799" y="2342"/>
                      <a:pt x="798" y="2340"/>
                      <a:pt x="797" y="2338"/>
                    </a:cubicBezTo>
                    <a:cubicBezTo>
                      <a:pt x="797" y="2336"/>
                      <a:pt x="798" y="2335"/>
                      <a:pt x="800" y="2334"/>
                    </a:cubicBezTo>
                    <a:cubicBezTo>
                      <a:pt x="802" y="2333"/>
                      <a:pt x="805" y="2332"/>
                      <a:pt x="808" y="2331"/>
                    </a:cubicBezTo>
                    <a:cubicBezTo>
                      <a:pt x="809" y="2331"/>
                      <a:pt x="811" y="2331"/>
                      <a:pt x="812" y="2330"/>
                    </a:cubicBezTo>
                    <a:cubicBezTo>
                      <a:pt x="813" y="2330"/>
                      <a:pt x="814" y="2330"/>
                      <a:pt x="814" y="2330"/>
                    </a:cubicBezTo>
                    <a:cubicBezTo>
                      <a:pt x="815" y="2329"/>
                      <a:pt x="814" y="2327"/>
                      <a:pt x="813" y="2326"/>
                    </a:cubicBezTo>
                    <a:cubicBezTo>
                      <a:pt x="812" y="2323"/>
                      <a:pt x="810" y="2320"/>
                      <a:pt x="809" y="2317"/>
                    </a:cubicBezTo>
                    <a:cubicBezTo>
                      <a:pt x="808" y="2314"/>
                      <a:pt x="807" y="2311"/>
                      <a:pt x="806" y="2309"/>
                    </a:cubicBezTo>
                    <a:cubicBezTo>
                      <a:pt x="806" y="2308"/>
                      <a:pt x="806" y="2307"/>
                      <a:pt x="805" y="2307"/>
                    </a:cubicBezTo>
                    <a:cubicBezTo>
                      <a:pt x="805" y="2307"/>
                      <a:pt x="804" y="2308"/>
                      <a:pt x="804" y="2309"/>
                    </a:cubicBezTo>
                    <a:cubicBezTo>
                      <a:pt x="803" y="2311"/>
                      <a:pt x="802" y="2314"/>
                      <a:pt x="801" y="2317"/>
                    </a:cubicBezTo>
                    <a:cubicBezTo>
                      <a:pt x="800" y="2317"/>
                      <a:pt x="799" y="2321"/>
                      <a:pt x="798" y="2319"/>
                    </a:cubicBezTo>
                    <a:cubicBezTo>
                      <a:pt x="797" y="2318"/>
                      <a:pt x="797" y="2316"/>
                      <a:pt x="797" y="2315"/>
                    </a:cubicBezTo>
                    <a:cubicBezTo>
                      <a:pt x="797" y="2313"/>
                      <a:pt x="797" y="2312"/>
                      <a:pt x="796" y="2310"/>
                    </a:cubicBezTo>
                    <a:cubicBezTo>
                      <a:pt x="796" y="2306"/>
                      <a:pt x="796" y="2302"/>
                      <a:pt x="795" y="2299"/>
                    </a:cubicBezTo>
                    <a:cubicBezTo>
                      <a:pt x="792" y="2294"/>
                      <a:pt x="787" y="2300"/>
                      <a:pt x="785" y="2301"/>
                    </a:cubicBezTo>
                    <a:cubicBezTo>
                      <a:pt x="778" y="2303"/>
                      <a:pt x="779" y="2283"/>
                      <a:pt x="779" y="2279"/>
                    </a:cubicBezTo>
                    <a:cubicBezTo>
                      <a:pt x="779" y="2275"/>
                      <a:pt x="779" y="2271"/>
                      <a:pt x="780" y="2268"/>
                    </a:cubicBezTo>
                    <a:cubicBezTo>
                      <a:pt x="781" y="2266"/>
                      <a:pt x="783" y="2265"/>
                      <a:pt x="784" y="2266"/>
                    </a:cubicBezTo>
                    <a:cubicBezTo>
                      <a:pt x="787" y="2266"/>
                      <a:pt x="790" y="2269"/>
                      <a:pt x="792" y="2271"/>
                    </a:cubicBezTo>
                    <a:cubicBezTo>
                      <a:pt x="793" y="2272"/>
                      <a:pt x="794" y="2273"/>
                      <a:pt x="795" y="2272"/>
                    </a:cubicBezTo>
                    <a:cubicBezTo>
                      <a:pt x="796" y="2271"/>
                      <a:pt x="797" y="2269"/>
                      <a:pt x="796" y="2267"/>
                    </a:cubicBezTo>
                    <a:cubicBezTo>
                      <a:pt x="796" y="2265"/>
                      <a:pt x="795" y="2263"/>
                      <a:pt x="793" y="2262"/>
                    </a:cubicBezTo>
                    <a:cubicBezTo>
                      <a:pt x="791" y="2259"/>
                      <a:pt x="788" y="2258"/>
                      <a:pt x="785" y="2257"/>
                    </a:cubicBezTo>
                    <a:cubicBezTo>
                      <a:pt x="782" y="2257"/>
                      <a:pt x="778" y="2256"/>
                      <a:pt x="777" y="2259"/>
                    </a:cubicBezTo>
                    <a:cubicBezTo>
                      <a:pt x="777" y="2259"/>
                      <a:pt x="777" y="2260"/>
                      <a:pt x="777" y="2260"/>
                    </a:cubicBezTo>
                    <a:cubicBezTo>
                      <a:pt x="777" y="2260"/>
                      <a:pt x="777" y="2260"/>
                      <a:pt x="777" y="2261"/>
                    </a:cubicBezTo>
                    <a:cubicBezTo>
                      <a:pt x="777" y="2261"/>
                      <a:pt x="776" y="2262"/>
                      <a:pt x="776" y="2262"/>
                    </a:cubicBezTo>
                    <a:cubicBezTo>
                      <a:pt x="775" y="2263"/>
                      <a:pt x="775" y="2263"/>
                      <a:pt x="774" y="2263"/>
                    </a:cubicBezTo>
                    <a:cubicBezTo>
                      <a:pt x="773" y="2263"/>
                      <a:pt x="773" y="2262"/>
                      <a:pt x="772" y="2262"/>
                    </a:cubicBezTo>
                    <a:cubicBezTo>
                      <a:pt x="771" y="2262"/>
                      <a:pt x="769" y="2262"/>
                      <a:pt x="769" y="2261"/>
                    </a:cubicBezTo>
                    <a:cubicBezTo>
                      <a:pt x="769" y="2260"/>
                      <a:pt x="769" y="2258"/>
                      <a:pt x="769" y="2257"/>
                    </a:cubicBezTo>
                    <a:cubicBezTo>
                      <a:pt x="768" y="2256"/>
                      <a:pt x="768" y="2255"/>
                      <a:pt x="767" y="2254"/>
                    </a:cubicBezTo>
                    <a:cubicBezTo>
                      <a:pt x="766" y="2254"/>
                      <a:pt x="765" y="2254"/>
                      <a:pt x="764" y="2253"/>
                    </a:cubicBezTo>
                    <a:cubicBezTo>
                      <a:pt x="762" y="2253"/>
                      <a:pt x="760" y="2253"/>
                      <a:pt x="759" y="2252"/>
                    </a:cubicBezTo>
                    <a:cubicBezTo>
                      <a:pt x="756" y="2249"/>
                      <a:pt x="755" y="2244"/>
                      <a:pt x="757" y="2241"/>
                    </a:cubicBezTo>
                    <a:cubicBezTo>
                      <a:pt x="758" y="2239"/>
                      <a:pt x="760" y="2238"/>
                      <a:pt x="762" y="2238"/>
                    </a:cubicBezTo>
                    <a:cubicBezTo>
                      <a:pt x="763" y="2238"/>
                      <a:pt x="764" y="2238"/>
                      <a:pt x="766" y="2238"/>
                    </a:cubicBezTo>
                    <a:cubicBezTo>
                      <a:pt x="767" y="2238"/>
                      <a:pt x="768" y="2238"/>
                      <a:pt x="768" y="2237"/>
                    </a:cubicBezTo>
                    <a:cubicBezTo>
                      <a:pt x="769" y="2236"/>
                      <a:pt x="769" y="2235"/>
                      <a:pt x="769" y="2234"/>
                    </a:cubicBezTo>
                    <a:cubicBezTo>
                      <a:pt x="768" y="2232"/>
                      <a:pt x="768" y="2226"/>
                      <a:pt x="771" y="2227"/>
                    </a:cubicBezTo>
                    <a:cubicBezTo>
                      <a:pt x="774" y="2228"/>
                      <a:pt x="775" y="2233"/>
                      <a:pt x="778" y="2233"/>
                    </a:cubicBezTo>
                    <a:cubicBezTo>
                      <a:pt x="780" y="2234"/>
                      <a:pt x="781" y="2232"/>
                      <a:pt x="782" y="2230"/>
                    </a:cubicBezTo>
                    <a:cubicBezTo>
                      <a:pt x="782" y="2229"/>
                      <a:pt x="782" y="2227"/>
                      <a:pt x="781" y="2226"/>
                    </a:cubicBezTo>
                    <a:cubicBezTo>
                      <a:pt x="780" y="2224"/>
                      <a:pt x="780" y="2220"/>
                      <a:pt x="782" y="2219"/>
                    </a:cubicBezTo>
                    <a:cubicBezTo>
                      <a:pt x="783" y="2218"/>
                      <a:pt x="785" y="2218"/>
                      <a:pt x="786" y="2217"/>
                    </a:cubicBezTo>
                    <a:cubicBezTo>
                      <a:pt x="787" y="2216"/>
                      <a:pt x="787" y="2214"/>
                      <a:pt x="787" y="2212"/>
                    </a:cubicBezTo>
                    <a:cubicBezTo>
                      <a:pt x="786" y="2211"/>
                      <a:pt x="786" y="2211"/>
                      <a:pt x="785" y="2210"/>
                    </a:cubicBezTo>
                    <a:cubicBezTo>
                      <a:pt x="783" y="2210"/>
                      <a:pt x="781" y="2209"/>
                      <a:pt x="780" y="2208"/>
                    </a:cubicBezTo>
                    <a:cubicBezTo>
                      <a:pt x="778" y="2208"/>
                      <a:pt x="777" y="2207"/>
                      <a:pt x="776" y="2205"/>
                    </a:cubicBezTo>
                    <a:cubicBezTo>
                      <a:pt x="775" y="2203"/>
                      <a:pt x="775" y="2201"/>
                      <a:pt x="775" y="2200"/>
                    </a:cubicBezTo>
                    <a:cubicBezTo>
                      <a:pt x="775" y="2197"/>
                      <a:pt x="772" y="2196"/>
                      <a:pt x="770" y="2195"/>
                    </a:cubicBezTo>
                    <a:cubicBezTo>
                      <a:pt x="768" y="2195"/>
                      <a:pt x="767" y="2194"/>
                      <a:pt x="766" y="2194"/>
                    </a:cubicBezTo>
                    <a:cubicBezTo>
                      <a:pt x="764" y="2193"/>
                      <a:pt x="763" y="2192"/>
                      <a:pt x="761" y="2191"/>
                    </a:cubicBezTo>
                    <a:cubicBezTo>
                      <a:pt x="760" y="2190"/>
                      <a:pt x="758" y="2189"/>
                      <a:pt x="757" y="2188"/>
                    </a:cubicBezTo>
                    <a:cubicBezTo>
                      <a:pt x="756" y="2187"/>
                      <a:pt x="755" y="2185"/>
                      <a:pt x="754" y="2184"/>
                    </a:cubicBezTo>
                    <a:cubicBezTo>
                      <a:pt x="753" y="2183"/>
                      <a:pt x="753" y="2182"/>
                      <a:pt x="752" y="2181"/>
                    </a:cubicBezTo>
                    <a:cubicBezTo>
                      <a:pt x="751" y="2179"/>
                      <a:pt x="750" y="2178"/>
                      <a:pt x="750" y="2177"/>
                    </a:cubicBezTo>
                    <a:cubicBezTo>
                      <a:pt x="749" y="2176"/>
                      <a:pt x="748" y="2173"/>
                      <a:pt x="750" y="2174"/>
                    </a:cubicBezTo>
                    <a:cubicBezTo>
                      <a:pt x="751" y="2174"/>
                      <a:pt x="753" y="2175"/>
                      <a:pt x="755" y="2176"/>
                    </a:cubicBezTo>
                    <a:cubicBezTo>
                      <a:pt x="757" y="2177"/>
                      <a:pt x="760" y="2178"/>
                      <a:pt x="762" y="2178"/>
                    </a:cubicBezTo>
                    <a:cubicBezTo>
                      <a:pt x="766" y="2179"/>
                      <a:pt x="772" y="2180"/>
                      <a:pt x="775" y="2176"/>
                    </a:cubicBezTo>
                    <a:cubicBezTo>
                      <a:pt x="776" y="2174"/>
                      <a:pt x="777" y="2172"/>
                      <a:pt x="778" y="2170"/>
                    </a:cubicBezTo>
                    <a:cubicBezTo>
                      <a:pt x="778" y="2168"/>
                      <a:pt x="779" y="2166"/>
                      <a:pt x="780" y="2163"/>
                    </a:cubicBezTo>
                    <a:cubicBezTo>
                      <a:pt x="780" y="2162"/>
                      <a:pt x="781" y="2159"/>
                      <a:pt x="779" y="2158"/>
                    </a:cubicBezTo>
                    <a:cubicBezTo>
                      <a:pt x="778" y="2157"/>
                      <a:pt x="776" y="2156"/>
                      <a:pt x="775" y="2156"/>
                    </a:cubicBezTo>
                    <a:cubicBezTo>
                      <a:pt x="771" y="2155"/>
                      <a:pt x="766" y="2155"/>
                      <a:pt x="763" y="2151"/>
                    </a:cubicBezTo>
                    <a:cubicBezTo>
                      <a:pt x="762" y="2149"/>
                      <a:pt x="762" y="2147"/>
                      <a:pt x="760" y="2145"/>
                    </a:cubicBezTo>
                    <a:cubicBezTo>
                      <a:pt x="760" y="2145"/>
                      <a:pt x="760" y="2144"/>
                      <a:pt x="760" y="2144"/>
                    </a:cubicBezTo>
                    <a:cubicBezTo>
                      <a:pt x="760" y="2143"/>
                      <a:pt x="761" y="2143"/>
                      <a:pt x="762" y="2143"/>
                    </a:cubicBezTo>
                    <a:cubicBezTo>
                      <a:pt x="765" y="2142"/>
                      <a:pt x="768" y="2142"/>
                      <a:pt x="771" y="2141"/>
                    </a:cubicBezTo>
                    <a:cubicBezTo>
                      <a:pt x="775" y="2141"/>
                      <a:pt x="779" y="2140"/>
                      <a:pt x="781" y="2137"/>
                    </a:cubicBezTo>
                    <a:cubicBezTo>
                      <a:pt x="784" y="2134"/>
                      <a:pt x="785" y="2130"/>
                      <a:pt x="783" y="2127"/>
                    </a:cubicBezTo>
                    <a:cubicBezTo>
                      <a:pt x="782" y="2125"/>
                      <a:pt x="778" y="2122"/>
                      <a:pt x="779" y="2119"/>
                    </a:cubicBezTo>
                    <a:cubicBezTo>
                      <a:pt x="781" y="2117"/>
                      <a:pt x="785" y="2117"/>
                      <a:pt x="788" y="2118"/>
                    </a:cubicBezTo>
                    <a:cubicBezTo>
                      <a:pt x="791" y="2119"/>
                      <a:pt x="794" y="2120"/>
                      <a:pt x="798" y="2119"/>
                    </a:cubicBezTo>
                    <a:cubicBezTo>
                      <a:pt x="801" y="2119"/>
                      <a:pt x="806" y="2117"/>
                      <a:pt x="805" y="2113"/>
                    </a:cubicBezTo>
                    <a:cubicBezTo>
                      <a:pt x="805" y="2110"/>
                      <a:pt x="803" y="2108"/>
                      <a:pt x="802" y="2107"/>
                    </a:cubicBezTo>
                    <a:cubicBezTo>
                      <a:pt x="800" y="2105"/>
                      <a:pt x="798" y="2103"/>
                      <a:pt x="796" y="2100"/>
                    </a:cubicBezTo>
                    <a:cubicBezTo>
                      <a:pt x="794" y="2098"/>
                      <a:pt x="790" y="2094"/>
                      <a:pt x="793" y="2091"/>
                    </a:cubicBezTo>
                    <a:cubicBezTo>
                      <a:pt x="796" y="2088"/>
                      <a:pt x="800" y="2087"/>
                      <a:pt x="801" y="2084"/>
                    </a:cubicBezTo>
                    <a:cubicBezTo>
                      <a:pt x="802" y="2080"/>
                      <a:pt x="800" y="2076"/>
                      <a:pt x="798" y="2073"/>
                    </a:cubicBezTo>
                    <a:cubicBezTo>
                      <a:pt x="797" y="2072"/>
                      <a:pt x="794" y="2070"/>
                      <a:pt x="795" y="2067"/>
                    </a:cubicBezTo>
                    <a:cubicBezTo>
                      <a:pt x="796" y="2066"/>
                      <a:pt x="797" y="2066"/>
                      <a:pt x="798" y="2065"/>
                    </a:cubicBezTo>
                    <a:cubicBezTo>
                      <a:pt x="800" y="2063"/>
                      <a:pt x="801" y="2062"/>
                      <a:pt x="802" y="2061"/>
                    </a:cubicBezTo>
                    <a:cubicBezTo>
                      <a:pt x="804" y="2058"/>
                      <a:pt x="806" y="2054"/>
                      <a:pt x="809" y="2053"/>
                    </a:cubicBezTo>
                    <a:cubicBezTo>
                      <a:pt x="813" y="2051"/>
                      <a:pt x="813" y="2056"/>
                      <a:pt x="813" y="2058"/>
                    </a:cubicBezTo>
                    <a:cubicBezTo>
                      <a:pt x="813" y="2062"/>
                      <a:pt x="813" y="2066"/>
                      <a:pt x="813" y="2070"/>
                    </a:cubicBezTo>
                    <a:cubicBezTo>
                      <a:pt x="813" y="2074"/>
                      <a:pt x="812" y="2078"/>
                      <a:pt x="811" y="2083"/>
                    </a:cubicBezTo>
                    <a:cubicBezTo>
                      <a:pt x="810" y="2087"/>
                      <a:pt x="809" y="2092"/>
                      <a:pt x="811" y="2096"/>
                    </a:cubicBezTo>
                    <a:cubicBezTo>
                      <a:pt x="811" y="2098"/>
                      <a:pt x="813" y="2101"/>
                      <a:pt x="815" y="2102"/>
                    </a:cubicBezTo>
                    <a:cubicBezTo>
                      <a:pt x="817" y="2105"/>
                      <a:pt x="820" y="2105"/>
                      <a:pt x="823" y="2106"/>
                    </a:cubicBezTo>
                    <a:cubicBezTo>
                      <a:pt x="826" y="2107"/>
                      <a:pt x="829" y="2109"/>
                      <a:pt x="830" y="2113"/>
                    </a:cubicBezTo>
                    <a:cubicBezTo>
                      <a:pt x="831" y="2114"/>
                      <a:pt x="831" y="2119"/>
                      <a:pt x="829" y="2117"/>
                    </a:cubicBezTo>
                    <a:cubicBezTo>
                      <a:pt x="828" y="2116"/>
                      <a:pt x="827" y="2115"/>
                      <a:pt x="826" y="2114"/>
                    </a:cubicBezTo>
                    <a:cubicBezTo>
                      <a:pt x="825" y="2112"/>
                      <a:pt x="823" y="2111"/>
                      <a:pt x="821" y="2109"/>
                    </a:cubicBezTo>
                    <a:cubicBezTo>
                      <a:pt x="820" y="2108"/>
                      <a:pt x="816" y="2107"/>
                      <a:pt x="815" y="2110"/>
                    </a:cubicBezTo>
                    <a:cubicBezTo>
                      <a:pt x="815" y="2110"/>
                      <a:pt x="815" y="2111"/>
                      <a:pt x="815" y="2112"/>
                    </a:cubicBezTo>
                    <a:cubicBezTo>
                      <a:pt x="814" y="2114"/>
                      <a:pt x="814" y="2115"/>
                      <a:pt x="814" y="2116"/>
                    </a:cubicBezTo>
                    <a:cubicBezTo>
                      <a:pt x="813" y="2119"/>
                      <a:pt x="813" y="2122"/>
                      <a:pt x="814" y="2125"/>
                    </a:cubicBezTo>
                    <a:cubicBezTo>
                      <a:pt x="815" y="2127"/>
                      <a:pt x="816" y="2129"/>
                      <a:pt x="814" y="2130"/>
                    </a:cubicBezTo>
                    <a:cubicBezTo>
                      <a:pt x="812" y="2132"/>
                      <a:pt x="809" y="2132"/>
                      <a:pt x="807" y="2131"/>
                    </a:cubicBezTo>
                    <a:cubicBezTo>
                      <a:pt x="805" y="2130"/>
                      <a:pt x="802" y="2128"/>
                      <a:pt x="799" y="2128"/>
                    </a:cubicBezTo>
                    <a:cubicBezTo>
                      <a:pt x="796" y="2127"/>
                      <a:pt x="793" y="2128"/>
                      <a:pt x="794" y="2132"/>
                    </a:cubicBezTo>
                    <a:cubicBezTo>
                      <a:pt x="794" y="2135"/>
                      <a:pt x="797" y="2138"/>
                      <a:pt x="797" y="2141"/>
                    </a:cubicBezTo>
                    <a:cubicBezTo>
                      <a:pt x="797" y="2142"/>
                      <a:pt x="797" y="2143"/>
                      <a:pt x="796" y="2144"/>
                    </a:cubicBezTo>
                    <a:cubicBezTo>
                      <a:pt x="795" y="2146"/>
                      <a:pt x="793" y="2147"/>
                      <a:pt x="794" y="2149"/>
                    </a:cubicBezTo>
                    <a:cubicBezTo>
                      <a:pt x="795" y="2151"/>
                      <a:pt x="798" y="2150"/>
                      <a:pt x="799" y="2151"/>
                    </a:cubicBezTo>
                    <a:cubicBezTo>
                      <a:pt x="800" y="2152"/>
                      <a:pt x="800" y="2154"/>
                      <a:pt x="800" y="2155"/>
                    </a:cubicBezTo>
                    <a:cubicBezTo>
                      <a:pt x="800" y="2156"/>
                      <a:pt x="800" y="2158"/>
                      <a:pt x="799" y="2159"/>
                    </a:cubicBezTo>
                    <a:cubicBezTo>
                      <a:pt x="798" y="2159"/>
                      <a:pt x="797" y="2160"/>
                      <a:pt x="796" y="2161"/>
                    </a:cubicBezTo>
                    <a:cubicBezTo>
                      <a:pt x="796" y="2163"/>
                      <a:pt x="797" y="2165"/>
                      <a:pt x="797" y="2167"/>
                    </a:cubicBezTo>
                    <a:cubicBezTo>
                      <a:pt x="797" y="2168"/>
                      <a:pt x="797" y="2170"/>
                      <a:pt x="798" y="2171"/>
                    </a:cubicBezTo>
                    <a:cubicBezTo>
                      <a:pt x="800" y="2174"/>
                      <a:pt x="803" y="2176"/>
                      <a:pt x="803" y="2179"/>
                    </a:cubicBezTo>
                    <a:cubicBezTo>
                      <a:pt x="802" y="2180"/>
                      <a:pt x="802" y="2182"/>
                      <a:pt x="801" y="2183"/>
                    </a:cubicBezTo>
                    <a:cubicBezTo>
                      <a:pt x="800" y="2184"/>
                      <a:pt x="799" y="2185"/>
                      <a:pt x="798" y="2186"/>
                    </a:cubicBezTo>
                    <a:cubicBezTo>
                      <a:pt x="795" y="2188"/>
                      <a:pt x="796" y="2193"/>
                      <a:pt x="799" y="2193"/>
                    </a:cubicBezTo>
                    <a:cubicBezTo>
                      <a:pt x="803" y="2193"/>
                      <a:pt x="804" y="2191"/>
                      <a:pt x="805" y="2188"/>
                    </a:cubicBezTo>
                    <a:cubicBezTo>
                      <a:pt x="806" y="2187"/>
                      <a:pt x="807" y="2186"/>
                      <a:pt x="808" y="2185"/>
                    </a:cubicBezTo>
                    <a:cubicBezTo>
                      <a:pt x="809" y="2185"/>
                      <a:pt x="811" y="2184"/>
                      <a:pt x="812" y="2184"/>
                    </a:cubicBezTo>
                    <a:cubicBezTo>
                      <a:pt x="813" y="2183"/>
                      <a:pt x="813" y="2181"/>
                      <a:pt x="814" y="2179"/>
                    </a:cubicBezTo>
                    <a:cubicBezTo>
                      <a:pt x="814" y="2178"/>
                      <a:pt x="815" y="2174"/>
                      <a:pt x="818" y="2174"/>
                    </a:cubicBezTo>
                    <a:cubicBezTo>
                      <a:pt x="821" y="2174"/>
                      <a:pt x="818" y="2181"/>
                      <a:pt x="818" y="2182"/>
                    </a:cubicBezTo>
                    <a:cubicBezTo>
                      <a:pt x="817" y="2184"/>
                      <a:pt x="816" y="2185"/>
                      <a:pt x="816" y="2186"/>
                    </a:cubicBezTo>
                    <a:cubicBezTo>
                      <a:pt x="815" y="2188"/>
                      <a:pt x="815" y="2189"/>
                      <a:pt x="815" y="2190"/>
                    </a:cubicBezTo>
                    <a:cubicBezTo>
                      <a:pt x="813" y="2193"/>
                      <a:pt x="814" y="2195"/>
                      <a:pt x="812" y="2198"/>
                    </a:cubicBezTo>
                    <a:cubicBezTo>
                      <a:pt x="811" y="2199"/>
                      <a:pt x="811" y="2200"/>
                      <a:pt x="811" y="2202"/>
                    </a:cubicBezTo>
                    <a:cubicBezTo>
                      <a:pt x="811" y="2203"/>
                      <a:pt x="811" y="2205"/>
                      <a:pt x="811" y="2206"/>
                    </a:cubicBezTo>
                    <a:cubicBezTo>
                      <a:pt x="812" y="2211"/>
                      <a:pt x="818" y="2213"/>
                      <a:pt x="819" y="2218"/>
                    </a:cubicBezTo>
                    <a:cubicBezTo>
                      <a:pt x="819" y="2220"/>
                      <a:pt x="818" y="2220"/>
                      <a:pt x="816" y="2220"/>
                    </a:cubicBezTo>
                    <a:cubicBezTo>
                      <a:pt x="814" y="2219"/>
                      <a:pt x="812" y="2218"/>
                      <a:pt x="810" y="2217"/>
                    </a:cubicBezTo>
                    <a:cubicBezTo>
                      <a:pt x="807" y="2216"/>
                      <a:pt x="804" y="2217"/>
                      <a:pt x="801" y="2219"/>
                    </a:cubicBezTo>
                    <a:cubicBezTo>
                      <a:pt x="800" y="2220"/>
                      <a:pt x="797" y="2223"/>
                      <a:pt x="800" y="2224"/>
                    </a:cubicBezTo>
                    <a:cubicBezTo>
                      <a:pt x="802" y="2224"/>
                      <a:pt x="804" y="2224"/>
                      <a:pt x="806" y="2225"/>
                    </a:cubicBezTo>
                    <a:cubicBezTo>
                      <a:pt x="808" y="2225"/>
                      <a:pt x="809" y="2225"/>
                      <a:pt x="810" y="2226"/>
                    </a:cubicBezTo>
                    <a:cubicBezTo>
                      <a:pt x="811" y="2226"/>
                      <a:pt x="815" y="2228"/>
                      <a:pt x="814" y="2229"/>
                    </a:cubicBezTo>
                    <a:cubicBezTo>
                      <a:pt x="814" y="2230"/>
                      <a:pt x="812" y="2230"/>
                      <a:pt x="812" y="2230"/>
                    </a:cubicBezTo>
                    <a:cubicBezTo>
                      <a:pt x="811" y="2230"/>
                      <a:pt x="810" y="2230"/>
                      <a:pt x="810" y="2231"/>
                    </a:cubicBezTo>
                    <a:cubicBezTo>
                      <a:pt x="809" y="2231"/>
                      <a:pt x="808" y="2233"/>
                      <a:pt x="809" y="2234"/>
                    </a:cubicBezTo>
                    <a:cubicBezTo>
                      <a:pt x="810" y="2235"/>
                      <a:pt x="812" y="2235"/>
                      <a:pt x="812" y="2236"/>
                    </a:cubicBezTo>
                    <a:cubicBezTo>
                      <a:pt x="812" y="2238"/>
                      <a:pt x="809" y="2238"/>
                      <a:pt x="808" y="2239"/>
                    </a:cubicBezTo>
                    <a:cubicBezTo>
                      <a:pt x="807" y="2240"/>
                      <a:pt x="807" y="2240"/>
                      <a:pt x="808" y="2242"/>
                    </a:cubicBezTo>
                    <a:cubicBezTo>
                      <a:pt x="811" y="2243"/>
                      <a:pt x="815" y="2243"/>
                      <a:pt x="819" y="2243"/>
                    </a:cubicBezTo>
                    <a:cubicBezTo>
                      <a:pt x="822" y="2243"/>
                      <a:pt x="824" y="2244"/>
                      <a:pt x="824" y="2247"/>
                    </a:cubicBezTo>
                    <a:cubicBezTo>
                      <a:pt x="824" y="2252"/>
                      <a:pt x="820" y="2253"/>
                      <a:pt x="817" y="2254"/>
                    </a:cubicBezTo>
                    <a:cubicBezTo>
                      <a:pt x="814" y="2254"/>
                      <a:pt x="808" y="2254"/>
                      <a:pt x="809" y="2259"/>
                    </a:cubicBezTo>
                    <a:cubicBezTo>
                      <a:pt x="809" y="2262"/>
                      <a:pt x="812" y="2265"/>
                      <a:pt x="814" y="2267"/>
                    </a:cubicBezTo>
                    <a:cubicBezTo>
                      <a:pt x="816" y="2269"/>
                      <a:pt x="814" y="2271"/>
                      <a:pt x="814" y="2273"/>
                    </a:cubicBezTo>
                    <a:cubicBezTo>
                      <a:pt x="814" y="2276"/>
                      <a:pt x="817" y="2278"/>
                      <a:pt x="819" y="2280"/>
                    </a:cubicBezTo>
                    <a:cubicBezTo>
                      <a:pt x="821" y="2282"/>
                      <a:pt x="822" y="2285"/>
                      <a:pt x="823" y="2287"/>
                    </a:cubicBezTo>
                    <a:cubicBezTo>
                      <a:pt x="826" y="2290"/>
                      <a:pt x="830" y="2292"/>
                      <a:pt x="831" y="2296"/>
                    </a:cubicBezTo>
                    <a:cubicBezTo>
                      <a:pt x="832" y="2299"/>
                      <a:pt x="830" y="2301"/>
                      <a:pt x="828" y="2303"/>
                    </a:cubicBezTo>
                    <a:cubicBezTo>
                      <a:pt x="826" y="2305"/>
                      <a:pt x="827" y="2308"/>
                      <a:pt x="827" y="2310"/>
                    </a:cubicBezTo>
                    <a:cubicBezTo>
                      <a:pt x="827" y="2312"/>
                      <a:pt x="827" y="2313"/>
                      <a:pt x="827" y="2315"/>
                    </a:cubicBezTo>
                    <a:cubicBezTo>
                      <a:pt x="827" y="2316"/>
                      <a:pt x="827" y="2317"/>
                      <a:pt x="828" y="2318"/>
                    </a:cubicBezTo>
                    <a:cubicBezTo>
                      <a:pt x="829" y="2319"/>
                      <a:pt x="831" y="2319"/>
                      <a:pt x="833" y="2319"/>
                    </a:cubicBezTo>
                    <a:cubicBezTo>
                      <a:pt x="835" y="2320"/>
                      <a:pt x="837" y="2320"/>
                      <a:pt x="839" y="2321"/>
                    </a:cubicBezTo>
                    <a:cubicBezTo>
                      <a:pt x="840" y="2321"/>
                      <a:pt x="842" y="2322"/>
                      <a:pt x="842" y="2324"/>
                    </a:cubicBezTo>
                    <a:cubicBezTo>
                      <a:pt x="842" y="2325"/>
                      <a:pt x="841" y="2326"/>
                      <a:pt x="840" y="2327"/>
                    </a:cubicBezTo>
                    <a:cubicBezTo>
                      <a:pt x="837" y="2331"/>
                      <a:pt x="834" y="2332"/>
                      <a:pt x="830" y="2333"/>
                    </a:cubicBezTo>
                    <a:cubicBezTo>
                      <a:pt x="827" y="2333"/>
                      <a:pt x="825" y="2333"/>
                      <a:pt x="823" y="2333"/>
                    </a:cubicBezTo>
                    <a:cubicBezTo>
                      <a:pt x="821" y="2333"/>
                      <a:pt x="819" y="2333"/>
                      <a:pt x="818" y="2334"/>
                    </a:cubicBezTo>
                    <a:cubicBezTo>
                      <a:pt x="817" y="2336"/>
                      <a:pt x="817" y="2338"/>
                      <a:pt x="817" y="2339"/>
                    </a:cubicBezTo>
                    <a:close/>
                    <a:moveTo>
                      <a:pt x="847" y="1925"/>
                    </a:moveTo>
                    <a:cubicBezTo>
                      <a:pt x="845" y="1926"/>
                      <a:pt x="842" y="1926"/>
                      <a:pt x="840" y="1923"/>
                    </a:cubicBezTo>
                    <a:cubicBezTo>
                      <a:pt x="838" y="1920"/>
                      <a:pt x="838" y="1916"/>
                      <a:pt x="835" y="1914"/>
                    </a:cubicBezTo>
                    <a:cubicBezTo>
                      <a:pt x="833" y="1911"/>
                      <a:pt x="830" y="1910"/>
                      <a:pt x="826" y="1909"/>
                    </a:cubicBezTo>
                    <a:cubicBezTo>
                      <a:pt x="823" y="1908"/>
                      <a:pt x="821" y="1905"/>
                      <a:pt x="820" y="1902"/>
                    </a:cubicBezTo>
                    <a:cubicBezTo>
                      <a:pt x="818" y="1900"/>
                      <a:pt x="818" y="1896"/>
                      <a:pt x="816" y="1894"/>
                    </a:cubicBezTo>
                    <a:cubicBezTo>
                      <a:pt x="815" y="1893"/>
                      <a:pt x="811" y="1891"/>
                      <a:pt x="809" y="1893"/>
                    </a:cubicBezTo>
                    <a:cubicBezTo>
                      <a:pt x="807" y="1895"/>
                      <a:pt x="811" y="1899"/>
                      <a:pt x="811" y="1902"/>
                    </a:cubicBezTo>
                    <a:cubicBezTo>
                      <a:pt x="810" y="1905"/>
                      <a:pt x="806" y="1903"/>
                      <a:pt x="804" y="1904"/>
                    </a:cubicBezTo>
                    <a:cubicBezTo>
                      <a:pt x="800" y="1905"/>
                      <a:pt x="802" y="1910"/>
                      <a:pt x="803" y="1913"/>
                    </a:cubicBezTo>
                    <a:cubicBezTo>
                      <a:pt x="805" y="1916"/>
                      <a:pt x="808" y="1919"/>
                      <a:pt x="808" y="1923"/>
                    </a:cubicBezTo>
                    <a:cubicBezTo>
                      <a:pt x="808" y="1925"/>
                      <a:pt x="808" y="1927"/>
                      <a:pt x="807" y="1928"/>
                    </a:cubicBezTo>
                    <a:cubicBezTo>
                      <a:pt x="806" y="1929"/>
                      <a:pt x="805" y="1929"/>
                      <a:pt x="804" y="1928"/>
                    </a:cubicBezTo>
                    <a:cubicBezTo>
                      <a:pt x="802" y="1927"/>
                      <a:pt x="801" y="1926"/>
                      <a:pt x="800" y="1925"/>
                    </a:cubicBezTo>
                    <a:cubicBezTo>
                      <a:pt x="798" y="1925"/>
                      <a:pt x="798" y="1926"/>
                      <a:pt x="798" y="1928"/>
                    </a:cubicBezTo>
                    <a:cubicBezTo>
                      <a:pt x="800" y="1934"/>
                      <a:pt x="805" y="1938"/>
                      <a:pt x="810" y="1942"/>
                    </a:cubicBezTo>
                    <a:cubicBezTo>
                      <a:pt x="812" y="1943"/>
                      <a:pt x="815" y="1944"/>
                      <a:pt x="816" y="1946"/>
                    </a:cubicBezTo>
                    <a:cubicBezTo>
                      <a:pt x="818" y="1947"/>
                      <a:pt x="819" y="1949"/>
                      <a:pt x="821" y="1951"/>
                    </a:cubicBezTo>
                    <a:cubicBezTo>
                      <a:pt x="820" y="1951"/>
                      <a:pt x="819" y="1952"/>
                      <a:pt x="818" y="1952"/>
                    </a:cubicBezTo>
                    <a:cubicBezTo>
                      <a:pt x="817" y="1952"/>
                      <a:pt x="815" y="1951"/>
                      <a:pt x="814" y="1950"/>
                    </a:cubicBezTo>
                    <a:cubicBezTo>
                      <a:pt x="812" y="1948"/>
                      <a:pt x="810" y="1947"/>
                      <a:pt x="809" y="1945"/>
                    </a:cubicBezTo>
                    <a:cubicBezTo>
                      <a:pt x="808" y="1944"/>
                      <a:pt x="807" y="1943"/>
                      <a:pt x="805" y="1942"/>
                    </a:cubicBezTo>
                    <a:cubicBezTo>
                      <a:pt x="803" y="1941"/>
                      <a:pt x="800" y="1939"/>
                      <a:pt x="798" y="1941"/>
                    </a:cubicBezTo>
                    <a:cubicBezTo>
                      <a:pt x="796" y="1943"/>
                      <a:pt x="796" y="1946"/>
                      <a:pt x="793" y="1948"/>
                    </a:cubicBezTo>
                    <a:cubicBezTo>
                      <a:pt x="791" y="1949"/>
                      <a:pt x="790" y="1949"/>
                      <a:pt x="789" y="1951"/>
                    </a:cubicBezTo>
                    <a:cubicBezTo>
                      <a:pt x="788" y="1953"/>
                      <a:pt x="788" y="1955"/>
                      <a:pt x="788" y="1957"/>
                    </a:cubicBezTo>
                    <a:cubicBezTo>
                      <a:pt x="788" y="1959"/>
                      <a:pt x="789" y="1961"/>
                      <a:pt x="789" y="1963"/>
                    </a:cubicBezTo>
                    <a:cubicBezTo>
                      <a:pt x="791" y="1967"/>
                      <a:pt x="782" y="1963"/>
                      <a:pt x="780" y="1962"/>
                    </a:cubicBezTo>
                    <a:cubicBezTo>
                      <a:pt x="779" y="1960"/>
                      <a:pt x="779" y="1959"/>
                      <a:pt x="777" y="1957"/>
                    </a:cubicBezTo>
                    <a:cubicBezTo>
                      <a:pt x="776" y="1956"/>
                      <a:pt x="775" y="1956"/>
                      <a:pt x="774" y="1955"/>
                    </a:cubicBezTo>
                    <a:cubicBezTo>
                      <a:pt x="773" y="1953"/>
                      <a:pt x="774" y="1951"/>
                      <a:pt x="776" y="1950"/>
                    </a:cubicBezTo>
                    <a:cubicBezTo>
                      <a:pt x="778" y="1949"/>
                      <a:pt x="780" y="1950"/>
                      <a:pt x="783" y="1949"/>
                    </a:cubicBezTo>
                    <a:cubicBezTo>
                      <a:pt x="786" y="1947"/>
                      <a:pt x="783" y="1942"/>
                      <a:pt x="783" y="1939"/>
                    </a:cubicBezTo>
                    <a:cubicBezTo>
                      <a:pt x="782" y="1938"/>
                      <a:pt x="783" y="1936"/>
                      <a:pt x="782" y="1934"/>
                    </a:cubicBezTo>
                    <a:cubicBezTo>
                      <a:pt x="782" y="1932"/>
                      <a:pt x="782" y="1930"/>
                      <a:pt x="783" y="1928"/>
                    </a:cubicBezTo>
                    <a:cubicBezTo>
                      <a:pt x="785" y="1926"/>
                      <a:pt x="787" y="1925"/>
                      <a:pt x="788" y="1923"/>
                    </a:cubicBezTo>
                    <a:cubicBezTo>
                      <a:pt x="790" y="1921"/>
                      <a:pt x="790" y="1919"/>
                      <a:pt x="790" y="1917"/>
                    </a:cubicBezTo>
                    <a:cubicBezTo>
                      <a:pt x="790" y="1916"/>
                      <a:pt x="790" y="1913"/>
                      <a:pt x="789" y="1912"/>
                    </a:cubicBezTo>
                    <a:cubicBezTo>
                      <a:pt x="788" y="1911"/>
                      <a:pt x="786" y="1911"/>
                      <a:pt x="784" y="1912"/>
                    </a:cubicBezTo>
                    <a:cubicBezTo>
                      <a:pt x="781" y="1913"/>
                      <a:pt x="778" y="1915"/>
                      <a:pt x="776" y="1918"/>
                    </a:cubicBezTo>
                    <a:cubicBezTo>
                      <a:pt x="772" y="1921"/>
                      <a:pt x="769" y="1916"/>
                      <a:pt x="769" y="1912"/>
                    </a:cubicBezTo>
                    <a:cubicBezTo>
                      <a:pt x="769" y="1911"/>
                      <a:pt x="769" y="1908"/>
                      <a:pt x="770" y="1907"/>
                    </a:cubicBezTo>
                    <a:cubicBezTo>
                      <a:pt x="771" y="1904"/>
                      <a:pt x="774" y="1904"/>
                      <a:pt x="776" y="1904"/>
                    </a:cubicBezTo>
                    <a:cubicBezTo>
                      <a:pt x="778" y="1903"/>
                      <a:pt x="779" y="1902"/>
                      <a:pt x="780" y="1900"/>
                    </a:cubicBezTo>
                    <a:cubicBezTo>
                      <a:pt x="781" y="1898"/>
                      <a:pt x="782" y="1898"/>
                      <a:pt x="783" y="1897"/>
                    </a:cubicBezTo>
                    <a:cubicBezTo>
                      <a:pt x="785" y="1896"/>
                      <a:pt x="786" y="1894"/>
                      <a:pt x="784" y="1893"/>
                    </a:cubicBezTo>
                    <a:cubicBezTo>
                      <a:pt x="783" y="1892"/>
                      <a:pt x="780" y="1892"/>
                      <a:pt x="779" y="1890"/>
                    </a:cubicBezTo>
                    <a:cubicBezTo>
                      <a:pt x="778" y="1888"/>
                      <a:pt x="780" y="1886"/>
                      <a:pt x="781" y="1885"/>
                    </a:cubicBezTo>
                    <a:cubicBezTo>
                      <a:pt x="783" y="1885"/>
                      <a:pt x="784" y="1886"/>
                      <a:pt x="786" y="1887"/>
                    </a:cubicBezTo>
                    <a:cubicBezTo>
                      <a:pt x="787" y="1888"/>
                      <a:pt x="788" y="1888"/>
                      <a:pt x="790" y="1888"/>
                    </a:cubicBezTo>
                    <a:cubicBezTo>
                      <a:pt x="792" y="1888"/>
                      <a:pt x="794" y="1889"/>
                      <a:pt x="795" y="1888"/>
                    </a:cubicBezTo>
                    <a:cubicBezTo>
                      <a:pt x="797" y="1888"/>
                      <a:pt x="797" y="1886"/>
                      <a:pt x="796" y="1884"/>
                    </a:cubicBezTo>
                    <a:cubicBezTo>
                      <a:pt x="796" y="1882"/>
                      <a:pt x="794" y="1880"/>
                      <a:pt x="792" y="1879"/>
                    </a:cubicBezTo>
                    <a:cubicBezTo>
                      <a:pt x="790" y="1878"/>
                      <a:pt x="788" y="1878"/>
                      <a:pt x="786" y="1877"/>
                    </a:cubicBezTo>
                    <a:cubicBezTo>
                      <a:pt x="784" y="1876"/>
                      <a:pt x="782" y="1874"/>
                      <a:pt x="780" y="1873"/>
                    </a:cubicBezTo>
                    <a:cubicBezTo>
                      <a:pt x="778" y="1871"/>
                      <a:pt x="776" y="1870"/>
                      <a:pt x="774" y="1868"/>
                    </a:cubicBezTo>
                    <a:cubicBezTo>
                      <a:pt x="773" y="1867"/>
                      <a:pt x="773" y="1865"/>
                      <a:pt x="773" y="1863"/>
                    </a:cubicBezTo>
                    <a:cubicBezTo>
                      <a:pt x="773" y="1861"/>
                      <a:pt x="772" y="1860"/>
                      <a:pt x="771" y="1858"/>
                    </a:cubicBezTo>
                    <a:cubicBezTo>
                      <a:pt x="770" y="1857"/>
                      <a:pt x="769" y="1856"/>
                      <a:pt x="768" y="1854"/>
                    </a:cubicBezTo>
                    <a:cubicBezTo>
                      <a:pt x="767" y="1853"/>
                      <a:pt x="765" y="1852"/>
                      <a:pt x="764" y="1852"/>
                    </a:cubicBezTo>
                    <a:cubicBezTo>
                      <a:pt x="763" y="1851"/>
                      <a:pt x="763" y="1852"/>
                      <a:pt x="762" y="1852"/>
                    </a:cubicBezTo>
                    <a:cubicBezTo>
                      <a:pt x="761" y="1851"/>
                      <a:pt x="761" y="1851"/>
                      <a:pt x="760" y="1851"/>
                    </a:cubicBezTo>
                    <a:cubicBezTo>
                      <a:pt x="759" y="1850"/>
                      <a:pt x="758" y="1849"/>
                      <a:pt x="756" y="1849"/>
                    </a:cubicBezTo>
                    <a:cubicBezTo>
                      <a:pt x="756" y="1849"/>
                      <a:pt x="756" y="1849"/>
                      <a:pt x="756" y="1849"/>
                    </a:cubicBezTo>
                    <a:cubicBezTo>
                      <a:pt x="756" y="1849"/>
                      <a:pt x="755" y="1849"/>
                      <a:pt x="755" y="1849"/>
                    </a:cubicBezTo>
                    <a:cubicBezTo>
                      <a:pt x="754" y="1849"/>
                      <a:pt x="753" y="1848"/>
                      <a:pt x="753" y="1848"/>
                    </a:cubicBezTo>
                    <a:cubicBezTo>
                      <a:pt x="751" y="1847"/>
                      <a:pt x="750" y="1847"/>
                      <a:pt x="749" y="1846"/>
                    </a:cubicBezTo>
                    <a:cubicBezTo>
                      <a:pt x="748" y="1845"/>
                      <a:pt x="747" y="1844"/>
                      <a:pt x="746" y="1844"/>
                    </a:cubicBezTo>
                    <a:cubicBezTo>
                      <a:pt x="743" y="1842"/>
                      <a:pt x="741" y="1840"/>
                      <a:pt x="738" y="1840"/>
                    </a:cubicBezTo>
                    <a:cubicBezTo>
                      <a:pt x="738" y="1840"/>
                      <a:pt x="738" y="1840"/>
                      <a:pt x="738" y="1840"/>
                    </a:cubicBezTo>
                    <a:cubicBezTo>
                      <a:pt x="737" y="1840"/>
                      <a:pt x="736" y="1840"/>
                      <a:pt x="735" y="1840"/>
                    </a:cubicBezTo>
                    <a:cubicBezTo>
                      <a:pt x="733" y="1841"/>
                      <a:pt x="733" y="1842"/>
                      <a:pt x="733" y="1844"/>
                    </a:cubicBezTo>
                    <a:cubicBezTo>
                      <a:pt x="733" y="1845"/>
                      <a:pt x="734" y="1845"/>
                      <a:pt x="734" y="1846"/>
                    </a:cubicBezTo>
                    <a:cubicBezTo>
                      <a:pt x="734" y="1847"/>
                      <a:pt x="734" y="1849"/>
                      <a:pt x="733" y="1850"/>
                    </a:cubicBezTo>
                    <a:cubicBezTo>
                      <a:pt x="733" y="1852"/>
                      <a:pt x="733" y="1854"/>
                      <a:pt x="732" y="1856"/>
                    </a:cubicBezTo>
                    <a:cubicBezTo>
                      <a:pt x="731" y="1857"/>
                      <a:pt x="731" y="1858"/>
                      <a:pt x="729" y="1858"/>
                    </a:cubicBezTo>
                    <a:cubicBezTo>
                      <a:pt x="728" y="1858"/>
                      <a:pt x="728" y="1858"/>
                      <a:pt x="727" y="1857"/>
                    </a:cubicBezTo>
                    <a:cubicBezTo>
                      <a:pt x="726" y="1855"/>
                      <a:pt x="725" y="1853"/>
                      <a:pt x="725" y="1851"/>
                    </a:cubicBezTo>
                    <a:cubicBezTo>
                      <a:pt x="724" y="1850"/>
                      <a:pt x="724" y="1848"/>
                      <a:pt x="725" y="1846"/>
                    </a:cubicBezTo>
                    <a:cubicBezTo>
                      <a:pt x="725" y="1845"/>
                      <a:pt x="725" y="1843"/>
                      <a:pt x="724" y="1841"/>
                    </a:cubicBezTo>
                    <a:cubicBezTo>
                      <a:pt x="722" y="1839"/>
                      <a:pt x="720" y="1838"/>
                      <a:pt x="718" y="1837"/>
                    </a:cubicBezTo>
                    <a:cubicBezTo>
                      <a:pt x="716" y="1836"/>
                      <a:pt x="713" y="1835"/>
                      <a:pt x="712" y="1834"/>
                    </a:cubicBezTo>
                    <a:cubicBezTo>
                      <a:pt x="712" y="1833"/>
                      <a:pt x="713" y="1832"/>
                      <a:pt x="714" y="1831"/>
                    </a:cubicBezTo>
                    <a:cubicBezTo>
                      <a:pt x="715" y="1829"/>
                      <a:pt x="716" y="1828"/>
                      <a:pt x="716" y="1826"/>
                    </a:cubicBezTo>
                    <a:cubicBezTo>
                      <a:pt x="717" y="1825"/>
                      <a:pt x="716" y="1822"/>
                      <a:pt x="717" y="1822"/>
                    </a:cubicBezTo>
                    <a:cubicBezTo>
                      <a:pt x="718" y="1821"/>
                      <a:pt x="720" y="1823"/>
                      <a:pt x="721" y="1823"/>
                    </a:cubicBezTo>
                    <a:cubicBezTo>
                      <a:pt x="723" y="1824"/>
                      <a:pt x="725" y="1826"/>
                      <a:pt x="727" y="1826"/>
                    </a:cubicBezTo>
                    <a:cubicBezTo>
                      <a:pt x="729" y="1826"/>
                      <a:pt x="729" y="1824"/>
                      <a:pt x="728" y="1823"/>
                    </a:cubicBezTo>
                    <a:cubicBezTo>
                      <a:pt x="727" y="1820"/>
                      <a:pt x="726" y="1817"/>
                      <a:pt x="724" y="1814"/>
                    </a:cubicBezTo>
                    <a:cubicBezTo>
                      <a:pt x="724" y="1812"/>
                      <a:pt x="722" y="1809"/>
                      <a:pt x="724" y="1807"/>
                    </a:cubicBezTo>
                    <a:cubicBezTo>
                      <a:pt x="725" y="1805"/>
                      <a:pt x="727" y="1805"/>
                      <a:pt x="728" y="1806"/>
                    </a:cubicBezTo>
                    <a:cubicBezTo>
                      <a:pt x="732" y="1809"/>
                      <a:pt x="734" y="1815"/>
                      <a:pt x="738" y="1819"/>
                    </a:cubicBezTo>
                    <a:cubicBezTo>
                      <a:pt x="742" y="1822"/>
                      <a:pt x="748" y="1824"/>
                      <a:pt x="752" y="1829"/>
                    </a:cubicBezTo>
                    <a:cubicBezTo>
                      <a:pt x="755" y="1832"/>
                      <a:pt x="755" y="1838"/>
                      <a:pt x="759" y="1841"/>
                    </a:cubicBezTo>
                    <a:cubicBezTo>
                      <a:pt x="760" y="1843"/>
                      <a:pt x="763" y="1843"/>
                      <a:pt x="764" y="1843"/>
                    </a:cubicBezTo>
                    <a:cubicBezTo>
                      <a:pt x="766" y="1842"/>
                      <a:pt x="767" y="1841"/>
                      <a:pt x="766" y="1839"/>
                    </a:cubicBezTo>
                    <a:cubicBezTo>
                      <a:pt x="766" y="1836"/>
                      <a:pt x="760" y="1825"/>
                      <a:pt x="765" y="1824"/>
                    </a:cubicBezTo>
                    <a:cubicBezTo>
                      <a:pt x="767" y="1823"/>
                      <a:pt x="770" y="1826"/>
                      <a:pt x="772" y="1827"/>
                    </a:cubicBezTo>
                    <a:cubicBezTo>
                      <a:pt x="774" y="1829"/>
                      <a:pt x="775" y="1832"/>
                      <a:pt x="776" y="1835"/>
                    </a:cubicBezTo>
                    <a:cubicBezTo>
                      <a:pt x="776" y="1837"/>
                      <a:pt x="776" y="1839"/>
                      <a:pt x="777" y="1842"/>
                    </a:cubicBezTo>
                    <a:cubicBezTo>
                      <a:pt x="778" y="1844"/>
                      <a:pt x="780" y="1845"/>
                      <a:pt x="782" y="1847"/>
                    </a:cubicBezTo>
                    <a:cubicBezTo>
                      <a:pt x="785" y="1850"/>
                      <a:pt x="789" y="1853"/>
                      <a:pt x="788" y="1858"/>
                    </a:cubicBezTo>
                    <a:cubicBezTo>
                      <a:pt x="788" y="1860"/>
                      <a:pt x="788" y="1862"/>
                      <a:pt x="789" y="1863"/>
                    </a:cubicBezTo>
                    <a:cubicBezTo>
                      <a:pt x="790" y="1865"/>
                      <a:pt x="792" y="1867"/>
                      <a:pt x="794" y="1868"/>
                    </a:cubicBezTo>
                    <a:cubicBezTo>
                      <a:pt x="796" y="1869"/>
                      <a:pt x="798" y="1871"/>
                      <a:pt x="800" y="1873"/>
                    </a:cubicBezTo>
                    <a:cubicBezTo>
                      <a:pt x="802" y="1874"/>
                      <a:pt x="803" y="1876"/>
                      <a:pt x="803" y="1878"/>
                    </a:cubicBezTo>
                    <a:cubicBezTo>
                      <a:pt x="805" y="1884"/>
                      <a:pt x="808" y="1887"/>
                      <a:pt x="813" y="1889"/>
                    </a:cubicBezTo>
                    <a:cubicBezTo>
                      <a:pt x="818" y="1891"/>
                      <a:pt x="824" y="1892"/>
                      <a:pt x="830" y="1894"/>
                    </a:cubicBezTo>
                    <a:cubicBezTo>
                      <a:pt x="838" y="1899"/>
                      <a:pt x="842" y="1908"/>
                      <a:pt x="850" y="1912"/>
                    </a:cubicBezTo>
                    <a:cubicBezTo>
                      <a:pt x="852" y="1913"/>
                      <a:pt x="854" y="1914"/>
                      <a:pt x="856" y="1915"/>
                    </a:cubicBezTo>
                    <a:cubicBezTo>
                      <a:pt x="858" y="1918"/>
                      <a:pt x="859" y="1921"/>
                      <a:pt x="856" y="1922"/>
                    </a:cubicBezTo>
                    <a:cubicBezTo>
                      <a:pt x="853" y="1924"/>
                      <a:pt x="850" y="1924"/>
                      <a:pt x="847" y="1925"/>
                    </a:cubicBezTo>
                    <a:close/>
                    <a:moveTo>
                      <a:pt x="877" y="1961"/>
                    </a:moveTo>
                    <a:cubicBezTo>
                      <a:pt x="875" y="1960"/>
                      <a:pt x="872" y="1958"/>
                      <a:pt x="869" y="1956"/>
                    </a:cubicBezTo>
                    <a:cubicBezTo>
                      <a:pt x="868" y="1955"/>
                      <a:pt x="867" y="1954"/>
                      <a:pt x="865" y="1953"/>
                    </a:cubicBezTo>
                    <a:cubicBezTo>
                      <a:pt x="864" y="1952"/>
                      <a:pt x="862" y="1951"/>
                      <a:pt x="860" y="1950"/>
                    </a:cubicBezTo>
                    <a:cubicBezTo>
                      <a:pt x="857" y="1949"/>
                      <a:pt x="852" y="1945"/>
                      <a:pt x="854" y="1941"/>
                    </a:cubicBezTo>
                    <a:cubicBezTo>
                      <a:pt x="856" y="1937"/>
                      <a:pt x="863" y="1940"/>
                      <a:pt x="866" y="1941"/>
                    </a:cubicBezTo>
                    <a:cubicBezTo>
                      <a:pt x="869" y="1941"/>
                      <a:pt x="877" y="1944"/>
                      <a:pt x="878" y="1940"/>
                    </a:cubicBezTo>
                    <a:cubicBezTo>
                      <a:pt x="879" y="1938"/>
                      <a:pt x="877" y="1935"/>
                      <a:pt x="877" y="1934"/>
                    </a:cubicBezTo>
                    <a:cubicBezTo>
                      <a:pt x="876" y="1931"/>
                      <a:pt x="874" y="1929"/>
                      <a:pt x="873" y="1926"/>
                    </a:cubicBezTo>
                    <a:cubicBezTo>
                      <a:pt x="871" y="1922"/>
                      <a:pt x="869" y="1918"/>
                      <a:pt x="866" y="1914"/>
                    </a:cubicBezTo>
                    <a:cubicBezTo>
                      <a:pt x="862" y="1910"/>
                      <a:pt x="858" y="1906"/>
                      <a:pt x="856" y="1901"/>
                    </a:cubicBezTo>
                    <a:cubicBezTo>
                      <a:pt x="853" y="1898"/>
                      <a:pt x="850" y="1894"/>
                      <a:pt x="848" y="1890"/>
                    </a:cubicBezTo>
                    <a:cubicBezTo>
                      <a:pt x="847" y="1889"/>
                      <a:pt x="843" y="1884"/>
                      <a:pt x="845" y="1883"/>
                    </a:cubicBezTo>
                    <a:cubicBezTo>
                      <a:pt x="846" y="1883"/>
                      <a:pt x="848" y="1884"/>
                      <a:pt x="849" y="1885"/>
                    </a:cubicBezTo>
                    <a:cubicBezTo>
                      <a:pt x="852" y="1886"/>
                      <a:pt x="854" y="1887"/>
                      <a:pt x="856" y="1889"/>
                    </a:cubicBezTo>
                    <a:cubicBezTo>
                      <a:pt x="861" y="1892"/>
                      <a:pt x="865" y="1895"/>
                      <a:pt x="868" y="1900"/>
                    </a:cubicBezTo>
                    <a:cubicBezTo>
                      <a:pt x="870" y="1905"/>
                      <a:pt x="871" y="1910"/>
                      <a:pt x="874" y="1914"/>
                    </a:cubicBezTo>
                    <a:cubicBezTo>
                      <a:pt x="875" y="1916"/>
                      <a:pt x="877" y="1917"/>
                      <a:pt x="878" y="1919"/>
                    </a:cubicBezTo>
                    <a:cubicBezTo>
                      <a:pt x="880" y="1920"/>
                      <a:pt x="882" y="1922"/>
                      <a:pt x="884" y="1925"/>
                    </a:cubicBezTo>
                    <a:cubicBezTo>
                      <a:pt x="885" y="1927"/>
                      <a:pt x="886" y="1929"/>
                      <a:pt x="888" y="1931"/>
                    </a:cubicBezTo>
                    <a:cubicBezTo>
                      <a:pt x="889" y="1933"/>
                      <a:pt x="890" y="1934"/>
                      <a:pt x="892" y="1935"/>
                    </a:cubicBezTo>
                    <a:cubicBezTo>
                      <a:pt x="896" y="1936"/>
                      <a:pt x="900" y="1933"/>
                      <a:pt x="904" y="1935"/>
                    </a:cubicBezTo>
                    <a:cubicBezTo>
                      <a:pt x="909" y="1937"/>
                      <a:pt x="908" y="1942"/>
                      <a:pt x="907" y="1946"/>
                    </a:cubicBezTo>
                    <a:cubicBezTo>
                      <a:pt x="906" y="1950"/>
                      <a:pt x="907" y="1954"/>
                      <a:pt x="906" y="1959"/>
                    </a:cubicBezTo>
                    <a:cubicBezTo>
                      <a:pt x="906" y="1962"/>
                      <a:pt x="905" y="1965"/>
                      <a:pt x="902" y="1966"/>
                    </a:cubicBezTo>
                    <a:cubicBezTo>
                      <a:pt x="900" y="1967"/>
                      <a:pt x="898" y="1966"/>
                      <a:pt x="897" y="1966"/>
                    </a:cubicBezTo>
                    <a:cubicBezTo>
                      <a:pt x="895" y="1966"/>
                      <a:pt x="894" y="1965"/>
                      <a:pt x="893" y="1964"/>
                    </a:cubicBezTo>
                    <a:cubicBezTo>
                      <a:pt x="892" y="1964"/>
                      <a:pt x="892" y="1963"/>
                      <a:pt x="891" y="1963"/>
                    </a:cubicBezTo>
                    <a:cubicBezTo>
                      <a:pt x="889" y="1962"/>
                      <a:pt x="887" y="1961"/>
                      <a:pt x="885" y="1962"/>
                    </a:cubicBezTo>
                    <a:cubicBezTo>
                      <a:pt x="884" y="1962"/>
                      <a:pt x="882" y="1962"/>
                      <a:pt x="881" y="1962"/>
                    </a:cubicBezTo>
                    <a:cubicBezTo>
                      <a:pt x="879" y="1963"/>
                      <a:pt x="879" y="1962"/>
                      <a:pt x="877" y="1961"/>
                    </a:cubicBezTo>
                    <a:close/>
                    <a:moveTo>
                      <a:pt x="941" y="2205"/>
                    </a:moveTo>
                    <a:cubicBezTo>
                      <a:pt x="940" y="2207"/>
                      <a:pt x="937" y="2204"/>
                      <a:pt x="935" y="2204"/>
                    </a:cubicBezTo>
                    <a:cubicBezTo>
                      <a:pt x="932" y="2203"/>
                      <a:pt x="931" y="2205"/>
                      <a:pt x="930" y="2207"/>
                    </a:cubicBezTo>
                    <a:cubicBezTo>
                      <a:pt x="928" y="2209"/>
                      <a:pt x="926" y="2210"/>
                      <a:pt x="924" y="2207"/>
                    </a:cubicBezTo>
                    <a:cubicBezTo>
                      <a:pt x="922" y="2204"/>
                      <a:pt x="920" y="2200"/>
                      <a:pt x="918" y="2197"/>
                    </a:cubicBezTo>
                    <a:cubicBezTo>
                      <a:pt x="916" y="2195"/>
                      <a:pt x="914" y="2194"/>
                      <a:pt x="912" y="2193"/>
                    </a:cubicBezTo>
                    <a:cubicBezTo>
                      <a:pt x="910" y="2193"/>
                      <a:pt x="908" y="2191"/>
                      <a:pt x="906" y="2190"/>
                    </a:cubicBezTo>
                    <a:cubicBezTo>
                      <a:pt x="904" y="2189"/>
                      <a:pt x="902" y="2188"/>
                      <a:pt x="900" y="2187"/>
                    </a:cubicBezTo>
                    <a:cubicBezTo>
                      <a:pt x="898" y="2184"/>
                      <a:pt x="896" y="2181"/>
                      <a:pt x="894" y="2178"/>
                    </a:cubicBezTo>
                    <a:cubicBezTo>
                      <a:pt x="892" y="2175"/>
                      <a:pt x="889" y="2173"/>
                      <a:pt x="886" y="2171"/>
                    </a:cubicBezTo>
                    <a:cubicBezTo>
                      <a:pt x="884" y="2169"/>
                      <a:pt x="883" y="2167"/>
                      <a:pt x="882" y="2165"/>
                    </a:cubicBezTo>
                    <a:cubicBezTo>
                      <a:pt x="881" y="2163"/>
                      <a:pt x="880" y="2160"/>
                      <a:pt x="880" y="2157"/>
                    </a:cubicBezTo>
                    <a:cubicBezTo>
                      <a:pt x="879" y="2155"/>
                      <a:pt x="879" y="2152"/>
                      <a:pt x="880" y="2150"/>
                    </a:cubicBezTo>
                    <a:cubicBezTo>
                      <a:pt x="881" y="2146"/>
                      <a:pt x="887" y="2145"/>
                      <a:pt x="891" y="2144"/>
                    </a:cubicBezTo>
                    <a:cubicBezTo>
                      <a:pt x="893" y="2144"/>
                      <a:pt x="895" y="2144"/>
                      <a:pt x="897" y="2143"/>
                    </a:cubicBezTo>
                    <a:cubicBezTo>
                      <a:pt x="900" y="2141"/>
                      <a:pt x="899" y="2138"/>
                      <a:pt x="899" y="2136"/>
                    </a:cubicBezTo>
                    <a:cubicBezTo>
                      <a:pt x="899" y="2133"/>
                      <a:pt x="900" y="2131"/>
                      <a:pt x="900" y="2128"/>
                    </a:cubicBezTo>
                    <a:cubicBezTo>
                      <a:pt x="900" y="2126"/>
                      <a:pt x="900" y="2124"/>
                      <a:pt x="900" y="2122"/>
                    </a:cubicBezTo>
                    <a:cubicBezTo>
                      <a:pt x="899" y="2119"/>
                      <a:pt x="897" y="2117"/>
                      <a:pt x="895" y="2115"/>
                    </a:cubicBezTo>
                    <a:cubicBezTo>
                      <a:pt x="894" y="2115"/>
                      <a:pt x="892" y="2114"/>
                      <a:pt x="892" y="2113"/>
                    </a:cubicBezTo>
                    <a:cubicBezTo>
                      <a:pt x="892" y="2113"/>
                      <a:pt x="893" y="2112"/>
                      <a:pt x="893" y="2112"/>
                    </a:cubicBezTo>
                    <a:cubicBezTo>
                      <a:pt x="897" y="2111"/>
                      <a:pt x="900" y="2110"/>
                      <a:pt x="903" y="2108"/>
                    </a:cubicBezTo>
                    <a:cubicBezTo>
                      <a:pt x="904" y="2108"/>
                      <a:pt x="905" y="2107"/>
                      <a:pt x="905" y="2107"/>
                    </a:cubicBezTo>
                    <a:cubicBezTo>
                      <a:pt x="906" y="2108"/>
                      <a:pt x="907" y="2109"/>
                      <a:pt x="907" y="2109"/>
                    </a:cubicBezTo>
                    <a:cubicBezTo>
                      <a:pt x="908" y="2111"/>
                      <a:pt x="909" y="2115"/>
                      <a:pt x="907" y="2117"/>
                    </a:cubicBezTo>
                    <a:cubicBezTo>
                      <a:pt x="905" y="2118"/>
                      <a:pt x="903" y="2117"/>
                      <a:pt x="901" y="2119"/>
                    </a:cubicBezTo>
                    <a:cubicBezTo>
                      <a:pt x="899" y="2122"/>
                      <a:pt x="900" y="2127"/>
                      <a:pt x="901" y="2130"/>
                    </a:cubicBezTo>
                    <a:cubicBezTo>
                      <a:pt x="901" y="2133"/>
                      <a:pt x="902" y="2136"/>
                      <a:pt x="903" y="2140"/>
                    </a:cubicBezTo>
                    <a:cubicBezTo>
                      <a:pt x="903" y="2141"/>
                      <a:pt x="904" y="2143"/>
                      <a:pt x="903" y="2145"/>
                    </a:cubicBezTo>
                    <a:cubicBezTo>
                      <a:pt x="902" y="2147"/>
                      <a:pt x="899" y="2148"/>
                      <a:pt x="896" y="2148"/>
                    </a:cubicBezTo>
                    <a:cubicBezTo>
                      <a:pt x="894" y="2148"/>
                      <a:pt x="890" y="2148"/>
                      <a:pt x="889" y="2150"/>
                    </a:cubicBezTo>
                    <a:cubicBezTo>
                      <a:pt x="887" y="2153"/>
                      <a:pt x="888" y="2157"/>
                      <a:pt x="890" y="2160"/>
                    </a:cubicBezTo>
                    <a:cubicBezTo>
                      <a:pt x="892" y="2164"/>
                      <a:pt x="895" y="2166"/>
                      <a:pt x="898" y="2170"/>
                    </a:cubicBezTo>
                    <a:cubicBezTo>
                      <a:pt x="900" y="2172"/>
                      <a:pt x="900" y="2175"/>
                      <a:pt x="900" y="2178"/>
                    </a:cubicBezTo>
                    <a:cubicBezTo>
                      <a:pt x="901" y="2183"/>
                      <a:pt x="907" y="2184"/>
                      <a:pt x="911" y="2183"/>
                    </a:cubicBezTo>
                    <a:cubicBezTo>
                      <a:pt x="914" y="2183"/>
                      <a:pt x="916" y="2181"/>
                      <a:pt x="917" y="2179"/>
                    </a:cubicBezTo>
                    <a:cubicBezTo>
                      <a:pt x="918" y="2176"/>
                      <a:pt x="918" y="2173"/>
                      <a:pt x="918" y="2169"/>
                    </a:cubicBezTo>
                    <a:cubicBezTo>
                      <a:pt x="919" y="2166"/>
                      <a:pt x="922" y="2166"/>
                      <a:pt x="925" y="2166"/>
                    </a:cubicBezTo>
                    <a:cubicBezTo>
                      <a:pt x="928" y="2166"/>
                      <a:pt x="932" y="2167"/>
                      <a:pt x="934" y="2170"/>
                    </a:cubicBezTo>
                    <a:cubicBezTo>
                      <a:pt x="936" y="2173"/>
                      <a:pt x="936" y="2178"/>
                      <a:pt x="936" y="2182"/>
                    </a:cubicBezTo>
                    <a:cubicBezTo>
                      <a:pt x="936" y="2186"/>
                      <a:pt x="935" y="2190"/>
                      <a:pt x="936" y="2193"/>
                    </a:cubicBezTo>
                    <a:cubicBezTo>
                      <a:pt x="937" y="2195"/>
                      <a:pt x="939" y="2196"/>
                      <a:pt x="940" y="2198"/>
                    </a:cubicBezTo>
                    <a:cubicBezTo>
                      <a:pt x="941" y="2200"/>
                      <a:pt x="943" y="2203"/>
                      <a:pt x="941" y="2205"/>
                    </a:cubicBezTo>
                    <a:close/>
                    <a:moveTo>
                      <a:pt x="956" y="2167"/>
                    </a:moveTo>
                    <a:cubicBezTo>
                      <a:pt x="953" y="2166"/>
                      <a:pt x="951" y="2166"/>
                      <a:pt x="948" y="2167"/>
                    </a:cubicBezTo>
                    <a:cubicBezTo>
                      <a:pt x="944" y="2168"/>
                      <a:pt x="940" y="2166"/>
                      <a:pt x="938" y="2163"/>
                    </a:cubicBezTo>
                    <a:cubicBezTo>
                      <a:pt x="936" y="2161"/>
                      <a:pt x="933" y="2159"/>
                      <a:pt x="932" y="2156"/>
                    </a:cubicBezTo>
                    <a:cubicBezTo>
                      <a:pt x="931" y="2155"/>
                      <a:pt x="931" y="2154"/>
                      <a:pt x="931" y="2154"/>
                    </a:cubicBezTo>
                    <a:cubicBezTo>
                      <a:pt x="930" y="2153"/>
                      <a:pt x="930" y="2152"/>
                      <a:pt x="929" y="2151"/>
                    </a:cubicBezTo>
                    <a:cubicBezTo>
                      <a:pt x="928" y="2151"/>
                      <a:pt x="928" y="2149"/>
                      <a:pt x="927" y="2149"/>
                    </a:cubicBezTo>
                    <a:cubicBezTo>
                      <a:pt x="927" y="2148"/>
                      <a:pt x="926" y="2147"/>
                      <a:pt x="925" y="2147"/>
                    </a:cubicBezTo>
                    <a:cubicBezTo>
                      <a:pt x="924" y="2147"/>
                      <a:pt x="924" y="2148"/>
                      <a:pt x="923" y="2148"/>
                    </a:cubicBezTo>
                    <a:cubicBezTo>
                      <a:pt x="922" y="2148"/>
                      <a:pt x="921" y="2147"/>
                      <a:pt x="921" y="2147"/>
                    </a:cubicBezTo>
                    <a:cubicBezTo>
                      <a:pt x="918" y="2145"/>
                      <a:pt x="916" y="2144"/>
                      <a:pt x="914" y="2141"/>
                    </a:cubicBezTo>
                    <a:cubicBezTo>
                      <a:pt x="913" y="2140"/>
                      <a:pt x="912" y="2137"/>
                      <a:pt x="911" y="2135"/>
                    </a:cubicBezTo>
                    <a:cubicBezTo>
                      <a:pt x="911" y="2132"/>
                      <a:pt x="912" y="2130"/>
                      <a:pt x="914" y="2128"/>
                    </a:cubicBezTo>
                    <a:cubicBezTo>
                      <a:pt x="915" y="2127"/>
                      <a:pt x="916" y="2127"/>
                      <a:pt x="916" y="2125"/>
                    </a:cubicBezTo>
                    <a:cubicBezTo>
                      <a:pt x="917" y="2124"/>
                      <a:pt x="916" y="2123"/>
                      <a:pt x="917" y="2122"/>
                    </a:cubicBezTo>
                    <a:cubicBezTo>
                      <a:pt x="917" y="2120"/>
                      <a:pt x="920" y="2118"/>
                      <a:pt x="922" y="2118"/>
                    </a:cubicBezTo>
                    <a:cubicBezTo>
                      <a:pt x="924" y="2117"/>
                      <a:pt x="927" y="2118"/>
                      <a:pt x="929" y="2120"/>
                    </a:cubicBezTo>
                    <a:cubicBezTo>
                      <a:pt x="931" y="2123"/>
                      <a:pt x="932" y="2127"/>
                      <a:pt x="931" y="2130"/>
                    </a:cubicBezTo>
                    <a:cubicBezTo>
                      <a:pt x="931" y="2132"/>
                      <a:pt x="931" y="2133"/>
                      <a:pt x="932" y="2135"/>
                    </a:cubicBezTo>
                    <a:cubicBezTo>
                      <a:pt x="933" y="2136"/>
                      <a:pt x="934" y="2137"/>
                      <a:pt x="935" y="2138"/>
                    </a:cubicBezTo>
                    <a:cubicBezTo>
                      <a:pt x="936" y="2138"/>
                      <a:pt x="937" y="2138"/>
                      <a:pt x="938" y="2138"/>
                    </a:cubicBezTo>
                    <a:cubicBezTo>
                      <a:pt x="940" y="2137"/>
                      <a:pt x="939" y="2133"/>
                      <a:pt x="938" y="2132"/>
                    </a:cubicBezTo>
                    <a:cubicBezTo>
                      <a:pt x="938" y="2130"/>
                      <a:pt x="937" y="2128"/>
                      <a:pt x="939" y="2127"/>
                    </a:cubicBezTo>
                    <a:cubicBezTo>
                      <a:pt x="941" y="2126"/>
                      <a:pt x="943" y="2126"/>
                      <a:pt x="944" y="2127"/>
                    </a:cubicBezTo>
                    <a:cubicBezTo>
                      <a:pt x="946" y="2127"/>
                      <a:pt x="947" y="2129"/>
                      <a:pt x="948" y="2131"/>
                    </a:cubicBezTo>
                    <a:cubicBezTo>
                      <a:pt x="949" y="2132"/>
                      <a:pt x="950" y="2134"/>
                      <a:pt x="951" y="2135"/>
                    </a:cubicBezTo>
                    <a:cubicBezTo>
                      <a:pt x="955" y="2137"/>
                      <a:pt x="954" y="2129"/>
                      <a:pt x="953" y="2128"/>
                    </a:cubicBezTo>
                    <a:cubicBezTo>
                      <a:pt x="953" y="2126"/>
                      <a:pt x="953" y="2125"/>
                      <a:pt x="953" y="2124"/>
                    </a:cubicBezTo>
                    <a:cubicBezTo>
                      <a:pt x="953" y="2123"/>
                      <a:pt x="954" y="2122"/>
                      <a:pt x="954" y="2121"/>
                    </a:cubicBezTo>
                    <a:cubicBezTo>
                      <a:pt x="953" y="2120"/>
                      <a:pt x="952" y="2118"/>
                      <a:pt x="950" y="2118"/>
                    </a:cubicBezTo>
                    <a:cubicBezTo>
                      <a:pt x="949" y="2117"/>
                      <a:pt x="947" y="2117"/>
                      <a:pt x="946" y="2117"/>
                    </a:cubicBezTo>
                    <a:cubicBezTo>
                      <a:pt x="945" y="2117"/>
                      <a:pt x="943" y="2116"/>
                      <a:pt x="942" y="2116"/>
                    </a:cubicBezTo>
                    <a:cubicBezTo>
                      <a:pt x="941" y="2116"/>
                      <a:pt x="940" y="2117"/>
                      <a:pt x="939" y="2116"/>
                    </a:cubicBezTo>
                    <a:cubicBezTo>
                      <a:pt x="937" y="2116"/>
                      <a:pt x="935" y="2114"/>
                      <a:pt x="934" y="2112"/>
                    </a:cubicBezTo>
                    <a:cubicBezTo>
                      <a:pt x="932" y="2109"/>
                      <a:pt x="931" y="2107"/>
                      <a:pt x="929" y="2104"/>
                    </a:cubicBezTo>
                    <a:cubicBezTo>
                      <a:pt x="927" y="2102"/>
                      <a:pt x="926" y="2100"/>
                      <a:pt x="924" y="2098"/>
                    </a:cubicBezTo>
                    <a:cubicBezTo>
                      <a:pt x="921" y="2096"/>
                      <a:pt x="919" y="2095"/>
                      <a:pt x="917" y="2092"/>
                    </a:cubicBezTo>
                    <a:cubicBezTo>
                      <a:pt x="916" y="2092"/>
                      <a:pt x="915" y="2091"/>
                      <a:pt x="915" y="2090"/>
                    </a:cubicBezTo>
                    <a:cubicBezTo>
                      <a:pt x="918" y="2090"/>
                      <a:pt x="921" y="2089"/>
                      <a:pt x="923" y="2091"/>
                    </a:cubicBezTo>
                    <a:cubicBezTo>
                      <a:pt x="926" y="2092"/>
                      <a:pt x="927" y="2095"/>
                      <a:pt x="929" y="2097"/>
                    </a:cubicBezTo>
                    <a:cubicBezTo>
                      <a:pt x="931" y="2100"/>
                      <a:pt x="932" y="2103"/>
                      <a:pt x="935" y="2106"/>
                    </a:cubicBezTo>
                    <a:cubicBezTo>
                      <a:pt x="936" y="2107"/>
                      <a:pt x="938" y="2109"/>
                      <a:pt x="940" y="2109"/>
                    </a:cubicBezTo>
                    <a:cubicBezTo>
                      <a:pt x="942" y="2110"/>
                      <a:pt x="942" y="2108"/>
                      <a:pt x="942" y="2107"/>
                    </a:cubicBezTo>
                    <a:cubicBezTo>
                      <a:pt x="943" y="2105"/>
                      <a:pt x="943" y="2103"/>
                      <a:pt x="944" y="2101"/>
                    </a:cubicBezTo>
                    <a:cubicBezTo>
                      <a:pt x="944" y="2100"/>
                      <a:pt x="946" y="2098"/>
                      <a:pt x="947" y="2099"/>
                    </a:cubicBezTo>
                    <a:cubicBezTo>
                      <a:pt x="950" y="2099"/>
                      <a:pt x="951" y="2102"/>
                      <a:pt x="952" y="2104"/>
                    </a:cubicBezTo>
                    <a:cubicBezTo>
                      <a:pt x="953" y="2108"/>
                      <a:pt x="954" y="2113"/>
                      <a:pt x="958" y="2117"/>
                    </a:cubicBezTo>
                    <a:cubicBezTo>
                      <a:pt x="959" y="2118"/>
                      <a:pt x="961" y="2119"/>
                      <a:pt x="962" y="2120"/>
                    </a:cubicBezTo>
                    <a:cubicBezTo>
                      <a:pt x="963" y="2122"/>
                      <a:pt x="963" y="2124"/>
                      <a:pt x="964" y="2125"/>
                    </a:cubicBezTo>
                    <a:cubicBezTo>
                      <a:pt x="964" y="2127"/>
                      <a:pt x="964" y="2129"/>
                      <a:pt x="965" y="2131"/>
                    </a:cubicBezTo>
                    <a:cubicBezTo>
                      <a:pt x="965" y="2132"/>
                      <a:pt x="966" y="2134"/>
                      <a:pt x="966" y="2135"/>
                    </a:cubicBezTo>
                    <a:cubicBezTo>
                      <a:pt x="965" y="2138"/>
                      <a:pt x="963" y="2139"/>
                      <a:pt x="962" y="2141"/>
                    </a:cubicBezTo>
                    <a:cubicBezTo>
                      <a:pt x="960" y="2143"/>
                      <a:pt x="959" y="2146"/>
                      <a:pt x="960" y="2149"/>
                    </a:cubicBezTo>
                    <a:cubicBezTo>
                      <a:pt x="961" y="2152"/>
                      <a:pt x="965" y="2151"/>
                      <a:pt x="967" y="2151"/>
                    </a:cubicBezTo>
                    <a:cubicBezTo>
                      <a:pt x="970" y="2152"/>
                      <a:pt x="970" y="2155"/>
                      <a:pt x="972" y="2157"/>
                    </a:cubicBezTo>
                    <a:cubicBezTo>
                      <a:pt x="974" y="2158"/>
                      <a:pt x="975" y="2158"/>
                      <a:pt x="977" y="2157"/>
                    </a:cubicBezTo>
                    <a:cubicBezTo>
                      <a:pt x="978" y="2157"/>
                      <a:pt x="980" y="2157"/>
                      <a:pt x="981" y="2157"/>
                    </a:cubicBezTo>
                    <a:cubicBezTo>
                      <a:pt x="982" y="2158"/>
                      <a:pt x="981" y="2160"/>
                      <a:pt x="981" y="2161"/>
                    </a:cubicBezTo>
                    <a:cubicBezTo>
                      <a:pt x="981" y="2163"/>
                      <a:pt x="981" y="2164"/>
                      <a:pt x="981" y="2166"/>
                    </a:cubicBezTo>
                    <a:cubicBezTo>
                      <a:pt x="981" y="2167"/>
                      <a:pt x="980" y="2168"/>
                      <a:pt x="979" y="2169"/>
                    </a:cubicBezTo>
                    <a:cubicBezTo>
                      <a:pt x="978" y="2170"/>
                      <a:pt x="976" y="2170"/>
                      <a:pt x="975" y="2169"/>
                    </a:cubicBezTo>
                    <a:cubicBezTo>
                      <a:pt x="970" y="2168"/>
                      <a:pt x="968" y="2164"/>
                      <a:pt x="966" y="2160"/>
                    </a:cubicBezTo>
                    <a:cubicBezTo>
                      <a:pt x="966" y="2159"/>
                      <a:pt x="966" y="2157"/>
                      <a:pt x="964" y="2157"/>
                    </a:cubicBezTo>
                    <a:cubicBezTo>
                      <a:pt x="963" y="2158"/>
                      <a:pt x="962" y="2161"/>
                      <a:pt x="962" y="2162"/>
                    </a:cubicBezTo>
                    <a:cubicBezTo>
                      <a:pt x="961" y="2163"/>
                      <a:pt x="961" y="2166"/>
                      <a:pt x="960" y="2167"/>
                    </a:cubicBezTo>
                    <a:cubicBezTo>
                      <a:pt x="959" y="2168"/>
                      <a:pt x="958" y="2167"/>
                      <a:pt x="956" y="2167"/>
                    </a:cubicBezTo>
                    <a:close/>
                    <a:moveTo>
                      <a:pt x="996" y="2315"/>
                    </a:moveTo>
                    <a:cubicBezTo>
                      <a:pt x="994" y="2314"/>
                      <a:pt x="993" y="2310"/>
                      <a:pt x="991" y="2308"/>
                    </a:cubicBezTo>
                    <a:cubicBezTo>
                      <a:pt x="991" y="2306"/>
                      <a:pt x="988" y="2301"/>
                      <a:pt x="986" y="2304"/>
                    </a:cubicBezTo>
                    <a:cubicBezTo>
                      <a:pt x="983" y="2307"/>
                      <a:pt x="987" y="2311"/>
                      <a:pt x="989" y="2314"/>
                    </a:cubicBezTo>
                    <a:cubicBezTo>
                      <a:pt x="990" y="2315"/>
                      <a:pt x="992" y="2316"/>
                      <a:pt x="994" y="2318"/>
                    </a:cubicBezTo>
                    <a:cubicBezTo>
                      <a:pt x="995" y="2319"/>
                      <a:pt x="995" y="2320"/>
                      <a:pt x="995" y="2322"/>
                    </a:cubicBezTo>
                    <a:cubicBezTo>
                      <a:pt x="995" y="2323"/>
                      <a:pt x="994" y="2325"/>
                      <a:pt x="994" y="2326"/>
                    </a:cubicBezTo>
                    <a:cubicBezTo>
                      <a:pt x="994" y="2327"/>
                      <a:pt x="994" y="2329"/>
                      <a:pt x="994" y="2330"/>
                    </a:cubicBezTo>
                    <a:cubicBezTo>
                      <a:pt x="993" y="2330"/>
                      <a:pt x="993" y="2331"/>
                      <a:pt x="992" y="2331"/>
                    </a:cubicBezTo>
                    <a:cubicBezTo>
                      <a:pt x="991" y="2332"/>
                      <a:pt x="991" y="2333"/>
                      <a:pt x="990" y="2333"/>
                    </a:cubicBezTo>
                    <a:cubicBezTo>
                      <a:pt x="989" y="2333"/>
                      <a:pt x="988" y="2332"/>
                      <a:pt x="987" y="2331"/>
                    </a:cubicBezTo>
                    <a:cubicBezTo>
                      <a:pt x="986" y="2330"/>
                      <a:pt x="985" y="2329"/>
                      <a:pt x="984" y="2328"/>
                    </a:cubicBezTo>
                    <a:cubicBezTo>
                      <a:pt x="984" y="2328"/>
                      <a:pt x="983" y="2327"/>
                      <a:pt x="983" y="2327"/>
                    </a:cubicBezTo>
                    <a:cubicBezTo>
                      <a:pt x="983" y="2327"/>
                      <a:pt x="983" y="2326"/>
                      <a:pt x="983" y="2326"/>
                    </a:cubicBezTo>
                    <a:cubicBezTo>
                      <a:pt x="983" y="2325"/>
                      <a:pt x="982" y="2323"/>
                      <a:pt x="981" y="2322"/>
                    </a:cubicBezTo>
                    <a:cubicBezTo>
                      <a:pt x="980" y="2321"/>
                      <a:pt x="979" y="2320"/>
                      <a:pt x="979" y="2318"/>
                    </a:cubicBezTo>
                    <a:cubicBezTo>
                      <a:pt x="978" y="2317"/>
                      <a:pt x="977" y="2317"/>
                      <a:pt x="975" y="2317"/>
                    </a:cubicBezTo>
                    <a:cubicBezTo>
                      <a:pt x="972" y="2317"/>
                      <a:pt x="970" y="2314"/>
                      <a:pt x="969" y="2311"/>
                    </a:cubicBezTo>
                    <a:cubicBezTo>
                      <a:pt x="968" y="2308"/>
                      <a:pt x="967" y="2304"/>
                      <a:pt x="965" y="2301"/>
                    </a:cubicBezTo>
                    <a:cubicBezTo>
                      <a:pt x="964" y="2299"/>
                      <a:pt x="962" y="2297"/>
                      <a:pt x="961" y="2295"/>
                    </a:cubicBezTo>
                    <a:cubicBezTo>
                      <a:pt x="960" y="2292"/>
                      <a:pt x="959" y="2288"/>
                      <a:pt x="961" y="2285"/>
                    </a:cubicBezTo>
                    <a:cubicBezTo>
                      <a:pt x="963" y="2283"/>
                      <a:pt x="966" y="2281"/>
                      <a:pt x="969" y="2283"/>
                    </a:cubicBezTo>
                    <a:cubicBezTo>
                      <a:pt x="970" y="2284"/>
                      <a:pt x="971" y="2285"/>
                      <a:pt x="972" y="2287"/>
                    </a:cubicBezTo>
                    <a:cubicBezTo>
                      <a:pt x="973" y="2287"/>
                      <a:pt x="974" y="2289"/>
                      <a:pt x="975" y="2288"/>
                    </a:cubicBezTo>
                    <a:cubicBezTo>
                      <a:pt x="976" y="2288"/>
                      <a:pt x="976" y="2286"/>
                      <a:pt x="977" y="2285"/>
                    </a:cubicBezTo>
                    <a:cubicBezTo>
                      <a:pt x="978" y="2284"/>
                      <a:pt x="979" y="2283"/>
                      <a:pt x="980" y="2282"/>
                    </a:cubicBezTo>
                    <a:cubicBezTo>
                      <a:pt x="983" y="2280"/>
                      <a:pt x="984" y="2285"/>
                      <a:pt x="984" y="2287"/>
                    </a:cubicBezTo>
                    <a:cubicBezTo>
                      <a:pt x="984" y="2289"/>
                      <a:pt x="984" y="2290"/>
                      <a:pt x="985" y="2291"/>
                    </a:cubicBezTo>
                    <a:cubicBezTo>
                      <a:pt x="985" y="2293"/>
                      <a:pt x="987" y="2293"/>
                      <a:pt x="988" y="2294"/>
                    </a:cubicBezTo>
                    <a:cubicBezTo>
                      <a:pt x="991" y="2296"/>
                      <a:pt x="993" y="2299"/>
                      <a:pt x="994" y="2303"/>
                    </a:cubicBezTo>
                    <a:cubicBezTo>
                      <a:pt x="994" y="2305"/>
                      <a:pt x="996" y="2307"/>
                      <a:pt x="998" y="2307"/>
                    </a:cubicBezTo>
                    <a:cubicBezTo>
                      <a:pt x="1000" y="2308"/>
                      <a:pt x="1004" y="2307"/>
                      <a:pt x="1004" y="2310"/>
                    </a:cubicBezTo>
                    <a:cubicBezTo>
                      <a:pt x="1004" y="2314"/>
                      <a:pt x="1000" y="2316"/>
                      <a:pt x="996" y="2315"/>
                    </a:cubicBezTo>
                    <a:close/>
                    <a:moveTo>
                      <a:pt x="1009" y="2118"/>
                    </a:moveTo>
                    <a:cubicBezTo>
                      <a:pt x="1008" y="2119"/>
                      <a:pt x="1007" y="2119"/>
                      <a:pt x="1005" y="2118"/>
                    </a:cubicBezTo>
                    <a:cubicBezTo>
                      <a:pt x="1004" y="2118"/>
                      <a:pt x="1002" y="2116"/>
                      <a:pt x="1001" y="2114"/>
                    </a:cubicBezTo>
                    <a:cubicBezTo>
                      <a:pt x="1000" y="2113"/>
                      <a:pt x="999" y="2111"/>
                      <a:pt x="997" y="2110"/>
                    </a:cubicBezTo>
                    <a:cubicBezTo>
                      <a:pt x="994" y="2109"/>
                      <a:pt x="995" y="2116"/>
                      <a:pt x="993" y="2117"/>
                    </a:cubicBezTo>
                    <a:cubicBezTo>
                      <a:pt x="991" y="2118"/>
                      <a:pt x="989" y="2112"/>
                      <a:pt x="988" y="2112"/>
                    </a:cubicBezTo>
                    <a:cubicBezTo>
                      <a:pt x="987" y="2112"/>
                      <a:pt x="986" y="2113"/>
                      <a:pt x="985" y="2113"/>
                    </a:cubicBezTo>
                    <a:cubicBezTo>
                      <a:pt x="984" y="2114"/>
                      <a:pt x="984" y="2114"/>
                      <a:pt x="983" y="2113"/>
                    </a:cubicBezTo>
                    <a:cubicBezTo>
                      <a:pt x="980" y="2112"/>
                      <a:pt x="978" y="2112"/>
                      <a:pt x="976" y="2112"/>
                    </a:cubicBezTo>
                    <a:cubicBezTo>
                      <a:pt x="974" y="2113"/>
                      <a:pt x="973" y="2113"/>
                      <a:pt x="972" y="2113"/>
                    </a:cubicBezTo>
                    <a:cubicBezTo>
                      <a:pt x="971" y="2113"/>
                      <a:pt x="969" y="2113"/>
                      <a:pt x="969" y="2113"/>
                    </a:cubicBezTo>
                    <a:cubicBezTo>
                      <a:pt x="967" y="2112"/>
                      <a:pt x="973" y="2106"/>
                      <a:pt x="974" y="2105"/>
                    </a:cubicBezTo>
                    <a:cubicBezTo>
                      <a:pt x="975" y="2103"/>
                      <a:pt x="978" y="2100"/>
                      <a:pt x="978" y="2097"/>
                    </a:cubicBezTo>
                    <a:cubicBezTo>
                      <a:pt x="978" y="2096"/>
                      <a:pt x="977" y="2095"/>
                      <a:pt x="977" y="2094"/>
                    </a:cubicBezTo>
                    <a:cubicBezTo>
                      <a:pt x="977" y="2093"/>
                      <a:pt x="977" y="2091"/>
                      <a:pt x="976" y="2090"/>
                    </a:cubicBezTo>
                    <a:cubicBezTo>
                      <a:pt x="976" y="2089"/>
                      <a:pt x="975" y="2087"/>
                      <a:pt x="974" y="2086"/>
                    </a:cubicBezTo>
                    <a:cubicBezTo>
                      <a:pt x="973" y="2085"/>
                      <a:pt x="973" y="2084"/>
                      <a:pt x="972" y="2083"/>
                    </a:cubicBezTo>
                    <a:cubicBezTo>
                      <a:pt x="971" y="2082"/>
                      <a:pt x="971" y="2082"/>
                      <a:pt x="971" y="2081"/>
                    </a:cubicBezTo>
                    <a:cubicBezTo>
                      <a:pt x="970" y="2080"/>
                      <a:pt x="969" y="2079"/>
                      <a:pt x="968" y="2079"/>
                    </a:cubicBezTo>
                    <a:cubicBezTo>
                      <a:pt x="967" y="2079"/>
                      <a:pt x="966" y="2079"/>
                      <a:pt x="965" y="2079"/>
                    </a:cubicBezTo>
                    <a:cubicBezTo>
                      <a:pt x="964" y="2079"/>
                      <a:pt x="963" y="2080"/>
                      <a:pt x="963" y="2081"/>
                    </a:cubicBezTo>
                    <a:cubicBezTo>
                      <a:pt x="962" y="2082"/>
                      <a:pt x="961" y="2088"/>
                      <a:pt x="959" y="2086"/>
                    </a:cubicBezTo>
                    <a:cubicBezTo>
                      <a:pt x="957" y="2085"/>
                      <a:pt x="957" y="2082"/>
                      <a:pt x="957" y="2080"/>
                    </a:cubicBezTo>
                    <a:cubicBezTo>
                      <a:pt x="957" y="2078"/>
                      <a:pt x="957" y="2078"/>
                      <a:pt x="956" y="2077"/>
                    </a:cubicBezTo>
                    <a:cubicBezTo>
                      <a:pt x="955" y="2076"/>
                      <a:pt x="954" y="2076"/>
                      <a:pt x="953" y="2075"/>
                    </a:cubicBezTo>
                    <a:cubicBezTo>
                      <a:pt x="952" y="2074"/>
                      <a:pt x="950" y="2071"/>
                      <a:pt x="950" y="2069"/>
                    </a:cubicBezTo>
                    <a:cubicBezTo>
                      <a:pt x="950" y="2068"/>
                      <a:pt x="951" y="2067"/>
                      <a:pt x="951" y="2066"/>
                    </a:cubicBezTo>
                    <a:cubicBezTo>
                      <a:pt x="951" y="2065"/>
                      <a:pt x="949" y="2064"/>
                      <a:pt x="948" y="2063"/>
                    </a:cubicBezTo>
                    <a:cubicBezTo>
                      <a:pt x="948" y="2061"/>
                      <a:pt x="951" y="2062"/>
                      <a:pt x="951" y="2062"/>
                    </a:cubicBezTo>
                    <a:cubicBezTo>
                      <a:pt x="953" y="2063"/>
                      <a:pt x="955" y="2065"/>
                      <a:pt x="955" y="2067"/>
                    </a:cubicBezTo>
                    <a:cubicBezTo>
                      <a:pt x="955" y="2069"/>
                      <a:pt x="955" y="2071"/>
                      <a:pt x="957" y="2072"/>
                    </a:cubicBezTo>
                    <a:cubicBezTo>
                      <a:pt x="957" y="2073"/>
                      <a:pt x="960" y="2073"/>
                      <a:pt x="960" y="2073"/>
                    </a:cubicBezTo>
                    <a:cubicBezTo>
                      <a:pt x="961" y="2072"/>
                      <a:pt x="960" y="2070"/>
                      <a:pt x="960" y="2069"/>
                    </a:cubicBezTo>
                    <a:cubicBezTo>
                      <a:pt x="960" y="2069"/>
                      <a:pt x="961" y="2068"/>
                      <a:pt x="961" y="2067"/>
                    </a:cubicBezTo>
                    <a:cubicBezTo>
                      <a:pt x="960" y="2066"/>
                      <a:pt x="960" y="2065"/>
                      <a:pt x="960" y="2063"/>
                    </a:cubicBezTo>
                    <a:cubicBezTo>
                      <a:pt x="961" y="2063"/>
                      <a:pt x="963" y="2065"/>
                      <a:pt x="963" y="2067"/>
                    </a:cubicBezTo>
                    <a:cubicBezTo>
                      <a:pt x="964" y="2068"/>
                      <a:pt x="964" y="2069"/>
                      <a:pt x="964" y="2070"/>
                    </a:cubicBezTo>
                    <a:cubicBezTo>
                      <a:pt x="965" y="2072"/>
                      <a:pt x="967" y="2072"/>
                      <a:pt x="968" y="2073"/>
                    </a:cubicBezTo>
                    <a:cubicBezTo>
                      <a:pt x="970" y="2073"/>
                      <a:pt x="972" y="2074"/>
                      <a:pt x="973" y="2075"/>
                    </a:cubicBezTo>
                    <a:cubicBezTo>
                      <a:pt x="974" y="2076"/>
                      <a:pt x="975" y="2078"/>
                      <a:pt x="976" y="2079"/>
                    </a:cubicBezTo>
                    <a:cubicBezTo>
                      <a:pt x="977" y="2080"/>
                      <a:pt x="977" y="2081"/>
                      <a:pt x="978" y="2082"/>
                    </a:cubicBezTo>
                    <a:cubicBezTo>
                      <a:pt x="979" y="2083"/>
                      <a:pt x="980" y="2084"/>
                      <a:pt x="981" y="2084"/>
                    </a:cubicBezTo>
                    <a:cubicBezTo>
                      <a:pt x="982" y="2084"/>
                      <a:pt x="983" y="2084"/>
                      <a:pt x="983" y="2084"/>
                    </a:cubicBezTo>
                    <a:cubicBezTo>
                      <a:pt x="984" y="2084"/>
                      <a:pt x="984" y="2084"/>
                      <a:pt x="985" y="2083"/>
                    </a:cubicBezTo>
                    <a:cubicBezTo>
                      <a:pt x="986" y="2083"/>
                      <a:pt x="988" y="2083"/>
                      <a:pt x="989" y="2084"/>
                    </a:cubicBezTo>
                    <a:cubicBezTo>
                      <a:pt x="989" y="2084"/>
                      <a:pt x="989" y="2085"/>
                      <a:pt x="990" y="2086"/>
                    </a:cubicBezTo>
                    <a:cubicBezTo>
                      <a:pt x="990" y="2086"/>
                      <a:pt x="991" y="2086"/>
                      <a:pt x="991" y="2086"/>
                    </a:cubicBezTo>
                    <a:cubicBezTo>
                      <a:pt x="991" y="2083"/>
                      <a:pt x="991" y="2079"/>
                      <a:pt x="989" y="2076"/>
                    </a:cubicBezTo>
                    <a:cubicBezTo>
                      <a:pt x="988" y="2073"/>
                      <a:pt x="984" y="2072"/>
                      <a:pt x="981" y="2071"/>
                    </a:cubicBezTo>
                    <a:cubicBezTo>
                      <a:pt x="978" y="2069"/>
                      <a:pt x="976" y="2067"/>
                      <a:pt x="975" y="2064"/>
                    </a:cubicBezTo>
                    <a:cubicBezTo>
                      <a:pt x="975" y="2061"/>
                      <a:pt x="972" y="2056"/>
                      <a:pt x="974" y="2054"/>
                    </a:cubicBezTo>
                    <a:cubicBezTo>
                      <a:pt x="976" y="2053"/>
                      <a:pt x="978" y="2054"/>
                      <a:pt x="979" y="2055"/>
                    </a:cubicBezTo>
                    <a:cubicBezTo>
                      <a:pt x="982" y="2057"/>
                      <a:pt x="983" y="2059"/>
                      <a:pt x="985" y="2061"/>
                    </a:cubicBezTo>
                    <a:cubicBezTo>
                      <a:pt x="986" y="2063"/>
                      <a:pt x="987" y="2064"/>
                      <a:pt x="989" y="2064"/>
                    </a:cubicBezTo>
                    <a:cubicBezTo>
                      <a:pt x="990" y="2064"/>
                      <a:pt x="992" y="2063"/>
                      <a:pt x="993" y="2064"/>
                    </a:cubicBezTo>
                    <a:cubicBezTo>
                      <a:pt x="995" y="2065"/>
                      <a:pt x="997" y="2069"/>
                      <a:pt x="998" y="2072"/>
                    </a:cubicBezTo>
                    <a:cubicBezTo>
                      <a:pt x="999" y="2076"/>
                      <a:pt x="997" y="2080"/>
                      <a:pt x="998" y="2084"/>
                    </a:cubicBezTo>
                    <a:cubicBezTo>
                      <a:pt x="999" y="2086"/>
                      <a:pt x="1000" y="2087"/>
                      <a:pt x="1000" y="2089"/>
                    </a:cubicBezTo>
                    <a:cubicBezTo>
                      <a:pt x="1001" y="2090"/>
                      <a:pt x="1000" y="2092"/>
                      <a:pt x="999" y="2094"/>
                    </a:cubicBezTo>
                    <a:cubicBezTo>
                      <a:pt x="999" y="2096"/>
                      <a:pt x="999" y="2098"/>
                      <a:pt x="999" y="2099"/>
                    </a:cubicBezTo>
                    <a:cubicBezTo>
                      <a:pt x="1000" y="2101"/>
                      <a:pt x="1002" y="2102"/>
                      <a:pt x="1003" y="2104"/>
                    </a:cubicBezTo>
                    <a:cubicBezTo>
                      <a:pt x="1005" y="2107"/>
                      <a:pt x="1007" y="2111"/>
                      <a:pt x="1009" y="2114"/>
                    </a:cubicBezTo>
                    <a:cubicBezTo>
                      <a:pt x="1009" y="2115"/>
                      <a:pt x="1010" y="2117"/>
                      <a:pt x="1009" y="2118"/>
                    </a:cubicBezTo>
                    <a:close/>
                    <a:moveTo>
                      <a:pt x="1124" y="1911"/>
                    </a:moveTo>
                    <a:cubicBezTo>
                      <a:pt x="1121" y="1912"/>
                      <a:pt x="1117" y="1913"/>
                      <a:pt x="1114" y="1912"/>
                    </a:cubicBezTo>
                    <a:cubicBezTo>
                      <a:pt x="1111" y="1911"/>
                      <a:pt x="1108" y="1909"/>
                      <a:pt x="1104" y="1910"/>
                    </a:cubicBezTo>
                    <a:cubicBezTo>
                      <a:pt x="1100" y="1910"/>
                      <a:pt x="1100" y="1915"/>
                      <a:pt x="1099" y="1919"/>
                    </a:cubicBezTo>
                    <a:cubicBezTo>
                      <a:pt x="1099" y="1921"/>
                      <a:pt x="1099" y="1924"/>
                      <a:pt x="1098" y="1926"/>
                    </a:cubicBezTo>
                    <a:cubicBezTo>
                      <a:pt x="1097" y="1928"/>
                      <a:pt x="1096" y="1930"/>
                      <a:pt x="1095" y="1932"/>
                    </a:cubicBezTo>
                    <a:cubicBezTo>
                      <a:pt x="1093" y="1936"/>
                      <a:pt x="1092" y="1940"/>
                      <a:pt x="1094" y="1944"/>
                    </a:cubicBezTo>
                    <a:cubicBezTo>
                      <a:pt x="1094" y="1946"/>
                      <a:pt x="1095" y="1948"/>
                      <a:pt x="1096" y="1950"/>
                    </a:cubicBezTo>
                    <a:cubicBezTo>
                      <a:pt x="1097" y="1951"/>
                      <a:pt x="1098" y="1953"/>
                      <a:pt x="1097" y="1954"/>
                    </a:cubicBezTo>
                    <a:cubicBezTo>
                      <a:pt x="1096" y="1956"/>
                      <a:pt x="1090" y="1952"/>
                      <a:pt x="1089" y="1952"/>
                    </a:cubicBezTo>
                    <a:cubicBezTo>
                      <a:pt x="1086" y="1949"/>
                      <a:pt x="1085" y="1946"/>
                      <a:pt x="1086" y="1942"/>
                    </a:cubicBezTo>
                    <a:cubicBezTo>
                      <a:pt x="1086" y="1939"/>
                      <a:pt x="1088" y="1935"/>
                      <a:pt x="1088" y="1931"/>
                    </a:cubicBezTo>
                    <a:cubicBezTo>
                      <a:pt x="1089" y="1928"/>
                      <a:pt x="1088" y="1924"/>
                      <a:pt x="1086" y="1920"/>
                    </a:cubicBezTo>
                    <a:cubicBezTo>
                      <a:pt x="1084" y="1918"/>
                      <a:pt x="1081" y="1916"/>
                      <a:pt x="1079" y="1913"/>
                    </a:cubicBezTo>
                    <a:cubicBezTo>
                      <a:pt x="1078" y="1910"/>
                      <a:pt x="1080" y="1907"/>
                      <a:pt x="1081" y="1904"/>
                    </a:cubicBezTo>
                    <a:cubicBezTo>
                      <a:pt x="1081" y="1900"/>
                      <a:pt x="1079" y="1897"/>
                      <a:pt x="1076" y="1894"/>
                    </a:cubicBezTo>
                    <a:cubicBezTo>
                      <a:pt x="1075" y="1894"/>
                      <a:pt x="1074" y="1892"/>
                      <a:pt x="1074" y="1891"/>
                    </a:cubicBezTo>
                    <a:cubicBezTo>
                      <a:pt x="1074" y="1890"/>
                      <a:pt x="1075" y="1890"/>
                      <a:pt x="1075" y="1889"/>
                    </a:cubicBezTo>
                    <a:cubicBezTo>
                      <a:pt x="1078" y="1888"/>
                      <a:pt x="1080" y="1886"/>
                      <a:pt x="1078" y="1883"/>
                    </a:cubicBezTo>
                    <a:cubicBezTo>
                      <a:pt x="1075" y="1879"/>
                      <a:pt x="1070" y="1879"/>
                      <a:pt x="1066" y="1878"/>
                    </a:cubicBezTo>
                    <a:cubicBezTo>
                      <a:pt x="1065" y="1878"/>
                      <a:pt x="1062" y="1877"/>
                      <a:pt x="1062" y="1876"/>
                    </a:cubicBezTo>
                    <a:cubicBezTo>
                      <a:pt x="1062" y="1874"/>
                      <a:pt x="1064" y="1873"/>
                      <a:pt x="1065" y="1872"/>
                    </a:cubicBezTo>
                    <a:cubicBezTo>
                      <a:pt x="1068" y="1871"/>
                      <a:pt x="1070" y="1870"/>
                      <a:pt x="1073" y="1870"/>
                    </a:cubicBezTo>
                    <a:cubicBezTo>
                      <a:pt x="1074" y="1869"/>
                      <a:pt x="1077" y="1869"/>
                      <a:pt x="1078" y="1868"/>
                    </a:cubicBezTo>
                    <a:cubicBezTo>
                      <a:pt x="1079" y="1867"/>
                      <a:pt x="1077" y="1866"/>
                      <a:pt x="1077" y="1866"/>
                    </a:cubicBezTo>
                    <a:cubicBezTo>
                      <a:pt x="1075" y="1864"/>
                      <a:pt x="1074" y="1863"/>
                      <a:pt x="1072" y="1861"/>
                    </a:cubicBezTo>
                    <a:cubicBezTo>
                      <a:pt x="1071" y="1859"/>
                      <a:pt x="1070" y="1858"/>
                      <a:pt x="1070" y="1856"/>
                    </a:cubicBezTo>
                    <a:cubicBezTo>
                      <a:pt x="1069" y="1855"/>
                      <a:pt x="1069" y="1854"/>
                      <a:pt x="1068" y="1853"/>
                    </a:cubicBezTo>
                    <a:cubicBezTo>
                      <a:pt x="1067" y="1850"/>
                      <a:pt x="1065" y="1848"/>
                      <a:pt x="1064" y="1846"/>
                    </a:cubicBezTo>
                    <a:cubicBezTo>
                      <a:pt x="1063" y="1844"/>
                      <a:pt x="1062" y="1842"/>
                      <a:pt x="1061" y="1840"/>
                    </a:cubicBezTo>
                    <a:cubicBezTo>
                      <a:pt x="1061" y="1838"/>
                      <a:pt x="1060" y="1836"/>
                      <a:pt x="1060" y="1833"/>
                    </a:cubicBezTo>
                    <a:cubicBezTo>
                      <a:pt x="1061" y="1831"/>
                      <a:pt x="1062" y="1830"/>
                      <a:pt x="1060" y="1828"/>
                    </a:cubicBezTo>
                    <a:cubicBezTo>
                      <a:pt x="1058" y="1825"/>
                      <a:pt x="1056" y="1823"/>
                      <a:pt x="1056" y="1819"/>
                    </a:cubicBezTo>
                    <a:cubicBezTo>
                      <a:pt x="1056" y="1815"/>
                      <a:pt x="1057" y="1811"/>
                      <a:pt x="1055" y="1807"/>
                    </a:cubicBezTo>
                    <a:cubicBezTo>
                      <a:pt x="1053" y="1804"/>
                      <a:pt x="1048" y="1804"/>
                      <a:pt x="1046" y="1808"/>
                    </a:cubicBezTo>
                    <a:cubicBezTo>
                      <a:pt x="1044" y="1812"/>
                      <a:pt x="1046" y="1817"/>
                      <a:pt x="1045" y="1821"/>
                    </a:cubicBezTo>
                    <a:cubicBezTo>
                      <a:pt x="1044" y="1826"/>
                      <a:pt x="1039" y="1825"/>
                      <a:pt x="1036" y="1824"/>
                    </a:cubicBezTo>
                    <a:cubicBezTo>
                      <a:pt x="1035" y="1824"/>
                      <a:pt x="1033" y="1823"/>
                      <a:pt x="1031" y="1824"/>
                    </a:cubicBezTo>
                    <a:cubicBezTo>
                      <a:pt x="1031" y="1824"/>
                      <a:pt x="1031" y="1826"/>
                      <a:pt x="1031" y="1827"/>
                    </a:cubicBezTo>
                    <a:cubicBezTo>
                      <a:pt x="1031" y="1830"/>
                      <a:pt x="1031" y="1833"/>
                      <a:pt x="1028" y="1835"/>
                    </a:cubicBezTo>
                    <a:cubicBezTo>
                      <a:pt x="1025" y="1838"/>
                      <a:pt x="1023" y="1840"/>
                      <a:pt x="1025" y="1844"/>
                    </a:cubicBezTo>
                    <a:cubicBezTo>
                      <a:pt x="1028" y="1848"/>
                      <a:pt x="1033" y="1851"/>
                      <a:pt x="1037" y="1855"/>
                    </a:cubicBezTo>
                    <a:cubicBezTo>
                      <a:pt x="1043" y="1859"/>
                      <a:pt x="1050" y="1867"/>
                      <a:pt x="1047" y="1875"/>
                    </a:cubicBezTo>
                    <a:cubicBezTo>
                      <a:pt x="1046" y="1879"/>
                      <a:pt x="1043" y="1881"/>
                      <a:pt x="1042" y="1885"/>
                    </a:cubicBezTo>
                    <a:cubicBezTo>
                      <a:pt x="1041" y="1889"/>
                      <a:pt x="1041" y="1893"/>
                      <a:pt x="1040" y="1898"/>
                    </a:cubicBezTo>
                    <a:cubicBezTo>
                      <a:pt x="1040" y="1900"/>
                      <a:pt x="1038" y="1903"/>
                      <a:pt x="1038" y="1906"/>
                    </a:cubicBezTo>
                    <a:cubicBezTo>
                      <a:pt x="1038" y="1907"/>
                      <a:pt x="1038" y="1908"/>
                      <a:pt x="1038" y="1909"/>
                    </a:cubicBezTo>
                    <a:cubicBezTo>
                      <a:pt x="1039" y="1910"/>
                      <a:pt x="1040" y="1911"/>
                      <a:pt x="1041" y="1912"/>
                    </a:cubicBezTo>
                    <a:cubicBezTo>
                      <a:pt x="1043" y="1914"/>
                      <a:pt x="1045" y="1916"/>
                      <a:pt x="1047" y="1918"/>
                    </a:cubicBezTo>
                    <a:cubicBezTo>
                      <a:pt x="1048" y="1919"/>
                      <a:pt x="1049" y="1921"/>
                      <a:pt x="1051" y="1922"/>
                    </a:cubicBezTo>
                    <a:cubicBezTo>
                      <a:pt x="1053" y="1923"/>
                      <a:pt x="1055" y="1922"/>
                      <a:pt x="1057" y="1923"/>
                    </a:cubicBezTo>
                    <a:cubicBezTo>
                      <a:pt x="1059" y="1923"/>
                      <a:pt x="1063" y="1923"/>
                      <a:pt x="1065" y="1924"/>
                    </a:cubicBezTo>
                    <a:cubicBezTo>
                      <a:pt x="1067" y="1925"/>
                      <a:pt x="1064" y="1927"/>
                      <a:pt x="1063" y="1927"/>
                    </a:cubicBezTo>
                    <a:cubicBezTo>
                      <a:pt x="1060" y="1928"/>
                      <a:pt x="1057" y="1929"/>
                      <a:pt x="1054" y="1930"/>
                    </a:cubicBezTo>
                    <a:cubicBezTo>
                      <a:pt x="1052" y="1931"/>
                      <a:pt x="1052" y="1933"/>
                      <a:pt x="1053" y="1934"/>
                    </a:cubicBezTo>
                    <a:cubicBezTo>
                      <a:pt x="1055" y="1936"/>
                      <a:pt x="1058" y="1938"/>
                      <a:pt x="1060" y="1940"/>
                    </a:cubicBezTo>
                    <a:cubicBezTo>
                      <a:pt x="1062" y="1941"/>
                      <a:pt x="1063" y="1943"/>
                      <a:pt x="1065" y="1945"/>
                    </a:cubicBezTo>
                    <a:cubicBezTo>
                      <a:pt x="1066" y="1946"/>
                      <a:pt x="1067" y="1947"/>
                      <a:pt x="1068" y="1949"/>
                    </a:cubicBezTo>
                    <a:cubicBezTo>
                      <a:pt x="1071" y="1952"/>
                      <a:pt x="1075" y="1953"/>
                      <a:pt x="1079" y="1955"/>
                    </a:cubicBezTo>
                    <a:cubicBezTo>
                      <a:pt x="1084" y="1957"/>
                      <a:pt x="1085" y="1960"/>
                      <a:pt x="1085" y="1965"/>
                    </a:cubicBezTo>
                    <a:cubicBezTo>
                      <a:pt x="1085" y="1969"/>
                      <a:pt x="1083" y="1974"/>
                      <a:pt x="1079" y="1976"/>
                    </a:cubicBezTo>
                    <a:cubicBezTo>
                      <a:pt x="1075" y="1977"/>
                      <a:pt x="1070" y="1977"/>
                      <a:pt x="1066" y="1976"/>
                    </a:cubicBezTo>
                    <a:cubicBezTo>
                      <a:pt x="1062" y="1974"/>
                      <a:pt x="1061" y="1968"/>
                      <a:pt x="1060" y="1965"/>
                    </a:cubicBezTo>
                    <a:cubicBezTo>
                      <a:pt x="1058" y="1961"/>
                      <a:pt x="1054" y="1959"/>
                      <a:pt x="1051" y="1956"/>
                    </a:cubicBezTo>
                    <a:cubicBezTo>
                      <a:pt x="1050" y="1955"/>
                      <a:pt x="1048" y="1953"/>
                      <a:pt x="1047" y="1951"/>
                    </a:cubicBezTo>
                    <a:cubicBezTo>
                      <a:pt x="1046" y="1950"/>
                      <a:pt x="1045" y="1949"/>
                      <a:pt x="1044" y="1948"/>
                    </a:cubicBezTo>
                    <a:cubicBezTo>
                      <a:pt x="1044" y="1945"/>
                      <a:pt x="1049" y="1945"/>
                      <a:pt x="1050" y="1944"/>
                    </a:cubicBezTo>
                    <a:cubicBezTo>
                      <a:pt x="1051" y="1943"/>
                      <a:pt x="1050" y="1942"/>
                      <a:pt x="1049" y="1941"/>
                    </a:cubicBezTo>
                    <a:cubicBezTo>
                      <a:pt x="1048" y="1940"/>
                      <a:pt x="1046" y="1938"/>
                      <a:pt x="1045" y="1937"/>
                    </a:cubicBezTo>
                    <a:cubicBezTo>
                      <a:pt x="1044" y="1935"/>
                      <a:pt x="1043" y="1934"/>
                      <a:pt x="1042" y="1933"/>
                    </a:cubicBezTo>
                    <a:cubicBezTo>
                      <a:pt x="1042" y="1932"/>
                      <a:pt x="1041" y="1932"/>
                      <a:pt x="1040" y="1932"/>
                    </a:cubicBezTo>
                    <a:cubicBezTo>
                      <a:pt x="1037" y="1933"/>
                      <a:pt x="1034" y="1935"/>
                      <a:pt x="1030" y="1933"/>
                    </a:cubicBezTo>
                    <a:cubicBezTo>
                      <a:pt x="1029" y="1932"/>
                      <a:pt x="1027" y="1930"/>
                      <a:pt x="1026" y="1929"/>
                    </a:cubicBezTo>
                    <a:cubicBezTo>
                      <a:pt x="1025" y="1928"/>
                      <a:pt x="1024" y="1927"/>
                      <a:pt x="1023" y="1925"/>
                    </a:cubicBezTo>
                    <a:cubicBezTo>
                      <a:pt x="1020" y="1921"/>
                      <a:pt x="1021" y="1916"/>
                      <a:pt x="1021" y="1912"/>
                    </a:cubicBezTo>
                    <a:cubicBezTo>
                      <a:pt x="1021" y="1910"/>
                      <a:pt x="1021" y="1908"/>
                      <a:pt x="1019" y="1907"/>
                    </a:cubicBezTo>
                    <a:cubicBezTo>
                      <a:pt x="1017" y="1905"/>
                      <a:pt x="1015" y="1905"/>
                      <a:pt x="1013" y="1904"/>
                    </a:cubicBezTo>
                    <a:cubicBezTo>
                      <a:pt x="1012" y="1904"/>
                      <a:pt x="1009" y="1903"/>
                      <a:pt x="1009" y="1901"/>
                    </a:cubicBezTo>
                    <a:cubicBezTo>
                      <a:pt x="1009" y="1899"/>
                      <a:pt x="1012" y="1898"/>
                      <a:pt x="1014" y="1898"/>
                    </a:cubicBezTo>
                    <a:cubicBezTo>
                      <a:pt x="1015" y="1898"/>
                      <a:pt x="1018" y="1898"/>
                      <a:pt x="1020" y="1896"/>
                    </a:cubicBezTo>
                    <a:cubicBezTo>
                      <a:pt x="1021" y="1895"/>
                      <a:pt x="1020" y="1894"/>
                      <a:pt x="1019" y="1893"/>
                    </a:cubicBezTo>
                    <a:cubicBezTo>
                      <a:pt x="1018" y="1891"/>
                      <a:pt x="1016" y="1889"/>
                      <a:pt x="1016" y="1888"/>
                    </a:cubicBezTo>
                    <a:cubicBezTo>
                      <a:pt x="1015" y="1886"/>
                      <a:pt x="1017" y="1885"/>
                      <a:pt x="1018" y="1885"/>
                    </a:cubicBezTo>
                    <a:cubicBezTo>
                      <a:pt x="1019" y="1885"/>
                      <a:pt x="1022" y="1885"/>
                      <a:pt x="1022" y="1883"/>
                    </a:cubicBezTo>
                    <a:cubicBezTo>
                      <a:pt x="1022" y="1882"/>
                      <a:pt x="1019" y="1880"/>
                      <a:pt x="1018" y="1879"/>
                    </a:cubicBezTo>
                    <a:cubicBezTo>
                      <a:pt x="1017" y="1878"/>
                      <a:pt x="1014" y="1876"/>
                      <a:pt x="1013" y="1875"/>
                    </a:cubicBezTo>
                    <a:cubicBezTo>
                      <a:pt x="1012" y="1873"/>
                      <a:pt x="1013" y="1873"/>
                      <a:pt x="1014" y="1872"/>
                    </a:cubicBezTo>
                    <a:cubicBezTo>
                      <a:pt x="1017" y="1870"/>
                      <a:pt x="1019" y="1867"/>
                      <a:pt x="1017" y="1863"/>
                    </a:cubicBezTo>
                    <a:cubicBezTo>
                      <a:pt x="1016" y="1860"/>
                      <a:pt x="1011" y="1860"/>
                      <a:pt x="1008" y="1858"/>
                    </a:cubicBezTo>
                    <a:cubicBezTo>
                      <a:pt x="1007" y="1858"/>
                      <a:pt x="1004" y="1857"/>
                      <a:pt x="1004" y="1855"/>
                    </a:cubicBezTo>
                    <a:cubicBezTo>
                      <a:pt x="1005" y="1853"/>
                      <a:pt x="1007" y="1853"/>
                      <a:pt x="1009" y="1852"/>
                    </a:cubicBezTo>
                    <a:cubicBezTo>
                      <a:pt x="1010" y="1852"/>
                      <a:pt x="1013" y="1851"/>
                      <a:pt x="1014" y="1849"/>
                    </a:cubicBezTo>
                    <a:cubicBezTo>
                      <a:pt x="1016" y="1848"/>
                      <a:pt x="1014" y="1846"/>
                      <a:pt x="1013" y="1844"/>
                    </a:cubicBezTo>
                    <a:cubicBezTo>
                      <a:pt x="1012" y="1842"/>
                      <a:pt x="1010" y="1840"/>
                      <a:pt x="1010" y="1838"/>
                    </a:cubicBezTo>
                    <a:cubicBezTo>
                      <a:pt x="1010" y="1836"/>
                      <a:pt x="1012" y="1835"/>
                      <a:pt x="1014" y="1834"/>
                    </a:cubicBezTo>
                    <a:cubicBezTo>
                      <a:pt x="1017" y="1832"/>
                      <a:pt x="1023" y="1830"/>
                      <a:pt x="1022" y="1825"/>
                    </a:cubicBezTo>
                    <a:cubicBezTo>
                      <a:pt x="1022" y="1822"/>
                      <a:pt x="1020" y="1818"/>
                      <a:pt x="1017" y="1819"/>
                    </a:cubicBezTo>
                    <a:cubicBezTo>
                      <a:pt x="1013" y="1819"/>
                      <a:pt x="1010" y="1823"/>
                      <a:pt x="1007" y="1824"/>
                    </a:cubicBezTo>
                    <a:cubicBezTo>
                      <a:pt x="1006" y="1825"/>
                      <a:pt x="1005" y="1825"/>
                      <a:pt x="1004" y="1826"/>
                    </a:cubicBezTo>
                    <a:cubicBezTo>
                      <a:pt x="1002" y="1827"/>
                      <a:pt x="1002" y="1829"/>
                      <a:pt x="1001" y="1830"/>
                    </a:cubicBezTo>
                    <a:cubicBezTo>
                      <a:pt x="1000" y="1836"/>
                      <a:pt x="1000" y="1841"/>
                      <a:pt x="1000" y="1847"/>
                    </a:cubicBezTo>
                    <a:cubicBezTo>
                      <a:pt x="1000" y="1851"/>
                      <a:pt x="999" y="1855"/>
                      <a:pt x="997" y="1858"/>
                    </a:cubicBezTo>
                    <a:cubicBezTo>
                      <a:pt x="997" y="1859"/>
                      <a:pt x="996" y="1861"/>
                      <a:pt x="995" y="1861"/>
                    </a:cubicBezTo>
                    <a:cubicBezTo>
                      <a:pt x="995" y="1861"/>
                      <a:pt x="993" y="1859"/>
                      <a:pt x="993" y="1858"/>
                    </a:cubicBezTo>
                    <a:cubicBezTo>
                      <a:pt x="991" y="1854"/>
                      <a:pt x="988" y="1852"/>
                      <a:pt x="983" y="1851"/>
                    </a:cubicBezTo>
                    <a:cubicBezTo>
                      <a:pt x="979" y="1851"/>
                      <a:pt x="976" y="1850"/>
                      <a:pt x="973" y="1848"/>
                    </a:cubicBezTo>
                    <a:cubicBezTo>
                      <a:pt x="970" y="1845"/>
                      <a:pt x="971" y="1842"/>
                      <a:pt x="971" y="1838"/>
                    </a:cubicBezTo>
                    <a:cubicBezTo>
                      <a:pt x="972" y="1835"/>
                      <a:pt x="973" y="1829"/>
                      <a:pt x="970" y="1827"/>
                    </a:cubicBezTo>
                    <a:cubicBezTo>
                      <a:pt x="969" y="1826"/>
                      <a:pt x="968" y="1826"/>
                      <a:pt x="967" y="1826"/>
                    </a:cubicBezTo>
                    <a:cubicBezTo>
                      <a:pt x="965" y="1825"/>
                      <a:pt x="963" y="1825"/>
                      <a:pt x="961" y="1824"/>
                    </a:cubicBezTo>
                    <a:cubicBezTo>
                      <a:pt x="959" y="1823"/>
                      <a:pt x="958" y="1822"/>
                      <a:pt x="956" y="1820"/>
                    </a:cubicBezTo>
                    <a:cubicBezTo>
                      <a:pt x="955" y="1819"/>
                      <a:pt x="955" y="1818"/>
                      <a:pt x="956" y="1816"/>
                    </a:cubicBezTo>
                    <a:cubicBezTo>
                      <a:pt x="956" y="1812"/>
                      <a:pt x="950" y="1812"/>
                      <a:pt x="948" y="1812"/>
                    </a:cubicBezTo>
                    <a:cubicBezTo>
                      <a:pt x="946" y="1812"/>
                      <a:pt x="945" y="1811"/>
                      <a:pt x="945" y="1810"/>
                    </a:cubicBezTo>
                    <a:cubicBezTo>
                      <a:pt x="944" y="1809"/>
                      <a:pt x="944" y="1807"/>
                      <a:pt x="944" y="1805"/>
                    </a:cubicBezTo>
                    <a:cubicBezTo>
                      <a:pt x="944" y="1800"/>
                      <a:pt x="949" y="1801"/>
                      <a:pt x="952" y="1801"/>
                    </a:cubicBezTo>
                    <a:cubicBezTo>
                      <a:pt x="953" y="1800"/>
                      <a:pt x="956" y="1800"/>
                      <a:pt x="956" y="1798"/>
                    </a:cubicBezTo>
                    <a:cubicBezTo>
                      <a:pt x="956" y="1796"/>
                      <a:pt x="954" y="1796"/>
                      <a:pt x="953" y="1795"/>
                    </a:cubicBezTo>
                    <a:cubicBezTo>
                      <a:pt x="948" y="1794"/>
                      <a:pt x="944" y="1794"/>
                      <a:pt x="941" y="1790"/>
                    </a:cubicBezTo>
                    <a:cubicBezTo>
                      <a:pt x="940" y="1789"/>
                      <a:pt x="939" y="1788"/>
                      <a:pt x="938" y="1787"/>
                    </a:cubicBezTo>
                    <a:cubicBezTo>
                      <a:pt x="937" y="1786"/>
                      <a:pt x="935" y="1785"/>
                      <a:pt x="934" y="1784"/>
                    </a:cubicBezTo>
                    <a:cubicBezTo>
                      <a:pt x="933" y="1783"/>
                      <a:pt x="934" y="1781"/>
                      <a:pt x="935" y="1781"/>
                    </a:cubicBezTo>
                    <a:cubicBezTo>
                      <a:pt x="937" y="1780"/>
                      <a:pt x="939" y="1780"/>
                      <a:pt x="941" y="1781"/>
                    </a:cubicBezTo>
                    <a:cubicBezTo>
                      <a:pt x="943" y="1782"/>
                      <a:pt x="944" y="1783"/>
                      <a:pt x="946" y="1784"/>
                    </a:cubicBezTo>
                    <a:cubicBezTo>
                      <a:pt x="948" y="1785"/>
                      <a:pt x="949" y="1786"/>
                      <a:pt x="951" y="1786"/>
                    </a:cubicBezTo>
                    <a:cubicBezTo>
                      <a:pt x="955" y="1785"/>
                      <a:pt x="960" y="1783"/>
                      <a:pt x="963" y="1786"/>
                    </a:cubicBezTo>
                    <a:cubicBezTo>
                      <a:pt x="965" y="1789"/>
                      <a:pt x="965" y="1795"/>
                      <a:pt x="964" y="1798"/>
                    </a:cubicBezTo>
                    <a:cubicBezTo>
                      <a:pt x="964" y="1802"/>
                      <a:pt x="964" y="1805"/>
                      <a:pt x="965" y="1809"/>
                    </a:cubicBezTo>
                    <a:cubicBezTo>
                      <a:pt x="966" y="1811"/>
                      <a:pt x="967" y="1814"/>
                      <a:pt x="969" y="1817"/>
                    </a:cubicBezTo>
                    <a:cubicBezTo>
                      <a:pt x="972" y="1819"/>
                      <a:pt x="975" y="1820"/>
                      <a:pt x="978" y="1821"/>
                    </a:cubicBezTo>
                    <a:cubicBezTo>
                      <a:pt x="981" y="1822"/>
                      <a:pt x="984" y="1824"/>
                      <a:pt x="987" y="1825"/>
                    </a:cubicBezTo>
                    <a:cubicBezTo>
                      <a:pt x="990" y="1827"/>
                      <a:pt x="993" y="1828"/>
                      <a:pt x="996" y="1827"/>
                    </a:cubicBezTo>
                    <a:cubicBezTo>
                      <a:pt x="999" y="1826"/>
                      <a:pt x="1000" y="1824"/>
                      <a:pt x="1003" y="1822"/>
                    </a:cubicBezTo>
                    <a:cubicBezTo>
                      <a:pt x="1005" y="1821"/>
                      <a:pt x="1008" y="1820"/>
                      <a:pt x="1010" y="1818"/>
                    </a:cubicBezTo>
                    <a:cubicBezTo>
                      <a:pt x="1011" y="1816"/>
                      <a:pt x="1010" y="1813"/>
                      <a:pt x="1011" y="1810"/>
                    </a:cubicBezTo>
                    <a:cubicBezTo>
                      <a:pt x="1012" y="1808"/>
                      <a:pt x="1015" y="1808"/>
                      <a:pt x="1016" y="1806"/>
                    </a:cubicBezTo>
                    <a:cubicBezTo>
                      <a:pt x="1017" y="1805"/>
                      <a:pt x="1017" y="1804"/>
                      <a:pt x="1017" y="1803"/>
                    </a:cubicBezTo>
                    <a:cubicBezTo>
                      <a:pt x="1013" y="1803"/>
                      <a:pt x="1011" y="1805"/>
                      <a:pt x="1007" y="1806"/>
                    </a:cubicBezTo>
                    <a:cubicBezTo>
                      <a:pt x="1006" y="1806"/>
                      <a:pt x="1004" y="1807"/>
                      <a:pt x="1003" y="1806"/>
                    </a:cubicBezTo>
                    <a:cubicBezTo>
                      <a:pt x="1002" y="1805"/>
                      <a:pt x="1003" y="1803"/>
                      <a:pt x="1004" y="1802"/>
                    </a:cubicBezTo>
                    <a:cubicBezTo>
                      <a:pt x="1004" y="1800"/>
                      <a:pt x="1005" y="1797"/>
                      <a:pt x="1007" y="1796"/>
                    </a:cubicBezTo>
                    <a:cubicBezTo>
                      <a:pt x="1009" y="1795"/>
                      <a:pt x="1011" y="1794"/>
                      <a:pt x="1012" y="1793"/>
                    </a:cubicBezTo>
                    <a:cubicBezTo>
                      <a:pt x="1013" y="1792"/>
                      <a:pt x="1013" y="1791"/>
                      <a:pt x="1014" y="1791"/>
                    </a:cubicBezTo>
                    <a:cubicBezTo>
                      <a:pt x="1014" y="1790"/>
                      <a:pt x="1016" y="1789"/>
                      <a:pt x="1017" y="1789"/>
                    </a:cubicBezTo>
                    <a:cubicBezTo>
                      <a:pt x="1020" y="1788"/>
                      <a:pt x="1023" y="1791"/>
                      <a:pt x="1024" y="1794"/>
                    </a:cubicBezTo>
                    <a:cubicBezTo>
                      <a:pt x="1025" y="1796"/>
                      <a:pt x="1025" y="1798"/>
                      <a:pt x="1025" y="1801"/>
                    </a:cubicBezTo>
                    <a:cubicBezTo>
                      <a:pt x="1025" y="1802"/>
                      <a:pt x="1025" y="1804"/>
                      <a:pt x="1027" y="1804"/>
                    </a:cubicBezTo>
                    <a:cubicBezTo>
                      <a:pt x="1028" y="1805"/>
                      <a:pt x="1030" y="1805"/>
                      <a:pt x="1031" y="1805"/>
                    </a:cubicBezTo>
                    <a:cubicBezTo>
                      <a:pt x="1033" y="1805"/>
                      <a:pt x="1035" y="1806"/>
                      <a:pt x="1037" y="1805"/>
                    </a:cubicBezTo>
                    <a:cubicBezTo>
                      <a:pt x="1039" y="1805"/>
                      <a:pt x="1040" y="1803"/>
                      <a:pt x="1041" y="1802"/>
                    </a:cubicBezTo>
                    <a:cubicBezTo>
                      <a:pt x="1042" y="1800"/>
                      <a:pt x="1043" y="1799"/>
                      <a:pt x="1044" y="1797"/>
                    </a:cubicBezTo>
                    <a:cubicBezTo>
                      <a:pt x="1045" y="1795"/>
                      <a:pt x="1046" y="1790"/>
                      <a:pt x="1050" y="1791"/>
                    </a:cubicBezTo>
                    <a:cubicBezTo>
                      <a:pt x="1052" y="1792"/>
                      <a:pt x="1053" y="1794"/>
                      <a:pt x="1053" y="1796"/>
                    </a:cubicBezTo>
                    <a:cubicBezTo>
                      <a:pt x="1054" y="1797"/>
                      <a:pt x="1055" y="1798"/>
                      <a:pt x="1056" y="1798"/>
                    </a:cubicBezTo>
                    <a:cubicBezTo>
                      <a:pt x="1058" y="1799"/>
                      <a:pt x="1059" y="1799"/>
                      <a:pt x="1060" y="1799"/>
                    </a:cubicBezTo>
                    <a:cubicBezTo>
                      <a:pt x="1062" y="1799"/>
                      <a:pt x="1064" y="1800"/>
                      <a:pt x="1065" y="1799"/>
                    </a:cubicBezTo>
                    <a:cubicBezTo>
                      <a:pt x="1066" y="1799"/>
                      <a:pt x="1067" y="1799"/>
                      <a:pt x="1068" y="1799"/>
                    </a:cubicBezTo>
                    <a:cubicBezTo>
                      <a:pt x="1068" y="1798"/>
                      <a:pt x="1070" y="1799"/>
                      <a:pt x="1071" y="1799"/>
                    </a:cubicBezTo>
                    <a:cubicBezTo>
                      <a:pt x="1071" y="1799"/>
                      <a:pt x="1071" y="1798"/>
                      <a:pt x="1072" y="1798"/>
                    </a:cubicBezTo>
                    <a:cubicBezTo>
                      <a:pt x="1072" y="1797"/>
                      <a:pt x="1073" y="1796"/>
                      <a:pt x="1073" y="1795"/>
                    </a:cubicBezTo>
                    <a:cubicBezTo>
                      <a:pt x="1074" y="1794"/>
                      <a:pt x="1074" y="1793"/>
                      <a:pt x="1074" y="1792"/>
                    </a:cubicBezTo>
                    <a:cubicBezTo>
                      <a:pt x="1076" y="1791"/>
                      <a:pt x="1078" y="1791"/>
                      <a:pt x="1080" y="1790"/>
                    </a:cubicBezTo>
                    <a:cubicBezTo>
                      <a:pt x="1081" y="1790"/>
                      <a:pt x="1083" y="1790"/>
                      <a:pt x="1084" y="1790"/>
                    </a:cubicBezTo>
                    <a:cubicBezTo>
                      <a:pt x="1087" y="1791"/>
                      <a:pt x="1082" y="1797"/>
                      <a:pt x="1081" y="1798"/>
                    </a:cubicBezTo>
                    <a:cubicBezTo>
                      <a:pt x="1080" y="1799"/>
                      <a:pt x="1078" y="1800"/>
                      <a:pt x="1077" y="1802"/>
                    </a:cubicBezTo>
                    <a:cubicBezTo>
                      <a:pt x="1076" y="1802"/>
                      <a:pt x="1075" y="1803"/>
                      <a:pt x="1074" y="1805"/>
                    </a:cubicBezTo>
                    <a:cubicBezTo>
                      <a:pt x="1073" y="1807"/>
                      <a:pt x="1077" y="1808"/>
                      <a:pt x="1076" y="1811"/>
                    </a:cubicBezTo>
                    <a:cubicBezTo>
                      <a:pt x="1076" y="1812"/>
                      <a:pt x="1074" y="1812"/>
                      <a:pt x="1073" y="1812"/>
                    </a:cubicBezTo>
                    <a:cubicBezTo>
                      <a:pt x="1072" y="1812"/>
                      <a:pt x="1070" y="1813"/>
                      <a:pt x="1069" y="1814"/>
                    </a:cubicBezTo>
                    <a:cubicBezTo>
                      <a:pt x="1068" y="1815"/>
                      <a:pt x="1066" y="1816"/>
                      <a:pt x="1067" y="1817"/>
                    </a:cubicBezTo>
                    <a:cubicBezTo>
                      <a:pt x="1069" y="1820"/>
                      <a:pt x="1072" y="1820"/>
                      <a:pt x="1073" y="1822"/>
                    </a:cubicBezTo>
                    <a:cubicBezTo>
                      <a:pt x="1074" y="1823"/>
                      <a:pt x="1075" y="1825"/>
                      <a:pt x="1074" y="1826"/>
                    </a:cubicBezTo>
                    <a:cubicBezTo>
                      <a:pt x="1073" y="1826"/>
                      <a:pt x="1073" y="1826"/>
                      <a:pt x="1072" y="1827"/>
                    </a:cubicBezTo>
                    <a:cubicBezTo>
                      <a:pt x="1072" y="1827"/>
                      <a:pt x="1071" y="1828"/>
                      <a:pt x="1071" y="1828"/>
                    </a:cubicBezTo>
                    <a:cubicBezTo>
                      <a:pt x="1070" y="1829"/>
                      <a:pt x="1069" y="1830"/>
                      <a:pt x="1070" y="1831"/>
                    </a:cubicBezTo>
                    <a:cubicBezTo>
                      <a:pt x="1071" y="1833"/>
                      <a:pt x="1073" y="1835"/>
                      <a:pt x="1074" y="1835"/>
                    </a:cubicBezTo>
                    <a:cubicBezTo>
                      <a:pt x="1075" y="1836"/>
                      <a:pt x="1077" y="1836"/>
                      <a:pt x="1078" y="1836"/>
                    </a:cubicBezTo>
                    <a:cubicBezTo>
                      <a:pt x="1079" y="1836"/>
                      <a:pt x="1080" y="1837"/>
                      <a:pt x="1082" y="1837"/>
                    </a:cubicBezTo>
                    <a:cubicBezTo>
                      <a:pt x="1084" y="1838"/>
                      <a:pt x="1087" y="1839"/>
                      <a:pt x="1089" y="1841"/>
                    </a:cubicBezTo>
                    <a:cubicBezTo>
                      <a:pt x="1091" y="1842"/>
                      <a:pt x="1091" y="1844"/>
                      <a:pt x="1089" y="1845"/>
                    </a:cubicBezTo>
                    <a:cubicBezTo>
                      <a:pt x="1087" y="1847"/>
                      <a:pt x="1084" y="1848"/>
                      <a:pt x="1081" y="1849"/>
                    </a:cubicBezTo>
                    <a:cubicBezTo>
                      <a:pt x="1080" y="1850"/>
                      <a:pt x="1080" y="1850"/>
                      <a:pt x="1080" y="1852"/>
                    </a:cubicBezTo>
                    <a:cubicBezTo>
                      <a:pt x="1080" y="1854"/>
                      <a:pt x="1080" y="1854"/>
                      <a:pt x="1081" y="1856"/>
                    </a:cubicBezTo>
                    <a:cubicBezTo>
                      <a:pt x="1082" y="1857"/>
                      <a:pt x="1081" y="1858"/>
                      <a:pt x="1081" y="1860"/>
                    </a:cubicBezTo>
                    <a:cubicBezTo>
                      <a:pt x="1081" y="1862"/>
                      <a:pt x="1081" y="1864"/>
                      <a:pt x="1082" y="1866"/>
                    </a:cubicBezTo>
                    <a:cubicBezTo>
                      <a:pt x="1083" y="1868"/>
                      <a:pt x="1084" y="1870"/>
                      <a:pt x="1087" y="1870"/>
                    </a:cubicBezTo>
                    <a:cubicBezTo>
                      <a:pt x="1090" y="1871"/>
                      <a:pt x="1091" y="1870"/>
                      <a:pt x="1094" y="1869"/>
                    </a:cubicBezTo>
                    <a:cubicBezTo>
                      <a:pt x="1095" y="1868"/>
                      <a:pt x="1098" y="1868"/>
                      <a:pt x="1097" y="1871"/>
                    </a:cubicBezTo>
                    <a:cubicBezTo>
                      <a:pt x="1097" y="1873"/>
                      <a:pt x="1095" y="1874"/>
                      <a:pt x="1093" y="1875"/>
                    </a:cubicBezTo>
                    <a:cubicBezTo>
                      <a:pt x="1092" y="1876"/>
                      <a:pt x="1090" y="1877"/>
                      <a:pt x="1090" y="1879"/>
                    </a:cubicBezTo>
                    <a:cubicBezTo>
                      <a:pt x="1090" y="1880"/>
                      <a:pt x="1090" y="1882"/>
                      <a:pt x="1091" y="1883"/>
                    </a:cubicBezTo>
                    <a:cubicBezTo>
                      <a:pt x="1093" y="1884"/>
                      <a:pt x="1095" y="1883"/>
                      <a:pt x="1097" y="1884"/>
                    </a:cubicBezTo>
                    <a:cubicBezTo>
                      <a:pt x="1099" y="1884"/>
                      <a:pt x="1099" y="1885"/>
                      <a:pt x="1099" y="1887"/>
                    </a:cubicBezTo>
                    <a:cubicBezTo>
                      <a:pt x="1099" y="1889"/>
                      <a:pt x="1099" y="1890"/>
                      <a:pt x="1099" y="1892"/>
                    </a:cubicBezTo>
                    <a:cubicBezTo>
                      <a:pt x="1099" y="1894"/>
                      <a:pt x="1100" y="1897"/>
                      <a:pt x="1102" y="1898"/>
                    </a:cubicBezTo>
                    <a:cubicBezTo>
                      <a:pt x="1102" y="1898"/>
                      <a:pt x="1103" y="1898"/>
                      <a:pt x="1104" y="1898"/>
                    </a:cubicBezTo>
                    <a:cubicBezTo>
                      <a:pt x="1105" y="1898"/>
                      <a:pt x="1106" y="1899"/>
                      <a:pt x="1108" y="1899"/>
                    </a:cubicBezTo>
                    <a:cubicBezTo>
                      <a:pt x="1111" y="1900"/>
                      <a:pt x="1114" y="1898"/>
                      <a:pt x="1117" y="1898"/>
                    </a:cubicBezTo>
                    <a:cubicBezTo>
                      <a:pt x="1119" y="1897"/>
                      <a:pt x="1123" y="1898"/>
                      <a:pt x="1124" y="1900"/>
                    </a:cubicBezTo>
                    <a:cubicBezTo>
                      <a:pt x="1125" y="1901"/>
                      <a:pt x="1125" y="1902"/>
                      <a:pt x="1127" y="1903"/>
                    </a:cubicBezTo>
                    <a:cubicBezTo>
                      <a:pt x="1127" y="1903"/>
                      <a:pt x="1129" y="1904"/>
                      <a:pt x="1129" y="1904"/>
                    </a:cubicBezTo>
                    <a:cubicBezTo>
                      <a:pt x="1128" y="1907"/>
                      <a:pt x="1127" y="1910"/>
                      <a:pt x="1124" y="1911"/>
                    </a:cubicBezTo>
                    <a:close/>
                    <a:moveTo>
                      <a:pt x="1194" y="1946"/>
                    </a:moveTo>
                    <a:cubicBezTo>
                      <a:pt x="1192" y="1949"/>
                      <a:pt x="1189" y="1948"/>
                      <a:pt x="1187" y="1947"/>
                    </a:cubicBezTo>
                    <a:cubicBezTo>
                      <a:pt x="1185" y="1947"/>
                      <a:pt x="1183" y="1946"/>
                      <a:pt x="1181" y="1948"/>
                    </a:cubicBezTo>
                    <a:cubicBezTo>
                      <a:pt x="1180" y="1949"/>
                      <a:pt x="1179" y="1951"/>
                      <a:pt x="1177" y="1951"/>
                    </a:cubicBezTo>
                    <a:cubicBezTo>
                      <a:pt x="1176" y="1951"/>
                      <a:pt x="1175" y="1949"/>
                      <a:pt x="1174" y="1948"/>
                    </a:cubicBezTo>
                    <a:cubicBezTo>
                      <a:pt x="1174" y="1946"/>
                      <a:pt x="1173" y="1945"/>
                      <a:pt x="1172" y="1944"/>
                    </a:cubicBezTo>
                    <a:cubicBezTo>
                      <a:pt x="1171" y="1943"/>
                      <a:pt x="1170" y="1942"/>
                      <a:pt x="1169" y="1942"/>
                    </a:cubicBezTo>
                    <a:cubicBezTo>
                      <a:pt x="1168" y="1941"/>
                      <a:pt x="1168" y="1940"/>
                      <a:pt x="1167" y="1940"/>
                    </a:cubicBezTo>
                    <a:cubicBezTo>
                      <a:pt x="1165" y="1938"/>
                      <a:pt x="1162" y="1938"/>
                      <a:pt x="1160" y="1938"/>
                    </a:cubicBezTo>
                    <a:cubicBezTo>
                      <a:pt x="1159" y="1938"/>
                      <a:pt x="1159" y="1938"/>
                      <a:pt x="1159" y="1938"/>
                    </a:cubicBezTo>
                    <a:cubicBezTo>
                      <a:pt x="1158" y="1938"/>
                      <a:pt x="1157" y="1937"/>
                      <a:pt x="1157" y="1937"/>
                    </a:cubicBezTo>
                    <a:cubicBezTo>
                      <a:pt x="1156" y="1937"/>
                      <a:pt x="1156" y="1937"/>
                      <a:pt x="1156" y="1937"/>
                    </a:cubicBezTo>
                    <a:cubicBezTo>
                      <a:pt x="1155" y="1937"/>
                      <a:pt x="1155" y="1938"/>
                      <a:pt x="1154" y="1939"/>
                    </a:cubicBezTo>
                    <a:cubicBezTo>
                      <a:pt x="1154" y="1940"/>
                      <a:pt x="1153" y="1940"/>
                      <a:pt x="1153" y="1941"/>
                    </a:cubicBezTo>
                    <a:cubicBezTo>
                      <a:pt x="1153" y="1943"/>
                      <a:pt x="1152" y="1943"/>
                      <a:pt x="1150" y="1943"/>
                    </a:cubicBezTo>
                    <a:cubicBezTo>
                      <a:pt x="1148" y="1943"/>
                      <a:pt x="1146" y="1943"/>
                      <a:pt x="1145" y="1941"/>
                    </a:cubicBezTo>
                    <a:cubicBezTo>
                      <a:pt x="1143" y="1940"/>
                      <a:pt x="1144" y="1939"/>
                      <a:pt x="1145" y="1937"/>
                    </a:cubicBezTo>
                    <a:cubicBezTo>
                      <a:pt x="1145" y="1936"/>
                      <a:pt x="1147" y="1934"/>
                      <a:pt x="1147" y="1933"/>
                    </a:cubicBezTo>
                    <a:cubicBezTo>
                      <a:pt x="1147" y="1932"/>
                      <a:pt x="1146" y="1931"/>
                      <a:pt x="1145" y="1931"/>
                    </a:cubicBezTo>
                    <a:cubicBezTo>
                      <a:pt x="1142" y="1930"/>
                      <a:pt x="1139" y="1930"/>
                      <a:pt x="1137" y="1929"/>
                    </a:cubicBezTo>
                    <a:cubicBezTo>
                      <a:pt x="1134" y="1928"/>
                      <a:pt x="1131" y="1927"/>
                      <a:pt x="1130" y="1925"/>
                    </a:cubicBezTo>
                    <a:cubicBezTo>
                      <a:pt x="1129" y="1922"/>
                      <a:pt x="1134" y="1923"/>
                      <a:pt x="1135" y="1920"/>
                    </a:cubicBezTo>
                    <a:cubicBezTo>
                      <a:pt x="1135" y="1919"/>
                      <a:pt x="1134" y="1917"/>
                      <a:pt x="1136" y="1917"/>
                    </a:cubicBezTo>
                    <a:cubicBezTo>
                      <a:pt x="1137" y="1916"/>
                      <a:pt x="1140" y="1917"/>
                      <a:pt x="1141" y="1918"/>
                    </a:cubicBezTo>
                    <a:cubicBezTo>
                      <a:pt x="1142" y="1919"/>
                      <a:pt x="1142" y="1921"/>
                      <a:pt x="1144" y="1922"/>
                    </a:cubicBezTo>
                    <a:cubicBezTo>
                      <a:pt x="1145" y="1923"/>
                      <a:pt x="1147" y="1923"/>
                      <a:pt x="1149" y="1923"/>
                    </a:cubicBezTo>
                    <a:cubicBezTo>
                      <a:pt x="1154" y="1922"/>
                      <a:pt x="1147" y="1916"/>
                      <a:pt x="1145" y="1915"/>
                    </a:cubicBezTo>
                    <a:cubicBezTo>
                      <a:pt x="1145" y="1914"/>
                      <a:pt x="1143" y="1913"/>
                      <a:pt x="1143" y="1912"/>
                    </a:cubicBezTo>
                    <a:cubicBezTo>
                      <a:pt x="1143" y="1910"/>
                      <a:pt x="1145" y="1910"/>
                      <a:pt x="1146" y="1910"/>
                    </a:cubicBezTo>
                    <a:cubicBezTo>
                      <a:pt x="1151" y="1911"/>
                      <a:pt x="1154" y="1915"/>
                      <a:pt x="1159" y="1915"/>
                    </a:cubicBezTo>
                    <a:cubicBezTo>
                      <a:pt x="1164" y="1915"/>
                      <a:pt x="1168" y="1916"/>
                      <a:pt x="1172" y="1919"/>
                    </a:cubicBezTo>
                    <a:cubicBezTo>
                      <a:pt x="1173" y="1919"/>
                      <a:pt x="1174" y="1920"/>
                      <a:pt x="1173" y="1921"/>
                    </a:cubicBezTo>
                    <a:cubicBezTo>
                      <a:pt x="1172" y="1922"/>
                      <a:pt x="1170" y="1921"/>
                      <a:pt x="1168" y="1922"/>
                    </a:cubicBezTo>
                    <a:cubicBezTo>
                      <a:pt x="1167" y="1923"/>
                      <a:pt x="1167" y="1925"/>
                      <a:pt x="1168" y="1926"/>
                    </a:cubicBezTo>
                    <a:cubicBezTo>
                      <a:pt x="1170" y="1927"/>
                      <a:pt x="1172" y="1926"/>
                      <a:pt x="1174" y="1926"/>
                    </a:cubicBezTo>
                    <a:cubicBezTo>
                      <a:pt x="1178" y="1926"/>
                      <a:pt x="1182" y="1929"/>
                      <a:pt x="1184" y="1933"/>
                    </a:cubicBezTo>
                    <a:cubicBezTo>
                      <a:pt x="1185" y="1934"/>
                      <a:pt x="1186" y="1935"/>
                      <a:pt x="1187" y="1936"/>
                    </a:cubicBezTo>
                    <a:cubicBezTo>
                      <a:pt x="1189" y="1937"/>
                      <a:pt x="1191" y="1938"/>
                      <a:pt x="1192" y="1940"/>
                    </a:cubicBezTo>
                    <a:cubicBezTo>
                      <a:pt x="1194" y="1941"/>
                      <a:pt x="1195" y="1944"/>
                      <a:pt x="1194" y="1946"/>
                    </a:cubicBezTo>
                    <a:close/>
                    <a:moveTo>
                      <a:pt x="1200" y="1904"/>
                    </a:moveTo>
                    <a:cubicBezTo>
                      <a:pt x="1198" y="1903"/>
                      <a:pt x="1197" y="1902"/>
                      <a:pt x="1196" y="1901"/>
                    </a:cubicBezTo>
                    <a:cubicBezTo>
                      <a:pt x="1195" y="1900"/>
                      <a:pt x="1194" y="1898"/>
                      <a:pt x="1192" y="1896"/>
                    </a:cubicBezTo>
                    <a:cubicBezTo>
                      <a:pt x="1191" y="1895"/>
                      <a:pt x="1190" y="1894"/>
                      <a:pt x="1188" y="1893"/>
                    </a:cubicBezTo>
                    <a:cubicBezTo>
                      <a:pt x="1187" y="1892"/>
                      <a:pt x="1185" y="1892"/>
                      <a:pt x="1183" y="1892"/>
                    </a:cubicBezTo>
                    <a:cubicBezTo>
                      <a:pt x="1181" y="1892"/>
                      <a:pt x="1179" y="1891"/>
                      <a:pt x="1177" y="1891"/>
                    </a:cubicBezTo>
                    <a:cubicBezTo>
                      <a:pt x="1176" y="1890"/>
                      <a:pt x="1175" y="1890"/>
                      <a:pt x="1175" y="1892"/>
                    </a:cubicBezTo>
                    <a:cubicBezTo>
                      <a:pt x="1175" y="1893"/>
                      <a:pt x="1176" y="1894"/>
                      <a:pt x="1177" y="1895"/>
                    </a:cubicBezTo>
                    <a:cubicBezTo>
                      <a:pt x="1178" y="1897"/>
                      <a:pt x="1179" y="1899"/>
                      <a:pt x="1178" y="1901"/>
                    </a:cubicBezTo>
                    <a:cubicBezTo>
                      <a:pt x="1177" y="1902"/>
                      <a:pt x="1177" y="1902"/>
                      <a:pt x="1177" y="1903"/>
                    </a:cubicBezTo>
                    <a:cubicBezTo>
                      <a:pt x="1177" y="1904"/>
                      <a:pt x="1177" y="1904"/>
                      <a:pt x="1176" y="1904"/>
                    </a:cubicBezTo>
                    <a:cubicBezTo>
                      <a:pt x="1174" y="1905"/>
                      <a:pt x="1173" y="1904"/>
                      <a:pt x="1173" y="1903"/>
                    </a:cubicBezTo>
                    <a:cubicBezTo>
                      <a:pt x="1172" y="1902"/>
                      <a:pt x="1172" y="1900"/>
                      <a:pt x="1170" y="1900"/>
                    </a:cubicBezTo>
                    <a:cubicBezTo>
                      <a:pt x="1168" y="1900"/>
                      <a:pt x="1167" y="1900"/>
                      <a:pt x="1165" y="1900"/>
                    </a:cubicBezTo>
                    <a:cubicBezTo>
                      <a:pt x="1164" y="1900"/>
                      <a:pt x="1162" y="1899"/>
                      <a:pt x="1161" y="1899"/>
                    </a:cubicBezTo>
                    <a:cubicBezTo>
                      <a:pt x="1159" y="1898"/>
                      <a:pt x="1159" y="1895"/>
                      <a:pt x="1160" y="1893"/>
                    </a:cubicBezTo>
                    <a:cubicBezTo>
                      <a:pt x="1160" y="1892"/>
                      <a:pt x="1159" y="1891"/>
                      <a:pt x="1157" y="1890"/>
                    </a:cubicBezTo>
                    <a:cubicBezTo>
                      <a:pt x="1156" y="1890"/>
                      <a:pt x="1154" y="1890"/>
                      <a:pt x="1152" y="1890"/>
                    </a:cubicBezTo>
                    <a:cubicBezTo>
                      <a:pt x="1151" y="1889"/>
                      <a:pt x="1149" y="1889"/>
                      <a:pt x="1148" y="1889"/>
                    </a:cubicBezTo>
                    <a:cubicBezTo>
                      <a:pt x="1147" y="1890"/>
                      <a:pt x="1146" y="1891"/>
                      <a:pt x="1144" y="1890"/>
                    </a:cubicBezTo>
                    <a:cubicBezTo>
                      <a:pt x="1144" y="1890"/>
                      <a:pt x="1143" y="1889"/>
                      <a:pt x="1143" y="1888"/>
                    </a:cubicBezTo>
                    <a:cubicBezTo>
                      <a:pt x="1142" y="1888"/>
                      <a:pt x="1143" y="1887"/>
                      <a:pt x="1143" y="1886"/>
                    </a:cubicBezTo>
                    <a:cubicBezTo>
                      <a:pt x="1143" y="1884"/>
                      <a:pt x="1142" y="1883"/>
                      <a:pt x="1140" y="1883"/>
                    </a:cubicBezTo>
                    <a:cubicBezTo>
                      <a:pt x="1138" y="1882"/>
                      <a:pt x="1137" y="1881"/>
                      <a:pt x="1136" y="1879"/>
                    </a:cubicBezTo>
                    <a:cubicBezTo>
                      <a:pt x="1136" y="1877"/>
                      <a:pt x="1137" y="1877"/>
                      <a:pt x="1138" y="1875"/>
                    </a:cubicBezTo>
                    <a:cubicBezTo>
                      <a:pt x="1140" y="1874"/>
                      <a:pt x="1141" y="1872"/>
                      <a:pt x="1141" y="1870"/>
                    </a:cubicBezTo>
                    <a:cubicBezTo>
                      <a:pt x="1140" y="1868"/>
                      <a:pt x="1135" y="1870"/>
                      <a:pt x="1134" y="1870"/>
                    </a:cubicBezTo>
                    <a:cubicBezTo>
                      <a:pt x="1132" y="1871"/>
                      <a:pt x="1132" y="1873"/>
                      <a:pt x="1132" y="1875"/>
                    </a:cubicBezTo>
                    <a:cubicBezTo>
                      <a:pt x="1132" y="1877"/>
                      <a:pt x="1127" y="1877"/>
                      <a:pt x="1126" y="1876"/>
                    </a:cubicBezTo>
                    <a:cubicBezTo>
                      <a:pt x="1124" y="1875"/>
                      <a:pt x="1124" y="1872"/>
                      <a:pt x="1123" y="1871"/>
                    </a:cubicBezTo>
                    <a:cubicBezTo>
                      <a:pt x="1123" y="1870"/>
                      <a:pt x="1123" y="1869"/>
                      <a:pt x="1123" y="1868"/>
                    </a:cubicBezTo>
                    <a:cubicBezTo>
                      <a:pt x="1123" y="1867"/>
                      <a:pt x="1122" y="1867"/>
                      <a:pt x="1122" y="1866"/>
                    </a:cubicBezTo>
                    <a:cubicBezTo>
                      <a:pt x="1120" y="1865"/>
                      <a:pt x="1119" y="1866"/>
                      <a:pt x="1118" y="1864"/>
                    </a:cubicBezTo>
                    <a:cubicBezTo>
                      <a:pt x="1117" y="1863"/>
                      <a:pt x="1118" y="1862"/>
                      <a:pt x="1118" y="1861"/>
                    </a:cubicBezTo>
                    <a:cubicBezTo>
                      <a:pt x="1119" y="1859"/>
                      <a:pt x="1118" y="1857"/>
                      <a:pt x="1116" y="1857"/>
                    </a:cubicBezTo>
                    <a:cubicBezTo>
                      <a:pt x="1115" y="1856"/>
                      <a:pt x="1114" y="1856"/>
                      <a:pt x="1112" y="1856"/>
                    </a:cubicBezTo>
                    <a:cubicBezTo>
                      <a:pt x="1112" y="1855"/>
                      <a:pt x="1111" y="1856"/>
                      <a:pt x="1110" y="1855"/>
                    </a:cubicBezTo>
                    <a:cubicBezTo>
                      <a:pt x="1109" y="1855"/>
                      <a:pt x="1109" y="1854"/>
                      <a:pt x="1108" y="1853"/>
                    </a:cubicBezTo>
                    <a:cubicBezTo>
                      <a:pt x="1108" y="1852"/>
                      <a:pt x="1107" y="1851"/>
                      <a:pt x="1106" y="1851"/>
                    </a:cubicBezTo>
                    <a:cubicBezTo>
                      <a:pt x="1105" y="1850"/>
                      <a:pt x="1104" y="1849"/>
                      <a:pt x="1103" y="1848"/>
                    </a:cubicBezTo>
                    <a:cubicBezTo>
                      <a:pt x="1103" y="1848"/>
                      <a:pt x="1102" y="1847"/>
                      <a:pt x="1102" y="1846"/>
                    </a:cubicBezTo>
                    <a:cubicBezTo>
                      <a:pt x="1102" y="1844"/>
                      <a:pt x="1108" y="1846"/>
                      <a:pt x="1110" y="1846"/>
                    </a:cubicBezTo>
                    <a:cubicBezTo>
                      <a:pt x="1111" y="1845"/>
                      <a:pt x="1109" y="1843"/>
                      <a:pt x="1111" y="1842"/>
                    </a:cubicBezTo>
                    <a:cubicBezTo>
                      <a:pt x="1112" y="1840"/>
                      <a:pt x="1116" y="1842"/>
                      <a:pt x="1116" y="1843"/>
                    </a:cubicBezTo>
                    <a:cubicBezTo>
                      <a:pt x="1117" y="1845"/>
                      <a:pt x="1118" y="1849"/>
                      <a:pt x="1120" y="1849"/>
                    </a:cubicBezTo>
                    <a:cubicBezTo>
                      <a:pt x="1122" y="1849"/>
                      <a:pt x="1123" y="1847"/>
                      <a:pt x="1125" y="1846"/>
                    </a:cubicBezTo>
                    <a:cubicBezTo>
                      <a:pt x="1126" y="1844"/>
                      <a:pt x="1129" y="1845"/>
                      <a:pt x="1131" y="1846"/>
                    </a:cubicBezTo>
                    <a:cubicBezTo>
                      <a:pt x="1133" y="1847"/>
                      <a:pt x="1133" y="1850"/>
                      <a:pt x="1134" y="1852"/>
                    </a:cubicBezTo>
                    <a:cubicBezTo>
                      <a:pt x="1136" y="1853"/>
                      <a:pt x="1138" y="1853"/>
                      <a:pt x="1140" y="1851"/>
                    </a:cubicBezTo>
                    <a:cubicBezTo>
                      <a:pt x="1140" y="1850"/>
                      <a:pt x="1140" y="1850"/>
                      <a:pt x="1141" y="1849"/>
                    </a:cubicBezTo>
                    <a:cubicBezTo>
                      <a:pt x="1142" y="1849"/>
                      <a:pt x="1144" y="1849"/>
                      <a:pt x="1144" y="1850"/>
                    </a:cubicBezTo>
                    <a:cubicBezTo>
                      <a:pt x="1147" y="1852"/>
                      <a:pt x="1147" y="1855"/>
                      <a:pt x="1147" y="1858"/>
                    </a:cubicBezTo>
                    <a:cubicBezTo>
                      <a:pt x="1147" y="1861"/>
                      <a:pt x="1148" y="1863"/>
                      <a:pt x="1149" y="1866"/>
                    </a:cubicBezTo>
                    <a:cubicBezTo>
                      <a:pt x="1150" y="1869"/>
                      <a:pt x="1152" y="1871"/>
                      <a:pt x="1155" y="1872"/>
                    </a:cubicBezTo>
                    <a:cubicBezTo>
                      <a:pt x="1157" y="1874"/>
                      <a:pt x="1160" y="1874"/>
                      <a:pt x="1162" y="1877"/>
                    </a:cubicBezTo>
                    <a:cubicBezTo>
                      <a:pt x="1163" y="1878"/>
                      <a:pt x="1163" y="1880"/>
                      <a:pt x="1165" y="1882"/>
                    </a:cubicBezTo>
                    <a:cubicBezTo>
                      <a:pt x="1166" y="1882"/>
                      <a:pt x="1167" y="1883"/>
                      <a:pt x="1168" y="1882"/>
                    </a:cubicBezTo>
                    <a:cubicBezTo>
                      <a:pt x="1169" y="1882"/>
                      <a:pt x="1170" y="1881"/>
                      <a:pt x="1171" y="1880"/>
                    </a:cubicBezTo>
                    <a:cubicBezTo>
                      <a:pt x="1172" y="1878"/>
                      <a:pt x="1175" y="1875"/>
                      <a:pt x="1178" y="1876"/>
                    </a:cubicBezTo>
                    <a:cubicBezTo>
                      <a:pt x="1180" y="1876"/>
                      <a:pt x="1182" y="1878"/>
                      <a:pt x="1183" y="1879"/>
                    </a:cubicBezTo>
                    <a:cubicBezTo>
                      <a:pt x="1185" y="1879"/>
                      <a:pt x="1187" y="1880"/>
                      <a:pt x="1187" y="1882"/>
                    </a:cubicBezTo>
                    <a:cubicBezTo>
                      <a:pt x="1187" y="1884"/>
                      <a:pt x="1187" y="1885"/>
                      <a:pt x="1187" y="1886"/>
                    </a:cubicBezTo>
                    <a:cubicBezTo>
                      <a:pt x="1187" y="1888"/>
                      <a:pt x="1188" y="1889"/>
                      <a:pt x="1189" y="1889"/>
                    </a:cubicBezTo>
                    <a:cubicBezTo>
                      <a:pt x="1191" y="1891"/>
                      <a:pt x="1194" y="1892"/>
                      <a:pt x="1196" y="1894"/>
                    </a:cubicBezTo>
                    <a:cubicBezTo>
                      <a:pt x="1197" y="1897"/>
                      <a:pt x="1199" y="1898"/>
                      <a:pt x="1201" y="1900"/>
                    </a:cubicBezTo>
                    <a:cubicBezTo>
                      <a:pt x="1201" y="1902"/>
                      <a:pt x="1203" y="1904"/>
                      <a:pt x="1203" y="1906"/>
                    </a:cubicBezTo>
                    <a:cubicBezTo>
                      <a:pt x="1202" y="1906"/>
                      <a:pt x="1201" y="1905"/>
                      <a:pt x="1200" y="1904"/>
                    </a:cubicBezTo>
                    <a:close/>
                    <a:moveTo>
                      <a:pt x="1253" y="1857"/>
                    </a:moveTo>
                    <a:cubicBezTo>
                      <a:pt x="1250" y="1858"/>
                      <a:pt x="1246" y="1856"/>
                      <a:pt x="1244" y="1859"/>
                    </a:cubicBezTo>
                    <a:cubicBezTo>
                      <a:pt x="1244" y="1861"/>
                      <a:pt x="1244" y="1862"/>
                      <a:pt x="1244" y="1864"/>
                    </a:cubicBezTo>
                    <a:cubicBezTo>
                      <a:pt x="1244" y="1865"/>
                      <a:pt x="1245" y="1866"/>
                      <a:pt x="1244" y="1867"/>
                    </a:cubicBezTo>
                    <a:cubicBezTo>
                      <a:pt x="1244" y="1869"/>
                      <a:pt x="1241" y="1870"/>
                      <a:pt x="1240" y="1870"/>
                    </a:cubicBezTo>
                    <a:cubicBezTo>
                      <a:pt x="1239" y="1869"/>
                      <a:pt x="1239" y="1868"/>
                      <a:pt x="1238" y="1867"/>
                    </a:cubicBezTo>
                    <a:cubicBezTo>
                      <a:pt x="1238" y="1867"/>
                      <a:pt x="1237" y="1867"/>
                      <a:pt x="1236" y="1867"/>
                    </a:cubicBezTo>
                    <a:cubicBezTo>
                      <a:pt x="1235" y="1866"/>
                      <a:pt x="1233" y="1865"/>
                      <a:pt x="1232" y="1866"/>
                    </a:cubicBezTo>
                    <a:cubicBezTo>
                      <a:pt x="1232" y="1866"/>
                      <a:pt x="1232" y="1867"/>
                      <a:pt x="1232" y="1867"/>
                    </a:cubicBezTo>
                    <a:cubicBezTo>
                      <a:pt x="1231" y="1868"/>
                      <a:pt x="1229" y="1868"/>
                      <a:pt x="1228" y="1868"/>
                    </a:cubicBezTo>
                    <a:cubicBezTo>
                      <a:pt x="1226" y="1870"/>
                      <a:pt x="1224" y="1869"/>
                      <a:pt x="1221" y="1870"/>
                    </a:cubicBezTo>
                    <a:cubicBezTo>
                      <a:pt x="1218" y="1871"/>
                      <a:pt x="1216" y="1871"/>
                      <a:pt x="1213" y="1870"/>
                    </a:cubicBezTo>
                    <a:cubicBezTo>
                      <a:pt x="1211" y="1869"/>
                      <a:pt x="1207" y="1867"/>
                      <a:pt x="1208" y="1864"/>
                    </a:cubicBezTo>
                    <a:cubicBezTo>
                      <a:pt x="1209" y="1861"/>
                      <a:pt x="1213" y="1861"/>
                      <a:pt x="1215" y="1860"/>
                    </a:cubicBezTo>
                    <a:cubicBezTo>
                      <a:pt x="1218" y="1858"/>
                      <a:pt x="1217" y="1854"/>
                      <a:pt x="1215" y="1852"/>
                    </a:cubicBezTo>
                    <a:cubicBezTo>
                      <a:pt x="1213" y="1850"/>
                      <a:pt x="1210" y="1850"/>
                      <a:pt x="1209" y="1847"/>
                    </a:cubicBezTo>
                    <a:cubicBezTo>
                      <a:pt x="1208" y="1845"/>
                      <a:pt x="1209" y="1843"/>
                      <a:pt x="1210" y="1840"/>
                    </a:cubicBezTo>
                    <a:cubicBezTo>
                      <a:pt x="1211" y="1838"/>
                      <a:pt x="1210" y="1836"/>
                      <a:pt x="1212" y="1834"/>
                    </a:cubicBezTo>
                    <a:cubicBezTo>
                      <a:pt x="1213" y="1832"/>
                      <a:pt x="1215" y="1833"/>
                      <a:pt x="1216" y="1831"/>
                    </a:cubicBezTo>
                    <a:cubicBezTo>
                      <a:pt x="1217" y="1829"/>
                      <a:pt x="1219" y="1824"/>
                      <a:pt x="1221" y="1827"/>
                    </a:cubicBezTo>
                    <a:cubicBezTo>
                      <a:pt x="1222" y="1829"/>
                      <a:pt x="1223" y="1831"/>
                      <a:pt x="1223" y="1833"/>
                    </a:cubicBezTo>
                    <a:cubicBezTo>
                      <a:pt x="1223" y="1834"/>
                      <a:pt x="1223" y="1836"/>
                      <a:pt x="1224" y="1837"/>
                    </a:cubicBezTo>
                    <a:cubicBezTo>
                      <a:pt x="1225" y="1840"/>
                      <a:pt x="1229" y="1839"/>
                      <a:pt x="1231" y="1840"/>
                    </a:cubicBezTo>
                    <a:cubicBezTo>
                      <a:pt x="1234" y="1842"/>
                      <a:pt x="1233" y="1847"/>
                      <a:pt x="1232" y="1850"/>
                    </a:cubicBezTo>
                    <a:cubicBezTo>
                      <a:pt x="1232" y="1854"/>
                      <a:pt x="1233" y="1857"/>
                      <a:pt x="1237" y="1857"/>
                    </a:cubicBezTo>
                    <a:cubicBezTo>
                      <a:pt x="1241" y="1857"/>
                      <a:pt x="1242" y="1855"/>
                      <a:pt x="1243" y="1851"/>
                    </a:cubicBezTo>
                    <a:cubicBezTo>
                      <a:pt x="1244" y="1849"/>
                      <a:pt x="1245" y="1845"/>
                      <a:pt x="1248" y="1848"/>
                    </a:cubicBezTo>
                    <a:cubicBezTo>
                      <a:pt x="1249" y="1849"/>
                      <a:pt x="1249" y="1850"/>
                      <a:pt x="1251" y="1851"/>
                    </a:cubicBezTo>
                    <a:cubicBezTo>
                      <a:pt x="1252" y="1852"/>
                      <a:pt x="1253" y="1853"/>
                      <a:pt x="1254" y="1853"/>
                    </a:cubicBezTo>
                    <a:cubicBezTo>
                      <a:pt x="1257" y="1855"/>
                      <a:pt x="1255" y="1857"/>
                      <a:pt x="1253" y="1857"/>
                    </a:cubicBezTo>
                    <a:close/>
                    <a:moveTo>
                      <a:pt x="1286" y="1828"/>
                    </a:moveTo>
                    <a:cubicBezTo>
                      <a:pt x="1286" y="1830"/>
                      <a:pt x="1285" y="1831"/>
                      <a:pt x="1284" y="1833"/>
                    </a:cubicBezTo>
                    <a:cubicBezTo>
                      <a:pt x="1283" y="1835"/>
                      <a:pt x="1283" y="1837"/>
                      <a:pt x="1282" y="1839"/>
                    </a:cubicBezTo>
                    <a:cubicBezTo>
                      <a:pt x="1282" y="1840"/>
                      <a:pt x="1282" y="1842"/>
                      <a:pt x="1282" y="1843"/>
                    </a:cubicBezTo>
                    <a:cubicBezTo>
                      <a:pt x="1282" y="1844"/>
                      <a:pt x="1281" y="1844"/>
                      <a:pt x="1280" y="1844"/>
                    </a:cubicBezTo>
                    <a:cubicBezTo>
                      <a:pt x="1279" y="1845"/>
                      <a:pt x="1278" y="1846"/>
                      <a:pt x="1278" y="1847"/>
                    </a:cubicBezTo>
                    <a:cubicBezTo>
                      <a:pt x="1277" y="1847"/>
                      <a:pt x="1277" y="1847"/>
                      <a:pt x="1277" y="1848"/>
                    </a:cubicBezTo>
                    <a:cubicBezTo>
                      <a:pt x="1277" y="1848"/>
                      <a:pt x="1277" y="1848"/>
                      <a:pt x="1277" y="1848"/>
                    </a:cubicBezTo>
                    <a:cubicBezTo>
                      <a:pt x="1275" y="1850"/>
                      <a:pt x="1272" y="1850"/>
                      <a:pt x="1270" y="1851"/>
                    </a:cubicBezTo>
                    <a:cubicBezTo>
                      <a:pt x="1269" y="1851"/>
                      <a:pt x="1268" y="1851"/>
                      <a:pt x="1267" y="1850"/>
                    </a:cubicBezTo>
                    <a:cubicBezTo>
                      <a:pt x="1266" y="1849"/>
                      <a:pt x="1266" y="1848"/>
                      <a:pt x="1265" y="1847"/>
                    </a:cubicBezTo>
                    <a:cubicBezTo>
                      <a:pt x="1264" y="1845"/>
                      <a:pt x="1263" y="1842"/>
                      <a:pt x="1262" y="1841"/>
                    </a:cubicBezTo>
                    <a:cubicBezTo>
                      <a:pt x="1261" y="1839"/>
                      <a:pt x="1259" y="1837"/>
                      <a:pt x="1257" y="1837"/>
                    </a:cubicBezTo>
                    <a:cubicBezTo>
                      <a:pt x="1253" y="1837"/>
                      <a:pt x="1251" y="1837"/>
                      <a:pt x="1249" y="1833"/>
                    </a:cubicBezTo>
                    <a:cubicBezTo>
                      <a:pt x="1248" y="1831"/>
                      <a:pt x="1248" y="1830"/>
                      <a:pt x="1248" y="1828"/>
                    </a:cubicBezTo>
                    <a:cubicBezTo>
                      <a:pt x="1247" y="1826"/>
                      <a:pt x="1247" y="1825"/>
                      <a:pt x="1246" y="1824"/>
                    </a:cubicBezTo>
                    <a:cubicBezTo>
                      <a:pt x="1246" y="1823"/>
                      <a:pt x="1244" y="1822"/>
                      <a:pt x="1243" y="1822"/>
                    </a:cubicBezTo>
                    <a:cubicBezTo>
                      <a:pt x="1241" y="1821"/>
                      <a:pt x="1239" y="1820"/>
                      <a:pt x="1238" y="1818"/>
                    </a:cubicBezTo>
                    <a:cubicBezTo>
                      <a:pt x="1235" y="1816"/>
                      <a:pt x="1235" y="1812"/>
                      <a:pt x="1238" y="1811"/>
                    </a:cubicBezTo>
                    <a:cubicBezTo>
                      <a:pt x="1240" y="1810"/>
                      <a:pt x="1243" y="1810"/>
                      <a:pt x="1245" y="1809"/>
                    </a:cubicBezTo>
                    <a:cubicBezTo>
                      <a:pt x="1247" y="1808"/>
                      <a:pt x="1249" y="1805"/>
                      <a:pt x="1249" y="1803"/>
                    </a:cubicBezTo>
                    <a:cubicBezTo>
                      <a:pt x="1250" y="1799"/>
                      <a:pt x="1246" y="1794"/>
                      <a:pt x="1243" y="1792"/>
                    </a:cubicBezTo>
                    <a:cubicBezTo>
                      <a:pt x="1239" y="1787"/>
                      <a:pt x="1235" y="1783"/>
                      <a:pt x="1232" y="1778"/>
                    </a:cubicBezTo>
                    <a:cubicBezTo>
                      <a:pt x="1229" y="1774"/>
                      <a:pt x="1229" y="1771"/>
                      <a:pt x="1231" y="1767"/>
                    </a:cubicBezTo>
                    <a:cubicBezTo>
                      <a:pt x="1232" y="1764"/>
                      <a:pt x="1236" y="1761"/>
                      <a:pt x="1239" y="1765"/>
                    </a:cubicBezTo>
                    <a:cubicBezTo>
                      <a:pt x="1243" y="1770"/>
                      <a:pt x="1243" y="1777"/>
                      <a:pt x="1247" y="1782"/>
                    </a:cubicBezTo>
                    <a:cubicBezTo>
                      <a:pt x="1251" y="1786"/>
                      <a:pt x="1257" y="1786"/>
                      <a:pt x="1263" y="1787"/>
                    </a:cubicBezTo>
                    <a:cubicBezTo>
                      <a:pt x="1268" y="1788"/>
                      <a:pt x="1271" y="1790"/>
                      <a:pt x="1274" y="1794"/>
                    </a:cubicBezTo>
                    <a:cubicBezTo>
                      <a:pt x="1277" y="1797"/>
                      <a:pt x="1280" y="1800"/>
                      <a:pt x="1281" y="1804"/>
                    </a:cubicBezTo>
                    <a:cubicBezTo>
                      <a:pt x="1283" y="1808"/>
                      <a:pt x="1283" y="1813"/>
                      <a:pt x="1284" y="1817"/>
                    </a:cubicBezTo>
                    <a:cubicBezTo>
                      <a:pt x="1285" y="1821"/>
                      <a:pt x="1287" y="1824"/>
                      <a:pt x="1286" y="1828"/>
                    </a:cubicBezTo>
                    <a:close/>
                    <a:moveTo>
                      <a:pt x="1344" y="1812"/>
                    </a:moveTo>
                    <a:cubicBezTo>
                      <a:pt x="1344" y="1813"/>
                      <a:pt x="1341" y="1813"/>
                      <a:pt x="1340" y="1813"/>
                    </a:cubicBezTo>
                    <a:cubicBezTo>
                      <a:pt x="1339" y="1813"/>
                      <a:pt x="1338" y="1812"/>
                      <a:pt x="1337" y="1811"/>
                    </a:cubicBezTo>
                    <a:cubicBezTo>
                      <a:pt x="1336" y="1810"/>
                      <a:pt x="1334" y="1810"/>
                      <a:pt x="1333" y="1810"/>
                    </a:cubicBezTo>
                    <a:cubicBezTo>
                      <a:pt x="1332" y="1811"/>
                      <a:pt x="1331" y="1812"/>
                      <a:pt x="1330" y="1813"/>
                    </a:cubicBezTo>
                    <a:cubicBezTo>
                      <a:pt x="1330" y="1815"/>
                      <a:pt x="1332" y="1817"/>
                      <a:pt x="1332" y="1819"/>
                    </a:cubicBezTo>
                    <a:cubicBezTo>
                      <a:pt x="1332" y="1821"/>
                      <a:pt x="1330" y="1823"/>
                      <a:pt x="1328" y="1824"/>
                    </a:cubicBezTo>
                    <a:cubicBezTo>
                      <a:pt x="1327" y="1826"/>
                      <a:pt x="1326" y="1827"/>
                      <a:pt x="1325" y="1828"/>
                    </a:cubicBezTo>
                    <a:cubicBezTo>
                      <a:pt x="1324" y="1829"/>
                      <a:pt x="1323" y="1830"/>
                      <a:pt x="1323" y="1831"/>
                    </a:cubicBezTo>
                    <a:cubicBezTo>
                      <a:pt x="1322" y="1832"/>
                      <a:pt x="1322" y="1834"/>
                      <a:pt x="1322" y="1835"/>
                    </a:cubicBezTo>
                    <a:cubicBezTo>
                      <a:pt x="1320" y="1837"/>
                      <a:pt x="1317" y="1833"/>
                      <a:pt x="1318" y="1831"/>
                    </a:cubicBezTo>
                    <a:cubicBezTo>
                      <a:pt x="1318" y="1831"/>
                      <a:pt x="1319" y="1830"/>
                      <a:pt x="1319" y="1829"/>
                    </a:cubicBezTo>
                    <a:cubicBezTo>
                      <a:pt x="1320" y="1828"/>
                      <a:pt x="1320" y="1827"/>
                      <a:pt x="1321" y="1827"/>
                    </a:cubicBezTo>
                    <a:cubicBezTo>
                      <a:pt x="1322" y="1825"/>
                      <a:pt x="1323" y="1824"/>
                      <a:pt x="1324" y="1822"/>
                    </a:cubicBezTo>
                    <a:cubicBezTo>
                      <a:pt x="1324" y="1821"/>
                      <a:pt x="1325" y="1820"/>
                      <a:pt x="1326" y="1819"/>
                    </a:cubicBezTo>
                    <a:cubicBezTo>
                      <a:pt x="1327" y="1817"/>
                      <a:pt x="1327" y="1816"/>
                      <a:pt x="1327" y="1815"/>
                    </a:cubicBezTo>
                    <a:cubicBezTo>
                      <a:pt x="1327" y="1813"/>
                      <a:pt x="1327" y="1812"/>
                      <a:pt x="1328" y="1811"/>
                    </a:cubicBezTo>
                    <a:cubicBezTo>
                      <a:pt x="1328" y="1810"/>
                      <a:pt x="1328" y="1809"/>
                      <a:pt x="1328" y="1808"/>
                    </a:cubicBezTo>
                    <a:cubicBezTo>
                      <a:pt x="1328" y="1807"/>
                      <a:pt x="1329" y="1807"/>
                      <a:pt x="1330" y="1806"/>
                    </a:cubicBezTo>
                    <a:cubicBezTo>
                      <a:pt x="1331" y="1806"/>
                      <a:pt x="1333" y="1805"/>
                      <a:pt x="1333" y="1804"/>
                    </a:cubicBezTo>
                    <a:cubicBezTo>
                      <a:pt x="1334" y="1804"/>
                      <a:pt x="1335" y="1804"/>
                      <a:pt x="1336" y="1804"/>
                    </a:cubicBezTo>
                    <a:cubicBezTo>
                      <a:pt x="1337" y="1804"/>
                      <a:pt x="1339" y="1804"/>
                      <a:pt x="1340" y="1804"/>
                    </a:cubicBezTo>
                    <a:cubicBezTo>
                      <a:pt x="1342" y="1803"/>
                      <a:pt x="1343" y="1805"/>
                      <a:pt x="1344" y="1806"/>
                    </a:cubicBezTo>
                    <a:cubicBezTo>
                      <a:pt x="1344" y="1808"/>
                      <a:pt x="1345" y="1810"/>
                      <a:pt x="1344" y="1812"/>
                    </a:cubicBezTo>
                    <a:close/>
                    <a:moveTo>
                      <a:pt x="1349" y="1799"/>
                    </a:moveTo>
                    <a:cubicBezTo>
                      <a:pt x="1349" y="1800"/>
                      <a:pt x="1348" y="1802"/>
                      <a:pt x="1347" y="1802"/>
                    </a:cubicBezTo>
                    <a:cubicBezTo>
                      <a:pt x="1346" y="1802"/>
                      <a:pt x="1346" y="1801"/>
                      <a:pt x="1345" y="1802"/>
                    </a:cubicBezTo>
                    <a:cubicBezTo>
                      <a:pt x="1345" y="1802"/>
                      <a:pt x="1344" y="1802"/>
                      <a:pt x="1344" y="1802"/>
                    </a:cubicBezTo>
                    <a:cubicBezTo>
                      <a:pt x="1344" y="1802"/>
                      <a:pt x="1343" y="1802"/>
                      <a:pt x="1343" y="1802"/>
                    </a:cubicBezTo>
                    <a:cubicBezTo>
                      <a:pt x="1342" y="1801"/>
                      <a:pt x="1342" y="1802"/>
                      <a:pt x="1342" y="1802"/>
                    </a:cubicBezTo>
                    <a:cubicBezTo>
                      <a:pt x="1341" y="1802"/>
                      <a:pt x="1342" y="1802"/>
                      <a:pt x="1341" y="1802"/>
                    </a:cubicBezTo>
                    <a:cubicBezTo>
                      <a:pt x="1340" y="1801"/>
                      <a:pt x="1339" y="1800"/>
                      <a:pt x="1339" y="1799"/>
                    </a:cubicBezTo>
                    <a:cubicBezTo>
                      <a:pt x="1336" y="1796"/>
                      <a:pt x="1335" y="1792"/>
                      <a:pt x="1333" y="1788"/>
                    </a:cubicBezTo>
                    <a:cubicBezTo>
                      <a:pt x="1332" y="1788"/>
                      <a:pt x="1332" y="1787"/>
                      <a:pt x="1331" y="1786"/>
                    </a:cubicBezTo>
                    <a:cubicBezTo>
                      <a:pt x="1330" y="1784"/>
                      <a:pt x="1328" y="1783"/>
                      <a:pt x="1325" y="1783"/>
                    </a:cubicBezTo>
                    <a:cubicBezTo>
                      <a:pt x="1324" y="1782"/>
                      <a:pt x="1323" y="1782"/>
                      <a:pt x="1322" y="1782"/>
                    </a:cubicBezTo>
                    <a:cubicBezTo>
                      <a:pt x="1321" y="1781"/>
                      <a:pt x="1320" y="1781"/>
                      <a:pt x="1319" y="1780"/>
                    </a:cubicBezTo>
                    <a:cubicBezTo>
                      <a:pt x="1313" y="1776"/>
                      <a:pt x="1307" y="1774"/>
                      <a:pt x="1303" y="1769"/>
                    </a:cubicBezTo>
                    <a:cubicBezTo>
                      <a:pt x="1298" y="1764"/>
                      <a:pt x="1296" y="1755"/>
                      <a:pt x="1288" y="1753"/>
                    </a:cubicBezTo>
                    <a:cubicBezTo>
                      <a:pt x="1285" y="1751"/>
                      <a:pt x="1282" y="1751"/>
                      <a:pt x="1278" y="1750"/>
                    </a:cubicBezTo>
                    <a:cubicBezTo>
                      <a:pt x="1275" y="1749"/>
                      <a:pt x="1272" y="1746"/>
                      <a:pt x="1270" y="1743"/>
                    </a:cubicBezTo>
                    <a:cubicBezTo>
                      <a:pt x="1268" y="1739"/>
                      <a:pt x="1268" y="1735"/>
                      <a:pt x="1267" y="1730"/>
                    </a:cubicBezTo>
                    <a:cubicBezTo>
                      <a:pt x="1266" y="1728"/>
                      <a:pt x="1265" y="1724"/>
                      <a:pt x="1262" y="1723"/>
                    </a:cubicBezTo>
                    <a:cubicBezTo>
                      <a:pt x="1259" y="1722"/>
                      <a:pt x="1255" y="1723"/>
                      <a:pt x="1252" y="1725"/>
                    </a:cubicBezTo>
                    <a:cubicBezTo>
                      <a:pt x="1249" y="1726"/>
                      <a:pt x="1246" y="1728"/>
                      <a:pt x="1243" y="1730"/>
                    </a:cubicBezTo>
                    <a:cubicBezTo>
                      <a:pt x="1241" y="1731"/>
                      <a:pt x="1240" y="1733"/>
                      <a:pt x="1238" y="1734"/>
                    </a:cubicBezTo>
                    <a:cubicBezTo>
                      <a:pt x="1235" y="1735"/>
                      <a:pt x="1233" y="1735"/>
                      <a:pt x="1230" y="1734"/>
                    </a:cubicBezTo>
                    <a:cubicBezTo>
                      <a:pt x="1222" y="1732"/>
                      <a:pt x="1214" y="1728"/>
                      <a:pt x="1206" y="1725"/>
                    </a:cubicBezTo>
                    <a:cubicBezTo>
                      <a:pt x="1199" y="1723"/>
                      <a:pt x="1192" y="1720"/>
                      <a:pt x="1189" y="1713"/>
                    </a:cubicBezTo>
                    <a:cubicBezTo>
                      <a:pt x="1187" y="1707"/>
                      <a:pt x="1185" y="1700"/>
                      <a:pt x="1180" y="1695"/>
                    </a:cubicBezTo>
                    <a:cubicBezTo>
                      <a:pt x="1175" y="1690"/>
                      <a:pt x="1169" y="1689"/>
                      <a:pt x="1163" y="1685"/>
                    </a:cubicBezTo>
                    <a:cubicBezTo>
                      <a:pt x="1157" y="1681"/>
                      <a:pt x="1153" y="1673"/>
                      <a:pt x="1149" y="1666"/>
                    </a:cubicBezTo>
                    <a:cubicBezTo>
                      <a:pt x="1149" y="1665"/>
                      <a:pt x="1147" y="1662"/>
                      <a:pt x="1149" y="1663"/>
                    </a:cubicBezTo>
                    <a:cubicBezTo>
                      <a:pt x="1151" y="1663"/>
                      <a:pt x="1152" y="1665"/>
                      <a:pt x="1153" y="1665"/>
                    </a:cubicBezTo>
                    <a:cubicBezTo>
                      <a:pt x="1155" y="1667"/>
                      <a:pt x="1157" y="1668"/>
                      <a:pt x="1159" y="1669"/>
                    </a:cubicBezTo>
                    <a:cubicBezTo>
                      <a:pt x="1161" y="1671"/>
                      <a:pt x="1163" y="1672"/>
                      <a:pt x="1166" y="1673"/>
                    </a:cubicBezTo>
                    <a:cubicBezTo>
                      <a:pt x="1167" y="1674"/>
                      <a:pt x="1169" y="1675"/>
                      <a:pt x="1170" y="1675"/>
                    </a:cubicBezTo>
                    <a:cubicBezTo>
                      <a:pt x="1173" y="1674"/>
                      <a:pt x="1169" y="1669"/>
                      <a:pt x="1169" y="1667"/>
                    </a:cubicBezTo>
                    <a:cubicBezTo>
                      <a:pt x="1167" y="1663"/>
                      <a:pt x="1164" y="1659"/>
                      <a:pt x="1164" y="1654"/>
                    </a:cubicBezTo>
                    <a:cubicBezTo>
                      <a:pt x="1164" y="1650"/>
                      <a:pt x="1168" y="1650"/>
                      <a:pt x="1170" y="1652"/>
                    </a:cubicBezTo>
                    <a:cubicBezTo>
                      <a:pt x="1175" y="1654"/>
                      <a:pt x="1178" y="1658"/>
                      <a:pt x="1181" y="1662"/>
                    </a:cubicBezTo>
                    <a:cubicBezTo>
                      <a:pt x="1183" y="1665"/>
                      <a:pt x="1185" y="1669"/>
                      <a:pt x="1188" y="1671"/>
                    </a:cubicBezTo>
                    <a:cubicBezTo>
                      <a:pt x="1194" y="1673"/>
                      <a:pt x="1200" y="1666"/>
                      <a:pt x="1205" y="1669"/>
                    </a:cubicBezTo>
                    <a:cubicBezTo>
                      <a:pt x="1208" y="1670"/>
                      <a:pt x="1209" y="1674"/>
                      <a:pt x="1210" y="1677"/>
                    </a:cubicBezTo>
                    <a:cubicBezTo>
                      <a:pt x="1212" y="1680"/>
                      <a:pt x="1214" y="1684"/>
                      <a:pt x="1217" y="1686"/>
                    </a:cubicBezTo>
                    <a:cubicBezTo>
                      <a:pt x="1220" y="1688"/>
                      <a:pt x="1223" y="1688"/>
                      <a:pt x="1227" y="1687"/>
                    </a:cubicBezTo>
                    <a:cubicBezTo>
                      <a:pt x="1230" y="1687"/>
                      <a:pt x="1233" y="1686"/>
                      <a:pt x="1237" y="1687"/>
                    </a:cubicBezTo>
                    <a:cubicBezTo>
                      <a:pt x="1241" y="1689"/>
                      <a:pt x="1244" y="1691"/>
                      <a:pt x="1248" y="1693"/>
                    </a:cubicBezTo>
                    <a:cubicBezTo>
                      <a:pt x="1250" y="1694"/>
                      <a:pt x="1252" y="1694"/>
                      <a:pt x="1254" y="1692"/>
                    </a:cubicBezTo>
                    <a:cubicBezTo>
                      <a:pt x="1256" y="1690"/>
                      <a:pt x="1256" y="1688"/>
                      <a:pt x="1258" y="1686"/>
                    </a:cubicBezTo>
                    <a:cubicBezTo>
                      <a:pt x="1260" y="1684"/>
                      <a:pt x="1263" y="1684"/>
                      <a:pt x="1265" y="1684"/>
                    </a:cubicBezTo>
                    <a:cubicBezTo>
                      <a:pt x="1264" y="1682"/>
                      <a:pt x="1265" y="1679"/>
                      <a:pt x="1267" y="1679"/>
                    </a:cubicBezTo>
                    <a:cubicBezTo>
                      <a:pt x="1271" y="1678"/>
                      <a:pt x="1270" y="1682"/>
                      <a:pt x="1273" y="1683"/>
                    </a:cubicBezTo>
                    <a:cubicBezTo>
                      <a:pt x="1275" y="1683"/>
                      <a:pt x="1276" y="1681"/>
                      <a:pt x="1278" y="1681"/>
                    </a:cubicBezTo>
                    <a:cubicBezTo>
                      <a:pt x="1279" y="1682"/>
                      <a:pt x="1280" y="1683"/>
                      <a:pt x="1280" y="1684"/>
                    </a:cubicBezTo>
                    <a:cubicBezTo>
                      <a:pt x="1279" y="1685"/>
                      <a:pt x="1278" y="1685"/>
                      <a:pt x="1278" y="1686"/>
                    </a:cubicBezTo>
                    <a:cubicBezTo>
                      <a:pt x="1278" y="1688"/>
                      <a:pt x="1281" y="1690"/>
                      <a:pt x="1283" y="1691"/>
                    </a:cubicBezTo>
                    <a:cubicBezTo>
                      <a:pt x="1284" y="1692"/>
                      <a:pt x="1288" y="1695"/>
                      <a:pt x="1284" y="1695"/>
                    </a:cubicBezTo>
                    <a:cubicBezTo>
                      <a:pt x="1280" y="1695"/>
                      <a:pt x="1271" y="1690"/>
                      <a:pt x="1272" y="1697"/>
                    </a:cubicBezTo>
                    <a:cubicBezTo>
                      <a:pt x="1272" y="1700"/>
                      <a:pt x="1280" y="1709"/>
                      <a:pt x="1274" y="1709"/>
                    </a:cubicBezTo>
                    <a:cubicBezTo>
                      <a:pt x="1273" y="1712"/>
                      <a:pt x="1277" y="1714"/>
                      <a:pt x="1278" y="1717"/>
                    </a:cubicBezTo>
                    <a:cubicBezTo>
                      <a:pt x="1279" y="1719"/>
                      <a:pt x="1279" y="1721"/>
                      <a:pt x="1280" y="1722"/>
                    </a:cubicBezTo>
                    <a:cubicBezTo>
                      <a:pt x="1281" y="1724"/>
                      <a:pt x="1282" y="1726"/>
                      <a:pt x="1283" y="1727"/>
                    </a:cubicBezTo>
                    <a:cubicBezTo>
                      <a:pt x="1285" y="1729"/>
                      <a:pt x="1286" y="1731"/>
                      <a:pt x="1287" y="1733"/>
                    </a:cubicBezTo>
                    <a:cubicBezTo>
                      <a:pt x="1289" y="1735"/>
                      <a:pt x="1290" y="1736"/>
                      <a:pt x="1292" y="1737"/>
                    </a:cubicBezTo>
                    <a:cubicBezTo>
                      <a:pt x="1293" y="1738"/>
                      <a:pt x="1293" y="1739"/>
                      <a:pt x="1294" y="1740"/>
                    </a:cubicBezTo>
                    <a:cubicBezTo>
                      <a:pt x="1295" y="1742"/>
                      <a:pt x="1296" y="1743"/>
                      <a:pt x="1297" y="1746"/>
                    </a:cubicBezTo>
                    <a:cubicBezTo>
                      <a:pt x="1297" y="1748"/>
                      <a:pt x="1296" y="1749"/>
                      <a:pt x="1298" y="1750"/>
                    </a:cubicBezTo>
                    <a:cubicBezTo>
                      <a:pt x="1301" y="1752"/>
                      <a:pt x="1304" y="1755"/>
                      <a:pt x="1307" y="1757"/>
                    </a:cubicBezTo>
                    <a:cubicBezTo>
                      <a:pt x="1310" y="1760"/>
                      <a:pt x="1313" y="1763"/>
                      <a:pt x="1317" y="1765"/>
                    </a:cubicBezTo>
                    <a:cubicBezTo>
                      <a:pt x="1319" y="1766"/>
                      <a:pt x="1321" y="1767"/>
                      <a:pt x="1322" y="1769"/>
                    </a:cubicBezTo>
                    <a:cubicBezTo>
                      <a:pt x="1324" y="1770"/>
                      <a:pt x="1325" y="1772"/>
                      <a:pt x="1326" y="1774"/>
                    </a:cubicBezTo>
                    <a:cubicBezTo>
                      <a:pt x="1328" y="1776"/>
                      <a:pt x="1330" y="1778"/>
                      <a:pt x="1332" y="1779"/>
                    </a:cubicBezTo>
                    <a:cubicBezTo>
                      <a:pt x="1333" y="1780"/>
                      <a:pt x="1334" y="1780"/>
                      <a:pt x="1335" y="1781"/>
                    </a:cubicBezTo>
                    <a:cubicBezTo>
                      <a:pt x="1336" y="1781"/>
                      <a:pt x="1336" y="1782"/>
                      <a:pt x="1337" y="1783"/>
                    </a:cubicBezTo>
                    <a:cubicBezTo>
                      <a:pt x="1338" y="1785"/>
                      <a:pt x="1339" y="1786"/>
                      <a:pt x="1340" y="1787"/>
                    </a:cubicBezTo>
                    <a:cubicBezTo>
                      <a:pt x="1341" y="1789"/>
                      <a:pt x="1342" y="1791"/>
                      <a:pt x="1344" y="1792"/>
                    </a:cubicBezTo>
                    <a:cubicBezTo>
                      <a:pt x="1346" y="1793"/>
                      <a:pt x="1352" y="1796"/>
                      <a:pt x="1349" y="1799"/>
                    </a:cubicBezTo>
                    <a:close/>
                    <a:moveTo>
                      <a:pt x="1354" y="1643"/>
                    </a:moveTo>
                    <a:cubicBezTo>
                      <a:pt x="1352" y="1643"/>
                      <a:pt x="1349" y="1642"/>
                      <a:pt x="1347" y="1643"/>
                    </a:cubicBezTo>
                    <a:cubicBezTo>
                      <a:pt x="1344" y="1644"/>
                      <a:pt x="1345" y="1646"/>
                      <a:pt x="1345" y="1648"/>
                    </a:cubicBezTo>
                    <a:cubicBezTo>
                      <a:pt x="1344" y="1654"/>
                      <a:pt x="1338" y="1646"/>
                      <a:pt x="1336" y="1645"/>
                    </a:cubicBezTo>
                    <a:cubicBezTo>
                      <a:pt x="1333" y="1642"/>
                      <a:pt x="1328" y="1641"/>
                      <a:pt x="1324" y="1640"/>
                    </a:cubicBezTo>
                    <a:cubicBezTo>
                      <a:pt x="1324" y="1642"/>
                      <a:pt x="1325" y="1643"/>
                      <a:pt x="1326" y="1644"/>
                    </a:cubicBezTo>
                    <a:cubicBezTo>
                      <a:pt x="1328" y="1645"/>
                      <a:pt x="1329" y="1647"/>
                      <a:pt x="1331" y="1648"/>
                    </a:cubicBezTo>
                    <a:cubicBezTo>
                      <a:pt x="1332" y="1649"/>
                      <a:pt x="1333" y="1651"/>
                      <a:pt x="1332" y="1653"/>
                    </a:cubicBezTo>
                    <a:cubicBezTo>
                      <a:pt x="1331" y="1654"/>
                      <a:pt x="1329" y="1654"/>
                      <a:pt x="1328" y="1655"/>
                    </a:cubicBezTo>
                    <a:cubicBezTo>
                      <a:pt x="1326" y="1656"/>
                      <a:pt x="1324" y="1657"/>
                      <a:pt x="1323" y="1658"/>
                    </a:cubicBezTo>
                    <a:cubicBezTo>
                      <a:pt x="1322" y="1659"/>
                      <a:pt x="1322" y="1661"/>
                      <a:pt x="1321" y="1662"/>
                    </a:cubicBezTo>
                    <a:cubicBezTo>
                      <a:pt x="1319" y="1664"/>
                      <a:pt x="1313" y="1661"/>
                      <a:pt x="1311" y="1659"/>
                    </a:cubicBezTo>
                    <a:cubicBezTo>
                      <a:pt x="1309" y="1658"/>
                      <a:pt x="1307" y="1657"/>
                      <a:pt x="1306" y="1655"/>
                    </a:cubicBezTo>
                    <a:cubicBezTo>
                      <a:pt x="1304" y="1654"/>
                      <a:pt x="1303" y="1653"/>
                      <a:pt x="1302" y="1652"/>
                    </a:cubicBezTo>
                    <a:cubicBezTo>
                      <a:pt x="1301" y="1647"/>
                      <a:pt x="1310" y="1651"/>
                      <a:pt x="1311" y="1652"/>
                    </a:cubicBezTo>
                    <a:cubicBezTo>
                      <a:pt x="1314" y="1654"/>
                      <a:pt x="1316" y="1655"/>
                      <a:pt x="1318" y="1653"/>
                    </a:cubicBezTo>
                    <a:cubicBezTo>
                      <a:pt x="1320" y="1652"/>
                      <a:pt x="1322" y="1650"/>
                      <a:pt x="1321" y="1648"/>
                    </a:cubicBezTo>
                    <a:cubicBezTo>
                      <a:pt x="1318" y="1645"/>
                      <a:pt x="1311" y="1640"/>
                      <a:pt x="1316" y="1636"/>
                    </a:cubicBezTo>
                    <a:cubicBezTo>
                      <a:pt x="1320" y="1633"/>
                      <a:pt x="1325" y="1637"/>
                      <a:pt x="1329" y="1639"/>
                    </a:cubicBezTo>
                    <a:cubicBezTo>
                      <a:pt x="1333" y="1641"/>
                      <a:pt x="1337" y="1642"/>
                      <a:pt x="1341" y="1642"/>
                    </a:cubicBezTo>
                    <a:cubicBezTo>
                      <a:pt x="1343" y="1641"/>
                      <a:pt x="1345" y="1641"/>
                      <a:pt x="1347" y="1641"/>
                    </a:cubicBezTo>
                    <a:cubicBezTo>
                      <a:pt x="1349" y="1641"/>
                      <a:pt x="1352" y="1641"/>
                      <a:pt x="1354" y="1640"/>
                    </a:cubicBezTo>
                    <a:cubicBezTo>
                      <a:pt x="1356" y="1640"/>
                      <a:pt x="1357" y="1638"/>
                      <a:pt x="1359" y="1638"/>
                    </a:cubicBezTo>
                    <a:cubicBezTo>
                      <a:pt x="1361" y="1637"/>
                      <a:pt x="1364" y="1638"/>
                      <a:pt x="1364" y="1640"/>
                    </a:cubicBezTo>
                    <a:cubicBezTo>
                      <a:pt x="1365" y="1644"/>
                      <a:pt x="1357" y="1643"/>
                      <a:pt x="1354" y="1643"/>
                    </a:cubicBezTo>
                    <a:close/>
                    <a:moveTo>
                      <a:pt x="1408" y="1754"/>
                    </a:moveTo>
                    <a:cubicBezTo>
                      <a:pt x="1407" y="1755"/>
                      <a:pt x="1406" y="1756"/>
                      <a:pt x="1405" y="1757"/>
                    </a:cubicBezTo>
                    <a:cubicBezTo>
                      <a:pt x="1404" y="1758"/>
                      <a:pt x="1403" y="1759"/>
                      <a:pt x="1403" y="1760"/>
                    </a:cubicBezTo>
                    <a:cubicBezTo>
                      <a:pt x="1402" y="1761"/>
                      <a:pt x="1401" y="1762"/>
                      <a:pt x="1400" y="1763"/>
                    </a:cubicBezTo>
                    <a:cubicBezTo>
                      <a:pt x="1399" y="1764"/>
                      <a:pt x="1399" y="1765"/>
                      <a:pt x="1398" y="1766"/>
                    </a:cubicBezTo>
                    <a:cubicBezTo>
                      <a:pt x="1397" y="1768"/>
                      <a:pt x="1395" y="1770"/>
                      <a:pt x="1393" y="1772"/>
                    </a:cubicBezTo>
                    <a:cubicBezTo>
                      <a:pt x="1392" y="1772"/>
                      <a:pt x="1392" y="1773"/>
                      <a:pt x="1391" y="1773"/>
                    </a:cubicBezTo>
                    <a:cubicBezTo>
                      <a:pt x="1390" y="1775"/>
                      <a:pt x="1387" y="1776"/>
                      <a:pt x="1386" y="1776"/>
                    </a:cubicBezTo>
                    <a:cubicBezTo>
                      <a:pt x="1385" y="1777"/>
                      <a:pt x="1383" y="1778"/>
                      <a:pt x="1382" y="1777"/>
                    </a:cubicBezTo>
                    <a:cubicBezTo>
                      <a:pt x="1381" y="1775"/>
                      <a:pt x="1382" y="1771"/>
                      <a:pt x="1382" y="1769"/>
                    </a:cubicBezTo>
                    <a:cubicBezTo>
                      <a:pt x="1383" y="1767"/>
                      <a:pt x="1383" y="1765"/>
                      <a:pt x="1385" y="1764"/>
                    </a:cubicBezTo>
                    <a:cubicBezTo>
                      <a:pt x="1384" y="1763"/>
                      <a:pt x="1383" y="1763"/>
                      <a:pt x="1382" y="1763"/>
                    </a:cubicBezTo>
                    <a:cubicBezTo>
                      <a:pt x="1379" y="1763"/>
                      <a:pt x="1377" y="1764"/>
                      <a:pt x="1374" y="1764"/>
                    </a:cubicBezTo>
                    <a:cubicBezTo>
                      <a:pt x="1373" y="1763"/>
                      <a:pt x="1372" y="1763"/>
                      <a:pt x="1371" y="1762"/>
                    </a:cubicBezTo>
                    <a:cubicBezTo>
                      <a:pt x="1370" y="1761"/>
                      <a:pt x="1369" y="1760"/>
                      <a:pt x="1368" y="1760"/>
                    </a:cubicBezTo>
                    <a:cubicBezTo>
                      <a:pt x="1367" y="1759"/>
                      <a:pt x="1364" y="1760"/>
                      <a:pt x="1362" y="1759"/>
                    </a:cubicBezTo>
                    <a:cubicBezTo>
                      <a:pt x="1361" y="1759"/>
                      <a:pt x="1361" y="1757"/>
                      <a:pt x="1361" y="1756"/>
                    </a:cubicBezTo>
                    <a:cubicBezTo>
                      <a:pt x="1362" y="1755"/>
                      <a:pt x="1364" y="1754"/>
                      <a:pt x="1365" y="1754"/>
                    </a:cubicBezTo>
                    <a:cubicBezTo>
                      <a:pt x="1367" y="1754"/>
                      <a:pt x="1369" y="1754"/>
                      <a:pt x="1371" y="1755"/>
                    </a:cubicBezTo>
                    <a:cubicBezTo>
                      <a:pt x="1372" y="1755"/>
                      <a:pt x="1374" y="1756"/>
                      <a:pt x="1375" y="1754"/>
                    </a:cubicBezTo>
                    <a:cubicBezTo>
                      <a:pt x="1376" y="1753"/>
                      <a:pt x="1375" y="1752"/>
                      <a:pt x="1374" y="1751"/>
                    </a:cubicBezTo>
                    <a:cubicBezTo>
                      <a:pt x="1373" y="1750"/>
                      <a:pt x="1371" y="1749"/>
                      <a:pt x="1369" y="1749"/>
                    </a:cubicBezTo>
                    <a:cubicBezTo>
                      <a:pt x="1368" y="1749"/>
                      <a:pt x="1366" y="1749"/>
                      <a:pt x="1366" y="1748"/>
                    </a:cubicBezTo>
                    <a:cubicBezTo>
                      <a:pt x="1365" y="1746"/>
                      <a:pt x="1367" y="1745"/>
                      <a:pt x="1368" y="1744"/>
                    </a:cubicBezTo>
                    <a:cubicBezTo>
                      <a:pt x="1369" y="1743"/>
                      <a:pt x="1370" y="1742"/>
                      <a:pt x="1372" y="1741"/>
                    </a:cubicBezTo>
                    <a:cubicBezTo>
                      <a:pt x="1373" y="1740"/>
                      <a:pt x="1374" y="1739"/>
                      <a:pt x="1374" y="1738"/>
                    </a:cubicBezTo>
                    <a:cubicBezTo>
                      <a:pt x="1375" y="1734"/>
                      <a:pt x="1372" y="1731"/>
                      <a:pt x="1372" y="1728"/>
                    </a:cubicBezTo>
                    <a:cubicBezTo>
                      <a:pt x="1372" y="1725"/>
                      <a:pt x="1376" y="1723"/>
                      <a:pt x="1379" y="1722"/>
                    </a:cubicBezTo>
                    <a:cubicBezTo>
                      <a:pt x="1381" y="1721"/>
                      <a:pt x="1383" y="1721"/>
                      <a:pt x="1385" y="1721"/>
                    </a:cubicBezTo>
                    <a:cubicBezTo>
                      <a:pt x="1387" y="1721"/>
                      <a:pt x="1389" y="1721"/>
                      <a:pt x="1390" y="1720"/>
                    </a:cubicBezTo>
                    <a:cubicBezTo>
                      <a:pt x="1392" y="1719"/>
                      <a:pt x="1392" y="1718"/>
                      <a:pt x="1392" y="1716"/>
                    </a:cubicBezTo>
                    <a:cubicBezTo>
                      <a:pt x="1393" y="1715"/>
                      <a:pt x="1393" y="1713"/>
                      <a:pt x="1394" y="1713"/>
                    </a:cubicBezTo>
                    <a:cubicBezTo>
                      <a:pt x="1396" y="1713"/>
                      <a:pt x="1397" y="1716"/>
                      <a:pt x="1397" y="1717"/>
                    </a:cubicBezTo>
                    <a:cubicBezTo>
                      <a:pt x="1398" y="1719"/>
                      <a:pt x="1398" y="1721"/>
                      <a:pt x="1397" y="1723"/>
                    </a:cubicBezTo>
                    <a:cubicBezTo>
                      <a:pt x="1397" y="1725"/>
                      <a:pt x="1396" y="1726"/>
                      <a:pt x="1395" y="1728"/>
                    </a:cubicBezTo>
                    <a:cubicBezTo>
                      <a:pt x="1395" y="1731"/>
                      <a:pt x="1395" y="1734"/>
                      <a:pt x="1397" y="1736"/>
                    </a:cubicBezTo>
                    <a:cubicBezTo>
                      <a:pt x="1399" y="1738"/>
                      <a:pt x="1401" y="1740"/>
                      <a:pt x="1403" y="1743"/>
                    </a:cubicBezTo>
                    <a:cubicBezTo>
                      <a:pt x="1403" y="1743"/>
                      <a:pt x="1403" y="1744"/>
                      <a:pt x="1404" y="1743"/>
                    </a:cubicBezTo>
                    <a:cubicBezTo>
                      <a:pt x="1404" y="1744"/>
                      <a:pt x="1405" y="1744"/>
                      <a:pt x="1405" y="1745"/>
                    </a:cubicBezTo>
                    <a:cubicBezTo>
                      <a:pt x="1405" y="1746"/>
                      <a:pt x="1406" y="1747"/>
                      <a:pt x="1406" y="1747"/>
                    </a:cubicBezTo>
                    <a:cubicBezTo>
                      <a:pt x="1407" y="1749"/>
                      <a:pt x="1408" y="1752"/>
                      <a:pt x="1408" y="17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5" name="Freeform 2496">
                <a:extLst>
                  <a:ext uri="{FF2B5EF4-FFF2-40B4-BE49-F238E27FC236}">
                    <a16:creationId xmlns:a16="http://schemas.microsoft.com/office/drawing/2014/main" id="{965682E2-AC2B-4400-8D3C-FEB7A4B66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4063"/>
                <a:ext cx="4" cy="4"/>
              </a:xfrm>
              <a:custGeom>
                <a:avLst/>
                <a:gdLst>
                  <a:gd name="T0" fmla="*/ 5 w 10"/>
                  <a:gd name="T1" fmla="*/ 1 h 9"/>
                  <a:gd name="T2" fmla="*/ 9 w 10"/>
                  <a:gd name="T3" fmla="*/ 4 h 9"/>
                  <a:gd name="T4" fmla="*/ 3 w 10"/>
                  <a:gd name="T5" fmla="*/ 7 h 9"/>
                  <a:gd name="T6" fmla="*/ 5 w 10"/>
                  <a:gd name="T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5" y="1"/>
                    </a:moveTo>
                    <a:cubicBezTo>
                      <a:pt x="7" y="0"/>
                      <a:pt x="10" y="1"/>
                      <a:pt x="9" y="4"/>
                    </a:cubicBezTo>
                    <a:cubicBezTo>
                      <a:pt x="8" y="6"/>
                      <a:pt x="5" y="9"/>
                      <a:pt x="3" y="7"/>
                    </a:cubicBezTo>
                    <a:cubicBezTo>
                      <a:pt x="0" y="4"/>
                      <a:pt x="3" y="2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6" name="Freeform 2497">
                <a:extLst>
                  <a:ext uri="{FF2B5EF4-FFF2-40B4-BE49-F238E27FC236}">
                    <a16:creationId xmlns:a16="http://schemas.microsoft.com/office/drawing/2014/main" id="{5BFD949E-09AF-470C-A5B7-9DFFED661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4097"/>
                <a:ext cx="4" cy="2"/>
              </a:xfrm>
              <a:custGeom>
                <a:avLst/>
                <a:gdLst>
                  <a:gd name="T0" fmla="*/ 1 w 9"/>
                  <a:gd name="T1" fmla="*/ 5 h 7"/>
                  <a:gd name="T2" fmla="*/ 1 w 9"/>
                  <a:gd name="T3" fmla="*/ 2 h 7"/>
                  <a:gd name="T4" fmla="*/ 6 w 9"/>
                  <a:gd name="T5" fmla="*/ 2 h 7"/>
                  <a:gd name="T6" fmla="*/ 1 w 9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1" y="5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5" y="0"/>
                      <a:pt x="6" y="2"/>
                    </a:cubicBezTo>
                    <a:cubicBezTo>
                      <a:pt x="9" y="4"/>
                      <a:pt x="2" y="7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7" name="Freeform 2498">
                <a:extLst>
                  <a:ext uri="{FF2B5EF4-FFF2-40B4-BE49-F238E27FC236}">
                    <a16:creationId xmlns:a16="http://schemas.microsoft.com/office/drawing/2014/main" id="{120B16A1-FC4E-4704-94F4-115CBD4C2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4114"/>
                <a:ext cx="3" cy="4"/>
              </a:xfrm>
              <a:custGeom>
                <a:avLst/>
                <a:gdLst>
                  <a:gd name="T0" fmla="*/ 3 w 8"/>
                  <a:gd name="T1" fmla="*/ 9 h 9"/>
                  <a:gd name="T2" fmla="*/ 1 w 8"/>
                  <a:gd name="T3" fmla="*/ 6 h 9"/>
                  <a:gd name="T4" fmla="*/ 4 w 8"/>
                  <a:gd name="T5" fmla="*/ 0 h 9"/>
                  <a:gd name="T6" fmla="*/ 7 w 8"/>
                  <a:gd name="T7" fmla="*/ 2 h 9"/>
                  <a:gd name="T8" fmla="*/ 5 w 8"/>
                  <a:gd name="T9" fmla="*/ 6 h 9"/>
                  <a:gd name="T10" fmla="*/ 3 w 8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2" y="9"/>
                      <a:pt x="1" y="7"/>
                      <a:pt x="1" y="6"/>
                    </a:cubicBezTo>
                    <a:cubicBezTo>
                      <a:pt x="0" y="4"/>
                      <a:pt x="2" y="1"/>
                      <a:pt x="4" y="0"/>
                    </a:cubicBez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6" y="5"/>
                      <a:pt x="5" y="6"/>
                    </a:cubicBezTo>
                    <a:cubicBezTo>
                      <a:pt x="5" y="7"/>
                      <a:pt x="4" y="9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8" name="Freeform 2499">
                <a:extLst>
                  <a:ext uri="{FF2B5EF4-FFF2-40B4-BE49-F238E27FC236}">
                    <a16:creationId xmlns:a16="http://schemas.microsoft.com/office/drawing/2014/main" id="{DE01316B-B047-4785-8F61-7160D258D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4112"/>
                <a:ext cx="3" cy="5"/>
              </a:xfrm>
              <a:custGeom>
                <a:avLst/>
                <a:gdLst>
                  <a:gd name="T0" fmla="*/ 1 w 7"/>
                  <a:gd name="T1" fmla="*/ 5 h 12"/>
                  <a:gd name="T2" fmla="*/ 1 w 7"/>
                  <a:gd name="T3" fmla="*/ 4 h 12"/>
                  <a:gd name="T4" fmla="*/ 5 w 7"/>
                  <a:gd name="T5" fmla="*/ 1 h 12"/>
                  <a:gd name="T6" fmla="*/ 7 w 7"/>
                  <a:gd name="T7" fmla="*/ 6 h 12"/>
                  <a:gd name="T8" fmla="*/ 4 w 7"/>
                  <a:gd name="T9" fmla="*/ 10 h 12"/>
                  <a:gd name="T10" fmla="*/ 1 w 7"/>
                  <a:gd name="T1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1" y="5"/>
                    </a:moveTo>
                    <a:cubicBezTo>
                      <a:pt x="1" y="5"/>
                      <a:pt x="1" y="5"/>
                      <a:pt x="1" y="4"/>
                    </a:cubicBezTo>
                    <a:cubicBezTo>
                      <a:pt x="0" y="2"/>
                      <a:pt x="2" y="1"/>
                      <a:pt x="5" y="1"/>
                    </a:cubicBezTo>
                    <a:cubicBezTo>
                      <a:pt x="7" y="0"/>
                      <a:pt x="7" y="4"/>
                      <a:pt x="7" y="6"/>
                    </a:cubicBezTo>
                    <a:cubicBezTo>
                      <a:pt x="7" y="7"/>
                      <a:pt x="6" y="12"/>
                      <a:pt x="4" y="10"/>
                    </a:cubicBezTo>
                    <a:cubicBezTo>
                      <a:pt x="2" y="9"/>
                      <a:pt x="2" y="7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9" name="Freeform 2500">
                <a:extLst>
                  <a:ext uri="{FF2B5EF4-FFF2-40B4-BE49-F238E27FC236}">
                    <a16:creationId xmlns:a16="http://schemas.microsoft.com/office/drawing/2014/main" id="{55B7AD48-EAA9-4F40-B96F-9844C6C20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4118"/>
                <a:ext cx="5" cy="7"/>
              </a:xfrm>
              <a:custGeom>
                <a:avLst/>
                <a:gdLst>
                  <a:gd name="T0" fmla="*/ 10 w 13"/>
                  <a:gd name="T1" fmla="*/ 10 h 16"/>
                  <a:gd name="T2" fmla="*/ 9 w 13"/>
                  <a:gd name="T3" fmla="*/ 10 h 16"/>
                  <a:gd name="T4" fmla="*/ 9 w 13"/>
                  <a:gd name="T5" fmla="*/ 11 h 16"/>
                  <a:gd name="T6" fmla="*/ 7 w 13"/>
                  <a:gd name="T7" fmla="*/ 13 h 16"/>
                  <a:gd name="T8" fmla="*/ 6 w 13"/>
                  <a:gd name="T9" fmla="*/ 15 h 16"/>
                  <a:gd name="T10" fmla="*/ 3 w 13"/>
                  <a:gd name="T11" fmla="*/ 15 h 16"/>
                  <a:gd name="T12" fmla="*/ 1 w 13"/>
                  <a:gd name="T13" fmla="*/ 10 h 16"/>
                  <a:gd name="T14" fmla="*/ 4 w 13"/>
                  <a:gd name="T15" fmla="*/ 7 h 16"/>
                  <a:gd name="T16" fmla="*/ 8 w 13"/>
                  <a:gd name="T17" fmla="*/ 2 h 16"/>
                  <a:gd name="T18" fmla="*/ 11 w 13"/>
                  <a:gd name="T19" fmla="*/ 0 h 16"/>
                  <a:gd name="T20" fmla="*/ 12 w 13"/>
                  <a:gd name="T21" fmla="*/ 1 h 16"/>
                  <a:gd name="T22" fmla="*/ 12 w 13"/>
                  <a:gd name="T23" fmla="*/ 4 h 16"/>
                  <a:gd name="T24" fmla="*/ 10 w 13"/>
                  <a:gd name="T25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6">
                    <a:moveTo>
                      <a:pt x="10" y="10"/>
                    </a:moveTo>
                    <a:cubicBezTo>
                      <a:pt x="10" y="10"/>
                      <a:pt x="10" y="10"/>
                      <a:pt x="9" y="10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8" y="11"/>
                      <a:pt x="7" y="12"/>
                      <a:pt x="7" y="13"/>
                    </a:cubicBezTo>
                    <a:cubicBezTo>
                      <a:pt x="7" y="14"/>
                      <a:pt x="7" y="14"/>
                      <a:pt x="6" y="15"/>
                    </a:cubicBezTo>
                    <a:cubicBezTo>
                      <a:pt x="5" y="16"/>
                      <a:pt x="4" y="16"/>
                      <a:pt x="3" y="15"/>
                    </a:cubicBezTo>
                    <a:cubicBezTo>
                      <a:pt x="1" y="14"/>
                      <a:pt x="0" y="12"/>
                      <a:pt x="1" y="10"/>
                    </a:cubicBezTo>
                    <a:cubicBezTo>
                      <a:pt x="1" y="9"/>
                      <a:pt x="3" y="8"/>
                      <a:pt x="4" y="7"/>
                    </a:cubicBezTo>
                    <a:cubicBezTo>
                      <a:pt x="6" y="5"/>
                      <a:pt x="6" y="3"/>
                      <a:pt x="8" y="2"/>
                    </a:cubicBezTo>
                    <a:cubicBezTo>
                      <a:pt x="9" y="1"/>
                      <a:pt x="10" y="1"/>
                      <a:pt x="11" y="0"/>
                    </a:cubicBezTo>
                    <a:cubicBezTo>
                      <a:pt x="11" y="0"/>
                      <a:pt x="12" y="0"/>
                      <a:pt x="12" y="1"/>
                    </a:cubicBezTo>
                    <a:cubicBezTo>
                      <a:pt x="13" y="1"/>
                      <a:pt x="13" y="3"/>
                      <a:pt x="12" y="4"/>
                    </a:cubicBezTo>
                    <a:cubicBezTo>
                      <a:pt x="12" y="5"/>
                      <a:pt x="11" y="9"/>
                      <a:pt x="10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0" name="Freeform 2501">
                <a:extLst>
                  <a:ext uri="{FF2B5EF4-FFF2-40B4-BE49-F238E27FC236}">
                    <a16:creationId xmlns:a16="http://schemas.microsoft.com/office/drawing/2014/main" id="{3955F661-2B5A-4644-9738-6C0879AEA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3988"/>
                <a:ext cx="6" cy="14"/>
              </a:xfrm>
              <a:custGeom>
                <a:avLst/>
                <a:gdLst>
                  <a:gd name="T0" fmla="*/ 8 w 16"/>
                  <a:gd name="T1" fmla="*/ 11 h 35"/>
                  <a:gd name="T2" fmla="*/ 4 w 16"/>
                  <a:gd name="T3" fmla="*/ 3 h 35"/>
                  <a:gd name="T4" fmla="*/ 9 w 16"/>
                  <a:gd name="T5" fmla="*/ 1 h 35"/>
                  <a:gd name="T6" fmla="*/ 15 w 16"/>
                  <a:gd name="T7" fmla="*/ 8 h 35"/>
                  <a:gd name="T8" fmla="*/ 14 w 16"/>
                  <a:gd name="T9" fmla="*/ 15 h 35"/>
                  <a:gd name="T10" fmla="*/ 9 w 16"/>
                  <a:gd name="T11" fmla="*/ 20 h 35"/>
                  <a:gd name="T12" fmla="*/ 11 w 16"/>
                  <a:gd name="T13" fmla="*/ 26 h 35"/>
                  <a:gd name="T14" fmla="*/ 9 w 16"/>
                  <a:gd name="T15" fmla="*/ 32 h 35"/>
                  <a:gd name="T16" fmla="*/ 3 w 16"/>
                  <a:gd name="T17" fmla="*/ 28 h 35"/>
                  <a:gd name="T18" fmla="*/ 1 w 16"/>
                  <a:gd name="T19" fmla="*/ 22 h 35"/>
                  <a:gd name="T20" fmla="*/ 8 w 16"/>
                  <a:gd name="T21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35">
                    <a:moveTo>
                      <a:pt x="8" y="11"/>
                    </a:moveTo>
                    <a:cubicBezTo>
                      <a:pt x="7" y="8"/>
                      <a:pt x="4" y="7"/>
                      <a:pt x="4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2" y="2"/>
                      <a:pt x="14" y="5"/>
                      <a:pt x="15" y="8"/>
                    </a:cubicBezTo>
                    <a:cubicBezTo>
                      <a:pt x="16" y="10"/>
                      <a:pt x="16" y="13"/>
                      <a:pt x="14" y="15"/>
                    </a:cubicBezTo>
                    <a:cubicBezTo>
                      <a:pt x="13" y="17"/>
                      <a:pt x="9" y="17"/>
                      <a:pt x="9" y="20"/>
                    </a:cubicBezTo>
                    <a:cubicBezTo>
                      <a:pt x="8" y="22"/>
                      <a:pt x="11" y="24"/>
                      <a:pt x="11" y="26"/>
                    </a:cubicBezTo>
                    <a:cubicBezTo>
                      <a:pt x="11" y="28"/>
                      <a:pt x="11" y="31"/>
                      <a:pt x="9" y="32"/>
                    </a:cubicBezTo>
                    <a:cubicBezTo>
                      <a:pt x="6" y="35"/>
                      <a:pt x="4" y="31"/>
                      <a:pt x="3" y="28"/>
                    </a:cubicBezTo>
                    <a:cubicBezTo>
                      <a:pt x="2" y="27"/>
                      <a:pt x="0" y="24"/>
                      <a:pt x="1" y="22"/>
                    </a:cubicBezTo>
                    <a:cubicBezTo>
                      <a:pt x="2" y="17"/>
                      <a:pt x="9" y="17"/>
                      <a:pt x="8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1" name="Freeform 2502">
                <a:extLst>
                  <a:ext uri="{FF2B5EF4-FFF2-40B4-BE49-F238E27FC236}">
                    <a16:creationId xmlns:a16="http://schemas.microsoft.com/office/drawing/2014/main" id="{F68F04D7-7B2D-47E8-A40E-19BCFB842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3994"/>
                <a:ext cx="4" cy="5"/>
              </a:xfrm>
              <a:custGeom>
                <a:avLst/>
                <a:gdLst>
                  <a:gd name="T0" fmla="*/ 3 w 8"/>
                  <a:gd name="T1" fmla="*/ 11 h 12"/>
                  <a:gd name="T2" fmla="*/ 0 w 8"/>
                  <a:gd name="T3" fmla="*/ 7 h 12"/>
                  <a:gd name="T4" fmla="*/ 3 w 8"/>
                  <a:gd name="T5" fmla="*/ 2 h 12"/>
                  <a:gd name="T6" fmla="*/ 3 w 8"/>
                  <a:gd name="T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3" y="11"/>
                    </a:moveTo>
                    <a:cubicBezTo>
                      <a:pt x="2" y="11"/>
                      <a:pt x="0" y="9"/>
                      <a:pt x="0" y="7"/>
                    </a:cubicBezTo>
                    <a:cubicBezTo>
                      <a:pt x="0" y="5"/>
                      <a:pt x="2" y="3"/>
                      <a:pt x="3" y="2"/>
                    </a:cubicBezTo>
                    <a:cubicBezTo>
                      <a:pt x="7" y="0"/>
                      <a:pt x="8" y="12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2" name="Freeform 2503">
                <a:extLst>
                  <a:ext uri="{FF2B5EF4-FFF2-40B4-BE49-F238E27FC236}">
                    <a16:creationId xmlns:a16="http://schemas.microsoft.com/office/drawing/2014/main" id="{8C80BA7B-81A8-411A-973F-5EF0265BB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3985"/>
                <a:ext cx="30" cy="24"/>
              </a:xfrm>
              <a:custGeom>
                <a:avLst/>
                <a:gdLst>
                  <a:gd name="T0" fmla="*/ 43 w 73"/>
                  <a:gd name="T1" fmla="*/ 40 h 60"/>
                  <a:gd name="T2" fmla="*/ 28 w 73"/>
                  <a:gd name="T3" fmla="*/ 45 h 60"/>
                  <a:gd name="T4" fmla="*/ 17 w 73"/>
                  <a:gd name="T5" fmla="*/ 58 h 60"/>
                  <a:gd name="T6" fmla="*/ 3 w 73"/>
                  <a:gd name="T7" fmla="*/ 55 h 60"/>
                  <a:gd name="T8" fmla="*/ 8 w 73"/>
                  <a:gd name="T9" fmla="*/ 41 h 60"/>
                  <a:gd name="T10" fmla="*/ 22 w 73"/>
                  <a:gd name="T11" fmla="*/ 27 h 60"/>
                  <a:gd name="T12" fmla="*/ 42 w 73"/>
                  <a:gd name="T13" fmla="*/ 23 h 60"/>
                  <a:gd name="T14" fmla="*/ 56 w 73"/>
                  <a:gd name="T15" fmla="*/ 11 h 60"/>
                  <a:gd name="T16" fmla="*/ 69 w 73"/>
                  <a:gd name="T17" fmla="*/ 3 h 60"/>
                  <a:gd name="T18" fmla="*/ 66 w 73"/>
                  <a:gd name="T19" fmla="*/ 20 h 60"/>
                  <a:gd name="T20" fmla="*/ 53 w 73"/>
                  <a:gd name="T21" fmla="*/ 34 h 60"/>
                  <a:gd name="T22" fmla="*/ 43 w 73"/>
                  <a:gd name="T23" fmla="*/ 4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60">
                    <a:moveTo>
                      <a:pt x="43" y="40"/>
                    </a:moveTo>
                    <a:cubicBezTo>
                      <a:pt x="38" y="42"/>
                      <a:pt x="32" y="41"/>
                      <a:pt x="28" y="45"/>
                    </a:cubicBezTo>
                    <a:cubicBezTo>
                      <a:pt x="24" y="49"/>
                      <a:pt x="22" y="56"/>
                      <a:pt x="17" y="58"/>
                    </a:cubicBezTo>
                    <a:cubicBezTo>
                      <a:pt x="12" y="60"/>
                      <a:pt x="5" y="60"/>
                      <a:pt x="3" y="55"/>
                    </a:cubicBezTo>
                    <a:cubicBezTo>
                      <a:pt x="0" y="51"/>
                      <a:pt x="6" y="44"/>
                      <a:pt x="8" y="41"/>
                    </a:cubicBezTo>
                    <a:cubicBezTo>
                      <a:pt x="12" y="35"/>
                      <a:pt x="16" y="29"/>
                      <a:pt x="22" y="27"/>
                    </a:cubicBezTo>
                    <a:cubicBezTo>
                      <a:pt x="28" y="24"/>
                      <a:pt x="35" y="24"/>
                      <a:pt x="42" y="23"/>
                    </a:cubicBezTo>
                    <a:cubicBezTo>
                      <a:pt x="48" y="21"/>
                      <a:pt x="52" y="16"/>
                      <a:pt x="56" y="11"/>
                    </a:cubicBezTo>
                    <a:cubicBezTo>
                      <a:pt x="59" y="8"/>
                      <a:pt x="65" y="0"/>
                      <a:pt x="69" y="3"/>
                    </a:cubicBezTo>
                    <a:cubicBezTo>
                      <a:pt x="73" y="7"/>
                      <a:pt x="69" y="17"/>
                      <a:pt x="66" y="20"/>
                    </a:cubicBezTo>
                    <a:cubicBezTo>
                      <a:pt x="62" y="24"/>
                      <a:pt x="58" y="30"/>
                      <a:pt x="53" y="34"/>
                    </a:cubicBezTo>
                    <a:cubicBezTo>
                      <a:pt x="50" y="37"/>
                      <a:pt x="46" y="39"/>
                      <a:pt x="43" y="4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3" name="Freeform 2504">
                <a:extLst>
                  <a:ext uri="{FF2B5EF4-FFF2-40B4-BE49-F238E27FC236}">
                    <a16:creationId xmlns:a16="http://schemas.microsoft.com/office/drawing/2014/main" id="{0A5D3493-EA71-40F7-856F-89B33E0CB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3965"/>
                <a:ext cx="40" cy="21"/>
              </a:xfrm>
              <a:custGeom>
                <a:avLst/>
                <a:gdLst>
                  <a:gd name="T0" fmla="*/ 23 w 98"/>
                  <a:gd name="T1" fmla="*/ 30 h 50"/>
                  <a:gd name="T2" fmla="*/ 13 w 98"/>
                  <a:gd name="T3" fmla="*/ 40 h 50"/>
                  <a:gd name="T4" fmla="*/ 4 w 98"/>
                  <a:gd name="T5" fmla="*/ 41 h 50"/>
                  <a:gd name="T6" fmla="*/ 2 w 98"/>
                  <a:gd name="T7" fmla="*/ 30 h 50"/>
                  <a:gd name="T8" fmla="*/ 12 w 98"/>
                  <a:gd name="T9" fmla="*/ 20 h 50"/>
                  <a:gd name="T10" fmla="*/ 23 w 98"/>
                  <a:gd name="T11" fmla="*/ 9 h 50"/>
                  <a:gd name="T12" fmla="*/ 43 w 98"/>
                  <a:gd name="T13" fmla="*/ 2 h 50"/>
                  <a:gd name="T14" fmla="*/ 54 w 98"/>
                  <a:gd name="T15" fmla="*/ 4 h 50"/>
                  <a:gd name="T16" fmla="*/ 63 w 98"/>
                  <a:gd name="T17" fmla="*/ 12 h 50"/>
                  <a:gd name="T18" fmla="*/ 74 w 98"/>
                  <a:gd name="T19" fmla="*/ 14 h 50"/>
                  <a:gd name="T20" fmla="*/ 80 w 98"/>
                  <a:gd name="T21" fmla="*/ 8 h 50"/>
                  <a:gd name="T22" fmla="*/ 93 w 98"/>
                  <a:gd name="T23" fmla="*/ 12 h 50"/>
                  <a:gd name="T24" fmla="*/ 79 w 98"/>
                  <a:gd name="T25" fmla="*/ 29 h 50"/>
                  <a:gd name="T26" fmla="*/ 59 w 98"/>
                  <a:gd name="T27" fmla="*/ 49 h 50"/>
                  <a:gd name="T28" fmla="*/ 47 w 98"/>
                  <a:gd name="T29" fmla="*/ 44 h 50"/>
                  <a:gd name="T30" fmla="*/ 23 w 98"/>
                  <a:gd name="T31" fmla="*/ 3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50">
                    <a:moveTo>
                      <a:pt x="23" y="30"/>
                    </a:moveTo>
                    <a:cubicBezTo>
                      <a:pt x="20" y="34"/>
                      <a:pt x="18" y="37"/>
                      <a:pt x="13" y="40"/>
                    </a:cubicBezTo>
                    <a:cubicBezTo>
                      <a:pt x="11" y="42"/>
                      <a:pt x="7" y="44"/>
                      <a:pt x="4" y="41"/>
                    </a:cubicBezTo>
                    <a:cubicBezTo>
                      <a:pt x="1" y="39"/>
                      <a:pt x="0" y="33"/>
                      <a:pt x="2" y="30"/>
                    </a:cubicBezTo>
                    <a:cubicBezTo>
                      <a:pt x="4" y="26"/>
                      <a:pt x="9" y="24"/>
                      <a:pt x="12" y="20"/>
                    </a:cubicBezTo>
                    <a:cubicBezTo>
                      <a:pt x="16" y="16"/>
                      <a:pt x="19" y="12"/>
                      <a:pt x="23" y="9"/>
                    </a:cubicBezTo>
                    <a:cubicBezTo>
                      <a:pt x="30" y="5"/>
                      <a:pt x="35" y="2"/>
                      <a:pt x="43" y="2"/>
                    </a:cubicBezTo>
                    <a:cubicBezTo>
                      <a:pt x="47" y="2"/>
                      <a:pt x="51" y="2"/>
                      <a:pt x="54" y="4"/>
                    </a:cubicBezTo>
                    <a:cubicBezTo>
                      <a:pt x="58" y="6"/>
                      <a:pt x="60" y="9"/>
                      <a:pt x="63" y="12"/>
                    </a:cubicBezTo>
                    <a:cubicBezTo>
                      <a:pt x="66" y="14"/>
                      <a:pt x="70" y="14"/>
                      <a:pt x="74" y="14"/>
                    </a:cubicBezTo>
                    <a:cubicBezTo>
                      <a:pt x="78" y="14"/>
                      <a:pt x="79" y="12"/>
                      <a:pt x="80" y="8"/>
                    </a:cubicBezTo>
                    <a:cubicBezTo>
                      <a:pt x="84" y="0"/>
                      <a:pt x="91" y="6"/>
                      <a:pt x="93" y="12"/>
                    </a:cubicBezTo>
                    <a:cubicBezTo>
                      <a:pt x="98" y="22"/>
                      <a:pt x="85" y="23"/>
                      <a:pt x="79" y="29"/>
                    </a:cubicBezTo>
                    <a:cubicBezTo>
                      <a:pt x="73" y="35"/>
                      <a:pt x="68" y="45"/>
                      <a:pt x="59" y="49"/>
                    </a:cubicBezTo>
                    <a:cubicBezTo>
                      <a:pt x="55" y="50"/>
                      <a:pt x="50" y="47"/>
                      <a:pt x="47" y="44"/>
                    </a:cubicBezTo>
                    <a:cubicBezTo>
                      <a:pt x="43" y="40"/>
                      <a:pt x="30" y="23"/>
                      <a:pt x="23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4" name="Freeform 2505">
                <a:extLst>
                  <a:ext uri="{FF2B5EF4-FFF2-40B4-BE49-F238E27FC236}">
                    <a16:creationId xmlns:a16="http://schemas.microsoft.com/office/drawing/2014/main" id="{528C0EC2-94D6-41B2-9D41-E38657D48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3903"/>
                <a:ext cx="4" cy="3"/>
              </a:xfrm>
              <a:custGeom>
                <a:avLst/>
                <a:gdLst>
                  <a:gd name="T0" fmla="*/ 4 w 9"/>
                  <a:gd name="T1" fmla="*/ 0 h 7"/>
                  <a:gd name="T2" fmla="*/ 5 w 9"/>
                  <a:gd name="T3" fmla="*/ 0 h 7"/>
                  <a:gd name="T4" fmla="*/ 8 w 9"/>
                  <a:gd name="T5" fmla="*/ 5 h 7"/>
                  <a:gd name="T6" fmla="*/ 2 w 9"/>
                  <a:gd name="T7" fmla="*/ 6 h 7"/>
                  <a:gd name="T8" fmla="*/ 0 w 9"/>
                  <a:gd name="T9" fmla="*/ 3 h 7"/>
                  <a:gd name="T10" fmla="*/ 2 w 9"/>
                  <a:gd name="T11" fmla="*/ 0 h 7"/>
                  <a:gd name="T12" fmla="*/ 4 w 9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5" name="Freeform 2506">
                <a:extLst>
                  <a:ext uri="{FF2B5EF4-FFF2-40B4-BE49-F238E27FC236}">
                    <a16:creationId xmlns:a16="http://schemas.microsoft.com/office/drawing/2014/main" id="{EB8B9B10-B9AD-46F2-8607-D818ECB4F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3897"/>
                <a:ext cx="7" cy="8"/>
              </a:xfrm>
              <a:custGeom>
                <a:avLst/>
                <a:gdLst>
                  <a:gd name="T0" fmla="*/ 5 w 17"/>
                  <a:gd name="T1" fmla="*/ 0 h 19"/>
                  <a:gd name="T2" fmla="*/ 15 w 17"/>
                  <a:gd name="T3" fmla="*/ 2 h 19"/>
                  <a:gd name="T4" fmla="*/ 16 w 17"/>
                  <a:gd name="T5" fmla="*/ 10 h 19"/>
                  <a:gd name="T6" fmla="*/ 6 w 17"/>
                  <a:gd name="T7" fmla="*/ 13 h 19"/>
                  <a:gd name="T8" fmla="*/ 3 w 17"/>
                  <a:gd name="T9" fmla="*/ 5 h 19"/>
                  <a:gd name="T10" fmla="*/ 5 w 17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9">
                    <a:moveTo>
                      <a:pt x="5" y="0"/>
                    </a:moveTo>
                    <a:cubicBezTo>
                      <a:pt x="8" y="0"/>
                      <a:pt x="13" y="1"/>
                      <a:pt x="15" y="2"/>
                    </a:cubicBezTo>
                    <a:cubicBezTo>
                      <a:pt x="17" y="4"/>
                      <a:pt x="16" y="8"/>
                      <a:pt x="16" y="10"/>
                    </a:cubicBezTo>
                    <a:cubicBezTo>
                      <a:pt x="17" y="18"/>
                      <a:pt x="9" y="19"/>
                      <a:pt x="6" y="13"/>
                    </a:cubicBezTo>
                    <a:cubicBezTo>
                      <a:pt x="4" y="10"/>
                      <a:pt x="6" y="8"/>
                      <a:pt x="3" y="5"/>
                    </a:cubicBezTo>
                    <a:cubicBezTo>
                      <a:pt x="0" y="2"/>
                      <a:pt x="0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6" name="Freeform 2507">
                <a:extLst>
                  <a:ext uri="{FF2B5EF4-FFF2-40B4-BE49-F238E27FC236}">
                    <a16:creationId xmlns:a16="http://schemas.microsoft.com/office/drawing/2014/main" id="{7C4619BD-E0A4-474E-B002-C38A058B3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3895"/>
                <a:ext cx="7" cy="5"/>
              </a:xfrm>
              <a:custGeom>
                <a:avLst/>
                <a:gdLst>
                  <a:gd name="T0" fmla="*/ 13 w 19"/>
                  <a:gd name="T1" fmla="*/ 12 h 12"/>
                  <a:gd name="T2" fmla="*/ 2 w 19"/>
                  <a:gd name="T3" fmla="*/ 7 h 12"/>
                  <a:gd name="T4" fmla="*/ 7 w 19"/>
                  <a:gd name="T5" fmla="*/ 1 h 12"/>
                  <a:gd name="T6" fmla="*/ 16 w 19"/>
                  <a:gd name="T7" fmla="*/ 6 h 12"/>
                  <a:gd name="T8" fmla="*/ 13 w 19"/>
                  <a:gd name="T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3" y="12"/>
                    </a:moveTo>
                    <a:cubicBezTo>
                      <a:pt x="10" y="11"/>
                      <a:pt x="4" y="11"/>
                      <a:pt x="2" y="7"/>
                    </a:cubicBezTo>
                    <a:cubicBezTo>
                      <a:pt x="0" y="3"/>
                      <a:pt x="3" y="0"/>
                      <a:pt x="7" y="1"/>
                    </a:cubicBezTo>
                    <a:cubicBezTo>
                      <a:pt x="10" y="2"/>
                      <a:pt x="13" y="5"/>
                      <a:pt x="16" y="6"/>
                    </a:cubicBezTo>
                    <a:cubicBezTo>
                      <a:pt x="19" y="9"/>
                      <a:pt x="17" y="11"/>
                      <a:pt x="13" y="10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7" name="Freeform 2508">
                <a:extLst>
                  <a:ext uri="{FF2B5EF4-FFF2-40B4-BE49-F238E27FC236}">
                    <a16:creationId xmlns:a16="http://schemas.microsoft.com/office/drawing/2014/main" id="{4A907B3A-B57A-41F0-B624-061FA558E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893"/>
                <a:ext cx="30" cy="46"/>
              </a:xfrm>
              <a:custGeom>
                <a:avLst/>
                <a:gdLst>
                  <a:gd name="T0" fmla="*/ 9 w 75"/>
                  <a:gd name="T1" fmla="*/ 27 h 113"/>
                  <a:gd name="T2" fmla="*/ 0 w 75"/>
                  <a:gd name="T3" fmla="*/ 13 h 113"/>
                  <a:gd name="T4" fmla="*/ 13 w 75"/>
                  <a:gd name="T5" fmla="*/ 5 h 113"/>
                  <a:gd name="T6" fmla="*/ 28 w 75"/>
                  <a:gd name="T7" fmla="*/ 1 h 113"/>
                  <a:gd name="T8" fmla="*/ 47 w 75"/>
                  <a:gd name="T9" fmla="*/ 3 h 113"/>
                  <a:gd name="T10" fmla="*/ 62 w 75"/>
                  <a:gd name="T11" fmla="*/ 9 h 113"/>
                  <a:gd name="T12" fmla="*/ 62 w 75"/>
                  <a:gd name="T13" fmla="*/ 26 h 113"/>
                  <a:gd name="T14" fmla="*/ 69 w 75"/>
                  <a:gd name="T15" fmla="*/ 37 h 113"/>
                  <a:gd name="T16" fmla="*/ 69 w 75"/>
                  <a:gd name="T17" fmla="*/ 49 h 113"/>
                  <a:gd name="T18" fmla="*/ 73 w 75"/>
                  <a:gd name="T19" fmla="*/ 61 h 113"/>
                  <a:gd name="T20" fmla="*/ 69 w 75"/>
                  <a:gd name="T21" fmla="*/ 75 h 113"/>
                  <a:gd name="T22" fmla="*/ 68 w 75"/>
                  <a:gd name="T23" fmla="*/ 88 h 113"/>
                  <a:gd name="T24" fmla="*/ 61 w 75"/>
                  <a:gd name="T25" fmla="*/ 99 h 113"/>
                  <a:gd name="T26" fmla="*/ 55 w 75"/>
                  <a:gd name="T27" fmla="*/ 104 h 113"/>
                  <a:gd name="T28" fmla="*/ 52 w 75"/>
                  <a:gd name="T29" fmla="*/ 110 h 113"/>
                  <a:gd name="T30" fmla="*/ 38 w 75"/>
                  <a:gd name="T31" fmla="*/ 106 h 113"/>
                  <a:gd name="T32" fmla="*/ 23 w 75"/>
                  <a:gd name="T33" fmla="*/ 97 h 113"/>
                  <a:gd name="T34" fmla="*/ 27 w 75"/>
                  <a:gd name="T35" fmla="*/ 82 h 113"/>
                  <a:gd name="T36" fmla="*/ 39 w 75"/>
                  <a:gd name="T37" fmla="*/ 73 h 113"/>
                  <a:gd name="T38" fmla="*/ 38 w 75"/>
                  <a:gd name="T39" fmla="*/ 57 h 113"/>
                  <a:gd name="T40" fmla="*/ 31 w 75"/>
                  <a:gd name="T41" fmla="*/ 45 h 113"/>
                  <a:gd name="T42" fmla="*/ 22 w 75"/>
                  <a:gd name="T43" fmla="*/ 35 h 113"/>
                  <a:gd name="T44" fmla="*/ 9 w 75"/>
                  <a:gd name="T45" fmla="*/ 2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113">
                    <a:moveTo>
                      <a:pt x="9" y="27"/>
                    </a:moveTo>
                    <a:cubicBezTo>
                      <a:pt x="4" y="25"/>
                      <a:pt x="0" y="19"/>
                      <a:pt x="0" y="13"/>
                    </a:cubicBezTo>
                    <a:cubicBezTo>
                      <a:pt x="0" y="6"/>
                      <a:pt x="8" y="6"/>
                      <a:pt x="13" y="5"/>
                    </a:cubicBezTo>
                    <a:cubicBezTo>
                      <a:pt x="18" y="4"/>
                      <a:pt x="23" y="2"/>
                      <a:pt x="28" y="1"/>
                    </a:cubicBezTo>
                    <a:cubicBezTo>
                      <a:pt x="35" y="0"/>
                      <a:pt x="41" y="1"/>
                      <a:pt x="47" y="3"/>
                    </a:cubicBezTo>
                    <a:cubicBezTo>
                      <a:pt x="52" y="4"/>
                      <a:pt x="59" y="5"/>
                      <a:pt x="62" y="9"/>
                    </a:cubicBezTo>
                    <a:cubicBezTo>
                      <a:pt x="66" y="13"/>
                      <a:pt x="61" y="20"/>
                      <a:pt x="62" y="26"/>
                    </a:cubicBezTo>
                    <a:cubicBezTo>
                      <a:pt x="63" y="30"/>
                      <a:pt x="69" y="32"/>
                      <a:pt x="69" y="37"/>
                    </a:cubicBezTo>
                    <a:cubicBezTo>
                      <a:pt x="68" y="42"/>
                      <a:pt x="65" y="45"/>
                      <a:pt x="69" y="49"/>
                    </a:cubicBezTo>
                    <a:cubicBezTo>
                      <a:pt x="73" y="53"/>
                      <a:pt x="75" y="56"/>
                      <a:pt x="73" y="61"/>
                    </a:cubicBezTo>
                    <a:cubicBezTo>
                      <a:pt x="72" y="66"/>
                      <a:pt x="71" y="70"/>
                      <a:pt x="69" y="75"/>
                    </a:cubicBezTo>
                    <a:cubicBezTo>
                      <a:pt x="67" y="80"/>
                      <a:pt x="68" y="83"/>
                      <a:pt x="68" y="88"/>
                    </a:cubicBezTo>
                    <a:cubicBezTo>
                      <a:pt x="69" y="95"/>
                      <a:pt x="65" y="96"/>
                      <a:pt x="61" y="99"/>
                    </a:cubicBezTo>
                    <a:cubicBezTo>
                      <a:pt x="58" y="100"/>
                      <a:pt x="56" y="102"/>
                      <a:pt x="55" y="104"/>
                    </a:cubicBezTo>
                    <a:cubicBezTo>
                      <a:pt x="54" y="106"/>
                      <a:pt x="53" y="109"/>
                      <a:pt x="52" y="110"/>
                    </a:cubicBezTo>
                    <a:cubicBezTo>
                      <a:pt x="47" y="113"/>
                      <a:pt x="41" y="108"/>
                      <a:pt x="38" y="106"/>
                    </a:cubicBezTo>
                    <a:cubicBezTo>
                      <a:pt x="33" y="103"/>
                      <a:pt x="27" y="102"/>
                      <a:pt x="23" y="97"/>
                    </a:cubicBezTo>
                    <a:cubicBezTo>
                      <a:pt x="19" y="92"/>
                      <a:pt x="20" y="85"/>
                      <a:pt x="27" y="82"/>
                    </a:cubicBezTo>
                    <a:cubicBezTo>
                      <a:pt x="32" y="80"/>
                      <a:pt x="38" y="80"/>
                      <a:pt x="39" y="73"/>
                    </a:cubicBezTo>
                    <a:cubicBezTo>
                      <a:pt x="40" y="68"/>
                      <a:pt x="39" y="62"/>
                      <a:pt x="38" y="57"/>
                    </a:cubicBezTo>
                    <a:cubicBezTo>
                      <a:pt x="37" y="52"/>
                      <a:pt x="34" y="48"/>
                      <a:pt x="31" y="45"/>
                    </a:cubicBezTo>
                    <a:cubicBezTo>
                      <a:pt x="27" y="42"/>
                      <a:pt x="25" y="38"/>
                      <a:pt x="22" y="35"/>
                    </a:cubicBezTo>
                    <a:cubicBezTo>
                      <a:pt x="18" y="32"/>
                      <a:pt x="14" y="29"/>
                      <a:pt x="9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8" name="Freeform 2509">
                <a:extLst>
                  <a:ext uri="{FF2B5EF4-FFF2-40B4-BE49-F238E27FC236}">
                    <a16:creationId xmlns:a16="http://schemas.microsoft.com/office/drawing/2014/main" id="{C0E19597-89BA-4A12-A626-7412BCC6E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3758"/>
                <a:ext cx="11" cy="7"/>
              </a:xfrm>
              <a:custGeom>
                <a:avLst/>
                <a:gdLst>
                  <a:gd name="T0" fmla="*/ 24 w 26"/>
                  <a:gd name="T1" fmla="*/ 7 h 17"/>
                  <a:gd name="T2" fmla="*/ 17 w 26"/>
                  <a:gd name="T3" fmla="*/ 17 h 17"/>
                  <a:gd name="T4" fmla="*/ 6 w 26"/>
                  <a:gd name="T5" fmla="*/ 11 h 17"/>
                  <a:gd name="T6" fmla="*/ 24 w 26"/>
                  <a:gd name="T7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24" y="7"/>
                    </a:moveTo>
                    <a:cubicBezTo>
                      <a:pt x="26" y="12"/>
                      <a:pt x="23" y="17"/>
                      <a:pt x="17" y="17"/>
                    </a:cubicBezTo>
                    <a:cubicBezTo>
                      <a:pt x="14" y="17"/>
                      <a:pt x="8" y="14"/>
                      <a:pt x="6" y="11"/>
                    </a:cubicBezTo>
                    <a:cubicBezTo>
                      <a:pt x="0" y="4"/>
                      <a:pt x="20" y="0"/>
                      <a:pt x="2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9" name="Freeform 2510">
                <a:extLst>
                  <a:ext uri="{FF2B5EF4-FFF2-40B4-BE49-F238E27FC236}">
                    <a16:creationId xmlns:a16="http://schemas.microsoft.com/office/drawing/2014/main" id="{8E4FB0BD-9A18-4852-8660-A9E2352BA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3719"/>
                <a:ext cx="30" cy="16"/>
              </a:xfrm>
              <a:custGeom>
                <a:avLst/>
                <a:gdLst>
                  <a:gd name="T0" fmla="*/ 10 w 74"/>
                  <a:gd name="T1" fmla="*/ 20 h 39"/>
                  <a:gd name="T2" fmla="*/ 25 w 74"/>
                  <a:gd name="T3" fmla="*/ 13 h 39"/>
                  <a:gd name="T4" fmla="*/ 41 w 74"/>
                  <a:gd name="T5" fmla="*/ 4 h 39"/>
                  <a:gd name="T6" fmla="*/ 57 w 74"/>
                  <a:gd name="T7" fmla="*/ 2 h 39"/>
                  <a:gd name="T8" fmla="*/ 62 w 74"/>
                  <a:gd name="T9" fmla="*/ 14 h 39"/>
                  <a:gd name="T10" fmla="*/ 68 w 74"/>
                  <a:gd name="T11" fmla="*/ 23 h 39"/>
                  <a:gd name="T12" fmla="*/ 61 w 74"/>
                  <a:gd name="T13" fmla="*/ 25 h 39"/>
                  <a:gd name="T14" fmla="*/ 48 w 74"/>
                  <a:gd name="T15" fmla="*/ 32 h 39"/>
                  <a:gd name="T16" fmla="*/ 16 w 74"/>
                  <a:gd name="T17" fmla="*/ 36 h 39"/>
                  <a:gd name="T18" fmla="*/ 1 w 74"/>
                  <a:gd name="T19" fmla="*/ 28 h 39"/>
                  <a:gd name="T20" fmla="*/ 10 w 74"/>
                  <a:gd name="T2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39">
                    <a:moveTo>
                      <a:pt x="10" y="20"/>
                    </a:moveTo>
                    <a:cubicBezTo>
                      <a:pt x="15" y="18"/>
                      <a:pt x="20" y="15"/>
                      <a:pt x="25" y="13"/>
                    </a:cubicBezTo>
                    <a:cubicBezTo>
                      <a:pt x="31" y="10"/>
                      <a:pt x="36" y="7"/>
                      <a:pt x="41" y="4"/>
                    </a:cubicBezTo>
                    <a:cubicBezTo>
                      <a:pt x="46" y="0"/>
                      <a:pt x="52" y="0"/>
                      <a:pt x="57" y="2"/>
                    </a:cubicBezTo>
                    <a:cubicBezTo>
                      <a:pt x="64" y="4"/>
                      <a:pt x="59" y="9"/>
                      <a:pt x="62" y="14"/>
                    </a:cubicBezTo>
                    <a:cubicBezTo>
                      <a:pt x="65" y="18"/>
                      <a:pt x="74" y="17"/>
                      <a:pt x="68" y="23"/>
                    </a:cubicBezTo>
                    <a:cubicBezTo>
                      <a:pt x="66" y="25"/>
                      <a:pt x="63" y="25"/>
                      <a:pt x="61" y="25"/>
                    </a:cubicBezTo>
                    <a:cubicBezTo>
                      <a:pt x="56" y="27"/>
                      <a:pt x="52" y="29"/>
                      <a:pt x="48" y="32"/>
                    </a:cubicBezTo>
                    <a:cubicBezTo>
                      <a:pt x="40" y="38"/>
                      <a:pt x="26" y="39"/>
                      <a:pt x="16" y="36"/>
                    </a:cubicBezTo>
                    <a:cubicBezTo>
                      <a:pt x="11" y="35"/>
                      <a:pt x="3" y="33"/>
                      <a:pt x="1" y="28"/>
                    </a:cubicBezTo>
                    <a:cubicBezTo>
                      <a:pt x="0" y="23"/>
                      <a:pt x="6" y="21"/>
                      <a:pt x="10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0" name="Freeform 2511">
                <a:extLst>
                  <a:ext uri="{FF2B5EF4-FFF2-40B4-BE49-F238E27FC236}">
                    <a16:creationId xmlns:a16="http://schemas.microsoft.com/office/drawing/2014/main" id="{1556EAC5-1923-42BE-A226-332057A97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3804"/>
                <a:ext cx="69" cy="43"/>
              </a:xfrm>
              <a:custGeom>
                <a:avLst/>
                <a:gdLst>
                  <a:gd name="T0" fmla="*/ 65 w 170"/>
                  <a:gd name="T1" fmla="*/ 48 h 105"/>
                  <a:gd name="T2" fmla="*/ 71 w 170"/>
                  <a:gd name="T3" fmla="*/ 46 h 105"/>
                  <a:gd name="T4" fmla="*/ 88 w 170"/>
                  <a:gd name="T5" fmla="*/ 44 h 105"/>
                  <a:gd name="T6" fmla="*/ 90 w 170"/>
                  <a:gd name="T7" fmla="*/ 59 h 105"/>
                  <a:gd name="T8" fmla="*/ 77 w 170"/>
                  <a:gd name="T9" fmla="*/ 70 h 105"/>
                  <a:gd name="T10" fmla="*/ 72 w 170"/>
                  <a:gd name="T11" fmla="*/ 73 h 105"/>
                  <a:gd name="T12" fmla="*/ 69 w 170"/>
                  <a:gd name="T13" fmla="*/ 79 h 105"/>
                  <a:gd name="T14" fmla="*/ 65 w 170"/>
                  <a:gd name="T15" fmla="*/ 88 h 105"/>
                  <a:gd name="T16" fmla="*/ 98 w 170"/>
                  <a:gd name="T17" fmla="*/ 93 h 105"/>
                  <a:gd name="T18" fmla="*/ 112 w 170"/>
                  <a:gd name="T19" fmla="*/ 102 h 105"/>
                  <a:gd name="T20" fmla="*/ 130 w 170"/>
                  <a:gd name="T21" fmla="*/ 102 h 105"/>
                  <a:gd name="T22" fmla="*/ 143 w 170"/>
                  <a:gd name="T23" fmla="*/ 96 h 105"/>
                  <a:gd name="T24" fmla="*/ 148 w 170"/>
                  <a:gd name="T25" fmla="*/ 88 h 105"/>
                  <a:gd name="T26" fmla="*/ 137 w 170"/>
                  <a:gd name="T27" fmla="*/ 76 h 105"/>
                  <a:gd name="T28" fmla="*/ 129 w 170"/>
                  <a:gd name="T29" fmla="*/ 69 h 105"/>
                  <a:gd name="T30" fmla="*/ 141 w 170"/>
                  <a:gd name="T31" fmla="*/ 59 h 105"/>
                  <a:gd name="T32" fmla="*/ 149 w 170"/>
                  <a:gd name="T33" fmla="*/ 71 h 105"/>
                  <a:gd name="T34" fmla="*/ 152 w 170"/>
                  <a:gd name="T35" fmla="*/ 82 h 105"/>
                  <a:gd name="T36" fmla="*/ 164 w 170"/>
                  <a:gd name="T37" fmla="*/ 82 h 105"/>
                  <a:gd name="T38" fmla="*/ 168 w 170"/>
                  <a:gd name="T39" fmla="*/ 79 h 105"/>
                  <a:gd name="T40" fmla="*/ 161 w 170"/>
                  <a:gd name="T41" fmla="*/ 71 h 105"/>
                  <a:gd name="T42" fmla="*/ 152 w 170"/>
                  <a:gd name="T43" fmla="*/ 62 h 105"/>
                  <a:gd name="T44" fmla="*/ 148 w 170"/>
                  <a:gd name="T45" fmla="*/ 53 h 105"/>
                  <a:gd name="T46" fmla="*/ 144 w 170"/>
                  <a:gd name="T47" fmla="*/ 46 h 105"/>
                  <a:gd name="T48" fmla="*/ 138 w 170"/>
                  <a:gd name="T49" fmla="*/ 44 h 105"/>
                  <a:gd name="T50" fmla="*/ 124 w 170"/>
                  <a:gd name="T51" fmla="*/ 33 h 105"/>
                  <a:gd name="T52" fmla="*/ 113 w 170"/>
                  <a:gd name="T53" fmla="*/ 25 h 105"/>
                  <a:gd name="T54" fmla="*/ 108 w 170"/>
                  <a:gd name="T55" fmla="*/ 18 h 105"/>
                  <a:gd name="T56" fmla="*/ 108 w 170"/>
                  <a:gd name="T57" fmla="*/ 9 h 105"/>
                  <a:gd name="T58" fmla="*/ 96 w 170"/>
                  <a:gd name="T59" fmla="*/ 1 h 105"/>
                  <a:gd name="T60" fmla="*/ 81 w 170"/>
                  <a:gd name="T61" fmla="*/ 0 h 105"/>
                  <a:gd name="T62" fmla="*/ 69 w 170"/>
                  <a:gd name="T63" fmla="*/ 3 h 105"/>
                  <a:gd name="T64" fmla="*/ 63 w 170"/>
                  <a:gd name="T65" fmla="*/ 12 h 105"/>
                  <a:gd name="T66" fmla="*/ 58 w 170"/>
                  <a:gd name="T67" fmla="*/ 22 h 105"/>
                  <a:gd name="T68" fmla="*/ 52 w 170"/>
                  <a:gd name="T69" fmla="*/ 25 h 105"/>
                  <a:gd name="T70" fmla="*/ 46 w 170"/>
                  <a:gd name="T71" fmla="*/ 28 h 105"/>
                  <a:gd name="T72" fmla="*/ 32 w 170"/>
                  <a:gd name="T73" fmla="*/ 31 h 105"/>
                  <a:gd name="T74" fmla="*/ 27 w 170"/>
                  <a:gd name="T75" fmla="*/ 33 h 105"/>
                  <a:gd name="T76" fmla="*/ 24 w 170"/>
                  <a:gd name="T77" fmla="*/ 37 h 105"/>
                  <a:gd name="T78" fmla="*/ 1 w 170"/>
                  <a:gd name="T79" fmla="*/ 47 h 105"/>
                  <a:gd name="T80" fmla="*/ 3 w 170"/>
                  <a:gd name="T81" fmla="*/ 50 h 105"/>
                  <a:gd name="T82" fmla="*/ 2 w 170"/>
                  <a:gd name="T83" fmla="*/ 55 h 105"/>
                  <a:gd name="T84" fmla="*/ 2 w 170"/>
                  <a:gd name="T85" fmla="*/ 63 h 105"/>
                  <a:gd name="T86" fmla="*/ 8 w 170"/>
                  <a:gd name="T87" fmla="*/ 67 h 105"/>
                  <a:gd name="T88" fmla="*/ 19 w 170"/>
                  <a:gd name="T89" fmla="*/ 71 h 105"/>
                  <a:gd name="T90" fmla="*/ 26 w 170"/>
                  <a:gd name="T91" fmla="*/ 77 h 105"/>
                  <a:gd name="T92" fmla="*/ 36 w 170"/>
                  <a:gd name="T93" fmla="*/ 78 h 105"/>
                  <a:gd name="T94" fmla="*/ 48 w 170"/>
                  <a:gd name="T95" fmla="*/ 78 h 105"/>
                  <a:gd name="T96" fmla="*/ 56 w 170"/>
                  <a:gd name="T97" fmla="*/ 72 h 105"/>
                  <a:gd name="T98" fmla="*/ 62 w 170"/>
                  <a:gd name="T99" fmla="*/ 61 h 105"/>
                  <a:gd name="T100" fmla="*/ 65 w 170"/>
                  <a:gd name="T101" fmla="*/ 4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0" h="105">
                    <a:moveTo>
                      <a:pt x="65" y="48"/>
                    </a:moveTo>
                    <a:cubicBezTo>
                      <a:pt x="67" y="46"/>
                      <a:pt x="69" y="47"/>
                      <a:pt x="71" y="46"/>
                    </a:cubicBezTo>
                    <a:cubicBezTo>
                      <a:pt x="76" y="45"/>
                      <a:pt x="83" y="41"/>
                      <a:pt x="88" y="44"/>
                    </a:cubicBezTo>
                    <a:cubicBezTo>
                      <a:pt x="92" y="47"/>
                      <a:pt x="92" y="55"/>
                      <a:pt x="90" y="59"/>
                    </a:cubicBezTo>
                    <a:cubicBezTo>
                      <a:pt x="88" y="64"/>
                      <a:pt x="83" y="68"/>
                      <a:pt x="77" y="70"/>
                    </a:cubicBezTo>
                    <a:cubicBezTo>
                      <a:pt x="75" y="70"/>
                      <a:pt x="73" y="71"/>
                      <a:pt x="72" y="73"/>
                    </a:cubicBezTo>
                    <a:cubicBezTo>
                      <a:pt x="71" y="74"/>
                      <a:pt x="70" y="77"/>
                      <a:pt x="69" y="79"/>
                    </a:cubicBezTo>
                    <a:cubicBezTo>
                      <a:pt x="66" y="82"/>
                      <a:pt x="63" y="83"/>
                      <a:pt x="65" y="88"/>
                    </a:cubicBezTo>
                    <a:cubicBezTo>
                      <a:pt x="72" y="101"/>
                      <a:pt x="88" y="90"/>
                      <a:pt x="98" y="93"/>
                    </a:cubicBezTo>
                    <a:cubicBezTo>
                      <a:pt x="104" y="94"/>
                      <a:pt x="107" y="99"/>
                      <a:pt x="112" y="102"/>
                    </a:cubicBezTo>
                    <a:cubicBezTo>
                      <a:pt x="118" y="105"/>
                      <a:pt x="125" y="104"/>
                      <a:pt x="130" y="102"/>
                    </a:cubicBezTo>
                    <a:cubicBezTo>
                      <a:pt x="135" y="100"/>
                      <a:pt x="138" y="97"/>
                      <a:pt x="143" y="96"/>
                    </a:cubicBezTo>
                    <a:cubicBezTo>
                      <a:pt x="147" y="95"/>
                      <a:pt x="150" y="93"/>
                      <a:pt x="148" y="88"/>
                    </a:cubicBezTo>
                    <a:cubicBezTo>
                      <a:pt x="146" y="84"/>
                      <a:pt x="141" y="79"/>
                      <a:pt x="137" y="76"/>
                    </a:cubicBezTo>
                    <a:cubicBezTo>
                      <a:pt x="134" y="74"/>
                      <a:pt x="128" y="73"/>
                      <a:pt x="129" y="69"/>
                    </a:cubicBezTo>
                    <a:cubicBezTo>
                      <a:pt x="129" y="62"/>
                      <a:pt x="134" y="58"/>
                      <a:pt x="141" y="59"/>
                    </a:cubicBezTo>
                    <a:cubicBezTo>
                      <a:pt x="147" y="60"/>
                      <a:pt x="148" y="66"/>
                      <a:pt x="149" y="71"/>
                    </a:cubicBezTo>
                    <a:cubicBezTo>
                      <a:pt x="150" y="74"/>
                      <a:pt x="150" y="80"/>
                      <a:pt x="152" y="82"/>
                    </a:cubicBezTo>
                    <a:cubicBezTo>
                      <a:pt x="155" y="85"/>
                      <a:pt x="160" y="82"/>
                      <a:pt x="164" y="82"/>
                    </a:cubicBezTo>
                    <a:cubicBezTo>
                      <a:pt x="166" y="81"/>
                      <a:pt x="168" y="81"/>
                      <a:pt x="168" y="79"/>
                    </a:cubicBezTo>
                    <a:cubicBezTo>
                      <a:pt x="170" y="76"/>
                      <a:pt x="164" y="73"/>
                      <a:pt x="161" y="71"/>
                    </a:cubicBezTo>
                    <a:cubicBezTo>
                      <a:pt x="158" y="68"/>
                      <a:pt x="154" y="65"/>
                      <a:pt x="152" y="62"/>
                    </a:cubicBezTo>
                    <a:cubicBezTo>
                      <a:pt x="150" y="59"/>
                      <a:pt x="150" y="56"/>
                      <a:pt x="148" y="53"/>
                    </a:cubicBezTo>
                    <a:cubicBezTo>
                      <a:pt x="147" y="51"/>
                      <a:pt x="146" y="48"/>
                      <a:pt x="144" y="46"/>
                    </a:cubicBezTo>
                    <a:cubicBezTo>
                      <a:pt x="142" y="45"/>
                      <a:pt x="140" y="45"/>
                      <a:pt x="138" y="44"/>
                    </a:cubicBezTo>
                    <a:cubicBezTo>
                      <a:pt x="133" y="41"/>
                      <a:pt x="128" y="37"/>
                      <a:pt x="124" y="33"/>
                    </a:cubicBezTo>
                    <a:cubicBezTo>
                      <a:pt x="120" y="30"/>
                      <a:pt x="117" y="28"/>
                      <a:pt x="113" y="25"/>
                    </a:cubicBezTo>
                    <a:cubicBezTo>
                      <a:pt x="111" y="23"/>
                      <a:pt x="109" y="21"/>
                      <a:pt x="108" y="18"/>
                    </a:cubicBezTo>
                    <a:cubicBezTo>
                      <a:pt x="108" y="15"/>
                      <a:pt x="109" y="12"/>
                      <a:pt x="108" y="9"/>
                    </a:cubicBezTo>
                    <a:cubicBezTo>
                      <a:pt x="107" y="3"/>
                      <a:pt x="101" y="2"/>
                      <a:pt x="96" y="1"/>
                    </a:cubicBezTo>
                    <a:cubicBezTo>
                      <a:pt x="91" y="1"/>
                      <a:pt x="86" y="1"/>
                      <a:pt x="81" y="0"/>
                    </a:cubicBezTo>
                    <a:cubicBezTo>
                      <a:pt x="76" y="0"/>
                      <a:pt x="73" y="2"/>
                      <a:pt x="69" y="3"/>
                    </a:cubicBezTo>
                    <a:cubicBezTo>
                      <a:pt x="64" y="5"/>
                      <a:pt x="63" y="8"/>
                      <a:pt x="63" y="12"/>
                    </a:cubicBezTo>
                    <a:cubicBezTo>
                      <a:pt x="63" y="16"/>
                      <a:pt x="61" y="20"/>
                      <a:pt x="58" y="22"/>
                    </a:cubicBezTo>
                    <a:cubicBezTo>
                      <a:pt x="56" y="23"/>
                      <a:pt x="54" y="23"/>
                      <a:pt x="52" y="25"/>
                    </a:cubicBezTo>
                    <a:cubicBezTo>
                      <a:pt x="50" y="26"/>
                      <a:pt x="48" y="27"/>
                      <a:pt x="46" y="28"/>
                    </a:cubicBezTo>
                    <a:cubicBezTo>
                      <a:pt x="41" y="30"/>
                      <a:pt x="36" y="30"/>
                      <a:pt x="32" y="31"/>
                    </a:cubicBezTo>
                    <a:cubicBezTo>
                      <a:pt x="30" y="32"/>
                      <a:pt x="28" y="32"/>
                      <a:pt x="27" y="33"/>
                    </a:cubicBezTo>
                    <a:cubicBezTo>
                      <a:pt x="26" y="35"/>
                      <a:pt x="26" y="36"/>
                      <a:pt x="24" y="37"/>
                    </a:cubicBezTo>
                    <a:cubicBezTo>
                      <a:pt x="17" y="39"/>
                      <a:pt x="0" y="36"/>
                      <a:pt x="1" y="47"/>
                    </a:cubicBezTo>
                    <a:cubicBezTo>
                      <a:pt x="2" y="48"/>
                      <a:pt x="2" y="49"/>
                      <a:pt x="3" y="50"/>
                    </a:cubicBezTo>
                    <a:cubicBezTo>
                      <a:pt x="3" y="52"/>
                      <a:pt x="2" y="53"/>
                      <a:pt x="2" y="55"/>
                    </a:cubicBezTo>
                    <a:cubicBezTo>
                      <a:pt x="2" y="57"/>
                      <a:pt x="1" y="61"/>
                      <a:pt x="2" y="63"/>
                    </a:cubicBezTo>
                    <a:cubicBezTo>
                      <a:pt x="3" y="66"/>
                      <a:pt x="6" y="67"/>
                      <a:pt x="8" y="67"/>
                    </a:cubicBezTo>
                    <a:cubicBezTo>
                      <a:pt x="12" y="68"/>
                      <a:pt x="15" y="69"/>
                      <a:pt x="19" y="71"/>
                    </a:cubicBezTo>
                    <a:cubicBezTo>
                      <a:pt x="22" y="72"/>
                      <a:pt x="24" y="75"/>
                      <a:pt x="26" y="77"/>
                    </a:cubicBezTo>
                    <a:cubicBezTo>
                      <a:pt x="30" y="78"/>
                      <a:pt x="33" y="78"/>
                      <a:pt x="36" y="78"/>
                    </a:cubicBezTo>
                    <a:cubicBezTo>
                      <a:pt x="40" y="78"/>
                      <a:pt x="44" y="79"/>
                      <a:pt x="48" y="78"/>
                    </a:cubicBezTo>
                    <a:cubicBezTo>
                      <a:pt x="52" y="77"/>
                      <a:pt x="53" y="75"/>
                      <a:pt x="56" y="72"/>
                    </a:cubicBezTo>
                    <a:cubicBezTo>
                      <a:pt x="59" y="69"/>
                      <a:pt x="62" y="66"/>
                      <a:pt x="62" y="61"/>
                    </a:cubicBezTo>
                    <a:cubicBezTo>
                      <a:pt x="63" y="57"/>
                      <a:pt x="62" y="51"/>
                      <a:pt x="65" y="4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1" name="Freeform 2512">
                <a:extLst>
                  <a:ext uri="{FF2B5EF4-FFF2-40B4-BE49-F238E27FC236}">
                    <a16:creationId xmlns:a16="http://schemas.microsoft.com/office/drawing/2014/main" id="{63351890-4920-41E0-9D48-95FBDBC30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3657"/>
                <a:ext cx="17" cy="10"/>
              </a:xfrm>
              <a:custGeom>
                <a:avLst/>
                <a:gdLst>
                  <a:gd name="T0" fmla="*/ 29 w 42"/>
                  <a:gd name="T1" fmla="*/ 20 h 25"/>
                  <a:gd name="T2" fmla="*/ 34 w 42"/>
                  <a:gd name="T3" fmla="*/ 14 h 25"/>
                  <a:gd name="T4" fmla="*/ 42 w 42"/>
                  <a:gd name="T5" fmla="*/ 9 h 25"/>
                  <a:gd name="T6" fmla="*/ 36 w 42"/>
                  <a:gd name="T7" fmla="*/ 2 h 25"/>
                  <a:gd name="T8" fmla="*/ 23 w 42"/>
                  <a:gd name="T9" fmla="*/ 3 h 25"/>
                  <a:gd name="T10" fmla="*/ 12 w 42"/>
                  <a:gd name="T11" fmla="*/ 6 h 25"/>
                  <a:gd name="T12" fmla="*/ 0 w 42"/>
                  <a:gd name="T13" fmla="*/ 16 h 25"/>
                  <a:gd name="T14" fmla="*/ 6 w 42"/>
                  <a:gd name="T15" fmla="*/ 23 h 25"/>
                  <a:gd name="T16" fmla="*/ 15 w 42"/>
                  <a:gd name="T17" fmla="*/ 25 h 25"/>
                  <a:gd name="T18" fmla="*/ 29 w 42"/>
                  <a:gd name="T1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25">
                    <a:moveTo>
                      <a:pt x="29" y="20"/>
                    </a:moveTo>
                    <a:cubicBezTo>
                      <a:pt x="31" y="17"/>
                      <a:pt x="31" y="15"/>
                      <a:pt x="34" y="14"/>
                    </a:cubicBezTo>
                    <a:cubicBezTo>
                      <a:pt x="38" y="13"/>
                      <a:pt x="41" y="13"/>
                      <a:pt x="42" y="9"/>
                    </a:cubicBezTo>
                    <a:cubicBezTo>
                      <a:pt x="42" y="5"/>
                      <a:pt x="40" y="3"/>
                      <a:pt x="36" y="2"/>
                    </a:cubicBezTo>
                    <a:cubicBezTo>
                      <a:pt x="32" y="0"/>
                      <a:pt x="28" y="2"/>
                      <a:pt x="23" y="3"/>
                    </a:cubicBezTo>
                    <a:cubicBezTo>
                      <a:pt x="20" y="4"/>
                      <a:pt x="16" y="4"/>
                      <a:pt x="12" y="6"/>
                    </a:cubicBezTo>
                    <a:cubicBezTo>
                      <a:pt x="6" y="9"/>
                      <a:pt x="0" y="7"/>
                      <a:pt x="0" y="16"/>
                    </a:cubicBezTo>
                    <a:cubicBezTo>
                      <a:pt x="0" y="20"/>
                      <a:pt x="1" y="22"/>
                      <a:pt x="6" y="23"/>
                    </a:cubicBezTo>
                    <a:cubicBezTo>
                      <a:pt x="9" y="23"/>
                      <a:pt x="12" y="25"/>
                      <a:pt x="15" y="25"/>
                    </a:cubicBezTo>
                    <a:cubicBezTo>
                      <a:pt x="20" y="24"/>
                      <a:pt x="26" y="24"/>
                      <a:pt x="29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2" name="Freeform 2513">
                <a:extLst>
                  <a:ext uri="{FF2B5EF4-FFF2-40B4-BE49-F238E27FC236}">
                    <a16:creationId xmlns:a16="http://schemas.microsoft.com/office/drawing/2014/main" id="{E8E9363D-E837-404D-86F4-B3495F8A6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3669"/>
                <a:ext cx="6" cy="7"/>
              </a:xfrm>
              <a:custGeom>
                <a:avLst/>
                <a:gdLst>
                  <a:gd name="T0" fmla="*/ 2 w 16"/>
                  <a:gd name="T1" fmla="*/ 11 h 17"/>
                  <a:gd name="T2" fmla="*/ 5 w 16"/>
                  <a:gd name="T3" fmla="*/ 5 h 17"/>
                  <a:gd name="T4" fmla="*/ 14 w 16"/>
                  <a:gd name="T5" fmla="*/ 4 h 17"/>
                  <a:gd name="T6" fmla="*/ 2 w 16"/>
                  <a:gd name="T7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2" y="11"/>
                    </a:moveTo>
                    <a:cubicBezTo>
                      <a:pt x="0" y="9"/>
                      <a:pt x="3" y="6"/>
                      <a:pt x="5" y="5"/>
                    </a:cubicBezTo>
                    <a:cubicBezTo>
                      <a:pt x="7" y="3"/>
                      <a:pt x="13" y="0"/>
                      <a:pt x="14" y="4"/>
                    </a:cubicBezTo>
                    <a:cubicBezTo>
                      <a:pt x="16" y="9"/>
                      <a:pt x="5" y="17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3" name="Freeform 2514">
                <a:extLst>
                  <a:ext uri="{FF2B5EF4-FFF2-40B4-BE49-F238E27FC236}">
                    <a16:creationId xmlns:a16="http://schemas.microsoft.com/office/drawing/2014/main" id="{9DEAE933-A81C-4F75-954E-E06BCC28C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3673"/>
                <a:ext cx="6" cy="7"/>
              </a:xfrm>
              <a:custGeom>
                <a:avLst/>
                <a:gdLst>
                  <a:gd name="T0" fmla="*/ 14 w 15"/>
                  <a:gd name="T1" fmla="*/ 6 h 16"/>
                  <a:gd name="T2" fmla="*/ 14 w 15"/>
                  <a:gd name="T3" fmla="*/ 11 h 16"/>
                  <a:gd name="T4" fmla="*/ 9 w 15"/>
                  <a:gd name="T5" fmla="*/ 15 h 16"/>
                  <a:gd name="T6" fmla="*/ 4 w 15"/>
                  <a:gd name="T7" fmla="*/ 6 h 16"/>
                  <a:gd name="T8" fmla="*/ 14 w 15"/>
                  <a:gd name="T9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4" y="6"/>
                    </a:moveTo>
                    <a:cubicBezTo>
                      <a:pt x="15" y="8"/>
                      <a:pt x="15" y="10"/>
                      <a:pt x="14" y="11"/>
                    </a:cubicBezTo>
                    <a:cubicBezTo>
                      <a:pt x="13" y="12"/>
                      <a:pt x="10" y="15"/>
                      <a:pt x="9" y="15"/>
                    </a:cubicBezTo>
                    <a:cubicBezTo>
                      <a:pt x="5" y="16"/>
                      <a:pt x="0" y="8"/>
                      <a:pt x="4" y="6"/>
                    </a:cubicBezTo>
                    <a:cubicBezTo>
                      <a:pt x="8" y="3"/>
                      <a:pt x="12" y="0"/>
                      <a:pt x="1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4" name="Freeform 2515">
                <a:extLst>
                  <a:ext uri="{FF2B5EF4-FFF2-40B4-BE49-F238E27FC236}">
                    <a16:creationId xmlns:a16="http://schemas.microsoft.com/office/drawing/2014/main" id="{388ACA8A-2809-47EF-B9A5-904DB0621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3675"/>
                <a:ext cx="6" cy="6"/>
              </a:xfrm>
              <a:custGeom>
                <a:avLst/>
                <a:gdLst>
                  <a:gd name="T0" fmla="*/ 6 w 15"/>
                  <a:gd name="T1" fmla="*/ 12 h 16"/>
                  <a:gd name="T2" fmla="*/ 0 w 15"/>
                  <a:gd name="T3" fmla="*/ 7 h 16"/>
                  <a:gd name="T4" fmla="*/ 7 w 15"/>
                  <a:gd name="T5" fmla="*/ 1 h 16"/>
                  <a:gd name="T6" fmla="*/ 15 w 15"/>
                  <a:gd name="T7" fmla="*/ 10 h 16"/>
                  <a:gd name="T8" fmla="*/ 6 w 15"/>
                  <a:gd name="T9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6" y="12"/>
                    </a:moveTo>
                    <a:cubicBezTo>
                      <a:pt x="4" y="10"/>
                      <a:pt x="1" y="10"/>
                      <a:pt x="0" y="7"/>
                    </a:cubicBezTo>
                    <a:cubicBezTo>
                      <a:pt x="0" y="3"/>
                      <a:pt x="3" y="0"/>
                      <a:pt x="7" y="1"/>
                    </a:cubicBezTo>
                    <a:cubicBezTo>
                      <a:pt x="11" y="1"/>
                      <a:pt x="15" y="5"/>
                      <a:pt x="15" y="10"/>
                    </a:cubicBezTo>
                    <a:cubicBezTo>
                      <a:pt x="14" y="15"/>
                      <a:pt x="10" y="16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5" name="Freeform 2516">
                <a:extLst>
                  <a:ext uri="{FF2B5EF4-FFF2-40B4-BE49-F238E27FC236}">
                    <a16:creationId xmlns:a16="http://schemas.microsoft.com/office/drawing/2014/main" id="{6D07F117-DC8A-43C2-A25B-6D79B7C3A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3512"/>
                <a:ext cx="257" cy="224"/>
              </a:xfrm>
              <a:custGeom>
                <a:avLst/>
                <a:gdLst>
                  <a:gd name="T0" fmla="*/ 624 w 633"/>
                  <a:gd name="T1" fmla="*/ 221 h 550"/>
                  <a:gd name="T2" fmla="*/ 605 w 633"/>
                  <a:gd name="T3" fmla="*/ 242 h 550"/>
                  <a:gd name="T4" fmla="*/ 577 w 633"/>
                  <a:gd name="T5" fmla="*/ 250 h 550"/>
                  <a:gd name="T6" fmla="*/ 563 w 633"/>
                  <a:gd name="T7" fmla="*/ 238 h 550"/>
                  <a:gd name="T8" fmla="*/ 546 w 633"/>
                  <a:gd name="T9" fmla="*/ 254 h 550"/>
                  <a:gd name="T10" fmla="*/ 532 w 633"/>
                  <a:gd name="T11" fmla="*/ 244 h 550"/>
                  <a:gd name="T12" fmla="*/ 525 w 633"/>
                  <a:gd name="T13" fmla="*/ 250 h 550"/>
                  <a:gd name="T14" fmla="*/ 502 w 633"/>
                  <a:gd name="T15" fmla="*/ 246 h 550"/>
                  <a:gd name="T16" fmla="*/ 453 w 633"/>
                  <a:gd name="T17" fmla="*/ 241 h 550"/>
                  <a:gd name="T18" fmla="*/ 422 w 633"/>
                  <a:gd name="T19" fmla="*/ 248 h 550"/>
                  <a:gd name="T20" fmla="*/ 402 w 633"/>
                  <a:gd name="T21" fmla="*/ 266 h 550"/>
                  <a:gd name="T22" fmla="*/ 374 w 633"/>
                  <a:gd name="T23" fmla="*/ 274 h 550"/>
                  <a:gd name="T24" fmla="*/ 348 w 633"/>
                  <a:gd name="T25" fmla="*/ 268 h 550"/>
                  <a:gd name="T26" fmla="*/ 299 w 633"/>
                  <a:gd name="T27" fmla="*/ 292 h 550"/>
                  <a:gd name="T28" fmla="*/ 296 w 633"/>
                  <a:gd name="T29" fmla="*/ 312 h 550"/>
                  <a:gd name="T30" fmla="*/ 280 w 633"/>
                  <a:gd name="T31" fmla="*/ 336 h 550"/>
                  <a:gd name="T32" fmla="*/ 265 w 633"/>
                  <a:gd name="T33" fmla="*/ 363 h 550"/>
                  <a:gd name="T34" fmla="*/ 244 w 633"/>
                  <a:gd name="T35" fmla="*/ 380 h 550"/>
                  <a:gd name="T36" fmla="*/ 219 w 633"/>
                  <a:gd name="T37" fmla="*/ 389 h 550"/>
                  <a:gd name="T38" fmla="*/ 189 w 633"/>
                  <a:gd name="T39" fmla="*/ 412 h 550"/>
                  <a:gd name="T40" fmla="*/ 165 w 633"/>
                  <a:gd name="T41" fmla="*/ 423 h 550"/>
                  <a:gd name="T42" fmla="*/ 149 w 633"/>
                  <a:gd name="T43" fmla="*/ 442 h 550"/>
                  <a:gd name="T44" fmla="*/ 131 w 633"/>
                  <a:gd name="T45" fmla="*/ 467 h 550"/>
                  <a:gd name="T46" fmla="*/ 86 w 633"/>
                  <a:gd name="T47" fmla="*/ 506 h 550"/>
                  <a:gd name="T48" fmla="*/ 51 w 633"/>
                  <a:gd name="T49" fmla="*/ 550 h 550"/>
                  <a:gd name="T50" fmla="*/ 65 w 633"/>
                  <a:gd name="T51" fmla="*/ 510 h 550"/>
                  <a:gd name="T52" fmla="*/ 61 w 633"/>
                  <a:gd name="T53" fmla="*/ 484 h 550"/>
                  <a:gd name="T54" fmla="*/ 59 w 633"/>
                  <a:gd name="T55" fmla="*/ 472 h 550"/>
                  <a:gd name="T56" fmla="*/ 83 w 633"/>
                  <a:gd name="T57" fmla="*/ 454 h 550"/>
                  <a:gd name="T58" fmla="*/ 112 w 633"/>
                  <a:gd name="T59" fmla="*/ 437 h 550"/>
                  <a:gd name="T60" fmla="*/ 130 w 633"/>
                  <a:gd name="T61" fmla="*/ 427 h 550"/>
                  <a:gd name="T62" fmla="*/ 144 w 633"/>
                  <a:gd name="T63" fmla="*/ 420 h 550"/>
                  <a:gd name="T64" fmla="*/ 158 w 633"/>
                  <a:gd name="T65" fmla="*/ 409 h 550"/>
                  <a:gd name="T66" fmla="*/ 165 w 633"/>
                  <a:gd name="T67" fmla="*/ 397 h 550"/>
                  <a:gd name="T68" fmla="*/ 147 w 633"/>
                  <a:gd name="T69" fmla="*/ 391 h 550"/>
                  <a:gd name="T70" fmla="*/ 110 w 633"/>
                  <a:gd name="T71" fmla="*/ 401 h 550"/>
                  <a:gd name="T72" fmla="*/ 96 w 633"/>
                  <a:gd name="T73" fmla="*/ 404 h 550"/>
                  <a:gd name="T74" fmla="*/ 73 w 633"/>
                  <a:gd name="T75" fmla="*/ 409 h 550"/>
                  <a:gd name="T76" fmla="*/ 44 w 633"/>
                  <a:gd name="T77" fmla="*/ 411 h 550"/>
                  <a:gd name="T78" fmla="*/ 15 w 633"/>
                  <a:gd name="T79" fmla="*/ 415 h 550"/>
                  <a:gd name="T80" fmla="*/ 2 w 633"/>
                  <a:gd name="T81" fmla="*/ 403 h 550"/>
                  <a:gd name="T82" fmla="*/ 52 w 633"/>
                  <a:gd name="T83" fmla="*/ 341 h 550"/>
                  <a:gd name="T84" fmla="*/ 44 w 633"/>
                  <a:gd name="T85" fmla="*/ 291 h 550"/>
                  <a:gd name="T86" fmla="*/ 46 w 633"/>
                  <a:gd name="T87" fmla="*/ 256 h 550"/>
                  <a:gd name="T88" fmla="*/ 100 w 633"/>
                  <a:gd name="T89" fmla="*/ 196 h 550"/>
                  <a:gd name="T90" fmla="*/ 53 w 633"/>
                  <a:gd name="T91" fmla="*/ 136 h 550"/>
                  <a:gd name="T92" fmla="*/ 93 w 633"/>
                  <a:gd name="T93" fmla="*/ 56 h 550"/>
                  <a:gd name="T94" fmla="*/ 295 w 633"/>
                  <a:gd name="T95" fmla="*/ 41 h 550"/>
                  <a:gd name="T96" fmla="*/ 391 w 633"/>
                  <a:gd name="T97" fmla="*/ 28 h 550"/>
                  <a:gd name="T98" fmla="*/ 385 w 633"/>
                  <a:gd name="T99" fmla="*/ 39 h 550"/>
                  <a:gd name="T100" fmla="*/ 410 w 633"/>
                  <a:gd name="T101" fmla="*/ 105 h 550"/>
                  <a:gd name="T102" fmla="*/ 487 w 633"/>
                  <a:gd name="T103" fmla="*/ 141 h 550"/>
                  <a:gd name="T104" fmla="*/ 543 w 633"/>
                  <a:gd name="T105" fmla="*/ 158 h 550"/>
                  <a:gd name="T106" fmla="*/ 577 w 633"/>
                  <a:gd name="T107" fmla="*/ 171 h 550"/>
                  <a:gd name="T108" fmla="*/ 625 w 633"/>
                  <a:gd name="T109" fmla="*/ 172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33" h="550">
                    <a:moveTo>
                      <a:pt x="629" y="190"/>
                    </a:moveTo>
                    <a:cubicBezTo>
                      <a:pt x="629" y="193"/>
                      <a:pt x="630" y="196"/>
                      <a:pt x="630" y="198"/>
                    </a:cubicBezTo>
                    <a:cubicBezTo>
                      <a:pt x="630" y="201"/>
                      <a:pt x="627" y="203"/>
                      <a:pt x="627" y="205"/>
                    </a:cubicBezTo>
                    <a:cubicBezTo>
                      <a:pt x="627" y="208"/>
                      <a:pt x="627" y="212"/>
                      <a:pt x="627" y="215"/>
                    </a:cubicBezTo>
                    <a:cubicBezTo>
                      <a:pt x="627" y="217"/>
                      <a:pt x="626" y="219"/>
                      <a:pt x="624" y="221"/>
                    </a:cubicBezTo>
                    <a:cubicBezTo>
                      <a:pt x="622" y="221"/>
                      <a:pt x="621" y="222"/>
                      <a:pt x="621" y="224"/>
                    </a:cubicBezTo>
                    <a:cubicBezTo>
                      <a:pt x="620" y="226"/>
                      <a:pt x="619" y="228"/>
                      <a:pt x="617" y="228"/>
                    </a:cubicBezTo>
                    <a:cubicBezTo>
                      <a:pt x="615" y="228"/>
                      <a:pt x="611" y="228"/>
                      <a:pt x="612" y="231"/>
                    </a:cubicBezTo>
                    <a:cubicBezTo>
                      <a:pt x="612" y="233"/>
                      <a:pt x="615" y="233"/>
                      <a:pt x="614" y="235"/>
                    </a:cubicBezTo>
                    <a:cubicBezTo>
                      <a:pt x="614" y="241"/>
                      <a:pt x="609" y="241"/>
                      <a:pt x="605" y="242"/>
                    </a:cubicBezTo>
                    <a:cubicBezTo>
                      <a:pt x="603" y="242"/>
                      <a:pt x="601" y="243"/>
                      <a:pt x="599" y="243"/>
                    </a:cubicBezTo>
                    <a:cubicBezTo>
                      <a:pt x="597" y="243"/>
                      <a:pt x="596" y="245"/>
                      <a:pt x="594" y="246"/>
                    </a:cubicBezTo>
                    <a:cubicBezTo>
                      <a:pt x="592" y="247"/>
                      <a:pt x="592" y="250"/>
                      <a:pt x="590" y="251"/>
                    </a:cubicBezTo>
                    <a:cubicBezTo>
                      <a:pt x="588" y="253"/>
                      <a:pt x="584" y="252"/>
                      <a:pt x="582" y="253"/>
                    </a:cubicBezTo>
                    <a:cubicBezTo>
                      <a:pt x="579" y="253"/>
                      <a:pt x="579" y="252"/>
                      <a:pt x="577" y="250"/>
                    </a:cubicBezTo>
                    <a:cubicBezTo>
                      <a:pt x="576" y="249"/>
                      <a:pt x="574" y="248"/>
                      <a:pt x="573" y="245"/>
                    </a:cubicBezTo>
                    <a:cubicBezTo>
                      <a:pt x="572" y="244"/>
                      <a:pt x="573" y="242"/>
                      <a:pt x="572" y="240"/>
                    </a:cubicBezTo>
                    <a:cubicBezTo>
                      <a:pt x="570" y="239"/>
                      <a:pt x="568" y="238"/>
                      <a:pt x="567" y="236"/>
                    </a:cubicBezTo>
                    <a:cubicBezTo>
                      <a:pt x="566" y="235"/>
                      <a:pt x="566" y="231"/>
                      <a:pt x="564" y="231"/>
                    </a:cubicBezTo>
                    <a:cubicBezTo>
                      <a:pt x="561" y="232"/>
                      <a:pt x="562" y="236"/>
                      <a:pt x="563" y="238"/>
                    </a:cubicBezTo>
                    <a:cubicBezTo>
                      <a:pt x="563" y="240"/>
                      <a:pt x="561" y="241"/>
                      <a:pt x="562" y="242"/>
                    </a:cubicBezTo>
                    <a:cubicBezTo>
                      <a:pt x="562" y="244"/>
                      <a:pt x="565" y="245"/>
                      <a:pt x="566" y="246"/>
                    </a:cubicBezTo>
                    <a:cubicBezTo>
                      <a:pt x="566" y="247"/>
                      <a:pt x="567" y="248"/>
                      <a:pt x="567" y="249"/>
                    </a:cubicBezTo>
                    <a:cubicBezTo>
                      <a:pt x="562" y="251"/>
                      <a:pt x="558" y="254"/>
                      <a:pt x="552" y="254"/>
                    </a:cubicBezTo>
                    <a:cubicBezTo>
                      <a:pt x="550" y="254"/>
                      <a:pt x="548" y="254"/>
                      <a:pt x="546" y="254"/>
                    </a:cubicBezTo>
                    <a:cubicBezTo>
                      <a:pt x="544" y="254"/>
                      <a:pt x="542" y="254"/>
                      <a:pt x="539" y="254"/>
                    </a:cubicBezTo>
                    <a:cubicBezTo>
                      <a:pt x="538" y="254"/>
                      <a:pt x="536" y="253"/>
                      <a:pt x="535" y="251"/>
                    </a:cubicBezTo>
                    <a:cubicBezTo>
                      <a:pt x="535" y="251"/>
                      <a:pt x="535" y="250"/>
                      <a:pt x="535" y="250"/>
                    </a:cubicBezTo>
                    <a:cubicBezTo>
                      <a:pt x="535" y="249"/>
                      <a:pt x="535" y="248"/>
                      <a:pt x="534" y="247"/>
                    </a:cubicBezTo>
                    <a:cubicBezTo>
                      <a:pt x="534" y="245"/>
                      <a:pt x="533" y="245"/>
                      <a:pt x="532" y="244"/>
                    </a:cubicBezTo>
                    <a:cubicBezTo>
                      <a:pt x="530" y="243"/>
                      <a:pt x="530" y="241"/>
                      <a:pt x="529" y="240"/>
                    </a:cubicBezTo>
                    <a:cubicBezTo>
                      <a:pt x="528" y="238"/>
                      <a:pt x="527" y="235"/>
                      <a:pt x="525" y="233"/>
                    </a:cubicBezTo>
                    <a:cubicBezTo>
                      <a:pt x="522" y="231"/>
                      <a:pt x="522" y="237"/>
                      <a:pt x="524" y="239"/>
                    </a:cubicBezTo>
                    <a:cubicBezTo>
                      <a:pt x="525" y="240"/>
                      <a:pt x="527" y="242"/>
                      <a:pt x="527" y="245"/>
                    </a:cubicBezTo>
                    <a:cubicBezTo>
                      <a:pt x="527" y="247"/>
                      <a:pt x="526" y="248"/>
                      <a:pt x="525" y="250"/>
                    </a:cubicBezTo>
                    <a:cubicBezTo>
                      <a:pt x="524" y="251"/>
                      <a:pt x="524" y="252"/>
                      <a:pt x="523" y="253"/>
                    </a:cubicBezTo>
                    <a:cubicBezTo>
                      <a:pt x="522" y="255"/>
                      <a:pt x="518" y="253"/>
                      <a:pt x="517" y="252"/>
                    </a:cubicBezTo>
                    <a:cubicBezTo>
                      <a:pt x="514" y="250"/>
                      <a:pt x="511" y="249"/>
                      <a:pt x="509" y="248"/>
                    </a:cubicBezTo>
                    <a:cubicBezTo>
                      <a:pt x="507" y="247"/>
                      <a:pt x="505" y="247"/>
                      <a:pt x="504" y="247"/>
                    </a:cubicBezTo>
                    <a:cubicBezTo>
                      <a:pt x="503" y="247"/>
                      <a:pt x="503" y="246"/>
                      <a:pt x="502" y="246"/>
                    </a:cubicBezTo>
                    <a:cubicBezTo>
                      <a:pt x="501" y="244"/>
                      <a:pt x="499" y="244"/>
                      <a:pt x="498" y="243"/>
                    </a:cubicBezTo>
                    <a:cubicBezTo>
                      <a:pt x="494" y="241"/>
                      <a:pt x="490" y="241"/>
                      <a:pt x="486" y="241"/>
                    </a:cubicBezTo>
                    <a:cubicBezTo>
                      <a:pt x="482" y="242"/>
                      <a:pt x="477" y="241"/>
                      <a:pt x="472" y="242"/>
                    </a:cubicBezTo>
                    <a:cubicBezTo>
                      <a:pt x="467" y="242"/>
                      <a:pt x="463" y="241"/>
                      <a:pt x="458" y="241"/>
                    </a:cubicBezTo>
                    <a:cubicBezTo>
                      <a:pt x="456" y="241"/>
                      <a:pt x="455" y="241"/>
                      <a:pt x="453" y="241"/>
                    </a:cubicBezTo>
                    <a:cubicBezTo>
                      <a:pt x="451" y="241"/>
                      <a:pt x="449" y="242"/>
                      <a:pt x="447" y="241"/>
                    </a:cubicBezTo>
                    <a:cubicBezTo>
                      <a:pt x="443" y="241"/>
                      <a:pt x="440" y="242"/>
                      <a:pt x="436" y="242"/>
                    </a:cubicBezTo>
                    <a:cubicBezTo>
                      <a:pt x="434" y="242"/>
                      <a:pt x="433" y="241"/>
                      <a:pt x="431" y="242"/>
                    </a:cubicBezTo>
                    <a:cubicBezTo>
                      <a:pt x="429" y="242"/>
                      <a:pt x="427" y="243"/>
                      <a:pt x="426" y="244"/>
                    </a:cubicBezTo>
                    <a:cubicBezTo>
                      <a:pt x="424" y="245"/>
                      <a:pt x="423" y="247"/>
                      <a:pt x="422" y="248"/>
                    </a:cubicBezTo>
                    <a:cubicBezTo>
                      <a:pt x="420" y="248"/>
                      <a:pt x="419" y="249"/>
                      <a:pt x="418" y="250"/>
                    </a:cubicBezTo>
                    <a:cubicBezTo>
                      <a:pt x="416" y="251"/>
                      <a:pt x="414" y="252"/>
                      <a:pt x="413" y="253"/>
                    </a:cubicBezTo>
                    <a:cubicBezTo>
                      <a:pt x="411" y="254"/>
                      <a:pt x="409" y="255"/>
                      <a:pt x="408" y="257"/>
                    </a:cubicBezTo>
                    <a:cubicBezTo>
                      <a:pt x="407" y="258"/>
                      <a:pt x="406" y="259"/>
                      <a:pt x="406" y="261"/>
                    </a:cubicBezTo>
                    <a:cubicBezTo>
                      <a:pt x="405" y="263"/>
                      <a:pt x="403" y="264"/>
                      <a:pt x="402" y="266"/>
                    </a:cubicBezTo>
                    <a:cubicBezTo>
                      <a:pt x="400" y="268"/>
                      <a:pt x="400" y="269"/>
                      <a:pt x="399" y="271"/>
                    </a:cubicBezTo>
                    <a:cubicBezTo>
                      <a:pt x="399" y="273"/>
                      <a:pt x="398" y="274"/>
                      <a:pt x="396" y="274"/>
                    </a:cubicBezTo>
                    <a:cubicBezTo>
                      <a:pt x="395" y="275"/>
                      <a:pt x="393" y="276"/>
                      <a:pt x="391" y="277"/>
                    </a:cubicBezTo>
                    <a:cubicBezTo>
                      <a:pt x="388" y="277"/>
                      <a:pt x="385" y="277"/>
                      <a:pt x="382" y="277"/>
                    </a:cubicBezTo>
                    <a:cubicBezTo>
                      <a:pt x="379" y="276"/>
                      <a:pt x="376" y="276"/>
                      <a:pt x="374" y="274"/>
                    </a:cubicBezTo>
                    <a:cubicBezTo>
                      <a:pt x="372" y="273"/>
                      <a:pt x="371" y="273"/>
                      <a:pt x="369" y="272"/>
                    </a:cubicBezTo>
                    <a:cubicBezTo>
                      <a:pt x="368" y="271"/>
                      <a:pt x="367" y="270"/>
                      <a:pt x="365" y="269"/>
                    </a:cubicBezTo>
                    <a:cubicBezTo>
                      <a:pt x="364" y="268"/>
                      <a:pt x="362" y="268"/>
                      <a:pt x="360" y="267"/>
                    </a:cubicBezTo>
                    <a:cubicBezTo>
                      <a:pt x="358" y="266"/>
                      <a:pt x="355" y="265"/>
                      <a:pt x="353" y="265"/>
                    </a:cubicBezTo>
                    <a:cubicBezTo>
                      <a:pt x="350" y="265"/>
                      <a:pt x="349" y="267"/>
                      <a:pt x="348" y="268"/>
                    </a:cubicBezTo>
                    <a:cubicBezTo>
                      <a:pt x="343" y="272"/>
                      <a:pt x="338" y="273"/>
                      <a:pt x="333" y="274"/>
                    </a:cubicBezTo>
                    <a:cubicBezTo>
                      <a:pt x="330" y="275"/>
                      <a:pt x="326" y="277"/>
                      <a:pt x="324" y="279"/>
                    </a:cubicBezTo>
                    <a:cubicBezTo>
                      <a:pt x="322" y="280"/>
                      <a:pt x="320" y="281"/>
                      <a:pt x="317" y="282"/>
                    </a:cubicBezTo>
                    <a:cubicBezTo>
                      <a:pt x="314" y="283"/>
                      <a:pt x="310" y="284"/>
                      <a:pt x="306" y="286"/>
                    </a:cubicBezTo>
                    <a:cubicBezTo>
                      <a:pt x="304" y="287"/>
                      <a:pt x="301" y="289"/>
                      <a:pt x="299" y="292"/>
                    </a:cubicBezTo>
                    <a:cubicBezTo>
                      <a:pt x="298" y="293"/>
                      <a:pt x="298" y="295"/>
                      <a:pt x="297" y="296"/>
                    </a:cubicBezTo>
                    <a:cubicBezTo>
                      <a:pt x="297" y="298"/>
                      <a:pt x="296" y="299"/>
                      <a:pt x="296" y="301"/>
                    </a:cubicBezTo>
                    <a:cubicBezTo>
                      <a:pt x="296" y="302"/>
                      <a:pt x="297" y="303"/>
                      <a:pt x="297" y="304"/>
                    </a:cubicBezTo>
                    <a:cubicBezTo>
                      <a:pt x="297" y="305"/>
                      <a:pt x="297" y="306"/>
                      <a:pt x="297" y="307"/>
                    </a:cubicBezTo>
                    <a:cubicBezTo>
                      <a:pt x="297" y="309"/>
                      <a:pt x="297" y="310"/>
                      <a:pt x="296" y="312"/>
                    </a:cubicBezTo>
                    <a:cubicBezTo>
                      <a:pt x="295" y="313"/>
                      <a:pt x="295" y="314"/>
                      <a:pt x="295" y="315"/>
                    </a:cubicBezTo>
                    <a:cubicBezTo>
                      <a:pt x="295" y="317"/>
                      <a:pt x="294" y="319"/>
                      <a:pt x="293" y="321"/>
                    </a:cubicBezTo>
                    <a:cubicBezTo>
                      <a:pt x="292" y="323"/>
                      <a:pt x="291" y="325"/>
                      <a:pt x="290" y="326"/>
                    </a:cubicBezTo>
                    <a:cubicBezTo>
                      <a:pt x="288" y="328"/>
                      <a:pt x="285" y="329"/>
                      <a:pt x="284" y="331"/>
                    </a:cubicBezTo>
                    <a:cubicBezTo>
                      <a:pt x="282" y="332"/>
                      <a:pt x="281" y="334"/>
                      <a:pt x="280" y="336"/>
                    </a:cubicBezTo>
                    <a:cubicBezTo>
                      <a:pt x="278" y="337"/>
                      <a:pt x="278" y="340"/>
                      <a:pt x="277" y="342"/>
                    </a:cubicBezTo>
                    <a:cubicBezTo>
                      <a:pt x="275" y="345"/>
                      <a:pt x="274" y="348"/>
                      <a:pt x="273" y="351"/>
                    </a:cubicBezTo>
                    <a:cubicBezTo>
                      <a:pt x="272" y="353"/>
                      <a:pt x="271" y="355"/>
                      <a:pt x="270" y="357"/>
                    </a:cubicBezTo>
                    <a:cubicBezTo>
                      <a:pt x="269" y="358"/>
                      <a:pt x="268" y="360"/>
                      <a:pt x="267" y="361"/>
                    </a:cubicBezTo>
                    <a:cubicBezTo>
                      <a:pt x="266" y="361"/>
                      <a:pt x="265" y="362"/>
                      <a:pt x="265" y="363"/>
                    </a:cubicBezTo>
                    <a:cubicBezTo>
                      <a:pt x="264" y="363"/>
                      <a:pt x="263" y="363"/>
                      <a:pt x="262" y="363"/>
                    </a:cubicBezTo>
                    <a:cubicBezTo>
                      <a:pt x="260" y="364"/>
                      <a:pt x="258" y="365"/>
                      <a:pt x="258" y="367"/>
                    </a:cubicBezTo>
                    <a:cubicBezTo>
                      <a:pt x="257" y="369"/>
                      <a:pt x="255" y="371"/>
                      <a:pt x="253" y="373"/>
                    </a:cubicBezTo>
                    <a:cubicBezTo>
                      <a:pt x="251" y="375"/>
                      <a:pt x="249" y="376"/>
                      <a:pt x="247" y="378"/>
                    </a:cubicBezTo>
                    <a:cubicBezTo>
                      <a:pt x="246" y="378"/>
                      <a:pt x="245" y="379"/>
                      <a:pt x="244" y="380"/>
                    </a:cubicBezTo>
                    <a:cubicBezTo>
                      <a:pt x="243" y="380"/>
                      <a:pt x="242" y="381"/>
                      <a:pt x="241" y="382"/>
                    </a:cubicBezTo>
                    <a:cubicBezTo>
                      <a:pt x="239" y="383"/>
                      <a:pt x="238" y="385"/>
                      <a:pt x="235" y="386"/>
                    </a:cubicBezTo>
                    <a:cubicBezTo>
                      <a:pt x="234" y="387"/>
                      <a:pt x="232" y="387"/>
                      <a:pt x="231" y="388"/>
                    </a:cubicBezTo>
                    <a:cubicBezTo>
                      <a:pt x="229" y="388"/>
                      <a:pt x="228" y="388"/>
                      <a:pt x="226" y="388"/>
                    </a:cubicBezTo>
                    <a:cubicBezTo>
                      <a:pt x="224" y="388"/>
                      <a:pt x="221" y="388"/>
                      <a:pt x="219" y="389"/>
                    </a:cubicBezTo>
                    <a:cubicBezTo>
                      <a:pt x="217" y="391"/>
                      <a:pt x="215" y="394"/>
                      <a:pt x="213" y="397"/>
                    </a:cubicBezTo>
                    <a:cubicBezTo>
                      <a:pt x="211" y="400"/>
                      <a:pt x="208" y="402"/>
                      <a:pt x="205" y="404"/>
                    </a:cubicBezTo>
                    <a:cubicBezTo>
                      <a:pt x="202" y="406"/>
                      <a:pt x="200" y="408"/>
                      <a:pt x="197" y="410"/>
                    </a:cubicBezTo>
                    <a:cubicBezTo>
                      <a:pt x="196" y="411"/>
                      <a:pt x="195" y="411"/>
                      <a:pt x="194" y="411"/>
                    </a:cubicBezTo>
                    <a:cubicBezTo>
                      <a:pt x="192" y="412"/>
                      <a:pt x="191" y="412"/>
                      <a:pt x="189" y="412"/>
                    </a:cubicBezTo>
                    <a:cubicBezTo>
                      <a:pt x="187" y="413"/>
                      <a:pt x="185" y="412"/>
                      <a:pt x="184" y="413"/>
                    </a:cubicBezTo>
                    <a:cubicBezTo>
                      <a:pt x="182" y="414"/>
                      <a:pt x="181" y="415"/>
                      <a:pt x="179" y="416"/>
                    </a:cubicBezTo>
                    <a:cubicBezTo>
                      <a:pt x="178" y="417"/>
                      <a:pt x="177" y="417"/>
                      <a:pt x="176" y="418"/>
                    </a:cubicBezTo>
                    <a:cubicBezTo>
                      <a:pt x="175" y="419"/>
                      <a:pt x="174" y="420"/>
                      <a:pt x="173" y="421"/>
                    </a:cubicBezTo>
                    <a:cubicBezTo>
                      <a:pt x="170" y="423"/>
                      <a:pt x="168" y="423"/>
                      <a:pt x="165" y="423"/>
                    </a:cubicBezTo>
                    <a:cubicBezTo>
                      <a:pt x="163" y="424"/>
                      <a:pt x="161" y="426"/>
                      <a:pt x="159" y="427"/>
                    </a:cubicBezTo>
                    <a:cubicBezTo>
                      <a:pt x="158" y="428"/>
                      <a:pt x="157" y="430"/>
                      <a:pt x="156" y="432"/>
                    </a:cubicBezTo>
                    <a:cubicBezTo>
                      <a:pt x="156" y="433"/>
                      <a:pt x="155" y="434"/>
                      <a:pt x="155" y="436"/>
                    </a:cubicBezTo>
                    <a:cubicBezTo>
                      <a:pt x="154" y="437"/>
                      <a:pt x="153" y="438"/>
                      <a:pt x="152" y="439"/>
                    </a:cubicBezTo>
                    <a:cubicBezTo>
                      <a:pt x="151" y="440"/>
                      <a:pt x="150" y="441"/>
                      <a:pt x="149" y="442"/>
                    </a:cubicBezTo>
                    <a:cubicBezTo>
                      <a:pt x="148" y="442"/>
                      <a:pt x="147" y="443"/>
                      <a:pt x="146" y="444"/>
                    </a:cubicBezTo>
                    <a:cubicBezTo>
                      <a:pt x="145" y="444"/>
                      <a:pt x="144" y="444"/>
                      <a:pt x="143" y="445"/>
                    </a:cubicBezTo>
                    <a:cubicBezTo>
                      <a:pt x="141" y="446"/>
                      <a:pt x="140" y="448"/>
                      <a:pt x="138" y="449"/>
                    </a:cubicBezTo>
                    <a:cubicBezTo>
                      <a:pt x="136" y="451"/>
                      <a:pt x="135" y="453"/>
                      <a:pt x="135" y="456"/>
                    </a:cubicBezTo>
                    <a:cubicBezTo>
                      <a:pt x="134" y="460"/>
                      <a:pt x="133" y="464"/>
                      <a:pt x="131" y="467"/>
                    </a:cubicBezTo>
                    <a:cubicBezTo>
                      <a:pt x="129" y="471"/>
                      <a:pt x="127" y="474"/>
                      <a:pt x="124" y="476"/>
                    </a:cubicBezTo>
                    <a:cubicBezTo>
                      <a:pt x="119" y="480"/>
                      <a:pt x="112" y="481"/>
                      <a:pt x="108" y="487"/>
                    </a:cubicBezTo>
                    <a:cubicBezTo>
                      <a:pt x="105" y="490"/>
                      <a:pt x="104" y="493"/>
                      <a:pt x="102" y="496"/>
                    </a:cubicBezTo>
                    <a:cubicBezTo>
                      <a:pt x="100" y="499"/>
                      <a:pt x="97" y="500"/>
                      <a:pt x="94" y="502"/>
                    </a:cubicBezTo>
                    <a:cubicBezTo>
                      <a:pt x="91" y="503"/>
                      <a:pt x="87" y="503"/>
                      <a:pt x="86" y="506"/>
                    </a:cubicBezTo>
                    <a:cubicBezTo>
                      <a:pt x="84" y="509"/>
                      <a:pt x="84" y="513"/>
                      <a:pt x="84" y="517"/>
                    </a:cubicBezTo>
                    <a:cubicBezTo>
                      <a:pt x="84" y="521"/>
                      <a:pt x="83" y="524"/>
                      <a:pt x="80" y="528"/>
                    </a:cubicBezTo>
                    <a:cubicBezTo>
                      <a:pt x="78" y="531"/>
                      <a:pt x="74" y="533"/>
                      <a:pt x="72" y="537"/>
                    </a:cubicBezTo>
                    <a:cubicBezTo>
                      <a:pt x="69" y="540"/>
                      <a:pt x="66" y="543"/>
                      <a:pt x="63" y="546"/>
                    </a:cubicBezTo>
                    <a:cubicBezTo>
                      <a:pt x="59" y="548"/>
                      <a:pt x="55" y="550"/>
                      <a:pt x="51" y="550"/>
                    </a:cubicBezTo>
                    <a:cubicBezTo>
                      <a:pt x="48" y="550"/>
                      <a:pt x="45" y="549"/>
                      <a:pt x="46" y="546"/>
                    </a:cubicBezTo>
                    <a:cubicBezTo>
                      <a:pt x="47" y="543"/>
                      <a:pt x="49" y="539"/>
                      <a:pt x="51" y="536"/>
                    </a:cubicBezTo>
                    <a:cubicBezTo>
                      <a:pt x="52" y="533"/>
                      <a:pt x="53" y="530"/>
                      <a:pt x="55" y="527"/>
                    </a:cubicBezTo>
                    <a:cubicBezTo>
                      <a:pt x="56" y="525"/>
                      <a:pt x="58" y="522"/>
                      <a:pt x="60" y="520"/>
                    </a:cubicBezTo>
                    <a:cubicBezTo>
                      <a:pt x="62" y="517"/>
                      <a:pt x="64" y="513"/>
                      <a:pt x="65" y="510"/>
                    </a:cubicBezTo>
                    <a:cubicBezTo>
                      <a:pt x="65" y="506"/>
                      <a:pt x="63" y="503"/>
                      <a:pt x="61" y="500"/>
                    </a:cubicBezTo>
                    <a:cubicBezTo>
                      <a:pt x="60" y="498"/>
                      <a:pt x="58" y="495"/>
                      <a:pt x="57" y="492"/>
                    </a:cubicBezTo>
                    <a:cubicBezTo>
                      <a:pt x="57" y="491"/>
                      <a:pt x="57" y="489"/>
                      <a:pt x="58" y="488"/>
                    </a:cubicBezTo>
                    <a:cubicBezTo>
                      <a:pt x="59" y="486"/>
                      <a:pt x="60" y="486"/>
                      <a:pt x="61" y="484"/>
                    </a:cubicBezTo>
                    <a:cubicBezTo>
                      <a:pt x="61" y="484"/>
                      <a:pt x="61" y="484"/>
                      <a:pt x="61" y="484"/>
                    </a:cubicBezTo>
                    <a:cubicBezTo>
                      <a:pt x="62" y="483"/>
                      <a:pt x="62" y="483"/>
                      <a:pt x="62" y="482"/>
                    </a:cubicBezTo>
                    <a:cubicBezTo>
                      <a:pt x="62" y="481"/>
                      <a:pt x="62" y="481"/>
                      <a:pt x="61" y="481"/>
                    </a:cubicBezTo>
                    <a:cubicBezTo>
                      <a:pt x="60" y="480"/>
                      <a:pt x="58" y="480"/>
                      <a:pt x="57" y="479"/>
                    </a:cubicBezTo>
                    <a:cubicBezTo>
                      <a:pt x="56" y="478"/>
                      <a:pt x="56" y="476"/>
                      <a:pt x="56" y="475"/>
                    </a:cubicBezTo>
                    <a:cubicBezTo>
                      <a:pt x="56" y="473"/>
                      <a:pt x="57" y="473"/>
                      <a:pt x="59" y="472"/>
                    </a:cubicBezTo>
                    <a:cubicBezTo>
                      <a:pt x="60" y="472"/>
                      <a:pt x="60" y="471"/>
                      <a:pt x="61" y="470"/>
                    </a:cubicBezTo>
                    <a:cubicBezTo>
                      <a:pt x="61" y="469"/>
                      <a:pt x="62" y="468"/>
                      <a:pt x="63" y="467"/>
                    </a:cubicBezTo>
                    <a:cubicBezTo>
                      <a:pt x="64" y="467"/>
                      <a:pt x="65" y="466"/>
                      <a:pt x="66" y="465"/>
                    </a:cubicBezTo>
                    <a:cubicBezTo>
                      <a:pt x="69" y="463"/>
                      <a:pt x="72" y="462"/>
                      <a:pt x="75" y="460"/>
                    </a:cubicBezTo>
                    <a:cubicBezTo>
                      <a:pt x="78" y="458"/>
                      <a:pt x="80" y="455"/>
                      <a:pt x="83" y="454"/>
                    </a:cubicBezTo>
                    <a:cubicBezTo>
                      <a:pt x="87" y="452"/>
                      <a:pt x="91" y="450"/>
                      <a:pt x="95" y="448"/>
                    </a:cubicBezTo>
                    <a:cubicBezTo>
                      <a:pt x="96" y="447"/>
                      <a:pt x="98" y="446"/>
                      <a:pt x="99" y="446"/>
                    </a:cubicBezTo>
                    <a:cubicBezTo>
                      <a:pt x="101" y="445"/>
                      <a:pt x="102" y="445"/>
                      <a:pt x="103" y="444"/>
                    </a:cubicBezTo>
                    <a:cubicBezTo>
                      <a:pt x="104" y="443"/>
                      <a:pt x="105" y="442"/>
                      <a:pt x="106" y="441"/>
                    </a:cubicBezTo>
                    <a:cubicBezTo>
                      <a:pt x="108" y="439"/>
                      <a:pt x="110" y="439"/>
                      <a:pt x="112" y="437"/>
                    </a:cubicBezTo>
                    <a:cubicBezTo>
                      <a:pt x="113" y="436"/>
                      <a:pt x="115" y="435"/>
                      <a:pt x="117" y="434"/>
                    </a:cubicBezTo>
                    <a:cubicBezTo>
                      <a:pt x="117" y="434"/>
                      <a:pt x="118" y="433"/>
                      <a:pt x="119" y="433"/>
                    </a:cubicBezTo>
                    <a:cubicBezTo>
                      <a:pt x="120" y="432"/>
                      <a:pt x="121" y="431"/>
                      <a:pt x="123" y="430"/>
                    </a:cubicBezTo>
                    <a:cubicBezTo>
                      <a:pt x="124" y="429"/>
                      <a:pt x="126" y="429"/>
                      <a:pt x="128" y="429"/>
                    </a:cubicBezTo>
                    <a:cubicBezTo>
                      <a:pt x="128" y="428"/>
                      <a:pt x="129" y="427"/>
                      <a:pt x="130" y="427"/>
                    </a:cubicBezTo>
                    <a:cubicBezTo>
                      <a:pt x="131" y="426"/>
                      <a:pt x="132" y="426"/>
                      <a:pt x="133" y="426"/>
                    </a:cubicBezTo>
                    <a:cubicBezTo>
                      <a:pt x="134" y="425"/>
                      <a:pt x="135" y="425"/>
                      <a:pt x="137" y="425"/>
                    </a:cubicBezTo>
                    <a:cubicBezTo>
                      <a:pt x="138" y="425"/>
                      <a:pt x="139" y="424"/>
                      <a:pt x="140" y="424"/>
                    </a:cubicBezTo>
                    <a:cubicBezTo>
                      <a:pt x="141" y="423"/>
                      <a:pt x="141" y="422"/>
                      <a:pt x="142" y="421"/>
                    </a:cubicBezTo>
                    <a:cubicBezTo>
                      <a:pt x="142" y="420"/>
                      <a:pt x="143" y="420"/>
                      <a:pt x="144" y="420"/>
                    </a:cubicBezTo>
                    <a:cubicBezTo>
                      <a:pt x="146" y="420"/>
                      <a:pt x="146" y="420"/>
                      <a:pt x="147" y="419"/>
                    </a:cubicBezTo>
                    <a:cubicBezTo>
                      <a:pt x="149" y="417"/>
                      <a:pt x="147" y="414"/>
                      <a:pt x="148" y="412"/>
                    </a:cubicBezTo>
                    <a:cubicBezTo>
                      <a:pt x="149" y="410"/>
                      <a:pt x="149" y="410"/>
                      <a:pt x="151" y="410"/>
                    </a:cubicBezTo>
                    <a:cubicBezTo>
                      <a:pt x="152" y="409"/>
                      <a:pt x="152" y="409"/>
                      <a:pt x="153" y="408"/>
                    </a:cubicBezTo>
                    <a:cubicBezTo>
                      <a:pt x="155" y="407"/>
                      <a:pt x="157" y="408"/>
                      <a:pt x="158" y="409"/>
                    </a:cubicBezTo>
                    <a:cubicBezTo>
                      <a:pt x="159" y="410"/>
                      <a:pt x="160" y="411"/>
                      <a:pt x="161" y="411"/>
                    </a:cubicBezTo>
                    <a:cubicBezTo>
                      <a:pt x="162" y="411"/>
                      <a:pt x="163" y="410"/>
                      <a:pt x="163" y="409"/>
                    </a:cubicBezTo>
                    <a:cubicBezTo>
                      <a:pt x="163" y="407"/>
                      <a:pt x="162" y="405"/>
                      <a:pt x="163" y="403"/>
                    </a:cubicBezTo>
                    <a:cubicBezTo>
                      <a:pt x="164" y="402"/>
                      <a:pt x="166" y="401"/>
                      <a:pt x="166" y="399"/>
                    </a:cubicBezTo>
                    <a:cubicBezTo>
                      <a:pt x="166" y="399"/>
                      <a:pt x="165" y="398"/>
                      <a:pt x="165" y="397"/>
                    </a:cubicBezTo>
                    <a:cubicBezTo>
                      <a:pt x="165" y="397"/>
                      <a:pt x="165" y="396"/>
                      <a:pt x="165" y="395"/>
                    </a:cubicBezTo>
                    <a:cubicBezTo>
                      <a:pt x="164" y="395"/>
                      <a:pt x="164" y="395"/>
                      <a:pt x="164" y="394"/>
                    </a:cubicBezTo>
                    <a:cubicBezTo>
                      <a:pt x="164" y="392"/>
                      <a:pt x="162" y="391"/>
                      <a:pt x="161" y="390"/>
                    </a:cubicBezTo>
                    <a:cubicBezTo>
                      <a:pt x="160" y="388"/>
                      <a:pt x="159" y="387"/>
                      <a:pt x="158" y="387"/>
                    </a:cubicBezTo>
                    <a:cubicBezTo>
                      <a:pt x="153" y="387"/>
                      <a:pt x="150" y="390"/>
                      <a:pt x="147" y="391"/>
                    </a:cubicBezTo>
                    <a:cubicBezTo>
                      <a:pt x="145" y="392"/>
                      <a:pt x="143" y="392"/>
                      <a:pt x="141" y="392"/>
                    </a:cubicBezTo>
                    <a:cubicBezTo>
                      <a:pt x="138" y="391"/>
                      <a:pt x="136" y="391"/>
                      <a:pt x="133" y="392"/>
                    </a:cubicBezTo>
                    <a:cubicBezTo>
                      <a:pt x="130" y="392"/>
                      <a:pt x="127" y="392"/>
                      <a:pt x="125" y="393"/>
                    </a:cubicBezTo>
                    <a:cubicBezTo>
                      <a:pt x="123" y="394"/>
                      <a:pt x="122" y="394"/>
                      <a:pt x="120" y="395"/>
                    </a:cubicBezTo>
                    <a:cubicBezTo>
                      <a:pt x="117" y="397"/>
                      <a:pt x="114" y="399"/>
                      <a:pt x="110" y="401"/>
                    </a:cubicBezTo>
                    <a:cubicBezTo>
                      <a:pt x="109" y="401"/>
                      <a:pt x="109" y="401"/>
                      <a:pt x="108" y="402"/>
                    </a:cubicBezTo>
                    <a:cubicBezTo>
                      <a:pt x="107" y="402"/>
                      <a:pt x="107" y="403"/>
                      <a:pt x="106" y="404"/>
                    </a:cubicBezTo>
                    <a:cubicBezTo>
                      <a:pt x="105" y="404"/>
                      <a:pt x="104" y="404"/>
                      <a:pt x="103" y="404"/>
                    </a:cubicBezTo>
                    <a:cubicBezTo>
                      <a:pt x="102" y="405"/>
                      <a:pt x="101" y="405"/>
                      <a:pt x="100" y="405"/>
                    </a:cubicBezTo>
                    <a:cubicBezTo>
                      <a:pt x="99" y="405"/>
                      <a:pt x="98" y="405"/>
                      <a:pt x="96" y="404"/>
                    </a:cubicBezTo>
                    <a:cubicBezTo>
                      <a:pt x="94" y="404"/>
                      <a:pt x="92" y="404"/>
                      <a:pt x="91" y="404"/>
                    </a:cubicBezTo>
                    <a:cubicBezTo>
                      <a:pt x="89" y="404"/>
                      <a:pt x="88" y="403"/>
                      <a:pt x="86" y="404"/>
                    </a:cubicBezTo>
                    <a:cubicBezTo>
                      <a:pt x="83" y="405"/>
                      <a:pt x="82" y="406"/>
                      <a:pt x="80" y="408"/>
                    </a:cubicBezTo>
                    <a:cubicBezTo>
                      <a:pt x="79" y="408"/>
                      <a:pt x="78" y="409"/>
                      <a:pt x="77" y="409"/>
                    </a:cubicBezTo>
                    <a:cubicBezTo>
                      <a:pt x="76" y="409"/>
                      <a:pt x="75" y="409"/>
                      <a:pt x="73" y="409"/>
                    </a:cubicBezTo>
                    <a:cubicBezTo>
                      <a:pt x="73" y="409"/>
                      <a:pt x="72" y="410"/>
                      <a:pt x="71" y="410"/>
                    </a:cubicBezTo>
                    <a:cubicBezTo>
                      <a:pt x="70" y="410"/>
                      <a:pt x="70" y="410"/>
                      <a:pt x="69" y="410"/>
                    </a:cubicBezTo>
                    <a:cubicBezTo>
                      <a:pt x="67" y="410"/>
                      <a:pt x="65" y="410"/>
                      <a:pt x="63" y="410"/>
                    </a:cubicBezTo>
                    <a:cubicBezTo>
                      <a:pt x="59" y="410"/>
                      <a:pt x="55" y="410"/>
                      <a:pt x="51" y="410"/>
                    </a:cubicBezTo>
                    <a:cubicBezTo>
                      <a:pt x="49" y="410"/>
                      <a:pt x="47" y="411"/>
                      <a:pt x="44" y="411"/>
                    </a:cubicBezTo>
                    <a:cubicBezTo>
                      <a:pt x="43" y="411"/>
                      <a:pt x="42" y="412"/>
                      <a:pt x="41" y="413"/>
                    </a:cubicBezTo>
                    <a:cubicBezTo>
                      <a:pt x="40" y="414"/>
                      <a:pt x="38" y="414"/>
                      <a:pt x="36" y="414"/>
                    </a:cubicBezTo>
                    <a:cubicBezTo>
                      <a:pt x="33" y="415"/>
                      <a:pt x="28" y="415"/>
                      <a:pt x="24" y="415"/>
                    </a:cubicBezTo>
                    <a:cubicBezTo>
                      <a:pt x="22" y="415"/>
                      <a:pt x="20" y="415"/>
                      <a:pt x="18" y="415"/>
                    </a:cubicBezTo>
                    <a:cubicBezTo>
                      <a:pt x="17" y="415"/>
                      <a:pt x="16" y="415"/>
                      <a:pt x="15" y="415"/>
                    </a:cubicBezTo>
                    <a:cubicBezTo>
                      <a:pt x="13" y="414"/>
                      <a:pt x="10" y="413"/>
                      <a:pt x="8" y="412"/>
                    </a:cubicBezTo>
                    <a:cubicBezTo>
                      <a:pt x="8" y="412"/>
                      <a:pt x="8" y="411"/>
                      <a:pt x="8" y="411"/>
                    </a:cubicBezTo>
                    <a:cubicBezTo>
                      <a:pt x="7" y="411"/>
                      <a:pt x="7" y="411"/>
                      <a:pt x="6" y="410"/>
                    </a:cubicBezTo>
                    <a:cubicBezTo>
                      <a:pt x="5" y="409"/>
                      <a:pt x="5" y="408"/>
                      <a:pt x="4" y="407"/>
                    </a:cubicBezTo>
                    <a:cubicBezTo>
                      <a:pt x="3" y="406"/>
                      <a:pt x="3" y="404"/>
                      <a:pt x="2" y="403"/>
                    </a:cubicBezTo>
                    <a:cubicBezTo>
                      <a:pt x="2" y="402"/>
                      <a:pt x="2" y="401"/>
                      <a:pt x="1" y="400"/>
                    </a:cubicBezTo>
                    <a:cubicBezTo>
                      <a:pt x="1" y="399"/>
                      <a:pt x="0" y="399"/>
                      <a:pt x="0" y="399"/>
                    </a:cubicBezTo>
                    <a:cubicBezTo>
                      <a:pt x="7" y="392"/>
                      <a:pt x="7" y="392"/>
                      <a:pt x="7" y="392"/>
                    </a:cubicBezTo>
                    <a:cubicBezTo>
                      <a:pt x="23" y="368"/>
                      <a:pt x="23" y="368"/>
                      <a:pt x="23" y="368"/>
                    </a:cubicBezTo>
                    <a:cubicBezTo>
                      <a:pt x="29" y="355"/>
                      <a:pt x="52" y="341"/>
                      <a:pt x="52" y="341"/>
                    </a:cubicBezTo>
                    <a:cubicBezTo>
                      <a:pt x="51" y="327"/>
                      <a:pt x="51" y="327"/>
                      <a:pt x="51" y="327"/>
                    </a:cubicBezTo>
                    <a:cubicBezTo>
                      <a:pt x="54" y="317"/>
                      <a:pt x="54" y="317"/>
                      <a:pt x="54" y="317"/>
                    </a:cubicBezTo>
                    <a:cubicBezTo>
                      <a:pt x="44" y="305"/>
                      <a:pt x="44" y="305"/>
                      <a:pt x="44" y="305"/>
                    </a:cubicBezTo>
                    <a:cubicBezTo>
                      <a:pt x="49" y="298"/>
                      <a:pt x="49" y="298"/>
                      <a:pt x="49" y="298"/>
                    </a:cubicBezTo>
                    <a:cubicBezTo>
                      <a:pt x="44" y="291"/>
                      <a:pt x="44" y="291"/>
                      <a:pt x="44" y="291"/>
                    </a:cubicBezTo>
                    <a:cubicBezTo>
                      <a:pt x="48" y="280"/>
                      <a:pt x="48" y="280"/>
                      <a:pt x="48" y="280"/>
                    </a:cubicBezTo>
                    <a:cubicBezTo>
                      <a:pt x="45" y="275"/>
                      <a:pt x="45" y="275"/>
                      <a:pt x="45" y="275"/>
                    </a:cubicBezTo>
                    <a:cubicBezTo>
                      <a:pt x="48" y="266"/>
                      <a:pt x="48" y="266"/>
                      <a:pt x="48" y="266"/>
                    </a:cubicBezTo>
                    <a:cubicBezTo>
                      <a:pt x="42" y="262"/>
                      <a:pt x="42" y="262"/>
                      <a:pt x="42" y="262"/>
                    </a:cubicBezTo>
                    <a:cubicBezTo>
                      <a:pt x="46" y="256"/>
                      <a:pt x="46" y="256"/>
                      <a:pt x="46" y="256"/>
                    </a:cubicBezTo>
                    <a:cubicBezTo>
                      <a:pt x="64" y="253"/>
                      <a:pt x="64" y="253"/>
                      <a:pt x="64" y="253"/>
                    </a:cubicBezTo>
                    <a:cubicBezTo>
                      <a:pt x="78" y="234"/>
                      <a:pt x="78" y="234"/>
                      <a:pt x="78" y="234"/>
                    </a:cubicBezTo>
                    <a:cubicBezTo>
                      <a:pt x="102" y="234"/>
                      <a:pt x="102" y="234"/>
                      <a:pt x="102" y="234"/>
                    </a:cubicBezTo>
                    <a:cubicBezTo>
                      <a:pt x="110" y="215"/>
                      <a:pt x="110" y="215"/>
                      <a:pt x="110" y="215"/>
                    </a:cubicBezTo>
                    <a:cubicBezTo>
                      <a:pt x="100" y="196"/>
                      <a:pt x="100" y="196"/>
                      <a:pt x="100" y="196"/>
                    </a:cubicBezTo>
                    <a:cubicBezTo>
                      <a:pt x="98" y="158"/>
                      <a:pt x="98" y="158"/>
                      <a:pt x="98" y="158"/>
                    </a:cubicBezTo>
                    <a:cubicBezTo>
                      <a:pt x="87" y="158"/>
                      <a:pt x="87" y="158"/>
                      <a:pt x="87" y="158"/>
                    </a:cubicBezTo>
                    <a:cubicBezTo>
                      <a:pt x="67" y="142"/>
                      <a:pt x="67" y="142"/>
                      <a:pt x="67" y="142"/>
                    </a:cubicBezTo>
                    <a:cubicBezTo>
                      <a:pt x="56" y="139"/>
                      <a:pt x="56" y="139"/>
                      <a:pt x="56" y="139"/>
                    </a:cubicBezTo>
                    <a:cubicBezTo>
                      <a:pt x="53" y="136"/>
                      <a:pt x="53" y="136"/>
                      <a:pt x="53" y="136"/>
                    </a:cubicBezTo>
                    <a:cubicBezTo>
                      <a:pt x="43" y="133"/>
                      <a:pt x="43" y="133"/>
                      <a:pt x="43" y="133"/>
                    </a:cubicBezTo>
                    <a:cubicBezTo>
                      <a:pt x="56" y="99"/>
                      <a:pt x="56" y="99"/>
                      <a:pt x="56" y="99"/>
                    </a:cubicBezTo>
                    <a:cubicBezTo>
                      <a:pt x="56" y="99"/>
                      <a:pt x="66" y="97"/>
                      <a:pt x="73" y="97"/>
                    </a:cubicBezTo>
                    <a:cubicBezTo>
                      <a:pt x="81" y="97"/>
                      <a:pt x="83" y="91"/>
                      <a:pt x="83" y="91"/>
                    </a:cubicBezTo>
                    <a:cubicBezTo>
                      <a:pt x="93" y="56"/>
                      <a:pt x="93" y="56"/>
                      <a:pt x="93" y="56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156" y="41"/>
                      <a:pt x="156" y="41"/>
                      <a:pt x="156" y="41"/>
                    </a:cubicBezTo>
                    <a:cubicBezTo>
                      <a:pt x="170" y="1"/>
                      <a:pt x="187" y="4"/>
                      <a:pt x="187" y="4"/>
                    </a:cubicBezTo>
                    <a:cubicBezTo>
                      <a:pt x="239" y="0"/>
                      <a:pt x="239" y="0"/>
                      <a:pt x="239" y="0"/>
                    </a:cubicBezTo>
                    <a:cubicBezTo>
                      <a:pt x="295" y="41"/>
                      <a:pt x="295" y="41"/>
                      <a:pt x="295" y="41"/>
                    </a:cubicBezTo>
                    <a:cubicBezTo>
                      <a:pt x="309" y="23"/>
                      <a:pt x="309" y="23"/>
                      <a:pt x="309" y="23"/>
                    </a:cubicBezTo>
                    <a:cubicBezTo>
                      <a:pt x="386" y="16"/>
                      <a:pt x="386" y="16"/>
                      <a:pt x="386" y="16"/>
                    </a:cubicBezTo>
                    <a:cubicBezTo>
                      <a:pt x="386" y="17"/>
                      <a:pt x="386" y="17"/>
                      <a:pt x="386" y="17"/>
                    </a:cubicBezTo>
                    <a:cubicBezTo>
                      <a:pt x="386" y="19"/>
                      <a:pt x="386" y="20"/>
                      <a:pt x="387" y="21"/>
                    </a:cubicBezTo>
                    <a:cubicBezTo>
                      <a:pt x="389" y="23"/>
                      <a:pt x="391" y="25"/>
                      <a:pt x="391" y="28"/>
                    </a:cubicBezTo>
                    <a:cubicBezTo>
                      <a:pt x="392" y="29"/>
                      <a:pt x="392" y="31"/>
                      <a:pt x="393" y="32"/>
                    </a:cubicBezTo>
                    <a:cubicBezTo>
                      <a:pt x="393" y="33"/>
                      <a:pt x="394" y="33"/>
                      <a:pt x="395" y="34"/>
                    </a:cubicBezTo>
                    <a:cubicBezTo>
                      <a:pt x="396" y="37"/>
                      <a:pt x="397" y="41"/>
                      <a:pt x="396" y="44"/>
                    </a:cubicBezTo>
                    <a:cubicBezTo>
                      <a:pt x="394" y="47"/>
                      <a:pt x="390" y="42"/>
                      <a:pt x="388" y="41"/>
                    </a:cubicBezTo>
                    <a:cubicBezTo>
                      <a:pt x="388" y="40"/>
                      <a:pt x="386" y="38"/>
                      <a:pt x="385" y="39"/>
                    </a:cubicBezTo>
                    <a:cubicBezTo>
                      <a:pt x="383" y="39"/>
                      <a:pt x="383" y="41"/>
                      <a:pt x="383" y="42"/>
                    </a:cubicBezTo>
                    <a:cubicBezTo>
                      <a:pt x="382" y="46"/>
                      <a:pt x="382" y="51"/>
                      <a:pt x="383" y="55"/>
                    </a:cubicBezTo>
                    <a:cubicBezTo>
                      <a:pt x="384" y="59"/>
                      <a:pt x="387" y="62"/>
                      <a:pt x="390" y="64"/>
                    </a:cubicBezTo>
                    <a:cubicBezTo>
                      <a:pt x="395" y="68"/>
                      <a:pt x="400" y="72"/>
                      <a:pt x="403" y="78"/>
                    </a:cubicBezTo>
                    <a:cubicBezTo>
                      <a:pt x="407" y="86"/>
                      <a:pt x="404" y="98"/>
                      <a:pt x="410" y="105"/>
                    </a:cubicBezTo>
                    <a:cubicBezTo>
                      <a:pt x="413" y="108"/>
                      <a:pt x="415" y="110"/>
                      <a:pt x="417" y="113"/>
                    </a:cubicBezTo>
                    <a:cubicBezTo>
                      <a:pt x="420" y="117"/>
                      <a:pt x="423" y="121"/>
                      <a:pt x="428" y="122"/>
                    </a:cubicBezTo>
                    <a:cubicBezTo>
                      <a:pt x="432" y="124"/>
                      <a:pt x="437" y="123"/>
                      <a:pt x="441" y="125"/>
                    </a:cubicBezTo>
                    <a:cubicBezTo>
                      <a:pt x="447" y="128"/>
                      <a:pt x="451" y="133"/>
                      <a:pt x="457" y="136"/>
                    </a:cubicBezTo>
                    <a:cubicBezTo>
                      <a:pt x="466" y="141"/>
                      <a:pt x="477" y="140"/>
                      <a:pt x="487" y="141"/>
                    </a:cubicBezTo>
                    <a:cubicBezTo>
                      <a:pt x="493" y="142"/>
                      <a:pt x="498" y="145"/>
                      <a:pt x="503" y="149"/>
                    </a:cubicBezTo>
                    <a:cubicBezTo>
                      <a:pt x="507" y="151"/>
                      <a:pt x="512" y="154"/>
                      <a:pt x="517" y="154"/>
                    </a:cubicBezTo>
                    <a:cubicBezTo>
                      <a:pt x="521" y="155"/>
                      <a:pt x="526" y="155"/>
                      <a:pt x="531" y="156"/>
                    </a:cubicBezTo>
                    <a:cubicBezTo>
                      <a:pt x="533" y="156"/>
                      <a:pt x="535" y="156"/>
                      <a:pt x="538" y="157"/>
                    </a:cubicBezTo>
                    <a:cubicBezTo>
                      <a:pt x="540" y="157"/>
                      <a:pt x="541" y="158"/>
                      <a:pt x="543" y="158"/>
                    </a:cubicBezTo>
                    <a:cubicBezTo>
                      <a:pt x="546" y="159"/>
                      <a:pt x="548" y="160"/>
                      <a:pt x="550" y="162"/>
                    </a:cubicBezTo>
                    <a:cubicBezTo>
                      <a:pt x="551" y="163"/>
                      <a:pt x="552" y="164"/>
                      <a:pt x="554" y="164"/>
                    </a:cubicBezTo>
                    <a:cubicBezTo>
                      <a:pt x="556" y="165"/>
                      <a:pt x="558" y="166"/>
                      <a:pt x="561" y="168"/>
                    </a:cubicBezTo>
                    <a:cubicBezTo>
                      <a:pt x="563" y="169"/>
                      <a:pt x="565" y="170"/>
                      <a:pt x="567" y="171"/>
                    </a:cubicBezTo>
                    <a:cubicBezTo>
                      <a:pt x="571" y="171"/>
                      <a:pt x="574" y="171"/>
                      <a:pt x="577" y="171"/>
                    </a:cubicBezTo>
                    <a:cubicBezTo>
                      <a:pt x="581" y="171"/>
                      <a:pt x="585" y="171"/>
                      <a:pt x="589" y="171"/>
                    </a:cubicBezTo>
                    <a:cubicBezTo>
                      <a:pt x="593" y="172"/>
                      <a:pt x="597" y="172"/>
                      <a:pt x="600" y="173"/>
                    </a:cubicBezTo>
                    <a:cubicBezTo>
                      <a:pt x="602" y="174"/>
                      <a:pt x="604" y="175"/>
                      <a:pt x="606" y="177"/>
                    </a:cubicBezTo>
                    <a:cubicBezTo>
                      <a:pt x="610" y="180"/>
                      <a:pt x="614" y="178"/>
                      <a:pt x="617" y="175"/>
                    </a:cubicBezTo>
                    <a:cubicBezTo>
                      <a:pt x="619" y="173"/>
                      <a:pt x="622" y="172"/>
                      <a:pt x="625" y="172"/>
                    </a:cubicBezTo>
                    <a:cubicBezTo>
                      <a:pt x="627" y="172"/>
                      <a:pt x="630" y="172"/>
                      <a:pt x="632" y="175"/>
                    </a:cubicBezTo>
                    <a:cubicBezTo>
                      <a:pt x="633" y="177"/>
                      <a:pt x="632" y="178"/>
                      <a:pt x="631" y="181"/>
                    </a:cubicBezTo>
                    <a:cubicBezTo>
                      <a:pt x="631" y="184"/>
                      <a:pt x="630" y="187"/>
                      <a:pt x="629" y="19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6" name="Freeform 2517">
                <a:extLst>
                  <a:ext uri="{FF2B5EF4-FFF2-40B4-BE49-F238E27FC236}">
                    <a16:creationId xmlns:a16="http://schemas.microsoft.com/office/drawing/2014/main" id="{17B1E473-2DFA-4A0F-81B1-5C6644EC1E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68" y="3308"/>
                <a:ext cx="1739" cy="808"/>
              </a:xfrm>
              <a:custGeom>
                <a:avLst/>
                <a:gdLst>
                  <a:gd name="T0" fmla="*/ 3971 w 4275"/>
                  <a:gd name="T1" fmla="*/ 463 h 1986"/>
                  <a:gd name="T2" fmla="*/ 3631 w 4275"/>
                  <a:gd name="T3" fmla="*/ 83 h 1986"/>
                  <a:gd name="T4" fmla="*/ 3159 w 4275"/>
                  <a:gd name="T5" fmla="*/ 144 h 1986"/>
                  <a:gd name="T6" fmla="*/ 2970 w 4275"/>
                  <a:gd name="T7" fmla="*/ 313 h 1986"/>
                  <a:gd name="T8" fmla="*/ 2729 w 4275"/>
                  <a:gd name="T9" fmla="*/ 339 h 1986"/>
                  <a:gd name="T10" fmla="*/ 2533 w 4275"/>
                  <a:gd name="T11" fmla="*/ 419 h 1986"/>
                  <a:gd name="T12" fmla="*/ 2359 w 4275"/>
                  <a:gd name="T13" fmla="*/ 423 h 1986"/>
                  <a:gd name="T14" fmla="*/ 2166 w 4275"/>
                  <a:gd name="T15" fmla="*/ 397 h 1986"/>
                  <a:gd name="T16" fmla="*/ 2031 w 4275"/>
                  <a:gd name="T17" fmla="*/ 333 h 1986"/>
                  <a:gd name="T18" fmla="*/ 1806 w 4275"/>
                  <a:gd name="T19" fmla="*/ 278 h 1986"/>
                  <a:gd name="T20" fmla="*/ 1631 w 4275"/>
                  <a:gd name="T21" fmla="*/ 327 h 1986"/>
                  <a:gd name="T22" fmla="*/ 1351 w 4275"/>
                  <a:gd name="T23" fmla="*/ 405 h 1986"/>
                  <a:gd name="T24" fmla="*/ 1124 w 4275"/>
                  <a:gd name="T25" fmla="*/ 568 h 1986"/>
                  <a:gd name="T26" fmla="*/ 861 w 4275"/>
                  <a:gd name="T27" fmla="*/ 653 h 1986"/>
                  <a:gd name="T28" fmla="*/ 632 w 4275"/>
                  <a:gd name="T29" fmla="*/ 672 h 1986"/>
                  <a:gd name="T30" fmla="*/ 702 w 4275"/>
                  <a:gd name="T31" fmla="*/ 787 h 1986"/>
                  <a:gd name="T32" fmla="*/ 589 w 4275"/>
                  <a:gd name="T33" fmla="*/ 884 h 1986"/>
                  <a:gd name="T34" fmla="*/ 377 w 4275"/>
                  <a:gd name="T35" fmla="*/ 896 h 1986"/>
                  <a:gd name="T36" fmla="*/ 237 w 4275"/>
                  <a:gd name="T37" fmla="*/ 920 h 1986"/>
                  <a:gd name="T38" fmla="*/ 59 w 4275"/>
                  <a:gd name="T39" fmla="*/ 1024 h 1986"/>
                  <a:gd name="T40" fmla="*/ 168 w 4275"/>
                  <a:gd name="T41" fmla="*/ 1170 h 1986"/>
                  <a:gd name="T42" fmla="*/ 177 w 4275"/>
                  <a:gd name="T43" fmla="*/ 1310 h 1986"/>
                  <a:gd name="T44" fmla="*/ 211 w 4275"/>
                  <a:gd name="T45" fmla="*/ 1376 h 1986"/>
                  <a:gd name="T46" fmla="*/ 216 w 4275"/>
                  <a:gd name="T47" fmla="*/ 1453 h 1986"/>
                  <a:gd name="T48" fmla="*/ 166 w 4275"/>
                  <a:gd name="T49" fmla="*/ 1492 h 1986"/>
                  <a:gd name="T50" fmla="*/ 119 w 4275"/>
                  <a:gd name="T51" fmla="*/ 1463 h 1986"/>
                  <a:gd name="T52" fmla="*/ 157 w 4275"/>
                  <a:gd name="T53" fmla="*/ 1551 h 1986"/>
                  <a:gd name="T54" fmla="*/ 304 w 4275"/>
                  <a:gd name="T55" fmla="*/ 1606 h 1986"/>
                  <a:gd name="T56" fmla="*/ 305 w 4275"/>
                  <a:gd name="T57" fmla="*/ 1699 h 1986"/>
                  <a:gd name="T58" fmla="*/ 397 w 4275"/>
                  <a:gd name="T59" fmla="*/ 1766 h 1986"/>
                  <a:gd name="T60" fmla="*/ 334 w 4275"/>
                  <a:gd name="T61" fmla="*/ 1826 h 1986"/>
                  <a:gd name="T62" fmla="*/ 478 w 4275"/>
                  <a:gd name="T63" fmla="*/ 1801 h 1986"/>
                  <a:gd name="T64" fmla="*/ 511 w 4275"/>
                  <a:gd name="T65" fmla="*/ 1822 h 1986"/>
                  <a:gd name="T66" fmla="*/ 373 w 4275"/>
                  <a:gd name="T67" fmla="*/ 1887 h 1986"/>
                  <a:gd name="T68" fmla="*/ 510 w 4275"/>
                  <a:gd name="T69" fmla="*/ 1863 h 1986"/>
                  <a:gd name="T70" fmla="*/ 537 w 4275"/>
                  <a:gd name="T71" fmla="*/ 1906 h 1986"/>
                  <a:gd name="T72" fmla="*/ 589 w 4275"/>
                  <a:gd name="T73" fmla="*/ 1832 h 1986"/>
                  <a:gd name="T74" fmla="*/ 705 w 4275"/>
                  <a:gd name="T75" fmla="*/ 1877 h 1986"/>
                  <a:gd name="T76" fmla="*/ 769 w 4275"/>
                  <a:gd name="T77" fmla="*/ 1918 h 1986"/>
                  <a:gd name="T78" fmla="*/ 939 w 4275"/>
                  <a:gd name="T79" fmla="*/ 1960 h 1986"/>
                  <a:gd name="T80" fmla="*/ 1084 w 4275"/>
                  <a:gd name="T81" fmla="*/ 1802 h 1986"/>
                  <a:gd name="T82" fmla="*/ 1367 w 4275"/>
                  <a:gd name="T83" fmla="*/ 1781 h 1986"/>
                  <a:gd name="T84" fmla="*/ 1568 w 4275"/>
                  <a:gd name="T85" fmla="*/ 1905 h 1986"/>
                  <a:gd name="T86" fmla="*/ 1795 w 4275"/>
                  <a:gd name="T87" fmla="*/ 1864 h 1986"/>
                  <a:gd name="T88" fmla="*/ 1949 w 4275"/>
                  <a:gd name="T89" fmla="*/ 1742 h 1986"/>
                  <a:gd name="T90" fmla="*/ 2255 w 4275"/>
                  <a:gd name="T91" fmla="*/ 1661 h 1986"/>
                  <a:gd name="T92" fmla="*/ 2371 w 4275"/>
                  <a:gd name="T93" fmla="*/ 1588 h 1986"/>
                  <a:gd name="T94" fmla="*/ 2377 w 4275"/>
                  <a:gd name="T95" fmla="*/ 1821 h 1986"/>
                  <a:gd name="T96" fmla="*/ 2932 w 4275"/>
                  <a:gd name="T97" fmla="*/ 1489 h 1986"/>
                  <a:gd name="T98" fmla="*/ 4228 w 4275"/>
                  <a:gd name="T99" fmla="*/ 1029 h 1986"/>
                  <a:gd name="T100" fmla="*/ 372 w 4275"/>
                  <a:gd name="T101" fmla="*/ 982 h 1986"/>
                  <a:gd name="T102" fmla="*/ 499 w 4275"/>
                  <a:gd name="T103" fmla="*/ 960 h 1986"/>
                  <a:gd name="T104" fmla="*/ 688 w 4275"/>
                  <a:gd name="T105" fmla="*/ 855 h 1986"/>
                  <a:gd name="T106" fmla="*/ 966 w 4275"/>
                  <a:gd name="T107" fmla="*/ 1540 h 1986"/>
                  <a:gd name="T108" fmla="*/ 1088 w 4275"/>
                  <a:gd name="T109" fmla="*/ 1487 h 1986"/>
                  <a:gd name="T110" fmla="*/ 1136 w 4275"/>
                  <a:gd name="T111" fmla="*/ 1286 h 1986"/>
                  <a:gd name="T112" fmla="*/ 1193 w 4275"/>
                  <a:gd name="T113" fmla="*/ 1321 h 1986"/>
                  <a:gd name="T114" fmla="*/ 1182 w 4275"/>
                  <a:gd name="T115" fmla="*/ 1475 h 1986"/>
                  <a:gd name="T116" fmla="*/ 1694 w 4275"/>
                  <a:gd name="T117" fmla="*/ 1221 h 1986"/>
                  <a:gd name="T118" fmla="*/ 3814 w 4275"/>
                  <a:gd name="T119" fmla="*/ 646 h 1986"/>
                  <a:gd name="T120" fmla="*/ 3746 w 4275"/>
                  <a:gd name="T121" fmla="*/ 796 h 1986"/>
                  <a:gd name="T122" fmla="*/ 3607 w 4275"/>
                  <a:gd name="T123" fmla="*/ 813 h 1986"/>
                  <a:gd name="T124" fmla="*/ 3757 w 4275"/>
                  <a:gd name="T125" fmla="*/ 661 h 19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275" h="1986">
                    <a:moveTo>
                      <a:pt x="4238" y="930"/>
                    </a:moveTo>
                    <a:cubicBezTo>
                      <a:pt x="4208" y="924"/>
                      <a:pt x="4208" y="924"/>
                      <a:pt x="4208" y="924"/>
                    </a:cubicBezTo>
                    <a:cubicBezTo>
                      <a:pt x="4199" y="892"/>
                      <a:pt x="4199" y="892"/>
                      <a:pt x="4199" y="892"/>
                    </a:cubicBezTo>
                    <a:cubicBezTo>
                      <a:pt x="4173" y="880"/>
                      <a:pt x="4173" y="880"/>
                      <a:pt x="4173" y="880"/>
                    </a:cubicBezTo>
                    <a:cubicBezTo>
                      <a:pt x="4173" y="871"/>
                      <a:pt x="4173" y="871"/>
                      <a:pt x="4173" y="871"/>
                    </a:cubicBezTo>
                    <a:cubicBezTo>
                      <a:pt x="4201" y="861"/>
                      <a:pt x="4201" y="861"/>
                      <a:pt x="4201" y="861"/>
                    </a:cubicBezTo>
                    <a:cubicBezTo>
                      <a:pt x="4187" y="836"/>
                      <a:pt x="4187" y="836"/>
                      <a:pt x="4187" y="836"/>
                    </a:cubicBezTo>
                    <a:cubicBezTo>
                      <a:pt x="4156" y="848"/>
                      <a:pt x="4156" y="848"/>
                      <a:pt x="4156" y="848"/>
                    </a:cubicBezTo>
                    <a:cubicBezTo>
                      <a:pt x="4143" y="831"/>
                      <a:pt x="4143" y="831"/>
                      <a:pt x="4143" y="831"/>
                    </a:cubicBezTo>
                    <a:cubicBezTo>
                      <a:pt x="4096" y="837"/>
                      <a:pt x="4096" y="837"/>
                      <a:pt x="4096" y="837"/>
                    </a:cubicBezTo>
                    <a:cubicBezTo>
                      <a:pt x="4085" y="800"/>
                      <a:pt x="4085" y="800"/>
                      <a:pt x="4085" y="800"/>
                    </a:cubicBezTo>
                    <a:cubicBezTo>
                      <a:pt x="4099" y="766"/>
                      <a:pt x="4099" y="766"/>
                      <a:pt x="4099" y="766"/>
                    </a:cubicBezTo>
                    <a:cubicBezTo>
                      <a:pt x="4109" y="725"/>
                      <a:pt x="4109" y="725"/>
                      <a:pt x="4109" y="725"/>
                    </a:cubicBezTo>
                    <a:cubicBezTo>
                      <a:pt x="4088" y="704"/>
                      <a:pt x="4088" y="704"/>
                      <a:pt x="4088" y="704"/>
                    </a:cubicBezTo>
                    <a:cubicBezTo>
                      <a:pt x="4066" y="719"/>
                      <a:pt x="4066" y="719"/>
                      <a:pt x="4066" y="719"/>
                    </a:cubicBezTo>
                    <a:cubicBezTo>
                      <a:pt x="4055" y="715"/>
                      <a:pt x="4055" y="715"/>
                      <a:pt x="4055" y="715"/>
                    </a:cubicBezTo>
                    <a:cubicBezTo>
                      <a:pt x="4053" y="670"/>
                      <a:pt x="4053" y="670"/>
                      <a:pt x="4053" y="670"/>
                    </a:cubicBezTo>
                    <a:cubicBezTo>
                      <a:pt x="4010" y="629"/>
                      <a:pt x="4010" y="629"/>
                      <a:pt x="4010" y="629"/>
                    </a:cubicBezTo>
                    <a:cubicBezTo>
                      <a:pt x="4017" y="605"/>
                      <a:pt x="4017" y="605"/>
                      <a:pt x="4017" y="605"/>
                    </a:cubicBezTo>
                    <a:cubicBezTo>
                      <a:pt x="3966" y="574"/>
                      <a:pt x="3966" y="574"/>
                      <a:pt x="3966" y="574"/>
                    </a:cubicBezTo>
                    <a:cubicBezTo>
                      <a:pt x="3966" y="537"/>
                      <a:pt x="3966" y="537"/>
                      <a:pt x="3966" y="537"/>
                    </a:cubicBezTo>
                    <a:cubicBezTo>
                      <a:pt x="3935" y="524"/>
                      <a:pt x="3935" y="524"/>
                      <a:pt x="3935" y="524"/>
                    </a:cubicBezTo>
                    <a:cubicBezTo>
                      <a:pt x="3912" y="481"/>
                      <a:pt x="3912" y="481"/>
                      <a:pt x="3912" y="481"/>
                    </a:cubicBezTo>
                    <a:cubicBezTo>
                      <a:pt x="3971" y="463"/>
                      <a:pt x="3971" y="463"/>
                      <a:pt x="3971" y="463"/>
                    </a:cubicBezTo>
                    <a:cubicBezTo>
                      <a:pt x="3980" y="443"/>
                      <a:pt x="3980" y="443"/>
                      <a:pt x="3980" y="443"/>
                    </a:cubicBezTo>
                    <a:cubicBezTo>
                      <a:pt x="3955" y="379"/>
                      <a:pt x="3955" y="379"/>
                      <a:pt x="3955" y="379"/>
                    </a:cubicBezTo>
                    <a:cubicBezTo>
                      <a:pt x="3979" y="353"/>
                      <a:pt x="3979" y="353"/>
                      <a:pt x="3979" y="353"/>
                    </a:cubicBezTo>
                    <a:cubicBezTo>
                      <a:pt x="4020" y="353"/>
                      <a:pt x="4020" y="353"/>
                      <a:pt x="4020" y="353"/>
                    </a:cubicBezTo>
                    <a:cubicBezTo>
                      <a:pt x="4045" y="377"/>
                      <a:pt x="4045" y="377"/>
                      <a:pt x="4045" y="377"/>
                    </a:cubicBezTo>
                    <a:cubicBezTo>
                      <a:pt x="4045" y="360"/>
                      <a:pt x="4045" y="360"/>
                      <a:pt x="4045" y="360"/>
                    </a:cubicBezTo>
                    <a:cubicBezTo>
                      <a:pt x="4015" y="336"/>
                      <a:pt x="4015" y="336"/>
                      <a:pt x="4015" y="336"/>
                    </a:cubicBezTo>
                    <a:cubicBezTo>
                      <a:pt x="3975" y="336"/>
                      <a:pt x="3975" y="336"/>
                      <a:pt x="3975" y="336"/>
                    </a:cubicBezTo>
                    <a:cubicBezTo>
                      <a:pt x="3951" y="312"/>
                      <a:pt x="3951" y="312"/>
                      <a:pt x="3951" y="312"/>
                    </a:cubicBezTo>
                    <a:cubicBezTo>
                      <a:pt x="3891" y="306"/>
                      <a:pt x="3891" y="306"/>
                      <a:pt x="3891" y="306"/>
                    </a:cubicBezTo>
                    <a:cubicBezTo>
                      <a:pt x="3829" y="332"/>
                      <a:pt x="3829" y="332"/>
                      <a:pt x="3829" y="332"/>
                    </a:cubicBezTo>
                    <a:cubicBezTo>
                      <a:pt x="3809" y="325"/>
                      <a:pt x="3809" y="325"/>
                      <a:pt x="3809" y="325"/>
                    </a:cubicBezTo>
                    <a:cubicBezTo>
                      <a:pt x="3758" y="332"/>
                      <a:pt x="3758" y="332"/>
                      <a:pt x="3758" y="332"/>
                    </a:cubicBezTo>
                    <a:cubicBezTo>
                      <a:pt x="3739" y="282"/>
                      <a:pt x="3739" y="282"/>
                      <a:pt x="3739" y="282"/>
                    </a:cubicBezTo>
                    <a:cubicBezTo>
                      <a:pt x="3722" y="272"/>
                      <a:pt x="3722" y="272"/>
                      <a:pt x="3722" y="272"/>
                    </a:cubicBezTo>
                    <a:cubicBezTo>
                      <a:pt x="3727" y="256"/>
                      <a:pt x="3727" y="256"/>
                      <a:pt x="3727" y="256"/>
                    </a:cubicBezTo>
                    <a:cubicBezTo>
                      <a:pt x="3705" y="241"/>
                      <a:pt x="3705" y="241"/>
                      <a:pt x="3705" y="241"/>
                    </a:cubicBezTo>
                    <a:cubicBezTo>
                      <a:pt x="3739" y="203"/>
                      <a:pt x="3739" y="203"/>
                      <a:pt x="3739" y="203"/>
                    </a:cubicBezTo>
                    <a:cubicBezTo>
                      <a:pt x="3734" y="169"/>
                      <a:pt x="3734" y="169"/>
                      <a:pt x="3734" y="169"/>
                    </a:cubicBezTo>
                    <a:cubicBezTo>
                      <a:pt x="3695" y="149"/>
                      <a:pt x="3695" y="149"/>
                      <a:pt x="3695" y="149"/>
                    </a:cubicBezTo>
                    <a:cubicBezTo>
                      <a:pt x="3669" y="109"/>
                      <a:pt x="3669" y="109"/>
                      <a:pt x="3669" y="109"/>
                    </a:cubicBezTo>
                    <a:cubicBezTo>
                      <a:pt x="3640" y="118"/>
                      <a:pt x="3640" y="118"/>
                      <a:pt x="3640" y="118"/>
                    </a:cubicBezTo>
                    <a:cubicBezTo>
                      <a:pt x="3621" y="95"/>
                      <a:pt x="3621" y="95"/>
                      <a:pt x="3621" y="95"/>
                    </a:cubicBezTo>
                    <a:cubicBezTo>
                      <a:pt x="3631" y="83"/>
                      <a:pt x="3631" y="83"/>
                      <a:pt x="3631" y="83"/>
                    </a:cubicBezTo>
                    <a:cubicBezTo>
                      <a:pt x="3625" y="79"/>
                      <a:pt x="3625" y="79"/>
                      <a:pt x="3625" y="79"/>
                    </a:cubicBezTo>
                    <a:cubicBezTo>
                      <a:pt x="3624" y="79"/>
                      <a:pt x="3624" y="79"/>
                      <a:pt x="3624" y="79"/>
                    </a:cubicBezTo>
                    <a:cubicBezTo>
                      <a:pt x="3599" y="64"/>
                      <a:pt x="3599" y="64"/>
                      <a:pt x="3599" y="64"/>
                    </a:cubicBezTo>
                    <a:cubicBezTo>
                      <a:pt x="3579" y="84"/>
                      <a:pt x="3579" y="84"/>
                      <a:pt x="3579" y="84"/>
                    </a:cubicBezTo>
                    <a:cubicBezTo>
                      <a:pt x="3549" y="78"/>
                      <a:pt x="3549" y="78"/>
                      <a:pt x="3549" y="78"/>
                    </a:cubicBezTo>
                    <a:cubicBezTo>
                      <a:pt x="3549" y="65"/>
                      <a:pt x="3549" y="65"/>
                      <a:pt x="3549" y="65"/>
                    </a:cubicBezTo>
                    <a:cubicBezTo>
                      <a:pt x="3568" y="58"/>
                      <a:pt x="3568" y="58"/>
                      <a:pt x="3568" y="58"/>
                    </a:cubicBezTo>
                    <a:cubicBezTo>
                      <a:pt x="3556" y="42"/>
                      <a:pt x="3556" y="42"/>
                      <a:pt x="3556" y="42"/>
                    </a:cubicBezTo>
                    <a:cubicBezTo>
                      <a:pt x="3517" y="48"/>
                      <a:pt x="3517" y="48"/>
                      <a:pt x="3517" y="48"/>
                    </a:cubicBezTo>
                    <a:cubicBezTo>
                      <a:pt x="3496" y="31"/>
                      <a:pt x="3496" y="31"/>
                      <a:pt x="3496" y="31"/>
                    </a:cubicBezTo>
                    <a:cubicBezTo>
                      <a:pt x="3457" y="31"/>
                      <a:pt x="3457" y="31"/>
                      <a:pt x="3457" y="31"/>
                    </a:cubicBezTo>
                    <a:cubicBezTo>
                      <a:pt x="3441" y="0"/>
                      <a:pt x="3441" y="0"/>
                      <a:pt x="3441" y="0"/>
                    </a:cubicBezTo>
                    <a:cubicBezTo>
                      <a:pt x="3389" y="12"/>
                      <a:pt x="3389" y="12"/>
                      <a:pt x="3389" y="12"/>
                    </a:cubicBezTo>
                    <a:cubicBezTo>
                      <a:pt x="3399" y="47"/>
                      <a:pt x="3399" y="47"/>
                      <a:pt x="3399" y="47"/>
                    </a:cubicBezTo>
                    <a:cubicBezTo>
                      <a:pt x="3386" y="61"/>
                      <a:pt x="3386" y="61"/>
                      <a:pt x="3386" y="61"/>
                    </a:cubicBezTo>
                    <a:cubicBezTo>
                      <a:pt x="3331" y="61"/>
                      <a:pt x="3331" y="61"/>
                      <a:pt x="3331" y="61"/>
                    </a:cubicBezTo>
                    <a:cubicBezTo>
                      <a:pt x="3284" y="68"/>
                      <a:pt x="3284" y="68"/>
                      <a:pt x="3284" y="68"/>
                    </a:cubicBezTo>
                    <a:cubicBezTo>
                      <a:pt x="3262" y="100"/>
                      <a:pt x="3262" y="100"/>
                      <a:pt x="3262" y="100"/>
                    </a:cubicBezTo>
                    <a:cubicBezTo>
                      <a:pt x="3180" y="91"/>
                      <a:pt x="3180" y="91"/>
                      <a:pt x="3180" y="91"/>
                    </a:cubicBezTo>
                    <a:cubicBezTo>
                      <a:pt x="3179" y="92"/>
                      <a:pt x="3178" y="93"/>
                      <a:pt x="3177" y="95"/>
                    </a:cubicBezTo>
                    <a:cubicBezTo>
                      <a:pt x="3175" y="97"/>
                      <a:pt x="3175" y="100"/>
                      <a:pt x="3173" y="103"/>
                    </a:cubicBezTo>
                    <a:cubicBezTo>
                      <a:pt x="3171" y="106"/>
                      <a:pt x="3171" y="110"/>
                      <a:pt x="3169" y="114"/>
                    </a:cubicBezTo>
                    <a:cubicBezTo>
                      <a:pt x="3168" y="117"/>
                      <a:pt x="3166" y="121"/>
                      <a:pt x="3165" y="124"/>
                    </a:cubicBezTo>
                    <a:cubicBezTo>
                      <a:pt x="3164" y="131"/>
                      <a:pt x="3163" y="139"/>
                      <a:pt x="3159" y="144"/>
                    </a:cubicBezTo>
                    <a:cubicBezTo>
                      <a:pt x="3157" y="148"/>
                      <a:pt x="3155" y="150"/>
                      <a:pt x="3152" y="152"/>
                    </a:cubicBezTo>
                    <a:cubicBezTo>
                      <a:pt x="3149" y="155"/>
                      <a:pt x="3147" y="159"/>
                      <a:pt x="3144" y="162"/>
                    </a:cubicBezTo>
                    <a:cubicBezTo>
                      <a:pt x="3141" y="164"/>
                      <a:pt x="3138" y="166"/>
                      <a:pt x="3136" y="169"/>
                    </a:cubicBezTo>
                    <a:cubicBezTo>
                      <a:pt x="3133" y="173"/>
                      <a:pt x="3129" y="177"/>
                      <a:pt x="3126" y="181"/>
                    </a:cubicBezTo>
                    <a:cubicBezTo>
                      <a:pt x="3122" y="184"/>
                      <a:pt x="3119" y="187"/>
                      <a:pt x="3116" y="190"/>
                    </a:cubicBezTo>
                    <a:cubicBezTo>
                      <a:pt x="3114" y="192"/>
                      <a:pt x="3113" y="194"/>
                      <a:pt x="3112" y="195"/>
                    </a:cubicBezTo>
                    <a:cubicBezTo>
                      <a:pt x="3109" y="197"/>
                      <a:pt x="3107" y="199"/>
                      <a:pt x="3105" y="201"/>
                    </a:cubicBezTo>
                    <a:cubicBezTo>
                      <a:pt x="3102" y="205"/>
                      <a:pt x="3104" y="210"/>
                      <a:pt x="3100" y="213"/>
                    </a:cubicBezTo>
                    <a:cubicBezTo>
                      <a:pt x="3096" y="217"/>
                      <a:pt x="3090" y="218"/>
                      <a:pt x="3086" y="220"/>
                    </a:cubicBezTo>
                    <a:cubicBezTo>
                      <a:pt x="3083" y="222"/>
                      <a:pt x="3081" y="224"/>
                      <a:pt x="3078" y="225"/>
                    </a:cubicBezTo>
                    <a:cubicBezTo>
                      <a:pt x="3075" y="227"/>
                      <a:pt x="3072" y="229"/>
                      <a:pt x="3069" y="231"/>
                    </a:cubicBezTo>
                    <a:cubicBezTo>
                      <a:pt x="3058" y="237"/>
                      <a:pt x="3044" y="240"/>
                      <a:pt x="3038" y="252"/>
                    </a:cubicBezTo>
                    <a:cubicBezTo>
                      <a:pt x="3037" y="254"/>
                      <a:pt x="3036" y="256"/>
                      <a:pt x="3035" y="258"/>
                    </a:cubicBezTo>
                    <a:cubicBezTo>
                      <a:pt x="3035" y="259"/>
                      <a:pt x="3035" y="260"/>
                      <a:pt x="3034" y="261"/>
                    </a:cubicBezTo>
                    <a:cubicBezTo>
                      <a:pt x="3033" y="264"/>
                      <a:pt x="3032" y="266"/>
                      <a:pt x="3030" y="268"/>
                    </a:cubicBezTo>
                    <a:cubicBezTo>
                      <a:pt x="3028" y="270"/>
                      <a:pt x="3027" y="272"/>
                      <a:pt x="3024" y="272"/>
                    </a:cubicBezTo>
                    <a:cubicBezTo>
                      <a:pt x="3023" y="273"/>
                      <a:pt x="3022" y="273"/>
                      <a:pt x="3020" y="274"/>
                    </a:cubicBezTo>
                    <a:cubicBezTo>
                      <a:pt x="3019" y="274"/>
                      <a:pt x="3019" y="275"/>
                      <a:pt x="3018" y="275"/>
                    </a:cubicBezTo>
                    <a:cubicBezTo>
                      <a:pt x="3016" y="276"/>
                      <a:pt x="3014" y="277"/>
                      <a:pt x="3012" y="277"/>
                    </a:cubicBezTo>
                    <a:cubicBezTo>
                      <a:pt x="3010" y="278"/>
                      <a:pt x="3009" y="280"/>
                      <a:pt x="3007" y="281"/>
                    </a:cubicBezTo>
                    <a:cubicBezTo>
                      <a:pt x="3004" y="282"/>
                      <a:pt x="3002" y="283"/>
                      <a:pt x="2999" y="284"/>
                    </a:cubicBezTo>
                    <a:cubicBezTo>
                      <a:pt x="2996" y="286"/>
                      <a:pt x="2994" y="289"/>
                      <a:pt x="2992" y="292"/>
                    </a:cubicBezTo>
                    <a:cubicBezTo>
                      <a:pt x="2989" y="295"/>
                      <a:pt x="2986" y="297"/>
                      <a:pt x="2984" y="299"/>
                    </a:cubicBezTo>
                    <a:cubicBezTo>
                      <a:pt x="2981" y="305"/>
                      <a:pt x="2975" y="308"/>
                      <a:pt x="2970" y="313"/>
                    </a:cubicBezTo>
                    <a:cubicBezTo>
                      <a:pt x="2969" y="315"/>
                      <a:pt x="2968" y="317"/>
                      <a:pt x="2966" y="318"/>
                    </a:cubicBezTo>
                    <a:cubicBezTo>
                      <a:pt x="2961" y="321"/>
                      <a:pt x="2957" y="324"/>
                      <a:pt x="2953" y="329"/>
                    </a:cubicBezTo>
                    <a:cubicBezTo>
                      <a:pt x="2952" y="331"/>
                      <a:pt x="2949" y="332"/>
                      <a:pt x="2947" y="333"/>
                    </a:cubicBezTo>
                    <a:cubicBezTo>
                      <a:pt x="2944" y="334"/>
                      <a:pt x="2941" y="332"/>
                      <a:pt x="2938" y="332"/>
                    </a:cubicBezTo>
                    <a:cubicBezTo>
                      <a:pt x="2933" y="333"/>
                      <a:pt x="2928" y="330"/>
                      <a:pt x="2923" y="328"/>
                    </a:cubicBezTo>
                    <a:cubicBezTo>
                      <a:pt x="2921" y="327"/>
                      <a:pt x="2919" y="326"/>
                      <a:pt x="2917" y="325"/>
                    </a:cubicBezTo>
                    <a:cubicBezTo>
                      <a:pt x="2914" y="324"/>
                      <a:pt x="2910" y="324"/>
                      <a:pt x="2907" y="323"/>
                    </a:cubicBezTo>
                    <a:cubicBezTo>
                      <a:pt x="2898" y="321"/>
                      <a:pt x="2890" y="324"/>
                      <a:pt x="2882" y="328"/>
                    </a:cubicBezTo>
                    <a:cubicBezTo>
                      <a:pt x="2880" y="329"/>
                      <a:pt x="2878" y="329"/>
                      <a:pt x="2877" y="331"/>
                    </a:cubicBezTo>
                    <a:cubicBezTo>
                      <a:pt x="2876" y="332"/>
                      <a:pt x="2875" y="333"/>
                      <a:pt x="2874" y="334"/>
                    </a:cubicBezTo>
                    <a:cubicBezTo>
                      <a:pt x="2871" y="335"/>
                      <a:pt x="2867" y="335"/>
                      <a:pt x="2864" y="335"/>
                    </a:cubicBezTo>
                    <a:cubicBezTo>
                      <a:pt x="2862" y="334"/>
                      <a:pt x="2860" y="334"/>
                      <a:pt x="2858" y="334"/>
                    </a:cubicBezTo>
                    <a:cubicBezTo>
                      <a:pt x="2856" y="334"/>
                      <a:pt x="2854" y="334"/>
                      <a:pt x="2852" y="334"/>
                    </a:cubicBezTo>
                    <a:cubicBezTo>
                      <a:pt x="2847" y="334"/>
                      <a:pt x="2843" y="334"/>
                      <a:pt x="2839" y="331"/>
                    </a:cubicBezTo>
                    <a:cubicBezTo>
                      <a:pt x="2834" y="328"/>
                      <a:pt x="2828" y="327"/>
                      <a:pt x="2823" y="326"/>
                    </a:cubicBezTo>
                    <a:cubicBezTo>
                      <a:pt x="2821" y="325"/>
                      <a:pt x="2819" y="323"/>
                      <a:pt x="2817" y="322"/>
                    </a:cubicBezTo>
                    <a:cubicBezTo>
                      <a:pt x="2805" y="315"/>
                      <a:pt x="2792" y="315"/>
                      <a:pt x="2779" y="315"/>
                    </a:cubicBezTo>
                    <a:cubicBezTo>
                      <a:pt x="2775" y="315"/>
                      <a:pt x="2769" y="314"/>
                      <a:pt x="2767" y="316"/>
                    </a:cubicBezTo>
                    <a:cubicBezTo>
                      <a:pt x="2764" y="318"/>
                      <a:pt x="2764" y="322"/>
                      <a:pt x="2765" y="324"/>
                    </a:cubicBezTo>
                    <a:cubicBezTo>
                      <a:pt x="2766" y="328"/>
                      <a:pt x="2769" y="332"/>
                      <a:pt x="2765" y="333"/>
                    </a:cubicBezTo>
                    <a:cubicBezTo>
                      <a:pt x="2763" y="334"/>
                      <a:pt x="2762" y="334"/>
                      <a:pt x="2761" y="334"/>
                    </a:cubicBezTo>
                    <a:cubicBezTo>
                      <a:pt x="2759" y="334"/>
                      <a:pt x="2758" y="335"/>
                      <a:pt x="2756" y="335"/>
                    </a:cubicBezTo>
                    <a:cubicBezTo>
                      <a:pt x="2753" y="336"/>
                      <a:pt x="2750" y="336"/>
                      <a:pt x="2747" y="336"/>
                    </a:cubicBezTo>
                    <a:cubicBezTo>
                      <a:pt x="2741" y="337"/>
                      <a:pt x="2735" y="338"/>
                      <a:pt x="2729" y="339"/>
                    </a:cubicBezTo>
                    <a:cubicBezTo>
                      <a:pt x="2724" y="339"/>
                      <a:pt x="2719" y="342"/>
                      <a:pt x="2715" y="343"/>
                    </a:cubicBezTo>
                    <a:cubicBezTo>
                      <a:pt x="2711" y="345"/>
                      <a:pt x="2708" y="346"/>
                      <a:pt x="2705" y="347"/>
                    </a:cubicBezTo>
                    <a:cubicBezTo>
                      <a:pt x="2702" y="348"/>
                      <a:pt x="2699" y="349"/>
                      <a:pt x="2696" y="350"/>
                    </a:cubicBezTo>
                    <a:cubicBezTo>
                      <a:pt x="2692" y="351"/>
                      <a:pt x="2689" y="352"/>
                      <a:pt x="2686" y="354"/>
                    </a:cubicBezTo>
                    <a:cubicBezTo>
                      <a:pt x="2682" y="356"/>
                      <a:pt x="2680" y="359"/>
                      <a:pt x="2677" y="360"/>
                    </a:cubicBezTo>
                    <a:cubicBezTo>
                      <a:pt x="2673" y="362"/>
                      <a:pt x="2669" y="364"/>
                      <a:pt x="2665" y="364"/>
                    </a:cubicBezTo>
                    <a:cubicBezTo>
                      <a:pt x="2662" y="365"/>
                      <a:pt x="2657" y="366"/>
                      <a:pt x="2655" y="367"/>
                    </a:cubicBezTo>
                    <a:cubicBezTo>
                      <a:pt x="2653" y="369"/>
                      <a:pt x="2653" y="372"/>
                      <a:pt x="2649" y="373"/>
                    </a:cubicBezTo>
                    <a:cubicBezTo>
                      <a:pt x="2648" y="375"/>
                      <a:pt x="2648" y="377"/>
                      <a:pt x="2647" y="379"/>
                    </a:cubicBezTo>
                    <a:cubicBezTo>
                      <a:pt x="2647" y="380"/>
                      <a:pt x="2645" y="381"/>
                      <a:pt x="2644" y="383"/>
                    </a:cubicBezTo>
                    <a:cubicBezTo>
                      <a:pt x="2643" y="384"/>
                      <a:pt x="2644" y="385"/>
                      <a:pt x="2643" y="386"/>
                    </a:cubicBezTo>
                    <a:cubicBezTo>
                      <a:pt x="2642" y="387"/>
                      <a:pt x="2640" y="388"/>
                      <a:pt x="2638" y="389"/>
                    </a:cubicBezTo>
                    <a:cubicBezTo>
                      <a:pt x="2635" y="392"/>
                      <a:pt x="2630" y="391"/>
                      <a:pt x="2626" y="391"/>
                    </a:cubicBezTo>
                    <a:cubicBezTo>
                      <a:pt x="2623" y="391"/>
                      <a:pt x="2618" y="389"/>
                      <a:pt x="2615" y="391"/>
                    </a:cubicBezTo>
                    <a:cubicBezTo>
                      <a:pt x="2613" y="392"/>
                      <a:pt x="2611" y="396"/>
                      <a:pt x="2608" y="397"/>
                    </a:cubicBezTo>
                    <a:cubicBezTo>
                      <a:pt x="2607" y="399"/>
                      <a:pt x="2606" y="399"/>
                      <a:pt x="2605" y="401"/>
                    </a:cubicBezTo>
                    <a:cubicBezTo>
                      <a:pt x="2605" y="402"/>
                      <a:pt x="2605" y="403"/>
                      <a:pt x="2604" y="404"/>
                    </a:cubicBezTo>
                    <a:cubicBezTo>
                      <a:pt x="2604" y="404"/>
                      <a:pt x="2604" y="405"/>
                      <a:pt x="2603" y="405"/>
                    </a:cubicBezTo>
                    <a:cubicBezTo>
                      <a:pt x="2602" y="407"/>
                      <a:pt x="2601" y="411"/>
                      <a:pt x="2599" y="413"/>
                    </a:cubicBezTo>
                    <a:cubicBezTo>
                      <a:pt x="2596" y="414"/>
                      <a:pt x="2593" y="415"/>
                      <a:pt x="2590" y="415"/>
                    </a:cubicBezTo>
                    <a:cubicBezTo>
                      <a:pt x="2586" y="416"/>
                      <a:pt x="2582" y="417"/>
                      <a:pt x="2578" y="416"/>
                    </a:cubicBezTo>
                    <a:cubicBezTo>
                      <a:pt x="2573" y="416"/>
                      <a:pt x="2569" y="414"/>
                      <a:pt x="2565" y="415"/>
                    </a:cubicBezTo>
                    <a:cubicBezTo>
                      <a:pt x="2561" y="415"/>
                      <a:pt x="2558" y="417"/>
                      <a:pt x="2555" y="418"/>
                    </a:cubicBezTo>
                    <a:cubicBezTo>
                      <a:pt x="2548" y="419"/>
                      <a:pt x="2540" y="418"/>
                      <a:pt x="2533" y="419"/>
                    </a:cubicBezTo>
                    <a:cubicBezTo>
                      <a:pt x="2529" y="420"/>
                      <a:pt x="2526" y="420"/>
                      <a:pt x="2522" y="421"/>
                    </a:cubicBezTo>
                    <a:cubicBezTo>
                      <a:pt x="2519" y="421"/>
                      <a:pt x="2516" y="422"/>
                      <a:pt x="2512" y="422"/>
                    </a:cubicBezTo>
                    <a:cubicBezTo>
                      <a:pt x="2509" y="422"/>
                      <a:pt x="2505" y="422"/>
                      <a:pt x="2502" y="422"/>
                    </a:cubicBezTo>
                    <a:cubicBezTo>
                      <a:pt x="2501" y="422"/>
                      <a:pt x="2499" y="421"/>
                      <a:pt x="2498" y="421"/>
                    </a:cubicBezTo>
                    <a:cubicBezTo>
                      <a:pt x="2491" y="421"/>
                      <a:pt x="2484" y="422"/>
                      <a:pt x="2477" y="424"/>
                    </a:cubicBezTo>
                    <a:cubicBezTo>
                      <a:pt x="2473" y="424"/>
                      <a:pt x="2469" y="424"/>
                      <a:pt x="2465" y="425"/>
                    </a:cubicBezTo>
                    <a:cubicBezTo>
                      <a:pt x="2462" y="425"/>
                      <a:pt x="2457" y="426"/>
                      <a:pt x="2454" y="423"/>
                    </a:cubicBezTo>
                    <a:cubicBezTo>
                      <a:pt x="2452" y="422"/>
                      <a:pt x="2451" y="418"/>
                      <a:pt x="2450" y="416"/>
                    </a:cubicBezTo>
                    <a:cubicBezTo>
                      <a:pt x="2449" y="414"/>
                      <a:pt x="2449" y="413"/>
                      <a:pt x="2449" y="411"/>
                    </a:cubicBezTo>
                    <a:cubicBezTo>
                      <a:pt x="2449" y="410"/>
                      <a:pt x="2450" y="409"/>
                      <a:pt x="2451" y="407"/>
                    </a:cubicBezTo>
                    <a:cubicBezTo>
                      <a:pt x="2451" y="405"/>
                      <a:pt x="2450" y="402"/>
                      <a:pt x="2448" y="400"/>
                    </a:cubicBezTo>
                    <a:cubicBezTo>
                      <a:pt x="2446" y="398"/>
                      <a:pt x="2443" y="398"/>
                      <a:pt x="2440" y="397"/>
                    </a:cubicBezTo>
                    <a:cubicBezTo>
                      <a:pt x="2437" y="396"/>
                      <a:pt x="2433" y="396"/>
                      <a:pt x="2430" y="395"/>
                    </a:cubicBezTo>
                    <a:cubicBezTo>
                      <a:pt x="2427" y="393"/>
                      <a:pt x="2426" y="394"/>
                      <a:pt x="2423" y="395"/>
                    </a:cubicBezTo>
                    <a:cubicBezTo>
                      <a:pt x="2418" y="397"/>
                      <a:pt x="2414" y="396"/>
                      <a:pt x="2412" y="402"/>
                    </a:cubicBezTo>
                    <a:cubicBezTo>
                      <a:pt x="2412" y="405"/>
                      <a:pt x="2411" y="407"/>
                      <a:pt x="2411" y="410"/>
                    </a:cubicBezTo>
                    <a:cubicBezTo>
                      <a:pt x="2411" y="412"/>
                      <a:pt x="2410" y="414"/>
                      <a:pt x="2410" y="417"/>
                    </a:cubicBezTo>
                    <a:cubicBezTo>
                      <a:pt x="2410" y="420"/>
                      <a:pt x="2411" y="423"/>
                      <a:pt x="2410" y="425"/>
                    </a:cubicBezTo>
                    <a:cubicBezTo>
                      <a:pt x="2409" y="428"/>
                      <a:pt x="2406" y="428"/>
                      <a:pt x="2403" y="428"/>
                    </a:cubicBezTo>
                    <a:cubicBezTo>
                      <a:pt x="2401" y="428"/>
                      <a:pt x="2398" y="428"/>
                      <a:pt x="2396" y="430"/>
                    </a:cubicBezTo>
                    <a:cubicBezTo>
                      <a:pt x="2393" y="431"/>
                      <a:pt x="2391" y="433"/>
                      <a:pt x="2388" y="434"/>
                    </a:cubicBezTo>
                    <a:cubicBezTo>
                      <a:pt x="2384" y="434"/>
                      <a:pt x="2384" y="432"/>
                      <a:pt x="2382" y="430"/>
                    </a:cubicBezTo>
                    <a:cubicBezTo>
                      <a:pt x="2380" y="428"/>
                      <a:pt x="2376" y="427"/>
                      <a:pt x="2374" y="426"/>
                    </a:cubicBezTo>
                    <a:cubicBezTo>
                      <a:pt x="2369" y="425"/>
                      <a:pt x="2364" y="424"/>
                      <a:pt x="2359" y="423"/>
                    </a:cubicBezTo>
                    <a:cubicBezTo>
                      <a:pt x="2356" y="423"/>
                      <a:pt x="2354" y="423"/>
                      <a:pt x="2351" y="423"/>
                    </a:cubicBezTo>
                    <a:cubicBezTo>
                      <a:pt x="2349" y="423"/>
                      <a:pt x="2348" y="424"/>
                      <a:pt x="2346" y="422"/>
                    </a:cubicBezTo>
                    <a:cubicBezTo>
                      <a:pt x="2344" y="422"/>
                      <a:pt x="2343" y="421"/>
                      <a:pt x="2342" y="420"/>
                    </a:cubicBezTo>
                    <a:cubicBezTo>
                      <a:pt x="2340" y="419"/>
                      <a:pt x="2340" y="418"/>
                      <a:pt x="2338" y="417"/>
                    </a:cubicBezTo>
                    <a:cubicBezTo>
                      <a:pt x="2337" y="417"/>
                      <a:pt x="2336" y="418"/>
                      <a:pt x="2335" y="418"/>
                    </a:cubicBezTo>
                    <a:cubicBezTo>
                      <a:pt x="2333" y="419"/>
                      <a:pt x="2329" y="419"/>
                      <a:pt x="2328" y="420"/>
                    </a:cubicBezTo>
                    <a:cubicBezTo>
                      <a:pt x="2325" y="422"/>
                      <a:pt x="2325" y="426"/>
                      <a:pt x="2322" y="426"/>
                    </a:cubicBezTo>
                    <a:cubicBezTo>
                      <a:pt x="2320" y="427"/>
                      <a:pt x="2317" y="426"/>
                      <a:pt x="2314" y="425"/>
                    </a:cubicBezTo>
                    <a:cubicBezTo>
                      <a:pt x="2312" y="424"/>
                      <a:pt x="2310" y="423"/>
                      <a:pt x="2307" y="424"/>
                    </a:cubicBezTo>
                    <a:cubicBezTo>
                      <a:pt x="2301" y="424"/>
                      <a:pt x="2296" y="425"/>
                      <a:pt x="2290" y="425"/>
                    </a:cubicBezTo>
                    <a:cubicBezTo>
                      <a:pt x="2279" y="425"/>
                      <a:pt x="2273" y="415"/>
                      <a:pt x="2266" y="408"/>
                    </a:cubicBezTo>
                    <a:cubicBezTo>
                      <a:pt x="2264" y="407"/>
                      <a:pt x="2261" y="405"/>
                      <a:pt x="2259" y="403"/>
                    </a:cubicBezTo>
                    <a:cubicBezTo>
                      <a:pt x="2258" y="402"/>
                      <a:pt x="2257" y="400"/>
                      <a:pt x="2255" y="398"/>
                    </a:cubicBezTo>
                    <a:cubicBezTo>
                      <a:pt x="2252" y="395"/>
                      <a:pt x="2246" y="394"/>
                      <a:pt x="2241" y="392"/>
                    </a:cubicBezTo>
                    <a:cubicBezTo>
                      <a:pt x="2239" y="391"/>
                      <a:pt x="2236" y="390"/>
                      <a:pt x="2234" y="389"/>
                    </a:cubicBezTo>
                    <a:cubicBezTo>
                      <a:pt x="2232" y="387"/>
                      <a:pt x="2232" y="386"/>
                      <a:pt x="2231" y="384"/>
                    </a:cubicBezTo>
                    <a:cubicBezTo>
                      <a:pt x="2230" y="380"/>
                      <a:pt x="2224" y="379"/>
                      <a:pt x="2220" y="380"/>
                    </a:cubicBezTo>
                    <a:cubicBezTo>
                      <a:pt x="2217" y="380"/>
                      <a:pt x="2215" y="385"/>
                      <a:pt x="2211" y="385"/>
                    </a:cubicBezTo>
                    <a:cubicBezTo>
                      <a:pt x="2207" y="386"/>
                      <a:pt x="2201" y="386"/>
                      <a:pt x="2197" y="383"/>
                    </a:cubicBezTo>
                    <a:cubicBezTo>
                      <a:pt x="2195" y="382"/>
                      <a:pt x="2194" y="380"/>
                      <a:pt x="2193" y="379"/>
                    </a:cubicBezTo>
                    <a:cubicBezTo>
                      <a:pt x="2191" y="378"/>
                      <a:pt x="2189" y="378"/>
                      <a:pt x="2187" y="378"/>
                    </a:cubicBezTo>
                    <a:cubicBezTo>
                      <a:pt x="2182" y="378"/>
                      <a:pt x="2180" y="381"/>
                      <a:pt x="2177" y="384"/>
                    </a:cubicBezTo>
                    <a:cubicBezTo>
                      <a:pt x="2174" y="386"/>
                      <a:pt x="2169" y="385"/>
                      <a:pt x="2166" y="387"/>
                    </a:cubicBezTo>
                    <a:cubicBezTo>
                      <a:pt x="2163" y="389"/>
                      <a:pt x="2165" y="394"/>
                      <a:pt x="2166" y="397"/>
                    </a:cubicBezTo>
                    <a:cubicBezTo>
                      <a:pt x="2166" y="399"/>
                      <a:pt x="2166" y="400"/>
                      <a:pt x="2167" y="402"/>
                    </a:cubicBezTo>
                    <a:cubicBezTo>
                      <a:pt x="2168" y="403"/>
                      <a:pt x="2170" y="404"/>
                      <a:pt x="2170" y="406"/>
                    </a:cubicBezTo>
                    <a:cubicBezTo>
                      <a:pt x="2171" y="407"/>
                      <a:pt x="2173" y="409"/>
                      <a:pt x="2171" y="411"/>
                    </a:cubicBezTo>
                    <a:cubicBezTo>
                      <a:pt x="2170" y="412"/>
                      <a:pt x="2168" y="413"/>
                      <a:pt x="2166" y="414"/>
                    </a:cubicBezTo>
                    <a:cubicBezTo>
                      <a:pt x="2164" y="417"/>
                      <a:pt x="2162" y="420"/>
                      <a:pt x="2159" y="421"/>
                    </a:cubicBezTo>
                    <a:cubicBezTo>
                      <a:pt x="2154" y="423"/>
                      <a:pt x="2149" y="424"/>
                      <a:pt x="2144" y="424"/>
                    </a:cubicBezTo>
                    <a:cubicBezTo>
                      <a:pt x="2140" y="423"/>
                      <a:pt x="2136" y="423"/>
                      <a:pt x="2132" y="422"/>
                    </a:cubicBezTo>
                    <a:cubicBezTo>
                      <a:pt x="2127" y="421"/>
                      <a:pt x="2124" y="418"/>
                      <a:pt x="2120" y="416"/>
                    </a:cubicBezTo>
                    <a:cubicBezTo>
                      <a:pt x="2116" y="414"/>
                      <a:pt x="2111" y="415"/>
                      <a:pt x="2108" y="411"/>
                    </a:cubicBezTo>
                    <a:cubicBezTo>
                      <a:pt x="2105" y="409"/>
                      <a:pt x="2102" y="407"/>
                      <a:pt x="2098" y="406"/>
                    </a:cubicBezTo>
                    <a:cubicBezTo>
                      <a:pt x="2096" y="405"/>
                      <a:pt x="2094" y="405"/>
                      <a:pt x="2092" y="404"/>
                    </a:cubicBezTo>
                    <a:cubicBezTo>
                      <a:pt x="2090" y="403"/>
                      <a:pt x="2089" y="402"/>
                      <a:pt x="2087" y="400"/>
                    </a:cubicBezTo>
                    <a:cubicBezTo>
                      <a:pt x="2082" y="397"/>
                      <a:pt x="2076" y="396"/>
                      <a:pt x="2070" y="393"/>
                    </a:cubicBezTo>
                    <a:cubicBezTo>
                      <a:pt x="2066" y="391"/>
                      <a:pt x="2062" y="387"/>
                      <a:pt x="2058" y="384"/>
                    </a:cubicBezTo>
                    <a:cubicBezTo>
                      <a:pt x="2055" y="382"/>
                      <a:pt x="2052" y="379"/>
                      <a:pt x="2050" y="377"/>
                    </a:cubicBezTo>
                    <a:cubicBezTo>
                      <a:pt x="2045" y="373"/>
                      <a:pt x="2041" y="368"/>
                      <a:pt x="2036" y="364"/>
                    </a:cubicBezTo>
                    <a:cubicBezTo>
                      <a:pt x="2031" y="361"/>
                      <a:pt x="2029" y="353"/>
                      <a:pt x="2032" y="349"/>
                    </a:cubicBezTo>
                    <a:cubicBezTo>
                      <a:pt x="2037" y="344"/>
                      <a:pt x="2045" y="351"/>
                      <a:pt x="2047" y="356"/>
                    </a:cubicBezTo>
                    <a:cubicBezTo>
                      <a:pt x="2049" y="359"/>
                      <a:pt x="2048" y="362"/>
                      <a:pt x="2049" y="365"/>
                    </a:cubicBezTo>
                    <a:cubicBezTo>
                      <a:pt x="2050" y="368"/>
                      <a:pt x="2053" y="369"/>
                      <a:pt x="2056" y="366"/>
                    </a:cubicBezTo>
                    <a:cubicBezTo>
                      <a:pt x="2059" y="362"/>
                      <a:pt x="2058" y="353"/>
                      <a:pt x="2054" y="349"/>
                    </a:cubicBezTo>
                    <a:cubicBezTo>
                      <a:pt x="2051" y="347"/>
                      <a:pt x="2049" y="346"/>
                      <a:pt x="2046" y="346"/>
                    </a:cubicBezTo>
                    <a:cubicBezTo>
                      <a:pt x="2042" y="346"/>
                      <a:pt x="2040" y="343"/>
                      <a:pt x="2038" y="340"/>
                    </a:cubicBezTo>
                    <a:cubicBezTo>
                      <a:pt x="2036" y="338"/>
                      <a:pt x="2034" y="335"/>
                      <a:pt x="2031" y="333"/>
                    </a:cubicBezTo>
                    <a:cubicBezTo>
                      <a:pt x="2030" y="332"/>
                      <a:pt x="2028" y="331"/>
                      <a:pt x="2027" y="330"/>
                    </a:cubicBezTo>
                    <a:cubicBezTo>
                      <a:pt x="2026" y="329"/>
                      <a:pt x="2025" y="327"/>
                      <a:pt x="2024" y="326"/>
                    </a:cubicBezTo>
                    <a:cubicBezTo>
                      <a:pt x="2018" y="320"/>
                      <a:pt x="2010" y="317"/>
                      <a:pt x="2004" y="324"/>
                    </a:cubicBezTo>
                    <a:cubicBezTo>
                      <a:pt x="2002" y="326"/>
                      <a:pt x="2000" y="328"/>
                      <a:pt x="1998" y="330"/>
                    </a:cubicBezTo>
                    <a:cubicBezTo>
                      <a:pt x="1994" y="334"/>
                      <a:pt x="1991" y="339"/>
                      <a:pt x="1987" y="343"/>
                    </a:cubicBezTo>
                    <a:cubicBezTo>
                      <a:pt x="1983" y="346"/>
                      <a:pt x="1979" y="348"/>
                      <a:pt x="1974" y="350"/>
                    </a:cubicBezTo>
                    <a:cubicBezTo>
                      <a:pt x="1973" y="351"/>
                      <a:pt x="1971" y="352"/>
                      <a:pt x="1969" y="353"/>
                    </a:cubicBezTo>
                    <a:cubicBezTo>
                      <a:pt x="1967" y="355"/>
                      <a:pt x="1966" y="357"/>
                      <a:pt x="1963" y="358"/>
                    </a:cubicBezTo>
                    <a:cubicBezTo>
                      <a:pt x="1960" y="358"/>
                      <a:pt x="1958" y="359"/>
                      <a:pt x="1955" y="360"/>
                    </a:cubicBezTo>
                    <a:cubicBezTo>
                      <a:pt x="1952" y="361"/>
                      <a:pt x="1951" y="365"/>
                      <a:pt x="1949" y="366"/>
                    </a:cubicBezTo>
                    <a:cubicBezTo>
                      <a:pt x="1946" y="368"/>
                      <a:pt x="1941" y="367"/>
                      <a:pt x="1938" y="367"/>
                    </a:cubicBezTo>
                    <a:cubicBezTo>
                      <a:pt x="1935" y="366"/>
                      <a:pt x="1932" y="366"/>
                      <a:pt x="1929" y="366"/>
                    </a:cubicBezTo>
                    <a:cubicBezTo>
                      <a:pt x="1923" y="366"/>
                      <a:pt x="1918" y="366"/>
                      <a:pt x="1913" y="365"/>
                    </a:cubicBezTo>
                    <a:cubicBezTo>
                      <a:pt x="1908" y="363"/>
                      <a:pt x="1903" y="362"/>
                      <a:pt x="1898" y="359"/>
                    </a:cubicBezTo>
                    <a:cubicBezTo>
                      <a:pt x="1893" y="357"/>
                      <a:pt x="1888" y="356"/>
                      <a:pt x="1883" y="355"/>
                    </a:cubicBezTo>
                    <a:cubicBezTo>
                      <a:pt x="1879" y="353"/>
                      <a:pt x="1876" y="350"/>
                      <a:pt x="1872" y="347"/>
                    </a:cubicBezTo>
                    <a:cubicBezTo>
                      <a:pt x="1868" y="345"/>
                      <a:pt x="1864" y="344"/>
                      <a:pt x="1860" y="342"/>
                    </a:cubicBezTo>
                    <a:cubicBezTo>
                      <a:pt x="1857" y="341"/>
                      <a:pt x="1854" y="338"/>
                      <a:pt x="1850" y="336"/>
                    </a:cubicBezTo>
                    <a:cubicBezTo>
                      <a:pt x="1847" y="334"/>
                      <a:pt x="1845" y="332"/>
                      <a:pt x="1843" y="330"/>
                    </a:cubicBezTo>
                    <a:cubicBezTo>
                      <a:pt x="1840" y="326"/>
                      <a:pt x="1838" y="322"/>
                      <a:pt x="1834" y="320"/>
                    </a:cubicBezTo>
                    <a:cubicBezTo>
                      <a:pt x="1830" y="317"/>
                      <a:pt x="1826" y="316"/>
                      <a:pt x="1823" y="312"/>
                    </a:cubicBezTo>
                    <a:cubicBezTo>
                      <a:pt x="1815" y="304"/>
                      <a:pt x="1817" y="295"/>
                      <a:pt x="1820" y="285"/>
                    </a:cubicBezTo>
                    <a:cubicBezTo>
                      <a:pt x="1821" y="282"/>
                      <a:pt x="1822" y="279"/>
                      <a:pt x="1819" y="278"/>
                    </a:cubicBezTo>
                    <a:cubicBezTo>
                      <a:pt x="1815" y="276"/>
                      <a:pt x="1810" y="278"/>
                      <a:pt x="1806" y="278"/>
                    </a:cubicBezTo>
                    <a:cubicBezTo>
                      <a:pt x="1802" y="277"/>
                      <a:pt x="1800" y="275"/>
                      <a:pt x="1797" y="273"/>
                    </a:cubicBezTo>
                    <a:cubicBezTo>
                      <a:pt x="1793" y="270"/>
                      <a:pt x="1788" y="269"/>
                      <a:pt x="1785" y="265"/>
                    </a:cubicBezTo>
                    <a:cubicBezTo>
                      <a:pt x="1783" y="262"/>
                      <a:pt x="1781" y="257"/>
                      <a:pt x="1775" y="257"/>
                    </a:cubicBezTo>
                    <a:cubicBezTo>
                      <a:pt x="1771" y="257"/>
                      <a:pt x="1767" y="260"/>
                      <a:pt x="1765" y="264"/>
                    </a:cubicBezTo>
                    <a:cubicBezTo>
                      <a:pt x="1763" y="267"/>
                      <a:pt x="1762" y="271"/>
                      <a:pt x="1762" y="275"/>
                    </a:cubicBezTo>
                    <a:cubicBezTo>
                      <a:pt x="1762" y="279"/>
                      <a:pt x="1765" y="281"/>
                      <a:pt x="1767" y="284"/>
                    </a:cubicBezTo>
                    <a:cubicBezTo>
                      <a:pt x="1769" y="286"/>
                      <a:pt x="1770" y="289"/>
                      <a:pt x="1767" y="291"/>
                    </a:cubicBezTo>
                    <a:cubicBezTo>
                      <a:pt x="1762" y="295"/>
                      <a:pt x="1754" y="298"/>
                      <a:pt x="1750" y="304"/>
                    </a:cubicBezTo>
                    <a:cubicBezTo>
                      <a:pt x="1749" y="306"/>
                      <a:pt x="1748" y="307"/>
                      <a:pt x="1746" y="309"/>
                    </a:cubicBezTo>
                    <a:cubicBezTo>
                      <a:pt x="1742" y="313"/>
                      <a:pt x="1739" y="314"/>
                      <a:pt x="1734" y="315"/>
                    </a:cubicBezTo>
                    <a:cubicBezTo>
                      <a:pt x="1730" y="316"/>
                      <a:pt x="1727" y="316"/>
                      <a:pt x="1723" y="317"/>
                    </a:cubicBezTo>
                    <a:cubicBezTo>
                      <a:pt x="1722" y="317"/>
                      <a:pt x="1720" y="317"/>
                      <a:pt x="1719" y="317"/>
                    </a:cubicBezTo>
                    <a:cubicBezTo>
                      <a:pt x="1718" y="317"/>
                      <a:pt x="1718" y="317"/>
                      <a:pt x="1717" y="317"/>
                    </a:cubicBezTo>
                    <a:cubicBezTo>
                      <a:pt x="1717" y="318"/>
                      <a:pt x="1716" y="318"/>
                      <a:pt x="1716" y="318"/>
                    </a:cubicBezTo>
                    <a:cubicBezTo>
                      <a:pt x="1713" y="319"/>
                      <a:pt x="1708" y="319"/>
                      <a:pt x="1705" y="319"/>
                    </a:cubicBezTo>
                    <a:cubicBezTo>
                      <a:pt x="1701" y="318"/>
                      <a:pt x="1697" y="318"/>
                      <a:pt x="1693" y="318"/>
                    </a:cubicBezTo>
                    <a:cubicBezTo>
                      <a:pt x="1690" y="318"/>
                      <a:pt x="1687" y="318"/>
                      <a:pt x="1684" y="317"/>
                    </a:cubicBezTo>
                    <a:cubicBezTo>
                      <a:pt x="1682" y="316"/>
                      <a:pt x="1679" y="315"/>
                      <a:pt x="1677" y="314"/>
                    </a:cubicBezTo>
                    <a:cubicBezTo>
                      <a:pt x="1674" y="313"/>
                      <a:pt x="1671" y="313"/>
                      <a:pt x="1669" y="315"/>
                    </a:cubicBezTo>
                    <a:cubicBezTo>
                      <a:pt x="1667" y="316"/>
                      <a:pt x="1666" y="319"/>
                      <a:pt x="1664" y="321"/>
                    </a:cubicBezTo>
                    <a:cubicBezTo>
                      <a:pt x="1662" y="323"/>
                      <a:pt x="1658" y="324"/>
                      <a:pt x="1655" y="326"/>
                    </a:cubicBezTo>
                    <a:cubicBezTo>
                      <a:pt x="1653" y="327"/>
                      <a:pt x="1649" y="329"/>
                      <a:pt x="1646" y="329"/>
                    </a:cubicBezTo>
                    <a:cubicBezTo>
                      <a:pt x="1643" y="329"/>
                      <a:pt x="1640" y="328"/>
                      <a:pt x="1637" y="328"/>
                    </a:cubicBezTo>
                    <a:cubicBezTo>
                      <a:pt x="1635" y="327"/>
                      <a:pt x="1633" y="327"/>
                      <a:pt x="1631" y="327"/>
                    </a:cubicBezTo>
                    <a:cubicBezTo>
                      <a:pt x="1628" y="327"/>
                      <a:pt x="1628" y="327"/>
                      <a:pt x="1628" y="327"/>
                    </a:cubicBezTo>
                    <a:cubicBezTo>
                      <a:pt x="1621" y="327"/>
                      <a:pt x="1613" y="328"/>
                      <a:pt x="1606" y="326"/>
                    </a:cubicBezTo>
                    <a:cubicBezTo>
                      <a:pt x="1604" y="325"/>
                      <a:pt x="1603" y="325"/>
                      <a:pt x="1601" y="325"/>
                    </a:cubicBezTo>
                    <a:cubicBezTo>
                      <a:pt x="1599" y="325"/>
                      <a:pt x="1598" y="326"/>
                      <a:pt x="1596" y="326"/>
                    </a:cubicBezTo>
                    <a:cubicBezTo>
                      <a:pt x="1593" y="326"/>
                      <a:pt x="1592" y="327"/>
                      <a:pt x="1589" y="328"/>
                    </a:cubicBezTo>
                    <a:cubicBezTo>
                      <a:pt x="1582" y="331"/>
                      <a:pt x="1574" y="332"/>
                      <a:pt x="1566" y="334"/>
                    </a:cubicBezTo>
                    <a:cubicBezTo>
                      <a:pt x="1562" y="335"/>
                      <a:pt x="1559" y="337"/>
                      <a:pt x="1555" y="337"/>
                    </a:cubicBezTo>
                    <a:cubicBezTo>
                      <a:pt x="1550" y="338"/>
                      <a:pt x="1546" y="338"/>
                      <a:pt x="1542" y="339"/>
                    </a:cubicBezTo>
                    <a:cubicBezTo>
                      <a:pt x="1533" y="340"/>
                      <a:pt x="1525" y="340"/>
                      <a:pt x="1516" y="340"/>
                    </a:cubicBezTo>
                    <a:cubicBezTo>
                      <a:pt x="1499" y="340"/>
                      <a:pt x="1482" y="343"/>
                      <a:pt x="1465" y="342"/>
                    </a:cubicBezTo>
                    <a:cubicBezTo>
                      <a:pt x="1461" y="342"/>
                      <a:pt x="1458" y="341"/>
                      <a:pt x="1455" y="338"/>
                    </a:cubicBezTo>
                    <a:cubicBezTo>
                      <a:pt x="1450" y="334"/>
                      <a:pt x="1445" y="332"/>
                      <a:pt x="1438" y="333"/>
                    </a:cubicBezTo>
                    <a:cubicBezTo>
                      <a:pt x="1436" y="334"/>
                      <a:pt x="1434" y="335"/>
                      <a:pt x="1432" y="336"/>
                    </a:cubicBezTo>
                    <a:cubicBezTo>
                      <a:pt x="1430" y="338"/>
                      <a:pt x="1429" y="340"/>
                      <a:pt x="1428" y="342"/>
                    </a:cubicBezTo>
                    <a:cubicBezTo>
                      <a:pt x="1425" y="346"/>
                      <a:pt x="1423" y="350"/>
                      <a:pt x="1420" y="354"/>
                    </a:cubicBezTo>
                    <a:cubicBezTo>
                      <a:pt x="1418" y="359"/>
                      <a:pt x="1414" y="360"/>
                      <a:pt x="1410" y="361"/>
                    </a:cubicBezTo>
                    <a:cubicBezTo>
                      <a:pt x="1406" y="362"/>
                      <a:pt x="1403" y="365"/>
                      <a:pt x="1399" y="367"/>
                    </a:cubicBezTo>
                    <a:cubicBezTo>
                      <a:pt x="1397" y="369"/>
                      <a:pt x="1394" y="372"/>
                      <a:pt x="1391" y="372"/>
                    </a:cubicBezTo>
                    <a:cubicBezTo>
                      <a:pt x="1389" y="372"/>
                      <a:pt x="1387" y="372"/>
                      <a:pt x="1385" y="373"/>
                    </a:cubicBezTo>
                    <a:cubicBezTo>
                      <a:pt x="1381" y="374"/>
                      <a:pt x="1376" y="373"/>
                      <a:pt x="1372" y="375"/>
                    </a:cubicBezTo>
                    <a:cubicBezTo>
                      <a:pt x="1368" y="378"/>
                      <a:pt x="1366" y="381"/>
                      <a:pt x="1366" y="386"/>
                    </a:cubicBezTo>
                    <a:cubicBezTo>
                      <a:pt x="1365" y="391"/>
                      <a:pt x="1365" y="395"/>
                      <a:pt x="1361" y="399"/>
                    </a:cubicBezTo>
                    <a:cubicBezTo>
                      <a:pt x="1359" y="400"/>
                      <a:pt x="1357" y="401"/>
                      <a:pt x="1356" y="402"/>
                    </a:cubicBezTo>
                    <a:cubicBezTo>
                      <a:pt x="1354" y="402"/>
                      <a:pt x="1353" y="404"/>
                      <a:pt x="1351" y="405"/>
                    </a:cubicBezTo>
                    <a:cubicBezTo>
                      <a:pt x="1348" y="407"/>
                      <a:pt x="1343" y="409"/>
                      <a:pt x="1339" y="410"/>
                    </a:cubicBezTo>
                    <a:cubicBezTo>
                      <a:pt x="1335" y="412"/>
                      <a:pt x="1330" y="413"/>
                      <a:pt x="1325" y="413"/>
                    </a:cubicBezTo>
                    <a:cubicBezTo>
                      <a:pt x="1320" y="414"/>
                      <a:pt x="1317" y="415"/>
                      <a:pt x="1312" y="417"/>
                    </a:cubicBezTo>
                    <a:cubicBezTo>
                      <a:pt x="1306" y="419"/>
                      <a:pt x="1300" y="420"/>
                      <a:pt x="1293" y="422"/>
                    </a:cubicBezTo>
                    <a:cubicBezTo>
                      <a:pt x="1289" y="423"/>
                      <a:pt x="1285" y="424"/>
                      <a:pt x="1280" y="426"/>
                    </a:cubicBezTo>
                    <a:cubicBezTo>
                      <a:pt x="1276" y="428"/>
                      <a:pt x="1271" y="428"/>
                      <a:pt x="1268" y="432"/>
                    </a:cubicBezTo>
                    <a:cubicBezTo>
                      <a:pt x="1266" y="433"/>
                      <a:pt x="1266" y="434"/>
                      <a:pt x="1265" y="436"/>
                    </a:cubicBezTo>
                    <a:cubicBezTo>
                      <a:pt x="1263" y="441"/>
                      <a:pt x="1259" y="445"/>
                      <a:pt x="1256" y="450"/>
                    </a:cubicBezTo>
                    <a:cubicBezTo>
                      <a:pt x="1255" y="452"/>
                      <a:pt x="1254" y="455"/>
                      <a:pt x="1252" y="456"/>
                    </a:cubicBezTo>
                    <a:cubicBezTo>
                      <a:pt x="1250" y="457"/>
                      <a:pt x="1247" y="456"/>
                      <a:pt x="1245" y="456"/>
                    </a:cubicBezTo>
                    <a:cubicBezTo>
                      <a:pt x="1241" y="457"/>
                      <a:pt x="1240" y="458"/>
                      <a:pt x="1237" y="460"/>
                    </a:cubicBezTo>
                    <a:cubicBezTo>
                      <a:pt x="1235" y="462"/>
                      <a:pt x="1233" y="464"/>
                      <a:pt x="1231" y="466"/>
                    </a:cubicBezTo>
                    <a:cubicBezTo>
                      <a:pt x="1230" y="468"/>
                      <a:pt x="1227" y="470"/>
                      <a:pt x="1225" y="472"/>
                    </a:cubicBezTo>
                    <a:cubicBezTo>
                      <a:pt x="1221" y="475"/>
                      <a:pt x="1218" y="479"/>
                      <a:pt x="1214" y="483"/>
                    </a:cubicBezTo>
                    <a:cubicBezTo>
                      <a:pt x="1210" y="489"/>
                      <a:pt x="1204" y="492"/>
                      <a:pt x="1199" y="497"/>
                    </a:cubicBezTo>
                    <a:cubicBezTo>
                      <a:pt x="1194" y="502"/>
                      <a:pt x="1190" y="507"/>
                      <a:pt x="1185" y="513"/>
                    </a:cubicBezTo>
                    <a:cubicBezTo>
                      <a:pt x="1182" y="517"/>
                      <a:pt x="1178" y="520"/>
                      <a:pt x="1175" y="524"/>
                    </a:cubicBezTo>
                    <a:cubicBezTo>
                      <a:pt x="1173" y="526"/>
                      <a:pt x="1170" y="529"/>
                      <a:pt x="1168" y="531"/>
                    </a:cubicBezTo>
                    <a:cubicBezTo>
                      <a:pt x="1166" y="533"/>
                      <a:pt x="1164" y="536"/>
                      <a:pt x="1162" y="538"/>
                    </a:cubicBezTo>
                    <a:cubicBezTo>
                      <a:pt x="1158" y="542"/>
                      <a:pt x="1154" y="547"/>
                      <a:pt x="1150" y="551"/>
                    </a:cubicBezTo>
                    <a:cubicBezTo>
                      <a:pt x="1149" y="552"/>
                      <a:pt x="1147" y="553"/>
                      <a:pt x="1146" y="555"/>
                    </a:cubicBezTo>
                    <a:cubicBezTo>
                      <a:pt x="1145" y="556"/>
                      <a:pt x="1144" y="557"/>
                      <a:pt x="1143" y="558"/>
                    </a:cubicBezTo>
                    <a:cubicBezTo>
                      <a:pt x="1140" y="561"/>
                      <a:pt x="1136" y="563"/>
                      <a:pt x="1134" y="565"/>
                    </a:cubicBezTo>
                    <a:cubicBezTo>
                      <a:pt x="1131" y="568"/>
                      <a:pt x="1128" y="568"/>
                      <a:pt x="1124" y="568"/>
                    </a:cubicBezTo>
                    <a:cubicBezTo>
                      <a:pt x="1119" y="568"/>
                      <a:pt x="1115" y="568"/>
                      <a:pt x="1111" y="570"/>
                    </a:cubicBezTo>
                    <a:cubicBezTo>
                      <a:pt x="1104" y="574"/>
                      <a:pt x="1100" y="580"/>
                      <a:pt x="1096" y="586"/>
                    </a:cubicBezTo>
                    <a:cubicBezTo>
                      <a:pt x="1091" y="593"/>
                      <a:pt x="1084" y="596"/>
                      <a:pt x="1077" y="601"/>
                    </a:cubicBezTo>
                    <a:cubicBezTo>
                      <a:pt x="1073" y="603"/>
                      <a:pt x="1067" y="609"/>
                      <a:pt x="1072" y="614"/>
                    </a:cubicBezTo>
                    <a:cubicBezTo>
                      <a:pt x="1075" y="617"/>
                      <a:pt x="1078" y="615"/>
                      <a:pt x="1082" y="617"/>
                    </a:cubicBezTo>
                    <a:cubicBezTo>
                      <a:pt x="1085" y="618"/>
                      <a:pt x="1087" y="621"/>
                      <a:pt x="1086" y="624"/>
                    </a:cubicBezTo>
                    <a:cubicBezTo>
                      <a:pt x="1085" y="631"/>
                      <a:pt x="1080" y="638"/>
                      <a:pt x="1075" y="643"/>
                    </a:cubicBezTo>
                    <a:cubicBezTo>
                      <a:pt x="1072" y="646"/>
                      <a:pt x="1070" y="646"/>
                      <a:pt x="1067" y="647"/>
                    </a:cubicBezTo>
                    <a:cubicBezTo>
                      <a:pt x="1064" y="648"/>
                      <a:pt x="1061" y="651"/>
                      <a:pt x="1058" y="652"/>
                    </a:cubicBezTo>
                    <a:cubicBezTo>
                      <a:pt x="1052" y="656"/>
                      <a:pt x="1045" y="657"/>
                      <a:pt x="1039" y="660"/>
                    </a:cubicBezTo>
                    <a:cubicBezTo>
                      <a:pt x="1036" y="661"/>
                      <a:pt x="1033" y="663"/>
                      <a:pt x="1029" y="664"/>
                    </a:cubicBezTo>
                    <a:cubicBezTo>
                      <a:pt x="1025" y="665"/>
                      <a:pt x="1022" y="665"/>
                      <a:pt x="1018" y="665"/>
                    </a:cubicBezTo>
                    <a:cubicBezTo>
                      <a:pt x="1011" y="665"/>
                      <a:pt x="1005" y="665"/>
                      <a:pt x="998" y="665"/>
                    </a:cubicBezTo>
                    <a:cubicBezTo>
                      <a:pt x="992" y="665"/>
                      <a:pt x="986" y="666"/>
                      <a:pt x="980" y="666"/>
                    </a:cubicBezTo>
                    <a:cubicBezTo>
                      <a:pt x="969" y="666"/>
                      <a:pt x="959" y="666"/>
                      <a:pt x="949" y="666"/>
                    </a:cubicBezTo>
                    <a:cubicBezTo>
                      <a:pt x="946" y="666"/>
                      <a:pt x="944" y="665"/>
                      <a:pt x="941" y="664"/>
                    </a:cubicBezTo>
                    <a:cubicBezTo>
                      <a:pt x="938" y="664"/>
                      <a:pt x="935" y="663"/>
                      <a:pt x="931" y="662"/>
                    </a:cubicBezTo>
                    <a:cubicBezTo>
                      <a:pt x="928" y="661"/>
                      <a:pt x="925" y="660"/>
                      <a:pt x="922" y="659"/>
                    </a:cubicBezTo>
                    <a:cubicBezTo>
                      <a:pt x="921" y="659"/>
                      <a:pt x="919" y="659"/>
                      <a:pt x="917" y="658"/>
                    </a:cubicBezTo>
                    <a:cubicBezTo>
                      <a:pt x="917" y="658"/>
                      <a:pt x="916" y="658"/>
                      <a:pt x="915" y="657"/>
                    </a:cubicBezTo>
                    <a:cubicBezTo>
                      <a:pt x="907" y="654"/>
                      <a:pt x="899" y="658"/>
                      <a:pt x="890" y="658"/>
                    </a:cubicBezTo>
                    <a:cubicBezTo>
                      <a:pt x="888" y="658"/>
                      <a:pt x="885" y="659"/>
                      <a:pt x="883" y="659"/>
                    </a:cubicBezTo>
                    <a:cubicBezTo>
                      <a:pt x="880" y="659"/>
                      <a:pt x="877" y="659"/>
                      <a:pt x="874" y="659"/>
                    </a:cubicBezTo>
                    <a:cubicBezTo>
                      <a:pt x="868" y="659"/>
                      <a:pt x="864" y="658"/>
                      <a:pt x="861" y="653"/>
                    </a:cubicBezTo>
                    <a:cubicBezTo>
                      <a:pt x="860" y="651"/>
                      <a:pt x="859" y="648"/>
                      <a:pt x="857" y="646"/>
                    </a:cubicBezTo>
                    <a:cubicBezTo>
                      <a:pt x="855" y="644"/>
                      <a:pt x="852" y="644"/>
                      <a:pt x="849" y="644"/>
                    </a:cubicBezTo>
                    <a:cubicBezTo>
                      <a:pt x="844" y="643"/>
                      <a:pt x="838" y="643"/>
                      <a:pt x="834" y="646"/>
                    </a:cubicBezTo>
                    <a:cubicBezTo>
                      <a:pt x="830" y="649"/>
                      <a:pt x="830" y="655"/>
                      <a:pt x="829" y="659"/>
                    </a:cubicBezTo>
                    <a:cubicBezTo>
                      <a:pt x="829" y="662"/>
                      <a:pt x="829" y="664"/>
                      <a:pt x="827" y="666"/>
                    </a:cubicBezTo>
                    <a:cubicBezTo>
                      <a:pt x="826" y="668"/>
                      <a:pt x="822" y="669"/>
                      <a:pt x="820" y="669"/>
                    </a:cubicBezTo>
                    <a:cubicBezTo>
                      <a:pt x="815" y="670"/>
                      <a:pt x="810" y="670"/>
                      <a:pt x="806" y="673"/>
                    </a:cubicBezTo>
                    <a:cubicBezTo>
                      <a:pt x="804" y="675"/>
                      <a:pt x="803" y="676"/>
                      <a:pt x="801" y="676"/>
                    </a:cubicBezTo>
                    <a:cubicBezTo>
                      <a:pt x="800" y="677"/>
                      <a:pt x="798" y="677"/>
                      <a:pt x="797" y="677"/>
                    </a:cubicBezTo>
                    <a:cubicBezTo>
                      <a:pt x="797" y="677"/>
                      <a:pt x="798" y="678"/>
                      <a:pt x="797" y="678"/>
                    </a:cubicBezTo>
                    <a:cubicBezTo>
                      <a:pt x="795" y="679"/>
                      <a:pt x="792" y="677"/>
                      <a:pt x="790" y="677"/>
                    </a:cubicBezTo>
                    <a:cubicBezTo>
                      <a:pt x="787" y="677"/>
                      <a:pt x="784" y="677"/>
                      <a:pt x="782" y="677"/>
                    </a:cubicBezTo>
                    <a:cubicBezTo>
                      <a:pt x="778" y="677"/>
                      <a:pt x="774" y="679"/>
                      <a:pt x="770" y="682"/>
                    </a:cubicBezTo>
                    <a:cubicBezTo>
                      <a:pt x="767" y="684"/>
                      <a:pt x="763" y="684"/>
                      <a:pt x="760" y="683"/>
                    </a:cubicBezTo>
                    <a:cubicBezTo>
                      <a:pt x="756" y="683"/>
                      <a:pt x="752" y="683"/>
                      <a:pt x="748" y="683"/>
                    </a:cubicBezTo>
                    <a:cubicBezTo>
                      <a:pt x="738" y="683"/>
                      <a:pt x="728" y="680"/>
                      <a:pt x="718" y="683"/>
                    </a:cubicBezTo>
                    <a:cubicBezTo>
                      <a:pt x="710" y="685"/>
                      <a:pt x="701" y="683"/>
                      <a:pt x="694" y="681"/>
                    </a:cubicBezTo>
                    <a:cubicBezTo>
                      <a:pt x="692" y="680"/>
                      <a:pt x="689" y="680"/>
                      <a:pt x="687" y="679"/>
                    </a:cubicBezTo>
                    <a:cubicBezTo>
                      <a:pt x="685" y="679"/>
                      <a:pt x="684" y="678"/>
                      <a:pt x="682" y="677"/>
                    </a:cubicBezTo>
                    <a:cubicBezTo>
                      <a:pt x="681" y="677"/>
                      <a:pt x="679" y="677"/>
                      <a:pt x="678" y="677"/>
                    </a:cubicBezTo>
                    <a:cubicBezTo>
                      <a:pt x="675" y="676"/>
                      <a:pt x="673" y="675"/>
                      <a:pt x="670" y="675"/>
                    </a:cubicBezTo>
                    <a:cubicBezTo>
                      <a:pt x="668" y="674"/>
                      <a:pt x="666" y="675"/>
                      <a:pt x="664" y="674"/>
                    </a:cubicBezTo>
                    <a:cubicBezTo>
                      <a:pt x="658" y="672"/>
                      <a:pt x="653" y="672"/>
                      <a:pt x="647" y="672"/>
                    </a:cubicBezTo>
                    <a:cubicBezTo>
                      <a:pt x="642" y="672"/>
                      <a:pt x="637" y="671"/>
                      <a:pt x="632" y="672"/>
                    </a:cubicBezTo>
                    <a:cubicBezTo>
                      <a:pt x="630" y="673"/>
                      <a:pt x="627" y="674"/>
                      <a:pt x="624" y="674"/>
                    </a:cubicBezTo>
                    <a:cubicBezTo>
                      <a:pt x="622" y="674"/>
                      <a:pt x="620" y="675"/>
                      <a:pt x="618" y="676"/>
                    </a:cubicBezTo>
                    <a:cubicBezTo>
                      <a:pt x="617" y="677"/>
                      <a:pt x="615" y="679"/>
                      <a:pt x="613" y="680"/>
                    </a:cubicBezTo>
                    <a:cubicBezTo>
                      <a:pt x="612" y="681"/>
                      <a:pt x="610" y="681"/>
                      <a:pt x="609" y="683"/>
                    </a:cubicBezTo>
                    <a:cubicBezTo>
                      <a:pt x="605" y="687"/>
                      <a:pt x="605" y="692"/>
                      <a:pt x="601" y="696"/>
                    </a:cubicBezTo>
                    <a:cubicBezTo>
                      <a:pt x="597" y="699"/>
                      <a:pt x="597" y="702"/>
                      <a:pt x="598" y="707"/>
                    </a:cubicBezTo>
                    <a:cubicBezTo>
                      <a:pt x="599" y="710"/>
                      <a:pt x="599" y="715"/>
                      <a:pt x="598" y="718"/>
                    </a:cubicBezTo>
                    <a:cubicBezTo>
                      <a:pt x="596" y="722"/>
                      <a:pt x="593" y="726"/>
                      <a:pt x="591" y="730"/>
                    </a:cubicBezTo>
                    <a:cubicBezTo>
                      <a:pt x="591" y="732"/>
                      <a:pt x="590" y="733"/>
                      <a:pt x="589" y="735"/>
                    </a:cubicBezTo>
                    <a:cubicBezTo>
                      <a:pt x="589" y="737"/>
                      <a:pt x="589" y="743"/>
                      <a:pt x="591" y="745"/>
                    </a:cubicBezTo>
                    <a:cubicBezTo>
                      <a:pt x="593" y="748"/>
                      <a:pt x="598" y="751"/>
                      <a:pt x="601" y="752"/>
                    </a:cubicBezTo>
                    <a:cubicBezTo>
                      <a:pt x="605" y="754"/>
                      <a:pt x="608" y="757"/>
                      <a:pt x="610" y="760"/>
                    </a:cubicBezTo>
                    <a:cubicBezTo>
                      <a:pt x="613" y="763"/>
                      <a:pt x="616" y="765"/>
                      <a:pt x="619" y="768"/>
                    </a:cubicBezTo>
                    <a:cubicBezTo>
                      <a:pt x="622" y="771"/>
                      <a:pt x="625" y="773"/>
                      <a:pt x="629" y="774"/>
                    </a:cubicBezTo>
                    <a:cubicBezTo>
                      <a:pt x="632" y="775"/>
                      <a:pt x="636" y="774"/>
                      <a:pt x="640" y="774"/>
                    </a:cubicBezTo>
                    <a:cubicBezTo>
                      <a:pt x="642" y="774"/>
                      <a:pt x="645" y="773"/>
                      <a:pt x="646" y="776"/>
                    </a:cubicBezTo>
                    <a:cubicBezTo>
                      <a:pt x="647" y="777"/>
                      <a:pt x="646" y="778"/>
                      <a:pt x="645" y="779"/>
                    </a:cubicBezTo>
                    <a:cubicBezTo>
                      <a:pt x="644" y="781"/>
                      <a:pt x="640" y="783"/>
                      <a:pt x="643" y="786"/>
                    </a:cubicBezTo>
                    <a:cubicBezTo>
                      <a:pt x="645" y="789"/>
                      <a:pt x="650" y="788"/>
                      <a:pt x="653" y="787"/>
                    </a:cubicBezTo>
                    <a:cubicBezTo>
                      <a:pt x="655" y="787"/>
                      <a:pt x="657" y="787"/>
                      <a:pt x="658" y="788"/>
                    </a:cubicBezTo>
                    <a:cubicBezTo>
                      <a:pt x="660" y="788"/>
                      <a:pt x="660" y="790"/>
                      <a:pt x="662" y="791"/>
                    </a:cubicBezTo>
                    <a:cubicBezTo>
                      <a:pt x="667" y="795"/>
                      <a:pt x="672" y="794"/>
                      <a:pt x="678" y="791"/>
                    </a:cubicBezTo>
                    <a:cubicBezTo>
                      <a:pt x="681" y="790"/>
                      <a:pt x="685" y="789"/>
                      <a:pt x="689" y="788"/>
                    </a:cubicBezTo>
                    <a:cubicBezTo>
                      <a:pt x="693" y="787"/>
                      <a:pt x="698" y="787"/>
                      <a:pt x="702" y="787"/>
                    </a:cubicBezTo>
                    <a:cubicBezTo>
                      <a:pt x="707" y="787"/>
                      <a:pt x="712" y="788"/>
                      <a:pt x="717" y="787"/>
                    </a:cubicBezTo>
                    <a:cubicBezTo>
                      <a:pt x="723" y="785"/>
                      <a:pt x="729" y="782"/>
                      <a:pt x="734" y="780"/>
                    </a:cubicBezTo>
                    <a:cubicBezTo>
                      <a:pt x="739" y="778"/>
                      <a:pt x="745" y="782"/>
                      <a:pt x="750" y="782"/>
                    </a:cubicBezTo>
                    <a:cubicBezTo>
                      <a:pt x="755" y="782"/>
                      <a:pt x="760" y="781"/>
                      <a:pt x="764" y="779"/>
                    </a:cubicBezTo>
                    <a:cubicBezTo>
                      <a:pt x="768" y="779"/>
                      <a:pt x="786" y="773"/>
                      <a:pt x="783" y="783"/>
                    </a:cubicBezTo>
                    <a:cubicBezTo>
                      <a:pt x="780" y="790"/>
                      <a:pt x="770" y="788"/>
                      <a:pt x="764" y="789"/>
                    </a:cubicBezTo>
                    <a:cubicBezTo>
                      <a:pt x="759" y="789"/>
                      <a:pt x="755" y="790"/>
                      <a:pt x="750" y="791"/>
                    </a:cubicBezTo>
                    <a:cubicBezTo>
                      <a:pt x="746" y="791"/>
                      <a:pt x="742" y="791"/>
                      <a:pt x="739" y="792"/>
                    </a:cubicBezTo>
                    <a:cubicBezTo>
                      <a:pt x="730" y="795"/>
                      <a:pt x="727" y="805"/>
                      <a:pt x="717" y="804"/>
                    </a:cubicBezTo>
                    <a:cubicBezTo>
                      <a:pt x="712" y="803"/>
                      <a:pt x="708" y="800"/>
                      <a:pt x="703" y="799"/>
                    </a:cubicBezTo>
                    <a:cubicBezTo>
                      <a:pt x="699" y="798"/>
                      <a:pt x="698" y="801"/>
                      <a:pt x="697" y="803"/>
                    </a:cubicBezTo>
                    <a:cubicBezTo>
                      <a:pt x="691" y="813"/>
                      <a:pt x="681" y="811"/>
                      <a:pt x="672" y="813"/>
                    </a:cubicBezTo>
                    <a:cubicBezTo>
                      <a:pt x="668" y="814"/>
                      <a:pt x="666" y="816"/>
                      <a:pt x="663" y="818"/>
                    </a:cubicBezTo>
                    <a:cubicBezTo>
                      <a:pt x="659" y="821"/>
                      <a:pt x="655" y="822"/>
                      <a:pt x="651" y="823"/>
                    </a:cubicBezTo>
                    <a:cubicBezTo>
                      <a:pt x="646" y="823"/>
                      <a:pt x="641" y="823"/>
                      <a:pt x="636" y="824"/>
                    </a:cubicBezTo>
                    <a:cubicBezTo>
                      <a:pt x="629" y="825"/>
                      <a:pt x="623" y="827"/>
                      <a:pt x="616" y="829"/>
                    </a:cubicBezTo>
                    <a:cubicBezTo>
                      <a:pt x="610" y="829"/>
                      <a:pt x="604" y="829"/>
                      <a:pt x="598" y="830"/>
                    </a:cubicBezTo>
                    <a:cubicBezTo>
                      <a:pt x="595" y="830"/>
                      <a:pt x="590" y="830"/>
                      <a:pt x="587" y="832"/>
                    </a:cubicBezTo>
                    <a:cubicBezTo>
                      <a:pt x="585" y="834"/>
                      <a:pt x="584" y="837"/>
                      <a:pt x="583" y="839"/>
                    </a:cubicBezTo>
                    <a:cubicBezTo>
                      <a:pt x="581" y="844"/>
                      <a:pt x="580" y="851"/>
                      <a:pt x="573" y="852"/>
                    </a:cubicBezTo>
                    <a:cubicBezTo>
                      <a:pt x="565" y="854"/>
                      <a:pt x="549" y="853"/>
                      <a:pt x="548" y="865"/>
                    </a:cubicBezTo>
                    <a:cubicBezTo>
                      <a:pt x="547" y="871"/>
                      <a:pt x="553" y="873"/>
                      <a:pt x="558" y="874"/>
                    </a:cubicBezTo>
                    <a:cubicBezTo>
                      <a:pt x="564" y="874"/>
                      <a:pt x="569" y="874"/>
                      <a:pt x="575" y="878"/>
                    </a:cubicBezTo>
                    <a:cubicBezTo>
                      <a:pt x="579" y="881"/>
                      <a:pt x="583" y="885"/>
                      <a:pt x="589" y="884"/>
                    </a:cubicBezTo>
                    <a:cubicBezTo>
                      <a:pt x="594" y="884"/>
                      <a:pt x="599" y="881"/>
                      <a:pt x="603" y="879"/>
                    </a:cubicBezTo>
                    <a:cubicBezTo>
                      <a:pt x="607" y="878"/>
                      <a:pt x="611" y="875"/>
                      <a:pt x="616" y="875"/>
                    </a:cubicBezTo>
                    <a:cubicBezTo>
                      <a:pt x="620" y="876"/>
                      <a:pt x="627" y="879"/>
                      <a:pt x="629" y="882"/>
                    </a:cubicBezTo>
                    <a:cubicBezTo>
                      <a:pt x="631" y="886"/>
                      <a:pt x="624" y="888"/>
                      <a:pt x="621" y="889"/>
                    </a:cubicBezTo>
                    <a:cubicBezTo>
                      <a:pt x="616" y="892"/>
                      <a:pt x="617" y="899"/>
                      <a:pt x="614" y="904"/>
                    </a:cubicBezTo>
                    <a:cubicBezTo>
                      <a:pt x="611" y="911"/>
                      <a:pt x="604" y="907"/>
                      <a:pt x="598" y="906"/>
                    </a:cubicBezTo>
                    <a:cubicBezTo>
                      <a:pt x="590" y="905"/>
                      <a:pt x="583" y="909"/>
                      <a:pt x="574" y="910"/>
                    </a:cubicBezTo>
                    <a:cubicBezTo>
                      <a:pt x="567" y="911"/>
                      <a:pt x="561" y="906"/>
                      <a:pt x="553" y="906"/>
                    </a:cubicBezTo>
                    <a:cubicBezTo>
                      <a:pt x="547" y="905"/>
                      <a:pt x="544" y="912"/>
                      <a:pt x="538" y="913"/>
                    </a:cubicBezTo>
                    <a:cubicBezTo>
                      <a:pt x="530" y="915"/>
                      <a:pt x="521" y="912"/>
                      <a:pt x="513" y="912"/>
                    </a:cubicBezTo>
                    <a:cubicBezTo>
                      <a:pt x="508" y="912"/>
                      <a:pt x="503" y="913"/>
                      <a:pt x="497" y="912"/>
                    </a:cubicBezTo>
                    <a:cubicBezTo>
                      <a:pt x="489" y="911"/>
                      <a:pt x="481" y="909"/>
                      <a:pt x="472" y="909"/>
                    </a:cubicBezTo>
                    <a:cubicBezTo>
                      <a:pt x="466" y="909"/>
                      <a:pt x="460" y="911"/>
                      <a:pt x="454" y="913"/>
                    </a:cubicBezTo>
                    <a:cubicBezTo>
                      <a:pt x="452" y="914"/>
                      <a:pt x="449" y="916"/>
                      <a:pt x="446" y="916"/>
                    </a:cubicBezTo>
                    <a:cubicBezTo>
                      <a:pt x="444" y="917"/>
                      <a:pt x="441" y="917"/>
                      <a:pt x="439" y="917"/>
                    </a:cubicBezTo>
                    <a:cubicBezTo>
                      <a:pt x="430" y="918"/>
                      <a:pt x="420" y="918"/>
                      <a:pt x="411" y="922"/>
                    </a:cubicBezTo>
                    <a:cubicBezTo>
                      <a:pt x="407" y="923"/>
                      <a:pt x="403" y="925"/>
                      <a:pt x="399" y="927"/>
                    </a:cubicBezTo>
                    <a:cubicBezTo>
                      <a:pt x="394" y="928"/>
                      <a:pt x="389" y="929"/>
                      <a:pt x="384" y="929"/>
                    </a:cubicBezTo>
                    <a:cubicBezTo>
                      <a:pt x="382" y="930"/>
                      <a:pt x="380" y="930"/>
                      <a:pt x="378" y="930"/>
                    </a:cubicBezTo>
                    <a:cubicBezTo>
                      <a:pt x="376" y="931"/>
                      <a:pt x="374" y="931"/>
                      <a:pt x="373" y="930"/>
                    </a:cubicBezTo>
                    <a:cubicBezTo>
                      <a:pt x="369" y="928"/>
                      <a:pt x="372" y="922"/>
                      <a:pt x="373" y="920"/>
                    </a:cubicBezTo>
                    <a:cubicBezTo>
                      <a:pt x="376" y="916"/>
                      <a:pt x="379" y="912"/>
                      <a:pt x="383" y="909"/>
                    </a:cubicBezTo>
                    <a:cubicBezTo>
                      <a:pt x="386" y="907"/>
                      <a:pt x="397" y="902"/>
                      <a:pt x="394" y="897"/>
                    </a:cubicBezTo>
                    <a:cubicBezTo>
                      <a:pt x="391" y="893"/>
                      <a:pt x="381" y="895"/>
                      <a:pt x="377" y="896"/>
                    </a:cubicBezTo>
                    <a:cubicBezTo>
                      <a:pt x="372" y="897"/>
                      <a:pt x="366" y="896"/>
                      <a:pt x="361" y="897"/>
                    </a:cubicBezTo>
                    <a:cubicBezTo>
                      <a:pt x="356" y="898"/>
                      <a:pt x="351" y="897"/>
                      <a:pt x="346" y="896"/>
                    </a:cubicBezTo>
                    <a:cubicBezTo>
                      <a:pt x="340" y="896"/>
                      <a:pt x="334" y="895"/>
                      <a:pt x="329" y="895"/>
                    </a:cubicBezTo>
                    <a:cubicBezTo>
                      <a:pt x="326" y="896"/>
                      <a:pt x="318" y="897"/>
                      <a:pt x="319" y="901"/>
                    </a:cubicBezTo>
                    <a:cubicBezTo>
                      <a:pt x="319" y="905"/>
                      <a:pt x="325" y="906"/>
                      <a:pt x="327" y="909"/>
                    </a:cubicBezTo>
                    <a:cubicBezTo>
                      <a:pt x="328" y="910"/>
                      <a:pt x="329" y="911"/>
                      <a:pt x="330" y="912"/>
                    </a:cubicBezTo>
                    <a:cubicBezTo>
                      <a:pt x="332" y="914"/>
                      <a:pt x="334" y="915"/>
                      <a:pt x="335" y="916"/>
                    </a:cubicBezTo>
                    <a:cubicBezTo>
                      <a:pt x="339" y="919"/>
                      <a:pt x="339" y="924"/>
                      <a:pt x="344" y="925"/>
                    </a:cubicBezTo>
                    <a:cubicBezTo>
                      <a:pt x="348" y="926"/>
                      <a:pt x="352" y="926"/>
                      <a:pt x="355" y="928"/>
                    </a:cubicBezTo>
                    <a:cubicBezTo>
                      <a:pt x="364" y="933"/>
                      <a:pt x="353" y="943"/>
                      <a:pt x="347" y="945"/>
                    </a:cubicBezTo>
                    <a:cubicBezTo>
                      <a:pt x="344" y="947"/>
                      <a:pt x="339" y="948"/>
                      <a:pt x="335" y="948"/>
                    </a:cubicBezTo>
                    <a:cubicBezTo>
                      <a:pt x="331" y="949"/>
                      <a:pt x="327" y="948"/>
                      <a:pt x="323" y="948"/>
                    </a:cubicBezTo>
                    <a:cubicBezTo>
                      <a:pt x="321" y="948"/>
                      <a:pt x="319" y="948"/>
                      <a:pt x="317" y="948"/>
                    </a:cubicBezTo>
                    <a:cubicBezTo>
                      <a:pt x="315" y="947"/>
                      <a:pt x="314" y="946"/>
                      <a:pt x="312" y="947"/>
                    </a:cubicBezTo>
                    <a:cubicBezTo>
                      <a:pt x="309" y="948"/>
                      <a:pt x="307" y="950"/>
                      <a:pt x="305" y="952"/>
                    </a:cubicBezTo>
                    <a:cubicBezTo>
                      <a:pt x="302" y="953"/>
                      <a:pt x="300" y="955"/>
                      <a:pt x="297" y="956"/>
                    </a:cubicBezTo>
                    <a:cubicBezTo>
                      <a:pt x="292" y="958"/>
                      <a:pt x="287" y="957"/>
                      <a:pt x="283" y="958"/>
                    </a:cubicBezTo>
                    <a:cubicBezTo>
                      <a:pt x="281" y="959"/>
                      <a:pt x="279" y="959"/>
                      <a:pt x="277" y="959"/>
                    </a:cubicBezTo>
                    <a:cubicBezTo>
                      <a:pt x="270" y="957"/>
                      <a:pt x="264" y="953"/>
                      <a:pt x="258" y="950"/>
                    </a:cubicBezTo>
                    <a:cubicBezTo>
                      <a:pt x="256" y="948"/>
                      <a:pt x="253" y="948"/>
                      <a:pt x="251" y="947"/>
                    </a:cubicBezTo>
                    <a:cubicBezTo>
                      <a:pt x="248" y="944"/>
                      <a:pt x="248" y="942"/>
                      <a:pt x="248" y="937"/>
                    </a:cubicBezTo>
                    <a:cubicBezTo>
                      <a:pt x="248" y="934"/>
                      <a:pt x="248" y="930"/>
                      <a:pt x="247" y="927"/>
                    </a:cubicBezTo>
                    <a:cubicBezTo>
                      <a:pt x="246" y="925"/>
                      <a:pt x="244" y="924"/>
                      <a:pt x="243" y="923"/>
                    </a:cubicBezTo>
                    <a:cubicBezTo>
                      <a:pt x="241" y="921"/>
                      <a:pt x="240" y="919"/>
                      <a:pt x="237" y="920"/>
                    </a:cubicBezTo>
                    <a:cubicBezTo>
                      <a:pt x="232" y="920"/>
                      <a:pt x="228" y="922"/>
                      <a:pt x="224" y="925"/>
                    </a:cubicBezTo>
                    <a:cubicBezTo>
                      <a:pt x="219" y="929"/>
                      <a:pt x="214" y="932"/>
                      <a:pt x="208" y="931"/>
                    </a:cubicBezTo>
                    <a:cubicBezTo>
                      <a:pt x="204" y="930"/>
                      <a:pt x="198" y="927"/>
                      <a:pt x="196" y="931"/>
                    </a:cubicBezTo>
                    <a:cubicBezTo>
                      <a:pt x="194" y="934"/>
                      <a:pt x="195" y="936"/>
                      <a:pt x="195" y="938"/>
                    </a:cubicBezTo>
                    <a:cubicBezTo>
                      <a:pt x="193" y="942"/>
                      <a:pt x="191" y="944"/>
                      <a:pt x="188" y="946"/>
                    </a:cubicBezTo>
                    <a:cubicBezTo>
                      <a:pt x="185" y="947"/>
                      <a:pt x="182" y="948"/>
                      <a:pt x="178" y="947"/>
                    </a:cubicBezTo>
                    <a:cubicBezTo>
                      <a:pt x="175" y="947"/>
                      <a:pt x="174" y="948"/>
                      <a:pt x="172" y="950"/>
                    </a:cubicBezTo>
                    <a:cubicBezTo>
                      <a:pt x="170" y="952"/>
                      <a:pt x="168" y="951"/>
                      <a:pt x="165" y="951"/>
                    </a:cubicBezTo>
                    <a:cubicBezTo>
                      <a:pt x="162" y="951"/>
                      <a:pt x="159" y="952"/>
                      <a:pt x="156" y="951"/>
                    </a:cubicBezTo>
                    <a:cubicBezTo>
                      <a:pt x="150" y="950"/>
                      <a:pt x="144" y="950"/>
                      <a:pt x="138" y="951"/>
                    </a:cubicBezTo>
                    <a:cubicBezTo>
                      <a:pt x="135" y="951"/>
                      <a:pt x="132" y="952"/>
                      <a:pt x="130" y="952"/>
                    </a:cubicBezTo>
                    <a:cubicBezTo>
                      <a:pt x="127" y="952"/>
                      <a:pt x="125" y="951"/>
                      <a:pt x="122" y="950"/>
                    </a:cubicBezTo>
                    <a:cubicBezTo>
                      <a:pt x="118" y="950"/>
                      <a:pt x="118" y="953"/>
                      <a:pt x="118" y="955"/>
                    </a:cubicBezTo>
                    <a:cubicBezTo>
                      <a:pt x="118" y="958"/>
                      <a:pt x="118" y="963"/>
                      <a:pt x="117" y="965"/>
                    </a:cubicBezTo>
                    <a:cubicBezTo>
                      <a:pt x="116" y="966"/>
                      <a:pt x="115" y="967"/>
                      <a:pt x="115" y="968"/>
                    </a:cubicBezTo>
                    <a:cubicBezTo>
                      <a:pt x="113" y="969"/>
                      <a:pt x="112" y="971"/>
                      <a:pt x="110" y="973"/>
                    </a:cubicBezTo>
                    <a:cubicBezTo>
                      <a:pt x="108" y="974"/>
                      <a:pt x="105" y="975"/>
                      <a:pt x="103" y="978"/>
                    </a:cubicBezTo>
                    <a:cubicBezTo>
                      <a:pt x="101" y="980"/>
                      <a:pt x="99" y="983"/>
                      <a:pt x="96" y="985"/>
                    </a:cubicBezTo>
                    <a:cubicBezTo>
                      <a:pt x="94" y="987"/>
                      <a:pt x="92" y="988"/>
                      <a:pt x="90" y="991"/>
                    </a:cubicBezTo>
                    <a:cubicBezTo>
                      <a:pt x="88" y="994"/>
                      <a:pt x="87" y="998"/>
                      <a:pt x="84" y="1001"/>
                    </a:cubicBezTo>
                    <a:cubicBezTo>
                      <a:pt x="81" y="1005"/>
                      <a:pt x="79" y="1010"/>
                      <a:pt x="72" y="1009"/>
                    </a:cubicBezTo>
                    <a:cubicBezTo>
                      <a:pt x="69" y="1009"/>
                      <a:pt x="67" y="1009"/>
                      <a:pt x="64" y="1009"/>
                    </a:cubicBezTo>
                    <a:cubicBezTo>
                      <a:pt x="61" y="1009"/>
                      <a:pt x="61" y="1012"/>
                      <a:pt x="60" y="1015"/>
                    </a:cubicBezTo>
                    <a:cubicBezTo>
                      <a:pt x="60" y="1018"/>
                      <a:pt x="59" y="1021"/>
                      <a:pt x="59" y="1024"/>
                    </a:cubicBezTo>
                    <a:cubicBezTo>
                      <a:pt x="59" y="1027"/>
                      <a:pt x="59" y="1029"/>
                      <a:pt x="59" y="1032"/>
                    </a:cubicBezTo>
                    <a:cubicBezTo>
                      <a:pt x="58" y="1035"/>
                      <a:pt x="56" y="1037"/>
                      <a:pt x="54" y="1039"/>
                    </a:cubicBezTo>
                    <a:cubicBezTo>
                      <a:pt x="52" y="1041"/>
                      <a:pt x="51" y="1044"/>
                      <a:pt x="49" y="1046"/>
                    </a:cubicBezTo>
                    <a:cubicBezTo>
                      <a:pt x="46" y="1051"/>
                      <a:pt x="44" y="1058"/>
                      <a:pt x="38" y="1061"/>
                    </a:cubicBezTo>
                    <a:cubicBezTo>
                      <a:pt x="33" y="1063"/>
                      <a:pt x="28" y="1065"/>
                      <a:pt x="23" y="1067"/>
                    </a:cubicBezTo>
                    <a:cubicBezTo>
                      <a:pt x="19" y="1068"/>
                      <a:pt x="15" y="1068"/>
                      <a:pt x="14" y="1073"/>
                    </a:cubicBezTo>
                    <a:cubicBezTo>
                      <a:pt x="13" y="1078"/>
                      <a:pt x="13" y="1082"/>
                      <a:pt x="11" y="1087"/>
                    </a:cubicBezTo>
                    <a:cubicBezTo>
                      <a:pt x="10" y="1091"/>
                      <a:pt x="11" y="1095"/>
                      <a:pt x="10" y="1099"/>
                    </a:cubicBezTo>
                    <a:cubicBezTo>
                      <a:pt x="10" y="1103"/>
                      <a:pt x="7" y="1107"/>
                      <a:pt x="7" y="1111"/>
                    </a:cubicBezTo>
                    <a:cubicBezTo>
                      <a:pt x="7" y="1115"/>
                      <a:pt x="10" y="1118"/>
                      <a:pt x="10" y="1122"/>
                    </a:cubicBezTo>
                    <a:cubicBezTo>
                      <a:pt x="11" y="1126"/>
                      <a:pt x="10" y="1130"/>
                      <a:pt x="11" y="1134"/>
                    </a:cubicBezTo>
                    <a:cubicBezTo>
                      <a:pt x="13" y="1138"/>
                      <a:pt x="14" y="1142"/>
                      <a:pt x="14" y="1146"/>
                    </a:cubicBezTo>
                    <a:cubicBezTo>
                      <a:pt x="15" y="1150"/>
                      <a:pt x="16" y="1154"/>
                      <a:pt x="16" y="1158"/>
                    </a:cubicBezTo>
                    <a:cubicBezTo>
                      <a:pt x="16" y="1163"/>
                      <a:pt x="14" y="1167"/>
                      <a:pt x="13" y="1172"/>
                    </a:cubicBezTo>
                    <a:cubicBezTo>
                      <a:pt x="11" y="1177"/>
                      <a:pt x="11" y="1182"/>
                      <a:pt x="9" y="1186"/>
                    </a:cubicBezTo>
                    <a:cubicBezTo>
                      <a:pt x="6" y="1191"/>
                      <a:pt x="2" y="1194"/>
                      <a:pt x="2" y="1199"/>
                    </a:cubicBezTo>
                    <a:cubicBezTo>
                      <a:pt x="0" y="1209"/>
                      <a:pt x="12" y="1213"/>
                      <a:pt x="19" y="1211"/>
                    </a:cubicBezTo>
                    <a:cubicBezTo>
                      <a:pt x="26" y="1210"/>
                      <a:pt x="32" y="1206"/>
                      <a:pt x="39" y="1205"/>
                    </a:cubicBezTo>
                    <a:cubicBezTo>
                      <a:pt x="44" y="1204"/>
                      <a:pt x="50" y="1206"/>
                      <a:pt x="56" y="1205"/>
                    </a:cubicBezTo>
                    <a:cubicBezTo>
                      <a:pt x="62" y="1203"/>
                      <a:pt x="68" y="1199"/>
                      <a:pt x="74" y="1197"/>
                    </a:cubicBezTo>
                    <a:cubicBezTo>
                      <a:pt x="80" y="1195"/>
                      <a:pt x="86" y="1194"/>
                      <a:pt x="92" y="1192"/>
                    </a:cubicBezTo>
                    <a:cubicBezTo>
                      <a:pt x="103" y="1187"/>
                      <a:pt x="115" y="1182"/>
                      <a:pt x="125" y="1176"/>
                    </a:cubicBezTo>
                    <a:cubicBezTo>
                      <a:pt x="134" y="1171"/>
                      <a:pt x="144" y="1168"/>
                      <a:pt x="154" y="1169"/>
                    </a:cubicBezTo>
                    <a:cubicBezTo>
                      <a:pt x="159" y="1169"/>
                      <a:pt x="163" y="1170"/>
                      <a:pt x="168" y="1170"/>
                    </a:cubicBezTo>
                    <a:cubicBezTo>
                      <a:pt x="173" y="1170"/>
                      <a:pt x="175" y="1167"/>
                      <a:pt x="178" y="1165"/>
                    </a:cubicBezTo>
                    <a:cubicBezTo>
                      <a:pt x="181" y="1162"/>
                      <a:pt x="182" y="1167"/>
                      <a:pt x="183" y="1169"/>
                    </a:cubicBezTo>
                    <a:cubicBezTo>
                      <a:pt x="184" y="1172"/>
                      <a:pt x="188" y="1176"/>
                      <a:pt x="188" y="1180"/>
                    </a:cubicBezTo>
                    <a:cubicBezTo>
                      <a:pt x="187" y="1181"/>
                      <a:pt x="186" y="1183"/>
                      <a:pt x="186" y="1184"/>
                    </a:cubicBezTo>
                    <a:cubicBezTo>
                      <a:pt x="185" y="1186"/>
                      <a:pt x="184" y="1188"/>
                      <a:pt x="183" y="1190"/>
                    </a:cubicBezTo>
                    <a:cubicBezTo>
                      <a:pt x="181" y="1194"/>
                      <a:pt x="177" y="1192"/>
                      <a:pt x="174" y="1191"/>
                    </a:cubicBezTo>
                    <a:cubicBezTo>
                      <a:pt x="169" y="1191"/>
                      <a:pt x="169" y="1195"/>
                      <a:pt x="168" y="1199"/>
                    </a:cubicBezTo>
                    <a:cubicBezTo>
                      <a:pt x="167" y="1203"/>
                      <a:pt x="164" y="1201"/>
                      <a:pt x="160" y="1202"/>
                    </a:cubicBezTo>
                    <a:cubicBezTo>
                      <a:pt x="156" y="1204"/>
                      <a:pt x="158" y="1211"/>
                      <a:pt x="158" y="1215"/>
                    </a:cubicBezTo>
                    <a:cubicBezTo>
                      <a:pt x="157" y="1219"/>
                      <a:pt x="155" y="1221"/>
                      <a:pt x="151" y="1223"/>
                    </a:cubicBezTo>
                    <a:cubicBezTo>
                      <a:pt x="148" y="1224"/>
                      <a:pt x="145" y="1227"/>
                      <a:pt x="141" y="1229"/>
                    </a:cubicBezTo>
                    <a:cubicBezTo>
                      <a:pt x="138" y="1231"/>
                      <a:pt x="137" y="1233"/>
                      <a:pt x="136" y="1238"/>
                    </a:cubicBezTo>
                    <a:cubicBezTo>
                      <a:pt x="136" y="1242"/>
                      <a:pt x="135" y="1246"/>
                      <a:pt x="131" y="1242"/>
                    </a:cubicBezTo>
                    <a:cubicBezTo>
                      <a:pt x="129" y="1240"/>
                      <a:pt x="124" y="1235"/>
                      <a:pt x="123" y="1239"/>
                    </a:cubicBezTo>
                    <a:cubicBezTo>
                      <a:pt x="122" y="1243"/>
                      <a:pt x="124" y="1248"/>
                      <a:pt x="128" y="1249"/>
                    </a:cubicBezTo>
                    <a:cubicBezTo>
                      <a:pt x="131" y="1250"/>
                      <a:pt x="135" y="1250"/>
                      <a:pt x="138" y="1251"/>
                    </a:cubicBezTo>
                    <a:cubicBezTo>
                      <a:pt x="142" y="1252"/>
                      <a:pt x="147" y="1252"/>
                      <a:pt x="150" y="1254"/>
                    </a:cubicBezTo>
                    <a:cubicBezTo>
                      <a:pt x="153" y="1256"/>
                      <a:pt x="153" y="1261"/>
                      <a:pt x="154" y="1264"/>
                    </a:cubicBezTo>
                    <a:cubicBezTo>
                      <a:pt x="157" y="1268"/>
                      <a:pt x="159" y="1266"/>
                      <a:pt x="163" y="1267"/>
                    </a:cubicBezTo>
                    <a:cubicBezTo>
                      <a:pt x="169" y="1268"/>
                      <a:pt x="169" y="1277"/>
                      <a:pt x="174" y="1281"/>
                    </a:cubicBezTo>
                    <a:cubicBezTo>
                      <a:pt x="178" y="1284"/>
                      <a:pt x="186" y="1286"/>
                      <a:pt x="186" y="1293"/>
                    </a:cubicBezTo>
                    <a:cubicBezTo>
                      <a:pt x="186" y="1296"/>
                      <a:pt x="185" y="1298"/>
                      <a:pt x="182" y="1300"/>
                    </a:cubicBezTo>
                    <a:cubicBezTo>
                      <a:pt x="179" y="1301"/>
                      <a:pt x="176" y="1302"/>
                      <a:pt x="174" y="1304"/>
                    </a:cubicBezTo>
                    <a:cubicBezTo>
                      <a:pt x="172" y="1306"/>
                      <a:pt x="176" y="1308"/>
                      <a:pt x="177" y="1310"/>
                    </a:cubicBezTo>
                    <a:cubicBezTo>
                      <a:pt x="179" y="1312"/>
                      <a:pt x="178" y="1315"/>
                      <a:pt x="179" y="1318"/>
                    </a:cubicBezTo>
                    <a:cubicBezTo>
                      <a:pt x="179" y="1319"/>
                      <a:pt x="180" y="1320"/>
                      <a:pt x="181" y="1321"/>
                    </a:cubicBezTo>
                    <a:cubicBezTo>
                      <a:pt x="181" y="1322"/>
                      <a:pt x="181" y="1324"/>
                      <a:pt x="180" y="1325"/>
                    </a:cubicBezTo>
                    <a:cubicBezTo>
                      <a:pt x="180" y="1328"/>
                      <a:pt x="180" y="1331"/>
                      <a:pt x="182" y="1333"/>
                    </a:cubicBezTo>
                    <a:cubicBezTo>
                      <a:pt x="184" y="1334"/>
                      <a:pt x="186" y="1336"/>
                      <a:pt x="188" y="1337"/>
                    </a:cubicBezTo>
                    <a:cubicBezTo>
                      <a:pt x="191" y="1338"/>
                      <a:pt x="193" y="1337"/>
                      <a:pt x="196" y="1336"/>
                    </a:cubicBezTo>
                    <a:cubicBezTo>
                      <a:pt x="201" y="1334"/>
                      <a:pt x="206" y="1331"/>
                      <a:pt x="211" y="1329"/>
                    </a:cubicBezTo>
                    <a:cubicBezTo>
                      <a:pt x="214" y="1329"/>
                      <a:pt x="216" y="1327"/>
                      <a:pt x="219" y="1329"/>
                    </a:cubicBezTo>
                    <a:cubicBezTo>
                      <a:pt x="221" y="1330"/>
                      <a:pt x="222" y="1334"/>
                      <a:pt x="224" y="1333"/>
                    </a:cubicBezTo>
                    <a:cubicBezTo>
                      <a:pt x="227" y="1333"/>
                      <a:pt x="226" y="1329"/>
                      <a:pt x="230" y="1331"/>
                    </a:cubicBezTo>
                    <a:cubicBezTo>
                      <a:pt x="232" y="1332"/>
                      <a:pt x="232" y="1336"/>
                      <a:pt x="232" y="1338"/>
                    </a:cubicBezTo>
                    <a:cubicBezTo>
                      <a:pt x="233" y="1341"/>
                      <a:pt x="233" y="1345"/>
                      <a:pt x="229" y="1344"/>
                    </a:cubicBezTo>
                    <a:cubicBezTo>
                      <a:pt x="227" y="1344"/>
                      <a:pt x="224" y="1339"/>
                      <a:pt x="222" y="1343"/>
                    </a:cubicBezTo>
                    <a:cubicBezTo>
                      <a:pt x="222" y="1344"/>
                      <a:pt x="223" y="1346"/>
                      <a:pt x="222" y="1347"/>
                    </a:cubicBezTo>
                    <a:cubicBezTo>
                      <a:pt x="221" y="1348"/>
                      <a:pt x="219" y="1347"/>
                      <a:pt x="218" y="1348"/>
                    </a:cubicBezTo>
                    <a:cubicBezTo>
                      <a:pt x="217" y="1349"/>
                      <a:pt x="217" y="1350"/>
                      <a:pt x="217" y="1351"/>
                    </a:cubicBezTo>
                    <a:cubicBezTo>
                      <a:pt x="218" y="1352"/>
                      <a:pt x="218" y="1353"/>
                      <a:pt x="219" y="1353"/>
                    </a:cubicBezTo>
                    <a:cubicBezTo>
                      <a:pt x="219" y="1354"/>
                      <a:pt x="221" y="1357"/>
                      <a:pt x="221" y="1358"/>
                    </a:cubicBezTo>
                    <a:cubicBezTo>
                      <a:pt x="220" y="1360"/>
                      <a:pt x="218" y="1359"/>
                      <a:pt x="217" y="1358"/>
                    </a:cubicBezTo>
                    <a:cubicBezTo>
                      <a:pt x="215" y="1356"/>
                      <a:pt x="215" y="1352"/>
                      <a:pt x="212" y="1352"/>
                    </a:cubicBezTo>
                    <a:cubicBezTo>
                      <a:pt x="209" y="1352"/>
                      <a:pt x="211" y="1355"/>
                      <a:pt x="211" y="1356"/>
                    </a:cubicBezTo>
                    <a:cubicBezTo>
                      <a:pt x="210" y="1359"/>
                      <a:pt x="207" y="1358"/>
                      <a:pt x="207" y="1360"/>
                    </a:cubicBezTo>
                    <a:cubicBezTo>
                      <a:pt x="207" y="1364"/>
                      <a:pt x="211" y="1365"/>
                      <a:pt x="213" y="1368"/>
                    </a:cubicBezTo>
                    <a:cubicBezTo>
                      <a:pt x="213" y="1370"/>
                      <a:pt x="215" y="1378"/>
                      <a:pt x="211" y="1376"/>
                    </a:cubicBezTo>
                    <a:cubicBezTo>
                      <a:pt x="209" y="1375"/>
                      <a:pt x="208" y="1373"/>
                      <a:pt x="206" y="1375"/>
                    </a:cubicBezTo>
                    <a:cubicBezTo>
                      <a:pt x="205" y="1377"/>
                      <a:pt x="205" y="1379"/>
                      <a:pt x="205" y="1380"/>
                    </a:cubicBezTo>
                    <a:cubicBezTo>
                      <a:pt x="205" y="1382"/>
                      <a:pt x="205" y="1385"/>
                      <a:pt x="203" y="1385"/>
                    </a:cubicBezTo>
                    <a:cubicBezTo>
                      <a:pt x="201" y="1385"/>
                      <a:pt x="199" y="1384"/>
                      <a:pt x="198" y="1383"/>
                    </a:cubicBezTo>
                    <a:cubicBezTo>
                      <a:pt x="195" y="1380"/>
                      <a:pt x="191" y="1378"/>
                      <a:pt x="187" y="1380"/>
                    </a:cubicBezTo>
                    <a:cubicBezTo>
                      <a:pt x="183" y="1383"/>
                      <a:pt x="186" y="1388"/>
                      <a:pt x="180" y="1388"/>
                    </a:cubicBezTo>
                    <a:cubicBezTo>
                      <a:pt x="176" y="1388"/>
                      <a:pt x="171" y="1390"/>
                      <a:pt x="175" y="1394"/>
                    </a:cubicBezTo>
                    <a:cubicBezTo>
                      <a:pt x="176" y="1395"/>
                      <a:pt x="178" y="1397"/>
                      <a:pt x="178" y="1399"/>
                    </a:cubicBezTo>
                    <a:cubicBezTo>
                      <a:pt x="178" y="1400"/>
                      <a:pt x="176" y="1401"/>
                      <a:pt x="175" y="1402"/>
                    </a:cubicBezTo>
                    <a:cubicBezTo>
                      <a:pt x="174" y="1403"/>
                      <a:pt x="173" y="1407"/>
                      <a:pt x="175" y="1408"/>
                    </a:cubicBezTo>
                    <a:cubicBezTo>
                      <a:pt x="176" y="1409"/>
                      <a:pt x="178" y="1408"/>
                      <a:pt x="180" y="1410"/>
                    </a:cubicBezTo>
                    <a:cubicBezTo>
                      <a:pt x="181" y="1412"/>
                      <a:pt x="181" y="1415"/>
                      <a:pt x="182" y="1415"/>
                    </a:cubicBezTo>
                    <a:cubicBezTo>
                      <a:pt x="183" y="1416"/>
                      <a:pt x="186" y="1415"/>
                      <a:pt x="187" y="1415"/>
                    </a:cubicBezTo>
                    <a:cubicBezTo>
                      <a:pt x="190" y="1415"/>
                      <a:pt x="192" y="1414"/>
                      <a:pt x="194" y="1418"/>
                    </a:cubicBezTo>
                    <a:cubicBezTo>
                      <a:pt x="195" y="1419"/>
                      <a:pt x="196" y="1421"/>
                      <a:pt x="196" y="1422"/>
                    </a:cubicBezTo>
                    <a:cubicBezTo>
                      <a:pt x="196" y="1424"/>
                      <a:pt x="195" y="1425"/>
                      <a:pt x="196" y="1426"/>
                    </a:cubicBezTo>
                    <a:cubicBezTo>
                      <a:pt x="197" y="1429"/>
                      <a:pt x="199" y="1429"/>
                      <a:pt x="201" y="1430"/>
                    </a:cubicBezTo>
                    <a:cubicBezTo>
                      <a:pt x="205" y="1432"/>
                      <a:pt x="207" y="1435"/>
                      <a:pt x="210" y="1437"/>
                    </a:cubicBezTo>
                    <a:cubicBezTo>
                      <a:pt x="211" y="1439"/>
                      <a:pt x="213" y="1443"/>
                      <a:pt x="209" y="1442"/>
                    </a:cubicBezTo>
                    <a:cubicBezTo>
                      <a:pt x="206" y="1441"/>
                      <a:pt x="203" y="1440"/>
                      <a:pt x="201" y="1438"/>
                    </a:cubicBezTo>
                    <a:cubicBezTo>
                      <a:pt x="199" y="1437"/>
                      <a:pt x="195" y="1433"/>
                      <a:pt x="192" y="1434"/>
                    </a:cubicBezTo>
                    <a:cubicBezTo>
                      <a:pt x="189" y="1436"/>
                      <a:pt x="193" y="1439"/>
                      <a:pt x="194" y="1440"/>
                    </a:cubicBezTo>
                    <a:cubicBezTo>
                      <a:pt x="199" y="1444"/>
                      <a:pt x="204" y="1448"/>
                      <a:pt x="210" y="1450"/>
                    </a:cubicBezTo>
                    <a:cubicBezTo>
                      <a:pt x="212" y="1451"/>
                      <a:pt x="214" y="1452"/>
                      <a:pt x="216" y="1453"/>
                    </a:cubicBezTo>
                    <a:cubicBezTo>
                      <a:pt x="218" y="1454"/>
                      <a:pt x="221" y="1457"/>
                      <a:pt x="224" y="1457"/>
                    </a:cubicBezTo>
                    <a:cubicBezTo>
                      <a:pt x="227" y="1457"/>
                      <a:pt x="230" y="1457"/>
                      <a:pt x="233" y="1457"/>
                    </a:cubicBezTo>
                    <a:cubicBezTo>
                      <a:pt x="236" y="1457"/>
                      <a:pt x="239" y="1456"/>
                      <a:pt x="241" y="1456"/>
                    </a:cubicBezTo>
                    <a:cubicBezTo>
                      <a:pt x="247" y="1455"/>
                      <a:pt x="251" y="1450"/>
                      <a:pt x="258" y="1451"/>
                    </a:cubicBezTo>
                    <a:cubicBezTo>
                      <a:pt x="260" y="1451"/>
                      <a:pt x="263" y="1451"/>
                      <a:pt x="265" y="1451"/>
                    </a:cubicBezTo>
                    <a:cubicBezTo>
                      <a:pt x="266" y="1451"/>
                      <a:pt x="266" y="1452"/>
                      <a:pt x="267" y="1452"/>
                    </a:cubicBezTo>
                    <a:cubicBezTo>
                      <a:pt x="268" y="1452"/>
                      <a:pt x="268" y="1452"/>
                      <a:pt x="269" y="1452"/>
                    </a:cubicBezTo>
                    <a:cubicBezTo>
                      <a:pt x="272" y="1453"/>
                      <a:pt x="268" y="1458"/>
                      <a:pt x="267" y="1459"/>
                    </a:cubicBezTo>
                    <a:cubicBezTo>
                      <a:pt x="266" y="1459"/>
                      <a:pt x="264" y="1460"/>
                      <a:pt x="263" y="1460"/>
                    </a:cubicBezTo>
                    <a:cubicBezTo>
                      <a:pt x="261" y="1461"/>
                      <a:pt x="259" y="1462"/>
                      <a:pt x="257" y="1463"/>
                    </a:cubicBezTo>
                    <a:cubicBezTo>
                      <a:pt x="255" y="1465"/>
                      <a:pt x="253" y="1467"/>
                      <a:pt x="250" y="1467"/>
                    </a:cubicBezTo>
                    <a:cubicBezTo>
                      <a:pt x="247" y="1468"/>
                      <a:pt x="244" y="1468"/>
                      <a:pt x="241" y="1468"/>
                    </a:cubicBezTo>
                    <a:cubicBezTo>
                      <a:pt x="234" y="1468"/>
                      <a:pt x="228" y="1467"/>
                      <a:pt x="222" y="1470"/>
                    </a:cubicBezTo>
                    <a:cubicBezTo>
                      <a:pt x="218" y="1471"/>
                      <a:pt x="216" y="1474"/>
                      <a:pt x="213" y="1476"/>
                    </a:cubicBezTo>
                    <a:cubicBezTo>
                      <a:pt x="211" y="1477"/>
                      <a:pt x="210" y="1478"/>
                      <a:pt x="208" y="1478"/>
                    </a:cubicBezTo>
                    <a:cubicBezTo>
                      <a:pt x="207" y="1477"/>
                      <a:pt x="207" y="1477"/>
                      <a:pt x="206" y="1477"/>
                    </a:cubicBezTo>
                    <a:cubicBezTo>
                      <a:pt x="202" y="1477"/>
                      <a:pt x="199" y="1479"/>
                      <a:pt x="196" y="1478"/>
                    </a:cubicBezTo>
                    <a:cubicBezTo>
                      <a:pt x="195" y="1478"/>
                      <a:pt x="194" y="1477"/>
                      <a:pt x="193" y="1477"/>
                    </a:cubicBezTo>
                    <a:cubicBezTo>
                      <a:pt x="191" y="1476"/>
                      <a:pt x="189" y="1475"/>
                      <a:pt x="188" y="1475"/>
                    </a:cubicBezTo>
                    <a:cubicBezTo>
                      <a:pt x="184" y="1473"/>
                      <a:pt x="182" y="1469"/>
                      <a:pt x="178" y="1467"/>
                    </a:cubicBezTo>
                    <a:cubicBezTo>
                      <a:pt x="175" y="1466"/>
                      <a:pt x="171" y="1465"/>
                      <a:pt x="169" y="1468"/>
                    </a:cubicBezTo>
                    <a:cubicBezTo>
                      <a:pt x="168" y="1472"/>
                      <a:pt x="169" y="1477"/>
                      <a:pt x="171" y="1481"/>
                    </a:cubicBezTo>
                    <a:cubicBezTo>
                      <a:pt x="172" y="1483"/>
                      <a:pt x="175" y="1489"/>
                      <a:pt x="172" y="1491"/>
                    </a:cubicBezTo>
                    <a:cubicBezTo>
                      <a:pt x="171" y="1492"/>
                      <a:pt x="168" y="1493"/>
                      <a:pt x="166" y="1492"/>
                    </a:cubicBezTo>
                    <a:cubicBezTo>
                      <a:pt x="162" y="1491"/>
                      <a:pt x="160" y="1485"/>
                      <a:pt x="159" y="1481"/>
                    </a:cubicBezTo>
                    <a:cubicBezTo>
                      <a:pt x="158" y="1478"/>
                      <a:pt x="157" y="1476"/>
                      <a:pt x="155" y="1475"/>
                    </a:cubicBezTo>
                    <a:cubicBezTo>
                      <a:pt x="153" y="1474"/>
                      <a:pt x="151" y="1474"/>
                      <a:pt x="150" y="1473"/>
                    </a:cubicBezTo>
                    <a:cubicBezTo>
                      <a:pt x="147" y="1469"/>
                      <a:pt x="154" y="1464"/>
                      <a:pt x="147" y="1463"/>
                    </a:cubicBezTo>
                    <a:cubicBezTo>
                      <a:pt x="147" y="1462"/>
                      <a:pt x="146" y="1460"/>
                      <a:pt x="147" y="1459"/>
                    </a:cubicBezTo>
                    <a:cubicBezTo>
                      <a:pt x="148" y="1457"/>
                      <a:pt x="149" y="1458"/>
                      <a:pt x="150" y="1457"/>
                    </a:cubicBezTo>
                    <a:cubicBezTo>
                      <a:pt x="153" y="1455"/>
                      <a:pt x="154" y="1451"/>
                      <a:pt x="153" y="1448"/>
                    </a:cubicBezTo>
                    <a:cubicBezTo>
                      <a:pt x="152" y="1445"/>
                      <a:pt x="148" y="1445"/>
                      <a:pt x="145" y="1444"/>
                    </a:cubicBezTo>
                    <a:cubicBezTo>
                      <a:pt x="142" y="1442"/>
                      <a:pt x="140" y="1439"/>
                      <a:pt x="139" y="1435"/>
                    </a:cubicBezTo>
                    <a:cubicBezTo>
                      <a:pt x="138" y="1433"/>
                      <a:pt x="137" y="1430"/>
                      <a:pt x="136" y="1427"/>
                    </a:cubicBezTo>
                    <a:cubicBezTo>
                      <a:pt x="134" y="1425"/>
                      <a:pt x="132" y="1422"/>
                      <a:pt x="130" y="1420"/>
                    </a:cubicBezTo>
                    <a:cubicBezTo>
                      <a:pt x="129" y="1418"/>
                      <a:pt x="130" y="1417"/>
                      <a:pt x="128" y="1415"/>
                    </a:cubicBezTo>
                    <a:cubicBezTo>
                      <a:pt x="127" y="1414"/>
                      <a:pt x="126" y="1414"/>
                      <a:pt x="124" y="1413"/>
                    </a:cubicBezTo>
                    <a:cubicBezTo>
                      <a:pt x="121" y="1412"/>
                      <a:pt x="118" y="1411"/>
                      <a:pt x="115" y="1411"/>
                    </a:cubicBezTo>
                    <a:cubicBezTo>
                      <a:pt x="112" y="1410"/>
                      <a:pt x="108" y="1411"/>
                      <a:pt x="104" y="1411"/>
                    </a:cubicBezTo>
                    <a:cubicBezTo>
                      <a:pt x="103" y="1411"/>
                      <a:pt x="102" y="1412"/>
                      <a:pt x="100" y="1412"/>
                    </a:cubicBezTo>
                    <a:cubicBezTo>
                      <a:pt x="100" y="1412"/>
                      <a:pt x="99" y="1412"/>
                      <a:pt x="98" y="1412"/>
                    </a:cubicBezTo>
                    <a:cubicBezTo>
                      <a:pt x="95" y="1414"/>
                      <a:pt x="92" y="1418"/>
                      <a:pt x="92" y="1422"/>
                    </a:cubicBezTo>
                    <a:cubicBezTo>
                      <a:pt x="92" y="1428"/>
                      <a:pt x="96" y="1434"/>
                      <a:pt x="96" y="1440"/>
                    </a:cubicBezTo>
                    <a:cubicBezTo>
                      <a:pt x="96" y="1443"/>
                      <a:pt x="97" y="1446"/>
                      <a:pt x="98" y="1449"/>
                    </a:cubicBezTo>
                    <a:cubicBezTo>
                      <a:pt x="100" y="1453"/>
                      <a:pt x="108" y="1455"/>
                      <a:pt x="106" y="1461"/>
                    </a:cubicBezTo>
                    <a:cubicBezTo>
                      <a:pt x="105" y="1463"/>
                      <a:pt x="102" y="1466"/>
                      <a:pt x="106" y="1468"/>
                    </a:cubicBezTo>
                    <a:cubicBezTo>
                      <a:pt x="108" y="1469"/>
                      <a:pt x="111" y="1468"/>
                      <a:pt x="112" y="1466"/>
                    </a:cubicBezTo>
                    <a:cubicBezTo>
                      <a:pt x="114" y="1464"/>
                      <a:pt x="116" y="1462"/>
                      <a:pt x="119" y="1463"/>
                    </a:cubicBezTo>
                    <a:cubicBezTo>
                      <a:pt x="124" y="1463"/>
                      <a:pt x="132" y="1471"/>
                      <a:pt x="129" y="1476"/>
                    </a:cubicBezTo>
                    <a:cubicBezTo>
                      <a:pt x="127" y="1477"/>
                      <a:pt x="126" y="1472"/>
                      <a:pt x="123" y="1473"/>
                    </a:cubicBezTo>
                    <a:cubicBezTo>
                      <a:pt x="125" y="1479"/>
                      <a:pt x="129" y="1487"/>
                      <a:pt x="123" y="1491"/>
                    </a:cubicBezTo>
                    <a:cubicBezTo>
                      <a:pt x="120" y="1493"/>
                      <a:pt x="117" y="1493"/>
                      <a:pt x="114" y="1495"/>
                    </a:cubicBezTo>
                    <a:cubicBezTo>
                      <a:pt x="110" y="1496"/>
                      <a:pt x="109" y="1500"/>
                      <a:pt x="107" y="1503"/>
                    </a:cubicBezTo>
                    <a:cubicBezTo>
                      <a:pt x="103" y="1507"/>
                      <a:pt x="97" y="1501"/>
                      <a:pt x="94" y="1498"/>
                    </a:cubicBezTo>
                    <a:cubicBezTo>
                      <a:pt x="92" y="1496"/>
                      <a:pt x="92" y="1494"/>
                      <a:pt x="92" y="1491"/>
                    </a:cubicBezTo>
                    <a:cubicBezTo>
                      <a:pt x="91" y="1489"/>
                      <a:pt x="89" y="1486"/>
                      <a:pt x="86" y="1488"/>
                    </a:cubicBezTo>
                    <a:cubicBezTo>
                      <a:pt x="80" y="1491"/>
                      <a:pt x="88" y="1498"/>
                      <a:pt x="88" y="1502"/>
                    </a:cubicBezTo>
                    <a:cubicBezTo>
                      <a:pt x="87" y="1505"/>
                      <a:pt x="84" y="1505"/>
                      <a:pt x="82" y="1507"/>
                    </a:cubicBezTo>
                    <a:cubicBezTo>
                      <a:pt x="79" y="1508"/>
                      <a:pt x="77" y="1511"/>
                      <a:pt x="77" y="1513"/>
                    </a:cubicBezTo>
                    <a:cubicBezTo>
                      <a:pt x="76" y="1519"/>
                      <a:pt x="86" y="1517"/>
                      <a:pt x="89" y="1518"/>
                    </a:cubicBezTo>
                    <a:cubicBezTo>
                      <a:pt x="93" y="1519"/>
                      <a:pt x="100" y="1526"/>
                      <a:pt x="104" y="1523"/>
                    </a:cubicBezTo>
                    <a:cubicBezTo>
                      <a:pt x="106" y="1522"/>
                      <a:pt x="110" y="1509"/>
                      <a:pt x="112" y="1517"/>
                    </a:cubicBezTo>
                    <a:cubicBezTo>
                      <a:pt x="113" y="1520"/>
                      <a:pt x="112" y="1522"/>
                      <a:pt x="111" y="1525"/>
                    </a:cubicBezTo>
                    <a:cubicBezTo>
                      <a:pt x="110" y="1528"/>
                      <a:pt x="113" y="1529"/>
                      <a:pt x="116" y="1529"/>
                    </a:cubicBezTo>
                    <a:cubicBezTo>
                      <a:pt x="119" y="1530"/>
                      <a:pt x="121" y="1529"/>
                      <a:pt x="124" y="1527"/>
                    </a:cubicBezTo>
                    <a:cubicBezTo>
                      <a:pt x="127" y="1524"/>
                      <a:pt x="128" y="1526"/>
                      <a:pt x="130" y="1529"/>
                    </a:cubicBezTo>
                    <a:cubicBezTo>
                      <a:pt x="131" y="1531"/>
                      <a:pt x="133" y="1532"/>
                      <a:pt x="135" y="1533"/>
                    </a:cubicBezTo>
                    <a:cubicBezTo>
                      <a:pt x="138" y="1533"/>
                      <a:pt x="139" y="1534"/>
                      <a:pt x="140" y="1536"/>
                    </a:cubicBezTo>
                    <a:cubicBezTo>
                      <a:pt x="142" y="1539"/>
                      <a:pt x="141" y="1542"/>
                      <a:pt x="142" y="1544"/>
                    </a:cubicBezTo>
                    <a:cubicBezTo>
                      <a:pt x="143" y="1548"/>
                      <a:pt x="148" y="1549"/>
                      <a:pt x="151" y="1549"/>
                    </a:cubicBezTo>
                    <a:cubicBezTo>
                      <a:pt x="152" y="1549"/>
                      <a:pt x="153" y="1548"/>
                      <a:pt x="154" y="1549"/>
                    </a:cubicBezTo>
                    <a:cubicBezTo>
                      <a:pt x="155" y="1549"/>
                      <a:pt x="156" y="1550"/>
                      <a:pt x="157" y="1551"/>
                    </a:cubicBezTo>
                    <a:cubicBezTo>
                      <a:pt x="160" y="1553"/>
                      <a:pt x="161" y="1551"/>
                      <a:pt x="162" y="1548"/>
                    </a:cubicBezTo>
                    <a:cubicBezTo>
                      <a:pt x="164" y="1543"/>
                      <a:pt x="165" y="1538"/>
                      <a:pt x="166" y="1533"/>
                    </a:cubicBezTo>
                    <a:cubicBezTo>
                      <a:pt x="168" y="1533"/>
                      <a:pt x="168" y="1531"/>
                      <a:pt x="169" y="1529"/>
                    </a:cubicBezTo>
                    <a:cubicBezTo>
                      <a:pt x="170" y="1528"/>
                      <a:pt x="171" y="1526"/>
                      <a:pt x="172" y="1525"/>
                    </a:cubicBezTo>
                    <a:cubicBezTo>
                      <a:pt x="173" y="1523"/>
                      <a:pt x="176" y="1522"/>
                      <a:pt x="178" y="1522"/>
                    </a:cubicBezTo>
                    <a:cubicBezTo>
                      <a:pt x="181" y="1522"/>
                      <a:pt x="184" y="1524"/>
                      <a:pt x="187" y="1523"/>
                    </a:cubicBezTo>
                    <a:cubicBezTo>
                      <a:pt x="190" y="1523"/>
                      <a:pt x="190" y="1519"/>
                      <a:pt x="193" y="1519"/>
                    </a:cubicBezTo>
                    <a:cubicBezTo>
                      <a:pt x="196" y="1519"/>
                      <a:pt x="197" y="1524"/>
                      <a:pt x="197" y="1526"/>
                    </a:cubicBezTo>
                    <a:cubicBezTo>
                      <a:pt x="197" y="1529"/>
                      <a:pt x="197" y="1531"/>
                      <a:pt x="199" y="1534"/>
                    </a:cubicBezTo>
                    <a:cubicBezTo>
                      <a:pt x="202" y="1536"/>
                      <a:pt x="205" y="1538"/>
                      <a:pt x="208" y="1539"/>
                    </a:cubicBezTo>
                    <a:cubicBezTo>
                      <a:pt x="211" y="1540"/>
                      <a:pt x="212" y="1542"/>
                      <a:pt x="214" y="1544"/>
                    </a:cubicBezTo>
                    <a:cubicBezTo>
                      <a:pt x="217" y="1547"/>
                      <a:pt x="220" y="1550"/>
                      <a:pt x="219" y="1554"/>
                    </a:cubicBezTo>
                    <a:cubicBezTo>
                      <a:pt x="219" y="1555"/>
                      <a:pt x="218" y="1557"/>
                      <a:pt x="219" y="1558"/>
                    </a:cubicBezTo>
                    <a:cubicBezTo>
                      <a:pt x="221" y="1560"/>
                      <a:pt x="221" y="1559"/>
                      <a:pt x="223" y="1559"/>
                    </a:cubicBezTo>
                    <a:cubicBezTo>
                      <a:pt x="225" y="1558"/>
                      <a:pt x="227" y="1559"/>
                      <a:pt x="230" y="1557"/>
                    </a:cubicBezTo>
                    <a:cubicBezTo>
                      <a:pt x="236" y="1555"/>
                      <a:pt x="242" y="1547"/>
                      <a:pt x="249" y="1550"/>
                    </a:cubicBezTo>
                    <a:cubicBezTo>
                      <a:pt x="255" y="1552"/>
                      <a:pt x="260" y="1557"/>
                      <a:pt x="266" y="1559"/>
                    </a:cubicBezTo>
                    <a:cubicBezTo>
                      <a:pt x="270" y="1561"/>
                      <a:pt x="274" y="1563"/>
                      <a:pt x="277" y="1565"/>
                    </a:cubicBezTo>
                    <a:cubicBezTo>
                      <a:pt x="281" y="1568"/>
                      <a:pt x="284" y="1572"/>
                      <a:pt x="288" y="1572"/>
                    </a:cubicBezTo>
                    <a:cubicBezTo>
                      <a:pt x="294" y="1573"/>
                      <a:pt x="300" y="1570"/>
                      <a:pt x="305" y="1573"/>
                    </a:cubicBezTo>
                    <a:cubicBezTo>
                      <a:pt x="308" y="1574"/>
                      <a:pt x="309" y="1575"/>
                      <a:pt x="309" y="1579"/>
                    </a:cubicBezTo>
                    <a:cubicBezTo>
                      <a:pt x="309" y="1584"/>
                      <a:pt x="308" y="1591"/>
                      <a:pt x="309" y="1596"/>
                    </a:cubicBezTo>
                    <a:cubicBezTo>
                      <a:pt x="310" y="1598"/>
                      <a:pt x="312" y="1603"/>
                      <a:pt x="308" y="1605"/>
                    </a:cubicBezTo>
                    <a:cubicBezTo>
                      <a:pt x="307" y="1605"/>
                      <a:pt x="305" y="1605"/>
                      <a:pt x="304" y="1606"/>
                    </a:cubicBezTo>
                    <a:cubicBezTo>
                      <a:pt x="303" y="1609"/>
                      <a:pt x="306" y="1612"/>
                      <a:pt x="308" y="1614"/>
                    </a:cubicBezTo>
                    <a:cubicBezTo>
                      <a:pt x="310" y="1617"/>
                      <a:pt x="313" y="1619"/>
                      <a:pt x="313" y="1623"/>
                    </a:cubicBezTo>
                    <a:cubicBezTo>
                      <a:pt x="312" y="1626"/>
                      <a:pt x="309" y="1629"/>
                      <a:pt x="308" y="1632"/>
                    </a:cubicBezTo>
                    <a:cubicBezTo>
                      <a:pt x="307" y="1634"/>
                      <a:pt x="307" y="1635"/>
                      <a:pt x="306" y="1636"/>
                    </a:cubicBezTo>
                    <a:cubicBezTo>
                      <a:pt x="305" y="1637"/>
                      <a:pt x="304" y="1637"/>
                      <a:pt x="303" y="1638"/>
                    </a:cubicBezTo>
                    <a:cubicBezTo>
                      <a:pt x="301" y="1641"/>
                      <a:pt x="299" y="1643"/>
                      <a:pt x="296" y="1644"/>
                    </a:cubicBezTo>
                    <a:cubicBezTo>
                      <a:pt x="293" y="1645"/>
                      <a:pt x="290" y="1646"/>
                      <a:pt x="287" y="1646"/>
                    </a:cubicBezTo>
                    <a:cubicBezTo>
                      <a:pt x="286" y="1646"/>
                      <a:pt x="284" y="1647"/>
                      <a:pt x="282" y="1647"/>
                    </a:cubicBezTo>
                    <a:cubicBezTo>
                      <a:pt x="279" y="1647"/>
                      <a:pt x="276" y="1650"/>
                      <a:pt x="273" y="1651"/>
                    </a:cubicBezTo>
                    <a:cubicBezTo>
                      <a:pt x="272" y="1651"/>
                      <a:pt x="264" y="1648"/>
                      <a:pt x="264" y="1649"/>
                    </a:cubicBezTo>
                    <a:cubicBezTo>
                      <a:pt x="264" y="1651"/>
                      <a:pt x="265" y="1654"/>
                      <a:pt x="264" y="1655"/>
                    </a:cubicBezTo>
                    <a:cubicBezTo>
                      <a:pt x="263" y="1657"/>
                      <a:pt x="262" y="1656"/>
                      <a:pt x="261" y="1656"/>
                    </a:cubicBezTo>
                    <a:cubicBezTo>
                      <a:pt x="261" y="1659"/>
                      <a:pt x="262" y="1661"/>
                      <a:pt x="264" y="1663"/>
                    </a:cubicBezTo>
                    <a:cubicBezTo>
                      <a:pt x="267" y="1664"/>
                      <a:pt x="270" y="1664"/>
                      <a:pt x="273" y="1665"/>
                    </a:cubicBezTo>
                    <a:cubicBezTo>
                      <a:pt x="278" y="1666"/>
                      <a:pt x="282" y="1667"/>
                      <a:pt x="287" y="1666"/>
                    </a:cubicBezTo>
                    <a:cubicBezTo>
                      <a:pt x="292" y="1665"/>
                      <a:pt x="296" y="1666"/>
                      <a:pt x="300" y="1668"/>
                    </a:cubicBezTo>
                    <a:cubicBezTo>
                      <a:pt x="302" y="1670"/>
                      <a:pt x="308" y="1680"/>
                      <a:pt x="303" y="1681"/>
                    </a:cubicBezTo>
                    <a:cubicBezTo>
                      <a:pt x="299" y="1682"/>
                      <a:pt x="297" y="1672"/>
                      <a:pt x="293" y="1671"/>
                    </a:cubicBezTo>
                    <a:cubicBezTo>
                      <a:pt x="292" y="1673"/>
                      <a:pt x="295" y="1677"/>
                      <a:pt x="296" y="1679"/>
                    </a:cubicBezTo>
                    <a:cubicBezTo>
                      <a:pt x="297" y="1682"/>
                      <a:pt x="298" y="1685"/>
                      <a:pt x="301" y="1686"/>
                    </a:cubicBezTo>
                    <a:cubicBezTo>
                      <a:pt x="303" y="1687"/>
                      <a:pt x="307" y="1687"/>
                      <a:pt x="308" y="1689"/>
                    </a:cubicBezTo>
                    <a:cubicBezTo>
                      <a:pt x="309" y="1690"/>
                      <a:pt x="308" y="1691"/>
                      <a:pt x="307" y="1692"/>
                    </a:cubicBezTo>
                    <a:cubicBezTo>
                      <a:pt x="306" y="1694"/>
                      <a:pt x="306" y="1694"/>
                      <a:pt x="306" y="1696"/>
                    </a:cubicBezTo>
                    <a:cubicBezTo>
                      <a:pt x="306" y="1697"/>
                      <a:pt x="305" y="1698"/>
                      <a:pt x="305" y="1699"/>
                    </a:cubicBezTo>
                    <a:cubicBezTo>
                      <a:pt x="304" y="1701"/>
                      <a:pt x="305" y="1702"/>
                      <a:pt x="305" y="1703"/>
                    </a:cubicBezTo>
                    <a:cubicBezTo>
                      <a:pt x="307" y="1703"/>
                      <a:pt x="309" y="1702"/>
                      <a:pt x="310" y="1701"/>
                    </a:cubicBezTo>
                    <a:cubicBezTo>
                      <a:pt x="313" y="1699"/>
                      <a:pt x="316" y="1698"/>
                      <a:pt x="318" y="1702"/>
                    </a:cubicBezTo>
                    <a:cubicBezTo>
                      <a:pt x="319" y="1704"/>
                      <a:pt x="320" y="1710"/>
                      <a:pt x="318" y="1713"/>
                    </a:cubicBezTo>
                    <a:cubicBezTo>
                      <a:pt x="317" y="1716"/>
                      <a:pt x="313" y="1717"/>
                      <a:pt x="312" y="1721"/>
                    </a:cubicBezTo>
                    <a:cubicBezTo>
                      <a:pt x="311" y="1723"/>
                      <a:pt x="310" y="1730"/>
                      <a:pt x="313" y="1731"/>
                    </a:cubicBezTo>
                    <a:cubicBezTo>
                      <a:pt x="314" y="1732"/>
                      <a:pt x="316" y="1731"/>
                      <a:pt x="318" y="1731"/>
                    </a:cubicBezTo>
                    <a:cubicBezTo>
                      <a:pt x="319" y="1730"/>
                      <a:pt x="321" y="1731"/>
                      <a:pt x="323" y="1731"/>
                    </a:cubicBezTo>
                    <a:cubicBezTo>
                      <a:pt x="326" y="1731"/>
                      <a:pt x="330" y="1734"/>
                      <a:pt x="334" y="1732"/>
                    </a:cubicBezTo>
                    <a:cubicBezTo>
                      <a:pt x="337" y="1730"/>
                      <a:pt x="340" y="1728"/>
                      <a:pt x="343" y="1725"/>
                    </a:cubicBezTo>
                    <a:cubicBezTo>
                      <a:pt x="346" y="1722"/>
                      <a:pt x="347" y="1718"/>
                      <a:pt x="350" y="1716"/>
                    </a:cubicBezTo>
                    <a:cubicBezTo>
                      <a:pt x="354" y="1713"/>
                      <a:pt x="354" y="1719"/>
                      <a:pt x="354" y="1722"/>
                    </a:cubicBezTo>
                    <a:cubicBezTo>
                      <a:pt x="354" y="1725"/>
                      <a:pt x="353" y="1730"/>
                      <a:pt x="355" y="1733"/>
                    </a:cubicBezTo>
                    <a:cubicBezTo>
                      <a:pt x="359" y="1736"/>
                      <a:pt x="362" y="1734"/>
                      <a:pt x="365" y="1733"/>
                    </a:cubicBezTo>
                    <a:cubicBezTo>
                      <a:pt x="368" y="1732"/>
                      <a:pt x="374" y="1732"/>
                      <a:pt x="377" y="1734"/>
                    </a:cubicBezTo>
                    <a:cubicBezTo>
                      <a:pt x="379" y="1738"/>
                      <a:pt x="377" y="1741"/>
                      <a:pt x="374" y="1743"/>
                    </a:cubicBezTo>
                    <a:cubicBezTo>
                      <a:pt x="373" y="1745"/>
                      <a:pt x="366" y="1752"/>
                      <a:pt x="372" y="1752"/>
                    </a:cubicBezTo>
                    <a:cubicBezTo>
                      <a:pt x="375" y="1752"/>
                      <a:pt x="378" y="1749"/>
                      <a:pt x="381" y="1748"/>
                    </a:cubicBezTo>
                    <a:cubicBezTo>
                      <a:pt x="384" y="1747"/>
                      <a:pt x="384" y="1748"/>
                      <a:pt x="386" y="1749"/>
                    </a:cubicBezTo>
                    <a:cubicBezTo>
                      <a:pt x="387" y="1750"/>
                      <a:pt x="387" y="1752"/>
                      <a:pt x="389" y="1751"/>
                    </a:cubicBezTo>
                    <a:cubicBezTo>
                      <a:pt x="392" y="1750"/>
                      <a:pt x="393" y="1746"/>
                      <a:pt x="395" y="1744"/>
                    </a:cubicBezTo>
                    <a:cubicBezTo>
                      <a:pt x="398" y="1742"/>
                      <a:pt x="402" y="1743"/>
                      <a:pt x="401" y="1747"/>
                    </a:cubicBezTo>
                    <a:cubicBezTo>
                      <a:pt x="401" y="1751"/>
                      <a:pt x="400" y="1754"/>
                      <a:pt x="399" y="1757"/>
                    </a:cubicBezTo>
                    <a:cubicBezTo>
                      <a:pt x="399" y="1760"/>
                      <a:pt x="400" y="1765"/>
                      <a:pt x="397" y="1766"/>
                    </a:cubicBezTo>
                    <a:cubicBezTo>
                      <a:pt x="396" y="1764"/>
                      <a:pt x="395" y="1757"/>
                      <a:pt x="392" y="1761"/>
                    </a:cubicBezTo>
                    <a:cubicBezTo>
                      <a:pt x="391" y="1763"/>
                      <a:pt x="389" y="1767"/>
                      <a:pt x="390" y="1769"/>
                    </a:cubicBezTo>
                    <a:cubicBezTo>
                      <a:pt x="392" y="1772"/>
                      <a:pt x="403" y="1777"/>
                      <a:pt x="401" y="1783"/>
                    </a:cubicBezTo>
                    <a:cubicBezTo>
                      <a:pt x="400" y="1784"/>
                      <a:pt x="397" y="1786"/>
                      <a:pt x="395" y="1786"/>
                    </a:cubicBezTo>
                    <a:cubicBezTo>
                      <a:pt x="393" y="1787"/>
                      <a:pt x="391" y="1788"/>
                      <a:pt x="389" y="1790"/>
                    </a:cubicBezTo>
                    <a:cubicBezTo>
                      <a:pt x="388" y="1792"/>
                      <a:pt x="388" y="1795"/>
                      <a:pt x="386" y="1797"/>
                    </a:cubicBezTo>
                    <a:cubicBezTo>
                      <a:pt x="383" y="1799"/>
                      <a:pt x="382" y="1798"/>
                      <a:pt x="380" y="1797"/>
                    </a:cubicBezTo>
                    <a:cubicBezTo>
                      <a:pt x="378" y="1796"/>
                      <a:pt x="375" y="1797"/>
                      <a:pt x="374" y="1794"/>
                    </a:cubicBezTo>
                    <a:cubicBezTo>
                      <a:pt x="372" y="1792"/>
                      <a:pt x="374" y="1790"/>
                      <a:pt x="372" y="1788"/>
                    </a:cubicBezTo>
                    <a:cubicBezTo>
                      <a:pt x="370" y="1786"/>
                      <a:pt x="366" y="1787"/>
                      <a:pt x="365" y="1785"/>
                    </a:cubicBezTo>
                    <a:cubicBezTo>
                      <a:pt x="364" y="1783"/>
                      <a:pt x="365" y="1782"/>
                      <a:pt x="363" y="1781"/>
                    </a:cubicBezTo>
                    <a:cubicBezTo>
                      <a:pt x="362" y="1780"/>
                      <a:pt x="362" y="1780"/>
                      <a:pt x="360" y="1781"/>
                    </a:cubicBezTo>
                    <a:cubicBezTo>
                      <a:pt x="358" y="1783"/>
                      <a:pt x="357" y="1785"/>
                      <a:pt x="354" y="1783"/>
                    </a:cubicBezTo>
                    <a:cubicBezTo>
                      <a:pt x="353" y="1782"/>
                      <a:pt x="354" y="1781"/>
                      <a:pt x="352" y="1781"/>
                    </a:cubicBezTo>
                    <a:cubicBezTo>
                      <a:pt x="351" y="1781"/>
                      <a:pt x="350" y="1782"/>
                      <a:pt x="350" y="1783"/>
                    </a:cubicBezTo>
                    <a:cubicBezTo>
                      <a:pt x="349" y="1784"/>
                      <a:pt x="349" y="1785"/>
                      <a:pt x="348" y="1785"/>
                    </a:cubicBezTo>
                    <a:cubicBezTo>
                      <a:pt x="346" y="1785"/>
                      <a:pt x="344" y="1784"/>
                      <a:pt x="342" y="1784"/>
                    </a:cubicBezTo>
                    <a:cubicBezTo>
                      <a:pt x="339" y="1784"/>
                      <a:pt x="337" y="1784"/>
                      <a:pt x="335" y="1786"/>
                    </a:cubicBezTo>
                    <a:cubicBezTo>
                      <a:pt x="333" y="1787"/>
                      <a:pt x="331" y="1790"/>
                      <a:pt x="334" y="1791"/>
                    </a:cubicBezTo>
                    <a:cubicBezTo>
                      <a:pt x="336" y="1792"/>
                      <a:pt x="337" y="1791"/>
                      <a:pt x="338" y="1793"/>
                    </a:cubicBezTo>
                    <a:cubicBezTo>
                      <a:pt x="339" y="1794"/>
                      <a:pt x="340" y="1795"/>
                      <a:pt x="340" y="1796"/>
                    </a:cubicBezTo>
                    <a:cubicBezTo>
                      <a:pt x="340" y="1799"/>
                      <a:pt x="337" y="1800"/>
                      <a:pt x="335" y="1801"/>
                    </a:cubicBezTo>
                    <a:cubicBezTo>
                      <a:pt x="331" y="1804"/>
                      <a:pt x="327" y="1806"/>
                      <a:pt x="328" y="1811"/>
                    </a:cubicBezTo>
                    <a:cubicBezTo>
                      <a:pt x="330" y="1816"/>
                      <a:pt x="331" y="1821"/>
                      <a:pt x="334" y="1826"/>
                    </a:cubicBezTo>
                    <a:cubicBezTo>
                      <a:pt x="336" y="1830"/>
                      <a:pt x="339" y="1836"/>
                      <a:pt x="345" y="1835"/>
                    </a:cubicBezTo>
                    <a:cubicBezTo>
                      <a:pt x="348" y="1835"/>
                      <a:pt x="350" y="1833"/>
                      <a:pt x="350" y="1830"/>
                    </a:cubicBezTo>
                    <a:cubicBezTo>
                      <a:pt x="351" y="1827"/>
                      <a:pt x="353" y="1824"/>
                      <a:pt x="354" y="1820"/>
                    </a:cubicBezTo>
                    <a:cubicBezTo>
                      <a:pt x="355" y="1816"/>
                      <a:pt x="355" y="1813"/>
                      <a:pt x="359" y="1811"/>
                    </a:cubicBezTo>
                    <a:cubicBezTo>
                      <a:pt x="361" y="1810"/>
                      <a:pt x="363" y="1808"/>
                      <a:pt x="363" y="1812"/>
                    </a:cubicBezTo>
                    <a:cubicBezTo>
                      <a:pt x="363" y="1814"/>
                      <a:pt x="362" y="1820"/>
                      <a:pt x="366" y="1817"/>
                    </a:cubicBezTo>
                    <a:cubicBezTo>
                      <a:pt x="367" y="1816"/>
                      <a:pt x="367" y="1815"/>
                      <a:pt x="368" y="1814"/>
                    </a:cubicBezTo>
                    <a:cubicBezTo>
                      <a:pt x="369" y="1813"/>
                      <a:pt x="370" y="1813"/>
                      <a:pt x="371" y="1812"/>
                    </a:cubicBezTo>
                    <a:cubicBezTo>
                      <a:pt x="373" y="1810"/>
                      <a:pt x="375" y="1807"/>
                      <a:pt x="378" y="1809"/>
                    </a:cubicBezTo>
                    <a:cubicBezTo>
                      <a:pt x="380" y="1810"/>
                      <a:pt x="381" y="1812"/>
                      <a:pt x="382" y="1814"/>
                    </a:cubicBezTo>
                    <a:cubicBezTo>
                      <a:pt x="384" y="1815"/>
                      <a:pt x="386" y="1817"/>
                      <a:pt x="388" y="1817"/>
                    </a:cubicBezTo>
                    <a:cubicBezTo>
                      <a:pt x="391" y="1819"/>
                      <a:pt x="392" y="1818"/>
                      <a:pt x="395" y="1818"/>
                    </a:cubicBezTo>
                    <a:cubicBezTo>
                      <a:pt x="398" y="1818"/>
                      <a:pt x="399" y="1821"/>
                      <a:pt x="402" y="1821"/>
                    </a:cubicBezTo>
                    <a:cubicBezTo>
                      <a:pt x="404" y="1820"/>
                      <a:pt x="407" y="1821"/>
                      <a:pt x="409" y="1820"/>
                    </a:cubicBezTo>
                    <a:cubicBezTo>
                      <a:pt x="411" y="1818"/>
                      <a:pt x="412" y="1815"/>
                      <a:pt x="415" y="1815"/>
                    </a:cubicBezTo>
                    <a:cubicBezTo>
                      <a:pt x="416" y="1815"/>
                      <a:pt x="416" y="1816"/>
                      <a:pt x="417" y="1816"/>
                    </a:cubicBezTo>
                    <a:cubicBezTo>
                      <a:pt x="420" y="1818"/>
                      <a:pt x="424" y="1815"/>
                      <a:pt x="427" y="1814"/>
                    </a:cubicBezTo>
                    <a:cubicBezTo>
                      <a:pt x="429" y="1813"/>
                      <a:pt x="430" y="1813"/>
                      <a:pt x="432" y="1813"/>
                    </a:cubicBezTo>
                    <a:cubicBezTo>
                      <a:pt x="433" y="1812"/>
                      <a:pt x="434" y="1810"/>
                      <a:pt x="434" y="1810"/>
                    </a:cubicBezTo>
                    <a:cubicBezTo>
                      <a:pt x="437" y="1809"/>
                      <a:pt x="439" y="1810"/>
                      <a:pt x="442" y="1810"/>
                    </a:cubicBezTo>
                    <a:cubicBezTo>
                      <a:pt x="444" y="1810"/>
                      <a:pt x="447" y="1809"/>
                      <a:pt x="449" y="1809"/>
                    </a:cubicBezTo>
                    <a:cubicBezTo>
                      <a:pt x="455" y="1809"/>
                      <a:pt x="459" y="1809"/>
                      <a:pt x="464" y="1807"/>
                    </a:cubicBezTo>
                    <a:cubicBezTo>
                      <a:pt x="467" y="1806"/>
                      <a:pt x="469" y="1804"/>
                      <a:pt x="471" y="1803"/>
                    </a:cubicBezTo>
                    <a:cubicBezTo>
                      <a:pt x="473" y="1801"/>
                      <a:pt x="475" y="1802"/>
                      <a:pt x="478" y="1801"/>
                    </a:cubicBezTo>
                    <a:cubicBezTo>
                      <a:pt x="480" y="1801"/>
                      <a:pt x="481" y="1799"/>
                      <a:pt x="483" y="1798"/>
                    </a:cubicBezTo>
                    <a:cubicBezTo>
                      <a:pt x="485" y="1797"/>
                      <a:pt x="488" y="1798"/>
                      <a:pt x="490" y="1797"/>
                    </a:cubicBezTo>
                    <a:cubicBezTo>
                      <a:pt x="496" y="1796"/>
                      <a:pt x="500" y="1797"/>
                      <a:pt x="505" y="1798"/>
                    </a:cubicBezTo>
                    <a:cubicBezTo>
                      <a:pt x="510" y="1799"/>
                      <a:pt x="514" y="1797"/>
                      <a:pt x="519" y="1797"/>
                    </a:cubicBezTo>
                    <a:cubicBezTo>
                      <a:pt x="521" y="1797"/>
                      <a:pt x="524" y="1798"/>
                      <a:pt x="525" y="1795"/>
                    </a:cubicBezTo>
                    <a:cubicBezTo>
                      <a:pt x="527" y="1793"/>
                      <a:pt x="524" y="1792"/>
                      <a:pt x="523" y="1791"/>
                    </a:cubicBezTo>
                    <a:cubicBezTo>
                      <a:pt x="521" y="1789"/>
                      <a:pt x="522" y="1788"/>
                      <a:pt x="525" y="1788"/>
                    </a:cubicBezTo>
                    <a:cubicBezTo>
                      <a:pt x="527" y="1788"/>
                      <a:pt x="529" y="1788"/>
                      <a:pt x="531" y="1788"/>
                    </a:cubicBezTo>
                    <a:cubicBezTo>
                      <a:pt x="536" y="1788"/>
                      <a:pt x="541" y="1790"/>
                      <a:pt x="546" y="1790"/>
                    </a:cubicBezTo>
                    <a:cubicBezTo>
                      <a:pt x="551" y="1789"/>
                      <a:pt x="557" y="1786"/>
                      <a:pt x="562" y="1784"/>
                    </a:cubicBezTo>
                    <a:cubicBezTo>
                      <a:pt x="565" y="1783"/>
                      <a:pt x="573" y="1782"/>
                      <a:pt x="574" y="1786"/>
                    </a:cubicBezTo>
                    <a:cubicBezTo>
                      <a:pt x="575" y="1792"/>
                      <a:pt x="568" y="1791"/>
                      <a:pt x="564" y="1792"/>
                    </a:cubicBezTo>
                    <a:cubicBezTo>
                      <a:pt x="561" y="1792"/>
                      <a:pt x="558" y="1794"/>
                      <a:pt x="555" y="1796"/>
                    </a:cubicBezTo>
                    <a:cubicBezTo>
                      <a:pt x="553" y="1796"/>
                      <a:pt x="550" y="1796"/>
                      <a:pt x="549" y="1799"/>
                    </a:cubicBezTo>
                    <a:cubicBezTo>
                      <a:pt x="549" y="1801"/>
                      <a:pt x="550" y="1804"/>
                      <a:pt x="548" y="1805"/>
                    </a:cubicBezTo>
                    <a:cubicBezTo>
                      <a:pt x="545" y="1807"/>
                      <a:pt x="541" y="1804"/>
                      <a:pt x="540" y="1809"/>
                    </a:cubicBezTo>
                    <a:cubicBezTo>
                      <a:pt x="539" y="1812"/>
                      <a:pt x="546" y="1818"/>
                      <a:pt x="544" y="1820"/>
                    </a:cubicBezTo>
                    <a:cubicBezTo>
                      <a:pt x="543" y="1822"/>
                      <a:pt x="540" y="1819"/>
                      <a:pt x="539" y="1819"/>
                    </a:cubicBezTo>
                    <a:cubicBezTo>
                      <a:pt x="536" y="1819"/>
                      <a:pt x="536" y="1821"/>
                      <a:pt x="535" y="1823"/>
                    </a:cubicBezTo>
                    <a:cubicBezTo>
                      <a:pt x="535" y="1825"/>
                      <a:pt x="536" y="1828"/>
                      <a:pt x="534" y="1829"/>
                    </a:cubicBezTo>
                    <a:cubicBezTo>
                      <a:pt x="532" y="1830"/>
                      <a:pt x="532" y="1826"/>
                      <a:pt x="532" y="1825"/>
                    </a:cubicBezTo>
                    <a:cubicBezTo>
                      <a:pt x="532" y="1823"/>
                      <a:pt x="532" y="1822"/>
                      <a:pt x="530" y="1822"/>
                    </a:cubicBezTo>
                    <a:cubicBezTo>
                      <a:pt x="528" y="1822"/>
                      <a:pt x="526" y="1823"/>
                      <a:pt x="523" y="1823"/>
                    </a:cubicBezTo>
                    <a:cubicBezTo>
                      <a:pt x="519" y="1823"/>
                      <a:pt x="515" y="1820"/>
                      <a:pt x="511" y="1822"/>
                    </a:cubicBezTo>
                    <a:cubicBezTo>
                      <a:pt x="511" y="1827"/>
                      <a:pt x="508" y="1825"/>
                      <a:pt x="505" y="1826"/>
                    </a:cubicBezTo>
                    <a:cubicBezTo>
                      <a:pt x="501" y="1826"/>
                      <a:pt x="503" y="1830"/>
                      <a:pt x="504" y="1832"/>
                    </a:cubicBezTo>
                    <a:cubicBezTo>
                      <a:pt x="505" y="1833"/>
                      <a:pt x="505" y="1835"/>
                      <a:pt x="506" y="1836"/>
                    </a:cubicBezTo>
                    <a:cubicBezTo>
                      <a:pt x="508" y="1837"/>
                      <a:pt x="509" y="1836"/>
                      <a:pt x="510" y="1837"/>
                    </a:cubicBezTo>
                    <a:cubicBezTo>
                      <a:pt x="513" y="1839"/>
                      <a:pt x="511" y="1842"/>
                      <a:pt x="509" y="1843"/>
                    </a:cubicBezTo>
                    <a:cubicBezTo>
                      <a:pt x="506" y="1845"/>
                      <a:pt x="503" y="1844"/>
                      <a:pt x="500" y="1845"/>
                    </a:cubicBezTo>
                    <a:cubicBezTo>
                      <a:pt x="499" y="1849"/>
                      <a:pt x="503" y="1851"/>
                      <a:pt x="506" y="1851"/>
                    </a:cubicBezTo>
                    <a:cubicBezTo>
                      <a:pt x="510" y="1851"/>
                      <a:pt x="513" y="1850"/>
                      <a:pt x="516" y="1851"/>
                    </a:cubicBezTo>
                    <a:cubicBezTo>
                      <a:pt x="517" y="1856"/>
                      <a:pt x="509" y="1856"/>
                      <a:pt x="506" y="1856"/>
                    </a:cubicBezTo>
                    <a:cubicBezTo>
                      <a:pt x="505" y="1855"/>
                      <a:pt x="503" y="1856"/>
                      <a:pt x="502" y="1856"/>
                    </a:cubicBezTo>
                    <a:cubicBezTo>
                      <a:pt x="498" y="1856"/>
                      <a:pt x="495" y="1856"/>
                      <a:pt x="491" y="1856"/>
                    </a:cubicBezTo>
                    <a:cubicBezTo>
                      <a:pt x="487" y="1857"/>
                      <a:pt x="484" y="1858"/>
                      <a:pt x="480" y="1858"/>
                    </a:cubicBezTo>
                    <a:cubicBezTo>
                      <a:pt x="476" y="1858"/>
                      <a:pt x="472" y="1857"/>
                      <a:pt x="468" y="1857"/>
                    </a:cubicBezTo>
                    <a:cubicBezTo>
                      <a:pt x="462" y="1856"/>
                      <a:pt x="454" y="1857"/>
                      <a:pt x="449" y="1861"/>
                    </a:cubicBezTo>
                    <a:cubicBezTo>
                      <a:pt x="446" y="1863"/>
                      <a:pt x="444" y="1864"/>
                      <a:pt x="440" y="1864"/>
                    </a:cubicBezTo>
                    <a:cubicBezTo>
                      <a:pt x="437" y="1864"/>
                      <a:pt x="433" y="1863"/>
                      <a:pt x="430" y="1863"/>
                    </a:cubicBezTo>
                    <a:cubicBezTo>
                      <a:pt x="427" y="1864"/>
                      <a:pt x="424" y="1866"/>
                      <a:pt x="422" y="1868"/>
                    </a:cubicBezTo>
                    <a:cubicBezTo>
                      <a:pt x="421" y="1869"/>
                      <a:pt x="420" y="1870"/>
                      <a:pt x="420" y="1872"/>
                    </a:cubicBezTo>
                    <a:cubicBezTo>
                      <a:pt x="420" y="1874"/>
                      <a:pt x="420" y="1876"/>
                      <a:pt x="419" y="1877"/>
                    </a:cubicBezTo>
                    <a:cubicBezTo>
                      <a:pt x="417" y="1880"/>
                      <a:pt x="412" y="1880"/>
                      <a:pt x="409" y="1880"/>
                    </a:cubicBezTo>
                    <a:cubicBezTo>
                      <a:pt x="405" y="1880"/>
                      <a:pt x="401" y="1880"/>
                      <a:pt x="396" y="1880"/>
                    </a:cubicBezTo>
                    <a:cubicBezTo>
                      <a:pt x="393" y="1880"/>
                      <a:pt x="389" y="1879"/>
                      <a:pt x="386" y="1880"/>
                    </a:cubicBezTo>
                    <a:cubicBezTo>
                      <a:pt x="383" y="1881"/>
                      <a:pt x="380" y="1882"/>
                      <a:pt x="378" y="1884"/>
                    </a:cubicBezTo>
                    <a:cubicBezTo>
                      <a:pt x="376" y="1885"/>
                      <a:pt x="374" y="1885"/>
                      <a:pt x="373" y="1887"/>
                    </a:cubicBezTo>
                    <a:cubicBezTo>
                      <a:pt x="372" y="1888"/>
                      <a:pt x="372" y="1890"/>
                      <a:pt x="371" y="1892"/>
                    </a:cubicBezTo>
                    <a:cubicBezTo>
                      <a:pt x="370" y="1893"/>
                      <a:pt x="368" y="1894"/>
                      <a:pt x="366" y="1895"/>
                    </a:cubicBezTo>
                    <a:cubicBezTo>
                      <a:pt x="365" y="1895"/>
                      <a:pt x="362" y="1895"/>
                      <a:pt x="361" y="1896"/>
                    </a:cubicBezTo>
                    <a:cubicBezTo>
                      <a:pt x="358" y="1899"/>
                      <a:pt x="363" y="1900"/>
                      <a:pt x="365" y="1901"/>
                    </a:cubicBezTo>
                    <a:cubicBezTo>
                      <a:pt x="367" y="1902"/>
                      <a:pt x="369" y="1903"/>
                      <a:pt x="370" y="1905"/>
                    </a:cubicBezTo>
                    <a:cubicBezTo>
                      <a:pt x="371" y="1906"/>
                      <a:pt x="372" y="1908"/>
                      <a:pt x="374" y="1909"/>
                    </a:cubicBezTo>
                    <a:cubicBezTo>
                      <a:pt x="376" y="1909"/>
                      <a:pt x="379" y="1908"/>
                      <a:pt x="380" y="1908"/>
                    </a:cubicBezTo>
                    <a:cubicBezTo>
                      <a:pt x="383" y="1908"/>
                      <a:pt x="386" y="1907"/>
                      <a:pt x="389" y="1907"/>
                    </a:cubicBezTo>
                    <a:cubicBezTo>
                      <a:pt x="392" y="1907"/>
                      <a:pt x="394" y="1906"/>
                      <a:pt x="396" y="1904"/>
                    </a:cubicBezTo>
                    <a:cubicBezTo>
                      <a:pt x="397" y="1902"/>
                      <a:pt x="400" y="1900"/>
                      <a:pt x="403" y="1900"/>
                    </a:cubicBezTo>
                    <a:cubicBezTo>
                      <a:pt x="406" y="1899"/>
                      <a:pt x="410" y="1900"/>
                      <a:pt x="414" y="1900"/>
                    </a:cubicBezTo>
                    <a:cubicBezTo>
                      <a:pt x="417" y="1900"/>
                      <a:pt x="420" y="1900"/>
                      <a:pt x="422" y="1900"/>
                    </a:cubicBezTo>
                    <a:cubicBezTo>
                      <a:pt x="424" y="1901"/>
                      <a:pt x="426" y="1901"/>
                      <a:pt x="427" y="1901"/>
                    </a:cubicBezTo>
                    <a:cubicBezTo>
                      <a:pt x="429" y="1902"/>
                      <a:pt x="430" y="1903"/>
                      <a:pt x="431" y="1902"/>
                    </a:cubicBezTo>
                    <a:cubicBezTo>
                      <a:pt x="433" y="1902"/>
                      <a:pt x="434" y="1898"/>
                      <a:pt x="435" y="1896"/>
                    </a:cubicBezTo>
                    <a:cubicBezTo>
                      <a:pt x="438" y="1892"/>
                      <a:pt x="435" y="1886"/>
                      <a:pt x="438" y="1882"/>
                    </a:cubicBezTo>
                    <a:cubicBezTo>
                      <a:pt x="441" y="1878"/>
                      <a:pt x="445" y="1874"/>
                      <a:pt x="449" y="1873"/>
                    </a:cubicBezTo>
                    <a:cubicBezTo>
                      <a:pt x="452" y="1872"/>
                      <a:pt x="454" y="1871"/>
                      <a:pt x="456" y="1871"/>
                    </a:cubicBezTo>
                    <a:cubicBezTo>
                      <a:pt x="459" y="1871"/>
                      <a:pt x="461" y="1872"/>
                      <a:pt x="463" y="1873"/>
                    </a:cubicBezTo>
                    <a:cubicBezTo>
                      <a:pt x="468" y="1874"/>
                      <a:pt x="472" y="1874"/>
                      <a:pt x="477" y="1873"/>
                    </a:cubicBezTo>
                    <a:cubicBezTo>
                      <a:pt x="479" y="1873"/>
                      <a:pt x="482" y="1873"/>
                      <a:pt x="484" y="1873"/>
                    </a:cubicBezTo>
                    <a:cubicBezTo>
                      <a:pt x="488" y="1872"/>
                      <a:pt x="491" y="1870"/>
                      <a:pt x="495" y="1870"/>
                    </a:cubicBezTo>
                    <a:cubicBezTo>
                      <a:pt x="498" y="1869"/>
                      <a:pt x="501" y="1868"/>
                      <a:pt x="504" y="1866"/>
                    </a:cubicBezTo>
                    <a:cubicBezTo>
                      <a:pt x="506" y="1866"/>
                      <a:pt x="508" y="1865"/>
                      <a:pt x="510" y="1863"/>
                    </a:cubicBezTo>
                    <a:cubicBezTo>
                      <a:pt x="511" y="1862"/>
                      <a:pt x="511" y="1861"/>
                      <a:pt x="513" y="1861"/>
                    </a:cubicBezTo>
                    <a:cubicBezTo>
                      <a:pt x="517" y="1860"/>
                      <a:pt x="520" y="1860"/>
                      <a:pt x="524" y="1860"/>
                    </a:cubicBezTo>
                    <a:cubicBezTo>
                      <a:pt x="526" y="1860"/>
                      <a:pt x="530" y="1858"/>
                      <a:pt x="533" y="1859"/>
                    </a:cubicBezTo>
                    <a:cubicBezTo>
                      <a:pt x="535" y="1861"/>
                      <a:pt x="535" y="1864"/>
                      <a:pt x="533" y="1865"/>
                    </a:cubicBezTo>
                    <a:cubicBezTo>
                      <a:pt x="531" y="1865"/>
                      <a:pt x="519" y="1865"/>
                      <a:pt x="523" y="1869"/>
                    </a:cubicBezTo>
                    <a:cubicBezTo>
                      <a:pt x="525" y="1872"/>
                      <a:pt x="529" y="1870"/>
                      <a:pt x="531" y="1871"/>
                    </a:cubicBezTo>
                    <a:cubicBezTo>
                      <a:pt x="534" y="1873"/>
                      <a:pt x="532" y="1876"/>
                      <a:pt x="529" y="1876"/>
                    </a:cubicBezTo>
                    <a:cubicBezTo>
                      <a:pt x="524" y="1876"/>
                      <a:pt x="520" y="1873"/>
                      <a:pt x="515" y="1876"/>
                    </a:cubicBezTo>
                    <a:cubicBezTo>
                      <a:pt x="514" y="1877"/>
                      <a:pt x="512" y="1879"/>
                      <a:pt x="510" y="1880"/>
                    </a:cubicBezTo>
                    <a:cubicBezTo>
                      <a:pt x="509" y="1881"/>
                      <a:pt x="505" y="1883"/>
                      <a:pt x="504" y="1885"/>
                    </a:cubicBezTo>
                    <a:cubicBezTo>
                      <a:pt x="504" y="1889"/>
                      <a:pt x="513" y="1888"/>
                      <a:pt x="515" y="1887"/>
                    </a:cubicBezTo>
                    <a:cubicBezTo>
                      <a:pt x="516" y="1886"/>
                      <a:pt x="519" y="1884"/>
                      <a:pt x="521" y="1885"/>
                    </a:cubicBezTo>
                    <a:cubicBezTo>
                      <a:pt x="523" y="1886"/>
                      <a:pt x="521" y="1890"/>
                      <a:pt x="522" y="1891"/>
                    </a:cubicBezTo>
                    <a:cubicBezTo>
                      <a:pt x="524" y="1893"/>
                      <a:pt x="528" y="1892"/>
                      <a:pt x="530" y="1892"/>
                    </a:cubicBezTo>
                    <a:cubicBezTo>
                      <a:pt x="533" y="1892"/>
                      <a:pt x="532" y="1893"/>
                      <a:pt x="531" y="1895"/>
                    </a:cubicBezTo>
                    <a:cubicBezTo>
                      <a:pt x="530" y="1898"/>
                      <a:pt x="531" y="1900"/>
                      <a:pt x="530" y="1902"/>
                    </a:cubicBezTo>
                    <a:cubicBezTo>
                      <a:pt x="529" y="1905"/>
                      <a:pt x="526" y="1906"/>
                      <a:pt x="524" y="1907"/>
                    </a:cubicBezTo>
                    <a:cubicBezTo>
                      <a:pt x="522" y="1908"/>
                      <a:pt x="521" y="1910"/>
                      <a:pt x="519" y="1911"/>
                    </a:cubicBezTo>
                    <a:cubicBezTo>
                      <a:pt x="517" y="1912"/>
                      <a:pt x="515" y="1912"/>
                      <a:pt x="512" y="1912"/>
                    </a:cubicBezTo>
                    <a:cubicBezTo>
                      <a:pt x="508" y="1912"/>
                      <a:pt x="503" y="1914"/>
                      <a:pt x="498" y="1915"/>
                    </a:cubicBezTo>
                    <a:cubicBezTo>
                      <a:pt x="499" y="1919"/>
                      <a:pt x="502" y="1924"/>
                      <a:pt x="505" y="1925"/>
                    </a:cubicBezTo>
                    <a:cubicBezTo>
                      <a:pt x="509" y="1926"/>
                      <a:pt x="515" y="1924"/>
                      <a:pt x="519" y="1922"/>
                    </a:cubicBezTo>
                    <a:cubicBezTo>
                      <a:pt x="522" y="1920"/>
                      <a:pt x="525" y="1918"/>
                      <a:pt x="529" y="1916"/>
                    </a:cubicBezTo>
                    <a:cubicBezTo>
                      <a:pt x="532" y="1914"/>
                      <a:pt x="535" y="1910"/>
                      <a:pt x="537" y="1906"/>
                    </a:cubicBezTo>
                    <a:cubicBezTo>
                      <a:pt x="539" y="1902"/>
                      <a:pt x="539" y="1898"/>
                      <a:pt x="540" y="1894"/>
                    </a:cubicBezTo>
                    <a:cubicBezTo>
                      <a:pt x="541" y="1889"/>
                      <a:pt x="543" y="1887"/>
                      <a:pt x="545" y="1884"/>
                    </a:cubicBezTo>
                    <a:cubicBezTo>
                      <a:pt x="547" y="1880"/>
                      <a:pt x="549" y="1878"/>
                      <a:pt x="553" y="1876"/>
                    </a:cubicBezTo>
                    <a:cubicBezTo>
                      <a:pt x="556" y="1874"/>
                      <a:pt x="558" y="1870"/>
                      <a:pt x="562" y="1869"/>
                    </a:cubicBezTo>
                    <a:cubicBezTo>
                      <a:pt x="565" y="1868"/>
                      <a:pt x="574" y="1868"/>
                      <a:pt x="571" y="1863"/>
                    </a:cubicBezTo>
                    <a:cubicBezTo>
                      <a:pt x="570" y="1861"/>
                      <a:pt x="567" y="1860"/>
                      <a:pt x="566" y="1859"/>
                    </a:cubicBezTo>
                    <a:cubicBezTo>
                      <a:pt x="565" y="1858"/>
                      <a:pt x="565" y="1857"/>
                      <a:pt x="565" y="1856"/>
                    </a:cubicBezTo>
                    <a:cubicBezTo>
                      <a:pt x="563" y="1854"/>
                      <a:pt x="559" y="1852"/>
                      <a:pt x="556" y="1851"/>
                    </a:cubicBezTo>
                    <a:cubicBezTo>
                      <a:pt x="554" y="1851"/>
                      <a:pt x="550" y="1850"/>
                      <a:pt x="551" y="1847"/>
                    </a:cubicBezTo>
                    <a:cubicBezTo>
                      <a:pt x="552" y="1845"/>
                      <a:pt x="553" y="1844"/>
                      <a:pt x="554" y="1843"/>
                    </a:cubicBezTo>
                    <a:cubicBezTo>
                      <a:pt x="555" y="1842"/>
                      <a:pt x="555" y="1840"/>
                      <a:pt x="556" y="1838"/>
                    </a:cubicBezTo>
                    <a:cubicBezTo>
                      <a:pt x="558" y="1836"/>
                      <a:pt x="562" y="1834"/>
                      <a:pt x="565" y="1835"/>
                    </a:cubicBezTo>
                    <a:cubicBezTo>
                      <a:pt x="566" y="1836"/>
                      <a:pt x="567" y="1837"/>
                      <a:pt x="567" y="1838"/>
                    </a:cubicBezTo>
                    <a:cubicBezTo>
                      <a:pt x="566" y="1840"/>
                      <a:pt x="564" y="1840"/>
                      <a:pt x="563" y="1841"/>
                    </a:cubicBezTo>
                    <a:cubicBezTo>
                      <a:pt x="561" y="1843"/>
                      <a:pt x="563" y="1846"/>
                      <a:pt x="565" y="1847"/>
                    </a:cubicBezTo>
                    <a:cubicBezTo>
                      <a:pt x="566" y="1848"/>
                      <a:pt x="568" y="1848"/>
                      <a:pt x="569" y="1848"/>
                    </a:cubicBezTo>
                    <a:cubicBezTo>
                      <a:pt x="571" y="1849"/>
                      <a:pt x="572" y="1849"/>
                      <a:pt x="574" y="1849"/>
                    </a:cubicBezTo>
                    <a:cubicBezTo>
                      <a:pt x="578" y="1850"/>
                      <a:pt x="577" y="1846"/>
                      <a:pt x="581" y="1846"/>
                    </a:cubicBezTo>
                    <a:cubicBezTo>
                      <a:pt x="582" y="1846"/>
                      <a:pt x="583" y="1846"/>
                      <a:pt x="584" y="1847"/>
                    </a:cubicBezTo>
                    <a:cubicBezTo>
                      <a:pt x="586" y="1848"/>
                      <a:pt x="590" y="1849"/>
                      <a:pt x="592" y="1848"/>
                    </a:cubicBezTo>
                    <a:cubicBezTo>
                      <a:pt x="593" y="1847"/>
                      <a:pt x="595" y="1845"/>
                      <a:pt x="595" y="1843"/>
                    </a:cubicBezTo>
                    <a:cubicBezTo>
                      <a:pt x="596" y="1842"/>
                      <a:pt x="594" y="1840"/>
                      <a:pt x="593" y="1839"/>
                    </a:cubicBezTo>
                    <a:cubicBezTo>
                      <a:pt x="590" y="1838"/>
                      <a:pt x="587" y="1838"/>
                      <a:pt x="585" y="1836"/>
                    </a:cubicBezTo>
                    <a:cubicBezTo>
                      <a:pt x="582" y="1832"/>
                      <a:pt x="587" y="1832"/>
                      <a:pt x="589" y="1832"/>
                    </a:cubicBezTo>
                    <a:cubicBezTo>
                      <a:pt x="594" y="1832"/>
                      <a:pt x="596" y="1824"/>
                      <a:pt x="601" y="1827"/>
                    </a:cubicBezTo>
                    <a:cubicBezTo>
                      <a:pt x="604" y="1829"/>
                      <a:pt x="603" y="1832"/>
                      <a:pt x="604" y="1835"/>
                    </a:cubicBezTo>
                    <a:cubicBezTo>
                      <a:pt x="605" y="1837"/>
                      <a:pt x="607" y="1838"/>
                      <a:pt x="609" y="1839"/>
                    </a:cubicBezTo>
                    <a:cubicBezTo>
                      <a:pt x="611" y="1840"/>
                      <a:pt x="614" y="1840"/>
                      <a:pt x="616" y="1842"/>
                    </a:cubicBezTo>
                    <a:cubicBezTo>
                      <a:pt x="618" y="1844"/>
                      <a:pt x="618" y="1847"/>
                      <a:pt x="622" y="1847"/>
                    </a:cubicBezTo>
                    <a:cubicBezTo>
                      <a:pt x="622" y="1845"/>
                      <a:pt x="622" y="1843"/>
                      <a:pt x="623" y="1842"/>
                    </a:cubicBezTo>
                    <a:cubicBezTo>
                      <a:pt x="623" y="1839"/>
                      <a:pt x="625" y="1834"/>
                      <a:pt x="629" y="1835"/>
                    </a:cubicBezTo>
                    <a:cubicBezTo>
                      <a:pt x="630" y="1836"/>
                      <a:pt x="631" y="1838"/>
                      <a:pt x="633" y="1838"/>
                    </a:cubicBezTo>
                    <a:cubicBezTo>
                      <a:pt x="634" y="1839"/>
                      <a:pt x="636" y="1839"/>
                      <a:pt x="638" y="1840"/>
                    </a:cubicBezTo>
                    <a:cubicBezTo>
                      <a:pt x="639" y="1841"/>
                      <a:pt x="639" y="1842"/>
                      <a:pt x="639" y="1844"/>
                    </a:cubicBezTo>
                    <a:cubicBezTo>
                      <a:pt x="640" y="1847"/>
                      <a:pt x="640" y="1850"/>
                      <a:pt x="641" y="1852"/>
                    </a:cubicBezTo>
                    <a:cubicBezTo>
                      <a:pt x="642" y="1856"/>
                      <a:pt x="643" y="1859"/>
                      <a:pt x="644" y="1862"/>
                    </a:cubicBezTo>
                    <a:cubicBezTo>
                      <a:pt x="644" y="1863"/>
                      <a:pt x="645" y="1865"/>
                      <a:pt x="646" y="1866"/>
                    </a:cubicBezTo>
                    <a:cubicBezTo>
                      <a:pt x="648" y="1868"/>
                      <a:pt x="653" y="1866"/>
                      <a:pt x="655" y="1866"/>
                    </a:cubicBezTo>
                    <a:cubicBezTo>
                      <a:pt x="659" y="1865"/>
                      <a:pt x="662" y="1865"/>
                      <a:pt x="665" y="1863"/>
                    </a:cubicBezTo>
                    <a:cubicBezTo>
                      <a:pt x="668" y="1861"/>
                      <a:pt x="670" y="1860"/>
                      <a:pt x="674" y="1863"/>
                    </a:cubicBezTo>
                    <a:cubicBezTo>
                      <a:pt x="676" y="1865"/>
                      <a:pt x="681" y="1865"/>
                      <a:pt x="682" y="1868"/>
                    </a:cubicBezTo>
                    <a:cubicBezTo>
                      <a:pt x="683" y="1871"/>
                      <a:pt x="680" y="1876"/>
                      <a:pt x="684" y="1876"/>
                    </a:cubicBezTo>
                    <a:cubicBezTo>
                      <a:pt x="688" y="1877"/>
                      <a:pt x="692" y="1875"/>
                      <a:pt x="695" y="1877"/>
                    </a:cubicBezTo>
                    <a:cubicBezTo>
                      <a:pt x="698" y="1880"/>
                      <a:pt x="698" y="1884"/>
                      <a:pt x="697" y="1887"/>
                    </a:cubicBezTo>
                    <a:cubicBezTo>
                      <a:pt x="697" y="1890"/>
                      <a:pt x="697" y="1897"/>
                      <a:pt x="701" y="1896"/>
                    </a:cubicBezTo>
                    <a:cubicBezTo>
                      <a:pt x="705" y="1895"/>
                      <a:pt x="704" y="1888"/>
                      <a:pt x="707" y="1886"/>
                    </a:cubicBezTo>
                    <a:cubicBezTo>
                      <a:pt x="710" y="1883"/>
                      <a:pt x="716" y="1881"/>
                      <a:pt x="715" y="1876"/>
                    </a:cubicBezTo>
                    <a:cubicBezTo>
                      <a:pt x="713" y="1871"/>
                      <a:pt x="708" y="1875"/>
                      <a:pt x="705" y="1877"/>
                    </a:cubicBezTo>
                    <a:cubicBezTo>
                      <a:pt x="700" y="1879"/>
                      <a:pt x="701" y="1874"/>
                      <a:pt x="701" y="1870"/>
                    </a:cubicBezTo>
                    <a:cubicBezTo>
                      <a:pt x="702" y="1867"/>
                      <a:pt x="701" y="1863"/>
                      <a:pt x="703" y="1860"/>
                    </a:cubicBezTo>
                    <a:cubicBezTo>
                      <a:pt x="704" y="1857"/>
                      <a:pt x="708" y="1855"/>
                      <a:pt x="710" y="1852"/>
                    </a:cubicBezTo>
                    <a:cubicBezTo>
                      <a:pt x="713" y="1849"/>
                      <a:pt x="715" y="1848"/>
                      <a:pt x="715" y="1844"/>
                    </a:cubicBezTo>
                    <a:cubicBezTo>
                      <a:pt x="715" y="1843"/>
                      <a:pt x="713" y="1839"/>
                      <a:pt x="715" y="1838"/>
                    </a:cubicBezTo>
                    <a:cubicBezTo>
                      <a:pt x="718" y="1836"/>
                      <a:pt x="725" y="1846"/>
                      <a:pt x="727" y="1847"/>
                    </a:cubicBezTo>
                    <a:cubicBezTo>
                      <a:pt x="729" y="1848"/>
                      <a:pt x="731" y="1847"/>
                      <a:pt x="732" y="1847"/>
                    </a:cubicBezTo>
                    <a:cubicBezTo>
                      <a:pt x="734" y="1848"/>
                      <a:pt x="736" y="1848"/>
                      <a:pt x="738" y="1849"/>
                    </a:cubicBezTo>
                    <a:cubicBezTo>
                      <a:pt x="740" y="1849"/>
                      <a:pt x="743" y="1849"/>
                      <a:pt x="745" y="1850"/>
                    </a:cubicBezTo>
                    <a:cubicBezTo>
                      <a:pt x="750" y="1851"/>
                      <a:pt x="754" y="1851"/>
                      <a:pt x="758" y="1855"/>
                    </a:cubicBezTo>
                    <a:cubicBezTo>
                      <a:pt x="759" y="1857"/>
                      <a:pt x="762" y="1859"/>
                      <a:pt x="764" y="1861"/>
                    </a:cubicBezTo>
                    <a:cubicBezTo>
                      <a:pt x="765" y="1863"/>
                      <a:pt x="763" y="1864"/>
                      <a:pt x="762" y="1865"/>
                    </a:cubicBezTo>
                    <a:cubicBezTo>
                      <a:pt x="760" y="1866"/>
                      <a:pt x="759" y="1868"/>
                      <a:pt x="757" y="1868"/>
                    </a:cubicBezTo>
                    <a:cubicBezTo>
                      <a:pt x="755" y="1869"/>
                      <a:pt x="754" y="1866"/>
                      <a:pt x="752" y="1866"/>
                    </a:cubicBezTo>
                    <a:cubicBezTo>
                      <a:pt x="750" y="1865"/>
                      <a:pt x="746" y="1870"/>
                      <a:pt x="746" y="1872"/>
                    </a:cubicBezTo>
                    <a:cubicBezTo>
                      <a:pt x="744" y="1876"/>
                      <a:pt x="748" y="1879"/>
                      <a:pt x="747" y="1882"/>
                    </a:cubicBezTo>
                    <a:cubicBezTo>
                      <a:pt x="746" y="1886"/>
                      <a:pt x="740" y="1884"/>
                      <a:pt x="741" y="1888"/>
                    </a:cubicBezTo>
                    <a:cubicBezTo>
                      <a:pt x="744" y="1888"/>
                      <a:pt x="745" y="1893"/>
                      <a:pt x="748" y="1892"/>
                    </a:cubicBezTo>
                    <a:cubicBezTo>
                      <a:pt x="751" y="1890"/>
                      <a:pt x="750" y="1886"/>
                      <a:pt x="752" y="1884"/>
                    </a:cubicBezTo>
                    <a:cubicBezTo>
                      <a:pt x="758" y="1880"/>
                      <a:pt x="764" y="1889"/>
                      <a:pt x="765" y="1894"/>
                    </a:cubicBezTo>
                    <a:cubicBezTo>
                      <a:pt x="766" y="1896"/>
                      <a:pt x="765" y="1899"/>
                      <a:pt x="765" y="1902"/>
                    </a:cubicBezTo>
                    <a:cubicBezTo>
                      <a:pt x="765" y="1905"/>
                      <a:pt x="766" y="1907"/>
                      <a:pt x="766" y="1910"/>
                    </a:cubicBezTo>
                    <a:cubicBezTo>
                      <a:pt x="766" y="1912"/>
                      <a:pt x="766" y="1913"/>
                      <a:pt x="767" y="1914"/>
                    </a:cubicBezTo>
                    <a:cubicBezTo>
                      <a:pt x="768" y="1915"/>
                      <a:pt x="769" y="1916"/>
                      <a:pt x="769" y="1918"/>
                    </a:cubicBezTo>
                    <a:cubicBezTo>
                      <a:pt x="768" y="1920"/>
                      <a:pt x="766" y="1922"/>
                      <a:pt x="766" y="1924"/>
                    </a:cubicBezTo>
                    <a:cubicBezTo>
                      <a:pt x="766" y="1930"/>
                      <a:pt x="773" y="1932"/>
                      <a:pt x="777" y="1933"/>
                    </a:cubicBezTo>
                    <a:cubicBezTo>
                      <a:pt x="780" y="1933"/>
                      <a:pt x="783" y="1935"/>
                      <a:pt x="785" y="1936"/>
                    </a:cubicBezTo>
                    <a:cubicBezTo>
                      <a:pt x="788" y="1937"/>
                      <a:pt x="790" y="1938"/>
                      <a:pt x="793" y="1940"/>
                    </a:cubicBezTo>
                    <a:cubicBezTo>
                      <a:pt x="797" y="1943"/>
                      <a:pt x="802" y="1947"/>
                      <a:pt x="807" y="1950"/>
                    </a:cubicBezTo>
                    <a:cubicBezTo>
                      <a:pt x="809" y="1952"/>
                      <a:pt x="812" y="1953"/>
                      <a:pt x="815" y="1954"/>
                    </a:cubicBezTo>
                    <a:cubicBezTo>
                      <a:pt x="817" y="1956"/>
                      <a:pt x="819" y="1958"/>
                      <a:pt x="821" y="1960"/>
                    </a:cubicBezTo>
                    <a:cubicBezTo>
                      <a:pt x="823" y="1962"/>
                      <a:pt x="825" y="1965"/>
                      <a:pt x="828" y="1963"/>
                    </a:cubicBezTo>
                    <a:cubicBezTo>
                      <a:pt x="831" y="1962"/>
                      <a:pt x="831" y="1958"/>
                      <a:pt x="833" y="1957"/>
                    </a:cubicBezTo>
                    <a:cubicBezTo>
                      <a:pt x="836" y="1955"/>
                      <a:pt x="837" y="1959"/>
                      <a:pt x="839" y="1960"/>
                    </a:cubicBezTo>
                    <a:cubicBezTo>
                      <a:pt x="841" y="1963"/>
                      <a:pt x="844" y="1967"/>
                      <a:pt x="848" y="1968"/>
                    </a:cubicBezTo>
                    <a:cubicBezTo>
                      <a:pt x="852" y="1969"/>
                      <a:pt x="858" y="1969"/>
                      <a:pt x="863" y="1968"/>
                    </a:cubicBezTo>
                    <a:cubicBezTo>
                      <a:pt x="865" y="1967"/>
                      <a:pt x="868" y="1967"/>
                      <a:pt x="870" y="1966"/>
                    </a:cubicBezTo>
                    <a:cubicBezTo>
                      <a:pt x="873" y="1966"/>
                      <a:pt x="877" y="1966"/>
                      <a:pt x="880" y="1965"/>
                    </a:cubicBezTo>
                    <a:cubicBezTo>
                      <a:pt x="883" y="1964"/>
                      <a:pt x="886" y="1963"/>
                      <a:pt x="889" y="1965"/>
                    </a:cubicBezTo>
                    <a:cubicBezTo>
                      <a:pt x="892" y="1966"/>
                      <a:pt x="892" y="1969"/>
                      <a:pt x="895" y="1969"/>
                    </a:cubicBezTo>
                    <a:cubicBezTo>
                      <a:pt x="897" y="1970"/>
                      <a:pt x="900" y="1969"/>
                      <a:pt x="901" y="1971"/>
                    </a:cubicBezTo>
                    <a:cubicBezTo>
                      <a:pt x="902" y="1973"/>
                      <a:pt x="900" y="1976"/>
                      <a:pt x="903" y="1977"/>
                    </a:cubicBezTo>
                    <a:cubicBezTo>
                      <a:pt x="906" y="1978"/>
                      <a:pt x="909" y="1976"/>
                      <a:pt x="911" y="1976"/>
                    </a:cubicBezTo>
                    <a:cubicBezTo>
                      <a:pt x="913" y="1976"/>
                      <a:pt x="916" y="1976"/>
                      <a:pt x="918" y="1975"/>
                    </a:cubicBezTo>
                    <a:cubicBezTo>
                      <a:pt x="920" y="1974"/>
                      <a:pt x="920" y="1972"/>
                      <a:pt x="923" y="1973"/>
                    </a:cubicBezTo>
                    <a:cubicBezTo>
                      <a:pt x="922" y="1975"/>
                      <a:pt x="921" y="1979"/>
                      <a:pt x="923" y="1981"/>
                    </a:cubicBezTo>
                    <a:cubicBezTo>
                      <a:pt x="927" y="1986"/>
                      <a:pt x="934" y="1978"/>
                      <a:pt x="935" y="1975"/>
                    </a:cubicBezTo>
                    <a:cubicBezTo>
                      <a:pt x="936" y="1969"/>
                      <a:pt x="932" y="1963"/>
                      <a:pt x="939" y="1960"/>
                    </a:cubicBezTo>
                    <a:cubicBezTo>
                      <a:pt x="945" y="1958"/>
                      <a:pt x="951" y="1959"/>
                      <a:pt x="956" y="1955"/>
                    </a:cubicBezTo>
                    <a:cubicBezTo>
                      <a:pt x="961" y="1952"/>
                      <a:pt x="964" y="1946"/>
                      <a:pt x="970" y="1945"/>
                    </a:cubicBezTo>
                    <a:cubicBezTo>
                      <a:pt x="977" y="1945"/>
                      <a:pt x="985" y="1948"/>
                      <a:pt x="990" y="1941"/>
                    </a:cubicBezTo>
                    <a:cubicBezTo>
                      <a:pt x="991" y="1940"/>
                      <a:pt x="992" y="1937"/>
                      <a:pt x="994" y="1937"/>
                    </a:cubicBezTo>
                    <a:cubicBezTo>
                      <a:pt x="997" y="1936"/>
                      <a:pt x="1000" y="1938"/>
                      <a:pt x="1002" y="1938"/>
                    </a:cubicBezTo>
                    <a:cubicBezTo>
                      <a:pt x="1010" y="1938"/>
                      <a:pt x="1007" y="1928"/>
                      <a:pt x="1008" y="1923"/>
                    </a:cubicBezTo>
                    <a:cubicBezTo>
                      <a:pt x="1009" y="1918"/>
                      <a:pt x="1017" y="1919"/>
                      <a:pt x="1021" y="1918"/>
                    </a:cubicBezTo>
                    <a:cubicBezTo>
                      <a:pt x="1027" y="1917"/>
                      <a:pt x="1032" y="1915"/>
                      <a:pt x="1038" y="1914"/>
                    </a:cubicBezTo>
                    <a:cubicBezTo>
                      <a:pt x="1043" y="1912"/>
                      <a:pt x="1046" y="1918"/>
                      <a:pt x="1051" y="1920"/>
                    </a:cubicBezTo>
                    <a:cubicBezTo>
                      <a:pt x="1056" y="1921"/>
                      <a:pt x="1062" y="1918"/>
                      <a:pt x="1065" y="1924"/>
                    </a:cubicBezTo>
                    <a:cubicBezTo>
                      <a:pt x="1066" y="1925"/>
                      <a:pt x="1066" y="1929"/>
                      <a:pt x="1068" y="1930"/>
                    </a:cubicBezTo>
                    <a:cubicBezTo>
                      <a:pt x="1070" y="1932"/>
                      <a:pt x="1074" y="1929"/>
                      <a:pt x="1075" y="1928"/>
                    </a:cubicBezTo>
                    <a:cubicBezTo>
                      <a:pt x="1078" y="1926"/>
                      <a:pt x="1082" y="1923"/>
                      <a:pt x="1083" y="1920"/>
                    </a:cubicBezTo>
                    <a:cubicBezTo>
                      <a:pt x="1083" y="1917"/>
                      <a:pt x="1082" y="1915"/>
                      <a:pt x="1081" y="1913"/>
                    </a:cubicBezTo>
                    <a:cubicBezTo>
                      <a:pt x="1081" y="1909"/>
                      <a:pt x="1084" y="1906"/>
                      <a:pt x="1086" y="1904"/>
                    </a:cubicBezTo>
                    <a:cubicBezTo>
                      <a:pt x="1088" y="1902"/>
                      <a:pt x="1093" y="1900"/>
                      <a:pt x="1092" y="1896"/>
                    </a:cubicBezTo>
                    <a:cubicBezTo>
                      <a:pt x="1092" y="1891"/>
                      <a:pt x="1078" y="1892"/>
                      <a:pt x="1080" y="1885"/>
                    </a:cubicBezTo>
                    <a:cubicBezTo>
                      <a:pt x="1081" y="1881"/>
                      <a:pt x="1084" y="1878"/>
                      <a:pt x="1085" y="1875"/>
                    </a:cubicBezTo>
                    <a:cubicBezTo>
                      <a:pt x="1087" y="1871"/>
                      <a:pt x="1087" y="1867"/>
                      <a:pt x="1086" y="1863"/>
                    </a:cubicBezTo>
                    <a:cubicBezTo>
                      <a:pt x="1086" y="1860"/>
                      <a:pt x="1085" y="1858"/>
                      <a:pt x="1085" y="1855"/>
                    </a:cubicBezTo>
                    <a:cubicBezTo>
                      <a:pt x="1085" y="1852"/>
                      <a:pt x="1087" y="1849"/>
                      <a:pt x="1089" y="1847"/>
                    </a:cubicBezTo>
                    <a:cubicBezTo>
                      <a:pt x="1092" y="1841"/>
                      <a:pt x="1098" y="1835"/>
                      <a:pt x="1093" y="1828"/>
                    </a:cubicBezTo>
                    <a:cubicBezTo>
                      <a:pt x="1090" y="1823"/>
                      <a:pt x="1082" y="1819"/>
                      <a:pt x="1083" y="1812"/>
                    </a:cubicBezTo>
                    <a:cubicBezTo>
                      <a:pt x="1083" y="1809"/>
                      <a:pt x="1084" y="1806"/>
                      <a:pt x="1084" y="1802"/>
                    </a:cubicBezTo>
                    <a:cubicBezTo>
                      <a:pt x="1084" y="1797"/>
                      <a:pt x="1083" y="1792"/>
                      <a:pt x="1083" y="1787"/>
                    </a:cubicBezTo>
                    <a:cubicBezTo>
                      <a:pt x="1082" y="1784"/>
                      <a:pt x="1082" y="1778"/>
                      <a:pt x="1084" y="1776"/>
                    </a:cubicBezTo>
                    <a:cubicBezTo>
                      <a:pt x="1085" y="1773"/>
                      <a:pt x="1088" y="1770"/>
                      <a:pt x="1090" y="1767"/>
                    </a:cubicBezTo>
                    <a:cubicBezTo>
                      <a:pt x="1094" y="1762"/>
                      <a:pt x="1097" y="1755"/>
                      <a:pt x="1105" y="1756"/>
                    </a:cubicBezTo>
                    <a:cubicBezTo>
                      <a:pt x="1109" y="1757"/>
                      <a:pt x="1112" y="1758"/>
                      <a:pt x="1115" y="1760"/>
                    </a:cubicBezTo>
                    <a:cubicBezTo>
                      <a:pt x="1118" y="1762"/>
                      <a:pt x="1120" y="1766"/>
                      <a:pt x="1124" y="1764"/>
                    </a:cubicBezTo>
                    <a:cubicBezTo>
                      <a:pt x="1131" y="1762"/>
                      <a:pt x="1136" y="1754"/>
                      <a:pt x="1144" y="1755"/>
                    </a:cubicBezTo>
                    <a:cubicBezTo>
                      <a:pt x="1148" y="1756"/>
                      <a:pt x="1152" y="1757"/>
                      <a:pt x="1156" y="1757"/>
                    </a:cubicBezTo>
                    <a:cubicBezTo>
                      <a:pt x="1160" y="1757"/>
                      <a:pt x="1162" y="1758"/>
                      <a:pt x="1166" y="1760"/>
                    </a:cubicBezTo>
                    <a:cubicBezTo>
                      <a:pt x="1170" y="1762"/>
                      <a:pt x="1175" y="1764"/>
                      <a:pt x="1179" y="1763"/>
                    </a:cubicBezTo>
                    <a:cubicBezTo>
                      <a:pt x="1183" y="1762"/>
                      <a:pt x="1187" y="1761"/>
                      <a:pt x="1191" y="1761"/>
                    </a:cubicBezTo>
                    <a:cubicBezTo>
                      <a:pt x="1199" y="1760"/>
                      <a:pt x="1207" y="1757"/>
                      <a:pt x="1215" y="1755"/>
                    </a:cubicBezTo>
                    <a:cubicBezTo>
                      <a:pt x="1220" y="1754"/>
                      <a:pt x="1226" y="1755"/>
                      <a:pt x="1231" y="1755"/>
                    </a:cubicBezTo>
                    <a:cubicBezTo>
                      <a:pt x="1235" y="1755"/>
                      <a:pt x="1240" y="1754"/>
                      <a:pt x="1244" y="1754"/>
                    </a:cubicBezTo>
                    <a:cubicBezTo>
                      <a:pt x="1248" y="1754"/>
                      <a:pt x="1253" y="1753"/>
                      <a:pt x="1257" y="1755"/>
                    </a:cubicBezTo>
                    <a:cubicBezTo>
                      <a:pt x="1264" y="1758"/>
                      <a:pt x="1273" y="1756"/>
                      <a:pt x="1279" y="1754"/>
                    </a:cubicBezTo>
                    <a:cubicBezTo>
                      <a:pt x="1286" y="1751"/>
                      <a:pt x="1294" y="1756"/>
                      <a:pt x="1301" y="1758"/>
                    </a:cubicBezTo>
                    <a:cubicBezTo>
                      <a:pt x="1304" y="1759"/>
                      <a:pt x="1307" y="1760"/>
                      <a:pt x="1310" y="1761"/>
                    </a:cubicBezTo>
                    <a:cubicBezTo>
                      <a:pt x="1314" y="1763"/>
                      <a:pt x="1317" y="1767"/>
                      <a:pt x="1320" y="1768"/>
                    </a:cubicBezTo>
                    <a:cubicBezTo>
                      <a:pt x="1323" y="1769"/>
                      <a:pt x="1327" y="1769"/>
                      <a:pt x="1329" y="1769"/>
                    </a:cubicBezTo>
                    <a:cubicBezTo>
                      <a:pt x="1334" y="1767"/>
                      <a:pt x="1339" y="1765"/>
                      <a:pt x="1344" y="1767"/>
                    </a:cubicBezTo>
                    <a:cubicBezTo>
                      <a:pt x="1347" y="1768"/>
                      <a:pt x="1348" y="1770"/>
                      <a:pt x="1351" y="1771"/>
                    </a:cubicBezTo>
                    <a:cubicBezTo>
                      <a:pt x="1354" y="1773"/>
                      <a:pt x="1357" y="1773"/>
                      <a:pt x="1360" y="1774"/>
                    </a:cubicBezTo>
                    <a:cubicBezTo>
                      <a:pt x="1363" y="1776"/>
                      <a:pt x="1365" y="1778"/>
                      <a:pt x="1367" y="1781"/>
                    </a:cubicBezTo>
                    <a:cubicBezTo>
                      <a:pt x="1369" y="1784"/>
                      <a:pt x="1368" y="1790"/>
                      <a:pt x="1372" y="1791"/>
                    </a:cubicBezTo>
                    <a:cubicBezTo>
                      <a:pt x="1375" y="1792"/>
                      <a:pt x="1378" y="1787"/>
                      <a:pt x="1381" y="1787"/>
                    </a:cubicBezTo>
                    <a:cubicBezTo>
                      <a:pt x="1383" y="1786"/>
                      <a:pt x="1388" y="1786"/>
                      <a:pt x="1391" y="1786"/>
                    </a:cubicBezTo>
                    <a:cubicBezTo>
                      <a:pt x="1395" y="1787"/>
                      <a:pt x="1399" y="1791"/>
                      <a:pt x="1402" y="1794"/>
                    </a:cubicBezTo>
                    <a:cubicBezTo>
                      <a:pt x="1405" y="1796"/>
                      <a:pt x="1409" y="1798"/>
                      <a:pt x="1412" y="1798"/>
                    </a:cubicBezTo>
                    <a:cubicBezTo>
                      <a:pt x="1416" y="1798"/>
                      <a:pt x="1419" y="1798"/>
                      <a:pt x="1423" y="1798"/>
                    </a:cubicBezTo>
                    <a:cubicBezTo>
                      <a:pt x="1426" y="1799"/>
                      <a:pt x="1428" y="1800"/>
                      <a:pt x="1431" y="1801"/>
                    </a:cubicBezTo>
                    <a:cubicBezTo>
                      <a:pt x="1433" y="1802"/>
                      <a:pt x="1436" y="1801"/>
                      <a:pt x="1439" y="1802"/>
                    </a:cubicBezTo>
                    <a:cubicBezTo>
                      <a:pt x="1444" y="1802"/>
                      <a:pt x="1450" y="1802"/>
                      <a:pt x="1455" y="1804"/>
                    </a:cubicBezTo>
                    <a:cubicBezTo>
                      <a:pt x="1460" y="1806"/>
                      <a:pt x="1467" y="1807"/>
                      <a:pt x="1471" y="1810"/>
                    </a:cubicBezTo>
                    <a:cubicBezTo>
                      <a:pt x="1480" y="1816"/>
                      <a:pt x="1489" y="1822"/>
                      <a:pt x="1496" y="1830"/>
                    </a:cubicBezTo>
                    <a:cubicBezTo>
                      <a:pt x="1498" y="1833"/>
                      <a:pt x="1499" y="1836"/>
                      <a:pt x="1501" y="1839"/>
                    </a:cubicBezTo>
                    <a:cubicBezTo>
                      <a:pt x="1503" y="1841"/>
                      <a:pt x="1505" y="1843"/>
                      <a:pt x="1507" y="1845"/>
                    </a:cubicBezTo>
                    <a:cubicBezTo>
                      <a:pt x="1511" y="1849"/>
                      <a:pt x="1513" y="1854"/>
                      <a:pt x="1516" y="1859"/>
                    </a:cubicBezTo>
                    <a:cubicBezTo>
                      <a:pt x="1518" y="1862"/>
                      <a:pt x="1521" y="1864"/>
                      <a:pt x="1524" y="1866"/>
                    </a:cubicBezTo>
                    <a:cubicBezTo>
                      <a:pt x="1527" y="1868"/>
                      <a:pt x="1527" y="1871"/>
                      <a:pt x="1527" y="1874"/>
                    </a:cubicBezTo>
                    <a:cubicBezTo>
                      <a:pt x="1528" y="1878"/>
                      <a:pt x="1531" y="1880"/>
                      <a:pt x="1534" y="1880"/>
                    </a:cubicBezTo>
                    <a:cubicBezTo>
                      <a:pt x="1536" y="1880"/>
                      <a:pt x="1537" y="1880"/>
                      <a:pt x="1539" y="1881"/>
                    </a:cubicBezTo>
                    <a:cubicBezTo>
                      <a:pt x="1540" y="1881"/>
                      <a:pt x="1540" y="1881"/>
                      <a:pt x="1541" y="1882"/>
                    </a:cubicBezTo>
                    <a:cubicBezTo>
                      <a:pt x="1543" y="1884"/>
                      <a:pt x="1543" y="1887"/>
                      <a:pt x="1546" y="1888"/>
                    </a:cubicBezTo>
                    <a:cubicBezTo>
                      <a:pt x="1548" y="1890"/>
                      <a:pt x="1551" y="1890"/>
                      <a:pt x="1552" y="1893"/>
                    </a:cubicBezTo>
                    <a:cubicBezTo>
                      <a:pt x="1553" y="1896"/>
                      <a:pt x="1551" y="1899"/>
                      <a:pt x="1553" y="1902"/>
                    </a:cubicBezTo>
                    <a:cubicBezTo>
                      <a:pt x="1554" y="1904"/>
                      <a:pt x="1558" y="1903"/>
                      <a:pt x="1560" y="1903"/>
                    </a:cubicBezTo>
                    <a:cubicBezTo>
                      <a:pt x="1563" y="1903"/>
                      <a:pt x="1565" y="1904"/>
                      <a:pt x="1568" y="1905"/>
                    </a:cubicBezTo>
                    <a:cubicBezTo>
                      <a:pt x="1571" y="1907"/>
                      <a:pt x="1574" y="1907"/>
                      <a:pt x="1578" y="1907"/>
                    </a:cubicBezTo>
                    <a:cubicBezTo>
                      <a:pt x="1582" y="1907"/>
                      <a:pt x="1586" y="1906"/>
                      <a:pt x="1589" y="1907"/>
                    </a:cubicBezTo>
                    <a:cubicBezTo>
                      <a:pt x="1594" y="1907"/>
                      <a:pt x="1598" y="1908"/>
                      <a:pt x="1602" y="1908"/>
                    </a:cubicBezTo>
                    <a:cubicBezTo>
                      <a:pt x="1606" y="1908"/>
                      <a:pt x="1611" y="1908"/>
                      <a:pt x="1615" y="1910"/>
                    </a:cubicBezTo>
                    <a:cubicBezTo>
                      <a:pt x="1618" y="1911"/>
                      <a:pt x="1621" y="1912"/>
                      <a:pt x="1624" y="1912"/>
                    </a:cubicBezTo>
                    <a:cubicBezTo>
                      <a:pt x="1627" y="1913"/>
                      <a:pt x="1631" y="1912"/>
                      <a:pt x="1634" y="1914"/>
                    </a:cubicBezTo>
                    <a:cubicBezTo>
                      <a:pt x="1637" y="1915"/>
                      <a:pt x="1640" y="1917"/>
                      <a:pt x="1643" y="1919"/>
                    </a:cubicBezTo>
                    <a:cubicBezTo>
                      <a:pt x="1645" y="1921"/>
                      <a:pt x="1647" y="1924"/>
                      <a:pt x="1650" y="1922"/>
                    </a:cubicBezTo>
                    <a:cubicBezTo>
                      <a:pt x="1653" y="1921"/>
                      <a:pt x="1655" y="1918"/>
                      <a:pt x="1657" y="1916"/>
                    </a:cubicBezTo>
                    <a:cubicBezTo>
                      <a:pt x="1660" y="1914"/>
                      <a:pt x="1663" y="1912"/>
                      <a:pt x="1666" y="1910"/>
                    </a:cubicBezTo>
                    <a:cubicBezTo>
                      <a:pt x="1671" y="1907"/>
                      <a:pt x="1675" y="1900"/>
                      <a:pt x="1681" y="1899"/>
                    </a:cubicBezTo>
                    <a:cubicBezTo>
                      <a:pt x="1684" y="1898"/>
                      <a:pt x="1687" y="1899"/>
                      <a:pt x="1689" y="1898"/>
                    </a:cubicBezTo>
                    <a:cubicBezTo>
                      <a:pt x="1694" y="1898"/>
                      <a:pt x="1698" y="1897"/>
                      <a:pt x="1702" y="1895"/>
                    </a:cubicBezTo>
                    <a:cubicBezTo>
                      <a:pt x="1703" y="1894"/>
                      <a:pt x="1705" y="1893"/>
                      <a:pt x="1707" y="1893"/>
                    </a:cubicBezTo>
                    <a:cubicBezTo>
                      <a:pt x="1709" y="1893"/>
                      <a:pt x="1711" y="1893"/>
                      <a:pt x="1712" y="1894"/>
                    </a:cubicBezTo>
                    <a:cubicBezTo>
                      <a:pt x="1715" y="1894"/>
                      <a:pt x="1720" y="1895"/>
                      <a:pt x="1722" y="1893"/>
                    </a:cubicBezTo>
                    <a:cubicBezTo>
                      <a:pt x="1724" y="1892"/>
                      <a:pt x="1724" y="1890"/>
                      <a:pt x="1725" y="1889"/>
                    </a:cubicBezTo>
                    <a:cubicBezTo>
                      <a:pt x="1727" y="1886"/>
                      <a:pt x="1729" y="1884"/>
                      <a:pt x="1731" y="1881"/>
                    </a:cubicBezTo>
                    <a:cubicBezTo>
                      <a:pt x="1734" y="1879"/>
                      <a:pt x="1737" y="1879"/>
                      <a:pt x="1740" y="1877"/>
                    </a:cubicBezTo>
                    <a:cubicBezTo>
                      <a:pt x="1743" y="1876"/>
                      <a:pt x="1747" y="1876"/>
                      <a:pt x="1751" y="1875"/>
                    </a:cubicBezTo>
                    <a:cubicBezTo>
                      <a:pt x="1758" y="1874"/>
                      <a:pt x="1765" y="1875"/>
                      <a:pt x="1771" y="1875"/>
                    </a:cubicBezTo>
                    <a:cubicBezTo>
                      <a:pt x="1774" y="1875"/>
                      <a:pt x="1776" y="1874"/>
                      <a:pt x="1778" y="1872"/>
                    </a:cubicBezTo>
                    <a:cubicBezTo>
                      <a:pt x="1780" y="1869"/>
                      <a:pt x="1780" y="1866"/>
                      <a:pt x="1782" y="1864"/>
                    </a:cubicBezTo>
                    <a:cubicBezTo>
                      <a:pt x="1786" y="1861"/>
                      <a:pt x="1791" y="1862"/>
                      <a:pt x="1795" y="1864"/>
                    </a:cubicBezTo>
                    <a:cubicBezTo>
                      <a:pt x="1797" y="1865"/>
                      <a:pt x="1800" y="1868"/>
                      <a:pt x="1802" y="1869"/>
                    </a:cubicBezTo>
                    <a:cubicBezTo>
                      <a:pt x="1804" y="1869"/>
                      <a:pt x="1805" y="1866"/>
                      <a:pt x="1807" y="1865"/>
                    </a:cubicBezTo>
                    <a:cubicBezTo>
                      <a:pt x="1807" y="1864"/>
                      <a:pt x="1810" y="1863"/>
                      <a:pt x="1811" y="1863"/>
                    </a:cubicBezTo>
                    <a:cubicBezTo>
                      <a:pt x="1811" y="1863"/>
                      <a:pt x="1812" y="1863"/>
                      <a:pt x="1813" y="1864"/>
                    </a:cubicBezTo>
                    <a:cubicBezTo>
                      <a:pt x="1813" y="1864"/>
                      <a:pt x="1814" y="1864"/>
                      <a:pt x="1814" y="1864"/>
                    </a:cubicBezTo>
                    <a:cubicBezTo>
                      <a:pt x="1818" y="1866"/>
                      <a:pt x="1822" y="1866"/>
                      <a:pt x="1826" y="1864"/>
                    </a:cubicBezTo>
                    <a:cubicBezTo>
                      <a:pt x="1829" y="1862"/>
                      <a:pt x="1830" y="1859"/>
                      <a:pt x="1832" y="1857"/>
                    </a:cubicBezTo>
                    <a:cubicBezTo>
                      <a:pt x="1833" y="1854"/>
                      <a:pt x="1836" y="1852"/>
                      <a:pt x="1838" y="1850"/>
                    </a:cubicBezTo>
                    <a:cubicBezTo>
                      <a:pt x="1840" y="1849"/>
                      <a:pt x="1843" y="1846"/>
                      <a:pt x="1845" y="1846"/>
                    </a:cubicBezTo>
                    <a:cubicBezTo>
                      <a:pt x="1848" y="1846"/>
                      <a:pt x="1850" y="1848"/>
                      <a:pt x="1852" y="1849"/>
                    </a:cubicBezTo>
                    <a:cubicBezTo>
                      <a:pt x="1857" y="1853"/>
                      <a:pt x="1860" y="1848"/>
                      <a:pt x="1864" y="1844"/>
                    </a:cubicBezTo>
                    <a:cubicBezTo>
                      <a:pt x="1866" y="1840"/>
                      <a:pt x="1869" y="1837"/>
                      <a:pt x="1873" y="1835"/>
                    </a:cubicBezTo>
                    <a:cubicBezTo>
                      <a:pt x="1878" y="1832"/>
                      <a:pt x="1883" y="1830"/>
                      <a:pt x="1886" y="1825"/>
                    </a:cubicBezTo>
                    <a:cubicBezTo>
                      <a:pt x="1889" y="1819"/>
                      <a:pt x="1890" y="1813"/>
                      <a:pt x="1894" y="1808"/>
                    </a:cubicBezTo>
                    <a:cubicBezTo>
                      <a:pt x="1897" y="1804"/>
                      <a:pt x="1903" y="1802"/>
                      <a:pt x="1908" y="1804"/>
                    </a:cubicBezTo>
                    <a:cubicBezTo>
                      <a:pt x="1912" y="1806"/>
                      <a:pt x="1915" y="1811"/>
                      <a:pt x="1912" y="1816"/>
                    </a:cubicBezTo>
                    <a:cubicBezTo>
                      <a:pt x="1911" y="1818"/>
                      <a:pt x="1903" y="1825"/>
                      <a:pt x="1908" y="1828"/>
                    </a:cubicBezTo>
                    <a:cubicBezTo>
                      <a:pt x="1913" y="1830"/>
                      <a:pt x="1918" y="1824"/>
                      <a:pt x="1921" y="1822"/>
                    </a:cubicBezTo>
                    <a:cubicBezTo>
                      <a:pt x="1928" y="1815"/>
                      <a:pt x="1928" y="1804"/>
                      <a:pt x="1933" y="1795"/>
                    </a:cubicBezTo>
                    <a:cubicBezTo>
                      <a:pt x="1935" y="1791"/>
                      <a:pt x="1942" y="1791"/>
                      <a:pt x="1944" y="1786"/>
                    </a:cubicBezTo>
                    <a:cubicBezTo>
                      <a:pt x="1945" y="1784"/>
                      <a:pt x="1944" y="1782"/>
                      <a:pt x="1942" y="1780"/>
                    </a:cubicBezTo>
                    <a:cubicBezTo>
                      <a:pt x="1941" y="1778"/>
                      <a:pt x="1939" y="1776"/>
                      <a:pt x="1939" y="1773"/>
                    </a:cubicBezTo>
                    <a:cubicBezTo>
                      <a:pt x="1937" y="1768"/>
                      <a:pt x="1936" y="1762"/>
                      <a:pt x="1938" y="1758"/>
                    </a:cubicBezTo>
                    <a:cubicBezTo>
                      <a:pt x="1941" y="1752"/>
                      <a:pt x="1946" y="1748"/>
                      <a:pt x="1949" y="1742"/>
                    </a:cubicBezTo>
                    <a:cubicBezTo>
                      <a:pt x="1956" y="1729"/>
                      <a:pt x="1967" y="1718"/>
                      <a:pt x="1975" y="1706"/>
                    </a:cubicBezTo>
                    <a:cubicBezTo>
                      <a:pt x="1980" y="1700"/>
                      <a:pt x="1982" y="1692"/>
                      <a:pt x="1987" y="1686"/>
                    </a:cubicBezTo>
                    <a:cubicBezTo>
                      <a:pt x="1989" y="1684"/>
                      <a:pt x="1992" y="1682"/>
                      <a:pt x="1994" y="1679"/>
                    </a:cubicBezTo>
                    <a:cubicBezTo>
                      <a:pt x="1997" y="1675"/>
                      <a:pt x="2000" y="1670"/>
                      <a:pt x="2003" y="1665"/>
                    </a:cubicBezTo>
                    <a:cubicBezTo>
                      <a:pt x="2006" y="1661"/>
                      <a:pt x="2009" y="1657"/>
                      <a:pt x="2013" y="1654"/>
                    </a:cubicBezTo>
                    <a:cubicBezTo>
                      <a:pt x="2016" y="1651"/>
                      <a:pt x="2021" y="1651"/>
                      <a:pt x="2024" y="1648"/>
                    </a:cubicBezTo>
                    <a:cubicBezTo>
                      <a:pt x="2028" y="1645"/>
                      <a:pt x="2032" y="1641"/>
                      <a:pt x="2035" y="1638"/>
                    </a:cubicBezTo>
                    <a:cubicBezTo>
                      <a:pt x="2037" y="1637"/>
                      <a:pt x="2038" y="1635"/>
                      <a:pt x="2040" y="1634"/>
                    </a:cubicBezTo>
                    <a:cubicBezTo>
                      <a:pt x="2042" y="1634"/>
                      <a:pt x="2045" y="1634"/>
                      <a:pt x="2047" y="1634"/>
                    </a:cubicBezTo>
                    <a:cubicBezTo>
                      <a:pt x="2052" y="1634"/>
                      <a:pt x="2057" y="1634"/>
                      <a:pt x="2063" y="1634"/>
                    </a:cubicBezTo>
                    <a:cubicBezTo>
                      <a:pt x="2065" y="1633"/>
                      <a:pt x="2067" y="1633"/>
                      <a:pt x="2069" y="1632"/>
                    </a:cubicBezTo>
                    <a:cubicBezTo>
                      <a:pt x="2071" y="1631"/>
                      <a:pt x="2073" y="1630"/>
                      <a:pt x="2075" y="1630"/>
                    </a:cubicBezTo>
                    <a:cubicBezTo>
                      <a:pt x="2086" y="1630"/>
                      <a:pt x="2095" y="1636"/>
                      <a:pt x="2106" y="1639"/>
                    </a:cubicBezTo>
                    <a:cubicBezTo>
                      <a:pt x="2117" y="1642"/>
                      <a:pt x="2128" y="1646"/>
                      <a:pt x="2138" y="1652"/>
                    </a:cubicBezTo>
                    <a:cubicBezTo>
                      <a:pt x="2142" y="1654"/>
                      <a:pt x="2147" y="1654"/>
                      <a:pt x="2151" y="1657"/>
                    </a:cubicBezTo>
                    <a:cubicBezTo>
                      <a:pt x="2153" y="1658"/>
                      <a:pt x="2155" y="1659"/>
                      <a:pt x="2157" y="1660"/>
                    </a:cubicBezTo>
                    <a:cubicBezTo>
                      <a:pt x="2159" y="1661"/>
                      <a:pt x="2161" y="1661"/>
                      <a:pt x="2163" y="1662"/>
                    </a:cubicBezTo>
                    <a:cubicBezTo>
                      <a:pt x="2166" y="1665"/>
                      <a:pt x="2168" y="1668"/>
                      <a:pt x="2171" y="1670"/>
                    </a:cubicBezTo>
                    <a:cubicBezTo>
                      <a:pt x="2179" y="1677"/>
                      <a:pt x="2192" y="1691"/>
                      <a:pt x="2203" y="1683"/>
                    </a:cubicBezTo>
                    <a:cubicBezTo>
                      <a:pt x="2206" y="1681"/>
                      <a:pt x="2208" y="1676"/>
                      <a:pt x="2211" y="1674"/>
                    </a:cubicBezTo>
                    <a:cubicBezTo>
                      <a:pt x="2214" y="1671"/>
                      <a:pt x="2218" y="1669"/>
                      <a:pt x="2221" y="1668"/>
                    </a:cubicBezTo>
                    <a:cubicBezTo>
                      <a:pt x="2224" y="1668"/>
                      <a:pt x="2226" y="1667"/>
                      <a:pt x="2229" y="1666"/>
                    </a:cubicBezTo>
                    <a:cubicBezTo>
                      <a:pt x="2232" y="1665"/>
                      <a:pt x="2235" y="1664"/>
                      <a:pt x="2238" y="1664"/>
                    </a:cubicBezTo>
                    <a:cubicBezTo>
                      <a:pt x="2244" y="1664"/>
                      <a:pt x="2250" y="1665"/>
                      <a:pt x="2255" y="1661"/>
                    </a:cubicBezTo>
                    <a:cubicBezTo>
                      <a:pt x="2257" y="1659"/>
                      <a:pt x="2259" y="1659"/>
                      <a:pt x="2262" y="1658"/>
                    </a:cubicBezTo>
                    <a:cubicBezTo>
                      <a:pt x="2265" y="1657"/>
                      <a:pt x="2269" y="1655"/>
                      <a:pt x="2270" y="1652"/>
                    </a:cubicBezTo>
                    <a:cubicBezTo>
                      <a:pt x="2271" y="1650"/>
                      <a:pt x="2269" y="1646"/>
                      <a:pt x="2269" y="1644"/>
                    </a:cubicBezTo>
                    <a:cubicBezTo>
                      <a:pt x="2269" y="1640"/>
                      <a:pt x="2270" y="1637"/>
                      <a:pt x="2271" y="1634"/>
                    </a:cubicBezTo>
                    <a:cubicBezTo>
                      <a:pt x="2271" y="1632"/>
                      <a:pt x="2271" y="1629"/>
                      <a:pt x="2272" y="1627"/>
                    </a:cubicBezTo>
                    <a:cubicBezTo>
                      <a:pt x="2274" y="1624"/>
                      <a:pt x="2277" y="1622"/>
                      <a:pt x="2279" y="1620"/>
                    </a:cubicBezTo>
                    <a:cubicBezTo>
                      <a:pt x="2280" y="1619"/>
                      <a:pt x="2284" y="1614"/>
                      <a:pt x="2282" y="1612"/>
                    </a:cubicBezTo>
                    <a:cubicBezTo>
                      <a:pt x="2280" y="1610"/>
                      <a:pt x="2276" y="1613"/>
                      <a:pt x="2275" y="1614"/>
                    </a:cubicBezTo>
                    <a:cubicBezTo>
                      <a:pt x="2271" y="1617"/>
                      <a:pt x="2267" y="1619"/>
                      <a:pt x="2262" y="1618"/>
                    </a:cubicBezTo>
                    <a:cubicBezTo>
                      <a:pt x="2258" y="1617"/>
                      <a:pt x="2259" y="1614"/>
                      <a:pt x="2259" y="1611"/>
                    </a:cubicBezTo>
                    <a:cubicBezTo>
                      <a:pt x="2259" y="1608"/>
                      <a:pt x="2259" y="1602"/>
                      <a:pt x="2262" y="1601"/>
                    </a:cubicBezTo>
                    <a:cubicBezTo>
                      <a:pt x="2263" y="1601"/>
                      <a:pt x="2264" y="1601"/>
                      <a:pt x="2265" y="1601"/>
                    </a:cubicBezTo>
                    <a:cubicBezTo>
                      <a:pt x="2269" y="1601"/>
                      <a:pt x="2272" y="1601"/>
                      <a:pt x="2276" y="1601"/>
                    </a:cubicBezTo>
                    <a:cubicBezTo>
                      <a:pt x="2279" y="1601"/>
                      <a:pt x="2283" y="1600"/>
                      <a:pt x="2287" y="1599"/>
                    </a:cubicBezTo>
                    <a:cubicBezTo>
                      <a:pt x="2293" y="1598"/>
                      <a:pt x="2300" y="1594"/>
                      <a:pt x="2305" y="1590"/>
                    </a:cubicBezTo>
                    <a:cubicBezTo>
                      <a:pt x="2309" y="1586"/>
                      <a:pt x="2312" y="1581"/>
                      <a:pt x="2315" y="1577"/>
                    </a:cubicBezTo>
                    <a:cubicBezTo>
                      <a:pt x="2319" y="1573"/>
                      <a:pt x="2323" y="1569"/>
                      <a:pt x="2327" y="1564"/>
                    </a:cubicBezTo>
                    <a:cubicBezTo>
                      <a:pt x="2331" y="1561"/>
                      <a:pt x="2334" y="1557"/>
                      <a:pt x="2338" y="1555"/>
                    </a:cubicBezTo>
                    <a:cubicBezTo>
                      <a:pt x="2343" y="1553"/>
                      <a:pt x="2348" y="1555"/>
                      <a:pt x="2353" y="1557"/>
                    </a:cubicBezTo>
                    <a:cubicBezTo>
                      <a:pt x="2357" y="1559"/>
                      <a:pt x="2361" y="1563"/>
                      <a:pt x="2366" y="1566"/>
                    </a:cubicBezTo>
                    <a:cubicBezTo>
                      <a:pt x="2370" y="1568"/>
                      <a:pt x="2375" y="1569"/>
                      <a:pt x="2379" y="1571"/>
                    </a:cubicBezTo>
                    <a:cubicBezTo>
                      <a:pt x="2383" y="1573"/>
                      <a:pt x="2385" y="1575"/>
                      <a:pt x="2382" y="1579"/>
                    </a:cubicBezTo>
                    <a:cubicBezTo>
                      <a:pt x="2380" y="1581"/>
                      <a:pt x="2377" y="1582"/>
                      <a:pt x="2375" y="1584"/>
                    </a:cubicBezTo>
                    <a:cubicBezTo>
                      <a:pt x="2374" y="1585"/>
                      <a:pt x="2371" y="1586"/>
                      <a:pt x="2371" y="1588"/>
                    </a:cubicBezTo>
                    <a:cubicBezTo>
                      <a:pt x="2371" y="1591"/>
                      <a:pt x="2379" y="1591"/>
                      <a:pt x="2381" y="1591"/>
                    </a:cubicBezTo>
                    <a:cubicBezTo>
                      <a:pt x="2385" y="1592"/>
                      <a:pt x="2390" y="1592"/>
                      <a:pt x="2392" y="1596"/>
                    </a:cubicBezTo>
                    <a:cubicBezTo>
                      <a:pt x="2394" y="1601"/>
                      <a:pt x="2394" y="1608"/>
                      <a:pt x="2393" y="1613"/>
                    </a:cubicBezTo>
                    <a:cubicBezTo>
                      <a:pt x="2392" y="1618"/>
                      <a:pt x="2390" y="1623"/>
                      <a:pt x="2387" y="1627"/>
                    </a:cubicBezTo>
                    <a:cubicBezTo>
                      <a:pt x="2380" y="1635"/>
                      <a:pt x="2370" y="1642"/>
                      <a:pt x="2362" y="1650"/>
                    </a:cubicBezTo>
                    <a:cubicBezTo>
                      <a:pt x="2359" y="1653"/>
                      <a:pt x="2358" y="1655"/>
                      <a:pt x="2358" y="1660"/>
                    </a:cubicBezTo>
                    <a:cubicBezTo>
                      <a:pt x="2358" y="1665"/>
                      <a:pt x="2357" y="1670"/>
                      <a:pt x="2355" y="1675"/>
                    </a:cubicBezTo>
                    <a:cubicBezTo>
                      <a:pt x="2353" y="1678"/>
                      <a:pt x="2349" y="1681"/>
                      <a:pt x="2347" y="1684"/>
                    </a:cubicBezTo>
                    <a:cubicBezTo>
                      <a:pt x="2342" y="1690"/>
                      <a:pt x="2339" y="1697"/>
                      <a:pt x="2339" y="1705"/>
                    </a:cubicBezTo>
                    <a:cubicBezTo>
                      <a:pt x="2339" y="1708"/>
                      <a:pt x="2337" y="1710"/>
                      <a:pt x="2335" y="1713"/>
                    </a:cubicBezTo>
                    <a:cubicBezTo>
                      <a:pt x="2332" y="1716"/>
                      <a:pt x="2329" y="1719"/>
                      <a:pt x="2325" y="1722"/>
                    </a:cubicBezTo>
                    <a:cubicBezTo>
                      <a:pt x="2324" y="1723"/>
                      <a:pt x="2323" y="1724"/>
                      <a:pt x="2321" y="1726"/>
                    </a:cubicBezTo>
                    <a:cubicBezTo>
                      <a:pt x="2319" y="1728"/>
                      <a:pt x="2319" y="1728"/>
                      <a:pt x="2320" y="1731"/>
                    </a:cubicBezTo>
                    <a:cubicBezTo>
                      <a:pt x="2320" y="1734"/>
                      <a:pt x="2320" y="1735"/>
                      <a:pt x="2322" y="1737"/>
                    </a:cubicBezTo>
                    <a:cubicBezTo>
                      <a:pt x="2324" y="1738"/>
                      <a:pt x="2326" y="1739"/>
                      <a:pt x="2328" y="1740"/>
                    </a:cubicBezTo>
                    <a:cubicBezTo>
                      <a:pt x="2332" y="1743"/>
                      <a:pt x="2337" y="1746"/>
                      <a:pt x="2343" y="1746"/>
                    </a:cubicBezTo>
                    <a:cubicBezTo>
                      <a:pt x="2346" y="1747"/>
                      <a:pt x="2348" y="1748"/>
                      <a:pt x="2350" y="1750"/>
                    </a:cubicBezTo>
                    <a:cubicBezTo>
                      <a:pt x="2353" y="1752"/>
                      <a:pt x="2354" y="1755"/>
                      <a:pt x="2356" y="1757"/>
                    </a:cubicBezTo>
                    <a:cubicBezTo>
                      <a:pt x="2360" y="1761"/>
                      <a:pt x="2365" y="1765"/>
                      <a:pt x="2368" y="1769"/>
                    </a:cubicBezTo>
                    <a:cubicBezTo>
                      <a:pt x="2373" y="1774"/>
                      <a:pt x="2371" y="1784"/>
                      <a:pt x="2371" y="1790"/>
                    </a:cubicBezTo>
                    <a:cubicBezTo>
                      <a:pt x="2371" y="1793"/>
                      <a:pt x="2370" y="1796"/>
                      <a:pt x="2370" y="1799"/>
                    </a:cubicBezTo>
                    <a:cubicBezTo>
                      <a:pt x="2369" y="1802"/>
                      <a:pt x="2368" y="1805"/>
                      <a:pt x="2368" y="1808"/>
                    </a:cubicBezTo>
                    <a:cubicBezTo>
                      <a:pt x="2368" y="1810"/>
                      <a:pt x="2368" y="1813"/>
                      <a:pt x="2370" y="1815"/>
                    </a:cubicBezTo>
                    <a:cubicBezTo>
                      <a:pt x="2371" y="1818"/>
                      <a:pt x="2375" y="1818"/>
                      <a:pt x="2377" y="1821"/>
                    </a:cubicBezTo>
                    <a:cubicBezTo>
                      <a:pt x="2398" y="1823"/>
                      <a:pt x="2398" y="1823"/>
                      <a:pt x="2398" y="1823"/>
                    </a:cubicBezTo>
                    <a:cubicBezTo>
                      <a:pt x="2415" y="1812"/>
                      <a:pt x="2415" y="1812"/>
                      <a:pt x="2415" y="1812"/>
                    </a:cubicBezTo>
                    <a:cubicBezTo>
                      <a:pt x="2432" y="1830"/>
                      <a:pt x="2432" y="1830"/>
                      <a:pt x="2432" y="1830"/>
                    </a:cubicBezTo>
                    <a:cubicBezTo>
                      <a:pt x="2448" y="1822"/>
                      <a:pt x="2448" y="1822"/>
                      <a:pt x="2448" y="1822"/>
                    </a:cubicBezTo>
                    <a:cubicBezTo>
                      <a:pt x="2446" y="1799"/>
                      <a:pt x="2446" y="1799"/>
                      <a:pt x="2446" y="1799"/>
                    </a:cubicBezTo>
                    <a:cubicBezTo>
                      <a:pt x="2477" y="1765"/>
                      <a:pt x="2477" y="1765"/>
                      <a:pt x="2477" y="1765"/>
                    </a:cubicBezTo>
                    <a:cubicBezTo>
                      <a:pt x="2464" y="1718"/>
                      <a:pt x="2464" y="1718"/>
                      <a:pt x="2464" y="1718"/>
                    </a:cubicBezTo>
                    <a:cubicBezTo>
                      <a:pt x="2471" y="1698"/>
                      <a:pt x="2471" y="1698"/>
                      <a:pt x="2471" y="1698"/>
                    </a:cubicBezTo>
                    <a:cubicBezTo>
                      <a:pt x="2510" y="1698"/>
                      <a:pt x="2510" y="1698"/>
                      <a:pt x="2510" y="1698"/>
                    </a:cubicBezTo>
                    <a:cubicBezTo>
                      <a:pt x="2546" y="1681"/>
                      <a:pt x="2546" y="1681"/>
                      <a:pt x="2546" y="1681"/>
                    </a:cubicBezTo>
                    <a:cubicBezTo>
                      <a:pt x="2499" y="1670"/>
                      <a:pt x="2499" y="1670"/>
                      <a:pt x="2499" y="1670"/>
                    </a:cubicBezTo>
                    <a:cubicBezTo>
                      <a:pt x="2480" y="1598"/>
                      <a:pt x="2480" y="1598"/>
                      <a:pt x="2480" y="1598"/>
                    </a:cubicBezTo>
                    <a:cubicBezTo>
                      <a:pt x="2491" y="1573"/>
                      <a:pt x="2491" y="1573"/>
                      <a:pt x="2491" y="1573"/>
                    </a:cubicBezTo>
                    <a:cubicBezTo>
                      <a:pt x="2480" y="1535"/>
                      <a:pt x="2480" y="1535"/>
                      <a:pt x="2480" y="1535"/>
                    </a:cubicBezTo>
                    <a:cubicBezTo>
                      <a:pt x="2579" y="1540"/>
                      <a:pt x="2579" y="1540"/>
                      <a:pt x="2579" y="1540"/>
                    </a:cubicBezTo>
                    <a:cubicBezTo>
                      <a:pt x="2570" y="1558"/>
                      <a:pt x="2570" y="1558"/>
                      <a:pt x="2570" y="1558"/>
                    </a:cubicBezTo>
                    <a:cubicBezTo>
                      <a:pt x="2604" y="1572"/>
                      <a:pt x="2604" y="1572"/>
                      <a:pt x="2604" y="1572"/>
                    </a:cubicBezTo>
                    <a:cubicBezTo>
                      <a:pt x="2615" y="1551"/>
                      <a:pt x="2615" y="1551"/>
                      <a:pt x="2615" y="1551"/>
                    </a:cubicBezTo>
                    <a:cubicBezTo>
                      <a:pt x="2676" y="1560"/>
                      <a:pt x="2676" y="1560"/>
                      <a:pt x="2676" y="1560"/>
                    </a:cubicBezTo>
                    <a:cubicBezTo>
                      <a:pt x="2714" y="1521"/>
                      <a:pt x="2714" y="1521"/>
                      <a:pt x="2714" y="1521"/>
                    </a:cubicBezTo>
                    <a:cubicBezTo>
                      <a:pt x="2804" y="1469"/>
                      <a:pt x="2804" y="1469"/>
                      <a:pt x="2804" y="1469"/>
                    </a:cubicBezTo>
                    <a:cubicBezTo>
                      <a:pt x="2811" y="1441"/>
                      <a:pt x="2811" y="1441"/>
                      <a:pt x="2811" y="1441"/>
                    </a:cubicBezTo>
                    <a:cubicBezTo>
                      <a:pt x="2886" y="1443"/>
                      <a:pt x="2886" y="1443"/>
                      <a:pt x="2886" y="1443"/>
                    </a:cubicBezTo>
                    <a:cubicBezTo>
                      <a:pt x="2932" y="1489"/>
                      <a:pt x="2932" y="1489"/>
                      <a:pt x="2932" y="1489"/>
                    </a:cubicBezTo>
                    <a:cubicBezTo>
                      <a:pt x="2984" y="1468"/>
                      <a:pt x="2984" y="1468"/>
                      <a:pt x="2984" y="1468"/>
                    </a:cubicBezTo>
                    <a:cubicBezTo>
                      <a:pt x="3062" y="1477"/>
                      <a:pt x="3062" y="1477"/>
                      <a:pt x="3062" y="1477"/>
                    </a:cubicBezTo>
                    <a:cubicBezTo>
                      <a:pt x="3208" y="1416"/>
                      <a:pt x="3208" y="1416"/>
                      <a:pt x="3208" y="1416"/>
                    </a:cubicBezTo>
                    <a:cubicBezTo>
                      <a:pt x="3225" y="1383"/>
                      <a:pt x="3225" y="1383"/>
                      <a:pt x="3225" y="1383"/>
                    </a:cubicBezTo>
                    <a:cubicBezTo>
                      <a:pt x="3371" y="1284"/>
                      <a:pt x="3371" y="1284"/>
                      <a:pt x="3371" y="1284"/>
                    </a:cubicBezTo>
                    <a:cubicBezTo>
                      <a:pt x="3523" y="1261"/>
                      <a:pt x="3523" y="1261"/>
                      <a:pt x="3523" y="1261"/>
                    </a:cubicBezTo>
                    <a:cubicBezTo>
                      <a:pt x="3635" y="1209"/>
                      <a:pt x="3635" y="1209"/>
                      <a:pt x="3635" y="1209"/>
                    </a:cubicBezTo>
                    <a:cubicBezTo>
                      <a:pt x="3658" y="1165"/>
                      <a:pt x="3658" y="1165"/>
                      <a:pt x="3658" y="1165"/>
                    </a:cubicBezTo>
                    <a:cubicBezTo>
                      <a:pt x="3694" y="1180"/>
                      <a:pt x="3694" y="1180"/>
                      <a:pt x="3694" y="1180"/>
                    </a:cubicBezTo>
                    <a:cubicBezTo>
                      <a:pt x="3702" y="1213"/>
                      <a:pt x="3702" y="1213"/>
                      <a:pt x="3702" y="1213"/>
                    </a:cubicBezTo>
                    <a:cubicBezTo>
                      <a:pt x="3762" y="1192"/>
                      <a:pt x="3762" y="1192"/>
                      <a:pt x="3762" y="1192"/>
                    </a:cubicBezTo>
                    <a:cubicBezTo>
                      <a:pt x="3762" y="1155"/>
                      <a:pt x="3762" y="1155"/>
                      <a:pt x="3762" y="1155"/>
                    </a:cubicBezTo>
                    <a:cubicBezTo>
                      <a:pt x="3789" y="1116"/>
                      <a:pt x="3789" y="1116"/>
                      <a:pt x="3789" y="1116"/>
                    </a:cubicBezTo>
                    <a:cubicBezTo>
                      <a:pt x="3805" y="1115"/>
                      <a:pt x="3805" y="1115"/>
                      <a:pt x="3805" y="1115"/>
                    </a:cubicBezTo>
                    <a:cubicBezTo>
                      <a:pt x="3811" y="1109"/>
                      <a:pt x="3811" y="1109"/>
                      <a:pt x="3811" y="1109"/>
                    </a:cubicBezTo>
                    <a:cubicBezTo>
                      <a:pt x="3834" y="1116"/>
                      <a:pt x="3834" y="1116"/>
                      <a:pt x="3834" y="1116"/>
                    </a:cubicBezTo>
                    <a:cubicBezTo>
                      <a:pt x="3958" y="1083"/>
                      <a:pt x="3958" y="1083"/>
                      <a:pt x="3958" y="1083"/>
                    </a:cubicBezTo>
                    <a:cubicBezTo>
                      <a:pt x="3985" y="1097"/>
                      <a:pt x="3985" y="1097"/>
                      <a:pt x="3985" y="1097"/>
                    </a:cubicBezTo>
                    <a:cubicBezTo>
                      <a:pt x="4061" y="1083"/>
                      <a:pt x="4061" y="1083"/>
                      <a:pt x="4061" y="1083"/>
                    </a:cubicBezTo>
                    <a:cubicBezTo>
                      <a:pt x="4101" y="1019"/>
                      <a:pt x="4101" y="1019"/>
                      <a:pt x="4101" y="1019"/>
                    </a:cubicBezTo>
                    <a:cubicBezTo>
                      <a:pt x="4177" y="1019"/>
                      <a:pt x="4177" y="1019"/>
                      <a:pt x="4177" y="1019"/>
                    </a:cubicBezTo>
                    <a:cubicBezTo>
                      <a:pt x="4161" y="1059"/>
                      <a:pt x="4161" y="1059"/>
                      <a:pt x="4161" y="1059"/>
                    </a:cubicBezTo>
                    <a:cubicBezTo>
                      <a:pt x="4201" y="1083"/>
                      <a:pt x="4201" y="1083"/>
                      <a:pt x="4201" y="1083"/>
                    </a:cubicBezTo>
                    <a:cubicBezTo>
                      <a:pt x="4228" y="1029"/>
                      <a:pt x="4228" y="1029"/>
                      <a:pt x="4228" y="1029"/>
                    </a:cubicBezTo>
                    <a:cubicBezTo>
                      <a:pt x="4275" y="1012"/>
                      <a:pt x="4275" y="1012"/>
                      <a:pt x="4275" y="1012"/>
                    </a:cubicBezTo>
                    <a:cubicBezTo>
                      <a:pt x="4275" y="1012"/>
                      <a:pt x="4275" y="1012"/>
                      <a:pt x="4275" y="1012"/>
                    </a:cubicBezTo>
                    <a:cubicBezTo>
                      <a:pt x="4275" y="954"/>
                      <a:pt x="4275" y="954"/>
                      <a:pt x="4275" y="954"/>
                    </a:cubicBezTo>
                    <a:lnTo>
                      <a:pt x="4238" y="930"/>
                    </a:lnTo>
                    <a:close/>
                    <a:moveTo>
                      <a:pt x="379" y="1687"/>
                    </a:moveTo>
                    <a:cubicBezTo>
                      <a:pt x="378" y="1688"/>
                      <a:pt x="375" y="1689"/>
                      <a:pt x="373" y="1689"/>
                    </a:cubicBezTo>
                    <a:cubicBezTo>
                      <a:pt x="371" y="1689"/>
                      <a:pt x="368" y="1689"/>
                      <a:pt x="365" y="1689"/>
                    </a:cubicBezTo>
                    <a:cubicBezTo>
                      <a:pt x="360" y="1689"/>
                      <a:pt x="354" y="1689"/>
                      <a:pt x="349" y="1688"/>
                    </a:cubicBezTo>
                    <a:cubicBezTo>
                      <a:pt x="342" y="1687"/>
                      <a:pt x="343" y="1679"/>
                      <a:pt x="342" y="1674"/>
                    </a:cubicBezTo>
                    <a:cubicBezTo>
                      <a:pt x="341" y="1671"/>
                      <a:pt x="340" y="1668"/>
                      <a:pt x="343" y="1665"/>
                    </a:cubicBezTo>
                    <a:cubicBezTo>
                      <a:pt x="345" y="1663"/>
                      <a:pt x="349" y="1661"/>
                      <a:pt x="352" y="1663"/>
                    </a:cubicBezTo>
                    <a:cubicBezTo>
                      <a:pt x="355" y="1664"/>
                      <a:pt x="359" y="1664"/>
                      <a:pt x="361" y="1667"/>
                    </a:cubicBezTo>
                    <a:cubicBezTo>
                      <a:pt x="363" y="1670"/>
                      <a:pt x="357" y="1672"/>
                      <a:pt x="361" y="1674"/>
                    </a:cubicBezTo>
                    <a:cubicBezTo>
                      <a:pt x="365" y="1676"/>
                      <a:pt x="368" y="1675"/>
                      <a:pt x="372" y="1676"/>
                    </a:cubicBezTo>
                    <a:cubicBezTo>
                      <a:pt x="376" y="1677"/>
                      <a:pt x="378" y="1678"/>
                      <a:pt x="379" y="1683"/>
                    </a:cubicBezTo>
                    <a:cubicBezTo>
                      <a:pt x="379" y="1684"/>
                      <a:pt x="380" y="1686"/>
                      <a:pt x="379" y="1687"/>
                    </a:cubicBezTo>
                    <a:close/>
                    <a:moveTo>
                      <a:pt x="413" y="987"/>
                    </a:moveTo>
                    <a:cubicBezTo>
                      <a:pt x="408" y="987"/>
                      <a:pt x="404" y="982"/>
                      <a:pt x="400" y="983"/>
                    </a:cubicBezTo>
                    <a:cubicBezTo>
                      <a:pt x="396" y="984"/>
                      <a:pt x="396" y="989"/>
                      <a:pt x="393" y="991"/>
                    </a:cubicBezTo>
                    <a:cubicBezTo>
                      <a:pt x="390" y="992"/>
                      <a:pt x="384" y="995"/>
                      <a:pt x="381" y="993"/>
                    </a:cubicBezTo>
                    <a:cubicBezTo>
                      <a:pt x="380" y="991"/>
                      <a:pt x="379" y="989"/>
                      <a:pt x="377" y="988"/>
                    </a:cubicBezTo>
                    <a:cubicBezTo>
                      <a:pt x="375" y="987"/>
                      <a:pt x="372" y="988"/>
                      <a:pt x="370" y="988"/>
                    </a:cubicBezTo>
                    <a:cubicBezTo>
                      <a:pt x="369" y="988"/>
                      <a:pt x="367" y="988"/>
                      <a:pt x="367" y="986"/>
                    </a:cubicBezTo>
                    <a:cubicBezTo>
                      <a:pt x="367" y="984"/>
                      <a:pt x="371" y="983"/>
                      <a:pt x="372" y="982"/>
                    </a:cubicBezTo>
                    <a:cubicBezTo>
                      <a:pt x="377" y="980"/>
                      <a:pt x="377" y="975"/>
                      <a:pt x="378" y="970"/>
                    </a:cubicBezTo>
                    <a:cubicBezTo>
                      <a:pt x="380" y="966"/>
                      <a:pt x="382" y="961"/>
                      <a:pt x="387" y="961"/>
                    </a:cubicBezTo>
                    <a:cubicBezTo>
                      <a:pt x="390" y="961"/>
                      <a:pt x="393" y="962"/>
                      <a:pt x="396" y="962"/>
                    </a:cubicBezTo>
                    <a:cubicBezTo>
                      <a:pt x="398" y="962"/>
                      <a:pt x="401" y="961"/>
                      <a:pt x="403" y="961"/>
                    </a:cubicBezTo>
                    <a:cubicBezTo>
                      <a:pt x="407" y="960"/>
                      <a:pt x="417" y="962"/>
                      <a:pt x="417" y="967"/>
                    </a:cubicBezTo>
                    <a:cubicBezTo>
                      <a:pt x="418" y="969"/>
                      <a:pt x="416" y="971"/>
                      <a:pt x="415" y="972"/>
                    </a:cubicBezTo>
                    <a:cubicBezTo>
                      <a:pt x="415" y="973"/>
                      <a:pt x="413" y="974"/>
                      <a:pt x="414" y="975"/>
                    </a:cubicBezTo>
                    <a:cubicBezTo>
                      <a:pt x="414" y="977"/>
                      <a:pt x="417" y="979"/>
                      <a:pt x="418" y="981"/>
                    </a:cubicBezTo>
                    <a:cubicBezTo>
                      <a:pt x="419" y="985"/>
                      <a:pt x="416" y="987"/>
                      <a:pt x="413" y="987"/>
                    </a:cubicBezTo>
                    <a:close/>
                    <a:moveTo>
                      <a:pt x="550" y="962"/>
                    </a:moveTo>
                    <a:cubicBezTo>
                      <a:pt x="549" y="964"/>
                      <a:pt x="546" y="965"/>
                      <a:pt x="544" y="966"/>
                    </a:cubicBezTo>
                    <a:cubicBezTo>
                      <a:pt x="543" y="967"/>
                      <a:pt x="543" y="967"/>
                      <a:pt x="542" y="968"/>
                    </a:cubicBezTo>
                    <a:cubicBezTo>
                      <a:pt x="542" y="969"/>
                      <a:pt x="542" y="971"/>
                      <a:pt x="541" y="972"/>
                    </a:cubicBezTo>
                    <a:cubicBezTo>
                      <a:pt x="538" y="974"/>
                      <a:pt x="534" y="973"/>
                      <a:pt x="531" y="972"/>
                    </a:cubicBezTo>
                    <a:cubicBezTo>
                      <a:pt x="529" y="972"/>
                      <a:pt x="528" y="972"/>
                      <a:pt x="526" y="973"/>
                    </a:cubicBezTo>
                    <a:cubicBezTo>
                      <a:pt x="524" y="975"/>
                      <a:pt x="523" y="977"/>
                      <a:pt x="521" y="978"/>
                    </a:cubicBezTo>
                    <a:cubicBezTo>
                      <a:pt x="520" y="979"/>
                      <a:pt x="517" y="980"/>
                      <a:pt x="516" y="979"/>
                    </a:cubicBezTo>
                    <a:cubicBezTo>
                      <a:pt x="515" y="978"/>
                      <a:pt x="516" y="977"/>
                      <a:pt x="516" y="977"/>
                    </a:cubicBezTo>
                    <a:cubicBezTo>
                      <a:pt x="516" y="976"/>
                      <a:pt x="515" y="976"/>
                      <a:pt x="515" y="975"/>
                    </a:cubicBezTo>
                    <a:cubicBezTo>
                      <a:pt x="514" y="974"/>
                      <a:pt x="514" y="974"/>
                      <a:pt x="514" y="972"/>
                    </a:cubicBezTo>
                    <a:cubicBezTo>
                      <a:pt x="514" y="970"/>
                      <a:pt x="513" y="970"/>
                      <a:pt x="513" y="969"/>
                    </a:cubicBezTo>
                    <a:cubicBezTo>
                      <a:pt x="512" y="967"/>
                      <a:pt x="513" y="965"/>
                      <a:pt x="510" y="964"/>
                    </a:cubicBezTo>
                    <a:cubicBezTo>
                      <a:pt x="508" y="963"/>
                      <a:pt x="506" y="963"/>
                      <a:pt x="505" y="962"/>
                    </a:cubicBezTo>
                    <a:cubicBezTo>
                      <a:pt x="503" y="962"/>
                      <a:pt x="501" y="961"/>
                      <a:pt x="499" y="960"/>
                    </a:cubicBezTo>
                    <a:cubicBezTo>
                      <a:pt x="498" y="960"/>
                      <a:pt x="493" y="960"/>
                      <a:pt x="493" y="958"/>
                    </a:cubicBezTo>
                    <a:cubicBezTo>
                      <a:pt x="492" y="955"/>
                      <a:pt x="503" y="954"/>
                      <a:pt x="505" y="954"/>
                    </a:cubicBezTo>
                    <a:cubicBezTo>
                      <a:pt x="510" y="954"/>
                      <a:pt x="513" y="958"/>
                      <a:pt x="518" y="956"/>
                    </a:cubicBezTo>
                    <a:cubicBezTo>
                      <a:pt x="520" y="955"/>
                      <a:pt x="522" y="954"/>
                      <a:pt x="525" y="954"/>
                    </a:cubicBezTo>
                    <a:cubicBezTo>
                      <a:pt x="527" y="954"/>
                      <a:pt x="529" y="955"/>
                      <a:pt x="531" y="956"/>
                    </a:cubicBezTo>
                    <a:cubicBezTo>
                      <a:pt x="536" y="958"/>
                      <a:pt x="542" y="956"/>
                      <a:pt x="547" y="954"/>
                    </a:cubicBezTo>
                    <a:cubicBezTo>
                      <a:pt x="548" y="953"/>
                      <a:pt x="548" y="953"/>
                      <a:pt x="549" y="954"/>
                    </a:cubicBezTo>
                    <a:cubicBezTo>
                      <a:pt x="550" y="954"/>
                      <a:pt x="550" y="956"/>
                      <a:pt x="550" y="957"/>
                    </a:cubicBezTo>
                    <a:cubicBezTo>
                      <a:pt x="551" y="959"/>
                      <a:pt x="551" y="961"/>
                      <a:pt x="550" y="962"/>
                    </a:cubicBezTo>
                    <a:close/>
                    <a:moveTo>
                      <a:pt x="742" y="870"/>
                    </a:moveTo>
                    <a:cubicBezTo>
                      <a:pt x="741" y="873"/>
                      <a:pt x="738" y="871"/>
                      <a:pt x="737" y="875"/>
                    </a:cubicBezTo>
                    <a:cubicBezTo>
                      <a:pt x="737" y="879"/>
                      <a:pt x="736" y="881"/>
                      <a:pt x="732" y="883"/>
                    </a:cubicBezTo>
                    <a:cubicBezTo>
                      <a:pt x="728" y="884"/>
                      <a:pt x="724" y="883"/>
                      <a:pt x="720" y="883"/>
                    </a:cubicBezTo>
                    <a:cubicBezTo>
                      <a:pt x="714" y="883"/>
                      <a:pt x="709" y="884"/>
                      <a:pt x="703" y="884"/>
                    </a:cubicBezTo>
                    <a:cubicBezTo>
                      <a:pt x="699" y="884"/>
                      <a:pt x="696" y="884"/>
                      <a:pt x="692" y="884"/>
                    </a:cubicBezTo>
                    <a:cubicBezTo>
                      <a:pt x="690" y="884"/>
                      <a:pt x="683" y="885"/>
                      <a:pt x="683" y="882"/>
                    </a:cubicBezTo>
                    <a:cubicBezTo>
                      <a:pt x="683" y="880"/>
                      <a:pt x="684" y="880"/>
                      <a:pt x="683" y="879"/>
                    </a:cubicBezTo>
                    <a:cubicBezTo>
                      <a:pt x="682" y="878"/>
                      <a:pt x="681" y="878"/>
                      <a:pt x="680" y="878"/>
                    </a:cubicBezTo>
                    <a:cubicBezTo>
                      <a:pt x="678" y="878"/>
                      <a:pt x="676" y="878"/>
                      <a:pt x="675" y="879"/>
                    </a:cubicBezTo>
                    <a:cubicBezTo>
                      <a:pt x="672" y="880"/>
                      <a:pt x="669" y="880"/>
                      <a:pt x="667" y="878"/>
                    </a:cubicBezTo>
                    <a:cubicBezTo>
                      <a:pt x="666" y="876"/>
                      <a:pt x="664" y="873"/>
                      <a:pt x="664" y="870"/>
                    </a:cubicBezTo>
                    <a:cubicBezTo>
                      <a:pt x="664" y="866"/>
                      <a:pt x="667" y="860"/>
                      <a:pt x="670" y="857"/>
                    </a:cubicBezTo>
                    <a:cubicBezTo>
                      <a:pt x="673" y="855"/>
                      <a:pt x="675" y="856"/>
                      <a:pt x="678" y="856"/>
                    </a:cubicBezTo>
                    <a:cubicBezTo>
                      <a:pt x="682" y="857"/>
                      <a:pt x="684" y="855"/>
                      <a:pt x="688" y="855"/>
                    </a:cubicBezTo>
                    <a:cubicBezTo>
                      <a:pt x="696" y="854"/>
                      <a:pt x="697" y="864"/>
                      <a:pt x="704" y="863"/>
                    </a:cubicBezTo>
                    <a:cubicBezTo>
                      <a:pt x="707" y="863"/>
                      <a:pt x="710" y="860"/>
                      <a:pt x="712" y="858"/>
                    </a:cubicBezTo>
                    <a:cubicBezTo>
                      <a:pt x="714" y="856"/>
                      <a:pt x="716" y="854"/>
                      <a:pt x="718" y="853"/>
                    </a:cubicBezTo>
                    <a:cubicBezTo>
                      <a:pt x="722" y="851"/>
                      <a:pt x="724" y="855"/>
                      <a:pt x="726" y="857"/>
                    </a:cubicBezTo>
                    <a:cubicBezTo>
                      <a:pt x="727" y="860"/>
                      <a:pt x="730" y="860"/>
                      <a:pt x="732" y="861"/>
                    </a:cubicBezTo>
                    <a:cubicBezTo>
                      <a:pt x="735" y="861"/>
                      <a:pt x="738" y="861"/>
                      <a:pt x="740" y="863"/>
                    </a:cubicBezTo>
                    <a:cubicBezTo>
                      <a:pt x="743" y="864"/>
                      <a:pt x="744" y="868"/>
                      <a:pt x="742" y="870"/>
                    </a:cubicBezTo>
                    <a:close/>
                    <a:moveTo>
                      <a:pt x="900" y="1533"/>
                    </a:moveTo>
                    <a:cubicBezTo>
                      <a:pt x="898" y="1537"/>
                      <a:pt x="896" y="1537"/>
                      <a:pt x="892" y="1538"/>
                    </a:cubicBezTo>
                    <a:cubicBezTo>
                      <a:pt x="888" y="1539"/>
                      <a:pt x="884" y="1542"/>
                      <a:pt x="883" y="1546"/>
                    </a:cubicBezTo>
                    <a:cubicBezTo>
                      <a:pt x="881" y="1551"/>
                      <a:pt x="879" y="1553"/>
                      <a:pt x="874" y="1552"/>
                    </a:cubicBezTo>
                    <a:cubicBezTo>
                      <a:pt x="871" y="1552"/>
                      <a:pt x="870" y="1550"/>
                      <a:pt x="868" y="1550"/>
                    </a:cubicBezTo>
                    <a:cubicBezTo>
                      <a:pt x="866" y="1549"/>
                      <a:pt x="864" y="1549"/>
                      <a:pt x="862" y="1548"/>
                    </a:cubicBezTo>
                    <a:cubicBezTo>
                      <a:pt x="857" y="1548"/>
                      <a:pt x="852" y="1548"/>
                      <a:pt x="848" y="1546"/>
                    </a:cubicBezTo>
                    <a:cubicBezTo>
                      <a:pt x="846" y="1540"/>
                      <a:pt x="852" y="1541"/>
                      <a:pt x="856" y="1540"/>
                    </a:cubicBezTo>
                    <a:cubicBezTo>
                      <a:pt x="859" y="1539"/>
                      <a:pt x="859" y="1537"/>
                      <a:pt x="861" y="1536"/>
                    </a:cubicBezTo>
                    <a:cubicBezTo>
                      <a:pt x="863" y="1534"/>
                      <a:pt x="865" y="1533"/>
                      <a:pt x="867" y="1533"/>
                    </a:cubicBezTo>
                    <a:cubicBezTo>
                      <a:pt x="872" y="1532"/>
                      <a:pt x="876" y="1533"/>
                      <a:pt x="878" y="1528"/>
                    </a:cubicBezTo>
                    <a:cubicBezTo>
                      <a:pt x="881" y="1523"/>
                      <a:pt x="884" y="1518"/>
                      <a:pt x="892" y="1520"/>
                    </a:cubicBezTo>
                    <a:cubicBezTo>
                      <a:pt x="894" y="1521"/>
                      <a:pt x="896" y="1522"/>
                      <a:pt x="898" y="1522"/>
                    </a:cubicBezTo>
                    <a:cubicBezTo>
                      <a:pt x="900" y="1523"/>
                      <a:pt x="903" y="1522"/>
                      <a:pt x="904" y="1524"/>
                    </a:cubicBezTo>
                    <a:cubicBezTo>
                      <a:pt x="905" y="1527"/>
                      <a:pt x="902" y="1531"/>
                      <a:pt x="900" y="1533"/>
                    </a:cubicBezTo>
                    <a:close/>
                    <a:moveTo>
                      <a:pt x="975" y="1530"/>
                    </a:moveTo>
                    <a:cubicBezTo>
                      <a:pt x="973" y="1533"/>
                      <a:pt x="970" y="1540"/>
                      <a:pt x="966" y="1540"/>
                    </a:cubicBezTo>
                    <a:cubicBezTo>
                      <a:pt x="964" y="1540"/>
                      <a:pt x="962" y="1538"/>
                      <a:pt x="961" y="1539"/>
                    </a:cubicBezTo>
                    <a:cubicBezTo>
                      <a:pt x="959" y="1540"/>
                      <a:pt x="958" y="1543"/>
                      <a:pt x="957" y="1545"/>
                    </a:cubicBezTo>
                    <a:cubicBezTo>
                      <a:pt x="956" y="1547"/>
                      <a:pt x="956" y="1549"/>
                      <a:pt x="956" y="1551"/>
                    </a:cubicBezTo>
                    <a:cubicBezTo>
                      <a:pt x="955" y="1553"/>
                      <a:pt x="953" y="1555"/>
                      <a:pt x="951" y="1556"/>
                    </a:cubicBezTo>
                    <a:cubicBezTo>
                      <a:pt x="949" y="1557"/>
                      <a:pt x="947" y="1558"/>
                      <a:pt x="945" y="1559"/>
                    </a:cubicBezTo>
                    <a:cubicBezTo>
                      <a:pt x="941" y="1561"/>
                      <a:pt x="938" y="1564"/>
                      <a:pt x="934" y="1567"/>
                    </a:cubicBezTo>
                    <a:cubicBezTo>
                      <a:pt x="932" y="1569"/>
                      <a:pt x="930" y="1572"/>
                      <a:pt x="927" y="1569"/>
                    </a:cubicBezTo>
                    <a:cubicBezTo>
                      <a:pt x="925" y="1566"/>
                      <a:pt x="925" y="1564"/>
                      <a:pt x="921" y="1564"/>
                    </a:cubicBezTo>
                    <a:cubicBezTo>
                      <a:pt x="919" y="1564"/>
                      <a:pt x="915" y="1566"/>
                      <a:pt x="914" y="1563"/>
                    </a:cubicBezTo>
                    <a:cubicBezTo>
                      <a:pt x="913" y="1560"/>
                      <a:pt x="916" y="1558"/>
                      <a:pt x="918" y="1557"/>
                    </a:cubicBezTo>
                    <a:cubicBezTo>
                      <a:pt x="921" y="1556"/>
                      <a:pt x="924" y="1556"/>
                      <a:pt x="927" y="1554"/>
                    </a:cubicBezTo>
                    <a:cubicBezTo>
                      <a:pt x="929" y="1551"/>
                      <a:pt x="932" y="1549"/>
                      <a:pt x="934" y="1546"/>
                    </a:cubicBezTo>
                    <a:cubicBezTo>
                      <a:pt x="939" y="1541"/>
                      <a:pt x="941" y="1535"/>
                      <a:pt x="946" y="1529"/>
                    </a:cubicBezTo>
                    <a:cubicBezTo>
                      <a:pt x="948" y="1527"/>
                      <a:pt x="951" y="1525"/>
                      <a:pt x="953" y="1526"/>
                    </a:cubicBezTo>
                    <a:cubicBezTo>
                      <a:pt x="957" y="1528"/>
                      <a:pt x="957" y="1531"/>
                      <a:pt x="962" y="1530"/>
                    </a:cubicBezTo>
                    <a:cubicBezTo>
                      <a:pt x="963" y="1527"/>
                      <a:pt x="964" y="1520"/>
                      <a:pt x="968" y="1519"/>
                    </a:cubicBezTo>
                    <a:cubicBezTo>
                      <a:pt x="970" y="1518"/>
                      <a:pt x="972" y="1520"/>
                      <a:pt x="975" y="1520"/>
                    </a:cubicBezTo>
                    <a:cubicBezTo>
                      <a:pt x="977" y="1519"/>
                      <a:pt x="978" y="1517"/>
                      <a:pt x="980" y="1518"/>
                    </a:cubicBezTo>
                    <a:cubicBezTo>
                      <a:pt x="982" y="1523"/>
                      <a:pt x="978" y="1527"/>
                      <a:pt x="975" y="1530"/>
                    </a:cubicBezTo>
                    <a:close/>
                    <a:moveTo>
                      <a:pt x="1113" y="1472"/>
                    </a:moveTo>
                    <a:cubicBezTo>
                      <a:pt x="1109" y="1476"/>
                      <a:pt x="1103" y="1477"/>
                      <a:pt x="1105" y="1485"/>
                    </a:cubicBezTo>
                    <a:cubicBezTo>
                      <a:pt x="1106" y="1491"/>
                      <a:pt x="1110" y="1498"/>
                      <a:pt x="1101" y="1500"/>
                    </a:cubicBezTo>
                    <a:cubicBezTo>
                      <a:pt x="1097" y="1501"/>
                      <a:pt x="1093" y="1499"/>
                      <a:pt x="1092" y="1496"/>
                    </a:cubicBezTo>
                    <a:cubicBezTo>
                      <a:pt x="1090" y="1493"/>
                      <a:pt x="1091" y="1490"/>
                      <a:pt x="1088" y="1487"/>
                    </a:cubicBezTo>
                    <a:cubicBezTo>
                      <a:pt x="1086" y="1485"/>
                      <a:pt x="1082" y="1486"/>
                      <a:pt x="1079" y="1485"/>
                    </a:cubicBezTo>
                    <a:cubicBezTo>
                      <a:pt x="1074" y="1483"/>
                      <a:pt x="1074" y="1477"/>
                      <a:pt x="1076" y="1473"/>
                    </a:cubicBezTo>
                    <a:cubicBezTo>
                      <a:pt x="1077" y="1472"/>
                      <a:pt x="1077" y="1471"/>
                      <a:pt x="1078" y="1471"/>
                    </a:cubicBezTo>
                    <a:cubicBezTo>
                      <a:pt x="1080" y="1466"/>
                      <a:pt x="1079" y="1461"/>
                      <a:pt x="1081" y="1456"/>
                    </a:cubicBezTo>
                    <a:cubicBezTo>
                      <a:pt x="1082" y="1455"/>
                      <a:pt x="1083" y="1454"/>
                      <a:pt x="1083" y="1453"/>
                    </a:cubicBezTo>
                    <a:cubicBezTo>
                      <a:pt x="1084" y="1450"/>
                      <a:pt x="1084" y="1446"/>
                      <a:pt x="1083" y="1443"/>
                    </a:cubicBezTo>
                    <a:cubicBezTo>
                      <a:pt x="1082" y="1440"/>
                      <a:pt x="1081" y="1436"/>
                      <a:pt x="1079" y="1434"/>
                    </a:cubicBezTo>
                    <a:cubicBezTo>
                      <a:pt x="1076" y="1431"/>
                      <a:pt x="1072" y="1431"/>
                      <a:pt x="1069" y="1431"/>
                    </a:cubicBezTo>
                    <a:cubicBezTo>
                      <a:pt x="1067" y="1431"/>
                      <a:pt x="1060" y="1433"/>
                      <a:pt x="1058" y="1431"/>
                    </a:cubicBezTo>
                    <a:cubicBezTo>
                      <a:pt x="1055" y="1428"/>
                      <a:pt x="1061" y="1425"/>
                      <a:pt x="1060" y="1422"/>
                    </a:cubicBezTo>
                    <a:cubicBezTo>
                      <a:pt x="1060" y="1421"/>
                      <a:pt x="1057" y="1421"/>
                      <a:pt x="1056" y="1420"/>
                    </a:cubicBezTo>
                    <a:cubicBezTo>
                      <a:pt x="1055" y="1419"/>
                      <a:pt x="1054" y="1417"/>
                      <a:pt x="1054" y="1415"/>
                    </a:cubicBezTo>
                    <a:cubicBezTo>
                      <a:pt x="1054" y="1412"/>
                      <a:pt x="1057" y="1408"/>
                      <a:pt x="1059" y="1406"/>
                    </a:cubicBezTo>
                    <a:cubicBezTo>
                      <a:pt x="1062" y="1403"/>
                      <a:pt x="1066" y="1400"/>
                      <a:pt x="1070" y="1398"/>
                    </a:cubicBezTo>
                    <a:cubicBezTo>
                      <a:pt x="1072" y="1397"/>
                      <a:pt x="1075" y="1396"/>
                      <a:pt x="1077" y="1394"/>
                    </a:cubicBezTo>
                    <a:cubicBezTo>
                      <a:pt x="1079" y="1393"/>
                      <a:pt x="1079" y="1391"/>
                      <a:pt x="1079" y="1389"/>
                    </a:cubicBezTo>
                    <a:cubicBezTo>
                      <a:pt x="1086" y="1392"/>
                      <a:pt x="1085" y="1396"/>
                      <a:pt x="1085" y="1402"/>
                    </a:cubicBezTo>
                    <a:cubicBezTo>
                      <a:pt x="1084" y="1408"/>
                      <a:pt x="1085" y="1414"/>
                      <a:pt x="1086" y="1419"/>
                    </a:cubicBezTo>
                    <a:cubicBezTo>
                      <a:pt x="1088" y="1427"/>
                      <a:pt x="1096" y="1424"/>
                      <a:pt x="1102" y="1426"/>
                    </a:cubicBezTo>
                    <a:cubicBezTo>
                      <a:pt x="1108" y="1430"/>
                      <a:pt x="1104" y="1439"/>
                      <a:pt x="1107" y="1444"/>
                    </a:cubicBezTo>
                    <a:cubicBezTo>
                      <a:pt x="1109" y="1449"/>
                      <a:pt x="1115" y="1450"/>
                      <a:pt x="1117" y="1456"/>
                    </a:cubicBezTo>
                    <a:cubicBezTo>
                      <a:pt x="1119" y="1461"/>
                      <a:pt x="1118" y="1468"/>
                      <a:pt x="1113" y="1472"/>
                    </a:cubicBezTo>
                    <a:close/>
                    <a:moveTo>
                      <a:pt x="1139" y="1282"/>
                    </a:moveTo>
                    <a:cubicBezTo>
                      <a:pt x="1138" y="1284"/>
                      <a:pt x="1136" y="1285"/>
                      <a:pt x="1136" y="1286"/>
                    </a:cubicBezTo>
                    <a:cubicBezTo>
                      <a:pt x="1137" y="1289"/>
                      <a:pt x="1140" y="1289"/>
                      <a:pt x="1138" y="1292"/>
                    </a:cubicBezTo>
                    <a:cubicBezTo>
                      <a:pt x="1136" y="1293"/>
                      <a:pt x="1133" y="1295"/>
                      <a:pt x="1132" y="1296"/>
                    </a:cubicBezTo>
                    <a:cubicBezTo>
                      <a:pt x="1128" y="1295"/>
                      <a:pt x="1122" y="1296"/>
                      <a:pt x="1118" y="1296"/>
                    </a:cubicBezTo>
                    <a:cubicBezTo>
                      <a:pt x="1114" y="1296"/>
                      <a:pt x="1106" y="1297"/>
                      <a:pt x="1104" y="1292"/>
                    </a:cubicBezTo>
                    <a:cubicBezTo>
                      <a:pt x="1102" y="1287"/>
                      <a:pt x="1106" y="1287"/>
                      <a:pt x="1109" y="1286"/>
                    </a:cubicBezTo>
                    <a:cubicBezTo>
                      <a:pt x="1113" y="1286"/>
                      <a:pt x="1116" y="1285"/>
                      <a:pt x="1119" y="1284"/>
                    </a:cubicBezTo>
                    <a:cubicBezTo>
                      <a:pt x="1123" y="1283"/>
                      <a:pt x="1123" y="1280"/>
                      <a:pt x="1123" y="1276"/>
                    </a:cubicBezTo>
                    <a:cubicBezTo>
                      <a:pt x="1124" y="1274"/>
                      <a:pt x="1123" y="1268"/>
                      <a:pt x="1127" y="1270"/>
                    </a:cubicBezTo>
                    <a:cubicBezTo>
                      <a:pt x="1130" y="1271"/>
                      <a:pt x="1130" y="1275"/>
                      <a:pt x="1133" y="1276"/>
                    </a:cubicBezTo>
                    <a:cubicBezTo>
                      <a:pt x="1134" y="1277"/>
                      <a:pt x="1137" y="1276"/>
                      <a:pt x="1138" y="1277"/>
                    </a:cubicBezTo>
                    <a:cubicBezTo>
                      <a:pt x="1139" y="1278"/>
                      <a:pt x="1139" y="1281"/>
                      <a:pt x="1139" y="1282"/>
                    </a:cubicBezTo>
                    <a:close/>
                    <a:moveTo>
                      <a:pt x="1173" y="1326"/>
                    </a:moveTo>
                    <a:cubicBezTo>
                      <a:pt x="1168" y="1329"/>
                      <a:pt x="1168" y="1324"/>
                      <a:pt x="1167" y="1321"/>
                    </a:cubicBezTo>
                    <a:cubicBezTo>
                      <a:pt x="1166" y="1317"/>
                      <a:pt x="1165" y="1314"/>
                      <a:pt x="1162" y="1311"/>
                    </a:cubicBezTo>
                    <a:cubicBezTo>
                      <a:pt x="1160" y="1309"/>
                      <a:pt x="1154" y="1308"/>
                      <a:pt x="1157" y="1303"/>
                    </a:cubicBezTo>
                    <a:cubicBezTo>
                      <a:pt x="1159" y="1298"/>
                      <a:pt x="1166" y="1298"/>
                      <a:pt x="1171" y="1298"/>
                    </a:cubicBezTo>
                    <a:cubicBezTo>
                      <a:pt x="1173" y="1298"/>
                      <a:pt x="1175" y="1299"/>
                      <a:pt x="1177" y="1298"/>
                    </a:cubicBezTo>
                    <a:cubicBezTo>
                      <a:pt x="1179" y="1297"/>
                      <a:pt x="1180" y="1296"/>
                      <a:pt x="1181" y="1294"/>
                    </a:cubicBezTo>
                    <a:cubicBezTo>
                      <a:pt x="1184" y="1291"/>
                      <a:pt x="1188" y="1288"/>
                      <a:pt x="1193" y="1288"/>
                    </a:cubicBezTo>
                    <a:cubicBezTo>
                      <a:pt x="1199" y="1288"/>
                      <a:pt x="1203" y="1294"/>
                      <a:pt x="1199" y="1299"/>
                    </a:cubicBezTo>
                    <a:cubicBezTo>
                      <a:pt x="1198" y="1301"/>
                      <a:pt x="1195" y="1302"/>
                      <a:pt x="1194" y="1305"/>
                    </a:cubicBezTo>
                    <a:cubicBezTo>
                      <a:pt x="1193" y="1306"/>
                      <a:pt x="1195" y="1308"/>
                      <a:pt x="1195" y="1309"/>
                    </a:cubicBezTo>
                    <a:cubicBezTo>
                      <a:pt x="1195" y="1311"/>
                      <a:pt x="1195" y="1312"/>
                      <a:pt x="1195" y="1313"/>
                    </a:cubicBezTo>
                    <a:cubicBezTo>
                      <a:pt x="1194" y="1315"/>
                      <a:pt x="1193" y="1318"/>
                      <a:pt x="1193" y="1321"/>
                    </a:cubicBezTo>
                    <a:cubicBezTo>
                      <a:pt x="1192" y="1322"/>
                      <a:pt x="1193" y="1325"/>
                      <a:pt x="1192" y="1326"/>
                    </a:cubicBezTo>
                    <a:cubicBezTo>
                      <a:pt x="1192" y="1326"/>
                      <a:pt x="1191" y="1327"/>
                      <a:pt x="1190" y="1327"/>
                    </a:cubicBezTo>
                    <a:cubicBezTo>
                      <a:pt x="1186" y="1328"/>
                      <a:pt x="1188" y="1325"/>
                      <a:pt x="1185" y="1323"/>
                    </a:cubicBezTo>
                    <a:cubicBezTo>
                      <a:pt x="1185" y="1323"/>
                      <a:pt x="1180" y="1322"/>
                      <a:pt x="1179" y="1323"/>
                    </a:cubicBezTo>
                    <a:cubicBezTo>
                      <a:pt x="1177" y="1323"/>
                      <a:pt x="1175" y="1325"/>
                      <a:pt x="1173" y="1326"/>
                    </a:cubicBezTo>
                    <a:close/>
                    <a:moveTo>
                      <a:pt x="1281" y="1522"/>
                    </a:moveTo>
                    <a:cubicBezTo>
                      <a:pt x="1277" y="1524"/>
                      <a:pt x="1273" y="1526"/>
                      <a:pt x="1269" y="1527"/>
                    </a:cubicBezTo>
                    <a:cubicBezTo>
                      <a:pt x="1267" y="1528"/>
                      <a:pt x="1265" y="1529"/>
                      <a:pt x="1263" y="1529"/>
                    </a:cubicBezTo>
                    <a:cubicBezTo>
                      <a:pt x="1263" y="1531"/>
                      <a:pt x="1262" y="1532"/>
                      <a:pt x="1262" y="1534"/>
                    </a:cubicBezTo>
                    <a:cubicBezTo>
                      <a:pt x="1258" y="1536"/>
                      <a:pt x="1257" y="1530"/>
                      <a:pt x="1254" y="1531"/>
                    </a:cubicBezTo>
                    <a:cubicBezTo>
                      <a:pt x="1252" y="1532"/>
                      <a:pt x="1251" y="1534"/>
                      <a:pt x="1249" y="1535"/>
                    </a:cubicBezTo>
                    <a:cubicBezTo>
                      <a:pt x="1247" y="1535"/>
                      <a:pt x="1246" y="1535"/>
                      <a:pt x="1245" y="1537"/>
                    </a:cubicBezTo>
                    <a:cubicBezTo>
                      <a:pt x="1244" y="1541"/>
                      <a:pt x="1247" y="1539"/>
                      <a:pt x="1248" y="1541"/>
                    </a:cubicBezTo>
                    <a:cubicBezTo>
                      <a:pt x="1249" y="1542"/>
                      <a:pt x="1249" y="1545"/>
                      <a:pt x="1248" y="1546"/>
                    </a:cubicBezTo>
                    <a:cubicBezTo>
                      <a:pt x="1245" y="1550"/>
                      <a:pt x="1241" y="1548"/>
                      <a:pt x="1240" y="1544"/>
                    </a:cubicBezTo>
                    <a:cubicBezTo>
                      <a:pt x="1240" y="1543"/>
                      <a:pt x="1234" y="1544"/>
                      <a:pt x="1233" y="1544"/>
                    </a:cubicBezTo>
                    <a:cubicBezTo>
                      <a:pt x="1230" y="1545"/>
                      <a:pt x="1227" y="1544"/>
                      <a:pt x="1225" y="1541"/>
                    </a:cubicBezTo>
                    <a:cubicBezTo>
                      <a:pt x="1223" y="1539"/>
                      <a:pt x="1225" y="1536"/>
                      <a:pt x="1226" y="1533"/>
                    </a:cubicBezTo>
                    <a:cubicBezTo>
                      <a:pt x="1227" y="1529"/>
                      <a:pt x="1227" y="1523"/>
                      <a:pt x="1225" y="1520"/>
                    </a:cubicBezTo>
                    <a:cubicBezTo>
                      <a:pt x="1222" y="1515"/>
                      <a:pt x="1216" y="1517"/>
                      <a:pt x="1212" y="1514"/>
                    </a:cubicBezTo>
                    <a:cubicBezTo>
                      <a:pt x="1208" y="1512"/>
                      <a:pt x="1210" y="1507"/>
                      <a:pt x="1206" y="1504"/>
                    </a:cubicBezTo>
                    <a:cubicBezTo>
                      <a:pt x="1203" y="1501"/>
                      <a:pt x="1198" y="1501"/>
                      <a:pt x="1196" y="1497"/>
                    </a:cubicBezTo>
                    <a:cubicBezTo>
                      <a:pt x="1194" y="1493"/>
                      <a:pt x="1194" y="1489"/>
                      <a:pt x="1191" y="1486"/>
                    </a:cubicBezTo>
                    <a:cubicBezTo>
                      <a:pt x="1188" y="1482"/>
                      <a:pt x="1185" y="1479"/>
                      <a:pt x="1182" y="1475"/>
                    </a:cubicBezTo>
                    <a:cubicBezTo>
                      <a:pt x="1180" y="1472"/>
                      <a:pt x="1177" y="1468"/>
                      <a:pt x="1179" y="1464"/>
                    </a:cubicBezTo>
                    <a:cubicBezTo>
                      <a:pt x="1182" y="1459"/>
                      <a:pt x="1187" y="1462"/>
                      <a:pt x="1191" y="1463"/>
                    </a:cubicBezTo>
                    <a:cubicBezTo>
                      <a:pt x="1196" y="1464"/>
                      <a:pt x="1197" y="1460"/>
                      <a:pt x="1199" y="1457"/>
                    </a:cubicBezTo>
                    <a:cubicBezTo>
                      <a:pt x="1201" y="1452"/>
                      <a:pt x="1204" y="1453"/>
                      <a:pt x="1209" y="1455"/>
                    </a:cubicBezTo>
                    <a:cubicBezTo>
                      <a:pt x="1213" y="1456"/>
                      <a:pt x="1218" y="1457"/>
                      <a:pt x="1221" y="1459"/>
                    </a:cubicBezTo>
                    <a:cubicBezTo>
                      <a:pt x="1224" y="1462"/>
                      <a:pt x="1225" y="1467"/>
                      <a:pt x="1227" y="1470"/>
                    </a:cubicBezTo>
                    <a:cubicBezTo>
                      <a:pt x="1230" y="1475"/>
                      <a:pt x="1234" y="1476"/>
                      <a:pt x="1239" y="1477"/>
                    </a:cubicBezTo>
                    <a:cubicBezTo>
                      <a:pt x="1244" y="1478"/>
                      <a:pt x="1245" y="1480"/>
                      <a:pt x="1246" y="1486"/>
                    </a:cubicBezTo>
                    <a:cubicBezTo>
                      <a:pt x="1246" y="1492"/>
                      <a:pt x="1247" y="1495"/>
                      <a:pt x="1253" y="1496"/>
                    </a:cubicBezTo>
                    <a:cubicBezTo>
                      <a:pt x="1258" y="1496"/>
                      <a:pt x="1260" y="1497"/>
                      <a:pt x="1264" y="1500"/>
                    </a:cubicBezTo>
                    <a:cubicBezTo>
                      <a:pt x="1269" y="1502"/>
                      <a:pt x="1273" y="1501"/>
                      <a:pt x="1277" y="1503"/>
                    </a:cubicBezTo>
                    <a:cubicBezTo>
                      <a:pt x="1281" y="1504"/>
                      <a:pt x="1283" y="1510"/>
                      <a:pt x="1285" y="1514"/>
                    </a:cubicBezTo>
                    <a:cubicBezTo>
                      <a:pt x="1287" y="1518"/>
                      <a:pt x="1285" y="1520"/>
                      <a:pt x="1281" y="1522"/>
                    </a:cubicBezTo>
                    <a:close/>
                    <a:moveTo>
                      <a:pt x="1297" y="1344"/>
                    </a:moveTo>
                    <a:cubicBezTo>
                      <a:pt x="1296" y="1346"/>
                      <a:pt x="1294" y="1350"/>
                      <a:pt x="1292" y="1348"/>
                    </a:cubicBezTo>
                    <a:cubicBezTo>
                      <a:pt x="1288" y="1345"/>
                      <a:pt x="1290" y="1337"/>
                      <a:pt x="1290" y="1333"/>
                    </a:cubicBezTo>
                    <a:cubicBezTo>
                      <a:pt x="1290" y="1334"/>
                      <a:pt x="1290" y="1334"/>
                      <a:pt x="1290" y="1333"/>
                    </a:cubicBezTo>
                    <a:cubicBezTo>
                      <a:pt x="1290" y="1331"/>
                      <a:pt x="1290" y="1330"/>
                      <a:pt x="1289" y="1329"/>
                    </a:cubicBezTo>
                    <a:cubicBezTo>
                      <a:pt x="1288" y="1326"/>
                      <a:pt x="1285" y="1326"/>
                      <a:pt x="1284" y="1324"/>
                    </a:cubicBezTo>
                    <a:cubicBezTo>
                      <a:pt x="1282" y="1320"/>
                      <a:pt x="1281" y="1310"/>
                      <a:pt x="1287" y="1310"/>
                    </a:cubicBezTo>
                    <a:cubicBezTo>
                      <a:pt x="1295" y="1310"/>
                      <a:pt x="1292" y="1319"/>
                      <a:pt x="1293" y="1323"/>
                    </a:cubicBezTo>
                    <a:cubicBezTo>
                      <a:pt x="1293" y="1328"/>
                      <a:pt x="1299" y="1331"/>
                      <a:pt x="1300" y="1337"/>
                    </a:cubicBezTo>
                    <a:cubicBezTo>
                      <a:pt x="1300" y="1340"/>
                      <a:pt x="1298" y="1342"/>
                      <a:pt x="1297" y="1344"/>
                    </a:cubicBezTo>
                    <a:close/>
                    <a:moveTo>
                      <a:pt x="1694" y="1221"/>
                    </a:moveTo>
                    <a:cubicBezTo>
                      <a:pt x="1687" y="1228"/>
                      <a:pt x="1687" y="1238"/>
                      <a:pt x="1683" y="1246"/>
                    </a:cubicBezTo>
                    <a:cubicBezTo>
                      <a:pt x="1681" y="1249"/>
                      <a:pt x="1677" y="1255"/>
                      <a:pt x="1672" y="1253"/>
                    </a:cubicBezTo>
                    <a:cubicBezTo>
                      <a:pt x="1669" y="1252"/>
                      <a:pt x="1668" y="1249"/>
                      <a:pt x="1666" y="1247"/>
                    </a:cubicBezTo>
                    <a:cubicBezTo>
                      <a:pt x="1664" y="1245"/>
                      <a:pt x="1661" y="1244"/>
                      <a:pt x="1659" y="1243"/>
                    </a:cubicBezTo>
                    <a:cubicBezTo>
                      <a:pt x="1653" y="1240"/>
                      <a:pt x="1647" y="1235"/>
                      <a:pt x="1643" y="1231"/>
                    </a:cubicBezTo>
                    <a:cubicBezTo>
                      <a:pt x="1637" y="1225"/>
                      <a:pt x="1633" y="1218"/>
                      <a:pt x="1629" y="1211"/>
                    </a:cubicBezTo>
                    <a:cubicBezTo>
                      <a:pt x="1623" y="1199"/>
                      <a:pt x="1614" y="1184"/>
                      <a:pt x="1617" y="1170"/>
                    </a:cubicBezTo>
                    <a:cubicBezTo>
                      <a:pt x="1621" y="1156"/>
                      <a:pt x="1638" y="1144"/>
                      <a:pt x="1632" y="1129"/>
                    </a:cubicBezTo>
                    <a:cubicBezTo>
                      <a:pt x="1629" y="1120"/>
                      <a:pt x="1623" y="1113"/>
                      <a:pt x="1619" y="1103"/>
                    </a:cubicBezTo>
                    <a:cubicBezTo>
                      <a:pt x="1618" y="1099"/>
                      <a:pt x="1614" y="1086"/>
                      <a:pt x="1621" y="1084"/>
                    </a:cubicBezTo>
                    <a:cubicBezTo>
                      <a:pt x="1629" y="1082"/>
                      <a:pt x="1637" y="1093"/>
                      <a:pt x="1640" y="1098"/>
                    </a:cubicBezTo>
                    <a:cubicBezTo>
                      <a:pt x="1646" y="1105"/>
                      <a:pt x="1649" y="1114"/>
                      <a:pt x="1653" y="1122"/>
                    </a:cubicBezTo>
                    <a:cubicBezTo>
                      <a:pt x="1656" y="1129"/>
                      <a:pt x="1660" y="1136"/>
                      <a:pt x="1664" y="1143"/>
                    </a:cubicBezTo>
                    <a:cubicBezTo>
                      <a:pt x="1668" y="1147"/>
                      <a:pt x="1673" y="1155"/>
                      <a:pt x="1679" y="1154"/>
                    </a:cubicBezTo>
                    <a:cubicBezTo>
                      <a:pt x="1685" y="1154"/>
                      <a:pt x="1688" y="1148"/>
                      <a:pt x="1692" y="1144"/>
                    </a:cubicBezTo>
                    <a:cubicBezTo>
                      <a:pt x="1696" y="1140"/>
                      <a:pt x="1699" y="1145"/>
                      <a:pt x="1701" y="1149"/>
                    </a:cubicBezTo>
                    <a:cubicBezTo>
                      <a:pt x="1705" y="1158"/>
                      <a:pt x="1709" y="1167"/>
                      <a:pt x="1713" y="1175"/>
                    </a:cubicBezTo>
                    <a:cubicBezTo>
                      <a:pt x="1716" y="1180"/>
                      <a:pt x="1721" y="1186"/>
                      <a:pt x="1720" y="1192"/>
                    </a:cubicBezTo>
                    <a:cubicBezTo>
                      <a:pt x="1720" y="1206"/>
                      <a:pt x="1702" y="1213"/>
                      <a:pt x="1694" y="1221"/>
                    </a:cubicBezTo>
                    <a:close/>
                    <a:moveTo>
                      <a:pt x="3844" y="621"/>
                    </a:moveTo>
                    <a:cubicBezTo>
                      <a:pt x="3841" y="624"/>
                      <a:pt x="3836" y="625"/>
                      <a:pt x="3832" y="627"/>
                    </a:cubicBezTo>
                    <a:cubicBezTo>
                      <a:pt x="3829" y="628"/>
                      <a:pt x="3827" y="629"/>
                      <a:pt x="3825" y="632"/>
                    </a:cubicBezTo>
                    <a:cubicBezTo>
                      <a:pt x="3824" y="635"/>
                      <a:pt x="3824" y="638"/>
                      <a:pt x="3822" y="641"/>
                    </a:cubicBezTo>
                    <a:cubicBezTo>
                      <a:pt x="3820" y="644"/>
                      <a:pt x="3817" y="645"/>
                      <a:pt x="3814" y="646"/>
                    </a:cubicBezTo>
                    <a:cubicBezTo>
                      <a:pt x="3809" y="650"/>
                      <a:pt x="3808" y="657"/>
                      <a:pt x="3800" y="659"/>
                    </a:cubicBezTo>
                    <a:cubicBezTo>
                      <a:pt x="3797" y="659"/>
                      <a:pt x="3793" y="660"/>
                      <a:pt x="3791" y="663"/>
                    </a:cubicBezTo>
                    <a:cubicBezTo>
                      <a:pt x="3789" y="666"/>
                      <a:pt x="3789" y="671"/>
                      <a:pt x="3789" y="675"/>
                    </a:cubicBezTo>
                    <a:cubicBezTo>
                      <a:pt x="3788" y="679"/>
                      <a:pt x="3787" y="682"/>
                      <a:pt x="3784" y="684"/>
                    </a:cubicBezTo>
                    <a:cubicBezTo>
                      <a:pt x="3781" y="686"/>
                      <a:pt x="3777" y="687"/>
                      <a:pt x="3776" y="691"/>
                    </a:cubicBezTo>
                    <a:cubicBezTo>
                      <a:pt x="3774" y="694"/>
                      <a:pt x="3774" y="697"/>
                      <a:pt x="3773" y="701"/>
                    </a:cubicBezTo>
                    <a:cubicBezTo>
                      <a:pt x="3772" y="705"/>
                      <a:pt x="3770" y="708"/>
                      <a:pt x="3767" y="711"/>
                    </a:cubicBezTo>
                    <a:cubicBezTo>
                      <a:pt x="3765" y="713"/>
                      <a:pt x="3761" y="717"/>
                      <a:pt x="3762" y="721"/>
                    </a:cubicBezTo>
                    <a:cubicBezTo>
                      <a:pt x="3763" y="725"/>
                      <a:pt x="3768" y="725"/>
                      <a:pt x="3770" y="725"/>
                    </a:cubicBezTo>
                    <a:cubicBezTo>
                      <a:pt x="3775" y="725"/>
                      <a:pt x="3779" y="724"/>
                      <a:pt x="3783" y="724"/>
                    </a:cubicBezTo>
                    <a:cubicBezTo>
                      <a:pt x="3786" y="725"/>
                      <a:pt x="3789" y="726"/>
                      <a:pt x="3792" y="726"/>
                    </a:cubicBezTo>
                    <a:cubicBezTo>
                      <a:pt x="3799" y="727"/>
                      <a:pt x="3808" y="724"/>
                      <a:pt x="3814" y="730"/>
                    </a:cubicBezTo>
                    <a:cubicBezTo>
                      <a:pt x="3820" y="734"/>
                      <a:pt x="3819" y="746"/>
                      <a:pt x="3817" y="752"/>
                    </a:cubicBezTo>
                    <a:cubicBezTo>
                      <a:pt x="3816" y="756"/>
                      <a:pt x="3814" y="759"/>
                      <a:pt x="3811" y="760"/>
                    </a:cubicBezTo>
                    <a:cubicBezTo>
                      <a:pt x="3807" y="762"/>
                      <a:pt x="3803" y="763"/>
                      <a:pt x="3800" y="767"/>
                    </a:cubicBezTo>
                    <a:cubicBezTo>
                      <a:pt x="3798" y="770"/>
                      <a:pt x="3798" y="774"/>
                      <a:pt x="3796" y="777"/>
                    </a:cubicBezTo>
                    <a:cubicBezTo>
                      <a:pt x="3795" y="781"/>
                      <a:pt x="3793" y="785"/>
                      <a:pt x="3791" y="789"/>
                    </a:cubicBezTo>
                    <a:cubicBezTo>
                      <a:pt x="3791" y="790"/>
                      <a:pt x="3790" y="791"/>
                      <a:pt x="3789" y="793"/>
                    </a:cubicBezTo>
                    <a:cubicBezTo>
                      <a:pt x="3788" y="796"/>
                      <a:pt x="3788" y="798"/>
                      <a:pt x="3785" y="799"/>
                    </a:cubicBezTo>
                    <a:cubicBezTo>
                      <a:pt x="3782" y="799"/>
                      <a:pt x="3778" y="799"/>
                      <a:pt x="3776" y="797"/>
                    </a:cubicBezTo>
                    <a:cubicBezTo>
                      <a:pt x="3773" y="796"/>
                      <a:pt x="3771" y="792"/>
                      <a:pt x="3767" y="792"/>
                    </a:cubicBezTo>
                    <a:cubicBezTo>
                      <a:pt x="3764" y="792"/>
                      <a:pt x="3763" y="797"/>
                      <a:pt x="3761" y="798"/>
                    </a:cubicBezTo>
                    <a:cubicBezTo>
                      <a:pt x="3757" y="799"/>
                      <a:pt x="3757" y="795"/>
                      <a:pt x="3755" y="794"/>
                    </a:cubicBezTo>
                    <a:cubicBezTo>
                      <a:pt x="3751" y="793"/>
                      <a:pt x="3749" y="795"/>
                      <a:pt x="3746" y="796"/>
                    </a:cubicBezTo>
                    <a:cubicBezTo>
                      <a:pt x="3743" y="798"/>
                      <a:pt x="3739" y="799"/>
                      <a:pt x="3735" y="800"/>
                    </a:cubicBezTo>
                    <a:cubicBezTo>
                      <a:pt x="3732" y="801"/>
                      <a:pt x="3728" y="801"/>
                      <a:pt x="3725" y="802"/>
                    </a:cubicBezTo>
                    <a:cubicBezTo>
                      <a:pt x="3722" y="802"/>
                      <a:pt x="3720" y="802"/>
                      <a:pt x="3717" y="801"/>
                    </a:cubicBezTo>
                    <a:cubicBezTo>
                      <a:pt x="3714" y="799"/>
                      <a:pt x="3712" y="799"/>
                      <a:pt x="3710" y="796"/>
                    </a:cubicBezTo>
                    <a:cubicBezTo>
                      <a:pt x="3709" y="795"/>
                      <a:pt x="3707" y="794"/>
                      <a:pt x="3706" y="792"/>
                    </a:cubicBezTo>
                    <a:cubicBezTo>
                      <a:pt x="3705" y="791"/>
                      <a:pt x="3704" y="790"/>
                      <a:pt x="3702" y="789"/>
                    </a:cubicBezTo>
                    <a:cubicBezTo>
                      <a:pt x="3699" y="788"/>
                      <a:pt x="3696" y="788"/>
                      <a:pt x="3692" y="788"/>
                    </a:cubicBezTo>
                    <a:cubicBezTo>
                      <a:pt x="3690" y="787"/>
                      <a:pt x="3688" y="786"/>
                      <a:pt x="3686" y="788"/>
                    </a:cubicBezTo>
                    <a:cubicBezTo>
                      <a:pt x="3684" y="789"/>
                      <a:pt x="3685" y="789"/>
                      <a:pt x="3685" y="790"/>
                    </a:cubicBezTo>
                    <a:cubicBezTo>
                      <a:pt x="3686" y="790"/>
                      <a:pt x="3686" y="790"/>
                      <a:pt x="3686" y="791"/>
                    </a:cubicBezTo>
                    <a:cubicBezTo>
                      <a:pt x="3688" y="792"/>
                      <a:pt x="3689" y="794"/>
                      <a:pt x="3691" y="795"/>
                    </a:cubicBezTo>
                    <a:cubicBezTo>
                      <a:pt x="3693" y="796"/>
                      <a:pt x="3694" y="796"/>
                      <a:pt x="3695" y="797"/>
                    </a:cubicBezTo>
                    <a:cubicBezTo>
                      <a:pt x="3697" y="798"/>
                      <a:pt x="3701" y="802"/>
                      <a:pt x="3698" y="804"/>
                    </a:cubicBezTo>
                    <a:cubicBezTo>
                      <a:pt x="3697" y="805"/>
                      <a:pt x="3693" y="805"/>
                      <a:pt x="3692" y="805"/>
                    </a:cubicBezTo>
                    <a:cubicBezTo>
                      <a:pt x="3690" y="805"/>
                      <a:pt x="3688" y="804"/>
                      <a:pt x="3686" y="804"/>
                    </a:cubicBezTo>
                    <a:cubicBezTo>
                      <a:pt x="3682" y="804"/>
                      <a:pt x="3678" y="805"/>
                      <a:pt x="3675" y="806"/>
                    </a:cubicBezTo>
                    <a:cubicBezTo>
                      <a:pt x="3669" y="809"/>
                      <a:pt x="3665" y="816"/>
                      <a:pt x="3660" y="821"/>
                    </a:cubicBezTo>
                    <a:cubicBezTo>
                      <a:pt x="3659" y="822"/>
                      <a:pt x="3658" y="823"/>
                      <a:pt x="3657" y="822"/>
                    </a:cubicBezTo>
                    <a:cubicBezTo>
                      <a:pt x="3656" y="820"/>
                      <a:pt x="3655" y="819"/>
                      <a:pt x="3653" y="818"/>
                    </a:cubicBezTo>
                    <a:cubicBezTo>
                      <a:pt x="3647" y="814"/>
                      <a:pt x="3639" y="814"/>
                      <a:pt x="3632" y="816"/>
                    </a:cubicBezTo>
                    <a:cubicBezTo>
                      <a:pt x="3629" y="816"/>
                      <a:pt x="3627" y="818"/>
                      <a:pt x="3624" y="819"/>
                    </a:cubicBezTo>
                    <a:cubicBezTo>
                      <a:pt x="3621" y="820"/>
                      <a:pt x="3619" y="821"/>
                      <a:pt x="3616" y="821"/>
                    </a:cubicBezTo>
                    <a:cubicBezTo>
                      <a:pt x="3613" y="820"/>
                      <a:pt x="3612" y="817"/>
                      <a:pt x="3611" y="814"/>
                    </a:cubicBezTo>
                    <a:cubicBezTo>
                      <a:pt x="3610" y="814"/>
                      <a:pt x="3609" y="814"/>
                      <a:pt x="3607" y="813"/>
                    </a:cubicBezTo>
                    <a:cubicBezTo>
                      <a:pt x="3607" y="810"/>
                      <a:pt x="3608" y="808"/>
                      <a:pt x="3610" y="806"/>
                    </a:cubicBezTo>
                    <a:cubicBezTo>
                      <a:pt x="3613" y="803"/>
                      <a:pt x="3613" y="801"/>
                      <a:pt x="3613" y="797"/>
                    </a:cubicBezTo>
                    <a:cubicBezTo>
                      <a:pt x="3612" y="793"/>
                      <a:pt x="3611" y="788"/>
                      <a:pt x="3615" y="786"/>
                    </a:cubicBezTo>
                    <a:cubicBezTo>
                      <a:pt x="3618" y="784"/>
                      <a:pt x="3622" y="785"/>
                      <a:pt x="3626" y="784"/>
                    </a:cubicBezTo>
                    <a:cubicBezTo>
                      <a:pt x="3630" y="783"/>
                      <a:pt x="3632" y="780"/>
                      <a:pt x="3631" y="776"/>
                    </a:cubicBezTo>
                    <a:cubicBezTo>
                      <a:pt x="3631" y="772"/>
                      <a:pt x="3628" y="770"/>
                      <a:pt x="3626" y="767"/>
                    </a:cubicBezTo>
                    <a:cubicBezTo>
                      <a:pt x="3623" y="764"/>
                      <a:pt x="3621" y="761"/>
                      <a:pt x="3619" y="758"/>
                    </a:cubicBezTo>
                    <a:cubicBezTo>
                      <a:pt x="3617" y="756"/>
                      <a:pt x="3613" y="751"/>
                      <a:pt x="3615" y="748"/>
                    </a:cubicBezTo>
                    <a:cubicBezTo>
                      <a:pt x="3617" y="745"/>
                      <a:pt x="3622" y="746"/>
                      <a:pt x="3625" y="746"/>
                    </a:cubicBezTo>
                    <a:cubicBezTo>
                      <a:pt x="3629" y="746"/>
                      <a:pt x="3629" y="743"/>
                      <a:pt x="3630" y="740"/>
                    </a:cubicBezTo>
                    <a:cubicBezTo>
                      <a:pt x="3634" y="733"/>
                      <a:pt x="3640" y="728"/>
                      <a:pt x="3647" y="725"/>
                    </a:cubicBezTo>
                    <a:cubicBezTo>
                      <a:pt x="3651" y="724"/>
                      <a:pt x="3652" y="722"/>
                      <a:pt x="3654" y="719"/>
                    </a:cubicBezTo>
                    <a:cubicBezTo>
                      <a:pt x="3657" y="715"/>
                      <a:pt x="3660" y="715"/>
                      <a:pt x="3664" y="715"/>
                    </a:cubicBezTo>
                    <a:cubicBezTo>
                      <a:pt x="3668" y="715"/>
                      <a:pt x="3671" y="715"/>
                      <a:pt x="3673" y="712"/>
                    </a:cubicBezTo>
                    <a:cubicBezTo>
                      <a:pt x="3675" y="708"/>
                      <a:pt x="3677" y="707"/>
                      <a:pt x="3681" y="706"/>
                    </a:cubicBezTo>
                    <a:cubicBezTo>
                      <a:pt x="3689" y="706"/>
                      <a:pt x="3698" y="708"/>
                      <a:pt x="3707" y="706"/>
                    </a:cubicBezTo>
                    <a:cubicBezTo>
                      <a:pt x="3713" y="705"/>
                      <a:pt x="3719" y="701"/>
                      <a:pt x="3726" y="699"/>
                    </a:cubicBezTo>
                    <a:cubicBezTo>
                      <a:pt x="3729" y="699"/>
                      <a:pt x="3730" y="697"/>
                      <a:pt x="3732" y="695"/>
                    </a:cubicBezTo>
                    <a:cubicBezTo>
                      <a:pt x="3734" y="693"/>
                      <a:pt x="3737" y="691"/>
                      <a:pt x="3740" y="689"/>
                    </a:cubicBezTo>
                    <a:cubicBezTo>
                      <a:pt x="3741" y="688"/>
                      <a:pt x="3742" y="688"/>
                      <a:pt x="3743" y="687"/>
                    </a:cubicBezTo>
                    <a:cubicBezTo>
                      <a:pt x="3744" y="687"/>
                      <a:pt x="3745" y="686"/>
                      <a:pt x="3746" y="686"/>
                    </a:cubicBezTo>
                    <a:cubicBezTo>
                      <a:pt x="3748" y="684"/>
                      <a:pt x="3748" y="682"/>
                      <a:pt x="3749" y="680"/>
                    </a:cubicBezTo>
                    <a:cubicBezTo>
                      <a:pt x="3751" y="677"/>
                      <a:pt x="3754" y="675"/>
                      <a:pt x="3755" y="672"/>
                    </a:cubicBezTo>
                    <a:cubicBezTo>
                      <a:pt x="3757" y="670"/>
                      <a:pt x="3758" y="664"/>
                      <a:pt x="3757" y="661"/>
                    </a:cubicBezTo>
                    <a:cubicBezTo>
                      <a:pt x="3756" y="658"/>
                      <a:pt x="3748" y="658"/>
                      <a:pt x="3746" y="659"/>
                    </a:cubicBezTo>
                    <a:cubicBezTo>
                      <a:pt x="3747" y="662"/>
                      <a:pt x="3750" y="665"/>
                      <a:pt x="3749" y="668"/>
                    </a:cubicBezTo>
                    <a:cubicBezTo>
                      <a:pt x="3748" y="671"/>
                      <a:pt x="3745" y="672"/>
                      <a:pt x="3742" y="673"/>
                    </a:cubicBezTo>
                    <a:cubicBezTo>
                      <a:pt x="3735" y="674"/>
                      <a:pt x="3731" y="667"/>
                      <a:pt x="3727" y="662"/>
                    </a:cubicBezTo>
                    <a:cubicBezTo>
                      <a:pt x="3726" y="661"/>
                      <a:pt x="3724" y="658"/>
                      <a:pt x="3726" y="656"/>
                    </a:cubicBezTo>
                    <a:cubicBezTo>
                      <a:pt x="3728" y="653"/>
                      <a:pt x="3733" y="652"/>
                      <a:pt x="3736" y="651"/>
                    </a:cubicBezTo>
                    <a:cubicBezTo>
                      <a:pt x="3744" y="647"/>
                      <a:pt x="3752" y="642"/>
                      <a:pt x="3761" y="639"/>
                    </a:cubicBezTo>
                    <a:cubicBezTo>
                      <a:pt x="3767" y="637"/>
                      <a:pt x="3772" y="635"/>
                      <a:pt x="3776" y="629"/>
                    </a:cubicBezTo>
                    <a:cubicBezTo>
                      <a:pt x="3779" y="624"/>
                      <a:pt x="3783" y="620"/>
                      <a:pt x="3790" y="619"/>
                    </a:cubicBezTo>
                    <a:cubicBezTo>
                      <a:pt x="3793" y="618"/>
                      <a:pt x="3796" y="618"/>
                      <a:pt x="3799" y="618"/>
                    </a:cubicBezTo>
                    <a:cubicBezTo>
                      <a:pt x="3803" y="617"/>
                      <a:pt x="3806" y="615"/>
                      <a:pt x="3810" y="614"/>
                    </a:cubicBezTo>
                    <a:cubicBezTo>
                      <a:pt x="3818" y="612"/>
                      <a:pt x="3827" y="612"/>
                      <a:pt x="3835" y="611"/>
                    </a:cubicBezTo>
                    <a:cubicBezTo>
                      <a:pt x="3838" y="610"/>
                      <a:pt x="3843" y="609"/>
                      <a:pt x="3845" y="612"/>
                    </a:cubicBezTo>
                    <a:cubicBezTo>
                      <a:pt x="3847" y="614"/>
                      <a:pt x="3846" y="619"/>
                      <a:pt x="3844" y="6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7" name="Freeform 2518">
                <a:extLst>
                  <a:ext uri="{FF2B5EF4-FFF2-40B4-BE49-F238E27FC236}">
                    <a16:creationId xmlns:a16="http://schemas.microsoft.com/office/drawing/2014/main" id="{BCB30FD8-4B6C-4544-8181-0D213F19E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4097"/>
                <a:ext cx="4" cy="2"/>
              </a:xfrm>
              <a:custGeom>
                <a:avLst/>
                <a:gdLst>
                  <a:gd name="T0" fmla="*/ 1 w 9"/>
                  <a:gd name="T1" fmla="*/ 5 h 7"/>
                  <a:gd name="T2" fmla="*/ 1 w 9"/>
                  <a:gd name="T3" fmla="*/ 2 h 7"/>
                  <a:gd name="T4" fmla="*/ 6 w 9"/>
                  <a:gd name="T5" fmla="*/ 2 h 7"/>
                  <a:gd name="T6" fmla="*/ 1 w 9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1" y="5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5" y="0"/>
                      <a:pt x="6" y="2"/>
                    </a:cubicBezTo>
                    <a:cubicBezTo>
                      <a:pt x="9" y="4"/>
                      <a:pt x="2" y="7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8" name="Freeform 2519">
                <a:extLst>
                  <a:ext uri="{FF2B5EF4-FFF2-40B4-BE49-F238E27FC236}">
                    <a16:creationId xmlns:a16="http://schemas.microsoft.com/office/drawing/2014/main" id="{33A9E4C9-BF54-4D2F-8462-07C602983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4114"/>
                <a:ext cx="3" cy="4"/>
              </a:xfrm>
              <a:custGeom>
                <a:avLst/>
                <a:gdLst>
                  <a:gd name="T0" fmla="*/ 3 w 8"/>
                  <a:gd name="T1" fmla="*/ 9 h 9"/>
                  <a:gd name="T2" fmla="*/ 1 w 8"/>
                  <a:gd name="T3" fmla="*/ 6 h 9"/>
                  <a:gd name="T4" fmla="*/ 4 w 8"/>
                  <a:gd name="T5" fmla="*/ 0 h 9"/>
                  <a:gd name="T6" fmla="*/ 7 w 8"/>
                  <a:gd name="T7" fmla="*/ 2 h 9"/>
                  <a:gd name="T8" fmla="*/ 5 w 8"/>
                  <a:gd name="T9" fmla="*/ 6 h 9"/>
                  <a:gd name="T10" fmla="*/ 3 w 8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2" y="9"/>
                      <a:pt x="1" y="7"/>
                      <a:pt x="1" y="6"/>
                    </a:cubicBezTo>
                    <a:cubicBezTo>
                      <a:pt x="0" y="4"/>
                      <a:pt x="2" y="1"/>
                      <a:pt x="4" y="0"/>
                    </a:cubicBez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6" y="5"/>
                      <a:pt x="5" y="6"/>
                    </a:cubicBezTo>
                    <a:cubicBezTo>
                      <a:pt x="5" y="7"/>
                      <a:pt x="4" y="9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9" name="Freeform 2520">
                <a:extLst>
                  <a:ext uri="{FF2B5EF4-FFF2-40B4-BE49-F238E27FC236}">
                    <a16:creationId xmlns:a16="http://schemas.microsoft.com/office/drawing/2014/main" id="{6E70E4B9-EE77-418E-B479-3655C4886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4112"/>
                <a:ext cx="3" cy="5"/>
              </a:xfrm>
              <a:custGeom>
                <a:avLst/>
                <a:gdLst>
                  <a:gd name="T0" fmla="*/ 1 w 7"/>
                  <a:gd name="T1" fmla="*/ 5 h 12"/>
                  <a:gd name="T2" fmla="*/ 1 w 7"/>
                  <a:gd name="T3" fmla="*/ 4 h 12"/>
                  <a:gd name="T4" fmla="*/ 5 w 7"/>
                  <a:gd name="T5" fmla="*/ 1 h 12"/>
                  <a:gd name="T6" fmla="*/ 7 w 7"/>
                  <a:gd name="T7" fmla="*/ 6 h 12"/>
                  <a:gd name="T8" fmla="*/ 4 w 7"/>
                  <a:gd name="T9" fmla="*/ 10 h 12"/>
                  <a:gd name="T10" fmla="*/ 1 w 7"/>
                  <a:gd name="T1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1" y="5"/>
                    </a:moveTo>
                    <a:cubicBezTo>
                      <a:pt x="1" y="5"/>
                      <a:pt x="1" y="5"/>
                      <a:pt x="1" y="4"/>
                    </a:cubicBezTo>
                    <a:cubicBezTo>
                      <a:pt x="0" y="2"/>
                      <a:pt x="2" y="1"/>
                      <a:pt x="5" y="1"/>
                    </a:cubicBezTo>
                    <a:cubicBezTo>
                      <a:pt x="7" y="0"/>
                      <a:pt x="7" y="4"/>
                      <a:pt x="7" y="6"/>
                    </a:cubicBezTo>
                    <a:cubicBezTo>
                      <a:pt x="7" y="7"/>
                      <a:pt x="6" y="12"/>
                      <a:pt x="4" y="10"/>
                    </a:cubicBezTo>
                    <a:cubicBezTo>
                      <a:pt x="2" y="9"/>
                      <a:pt x="2" y="7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0" name="Freeform 2521">
                <a:extLst>
                  <a:ext uri="{FF2B5EF4-FFF2-40B4-BE49-F238E27FC236}">
                    <a16:creationId xmlns:a16="http://schemas.microsoft.com/office/drawing/2014/main" id="{EC79CE61-F95B-48F3-B163-68A3ADD78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4118"/>
                <a:ext cx="5" cy="7"/>
              </a:xfrm>
              <a:custGeom>
                <a:avLst/>
                <a:gdLst>
                  <a:gd name="T0" fmla="*/ 10 w 13"/>
                  <a:gd name="T1" fmla="*/ 10 h 16"/>
                  <a:gd name="T2" fmla="*/ 9 w 13"/>
                  <a:gd name="T3" fmla="*/ 10 h 16"/>
                  <a:gd name="T4" fmla="*/ 9 w 13"/>
                  <a:gd name="T5" fmla="*/ 11 h 16"/>
                  <a:gd name="T6" fmla="*/ 7 w 13"/>
                  <a:gd name="T7" fmla="*/ 13 h 16"/>
                  <a:gd name="T8" fmla="*/ 6 w 13"/>
                  <a:gd name="T9" fmla="*/ 15 h 16"/>
                  <a:gd name="T10" fmla="*/ 3 w 13"/>
                  <a:gd name="T11" fmla="*/ 15 h 16"/>
                  <a:gd name="T12" fmla="*/ 1 w 13"/>
                  <a:gd name="T13" fmla="*/ 10 h 16"/>
                  <a:gd name="T14" fmla="*/ 4 w 13"/>
                  <a:gd name="T15" fmla="*/ 7 h 16"/>
                  <a:gd name="T16" fmla="*/ 8 w 13"/>
                  <a:gd name="T17" fmla="*/ 2 h 16"/>
                  <a:gd name="T18" fmla="*/ 11 w 13"/>
                  <a:gd name="T19" fmla="*/ 0 h 16"/>
                  <a:gd name="T20" fmla="*/ 12 w 13"/>
                  <a:gd name="T21" fmla="*/ 1 h 16"/>
                  <a:gd name="T22" fmla="*/ 12 w 13"/>
                  <a:gd name="T23" fmla="*/ 4 h 16"/>
                  <a:gd name="T24" fmla="*/ 10 w 13"/>
                  <a:gd name="T25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6">
                    <a:moveTo>
                      <a:pt x="10" y="10"/>
                    </a:moveTo>
                    <a:cubicBezTo>
                      <a:pt x="10" y="10"/>
                      <a:pt x="10" y="10"/>
                      <a:pt x="9" y="10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8" y="11"/>
                      <a:pt x="7" y="12"/>
                      <a:pt x="7" y="13"/>
                    </a:cubicBezTo>
                    <a:cubicBezTo>
                      <a:pt x="7" y="14"/>
                      <a:pt x="7" y="14"/>
                      <a:pt x="6" y="15"/>
                    </a:cubicBezTo>
                    <a:cubicBezTo>
                      <a:pt x="5" y="16"/>
                      <a:pt x="4" y="16"/>
                      <a:pt x="3" y="15"/>
                    </a:cubicBezTo>
                    <a:cubicBezTo>
                      <a:pt x="1" y="14"/>
                      <a:pt x="0" y="12"/>
                      <a:pt x="1" y="10"/>
                    </a:cubicBezTo>
                    <a:cubicBezTo>
                      <a:pt x="1" y="9"/>
                      <a:pt x="3" y="8"/>
                      <a:pt x="4" y="7"/>
                    </a:cubicBezTo>
                    <a:cubicBezTo>
                      <a:pt x="6" y="5"/>
                      <a:pt x="6" y="3"/>
                      <a:pt x="8" y="2"/>
                    </a:cubicBezTo>
                    <a:cubicBezTo>
                      <a:pt x="9" y="1"/>
                      <a:pt x="10" y="1"/>
                      <a:pt x="11" y="0"/>
                    </a:cubicBezTo>
                    <a:cubicBezTo>
                      <a:pt x="11" y="0"/>
                      <a:pt x="12" y="0"/>
                      <a:pt x="12" y="1"/>
                    </a:cubicBezTo>
                    <a:cubicBezTo>
                      <a:pt x="13" y="1"/>
                      <a:pt x="13" y="3"/>
                      <a:pt x="12" y="4"/>
                    </a:cubicBezTo>
                    <a:cubicBezTo>
                      <a:pt x="12" y="5"/>
                      <a:pt x="11" y="9"/>
                      <a:pt x="10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1" name="Freeform 2522">
                <a:extLst>
                  <a:ext uri="{FF2B5EF4-FFF2-40B4-BE49-F238E27FC236}">
                    <a16:creationId xmlns:a16="http://schemas.microsoft.com/office/drawing/2014/main" id="{82A2D05B-6743-4970-9FF4-86F050ABD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3988"/>
                <a:ext cx="6" cy="14"/>
              </a:xfrm>
              <a:custGeom>
                <a:avLst/>
                <a:gdLst>
                  <a:gd name="T0" fmla="*/ 8 w 16"/>
                  <a:gd name="T1" fmla="*/ 11 h 35"/>
                  <a:gd name="T2" fmla="*/ 4 w 16"/>
                  <a:gd name="T3" fmla="*/ 3 h 35"/>
                  <a:gd name="T4" fmla="*/ 9 w 16"/>
                  <a:gd name="T5" fmla="*/ 1 h 35"/>
                  <a:gd name="T6" fmla="*/ 15 w 16"/>
                  <a:gd name="T7" fmla="*/ 8 h 35"/>
                  <a:gd name="T8" fmla="*/ 14 w 16"/>
                  <a:gd name="T9" fmla="*/ 15 h 35"/>
                  <a:gd name="T10" fmla="*/ 9 w 16"/>
                  <a:gd name="T11" fmla="*/ 20 h 35"/>
                  <a:gd name="T12" fmla="*/ 11 w 16"/>
                  <a:gd name="T13" fmla="*/ 26 h 35"/>
                  <a:gd name="T14" fmla="*/ 9 w 16"/>
                  <a:gd name="T15" fmla="*/ 32 h 35"/>
                  <a:gd name="T16" fmla="*/ 3 w 16"/>
                  <a:gd name="T17" fmla="*/ 28 h 35"/>
                  <a:gd name="T18" fmla="*/ 1 w 16"/>
                  <a:gd name="T19" fmla="*/ 22 h 35"/>
                  <a:gd name="T20" fmla="*/ 8 w 16"/>
                  <a:gd name="T21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35">
                    <a:moveTo>
                      <a:pt x="8" y="11"/>
                    </a:moveTo>
                    <a:cubicBezTo>
                      <a:pt x="7" y="8"/>
                      <a:pt x="4" y="7"/>
                      <a:pt x="4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2" y="2"/>
                      <a:pt x="14" y="5"/>
                      <a:pt x="15" y="8"/>
                    </a:cubicBezTo>
                    <a:cubicBezTo>
                      <a:pt x="16" y="10"/>
                      <a:pt x="16" y="13"/>
                      <a:pt x="14" y="15"/>
                    </a:cubicBezTo>
                    <a:cubicBezTo>
                      <a:pt x="13" y="17"/>
                      <a:pt x="9" y="17"/>
                      <a:pt x="9" y="20"/>
                    </a:cubicBezTo>
                    <a:cubicBezTo>
                      <a:pt x="8" y="22"/>
                      <a:pt x="11" y="24"/>
                      <a:pt x="11" y="26"/>
                    </a:cubicBezTo>
                    <a:cubicBezTo>
                      <a:pt x="11" y="28"/>
                      <a:pt x="11" y="31"/>
                      <a:pt x="9" y="32"/>
                    </a:cubicBezTo>
                    <a:cubicBezTo>
                      <a:pt x="6" y="35"/>
                      <a:pt x="4" y="31"/>
                      <a:pt x="3" y="28"/>
                    </a:cubicBezTo>
                    <a:cubicBezTo>
                      <a:pt x="2" y="27"/>
                      <a:pt x="0" y="24"/>
                      <a:pt x="1" y="22"/>
                    </a:cubicBezTo>
                    <a:cubicBezTo>
                      <a:pt x="2" y="17"/>
                      <a:pt x="9" y="17"/>
                      <a:pt x="8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2" name="Freeform 2523">
                <a:extLst>
                  <a:ext uri="{FF2B5EF4-FFF2-40B4-BE49-F238E27FC236}">
                    <a16:creationId xmlns:a16="http://schemas.microsoft.com/office/drawing/2014/main" id="{4E2C8053-86E8-4EA7-99FD-88F88F65C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3994"/>
                <a:ext cx="4" cy="5"/>
              </a:xfrm>
              <a:custGeom>
                <a:avLst/>
                <a:gdLst>
                  <a:gd name="T0" fmla="*/ 3 w 8"/>
                  <a:gd name="T1" fmla="*/ 11 h 12"/>
                  <a:gd name="T2" fmla="*/ 0 w 8"/>
                  <a:gd name="T3" fmla="*/ 7 h 12"/>
                  <a:gd name="T4" fmla="*/ 3 w 8"/>
                  <a:gd name="T5" fmla="*/ 2 h 12"/>
                  <a:gd name="T6" fmla="*/ 3 w 8"/>
                  <a:gd name="T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3" y="11"/>
                    </a:moveTo>
                    <a:cubicBezTo>
                      <a:pt x="2" y="11"/>
                      <a:pt x="0" y="9"/>
                      <a:pt x="0" y="7"/>
                    </a:cubicBezTo>
                    <a:cubicBezTo>
                      <a:pt x="0" y="5"/>
                      <a:pt x="2" y="3"/>
                      <a:pt x="3" y="2"/>
                    </a:cubicBezTo>
                    <a:cubicBezTo>
                      <a:pt x="7" y="0"/>
                      <a:pt x="8" y="12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3" name="Freeform 2524">
                <a:extLst>
                  <a:ext uri="{FF2B5EF4-FFF2-40B4-BE49-F238E27FC236}">
                    <a16:creationId xmlns:a16="http://schemas.microsoft.com/office/drawing/2014/main" id="{D53997B4-91F9-47BD-AFEE-345A84F3C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3985"/>
                <a:ext cx="30" cy="24"/>
              </a:xfrm>
              <a:custGeom>
                <a:avLst/>
                <a:gdLst>
                  <a:gd name="T0" fmla="*/ 43 w 73"/>
                  <a:gd name="T1" fmla="*/ 40 h 60"/>
                  <a:gd name="T2" fmla="*/ 28 w 73"/>
                  <a:gd name="T3" fmla="*/ 45 h 60"/>
                  <a:gd name="T4" fmla="*/ 17 w 73"/>
                  <a:gd name="T5" fmla="*/ 58 h 60"/>
                  <a:gd name="T6" fmla="*/ 3 w 73"/>
                  <a:gd name="T7" fmla="*/ 55 h 60"/>
                  <a:gd name="T8" fmla="*/ 8 w 73"/>
                  <a:gd name="T9" fmla="*/ 41 h 60"/>
                  <a:gd name="T10" fmla="*/ 22 w 73"/>
                  <a:gd name="T11" fmla="*/ 27 h 60"/>
                  <a:gd name="T12" fmla="*/ 42 w 73"/>
                  <a:gd name="T13" fmla="*/ 23 h 60"/>
                  <a:gd name="T14" fmla="*/ 56 w 73"/>
                  <a:gd name="T15" fmla="*/ 11 h 60"/>
                  <a:gd name="T16" fmla="*/ 69 w 73"/>
                  <a:gd name="T17" fmla="*/ 3 h 60"/>
                  <a:gd name="T18" fmla="*/ 66 w 73"/>
                  <a:gd name="T19" fmla="*/ 20 h 60"/>
                  <a:gd name="T20" fmla="*/ 53 w 73"/>
                  <a:gd name="T21" fmla="*/ 34 h 60"/>
                  <a:gd name="T22" fmla="*/ 43 w 73"/>
                  <a:gd name="T23" fmla="*/ 4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60">
                    <a:moveTo>
                      <a:pt x="43" y="40"/>
                    </a:moveTo>
                    <a:cubicBezTo>
                      <a:pt x="38" y="42"/>
                      <a:pt x="32" y="41"/>
                      <a:pt x="28" y="45"/>
                    </a:cubicBezTo>
                    <a:cubicBezTo>
                      <a:pt x="24" y="49"/>
                      <a:pt x="22" y="56"/>
                      <a:pt x="17" y="58"/>
                    </a:cubicBezTo>
                    <a:cubicBezTo>
                      <a:pt x="12" y="60"/>
                      <a:pt x="5" y="60"/>
                      <a:pt x="3" y="55"/>
                    </a:cubicBezTo>
                    <a:cubicBezTo>
                      <a:pt x="0" y="51"/>
                      <a:pt x="6" y="44"/>
                      <a:pt x="8" y="41"/>
                    </a:cubicBezTo>
                    <a:cubicBezTo>
                      <a:pt x="12" y="35"/>
                      <a:pt x="16" y="29"/>
                      <a:pt x="22" y="27"/>
                    </a:cubicBezTo>
                    <a:cubicBezTo>
                      <a:pt x="28" y="24"/>
                      <a:pt x="35" y="24"/>
                      <a:pt x="42" y="23"/>
                    </a:cubicBezTo>
                    <a:cubicBezTo>
                      <a:pt x="48" y="21"/>
                      <a:pt x="52" y="16"/>
                      <a:pt x="56" y="11"/>
                    </a:cubicBezTo>
                    <a:cubicBezTo>
                      <a:pt x="59" y="8"/>
                      <a:pt x="65" y="0"/>
                      <a:pt x="69" y="3"/>
                    </a:cubicBezTo>
                    <a:cubicBezTo>
                      <a:pt x="73" y="7"/>
                      <a:pt x="69" y="17"/>
                      <a:pt x="66" y="20"/>
                    </a:cubicBezTo>
                    <a:cubicBezTo>
                      <a:pt x="62" y="24"/>
                      <a:pt x="58" y="30"/>
                      <a:pt x="53" y="34"/>
                    </a:cubicBezTo>
                    <a:cubicBezTo>
                      <a:pt x="50" y="37"/>
                      <a:pt x="46" y="39"/>
                      <a:pt x="43" y="4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4" name="Freeform 2525">
                <a:extLst>
                  <a:ext uri="{FF2B5EF4-FFF2-40B4-BE49-F238E27FC236}">
                    <a16:creationId xmlns:a16="http://schemas.microsoft.com/office/drawing/2014/main" id="{5909411B-CBCE-4024-A626-631EDA3BB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3965"/>
                <a:ext cx="40" cy="21"/>
              </a:xfrm>
              <a:custGeom>
                <a:avLst/>
                <a:gdLst>
                  <a:gd name="T0" fmla="*/ 23 w 98"/>
                  <a:gd name="T1" fmla="*/ 30 h 50"/>
                  <a:gd name="T2" fmla="*/ 13 w 98"/>
                  <a:gd name="T3" fmla="*/ 40 h 50"/>
                  <a:gd name="T4" fmla="*/ 4 w 98"/>
                  <a:gd name="T5" fmla="*/ 41 h 50"/>
                  <a:gd name="T6" fmla="*/ 2 w 98"/>
                  <a:gd name="T7" fmla="*/ 30 h 50"/>
                  <a:gd name="T8" fmla="*/ 12 w 98"/>
                  <a:gd name="T9" fmla="*/ 20 h 50"/>
                  <a:gd name="T10" fmla="*/ 23 w 98"/>
                  <a:gd name="T11" fmla="*/ 9 h 50"/>
                  <a:gd name="T12" fmla="*/ 43 w 98"/>
                  <a:gd name="T13" fmla="*/ 2 h 50"/>
                  <a:gd name="T14" fmla="*/ 54 w 98"/>
                  <a:gd name="T15" fmla="*/ 4 h 50"/>
                  <a:gd name="T16" fmla="*/ 63 w 98"/>
                  <a:gd name="T17" fmla="*/ 12 h 50"/>
                  <a:gd name="T18" fmla="*/ 74 w 98"/>
                  <a:gd name="T19" fmla="*/ 14 h 50"/>
                  <a:gd name="T20" fmla="*/ 80 w 98"/>
                  <a:gd name="T21" fmla="*/ 8 h 50"/>
                  <a:gd name="T22" fmla="*/ 93 w 98"/>
                  <a:gd name="T23" fmla="*/ 12 h 50"/>
                  <a:gd name="T24" fmla="*/ 79 w 98"/>
                  <a:gd name="T25" fmla="*/ 29 h 50"/>
                  <a:gd name="T26" fmla="*/ 59 w 98"/>
                  <a:gd name="T27" fmla="*/ 49 h 50"/>
                  <a:gd name="T28" fmla="*/ 47 w 98"/>
                  <a:gd name="T29" fmla="*/ 44 h 50"/>
                  <a:gd name="T30" fmla="*/ 23 w 98"/>
                  <a:gd name="T31" fmla="*/ 3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50">
                    <a:moveTo>
                      <a:pt x="23" y="30"/>
                    </a:moveTo>
                    <a:cubicBezTo>
                      <a:pt x="20" y="34"/>
                      <a:pt x="18" y="37"/>
                      <a:pt x="13" y="40"/>
                    </a:cubicBezTo>
                    <a:cubicBezTo>
                      <a:pt x="11" y="42"/>
                      <a:pt x="7" y="44"/>
                      <a:pt x="4" y="41"/>
                    </a:cubicBezTo>
                    <a:cubicBezTo>
                      <a:pt x="1" y="39"/>
                      <a:pt x="0" y="33"/>
                      <a:pt x="2" y="30"/>
                    </a:cubicBezTo>
                    <a:cubicBezTo>
                      <a:pt x="4" y="26"/>
                      <a:pt x="9" y="24"/>
                      <a:pt x="12" y="20"/>
                    </a:cubicBezTo>
                    <a:cubicBezTo>
                      <a:pt x="16" y="16"/>
                      <a:pt x="19" y="12"/>
                      <a:pt x="23" y="9"/>
                    </a:cubicBezTo>
                    <a:cubicBezTo>
                      <a:pt x="30" y="5"/>
                      <a:pt x="35" y="2"/>
                      <a:pt x="43" y="2"/>
                    </a:cubicBezTo>
                    <a:cubicBezTo>
                      <a:pt x="47" y="2"/>
                      <a:pt x="51" y="2"/>
                      <a:pt x="54" y="4"/>
                    </a:cubicBezTo>
                    <a:cubicBezTo>
                      <a:pt x="58" y="6"/>
                      <a:pt x="60" y="9"/>
                      <a:pt x="63" y="12"/>
                    </a:cubicBezTo>
                    <a:cubicBezTo>
                      <a:pt x="66" y="14"/>
                      <a:pt x="70" y="14"/>
                      <a:pt x="74" y="14"/>
                    </a:cubicBezTo>
                    <a:cubicBezTo>
                      <a:pt x="78" y="14"/>
                      <a:pt x="79" y="12"/>
                      <a:pt x="80" y="8"/>
                    </a:cubicBezTo>
                    <a:cubicBezTo>
                      <a:pt x="84" y="0"/>
                      <a:pt x="91" y="6"/>
                      <a:pt x="93" y="12"/>
                    </a:cubicBezTo>
                    <a:cubicBezTo>
                      <a:pt x="98" y="22"/>
                      <a:pt x="85" y="23"/>
                      <a:pt x="79" y="29"/>
                    </a:cubicBezTo>
                    <a:cubicBezTo>
                      <a:pt x="73" y="35"/>
                      <a:pt x="68" y="45"/>
                      <a:pt x="59" y="49"/>
                    </a:cubicBezTo>
                    <a:cubicBezTo>
                      <a:pt x="55" y="50"/>
                      <a:pt x="50" y="47"/>
                      <a:pt x="47" y="44"/>
                    </a:cubicBezTo>
                    <a:cubicBezTo>
                      <a:pt x="43" y="40"/>
                      <a:pt x="30" y="23"/>
                      <a:pt x="23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5" name="Freeform 2526">
                <a:extLst>
                  <a:ext uri="{FF2B5EF4-FFF2-40B4-BE49-F238E27FC236}">
                    <a16:creationId xmlns:a16="http://schemas.microsoft.com/office/drawing/2014/main" id="{B42AE4C7-17D8-4EA6-8D3E-601498E1F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3903"/>
                <a:ext cx="4" cy="3"/>
              </a:xfrm>
              <a:custGeom>
                <a:avLst/>
                <a:gdLst>
                  <a:gd name="T0" fmla="*/ 4 w 9"/>
                  <a:gd name="T1" fmla="*/ 0 h 7"/>
                  <a:gd name="T2" fmla="*/ 5 w 9"/>
                  <a:gd name="T3" fmla="*/ 0 h 7"/>
                  <a:gd name="T4" fmla="*/ 8 w 9"/>
                  <a:gd name="T5" fmla="*/ 5 h 7"/>
                  <a:gd name="T6" fmla="*/ 2 w 9"/>
                  <a:gd name="T7" fmla="*/ 6 h 7"/>
                  <a:gd name="T8" fmla="*/ 0 w 9"/>
                  <a:gd name="T9" fmla="*/ 3 h 7"/>
                  <a:gd name="T10" fmla="*/ 2 w 9"/>
                  <a:gd name="T11" fmla="*/ 0 h 7"/>
                  <a:gd name="T12" fmla="*/ 4 w 9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6" name="Freeform 2527">
                <a:extLst>
                  <a:ext uri="{FF2B5EF4-FFF2-40B4-BE49-F238E27FC236}">
                    <a16:creationId xmlns:a16="http://schemas.microsoft.com/office/drawing/2014/main" id="{4830FF7C-699B-476D-81EE-33DDED7E6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3897"/>
                <a:ext cx="7" cy="8"/>
              </a:xfrm>
              <a:custGeom>
                <a:avLst/>
                <a:gdLst>
                  <a:gd name="T0" fmla="*/ 5 w 17"/>
                  <a:gd name="T1" fmla="*/ 0 h 19"/>
                  <a:gd name="T2" fmla="*/ 15 w 17"/>
                  <a:gd name="T3" fmla="*/ 2 h 19"/>
                  <a:gd name="T4" fmla="*/ 16 w 17"/>
                  <a:gd name="T5" fmla="*/ 10 h 19"/>
                  <a:gd name="T6" fmla="*/ 6 w 17"/>
                  <a:gd name="T7" fmla="*/ 13 h 19"/>
                  <a:gd name="T8" fmla="*/ 3 w 17"/>
                  <a:gd name="T9" fmla="*/ 5 h 19"/>
                  <a:gd name="T10" fmla="*/ 5 w 17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9">
                    <a:moveTo>
                      <a:pt x="5" y="0"/>
                    </a:moveTo>
                    <a:cubicBezTo>
                      <a:pt x="8" y="0"/>
                      <a:pt x="13" y="1"/>
                      <a:pt x="15" y="2"/>
                    </a:cubicBezTo>
                    <a:cubicBezTo>
                      <a:pt x="17" y="4"/>
                      <a:pt x="16" y="8"/>
                      <a:pt x="16" y="10"/>
                    </a:cubicBezTo>
                    <a:cubicBezTo>
                      <a:pt x="17" y="18"/>
                      <a:pt x="9" y="19"/>
                      <a:pt x="6" y="13"/>
                    </a:cubicBezTo>
                    <a:cubicBezTo>
                      <a:pt x="4" y="10"/>
                      <a:pt x="6" y="8"/>
                      <a:pt x="3" y="5"/>
                    </a:cubicBezTo>
                    <a:cubicBezTo>
                      <a:pt x="0" y="2"/>
                      <a:pt x="0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7" name="Freeform 2528">
                <a:extLst>
                  <a:ext uri="{FF2B5EF4-FFF2-40B4-BE49-F238E27FC236}">
                    <a16:creationId xmlns:a16="http://schemas.microsoft.com/office/drawing/2014/main" id="{2403A726-8A3E-42CC-9DD9-ECE26BCF6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3895"/>
                <a:ext cx="7" cy="5"/>
              </a:xfrm>
              <a:custGeom>
                <a:avLst/>
                <a:gdLst>
                  <a:gd name="T0" fmla="*/ 13 w 19"/>
                  <a:gd name="T1" fmla="*/ 12 h 12"/>
                  <a:gd name="T2" fmla="*/ 2 w 19"/>
                  <a:gd name="T3" fmla="*/ 7 h 12"/>
                  <a:gd name="T4" fmla="*/ 7 w 19"/>
                  <a:gd name="T5" fmla="*/ 1 h 12"/>
                  <a:gd name="T6" fmla="*/ 16 w 19"/>
                  <a:gd name="T7" fmla="*/ 6 h 12"/>
                  <a:gd name="T8" fmla="*/ 13 w 19"/>
                  <a:gd name="T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3" y="12"/>
                    </a:moveTo>
                    <a:cubicBezTo>
                      <a:pt x="10" y="11"/>
                      <a:pt x="4" y="11"/>
                      <a:pt x="2" y="7"/>
                    </a:cubicBezTo>
                    <a:cubicBezTo>
                      <a:pt x="0" y="3"/>
                      <a:pt x="3" y="0"/>
                      <a:pt x="7" y="1"/>
                    </a:cubicBezTo>
                    <a:cubicBezTo>
                      <a:pt x="10" y="2"/>
                      <a:pt x="13" y="5"/>
                      <a:pt x="16" y="6"/>
                    </a:cubicBezTo>
                    <a:cubicBezTo>
                      <a:pt x="19" y="9"/>
                      <a:pt x="17" y="11"/>
                      <a:pt x="13" y="10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8" name="Freeform 2529">
                <a:extLst>
                  <a:ext uri="{FF2B5EF4-FFF2-40B4-BE49-F238E27FC236}">
                    <a16:creationId xmlns:a16="http://schemas.microsoft.com/office/drawing/2014/main" id="{B824DEE4-5004-4618-BDAE-CBACC8827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893"/>
                <a:ext cx="30" cy="46"/>
              </a:xfrm>
              <a:custGeom>
                <a:avLst/>
                <a:gdLst>
                  <a:gd name="T0" fmla="*/ 9 w 75"/>
                  <a:gd name="T1" fmla="*/ 27 h 113"/>
                  <a:gd name="T2" fmla="*/ 0 w 75"/>
                  <a:gd name="T3" fmla="*/ 13 h 113"/>
                  <a:gd name="T4" fmla="*/ 13 w 75"/>
                  <a:gd name="T5" fmla="*/ 5 h 113"/>
                  <a:gd name="T6" fmla="*/ 28 w 75"/>
                  <a:gd name="T7" fmla="*/ 1 h 113"/>
                  <a:gd name="T8" fmla="*/ 47 w 75"/>
                  <a:gd name="T9" fmla="*/ 3 h 113"/>
                  <a:gd name="T10" fmla="*/ 62 w 75"/>
                  <a:gd name="T11" fmla="*/ 9 h 113"/>
                  <a:gd name="T12" fmla="*/ 62 w 75"/>
                  <a:gd name="T13" fmla="*/ 26 h 113"/>
                  <a:gd name="T14" fmla="*/ 69 w 75"/>
                  <a:gd name="T15" fmla="*/ 37 h 113"/>
                  <a:gd name="T16" fmla="*/ 69 w 75"/>
                  <a:gd name="T17" fmla="*/ 49 h 113"/>
                  <a:gd name="T18" fmla="*/ 73 w 75"/>
                  <a:gd name="T19" fmla="*/ 61 h 113"/>
                  <a:gd name="T20" fmla="*/ 69 w 75"/>
                  <a:gd name="T21" fmla="*/ 75 h 113"/>
                  <a:gd name="T22" fmla="*/ 68 w 75"/>
                  <a:gd name="T23" fmla="*/ 88 h 113"/>
                  <a:gd name="T24" fmla="*/ 61 w 75"/>
                  <a:gd name="T25" fmla="*/ 99 h 113"/>
                  <a:gd name="T26" fmla="*/ 55 w 75"/>
                  <a:gd name="T27" fmla="*/ 104 h 113"/>
                  <a:gd name="T28" fmla="*/ 52 w 75"/>
                  <a:gd name="T29" fmla="*/ 110 h 113"/>
                  <a:gd name="T30" fmla="*/ 38 w 75"/>
                  <a:gd name="T31" fmla="*/ 106 h 113"/>
                  <a:gd name="T32" fmla="*/ 23 w 75"/>
                  <a:gd name="T33" fmla="*/ 97 h 113"/>
                  <a:gd name="T34" fmla="*/ 27 w 75"/>
                  <a:gd name="T35" fmla="*/ 82 h 113"/>
                  <a:gd name="T36" fmla="*/ 39 w 75"/>
                  <a:gd name="T37" fmla="*/ 73 h 113"/>
                  <a:gd name="T38" fmla="*/ 38 w 75"/>
                  <a:gd name="T39" fmla="*/ 57 h 113"/>
                  <a:gd name="T40" fmla="*/ 31 w 75"/>
                  <a:gd name="T41" fmla="*/ 45 h 113"/>
                  <a:gd name="T42" fmla="*/ 22 w 75"/>
                  <a:gd name="T43" fmla="*/ 35 h 113"/>
                  <a:gd name="T44" fmla="*/ 9 w 75"/>
                  <a:gd name="T45" fmla="*/ 2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113">
                    <a:moveTo>
                      <a:pt x="9" y="27"/>
                    </a:moveTo>
                    <a:cubicBezTo>
                      <a:pt x="4" y="25"/>
                      <a:pt x="0" y="19"/>
                      <a:pt x="0" y="13"/>
                    </a:cubicBezTo>
                    <a:cubicBezTo>
                      <a:pt x="0" y="6"/>
                      <a:pt x="8" y="6"/>
                      <a:pt x="13" y="5"/>
                    </a:cubicBezTo>
                    <a:cubicBezTo>
                      <a:pt x="18" y="4"/>
                      <a:pt x="23" y="2"/>
                      <a:pt x="28" y="1"/>
                    </a:cubicBezTo>
                    <a:cubicBezTo>
                      <a:pt x="35" y="0"/>
                      <a:pt x="41" y="1"/>
                      <a:pt x="47" y="3"/>
                    </a:cubicBezTo>
                    <a:cubicBezTo>
                      <a:pt x="52" y="4"/>
                      <a:pt x="59" y="5"/>
                      <a:pt x="62" y="9"/>
                    </a:cubicBezTo>
                    <a:cubicBezTo>
                      <a:pt x="66" y="13"/>
                      <a:pt x="61" y="20"/>
                      <a:pt x="62" y="26"/>
                    </a:cubicBezTo>
                    <a:cubicBezTo>
                      <a:pt x="63" y="30"/>
                      <a:pt x="69" y="32"/>
                      <a:pt x="69" y="37"/>
                    </a:cubicBezTo>
                    <a:cubicBezTo>
                      <a:pt x="68" y="42"/>
                      <a:pt x="65" y="45"/>
                      <a:pt x="69" y="49"/>
                    </a:cubicBezTo>
                    <a:cubicBezTo>
                      <a:pt x="73" y="53"/>
                      <a:pt x="75" y="56"/>
                      <a:pt x="73" y="61"/>
                    </a:cubicBezTo>
                    <a:cubicBezTo>
                      <a:pt x="72" y="66"/>
                      <a:pt x="71" y="70"/>
                      <a:pt x="69" y="75"/>
                    </a:cubicBezTo>
                    <a:cubicBezTo>
                      <a:pt x="67" y="80"/>
                      <a:pt x="68" y="83"/>
                      <a:pt x="68" y="88"/>
                    </a:cubicBezTo>
                    <a:cubicBezTo>
                      <a:pt x="69" y="95"/>
                      <a:pt x="65" y="96"/>
                      <a:pt x="61" y="99"/>
                    </a:cubicBezTo>
                    <a:cubicBezTo>
                      <a:pt x="58" y="100"/>
                      <a:pt x="56" y="102"/>
                      <a:pt x="55" y="104"/>
                    </a:cubicBezTo>
                    <a:cubicBezTo>
                      <a:pt x="54" y="106"/>
                      <a:pt x="53" y="109"/>
                      <a:pt x="52" y="110"/>
                    </a:cubicBezTo>
                    <a:cubicBezTo>
                      <a:pt x="47" y="113"/>
                      <a:pt x="41" y="108"/>
                      <a:pt x="38" y="106"/>
                    </a:cubicBezTo>
                    <a:cubicBezTo>
                      <a:pt x="33" y="103"/>
                      <a:pt x="27" y="102"/>
                      <a:pt x="23" y="97"/>
                    </a:cubicBezTo>
                    <a:cubicBezTo>
                      <a:pt x="19" y="92"/>
                      <a:pt x="20" y="85"/>
                      <a:pt x="27" y="82"/>
                    </a:cubicBezTo>
                    <a:cubicBezTo>
                      <a:pt x="32" y="80"/>
                      <a:pt x="38" y="80"/>
                      <a:pt x="39" y="73"/>
                    </a:cubicBezTo>
                    <a:cubicBezTo>
                      <a:pt x="40" y="68"/>
                      <a:pt x="39" y="62"/>
                      <a:pt x="38" y="57"/>
                    </a:cubicBezTo>
                    <a:cubicBezTo>
                      <a:pt x="37" y="52"/>
                      <a:pt x="34" y="48"/>
                      <a:pt x="31" y="45"/>
                    </a:cubicBezTo>
                    <a:cubicBezTo>
                      <a:pt x="27" y="42"/>
                      <a:pt x="25" y="38"/>
                      <a:pt x="22" y="35"/>
                    </a:cubicBezTo>
                    <a:cubicBezTo>
                      <a:pt x="18" y="32"/>
                      <a:pt x="14" y="29"/>
                      <a:pt x="9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9" name="Freeform 2530">
                <a:extLst>
                  <a:ext uri="{FF2B5EF4-FFF2-40B4-BE49-F238E27FC236}">
                    <a16:creationId xmlns:a16="http://schemas.microsoft.com/office/drawing/2014/main" id="{9C3A521C-0F53-44D4-ABEF-A85C5FAF8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3758"/>
                <a:ext cx="11" cy="7"/>
              </a:xfrm>
              <a:custGeom>
                <a:avLst/>
                <a:gdLst>
                  <a:gd name="T0" fmla="*/ 24 w 26"/>
                  <a:gd name="T1" fmla="*/ 7 h 17"/>
                  <a:gd name="T2" fmla="*/ 17 w 26"/>
                  <a:gd name="T3" fmla="*/ 17 h 17"/>
                  <a:gd name="T4" fmla="*/ 6 w 26"/>
                  <a:gd name="T5" fmla="*/ 11 h 17"/>
                  <a:gd name="T6" fmla="*/ 24 w 26"/>
                  <a:gd name="T7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24" y="7"/>
                    </a:moveTo>
                    <a:cubicBezTo>
                      <a:pt x="26" y="12"/>
                      <a:pt x="23" y="17"/>
                      <a:pt x="17" y="17"/>
                    </a:cubicBezTo>
                    <a:cubicBezTo>
                      <a:pt x="14" y="17"/>
                      <a:pt x="8" y="14"/>
                      <a:pt x="6" y="11"/>
                    </a:cubicBezTo>
                    <a:cubicBezTo>
                      <a:pt x="0" y="4"/>
                      <a:pt x="20" y="0"/>
                      <a:pt x="2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0" name="Freeform 2531">
                <a:extLst>
                  <a:ext uri="{FF2B5EF4-FFF2-40B4-BE49-F238E27FC236}">
                    <a16:creationId xmlns:a16="http://schemas.microsoft.com/office/drawing/2014/main" id="{4FC1DE4C-4EDF-45ED-8EAE-228C6B551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3719"/>
                <a:ext cx="30" cy="16"/>
              </a:xfrm>
              <a:custGeom>
                <a:avLst/>
                <a:gdLst>
                  <a:gd name="T0" fmla="*/ 10 w 74"/>
                  <a:gd name="T1" fmla="*/ 20 h 39"/>
                  <a:gd name="T2" fmla="*/ 25 w 74"/>
                  <a:gd name="T3" fmla="*/ 13 h 39"/>
                  <a:gd name="T4" fmla="*/ 41 w 74"/>
                  <a:gd name="T5" fmla="*/ 4 h 39"/>
                  <a:gd name="T6" fmla="*/ 57 w 74"/>
                  <a:gd name="T7" fmla="*/ 2 h 39"/>
                  <a:gd name="T8" fmla="*/ 62 w 74"/>
                  <a:gd name="T9" fmla="*/ 14 h 39"/>
                  <a:gd name="T10" fmla="*/ 68 w 74"/>
                  <a:gd name="T11" fmla="*/ 23 h 39"/>
                  <a:gd name="T12" fmla="*/ 61 w 74"/>
                  <a:gd name="T13" fmla="*/ 25 h 39"/>
                  <a:gd name="T14" fmla="*/ 48 w 74"/>
                  <a:gd name="T15" fmla="*/ 32 h 39"/>
                  <a:gd name="T16" fmla="*/ 16 w 74"/>
                  <a:gd name="T17" fmla="*/ 36 h 39"/>
                  <a:gd name="T18" fmla="*/ 1 w 74"/>
                  <a:gd name="T19" fmla="*/ 28 h 39"/>
                  <a:gd name="T20" fmla="*/ 10 w 74"/>
                  <a:gd name="T2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39">
                    <a:moveTo>
                      <a:pt x="10" y="20"/>
                    </a:moveTo>
                    <a:cubicBezTo>
                      <a:pt x="15" y="18"/>
                      <a:pt x="20" y="15"/>
                      <a:pt x="25" y="13"/>
                    </a:cubicBezTo>
                    <a:cubicBezTo>
                      <a:pt x="31" y="10"/>
                      <a:pt x="36" y="7"/>
                      <a:pt x="41" y="4"/>
                    </a:cubicBezTo>
                    <a:cubicBezTo>
                      <a:pt x="46" y="0"/>
                      <a:pt x="52" y="0"/>
                      <a:pt x="57" y="2"/>
                    </a:cubicBezTo>
                    <a:cubicBezTo>
                      <a:pt x="64" y="4"/>
                      <a:pt x="59" y="9"/>
                      <a:pt x="62" y="14"/>
                    </a:cubicBezTo>
                    <a:cubicBezTo>
                      <a:pt x="65" y="18"/>
                      <a:pt x="74" y="17"/>
                      <a:pt x="68" y="23"/>
                    </a:cubicBezTo>
                    <a:cubicBezTo>
                      <a:pt x="66" y="25"/>
                      <a:pt x="63" y="25"/>
                      <a:pt x="61" y="25"/>
                    </a:cubicBezTo>
                    <a:cubicBezTo>
                      <a:pt x="56" y="27"/>
                      <a:pt x="52" y="29"/>
                      <a:pt x="48" y="32"/>
                    </a:cubicBezTo>
                    <a:cubicBezTo>
                      <a:pt x="40" y="38"/>
                      <a:pt x="26" y="39"/>
                      <a:pt x="16" y="36"/>
                    </a:cubicBezTo>
                    <a:cubicBezTo>
                      <a:pt x="11" y="35"/>
                      <a:pt x="3" y="33"/>
                      <a:pt x="1" y="28"/>
                    </a:cubicBezTo>
                    <a:cubicBezTo>
                      <a:pt x="0" y="23"/>
                      <a:pt x="6" y="21"/>
                      <a:pt x="10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1" name="Freeform 2532">
                <a:extLst>
                  <a:ext uri="{FF2B5EF4-FFF2-40B4-BE49-F238E27FC236}">
                    <a16:creationId xmlns:a16="http://schemas.microsoft.com/office/drawing/2014/main" id="{849C3C0D-67B3-4226-AD66-967F569EC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3804"/>
                <a:ext cx="69" cy="43"/>
              </a:xfrm>
              <a:custGeom>
                <a:avLst/>
                <a:gdLst>
                  <a:gd name="T0" fmla="*/ 65 w 170"/>
                  <a:gd name="T1" fmla="*/ 48 h 105"/>
                  <a:gd name="T2" fmla="*/ 71 w 170"/>
                  <a:gd name="T3" fmla="*/ 46 h 105"/>
                  <a:gd name="T4" fmla="*/ 88 w 170"/>
                  <a:gd name="T5" fmla="*/ 44 h 105"/>
                  <a:gd name="T6" fmla="*/ 90 w 170"/>
                  <a:gd name="T7" fmla="*/ 59 h 105"/>
                  <a:gd name="T8" fmla="*/ 77 w 170"/>
                  <a:gd name="T9" fmla="*/ 70 h 105"/>
                  <a:gd name="T10" fmla="*/ 72 w 170"/>
                  <a:gd name="T11" fmla="*/ 73 h 105"/>
                  <a:gd name="T12" fmla="*/ 69 w 170"/>
                  <a:gd name="T13" fmla="*/ 79 h 105"/>
                  <a:gd name="T14" fmla="*/ 65 w 170"/>
                  <a:gd name="T15" fmla="*/ 88 h 105"/>
                  <a:gd name="T16" fmla="*/ 98 w 170"/>
                  <a:gd name="T17" fmla="*/ 93 h 105"/>
                  <a:gd name="T18" fmla="*/ 112 w 170"/>
                  <a:gd name="T19" fmla="*/ 102 h 105"/>
                  <a:gd name="T20" fmla="*/ 130 w 170"/>
                  <a:gd name="T21" fmla="*/ 102 h 105"/>
                  <a:gd name="T22" fmla="*/ 143 w 170"/>
                  <a:gd name="T23" fmla="*/ 96 h 105"/>
                  <a:gd name="T24" fmla="*/ 148 w 170"/>
                  <a:gd name="T25" fmla="*/ 88 h 105"/>
                  <a:gd name="T26" fmla="*/ 137 w 170"/>
                  <a:gd name="T27" fmla="*/ 76 h 105"/>
                  <a:gd name="T28" fmla="*/ 129 w 170"/>
                  <a:gd name="T29" fmla="*/ 69 h 105"/>
                  <a:gd name="T30" fmla="*/ 141 w 170"/>
                  <a:gd name="T31" fmla="*/ 59 h 105"/>
                  <a:gd name="T32" fmla="*/ 149 w 170"/>
                  <a:gd name="T33" fmla="*/ 71 h 105"/>
                  <a:gd name="T34" fmla="*/ 152 w 170"/>
                  <a:gd name="T35" fmla="*/ 82 h 105"/>
                  <a:gd name="T36" fmla="*/ 164 w 170"/>
                  <a:gd name="T37" fmla="*/ 82 h 105"/>
                  <a:gd name="T38" fmla="*/ 168 w 170"/>
                  <a:gd name="T39" fmla="*/ 79 h 105"/>
                  <a:gd name="T40" fmla="*/ 161 w 170"/>
                  <a:gd name="T41" fmla="*/ 71 h 105"/>
                  <a:gd name="T42" fmla="*/ 152 w 170"/>
                  <a:gd name="T43" fmla="*/ 62 h 105"/>
                  <a:gd name="T44" fmla="*/ 148 w 170"/>
                  <a:gd name="T45" fmla="*/ 53 h 105"/>
                  <a:gd name="T46" fmla="*/ 144 w 170"/>
                  <a:gd name="T47" fmla="*/ 46 h 105"/>
                  <a:gd name="T48" fmla="*/ 138 w 170"/>
                  <a:gd name="T49" fmla="*/ 44 h 105"/>
                  <a:gd name="T50" fmla="*/ 124 w 170"/>
                  <a:gd name="T51" fmla="*/ 33 h 105"/>
                  <a:gd name="T52" fmla="*/ 113 w 170"/>
                  <a:gd name="T53" fmla="*/ 25 h 105"/>
                  <a:gd name="T54" fmla="*/ 108 w 170"/>
                  <a:gd name="T55" fmla="*/ 18 h 105"/>
                  <a:gd name="T56" fmla="*/ 108 w 170"/>
                  <a:gd name="T57" fmla="*/ 9 h 105"/>
                  <a:gd name="T58" fmla="*/ 96 w 170"/>
                  <a:gd name="T59" fmla="*/ 1 h 105"/>
                  <a:gd name="T60" fmla="*/ 81 w 170"/>
                  <a:gd name="T61" fmla="*/ 0 h 105"/>
                  <a:gd name="T62" fmla="*/ 69 w 170"/>
                  <a:gd name="T63" fmla="*/ 3 h 105"/>
                  <a:gd name="T64" fmla="*/ 63 w 170"/>
                  <a:gd name="T65" fmla="*/ 12 h 105"/>
                  <a:gd name="T66" fmla="*/ 58 w 170"/>
                  <a:gd name="T67" fmla="*/ 22 h 105"/>
                  <a:gd name="T68" fmla="*/ 52 w 170"/>
                  <a:gd name="T69" fmla="*/ 25 h 105"/>
                  <a:gd name="T70" fmla="*/ 46 w 170"/>
                  <a:gd name="T71" fmla="*/ 28 h 105"/>
                  <a:gd name="T72" fmla="*/ 32 w 170"/>
                  <a:gd name="T73" fmla="*/ 31 h 105"/>
                  <a:gd name="T74" fmla="*/ 27 w 170"/>
                  <a:gd name="T75" fmla="*/ 33 h 105"/>
                  <a:gd name="T76" fmla="*/ 24 w 170"/>
                  <a:gd name="T77" fmla="*/ 37 h 105"/>
                  <a:gd name="T78" fmla="*/ 1 w 170"/>
                  <a:gd name="T79" fmla="*/ 47 h 105"/>
                  <a:gd name="T80" fmla="*/ 3 w 170"/>
                  <a:gd name="T81" fmla="*/ 50 h 105"/>
                  <a:gd name="T82" fmla="*/ 2 w 170"/>
                  <a:gd name="T83" fmla="*/ 55 h 105"/>
                  <a:gd name="T84" fmla="*/ 2 w 170"/>
                  <a:gd name="T85" fmla="*/ 63 h 105"/>
                  <a:gd name="T86" fmla="*/ 8 w 170"/>
                  <a:gd name="T87" fmla="*/ 67 h 105"/>
                  <a:gd name="T88" fmla="*/ 19 w 170"/>
                  <a:gd name="T89" fmla="*/ 71 h 105"/>
                  <a:gd name="T90" fmla="*/ 26 w 170"/>
                  <a:gd name="T91" fmla="*/ 77 h 105"/>
                  <a:gd name="T92" fmla="*/ 36 w 170"/>
                  <a:gd name="T93" fmla="*/ 78 h 105"/>
                  <a:gd name="T94" fmla="*/ 48 w 170"/>
                  <a:gd name="T95" fmla="*/ 78 h 105"/>
                  <a:gd name="T96" fmla="*/ 56 w 170"/>
                  <a:gd name="T97" fmla="*/ 72 h 105"/>
                  <a:gd name="T98" fmla="*/ 62 w 170"/>
                  <a:gd name="T99" fmla="*/ 61 h 105"/>
                  <a:gd name="T100" fmla="*/ 65 w 170"/>
                  <a:gd name="T101" fmla="*/ 4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0" h="105">
                    <a:moveTo>
                      <a:pt x="65" y="48"/>
                    </a:moveTo>
                    <a:cubicBezTo>
                      <a:pt x="67" y="46"/>
                      <a:pt x="69" y="47"/>
                      <a:pt x="71" y="46"/>
                    </a:cubicBezTo>
                    <a:cubicBezTo>
                      <a:pt x="76" y="45"/>
                      <a:pt x="83" y="41"/>
                      <a:pt x="88" y="44"/>
                    </a:cubicBezTo>
                    <a:cubicBezTo>
                      <a:pt x="92" y="47"/>
                      <a:pt x="92" y="55"/>
                      <a:pt x="90" y="59"/>
                    </a:cubicBezTo>
                    <a:cubicBezTo>
                      <a:pt x="88" y="64"/>
                      <a:pt x="83" y="68"/>
                      <a:pt x="77" y="70"/>
                    </a:cubicBezTo>
                    <a:cubicBezTo>
                      <a:pt x="75" y="70"/>
                      <a:pt x="73" y="71"/>
                      <a:pt x="72" y="73"/>
                    </a:cubicBezTo>
                    <a:cubicBezTo>
                      <a:pt x="71" y="74"/>
                      <a:pt x="70" y="77"/>
                      <a:pt x="69" y="79"/>
                    </a:cubicBezTo>
                    <a:cubicBezTo>
                      <a:pt x="66" y="82"/>
                      <a:pt x="63" y="83"/>
                      <a:pt x="65" y="88"/>
                    </a:cubicBezTo>
                    <a:cubicBezTo>
                      <a:pt x="72" y="101"/>
                      <a:pt x="88" y="90"/>
                      <a:pt x="98" y="93"/>
                    </a:cubicBezTo>
                    <a:cubicBezTo>
                      <a:pt x="104" y="94"/>
                      <a:pt x="107" y="99"/>
                      <a:pt x="112" y="102"/>
                    </a:cubicBezTo>
                    <a:cubicBezTo>
                      <a:pt x="118" y="105"/>
                      <a:pt x="125" y="104"/>
                      <a:pt x="130" y="102"/>
                    </a:cubicBezTo>
                    <a:cubicBezTo>
                      <a:pt x="135" y="100"/>
                      <a:pt x="138" y="97"/>
                      <a:pt x="143" y="96"/>
                    </a:cubicBezTo>
                    <a:cubicBezTo>
                      <a:pt x="147" y="95"/>
                      <a:pt x="150" y="93"/>
                      <a:pt x="148" y="88"/>
                    </a:cubicBezTo>
                    <a:cubicBezTo>
                      <a:pt x="146" y="84"/>
                      <a:pt x="141" y="79"/>
                      <a:pt x="137" y="76"/>
                    </a:cubicBezTo>
                    <a:cubicBezTo>
                      <a:pt x="134" y="74"/>
                      <a:pt x="128" y="73"/>
                      <a:pt x="129" y="69"/>
                    </a:cubicBezTo>
                    <a:cubicBezTo>
                      <a:pt x="129" y="62"/>
                      <a:pt x="134" y="58"/>
                      <a:pt x="141" y="59"/>
                    </a:cubicBezTo>
                    <a:cubicBezTo>
                      <a:pt x="147" y="60"/>
                      <a:pt x="148" y="66"/>
                      <a:pt x="149" y="71"/>
                    </a:cubicBezTo>
                    <a:cubicBezTo>
                      <a:pt x="150" y="74"/>
                      <a:pt x="150" y="80"/>
                      <a:pt x="152" y="82"/>
                    </a:cubicBezTo>
                    <a:cubicBezTo>
                      <a:pt x="155" y="85"/>
                      <a:pt x="160" y="82"/>
                      <a:pt x="164" y="82"/>
                    </a:cubicBezTo>
                    <a:cubicBezTo>
                      <a:pt x="166" y="81"/>
                      <a:pt x="168" y="81"/>
                      <a:pt x="168" y="79"/>
                    </a:cubicBezTo>
                    <a:cubicBezTo>
                      <a:pt x="170" y="76"/>
                      <a:pt x="164" y="73"/>
                      <a:pt x="161" y="71"/>
                    </a:cubicBezTo>
                    <a:cubicBezTo>
                      <a:pt x="158" y="68"/>
                      <a:pt x="154" y="65"/>
                      <a:pt x="152" y="62"/>
                    </a:cubicBezTo>
                    <a:cubicBezTo>
                      <a:pt x="150" y="59"/>
                      <a:pt x="150" y="56"/>
                      <a:pt x="148" y="53"/>
                    </a:cubicBezTo>
                    <a:cubicBezTo>
                      <a:pt x="147" y="51"/>
                      <a:pt x="146" y="48"/>
                      <a:pt x="144" y="46"/>
                    </a:cubicBezTo>
                    <a:cubicBezTo>
                      <a:pt x="142" y="45"/>
                      <a:pt x="140" y="45"/>
                      <a:pt x="138" y="44"/>
                    </a:cubicBezTo>
                    <a:cubicBezTo>
                      <a:pt x="133" y="41"/>
                      <a:pt x="128" y="37"/>
                      <a:pt x="124" y="33"/>
                    </a:cubicBezTo>
                    <a:cubicBezTo>
                      <a:pt x="120" y="30"/>
                      <a:pt x="117" y="28"/>
                      <a:pt x="113" y="25"/>
                    </a:cubicBezTo>
                    <a:cubicBezTo>
                      <a:pt x="111" y="23"/>
                      <a:pt x="109" y="21"/>
                      <a:pt x="108" y="18"/>
                    </a:cubicBezTo>
                    <a:cubicBezTo>
                      <a:pt x="108" y="15"/>
                      <a:pt x="109" y="12"/>
                      <a:pt x="108" y="9"/>
                    </a:cubicBezTo>
                    <a:cubicBezTo>
                      <a:pt x="107" y="3"/>
                      <a:pt x="101" y="2"/>
                      <a:pt x="96" y="1"/>
                    </a:cubicBezTo>
                    <a:cubicBezTo>
                      <a:pt x="91" y="1"/>
                      <a:pt x="86" y="1"/>
                      <a:pt x="81" y="0"/>
                    </a:cubicBezTo>
                    <a:cubicBezTo>
                      <a:pt x="76" y="0"/>
                      <a:pt x="73" y="2"/>
                      <a:pt x="69" y="3"/>
                    </a:cubicBezTo>
                    <a:cubicBezTo>
                      <a:pt x="64" y="5"/>
                      <a:pt x="63" y="8"/>
                      <a:pt x="63" y="12"/>
                    </a:cubicBezTo>
                    <a:cubicBezTo>
                      <a:pt x="63" y="16"/>
                      <a:pt x="61" y="20"/>
                      <a:pt x="58" y="22"/>
                    </a:cubicBezTo>
                    <a:cubicBezTo>
                      <a:pt x="56" y="23"/>
                      <a:pt x="54" y="23"/>
                      <a:pt x="52" y="25"/>
                    </a:cubicBezTo>
                    <a:cubicBezTo>
                      <a:pt x="50" y="26"/>
                      <a:pt x="48" y="27"/>
                      <a:pt x="46" y="28"/>
                    </a:cubicBezTo>
                    <a:cubicBezTo>
                      <a:pt x="41" y="30"/>
                      <a:pt x="36" y="30"/>
                      <a:pt x="32" y="31"/>
                    </a:cubicBezTo>
                    <a:cubicBezTo>
                      <a:pt x="30" y="32"/>
                      <a:pt x="28" y="32"/>
                      <a:pt x="27" y="33"/>
                    </a:cubicBezTo>
                    <a:cubicBezTo>
                      <a:pt x="26" y="35"/>
                      <a:pt x="26" y="36"/>
                      <a:pt x="24" y="37"/>
                    </a:cubicBezTo>
                    <a:cubicBezTo>
                      <a:pt x="17" y="39"/>
                      <a:pt x="0" y="36"/>
                      <a:pt x="1" y="47"/>
                    </a:cubicBezTo>
                    <a:cubicBezTo>
                      <a:pt x="2" y="48"/>
                      <a:pt x="2" y="49"/>
                      <a:pt x="3" y="50"/>
                    </a:cubicBezTo>
                    <a:cubicBezTo>
                      <a:pt x="3" y="52"/>
                      <a:pt x="2" y="53"/>
                      <a:pt x="2" y="55"/>
                    </a:cubicBezTo>
                    <a:cubicBezTo>
                      <a:pt x="2" y="57"/>
                      <a:pt x="1" y="61"/>
                      <a:pt x="2" y="63"/>
                    </a:cubicBezTo>
                    <a:cubicBezTo>
                      <a:pt x="3" y="66"/>
                      <a:pt x="6" y="67"/>
                      <a:pt x="8" y="67"/>
                    </a:cubicBezTo>
                    <a:cubicBezTo>
                      <a:pt x="12" y="68"/>
                      <a:pt x="15" y="69"/>
                      <a:pt x="19" y="71"/>
                    </a:cubicBezTo>
                    <a:cubicBezTo>
                      <a:pt x="22" y="72"/>
                      <a:pt x="24" y="75"/>
                      <a:pt x="26" y="77"/>
                    </a:cubicBezTo>
                    <a:cubicBezTo>
                      <a:pt x="30" y="78"/>
                      <a:pt x="33" y="78"/>
                      <a:pt x="36" y="78"/>
                    </a:cubicBezTo>
                    <a:cubicBezTo>
                      <a:pt x="40" y="78"/>
                      <a:pt x="44" y="79"/>
                      <a:pt x="48" y="78"/>
                    </a:cubicBezTo>
                    <a:cubicBezTo>
                      <a:pt x="52" y="77"/>
                      <a:pt x="53" y="75"/>
                      <a:pt x="56" y="72"/>
                    </a:cubicBezTo>
                    <a:cubicBezTo>
                      <a:pt x="59" y="69"/>
                      <a:pt x="62" y="66"/>
                      <a:pt x="62" y="61"/>
                    </a:cubicBezTo>
                    <a:cubicBezTo>
                      <a:pt x="63" y="57"/>
                      <a:pt x="62" y="51"/>
                      <a:pt x="65" y="4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2" name="Freeform 2533">
                <a:extLst>
                  <a:ext uri="{FF2B5EF4-FFF2-40B4-BE49-F238E27FC236}">
                    <a16:creationId xmlns:a16="http://schemas.microsoft.com/office/drawing/2014/main" id="{918CECED-F283-470C-867C-7311649A3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3657"/>
                <a:ext cx="17" cy="10"/>
              </a:xfrm>
              <a:custGeom>
                <a:avLst/>
                <a:gdLst>
                  <a:gd name="T0" fmla="*/ 29 w 42"/>
                  <a:gd name="T1" fmla="*/ 20 h 25"/>
                  <a:gd name="T2" fmla="*/ 34 w 42"/>
                  <a:gd name="T3" fmla="*/ 14 h 25"/>
                  <a:gd name="T4" fmla="*/ 42 w 42"/>
                  <a:gd name="T5" fmla="*/ 9 h 25"/>
                  <a:gd name="T6" fmla="*/ 36 w 42"/>
                  <a:gd name="T7" fmla="*/ 2 h 25"/>
                  <a:gd name="T8" fmla="*/ 23 w 42"/>
                  <a:gd name="T9" fmla="*/ 3 h 25"/>
                  <a:gd name="T10" fmla="*/ 12 w 42"/>
                  <a:gd name="T11" fmla="*/ 6 h 25"/>
                  <a:gd name="T12" fmla="*/ 0 w 42"/>
                  <a:gd name="T13" fmla="*/ 16 h 25"/>
                  <a:gd name="T14" fmla="*/ 6 w 42"/>
                  <a:gd name="T15" fmla="*/ 23 h 25"/>
                  <a:gd name="T16" fmla="*/ 15 w 42"/>
                  <a:gd name="T17" fmla="*/ 25 h 25"/>
                  <a:gd name="T18" fmla="*/ 29 w 42"/>
                  <a:gd name="T1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25">
                    <a:moveTo>
                      <a:pt x="29" y="20"/>
                    </a:moveTo>
                    <a:cubicBezTo>
                      <a:pt x="31" y="17"/>
                      <a:pt x="31" y="15"/>
                      <a:pt x="34" y="14"/>
                    </a:cubicBezTo>
                    <a:cubicBezTo>
                      <a:pt x="38" y="13"/>
                      <a:pt x="41" y="13"/>
                      <a:pt x="42" y="9"/>
                    </a:cubicBezTo>
                    <a:cubicBezTo>
                      <a:pt x="42" y="5"/>
                      <a:pt x="40" y="3"/>
                      <a:pt x="36" y="2"/>
                    </a:cubicBezTo>
                    <a:cubicBezTo>
                      <a:pt x="32" y="0"/>
                      <a:pt x="28" y="2"/>
                      <a:pt x="23" y="3"/>
                    </a:cubicBezTo>
                    <a:cubicBezTo>
                      <a:pt x="20" y="4"/>
                      <a:pt x="16" y="4"/>
                      <a:pt x="12" y="6"/>
                    </a:cubicBezTo>
                    <a:cubicBezTo>
                      <a:pt x="6" y="9"/>
                      <a:pt x="0" y="7"/>
                      <a:pt x="0" y="16"/>
                    </a:cubicBezTo>
                    <a:cubicBezTo>
                      <a:pt x="0" y="20"/>
                      <a:pt x="1" y="22"/>
                      <a:pt x="6" y="23"/>
                    </a:cubicBezTo>
                    <a:cubicBezTo>
                      <a:pt x="9" y="23"/>
                      <a:pt x="12" y="25"/>
                      <a:pt x="15" y="25"/>
                    </a:cubicBezTo>
                    <a:cubicBezTo>
                      <a:pt x="20" y="24"/>
                      <a:pt x="26" y="24"/>
                      <a:pt x="29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3" name="Freeform 2534">
                <a:extLst>
                  <a:ext uri="{FF2B5EF4-FFF2-40B4-BE49-F238E27FC236}">
                    <a16:creationId xmlns:a16="http://schemas.microsoft.com/office/drawing/2014/main" id="{CBD84A48-F225-45DC-9EE9-B55714560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3669"/>
                <a:ext cx="6" cy="7"/>
              </a:xfrm>
              <a:custGeom>
                <a:avLst/>
                <a:gdLst>
                  <a:gd name="T0" fmla="*/ 2 w 16"/>
                  <a:gd name="T1" fmla="*/ 11 h 17"/>
                  <a:gd name="T2" fmla="*/ 5 w 16"/>
                  <a:gd name="T3" fmla="*/ 5 h 17"/>
                  <a:gd name="T4" fmla="*/ 14 w 16"/>
                  <a:gd name="T5" fmla="*/ 4 h 17"/>
                  <a:gd name="T6" fmla="*/ 2 w 16"/>
                  <a:gd name="T7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2" y="11"/>
                    </a:moveTo>
                    <a:cubicBezTo>
                      <a:pt x="0" y="9"/>
                      <a:pt x="3" y="6"/>
                      <a:pt x="5" y="5"/>
                    </a:cubicBezTo>
                    <a:cubicBezTo>
                      <a:pt x="7" y="3"/>
                      <a:pt x="13" y="0"/>
                      <a:pt x="14" y="4"/>
                    </a:cubicBezTo>
                    <a:cubicBezTo>
                      <a:pt x="16" y="9"/>
                      <a:pt x="5" y="17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4" name="Freeform 2535">
                <a:extLst>
                  <a:ext uri="{FF2B5EF4-FFF2-40B4-BE49-F238E27FC236}">
                    <a16:creationId xmlns:a16="http://schemas.microsoft.com/office/drawing/2014/main" id="{7BF9F9AC-A6C6-4D95-8239-0B56E73E4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3673"/>
                <a:ext cx="6" cy="7"/>
              </a:xfrm>
              <a:custGeom>
                <a:avLst/>
                <a:gdLst>
                  <a:gd name="T0" fmla="*/ 14 w 15"/>
                  <a:gd name="T1" fmla="*/ 6 h 16"/>
                  <a:gd name="T2" fmla="*/ 14 w 15"/>
                  <a:gd name="T3" fmla="*/ 11 h 16"/>
                  <a:gd name="T4" fmla="*/ 9 w 15"/>
                  <a:gd name="T5" fmla="*/ 15 h 16"/>
                  <a:gd name="T6" fmla="*/ 4 w 15"/>
                  <a:gd name="T7" fmla="*/ 6 h 16"/>
                  <a:gd name="T8" fmla="*/ 14 w 15"/>
                  <a:gd name="T9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4" y="6"/>
                    </a:moveTo>
                    <a:cubicBezTo>
                      <a:pt x="15" y="8"/>
                      <a:pt x="15" y="10"/>
                      <a:pt x="14" y="11"/>
                    </a:cubicBezTo>
                    <a:cubicBezTo>
                      <a:pt x="13" y="12"/>
                      <a:pt x="10" y="15"/>
                      <a:pt x="9" y="15"/>
                    </a:cubicBezTo>
                    <a:cubicBezTo>
                      <a:pt x="5" y="16"/>
                      <a:pt x="0" y="8"/>
                      <a:pt x="4" y="6"/>
                    </a:cubicBezTo>
                    <a:cubicBezTo>
                      <a:pt x="8" y="3"/>
                      <a:pt x="12" y="0"/>
                      <a:pt x="1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5" name="Freeform 2536">
                <a:extLst>
                  <a:ext uri="{FF2B5EF4-FFF2-40B4-BE49-F238E27FC236}">
                    <a16:creationId xmlns:a16="http://schemas.microsoft.com/office/drawing/2014/main" id="{F4C52167-743F-4BD2-84F3-7836543F6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3675"/>
                <a:ext cx="6" cy="6"/>
              </a:xfrm>
              <a:custGeom>
                <a:avLst/>
                <a:gdLst>
                  <a:gd name="T0" fmla="*/ 6 w 15"/>
                  <a:gd name="T1" fmla="*/ 12 h 16"/>
                  <a:gd name="T2" fmla="*/ 0 w 15"/>
                  <a:gd name="T3" fmla="*/ 7 h 16"/>
                  <a:gd name="T4" fmla="*/ 7 w 15"/>
                  <a:gd name="T5" fmla="*/ 1 h 16"/>
                  <a:gd name="T6" fmla="*/ 15 w 15"/>
                  <a:gd name="T7" fmla="*/ 10 h 16"/>
                  <a:gd name="T8" fmla="*/ 6 w 15"/>
                  <a:gd name="T9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6" y="12"/>
                    </a:moveTo>
                    <a:cubicBezTo>
                      <a:pt x="4" y="10"/>
                      <a:pt x="1" y="10"/>
                      <a:pt x="0" y="7"/>
                    </a:cubicBezTo>
                    <a:cubicBezTo>
                      <a:pt x="0" y="3"/>
                      <a:pt x="3" y="0"/>
                      <a:pt x="7" y="1"/>
                    </a:cubicBezTo>
                    <a:cubicBezTo>
                      <a:pt x="11" y="1"/>
                      <a:pt x="15" y="5"/>
                      <a:pt x="15" y="10"/>
                    </a:cubicBezTo>
                    <a:cubicBezTo>
                      <a:pt x="14" y="15"/>
                      <a:pt x="10" y="16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6" name="Freeform 2539">
                <a:extLst>
                  <a:ext uri="{FF2B5EF4-FFF2-40B4-BE49-F238E27FC236}">
                    <a16:creationId xmlns:a16="http://schemas.microsoft.com/office/drawing/2014/main" id="{8BF3320C-3656-4A4E-B4B8-823523CCE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3140"/>
                <a:ext cx="647" cy="208"/>
              </a:xfrm>
              <a:custGeom>
                <a:avLst/>
                <a:gdLst>
                  <a:gd name="T0" fmla="*/ 1559 w 1591"/>
                  <a:gd name="T1" fmla="*/ 313 h 511"/>
                  <a:gd name="T2" fmla="*/ 1372 w 1591"/>
                  <a:gd name="T3" fmla="*/ 335 h 511"/>
                  <a:gd name="T4" fmla="*/ 1310 w 1591"/>
                  <a:gd name="T5" fmla="*/ 303 h 511"/>
                  <a:gd name="T6" fmla="*/ 1250 w 1591"/>
                  <a:gd name="T7" fmla="*/ 357 h 511"/>
                  <a:gd name="T8" fmla="*/ 1192 w 1591"/>
                  <a:gd name="T9" fmla="*/ 397 h 511"/>
                  <a:gd name="T10" fmla="*/ 1003 w 1591"/>
                  <a:gd name="T11" fmla="*/ 470 h 511"/>
                  <a:gd name="T12" fmla="*/ 935 w 1591"/>
                  <a:gd name="T13" fmla="*/ 490 h 511"/>
                  <a:gd name="T14" fmla="*/ 860 w 1591"/>
                  <a:gd name="T15" fmla="*/ 489 h 511"/>
                  <a:gd name="T16" fmla="*/ 867 w 1591"/>
                  <a:gd name="T17" fmla="*/ 453 h 511"/>
                  <a:gd name="T18" fmla="*/ 768 w 1591"/>
                  <a:gd name="T19" fmla="*/ 442 h 511"/>
                  <a:gd name="T20" fmla="*/ 710 w 1591"/>
                  <a:gd name="T21" fmla="*/ 458 h 511"/>
                  <a:gd name="T22" fmla="*/ 595 w 1591"/>
                  <a:gd name="T23" fmla="*/ 479 h 511"/>
                  <a:gd name="T24" fmla="*/ 494 w 1591"/>
                  <a:gd name="T25" fmla="*/ 498 h 511"/>
                  <a:gd name="T26" fmla="*/ 487 w 1591"/>
                  <a:gd name="T27" fmla="*/ 480 h 511"/>
                  <a:gd name="T28" fmla="*/ 507 w 1591"/>
                  <a:gd name="T29" fmla="*/ 453 h 511"/>
                  <a:gd name="T30" fmla="*/ 506 w 1591"/>
                  <a:gd name="T31" fmla="*/ 416 h 511"/>
                  <a:gd name="T32" fmla="*/ 478 w 1591"/>
                  <a:gd name="T33" fmla="*/ 373 h 511"/>
                  <a:gd name="T34" fmla="*/ 442 w 1591"/>
                  <a:gd name="T35" fmla="*/ 341 h 511"/>
                  <a:gd name="T36" fmla="*/ 429 w 1591"/>
                  <a:gd name="T37" fmla="*/ 319 h 511"/>
                  <a:gd name="T38" fmla="*/ 404 w 1591"/>
                  <a:gd name="T39" fmla="*/ 289 h 511"/>
                  <a:gd name="T40" fmla="*/ 391 w 1591"/>
                  <a:gd name="T41" fmla="*/ 267 h 511"/>
                  <a:gd name="T42" fmla="*/ 383 w 1591"/>
                  <a:gd name="T43" fmla="*/ 247 h 511"/>
                  <a:gd name="T44" fmla="*/ 351 w 1591"/>
                  <a:gd name="T45" fmla="*/ 213 h 511"/>
                  <a:gd name="T46" fmla="*/ 302 w 1591"/>
                  <a:gd name="T47" fmla="*/ 210 h 511"/>
                  <a:gd name="T48" fmla="*/ 270 w 1591"/>
                  <a:gd name="T49" fmla="*/ 189 h 511"/>
                  <a:gd name="T50" fmla="*/ 259 w 1591"/>
                  <a:gd name="T51" fmla="*/ 169 h 511"/>
                  <a:gd name="T52" fmla="*/ 232 w 1591"/>
                  <a:gd name="T53" fmla="*/ 170 h 511"/>
                  <a:gd name="T54" fmla="*/ 211 w 1591"/>
                  <a:gd name="T55" fmla="*/ 161 h 511"/>
                  <a:gd name="T56" fmla="*/ 172 w 1591"/>
                  <a:gd name="T57" fmla="*/ 163 h 511"/>
                  <a:gd name="T58" fmla="*/ 138 w 1591"/>
                  <a:gd name="T59" fmla="*/ 155 h 511"/>
                  <a:gd name="T60" fmla="*/ 101 w 1591"/>
                  <a:gd name="T61" fmla="*/ 164 h 511"/>
                  <a:gd name="T62" fmla="*/ 82 w 1591"/>
                  <a:gd name="T63" fmla="*/ 162 h 511"/>
                  <a:gd name="T64" fmla="*/ 56 w 1591"/>
                  <a:gd name="T65" fmla="*/ 120 h 511"/>
                  <a:gd name="T66" fmla="*/ 13 w 1591"/>
                  <a:gd name="T67" fmla="*/ 120 h 511"/>
                  <a:gd name="T68" fmla="*/ 113 w 1591"/>
                  <a:gd name="T69" fmla="*/ 47 h 511"/>
                  <a:gd name="T70" fmla="*/ 186 w 1591"/>
                  <a:gd name="T71" fmla="*/ 46 h 511"/>
                  <a:gd name="T72" fmla="*/ 333 w 1591"/>
                  <a:gd name="T73" fmla="*/ 59 h 511"/>
                  <a:gd name="T74" fmla="*/ 485 w 1591"/>
                  <a:gd name="T75" fmla="*/ 33 h 511"/>
                  <a:gd name="T76" fmla="*/ 582 w 1591"/>
                  <a:gd name="T77" fmla="*/ 25 h 511"/>
                  <a:gd name="T78" fmla="*/ 665 w 1591"/>
                  <a:gd name="T79" fmla="*/ 56 h 511"/>
                  <a:gd name="T80" fmla="*/ 848 w 1591"/>
                  <a:gd name="T81" fmla="*/ 104 h 511"/>
                  <a:gd name="T82" fmla="*/ 948 w 1591"/>
                  <a:gd name="T83" fmla="*/ 48 h 511"/>
                  <a:gd name="T84" fmla="*/ 1055 w 1591"/>
                  <a:gd name="T85" fmla="*/ 9 h 511"/>
                  <a:gd name="T86" fmla="*/ 1108 w 1591"/>
                  <a:gd name="T87" fmla="*/ 12 h 511"/>
                  <a:gd name="T88" fmla="*/ 1140 w 1591"/>
                  <a:gd name="T89" fmla="*/ 14 h 511"/>
                  <a:gd name="T90" fmla="*/ 1210 w 1591"/>
                  <a:gd name="T91" fmla="*/ 18 h 511"/>
                  <a:gd name="T92" fmla="*/ 1282 w 1591"/>
                  <a:gd name="T93" fmla="*/ 53 h 511"/>
                  <a:gd name="T94" fmla="*/ 1315 w 1591"/>
                  <a:gd name="T95" fmla="*/ 106 h 511"/>
                  <a:gd name="T96" fmla="*/ 1411 w 1591"/>
                  <a:gd name="T97" fmla="*/ 118 h 511"/>
                  <a:gd name="T98" fmla="*/ 1459 w 1591"/>
                  <a:gd name="T99" fmla="*/ 163 h 511"/>
                  <a:gd name="T100" fmla="*/ 1463 w 1591"/>
                  <a:gd name="T101" fmla="*/ 199 h 511"/>
                  <a:gd name="T102" fmla="*/ 1542 w 1591"/>
                  <a:gd name="T103" fmla="*/ 235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91" h="511">
                    <a:moveTo>
                      <a:pt x="1591" y="258"/>
                    </a:moveTo>
                    <a:cubicBezTo>
                      <a:pt x="1586" y="295"/>
                      <a:pt x="1586" y="295"/>
                      <a:pt x="1586" y="295"/>
                    </a:cubicBezTo>
                    <a:cubicBezTo>
                      <a:pt x="1559" y="313"/>
                      <a:pt x="1559" y="313"/>
                      <a:pt x="1559" y="313"/>
                    </a:cubicBezTo>
                    <a:cubicBezTo>
                      <a:pt x="1481" y="310"/>
                      <a:pt x="1481" y="310"/>
                      <a:pt x="1481" y="310"/>
                    </a:cubicBezTo>
                    <a:cubicBezTo>
                      <a:pt x="1454" y="337"/>
                      <a:pt x="1454" y="337"/>
                      <a:pt x="1454" y="337"/>
                    </a:cubicBezTo>
                    <a:cubicBezTo>
                      <a:pt x="1372" y="335"/>
                      <a:pt x="1372" y="335"/>
                      <a:pt x="1372" y="335"/>
                    </a:cubicBezTo>
                    <a:cubicBezTo>
                      <a:pt x="1372" y="306"/>
                      <a:pt x="1372" y="306"/>
                      <a:pt x="1372" y="306"/>
                    </a:cubicBezTo>
                    <a:cubicBezTo>
                      <a:pt x="1337" y="292"/>
                      <a:pt x="1337" y="292"/>
                      <a:pt x="1337" y="292"/>
                    </a:cubicBezTo>
                    <a:cubicBezTo>
                      <a:pt x="1310" y="303"/>
                      <a:pt x="1310" y="303"/>
                      <a:pt x="1310" y="303"/>
                    </a:cubicBezTo>
                    <a:cubicBezTo>
                      <a:pt x="1292" y="289"/>
                      <a:pt x="1292" y="289"/>
                      <a:pt x="1292" y="289"/>
                    </a:cubicBezTo>
                    <a:cubicBezTo>
                      <a:pt x="1269" y="294"/>
                      <a:pt x="1269" y="294"/>
                      <a:pt x="1269" y="294"/>
                    </a:cubicBezTo>
                    <a:cubicBezTo>
                      <a:pt x="1250" y="357"/>
                      <a:pt x="1250" y="357"/>
                      <a:pt x="1250" y="357"/>
                    </a:cubicBezTo>
                    <a:cubicBezTo>
                      <a:pt x="1250" y="357"/>
                      <a:pt x="1250" y="357"/>
                      <a:pt x="1250" y="357"/>
                    </a:cubicBezTo>
                    <a:cubicBezTo>
                      <a:pt x="1194" y="384"/>
                      <a:pt x="1194" y="384"/>
                      <a:pt x="1194" y="384"/>
                    </a:cubicBezTo>
                    <a:cubicBezTo>
                      <a:pt x="1192" y="397"/>
                      <a:pt x="1192" y="397"/>
                      <a:pt x="1192" y="397"/>
                    </a:cubicBezTo>
                    <a:cubicBezTo>
                      <a:pt x="1078" y="435"/>
                      <a:pt x="1078" y="435"/>
                      <a:pt x="1078" y="435"/>
                    </a:cubicBezTo>
                    <a:cubicBezTo>
                      <a:pt x="1067" y="448"/>
                      <a:pt x="1067" y="448"/>
                      <a:pt x="1067" y="448"/>
                    </a:cubicBezTo>
                    <a:cubicBezTo>
                      <a:pt x="1003" y="470"/>
                      <a:pt x="1003" y="470"/>
                      <a:pt x="1003" y="470"/>
                    </a:cubicBezTo>
                    <a:cubicBezTo>
                      <a:pt x="994" y="486"/>
                      <a:pt x="994" y="486"/>
                      <a:pt x="994" y="486"/>
                    </a:cubicBezTo>
                    <a:cubicBezTo>
                      <a:pt x="936" y="490"/>
                      <a:pt x="936" y="490"/>
                      <a:pt x="936" y="490"/>
                    </a:cubicBezTo>
                    <a:cubicBezTo>
                      <a:pt x="935" y="490"/>
                      <a:pt x="935" y="490"/>
                      <a:pt x="935" y="490"/>
                    </a:cubicBezTo>
                    <a:cubicBezTo>
                      <a:pt x="910" y="475"/>
                      <a:pt x="910" y="475"/>
                      <a:pt x="910" y="475"/>
                    </a:cubicBezTo>
                    <a:cubicBezTo>
                      <a:pt x="890" y="495"/>
                      <a:pt x="890" y="495"/>
                      <a:pt x="890" y="495"/>
                    </a:cubicBezTo>
                    <a:cubicBezTo>
                      <a:pt x="860" y="489"/>
                      <a:pt x="860" y="489"/>
                      <a:pt x="860" y="489"/>
                    </a:cubicBezTo>
                    <a:cubicBezTo>
                      <a:pt x="860" y="476"/>
                      <a:pt x="860" y="476"/>
                      <a:pt x="860" y="476"/>
                    </a:cubicBezTo>
                    <a:cubicBezTo>
                      <a:pt x="879" y="469"/>
                      <a:pt x="879" y="469"/>
                      <a:pt x="879" y="469"/>
                    </a:cubicBezTo>
                    <a:cubicBezTo>
                      <a:pt x="867" y="453"/>
                      <a:pt x="867" y="453"/>
                      <a:pt x="867" y="453"/>
                    </a:cubicBezTo>
                    <a:cubicBezTo>
                      <a:pt x="828" y="459"/>
                      <a:pt x="828" y="459"/>
                      <a:pt x="828" y="459"/>
                    </a:cubicBezTo>
                    <a:cubicBezTo>
                      <a:pt x="807" y="442"/>
                      <a:pt x="807" y="442"/>
                      <a:pt x="807" y="442"/>
                    </a:cubicBezTo>
                    <a:cubicBezTo>
                      <a:pt x="768" y="442"/>
                      <a:pt x="768" y="442"/>
                      <a:pt x="768" y="442"/>
                    </a:cubicBezTo>
                    <a:cubicBezTo>
                      <a:pt x="752" y="411"/>
                      <a:pt x="752" y="411"/>
                      <a:pt x="752" y="411"/>
                    </a:cubicBezTo>
                    <a:cubicBezTo>
                      <a:pt x="700" y="423"/>
                      <a:pt x="700" y="423"/>
                      <a:pt x="700" y="423"/>
                    </a:cubicBezTo>
                    <a:cubicBezTo>
                      <a:pt x="710" y="458"/>
                      <a:pt x="710" y="458"/>
                      <a:pt x="710" y="458"/>
                    </a:cubicBezTo>
                    <a:cubicBezTo>
                      <a:pt x="697" y="472"/>
                      <a:pt x="697" y="472"/>
                      <a:pt x="697" y="472"/>
                    </a:cubicBezTo>
                    <a:cubicBezTo>
                      <a:pt x="642" y="472"/>
                      <a:pt x="642" y="472"/>
                      <a:pt x="642" y="472"/>
                    </a:cubicBezTo>
                    <a:cubicBezTo>
                      <a:pt x="595" y="479"/>
                      <a:pt x="595" y="479"/>
                      <a:pt x="595" y="479"/>
                    </a:cubicBezTo>
                    <a:cubicBezTo>
                      <a:pt x="573" y="511"/>
                      <a:pt x="573" y="511"/>
                      <a:pt x="573" y="511"/>
                    </a:cubicBezTo>
                    <a:cubicBezTo>
                      <a:pt x="491" y="502"/>
                      <a:pt x="491" y="502"/>
                      <a:pt x="491" y="502"/>
                    </a:cubicBezTo>
                    <a:cubicBezTo>
                      <a:pt x="492" y="500"/>
                      <a:pt x="493" y="499"/>
                      <a:pt x="494" y="498"/>
                    </a:cubicBezTo>
                    <a:cubicBezTo>
                      <a:pt x="495" y="496"/>
                      <a:pt x="498" y="492"/>
                      <a:pt x="498" y="489"/>
                    </a:cubicBezTo>
                    <a:cubicBezTo>
                      <a:pt x="497" y="486"/>
                      <a:pt x="493" y="488"/>
                      <a:pt x="491" y="487"/>
                    </a:cubicBezTo>
                    <a:cubicBezTo>
                      <a:pt x="489" y="486"/>
                      <a:pt x="488" y="483"/>
                      <a:pt x="487" y="480"/>
                    </a:cubicBezTo>
                    <a:cubicBezTo>
                      <a:pt x="487" y="478"/>
                      <a:pt x="489" y="475"/>
                      <a:pt x="491" y="473"/>
                    </a:cubicBezTo>
                    <a:cubicBezTo>
                      <a:pt x="495" y="468"/>
                      <a:pt x="499" y="464"/>
                      <a:pt x="502" y="460"/>
                    </a:cubicBezTo>
                    <a:cubicBezTo>
                      <a:pt x="504" y="458"/>
                      <a:pt x="506" y="455"/>
                      <a:pt x="507" y="453"/>
                    </a:cubicBezTo>
                    <a:cubicBezTo>
                      <a:pt x="507" y="449"/>
                      <a:pt x="507" y="445"/>
                      <a:pt x="507" y="441"/>
                    </a:cubicBezTo>
                    <a:cubicBezTo>
                      <a:pt x="507" y="438"/>
                      <a:pt x="506" y="435"/>
                      <a:pt x="506" y="432"/>
                    </a:cubicBezTo>
                    <a:cubicBezTo>
                      <a:pt x="506" y="427"/>
                      <a:pt x="507" y="421"/>
                      <a:pt x="506" y="416"/>
                    </a:cubicBezTo>
                    <a:cubicBezTo>
                      <a:pt x="504" y="411"/>
                      <a:pt x="507" y="406"/>
                      <a:pt x="503" y="402"/>
                    </a:cubicBezTo>
                    <a:cubicBezTo>
                      <a:pt x="499" y="396"/>
                      <a:pt x="497" y="390"/>
                      <a:pt x="491" y="385"/>
                    </a:cubicBezTo>
                    <a:cubicBezTo>
                      <a:pt x="486" y="381"/>
                      <a:pt x="482" y="377"/>
                      <a:pt x="478" y="373"/>
                    </a:cubicBezTo>
                    <a:cubicBezTo>
                      <a:pt x="473" y="369"/>
                      <a:pt x="468" y="364"/>
                      <a:pt x="465" y="359"/>
                    </a:cubicBezTo>
                    <a:cubicBezTo>
                      <a:pt x="462" y="355"/>
                      <a:pt x="459" y="347"/>
                      <a:pt x="454" y="346"/>
                    </a:cubicBezTo>
                    <a:cubicBezTo>
                      <a:pt x="450" y="345"/>
                      <a:pt x="445" y="344"/>
                      <a:pt x="442" y="341"/>
                    </a:cubicBezTo>
                    <a:cubicBezTo>
                      <a:pt x="440" y="340"/>
                      <a:pt x="439" y="337"/>
                      <a:pt x="438" y="335"/>
                    </a:cubicBezTo>
                    <a:cubicBezTo>
                      <a:pt x="435" y="332"/>
                      <a:pt x="433" y="330"/>
                      <a:pt x="432" y="327"/>
                    </a:cubicBezTo>
                    <a:cubicBezTo>
                      <a:pt x="431" y="324"/>
                      <a:pt x="430" y="322"/>
                      <a:pt x="429" y="319"/>
                    </a:cubicBezTo>
                    <a:cubicBezTo>
                      <a:pt x="428" y="316"/>
                      <a:pt x="425" y="312"/>
                      <a:pt x="423" y="309"/>
                    </a:cubicBezTo>
                    <a:cubicBezTo>
                      <a:pt x="420" y="304"/>
                      <a:pt x="416" y="300"/>
                      <a:pt x="410" y="295"/>
                    </a:cubicBezTo>
                    <a:cubicBezTo>
                      <a:pt x="408" y="293"/>
                      <a:pt x="406" y="292"/>
                      <a:pt x="404" y="289"/>
                    </a:cubicBezTo>
                    <a:cubicBezTo>
                      <a:pt x="402" y="286"/>
                      <a:pt x="400" y="282"/>
                      <a:pt x="398" y="279"/>
                    </a:cubicBezTo>
                    <a:cubicBezTo>
                      <a:pt x="397" y="278"/>
                      <a:pt x="396" y="277"/>
                      <a:pt x="395" y="275"/>
                    </a:cubicBezTo>
                    <a:cubicBezTo>
                      <a:pt x="394" y="272"/>
                      <a:pt x="392" y="269"/>
                      <a:pt x="391" y="267"/>
                    </a:cubicBezTo>
                    <a:cubicBezTo>
                      <a:pt x="389" y="264"/>
                      <a:pt x="387" y="261"/>
                      <a:pt x="386" y="258"/>
                    </a:cubicBezTo>
                    <a:cubicBezTo>
                      <a:pt x="386" y="256"/>
                      <a:pt x="386" y="254"/>
                      <a:pt x="385" y="253"/>
                    </a:cubicBezTo>
                    <a:cubicBezTo>
                      <a:pt x="384" y="251"/>
                      <a:pt x="383" y="249"/>
                      <a:pt x="383" y="247"/>
                    </a:cubicBezTo>
                    <a:cubicBezTo>
                      <a:pt x="382" y="240"/>
                      <a:pt x="381" y="233"/>
                      <a:pt x="377" y="228"/>
                    </a:cubicBezTo>
                    <a:cubicBezTo>
                      <a:pt x="372" y="221"/>
                      <a:pt x="368" y="218"/>
                      <a:pt x="360" y="216"/>
                    </a:cubicBezTo>
                    <a:cubicBezTo>
                      <a:pt x="357" y="215"/>
                      <a:pt x="354" y="214"/>
                      <a:pt x="351" y="213"/>
                    </a:cubicBezTo>
                    <a:cubicBezTo>
                      <a:pt x="348" y="212"/>
                      <a:pt x="345" y="212"/>
                      <a:pt x="342" y="211"/>
                    </a:cubicBezTo>
                    <a:cubicBezTo>
                      <a:pt x="335" y="210"/>
                      <a:pt x="329" y="208"/>
                      <a:pt x="322" y="208"/>
                    </a:cubicBezTo>
                    <a:cubicBezTo>
                      <a:pt x="315" y="207"/>
                      <a:pt x="309" y="208"/>
                      <a:pt x="302" y="210"/>
                    </a:cubicBezTo>
                    <a:cubicBezTo>
                      <a:pt x="297" y="211"/>
                      <a:pt x="292" y="210"/>
                      <a:pt x="287" y="207"/>
                    </a:cubicBezTo>
                    <a:cubicBezTo>
                      <a:pt x="283" y="206"/>
                      <a:pt x="278" y="204"/>
                      <a:pt x="275" y="201"/>
                    </a:cubicBezTo>
                    <a:cubicBezTo>
                      <a:pt x="272" y="198"/>
                      <a:pt x="271" y="192"/>
                      <a:pt x="270" y="189"/>
                    </a:cubicBezTo>
                    <a:cubicBezTo>
                      <a:pt x="270" y="187"/>
                      <a:pt x="270" y="186"/>
                      <a:pt x="269" y="185"/>
                    </a:cubicBezTo>
                    <a:cubicBezTo>
                      <a:pt x="269" y="182"/>
                      <a:pt x="268" y="180"/>
                      <a:pt x="267" y="177"/>
                    </a:cubicBezTo>
                    <a:cubicBezTo>
                      <a:pt x="265" y="174"/>
                      <a:pt x="262" y="172"/>
                      <a:pt x="259" y="169"/>
                    </a:cubicBezTo>
                    <a:cubicBezTo>
                      <a:pt x="256" y="167"/>
                      <a:pt x="253" y="167"/>
                      <a:pt x="250" y="167"/>
                    </a:cubicBezTo>
                    <a:cubicBezTo>
                      <a:pt x="247" y="168"/>
                      <a:pt x="243" y="169"/>
                      <a:pt x="240" y="170"/>
                    </a:cubicBezTo>
                    <a:cubicBezTo>
                      <a:pt x="238" y="170"/>
                      <a:pt x="234" y="172"/>
                      <a:pt x="232" y="170"/>
                    </a:cubicBezTo>
                    <a:cubicBezTo>
                      <a:pt x="231" y="169"/>
                      <a:pt x="231" y="168"/>
                      <a:pt x="230" y="167"/>
                    </a:cubicBezTo>
                    <a:cubicBezTo>
                      <a:pt x="229" y="165"/>
                      <a:pt x="226" y="163"/>
                      <a:pt x="225" y="162"/>
                    </a:cubicBezTo>
                    <a:cubicBezTo>
                      <a:pt x="221" y="160"/>
                      <a:pt x="215" y="161"/>
                      <a:pt x="211" y="161"/>
                    </a:cubicBezTo>
                    <a:cubicBezTo>
                      <a:pt x="207" y="162"/>
                      <a:pt x="203" y="162"/>
                      <a:pt x="199" y="162"/>
                    </a:cubicBezTo>
                    <a:cubicBezTo>
                      <a:pt x="192" y="163"/>
                      <a:pt x="186" y="164"/>
                      <a:pt x="180" y="164"/>
                    </a:cubicBezTo>
                    <a:cubicBezTo>
                      <a:pt x="177" y="164"/>
                      <a:pt x="175" y="163"/>
                      <a:pt x="172" y="163"/>
                    </a:cubicBezTo>
                    <a:cubicBezTo>
                      <a:pt x="170" y="162"/>
                      <a:pt x="167" y="163"/>
                      <a:pt x="164" y="163"/>
                    </a:cubicBezTo>
                    <a:cubicBezTo>
                      <a:pt x="158" y="163"/>
                      <a:pt x="151" y="163"/>
                      <a:pt x="146" y="159"/>
                    </a:cubicBezTo>
                    <a:cubicBezTo>
                      <a:pt x="144" y="156"/>
                      <a:pt x="141" y="155"/>
                      <a:pt x="138" y="155"/>
                    </a:cubicBezTo>
                    <a:cubicBezTo>
                      <a:pt x="135" y="155"/>
                      <a:pt x="132" y="156"/>
                      <a:pt x="129" y="157"/>
                    </a:cubicBezTo>
                    <a:cubicBezTo>
                      <a:pt x="123" y="160"/>
                      <a:pt x="116" y="161"/>
                      <a:pt x="109" y="162"/>
                    </a:cubicBezTo>
                    <a:cubicBezTo>
                      <a:pt x="106" y="162"/>
                      <a:pt x="104" y="163"/>
                      <a:pt x="101" y="164"/>
                    </a:cubicBezTo>
                    <a:cubicBezTo>
                      <a:pt x="99" y="166"/>
                      <a:pt x="98" y="168"/>
                      <a:pt x="95" y="167"/>
                    </a:cubicBezTo>
                    <a:cubicBezTo>
                      <a:pt x="92" y="166"/>
                      <a:pt x="91" y="164"/>
                      <a:pt x="88" y="163"/>
                    </a:cubicBezTo>
                    <a:cubicBezTo>
                      <a:pt x="86" y="163"/>
                      <a:pt x="84" y="163"/>
                      <a:pt x="82" y="162"/>
                    </a:cubicBezTo>
                    <a:cubicBezTo>
                      <a:pt x="75" y="158"/>
                      <a:pt x="73" y="148"/>
                      <a:pt x="70" y="141"/>
                    </a:cubicBezTo>
                    <a:cubicBezTo>
                      <a:pt x="68" y="136"/>
                      <a:pt x="67" y="132"/>
                      <a:pt x="64" y="128"/>
                    </a:cubicBezTo>
                    <a:cubicBezTo>
                      <a:pt x="62" y="125"/>
                      <a:pt x="59" y="121"/>
                      <a:pt x="56" y="120"/>
                    </a:cubicBezTo>
                    <a:cubicBezTo>
                      <a:pt x="53" y="119"/>
                      <a:pt x="49" y="119"/>
                      <a:pt x="46" y="120"/>
                    </a:cubicBezTo>
                    <a:cubicBezTo>
                      <a:pt x="42" y="121"/>
                      <a:pt x="37" y="121"/>
                      <a:pt x="33" y="121"/>
                    </a:cubicBezTo>
                    <a:cubicBezTo>
                      <a:pt x="26" y="121"/>
                      <a:pt x="20" y="121"/>
                      <a:pt x="13" y="120"/>
                    </a:cubicBezTo>
                    <a:cubicBezTo>
                      <a:pt x="9" y="120"/>
                      <a:pt x="4" y="120"/>
                      <a:pt x="0" y="119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113" y="47"/>
                      <a:pt x="113" y="47"/>
                      <a:pt x="113" y="47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72" y="59"/>
                      <a:pt x="172" y="59"/>
                      <a:pt x="172" y="59"/>
                    </a:cubicBezTo>
                    <a:cubicBezTo>
                      <a:pt x="186" y="46"/>
                      <a:pt x="186" y="46"/>
                      <a:pt x="186" y="46"/>
                    </a:cubicBezTo>
                    <a:cubicBezTo>
                      <a:pt x="201" y="61"/>
                      <a:pt x="201" y="61"/>
                      <a:pt x="201" y="61"/>
                    </a:cubicBezTo>
                    <a:cubicBezTo>
                      <a:pt x="303" y="47"/>
                      <a:pt x="303" y="47"/>
                      <a:pt x="303" y="47"/>
                    </a:cubicBezTo>
                    <a:cubicBezTo>
                      <a:pt x="333" y="59"/>
                      <a:pt x="333" y="59"/>
                      <a:pt x="333" y="59"/>
                    </a:cubicBezTo>
                    <a:cubicBezTo>
                      <a:pt x="445" y="57"/>
                      <a:pt x="445" y="57"/>
                      <a:pt x="445" y="57"/>
                    </a:cubicBezTo>
                    <a:cubicBezTo>
                      <a:pt x="462" y="33"/>
                      <a:pt x="462" y="33"/>
                      <a:pt x="462" y="33"/>
                    </a:cubicBezTo>
                    <a:cubicBezTo>
                      <a:pt x="485" y="33"/>
                      <a:pt x="485" y="33"/>
                      <a:pt x="485" y="33"/>
                    </a:cubicBezTo>
                    <a:cubicBezTo>
                      <a:pt x="506" y="16"/>
                      <a:pt x="506" y="16"/>
                      <a:pt x="506" y="16"/>
                    </a:cubicBezTo>
                    <a:cubicBezTo>
                      <a:pt x="563" y="42"/>
                      <a:pt x="563" y="42"/>
                      <a:pt x="563" y="42"/>
                    </a:cubicBezTo>
                    <a:cubicBezTo>
                      <a:pt x="582" y="25"/>
                      <a:pt x="582" y="25"/>
                      <a:pt x="582" y="25"/>
                    </a:cubicBezTo>
                    <a:cubicBezTo>
                      <a:pt x="581" y="16"/>
                      <a:pt x="581" y="16"/>
                      <a:pt x="581" y="16"/>
                    </a:cubicBezTo>
                    <a:cubicBezTo>
                      <a:pt x="617" y="15"/>
                      <a:pt x="617" y="15"/>
                      <a:pt x="617" y="15"/>
                    </a:cubicBezTo>
                    <a:cubicBezTo>
                      <a:pt x="665" y="56"/>
                      <a:pt x="665" y="56"/>
                      <a:pt x="665" y="56"/>
                    </a:cubicBezTo>
                    <a:cubicBezTo>
                      <a:pt x="767" y="49"/>
                      <a:pt x="767" y="49"/>
                      <a:pt x="767" y="49"/>
                    </a:cubicBezTo>
                    <a:cubicBezTo>
                      <a:pt x="838" y="79"/>
                      <a:pt x="838" y="79"/>
                      <a:pt x="838" y="79"/>
                    </a:cubicBezTo>
                    <a:cubicBezTo>
                      <a:pt x="848" y="104"/>
                      <a:pt x="848" y="104"/>
                      <a:pt x="848" y="104"/>
                    </a:cubicBezTo>
                    <a:cubicBezTo>
                      <a:pt x="889" y="110"/>
                      <a:pt x="889" y="110"/>
                      <a:pt x="889" y="110"/>
                    </a:cubicBezTo>
                    <a:cubicBezTo>
                      <a:pt x="944" y="69"/>
                      <a:pt x="944" y="69"/>
                      <a:pt x="944" y="69"/>
                    </a:cubicBezTo>
                    <a:cubicBezTo>
                      <a:pt x="948" y="48"/>
                      <a:pt x="948" y="48"/>
                      <a:pt x="948" y="48"/>
                    </a:cubicBezTo>
                    <a:cubicBezTo>
                      <a:pt x="992" y="29"/>
                      <a:pt x="992" y="29"/>
                      <a:pt x="992" y="29"/>
                    </a:cubicBezTo>
                    <a:cubicBezTo>
                      <a:pt x="1053" y="40"/>
                      <a:pt x="1053" y="40"/>
                      <a:pt x="1053" y="40"/>
                    </a:cubicBezTo>
                    <a:cubicBezTo>
                      <a:pt x="1055" y="9"/>
                      <a:pt x="1055" y="9"/>
                      <a:pt x="1055" y="9"/>
                    </a:cubicBezTo>
                    <a:cubicBezTo>
                      <a:pt x="1072" y="0"/>
                      <a:pt x="1072" y="0"/>
                      <a:pt x="1072" y="0"/>
                    </a:cubicBezTo>
                    <a:cubicBezTo>
                      <a:pt x="1093" y="2"/>
                      <a:pt x="1093" y="2"/>
                      <a:pt x="1093" y="2"/>
                    </a:cubicBezTo>
                    <a:cubicBezTo>
                      <a:pt x="1108" y="12"/>
                      <a:pt x="1108" y="12"/>
                      <a:pt x="1108" y="12"/>
                    </a:cubicBezTo>
                    <a:cubicBezTo>
                      <a:pt x="1118" y="0"/>
                      <a:pt x="1118" y="0"/>
                      <a:pt x="1118" y="0"/>
                    </a:cubicBezTo>
                    <a:cubicBezTo>
                      <a:pt x="1134" y="0"/>
                      <a:pt x="1134" y="0"/>
                      <a:pt x="1134" y="0"/>
                    </a:cubicBezTo>
                    <a:cubicBezTo>
                      <a:pt x="1140" y="14"/>
                      <a:pt x="1140" y="14"/>
                      <a:pt x="1140" y="14"/>
                    </a:cubicBezTo>
                    <a:cubicBezTo>
                      <a:pt x="1170" y="40"/>
                      <a:pt x="1170" y="40"/>
                      <a:pt x="1170" y="40"/>
                    </a:cubicBezTo>
                    <a:cubicBezTo>
                      <a:pt x="1181" y="20"/>
                      <a:pt x="1181" y="20"/>
                      <a:pt x="1181" y="20"/>
                    </a:cubicBezTo>
                    <a:cubicBezTo>
                      <a:pt x="1210" y="18"/>
                      <a:pt x="1210" y="18"/>
                      <a:pt x="1210" y="18"/>
                    </a:cubicBezTo>
                    <a:cubicBezTo>
                      <a:pt x="1238" y="27"/>
                      <a:pt x="1238" y="27"/>
                      <a:pt x="1238" y="27"/>
                    </a:cubicBezTo>
                    <a:cubicBezTo>
                      <a:pt x="1266" y="26"/>
                      <a:pt x="1266" y="26"/>
                      <a:pt x="1266" y="26"/>
                    </a:cubicBezTo>
                    <a:cubicBezTo>
                      <a:pt x="1282" y="53"/>
                      <a:pt x="1282" y="53"/>
                      <a:pt x="1282" y="53"/>
                    </a:cubicBezTo>
                    <a:cubicBezTo>
                      <a:pt x="1267" y="86"/>
                      <a:pt x="1267" y="86"/>
                      <a:pt x="1267" y="86"/>
                    </a:cubicBezTo>
                    <a:cubicBezTo>
                      <a:pt x="1313" y="97"/>
                      <a:pt x="1313" y="97"/>
                      <a:pt x="1313" y="97"/>
                    </a:cubicBezTo>
                    <a:cubicBezTo>
                      <a:pt x="1315" y="106"/>
                      <a:pt x="1315" y="106"/>
                      <a:pt x="1315" y="106"/>
                    </a:cubicBezTo>
                    <a:cubicBezTo>
                      <a:pt x="1337" y="120"/>
                      <a:pt x="1337" y="120"/>
                      <a:pt x="1337" y="120"/>
                    </a:cubicBezTo>
                    <a:cubicBezTo>
                      <a:pt x="1352" y="108"/>
                      <a:pt x="1352" y="108"/>
                      <a:pt x="1352" y="108"/>
                    </a:cubicBezTo>
                    <a:cubicBezTo>
                      <a:pt x="1411" y="118"/>
                      <a:pt x="1411" y="118"/>
                      <a:pt x="1411" y="118"/>
                    </a:cubicBezTo>
                    <a:cubicBezTo>
                      <a:pt x="1431" y="102"/>
                      <a:pt x="1431" y="102"/>
                      <a:pt x="1431" y="102"/>
                    </a:cubicBezTo>
                    <a:cubicBezTo>
                      <a:pt x="1449" y="116"/>
                      <a:pt x="1449" y="116"/>
                      <a:pt x="1449" y="116"/>
                    </a:cubicBezTo>
                    <a:cubicBezTo>
                      <a:pt x="1459" y="163"/>
                      <a:pt x="1459" y="163"/>
                      <a:pt x="1459" y="163"/>
                    </a:cubicBezTo>
                    <a:cubicBezTo>
                      <a:pt x="1437" y="173"/>
                      <a:pt x="1437" y="173"/>
                      <a:pt x="1437" y="173"/>
                    </a:cubicBezTo>
                    <a:cubicBezTo>
                      <a:pt x="1446" y="202"/>
                      <a:pt x="1446" y="202"/>
                      <a:pt x="1446" y="202"/>
                    </a:cubicBezTo>
                    <a:cubicBezTo>
                      <a:pt x="1463" y="199"/>
                      <a:pt x="1463" y="199"/>
                      <a:pt x="1463" y="199"/>
                    </a:cubicBezTo>
                    <a:cubicBezTo>
                      <a:pt x="1474" y="228"/>
                      <a:pt x="1474" y="228"/>
                      <a:pt x="1474" y="228"/>
                    </a:cubicBezTo>
                    <a:cubicBezTo>
                      <a:pt x="1521" y="246"/>
                      <a:pt x="1521" y="246"/>
                      <a:pt x="1521" y="246"/>
                    </a:cubicBezTo>
                    <a:cubicBezTo>
                      <a:pt x="1542" y="235"/>
                      <a:pt x="1542" y="235"/>
                      <a:pt x="1542" y="235"/>
                    </a:cubicBezTo>
                    <a:lnTo>
                      <a:pt x="1591" y="25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7" name="Freeform 2540">
                <a:extLst>
                  <a:ext uri="{FF2B5EF4-FFF2-40B4-BE49-F238E27FC236}">
                    <a16:creationId xmlns:a16="http://schemas.microsoft.com/office/drawing/2014/main" id="{8E0C75BB-4CC4-4843-B39D-24D0061C8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278"/>
                <a:ext cx="13" cy="7"/>
              </a:xfrm>
              <a:custGeom>
                <a:avLst/>
                <a:gdLst>
                  <a:gd name="T0" fmla="*/ 15 w 32"/>
                  <a:gd name="T1" fmla="*/ 18 h 18"/>
                  <a:gd name="T2" fmla="*/ 11 w 32"/>
                  <a:gd name="T3" fmla="*/ 16 h 18"/>
                  <a:gd name="T4" fmla="*/ 7 w 32"/>
                  <a:gd name="T5" fmla="*/ 13 h 18"/>
                  <a:gd name="T6" fmla="*/ 3 w 32"/>
                  <a:gd name="T7" fmla="*/ 9 h 18"/>
                  <a:gd name="T8" fmla="*/ 3 w 32"/>
                  <a:gd name="T9" fmla="*/ 3 h 18"/>
                  <a:gd name="T10" fmla="*/ 7 w 32"/>
                  <a:gd name="T11" fmla="*/ 2 h 18"/>
                  <a:gd name="T12" fmla="*/ 10 w 32"/>
                  <a:gd name="T13" fmla="*/ 1 h 18"/>
                  <a:gd name="T14" fmla="*/ 26 w 32"/>
                  <a:gd name="T15" fmla="*/ 4 h 18"/>
                  <a:gd name="T16" fmla="*/ 29 w 32"/>
                  <a:gd name="T17" fmla="*/ 9 h 18"/>
                  <a:gd name="T18" fmla="*/ 21 w 32"/>
                  <a:gd name="T19" fmla="*/ 9 h 18"/>
                  <a:gd name="T20" fmla="*/ 15 w 32"/>
                  <a:gd name="T21" fmla="*/ 9 h 18"/>
                  <a:gd name="T22" fmla="*/ 17 w 32"/>
                  <a:gd name="T23" fmla="*/ 16 h 18"/>
                  <a:gd name="T24" fmla="*/ 15 w 32"/>
                  <a:gd name="T2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18">
                    <a:moveTo>
                      <a:pt x="15" y="18"/>
                    </a:moveTo>
                    <a:cubicBezTo>
                      <a:pt x="13" y="18"/>
                      <a:pt x="12" y="17"/>
                      <a:pt x="11" y="16"/>
                    </a:cubicBezTo>
                    <a:cubicBezTo>
                      <a:pt x="10" y="15"/>
                      <a:pt x="8" y="14"/>
                      <a:pt x="7" y="13"/>
                    </a:cubicBezTo>
                    <a:cubicBezTo>
                      <a:pt x="5" y="12"/>
                      <a:pt x="4" y="11"/>
                      <a:pt x="3" y="9"/>
                    </a:cubicBezTo>
                    <a:cubicBezTo>
                      <a:pt x="1" y="7"/>
                      <a:pt x="0" y="5"/>
                      <a:pt x="3" y="3"/>
                    </a:cubicBezTo>
                    <a:cubicBezTo>
                      <a:pt x="4" y="3"/>
                      <a:pt x="5" y="3"/>
                      <a:pt x="7" y="2"/>
                    </a:cubicBezTo>
                    <a:cubicBezTo>
                      <a:pt x="8" y="2"/>
                      <a:pt x="9" y="2"/>
                      <a:pt x="10" y="1"/>
                    </a:cubicBezTo>
                    <a:cubicBezTo>
                      <a:pt x="15" y="0"/>
                      <a:pt x="21" y="3"/>
                      <a:pt x="26" y="4"/>
                    </a:cubicBezTo>
                    <a:cubicBezTo>
                      <a:pt x="27" y="5"/>
                      <a:pt x="32" y="6"/>
                      <a:pt x="29" y="9"/>
                    </a:cubicBezTo>
                    <a:cubicBezTo>
                      <a:pt x="26" y="11"/>
                      <a:pt x="24" y="10"/>
                      <a:pt x="21" y="9"/>
                    </a:cubicBezTo>
                    <a:cubicBezTo>
                      <a:pt x="19" y="8"/>
                      <a:pt x="16" y="6"/>
                      <a:pt x="15" y="9"/>
                    </a:cubicBezTo>
                    <a:cubicBezTo>
                      <a:pt x="14" y="11"/>
                      <a:pt x="17" y="13"/>
                      <a:pt x="17" y="16"/>
                    </a:cubicBezTo>
                    <a:cubicBezTo>
                      <a:pt x="16" y="17"/>
                      <a:pt x="16" y="18"/>
                      <a:pt x="15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8" name="Freeform 2541">
                <a:extLst>
                  <a:ext uri="{FF2B5EF4-FFF2-40B4-BE49-F238E27FC236}">
                    <a16:creationId xmlns:a16="http://schemas.microsoft.com/office/drawing/2014/main" id="{2F1A2E95-B5DD-4BAD-98A8-6BCD2E775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2281"/>
                <a:ext cx="2" cy="2"/>
              </a:xfrm>
              <a:custGeom>
                <a:avLst/>
                <a:gdLst>
                  <a:gd name="T0" fmla="*/ 2 w 6"/>
                  <a:gd name="T1" fmla="*/ 2 h 5"/>
                  <a:gd name="T2" fmla="*/ 6 w 6"/>
                  <a:gd name="T3" fmla="*/ 2 h 5"/>
                  <a:gd name="T4" fmla="*/ 3 w 6"/>
                  <a:gd name="T5" fmla="*/ 5 h 5"/>
                  <a:gd name="T6" fmla="*/ 2 w 6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2"/>
                    </a:moveTo>
                    <a:cubicBezTo>
                      <a:pt x="3" y="1"/>
                      <a:pt x="6" y="0"/>
                      <a:pt x="6" y="2"/>
                    </a:cubicBezTo>
                    <a:cubicBezTo>
                      <a:pt x="6" y="3"/>
                      <a:pt x="4" y="5"/>
                      <a:pt x="3" y="5"/>
                    </a:cubicBezTo>
                    <a:cubicBezTo>
                      <a:pt x="0" y="5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9" name="Freeform 2542">
                <a:extLst>
                  <a:ext uri="{FF2B5EF4-FFF2-40B4-BE49-F238E27FC236}">
                    <a16:creationId xmlns:a16="http://schemas.microsoft.com/office/drawing/2014/main" id="{605AA08A-A1FB-4F24-B021-CB08F8B75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277"/>
                <a:ext cx="3" cy="2"/>
              </a:xfrm>
              <a:custGeom>
                <a:avLst/>
                <a:gdLst>
                  <a:gd name="T0" fmla="*/ 0 w 7"/>
                  <a:gd name="T1" fmla="*/ 2 h 5"/>
                  <a:gd name="T2" fmla="*/ 1 w 7"/>
                  <a:gd name="T3" fmla="*/ 1 h 5"/>
                  <a:gd name="T4" fmla="*/ 1 w 7"/>
                  <a:gd name="T5" fmla="*/ 0 h 5"/>
                  <a:gd name="T6" fmla="*/ 3 w 7"/>
                  <a:gd name="T7" fmla="*/ 0 h 5"/>
                  <a:gd name="T8" fmla="*/ 5 w 7"/>
                  <a:gd name="T9" fmla="*/ 0 h 5"/>
                  <a:gd name="T10" fmla="*/ 6 w 7"/>
                  <a:gd name="T11" fmla="*/ 1 h 5"/>
                  <a:gd name="T12" fmla="*/ 7 w 7"/>
                  <a:gd name="T13" fmla="*/ 3 h 5"/>
                  <a:gd name="T14" fmla="*/ 6 w 7"/>
                  <a:gd name="T15" fmla="*/ 5 h 5"/>
                  <a:gd name="T16" fmla="*/ 4 w 7"/>
                  <a:gd name="T17" fmla="*/ 5 h 5"/>
                  <a:gd name="T18" fmla="*/ 1 w 7"/>
                  <a:gd name="T19" fmla="*/ 5 h 5"/>
                  <a:gd name="T20" fmla="*/ 1 w 7"/>
                  <a:gd name="T21" fmla="*/ 4 h 5"/>
                  <a:gd name="T22" fmla="*/ 0 w 7"/>
                  <a:gd name="T2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0" name="Freeform 2543">
                <a:extLst>
                  <a:ext uri="{FF2B5EF4-FFF2-40B4-BE49-F238E27FC236}">
                    <a16:creationId xmlns:a16="http://schemas.microsoft.com/office/drawing/2014/main" id="{95AB9BD4-B797-4E0D-8907-338B2C432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273"/>
                <a:ext cx="15" cy="3"/>
              </a:xfrm>
              <a:custGeom>
                <a:avLst/>
                <a:gdLst>
                  <a:gd name="T0" fmla="*/ 3 w 37"/>
                  <a:gd name="T1" fmla="*/ 6 h 8"/>
                  <a:gd name="T2" fmla="*/ 1 w 37"/>
                  <a:gd name="T3" fmla="*/ 3 h 8"/>
                  <a:gd name="T4" fmla="*/ 7 w 37"/>
                  <a:gd name="T5" fmla="*/ 0 h 8"/>
                  <a:gd name="T6" fmla="*/ 23 w 37"/>
                  <a:gd name="T7" fmla="*/ 2 h 8"/>
                  <a:gd name="T8" fmla="*/ 30 w 37"/>
                  <a:gd name="T9" fmla="*/ 3 h 8"/>
                  <a:gd name="T10" fmla="*/ 34 w 37"/>
                  <a:gd name="T11" fmla="*/ 4 h 8"/>
                  <a:gd name="T12" fmla="*/ 25 w 37"/>
                  <a:gd name="T13" fmla="*/ 7 h 8"/>
                  <a:gd name="T14" fmla="*/ 14 w 37"/>
                  <a:gd name="T15" fmla="*/ 7 h 8"/>
                  <a:gd name="T16" fmla="*/ 8 w 37"/>
                  <a:gd name="T17" fmla="*/ 6 h 8"/>
                  <a:gd name="T18" fmla="*/ 3 w 37"/>
                  <a:gd name="T1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8">
                    <a:moveTo>
                      <a:pt x="3" y="6"/>
                    </a:moveTo>
                    <a:cubicBezTo>
                      <a:pt x="2" y="5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0"/>
                    </a:cubicBezTo>
                    <a:cubicBezTo>
                      <a:pt x="12" y="0"/>
                      <a:pt x="18" y="1"/>
                      <a:pt x="23" y="2"/>
                    </a:cubicBezTo>
                    <a:cubicBezTo>
                      <a:pt x="25" y="3"/>
                      <a:pt x="27" y="3"/>
                      <a:pt x="30" y="3"/>
                    </a:cubicBezTo>
                    <a:cubicBezTo>
                      <a:pt x="31" y="3"/>
                      <a:pt x="33" y="3"/>
                      <a:pt x="34" y="4"/>
                    </a:cubicBezTo>
                    <a:cubicBezTo>
                      <a:pt x="37" y="8"/>
                      <a:pt x="27" y="7"/>
                      <a:pt x="25" y="7"/>
                    </a:cubicBezTo>
                    <a:cubicBezTo>
                      <a:pt x="21" y="7"/>
                      <a:pt x="18" y="7"/>
                      <a:pt x="14" y="7"/>
                    </a:cubicBezTo>
                    <a:cubicBezTo>
                      <a:pt x="12" y="7"/>
                      <a:pt x="10" y="6"/>
                      <a:pt x="8" y="6"/>
                    </a:cubicBezTo>
                    <a:cubicBezTo>
                      <a:pt x="7" y="6"/>
                      <a:pt x="5" y="6"/>
                      <a:pt x="3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1" name="Freeform 2544">
                <a:extLst>
                  <a:ext uri="{FF2B5EF4-FFF2-40B4-BE49-F238E27FC236}">
                    <a16:creationId xmlns:a16="http://schemas.microsoft.com/office/drawing/2014/main" id="{AD5319DA-DA5C-49E3-8612-A2313962D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272"/>
                <a:ext cx="15" cy="3"/>
              </a:xfrm>
              <a:custGeom>
                <a:avLst/>
                <a:gdLst>
                  <a:gd name="T0" fmla="*/ 8 w 37"/>
                  <a:gd name="T1" fmla="*/ 5 h 7"/>
                  <a:gd name="T2" fmla="*/ 2 w 37"/>
                  <a:gd name="T3" fmla="*/ 4 h 7"/>
                  <a:gd name="T4" fmla="*/ 7 w 37"/>
                  <a:gd name="T5" fmla="*/ 0 h 7"/>
                  <a:gd name="T6" fmla="*/ 15 w 37"/>
                  <a:gd name="T7" fmla="*/ 0 h 7"/>
                  <a:gd name="T8" fmla="*/ 22 w 37"/>
                  <a:gd name="T9" fmla="*/ 0 h 7"/>
                  <a:gd name="T10" fmla="*/ 30 w 37"/>
                  <a:gd name="T11" fmla="*/ 1 h 7"/>
                  <a:gd name="T12" fmla="*/ 35 w 37"/>
                  <a:gd name="T13" fmla="*/ 3 h 7"/>
                  <a:gd name="T14" fmla="*/ 28 w 37"/>
                  <a:gd name="T15" fmla="*/ 6 h 7"/>
                  <a:gd name="T16" fmla="*/ 24 w 37"/>
                  <a:gd name="T17" fmla="*/ 6 h 7"/>
                  <a:gd name="T18" fmla="*/ 22 w 37"/>
                  <a:gd name="T19" fmla="*/ 6 h 7"/>
                  <a:gd name="T20" fmla="*/ 19 w 37"/>
                  <a:gd name="T21" fmla="*/ 6 h 7"/>
                  <a:gd name="T22" fmla="*/ 17 w 37"/>
                  <a:gd name="T23" fmla="*/ 7 h 7"/>
                  <a:gd name="T24" fmla="*/ 15 w 37"/>
                  <a:gd name="T25" fmla="*/ 6 h 7"/>
                  <a:gd name="T26" fmla="*/ 10 w 37"/>
                  <a:gd name="T27" fmla="*/ 5 h 7"/>
                  <a:gd name="T28" fmla="*/ 8 w 37"/>
                  <a:gd name="T2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7" h="7">
                    <a:moveTo>
                      <a:pt x="8" y="5"/>
                    </a:moveTo>
                    <a:cubicBezTo>
                      <a:pt x="5" y="6"/>
                      <a:pt x="3" y="6"/>
                      <a:pt x="2" y="4"/>
                    </a:cubicBezTo>
                    <a:cubicBezTo>
                      <a:pt x="0" y="1"/>
                      <a:pt x="5" y="0"/>
                      <a:pt x="7" y="0"/>
                    </a:cubicBezTo>
                    <a:cubicBezTo>
                      <a:pt x="10" y="0"/>
                      <a:pt x="12" y="0"/>
                      <a:pt x="15" y="0"/>
                    </a:cubicBezTo>
                    <a:cubicBezTo>
                      <a:pt x="17" y="0"/>
                      <a:pt x="20" y="1"/>
                      <a:pt x="22" y="0"/>
                    </a:cubicBezTo>
                    <a:cubicBezTo>
                      <a:pt x="25" y="0"/>
                      <a:pt x="27" y="1"/>
                      <a:pt x="30" y="1"/>
                    </a:cubicBezTo>
                    <a:cubicBezTo>
                      <a:pt x="31" y="1"/>
                      <a:pt x="37" y="0"/>
                      <a:pt x="35" y="3"/>
                    </a:cubicBezTo>
                    <a:cubicBezTo>
                      <a:pt x="33" y="5"/>
                      <a:pt x="30" y="6"/>
                      <a:pt x="28" y="6"/>
                    </a:cubicBezTo>
                    <a:cubicBezTo>
                      <a:pt x="26" y="6"/>
                      <a:pt x="25" y="6"/>
                      <a:pt x="24" y="6"/>
                    </a:cubicBezTo>
                    <a:cubicBezTo>
                      <a:pt x="23" y="6"/>
                      <a:pt x="22" y="6"/>
                      <a:pt x="22" y="6"/>
                    </a:cubicBezTo>
                    <a:cubicBezTo>
                      <a:pt x="21" y="6"/>
                      <a:pt x="20" y="6"/>
                      <a:pt x="19" y="6"/>
                    </a:cubicBezTo>
                    <a:cubicBezTo>
                      <a:pt x="19" y="6"/>
                      <a:pt x="18" y="7"/>
                      <a:pt x="17" y="7"/>
                    </a:cubicBezTo>
                    <a:cubicBezTo>
                      <a:pt x="16" y="7"/>
                      <a:pt x="15" y="7"/>
                      <a:pt x="15" y="6"/>
                    </a:cubicBezTo>
                    <a:cubicBezTo>
                      <a:pt x="13" y="6"/>
                      <a:pt x="12" y="5"/>
                      <a:pt x="10" y="5"/>
                    </a:cubicBezTo>
                    <a:cubicBezTo>
                      <a:pt x="10" y="5"/>
                      <a:pt x="9" y="5"/>
                      <a:pt x="8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2" name="Freeform 2545">
                <a:extLst>
                  <a:ext uri="{FF2B5EF4-FFF2-40B4-BE49-F238E27FC236}">
                    <a16:creationId xmlns:a16="http://schemas.microsoft.com/office/drawing/2014/main" id="{66CFEA09-CE49-469F-B563-BC9FEF3AA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273"/>
                <a:ext cx="3" cy="2"/>
              </a:xfrm>
              <a:custGeom>
                <a:avLst/>
                <a:gdLst>
                  <a:gd name="T0" fmla="*/ 1 w 8"/>
                  <a:gd name="T1" fmla="*/ 3 h 5"/>
                  <a:gd name="T2" fmla="*/ 3 w 8"/>
                  <a:gd name="T3" fmla="*/ 1 h 5"/>
                  <a:gd name="T4" fmla="*/ 8 w 8"/>
                  <a:gd name="T5" fmla="*/ 3 h 5"/>
                  <a:gd name="T6" fmla="*/ 1 w 8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1" y="3"/>
                    </a:moveTo>
                    <a:cubicBezTo>
                      <a:pt x="0" y="2"/>
                      <a:pt x="2" y="1"/>
                      <a:pt x="3" y="1"/>
                    </a:cubicBezTo>
                    <a:cubicBezTo>
                      <a:pt x="5" y="0"/>
                      <a:pt x="8" y="0"/>
                      <a:pt x="8" y="3"/>
                    </a:cubicBezTo>
                    <a:cubicBezTo>
                      <a:pt x="8" y="5"/>
                      <a:pt x="3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3" name="Freeform 2546">
                <a:extLst>
                  <a:ext uri="{FF2B5EF4-FFF2-40B4-BE49-F238E27FC236}">
                    <a16:creationId xmlns:a16="http://schemas.microsoft.com/office/drawing/2014/main" id="{3FB89EB9-80A8-4CEB-9AC9-F45FB183A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272"/>
                <a:ext cx="11" cy="4"/>
              </a:xfrm>
              <a:custGeom>
                <a:avLst/>
                <a:gdLst>
                  <a:gd name="T0" fmla="*/ 7 w 27"/>
                  <a:gd name="T1" fmla="*/ 8 h 11"/>
                  <a:gd name="T2" fmla="*/ 4 w 27"/>
                  <a:gd name="T3" fmla="*/ 10 h 11"/>
                  <a:gd name="T4" fmla="*/ 0 w 27"/>
                  <a:gd name="T5" fmla="*/ 9 h 11"/>
                  <a:gd name="T6" fmla="*/ 1 w 27"/>
                  <a:gd name="T7" fmla="*/ 6 h 11"/>
                  <a:gd name="T8" fmla="*/ 1 w 27"/>
                  <a:gd name="T9" fmla="*/ 3 h 11"/>
                  <a:gd name="T10" fmla="*/ 8 w 27"/>
                  <a:gd name="T11" fmla="*/ 0 h 11"/>
                  <a:gd name="T12" fmla="*/ 14 w 27"/>
                  <a:gd name="T13" fmla="*/ 2 h 11"/>
                  <a:gd name="T14" fmla="*/ 25 w 27"/>
                  <a:gd name="T15" fmla="*/ 4 h 11"/>
                  <a:gd name="T16" fmla="*/ 26 w 27"/>
                  <a:gd name="T17" fmla="*/ 7 h 11"/>
                  <a:gd name="T18" fmla="*/ 23 w 27"/>
                  <a:gd name="T19" fmla="*/ 8 h 11"/>
                  <a:gd name="T20" fmla="*/ 20 w 27"/>
                  <a:gd name="T21" fmla="*/ 7 h 11"/>
                  <a:gd name="T22" fmla="*/ 18 w 27"/>
                  <a:gd name="T23" fmla="*/ 8 h 11"/>
                  <a:gd name="T24" fmla="*/ 13 w 27"/>
                  <a:gd name="T25" fmla="*/ 7 h 11"/>
                  <a:gd name="T26" fmla="*/ 10 w 27"/>
                  <a:gd name="T27" fmla="*/ 8 h 11"/>
                  <a:gd name="T28" fmla="*/ 7 w 27"/>
                  <a:gd name="T2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1">
                    <a:moveTo>
                      <a:pt x="7" y="8"/>
                    </a:moveTo>
                    <a:cubicBezTo>
                      <a:pt x="6" y="8"/>
                      <a:pt x="5" y="9"/>
                      <a:pt x="4" y="10"/>
                    </a:cubicBezTo>
                    <a:cubicBezTo>
                      <a:pt x="2" y="10"/>
                      <a:pt x="0" y="11"/>
                      <a:pt x="0" y="9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2" y="0"/>
                      <a:pt x="6" y="0"/>
                      <a:pt x="8" y="0"/>
                    </a:cubicBezTo>
                    <a:cubicBezTo>
                      <a:pt x="10" y="1"/>
                      <a:pt x="12" y="2"/>
                      <a:pt x="14" y="2"/>
                    </a:cubicBezTo>
                    <a:cubicBezTo>
                      <a:pt x="18" y="3"/>
                      <a:pt x="23" y="0"/>
                      <a:pt x="25" y="4"/>
                    </a:cubicBezTo>
                    <a:cubicBezTo>
                      <a:pt x="26" y="5"/>
                      <a:pt x="27" y="6"/>
                      <a:pt x="26" y="7"/>
                    </a:cubicBezTo>
                    <a:cubicBezTo>
                      <a:pt x="26" y="8"/>
                      <a:pt x="24" y="8"/>
                      <a:pt x="23" y="8"/>
                    </a:cubicBezTo>
                    <a:cubicBezTo>
                      <a:pt x="22" y="8"/>
                      <a:pt x="21" y="8"/>
                      <a:pt x="20" y="7"/>
                    </a:cubicBezTo>
                    <a:cubicBezTo>
                      <a:pt x="20" y="7"/>
                      <a:pt x="19" y="8"/>
                      <a:pt x="18" y="8"/>
                    </a:cubicBezTo>
                    <a:cubicBezTo>
                      <a:pt x="16" y="8"/>
                      <a:pt x="15" y="8"/>
                      <a:pt x="13" y="7"/>
                    </a:cubicBezTo>
                    <a:cubicBezTo>
                      <a:pt x="12" y="7"/>
                      <a:pt x="11" y="8"/>
                      <a:pt x="10" y="8"/>
                    </a:cubicBezTo>
                    <a:cubicBezTo>
                      <a:pt x="9" y="8"/>
                      <a:pt x="8" y="8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4" name="Freeform 2547">
                <a:extLst>
                  <a:ext uri="{FF2B5EF4-FFF2-40B4-BE49-F238E27FC236}">
                    <a16:creationId xmlns:a16="http://schemas.microsoft.com/office/drawing/2014/main" id="{56F7BB04-8EC4-4EA5-BAAA-0CABE58A5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271"/>
                <a:ext cx="10" cy="4"/>
              </a:xfrm>
              <a:custGeom>
                <a:avLst/>
                <a:gdLst>
                  <a:gd name="T0" fmla="*/ 5 w 25"/>
                  <a:gd name="T1" fmla="*/ 7 h 10"/>
                  <a:gd name="T2" fmla="*/ 1 w 25"/>
                  <a:gd name="T3" fmla="*/ 6 h 10"/>
                  <a:gd name="T4" fmla="*/ 4 w 25"/>
                  <a:gd name="T5" fmla="*/ 3 h 10"/>
                  <a:gd name="T6" fmla="*/ 8 w 25"/>
                  <a:gd name="T7" fmla="*/ 0 h 10"/>
                  <a:gd name="T8" fmla="*/ 14 w 25"/>
                  <a:gd name="T9" fmla="*/ 0 h 10"/>
                  <a:gd name="T10" fmla="*/ 19 w 25"/>
                  <a:gd name="T11" fmla="*/ 0 h 10"/>
                  <a:gd name="T12" fmla="*/ 24 w 25"/>
                  <a:gd name="T13" fmla="*/ 1 h 10"/>
                  <a:gd name="T14" fmla="*/ 23 w 25"/>
                  <a:gd name="T15" fmla="*/ 5 h 10"/>
                  <a:gd name="T16" fmla="*/ 17 w 25"/>
                  <a:gd name="T17" fmla="*/ 6 h 10"/>
                  <a:gd name="T18" fmla="*/ 13 w 25"/>
                  <a:gd name="T19" fmla="*/ 8 h 10"/>
                  <a:gd name="T20" fmla="*/ 5 w 25"/>
                  <a:gd name="T2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0">
                    <a:moveTo>
                      <a:pt x="5" y="7"/>
                    </a:moveTo>
                    <a:cubicBezTo>
                      <a:pt x="4" y="7"/>
                      <a:pt x="1" y="7"/>
                      <a:pt x="1" y="6"/>
                    </a:cubicBezTo>
                    <a:cubicBezTo>
                      <a:pt x="0" y="4"/>
                      <a:pt x="3" y="4"/>
                      <a:pt x="4" y="3"/>
                    </a:cubicBezTo>
                    <a:cubicBezTo>
                      <a:pt x="5" y="2"/>
                      <a:pt x="6" y="1"/>
                      <a:pt x="8" y="0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6" y="0"/>
                      <a:pt x="17" y="0"/>
                      <a:pt x="19" y="0"/>
                    </a:cubicBezTo>
                    <a:cubicBezTo>
                      <a:pt x="21" y="0"/>
                      <a:pt x="23" y="0"/>
                      <a:pt x="24" y="1"/>
                    </a:cubicBezTo>
                    <a:cubicBezTo>
                      <a:pt x="25" y="2"/>
                      <a:pt x="24" y="4"/>
                      <a:pt x="23" y="5"/>
                    </a:cubicBezTo>
                    <a:cubicBezTo>
                      <a:pt x="21" y="6"/>
                      <a:pt x="19" y="5"/>
                      <a:pt x="17" y="6"/>
                    </a:cubicBezTo>
                    <a:cubicBezTo>
                      <a:pt x="16" y="7"/>
                      <a:pt x="15" y="8"/>
                      <a:pt x="13" y="8"/>
                    </a:cubicBezTo>
                    <a:cubicBezTo>
                      <a:pt x="10" y="10"/>
                      <a:pt x="8" y="7"/>
                      <a:pt x="5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5" name="Freeform 2548">
                <a:extLst>
                  <a:ext uri="{FF2B5EF4-FFF2-40B4-BE49-F238E27FC236}">
                    <a16:creationId xmlns:a16="http://schemas.microsoft.com/office/drawing/2014/main" id="{14B81539-C21A-4A5E-AD9F-3320B7D87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270"/>
                <a:ext cx="9" cy="4"/>
              </a:xfrm>
              <a:custGeom>
                <a:avLst/>
                <a:gdLst>
                  <a:gd name="T0" fmla="*/ 6 w 23"/>
                  <a:gd name="T1" fmla="*/ 8 h 9"/>
                  <a:gd name="T2" fmla="*/ 4 w 23"/>
                  <a:gd name="T3" fmla="*/ 8 h 9"/>
                  <a:gd name="T4" fmla="*/ 1 w 23"/>
                  <a:gd name="T5" fmla="*/ 7 h 9"/>
                  <a:gd name="T6" fmla="*/ 1 w 23"/>
                  <a:gd name="T7" fmla="*/ 4 h 9"/>
                  <a:gd name="T8" fmla="*/ 3 w 23"/>
                  <a:gd name="T9" fmla="*/ 3 h 9"/>
                  <a:gd name="T10" fmla="*/ 5 w 23"/>
                  <a:gd name="T11" fmla="*/ 2 h 9"/>
                  <a:gd name="T12" fmla="*/ 10 w 23"/>
                  <a:gd name="T13" fmla="*/ 1 h 9"/>
                  <a:gd name="T14" fmla="*/ 12 w 23"/>
                  <a:gd name="T15" fmla="*/ 1 h 9"/>
                  <a:gd name="T16" fmla="*/ 14 w 23"/>
                  <a:gd name="T17" fmla="*/ 2 h 9"/>
                  <a:gd name="T18" fmla="*/ 21 w 23"/>
                  <a:gd name="T19" fmla="*/ 5 h 9"/>
                  <a:gd name="T20" fmla="*/ 21 w 23"/>
                  <a:gd name="T21" fmla="*/ 9 h 9"/>
                  <a:gd name="T22" fmla="*/ 15 w 23"/>
                  <a:gd name="T23" fmla="*/ 9 h 9"/>
                  <a:gd name="T24" fmla="*/ 7 w 23"/>
                  <a:gd name="T25" fmla="*/ 9 h 9"/>
                  <a:gd name="T26" fmla="*/ 8 w 23"/>
                  <a:gd name="T27" fmla="*/ 9 h 9"/>
                  <a:gd name="T28" fmla="*/ 7 w 23"/>
                  <a:gd name="T29" fmla="*/ 9 h 9"/>
                  <a:gd name="T30" fmla="*/ 7 w 23"/>
                  <a:gd name="T31" fmla="*/ 9 h 9"/>
                  <a:gd name="T32" fmla="*/ 6 w 23"/>
                  <a:gd name="T3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9">
                    <a:moveTo>
                      <a:pt x="6" y="8"/>
                    </a:moveTo>
                    <a:cubicBezTo>
                      <a:pt x="5" y="8"/>
                      <a:pt x="4" y="8"/>
                      <a:pt x="4" y="8"/>
                    </a:cubicBezTo>
                    <a:cubicBezTo>
                      <a:pt x="3" y="8"/>
                      <a:pt x="1" y="8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3" y="2"/>
                      <a:pt x="13" y="2"/>
                      <a:pt x="14" y="2"/>
                    </a:cubicBezTo>
                    <a:cubicBezTo>
                      <a:pt x="17" y="3"/>
                      <a:pt x="19" y="4"/>
                      <a:pt x="21" y="5"/>
                    </a:cubicBezTo>
                    <a:cubicBezTo>
                      <a:pt x="22" y="6"/>
                      <a:pt x="23" y="8"/>
                      <a:pt x="21" y="9"/>
                    </a:cubicBezTo>
                    <a:cubicBezTo>
                      <a:pt x="19" y="9"/>
                      <a:pt x="17" y="9"/>
                      <a:pt x="15" y="9"/>
                    </a:cubicBezTo>
                    <a:cubicBezTo>
                      <a:pt x="12" y="9"/>
                      <a:pt x="10" y="9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6" y="8"/>
                      <a:pt x="6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6" name="Freeform 2549">
                <a:extLst>
                  <a:ext uri="{FF2B5EF4-FFF2-40B4-BE49-F238E27FC236}">
                    <a16:creationId xmlns:a16="http://schemas.microsoft.com/office/drawing/2014/main" id="{C586C5D6-B29E-4214-935B-EC938F59F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278"/>
                <a:ext cx="4" cy="5"/>
              </a:xfrm>
              <a:custGeom>
                <a:avLst/>
                <a:gdLst>
                  <a:gd name="T0" fmla="*/ 1 w 11"/>
                  <a:gd name="T1" fmla="*/ 4 h 11"/>
                  <a:gd name="T2" fmla="*/ 2 w 11"/>
                  <a:gd name="T3" fmla="*/ 2 h 11"/>
                  <a:gd name="T4" fmla="*/ 5 w 11"/>
                  <a:gd name="T5" fmla="*/ 1 h 11"/>
                  <a:gd name="T6" fmla="*/ 8 w 11"/>
                  <a:gd name="T7" fmla="*/ 1 h 11"/>
                  <a:gd name="T8" fmla="*/ 9 w 11"/>
                  <a:gd name="T9" fmla="*/ 3 h 11"/>
                  <a:gd name="T10" fmla="*/ 10 w 11"/>
                  <a:gd name="T11" fmla="*/ 9 h 11"/>
                  <a:gd name="T12" fmla="*/ 6 w 11"/>
                  <a:gd name="T13" fmla="*/ 10 h 11"/>
                  <a:gd name="T14" fmla="*/ 3 w 11"/>
                  <a:gd name="T15" fmla="*/ 10 h 11"/>
                  <a:gd name="T16" fmla="*/ 1 w 11"/>
                  <a:gd name="T1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1" y="3"/>
                      <a:pt x="1" y="2"/>
                      <a:pt x="2" y="2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9" y="1"/>
                      <a:pt x="9" y="2"/>
                      <a:pt x="9" y="3"/>
                    </a:cubicBezTo>
                    <a:cubicBezTo>
                      <a:pt x="10" y="5"/>
                      <a:pt x="11" y="8"/>
                      <a:pt x="10" y="9"/>
                    </a:cubicBezTo>
                    <a:cubicBezTo>
                      <a:pt x="9" y="9"/>
                      <a:pt x="7" y="10"/>
                      <a:pt x="6" y="10"/>
                    </a:cubicBezTo>
                    <a:cubicBezTo>
                      <a:pt x="5" y="10"/>
                      <a:pt x="4" y="11"/>
                      <a:pt x="3" y="10"/>
                    </a:cubicBezTo>
                    <a:cubicBezTo>
                      <a:pt x="1" y="9"/>
                      <a:pt x="0" y="6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7" name="Freeform 2550">
                <a:extLst>
                  <a:ext uri="{FF2B5EF4-FFF2-40B4-BE49-F238E27FC236}">
                    <a16:creationId xmlns:a16="http://schemas.microsoft.com/office/drawing/2014/main" id="{A2313935-B08F-4E32-9E86-E2EEEF8D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266"/>
                <a:ext cx="3" cy="4"/>
              </a:xfrm>
              <a:custGeom>
                <a:avLst/>
                <a:gdLst>
                  <a:gd name="T0" fmla="*/ 0 w 8"/>
                  <a:gd name="T1" fmla="*/ 7 h 10"/>
                  <a:gd name="T2" fmla="*/ 0 w 8"/>
                  <a:gd name="T3" fmla="*/ 6 h 10"/>
                  <a:gd name="T4" fmla="*/ 0 w 8"/>
                  <a:gd name="T5" fmla="*/ 3 h 10"/>
                  <a:gd name="T6" fmla="*/ 2 w 8"/>
                  <a:gd name="T7" fmla="*/ 1 h 10"/>
                  <a:gd name="T8" fmla="*/ 5 w 8"/>
                  <a:gd name="T9" fmla="*/ 1 h 10"/>
                  <a:gd name="T10" fmla="*/ 6 w 8"/>
                  <a:gd name="T11" fmla="*/ 3 h 10"/>
                  <a:gd name="T12" fmla="*/ 7 w 8"/>
                  <a:gd name="T13" fmla="*/ 5 h 10"/>
                  <a:gd name="T14" fmla="*/ 6 w 8"/>
                  <a:gd name="T15" fmla="*/ 8 h 10"/>
                  <a:gd name="T16" fmla="*/ 2 w 8"/>
                  <a:gd name="T17" fmla="*/ 10 h 10"/>
                  <a:gd name="T18" fmla="*/ 0 w 8"/>
                  <a:gd name="T19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0">
                    <a:moveTo>
                      <a:pt x="0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8" y="6"/>
                      <a:pt x="7" y="7"/>
                      <a:pt x="6" y="8"/>
                    </a:cubicBezTo>
                    <a:cubicBezTo>
                      <a:pt x="5" y="9"/>
                      <a:pt x="3" y="10"/>
                      <a:pt x="2" y="10"/>
                    </a:cubicBezTo>
                    <a:cubicBezTo>
                      <a:pt x="0" y="10"/>
                      <a:pt x="0" y="8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8" name="Freeform 2551">
                <a:extLst>
                  <a:ext uri="{FF2B5EF4-FFF2-40B4-BE49-F238E27FC236}">
                    <a16:creationId xmlns:a16="http://schemas.microsoft.com/office/drawing/2014/main" id="{A2D144AF-4882-4D2B-B454-E19C132E5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261"/>
                <a:ext cx="4" cy="2"/>
              </a:xfrm>
              <a:custGeom>
                <a:avLst/>
                <a:gdLst>
                  <a:gd name="T0" fmla="*/ 1 w 8"/>
                  <a:gd name="T1" fmla="*/ 2 h 5"/>
                  <a:gd name="T2" fmla="*/ 4 w 8"/>
                  <a:gd name="T3" fmla="*/ 0 h 5"/>
                  <a:gd name="T4" fmla="*/ 7 w 8"/>
                  <a:gd name="T5" fmla="*/ 0 h 5"/>
                  <a:gd name="T6" fmla="*/ 7 w 8"/>
                  <a:gd name="T7" fmla="*/ 3 h 5"/>
                  <a:gd name="T8" fmla="*/ 1 w 8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2"/>
                    </a:move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1"/>
                      <a:pt x="8" y="3"/>
                      <a:pt x="7" y="3"/>
                    </a:cubicBezTo>
                    <a:cubicBezTo>
                      <a:pt x="5" y="4"/>
                      <a:pt x="0" y="5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9" name="Freeform 2552">
                <a:extLst>
                  <a:ext uri="{FF2B5EF4-FFF2-40B4-BE49-F238E27FC236}">
                    <a16:creationId xmlns:a16="http://schemas.microsoft.com/office/drawing/2014/main" id="{04E9339D-5E9F-4261-9C13-A5B49A484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257"/>
                <a:ext cx="3" cy="3"/>
              </a:xfrm>
              <a:custGeom>
                <a:avLst/>
                <a:gdLst>
                  <a:gd name="T0" fmla="*/ 2 w 7"/>
                  <a:gd name="T1" fmla="*/ 8 h 8"/>
                  <a:gd name="T2" fmla="*/ 0 w 7"/>
                  <a:gd name="T3" fmla="*/ 7 h 8"/>
                  <a:gd name="T4" fmla="*/ 0 w 7"/>
                  <a:gd name="T5" fmla="*/ 3 h 8"/>
                  <a:gd name="T6" fmla="*/ 3 w 7"/>
                  <a:gd name="T7" fmla="*/ 1 h 8"/>
                  <a:gd name="T8" fmla="*/ 7 w 7"/>
                  <a:gd name="T9" fmla="*/ 2 h 8"/>
                  <a:gd name="T10" fmla="*/ 5 w 7"/>
                  <a:gd name="T11" fmla="*/ 6 h 8"/>
                  <a:gd name="T12" fmla="*/ 2 w 7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7"/>
                      <a:pt x="1" y="7"/>
                      <a:pt x="0" y="7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4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0" name="Freeform 2553">
                <a:extLst>
                  <a:ext uri="{FF2B5EF4-FFF2-40B4-BE49-F238E27FC236}">
                    <a16:creationId xmlns:a16="http://schemas.microsoft.com/office/drawing/2014/main" id="{7D5E4904-73FC-4ADA-BE14-5DE3EDD5B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246"/>
                <a:ext cx="4" cy="6"/>
              </a:xfrm>
              <a:custGeom>
                <a:avLst/>
                <a:gdLst>
                  <a:gd name="T0" fmla="*/ 1 w 10"/>
                  <a:gd name="T1" fmla="*/ 4 h 13"/>
                  <a:gd name="T2" fmla="*/ 1 w 10"/>
                  <a:gd name="T3" fmla="*/ 1 h 13"/>
                  <a:gd name="T4" fmla="*/ 4 w 10"/>
                  <a:gd name="T5" fmla="*/ 1 h 13"/>
                  <a:gd name="T6" fmla="*/ 5 w 10"/>
                  <a:gd name="T7" fmla="*/ 4 h 13"/>
                  <a:gd name="T8" fmla="*/ 8 w 10"/>
                  <a:gd name="T9" fmla="*/ 7 h 13"/>
                  <a:gd name="T10" fmla="*/ 8 w 10"/>
                  <a:gd name="T11" fmla="*/ 12 h 13"/>
                  <a:gd name="T12" fmla="*/ 3 w 10"/>
                  <a:gd name="T13" fmla="*/ 10 h 13"/>
                  <a:gd name="T14" fmla="*/ 1 w 10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3">
                    <a:moveTo>
                      <a:pt x="1" y="4"/>
                    </a:moveTo>
                    <a:cubicBezTo>
                      <a:pt x="1" y="3"/>
                      <a:pt x="0" y="1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6" y="5"/>
                      <a:pt x="7" y="6"/>
                      <a:pt x="8" y="7"/>
                    </a:cubicBezTo>
                    <a:cubicBezTo>
                      <a:pt x="9" y="7"/>
                      <a:pt x="10" y="11"/>
                      <a:pt x="8" y="12"/>
                    </a:cubicBezTo>
                    <a:cubicBezTo>
                      <a:pt x="7" y="13"/>
                      <a:pt x="4" y="11"/>
                      <a:pt x="3" y="10"/>
                    </a:cubicBezTo>
                    <a:cubicBezTo>
                      <a:pt x="0" y="8"/>
                      <a:pt x="1" y="6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1" name="Freeform 2554">
                <a:extLst>
                  <a:ext uri="{FF2B5EF4-FFF2-40B4-BE49-F238E27FC236}">
                    <a16:creationId xmlns:a16="http://schemas.microsoft.com/office/drawing/2014/main" id="{84CE4AB2-1C11-4DE8-9566-A72BBA83B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284"/>
                <a:ext cx="32" cy="22"/>
              </a:xfrm>
              <a:custGeom>
                <a:avLst/>
                <a:gdLst>
                  <a:gd name="T0" fmla="*/ 7 w 80"/>
                  <a:gd name="T1" fmla="*/ 37 h 55"/>
                  <a:gd name="T2" fmla="*/ 2 w 80"/>
                  <a:gd name="T3" fmla="*/ 32 h 55"/>
                  <a:gd name="T4" fmla="*/ 3 w 80"/>
                  <a:gd name="T5" fmla="*/ 26 h 55"/>
                  <a:gd name="T6" fmla="*/ 9 w 80"/>
                  <a:gd name="T7" fmla="*/ 22 h 55"/>
                  <a:gd name="T8" fmla="*/ 19 w 80"/>
                  <a:gd name="T9" fmla="*/ 23 h 55"/>
                  <a:gd name="T10" fmla="*/ 28 w 80"/>
                  <a:gd name="T11" fmla="*/ 21 h 55"/>
                  <a:gd name="T12" fmla="*/ 47 w 80"/>
                  <a:gd name="T13" fmla="*/ 7 h 55"/>
                  <a:gd name="T14" fmla="*/ 68 w 80"/>
                  <a:gd name="T15" fmla="*/ 2 h 55"/>
                  <a:gd name="T16" fmla="*/ 77 w 80"/>
                  <a:gd name="T17" fmla="*/ 0 h 55"/>
                  <a:gd name="T18" fmla="*/ 78 w 80"/>
                  <a:gd name="T19" fmla="*/ 5 h 55"/>
                  <a:gd name="T20" fmla="*/ 69 w 80"/>
                  <a:gd name="T21" fmla="*/ 15 h 55"/>
                  <a:gd name="T22" fmla="*/ 66 w 80"/>
                  <a:gd name="T23" fmla="*/ 22 h 55"/>
                  <a:gd name="T24" fmla="*/ 60 w 80"/>
                  <a:gd name="T25" fmla="*/ 29 h 55"/>
                  <a:gd name="T26" fmla="*/ 56 w 80"/>
                  <a:gd name="T27" fmla="*/ 37 h 55"/>
                  <a:gd name="T28" fmla="*/ 54 w 80"/>
                  <a:gd name="T29" fmla="*/ 42 h 55"/>
                  <a:gd name="T30" fmla="*/ 54 w 80"/>
                  <a:gd name="T31" fmla="*/ 49 h 55"/>
                  <a:gd name="T32" fmla="*/ 50 w 80"/>
                  <a:gd name="T33" fmla="*/ 54 h 55"/>
                  <a:gd name="T34" fmla="*/ 49 w 80"/>
                  <a:gd name="T35" fmla="*/ 46 h 55"/>
                  <a:gd name="T36" fmla="*/ 49 w 80"/>
                  <a:gd name="T37" fmla="*/ 43 h 55"/>
                  <a:gd name="T38" fmla="*/ 40 w 80"/>
                  <a:gd name="T39" fmla="*/ 41 h 55"/>
                  <a:gd name="T40" fmla="*/ 33 w 80"/>
                  <a:gd name="T41" fmla="*/ 39 h 55"/>
                  <a:gd name="T42" fmla="*/ 30 w 80"/>
                  <a:gd name="T43" fmla="*/ 34 h 55"/>
                  <a:gd name="T44" fmla="*/ 28 w 80"/>
                  <a:gd name="T45" fmla="*/ 28 h 55"/>
                  <a:gd name="T46" fmla="*/ 17 w 80"/>
                  <a:gd name="T47" fmla="*/ 31 h 55"/>
                  <a:gd name="T48" fmla="*/ 14 w 80"/>
                  <a:gd name="T49" fmla="*/ 35 h 55"/>
                  <a:gd name="T50" fmla="*/ 7 w 80"/>
                  <a:gd name="T51" fmla="*/ 3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0" h="55">
                    <a:moveTo>
                      <a:pt x="7" y="37"/>
                    </a:moveTo>
                    <a:cubicBezTo>
                      <a:pt x="5" y="36"/>
                      <a:pt x="4" y="34"/>
                      <a:pt x="2" y="32"/>
                    </a:cubicBezTo>
                    <a:cubicBezTo>
                      <a:pt x="0" y="30"/>
                      <a:pt x="2" y="28"/>
                      <a:pt x="3" y="26"/>
                    </a:cubicBezTo>
                    <a:cubicBezTo>
                      <a:pt x="4" y="24"/>
                      <a:pt x="6" y="22"/>
                      <a:pt x="9" y="22"/>
                    </a:cubicBezTo>
                    <a:cubicBezTo>
                      <a:pt x="13" y="23"/>
                      <a:pt x="15" y="24"/>
                      <a:pt x="19" y="23"/>
                    </a:cubicBezTo>
                    <a:cubicBezTo>
                      <a:pt x="22" y="23"/>
                      <a:pt x="25" y="22"/>
                      <a:pt x="28" y="21"/>
                    </a:cubicBezTo>
                    <a:cubicBezTo>
                      <a:pt x="35" y="18"/>
                      <a:pt x="41" y="12"/>
                      <a:pt x="47" y="7"/>
                    </a:cubicBezTo>
                    <a:cubicBezTo>
                      <a:pt x="53" y="3"/>
                      <a:pt x="60" y="3"/>
                      <a:pt x="68" y="2"/>
                    </a:cubicBezTo>
                    <a:cubicBezTo>
                      <a:pt x="71" y="2"/>
                      <a:pt x="74" y="0"/>
                      <a:pt x="77" y="0"/>
                    </a:cubicBezTo>
                    <a:cubicBezTo>
                      <a:pt x="80" y="0"/>
                      <a:pt x="79" y="3"/>
                      <a:pt x="78" y="5"/>
                    </a:cubicBezTo>
                    <a:cubicBezTo>
                      <a:pt x="75" y="8"/>
                      <a:pt x="72" y="11"/>
                      <a:pt x="69" y="15"/>
                    </a:cubicBezTo>
                    <a:cubicBezTo>
                      <a:pt x="68" y="17"/>
                      <a:pt x="67" y="20"/>
                      <a:pt x="66" y="22"/>
                    </a:cubicBezTo>
                    <a:cubicBezTo>
                      <a:pt x="64" y="25"/>
                      <a:pt x="61" y="27"/>
                      <a:pt x="60" y="29"/>
                    </a:cubicBezTo>
                    <a:cubicBezTo>
                      <a:pt x="58" y="31"/>
                      <a:pt x="57" y="34"/>
                      <a:pt x="56" y="37"/>
                    </a:cubicBezTo>
                    <a:cubicBezTo>
                      <a:pt x="56" y="39"/>
                      <a:pt x="55" y="41"/>
                      <a:pt x="54" y="42"/>
                    </a:cubicBezTo>
                    <a:cubicBezTo>
                      <a:pt x="54" y="45"/>
                      <a:pt x="55" y="47"/>
                      <a:pt x="54" y="49"/>
                    </a:cubicBezTo>
                    <a:cubicBezTo>
                      <a:pt x="54" y="50"/>
                      <a:pt x="52" y="55"/>
                      <a:pt x="50" y="54"/>
                    </a:cubicBezTo>
                    <a:cubicBezTo>
                      <a:pt x="49" y="53"/>
                      <a:pt x="49" y="48"/>
                      <a:pt x="49" y="46"/>
                    </a:cubicBezTo>
                    <a:cubicBezTo>
                      <a:pt x="49" y="45"/>
                      <a:pt x="49" y="44"/>
                      <a:pt x="49" y="43"/>
                    </a:cubicBezTo>
                    <a:cubicBezTo>
                      <a:pt x="46" y="42"/>
                      <a:pt x="43" y="41"/>
                      <a:pt x="40" y="41"/>
                    </a:cubicBezTo>
                    <a:cubicBezTo>
                      <a:pt x="37" y="41"/>
                      <a:pt x="35" y="41"/>
                      <a:pt x="33" y="39"/>
                    </a:cubicBezTo>
                    <a:cubicBezTo>
                      <a:pt x="31" y="38"/>
                      <a:pt x="30" y="36"/>
                      <a:pt x="30" y="34"/>
                    </a:cubicBezTo>
                    <a:cubicBezTo>
                      <a:pt x="29" y="32"/>
                      <a:pt x="30" y="29"/>
                      <a:pt x="28" y="28"/>
                    </a:cubicBezTo>
                    <a:cubicBezTo>
                      <a:pt x="24" y="27"/>
                      <a:pt x="19" y="29"/>
                      <a:pt x="17" y="31"/>
                    </a:cubicBezTo>
                    <a:cubicBezTo>
                      <a:pt x="16" y="32"/>
                      <a:pt x="15" y="34"/>
                      <a:pt x="14" y="35"/>
                    </a:cubicBezTo>
                    <a:cubicBezTo>
                      <a:pt x="12" y="37"/>
                      <a:pt x="9" y="38"/>
                      <a:pt x="7" y="3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2" name="Freeform 2555">
                <a:extLst>
                  <a:ext uri="{FF2B5EF4-FFF2-40B4-BE49-F238E27FC236}">
                    <a16:creationId xmlns:a16="http://schemas.microsoft.com/office/drawing/2014/main" id="{90C059E7-F62E-4904-8B2F-755BD0479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299"/>
                <a:ext cx="4" cy="3"/>
              </a:xfrm>
              <a:custGeom>
                <a:avLst/>
                <a:gdLst>
                  <a:gd name="T0" fmla="*/ 1 w 10"/>
                  <a:gd name="T1" fmla="*/ 2 h 7"/>
                  <a:gd name="T2" fmla="*/ 1 w 10"/>
                  <a:gd name="T3" fmla="*/ 1 h 7"/>
                  <a:gd name="T4" fmla="*/ 3 w 10"/>
                  <a:gd name="T5" fmla="*/ 1 h 7"/>
                  <a:gd name="T6" fmla="*/ 3 w 10"/>
                  <a:gd name="T7" fmla="*/ 5 h 7"/>
                  <a:gd name="T8" fmla="*/ 1 w 10"/>
                  <a:gd name="T9" fmla="*/ 4 h 7"/>
                  <a:gd name="T10" fmla="*/ 1 w 10"/>
                  <a:gd name="T1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10" y="0"/>
                      <a:pt x="4" y="7"/>
                      <a:pt x="3" y="5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3"/>
                      <a:pt x="0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3" name="Freeform 2556">
                <a:extLst>
                  <a:ext uri="{FF2B5EF4-FFF2-40B4-BE49-F238E27FC236}">
                    <a16:creationId xmlns:a16="http://schemas.microsoft.com/office/drawing/2014/main" id="{DFE30671-83BB-4442-9E4B-5A697C8C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300"/>
                <a:ext cx="3" cy="3"/>
              </a:xfrm>
              <a:custGeom>
                <a:avLst/>
                <a:gdLst>
                  <a:gd name="T0" fmla="*/ 1 w 7"/>
                  <a:gd name="T1" fmla="*/ 7 h 8"/>
                  <a:gd name="T2" fmla="*/ 0 w 7"/>
                  <a:gd name="T3" fmla="*/ 6 h 8"/>
                  <a:gd name="T4" fmla="*/ 0 w 7"/>
                  <a:gd name="T5" fmla="*/ 2 h 8"/>
                  <a:gd name="T6" fmla="*/ 5 w 7"/>
                  <a:gd name="T7" fmla="*/ 1 h 8"/>
                  <a:gd name="T8" fmla="*/ 6 w 7"/>
                  <a:gd name="T9" fmla="*/ 6 h 8"/>
                  <a:gd name="T10" fmla="*/ 5 w 7"/>
                  <a:gd name="T11" fmla="*/ 6 h 8"/>
                  <a:gd name="T12" fmla="*/ 1 w 7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1" y="7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4" y="0"/>
                      <a:pt x="5" y="1"/>
                    </a:cubicBezTo>
                    <a:cubicBezTo>
                      <a:pt x="6" y="2"/>
                      <a:pt x="7" y="5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7"/>
                      <a:pt x="2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4" name="Freeform 2557">
                <a:extLst>
                  <a:ext uri="{FF2B5EF4-FFF2-40B4-BE49-F238E27FC236}">
                    <a16:creationId xmlns:a16="http://schemas.microsoft.com/office/drawing/2014/main" id="{B6390503-7C2E-469B-AF6D-3A793B10E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277"/>
                <a:ext cx="34" cy="25"/>
              </a:xfrm>
              <a:custGeom>
                <a:avLst/>
                <a:gdLst>
                  <a:gd name="T0" fmla="*/ 14 w 83"/>
                  <a:gd name="T1" fmla="*/ 51 h 62"/>
                  <a:gd name="T2" fmla="*/ 9 w 83"/>
                  <a:gd name="T3" fmla="*/ 53 h 62"/>
                  <a:gd name="T4" fmla="*/ 4 w 83"/>
                  <a:gd name="T5" fmla="*/ 46 h 62"/>
                  <a:gd name="T6" fmla="*/ 14 w 83"/>
                  <a:gd name="T7" fmla="*/ 40 h 62"/>
                  <a:gd name="T8" fmla="*/ 16 w 83"/>
                  <a:gd name="T9" fmla="*/ 29 h 62"/>
                  <a:gd name="T10" fmla="*/ 15 w 83"/>
                  <a:gd name="T11" fmla="*/ 22 h 62"/>
                  <a:gd name="T12" fmla="*/ 19 w 83"/>
                  <a:gd name="T13" fmla="*/ 18 h 62"/>
                  <a:gd name="T14" fmla="*/ 25 w 83"/>
                  <a:gd name="T15" fmla="*/ 30 h 62"/>
                  <a:gd name="T16" fmla="*/ 30 w 83"/>
                  <a:gd name="T17" fmla="*/ 28 h 62"/>
                  <a:gd name="T18" fmla="*/ 34 w 83"/>
                  <a:gd name="T19" fmla="*/ 29 h 62"/>
                  <a:gd name="T20" fmla="*/ 37 w 83"/>
                  <a:gd name="T21" fmla="*/ 22 h 62"/>
                  <a:gd name="T22" fmla="*/ 35 w 83"/>
                  <a:gd name="T23" fmla="*/ 15 h 62"/>
                  <a:gd name="T24" fmla="*/ 30 w 83"/>
                  <a:gd name="T25" fmla="*/ 12 h 62"/>
                  <a:gd name="T26" fmla="*/ 28 w 83"/>
                  <a:gd name="T27" fmla="*/ 4 h 62"/>
                  <a:gd name="T28" fmla="*/ 31 w 83"/>
                  <a:gd name="T29" fmla="*/ 1 h 62"/>
                  <a:gd name="T30" fmla="*/ 35 w 83"/>
                  <a:gd name="T31" fmla="*/ 6 h 62"/>
                  <a:gd name="T32" fmla="*/ 39 w 83"/>
                  <a:gd name="T33" fmla="*/ 13 h 62"/>
                  <a:gd name="T34" fmla="*/ 46 w 83"/>
                  <a:gd name="T35" fmla="*/ 16 h 62"/>
                  <a:gd name="T36" fmla="*/ 58 w 83"/>
                  <a:gd name="T37" fmla="*/ 26 h 62"/>
                  <a:gd name="T38" fmla="*/ 64 w 83"/>
                  <a:gd name="T39" fmla="*/ 30 h 62"/>
                  <a:gd name="T40" fmla="*/ 69 w 83"/>
                  <a:gd name="T41" fmla="*/ 34 h 62"/>
                  <a:gd name="T42" fmla="*/ 79 w 83"/>
                  <a:gd name="T43" fmla="*/ 37 h 62"/>
                  <a:gd name="T44" fmla="*/ 73 w 83"/>
                  <a:gd name="T45" fmla="*/ 43 h 62"/>
                  <a:gd name="T46" fmla="*/ 75 w 83"/>
                  <a:gd name="T47" fmla="*/ 47 h 62"/>
                  <a:gd name="T48" fmla="*/ 76 w 83"/>
                  <a:gd name="T49" fmla="*/ 61 h 62"/>
                  <a:gd name="T50" fmla="*/ 63 w 83"/>
                  <a:gd name="T51" fmla="*/ 53 h 62"/>
                  <a:gd name="T52" fmla="*/ 51 w 83"/>
                  <a:gd name="T53" fmla="*/ 50 h 62"/>
                  <a:gd name="T54" fmla="*/ 37 w 83"/>
                  <a:gd name="T55" fmla="*/ 49 h 62"/>
                  <a:gd name="T56" fmla="*/ 26 w 83"/>
                  <a:gd name="T57" fmla="*/ 55 h 62"/>
                  <a:gd name="T58" fmla="*/ 21 w 83"/>
                  <a:gd name="T59" fmla="*/ 57 h 62"/>
                  <a:gd name="T60" fmla="*/ 14 w 83"/>
                  <a:gd name="T6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3" h="62">
                    <a:moveTo>
                      <a:pt x="14" y="51"/>
                    </a:moveTo>
                    <a:cubicBezTo>
                      <a:pt x="12" y="52"/>
                      <a:pt x="11" y="53"/>
                      <a:pt x="9" y="53"/>
                    </a:cubicBezTo>
                    <a:cubicBezTo>
                      <a:pt x="6" y="52"/>
                      <a:pt x="0" y="49"/>
                      <a:pt x="4" y="46"/>
                    </a:cubicBezTo>
                    <a:cubicBezTo>
                      <a:pt x="7" y="44"/>
                      <a:pt x="11" y="43"/>
                      <a:pt x="14" y="40"/>
                    </a:cubicBezTo>
                    <a:cubicBezTo>
                      <a:pt x="17" y="37"/>
                      <a:pt x="18" y="33"/>
                      <a:pt x="16" y="29"/>
                    </a:cubicBezTo>
                    <a:cubicBezTo>
                      <a:pt x="15" y="27"/>
                      <a:pt x="15" y="24"/>
                      <a:pt x="15" y="22"/>
                    </a:cubicBezTo>
                    <a:cubicBezTo>
                      <a:pt x="15" y="20"/>
                      <a:pt x="17" y="17"/>
                      <a:pt x="19" y="18"/>
                    </a:cubicBezTo>
                    <a:cubicBezTo>
                      <a:pt x="22" y="20"/>
                      <a:pt x="21" y="32"/>
                      <a:pt x="25" y="30"/>
                    </a:cubicBezTo>
                    <a:cubicBezTo>
                      <a:pt x="26" y="29"/>
                      <a:pt x="28" y="28"/>
                      <a:pt x="30" y="28"/>
                    </a:cubicBezTo>
                    <a:cubicBezTo>
                      <a:pt x="31" y="28"/>
                      <a:pt x="32" y="30"/>
                      <a:pt x="34" y="29"/>
                    </a:cubicBezTo>
                    <a:cubicBezTo>
                      <a:pt x="36" y="28"/>
                      <a:pt x="37" y="24"/>
                      <a:pt x="37" y="22"/>
                    </a:cubicBezTo>
                    <a:cubicBezTo>
                      <a:pt x="37" y="19"/>
                      <a:pt x="37" y="16"/>
                      <a:pt x="35" y="15"/>
                    </a:cubicBezTo>
                    <a:cubicBezTo>
                      <a:pt x="33" y="14"/>
                      <a:pt x="31" y="14"/>
                      <a:pt x="30" y="12"/>
                    </a:cubicBezTo>
                    <a:cubicBezTo>
                      <a:pt x="28" y="10"/>
                      <a:pt x="28" y="7"/>
                      <a:pt x="28" y="4"/>
                    </a:cubicBezTo>
                    <a:cubicBezTo>
                      <a:pt x="28" y="3"/>
                      <a:pt x="29" y="0"/>
                      <a:pt x="31" y="1"/>
                    </a:cubicBezTo>
                    <a:cubicBezTo>
                      <a:pt x="32" y="1"/>
                      <a:pt x="34" y="5"/>
                      <a:pt x="35" y="6"/>
                    </a:cubicBezTo>
                    <a:cubicBezTo>
                      <a:pt x="36" y="8"/>
                      <a:pt x="37" y="11"/>
                      <a:pt x="39" y="13"/>
                    </a:cubicBezTo>
                    <a:cubicBezTo>
                      <a:pt x="41" y="14"/>
                      <a:pt x="43" y="15"/>
                      <a:pt x="46" y="16"/>
                    </a:cubicBezTo>
                    <a:cubicBezTo>
                      <a:pt x="51" y="18"/>
                      <a:pt x="54" y="23"/>
                      <a:pt x="58" y="26"/>
                    </a:cubicBezTo>
                    <a:cubicBezTo>
                      <a:pt x="60" y="27"/>
                      <a:pt x="62" y="29"/>
                      <a:pt x="64" y="30"/>
                    </a:cubicBezTo>
                    <a:cubicBezTo>
                      <a:pt x="66" y="32"/>
                      <a:pt x="67" y="33"/>
                      <a:pt x="69" y="34"/>
                    </a:cubicBezTo>
                    <a:cubicBezTo>
                      <a:pt x="72" y="34"/>
                      <a:pt x="82" y="32"/>
                      <a:pt x="79" y="37"/>
                    </a:cubicBezTo>
                    <a:cubicBezTo>
                      <a:pt x="77" y="39"/>
                      <a:pt x="75" y="41"/>
                      <a:pt x="73" y="43"/>
                    </a:cubicBezTo>
                    <a:cubicBezTo>
                      <a:pt x="72" y="45"/>
                      <a:pt x="74" y="46"/>
                      <a:pt x="75" y="47"/>
                    </a:cubicBezTo>
                    <a:cubicBezTo>
                      <a:pt x="78" y="50"/>
                      <a:pt x="83" y="58"/>
                      <a:pt x="76" y="61"/>
                    </a:cubicBezTo>
                    <a:cubicBezTo>
                      <a:pt x="72" y="62"/>
                      <a:pt x="67" y="55"/>
                      <a:pt x="63" y="53"/>
                    </a:cubicBezTo>
                    <a:cubicBezTo>
                      <a:pt x="59" y="50"/>
                      <a:pt x="55" y="50"/>
                      <a:pt x="51" y="50"/>
                    </a:cubicBezTo>
                    <a:cubicBezTo>
                      <a:pt x="46" y="50"/>
                      <a:pt x="42" y="49"/>
                      <a:pt x="37" y="49"/>
                    </a:cubicBezTo>
                    <a:cubicBezTo>
                      <a:pt x="33" y="50"/>
                      <a:pt x="30" y="53"/>
                      <a:pt x="26" y="55"/>
                    </a:cubicBezTo>
                    <a:cubicBezTo>
                      <a:pt x="24" y="55"/>
                      <a:pt x="22" y="57"/>
                      <a:pt x="21" y="57"/>
                    </a:cubicBezTo>
                    <a:cubicBezTo>
                      <a:pt x="17" y="56"/>
                      <a:pt x="18" y="51"/>
                      <a:pt x="14" y="5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5" name="Freeform 2558">
                <a:extLst>
                  <a:ext uri="{FF2B5EF4-FFF2-40B4-BE49-F238E27FC236}">
                    <a16:creationId xmlns:a16="http://schemas.microsoft.com/office/drawing/2014/main" id="{A8B4AFBB-BDFC-40E2-BDD3-57B989E02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264"/>
                <a:ext cx="15" cy="18"/>
              </a:xfrm>
              <a:custGeom>
                <a:avLst/>
                <a:gdLst>
                  <a:gd name="T0" fmla="*/ 21 w 37"/>
                  <a:gd name="T1" fmla="*/ 44 h 45"/>
                  <a:gd name="T2" fmla="*/ 16 w 37"/>
                  <a:gd name="T3" fmla="*/ 42 h 45"/>
                  <a:gd name="T4" fmla="*/ 17 w 37"/>
                  <a:gd name="T5" fmla="*/ 37 h 45"/>
                  <a:gd name="T6" fmla="*/ 18 w 37"/>
                  <a:gd name="T7" fmla="*/ 32 h 45"/>
                  <a:gd name="T8" fmla="*/ 14 w 37"/>
                  <a:gd name="T9" fmla="*/ 32 h 45"/>
                  <a:gd name="T10" fmla="*/ 9 w 37"/>
                  <a:gd name="T11" fmla="*/ 36 h 45"/>
                  <a:gd name="T12" fmla="*/ 9 w 37"/>
                  <a:gd name="T13" fmla="*/ 36 h 45"/>
                  <a:gd name="T14" fmla="*/ 8 w 37"/>
                  <a:gd name="T15" fmla="*/ 36 h 45"/>
                  <a:gd name="T16" fmla="*/ 5 w 37"/>
                  <a:gd name="T17" fmla="*/ 37 h 45"/>
                  <a:gd name="T18" fmla="*/ 2 w 37"/>
                  <a:gd name="T19" fmla="*/ 37 h 45"/>
                  <a:gd name="T20" fmla="*/ 4 w 37"/>
                  <a:gd name="T21" fmla="*/ 33 h 45"/>
                  <a:gd name="T22" fmla="*/ 6 w 37"/>
                  <a:gd name="T23" fmla="*/ 30 h 45"/>
                  <a:gd name="T24" fmla="*/ 8 w 37"/>
                  <a:gd name="T25" fmla="*/ 24 h 45"/>
                  <a:gd name="T26" fmla="*/ 8 w 37"/>
                  <a:gd name="T27" fmla="*/ 17 h 45"/>
                  <a:gd name="T28" fmla="*/ 8 w 37"/>
                  <a:gd name="T29" fmla="*/ 13 h 45"/>
                  <a:gd name="T30" fmla="*/ 6 w 37"/>
                  <a:gd name="T31" fmla="*/ 10 h 45"/>
                  <a:gd name="T32" fmla="*/ 2 w 37"/>
                  <a:gd name="T33" fmla="*/ 6 h 45"/>
                  <a:gd name="T34" fmla="*/ 1 w 37"/>
                  <a:gd name="T35" fmla="*/ 2 h 45"/>
                  <a:gd name="T36" fmla="*/ 9 w 37"/>
                  <a:gd name="T37" fmla="*/ 2 h 45"/>
                  <a:gd name="T38" fmla="*/ 10 w 37"/>
                  <a:gd name="T39" fmla="*/ 5 h 45"/>
                  <a:gd name="T40" fmla="*/ 16 w 37"/>
                  <a:gd name="T41" fmla="*/ 14 h 45"/>
                  <a:gd name="T42" fmla="*/ 21 w 37"/>
                  <a:gd name="T43" fmla="*/ 22 h 45"/>
                  <a:gd name="T44" fmla="*/ 27 w 37"/>
                  <a:gd name="T45" fmla="*/ 25 h 45"/>
                  <a:gd name="T46" fmla="*/ 33 w 37"/>
                  <a:gd name="T47" fmla="*/ 28 h 45"/>
                  <a:gd name="T48" fmla="*/ 34 w 37"/>
                  <a:gd name="T49" fmla="*/ 31 h 45"/>
                  <a:gd name="T50" fmla="*/ 29 w 37"/>
                  <a:gd name="T51" fmla="*/ 33 h 45"/>
                  <a:gd name="T52" fmla="*/ 25 w 37"/>
                  <a:gd name="T53" fmla="*/ 36 h 45"/>
                  <a:gd name="T54" fmla="*/ 21 w 37"/>
                  <a:gd name="T55" fmla="*/ 4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7" h="45">
                    <a:moveTo>
                      <a:pt x="21" y="44"/>
                    </a:moveTo>
                    <a:cubicBezTo>
                      <a:pt x="19" y="44"/>
                      <a:pt x="17" y="45"/>
                      <a:pt x="16" y="42"/>
                    </a:cubicBezTo>
                    <a:cubicBezTo>
                      <a:pt x="16" y="41"/>
                      <a:pt x="16" y="39"/>
                      <a:pt x="17" y="37"/>
                    </a:cubicBezTo>
                    <a:cubicBezTo>
                      <a:pt x="17" y="36"/>
                      <a:pt x="18" y="33"/>
                      <a:pt x="18" y="32"/>
                    </a:cubicBezTo>
                    <a:cubicBezTo>
                      <a:pt x="17" y="30"/>
                      <a:pt x="15" y="32"/>
                      <a:pt x="14" y="32"/>
                    </a:cubicBezTo>
                    <a:cubicBezTo>
                      <a:pt x="13" y="34"/>
                      <a:pt x="10" y="35"/>
                      <a:pt x="9" y="36"/>
                    </a:cubicBezTo>
                    <a:cubicBezTo>
                      <a:pt x="8" y="36"/>
                      <a:pt x="9" y="36"/>
                      <a:pt x="9" y="36"/>
                    </a:cubicBezTo>
                    <a:cubicBezTo>
                      <a:pt x="9" y="36"/>
                      <a:pt x="8" y="36"/>
                      <a:pt x="8" y="36"/>
                    </a:cubicBezTo>
                    <a:cubicBezTo>
                      <a:pt x="7" y="37"/>
                      <a:pt x="6" y="37"/>
                      <a:pt x="5" y="37"/>
                    </a:cubicBezTo>
                    <a:cubicBezTo>
                      <a:pt x="5" y="37"/>
                      <a:pt x="3" y="37"/>
                      <a:pt x="2" y="37"/>
                    </a:cubicBezTo>
                    <a:cubicBezTo>
                      <a:pt x="2" y="35"/>
                      <a:pt x="3" y="34"/>
                      <a:pt x="4" y="33"/>
                    </a:cubicBezTo>
                    <a:cubicBezTo>
                      <a:pt x="4" y="31"/>
                      <a:pt x="5" y="31"/>
                      <a:pt x="6" y="30"/>
                    </a:cubicBezTo>
                    <a:cubicBezTo>
                      <a:pt x="8" y="28"/>
                      <a:pt x="8" y="26"/>
                      <a:pt x="8" y="24"/>
                    </a:cubicBezTo>
                    <a:cubicBezTo>
                      <a:pt x="8" y="21"/>
                      <a:pt x="9" y="19"/>
                      <a:pt x="8" y="17"/>
                    </a:cubicBezTo>
                    <a:cubicBezTo>
                      <a:pt x="8" y="16"/>
                      <a:pt x="8" y="15"/>
                      <a:pt x="8" y="13"/>
                    </a:cubicBezTo>
                    <a:cubicBezTo>
                      <a:pt x="7" y="12"/>
                      <a:pt x="7" y="11"/>
                      <a:pt x="6" y="10"/>
                    </a:cubicBezTo>
                    <a:cubicBezTo>
                      <a:pt x="5" y="8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2" y="1"/>
                      <a:pt x="7" y="0"/>
                      <a:pt x="9" y="2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2" y="9"/>
                      <a:pt x="15" y="11"/>
                      <a:pt x="16" y="14"/>
                    </a:cubicBezTo>
                    <a:cubicBezTo>
                      <a:pt x="17" y="18"/>
                      <a:pt x="18" y="20"/>
                      <a:pt x="21" y="22"/>
                    </a:cubicBezTo>
                    <a:cubicBezTo>
                      <a:pt x="23" y="23"/>
                      <a:pt x="25" y="24"/>
                      <a:pt x="27" y="25"/>
                    </a:cubicBezTo>
                    <a:cubicBezTo>
                      <a:pt x="30" y="27"/>
                      <a:pt x="31" y="28"/>
                      <a:pt x="33" y="28"/>
                    </a:cubicBezTo>
                    <a:cubicBezTo>
                      <a:pt x="37" y="28"/>
                      <a:pt x="36" y="30"/>
                      <a:pt x="34" y="31"/>
                    </a:cubicBezTo>
                    <a:cubicBezTo>
                      <a:pt x="32" y="32"/>
                      <a:pt x="30" y="32"/>
                      <a:pt x="29" y="33"/>
                    </a:cubicBezTo>
                    <a:cubicBezTo>
                      <a:pt x="27" y="33"/>
                      <a:pt x="26" y="35"/>
                      <a:pt x="25" y="36"/>
                    </a:cubicBezTo>
                    <a:cubicBezTo>
                      <a:pt x="25" y="39"/>
                      <a:pt x="24" y="44"/>
                      <a:pt x="21" y="4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6" name="Freeform 2559">
                <a:extLst>
                  <a:ext uri="{FF2B5EF4-FFF2-40B4-BE49-F238E27FC236}">
                    <a16:creationId xmlns:a16="http://schemas.microsoft.com/office/drawing/2014/main" id="{4C5C3363-1C83-4D9A-A818-D9210DA98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208"/>
                <a:ext cx="41" cy="49"/>
              </a:xfrm>
              <a:custGeom>
                <a:avLst/>
                <a:gdLst>
                  <a:gd name="T0" fmla="*/ 44 w 101"/>
                  <a:gd name="T1" fmla="*/ 106 h 119"/>
                  <a:gd name="T2" fmla="*/ 63 w 101"/>
                  <a:gd name="T3" fmla="*/ 90 h 119"/>
                  <a:gd name="T4" fmla="*/ 72 w 101"/>
                  <a:gd name="T5" fmla="*/ 92 h 119"/>
                  <a:gd name="T6" fmla="*/ 82 w 101"/>
                  <a:gd name="T7" fmla="*/ 91 h 119"/>
                  <a:gd name="T8" fmla="*/ 83 w 101"/>
                  <a:gd name="T9" fmla="*/ 95 h 119"/>
                  <a:gd name="T10" fmla="*/ 89 w 101"/>
                  <a:gd name="T11" fmla="*/ 96 h 119"/>
                  <a:gd name="T12" fmla="*/ 85 w 101"/>
                  <a:gd name="T13" fmla="*/ 104 h 119"/>
                  <a:gd name="T14" fmla="*/ 92 w 101"/>
                  <a:gd name="T15" fmla="*/ 108 h 119"/>
                  <a:gd name="T16" fmla="*/ 99 w 101"/>
                  <a:gd name="T17" fmla="*/ 98 h 119"/>
                  <a:gd name="T18" fmla="*/ 95 w 101"/>
                  <a:gd name="T19" fmla="*/ 82 h 119"/>
                  <a:gd name="T20" fmla="*/ 76 w 101"/>
                  <a:gd name="T21" fmla="*/ 70 h 119"/>
                  <a:gd name="T22" fmla="*/ 84 w 101"/>
                  <a:gd name="T23" fmla="*/ 49 h 119"/>
                  <a:gd name="T24" fmla="*/ 91 w 101"/>
                  <a:gd name="T25" fmla="*/ 30 h 119"/>
                  <a:gd name="T26" fmla="*/ 83 w 101"/>
                  <a:gd name="T27" fmla="*/ 27 h 119"/>
                  <a:gd name="T28" fmla="*/ 82 w 101"/>
                  <a:gd name="T29" fmla="*/ 27 h 119"/>
                  <a:gd name="T30" fmla="*/ 77 w 101"/>
                  <a:gd name="T31" fmla="*/ 26 h 119"/>
                  <a:gd name="T32" fmla="*/ 63 w 101"/>
                  <a:gd name="T33" fmla="*/ 26 h 119"/>
                  <a:gd name="T34" fmla="*/ 51 w 101"/>
                  <a:gd name="T35" fmla="*/ 20 h 119"/>
                  <a:gd name="T36" fmla="*/ 52 w 101"/>
                  <a:gd name="T37" fmla="*/ 8 h 119"/>
                  <a:gd name="T38" fmla="*/ 47 w 101"/>
                  <a:gd name="T39" fmla="*/ 2 h 119"/>
                  <a:gd name="T40" fmla="*/ 32 w 101"/>
                  <a:gd name="T41" fmla="*/ 7 h 119"/>
                  <a:gd name="T42" fmla="*/ 18 w 101"/>
                  <a:gd name="T43" fmla="*/ 14 h 119"/>
                  <a:gd name="T44" fmla="*/ 7 w 101"/>
                  <a:gd name="T45" fmla="*/ 32 h 119"/>
                  <a:gd name="T46" fmla="*/ 24 w 101"/>
                  <a:gd name="T47" fmla="*/ 14 h 119"/>
                  <a:gd name="T48" fmla="*/ 25 w 101"/>
                  <a:gd name="T49" fmla="*/ 22 h 119"/>
                  <a:gd name="T50" fmla="*/ 31 w 101"/>
                  <a:gd name="T51" fmla="*/ 29 h 119"/>
                  <a:gd name="T52" fmla="*/ 43 w 101"/>
                  <a:gd name="T53" fmla="*/ 20 h 119"/>
                  <a:gd name="T54" fmla="*/ 63 w 101"/>
                  <a:gd name="T55" fmla="*/ 35 h 119"/>
                  <a:gd name="T56" fmla="*/ 63 w 101"/>
                  <a:gd name="T57" fmla="*/ 52 h 119"/>
                  <a:gd name="T58" fmla="*/ 49 w 101"/>
                  <a:gd name="T59" fmla="*/ 40 h 119"/>
                  <a:gd name="T60" fmla="*/ 40 w 101"/>
                  <a:gd name="T61" fmla="*/ 43 h 119"/>
                  <a:gd name="T62" fmla="*/ 30 w 101"/>
                  <a:gd name="T63" fmla="*/ 35 h 119"/>
                  <a:gd name="T64" fmla="*/ 17 w 101"/>
                  <a:gd name="T65" fmla="*/ 36 h 119"/>
                  <a:gd name="T66" fmla="*/ 9 w 101"/>
                  <a:gd name="T67" fmla="*/ 37 h 119"/>
                  <a:gd name="T68" fmla="*/ 14 w 101"/>
                  <a:gd name="T69" fmla="*/ 43 h 119"/>
                  <a:gd name="T70" fmla="*/ 18 w 101"/>
                  <a:gd name="T71" fmla="*/ 57 h 119"/>
                  <a:gd name="T72" fmla="*/ 7 w 101"/>
                  <a:gd name="T73" fmla="*/ 67 h 119"/>
                  <a:gd name="T74" fmla="*/ 17 w 101"/>
                  <a:gd name="T75" fmla="*/ 77 h 119"/>
                  <a:gd name="T76" fmla="*/ 3 w 101"/>
                  <a:gd name="T77" fmla="*/ 79 h 119"/>
                  <a:gd name="T78" fmla="*/ 1 w 101"/>
                  <a:gd name="T79" fmla="*/ 86 h 119"/>
                  <a:gd name="T80" fmla="*/ 11 w 101"/>
                  <a:gd name="T81" fmla="*/ 100 h 119"/>
                  <a:gd name="T82" fmla="*/ 25 w 101"/>
                  <a:gd name="T83" fmla="*/ 106 h 119"/>
                  <a:gd name="T84" fmla="*/ 29 w 101"/>
                  <a:gd name="T85" fmla="*/ 115 h 119"/>
                  <a:gd name="T86" fmla="*/ 42 w 101"/>
                  <a:gd name="T87" fmla="*/ 119 h 119"/>
                  <a:gd name="T88" fmla="*/ 42 w 101"/>
                  <a:gd name="T89" fmla="*/ 113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1" h="119">
                    <a:moveTo>
                      <a:pt x="39" y="108"/>
                    </a:moveTo>
                    <a:cubicBezTo>
                      <a:pt x="40" y="106"/>
                      <a:pt x="43" y="106"/>
                      <a:pt x="44" y="106"/>
                    </a:cubicBezTo>
                    <a:cubicBezTo>
                      <a:pt x="50" y="105"/>
                      <a:pt x="49" y="100"/>
                      <a:pt x="52" y="95"/>
                    </a:cubicBezTo>
                    <a:cubicBezTo>
                      <a:pt x="54" y="91"/>
                      <a:pt x="59" y="92"/>
                      <a:pt x="63" y="90"/>
                    </a:cubicBezTo>
                    <a:cubicBezTo>
                      <a:pt x="64" y="89"/>
                      <a:pt x="66" y="88"/>
                      <a:pt x="67" y="88"/>
                    </a:cubicBezTo>
                    <a:cubicBezTo>
                      <a:pt x="69" y="88"/>
                      <a:pt x="71" y="90"/>
                      <a:pt x="72" y="92"/>
                    </a:cubicBezTo>
                    <a:cubicBezTo>
                      <a:pt x="73" y="93"/>
                      <a:pt x="74" y="95"/>
                      <a:pt x="76" y="95"/>
                    </a:cubicBezTo>
                    <a:cubicBezTo>
                      <a:pt x="78" y="94"/>
                      <a:pt x="80" y="92"/>
                      <a:pt x="82" y="91"/>
                    </a:cubicBezTo>
                    <a:cubicBezTo>
                      <a:pt x="82" y="90"/>
                      <a:pt x="86" y="87"/>
                      <a:pt x="87" y="89"/>
                    </a:cubicBezTo>
                    <a:cubicBezTo>
                      <a:pt x="88" y="90"/>
                      <a:pt x="84" y="94"/>
                      <a:pt x="83" y="95"/>
                    </a:cubicBezTo>
                    <a:cubicBezTo>
                      <a:pt x="82" y="96"/>
                      <a:pt x="79" y="98"/>
                      <a:pt x="82" y="98"/>
                    </a:cubicBezTo>
                    <a:cubicBezTo>
                      <a:pt x="84" y="98"/>
                      <a:pt x="87" y="96"/>
                      <a:pt x="89" y="96"/>
                    </a:cubicBezTo>
                    <a:cubicBezTo>
                      <a:pt x="92" y="96"/>
                      <a:pt x="89" y="98"/>
                      <a:pt x="88" y="99"/>
                    </a:cubicBezTo>
                    <a:cubicBezTo>
                      <a:pt x="88" y="100"/>
                      <a:pt x="85" y="102"/>
                      <a:pt x="85" y="104"/>
                    </a:cubicBezTo>
                    <a:cubicBezTo>
                      <a:pt x="85" y="105"/>
                      <a:pt x="88" y="105"/>
                      <a:pt x="89" y="105"/>
                    </a:cubicBezTo>
                    <a:cubicBezTo>
                      <a:pt x="90" y="106"/>
                      <a:pt x="91" y="107"/>
                      <a:pt x="92" y="108"/>
                    </a:cubicBezTo>
                    <a:cubicBezTo>
                      <a:pt x="96" y="112"/>
                      <a:pt x="98" y="107"/>
                      <a:pt x="99" y="104"/>
                    </a:cubicBezTo>
                    <a:cubicBezTo>
                      <a:pt x="99" y="102"/>
                      <a:pt x="99" y="100"/>
                      <a:pt x="99" y="98"/>
                    </a:cubicBezTo>
                    <a:cubicBezTo>
                      <a:pt x="100" y="96"/>
                      <a:pt x="101" y="94"/>
                      <a:pt x="101" y="92"/>
                    </a:cubicBezTo>
                    <a:cubicBezTo>
                      <a:pt x="101" y="88"/>
                      <a:pt x="98" y="84"/>
                      <a:pt x="95" y="82"/>
                    </a:cubicBezTo>
                    <a:cubicBezTo>
                      <a:pt x="92" y="79"/>
                      <a:pt x="87" y="79"/>
                      <a:pt x="83" y="78"/>
                    </a:cubicBezTo>
                    <a:cubicBezTo>
                      <a:pt x="79" y="77"/>
                      <a:pt x="78" y="74"/>
                      <a:pt x="76" y="70"/>
                    </a:cubicBezTo>
                    <a:cubicBezTo>
                      <a:pt x="75" y="66"/>
                      <a:pt x="73" y="62"/>
                      <a:pt x="76" y="58"/>
                    </a:cubicBezTo>
                    <a:cubicBezTo>
                      <a:pt x="78" y="54"/>
                      <a:pt x="81" y="51"/>
                      <a:pt x="84" y="49"/>
                    </a:cubicBezTo>
                    <a:cubicBezTo>
                      <a:pt x="88" y="46"/>
                      <a:pt x="94" y="43"/>
                      <a:pt x="94" y="37"/>
                    </a:cubicBezTo>
                    <a:cubicBezTo>
                      <a:pt x="94" y="34"/>
                      <a:pt x="93" y="32"/>
                      <a:pt x="91" y="30"/>
                    </a:cubicBezTo>
                    <a:cubicBezTo>
                      <a:pt x="90" y="29"/>
                      <a:pt x="88" y="28"/>
                      <a:pt x="87" y="28"/>
                    </a:cubicBezTo>
                    <a:cubicBezTo>
                      <a:pt x="86" y="28"/>
                      <a:pt x="84" y="28"/>
                      <a:pt x="83" y="27"/>
                    </a:cubicBezTo>
                    <a:cubicBezTo>
                      <a:pt x="82" y="27"/>
                      <a:pt x="83" y="27"/>
                      <a:pt x="83" y="27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6"/>
                      <a:pt x="81" y="26"/>
                      <a:pt x="80" y="26"/>
                    </a:cubicBezTo>
                    <a:cubicBezTo>
                      <a:pt x="79" y="26"/>
                      <a:pt x="78" y="26"/>
                      <a:pt x="77" y="26"/>
                    </a:cubicBezTo>
                    <a:cubicBezTo>
                      <a:pt x="74" y="26"/>
                      <a:pt x="72" y="25"/>
                      <a:pt x="69" y="26"/>
                    </a:cubicBezTo>
                    <a:cubicBezTo>
                      <a:pt x="67" y="26"/>
                      <a:pt x="65" y="26"/>
                      <a:pt x="63" y="26"/>
                    </a:cubicBezTo>
                    <a:cubicBezTo>
                      <a:pt x="60" y="26"/>
                      <a:pt x="57" y="27"/>
                      <a:pt x="55" y="26"/>
                    </a:cubicBezTo>
                    <a:cubicBezTo>
                      <a:pt x="51" y="26"/>
                      <a:pt x="51" y="23"/>
                      <a:pt x="51" y="20"/>
                    </a:cubicBezTo>
                    <a:cubicBezTo>
                      <a:pt x="49" y="19"/>
                      <a:pt x="46" y="17"/>
                      <a:pt x="46" y="14"/>
                    </a:cubicBezTo>
                    <a:cubicBezTo>
                      <a:pt x="47" y="11"/>
                      <a:pt x="50" y="9"/>
                      <a:pt x="52" y="8"/>
                    </a:cubicBezTo>
                    <a:cubicBezTo>
                      <a:pt x="54" y="7"/>
                      <a:pt x="57" y="5"/>
                      <a:pt x="56" y="3"/>
                    </a:cubicBezTo>
                    <a:cubicBezTo>
                      <a:pt x="54" y="0"/>
                      <a:pt x="50" y="2"/>
                      <a:pt x="47" y="2"/>
                    </a:cubicBezTo>
                    <a:cubicBezTo>
                      <a:pt x="44" y="3"/>
                      <a:pt x="42" y="4"/>
                      <a:pt x="38" y="5"/>
                    </a:cubicBezTo>
                    <a:cubicBezTo>
                      <a:pt x="36" y="5"/>
                      <a:pt x="34" y="6"/>
                      <a:pt x="32" y="7"/>
                    </a:cubicBezTo>
                    <a:cubicBezTo>
                      <a:pt x="29" y="8"/>
                      <a:pt x="26" y="8"/>
                      <a:pt x="23" y="9"/>
                    </a:cubicBezTo>
                    <a:cubicBezTo>
                      <a:pt x="20" y="10"/>
                      <a:pt x="18" y="11"/>
                      <a:pt x="18" y="14"/>
                    </a:cubicBezTo>
                    <a:cubicBezTo>
                      <a:pt x="17" y="18"/>
                      <a:pt x="17" y="21"/>
                      <a:pt x="14" y="24"/>
                    </a:cubicBezTo>
                    <a:cubicBezTo>
                      <a:pt x="11" y="27"/>
                      <a:pt x="9" y="29"/>
                      <a:pt x="7" y="32"/>
                    </a:cubicBezTo>
                    <a:cubicBezTo>
                      <a:pt x="11" y="30"/>
                      <a:pt x="15" y="28"/>
                      <a:pt x="17" y="24"/>
                    </a:cubicBezTo>
                    <a:cubicBezTo>
                      <a:pt x="19" y="20"/>
                      <a:pt x="20" y="16"/>
                      <a:pt x="24" y="14"/>
                    </a:cubicBezTo>
                    <a:cubicBezTo>
                      <a:pt x="26" y="13"/>
                      <a:pt x="30" y="13"/>
                      <a:pt x="29" y="17"/>
                    </a:cubicBezTo>
                    <a:cubicBezTo>
                      <a:pt x="28" y="19"/>
                      <a:pt x="26" y="21"/>
                      <a:pt x="25" y="22"/>
                    </a:cubicBezTo>
                    <a:cubicBezTo>
                      <a:pt x="24" y="24"/>
                      <a:pt x="23" y="26"/>
                      <a:pt x="23" y="28"/>
                    </a:cubicBezTo>
                    <a:cubicBezTo>
                      <a:pt x="23" y="31"/>
                      <a:pt x="29" y="29"/>
                      <a:pt x="31" y="29"/>
                    </a:cubicBezTo>
                    <a:cubicBezTo>
                      <a:pt x="34" y="29"/>
                      <a:pt x="38" y="29"/>
                      <a:pt x="39" y="26"/>
                    </a:cubicBezTo>
                    <a:cubicBezTo>
                      <a:pt x="40" y="24"/>
                      <a:pt x="40" y="20"/>
                      <a:pt x="43" y="20"/>
                    </a:cubicBezTo>
                    <a:cubicBezTo>
                      <a:pt x="46" y="21"/>
                      <a:pt x="47" y="26"/>
                      <a:pt x="48" y="28"/>
                    </a:cubicBezTo>
                    <a:cubicBezTo>
                      <a:pt x="51" y="34"/>
                      <a:pt x="57" y="33"/>
                      <a:pt x="63" y="35"/>
                    </a:cubicBezTo>
                    <a:cubicBezTo>
                      <a:pt x="66" y="36"/>
                      <a:pt x="67" y="40"/>
                      <a:pt x="67" y="43"/>
                    </a:cubicBezTo>
                    <a:cubicBezTo>
                      <a:pt x="67" y="47"/>
                      <a:pt x="66" y="50"/>
                      <a:pt x="63" y="52"/>
                    </a:cubicBezTo>
                    <a:cubicBezTo>
                      <a:pt x="60" y="54"/>
                      <a:pt x="55" y="57"/>
                      <a:pt x="53" y="53"/>
                    </a:cubicBezTo>
                    <a:cubicBezTo>
                      <a:pt x="51" y="49"/>
                      <a:pt x="52" y="44"/>
                      <a:pt x="49" y="40"/>
                    </a:cubicBezTo>
                    <a:cubicBezTo>
                      <a:pt x="49" y="38"/>
                      <a:pt x="46" y="35"/>
                      <a:pt x="45" y="37"/>
                    </a:cubicBezTo>
                    <a:cubicBezTo>
                      <a:pt x="43" y="38"/>
                      <a:pt x="43" y="43"/>
                      <a:pt x="40" y="43"/>
                    </a:cubicBezTo>
                    <a:cubicBezTo>
                      <a:pt x="38" y="43"/>
                      <a:pt x="37" y="36"/>
                      <a:pt x="36" y="35"/>
                    </a:cubicBezTo>
                    <a:cubicBezTo>
                      <a:pt x="35" y="32"/>
                      <a:pt x="32" y="34"/>
                      <a:pt x="30" y="35"/>
                    </a:cubicBezTo>
                    <a:cubicBezTo>
                      <a:pt x="29" y="37"/>
                      <a:pt x="27" y="39"/>
                      <a:pt x="25" y="39"/>
                    </a:cubicBezTo>
                    <a:cubicBezTo>
                      <a:pt x="22" y="39"/>
                      <a:pt x="20" y="36"/>
                      <a:pt x="17" y="36"/>
                    </a:cubicBezTo>
                    <a:cubicBezTo>
                      <a:pt x="16" y="36"/>
                      <a:pt x="15" y="37"/>
                      <a:pt x="14" y="37"/>
                    </a:cubicBezTo>
                    <a:cubicBezTo>
                      <a:pt x="12" y="37"/>
                      <a:pt x="11" y="37"/>
                      <a:pt x="9" y="37"/>
                    </a:cubicBezTo>
                    <a:cubicBezTo>
                      <a:pt x="7" y="36"/>
                      <a:pt x="2" y="36"/>
                      <a:pt x="4" y="40"/>
                    </a:cubicBezTo>
                    <a:cubicBezTo>
                      <a:pt x="7" y="43"/>
                      <a:pt x="11" y="42"/>
                      <a:pt x="14" y="43"/>
                    </a:cubicBezTo>
                    <a:cubicBezTo>
                      <a:pt x="17" y="44"/>
                      <a:pt x="18" y="47"/>
                      <a:pt x="19" y="49"/>
                    </a:cubicBezTo>
                    <a:cubicBezTo>
                      <a:pt x="20" y="52"/>
                      <a:pt x="21" y="54"/>
                      <a:pt x="18" y="57"/>
                    </a:cubicBezTo>
                    <a:cubicBezTo>
                      <a:pt x="15" y="60"/>
                      <a:pt x="11" y="59"/>
                      <a:pt x="7" y="60"/>
                    </a:cubicBezTo>
                    <a:cubicBezTo>
                      <a:pt x="3" y="62"/>
                      <a:pt x="2" y="66"/>
                      <a:pt x="7" y="67"/>
                    </a:cubicBezTo>
                    <a:cubicBezTo>
                      <a:pt x="10" y="67"/>
                      <a:pt x="17" y="65"/>
                      <a:pt x="19" y="69"/>
                    </a:cubicBezTo>
                    <a:cubicBezTo>
                      <a:pt x="20" y="71"/>
                      <a:pt x="19" y="75"/>
                      <a:pt x="17" y="77"/>
                    </a:cubicBezTo>
                    <a:cubicBezTo>
                      <a:pt x="15" y="77"/>
                      <a:pt x="13" y="77"/>
                      <a:pt x="11" y="78"/>
                    </a:cubicBezTo>
                    <a:cubicBezTo>
                      <a:pt x="8" y="78"/>
                      <a:pt x="6" y="78"/>
                      <a:pt x="3" y="79"/>
                    </a:cubicBezTo>
                    <a:cubicBezTo>
                      <a:pt x="2" y="80"/>
                      <a:pt x="0" y="81"/>
                      <a:pt x="0" y="83"/>
                    </a:cubicBezTo>
                    <a:cubicBezTo>
                      <a:pt x="0" y="84"/>
                      <a:pt x="1" y="85"/>
                      <a:pt x="1" y="86"/>
                    </a:cubicBezTo>
                    <a:cubicBezTo>
                      <a:pt x="2" y="89"/>
                      <a:pt x="1" y="92"/>
                      <a:pt x="2" y="95"/>
                    </a:cubicBezTo>
                    <a:cubicBezTo>
                      <a:pt x="3" y="99"/>
                      <a:pt x="8" y="100"/>
                      <a:pt x="11" y="100"/>
                    </a:cubicBezTo>
                    <a:cubicBezTo>
                      <a:pt x="15" y="101"/>
                      <a:pt x="15" y="103"/>
                      <a:pt x="17" y="105"/>
                    </a:cubicBezTo>
                    <a:cubicBezTo>
                      <a:pt x="19" y="108"/>
                      <a:pt x="22" y="107"/>
                      <a:pt x="25" y="106"/>
                    </a:cubicBezTo>
                    <a:cubicBezTo>
                      <a:pt x="27" y="106"/>
                      <a:pt x="30" y="107"/>
                      <a:pt x="31" y="109"/>
                    </a:cubicBezTo>
                    <a:cubicBezTo>
                      <a:pt x="31" y="111"/>
                      <a:pt x="28" y="113"/>
                      <a:pt x="29" y="115"/>
                    </a:cubicBezTo>
                    <a:cubicBezTo>
                      <a:pt x="30" y="118"/>
                      <a:pt x="33" y="118"/>
                      <a:pt x="36" y="118"/>
                    </a:cubicBezTo>
                    <a:cubicBezTo>
                      <a:pt x="38" y="118"/>
                      <a:pt x="40" y="119"/>
                      <a:pt x="42" y="119"/>
                    </a:cubicBezTo>
                    <a:cubicBezTo>
                      <a:pt x="44" y="119"/>
                      <a:pt x="48" y="117"/>
                      <a:pt x="45" y="115"/>
                    </a:cubicBezTo>
                    <a:cubicBezTo>
                      <a:pt x="44" y="114"/>
                      <a:pt x="43" y="114"/>
                      <a:pt x="42" y="113"/>
                    </a:cubicBezTo>
                    <a:cubicBezTo>
                      <a:pt x="40" y="112"/>
                      <a:pt x="38" y="110"/>
                      <a:pt x="39" y="10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7" name="Freeform 2560">
                <a:extLst>
                  <a:ext uri="{FF2B5EF4-FFF2-40B4-BE49-F238E27FC236}">
                    <a16:creationId xmlns:a16="http://schemas.microsoft.com/office/drawing/2014/main" id="{FCCBE53C-E47C-48A3-A162-02B318C16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228"/>
                <a:ext cx="6" cy="4"/>
              </a:xfrm>
              <a:custGeom>
                <a:avLst/>
                <a:gdLst>
                  <a:gd name="T0" fmla="*/ 4 w 16"/>
                  <a:gd name="T1" fmla="*/ 9 h 10"/>
                  <a:gd name="T2" fmla="*/ 1 w 16"/>
                  <a:gd name="T3" fmla="*/ 7 h 10"/>
                  <a:gd name="T4" fmla="*/ 5 w 16"/>
                  <a:gd name="T5" fmla="*/ 3 h 10"/>
                  <a:gd name="T6" fmla="*/ 11 w 16"/>
                  <a:gd name="T7" fmla="*/ 0 h 10"/>
                  <a:gd name="T8" fmla="*/ 15 w 16"/>
                  <a:gd name="T9" fmla="*/ 3 h 10"/>
                  <a:gd name="T10" fmla="*/ 10 w 16"/>
                  <a:gd name="T11" fmla="*/ 7 h 10"/>
                  <a:gd name="T12" fmla="*/ 4 w 16"/>
                  <a:gd name="T1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4" y="9"/>
                    </a:moveTo>
                    <a:cubicBezTo>
                      <a:pt x="3" y="10"/>
                      <a:pt x="0" y="10"/>
                      <a:pt x="1" y="7"/>
                    </a:cubicBezTo>
                    <a:cubicBezTo>
                      <a:pt x="1" y="5"/>
                      <a:pt x="4" y="4"/>
                      <a:pt x="5" y="3"/>
                    </a:cubicBezTo>
                    <a:cubicBezTo>
                      <a:pt x="7" y="2"/>
                      <a:pt x="9" y="1"/>
                      <a:pt x="11" y="0"/>
                    </a:cubicBezTo>
                    <a:cubicBezTo>
                      <a:pt x="13" y="0"/>
                      <a:pt x="16" y="1"/>
                      <a:pt x="15" y="3"/>
                    </a:cubicBezTo>
                    <a:cubicBezTo>
                      <a:pt x="14" y="5"/>
                      <a:pt x="12" y="7"/>
                      <a:pt x="10" y="7"/>
                    </a:cubicBezTo>
                    <a:cubicBezTo>
                      <a:pt x="8" y="8"/>
                      <a:pt x="6" y="9"/>
                      <a:pt x="4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8" name="Freeform 2561">
                <a:extLst>
                  <a:ext uri="{FF2B5EF4-FFF2-40B4-BE49-F238E27FC236}">
                    <a16:creationId xmlns:a16="http://schemas.microsoft.com/office/drawing/2014/main" id="{B07C0301-3328-4F08-97FB-76B5DD1C2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214"/>
                <a:ext cx="8" cy="16"/>
              </a:xfrm>
              <a:custGeom>
                <a:avLst/>
                <a:gdLst>
                  <a:gd name="T0" fmla="*/ 4 w 19"/>
                  <a:gd name="T1" fmla="*/ 38 h 39"/>
                  <a:gd name="T2" fmla="*/ 1 w 19"/>
                  <a:gd name="T3" fmla="*/ 38 h 39"/>
                  <a:gd name="T4" fmla="*/ 0 w 19"/>
                  <a:gd name="T5" fmla="*/ 35 h 39"/>
                  <a:gd name="T6" fmla="*/ 2 w 19"/>
                  <a:gd name="T7" fmla="*/ 27 h 39"/>
                  <a:gd name="T8" fmla="*/ 4 w 19"/>
                  <a:gd name="T9" fmla="*/ 18 h 39"/>
                  <a:gd name="T10" fmla="*/ 6 w 19"/>
                  <a:gd name="T11" fmla="*/ 11 h 39"/>
                  <a:gd name="T12" fmla="*/ 9 w 19"/>
                  <a:gd name="T13" fmla="*/ 5 h 39"/>
                  <a:gd name="T14" fmla="*/ 15 w 19"/>
                  <a:gd name="T15" fmla="*/ 1 h 39"/>
                  <a:gd name="T16" fmla="*/ 18 w 19"/>
                  <a:gd name="T17" fmla="*/ 6 h 39"/>
                  <a:gd name="T18" fmla="*/ 13 w 19"/>
                  <a:gd name="T19" fmla="*/ 13 h 39"/>
                  <a:gd name="T20" fmla="*/ 10 w 19"/>
                  <a:gd name="T21" fmla="*/ 21 h 39"/>
                  <a:gd name="T22" fmla="*/ 7 w 19"/>
                  <a:gd name="T23" fmla="*/ 30 h 39"/>
                  <a:gd name="T24" fmla="*/ 6 w 19"/>
                  <a:gd name="T25" fmla="*/ 33 h 39"/>
                  <a:gd name="T26" fmla="*/ 4 w 19"/>
                  <a:gd name="T27" fmla="*/ 3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39">
                    <a:moveTo>
                      <a:pt x="4" y="38"/>
                    </a:moveTo>
                    <a:cubicBezTo>
                      <a:pt x="3" y="38"/>
                      <a:pt x="2" y="39"/>
                      <a:pt x="1" y="38"/>
                    </a:cubicBezTo>
                    <a:cubicBezTo>
                      <a:pt x="0" y="38"/>
                      <a:pt x="0" y="36"/>
                      <a:pt x="0" y="35"/>
                    </a:cubicBezTo>
                    <a:cubicBezTo>
                      <a:pt x="0" y="32"/>
                      <a:pt x="1" y="30"/>
                      <a:pt x="2" y="27"/>
                    </a:cubicBezTo>
                    <a:cubicBezTo>
                      <a:pt x="2" y="24"/>
                      <a:pt x="3" y="21"/>
                      <a:pt x="4" y="18"/>
                    </a:cubicBezTo>
                    <a:cubicBezTo>
                      <a:pt x="4" y="15"/>
                      <a:pt x="5" y="13"/>
                      <a:pt x="6" y="11"/>
                    </a:cubicBezTo>
                    <a:cubicBezTo>
                      <a:pt x="7" y="9"/>
                      <a:pt x="8" y="7"/>
                      <a:pt x="9" y="5"/>
                    </a:cubicBezTo>
                    <a:cubicBezTo>
                      <a:pt x="10" y="2"/>
                      <a:pt x="12" y="0"/>
                      <a:pt x="15" y="1"/>
                    </a:cubicBezTo>
                    <a:cubicBezTo>
                      <a:pt x="18" y="1"/>
                      <a:pt x="19" y="4"/>
                      <a:pt x="18" y="6"/>
                    </a:cubicBezTo>
                    <a:cubicBezTo>
                      <a:pt x="17" y="9"/>
                      <a:pt x="13" y="10"/>
                      <a:pt x="13" y="13"/>
                    </a:cubicBezTo>
                    <a:cubicBezTo>
                      <a:pt x="12" y="16"/>
                      <a:pt x="12" y="18"/>
                      <a:pt x="10" y="21"/>
                    </a:cubicBezTo>
                    <a:cubicBezTo>
                      <a:pt x="9" y="24"/>
                      <a:pt x="9" y="27"/>
                      <a:pt x="7" y="30"/>
                    </a:cubicBezTo>
                    <a:cubicBezTo>
                      <a:pt x="7" y="31"/>
                      <a:pt x="6" y="32"/>
                      <a:pt x="6" y="33"/>
                    </a:cubicBezTo>
                    <a:cubicBezTo>
                      <a:pt x="5" y="35"/>
                      <a:pt x="5" y="36"/>
                      <a:pt x="4" y="3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9" name="Freeform 2562">
                <a:extLst>
                  <a:ext uri="{FF2B5EF4-FFF2-40B4-BE49-F238E27FC236}">
                    <a16:creationId xmlns:a16="http://schemas.microsoft.com/office/drawing/2014/main" id="{2492E2A9-9112-44E1-B75A-327A8DB8C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215"/>
                <a:ext cx="20" cy="14"/>
              </a:xfrm>
              <a:custGeom>
                <a:avLst/>
                <a:gdLst>
                  <a:gd name="T0" fmla="*/ 32 w 49"/>
                  <a:gd name="T1" fmla="*/ 30 h 35"/>
                  <a:gd name="T2" fmla="*/ 28 w 49"/>
                  <a:gd name="T3" fmla="*/ 33 h 35"/>
                  <a:gd name="T4" fmla="*/ 22 w 49"/>
                  <a:gd name="T5" fmla="*/ 33 h 35"/>
                  <a:gd name="T6" fmla="*/ 16 w 49"/>
                  <a:gd name="T7" fmla="*/ 31 h 35"/>
                  <a:gd name="T8" fmla="*/ 14 w 49"/>
                  <a:gd name="T9" fmla="*/ 26 h 35"/>
                  <a:gd name="T10" fmla="*/ 5 w 49"/>
                  <a:gd name="T11" fmla="*/ 24 h 35"/>
                  <a:gd name="T12" fmla="*/ 4 w 49"/>
                  <a:gd name="T13" fmla="*/ 13 h 35"/>
                  <a:gd name="T14" fmla="*/ 10 w 49"/>
                  <a:gd name="T15" fmla="*/ 3 h 35"/>
                  <a:gd name="T16" fmla="*/ 24 w 49"/>
                  <a:gd name="T17" fmla="*/ 1 h 35"/>
                  <a:gd name="T18" fmla="*/ 36 w 49"/>
                  <a:gd name="T19" fmla="*/ 6 h 35"/>
                  <a:gd name="T20" fmla="*/ 45 w 49"/>
                  <a:gd name="T21" fmla="*/ 15 h 35"/>
                  <a:gd name="T22" fmla="*/ 48 w 49"/>
                  <a:gd name="T23" fmla="*/ 23 h 35"/>
                  <a:gd name="T24" fmla="*/ 48 w 49"/>
                  <a:gd name="T25" fmla="*/ 30 h 35"/>
                  <a:gd name="T26" fmla="*/ 41 w 49"/>
                  <a:gd name="T27" fmla="*/ 34 h 35"/>
                  <a:gd name="T28" fmla="*/ 32 w 49"/>
                  <a:gd name="T29" fmla="*/ 3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9" h="35">
                    <a:moveTo>
                      <a:pt x="32" y="30"/>
                    </a:moveTo>
                    <a:cubicBezTo>
                      <a:pt x="31" y="31"/>
                      <a:pt x="29" y="33"/>
                      <a:pt x="28" y="33"/>
                    </a:cubicBezTo>
                    <a:cubicBezTo>
                      <a:pt x="26" y="33"/>
                      <a:pt x="24" y="33"/>
                      <a:pt x="22" y="33"/>
                    </a:cubicBezTo>
                    <a:cubicBezTo>
                      <a:pt x="20" y="32"/>
                      <a:pt x="18" y="32"/>
                      <a:pt x="16" y="31"/>
                    </a:cubicBezTo>
                    <a:cubicBezTo>
                      <a:pt x="15" y="30"/>
                      <a:pt x="14" y="28"/>
                      <a:pt x="14" y="26"/>
                    </a:cubicBezTo>
                    <a:cubicBezTo>
                      <a:pt x="12" y="21"/>
                      <a:pt x="8" y="25"/>
                      <a:pt x="5" y="24"/>
                    </a:cubicBezTo>
                    <a:cubicBezTo>
                      <a:pt x="0" y="23"/>
                      <a:pt x="2" y="16"/>
                      <a:pt x="4" y="13"/>
                    </a:cubicBezTo>
                    <a:cubicBezTo>
                      <a:pt x="5" y="10"/>
                      <a:pt x="7" y="6"/>
                      <a:pt x="10" y="3"/>
                    </a:cubicBezTo>
                    <a:cubicBezTo>
                      <a:pt x="14" y="1"/>
                      <a:pt x="20" y="1"/>
                      <a:pt x="24" y="1"/>
                    </a:cubicBezTo>
                    <a:cubicBezTo>
                      <a:pt x="29" y="0"/>
                      <a:pt x="32" y="3"/>
                      <a:pt x="36" y="6"/>
                    </a:cubicBezTo>
                    <a:cubicBezTo>
                      <a:pt x="39" y="9"/>
                      <a:pt x="43" y="11"/>
                      <a:pt x="45" y="15"/>
                    </a:cubicBezTo>
                    <a:cubicBezTo>
                      <a:pt x="46" y="17"/>
                      <a:pt x="47" y="20"/>
                      <a:pt x="48" y="23"/>
                    </a:cubicBezTo>
                    <a:cubicBezTo>
                      <a:pt x="48" y="25"/>
                      <a:pt x="49" y="28"/>
                      <a:pt x="48" y="30"/>
                    </a:cubicBezTo>
                    <a:cubicBezTo>
                      <a:pt x="47" y="33"/>
                      <a:pt x="44" y="34"/>
                      <a:pt x="41" y="34"/>
                    </a:cubicBezTo>
                    <a:cubicBezTo>
                      <a:pt x="37" y="35"/>
                      <a:pt x="35" y="33"/>
                      <a:pt x="32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0" name="Freeform 2563">
                <a:extLst>
                  <a:ext uri="{FF2B5EF4-FFF2-40B4-BE49-F238E27FC236}">
                    <a16:creationId xmlns:a16="http://schemas.microsoft.com/office/drawing/2014/main" id="{4292911D-F62B-44B1-86AB-5D717A45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179"/>
                <a:ext cx="5" cy="10"/>
              </a:xfrm>
              <a:custGeom>
                <a:avLst/>
                <a:gdLst>
                  <a:gd name="T0" fmla="*/ 6 w 12"/>
                  <a:gd name="T1" fmla="*/ 22 h 25"/>
                  <a:gd name="T2" fmla="*/ 1 w 12"/>
                  <a:gd name="T3" fmla="*/ 22 h 25"/>
                  <a:gd name="T4" fmla="*/ 2 w 12"/>
                  <a:gd name="T5" fmla="*/ 16 h 25"/>
                  <a:gd name="T6" fmla="*/ 3 w 12"/>
                  <a:gd name="T7" fmla="*/ 9 h 25"/>
                  <a:gd name="T8" fmla="*/ 4 w 12"/>
                  <a:gd name="T9" fmla="*/ 3 h 25"/>
                  <a:gd name="T10" fmla="*/ 7 w 12"/>
                  <a:gd name="T11" fmla="*/ 0 h 25"/>
                  <a:gd name="T12" fmla="*/ 8 w 12"/>
                  <a:gd name="T13" fmla="*/ 5 h 25"/>
                  <a:gd name="T14" fmla="*/ 11 w 12"/>
                  <a:gd name="T15" fmla="*/ 19 h 25"/>
                  <a:gd name="T16" fmla="*/ 11 w 12"/>
                  <a:gd name="T17" fmla="*/ 23 h 25"/>
                  <a:gd name="T18" fmla="*/ 6 w 12"/>
                  <a:gd name="T19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5">
                    <a:moveTo>
                      <a:pt x="6" y="22"/>
                    </a:moveTo>
                    <a:cubicBezTo>
                      <a:pt x="4" y="22"/>
                      <a:pt x="3" y="22"/>
                      <a:pt x="1" y="22"/>
                    </a:cubicBezTo>
                    <a:cubicBezTo>
                      <a:pt x="0" y="20"/>
                      <a:pt x="1" y="18"/>
                      <a:pt x="2" y="16"/>
                    </a:cubicBezTo>
                    <a:cubicBezTo>
                      <a:pt x="4" y="13"/>
                      <a:pt x="3" y="12"/>
                      <a:pt x="3" y="9"/>
                    </a:cubicBezTo>
                    <a:cubicBezTo>
                      <a:pt x="3" y="7"/>
                      <a:pt x="3" y="5"/>
                      <a:pt x="4" y="3"/>
                    </a:cubicBezTo>
                    <a:cubicBezTo>
                      <a:pt x="4" y="2"/>
                      <a:pt x="6" y="0"/>
                      <a:pt x="7" y="0"/>
                    </a:cubicBezTo>
                    <a:cubicBezTo>
                      <a:pt x="8" y="1"/>
                      <a:pt x="7" y="4"/>
                      <a:pt x="8" y="5"/>
                    </a:cubicBezTo>
                    <a:cubicBezTo>
                      <a:pt x="8" y="10"/>
                      <a:pt x="9" y="15"/>
                      <a:pt x="11" y="19"/>
                    </a:cubicBezTo>
                    <a:cubicBezTo>
                      <a:pt x="12" y="21"/>
                      <a:pt x="12" y="22"/>
                      <a:pt x="11" y="23"/>
                    </a:cubicBezTo>
                    <a:cubicBezTo>
                      <a:pt x="8" y="25"/>
                      <a:pt x="7" y="23"/>
                      <a:pt x="6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1" name="Freeform 2564">
                <a:extLst>
                  <a:ext uri="{FF2B5EF4-FFF2-40B4-BE49-F238E27FC236}">
                    <a16:creationId xmlns:a16="http://schemas.microsoft.com/office/drawing/2014/main" id="{D359B8C7-D962-424E-BB9F-EACC55864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174"/>
                <a:ext cx="12" cy="10"/>
              </a:xfrm>
              <a:custGeom>
                <a:avLst/>
                <a:gdLst>
                  <a:gd name="T0" fmla="*/ 4 w 29"/>
                  <a:gd name="T1" fmla="*/ 18 h 23"/>
                  <a:gd name="T2" fmla="*/ 1 w 29"/>
                  <a:gd name="T3" fmla="*/ 11 h 23"/>
                  <a:gd name="T4" fmla="*/ 5 w 29"/>
                  <a:gd name="T5" fmla="*/ 6 h 23"/>
                  <a:gd name="T6" fmla="*/ 9 w 29"/>
                  <a:gd name="T7" fmla="*/ 3 h 23"/>
                  <a:gd name="T8" fmla="*/ 21 w 29"/>
                  <a:gd name="T9" fmla="*/ 6 h 23"/>
                  <a:gd name="T10" fmla="*/ 26 w 29"/>
                  <a:gd name="T11" fmla="*/ 1 h 23"/>
                  <a:gd name="T12" fmla="*/ 29 w 29"/>
                  <a:gd name="T13" fmla="*/ 8 h 23"/>
                  <a:gd name="T14" fmla="*/ 29 w 29"/>
                  <a:gd name="T15" fmla="*/ 13 h 23"/>
                  <a:gd name="T16" fmla="*/ 29 w 29"/>
                  <a:gd name="T17" fmla="*/ 17 h 23"/>
                  <a:gd name="T18" fmla="*/ 22 w 29"/>
                  <a:gd name="T19" fmla="*/ 22 h 23"/>
                  <a:gd name="T20" fmla="*/ 11 w 29"/>
                  <a:gd name="T21" fmla="*/ 23 h 23"/>
                  <a:gd name="T22" fmla="*/ 7 w 29"/>
                  <a:gd name="T23" fmla="*/ 22 h 23"/>
                  <a:gd name="T24" fmla="*/ 4 w 29"/>
                  <a:gd name="T25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3">
                    <a:moveTo>
                      <a:pt x="4" y="18"/>
                    </a:moveTo>
                    <a:cubicBezTo>
                      <a:pt x="3" y="16"/>
                      <a:pt x="0" y="14"/>
                      <a:pt x="1" y="11"/>
                    </a:cubicBezTo>
                    <a:cubicBezTo>
                      <a:pt x="1" y="9"/>
                      <a:pt x="4" y="8"/>
                      <a:pt x="5" y="6"/>
                    </a:cubicBezTo>
                    <a:cubicBezTo>
                      <a:pt x="7" y="4"/>
                      <a:pt x="7" y="3"/>
                      <a:pt x="9" y="3"/>
                    </a:cubicBezTo>
                    <a:cubicBezTo>
                      <a:pt x="14" y="2"/>
                      <a:pt x="17" y="6"/>
                      <a:pt x="21" y="6"/>
                    </a:cubicBezTo>
                    <a:cubicBezTo>
                      <a:pt x="22" y="3"/>
                      <a:pt x="23" y="0"/>
                      <a:pt x="26" y="1"/>
                    </a:cubicBezTo>
                    <a:cubicBezTo>
                      <a:pt x="29" y="2"/>
                      <a:pt x="29" y="5"/>
                      <a:pt x="29" y="8"/>
                    </a:cubicBezTo>
                    <a:cubicBezTo>
                      <a:pt x="29" y="9"/>
                      <a:pt x="29" y="11"/>
                      <a:pt x="29" y="13"/>
                    </a:cubicBezTo>
                    <a:cubicBezTo>
                      <a:pt x="29" y="14"/>
                      <a:pt x="29" y="16"/>
                      <a:pt x="29" y="17"/>
                    </a:cubicBezTo>
                    <a:cubicBezTo>
                      <a:pt x="28" y="21"/>
                      <a:pt x="25" y="23"/>
                      <a:pt x="22" y="22"/>
                    </a:cubicBezTo>
                    <a:cubicBezTo>
                      <a:pt x="18" y="22"/>
                      <a:pt x="15" y="23"/>
                      <a:pt x="11" y="23"/>
                    </a:cubicBezTo>
                    <a:cubicBezTo>
                      <a:pt x="10" y="23"/>
                      <a:pt x="8" y="23"/>
                      <a:pt x="7" y="22"/>
                    </a:cubicBezTo>
                    <a:cubicBezTo>
                      <a:pt x="5" y="21"/>
                      <a:pt x="5" y="20"/>
                      <a:pt x="4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2" name="Freeform 2565">
                <a:extLst>
                  <a:ext uri="{FF2B5EF4-FFF2-40B4-BE49-F238E27FC236}">
                    <a16:creationId xmlns:a16="http://schemas.microsoft.com/office/drawing/2014/main" id="{3ED7A8B1-9D7E-441F-B4B7-01DF5BD49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194"/>
                <a:ext cx="3" cy="4"/>
              </a:xfrm>
              <a:custGeom>
                <a:avLst/>
                <a:gdLst>
                  <a:gd name="T0" fmla="*/ 0 w 7"/>
                  <a:gd name="T1" fmla="*/ 5 h 11"/>
                  <a:gd name="T2" fmla="*/ 3 w 7"/>
                  <a:gd name="T3" fmla="*/ 1 h 11"/>
                  <a:gd name="T4" fmla="*/ 6 w 7"/>
                  <a:gd name="T5" fmla="*/ 7 h 11"/>
                  <a:gd name="T6" fmla="*/ 0 w 7"/>
                  <a:gd name="T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0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6" y="0"/>
                      <a:pt x="7" y="5"/>
                      <a:pt x="6" y="7"/>
                    </a:cubicBezTo>
                    <a:cubicBezTo>
                      <a:pt x="4" y="11"/>
                      <a:pt x="1" y="8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3" name="Freeform 2566">
                <a:extLst>
                  <a:ext uri="{FF2B5EF4-FFF2-40B4-BE49-F238E27FC236}">
                    <a16:creationId xmlns:a16="http://schemas.microsoft.com/office/drawing/2014/main" id="{79AEB64A-CFCA-44CB-B4A8-2468EB76B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195"/>
                <a:ext cx="3" cy="3"/>
              </a:xfrm>
              <a:custGeom>
                <a:avLst/>
                <a:gdLst>
                  <a:gd name="T0" fmla="*/ 1 w 7"/>
                  <a:gd name="T1" fmla="*/ 1 h 7"/>
                  <a:gd name="T2" fmla="*/ 4 w 7"/>
                  <a:gd name="T3" fmla="*/ 0 h 7"/>
                  <a:gd name="T4" fmla="*/ 4 w 7"/>
                  <a:gd name="T5" fmla="*/ 6 h 7"/>
                  <a:gd name="T6" fmla="*/ 1 w 7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3" y="0"/>
                      <a:pt x="4" y="0"/>
                    </a:cubicBezTo>
                    <a:cubicBezTo>
                      <a:pt x="6" y="1"/>
                      <a:pt x="7" y="5"/>
                      <a:pt x="4" y="6"/>
                    </a:cubicBezTo>
                    <a:cubicBezTo>
                      <a:pt x="2" y="7"/>
                      <a:pt x="0" y="3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4" name="Freeform 2567">
                <a:extLst>
                  <a:ext uri="{FF2B5EF4-FFF2-40B4-BE49-F238E27FC236}">
                    <a16:creationId xmlns:a16="http://schemas.microsoft.com/office/drawing/2014/main" id="{ED57CF8D-2C96-4A95-A477-68450B7D8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198"/>
                <a:ext cx="8" cy="7"/>
              </a:xfrm>
              <a:custGeom>
                <a:avLst/>
                <a:gdLst>
                  <a:gd name="T0" fmla="*/ 1 w 21"/>
                  <a:gd name="T1" fmla="*/ 8 h 17"/>
                  <a:gd name="T2" fmla="*/ 9 w 21"/>
                  <a:gd name="T3" fmla="*/ 5 h 17"/>
                  <a:gd name="T4" fmla="*/ 13 w 21"/>
                  <a:gd name="T5" fmla="*/ 3 h 17"/>
                  <a:gd name="T6" fmla="*/ 16 w 21"/>
                  <a:gd name="T7" fmla="*/ 1 h 17"/>
                  <a:gd name="T8" fmla="*/ 19 w 21"/>
                  <a:gd name="T9" fmla="*/ 7 h 17"/>
                  <a:gd name="T10" fmla="*/ 15 w 21"/>
                  <a:gd name="T11" fmla="*/ 11 h 17"/>
                  <a:gd name="T12" fmla="*/ 6 w 21"/>
                  <a:gd name="T13" fmla="*/ 16 h 17"/>
                  <a:gd name="T14" fmla="*/ 1 w 21"/>
                  <a:gd name="T15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7">
                    <a:moveTo>
                      <a:pt x="1" y="8"/>
                    </a:moveTo>
                    <a:cubicBezTo>
                      <a:pt x="2" y="6"/>
                      <a:pt x="7" y="5"/>
                      <a:pt x="9" y="5"/>
                    </a:cubicBezTo>
                    <a:cubicBezTo>
                      <a:pt x="11" y="4"/>
                      <a:pt x="12" y="4"/>
                      <a:pt x="13" y="3"/>
                    </a:cubicBezTo>
                    <a:cubicBezTo>
                      <a:pt x="14" y="2"/>
                      <a:pt x="15" y="0"/>
                      <a:pt x="16" y="1"/>
                    </a:cubicBezTo>
                    <a:cubicBezTo>
                      <a:pt x="19" y="1"/>
                      <a:pt x="21" y="5"/>
                      <a:pt x="19" y="7"/>
                    </a:cubicBezTo>
                    <a:cubicBezTo>
                      <a:pt x="19" y="9"/>
                      <a:pt x="17" y="10"/>
                      <a:pt x="15" y="11"/>
                    </a:cubicBezTo>
                    <a:cubicBezTo>
                      <a:pt x="13" y="12"/>
                      <a:pt x="9" y="17"/>
                      <a:pt x="6" y="16"/>
                    </a:cubicBezTo>
                    <a:cubicBezTo>
                      <a:pt x="4" y="15"/>
                      <a:pt x="0" y="11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5" name="Freeform 2568">
                <a:extLst>
                  <a:ext uri="{FF2B5EF4-FFF2-40B4-BE49-F238E27FC236}">
                    <a16:creationId xmlns:a16="http://schemas.microsoft.com/office/drawing/2014/main" id="{2FEA08E9-7E41-4F83-BC7A-2892720D8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199"/>
                <a:ext cx="3" cy="4"/>
              </a:xfrm>
              <a:custGeom>
                <a:avLst/>
                <a:gdLst>
                  <a:gd name="T0" fmla="*/ 0 w 7"/>
                  <a:gd name="T1" fmla="*/ 5 h 10"/>
                  <a:gd name="T2" fmla="*/ 0 w 7"/>
                  <a:gd name="T3" fmla="*/ 1 h 10"/>
                  <a:gd name="T4" fmla="*/ 2 w 7"/>
                  <a:gd name="T5" fmla="*/ 1 h 10"/>
                  <a:gd name="T6" fmla="*/ 4 w 7"/>
                  <a:gd name="T7" fmla="*/ 8 h 10"/>
                  <a:gd name="T8" fmla="*/ 0 w 7"/>
                  <a:gd name="T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0" y="5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4" y="3"/>
                      <a:pt x="7" y="6"/>
                      <a:pt x="4" y="8"/>
                    </a:cubicBezTo>
                    <a:cubicBezTo>
                      <a:pt x="2" y="10"/>
                      <a:pt x="0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6" name="Freeform 2569">
                <a:extLst>
                  <a:ext uri="{FF2B5EF4-FFF2-40B4-BE49-F238E27FC236}">
                    <a16:creationId xmlns:a16="http://schemas.microsoft.com/office/drawing/2014/main" id="{CF5DB3AA-BFEE-455B-8763-7FB35F042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205"/>
                <a:ext cx="5" cy="6"/>
              </a:xfrm>
              <a:custGeom>
                <a:avLst/>
                <a:gdLst>
                  <a:gd name="T0" fmla="*/ 7 w 11"/>
                  <a:gd name="T1" fmla="*/ 16 h 17"/>
                  <a:gd name="T2" fmla="*/ 4 w 11"/>
                  <a:gd name="T3" fmla="*/ 13 h 17"/>
                  <a:gd name="T4" fmla="*/ 1 w 11"/>
                  <a:gd name="T5" fmla="*/ 5 h 17"/>
                  <a:gd name="T6" fmla="*/ 7 w 11"/>
                  <a:gd name="T7" fmla="*/ 3 h 17"/>
                  <a:gd name="T8" fmla="*/ 9 w 11"/>
                  <a:gd name="T9" fmla="*/ 6 h 17"/>
                  <a:gd name="T10" fmla="*/ 11 w 11"/>
                  <a:gd name="T11" fmla="*/ 8 h 17"/>
                  <a:gd name="T12" fmla="*/ 7 w 11"/>
                  <a:gd name="T1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7">
                    <a:moveTo>
                      <a:pt x="7" y="16"/>
                    </a:moveTo>
                    <a:cubicBezTo>
                      <a:pt x="6" y="16"/>
                      <a:pt x="5" y="15"/>
                      <a:pt x="4" y="13"/>
                    </a:cubicBezTo>
                    <a:cubicBezTo>
                      <a:pt x="3" y="11"/>
                      <a:pt x="1" y="8"/>
                      <a:pt x="1" y="5"/>
                    </a:cubicBezTo>
                    <a:cubicBezTo>
                      <a:pt x="0" y="2"/>
                      <a:pt x="5" y="0"/>
                      <a:pt x="7" y="3"/>
                    </a:cubicBezTo>
                    <a:cubicBezTo>
                      <a:pt x="8" y="4"/>
                      <a:pt x="7" y="5"/>
                      <a:pt x="9" y="6"/>
                    </a:cubicBezTo>
                    <a:cubicBezTo>
                      <a:pt x="11" y="6"/>
                      <a:pt x="11" y="6"/>
                      <a:pt x="11" y="8"/>
                    </a:cubicBezTo>
                    <a:cubicBezTo>
                      <a:pt x="11" y="10"/>
                      <a:pt x="10" y="17"/>
                      <a:pt x="7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7" name="Freeform 2570">
                <a:extLst>
                  <a:ext uri="{FF2B5EF4-FFF2-40B4-BE49-F238E27FC236}">
                    <a16:creationId xmlns:a16="http://schemas.microsoft.com/office/drawing/2014/main" id="{BFF2D0BC-CD0C-4679-A9AF-94801A434D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97" y="2145"/>
                <a:ext cx="646" cy="829"/>
              </a:xfrm>
              <a:custGeom>
                <a:avLst/>
                <a:gdLst>
                  <a:gd name="T0" fmla="*/ 1514 w 1589"/>
                  <a:gd name="T1" fmla="*/ 764 h 2037"/>
                  <a:gd name="T2" fmla="*/ 1511 w 1589"/>
                  <a:gd name="T3" fmla="*/ 539 h 2037"/>
                  <a:gd name="T4" fmla="*/ 1416 w 1589"/>
                  <a:gd name="T5" fmla="*/ 373 h 2037"/>
                  <a:gd name="T6" fmla="*/ 1406 w 1589"/>
                  <a:gd name="T7" fmla="*/ 301 h 2037"/>
                  <a:gd name="T8" fmla="*/ 1340 w 1589"/>
                  <a:gd name="T9" fmla="*/ 285 h 2037"/>
                  <a:gd name="T10" fmla="*/ 1266 w 1589"/>
                  <a:gd name="T11" fmla="*/ 235 h 2037"/>
                  <a:gd name="T12" fmla="*/ 1195 w 1589"/>
                  <a:gd name="T13" fmla="*/ 260 h 2037"/>
                  <a:gd name="T14" fmla="*/ 1273 w 1589"/>
                  <a:gd name="T15" fmla="*/ 215 h 2037"/>
                  <a:gd name="T16" fmla="*/ 1204 w 1589"/>
                  <a:gd name="T17" fmla="*/ 215 h 2037"/>
                  <a:gd name="T18" fmla="*/ 1137 w 1589"/>
                  <a:gd name="T19" fmla="*/ 281 h 2037"/>
                  <a:gd name="T20" fmla="*/ 1052 w 1589"/>
                  <a:gd name="T21" fmla="*/ 289 h 2037"/>
                  <a:gd name="T22" fmla="*/ 1004 w 1589"/>
                  <a:gd name="T23" fmla="*/ 331 h 2037"/>
                  <a:gd name="T24" fmla="*/ 916 w 1589"/>
                  <a:gd name="T25" fmla="*/ 333 h 2037"/>
                  <a:gd name="T26" fmla="*/ 974 w 1589"/>
                  <a:gd name="T27" fmla="*/ 247 h 2037"/>
                  <a:gd name="T28" fmla="*/ 957 w 1589"/>
                  <a:gd name="T29" fmla="*/ 209 h 2037"/>
                  <a:gd name="T30" fmla="*/ 902 w 1589"/>
                  <a:gd name="T31" fmla="*/ 222 h 2037"/>
                  <a:gd name="T32" fmla="*/ 847 w 1589"/>
                  <a:gd name="T33" fmla="*/ 187 h 2037"/>
                  <a:gd name="T34" fmla="*/ 825 w 1589"/>
                  <a:gd name="T35" fmla="*/ 174 h 2037"/>
                  <a:gd name="T36" fmla="*/ 810 w 1589"/>
                  <a:gd name="T37" fmla="*/ 155 h 2037"/>
                  <a:gd name="T38" fmla="*/ 760 w 1589"/>
                  <a:gd name="T39" fmla="*/ 151 h 2037"/>
                  <a:gd name="T40" fmla="*/ 778 w 1589"/>
                  <a:gd name="T41" fmla="*/ 87 h 2037"/>
                  <a:gd name="T42" fmla="*/ 624 w 1589"/>
                  <a:gd name="T43" fmla="*/ 43 h 2037"/>
                  <a:gd name="T44" fmla="*/ 535 w 1589"/>
                  <a:gd name="T45" fmla="*/ 71 h 2037"/>
                  <a:gd name="T46" fmla="*/ 587 w 1589"/>
                  <a:gd name="T47" fmla="*/ 50 h 2037"/>
                  <a:gd name="T48" fmla="*/ 574 w 1589"/>
                  <a:gd name="T49" fmla="*/ 112 h 2037"/>
                  <a:gd name="T50" fmla="*/ 618 w 1589"/>
                  <a:gd name="T51" fmla="*/ 125 h 2037"/>
                  <a:gd name="T52" fmla="*/ 623 w 1589"/>
                  <a:gd name="T53" fmla="*/ 146 h 2037"/>
                  <a:gd name="T54" fmla="*/ 633 w 1589"/>
                  <a:gd name="T55" fmla="*/ 167 h 2037"/>
                  <a:gd name="T56" fmla="*/ 587 w 1589"/>
                  <a:gd name="T57" fmla="*/ 201 h 2037"/>
                  <a:gd name="T58" fmla="*/ 611 w 1589"/>
                  <a:gd name="T59" fmla="*/ 220 h 2037"/>
                  <a:gd name="T60" fmla="*/ 619 w 1589"/>
                  <a:gd name="T61" fmla="*/ 267 h 2037"/>
                  <a:gd name="T62" fmla="*/ 676 w 1589"/>
                  <a:gd name="T63" fmla="*/ 316 h 2037"/>
                  <a:gd name="T64" fmla="*/ 663 w 1589"/>
                  <a:gd name="T65" fmla="*/ 321 h 2037"/>
                  <a:gd name="T66" fmla="*/ 622 w 1589"/>
                  <a:gd name="T67" fmla="*/ 320 h 2037"/>
                  <a:gd name="T68" fmla="*/ 580 w 1589"/>
                  <a:gd name="T69" fmla="*/ 304 h 2037"/>
                  <a:gd name="T70" fmla="*/ 540 w 1589"/>
                  <a:gd name="T71" fmla="*/ 336 h 2037"/>
                  <a:gd name="T72" fmla="*/ 537 w 1589"/>
                  <a:gd name="T73" fmla="*/ 391 h 2037"/>
                  <a:gd name="T74" fmla="*/ 469 w 1589"/>
                  <a:gd name="T75" fmla="*/ 407 h 2037"/>
                  <a:gd name="T76" fmla="*/ 461 w 1589"/>
                  <a:gd name="T77" fmla="*/ 342 h 2037"/>
                  <a:gd name="T78" fmla="*/ 387 w 1589"/>
                  <a:gd name="T79" fmla="*/ 333 h 2037"/>
                  <a:gd name="T80" fmla="*/ 303 w 1589"/>
                  <a:gd name="T81" fmla="*/ 345 h 2037"/>
                  <a:gd name="T82" fmla="*/ 280 w 1589"/>
                  <a:gd name="T83" fmla="*/ 401 h 2037"/>
                  <a:gd name="T84" fmla="*/ 326 w 1589"/>
                  <a:gd name="T85" fmla="*/ 423 h 2037"/>
                  <a:gd name="T86" fmla="*/ 203 w 1589"/>
                  <a:gd name="T87" fmla="*/ 592 h 2037"/>
                  <a:gd name="T88" fmla="*/ 200 w 1589"/>
                  <a:gd name="T89" fmla="*/ 758 h 2037"/>
                  <a:gd name="T90" fmla="*/ 63 w 1589"/>
                  <a:gd name="T91" fmla="*/ 839 h 2037"/>
                  <a:gd name="T92" fmla="*/ 8 w 1589"/>
                  <a:gd name="T93" fmla="*/ 1040 h 2037"/>
                  <a:gd name="T94" fmla="*/ 0 w 1589"/>
                  <a:gd name="T95" fmla="*/ 1235 h 2037"/>
                  <a:gd name="T96" fmla="*/ 172 w 1589"/>
                  <a:gd name="T97" fmla="*/ 1502 h 2037"/>
                  <a:gd name="T98" fmla="*/ 235 w 1589"/>
                  <a:gd name="T99" fmla="*/ 1699 h 2037"/>
                  <a:gd name="T100" fmla="*/ 213 w 1589"/>
                  <a:gd name="T101" fmla="*/ 1905 h 2037"/>
                  <a:gd name="T102" fmla="*/ 329 w 1589"/>
                  <a:gd name="T103" fmla="*/ 1871 h 2037"/>
                  <a:gd name="T104" fmla="*/ 448 w 1589"/>
                  <a:gd name="T105" fmla="*/ 1890 h 2037"/>
                  <a:gd name="T106" fmla="*/ 642 w 1589"/>
                  <a:gd name="T107" fmla="*/ 2009 h 2037"/>
                  <a:gd name="T108" fmla="*/ 1191 w 1589"/>
                  <a:gd name="T109" fmla="*/ 1966 h 2037"/>
                  <a:gd name="T110" fmla="*/ 1307 w 1589"/>
                  <a:gd name="T111" fmla="*/ 1750 h 2037"/>
                  <a:gd name="T112" fmla="*/ 1076 w 1589"/>
                  <a:gd name="T113" fmla="*/ 1332 h 2037"/>
                  <a:gd name="T114" fmla="*/ 1477 w 1589"/>
                  <a:gd name="T115" fmla="*/ 1157 h 2037"/>
                  <a:gd name="T116" fmla="*/ 620 w 1589"/>
                  <a:gd name="T117" fmla="*/ 679 h 2037"/>
                  <a:gd name="T118" fmla="*/ 845 w 1589"/>
                  <a:gd name="T119" fmla="*/ 1886 h 2037"/>
                  <a:gd name="T120" fmla="*/ 1084 w 1589"/>
                  <a:gd name="T121" fmla="*/ 1908 h 2037"/>
                  <a:gd name="T122" fmla="*/ 1218 w 1589"/>
                  <a:gd name="T123" fmla="*/ 488 h 2037"/>
                  <a:gd name="T124" fmla="*/ 1208 w 1589"/>
                  <a:gd name="T125" fmla="*/ 457 h 2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89" h="2037">
                    <a:moveTo>
                      <a:pt x="1589" y="1054"/>
                    </a:moveTo>
                    <a:cubicBezTo>
                      <a:pt x="1579" y="1002"/>
                      <a:pt x="1579" y="1002"/>
                      <a:pt x="1579" y="1002"/>
                    </a:cubicBezTo>
                    <a:cubicBezTo>
                      <a:pt x="1543" y="972"/>
                      <a:pt x="1543" y="972"/>
                      <a:pt x="1543" y="972"/>
                    </a:cubicBezTo>
                    <a:cubicBezTo>
                      <a:pt x="1541" y="963"/>
                      <a:pt x="1541" y="963"/>
                      <a:pt x="1541" y="963"/>
                    </a:cubicBezTo>
                    <a:cubicBezTo>
                      <a:pt x="1550" y="946"/>
                      <a:pt x="1550" y="946"/>
                      <a:pt x="1550" y="946"/>
                    </a:cubicBezTo>
                    <a:cubicBezTo>
                      <a:pt x="1520" y="907"/>
                      <a:pt x="1520" y="907"/>
                      <a:pt x="1520" y="907"/>
                    </a:cubicBezTo>
                    <a:cubicBezTo>
                      <a:pt x="1550" y="845"/>
                      <a:pt x="1550" y="845"/>
                      <a:pt x="1550" y="845"/>
                    </a:cubicBezTo>
                    <a:cubicBezTo>
                      <a:pt x="1537" y="824"/>
                      <a:pt x="1537" y="824"/>
                      <a:pt x="1537" y="824"/>
                    </a:cubicBezTo>
                    <a:cubicBezTo>
                      <a:pt x="1543" y="815"/>
                      <a:pt x="1543" y="815"/>
                      <a:pt x="1543" y="815"/>
                    </a:cubicBezTo>
                    <a:cubicBezTo>
                      <a:pt x="1538" y="805"/>
                      <a:pt x="1538" y="805"/>
                      <a:pt x="1538" y="805"/>
                    </a:cubicBezTo>
                    <a:cubicBezTo>
                      <a:pt x="1541" y="797"/>
                      <a:pt x="1541" y="797"/>
                      <a:pt x="1541" y="797"/>
                    </a:cubicBezTo>
                    <a:cubicBezTo>
                      <a:pt x="1523" y="791"/>
                      <a:pt x="1523" y="791"/>
                      <a:pt x="1523" y="791"/>
                    </a:cubicBezTo>
                    <a:cubicBezTo>
                      <a:pt x="1519" y="769"/>
                      <a:pt x="1519" y="769"/>
                      <a:pt x="1519" y="769"/>
                    </a:cubicBezTo>
                    <a:cubicBezTo>
                      <a:pt x="1514" y="764"/>
                      <a:pt x="1514" y="764"/>
                      <a:pt x="1514" y="764"/>
                    </a:cubicBezTo>
                    <a:cubicBezTo>
                      <a:pt x="1536" y="733"/>
                      <a:pt x="1536" y="733"/>
                      <a:pt x="1536" y="733"/>
                    </a:cubicBezTo>
                    <a:cubicBezTo>
                      <a:pt x="1529" y="726"/>
                      <a:pt x="1529" y="726"/>
                      <a:pt x="1529" y="726"/>
                    </a:cubicBezTo>
                    <a:cubicBezTo>
                      <a:pt x="1534" y="711"/>
                      <a:pt x="1534" y="711"/>
                      <a:pt x="1534" y="711"/>
                    </a:cubicBezTo>
                    <a:cubicBezTo>
                      <a:pt x="1529" y="708"/>
                      <a:pt x="1527" y="703"/>
                      <a:pt x="1524" y="698"/>
                    </a:cubicBezTo>
                    <a:cubicBezTo>
                      <a:pt x="1521" y="692"/>
                      <a:pt x="1514" y="691"/>
                      <a:pt x="1510" y="691"/>
                    </a:cubicBezTo>
                    <a:cubicBezTo>
                      <a:pt x="1506" y="690"/>
                      <a:pt x="1498" y="683"/>
                      <a:pt x="1493" y="672"/>
                    </a:cubicBezTo>
                    <a:cubicBezTo>
                      <a:pt x="1487" y="660"/>
                      <a:pt x="1477" y="655"/>
                      <a:pt x="1477" y="655"/>
                    </a:cubicBezTo>
                    <a:cubicBezTo>
                      <a:pt x="1453" y="642"/>
                      <a:pt x="1453" y="642"/>
                      <a:pt x="1453" y="642"/>
                    </a:cubicBezTo>
                    <a:cubicBezTo>
                      <a:pt x="1454" y="610"/>
                      <a:pt x="1454" y="610"/>
                      <a:pt x="1454" y="610"/>
                    </a:cubicBezTo>
                    <a:cubicBezTo>
                      <a:pt x="1481" y="601"/>
                      <a:pt x="1481" y="601"/>
                      <a:pt x="1481" y="601"/>
                    </a:cubicBezTo>
                    <a:cubicBezTo>
                      <a:pt x="1481" y="590"/>
                      <a:pt x="1481" y="590"/>
                      <a:pt x="1481" y="590"/>
                    </a:cubicBezTo>
                    <a:cubicBezTo>
                      <a:pt x="1505" y="564"/>
                      <a:pt x="1505" y="564"/>
                      <a:pt x="1505" y="564"/>
                    </a:cubicBezTo>
                    <a:cubicBezTo>
                      <a:pt x="1499" y="546"/>
                      <a:pt x="1499" y="546"/>
                      <a:pt x="1499" y="546"/>
                    </a:cubicBezTo>
                    <a:cubicBezTo>
                      <a:pt x="1511" y="539"/>
                      <a:pt x="1511" y="539"/>
                      <a:pt x="1511" y="539"/>
                    </a:cubicBezTo>
                    <a:cubicBezTo>
                      <a:pt x="1519" y="517"/>
                      <a:pt x="1519" y="517"/>
                      <a:pt x="1519" y="517"/>
                    </a:cubicBezTo>
                    <a:cubicBezTo>
                      <a:pt x="1518" y="491"/>
                      <a:pt x="1518" y="491"/>
                      <a:pt x="1518" y="491"/>
                    </a:cubicBezTo>
                    <a:cubicBezTo>
                      <a:pt x="1516" y="457"/>
                      <a:pt x="1516" y="457"/>
                      <a:pt x="1516" y="457"/>
                    </a:cubicBezTo>
                    <a:cubicBezTo>
                      <a:pt x="1496" y="419"/>
                      <a:pt x="1496" y="419"/>
                      <a:pt x="1496" y="419"/>
                    </a:cubicBezTo>
                    <a:cubicBezTo>
                      <a:pt x="1496" y="419"/>
                      <a:pt x="1496" y="419"/>
                      <a:pt x="1496" y="419"/>
                    </a:cubicBezTo>
                    <a:cubicBezTo>
                      <a:pt x="1493" y="418"/>
                      <a:pt x="1490" y="416"/>
                      <a:pt x="1488" y="415"/>
                    </a:cubicBezTo>
                    <a:cubicBezTo>
                      <a:pt x="1488" y="412"/>
                      <a:pt x="1492" y="406"/>
                      <a:pt x="1488" y="404"/>
                    </a:cubicBezTo>
                    <a:cubicBezTo>
                      <a:pt x="1484" y="401"/>
                      <a:pt x="1482" y="407"/>
                      <a:pt x="1478" y="409"/>
                    </a:cubicBezTo>
                    <a:cubicBezTo>
                      <a:pt x="1474" y="410"/>
                      <a:pt x="1470" y="407"/>
                      <a:pt x="1466" y="407"/>
                    </a:cubicBezTo>
                    <a:cubicBezTo>
                      <a:pt x="1462" y="406"/>
                      <a:pt x="1458" y="406"/>
                      <a:pt x="1455" y="404"/>
                    </a:cubicBezTo>
                    <a:cubicBezTo>
                      <a:pt x="1450" y="402"/>
                      <a:pt x="1448" y="399"/>
                      <a:pt x="1444" y="396"/>
                    </a:cubicBezTo>
                    <a:cubicBezTo>
                      <a:pt x="1440" y="393"/>
                      <a:pt x="1436" y="391"/>
                      <a:pt x="1432" y="388"/>
                    </a:cubicBezTo>
                    <a:cubicBezTo>
                      <a:pt x="1428" y="386"/>
                      <a:pt x="1425" y="384"/>
                      <a:pt x="1422" y="381"/>
                    </a:cubicBezTo>
                    <a:cubicBezTo>
                      <a:pt x="1419" y="378"/>
                      <a:pt x="1416" y="377"/>
                      <a:pt x="1416" y="373"/>
                    </a:cubicBezTo>
                    <a:cubicBezTo>
                      <a:pt x="1414" y="367"/>
                      <a:pt x="1419" y="366"/>
                      <a:pt x="1424" y="365"/>
                    </a:cubicBezTo>
                    <a:cubicBezTo>
                      <a:pt x="1426" y="364"/>
                      <a:pt x="1430" y="363"/>
                      <a:pt x="1432" y="361"/>
                    </a:cubicBezTo>
                    <a:cubicBezTo>
                      <a:pt x="1433" y="359"/>
                      <a:pt x="1433" y="354"/>
                      <a:pt x="1431" y="353"/>
                    </a:cubicBezTo>
                    <a:cubicBezTo>
                      <a:pt x="1430" y="352"/>
                      <a:pt x="1429" y="351"/>
                      <a:pt x="1428" y="350"/>
                    </a:cubicBezTo>
                    <a:cubicBezTo>
                      <a:pt x="1426" y="349"/>
                      <a:pt x="1425" y="347"/>
                      <a:pt x="1423" y="346"/>
                    </a:cubicBezTo>
                    <a:cubicBezTo>
                      <a:pt x="1421" y="344"/>
                      <a:pt x="1418" y="345"/>
                      <a:pt x="1416" y="343"/>
                    </a:cubicBezTo>
                    <a:cubicBezTo>
                      <a:pt x="1414" y="342"/>
                      <a:pt x="1413" y="339"/>
                      <a:pt x="1411" y="337"/>
                    </a:cubicBezTo>
                    <a:cubicBezTo>
                      <a:pt x="1410" y="335"/>
                      <a:pt x="1408" y="333"/>
                      <a:pt x="1408" y="330"/>
                    </a:cubicBezTo>
                    <a:cubicBezTo>
                      <a:pt x="1409" y="329"/>
                      <a:pt x="1410" y="328"/>
                      <a:pt x="1410" y="327"/>
                    </a:cubicBezTo>
                    <a:cubicBezTo>
                      <a:pt x="1410" y="326"/>
                      <a:pt x="1409" y="325"/>
                      <a:pt x="1410" y="324"/>
                    </a:cubicBezTo>
                    <a:cubicBezTo>
                      <a:pt x="1410" y="324"/>
                      <a:pt x="1411" y="324"/>
                      <a:pt x="1411" y="323"/>
                    </a:cubicBezTo>
                    <a:cubicBezTo>
                      <a:pt x="1412" y="322"/>
                      <a:pt x="1413" y="319"/>
                      <a:pt x="1413" y="317"/>
                    </a:cubicBezTo>
                    <a:cubicBezTo>
                      <a:pt x="1414" y="314"/>
                      <a:pt x="1413" y="312"/>
                      <a:pt x="1412" y="309"/>
                    </a:cubicBezTo>
                    <a:cubicBezTo>
                      <a:pt x="1411" y="306"/>
                      <a:pt x="1408" y="304"/>
                      <a:pt x="1406" y="301"/>
                    </a:cubicBezTo>
                    <a:cubicBezTo>
                      <a:pt x="1405" y="300"/>
                      <a:pt x="1405" y="299"/>
                      <a:pt x="1404" y="298"/>
                    </a:cubicBezTo>
                    <a:cubicBezTo>
                      <a:pt x="1404" y="297"/>
                      <a:pt x="1403" y="296"/>
                      <a:pt x="1402" y="295"/>
                    </a:cubicBezTo>
                    <a:cubicBezTo>
                      <a:pt x="1398" y="295"/>
                      <a:pt x="1394" y="298"/>
                      <a:pt x="1391" y="300"/>
                    </a:cubicBezTo>
                    <a:cubicBezTo>
                      <a:pt x="1389" y="301"/>
                      <a:pt x="1387" y="302"/>
                      <a:pt x="1385" y="303"/>
                    </a:cubicBezTo>
                    <a:cubicBezTo>
                      <a:pt x="1382" y="303"/>
                      <a:pt x="1379" y="303"/>
                      <a:pt x="1376" y="303"/>
                    </a:cubicBezTo>
                    <a:cubicBezTo>
                      <a:pt x="1374" y="303"/>
                      <a:pt x="1372" y="304"/>
                      <a:pt x="1370" y="304"/>
                    </a:cubicBezTo>
                    <a:cubicBezTo>
                      <a:pt x="1368" y="304"/>
                      <a:pt x="1365" y="304"/>
                      <a:pt x="1364" y="305"/>
                    </a:cubicBezTo>
                    <a:cubicBezTo>
                      <a:pt x="1362" y="307"/>
                      <a:pt x="1363" y="309"/>
                      <a:pt x="1362" y="311"/>
                    </a:cubicBezTo>
                    <a:cubicBezTo>
                      <a:pt x="1362" y="314"/>
                      <a:pt x="1359" y="312"/>
                      <a:pt x="1358" y="311"/>
                    </a:cubicBezTo>
                    <a:cubicBezTo>
                      <a:pt x="1356" y="306"/>
                      <a:pt x="1357" y="300"/>
                      <a:pt x="1354" y="295"/>
                    </a:cubicBezTo>
                    <a:cubicBezTo>
                      <a:pt x="1353" y="294"/>
                      <a:pt x="1350" y="292"/>
                      <a:pt x="1348" y="291"/>
                    </a:cubicBezTo>
                    <a:cubicBezTo>
                      <a:pt x="1345" y="291"/>
                      <a:pt x="1344" y="293"/>
                      <a:pt x="1341" y="294"/>
                    </a:cubicBezTo>
                    <a:cubicBezTo>
                      <a:pt x="1339" y="294"/>
                      <a:pt x="1337" y="294"/>
                      <a:pt x="1337" y="292"/>
                    </a:cubicBezTo>
                    <a:cubicBezTo>
                      <a:pt x="1337" y="289"/>
                      <a:pt x="1339" y="287"/>
                      <a:pt x="1340" y="285"/>
                    </a:cubicBezTo>
                    <a:cubicBezTo>
                      <a:pt x="1342" y="280"/>
                      <a:pt x="1338" y="278"/>
                      <a:pt x="1334" y="276"/>
                    </a:cubicBezTo>
                    <a:cubicBezTo>
                      <a:pt x="1332" y="276"/>
                      <a:pt x="1331" y="275"/>
                      <a:pt x="1329" y="274"/>
                    </a:cubicBezTo>
                    <a:cubicBezTo>
                      <a:pt x="1328" y="273"/>
                      <a:pt x="1327" y="272"/>
                      <a:pt x="1326" y="271"/>
                    </a:cubicBezTo>
                    <a:cubicBezTo>
                      <a:pt x="1324" y="270"/>
                      <a:pt x="1323" y="271"/>
                      <a:pt x="1321" y="269"/>
                    </a:cubicBezTo>
                    <a:cubicBezTo>
                      <a:pt x="1321" y="268"/>
                      <a:pt x="1320" y="267"/>
                      <a:pt x="1319" y="266"/>
                    </a:cubicBezTo>
                    <a:cubicBezTo>
                      <a:pt x="1318" y="266"/>
                      <a:pt x="1317" y="266"/>
                      <a:pt x="1316" y="266"/>
                    </a:cubicBezTo>
                    <a:cubicBezTo>
                      <a:pt x="1315" y="265"/>
                      <a:pt x="1314" y="264"/>
                      <a:pt x="1313" y="263"/>
                    </a:cubicBezTo>
                    <a:cubicBezTo>
                      <a:pt x="1313" y="262"/>
                      <a:pt x="1311" y="261"/>
                      <a:pt x="1310" y="260"/>
                    </a:cubicBezTo>
                    <a:cubicBezTo>
                      <a:pt x="1308" y="258"/>
                      <a:pt x="1305" y="256"/>
                      <a:pt x="1304" y="254"/>
                    </a:cubicBezTo>
                    <a:cubicBezTo>
                      <a:pt x="1304" y="251"/>
                      <a:pt x="1304" y="247"/>
                      <a:pt x="1305" y="244"/>
                    </a:cubicBezTo>
                    <a:cubicBezTo>
                      <a:pt x="1305" y="241"/>
                      <a:pt x="1306" y="238"/>
                      <a:pt x="1305" y="235"/>
                    </a:cubicBezTo>
                    <a:cubicBezTo>
                      <a:pt x="1304" y="232"/>
                      <a:pt x="1302" y="229"/>
                      <a:pt x="1300" y="227"/>
                    </a:cubicBezTo>
                    <a:cubicBezTo>
                      <a:pt x="1296" y="222"/>
                      <a:pt x="1292" y="218"/>
                      <a:pt x="1286" y="220"/>
                    </a:cubicBezTo>
                    <a:cubicBezTo>
                      <a:pt x="1278" y="223"/>
                      <a:pt x="1273" y="230"/>
                      <a:pt x="1266" y="235"/>
                    </a:cubicBezTo>
                    <a:cubicBezTo>
                      <a:pt x="1264" y="237"/>
                      <a:pt x="1262" y="239"/>
                      <a:pt x="1260" y="236"/>
                    </a:cubicBezTo>
                    <a:cubicBezTo>
                      <a:pt x="1258" y="234"/>
                      <a:pt x="1258" y="231"/>
                      <a:pt x="1255" y="229"/>
                    </a:cubicBezTo>
                    <a:cubicBezTo>
                      <a:pt x="1253" y="228"/>
                      <a:pt x="1249" y="228"/>
                      <a:pt x="1247" y="229"/>
                    </a:cubicBezTo>
                    <a:cubicBezTo>
                      <a:pt x="1244" y="229"/>
                      <a:pt x="1243" y="228"/>
                      <a:pt x="1243" y="225"/>
                    </a:cubicBezTo>
                    <a:cubicBezTo>
                      <a:pt x="1243" y="224"/>
                      <a:pt x="1243" y="220"/>
                      <a:pt x="1241" y="220"/>
                    </a:cubicBezTo>
                    <a:cubicBezTo>
                      <a:pt x="1240" y="220"/>
                      <a:pt x="1239" y="222"/>
                      <a:pt x="1238" y="222"/>
                    </a:cubicBezTo>
                    <a:cubicBezTo>
                      <a:pt x="1236" y="224"/>
                      <a:pt x="1235" y="225"/>
                      <a:pt x="1233" y="226"/>
                    </a:cubicBezTo>
                    <a:cubicBezTo>
                      <a:pt x="1231" y="228"/>
                      <a:pt x="1228" y="229"/>
                      <a:pt x="1225" y="230"/>
                    </a:cubicBezTo>
                    <a:cubicBezTo>
                      <a:pt x="1223" y="230"/>
                      <a:pt x="1221" y="231"/>
                      <a:pt x="1219" y="232"/>
                    </a:cubicBezTo>
                    <a:cubicBezTo>
                      <a:pt x="1217" y="234"/>
                      <a:pt x="1214" y="235"/>
                      <a:pt x="1212" y="236"/>
                    </a:cubicBezTo>
                    <a:cubicBezTo>
                      <a:pt x="1210" y="237"/>
                      <a:pt x="1208" y="237"/>
                      <a:pt x="1206" y="238"/>
                    </a:cubicBezTo>
                    <a:cubicBezTo>
                      <a:pt x="1205" y="240"/>
                      <a:pt x="1204" y="242"/>
                      <a:pt x="1203" y="244"/>
                    </a:cubicBezTo>
                    <a:cubicBezTo>
                      <a:pt x="1201" y="246"/>
                      <a:pt x="1199" y="247"/>
                      <a:pt x="1197" y="247"/>
                    </a:cubicBezTo>
                    <a:cubicBezTo>
                      <a:pt x="1191" y="249"/>
                      <a:pt x="1197" y="257"/>
                      <a:pt x="1195" y="260"/>
                    </a:cubicBezTo>
                    <a:cubicBezTo>
                      <a:pt x="1193" y="262"/>
                      <a:pt x="1191" y="260"/>
                      <a:pt x="1190" y="259"/>
                    </a:cubicBezTo>
                    <a:cubicBezTo>
                      <a:pt x="1188" y="257"/>
                      <a:pt x="1187" y="254"/>
                      <a:pt x="1187" y="251"/>
                    </a:cubicBezTo>
                    <a:cubicBezTo>
                      <a:pt x="1187" y="246"/>
                      <a:pt x="1190" y="240"/>
                      <a:pt x="1193" y="235"/>
                    </a:cubicBezTo>
                    <a:cubicBezTo>
                      <a:pt x="1195" y="232"/>
                      <a:pt x="1197" y="229"/>
                      <a:pt x="1200" y="226"/>
                    </a:cubicBezTo>
                    <a:cubicBezTo>
                      <a:pt x="1202" y="224"/>
                      <a:pt x="1204" y="222"/>
                      <a:pt x="1206" y="223"/>
                    </a:cubicBezTo>
                    <a:cubicBezTo>
                      <a:pt x="1208" y="225"/>
                      <a:pt x="1208" y="228"/>
                      <a:pt x="1211" y="229"/>
                    </a:cubicBezTo>
                    <a:cubicBezTo>
                      <a:pt x="1213" y="230"/>
                      <a:pt x="1216" y="228"/>
                      <a:pt x="1218" y="227"/>
                    </a:cubicBezTo>
                    <a:cubicBezTo>
                      <a:pt x="1221" y="226"/>
                      <a:pt x="1223" y="225"/>
                      <a:pt x="1226" y="224"/>
                    </a:cubicBezTo>
                    <a:cubicBezTo>
                      <a:pt x="1229" y="223"/>
                      <a:pt x="1230" y="221"/>
                      <a:pt x="1232" y="219"/>
                    </a:cubicBezTo>
                    <a:cubicBezTo>
                      <a:pt x="1233" y="217"/>
                      <a:pt x="1235" y="214"/>
                      <a:pt x="1239" y="213"/>
                    </a:cubicBezTo>
                    <a:cubicBezTo>
                      <a:pt x="1242" y="212"/>
                      <a:pt x="1246" y="214"/>
                      <a:pt x="1248" y="216"/>
                    </a:cubicBezTo>
                    <a:cubicBezTo>
                      <a:pt x="1250" y="217"/>
                      <a:pt x="1253" y="219"/>
                      <a:pt x="1255" y="219"/>
                    </a:cubicBezTo>
                    <a:cubicBezTo>
                      <a:pt x="1260" y="220"/>
                      <a:pt x="1265" y="219"/>
                      <a:pt x="1270" y="217"/>
                    </a:cubicBezTo>
                    <a:cubicBezTo>
                      <a:pt x="1271" y="217"/>
                      <a:pt x="1272" y="217"/>
                      <a:pt x="1273" y="215"/>
                    </a:cubicBezTo>
                    <a:cubicBezTo>
                      <a:pt x="1274" y="211"/>
                      <a:pt x="1268" y="211"/>
                      <a:pt x="1265" y="211"/>
                    </a:cubicBezTo>
                    <a:cubicBezTo>
                      <a:pt x="1262" y="211"/>
                      <a:pt x="1259" y="212"/>
                      <a:pt x="1256" y="213"/>
                    </a:cubicBezTo>
                    <a:cubicBezTo>
                      <a:pt x="1254" y="213"/>
                      <a:pt x="1254" y="213"/>
                      <a:pt x="1252" y="213"/>
                    </a:cubicBezTo>
                    <a:cubicBezTo>
                      <a:pt x="1251" y="212"/>
                      <a:pt x="1249" y="212"/>
                      <a:pt x="1248" y="211"/>
                    </a:cubicBezTo>
                    <a:cubicBezTo>
                      <a:pt x="1246" y="211"/>
                      <a:pt x="1245" y="211"/>
                      <a:pt x="1243" y="210"/>
                    </a:cubicBezTo>
                    <a:cubicBezTo>
                      <a:pt x="1241" y="210"/>
                      <a:pt x="1240" y="210"/>
                      <a:pt x="1238" y="211"/>
                    </a:cubicBezTo>
                    <a:cubicBezTo>
                      <a:pt x="1234" y="211"/>
                      <a:pt x="1229" y="212"/>
                      <a:pt x="1226" y="209"/>
                    </a:cubicBezTo>
                    <a:cubicBezTo>
                      <a:pt x="1225" y="208"/>
                      <a:pt x="1223" y="207"/>
                      <a:pt x="1221" y="207"/>
                    </a:cubicBezTo>
                    <a:cubicBezTo>
                      <a:pt x="1220" y="208"/>
                      <a:pt x="1219" y="209"/>
                      <a:pt x="1217" y="208"/>
                    </a:cubicBezTo>
                    <a:cubicBezTo>
                      <a:pt x="1215" y="208"/>
                      <a:pt x="1216" y="206"/>
                      <a:pt x="1215" y="204"/>
                    </a:cubicBezTo>
                    <a:cubicBezTo>
                      <a:pt x="1215" y="202"/>
                      <a:pt x="1213" y="202"/>
                      <a:pt x="1211" y="203"/>
                    </a:cubicBezTo>
                    <a:cubicBezTo>
                      <a:pt x="1209" y="205"/>
                      <a:pt x="1209" y="207"/>
                      <a:pt x="1208" y="209"/>
                    </a:cubicBezTo>
                    <a:cubicBezTo>
                      <a:pt x="1207" y="210"/>
                      <a:pt x="1206" y="210"/>
                      <a:pt x="1206" y="211"/>
                    </a:cubicBezTo>
                    <a:cubicBezTo>
                      <a:pt x="1205" y="212"/>
                      <a:pt x="1204" y="214"/>
                      <a:pt x="1204" y="215"/>
                    </a:cubicBezTo>
                    <a:cubicBezTo>
                      <a:pt x="1196" y="221"/>
                      <a:pt x="1190" y="228"/>
                      <a:pt x="1187" y="237"/>
                    </a:cubicBezTo>
                    <a:cubicBezTo>
                      <a:pt x="1186" y="240"/>
                      <a:pt x="1185" y="242"/>
                      <a:pt x="1183" y="243"/>
                    </a:cubicBezTo>
                    <a:cubicBezTo>
                      <a:pt x="1182" y="245"/>
                      <a:pt x="1179" y="246"/>
                      <a:pt x="1178" y="248"/>
                    </a:cubicBezTo>
                    <a:cubicBezTo>
                      <a:pt x="1176" y="249"/>
                      <a:pt x="1176" y="251"/>
                      <a:pt x="1175" y="253"/>
                    </a:cubicBezTo>
                    <a:cubicBezTo>
                      <a:pt x="1173" y="255"/>
                      <a:pt x="1170" y="255"/>
                      <a:pt x="1167" y="256"/>
                    </a:cubicBezTo>
                    <a:cubicBezTo>
                      <a:pt x="1163" y="257"/>
                      <a:pt x="1158" y="255"/>
                      <a:pt x="1154" y="259"/>
                    </a:cubicBezTo>
                    <a:cubicBezTo>
                      <a:pt x="1153" y="261"/>
                      <a:pt x="1152" y="263"/>
                      <a:pt x="1150" y="265"/>
                    </a:cubicBezTo>
                    <a:cubicBezTo>
                      <a:pt x="1149" y="266"/>
                      <a:pt x="1148" y="267"/>
                      <a:pt x="1146" y="268"/>
                    </a:cubicBezTo>
                    <a:cubicBezTo>
                      <a:pt x="1144" y="270"/>
                      <a:pt x="1143" y="271"/>
                      <a:pt x="1143" y="273"/>
                    </a:cubicBezTo>
                    <a:cubicBezTo>
                      <a:pt x="1143" y="276"/>
                      <a:pt x="1144" y="278"/>
                      <a:pt x="1144" y="280"/>
                    </a:cubicBezTo>
                    <a:cubicBezTo>
                      <a:pt x="1143" y="283"/>
                      <a:pt x="1142" y="286"/>
                      <a:pt x="1142" y="288"/>
                    </a:cubicBezTo>
                    <a:cubicBezTo>
                      <a:pt x="1142" y="290"/>
                      <a:pt x="1142" y="293"/>
                      <a:pt x="1140" y="294"/>
                    </a:cubicBezTo>
                    <a:cubicBezTo>
                      <a:pt x="1138" y="295"/>
                      <a:pt x="1138" y="290"/>
                      <a:pt x="1138" y="289"/>
                    </a:cubicBezTo>
                    <a:cubicBezTo>
                      <a:pt x="1138" y="286"/>
                      <a:pt x="1138" y="284"/>
                      <a:pt x="1137" y="281"/>
                    </a:cubicBezTo>
                    <a:cubicBezTo>
                      <a:pt x="1137" y="279"/>
                      <a:pt x="1138" y="276"/>
                      <a:pt x="1137" y="275"/>
                    </a:cubicBezTo>
                    <a:cubicBezTo>
                      <a:pt x="1135" y="273"/>
                      <a:pt x="1132" y="274"/>
                      <a:pt x="1130" y="274"/>
                    </a:cubicBezTo>
                    <a:cubicBezTo>
                      <a:pt x="1126" y="274"/>
                      <a:pt x="1123" y="274"/>
                      <a:pt x="1119" y="274"/>
                    </a:cubicBezTo>
                    <a:cubicBezTo>
                      <a:pt x="1118" y="274"/>
                      <a:pt x="1117" y="274"/>
                      <a:pt x="1116" y="274"/>
                    </a:cubicBezTo>
                    <a:cubicBezTo>
                      <a:pt x="1115" y="274"/>
                      <a:pt x="1113" y="275"/>
                      <a:pt x="1112" y="275"/>
                    </a:cubicBezTo>
                    <a:cubicBezTo>
                      <a:pt x="1110" y="276"/>
                      <a:pt x="1109" y="278"/>
                      <a:pt x="1108" y="279"/>
                    </a:cubicBezTo>
                    <a:cubicBezTo>
                      <a:pt x="1106" y="280"/>
                      <a:pt x="1104" y="280"/>
                      <a:pt x="1103" y="280"/>
                    </a:cubicBezTo>
                    <a:cubicBezTo>
                      <a:pt x="1099" y="281"/>
                      <a:pt x="1096" y="281"/>
                      <a:pt x="1092" y="281"/>
                    </a:cubicBezTo>
                    <a:cubicBezTo>
                      <a:pt x="1089" y="280"/>
                      <a:pt x="1087" y="279"/>
                      <a:pt x="1084" y="277"/>
                    </a:cubicBezTo>
                    <a:cubicBezTo>
                      <a:pt x="1081" y="276"/>
                      <a:pt x="1078" y="277"/>
                      <a:pt x="1075" y="276"/>
                    </a:cubicBezTo>
                    <a:cubicBezTo>
                      <a:pt x="1072" y="276"/>
                      <a:pt x="1069" y="278"/>
                      <a:pt x="1067" y="279"/>
                    </a:cubicBezTo>
                    <a:cubicBezTo>
                      <a:pt x="1064" y="281"/>
                      <a:pt x="1063" y="283"/>
                      <a:pt x="1060" y="285"/>
                    </a:cubicBezTo>
                    <a:cubicBezTo>
                      <a:pt x="1059" y="286"/>
                      <a:pt x="1057" y="286"/>
                      <a:pt x="1056" y="287"/>
                    </a:cubicBezTo>
                    <a:cubicBezTo>
                      <a:pt x="1055" y="288"/>
                      <a:pt x="1054" y="289"/>
                      <a:pt x="1052" y="289"/>
                    </a:cubicBezTo>
                    <a:cubicBezTo>
                      <a:pt x="1051" y="291"/>
                      <a:pt x="1036" y="298"/>
                      <a:pt x="1039" y="301"/>
                    </a:cubicBezTo>
                    <a:cubicBezTo>
                      <a:pt x="1041" y="303"/>
                      <a:pt x="1046" y="301"/>
                      <a:pt x="1048" y="300"/>
                    </a:cubicBezTo>
                    <a:cubicBezTo>
                      <a:pt x="1049" y="298"/>
                      <a:pt x="1050" y="297"/>
                      <a:pt x="1051" y="296"/>
                    </a:cubicBezTo>
                    <a:cubicBezTo>
                      <a:pt x="1052" y="295"/>
                      <a:pt x="1053" y="294"/>
                      <a:pt x="1054" y="293"/>
                    </a:cubicBezTo>
                    <a:cubicBezTo>
                      <a:pt x="1056" y="292"/>
                      <a:pt x="1057" y="294"/>
                      <a:pt x="1058" y="295"/>
                    </a:cubicBezTo>
                    <a:cubicBezTo>
                      <a:pt x="1058" y="297"/>
                      <a:pt x="1057" y="299"/>
                      <a:pt x="1056" y="300"/>
                    </a:cubicBezTo>
                    <a:cubicBezTo>
                      <a:pt x="1053" y="303"/>
                      <a:pt x="1050" y="304"/>
                      <a:pt x="1047" y="306"/>
                    </a:cubicBezTo>
                    <a:cubicBezTo>
                      <a:pt x="1044" y="308"/>
                      <a:pt x="1043" y="310"/>
                      <a:pt x="1040" y="313"/>
                    </a:cubicBezTo>
                    <a:cubicBezTo>
                      <a:pt x="1038" y="315"/>
                      <a:pt x="1037" y="317"/>
                      <a:pt x="1035" y="320"/>
                    </a:cubicBezTo>
                    <a:cubicBezTo>
                      <a:pt x="1034" y="323"/>
                      <a:pt x="1031" y="325"/>
                      <a:pt x="1030" y="329"/>
                    </a:cubicBezTo>
                    <a:cubicBezTo>
                      <a:pt x="1029" y="331"/>
                      <a:pt x="1030" y="335"/>
                      <a:pt x="1028" y="337"/>
                    </a:cubicBezTo>
                    <a:cubicBezTo>
                      <a:pt x="1025" y="339"/>
                      <a:pt x="1021" y="337"/>
                      <a:pt x="1019" y="335"/>
                    </a:cubicBezTo>
                    <a:cubicBezTo>
                      <a:pt x="1017" y="333"/>
                      <a:pt x="1014" y="333"/>
                      <a:pt x="1011" y="332"/>
                    </a:cubicBezTo>
                    <a:cubicBezTo>
                      <a:pt x="1009" y="330"/>
                      <a:pt x="1007" y="331"/>
                      <a:pt x="1004" y="331"/>
                    </a:cubicBezTo>
                    <a:cubicBezTo>
                      <a:pt x="1002" y="331"/>
                      <a:pt x="999" y="330"/>
                      <a:pt x="997" y="329"/>
                    </a:cubicBezTo>
                    <a:cubicBezTo>
                      <a:pt x="994" y="327"/>
                      <a:pt x="993" y="323"/>
                      <a:pt x="993" y="320"/>
                    </a:cubicBezTo>
                    <a:cubicBezTo>
                      <a:pt x="991" y="315"/>
                      <a:pt x="990" y="309"/>
                      <a:pt x="983" y="309"/>
                    </a:cubicBezTo>
                    <a:cubicBezTo>
                      <a:pt x="980" y="309"/>
                      <a:pt x="978" y="309"/>
                      <a:pt x="975" y="309"/>
                    </a:cubicBezTo>
                    <a:cubicBezTo>
                      <a:pt x="972" y="309"/>
                      <a:pt x="969" y="308"/>
                      <a:pt x="965" y="308"/>
                    </a:cubicBezTo>
                    <a:cubicBezTo>
                      <a:pt x="963" y="309"/>
                      <a:pt x="961" y="310"/>
                      <a:pt x="959" y="311"/>
                    </a:cubicBezTo>
                    <a:cubicBezTo>
                      <a:pt x="956" y="312"/>
                      <a:pt x="953" y="313"/>
                      <a:pt x="951" y="314"/>
                    </a:cubicBezTo>
                    <a:cubicBezTo>
                      <a:pt x="948" y="315"/>
                      <a:pt x="944" y="315"/>
                      <a:pt x="941" y="316"/>
                    </a:cubicBezTo>
                    <a:cubicBezTo>
                      <a:pt x="939" y="318"/>
                      <a:pt x="940" y="321"/>
                      <a:pt x="941" y="323"/>
                    </a:cubicBezTo>
                    <a:cubicBezTo>
                      <a:pt x="942" y="324"/>
                      <a:pt x="945" y="327"/>
                      <a:pt x="944" y="329"/>
                    </a:cubicBezTo>
                    <a:cubicBezTo>
                      <a:pt x="943" y="331"/>
                      <a:pt x="940" y="330"/>
                      <a:pt x="938" y="329"/>
                    </a:cubicBezTo>
                    <a:cubicBezTo>
                      <a:pt x="936" y="329"/>
                      <a:pt x="933" y="328"/>
                      <a:pt x="931" y="329"/>
                    </a:cubicBezTo>
                    <a:cubicBezTo>
                      <a:pt x="928" y="330"/>
                      <a:pt x="925" y="332"/>
                      <a:pt x="923" y="333"/>
                    </a:cubicBezTo>
                    <a:cubicBezTo>
                      <a:pt x="921" y="334"/>
                      <a:pt x="917" y="335"/>
                      <a:pt x="916" y="333"/>
                    </a:cubicBezTo>
                    <a:cubicBezTo>
                      <a:pt x="915" y="331"/>
                      <a:pt x="919" y="330"/>
                      <a:pt x="920" y="329"/>
                    </a:cubicBezTo>
                    <a:cubicBezTo>
                      <a:pt x="924" y="328"/>
                      <a:pt x="930" y="329"/>
                      <a:pt x="933" y="324"/>
                    </a:cubicBezTo>
                    <a:cubicBezTo>
                      <a:pt x="934" y="321"/>
                      <a:pt x="935" y="319"/>
                      <a:pt x="936" y="317"/>
                    </a:cubicBezTo>
                    <a:cubicBezTo>
                      <a:pt x="936" y="315"/>
                      <a:pt x="937" y="313"/>
                      <a:pt x="936" y="312"/>
                    </a:cubicBezTo>
                    <a:cubicBezTo>
                      <a:pt x="934" y="310"/>
                      <a:pt x="931" y="310"/>
                      <a:pt x="929" y="310"/>
                    </a:cubicBezTo>
                    <a:cubicBezTo>
                      <a:pt x="927" y="309"/>
                      <a:pt x="925" y="308"/>
                      <a:pt x="924" y="306"/>
                    </a:cubicBezTo>
                    <a:cubicBezTo>
                      <a:pt x="922" y="304"/>
                      <a:pt x="918" y="300"/>
                      <a:pt x="917" y="296"/>
                    </a:cubicBezTo>
                    <a:cubicBezTo>
                      <a:pt x="916" y="291"/>
                      <a:pt x="919" y="285"/>
                      <a:pt x="924" y="283"/>
                    </a:cubicBezTo>
                    <a:cubicBezTo>
                      <a:pt x="926" y="282"/>
                      <a:pt x="928" y="282"/>
                      <a:pt x="931" y="282"/>
                    </a:cubicBezTo>
                    <a:cubicBezTo>
                      <a:pt x="934" y="282"/>
                      <a:pt x="936" y="282"/>
                      <a:pt x="939" y="281"/>
                    </a:cubicBezTo>
                    <a:cubicBezTo>
                      <a:pt x="944" y="279"/>
                      <a:pt x="948" y="275"/>
                      <a:pt x="952" y="271"/>
                    </a:cubicBezTo>
                    <a:cubicBezTo>
                      <a:pt x="955" y="267"/>
                      <a:pt x="957" y="262"/>
                      <a:pt x="962" y="261"/>
                    </a:cubicBezTo>
                    <a:cubicBezTo>
                      <a:pt x="967" y="260"/>
                      <a:pt x="974" y="262"/>
                      <a:pt x="976" y="256"/>
                    </a:cubicBezTo>
                    <a:cubicBezTo>
                      <a:pt x="976" y="253"/>
                      <a:pt x="975" y="250"/>
                      <a:pt x="974" y="247"/>
                    </a:cubicBezTo>
                    <a:cubicBezTo>
                      <a:pt x="974" y="243"/>
                      <a:pt x="973" y="240"/>
                      <a:pt x="974" y="236"/>
                    </a:cubicBezTo>
                    <a:cubicBezTo>
                      <a:pt x="974" y="233"/>
                      <a:pt x="974" y="230"/>
                      <a:pt x="974" y="227"/>
                    </a:cubicBezTo>
                    <a:cubicBezTo>
                      <a:pt x="975" y="224"/>
                      <a:pt x="974" y="221"/>
                      <a:pt x="975" y="219"/>
                    </a:cubicBezTo>
                    <a:cubicBezTo>
                      <a:pt x="975" y="217"/>
                      <a:pt x="976" y="216"/>
                      <a:pt x="979" y="215"/>
                    </a:cubicBezTo>
                    <a:cubicBezTo>
                      <a:pt x="981" y="215"/>
                      <a:pt x="982" y="215"/>
                      <a:pt x="982" y="212"/>
                    </a:cubicBezTo>
                    <a:cubicBezTo>
                      <a:pt x="982" y="211"/>
                      <a:pt x="981" y="209"/>
                      <a:pt x="980" y="208"/>
                    </a:cubicBezTo>
                    <a:cubicBezTo>
                      <a:pt x="978" y="207"/>
                      <a:pt x="977" y="207"/>
                      <a:pt x="975" y="208"/>
                    </a:cubicBezTo>
                    <a:cubicBezTo>
                      <a:pt x="974" y="209"/>
                      <a:pt x="972" y="209"/>
                      <a:pt x="971" y="210"/>
                    </a:cubicBezTo>
                    <a:cubicBezTo>
                      <a:pt x="970" y="210"/>
                      <a:pt x="970" y="211"/>
                      <a:pt x="970" y="211"/>
                    </a:cubicBezTo>
                    <a:cubicBezTo>
                      <a:pt x="969" y="212"/>
                      <a:pt x="968" y="212"/>
                      <a:pt x="968" y="212"/>
                    </a:cubicBezTo>
                    <a:cubicBezTo>
                      <a:pt x="967" y="213"/>
                      <a:pt x="966" y="217"/>
                      <a:pt x="964" y="216"/>
                    </a:cubicBezTo>
                    <a:cubicBezTo>
                      <a:pt x="961" y="215"/>
                      <a:pt x="963" y="211"/>
                      <a:pt x="962" y="209"/>
                    </a:cubicBezTo>
                    <a:cubicBezTo>
                      <a:pt x="962" y="208"/>
                      <a:pt x="961" y="207"/>
                      <a:pt x="960" y="207"/>
                    </a:cubicBezTo>
                    <a:cubicBezTo>
                      <a:pt x="958" y="207"/>
                      <a:pt x="958" y="209"/>
                      <a:pt x="957" y="209"/>
                    </a:cubicBezTo>
                    <a:cubicBezTo>
                      <a:pt x="956" y="210"/>
                      <a:pt x="953" y="211"/>
                      <a:pt x="952" y="211"/>
                    </a:cubicBezTo>
                    <a:cubicBezTo>
                      <a:pt x="950" y="211"/>
                      <a:pt x="949" y="211"/>
                      <a:pt x="947" y="212"/>
                    </a:cubicBezTo>
                    <a:cubicBezTo>
                      <a:pt x="945" y="213"/>
                      <a:pt x="945" y="215"/>
                      <a:pt x="942" y="215"/>
                    </a:cubicBezTo>
                    <a:cubicBezTo>
                      <a:pt x="939" y="216"/>
                      <a:pt x="938" y="216"/>
                      <a:pt x="935" y="218"/>
                    </a:cubicBezTo>
                    <a:cubicBezTo>
                      <a:pt x="934" y="219"/>
                      <a:pt x="932" y="220"/>
                      <a:pt x="931" y="221"/>
                    </a:cubicBezTo>
                    <a:cubicBezTo>
                      <a:pt x="930" y="221"/>
                      <a:pt x="929" y="222"/>
                      <a:pt x="928" y="222"/>
                    </a:cubicBezTo>
                    <a:cubicBezTo>
                      <a:pt x="927" y="222"/>
                      <a:pt x="926" y="221"/>
                      <a:pt x="925" y="222"/>
                    </a:cubicBezTo>
                    <a:cubicBezTo>
                      <a:pt x="924" y="223"/>
                      <a:pt x="925" y="224"/>
                      <a:pt x="924" y="225"/>
                    </a:cubicBezTo>
                    <a:cubicBezTo>
                      <a:pt x="923" y="226"/>
                      <a:pt x="922" y="225"/>
                      <a:pt x="921" y="224"/>
                    </a:cubicBezTo>
                    <a:cubicBezTo>
                      <a:pt x="919" y="224"/>
                      <a:pt x="917" y="225"/>
                      <a:pt x="916" y="222"/>
                    </a:cubicBezTo>
                    <a:cubicBezTo>
                      <a:pt x="915" y="220"/>
                      <a:pt x="912" y="219"/>
                      <a:pt x="910" y="220"/>
                    </a:cubicBezTo>
                    <a:cubicBezTo>
                      <a:pt x="909" y="220"/>
                      <a:pt x="908" y="220"/>
                      <a:pt x="907" y="221"/>
                    </a:cubicBezTo>
                    <a:cubicBezTo>
                      <a:pt x="906" y="222"/>
                      <a:pt x="905" y="221"/>
                      <a:pt x="904" y="221"/>
                    </a:cubicBezTo>
                    <a:cubicBezTo>
                      <a:pt x="903" y="222"/>
                      <a:pt x="903" y="222"/>
                      <a:pt x="902" y="222"/>
                    </a:cubicBezTo>
                    <a:cubicBezTo>
                      <a:pt x="900" y="222"/>
                      <a:pt x="900" y="221"/>
                      <a:pt x="900" y="220"/>
                    </a:cubicBezTo>
                    <a:cubicBezTo>
                      <a:pt x="901" y="218"/>
                      <a:pt x="901" y="215"/>
                      <a:pt x="901" y="213"/>
                    </a:cubicBezTo>
                    <a:cubicBezTo>
                      <a:pt x="901" y="211"/>
                      <a:pt x="901" y="210"/>
                      <a:pt x="900" y="208"/>
                    </a:cubicBezTo>
                    <a:cubicBezTo>
                      <a:pt x="899" y="207"/>
                      <a:pt x="898" y="205"/>
                      <a:pt x="896" y="206"/>
                    </a:cubicBezTo>
                    <a:cubicBezTo>
                      <a:pt x="893" y="207"/>
                      <a:pt x="891" y="207"/>
                      <a:pt x="888" y="206"/>
                    </a:cubicBezTo>
                    <a:cubicBezTo>
                      <a:pt x="887" y="205"/>
                      <a:pt x="885" y="205"/>
                      <a:pt x="884" y="205"/>
                    </a:cubicBezTo>
                    <a:cubicBezTo>
                      <a:pt x="883" y="204"/>
                      <a:pt x="882" y="203"/>
                      <a:pt x="881" y="203"/>
                    </a:cubicBezTo>
                    <a:cubicBezTo>
                      <a:pt x="879" y="202"/>
                      <a:pt x="877" y="202"/>
                      <a:pt x="876" y="202"/>
                    </a:cubicBezTo>
                    <a:cubicBezTo>
                      <a:pt x="874" y="201"/>
                      <a:pt x="872" y="199"/>
                      <a:pt x="870" y="198"/>
                    </a:cubicBezTo>
                    <a:cubicBezTo>
                      <a:pt x="868" y="197"/>
                      <a:pt x="867" y="196"/>
                      <a:pt x="866" y="195"/>
                    </a:cubicBezTo>
                    <a:cubicBezTo>
                      <a:pt x="865" y="193"/>
                      <a:pt x="864" y="192"/>
                      <a:pt x="862" y="191"/>
                    </a:cubicBezTo>
                    <a:cubicBezTo>
                      <a:pt x="861" y="190"/>
                      <a:pt x="859" y="188"/>
                      <a:pt x="857" y="187"/>
                    </a:cubicBezTo>
                    <a:cubicBezTo>
                      <a:pt x="856" y="187"/>
                      <a:pt x="855" y="187"/>
                      <a:pt x="854" y="187"/>
                    </a:cubicBezTo>
                    <a:cubicBezTo>
                      <a:pt x="852" y="187"/>
                      <a:pt x="849" y="187"/>
                      <a:pt x="847" y="187"/>
                    </a:cubicBezTo>
                    <a:cubicBezTo>
                      <a:pt x="844" y="188"/>
                      <a:pt x="841" y="190"/>
                      <a:pt x="839" y="191"/>
                    </a:cubicBezTo>
                    <a:cubicBezTo>
                      <a:pt x="837" y="193"/>
                      <a:pt x="836" y="193"/>
                      <a:pt x="834" y="194"/>
                    </a:cubicBezTo>
                    <a:cubicBezTo>
                      <a:pt x="833" y="195"/>
                      <a:pt x="832" y="195"/>
                      <a:pt x="831" y="196"/>
                    </a:cubicBezTo>
                    <a:cubicBezTo>
                      <a:pt x="830" y="197"/>
                      <a:pt x="830" y="198"/>
                      <a:pt x="830" y="200"/>
                    </a:cubicBezTo>
                    <a:cubicBezTo>
                      <a:pt x="829" y="202"/>
                      <a:pt x="829" y="204"/>
                      <a:pt x="828" y="206"/>
                    </a:cubicBezTo>
                    <a:cubicBezTo>
                      <a:pt x="827" y="208"/>
                      <a:pt x="827" y="210"/>
                      <a:pt x="825" y="212"/>
                    </a:cubicBezTo>
                    <a:cubicBezTo>
                      <a:pt x="824" y="214"/>
                      <a:pt x="822" y="213"/>
                      <a:pt x="820" y="212"/>
                    </a:cubicBezTo>
                    <a:cubicBezTo>
                      <a:pt x="818" y="210"/>
                      <a:pt x="817" y="208"/>
                      <a:pt x="817" y="205"/>
                    </a:cubicBezTo>
                    <a:cubicBezTo>
                      <a:pt x="817" y="202"/>
                      <a:pt x="819" y="201"/>
                      <a:pt x="821" y="199"/>
                    </a:cubicBezTo>
                    <a:cubicBezTo>
                      <a:pt x="824" y="198"/>
                      <a:pt x="824" y="196"/>
                      <a:pt x="825" y="194"/>
                    </a:cubicBezTo>
                    <a:cubicBezTo>
                      <a:pt x="826" y="191"/>
                      <a:pt x="827" y="189"/>
                      <a:pt x="829" y="187"/>
                    </a:cubicBezTo>
                    <a:cubicBezTo>
                      <a:pt x="830" y="185"/>
                      <a:pt x="831" y="183"/>
                      <a:pt x="831" y="181"/>
                    </a:cubicBezTo>
                    <a:cubicBezTo>
                      <a:pt x="830" y="179"/>
                      <a:pt x="830" y="178"/>
                      <a:pt x="828" y="177"/>
                    </a:cubicBezTo>
                    <a:cubicBezTo>
                      <a:pt x="827" y="176"/>
                      <a:pt x="826" y="175"/>
                      <a:pt x="825" y="174"/>
                    </a:cubicBezTo>
                    <a:cubicBezTo>
                      <a:pt x="823" y="173"/>
                      <a:pt x="820" y="173"/>
                      <a:pt x="818" y="173"/>
                    </a:cubicBezTo>
                    <a:cubicBezTo>
                      <a:pt x="815" y="173"/>
                      <a:pt x="812" y="173"/>
                      <a:pt x="808" y="173"/>
                    </a:cubicBezTo>
                    <a:cubicBezTo>
                      <a:pt x="805" y="173"/>
                      <a:pt x="803" y="173"/>
                      <a:pt x="800" y="173"/>
                    </a:cubicBezTo>
                    <a:cubicBezTo>
                      <a:pt x="798" y="174"/>
                      <a:pt x="797" y="173"/>
                      <a:pt x="796" y="173"/>
                    </a:cubicBezTo>
                    <a:cubicBezTo>
                      <a:pt x="795" y="173"/>
                      <a:pt x="794" y="173"/>
                      <a:pt x="794" y="174"/>
                    </a:cubicBezTo>
                    <a:cubicBezTo>
                      <a:pt x="794" y="174"/>
                      <a:pt x="793" y="174"/>
                      <a:pt x="793" y="174"/>
                    </a:cubicBezTo>
                    <a:cubicBezTo>
                      <a:pt x="793" y="174"/>
                      <a:pt x="793" y="174"/>
                      <a:pt x="793" y="174"/>
                    </a:cubicBezTo>
                    <a:cubicBezTo>
                      <a:pt x="793" y="174"/>
                      <a:pt x="793" y="174"/>
                      <a:pt x="793" y="174"/>
                    </a:cubicBezTo>
                    <a:cubicBezTo>
                      <a:pt x="793" y="174"/>
                      <a:pt x="793" y="174"/>
                      <a:pt x="793" y="174"/>
                    </a:cubicBezTo>
                    <a:cubicBezTo>
                      <a:pt x="790" y="175"/>
                      <a:pt x="783" y="178"/>
                      <a:pt x="782" y="174"/>
                    </a:cubicBezTo>
                    <a:cubicBezTo>
                      <a:pt x="781" y="172"/>
                      <a:pt x="785" y="170"/>
                      <a:pt x="787" y="169"/>
                    </a:cubicBezTo>
                    <a:cubicBezTo>
                      <a:pt x="790" y="167"/>
                      <a:pt x="793" y="166"/>
                      <a:pt x="795" y="164"/>
                    </a:cubicBezTo>
                    <a:cubicBezTo>
                      <a:pt x="798" y="162"/>
                      <a:pt x="801" y="160"/>
                      <a:pt x="804" y="159"/>
                    </a:cubicBezTo>
                    <a:cubicBezTo>
                      <a:pt x="806" y="158"/>
                      <a:pt x="808" y="157"/>
                      <a:pt x="810" y="155"/>
                    </a:cubicBezTo>
                    <a:cubicBezTo>
                      <a:pt x="812" y="152"/>
                      <a:pt x="813" y="149"/>
                      <a:pt x="814" y="146"/>
                    </a:cubicBezTo>
                    <a:cubicBezTo>
                      <a:pt x="815" y="142"/>
                      <a:pt x="814" y="138"/>
                      <a:pt x="814" y="134"/>
                    </a:cubicBezTo>
                    <a:cubicBezTo>
                      <a:pt x="814" y="130"/>
                      <a:pt x="814" y="125"/>
                      <a:pt x="813" y="122"/>
                    </a:cubicBezTo>
                    <a:cubicBezTo>
                      <a:pt x="812" y="119"/>
                      <a:pt x="810" y="119"/>
                      <a:pt x="807" y="119"/>
                    </a:cubicBezTo>
                    <a:cubicBezTo>
                      <a:pt x="804" y="120"/>
                      <a:pt x="802" y="122"/>
                      <a:pt x="800" y="125"/>
                    </a:cubicBezTo>
                    <a:cubicBezTo>
                      <a:pt x="797" y="129"/>
                      <a:pt x="795" y="132"/>
                      <a:pt x="792" y="135"/>
                    </a:cubicBezTo>
                    <a:cubicBezTo>
                      <a:pt x="789" y="137"/>
                      <a:pt x="785" y="139"/>
                      <a:pt x="783" y="141"/>
                    </a:cubicBezTo>
                    <a:cubicBezTo>
                      <a:pt x="779" y="144"/>
                      <a:pt x="776" y="147"/>
                      <a:pt x="773" y="149"/>
                    </a:cubicBezTo>
                    <a:cubicBezTo>
                      <a:pt x="769" y="151"/>
                      <a:pt x="765" y="152"/>
                      <a:pt x="762" y="155"/>
                    </a:cubicBezTo>
                    <a:cubicBezTo>
                      <a:pt x="759" y="157"/>
                      <a:pt x="757" y="161"/>
                      <a:pt x="754" y="163"/>
                    </a:cubicBezTo>
                    <a:cubicBezTo>
                      <a:pt x="751" y="165"/>
                      <a:pt x="750" y="165"/>
                      <a:pt x="748" y="163"/>
                    </a:cubicBezTo>
                    <a:cubicBezTo>
                      <a:pt x="746" y="161"/>
                      <a:pt x="743" y="160"/>
                      <a:pt x="741" y="159"/>
                    </a:cubicBezTo>
                    <a:cubicBezTo>
                      <a:pt x="739" y="157"/>
                      <a:pt x="740" y="155"/>
                      <a:pt x="743" y="154"/>
                    </a:cubicBezTo>
                    <a:cubicBezTo>
                      <a:pt x="748" y="152"/>
                      <a:pt x="754" y="154"/>
                      <a:pt x="760" y="151"/>
                    </a:cubicBezTo>
                    <a:cubicBezTo>
                      <a:pt x="763" y="150"/>
                      <a:pt x="766" y="148"/>
                      <a:pt x="768" y="146"/>
                    </a:cubicBezTo>
                    <a:cubicBezTo>
                      <a:pt x="770" y="144"/>
                      <a:pt x="772" y="142"/>
                      <a:pt x="774" y="140"/>
                    </a:cubicBezTo>
                    <a:cubicBezTo>
                      <a:pt x="778" y="135"/>
                      <a:pt x="784" y="133"/>
                      <a:pt x="789" y="130"/>
                    </a:cubicBezTo>
                    <a:cubicBezTo>
                      <a:pt x="791" y="129"/>
                      <a:pt x="793" y="127"/>
                      <a:pt x="794" y="125"/>
                    </a:cubicBezTo>
                    <a:cubicBezTo>
                      <a:pt x="795" y="123"/>
                      <a:pt x="795" y="121"/>
                      <a:pt x="797" y="119"/>
                    </a:cubicBezTo>
                    <a:cubicBezTo>
                      <a:pt x="798" y="117"/>
                      <a:pt x="801" y="115"/>
                      <a:pt x="804" y="115"/>
                    </a:cubicBezTo>
                    <a:cubicBezTo>
                      <a:pt x="806" y="114"/>
                      <a:pt x="808" y="114"/>
                      <a:pt x="810" y="112"/>
                    </a:cubicBezTo>
                    <a:cubicBezTo>
                      <a:pt x="811" y="109"/>
                      <a:pt x="811" y="105"/>
                      <a:pt x="811" y="103"/>
                    </a:cubicBezTo>
                    <a:cubicBezTo>
                      <a:pt x="809" y="102"/>
                      <a:pt x="808" y="101"/>
                      <a:pt x="806" y="99"/>
                    </a:cubicBezTo>
                    <a:cubicBezTo>
                      <a:pt x="805" y="98"/>
                      <a:pt x="805" y="96"/>
                      <a:pt x="804" y="94"/>
                    </a:cubicBezTo>
                    <a:cubicBezTo>
                      <a:pt x="803" y="91"/>
                      <a:pt x="801" y="88"/>
                      <a:pt x="798" y="87"/>
                    </a:cubicBezTo>
                    <a:cubicBezTo>
                      <a:pt x="795" y="87"/>
                      <a:pt x="793" y="88"/>
                      <a:pt x="791" y="91"/>
                    </a:cubicBezTo>
                    <a:cubicBezTo>
                      <a:pt x="789" y="93"/>
                      <a:pt x="787" y="94"/>
                      <a:pt x="784" y="93"/>
                    </a:cubicBezTo>
                    <a:cubicBezTo>
                      <a:pt x="782" y="92"/>
                      <a:pt x="779" y="90"/>
                      <a:pt x="778" y="87"/>
                    </a:cubicBezTo>
                    <a:cubicBezTo>
                      <a:pt x="777" y="85"/>
                      <a:pt x="777" y="83"/>
                      <a:pt x="775" y="82"/>
                    </a:cubicBezTo>
                    <a:cubicBezTo>
                      <a:pt x="773" y="80"/>
                      <a:pt x="769" y="81"/>
                      <a:pt x="766" y="81"/>
                    </a:cubicBezTo>
                    <a:cubicBezTo>
                      <a:pt x="760" y="81"/>
                      <a:pt x="754" y="78"/>
                      <a:pt x="751" y="72"/>
                    </a:cubicBezTo>
                    <a:cubicBezTo>
                      <a:pt x="749" y="69"/>
                      <a:pt x="746" y="63"/>
                      <a:pt x="741" y="67"/>
                    </a:cubicBezTo>
                    <a:cubicBezTo>
                      <a:pt x="739" y="68"/>
                      <a:pt x="738" y="71"/>
                      <a:pt x="735" y="72"/>
                    </a:cubicBezTo>
                    <a:cubicBezTo>
                      <a:pt x="734" y="72"/>
                      <a:pt x="732" y="71"/>
                      <a:pt x="730" y="72"/>
                    </a:cubicBezTo>
                    <a:cubicBezTo>
                      <a:pt x="729" y="72"/>
                      <a:pt x="728" y="73"/>
                      <a:pt x="727" y="75"/>
                    </a:cubicBezTo>
                    <a:cubicBezTo>
                      <a:pt x="726" y="77"/>
                      <a:pt x="724" y="78"/>
                      <a:pt x="721" y="78"/>
                    </a:cubicBezTo>
                    <a:cubicBezTo>
                      <a:pt x="720" y="76"/>
                      <a:pt x="720" y="73"/>
                      <a:pt x="721" y="71"/>
                    </a:cubicBezTo>
                    <a:cubicBezTo>
                      <a:pt x="721" y="71"/>
                      <a:pt x="722" y="70"/>
                      <a:pt x="722" y="70"/>
                    </a:cubicBezTo>
                    <a:cubicBezTo>
                      <a:pt x="696" y="68"/>
                      <a:pt x="696" y="68"/>
                      <a:pt x="696" y="68"/>
                    </a:cubicBezTo>
                    <a:cubicBezTo>
                      <a:pt x="691" y="58"/>
                      <a:pt x="691" y="58"/>
                      <a:pt x="691" y="58"/>
                    </a:cubicBezTo>
                    <a:cubicBezTo>
                      <a:pt x="655" y="56"/>
                      <a:pt x="655" y="56"/>
                      <a:pt x="655" y="56"/>
                    </a:cubicBezTo>
                    <a:cubicBezTo>
                      <a:pt x="624" y="43"/>
                      <a:pt x="624" y="43"/>
                      <a:pt x="624" y="43"/>
                    </a:cubicBezTo>
                    <a:cubicBezTo>
                      <a:pt x="606" y="51"/>
                      <a:pt x="606" y="51"/>
                      <a:pt x="606" y="51"/>
                    </a:cubicBezTo>
                    <a:cubicBezTo>
                      <a:pt x="592" y="46"/>
                      <a:pt x="592" y="46"/>
                      <a:pt x="592" y="46"/>
                    </a:cubicBezTo>
                    <a:cubicBezTo>
                      <a:pt x="589" y="47"/>
                      <a:pt x="586" y="47"/>
                      <a:pt x="582" y="47"/>
                    </a:cubicBezTo>
                    <a:cubicBezTo>
                      <a:pt x="577" y="47"/>
                      <a:pt x="572" y="47"/>
                      <a:pt x="567" y="46"/>
                    </a:cubicBezTo>
                    <a:cubicBezTo>
                      <a:pt x="563" y="44"/>
                      <a:pt x="559" y="41"/>
                      <a:pt x="557" y="37"/>
                    </a:cubicBezTo>
                    <a:cubicBezTo>
                      <a:pt x="555" y="33"/>
                      <a:pt x="555" y="28"/>
                      <a:pt x="556" y="24"/>
                    </a:cubicBezTo>
                    <a:cubicBezTo>
                      <a:pt x="556" y="21"/>
                      <a:pt x="557" y="19"/>
                      <a:pt x="558" y="17"/>
                    </a:cubicBezTo>
                    <a:cubicBezTo>
                      <a:pt x="560" y="16"/>
                      <a:pt x="562" y="14"/>
                      <a:pt x="564" y="13"/>
                    </a:cubicBezTo>
                    <a:cubicBezTo>
                      <a:pt x="567" y="11"/>
                      <a:pt x="573" y="3"/>
                      <a:pt x="567" y="1"/>
                    </a:cubicBezTo>
                    <a:cubicBezTo>
                      <a:pt x="561" y="0"/>
                      <a:pt x="556" y="7"/>
                      <a:pt x="553" y="11"/>
                    </a:cubicBezTo>
                    <a:cubicBezTo>
                      <a:pt x="549" y="15"/>
                      <a:pt x="546" y="20"/>
                      <a:pt x="545" y="25"/>
                    </a:cubicBezTo>
                    <a:cubicBezTo>
                      <a:pt x="542" y="32"/>
                      <a:pt x="542" y="39"/>
                      <a:pt x="540" y="45"/>
                    </a:cubicBezTo>
                    <a:cubicBezTo>
                      <a:pt x="539" y="52"/>
                      <a:pt x="536" y="57"/>
                      <a:pt x="535" y="64"/>
                    </a:cubicBezTo>
                    <a:cubicBezTo>
                      <a:pt x="535" y="66"/>
                      <a:pt x="534" y="69"/>
                      <a:pt x="535" y="71"/>
                    </a:cubicBezTo>
                    <a:cubicBezTo>
                      <a:pt x="537" y="73"/>
                      <a:pt x="539" y="70"/>
                      <a:pt x="539" y="69"/>
                    </a:cubicBezTo>
                    <a:cubicBezTo>
                      <a:pt x="541" y="65"/>
                      <a:pt x="542" y="60"/>
                      <a:pt x="543" y="55"/>
                    </a:cubicBezTo>
                    <a:cubicBezTo>
                      <a:pt x="543" y="53"/>
                      <a:pt x="544" y="50"/>
                      <a:pt x="544" y="48"/>
                    </a:cubicBezTo>
                    <a:cubicBezTo>
                      <a:pt x="544" y="46"/>
                      <a:pt x="545" y="45"/>
                      <a:pt x="546" y="44"/>
                    </a:cubicBezTo>
                    <a:cubicBezTo>
                      <a:pt x="548" y="42"/>
                      <a:pt x="550" y="45"/>
                      <a:pt x="552" y="46"/>
                    </a:cubicBezTo>
                    <a:cubicBezTo>
                      <a:pt x="554" y="48"/>
                      <a:pt x="557" y="51"/>
                      <a:pt x="560" y="52"/>
                    </a:cubicBezTo>
                    <a:cubicBezTo>
                      <a:pt x="561" y="52"/>
                      <a:pt x="562" y="53"/>
                      <a:pt x="563" y="53"/>
                    </a:cubicBezTo>
                    <a:cubicBezTo>
                      <a:pt x="564" y="53"/>
                      <a:pt x="564" y="52"/>
                      <a:pt x="565" y="52"/>
                    </a:cubicBezTo>
                    <a:cubicBezTo>
                      <a:pt x="566" y="51"/>
                      <a:pt x="568" y="50"/>
                      <a:pt x="570" y="50"/>
                    </a:cubicBezTo>
                    <a:cubicBezTo>
                      <a:pt x="571" y="50"/>
                      <a:pt x="572" y="50"/>
                      <a:pt x="573" y="50"/>
                    </a:cubicBezTo>
                    <a:cubicBezTo>
                      <a:pt x="574" y="50"/>
                      <a:pt x="576" y="50"/>
                      <a:pt x="577" y="50"/>
                    </a:cubicBezTo>
                    <a:cubicBezTo>
                      <a:pt x="578" y="50"/>
                      <a:pt x="579" y="50"/>
                      <a:pt x="581" y="50"/>
                    </a:cubicBezTo>
                    <a:cubicBezTo>
                      <a:pt x="582" y="50"/>
                      <a:pt x="583" y="50"/>
                      <a:pt x="584" y="50"/>
                    </a:cubicBezTo>
                    <a:cubicBezTo>
                      <a:pt x="585" y="50"/>
                      <a:pt x="586" y="50"/>
                      <a:pt x="587" y="50"/>
                    </a:cubicBezTo>
                    <a:cubicBezTo>
                      <a:pt x="589" y="49"/>
                      <a:pt x="591" y="49"/>
                      <a:pt x="592" y="51"/>
                    </a:cubicBezTo>
                    <a:cubicBezTo>
                      <a:pt x="594" y="54"/>
                      <a:pt x="593" y="58"/>
                      <a:pt x="592" y="61"/>
                    </a:cubicBezTo>
                    <a:cubicBezTo>
                      <a:pt x="591" y="65"/>
                      <a:pt x="593" y="67"/>
                      <a:pt x="595" y="70"/>
                    </a:cubicBezTo>
                    <a:cubicBezTo>
                      <a:pt x="598" y="72"/>
                      <a:pt x="599" y="76"/>
                      <a:pt x="600" y="79"/>
                    </a:cubicBezTo>
                    <a:cubicBezTo>
                      <a:pt x="602" y="82"/>
                      <a:pt x="603" y="84"/>
                      <a:pt x="604" y="87"/>
                    </a:cubicBezTo>
                    <a:cubicBezTo>
                      <a:pt x="605" y="90"/>
                      <a:pt x="605" y="93"/>
                      <a:pt x="604" y="95"/>
                    </a:cubicBezTo>
                    <a:cubicBezTo>
                      <a:pt x="603" y="97"/>
                      <a:pt x="601" y="98"/>
                      <a:pt x="599" y="100"/>
                    </a:cubicBezTo>
                    <a:cubicBezTo>
                      <a:pt x="598" y="100"/>
                      <a:pt x="597" y="101"/>
                      <a:pt x="596" y="101"/>
                    </a:cubicBezTo>
                    <a:cubicBezTo>
                      <a:pt x="595" y="102"/>
                      <a:pt x="595" y="103"/>
                      <a:pt x="594" y="103"/>
                    </a:cubicBezTo>
                    <a:cubicBezTo>
                      <a:pt x="593" y="104"/>
                      <a:pt x="592" y="105"/>
                      <a:pt x="591" y="106"/>
                    </a:cubicBezTo>
                    <a:cubicBezTo>
                      <a:pt x="589" y="106"/>
                      <a:pt x="588" y="106"/>
                      <a:pt x="587" y="107"/>
                    </a:cubicBezTo>
                    <a:cubicBezTo>
                      <a:pt x="585" y="107"/>
                      <a:pt x="584" y="109"/>
                      <a:pt x="582" y="109"/>
                    </a:cubicBezTo>
                    <a:cubicBezTo>
                      <a:pt x="581" y="109"/>
                      <a:pt x="580" y="110"/>
                      <a:pt x="579" y="110"/>
                    </a:cubicBezTo>
                    <a:cubicBezTo>
                      <a:pt x="578" y="111"/>
                      <a:pt x="576" y="111"/>
                      <a:pt x="574" y="112"/>
                    </a:cubicBezTo>
                    <a:cubicBezTo>
                      <a:pt x="573" y="113"/>
                      <a:pt x="572" y="113"/>
                      <a:pt x="573" y="114"/>
                    </a:cubicBezTo>
                    <a:cubicBezTo>
                      <a:pt x="575" y="117"/>
                      <a:pt x="579" y="115"/>
                      <a:pt x="582" y="114"/>
                    </a:cubicBezTo>
                    <a:cubicBezTo>
                      <a:pt x="585" y="113"/>
                      <a:pt x="588" y="112"/>
                      <a:pt x="591" y="111"/>
                    </a:cubicBezTo>
                    <a:cubicBezTo>
                      <a:pt x="593" y="110"/>
                      <a:pt x="594" y="110"/>
                      <a:pt x="596" y="110"/>
                    </a:cubicBezTo>
                    <a:cubicBezTo>
                      <a:pt x="598" y="109"/>
                      <a:pt x="600" y="108"/>
                      <a:pt x="601" y="107"/>
                    </a:cubicBezTo>
                    <a:cubicBezTo>
                      <a:pt x="604" y="105"/>
                      <a:pt x="607" y="104"/>
                      <a:pt x="608" y="102"/>
                    </a:cubicBezTo>
                    <a:cubicBezTo>
                      <a:pt x="609" y="100"/>
                      <a:pt x="609" y="97"/>
                      <a:pt x="611" y="98"/>
                    </a:cubicBezTo>
                    <a:cubicBezTo>
                      <a:pt x="614" y="98"/>
                      <a:pt x="613" y="102"/>
                      <a:pt x="613" y="104"/>
                    </a:cubicBezTo>
                    <a:cubicBezTo>
                      <a:pt x="613" y="105"/>
                      <a:pt x="614" y="106"/>
                      <a:pt x="615" y="107"/>
                    </a:cubicBezTo>
                    <a:cubicBezTo>
                      <a:pt x="617" y="109"/>
                      <a:pt x="618" y="110"/>
                      <a:pt x="620" y="111"/>
                    </a:cubicBezTo>
                    <a:cubicBezTo>
                      <a:pt x="620" y="111"/>
                      <a:pt x="622" y="112"/>
                      <a:pt x="622" y="112"/>
                    </a:cubicBezTo>
                    <a:cubicBezTo>
                      <a:pt x="623" y="113"/>
                      <a:pt x="622" y="114"/>
                      <a:pt x="622" y="115"/>
                    </a:cubicBezTo>
                    <a:cubicBezTo>
                      <a:pt x="621" y="117"/>
                      <a:pt x="618" y="118"/>
                      <a:pt x="616" y="120"/>
                    </a:cubicBezTo>
                    <a:cubicBezTo>
                      <a:pt x="615" y="122"/>
                      <a:pt x="617" y="124"/>
                      <a:pt x="618" y="125"/>
                    </a:cubicBezTo>
                    <a:cubicBezTo>
                      <a:pt x="621" y="126"/>
                      <a:pt x="624" y="125"/>
                      <a:pt x="626" y="125"/>
                    </a:cubicBezTo>
                    <a:cubicBezTo>
                      <a:pt x="628" y="126"/>
                      <a:pt x="632" y="125"/>
                      <a:pt x="632" y="128"/>
                    </a:cubicBezTo>
                    <a:cubicBezTo>
                      <a:pt x="632" y="129"/>
                      <a:pt x="632" y="131"/>
                      <a:pt x="631" y="132"/>
                    </a:cubicBezTo>
                    <a:cubicBezTo>
                      <a:pt x="630" y="134"/>
                      <a:pt x="628" y="134"/>
                      <a:pt x="627" y="134"/>
                    </a:cubicBezTo>
                    <a:cubicBezTo>
                      <a:pt x="624" y="135"/>
                      <a:pt x="622" y="135"/>
                      <a:pt x="619" y="135"/>
                    </a:cubicBezTo>
                    <a:cubicBezTo>
                      <a:pt x="618" y="136"/>
                      <a:pt x="613" y="136"/>
                      <a:pt x="613" y="138"/>
                    </a:cubicBezTo>
                    <a:cubicBezTo>
                      <a:pt x="613" y="139"/>
                      <a:pt x="617" y="139"/>
                      <a:pt x="618" y="139"/>
                    </a:cubicBezTo>
                    <a:cubicBezTo>
                      <a:pt x="620" y="139"/>
                      <a:pt x="622" y="139"/>
                      <a:pt x="624" y="138"/>
                    </a:cubicBezTo>
                    <a:cubicBezTo>
                      <a:pt x="626" y="138"/>
                      <a:pt x="628" y="138"/>
                      <a:pt x="630" y="139"/>
                    </a:cubicBezTo>
                    <a:cubicBezTo>
                      <a:pt x="631" y="139"/>
                      <a:pt x="633" y="140"/>
                      <a:pt x="635" y="141"/>
                    </a:cubicBezTo>
                    <a:cubicBezTo>
                      <a:pt x="637" y="143"/>
                      <a:pt x="640" y="144"/>
                      <a:pt x="639" y="147"/>
                    </a:cubicBezTo>
                    <a:cubicBezTo>
                      <a:pt x="638" y="149"/>
                      <a:pt x="637" y="150"/>
                      <a:pt x="635" y="149"/>
                    </a:cubicBezTo>
                    <a:cubicBezTo>
                      <a:pt x="634" y="147"/>
                      <a:pt x="633" y="146"/>
                      <a:pt x="631" y="145"/>
                    </a:cubicBezTo>
                    <a:cubicBezTo>
                      <a:pt x="629" y="144"/>
                      <a:pt x="626" y="145"/>
                      <a:pt x="623" y="146"/>
                    </a:cubicBezTo>
                    <a:cubicBezTo>
                      <a:pt x="622" y="146"/>
                      <a:pt x="621" y="147"/>
                      <a:pt x="620" y="147"/>
                    </a:cubicBezTo>
                    <a:cubicBezTo>
                      <a:pt x="619" y="147"/>
                      <a:pt x="619" y="146"/>
                      <a:pt x="618" y="147"/>
                    </a:cubicBezTo>
                    <a:cubicBezTo>
                      <a:pt x="617" y="147"/>
                      <a:pt x="616" y="148"/>
                      <a:pt x="615" y="149"/>
                    </a:cubicBezTo>
                    <a:cubicBezTo>
                      <a:pt x="613" y="150"/>
                      <a:pt x="612" y="151"/>
                      <a:pt x="612" y="153"/>
                    </a:cubicBezTo>
                    <a:cubicBezTo>
                      <a:pt x="612" y="156"/>
                      <a:pt x="614" y="159"/>
                      <a:pt x="616" y="160"/>
                    </a:cubicBezTo>
                    <a:cubicBezTo>
                      <a:pt x="620" y="162"/>
                      <a:pt x="624" y="162"/>
                      <a:pt x="627" y="162"/>
                    </a:cubicBezTo>
                    <a:cubicBezTo>
                      <a:pt x="629" y="161"/>
                      <a:pt x="631" y="160"/>
                      <a:pt x="632" y="159"/>
                    </a:cubicBezTo>
                    <a:cubicBezTo>
                      <a:pt x="633" y="158"/>
                      <a:pt x="633" y="156"/>
                      <a:pt x="635" y="154"/>
                    </a:cubicBezTo>
                    <a:cubicBezTo>
                      <a:pt x="635" y="153"/>
                      <a:pt x="637" y="154"/>
                      <a:pt x="638" y="154"/>
                    </a:cubicBezTo>
                    <a:cubicBezTo>
                      <a:pt x="639" y="153"/>
                      <a:pt x="641" y="153"/>
                      <a:pt x="642" y="153"/>
                    </a:cubicBezTo>
                    <a:cubicBezTo>
                      <a:pt x="644" y="153"/>
                      <a:pt x="645" y="156"/>
                      <a:pt x="645" y="158"/>
                    </a:cubicBezTo>
                    <a:cubicBezTo>
                      <a:pt x="645" y="160"/>
                      <a:pt x="646" y="163"/>
                      <a:pt x="645" y="165"/>
                    </a:cubicBezTo>
                    <a:cubicBezTo>
                      <a:pt x="644" y="167"/>
                      <a:pt x="642" y="167"/>
                      <a:pt x="640" y="167"/>
                    </a:cubicBezTo>
                    <a:cubicBezTo>
                      <a:pt x="638" y="167"/>
                      <a:pt x="635" y="167"/>
                      <a:pt x="633" y="167"/>
                    </a:cubicBezTo>
                    <a:cubicBezTo>
                      <a:pt x="631" y="168"/>
                      <a:pt x="630" y="169"/>
                      <a:pt x="628" y="170"/>
                    </a:cubicBezTo>
                    <a:cubicBezTo>
                      <a:pt x="625" y="171"/>
                      <a:pt x="622" y="171"/>
                      <a:pt x="619" y="171"/>
                    </a:cubicBezTo>
                    <a:cubicBezTo>
                      <a:pt x="611" y="171"/>
                      <a:pt x="602" y="171"/>
                      <a:pt x="594" y="172"/>
                    </a:cubicBezTo>
                    <a:cubicBezTo>
                      <a:pt x="592" y="172"/>
                      <a:pt x="590" y="173"/>
                      <a:pt x="589" y="173"/>
                    </a:cubicBezTo>
                    <a:cubicBezTo>
                      <a:pt x="587" y="173"/>
                      <a:pt x="585" y="172"/>
                      <a:pt x="583" y="173"/>
                    </a:cubicBezTo>
                    <a:cubicBezTo>
                      <a:pt x="582" y="173"/>
                      <a:pt x="580" y="174"/>
                      <a:pt x="580" y="175"/>
                    </a:cubicBezTo>
                    <a:cubicBezTo>
                      <a:pt x="580" y="177"/>
                      <a:pt x="582" y="178"/>
                      <a:pt x="584" y="178"/>
                    </a:cubicBezTo>
                    <a:cubicBezTo>
                      <a:pt x="586" y="179"/>
                      <a:pt x="589" y="179"/>
                      <a:pt x="591" y="180"/>
                    </a:cubicBezTo>
                    <a:cubicBezTo>
                      <a:pt x="593" y="181"/>
                      <a:pt x="592" y="183"/>
                      <a:pt x="590" y="183"/>
                    </a:cubicBezTo>
                    <a:cubicBezTo>
                      <a:pt x="586" y="185"/>
                      <a:pt x="580" y="183"/>
                      <a:pt x="575" y="184"/>
                    </a:cubicBezTo>
                    <a:cubicBezTo>
                      <a:pt x="573" y="184"/>
                      <a:pt x="569" y="185"/>
                      <a:pt x="570" y="188"/>
                    </a:cubicBezTo>
                    <a:cubicBezTo>
                      <a:pt x="571" y="189"/>
                      <a:pt x="572" y="190"/>
                      <a:pt x="574" y="191"/>
                    </a:cubicBezTo>
                    <a:cubicBezTo>
                      <a:pt x="575" y="191"/>
                      <a:pt x="576" y="192"/>
                      <a:pt x="576" y="194"/>
                    </a:cubicBezTo>
                    <a:cubicBezTo>
                      <a:pt x="579" y="197"/>
                      <a:pt x="582" y="200"/>
                      <a:pt x="587" y="201"/>
                    </a:cubicBezTo>
                    <a:cubicBezTo>
                      <a:pt x="590" y="201"/>
                      <a:pt x="593" y="202"/>
                      <a:pt x="597" y="202"/>
                    </a:cubicBezTo>
                    <a:cubicBezTo>
                      <a:pt x="600" y="202"/>
                      <a:pt x="603" y="202"/>
                      <a:pt x="606" y="202"/>
                    </a:cubicBezTo>
                    <a:cubicBezTo>
                      <a:pt x="610" y="202"/>
                      <a:pt x="614" y="201"/>
                      <a:pt x="618" y="201"/>
                    </a:cubicBezTo>
                    <a:cubicBezTo>
                      <a:pt x="621" y="201"/>
                      <a:pt x="624" y="201"/>
                      <a:pt x="626" y="198"/>
                    </a:cubicBezTo>
                    <a:cubicBezTo>
                      <a:pt x="628" y="196"/>
                      <a:pt x="629" y="193"/>
                      <a:pt x="631" y="190"/>
                    </a:cubicBezTo>
                    <a:cubicBezTo>
                      <a:pt x="631" y="190"/>
                      <a:pt x="634" y="185"/>
                      <a:pt x="635" y="187"/>
                    </a:cubicBezTo>
                    <a:cubicBezTo>
                      <a:pt x="636" y="188"/>
                      <a:pt x="635" y="190"/>
                      <a:pt x="635" y="191"/>
                    </a:cubicBezTo>
                    <a:cubicBezTo>
                      <a:pt x="634" y="192"/>
                      <a:pt x="633" y="194"/>
                      <a:pt x="633" y="196"/>
                    </a:cubicBezTo>
                    <a:cubicBezTo>
                      <a:pt x="632" y="197"/>
                      <a:pt x="631" y="198"/>
                      <a:pt x="630" y="200"/>
                    </a:cubicBezTo>
                    <a:cubicBezTo>
                      <a:pt x="630" y="201"/>
                      <a:pt x="630" y="202"/>
                      <a:pt x="629" y="203"/>
                    </a:cubicBezTo>
                    <a:cubicBezTo>
                      <a:pt x="629" y="206"/>
                      <a:pt x="626" y="208"/>
                      <a:pt x="623" y="209"/>
                    </a:cubicBezTo>
                    <a:cubicBezTo>
                      <a:pt x="620" y="210"/>
                      <a:pt x="617" y="210"/>
                      <a:pt x="613" y="210"/>
                    </a:cubicBezTo>
                    <a:cubicBezTo>
                      <a:pt x="611" y="210"/>
                      <a:pt x="608" y="211"/>
                      <a:pt x="608" y="214"/>
                    </a:cubicBezTo>
                    <a:cubicBezTo>
                      <a:pt x="608" y="216"/>
                      <a:pt x="611" y="218"/>
                      <a:pt x="611" y="220"/>
                    </a:cubicBezTo>
                    <a:cubicBezTo>
                      <a:pt x="611" y="223"/>
                      <a:pt x="607" y="224"/>
                      <a:pt x="605" y="225"/>
                    </a:cubicBezTo>
                    <a:cubicBezTo>
                      <a:pt x="603" y="227"/>
                      <a:pt x="603" y="229"/>
                      <a:pt x="603" y="232"/>
                    </a:cubicBezTo>
                    <a:cubicBezTo>
                      <a:pt x="603" y="234"/>
                      <a:pt x="603" y="237"/>
                      <a:pt x="604" y="239"/>
                    </a:cubicBezTo>
                    <a:cubicBezTo>
                      <a:pt x="605" y="241"/>
                      <a:pt x="608" y="241"/>
                      <a:pt x="609" y="242"/>
                    </a:cubicBezTo>
                    <a:cubicBezTo>
                      <a:pt x="612" y="243"/>
                      <a:pt x="615" y="244"/>
                      <a:pt x="618" y="244"/>
                    </a:cubicBezTo>
                    <a:cubicBezTo>
                      <a:pt x="620" y="243"/>
                      <a:pt x="622" y="243"/>
                      <a:pt x="624" y="243"/>
                    </a:cubicBezTo>
                    <a:cubicBezTo>
                      <a:pt x="625" y="242"/>
                      <a:pt x="626" y="242"/>
                      <a:pt x="627" y="243"/>
                    </a:cubicBezTo>
                    <a:cubicBezTo>
                      <a:pt x="628" y="244"/>
                      <a:pt x="628" y="246"/>
                      <a:pt x="629" y="248"/>
                    </a:cubicBezTo>
                    <a:cubicBezTo>
                      <a:pt x="630" y="249"/>
                      <a:pt x="631" y="250"/>
                      <a:pt x="632" y="251"/>
                    </a:cubicBezTo>
                    <a:cubicBezTo>
                      <a:pt x="634" y="251"/>
                      <a:pt x="636" y="252"/>
                      <a:pt x="635" y="255"/>
                    </a:cubicBezTo>
                    <a:cubicBezTo>
                      <a:pt x="634" y="258"/>
                      <a:pt x="632" y="260"/>
                      <a:pt x="631" y="263"/>
                    </a:cubicBezTo>
                    <a:cubicBezTo>
                      <a:pt x="630" y="266"/>
                      <a:pt x="630" y="268"/>
                      <a:pt x="629" y="271"/>
                    </a:cubicBezTo>
                    <a:cubicBezTo>
                      <a:pt x="628" y="272"/>
                      <a:pt x="626" y="273"/>
                      <a:pt x="624" y="271"/>
                    </a:cubicBezTo>
                    <a:cubicBezTo>
                      <a:pt x="622" y="270"/>
                      <a:pt x="621" y="268"/>
                      <a:pt x="619" y="267"/>
                    </a:cubicBezTo>
                    <a:cubicBezTo>
                      <a:pt x="617" y="267"/>
                      <a:pt x="615" y="267"/>
                      <a:pt x="614" y="266"/>
                    </a:cubicBezTo>
                    <a:cubicBezTo>
                      <a:pt x="612" y="266"/>
                      <a:pt x="610" y="265"/>
                      <a:pt x="608" y="265"/>
                    </a:cubicBezTo>
                    <a:cubicBezTo>
                      <a:pt x="607" y="265"/>
                      <a:pt x="604" y="267"/>
                      <a:pt x="604" y="269"/>
                    </a:cubicBezTo>
                    <a:cubicBezTo>
                      <a:pt x="604" y="271"/>
                      <a:pt x="608" y="273"/>
                      <a:pt x="609" y="275"/>
                    </a:cubicBezTo>
                    <a:cubicBezTo>
                      <a:pt x="611" y="277"/>
                      <a:pt x="612" y="279"/>
                      <a:pt x="613" y="281"/>
                    </a:cubicBezTo>
                    <a:cubicBezTo>
                      <a:pt x="614" y="283"/>
                      <a:pt x="614" y="285"/>
                      <a:pt x="615" y="287"/>
                    </a:cubicBezTo>
                    <a:cubicBezTo>
                      <a:pt x="616" y="290"/>
                      <a:pt x="616" y="293"/>
                      <a:pt x="618" y="295"/>
                    </a:cubicBezTo>
                    <a:cubicBezTo>
                      <a:pt x="620" y="298"/>
                      <a:pt x="623" y="300"/>
                      <a:pt x="625" y="302"/>
                    </a:cubicBezTo>
                    <a:cubicBezTo>
                      <a:pt x="628" y="303"/>
                      <a:pt x="631" y="305"/>
                      <a:pt x="634" y="305"/>
                    </a:cubicBezTo>
                    <a:cubicBezTo>
                      <a:pt x="636" y="306"/>
                      <a:pt x="638" y="305"/>
                      <a:pt x="641" y="306"/>
                    </a:cubicBezTo>
                    <a:cubicBezTo>
                      <a:pt x="643" y="306"/>
                      <a:pt x="645" y="308"/>
                      <a:pt x="648" y="308"/>
                    </a:cubicBezTo>
                    <a:cubicBezTo>
                      <a:pt x="654" y="310"/>
                      <a:pt x="661" y="306"/>
                      <a:pt x="667" y="309"/>
                    </a:cubicBezTo>
                    <a:cubicBezTo>
                      <a:pt x="669" y="310"/>
                      <a:pt x="670" y="312"/>
                      <a:pt x="672" y="313"/>
                    </a:cubicBezTo>
                    <a:cubicBezTo>
                      <a:pt x="673" y="314"/>
                      <a:pt x="675" y="315"/>
                      <a:pt x="676" y="316"/>
                    </a:cubicBezTo>
                    <a:cubicBezTo>
                      <a:pt x="679" y="320"/>
                      <a:pt x="680" y="324"/>
                      <a:pt x="683" y="327"/>
                    </a:cubicBezTo>
                    <a:cubicBezTo>
                      <a:pt x="684" y="329"/>
                      <a:pt x="685" y="329"/>
                      <a:pt x="686" y="331"/>
                    </a:cubicBezTo>
                    <a:cubicBezTo>
                      <a:pt x="687" y="333"/>
                      <a:pt x="687" y="335"/>
                      <a:pt x="688" y="338"/>
                    </a:cubicBezTo>
                    <a:cubicBezTo>
                      <a:pt x="688" y="340"/>
                      <a:pt x="689" y="341"/>
                      <a:pt x="691" y="343"/>
                    </a:cubicBezTo>
                    <a:cubicBezTo>
                      <a:pt x="694" y="347"/>
                      <a:pt x="694" y="352"/>
                      <a:pt x="696" y="357"/>
                    </a:cubicBezTo>
                    <a:cubicBezTo>
                      <a:pt x="697" y="361"/>
                      <a:pt x="699" y="366"/>
                      <a:pt x="699" y="370"/>
                    </a:cubicBezTo>
                    <a:cubicBezTo>
                      <a:pt x="698" y="372"/>
                      <a:pt x="697" y="371"/>
                      <a:pt x="696" y="371"/>
                    </a:cubicBezTo>
                    <a:cubicBezTo>
                      <a:pt x="694" y="370"/>
                      <a:pt x="691" y="368"/>
                      <a:pt x="690" y="366"/>
                    </a:cubicBezTo>
                    <a:cubicBezTo>
                      <a:pt x="687" y="362"/>
                      <a:pt x="686" y="357"/>
                      <a:pt x="685" y="353"/>
                    </a:cubicBezTo>
                    <a:cubicBezTo>
                      <a:pt x="684" y="351"/>
                      <a:pt x="683" y="349"/>
                      <a:pt x="682" y="347"/>
                    </a:cubicBezTo>
                    <a:cubicBezTo>
                      <a:pt x="681" y="346"/>
                      <a:pt x="679" y="345"/>
                      <a:pt x="678" y="343"/>
                    </a:cubicBezTo>
                    <a:cubicBezTo>
                      <a:pt x="675" y="339"/>
                      <a:pt x="675" y="333"/>
                      <a:pt x="672" y="329"/>
                    </a:cubicBezTo>
                    <a:cubicBezTo>
                      <a:pt x="671" y="326"/>
                      <a:pt x="669" y="325"/>
                      <a:pt x="667" y="323"/>
                    </a:cubicBezTo>
                    <a:cubicBezTo>
                      <a:pt x="665" y="323"/>
                      <a:pt x="664" y="322"/>
                      <a:pt x="663" y="321"/>
                    </a:cubicBezTo>
                    <a:cubicBezTo>
                      <a:pt x="662" y="321"/>
                      <a:pt x="662" y="320"/>
                      <a:pt x="661" y="320"/>
                    </a:cubicBezTo>
                    <a:cubicBezTo>
                      <a:pt x="659" y="319"/>
                      <a:pt x="658" y="321"/>
                      <a:pt x="657" y="320"/>
                    </a:cubicBezTo>
                    <a:cubicBezTo>
                      <a:pt x="655" y="319"/>
                      <a:pt x="654" y="319"/>
                      <a:pt x="653" y="319"/>
                    </a:cubicBezTo>
                    <a:cubicBezTo>
                      <a:pt x="652" y="319"/>
                      <a:pt x="652" y="319"/>
                      <a:pt x="652" y="319"/>
                    </a:cubicBezTo>
                    <a:cubicBezTo>
                      <a:pt x="651" y="319"/>
                      <a:pt x="650" y="319"/>
                      <a:pt x="649" y="319"/>
                    </a:cubicBezTo>
                    <a:cubicBezTo>
                      <a:pt x="648" y="318"/>
                      <a:pt x="646" y="318"/>
                      <a:pt x="645" y="318"/>
                    </a:cubicBezTo>
                    <a:cubicBezTo>
                      <a:pt x="643" y="318"/>
                      <a:pt x="641" y="318"/>
                      <a:pt x="640" y="319"/>
                    </a:cubicBezTo>
                    <a:cubicBezTo>
                      <a:pt x="638" y="319"/>
                      <a:pt x="636" y="319"/>
                      <a:pt x="634" y="319"/>
                    </a:cubicBezTo>
                    <a:cubicBezTo>
                      <a:pt x="633" y="319"/>
                      <a:pt x="632" y="320"/>
                      <a:pt x="631" y="321"/>
                    </a:cubicBezTo>
                    <a:cubicBezTo>
                      <a:pt x="631" y="321"/>
                      <a:pt x="631" y="322"/>
                      <a:pt x="630" y="322"/>
                    </a:cubicBezTo>
                    <a:cubicBezTo>
                      <a:pt x="630" y="323"/>
                      <a:pt x="630" y="323"/>
                      <a:pt x="630" y="324"/>
                    </a:cubicBezTo>
                    <a:cubicBezTo>
                      <a:pt x="630" y="325"/>
                      <a:pt x="629" y="325"/>
                      <a:pt x="628" y="325"/>
                    </a:cubicBezTo>
                    <a:cubicBezTo>
                      <a:pt x="627" y="325"/>
                      <a:pt x="626" y="324"/>
                      <a:pt x="625" y="323"/>
                    </a:cubicBezTo>
                    <a:cubicBezTo>
                      <a:pt x="625" y="321"/>
                      <a:pt x="623" y="320"/>
                      <a:pt x="622" y="320"/>
                    </a:cubicBezTo>
                    <a:cubicBezTo>
                      <a:pt x="621" y="319"/>
                      <a:pt x="619" y="319"/>
                      <a:pt x="618" y="319"/>
                    </a:cubicBezTo>
                    <a:cubicBezTo>
                      <a:pt x="617" y="319"/>
                      <a:pt x="615" y="319"/>
                      <a:pt x="614" y="319"/>
                    </a:cubicBezTo>
                    <a:cubicBezTo>
                      <a:pt x="612" y="319"/>
                      <a:pt x="610" y="319"/>
                      <a:pt x="609" y="319"/>
                    </a:cubicBezTo>
                    <a:cubicBezTo>
                      <a:pt x="606" y="319"/>
                      <a:pt x="604" y="319"/>
                      <a:pt x="602" y="319"/>
                    </a:cubicBezTo>
                    <a:cubicBezTo>
                      <a:pt x="601" y="319"/>
                      <a:pt x="600" y="319"/>
                      <a:pt x="599" y="318"/>
                    </a:cubicBezTo>
                    <a:cubicBezTo>
                      <a:pt x="598" y="318"/>
                      <a:pt x="597" y="318"/>
                      <a:pt x="596" y="317"/>
                    </a:cubicBezTo>
                    <a:cubicBezTo>
                      <a:pt x="595" y="317"/>
                      <a:pt x="595" y="316"/>
                      <a:pt x="594" y="316"/>
                    </a:cubicBezTo>
                    <a:cubicBezTo>
                      <a:pt x="592" y="316"/>
                      <a:pt x="591" y="315"/>
                      <a:pt x="589" y="315"/>
                    </a:cubicBezTo>
                    <a:cubicBezTo>
                      <a:pt x="588" y="314"/>
                      <a:pt x="587" y="314"/>
                      <a:pt x="586" y="314"/>
                    </a:cubicBezTo>
                    <a:cubicBezTo>
                      <a:pt x="585" y="313"/>
                      <a:pt x="584" y="311"/>
                      <a:pt x="583" y="310"/>
                    </a:cubicBezTo>
                    <a:cubicBezTo>
                      <a:pt x="583" y="309"/>
                      <a:pt x="582" y="309"/>
                      <a:pt x="582" y="308"/>
                    </a:cubicBezTo>
                    <a:cubicBezTo>
                      <a:pt x="582" y="308"/>
                      <a:pt x="582" y="306"/>
                      <a:pt x="582" y="306"/>
                    </a:cubicBezTo>
                    <a:cubicBezTo>
                      <a:pt x="581" y="306"/>
                      <a:pt x="581" y="305"/>
                      <a:pt x="581" y="305"/>
                    </a:cubicBezTo>
                    <a:cubicBezTo>
                      <a:pt x="581" y="305"/>
                      <a:pt x="581" y="304"/>
                      <a:pt x="580" y="304"/>
                    </a:cubicBezTo>
                    <a:cubicBezTo>
                      <a:pt x="580" y="303"/>
                      <a:pt x="579" y="302"/>
                      <a:pt x="578" y="301"/>
                    </a:cubicBezTo>
                    <a:cubicBezTo>
                      <a:pt x="578" y="301"/>
                      <a:pt x="577" y="300"/>
                      <a:pt x="576" y="300"/>
                    </a:cubicBezTo>
                    <a:cubicBezTo>
                      <a:pt x="575" y="300"/>
                      <a:pt x="574" y="300"/>
                      <a:pt x="574" y="300"/>
                    </a:cubicBezTo>
                    <a:cubicBezTo>
                      <a:pt x="572" y="300"/>
                      <a:pt x="571" y="300"/>
                      <a:pt x="570" y="300"/>
                    </a:cubicBezTo>
                    <a:cubicBezTo>
                      <a:pt x="569" y="300"/>
                      <a:pt x="569" y="300"/>
                      <a:pt x="568" y="300"/>
                    </a:cubicBezTo>
                    <a:cubicBezTo>
                      <a:pt x="567" y="299"/>
                      <a:pt x="565" y="300"/>
                      <a:pt x="564" y="301"/>
                    </a:cubicBezTo>
                    <a:cubicBezTo>
                      <a:pt x="563" y="301"/>
                      <a:pt x="562" y="302"/>
                      <a:pt x="560" y="303"/>
                    </a:cubicBezTo>
                    <a:cubicBezTo>
                      <a:pt x="559" y="304"/>
                      <a:pt x="558" y="305"/>
                      <a:pt x="557" y="306"/>
                    </a:cubicBezTo>
                    <a:cubicBezTo>
                      <a:pt x="556" y="307"/>
                      <a:pt x="555" y="309"/>
                      <a:pt x="555" y="310"/>
                    </a:cubicBezTo>
                    <a:cubicBezTo>
                      <a:pt x="554" y="311"/>
                      <a:pt x="554" y="313"/>
                      <a:pt x="553" y="314"/>
                    </a:cubicBezTo>
                    <a:cubicBezTo>
                      <a:pt x="551" y="316"/>
                      <a:pt x="549" y="318"/>
                      <a:pt x="547" y="321"/>
                    </a:cubicBezTo>
                    <a:cubicBezTo>
                      <a:pt x="546" y="323"/>
                      <a:pt x="545" y="325"/>
                      <a:pt x="544" y="327"/>
                    </a:cubicBezTo>
                    <a:cubicBezTo>
                      <a:pt x="543" y="328"/>
                      <a:pt x="542" y="330"/>
                      <a:pt x="541" y="331"/>
                    </a:cubicBezTo>
                    <a:cubicBezTo>
                      <a:pt x="541" y="333"/>
                      <a:pt x="540" y="335"/>
                      <a:pt x="540" y="336"/>
                    </a:cubicBezTo>
                    <a:cubicBezTo>
                      <a:pt x="539" y="338"/>
                      <a:pt x="538" y="340"/>
                      <a:pt x="536" y="342"/>
                    </a:cubicBezTo>
                    <a:cubicBezTo>
                      <a:pt x="535" y="343"/>
                      <a:pt x="534" y="344"/>
                      <a:pt x="533" y="346"/>
                    </a:cubicBezTo>
                    <a:cubicBezTo>
                      <a:pt x="532" y="348"/>
                      <a:pt x="532" y="350"/>
                      <a:pt x="532" y="352"/>
                    </a:cubicBezTo>
                    <a:cubicBezTo>
                      <a:pt x="532" y="354"/>
                      <a:pt x="531" y="356"/>
                      <a:pt x="531" y="359"/>
                    </a:cubicBezTo>
                    <a:cubicBezTo>
                      <a:pt x="531" y="361"/>
                      <a:pt x="532" y="363"/>
                      <a:pt x="532" y="365"/>
                    </a:cubicBezTo>
                    <a:cubicBezTo>
                      <a:pt x="532" y="367"/>
                      <a:pt x="532" y="368"/>
                      <a:pt x="533" y="370"/>
                    </a:cubicBezTo>
                    <a:cubicBezTo>
                      <a:pt x="534" y="371"/>
                      <a:pt x="534" y="373"/>
                      <a:pt x="535" y="375"/>
                    </a:cubicBezTo>
                    <a:cubicBezTo>
                      <a:pt x="536" y="376"/>
                      <a:pt x="537" y="377"/>
                      <a:pt x="538" y="379"/>
                    </a:cubicBezTo>
                    <a:cubicBezTo>
                      <a:pt x="538" y="379"/>
                      <a:pt x="539" y="380"/>
                      <a:pt x="539" y="381"/>
                    </a:cubicBezTo>
                    <a:cubicBezTo>
                      <a:pt x="539" y="381"/>
                      <a:pt x="539" y="382"/>
                      <a:pt x="539" y="382"/>
                    </a:cubicBezTo>
                    <a:cubicBezTo>
                      <a:pt x="540" y="384"/>
                      <a:pt x="540" y="387"/>
                      <a:pt x="541" y="389"/>
                    </a:cubicBezTo>
                    <a:cubicBezTo>
                      <a:pt x="542" y="390"/>
                      <a:pt x="543" y="392"/>
                      <a:pt x="544" y="395"/>
                    </a:cubicBezTo>
                    <a:cubicBezTo>
                      <a:pt x="544" y="396"/>
                      <a:pt x="543" y="396"/>
                      <a:pt x="542" y="396"/>
                    </a:cubicBezTo>
                    <a:cubicBezTo>
                      <a:pt x="540" y="395"/>
                      <a:pt x="538" y="393"/>
                      <a:pt x="537" y="391"/>
                    </a:cubicBezTo>
                    <a:cubicBezTo>
                      <a:pt x="535" y="389"/>
                      <a:pt x="533" y="386"/>
                      <a:pt x="531" y="384"/>
                    </a:cubicBezTo>
                    <a:cubicBezTo>
                      <a:pt x="528" y="381"/>
                      <a:pt x="525" y="379"/>
                      <a:pt x="522" y="376"/>
                    </a:cubicBezTo>
                    <a:cubicBezTo>
                      <a:pt x="518" y="373"/>
                      <a:pt x="513" y="370"/>
                      <a:pt x="508" y="368"/>
                    </a:cubicBezTo>
                    <a:cubicBezTo>
                      <a:pt x="506" y="366"/>
                      <a:pt x="503" y="365"/>
                      <a:pt x="501" y="364"/>
                    </a:cubicBezTo>
                    <a:cubicBezTo>
                      <a:pt x="499" y="363"/>
                      <a:pt x="496" y="362"/>
                      <a:pt x="493" y="363"/>
                    </a:cubicBezTo>
                    <a:cubicBezTo>
                      <a:pt x="489" y="364"/>
                      <a:pt x="487" y="370"/>
                      <a:pt x="486" y="374"/>
                    </a:cubicBezTo>
                    <a:cubicBezTo>
                      <a:pt x="485" y="377"/>
                      <a:pt x="483" y="382"/>
                      <a:pt x="485" y="385"/>
                    </a:cubicBezTo>
                    <a:cubicBezTo>
                      <a:pt x="487" y="386"/>
                      <a:pt x="489" y="386"/>
                      <a:pt x="491" y="386"/>
                    </a:cubicBezTo>
                    <a:cubicBezTo>
                      <a:pt x="493" y="386"/>
                      <a:pt x="495" y="386"/>
                      <a:pt x="497" y="387"/>
                    </a:cubicBezTo>
                    <a:cubicBezTo>
                      <a:pt x="501" y="391"/>
                      <a:pt x="499" y="397"/>
                      <a:pt x="496" y="400"/>
                    </a:cubicBezTo>
                    <a:cubicBezTo>
                      <a:pt x="495" y="402"/>
                      <a:pt x="493" y="403"/>
                      <a:pt x="492" y="404"/>
                    </a:cubicBezTo>
                    <a:cubicBezTo>
                      <a:pt x="491" y="406"/>
                      <a:pt x="489" y="408"/>
                      <a:pt x="488" y="410"/>
                    </a:cubicBezTo>
                    <a:cubicBezTo>
                      <a:pt x="486" y="413"/>
                      <a:pt x="483" y="416"/>
                      <a:pt x="479" y="417"/>
                    </a:cubicBezTo>
                    <a:cubicBezTo>
                      <a:pt x="473" y="417"/>
                      <a:pt x="471" y="411"/>
                      <a:pt x="469" y="407"/>
                    </a:cubicBezTo>
                    <a:cubicBezTo>
                      <a:pt x="468" y="405"/>
                      <a:pt x="467" y="402"/>
                      <a:pt x="466" y="402"/>
                    </a:cubicBezTo>
                    <a:cubicBezTo>
                      <a:pt x="464" y="402"/>
                      <a:pt x="463" y="404"/>
                      <a:pt x="462" y="404"/>
                    </a:cubicBezTo>
                    <a:cubicBezTo>
                      <a:pt x="461" y="405"/>
                      <a:pt x="460" y="406"/>
                      <a:pt x="459" y="404"/>
                    </a:cubicBezTo>
                    <a:cubicBezTo>
                      <a:pt x="459" y="403"/>
                      <a:pt x="459" y="401"/>
                      <a:pt x="459" y="400"/>
                    </a:cubicBezTo>
                    <a:cubicBezTo>
                      <a:pt x="459" y="397"/>
                      <a:pt x="458" y="395"/>
                      <a:pt x="458" y="393"/>
                    </a:cubicBezTo>
                    <a:cubicBezTo>
                      <a:pt x="458" y="391"/>
                      <a:pt x="457" y="389"/>
                      <a:pt x="458" y="387"/>
                    </a:cubicBezTo>
                    <a:cubicBezTo>
                      <a:pt x="459" y="386"/>
                      <a:pt x="461" y="387"/>
                      <a:pt x="462" y="387"/>
                    </a:cubicBezTo>
                    <a:cubicBezTo>
                      <a:pt x="464" y="388"/>
                      <a:pt x="466" y="389"/>
                      <a:pt x="469" y="388"/>
                    </a:cubicBezTo>
                    <a:cubicBezTo>
                      <a:pt x="472" y="387"/>
                      <a:pt x="473" y="382"/>
                      <a:pt x="473" y="379"/>
                    </a:cubicBezTo>
                    <a:cubicBezTo>
                      <a:pt x="473" y="376"/>
                      <a:pt x="472" y="373"/>
                      <a:pt x="471" y="370"/>
                    </a:cubicBezTo>
                    <a:cubicBezTo>
                      <a:pt x="469" y="366"/>
                      <a:pt x="466" y="363"/>
                      <a:pt x="464" y="359"/>
                    </a:cubicBezTo>
                    <a:cubicBezTo>
                      <a:pt x="464" y="358"/>
                      <a:pt x="463" y="356"/>
                      <a:pt x="462" y="355"/>
                    </a:cubicBezTo>
                    <a:cubicBezTo>
                      <a:pt x="461" y="353"/>
                      <a:pt x="461" y="352"/>
                      <a:pt x="461" y="350"/>
                    </a:cubicBezTo>
                    <a:cubicBezTo>
                      <a:pt x="461" y="347"/>
                      <a:pt x="462" y="345"/>
                      <a:pt x="461" y="342"/>
                    </a:cubicBezTo>
                    <a:cubicBezTo>
                      <a:pt x="461" y="340"/>
                      <a:pt x="461" y="339"/>
                      <a:pt x="460" y="338"/>
                    </a:cubicBezTo>
                    <a:cubicBezTo>
                      <a:pt x="459" y="337"/>
                      <a:pt x="458" y="337"/>
                      <a:pt x="457" y="336"/>
                    </a:cubicBezTo>
                    <a:cubicBezTo>
                      <a:pt x="456" y="336"/>
                      <a:pt x="456" y="335"/>
                      <a:pt x="455" y="335"/>
                    </a:cubicBezTo>
                    <a:cubicBezTo>
                      <a:pt x="454" y="334"/>
                      <a:pt x="453" y="334"/>
                      <a:pt x="453" y="333"/>
                    </a:cubicBezTo>
                    <a:cubicBezTo>
                      <a:pt x="452" y="333"/>
                      <a:pt x="451" y="332"/>
                      <a:pt x="451" y="332"/>
                    </a:cubicBezTo>
                    <a:cubicBezTo>
                      <a:pt x="449" y="331"/>
                      <a:pt x="447" y="331"/>
                      <a:pt x="445" y="331"/>
                    </a:cubicBezTo>
                    <a:cubicBezTo>
                      <a:pt x="444" y="331"/>
                      <a:pt x="443" y="331"/>
                      <a:pt x="442" y="331"/>
                    </a:cubicBezTo>
                    <a:cubicBezTo>
                      <a:pt x="440" y="331"/>
                      <a:pt x="439" y="332"/>
                      <a:pt x="438" y="332"/>
                    </a:cubicBezTo>
                    <a:cubicBezTo>
                      <a:pt x="436" y="332"/>
                      <a:pt x="435" y="333"/>
                      <a:pt x="433" y="333"/>
                    </a:cubicBezTo>
                    <a:cubicBezTo>
                      <a:pt x="430" y="333"/>
                      <a:pt x="428" y="333"/>
                      <a:pt x="425" y="333"/>
                    </a:cubicBezTo>
                    <a:cubicBezTo>
                      <a:pt x="423" y="333"/>
                      <a:pt x="420" y="333"/>
                      <a:pt x="418" y="333"/>
                    </a:cubicBezTo>
                    <a:cubicBezTo>
                      <a:pt x="415" y="333"/>
                      <a:pt x="412" y="333"/>
                      <a:pt x="409" y="333"/>
                    </a:cubicBezTo>
                    <a:cubicBezTo>
                      <a:pt x="404" y="334"/>
                      <a:pt x="399" y="334"/>
                      <a:pt x="395" y="333"/>
                    </a:cubicBezTo>
                    <a:cubicBezTo>
                      <a:pt x="392" y="333"/>
                      <a:pt x="390" y="333"/>
                      <a:pt x="387" y="333"/>
                    </a:cubicBezTo>
                    <a:cubicBezTo>
                      <a:pt x="384" y="333"/>
                      <a:pt x="381" y="333"/>
                      <a:pt x="378" y="332"/>
                    </a:cubicBezTo>
                    <a:cubicBezTo>
                      <a:pt x="372" y="332"/>
                      <a:pt x="366" y="332"/>
                      <a:pt x="360" y="330"/>
                    </a:cubicBezTo>
                    <a:cubicBezTo>
                      <a:pt x="357" y="329"/>
                      <a:pt x="353" y="330"/>
                      <a:pt x="350" y="329"/>
                    </a:cubicBezTo>
                    <a:cubicBezTo>
                      <a:pt x="349" y="329"/>
                      <a:pt x="347" y="328"/>
                      <a:pt x="345" y="328"/>
                    </a:cubicBezTo>
                    <a:cubicBezTo>
                      <a:pt x="344" y="328"/>
                      <a:pt x="343" y="328"/>
                      <a:pt x="342" y="328"/>
                    </a:cubicBezTo>
                    <a:cubicBezTo>
                      <a:pt x="341" y="328"/>
                      <a:pt x="339" y="328"/>
                      <a:pt x="338" y="328"/>
                    </a:cubicBezTo>
                    <a:cubicBezTo>
                      <a:pt x="336" y="328"/>
                      <a:pt x="334" y="329"/>
                      <a:pt x="332" y="331"/>
                    </a:cubicBezTo>
                    <a:cubicBezTo>
                      <a:pt x="330" y="332"/>
                      <a:pt x="327" y="332"/>
                      <a:pt x="324" y="332"/>
                    </a:cubicBezTo>
                    <a:cubicBezTo>
                      <a:pt x="323" y="333"/>
                      <a:pt x="322" y="333"/>
                      <a:pt x="320" y="333"/>
                    </a:cubicBezTo>
                    <a:cubicBezTo>
                      <a:pt x="319" y="333"/>
                      <a:pt x="318" y="334"/>
                      <a:pt x="317" y="334"/>
                    </a:cubicBezTo>
                    <a:cubicBezTo>
                      <a:pt x="315" y="335"/>
                      <a:pt x="314" y="335"/>
                      <a:pt x="313" y="336"/>
                    </a:cubicBezTo>
                    <a:cubicBezTo>
                      <a:pt x="311" y="338"/>
                      <a:pt x="309" y="339"/>
                      <a:pt x="306" y="341"/>
                    </a:cubicBezTo>
                    <a:cubicBezTo>
                      <a:pt x="305" y="342"/>
                      <a:pt x="305" y="342"/>
                      <a:pt x="304" y="343"/>
                    </a:cubicBezTo>
                    <a:cubicBezTo>
                      <a:pt x="304" y="344"/>
                      <a:pt x="304" y="345"/>
                      <a:pt x="303" y="345"/>
                    </a:cubicBezTo>
                    <a:cubicBezTo>
                      <a:pt x="303" y="347"/>
                      <a:pt x="303" y="348"/>
                      <a:pt x="302" y="349"/>
                    </a:cubicBezTo>
                    <a:cubicBezTo>
                      <a:pt x="302" y="351"/>
                      <a:pt x="303" y="352"/>
                      <a:pt x="304" y="354"/>
                    </a:cubicBezTo>
                    <a:cubicBezTo>
                      <a:pt x="305" y="356"/>
                      <a:pt x="307" y="358"/>
                      <a:pt x="308" y="359"/>
                    </a:cubicBezTo>
                    <a:cubicBezTo>
                      <a:pt x="309" y="361"/>
                      <a:pt x="309" y="362"/>
                      <a:pt x="308" y="364"/>
                    </a:cubicBezTo>
                    <a:cubicBezTo>
                      <a:pt x="307" y="366"/>
                      <a:pt x="304" y="368"/>
                      <a:pt x="302" y="367"/>
                    </a:cubicBezTo>
                    <a:cubicBezTo>
                      <a:pt x="300" y="366"/>
                      <a:pt x="300" y="364"/>
                      <a:pt x="298" y="363"/>
                    </a:cubicBezTo>
                    <a:cubicBezTo>
                      <a:pt x="296" y="362"/>
                      <a:pt x="294" y="361"/>
                      <a:pt x="292" y="362"/>
                    </a:cubicBezTo>
                    <a:cubicBezTo>
                      <a:pt x="290" y="363"/>
                      <a:pt x="290" y="365"/>
                      <a:pt x="289" y="367"/>
                    </a:cubicBezTo>
                    <a:cubicBezTo>
                      <a:pt x="287" y="369"/>
                      <a:pt x="285" y="370"/>
                      <a:pt x="285" y="372"/>
                    </a:cubicBezTo>
                    <a:cubicBezTo>
                      <a:pt x="284" y="375"/>
                      <a:pt x="285" y="377"/>
                      <a:pt x="285" y="379"/>
                    </a:cubicBezTo>
                    <a:cubicBezTo>
                      <a:pt x="286" y="382"/>
                      <a:pt x="286" y="384"/>
                      <a:pt x="286" y="387"/>
                    </a:cubicBezTo>
                    <a:cubicBezTo>
                      <a:pt x="286" y="389"/>
                      <a:pt x="286" y="391"/>
                      <a:pt x="286" y="393"/>
                    </a:cubicBezTo>
                    <a:cubicBezTo>
                      <a:pt x="285" y="394"/>
                      <a:pt x="283" y="396"/>
                      <a:pt x="282" y="397"/>
                    </a:cubicBezTo>
                    <a:cubicBezTo>
                      <a:pt x="280" y="398"/>
                      <a:pt x="280" y="399"/>
                      <a:pt x="280" y="401"/>
                    </a:cubicBezTo>
                    <a:cubicBezTo>
                      <a:pt x="280" y="403"/>
                      <a:pt x="280" y="405"/>
                      <a:pt x="282" y="406"/>
                    </a:cubicBezTo>
                    <a:cubicBezTo>
                      <a:pt x="284" y="407"/>
                      <a:pt x="287" y="409"/>
                      <a:pt x="289" y="409"/>
                    </a:cubicBezTo>
                    <a:cubicBezTo>
                      <a:pt x="292" y="410"/>
                      <a:pt x="295" y="410"/>
                      <a:pt x="298" y="410"/>
                    </a:cubicBezTo>
                    <a:cubicBezTo>
                      <a:pt x="300" y="410"/>
                      <a:pt x="302" y="412"/>
                      <a:pt x="305" y="412"/>
                    </a:cubicBezTo>
                    <a:cubicBezTo>
                      <a:pt x="307" y="413"/>
                      <a:pt x="309" y="412"/>
                      <a:pt x="312" y="412"/>
                    </a:cubicBezTo>
                    <a:cubicBezTo>
                      <a:pt x="314" y="412"/>
                      <a:pt x="316" y="413"/>
                      <a:pt x="317" y="414"/>
                    </a:cubicBezTo>
                    <a:cubicBezTo>
                      <a:pt x="318" y="414"/>
                      <a:pt x="319" y="414"/>
                      <a:pt x="319" y="415"/>
                    </a:cubicBezTo>
                    <a:cubicBezTo>
                      <a:pt x="321" y="415"/>
                      <a:pt x="323" y="414"/>
                      <a:pt x="324" y="415"/>
                    </a:cubicBezTo>
                    <a:cubicBezTo>
                      <a:pt x="324" y="416"/>
                      <a:pt x="324" y="417"/>
                      <a:pt x="325" y="417"/>
                    </a:cubicBezTo>
                    <a:cubicBezTo>
                      <a:pt x="325" y="418"/>
                      <a:pt x="325" y="419"/>
                      <a:pt x="326" y="420"/>
                    </a:cubicBezTo>
                    <a:cubicBezTo>
                      <a:pt x="327" y="420"/>
                      <a:pt x="328" y="421"/>
                      <a:pt x="328" y="422"/>
                    </a:cubicBezTo>
                    <a:cubicBezTo>
                      <a:pt x="329" y="423"/>
                      <a:pt x="330" y="424"/>
                      <a:pt x="331" y="426"/>
                    </a:cubicBezTo>
                    <a:cubicBezTo>
                      <a:pt x="332" y="427"/>
                      <a:pt x="334" y="428"/>
                      <a:pt x="334" y="429"/>
                    </a:cubicBezTo>
                    <a:cubicBezTo>
                      <a:pt x="330" y="431"/>
                      <a:pt x="328" y="426"/>
                      <a:pt x="326" y="423"/>
                    </a:cubicBezTo>
                    <a:cubicBezTo>
                      <a:pt x="325" y="422"/>
                      <a:pt x="324" y="422"/>
                      <a:pt x="323" y="422"/>
                    </a:cubicBezTo>
                    <a:cubicBezTo>
                      <a:pt x="321" y="422"/>
                      <a:pt x="320" y="422"/>
                      <a:pt x="318" y="422"/>
                    </a:cubicBezTo>
                    <a:cubicBezTo>
                      <a:pt x="315" y="422"/>
                      <a:pt x="313" y="425"/>
                      <a:pt x="311" y="427"/>
                    </a:cubicBezTo>
                    <a:cubicBezTo>
                      <a:pt x="310" y="429"/>
                      <a:pt x="309" y="432"/>
                      <a:pt x="308" y="435"/>
                    </a:cubicBezTo>
                    <a:cubicBezTo>
                      <a:pt x="307" y="437"/>
                      <a:pt x="306" y="439"/>
                      <a:pt x="305" y="441"/>
                    </a:cubicBezTo>
                    <a:cubicBezTo>
                      <a:pt x="304" y="442"/>
                      <a:pt x="303" y="443"/>
                      <a:pt x="302" y="444"/>
                    </a:cubicBezTo>
                    <a:cubicBezTo>
                      <a:pt x="302" y="444"/>
                      <a:pt x="302" y="444"/>
                      <a:pt x="302" y="444"/>
                    </a:cubicBezTo>
                    <a:cubicBezTo>
                      <a:pt x="307" y="454"/>
                      <a:pt x="307" y="454"/>
                      <a:pt x="307" y="454"/>
                    </a:cubicBezTo>
                    <a:cubicBezTo>
                      <a:pt x="298" y="473"/>
                      <a:pt x="298" y="473"/>
                      <a:pt x="298" y="473"/>
                    </a:cubicBezTo>
                    <a:cubicBezTo>
                      <a:pt x="295" y="514"/>
                      <a:pt x="295" y="514"/>
                      <a:pt x="295" y="514"/>
                    </a:cubicBezTo>
                    <a:cubicBezTo>
                      <a:pt x="272" y="540"/>
                      <a:pt x="272" y="540"/>
                      <a:pt x="272" y="540"/>
                    </a:cubicBezTo>
                    <a:cubicBezTo>
                      <a:pt x="259" y="589"/>
                      <a:pt x="259" y="589"/>
                      <a:pt x="259" y="589"/>
                    </a:cubicBezTo>
                    <a:cubicBezTo>
                      <a:pt x="210" y="584"/>
                      <a:pt x="210" y="584"/>
                      <a:pt x="210" y="584"/>
                    </a:cubicBezTo>
                    <a:cubicBezTo>
                      <a:pt x="203" y="592"/>
                      <a:pt x="203" y="592"/>
                      <a:pt x="203" y="592"/>
                    </a:cubicBezTo>
                    <a:cubicBezTo>
                      <a:pt x="210" y="607"/>
                      <a:pt x="210" y="607"/>
                      <a:pt x="210" y="607"/>
                    </a:cubicBezTo>
                    <a:cubicBezTo>
                      <a:pt x="194" y="605"/>
                      <a:pt x="194" y="605"/>
                      <a:pt x="194" y="605"/>
                    </a:cubicBezTo>
                    <a:cubicBezTo>
                      <a:pt x="194" y="618"/>
                      <a:pt x="194" y="618"/>
                      <a:pt x="194" y="618"/>
                    </a:cubicBezTo>
                    <a:cubicBezTo>
                      <a:pt x="204" y="630"/>
                      <a:pt x="204" y="630"/>
                      <a:pt x="204" y="630"/>
                    </a:cubicBezTo>
                    <a:cubicBezTo>
                      <a:pt x="246" y="634"/>
                      <a:pt x="246" y="634"/>
                      <a:pt x="246" y="634"/>
                    </a:cubicBezTo>
                    <a:cubicBezTo>
                      <a:pt x="261" y="657"/>
                      <a:pt x="261" y="657"/>
                      <a:pt x="261" y="657"/>
                    </a:cubicBezTo>
                    <a:cubicBezTo>
                      <a:pt x="242" y="676"/>
                      <a:pt x="242" y="676"/>
                      <a:pt x="242" y="676"/>
                    </a:cubicBezTo>
                    <a:cubicBezTo>
                      <a:pt x="253" y="691"/>
                      <a:pt x="253" y="691"/>
                      <a:pt x="253" y="691"/>
                    </a:cubicBezTo>
                    <a:cubicBezTo>
                      <a:pt x="240" y="696"/>
                      <a:pt x="240" y="696"/>
                      <a:pt x="240" y="696"/>
                    </a:cubicBezTo>
                    <a:cubicBezTo>
                      <a:pt x="229" y="699"/>
                      <a:pt x="229" y="699"/>
                      <a:pt x="229" y="699"/>
                    </a:cubicBezTo>
                    <a:cubicBezTo>
                      <a:pt x="208" y="726"/>
                      <a:pt x="208" y="726"/>
                      <a:pt x="208" y="726"/>
                    </a:cubicBezTo>
                    <a:cubicBezTo>
                      <a:pt x="190" y="723"/>
                      <a:pt x="190" y="723"/>
                      <a:pt x="190" y="723"/>
                    </a:cubicBezTo>
                    <a:cubicBezTo>
                      <a:pt x="178" y="736"/>
                      <a:pt x="178" y="736"/>
                      <a:pt x="178" y="736"/>
                    </a:cubicBezTo>
                    <a:cubicBezTo>
                      <a:pt x="200" y="758"/>
                      <a:pt x="200" y="758"/>
                      <a:pt x="200" y="758"/>
                    </a:cubicBezTo>
                    <a:cubicBezTo>
                      <a:pt x="177" y="781"/>
                      <a:pt x="177" y="781"/>
                      <a:pt x="177" y="781"/>
                    </a:cubicBezTo>
                    <a:cubicBezTo>
                      <a:pt x="170" y="774"/>
                      <a:pt x="170" y="774"/>
                      <a:pt x="170" y="774"/>
                    </a:cubicBezTo>
                    <a:cubicBezTo>
                      <a:pt x="124" y="778"/>
                      <a:pt x="124" y="778"/>
                      <a:pt x="124" y="778"/>
                    </a:cubicBezTo>
                    <a:cubicBezTo>
                      <a:pt x="122" y="789"/>
                      <a:pt x="122" y="789"/>
                      <a:pt x="122" y="789"/>
                    </a:cubicBezTo>
                    <a:cubicBezTo>
                      <a:pt x="108" y="785"/>
                      <a:pt x="108" y="785"/>
                      <a:pt x="108" y="785"/>
                    </a:cubicBezTo>
                    <a:cubicBezTo>
                      <a:pt x="108" y="774"/>
                      <a:pt x="108" y="774"/>
                      <a:pt x="108" y="774"/>
                    </a:cubicBezTo>
                    <a:cubicBezTo>
                      <a:pt x="86" y="774"/>
                      <a:pt x="86" y="774"/>
                      <a:pt x="86" y="774"/>
                    </a:cubicBezTo>
                    <a:cubicBezTo>
                      <a:pt x="75" y="760"/>
                      <a:pt x="75" y="760"/>
                      <a:pt x="75" y="760"/>
                    </a:cubicBezTo>
                    <a:cubicBezTo>
                      <a:pt x="68" y="761"/>
                      <a:pt x="68" y="761"/>
                      <a:pt x="68" y="761"/>
                    </a:cubicBezTo>
                    <a:cubicBezTo>
                      <a:pt x="69" y="777"/>
                      <a:pt x="69" y="777"/>
                      <a:pt x="69" y="777"/>
                    </a:cubicBezTo>
                    <a:cubicBezTo>
                      <a:pt x="39" y="780"/>
                      <a:pt x="39" y="780"/>
                      <a:pt x="39" y="780"/>
                    </a:cubicBezTo>
                    <a:cubicBezTo>
                      <a:pt x="39" y="780"/>
                      <a:pt x="55" y="813"/>
                      <a:pt x="55" y="813"/>
                    </a:cubicBezTo>
                    <a:cubicBezTo>
                      <a:pt x="56" y="813"/>
                      <a:pt x="68" y="822"/>
                      <a:pt x="68" y="822"/>
                    </a:cubicBezTo>
                    <a:cubicBezTo>
                      <a:pt x="63" y="839"/>
                      <a:pt x="63" y="839"/>
                      <a:pt x="63" y="839"/>
                    </a:cubicBezTo>
                    <a:cubicBezTo>
                      <a:pt x="82" y="861"/>
                      <a:pt x="82" y="861"/>
                      <a:pt x="82" y="861"/>
                    </a:cubicBezTo>
                    <a:cubicBezTo>
                      <a:pt x="76" y="878"/>
                      <a:pt x="76" y="878"/>
                      <a:pt x="76" y="878"/>
                    </a:cubicBezTo>
                    <a:cubicBezTo>
                      <a:pt x="69" y="910"/>
                      <a:pt x="69" y="910"/>
                      <a:pt x="69" y="910"/>
                    </a:cubicBezTo>
                    <a:cubicBezTo>
                      <a:pt x="69" y="910"/>
                      <a:pt x="59" y="936"/>
                      <a:pt x="45" y="936"/>
                    </a:cubicBezTo>
                    <a:cubicBezTo>
                      <a:pt x="60" y="942"/>
                      <a:pt x="60" y="942"/>
                      <a:pt x="60" y="942"/>
                    </a:cubicBezTo>
                    <a:cubicBezTo>
                      <a:pt x="57" y="959"/>
                      <a:pt x="57" y="959"/>
                      <a:pt x="57" y="959"/>
                    </a:cubicBezTo>
                    <a:cubicBezTo>
                      <a:pt x="20" y="967"/>
                      <a:pt x="20" y="967"/>
                      <a:pt x="20" y="967"/>
                    </a:cubicBezTo>
                    <a:cubicBezTo>
                      <a:pt x="5" y="979"/>
                      <a:pt x="5" y="979"/>
                      <a:pt x="5" y="979"/>
                    </a:cubicBezTo>
                    <a:cubicBezTo>
                      <a:pt x="7" y="987"/>
                      <a:pt x="7" y="987"/>
                      <a:pt x="7" y="987"/>
                    </a:cubicBezTo>
                    <a:cubicBezTo>
                      <a:pt x="25" y="991"/>
                      <a:pt x="25" y="991"/>
                      <a:pt x="25" y="991"/>
                    </a:cubicBezTo>
                    <a:cubicBezTo>
                      <a:pt x="24" y="1004"/>
                      <a:pt x="24" y="1004"/>
                      <a:pt x="24" y="1004"/>
                    </a:cubicBezTo>
                    <a:cubicBezTo>
                      <a:pt x="40" y="1016"/>
                      <a:pt x="40" y="1016"/>
                      <a:pt x="40" y="1016"/>
                    </a:cubicBezTo>
                    <a:cubicBezTo>
                      <a:pt x="33" y="1038"/>
                      <a:pt x="33" y="1038"/>
                      <a:pt x="33" y="1038"/>
                    </a:cubicBezTo>
                    <a:cubicBezTo>
                      <a:pt x="8" y="1040"/>
                      <a:pt x="8" y="1040"/>
                      <a:pt x="8" y="1040"/>
                    </a:cubicBezTo>
                    <a:cubicBezTo>
                      <a:pt x="9" y="1051"/>
                      <a:pt x="9" y="1051"/>
                      <a:pt x="9" y="1051"/>
                    </a:cubicBezTo>
                    <a:cubicBezTo>
                      <a:pt x="25" y="1056"/>
                      <a:pt x="25" y="1056"/>
                      <a:pt x="25" y="1056"/>
                    </a:cubicBezTo>
                    <a:cubicBezTo>
                      <a:pt x="31" y="1081"/>
                      <a:pt x="31" y="1081"/>
                      <a:pt x="31" y="1081"/>
                    </a:cubicBezTo>
                    <a:cubicBezTo>
                      <a:pt x="48" y="1086"/>
                      <a:pt x="48" y="1086"/>
                      <a:pt x="48" y="1086"/>
                    </a:cubicBezTo>
                    <a:cubicBezTo>
                      <a:pt x="29" y="1101"/>
                      <a:pt x="29" y="1101"/>
                      <a:pt x="29" y="1101"/>
                    </a:cubicBezTo>
                    <a:cubicBezTo>
                      <a:pt x="32" y="1113"/>
                      <a:pt x="32" y="1113"/>
                      <a:pt x="32" y="1113"/>
                    </a:cubicBezTo>
                    <a:cubicBezTo>
                      <a:pt x="49" y="1116"/>
                      <a:pt x="49" y="1116"/>
                      <a:pt x="49" y="1116"/>
                    </a:cubicBezTo>
                    <a:cubicBezTo>
                      <a:pt x="66" y="1138"/>
                      <a:pt x="66" y="1138"/>
                      <a:pt x="66" y="1138"/>
                    </a:cubicBezTo>
                    <a:cubicBezTo>
                      <a:pt x="57" y="1148"/>
                      <a:pt x="57" y="1148"/>
                      <a:pt x="57" y="1148"/>
                    </a:cubicBezTo>
                    <a:cubicBezTo>
                      <a:pt x="58" y="1167"/>
                      <a:pt x="58" y="1167"/>
                      <a:pt x="58" y="1167"/>
                    </a:cubicBezTo>
                    <a:cubicBezTo>
                      <a:pt x="35" y="1171"/>
                      <a:pt x="35" y="1171"/>
                      <a:pt x="35" y="1171"/>
                    </a:cubicBezTo>
                    <a:cubicBezTo>
                      <a:pt x="20" y="1202"/>
                      <a:pt x="20" y="1202"/>
                      <a:pt x="20" y="1202"/>
                    </a:cubicBezTo>
                    <a:cubicBezTo>
                      <a:pt x="7" y="1207"/>
                      <a:pt x="7" y="1207"/>
                      <a:pt x="7" y="1207"/>
                    </a:cubicBezTo>
                    <a:cubicBezTo>
                      <a:pt x="0" y="1235"/>
                      <a:pt x="0" y="1235"/>
                      <a:pt x="0" y="1235"/>
                    </a:cubicBezTo>
                    <a:cubicBezTo>
                      <a:pt x="20" y="1272"/>
                      <a:pt x="20" y="1272"/>
                      <a:pt x="20" y="1272"/>
                    </a:cubicBezTo>
                    <a:cubicBezTo>
                      <a:pt x="40" y="1291"/>
                      <a:pt x="40" y="1291"/>
                      <a:pt x="40" y="1291"/>
                    </a:cubicBezTo>
                    <a:cubicBezTo>
                      <a:pt x="63" y="1305"/>
                      <a:pt x="63" y="1305"/>
                      <a:pt x="63" y="1305"/>
                    </a:cubicBezTo>
                    <a:cubicBezTo>
                      <a:pt x="54" y="1337"/>
                      <a:pt x="54" y="1337"/>
                      <a:pt x="54" y="1337"/>
                    </a:cubicBezTo>
                    <a:cubicBezTo>
                      <a:pt x="24" y="1367"/>
                      <a:pt x="24" y="1367"/>
                      <a:pt x="24" y="1367"/>
                    </a:cubicBezTo>
                    <a:cubicBezTo>
                      <a:pt x="24" y="1393"/>
                      <a:pt x="24" y="1393"/>
                      <a:pt x="24" y="1393"/>
                    </a:cubicBezTo>
                    <a:cubicBezTo>
                      <a:pt x="33" y="1394"/>
                      <a:pt x="33" y="1394"/>
                      <a:pt x="33" y="1394"/>
                    </a:cubicBezTo>
                    <a:cubicBezTo>
                      <a:pt x="48" y="1417"/>
                      <a:pt x="48" y="1417"/>
                      <a:pt x="48" y="1417"/>
                    </a:cubicBezTo>
                    <a:cubicBezTo>
                      <a:pt x="60" y="1471"/>
                      <a:pt x="60" y="1471"/>
                      <a:pt x="60" y="1471"/>
                    </a:cubicBezTo>
                    <a:cubicBezTo>
                      <a:pt x="88" y="1479"/>
                      <a:pt x="88" y="1479"/>
                      <a:pt x="88" y="1479"/>
                    </a:cubicBezTo>
                    <a:cubicBezTo>
                      <a:pt x="99" y="1472"/>
                      <a:pt x="99" y="1472"/>
                      <a:pt x="99" y="1472"/>
                    </a:cubicBezTo>
                    <a:cubicBezTo>
                      <a:pt x="122" y="1477"/>
                      <a:pt x="122" y="1477"/>
                      <a:pt x="122" y="1477"/>
                    </a:cubicBezTo>
                    <a:cubicBezTo>
                      <a:pt x="126" y="1495"/>
                      <a:pt x="126" y="1495"/>
                      <a:pt x="126" y="1495"/>
                    </a:cubicBezTo>
                    <a:cubicBezTo>
                      <a:pt x="172" y="1502"/>
                      <a:pt x="172" y="1502"/>
                      <a:pt x="172" y="1502"/>
                    </a:cubicBezTo>
                    <a:cubicBezTo>
                      <a:pt x="181" y="1492"/>
                      <a:pt x="181" y="1492"/>
                      <a:pt x="181" y="1492"/>
                    </a:cubicBezTo>
                    <a:cubicBezTo>
                      <a:pt x="214" y="1496"/>
                      <a:pt x="214" y="1496"/>
                      <a:pt x="214" y="1496"/>
                    </a:cubicBezTo>
                    <a:cubicBezTo>
                      <a:pt x="234" y="1525"/>
                      <a:pt x="234" y="1525"/>
                      <a:pt x="234" y="1525"/>
                    </a:cubicBezTo>
                    <a:cubicBezTo>
                      <a:pt x="254" y="1527"/>
                      <a:pt x="254" y="1527"/>
                      <a:pt x="254" y="1527"/>
                    </a:cubicBezTo>
                    <a:cubicBezTo>
                      <a:pt x="270" y="1537"/>
                      <a:pt x="270" y="1537"/>
                      <a:pt x="270" y="1537"/>
                    </a:cubicBezTo>
                    <a:cubicBezTo>
                      <a:pt x="290" y="1533"/>
                      <a:pt x="290" y="1533"/>
                      <a:pt x="290" y="1533"/>
                    </a:cubicBezTo>
                    <a:cubicBezTo>
                      <a:pt x="304" y="1551"/>
                      <a:pt x="304" y="1551"/>
                      <a:pt x="304" y="1551"/>
                    </a:cubicBezTo>
                    <a:cubicBezTo>
                      <a:pt x="329" y="1554"/>
                      <a:pt x="329" y="1554"/>
                      <a:pt x="329" y="1554"/>
                    </a:cubicBezTo>
                    <a:cubicBezTo>
                      <a:pt x="341" y="1565"/>
                      <a:pt x="341" y="1565"/>
                      <a:pt x="341" y="1565"/>
                    </a:cubicBezTo>
                    <a:cubicBezTo>
                      <a:pt x="313" y="1589"/>
                      <a:pt x="313" y="1589"/>
                      <a:pt x="313" y="1589"/>
                    </a:cubicBezTo>
                    <a:cubicBezTo>
                      <a:pt x="300" y="1616"/>
                      <a:pt x="300" y="1616"/>
                      <a:pt x="300" y="1616"/>
                    </a:cubicBezTo>
                    <a:cubicBezTo>
                      <a:pt x="285" y="1616"/>
                      <a:pt x="285" y="1616"/>
                      <a:pt x="285" y="1616"/>
                    </a:cubicBezTo>
                    <a:cubicBezTo>
                      <a:pt x="252" y="1663"/>
                      <a:pt x="252" y="1663"/>
                      <a:pt x="252" y="1663"/>
                    </a:cubicBezTo>
                    <a:cubicBezTo>
                      <a:pt x="235" y="1699"/>
                      <a:pt x="235" y="1699"/>
                      <a:pt x="235" y="1699"/>
                    </a:cubicBezTo>
                    <a:cubicBezTo>
                      <a:pt x="230" y="1728"/>
                      <a:pt x="230" y="1728"/>
                      <a:pt x="230" y="1728"/>
                    </a:cubicBezTo>
                    <a:cubicBezTo>
                      <a:pt x="208" y="1744"/>
                      <a:pt x="208" y="1744"/>
                      <a:pt x="208" y="1744"/>
                    </a:cubicBezTo>
                    <a:cubicBezTo>
                      <a:pt x="207" y="1761"/>
                      <a:pt x="207" y="1761"/>
                      <a:pt x="207" y="1761"/>
                    </a:cubicBezTo>
                    <a:cubicBezTo>
                      <a:pt x="189" y="1778"/>
                      <a:pt x="189" y="1778"/>
                      <a:pt x="189" y="1778"/>
                    </a:cubicBezTo>
                    <a:cubicBezTo>
                      <a:pt x="190" y="1824"/>
                      <a:pt x="190" y="1824"/>
                      <a:pt x="190" y="1824"/>
                    </a:cubicBezTo>
                    <a:cubicBezTo>
                      <a:pt x="190" y="1824"/>
                      <a:pt x="172" y="1830"/>
                      <a:pt x="169" y="1859"/>
                    </a:cubicBezTo>
                    <a:cubicBezTo>
                      <a:pt x="172" y="1872"/>
                      <a:pt x="172" y="1872"/>
                      <a:pt x="172" y="1872"/>
                    </a:cubicBezTo>
                    <a:cubicBezTo>
                      <a:pt x="163" y="1876"/>
                      <a:pt x="163" y="1876"/>
                      <a:pt x="163" y="1876"/>
                    </a:cubicBezTo>
                    <a:cubicBezTo>
                      <a:pt x="164" y="1889"/>
                      <a:pt x="164" y="1889"/>
                      <a:pt x="164" y="1889"/>
                    </a:cubicBezTo>
                    <a:cubicBezTo>
                      <a:pt x="183" y="1896"/>
                      <a:pt x="183" y="1896"/>
                      <a:pt x="183" y="1896"/>
                    </a:cubicBezTo>
                    <a:cubicBezTo>
                      <a:pt x="173" y="1902"/>
                      <a:pt x="173" y="1902"/>
                      <a:pt x="173" y="1902"/>
                    </a:cubicBezTo>
                    <a:cubicBezTo>
                      <a:pt x="174" y="1914"/>
                      <a:pt x="174" y="1914"/>
                      <a:pt x="174" y="1914"/>
                    </a:cubicBezTo>
                    <a:cubicBezTo>
                      <a:pt x="202" y="1914"/>
                      <a:pt x="202" y="1914"/>
                      <a:pt x="202" y="1914"/>
                    </a:cubicBezTo>
                    <a:cubicBezTo>
                      <a:pt x="213" y="1905"/>
                      <a:pt x="213" y="1905"/>
                      <a:pt x="213" y="1905"/>
                    </a:cubicBezTo>
                    <a:cubicBezTo>
                      <a:pt x="232" y="1918"/>
                      <a:pt x="232" y="1918"/>
                      <a:pt x="232" y="1918"/>
                    </a:cubicBezTo>
                    <a:cubicBezTo>
                      <a:pt x="259" y="1918"/>
                      <a:pt x="259" y="1918"/>
                      <a:pt x="259" y="1918"/>
                    </a:cubicBezTo>
                    <a:cubicBezTo>
                      <a:pt x="281" y="1907"/>
                      <a:pt x="281" y="1907"/>
                      <a:pt x="281" y="1907"/>
                    </a:cubicBezTo>
                    <a:cubicBezTo>
                      <a:pt x="301" y="1928"/>
                      <a:pt x="301" y="1928"/>
                      <a:pt x="301" y="1928"/>
                    </a:cubicBezTo>
                    <a:cubicBezTo>
                      <a:pt x="321" y="1928"/>
                      <a:pt x="321" y="1928"/>
                      <a:pt x="321" y="1928"/>
                    </a:cubicBezTo>
                    <a:cubicBezTo>
                      <a:pt x="326" y="1920"/>
                      <a:pt x="326" y="1920"/>
                      <a:pt x="326" y="1920"/>
                    </a:cubicBezTo>
                    <a:cubicBezTo>
                      <a:pt x="344" y="1924"/>
                      <a:pt x="344" y="1924"/>
                      <a:pt x="344" y="1924"/>
                    </a:cubicBezTo>
                    <a:cubicBezTo>
                      <a:pt x="359" y="1921"/>
                      <a:pt x="359" y="1921"/>
                      <a:pt x="359" y="1921"/>
                    </a:cubicBezTo>
                    <a:cubicBezTo>
                      <a:pt x="358" y="1906"/>
                      <a:pt x="358" y="1906"/>
                      <a:pt x="358" y="1906"/>
                    </a:cubicBezTo>
                    <a:cubicBezTo>
                      <a:pt x="346" y="1902"/>
                      <a:pt x="346" y="1902"/>
                      <a:pt x="346" y="1902"/>
                    </a:cubicBezTo>
                    <a:cubicBezTo>
                      <a:pt x="329" y="1909"/>
                      <a:pt x="329" y="1909"/>
                      <a:pt x="329" y="1909"/>
                    </a:cubicBezTo>
                    <a:cubicBezTo>
                      <a:pt x="323" y="1908"/>
                      <a:pt x="323" y="1908"/>
                      <a:pt x="323" y="1908"/>
                    </a:cubicBezTo>
                    <a:cubicBezTo>
                      <a:pt x="314" y="1885"/>
                      <a:pt x="314" y="1885"/>
                      <a:pt x="314" y="1885"/>
                    </a:cubicBezTo>
                    <a:cubicBezTo>
                      <a:pt x="329" y="1871"/>
                      <a:pt x="329" y="1871"/>
                      <a:pt x="329" y="1871"/>
                    </a:cubicBezTo>
                    <a:cubicBezTo>
                      <a:pt x="366" y="1873"/>
                      <a:pt x="366" y="1873"/>
                      <a:pt x="366" y="1873"/>
                    </a:cubicBezTo>
                    <a:cubicBezTo>
                      <a:pt x="385" y="1883"/>
                      <a:pt x="385" y="1883"/>
                      <a:pt x="385" y="1883"/>
                    </a:cubicBezTo>
                    <a:cubicBezTo>
                      <a:pt x="386" y="1900"/>
                      <a:pt x="386" y="1900"/>
                      <a:pt x="386" y="1900"/>
                    </a:cubicBezTo>
                    <a:cubicBezTo>
                      <a:pt x="403" y="1900"/>
                      <a:pt x="403" y="1900"/>
                      <a:pt x="403" y="1900"/>
                    </a:cubicBezTo>
                    <a:cubicBezTo>
                      <a:pt x="410" y="1912"/>
                      <a:pt x="410" y="1912"/>
                      <a:pt x="410" y="1912"/>
                    </a:cubicBezTo>
                    <a:cubicBezTo>
                      <a:pt x="424" y="1910"/>
                      <a:pt x="424" y="1910"/>
                      <a:pt x="424" y="1910"/>
                    </a:cubicBezTo>
                    <a:cubicBezTo>
                      <a:pt x="424" y="1909"/>
                      <a:pt x="424" y="1909"/>
                      <a:pt x="424" y="1909"/>
                    </a:cubicBezTo>
                    <a:cubicBezTo>
                      <a:pt x="426" y="1906"/>
                      <a:pt x="425" y="1903"/>
                      <a:pt x="424" y="1900"/>
                    </a:cubicBezTo>
                    <a:cubicBezTo>
                      <a:pt x="422" y="1891"/>
                      <a:pt x="436" y="1896"/>
                      <a:pt x="439" y="1898"/>
                    </a:cubicBezTo>
                    <a:cubicBezTo>
                      <a:pt x="445" y="1902"/>
                      <a:pt x="450" y="1908"/>
                      <a:pt x="456" y="1911"/>
                    </a:cubicBezTo>
                    <a:cubicBezTo>
                      <a:pt x="457" y="1912"/>
                      <a:pt x="461" y="1915"/>
                      <a:pt x="463" y="1913"/>
                    </a:cubicBezTo>
                    <a:cubicBezTo>
                      <a:pt x="465" y="1911"/>
                      <a:pt x="464" y="1906"/>
                      <a:pt x="463" y="1904"/>
                    </a:cubicBezTo>
                    <a:cubicBezTo>
                      <a:pt x="462" y="1900"/>
                      <a:pt x="460" y="1897"/>
                      <a:pt x="457" y="1895"/>
                    </a:cubicBezTo>
                    <a:cubicBezTo>
                      <a:pt x="454" y="1893"/>
                      <a:pt x="451" y="1892"/>
                      <a:pt x="448" y="1890"/>
                    </a:cubicBezTo>
                    <a:cubicBezTo>
                      <a:pt x="446" y="1887"/>
                      <a:pt x="444" y="1883"/>
                      <a:pt x="444" y="1880"/>
                    </a:cubicBezTo>
                    <a:cubicBezTo>
                      <a:pt x="445" y="1877"/>
                      <a:pt x="447" y="1876"/>
                      <a:pt x="450" y="1877"/>
                    </a:cubicBezTo>
                    <a:cubicBezTo>
                      <a:pt x="453" y="1879"/>
                      <a:pt x="456" y="1882"/>
                      <a:pt x="458" y="1885"/>
                    </a:cubicBezTo>
                    <a:cubicBezTo>
                      <a:pt x="461" y="1888"/>
                      <a:pt x="464" y="1891"/>
                      <a:pt x="468" y="1893"/>
                    </a:cubicBezTo>
                    <a:cubicBezTo>
                      <a:pt x="475" y="1899"/>
                      <a:pt x="482" y="1906"/>
                      <a:pt x="489" y="1912"/>
                    </a:cubicBezTo>
                    <a:cubicBezTo>
                      <a:pt x="494" y="1917"/>
                      <a:pt x="500" y="1923"/>
                      <a:pt x="508" y="1922"/>
                    </a:cubicBezTo>
                    <a:cubicBezTo>
                      <a:pt x="511" y="1921"/>
                      <a:pt x="514" y="1919"/>
                      <a:pt x="517" y="1919"/>
                    </a:cubicBezTo>
                    <a:cubicBezTo>
                      <a:pt x="521" y="1919"/>
                      <a:pt x="524" y="1921"/>
                      <a:pt x="526" y="1924"/>
                    </a:cubicBezTo>
                    <a:cubicBezTo>
                      <a:pt x="532" y="1931"/>
                      <a:pt x="533" y="1941"/>
                      <a:pt x="541" y="1946"/>
                    </a:cubicBezTo>
                    <a:cubicBezTo>
                      <a:pt x="546" y="1950"/>
                      <a:pt x="552" y="1950"/>
                      <a:pt x="558" y="1953"/>
                    </a:cubicBezTo>
                    <a:cubicBezTo>
                      <a:pt x="584" y="1952"/>
                      <a:pt x="584" y="1952"/>
                      <a:pt x="584" y="1952"/>
                    </a:cubicBezTo>
                    <a:cubicBezTo>
                      <a:pt x="619" y="1979"/>
                      <a:pt x="619" y="1979"/>
                      <a:pt x="619" y="1979"/>
                    </a:cubicBezTo>
                    <a:cubicBezTo>
                      <a:pt x="615" y="2000"/>
                      <a:pt x="615" y="2000"/>
                      <a:pt x="615" y="2000"/>
                    </a:cubicBezTo>
                    <a:cubicBezTo>
                      <a:pt x="642" y="2009"/>
                      <a:pt x="642" y="2009"/>
                      <a:pt x="642" y="2009"/>
                    </a:cubicBezTo>
                    <a:cubicBezTo>
                      <a:pt x="645" y="2037"/>
                      <a:pt x="645" y="2037"/>
                      <a:pt x="645" y="2037"/>
                    </a:cubicBezTo>
                    <a:cubicBezTo>
                      <a:pt x="701" y="2001"/>
                      <a:pt x="701" y="2001"/>
                      <a:pt x="701" y="2001"/>
                    </a:cubicBezTo>
                    <a:cubicBezTo>
                      <a:pt x="694" y="1955"/>
                      <a:pt x="694" y="1955"/>
                      <a:pt x="694" y="1955"/>
                    </a:cubicBezTo>
                    <a:cubicBezTo>
                      <a:pt x="777" y="1979"/>
                      <a:pt x="777" y="1979"/>
                      <a:pt x="777" y="1979"/>
                    </a:cubicBezTo>
                    <a:cubicBezTo>
                      <a:pt x="801" y="2014"/>
                      <a:pt x="801" y="2014"/>
                      <a:pt x="801" y="2014"/>
                    </a:cubicBezTo>
                    <a:cubicBezTo>
                      <a:pt x="901" y="1999"/>
                      <a:pt x="901" y="1999"/>
                      <a:pt x="901" y="1999"/>
                    </a:cubicBezTo>
                    <a:cubicBezTo>
                      <a:pt x="916" y="1977"/>
                      <a:pt x="916" y="1977"/>
                      <a:pt x="916" y="1977"/>
                    </a:cubicBezTo>
                    <a:cubicBezTo>
                      <a:pt x="1030" y="1973"/>
                      <a:pt x="1030" y="1973"/>
                      <a:pt x="1030" y="1973"/>
                    </a:cubicBezTo>
                    <a:cubicBezTo>
                      <a:pt x="1020" y="1948"/>
                      <a:pt x="1020" y="1948"/>
                      <a:pt x="1020" y="1948"/>
                    </a:cubicBezTo>
                    <a:cubicBezTo>
                      <a:pt x="1086" y="1974"/>
                      <a:pt x="1086" y="1974"/>
                      <a:pt x="1086" y="1974"/>
                    </a:cubicBezTo>
                    <a:cubicBezTo>
                      <a:pt x="1129" y="1964"/>
                      <a:pt x="1129" y="1964"/>
                      <a:pt x="1129" y="1964"/>
                    </a:cubicBezTo>
                    <a:cubicBezTo>
                      <a:pt x="1132" y="1987"/>
                      <a:pt x="1132" y="1987"/>
                      <a:pt x="1132" y="1987"/>
                    </a:cubicBezTo>
                    <a:cubicBezTo>
                      <a:pt x="1171" y="2027"/>
                      <a:pt x="1171" y="2027"/>
                      <a:pt x="1171" y="2027"/>
                    </a:cubicBezTo>
                    <a:cubicBezTo>
                      <a:pt x="1191" y="1966"/>
                      <a:pt x="1191" y="1966"/>
                      <a:pt x="1191" y="1966"/>
                    </a:cubicBezTo>
                    <a:cubicBezTo>
                      <a:pt x="1165" y="1958"/>
                      <a:pt x="1165" y="1958"/>
                      <a:pt x="1165" y="1958"/>
                    </a:cubicBezTo>
                    <a:cubicBezTo>
                      <a:pt x="1185" y="1921"/>
                      <a:pt x="1185" y="1921"/>
                      <a:pt x="1185" y="1921"/>
                    </a:cubicBezTo>
                    <a:cubicBezTo>
                      <a:pt x="1164" y="1895"/>
                      <a:pt x="1150" y="1858"/>
                      <a:pt x="1150" y="1858"/>
                    </a:cubicBezTo>
                    <a:cubicBezTo>
                      <a:pt x="1193" y="1822"/>
                      <a:pt x="1193" y="1822"/>
                      <a:pt x="1193" y="1822"/>
                    </a:cubicBezTo>
                    <a:cubicBezTo>
                      <a:pt x="1235" y="1816"/>
                      <a:pt x="1235" y="1816"/>
                      <a:pt x="1235" y="1816"/>
                    </a:cubicBezTo>
                    <a:cubicBezTo>
                      <a:pt x="1251" y="1801"/>
                      <a:pt x="1251" y="1801"/>
                      <a:pt x="1251" y="1801"/>
                    </a:cubicBezTo>
                    <a:cubicBezTo>
                      <a:pt x="1255" y="1801"/>
                      <a:pt x="1255" y="1801"/>
                      <a:pt x="1255" y="1801"/>
                    </a:cubicBezTo>
                    <a:cubicBezTo>
                      <a:pt x="1265" y="1798"/>
                      <a:pt x="1265" y="1798"/>
                      <a:pt x="1265" y="1798"/>
                    </a:cubicBezTo>
                    <a:cubicBezTo>
                      <a:pt x="1265" y="1779"/>
                      <a:pt x="1265" y="1779"/>
                      <a:pt x="1265" y="1779"/>
                    </a:cubicBezTo>
                    <a:cubicBezTo>
                      <a:pt x="1275" y="1763"/>
                      <a:pt x="1275" y="1763"/>
                      <a:pt x="1275" y="1763"/>
                    </a:cubicBezTo>
                    <a:cubicBezTo>
                      <a:pt x="1276" y="1747"/>
                      <a:pt x="1276" y="1747"/>
                      <a:pt x="1276" y="1747"/>
                    </a:cubicBezTo>
                    <a:cubicBezTo>
                      <a:pt x="1286" y="1743"/>
                      <a:pt x="1286" y="1743"/>
                      <a:pt x="1286" y="1743"/>
                    </a:cubicBezTo>
                    <a:cubicBezTo>
                      <a:pt x="1291" y="1750"/>
                      <a:pt x="1291" y="1750"/>
                      <a:pt x="1291" y="1750"/>
                    </a:cubicBezTo>
                    <a:cubicBezTo>
                      <a:pt x="1307" y="1750"/>
                      <a:pt x="1307" y="1750"/>
                      <a:pt x="1307" y="1750"/>
                    </a:cubicBezTo>
                    <a:cubicBezTo>
                      <a:pt x="1316" y="1762"/>
                      <a:pt x="1316" y="1762"/>
                      <a:pt x="1316" y="1762"/>
                    </a:cubicBezTo>
                    <a:cubicBezTo>
                      <a:pt x="1320" y="1763"/>
                      <a:pt x="1320" y="1763"/>
                      <a:pt x="1320" y="1763"/>
                    </a:cubicBezTo>
                    <a:cubicBezTo>
                      <a:pt x="1338" y="1742"/>
                      <a:pt x="1338" y="1742"/>
                      <a:pt x="1338" y="1742"/>
                    </a:cubicBezTo>
                    <a:cubicBezTo>
                      <a:pt x="1340" y="1731"/>
                      <a:pt x="1340" y="1731"/>
                      <a:pt x="1340" y="1731"/>
                    </a:cubicBezTo>
                    <a:cubicBezTo>
                      <a:pt x="1348" y="1706"/>
                      <a:pt x="1348" y="1706"/>
                      <a:pt x="1348" y="1706"/>
                    </a:cubicBezTo>
                    <a:cubicBezTo>
                      <a:pt x="1348" y="1699"/>
                      <a:pt x="1348" y="1699"/>
                      <a:pt x="1348" y="1699"/>
                    </a:cubicBezTo>
                    <a:cubicBezTo>
                      <a:pt x="1295" y="1640"/>
                      <a:pt x="1295" y="1640"/>
                      <a:pt x="1295" y="1640"/>
                    </a:cubicBezTo>
                    <a:cubicBezTo>
                      <a:pt x="1266" y="1633"/>
                      <a:pt x="1266" y="1633"/>
                      <a:pt x="1266" y="1633"/>
                    </a:cubicBezTo>
                    <a:cubicBezTo>
                      <a:pt x="1261" y="1609"/>
                      <a:pt x="1261" y="1609"/>
                      <a:pt x="1261" y="1609"/>
                    </a:cubicBezTo>
                    <a:cubicBezTo>
                      <a:pt x="1196" y="1536"/>
                      <a:pt x="1196" y="1536"/>
                      <a:pt x="1196" y="1536"/>
                    </a:cubicBezTo>
                    <a:cubicBezTo>
                      <a:pt x="1166" y="1531"/>
                      <a:pt x="1166" y="1531"/>
                      <a:pt x="1166" y="1531"/>
                    </a:cubicBezTo>
                    <a:cubicBezTo>
                      <a:pt x="1106" y="1427"/>
                      <a:pt x="1106" y="1427"/>
                      <a:pt x="1106" y="1427"/>
                    </a:cubicBezTo>
                    <a:cubicBezTo>
                      <a:pt x="1130" y="1380"/>
                      <a:pt x="1130" y="1380"/>
                      <a:pt x="1130" y="1380"/>
                    </a:cubicBezTo>
                    <a:cubicBezTo>
                      <a:pt x="1089" y="1331"/>
                      <a:pt x="1076" y="1332"/>
                      <a:pt x="1076" y="1332"/>
                    </a:cubicBezTo>
                    <a:cubicBezTo>
                      <a:pt x="1063" y="1274"/>
                      <a:pt x="1063" y="1274"/>
                      <a:pt x="1063" y="1274"/>
                    </a:cubicBezTo>
                    <a:cubicBezTo>
                      <a:pt x="1075" y="1274"/>
                      <a:pt x="1075" y="1274"/>
                      <a:pt x="1075" y="1274"/>
                    </a:cubicBezTo>
                    <a:cubicBezTo>
                      <a:pt x="1095" y="1303"/>
                      <a:pt x="1095" y="1303"/>
                      <a:pt x="1095" y="1303"/>
                    </a:cubicBezTo>
                    <a:cubicBezTo>
                      <a:pt x="1093" y="1316"/>
                      <a:pt x="1093" y="1316"/>
                      <a:pt x="1093" y="1316"/>
                    </a:cubicBezTo>
                    <a:cubicBezTo>
                      <a:pt x="1106" y="1318"/>
                      <a:pt x="1106" y="1318"/>
                      <a:pt x="1106" y="1318"/>
                    </a:cubicBezTo>
                    <a:cubicBezTo>
                      <a:pt x="1114" y="1281"/>
                      <a:pt x="1114" y="1281"/>
                      <a:pt x="1114" y="1281"/>
                    </a:cubicBezTo>
                    <a:cubicBezTo>
                      <a:pt x="1147" y="1256"/>
                      <a:pt x="1147" y="1256"/>
                      <a:pt x="1147" y="1256"/>
                    </a:cubicBezTo>
                    <a:cubicBezTo>
                      <a:pt x="1219" y="1252"/>
                      <a:pt x="1219" y="1252"/>
                      <a:pt x="1219" y="1252"/>
                    </a:cubicBezTo>
                    <a:cubicBezTo>
                      <a:pt x="1295" y="1211"/>
                      <a:pt x="1295" y="1211"/>
                      <a:pt x="1295" y="1211"/>
                    </a:cubicBezTo>
                    <a:cubicBezTo>
                      <a:pt x="1316" y="1216"/>
                      <a:pt x="1316" y="1216"/>
                      <a:pt x="1316" y="1216"/>
                    </a:cubicBezTo>
                    <a:cubicBezTo>
                      <a:pt x="1330" y="1191"/>
                      <a:pt x="1330" y="1191"/>
                      <a:pt x="1330" y="1191"/>
                    </a:cubicBezTo>
                    <a:cubicBezTo>
                      <a:pt x="1386" y="1185"/>
                      <a:pt x="1386" y="1185"/>
                      <a:pt x="1386" y="1185"/>
                    </a:cubicBezTo>
                    <a:cubicBezTo>
                      <a:pt x="1426" y="1159"/>
                      <a:pt x="1426" y="1159"/>
                      <a:pt x="1426" y="1159"/>
                    </a:cubicBezTo>
                    <a:cubicBezTo>
                      <a:pt x="1477" y="1157"/>
                      <a:pt x="1477" y="1157"/>
                      <a:pt x="1477" y="1157"/>
                    </a:cubicBezTo>
                    <a:cubicBezTo>
                      <a:pt x="1478" y="1145"/>
                      <a:pt x="1478" y="1145"/>
                      <a:pt x="1478" y="1145"/>
                    </a:cubicBezTo>
                    <a:cubicBezTo>
                      <a:pt x="1458" y="1120"/>
                      <a:pt x="1458" y="1120"/>
                      <a:pt x="1458" y="1120"/>
                    </a:cubicBezTo>
                    <a:cubicBezTo>
                      <a:pt x="1468" y="1110"/>
                      <a:pt x="1468" y="1110"/>
                      <a:pt x="1468" y="1110"/>
                    </a:cubicBezTo>
                    <a:cubicBezTo>
                      <a:pt x="1522" y="1130"/>
                      <a:pt x="1522" y="1130"/>
                      <a:pt x="1522" y="1130"/>
                    </a:cubicBezTo>
                    <a:cubicBezTo>
                      <a:pt x="1522" y="1164"/>
                      <a:pt x="1522" y="1164"/>
                      <a:pt x="1522" y="1164"/>
                    </a:cubicBezTo>
                    <a:cubicBezTo>
                      <a:pt x="1545" y="1176"/>
                      <a:pt x="1545" y="1176"/>
                      <a:pt x="1545" y="1176"/>
                    </a:cubicBezTo>
                    <a:cubicBezTo>
                      <a:pt x="1584" y="1160"/>
                      <a:pt x="1584" y="1160"/>
                      <a:pt x="1584" y="1160"/>
                    </a:cubicBezTo>
                    <a:cubicBezTo>
                      <a:pt x="1585" y="1131"/>
                      <a:pt x="1585" y="1131"/>
                      <a:pt x="1585" y="1131"/>
                    </a:cubicBezTo>
                    <a:cubicBezTo>
                      <a:pt x="1585" y="1131"/>
                      <a:pt x="1585" y="1131"/>
                      <a:pt x="1585" y="1131"/>
                    </a:cubicBezTo>
                    <a:cubicBezTo>
                      <a:pt x="1576" y="1096"/>
                      <a:pt x="1576" y="1096"/>
                      <a:pt x="1576" y="1096"/>
                    </a:cubicBezTo>
                    <a:lnTo>
                      <a:pt x="1589" y="1054"/>
                    </a:lnTo>
                    <a:close/>
                    <a:moveTo>
                      <a:pt x="631" y="683"/>
                    </a:moveTo>
                    <a:cubicBezTo>
                      <a:pt x="631" y="682"/>
                      <a:pt x="627" y="682"/>
                      <a:pt x="626" y="682"/>
                    </a:cubicBezTo>
                    <a:cubicBezTo>
                      <a:pt x="623" y="681"/>
                      <a:pt x="621" y="681"/>
                      <a:pt x="620" y="679"/>
                    </a:cubicBezTo>
                    <a:cubicBezTo>
                      <a:pt x="618" y="674"/>
                      <a:pt x="621" y="672"/>
                      <a:pt x="625" y="670"/>
                    </a:cubicBezTo>
                    <a:cubicBezTo>
                      <a:pt x="628" y="669"/>
                      <a:pt x="631" y="668"/>
                      <a:pt x="636" y="668"/>
                    </a:cubicBezTo>
                    <a:cubicBezTo>
                      <a:pt x="638" y="669"/>
                      <a:pt x="642" y="672"/>
                      <a:pt x="643" y="674"/>
                    </a:cubicBezTo>
                    <a:cubicBezTo>
                      <a:pt x="643" y="677"/>
                      <a:pt x="634" y="681"/>
                      <a:pt x="631" y="683"/>
                    </a:cubicBezTo>
                    <a:close/>
                    <a:moveTo>
                      <a:pt x="845" y="1886"/>
                    </a:moveTo>
                    <a:cubicBezTo>
                      <a:pt x="843" y="1887"/>
                      <a:pt x="844" y="1892"/>
                      <a:pt x="842" y="1892"/>
                    </a:cubicBezTo>
                    <a:cubicBezTo>
                      <a:pt x="839" y="1893"/>
                      <a:pt x="839" y="1883"/>
                      <a:pt x="839" y="1881"/>
                    </a:cubicBezTo>
                    <a:cubicBezTo>
                      <a:pt x="838" y="1879"/>
                      <a:pt x="837" y="1876"/>
                      <a:pt x="837" y="1874"/>
                    </a:cubicBezTo>
                    <a:cubicBezTo>
                      <a:pt x="837" y="1871"/>
                      <a:pt x="838" y="1869"/>
                      <a:pt x="838" y="1867"/>
                    </a:cubicBezTo>
                    <a:cubicBezTo>
                      <a:pt x="838" y="1865"/>
                      <a:pt x="841" y="1854"/>
                      <a:pt x="844" y="1860"/>
                    </a:cubicBezTo>
                    <a:cubicBezTo>
                      <a:pt x="845" y="1862"/>
                      <a:pt x="845" y="1865"/>
                      <a:pt x="845" y="1867"/>
                    </a:cubicBezTo>
                    <a:cubicBezTo>
                      <a:pt x="845" y="1869"/>
                      <a:pt x="844" y="1871"/>
                      <a:pt x="845" y="1873"/>
                    </a:cubicBezTo>
                    <a:cubicBezTo>
                      <a:pt x="846" y="1875"/>
                      <a:pt x="847" y="1878"/>
                      <a:pt x="848" y="1880"/>
                    </a:cubicBezTo>
                    <a:cubicBezTo>
                      <a:pt x="849" y="1884"/>
                      <a:pt x="847" y="1884"/>
                      <a:pt x="845" y="1886"/>
                    </a:cubicBezTo>
                    <a:close/>
                    <a:moveTo>
                      <a:pt x="882" y="1889"/>
                    </a:moveTo>
                    <a:cubicBezTo>
                      <a:pt x="878" y="1895"/>
                      <a:pt x="877" y="1900"/>
                      <a:pt x="876" y="1907"/>
                    </a:cubicBezTo>
                    <a:cubicBezTo>
                      <a:pt x="876" y="1911"/>
                      <a:pt x="876" y="1915"/>
                      <a:pt x="876" y="1919"/>
                    </a:cubicBezTo>
                    <a:cubicBezTo>
                      <a:pt x="875" y="1922"/>
                      <a:pt x="874" y="1924"/>
                      <a:pt x="872" y="1921"/>
                    </a:cubicBezTo>
                    <a:cubicBezTo>
                      <a:pt x="870" y="1917"/>
                      <a:pt x="869" y="1913"/>
                      <a:pt x="868" y="1908"/>
                    </a:cubicBezTo>
                    <a:cubicBezTo>
                      <a:pt x="867" y="1904"/>
                      <a:pt x="868" y="1900"/>
                      <a:pt x="870" y="1896"/>
                    </a:cubicBezTo>
                    <a:cubicBezTo>
                      <a:pt x="872" y="1893"/>
                      <a:pt x="874" y="1891"/>
                      <a:pt x="876" y="1888"/>
                    </a:cubicBezTo>
                    <a:cubicBezTo>
                      <a:pt x="877" y="1885"/>
                      <a:pt x="878" y="1881"/>
                      <a:pt x="880" y="1879"/>
                    </a:cubicBezTo>
                    <a:cubicBezTo>
                      <a:pt x="882" y="1877"/>
                      <a:pt x="884" y="1877"/>
                      <a:pt x="885" y="1880"/>
                    </a:cubicBezTo>
                    <a:cubicBezTo>
                      <a:pt x="886" y="1883"/>
                      <a:pt x="884" y="1887"/>
                      <a:pt x="882" y="1889"/>
                    </a:cubicBezTo>
                    <a:close/>
                    <a:moveTo>
                      <a:pt x="1069" y="1914"/>
                    </a:moveTo>
                    <a:cubicBezTo>
                      <a:pt x="1073" y="1915"/>
                      <a:pt x="1073" y="1911"/>
                      <a:pt x="1074" y="1908"/>
                    </a:cubicBezTo>
                    <a:cubicBezTo>
                      <a:pt x="1075" y="1905"/>
                      <a:pt x="1076" y="1903"/>
                      <a:pt x="1079" y="1902"/>
                    </a:cubicBezTo>
                    <a:cubicBezTo>
                      <a:pt x="1082" y="1902"/>
                      <a:pt x="1083" y="1906"/>
                      <a:pt x="1084" y="1908"/>
                    </a:cubicBezTo>
                    <a:cubicBezTo>
                      <a:pt x="1084" y="1909"/>
                      <a:pt x="1085" y="1910"/>
                      <a:pt x="1087" y="1911"/>
                    </a:cubicBezTo>
                    <a:cubicBezTo>
                      <a:pt x="1088" y="1911"/>
                      <a:pt x="1089" y="1911"/>
                      <a:pt x="1090" y="1912"/>
                    </a:cubicBezTo>
                    <a:cubicBezTo>
                      <a:pt x="1092" y="1915"/>
                      <a:pt x="1090" y="1918"/>
                      <a:pt x="1090" y="1921"/>
                    </a:cubicBezTo>
                    <a:cubicBezTo>
                      <a:pt x="1090" y="1922"/>
                      <a:pt x="1090" y="1925"/>
                      <a:pt x="1089" y="1926"/>
                    </a:cubicBezTo>
                    <a:cubicBezTo>
                      <a:pt x="1086" y="1927"/>
                      <a:pt x="1084" y="1926"/>
                      <a:pt x="1082" y="1925"/>
                    </a:cubicBezTo>
                    <a:cubicBezTo>
                      <a:pt x="1078" y="1925"/>
                      <a:pt x="1074" y="1925"/>
                      <a:pt x="1071" y="1925"/>
                    </a:cubicBezTo>
                    <a:cubicBezTo>
                      <a:pt x="1070" y="1924"/>
                      <a:pt x="1069" y="1924"/>
                      <a:pt x="1068" y="1924"/>
                    </a:cubicBezTo>
                    <a:cubicBezTo>
                      <a:pt x="1066" y="1924"/>
                      <a:pt x="1065" y="1925"/>
                      <a:pt x="1063" y="1924"/>
                    </a:cubicBezTo>
                    <a:cubicBezTo>
                      <a:pt x="1060" y="1924"/>
                      <a:pt x="1059" y="1921"/>
                      <a:pt x="1059" y="1919"/>
                    </a:cubicBezTo>
                    <a:cubicBezTo>
                      <a:pt x="1059" y="1917"/>
                      <a:pt x="1059" y="1916"/>
                      <a:pt x="1060" y="1914"/>
                    </a:cubicBezTo>
                    <a:cubicBezTo>
                      <a:pt x="1060" y="1913"/>
                      <a:pt x="1060" y="1911"/>
                      <a:pt x="1061" y="1911"/>
                    </a:cubicBezTo>
                    <a:cubicBezTo>
                      <a:pt x="1064" y="1909"/>
                      <a:pt x="1067" y="1913"/>
                      <a:pt x="1069" y="1914"/>
                    </a:cubicBezTo>
                    <a:close/>
                    <a:moveTo>
                      <a:pt x="1221" y="478"/>
                    </a:moveTo>
                    <a:cubicBezTo>
                      <a:pt x="1220" y="481"/>
                      <a:pt x="1223" y="487"/>
                      <a:pt x="1218" y="488"/>
                    </a:cubicBezTo>
                    <a:cubicBezTo>
                      <a:pt x="1218" y="489"/>
                      <a:pt x="1217" y="489"/>
                      <a:pt x="1216" y="489"/>
                    </a:cubicBezTo>
                    <a:cubicBezTo>
                      <a:pt x="1215" y="489"/>
                      <a:pt x="1215" y="491"/>
                      <a:pt x="1214" y="492"/>
                    </a:cubicBezTo>
                    <a:cubicBezTo>
                      <a:pt x="1214" y="494"/>
                      <a:pt x="1211" y="504"/>
                      <a:pt x="1208" y="500"/>
                    </a:cubicBezTo>
                    <a:cubicBezTo>
                      <a:pt x="1207" y="499"/>
                      <a:pt x="1208" y="497"/>
                      <a:pt x="1208" y="495"/>
                    </a:cubicBezTo>
                    <a:cubicBezTo>
                      <a:pt x="1208" y="494"/>
                      <a:pt x="1208" y="492"/>
                      <a:pt x="1209" y="490"/>
                    </a:cubicBezTo>
                    <a:cubicBezTo>
                      <a:pt x="1209" y="488"/>
                      <a:pt x="1209" y="483"/>
                      <a:pt x="1207" y="481"/>
                    </a:cubicBezTo>
                    <a:cubicBezTo>
                      <a:pt x="1201" y="479"/>
                      <a:pt x="1201" y="485"/>
                      <a:pt x="1199" y="488"/>
                    </a:cubicBezTo>
                    <a:cubicBezTo>
                      <a:pt x="1198" y="489"/>
                      <a:pt x="1195" y="490"/>
                      <a:pt x="1194" y="489"/>
                    </a:cubicBezTo>
                    <a:cubicBezTo>
                      <a:pt x="1192" y="488"/>
                      <a:pt x="1194" y="485"/>
                      <a:pt x="1195" y="484"/>
                    </a:cubicBezTo>
                    <a:cubicBezTo>
                      <a:pt x="1196" y="483"/>
                      <a:pt x="1199" y="482"/>
                      <a:pt x="1199" y="480"/>
                    </a:cubicBezTo>
                    <a:cubicBezTo>
                      <a:pt x="1200" y="478"/>
                      <a:pt x="1199" y="478"/>
                      <a:pt x="1198" y="476"/>
                    </a:cubicBezTo>
                    <a:cubicBezTo>
                      <a:pt x="1196" y="474"/>
                      <a:pt x="1196" y="469"/>
                      <a:pt x="1197" y="467"/>
                    </a:cubicBezTo>
                    <a:cubicBezTo>
                      <a:pt x="1199" y="463"/>
                      <a:pt x="1200" y="460"/>
                      <a:pt x="1202" y="457"/>
                    </a:cubicBezTo>
                    <a:cubicBezTo>
                      <a:pt x="1203" y="453"/>
                      <a:pt x="1208" y="451"/>
                      <a:pt x="1208" y="457"/>
                    </a:cubicBezTo>
                    <a:cubicBezTo>
                      <a:pt x="1208" y="461"/>
                      <a:pt x="1205" y="465"/>
                      <a:pt x="1209" y="468"/>
                    </a:cubicBezTo>
                    <a:cubicBezTo>
                      <a:pt x="1210" y="470"/>
                      <a:pt x="1212" y="470"/>
                      <a:pt x="1214" y="470"/>
                    </a:cubicBezTo>
                    <a:cubicBezTo>
                      <a:pt x="1215" y="471"/>
                      <a:pt x="1216" y="473"/>
                      <a:pt x="1218" y="473"/>
                    </a:cubicBezTo>
                    <a:cubicBezTo>
                      <a:pt x="1220" y="473"/>
                      <a:pt x="1222" y="470"/>
                      <a:pt x="1224" y="473"/>
                    </a:cubicBezTo>
                    <a:cubicBezTo>
                      <a:pt x="1225" y="475"/>
                      <a:pt x="1223" y="477"/>
                      <a:pt x="1221" y="47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8" name="Freeform 2571">
                <a:extLst>
                  <a:ext uri="{FF2B5EF4-FFF2-40B4-BE49-F238E27FC236}">
                    <a16:creationId xmlns:a16="http://schemas.microsoft.com/office/drawing/2014/main" id="{8D4B1C84-05E8-42E8-A6BB-891F68377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2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9" name="Freeform 2572">
                <a:extLst>
                  <a:ext uri="{FF2B5EF4-FFF2-40B4-BE49-F238E27FC236}">
                    <a16:creationId xmlns:a16="http://schemas.microsoft.com/office/drawing/2014/main" id="{18D67C2E-2C70-4510-8063-E6F4ED9A1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826"/>
                <a:ext cx="3" cy="5"/>
              </a:xfrm>
              <a:custGeom>
                <a:avLst/>
                <a:gdLst>
                  <a:gd name="T0" fmla="*/ 3 w 9"/>
                  <a:gd name="T1" fmla="*/ 3 h 13"/>
                  <a:gd name="T2" fmla="*/ 9 w 9"/>
                  <a:gd name="T3" fmla="*/ 6 h 13"/>
                  <a:gd name="T4" fmla="*/ 8 w 9"/>
                  <a:gd name="T5" fmla="*/ 10 h 13"/>
                  <a:gd name="T6" fmla="*/ 4 w 9"/>
                  <a:gd name="T7" fmla="*/ 13 h 13"/>
                  <a:gd name="T8" fmla="*/ 3 w 9"/>
                  <a:gd name="T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3"/>
                    </a:moveTo>
                    <a:cubicBezTo>
                      <a:pt x="5" y="0"/>
                      <a:pt x="7" y="4"/>
                      <a:pt x="9" y="6"/>
                    </a:cubicBezTo>
                    <a:cubicBezTo>
                      <a:pt x="9" y="6"/>
                      <a:pt x="8" y="10"/>
                      <a:pt x="8" y="10"/>
                    </a:cubicBezTo>
                    <a:cubicBezTo>
                      <a:pt x="7" y="12"/>
                      <a:pt x="6" y="13"/>
                      <a:pt x="4" y="13"/>
                    </a:cubicBezTo>
                    <a:cubicBezTo>
                      <a:pt x="0" y="12"/>
                      <a:pt x="1" y="5"/>
                      <a:pt x="3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0" name="Freeform 2573">
                <a:extLst>
                  <a:ext uri="{FF2B5EF4-FFF2-40B4-BE49-F238E27FC236}">
                    <a16:creationId xmlns:a16="http://schemas.microsoft.com/office/drawing/2014/main" id="{60F496AD-EE28-4051-9E19-89A7F6DE8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815"/>
                <a:ext cx="3" cy="3"/>
              </a:xfrm>
              <a:custGeom>
                <a:avLst/>
                <a:gdLst>
                  <a:gd name="T0" fmla="*/ 6 w 7"/>
                  <a:gd name="T1" fmla="*/ 7 h 8"/>
                  <a:gd name="T2" fmla="*/ 3 w 7"/>
                  <a:gd name="T3" fmla="*/ 8 h 8"/>
                  <a:gd name="T4" fmla="*/ 3 w 7"/>
                  <a:gd name="T5" fmla="*/ 7 h 8"/>
                  <a:gd name="T6" fmla="*/ 2 w 7"/>
                  <a:gd name="T7" fmla="*/ 7 h 8"/>
                  <a:gd name="T8" fmla="*/ 0 w 7"/>
                  <a:gd name="T9" fmla="*/ 6 h 8"/>
                  <a:gd name="T10" fmla="*/ 1 w 7"/>
                  <a:gd name="T11" fmla="*/ 2 h 8"/>
                  <a:gd name="T12" fmla="*/ 6 w 7"/>
                  <a:gd name="T13" fmla="*/ 1 h 8"/>
                  <a:gd name="T14" fmla="*/ 7 w 7"/>
                  <a:gd name="T15" fmla="*/ 3 h 8"/>
                  <a:gd name="T16" fmla="*/ 6 w 7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6" y="7"/>
                    </a:moveTo>
                    <a:cubicBezTo>
                      <a:pt x="5" y="7"/>
                      <a:pt x="4" y="7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0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6" y="1"/>
                      <a:pt x="7" y="2"/>
                      <a:pt x="7" y="3"/>
                    </a:cubicBezTo>
                    <a:cubicBezTo>
                      <a:pt x="7" y="4"/>
                      <a:pt x="7" y="6"/>
                      <a:pt x="6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1" name="Freeform 2574">
                <a:extLst>
                  <a:ext uri="{FF2B5EF4-FFF2-40B4-BE49-F238E27FC236}">
                    <a16:creationId xmlns:a16="http://schemas.microsoft.com/office/drawing/2014/main" id="{AC93D9F3-A3E9-44D3-A628-F414DBAA0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865"/>
                <a:ext cx="6" cy="4"/>
              </a:xfrm>
              <a:custGeom>
                <a:avLst/>
                <a:gdLst>
                  <a:gd name="T0" fmla="*/ 2 w 14"/>
                  <a:gd name="T1" fmla="*/ 9 h 10"/>
                  <a:gd name="T2" fmla="*/ 5 w 14"/>
                  <a:gd name="T3" fmla="*/ 0 h 10"/>
                  <a:gd name="T4" fmla="*/ 13 w 14"/>
                  <a:gd name="T5" fmla="*/ 3 h 10"/>
                  <a:gd name="T6" fmla="*/ 12 w 14"/>
                  <a:gd name="T7" fmla="*/ 8 h 10"/>
                  <a:gd name="T8" fmla="*/ 2 w 14"/>
                  <a:gd name="T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2" y="9"/>
                    </a:moveTo>
                    <a:cubicBezTo>
                      <a:pt x="0" y="5"/>
                      <a:pt x="1" y="1"/>
                      <a:pt x="5" y="0"/>
                    </a:cubicBezTo>
                    <a:cubicBezTo>
                      <a:pt x="8" y="0"/>
                      <a:pt x="11" y="1"/>
                      <a:pt x="13" y="3"/>
                    </a:cubicBezTo>
                    <a:cubicBezTo>
                      <a:pt x="14" y="4"/>
                      <a:pt x="14" y="7"/>
                      <a:pt x="12" y="8"/>
                    </a:cubicBezTo>
                    <a:cubicBezTo>
                      <a:pt x="11" y="9"/>
                      <a:pt x="3" y="10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2" name="Freeform 2575">
                <a:extLst>
                  <a:ext uri="{FF2B5EF4-FFF2-40B4-BE49-F238E27FC236}">
                    <a16:creationId xmlns:a16="http://schemas.microsoft.com/office/drawing/2014/main" id="{09193A40-78F8-498A-8D4F-335ECF24D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809"/>
                <a:ext cx="7" cy="3"/>
              </a:xfrm>
              <a:custGeom>
                <a:avLst/>
                <a:gdLst>
                  <a:gd name="T0" fmla="*/ 12 w 17"/>
                  <a:gd name="T1" fmla="*/ 7 h 8"/>
                  <a:gd name="T2" fmla="*/ 6 w 17"/>
                  <a:gd name="T3" fmla="*/ 7 h 8"/>
                  <a:gd name="T4" fmla="*/ 5 w 17"/>
                  <a:gd name="T5" fmla="*/ 7 h 8"/>
                  <a:gd name="T6" fmla="*/ 4 w 17"/>
                  <a:gd name="T7" fmla="*/ 7 h 8"/>
                  <a:gd name="T8" fmla="*/ 0 w 17"/>
                  <a:gd name="T9" fmla="*/ 7 h 8"/>
                  <a:gd name="T10" fmla="*/ 0 w 17"/>
                  <a:gd name="T11" fmla="*/ 3 h 8"/>
                  <a:gd name="T12" fmla="*/ 4 w 17"/>
                  <a:gd name="T13" fmla="*/ 1 h 8"/>
                  <a:gd name="T14" fmla="*/ 12 w 17"/>
                  <a:gd name="T15" fmla="*/ 0 h 8"/>
                  <a:gd name="T16" fmla="*/ 15 w 17"/>
                  <a:gd name="T17" fmla="*/ 0 h 8"/>
                  <a:gd name="T18" fmla="*/ 15 w 17"/>
                  <a:gd name="T19" fmla="*/ 6 h 8"/>
                  <a:gd name="T20" fmla="*/ 5 w 17"/>
                  <a:gd name="T21" fmla="*/ 7 h 8"/>
                  <a:gd name="T22" fmla="*/ 5 w 17"/>
                  <a:gd name="T2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8">
                    <a:moveTo>
                      <a:pt x="12" y="7"/>
                    </a:moveTo>
                    <a:cubicBezTo>
                      <a:pt x="10" y="7"/>
                      <a:pt x="8" y="7"/>
                      <a:pt x="6" y="7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2" y="8"/>
                      <a:pt x="1" y="8"/>
                      <a:pt x="0" y="7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1" y="1"/>
                      <a:pt x="2" y="1"/>
                      <a:pt x="4" y="1"/>
                    </a:cubicBezTo>
                    <a:cubicBezTo>
                      <a:pt x="6" y="0"/>
                      <a:pt x="9" y="0"/>
                      <a:pt x="12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7" y="2"/>
                      <a:pt x="17" y="5"/>
                      <a:pt x="15" y="6"/>
                    </a:cubicBezTo>
                    <a:cubicBezTo>
                      <a:pt x="12" y="7"/>
                      <a:pt x="8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3" name="Freeform 2576">
                <a:extLst>
                  <a:ext uri="{FF2B5EF4-FFF2-40B4-BE49-F238E27FC236}">
                    <a16:creationId xmlns:a16="http://schemas.microsoft.com/office/drawing/2014/main" id="{0A136B4A-58B2-4802-95A0-09C8B5DD9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831"/>
                <a:ext cx="4" cy="7"/>
              </a:xfrm>
              <a:custGeom>
                <a:avLst/>
                <a:gdLst>
                  <a:gd name="T0" fmla="*/ 6 w 9"/>
                  <a:gd name="T1" fmla="*/ 16 h 17"/>
                  <a:gd name="T2" fmla="*/ 0 w 9"/>
                  <a:gd name="T3" fmla="*/ 10 h 17"/>
                  <a:gd name="T4" fmla="*/ 0 w 9"/>
                  <a:gd name="T5" fmla="*/ 5 h 17"/>
                  <a:gd name="T6" fmla="*/ 3 w 9"/>
                  <a:gd name="T7" fmla="*/ 1 h 17"/>
                  <a:gd name="T8" fmla="*/ 6 w 9"/>
                  <a:gd name="T9" fmla="*/ 0 h 17"/>
                  <a:gd name="T10" fmla="*/ 9 w 9"/>
                  <a:gd name="T11" fmla="*/ 7 h 17"/>
                  <a:gd name="T12" fmla="*/ 6 w 9"/>
                  <a:gd name="T1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6" y="16"/>
                    </a:moveTo>
                    <a:cubicBezTo>
                      <a:pt x="4" y="17"/>
                      <a:pt x="1" y="11"/>
                      <a:pt x="0" y="10"/>
                    </a:cubicBezTo>
                    <a:cubicBezTo>
                      <a:pt x="0" y="8"/>
                      <a:pt x="0" y="7"/>
                      <a:pt x="0" y="5"/>
                    </a:cubicBezTo>
                    <a:cubicBezTo>
                      <a:pt x="1" y="3"/>
                      <a:pt x="1" y="2"/>
                      <a:pt x="3" y="1"/>
                    </a:cubicBezTo>
                    <a:cubicBezTo>
                      <a:pt x="4" y="0"/>
                      <a:pt x="4" y="0"/>
                      <a:pt x="6" y="0"/>
                    </a:cubicBezTo>
                    <a:cubicBezTo>
                      <a:pt x="9" y="0"/>
                      <a:pt x="9" y="5"/>
                      <a:pt x="9" y="7"/>
                    </a:cubicBezTo>
                    <a:cubicBezTo>
                      <a:pt x="8" y="10"/>
                      <a:pt x="9" y="14"/>
                      <a:pt x="6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4" name="Freeform 2577">
                <a:extLst>
                  <a:ext uri="{FF2B5EF4-FFF2-40B4-BE49-F238E27FC236}">
                    <a16:creationId xmlns:a16="http://schemas.microsoft.com/office/drawing/2014/main" id="{D4B7B1A6-54F0-4CEF-B744-661FE3BCD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1769"/>
                <a:ext cx="21" cy="17"/>
              </a:xfrm>
              <a:custGeom>
                <a:avLst/>
                <a:gdLst>
                  <a:gd name="T0" fmla="*/ 17 w 52"/>
                  <a:gd name="T1" fmla="*/ 33 h 43"/>
                  <a:gd name="T2" fmla="*/ 10 w 52"/>
                  <a:gd name="T3" fmla="*/ 29 h 43"/>
                  <a:gd name="T4" fmla="*/ 3 w 52"/>
                  <a:gd name="T5" fmla="*/ 27 h 43"/>
                  <a:gd name="T6" fmla="*/ 1 w 52"/>
                  <a:gd name="T7" fmla="*/ 22 h 43"/>
                  <a:gd name="T8" fmla="*/ 7 w 52"/>
                  <a:gd name="T9" fmla="*/ 19 h 43"/>
                  <a:gd name="T10" fmla="*/ 12 w 52"/>
                  <a:gd name="T11" fmla="*/ 16 h 43"/>
                  <a:gd name="T12" fmla="*/ 10 w 52"/>
                  <a:gd name="T13" fmla="*/ 10 h 43"/>
                  <a:gd name="T14" fmla="*/ 19 w 52"/>
                  <a:gd name="T15" fmla="*/ 1 h 43"/>
                  <a:gd name="T16" fmla="*/ 31 w 52"/>
                  <a:gd name="T17" fmla="*/ 7 h 43"/>
                  <a:gd name="T18" fmla="*/ 38 w 52"/>
                  <a:gd name="T19" fmla="*/ 8 h 43"/>
                  <a:gd name="T20" fmla="*/ 44 w 52"/>
                  <a:gd name="T21" fmla="*/ 13 h 43"/>
                  <a:gd name="T22" fmla="*/ 51 w 52"/>
                  <a:gd name="T23" fmla="*/ 27 h 43"/>
                  <a:gd name="T24" fmla="*/ 52 w 52"/>
                  <a:gd name="T25" fmla="*/ 36 h 43"/>
                  <a:gd name="T26" fmla="*/ 36 w 52"/>
                  <a:gd name="T27" fmla="*/ 35 h 43"/>
                  <a:gd name="T28" fmla="*/ 29 w 52"/>
                  <a:gd name="T29" fmla="*/ 39 h 43"/>
                  <a:gd name="T30" fmla="*/ 22 w 52"/>
                  <a:gd name="T31" fmla="*/ 40 h 43"/>
                  <a:gd name="T32" fmla="*/ 17 w 52"/>
                  <a:gd name="T33" fmla="*/ 3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43">
                    <a:moveTo>
                      <a:pt x="17" y="33"/>
                    </a:moveTo>
                    <a:cubicBezTo>
                      <a:pt x="15" y="31"/>
                      <a:pt x="12" y="30"/>
                      <a:pt x="10" y="29"/>
                    </a:cubicBezTo>
                    <a:cubicBezTo>
                      <a:pt x="8" y="28"/>
                      <a:pt x="5" y="28"/>
                      <a:pt x="3" y="27"/>
                    </a:cubicBezTo>
                    <a:cubicBezTo>
                      <a:pt x="1" y="26"/>
                      <a:pt x="0" y="24"/>
                      <a:pt x="1" y="22"/>
                    </a:cubicBezTo>
                    <a:cubicBezTo>
                      <a:pt x="1" y="19"/>
                      <a:pt x="4" y="19"/>
                      <a:pt x="7" y="19"/>
                    </a:cubicBezTo>
                    <a:cubicBezTo>
                      <a:pt x="9" y="19"/>
                      <a:pt x="12" y="19"/>
                      <a:pt x="12" y="16"/>
                    </a:cubicBezTo>
                    <a:cubicBezTo>
                      <a:pt x="12" y="14"/>
                      <a:pt x="10" y="12"/>
                      <a:pt x="10" y="10"/>
                    </a:cubicBezTo>
                    <a:cubicBezTo>
                      <a:pt x="9" y="5"/>
                      <a:pt x="14" y="0"/>
                      <a:pt x="19" y="1"/>
                    </a:cubicBezTo>
                    <a:cubicBezTo>
                      <a:pt x="24" y="2"/>
                      <a:pt x="27" y="5"/>
                      <a:pt x="31" y="7"/>
                    </a:cubicBezTo>
                    <a:cubicBezTo>
                      <a:pt x="34" y="8"/>
                      <a:pt x="36" y="7"/>
                      <a:pt x="38" y="8"/>
                    </a:cubicBezTo>
                    <a:cubicBezTo>
                      <a:pt x="41" y="9"/>
                      <a:pt x="43" y="11"/>
                      <a:pt x="44" y="13"/>
                    </a:cubicBezTo>
                    <a:cubicBezTo>
                      <a:pt x="48" y="17"/>
                      <a:pt x="51" y="22"/>
                      <a:pt x="51" y="27"/>
                    </a:cubicBezTo>
                    <a:cubicBezTo>
                      <a:pt x="52" y="30"/>
                      <a:pt x="52" y="33"/>
                      <a:pt x="52" y="36"/>
                    </a:cubicBezTo>
                    <a:cubicBezTo>
                      <a:pt x="51" y="43"/>
                      <a:pt x="39" y="36"/>
                      <a:pt x="36" y="35"/>
                    </a:cubicBezTo>
                    <a:cubicBezTo>
                      <a:pt x="32" y="34"/>
                      <a:pt x="30" y="36"/>
                      <a:pt x="29" y="39"/>
                    </a:cubicBezTo>
                    <a:cubicBezTo>
                      <a:pt x="28" y="43"/>
                      <a:pt x="24" y="43"/>
                      <a:pt x="22" y="40"/>
                    </a:cubicBezTo>
                    <a:cubicBezTo>
                      <a:pt x="19" y="38"/>
                      <a:pt x="19" y="35"/>
                      <a:pt x="17" y="3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5" name="Freeform 2578">
                <a:extLst>
                  <a:ext uri="{FF2B5EF4-FFF2-40B4-BE49-F238E27FC236}">
                    <a16:creationId xmlns:a16="http://schemas.microsoft.com/office/drawing/2014/main" id="{A87BF822-E5F5-4FA3-83F6-4C6650343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786"/>
                <a:ext cx="4" cy="4"/>
              </a:xfrm>
              <a:custGeom>
                <a:avLst/>
                <a:gdLst>
                  <a:gd name="T0" fmla="*/ 1 w 8"/>
                  <a:gd name="T1" fmla="*/ 3 h 10"/>
                  <a:gd name="T2" fmla="*/ 2 w 8"/>
                  <a:gd name="T3" fmla="*/ 1 h 10"/>
                  <a:gd name="T4" fmla="*/ 5 w 8"/>
                  <a:gd name="T5" fmla="*/ 1 h 10"/>
                  <a:gd name="T6" fmla="*/ 8 w 8"/>
                  <a:gd name="T7" fmla="*/ 4 h 10"/>
                  <a:gd name="T8" fmla="*/ 1 w 8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1" y="3"/>
                    </a:moveTo>
                    <a:cubicBezTo>
                      <a:pt x="0" y="3"/>
                      <a:pt x="2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7" y="1"/>
                      <a:pt x="8" y="2"/>
                      <a:pt x="8" y="4"/>
                    </a:cubicBezTo>
                    <a:cubicBezTo>
                      <a:pt x="8" y="10"/>
                      <a:pt x="3" y="5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6" name="Freeform 2579">
                <a:extLst>
                  <a:ext uri="{FF2B5EF4-FFF2-40B4-BE49-F238E27FC236}">
                    <a16:creationId xmlns:a16="http://schemas.microsoft.com/office/drawing/2014/main" id="{3F067E19-603D-4E82-BE7C-5154AD4B6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773"/>
                <a:ext cx="3" cy="3"/>
              </a:xfrm>
              <a:custGeom>
                <a:avLst/>
                <a:gdLst>
                  <a:gd name="T0" fmla="*/ 5 w 8"/>
                  <a:gd name="T1" fmla="*/ 6 h 7"/>
                  <a:gd name="T2" fmla="*/ 2 w 8"/>
                  <a:gd name="T3" fmla="*/ 6 h 7"/>
                  <a:gd name="T4" fmla="*/ 1 w 8"/>
                  <a:gd name="T5" fmla="*/ 3 h 7"/>
                  <a:gd name="T6" fmla="*/ 5 w 8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4" y="6"/>
                      <a:pt x="3" y="7"/>
                      <a:pt x="2" y="6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2" y="0"/>
                      <a:pt x="8" y="2"/>
                      <a:pt x="5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7" name="Freeform 2580">
                <a:extLst>
                  <a:ext uri="{FF2B5EF4-FFF2-40B4-BE49-F238E27FC236}">
                    <a16:creationId xmlns:a16="http://schemas.microsoft.com/office/drawing/2014/main" id="{5F95459A-DA35-469B-B148-DF8403240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774"/>
                <a:ext cx="4" cy="3"/>
              </a:xfrm>
              <a:custGeom>
                <a:avLst/>
                <a:gdLst>
                  <a:gd name="T0" fmla="*/ 8 w 8"/>
                  <a:gd name="T1" fmla="*/ 3 h 8"/>
                  <a:gd name="T2" fmla="*/ 1 w 8"/>
                  <a:gd name="T3" fmla="*/ 4 h 8"/>
                  <a:gd name="T4" fmla="*/ 7 w 8"/>
                  <a:gd name="T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3"/>
                    </a:moveTo>
                    <a:cubicBezTo>
                      <a:pt x="6" y="4"/>
                      <a:pt x="1" y="8"/>
                      <a:pt x="1" y="4"/>
                    </a:cubicBezTo>
                    <a:cubicBezTo>
                      <a:pt x="0" y="0"/>
                      <a:pt x="6" y="1"/>
                      <a:pt x="7" y="3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8" name="Freeform 2581">
                <a:extLst>
                  <a:ext uri="{FF2B5EF4-FFF2-40B4-BE49-F238E27FC236}">
                    <a16:creationId xmlns:a16="http://schemas.microsoft.com/office/drawing/2014/main" id="{3A0229F1-2B27-4D7B-948E-8B85F77A6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777"/>
                <a:ext cx="92" cy="90"/>
              </a:xfrm>
              <a:custGeom>
                <a:avLst/>
                <a:gdLst>
                  <a:gd name="T0" fmla="*/ 28 w 227"/>
                  <a:gd name="T1" fmla="*/ 114 h 221"/>
                  <a:gd name="T2" fmla="*/ 20 w 227"/>
                  <a:gd name="T3" fmla="*/ 116 h 221"/>
                  <a:gd name="T4" fmla="*/ 12 w 227"/>
                  <a:gd name="T5" fmla="*/ 112 h 221"/>
                  <a:gd name="T6" fmla="*/ 6 w 227"/>
                  <a:gd name="T7" fmla="*/ 106 h 221"/>
                  <a:gd name="T8" fmla="*/ 13 w 227"/>
                  <a:gd name="T9" fmla="*/ 97 h 221"/>
                  <a:gd name="T10" fmla="*/ 22 w 227"/>
                  <a:gd name="T11" fmla="*/ 92 h 221"/>
                  <a:gd name="T12" fmla="*/ 25 w 227"/>
                  <a:gd name="T13" fmla="*/ 88 h 221"/>
                  <a:gd name="T14" fmla="*/ 22 w 227"/>
                  <a:gd name="T15" fmla="*/ 64 h 221"/>
                  <a:gd name="T16" fmla="*/ 1 w 227"/>
                  <a:gd name="T17" fmla="*/ 51 h 221"/>
                  <a:gd name="T18" fmla="*/ 14 w 227"/>
                  <a:gd name="T19" fmla="*/ 53 h 221"/>
                  <a:gd name="T20" fmla="*/ 29 w 227"/>
                  <a:gd name="T21" fmla="*/ 51 h 221"/>
                  <a:gd name="T22" fmla="*/ 39 w 227"/>
                  <a:gd name="T23" fmla="*/ 69 h 221"/>
                  <a:gd name="T24" fmla="*/ 44 w 227"/>
                  <a:gd name="T25" fmla="*/ 49 h 221"/>
                  <a:gd name="T26" fmla="*/ 70 w 227"/>
                  <a:gd name="T27" fmla="*/ 37 h 221"/>
                  <a:gd name="T28" fmla="*/ 75 w 227"/>
                  <a:gd name="T29" fmla="*/ 25 h 221"/>
                  <a:gd name="T30" fmla="*/ 84 w 227"/>
                  <a:gd name="T31" fmla="*/ 24 h 221"/>
                  <a:gd name="T32" fmla="*/ 93 w 227"/>
                  <a:gd name="T33" fmla="*/ 19 h 221"/>
                  <a:gd name="T34" fmla="*/ 107 w 227"/>
                  <a:gd name="T35" fmla="*/ 5 h 221"/>
                  <a:gd name="T36" fmla="*/ 116 w 227"/>
                  <a:gd name="T37" fmla="*/ 13 h 221"/>
                  <a:gd name="T38" fmla="*/ 124 w 227"/>
                  <a:gd name="T39" fmla="*/ 11 h 221"/>
                  <a:gd name="T40" fmla="*/ 142 w 227"/>
                  <a:gd name="T41" fmla="*/ 4 h 221"/>
                  <a:gd name="T42" fmla="*/ 144 w 227"/>
                  <a:gd name="T43" fmla="*/ 3 h 221"/>
                  <a:gd name="T44" fmla="*/ 161 w 227"/>
                  <a:gd name="T45" fmla="*/ 2 h 221"/>
                  <a:gd name="T46" fmla="*/ 176 w 227"/>
                  <a:gd name="T47" fmla="*/ 7 h 221"/>
                  <a:gd name="T48" fmla="*/ 185 w 227"/>
                  <a:gd name="T49" fmla="*/ 13 h 221"/>
                  <a:gd name="T50" fmla="*/ 193 w 227"/>
                  <a:gd name="T51" fmla="*/ 20 h 221"/>
                  <a:gd name="T52" fmla="*/ 204 w 227"/>
                  <a:gd name="T53" fmla="*/ 29 h 221"/>
                  <a:gd name="T54" fmla="*/ 222 w 227"/>
                  <a:gd name="T55" fmla="*/ 38 h 221"/>
                  <a:gd name="T56" fmla="*/ 227 w 227"/>
                  <a:gd name="T57" fmla="*/ 46 h 221"/>
                  <a:gd name="T58" fmla="*/ 216 w 227"/>
                  <a:gd name="T59" fmla="*/ 42 h 221"/>
                  <a:gd name="T60" fmla="*/ 216 w 227"/>
                  <a:gd name="T61" fmla="*/ 48 h 221"/>
                  <a:gd name="T62" fmla="*/ 203 w 227"/>
                  <a:gd name="T63" fmla="*/ 42 h 221"/>
                  <a:gd name="T64" fmla="*/ 198 w 227"/>
                  <a:gd name="T65" fmla="*/ 53 h 221"/>
                  <a:gd name="T66" fmla="*/ 190 w 227"/>
                  <a:gd name="T67" fmla="*/ 56 h 221"/>
                  <a:gd name="T68" fmla="*/ 193 w 227"/>
                  <a:gd name="T69" fmla="*/ 64 h 221"/>
                  <a:gd name="T70" fmla="*/ 186 w 227"/>
                  <a:gd name="T71" fmla="*/ 68 h 221"/>
                  <a:gd name="T72" fmla="*/ 178 w 227"/>
                  <a:gd name="T73" fmla="*/ 68 h 221"/>
                  <a:gd name="T74" fmla="*/ 172 w 227"/>
                  <a:gd name="T75" fmla="*/ 70 h 221"/>
                  <a:gd name="T76" fmla="*/ 170 w 227"/>
                  <a:gd name="T77" fmla="*/ 87 h 221"/>
                  <a:gd name="T78" fmla="*/ 161 w 227"/>
                  <a:gd name="T79" fmla="*/ 88 h 221"/>
                  <a:gd name="T80" fmla="*/ 154 w 227"/>
                  <a:gd name="T81" fmla="*/ 98 h 221"/>
                  <a:gd name="T82" fmla="*/ 138 w 227"/>
                  <a:gd name="T83" fmla="*/ 103 h 221"/>
                  <a:gd name="T84" fmla="*/ 142 w 227"/>
                  <a:gd name="T85" fmla="*/ 118 h 221"/>
                  <a:gd name="T86" fmla="*/ 128 w 227"/>
                  <a:gd name="T87" fmla="*/ 116 h 221"/>
                  <a:gd name="T88" fmla="*/ 112 w 227"/>
                  <a:gd name="T89" fmla="*/ 119 h 221"/>
                  <a:gd name="T90" fmla="*/ 91 w 227"/>
                  <a:gd name="T91" fmla="*/ 115 h 221"/>
                  <a:gd name="T92" fmla="*/ 79 w 227"/>
                  <a:gd name="T93" fmla="*/ 129 h 221"/>
                  <a:gd name="T94" fmla="*/ 72 w 227"/>
                  <a:gd name="T95" fmla="*/ 141 h 221"/>
                  <a:gd name="T96" fmla="*/ 74 w 227"/>
                  <a:gd name="T97" fmla="*/ 154 h 221"/>
                  <a:gd name="T98" fmla="*/ 73 w 227"/>
                  <a:gd name="T99" fmla="*/ 171 h 221"/>
                  <a:gd name="T100" fmla="*/ 62 w 227"/>
                  <a:gd name="T101" fmla="*/ 195 h 221"/>
                  <a:gd name="T102" fmla="*/ 41 w 227"/>
                  <a:gd name="T103" fmla="*/ 214 h 221"/>
                  <a:gd name="T104" fmla="*/ 34 w 227"/>
                  <a:gd name="T105" fmla="*/ 200 h 221"/>
                  <a:gd name="T106" fmla="*/ 44 w 227"/>
                  <a:gd name="T107" fmla="*/ 175 h 221"/>
                  <a:gd name="T108" fmla="*/ 54 w 227"/>
                  <a:gd name="T109" fmla="*/ 163 h 221"/>
                  <a:gd name="T110" fmla="*/ 62 w 227"/>
                  <a:gd name="T111" fmla="*/ 151 h 221"/>
                  <a:gd name="T112" fmla="*/ 58 w 227"/>
                  <a:gd name="T113" fmla="*/ 140 h 221"/>
                  <a:gd name="T114" fmla="*/ 40 w 227"/>
                  <a:gd name="T115" fmla="*/ 134 h 221"/>
                  <a:gd name="T116" fmla="*/ 33 w 227"/>
                  <a:gd name="T117" fmla="*/ 115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7" h="221">
                    <a:moveTo>
                      <a:pt x="32" y="112"/>
                    </a:moveTo>
                    <a:cubicBezTo>
                      <a:pt x="30" y="111"/>
                      <a:pt x="29" y="112"/>
                      <a:pt x="28" y="114"/>
                    </a:cubicBezTo>
                    <a:cubicBezTo>
                      <a:pt x="27" y="117"/>
                      <a:pt x="28" y="118"/>
                      <a:pt x="25" y="118"/>
                    </a:cubicBezTo>
                    <a:cubicBezTo>
                      <a:pt x="22" y="118"/>
                      <a:pt x="21" y="118"/>
                      <a:pt x="20" y="116"/>
                    </a:cubicBezTo>
                    <a:cubicBezTo>
                      <a:pt x="18" y="114"/>
                      <a:pt x="17" y="115"/>
                      <a:pt x="14" y="114"/>
                    </a:cubicBezTo>
                    <a:cubicBezTo>
                      <a:pt x="13" y="113"/>
                      <a:pt x="13" y="113"/>
                      <a:pt x="12" y="112"/>
                    </a:cubicBezTo>
                    <a:cubicBezTo>
                      <a:pt x="11" y="112"/>
                      <a:pt x="9" y="112"/>
                      <a:pt x="8" y="112"/>
                    </a:cubicBezTo>
                    <a:cubicBezTo>
                      <a:pt x="6" y="111"/>
                      <a:pt x="6" y="109"/>
                      <a:pt x="6" y="106"/>
                    </a:cubicBezTo>
                    <a:cubicBezTo>
                      <a:pt x="6" y="104"/>
                      <a:pt x="5" y="101"/>
                      <a:pt x="9" y="100"/>
                    </a:cubicBezTo>
                    <a:cubicBezTo>
                      <a:pt x="12" y="100"/>
                      <a:pt x="12" y="100"/>
                      <a:pt x="13" y="97"/>
                    </a:cubicBezTo>
                    <a:cubicBezTo>
                      <a:pt x="14" y="94"/>
                      <a:pt x="16" y="94"/>
                      <a:pt x="18" y="94"/>
                    </a:cubicBezTo>
                    <a:cubicBezTo>
                      <a:pt x="19" y="93"/>
                      <a:pt x="21" y="93"/>
                      <a:pt x="22" y="92"/>
                    </a:cubicBezTo>
                    <a:cubicBezTo>
                      <a:pt x="22" y="91"/>
                      <a:pt x="22" y="90"/>
                      <a:pt x="22" y="89"/>
                    </a:cubicBezTo>
                    <a:cubicBezTo>
                      <a:pt x="23" y="88"/>
                      <a:pt x="24" y="89"/>
                      <a:pt x="25" y="88"/>
                    </a:cubicBezTo>
                    <a:cubicBezTo>
                      <a:pt x="29" y="87"/>
                      <a:pt x="28" y="79"/>
                      <a:pt x="26" y="76"/>
                    </a:cubicBezTo>
                    <a:cubicBezTo>
                      <a:pt x="25" y="72"/>
                      <a:pt x="23" y="68"/>
                      <a:pt x="22" y="64"/>
                    </a:cubicBezTo>
                    <a:cubicBezTo>
                      <a:pt x="21" y="60"/>
                      <a:pt x="14" y="59"/>
                      <a:pt x="10" y="58"/>
                    </a:cubicBezTo>
                    <a:cubicBezTo>
                      <a:pt x="7" y="57"/>
                      <a:pt x="0" y="55"/>
                      <a:pt x="1" y="51"/>
                    </a:cubicBezTo>
                    <a:cubicBezTo>
                      <a:pt x="3" y="51"/>
                      <a:pt x="5" y="50"/>
                      <a:pt x="7" y="51"/>
                    </a:cubicBezTo>
                    <a:cubicBezTo>
                      <a:pt x="10" y="52"/>
                      <a:pt x="11" y="53"/>
                      <a:pt x="14" y="53"/>
                    </a:cubicBezTo>
                    <a:cubicBezTo>
                      <a:pt x="14" y="49"/>
                      <a:pt x="16" y="46"/>
                      <a:pt x="21" y="45"/>
                    </a:cubicBezTo>
                    <a:cubicBezTo>
                      <a:pt x="24" y="45"/>
                      <a:pt x="27" y="48"/>
                      <a:pt x="29" y="51"/>
                    </a:cubicBezTo>
                    <a:cubicBezTo>
                      <a:pt x="32" y="53"/>
                      <a:pt x="33" y="56"/>
                      <a:pt x="34" y="59"/>
                    </a:cubicBezTo>
                    <a:cubicBezTo>
                      <a:pt x="36" y="62"/>
                      <a:pt x="36" y="67"/>
                      <a:pt x="39" y="69"/>
                    </a:cubicBezTo>
                    <a:cubicBezTo>
                      <a:pt x="44" y="72"/>
                      <a:pt x="44" y="64"/>
                      <a:pt x="44" y="61"/>
                    </a:cubicBezTo>
                    <a:cubicBezTo>
                      <a:pt x="44" y="57"/>
                      <a:pt x="43" y="53"/>
                      <a:pt x="44" y="49"/>
                    </a:cubicBezTo>
                    <a:cubicBezTo>
                      <a:pt x="47" y="41"/>
                      <a:pt x="56" y="46"/>
                      <a:pt x="62" y="45"/>
                    </a:cubicBezTo>
                    <a:cubicBezTo>
                      <a:pt x="66" y="44"/>
                      <a:pt x="69" y="41"/>
                      <a:pt x="70" y="37"/>
                    </a:cubicBezTo>
                    <a:cubicBezTo>
                      <a:pt x="71" y="33"/>
                      <a:pt x="68" y="29"/>
                      <a:pt x="68" y="25"/>
                    </a:cubicBezTo>
                    <a:cubicBezTo>
                      <a:pt x="70" y="24"/>
                      <a:pt x="72" y="24"/>
                      <a:pt x="75" y="25"/>
                    </a:cubicBezTo>
                    <a:cubicBezTo>
                      <a:pt x="77" y="25"/>
                      <a:pt x="79" y="25"/>
                      <a:pt x="81" y="24"/>
                    </a:cubicBezTo>
                    <a:cubicBezTo>
                      <a:pt x="82" y="24"/>
                      <a:pt x="83" y="24"/>
                      <a:pt x="84" y="24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8" y="20"/>
                      <a:pt x="91" y="20"/>
                      <a:pt x="93" y="19"/>
                    </a:cubicBezTo>
                    <a:cubicBezTo>
                      <a:pt x="98" y="18"/>
                      <a:pt x="100" y="14"/>
                      <a:pt x="103" y="10"/>
                    </a:cubicBezTo>
                    <a:cubicBezTo>
                      <a:pt x="104" y="8"/>
                      <a:pt x="105" y="5"/>
                      <a:pt x="107" y="5"/>
                    </a:cubicBezTo>
                    <a:cubicBezTo>
                      <a:pt x="109" y="4"/>
                      <a:pt x="111" y="5"/>
                      <a:pt x="112" y="7"/>
                    </a:cubicBezTo>
                    <a:cubicBezTo>
                      <a:pt x="114" y="9"/>
                      <a:pt x="115" y="11"/>
                      <a:pt x="116" y="13"/>
                    </a:cubicBezTo>
                    <a:cubicBezTo>
                      <a:pt x="117" y="15"/>
                      <a:pt x="120" y="18"/>
                      <a:pt x="122" y="18"/>
                    </a:cubicBezTo>
                    <a:cubicBezTo>
                      <a:pt x="122" y="16"/>
                      <a:pt x="122" y="12"/>
                      <a:pt x="124" y="11"/>
                    </a:cubicBezTo>
                    <a:cubicBezTo>
                      <a:pt x="126" y="10"/>
                      <a:pt x="127" y="12"/>
                      <a:pt x="128" y="13"/>
                    </a:cubicBezTo>
                    <a:cubicBezTo>
                      <a:pt x="132" y="18"/>
                      <a:pt x="138" y="6"/>
                      <a:pt x="142" y="4"/>
                    </a:cubicBezTo>
                    <a:cubicBezTo>
                      <a:pt x="143" y="3"/>
                      <a:pt x="142" y="4"/>
                      <a:pt x="142" y="4"/>
                    </a:cubicBezTo>
                    <a:cubicBezTo>
                      <a:pt x="143" y="4"/>
                      <a:pt x="143" y="3"/>
                      <a:pt x="144" y="3"/>
                    </a:cubicBezTo>
                    <a:cubicBezTo>
                      <a:pt x="145" y="2"/>
                      <a:pt x="148" y="1"/>
                      <a:pt x="149" y="1"/>
                    </a:cubicBezTo>
                    <a:cubicBezTo>
                      <a:pt x="153" y="0"/>
                      <a:pt x="157" y="2"/>
                      <a:pt x="161" y="2"/>
                    </a:cubicBezTo>
                    <a:cubicBezTo>
                      <a:pt x="164" y="3"/>
                      <a:pt x="168" y="5"/>
                      <a:pt x="171" y="6"/>
                    </a:cubicBezTo>
                    <a:cubicBezTo>
                      <a:pt x="172" y="7"/>
                      <a:pt x="174" y="7"/>
                      <a:pt x="176" y="7"/>
                    </a:cubicBezTo>
                    <a:cubicBezTo>
                      <a:pt x="178" y="8"/>
                      <a:pt x="179" y="9"/>
                      <a:pt x="181" y="10"/>
                    </a:cubicBezTo>
                    <a:cubicBezTo>
                      <a:pt x="182" y="11"/>
                      <a:pt x="183" y="12"/>
                      <a:pt x="185" y="13"/>
                    </a:cubicBezTo>
                    <a:cubicBezTo>
                      <a:pt x="186" y="14"/>
                      <a:pt x="187" y="16"/>
                      <a:pt x="189" y="17"/>
                    </a:cubicBezTo>
                    <a:cubicBezTo>
                      <a:pt x="190" y="18"/>
                      <a:pt x="191" y="19"/>
                      <a:pt x="193" y="20"/>
                    </a:cubicBezTo>
                    <a:cubicBezTo>
                      <a:pt x="194" y="21"/>
                      <a:pt x="195" y="22"/>
                      <a:pt x="196" y="23"/>
                    </a:cubicBezTo>
                    <a:cubicBezTo>
                      <a:pt x="198" y="26"/>
                      <a:pt x="201" y="28"/>
                      <a:pt x="204" y="29"/>
                    </a:cubicBezTo>
                    <a:cubicBezTo>
                      <a:pt x="207" y="30"/>
                      <a:pt x="211" y="30"/>
                      <a:pt x="214" y="31"/>
                    </a:cubicBezTo>
                    <a:cubicBezTo>
                      <a:pt x="217" y="33"/>
                      <a:pt x="220" y="35"/>
                      <a:pt x="222" y="38"/>
                    </a:cubicBezTo>
                    <a:cubicBezTo>
                      <a:pt x="223" y="40"/>
                      <a:pt x="224" y="41"/>
                      <a:pt x="225" y="42"/>
                    </a:cubicBezTo>
                    <a:cubicBezTo>
                      <a:pt x="226" y="43"/>
                      <a:pt x="227" y="45"/>
                      <a:pt x="227" y="46"/>
                    </a:cubicBezTo>
                    <a:cubicBezTo>
                      <a:pt x="225" y="47"/>
                      <a:pt x="223" y="44"/>
                      <a:pt x="222" y="43"/>
                    </a:cubicBezTo>
                    <a:cubicBezTo>
                      <a:pt x="220" y="42"/>
                      <a:pt x="218" y="42"/>
                      <a:pt x="216" y="42"/>
                    </a:cubicBezTo>
                    <a:cubicBezTo>
                      <a:pt x="216" y="43"/>
                      <a:pt x="215" y="44"/>
                      <a:pt x="216" y="46"/>
                    </a:cubicBezTo>
                    <a:cubicBezTo>
                      <a:pt x="216" y="47"/>
                      <a:pt x="217" y="47"/>
                      <a:pt x="216" y="48"/>
                    </a:cubicBezTo>
                    <a:cubicBezTo>
                      <a:pt x="214" y="48"/>
                      <a:pt x="210" y="49"/>
                      <a:pt x="208" y="48"/>
                    </a:cubicBezTo>
                    <a:cubicBezTo>
                      <a:pt x="204" y="47"/>
                      <a:pt x="206" y="44"/>
                      <a:pt x="203" y="42"/>
                    </a:cubicBezTo>
                    <a:cubicBezTo>
                      <a:pt x="201" y="41"/>
                      <a:pt x="198" y="43"/>
                      <a:pt x="198" y="45"/>
                    </a:cubicBezTo>
                    <a:cubicBezTo>
                      <a:pt x="197" y="48"/>
                      <a:pt x="198" y="50"/>
                      <a:pt x="198" y="53"/>
                    </a:cubicBezTo>
                    <a:cubicBezTo>
                      <a:pt x="197" y="53"/>
                      <a:pt x="195" y="54"/>
                      <a:pt x="194" y="54"/>
                    </a:cubicBezTo>
                    <a:cubicBezTo>
                      <a:pt x="193" y="55"/>
                      <a:pt x="191" y="55"/>
                      <a:pt x="190" y="56"/>
                    </a:cubicBezTo>
                    <a:cubicBezTo>
                      <a:pt x="189" y="58"/>
                      <a:pt x="191" y="59"/>
                      <a:pt x="192" y="60"/>
                    </a:cubicBezTo>
                    <a:cubicBezTo>
                      <a:pt x="194" y="61"/>
                      <a:pt x="194" y="62"/>
                      <a:pt x="193" y="64"/>
                    </a:cubicBezTo>
                    <a:cubicBezTo>
                      <a:pt x="192" y="65"/>
                      <a:pt x="191" y="66"/>
                      <a:pt x="190" y="67"/>
                    </a:cubicBezTo>
                    <a:cubicBezTo>
                      <a:pt x="189" y="67"/>
                      <a:pt x="187" y="67"/>
                      <a:pt x="186" y="68"/>
                    </a:cubicBezTo>
                    <a:cubicBezTo>
                      <a:pt x="184" y="69"/>
                      <a:pt x="185" y="75"/>
                      <a:pt x="181" y="74"/>
                    </a:cubicBezTo>
                    <a:cubicBezTo>
                      <a:pt x="181" y="72"/>
                      <a:pt x="179" y="69"/>
                      <a:pt x="178" y="68"/>
                    </a:cubicBezTo>
                    <a:cubicBezTo>
                      <a:pt x="177" y="68"/>
                      <a:pt x="175" y="68"/>
                      <a:pt x="174" y="68"/>
                    </a:cubicBezTo>
                    <a:cubicBezTo>
                      <a:pt x="173" y="69"/>
                      <a:pt x="173" y="70"/>
                      <a:pt x="172" y="70"/>
                    </a:cubicBezTo>
                    <a:cubicBezTo>
                      <a:pt x="171" y="73"/>
                      <a:pt x="170" y="75"/>
                      <a:pt x="171" y="78"/>
                    </a:cubicBezTo>
                    <a:cubicBezTo>
                      <a:pt x="171" y="81"/>
                      <a:pt x="171" y="84"/>
                      <a:pt x="170" y="87"/>
                    </a:cubicBezTo>
                    <a:cubicBezTo>
                      <a:pt x="169" y="89"/>
                      <a:pt x="168" y="92"/>
                      <a:pt x="165" y="93"/>
                    </a:cubicBezTo>
                    <a:cubicBezTo>
                      <a:pt x="161" y="93"/>
                      <a:pt x="163" y="90"/>
                      <a:pt x="161" y="88"/>
                    </a:cubicBezTo>
                    <a:cubicBezTo>
                      <a:pt x="159" y="86"/>
                      <a:pt x="156" y="89"/>
                      <a:pt x="156" y="91"/>
                    </a:cubicBezTo>
                    <a:cubicBezTo>
                      <a:pt x="155" y="94"/>
                      <a:pt x="157" y="97"/>
                      <a:pt x="154" y="98"/>
                    </a:cubicBezTo>
                    <a:cubicBezTo>
                      <a:pt x="151" y="100"/>
                      <a:pt x="148" y="100"/>
                      <a:pt x="145" y="100"/>
                    </a:cubicBezTo>
                    <a:cubicBezTo>
                      <a:pt x="142" y="101"/>
                      <a:pt x="140" y="100"/>
                      <a:pt x="138" y="103"/>
                    </a:cubicBezTo>
                    <a:cubicBezTo>
                      <a:pt x="137" y="107"/>
                      <a:pt x="136" y="108"/>
                      <a:pt x="139" y="111"/>
                    </a:cubicBezTo>
                    <a:cubicBezTo>
                      <a:pt x="141" y="112"/>
                      <a:pt x="145" y="115"/>
                      <a:pt x="142" y="118"/>
                    </a:cubicBezTo>
                    <a:cubicBezTo>
                      <a:pt x="141" y="119"/>
                      <a:pt x="136" y="120"/>
                      <a:pt x="134" y="119"/>
                    </a:cubicBezTo>
                    <a:cubicBezTo>
                      <a:pt x="132" y="119"/>
                      <a:pt x="131" y="116"/>
                      <a:pt x="128" y="116"/>
                    </a:cubicBezTo>
                    <a:cubicBezTo>
                      <a:pt x="126" y="115"/>
                      <a:pt x="122" y="115"/>
                      <a:pt x="120" y="115"/>
                    </a:cubicBezTo>
                    <a:cubicBezTo>
                      <a:pt x="117" y="115"/>
                      <a:pt x="115" y="118"/>
                      <a:pt x="112" y="119"/>
                    </a:cubicBezTo>
                    <a:cubicBezTo>
                      <a:pt x="109" y="120"/>
                      <a:pt x="108" y="118"/>
                      <a:pt x="107" y="116"/>
                    </a:cubicBezTo>
                    <a:cubicBezTo>
                      <a:pt x="103" y="112"/>
                      <a:pt x="95" y="111"/>
                      <a:pt x="91" y="115"/>
                    </a:cubicBezTo>
                    <a:cubicBezTo>
                      <a:pt x="89" y="118"/>
                      <a:pt x="88" y="120"/>
                      <a:pt x="86" y="123"/>
                    </a:cubicBezTo>
                    <a:cubicBezTo>
                      <a:pt x="84" y="125"/>
                      <a:pt x="82" y="127"/>
                      <a:pt x="79" y="129"/>
                    </a:cubicBezTo>
                    <a:cubicBezTo>
                      <a:pt x="77" y="131"/>
                      <a:pt x="75" y="132"/>
                      <a:pt x="73" y="135"/>
                    </a:cubicBezTo>
                    <a:cubicBezTo>
                      <a:pt x="73" y="137"/>
                      <a:pt x="72" y="139"/>
                      <a:pt x="72" y="141"/>
                    </a:cubicBezTo>
                    <a:cubicBezTo>
                      <a:pt x="72" y="144"/>
                      <a:pt x="73" y="147"/>
                      <a:pt x="74" y="150"/>
                    </a:cubicBezTo>
                    <a:cubicBezTo>
                      <a:pt x="75" y="151"/>
                      <a:pt x="74" y="153"/>
                      <a:pt x="74" y="154"/>
                    </a:cubicBezTo>
                    <a:cubicBezTo>
                      <a:pt x="74" y="156"/>
                      <a:pt x="74" y="158"/>
                      <a:pt x="75" y="160"/>
                    </a:cubicBezTo>
                    <a:cubicBezTo>
                      <a:pt x="75" y="164"/>
                      <a:pt x="75" y="168"/>
                      <a:pt x="73" y="171"/>
                    </a:cubicBezTo>
                    <a:cubicBezTo>
                      <a:pt x="71" y="174"/>
                      <a:pt x="70" y="177"/>
                      <a:pt x="70" y="180"/>
                    </a:cubicBezTo>
                    <a:cubicBezTo>
                      <a:pt x="69" y="186"/>
                      <a:pt x="67" y="191"/>
                      <a:pt x="62" y="195"/>
                    </a:cubicBezTo>
                    <a:cubicBezTo>
                      <a:pt x="58" y="199"/>
                      <a:pt x="54" y="203"/>
                      <a:pt x="51" y="208"/>
                    </a:cubicBezTo>
                    <a:cubicBezTo>
                      <a:pt x="50" y="210"/>
                      <a:pt x="43" y="221"/>
                      <a:pt x="41" y="214"/>
                    </a:cubicBezTo>
                    <a:cubicBezTo>
                      <a:pt x="40" y="211"/>
                      <a:pt x="41" y="207"/>
                      <a:pt x="39" y="205"/>
                    </a:cubicBezTo>
                    <a:cubicBezTo>
                      <a:pt x="38" y="203"/>
                      <a:pt x="35" y="202"/>
                      <a:pt x="34" y="200"/>
                    </a:cubicBezTo>
                    <a:cubicBezTo>
                      <a:pt x="30" y="193"/>
                      <a:pt x="36" y="189"/>
                      <a:pt x="40" y="184"/>
                    </a:cubicBezTo>
                    <a:cubicBezTo>
                      <a:pt x="42" y="181"/>
                      <a:pt x="43" y="179"/>
                      <a:pt x="44" y="175"/>
                    </a:cubicBezTo>
                    <a:cubicBezTo>
                      <a:pt x="44" y="173"/>
                      <a:pt x="45" y="170"/>
                      <a:pt x="46" y="168"/>
                    </a:cubicBezTo>
                    <a:cubicBezTo>
                      <a:pt x="48" y="166"/>
                      <a:pt x="51" y="164"/>
                      <a:pt x="54" y="163"/>
                    </a:cubicBezTo>
                    <a:cubicBezTo>
                      <a:pt x="56" y="162"/>
                      <a:pt x="59" y="162"/>
                      <a:pt x="60" y="159"/>
                    </a:cubicBezTo>
                    <a:cubicBezTo>
                      <a:pt x="62" y="157"/>
                      <a:pt x="61" y="154"/>
                      <a:pt x="62" y="151"/>
                    </a:cubicBezTo>
                    <a:cubicBezTo>
                      <a:pt x="63" y="148"/>
                      <a:pt x="66" y="145"/>
                      <a:pt x="65" y="142"/>
                    </a:cubicBezTo>
                    <a:cubicBezTo>
                      <a:pt x="65" y="139"/>
                      <a:pt x="61" y="140"/>
                      <a:pt x="58" y="140"/>
                    </a:cubicBezTo>
                    <a:cubicBezTo>
                      <a:pt x="55" y="141"/>
                      <a:pt x="51" y="141"/>
                      <a:pt x="48" y="139"/>
                    </a:cubicBezTo>
                    <a:cubicBezTo>
                      <a:pt x="45" y="137"/>
                      <a:pt x="42" y="136"/>
                      <a:pt x="40" y="134"/>
                    </a:cubicBezTo>
                    <a:cubicBezTo>
                      <a:pt x="38" y="133"/>
                      <a:pt x="37" y="130"/>
                      <a:pt x="36" y="127"/>
                    </a:cubicBezTo>
                    <a:cubicBezTo>
                      <a:pt x="35" y="123"/>
                      <a:pt x="35" y="119"/>
                      <a:pt x="33" y="115"/>
                    </a:cubicBezTo>
                    <a:cubicBezTo>
                      <a:pt x="33" y="114"/>
                      <a:pt x="33" y="113"/>
                      <a:pt x="32" y="1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9" name="Freeform 2582">
                <a:extLst>
                  <a:ext uri="{FF2B5EF4-FFF2-40B4-BE49-F238E27FC236}">
                    <a16:creationId xmlns:a16="http://schemas.microsoft.com/office/drawing/2014/main" id="{2616CB20-B013-4A03-B3EF-8D71F8999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726"/>
                <a:ext cx="63" cy="47"/>
              </a:xfrm>
              <a:custGeom>
                <a:avLst/>
                <a:gdLst>
                  <a:gd name="T0" fmla="*/ 1 w 153"/>
                  <a:gd name="T1" fmla="*/ 55 h 115"/>
                  <a:gd name="T2" fmla="*/ 0 w 153"/>
                  <a:gd name="T3" fmla="*/ 52 h 115"/>
                  <a:gd name="T4" fmla="*/ 5 w 153"/>
                  <a:gd name="T5" fmla="*/ 46 h 115"/>
                  <a:gd name="T6" fmla="*/ 14 w 153"/>
                  <a:gd name="T7" fmla="*/ 47 h 115"/>
                  <a:gd name="T8" fmla="*/ 24 w 153"/>
                  <a:gd name="T9" fmla="*/ 49 h 115"/>
                  <a:gd name="T10" fmla="*/ 33 w 153"/>
                  <a:gd name="T11" fmla="*/ 49 h 115"/>
                  <a:gd name="T12" fmla="*/ 44 w 153"/>
                  <a:gd name="T13" fmla="*/ 47 h 115"/>
                  <a:gd name="T14" fmla="*/ 51 w 153"/>
                  <a:gd name="T15" fmla="*/ 44 h 115"/>
                  <a:gd name="T16" fmla="*/ 57 w 153"/>
                  <a:gd name="T17" fmla="*/ 38 h 115"/>
                  <a:gd name="T18" fmla="*/ 61 w 153"/>
                  <a:gd name="T19" fmla="*/ 36 h 115"/>
                  <a:gd name="T20" fmla="*/ 63 w 153"/>
                  <a:gd name="T21" fmla="*/ 33 h 115"/>
                  <a:gd name="T22" fmla="*/ 66 w 153"/>
                  <a:gd name="T23" fmla="*/ 31 h 115"/>
                  <a:gd name="T24" fmla="*/ 66 w 153"/>
                  <a:gd name="T25" fmla="*/ 23 h 115"/>
                  <a:gd name="T26" fmla="*/ 71 w 153"/>
                  <a:gd name="T27" fmla="*/ 18 h 115"/>
                  <a:gd name="T28" fmla="*/ 76 w 153"/>
                  <a:gd name="T29" fmla="*/ 12 h 115"/>
                  <a:gd name="T30" fmla="*/ 79 w 153"/>
                  <a:gd name="T31" fmla="*/ 6 h 115"/>
                  <a:gd name="T32" fmla="*/ 92 w 153"/>
                  <a:gd name="T33" fmla="*/ 4 h 115"/>
                  <a:gd name="T34" fmla="*/ 96 w 153"/>
                  <a:gd name="T35" fmla="*/ 12 h 115"/>
                  <a:gd name="T36" fmla="*/ 100 w 153"/>
                  <a:gd name="T37" fmla="*/ 20 h 115"/>
                  <a:gd name="T38" fmla="*/ 109 w 153"/>
                  <a:gd name="T39" fmla="*/ 23 h 115"/>
                  <a:gd name="T40" fmla="*/ 123 w 153"/>
                  <a:gd name="T41" fmla="*/ 23 h 115"/>
                  <a:gd name="T42" fmla="*/ 132 w 153"/>
                  <a:gd name="T43" fmla="*/ 29 h 115"/>
                  <a:gd name="T44" fmla="*/ 137 w 153"/>
                  <a:gd name="T45" fmla="*/ 40 h 115"/>
                  <a:gd name="T46" fmla="*/ 142 w 153"/>
                  <a:gd name="T47" fmla="*/ 46 h 115"/>
                  <a:gd name="T48" fmla="*/ 147 w 153"/>
                  <a:gd name="T49" fmla="*/ 43 h 115"/>
                  <a:gd name="T50" fmla="*/ 150 w 153"/>
                  <a:gd name="T51" fmla="*/ 43 h 115"/>
                  <a:gd name="T52" fmla="*/ 151 w 153"/>
                  <a:gd name="T53" fmla="*/ 53 h 115"/>
                  <a:gd name="T54" fmla="*/ 153 w 153"/>
                  <a:gd name="T55" fmla="*/ 65 h 115"/>
                  <a:gd name="T56" fmla="*/ 150 w 153"/>
                  <a:gd name="T57" fmla="*/ 68 h 115"/>
                  <a:gd name="T58" fmla="*/ 142 w 153"/>
                  <a:gd name="T59" fmla="*/ 66 h 115"/>
                  <a:gd name="T60" fmla="*/ 134 w 153"/>
                  <a:gd name="T61" fmla="*/ 68 h 115"/>
                  <a:gd name="T62" fmla="*/ 126 w 153"/>
                  <a:gd name="T63" fmla="*/ 71 h 115"/>
                  <a:gd name="T64" fmla="*/ 117 w 153"/>
                  <a:gd name="T65" fmla="*/ 72 h 115"/>
                  <a:gd name="T66" fmla="*/ 109 w 153"/>
                  <a:gd name="T67" fmla="*/ 76 h 115"/>
                  <a:gd name="T68" fmla="*/ 105 w 153"/>
                  <a:gd name="T69" fmla="*/ 87 h 115"/>
                  <a:gd name="T70" fmla="*/ 100 w 153"/>
                  <a:gd name="T71" fmla="*/ 107 h 115"/>
                  <a:gd name="T72" fmla="*/ 83 w 153"/>
                  <a:gd name="T73" fmla="*/ 115 h 115"/>
                  <a:gd name="T74" fmla="*/ 72 w 153"/>
                  <a:gd name="T75" fmla="*/ 106 h 115"/>
                  <a:gd name="T76" fmla="*/ 68 w 153"/>
                  <a:gd name="T77" fmla="*/ 91 h 115"/>
                  <a:gd name="T78" fmla="*/ 61 w 153"/>
                  <a:gd name="T79" fmla="*/ 72 h 115"/>
                  <a:gd name="T80" fmla="*/ 50 w 153"/>
                  <a:gd name="T81" fmla="*/ 64 h 115"/>
                  <a:gd name="T82" fmla="*/ 32 w 153"/>
                  <a:gd name="T83" fmla="*/ 65 h 115"/>
                  <a:gd name="T84" fmla="*/ 17 w 153"/>
                  <a:gd name="T85" fmla="*/ 63 h 115"/>
                  <a:gd name="T86" fmla="*/ 12 w 153"/>
                  <a:gd name="T87" fmla="*/ 60 h 115"/>
                  <a:gd name="T88" fmla="*/ 8 w 153"/>
                  <a:gd name="T89" fmla="*/ 57 h 115"/>
                  <a:gd name="T90" fmla="*/ 4 w 153"/>
                  <a:gd name="T91" fmla="*/ 56 h 115"/>
                  <a:gd name="T92" fmla="*/ 1 w 153"/>
                  <a:gd name="T93" fmla="*/ 5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3" h="115">
                    <a:moveTo>
                      <a:pt x="1" y="55"/>
                    </a:moveTo>
                    <a:cubicBezTo>
                      <a:pt x="0" y="54"/>
                      <a:pt x="0" y="53"/>
                      <a:pt x="0" y="52"/>
                    </a:cubicBezTo>
                    <a:cubicBezTo>
                      <a:pt x="1" y="49"/>
                      <a:pt x="2" y="46"/>
                      <a:pt x="5" y="46"/>
                    </a:cubicBezTo>
                    <a:cubicBezTo>
                      <a:pt x="8" y="46"/>
                      <a:pt x="11" y="47"/>
                      <a:pt x="14" y="47"/>
                    </a:cubicBezTo>
                    <a:cubicBezTo>
                      <a:pt x="17" y="48"/>
                      <a:pt x="20" y="48"/>
                      <a:pt x="24" y="49"/>
                    </a:cubicBezTo>
                    <a:cubicBezTo>
                      <a:pt x="27" y="49"/>
                      <a:pt x="30" y="49"/>
                      <a:pt x="33" y="49"/>
                    </a:cubicBezTo>
                    <a:cubicBezTo>
                      <a:pt x="36" y="48"/>
                      <a:pt x="40" y="47"/>
                      <a:pt x="44" y="47"/>
                    </a:cubicBezTo>
                    <a:cubicBezTo>
                      <a:pt x="47" y="46"/>
                      <a:pt x="49" y="46"/>
                      <a:pt x="51" y="44"/>
                    </a:cubicBezTo>
                    <a:cubicBezTo>
                      <a:pt x="53" y="42"/>
                      <a:pt x="55" y="39"/>
                      <a:pt x="57" y="38"/>
                    </a:cubicBezTo>
                    <a:cubicBezTo>
                      <a:pt x="58" y="37"/>
                      <a:pt x="60" y="37"/>
                      <a:pt x="61" y="36"/>
                    </a:cubicBezTo>
                    <a:cubicBezTo>
                      <a:pt x="62" y="35"/>
                      <a:pt x="62" y="34"/>
                      <a:pt x="63" y="33"/>
                    </a:cubicBezTo>
                    <a:cubicBezTo>
                      <a:pt x="64" y="33"/>
                      <a:pt x="65" y="32"/>
                      <a:pt x="66" y="31"/>
                    </a:cubicBezTo>
                    <a:cubicBezTo>
                      <a:pt x="65" y="28"/>
                      <a:pt x="65" y="25"/>
                      <a:pt x="66" y="23"/>
                    </a:cubicBezTo>
                    <a:cubicBezTo>
                      <a:pt x="67" y="21"/>
                      <a:pt x="69" y="19"/>
                      <a:pt x="71" y="18"/>
                    </a:cubicBezTo>
                    <a:cubicBezTo>
                      <a:pt x="73" y="16"/>
                      <a:pt x="75" y="15"/>
                      <a:pt x="76" y="12"/>
                    </a:cubicBezTo>
                    <a:cubicBezTo>
                      <a:pt x="77" y="10"/>
                      <a:pt x="78" y="8"/>
                      <a:pt x="79" y="6"/>
                    </a:cubicBezTo>
                    <a:cubicBezTo>
                      <a:pt x="81" y="0"/>
                      <a:pt x="87" y="0"/>
                      <a:pt x="92" y="4"/>
                    </a:cubicBezTo>
                    <a:cubicBezTo>
                      <a:pt x="94" y="6"/>
                      <a:pt x="95" y="9"/>
                      <a:pt x="96" y="12"/>
                    </a:cubicBezTo>
                    <a:cubicBezTo>
                      <a:pt x="97" y="15"/>
                      <a:pt x="98" y="18"/>
                      <a:pt x="100" y="20"/>
                    </a:cubicBezTo>
                    <a:cubicBezTo>
                      <a:pt x="102" y="23"/>
                      <a:pt x="106" y="23"/>
                      <a:pt x="109" y="23"/>
                    </a:cubicBezTo>
                    <a:cubicBezTo>
                      <a:pt x="114" y="23"/>
                      <a:pt x="118" y="23"/>
                      <a:pt x="123" y="23"/>
                    </a:cubicBezTo>
                    <a:cubicBezTo>
                      <a:pt x="127" y="24"/>
                      <a:pt x="130" y="26"/>
                      <a:pt x="132" y="29"/>
                    </a:cubicBezTo>
                    <a:cubicBezTo>
                      <a:pt x="135" y="32"/>
                      <a:pt x="135" y="36"/>
                      <a:pt x="137" y="40"/>
                    </a:cubicBezTo>
                    <a:cubicBezTo>
                      <a:pt x="138" y="42"/>
                      <a:pt x="139" y="45"/>
                      <a:pt x="142" y="46"/>
                    </a:cubicBezTo>
                    <a:cubicBezTo>
                      <a:pt x="144" y="46"/>
                      <a:pt x="146" y="45"/>
                      <a:pt x="147" y="43"/>
                    </a:cubicBezTo>
                    <a:cubicBezTo>
                      <a:pt x="148" y="42"/>
                      <a:pt x="149" y="41"/>
                      <a:pt x="150" y="43"/>
                    </a:cubicBezTo>
                    <a:cubicBezTo>
                      <a:pt x="151" y="46"/>
                      <a:pt x="151" y="50"/>
                      <a:pt x="151" y="53"/>
                    </a:cubicBezTo>
                    <a:cubicBezTo>
                      <a:pt x="152" y="57"/>
                      <a:pt x="153" y="61"/>
                      <a:pt x="153" y="65"/>
                    </a:cubicBezTo>
                    <a:cubicBezTo>
                      <a:pt x="153" y="67"/>
                      <a:pt x="152" y="68"/>
                      <a:pt x="150" y="68"/>
                    </a:cubicBezTo>
                    <a:cubicBezTo>
                      <a:pt x="147" y="67"/>
                      <a:pt x="145" y="66"/>
                      <a:pt x="142" y="66"/>
                    </a:cubicBezTo>
                    <a:cubicBezTo>
                      <a:pt x="139" y="66"/>
                      <a:pt x="136" y="67"/>
                      <a:pt x="134" y="68"/>
                    </a:cubicBezTo>
                    <a:cubicBezTo>
                      <a:pt x="131" y="69"/>
                      <a:pt x="129" y="70"/>
                      <a:pt x="126" y="71"/>
                    </a:cubicBezTo>
                    <a:cubicBezTo>
                      <a:pt x="123" y="71"/>
                      <a:pt x="120" y="72"/>
                      <a:pt x="117" y="72"/>
                    </a:cubicBezTo>
                    <a:cubicBezTo>
                      <a:pt x="114" y="73"/>
                      <a:pt x="111" y="74"/>
                      <a:pt x="109" y="76"/>
                    </a:cubicBezTo>
                    <a:cubicBezTo>
                      <a:pt x="106" y="79"/>
                      <a:pt x="106" y="83"/>
                      <a:pt x="105" y="87"/>
                    </a:cubicBezTo>
                    <a:cubicBezTo>
                      <a:pt x="104" y="94"/>
                      <a:pt x="105" y="101"/>
                      <a:pt x="100" y="107"/>
                    </a:cubicBezTo>
                    <a:cubicBezTo>
                      <a:pt x="96" y="111"/>
                      <a:pt x="89" y="115"/>
                      <a:pt x="83" y="115"/>
                    </a:cubicBezTo>
                    <a:cubicBezTo>
                      <a:pt x="77" y="115"/>
                      <a:pt x="74" y="111"/>
                      <a:pt x="72" y="106"/>
                    </a:cubicBezTo>
                    <a:cubicBezTo>
                      <a:pt x="71" y="101"/>
                      <a:pt x="70" y="96"/>
                      <a:pt x="68" y="91"/>
                    </a:cubicBezTo>
                    <a:cubicBezTo>
                      <a:pt x="66" y="84"/>
                      <a:pt x="64" y="78"/>
                      <a:pt x="61" y="72"/>
                    </a:cubicBezTo>
                    <a:cubicBezTo>
                      <a:pt x="59" y="67"/>
                      <a:pt x="56" y="64"/>
                      <a:pt x="50" y="64"/>
                    </a:cubicBezTo>
                    <a:cubicBezTo>
                      <a:pt x="44" y="63"/>
                      <a:pt x="38" y="65"/>
                      <a:pt x="32" y="65"/>
                    </a:cubicBezTo>
                    <a:cubicBezTo>
                      <a:pt x="27" y="66"/>
                      <a:pt x="21" y="65"/>
                      <a:pt x="17" y="63"/>
                    </a:cubicBezTo>
                    <a:cubicBezTo>
                      <a:pt x="15" y="62"/>
                      <a:pt x="14" y="61"/>
                      <a:pt x="12" y="60"/>
                    </a:cubicBezTo>
                    <a:cubicBezTo>
                      <a:pt x="11" y="58"/>
                      <a:pt x="10" y="58"/>
                      <a:pt x="8" y="57"/>
                    </a:cubicBezTo>
                    <a:cubicBezTo>
                      <a:pt x="7" y="57"/>
                      <a:pt x="5" y="57"/>
                      <a:pt x="4" y="56"/>
                    </a:cubicBezTo>
                    <a:cubicBezTo>
                      <a:pt x="3" y="56"/>
                      <a:pt x="1" y="56"/>
                      <a:pt x="1" y="5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0" name="Freeform 2583">
                <a:extLst>
                  <a:ext uri="{FF2B5EF4-FFF2-40B4-BE49-F238E27FC236}">
                    <a16:creationId xmlns:a16="http://schemas.microsoft.com/office/drawing/2014/main" id="{E9CA9649-5C54-4DCD-831F-A117A6FC8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757"/>
                <a:ext cx="9" cy="7"/>
              </a:xfrm>
              <a:custGeom>
                <a:avLst/>
                <a:gdLst>
                  <a:gd name="T0" fmla="*/ 2 w 21"/>
                  <a:gd name="T1" fmla="*/ 11 h 16"/>
                  <a:gd name="T2" fmla="*/ 2 w 21"/>
                  <a:gd name="T3" fmla="*/ 6 h 16"/>
                  <a:gd name="T4" fmla="*/ 9 w 21"/>
                  <a:gd name="T5" fmla="*/ 1 h 16"/>
                  <a:gd name="T6" fmla="*/ 14 w 21"/>
                  <a:gd name="T7" fmla="*/ 1 h 16"/>
                  <a:gd name="T8" fmla="*/ 17 w 21"/>
                  <a:gd name="T9" fmla="*/ 1 h 16"/>
                  <a:gd name="T10" fmla="*/ 20 w 21"/>
                  <a:gd name="T11" fmla="*/ 5 h 16"/>
                  <a:gd name="T12" fmla="*/ 17 w 21"/>
                  <a:gd name="T13" fmla="*/ 9 h 16"/>
                  <a:gd name="T14" fmla="*/ 10 w 21"/>
                  <a:gd name="T15" fmla="*/ 11 h 16"/>
                  <a:gd name="T16" fmla="*/ 7 w 21"/>
                  <a:gd name="T17" fmla="*/ 14 h 16"/>
                  <a:gd name="T18" fmla="*/ 2 w 21"/>
                  <a:gd name="T19" fmla="*/ 16 h 16"/>
                  <a:gd name="T20" fmla="*/ 2 w 21"/>
                  <a:gd name="T2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6">
                    <a:moveTo>
                      <a:pt x="2" y="11"/>
                    </a:moveTo>
                    <a:cubicBezTo>
                      <a:pt x="2" y="9"/>
                      <a:pt x="2" y="8"/>
                      <a:pt x="2" y="6"/>
                    </a:cubicBezTo>
                    <a:cubicBezTo>
                      <a:pt x="2" y="3"/>
                      <a:pt x="6" y="2"/>
                      <a:pt x="9" y="1"/>
                    </a:cubicBezTo>
                    <a:cubicBezTo>
                      <a:pt x="11" y="1"/>
                      <a:pt x="12" y="2"/>
                      <a:pt x="14" y="1"/>
                    </a:cubicBezTo>
                    <a:cubicBezTo>
                      <a:pt x="15" y="1"/>
                      <a:pt x="16" y="0"/>
                      <a:pt x="17" y="1"/>
                    </a:cubicBezTo>
                    <a:cubicBezTo>
                      <a:pt x="18" y="2"/>
                      <a:pt x="19" y="3"/>
                      <a:pt x="20" y="5"/>
                    </a:cubicBezTo>
                    <a:cubicBezTo>
                      <a:pt x="21" y="7"/>
                      <a:pt x="18" y="8"/>
                      <a:pt x="17" y="9"/>
                    </a:cubicBezTo>
                    <a:cubicBezTo>
                      <a:pt x="14" y="9"/>
                      <a:pt x="12" y="9"/>
                      <a:pt x="10" y="11"/>
                    </a:cubicBezTo>
                    <a:cubicBezTo>
                      <a:pt x="9" y="12"/>
                      <a:pt x="9" y="13"/>
                      <a:pt x="7" y="14"/>
                    </a:cubicBezTo>
                    <a:cubicBezTo>
                      <a:pt x="6" y="15"/>
                      <a:pt x="4" y="16"/>
                      <a:pt x="2" y="16"/>
                    </a:cubicBezTo>
                    <a:cubicBezTo>
                      <a:pt x="0" y="15"/>
                      <a:pt x="1" y="12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1" name="Freeform 2584">
                <a:extLst>
                  <a:ext uri="{FF2B5EF4-FFF2-40B4-BE49-F238E27FC236}">
                    <a16:creationId xmlns:a16="http://schemas.microsoft.com/office/drawing/2014/main" id="{8798D253-7647-40BF-8A10-F11F0CF13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756"/>
                <a:ext cx="4" cy="3"/>
              </a:xfrm>
              <a:custGeom>
                <a:avLst/>
                <a:gdLst>
                  <a:gd name="T0" fmla="*/ 6 w 9"/>
                  <a:gd name="T1" fmla="*/ 0 h 7"/>
                  <a:gd name="T2" fmla="*/ 9 w 9"/>
                  <a:gd name="T3" fmla="*/ 3 h 7"/>
                  <a:gd name="T4" fmla="*/ 7 w 9"/>
                  <a:gd name="T5" fmla="*/ 7 h 7"/>
                  <a:gd name="T6" fmla="*/ 3 w 9"/>
                  <a:gd name="T7" fmla="*/ 6 h 7"/>
                  <a:gd name="T8" fmla="*/ 0 w 9"/>
                  <a:gd name="T9" fmla="*/ 4 h 7"/>
                  <a:gd name="T10" fmla="*/ 6 w 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6" y="0"/>
                    </a:moveTo>
                    <a:cubicBezTo>
                      <a:pt x="8" y="0"/>
                      <a:pt x="9" y="1"/>
                      <a:pt x="9" y="3"/>
                    </a:cubicBezTo>
                    <a:cubicBezTo>
                      <a:pt x="9" y="4"/>
                      <a:pt x="9" y="6"/>
                      <a:pt x="7" y="7"/>
                    </a:cubicBezTo>
                    <a:cubicBezTo>
                      <a:pt x="6" y="7"/>
                      <a:pt x="4" y="7"/>
                      <a:pt x="3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1"/>
                      <a:pt x="4" y="1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2" name="Freeform 2585">
                <a:extLst>
                  <a:ext uri="{FF2B5EF4-FFF2-40B4-BE49-F238E27FC236}">
                    <a16:creationId xmlns:a16="http://schemas.microsoft.com/office/drawing/2014/main" id="{53009FC1-77DA-4744-BCCE-797C4B1E0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727"/>
                <a:ext cx="14" cy="11"/>
              </a:xfrm>
              <a:custGeom>
                <a:avLst/>
                <a:gdLst>
                  <a:gd name="T0" fmla="*/ 14 w 35"/>
                  <a:gd name="T1" fmla="*/ 16 h 27"/>
                  <a:gd name="T2" fmla="*/ 10 w 35"/>
                  <a:gd name="T3" fmla="*/ 20 h 27"/>
                  <a:gd name="T4" fmla="*/ 6 w 35"/>
                  <a:gd name="T5" fmla="*/ 23 h 27"/>
                  <a:gd name="T6" fmla="*/ 4 w 35"/>
                  <a:gd name="T7" fmla="*/ 20 h 27"/>
                  <a:gd name="T8" fmla="*/ 3 w 35"/>
                  <a:gd name="T9" fmla="*/ 15 h 27"/>
                  <a:gd name="T10" fmla="*/ 1 w 35"/>
                  <a:gd name="T11" fmla="*/ 12 h 27"/>
                  <a:gd name="T12" fmla="*/ 1 w 35"/>
                  <a:gd name="T13" fmla="*/ 5 h 27"/>
                  <a:gd name="T14" fmla="*/ 9 w 35"/>
                  <a:gd name="T15" fmla="*/ 1 h 27"/>
                  <a:gd name="T16" fmla="*/ 12 w 35"/>
                  <a:gd name="T17" fmla="*/ 3 h 27"/>
                  <a:gd name="T18" fmla="*/ 17 w 35"/>
                  <a:gd name="T19" fmla="*/ 4 h 27"/>
                  <a:gd name="T20" fmla="*/ 25 w 35"/>
                  <a:gd name="T21" fmla="*/ 3 h 27"/>
                  <a:gd name="T22" fmla="*/ 32 w 35"/>
                  <a:gd name="T23" fmla="*/ 10 h 27"/>
                  <a:gd name="T24" fmla="*/ 34 w 35"/>
                  <a:gd name="T25" fmla="*/ 14 h 27"/>
                  <a:gd name="T26" fmla="*/ 31 w 35"/>
                  <a:gd name="T27" fmla="*/ 18 h 27"/>
                  <a:gd name="T28" fmla="*/ 28 w 35"/>
                  <a:gd name="T29" fmla="*/ 23 h 27"/>
                  <a:gd name="T30" fmla="*/ 19 w 35"/>
                  <a:gd name="T31" fmla="*/ 23 h 27"/>
                  <a:gd name="T32" fmla="*/ 18 w 35"/>
                  <a:gd name="T33" fmla="*/ 21 h 27"/>
                  <a:gd name="T34" fmla="*/ 14 w 35"/>
                  <a:gd name="T3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27">
                    <a:moveTo>
                      <a:pt x="14" y="16"/>
                    </a:moveTo>
                    <a:cubicBezTo>
                      <a:pt x="12" y="16"/>
                      <a:pt x="11" y="19"/>
                      <a:pt x="10" y="20"/>
                    </a:cubicBezTo>
                    <a:cubicBezTo>
                      <a:pt x="9" y="21"/>
                      <a:pt x="8" y="22"/>
                      <a:pt x="6" y="23"/>
                    </a:cubicBezTo>
                    <a:cubicBezTo>
                      <a:pt x="5" y="23"/>
                      <a:pt x="4" y="21"/>
                      <a:pt x="4" y="20"/>
                    </a:cubicBezTo>
                    <a:cubicBezTo>
                      <a:pt x="3" y="18"/>
                      <a:pt x="4" y="17"/>
                      <a:pt x="3" y="15"/>
                    </a:cubicBezTo>
                    <a:cubicBezTo>
                      <a:pt x="3" y="14"/>
                      <a:pt x="2" y="13"/>
                      <a:pt x="1" y="12"/>
                    </a:cubicBezTo>
                    <a:cubicBezTo>
                      <a:pt x="1" y="10"/>
                      <a:pt x="0" y="7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0" y="1"/>
                      <a:pt x="11" y="2"/>
                      <a:pt x="12" y="3"/>
                    </a:cubicBezTo>
                    <a:cubicBezTo>
                      <a:pt x="14" y="4"/>
                      <a:pt x="15" y="4"/>
                      <a:pt x="17" y="4"/>
                    </a:cubicBezTo>
                    <a:cubicBezTo>
                      <a:pt x="20" y="3"/>
                      <a:pt x="22" y="1"/>
                      <a:pt x="25" y="3"/>
                    </a:cubicBezTo>
                    <a:cubicBezTo>
                      <a:pt x="28" y="4"/>
                      <a:pt x="30" y="8"/>
                      <a:pt x="32" y="10"/>
                    </a:cubicBezTo>
                    <a:cubicBezTo>
                      <a:pt x="34" y="11"/>
                      <a:pt x="35" y="12"/>
                      <a:pt x="34" y="14"/>
                    </a:cubicBezTo>
                    <a:cubicBezTo>
                      <a:pt x="34" y="16"/>
                      <a:pt x="33" y="17"/>
                      <a:pt x="31" y="18"/>
                    </a:cubicBezTo>
                    <a:cubicBezTo>
                      <a:pt x="30" y="20"/>
                      <a:pt x="29" y="21"/>
                      <a:pt x="28" y="23"/>
                    </a:cubicBezTo>
                    <a:cubicBezTo>
                      <a:pt x="26" y="27"/>
                      <a:pt x="22" y="25"/>
                      <a:pt x="19" y="23"/>
                    </a:cubicBezTo>
                    <a:cubicBezTo>
                      <a:pt x="20" y="23"/>
                      <a:pt x="19" y="21"/>
                      <a:pt x="18" y="21"/>
                    </a:cubicBezTo>
                    <a:cubicBezTo>
                      <a:pt x="17" y="19"/>
                      <a:pt x="16" y="16"/>
                      <a:pt x="1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3" name="Freeform 2586">
                <a:extLst>
                  <a:ext uri="{FF2B5EF4-FFF2-40B4-BE49-F238E27FC236}">
                    <a16:creationId xmlns:a16="http://schemas.microsoft.com/office/drawing/2014/main" id="{A6108B41-9056-4B7A-9BC6-852DB39C1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750"/>
                <a:ext cx="3" cy="2"/>
              </a:xfrm>
              <a:custGeom>
                <a:avLst/>
                <a:gdLst>
                  <a:gd name="T0" fmla="*/ 7 w 9"/>
                  <a:gd name="T1" fmla="*/ 1 h 6"/>
                  <a:gd name="T2" fmla="*/ 9 w 9"/>
                  <a:gd name="T3" fmla="*/ 2 h 6"/>
                  <a:gd name="T4" fmla="*/ 7 w 9"/>
                  <a:gd name="T5" fmla="*/ 5 h 6"/>
                  <a:gd name="T6" fmla="*/ 4 w 9"/>
                  <a:gd name="T7" fmla="*/ 5 h 6"/>
                  <a:gd name="T8" fmla="*/ 1 w 9"/>
                  <a:gd name="T9" fmla="*/ 4 h 6"/>
                  <a:gd name="T10" fmla="*/ 3 w 9"/>
                  <a:gd name="T11" fmla="*/ 1 h 6"/>
                  <a:gd name="T12" fmla="*/ 7 w 9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7" y="1"/>
                    </a:moveTo>
                    <a:cubicBezTo>
                      <a:pt x="7" y="1"/>
                      <a:pt x="8" y="2"/>
                      <a:pt x="9" y="2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3" y="5"/>
                      <a:pt x="1" y="6"/>
                      <a:pt x="1" y="4"/>
                    </a:cubicBezTo>
                    <a:cubicBezTo>
                      <a:pt x="0" y="3"/>
                      <a:pt x="2" y="2"/>
                      <a:pt x="3" y="1"/>
                    </a:cubicBezTo>
                    <a:cubicBezTo>
                      <a:pt x="4" y="0"/>
                      <a:pt x="6" y="0"/>
                      <a:pt x="7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4" name="Freeform 2587">
                <a:extLst>
                  <a:ext uri="{FF2B5EF4-FFF2-40B4-BE49-F238E27FC236}">
                    <a16:creationId xmlns:a16="http://schemas.microsoft.com/office/drawing/2014/main" id="{A2330F1E-E8CB-4246-B885-AACB62760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697"/>
                <a:ext cx="4" cy="3"/>
              </a:xfrm>
              <a:custGeom>
                <a:avLst/>
                <a:gdLst>
                  <a:gd name="T0" fmla="*/ 7 w 11"/>
                  <a:gd name="T1" fmla="*/ 0 h 8"/>
                  <a:gd name="T2" fmla="*/ 11 w 11"/>
                  <a:gd name="T3" fmla="*/ 5 h 8"/>
                  <a:gd name="T4" fmla="*/ 10 w 11"/>
                  <a:gd name="T5" fmla="*/ 8 h 8"/>
                  <a:gd name="T6" fmla="*/ 5 w 11"/>
                  <a:gd name="T7" fmla="*/ 7 h 8"/>
                  <a:gd name="T8" fmla="*/ 2 w 11"/>
                  <a:gd name="T9" fmla="*/ 6 h 8"/>
                  <a:gd name="T10" fmla="*/ 7 w 11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7" y="0"/>
                    </a:moveTo>
                    <a:cubicBezTo>
                      <a:pt x="9" y="0"/>
                      <a:pt x="10" y="3"/>
                      <a:pt x="11" y="5"/>
                    </a:cubicBezTo>
                    <a:cubicBezTo>
                      <a:pt x="11" y="6"/>
                      <a:pt x="11" y="8"/>
                      <a:pt x="10" y="8"/>
                    </a:cubicBezTo>
                    <a:cubicBezTo>
                      <a:pt x="8" y="8"/>
                      <a:pt x="6" y="8"/>
                      <a:pt x="5" y="7"/>
                    </a:cubicBezTo>
                    <a:cubicBezTo>
                      <a:pt x="4" y="7"/>
                      <a:pt x="2" y="7"/>
                      <a:pt x="2" y="6"/>
                    </a:cubicBezTo>
                    <a:cubicBezTo>
                      <a:pt x="0" y="3"/>
                      <a:pt x="5" y="1"/>
                      <a:pt x="7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5" name="Freeform 2588">
                <a:extLst>
                  <a:ext uri="{FF2B5EF4-FFF2-40B4-BE49-F238E27FC236}">
                    <a16:creationId xmlns:a16="http://schemas.microsoft.com/office/drawing/2014/main" id="{DA34C56D-87D4-46EA-81E2-89661DA92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688"/>
                <a:ext cx="4" cy="4"/>
              </a:xfrm>
              <a:custGeom>
                <a:avLst/>
                <a:gdLst>
                  <a:gd name="T0" fmla="*/ 0 w 10"/>
                  <a:gd name="T1" fmla="*/ 2 h 9"/>
                  <a:gd name="T2" fmla="*/ 4 w 10"/>
                  <a:gd name="T3" fmla="*/ 1 h 9"/>
                  <a:gd name="T4" fmla="*/ 9 w 10"/>
                  <a:gd name="T5" fmla="*/ 4 h 9"/>
                  <a:gd name="T6" fmla="*/ 7 w 10"/>
                  <a:gd name="T7" fmla="*/ 9 h 9"/>
                  <a:gd name="T8" fmla="*/ 2 w 10"/>
                  <a:gd name="T9" fmla="*/ 7 h 9"/>
                  <a:gd name="T10" fmla="*/ 0 w 10"/>
                  <a:gd name="T11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0" y="2"/>
                    </a:moveTo>
                    <a:cubicBezTo>
                      <a:pt x="0" y="0"/>
                      <a:pt x="2" y="0"/>
                      <a:pt x="4" y="1"/>
                    </a:cubicBezTo>
                    <a:cubicBezTo>
                      <a:pt x="6" y="2"/>
                      <a:pt x="7" y="2"/>
                      <a:pt x="9" y="4"/>
                    </a:cubicBezTo>
                    <a:cubicBezTo>
                      <a:pt x="10" y="5"/>
                      <a:pt x="9" y="8"/>
                      <a:pt x="7" y="9"/>
                    </a:cubicBezTo>
                    <a:cubicBezTo>
                      <a:pt x="6" y="9"/>
                      <a:pt x="4" y="8"/>
                      <a:pt x="2" y="7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6" name="Freeform 2589">
                <a:extLst>
                  <a:ext uri="{FF2B5EF4-FFF2-40B4-BE49-F238E27FC236}">
                    <a16:creationId xmlns:a16="http://schemas.microsoft.com/office/drawing/2014/main" id="{15716975-DC67-489A-AAD2-EDF3F38F6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686"/>
                <a:ext cx="3" cy="5"/>
              </a:xfrm>
              <a:custGeom>
                <a:avLst/>
                <a:gdLst>
                  <a:gd name="T0" fmla="*/ 2 w 9"/>
                  <a:gd name="T1" fmla="*/ 1 h 13"/>
                  <a:gd name="T2" fmla="*/ 8 w 9"/>
                  <a:gd name="T3" fmla="*/ 4 h 13"/>
                  <a:gd name="T4" fmla="*/ 9 w 9"/>
                  <a:gd name="T5" fmla="*/ 9 h 13"/>
                  <a:gd name="T6" fmla="*/ 8 w 9"/>
                  <a:gd name="T7" fmla="*/ 12 h 13"/>
                  <a:gd name="T8" fmla="*/ 5 w 9"/>
                  <a:gd name="T9" fmla="*/ 13 h 13"/>
                  <a:gd name="T10" fmla="*/ 0 w 9"/>
                  <a:gd name="T11" fmla="*/ 7 h 13"/>
                  <a:gd name="T12" fmla="*/ 1 w 9"/>
                  <a:gd name="T13" fmla="*/ 4 h 13"/>
                  <a:gd name="T14" fmla="*/ 2 w 9"/>
                  <a:gd name="T1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3">
                    <a:moveTo>
                      <a:pt x="2" y="1"/>
                    </a:moveTo>
                    <a:cubicBezTo>
                      <a:pt x="4" y="0"/>
                      <a:pt x="6" y="2"/>
                      <a:pt x="8" y="4"/>
                    </a:cubicBezTo>
                    <a:cubicBezTo>
                      <a:pt x="9" y="5"/>
                      <a:pt x="9" y="7"/>
                      <a:pt x="9" y="9"/>
                    </a:cubicBezTo>
                    <a:cubicBezTo>
                      <a:pt x="9" y="10"/>
                      <a:pt x="9" y="11"/>
                      <a:pt x="8" y="12"/>
                    </a:cubicBezTo>
                    <a:cubicBezTo>
                      <a:pt x="8" y="13"/>
                      <a:pt x="6" y="13"/>
                      <a:pt x="5" y="13"/>
                    </a:cubicBezTo>
                    <a:cubicBezTo>
                      <a:pt x="4" y="12"/>
                      <a:pt x="1" y="9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3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7" name="Freeform 2590">
                <a:extLst>
                  <a:ext uri="{FF2B5EF4-FFF2-40B4-BE49-F238E27FC236}">
                    <a16:creationId xmlns:a16="http://schemas.microsoft.com/office/drawing/2014/main" id="{71B8D02C-434B-43AE-A997-4DA18C96D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657"/>
                <a:ext cx="5" cy="6"/>
              </a:xfrm>
              <a:custGeom>
                <a:avLst/>
                <a:gdLst>
                  <a:gd name="T0" fmla="*/ 1 w 13"/>
                  <a:gd name="T1" fmla="*/ 7 h 14"/>
                  <a:gd name="T2" fmla="*/ 1 w 13"/>
                  <a:gd name="T3" fmla="*/ 4 h 14"/>
                  <a:gd name="T4" fmla="*/ 4 w 13"/>
                  <a:gd name="T5" fmla="*/ 0 h 14"/>
                  <a:gd name="T6" fmla="*/ 11 w 13"/>
                  <a:gd name="T7" fmla="*/ 4 h 14"/>
                  <a:gd name="T8" fmla="*/ 12 w 13"/>
                  <a:gd name="T9" fmla="*/ 8 h 14"/>
                  <a:gd name="T10" fmla="*/ 12 w 13"/>
                  <a:gd name="T11" fmla="*/ 12 h 14"/>
                  <a:gd name="T12" fmla="*/ 6 w 13"/>
                  <a:gd name="T13" fmla="*/ 14 h 14"/>
                  <a:gd name="T14" fmla="*/ 3 w 13"/>
                  <a:gd name="T15" fmla="*/ 14 h 14"/>
                  <a:gd name="T16" fmla="*/ 1 w 13"/>
                  <a:gd name="T17" fmla="*/ 11 h 14"/>
                  <a:gd name="T18" fmla="*/ 1 w 13"/>
                  <a:gd name="T1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4">
                    <a:moveTo>
                      <a:pt x="1" y="7"/>
                    </a:moveTo>
                    <a:cubicBezTo>
                      <a:pt x="0" y="6"/>
                      <a:pt x="0" y="5"/>
                      <a:pt x="1" y="4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7" y="0"/>
                      <a:pt x="9" y="2"/>
                      <a:pt x="11" y="4"/>
                    </a:cubicBezTo>
                    <a:cubicBezTo>
                      <a:pt x="12" y="6"/>
                      <a:pt x="12" y="7"/>
                      <a:pt x="12" y="8"/>
                    </a:cubicBezTo>
                    <a:cubicBezTo>
                      <a:pt x="12" y="9"/>
                      <a:pt x="13" y="11"/>
                      <a:pt x="12" y="12"/>
                    </a:cubicBezTo>
                    <a:cubicBezTo>
                      <a:pt x="11" y="14"/>
                      <a:pt x="8" y="14"/>
                      <a:pt x="6" y="14"/>
                    </a:cubicBezTo>
                    <a:cubicBezTo>
                      <a:pt x="5" y="14"/>
                      <a:pt x="4" y="14"/>
                      <a:pt x="3" y="14"/>
                    </a:cubicBezTo>
                    <a:cubicBezTo>
                      <a:pt x="2" y="13"/>
                      <a:pt x="2" y="12"/>
                      <a:pt x="1" y="11"/>
                    </a:cubicBezTo>
                    <a:cubicBezTo>
                      <a:pt x="1" y="9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8" name="Freeform 2591">
                <a:extLst>
                  <a:ext uri="{FF2B5EF4-FFF2-40B4-BE49-F238E27FC236}">
                    <a16:creationId xmlns:a16="http://schemas.microsoft.com/office/drawing/2014/main" id="{0844446E-BF39-424B-947B-19A4BBDE5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655"/>
                <a:ext cx="4" cy="4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9 h 10"/>
                  <a:gd name="T4" fmla="*/ 5 w 9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cubicBezTo>
                      <a:pt x="8" y="1"/>
                      <a:pt x="9" y="10"/>
                      <a:pt x="5" y="9"/>
                    </a:cubicBezTo>
                    <a:cubicBezTo>
                      <a:pt x="1" y="8"/>
                      <a:pt x="0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9" name="Freeform 2592">
                <a:extLst>
                  <a:ext uri="{FF2B5EF4-FFF2-40B4-BE49-F238E27FC236}">
                    <a16:creationId xmlns:a16="http://schemas.microsoft.com/office/drawing/2014/main" id="{FC92F1C7-4F66-4759-A617-CA147A328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648"/>
                <a:ext cx="3" cy="3"/>
              </a:xfrm>
              <a:custGeom>
                <a:avLst/>
                <a:gdLst>
                  <a:gd name="T0" fmla="*/ 0 w 8"/>
                  <a:gd name="T1" fmla="*/ 5 h 8"/>
                  <a:gd name="T2" fmla="*/ 2 w 8"/>
                  <a:gd name="T3" fmla="*/ 1 h 8"/>
                  <a:gd name="T4" fmla="*/ 6 w 8"/>
                  <a:gd name="T5" fmla="*/ 1 h 8"/>
                  <a:gd name="T6" fmla="*/ 8 w 8"/>
                  <a:gd name="T7" fmla="*/ 5 h 8"/>
                  <a:gd name="T8" fmla="*/ 3 w 8"/>
                  <a:gd name="T9" fmla="*/ 8 h 8"/>
                  <a:gd name="T10" fmla="*/ 0 w 8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3" y="0"/>
                      <a:pt x="5" y="1"/>
                      <a:pt x="6" y="1"/>
                    </a:cubicBezTo>
                    <a:cubicBezTo>
                      <a:pt x="7" y="2"/>
                      <a:pt x="8" y="4"/>
                      <a:pt x="8" y="5"/>
                    </a:cubicBezTo>
                    <a:cubicBezTo>
                      <a:pt x="7" y="7"/>
                      <a:pt x="4" y="8"/>
                      <a:pt x="3" y="8"/>
                    </a:cubicBezTo>
                    <a:cubicBezTo>
                      <a:pt x="1" y="8"/>
                      <a:pt x="0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0" name="Freeform 2593">
                <a:extLst>
                  <a:ext uri="{FF2B5EF4-FFF2-40B4-BE49-F238E27FC236}">
                    <a16:creationId xmlns:a16="http://schemas.microsoft.com/office/drawing/2014/main" id="{23418AA3-B68D-44EC-AAD9-FC6D04905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651"/>
                <a:ext cx="4" cy="2"/>
              </a:xfrm>
              <a:custGeom>
                <a:avLst/>
                <a:gdLst>
                  <a:gd name="T0" fmla="*/ 0 w 8"/>
                  <a:gd name="T1" fmla="*/ 2 h 5"/>
                  <a:gd name="T2" fmla="*/ 1 w 8"/>
                  <a:gd name="T3" fmla="*/ 0 h 5"/>
                  <a:gd name="T4" fmla="*/ 6 w 8"/>
                  <a:gd name="T5" fmla="*/ 1 h 5"/>
                  <a:gd name="T6" fmla="*/ 6 w 8"/>
                  <a:gd name="T7" fmla="*/ 5 h 5"/>
                  <a:gd name="T8" fmla="*/ 1 w 8"/>
                  <a:gd name="T9" fmla="*/ 4 h 5"/>
                  <a:gd name="T10" fmla="*/ 0 w 8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5" y="0"/>
                      <a:pt x="6" y="1"/>
                    </a:cubicBezTo>
                    <a:cubicBezTo>
                      <a:pt x="7" y="2"/>
                      <a:pt x="8" y="5"/>
                      <a:pt x="6" y="5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1" name="Freeform 2594">
                <a:extLst>
                  <a:ext uri="{FF2B5EF4-FFF2-40B4-BE49-F238E27FC236}">
                    <a16:creationId xmlns:a16="http://schemas.microsoft.com/office/drawing/2014/main" id="{B1D62503-A0AC-499C-96E0-B559C58A8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653"/>
                <a:ext cx="4" cy="3"/>
              </a:xfrm>
              <a:custGeom>
                <a:avLst/>
                <a:gdLst>
                  <a:gd name="T0" fmla="*/ 4 w 11"/>
                  <a:gd name="T1" fmla="*/ 1 h 9"/>
                  <a:gd name="T2" fmla="*/ 7 w 11"/>
                  <a:gd name="T3" fmla="*/ 1 h 9"/>
                  <a:gd name="T4" fmla="*/ 10 w 11"/>
                  <a:gd name="T5" fmla="*/ 4 h 9"/>
                  <a:gd name="T6" fmla="*/ 4 w 11"/>
                  <a:gd name="T7" fmla="*/ 8 h 9"/>
                  <a:gd name="T8" fmla="*/ 4 w 11"/>
                  <a:gd name="T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4" y="1"/>
                    </a:moveTo>
                    <a:cubicBezTo>
                      <a:pt x="5" y="0"/>
                      <a:pt x="6" y="0"/>
                      <a:pt x="7" y="1"/>
                    </a:cubicBezTo>
                    <a:cubicBezTo>
                      <a:pt x="9" y="2"/>
                      <a:pt x="10" y="3"/>
                      <a:pt x="10" y="4"/>
                    </a:cubicBezTo>
                    <a:cubicBezTo>
                      <a:pt x="11" y="8"/>
                      <a:pt x="6" y="9"/>
                      <a:pt x="4" y="8"/>
                    </a:cubicBezTo>
                    <a:cubicBezTo>
                      <a:pt x="1" y="6"/>
                      <a:pt x="0" y="1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2" name="Freeform 2595">
                <a:extLst>
                  <a:ext uri="{FF2B5EF4-FFF2-40B4-BE49-F238E27FC236}">
                    <a16:creationId xmlns:a16="http://schemas.microsoft.com/office/drawing/2014/main" id="{8619A012-07C3-4A30-B495-501FF4797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637"/>
                <a:ext cx="4" cy="3"/>
              </a:xfrm>
              <a:custGeom>
                <a:avLst/>
                <a:gdLst>
                  <a:gd name="T0" fmla="*/ 1 w 9"/>
                  <a:gd name="T1" fmla="*/ 6 h 8"/>
                  <a:gd name="T2" fmla="*/ 0 w 9"/>
                  <a:gd name="T3" fmla="*/ 5 h 8"/>
                  <a:gd name="T4" fmla="*/ 0 w 9"/>
                  <a:gd name="T5" fmla="*/ 3 h 8"/>
                  <a:gd name="T6" fmla="*/ 3 w 9"/>
                  <a:gd name="T7" fmla="*/ 0 h 8"/>
                  <a:gd name="T8" fmla="*/ 9 w 9"/>
                  <a:gd name="T9" fmla="*/ 5 h 8"/>
                  <a:gd name="T10" fmla="*/ 1 w 9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1" y="6"/>
                    </a:moveTo>
                    <a:cubicBezTo>
                      <a:pt x="0" y="5"/>
                      <a:pt x="0" y="6"/>
                      <a:pt x="0" y="5"/>
                    </a:cubicBezTo>
                    <a:cubicBezTo>
                      <a:pt x="0" y="5"/>
                      <a:pt x="0" y="3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6" y="0"/>
                      <a:pt x="9" y="2"/>
                      <a:pt x="9" y="5"/>
                    </a:cubicBezTo>
                    <a:cubicBezTo>
                      <a:pt x="9" y="8"/>
                      <a:pt x="2" y="8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3" name="Freeform 2596">
                <a:extLst>
                  <a:ext uri="{FF2B5EF4-FFF2-40B4-BE49-F238E27FC236}">
                    <a16:creationId xmlns:a16="http://schemas.microsoft.com/office/drawing/2014/main" id="{2659C933-91D0-40FE-8850-70E791956F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63" y="1640"/>
                <a:ext cx="286" cy="230"/>
              </a:xfrm>
              <a:custGeom>
                <a:avLst/>
                <a:gdLst>
                  <a:gd name="T0" fmla="*/ 657 w 702"/>
                  <a:gd name="T1" fmla="*/ 404 h 566"/>
                  <a:gd name="T2" fmla="*/ 637 w 702"/>
                  <a:gd name="T3" fmla="*/ 376 h 566"/>
                  <a:gd name="T4" fmla="*/ 622 w 702"/>
                  <a:gd name="T5" fmla="*/ 330 h 566"/>
                  <a:gd name="T6" fmla="*/ 593 w 702"/>
                  <a:gd name="T7" fmla="*/ 309 h 566"/>
                  <a:gd name="T8" fmla="*/ 581 w 702"/>
                  <a:gd name="T9" fmla="*/ 262 h 566"/>
                  <a:gd name="T10" fmla="*/ 544 w 702"/>
                  <a:gd name="T11" fmla="*/ 220 h 566"/>
                  <a:gd name="T12" fmla="*/ 537 w 702"/>
                  <a:gd name="T13" fmla="*/ 183 h 566"/>
                  <a:gd name="T14" fmla="*/ 655 w 702"/>
                  <a:gd name="T15" fmla="*/ 62 h 566"/>
                  <a:gd name="T16" fmla="*/ 687 w 702"/>
                  <a:gd name="T17" fmla="*/ 32 h 566"/>
                  <a:gd name="T18" fmla="*/ 648 w 702"/>
                  <a:gd name="T19" fmla="*/ 15 h 566"/>
                  <a:gd name="T20" fmla="*/ 614 w 702"/>
                  <a:gd name="T21" fmla="*/ 23 h 566"/>
                  <a:gd name="T22" fmla="*/ 541 w 702"/>
                  <a:gd name="T23" fmla="*/ 25 h 566"/>
                  <a:gd name="T24" fmla="*/ 505 w 702"/>
                  <a:gd name="T25" fmla="*/ 34 h 566"/>
                  <a:gd name="T26" fmla="*/ 472 w 702"/>
                  <a:gd name="T27" fmla="*/ 19 h 566"/>
                  <a:gd name="T28" fmla="*/ 442 w 702"/>
                  <a:gd name="T29" fmla="*/ 21 h 566"/>
                  <a:gd name="T30" fmla="*/ 419 w 702"/>
                  <a:gd name="T31" fmla="*/ 16 h 566"/>
                  <a:gd name="T32" fmla="*/ 387 w 702"/>
                  <a:gd name="T33" fmla="*/ 13 h 566"/>
                  <a:gd name="T34" fmla="*/ 360 w 702"/>
                  <a:gd name="T35" fmla="*/ 8 h 566"/>
                  <a:gd name="T36" fmla="*/ 344 w 702"/>
                  <a:gd name="T37" fmla="*/ 7 h 566"/>
                  <a:gd name="T38" fmla="*/ 327 w 702"/>
                  <a:gd name="T39" fmla="*/ 9 h 566"/>
                  <a:gd name="T40" fmla="*/ 313 w 702"/>
                  <a:gd name="T41" fmla="*/ 24 h 566"/>
                  <a:gd name="T42" fmla="*/ 296 w 702"/>
                  <a:gd name="T43" fmla="*/ 32 h 566"/>
                  <a:gd name="T44" fmla="*/ 287 w 702"/>
                  <a:gd name="T45" fmla="*/ 44 h 566"/>
                  <a:gd name="T46" fmla="*/ 278 w 702"/>
                  <a:gd name="T47" fmla="*/ 53 h 566"/>
                  <a:gd name="T48" fmla="*/ 270 w 702"/>
                  <a:gd name="T49" fmla="*/ 51 h 566"/>
                  <a:gd name="T50" fmla="*/ 264 w 702"/>
                  <a:gd name="T51" fmla="*/ 50 h 566"/>
                  <a:gd name="T52" fmla="*/ 249 w 702"/>
                  <a:gd name="T53" fmla="*/ 51 h 566"/>
                  <a:gd name="T54" fmla="*/ 223 w 702"/>
                  <a:gd name="T55" fmla="*/ 56 h 566"/>
                  <a:gd name="T56" fmla="*/ 201 w 702"/>
                  <a:gd name="T57" fmla="*/ 51 h 566"/>
                  <a:gd name="T58" fmla="*/ 190 w 702"/>
                  <a:gd name="T59" fmla="*/ 73 h 566"/>
                  <a:gd name="T60" fmla="*/ 128 w 702"/>
                  <a:gd name="T61" fmla="*/ 79 h 566"/>
                  <a:gd name="T62" fmla="*/ 105 w 702"/>
                  <a:gd name="T63" fmla="*/ 115 h 566"/>
                  <a:gd name="T64" fmla="*/ 90 w 702"/>
                  <a:gd name="T65" fmla="*/ 123 h 566"/>
                  <a:gd name="T66" fmla="*/ 57 w 702"/>
                  <a:gd name="T67" fmla="*/ 138 h 566"/>
                  <a:gd name="T68" fmla="*/ 22 w 702"/>
                  <a:gd name="T69" fmla="*/ 159 h 566"/>
                  <a:gd name="T70" fmla="*/ 13 w 702"/>
                  <a:gd name="T71" fmla="*/ 199 h 566"/>
                  <a:gd name="T72" fmla="*/ 14 w 702"/>
                  <a:gd name="T73" fmla="*/ 230 h 566"/>
                  <a:gd name="T74" fmla="*/ 32 w 702"/>
                  <a:gd name="T75" fmla="*/ 228 h 566"/>
                  <a:gd name="T76" fmla="*/ 1 w 702"/>
                  <a:gd name="T77" fmla="*/ 250 h 566"/>
                  <a:gd name="T78" fmla="*/ 11 w 702"/>
                  <a:gd name="T79" fmla="*/ 288 h 566"/>
                  <a:gd name="T80" fmla="*/ 60 w 702"/>
                  <a:gd name="T81" fmla="*/ 294 h 566"/>
                  <a:gd name="T82" fmla="*/ 21 w 702"/>
                  <a:gd name="T83" fmla="*/ 310 h 566"/>
                  <a:gd name="T84" fmla="*/ 35 w 702"/>
                  <a:gd name="T85" fmla="*/ 341 h 566"/>
                  <a:gd name="T86" fmla="*/ 53 w 702"/>
                  <a:gd name="T87" fmla="*/ 377 h 566"/>
                  <a:gd name="T88" fmla="*/ 94 w 702"/>
                  <a:gd name="T89" fmla="*/ 408 h 566"/>
                  <a:gd name="T90" fmla="*/ 134 w 702"/>
                  <a:gd name="T91" fmla="*/ 417 h 566"/>
                  <a:gd name="T92" fmla="*/ 175 w 702"/>
                  <a:gd name="T93" fmla="*/ 382 h 566"/>
                  <a:gd name="T94" fmla="*/ 179 w 702"/>
                  <a:gd name="T95" fmla="*/ 422 h 566"/>
                  <a:gd name="T96" fmla="*/ 176 w 702"/>
                  <a:gd name="T97" fmla="*/ 483 h 566"/>
                  <a:gd name="T98" fmla="*/ 308 w 702"/>
                  <a:gd name="T99" fmla="*/ 467 h 566"/>
                  <a:gd name="T100" fmla="*/ 568 w 702"/>
                  <a:gd name="T101" fmla="*/ 520 h 566"/>
                  <a:gd name="T102" fmla="*/ 436 w 702"/>
                  <a:gd name="T103" fmla="*/ 386 h 566"/>
                  <a:gd name="T104" fmla="*/ 428 w 702"/>
                  <a:gd name="T105" fmla="*/ 425 h 566"/>
                  <a:gd name="T106" fmla="*/ 400 w 702"/>
                  <a:gd name="T107" fmla="*/ 367 h 566"/>
                  <a:gd name="T108" fmla="*/ 434 w 702"/>
                  <a:gd name="T109" fmla="*/ 376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2" h="566">
                    <a:moveTo>
                      <a:pt x="677" y="424"/>
                    </a:moveTo>
                    <a:cubicBezTo>
                      <a:pt x="676" y="425"/>
                      <a:pt x="676" y="424"/>
                      <a:pt x="675" y="423"/>
                    </a:cubicBezTo>
                    <a:cubicBezTo>
                      <a:pt x="673" y="422"/>
                      <a:pt x="673" y="418"/>
                      <a:pt x="671" y="420"/>
                    </a:cubicBezTo>
                    <a:cubicBezTo>
                      <a:pt x="670" y="421"/>
                      <a:pt x="669" y="424"/>
                      <a:pt x="667" y="423"/>
                    </a:cubicBezTo>
                    <a:cubicBezTo>
                      <a:pt x="665" y="422"/>
                      <a:pt x="665" y="418"/>
                      <a:pt x="666" y="416"/>
                    </a:cubicBezTo>
                    <a:cubicBezTo>
                      <a:pt x="666" y="412"/>
                      <a:pt x="665" y="411"/>
                      <a:pt x="662" y="409"/>
                    </a:cubicBezTo>
                    <a:cubicBezTo>
                      <a:pt x="660" y="408"/>
                      <a:pt x="659" y="406"/>
                      <a:pt x="657" y="404"/>
                    </a:cubicBezTo>
                    <a:cubicBezTo>
                      <a:pt x="656" y="403"/>
                      <a:pt x="655" y="402"/>
                      <a:pt x="655" y="401"/>
                    </a:cubicBezTo>
                    <a:cubicBezTo>
                      <a:pt x="654" y="400"/>
                      <a:pt x="654" y="399"/>
                      <a:pt x="654" y="398"/>
                    </a:cubicBezTo>
                    <a:cubicBezTo>
                      <a:pt x="653" y="396"/>
                      <a:pt x="652" y="395"/>
                      <a:pt x="650" y="394"/>
                    </a:cubicBezTo>
                    <a:cubicBezTo>
                      <a:pt x="648" y="393"/>
                      <a:pt x="646" y="391"/>
                      <a:pt x="645" y="388"/>
                    </a:cubicBezTo>
                    <a:cubicBezTo>
                      <a:pt x="644" y="387"/>
                      <a:pt x="643" y="385"/>
                      <a:pt x="642" y="383"/>
                    </a:cubicBezTo>
                    <a:cubicBezTo>
                      <a:pt x="641" y="382"/>
                      <a:pt x="640" y="380"/>
                      <a:pt x="639" y="379"/>
                    </a:cubicBezTo>
                    <a:cubicBezTo>
                      <a:pt x="638" y="378"/>
                      <a:pt x="637" y="377"/>
                      <a:pt x="637" y="376"/>
                    </a:cubicBezTo>
                    <a:cubicBezTo>
                      <a:pt x="637" y="375"/>
                      <a:pt x="637" y="374"/>
                      <a:pt x="637" y="372"/>
                    </a:cubicBezTo>
                    <a:cubicBezTo>
                      <a:pt x="636" y="369"/>
                      <a:pt x="634" y="368"/>
                      <a:pt x="631" y="366"/>
                    </a:cubicBezTo>
                    <a:cubicBezTo>
                      <a:pt x="629" y="364"/>
                      <a:pt x="628" y="362"/>
                      <a:pt x="629" y="359"/>
                    </a:cubicBezTo>
                    <a:cubicBezTo>
                      <a:pt x="630" y="356"/>
                      <a:pt x="631" y="354"/>
                      <a:pt x="630" y="351"/>
                    </a:cubicBezTo>
                    <a:cubicBezTo>
                      <a:pt x="629" y="349"/>
                      <a:pt x="629" y="347"/>
                      <a:pt x="627" y="345"/>
                    </a:cubicBezTo>
                    <a:cubicBezTo>
                      <a:pt x="626" y="343"/>
                      <a:pt x="625" y="341"/>
                      <a:pt x="625" y="339"/>
                    </a:cubicBezTo>
                    <a:cubicBezTo>
                      <a:pt x="625" y="335"/>
                      <a:pt x="624" y="333"/>
                      <a:pt x="622" y="330"/>
                    </a:cubicBezTo>
                    <a:cubicBezTo>
                      <a:pt x="621" y="329"/>
                      <a:pt x="620" y="329"/>
                      <a:pt x="619" y="327"/>
                    </a:cubicBezTo>
                    <a:cubicBezTo>
                      <a:pt x="618" y="326"/>
                      <a:pt x="618" y="325"/>
                      <a:pt x="618" y="323"/>
                    </a:cubicBezTo>
                    <a:cubicBezTo>
                      <a:pt x="616" y="320"/>
                      <a:pt x="613" y="319"/>
                      <a:pt x="610" y="320"/>
                    </a:cubicBezTo>
                    <a:cubicBezTo>
                      <a:pt x="607" y="320"/>
                      <a:pt x="604" y="322"/>
                      <a:pt x="603" y="324"/>
                    </a:cubicBezTo>
                    <a:cubicBezTo>
                      <a:pt x="601" y="326"/>
                      <a:pt x="600" y="328"/>
                      <a:pt x="597" y="327"/>
                    </a:cubicBezTo>
                    <a:cubicBezTo>
                      <a:pt x="589" y="324"/>
                      <a:pt x="597" y="317"/>
                      <a:pt x="597" y="313"/>
                    </a:cubicBezTo>
                    <a:cubicBezTo>
                      <a:pt x="598" y="309"/>
                      <a:pt x="595" y="310"/>
                      <a:pt x="593" y="309"/>
                    </a:cubicBezTo>
                    <a:cubicBezTo>
                      <a:pt x="590" y="308"/>
                      <a:pt x="590" y="305"/>
                      <a:pt x="590" y="303"/>
                    </a:cubicBezTo>
                    <a:cubicBezTo>
                      <a:pt x="589" y="300"/>
                      <a:pt x="589" y="298"/>
                      <a:pt x="589" y="296"/>
                    </a:cubicBezTo>
                    <a:cubicBezTo>
                      <a:pt x="589" y="293"/>
                      <a:pt x="589" y="291"/>
                      <a:pt x="589" y="289"/>
                    </a:cubicBezTo>
                    <a:cubicBezTo>
                      <a:pt x="589" y="286"/>
                      <a:pt x="588" y="284"/>
                      <a:pt x="587" y="282"/>
                    </a:cubicBezTo>
                    <a:cubicBezTo>
                      <a:pt x="585" y="280"/>
                      <a:pt x="584" y="278"/>
                      <a:pt x="584" y="275"/>
                    </a:cubicBezTo>
                    <a:cubicBezTo>
                      <a:pt x="584" y="273"/>
                      <a:pt x="584" y="271"/>
                      <a:pt x="584" y="269"/>
                    </a:cubicBezTo>
                    <a:cubicBezTo>
                      <a:pt x="584" y="266"/>
                      <a:pt x="584" y="264"/>
                      <a:pt x="581" y="262"/>
                    </a:cubicBezTo>
                    <a:cubicBezTo>
                      <a:pt x="579" y="260"/>
                      <a:pt x="576" y="259"/>
                      <a:pt x="574" y="256"/>
                    </a:cubicBezTo>
                    <a:cubicBezTo>
                      <a:pt x="573" y="254"/>
                      <a:pt x="572" y="252"/>
                      <a:pt x="572" y="249"/>
                    </a:cubicBezTo>
                    <a:cubicBezTo>
                      <a:pt x="572" y="245"/>
                      <a:pt x="571" y="242"/>
                      <a:pt x="569" y="239"/>
                    </a:cubicBezTo>
                    <a:cubicBezTo>
                      <a:pt x="568" y="236"/>
                      <a:pt x="567" y="234"/>
                      <a:pt x="565" y="232"/>
                    </a:cubicBezTo>
                    <a:cubicBezTo>
                      <a:pt x="564" y="230"/>
                      <a:pt x="562" y="229"/>
                      <a:pt x="560" y="228"/>
                    </a:cubicBezTo>
                    <a:cubicBezTo>
                      <a:pt x="558" y="225"/>
                      <a:pt x="556" y="225"/>
                      <a:pt x="553" y="224"/>
                    </a:cubicBezTo>
                    <a:cubicBezTo>
                      <a:pt x="549" y="223"/>
                      <a:pt x="547" y="222"/>
                      <a:pt x="544" y="220"/>
                    </a:cubicBezTo>
                    <a:cubicBezTo>
                      <a:pt x="541" y="218"/>
                      <a:pt x="538" y="217"/>
                      <a:pt x="536" y="214"/>
                    </a:cubicBezTo>
                    <a:cubicBezTo>
                      <a:pt x="535" y="210"/>
                      <a:pt x="533" y="206"/>
                      <a:pt x="533" y="202"/>
                    </a:cubicBezTo>
                    <a:cubicBezTo>
                      <a:pt x="533" y="200"/>
                      <a:pt x="533" y="199"/>
                      <a:pt x="532" y="197"/>
                    </a:cubicBezTo>
                    <a:cubicBezTo>
                      <a:pt x="532" y="197"/>
                      <a:pt x="532" y="196"/>
                      <a:pt x="532" y="196"/>
                    </a:cubicBezTo>
                    <a:cubicBezTo>
                      <a:pt x="532" y="195"/>
                      <a:pt x="532" y="194"/>
                      <a:pt x="532" y="194"/>
                    </a:cubicBezTo>
                    <a:cubicBezTo>
                      <a:pt x="533" y="192"/>
                      <a:pt x="533" y="191"/>
                      <a:pt x="533" y="189"/>
                    </a:cubicBezTo>
                    <a:cubicBezTo>
                      <a:pt x="534" y="187"/>
                      <a:pt x="536" y="185"/>
                      <a:pt x="537" y="183"/>
                    </a:cubicBezTo>
                    <a:cubicBezTo>
                      <a:pt x="539" y="181"/>
                      <a:pt x="541" y="179"/>
                      <a:pt x="542" y="177"/>
                    </a:cubicBezTo>
                    <a:cubicBezTo>
                      <a:pt x="546" y="172"/>
                      <a:pt x="550" y="168"/>
                      <a:pt x="554" y="164"/>
                    </a:cubicBezTo>
                    <a:cubicBezTo>
                      <a:pt x="558" y="162"/>
                      <a:pt x="562" y="160"/>
                      <a:pt x="567" y="158"/>
                    </a:cubicBezTo>
                    <a:cubicBezTo>
                      <a:pt x="578" y="152"/>
                      <a:pt x="589" y="147"/>
                      <a:pt x="601" y="143"/>
                    </a:cubicBezTo>
                    <a:cubicBezTo>
                      <a:pt x="611" y="140"/>
                      <a:pt x="629" y="136"/>
                      <a:pt x="637" y="147"/>
                    </a:cubicBezTo>
                    <a:cubicBezTo>
                      <a:pt x="637" y="148"/>
                      <a:pt x="638" y="149"/>
                      <a:pt x="638" y="150"/>
                    </a:cubicBezTo>
                    <a:cubicBezTo>
                      <a:pt x="655" y="62"/>
                      <a:pt x="655" y="62"/>
                      <a:pt x="655" y="62"/>
                    </a:cubicBezTo>
                    <a:cubicBezTo>
                      <a:pt x="672" y="59"/>
                      <a:pt x="672" y="59"/>
                      <a:pt x="672" y="59"/>
                    </a:cubicBezTo>
                    <a:cubicBezTo>
                      <a:pt x="672" y="58"/>
                      <a:pt x="672" y="58"/>
                      <a:pt x="672" y="57"/>
                    </a:cubicBezTo>
                    <a:cubicBezTo>
                      <a:pt x="673" y="55"/>
                      <a:pt x="674" y="55"/>
                      <a:pt x="676" y="54"/>
                    </a:cubicBezTo>
                    <a:cubicBezTo>
                      <a:pt x="679" y="54"/>
                      <a:pt x="681" y="50"/>
                      <a:pt x="683" y="48"/>
                    </a:cubicBezTo>
                    <a:cubicBezTo>
                      <a:pt x="684" y="47"/>
                      <a:pt x="685" y="46"/>
                      <a:pt x="686" y="45"/>
                    </a:cubicBezTo>
                    <a:cubicBezTo>
                      <a:pt x="687" y="43"/>
                      <a:pt x="688" y="41"/>
                      <a:pt x="688" y="38"/>
                    </a:cubicBezTo>
                    <a:cubicBezTo>
                      <a:pt x="687" y="36"/>
                      <a:pt x="686" y="34"/>
                      <a:pt x="687" y="32"/>
                    </a:cubicBezTo>
                    <a:cubicBezTo>
                      <a:pt x="688" y="31"/>
                      <a:pt x="689" y="30"/>
                      <a:pt x="689" y="29"/>
                    </a:cubicBezTo>
                    <a:cubicBezTo>
                      <a:pt x="690" y="19"/>
                      <a:pt x="690" y="19"/>
                      <a:pt x="690" y="19"/>
                    </a:cubicBezTo>
                    <a:cubicBezTo>
                      <a:pt x="660" y="2"/>
                      <a:pt x="660" y="2"/>
                      <a:pt x="660" y="2"/>
                    </a:cubicBezTo>
                    <a:cubicBezTo>
                      <a:pt x="660" y="2"/>
                      <a:pt x="660" y="3"/>
                      <a:pt x="659" y="3"/>
                    </a:cubicBezTo>
                    <a:cubicBezTo>
                      <a:pt x="658" y="6"/>
                      <a:pt x="656" y="8"/>
                      <a:pt x="654" y="10"/>
                    </a:cubicBezTo>
                    <a:cubicBezTo>
                      <a:pt x="653" y="11"/>
                      <a:pt x="653" y="11"/>
                      <a:pt x="652" y="12"/>
                    </a:cubicBezTo>
                    <a:cubicBezTo>
                      <a:pt x="651" y="13"/>
                      <a:pt x="650" y="14"/>
                      <a:pt x="648" y="15"/>
                    </a:cubicBezTo>
                    <a:cubicBezTo>
                      <a:pt x="646" y="17"/>
                      <a:pt x="645" y="19"/>
                      <a:pt x="642" y="20"/>
                    </a:cubicBezTo>
                    <a:cubicBezTo>
                      <a:pt x="640" y="22"/>
                      <a:pt x="638" y="23"/>
                      <a:pt x="635" y="24"/>
                    </a:cubicBezTo>
                    <a:cubicBezTo>
                      <a:pt x="633" y="25"/>
                      <a:pt x="629" y="25"/>
                      <a:pt x="626" y="25"/>
                    </a:cubicBezTo>
                    <a:cubicBezTo>
                      <a:pt x="624" y="24"/>
                      <a:pt x="621" y="24"/>
                      <a:pt x="618" y="23"/>
                    </a:cubicBezTo>
                    <a:cubicBezTo>
                      <a:pt x="618" y="23"/>
                      <a:pt x="618" y="23"/>
                      <a:pt x="619" y="23"/>
                    </a:cubicBezTo>
                    <a:cubicBezTo>
                      <a:pt x="618" y="23"/>
                      <a:pt x="618" y="23"/>
                      <a:pt x="617" y="23"/>
                    </a:cubicBezTo>
                    <a:cubicBezTo>
                      <a:pt x="616" y="23"/>
                      <a:pt x="615" y="23"/>
                      <a:pt x="614" y="23"/>
                    </a:cubicBezTo>
                    <a:cubicBezTo>
                      <a:pt x="609" y="23"/>
                      <a:pt x="609" y="23"/>
                      <a:pt x="609" y="23"/>
                    </a:cubicBezTo>
                    <a:cubicBezTo>
                      <a:pt x="607" y="23"/>
                      <a:pt x="605" y="23"/>
                      <a:pt x="603" y="23"/>
                    </a:cubicBezTo>
                    <a:cubicBezTo>
                      <a:pt x="602" y="23"/>
                      <a:pt x="600" y="23"/>
                      <a:pt x="598" y="23"/>
                    </a:cubicBezTo>
                    <a:cubicBezTo>
                      <a:pt x="591" y="24"/>
                      <a:pt x="584" y="23"/>
                      <a:pt x="576" y="23"/>
                    </a:cubicBezTo>
                    <a:cubicBezTo>
                      <a:pt x="570" y="23"/>
                      <a:pt x="565" y="23"/>
                      <a:pt x="559" y="23"/>
                    </a:cubicBezTo>
                    <a:cubicBezTo>
                      <a:pt x="556" y="23"/>
                      <a:pt x="553" y="23"/>
                      <a:pt x="550" y="23"/>
                    </a:cubicBezTo>
                    <a:cubicBezTo>
                      <a:pt x="547" y="24"/>
                      <a:pt x="544" y="25"/>
                      <a:pt x="541" y="25"/>
                    </a:cubicBezTo>
                    <a:cubicBezTo>
                      <a:pt x="539" y="26"/>
                      <a:pt x="538" y="26"/>
                      <a:pt x="536" y="27"/>
                    </a:cubicBezTo>
                    <a:cubicBezTo>
                      <a:pt x="534" y="28"/>
                      <a:pt x="532" y="29"/>
                      <a:pt x="530" y="29"/>
                    </a:cubicBezTo>
                    <a:cubicBezTo>
                      <a:pt x="524" y="31"/>
                      <a:pt x="518" y="33"/>
                      <a:pt x="512" y="34"/>
                    </a:cubicBezTo>
                    <a:cubicBezTo>
                      <a:pt x="512" y="34"/>
                      <a:pt x="512" y="34"/>
                      <a:pt x="512" y="34"/>
                    </a:cubicBezTo>
                    <a:cubicBezTo>
                      <a:pt x="512" y="34"/>
                      <a:pt x="511" y="34"/>
                      <a:pt x="511" y="34"/>
                    </a:cubicBezTo>
                    <a:cubicBezTo>
                      <a:pt x="511" y="34"/>
                      <a:pt x="510" y="34"/>
                      <a:pt x="509" y="35"/>
                    </a:cubicBezTo>
                    <a:cubicBezTo>
                      <a:pt x="508" y="35"/>
                      <a:pt x="506" y="35"/>
                      <a:pt x="505" y="34"/>
                    </a:cubicBezTo>
                    <a:cubicBezTo>
                      <a:pt x="503" y="33"/>
                      <a:pt x="502" y="33"/>
                      <a:pt x="500" y="32"/>
                    </a:cubicBezTo>
                    <a:cubicBezTo>
                      <a:pt x="499" y="31"/>
                      <a:pt x="498" y="30"/>
                      <a:pt x="496" y="30"/>
                    </a:cubicBezTo>
                    <a:cubicBezTo>
                      <a:pt x="495" y="29"/>
                      <a:pt x="494" y="28"/>
                      <a:pt x="492" y="27"/>
                    </a:cubicBezTo>
                    <a:cubicBezTo>
                      <a:pt x="491" y="26"/>
                      <a:pt x="489" y="26"/>
                      <a:pt x="488" y="25"/>
                    </a:cubicBezTo>
                    <a:cubicBezTo>
                      <a:pt x="486" y="25"/>
                      <a:pt x="485" y="24"/>
                      <a:pt x="483" y="24"/>
                    </a:cubicBezTo>
                    <a:cubicBezTo>
                      <a:pt x="482" y="23"/>
                      <a:pt x="481" y="23"/>
                      <a:pt x="479" y="23"/>
                    </a:cubicBezTo>
                    <a:cubicBezTo>
                      <a:pt x="476" y="22"/>
                      <a:pt x="475" y="20"/>
                      <a:pt x="472" y="19"/>
                    </a:cubicBezTo>
                    <a:cubicBezTo>
                      <a:pt x="471" y="18"/>
                      <a:pt x="470" y="18"/>
                      <a:pt x="469" y="17"/>
                    </a:cubicBezTo>
                    <a:cubicBezTo>
                      <a:pt x="467" y="17"/>
                      <a:pt x="466" y="16"/>
                      <a:pt x="465" y="15"/>
                    </a:cubicBezTo>
                    <a:cubicBezTo>
                      <a:pt x="462" y="14"/>
                      <a:pt x="459" y="14"/>
                      <a:pt x="457" y="12"/>
                    </a:cubicBezTo>
                    <a:cubicBezTo>
                      <a:pt x="454" y="11"/>
                      <a:pt x="452" y="10"/>
                      <a:pt x="449" y="11"/>
                    </a:cubicBezTo>
                    <a:cubicBezTo>
                      <a:pt x="448" y="11"/>
                      <a:pt x="446" y="12"/>
                      <a:pt x="445" y="13"/>
                    </a:cubicBezTo>
                    <a:cubicBezTo>
                      <a:pt x="443" y="14"/>
                      <a:pt x="444" y="16"/>
                      <a:pt x="444" y="18"/>
                    </a:cubicBezTo>
                    <a:cubicBezTo>
                      <a:pt x="444" y="19"/>
                      <a:pt x="444" y="21"/>
                      <a:pt x="442" y="21"/>
                    </a:cubicBezTo>
                    <a:cubicBezTo>
                      <a:pt x="439" y="22"/>
                      <a:pt x="435" y="23"/>
                      <a:pt x="432" y="21"/>
                    </a:cubicBezTo>
                    <a:cubicBezTo>
                      <a:pt x="431" y="21"/>
                      <a:pt x="431" y="21"/>
                      <a:pt x="431" y="21"/>
                    </a:cubicBezTo>
                    <a:cubicBezTo>
                      <a:pt x="431" y="21"/>
                      <a:pt x="431" y="21"/>
                      <a:pt x="431" y="21"/>
                    </a:cubicBezTo>
                    <a:cubicBezTo>
                      <a:pt x="430" y="20"/>
                      <a:pt x="430" y="19"/>
                      <a:pt x="429" y="19"/>
                    </a:cubicBezTo>
                    <a:cubicBezTo>
                      <a:pt x="428" y="17"/>
                      <a:pt x="425" y="15"/>
                      <a:pt x="423" y="15"/>
                    </a:cubicBezTo>
                    <a:cubicBezTo>
                      <a:pt x="423" y="15"/>
                      <a:pt x="422" y="16"/>
                      <a:pt x="421" y="16"/>
                    </a:cubicBezTo>
                    <a:cubicBezTo>
                      <a:pt x="421" y="16"/>
                      <a:pt x="420" y="16"/>
                      <a:pt x="419" y="16"/>
                    </a:cubicBezTo>
                    <a:cubicBezTo>
                      <a:pt x="418" y="16"/>
                      <a:pt x="416" y="17"/>
                      <a:pt x="415" y="17"/>
                    </a:cubicBezTo>
                    <a:cubicBezTo>
                      <a:pt x="414" y="17"/>
                      <a:pt x="411" y="17"/>
                      <a:pt x="410" y="17"/>
                    </a:cubicBezTo>
                    <a:cubicBezTo>
                      <a:pt x="408" y="16"/>
                      <a:pt x="408" y="15"/>
                      <a:pt x="407" y="14"/>
                    </a:cubicBezTo>
                    <a:cubicBezTo>
                      <a:pt x="406" y="12"/>
                      <a:pt x="404" y="11"/>
                      <a:pt x="401" y="11"/>
                    </a:cubicBezTo>
                    <a:cubicBezTo>
                      <a:pt x="399" y="11"/>
                      <a:pt x="397" y="11"/>
                      <a:pt x="395" y="11"/>
                    </a:cubicBezTo>
                    <a:cubicBezTo>
                      <a:pt x="394" y="11"/>
                      <a:pt x="392" y="12"/>
                      <a:pt x="391" y="12"/>
                    </a:cubicBezTo>
                    <a:cubicBezTo>
                      <a:pt x="389" y="13"/>
                      <a:pt x="388" y="13"/>
                      <a:pt x="387" y="13"/>
                    </a:cubicBezTo>
                    <a:cubicBezTo>
                      <a:pt x="385" y="14"/>
                      <a:pt x="384" y="14"/>
                      <a:pt x="382" y="14"/>
                    </a:cubicBezTo>
                    <a:cubicBezTo>
                      <a:pt x="380" y="14"/>
                      <a:pt x="379" y="14"/>
                      <a:pt x="378" y="13"/>
                    </a:cubicBezTo>
                    <a:cubicBezTo>
                      <a:pt x="377" y="12"/>
                      <a:pt x="377" y="11"/>
                      <a:pt x="377" y="10"/>
                    </a:cubicBezTo>
                    <a:cubicBezTo>
                      <a:pt x="376" y="8"/>
                      <a:pt x="374" y="9"/>
                      <a:pt x="373" y="9"/>
                    </a:cubicBezTo>
                    <a:cubicBezTo>
                      <a:pt x="371" y="9"/>
                      <a:pt x="371" y="8"/>
                      <a:pt x="370" y="7"/>
                    </a:cubicBezTo>
                    <a:cubicBezTo>
                      <a:pt x="369" y="4"/>
                      <a:pt x="365" y="5"/>
                      <a:pt x="363" y="6"/>
                    </a:cubicBezTo>
                    <a:cubicBezTo>
                      <a:pt x="361" y="6"/>
                      <a:pt x="361" y="8"/>
                      <a:pt x="360" y="8"/>
                    </a:cubicBezTo>
                    <a:cubicBezTo>
                      <a:pt x="358" y="9"/>
                      <a:pt x="357" y="7"/>
                      <a:pt x="357" y="6"/>
                    </a:cubicBezTo>
                    <a:cubicBezTo>
                      <a:pt x="354" y="5"/>
                      <a:pt x="351" y="6"/>
                      <a:pt x="350" y="10"/>
                    </a:cubicBezTo>
                    <a:cubicBezTo>
                      <a:pt x="350" y="11"/>
                      <a:pt x="352" y="13"/>
                      <a:pt x="352" y="14"/>
                    </a:cubicBezTo>
                    <a:cubicBezTo>
                      <a:pt x="351" y="15"/>
                      <a:pt x="350" y="17"/>
                      <a:pt x="349" y="16"/>
                    </a:cubicBezTo>
                    <a:cubicBezTo>
                      <a:pt x="348" y="15"/>
                      <a:pt x="349" y="14"/>
                      <a:pt x="348" y="13"/>
                    </a:cubicBezTo>
                    <a:cubicBezTo>
                      <a:pt x="347" y="12"/>
                      <a:pt x="346" y="12"/>
                      <a:pt x="345" y="11"/>
                    </a:cubicBezTo>
                    <a:cubicBezTo>
                      <a:pt x="344" y="10"/>
                      <a:pt x="345" y="8"/>
                      <a:pt x="344" y="7"/>
                    </a:cubicBezTo>
                    <a:cubicBezTo>
                      <a:pt x="343" y="6"/>
                      <a:pt x="341" y="6"/>
                      <a:pt x="340" y="7"/>
                    </a:cubicBezTo>
                    <a:cubicBezTo>
                      <a:pt x="339" y="8"/>
                      <a:pt x="340" y="11"/>
                      <a:pt x="340" y="12"/>
                    </a:cubicBezTo>
                    <a:cubicBezTo>
                      <a:pt x="341" y="14"/>
                      <a:pt x="341" y="15"/>
                      <a:pt x="341" y="17"/>
                    </a:cubicBezTo>
                    <a:cubicBezTo>
                      <a:pt x="340" y="21"/>
                      <a:pt x="337" y="22"/>
                      <a:pt x="334" y="22"/>
                    </a:cubicBezTo>
                    <a:cubicBezTo>
                      <a:pt x="333" y="22"/>
                      <a:pt x="331" y="23"/>
                      <a:pt x="330" y="22"/>
                    </a:cubicBezTo>
                    <a:cubicBezTo>
                      <a:pt x="330" y="21"/>
                      <a:pt x="330" y="18"/>
                      <a:pt x="330" y="17"/>
                    </a:cubicBezTo>
                    <a:cubicBezTo>
                      <a:pt x="330" y="14"/>
                      <a:pt x="330" y="11"/>
                      <a:pt x="327" y="9"/>
                    </a:cubicBezTo>
                    <a:cubicBezTo>
                      <a:pt x="326" y="9"/>
                      <a:pt x="325" y="8"/>
                      <a:pt x="324" y="6"/>
                    </a:cubicBezTo>
                    <a:cubicBezTo>
                      <a:pt x="324" y="5"/>
                      <a:pt x="324" y="4"/>
                      <a:pt x="322" y="3"/>
                    </a:cubicBezTo>
                    <a:cubicBezTo>
                      <a:pt x="321" y="3"/>
                      <a:pt x="320" y="3"/>
                      <a:pt x="319" y="2"/>
                    </a:cubicBezTo>
                    <a:cubicBezTo>
                      <a:pt x="317" y="1"/>
                      <a:pt x="316" y="0"/>
                      <a:pt x="315" y="2"/>
                    </a:cubicBezTo>
                    <a:cubicBezTo>
                      <a:pt x="312" y="4"/>
                      <a:pt x="312" y="7"/>
                      <a:pt x="313" y="11"/>
                    </a:cubicBezTo>
                    <a:cubicBezTo>
                      <a:pt x="313" y="14"/>
                      <a:pt x="313" y="16"/>
                      <a:pt x="313" y="19"/>
                    </a:cubicBezTo>
                    <a:cubicBezTo>
                      <a:pt x="314" y="21"/>
                      <a:pt x="314" y="23"/>
                      <a:pt x="313" y="24"/>
                    </a:cubicBezTo>
                    <a:cubicBezTo>
                      <a:pt x="312" y="28"/>
                      <a:pt x="307" y="27"/>
                      <a:pt x="305" y="25"/>
                    </a:cubicBezTo>
                    <a:cubicBezTo>
                      <a:pt x="303" y="22"/>
                      <a:pt x="300" y="20"/>
                      <a:pt x="298" y="17"/>
                    </a:cubicBezTo>
                    <a:cubicBezTo>
                      <a:pt x="296" y="14"/>
                      <a:pt x="292" y="10"/>
                      <a:pt x="289" y="13"/>
                    </a:cubicBezTo>
                    <a:cubicBezTo>
                      <a:pt x="288" y="14"/>
                      <a:pt x="286" y="16"/>
                      <a:pt x="286" y="17"/>
                    </a:cubicBezTo>
                    <a:cubicBezTo>
                      <a:pt x="286" y="20"/>
                      <a:pt x="288" y="21"/>
                      <a:pt x="290" y="22"/>
                    </a:cubicBezTo>
                    <a:cubicBezTo>
                      <a:pt x="291" y="23"/>
                      <a:pt x="293" y="24"/>
                      <a:pt x="294" y="26"/>
                    </a:cubicBezTo>
                    <a:cubicBezTo>
                      <a:pt x="295" y="28"/>
                      <a:pt x="296" y="30"/>
                      <a:pt x="296" y="32"/>
                    </a:cubicBezTo>
                    <a:cubicBezTo>
                      <a:pt x="296" y="34"/>
                      <a:pt x="297" y="36"/>
                      <a:pt x="296" y="38"/>
                    </a:cubicBezTo>
                    <a:cubicBezTo>
                      <a:pt x="296" y="38"/>
                      <a:pt x="296" y="39"/>
                      <a:pt x="295" y="39"/>
                    </a:cubicBezTo>
                    <a:cubicBezTo>
                      <a:pt x="294" y="40"/>
                      <a:pt x="293" y="41"/>
                      <a:pt x="292" y="41"/>
                    </a:cubicBezTo>
                    <a:cubicBezTo>
                      <a:pt x="291" y="41"/>
                      <a:pt x="291" y="42"/>
                      <a:pt x="290" y="42"/>
                    </a:cubicBezTo>
                    <a:cubicBezTo>
                      <a:pt x="290" y="42"/>
                      <a:pt x="289" y="42"/>
                      <a:pt x="289" y="42"/>
                    </a:cubicBezTo>
                    <a:cubicBezTo>
                      <a:pt x="289" y="42"/>
                      <a:pt x="289" y="42"/>
                      <a:pt x="289" y="43"/>
                    </a:cubicBezTo>
                    <a:cubicBezTo>
                      <a:pt x="288" y="43"/>
                      <a:pt x="288" y="43"/>
                      <a:pt x="287" y="44"/>
                    </a:cubicBezTo>
                    <a:cubicBezTo>
                      <a:pt x="287" y="44"/>
                      <a:pt x="286" y="44"/>
                      <a:pt x="286" y="45"/>
                    </a:cubicBezTo>
                    <a:cubicBezTo>
                      <a:pt x="286" y="45"/>
                      <a:pt x="285" y="46"/>
                      <a:pt x="285" y="46"/>
                    </a:cubicBezTo>
                    <a:cubicBezTo>
                      <a:pt x="285" y="47"/>
                      <a:pt x="285" y="48"/>
                      <a:pt x="285" y="48"/>
                    </a:cubicBezTo>
                    <a:cubicBezTo>
                      <a:pt x="284" y="49"/>
                      <a:pt x="284" y="49"/>
                      <a:pt x="284" y="49"/>
                    </a:cubicBezTo>
                    <a:cubicBezTo>
                      <a:pt x="283" y="49"/>
                      <a:pt x="283" y="50"/>
                      <a:pt x="283" y="50"/>
                    </a:cubicBezTo>
                    <a:cubicBezTo>
                      <a:pt x="282" y="51"/>
                      <a:pt x="281" y="51"/>
                      <a:pt x="280" y="51"/>
                    </a:cubicBezTo>
                    <a:cubicBezTo>
                      <a:pt x="279" y="52"/>
                      <a:pt x="278" y="52"/>
                      <a:pt x="278" y="53"/>
                    </a:cubicBezTo>
                    <a:cubicBezTo>
                      <a:pt x="277" y="53"/>
                      <a:pt x="277" y="53"/>
                      <a:pt x="277" y="54"/>
                    </a:cubicBezTo>
                    <a:cubicBezTo>
                      <a:pt x="276" y="54"/>
                      <a:pt x="276" y="54"/>
                      <a:pt x="275" y="54"/>
                    </a:cubicBezTo>
                    <a:cubicBezTo>
                      <a:pt x="275" y="54"/>
                      <a:pt x="273" y="54"/>
                      <a:pt x="273" y="54"/>
                    </a:cubicBezTo>
                    <a:cubicBezTo>
                      <a:pt x="272" y="54"/>
                      <a:pt x="272" y="53"/>
                      <a:pt x="272" y="53"/>
                    </a:cubicBezTo>
                    <a:cubicBezTo>
                      <a:pt x="272" y="53"/>
                      <a:pt x="272" y="53"/>
                      <a:pt x="272" y="52"/>
                    </a:cubicBezTo>
                    <a:cubicBezTo>
                      <a:pt x="271" y="52"/>
                      <a:pt x="271" y="52"/>
                      <a:pt x="271" y="52"/>
                    </a:cubicBezTo>
                    <a:cubicBezTo>
                      <a:pt x="271" y="52"/>
                      <a:pt x="271" y="51"/>
                      <a:pt x="270" y="51"/>
                    </a:cubicBezTo>
                    <a:cubicBezTo>
                      <a:pt x="270" y="51"/>
                      <a:pt x="270" y="51"/>
                      <a:pt x="270" y="51"/>
                    </a:cubicBezTo>
                    <a:cubicBezTo>
                      <a:pt x="270" y="51"/>
                      <a:pt x="270" y="51"/>
                      <a:pt x="270" y="51"/>
                    </a:cubicBezTo>
                    <a:cubicBezTo>
                      <a:pt x="269" y="51"/>
                      <a:pt x="269" y="51"/>
                      <a:pt x="268" y="51"/>
                    </a:cubicBezTo>
                    <a:cubicBezTo>
                      <a:pt x="268" y="51"/>
                      <a:pt x="267" y="51"/>
                      <a:pt x="267" y="51"/>
                    </a:cubicBezTo>
                    <a:cubicBezTo>
                      <a:pt x="267" y="51"/>
                      <a:pt x="266" y="51"/>
                      <a:pt x="266" y="51"/>
                    </a:cubicBezTo>
                    <a:cubicBezTo>
                      <a:pt x="266" y="51"/>
                      <a:pt x="265" y="51"/>
                      <a:pt x="265" y="51"/>
                    </a:cubicBezTo>
                    <a:cubicBezTo>
                      <a:pt x="264" y="51"/>
                      <a:pt x="264" y="51"/>
                      <a:pt x="264" y="50"/>
                    </a:cubicBezTo>
                    <a:cubicBezTo>
                      <a:pt x="263" y="50"/>
                      <a:pt x="263" y="50"/>
                      <a:pt x="262" y="49"/>
                    </a:cubicBezTo>
                    <a:cubicBezTo>
                      <a:pt x="262" y="49"/>
                      <a:pt x="262" y="49"/>
                      <a:pt x="262" y="48"/>
                    </a:cubicBezTo>
                    <a:cubicBezTo>
                      <a:pt x="261" y="47"/>
                      <a:pt x="259" y="47"/>
                      <a:pt x="257" y="47"/>
                    </a:cubicBezTo>
                    <a:cubicBezTo>
                      <a:pt x="257" y="47"/>
                      <a:pt x="256" y="47"/>
                      <a:pt x="255" y="48"/>
                    </a:cubicBezTo>
                    <a:cubicBezTo>
                      <a:pt x="254" y="48"/>
                      <a:pt x="253" y="49"/>
                      <a:pt x="254" y="50"/>
                    </a:cubicBezTo>
                    <a:cubicBezTo>
                      <a:pt x="254" y="50"/>
                      <a:pt x="253" y="51"/>
                      <a:pt x="252" y="51"/>
                    </a:cubicBezTo>
                    <a:cubicBezTo>
                      <a:pt x="251" y="51"/>
                      <a:pt x="250" y="51"/>
                      <a:pt x="249" y="51"/>
                    </a:cubicBezTo>
                    <a:cubicBezTo>
                      <a:pt x="248" y="50"/>
                      <a:pt x="246" y="50"/>
                      <a:pt x="245" y="50"/>
                    </a:cubicBezTo>
                    <a:cubicBezTo>
                      <a:pt x="244" y="50"/>
                      <a:pt x="244" y="49"/>
                      <a:pt x="243" y="48"/>
                    </a:cubicBezTo>
                    <a:cubicBezTo>
                      <a:pt x="240" y="46"/>
                      <a:pt x="239" y="50"/>
                      <a:pt x="240" y="51"/>
                    </a:cubicBezTo>
                    <a:cubicBezTo>
                      <a:pt x="241" y="53"/>
                      <a:pt x="244" y="56"/>
                      <a:pt x="241" y="58"/>
                    </a:cubicBezTo>
                    <a:cubicBezTo>
                      <a:pt x="239" y="60"/>
                      <a:pt x="236" y="61"/>
                      <a:pt x="234" y="59"/>
                    </a:cubicBezTo>
                    <a:cubicBezTo>
                      <a:pt x="232" y="56"/>
                      <a:pt x="230" y="54"/>
                      <a:pt x="227" y="55"/>
                    </a:cubicBezTo>
                    <a:cubicBezTo>
                      <a:pt x="226" y="55"/>
                      <a:pt x="225" y="56"/>
                      <a:pt x="223" y="56"/>
                    </a:cubicBezTo>
                    <a:cubicBezTo>
                      <a:pt x="222" y="56"/>
                      <a:pt x="220" y="56"/>
                      <a:pt x="218" y="56"/>
                    </a:cubicBezTo>
                    <a:cubicBezTo>
                      <a:pt x="218" y="56"/>
                      <a:pt x="217" y="57"/>
                      <a:pt x="217" y="57"/>
                    </a:cubicBezTo>
                    <a:cubicBezTo>
                      <a:pt x="216" y="58"/>
                      <a:pt x="215" y="59"/>
                      <a:pt x="215" y="60"/>
                    </a:cubicBezTo>
                    <a:cubicBezTo>
                      <a:pt x="213" y="63"/>
                      <a:pt x="209" y="63"/>
                      <a:pt x="207" y="60"/>
                    </a:cubicBezTo>
                    <a:cubicBezTo>
                      <a:pt x="206" y="59"/>
                      <a:pt x="206" y="58"/>
                      <a:pt x="207" y="57"/>
                    </a:cubicBezTo>
                    <a:cubicBezTo>
                      <a:pt x="207" y="55"/>
                      <a:pt x="206" y="55"/>
                      <a:pt x="205" y="54"/>
                    </a:cubicBezTo>
                    <a:cubicBezTo>
                      <a:pt x="204" y="53"/>
                      <a:pt x="202" y="53"/>
                      <a:pt x="201" y="51"/>
                    </a:cubicBezTo>
                    <a:cubicBezTo>
                      <a:pt x="199" y="49"/>
                      <a:pt x="198" y="48"/>
                      <a:pt x="195" y="47"/>
                    </a:cubicBezTo>
                    <a:cubicBezTo>
                      <a:pt x="193" y="47"/>
                      <a:pt x="193" y="45"/>
                      <a:pt x="191" y="45"/>
                    </a:cubicBezTo>
                    <a:cubicBezTo>
                      <a:pt x="187" y="44"/>
                      <a:pt x="185" y="49"/>
                      <a:pt x="185" y="52"/>
                    </a:cubicBezTo>
                    <a:cubicBezTo>
                      <a:pt x="185" y="53"/>
                      <a:pt x="185" y="55"/>
                      <a:pt x="186" y="57"/>
                    </a:cubicBezTo>
                    <a:cubicBezTo>
                      <a:pt x="187" y="58"/>
                      <a:pt x="189" y="59"/>
                      <a:pt x="190" y="60"/>
                    </a:cubicBezTo>
                    <a:cubicBezTo>
                      <a:pt x="191" y="61"/>
                      <a:pt x="191" y="63"/>
                      <a:pt x="192" y="65"/>
                    </a:cubicBezTo>
                    <a:cubicBezTo>
                      <a:pt x="192" y="67"/>
                      <a:pt x="192" y="71"/>
                      <a:pt x="190" y="73"/>
                    </a:cubicBezTo>
                    <a:cubicBezTo>
                      <a:pt x="187" y="75"/>
                      <a:pt x="183" y="77"/>
                      <a:pt x="180" y="79"/>
                    </a:cubicBezTo>
                    <a:cubicBezTo>
                      <a:pt x="175" y="81"/>
                      <a:pt x="171" y="81"/>
                      <a:pt x="165" y="81"/>
                    </a:cubicBezTo>
                    <a:cubicBezTo>
                      <a:pt x="160" y="81"/>
                      <a:pt x="156" y="85"/>
                      <a:pt x="150" y="84"/>
                    </a:cubicBezTo>
                    <a:cubicBezTo>
                      <a:pt x="146" y="83"/>
                      <a:pt x="143" y="80"/>
                      <a:pt x="139" y="79"/>
                    </a:cubicBezTo>
                    <a:cubicBezTo>
                      <a:pt x="138" y="78"/>
                      <a:pt x="138" y="79"/>
                      <a:pt x="136" y="79"/>
                    </a:cubicBezTo>
                    <a:cubicBezTo>
                      <a:pt x="135" y="78"/>
                      <a:pt x="133" y="78"/>
                      <a:pt x="132" y="78"/>
                    </a:cubicBezTo>
                    <a:cubicBezTo>
                      <a:pt x="130" y="78"/>
                      <a:pt x="129" y="78"/>
                      <a:pt x="128" y="79"/>
                    </a:cubicBezTo>
                    <a:cubicBezTo>
                      <a:pt x="127" y="80"/>
                      <a:pt x="126" y="80"/>
                      <a:pt x="125" y="81"/>
                    </a:cubicBezTo>
                    <a:cubicBezTo>
                      <a:pt x="122" y="83"/>
                      <a:pt x="120" y="86"/>
                      <a:pt x="118" y="88"/>
                    </a:cubicBezTo>
                    <a:cubicBezTo>
                      <a:pt x="116" y="92"/>
                      <a:pt x="113" y="95"/>
                      <a:pt x="111" y="98"/>
                    </a:cubicBezTo>
                    <a:cubicBezTo>
                      <a:pt x="110" y="100"/>
                      <a:pt x="107" y="103"/>
                      <a:pt x="110" y="105"/>
                    </a:cubicBezTo>
                    <a:cubicBezTo>
                      <a:pt x="111" y="106"/>
                      <a:pt x="112" y="106"/>
                      <a:pt x="112" y="108"/>
                    </a:cubicBezTo>
                    <a:cubicBezTo>
                      <a:pt x="112" y="109"/>
                      <a:pt x="111" y="111"/>
                      <a:pt x="110" y="112"/>
                    </a:cubicBezTo>
                    <a:cubicBezTo>
                      <a:pt x="109" y="113"/>
                      <a:pt x="106" y="114"/>
                      <a:pt x="105" y="115"/>
                    </a:cubicBezTo>
                    <a:cubicBezTo>
                      <a:pt x="103" y="115"/>
                      <a:pt x="101" y="115"/>
                      <a:pt x="99" y="114"/>
                    </a:cubicBezTo>
                    <a:cubicBezTo>
                      <a:pt x="97" y="114"/>
                      <a:pt x="96" y="113"/>
                      <a:pt x="95" y="111"/>
                    </a:cubicBezTo>
                    <a:cubicBezTo>
                      <a:pt x="93" y="110"/>
                      <a:pt x="92" y="109"/>
                      <a:pt x="91" y="109"/>
                    </a:cubicBezTo>
                    <a:cubicBezTo>
                      <a:pt x="88" y="108"/>
                      <a:pt x="85" y="107"/>
                      <a:pt x="82" y="108"/>
                    </a:cubicBezTo>
                    <a:cubicBezTo>
                      <a:pt x="81" y="109"/>
                      <a:pt x="80" y="110"/>
                      <a:pt x="80" y="111"/>
                    </a:cubicBezTo>
                    <a:cubicBezTo>
                      <a:pt x="79" y="113"/>
                      <a:pt x="80" y="114"/>
                      <a:pt x="81" y="115"/>
                    </a:cubicBezTo>
                    <a:cubicBezTo>
                      <a:pt x="83" y="118"/>
                      <a:pt x="87" y="121"/>
                      <a:pt x="90" y="123"/>
                    </a:cubicBezTo>
                    <a:cubicBezTo>
                      <a:pt x="93" y="124"/>
                      <a:pt x="97" y="125"/>
                      <a:pt x="95" y="129"/>
                    </a:cubicBezTo>
                    <a:cubicBezTo>
                      <a:pt x="93" y="131"/>
                      <a:pt x="89" y="133"/>
                      <a:pt x="87" y="134"/>
                    </a:cubicBezTo>
                    <a:cubicBezTo>
                      <a:pt x="86" y="135"/>
                      <a:pt x="84" y="135"/>
                      <a:pt x="83" y="135"/>
                    </a:cubicBezTo>
                    <a:cubicBezTo>
                      <a:pt x="81" y="135"/>
                      <a:pt x="79" y="134"/>
                      <a:pt x="78" y="134"/>
                    </a:cubicBezTo>
                    <a:cubicBezTo>
                      <a:pt x="74" y="135"/>
                      <a:pt x="75" y="139"/>
                      <a:pt x="73" y="140"/>
                    </a:cubicBezTo>
                    <a:cubicBezTo>
                      <a:pt x="69" y="143"/>
                      <a:pt x="65" y="141"/>
                      <a:pt x="61" y="140"/>
                    </a:cubicBezTo>
                    <a:cubicBezTo>
                      <a:pt x="60" y="140"/>
                      <a:pt x="58" y="140"/>
                      <a:pt x="57" y="138"/>
                    </a:cubicBezTo>
                    <a:cubicBezTo>
                      <a:pt x="56" y="137"/>
                      <a:pt x="55" y="137"/>
                      <a:pt x="53" y="137"/>
                    </a:cubicBezTo>
                    <a:cubicBezTo>
                      <a:pt x="50" y="137"/>
                      <a:pt x="47" y="138"/>
                      <a:pt x="44" y="140"/>
                    </a:cubicBezTo>
                    <a:cubicBezTo>
                      <a:pt x="41" y="142"/>
                      <a:pt x="38" y="144"/>
                      <a:pt x="36" y="148"/>
                    </a:cubicBezTo>
                    <a:cubicBezTo>
                      <a:pt x="35" y="151"/>
                      <a:pt x="34" y="154"/>
                      <a:pt x="31" y="156"/>
                    </a:cubicBezTo>
                    <a:cubicBezTo>
                      <a:pt x="30" y="157"/>
                      <a:pt x="28" y="157"/>
                      <a:pt x="27" y="157"/>
                    </a:cubicBezTo>
                    <a:cubicBezTo>
                      <a:pt x="26" y="157"/>
                      <a:pt x="25" y="156"/>
                      <a:pt x="24" y="157"/>
                    </a:cubicBezTo>
                    <a:cubicBezTo>
                      <a:pt x="23" y="157"/>
                      <a:pt x="23" y="158"/>
                      <a:pt x="22" y="159"/>
                    </a:cubicBezTo>
                    <a:cubicBezTo>
                      <a:pt x="21" y="160"/>
                      <a:pt x="20" y="160"/>
                      <a:pt x="19" y="160"/>
                    </a:cubicBezTo>
                    <a:cubicBezTo>
                      <a:pt x="16" y="160"/>
                      <a:pt x="13" y="159"/>
                      <a:pt x="10" y="161"/>
                    </a:cubicBezTo>
                    <a:cubicBezTo>
                      <a:pt x="8" y="163"/>
                      <a:pt x="6" y="166"/>
                      <a:pt x="6" y="169"/>
                    </a:cubicBezTo>
                    <a:cubicBezTo>
                      <a:pt x="6" y="171"/>
                      <a:pt x="5" y="172"/>
                      <a:pt x="5" y="174"/>
                    </a:cubicBezTo>
                    <a:cubicBezTo>
                      <a:pt x="5" y="176"/>
                      <a:pt x="6" y="177"/>
                      <a:pt x="8" y="178"/>
                    </a:cubicBezTo>
                    <a:cubicBezTo>
                      <a:pt x="12" y="181"/>
                      <a:pt x="13" y="188"/>
                      <a:pt x="13" y="193"/>
                    </a:cubicBezTo>
                    <a:cubicBezTo>
                      <a:pt x="13" y="195"/>
                      <a:pt x="14" y="197"/>
                      <a:pt x="13" y="199"/>
                    </a:cubicBezTo>
                    <a:cubicBezTo>
                      <a:pt x="13" y="201"/>
                      <a:pt x="11" y="201"/>
                      <a:pt x="10" y="201"/>
                    </a:cubicBezTo>
                    <a:cubicBezTo>
                      <a:pt x="8" y="201"/>
                      <a:pt x="7" y="202"/>
                      <a:pt x="6" y="203"/>
                    </a:cubicBezTo>
                    <a:cubicBezTo>
                      <a:pt x="4" y="204"/>
                      <a:pt x="3" y="206"/>
                      <a:pt x="2" y="207"/>
                    </a:cubicBezTo>
                    <a:cubicBezTo>
                      <a:pt x="0" y="210"/>
                      <a:pt x="0" y="214"/>
                      <a:pt x="1" y="218"/>
                    </a:cubicBezTo>
                    <a:cubicBezTo>
                      <a:pt x="2" y="220"/>
                      <a:pt x="2" y="222"/>
                      <a:pt x="4" y="224"/>
                    </a:cubicBezTo>
                    <a:cubicBezTo>
                      <a:pt x="5" y="226"/>
                      <a:pt x="7" y="227"/>
                      <a:pt x="9" y="228"/>
                    </a:cubicBezTo>
                    <a:cubicBezTo>
                      <a:pt x="11" y="229"/>
                      <a:pt x="12" y="230"/>
                      <a:pt x="14" y="230"/>
                    </a:cubicBezTo>
                    <a:cubicBezTo>
                      <a:pt x="15" y="230"/>
                      <a:pt x="17" y="230"/>
                      <a:pt x="18" y="229"/>
                    </a:cubicBezTo>
                    <a:cubicBezTo>
                      <a:pt x="20" y="229"/>
                      <a:pt x="23" y="228"/>
                      <a:pt x="23" y="226"/>
                    </a:cubicBezTo>
                    <a:cubicBezTo>
                      <a:pt x="23" y="224"/>
                      <a:pt x="23" y="222"/>
                      <a:pt x="23" y="220"/>
                    </a:cubicBezTo>
                    <a:cubicBezTo>
                      <a:pt x="22" y="218"/>
                      <a:pt x="22" y="216"/>
                      <a:pt x="24" y="215"/>
                    </a:cubicBezTo>
                    <a:cubicBezTo>
                      <a:pt x="25" y="214"/>
                      <a:pt x="27" y="213"/>
                      <a:pt x="28" y="213"/>
                    </a:cubicBezTo>
                    <a:cubicBezTo>
                      <a:pt x="31" y="213"/>
                      <a:pt x="31" y="215"/>
                      <a:pt x="31" y="217"/>
                    </a:cubicBezTo>
                    <a:cubicBezTo>
                      <a:pt x="32" y="220"/>
                      <a:pt x="32" y="224"/>
                      <a:pt x="32" y="228"/>
                    </a:cubicBezTo>
                    <a:cubicBezTo>
                      <a:pt x="32" y="230"/>
                      <a:pt x="31" y="233"/>
                      <a:pt x="30" y="234"/>
                    </a:cubicBezTo>
                    <a:cubicBezTo>
                      <a:pt x="28" y="236"/>
                      <a:pt x="26" y="236"/>
                      <a:pt x="24" y="236"/>
                    </a:cubicBezTo>
                    <a:cubicBezTo>
                      <a:pt x="22" y="236"/>
                      <a:pt x="20" y="237"/>
                      <a:pt x="18" y="237"/>
                    </a:cubicBezTo>
                    <a:cubicBezTo>
                      <a:pt x="17" y="237"/>
                      <a:pt x="15" y="237"/>
                      <a:pt x="14" y="237"/>
                    </a:cubicBezTo>
                    <a:cubicBezTo>
                      <a:pt x="12" y="238"/>
                      <a:pt x="11" y="239"/>
                      <a:pt x="10" y="240"/>
                    </a:cubicBezTo>
                    <a:cubicBezTo>
                      <a:pt x="8" y="242"/>
                      <a:pt x="7" y="243"/>
                      <a:pt x="5" y="244"/>
                    </a:cubicBezTo>
                    <a:cubicBezTo>
                      <a:pt x="4" y="245"/>
                      <a:pt x="1" y="248"/>
                      <a:pt x="1" y="250"/>
                    </a:cubicBezTo>
                    <a:cubicBezTo>
                      <a:pt x="2" y="251"/>
                      <a:pt x="3" y="253"/>
                      <a:pt x="4" y="253"/>
                    </a:cubicBezTo>
                    <a:cubicBezTo>
                      <a:pt x="7" y="255"/>
                      <a:pt x="10" y="256"/>
                      <a:pt x="12" y="258"/>
                    </a:cubicBezTo>
                    <a:cubicBezTo>
                      <a:pt x="14" y="260"/>
                      <a:pt x="16" y="264"/>
                      <a:pt x="16" y="267"/>
                    </a:cubicBezTo>
                    <a:cubicBezTo>
                      <a:pt x="17" y="269"/>
                      <a:pt x="17" y="271"/>
                      <a:pt x="17" y="273"/>
                    </a:cubicBezTo>
                    <a:cubicBezTo>
                      <a:pt x="17" y="276"/>
                      <a:pt x="15" y="277"/>
                      <a:pt x="13" y="279"/>
                    </a:cubicBezTo>
                    <a:cubicBezTo>
                      <a:pt x="12" y="280"/>
                      <a:pt x="11" y="282"/>
                      <a:pt x="10" y="283"/>
                    </a:cubicBezTo>
                    <a:cubicBezTo>
                      <a:pt x="10" y="285"/>
                      <a:pt x="10" y="286"/>
                      <a:pt x="11" y="288"/>
                    </a:cubicBezTo>
                    <a:cubicBezTo>
                      <a:pt x="14" y="290"/>
                      <a:pt x="17" y="290"/>
                      <a:pt x="21" y="290"/>
                    </a:cubicBezTo>
                    <a:cubicBezTo>
                      <a:pt x="24" y="289"/>
                      <a:pt x="26" y="288"/>
                      <a:pt x="28" y="286"/>
                    </a:cubicBezTo>
                    <a:cubicBezTo>
                      <a:pt x="32" y="285"/>
                      <a:pt x="35" y="285"/>
                      <a:pt x="38" y="286"/>
                    </a:cubicBezTo>
                    <a:cubicBezTo>
                      <a:pt x="42" y="287"/>
                      <a:pt x="44" y="286"/>
                      <a:pt x="46" y="284"/>
                    </a:cubicBezTo>
                    <a:cubicBezTo>
                      <a:pt x="49" y="283"/>
                      <a:pt x="52" y="281"/>
                      <a:pt x="55" y="283"/>
                    </a:cubicBezTo>
                    <a:cubicBezTo>
                      <a:pt x="58" y="284"/>
                      <a:pt x="61" y="285"/>
                      <a:pt x="63" y="287"/>
                    </a:cubicBezTo>
                    <a:cubicBezTo>
                      <a:pt x="65" y="290"/>
                      <a:pt x="64" y="294"/>
                      <a:pt x="60" y="294"/>
                    </a:cubicBezTo>
                    <a:cubicBezTo>
                      <a:pt x="58" y="294"/>
                      <a:pt x="57" y="293"/>
                      <a:pt x="55" y="292"/>
                    </a:cubicBezTo>
                    <a:cubicBezTo>
                      <a:pt x="53" y="292"/>
                      <a:pt x="51" y="292"/>
                      <a:pt x="50" y="293"/>
                    </a:cubicBezTo>
                    <a:cubicBezTo>
                      <a:pt x="47" y="294"/>
                      <a:pt x="45" y="296"/>
                      <a:pt x="42" y="296"/>
                    </a:cubicBezTo>
                    <a:cubicBezTo>
                      <a:pt x="39" y="297"/>
                      <a:pt x="35" y="295"/>
                      <a:pt x="32" y="294"/>
                    </a:cubicBezTo>
                    <a:cubicBezTo>
                      <a:pt x="30" y="293"/>
                      <a:pt x="23" y="293"/>
                      <a:pt x="24" y="297"/>
                    </a:cubicBezTo>
                    <a:cubicBezTo>
                      <a:pt x="24" y="300"/>
                      <a:pt x="30" y="300"/>
                      <a:pt x="30" y="304"/>
                    </a:cubicBezTo>
                    <a:cubicBezTo>
                      <a:pt x="29" y="308"/>
                      <a:pt x="23" y="308"/>
                      <a:pt x="21" y="310"/>
                    </a:cubicBezTo>
                    <a:cubicBezTo>
                      <a:pt x="20" y="311"/>
                      <a:pt x="20" y="314"/>
                      <a:pt x="19" y="315"/>
                    </a:cubicBezTo>
                    <a:cubicBezTo>
                      <a:pt x="19" y="317"/>
                      <a:pt x="19" y="320"/>
                      <a:pt x="19" y="322"/>
                    </a:cubicBezTo>
                    <a:cubicBezTo>
                      <a:pt x="19" y="326"/>
                      <a:pt x="21" y="329"/>
                      <a:pt x="22" y="332"/>
                    </a:cubicBezTo>
                    <a:cubicBezTo>
                      <a:pt x="23" y="336"/>
                      <a:pt x="23" y="341"/>
                      <a:pt x="25" y="345"/>
                    </a:cubicBezTo>
                    <a:cubicBezTo>
                      <a:pt x="26" y="346"/>
                      <a:pt x="27" y="348"/>
                      <a:pt x="29" y="347"/>
                    </a:cubicBezTo>
                    <a:cubicBezTo>
                      <a:pt x="30" y="347"/>
                      <a:pt x="31" y="344"/>
                      <a:pt x="32" y="343"/>
                    </a:cubicBezTo>
                    <a:cubicBezTo>
                      <a:pt x="33" y="342"/>
                      <a:pt x="33" y="340"/>
                      <a:pt x="35" y="341"/>
                    </a:cubicBezTo>
                    <a:cubicBezTo>
                      <a:pt x="36" y="343"/>
                      <a:pt x="36" y="346"/>
                      <a:pt x="36" y="348"/>
                    </a:cubicBezTo>
                    <a:cubicBezTo>
                      <a:pt x="37" y="349"/>
                      <a:pt x="37" y="352"/>
                      <a:pt x="39" y="352"/>
                    </a:cubicBezTo>
                    <a:cubicBezTo>
                      <a:pt x="40" y="353"/>
                      <a:pt x="42" y="353"/>
                      <a:pt x="43" y="353"/>
                    </a:cubicBezTo>
                    <a:cubicBezTo>
                      <a:pt x="46" y="353"/>
                      <a:pt x="49" y="354"/>
                      <a:pt x="51" y="356"/>
                    </a:cubicBezTo>
                    <a:cubicBezTo>
                      <a:pt x="51" y="358"/>
                      <a:pt x="51" y="359"/>
                      <a:pt x="51" y="360"/>
                    </a:cubicBezTo>
                    <a:cubicBezTo>
                      <a:pt x="52" y="362"/>
                      <a:pt x="52" y="364"/>
                      <a:pt x="52" y="366"/>
                    </a:cubicBezTo>
                    <a:cubicBezTo>
                      <a:pt x="53" y="370"/>
                      <a:pt x="53" y="373"/>
                      <a:pt x="53" y="377"/>
                    </a:cubicBezTo>
                    <a:cubicBezTo>
                      <a:pt x="52" y="381"/>
                      <a:pt x="53" y="383"/>
                      <a:pt x="54" y="386"/>
                    </a:cubicBezTo>
                    <a:cubicBezTo>
                      <a:pt x="56" y="389"/>
                      <a:pt x="58" y="391"/>
                      <a:pt x="60" y="394"/>
                    </a:cubicBezTo>
                    <a:cubicBezTo>
                      <a:pt x="62" y="397"/>
                      <a:pt x="63" y="401"/>
                      <a:pt x="66" y="403"/>
                    </a:cubicBezTo>
                    <a:cubicBezTo>
                      <a:pt x="69" y="406"/>
                      <a:pt x="71" y="405"/>
                      <a:pt x="74" y="403"/>
                    </a:cubicBezTo>
                    <a:cubicBezTo>
                      <a:pt x="77" y="401"/>
                      <a:pt x="79" y="403"/>
                      <a:pt x="81" y="406"/>
                    </a:cubicBezTo>
                    <a:cubicBezTo>
                      <a:pt x="83" y="408"/>
                      <a:pt x="86" y="411"/>
                      <a:pt x="89" y="409"/>
                    </a:cubicBezTo>
                    <a:cubicBezTo>
                      <a:pt x="91" y="409"/>
                      <a:pt x="92" y="407"/>
                      <a:pt x="94" y="408"/>
                    </a:cubicBezTo>
                    <a:cubicBezTo>
                      <a:pt x="97" y="409"/>
                      <a:pt x="99" y="410"/>
                      <a:pt x="102" y="409"/>
                    </a:cubicBezTo>
                    <a:cubicBezTo>
                      <a:pt x="105" y="409"/>
                      <a:pt x="109" y="407"/>
                      <a:pt x="110" y="410"/>
                    </a:cubicBezTo>
                    <a:cubicBezTo>
                      <a:pt x="112" y="412"/>
                      <a:pt x="111" y="416"/>
                      <a:pt x="113" y="418"/>
                    </a:cubicBezTo>
                    <a:cubicBezTo>
                      <a:pt x="114" y="420"/>
                      <a:pt x="116" y="421"/>
                      <a:pt x="118" y="422"/>
                    </a:cubicBezTo>
                    <a:cubicBezTo>
                      <a:pt x="120" y="424"/>
                      <a:pt x="122" y="426"/>
                      <a:pt x="125" y="427"/>
                    </a:cubicBezTo>
                    <a:cubicBezTo>
                      <a:pt x="128" y="428"/>
                      <a:pt x="130" y="426"/>
                      <a:pt x="131" y="424"/>
                    </a:cubicBezTo>
                    <a:cubicBezTo>
                      <a:pt x="132" y="421"/>
                      <a:pt x="131" y="418"/>
                      <a:pt x="134" y="417"/>
                    </a:cubicBezTo>
                    <a:cubicBezTo>
                      <a:pt x="137" y="416"/>
                      <a:pt x="141" y="417"/>
                      <a:pt x="144" y="416"/>
                    </a:cubicBezTo>
                    <a:cubicBezTo>
                      <a:pt x="148" y="415"/>
                      <a:pt x="147" y="411"/>
                      <a:pt x="147" y="409"/>
                    </a:cubicBezTo>
                    <a:cubicBezTo>
                      <a:pt x="147" y="405"/>
                      <a:pt x="147" y="402"/>
                      <a:pt x="148" y="398"/>
                    </a:cubicBezTo>
                    <a:cubicBezTo>
                      <a:pt x="149" y="393"/>
                      <a:pt x="152" y="387"/>
                      <a:pt x="158" y="385"/>
                    </a:cubicBezTo>
                    <a:cubicBezTo>
                      <a:pt x="161" y="384"/>
                      <a:pt x="165" y="385"/>
                      <a:pt x="168" y="383"/>
                    </a:cubicBezTo>
                    <a:cubicBezTo>
                      <a:pt x="169" y="382"/>
                      <a:pt x="169" y="382"/>
                      <a:pt x="171" y="382"/>
                    </a:cubicBezTo>
                    <a:cubicBezTo>
                      <a:pt x="172" y="381"/>
                      <a:pt x="174" y="381"/>
                      <a:pt x="175" y="382"/>
                    </a:cubicBezTo>
                    <a:cubicBezTo>
                      <a:pt x="177" y="383"/>
                      <a:pt x="178" y="384"/>
                      <a:pt x="180" y="385"/>
                    </a:cubicBezTo>
                    <a:cubicBezTo>
                      <a:pt x="184" y="386"/>
                      <a:pt x="188" y="384"/>
                      <a:pt x="190" y="387"/>
                    </a:cubicBezTo>
                    <a:cubicBezTo>
                      <a:pt x="193" y="391"/>
                      <a:pt x="193" y="394"/>
                      <a:pt x="192" y="398"/>
                    </a:cubicBezTo>
                    <a:cubicBezTo>
                      <a:pt x="192" y="402"/>
                      <a:pt x="191" y="405"/>
                      <a:pt x="188" y="408"/>
                    </a:cubicBezTo>
                    <a:cubicBezTo>
                      <a:pt x="187" y="410"/>
                      <a:pt x="185" y="411"/>
                      <a:pt x="183" y="413"/>
                    </a:cubicBezTo>
                    <a:cubicBezTo>
                      <a:pt x="182" y="413"/>
                      <a:pt x="181" y="414"/>
                      <a:pt x="180" y="416"/>
                    </a:cubicBezTo>
                    <a:cubicBezTo>
                      <a:pt x="180" y="418"/>
                      <a:pt x="180" y="420"/>
                      <a:pt x="179" y="422"/>
                    </a:cubicBezTo>
                    <a:cubicBezTo>
                      <a:pt x="179" y="424"/>
                      <a:pt x="179" y="426"/>
                      <a:pt x="179" y="428"/>
                    </a:cubicBezTo>
                    <a:cubicBezTo>
                      <a:pt x="179" y="432"/>
                      <a:pt x="179" y="436"/>
                      <a:pt x="179" y="440"/>
                    </a:cubicBezTo>
                    <a:cubicBezTo>
                      <a:pt x="180" y="445"/>
                      <a:pt x="179" y="449"/>
                      <a:pt x="180" y="453"/>
                    </a:cubicBezTo>
                    <a:cubicBezTo>
                      <a:pt x="180" y="455"/>
                      <a:pt x="180" y="457"/>
                      <a:pt x="180" y="460"/>
                    </a:cubicBezTo>
                    <a:cubicBezTo>
                      <a:pt x="180" y="462"/>
                      <a:pt x="180" y="463"/>
                      <a:pt x="179" y="465"/>
                    </a:cubicBezTo>
                    <a:cubicBezTo>
                      <a:pt x="178" y="469"/>
                      <a:pt x="177" y="473"/>
                      <a:pt x="177" y="477"/>
                    </a:cubicBezTo>
                    <a:cubicBezTo>
                      <a:pt x="177" y="479"/>
                      <a:pt x="176" y="481"/>
                      <a:pt x="176" y="483"/>
                    </a:cubicBezTo>
                    <a:cubicBezTo>
                      <a:pt x="174" y="487"/>
                      <a:pt x="173" y="492"/>
                      <a:pt x="171" y="496"/>
                    </a:cubicBezTo>
                    <a:cubicBezTo>
                      <a:pt x="169" y="501"/>
                      <a:pt x="168" y="506"/>
                      <a:pt x="168" y="511"/>
                    </a:cubicBezTo>
                    <a:cubicBezTo>
                      <a:pt x="184" y="510"/>
                      <a:pt x="184" y="510"/>
                      <a:pt x="184" y="510"/>
                    </a:cubicBezTo>
                    <a:cubicBezTo>
                      <a:pt x="191" y="489"/>
                      <a:pt x="191" y="489"/>
                      <a:pt x="191" y="489"/>
                    </a:cubicBezTo>
                    <a:cubicBezTo>
                      <a:pt x="252" y="475"/>
                      <a:pt x="252" y="475"/>
                      <a:pt x="252" y="475"/>
                    </a:cubicBezTo>
                    <a:cubicBezTo>
                      <a:pt x="284" y="439"/>
                      <a:pt x="284" y="439"/>
                      <a:pt x="284" y="439"/>
                    </a:cubicBezTo>
                    <a:cubicBezTo>
                      <a:pt x="308" y="467"/>
                      <a:pt x="308" y="467"/>
                      <a:pt x="308" y="467"/>
                    </a:cubicBezTo>
                    <a:cubicBezTo>
                      <a:pt x="310" y="451"/>
                      <a:pt x="310" y="451"/>
                      <a:pt x="310" y="451"/>
                    </a:cubicBezTo>
                    <a:cubicBezTo>
                      <a:pt x="335" y="451"/>
                      <a:pt x="335" y="451"/>
                      <a:pt x="335" y="451"/>
                    </a:cubicBezTo>
                    <a:cubicBezTo>
                      <a:pt x="398" y="497"/>
                      <a:pt x="398" y="497"/>
                      <a:pt x="398" y="497"/>
                    </a:cubicBezTo>
                    <a:cubicBezTo>
                      <a:pt x="422" y="484"/>
                      <a:pt x="422" y="484"/>
                      <a:pt x="422" y="484"/>
                    </a:cubicBezTo>
                    <a:cubicBezTo>
                      <a:pt x="462" y="545"/>
                      <a:pt x="462" y="545"/>
                      <a:pt x="462" y="545"/>
                    </a:cubicBezTo>
                    <a:cubicBezTo>
                      <a:pt x="507" y="566"/>
                      <a:pt x="507" y="566"/>
                      <a:pt x="507" y="566"/>
                    </a:cubicBezTo>
                    <a:cubicBezTo>
                      <a:pt x="568" y="520"/>
                      <a:pt x="568" y="520"/>
                      <a:pt x="568" y="520"/>
                    </a:cubicBezTo>
                    <a:cubicBezTo>
                      <a:pt x="602" y="537"/>
                      <a:pt x="602" y="537"/>
                      <a:pt x="602" y="537"/>
                    </a:cubicBezTo>
                    <a:cubicBezTo>
                      <a:pt x="653" y="533"/>
                      <a:pt x="653" y="533"/>
                      <a:pt x="653" y="533"/>
                    </a:cubicBezTo>
                    <a:cubicBezTo>
                      <a:pt x="656" y="476"/>
                      <a:pt x="656" y="476"/>
                      <a:pt x="656" y="476"/>
                    </a:cubicBezTo>
                    <a:cubicBezTo>
                      <a:pt x="697" y="468"/>
                      <a:pt x="697" y="468"/>
                      <a:pt x="697" y="468"/>
                    </a:cubicBezTo>
                    <a:cubicBezTo>
                      <a:pt x="702" y="440"/>
                      <a:pt x="702" y="440"/>
                      <a:pt x="702" y="440"/>
                    </a:cubicBezTo>
                    <a:cubicBezTo>
                      <a:pt x="702" y="440"/>
                      <a:pt x="686" y="436"/>
                      <a:pt x="677" y="424"/>
                    </a:cubicBezTo>
                    <a:close/>
                    <a:moveTo>
                      <a:pt x="436" y="386"/>
                    </a:moveTo>
                    <a:cubicBezTo>
                      <a:pt x="435" y="390"/>
                      <a:pt x="433" y="393"/>
                      <a:pt x="431" y="396"/>
                    </a:cubicBezTo>
                    <a:cubicBezTo>
                      <a:pt x="429" y="401"/>
                      <a:pt x="430" y="407"/>
                      <a:pt x="430" y="412"/>
                    </a:cubicBezTo>
                    <a:cubicBezTo>
                      <a:pt x="431" y="414"/>
                      <a:pt x="431" y="417"/>
                      <a:pt x="432" y="418"/>
                    </a:cubicBezTo>
                    <a:cubicBezTo>
                      <a:pt x="432" y="420"/>
                      <a:pt x="433" y="422"/>
                      <a:pt x="433" y="424"/>
                    </a:cubicBezTo>
                    <a:cubicBezTo>
                      <a:pt x="434" y="425"/>
                      <a:pt x="434" y="426"/>
                      <a:pt x="434" y="427"/>
                    </a:cubicBezTo>
                    <a:cubicBezTo>
                      <a:pt x="435" y="429"/>
                      <a:pt x="434" y="430"/>
                      <a:pt x="432" y="430"/>
                    </a:cubicBezTo>
                    <a:cubicBezTo>
                      <a:pt x="429" y="430"/>
                      <a:pt x="428" y="428"/>
                      <a:pt x="428" y="425"/>
                    </a:cubicBezTo>
                    <a:cubicBezTo>
                      <a:pt x="428" y="424"/>
                      <a:pt x="428" y="423"/>
                      <a:pt x="428" y="422"/>
                    </a:cubicBezTo>
                    <a:cubicBezTo>
                      <a:pt x="428" y="420"/>
                      <a:pt x="427" y="420"/>
                      <a:pt x="427" y="418"/>
                    </a:cubicBezTo>
                    <a:cubicBezTo>
                      <a:pt x="425" y="415"/>
                      <a:pt x="424" y="412"/>
                      <a:pt x="423" y="410"/>
                    </a:cubicBezTo>
                    <a:cubicBezTo>
                      <a:pt x="421" y="407"/>
                      <a:pt x="420" y="406"/>
                      <a:pt x="418" y="404"/>
                    </a:cubicBezTo>
                    <a:cubicBezTo>
                      <a:pt x="413" y="397"/>
                      <a:pt x="410" y="389"/>
                      <a:pt x="404" y="383"/>
                    </a:cubicBezTo>
                    <a:cubicBezTo>
                      <a:pt x="402" y="381"/>
                      <a:pt x="399" y="379"/>
                      <a:pt x="398" y="376"/>
                    </a:cubicBezTo>
                    <a:cubicBezTo>
                      <a:pt x="397" y="373"/>
                      <a:pt x="399" y="370"/>
                      <a:pt x="400" y="367"/>
                    </a:cubicBezTo>
                    <a:cubicBezTo>
                      <a:pt x="401" y="364"/>
                      <a:pt x="403" y="361"/>
                      <a:pt x="403" y="357"/>
                    </a:cubicBezTo>
                    <a:cubicBezTo>
                      <a:pt x="403" y="354"/>
                      <a:pt x="402" y="351"/>
                      <a:pt x="404" y="348"/>
                    </a:cubicBezTo>
                    <a:cubicBezTo>
                      <a:pt x="407" y="341"/>
                      <a:pt x="415" y="344"/>
                      <a:pt x="420" y="346"/>
                    </a:cubicBezTo>
                    <a:cubicBezTo>
                      <a:pt x="423" y="348"/>
                      <a:pt x="426" y="350"/>
                      <a:pt x="429" y="351"/>
                    </a:cubicBezTo>
                    <a:cubicBezTo>
                      <a:pt x="431" y="353"/>
                      <a:pt x="434" y="355"/>
                      <a:pt x="435" y="358"/>
                    </a:cubicBezTo>
                    <a:cubicBezTo>
                      <a:pt x="435" y="361"/>
                      <a:pt x="433" y="364"/>
                      <a:pt x="432" y="367"/>
                    </a:cubicBezTo>
                    <a:cubicBezTo>
                      <a:pt x="431" y="370"/>
                      <a:pt x="432" y="373"/>
                      <a:pt x="434" y="376"/>
                    </a:cubicBezTo>
                    <a:cubicBezTo>
                      <a:pt x="435" y="379"/>
                      <a:pt x="436" y="382"/>
                      <a:pt x="436" y="38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4" name="Freeform 2597">
                <a:extLst>
                  <a:ext uri="{FF2B5EF4-FFF2-40B4-BE49-F238E27FC236}">
                    <a16:creationId xmlns:a16="http://schemas.microsoft.com/office/drawing/2014/main" id="{A343B49A-474F-42FC-BA4E-2BF507E1B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763"/>
                <a:ext cx="5" cy="4"/>
              </a:xfrm>
              <a:custGeom>
                <a:avLst/>
                <a:gdLst>
                  <a:gd name="T0" fmla="*/ 1 w 14"/>
                  <a:gd name="T1" fmla="*/ 3 h 11"/>
                  <a:gd name="T2" fmla="*/ 6 w 14"/>
                  <a:gd name="T3" fmla="*/ 10 h 11"/>
                  <a:gd name="T4" fmla="*/ 10 w 14"/>
                  <a:gd name="T5" fmla="*/ 11 h 11"/>
                  <a:gd name="T6" fmla="*/ 13 w 14"/>
                  <a:gd name="T7" fmla="*/ 9 h 11"/>
                  <a:gd name="T8" fmla="*/ 13 w 14"/>
                  <a:gd name="T9" fmla="*/ 3 h 11"/>
                  <a:gd name="T10" fmla="*/ 10 w 14"/>
                  <a:gd name="T11" fmla="*/ 0 h 11"/>
                  <a:gd name="T12" fmla="*/ 7 w 14"/>
                  <a:gd name="T13" fmla="*/ 1 h 11"/>
                  <a:gd name="T14" fmla="*/ 1 w 14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1">
                    <a:moveTo>
                      <a:pt x="1" y="3"/>
                    </a:moveTo>
                    <a:cubicBezTo>
                      <a:pt x="0" y="7"/>
                      <a:pt x="2" y="9"/>
                      <a:pt x="6" y="10"/>
                    </a:cubicBezTo>
                    <a:cubicBezTo>
                      <a:pt x="7" y="11"/>
                      <a:pt x="9" y="11"/>
                      <a:pt x="10" y="11"/>
                    </a:cubicBezTo>
                    <a:cubicBezTo>
                      <a:pt x="11" y="10"/>
                      <a:pt x="11" y="9"/>
                      <a:pt x="13" y="9"/>
                    </a:cubicBezTo>
                    <a:cubicBezTo>
                      <a:pt x="14" y="7"/>
                      <a:pt x="14" y="6"/>
                      <a:pt x="13" y="3"/>
                    </a:cubicBezTo>
                    <a:cubicBezTo>
                      <a:pt x="12" y="2"/>
                      <a:pt x="12" y="1"/>
                      <a:pt x="10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4" y="1"/>
                      <a:pt x="2" y="0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5" name="Freeform 2598">
                <a:extLst>
                  <a:ext uri="{FF2B5EF4-FFF2-40B4-BE49-F238E27FC236}">
                    <a16:creationId xmlns:a16="http://schemas.microsoft.com/office/drawing/2014/main" id="{433DA215-E444-49C1-835B-5406443B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2" y="3389"/>
                <a:ext cx="11" cy="16"/>
              </a:xfrm>
              <a:custGeom>
                <a:avLst/>
                <a:gdLst>
                  <a:gd name="T0" fmla="*/ 16 w 26"/>
                  <a:gd name="T1" fmla="*/ 3 h 39"/>
                  <a:gd name="T2" fmla="*/ 22 w 26"/>
                  <a:gd name="T3" fmla="*/ 2 h 39"/>
                  <a:gd name="T4" fmla="*/ 25 w 26"/>
                  <a:gd name="T5" fmla="*/ 7 h 39"/>
                  <a:gd name="T6" fmla="*/ 25 w 26"/>
                  <a:gd name="T7" fmla="*/ 10 h 39"/>
                  <a:gd name="T8" fmla="*/ 26 w 26"/>
                  <a:gd name="T9" fmla="*/ 16 h 39"/>
                  <a:gd name="T10" fmla="*/ 26 w 26"/>
                  <a:gd name="T11" fmla="*/ 23 h 39"/>
                  <a:gd name="T12" fmla="*/ 26 w 26"/>
                  <a:gd name="T13" fmla="*/ 25 h 39"/>
                  <a:gd name="T14" fmla="*/ 26 w 26"/>
                  <a:gd name="T15" fmla="*/ 27 h 39"/>
                  <a:gd name="T16" fmla="*/ 22 w 26"/>
                  <a:gd name="T17" fmla="*/ 31 h 39"/>
                  <a:gd name="T18" fmla="*/ 18 w 26"/>
                  <a:gd name="T19" fmla="*/ 34 h 39"/>
                  <a:gd name="T20" fmla="*/ 8 w 26"/>
                  <a:gd name="T21" fmla="*/ 37 h 39"/>
                  <a:gd name="T22" fmla="*/ 2 w 26"/>
                  <a:gd name="T23" fmla="*/ 38 h 39"/>
                  <a:gd name="T24" fmla="*/ 1 w 26"/>
                  <a:gd name="T25" fmla="*/ 31 h 39"/>
                  <a:gd name="T26" fmla="*/ 7 w 26"/>
                  <a:gd name="T27" fmla="*/ 23 h 39"/>
                  <a:gd name="T28" fmla="*/ 11 w 26"/>
                  <a:gd name="T29" fmla="*/ 12 h 39"/>
                  <a:gd name="T30" fmla="*/ 16 w 26"/>
                  <a:gd name="T31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39">
                    <a:moveTo>
                      <a:pt x="16" y="3"/>
                    </a:moveTo>
                    <a:cubicBezTo>
                      <a:pt x="18" y="1"/>
                      <a:pt x="20" y="0"/>
                      <a:pt x="22" y="2"/>
                    </a:cubicBezTo>
                    <a:cubicBezTo>
                      <a:pt x="23" y="3"/>
                      <a:pt x="24" y="5"/>
                      <a:pt x="25" y="7"/>
                    </a:cubicBezTo>
                    <a:cubicBezTo>
                      <a:pt x="25" y="8"/>
                      <a:pt x="25" y="9"/>
                      <a:pt x="25" y="10"/>
                    </a:cubicBezTo>
                    <a:cubicBezTo>
                      <a:pt x="25" y="12"/>
                      <a:pt x="25" y="14"/>
                      <a:pt x="26" y="16"/>
                    </a:cubicBezTo>
                    <a:cubicBezTo>
                      <a:pt x="26" y="19"/>
                      <a:pt x="26" y="21"/>
                      <a:pt x="26" y="23"/>
                    </a:cubicBezTo>
                    <a:cubicBezTo>
                      <a:pt x="26" y="24"/>
                      <a:pt x="26" y="25"/>
                      <a:pt x="26" y="25"/>
                    </a:cubicBezTo>
                    <a:cubicBezTo>
                      <a:pt x="26" y="26"/>
                      <a:pt x="25" y="26"/>
                      <a:pt x="26" y="27"/>
                    </a:cubicBezTo>
                    <a:cubicBezTo>
                      <a:pt x="24" y="28"/>
                      <a:pt x="23" y="30"/>
                      <a:pt x="22" y="31"/>
                    </a:cubicBezTo>
                    <a:cubicBezTo>
                      <a:pt x="21" y="33"/>
                      <a:pt x="20" y="33"/>
                      <a:pt x="18" y="34"/>
                    </a:cubicBezTo>
                    <a:cubicBezTo>
                      <a:pt x="15" y="36"/>
                      <a:pt x="11" y="36"/>
                      <a:pt x="8" y="37"/>
                    </a:cubicBezTo>
                    <a:cubicBezTo>
                      <a:pt x="6" y="37"/>
                      <a:pt x="4" y="39"/>
                      <a:pt x="2" y="38"/>
                    </a:cubicBezTo>
                    <a:cubicBezTo>
                      <a:pt x="0" y="36"/>
                      <a:pt x="0" y="33"/>
                      <a:pt x="1" y="31"/>
                    </a:cubicBezTo>
                    <a:cubicBezTo>
                      <a:pt x="2" y="28"/>
                      <a:pt x="6" y="26"/>
                      <a:pt x="7" y="23"/>
                    </a:cubicBezTo>
                    <a:cubicBezTo>
                      <a:pt x="10" y="20"/>
                      <a:pt x="9" y="15"/>
                      <a:pt x="11" y="12"/>
                    </a:cubicBezTo>
                    <a:cubicBezTo>
                      <a:pt x="12" y="9"/>
                      <a:pt x="14" y="5"/>
                      <a:pt x="16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6" name="Freeform 2599">
                <a:extLst>
                  <a:ext uri="{FF2B5EF4-FFF2-40B4-BE49-F238E27FC236}">
                    <a16:creationId xmlns:a16="http://schemas.microsoft.com/office/drawing/2014/main" id="{783FD77B-05F4-4AE6-B455-8BEF546D0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3" y="3211"/>
                <a:ext cx="8" cy="6"/>
              </a:xfrm>
              <a:custGeom>
                <a:avLst/>
                <a:gdLst>
                  <a:gd name="T0" fmla="*/ 1 w 20"/>
                  <a:gd name="T1" fmla="*/ 5 h 16"/>
                  <a:gd name="T2" fmla="*/ 1 w 20"/>
                  <a:gd name="T3" fmla="*/ 5 h 16"/>
                  <a:gd name="T4" fmla="*/ 1 w 20"/>
                  <a:gd name="T5" fmla="*/ 2 h 16"/>
                  <a:gd name="T6" fmla="*/ 3 w 20"/>
                  <a:gd name="T7" fmla="*/ 1 h 16"/>
                  <a:gd name="T8" fmla="*/ 6 w 20"/>
                  <a:gd name="T9" fmla="*/ 0 h 16"/>
                  <a:gd name="T10" fmla="*/ 9 w 20"/>
                  <a:gd name="T11" fmla="*/ 0 h 16"/>
                  <a:gd name="T12" fmla="*/ 12 w 20"/>
                  <a:gd name="T13" fmla="*/ 0 h 16"/>
                  <a:gd name="T14" fmla="*/ 14 w 20"/>
                  <a:gd name="T15" fmla="*/ 1 h 16"/>
                  <a:gd name="T16" fmla="*/ 16 w 20"/>
                  <a:gd name="T17" fmla="*/ 2 h 16"/>
                  <a:gd name="T18" fmla="*/ 18 w 20"/>
                  <a:gd name="T19" fmla="*/ 3 h 16"/>
                  <a:gd name="T20" fmla="*/ 19 w 20"/>
                  <a:gd name="T21" fmla="*/ 4 h 16"/>
                  <a:gd name="T22" fmla="*/ 19 w 20"/>
                  <a:gd name="T23" fmla="*/ 6 h 16"/>
                  <a:gd name="T24" fmla="*/ 18 w 20"/>
                  <a:gd name="T25" fmla="*/ 8 h 16"/>
                  <a:gd name="T26" fmla="*/ 15 w 20"/>
                  <a:gd name="T27" fmla="*/ 13 h 16"/>
                  <a:gd name="T28" fmla="*/ 12 w 20"/>
                  <a:gd name="T29" fmla="*/ 15 h 16"/>
                  <a:gd name="T30" fmla="*/ 9 w 20"/>
                  <a:gd name="T31" fmla="*/ 11 h 16"/>
                  <a:gd name="T32" fmla="*/ 6 w 20"/>
                  <a:gd name="T33" fmla="*/ 7 h 16"/>
                  <a:gd name="T34" fmla="*/ 4 w 20"/>
                  <a:gd name="T35" fmla="*/ 7 h 16"/>
                  <a:gd name="T36" fmla="*/ 1 w 20"/>
                  <a:gd name="T37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16"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4" y="1"/>
                      <a:pt x="5" y="1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2" y="0"/>
                      <a:pt x="13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17" y="2"/>
                      <a:pt x="17" y="3"/>
                      <a:pt x="18" y="3"/>
                    </a:cubicBezTo>
                    <a:cubicBezTo>
                      <a:pt x="18" y="3"/>
                      <a:pt x="19" y="4"/>
                      <a:pt x="19" y="4"/>
                    </a:cubicBezTo>
                    <a:cubicBezTo>
                      <a:pt x="20" y="5"/>
                      <a:pt x="20" y="5"/>
                      <a:pt x="19" y="6"/>
                    </a:cubicBezTo>
                    <a:cubicBezTo>
                      <a:pt x="19" y="7"/>
                      <a:pt x="18" y="7"/>
                      <a:pt x="18" y="8"/>
                    </a:cubicBezTo>
                    <a:cubicBezTo>
                      <a:pt x="16" y="9"/>
                      <a:pt x="16" y="11"/>
                      <a:pt x="15" y="13"/>
                    </a:cubicBezTo>
                    <a:cubicBezTo>
                      <a:pt x="14" y="14"/>
                      <a:pt x="13" y="16"/>
                      <a:pt x="12" y="15"/>
                    </a:cubicBezTo>
                    <a:cubicBezTo>
                      <a:pt x="11" y="14"/>
                      <a:pt x="10" y="13"/>
                      <a:pt x="9" y="11"/>
                    </a:cubicBezTo>
                    <a:cubicBezTo>
                      <a:pt x="8" y="10"/>
                      <a:pt x="8" y="7"/>
                      <a:pt x="6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3" y="6"/>
                      <a:pt x="2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7" name="Freeform 2600">
                <a:extLst>
                  <a:ext uri="{FF2B5EF4-FFF2-40B4-BE49-F238E27FC236}">
                    <a16:creationId xmlns:a16="http://schemas.microsoft.com/office/drawing/2014/main" id="{8E8802A5-216F-4F52-B273-C5F7948CC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1" y="3206"/>
                <a:ext cx="6" cy="4"/>
              </a:xfrm>
              <a:custGeom>
                <a:avLst/>
                <a:gdLst>
                  <a:gd name="T0" fmla="*/ 3 w 13"/>
                  <a:gd name="T1" fmla="*/ 8 h 10"/>
                  <a:gd name="T2" fmla="*/ 2 w 13"/>
                  <a:gd name="T3" fmla="*/ 8 h 10"/>
                  <a:gd name="T4" fmla="*/ 2 w 13"/>
                  <a:gd name="T5" fmla="*/ 7 h 10"/>
                  <a:gd name="T6" fmla="*/ 1 w 13"/>
                  <a:gd name="T7" fmla="*/ 7 h 10"/>
                  <a:gd name="T8" fmla="*/ 0 w 13"/>
                  <a:gd name="T9" fmla="*/ 7 h 10"/>
                  <a:gd name="T10" fmla="*/ 0 w 13"/>
                  <a:gd name="T11" fmla="*/ 4 h 10"/>
                  <a:gd name="T12" fmla="*/ 2 w 13"/>
                  <a:gd name="T13" fmla="*/ 1 h 10"/>
                  <a:gd name="T14" fmla="*/ 5 w 13"/>
                  <a:gd name="T15" fmla="*/ 1 h 10"/>
                  <a:gd name="T16" fmla="*/ 7 w 13"/>
                  <a:gd name="T17" fmla="*/ 1 h 10"/>
                  <a:gd name="T18" fmla="*/ 9 w 13"/>
                  <a:gd name="T19" fmla="*/ 2 h 10"/>
                  <a:gd name="T20" fmla="*/ 11 w 13"/>
                  <a:gd name="T21" fmla="*/ 3 h 10"/>
                  <a:gd name="T22" fmla="*/ 11 w 13"/>
                  <a:gd name="T23" fmla="*/ 4 h 10"/>
                  <a:gd name="T24" fmla="*/ 13 w 13"/>
                  <a:gd name="T25" fmla="*/ 6 h 10"/>
                  <a:gd name="T26" fmla="*/ 12 w 13"/>
                  <a:gd name="T27" fmla="*/ 9 h 10"/>
                  <a:gd name="T28" fmla="*/ 11 w 13"/>
                  <a:gd name="T29" fmla="*/ 10 h 10"/>
                  <a:gd name="T30" fmla="*/ 8 w 13"/>
                  <a:gd name="T31" fmla="*/ 10 h 10"/>
                  <a:gd name="T32" fmla="*/ 5 w 13"/>
                  <a:gd name="T33" fmla="*/ 9 h 10"/>
                  <a:gd name="T34" fmla="*/ 4 w 13"/>
                  <a:gd name="T35" fmla="*/ 9 h 10"/>
                  <a:gd name="T36" fmla="*/ 3 w 13"/>
                  <a:gd name="T37" fmla="*/ 8 h 10"/>
                  <a:gd name="T38" fmla="*/ 3 w 13"/>
                  <a:gd name="T3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10">
                    <a:moveTo>
                      <a:pt x="3" y="8"/>
                    </a:move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8" y="1"/>
                      <a:pt x="8" y="1"/>
                      <a:pt x="9" y="2"/>
                    </a:cubicBezTo>
                    <a:cubicBezTo>
                      <a:pt x="10" y="2"/>
                      <a:pt x="10" y="2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5"/>
                      <a:pt x="12" y="5"/>
                      <a:pt x="13" y="6"/>
                    </a:cubicBezTo>
                    <a:cubicBezTo>
                      <a:pt x="13" y="7"/>
                      <a:pt x="13" y="9"/>
                      <a:pt x="12" y="9"/>
                    </a:cubicBezTo>
                    <a:cubicBezTo>
                      <a:pt x="12" y="10"/>
                      <a:pt x="11" y="10"/>
                      <a:pt x="11" y="10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7" y="10"/>
                      <a:pt x="6" y="9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8" name="Freeform 2601">
                <a:extLst>
                  <a:ext uri="{FF2B5EF4-FFF2-40B4-BE49-F238E27FC236}">
                    <a16:creationId xmlns:a16="http://schemas.microsoft.com/office/drawing/2014/main" id="{C9271BDA-578E-4DF9-B10A-A20822A9E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0" y="3126"/>
                <a:ext cx="457" cy="366"/>
              </a:xfrm>
              <a:custGeom>
                <a:avLst/>
                <a:gdLst>
                  <a:gd name="T0" fmla="*/ 1072 w 1123"/>
                  <a:gd name="T1" fmla="*/ 239 h 899"/>
                  <a:gd name="T2" fmla="*/ 967 w 1123"/>
                  <a:gd name="T3" fmla="*/ 331 h 899"/>
                  <a:gd name="T4" fmla="*/ 981 w 1123"/>
                  <a:gd name="T5" fmla="*/ 384 h 899"/>
                  <a:gd name="T6" fmla="*/ 985 w 1123"/>
                  <a:gd name="T7" fmla="*/ 446 h 899"/>
                  <a:gd name="T8" fmla="*/ 1033 w 1123"/>
                  <a:gd name="T9" fmla="*/ 547 h 899"/>
                  <a:gd name="T10" fmla="*/ 1020 w 1123"/>
                  <a:gd name="T11" fmla="*/ 569 h 899"/>
                  <a:gd name="T12" fmla="*/ 1016 w 1123"/>
                  <a:gd name="T13" fmla="*/ 635 h 899"/>
                  <a:gd name="T14" fmla="*/ 984 w 1123"/>
                  <a:gd name="T15" fmla="*/ 625 h 899"/>
                  <a:gd name="T16" fmla="*/ 990 w 1123"/>
                  <a:gd name="T17" fmla="*/ 699 h 899"/>
                  <a:gd name="T18" fmla="*/ 973 w 1123"/>
                  <a:gd name="T19" fmla="*/ 695 h 899"/>
                  <a:gd name="T20" fmla="*/ 1030 w 1123"/>
                  <a:gd name="T21" fmla="*/ 824 h 899"/>
                  <a:gd name="T22" fmla="*/ 1000 w 1123"/>
                  <a:gd name="T23" fmla="*/ 856 h 899"/>
                  <a:gd name="T24" fmla="*/ 936 w 1123"/>
                  <a:gd name="T25" fmla="*/ 820 h 899"/>
                  <a:gd name="T26" fmla="*/ 883 w 1123"/>
                  <a:gd name="T27" fmla="*/ 826 h 899"/>
                  <a:gd name="T28" fmla="*/ 873 w 1123"/>
                  <a:gd name="T29" fmla="*/ 811 h 899"/>
                  <a:gd name="T30" fmla="*/ 828 w 1123"/>
                  <a:gd name="T31" fmla="*/ 806 h 899"/>
                  <a:gd name="T32" fmla="*/ 851 w 1123"/>
                  <a:gd name="T33" fmla="*/ 754 h 899"/>
                  <a:gd name="T34" fmla="*/ 835 w 1123"/>
                  <a:gd name="T35" fmla="*/ 706 h 899"/>
                  <a:gd name="T36" fmla="*/ 806 w 1123"/>
                  <a:gd name="T37" fmla="*/ 664 h 899"/>
                  <a:gd name="T38" fmla="*/ 835 w 1123"/>
                  <a:gd name="T39" fmla="*/ 631 h 899"/>
                  <a:gd name="T40" fmla="*/ 724 w 1123"/>
                  <a:gd name="T41" fmla="*/ 601 h 899"/>
                  <a:gd name="T42" fmla="*/ 642 w 1123"/>
                  <a:gd name="T43" fmla="*/ 690 h 899"/>
                  <a:gd name="T44" fmla="*/ 598 w 1123"/>
                  <a:gd name="T45" fmla="*/ 806 h 899"/>
                  <a:gd name="T46" fmla="*/ 572 w 1123"/>
                  <a:gd name="T47" fmla="*/ 845 h 899"/>
                  <a:gd name="T48" fmla="*/ 517 w 1123"/>
                  <a:gd name="T49" fmla="*/ 858 h 899"/>
                  <a:gd name="T50" fmla="*/ 510 w 1123"/>
                  <a:gd name="T51" fmla="*/ 811 h 899"/>
                  <a:gd name="T52" fmla="*/ 442 w 1123"/>
                  <a:gd name="T53" fmla="*/ 739 h 899"/>
                  <a:gd name="T54" fmla="*/ 369 w 1123"/>
                  <a:gd name="T55" fmla="*/ 716 h 899"/>
                  <a:gd name="T56" fmla="*/ 249 w 1123"/>
                  <a:gd name="T57" fmla="*/ 671 h 899"/>
                  <a:gd name="T58" fmla="*/ 235 w 1123"/>
                  <a:gd name="T59" fmla="*/ 580 h 899"/>
                  <a:gd name="T60" fmla="*/ 149 w 1123"/>
                  <a:gd name="T61" fmla="*/ 506 h 899"/>
                  <a:gd name="T62" fmla="*/ 91 w 1123"/>
                  <a:gd name="T63" fmla="*/ 428 h 899"/>
                  <a:gd name="T64" fmla="*/ 16 w 1123"/>
                  <a:gd name="T65" fmla="*/ 443 h 899"/>
                  <a:gd name="T66" fmla="*/ 0 w 1123"/>
                  <a:gd name="T67" fmla="*/ 392 h 899"/>
                  <a:gd name="T68" fmla="*/ 60 w 1123"/>
                  <a:gd name="T69" fmla="*/ 338 h 899"/>
                  <a:gd name="T70" fmla="*/ 204 w 1123"/>
                  <a:gd name="T71" fmla="*/ 372 h 899"/>
                  <a:gd name="T72" fmla="*/ 341 w 1123"/>
                  <a:gd name="T73" fmla="*/ 293 h 899"/>
                  <a:gd name="T74" fmla="*/ 213 w 1123"/>
                  <a:gd name="T75" fmla="*/ 234 h 899"/>
                  <a:gd name="T76" fmla="*/ 199 w 1123"/>
                  <a:gd name="T77" fmla="*/ 151 h 899"/>
                  <a:gd name="T78" fmla="*/ 288 w 1123"/>
                  <a:gd name="T79" fmla="*/ 143 h 899"/>
                  <a:gd name="T80" fmla="*/ 365 w 1123"/>
                  <a:gd name="T81" fmla="*/ 205 h 899"/>
                  <a:gd name="T82" fmla="*/ 446 w 1123"/>
                  <a:gd name="T83" fmla="*/ 236 h 899"/>
                  <a:gd name="T84" fmla="*/ 532 w 1123"/>
                  <a:gd name="T85" fmla="*/ 237 h 899"/>
                  <a:gd name="T86" fmla="*/ 557 w 1123"/>
                  <a:gd name="T87" fmla="*/ 164 h 899"/>
                  <a:gd name="T88" fmla="*/ 609 w 1123"/>
                  <a:gd name="T89" fmla="*/ 53 h 899"/>
                  <a:gd name="T90" fmla="*/ 781 w 1123"/>
                  <a:gd name="T91" fmla="*/ 107 h 899"/>
                  <a:gd name="T92" fmla="*/ 900 w 1123"/>
                  <a:gd name="T93" fmla="*/ 180 h 899"/>
                  <a:gd name="T94" fmla="*/ 970 w 1123"/>
                  <a:gd name="T95" fmla="*/ 216 h 899"/>
                  <a:gd name="T96" fmla="*/ 1023 w 1123"/>
                  <a:gd name="T97" fmla="*/ 189 h 899"/>
                  <a:gd name="T98" fmla="*/ 1094 w 1123"/>
                  <a:gd name="T99" fmla="*/ 211 h 8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23" h="899">
                    <a:moveTo>
                      <a:pt x="1123" y="256"/>
                    </a:moveTo>
                    <a:cubicBezTo>
                      <a:pt x="1116" y="259"/>
                      <a:pt x="1116" y="259"/>
                      <a:pt x="1116" y="259"/>
                    </a:cubicBezTo>
                    <a:cubicBezTo>
                      <a:pt x="1099" y="240"/>
                      <a:pt x="1099" y="240"/>
                      <a:pt x="1099" y="240"/>
                    </a:cubicBezTo>
                    <a:cubicBezTo>
                      <a:pt x="1072" y="239"/>
                      <a:pt x="1072" y="239"/>
                      <a:pt x="1072" y="239"/>
                    </a:cubicBezTo>
                    <a:cubicBezTo>
                      <a:pt x="1040" y="257"/>
                      <a:pt x="1040" y="257"/>
                      <a:pt x="1040" y="257"/>
                    </a:cubicBezTo>
                    <a:cubicBezTo>
                      <a:pt x="1013" y="255"/>
                      <a:pt x="1013" y="255"/>
                      <a:pt x="1013" y="255"/>
                    </a:cubicBezTo>
                    <a:cubicBezTo>
                      <a:pt x="1010" y="278"/>
                      <a:pt x="1010" y="278"/>
                      <a:pt x="1010" y="278"/>
                    </a:cubicBezTo>
                    <a:cubicBezTo>
                      <a:pt x="967" y="331"/>
                      <a:pt x="967" y="331"/>
                      <a:pt x="967" y="331"/>
                    </a:cubicBezTo>
                    <a:cubicBezTo>
                      <a:pt x="962" y="339"/>
                      <a:pt x="962" y="339"/>
                      <a:pt x="962" y="339"/>
                    </a:cubicBezTo>
                    <a:cubicBezTo>
                      <a:pt x="964" y="351"/>
                      <a:pt x="964" y="351"/>
                      <a:pt x="964" y="351"/>
                    </a:cubicBezTo>
                    <a:cubicBezTo>
                      <a:pt x="965" y="374"/>
                      <a:pt x="965" y="374"/>
                      <a:pt x="965" y="374"/>
                    </a:cubicBezTo>
                    <a:cubicBezTo>
                      <a:pt x="981" y="384"/>
                      <a:pt x="981" y="384"/>
                      <a:pt x="981" y="384"/>
                    </a:cubicBezTo>
                    <a:cubicBezTo>
                      <a:pt x="981" y="391"/>
                      <a:pt x="981" y="391"/>
                      <a:pt x="981" y="391"/>
                    </a:cubicBezTo>
                    <a:cubicBezTo>
                      <a:pt x="973" y="402"/>
                      <a:pt x="973" y="402"/>
                      <a:pt x="973" y="402"/>
                    </a:cubicBezTo>
                    <a:cubicBezTo>
                      <a:pt x="983" y="421"/>
                      <a:pt x="983" y="421"/>
                      <a:pt x="983" y="421"/>
                    </a:cubicBezTo>
                    <a:cubicBezTo>
                      <a:pt x="985" y="446"/>
                      <a:pt x="985" y="446"/>
                      <a:pt x="985" y="446"/>
                    </a:cubicBezTo>
                    <a:cubicBezTo>
                      <a:pt x="998" y="470"/>
                      <a:pt x="998" y="470"/>
                      <a:pt x="998" y="470"/>
                    </a:cubicBezTo>
                    <a:cubicBezTo>
                      <a:pt x="995" y="484"/>
                      <a:pt x="995" y="484"/>
                      <a:pt x="995" y="484"/>
                    </a:cubicBezTo>
                    <a:cubicBezTo>
                      <a:pt x="995" y="525"/>
                      <a:pt x="995" y="525"/>
                      <a:pt x="995" y="525"/>
                    </a:cubicBezTo>
                    <a:cubicBezTo>
                      <a:pt x="1033" y="547"/>
                      <a:pt x="1033" y="547"/>
                      <a:pt x="1033" y="547"/>
                    </a:cubicBezTo>
                    <a:cubicBezTo>
                      <a:pt x="1034" y="556"/>
                      <a:pt x="1034" y="556"/>
                      <a:pt x="1034" y="556"/>
                    </a:cubicBezTo>
                    <a:cubicBezTo>
                      <a:pt x="1052" y="565"/>
                      <a:pt x="1052" y="565"/>
                      <a:pt x="1052" y="565"/>
                    </a:cubicBezTo>
                    <a:cubicBezTo>
                      <a:pt x="1037" y="577"/>
                      <a:pt x="1037" y="577"/>
                      <a:pt x="1037" y="577"/>
                    </a:cubicBezTo>
                    <a:cubicBezTo>
                      <a:pt x="1020" y="569"/>
                      <a:pt x="1020" y="569"/>
                      <a:pt x="1020" y="569"/>
                    </a:cubicBezTo>
                    <a:cubicBezTo>
                      <a:pt x="1014" y="574"/>
                      <a:pt x="1014" y="574"/>
                      <a:pt x="1014" y="574"/>
                    </a:cubicBezTo>
                    <a:cubicBezTo>
                      <a:pt x="1034" y="635"/>
                      <a:pt x="1034" y="635"/>
                      <a:pt x="1034" y="635"/>
                    </a:cubicBezTo>
                    <a:cubicBezTo>
                      <a:pt x="1026" y="641"/>
                      <a:pt x="1026" y="641"/>
                      <a:pt x="1026" y="641"/>
                    </a:cubicBezTo>
                    <a:cubicBezTo>
                      <a:pt x="1016" y="635"/>
                      <a:pt x="1016" y="635"/>
                      <a:pt x="1016" y="635"/>
                    </a:cubicBezTo>
                    <a:cubicBezTo>
                      <a:pt x="1005" y="642"/>
                      <a:pt x="1005" y="642"/>
                      <a:pt x="1005" y="642"/>
                    </a:cubicBezTo>
                    <a:cubicBezTo>
                      <a:pt x="997" y="642"/>
                      <a:pt x="997" y="642"/>
                      <a:pt x="997" y="642"/>
                    </a:cubicBezTo>
                    <a:cubicBezTo>
                      <a:pt x="988" y="627"/>
                      <a:pt x="988" y="627"/>
                      <a:pt x="988" y="627"/>
                    </a:cubicBezTo>
                    <a:cubicBezTo>
                      <a:pt x="984" y="625"/>
                      <a:pt x="984" y="625"/>
                      <a:pt x="984" y="625"/>
                    </a:cubicBezTo>
                    <a:cubicBezTo>
                      <a:pt x="977" y="637"/>
                      <a:pt x="977" y="637"/>
                      <a:pt x="977" y="637"/>
                    </a:cubicBezTo>
                    <a:cubicBezTo>
                      <a:pt x="971" y="641"/>
                      <a:pt x="971" y="641"/>
                      <a:pt x="971" y="641"/>
                    </a:cubicBezTo>
                    <a:cubicBezTo>
                      <a:pt x="978" y="674"/>
                      <a:pt x="978" y="674"/>
                      <a:pt x="978" y="674"/>
                    </a:cubicBezTo>
                    <a:cubicBezTo>
                      <a:pt x="990" y="699"/>
                      <a:pt x="990" y="699"/>
                      <a:pt x="990" y="699"/>
                    </a:cubicBezTo>
                    <a:cubicBezTo>
                      <a:pt x="983" y="724"/>
                      <a:pt x="983" y="724"/>
                      <a:pt x="983" y="724"/>
                    </a:cubicBezTo>
                    <a:cubicBezTo>
                      <a:pt x="979" y="714"/>
                      <a:pt x="979" y="714"/>
                      <a:pt x="979" y="714"/>
                    </a:cubicBezTo>
                    <a:cubicBezTo>
                      <a:pt x="980" y="693"/>
                      <a:pt x="980" y="693"/>
                      <a:pt x="980" y="693"/>
                    </a:cubicBezTo>
                    <a:cubicBezTo>
                      <a:pt x="973" y="695"/>
                      <a:pt x="973" y="695"/>
                      <a:pt x="973" y="695"/>
                    </a:cubicBezTo>
                    <a:cubicBezTo>
                      <a:pt x="973" y="720"/>
                      <a:pt x="973" y="720"/>
                      <a:pt x="973" y="720"/>
                    </a:cubicBezTo>
                    <a:cubicBezTo>
                      <a:pt x="1000" y="751"/>
                      <a:pt x="1000" y="751"/>
                      <a:pt x="1000" y="751"/>
                    </a:cubicBezTo>
                    <a:cubicBezTo>
                      <a:pt x="1012" y="783"/>
                      <a:pt x="1012" y="783"/>
                      <a:pt x="1012" y="783"/>
                    </a:cubicBezTo>
                    <a:cubicBezTo>
                      <a:pt x="1030" y="824"/>
                      <a:pt x="1030" y="824"/>
                      <a:pt x="1030" y="824"/>
                    </a:cubicBezTo>
                    <a:cubicBezTo>
                      <a:pt x="1015" y="839"/>
                      <a:pt x="1015" y="839"/>
                      <a:pt x="1015" y="839"/>
                    </a:cubicBezTo>
                    <a:cubicBezTo>
                      <a:pt x="1016" y="841"/>
                      <a:pt x="1016" y="841"/>
                      <a:pt x="1016" y="841"/>
                    </a:cubicBezTo>
                    <a:cubicBezTo>
                      <a:pt x="1012" y="841"/>
                      <a:pt x="1012" y="841"/>
                      <a:pt x="1012" y="841"/>
                    </a:cubicBezTo>
                    <a:cubicBezTo>
                      <a:pt x="1000" y="856"/>
                      <a:pt x="1000" y="856"/>
                      <a:pt x="1000" y="856"/>
                    </a:cubicBezTo>
                    <a:cubicBezTo>
                      <a:pt x="989" y="858"/>
                      <a:pt x="989" y="858"/>
                      <a:pt x="989" y="858"/>
                    </a:cubicBezTo>
                    <a:cubicBezTo>
                      <a:pt x="945" y="830"/>
                      <a:pt x="945" y="830"/>
                      <a:pt x="945" y="830"/>
                    </a:cubicBezTo>
                    <a:cubicBezTo>
                      <a:pt x="938" y="829"/>
                      <a:pt x="938" y="829"/>
                      <a:pt x="938" y="829"/>
                    </a:cubicBezTo>
                    <a:cubicBezTo>
                      <a:pt x="936" y="820"/>
                      <a:pt x="936" y="820"/>
                      <a:pt x="936" y="820"/>
                    </a:cubicBezTo>
                    <a:cubicBezTo>
                      <a:pt x="931" y="819"/>
                      <a:pt x="931" y="819"/>
                      <a:pt x="931" y="819"/>
                    </a:cubicBezTo>
                    <a:cubicBezTo>
                      <a:pt x="921" y="833"/>
                      <a:pt x="921" y="833"/>
                      <a:pt x="921" y="833"/>
                    </a:cubicBezTo>
                    <a:cubicBezTo>
                      <a:pt x="898" y="825"/>
                      <a:pt x="898" y="825"/>
                      <a:pt x="898" y="825"/>
                    </a:cubicBezTo>
                    <a:cubicBezTo>
                      <a:pt x="883" y="826"/>
                      <a:pt x="883" y="826"/>
                      <a:pt x="883" y="826"/>
                    </a:cubicBezTo>
                    <a:cubicBezTo>
                      <a:pt x="882" y="820"/>
                      <a:pt x="882" y="820"/>
                      <a:pt x="882" y="820"/>
                    </a:cubicBezTo>
                    <a:cubicBezTo>
                      <a:pt x="888" y="817"/>
                      <a:pt x="888" y="817"/>
                      <a:pt x="888" y="817"/>
                    </a:cubicBezTo>
                    <a:cubicBezTo>
                      <a:pt x="885" y="813"/>
                      <a:pt x="885" y="813"/>
                      <a:pt x="885" y="813"/>
                    </a:cubicBezTo>
                    <a:cubicBezTo>
                      <a:pt x="873" y="811"/>
                      <a:pt x="873" y="811"/>
                      <a:pt x="873" y="811"/>
                    </a:cubicBezTo>
                    <a:cubicBezTo>
                      <a:pt x="867" y="805"/>
                      <a:pt x="867" y="805"/>
                      <a:pt x="867" y="805"/>
                    </a:cubicBezTo>
                    <a:cubicBezTo>
                      <a:pt x="857" y="813"/>
                      <a:pt x="857" y="813"/>
                      <a:pt x="857" y="813"/>
                    </a:cubicBezTo>
                    <a:cubicBezTo>
                      <a:pt x="849" y="805"/>
                      <a:pt x="849" y="805"/>
                      <a:pt x="849" y="805"/>
                    </a:cubicBezTo>
                    <a:cubicBezTo>
                      <a:pt x="828" y="806"/>
                      <a:pt x="828" y="806"/>
                      <a:pt x="828" y="806"/>
                    </a:cubicBezTo>
                    <a:cubicBezTo>
                      <a:pt x="814" y="786"/>
                      <a:pt x="814" y="786"/>
                      <a:pt x="814" y="786"/>
                    </a:cubicBezTo>
                    <a:cubicBezTo>
                      <a:pt x="821" y="783"/>
                      <a:pt x="821" y="783"/>
                      <a:pt x="821" y="783"/>
                    </a:cubicBezTo>
                    <a:cubicBezTo>
                      <a:pt x="826" y="768"/>
                      <a:pt x="826" y="768"/>
                      <a:pt x="826" y="768"/>
                    </a:cubicBezTo>
                    <a:cubicBezTo>
                      <a:pt x="851" y="754"/>
                      <a:pt x="851" y="754"/>
                      <a:pt x="851" y="754"/>
                    </a:cubicBezTo>
                    <a:cubicBezTo>
                      <a:pt x="867" y="737"/>
                      <a:pt x="867" y="737"/>
                      <a:pt x="867" y="737"/>
                    </a:cubicBezTo>
                    <a:cubicBezTo>
                      <a:pt x="862" y="716"/>
                      <a:pt x="862" y="716"/>
                      <a:pt x="862" y="716"/>
                    </a:cubicBezTo>
                    <a:cubicBezTo>
                      <a:pt x="847" y="707"/>
                      <a:pt x="847" y="707"/>
                      <a:pt x="847" y="707"/>
                    </a:cubicBezTo>
                    <a:cubicBezTo>
                      <a:pt x="835" y="706"/>
                      <a:pt x="835" y="706"/>
                      <a:pt x="835" y="706"/>
                    </a:cubicBezTo>
                    <a:cubicBezTo>
                      <a:pt x="821" y="701"/>
                      <a:pt x="821" y="701"/>
                      <a:pt x="821" y="701"/>
                    </a:cubicBezTo>
                    <a:cubicBezTo>
                      <a:pt x="804" y="693"/>
                      <a:pt x="804" y="693"/>
                      <a:pt x="804" y="693"/>
                    </a:cubicBezTo>
                    <a:cubicBezTo>
                      <a:pt x="800" y="681"/>
                      <a:pt x="800" y="681"/>
                      <a:pt x="800" y="681"/>
                    </a:cubicBezTo>
                    <a:cubicBezTo>
                      <a:pt x="806" y="664"/>
                      <a:pt x="806" y="664"/>
                      <a:pt x="806" y="664"/>
                    </a:cubicBezTo>
                    <a:cubicBezTo>
                      <a:pt x="818" y="658"/>
                      <a:pt x="818" y="658"/>
                      <a:pt x="818" y="658"/>
                    </a:cubicBezTo>
                    <a:cubicBezTo>
                      <a:pt x="822" y="643"/>
                      <a:pt x="822" y="643"/>
                      <a:pt x="822" y="643"/>
                    </a:cubicBezTo>
                    <a:cubicBezTo>
                      <a:pt x="835" y="639"/>
                      <a:pt x="835" y="639"/>
                      <a:pt x="835" y="639"/>
                    </a:cubicBezTo>
                    <a:cubicBezTo>
                      <a:pt x="835" y="631"/>
                      <a:pt x="835" y="631"/>
                      <a:pt x="835" y="631"/>
                    </a:cubicBezTo>
                    <a:cubicBezTo>
                      <a:pt x="829" y="631"/>
                      <a:pt x="829" y="631"/>
                      <a:pt x="829" y="631"/>
                    </a:cubicBezTo>
                    <a:cubicBezTo>
                      <a:pt x="738" y="583"/>
                      <a:pt x="738" y="583"/>
                      <a:pt x="738" y="583"/>
                    </a:cubicBezTo>
                    <a:cubicBezTo>
                      <a:pt x="722" y="586"/>
                      <a:pt x="722" y="586"/>
                      <a:pt x="722" y="586"/>
                    </a:cubicBezTo>
                    <a:cubicBezTo>
                      <a:pt x="724" y="601"/>
                      <a:pt x="724" y="601"/>
                      <a:pt x="724" y="601"/>
                    </a:cubicBezTo>
                    <a:cubicBezTo>
                      <a:pt x="720" y="601"/>
                      <a:pt x="720" y="601"/>
                      <a:pt x="720" y="601"/>
                    </a:cubicBezTo>
                    <a:cubicBezTo>
                      <a:pt x="694" y="620"/>
                      <a:pt x="694" y="620"/>
                      <a:pt x="694" y="620"/>
                    </a:cubicBezTo>
                    <a:cubicBezTo>
                      <a:pt x="686" y="648"/>
                      <a:pt x="686" y="648"/>
                      <a:pt x="686" y="648"/>
                    </a:cubicBezTo>
                    <a:cubicBezTo>
                      <a:pt x="642" y="690"/>
                      <a:pt x="642" y="690"/>
                      <a:pt x="642" y="690"/>
                    </a:cubicBezTo>
                    <a:cubicBezTo>
                      <a:pt x="641" y="714"/>
                      <a:pt x="641" y="714"/>
                      <a:pt x="641" y="714"/>
                    </a:cubicBezTo>
                    <a:cubicBezTo>
                      <a:pt x="609" y="760"/>
                      <a:pt x="609" y="760"/>
                      <a:pt x="609" y="760"/>
                    </a:cubicBezTo>
                    <a:cubicBezTo>
                      <a:pt x="604" y="760"/>
                      <a:pt x="604" y="760"/>
                      <a:pt x="604" y="760"/>
                    </a:cubicBezTo>
                    <a:cubicBezTo>
                      <a:pt x="598" y="806"/>
                      <a:pt x="598" y="806"/>
                      <a:pt x="598" y="806"/>
                    </a:cubicBezTo>
                    <a:cubicBezTo>
                      <a:pt x="591" y="809"/>
                      <a:pt x="591" y="809"/>
                      <a:pt x="591" y="809"/>
                    </a:cubicBezTo>
                    <a:cubicBezTo>
                      <a:pt x="583" y="804"/>
                      <a:pt x="583" y="804"/>
                      <a:pt x="583" y="804"/>
                    </a:cubicBezTo>
                    <a:cubicBezTo>
                      <a:pt x="576" y="810"/>
                      <a:pt x="576" y="810"/>
                      <a:pt x="576" y="810"/>
                    </a:cubicBezTo>
                    <a:cubicBezTo>
                      <a:pt x="572" y="845"/>
                      <a:pt x="572" y="845"/>
                      <a:pt x="572" y="845"/>
                    </a:cubicBezTo>
                    <a:cubicBezTo>
                      <a:pt x="556" y="859"/>
                      <a:pt x="556" y="859"/>
                      <a:pt x="556" y="859"/>
                    </a:cubicBezTo>
                    <a:cubicBezTo>
                      <a:pt x="550" y="882"/>
                      <a:pt x="550" y="882"/>
                      <a:pt x="550" y="882"/>
                    </a:cubicBezTo>
                    <a:cubicBezTo>
                      <a:pt x="537" y="899"/>
                      <a:pt x="537" y="899"/>
                      <a:pt x="537" y="899"/>
                    </a:cubicBezTo>
                    <a:cubicBezTo>
                      <a:pt x="517" y="858"/>
                      <a:pt x="517" y="858"/>
                      <a:pt x="517" y="858"/>
                    </a:cubicBezTo>
                    <a:cubicBezTo>
                      <a:pt x="495" y="846"/>
                      <a:pt x="495" y="846"/>
                      <a:pt x="495" y="846"/>
                    </a:cubicBezTo>
                    <a:cubicBezTo>
                      <a:pt x="483" y="828"/>
                      <a:pt x="483" y="828"/>
                      <a:pt x="483" y="828"/>
                    </a:cubicBezTo>
                    <a:cubicBezTo>
                      <a:pt x="508" y="828"/>
                      <a:pt x="508" y="828"/>
                      <a:pt x="508" y="828"/>
                    </a:cubicBezTo>
                    <a:cubicBezTo>
                      <a:pt x="510" y="811"/>
                      <a:pt x="510" y="811"/>
                      <a:pt x="510" y="811"/>
                    </a:cubicBezTo>
                    <a:cubicBezTo>
                      <a:pt x="472" y="798"/>
                      <a:pt x="472" y="798"/>
                      <a:pt x="472" y="798"/>
                    </a:cubicBezTo>
                    <a:cubicBezTo>
                      <a:pt x="448" y="773"/>
                      <a:pt x="448" y="773"/>
                      <a:pt x="448" y="773"/>
                    </a:cubicBezTo>
                    <a:cubicBezTo>
                      <a:pt x="469" y="733"/>
                      <a:pt x="469" y="733"/>
                      <a:pt x="469" y="733"/>
                    </a:cubicBezTo>
                    <a:cubicBezTo>
                      <a:pt x="442" y="739"/>
                      <a:pt x="442" y="739"/>
                      <a:pt x="442" y="739"/>
                    </a:cubicBezTo>
                    <a:cubicBezTo>
                      <a:pt x="438" y="725"/>
                      <a:pt x="438" y="725"/>
                      <a:pt x="438" y="725"/>
                    </a:cubicBezTo>
                    <a:cubicBezTo>
                      <a:pt x="399" y="738"/>
                      <a:pt x="399" y="738"/>
                      <a:pt x="399" y="738"/>
                    </a:cubicBezTo>
                    <a:cubicBezTo>
                      <a:pt x="375" y="733"/>
                      <a:pt x="375" y="733"/>
                      <a:pt x="375" y="733"/>
                    </a:cubicBezTo>
                    <a:cubicBezTo>
                      <a:pt x="369" y="716"/>
                      <a:pt x="369" y="716"/>
                      <a:pt x="369" y="716"/>
                    </a:cubicBezTo>
                    <a:cubicBezTo>
                      <a:pt x="321" y="716"/>
                      <a:pt x="321" y="716"/>
                      <a:pt x="321" y="716"/>
                    </a:cubicBezTo>
                    <a:cubicBezTo>
                      <a:pt x="284" y="698"/>
                      <a:pt x="284" y="698"/>
                      <a:pt x="284" y="698"/>
                    </a:cubicBezTo>
                    <a:cubicBezTo>
                      <a:pt x="281" y="681"/>
                      <a:pt x="281" y="681"/>
                      <a:pt x="281" y="681"/>
                    </a:cubicBezTo>
                    <a:cubicBezTo>
                      <a:pt x="249" y="671"/>
                      <a:pt x="249" y="671"/>
                      <a:pt x="249" y="671"/>
                    </a:cubicBezTo>
                    <a:cubicBezTo>
                      <a:pt x="248" y="656"/>
                      <a:pt x="248" y="656"/>
                      <a:pt x="248" y="656"/>
                    </a:cubicBezTo>
                    <a:cubicBezTo>
                      <a:pt x="290" y="651"/>
                      <a:pt x="290" y="651"/>
                      <a:pt x="290" y="651"/>
                    </a:cubicBezTo>
                    <a:cubicBezTo>
                      <a:pt x="295" y="609"/>
                      <a:pt x="295" y="609"/>
                      <a:pt x="295" y="609"/>
                    </a:cubicBezTo>
                    <a:cubicBezTo>
                      <a:pt x="235" y="580"/>
                      <a:pt x="235" y="580"/>
                      <a:pt x="235" y="580"/>
                    </a:cubicBezTo>
                    <a:cubicBezTo>
                      <a:pt x="160" y="574"/>
                      <a:pt x="160" y="574"/>
                      <a:pt x="160" y="574"/>
                    </a:cubicBezTo>
                    <a:cubicBezTo>
                      <a:pt x="141" y="530"/>
                      <a:pt x="141" y="530"/>
                      <a:pt x="141" y="530"/>
                    </a:cubicBezTo>
                    <a:cubicBezTo>
                      <a:pt x="123" y="521"/>
                      <a:pt x="123" y="521"/>
                      <a:pt x="123" y="521"/>
                    </a:cubicBezTo>
                    <a:cubicBezTo>
                      <a:pt x="149" y="506"/>
                      <a:pt x="149" y="506"/>
                      <a:pt x="149" y="506"/>
                    </a:cubicBezTo>
                    <a:cubicBezTo>
                      <a:pt x="149" y="462"/>
                      <a:pt x="149" y="462"/>
                      <a:pt x="149" y="462"/>
                    </a:cubicBezTo>
                    <a:cubicBezTo>
                      <a:pt x="103" y="449"/>
                      <a:pt x="103" y="449"/>
                      <a:pt x="103" y="449"/>
                    </a:cubicBezTo>
                    <a:cubicBezTo>
                      <a:pt x="103" y="428"/>
                      <a:pt x="103" y="428"/>
                      <a:pt x="103" y="428"/>
                    </a:cubicBezTo>
                    <a:cubicBezTo>
                      <a:pt x="91" y="428"/>
                      <a:pt x="91" y="428"/>
                      <a:pt x="91" y="428"/>
                    </a:cubicBezTo>
                    <a:cubicBezTo>
                      <a:pt x="79" y="445"/>
                      <a:pt x="79" y="445"/>
                      <a:pt x="79" y="445"/>
                    </a:cubicBezTo>
                    <a:cubicBezTo>
                      <a:pt x="50" y="442"/>
                      <a:pt x="50" y="442"/>
                      <a:pt x="50" y="442"/>
                    </a:cubicBezTo>
                    <a:cubicBezTo>
                      <a:pt x="26" y="455"/>
                      <a:pt x="26" y="455"/>
                      <a:pt x="26" y="455"/>
                    </a:cubicBezTo>
                    <a:cubicBezTo>
                      <a:pt x="16" y="443"/>
                      <a:pt x="16" y="443"/>
                      <a:pt x="16" y="443"/>
                    </a:cubicBezTo>
                    <a:cubicBezTo>
                      <a:pt x="43" y="417"/>
                      <a:pt x="43" y="417"/>
                      <a:pt x="43" y="417"/>
                    </a:cubicBezTo>
                    <a:cubicBezTo>
                      <a:pt x="36" y="407"/>
                      <a:pt x="36" y="407"/>
                      <a:pt x="36" y="407"/>
                    </a:cubicBezTo>
                    <a:cubicBezTo>
                      <a:pt x="1" y="409"/>
                      <a:pt x="1" y="409"/>
                      <a:pt x="1" y="409"/>
                    </a:cubicBezTo>
                    <a:cubicBezTo>
                      <a:pt x="0" y="392"/>
                      <a:pt x="0" y="392"/>
                      <a:pt x="0" y="392"/>
                    </a:cubicBezTo>
                    <a:cubicBezTo>
                      <a:pt x="0" y="392"/>
                      <a:pt x="0" y="392"/>
                      <a:pt x="0" y="392"/>
                    </a:cubicBezTo>
                    <a:cubicBezTo>
                      <a:pt x="19" y="329"/>
                      <a:pt x="19" y="329"/>
                      <a:pt x="19" y="329"/>
                    </a:cubicBezTo>
                    <a:cubicBezTo>
                      <a:pt x="42" y="324"/>
                      <a:pt x="42" y="324"/>
                      <a:pt x="42" y="324"/>
                    </a:cubicBezTo>
                    <a:cubicBezTo>
                      <a:pt x="60" y="338"/>
                      <a:pt x="60" y="338"/>
                      <a:pt x="60" y="338"/>
                    </a:cubicBezTo>
                    <a:cubicBezTo>
                      <a:pt x="87" y="327"/>
                      <a:pt x="87" y="327"/>
                      <a:pt x="87" y="327"/>
                    </a:cubicBezTo>
                    <a:cubicBezTo>
                      <a:pt x="122" y="341"/>
                      <a:pt x="122" y="341"/>
                      <a:pt x="122" y="341"/>
                    </a:cubicBezTo>
                    <a:cubicBezTo>
                      <a:pt x="122" y="370"/>
                      <a:pt x="122" y="370"/>
                      <a:pt x="122" y="370"/>
                    </a:cubicBezTo>
                    <a:cubicBezTo>
                      <a:pt x="204" y="372"/>
                      <a:pt x="204" y="372"/>
                      <a:pt x="204" y="372"/>
                    </a:cubicBezTo>
                    <a:cubicBezTo>
                      <a:pt x="231" y="345"/>
                      <a:pt x="231" y="345"/>
                      <a:pt x="231" y="345"/>
                    </a:cubicBezTo>
                    <a:cubicBezTo>
                      <a:pt x="309" y="348"/>
                      <a:pt x="309" y="348"/>
                      <a:pt x="309" y="348"/>
                    </a:cubicBezTo>
                    <a:cubicBezTo>
                      <a:pt x="336" y="330"/>
                      <a:pt x="336" y="330"/>
                      <a:pt x="336" y="330"/>
                    </a:cubicBezTo>
                    <a:cubicBezTo>
                      <a:pt x="341" y="293"/>
                      <a:pt x="341" y="293"/>
                      <a:pt x="341" y="293"/>
                    </a:cubicBezTo>
                    <a:cubicBezTo>
                      <a:pt x="292" y="270"/>
                      <a:pt x="292" y="270"/>
                      <a:pt x="292" y="270"/>
                    </a:cubicBezTo>
                    <a:cubicBezTo>
                      <a:pt x="271" y="281"/>
                      <a:pt x="271" y="281"/>
                      <a:pt x="271" y="281"/>
                    </a:cubicBezTo>
                    <a:cubicBezTo>
                      <a:pt x="224" y="263"/>
                      <a:pt x="224" y="263"/>
                      <a:pt x="224" y="263"/>
                    </a:cubicBezTo>
                    <a:cubicBezTo>
                      <a:pt x="213" y="234"/>
                      <a:pt x="213" y="234"/>
                      <a:pt x="213" y="234"/>
                    </a:cubicBezTo>
                    <a:cubicBezTo>
                      <a:pt x="196" y="237"/>
                      <a:pt x="196" y="237"/>
                      <a:pt x="196" y="237"/>
                    </a:cubicBezTo>
                    <a:cubicBezTo>
                      <a:pt x="187" y="208"/>
                      <a:pt x="187" y="208"/>
                      <a:pt x="187" y="208"/>
                    </a:cubicBezTo>
                    <a:cubicBezTo>
                      <a:pt x="209" y="198"/>
                      <a:pt x="209" y="198"/>
                      <a:pt x="209" y="198"/>
                    </a:cubicBezTo>
                    <a:cubicBezTo>
                      <a:pt x="199" y="151"/>
                      <a:pt x="199" y="151"/>
                      <a:pt x="199" y="151"/>
                    </a:cubicBezTo>
                    <a:cubicBezTo>
                      <a:pt x="207" y="146"/>
                      <a:pt x="207" y="146"/>
                      <a:pt x="207" y="146"/>
                    </a:cubicBezTo>
                    <a:cubicBezTo>
                      <a:pt x="251" y="159"/>
                      <a:pt x="251" y="159"/>
                      <a:pt x="251" y="159"/>
                    </a:cubicBezTo>
                    <a:cubicBezTo>
                      <a:pt x="274" y="142"/>
                      <a:pt x="274" y="142"/>
                      <a:pt x="274" y="142"/>
                    </a:cubicBezTo>
                    <a:cubicBezTo>
                      <a:pt x="288" y="143"/>
                      <a:pt x="288" y="143"/>
                      <a:pt x="288" y="143"/>
                    </a:cubicBezTo>
                    <a:cubicBezTo>
                      <a:pt x="296" y="155"/>
                      <a:pt x="296" y="155"/>
                      <a:pt x="296" y="155"/>
                    </a:cubicBezTo>
                    <a:cubicBezTo>
                      <a:pt x="361" y="185"/>
                      <a:pt x="361" y="185"/>
                      <a:pt x="361" y="185"/>
                    </a:cubicBezTo>
                    <a:cubicBezTo>
                      <a:pt x="355" y="199"/>
                      <a:pt x="355" y="199"/>
                      <a:pt x="355" y="199"/>
                    </a:cubicBezTo>
                    <a:cubicBezTo>
                      <a:pt x="365" y="205"/>
                      <a:pt x="365" y="205"/>
                      <a:pt x="365" y="205"/>
                    </a:cubicBezTo>
                    <a:cubicBezTo>
                      <a:pt x="380" y="192"/>
                      <a:pt x="380" y="192"/>
                      <a:pt x="380" y="192"/>
                    </a:cubicBezTo>
                    <a:cubicBezTo>
                      <a:pt x="422" y="209"/>
                      <a:pt x="422" y="209"/>
                      <a:pt x="422" y="209"/>
                    </a:cubicBezTo>
                    <a:cubicBezTo>
                      <a:pt x="422" y="225"/>
                      <a:pt x="422" y="225"/>
                      <a:pt x="422" y="225"/>
                    </a:cubicBezTo>
                    <a:cubicBezTo>
                      <a:pt x="446" y="236"/>
                      <a:pt x="446" y="236"/>
                      <a:pt x="446" y="236"/>
                    </a:cubicBezTo>
                    <a:cubicBezTo>
                      <a:pt x="487" y="238"/>
                      <a:pt x="487" y="238"/>
                      <a:pt x="487" y="238"/>
                    </a:cubicBezTo>
                    <a:cubicBezTo>
                      <a:pt x="495" y="245"/>
                      <a:pt x="495" y="245"/>
                      <a:pt x="495" y="245"/>
                    </a:cubicBezTo>
                    <a:cubicBezTo>
                      <a:pt x="509" y="230"/>
                      <a:pt x="509" y="230"/>
                      <a:pt x="509" y="230"/>
                    </a:cubicBezTo>
                    <a:cubicBezTo>
                      <a:pt x="532" y="237"/>
                      <a:pt x="532" y="237"/>
                      <a:pt x="532" y="237"/>
                    </a:cubicBezTo>
                    <a:cubicBezTo>
                      <a:pt x="535" y="227"/>
                      <a:pt x="535" y="227"/>
                      <a:pt x="535" y="227"/>
                    </a:cubicBezTo>
                    <a:cubicBezTo>
                      <a:pt x="548" y="214"/>
                      <a:pt x="548" y="214"/>
                      <a:pt x="548" y="214"/>
                    </a:cubicBezTo>
                    <a:cubicBezTo>
                      <a:pt x="550" y="191"/>
                      <a:pt x="550" y="191"/>
                      <a:pt x="550" y="191"/>
                    </a:cubicBezTo>
                    <a:cubicBezTo>
                      <a:pt x="557" y="164"/>
                      <a:pt x="557" y="164"/>
                      <a:pt x="557" y="164"/>
                    </a:cubicBezTo>
                    <a:cubicBezTo>
                      <a:pt x="559" y="132"/>
                      <a:pt x="559" y="132"/>
                      <a:pt x="559" y="132"/>
                    </a:cubicBezTo>
                    <a:cubicBezTo>
                      <a:pt x="573" y="123"/>
                      <a:pt x="573" y="123"/>
                      <a:pt x="573" y="123"/>
                    </a:cubicBezTo>
                    <a:cubicBezTo>
                      <a:pt x="593" y="91"/>
                      <a:pt x="593" y="91"/>
                      <a:pt x="593" y="91"/>
                    </a:cubicBezTo>
                    <a:cubicBezTo>
                      <a:pt x="609" y="53"/>
                      <a:pt x="609" y="53"/>
                      <a:pt x="609" y="53"/>
                    </a:cubicBezTo>
                    <a:cubicBezTo>
                      <a:pt x="615" y="0"/>
                      <a:pt x="615" y="0"/>
                      <a:pt x="615" y="0"/>
                    </a:cubicBezTo>
                    <a:cubicBezTo>
                      <a:pt x="617" y="0"/>
                      <a:pt x="617" y="0"/>
                      <a:pt x="617" y="0"/>
                    </a:cubicBezTo>
                    <a:cubicBezTo>
                      <a:pt x="738" y="70"/>
                      <a:pt x="738" y="70"/>
                      <a:pt x="738" y="70"/>
                    </a:cubicBezTo>
                    <a:cubicBezTo>
                      <a:pt x="781" y="107"/>
                      <a:pt x="781" y="107"/>
                      <a:pt x="781" y="107"/>
                    </a:cubicBezTo>
                    <a:cubicBezTo>
                      <a:pt x="805" y="139"/>
                      <a:pt x="805" y="139"/>
                      <a:pt x="805" y="139"/>
                    </a:cubicBezTo>
                    <a:cubicBezTo>
                      <a:pt x="805" y="139"/>
                      <a:pt x="834" y="164"/>
                      <a:pt x="835" y="164"/>
                    </a:cubicBezTo>
                    <a:cubicBezTo>
                      <a:pt x="835" y="164"/>
                      <a:pt x="870" y="177"/>
                      <a:pt x="870" y="177"/>
                    </a:cubicBezTo>
                    <a:cubicBezTo>
                      <a:pt x="900" y="180"/>
                      <a:pt x="900" y="180"/>
                      <a:pt x="900" y="180"/>
                    </a:cubicBezTo>
                    <a:cubicBezTo>
                      <a:pt x="915" y="211"/>
                      <a:pt x="915" y="211"/>
                      <a:pt x="915" y="211"/>
                    </a:cubicBezTo>
                    <a:cubicBezTo>
                      <a:pt x="939" y="220"/>
                      <a:pt x="939" y="220"/>
                      <a:pt x="939" y="220"/>
                    </a:cubicBezTo>
                    <a:cubicBezTo>
                      <a:pt x="958" y="218"/>
                      <a:pt x="958" y="218"/>
                      <a:pt x="958" y="218"/>
                    </a:cubicBezTo>
                    <a:cubicBezTo>
                      <a:pt x="970" y="216"/>
                      <a:pt x="970" y="216"/>
                      <a:pt x="970" y="216"/>
                    </a:cubicBezTo>
                    <a:cubicBezTo>
                      <a:pt x="997" y="201"/>
                      <a:pt x="997" y="201"/>
                      <a:pt x="997" y="201"/>
                    </a:cubicBezTo>
                    <a:cubicBezTo>
                      <a:pt x="997" y="191"/>
                      <a:pt x="997" y="191"/>
                      <a:pt x="997" y="191"/>
                    </a:cubicBezTo>
                    <a:cubicBezTo>
                      <a:pt x="997" y="191"/>
                      <a:pt x="1008" y="193"/>
                      <a:pt x="1008" y="193"/>
                    </a:cubicBezTo>
                    <a:cubicBezTo>
                      <a:pt x="1009" y="193"/>
                      <a:pt x="1023" y="189"/>
                      <a:pt x="1023" y="189"/>
                    </a:cubicBezTo>
                    <a:cubicBezTo>
                      <a:pt x="1023" y="189"/>
                      <a:pt x="1038" y="201"/>
                      <a:pt x="1038" y="201"/>
                    </a:cubicBezTo>
                    <a:cubicBezTo>
                      <a:pt x="1039" y="201"/>
                      <a:pt x="1056" y="201"/>
                      <a:pt x="1056" y="201"/>
                    </a:cubicBezTo>
                    <a:cubicBezTo>
                      <a:pt x="1070" y="205"/>
                      <a:pt x="1070" y="205"/>
                      <a:pt x="1070" y="205"/>
                    </a:cubicBezTo>
                    <a:cubicBezTo>
                      <a:pt x="1094" y="211"/>
                      <a:pt x="1094" y="211"/>
                      <a:pt x="1094" y="211"/>
                    </a:cubicBezTo>
                    <a:lnTo>
                      <a:pt x="1123" y="25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9" name="Freeform 2602">
                <a:extLst>
                  <a:ext uri="{FF2B5EF4-FFF2-40B4-BE49-F238E27FC236}">
                    <a16:creationId xmlns:a16="http://schemas.microsoft.com/office/drawing/2014/main" id="{238BA090-6701-4287-BA2A-14ABDF954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3" y="3439"/>
                <a:ext cx="150" cy="72"/>
              </a:xfrm>
              <a:custGeom>
                <a:avLst/>
                <a:gdLst>
                  <a:gd name="T0" fmla="*/ 150 w 150"/>
                  <a:gd name="T1" fmla="*/ 64 h 72"/>
                  <a:gd name="T2" fmla="*/ 136 w 150"/>
                  <a:gd name="T3" fmla="*/ 69 h 72"/>
                  <a:gd name="T4" fmla="*/ 80 w 150"/>
                  <a:gd name="T5" fmla="*/ 72 h 72"/>
                  <a:gd name="T6" fmla="*/ 62 w 150"/>
                  <a:gd name="T7" fmla="*/ 54 h 72"/>
                  <a:gd name="T8" fmla="*/ 44 w 150"/>
                  <a:gd name="T9" fmla="*/ 54 h 72"/>
                  <a:gd name="T10" fmla="*/ 38 w 150"/>
                  <a:gd name="T11" fmla="*/ 43 h 72"/>
                  <a:gd name="T12" fmla="*/ 15 w 150"/>
                  <a:gd name="T13" fmla="*/ 35 h 72"/>
                  <a:gd name="T14" fmla="*/ 0 w 150"/>
                  <a:gd name="T15" fmla="*/ 22 h 72"/>
                  <a:gd name="T16" fmla="*/ 0 w 150"/>
                  <a:gd name="T17" fmla="*/ 16 h 72"/>
                  <a:gd name="T18" fmla="*/ 22 w 150"/>
                  <a:gd name="T19" fmla="*/ 2 h 72"/>
                  <a:gd name="T20" fmla="*/ 31 w 150"/>
                  <a:gd name="T21" fmla="*/ 6 h 72"/>
                  <a:gd name="T22" fmla="*/ 31 w 150"/>
                  <a:gd name="T23" fmla="*/ 15 h 72"/>
                  <a:gd name="T24" fmla="*/ 36 w 150"/>
                  <a:gd name="T25" fmla="*/ 20 h 72"/>
                  <a:gd name="T26" fmla="*/ 44 w 150"/>
                  <a:gd name="T27" fmla="*/ 12 h 72"/>
                  <a:gd name="T28" fmla="*/ 67 w 150"/>
                  <a:gd name="T29" fmla="*/ 18 h 72"/>
                  <a:gd name="T30" fmla="*/ 72 w 150"/>
                  <a:gd name="T31" fmla="*/ 7 h 72"/>
                  <a:gd name="T32" fmla="*/ 78 w 150"/>
                  <a:gd name="T33" fmla="*/ 0 h 72"/>
                  <a:gd name="T34" fmla="*/ 93 w 150"/>
                  <a:gd name="T35" fmla="*/ 4 h 72"/>
                  <a:gd name="T36" fmla="*/ 95 w 150"/>
                  <a:gd name="T37" fmla="*/ 16 h 72"/>
                  <a:gd name="T38" fmla="*/ 108 w 150"/>
                  <a:gd name="T39" fmla="*/ 31 h 72"/>
                  <a:gd name="T40" fmla="*/ 138 w 150"/>
                  <a:gd name="T41" fmla="*/ 49 h 72"/>
                  <a:gd name="T42" fmla="*/ 150 w 150"/>
                  <a:gd name="T43" fmla="*/ 6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0" h="72">
                    <a:moveTo>
                      <a:pt x="150" y="64"/>
                    </a:moveTo>
                    <a:lnTo>
                      <a:pt x="136" y="69"/>
                    </a:lnTo>
                    <a:lnTo>
                      <a:pt x="80" y="72"/>
                    </a:lnTo>
                    <a:lnTo>
                      <a:pt x="62" y="54"/>
                    </a:lnTo>
                    <a:lnTo>
                      <a:pt x="44" y="54"/>
                    </a:lnTo>
                    <a:lnTo>
                      <a:pt x="38" y="43"/>
                    </a:lnTo>
                    <a:lnTo>
                      <a:pt x="15" y="35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22" y="2"/>
                    </a:lnTo>
                    <a:lnTo>
                      <a:pt x="31" y="6"/>
                    </a:lnTo>
                    <a:lnTo>
                      <a:pt x="31" y="15"/>
                    </a:lnTo>
                    <a:lnTo>
                      <a:pt x="36" y="20"/>
                    </a:lnTo>
                    <a:lnTo>
                      <a:pt x="44" y="12"/>
                    </a:lnTo>
                    <a:lnTo>
                      <a:pt x="67" y="18"/>
                    </a:lnTo>
                    <a:lnTo>
                      <a:pt x="72" y="7"/>
                    </a:lnTo>
                    <a:lnTo>
                      <a:pt x="78" y="0"/>
                    </a:lnTo>
                    <a:lnTo>
                      <a:pt x="93" y="4"/>
                    </a:lnTo>
                    <a:lnTo>
                      <a:pt x="95" y="16"/>
                    </a:lnTo>
                    <a:lnTo>
                      <a:pt x="108" y="31"/>
                    </a:lnTo>
                    <a:lnTo>
                      <a:pt x="138" y="49"/>
                    </a:lnTo>
                    <a:lnTo>
                      <a:pt x="150" y="6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0" name="Freeform 2603">
                <a:extLst>
                  <a:ext uri="{FF2B5EF4-FFF2-40B4-BE49-F238E27FC236}">
                    <a16:creationId xmlns:a16="http://schemas.microsoft.com/office/drawing/2014/main" id="{166BDE81-4D81-426D-984E-032FE0D8F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1" y="3286"/>
                <a:ext cx="348" cy="217"/>
              </a:xfrm>
              <a:custGeom>
                <a:avLst/>
                <a:gdLst>
                  <a:gd name="T0" fmla="*/ 322 w 348"/>
                  <a:gd name="T1" fmla="*/ 217 h 217"/>
                  <a:gd name="T2" fmla="*/ 280 w 348"/>
                  <a:gd name="T3" fmla="*/ 184 h 217"/>
                  <a:gd name="T4" fmla="*/ 265 w 348"/>
                  <a:gd name="T5" fmla="*/ 157 h 217"/>
                  <a:gd name="T6" fmla="*/ 244 w 348"/>
                  <a:gd name="T7" fmla="*/ 160 h 217"/>
                  <a:gd name="T8" fmla="*/ 216 w 348"/>
                  <a:gd name="T9" fmla="*/ 165 h 217"/>
                  <a:gd name="T10" fmla="*/ 203 w 348"/>
                  <a:gd name="T11" fmla="*/ 168 h 217"/>
                  <a:gd name="T12" fmla="*/ 194 w 348"/>
                  <a:gd name="T13" fmla="*/ 155 h 217"/>
                  <a:gd name="T14" fmla="*/ 172 w 348"/>
                  <a:gd name="T15" fmla="*/ 168 h 217"/>
                  <a:gd name="T16" fmla="*/ 144 w 348"/>
                  <a:gd name="T17" fmla="*/ 158 h 217"/>
                  <a:gd name="T18" fmla="*/ 110 w 348"/>
                  <a:gd name="T19" fmla="*/ 146 h 217"/>
                  <a:gd name="T20" fmla="*/ 76 w 348"/>
                  <a:gd name="T21" fmla="*/ 154 h 217"/>
                  <a:gd name="T22" fmla="*/ 48 w 348"/>
                  <a:gd name="T23" fmla="*/ 136 h 217"/>
                  <a:gd name="T24" fmla="*/ 43 w 348"/>
                  <a:gd name="T25" fmla="*/ 126 h 217"/>
                  <a:gd name="T26" fmla="*/ 48 w 348"/>
                  <a:gd name="T27" fmla="*/ 104 h 217"/>
                  <a:gd name="T28" fmla="*/ 30 w 348"/>
                  <a:gd name="T29" fmla="*/ 82 h 217"/>
                  <a:gd name="T30" fmla="*/ 8 w 348"/>
                  <a:gd name="T31" fmla="*/ 70 h 217"/>
                  <a:gd name="T32" fmla="*/ 4 w 348"/>
                  <a:gd name="T33" fmla="*/ 55 h 217"/>
                  <a:gd name="T34" fmla="*/ 25 w 348"/>
                  <a:gd name="T35" fmla="*/ 52 h 217"/>
                  <a:gd name="T36" fmla="*/ 55 w 348"/>
                  <a:gd name="T37" fmla="*/ 37 h 217"/>
                  <a:gd name="T38" fmla="*/ 106 w 348"/>
                  <a:gd name="T39" fmla="*/ 16 h 217"/>
                  <a:gd name="T40" fmla="*/ 129 w 348"/>
                  <a:gd name="T41" fmla="*/ 0 h 217"/>
                  <a:gd name="T42" fmla="*/ 144 w 348"/>
                  <a:gd name="T43" fmla="*/ 6 h 217"/>
                  <a:gd name="T44" fmla="*/ 136 w 348"/>
                  <a:gd name="T45" fmla="*/ 20 h 217"/>
                  <a:gd name="T46" fmla="*/ 150 w 348"/>
                  <a:gd name="T47" fmla="*/ 20 h 217"/>
                  <a:gd name="T48" fmla="*/ 166 w 348"/>
                  <a:gd name="T49" fmla="*/ 14 h 217"/>
                  <a:gd name="T50" fmla="*/ 171 w 348"/>
                  <a:gd name="T51" fmla="*/ 23 h 217"/>
                  <a:gd name="T52" fmla="*/ 190 w 348"/>
                  <a:gd name="T53" fmla="*/ 46 h 217"/>
                  <a:gd name="T54" fmla="*/ 187 w 348"/>
                  <a:gd name="T55" fmla="*/ 56 h 217"/>
                  <a:gd name="T56" fmla="*/ 225 w 348"/>
                  <a:gd name="T57" fmla="*/ 76 h 217"/>
                  <a:gd name="T58" fmla="*/ 247 w 348"/>
                  <a:gd name="T59" fmla="*/ 105 h 217"/>
                  <a:gd name="T60" fmla="*/ 231 w 348"/>
                  <a:gd name="T61" fmla="*/ 113 h 217"/>
                  <a:gd name="T62" fmla="*/ 245 w 348"/>
                  <a:gd name="T63" fmla="*/ 124 h 217"/>
                  <a:gd name="T64" fmla="*/ 279 w 348"/>
                  <a:gd name="T65" fmla="*/ 132 h 217"/>
                  <a:gd name="T66" fmla="*/ 292 w 348"/>
                  <a:gd name="T67" fmla="*/ 140 h 217"/>
                  <a:gd name="T68" fmla="*/ 309 w 348"/>
                  <a:gd name="T69" fmla="*/ 141 h 217"/>
                  <a:gd name="T70" fmla="*/ 312 w 348"/>
                  <a:gd name="T71" fmla="*/ 155 h 217"/>
                  <a:gd name="T72" fmla="*/ 337 w 348"/>
                  <a:gd name="T73" fmla="*/ 170 h 217"/>
                  <a:gd name="T74" fmla="*/ 326 w 348"/>
                  <a:gd name="T75" fmla="*/ 177 h 217"/>
                  <a:gd name="T76" fmla="*/ 340 w 348"/>
                  <a:gd name="T77" fmla="*/ 189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48" h="217">
                    <a:moveTo>
                      <a:pt x="348" y="206"/>
                    </a:moveTo>
                    <a:lnTo>
                      <a:pt x="322" y="217"/>
                    </a:lnTo>
                    <a:lnTo>
                      <a:pt x="310" y="202"/>
                    </a:lnTo>
                    <a:lnTo>
                      <a:pt x="280" y="184"/>
                    </a:lnTo>
                    <a:lnTo>
                      <a:pt x="267" y="169"/>
                    </a:lnTo>
                    <a:lnTo>
                      <a:pt x="265" y="157"/>
                    </a:lnTo>
                    <a:lnTo>
                      <a:pt x="250" y="153"/>
                    </a:lnTo>
                    <a:lnTo>
                      <a:pt x="244" y="160"/>
                    </a:lnTo>
                    <a:lnTo>
                      <a:pt x="239" y="171"/>
                    </a:lnTo>
                    <a:lnTo>
                      <a:pt x="216" y="165"/>
                    </a:lnTo>
                    <a:lnTo>
                      <a:pt x="208" y="173"/>
                    </a:lnTo>
                    <a:lnTo>
                      <a:pt x="203" y="168"/>
                    </a:lnTo>
                    <a:lnTo>
                      <a:pt x="203" y="159"/>
                    </a:lnTo>
                    <a:lnTo>
                      <a:pt x="194" y="155"/>
                    </a:lnTo>
                    <a:lnTo>
                      <a:pt x="172" y="169"/>
                    </a:lnTo>
                    <a:lnTo>
                      <a:pt x="172" y="168"/>
                    </a:lnTo>
                    <a:lnTo>
                      <a:pt x="160" y="158"/>
                    </a:lnTo>
                    <a:lnTo>
                      <a:pt x="144" y="158"/>
                    </a:lnTo>
                    <a:lnTo>
                      <a:pt x="134" y="149"/>
                    </a:lnTo>
                    <a:lnTo>
                      <a:pt x="110" y="146"/>
                    </a:lnTo>
                    <a:lnTo>
                      <a:pt x="85" y="157"/>
                    </a:lnTo>
                    <a:lnTo>
                      <a:pt x="76" y="154"/>
                    </a:lnTo>
                    <a:lnTo>
                      <a:pt x="56" y="157"/>
                    </a:lnTo>
                    <a:lnTo>
                      <a:pt x="48" y="136"/>
                    </a:lnTo>
                    <a:lnTo>
                      <a:pt x="41" y="132"/>
                    </a:lnTo>
                    <a:lnTo>
                      <a:pt x="43" y="126"/>
                    </a:lnTo>
                    <a:lnTo>
                      <a:pt x="34" y="120"/>
                    </a:lnTo>
                    <a:lnTo>
                      <a:pt x="48" y="104"/>
                    </a:lnTo>
                    <a:lnTo>
                      <a:pt x="46" y="90"/>
                    </a:lnTo>
                    <a:lnTo>
                      <a:pt x="30" y="82"/>
                    </a:lnTo>
                    <a:lnTo>
                      <a:pt x="19" y="66"/>
                    </a:lnTo>
                    <a:lnTo>
                      <a:pt x="8" y="70"/>
                    </a:lnTo>
                    <a:lnTo>
                      <a:pt x="0" y="60"/>
                    </a:lnTo>
                    <a:lnTo>
                      <a:pt x="4" y="55"/>
                    </a:lnTo>
                    <a:lnTo>
                      <a:pt x="2" y="54"/>
                    </a:lnTo>
                    <a:lnTo>
                      <a:pt x="25" y="52"/>
                    </a:lnTo>
                    <a:lnTo>
                      <a:pt x="29" y="46"/>
                    </a:lnTo>
                    <a:lnTo>
                      <a:pt x="55" y="37"/>
                    </a:lnTo>
                    <a:lnTo>
                      <a:pt x="59" y="31"/>
                    </a:lnTo>
                    <a:lnTo>
                      <a:pt x="106" y="16"/>
                    </a:lnTo>
                    <a:lnTo>
                      <a:pt x="106" y="11"/>
                    </a:lnTo>
                    <a:lnTo>
                      <a:pt x="129" y="0"/>
                    </a:lnTo>
                    <a:lnTo>
                      <a:pt x="130" y="7"/>
                    </a:lnTo>
                    <a:lnTo>
                      <a:pt x="144" y="6"/>
                    </a:lnTo>
                    <a:lnTo>
                      <a:pt x="147" y="10"/>
                    </a:lnTo>
                    <a:lnTo>
                      <a:pt x="136" y="20"/>
                    </a:lnTo>
                    <a:lnTo>
                      <a:pt x="140" y="25"/>
                    </a:lnTo>
                    <a:lnTo>
                      <a:pt x="150" y="20"/>
                    </a:lnTo>
                    <a:lnTo>
                      <a:pt x="161" y="21"/>
                    </a:lnTo>
                    <a:lnTo>
                      <a:pt x="166" y="14"/>
                    </a:lnTo>
                    <a:lnTo>
                      <a:pt x="171" y="14"/>
                    </a:lnTo>
                    <a:lnTo>
                      <a:pt x="171" y="23"/>
                    </a:lnTo>
                    <a:lnTo>
                      <a:pt x="190" y="28"/>
                    </a:lnTo>
                    <a:lnTo>
                      <a:pt x="190" y="46"/>
                    </a:lnTo>
                    <a:lnTo>
                      <a:pt x="179" y="52"/>
                    </a:lnTo>
                    <a:lnTo>
                      <a:pt x="187" y="56"/>
                    </a:lnTo>
                    <a:lnTo>
                      <a:pt x="194" y="74"/>
                    </a:lnTo>
                    <a:lnTo>
                      <a:pt x="225" y="76"/>
                    </a:lnTo>
                    <a:lnTo>
                      <a:pt x="249" y="88"/>
                    </a:lnTo>
                    <a:lnTo>
                      <a:pt x="247" y="105"/>
                    </a:lnTo>
                    <a:lnTo>
                      <a:pt x="230" y="107"/>
                    </a:lnTo>
                    <a:lnTo>
                      <a:pt x="231" y="113"/>
                    </a:lnTo>
                    <a:lnTo>
                      <a:pt x="244" y="117"/>
                    </a:lnTo>
                    <a:lnTo>
                      <a:pt x="245" y="124"/>
                    </a:lnTo>
                    <a:lnTo>
                      <a:pt x="260" y="132"/>
                    </a:lnTo>
                    <a:lnTo>
                      <a:pt x="279" y="132"/>
                    </a:lnTo>
                    <a:lnTo>
                      <a:pt x="282" y="138"/>
                    </a:lnTo>
                    <a:lnTo>
                      <a:pt x="292" y="140"/>
                    </a:lnTo>
                    <a:lnTo>
                      <a:pt x="307" y="135"/>
                    </a:lnTo>
                    <a:lnTo>
                      <a:pt x="309" y="141"/>
                    </a:lnTo>
                    <a:lnTo>
                      <a:pt x="320" y="138"/>
                    </a:lnTo>
                    <a:lnTo>
                      <a:pt x="312" y="155"/>
                    </a:lnTo>
                    <a:lnTo>
                      <a:pt x="321" y="165"/>
                    </a:lnTo>
                    <a:lnTo>
                      <a:pt x="337" y="170"/>
                    </a:lnTo>
                    <a:lnTo>
                      <a:pt x="336" y="177"/>
                    </a:lnTo>
                    <a:lnTo>
                      <a:pt x="326" y="177"/>
                    </a:lnTo>
                    <a:lnTo>
                      <a:pt x="331" y="184"/>
                    </a:lnTo>
                    <a:lnTo>
                      <a:pt x="340" y="189"/>
                    </a:lnTo>
                    <a:lnTo>
                      <a:pt x="348" y="20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1" name="Freeform 2604">
                <a:extLst>
                  <a:ext uri="{FF2B5EF4-FFF2-40B4-BE49-F238E27FC236}">
                    <a16:creationId xmlns:a16="http://schemas.microsoft.com/office/drawing/2014/main" id="{F3E5EF4E-410F-4186-941F-D007E3345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836"/>
                <a:ext cx="301" cy="307"/>
              </a:xfrm>
              <a:custGeom>
                <a:avLst/>
                <a:gdLst>
                  <a:gd name="T0" fmla="*/ 731 w 740"/>
                  <a:gd name="T1" fmla="*/ 468 h 754"/>
                  <a:gd name="T2" fmla="*/ 648 w 740"/>
                  <a:gd name="T3" fmla="*/ 467 h 754"/>
                  <a:gd name="T4" fmla="*/ 597 w 740"/>
                  <a:gd name="T5" fmla="*/ 471 h 754"/>
                  <a:gd name="T6" fmla="*/ 536 w 740"/>
                  <a:gd name="T7" fmla="*/ 456 h 754"/>
                  <a:gd name="T8" fmla="*/ 507 w 740"/>
                  <a:gd name="T9" fmla="*/ 499 h 754"/>
                  <a:gd name="T10" fmla="*/ 514 w 740"/>
                  <a:gd name="T11" fmla="*/ 527 h 754"/>
                  <a:gd name="T12" fmla="*/ 523 w 740"/>
                  <a:gd name="T13" fmla="*/ 574 h 754"/>
                  <a:gd name="T14" fmla="*/ 488 w 740"/>
                  <a:gd name="T15" fmla="*/ 617 h 754"/>
                  <a:gd name="T16" fmla="*/ 466 w 740"/>
                  <a:gd name="T17" fmla="*/ 671 h 754"/>
                  <a:gd name="T18" fmla="*/ 458 w 740"/>
                  <a:gd name="T19" fmla="*/ 680 h 754"/>
                  <a:gd name="T20" fmla="*/ 464 w 740"/>
                  <a:gd name="T21" fmla="*/ 715 h 754"/>
                  <a:gd name="T22" fmla="*/ 466 w 740"/>
                  <a:gd name="T23" fmla="*/ 739 h 754"/>
                  <a:gd name="T24" fmla="*/ 442 w 740"/>
                  <a:gd name="T25" fmla="*/ 743 h 754"/>
                  <a:gd name="T26" fmla="*/ 436 w 740"/>
                  <a:gd name="T27" fmla="*/ 734 h 754"/>
                  <a:gd name="T28" fmla="*/ 435 w 740"/>
                  <a:gd name="T29" fmla="*/ 743 h 754"/>
                  <a:gd name="T30" fmla="*/ 400 w 740"/>
                  <a:gd name="T31" fmla="*/ 754 h 754"/>
                  <a:gd name="T32" fmla="*/ 390 w 740"/>
                  <a:gd name="T33" fmla="*/ 734 h 754"/>
                  <a:gd name="T34" fmla="*/ 383 w 740"/>
                  <a:gd name="T35" fmla="*/ 712 h 754"/>
                  <a:gd name="T36" fmla="*/ 368 w 740"/>
                  <a:gd name="T37" fmla="*/ 669 h 754"/>
                  <a:gd name="T38" fmla="*/ 362 w 740"/>
                  <a:gd name="T39" fmla="*/ 643 h 754"/>
                  <a:gd name="T40" fmla="*/ 355 w 740"/>
                  <a:gd name="T41" fmla="*/ 616 h 754"/>
                  <a:gd name="T42" fmla="*/ 349 w 740"/>
                  <a:gd name="T43" fmla="*/ 558 h 754"/>
                  <a:gd name="T44" fmla="*/ 361 w 740"/>
                  <a:gd name="T45" fmla="*/ 521 h 754"/>
                  <a:gd name="T46" fmla="*/ 367 w 740"/>
                  <a:gd name="T47" fmla="*/ 490 h 754"/>
                  <a:gd name="T48" fmla="*/ 362 w 740"/>
                  <a:gd name="T49" fmla="*/ 463 h 754"/>
                  <a:gd name="T50" fmla="*/ 325 w 740"/>
                  <a:gd name="T51" fmla="*/ 398 h 754"/>
                  <a:gd name="T52" fmla="*/ 329 w 740"/>
                  <a:gd name="T53" fmla="*/ 384 h 754"/>
                  <a:gd name="T54" fmla="*/ 263 w 740"/>
                  <a:gd name="T55" fmla="*/ 341 h 754"/>
                  <a:gd name="T56" fmla="*/ 213 w 740"/>
                  <a:gd name="T57" fmla="*/ 296 h 754"/>
                  <a:gd name="T58" fmla="*/ 195 w 740"/>
                  <a:gd name="T59" fmla="*/ 277 h 754"/>
                  <a:gd name="T60" fmla="*/ 202 w 740"/>
                  <a:gd name="T61" fmla="*/ 256 h 754"/>
                  <a:gd name="T62" fmla="*/ 178 w 740"/>
                  <a:gd name="T63" fmla="*/ 245 h 754"/>
                  <a:gd name="T64" fmla="*/ 158 w 740"/>
                  <a:gd name="T65" fmla="*/ 224 h 754"/>
                  <a:gd name="T66" fmla="*/ 142 w 740"/>
                  <a:gd name="T67" fmla="*/ 190 h 754"/>
                  <a:gd name="T68" fmla="*/ 117 w 740"/>
                  <a:gd name="T69" fmla="*/ 157 h 754"/>
                  <a:gd name="T70" fmla="*/ 78 w 740"/>
                  <a:gd name="T71" fmla="*/ 109 h 754"/>
                  <a:gd name="T72" fmla="*/ 66 w 740"/>
                  <a:gd name="T73" fmla="*/ 98 h 754"/>
                  <a:gd name="T74" fmla="*/ 61 w 740"/>
                  <a:gd name="T75" fmla="*/ 83 h 754"/>
                  <a:gd name="T76" fmla="*/ 4 w 740"/>
                  <a:gd name="T77" fmla="*/ 63 h 754"/>
                  <a:gd name="T78" fmla="*/ 0 w 740"/>
                  <a:gd name="T79" fmla="*/ 37 h 754"/>
                  <a:gd name="T80" fmla="*/ 122 w 740"/>
                  <a:gd name="T81" fmla="*/ 10 h 754"/>
                  <a:gd name="T82" fmla="*/ 191 w 740"/>
                  <a:gd name="T83" fmla="*/ 0 h 754"/>
                  <a:gd name="T84" fmla="*/ 306 w 740"/>
                  <a:gd name="T85" fmla="*/ 46 h 754"/>
                  <a:gd name="T86" fmla="*/ 333 w 740"/>
                  <a:gd name="T87" fmla="*/ 64 h 754"/>
                  <a:gd name="T88" fmla="*/ 363 w 740"/>
                  <a:gd name="T89" fmla="*/ 56 h 754"/>
                  <a:gd name="T90" fmla="*/ 410 w 740"/>
                  <a:gd name="T91" fmla="*/ 78 h 754"/>
                  <a:gd name="T92" fmla="*/ 476 w 740"/>
                  <a:gd name="T93" fmla="*/ 84 h 754"/>
                  <a:gd name="T94" fmla="*/ 498 w 740"/>
                  <a:gd name="T95" fmla="*/ 176 h 754"/>
                  <a:gd name="T96" fmla="*/ 550 w 740"/>
                  <a:gd name="T97" fmla="*/ 257 h 754"/>
                  <a:gd name="T98" fmla="*/ 581 w 740"/>
                  <a:gd name="T99" fmla="*/ 257 h 754"/>
                  <a:gd name="T100" fmla="*/ 600 w 740"/>
                  <a:gd name="T101" fmla="*/ 311 h 754"/>
                  <a:gd name="T102" fmla="*/ 633 w 740"/>
                  <a:gd name="T103" fmla="*/ 365 h 754"/>
                  <a:gd name="T104" fmla="*/ 689 w 740"/>
                  <a:gd name="T105" fmla="*/ 389 h 754"/>
                  <a:gd name="T106" fmla="*/ 705 w 740"/>
                  <a:gd name="T107" fmla="*/ 45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40" h="754">
                    <a:moveTo>
                      <a:pt x="740" y="450"/>
                    </a:moveTo>
                    <a:cubicBezTo>
                      <a:pt x="731" y="468"/>
                      <a:pt x="731" y="468"/>
                      <a:pt x="731" y="468"/>
                    </a:cubicBezTo>
                    <a:cubicBezTo>
                      <a:pt x="676" y="489"/>
                      <a:pt x="676" y="489"/>
                      <a:pt x="676" y="489"/>
                    </a:cubicBezTo>
                    <a:cubicBezTo>
                      <a:pt x="648" y="467"/>
                      <a:pt x="648" y="467"/>
                      <a:pt x="648" y="467"/>
                    </a:cubicBezTo>
                    <a:cubicBezTo>
                      <a:pt x="621" y="484"/>
                      <a:pt x="621" y="484"/>
                      <a:pt x="621" y="484"/>
                    </a:cubicBezTo>
                    <a:cubicBezTo>
                      <a:pt x="597" y="471"/>
                      <a:pt x="597" y="471"/>
                      <a:pt x="597" y="471"/>
                    </a:cubicBezTo>
                    <a:cubicBezTo>
                      <a:pt x="548" y="491"/>
                      <a:pt x="548" y="491"/>
                      <a:pt x="548" y="491"/>
                    </a:cubicBezTo>
                    <a:cubicBezTo>
                      <a:pt x="536" y="456"/>
                      <a:pt x="536" y="456"/>
                      <a:pt x="536" y="456"/>
                    </a:cubicBezTo>
                    <a:cubicBezTo>
                      <a:pt x="507" y="489"/>
                      <a:pt x="507" y="489"/>
                      <a:pt x="507" y="489"/>
                    </a:cubicBezTo>
                    <a:cubicBezTo>
                      <a:pt x="507" y="499"/>
                      <a:pt x="507" y="499"/>
                      <a:pt x="507" y="499"/>
                    </a:cubicBezTo>
                    <a:cubicBezTo>
                      <a:pt x="523" y="513"/>
                      <a:pt x="523" y="513"/>
                      <a:pt x="523" y="513"/>
                    </a:cubicBezTo>
                    <a:cubicBezTo>
                      <a:pt x="514" y="527"/>
                      <a:pt x="514" y="527"/>
                      <a:pt x="514" y="527"/>
                    </a:cubicBezTo>
                    <a:cubicBezTo>
                      <a:pt x="544" y="546"/>
                      <a:pt x="544" y="546"/>
                      <a:pt x="544" y="546"/>
                    </a:cubicBezTo>
                    <a:cubicBezTo>
                      <a:pt x="523" y="574"/>
                      <a:pt x="523" y="574"/>
                      <a:pt x="523" y="574"/>
                    </a:cubicBezTo>
                    <a:cubicBezTo>
                      <a:pt x="536" y="596"/>
                      <a:pt x="536" y="596"/>
                      <a:pt x="536" y="596"/>
                    </a:cubicBezTo>
                    <a:cubicBezTo>
                      <a:pt x="488" y="617"/>
                      <a:pt x="488" y="617"/>
                      <a:pt x="488" y="617"/>
                    </a:cubicBezTo>
                    <a:cubicBezTo>
                      <a:pt x="488" y="647"/>
                      <a:pt x="488" y="647"/>
                      <a:pt x="488" y="647"/>
                    </a:cubicBezTo>
                    <a:cubicBezTo>
                      <a:pt x="466" y="671"/>
                      <a:pt x="466" y="671"/>
                      <a:pt x="466" y="671"/>
                    </a:cubicBezTo>
                    <a:cubicBezTo>
                      <a:pt x="449" y="674"/>
                      <a:pt x="449" y="674"/>
                      <a:pt x="449" y="674"/>
                    </a:cubicBezTo>
                    <a:cubicBezTo>
                      <a:pt x="458" y="680"/>
                      <a:pt x="458" y="680"/>
                      <a:pt x="458" y="680"/>
                    </a:cubicBezTo>
                    <a:cubicBezTo>
                      <a:pt x="454" y="703"/>
                      <a:pt x="454" y="703"/>
                      <a:pt x="454" y="703"/>
                    </a:cubicBezTo>
                    <a:cubicBezTo>
                      <a:pt x="464" y="715"/>
                      <a:pt x="464" y="715"/>
                      <a:pt x="464" y="715"/>
                    </a:cubicBezTo>
                    <a:cubicBezTo>
                      <a:pt x="454" y="725"/>
                      <a:pt x="454" y="725"/>
                      <a:pt x="454" y="725"/>
                    </a:cubicBezTo>
                    <a:cubicBezTo>
                      <a:pt x="466" y="739"/>
                      <a:pt x="466" y="739"/>
                      <a:pt x="466" y="739"/>
                    </a:cubicBezTo>
                    <a:cubicBezTo>
                      <a:pt x="453" y="743"/>
                      <a:pt x="453" y="743"/>
                      <a:pt x="453" y="743"/>
                    </a:cubicBezTo>
                    <a:cubicBezTo>
                      <a:pt x="442" y="743"/>
                      <a:pt x="442" y="743"/>
                      <a:pt x="442" y="743"/>
                    </a:cubicBezTo>
                    <a:cubicBezTo>
                      <a:pt x="441" y="742"/>
                      <a:pt x="441" y="742"/>
                      <a:pt x="441" y="741"/>
                    </a:cubicBezTo>
                    <a:cubicBezTo>
                      <a:pt x="440" y="739"/>
                      <a:pt x="439" y="733"/>
                      <a:pt x="436" y="734"/>
                    </a:cubicBezTo>
                    <a:cubicBezTo>
                      <a:pt x="434" y="735"/>
                      <a:pt x="434" y="738"/>
                      <a:pt x="435" y="739"/>
                    </a:cubicBezTo>
                    <a:cubicBezTo>
                      <a:pt x="435" y="740"/>
                      <a:pt x="435" y="742"/>
                      <a:pt x="435" y="743"/>
                    </a:cubicBezTo>
                    <a:cubicBezTo>
                      <a:pt x="404" y="742"/>
                      <a:pt x="404" y="742"/>
                      <a:pt x="404" y="742"/>
                    </a:cubicBezTo>
                    <a:cubicBezTo>
                      <a:pt x="400" y="754"/>
                      <a:pt x="400" y="754"/>
                      <a:pt x="400" y="754"/>
                    </a:cubicBezTo>
                    <a:cubicBezTo>
                      <a:pt x="391" y="752"/>
                      <a:pt x="389" y="751"/>
                      <a:pt x="389" y="751"/>
                    </a:cubicBezTo>
                    <a:cubicBezTo>
                      <a:pt x="390" y="734"/>
                      <a:pt x="390" y="734"/>
                      <a:pt x="390" y="734"/>
                    </a:cubicBezTo>
                    <a:cubicBezTo>
                      <a:pt x="367" y="720"/>
                      <a:pt x="367" y="720"/>
                      <a:pt x="367" y="720"/>
                    </a:cubicBezTo>
                    <a:cubicBezTo>
                      <a:pt x="367" y="720"/>
                      <a:pt x="374" y="712"/>
                      <a:pt x="383" y="712"/>
                    </a:cubicBezTo>
                    <a:cubicBezTo>
                      <a:pt x="377" y="679"/>
                      <a:pt x="377" y="679"/>
                      <a:pt x="377" y="679"/>
                    </a:cubicBezTo>
                    <a:cubicBezTo>
                      <a:pt x="368" y="669"/>
                      <a:pt x="368" y="669"/>
                      <a:pt x="368" y="669"/>
                    </a:cubicBezTo>
                    <a:cubicBezTo>
                      <a:pt x="373" y="654"/>
                      <a:pt x="373" y="654"/>
                      <a:pt x="373" y="654"/>
                    </a:cubicBezTo>
                    <a:cubicBezTo>
                      <a:pt x="362" y="643"/>
                      <a:pt x="362" y="643"/>
                      <a:pt x="362" y="643"/>
                    </a:cubicBezTo>
                    <a:cubicBezTo>
                      <a:pt x="364" y="628"/>
                      <a:pt x="364" y="628"/>
                      <a:pt x="364" y="628"/>
                    </a:cubicBezTo>
                    <a:cubicBezTo>
                      <a:pt x="355" y="616"/>
                      <a:pt x="355" y="616"/>
                      <a:pt x="355" y="616"/>
                    </a:cubicBezTo>
                    <a:cubicBezTo>
                      <a:pt x="359" y="568"/>
                      <a:pt x="359" y="568"/>
                      <a:pt x="359" y="568"/>
                    </a:cubicBezTo>
                    <a:cubicBezTo>
                      <a:pt x="349" y="558"/>
                      <a:pt x="349" y="558"/>
                      <a:pt x="349" y="558"/>
                    </a:cubicBezTo>
                    <a:cubicBezTo>
                      <a:pt x="362" y="543"/>
                      <a:pt x="362" y="543"/>
                      <a:pt x="362" y="543"/>
                    </a:cubicBezTo>
                    <a:cubicBezTo>
                      <a:pt x="361" y="521"/>
                      <a:pt x="361" y="521"/>
                      <a:pt x="361" y="521"/>
                    </a:cubicBezTo>
                    <a:cubicBezTo>
                      <a:pt x="366" y="518"/>
                      <a:pt x="366" y="518"/>
                      <a:pt x="366" y="518"/>
                    </a:cubicBezTo>
                    <a:cubicBezTo>
                      <a:pt x="367" y="490"/>
                      <a:pt x="367" y="490"/>
                      <a:pt x="367" y="490"/>
                    </a:cubicBezTo>
                    <a:cubicBezTo>
                      <a:pt x="356" y="482"/>
                      <a:pt x="356" y="482"/>
                      <a:pt x="356" y="482"/>
                    </a:cubicBezTo>
                    <a:cubicBezTo>
                      <a:pt x="362" y="463"/>
                      <a:pt x="362" y="463"/>
                      <a:pt x="362" y="463"/>
                    </a:cubicBezTo>
                    <a:cubicBezTo>
                      <a:pt x="350" y="432"/>
                      <a:pt x="350" y="432"/>
                      <a:pt x="350" y="432"/>
                    </a:cubicBezTo>
                    <a:cubicBezTo>
                      <a:pt x="325" y="398"/>
                      <a:pt x="325" y="398"/>
                      <a:pt x="325" y="398"/>
                    </a:cubicBezTo>
                    <a:cubicBezTo>
                      <a:pt x="323" y="389"/>
                      <a:pt x="323" y="389"/>
                      <a:pt x="323" y="389"/>
                    </a:cubicBezTo>
                    <a:cubicBezTo>
                      <a:pt x="329" y="384"/>
                      <a:pt x="329" y="384"/>
                      <a:pt x="329" y="384"/>
                    </a:cubicBezTo>
                    <a:cubicBezTo>
                      <a:pt x="328" y="380"/>
                      <a:pt x="328" y="380"/>
                      <a:pt x="328" y="380"/>
                    </a:cubicBezTo>
                    <a:cubicBezTo>
                      <a:pt x="328" y="380"/>
                      <a:pt x="314" y="353"/>
                      <a:pt x="263" y="341"/>
                    </a:cubicBezTo>
                    <a:cubicBezTo>
                      <a:pt x="263" y="341"/>
                      <a:pt x="264" y="325"/>
                      <a:pt x="237" y="296"/>
                    </a:cubicBezTo>
                    <a:cubicBezTo>
                      <a:pt x="213" y="296"/>
                      <a:pt x="213" y="296"/>
                      <a:pt x="213" y="296"/>
                    </a:cubicBezTo>
                    <a:cubicBezTo>
                      <a:pt x="212" y="287"/>
                      <a:pt x="212" y="287"/>
                      <a:pt x="212" y="287"/>
                    </a:cubicBezTo>
                    <a:cubicBezTo>
                      <a:pt x="195" y="277"/>
                      <a:pt x="195" y="277"/>
                      <a:pt x="195" y="277"/>
                    </a:cubicBezTo>
                    <a:cubicBezTo>
                      <a:pt x="205" y="274"/>
                      <a:pt x="205" y="274"/>
                      <a:pt x="205" y="274"/>
                    </a:cubicBezTo>
                    <a:cubicBezTo>
                      <a:pt x="202" y="256"/>
                      <a:pt x="202" y="256"/>
                      <a:pt x="202" y="256"/>
                    </a:cubicBezTo>
                    <a:cubicBezTo>
                      <a:pt x="183" y="250"/>
                      <a:pt x="183" y="250"/>
                      <a:pt x="183" y="250"/>
                    </a:cubicBezTo>
                    <a:cubicBezTo>
                      <a:pt x="178" y="245"/>
                      <a:pt x="178" y="245"/>
                      <a:pt x="178" y="245"/>
                    </a:cubicBezTo>
                    <a:cubicBezTo>
                      <a:pt x="172" y="229"/>
                      <a:pt x="172" y="229"/>
                      <a:pt x="172" y="229"/>
                    </a:cubicBezTo>
                    <a:cubicBezTo>
                      <a:pt x="158" y="224"/>
                      <a:pt x="158" y="224"/>
                      <a:pt x="158" y="224"/>
                    </a:cubicBezTo>
                    <a:cubicBezTo>
                      <a:pt x="137" y="201"/>
                      <a:pt x="137" y="201"/>
                      <a:pt x="137" y="201"/>
                    </a:cubicBezTo>
                    <a:cubicBezTo>
                      <a:pt x="142" y="190"/>
                      <a:pt x="142" y="190"/>
                      <a:pt x="142" y="190"/>
                    </a:cubicBezTo>
                    <a:cubicBezTo>
                      <a:pt x="122" y="172"/>
                      <a:pt x="122" y="172"/>
                      <a:pt x="122" y="172"/>
                    </a:cubicBezTo>
                    <a:cubicBezTo>
                      <a:pt x="117" y="157"/>
                      <a:pt x="117" y="157"/>
                      <a:pt x="117" y="157"/>
                    </a:cubicBezTo>
                    <a:cubicBezTo>
                      <a:pt x="101" y="126"/>
                      <a:pt x="101" y="126"/>
                      <a:pt x="101" y="126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78" y="98"/>
                      <a:pt x="78" y="98"/>
                      <a:pt x="78" y="98"/>
                    </a:cubicBezTo>
                    <a:cubicBezTo>
                      <a:pt x="66" y="98"/>
                      <a:pt x="66" y="98"/>
                      <a:pt x="66" y="98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1" y="83"/>
                      <a:pt x="61" y="83"/>
                      <a:pt x="61" y="83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22" y="10"/>
                      <a:pt x="122" y="10"/>
                      <a:pt x="122" y="1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91" y="0"/>
                      <a:pt x="191" y="0"/>
                      <a:pt x="191" y="0"/>
                    </a:cubicBezTo>
                    <a:cubicBezTo>
                      <a:pt x="292" y="53"/>
                      <a:pt x="292" y="53"/>
                      <a:pt x="292" y="53"/>
                    </a:cubicBezTo>
                    <a:cubicBezTo>
                      <a:pt x="306" y="46"/>
                      <a:pt x="306" y="46"/>
                      <a:pt x="306" y="46"/>
                    </a:cubicBezTo>
                    <a:cubicBezTo>
                      <a:pt x="312" y="65"/>
                      <a:pt x="312" y="65"/>
                      <a:pt x="312" y="65"/>
                    </a:cubicBezTo>
                    <a:cubicBezTo>
                      <a:pt x="333" y="64"/>
                      <a:pt x="333" y="64"/>
                      <a:pt x="333" y="64"/>
                    </a:cubicBezTo>
                    <a:cubicBezTo>
                      <a:pt x="339" y="80"/>
                      <a:pt x="339" y="80"/>
                      <a:pt x="339" y="80"/>
                    </a:cubicBezTo>
                    <a:cubicBezTo>
                      <a:pt x="363" y="56"/>
                      <a:pt x="363" y="56"/>
                      <a:pt x="363" y="56"/>
                    </a:cubicBezTo>
                    <a:cubicBezTo>
                      <a:pt x="403" y="63"/>
                      <a:pt x="403" y="63"/>
                      <a:pt x="403" y="63"/>
                    </a:cubicBezTo>
                    <a:cubicBezTo>
                      <a:pt x="410" y="78"/>
                      <a:pt x="410" y="78"/>
                      <a:pt x="410" y="78"/>
                    </a:cubicBezTo>
                    <a:cubicBezTo>
                      <a:pt x="439" y="82"/>
                      <a:pt x="459" y="98"/>
                      <a:pt x="459" y="98"/>
                    </a:cubicBezTo>
                    <a:cubicBezTo>
                      <a:pt x="476" y="84"/>
                      <a:pt x="476" y="84"/>
                      <a:pt x="476" y="84"/>
                    </a:cubicBezTo>
                    <a:cubicBezTo>
                      <a:pt x="503" y="122"/>
                      <a:pt x="503" y="122"/>
                      <a:pt x="503" y="122"/>
                    </a:cubicBezTo>
                    <a:cubicBezTo>
                      <a:pt x="498" y="176"/>
                      <a:pt x="498" y="176"/>
                      <a:pt x="498" y="176"/>
                    </a:cubicBezTo>
                    <a:cubicBezTo>
                      <a:pt x="487" y="198"/>
                      <a:pt x="487" y="198"/>
                      <a:pt x="487" y="198"/>
                    </a:cubicBezTo>
                    <a:cubicBezTo>
                      <a:pt x="523" y="216"/>
                      <a:pt x="550" y="257"/>
                      <a:pt x="550" y="257"/>
                    </a:cubicBezTo>
                    <a:cubicBezTo>
                      <a:pt x="563" y="244"/>
                      <a:pt x="563" y="244"/>
                      <a:pt x="563" y="244"/>
                    </a:cubicBezTo>
                    <a:cubicBezTo>
                      <a:pt x="581" y="257"/>
                      <a:pt x="581" y="257"/>
                      <a:pt x="581" y="257"/>
                    </a:cubicBezTo>
                    <a:cubicBezTo>
                      <a:pt x="576" y="306"/>
                      <a:pt x="576" y="306"/>
                      <a:pt x="576" y="306"/>
                    </a:cubicBezTo>
                    <a:cubicBezTo>
                      <a:pt x="600" y="311"/>
                      <a:pt x="600" y="311"/>
                      <a:pt x="600" y="311"/>
                    </a:cubicBezTo>
                    <a:cubicBezTo>
                      <a:pt x="594" y="338"/>
                      <a:pt x="594" y="338"/>
                      <a:pt x="594" y="338"/>
                    </a:cubicBezTo>
                    <a:cubicBezTo>
                      <a:pt x="633" y="365"/>
                      <a:pt x="633" y="365"/>
                      <a:pt x="633" y="365"/>
                    </a:cubicBezTo>
                    <a:cubicBezTo>
                      <a:pt x="651" y="359"/>
                      <a:pt x="651" y="359"/>
                      <a:pt x="651" y="359"/>
                    </a:cubicBezTo>
                    <a:cubicBezTo>
                      <a:pt x="689" y="389"/>
                      <a:pt x="689" y="389"/>
                      <a:pt x="689" y="389"/>
                    </a:cubicBezTo>
                    <a:cubicBezTo>
                      <a:pt x="688" y="437"/>
                      <a:pt x="688" y="437"/>
                      <a:pt x="688" y="437"/>
                    </a:cubicBezTo>
                    <a:cubicBezTo>
                      <a:pt x="705" y="450"/>
                      <a:pt x="705" y="450"/>
                      <a:pt x="705" y="450"/>
                    </a:cubicBezTo>
                    <a:lnTo>
                      <a:pt x="740" y="45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2" name="Freeform 2605">
                <a:extLst>
                  <a:ext uri="{FF2B5EF4-FFF2-40B4-BE49-F238E27FC236}">
                    <a16:creationId xmlns:a16="http://schemas.microsoft.com/office/drawing/2014/main" id="{AEE502B6-9638-420D-9BD5-4A9E4682B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2972"/>
                <a:ext cx="19" cy="24"/>
              </a:xfrm>
              <a:custGeom>
                <a:avLst/>
                <a:gdLst>
                  <a:gd name="T0" fmla="*/ 0 w 46"/>
                  <a:gd name="T1" fmla="*/ 54 h 60"/>
                  <a:gd name="T2" fmla="*/ 7 w 46"/>
                  <a:gd name="T3" fmla="*/ 46 h 60"/>
                  <a:gd name="T4" fmla="*/ 16 w 46"/>
                  <a:gd name="T5" fmla="*/ 32 h 60"/>
                  <a:gd name="T6" fmla="*/ 19 w 46"/>
                  <a:gd name="T7" fmla="*/ 27 h 60"/>
                  <a:gd name="T8" fmla="*/ 25 w 46"/>
                  <a:gd name="T9" fmla="*/ 25 h 60"/>
                  <a:gd name="T10" fmla="*/ 36 w 46"/>
                  <a:gd name="T11" fmla="*/ 13 h 60"/>
                  <a:gd name="T12" fmla="*/ 40 w 46"/>
                  <a:gd name="T13" fmla="*/ 1 h 60"/>
                  <a:gd name="T14" fmla="*/ 43 w 46"/>
                  <a:gd name="T15" fmla="*/ 13 h 60"/>
                  <a:gd name="T16" fmla="*/ 39 w 46"/>
                  <a:gd name="T17" fmla="*/ 24 h 60"/>
                  <a:gd name="T18" fmla="*/ 38 w 46"/>
                  <a:gd name="T19" fmla="*/ 35 h 60"/>
                  <a:gd name="T20" fmla="*/ 27 w 46"/>
                  <a:gd name="T21" fmla="*/ 46 h 60"/>
                  <a:gd name="T22" fmla="*/ 21 w 46"/>
                  <a:gd name="T23" fmla="*/ 50 h 60"/>
                  <a:gd name="T24" fmla="*/ 15 w 46"/>
                  <a:gd name="T25" fmla="*/ 53 h 60"/>
                  <a:gd name="T26" fmla="*/ 11 w 46"/>
                  <a:gd name="T27" fmla="*/ 56 h 60"/>
                  <a:gd name="T28" fmla="*/ 5 w 46"/>
                  <a:gd name="T29" fmla="*/ 59 h 60"/>
                  <a:gd name="T30" fmla="*/ 0 w 46"/>
                  <a:gd name="T31" fmla="*/ 57 h 60"/>
                  <a:gd name="T32" fmla="*/ 0 w 46"/>
                  <a:gd name="T33" fmla="*/ 5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60">
                    <a:moveTo>
                      <a:pt x="0" y="54"/>
                    </a:moveTo>
                    <a:cubicBezTo>
                      <a:pt x="1" y="51"/>
                      <a:pt x="5" y="48"/>
                      <a:pt x="7" y="46"/>
                    </a:cubicBezTo>
                    <a:cubicBezTo>
                      <a:pt x="12" y="41"/>
                      <a:pt x="14" y="38"/>
                      <a:pt x="16" y="32"/>
                    </a:cubicBezTo>
                    <a:cubicBezTo>
                      <a:pt x="17" y="30"/>
                      <a:pt x="18" y="28"/>
                      <a:pt x="19" y="27"/>
                    </a:cubicBezTo>
                    <a:cubicBezTo>
                      <a:pt x="21" y="26"/>
                      <a:pt x="24" y="26"/>
                      <a:pt x="25" y="25"/>
                    </a:cubicBezTo>
                    <a:cubicBezTo>
                      <a:pt x="30" y="23"/>
                      <a:pt x="34" y="17"/>
                      <a:pt x="36" y="13"/>
                    </a:cubicBezTo>
                    <a:cubicBezTo>
                      <a:pt x="37" y="10"/>
                      <a:pt x="37" y="1"/>
                      <a:pt x="40" y="1"/>
                    </a:cubicBezTo>
                    <a:cubicBezTo>
                      <a:pt x="46" y="0"/>
                      <a:pt x="44" y="11"/>
                      <a:pt x="43" y="13"/>
                    </a:cubicBezTo>
                    <a:cubicBezTo>
                      <a:pt x="42" y="17"/>
                      <a:pt x="41" y="21"/>
                      <a:pt x="39" y="24"/>
                    </a:cubicBezTo>
                    <a:cubicBezTo>
                      <a:pt x="38" y="28"/>
                      <a:pt x="38" y="32"/>
                      <a:pt x="38" y="35"/>
                    </a:cubicBezTo>
                    <a:cubicBezTo>
                      <a:pt x="36" y="41"/>
                      <a:pt x="31" y="43"/>
                      <a:pt x="27" y="46"/>
                    </a:cubicBezTo>
                    <a:cubicBezTo>
                      <a:pt x="25" y="47"/>
                      <a:pt x="23" y="49"/>
                      <a:pt x="21" y="50"/>
                    </a:cubicBezTo>
                    <a:cubicBezTo>
                      <a:pt x="19" y="51"/>
                      <a:pt x="17" y="52"/>
                      <a:pt x="15" y="53"/>
                    </a:cubicBezTo>
                    <a:cubicBezTo>
                      <a:pt x="13" y="54"/>
                      <a:pt x="13" y="55"/>
                      <a:pt x="11" y="56"/>
                    </a:cubicBezTo>
                    <a:cubicBezTo>
                      <a:pt x="10" y="57"/>
                      <a:pt x="7" y="58"/>
                      <a:pt x="5" y="59"/>
                    </a:cubicBezTo>
                    <a:cubicBezTo>
                      <a:pt x="3" y="60"/>
                      <a:pt x="0" y="59"/>
                      <a:pt x="0" y="57"/>
                    </a:cubicBezTo>
                    <a:cubicBezTo>
                      <a:pt x="0" y="56"/>
                      <a:pt x="0" y="55"/>
                      <a:pt x="0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3" name="Freeform 2606">
                <a:extLst>
                  <a:ext uri="{FF2B5EF4-FFF2-40B4-BE49-F238E27FC236}">
                    <a16:creationId xmlns:a16="http://schemas.microsoft.com/office/drawing/2014/main" id="{B22F1A63-6CC4-4AB9-8095-588B5DAE3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906"/>
                <a:ext cx="3" cy="4"/>
              </a:xfrm>
              <a:custGeom>
                <a:avLst/>
                <a:gdLst>
                  <a:gd name="T0" fmla="*/ 6 w 7"/>
                  <a:gd name="T1" fmla="*/ 3 h 9"/>
                  <a:gd name="T2" fmla="*/ 7 w 7"/>
                  <a:gd name="T3" fmla="*/ 5 h 9"/>
                  <a:gd name="T4" fmla="*/ 2 w 7"/>
                  <a:gd name="T5" fmla="*/ 4 h 9"/>
                  <a:gd name="T6" fmla="*/ 6 w 7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6" y="3"/>
                    </a:moveTo>
                    <a:cubicBezTo>
                      <a:pt x="6" y="3"/>
                      <a:pt x="7" y="4"/>
                      <a:pt x="7" y="5"/>
                    </a:cubicBezTo>
                    <a:cubicBezTo>
                      <a:pt x="7" y="9"/>
                      <a:pt x="3" y="6"/>
                      <a:pt x="2" y="4"/>
                    </a:cubicBezTo>
                    <a:cubicBezTo>
                      <a:pt x="0" y="1"/>
                      <a:pt x="3" y="0"/>
                      <a:pt x="6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4" name="Freeform 2607">
                <a:extLst>
                  <a:ext uri="{FF2B5EF4-FFF2-40B4-BE49-F238E27FC236}">
                    <a16:creationId xmlns:a16="http://schemas.microsoft.com/office/drawing/2014/main" id="{55C91589-59D4-46D0-9E15-966BF987E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2929"/>
                <a:ext cx="9" cy="7"/>
              </a:xfrm>
              <a:custGeom>
                <a:avLst/>
                <a:gdLst>
                  <a:gd name="T0" fmla="*/ 1 w 21"/>
                  <a:gd name="T1" fmla="*/ 16 h 18"/>
                  <a:gd name="T2" fmla="*/ 0 w 21"/>
                  <a:gd name="T3" fmla="*/ 13 h 18"/>
                  <a:gd name="T4" fmla="*/ 3 w 21"/>
                  <a:gd name="T5" fmla="*/ 8 h 18"/>
                  <a:gd name="T6" fmla="*/ 6 w 21"/>
                  <a:gd name="T7" fmla="*/ 3 h 18"/>
                  <a:gd name="T8" fmla="*/ 8 w 21"/>
                  <a:gd name="T9" fmla="*/ 0 h 18"/>
                  <a:gd name="T10" fmla="*/ 11 w 21"/>
                  <a:gd name="T11" fmla="*/ 3 h 18"/>
                  <a:gd name="T12" fmla="*/ 19 w 21"/>
                  <a:gd name="T13" fmla="*/ 4 h 18"/>
                  <a:gd name="T14" fmla="*/ 16 w 21"/>
                  <a:gd name="T15" fmla="*/ 8 h 18"/>
                  <a:gd name="T16" fmla="*/ 1 w 21"/>
                  <a:gd name="T17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8">
                    <a:moveTo>
                      <a:pt x="1" y="16"/>
                    </a:moveTo>
                    <a:cubicBezTo>
                      <a:pt x="0" y="16"/>
                      <a:pt x="0" y="15"/>
                      <a:pt x="0" y="13"/>
                    </a:cubicBezTo>
                    <a:cubicBezTo>
                      <a:pt x="1" y="11"/>
                      <a:pt x="2" y="10"/>
                      <a:pt x="3" y="8"/>
                    </a:cubicBezTo>
                    <a:cubicBezTo>
                      <a:pt x="4" y="6"/>
                      <a:pt x="5" y="5"/>
                      <a:pt x="6" y="3"/>
                    </a:cubicBezTo>
                    <a:cubicBezTo>
                      <a:pt x="6" y="2"/>
                      <a:pt x="7" y="0"/>
                      <a:pt x="8" y="0"/>
                    </a:cubicBezTo>
                    <a:cubicBezTo>
                      <a:pt x="10" y="1"/>
                      <a:pt x="10" y="3"/>
                      <a:pt x="11" y="3"/>
                    </a:cubicBezTo>
                    <a:cubicBezTo>
                      <a:pt x="14" y="4"/>
                      <a:pt x="17" y="2"/>
                      <a:pt x="19" y="4"/>
                    </a:cubicBezTo>
                    <a:cubicBezTo>
                      <a:pt x="21" y="7"/>
                      <a:pt x="17" y="7"/>
                      <a:pt x="16" y="8"/>
                    </a:cubicBezTo>
                    <a:cubicBezTo>
                      <a:pt x="10" y="9"/>
                      <a:pt x="7" y="18"/>
                      <a:pt x="1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5" name="Freeform 2608">
                <a:extLst>
                  <a:ext uri="{FF2B5EF4-FFF2-40B4-BE49-F238E27FC236}">
                    <a16:creationId xmlns:a16="http://schemas.microsoft.com/office/drawing/2014/main" id="{A97646E2-363B-48AC-B879-94E065C3A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2926"/>
                <a:ext cx="3" cy="5"/>
              </a:xfrm>
              <a:custGeom>
                <a:avLst/>
                <a:gdLst>
                  <a:gd name="T0" fmla="*/ 0 w 9"/>
                  <a:gd name="T1" fmla="*/ 7 h 13"/>
                  <a:gd name="T2" fmla="*/ 1 w 9"/>
                  <a:gd name="T3" fmla="*/ 4 h 13"/>
                  <a:gd name="T4" fmla="*/ 3 w 9"/>
                  <a:gd name="T5" fmla="*/ 2 h 13"/>
                  <a:gd name="T6" fmla="*/ 0 w 9"/>
                  <a:gd name="T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7"/>
                    </a:moveTo>
                    <a:cubicBezTo>
                      <a:pt x="0" y="6"/>
                      <a:pt x="0" y="5"/>
                      <a:pt x="1" y="4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9" y="0"/>
                      <a:pt x="2" y="13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6" name="Freeform 2609">
                <a:extLst>
                  <a:ext uri="{FF2B5EF4-FFF2-40B4-BE49-F238E27FC236}">
                    <a16:creationId xmlns:a16="http://schemas.microsoft.com/office/drawing/2014/main" id="{E765AC58-90E0-404A-8FE9-1A1B38B96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2922"/>
                <a:ext cx="3" cy="3"/>
              </a:xfrm>
              <a:custGeom>
                <a:avLst/>
                <a:gdLst>
                  <a:gd name="T0" fmla="*/ 1 w 7"/>
                  <a:gd name="T1" fmla="*/ 2 h 6"/>
                  <a:gd name="T2" fmla="*/ 2 w 7"/>
                  <a:gd name="T3" fmla="*/ 1 h 6"/>
                  <a:gd name="T4" fmla="*/ 5 w 7"/>
                  <a:gd name="T5" fmla="*/ 1 h 6"/>
                  <a:gd name="T6" fmla="*/ 6 w 7"/>
                  <a:gd name="T7" fmla="*/ 4 h 6"/>
                  <a:gd name="T8" fmla="*/ 1 w 7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7" y="1"/>
                      <a:pt x="6" y="2"/>
                      <a:pt x="6" y="4"/>
                    </a:cubicBezTo>
                    <a:cubicBezTo>
                      <a:pt x="5" y="4"/>
                      <a:pt x="0" y="6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7" name="Freeform 2610">
                <a:extLst>
                  <a:ext uri="{FF2B5EF4-FFF2-40B4-BE49-F238E27FC236}">
                    <a16:creationId xmlns:a16="http://schemas.microsoft.com/office/drawing/2014/main" id="{7A1BB489-A14D-4C51-91CF-6EFDE257E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998"/>
                <a:ext cx="4" cy="3"/>
              </a:xfrm>
              <a:custGeom>
                <a:avLst/>
                <a:gdLst>
                  <a:gd name="T0" fmla="*/ 4 w 9"/>
                  <a:gd name="T1" fmla="*/ 8 h 8"/>
                  <a:gd name="T2" fmla="*/ 0 w 9"/>
                  <a:gd name="T3" fmla="*/ 5 h 8"/>
                  <a:gd name="T4" fmla="*/ 6 w 9"/>
                  <a:gd name="T5" fmla="*/ 1 h 8"/>
                  <a:gd name="T6" fmla="*/ 8 w 9"/>
                  <a:gd name="T7" fmla="*/ 3 h 8"/>
                  <a:gd name="T8" fmla="*/ 4 w 9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8"/>
                    </a:moveTo>
                    <a:cubicBezTo>
                      <a:pt x="3" y="8"/>
                      <a:pt x="0" y="7"/>
                      <a:pt x="0" y="5"/>
                    </a:cubicBezTo>
                    <a:cubicBezTo>
                      <a:pt x="0" y="2"/>
                      <a:pt x="4" y="1"/>
                      <a:pt x="6" y="1"/>
                    </a:cubicBezTo>
                    <a:cubicBezTo>
                      <a:pt x="7" y="0"/>
                      <a:pt x="8" y="1"/>
                      <a:pt x="8" y="3"/>
                    </a:cubicBezTo>
                    <a:cubicBezTo>
                      <a:pt x="9" y="6"/>
                      <a:pt x="8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8" name="Freeform 2611">
                <a:extLst>
                  <a:ext uri="{FF2B5EF4-FFF2-40B4-BE49-F238E27FC236}">
                    <a16:creationId xmlns:a16="http://schemas.microsoft.com/office/drawing/2014/main" id="{78A7872A-5A62-4501-B581-C2682B21F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3013"/>
                <a:ext cx="2" cy="4"/>
              </a:xfrm>
              <a:custGeom>
                <a:avLst/>
                <a:gdLst>
                  <a:gd name="T0" fmla="*/ 7 w 7"/>
                  <a:gd name="T1" fmla="*/ 7 h 8"/>
                  <a:gd name="T2" fmla="*/ 4 w 7"/>
                  <a:gd name="T3" fmla="*/ 8 h 8"/>
                  <a:gd name="T4" fmla="*/ 2 w 7"/>
                  <a:gd name="T5" fmla="*/ 5 h 8"/>
                  <a:gd name="T6" fmla="*/ 3 w 7"/>
                  <a:gd name="T7" fmla="*/ 1 h 8"/>
                  <a:gd name="T8" fmla="*/ 7 w 7"/>
                  <a:gd name="T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7"/>
                    </a:moveTo>
                    <a:cubicBezTo>
                      <a:pt x="6" y="7"/>
                      <a:pt x="5" y="8"/>
                      <a:pt x="4" y="8"/>
                    </a:cubicBezTo>
                    <a:cubicBezTo>
                      <a:pt x="3" y="8"/>
                      <a:pt x="2" y="6"/>
                      <a:pt x="2" y="5"/>
                    </a:cubicBezTo>
                    <a:cubicBezTo>
                      <a:pt x="1" y="4"/>
                      <a:pt x="0" y="0"/>
                      <a:pt x="3" y="1"/>
                    </a:cubicBezTo>
                    <a:cubicBezTo>
                      <a:pt x="7" y="1"/>
                      <a:pt x="7" y="4"/>
                      <a:pt x="7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9" name="Freeform 2612">
                <a:extLst>
                  <a:ext uri="{FF2B5EF4-FFF2-40B4-BE49-F238E27FC236}">
                    <a16:creationId xmlns:a16="http://schemas.microsoft.com/office/drawing/2014/main" id="{0EE3F405-907D-429C-B0C9-350D08AC8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3007"/>
                <a:ext cx="8" cy="5"/>
              </a:xfrm>
              <a:custGeom>
                <a:avLst/>
                <a:gdLst>
                  <a:gd name="T0" fmla="*/ 4 w 19"/>
                  <a:gd name="T1" fmla="*/ 7 h 12"/>
                  <a:gd name="T2" fmla="*/ 2 w 19"/>
                  <a:gd name="T3" fmla="*/ 2 h 12"/>
                  <a:gd name="T4" fmla="*/ 10 w 19"/>
                  <a:gd name="T5" fmla="*/ 1 h 12"/>
                  <a:gd name="T6" fmla="*/ 16 w 19"/>
                  <a:gd name="T7" fmla="*/ 5 h 12"/>
                  <a:gd name="T8" fmla="*/ 18 w 19"/>
                  <a:gd name="T9" fmla="*/ 10 h 12"/>
                  <a:gd name="T10" fmla="*/ 18 w 19"/>
                  <a:gd name="T11" fmla="*/ 10 h 12"/>
                  <a:gd name="T12" fmla="*/ 11 w 19"/>
                  <a:gd name="T13" fmla="*/ 11 h 12"/>
                  <a:gd name="T14" fmla="*/ 4 w 19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2">
                    <a:moveTo>
                      <a:pt x="4" y="7"/>
                    </a:moveTo>
                    <a:cubicBezTo>
                      <a:pt x="3" y="5"/>
                      <a:pt x="0" y="4"/>
                      <a:pt x="2" y="2"/>
                    </a:cubicBezTo>
                    <a:cubicBezTo>
                      <a:pt x="5" y="1"/>
                      <a:pt x="7" y="0"/>
                      <a:pt x="10" y="1"/>
                    </a:cubicBezTo>
                    <a:cubicBezTo>
                      <a:pt x="12" y="2"/>
                      <a:pt x="14" y="3"/>
                      <a:pt x="16" y="5"/>
                    </a:cubicBezTo>
                    <a:cubicBezTo>
                      <a:pt x="16" y="6"/>
                      <a:pt x="19" y="8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6" y="11"/>
                      <a:pt x="13" y="12"/>
                      <a:pt x="11" y="11"/>
                    </a:cubicBezTo>
                    <a:cubicBezTo>
                      <a:pt x="8" y="11"/>
                      <a:pt x="6" y="8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0" name="Freeform 2613">
                <a:extLst>
                  <a:ext uri="{FF2B5EF4-FFF2-40B4-BE49-F238E27FC236}">
                    <a16:creationId xmlns:a16="http://schemas.microsoft.com/office/drawing/2014/main" id="{44726F82-83A2-4048-A3EF-2B7AD053D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3035"/>
                <a:ext cx="5" cy="4"/>
              </a:xfrm>
              <a:custGeom>
                <a:avLst/>
                <a:gdLst>
                  <a:gd name="T0" fmla="*/ 5 w 13"/>
                  <a:gd name="T1" fmla="*/ 2 h 9"/>
                  <a:gd name="T2" fmla="*/ 9 w 13"/>
                  <a:gd name="T3" fmla="*/ 8 h 9"/>
                  <a:gd name="T4" fmla="*/ 5 w 13"/>
                  <a:gd name="T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5" y="2"/>
                    </a:moveTo>
                    <a:cubicBezTo>
                      <a:pt x="8" y="0"/>
                      <a:pt x="13" y="7"/>
                      <a:pt x="9" y="8"/>
                    </a:cubicBezTo>
                    <a:cubicBezTo>
                      <a:pt x="6" y="9"/>
                      <a:pt x="0" y="5"/>
                      <a:pt x="5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1" name="Freeform 2614">
                <a:extLst>
                  <a:ext uri="{FF2B5EF4-FFF2-40B4-BE49-F238E27FC236}">
                    <a16:creationId xmlns:a16="http://schemas.microsoft.com/office/drawing/2014/main" id="{BAC9CB7B-B9D6-4DDD-8D68-A82F583670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69" y="2354"/>
                <a:ext cx="1337" cy="839"/>
              </a:xfrm>
              <a:custGeom>
                <a:avLst/>
                <a:gdLst>
                  <a:gd name="T0" fmla="*/ 2812 w 3286"/>
                  <a:gd name="T1" fmla="*/ 452 h 2062"/>
                  <a:gd name="T2" fmla="*/ 1734 w 3286"/>
                  <a:gd name="T3" fmla="*/ 44 h 2062"/>
                  <a:gd name="T4" fmla="*/ 917 w 3286"/>
                  <a:gd name="T5" fmla="*/ 365 h 2062"/>
                  <a:gd name="T6" fmla="*/ 303 w 3286"/>
                  <a:gd name="T7" fmla="*/ 727 h 2062"/>
                  <a:gd name="T8" fmla="*/ 773 w 3286"/>
                  <a:gd name="T9" fmla="*/ 1331 h 2062"/>
                  <a:gd name="T10" fmla="*/ 1445 w 3286"/>
                  <a:gd name="T11" fmla="*/ 1523 h 2062"/>
                  <a:gd name="T12" fmla="*/ 1305 w 3286"/>
                  <a:gd name="T13" fmla="*/ 1910 h 2062"/>
                  <a:gd name="T14" fmla="*/ 1400 w 3286"/>
                  <a:gd name="T15" fmla="*/ 1963 h 2062"/>
                  <a:gd name="T16" fmla="*/ 1511 w 3286"/>
                  <a:gd name="T17" fmla="*/ 1864 h 2062"/>
                  <a:gd name="T18" fmla="*/ 1574 w 3286"/>
                  <a:gd name="T19" fmla="*/ 1814 h 2062"/>
                  <a:gd name="T20" fmla="*/ 1620 w 3286"/>
                  <a:gd name="T21" fmla="*/ 1666 h 2062"/>
                  <a:gd name="T22" fmla="*/ 1700 w 3286"/>
                  <a:gd name="T23" fmla="*/ 1608 h 2062"/>
                  <a:gd name="T24" fmla="*/ 1721 w 3286"/>
                  <a:gd name="T25" fmla="*/ 1484 h 2062"/>
                  <a:gd name="T26" fmla="*/ 1829 w 3286"/>
                  <a:gd name="T27" fmla="*/ 1511 h 2062"/>
                  <a:gd name="T28" fmla="*/ 1906 w 3286"/>
                  <a:gd name="T29" fmla="*/ 1490 h 2062"/>
                  <a:gd name="T30" fmla="*/ 1972 w 3286"/>
                  <a:gd name="T31" fmla="*/ 1578 h 2062"/>
                  <a:gd name="T32" fmla="*/ 1987 w 3286"/>
                  <a:gd name="T33" fmla="*/ 1656 h 2062"/>
                  <a:gd name="T34" fmla="*/ 2030 w 3286"/>
                  <a:gd name="T35" fmla="*/ 1672 h 2062"/>
                  <a:gd name="T36" fmla="*/ 2162 w 3286"/>
                  <a:gd name="T37" fmla="*/ 1626 h 2062"/>
                  <a:gd name="T38" fmla="*/ 2237 w 3286"/>
                  <a:gd name="T39" fmla="*/ 1620 h 2062"/>
                  <a:gd name="T40" fmla="*/ 2195 w 3286"/>
                  <a:gd name="T41" fmla="*/ 1726 h 2062"/>
                  <a:gd name="T42" fmla="*/ 2080 w 3286"/>
                  <a:gd name="T43" fmla="*/ 1823 h 2062"/>
                  <a:gd name="T44" fmla="*/ 2175 w 3286"/>
                  <a:gd name="T45" fmla="*/ 1850 h 2062"/>
                  <a:gd name="T46" fmla="*/ 2310 w 3286"/>
                  <a:gd name="T47" fmla="*/ 1951 h 2062"/>
                  <a:gd name="T48" fmla="*/ 2365 w 3286"/>
                  <a:gd name="T49" fmla="*/ 2057 h 2062"/>
                  <a:gd name="T50" fmla="*/ 2531 w 3286"/>
                  <a:gd name="T51" fmla="*/ 1922 h 2062"/>
                  <a:gd name="T52" fmla="*/ 2661 w 3286"/>
                  <a:gd name="T53" fmla="*/ 1834 h 2062"/>
                  <a:gd name="T54" fmla="*/ 2815 w 3286"/>
                  <a:gd name="T55" fmla="*/ 1800 h 2062"/>
                  <a:gd name="T56" fmla="*/ 2871 w 3286"/>
                  <a:gd name="T57" fmla="*/ 1689 h 2062"/>
                  <a:gd name="T58" fmla="*/ 2753 w 3286"/>
                  <a:gd name="T59" fmla="*/ 1717 h 2062"/>
                  <a:gd name="T60" fmla="*/ 2647 w 3286"/>
                  <a:gd name="T61" fmla="*/ 1752 h 2062"/>
                  <a:gd name="T62" fmla="*/ 2489 w 3286"/>
                  <a:gd name="T63" fmla="*/ 1610 h 2062"/>
                  <a:gd name="T64" fmla="*/ 2646 w 3286"/>
                  <a:gd name="T65" fmla="*/ 1766 h 2062"/>
                  <a:gd name="T66" fmla="*/ 2537 w 3286"/>
                  <a:gd name="T67" fmla="*/ 1688 h 2062"/>
                  <a:gd name="T68" fmla="*/ 2484 w 3286"/>
                  <a:gd name="T69" fmla="*/ 1654 h 2062"/>
                  <a:gd name="T70" fmla="*/ 2430 w 3286"/>
                  <a:gd name="T71" fmla="*/ 1651 h 2062"/>
                  <a:gd name="T72" fmla="*/ 2356 w 3286"/>
                  <a:gd name="T73" fmla="*/ 1624 h 2062"/>
                  <a:gd name="T74" fmla="*/ 2290 w 3286"/>
                  <a:gd name="T75" fmla="*/ 1614 h 2062"/>
                  <a:gd name="T76" fmla="*/ 2348 w 3286"/>
                  <a:gd name="T77" fmla="*/ 1596 h 2062"/>
                  <a:gd name="T78" fmla="*/ 2379 w 3286"/>
                  <a:gd name="T79" fmla="*/ 1582 h 2062"/>
                  <a:gd name="T80" fmla="*/ 2446 w 3286"/>
                  <a:gd name="T81" fmla="*/ 1572 h 2062"/>
                  <a:gd name="T82" fmla="*/ 2562 w 3286"/>
                  <a:gd name="T83" fmla="*/ 1503 h 2062"/>
                  <a:gd name="T84" fmla="*/ 2595 w 3286"/>
                  <a:gd name="T85" fmla="*/ 1463 h 2062"/>
                  <a:gd name="T86" fmla="*/ 2801 w 3286"/>
                  <a:gd name="T87" fmla="*/ 1337 h 2062"/>
                  <a:gd name="T88" fmla="*/ 2935 w 3286"/>
                  <a:gd name="T89" fmla="*/ 1222 h 2062"/>
                  <a:gd name="T90" fmla="*/ 3132 w 3286"/>
                  <a:gd name="T91" fmla="*/ 944 h 2062"/>
                  <a:gd name="T92" fmla="*/ 1375 w 3286"/>
                  <a:gd name="T93" fmla="*/ 393 h 2062"/>
                  <a:gd name="T94" fmla="*/ 1324 w 3286"/>
                  <a:gd name="T95" fmla="*/ 1924 h 2062"/>
                  <a:gd name="T96" fmla="*/ 1437 w 3286"/>
                  <a:gd name="T97" fmla="*/ 1896 h 2062"/>
                  <a:gd name="T98" fmla="*/ 1537 w 3286"/>
                  <a:gd name="T99" fmla="*/ 679 h 2062"/>
                  <a:gd name="T100" fmla="*/ 1621 w 3286"/>
                  <a:gd name="T101" fmla="*/ 701 h 2062"/>
                  <a:gd name="T102" fmla="*/ 1636 w 3286"/>
                  <a:gd name="T103" fmla="*/ 1577 h 2062"/>
                  <a:gd name="T104" fmla="*/ 2153 w 3286"/>
                  <a:gd name="T105" fmla="*/ 903 h 2062"/>
                  <a:gd name="T106" fmla="*/ 1928 w 3286"/>
                  <a:gd name="T107" fmla="*/ 886 h 2062"/>
                  <a:gd name="T108" fmla="*/ 1733 w 3286"/>
                  <a:gd name="T109" fmla="*/ 788 h 2062"/>
                  <a:gd name="T110" fmla="*/ 1888 w 3286"/>
                  <a:gd name="T111" fmla="*/ 769 h 2062"/>
                  <a:gd name="T112" fmla="*/ 2042 w 3286"/>
                  <a:gd name="T113" fmla="*/ 869 h 2062"/>
                  <a:gd name="T114" fmla="*/ 2261 w 3286"/>
                  <a:gd name="T115" fmla="*/ 941 h 2062"/>
                  <a:gd name="T116" fmla="*/ 2348 w 3286"/>
                  <a:gd name="T117" fmla="*/ 1230 h 2062"/>
                  <a:gd name="T118" fmla="*/ 2224 w 3286"/>
                  <a:gd name="T119" fmla="*/ 1395 h 2062"/>
                  <a:gd name="T120" fmla="*/ 2258 w 3286"/>
                  <a:gd name="T121" fmla="*/ 1229 h 2062"/>
                  <a:gd name="T122" fmla="*/ 2423 w 3286"/>
                  <a:gd name="T123" fmla="*/ 1193 h 20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86" h="2062">
                    <a:moveTo>
                      <a:pt x="3286" y="858"/>
                    </a:moveTo>
                    <a:cubicBezTo>
                      <a:pt x="3262" y="819"/>
                      <a:pt x="3262" y="819"/>
                      <a:pt x="3262" y="819"/>
                    </a:cubicBezTo>
                    <a:cubicBezTo>
                      <a:pt x="3265" y="780"/>
                      <a:pt x="3265" y="780"/>
                      <a:pt x="3265" y="780"/>
                    </a:cubicBezTo>
                    <a:cubicBezTo>
                      <a:pt x="3246" y="740"/>
                      <a:pt x="3246" y="740"/>
                      <a:pt x="3246" y="740"/>
                    </a:cubicBezTo>
                    <a:cubicBezTo>
                      <a:pt x="3212" y="733"/>
                      <a:pt x="3212" y="733"/>
                      <a:pt x="3212" y="733"/>
                    </a:cubicBezTo>
                    <a:cubicBezTo>
                      <a:pt x="3201" y="673"/>
                      <a:pt x="3201" y="673"/>
                      <a:pt x="3201" y="673"/>
                    </a:cubicBezTo>
                    <a:cubicBezTo>
                      <a:pt x="3243" y="665"/>
                      <a:pt x="3243" y="665"/>
                      <a:pt x="3243" y="665"/>
                    </a:cubicBezTo>
                    <a:cubicBezTo>
                      <a:pt x="3246" y="651"/>
                      <a:pt x="3246" y="651"/>
                      <a:pt x="3246" y="651"/>
                    </a:cubicBezTo>
                    <a:cubicBezTo>
                      <a:pt x="3205" y="648"/>
                      <a:pt x="3205" y="648"/>
                      <a:pt x="3205" y="648"/>
                    </a:cubicBezTo>
                    <a:cubicBezTo>
                      <a:pt x="3176" y="629"/>
                      <a:pt x="3176" y="629"/>
                      <a:pt x="3176" y="629"/>
                    </a:cubicBezTo>
                    <a:cubicBezTo>
                      <a:pt x="3178" y="609"/>
                      <a:pt x="3178" y="609"/>
                      <a:pt x="3178" y="609"/>
                    </a:cubicBezTo>
                    <a:cubicBezTo>
                      <a:pt x="3201" y="609"/>
                      <a:pt x="3201" y="609"/>
                      <a:pt x="3201" y="609"/>
                    </a:cubicBezTo>
                    <a:cubicBezTo>
                      <a:pt x="3244" y="556"/>
                      <a:pt x="3244" y="556"/>
                      <a:pt x="3244" y="556"/>
                    </a:cubicBezTo>
                    <a:cubicBezTo>
                      <a:pt x="3207" y="489"/>
                      <a:pt x="3207" y="489"/>
                      <a:pt x="3207" y="489"/>
                    </a:cubicBezTo>
                    <a:cubicBezTo>
                      <a:pt x="3214" y="463"/>
                      <a:pt x="3214" y="463"/>
                      <a:pt x="3214" y="463"/>
                    </a:cubicBezTo>
                    <a:cubicBezTo>
                      <a:pt x="3190" y="457"/>
                      <a:pt x="3190" y="457"/>
                      <a:pt x="3190" y="457"/>
                    </a:cubicBezTo>
                    <a:cubicBezTo>
                      <a:pt x="3175" y="480"/>
                      <a:pt x="3175" y="480"/>
                      <a:pt x="3175" y="480"/>
                    </a:cubicBezTo>
                    <a:cubicBezTo>
                      <a:pt x="3150" y="480"/>
                      <a:pt x="3150" y="480"/>
                      <a:pt x="3150" y="480"/>
                    </a:cubicBezTo>
                    <a:cubicBezTo>
                      <a:pt x="3093" y="453"/>
                      <a:pt x="3093" y="453"/>
                      <a:pt x="3093" y="453"/>
                    </a:cubicBezTo>
                    <a:cubicBezTo>
                      <a:pt x="3058" y="460"/>
                      <a:pt x="3058" y="460"/>
                      <a:pt x="3058" y="460"/>
                    </a:cubicBezTo>
                    <a:cubicBezTo>
                      <a:pt x="3031" y="431"/>
                      <a:pt x="3031" y="431"/>
                      <a:pt x="3031" y="431"/>
                    </a:cubicBezTo>
                    <a:cubicBezTo>
                      <a:pt x="3007" y="448"/>
                      <a:pt x="3007" y="448"/>
                      <a:pt x="3007" y="448"/>
                    </a:cubicBezTo>
                    <a:cubicBezTo>
                      <a:pt x="2942" y="446"/>
                      <a:pt x="2942" y="446"/>
                      <a:pt x="2942" y="446"/>
                    </a:cubicBezTo>
                    <a:cubicBezTo>
                      <a:pt x="2931" y="427"/>
                      <a:pt x="2931" y="427"/>
                      <a:pt x="2931" y="427"/>
                    </a:cubicBezTo>
                    <a:cubicBezTo>
                      <a:pt x="2842" y="424"/>
                      <a:pt x="2842" y="424"/>
                      <a:pt x="2842" y="424"/>
                    </a:cubicBezTo>
                    <a:cubicBezTo>
                      <a:pt x="2853" y="453"/>
                      <a:pt x="2853" y="453"/>
                      <a:pt x="2853" y="453"/>
                    </a:cubicBezTo>
                    <a:cubicBezTo>
                      <a:pt x="2834" y="473"/>
                      <a:pt x="2834" y="473"/>
                      <a:pt x="2834" y="473"/>
                    </a:cubicBezTo>
                    <a:cubicBezTo>
                      <a:pt x="2812" y="452"/>
                      <a:pt x="2812" y="452"/>
                      <a:pt x="2812" y="452"/>
                    </a:cubicBezTo>
                    <a:cubicBezTo>
                      <a:pt x="2784" y="440"/>
                      <a:pt x="2784" y="440"/>
                      <a:pt x="2784" y="440"/>
                    </a:cubicBezTo>
                    <a:cubicBezTo>
                      <a:pt x="2722" y="408"/>
                      <a:pt x="2722" y="408"/>
                      <a:pt x="2722" y="408"/>
                    </a:cubicBezTo>
                    <a:cubicBezTo>
                      <a:pt x="2673" y="352"/>
                      <a:pt x="2673" y="352"/>
                      <a:pt x="2673" y="352"/>
                    </a:cubicBezTo>
                    <a:cubicBezTo>
                      <a:pt x="2624" y="395"/>
                      <a:pt x="2624" y="395"/>
                      <a:pt x="2624" y="395"/>
                    </a:cubicBezTo>
                    <a:cubicBezTo>
                      <a:pt x="2578" y="404"/>
                      <a:pt x="2578" y="404"/>
                      <a:pt x="2578" y="404"/>
                    </a:cubicBezTo>
                    <a:cubicBezTo>
                      <a:pt x="2545" y="445"/>
                      <a:pt x="2545" y="445"/>
                      <a:pt x="2545" y="445"/>
                    </a:cubicBezTo>
                    <a:cubicBezTo>
                      <a:pt x="2481" y="440"/>
                      <a:pt x="2481" y="440"/>
                      <a:pt x="2481" y="440"/>
                    </a:cubicBezTo>
                    <a:cubicBezTo>
                      <a:pt x="2457" y="409"/>
                      <a:pt x="2457" y="409"/>
                      <a:pt x="2457" y="409"/>
                    </a:cubicBezTo>
                    <a:cubicBezTo>
                      <a:pt x="2398" y="418"/>
                      <a:pt x="2398" y="418"/>
                      <a:pt x="2398" y="418"/>
                    </a:cubicBezTo>
                    <a:cubicBezTo>
                      <a:pt x="2379" y="444"/>
                      <a:pt x="2379" y="444"/>
                      <a:pt x="2379" y="444"/>
                    </a:cubicBezTo>
                    <a:cubicBezTo>
                      <a:pt x="2310" y="401"/>
                      <a:pt x="2310" y="401"/>
                      <a:pt x="2310" y="401"/>
                    </a:cubicBezTo>
                    <a:cubicBezTo>
                      <a:pt x="2319" y="358"/>
                      <a:pt x="2319" y="358"/>
                      <a:pt x="2319" y="358"/>
                    </a:cubicBezTo>
                    <a:cubicBezTo>
                      <a:pt x="2286" y="297"/>
                      <a:pt x="2286" y="297"/>
                      <a:pt x="2286" y="297"/>
                    </a:cubicBezTo>
                    <a:cubicBezTo>
                      <a:pt x="2230" y="253"/>
                      <a:pt x="2230" y="253"/>
                      <a:pt x="2230" y="253"/>
                    </a:cubicBezTo>
                    <a:cubicBezTo>
                      <a:pt x="2169" y="278"/>
                      <a:pt x="2169" y="278"/>
                      <a:pt x="2169" y="278"/>
                    </a:cubicBezTo>
                    <a:cubicBezTo>
                      <a:pt x="2144" y="271"/>
                      <a:pt x="2144" y="271"/>
                      <a:pt x="2144" y="271"/>
                    </a:cubicBezTo>
                    <a:cubicBezTo>
                      <a:pt x="2089" y="284"/>
                      <a:pt x="2089" y="284"/>
                      <a:pt x="2089" y="284"/>
                    </a:cubicBezTo>
                    <a:cubicBezTo>
                      <a:pt x="2073" y="217"/>
                      <a:pt x="2073" y="217"/>
                      <a:pt x="2073" y="217"/>
                    </a:cubicBezTo>
                    <a:cubicBezTo>
                      <a:pt x="2028" y="176"/>
                      <a:pt x="2028" y="176"/>
                      <a:pt x="2028" y="176"/>
                    </a:cubicBezTo>
                    <a:cubicBezTo>
                      <a:pt x="2073" y="156"/>
                      <a:pt x="2073" y="156"/>
                      <a:pt x="2073" y="156"/>
                    </a:cubicBezTo>
                    <a:cubicBezTo>
                      <a:pt x="2076" y="131"/>
                      <a:pt x="2076" y="131"/>
                      <a:pt x="2076" y="131"/>
                    </a:cubicBezTo>
                    <a:cubicBezTo>
                      <a:pt x="2000" y="79"/>
                      <a:pt x="2000" y="79"/>
                      <a:pt x="2000" y="79"/>
                    </a:cubicBezTo>
                    <a:cubicBezTo>
                      <a:pt x="1990" y="32"/>
                      <a:pt x="1990" y="32"/>
                      <a:pt x="1990" y="32"/>
                    </a:cubicBezTo>
                    <a:cubicBezTo>
                      <a:pt x="1930" y="0"/>
                      <a:pt x="1930" y="0"/>
                      <a:pt x="1930" y="0"/>
                    </a:cubicBezTo>
                    <a:cubicBezTo>
                      <a:pt x="1888" y="22"/>
                      <a:pt x="1888" y="22"/>
                      <a:pt x="1888" y="22"/>
                    </a:cubicBezTo>
                    <a:cubicBezTo>
                      <a:pt x="1862" y="6"/>
                      <a:pt x="1862" y="6"/>
                      <a:pt x="1862" y="6"/>
                    </a:cubicBezTo>
                    <a:cubicBezTo>
                      <a:pt x="1762" y="63"/>
                      <a:pt x="1762" y="63"/>
                      <a:pt x="1762" y="63"/>
                    </a:cubicBezTo>
                    <a:cubicBezTo>
                      <a:pt x="1734" y="44"/>
                      <a:pt x="1734" y="44"/>
                      <a:pt x="1734" y="44"/>
                    </a:cubicBezTo>
                    <a:cubicBezTo>
                      <a:pt x="1698" y="67"/>
                      <a:pt x="1698" y="67"/>
                      <a:pt x="1698" y="67"/>
                    </a:cubicBezTo>
                    <a:cubicBezTo>
                      <a:pt x="1706" y="102"/>
                      <a:pt x="1706" y="102"/>
                      <a:pt x="1706" y="102"/>
                    </a:cubicBezTo>
                    <a:cubicBezTo>
                      <a:pt x="1679" y="142"/>
                      <a:pt x="1679" y="142"/>
                      <a:pt x="1679" y="142"/>
                    </a:cubicBezTo>
                    <a:cubicBezTo>
                      <a:pt x="1614" y="139"/>
                      <a:pt x="1614" y="139"/>
                      <a:pt x="1614" y="139"/>
                    </a:cubicBezTo>
                    <a:cubicBezTo>
                      <a:pt x="1540" y="136"/>
                      <a:pt x="1540" y="136"/>
                      <a:pt x="1540" y="136"/>
                    </a:cubicBezTo>
                    <a:cubicBezTo>
                      <a:pt x="1540" y="169"/>
                      <a:pt x="1540" y="169"/>
                      <a:pt x="1540" y="169"/>
                    </a:cubicBezTo>
                    <a:cubicBezTo>
                      <a:pt x="1495" y="162"/>
                      <a:pt x="1495" y="162"/>
                      <a:pt x="1495" y="162"/>
                    </a:cubicBezTo>
                    <a:cubicBezTo>
                      <a:pt x="1478" y="209"/>
                      <a:pt x="1478" y="209"/>
                      <a:pt x="1478" y="209"/>
                    </a:cubicBezTo>
                    <a:cubicBezTo>
                      <a:pt x="1440" y="223"/>
                      <a:pt x="1440" y="223"/>
                      <a:pt x="1440" y="223"/>
                    </a:cubicBezTo>
                    <a:cubicBezTo>
                      <a:pt x="1415" y="292"/>
                      <a:pt x="1415" y="292"/>
                      <a:pt x="1415" y="292"/>
                    </a:cubicBezTo>
                    <a:cubicBezTo>
                      <a:pt x="1415" y="304"/>
                      <a:pt x="1415" y="304"/>
                      <a:pt x="1415" y="304"/>
                    </a:cubicBezTo>
                    <a:cubicBezTo>
                      <a:pt x="1446" y="347"/>
                      <a:pt x="1446" y="347"/>
                      <a:pt x="1446" y="347"/>
                    </a:cubicBezTo>
                    <a:cubicBezTo>
                      <a:pt x="1433" y="362"/>
                      <a:pt x="1433" y="362"/>
                      <a:pt x="1433" y="362"/>
                    </a:cubicBezTo>
                    <a:cubicBezTo>
                      <a:pt x="1454" y="367"/>
                      <a:pt x="1454" y="367"/>
                      <a:pt x="1454" y="367"/>
                    </a:cubicBezTo>
                    <a:cubicBezTo>
                      <a:pt x="1454" y="367"/>
                      <a:pt x="1418" y="382"/>
                      <a:pt x="1405" y="382"/>
                    </a:cubicBezTo>
                    <a:cubicBezTo>
                      <a:pt x="1405" y="374"/>
                      <a:pt x="1405" y="374"/>
                      <a:pt x="1405" y="374"/>
                    </a:cubicBezTo>
                    <a:cubicBezTo>
                      <a:pt x="1365" y="335"/>
                      <a:pt x="1365" y="335"/>
                      <a:pt x="1365" y="335"/>
                    </a:cubicBezTo>
                    <a:cubicBezTo>
                      <a:pt x="1282" y="345"/>
                      <a:pt x="1282" y="345"/>
                      <a:pt x="1282" y="345"/>
                    </a:cubicBezTo>
                    <a:cubicBezTo>
                      <a:pt x="1246" y="380"/>
                      <a:pt x="1246" y="380"/>
                      <a:pt x="1246" y="380"/>
                    </a:cubicBezTo>
                    <a:cubicBezTo>
                      <a:pt x="1213" y="374"/>
                      <a:pt x="1213" y="374"/>
                      <a:pt x="1213" y="374"/>
                    </a:cubicBezTo>
                    <a:cubicBezTo>
                      <a:pt x="1180" y="327"/>
                      <a:pt x="1180" y="327"/>
                      <a:pt x="1180" y="327"/>
                    </a:cubicBezTo>
                    <a:cubicBezTo>
                      <a:pt x="1094" y="384"/>
                      <a:pt x="1094" y="384"/>
                      <a:pt x="1094" y="384"/>
                    </a:cubicBezTo>
                    <a:cubicBezTo>
                      <a:pt x="1094" y="357"/>
                      <a:pt x="1094" y="357"/>
                      <a:pt x="1094" y="357"/>
                    </a:cubicBezTo>
                    <a:cubicBezTo>
                      <a:pt x="1042" y="355"/>
                      <a:pt x="1042" y="355"/>
                      <a:pt x="1042" y="355"/>
                    </a:cubicBezTo>
                    <a:cubicBezTo>
                      <a:pt x="1020" y="333"/>
                      <a:pt x="1020" y="333"/>
                      <a:pt x="1020" y="333"/>
                    </a:cubicBezTo>
                    <a:cubicBezTo>
                      <a:pt x="967" y="360"/>
                      <a:pt x="967" y="360"/>
                      <a:pt x="967" y="360"/>
                    </a:cubicBezTo>
                    <a:cubicBezTo>
                      <a:pt x="935" y="396"/>
                      <a:pt x="935" y="396"/>
                      <a:pt x="935" y="396"/>
                    </a:cubicBezTo>
                    <a:cubicBezTo>
                      <a:pt x="917" y="365"/>
                      <a:pt x="917" y="365"/>
                      <a:pt x="917" y="365"/>
                    </a:cubicBezTo>
                    <a:cubicBezTo>
                      <a:pt x="853" y="370"/>
                      <a:pt x="853" y="370"/>
                      <a:pt x="853" y="370"/>
                    </a:cubicBezTo>
                    <a:cubicBezTo>
                      <a:pt x="825" y="324"/>
                      <a:pt x="825" y="324"/>
                      <a:pt x="825" y="324"/>
                    </a:cubicBezTo>
                    <a:cubicBezTo>
                      <a:pt x="787" y="342"/>
                      <a:pt x="787" y="342"/>
                      <a:pt x="787" y="342"/>
                    </a:cubicBezTo>
                    <a:cubicBezTo>
                      <a:pt x="686" y="316"/>
                      <a:pt x="686" y="316"/>
                      <a:pt x="686" y="316"/>
                    </a:cubicBezTo>
                    <a:cubicBezTo>
                      <a:pt x="639" y="332"/>
                      <a:pt x="639" y="332"/>
                      <a:pt x="639" y="332"/>
                    </a:cubicBezTo>
                    <a:cubicBezTo>
                      <a:pt x="616" y="295"/>
                      <a:pt x="616" y="295"/>
                      <a:pt x="616" y="295"/>
                    </a:cubicBezTo>
                    <a:cubicBezTo>
                      <a:pt x="616" y="295"/>
                      <a:pt x="522" y="325"/>
                      <a:pt x="480" y="310"/>
                    </a:cubicBezTo>
                    <a:cubicBezTo>
                      <a:pt x="426" y="335"/>
                      <a:pt x="426" y="335"/>
                      <a:pt x="426" y="335"/>
                    </a:cubicBezTo>
                    <a:cubicBezTo>
                      <a:pt x="327" y="348"/>
                      <a:pt x="327" y="348"/>
                      <a:pt x="327" y="348"/>
                    </a:cubicBezTo>
                    <a:cubicBezTo>
                      <a:pt x="340" y="398"/>
                      <a:pt x="340" y="398"/>
                      <a:pt x="340" y="398"/>
                    </a:cubicBezTo>
                    <a:cubicBezTo>
                      <a:pt x="255" y="430"/>
                      <a:pt x="255" y="430"/>
                      <a:pt x="255" y="430"/>
                    </a:cubicBezTo>
                    <a:cubicBezTo>
                      <a:pt x="235" y="425"/>
                      <a:pt x="235" y="425"/>
                      <a:pt x="235" y="425"/>
                    </a:cubicBezTo>
                    <a:cubicBezTo>
                      <a:pt x="203" y="454"/>
                      <a:pt x="203" y="454"/>
                      <a:pt x="203" y="454"/>
                    </a:cubicBezTo>
                    <a:cubicBezTo>
                      <a:pt x="204" y="454"/>
                      <a:pt x="204" y="454"/>
                      <a:pt x="204" y="454"/>
                    </a:cubicBezTo>
                    <a:cubicBezTo>
                      <a:pt x="203" y="465"/>
                      <a:pt x="203" y="465"/>
                      <a:pt x="203" y="465"/>
                    </a:cubicBezTo>
                    <a:cubicBezTo>
                      <a:pt x="220" y="478"/>
                      <a:pt x="220" y="478"/>
                      <a:pt x="220" y="478"/>
                    </a:cubicBezTo>
                    <a:cubicBezTo>
                      <a:pt x="214" y="516"/>
                      <a:pt x="214" y="516"/>
                      <a:pt x="214" y="516"/>
                    </a:cubicBezTo>
                    <a:cubicBezTo>
                      <a:pt x="228" y="524"/>
                      <a:pt x="228" y="524"/>
                      <a:pt x="228" y="524"/>
                    </a:cubicBezTo>
                    <a:cubicBezTo>
                      <a:pt x="229" y="537"/>
                      <a:pt x="229" y="537"/>
                      <a:pt x="229" y="537"/>
                    </a:cubicBezTo>
                    <a:cubicBezTo>
                      <a:pt x="229" y="537"/>
                      <a:pt x="252" y="537"/>
                      <a:pt x="255" y="568"/>
                    </a:cubicBezTo>
                    <a:cubicBezTo>
                      <a:pt x="255" y="568"/>
                      <a:pt x="266" y="579"/>
                      <a:pt x="269" y="590"/>
                    </a:cubicBezTo>
                    <a:cubicBezTo>
                      <a:pt x="293" y="610"/>
                      <a:pt x="293" y="610"/>
                      <a:pt x="293" y="610"/>
                    </a:cubicBezTo>
                    <a:cubicBezTo>
                      <a:pt x="316" y="620"/>
                      <a:pt x="316" y="620"/>
                      <a:pt x="316" y="620"/>
                    </a:cubicBezTo>
                    <a:cubicBezTo>
                      <a:pt x="315" y="627"/>
                      <a:pt x="315" y="627"/>
                      <a:pt x="315" y="627"/>
                    </a:cubicBezTo>
                    <a:cubicBezTo>
                      <a:pt x="287" y="630"/>
                      <a:pt x="287" y="630"/>
                      <a:pt x="287" y="630"/>
                    </a:cubicBezTo>
                    <a:cubicBezTo>
                      <a:pt x="282" y="643"/>
                      <a:pt x="282" y="643"/>
                      <a:pt x="282" y="643"/>
                    </a:cubicBezTo>
                    <a:cubicBezTo>
                      <a:pt x="313" y="682"/>
                      <a:pt x="313" y="682"/>
                      <a:pt x="313" y="682"/>
                    </a:cubicBezTo>
                    <a:cubicBezTo>
                      <a:pt x="303" y="727"/>
                      <a:pt x="303" y="727"/>
                      <a:pt x="303" y="727"/>
                    </a:cubicBezTo>
                    <a:cubicBezTo>
                      <a:pt x="250" y="729"/>
                      <a:pt x="250" y="729"/>
                      <a:pt x="250" y="729"/>
                    </a:cubicBezTo>
                    <a:cubicBezTo>
                      <a:pt x="78" y="970"/>
                      <a:pt x="78" y="970"/>
                      <a:pt x="78" y="970"/>
                    </a:cubicBezTo>
                    <a:cubicBezTo>
                      <a:pt x="100" y="1073"/>
                      <a:pt x="100" y="1073"/>
                      <a:pt x="100" y="1073"/>
                    </a:cubicBezTo>
                    <a:cubicBezTo>
                      <a:pt x="129" y="1102"/>
                      <a:pt x="129" y="1102"/>
                      <a:pt x="129" y="1102"/>
                    </a:cubicBezTo>
                    <a:cubicBezTo>
                      <a:pt x="119" y="1118"/>
                      <a:pt x="119" y="1118"/>
                      <a:pt x="119" y="1118"/>
                    </a:cubicBezTo>
                    <a:cubicBezTo>
                      <a:pt x="119" y="1118"/>
                      <a:pt x="103" y="1107"/>
                      <a:pt x="72" y="1096"/>
                    </a:cubicBezTo>
                    <a:cubicBezTo>
                      <a:pt x="38" y="1146"/>
                      <a:pt x="38" y="1146"/>
                      <a:pt x="38" y="1146"/>
                    </a:cubicBezTo>
                    <a:cubicBezTo>
                      <a:pt x="48" y="1172"/>
                      <a:pt x="48" y="1172"/>
                      <a:pt x="48" y="1172"/>
                    </a:cubicBezTo>
                    <a:cubicBezTo>
                      <a:pt x="28" y="1207"/>
                      <a:pt x="28" y="1207"/>
                      <a:pt x="28" y="1207"/>
                    </a:cubicBezTo>
                    <a:cubicBezTo>
                      <a:pt x="0" y="1225"/>
                      <a:pt x="0" y="1225"/>
                      <a:pt x="0" y="1225"/>
                    </a:cubicBezTo>
                    <a:cubicBezTo>
                      <a:pt x="4" y="1275"/>
                      <a:pt x="4" y="1275"/>
                      <a:pt x="4" y="1275"/>
                    </a:cubicBezTo>
                    <a:cubicBezTo>
                      <a:pt x="4" y="1278"/>
                      <a:pt x="4" y="1278"/>
                      <a:pt x="4" y="1278"/>
                    </a:cubicBezTo>
                    <a:cubicBezTo>
                      <a:pt x="26" y="1279"/>
                      <a:pt x="26" y="1279"/>
                      <a:pt x="26" y="1279"/>
                    </a:cubicBezTo>
                    <a:cubicBezTo>
                      <a:pt x="85" y="1343"/>
                      <a:pt x="85" y="1343"/>
                      <a:pt x="85" y="1343"/>
                    </a:cubicBezTo>
                    <a:cubicBezTo>
                      <a:pt x="120" y="1343"/>
                      <a:pt x="120" y="1343"/>
                      <a:pt x="120" y="1343"/>
                    </a:cubicBezTo>
                    <a:cubicBezTo>
                      <a:pt x="146" y="1377"/>
                      <a:pt x="146" y="1377"/>
                      <a:pt x="146" y="1377"/>
                    </a:cubicBezTo>
                    <a:cubicBezTo>
                      <a:pt x="174" y="1372"/>
                      <a:pt x="174" y="1372"/>
                      <a:pt x="174" y="1372"/>
                    </a:cubicBezTo>
                    <a:cubicBezTo>
                      <a:pt x="208" y="1342"/>
                      <a:pt x="208" y="1342"/>
                      <a:pt x="208" y="1342"/>
                    </a:cubicBezTo>
                    <a:cubicBezTo>
                      <a:pt x="229" y="1367"/>
                      <a:pt x="229" y="1367"/>
                      <a:pt x="229" y="1367"/>
                    </a:cubicBezTo>
                    <a:cubicBezTo>
                      <a:pt x="319" y="1362"/>
                      <a:pt x="319" y="1362"/>
                      <a:pt x="319" y="1362"/>
                    </a:cubicBezTo>
                    <a:cubicBezTo>
                      <a:pt x="361" y="1379"/>
                      <a:pt x="361" y="1379"/>
                      <a:pt x="361" y="1379"/>
                    </a:cubicBezTo>
                    <a:cubicBezTo>
                      <a:pt x="402" y="1386"/>
                      <a:pt x="402" y="1386"/>
                      <a:pt x="402" y="1386"/>
                    </a:cubicBezTo>
                    <a:cubicBezTo>
                      <a:pt x="448" y="1363"/>
                      <a:pt x="448" y="1363"/>
                      <a:pt x="448" y="1363"/>
                    </a:cubicBezTo>
                    <a:cubicBezTo>
                      <a:pt x="477" y="1366"/>
                      <a:pt x="477" y="1366"/>
                      <a:pt x="477" y="1366"/>
                    </a:cubicBezTo>
                    <a:cubicBezTo>
                      <a:pt x="541" y="1422"/>
                      <a:pt x="541" y="1422"/>
                      <a:pt x="541" y="1422"/>
                    </a:cubicBezTo>
                    <a:cubicBezTo>
                      <a:pt x="592" y="1397"/>
                      <a:pt x="592" y="1397"/>
                      <a:pt x="592" y="1397"/>
                    </a:cubicBezTo>
                    <a:cubicBezTo>
                      <a:pt x="615" y="1377"/>
                      <a:pt x="615" y="1377"/>
                      <a:pt x="615" y="1377"/>
                    </a:cubicBezTo>
                    <a:cubicBezTo>
                      <a:pt x="773" y="1331"/>
                      <a:pt x="773" y="1331"/>
                      <a:pt x="773" y="1331"/>
                    </a:cubicBezTo>
                    <a:cubicBezTo>
                      <a:pt x="794" y="1274"/>
                      <a:pt x="794" y="1274"/>
                      <a:pt x="794" y="1274"/>
                    </a:cubicBezTo>
                    <a:cubicBezTo>
                      <a:pt x="837" y="1262"/>
                      <a:pt x="837" y="1262"/>
                      <a:pt x="837" y="1262"/>
                    </a:cubicBezTo>
                    <a:cubicBezTo>
                      <a:pt x="855" y="1248"/>
                      <a:pt x="855" y="1248"/>
                      <a:pt x="855" y="1248"/>
                    </a:cubicBezTo>
                    <a:cubicBezTo>
                      <a:pt x="864" y="1240"/>
                      <a:pt x="864" y="1240"/>
                      <a:pt x="864" y="1240"/>
                    </a:cubicBezTo>
                    <a:cubicBezTo>
                      <a:pt x="851" y="1222"/>
                      <a:pt x="851" y="1222"/>
                      <a:pt x="851" y="1222"/>
                    </a:cubicBezTo>
                    <a:cubicBezTo>
                      <a:pt x="959" y="1210"/>
                      <a:pt x="959" y="1210"/>
                      <a:pt x="959" y="1210"/>
                    </a:cubicBezTo>
                    <a:cubicBezTo>
                      <a:pt x="973" y="1195"/>
                      <a:pt x="973" y="1195"/>
                      <a:pt x="973" y="1195"/>
                    </a:cubicBezTo>
                    <a:cubicBezTo>
                      <a:pt x="1020" y="1185"/>
                      <a:pt x="1020" y="1185"/>
                      <a:pt x="1020" y="1185"/>
                    </a:cubicBezTo>
                    <a:cubicBezTo>
                      <a:pt x="1042" y="1185"/>
                      <a:pt x="1042" y="1185"/>
                      <a:pt x="1042" y="1185"/>
                    </a:cubicBezTo>
                    <a:cubicBezTo>
                      <a:pt x="1143" y="1238"/>
                      <a:pt x="1143" y="1238"/>
                      <a:pt x="1143" y="1238"/>
                    </a:cubicBezTo>
                    <a:cubicBezTo>
                      <a:pt x="1157" y="1231"/>
                      <a:pt x="1157" y="1231"/>
                      <a:pt x="1157" y="1231"/>
                    </a:cubicBezTo>
                    <a:cubicBezTo>
                      <a:pt x="1163" y="1250"/>
                      <a:pt x="1163" y="1250"/>
                      <a:pt x="1163" y="1250"/>
                    </a:cubicBezTo>
                    <a:cubicBezTo>
                      <a:pt x="1184" y="1249"/>
                      <a:pt x="1184" y="1249"/>
                      <a:pt x="1184" y="1249"/>
                    </a:cubicBezTo>
                    <a:cubicBezTo>
                      <a:pt x="1190" y="1265"/>
                      <a:pt x="1190" y="1265"/>
                      <a:pt x="1190" y="1265"/>
                    </a:cubicBezTo>
                    <a:cubicBezTo>
                      <a:pt x="1214" y="1241"/>
                      <a:pt x="1214" y="1241"/>
                      <a:pt x="1214" y="1241"/>
                    </a:cubicBezTo>
                    <a:cubicBezTo>
                      <a:pt x="1254" y="1248"/>
                      <a:pt x="1254" y="1248"/>
                      <a:pt x="1254" y="1248"/>
                    </a:cubicBezTo>
                    <a:cubicBezTo>
                      <a:pt x="1261" y="1263"/>
                      <a:pt x="1261" y="1263"/>
                      <a:pt x="1261" y="1263"/>
                    </a:cubicBezTo>
                    <a:cubicBezTo>
                      <a:pt x="1290" y="1267"/>
                      <a:pt x="1310" y="1283"/>
                      <a:pt x="1310" y="1283"/>
                    </a:cubicBezTo>
                    <a:cubicBezTo>
                      <a:pt x="1327" y="1269"/>
                      <a:pt x="1327" y="1269"/>
                      <a:pt x="1327" y="1269"/>
                    </a:cubicBezTo>
                    <a:cubicBezTo>
                      <a:pt x="1354" y="1307"/>
                      <a:pt x="1354" y="1307"/>
                      <a:pt x="1354" y="1307"/>
                    </a:cubicBezTo>
                    <a:cubicBezTo>
                      <a:pt x="1348" y="1361"/>
                      <a:pt x="1348" y="1361"/>
                      <a:pt x="1348" y="1361"/>
                    </a:cubicBezTo>
                    <a:cubicBezTo>
                      <a:pt x="1338" y="1383"/>
                      <a:pt x="1338" y="1383"/>
                      <a:pt x="1338" y="1383"/>
                    </a:cubicBezTo>
                    <a:cubicBezTo>
                      <a:pt x="1374" y="1401"/>
                      <a:pt x="1401" y="1442"/>
                      <a:pt x="1401" y="1442"/>
                    </a:cubicBezTo>
                    <a:cubicBezTo>
                      <a:pt x="1414" y="1429"/>
                      <a:pt x="1414" y="1429"/>
                      <a:pt x="1414" y="1429"/>
                    </a:cubicBezTo>
                    <a:cubicBezTo>
                      <a:pt x="1432" y="1442"/>
                      <a:pt x="1432" y="1442"/>
                      <a:pt x="1432" y="1442"/>
                    </a:cubicBezTo>
                    <a:cubicBezTo>
                      <a:pt x="1427" y="1491"/>
                      <a:pt x="1427" y="1491"/>
                      <a:pt x="1427" y="1491"/>
                    </a:cubicBezTo>
                    <a:cubicBezTo>
                      <a:pt x="1451" y="1496"/>
                      <a:pt x="1451" y="1496"/>
                      <a:pt x="1451" y="1496"/>
                    </a:cubicBezTo>
                    <a:cubicBezTo>
                      <a:pt x="1445" y="1523"/>
                      <a:pt x="1445" y="1523"/>
                      <a:pt x="1445" y="1523"/>
                    </a:cubicBezTo>
                    <a:cubicBezTo>
                      <a:pt x="1484" y="1550"/>
                      <a:pt x="1484" y="1550"/>
                      <a:pt x="1484" y="1550"/>
                    </a:cubicBezTo>
                    <a:cubicBezTo>
                      <a:pt x="1502" y="1544"/>
                      <a:pt x="1502" y="1544"/>
                      <a:pt x="1502" y="1544"/>
                    </a:cubicBezTo>
                    <a:cubicBezTo>
                      <a:pt x="1540" y="1574"/>
                      <a:pt x="1540" y="1574"/>
                      <a:pt x="1540" y="1574"/>
                    </a:cubicBezTo>
                    <a:cubicBezTo>
                      <a:pt x="1539" y="1622"/>
                      <a:pt x="1539" y="1622"/>
                      <a:pt x="1539" y="1622"/>
                    </a:cubicBezTo>
                    <a:cubicBezTo>
                      <a:pt x="1556" y="1635"/>
                      <a:pt x="1556" y="1635"/>
                      <a:pt x="1556" y="1635"/>
                    </a:cubicBezTo>
                    <a:cubicBezTo>
                      <a:pt x="1591" y="1635"/>
                      <a:pt x="1591" y="1635"/>
                      <a:pt x="1591" y="1635"/>
                    </a:cubicBezTo>
                    <a:cubicBezTo>
                      <a:pt x="1582" y="1653"/>
                      <a:pt x="1582" y="1653"/>
                      <a:pt x="1582" y="1653"/>
                    </a:cubicBezTo>
                    <a:cubicBezTo>
                      <a:pt x="1527" y="1674"/>
                      <a:pt x="1527" y="1674"/>
                      <a:pt x="1527" y="1674"/>
                    </a:cubicBezTo>
                    <a:cubicBezTo>
                      <a:pt x="1499" y="1652"/>
                      <a:pt x="1499" y="1652"/>
                      <a:pt x="1499" y="1652"/>
                    </a:cubicBezTo>
                    <a:cubicBezTo>
                      <a:pt x="1472" y="1669"/>
                      <a:pt x="1472" y="1669"/>
                      <a:pt x="1472" y="1669"/>
                    </a:cubicBezTo>
                    <a:cubicBezTo>
                      <a:pt x="1448" y="1656"/>
                      <a:pt x="1448" y="1656"/>
                      <a:pt x="1448" y="1656"/>
                    </a:cubicBezTo>
                    <a:cubicBezTo>
                      <a:pt x="1399" y="1676"/>
                      <a:pt x="1399" y="1676"/>
                      <a:pt x="1399" y="1676"/>
                    </a:cubicBezTo>
                    <a:cubicBezTo>
                      <a:pt x="1387" y="1641"/>
                      <a:pt x="1387" y="1641"/>
                      <a:pt x="1387" y="1641"/>
                    </a:cubicBezTo>
                    <a:cubicBezTo>
                      <a:pt x="1358" y="1674"/>
                      <a:pt x="1358" y="1674"/>
                      <a:pt x="1358" y="1674"/>
                    </a:cubicBezTo>
                    <a:cubicBezTo>
                      <a:pt x="1358" y="1684"/>
                      <a:pt x="1358" y="1684"/>
                      <a:pt x="1358" y="1684"/>
                    </a:cubicBezTo>
                    <a:cubicBezTo>
                      <a:pt x="1374" y="1698"/>
                      <a:pt x="1374" y="1698"/>
                      <a:pt x="1374" y="1698"/>
                    </a:cubicBezTo>
                    <a:cubicBezTo>
                      <a:pt x="1365" y="1712"/>
                      <a:pt x="1365" y="1712"/>
                      <a:pt x="1365" y="1712"/>
                    </a:cubicBezTo>
                    <a:cubicBezTo>
                      <a:pt x="1395" y="1731"/>
                      <a:pt x="1395" y="1731"/>
                      <a:pt x="1395" y="1731"/>
                    </a:cubicBezTo>
                    <a:cubicBezTo>
                      <a:pt x="1374" y="1759"/>
                      <a:pt x="1374" y="1759"/>
                      <a:pt x="1374" y="1759"/>
                    </a:cubicBezTo>
                    <a:cubicBezTo>
                      <a:pt x="1387" y="1781"/>
                      <a:pt x="1387" y="1781"/>
                      <a:pt x="1387" y="1781"/>
                    </a:cubicBezTo>
                    <a:cubicBezTo>
                      <a:pt x="1339" y="1802"/>
                      <a:pt x="1339" y="1802"/>
                      <a:pt x="1339" y="1802"/>
                    </a:cubicBezTo>
                    <a:cubicBezTo>
                      <a:pt x="1339" y="1832"/>
                      <a:pt x="1339" y="1832"/>
                      <a:pt x="1339" y="1832"/>
                    </a:cubicBezTo>
                    <a:cubicBezTo>
                      <a:pt x="1317" y="1856"/>
                      <a:pt x="1317" y="1856"/>
                      <a:pt x="1317" y="1856"/>
                    </a:cubicBezTo>
                    <a:cubicBezTo>
                      <a:pt x="1300" y="1859"/>
                      <a:pt x="1300" y="1859"/>
                      <a:pt x="1300" y="1859"/>
                    </a:cubicBezTo>
                    <a:cubicBezTo>
                      <a:pt x="1309" y="1865"/>
                      <a:pt x="1309" y="1865"/>
                      <a:pt x="1309" y="1865"/>
                    </a:cubicBezTo>
                    <a:cubicBezTo>
                      <a:pt x="1305" y="1888"/>
                      <a:pt x="1305" y="1888"/>
                      <a:pt x="1305" y="1888"/>
                    </a:cubicBezTo>
                    <a:cubicBezTo>
                      <a:pt x="1315" y="1900"/>
                      <a:pt x="1315" y="1900"/>
                      <a:pt x="1315" y="1900"/>
                    </a:cubicBezTo>
                    <a:cubicBezTo>
                      <a:pt x="1305" y="1910"/>
                      <a:pt x="1305" y="1910"/>
                      <a:pt x="1305" y="1910"/>
                    </a:cubicBezTo>
                    <a:cubicBezTo>
                      <a:pt x="1317" y="1924"/>
                      <a:pt x="1317" y="1924"/>
                      <a:pt x="1317" y="1924"/>
                    </a:cubicBezTo>
                    <a:cubicBezTo>
                      <a:pt x="1304" y="1928"/>
                      <a:pt x="1304" y="1928"/>
                      <a:pt x="1304" y="1928"/>
                    </a:cubicBezTo>
                    <a:cubicBezTo>
                      <a:pt x="1293" y="1928"/>
                      <a:pt x="1293" y="1928"/>
                      <a:pt x="1293" y="1928"/>
                    </a:cubicBezTo>
                    <a:cubicBezTo>
                      <a:pt x="1294" y="1932"/>
                      <a:pt x="1295" y="1937"/>
                      <a:pt x="1296" y="1941"/>
                    </a:cubicBezTo>
                    <a:cubicBezTo>
                      <a:pt x="1297" y="1945"/>
                      <a:pt x="1298" y="1949"/>
                      <a:pt x="1300" y="1954"/>
                    </a:cubicBezTo>
                    <a:cubicBezTo>
                      <a:pt x="1302" y="1958"/>
                      <a:pt x="1301" y="1963"/>
                      <a:pt x="1298" y="1967"/>
                    </a:cubicBezTo>
                    <a:cubicBezTo>
                      <a:pt x="1296" y="1971"/>
                      <a:pt x="1292" y="1974"/>
                      <a:pt x="1287" y="1972"/>
                    </a:cubicBezTo>
                    <a:cubicBezTo>
                      <a:pt x="1283" y="1969"/>
                      <a:pt x="1281" y="1964"/>
                      <a:pt x="1279" y="1960"/>
                    </a:cubicBezTo>
                    <a:cubicBezTo>
                      <a:pt x="1276" y="1957"/>
                      <a:pt x="1270" y="1952"/>
                      <a:pt x="1272" y="1947"/>
                    </a:cubicBezTo>
                    <a:cubicBezTo>
                      <a:pt x="1274" y="1942"/>
                      <a:pt x="1280" y="1946"/>
                      <a:pt x="1283" y="1948"/>
                    </a:cubicBezTo>
                    <a:cubicBezTo>
                      <a:pt x="1288" y="1951"/>
                      <a:pt x="1290" y="1946"/>
                      <a:pt x="1289" y="1942"/>
                    </a:cubicBezTo>
                    <a:cubicBezTo>
                      <a:pt x="1289" y="1939"/>
                      <a:pt x="1288" y="1935"/>
                      <a:pt x="1287" y="1932"/>
                    </a:cubicBezTo>
                    <a:cubicBezTo>
                      <a:pt x="1287" y="1931"/>
                      <a:pt x="1286" y="1929"/>
                      <a:pt x="1286" y="1928"/>
                    </a:cubicBezTo>
                    <a:cubicBezTo>
                      <a:pt x="1255" y="1927"/>
                      <a:pt x="1255" y="1927"/>
                      <a:pt x="1255" y="1927"/>
                    </a:cubicBezTo>
                    <a:cubicBezTo>
                      <a:pt x="1251" y="1939"/>
                      <a:pt x="1251" y="1939"/>
                      <a:pt x="1251" y="1939"/>
                    </a:cubicBezTo>
                    <a:cubicBezTo>
                      <a:pt x="1252" y="1939"/>
                      <a:pt x="1252" y="1939"/>
                      <a:pt x="1253" y="1939"/>
                    </a:cubicBezTo>
                    <a:cubicBezTo>
                      <a:pt x="1263" y="1941"/>
                      <a:pt x="1268" y="1953"/>
                      <a:pt x="1272" y="1964"/>
                    </a:cubicBezTo>
                    <a:cubicBezTo>
                      <a:pt x="1276" y="1975"/>
                      <a:pt x="1294" y="1980"/>
                      <a:pt x="1294" y="1980"/>
                    </a:cubicBezTo>
                    <a:cubicBezTo>
                      <a:pt x="1312" y="1984"/>
                      <a:pt x="1312" y="1984"/>
                      <a:pt x="1312" y="1984"/>
                    </a:cubicBezTo>
                    <a:cubicBezTo>
                      <a:pt x="1318" y="1996"/>
                      <a:pt x="1318" y="1996"/>
                      <a:pt x="1318" y="1996"/>
                    </a:cubicBezTo>
                    <a:cubicBezTo>
                      <a:pt x="1348" y="1998"/>
                      <a:pt x="1348" y="1998"/>
                      <a:pt x="1348" y="1998"/>
                    </a:cubicBezTo>
                    <a:cubicBezTo>
                      <a:pt x="1374" y="1991"/>
                      <a:pt x="1374" y="1991"/>
                      <a:pt x="1374" y="1991"/>
                    </a:cubicBezTo>
                    <a:cubicBezTo>
                      <a:pt x="1374" y="1983"/>
                      <a:pt x="1374" y="1983"/>
                      <a:pt x="1374" y="1983"/>
                    </a:cubicBezTo>
                    <a:cubicBezTo>
                      <a:pt x="1366" y="1978"/>
                      <a:pt x="1366" y="1978"/>
                      <a:pt x="1366" y="1978"/>
                    </a:cubicBezTo>
                    <a:cubicBezTo>
                      <a:pt x="1378" y="1964"/>
                      <a:pt x="1378" y="1964"/>
                      <a:pt x="1378" y="1964"/>
                    </a:cubicBezTo>
                    <a:cubicBezTo>
                      <a:pt x="1390" y="1978"/>
                      <a:pt x="1390" y="1978"/>
                      <a:pt x="1390" y="1978"/>
                    </a:cubicBezTo>
                    <a:cubicBezTo>
                      <a:pt x="1400" y="1978"/>
                      <a:pt x="1400" y="1978"/>
                      <a:pt x="1400" y="1978"/>
                    </a:cubicBezTo>
                    <a:cubicBezTo>
                      <a:pt x="1400" y="1963"/>
                      <a:pt x="1400" y="1963"/>
                      <a:pt x="1400" y="1963"/>
                    </a:cubicBezTo>
                    <a:cubicBezTo>
                      <a:pt x="1421" y="1961"/>
                      <a:pt x="1421" y="1961"/>
                      <a:pt x="1421" y="1961"/>
                    </a:cubicBezTo>
                    <a:cubicBezTo>
                      <a:pt x="1434" y="1946"/>
                      <a:pt x="1450" y="1929"/>
                      <a:pt x="1481" y="1926"/>
                    </a:cubicBezTo>
                    <a:cubicBezTo>
                      <a:pt x="1511" y="1922"/>
                      <a:pt x="1533" y="1946"/>
                      <a:pt x="1533" y="1946"/>
                    </a:cubicBezTo>
                    <a:cubicBezTo>
                      <a:pt x="1534" y="1972"/>
                      <a:pt x="1534" y="1972"/>
                      <a:pt x="1534" y="1972"/>
                    </a:cubicBezTo>
                    <a:cubicBezTo>
                      <a:pt x="1536" y="1971"/>
                      <a:pt x="1538" y="1970"/>
                      <a:pt x="1541" y="1970"/>
                    </a:cubicBezTo>
                    <a:cubicBezTo>
                      <a:pt x="1542" y="1970"/>
                      <a:pt x="1545" y="1972"/>
                      <a:pt x="1547" y="1971"/>
                    </a:cubicBezTo>
                    <a:cubicBezTo>
                      <a:pt x="1549" y="1971"/>
                      <a:pt x="1548" y="1968"/>
                      <a:pt x="1548" y="1966"/>
                    </a:cubicBezTo>
                    <a:cubicBezTo>
                      <a:pt x="1548" y="1964"/>
                      <a:pt x="1547" y="1962"/>
                      <a:pt x="1547" y="1960"/>
                    </a:cubicBezTo>
                    <a:cubicBezTo>
                      <a:pt x="1547" y="1957"/>
                      <a:pt x="1549" y="1955"/>
                      <a:pt x="1550" y="1953"/>
                    </a:cubicBezTo>
                    <a:cubicBezTo>
                      <a:pt x="1554" y="1949"/>
                      <a:pt x="1555" y="1946"/>
                      <a:pt x="1554" y="1941"/>
                    </a:cubicBezTo>
                    <a:cubicBezTo>
                      <a:pt x="1553" y="1939"/>
                      <a:pt x="1552" y="1937"/>
                      <a:pt x="1550" y="1936"/>
                    </a:cubicBezTo>
                    <a:cubicBezTo>
                      <a:pt x="1548" y="1934"/>
                      <a:pt x="1546" y="1933"/>
                      <a:pt x="1546" y="1931"/>
                    </a:cubicBezTo>
                    <a:cubicBezTo>
                      <a:pt x="1545" y="1929"/>
                      <a:pt x="1546" y="1927"/>
                      <a:pt x="1546" y="1924"/>
                    </a:cubicBezTo>
                    <a:cubicBezTo>
                      <a:pt x="1546" y="1922"/>
                      <a:pt x="1546" y="1920"/>
                      <a:pt x="1545" y="1918"/>
                    </a:cubicBezTo>
                    <a:cubicBezTo>
                      <a:pt x="1544" y="1914"/>
                      <a:pt x="1541" y="1909"/>
                      <a:pt x="1536" y="1912"/>
                    </a:cubicBezTo>
                    <a:cubicBezTo>
                      <a:pt x="1534" y="1913"/>
                      <a:pt x="1534" y="1916"/>
                      <a:pt x="1532" y="1917"/>
                    </a:cubicBezTo>
                    <a:cubicBezTo>
                      <a:pt x="1530" y="1919"/>
                      <a:pt x="1529" y="1915"/>
                      <a:pt x="1528" y="1914"/>
                    </a:cubicBezTo>
                    <a:cubicBezTo>
                      <a:pt x="1527" y="1911"/>
                      <a:pt x="1526" y="1912"/>
                      <a:pt x="1524" y="1914"/>
                    </a:cubicBezTo>
                    <a:cubicBezTo>
                      <a:pt x="1522" y="1916"/>
                      <a:pt x="1520" y="1917"/>
                      <a:pt x="1517" y="1915"/>
                    </a:cubicBezTo>
                    <a:cubicBezTo>
                      <a:pt x="1517" y="1911"/>
                      <a:pt x="1518" y="1908"/>
                      <a:pt x="1521" y="1905"/>
                    </a:cubicBezTo>
                    <a:cubicBezTo>
                      <a:pt x="1522" y="1903"/>
                      <a:pt x="1524" y="1902"/>
                      <a:pt x="1526" y="1901"/>
                    </a:cubicBezTo>
                    <a:cubicBezTo>
                      <a:pt x="1527" y="1900"/>
                      <a:pt x="1528" y="1898"/>
                      <a:pt x="1529" y="1897"/>
                    </a:cubicBezTo>
                    <a:cubicBezTo>
                      <a:pt x="1531" y="1896"/>
                      <a:pt x="1534" y="1894"/>
                      <a:pt x="1535" y="1892"/>
                    </a:cubicBezTo>
                    <a:cubicBezTo>
                      <a:pt x="1535" y="1890"/>
                      <a:pt x="1533" y="1890"/>
                      <a:pt x="1532" y="1891"/>
                    </a:cubicBezTo>
                    <a:cubicBezTo>
                      <a:pt x="1528" y="1892"/>
                      <a:pt x="1525" y="1894"/>
                      <a:pt x="1521" y="1894"/>
                    </a:cubicBezTo>
                    <a:cubicBezTo>
                      <a:pt x="1517" y="1895"/>
                      <a:pt x="1513" y="1895"/>
                      <a:pt x="1510" y="1893"/>
                    </a:cubicBezTo>
                    <a:cubicBezTo>
                      <a:pt x="1510" y="1886"/>
                      <a:pt x="1512" y="1879"/>
                      <a:pt x="1512" y="1872"/>
                    </a:cubicBezTo>
                    <a:cubicBezTo>
                      <a:pt x="1512" y="1869"/>
                      <a:pt x="1512" y="1867"/>
                      <a:pt x="1511" y="1864"/>
                    </a:cubicBezTo>
                    <a:cubicBezTo>
                      <a:pt x="1510" y="1863"/>
                      <a:pt x="1509" y="1862"/>
                      <a:pt x="1509" y="1862"/>
                    </a:cubicBezTo>
                    <a:cubicBezTo>
                      <a:pt x="1508" y="1861"/>
                      <a:pt x="1506" y="1861"/>
                      <a:pt x="1506" y="1860"/>
                    </a:cubicBezTo>
                    <a:cubicBezTo>
                      <a:pt x="1505" y="1858"/>
                      <a:pt x="1507" y="1855"/>
                      <a:pt x="1508" y="1853"/>
                    </a:cubicBezTo>
                    <a:cubicBezTo>
                      <a:pt x="1510" y="1851"/>
                      <a:pt x="1511" y="1850"/>
                      <a:pt x="1511" y="1847"/>
                    </a:cubicBezTo>
                    <a:cubicBezTo>
                      <a:pt x="1510" y="1846"/>
                      <a:pt x="1510" y="1844"/>
                      <a:pt x="1509" y="1843"/>
                    </a:cubicBezTo>
                    <a:cubicBezTo>
                      <a:pt x="1508" y="1843"/>
                      <a:pt x="1507" y="1843"/>
                      <a:pt x="1506" y="1842"/>
                    </a:cubicBezTo>
                    <a:cubicBezTo>
                      <a:pt x="1505" y="1839"/>
                      <a:pt x="1508" y="1837"/>
                      <a:pt x="1510" y="1837"/>
                    </a:cubicBezTo>
                    <a:cubicBezTo>
                      <a:pt x="1513" y="1836"/>
                      <a:pt x="1514" y="1834"/>
                      <a:pt x="1514" y="1832"/>
                    </a:cubicBezTo>
                    <a:cubicBezTo>
                      <a:pt x="1515" y="1829"/>
                      <a:pt x="1515" y="1827"/>
                      <a:pt x="1519" y="1828"/>
                    </a:cubicBezTo>
                    <a:cubicBezTo>
                      <a:pt x="1515" y="1834"/>
                      <a:pt x="1515" y="1839"/>
                      <a:pt x="1516" y="1846"/>
                    </a:cubicBezTo>
                    <a:cubicBezTo>
                      <a:pt x="1517" y="1853"/>
                      <a:pt x="1523" y="1853"/>
                      <a:pt x="1528" y="1857"/>
                    </a:cubicBezTo>
                    <a:cubicBezTo>
                      <a:pt x="1531" y="1858"/>
                      <a:pt x="1533" y="1861"/>
                      <a:pt x="1534" y="1863"/>
                    </a:cubicBezTo>
                    <a:cubicBezTo>
                      <a:pt x="1535" y="1866"/>
                      <a:pt x="1534" y="1869"/>
                      <a:pt x="1535" y="1872"/>
                    </a:cubicBezTo>
                    <a:cubicBezTo>
                      <a:pt x="1537" y="1877"/>
                      <a:pt x="1545" y="1879"/>
                      <a:pt x="1549" y="1877"/>
                    </a:cubicBezTo>
                    <a:cubicBezTo>
                      <a:pt x="1551" y="1875"/>
                      <a:pt x="1553" y="1873"/>
                      <a:pt x="1554" y="1871"/>
                    </a:cubicBezTo>
                    <a:cubicBezTo>
                      <a:pt x="1556" y="1868"/>
                      <a:pt x="1558" y="1866"/>
                      <a:pt x="1560" y="1864"/>
                    </a:cubicBezTo>
                    <a:cubicBezTo>
                      <a:pt x="1561" y="1862"/>
                      <a:pt x="1561" y="1860"/>
                      <a:pt x="1561" y="1857"/>
                    </a:cubicBezTo>
                    <a:cubicBezTo>
                      <a:pt x="1562" y="1855"/>
                      <a:pt x="1563" y="1855"/>
                      <a:pt x="1563" y="1853"/>
                    </a:cubicBezTo>
                    <a:cubicBezTo>
                      <a:pt x="1564" y="1850"/>
                      <a:pt x="1561" y="1850"/>
                      <a:pt x="1559" y="1850"/>
                    </a:cubicBezTo>
                    <a:cubicBezTo>
                      <a:pt x="1556" y="1850"/>
                      <a:pt x="1555" y="1850"/>
                      <a:pt x="1553" y="1852"/>
                    </a:cubicBezTo>
                    <a:cubicBezTo>
                      <a:pt x="1551" y="1854"/>
                      <a:pt x="1548" y="1856"/>
                      <a:pt x="1546" y="1854"/>
                    </a:cubicBezTo>
                    <a:cubicBezTo>
                      <a:pt x="1542" y="1852"/>
                      <a:pt x="1547" y="1847"/>
                      <a:pt x="1549" y="1845"/>
                    </a:cubicBezTo>
                    <a:cubicBezTo>
                      <a:pt x="1551" y="1843"/>
                      <a:pt x="1555" y="1840"/>
                      <a:pt x="1558" y="1840"/>
                    </a:cubicBezTo>
                    <a:cubicBezTo>
                      <a:pt x="1561" y="1840"/>
                      <a:pt x="1562" y="1842"/>
                      <a:pt x="1564" y="1843"/>
                    </a:cubicBezTo>
                    <a:cubicBezTo>
                      <a:pt x="1569" y="1846"/>
                      <a:pt x="1570" y="1835"/>
                      <a:pt x="1571" y="1832"/>
                    </a:cubicBezTo>
                    <a:cubicBezTo>
                      <a:pt x="1572" y="1828"/>
                      <a:pt x="1574" y="1825"/>
                      <a:pt x="1576" y="1821"/>
                    </a:cubicBezTo>
                    <a:cubicBezTo>
                      <a:pt x="1577" y="1820"/>
                      <a:pt x="1578" y="1818"/>
                      <a:pt x="1576" y="1816"/>
                    </a:cubicBezTo>
                    <a:cubicBezTo>
                      <a:pt x="1575" y="1815"/>
                      <a:pt x="1574" y="1816"/>
                      <a:pt x="1574" y="1814"/>
                    </a:cubicBezTo>
                    <a:cubicBezTo>
                      <a:pt x="1574" y="1813"/>
                      <a:pt x="1574" y="1812"/>
                      <a:pt x="1574" y="1811"/>
                    </a:cubicBezTo>
                    <a:cubicBezTo>
                      <a:pt x="1574" y="1810"/>
                      <a:pt x="1573" y="1809"/>
                      <a:pt x="1573" y="1809"/>
                    </a:cubicBezTo>
                    <a:cubicBezTo>
                      <a:pt x="1573" y="1805"/>
                      <a:pt x="1577" y="1806"/>
                      <a:pt x="1580" y="1806"/>
                    </a:cubicBezTo>
                    <a:cubicBezTo>
                      <a:pt x="1582" y="1809"/>
                      <a:pt x="1586" y="1811"/>
                      <a:pt x="1588" y="1814"/>
                    </a:cubicBezTo>
                    <a:cubicBezTo>
                      <a:pt x="1590" y="1816"/>
                      <a:pt x="1591" y="1817"/>
                      <a:pt x="1593" y="1817"/>
                    </a:cubicBezTo>
                    <a:cubicBezTo>
                      <a:pt x="1596" y="1816"/>
                      <a:pt x="1595" y="1813"/>
                      <a:pt x="1595" y="1812"/>
                    </a:cubicBezTo>
                    <a:cubicBezTo>
                      <a:pt x="1596" y="1809"/>
                      <a:pt x="1597" y="1807"/>
                      <a:pt x="1598" y="1804"/>
                    </a:cubicBezTo>
                    <a:cubicBezTo>
                      <a:pt x="1599" y="1802"/>
                      <a:pt x="1601" y="1800"/>
                      <a:pt x="1604" y="1799"/>
                    </a:cubicBezTo>
                    <a:cubicBezTo>
                      <a:pt x="1603" y="1801"/>
                      <a:pt x="1602" y="1803"/>
                      <a:pt x="1602" y="1805"/>
                    </a:cubicBezTo>
                    <a:cubicBezTo>
                      <a:pt x="1602" y="1810"/>
                      <a:pt x="1605" y="1814"/>
                      <a:pt x="1610" y="1812"/>
                    </a:cubicBezTo>
                    <a:cubicBezTo>
                      <a:pt x="1614" y="1811"/>
                      <a:pt x="1617" y="1806"/>
                      <a:pt x="1619" y="1802"/>
                    </a:cubicBezTo>
                    <a:cubicBezTo>
                      <a:pt x="1623" y="1793"/>
                      <a:pt x="1623" y="1782"/>
                      <a:pt x="1629" y="1774"/>
                    </a:cubicBezTo>
                    <a:cubicBezTo>
                      <a:pt x="1632" y="1769"/>
                      <a:pt x="1636" y="1766"/>
                      <a:pt x="1639" y="1762"/>
                    </a:cubicBezTo>
                    <a:cubicBezTo>
                      <a:pt x="1641" y="1758"/>
                      <a:pt x="1644" y="1754"/>
                      <a:pt x="1647" y="1749"/>
                    </a:cubicBezTo>
                    <a:cubicBezTo>
                      <a:pt x="1650" y="1745"/>
                      <a:pt x="1654" y="1741"/>
                      <a:pt x="1656" y="1737"/>
                    </a:cubicBezTo>
                    <a:cubicBezTo>
                      <a:pt x="1657" y="1735"/>
                      <a:pt x="1661" y="1726"/>
                      <a:pt x="1657" y="1727"/>
                    </a:cubicBezTo>
                    <a:cubicBezTo>
                      <a:pt x="1655" y="1728"/>
                      <a:pt x="1653" y="1730"/>
                      <a:pt x="1651" y="1731"/>
                    </a:cubicBezTo>
                    <a:cubicBezTo>
                      <a:pt x="1648" y="1731"/>
                      <a:pt x="1647" y="1729"/>
                      <a:pt x="1647" y="1726"/>
                    </a:cubicBezTo>
                    <a:cubicBezTo>
                      <a:pt x="1647" y="1721"/>
                      <a:pt x="1651" y="1716"/>
                      <a:pt x="1646" y="1712"/>
                    </a:cubicBezTo>
                    <a:cubicBezTo>
                      <a:pt x="1644" y="1710"/>
                      <a:pt x="1642" y="1709"/>
                      <a:pt x="1640" y="1706"/>
                    </a:cubicBezTo>
                    <a:cubicBezTo>
                      <a:pt x="1639" y="1704"/>
                      <a:pt x="1639" y="1702"/>
                      <a:pt x="1638" y="1700"/>
                    </a:cubicBezTo>
                    <a:cubicBezTo>
                      <a:pt x="1636" y="1696"/>
                      <a:pt x="1629" y="1700"/>
                      <a:pt x="1625" y="1700"/>
                    </a:cubicBezTo>
                    <a:cubicBezTo>
                      <a:pt x="1621" y="1699"/>
                      <a:pt x="1618" y="1694"/>
                      <a:pt x="1613" y="1693"/>
                    </a:cubicBezTo>
                    <a:cubicBezTo>
                      <a:pt x="1608" y="1693"/>
                      <a:pt x="1604" y="1694"/>
                      <a:pt x="1599" y="1691"/>
                    </a:cubicBezTo>
                    <a:cubicBezTo>
                      <a:pt x="1591" y="1686"/>
                      <a:pt x="1579" y="1674"/>
                      <a:pt x="1585" y="1663"/>
                    </a:cubicBezTo>
                    <a:cubicBezTo>
                      <a:pt x="1590" y="1653"/>
                      <a:pt x="1603" y="1661"/>
                      <a:pt x="1607" y="1669"/>
                    </a:cubicBezTo>
                    <a:cubicBezTo>
                      <a:pt x="1607" y="1671"/>
                      <a:pt x="1611" y="1681"/>
                      <a:pt x="1614" y="1678"/>
                    </a:cubicBezTo>
                    <a:cubicBezTo>
                      <a:pt x="1617" y="1674"/>
                      <a:pt x="1616" y="1669"/>
                      <a:pt x="1620" y="1666"/>
                    </a:cubicBezTo>
                    <a:cubicBezTo>
                      <a:pt x="1620" y="1669"/>
                      <a:pt x="1620" y="1672"/>
                      <a:pt x="1620" y="1674"/>
                    </a:cubicBezTo>
                    <a:cubicBezTo>
                      <a:pt x="1620" y="1676"/>
                      <a:pt x="1621" y="1677"/>
                      <a:pt x="1621" y="1678"/>
                    </a:cubicBezTo>
                    <a:cubicBezTo>
                      <a:pt x="1621" y="1680"/>
                      <a:pt x="1621" y="1681"/>
                      <a:pt x="1622" y="1683"/>
                    </a:cubicBezTo>
                    <a:cubicBezTo>
                      <a:pt x="1624" y="1687"/>
                      <a:pt x="1631" y="1683"/>
                      <a:pt x="1634" y="1688"/>
                    </a:cubicBezTo>
                    <a:cubicBezTo>
                      <a:pt x="1635" y="1689"/>
                      <a:pt x="1635" y="1690"/>
                      <a:pt x="1636" y="1691"/>
                    </a:cubicBezTo>
                    <a:cubicBezTo>
                      <a:pt x="1636" y="1691"/>
                      <a:pt x="1638" y="1692"/>
                      <a:pt x="1639" y="1693"/>
                    </a:cubicBezTo>
                    <a:cubicBezTo>
                      <a:pt x="1640" y="1694"/>
                      <a:pt x="1643" y="1695"/>
                      <a:pt x="1642" y="1698"/>
                    </a:cubicBezTo>
                    <a:cubicBezTo>
                      <a:pt x="1642" y="1701"/>
                      <a:pt x="1641" y="1702"/>
                      <a:pt x="1644" y="1704"/>
                    </a:cubicBezTo>
                    <a:cubicBezTo>
                      <a:pt x="1645" y="1706"/>
                      <a:pt x="1647" y="1708"/>
                      <a:pt x="1649" y="1709"/>
                    </a:cubicBezTo>
                    <a:cubicBezTo>
                      <a:pt x="1650" y="1710"/>
                      <a:pt x="1653" y="1710"/>
                      <a:pt x="1655" y="1711"/>
                    </a:cubicBezTo>
                    <a:cubicBezTo>
                      <a:pt x="1658" y="1712"/>
                      <a:pt x="1659" y="1715"/>
                      <a:pt x="1660" y="1718"/>
                    </a:cubicBezTo>
                    <a:cubicBezTo>
                      <a:pt x="1661" y="1719"/>
                      <a:pt x="1663" y="1724"/>
                      <a:pt x="1666" y="1723"/>
                    </a:cubicBezTo>
                    <a:cubicBezTo>
                      <a:pt x="1669" y="1721"/>
                      <a:pt x="1670" y="1716"/>
                      <a:pt x="1671" y="1713"/>
                    </a:cubicBezTo>
                    <a:cubicBezTo>
                      <a:pt x="1672" y="1712"/>
                      <a:pt x="1672" y="1711"/>
                      <a:pt x="1673" y="1709"/>
                    </a:cubicBezTo>
                    <a:cubicBezTo>
                      <a:pt x="1674" y="1708"/>
                      <a:pt x="1674" y="1707"/>
                      <a:pt x="1674" y="1705"/>
                    </a:cubicBezTo>
                    <a:cubicBezTo>
                      <a:pt x="1674" y="1701"/>
                      <a:pt x="1675" y="1700"/>
                      <a:pt x="1678" y="1698"/>
                    </a:cubicBezTo>
                    <a:cubicBezTo>
                      <a:pt x="1683" y="1693"/>
                      <a:pt x="1681" y="1686"/>
                      <a:pt x="1684" y="1680"/>
                    </a:cubicBezTo>
                    <a:cubicBezTo>
                      <a:pt x="1687" y="1675"/>
                      <a:pt x="1691" y="1671"/>
                      <a:pt x="1694" y="1666"/>
                    </a:cubicBezTo>
                    <a:cubicBezTo>
                      <a:pt x="1696" y="1664"/>
                      <a:pt x="1697" y="1661"/>
                      <a:pt x="1699" y="1658"/>
                    </a:cubicBezTo>
                    <a:cubicBezTo>
                      <a:pt x="1700" y="1657"/>
                      <a:pt x="1701" y="1656"/>
                      <a:pt x="1702" y="1655"/>
                    </a:cubicBezTo>
                    <a:cubicBezTo>
                      <a:pt x="1703" y="1654"/>
                      <a:pt x="1703" y="1654"/>
                      <a:pt x="1704" y="1653"/>
                    </a:cubicBezTo>
                    <a:cubicBezTo>
                      <a:pt x="1705" y="1652"/>
                      <a:pt x="1705" y="1650"/>
                      <a:pt x="1705" y="1649"/>
                    </a:cubicBezTo>
                    <a:cubicBezTo>
                      <a:pt x="1705" y="1647"/>
                      <a:pt x="1706" y="1646"/>
                      <a:pt x="1707" y="1645"/>
                    </a:cubicBezTo>
                    <a:cubicBezTo>
                      <a:pt x="1708" y="1642"/>
                      <a:pt x="1706" y="1640"/>
                      <a:pt x="1705" y="1637"/>
                    </a:cubicBezTo>
                    <a:cubicBezTo>
                      <a:pt x="1705" y="1634"/>
                      <a:pt x="1706" y="1631"/>
                      <a:pt x="1706" y="1628"/>
                    </a:cubicBezTo>
                    <a:cubicBezTo>
                      <a:pt x="1706" y="1620"/>
                      <a:pt x="1698" y="1623"/>
                      <a:pt x="1695" y="1617"/>
                    </a:cubicBezTo>
                    <a:cubicBezTo>
                      <a:pt x="1693" y="1615"/>
                      <a:pt x="1693" y="1611"/>
                      <a:pt x="1696" y="1610"/>
                    </a:cubicBezTo>
                    <a:cubicBezTo>
                      <a:pt x="1698" y="1610"/>
                      <a:pt x="1699" y="1610"/>
                      <a:pt x="1700" y="1608"/>
                    </a:cubicBezTo>
                    <a:cubicBezTo>
                      <a:pt x="1701" y="1607"/>
                      <a:pt x="1701" y="1605"/>
                      <a:pt x="1702" y="1604"/>
                    </a:cubicBezTo>
                    <a:cubicBezTo>
                      <a:pt x="1704" y="1602"/>
                      <a:pt x="1708" y="1602"/>
                      <a:pt x="1710" y="1600"/>
                    </a:cubicBezTo>
                    <a:cubicBezTo>
                      <a:pt x="1713" y="1598"/>
                      <a:pt x="1715" y="1596"/>
                      <a:pt x="1717" y="1593"/>
                    </a:cubicBezTo>
                    <a:cubicBezTo>
                      <a:pt x="1719" y="1590"/>
                      <a:pt x="1720" y="1588"/>
                      <a:pt x="1724" y="1588"/>
                    </a:cubicBezTo>
                    <a:cubicBezTo>
                      <a:pt x="1728" y="1589"/>
                      <a:pt x="1731" y="1588"/>
                      <a:pt x="1734" y="1586"/>
                    </a:cubicBezTo>
                    <a:cubicBezTo>
                      <a:pt x="1736" y="1585"/>
                      <a:pt x="1739" y="1584"/>
                      <a:pt x="1741" y="1583"/>
                    </a:cubicBezTo>
                    <a:cubicBezTo>
                      <a:pt x="1744" y="1581"/>
                      <a:pt x="1746" y="1579"/>
                      <a:pt x="1748" y="1577"/>
                    </a:cubicBezTo>
                    <a:cubicBezTo>
                      <a:pt x="1751" y="1575"/>
                      <a:pt x="1754" y="1576"/>
                      <a:pt x="1756" y="1573"/>
                    </a:cubicBezTo>
                    <a:cubicBezTo>
                      <a:pt x="1758" y="1570"/>
                      <a:pt x="1759" y="1567"/>
                      <a:pt x="1759" y="1564"/>
                    </a:cubicBezTo>
                    <a:cubicBezTo>
                      <a:pt x="1759" y="1558"/>
                      <a:pt x="1757" y="1552"/>
                      <a:pt x="1756" y="1547"/>
                    </a:cubicBezTo>
                    <a:cubicBezTo>
                      <a:pt x="1755" y="1544"/>
                      <a:pt x="1754" y="1541"/>
                      <a:pt x="1753" y="1538"/>
                    </a:cubicBezTo>
                    <a:cubicBezTo>
                      <a:pt x="1751" y="1535"/>
                      <a:pt x="1750" y="1532"/>
                      <a:pt x="1749" y="1529"/>
                    </a:cubicBezTo>
                    <a:cubicBezTo>
                      <a:pt x="1747" y="1526"/>
                      <a:pt x="1747" y="1523"/>
                      <a:pt x="1746" y="1520"/>
                    </a:cubicBezTo>
                    <a:cubicBezTo>
                      <a:pt x="1745" y="1519"/>
                      <a:pt x="1745" y="1517"/>
                      <a:pt x="1745" y="1516"/>
                    </a:cubicBezTo>
                    <a:cubicBezTo>
                      <a:pt x="1744" y="1515"/>
                      <a:pt x="1741" y="1514"/>
                      <a:pt x="1739" y="1514"/>
                    </a:cubicBezTo>
                    <a:cubicBezTo>
                      <a:pt x="1737" y="1513"/>
                      <a:pt x="1736" y="1512"/>
                      <a:pt x="1734" y="1510"/>
                    </a:cubicBezTo>
                    <a:cubicBezTo>
                      <a:pt x="1732" y="1508"/>
                      <a:pt x="1731" y="1505"/>
                      <a:pt x="1729" y="1503"/>
                    </a:cubicBezTo>
                    <a:cubicBezTo>
                      <a:pt x="1727" y="1499"/>
                      <a:pt x="1725" y="1499"/>
                      <a:pt x="1721" y="1499"/>
                    </a:cubicBezTo>
                    <a:cubicBezTo>
                      <a:pt x="1716" y="1498"/>
                      <a:pt x="1719" y="1496"/>
                      <a:pt x="1718" y="1492"/>
                    </a:cubicBezTo>
                    <a:cubicBezTo>
                      <a:pt x="1718" y="1491"/>
                      <a:pt x="1717" y="1489"/>
                      <a:pt x="1716" y="1488"/>
                    </a:cubicBezTo>
                    <a:cubicBezTo>
                      <a:pt x="1715" y="1487"/>
                      <a:pt x="1714" y="1487"/>
                      <a:pt x="1713" y="1486"/>
                    </a:cubicBezTo>
                    <a:cubicBezTo>
                      <a:pt x="1709" y="1481"/>
                      <a:pt x="1710" y="1474"/>
                      <a:pt x="1709" y="1469"/>
                    </a:cubicBezTo>
                    <a:cubicBezTo>
                      <a:pt x="1709" y="1465"/>
                      <a:pt x="1709" y="1463"/>
                      <a:pt x="1707" y="1460"/>
                    </a:cubicBezTo>
                    <a:cubicBezTo>
                      <a:pt x="1705" y="1458"/>
                      <a:pt x="1701" y="1455"/>
                      <a:pt x="1702" y="1452"/>
                    </a:cubicBezTo>
                    <a:cubicBezTo>
                      <a:pt x="1705" y="1452"/>
                      <a:pt x="1710" y="1460"/>
                      <a:pt x="1710" y="1463"/>
                    </a:cubicBezTo>
                    <a:cubicBezTo>
                      <a:pt x="1711" y="1465"/>
                      <a:pt x="1711" y="1467"/>
                      <a:pt x="1712" y="1469"/>
                    </a:cubicBezTo>
                    <a:cubicBezTo>
                      <a:pt x="1713" y="1471"/>
                      <a:pt x="1714" y="1472"/>
                      <a:pt x="1714" y="1475"/>
                    </a:cubicBezTo>
                    <a:cubicBezTo>
                      <a:pt x="1715" y="1480"/>
                      <a:pt x="1717" y="1482"/>
                      <a:pt x="1721" y="1484"/>
                    </a:cubicBezTo>
                    <a:cubicBezTo>
                      <a:pt x="1725" y="1487"/>
                      <a:pt x="1724" y="1492"/>
                      <a:pt x="1725" y="1496"/>
                    </a:cubicBezTo>
                    <a:cubicBezTo>
                      <a:pt x="1726" y="1499"/>
                      <a:pt x="1728" y="1499"/>
                      <a:pt x="1730" y="1499"/>
                    </a:cubicBezTo>
                    <a:cubicBezTo>
                      <a:pt x="1733" y="1500"/>
                      <a:pt x="1735" y="1501"/>
                      <a:pt x="1737" y="1503"/>
                    </a:cubicBezTo>
                    <a:cubicBezTo>
                      <a:pt x="1740" y="1506"/>
                      <a:pt x="1742" y="1509"/>
                      <a:pt x="1745" y="1511"/>
                    </a:cubicBezTo>
                    <a:cubicBezTo>
                      <a:pt x="1747" y="1513"/>
                      <a:pt x="1750" y="1513"/>
                      <a:pt x="1751" y="1515"/>
                    </a:cubicBezTo>
                    <a:cubicBezTo>
                      <a:pt x="1753" y="1517"/>
                      <a:pt x="1752" y="1519"/>
                      <a:pt x="1753" y="1522"/>
                    </a:cubicBezTo>
                    <a:cubicBezTo>
                      <a:pt x="1755" y="1526"/>
                      <a:pt x="1758" y="1530"/>
                      <a:pt x="1759" y="1535"/>
                    </a:cubicBezTo>
                    <a:cubicBezTo>
                      <a:pt x="1759" y="1541"/>
                      <a:pt x="1760" y="1546"/>
                      <a:pt x="1760" y="1552"/>
                    </a:cubicBezTo>
                    <a:cubicBezTo>
                      <a:pt x="1760" y="1558"/>
                      <a:pt x="1761" y="1564"/>
                      <a:pt x="1764" y="1569"/>
                    </a:cubicBezTo>
                    <a:cubicBezTo>
                      <a:pt x="1767" y="1574"/>
                      <a:pt x="1774" y="1574"/>
                      <a:pt x="1779" y="1575"/>
                    </a:cubicBezTo>
                    <a:cubicBezTo>
                      <a:pt x="1783" y="1575"/>
                      <a:pt x="1787" y="1575"/>
                      <a:pt x="1791" y="1576"/>
                    </a:cubicBezTo>
                    <a:cubicBezTo>
                      <a:pt x="1795" y="1576"/>
                      <a:pt x="1799" y="1575"/>
                      <a:pt x="1800" y="1571"/>
                    </a:cubicBezTo>
                    <a:cubicBezTo>
                      <a:pt x="1801" y="1567"/>
                      <a:pt x="1800" y="1563"/>
                      <a:pt x="1799" y="1559"/>
                    </a:cubicBezTo>
                    <a:cubicBezTo>
                      <a:pt x="1799" y="1557"/>
                      <a:pt x="1799" y="1555"/>
                      <a:pt x="1798" y="1554"/>
                    </a:cubicBezTo>
                    <a:cubicBezTo>
                      <a:pt x="1797" y="1552"/>
                      <a:pt x="1796" y="1551"/>
                      <a:pt x="1795" y="1549"/>
                    </a:cubicBezTo>
                    <a:cubicBezTo>
                      <a:pt x="1794" y="1547"/>
                      <a:pt x="1796" y="1540"/>
                      <a:pt x="1800" y="1543"/>
                    </a:cubicBezTo>
                    <a:cubicBezTo>
                      <a:pt x="1803" y="1545"/>
                      <a:pt x="1802" y="1552"/>
                      <a:pt x="1802" y="1555"/>
                    </a:cubicBezTo>
                    <a:cubicBezTo>
                      <a:pt x="1803" y="1559"/>
                      <a:pt x="1806" y="1564"/>
                      <a:pt x="1808" y="1558"/>
                    </a:cubicBezTo>
                    <a:cubicBezTo>
                      <a:pt x="1809" y="1556"/>
                      <a:pt x="1809" y="1554"/>
                      <a:pt x="1810" y="1552"/>
                    </a:cubicBezTo>
                    <a:cubicBezTo>
                      <a:pt x="1811" y="1551"/>
                      <a:pt x="1812" y="1550"/>
                      <a:pt x="1813" y="1548"/>
                    </a:cubicBezTo>
                    <a:cubicBezTo>
                      <a:pt x="1817" y="1545"/>
                      <a:pt x="1815" y="1541"/>
                      <a:pt x="1812" y="1538"/>
                    </a:cubicBezTo>
                    <a:cubicBezTo>
                      <a:pt x="1809" y="1535"/>
                      <a:pt x="1806" y="1533"/>
                      <a:pt x="1804" y="1530"/>
                    </a:cubicBezTo>
                    <a:cubicBezTo>
                      <a:pt x="1803" y="1529"/>
                      <a:pt x="1801" y="1528"/>
                      <a:pt x="1801" y="1526"/>
                    </a:cubicBezTo>
                    <a:cubicBezTo>
                      <a:pt x="1801" y="1525"/>
                      <a:pt x="1804" y="1525"/>
                      <a:pt x="1805" y="1525"/>
                    </a:cubicBezTo>
                    <a:cubicBezTo>
                      <a:pt x="1810" y="1526"/>
                      <a:pt x="1810" y="1532"/>
                      <a:pt x="1814" y="1534"/>
                    </a:cubicBezTo>
                    <a:cubicBezTo>
                      <a:pt x="1819" y="1538"/>
                      <a:pt x="1820" y="1532"/>
                      <a:pt x="1819" y="1529"/>
                    </a:cubicBezTo>
                    <a:cubicBezTo>
                      <a:pt x="1817" y="1524"/>
                      <a:pt x="1818" y="1522"/>
                      <a:pt x="1822" y="1520"/>
                    </a:cubicBezTo>
                    <a:cubicBezTo>
                      <a:pt x="1826" y="1518"/>
                      <a:pt x="1827" y="1514"/>
                      <a:pt x="1829" y="1511"/>
                    </a:cubicBezTo>
                    <a:cubicBezTo>
                      <a:pt x="1832" y="1508"/>
                      <a:pt x="1838" y="1507"/>
                      <a:pt x="1837" y="1512"/>
                    </a:cubicBezTo>
                    <a:cubicBezTo>
                      <a:pt x="1836" y="1516"/>
                      <a:pt x="1831" y="1518"/>
                      <a:pt x="1829" y="1521"/>
                    </a:cubicBezTo>
                    <a:cubicBezTo>
                      <a:pt x="1826" y="1525"/>
                      <a:pt x="1825" y="1529"/>
                      <a:pt x="1824" y="1533"/>
                    </a:cubicBezTo>
                    <a:cubicBezTo>
                      <a:pt x="1823" y="1536"/>
                      <a:pt x="1823" y="1540"/>
                      <a:pt x="1823" y="1544"/>
                    </a:cubicBezTo>
                    <a:cubicBezTo>
                      <a:pt x="1822" y="1546"/>
                      <a:pt x="1822" y="1549"/>
                      <a:pt x="1821" y="1552"/>
                    </a:cubicBezTo>
                    <a:cubicBezTo>
                      <a:pt x="1819" y="1556"/>
                      <a:pt x="1810" y="1563"/>
                      <a:pt x="1814" y="1568"/>
                    </a:cubicBezTo>
                    <a:cubicBezTo>
                      <a:pt x="1819" y="1573"/>
                      <a:pt x="1829" y="1566"/>
                      <a:pt x="1833" y="1563"/>
                    </a:cubicBezTo>
                    <a:cubicBezTo>
                      <a:pt x="1836" y="1561"/>
                      <a:pt x="1839" y="1558"/>
                      <a:pt x="1843" y="1556"/>
                    </a:cubicBezTo>
                    <a:cubicBezTo>
                      <a:pt x="1846" y="1555"/>
                      <a:pt x="1849" y="1554"/>
                      <a:pt x="1852" y="1554"/>
                    </a:cubicBezTo>
                    <a:cubicBezTo>
                      <a:pt x="1854" y="1554"/>
                      <a:pt x="1857" y="1554"/>
                      <a:pt x="1859" y="1554"/>
                    </a:cubicBezTo>
                    <a:cubicBezTo>
                      <a:pt x="1861" y="1554"/>
                      <a:pt x="1863" y="1554"/>
                      <a:pt x="1866" y="1554"/>
                    </a:cubicBezTo>
                    <a:cubicBezTo>
                      <a:pt x="1872" y="1554"/>
                      <a:pt x="1877" y="1559"/>
                      <a:pt x="1884" y="1556"/>
                    </a:cubicBezTo>
                    <a:cubicBezTo>
                      <a:pt x="1888" y="1555"/>
                      <a:pt x="1891" y="1552"/>
                      <a:pt x="1893" y="1550"/>
                    </a:cubicBezTo>
                    <a:cubicBezTo>
                      <a:pt x="1897" y="1545"/>
                      <a:pt x="1903" y="1536"/>
                      <a:pt x="1900" y="1530"/>
                    </a:cubicBezTo>
                    <a:cubicBezTo>
                      <a:pt x="1899" y="1527"/>
                      <a:pt x="1895" y="1524"/>
                      <a:pt x="1893" y="1522"/>
                    </a:cubicBezTo>
                    <a:cubicBezTo>
                      <a:pt x="1890" y="1518"/>
                      <a:pt x="1888" y="1514"/>
                      <a:pt x="1888" y="1510"/>
                    </a:cubicBezTo>
                    <a:cubicBezTo>
                      <a:pt x="1887" y="1506"/>
                      <a:pt x="1890" y="1504"/>
                      <a:pt x="1893" y="1502"/>
                    </a:cubicBezTo>
                    <a:cubicBezTo>
                      <a:pt x="1897" y="1499"/>
                      <a:pt x="1899" y="1496"/>
                      <a:pt x="1900" y="1492"/>
                    </a:cubicBezTo>
                    <a:cubicBezTo>
                      <a:pt x="1901" y="1488"/>
                      <a:pt x="1903" y="1482"/>
                      <a:pt x="1902" y="1478"/>
                    </a:cubicBezTo>
                    <a:cubicBezTo>
                      <a:pt x="1901" y="1474"/>
                      <a:pt x="1895" y="1475"/>
                      <a:pt x="1892" y="1474"/>
                    </a:cubicBezTo>
                    <a:cubicBezTo>
                      <a:pt x="1880" y="1472"/>
                      <a:pt x="1897" y="1462"/>
                      <a:pt x="1890" y="1459"/>
                    </a:cubicBezTo>
                    <a:cubicBezTo>
                      <a:pt x="1889" y="1458"/>
                      <a:pt x="1883" y="1459"/>
                      <a:pt x="1884" y="1456"/>
                    </a:cubicBezTo>
                    <a:cubicBezTo>
                      <a:pt x="1884" y="1452"/>
                      <a:pt x="1890" y="1451"/>
                      <a:pt x="1892" y="1451"/>
                    </a:cubicBezTo>
                    <a:cubicBezTo>
                      <a:pt x="1895" y="1451"/>
                      <a:pt x="1899" y="1454"/>
                      <a:pt x="1900" y="1457"/>
                    </a:cubicBezTo>
                    <a:cubicBezTo>
                      <a:pt x="1901" y="1461"/>
                      <a:pt x="1896" y="1463"/>
                      <a:pt x="1893" y="1464"/>
                    </a:cubicBezTo>
                    <a:cubicBezTo>
                      <a:pt x="1892" y="1470"/>
                      <a:pt x="1895" y="1470"/>
                      <a:pt x="1900" y="1471"/>
                    </a:cubicBezTo>
                    <a:cubicBezTo>
                      <a:pt x="1904" y="1472"/>
                      <a:pt x="1907" y="1476"/>
                      <a:pt x="1910" y="1477"/>
                    </a:cubicBezTo>
                    <a:cubicBezTo>
                      <a:pt x="1911" y="1481"/>
                      <a:pt x="1909" y="1487"/>
                      <a:pt x="1906" y="1490"/>
                    </a:cubicBezTo>
                    <a:cubicBezTo>
                      <a:pt x="1905" y="1492"/>
                      <a:pt x="1903" y="1492"/>
                      <a:pt x="1903" y="1495"/>
                    </a:cubicBezTo>
                    <a:cubicBezTo>
                      <a:pt x="1903" y="1497"/>
                      <a:pt x="1903" y="1498"/>
                      <a:pt x="1902" y="1500"/>
                    </a:cubicBezTo>
                    <a:cubicBezTo>
                      <a:pt x="1900" y="1504"/>
                      <a:pt x="1899" y="1506"/>
                      <a:pt x="1899" y="1511"/>
                    </a:cubicBezTo>
                    <a:cubicBezTo>
                      <a:pt x="1899" y="1515"/>
                      <a:pt x="1899" y="1518"/>
                      <a:pt x="1901" y="1521"/>
                    </a:cubicBezTo>
                    <a:cubicBezTo>
                      <a:pt x="1902" y="1523"/>
                      <a:pt x="1903" y="1525"/>
                      <a:pt x="1904" y="1527"/>
                    </a:cubicBezTo>
                    <a:cubicBezTo>
                      <a:pt x="1905" y="1528"/>
                      <a:pt x="1905" y="1531"/>
                      <a:pt x="1906" y="1532"/>
                    </a:cubicBezTo>
                    <a:cubicBezTo>
                      <a:pt x="1907" y="1534"/>
                      <a:pt x="1910" y="1532"/>
                      <a:pt x="1911" y="1533"/>
                    </a:cubicBezTo>
                    <a:cubicBezTo>
                      <a:pt x="1913" y="1534"/>
                      <a:pt x="1912" y="1536"/>
                      <a:pt x="1912" y="1537"/>
                    </a:cubicBezTo>
                    <a:cubicBezTo>
                      <a:pt x="1912" y="1540"/>
                      <a:pt x="1913" y="1544"/>
                      <a:pt x="1915" y="1546"/>
                    </a:cubicBezTo>
                    <a:cubicBezTo>
                      <a:pt x="1918" y="1548"/>
                      <a:pt x="1920" y="1549"/>
                      <a:pt x="1924" y="1550"/>
                    </a:cubicBezTo>
                    <a:cubicBezTo>
                      <a:pt x="1927" y="1550"/>
                      <a:pt x="1930" y="1550"/>
                      <a:pt x="1933" y="1550"/>
                    </a:cubicBezTo>
                    <a:cubicBezTo>
                      <a:pt x="1934" y="1550"/>
                      <a:pt x="1937" y="1550"/>
                      <a:pt x="1939" y="1551"/>
                    </a:cubicBezTo>
                    <a:cubicBezTo>
                      <a:pt x="1940" y="1552"/>
                      <a:pt x="1941" y="1553"/>
                      <a:pt x="1942" y="1553"/>
                    </a:cubicBezTo>
                    <a:cubicBezTo>
                      <a:pt x="1944" y="1557"/>
                      <a:pt x="1944" y="1562"/>
                      <a:pt x="1947" y="1564"/>
                    </a:cubicBezTo>
                    <a:cubicBezTo>
                      <a:pt x="1949" y="1565"/>
                      <a:pt x="1951" y="1563"/>
                      <a:pt x="1953" y="1562"/>
                    </a:cubicBezTo>
                    <a:cubicBezTo>
                      <a:pt x="1955" y="1561"/>
                      <a:pt x="1956" y="1559"/>
                      <a:pt x="1958" y="1558"/>
                    </a:cubicBezTo>
                    <a:cubicBezTo>
                      <a:pt x="1958" y="1556"/>
                      <a:pt x="1959" y="1555"/>
                      <a:pt x="1960" y="1554"/>
                    </a:cubicBezTo>
                    <a:cubicBezTo>
                      <a:pt x="1963" y="1553"/>
                      <a:pt x="1967" y="1555"/>
                      <a:pt x="1970" y="1554"/>
                    </a:cubicBezTo>
                    <a:cubicBezTo>
                      <a:pt x="1974" y="1554"/>
                      <a:pt x="1978" y="1553"/>
                      <a:pt x="1981" y="1555"/>
                    </a:cubicBezTo>
                    <a:cubicBezTo>
                      <a:pt x="1984" y="1557"/>
                      <a:pt x="1985" y="1561"/>
                      <a:pt x="1988" y="1560"/>
                    </a:cubicBezTo>
                    <a:cubicBezTo>
                      <a:pt x="1992" y="1559"/>
                      <a:pt x="1995" y="1556"/>
                      <a:pt x="1999" y="1555"/>
                    </a:cubicBezTo>
                    <a:cubicBezTo>
                      <a:pt x="2003" y="1555"/>
                      <a:pt x="2003" y="1559"/>
                      <a:pt x="2004" y="1562"/>
                    </a:cubicBezTo>
                    <a:cubicBezTo>
                      <a:pt x="2005" y="1566"/>
                      <a:pt x="2005" y="1571"/>
                      <a:pt x="2002" y="1574"/>
                    </a:cubicBezTo>
                    <a:cubicBezTo>
                      <a:pt x="1999" y="1576"/>
                      <a:pt x="1997" y="1576"/>
                      <a:pt x="1993" y="1575"/>
                    </a:cubicBezTo>
                    <a:cubicBezTo>
                      <a:pt x="1989" y="1574"/>
                      <a:pt x="1986" y="1574"/>
                      <a:pt x="1983" y="1577"/>
                    </a:cubicBezTo>
                    <a:cubicBezTo>
                      <a:pt x="1983" y="1578"/>
                      <a:pt x="1983" y="1578"/>
                      <a:pt x="1983" y="1577"/>
                    </a:cubicBezTo>
                    <a:cubicBezTo>
                      <a:pt x="1982" y="1578"/>
                      <a:pt x="1979" y="1580"/>
                      <a:pt x="1978" y="1580"/>
                    </a:cubicBezTo>
                    <a:cubicBezTo>
                      <a:pt x="1976" y="1580"/>
                      <a:pt x="1974" y="1579"/>
                      <a:pt x="1972" y="1578"/>
                    </a:cubicBezTo>
                    <a:cubicBezTo>
                      <a:pt x="1968" y="1577"/>
                      <a:pt x="1963" y="1576"/>
                      <a:pt x="1959" y="1576"/>
                    </a:cubicBezTo>
                    <a:cubicBezTo>
                      <a:pt x="1951" y="1576"/>
                      <a:pt x="1943" y="1578"/>
                      <a:pt x="1935" y="1580"/>
                    </a:cubicBezTo>
                    <a:cubicBezTo>
                      <a:pt x="1927" y="1582"/>
                      <a:pt x="1919" y="1582"/>
                      <a:pt x="1911" y="1580"/>
                    </a:cubicBezTo>
                    <a:cubicBezTo>
                      <a:pt x="1900" y="1579"/>
                      <a:pt x="1890" y="1577"/>
                      <a:pt x="1879" y="1577"/>
                    </a:cubicBezTo>
                    <a:cubicBezTo>
                      <a:pt x="1868" y="1576"/>
                      <a:pt x="1857" y="1578"/>
                      <a:pt x="1846" y="1579"/>
                    </a:cubicBezTo>
                    <a:cubicBezTo>
                      <a:pt x="1843" y="1579"/>
                      <a:pt x="1840" y="1579"/>
                      <a:pt x="1836" y="1580"/>
                    </a:cubicBezTo>
                    <a:cubicBezTo>
                      <a:pt x="1835" y="1580"/>
                      <a:pt x="1834" y="1580"/>
                      <a:pt x="1835" y="1581"/>
                    </a:cubicBezTo>
                    <a:cubicBezTo>
                      <a:pt x="1836" y="1583"/>
                      <a:pt x="1839" y="1585"/>
                      <a:pt x="1841" y="1586"/>
                    </a:cubicBezTo>
                    <a:cubicBezTo>
                      <a:pt x="1845" y="1588"/>
                      <a:pt x="1848" y="1591"/>
                      <a:pt x="1851" y="1593"/>
                    </a:cubicBezTo>
                    <a:cubicBezTo>
                      <a:pt x="1854" y="1596"/>
                      <a:pt x="1857" y="1598"/>
                      <a:pt x="1860" y="1600"/>
                    </a:cubicBezTo>
                    <a:cubicBezTo>
                      <a:pt x="1862" y="1601"/>
                      <a:pt x="1864" y="1603"/>
                      <a:pt x="1866" y="1602"/>
                    </a:cubicBezTo>
                    <a:cubicBezTo>
                      <a:pt x="1868" y="1602"/>
                      <a:pt x="1869" y="1600"/>
                      <a:pt x="1870" y="1599"/>
                    </a:cubicBezTo>
                    <a:cubicBezTo>
                      <a:pt x="1872" y="1597"/>
                      <a:pt x="1875" y="1596"/>
                      <a:pt x="1877" y="1595"/>
                    </a:cubicBezTo>
                    <a:cubicBezTo>
                      <a:pt x="1884" y="1592"/>
                      <a:pt x="1892" y="1592"/>
                      <a:pt x="1900" y="1593"/>
                    </a:cubicBezTo>
                    <a:cubicBezTo>
                      <a:pt x="1906" y="1593"/>
                      <a:pt x="1913" y="1594"/>
                      <a:pt x="1919" y="1595"/>
                    </a:cubicBezTo>
                    <a:cubicBezTo>
                      <a:pt x="1924" y="1596"/>
                      <a:pt x="1930" y="1597"/>
                      <a:pt x="1935" y="1600"/>
                    </a:cubicBezTo>
                    <a:cubicBezTo>
                      <a:pt x="1938" y="1604"/>
                      <a:pt x="1938" y="1608"/>
                      <a:pt x="1936" y="1612"/>
                    </a:cubicBezTo>
                    <a:cubicBezTo>
                      <a:pt x="1928" y="1622"/>
                      <a:pt x="1914" y="1622"/>
                      <a:pt x="1904" y="1626"/>
                    </a:cubicBezTo>
                    <a:cubicBezTo>
                      <a:pt x="1898" y="1628"/>
                      <a:pt x="1889" y="1633"/>
                      <a:pt x="1888" y="1640"/>
                    </a:cubicBezTo>
                    <a:cubicBezTo>
                      <a:pt x="1888" y="1647"/>
                      <a:pt x="1895" y="1648"/>
                      <a:pt x="1900" y="1647"/>
                    </a:cubicBezTo>
                    <a:cubicBezTo>
                      <a:pt x="1906" y="1645"/>
                      <a:pt x="1908" y="1640"/>
                      <a:pt x="1913" y="1636"/>
                    </a:cubicBezTo>
                    <a:cubicBezTo>
                      <a:pt x="1916" y="1633"/>
                      <a:pt x="1922" y="1636"/>
                      <a:pt x="1925" y="1638"/>
                    </a:cubicBezTo>
                    <a:cubicBezTo>
                      <a:pt x="1932" y="1640"/>
                      <a:pt x="1938" y="1642"/>
                      <a:pt x="1945" y="1643"/>
                    </a:cubicBezTo>
                    <a:cubicBezTo>
                      <a:pt x="1949" y="1643"/>
                      <a:pt x="1952" y="1644"/>
                      <a:pt x="1955" y="1647"/>
                    </a:cubicBezTo>
                    <a:cubicBezTo>
                      <a:pt x="1960" y="1651"/>
                      <a:pt x="1964" y="1654"/>
                      <a:pt x="1971" y="1654"/>
                    </a:cubicBezTo>
                    <a:cubicBezTo>
                      <a:pt x="1974" y="1654"/>
                      <a:pt x="1977" y="1653"/>
                      <a:pt x="1980" y="1652"/>
                    </a:cubicBezTo>
                    <a:cubicBezTo>
                      <a:pt x="1982" y="1652"/>
                      <a:pt x="1984" y="1650"/>
                      <a:pt x="1986" y="1650"/>
                    </a:cubicBezTo>
                    <a:cubicBezTo>
                      <a:pt x="1990" y="1649"/>
                      <a:pt x="1988" y="1654"/>
                      <a:pt x="1987" y="1656"/>
                    </a:cubicBezTo>
                    <a:cubicBezTo>
                      <a:pt x="1984" y="1661"/>
                      <a:pt x="1978" y="1662"/>
                      <a:pt x="1973" y="1662"/>
                    </a:cubicBezTo>
                    <a:cubicBezTo>
                      <a:pt x="1971" y="1661"/>
                      <a:pt x="1969" y="1661"/>
                      <a:pt x="1967" y="1660"/>
                    </a:cubicBezTo>
                    <a:cubicBezTo>
                      <a:pt x="1966" y="1660"/>
                      <a:pt x="1965" y="1660"/>
                      <a:pt x="1963" y="1660"/>
                    </a:cubicBezTo>
                    <a:cubicBezTo>
                      <a:pt x="1960" y="1661"/>
                      <a:pt x="1956" y="1661"/>
                      <a:pt x="1953" y="1661"/>
                    </a:cubicBezTo>
                    <a:cubicBezTo>
                      <a:pt x="1951" y="1661"/>
                      <a:pt x="1949" y="1660"/>
                      <a:pt x="1948" y="1660"/>
                    </a:cubicBezTo>
                    <a:cubicBezTo>
                      <a:pt x="1945" y="1659"/>
                      <a:pt x="1942" y="1659"/>
                      <a:pt x="1939" y="1659"/>
                    </a:cubicBezTo>
                    <a:cubicBezTo>
                      <a:pt x="1936" y="1659"/>
                      <a:pt x="1933" y="1658"/>
                      <a:pt x="1930" y="1657"/>
                    </a:cubicBezTo>
                    <a:cubicBezTo>
                      <a:pt x="1927" y="1657"/>
                      <a:pt x="1924" y="1658"/>
                      <a:pt x="1921" y="1658"/>
                    </a:cubicBezTo>
                    <a:cubicBezTo>
                      <a:pt x="1913" y="1659"/>
                      <a:pt x="1905" y="1659"/>
                      <a:pt x="1897" y="1657"/>
                    </a:cubicBezTo>
                    <a:cubicBezTo>
                      <a:pt x="1889" y="1656"/>
                      <a:pt x="1882" y="1654"/>
                      <a:pt x="1875" y="1652"/>
                    </a:cubicBezTo>
                    <a:cubicBezTo>
                      <a:pt x="1869" y="1651"/>
                      <a:pt x="1863" y="1650"/>
                      <a:pt x="1858" y="1647"/>
                    </a:cubicBezTo>
                    <a:cubicBezTo>
                      <a:pt x="1853" y="1644"/>
                      <a:pt x="1849" y="1640"/>
                      <a:pt x="1846" y="1635"/>
                    </a:cubicBezTo>
                    <a:cubicBezTo>
                      <a:pt x="1845" y="1634"/>
                      <a:pt x="1843" y="1628"/>
                      <a:pt x="1840" y="1629"/>
                    </a:cubicBezTo>
                    <a:cubicBezTo>
                      <a:pt x="1837" y="1630"/>
                      <a:pt x="1838" y="1637"/>
                      <a:pt x="1838" y="1639"/>
                    </a:cubicBezTo>
                    <a:cubicBezTo>
                      <a:pt x="1840" y="1651"/>
                      <a:pt x="1853" y="1656"/>
                      <a:pt x="1864" y="1659"/>
                    </a:cubicBezTo>
                    <a:cubicBezTo>
                      <a:pt x="1879" y="1663"/>
                      <a:pt x="1894" y="1663"/>
                      <a:pt x="1909" y="1663"/>
                    </a:cubicBezTo>
                    <a:cubicBezTo>
                      <a:pt x="1915" y="1663"/>
                      <a:pt x="1921" y="1663"/>
                      <a:pt x="1926" y="1663"/>
                    </a:cubicBezTo>
                    <a:cubicBezTo>
                      <a:pt x="1929" y="1663"/>
                      <a:pt x="1932" y="1664"/>
                      <a:pt x="1935" y="1664"/>
                    </a:cubicBezTo>
                    <a:cubicBezTo>
                      <a:pt x="1938" y="1664"/>
                      <a:pt x="1940" y="1665"/>
                      <a:pt x="1943" y="1665"/>
                    </a:cubicBezTo>
                    <a:cubicBezTo>
                      <a:pt x="1949" y="1665"/>
                      <a:pt x="1954" y="1666"/>
                      <a:pt x="1959" y="1666"/>
                    </a:cubicBezTo>
                    <a:cubicBezTo>
                      <a:pt x="1965" y="1666"/>
                      <a:pt x="1970" y="1666"/>
                      <a:pt x="1976" y="1666"/>
                    </a:cubicBezTo>
                    <a:cubicBezTo>
                      <a:pt x="1983" y="1666"/>
                      <a:pt x="1989" y="1666"/>
                      <a:pt x="1996" y="1667"/>
                    </a:cubicBezTo>
                    <a:cubicBezTo>
                      <a:pt x="1999" y="1667"/>
                      <a:pt x="2002" y="1668"/>
                      <a:pt x="2006" y="1668"/>
                    </a:cubicBezTo>
                    <a:cubicBezTo>
                      <a:pt x="2007" y="1668"/>
                      <a:pt x="2008" y="1668"/>
                      <a:pt x="2009" y="1668"/>
                    </a:cubicBezTo>
                    <a:cubicBezTo>
                      <a:pt x="2010" y="1668"/>
                      <a:pt x="2010" y="1669"/>
                      <a:pt x="2011" y="1669"/>
                    </a:cubicBezTo>
                    <a:cubicBezTo>
                      <a:pt x="2012" y="1669"/>
                      <a:pt x="2012" y="1669"/>
                      <a:pt x="2012" y="1669"/>
                    </a:cubicBezTo>
                    <a:cubicBezTo>
                      <a:pt x="2015" y="1669"/>
                      <a:pt x="2018" y="1670"/>
                      <a:pt x="2021" y="1671"/>
                    </a:cubicBezTo>
                    <a:cubicBezTo>
                      <a:pt x="2023" y="1672"/>
                      <a:pt x="2027" y="1672"/>
                      <a:pt x="2030" y="1672"/>
                    </a:cubicBezTo>
                    <a:cubicBezTo>
                      <a:pt x="2034" y="1673"/>
                      <a:pt x="2037" y="1673"/>
                      <a:pt x="2041" y="1673"/>
                    </a:cubicBezTo>
                    <a:cubicBezTo>
                      <a:pt x="2048" y="1673"/>
                      <a:pt x="2056" y="1673"/>
                      <a:pt x="2063" y="1672"/>
                    </a:cubicBezTo>
                    <a:cubicBezTo>
                      <a:pt x="2077" y="1671"/>
                      <a:pt x="2091" y="1672"/>
                      <a:pt x="2105" y="1673"/>
                    </a:cubicBezTo>
                    <a:cubicBezTo>
                      <a:pt x="2110" y="1673"/>
                      <a:pt x="2115" y="1673"/>
                      <a:pt x="2120" y="1673"/>
                    </a:cubicBezTo>
                    <a:cubicBezTo>
                      <a:pt x="2124" y="1673"/>
                      <a:pt x="2131" y="1673"/>
                      <a:pt x="2135" y="1670"/>
                    </a:cubicBezTo>
                    <a:cubicBezTo>
                      <a:pt x="2137" y="1669"/>
                      <a:pt x="2138" y="1665"/>
                      <a:pt x="2135" y="1664"/>
                    </a:cubicBezTo>
                    <a:cubicBezTo>
                      <a:pt x="2133" y="1662"/>
                      <a:pt x="2129" y="1665"/>
                      <a:pt x="2126" y="1666"/>
                    </a:cubicBezTo>
                    <a:cubicBezTo>
                      <a:pt x="2123" y="1667"/>
                      <a:pt x="2120" y="1667"/>
                      <a:pt x="2116" y="1665"/>
                    </a:cubicBezTo>
                    <a:cubicBezTo>
                      <a:pt x="2113" y="1664"/>
                      <a:pt x="2111" y="1663"/>
                      <a:pt x="2108" y="1664"/>
                    </a:cubicBezTo>
                    <a:cubicBezTo>
                      <a:pt x="2105" y="1665"/>
                      <a:pt x="2102" y="1667"/>
                      <a:pt x="2099" y="1667"/>
                    </a:cubicBezTo>
                    <a:cubicBezTo>
                      <a:pt x="2094" y="1667"/>
                      <a:pt x="2089" y="1666"/>
                      <a:pt x="2084" y="1666"/>
                    </a:cubicBezTo>
                    <a:cubicBezTo>
                      <a:pt x="2079" y="1666"/>
                      <a:pt x="2073" y="1667"/>
                      <a:pt x="2067" y="1667"/>
                    </a:cubicBezTo>
                    <a:cubicBezTo>
                      <a:pt x="2063" y="1667"/>
                      <a:pt x="2056" y="1668"/>
                      <a:pt x="2053" y="1665"/>
                    </a:cubicBezTo>
                    <a:cubicBezTo>
                      <a:pt x="2050" y="1663"/>
                      <a:pt x="2057" y="1661"/>
                      <a:pt x="2058" y="1661"/>
                    </a:cubicBezTo>
                    <a:cubicBezTo>
                      <a:pt x="2063" y="1659"/>
                      <a:pt x="2067" y="1658"/>
                      <a:pt x="2072" y="1656"/>
                    </a:cubicBezTo>
                    <a:cubicBezTo>
                      <a:pt x="2080" y="1653"/>
                      <a:pt x="2087" y="1650"/>
                      <a:pt x="2096" y="1649"/>
                    </a:cubicBezTo>
                    <a:cubicBezTo>
                      <a:pt x="2100" y="1648"/>
                      <a:pt x="2105" y="1648"/>
                      <a:pt x="2109" y="1649"/>
                    </a:cubicBezTo>
                    <a:cubicBezTo>
                      <a:pt x="2116" y="1649"/>
                      <a:pt x="2123" y="1647"/>
                      <a:pt x="2129" y="1644"/>
                    </a:cubicBezTo>
                    <a:cubicBezTo>
                      <a:pt x="2131" y="1643"/>
                      <a:pt x="2133" y="1643"/>
                      <a:pt x="2135" y="1641"/>
                    </a:cubicBezTo>
                    <a:cubicBezTo>
                      <a:pt x="2136" y="1640"/>
                      <a:pt x="2136" y="1639"/>
                      <a:pt x="2136" y="1638"/>
                    </a:cubicBezTo>
                    <a:cubicBezTo>
                      <a:pt x="2137" y="1636"/>
                      <a:pt x="2137" y="1632"/>
                      <a:pt x="2139" y="1631"/>
                    </a:cubicBezTo>
                    <a:cubicBezTo>
                      <a:pt x="2140" y="1630"/>
                      <a:pt x="2141" y="1630"/>
                      <a:pt x="2143" y="1630"/>
                    </a:cubicBezTo>
                    <a:cubicBezTo>
                      <a:pt x="2144" y="1630"/>
                      <a:pt x="2146" y="1630"/>
                      <a:pt x="2148" y="1630"/>
                    </a:cubicBezTo>
                    <a:cubicBezTo>
                      <a:pt x="2150" y="1630"/>
                      <a:pt x="2150" y="1633"/>
                      <a:pt x="2153" y="1634"/>
                    </a:cubicBezTo>
                    <a:cubicBezTo>
                      <a:pt x="2154" y="1634"/>
                      <a:pt x="2155" y="1633"/>
                      <a:pt x="2156" y="1632"/>
                    </a:cubicBezTo>
                    <a:cubicBezTo>
                      <a:pt x="2157" y="1632"/>
                      <a:pt x="2157" y="1631"/>
                      <a:pt x="2158" y="1631"/>
                    </a:cubicBezTo>
                    <a:cubicBezTo>
                      <a:pt x="2159" y="1630"/>
                      <a:pt x="2161" y="1631"/>
                      <a:pt x="2162" y="1630"/>
                    </a:cubicBezTo>
                    <a:cubicBezTo>
                      <a:pt x="2163" y="1629"/>
                      <a:pt x="2162" y="1627"/>
                      <a:pt x="2162" y="1626"/>
                    </a:cubicBezTo>
                    <a:cubicBezTo>
                      <a:pt x="2163" y="1624"/>
                      <a:pt x="2163" y="1623"/>
                      <a:pt x="2163" y="1621"/>
                    </a:cubicBezTo>
                    <a:cubicBezTo>
                      <a:pt x="2164" y="1619"/>
                      <a:pt x="2163" y="1617"/>
                      <a:pt x="2165" y="1615"/>
                    </a:cubicBezTo>
                    <a:cubicBezTo>
                      <a:pt x="2167" y="1613"/>
                      <a:pt x="2168" y="1616"/>
                      <a:pt x="2168" y="1618"/>
                    </a:cubicBezTo>
                    <a:cubicBezTo>
                      <a:pt x="2168" y="1622"/>
                      <a:pt x="2167" y="1630"/>
                      <a:pt x="2171" y="1632"/>
                    </a:cubicBezTo>
                    <a:cubicBezTo>
                      <a:pt x="2172" y="1633"/>
                      <a:pt x="2177" y="1633"/>
                      <a:pt x="2178" y="1631"/>
                    </a:cubicBezTo>
                    <a:cubicBezTo>
                      <a:pt x="2179" y="1631"/>
                      <a:pt x="2178" y="1629"/>
                      <a:pt x="2179" y="1629"/>
                    </a:cubicBezTo>
                    <a:cubicBezTo>
                      <a:pt x="2180" y="1628"/>
                      <a:pt x="2181" y="1628"/>
                      <a:pt x="2182" y="1628"/>
                    </a:cubicBezTo>
                    <a:cubicBezTo>
                      <a:pt x="2185" y="1628"/>
                      <a:pt x="2187" y="1628"/>
                      <a:pt x="2189" y="1629"/>
                    </a:cubicBezTo>
                    <a:cubicBezTo>
                      <a:pt x="2192" y="1630"/>
                      <a:pt x="2192" y="1632"/>
                      <a:pt x="2190" y="1634"/>
                    </a:cubicBezTo>
                    <a:cubicBezTo>
                      <a:pt x="2188" y="1635"/>
                      <a:pt x="2186" y="1636"/>
                      <a:pt x="2187" y="1639"/>
                    </a:cubicBezTo>
                    <a:cubicBezTo>
                      <a:pt x="2187" y="1640"/>
                      <a:pt x="2188" y="1642"/>
                      <a:pt x="2189" y="1642"/>
                    </a:cubicBezTo>
                    <a:cubicBezTo>
                      <a:pt x="2190" y="1642"/>
                      <a:pt x="2191" y="1641"/>
                      <a:pt x="2191" y="1640"/>
                    </a:cubicBezTo>
                    <a:cubicBezTo>
                      <a:pt x="2193" y="1639"/>
                      <a:pt x="2195" y="1641"/>
                      <a:pt x="2196" y="1638"/>
                    </a:cubicBezTo>
                    <a:cubicBezTo>
                      <a:pt x="2196" y="1635"/>
                      <a:pt x="2198" y="1634"/>
                      <a:pt x="2200" y="1635"/>
                    </a:cubicBezTo>
                    <a:cubicBezTo>
                      <a:pt x="2201" y="1635"/>
                      <a:pt x="2203" y="1635"/>
                      <a:pt x="2204" y="1636"/>
                    </a:cubicBezTo>
                    <a:cubicBezTo>
                      <a:pt x="2204" y="1637"/>
                      <a:pt x="2204" y="1638"/>
                      <a:pt x="2205" y="1639"/>
                    </a:cubicBezTo>
                    <a:cubicBezTo>
                      <a:pt x="2205" y="1640"/>
                      <a:pt x="2206" y="1640"/>
                      <a:pt x="2207" y="1641"/>
                    </a:cubicBezTo>
                    <a:cubicBezTo>
                      <a:pt x="2207" y="1641"/>
                      <a:pt x="2207" y="1640"/>
                      <a:pt x="2207" y="1640"/>
                    </a:cubicBezTo>
                    <a:cubicBezTo>
                      <a:pt x="2210" y="1641"/>
                      <a:pt x="2211" y="1645"/>
                      <a:pt x="2214" y="1645"/>
                    </a:cubicBezTo>
                    <a:cubicBezTo>
                      <a:pt x="2217" y="1646"/>
                      <a:pt x="2221" y="1647"/>
                      <a:pt x="2225" y="1647"/>
                    </a:cubicBezTo>
                    <a:cubicBezTo>
                      <a:pt x="2227" y="1647"/>
                      <a:pt x="2231" y="1648"/>
                      <a:pt x="2232" y="1645"/>
                    </a:cubicBezTo>
                    <a:cubicBezTo>
                      <a:pt x="2234" y="1642"/>
                      <a:pt x="2230" y="1640"/>
                      <a:pt x="2230" y="1637"/>
                    </a:cubicBezTo>
                    <a:cubicBezTo>
                      <a:pt x="2231" y="1635"/>
                      <a:pt x="2232" y="1635"/>
                      <a:pt x="2233" y="1634"/>
                    </a:cubicBezTo>
                    <a:cubicBezTo>
                      <a:pt x="2234" y="1633"/>
                      <a:pt x="2237" y="1632"/>
                      <a:pt x="2237" y="1631"/>
                    </a:cubicBezTo>
                    <a:cubicBezTo>
                      <a:pt x="2237" y="1630"/>
                      <a:pt x="2235" y="1630"/>
                      <a:pt x="2234" y="1630"/>
                    </a:cubicBezTo>
                    <a:cubicBezTo>
                      <a:pt x="2233" y="1630"/>
                      <a:pt x="2232" y="1629"/>
                      <a:pt x="2231" y="1628"/>
                    </a:cubicBezTo>
                    <a:cubicBezTo>
                      <a:pt x="2230" y="1625"/>
                      <a:pt x="2232" y="1622"/>
                      <a:pt x="2234" y="1621"/>
                    </a:cubicBezTo>
                    <a:cubicBezTo>
                      <a:pt x="2235" y="1621"/>
                      <a:pt x="2236" y="1621"/>
                      <a:pt x="2237" y="1620"/>
                    </a:cubicBezTo>
                    <a:cubicBezTo>
                      <a:pt x="2238" y="1620"/>
                      <a:pt x="2238" y="1618"/>
                      <a:pt x="2239" y="1617"/>
                    </a:cubicBezTo>
                    <a:cubicBezTo>
                      <a:pt x="2239" y="1615"/>
                      <a:pt x="2241" y="1612"/>
                      <a:pt x="2244" y="1614"/>
                    </a:cubicBezTo>
                    <a:cubicBezTo>
                      <a:pt x="2246" y="1616"/>
                      <a:pt x="2246" y="1619"/>
                      <a:pt x="2246" y="1621"/>
                    </a:cubicBezTo>
                    <a:cubicBezTo>
                      <a:pt x="2248" y="1624"/>
                      <a:pt x="2251" y="1625"/>
                      <a:pt x="2252" y="1628"/>
                    </a:cubicBezTo>
                    <a:cubicBezTo>
                      <a:pt x="2253" y="1632"/>
                      <a:pt x="2250" y="1632"/>
                      <a:pt x="2249" y="1635"/>
                    </a:cubicBezTo>
                    <a:cubicBezTo>
                      <a:pt x="2247" y="1637"/>
                      <a:pt x="2250" y="1640"/>
                      <a:pt x="2250" y="1642"/>
                    </a:cubicBezTo>
                    <a:cubicBezTo>
                      <a:pt x="2252" y="1646"/>
                      <a:pt x="2253" y="1648"/>
                      <a:pt x="2256" y="1650"/>
                    </a:cubicBezTo>
                    <a:cubicBezTo>
                      <a:pt x="2258" y="1653"/>
                      <a:pt x="2258" y="1655"/>
                      <a:pt x="2258" y="1658"/>
                    </a:cubicBezTo>
                    <a:cubicBezTo>
                      <a:pt x="2258" y="1662"/>
                      <a:pt x="2261" y="1661"/>
                      <a:pt x="2264" y="1661"/>
                    </a:cubicBezTo>
                    <a:cubicBezTo>
                      <a:pt x="2267" y="1660"/>
                      <a:pt x="2269" y="1659"/>
                      <a:pt x="2272" y="1660"/>
                    </a:cubicBezTo>
                    <a:cubicBezTo>
                      <a:pt x="2274" y="1660"/>
                      <a:pt x="2278" y="1661"/>
                      <a:pt x="2280" y="1663"/>
                    </a:cubicBezTo>
                    <a:cubicBezTo>
                      <a:pt x="2281" y="1665"/>
                      <a:pt x="2277" y="1668"/>
                      <a:pt x="2275" y="1669"/>
                    </a:cubicBezTo>
                    <a:cubicBezTo>
                      <a:pt x="2273" y="1672"/>
                      <a:pt x="2274" y="1674"/>
                      <a:pt x="2275" y="1677"/>
                    </a:cubicBezTo>
                    <a:cubicBezTo>
                      <a:pt x="2275" y="1681"/>
                      <a:pt x="2276" y="1684"/>
                      <a:pt x="2276" y="1688"/>
                    </a:cubicBezTo>
                    <a:cubicBezTo>
                      <a:pt x="2270" y="1688"/>
                      <a:pt x="2266" y="1681"/>
                      <a:pt x="2260" y="1682"/>
                    </a:cubicBezTo>
                    <a:cubicBezTo>
                      <a:pt x="2257" y="1682"/>
                      <a:pt x="2255" y="1683"/>
                      <a:pt x="2253" y="1685"/>
                    </a:cubicBezTo>
                    <a:cubicBezTo>
                      <a:pt x="2252" y="1686"/>
                      <a:pt x="2251" y="1687"/>
                      <a:pt x="2250" y="1688"/>
                    </a:cubicBezTo>
                    <a:cubicBezTo>
                      <a:pt x="2249" y="1690"/>
                      <a:pt x="2249" y="1691"/>
                      <a:pt x="2248" y="1692"/>
                    </a:cubicBezTo>
                    <a:cubicBezTo>
                      <a:pt x="2245" y="1695"/>
                      <a:pt x="2241" y="1693"/>
                      <a:pt x="2238" y="1694"/>
                    </a:cubicBezTo>
                    <a:cubicBezTo>
                      <a:pt x="2235" y="1694"/>
                      <a:pt x="2234" y="1697"/>
                      <a:pt x="2234" y="1700"/>
                    </a:cubicBezTo>
                    <a:cubicBezTo>
                      <a:pt x="2233" y="1702"/>
                      <a:pt x="2230" y="1702"/>
                      <a:pt x="2228" y="1703"/>
                    </a:cubicBezTo>
                    <a:cubicBezTo>
                      <a:pt x="2225" y="1704"/>
                      <a:pt x="2222" y="1706"/>
                      <a:pt x="2220" y="1708"/>
                    </a:cubicBezTo>
                    <a:cubicBezTo>
                      <a:pt x="2218" y="1710"/>
                      <a:pt x="2215" y="1713"/>
                      <a:pt x="2213" y="1715"/>
                    </a:cubicBezTo>
                    <a:cubicBezTo>
                      <a:pt x="2211" y="1717"/>
                      <a:pt x="2210" y="1718"/>
                      <a:pt x="2209" y="1719"/>
                    </a:cubicBezTo>
                    <a:cubicBezTo>
                      <a:pt x="2208" y="1720"/>
                      <a:pt x="2208" y="1721"/>
                      <a:pt x="2207" y="1721"/>
                    </a:cubicBezTo>
                    <a:cubicBezTo>
                      <a:pt x="2207" y="1721"/>
                      <a:pt x="2208" y="1721"/>
                      <a:pt x="2207" y="1721"/>
                    </a:cubicBezTo>
                    <a:cubicBezTo>
                      <a:pt x="2205" y="1723"/>
                      <a:pt x="2202" y="1726"/>
                      <a:pt x="2199" y="1726"/>
                    </a:cubicBezTo>
                    <a:cubicBezTo>
                      <a:pt x="2198" y="1726"/>
                      <a:pt x="2197" y="1726"/>
                      <a:pt x="2195" y="1726"/>
                    </a:cubicBezTo>
                    <a:cubicBezTo>
                      <a:pt x="2193" y="1726"/>
                      <a:pt x="2192" y="1726"/>
                      <a:pt x="2190" y="1725"/>
                    </a:cubicBezTo>
                    <a:cubicBezTo>
                      <a:pt x="2188" y="1723"/>
                      <a:pt x="2186" y="1722"/>
                      <a:pt x="2185" y="1721"/>
                    </a:cubicBezTo>
                    <a:cubicBezTo>
                      <a:pt x="2184" y="1720"/>
                      <a:pt x="2183" y="1717"/>
                      <a:pt x="2181" y="1718"/>
                    </a:cubicBezTo>
                    <a:cubicBezTo>
                      <a:pt x="2180" y="1719"/>
                      <a:pt x="2180" y="1722"/>
                      <a:pt x="2179" y="1723"/>
                    </a:cubicBezTo>
                    <a:cubicBezTo>
                      <a:pt x="2179" y="1725"/>
                      <a:pt x="2179" y="1727"/>
                      <a:pt x="2179" y="1729"/>
                    </a:cubicBezTo>
                    <a:cubicBezTo>
                      <a:pt x="2179" y="1732"/>
                      <a:pt x="2179" y="1734"/>
                      <a:pt x="2178" y="1736"/>
                    </a:cubicBezTo>
                    <a:cubicBezTo>
                      <a:pt x="2177" y="1738"/>
                      <a:pt x="2175" y="1739"/>
                      <a:pt x="2173" y="1741"/>
                    </a:cubicBezTo>
                    <a:cubicBezTo>
                      <a:pt x="2172" y="1742"/>
                      <a:pt x="2170" y="1743"/>
                      <a:pt x="2168" y="1744"/>
                    </a:cubicBezTo>
                    <a:cubicBezTo>
                      <a:pt x="2167" y="1745"/>
                      <a:pt x="2167" y="1746"/>
                      <a:pt x="2166" y="1746"/>
                    </a:cubicBezTo>
                    <a:cubicBezTo>
                      <a:pt x="2164" y="1748"/>
                      <a:pt x="2162" y="1750"/>
                      <a:pt x="2160" y="1751"/>
                    </a:cubicBezTo>
                    <a:cubicBezTo>
                      <a:pt x="2158" y="1752"/>
                      <a:pt x="2157" y="1753"/>
                      <a:pt x="2155" y="1755"/>
                    </a:cubicBezTo>
                    <a:cubicBezTo>
                      <a:pt x="2152" y="1759"/>
                      <a:pt x="2149" y="1763"/>
                      <a:pt x="2145" y="1766"/>
                    </a:cubicBezTo>
                    <a:cubicBezTo>
                      <a:pt x="2144" y="1768"/>
                      <a:pt x="2142" y="1770"/>
                      <a:pt x="2140" y="1771"/>
                    </a:cubicBezTo>
                    <a:cubicBezTo>
                      <a:pt x="2138" y="1772"/>
                      <a:pt x="2137" y="1774"/>
                      <a:pt x="2135" y="1775"/>
                    </a:cubicBezTo>
                    <a:cubicBezTo>
                      <a:pt x="2133" y="1777"/>
                      <a:pt x="2131" y="1779"/>
                      <a:pt x="2129" y="1782"/>
                    </a:cubicBezTo>
                    <a:cubicBezTo>
                      <a:pt x="2127" y="1783"/>
                      <a:pt x="2124" y="1787"/>
                      <a:pt x="2128" y="1787"/>
                    </a:cubicBezTo>
                    <a:cubicBezTo>
                      <a:pt x="2129" y="1788"/>
                      <a:pt x="2130" y="1788"/>
                      <a:pt x="2131" y="1789"/>
                    </a:cubicBezTo>
                    <a:cubicBezTo>
                      <a:pt x="2132" y="1790"/>
                      <a:pt x="2133" y="1792"/>
                      <a:pt x="2131" y="1793"/>
                    </a:cubicBezTo>
                    <a:cubicBezTo>
                      <a:pt x="2131" y="1793"/>
                      <a:pt x="2129" y="1792"/>
                      <a:pt x="2128" y="1792"/>
                    </a:cubicBezTo>
                    <a:cubicBezTo>
                      <a:pt x="2125" y="1792"/>
                      <a:pt x="2123" y="1793"/>
                      <a:pt x="2121" y="1794"/>
                    </a:cubicBezTo>
                    <a:cubicBezTo>
                      <a:pt x="2118" y="1795"/>
                      <a:pt x="2114" y="1795"/>
                      <a:pt x="2112" y="1798"/>
                    </a:cubicBezTo>
                    <a:cubicBezTo>
                      <a:pt x="2110" y="1799"/>
                      <a:pt x="2110" y="1802"/>
                      <a:pt x="2109" y="1805"/>
                    </a:cubicBezTo>
                    <a:cubicBezTo>
                      <a:pt x="2108" y="1806"/>
                      <a:pt x="2107" y="1806"/>
                      <a:pt x="2106" y="1806"/>
                    </a:cubicBezTo>
                    <a:cubicBezTo>
                      <a:pt x="2104" y="1806"/>
                      <a:pt x="2103" y="1807"/>
                      <a:pt x="2102" y="1807"/>
                    </a:cubicBezTo>
                    <a:cubicBezTo>
                      <a:pt x="2099" y="1808"/>
                      <a:pt x="2097" y="1809"/>
                      <a:pt x="2095" y="1811"/>
                    </a:cubicBezTo>
                    <a:cubicBezTo>
                      <a:pt x="2093" y="1813"/>
                      <a:pt x="2091" y="1815"/>
                      <a:pt x="2089" y="1817"/>
                    </a:cubicBezTo>
                    <a:cubicBezTo>
                      <a:pt x="2088" y="1818"/>
                      <a:pt x="2086" y="1819"/>
                      <a:pt x="2084" y="1820"/>
                    </a:cubicBezTo>
                    <a:cubicBezTo>
                      <a:pt x="2083" y="1821"/>
                      <a:pt x="2081" y="1822"/>
                      <a:pt x="2080" y="1823"/>
                    </a:cubicBezTo>
                    <a:cubicBezTo>
                      <a:pt x="2079" y="1824"/>
                      <a:pt x="2079" y="1825"/>
                      <a:pt x="2078" y="1826"/>
                    </a:cubicBezTo>
                    <a:cubicBezTo>
                      <a:pt x="2078" y="1827"/>
                      <a:pt x="2077" y="1827"/>
                      <a:pt x="2077" y="1828"/>
                    </a:cubicBezTo>
                    <a:cubicBezTo>
                      <a:pt x="2077" y="1828"/>
                      <a:pt x="2077" y="1828"/>
                      <a:pt x="2076" y="1829"/>
                    </a:cubicBezTo>
                    <a:cubicBezTo>
                      <a:pt x="2076" y="1829"/>
                      <a:pt x="2076" y="1829"/>
                      <a:pt x="2076" y="1829"/>
                    </a:cubicBezTo>
                    <a:cubicBezTo>
                      <a:pt x="2076" y="1829"/>
                      <a:pt x="2076" y="1830"/>
                      <a:pt x="2076" y="1830"/>
                    </a:cubicBezTo>
                    <a:cubicBezTo>
                      <a:pt x="2074" y="1832"/>
                      <a:pt x="2073" y="1835"/>
                      <a:pt x="2071" y="1837"/>
                    </a:cubicBezTo>
                    <a:cubicBezTo>
                      <a:pt x="2069" y="1839"/>
                      <a:pt x="2067" y="1842"/>
                      <a:pt x="2069" y="1845"/>
                    </a:cubicBezTo>
                    <a:cubicBezTo>
                      <a:pt x="2069" y="1846"/>
                      <a:pt x="2071" y="1847"/>
                      <a:pt x="2071" y="1848"/>
                    </a:cubicBezTo>
                    <a:cubicBezTo>
                      <a:pt x="2071" y="1850"/>
                      <a:pt x="2069" y="1852"/>
                      <a:pt x="2069" y="1854"/>
                    </a:cubicBezTo>
                    <a:cubicBezTo>
                      <a:pt x="2070" y="1858"/>
                      <a:pt x="2073" y="1857"/>
                      <a:pt x="2076" y="1857"/>
                    </a:cubicBezTo>
                    <a:cubicBezTo>
                      <a:pt x="2080" y="1858"/>
                      <a:pt x="2085" y="1858"/>
                      <a:pt x="2090" y="1858"/>
                    </a:cubicBezTo>
                    <a:cubicBezTo>
                      <a:pt x="2091" y="1858"/>
                      <a:pt x="2094" y="1858"/>
                      <a:pt x="2095" y="1859"/>
                    </a:cubicBezTo>
                    <a:cubicBezTo>
                      <a:pt x="2097" y="1860"/>
                      <a:pt x="2098" y="1861"/>
                      <a:pt x="2100" y="1862"/>
                    </a:cubicBezTo>
                    <a:cubicBezTo>
                      <a:pt x="2101" y="1863"/>
                      <a:pt x="2103" y="1864"/>
                      <a:pt x="2104" y="1862"/>
                    </a:cubicBezTo>
                    <a:cubicBezTo>
                      <a:pt x="2105" y="1861"/>
                      <a:pt x="2106" y="1860"/>
                      <a:pt x="2107" y="1860"/>
                    </a:cubicBezTo>
                    <a:cubicBezTo>
                      <a:pt x="2110" y="1860"/>
                      <a:pt x="2111" y="1859"/>
                      <a:pt x="2112" y="1858"/>
                    </a:cubicBezTo>
                    <a:cubicBezTo>
                      <a:pt x="2113" y="1856"/>
                      <a:pt x="2115" y="1855"/>
                      <a:pt x="2115" y="1854"/>
                    </a:cubicBezTo>
                    <a:cubicBezTo>
                      <a:pt x="2116" y="1852"/>
                      <a:pt x="2115" y="1850"/>
                      <a:pt x="2116" y="1849"/>
                    </a:cubicBezTo>
                    <a:cubicBezTo>
                      <a:pt x="2117" y="1848"/>
                      <a:pt x="2119" y="1848"/>
                      <a:pt x="2120" y="1848"/>
                    </a:cubicBezTo>
                    <a:cubicBezTo>
                      <a:pt x="2123" y="1848"/>
                      <a:pt x="2125" y="1848"/>
                      <a:pt x="2127" y="1848"/>
                    </a:cubicBezTo>
                    <a:cubicBezTo>
                      <a:pt x="2129" y="1848"/>
                      <a:pt x="2130" y="1846"/>
                      <a:pt x="2132" y="1846"/>
                    </a:cubicBezTo>
                    <a:cubicBezTo>
                      <a:pt x="2133" y="1845"/>
                      <a:pt x="2135" y="1845"/>
                      <a:pt x="2136" y="1845"/>
                    </a:cubicBezTo>
                    <a:cubicBezTo>
                      <a:pt x="2137" y="1845"/>
                      <a:pt x="2137" y="1844"/>
                      <a:pt x="2138" y="1844"/>
                    </a:cubicBezTo>
                    <a:cubicBezTo>
                      <a:pt x="2139" y="1844"/>
                      <a:pt x="2141" y="1844"/>
                      <a:pt x="2142" y="1844"/>
                    </a:cubicBezTo>
                    <a:cubicBezTo>
                      <a:pt x="2146" y="1843"/>
                      <a:pt x="2151" y="1842"/>
                      <a:pt x="2155" y="1844"/>
                    </a:cubicBezTo>
                    <a:cubicBezTo>
                      <a:pt x="2156" y="1844"/>
                      <a:pt x="2158" y="1844"/>
                      <a:pt x="2159" y="1845"/>
                    </a:cubicBezTo>
                    <a:cubicBezTo>
                      <a:pt x="2162" y="1845"/>
                      <a:pt x="2165" y="1844"/>
                      <a:pt x="2167" y="1845"/>
                    </a:cubicBezTo>
                    <a:cubicBezTo>
                      <a:pt x="2170" y="1846"/>
                      <a:pt x="2172" y="1848"/>
                      <a:pt x="2175" y="1850"/>
                    </a:cubicBezTo>
                    <a:cubicBezTo>
                      <a:pt x="2177" y="1852"/>
                      <a:pt x="2180" y="1853"/>
                      <a:pt x="2182" y="1854"/>
                    </a:cubicBezTo>
                    <a:cubicBezTo>
                      <a:pt x="2187" y="1858"/>
                      <a:pt x="2192" y="1862"/>
                      <a:pt x="2198" y="1865"/>
                    </a:cubicBezTo>
                    <a:cubicBezTo>
                      <a:pt x="2202" y="1868"/>
                      <a:pt x="2206" y="1871"/>
                      <a:pt x="2209" y="1874"/>
                    </a:cubicBezTo>
                    <a:cubicBezTo>
                      <a:pt x="2211" y="1876"/>
                      <a:pt x="2212" y="1877"/>
                      <a:pt x="2215" y="1878"/>
                    </a:cubicBezTo>
                    <a:cubicBezTo>
                      <a:pt x="2219" y="1878"/>
                      <a:pt x="2223" y="1878"/>
                      <a:pt x="2226" y="1881"/>
                    </a:cubicBezTo>
                    <a:cubicBezTo>
                      <a:pt x="2228" y="1883"/>
                      <a:pt x="2228" y="1889"/>
                      <a:pt x="2232" y="1887"/>
                    </a:cubicBezTo>
                    <a:cubicBezTo>
                      <a:pt x="2234" y="1886"/>
                      <a:pt x="2235" y="1885"/>
                      <a:pt x="2236" y="1883"/>
                    </a:cubicBezTo>
                    <a:cubicBezTo>
                      <a:pt x="2238" y="1882"/>
                      <a:pt x="2238" y="1879"/>
                      <a:pt x="2240" y="1877"/>
                    </a:cubicBezTo>
                    <a:cubicBezTo>
                      <a:pt x="2242" y="1876"/>
                      <a:pt x="2246" y="1877"/>
                      <a:pt x="2248" y="1875"/>
                    </a:cubicBezTo>
                    <a:cubicBezTo>
                      <a:pt x="2249" y="1874"/>
                      <a:pt x="2250" y="1873"/>
                      <a:pt x="2251" y="1872"/>
                    </a:cubicBezTo>
                    <a:cubicBezTo>
                      <a:pt x="2252" y="1871"/>
                      <a:pt x="2254" y="1871"/>
                      <a:pt x="2255" y="1871"/>
                    </a:cubicBezTo>
                    <a:cubicBezTo>
                      <a:pt x="2256" y="1871"/>
                      <a:pt x="2258" y="1871"/>
                      <a:pt x="2259" y="1871"/>
                    </a:cubicBezTo>
                    <a:cubicBezTo>
                      <a:pt x="2260" y="1871"/>
                      <a:pt x="2262" y="1871"/>
                      <a:pt x="2263" y="1871"/>
                    </a:cubicBezTo>
                    <a:cubicBezTo>
                      <a:pt x="2265" y="1872"/>
                      <a:pt x="2266" y="1874"/>
                      <a:pt x="2268" y="1876"/>
                    </a:cubicBezTo>
                    <a:cubicBezTo>
                      <a:pt x="2269" y="1877"/>
                      <a:pt x="2271" y="1877"/>
                      <a:pt x="2272" y="1878"/>
                    </a:cubicBezTo>
                    <a:cubicBezTo>
                      <a:pt x="2275" y="1879"/>
                      <a:pt x="2278" y="1881"/>
                      <a:pt x="2281" y="1882"/>
                    </a:cubicBezTo>
                    <a:cubicBezTo>
                      <a:pt x="2285" y="1883"/>
                      <a:pt x="2287" y="1886"/>
                      <a:pt x="2290" y="1888"/>
                    </a:cubicBezTo>
                    <a:cubicBezTo>
                      <a:pt x="2292" y="1890"/>
                      <a:pt x="2293" y="1892"/>
                      <a:pt x="2295" y="1894"/>
                    </a:cubicBezTo>
                    <a:cubicBezTo>
                      <a:pt x="2296" y="1896"/>
                      <a:pt x="2297" y="1897"/>
                      <a:pt x="2298" y="1898"/>
                    </a:cubicBezTo>
                    <a:cubicBezTo>
                      <a:pt x="2300" y="1900"/>
                      <a:pt x="2303" y="1903"/>
                      <a:pt x="2305" y="1905"/>
                    </a:cubicBezTo>
                    <a:cubicBezTo>
                      <a:pt x="2306" y="1907"/>
                      <a:pt x="2307" y="1909"/>
                      <a:pt x="2307" y="1912"/>
                    </a:cubicBezTo>
                    <a:cubicBezTo>
                      <a:pt x="2307" y="1914"/>
                      <a:pt x="2308" y="1916"/>
                      <a:pt x="2308" y="1918"/>
                    </a:cubicBezTo>
                    <a:cubicBezTo>
                      <a:pt x="2308" y="1922"/>
                      <a:pt x="2307" y="1925"/>
                      <a:pt x="2307" y="1929"/>
                    </a:cubicBezTo>
                    <a:cubicBezTo>
                      <a:pt x="2308" y="1930"/>
                      <a:pt x="2308" y="1932"/>
                      <a:pt x="2309" y="1933"/>
                    </a:cubicBezTo>
                    <a:cubicBezTo>
                      <a:pt x="2310" y="1934"/>
                      <a:pt x="2310" y="1934"/>
                      <a:pt x="2311" y="1935"/>
                    </a:cubicBezTo>
                    <a:cubicBezTo>
                      <a:pt x="2311" y="1936"/>
                      <a:pt x="2311" y="1937"/>
                      <a:pt x="2312" y="1938"/>
                    </a:cubicBezTo>
                    <a:cubicBezTo>
                      <a:pt x="2314" y="1941"/>
                      <a:pt x="2315" y="1945"/>
                      <a:pt x="2312" y="1949"/>
                    </a:cubicBezTo>
                    <a:cubicBezTo>
                      <a:pt x="2312" y="1950"/>
                      <a:pt x="2312" y="1951"/>
                      <a:pt x="2310" y="1951"/>
                    </a:cubicBezTo>
                    <a:cubicBezTo>
                      <a:pt x="2309" y="1952"/>
                      <a:pt x="2308" y="1952"/>
                      <a:pt x="2307" y="1952"/>
                    </a:cubicBezTo>
                    <a:cubicBezTo>
                      <a:pt x="2306" y="1956"/>
                      <a:pt x="2306" y="1959"/>
                      <a:pt x="2306" y="1962"/>
                    </a:cubicBezTo>
                    <a:cubicBezTo>
                      <a:pt x="2306" y="1964"/>
                      <a:pt x="2306" y="1966"/>
                      <a:pt x="2306" y="1968"/>
                    </a:cubicBezTo>
                    <a:cubicBezTo>
                      <a:pt x="2306" y="1969"/>
                      <a:pt x="2305" y="1970"/>
                      <a:pt x="2305" y="1972"/>
                    </a:cubicBezTo>
                    <a:cubicBezTo>
                      <a:pt x="2306" y="1974"/>
                      <a:pt x="2308" y="1976"/>
                      <a:pt x="2309" y="1979"/>
                    </a:cubicBezTo>
                    <a:cubicBezTo>
                      <a:pt x="2309" y="1980"/>
                      <a:pt x="2310" y="1981"/>
                      <a:pt x="2310" y="1982"/>
                    </a:cubicBezTo>
                    <a:cubicBezTo>
                      <a:pt x="2310" y="1983"/>
                      <a:pt x="2310" y="1985"/>
                      <a:pt x="2310" y="1986"/>
                    </a:cubicBezTo>
                    <a:cubicBezTo>
                      <a:pt x="2310" y="1988"/>
                      <a:pt x="2309" y="1989"/>
                      <a:pt x="2309" y="1990"/>
                    </a:cubicBezTo>
                    <a:cubicBezTo>
                      <a:pt x="2309" y="1991"/>
                      <a:pt x="2309" y="1992"/>
                      <a:pt x="2310" y="1992"/>
                    </a:cubicBezTo>
                    <a:cubicBezTo>
                      <a:pt x="2310" y="1995"/>
                      <a:pt x="2315" y="2004"/>
                      <a:pt x="2311" y="2007"/>
                    </a:cubicBezTo>
                    <a:cubicBezTo>
                      <a:pt x="2311" y="2007"/>
                      <a:pt x="2309" y="2007"/>
                      <a:pt x="2309" y="2008"/>
                    </a:cubicBezTo>
                    <a:cubicBezTo>
                      <a:pt x="2308" y="2009"/>
                      <a:pt x="2308" y="2010"/>
                      <a:pt x="2308" y="2011"/>
                    </a:cubicBezTo>
                    <a:cubicBezTo>
                      <a:pt x="2307" y="2012"/>
                      <a:pt x="2306" y="2012"/>
                      <a:pt x="2305" y="2012"/>
                    </a:cubicBezTo>
                    <a:cubicBezTo>
                      <a:pt x="2302" y="2012"/>
                      <a:pt x="2301" y="2012"/>
                      <a:pt x="2299" y="2014"/>
                    </a:cubicBezTo>
                    <a:cubicBezTo>
                      <a:pt x="2298" y="2016"/>
                      <a:pt x="2297" y="2018"/>
                      <a:pt x="2296" y="2021"/>
                    </a:cubicBezTo>
                    <a:cubicBezTo>
                      <a:pt x="2296" y="2022"/>
                      <a:pt x="2295" y="2022"/>
                      <a:pt x="2294" y="2023"/>
                    </a:cubicBezTo>
                    <a:cubicBezTo>
                      <a:pt x="2293" y="2023"/>
                      <a:pt x="2291" y="2023"/>
                      <a:pt x="2291" y="2024"/>
                    </a:cubicBezTo>
                    <a:cubicBezTo>
                      <a:pt x="2290" y="2025"/>
                      <a:pt x="2291" y="2028"/>
                      <a:pt x="2292" y="2030"/>
                    </a:cubicBezTo>
                    <a:cubicBezTo>
                      <a:pt x="2294" y="2031"/>
                      <a:pt x="2296" y="2033"/>
                      <a:pt x="2297" y="2035"/>
                    </a:cubicBezTo>
                    <a:cubicBezTo>
                      <a:pt x="2298" y="2037"/>
                      <a:pt x="2300" y="2039"/>
                      <a:pt x="2303" y="2039"/>
                    </a:cubicBezTo>
                    <a:cubicBezTo>
                      <a:pt x="2305" y="2039"/>
                      <a:pt x="2308" y="2038"/>
                      <a:pt x="2311" y="2038"/>
                    </a:cubicBezTo>
                    <a:cubicBezTo>
                      <a:pt x="2314" y="2038"/>
                      <a:pt x="2318" y="2040"/>
                      <a:pt x="2321" y="2039"/>
                    </a:cubicBezTo>
                    <a:cubicBezTo>
                      <a:pt x="2322" y="2039"/>
                      <a:pt x="2323" y="2039"/>
                      <a:pt x="2324" y="2039"/>
                    </a:cubicBezTo>
                    <a:cubicBezTo>
                      <a:pt x="2325" y="2038"/>
                      <a:pt x="2327" y="2039"/>
                      <a:pt x="2329" y="2039"/>
                    </a:cubicBezTo>
                    <a:cubicBezTo>
                      <a:pt x="2331" y="2039"/>
                      <a:pt x="2335" y="2039"/>
                      <a:pt x="2337" y="2041"/>
                    </a:cubicBezTo>
                    <a:cubicBezTo>
                      <a:pt x="2340" y="2044"/>
                      <a:pt x="2343" y="2047"/>
                      <a:pt x="2346" y="2050"/>
                    </a:cubicBezTo>
                    <a:cubicBezTo>
                      <a:pt x="2349" y="2054"/>
                      <a:pt x="2354" y="2054"/>
                      <a:pt x="2358" y="2055"/>
                    </a:cubicBezTo>
                    <a:cubicBezTo>
                      <a:pt x="2361" y="2055"/>
                      <a:pt x="2363" y="2056"/>
                      <a:pt x="2365" y="2057"/>
                    </a:cubicBezTo>
                    <a:cubicBezTo>
                      <a:pt x="2366" y="2059"/>
                      <a:pt x="2367" y="2061"/>
                      <a:pt x="2370" y="2061"/>
                    </a:cubicBezTo>
                    <a:cubicBezTo>
                      <a:pt x="2372" y="2062"/>
                      <a:pt x="2373" y="2060"/>
                      <a:pt x="2375" y="2060"/>
                    </a:cubicBezTo>
                    <a:cubicBezTo>
                      <a:pt x="2379" y="2059"/>
                      <a:pt x="2383" y="2061"/>
                      <a:pt x="2386" y="2058"/>
                    </a:cubicBezTo>
                    <a:cubicBezTo>
                      <a:pt x="2390" y="2055"/>
                      <a:pt x="2394" y="2053"/>
                      <a:pt x="2398" y="2051"/>
                    </a:cubicBezTo>
                    <a:cubicBezTo>
                      <a:pt x="2401" y="2050"/>
                      <a:pt x="2404" y="2050"/>
                      <a:pt x="2408" y="2051"/>
                    </a:cubicBezTo>
                    <a:cubicBezTo>
                      <a:pt x="2411" y="2052"/>
                      <a:pt x="2415" y="2051"/>
                      <a:pt x="2417" y="2049"/>
                    </a:cubicBezTo>
                    <a:cubicBezTo>
                      <a:pt x="2421" y="2046"/>
                      <a:pt x="2425" y="2046"/>
                      <a:pt x="2427" y="2043"/>
                    </a:cubicBezTo>
                    <a:cubicBezTo>
                      <a:pt x="2428" y="2041"/>
                      <a:pt x="2429" y="2040"/>
                      <a:pt x="2431" y="2039"/>
                    </a:cubicBezTo>
                    <a:cubicBezTo>
                      <a:pt x="2432" y="2037"/>
                      <a:pt x="2434" y="2038"/>
                      <a:pt x="2436" y="2037"/>
                    </a:cubicBezTo>
                    <a:cubicBezTo>
                      <a:pt x="2439" y="2037"/>
                      <a:pt x="2443" y="2037"/>
                      <a:pt x="2444" y="2033"/>
                    </a:cubicBezTo>
                    <a:cubicBezTo>
                      <a:pt x="2444" y="2032"/>
                      <a:pt x="2444" y="2030"/>
                      <a:pt x="2445" y="2029"/>
                    </a:cubicBezTo>
                    <a:cubicBezTo>
                      <a:pt x="2446" y="2027"/>
                      <a:pt x="2447" y="2026"/>
                      <a:pt x="2447" y="2025"/>
                    </a:cubicBezTo>
                    <a:cubicBezTo>
                      <a:pt x="2448" y="2023"/>
                      <a:pt x="2447" y="2022"/>
                      <a:pt x="2448" y="2020"/>
                    </a:cubicBezTo>
                    <a:cubicBezTo>
                      <a:pt x="2448" y="2019"/>
                      <a:pt x="2450" y="2017"/>
                      <a:pt x="2452" y="2017"/>
                    </a:cubicBezTo>
                    <a:cubicBezTo>
                      <a:pt x="2455" y="2015"/>
                      <a:pt x="2460" y="2017"/>
                      <a:pt x="2463" y="2014"/>
                    </a:cubicBezTo>
                    <a:cubicBezTo>
                      <a:pt x="2464" y="2014"/>
                      <a:pt x="2464" y="2012"/>
                      <a:pt x="2465" y="2011"/>
                    </a:cubicBezTo>
                    <a:cubicBezTo>
                      <a:pt x="2465" y="2010"/>
                      <a:pt x="2466" y="2008"/>
                      <a:pt x="2467" y="2006"/>
                    </a:cubicBezTo>
                    <a:cubicBezTo>
                      <a:pt x="2467" y="2005"/>
                      <a:pt x="2469" y="2004"/>
                      <a:pt x="2470" y="2003"/>
                    </a:cubicBezTo>
                    <a:cubicBezTo>
                      <a:pt x="2472" y="2003"/>
                      <a:pt x="2473" y="2001"/>
                      <a:pt x="2474" y="2000"/>
                    </a:cubicBezTo>
                    <a:cubicBezTo>
                      <a:pt x="2477" y="1997"/>
                      <a:pt x="2479" y="1992"/>
                      <a:pt x="2480" y="1988"/>
                    </a:cubicBezTo>
                    <a:cubicBezTo>
                      <a:pt x="2481" y="1980"/>
                      <a:pt x="2483" y="1971"/>
                      <a:pt x="2485" y="1963"/>
                    </a:cubicBezTo>
                    <a:cubicBezTo>
                      <a:pt x="2486" y="1959"/>
                      <a:pt x="2488" y="1955"/>
                      <a:pt x="2490" y="1952"/>
                    </a:cubicBezTo>
                    <a:cubicBezTo>
                      <a:pt x="2492" y="1951"/>
                      <a:pt x="2493" y="1949"/>
                      <a:pt x="2494" y="1949"/>
                    </a:cubicBezTo>
                    <a:cubicBezTo>
                      <a:pt x="2496" y="1948"/>
                      <a:pt x="2497" y="1948"/>
                      <a:pt x="2499" y="1947"/>
                    </a:cubicBezTo>
                    <a:cubicBezTo>
                      <a:pt x="2501" y="1946"/>
                      <a:pt x="2502" y="1944"/>
                      <a:pt x="2503" y="1942"/>
                    </a:cubicBezTo>
                    <a:cubicBezTo>
                      <a:pt x="2505" y="1940"/>
                      <a:pt x="2506" y="1939"/>
                      <a:pt x="2508" y="1937"/>
                    </a:cubicBezTo>
                    <a:cubicBezTo>
                      <a:pt x="2512" y="1934"/>
                      <a:pt x="2516" y="1931"/>
                      <a:pt x="2521" y="1929"/>
                    </a:cubicBezTo>
                    <a:cubicBezTo>
                      <a:pt x="2525" y="1927"/>
                      <a:pt x="2529" y="1925"/>
                      <a:pt x="2531" y="1922"/>
                    </a:cubicBezTo>
                    <a:cubicBezTo>
                      <a:pt x="2533" y="1921"/>
                      <a:pt x="2534" y="1920"/>
                      <a:pt x="2535" y="1918"/>
                    </a:cubicBezTo>
                    <a:cubicBezTo>
                      <a:pt x="2537" y="1916"/>
                      <a:pt x="2539" y="1916"/>
                      <a:pt x="2542" y="1915"/>
                    </a:cubicBezTo>
                    <a:cubicBezTo>
                      <a:pt x="2544" y="1914"/>
                      <a:pt x="2546" y="1915"/>
                      <a:pt x="2549" y="1915"/>
                    </a:cubicBezTo>
                    <a:cubicBezTo>
                      <a:pt x="2553" y="1914"/>
                      <a:pt x="2557" y="1913"/>
                      <a:pt x="2561" y="1911"/>
                    </a:cubicBezTo>
                    <a:cubicBezTo>
                      <a:pt x="2563" y="1910"/>
                      <a:pt x="2565" y="1909"/>
                      <a:pt x="2567" y="1908"/>
                    </a:cubicBezTo>
                    <a:cubicBezTo>
                      <a:pt x="2569" y="1907"/>
                      <a:pt x="2572" y="1907"/>
                      <a:pt x="2574" y="1905"/>
                    </a:cubicBezTo>
                    <a:cubicBezTo>
                      <a:pt x="2577" y="1903"/>
                      <a:pt x="2580" y="1899"/>
                      <a:pt x="2585" y="1899"/>
                    </a:cubicBezTo>
                    <a:cubicBezTo>
                      <a:pt x="2586" y="1899"/>
                      <a:pt x="2588" y="1899"/>
                      <a:pt x="2590" y="1899"/>
                    </a:cubicBezTo>
                    <a:cubicBezTo>
                      <a:pt x="2593" y="1899"/>
                      <a:pt x="2595" y="1898"/>
                      <a:pt x="2598" y="1898"/>
                    </a:cubicBezTo>
                    <a:cubicBezTo>
                      <a:pt x="2600" y="1899"/>
                      <a:pt x="2599" y="1901"/>
                      <a:pt x="2601" y="1902"/>
                    </a:cubicBezTo>
                    <a:cubicBezTo>
                      <a:pt x="2602" y="1903"/>
                      <a:pt x="2604" y="1903"/>
                      <a:pt x="2606" y="1902"/>
                    </a:cubicBezTo>
                    <a:cubicBezTo>
                      <a:pt x="2608" y="1901"/>
                      <a:pt x="2610" y="1901"/>
                      <a:pt x="2612" y="1901"/>
                    </a:cubicBezTo>
                    <a:cubicBezTo>
                      <a:pt x="2614" y="1900"/>
                      <a:pt x="2615" y="1898"/>
                      <a:pt x="2616" y="1897"/>
                    </a:cubicBezTo>
                    <a:cubicBezTo>
                      <a:pt x="2618" y="1895"/>
                      <a:pt x="2618" y="1893"/>
                      <a:pt x="2617" y="1891"/>
                    </a:cubicBezTo>
                    <a:cubicBezTo>
                      <a:pt x="2617" y="1888"/>
                      <a:pt x="2617" y="1886"/>
                      <a:pt x="2617" y="1883"/>
                    </a:cubicBezTo>
                    <a:cubicBezTo>
                      <a:pt x="2617" y="1881"/>
                      <a:pt x="2616" y="1878"/>
                      <a:pt x="2618" y="1877"/>
                    </a:cubicBezTo>
                    <a:cubicBezTo>
                      <a:pt x="2619" y="1875"/>
                      <a:pt x="2621" y="1874"/>
                      <a:pt x="2623" y="1872"/>
                    </a:cubicBezTo>
                    <a:cubicBezTo>
                      <a:pt x="2624" y="1870"/>
                      <a:pt x="2624" y="1868"/>
                      <a:pt x="2625" y="1867"/>
                    </a:cubicBezTo>
                    <a:cubicBezTo>
                      <a:pt x="2627" y="1865"/>
                      <a:pt x="2629" y="1863"/>
                      <a:pt x="2631" y="1862"/>
                    </a:cubicBezTo>
                    <a:cubicBezTo>
                      <a:pt x="2633" y="1860"/>
                      <a:pt x="2633" y="1859"/>
                      <a:pt x="2634" y="1856"/>
                    </a:cubicBezTo>
                    <a:cubicBezTo>
                      <a:pt x="2634" y="1854"/>
                      <a:pt x="2635" y="1853"/>
                      <a:pt x="2637" y="1853"/>
                    </a:cubicBezTo>
                    <a:cubicBezTo>
                      <a:pt x="2639" y="1853"/>
                      <a:pt x="2642" y="1853"/>
                      <a:pt x="2644" y="1853"/>
                    </a:cubicBezTo>
                    <a:cubicBezTo>
                      <a:pt x="2646" y="1853"/>
                      <a:pt x="2647" y="1854"/>
                      <a:pt x="2649" y="1855"/>
                    </a:cubicBezTo>
                    <a:cubicBezTo>
                      <a:pt x="2650" y="1856"/>
                      <a:pt x="2652" y="1855"/>
                      <a:pt x="2654" y="1855"/>
                    </a:cubicBezTo>
                    <a:cubicBezTo>
                      <a:pt x="2655" y="1854"/>
                      <a:pt x="2658" y="1853"/>
                      <a:pt x="2659" y="1851"/>
                    </a:cubicBezTo>
                    <a:cubicBezTo>
                      <a:pt x="2660" y="1850"/>
                      <a:pt x="2660" y="1848"/>
                      <a:pt x="2660" y="1846"/>
                    </a:cubicBezTo>
                    <a:cubicBezTo>
                      <a:pt x="2659" y="1845"/>
                      <a:pt x="2656" y="1845"/>
                      <a:pt x="2655" y="1844"/>
                    </a:cubicBezTo>
                    <a:cubicBezTo>
                      <a:pt x="2649" y="1841"/>
                      <a:pt x="2660" y="1835"/>
                      <a:pt x="2661" y="1834"/>
                    </a:cubicBezTo>
                    <a:cubicBezTo>
                      <a:pt x="2662" y="1832"/>
                      <a:pt x="2662" y="1829"/>
                      <a:pt x="2660" y="1828"/>
                    </a:cubicBezTo>
                    <a:cubicBezTo>
                      <a:pt x="2659" y="1828"/>
                      <a:pt x="2656" y="1828"/>
                      <a:pt x="2655" y="1827"/>
                    </a:cubicBezTo>
                    <a:cubicBezTo>
                      <a:pt x="2655" y="1825"/>
                      <a:pt x="2658" y="1823"/>
                      <a:pt x="2659" y="1822"/>
                    </a:cubicBezTo>
                    <a:cubicBezTo>
                      <a:pt x="2660" y="1819"/>
                      <a:pt x="2662" y="1818"/>
                      <a:pt x="2664" y="1816"/>
                    </a:cubicBezTo>
                    <a:cubicBezTo>
                      <a:pt x="2665" y="1814"/>
                      <a:pt x="2665" y="1811"/>
                      <a:pt x="2667" y="1809"/>
                    </a:cubicBezTo>
                    <a:cubicBezTo>
                      <a:pt x="2668" y="1807"/>
                      <a:pt x="2670" y="1805"/>
                      <a:pt x="2672" y="1804"/>
                    </a:cubicBezTo>
                    <a:cubicBezTo>
                      <a:pt x="2673" y="1803"/>
                      <a:pt x="2676" y="1804"/>
                      <a:pt x="2678" y="1804"/>
                    </a:cubicBezTo>
                    <a:cubicBezTo>
                      <a:pt x="2680" y="1804"/>
                      <a:pt x="2683" y="1803"/>
                      <a:pt x="2686" y="1803"/>
                    </a:cubicBezTo>
                    <a:cubicBezTo>
                      <a:pt x="2688" y="1802"/>
                      <a:pt x="2689" y="1800"/>
                      <a:pt x="2691" y="1799"/>
                    </a:cubicBezTo>
                    <a:cubicBezTo>
                      <a:pt x="2694" y="1799"/>
                      <a:pt x="2696" y="1798"/>
                      <a:pt x="2698" y="1798"/>
                    </a:cubicBezTo>
                    <a:cubicBezTo>
                      <a:pt x="2701" y="1798"/>
                      <a:pt x="2704" y="1799"/>
                      <a:pt x="2707" y="1800"/>
                    </a:cubicBezTo>
                    <a:cubicBezTo>
                      <a:pt x="2710" y="1801"/>
                      <a:pt x="2713" y="1801"/>
                      <a:pt x="2716" y="1801"/>
                    </a:cubicBezTo>
                    <a:cubicBezTo>
                      <a:pt x="2720" y="1801"/>
                      <a:pt x="2723" y="1801"/>
                      <a:pt x="2726" y="1802"/>
                    </a:cubicBezTo>
                    <a:cubicBezTo>
                      <a:pt x="2728" y="1804"/>
                      <a:pt x="2730" y="1805"/>
                      <a:pt x="2732" y="1807"/>
                    </a:cubicBezTo>
                    <a:cubicBezTo>
                      <a:pt x="2734" y="1808"/>
                      <a:pt x="2737" y="1809"/>
                      <a:pt x="2739" y="1810"/>
                    </a:cubicBezTo>
                    <a:cubicBezTo>
                      <a:pt x="2740" y="1811"/>
                      <a:pt x="2741" y="1812"/>
                      <a:pt x="2742" y="1813"/>
                    </a:cubicBezTo>
                    <a:cubicBezTo>
                      <a:pt x="2743" y="1815"/>
                      <a:pt x="2745" y="1818"/>
                      <a:pt x="2748" y="1817"/>
                    </a:cubicBezTo>
                    <a:cubicBezTo>
                      <a:pt x="2750" y="1817"/>
                      <a:pt x="2754" y="1815"/>
                      <a:pt x="2755" y="1813"/>
                    </a:cubicBezTo>
                    <a:cubicBezTo>
                      <a:pt x="2758" y="1810"/>
                      <a:pt x="2761" y="1809"/>
                      <a:pt x="2764" y="1807"/>
                    </a:cubicBezTo>
                    <a:cubicBezTo>
                      <a:pt x="2767" y="1805"/>
                      <a:pt x="2770" y="1804"/>
                      <a:pt x="2773" y="1803"/>
                    </a:cubicBezTo>
                    <a:cubicBezTo>
                      <a:pt x="2775" y="1802"/>
                      <a:pt x="2777" y="1800"/>
                      <a:pt x="2780" y="1799"/>
                    </a:cubicBezTo>
                    <a:cubicBezTo>
                      <a:pt x="2782" y="1798"/>
                      <a:pt x="2784" y="1798"/>
                      <a:pt x="2786" y="1799"/>
                    </a:cubicBezTo>
                    <a:cubicBezTo>
                      <a:pt x="2789" y="1799"/>
                      <a:pt x="2792" y="1799"/>
                      <a:pt x="2795" y="1798"/>
                    </a:cubicBezTo>
                    <a:cubicBezTo>
                      <a:pt x="2796" y="1798"/>
                      <a:pt x="2797" y="1799"/>
                      <a:pt x="2799" y="1799"/>
                    </a:cubicBezTo>
                    <a:cubicBezTo>
                      <a:pt x="2799" y="1799"/>
                      <a:pt x="2799" y="1799"/>
                      <a:pt x="2800" y="1800"/>
                    </a:cubicBezTo>
                    <a:cubicBezTo>
                      <a:pt x="2800" y="1800"/>
                      <a:pt x="2800" y="1800"/>
                      <a:pt x="2800" y="1800"/>
                    </a:cubicBezTo>
                    <a:cubicBezTo>
                      <a:pt x="2803" y="1801"/>
                      <a:pt x="2804" y="1801"/>
                      <a:pt x="2807" y="1801"/>
                    </a:cubicBezTo>
                    <a:cubicBezTo>
                      <a:pt x="2810" y="1801"/>
                      <a:pt x="2812" y="1802"/>
                      <a:pt x="2815" y="1800"/>
                    </a:cubicBezTo>
                    <a:cubicBezTo>
                      <a:pt x="2818" y="1798"/>
                      <a:pt x="2818" y="1794"/>
                      <a:pt x="2821" y="1792"/>
                    </a:cubicBezTo>
                    <a:cubicBezTo>
                      <a:pt x="2824" y="1790"/>
                      <a:pt x="2826" y="1788"/>
                      <a:pt x="2828" y="1785"/>
                    </a:cubicBezTo>
                    <a:cubicBezTo>
                      <a:pt x="2829" y="1783"/>
                      <a:pt x="2833" y="1782"/>
                      <a:pt x="2835" y="1781"/>
                    </a:cubicBezTo>
                    <a:cubicBezTo>
                      <a:pt x="2838" y="1781"/>
                      <a:pt x="2842" y="1781"/>
                      <a:pt x="2845" y="1781"/>
                    </a:cubicBezTo>
                    <a:cubicBezTo>
                      <a:pt x="2849" y="1780"/>
                      <a:pt x="2850" y="1779"/>
                      <a:pt x="2852" y="1776"/>
                    </a:cubicBezTo>
                    <a:cubicBezTo>
                      <a:pt x="2853" y="1774"/>
                      <a:pt x="2853" y="1773"/>
                      <a:pt x="2855" y="1772"/>
                    </a:cubicBezTo>
                    <a:cubicBezTo>
                      <a:pt x="2856" y="1771"/>
                      <a:pt x="2857" y="1770"/>
                      <a:pt x="2857" y="1768"/>
                    </a:cubicBezTo>
                    <a:cubicBezTo>
                      <a:pt x="2858" y="1765"/>
                      <a:pt x="2854" y="1764"/>
                      <a:pt x="2853" y="1762"/>
                    </a:cubicBezTo>
                    <a:cubicBezTo>
                      <a:pt x="2852" y="1761"/>
                      <a:pt x="2852" y="1759"/>
                      <a:pt x="2850" y="1758"/>
                    </a:cubicBezTo>
                    <a:cubicBezTo>
                      <a:pt x="2849" y="1757"/>
                      <a:pt x="2847" y="1757"/>
                      <a:pt x="2845" y="1757"/>
                    </a:cubicBezTo>
                    <a:cubicBezTo>
                      <a:pt x="2843" y="1756"/>
                      <a:pt x="2844" y="1755"/>
                      <a:pt x="2844" y="1753"/>
                    </a:cubicBezTo>
                    <a:cubicBezTo>
                      <a:pt x="2844" y="1752"/>
                      <a:pt x="2843" y="1752"/>
                      <a:pt x="2843" y="1751"/>
                    </a:cubicBezTo>
                    <a:cubicBezTo>
                      <a:pt x="2842" y="1748"/>
                      <a:pt x="2844" y="1745"/>
                      <a:pt x="2843" y="1741"/>
                    </a:cubicBezTo>
                    <a:cubicBezTo>
                      <a:pt x="2843" y="1740"/>
                      <a:pt x="2842" y="1739"/>
                      <a:pt x="2841" y="1738"/>
                    </a:cubicBezTo>
                    <a:cubicBezTo>
                      <a:pt x="2841" y="1738"/>
                      <a:pt x="2839" y="1737"/>
                      <a:pt x="2839" y="1737"/>
                    </a:cubicBezTo>
                    <a:cubicBezTo>
                      <a:pt x="2838" y="1735"/>
                      <a:pt x="2844" y="1734"/>
                      <a:pt x="2844" y="1733"/>
                    </a:cubicBezTo>
                    <a:cubicBezTo>
                      <a:pt x="2844" y="1732"/>
                      <a:pt x="2844" y="1731"/>
                      <a:pt x="2843" y="1730"/>
                    </a:cubicBezTo>
                    <a:cubicBezTo>
                      <a:pt x="2843" y="1729"/>
                      <a:pt x="2842" y="1729"/>
                      <a:pt x="2842" y="1727"/>
                    </a:cubicBezTo>
                    <a:cubicBezTo>
                      <a:pt x="2843" y="1724"/>
                      <a:pt x="2841" y="1724"/>
                      <a:pt x="2838" y="1723"/>
                    </a:cubicBezTo>
                    <a:cubicBezTo>
                      <a:pt x="2835" y="1721"/>
                      <a:pt x="2839" y="1720"/>
                      <a:pt x="2841" y="1720"/>
                    </a:cubicBezTo>
                    <a:cubicBezTo>
                      <a:pt x="2843" y="1719"/>
                      <a:pt x="2846" y="1718"/>
                      <a:pt x="2847" y="1716"/>
                    </a:cubicBezTo>
                    <a:cubicBezTo>
                      <a:pt x="2849" y="1713"/>
                      <a:pt x="2847" y="1711"/>
                      <a:pt x="2846" y="1709"/>
                    </a:cubicBezTo>
                    <a:cubicBezTo>
                      <a:pt x="2845" y="1706"/>
                      <a:pt x="2846" y="1704"/>
                      <a:pt x="2849" y="1703"/>
                    </a:cubicBezTo>
                    <a:cubicBezTo>
                      <a:pt x="2851" y="1702"/>
                      <a:pt x="2853" y="1702"/>
                      <a:pt x="2855" y="1704"/>
                    </a:cubicBezTo>
                    <a:cubicBezTo>
                      <a:pt x="2857" y="1705"/>
                      <a:pt x="2858" y="1706"/>
                      <a:pt x="2860" y="1706"/>
                    </a:cubicBezTo>
                    <a:cubicBezTo>
                      <a:pt x="2863" y="1705"/>
                      <a:pt x="2863" y="1704"/>
                      <a:pt x="2864" y="1702"/>
                    </a:cubicBezTo>
                    <a:cubicBezTo>
                      <a:pt x="2866" y="1699"/>
                      <a:pt x="2868" y="1697"/>
                      <a:pt x="2870" y="1695"/>
                    </a:cubicBezTo>
                    <a:cubicBezTo>
                      <a:pt x="2871" y="1693"/>
                      <a:pt x="2872" y="1691"/>
                      <a:pt x="2871" y="1689"/>
                    </a:cubicBezTo>
                    <a:cubicBezTo>
                      <a:pt x="2870" y="1687"/>
                      <a:pt x="2868" y="1685"/>
                      <a:pt x="2866" y="1683"/>
                    </a:cubicBezTo>
                    <a:cubicBezTo>
                      <a:pt x="2864" y="1681"/>
                      <a:pt x="2863" y="1679"/>
                      <a:pt x="2861" y="1677"/>
                    </a:cubicBezTo>
                    <a:cubicBezTo>
                      <a:pt x="2859" y="1676"/>
                      <a:pt x="2856" y="1675"/>
                      <a:pt x="2853" y="1675"/>
                    </a:cubicBezTo>
                    <a:cubicBezTo>
                      <a:pt x="2852" y="1675"/>
                      <a:pt x="2851" y="1676"/>
                      <a:pt x="2850" y="1676"/>
                    </a:cubicBezTo>
                    <a:cubicBezTo>
                      <a:pt x="2848" y="1678"/>
                      <a:pt x="2846" y="1679"/>
                      <a:pt x="2844" y="1680"/>
                    </a:cubicBezTo>
                    <a:cubicBezTo>
                      <a:pt x="2842" y="1681"/>
                      <a:pt x="2840" y="1682"/>
                      <a:pt x="2839" y="1681"/>
                    </a:cubicBezTo>
                    <a:cubicBezTo>
                      <a:pt x="2838" y="1681"/>
                      <a:pt x="2838" y="1680"/>
                      <a:pt x="2837" y="1679"/>
                    </a:cubicBezTo>
                    <a:cubicBezTo>
                      <a:pt x="2835" y="1678"/>
                      <a:pt x="2832" y="1679"/>
                      <a:pt x="2830" y="1680"/>
                    </a:cubicBezTo>
                    <a:cubicBezTo>
                      <a:pt x="2829" y="1680"/>
                      <a:pt x="2828" y="1680"/>
                      <a:pt x="2827" y="1680"/>
                    </a:cubicBezTo>
                    <a:cubicBezTo>
                      <a:pt x="2824" y="1680"/>
                      <a:pt x="2821" y="1680"/>
                      <a:pt x="2818" y="1680"/>
                    </a:cubicBezTo>
                    <a:cubicBezTo>
                      <a:pt x="2815" y="1679"/>
                      <a:pt x="2814" y="1680"/>
                      <a:pt x="2812" y="1678"/>
                    </a:cubicBezTo>
                    <a:cubicBezTo>
                      <a:pt x="2811" y="1677"/>
                      <a:pt x="2810" y="1677"/>
                      <a:pt x="2809" y="1677"/>
                    </a:cubicBezTo>
                    <a:cubicBezTo>
                      <a:pt x="2808" y="1677"/>
                      <a:pt x="2807" y="1677"/>
                      <a:pt x="2807" y="1678"/>
                    </a:cubicBezTo>
                    <a:cubicBezTo>
                      <a:pt x="2806" y="1678"/>
                      <a:pt x="2806" y="1679"/>
                      <a:pt x="2805" y="1680"/>
                    </a:cubicBezTo>
                    <a:cubicBezTo>
                      <a:pt x="2803" y="1682"/>
                      <a:pt x="2801" y="1682"/>
                      <a:pt x="2799" y="1681"/>
                    </a:cubicBezTo>
                    <a:cubicBezTo>
                      <a:pt x="2798" y="1679"/>
                      <a:pt x="2796" y="1679"/>
                      <a:pt x="2794" y="1679"/>
                    </a:cubicBezTo>
                    <a:cubicBezTo>
                      <a:pt x="2791" y="1679"/>
                      <a:pt x="2786" y="1681"/>
                      <a:pt x="2785" y="1684"/>
                    </a:cubicBezTo>
                    <a:cubicBezTo>
                      <a:pt x="2784" y="1686"/>
                      <a:pt x="2784" y="1687"/>
                      <a:pt x="2782" y="1687"/>
                    </a:cubicBezTo>
                    <a:cubicBezTo>
                      <a:pt x="2780" y="1688"/>
                      <a:pt x="2778" y="1687"/>
                      <a:pt x="2776" y="1687"/>
                    </a:cubicBezTo>
                    <a:cubicBezTo>
                      <a:pt x="2775" y="1688"/>
                      <a:pt x="2773" y="1688"/>
                      <a:pt x="2771" y="1689"/>
                    </a:cubicBezTo>
                    <a:cubicBezTo>
                      <a:pt x="2769" y="1690"/>
                      <a:pt x="2768" y="1692"/>
                      <a:pt x="2766" y="1693"/>
                    </a:cubicBezTo>
                    <a:cubicBezTo>
                      <a:pt x="2761" y="1694"/>
                      <a:pt x="2762" y="1698"/>
                      <a:pt x="2763" y="1702"/>
                    </a:cubicBezTo>
                    <a:cubicBezTo>
                      <a:pt x="2764" y="1703"/>
                      <a:pt x="2764" y="1704"/>
                      <a:pt x="2763" y="1705"/>
                    </a:cubicBezTo>
                    <a:cubicBezTo>
                      <a:pt x="2763" y="1706"/>
                      <a:pt x="2762" y="1706"/>
                      <a:pt x="2761" y="1707"/>
                    </a:cubicBezTo>
                    <a:cubicBezTo>
                      <a:pt x="2760" y="1707"/>
                      <a:pt x="2760" y="1710"/>
                      <a:pt x="2760" y="1712"/>
                    </a:cubicBezTo>
                    <a:cubicBezTo>
                      <a:pt x="2761" y="1713"/>
                      <a:pt x="2761" y="1715"/>
                      <a:pt x="2759" y="1716"/>
                    </a:cubicBezTo>
                    <a:cubicBezTo>
                      <a:pt x="2758" y="1716"/>
                      <a:pt x="2757" y="1716"/>
                      <a:pt x="2756" y="1716"/>
                    </a:cubicBezTo>
                    <a:cubicBezTo>
                      <a:pt x="2755" y="1716"/>
                      <a:pt x="2754" y="1717"/>
                      <a:pt x="2753" y="1717"/>
                    </a:cubicBezTo>
                    <a:cubicBezTo>
                      <a:pt x="2752" y="1718"/>
                      <a:pt x="2750" y="1717"/>
                      <a:pt x="2749" y="1718"/>
                    </a:cubicBezTo>
                    <a:cubicBezTo>
                      <a:pt x="2747" y="1719"/>
                      <a:pt x="2745" y="1719"/>
                      <a:pt x="2743" y="1718"/>
                    </a:cubicBezTo>
                    <a:cubicBezTo>
                      <a:pt x="2741" y="1717"/>
                      <a:pt x="2739" y="1716"/>
                      <a:pt x="2737" y="1717"/>
                    </a:cubicBezTo>
                    <a:cubicBezTo>
                      <a:pt x="2736" y="1717"/>
                      <a:pt x="2735" y="1717"/>
                      <a:pt x="2734" y="1717"/>
                    </a:cubicBezTo>
                    <a:cubicBezTo>
                      <a:pt x="2734" y="1717"/>
                      <a:pt x="2733" y="1717"/>
                      <a:pt x="2733" y="1717"/>
                    </a:cubicBezTo>
                    <a:cubicBezTo>
                      <a:pt x="2732" y="1717"/>
                      <a:pt x="2730" y="1717"/>
                      <a:pt x="2729" y="1716"/>
                    </a:cubicBezTo>
                    <a:cubicBezTo>
                      <a:pt x="2728" y="1714"/>
                      <a:pt x="2728" y="1713"/>
                      <a:pt x="2727" y="1711"/>
                    </a:cubicBezTo>
                    <a:cubicBezTo>
                      <a:pt x="2726" y="1710"/>
                      <a:pt x="2724" y="1709"/>
                      <a:pt x="2723" y="1708"/>
                    </a:cubicBezTo>
                    <a:cubicBezTo>
                      <a:pt x="2721" y="1707"/>
                      <a:pt x="2720" y="1705"/>
                      <a:pt x="2720" y="1703"/>
                    </a:cubicBezTo>
                    <a:cubicBezTo>
                      <a:pt x="2720" y="1701"/>
                      <a:pt x="2721" y="1698"/>
                      <a:pt x="2721" y="1696"/>
                    </a:cubicBezTo>
                    <a:cubicBezTo>
                      <a:pt x="2720" y="1692"/>
                      <a:pt x="2716" y="1698"/>
                      <a:pt x="2715" y="1699"/>
                    </a:cubicBezTo>
                    <a:cubicBezTo>
                      <a:pt x="2713" y="1703"/>
                      <a:pt x="2713" y="1707"/>
                      <a:pt x="2712" y="1711"/>
                    </a:cubicBezTo>
                    <a:cubicBezTo>
                      <a:pt x="2712" y="1713"/>
                      <a:pt x="2712" y="1717"/>
                      <a:pt x="2710" y="1717"/>
                    </a:cubicBezTo>
                    <a:cubicBezTo>
                      <a:pt x="2708" y="1718"/>
                      <a:pt x="2706" y="1716"/>
                      <a:pt x="2705" y="1718"/>
                    </a:cubicBezTo>
                    <a:cubicBezTo>
                      <a:pt x="2704" y="1720"/>
                      <a:pt x="2704" y="1723"/>
                      <a:pt x="2704" y="1725"/>
                    </a:cubicBezTo>
                    <a:cubicBezTo>
                      <a:pt x="2703" y="1727"/>
                      <a:pt x="2704" y="1729"/>
                      <a:pt x="2704" y="1732"/>
                    </a:cubicBezTo>
                    <a:cubicBezTo>
                      <a:pt x="2704" y="1733"/>
                      <a:pt x="2702" y="1734"/>
                      <a:pt x="2701" y="1735"/>
                    </a:cubicBezTo>
                    <a:cubicBezTo>
                      <a:pt x="2699" y="1736"/>
                      <a:pt x="2699" y="1737"/>
                      <a:pt x="2697" y="1738"/>
                    </a:cubicBezTo>
                    <a:cubicBezTo>
                      <a:pt x="2694" y="1738"/>
                      <a:pt x="2693" y="1739"/>
                      <a:pt x="2691" y="1741"/>
                    </a:cubicBezTo>
                    <a:cubicBezTo>
                      <a:pt x="2689" y="1742"/>
                      <a:pt x="2688" y="1742"/>
                      <a:pt x="2686" y="1743"/>
                    </a:cubicBezTo>
                    <a:cubicBezTo>
                      <a:pt x="2684" y="1743"/>
                      <a:pt x="2681" y="1743"/>
                      <a:pt x="2680" y="1745"/>
                    </a:cubicBezTo>
                    <a:cubicBezTo>
                      <a:pt x="2678" y="1746"/>
                      <a:pt x="2678" y="1748"/>
                      <a:pt x="2677" y="1750"/>
                    </a:cubicBezTo>
                    <a:cubicBezTo>
                      <a:pt x="2675" y="1752"/>
                      <a:pt x="2672" y="1753"/>
                      <a:pt x="2670" y="1755"/>
                    </a:cubicBezTo>
                    <a:cubicBezTo>
                      <a:pt x="2668" y="1757"/>
                      <a:pt x="2665" y="1756"/>
                      <a:pt x="2662" y="1756"/>
                    </a:cubicBezTo>
                    <a:cubicBezTo>
                      <a:pt x="2661" y="1756"/>
                      <a:pt x="2660" y="1757"/>
                      <a:pt x="2659" y="1757"/>
                    </a:cubicBezTo>
                    <a:cubicBezTo>
                      <a:pt x="2657" y="1756"/>
                      <a:pt x="2655" y="1755"/>
                      <a:pt x="2654" y="1755"/>
                    </a:cubicBezTo>
                    <a:cubicBezTo>
                      <a:pt x="2653" y="1754"/>
                      <a:pt x="2652" y="1754"/>
                      <a:pt x="2651" y="1754"/>
                    </a:cubicBezTo>
                    <a:cubicBezTo>
                      <a:pt x="2650" y="1753"/>
                      <a:pt x="2648" y="1753"/>
                      <a:pt x="2647" y="1752"/>
                    </a:cubicBezTo>
                    <a:cubicBezTo>
                      <a:pt x="2644" y="1751"/>
                      <a:pt x="2641" y="1751"/>
                      <a:pt x="2639" y="1749"/>
                    </a:cubicBezTo>
                    <a:cubicBezTo>
                      <a:pt x="2636" y="1747"/>
                      <a:pt x="2633" y="1746"/>
                      <a:pt x="2631" y="1744"/>
                    </a:cubicBezTo>
                    <a:cubicBezTo>
                      <a:pt x="2626" y="1739"/>
                      <a:pt x="2621" y="1736"/>
                      <a:pt x="2615" y="1732"/>
                    </a:cubicBezTo>
                    <a:cubicBezTo>
                      <a:pt x="2610" y="1729"/>
                      <a:pt x="2607" y="1725"/>
                      <a:pt x="2601" y="1722"/>
                    </a:cubicBezTo>
                    <a:cubicBezTo>
                      <a:pt x="2598" y="1720"/>
                      <a:pt x="2595" y="1716"/>
                      <a:pt x="2592" y="1713"/>
                    </a:cubicBezTo>
                    <a:cubicBezTo>
                      <a:pt x="2589" y="1711"/>
                      <a:pt x="2587" y="1708"/>
                      <a:pt x="2584" y="1706"/>
                    </a:cubicBezTo>
                    <a:cubicBezTo>
                      <a:pt x="2579" y="1703"/>
                      <a:pt x="2576" y="1699"/>
                      <a:pt x="2572" y="1696"/>
                    </a:cubicBezTo>
                    <a:cubicBezTo>
                      <a:pt x="2566" y="1693"/>
                      <a:pt x="2562" y="1689"/>
                      <a:pt x="2557" y="1685"/>
                    </a:cubicBezTo>
                    <a:cubicBezTo>
                      <a:pt x="2555" y="1684"/>
                      <a:pt x="2553" y="1682"/>
                      <a:pt x="2552" y="1680"/>
                    </a:cubicBezTo>
                    <a:cubicBezTo>
                      <a:pt x="2549" y="1678"/>
                      <a:pt x="2546" y="1677"/>
                      <a:pt x="2544" y="1675"/>
                    </a:cubicBezTo>
                    <a:cubicBezTo>
                      <a:pt x="2542" y="1673"/>
                      <a:pt x="2540" y="1672"/>
                      <a:pt x="2538" y="1670"/>
                    </a:cubicBezTo>
                    <a:cubicBezTo>
                      <a:pt x="2536" y="1667"/>
                      <a:pt x="2534" y="1665"/>
                      <a:pt x="2532" y="1663"/>
                    </a:cubicBezTo>
                    <a:cubicBezTo>
                      <a:pt x="2528" y="1659"/>
                      <a:pt x="2525" y="1654"/>
                      <a:pt x="2523" y="1650"/>
                    </a:cubicBezTo>
                    <a:cubicBezTo>
                      <a:pt x="2521" y="1646"/>
                      <a:pt x="2517" y="1644"/>
                      <a:pt x="2515" y="1640"/>
                    </a:cubicBezTo>
                    <a:cubicBezTo>
                      <a:pt x="2512" y="1636"/>
                      <a:pt x="2511" y="1632"/>
                      <a:pt x="2508" y="1629"/>
                    </a:cubicBezTo>
                    <a:cubicBezTo>
                      <a:pt x="2505" y="1624"/>
                      <a:pt x="2501" y="1621"/>
                      <a:pt x="2498" y="1616"/>
                    </a:cubicBezTo>
                    <a:cubicBezTo>
                      <a:pt x="2495" y="1611"/>
                      <a:pt x="2494" y="1606"/>
                      <a:pt x="2492" y="1601"/>
                    </a:cubicBezTo>
                    <a:cubicBezTo>
                      <a:pt x="2490" y="1594"/>
                      <a:pt x="2484" y="1589"/>
                      <a:pt x="2483" y="1581"/>
                    </a:cubicBezTo>
                    <a:cubicBezTo>
                      <a:pt x="2482" y="1578"/>
                      <a:pt x="2482" y="1573"/>
                      <a:pt x="2480" y="1570"/>
                    </a:cubicBezTo>
                    <a:cubicBezTo>
                      <a:pt x="2478" y="1568"/>
                      <a:pt x="2476" y="1569"/>
                      <a:pt x="2475" y="1572"/>
                    </a:cubicBezTo>
                    <a:cubicBezTo>
                      <a:pt x="2474" y="1574"/>
                      <a:pt x="2475" y="1578"/>
                      <a:pt x="2473" y="1581"/>
                    </a:cubicBezTo>
                    <a:cubicBezTo>
                      <a:pt x="2471" y="1583"/>
                      <a:pt x="2467" y="1583"/>
                      <a:pt x="2464" y="1583"/>
                    </a:cubicBezTo>
                    <a:cubicBezTo>
                      <a:pt x="2462" y="1582"/>
                      <a:pt x="2458" y="1582"/>
                      <a:pt x="2457" y="1585"/>
                    </a:cubicBezTo>
                    <a:cubicBezTo>
                      <a:pt x="2457" y="1587"/>
                      <a:pt x="2460" y="1590"/>
                      <a:pt x="2461" y="1592"/>
                    </a:cubicBezTo>
                    <a:cubicBezTo>
                      <a:pt x="2464" y="1596"/>
                      <a:pt x="2468" y="1600"/>
                      <a:pt x="2474" y="1601"/>
                    </a:cubicBezTo>
                    <a:cubicBezTo>
                      <a:pt x="2476" y="1601"/>
                      <a:pt x="2477" y="1600"/>
                      <a:pt x="2479" y="1600"/>
                    </a:cubicBezTo>
                    <a:cubicBezTo>
                      <a:pt x="2482" y="1600"/>
                      <a:pt x="2483" y="1601"/>
                      <a:pt x="2485" y="1603"/>
                    </a:cubicBezTo>
                    <a:cubicBezTo>
                      <a:pt x="2487" y="1605"/>
                      <a:pt x="2488" y="1607"/>
                      <a:pt x="2489" y="1610"/>
                    </a:cubicBezTo>
                    <a:cubicBezTo>
                      <a:pt x="2491" y="1614"/>
                      <a:pt x="2492" y="1619"/>
                      <a:pt x="2492" y="1624"/>
                    </a:cubicBezTo>
                    <a:cubicBezTo>
                      <a:pt x="2492" y="1628"/>
                      <a:pt x="2493" y="1633"/>
                      <a:pt x="2494" y="1637"/>
                    </a:cubicBezTo>
                    <a:cubicBezTo>
                      <a:pt x="2495" y="1641"/>
                      <a:pt x="2495" y="1644"/>
                      <a:pt x="2495" y="1647"/>
                    </a:cubicBezTo>
                    <a:cubicBezTo>
                      <a:pt x="2496" y="1650"/>
                      <a:pt x="2498" y="1651"/>
                      <a:pt x="2501" y="1651"/>
                    </a:cubicBezTo>
                    <a:cubicBezTo>
                      <a:pt x="2505" y="1651"/>
                      <a:pt x="2504" y="1647"/>
                      <a:pt x="2503" y="1644"/>
                    </a:cubicBezTo>
                    <a:cubicBezTo>
                      <a:pt x="2503" y="1642"/>
                      <a:pt x="2503" y="1640"/>
                      <a:pt x="2504" y="1639"/>
                    </a:cubicBezTo>
                    <a:cubicBezTo>
                      <a:pt x="2505" y="1637"/>
                      <a:pt x="2506" y="1638"/>
                      <a:pt x="2508" y="1639"/>
                    </a:cubicBezTo>
                    <a:cubicBezTo>
                      <a:pt x="2511" y="1640"/>
                      <a:pt x="2512" y="1644"/>
                      <a:pt x="2514" y="1646"/>
                    </a:cubicBezTo>
                    <a:cubicBezTo>
                      <a:pt x="2516" y="1649"/>
                      <a:pt x="2516" y="1652"/>
                      <a:pt x="2518" y="1655"/>
                    </a:cubicBezTo>
                    <a:cubicBezTo>
                      <a:pt x="2519" y="1658"/>
                      <a:pt x="2522" y="1660"/>
                      <a:pt x="2524" y="1662"/>
                    </a:cubicBezTo>
                    <a:cubicBezTo>
                      <a:pt x="2527" y="1665"/>
                      <a:pt x="2530" y="1668"/>
                      <a:pt x="2533" y="1671"/>
                    </a:cubicBezTo>
                    <a:cubicBezTo>
                      <a:pt x="2535" y="1673"/>
                      <a:pt x="2537" y="1675"/>
                      <a:pt x="2539" y="1677"/>
                    </a:cubicBezTo>
                    <a:cubicBezTo>
                      <a:pt x="2541" y="1678"/>
                      <a:pt x="2542" y="1680"/>
                      <a:pt x="2544" y="1682"/>
                    </a:cubicBezTo>
                    <a:cubicBezTo>
                      <a:pt x="2545" y="1683"/>
                      <a:pt x="2547" y="1685"/>
                      <a:pt x="2549" y="1686"/>
                    </a:cubicBezTo>
                    <a:cubicBezTo>
                      <a:pt x="2551" y="1687"/>
                      <a:pt x="2553" y="1687"/>
                      <a:pt x="2555" y="1688"/>
                    </a:cubicBezTo>
                    <a:cubicBezTo>
                      <a:pt x="2557" y="1688"/>
                      <a:pt x="2558" y="1690"/>
                      <a:pt x="2560" y="1691"/>
                    </a:cubicBezTo>
                    <a:cubicBezTo>
                      <a:pt x="2562" y="1692"/>
                      <a:pt x="2565" y="1694"/>
                      <a:pt x="2566" y="1696"/>
                    </a:cubicBezTo>
                    <a:cubicBezTo>
                      <a:pt x="2568" y="1699"/>
                      <a:pt x="2570" y="1701"/>
                      <a:pt x="2574" y="1704"/>
                    </a:cubicBezTo>
                    <a:cubicBezTo>
                      <a:pt x="2578" y="1706"/>
                      <a:pt x="2581" y="1708"/>
                      <a:pt x="2585" y="1711"/>
                    </a:cubicBezTo>
                    <a:cubicBezTo>
                      <a:pt x="2590" y="1716"/>
                      <a:pt x="2593" y="1720"/>
                      <a:pt x="2596" y="1726"/>
                    </a:cubicBezTo>
                    <a:cubicBezTo>
                      <a:pt x="2597" y="1727"/>
                      <a:pt x="2599" y="1729"/>
                      <a:pt x="2600" y="1730"/>
                    </a:cubicBezTo>
                    <a:cubicBezTo>
                      <a:pt x="2601" y="1731"/>
                      <a:pt x="2602" y="1732"/>
                      <a:pt x="2604" y="1733"/>
                    </a:cubicBezTo>
                    <a:cubicBezTo>
                      <a:pt x="2608" y="1735"/>
                      <a:pt x="2612" y="1738"/>
                      <a:pt x="2616" y="1740"/>
                    </a:cubicBezTo>
                    <a:cubicBezTo>
                      <a:pt x="2620" y="1741"/>
                      <a:pt x="2623" y="1744"/>
                      <a:pt x="2625" y="1748"/>
                    </a:cubicBezTo>
                    <a:cubicBezTo>
                      <a:pt x="2626" y="1750"/>
                      <a:pt x="2626" y="1753"/>
                      <a:pt x="2628" y="1755"/>
                    </a:cubicBezTo>
                    <a:cubicBezTo>
                      <a:pt x="2631" y="1756"/>
                      <a:pt x="2633" y="1756"/>
                      <a:pt x="2635" y="1758"/>
                    </a:cubicBezTo>
                    <a:cubicBezTo>
                      <a:pt x="2637" y="1759"/>
                      <a:pt x="2639" y="1760"/>
                      <a:pt x="2641" y="1761"/>
                    </a:cubicBezTo>
                    <a:cubicBezTo>
                      <a:pt x="2643" y="1762"/>
                      <a:pt x="2646" y="1764"/>
                      <a:pt x="2646" y="1766"/>
                    </a:cubicBezTo>
                    <a:cubicBezTo>
                      <a:pt x="2646" y="1768"/>
                      <a:pt x="2643" y="1768"/>
                      <a:pt x="2642" y="1768"/>
                    </a:cubicBezTo>
                    <a:cubicBezTo>
                      <a:pt x="2639" y="1769"/>
                      <a:pt x="2637" y="1770"/>
                      <a:pt x="2634" y="1769"/>
                    </a:cubicBezTo>
                    <a:cubicBezTo>
                      <a:pt x="2632" y="1768"/>
                      <a:pt x="2630" y="1767"/>
                      <a:pt x="2628" y="1766"/>
                    </a:cubicBezTo>
                    <a:cubicBezTo>
                      <a:pt x="2626" y="1764"/>
                      <a:pt x="2624" y="1764"/>
                      <a:pt x="2621" y="1764"/>
                    </a:cubicBezTo>
                    <a:cubicBezTo>
                      <a:pt x="2620" y="1764"/>
                      <a:pt x="2620" y="1764"/>
                      <a:pt x="2619" y="1764"/>
                    </a:cubicBezTo>
                    <a:cubicBezTo>
                      <a:pt x="2616" y="1764"/>
                      <a:pt x="2613" y="1763"/>
                      <a:pt x="2610" y="1763"/>
                    </a:cubicBezTo>
                    <a:cubicBezTo>
                      <a:pt x="2608" y="1762"/>
                      <a:pt x="2606" y="1760"/>
                      <a:pt x="2603" y="1759"/>
                    </a:cubicBezTo>
                    <a:cubicBezTo>
                      <a:pt x="2600" y="1758"/>
                      <a:pt x="2596" y="1759"/>
                      <a:pt x="2593" y="1759"/>
                    </a:cubicBezTo>
                    <a:cubicBezTo>
                      <a:pt x="2590" y="1759"/>
                      <a:pt x="2586" y="1760"/>
                      <a:pt x="2583" y="1761"/>
                    </a:cubicBezTo>
                    <a:cubicBezTo>
                      <a:pt x="2579" y="1761"/>
                      <a:pt x="2576" y="1760"/>
                      <a:pt x="2572" y="1758"/>
                    </a:cubicBezTo>
                    <a:cubicBezTo>
                      <a:pt x="2570" y="1756"/>
                      <a:pt x="2568" y="1758"/>
                      <a:pt x="2565" y="1760"/>
                    </a:cubicBezTo>
                    <a:cubicBezTo>
                      <a:pt x="2563" y="1762"/>
                      <a:pt x="2561" y="1762"/>
                      <a:pt x="2558" y="1762"/>
                    </a:cubicBezTo>
                    <a:cubicBezTo>
                      <a:pt x="2555" y="1762"/>
                      <a:pt x="2549" y="1761"/>
                      <a:pt x="2552" y="1758"/>
                    </a:cubicBezTo>
                    <a:cubicBezTo>
                      <a:pt x="2554" y="1755"/>
                      <a:pt x="2556" y="1755"/>
                      <a:pt x="2556" y="1752"/>
                    </a:cubicBezTo>
                    <a:cubicBezTo>
                      <a:pt x="2556" y="1748"/>
                      <a:pt x="2556" y="1744"/>
                      <a:pt x="2557" y="1741"/>
                    </a:cubicBezTo>
                    <a:cubicBezTo>
                      <a:pt x="2557" y="1739"/>
                      <a:pt x="2558" y="1738"/>
                      <a:pt x="2559" y="1738"/>
                    </a:cubicBezTo>
                    <a:cubicBezTo>
                      <a:pt x="2560" y="1737"/>
                      <a:pt x="2562" y="1737"/>
                      <a:pt x="2563" y="1736"/>
                    </a:cubicBezTo>
                    <a:cubicBezTo>
                      <a:pt x="2563" y="1735"/>
                      <a:pt x="2564" y="1734"/>
                      <a:pt x="2565" y="1733"/>
                    </a:cubicBezTo>
                    <a:cubicBezTo>
                      <a:pt x="2566" y="1732"/>
                      <a:pt x="2567" y="1730"/>
                      <a:pt x="2567" y="1729"/>
                    </a:cubicBezTo>
                    <a:cubicBezTo>
                      <a:pt x="2567" y="1727"/>
                      <a:pt x="2568" y="1726"/>
                      <a:pt x="2568" y="1725"/>
                    </a:cubicBezTo>
                    <a:cubicBezTo>
                      <a:pt x="2568" y="1724"/>
                      <a:pt x="2569" y="1723"/>
                      <a:pt x="2569" y="1722"/>
                    </a:cubicBezTo>
                    <a:cubicBezTo>
                      <a:pt x="2568" y="1720"/>
                      <a:pt x="2567" y="1718"/>
                      <a:pt x="2566" y="1717"/>
                    </a:cubicBezTo>
                    <a:cubicBezTo>
                      <a:pt x="2565" y="1715"/>
                      <a:pt x="2564" y="1713"/>
                      <a:pt x="2563" y="1711"/>
                    </a:cubicBezTo>
                    <a:cubicBezTo>
                      <a:pt x="2561" y="1710"/>
                      <a:pt x="2559" y="1708"/>
                      <a:pt x="2558" y="1706"/>
                    </a:cubicBezTo>
                    <a:cubicBezTo>
                      <a:pt x="2557" y="1704"/>
                      <a:pt x="2556" y="1702"/>
                      <a:pt x="2554" y="1700"/>
                    </a:cubicBezTo>
                    <a:cubicBezTo>
                      <a:pt x="2553" y="1698"/>
                      <a:pt x="2550" y="1697"/>
                      <a:pt x="2548" y="1695"/>
                    </a:cubicBezTo>
                    <a:cubicBezTo>
                      <a:pt x="2546" y="1693"/>
                      <a:pt x="2544" y="1692"/>
                      <a:pt x="2542" y="1690"/>
                    </a:cubicBezTo>
                    <a:cubicBezTo>
                      <a:pt x="2540" y="1688"/>
                      <a:pt x="2539" y="1688"/>
                      <a:pt x="2537" y="1688"/>
                    </a:cubicBezTo>
                    <a:cubicBezTo>
                      <a:pt x="2535" y="1688"/>
                      <a:pt x="2534" y="1687"/>
                      <a:pt x="2532" y="1687"/>
                    </a:cubicBezTo>
                    <a:cubicBezTo>
                      <a:pt x="2528" y="1686"/>
                      <a:pt x="2518" y="1689"/>
                      <a:pt x="2517" y="1683"/>
                    </a:cubicBezTo>
                    <a:cubicBezTo>
                      <a:pt x="2516" y="1681"/>
                      <a:pt x="2518" y="1678"/>
                      <a:pt x="2515" y="1678"/>
                    </a:cubicBezTo>
                    <a:cubicBezTo>
                      <a:pt x="2514" y="1678"/>
                      <a:pt x="2512" y="1678"/>
                      <a:pt x="2512" y="1679"/>
                    </a:cubicBezTo>
                    <a:cubicBezTo>
                      <a:pt x="2510" y="1680"/>
                      <a:pt x="2509" y="1681"/>
                      <a:pt x="2508" y="1682"/>
                    </a:cubicBezTo>
                    <a:cubicBezTo>
                      <a:pt x="2506" y="1683"/>
                      <a:pt x="2504" y="1680"/>
                      <a:pt x="2505" y="1678"/>
                    </a:cubicBezTo>
                    <a:cubicBezTo>
                      <a:pt x="2507" y="1675"/>
                      <a:pt x="2511" y="1675"/>
                      <a:pt x="2512" y="1671"/>
                    </a:cubicBezTo>
                    <a:cubicBezTo>
                      <a:pt x="2513" y="1671"/>
                      <a:pt x="2513" y="1669"/>
                      <a:pt x="2512" y="1668"/>
                    </a:cubicBezTo>
                    <a:cubicBezTo>
                      <a:pt x="2511" y="1668"/>
                      <a:pt x="2509" y="1669"/>
                      <a:pt x="2508" y="1669"/>
                    </a:cubicBezTo>
                    <a:cubicBezTo>
                      <a:pt x="2507" y="1670"/>
                      <a:pt x="2506" y="1670"/>
                      <a:pt x="2505" y="1671"/>
                    </a:cubicBezTo>
                    <a:cubicBezTo>
                      <a:pt x="2504" y="1671"/>
                      <a:pt x="2503" y="1672"/>
                      <a:pt x="2502" y="1672"/>
                    </a:cubicBezTo>
                    <a:cubicBezTo>
                      <a:pt x="2501" y="1672"/>
                      <a:pt x="2500" y="1672"/>
                      <a:pt x="2499" y="1672"/>
                    </a:cubicBezTo>
                    <a:cubicBezTo>
                      <a:pt x="2499" y="1673"/>
                      <a:pt x="2498" y="1673"/>
                      <a:pt x="2497" y="1674"/>
                    </a:cubicBezTo>
                    <a:cubicBezTo>
                      <a:pt x="2497" y="1674"/>
                      <a:pt x="2496" y="1674"/>
                      <a:pt x="2496" y="1674"/>
                    </a:cubicBezTo>
                    <a:cubicBezTo>
                      <a:pt x="2495" y="1675"/>
                      <a:pt x="2493" y="1677"/>
                      <a:pt x="2492" y="1677"/>
                    </a:cubicBezTo>
                    <a:cubicBezTo>
                      <a:pt x="2490" y="1678"/>
                      <a:pt x="2488" y="1677"/>
                      <a:pt x="2487" y="1678"/>
                    </a:cubicBezTo>
                    <a:cubicBezTo>
                      <a:pt x="2484" y="1680"/>
                      <a:pt x="2480" y="1683"/>
                      <a:pt x="2476" y="1682"/>
                    </a:cubicBezTo>
                    <a:cubicBezTo>
                      <a:pt x="2472" y="1682"/>
                      <a:pt x="2474" y="1678"/>
                      <a:pt x="2476" y="1677"/>
                    </a:cubicBezTo>
                    <a:cubicBezTo>
                      <a:pt x="2478" y="1676"/>
                      <a:pt x="2479" y="1676"/>
                      <a:pt x="2480" y="1675"/>
                    </a:cubicBezTo>
                    <a:cubicBezTo>
                      <a:pt x="2481" y="1675"/>
                      <a:pt x="2481" y="1675"/>
                      <a:pt x="2481" y="1674"/>
                    </a:cubicBezTo>
                    <a:cubicBezTo>
                      <a:pt x="2482" y="1674"/>
                      <a:pt x="2482" y="1674"/>
                      <a:pt x="2482" y="1674"/>
                    </a:cubicBezTo>
                    <a:cubicBezTo>
                      <a:pt x="2484" y="1673"/>
                      <a:pt x="2483" y="1671"/>
                      <a:pt x="2484" y="1670"/>
                    </a:cubicBezTo>
                    <a:cubicBezTo>
                      <a:pt x="2485" y="1666"/>
                      <a:pt x="2490" y="1667"/>
                      <a:pt x="2491" y="1663"/>
                    </a:cubicBezTo>
                    <a:cubicBezTo>
                      <a:pt x="2491" y="1662"/>
                      <a:pt x="2490" y="1661"/>
                      <a:pt x="2489" y="1661"/>
                    </a:cubicBezTo>
                    <a:cubicBezTo>
                      <a:pt x="2489" y="1661"/>
                      <a:pt x="2489" y="1661"/>
                      <a:pt x="2488" y="1661"/>
                    </a:cubicBezTo>
                    <a:cubicBezTo>
                      <a:pt x="2488" y="1661"/>
                      <a:pt x="2488" y="1661"/>
                      <a:pt x="2488" y="1660"/>
                    </a:cubicBezTo>
                    <a:cubicBezTo>
                      <a:pt x="2487" y="1660"/>
                      <a:pt x="2486" y="1659"/>
                      <a:pt x="2485" y="1658"/>
                    </a:cubicBezTo>
                    <a:cubicBezTo>
                      <a:pt x="2484" y="1656"/>
                      <a:pt x="2486" y="1655"/>
                      <a:pt x="2484" y="1654"/>
                    </a:cubicBezTo>
                    <a:cubicBezTo>
                      <a:pt x="2483" y="1653"/>
                      <a:pt x="2481" y="1653"/>
                      <a:pt x="2480" y="1653"/>
                    </a:cubicBezTo>
                    <a:cubicBezTo>
                      <a:pt x="2479" y="1654"/>
                      <a:pt x="2479" y="1656"/>
                      <a:pt x="2478" y="1657"/>
                    </a:cubicBezTo>
                    <a:cubicBezTo>
                      <a:pt x="2476" y="1659"/>
                      <a:pt x="2471" y="1661"/>
                      <a:pt x="2469" y="1660"/>
                    </a:cubicBezTo>
                    <a:cubicBezTo>
                      <a:pt x="2466" y="1659"/>
                      <a:pt x="2466" y="1654"/>
                      <a:pt x="2467" y="1652"/>
                    </a:cubicBezTo>
                    <a:cubicBezTo>
                      <a:pt x="2467" y="1648"/>
                      <a:pt x="2471" y="1649"/>
                      <a:pt x="2474" y="1648"/>
                    </a:cubicBezTo>
                    <a:cubicBezTo>
                      <a:pt x="2477" y="1647"/>
                      <a:pt x="2479" y="1644"/>
                      <a:pt x="2479" y="1641"/>
                    </a:cubicBezTo>
                    <a:cubicBezTo>
                      <a:pt x="2479" y="1637"/>
                      <a:pt x="2476" y="1638"/>
                      <a:pt x="2473" y="1638"/>
                    </a:cubicBezTo>
                    <a:cubicBezTo>
                      <a:pt x="2472" y="1639"/>
                      <a:pt x="2470" y="1639"/>
                      <a:pt x="2469" y="1640"/>
                    </a:cubicBezTo>
                    <a:cubicBezTo>
                      <a:pt x="2467" y="1640"/>
                      <a:pt x="2466" y="1639"/>
                      <a:pt x="2465" y="1640"/>
                    </a:cubicBezTo>
                    <a:cubicBezTo>
                      <a:pt x="2462" y="1641"/>
                      <a:pt x="2461" y="1643"/>
                      <a:pt x="2459" y="1646"/>
                    </a:cubicBezTo>
                    <a:cubicBezTo>
                      <a:pt x="2458" y="1649"/>
                      <a:pt x="2456" y="1651"/>
                      <a:pt x="2455" y="1654"/>
                    </a:cubicBezTo>
                    <a:cubicBezTo>
                      <a:pt x="2453" y="1658"/>
                      <a:pt x="2452" y="1662"/>
                      <a:pt x="2449" y="1664"/>
                    </a:cubicBezTo>
                    <a:cubicBezTo>
                      <a:pt x="2446" y="1667"/>
                      <a:pt x="2443" y="1668"/>
                      <a:pt x="2440" y="1671"/>
                    </a:cubicBezTo>
                    <a:cubicBezTo>
                      <a:pt x="2438" y="1673"/>
                      <a:pt x="2436" y="1676"/>
                      <a:pt x="2433" y="1678"/>
                    </a:cubicBezTo>
                    <a:cubicBezTo>
                      <a:pt x="2431" y="1678"/>
                      <a:pt x="2427" y="1680"/>
                      <a:pt x="2428" y="1677"/>
                    </a:cubicBezTo>
                    <a:cubicBezTo>
                      <a:pt x="2428" y="1674"/>
                      <a:pt x="2431" y="1671"/>
                      <a:pt x="2434" y="1669"/>
                    </a:cubicBezTo>
                    <a:cubicBezTo>
                      <a:pt x="2436" y="1668"/>
                      <a:pt x="2438" y="1667"/>
                      <a:pt x="2440" y="1665"/>
                    </a:cubicBezTo>
                    <a:cubicBezTo>
                      <a:pt x="2441" y="1663"/>
                      <a:pt x="2442" y="1660"/>
                      <a:pt x="2442" y="1658"/>
                    </a:cubicBezTo>
                    <a:cubicBezTo>
                      <a:pt x="2441" y="1655"/>
                      <a:pt x="2441" y="1653"/>
                      <a:pt x="2442" y="1651"/>
                    </a:cubicBezTo>
                    <a:cubicBezTo>
                      <a:pt x="2443" y="1648"/>
                      <a:pt x="2445" y="1647"/>
                      <a:pt x="2447" y="1645"/>
                    </a:cubicBezTo>
                    <a:cubicBezTo>
                      <a:pt x="2449" y="1644"/>
                      <a:pt x="2451" y="1642"/>
                      <a:pt x="2453" y="1639"/>
                    </a:cubicBezTo>
                    <a:cubicBezTo>
                      <a:pt x="2454" y="1637"/>
                      <a:pt x="2456" y="1633"/>
                      <a:pt x="2455" y="1630"/>
                    </a:cubicBezTo>
                    <a:cubicBezTo>
                      <a:pt x="2454" y="1627"/>
                      <a:pt x="2450" y="1626"/>
                      <a:pt x="2447" y="1625"/>
                    </a:cubicBezTo>
                    <a:cubicBezTo>
                      <a:pt x="2444" y="1624"/>
                      <a:pt x="2441" y="1622"/>
                      <a:pt x="2439" y="1625"/>
                    </a:cubicBezTo>
                    <a:cubicBezTo>
                      <a:pt x="2437" y="1627"/>
                      <a:pt x="2437" y="1629"/>
                      <a:pt x="2439" y="1632"/>
                    </a:cubicBezTo>
                    <a:cubicBezTo>
                      <a:pt x="2440" y="1634"/>
                      <a:pt x="2441" y="1636"/>
                      <a:pt x="2438" y="1638"/>
                    </a:cubicBezTo>
                    <a:cubicBezTo>
                      <a:pt x="2436" y="1639"/>
                      <a:pt x="2433" y="1640"/>
                      <a:pt x="2432" y="1643"/>
                    </a:cubicBezTo>
                    <a:cubicBezTo>
                      <a:pt x="2431" y="1646"/>
                      <a:pt x="2431" y="1649"/>
                      <a:pt x="2430" y="1651"/>
                    </a:cubicBezTo>
                    <a:cubicBezTo>
                      <a:pt x="2428" y="1652"/>
                      <a:pt x="2429" y="1649"/>
                      <a:pt x="2427" y="1648"/>
                    </a:cubicBezTo>
                    <a:cubicBezTo>
                      <a:pt x="2426" y="1647"/>
                      <a:pt x="2426" y="1648"/>
                      <a:pt x="2425" y="1646"/>
                    </a:cubicBezTo>
                    <a:cubicBezTo>
                      <a:pt x="2425" y="1645"/>
                      <a:pt x="2425" y="1644"/>
                      <a:pt x="2425" y="1643"/>
                    </a:cubicBezTo>
                    <a:cubicBezTo>
                      <a:pt x="2425" y="1641"/>
                      <a:pt x="2424" y="1639"/>
                      <a:pt x="2422" y="1638"/>
                    </a:cubicBezTo>
                    <a:cubicBezTo>
                      <a:pt x="2418" y="1636"/>
                      <a:pt x="2419" y="1643"/>
                      <a:pt x="2419" y="1645"/>
                    </a:cubicBezTo>
                    <a:cubicBezTo>
                      <a:pt x="2418" y="1644"/>
                      <a:pt x="2417" y="1644"/>
                      <a:pt x="2416" y="1645"/>
                    </a:cubicBezTo>
                    <a:cubicBezTo>
                      <a:pt x="2416" y="1645"/>
                      <a:pt x="2415" y="1647"/>
                      <a:pt x="2414" y="1647"/>
                    </a:cubicBezTo>
                    <a:cubicBezTo>
                      <a:pt x="2413" y="1647"/>
                      <a:pt x="2413" y="1646"/>
                      <a:pt x="2412" y="1646"/>
                    </a:cubicBezTo>
                    <a:cubicBezTo>
                      <a:pt x="2411" y="1645"/>
                      <a:pt x="2409" y="1646"/>
                      <a:pt x="2408" y="1646"/>
                    </a:cubicBezTo>
                    <a:cubicBezTo>
                      <a:pt x="2406" y="1645"/>
                      <a:pt x="2409" y="1643"/>
                      <a:pt x="2410" y="1642"/>
                    </a:cubicBezTo>
                    <a:cubicBezTo>
                      <a:pt x="2410" y="1640"/>
                      <a:pt x="2410" y="1637"/>
                      <a:pt x="2410" y="1636"/>
                    </a:cubicBezTo>
                    <a:cubicBezTo>
                      <a:pt x="2410" y="1633"/>
                      <a:pt x="2409" y="1632"/>
                      <a:pt x="2407" y="1631"/>
                    </a:cubicBezTo>
                    <a:cubicBezTo>
                      <a:pt x="2405" y="1630"/>
                      <a:pt x="2402" y="1631"/>
                      <a:pt x="2400" y="1630"/>
                    </a:cubicBezTo>
                    <a:cubicBezTo>
                      <a:pt x="2398" y="1629"/>
                      <a:pt x="2399" y="1626"/>
                      <a:pt x="2400" y="1625"/>
                    </a:cubicBezTo>
                    <a:cubicBezTo>
                      <a:pt x="2401" y="1625"/>
                      <a:pt x="2403" y="1625"/>
                      <a:pt x="2403" y="1624"/>
                    </a:cubicBezTo>
                    <a:cubicBezTo>
                      <a:pt x="2403" y="1623"/>
                      <a:pt x="2403" y="1621"/>
                      <a:pt x="2402" y="1621"/>
                    </a:cubicBezTo>
                    <a:cubicBezTo>
                      <a:pt x="2401" y="1620"/>
                      <a:pt x="2397" y="1619"/>
                      <a:pt x="2395" y="1619"/>
                    </a:cubicBezTo>
                    <a:cubicBezTo>
                      <a:pt x="2393" y="1619"/>
                      <a:pt x="2391" y="1619"/>
                      <a:pt x="2391" y="1622"/>
                    </a:cubicBezTo>
                    <a:cubicBezTo>
                      <a:pt x="2389" y="1624"/>
                      <a:pt x="2383" y="1629"/>
                      <a:pt x="2382" y="1624"/>
                    </a:cubicBezTo>
                    <a:cubicBezTo>
                      <a:pt x="2382" y="1622"/>
                      <a:pt x="2384" y="1618"/>
                      <a:pt x="2381" y="1617"/>
                    </a:cubicBezTo>
                    <a:cubicBezTo>
                      <a:pt x="2379" y="1616"/>
                      <a:pt x="2377" y="1618"/>
                      <a:pt x="2376" y="1620"/>
                    </a:cubicBezTo>
                    <a:cubicBezTo>
                      <a:pt x="2376" y="1622"/>
                      <a:pt x="2376" y="1626"/>
                      <a:pt x="2374" y="1627"/>
                    </a:cubicBezTo>
                    <a:cubicBezTo>
                      <a:pt x="2373" y="1628"/>
                      <a:pt x="2371" y="1628"/>
                      <a:pt x="2369" y="1626"/>
                    </a:cubicBezTo>
                    <a:cubicBezTo>
                      <a:pt x="2368" y="1625"/>
                      <a:pt x="2368" y="1623"/>
                      <a:pt x="2367" y="1622"/>
                    </a:cubicBezTo>
                    <a:cubicBezTo>
                      <a:pt x="2365" y="1620"/>
                      <a:pt x="2363" y="1620"/>
                      <a:pt x="2360" y="1620"/>
                    </a:cubicBezTo>
                    <a:cubicBezTo>
                      <a:pt x="2358" y="1620"/>
                      <a:pt x="2356" y="1620"/>
                      <a:pt x="2354" y="1620"/>
                    </a:cubicBezTo>
                    <a:cubicBezTo>
                      <a:pt x="2353" y="1620"/>
                      <a:pt x="2346" y="1618"/>
                      <a:pt x="2346" y="1620"/>
                    </a:cubicBezTo>
                    <a:cubicBezTo>
                      <a:pt x="2345" y="1622"/>
                      <a:pt x="2354" y="1624"/>
                      <a:pt x="2356" y="1624"/>
                    </a:cubicBezTo>
                    <a:cubicBezTo>
                      <a:pt x="2358" y="1625"/>
                      <a:pt x="2361" y="1626"/>
                      <a:pt x="2363" y="1627"/>
                    </a:cubicBezTo>
                    <a:cubicBezTo>
                      <a:pt x="2366" y="1629"/>
                      <a:pt x="2367" y="1630"/>
                      <a:pt x="2368" y="1633"/>
                    </a:cubicBezTo>
                    <a:cubicBezTo>
                      <a:pt x="2368" y="1636"/>
                      <a:pt x="2369" y="1638"/>
                      <a:pt x="2369" y="1641"/>
                    </a:cubicBezTo>
                    <a:cubicBezTo>
                      <a:pt x="2368" y="1643"/>
                      <a:pt x="2366" y="1643"/>
                      <a:pt x="2364" y="1643"/>
                    </a:cubicBezTo>
                    <a:cubicBezTo>
                      <a:pt x="2361" y="1644"/>
                      <a:pt x="2359" y="1644"/>
                      <a:pt x="2357" y="1643"/>
                    </a:cubicBezTo>
                    <a:cubicBezTo>
                      <a:pt x="2355" y="1642"/>
                      <a:pt x="2352" y="1640"/>
                      <a:pt x="2354" y="1638"/>
                    </a:cubicBezTo>
                    <a:cubicBezTo>
                      <a:pt x="2356" y="1636"/>
                      <a:pt x="2359" y="1636"/>
                      <a:pt x="2360" y="1633"/>
                    </a:cubicBezTo>
                    <a:cubicBezTo>
                      <a:pt x="2361" y="1630"/>
                      <a:pt x="2360" y="1628"/>
                      <a:pt x="2357" y="1627"/>
                    </a:cubicBezTo>
                    <a:cubicBezTo>
                      <a:pt x="2354" y="1625"/>
                      <a:pt x="2351" y="1625"/>
                      <a:pt x="2347" y="1624"/>
                    </a:cubicBezTo>
                    <a:cubicBezTo>
                      <a:pt x="2345" y="1623"/>
                      <a:pt x="2343" y="1621"/>
                      <a:pt x="2341" y="1621"/>
                    </a:cubicBezTo>
                    <a:cubicBezTo>
                      <a:pt x="2339" y="1621"/>
                      <a:pt x="2338" y="1620"/>
                      <a:pt x="2336" y="1620"/>
                    </a:cubicBezTo>
                    <a:cubicBezTo>
                      <a:pt x="2335" y="1620"/>
                      <a:pt x="2334" y="1620"/>
                      <a:pt x="2333" y="1620"/>
                    </a:cubicBezTo>
                    <a:cubicBezTo>
                      <a:pt x="2329" y="1619"/>
                      <a:pt x="2331" y="1616"/>
                      <a:pt x="2333" y="1615"/>
                    </a:cubicBezTo>
                    <a:cubicBezTo>
                      <a:pt x="2335" y="1614"/>
                      <a:pt x="2338" y="1613"/>
                      <a:pt x="2339" y="1612"/>
                    </a:cubicBezTo>
                    <a:cubicBezTo>
                      <a:pt x="2340" y="1610"/>
                      <a:pt x="2340" y="1609"/>
                      <a:pt x="2338" y="1609"/>
                    </a:cubicBezTo>
                    <a:cubicBezTo>
                      <a:pt x="2337" y="1609"/>
                      <a:pt x="2336" y="1610"/>
                      <a:pt x="2334" y="1610"/>
                    </a:cubicBezTo>
                    <a:cubicBezTo>
                      <a:pt x="2333" y="1610"/>
                      <a:pt x="2332" y="1610"/>
                      <a:pt x="2331" y="1611"/>
                    </a:cubicBezTo>
                    <a:cubicBezTo>
                      <a:pt x="2330" y="1612"/>
                      <a:pt x="2330" y="1613"/>
                      <a:pt x="2329" y="1614"/>
                    </a:cubicBezTo>
                    <a:cubicBezTo>
                      <a:pt x="2327" y="1614"/>
                      <a:pt x="2325" y="1614"/>
                      <a:pt x="2324" y="1613"/>
                    </a:cubicBezTo>
                    <a:cubicBezTo>
                      <a:pt x="2323" y="1612"/>
                      <a:pt x="2322" y="1611"/>
                      <a:pt x="2321" y="1612"/>
                    </a:cubicBezTo>
                    <a:cubicBezTo>
                      <a:pt x="2320" y="1613"/>
                      <a:pt x="2319" y="1615"/>
                      <a:pt x="2319" y="1616"/>
                    </a:cubicBezTo>
                    <a:cubicBezTo>
                      <a:pt x="2319" y="1618"/>
                      <a:pt x="2319" y="1624"/>
                      <a:pt x="2317" y="1624"/>
                    </a:cubicBezTo>
                    <a:cubicBezTo>
                      <a:pt x="2315" y="1625"/>
                      <a:pt x="2314" y="1624"/>
                      <a:pt x="2313" y="1624"/>
                    </a:cubicBezTo>
                    <a:cubicBezTo>
                      <a:pt x="2312" y="1624"/>
                      <a:pt x="2310" y="1625"/>
                      <a:pt x="2309" y="1625"/>
                    </a:cubicBezTo>
                    <a:cubicBezTo>
                      <a:pt x="2306" y="1625"/>
                      <a:pt x="2306" y="1622"/>
                      <a:pt x="2304" y="1619"/>
                    </a:cubicBezTo>
                    <a:cubicBezTo>
                      <a:pt x="2302" y="1617"/>
                      <a:pt x="2299" y="1619"/>
                      <a:pt x="2296" y="1619"/>
                    </a:cubicBezTo>
                    <a:cubicBezTo>
                      <a:pt x="2295" y="1618"/>
                      <a:pt x="2294" y="1618"/>
                      <a:pt x="2294" y="1617"/>
                    </a:cubicBezTo>
                    <a:cubicBezTo>
                      <a:pt x="2293" y="1615"/>
                      <a:pt x="2292" y="1615"/>
                      <a:pt x="2290" y="1614"/>
                    </a:cubicBezTo>
                    <a:cubicBezTo>
                      <a:pt x="2290" y="1613"/>
                      <a:pt x="2290" y="1611"/>
                      <a:pt x="2291" y="1610"/>
                    </a:cubicBezTo>
                    <a:cubicBezTo>
                      <a:pt x="2291" y="1609"/>
                      <a:pt x="2293" y="1610"/>
                      <a:pt x="2294" y="1609"/>
                    </a:cubicBezTo>
                    <a:cubicBezTo>
                      <a:pt x="2295" y="1609"/>
                      <a:pt x="2296" y="1607"/>
                      <a:pt x="2296" y="1606"/>
                    </a:cubicBezTo>
                    <a:cubicBezTo>
                      <a:pt x="2297" y="1604"/>
                      <a:pt x="2297" y="1602"/>
                      <a:pt x="2295" y="1601"/>
                    </a:cubicBezTo>
                    <a:cubicBezTo>
                      <a:pt x="2294" y="1600"/>
                      <a:pt x="2291" y="1599"/>
                      <a:pt x="2290" y="1599"/>
                    </a:cubicBezTo>
                    <a:cubicBezTo>
                      <a:pt x="2287" y="1600"/>
                      <a:pt x="2285" y="1600"/>
                      <a:pt x="2284" y="1603"/>
                    </a:cubicBezTo>
                    <a:cubicBezTo>
                      <a:pt x="2285" y="1604"/>
                      <a:pt x="2285" y="1605"/>
                      <a:pt x="2286" y="1606"/>
                    </a:cubicBezTo>
                    <a:cubicBezTo>
                      <a:pt x="2286" y="1607"/>
                      <a:pt x="2286" y="1609"/>
                      <a:pt x="2285" y="1609"/>
                    </a:cubicBezTo>
                    <a:cubicBezTo>
                      <a:pt x="2284" y="1610"/>
                      <a:pt x="2282" y="1611"/>
                      <a:pt x="2280" y="1611"/>
                    </a:cubicBezTo>
                    <a:cubicBezTo>
                      <a:pt x="2278" y="1611"/>
                      <a:pt x="2277" y="1610"/>
                      <a:pt x="2275" y="1610"/>
                    </a:cubicBezTo>
                    <a:cubicBezTo>
                      <a:pt x="2272" y="1609"/>
                      <a:pt x="2271" y="1607"/>
                      <a:pt x="2269" y="1606"/>
                    </a:cubicBezTo>
                    <a:cubicBezTo>
                      <a:pt x="2268" y="1605"/>
                      <a:pt x="2267" y="1605"/>
                      <a:pt x="2265" y="1605"/>
                    </a:cubicBezTo>
                    <a:cubicBezTo>
                      <a:pt x="2264" y="1605"/>
                      <a:pt x="2263" y="1606"/>
                      <a:pt x="2262" y="1605"/>
                    </a:cubicBezTo>
                    <a:cubicBezTo>
                      <a:pt x="2259" y="1604"/>
                      <a:pt x="2261" y="1602"/>
                      <a:pt x="2263" y="1601"/>
                    </a:cubicBezTo>
                    <a:cubicBezTo>
                      <a:pt x="2265" y="1598"/>
                      <a:pt x="2263" y="1595"/>
                      <a:pt x="2262" y="1592"/>
                    </a:cubicBezTo>
                    <a:cubicBezTo>
                      <a:pt x="2264" y="1590"/>
                      <a:pt x="2265" y="1587"/>
                      <a:pt x="2268" y="1585"/>
                    </a:cubicBezTo>
                    <a:cubicBezTo>
                      <a:pt x="2271" y="1583"/>
                      <a:pt x="2276" y="1581"/>
                      <a:pt x="2279" y="1584"/>
                    </a:cubicBezTo>
                    <a:cubicBezTo>
                      <a:pt x="2281" y="1586"/>
                      <a:pt x="2282" y="1586"/>
                      <a:pt x="2284" y="1585"/>
                    </a:cubicBezTo>
                    <a:cubicBezTo>
                      <a:pt x="2286" y="1585"/>
                      <a:pt x="2286" y="1583"/>
                      <a:pt x="2288" y="1582"/>
                    </a:cubicBezTo>
                    <a:cubicBezTo>
                      <a:pt x="2289" y="1582"/>
                      <a:pt x="2290" y="1582"/>
                      <a:pt x="2291" y="1582"/>
                    </a:cubicBezTo>
                    <a:cubicBezTo>
                      <a:pt x="2298" y="1583"/>
                      <a:pt x="2305" y="1581"/>
                      <a:pt x="2311" y="1585"/>
                    </a:cubicBezTo>
                    <a:cubicBezTo>
                      <a:pt x="2313" y="1586"/>
                      <a:pt x="2315" y="1589"/>
                      <a:pt x="2316" y="1591"/>
                    </a:cubicBezTo>
                    <a:cubicBezTo>
                      <a:pt x="2318" y="1593"/>
                      <a:pt x="2319" y="1596"/>
                      <a:pt x="2322" y="1598"/>
                    </a:cubicBezTo>
                    <a:cubicBezTo>
                      <a:pt x="2323" y="1600"/>
                      <a:pt x="2326" y="1600"/>
                      <a:pt x="2328" y="1600"/>
                    </a:cubicBezTo>
                    <a:cubicBezTo>
                      <a:pt x="2331" y="1600"/>
                      <a:pt x="2332" y="1599"/>
                      <a:pt x="2334" y="1597"/>
                    </a:cubicBezTo>
                    <a:cubicBezTo>
                      <a:pt x="2335" y="1595"/>
                      <a:pt x="2336" y="1595"/>
                      <a:pt x="2338" y="1597"/>
                    </a:cubicBezTo>
                    <a:cubicBezTo>
                      <a:pt x="2339" y="1599"/>
                      <a:pt x="2341" y="1600"/>
                      <a:pt x="2343" y="1600"/>
                    </a:cubicBezTo>
                    <a:cubicBezTo>
                      <a:pt x="2345" y="1599"/>
                      <a:pt x="2347" y="1597"/>
                      <a:pt x="2348" y="1596"/>
                    </a:cubicBezTo>
                    <a:cubicBezTo>
                      <a:pt x="2350" y="1595"/>
                      <a:pt x="2352" y="1593"/>
                      <a:pt x="2351" y="1591"/>
                    </a:cubicBezTo>
                    <a:cubicBezTo>
                      <a:pt x="2350" y="1590"/>
                      <a:pt x="2347" y="1590"/>
                      <a:pt x="2347" y="1588"/>
                    </a:cubicBezTo>
                    <a:cubicBezTo>
                      <a:pt x="2344" y="1584"/>
                      <a:pt x="2353" y="1583"/>
                      <a:pt x="2353" y="1580"/>
                    </a:cubicBezTo>
                    <a:cubicBezTo>
                      <a:pt x="2354" y="1577"/>
                      <a:pt x="2351" y="1575"/>
                      <a:pt x="2350" y="1574"/>
                    </a:cubicBezTo>
                    <a:cubicBezTo>
                      <a:pt x="2348" y="1573"/>
                      <a:pt x="2346" y="1571"/>
                      <a:pt x="2345" y="1570"/>
                    </a:cubicBezTo>
                    <a:cubicBezTo>
                      <a:pt x="2343" y="1568"/>
                      <a:pt x="2341" y="1566"/>
                      <a:pt x="2341" y="1563"/>
                    </a:cubicBezTo>
                    <a:cubicBezTo>
                      <a:pt x="2341" y="1561"/>
                      <a:pt x="2343" y="1559"/>
                      <a:pt x="2346" y="1559"/>
                    </a:cubicBezTo>
                    <a:cubicBezTo>
                      <a:pt x="2349" y="1560"/>
                      <a:pt x="2353" y="1564"/>
                      <a:pt x="2355" y="1567"/>
                    </a:cubicBezTo>
                    <a:cubicBezTo>
                      <a:pt x="2356" y="1569"/>
                      <a:pt x="2358" y="1570"/>
                      <a:pt x="2360" y="1571"/>
                    </a:cubicBezTo>
                    <a:cubicBezTo>
                      <a:pt x="2363" y="1573"/>
                      <a:pt x="2364" y="1577"/>
                      <a:pt x="2365" y="1580"/>
                    </a:cubicBezTo>
                    <a:cubicBezTo>
                      <a:pt x="2365" y="1580"/>
                      <a:pt x="2365" y="1580"/>
                      <a:pt x="2365" y="1580"/>
                    </a:cubicBezTo>
                    <a:cubicBezTo>
                      <a:pt x="2366" y="1581"/>
                      <a:pt x="2366" y="1582"/>
                      <a:pt x="2366" y="1583"/>
                    </a:cubicBezTo>
                    <a:cubicBezTo>
                      <a:pt x="2366" y="1585"/>
                      <a:pt x="2364" y="1586"/>
                      <a:pt x="2363" y="1588"/>
                    </a:cubicBezTo>
                    <a:cubicBezTo>
                      <a:pt x="2362" y="1591"/>
                      <a:pt x="2363" y="1593"/>
                      <a:pt x="2361" y="1595"/>
                    </a:cubicBezTo>
                    <a:cubicBezTo>
                      <a:pt x="2360" y="1596"/>
                      <a:pt x="2359" y="1597"/>
                      <a:pt x="2358" y="1598"/>
                    </a:cubicBezTo>
                    <a:cubicBezTo>
                      <a:pt x="2358" y="1600"/>
                      <a:pt x="2358" y="1602"/>
                      <a:pt x="2358" y="1603"/>
                    </a:cubicBezTo>
                    <a:cubicBezTo>
                      <a:pt x="2358" y="1606"/>
                      <a:pt x="2361" y="1605"/>
                      <a:pt x="2364" y="1605"/>
                    </a:cubicBezTo>
                    <a:cubicBezTo>
                      <a:pt x="2366" y="1606"/>
                      <a:pt x="2373" y="1608"/>
                      <a:pt x="2375" y="1605"/>
                    </a:cubicBezTo>
                    <a:cubicBezTo>
                      <a:pt x="2375" y="1604"/>
                      <a:pt x="2375" y="1603"/>
                      <a:pt x="2375" y="1601"/>
                    </a:cubicBezTo>
                    <a:cubicBezTo>
                      <a:pt x="2375" y="1600"/>
                      <a:pt x="2375" y="1599"/>
                      <a:pt x="2375" y="1598"/>
                    </a:cubicBezTo>
                    <a:cubicBezTo>
                      <a:pt x="2375" y="1596"/>
                      <a:pt x="2375" y="1595"/>
                      <a:pt x="2374" y="1594"/>
                    </a:cubicBezTo>
                    <a:cubicBezTo>
                      <a:pt x="2373" y="1593"/>
                      <a:pt x="2371" y="1593"/>
                      <a:pt x="2370" y="1591"/>
                    </a:cubicBezTo>
                    <a:cubicBezTo>
                      <a:pt x="2369" y="1588"/>
                      <a:pt x="2374" y="1589"/>
                      <a:pt x="2375" y="1589"/>
                    </a:cubicBezTo>
                    <a:cubicBezTo>
                      <a:pt x="2376" y="1590"/>
                      <a:pt x="2377" y="1589"/>
                      <a:pt x="2378" y="1590"/>
                    </a:cubicBezTo>
                    <a:cubicBezTo>
                      <a:pt x="2379" y="1591"/>
                      <a:pt x="2380" y="1592"/>
                      <a:pt x="2380" y="1593"/>
                    </a:cubicBezTo>
                    <a:cubicBezTo>
                      <a:pt x="2381" y="1596"/>
                      <a:pt x="2384" y="1598"/>
                      <a:pt x="2384" y="1594"/>
                    </a:cubicBezTo>
                    <a:cubicBezTo>
                      <a:pt x="2384" y="1592"/>
                      <a:pt x="2385" y="1589"/>
                      <a:pt x="2384" y="1587"/>
                    </a:cubicBezTo>
                    <a:cubicBezTo>
                      <a:pt x="2384" y="1584"/>
                      <a:pt x="2382" y="1583"/>
                      <a:pt x="2379" y="1582"/>
                    </a:cubicBezTo>
                    <a:cubicBezTo>
                      <a:pt x="2376" y="1581"/>
                      <a:pt x="2376" y="1579"/>
                      <a:pt x="2376" y="1577"/>
                    </a:cubicBezTo>
                    <a:cubicBezTo>
                      <a:pt x="2376" y="1575"/>
                      <a:pt x="2377" y="1572"/>
                      <a:pt x="2380" y="1573"/>
                    </a:cubicBezTo>
                    <a:cubicBezTo>
                      <a:pt x="2382" y="1574"/>
                      <a:pt x="2384" y="1573"/>
                      <a:pt x="2386" y="1574"/>
                    </a:cubicBezTo>
                    <a:cubicBezTo>
                      <a:pt x="2389" y="1574"/>
                      <a:pt x="2388" y="1572"/>
                      <a:pt x="2390" y="1571"/>
                    </a:cubicBezTo>
                    <a:cubicBezTo>
                      <a:pt x="2391" y="1570"/>
                      <a:pt x="2391" y="1570"/>
                      <a:pt x="2392" y="1571"/>
                    </a:cubicBezTo>
                    <a:cubicBezTo>
                      <a:pt x="2393" y="1572"/>
                      <a:pt x="2393" y="1572"/>
                      <a:pt x="2395" y="1573"/>
                    </a:cubicBezTo>
                    <a:cubicBezTo>
                      <a:pt x="2396" y="1573"/>
                      <a:pt x="2396" y="1573"/>
                      <a:pt x="2397" y="1575"/>
                    </a:cubicBezTo>
                    <a:cubicBezTo>
                      <a:pt x="2397" y="1576"/>
                      <a:pt x="2396" y="1578"/>
                      <a:pt x="2398" y="1579"/>
                    </a:cubicBezTo>
                    <a:cubicBezTo>
                      <a:pt x="2400" y="1580"/>
                      <a:pt x="2403" y="1580"/>
                      <a:pt x="2405" y="1580"/>
                    </a:cubicBezTo>
                    <a:cubicBezTo>
                      <a:pt x="2409" y="1580"/>
                      <a:pt x="2413" y="1580"/>
                      <a:pt x="2416" y="1581"/>
                    </a:cubicBezTo>
                    <a:cubicBezTo>
                      <a:pt x="2419" y="1581"/>
                      <a:pt x="2422" y="1579"/>
                      <a:pt x="2423" y="1576"/>
                    </a:cubicBezTo>
                    <a:cubicBezTo>
                      <a:pt x="2424" y="1574"/>
                      <a:pt x="2423" y="1572"/>
                      <a:pt x="2423" y="1570"/>
                    </a:cubicBezTo>
                    <a:cubicBezTo>
                      <a:pt x="2423" y="1569"/>
                      <a:pt x="2424" y="1569"/>
                      <a:pt x="2426" y="1569"/>
                    </a:cubicBezTo>
                    <a:cubicBezTo>
                      <a:pt x="2430" y="1571"/>
                      <a:pt x="2432" y="1574"/>
                      <a:pt x="2432" y="1578"/>
                    </a:cubicBezTo>
                    <a:cubicBezTo>
                      <a:pt x="2432" y="1581"/>
                      <a:pt x="2433" y="1589"/>
                      <a:pt x="2429" y="1589"/>
                    </a:cubicBezTo>
                    <a:cubicBezTo>
                      <a:pt x="2426" y="1590"/>
                      <a:pt x="2425" y="1586"/>
                      <a:pt x="2421" y="1588"/>
                    </a:cubicBezTo>
                    <a:cubicBezTo>
                      <a:pt x="2418" y="1589"/>
                      <a:pt x="2413" y="1592"/>
                      <a:pt x="2413" y="1596"/>
                    </a:cubicBezTo>
                    <a:cubicBezTo>
                      <a:pt x="2414" y="1600"/>
                      <a:pt x="2416" y="1603"/>
                      <a:pt x="2412" y="1606"/>
                    </a:cubicBezTo>
                    <a:cubicBezTo>
                      <a:pt x="2410" y="1608"/>
                      <a:pt x="2407" y="1609"/>
                      <a:pt x="2407" y="1613"/>
                    </a:cubicBezTo>
                    <a:cubicBezTo>
                      <a:pt x="2407" y="1617"/>
                      <a:pt x="2412" y="1617"/>
                      <a:pt x="2415" y="1618"/>
                    </a:cubicBezTo>
                    <a:cubicBezTo>
                      <a:pt x="2419" y="1618"/>
                      <a:pt x="2418" y="1622"/>
                      <a:pt x="2421" y="1625"/>
                    </a:cubicBezTo>
                    <a:cubicBezTo>
                      <a:pt x="2424" y="1628"/>
                      <a:pt x="2426" y="1621"/>
                      <a:pt x="2427" y="1619"/>
                    </a:cubicBezTo>
                    <a:cubicBezTo>
                      <a:pt x="2430" y="1615"/>
                      <a:pt x="2436" y="1616"/>
                      <a:pt x="2440" y="1613"/>
                    </a:cubicBezTo>
                    <a:cubicBezTo>
                      <a:pt x="2441" y="1612"/>
                      <a:pt x="2441" y="1610"/>
                      <a:pt x="2441" y="1608"/>
                    </a:cubicBezTo>
                    <a:cubicBezTo>
                      <a:pt x="2441" y="1606"/>
                      <a:pt x="2441" y="1604"/>
                      <a:pt x="2442" y="1602"/>
                    </a:cubicBezTo>
                    <a:cubicBezTo>
                      <a:pt x="2444" y="1600"/>
                      <a:pt x="2445" y="1598"/>
                      <a:pt x="2446" y="1596"/>
                    </a:cubicBezTo>
                    <a:cubicBezTo>
                      <a:pt x="2447" y="1594"/>
                      <a:pt x="2447" y="1592"/>
                      <a:pt x="2447" y="1589"/>
                    </a:cubicBezTo>
                    <a:cubicBezTo>
                      <a:pt x="2445" y="1584"/>
                      <a:pt x="2444" y="1578"/>
                      <a:pt x="2446" y="1572"/>
                    </a:cubicBezTo>
                    <a:cubicBezTo>
                      <a:pt x="2447" y="1568"/>
                      <a:pt x="2449" y="1567"/>
                      <a:pt x="2453" y="1566"/>
                    </a:cubicBezTo>
                    <a:cubicBezTo>
                      <a:pt x="2457" y="1565"/>
                      <a:pt x="2460" y="1564"/>
                      <a:pt x="2464" y="1564"/>
                    </a:cubicBezTo>
                    <a:cubicBezTo>
                      <a:pt x="2468" y="1564"/>
                      <a:pt x="2473" y="1564"/>
                      <a:pt x="2475" y="1560"/>
                    </a:cubicBezTo>
                    <a:cubicBezTo>
                      <a:pt x="2476" y="1558"/>
                      <a:pt x="2477" y="1556"/>
                      <a:pt x="2478" y="1555"/>
                    </a:cubicBezTo>
                    <a:cubicBezTo>
                      <a:pt x="2479" y="1553"/>
                      <a:pt x="2480" y="1552"/>
                      <a:pt x="2482" y="1550"/>
                    </a:cubicBezTo>
                    <a:cubicBezTo>
                      <a:pt x="2485" y="1548"/>
                      <a:pt x="2488" y="1546"/>
                      <a:pt x="2491" y="1544"/>
                    </a:cubicBezTo>
                    <a:cubicBezTo>
                      <a:pt x="2493" y="1543"/>
                      <a:pt x="2495" y="1541"/>
                      <a:pt x="2497" y="1539"/>
                    </a:cubicBezTo>
                    <a:cubicBezTo>
                      <a:pt x="2498" y="1537"/>
                      <a:pt x="2499" y="1535"/>
                      <a:pt x="2500" y="1533"/>
                    </a:cubicBezTo>
                    <a:cubicBezTo>
                      <a:pt x="2500" y="1532"/>
                      <a:pt x="2501" y="1531"/>
                      <a:pt x="2501" y="1530"/>
                    </a:cubicBezTo>
                    <a:cubicBezTo>
                      <a:pt x="2502" y="1530"/>
                      <a:pt x="2503" y="1529"/>
                      <a:pt x="2504" y="1529"/>
                    </a:cubicBezTo>
                    <a:cubicBezTo>
                      <a:pt x="2509" y="1527"/>
                      <a:pt x="2513" y="1525"/>
                      <a:pt x="2516" y="1522"/>
                    </a:cubicBezTo>
                    <a:cubicBezTo>
                      <a:pt x="2519" y="1520"/>
                      <a:pt x="2521" y="1516"/>
                      <a:pt x="2521" y="1513"/>
                    </a:cubicBezTo>
                    <a:cubicBezTo>
                      <a:pt x="2522" y="1509"/>
                      <a:pt x="2521" y="1507"/>
                      <a:pt x="2519" y="1505"/>
                    </a:cubicBezTo>
                    <a:cubicBezTo>
                      <a:pt x="2516" y="1502"/>
                      <a:pt x="2516" y="1498"/>
                      <a:pt x="2517" y="1494"/>
                    </a:cubicBezTo>
                    <a:cubicBezTo>
                      <a:pt x="2518" y="1492"/>
                      <a:pt x="2521" y="1483"/>
                      <a:pt x="2522" y="1489"/>
                    </a:cubicBezTo>
                    <a:cubicBezTo>
                      <a:pt x="2523" y="1491"/>
                      <a:pt x="2523" y="1494"/>
                      <a:pt x="2524" y="1496"/>
                    </a:cubicBezTo>
                    <a:cubicBezTo>
                      <a:pt x="2524" y="1498"/>
                      <a:pt x="2524" y="1501"/>
                      <a:pt x="2526" y="1501"/>
                    </a:cubicBezTo>
                    <a:cubicBezTo>
                      <a:pt x="2529" y="1503"/>
                      <a:pt x="2533" y="1495"/>
                      <a:pt x="2534" y="1493"/>
                    </a:cubicBezTo>
                    <a:cubicBezTo>
                      <a:pt x="2535" y="1490"/>
                      <a:pt x="2539" y="1486"/>
                      <a:pt x="2538" y="1482"/>
                    </a:cubicBezTo>
                    <a:cubicBezTo>
                      <a:pt x="2537" y="1478"/>
                      <a:pt x="2531" y="1476"/>
                      <a:pt x="2528" y="1474"/>
                    </a:cubicBezTo>
                    <a:cubicBezTo>
                      <a:pt x="2525" y="1472"/>
                      <a:pt x="2523" y="1469"/>
                      <a:pt x="2527" y="1468"/>
                    </a:cubicBezTo>
                    <a:cubicBezTo>
                      <a:pt x="2531" y="1468"/>
                      <a:pt x="2533" y="1471"/>
                      <a:pt x="2535" y="1474"/>
                    </a:cubicBezTo>
                    <a:cubicBezTo>
                      <a:pt x="2537" y="1476"/>
                      <a:pt x="2539" y="1476"/>
                      <a:pt x="2541" y="1476"/>
                    </a:cubicBezTo>
                    <a:cubicBezTo>
                      <a:pt x="2545" y="1476"/>
                      <a:pt x="2546" y="1481"/>
                      <a:pt x="2547" y="1484"/>
                    </a:cubicBezTo>
                    <a:cubicBezTo>
                      <a:pt x="2547" y="1488"/>
                      <a:pt x="2547" y="1493"/>
                      <a:pt x="2549" y="1497"/>
                    </a:cubicBezTo>
                    <a:cubicBezTo>
                      <a:pt x="2551" y="1500"/>
                      <a:pt x="2555" y="1499"/>
                      <a:pt x="2558" y="1498"/>
                    </a:cubicBezTo>
                    <a:cubicBezTo>
                      <a:pt x="2559" y="1498"/>
                      <a:pt x="2562" y="1498"/>
                      <a:pt x="2562" y="1499"/>
                    </a:cubicBezTo>
                    <a:cubicBezTo>
                      <a:pt x="2563" y="1500"/>
                      <a:pt x="2562" y="1502"/>
                      <a:pt x="2562" y="1503"/>
                    </a:cubicBezTo>
                    <a:cubicBezTo>
                      <a:pt x="2561" y="1504"/>
                      <a:pt x="2557" y="1512"/>
                      <a:pt x="2558" y="1513"/>
                    </a:cubicBezTo>
                    <a:cubicBezTo>
                      <a:pt x="2560" y="1514"/>
                      <a:pt x="2564" y="1507"/>
                      <a:pt x="2565" y="1506"/>
                    </a:cubicBezTo>
                    <a:cubicBezTo>
                      <a:pt x="2566" y="1503"/>
                      <a:pt x="2568" y="1500"/>
                      <a:pt x="2570" y="1497"/>
                    </a:cubicBezTo>
                    <a:cubicBezTo>
                      <a:pt x="2571" y="1494"/>
                      <a:pt x="2572" y="1490"/>
                      <a:pt x="2573" y="1487"/>
                    </a:cubicBezTo>
                    <a:cubicBezTo>
                      <a:pt x="2575" y="1483"/>
                      <a:pt x="2578" y="1480"/>
                      <a:pt x="2579" y="1477"/>
                    </a:cubicBezTo>
                    <a:cubicBezTo>
                      <a:pt x="2580" y="1475"/>
                      <a:pt x="2581" y="1471"/>
                      <a:pt x="2578" y="1473"/>
                    </a:cubicBezTo>
                    <a:cubicBezTo>
                      <a:pt x="2575" y="1475"/>
                      <a:pt x="2575" y="1479"/>
                      <a:pt x="2573" y="1482"/>
                    </a:cubicBezTo>
                    <a:cubicBezTo>
                      <a:pt x="2571" y="1484"/>
                      <a:pt x="2568" y="1485"/>
                      <a:pt x="2566" y="1483"/>
                    </a:cubicBezTo>
                    <a:cubicBezTo>
                      <a:pt x="2565" y="1480"/>
                      <a:pt x="2564" y="1477"/>
                      <a:pt x="2562" y="1475"/>
                    </a:cubicBezTo>
                    <a:cubicBezTo>
                      <a:pt x="2559" y="1474"/>
                      <a:pt x="2556" y="1474"/>
                      <a:pt x="2554" y="1471"/>
                    </a:cubicBezTo>
                    <a:cubicBezTo>
                      <a:pt x="2552" y="1468"/>
                      <a:pt x="2552" y="1465"/>
                      <a:pt x="2550" y="1462"/>
                    </a:cubicBezTo>
                    <a:cubicBezTo>
                      <a:pt x="2548" y="1458"/>
                      <a:pt x="2546" y="1455"/>
                      <a:pt x="2545" y="1451"/>
                    </a:cubicBezTo>
                    <a:cubicBezTo>
                      <a:pt x="2544" y="1446"/>
                      <a:pt x="2544" y="1441"/>
                      <a:pt x="2544" y="1436"/>
                    </a:cubicBezTo>
                    <a:cubicBezTo>
                      <a:pt x="2544" y="1433"/>
                      <a:pt x="2544" y="1429"/>
                      <a:pt x="2543" y="1426"/>
                    </a:cubicBezTo>
                    <a:cubicBezTo>
                      <a:pt x="2542" y="1423"/>
                      <a:pt x="2540" y="1421"/>
                      <a:pt x="2539" y="1418"/>
                    </a:cubicBezTo>
                    <a:cubicBezTo>
                      <a:pt x="2538" y="1415"/>
                      <a:pt x="2538" y="1411"/>
                      <a:pt x="2540" y="1409"/>
                    </a:cubicBezTo>
                    <a:cubicBezTo>
                      <a:pt x="2541" y="1407"/>
                      <a:pt x="2543" y="1408"/>
                      <a:pt x="2545" y="1409"/>
                    </a:cubicBezTo>
                    <a:cubicBezTo>
                      <a:pt x="2548" y="1411"/>
                      <a:pt x="2550" y="1414"/>
                      <a:pt x="2550" y="1418"/>
                    </a:cubicBezTo>
                    <a:cubicBezTo>
                      <a:pt x="2551" y="1421"/>
                      <a:pt x="2550" y="1425"/>
                      <a:pt x="2551" y="1428"/>
                    </a:cubicBezTo>
                    <a:cubicBezTo>
                      <a:pt x="2552" y="1431"/>
                      <a:pt x="2554" y="1434"/>
                      <a:pt x="2555" y="1437"/>
                    </a:cubicBezTo>
                    <a:cubicBezTo>
                      <a:pt x="2556" y="1441"/>
                      <a:pt x="2557" y="1445"/>
                      <a:pt x="2559" y="1449"/>
                    </a:cubicBezTo>
                    <a:cubicBezTo>
                      <a:pt x="2561" y="1453"/>
                      <a:pt x="2565" y="1457"/>
                      <a:pt x="2569" y="1460"/>
                    </a:cubicBezTo>
                    <a:cubicBezTo>
                      <a:pt x="2571" y="1461"/>
                      <a:pt x="2574" y="1463"/>
                      <a:pt x="2576" y="1464"/>
                    </a:cubicBezTo>
                    <a:cubicBezTo>
                      <a:pt x="2578" y="1464"/>
                      <a:pt x="2579" y="1461"/>
                      <a:pt x="2580" y="1460"/>
                    </a:cubicBezTo>
                    <a:cubicBezTo>
                      <a:pt x="2581" y="1458"/>
                      <a:pt x="2581" y="1457"/>
                      <a:pt x="2583" y="1457"/>
                    </a:cubicBezTo>
                    <a:cubicBezTo>
                      <a:pt x="2584" y="1457"/>
                      <a:pt x="2585" y="1457"/>
                      <a:pt x="2586" y="1458"/>
                    </a:cubicBezTo>
                    <a:cubicBezTo>
                      <a:pt x="2587" y="1460"/>
                      <a:pt x="2586" y="1464"/>
                      <a:pt x="2588" y="1465"/>
                    </a:cubicBezTo>
                    <a:cubicBezTo>
                      <a:pt x="2590" y="1466"/>
                      <a:pt x="2593" y="1464"/>
                      <a:pt x="2595" y="1463"/>
                    </a:cubicBezTo>
                    <a:cubicBezTo>
                      <a:pt x="2599" y="1459"/>
                      <a:pt x="2604" y="1456"/>
                      <a:pt x="2607" y="1452"/>
                    </a:cubicBezTo>
                    <a:cubicBezTo>
                      <a:pt x="2610" y="1447"/>
                      <a:pt x="2610" y="1441"/>
                      <a:pt x="2614" y="1436"/>
                    </a:cubicBezTo>
                    <a:cubicBezTo>
                      <a:pt x="2615" y="1434"/>
                      <a:pt x="2617" y="1431"/>
                      <a:pt x="2618" y="1429"/>
                    </a:cubicBezTo>
                    <a:cubicBezTo>
                      <a:pt x="2619" y="1428"/>
                      <a:pt x="2620" y="1427"/>
                      <a:pt x="2620" y="1426"/>
                    </a:cubicBezTo>
                    <a:cubicBezTo>
                      <a:pt x="2621" y="1426"/>
                      <a:pt x="2621" y="1425"/>
                      <a:pt x="2621" y="1425"/>
                    </a:cubicBezTo>
                    <a:cubicBezTo>
                      <a:pt x="2622" y="1424"/>
                      <a:pt x="2623" y="1423"/>
                      <a:pt x="2624" y="1423"/>
                    </a:cubicBezTo>
                    <a:cubicBezTo>
                      <a:pt x="2626" y="1422"/>
                      <a:pt x="2626" y="1422"/>
                      <a:pt x="2628" y="1421"/>
                    </a:cubicBezTo>
                    <a:cubicBezTo>
                      <a:pt x="2630" y="1419"/>
                      <a:pt x="2633" y="1417"/>
                      <a:pt x="2635" y="1415"/>
                    </a:cubicBezTo>
                    <a:cubicBezTo>
                      <a:pt x="2638" y="1412"/>
                      <a:pt x="2641" y="1408"/>
                      <a:pt x="2644" y="1405"/>
                    </a:cubicBezTo>
                    <a:cubicBezTo>
                      <a:pt x="2647" y="1402"/>
                      <a:pt x="2651" y="1400"/>
                      <a:pt x="2655" y="1398"/>
                    </a:cubicBezTo>
                    <a:cubicBezTo>
                      <a:pt x="2659" y="1396"/>
                      <a:pt x="2660" y="1392"/>
                      <a:pt x="2663" y="1390"/>
                    </a:cubicBezTo>
                    <a:cubicBezTo>
                      <a:pt x="2666" y="1387"/>
                      <a:pt x="2671" y="1388"/>
                      <a:pt x="2675" y="1388"/>
                    </a:cubicBezTo>
                    <a:cubicBezTo>
                      <a:pt x="2680" y="1388"/>
                      <a:pt x="2684" y="1388"/>
                      <a:pt x="2689" y="1387"/>
                    </a:cubicBezTo>
                    <a:cubicBezTo>
                      <a:pt x="2693" y="1387"/>
                      <a:pt x="2696" y="1386"/>
                      <a:pt x="2700" y="1385"/>
                    </a:cubicBezTo>
                    <a:cubicBezTo>
                      <a:pt x="2703" y="1385"/>
                      <a:pt x="2709" y="1383"/>
                      <a:pt x="2711" y="1386"/>
                    </a:cubicBezTo>
                    <a:cubicBezTo>
                      <a:pt x="2712" y="1388"/>
                      <a:pt x="2712" y="1390"/>
                      <a:pt x="2713" y="1391"/>
                    </a:cubicBezTo>
                    <a:cubicBezTo>
                      <a:pt x="2714" y="1392"/>
                      <a:pt x="2717" y="1392"/>
                      <a:pt x="2719" y="1392"/>
                    </a:cubicBezTo>
                    <a:cubicBezTo>
                      <a:pt x="2722" y="1392"/>
                      <a:pt x="2726" y="1392"/>
                      <a:pt x="2728" y="1389"/>
                    </a:cubicBezTo>
                    <a:cubicBezTo>
                      <a:pt x="2729" y="1385"/>
                      <a:pt x="2730" y="1382"/>
                      <a:pt x="2732" y="1379"/>
                    </a:cubicBezTo>
                    <a:cubicBezTo>
                      <a:pt x="2733" y="1376"/>
                      <a:pt x="2735" y="1374"/>
                      <a:pt x="2736" y="1372"/>
                    </a:cubicBezTo>
                    <a:cubicBezTo>
                      <a:pt x="2737" y="1370"/>
                      <a:pt x="2737" y="1369"/>
                      <a:pt x="2737" y="1368"/>
                    </a:cubicBezTo>
                    <a:cubicBezTo>
                      <a:pt x="2737" y="1365"/>
                      <a:pt x="2737" y="1361"/>
                      <a:pt x="2738" y="1358"/>
                    </a:cubicBezTo>
                    <a:cubicBezTo>
                      <a:pt x="2739" y="1356"/>
                      <a:pt x="2741" y="1354"/>
                      <a:pt x="2744" y="1353"/>
                    </a:cubicBezTo>
                    <a:cubicBezTo>
                      <a:pt x="2747" y="1352"/>
                      <a:pt x="2751" y="1352"/>
                      <a:pt x="2754" y="1351"/>
                    </a:cubicBezTo>
                    <a:cubicBezTo>
                      <a:pt x="2758" y="1350"/>
                      <a:pt x="2762" y="1349"/>
                      <a:pt x="2765" y="1345"/>
                    </a:cubicBezTo>
                    <a:cubicBezTo>
                      <a:pt x="2768" y="1343"/>
                      <a:pt x="2771" y="1342"/>
                      <a:pt x="2774" y="1340"/>
                    </a:cubicBezTo>
                    <a:cubicBezTo>
                      <a:pt x="2780" y="1337"/>
                      <a:pt x="2786" y="1335"/>
                      <a:pt x="2792" y="1334"/>
                    </a:cubicBezTo>
                    <a:cubicBezTo>
                      <a:pt x="2796" y="1334"/>
                      <a:pt x="2799" y="1334"/>
                      <a:pt x="2801" y="1337"/>
                    </a:cubicBezTo>
                    <a:cubicBezTo>
                      <a:pt x="2804" y="1339"/>
                      <a:pt x="2806" y="1339"/>
                      <a:pt x="2809" y="1341"/>
                    </a:cubicBezTo>
                    <a:cubicBezTo>
                      <a:pt x="2811" y="1342"/>
                      <a:pt x="2812" y="1344"/>
                      <a:pt x="2813" y="1347"/>
                    </a:cubicBezTo>
                    <a:cubicBezTo>
                      <a:pt x="2814" y="1349"/>
                      <a:pt x="2813" y="1350"/>
                      <a:pt x="2813" y="1352"/>
                    </a:cubicBezTo>
                    <a:cubicBezTo>
                      <a:pt x="2812" y="1355"/>
                      <a:pt x="2814" y="1356"/>
                      <a:pt x="2814" y="1358"/>
                    </a:cubicBezTo>
                    <a:cubicBezTo>
                      <a:pt x="2817" y="1358"/>
                      <a:pt x="2818" y="1358"/>
                      <a:pt x="2819" y="1355"/>
                    </a:cubicBezTo>
                    <a:cubicBezTo>
                      <a:pt x="2820" y="1353"/>
                      <a:pt x="2821" y="1350"/>
                      <a:pt x="2822" y="1348"/>
                    </a:cubicBezTo>
                    <a:cubicBezTo>
                      <a:pt x="2825" y="1345"/>
                      <a:pt x="2823" y="1342"/>
                      <a:pt x="2823" y="1338"/>
                    </a:cubicBezTo>
                    <a:cubicBezTo>
                      <a:pt x="2824" y="1334"/>
                      <a:pt x="2826" y="1332"/>
                      <a:pt x="2828" y="1328"/>
                    </a:cubicBezTo>
                    <a:cubicBezTo>
                      <a:pt x="2829" y="1326"/>
                      <a:pt x="2828" y="1326"/>
                      <a:pt x="2827" y="1324"/>
                    </a:cubicBezTo>
                    <a:cubicBezTo>
                      <a:pt x="2826" y="1323"/>
                      <a:pt x="2825" y="1321"/>
                      <a:pt x="2824" y="1320"/>
                    </a:cubicBezTo>
                    <a:cubicBezTo>
                      <a:pt x="2823" y="1317"/>
                      <a:pt x="2827" y="1316"/>
                      <a:pt x="2829" y="1314"/>
                    </a:cubicBezTo>
                    <a:cubicBezTo>
                      <a:pt x="2830" y="1313"/>
                      <a:pt x="2831" y="1312"/>
                      <a:pt x="2832" y="1311"/>
                    </a:cubicBezTo>
                    <a:cubicBezTo>
                      <a:pt x="2833" y="1311"/>
                      <a:pt x="2834" y="1310"/>
                      <a:pt x="2834" y="1310"/>
                    </a:cubicBezTo>
                    <a:cubicBezTo>
                      <a:pt x="2834" y="1310"/>
                      <a:pt x="2834" y="1310"/>
                      <a:pt x="2834" y="1311"/>
                    </a:cubicBezTo>
                    <a:cubicBezTo>
                      <a:pt x="2834" y="1310"/>
                      <a:pt x="2835" y="1309"/>
                      <a:pt x="2836" y="1308"/>
                    </a:cubicBezTo>
                    <a:cubicBezTo>
                      <a:pt x="2840" y="1304"/>
                      <a:pt x="2844" y="1299"/>
                      <a:pt x="2850" y="1296"/>
                    </a:cubicBezTo>
                    <a:cubicBezTo>
                      <a:pt x="2852" y="1295"/>
                      <a:pt x="2853" y="1293"/>
                      <a:pt x="2855" y="1292"/>
                    </a:cubicBezTo>
                    <a:cubicBezTo>
                      <a:pt x="2858" y="1288"/>
                      <a:pt x="2862" y="1284"/>
                      <a:pt x="2865" y="1281"/>
                    </a:cubicBezTo>
                    <a:cubicBezTo>
                      <a:pt x="2868" y="1277"/>
                      <a:pt x="2872" y="1274"/>
                      <a:pt x="2875" y="1270"/>
                    </a:cubicBezTo>
                    <a:cubicBezTo>
                      <a:pt x="2877" y="1268"/>
                      <a:pt x="2879" y="1267"/>
                      <a:pt x="2882" y="1266"/>
                    </a:cubicBezTo>
                    <a:cubicBezTo>
                      <a:pt x="2886" y="1266"/>
                      <a:pt x="2888" y="1268"/>
                      <a:pt x="2891" y="1270"/>
                    </a:cubicBezTo>
                    <a:cubicBezTo>
                      <a:pt x="2894" y="1271"/>
                      <a:pt x="2896" y="1271"/>
                      <a:pt x="2898" y="1273"/>
                    </a:cubicBezTo>
                    <a:cubicBezTo>
                      <a:pt x="2900" y="1275"/>
                      <a:pt x="2900" y="1282"/>
                      <a:pt x="2904" y="1279"/>
                    </a:cubicBezTo>
                    <a:cubicBezTo>
                      <a:pt x="2907" y="1276"/>
                      <a:pt x="2911" y="1274"/>
                      <a:pt x="2911" y="1270"/>
                    </a:cubicBezTo>
                    <a:cubicBezTo>
                      <a:pt x="2911" y="1264"/>
                      <a:pt x="2908" y="1254"/>
                      <a:pt x="2914" y="1250"/>
                    </a:cubicBezTo>
                    <a:cubicBezTo>
                      <a:pt x="2917" y="1247"/>
                      <a:pt x="2921" y="1245"/>
                      <a:pt x="2924" y="1242"/>
                    </a:cubicBezTo>
                    <a:cubicBezTo>
                      <a:pt x="2927" y="1239"/>
                      <a:pt x="2928" y="1235"/>
                      <a:pt x="2929" y="1232"/>
                    </a:cubicBezTo>
                    <a:cubicBezTo>
                      <a:pt x="2930" y="1228"/>
                      <a:pt x="2932" y="1225"/>
                      <a:pt x="2935" y="1222"/>
                    </a:cubicBezTo>
                    <a:cubicBezTo>
                      <a:pt x="2936" y="1220"/>
                      <a:pt x="2939" y="1216"/>
                      <a:pt x="2942" y="1216"/>
                    </a:cubicBezTo>
                    <a:cubicBezTo>
                      <a:pt x="2945" y="1215"/>
                      <a:pt x="2948" y="1214"/>
                      <a:pt x="2952" y="1214"/>
                    </a:cubicBezTo>
                    <a:cubicBezTo>
                      <a:pt x="2955" y="1213"/>
                      <a:pt x="2958" y="1213"/>
                      <a:pt x="2961" y="1213"/>
                    </a:cubicBezTo>
                    <a:cubicBezTo>
                      <a:pt x="2963" y="1213"/>
                      <a:pt x="2965" y="1214"/>
                      <a:pt x="2967" y="1214"/>
                    </a:cubicBezTo>
                    <a:cubicBezTo>
                      <a:pt x="2970" y="1213"/>
                      <a:pt x="2972" y="1208"/>
                      <a:pt x="2975" y="1207"/>
                    </a:cubicBezTo>
                    <a:cubicBezTo>
                      <a:pt x="2977" y="1207"/>
                      <a:pt x="2979" y="1208"/>
                      <a:pt x="2981" y="1207"/>
                    </a:cubicBezTo>
                    <a:cubicBezTo>
                      <a:pt x="2982" y="1207"/>
                      <a:pt x="2984" y="1206"/>
                      <a:pt x="2984" y="1204"/>
                    </a:cubicBezTo>
                    <a:cubicBezTo>
                      <a:pt x="2985" y="1202"/>
                      <a:pt x="2985" y="1201"/>
                      <a:pt x="2987" y="1199"/>
                    </a:cubicBezTo>
                    <a:cubicBezTo>
                      <a:pt x="2988" y="1198"/>
                      <a:pt x="2990" y="1197"/>
                      <a:pt x="2991" y="1197"/>
                    </a:cubicBezTo>
                    <a:cubicBezTo>
                      <a:pt x="2995" y="1197"/>
                      <a:pt x="2999" y="1198"/>
                      <a:pt x="3002" y="1196"/>
                    </a:cubicBezTo>
                    <a:cubicBezTo>
                      <a:pt x="3003" y="1195"/>
                      <a:pt x="3004" y="1194"/>
                      <a:pt x="3006" y="1195"/>
                    </a:cubicBezTo>
                    <a:cubicBezTo>
                      <a:pt x="3008" y="1195"/>
                      <a:pt x="3010" y="1195"/>
                      <a:pt x="3012" y="1195"/>
                    </a:cubicBezTo>
                    <a:cubicBezTo>
                      <a:pt x="3013" y="1195"/>
                      <a:pt x="3015" y="1195"/>
                      <a:pt x="3017" y="1195"/>
                    </a:cubicBezTo>
                    <a:cubicBezTo>
                      <a:pt x="3018" y="1195"/>
                      <a:pt x="3019" y="1194"/>
                      <a:pt x="3021" y="1193"/>
                    </a:cubicBezTo>
                    <a:cubicBezTo>
                      <a:pt x="3023" y="1191"/>
                      <a:pt x="3028" y="1190"/>
                      <a:pt x="3031" y="1190"/>
                    </a:cubicBezTo>
                    <a:cubicBezTo>
                      <a:pt x="3036" y="1192"/>
                      <a:pt x="3035" y="1200"/>
                      <a:pt x="3039" y="1203"/>
                    </a:cubicBezTo>
                    <a:cubicBezTo>
                      <a:pt x="3041" y="1204"/>
                      <a:pt x="3042" y="1203"/>
                      <a:pt x="3044" y="1202"/>
                    </a:cubicBezTo>
                    <a:cubicBezTo>
                      <a:pt x="3047" y="1200"/>
                      <a:pt x="3049" y="1195"/>
                      <a:pt x="3051" y="1191"/>
                    </a:cubicBezTo>
                    <a:cubicBezTo>
                      <a:pt x="3052" y="1189"/>
                      <a:pt x="3053" y="1187"/>
                      <a:pt x="3053" y="1186"/>
                    </a:cubicBezTo>
                    <a:cubicBezTo>
                      <a:pt x="3055" y="1183"/>
                      <a:pt x="3057" y="1181"/>
                      <a:pt x="3058" y="1179"/>
                    </a:cubicBezTo>
                    <a:cubicBezTo>
                      <a:pt x="3059" y="1178"/>
                      <a:pt x="3060" y="1177"/>
                      <a:pt x="3060" y="1176"/>
                    </a:cubicBezTo>
                    <a:cubicBezTo>
                      <a:pt x="3064" y="1131"/>
                      <a:pt x="3064" y="1131"/>
                      <a:pt x="3064" y="1131"/>
                    </a:cubicBezTo>
                    <a:cubicBezTo>
                      <a:pt x="3037" y="1125"/>
                      <a:pt x="3037" y="1125"/>
                      <a:pt x="3037" y="1125"/>
                    </a:cubicBezTo>
                    <a:cubicBezTo>
                      <a:pt x="3048" y="1036"/>
                      <a:pt x="3048" y="1036"/>
                      <a:pt x="3048" y="1036"/>
                    </a:cubicBezTo>
                    <a:cubicBezTo>
                      <a:pt x="3094" y="1026"/>
                      <a:pt x="3094" y="1026"/>
                      <a:pt x="3094" y="1026"/>
                    </a:cubicBezTo>
                    <a:cubicBezTo>
                      <a:pt x="3117" y="987"/>
                      <a:pt x="3117" y="987"/>
                      <a:pt x="3117" y="987"/>
                    </a:cubicBezTo>
                    <a:cubicBezTo>
                      <a:pt x="3117" y="964"/>
                      <a:pt x="3117" y="964"/>
                      <a:pt x="3117" y="964"/>
                    </a:cubicBezTo>
                    <a:cubicBezTo>
                      <a:pt x="3132" y="944"/>
                      <a:pt x="3132" y="944"/>
                      <a:pt x="3132" y="944"/>
                    </a:cubicBezTo>
                    <a:cubicBezTo>
                      <a:pt x="3286" y="921"/>
                      <a:pt x="3286" y="921"/>
                      <a:pt x="3286" y="921"/>
                    </a:cubicBezTo>
                    <a:cubicBezTo>
                      <a:pt x="3267" y="876"/>
                      <a:pt x="3267" y="876"/>
                      <a:pt x="3267" y="876"/>
                    </a:cubicBezTo>
                    <a:lnTo>
                      <a:pt x="3286" y="858"/>
                    </a:lnTo>
                    <a:close/>
                    <a:moveTo>
                      <a:pt x="1459" y="562"/>
                    </a:moveTo>
                    <a:cubicBezTo>
                      <a:pt x="1456" y="561"/>
                      <a:pt x="1451" y="558"/>
                      <a:pt x="1448" y="555"/>
                    </a:cubicBezTo>
                    <a:cubicBezTo>
                      <a:pt x="1445" y="552"/>
                      <a:pt x="1443" y="549"/>
                      <a:pt x="1442" y="544"/>
                    </a:cubicBezTo>
                    <a:cubicBezTo>
                      <a:pt x="1441" y="539"/>
                      <a:pt x="1440" y="534"/>
                      <a:pt x="1436" y="530"/>
                    </a:cubicBezTo>
                    <a:cubicBezTo>
                      <a:pt x="1433" y="526"/>
                      <a:pt x="1427" y="523"/>
                      <a:pt x="1426" y="518"/>
                    </a:cubicBezTo>
                    <a:cubicBezTo>
                      <a:pt x="1424" y="514"/>
                      <a:pt x="1429" y="510"/>
                      <a:pt x="1431" y="506"/>
                    </a:cubicBezTo>
                    <a:cubicBezTo>
                      <a:pt x="1434" y="501"/>
                      <a:pt x="1435" y="496"/>
                      <a:pt x="1432" y="491"/>
                    </a:cubicBezTo>
                    <a:cubicBezTo>
                      <a:pt x="1430" y="487"/>
                      <a:pt x="1426" y="483"/>
                      <a:pt x="1426" y="478"/>
                    </a:cubicBezTo>
                    <a:cubicBezTo>
                      <a:pt x="1426" y="474"/>
                      <a:pt x="1429" y="470"/>
                      <a:pt x="1430" y="466"/>
                    </a:cubicBezTo>
                    <a:cubicBezTo>
                      <a:pt x="1432" y="462"/>
                      <a:pt x="1432" y="457"/>
                      <a:pt x="1428" y="455"/>
                    </a:cubicBezTo>
                    <a:cubicBezTo>
                      <a:pt x="1424" y="453"/>
                      <a:pt x="1420" y="454"/>
                      <a:pt x="1416" y="455"/>
                    </a:cubicBezTo>
                    <a:cubicBezTo>
                      <a:pt x="1408" y="457"/>
                      <a:pt x="1400" y="456"/>
                      <a:pt x="1391" y="457"/>
                    </a:cubicBezTo>
                    <a:cubicBezTo>
                      <a:pt x="1386" y="457"/>
                      <a:pt x="1381" y="459"/>
                      <a:pt x="1377" y="459"/>
                    </a:cubicBezTo>
                    <a:cubicBezTo>
                      <a:pt x="1373" y="459"/>
                      <a:pt x="1376" y="457"/>
                      <a:pt x="1378" y="456"/>
                    </a:cubicBezTo>
                    <a:cubicBezTo>
                      <a:pt x="1386" y="451"/>
                      <a:pt x="1396" y="445"/>
                      <a:pt x="1406" y="443"/>
                    </a:cubicBezTo>
                    <a:cubicBezTo>
                      <a:pt x="1411" y="442"/>
                      <a:pt x="1419" y="444"/>
                      <a:pt x="1423" y="439"/>
                    </a:cubicBezTo>
                    <a:cubicBezTo>
                      <a:pt x="1424" y="436"/>
                      <a:pt x="1423" y="434"/>
                      <a:pt x="1422" y="432"/>
                    </a:cubicBezTo>
                    <a:cubicBezTo>
                      <a:pt x="1421" y="428"/>
                      <a:pt x="1422" y="425"/>
                      <a:pt x="1422" y="421"/>
                    </a:cubicBezTo>
                    <a:cubicBezTo>
                      <a:pt x="1422" y="420"/>
                      <a:pt x="1424" y="415"/>
                      <a:pt x="1422" y="414"/>
                    </a:cubicBezTo>
                    <a:cubicBezTo>
                      <a:pt x="1421" y="413"/>
                      <a:pt x="1419" y="414"/>
                      <a:pt x="1417" y="414"/>
                    </a:cubicBezTo>
                    <a:cubicBezTo>
                      <a:pt x="1414" y="413"/>
                      <a:pt x="1416" y="411"/>
                      <a:pt x="1416" y="409"/>
                    </a:cubicBezTo>
                    <a:cubicBezTo>
                      <a:pt x="1412" y="410"/>
                      <a:pt x="1408" y="411"/>
                      <a:pt x="1404" y="408"/>
                    </a:cubicBezTo>
                    <a:cubicBezTo>
                      <a:pt x="1401" y="406"/>
                      <a:pt x="1399" y="402"/>
                      <a:pt x="1395" y="400"/>
                    </a:cubicBezTo>
                    <a:cubicBezTo>
                      <a:pt x="1391" y="397"/>
                      <a:pt x="1386" y="398"/>
                      <a:pt x="1381" y="398"/>
                    </a:cubicBezTo>
                    <a:cubicBezTo>
                      <a:pt x="1379" y="397"/>
                      <a:pt x="1373" y="397"/>
                      <a:pt x="1375" y="393"/>
                    </a:cubicBezTo>
                    <a:cubicBezTo>
                      <a:pt x="1377" y="390"/>
                      <a:pt x="1384" y="390"/>
                      <a:pt x="1388" y="391"/>
                    </a:cubicBezTo>
                    <a:cubicBezTo>
                      <a:pt x="1393" y="392"/>
                      <a:pt x="1397" y="394"/>
                      <a:pt x="1402" y="395"/>
                    </a:cubicBezTo>
                    <a:cubicBezTo>
                      <a:pt x="1406" y="396"/>
                      <a:pt x="1408" y="395"/>
                      <a:pt x="1411" y="394"/>
                    </a:cubicBezTo>
                    <a:cubicBezTo>
                      <a:pt x="1415" y="393"/>
                      <a:pt x="1419" y="392"/>
                      <a:pt x="1423" y="391"/>
                    </a:cubicBezTo>
                    <a:cubicBezTo>
                      <a:pt x="1427" y="390"/>
                      <a:pt x="1431" y="388"/>
                      <a:pt x="1436" y="386"/>
                    </a:cubicBezTo>
                    <a:cubicBezTo>
                      <a:pt x="1438" y="385"/>
                      <a:pt x="1443" y="382"/>
                      <a:pt x="1444" y="386"/>
                    </a:cubicBezTo>
                    <a:cubicBezTo>
                      <a:pt x="1446" y="391"/>
                      <a:pt x="1443" y="396"/>
                      <a:pt x="1443" y="401"/>
                    </a:cubicBezTo>
                    <a:cubicBezTo>
                      <a:pt x="1442" y="405"/>
                      <a:pt x="1443" y="408"/>
                      <a:pt x="1445" y="412"/>
                    </a:cubicBezTo>
                    <a:cubicBezTo>
                      <a:pt x="1448" y="416"/>
                      <a:pt x="1450" y="420"/>
                      <a:pt x="1451" y="425"/>
                    </a:cubicBezTo>
                    <a:cubicBezTo>
                      <a:pt x="1451" y="431"/>
                      <a:pt x="1449" y="436"/>
                      <a:pt x="1448" y="441"/>
                    </a:cubicBezTo>
                    <a:cubicBezTo>
                      <a:pt x="1447" y="450"/>
                      <a:pt x="1453" y="459"/>
                      <a:pt x="1456" y="467"/>
                    </a:cubicBezTo>
                    <a:cubicBezTo>
                      <a:pt x="1458" y="471"/>
                      <a:pt x="1459" y="475"/>
                      <a:pt x="1459" y="479"/>
                    </a:cubicBezTo>
                    <a:cubicBezTo>
                      <a:pt x="1460" y="485"/>
                      <a:pt x="1458" y="490"/>
                      <a:pt x="1455" y="495"/>
                    </a:cubicBezTo>
                    <a:cubicBezTo>
                      <a:pt x="1453" y="501"/>
                      <a:pt x="1450" y="507"/>
                      <a:pt x="1451" y="513"/>
                    </a:cubicBezTo>
                    <a:cubicBezTo>
                      <a:pt x="1451" y="520"/>
                      <a:pt x="1455" y="527"/>
                      <a:pt x="1458" y="533"/>
                    </a:cubicBezTo>
                    <a:cubicBezTo>
                      <a:pt x="1459" y="536"/>
                      <a:pt x="1469" y="563"/>
                      <a:pt x="1459" y="562"/>
                    </a:cubicBezTo>
                    <a:close/>
                    <a:moveTo>
                      <a:pt x="1355" y="1975"/>
                    </a:moveTo>
                    <a:cubicBezTo>
                      <a:pt x="1353" y="1976"/>
                      <a:pt x="1351" y="1975"/>
                      <a:pt x="1349" y="1974"/>
                    </a:cubicBezTo>
                    <a:cubicBezTo>
                      <a:pt x="1343" y="1974"/>
                      <a:pt x="1345" y="1980"/>
                      <a:pt x="1345" y="1984"/>
                    </a:cubicBezTo>
                    <a:cubicBezTo>
                      <a:pt x="1345" y="1990"/>
                      <a:pt x="1342" y="1991"/>
                      <a:pt x="1337" y="1992"/>
                    </a:cubicBezTo>
                    <a:cubicBezTo>
                      <a:pt x="1333" y="1992"/>
                      <a:pt x="1327" y="1994"/>
                      <a:pt x="1325" y="1989"/>
                    </a:cubicBezTo>
                    <a:cubicBezTo>
                      <a:pt x="1321" y="1985"/>
                      <a:pt x="1328" y="1984"/>
                      <a:pt x="1329" y="1980"/>
                    </a:cubicBezTo>
                    <a:cubicBezTo>
                      <a:pt x="1330" y="1979"/>
                      <a:pt x="1330" y="1976"/>
                      <a:pt x="1330" y="1974"/>
                    </a:cubicBezTo>
                    <a:cubicBezTo>
                      <a:pt x="1330" y="1971"/>
                      <a:pt x="1328" y="1969"/>
                      <a:pt x="1327" y="1967"/>
                    </a:cubicBezTo>
                    <a:cubicBezTo>
                      <a:pt x="1326" y="1964"/>
                      <a:pt x="1325" y="1960"/>
                      <a:pt x="1326" y="1956"/>
                    </a:cubicBezTo>
                    <a:cubicBezTo>
                      <a:pt x="1326" y="1953"/>
                      <a:pt x="1326" y="1949"/>
                      <a:pt x="1327" y="1946"/>
                    </a:cubicBezTo>
                    <a:cubicBezTo>
                      <a:pt x="1328" y="1942"/>
                      <a:pt x="1329" y="1939"/>
                      <a:pt x="1328" y="1935"/>
                    </a:cubicBezTo>
                    <a:cubicBezTo>
                      <a:pt x="1327" y="1931"/>
                      <a:pt x="1324" y="1929"/>
                      <a:pt x="1324" y="1924"/>
                    </a:cubicBezTo>
                    <a:cubicBezTo>
                      <a:pt x="1325" y="1919"/>
                      <a:pt x="1327" y="1915"/>
                      <a:pt x="1325" y="1910"/>
                    </a:cubicBezTo>
                    <a:cubicBezTo>
                      <a:pt x="1324" y="1905"/>
                      <a:pt x="1324" y="1900"/>
                      <a:pt x="1323" y="1895"/>
                    </a:cubicBezTo>
                    <a:cubicBezTo>
                      <a:pt x="1323" y="1890"/>
                      <a:pt x="1320" y="1886"/>
                      <a:pt x="1320" y="1881"/>
                    </a:cubicBezTo>
                    <a:cubicBezTo>
                      <a:pt x="1320" y="1876"/>
                      <a:pt x="1324" y="1877"/>
                      <a:pt x="1326" y="1880"/>
                    </a:cubicBezTo>
                    <a:cubicBezTo>
                      <a:pt x="1329" y="1884"/>
                      <a:pt x="1328" y="1889"/>
                      <a:pt x="1328" y="1894"/>
                    </a:cubicBezTo>
                    <a:cubicBezTo>
                      <a:pt x="1329" y="1899"/>
                      <a:pt x="1329" y="1905"/>
                      <a:pt x="1331" y="1909"/>
                    </a:cubicBezTo>
                    <a:cubicBezTo>
                      <a:pt x="1332" y="1913"/>
                      <a:pt x="1335" y="1916"/>
                      <a:pt x="1336" y="1920"/>
                    </a:cubicBezTo>
                    <a:cubicBezTo>
                      <a:pt x="1337" y="1924"/>
                      <a:pt x="1336" y="1929"/>
                      <a:pt x="1339" y="1933"/>
                    </a:cubicBezTo>
                    <a:cubicBezTo>
                      <a:pt x="1341" y="1937"/>
                      <a:pt x="1344" y="1941"/>
                      <a:pt x="1343" y="1945"/>
                    </a:cubicBezTo>
                    <a:cubicBezTo>
                      <a:pt x="1342" y="1950"/>
                      <a:pt x="1337" y="1953"/>
                      <a:pt x="1336" y="1958"/>
                    </a:cubicBezTo>
                    <a:cubicBezTo>
                      <a:pt x="1335" y="1963"/>
                      <a:pt x="1338" y="1967"/>
                      <a:pt x="1343" y="1966"/>
                    </a:cubicBezTo>
                    <a:cubicBezTo>
                      <a:pt x="1347" y="1966"/>
                      <a:pt x="1351" y="1965"/>
                      <a:pt x="1354" y="1970"/>
                    </a:cubicBezTo>
                    <a:cubicBezTo>
                      <a:pt x="1355" y="1971"/>
                      <a:pt x="1356" y="1974"/>
                      <a:pt x="1355" y="1975"/>
                    </a:cubicBezTo>
                    <a:close/>
                    <a:moveTo>
                      <a:pt x="1411" y="1943"/>
                    </a:moveTo>
                    <a:cubicBezTo>
                      <a:pt x="1410" y="1945"/>
                      <a:pt x="1407" y="1945"/>
                      <a:pt x="1405" y="1945"/>
                    </a:cubicBezTo>
                    <a:cubicBezTo>
                      <a:pt x="1403" y="1945"/>
                      <a:pt x="1402" y="1946"/>
                      <a:pt x="1400" y="1946"/>
                    </a:cubicBezTo>
                    <a:cubicBezTo>
                      <a:pt x="1393" y="1948"/>
                      <a:pt x="1390" y="1931"/>
                      <a:pt x="1388" y="1927"/>
                    </a:cubicBezTo>
                    <a:cubicBezTo>
                      <a:pt x="1387" y="1924"/>
                      <a:pt x="1385" y="1920"/>
                      <a:pt x="1385" y="1917"/>
                    </a:cubicBezTo>
                    <a:cubicBezTo>
                      <a:pt x="1387" y="1917"/>
                      <a:pt x="1389" y="1918"/>
                      <a:pt x="1390" y="1919"/>
                    </a:cubicBezTo>
                    <a:cubicBezTo>
                      <a:pt x="1391" y="1921"/>
                      <a:pt x="1391" y="1923"/>
                      <a:pt x="1393" y="1925"/>
                    </a:cubicBezTo>
                    <a:cubicBezTo>
                      <a:pt x="1397" y="1929"/>
                      <a:pt x="1397" y="1921"/>
                      <a:pt x="1397" y="1918"/>
                    </a:cubicBezTo>
                    <a:cubicBezTo>
                      <a:pt x="1396" y="1914"/>
                      <a:pt x="1395" y="1910"/>
                      <a:pt x="1394" y="1906"/>
                    </a:cubicBezTo>
                    <a:cubicBezTo>
                      <a:pt x="1393" y="1904"/>
                      <a:pt x="1389" y="1895"/>
                      <a:pt x="1394" y="1896"/>
                    </a:cubicBezTo>
                    <a:cubicBezTo>
                      <a:pt x="1402" y="1897"/>
                      <a:pt x="1397" y="1915"/>
                      <a:pt x="1400" y="1920"/>
                    </a:cubicBezTo>
                    <a:cubicBezTo>
                      <a:pt x="1403" y="1924"/>
                      <a:pt x="1405" y="1926"/>
                      <a:pt x="1409" y="1927"/>
                    </a:cubicBezTo>
                    <a:cubicBezTo>
                      <a:pt x="1414" y="1929"/>
                      <a:pt x="1412" y="1933"/>
                      <a:pt x="1412" y="1937"/>
                    </a:cubicBezTo>
                    <a:cubicBezTo>
                      <a:pt x="1412" y="1939"/>
                      <a:pt x="1413" y="1942"/>
                      <a:pt x="1411" y="1943"/>
                    </a:cubicBezTo>
                    <a:close/>
                    <a:moveTo>
                      <a:pt x="1437" y="1896"/>
                    </a:moveTo>
                    <a:cubicBezTo>
                      <a:pt x="1434" y="1899"/>
                      <a:pt x="1434" y="1903"/>
                      <a:pt x="1434" y="1907"/>
                    </a:cubicBezTo>
                    <a:cubicBezTo>
                      <a:pt x="1434" y="1910"/>
                      <a:pt x="1436" y="1914"/>
                      <a:pt x="1433" y="1916"/>
                    </a:cubicBezTo>
                    <a:cubicBezTo>
                      <a:pt x="1432" y="1917"/>
                      <a:pt x="1430" y="1918"/>
                      <a:pt x="1429" y="1919"/>
                    </a:cubicBezTo>
                    <a:cubicBezTo>
                      <a:pt x="1427" y="1920"/>
                      <a:pt x="1421" y="1923"/>
                      <a:pt x="1420" y="1919"/>
                    </a:cubicBezTo>
                    <a:cubicBezTo>
                      <a:pt x="1420" y="1918"/>
                      <a:pt x="1422" y="1915"/>
                      <a:pt x="1423" y="1914"/>
                    </a:cubicBezTo>
                    <a:cubicBezTo>
                      <a:pt x="1424" y="1912"/>
                      <a:pt x="1426" y="1909"/>
                      <a:pt x="1427" y="1907"/>
                    </a:cubicBezTo>
                    <a:cubicBezTo>
                      <a:pt x="1432" y="1898"/>
                      <a:pt x="1431" y="1889"/>
                      <a:pt x="1431" y="1879"/>
                    </a:cubicBezTo>
                    <a:cubicBezTo>
                      <a:pt x="1431" y="1873"/>
                      <a:pt x="1429" y="1867"/>
                      <a:pt x="1430" y="1861"/>
                    </a:cubicBezTo>
                    <a:cubicBezTo>
                      <a:pt x="1430" y="1857"/>
                      <a:pt x="1434" y="1856"/>
                      <a:pt x="1437" y="1859"/>
                    </a:cubicBezTo>
                    <a:cubicBezTo>
                      <a:pt x="1440" y="1863"/>
                      <a:pt x="1439" y="1868"/>
                      <a:pt x="1440" y="1872"/>
                    </a:cubicBezTo>
                    <a:cubicBezTo>
                      <a:pt x="1441" y="1877"/>
                      <a:pt x="1443" y="1881"/>
                      <a:pt x="1443" y="1885"/>
                    </a:cubicBezTo>
                    <a:cubicBezTo>
                      <a:pt x="1443" y="1890"/>
                      <a:pt x="1439" y="1892"/>
                      <a:pt x="1437" y="1896"/>
                    </a:cubicBezTo>
                    <a:close/>
                    <a:moveTo>
                      <a:pt x="1624" y="711"/>
                    </a:moveTo>
                    <a:cubicBezTo>
                      <a:pt x="1624" y="712"/>
                      <a:pt x="1625" y="713"/>
                      <a:pt x="1624" y="714"/>
                    </a:cubicBezTo>
                    <a:cubicBezTo>
                      <a:pt x="1623" y="716"/>
                      <a:pt x="1622" y="718"/>
                      <a:pt x="1620" y="719"/>
                    </a:cubicBezTo>
                    <a:cubicBezTo>
                      <a:pt x="1618" y="718"/>
                      <a:pt x="1615" y="719"/>
                      <a:pt x="1614" y="717"/>
                    </a:cubicBezTo>
                    <a:cubicBezTo>
                      <a:pt x="1612" y="715"/>
                      <a:pt x="1613" y="712"/>
                      <a:pt x="1611" y="711"/>
                    </a:cubicBezTo>
                    <a:cubicBezTo>
                      <a:pt x="1607" y="710"/>
                      <a:pt x="1601" y="711"/>
                      <a:pt x="1598" y="714"/>
                    </a:cubicBezTo>
                    <a:cubicBezTo>
                      <a:pt x="1595" y="718"/>
                      <a:pt x="1593" y="720"/>
                      <a:pt x="1588" y="721"/>
                    </a:cubicBezTo>
                    <a:cubicBezTo>
                      <a:pt x="1586" y="722"/>
                      <a:pt x="1584" y="722"/>
                      <a:pt x="1583" y="720"/>
                    </a:cubicBezTo>
                    <a:cubicBezTo>
                      <a:pt x="1583" y="718"/>
                      <a:pt x="1583" y="715"/>
                      <a:pt x="1583" y="713"/>
                    </a:cubicBezTo>
                    <a:cubicBezTo>
                      <a:pt x="1583" y="709"/>
                      <a:pt x="1579" y="709"/>
                      <a:pt x="1576" y="709"/>
                    </a:cubicBezTo>
                    <a:cubicBezTo>
                      <a:pt x="1575" y="709"/>
                      <a:pt x="1574" y="709"/>
                      <a:pt x="1572" y="709"/>
                    </a:cubicBezTo>
                    <a:cubicBezTo>
                      <a:pt x="1570" y="709"/>
                      <a:pt x="1568" y="708"/>
                      <a:pt x="1566" y="707"/>
                    </a:cubicBezTo>
                    <a:cubicBezTo>
                      <a:pt x="1563" y="707"/>
                      <a:pt x="1560" y="704"/>
                      <a:pt x="1559" y="701"/>
                    </a:cubicBezTo>
                    <a:cubicBezTo>
                      <a:pt x="1558" y="697"/>
                      <a:pt x="1556" y="693"/>
                      <a:pt x="1554" y="689"/>
                    </a:cubicBezTo>
                    <a:cubicBezTo>
                      <a:pt x="1552" y="687"/>
                      <a:pt x="1550" y="686"/>
                      <a:pt x="1548" y="685"/>
                    </a:cubicBezTo>
                    <a:cubicBezTo>
                      <a:pt x="1545" y="682"/>
                      <a:pt x="1542" y="680"/>
                      <a:pt x="1537" y="679"/>
                    </a:cubicBezTo>
                    <a:cubicBezTo>
                      <a:pt x="1532" y="679"/>
                      <a:pt x="1529" y="687"/>
                      <a:pt x="1524" y="684"/>
                    </a:cubicBezTo>
                    <a:cubicBezTo>
                      <a:pt x="1521" y="682"/>
                      <a:pt x="1521" y="679"/>
                      <a:pt x="1518" y="676"/>
                    </a:cubicBezTo>
                    <a:cubicBezTo>
                      <a:pt x="1517" y="675"/>
                      <a:pt x="1515" y="675"/>
                      <a:pt x="1513" y="673"/>
                    </a:cubicBezTo>
                    <a:cubicBezTo>
                      <a:pt x="1511" y="671"/>
                      <a:pt x="1511" y="668"/>
                      <a:pt x="1510" y="665"/>
                    </a:cubicBezTo>
                    <a:cubicBezTo>
                      <a:pt x="1509" y="659"/>
                      <a:pt x="1506" y="655"/>
                      <a:pt x="1502" y="650"/>
                    </a:cubicBezTo>
                    <a:cubicBezTo>
                      <a:pt x="1501" y="648"/>
                      <a:pt x="1500" y="646"/>
                      <a:pt x="1498" y="644"/>
                    </a:cubicBezTo>
                    <a:cubicBezTo>
                      <a:pt x="1496" y="642"/>
                      <a:pt x="1494" y="639"/>
                      <a:pt x="1494" y="637"/>
                    </a:cubicBezTo>
                    <a:cubicBezTo>
                      <a:pt x="1492" y="629"/>
                      <a:pt x="1505" y="635"/>
                      <a:pt x="1507" y="638"/>
                    </a:cubicBezTo>
                    <a:cubicBezTo>
                      <a:pt x="1512" y="644"/>
                      <a:pt x="1510" y="653"/>
                      <a:pt x="1517" y="658"/>
                    </a:cubicBezTo>
                    <a:cubicBezTo>
                      <a:pt x="1521" y="661"/>
                      <a:pt x="1528" y="663"/>
                      <a:pt x="1533" y="662"/>
                    </a:cubicBezTo>
                    <a:cubicBezTo>
                      <a:pt x="1536" y="662"/>
                      <a:pt x="1539" y="661"/>
                      <a:pt x="1542" y="661"/>
                    </a:cubicBezTo>
                    <a:cubicBezTo>
                      <a:pt x="1545" y="661"/>
                      <a:pt x="1547" y="664"/>
                      <a:pt x="1548" y="666"/>
                    </a:cubicBezTo>
                    <a:cubicBezTo>
                      <a:pt x="1550" y="670"/>
                      <a:pt x="1552" y="673"/>
                      <a:pt x="1556" y="674"/>
                    </a:cubicBezTo>
                    <a:cubicBezTo>
                      <a:pt x="1560" y="676"/>
                      <a:pt x="1565" y="677"/>
                      <a:pt x="1570" y="678"/>
                    </a:cubicBezTo>
                    <a:cubicBezTo>
                      <a:pt x="1570" y="679"/>
                      <a:pt x="1571" y="679"/>
                      <a:pt x="1572" y="679"/>
                    </a:cubicBezTo>
                    <a:cubicBezTo>
                      <a:pt x="1572" y="680"/>
                      <a:pt x="1573" y="681"/>
                      <a:pt x="1573" y="682"/>
                    </a:cubicBezTo>
                    <a:cubicBezTo>
                      <a:pt x="1574" y="685"/>
                      <a:pt x="1574" y="687"/>
                      <a:pt x="1575" y="690"/>
                    </a:cubicBezTo>
                    <a:cubicBezTo>
                      <a:pt x="1576" y="693"/>
                      <a:pt x="1578" y="695"/>
                      <a:pt x="1580" y="697"/>
                    </a:cubicBezTo>
                    <a:cubicBezTo>
                      <a:pt x="1580" y="696"/>
                      <a:pt x="1581" y="697"/>
                      <a:pt x="1581" y="697"/>
                    </a:cubicBezTo>
                    <a:cubicBezTo>
                      <a:pt x="1582" y="697"/>
                      <a:pt x="1583" y="698"/>
                      <a:pt x="1584" y="699"/>
                    </a:cubicBezTo>
                    <a:cubicBezTo>
                      <a:pt x="1585" y="700"/>
                      <a:pt x="1586" y="701"/>
                      <a:pt x="1588" y="702"/>
                    </a:cubicBezTo>
                    <a:cubicBezTo>
                      <a:pt x="1590" y="704"/>
                      <a:pt x="1591" y="705"/>
                      <a:pt x="1594" y="704"/>
                    </a:cubicBezTo>
                    <a:cubicBezTo>
                      <a:pt x="1595" y="704"/>
                      <a:pt x="1596" y="703"/>
                      <a:pt x="1596" y="703"/>
                    </a:cubicBezTo>
                    <a:cubicBezTo>
                      <a:pt x="1597" y="704"/>
                      <a:pt x="1597" y="705"/>
                      <a:pt x="1598" y="706"/>
                    </a:cubicBezTo>
                    <a:cubicBezTo>
                      <a:pt x="1600" y="708"/>
                      <a:pt x="1601" y="706"/>
                      <a:pt x="1601" y="704"/>
                    </a:cubicBezTo>
                    <a:cubicBezTo>
                      <a:pt x="1602" y="701"/>
                      <a:pt x="1602" y="700"/>
                      <a:pt x="1605" y="699"/>
                    </a:cubicBezTo>
                    <a:cubicBezTo>
                      <a:pt x="1609" y="697"/>
                      <a:pt x="1612" y="702"/>
                      <a:pt x="1616" y="703"/>
                    </a:cubicBezTo>
                    <a:cubicBezTo>
                      <a:pt x="1618" y="703"/>
                      <a:pt x="1621" y="703"/>
                      <a:pt x="1621" y="701"/>
                    </a:cubicBezTo>
                    <a:cubicBezTo>
                      <a:pt x="1621" y="699"/>
                      <a:pt x="1618" y="699"/>
                      <a:pt x="1620" y="696"/>
                    </a:cubicBezTo>
                    <a:cubicBezTo>
                      <a:pt x="1622" y="694"/>
                      <a:pt x="1624" y="694"/>
                      <a:pt x="1626" y="694"/>
                    </a:cubicBezTo>
                    <a:cubicBezTo>
                      <a:pt x="1629" y="694"/>
                      <a:pt x="1632" y="694"/>
                      <a:pt x="1635" y="694"/>
                    </a:cubicBezTo>
                    <a:cubicBezTo>
                      <a:pt x="1637" y="694"/>
                      <a:pt x="1640" y="693"/>
                      <a:pt x="1643" y="694"/>
                    </a:cubicBezTo>
                    <a:cubicBezTo>
                      <a:pt x="1645" y="695"/>
                      <a:pt x="1647" y="696"/>
                      <a:pt x="1649" y="697"/>
                    </a:cubicBezTo>
                    <a:cubicBezTo>
                      <a:pt x="1653" y="698"/>
                      <a:pt x="1652" y="693"/>
                      <a:pt x="1652" y="691"/>
                    </a:cubicBezTo>
                    <a:cubicBezTo>
                      <a:pt x="1652" y="689"/>
                      <a:pt x="1651" y="687"/>
                      <a:pt x="1652" y="686"/>
                    </a:cubicBezTo>
                    <a:cubicBezTo>
                      <a:pt x="1653" y="683"/>
                      <a:pt x="1657" y="684"/>
                      <a:pt x="1659" y="684"/>
                    </a:cubicBezTo>
                    <a:cubicBezTo>
                      <a:pt x="1670" y="686"/>
                      <a:pt x="1656" y="701"/>
                      <a:pt x="1663" y="706"/>
                    </a:cubicBezTo>
                    <a:cubicBezTo>
                      <a:pt x="1665" y="708"/>
                      <a:pt x="1667" y="709"/>
                      <a:pt x="1668" y="711"/>
                    </a:cubicBezTo>
                    <a:cubicBezTo>
                      <a:pt x="1669" y="715"/>
                      <a:pt x="1664" y="723"/>
                      <a:pt x="1672" y="725"/>
                    </a:cubicBezTo>
                    <a:cubicBezTo>
                      <a:pt x="1673" y="725"/>
                      <a:pt x="1677" y="723"/>
                      <a:pt x="1677" y="726"/>
                    </a:cubicBezTo>
                    <a:cubicBezTo>
                      <a:pt x="1678" y="729"/>
                      <a:pt x="1675" y="729"/>
                      <a:pt x="1673" y="730"/>
                    </a:cubicBezTo>
                    <a:cubicBezTo>
                      <a:pt x="1671" y="732"/>
                      <a:pt x="1673" y="735"/>
                      <a:pt x="1674" y="737"/>
                    </a:cubicBezTo>
                    <a:cubicBezTo>
                      <a:pt x="1677" y="739"/>
                      <a:pt x="1677" y="742"/>
                      <a:pt x="1677" y="745"/>
                    </a:cubicBezTo>
                    <a:cubicBezTo>
                      <a:pt x="1677" y="751"/>
                      <a:pt x="1671" y="754"/>
                      <a:pt x="1665" y="754"/>
                    </a:cubicBezTo>
                    <a:cubicBezTo>
                      <a:pt x="1656" y="754"/>
                      <a:pt x="1656" y="745"/>
                      <a:pt x="1656" y="738"/>
                    </a:cubicBezTo>
                    <a:cubicBezTo>
                      <a:pt x="1657" y="735"/>
                      <a:pt x="1658" y="731"/>
                      <a:pt x="1656" y="729"/>
                    </a:cubicBezTo>
                    <a:cubicBezTo>
                      <a:pt x="1655" y="727"/>
                      <a:pt x="1652" y="726"/>
                      <a:pt x="1650" y="725"/>
                    </a:cubicBezTo>
                    <a:cubicBezTo>
                      <a:pt x="1645" y="721"/>
                      <a:pt x="1649" y="713"/>
                      <a:pt x="1646" y="708"/>
                    </a:cubicBezTo>
                    <a:cubicBezTo>
                      <a:pt x="1645" y="706"/>
                      <a:pt x="1642" y="704"/>
                      <a:pt x="1639" y="704"/>
                    </a:cubicBezTo>
                    <a:cubicBezTo>
                      <a:pt x="1635" y="702"/>
                      <a:pt x="1634" y="705"/>
                      <a:pt x="1632" y="707"/>
                    </a:cubicBezTo>
                    <a:cubicBezTo>
                      <a:pt x="1629" y="708"/>
                      <a:pt x="1626" y="708"/>
                      <a:pt x="1624" y="711"/>
                    </a:cubicBezTo>
                    <a:close/>
                    <a:moveTo>
                      <a:pt x="1668" y="1604"/>
                    </a:moveTo>
                    <a:cubicBezTo>
                      <a:pt x="1667" y="1611"/>
                      <a:pt x="1659" y="1607"/>
                      <a:pt x="1655" y="1604"/>
                    </a:cubicBezTo>
                    <a:cubicBezTo>
                      <a:pt x="1651" y="1601"/>
                      <a:pt x="1652" y="1593"/>
                      <a:pt x="1645" y="1592"/>
                    </a:cubicBezTo>
                    <a:cubicBezTo>
                      <a:pt x="1640" y="1591"/>
                      <a:pt x="1636" y="1589"/>
                      <a:pt x="1636" y="1584"/>
                    </a:cubicBezTo>
                    <a:cubicBezTo>
                      <a:pt x="1636" y="1582"/>
                      <a:pt x="1636" y="1580"/>
                      <a:pt x="1636" y="1577"/>
                    </a:cubicBezTo>
                    <a:cubicBezTo>
                      <a:pt x="1637" y="1575"/>
                      <a:pt x="1636" y="1572"/>
                      <a:pt x="1635" y="1569"/>
                    </a:cubicBezTo>
                    <a:cubicBezTo>
                      <a:pt x="1633" y="1563"/>
                      <a:pt x="1628" y="1558"/>
                      <a:pt x="1628" y="1552"/>
                    </a:cubicBezTo>
                    <a:cubicBezTo>
                      <a:pt x="1627" y="1548"/>
                      <a:pt x="1631" y="1541"/>
                      <a:pt x="1634" y="1547"/>
                    </a:cubicBezTo>
                    <a:cubicBezTo>
                      <a:pt x="1637" y="1551"/>
                      <a:pt x="1634" y="1557"/>
                      <a:pt x="1637" y="1562"/>
                    </a:cubicBezTo>
                    <a:cubicBezTo>
                      <a:pt x="1639" y="1564"/>
                      <a:pt x="1641" y="1566"/>
                      <a:pt x="1641" y="1568"/>
                    </a:cubicBezTo>
                    <a:cubicBezTo>
                      <a:pt x="1643" y="1571"/>
                      <a:pt x="1643" y="1574"/>
                      <a:pt x="1643" y="1577"/>
                    </a:cubicBezTo>
                    <a:cubicBezTo>
                      <a:pt x="1643" y="1579"/>
                      <a:pt x="1644" y="1581"/>
                      <a:pt x="1646" y="1582"/>
                    </a:cubicBezTo>
                    <a:cubicBezTo>
                      <a:pt x="1648" y="1584"/>
                      <a:pt x="1650" y="1584"/>
                      <a:pt x="1652" y="1585"/>
                    </a:cubicBezTo>
                    <a:cubicBezTo>
                      <a:pt x="1656" y="1588"/>
                      <a:pt x="1659" y="1593"/>
                      <a:pt x="1664" y="1596"/>
                    </a:cubicBezTo>
                    <a:cubicBezTo>
                      <a:pt x="1664" y="1596"/>
                      <a:pt x="1664" y="1596"/>
                      <a:pt x="1664" y="1596"/>
                    </a:cubicBezTo>
                    <a:cubicBezTo>
                      <a:pt x="1667" y="1597"/>
                      <a:pt x="1668" y="1601"/>
                      <a:pt x="1668" y="1604"/>
                    </a:cubicBezTo>
                    <a:close/>
                    <a:moveTo>
                      <a:pt x="1688" y="1603"/>
                    </a:moveTo>
                    <a:cubicBezTo>
                      <a:pt x="1683" y="1605"/>
                      <a:pt x="1680" y="1599"/>
                      <a:pt x="1679" y="1595"/>
                    </a:cubicBezTo>
                    <a:cubicBezTo>
                      <a:pt x="1678" y="1592"/>
                      <a:pt x="1678" y="1590"/>
                      <a:pt x="1678" y="1587"/>
                    </a:cubicBezTo>
                    <a:cubicBezTo>
                      <a:pt x="1677" y="1584"/>
                      <a:pt x="1678" y="1581"/>
                      <a:pt x="1677" y="1578"/>
                    </a:cubicBezTo>
                    <a:cubicBezTo>
                      <a:pt x="1676" y="1576"/>
                      <a:pt x="1675" y="1573"/>
                      <a:pt x="1673" y="1572"/>
                    </a:cubicBezTo>
                    <a:cubicBezTo>
                      <a:pt x="1671" y="1570"/>
                      <a:pt x="1669" y="1571"/>
                      <a:pt x="1668" y="1569"/>
                    </a:cubicBezTo>
                    <a:cubicBezTo>
                      <a:pt x="1666" y="1568"/>
                      <a:pt x="1664" y="1567"/>
                      <a:pt x="1662" y="1566"/>
                    </a:cubicBezTo>
                    <a:cubicBezTo>
                      <a:pt x="1658" y="1565"/>
                      <a:pt x="1656" y="1562"/>
                      <a:pt x="1655" y="1558"/>
                    </a:cubicBezTo>
                    <a:cubicBezTo>
                      <a:pt x="1654" y="1554"/>
                      <a:pt x="1654" y="1546"/>
                      <a:pt x="1659" y="1548"/>
                    </a:cubicBezTo>
                    <a:cubicBezTo>
                      <a:pt x="1664" y="1550"/>
                      <a:pt x="1667" y="1555"/>
                      <a:pt x="1670" y="1558"/>
                    </a:cubicBezTo>
                    <a:cubicBezTo>
                      <a:pt x="1674" y="1561"/>
                      <a:pt x="1678" y="1560"/>
                      <a:pt x="1681" y="1564"/>
                    </a:cubicBezTo>
                    <a:cubicBezTo>
                      <a:pt x="1682" y="1566"/>
                      <a:pt x="1682" y="1569"/>
                      <a:pt x="1682" y="1571"/>
                    </a:cubicBezTo>
                    <a:cubicBezTo>
                      <a:pt x="1683" y="1574"/>
                      <a:pt x="1683" y="1575"/>
                      <a:pt x="1684" y="1577"/>
                    </a:cubicBezTo>
                    <a:cubicBezTo>
                      <a:pt x="1686" y="1582"/>
                      <a:pt x="1689" y="1586"/>
                      <a:pt x="1690" y="1591"/>
                    </a:cubicBezTo>
                    <a:cubicBezTo>
                      <a:pt x="1691" y="1594"/>
                      <a:pt x="1692" y="1602"/>
                      <a:pt x="1688" y="1603"/>
                    </a:cubicBezTo>
                    <a:close/>
                    <a:moveTo>
                      <a:pt x="2156" y="905"/>
                    </a:moveTo>
                    <a:cubicBezTo>
                      <a:pt x="2155" y="904"/>
                      <a:pt x="2154" y="904"/>
                      <a:pt x="2153" y="903"/>
                    </a:cubicBezTo>
                    <a:cubicBezTo>
                      <a:pt x="2152" y="902"/>
                      <a:pt x="2150" y="901"/>
                      <a:pt x="2149" y="900"/>
                    </a:cubicBezTo>
                    <a:cubicBezTo>
                      <a:pt x="2146" y="899"/>
                      <a:pt x="2142" y="898"/>
                      <a:pt x="2139" y="898"/>
                    </a:cubicBezTo>
                    <a:cubicBezTo>
                      <a:pt x="2137" y="897"/>
                      <a:pt x="2136" y="897"/>
                      <a:pt x="2134" y="896"/>
                    </a:cubicBezTo>
                    <a:cubicBezTo>
                      <a:pt x="2132" y="896"/>
                      <a:pt x="2130" y="896"/>
                      <a:pt x="2129" y="896"/>
                    </a:cubicBezTo>
                    <a:cubicBezTo>
                      <a:pt x="2124" y="895"/>
                      <a:pt x="2120" y="896"/>
                      <a:pt x="2115" y="896"/>
                    </a:cubicBezTo>
                    <a:cubicBezTo>
                      <a:pt x="2111" y="896"/>
                      <a:pt x="2107" y="896"/>
                      <a:pt x="2102" y="895"/>
                    </a:cubicBezTo>
                    <a:cubicBezTo>
                      <a:pt x="2099" y="894"/>
                      <a:pt x="2095" y="895"/>
                      <a:pt x="2092" y="893"/>
                    </a:cubicBezTo>
                    <a:cubicBezTo>
                      <a:pt x="2088" y="892"/>
                      <a:pt x="2085" y="890"/>
                      <a:pt x="2082" y="887"/>
                    </a:cubicBezTo>
                    <a:cubicBezTo>
                      <a:pt x="2079" y="884"/>
                      <a:pt x="2076" y="882"/>
                      <a:pt x="2073" y="881"/>
                    </a:cubicBezTo>
                    <a:cubicBezTo>
                      <a:pt x="2071" y="880"/>
                      <a:pt x="2070" y="879"/>
                      <a:pt x="2068" y="878"/>
                    </a:cubicBezTo>
                    <a:cubicBezTo>
                      <a:pt x="2067" y="877"/>
                      <a:pt x="2066" y="877"/>
                      <a:pt x="2065" y="877"/>
                    </a:cubicBezTo>
                    <a:cubicBezTo>
                      <a:pt x="2063" y="877"/>
                      <a:pt x="2061" y="877"/>
                      <a:pt x="2059" y="877"/>
                    </a:cubicBezTo>
                    <a:cubicBezTo>
                      <a:pt x="2057" y="877"/>
                      <a:pt x="2055" y="877"/>
                      <a:pt x="2054" y="877"/>
                    </a:cubicBezTo>
                    <a:cubicBezTo>
                      <a:pt x="2052" y="878"/>
                      <a:pt x="2051" y="878"/>
                      <a:pt x="2050" y="878"/>
                    </a:cubicBezTo>
                    <a:cubicBezTo>
                      <a:pt x="2046" y="879"/>
                      <a:pt x="2042" y="878"/>
                      <a:pt x="2039" y="878"/>
                    </a:cubicBezTo>
                    <a:cubicBezTo>
                      <a:pt x="2035" y="878"/>
                      <a:pt x="2032" y="878"/>
                      <a:pt x="2029" y="877"/>
                    </a:cubicBezTo>
                    <a:cubicBezTo>
                      <a:pt x="2025" y="875"/>
                      <a:pt x="2020" y="875"/>
                      <a:pt x="2017" y="875"/>
                    </a:cubicBezTo>
                    <a:cubicBezTo>
                      <a:pt x="2015" y="875"/>
                      <a:pt x="2013" y="875"/>
                      <a:pt x="2011" y="875"/>
                    </a:cubicBezTo>
                    <a:cubicBezTo>
                      <a:pt x="2009" y="876"/>
                      <a:pt x="2006" y="876"/>
                      <a:pt x="2004" y="876"/>
                    </a:cubicBezTo>
                    <a:cubicBezTo>
                      <a:pt x="2000" y="877"/>
                      <a:pt x="1996" y="877"/>
                      <a:pt x="1992" y="877"/>
                    </a:cubicBezTo>
                    <a:cubicBezTo>
                      <a:pt x="1987" y="877"/>
                      <a:pt x="1985" y="880"/>
                      <a:pt x="1983" y="883"/>
                    </a:cubicBezTo>
                    <a:cubicBezTo>
                      <a:pt x="1980" y="887"/>
                      <a:pt x="1974" y="888"/>
                      <a:pt x="1970" y="890"/>
                    </a:cubicBezTo>
                    <a:cubicBezTo>
                      <a:pt x="1967" y="892"/>
                      <a:pt x="1966" y="892"/>
                      <a:pt x="1962" y="891"/>
                    </a:cubicBezTo>
                    <a:cubicBezTo>
                      <a:pt x="1959" y="891"/>
                      <a:pt x="1956" y="891"/>
                      <a:pt x="1954" y="894"/>
                    </a:cubicBezTo>
                    <a:cubicBezTo>
                      <a:pt x="1952" y="897"/>
                      <a:pt x="1950" y="899"/>
                      <a:pt x="1947" y="899"/>
                    </a:cubicBezTo>
                    <a:cubicBezTo>
                      <a:pt x="1943" y="899"/>
                      <a:pt x="1938" y="899"/>
                      <a:pt x="1935" y="898"/>
                    </a:cubicBezTo>
                    <a:cubicBezTo>
                      <a:pt x="1931" y="897"/>
                      <a:pt x="1931" y="895"/>
                      <a:pt x="1930" y="892"/>
                    </a:cubicBezTo>
                    <a:cubicBezTo>
                      <a:pt x="1930" y="890"/>
                      <a:pt x="1929" y="888"/>
                      <a:pt x="1928" y="886"/>
                    </a:cubicBezTo>
                    <a:cubicBezTo>
                      <a:pt x="1928" y="885"/>
                      <a:pt x="1928" y="883"/>
                      <a:pt x="1927" y="881"/>
                    </a:cubicBezTo>
                    <a:cubicBezTo>
                      <a:pt x="1926" y="879"/>
                      <a:pt x="1923" y="878"/>
                      <a:pt x="1921" y="878"/>
                    </a:cubicBezTo>
                    <a:cubicBezTo>
                      <a:pt x="1917" y="876"/>
                      <a:pt x="1913" y="874"/>
                      <a:pt x="1908" y="874"/>
                    </a:cubicBezTo>
                    <a:cubicBezTo>
                      <a:pt x="1905" y="873"/>
                      <a:pt x="1901" y="873"/>
                      <a:pt x="1897" y="872"/>
                    </a:cubicBezTo>
                    <a:cubicBezTo>
                      <a:pt x="1894" y="872"/>
                      <a:pt x="1890" y="870"/>
                      <a:pt x="1887" y="869"/>
                    </a:cubicBezTo>
                    <a:cubicBezTo>
                      <a:pt x="1885" y="867"/>
                      <a:pt x="1883" y="866"/>
                      <a:pt x="1880" y="865"/>
                    </a:cubicBezTo>
                    <a:cubicBezTo>
                      <a:pt x="1878" y="864"/>
                      <a:pt x="1875" y="864"/>
                      <a:pt x="1873" y="863"/>
                    </a:cubicBezTo>
                    <a:cubicBezTo>
                      <a:pt x="1868" y="860"/>
                      <a:pt x="1862" y="857"/>
                      <a:pt x="1857" y="855"/>
                    </a:cubicBezTo>
                    <a:cubicBezTo>
                      <a:pt x="1851" y="853"/>
                      <a:pt x="1847" y="849"/>
                      <a:pt x="1842" y="846"/>
                    </a:cubicBezTo>
                    <a:cubicBezTo>
                      <a:pt x="1832" y="841"/>
                      <a:pt x="1821" y="839"/>
                      <a:pt x="1811" y="836"/>
                    </a:cubicBezTo>
                    <a:cubicBezTo>
                      <a:pt x="1809" y="835"/>
                      <a:pt x="1806" y="834"/>
                      <a:pt x="1804" y="833"/>
                    </a:cubicBezTo>
                    <a:cubicBezTo>
                      <a:pt x="1801" y="831"/>
                      <a:pt x="1798" y="829"/>
                      <a:pt x="1795" y="827"/>
                    </a:cubicBezTo>
                    <a:cubicBezTo>
                      <a:pt x="1793" y="825"/>
                      <a:pt x="1790" y="823"/>
                      <a:pt x="1787" y="821"/>
                    </a:cubicBezTo>
                    <a:cubicBezTo>
                      <a:pt x="1786" y="819"/>
                      <a:pt x="1784" y="819"/>
                      <a:pt x="1782" y="818"/>
                    </a:cubicBezTo>
                    <a:cubicBezTo>
                      <a:pt x="1778" y="815"/>
                      <a:pt x="1777" y="809"/>
                      <a:pt x="1774" y="806"/>
                    </a:cubicBezTo>
                    <a:cubicBezTo>
                      <a:pt x="1774" y="806"/>
                      <a:pt x="1774" y="806"/>
                      <a:pt x="1774" y="806"/>
                    </a:cubicBezTo>
                    <a:cubicBezTo>
                      <a:pt x="1774" y="805"/>
                      <a:pt x="1774" y="805"/>
                      <a:pt x="1774" y="805"/>
                    </a:cubicBezTo>
                    <a:cubicBezTo>
                      <a:pt x="1773" y="804"/>
                      <a:pt x="1773" y="804"/>
                      <a:pt x="1772" y="803"/>
                    </a:cubicBezTo>
                    <a:cubicBezTo>
                      <a:pt x="1771" y="802"/>
                      <a:pt x="1769" y="801"/>
                      <a:pt x="1768" y="800"/>
                    </a:cubicBezTo>
                    <a:cubicBezTo>
                      <a:pt x="1766" y="799"/>
                      <a:pt x="1765" y="799"/>
                      <a:pt x="1763" y="799"/>
                    </a:cubicBezTo>
                    <a:cubicBezTo>
                      <a:pt x="1760" y="799"/>
                      <a:pt x="1758" y="800"/>
                      <a:pt x="1755" y="799"/>
                    </a:cubicBezTo>
                    <a:cubicBezTo>
                      <a:pt x="1752" y="799"/>
                      <a:pt x="1750" y="798"/>
                      <a:pt x="1747" y="798"/>
                    </a:cubicBezTo>
                    <a:cubicBezTo>
                      <a:pt x="1743" y="798"/>
                      <a:pt x="1739" y="797"/>
                      <a:pt x="1735" y="797"/>
                    </a:cubicBezTo>
                    <a:cubicBezTo>
                      <a:pt x="1733" y="797"/>
                      <a:pt x="1731" y="796"/>
                      <a:pt x="1729" y="795"/>
                    </a:cubicBezTo>
                    <a:cubicBezTo>
                      <a:pt x="1726" y="794"/>
                      <a:pt x="1721" y="793"/>
                      <a:pt x="1717" y="793"/>
                    </a:cubicBezTo>
                    <a:cubicBezTo>
                      <a:pt x="1715" y="792"/>
                      <a:pt x="1706" y="793"/>
                      <a:pt x="1707" y="788"/>
                    </a:cubicBezTo>
                    <a:cubicBezTo>
                      <a:pt x="1713" y="788"/>
                      <a:pt x="1719" y="788"/>
                      <a:pt x="1726" y="788"/>
                    </a:cubicBezTo>
                    <a:cubicBezTo>
                      <a:pt x="1728" y="788"/>
                      <a:pt x="1731" y="788"/>
                      <a:pt x="1733" y="788"/>
                    </a:cubicBezTo>
                    <a:cubicBezTo>
                      <a:pt x="1736" y="787"/>
                      <a:pt x="1735" y="785"/>
                      <a:pt x="1735" y="783"/>
                    </a:cubicBezTo>
                    <a:cubicBezTo>
                      <a:pt x="1734" y="781"/>
                      <a:pt x="1734" y="777"/>
                      <a:pt x="1735" y="775"/>
                    </a:cubicBezTo>
                    <a:cubicBezTo>
                      <a:pt x="1736" y="772"/>
                      <a:pt x="1742" y="772"/>
                      <a:pt x="1744" y="772"/>
                    </a:cubicBezTo>
                    <a:cubicBezTo>
                      <a:pt x="1747" y="771"/>
                      <a:pt x="1750" y="770"/>
                      <a:pt x="1754" y="771"/>
                    </a:cubicBezTo>
                    <a:cubicBezTo>
                      <a:pt x="1757" y="772"/>
                      <a:pt x="1760" y="775"/>
                      <a:pt x="1763" y="777"/>
                    </a:cubicBezTo>
                    <a:cubicBezTo>
                      <a:pt x="1769" y="781"/>
                      <a:pt x="1774" y="785"/>
                      <a:pt x="1780" y="787"/>
                    </a:cubicBezTo>
                    <a:cubicBezTo>
                      <a:pt x="1786" y="790"/>
                      <a:pt x="1792" y="792"/>
                      <a:pt x="1798" y="795"/>
                    </a:cubicBezTo>
                    <a:cubicBezTo>
                      <a:pt x="1801" y="795"/>
                      <a:pt x="1803" y="797"/>
                      <a:pt x="1805" y="799"/>
                    </a:cubicBezTo>
                    <a:cubicBezTo>
                      <a:pt x="1807" y="800"/>
                      <a:pt x="1810" y="801"/>
                      <a:pt x="1812" y="803"/>
                    </a:cubicBezTo>
                    <a:cubicBezTo>
                      <a:pt x="1815" y="804"/>
                      <a:pt x="1823" y="808"/>
                      <a:pt x="1824" y="803"/>
                    </a:cubicBezTo>
                    <a:cubicBezTo>
                      <a:pt x="1825" y="800"/>
                      <a:pt x="1825" y="799"/>
                      <a:pt x="1826" y="796"/>
                    </a:cubicBezTo>
                    <a:cubicBezTo>
                      <a:pt x="1828" y="794"/>
                      <a:pt x="1832" y="794"/>
                      <a:pt x="1835" y="794"/>
                    </a:cubicBezTo>
                    <a:cubicBezTo>
                      <a:pt x="1841" y="793"/>
                      <a:pt x="1848" y="798"/>
                      <a:pt x="1853" y="802"/>
                    </a:cubicBezTo>
                    <a:cubicBezTo>
                      <a:pt x="1854" y="804"/>
                      <a:pt x="1855" y="806"/>
                      <a:pt x="1857" y="807"/>
                    </a:cubicBezTo>
                    <a:cubicBezTo>
                      <a:pt x="1859" y="809"/>
                      <a:pt x="1862" y="811"/>
                      <a:pt x="1865" y="813"/>
                    </a:cubicBezTo>
                    <a:cubicBezTo>
                      <a:pt x="1869" y="814"/>
                      <a:pt x="1872" y="816"/>
                      <a:pt x="1875" y="819"/>
                    </a:cubicBezTo>
                    <a:cubicBezTo>
                      <a:pt x="1876" y="820"/>
                      <a:pt x="1877" y="822"/>
                      <a:pt x="1879" y="823"/>
                    </a:cubicBezTo>
                    <a:cubicBezTo>
                      <a:pt x="1883" y="826"/>
                      <a:pt x="1889" y="826"/>
                      <a:pt x="1895" y="826"/>
                    </a:cubicBezTo>
                    <a:cubicBezTo>
                      <a:pt x="1900" y="827"/>
                      <a:pt x="1904" y="826"/>
                      <a:pt x="1909" y="829"/>
                    </a:cubicBezTo>
                    <a:cubicBezTo>
                      <a:pt x="1912" y="830"/>
                      <a:pt x="1916" y="833"/>
                      <a:pt x="1919" y="832"/>
                    </a:cubicBezTo>
                    <a:cubicBezTo>
                      <a:pt x="1924" y="831"/>
                      <a:pt x="1920" y="825"/>
                      <a:pt x="1918" y="823"/>
                    </a:cubicBezTo>
                    <a:cubicBezTo>
                      <a:pt x="1913" y="820"/>
                      <a:pt x="1908" y="819"/>
                      <a:pt x="1904" y="816"/>
                    </a:cubicBezTo>
                    <a:cubicBezTo>
                      <a:pt x="1900" y="813"/>
                      <a:pt x="1897" y="810"/>
                      <a:pt x="1897" y="805"/>
                    </a:cubicBezTo>
                    <a:cubicBezTo>
                      <a:pt x="1898" y="800"/>
                      <a:pt x="1894" y="798"/>
                      <a:pt x="1895" y="794"/>
                    </a:cubicBezTo>
                    <a:cubicBezTo>
                      <a:pt x="1895" y="791"/>
                      <a:pt x="1895" y="789"/>
                      <a:pt x="1895" y="787"/>
                    </a:cubicBezTo>
                    <a:cubicBezTo>
                      <a:pt x="1895" y="785"/>
                      <a:pt x="1894" y="782"/>
                      <a:pt x="1894" y="780"/>
                    </a:cubicBezTo>
                    <a:cubicBezTo>
                      <a:pt x="1893" y="778"/>
                      <a:pt x="1893" y="775"/>
                      <a:pt x="1893" y="773"/>
                    </a:cubicBezTo>
                    <a:cubicBezTo>
                      <a:pt x="1892" y="771"/>
                      <a:pt x="1890" y="770"/>
                      <a:pt x="1888" y="769"/>
                    </a:cubicBezTo>
                    <a:cubicBezTo>
                      <a:pt x="1886" y="766"/>
                      <a:pt x="1885" y="761"/>
                      <a:pt x="1887" y="758"/>
                    </a:cubicBezTo>
                    <a:cubicBezTo>
                      <a:pt x="1889" y="752"/>
                      <a:pt x="1896" y="757"/>
                      <a:pt x="1898" y="760"/>
                    </a:cubicBezTo>
                    <a:cubicBezTo>
                      <a:pt x="1900" y="761"/>
                      <a:pt x="1902" y="764"/>
                      <a:pt x="1904" y="763"/>
                    </a:cubicBezTo>
                    <a:cubicBezTo>
                      <a:pt x="1906" y="762"/>
                      <a:pt x="1906" y="759"/>
                      <a:pt x="1907" y="757"/>
                    </a:cubicBezTo>
                    <a:cubicBezTo>
                      <a:pt x="1909" y="755"/>
                      <a:pt x="1912" y="758"/>
                      <a:pt x="1913" y="759"/>
                    </a:cubicBezTo>
                    <a:cubicBezTo>
                      <a:pt x="1915" y="762"/>
                      <a:pt x="1915" y="765"/>
                      <a:pt x="1914" y="768"/>
                    </a:cubicBezTo>
                    <a:cubicBezTo>
                      <a:pt x="1913" y="772"/>
                      <a:pt x="1907" y="777"/>
                      <a:pt x="1909" y="782"/>
                    </a:cubicBezTo>
                    <a:cubicBezTo>
                      <a:pt x="1909" y="783"/>
                      <a:pt x="1911" y="784"/>
                      <a:pt x="1912" y="786"/>
                    </a:cubicBezTo>
                    <a:cubicBezTo>
                      <a:pt x="1914" y="787"/>
                      <a:pt x="1913" y="790"/>
                      <a:pt x="1914" y="792"/>
                    </a:cubicBezTo>
                    <a:cubicBezTo>
                      <a:pt x="1915" y="798"/>
                      <a:pt x="1921" y="794"/>
                      <a:pt x="1923" y="798"/>
                    </a:cubicBezTo>
                    <a:cubicBezTo>
                      <a:pt x="1924" y="800"/>
                      <a:pt x="1924" y="802"/>
                      <a:pt x="1925" y="804"/>
                    </a:cubicBezTo>
                    <a:cubicBezTo>
                      <a:pt x="1926" y="805"/>
                      <a:pt x="1929" y="807"/>
                      <a:pt x="1931" y="806"/>
                    </a:cubicBezTo>
                    <a:cubicBezTo>
                      <a:pt x="1932" y="804"/>
                      <a:pt x="1932" y="800"/>
                      <a:pt x="1933" y="798"/>
                    </a:cubicBezTo>
                    <a:cubicBezTo>
                      <a:pt x="1934" y="796"/>
                      <a:pt x="1937" y="795"/>
                      <a:pt x="1940" y="797"/>
                    </a:cubicBezTo>
                    <a:cubicBezTo>
                      <a:pt x="1943" y="799"/>
                      <a:pt x="1942" y="803"/>
                      <a:pt x="1942" y="806"/>
                    </a:cubicBezTo>
                    <a:cubicBezTo>
                      <a:pt x="1941" y="809"/>
                      <a:pt x="1941" y="813"/>
                      <a:pt x="1943" y="816"/>
                    </a:cubicBezTo>
                    <a:cubicBezTo>
                      <a:pt x="1944" y="820"/>
                      <a:pt x="1948" y="824"/>
                      <a:pt x="1952" y="826"/>
                    </a:cubicBezTo>
                    <a:cubicBezTo>
                      <a:pt x="1951" y="826"/>
                      <a:pt x="1952" y="826"/>
                      <a:pt x="1952" y="826"/>
                    </a:cubicBezTo>
                    <a:cubicBezTo>
                      <a:pt x="1954" y="827"/>
                      <a:pt x="1955" y="827"/>
                      <a:pt x="1956" y="828"/>
                    </a:cubicBezTo>
                    <a:cubicBezTo>
                      <a:pt x="1958" y="829"/>
                      <a:pt x="1960" y="830"/>
                      <a:pt x="1962" y="831"/>
                    </a:cubicBezTo>
                    <a:cubicBezTo>
                      <a:pt x="1964" y="832"/>
                      <a:pt x="1967" y="833"/>
                      <a:pt x="1971" y="834"/>
                    </a:cubicBezTo>
                    <a:cubicBezTo>
                      <a:pt x="1978" y="836"/>
                      <a:pt x="1986" y="838"/>
                      <a:pt x="1991" y="844"/>
                    </a:cubicBezTo>
                    <a:cubicBezTo>
                      <a:pt x="1993" y="846"/>
                      <a:pt x="1993" y="849"/>
                      <a:pt x="1994" y="852"/>
                    </a:cubicBezTo>
                    <a:cubicBezTo>
                      <a:pt x="1995" y="855"/>
                      <a:pt x="1999" y="856"/>
                      <a:pt x="2001" y="857"/>
                    </a:cubicBezTo>
                    <a:cubicBezTo>
                      <a:pt x="2004" y="858"/>
                      <a:pt x="2007" y="859"/>
                      <a:pt x="2010" y="860"/>
                    </a:cubicBezTo>
                    <a:cubicBezTo>
                      <a:pt x="2012" y="862"/>
                      <a:pt x="2015" y="863"/>
                      <a:pt x="2018" y="864"/>
                    </a:cubicBezTo>
                    <a:cubicBezTo>
                      <a:pt x="2022" y="865"/>
                      <a:pt x="2027" y="864"/>
                      <a:pt x="2032" y="865"/>
                    </a:cubicBezTo>
                    <a:cubicBezTo>
                      <a:pt x="2035" y="866"/>
                      <a:pt x="2039" y="869"/>
                      <a:pt x="2042" y="869"/>
                    </a:cubicBezTo>
                    <a:cubicBezTo>
                      <a:pt x="2044" y="869"/>
                      <a:pt x="2045" y="869"/>
                      <a:pt x="2047" y="869"/>
                    </a:cubicBezTo>
                    <a:cubicBezTo>
                      <a:pt x="2049" y="869"/>
                      <a:pt x="2050" y="869"/>
                      <a:pt x="2052" y="869"/>
                    </a:cubicBezTo>
                    <a:cubicBezTo>
                      <a:pt x="2056" y="869"/>
                      <a:pt x="2059" y="871"/>
                      <a:pt x="2062" y="872"/>
                    </a:cubicBezTo>
                    <a:cubicBezTo>
                      <a:pt x="2069" y="873"/>
                      <a:pt x="2076" y="869"/>
                      <a:pt x="2083" y="870"/>
                    </a:cubicBezTo>
                    <a:cubicBezTo>
                      <a:pt x="2086" y="871"/>
                      <a:pt x="2091" y="871"/>
                      <a:pt x="2094" y="873"/>
                    </a:cubicBezTo>
                    <a:cubicBezTo>
                      <a:pt x="2097" y="875"/>
                      <a:pt x="2100" y="876"/>
                      <a:pt x="2104" y="878"/>
                    </a:cubicBezTo>
                    <a:cubicBezTo>
                      <a:pt x="2104" y="878"/>
                      <a:pt x="2103" y="878"/>
                      <a:pt x="2103" y="878"/>
                    </a:cubicBezTo>
                    <a:cubicBezTo>
                      <a:pt x="2103" y="878"/>
                      <a:pt x="2105" y="879"/>
                      <a:pt x="2105" y="879"/>
                    </a:cubicBezTo>
                    <a:cubicBezTo>
                      <a:pt x="2106" y="880"/>
                      <a:pt x="2107" y="881"/>
                      <a:pt x="2109" y="882"/>
                    </a:cubicBezTo>
                    <a:cubicBezTo>
                      <a:pt x="2110" y="882"/>
                      <a:pt x="2111" y="882"/>
                      <a:pt x="2112" y="881"/>
                    </a:cubicBezTo>
                    <a:cubicBezTo>
                      <a:pt x="2113" y="881"/>
                      <a:pt x="2114" y="881"/>
                      <a:pt x="2116" y="881"/>
                    </a:cubicBezTo>
                    <a:cubicBezTo>
                      <a:pt x="2120" y="881"/>
                      <a:pt x="2122" y="883"/>
                      <a:pt x="2126" y="884"/>
                    </a:cubicBezTo>
                    <a:cubicBezTo>
                      <a:pt x="2127" y="885"/>
                      <a:pt x="2129" y="885"/>
                      <a:pt x="2130" y="885"/>
                    </a:cubicBezTo>
                    <a:cubicBezTo>
                      <a:pt x="2131" y="884"/>
                      <a:pt x="2132" y="883"/>
                      <a:pt x="2134" y="882"/>
                    </a:cubicBezTo>
                    <a:cubicBezTo>
                      <a:pt x="2136" y="882"/>
                      <a:pt x="2140" y="883"/>
                      <a:pt x="2142" y="883"/>
                    </a:cubicBezTo>
                    <a:cubicBezTo>
                      <a:pt x="2145" y="884"/>
                      <a:pt x="2146" y="886"/>
                      <a:pt x="2148" y="887"/>
                    </a:cubicBezTo>
                    <a:cubicBezTo>
                      <a:pt x="2150" y="888"/>
                      <a:pt x="2153" y="888"/>
                      <a:pt x="2155" y="889"/>
                    </a:cubicBezTo>
                    <a:cubicBezTo>
                      <a:pt x="2159" y="890"/>
                      <a:pt x="2162" y="891"/>
                      <a:pt x="2165" y="893"/>
                    </a:cubicBezTo>
                    <a:cubicBezTo>
                      <a:pt x="2169" y="896"/>
                      <a:pt x="2172" y="903"/>
                      <a:pt x="2178" y="901"/>
                    </a:cubicBezTo>
                    <a:cubicBezTo>
                      <a:pt x="2181" y="900"/>
                      <a:pt x="2181" y="897"/>
                      <a:pt x="2184" y="896"/>
                    </a:cubicBezTo>
                    <a:cubicBezTo>
                      <a:pt x="2188" y="895"/>
                      <a:pt x="2187" y="899"/>
                      <a:pt x="2188" y="902"/>
                    </a:cubicBezTo>
                    <a:cubicBezTo>
                      <a:pt x="2190" y="905"/>
                      <a:pt x="2192" y="906"/>
                      <a:pt x="2195" y="906"/>
                    </a:cubicBezTo>
                    <a:cubicBezTo>
                      <a:pt x="2199" y="906"/>
                      <a:pt x="2202" y="908"/>
                      <a:pt x="2206" y="910"/>
                    </a:cubicBezTo>
                    <a:cubicBezTo>
                      <a:pt x="2209" y="911"/>
                      <a:pt x="2211" y="913"/>
                      <a:pt x="2215" y="915"/>
                    </a:cubicBezTo>
                    <a:cubicBezTo>
                      <a:pt x="2217" y="916"/>
                      <a:pt x="2220" y="918"/>
                      <a:pt x="2222" y="919"/>
                    </a:cubicBezTo>
                    <a:cubicBezTo>
                      <a:pt x="2226" y="921"/>
                      <a:pt x="2229" y="923"/>
                      <a:pt x="2233" y="924"/>
                    </a:cubicBezTo>
                    <a:cubicBezTo>
                      <a:pt x="2237" y="924"/>
                      <a:pt x="2239" y="925"/>
                      <a:pt x="2241" y="927"/>
                    </a:cubicBezTo>
                    <a:cubicBezTo>
                      <a:pt x="2247" y="932"/>
                      <a:pt x="2253" y="938"/>
                      <a:pt x="2261" y="941"/>
                    </a:cubicBezTo>
                    <a:cubicBezTo>
                      <a:pt x="2263" y="942"/>
                      <a:pt x="2266" y="942"/>
                      <a:pt x="2268" y="943"/>
                    </a:cubicBezTo>
                    <a:cubicBezTo>
                      <a:pt x="2274" y="945"/>
                      <a:pt x="2280" y="944"/>
                      <a:pt x="2285" y="948"/>
                    </a:cubicBezTo>
                    <a:cubicBezTo>
                      <a:pt x="2287" y="950"/>
                      <a:pt x="2290" y="951"/>
                      <a:pt x="2293" y="952"/>
                    </a:cubicBezTo>
                    <a:cubicBezTo>
                      <a:pt x="2295" y="952"/>
                      <a:pt x="2299" y="953"/>
                      <a:pt x="2299" y="956"/>
                    </a:cubicBezTo>
                    <a:cubicBezTo>
                      <a:pt x="2299" y="962"/>
                      <a:pt x="2284" y="961"/>
                      <a:pt x="2280" y="961"/>
                    </a:cubicBezTo>
                    <a:cubicBezTo>
                      <a:pt x="2275" y="961"/>
                      <a:pt x="2272" y="955"/>
                      <a:pt x="2266" y="954"/>
                    </a:cubicBezTo>
                    <a:cubicBezTo>
                      <a:pt x="2258" y="954"/>
                      <a:pt x="2254" y="947"/>
                      <a:pt x="2248" y="943"/>
                    </a:cubicBezTo>
                    <a:cubicBezTo>
                      <a:pt x="2240" y="937"/>
                      <a:pt x="2231" y="934"/>
                      <a:pt x="2222" y="930"/>
                    </a:cubicBezTo>
                    <a:cubicBezTo>
                      <a:pt x="2215" y="926"/>
                      <a:pt x="2208" y="923"/>
                      <a:pt x="2200" y="920"/>
                    </a:cubicBezTo>
                    <a:cubicBezTo>
                      <a:pt x="2196" y="919"/>
                      <a:pt x="2193" y="917"/>
                      <a:pt x="2189" y="916"/>
                    </a:cubicBezTo>
                    <a:cubicBezTo>
                      <a:pt x="2184" y="915"/>
                      <a:pt x="2178" y="918"/>
                      <a:pt x="2172" y="918"/>
                    </a:cubicBezTo>
                    <a:cubicBezTo>
                      <a:pt x="2164" y="919"/>
                      <a:pt x="2161" y="909"/>
                      <a:pt x="2156" y="905"/>
                    </a:cubicBezTo>
                    <a:close/>
                    <a:moveTo>
                      <a:pt x="2496" y="1189"/>
                    </a:moveTo>
                    <a:cubicBezTo>
                      <a:pt x="2495" y="1193"/>
                      <a:pt x="2491" y="1194"/>
                      <a:pt x="2489" y="1197"/>
                    </a:cubicBezTo>
                    <a:cubicBezTo>
                      <a:pt x="2488" y="1203"/>
                      <a:pt x="2494" y="1213"/>
                      <a:pt x="2490" y="1217"/>
                    </a:cubicBezTo>
                    <a:cubicBezTo>
                      <a:pt x="2487" y="1219"/>
                      <a:pt x="2484" y="1218"/>
                      <a:pt x="2482" y="1217"/>
                    </a:cubicBezTo>
                    <a:cubicBezTo>
                      <a:pt x="2478" y="1216"/>
                      <a:pt x="2475" y="1216"/>
                      <a:pt x="2472" y="1218"/>
                    </a:cubicBezTo>
                    <a:cubicBezTo>
                      <a:pt x="2469" y="1219"/>
                      <a:pt x="2467" y="1222"/>
                      <a:pt x="2464" y="1223"/>
                    </a:cubicBezTo>
                    <a:cubicBezTo>
                      <a:pt x="2460" y="1224"/>
                      <a:pt x="2458" y="1224"/>
                      <a:pt x="2455" y="1226"/>
                    </a:cubicBezTo>
                    <a:cubicBezTo>
                      <a:pt x="2448" y="1230"/>
                      <a:pt x="2442" y="1235"/>
                      <a:pt x="2437" y="1241"/>
                    </a:cubicBezTo>
                    <a:cubicBezTo>
                      <a:pt x="2434" y="1245"/>
                      <a:pt x="2428" y="1250"/>
                      <a:pt x="2422" y="1248"/>
                    </a:cubicBezTo>
                    <a:cubicBezTo>
                      <a:pt x="2417" y="1247"/>
                      <a:pt x="2411" y="1244"/>
                      <a:pt x="2408" y="1239"/>
                    </a:cubicBezTo>
                    <a:cubicBezTo>
                      <a:pt x="2407" y="1236"/>
                      <a:pt x="2406" y="1236"/>
                      <a:pt x="2403" y="1234"/>
                    </a:cubicBezTo>
                    <a:cubicBezTo>
                      <a:pt x="2398" y="1231"/>
                      <a:pt x="2394" y="1232"/>
                      <a:pt x="2389" y="1232"/>
                    </a:cubicBezTo>
                    <a:cubicBezTo>
                      <a:pt x="2384" y="1232"/>
                      <a:pt x="2380" y="1235"/>
                      <a:pt x="2375" y="1234"/>
                    </a:cubicBezTo>
                    <a:cubicBezTo>
                      <a:pt x="2371" y="1233"/>
                      <a:pt x="2371" y="1230"/>
                      <a:pt x="2370" y="1228"/>
                    </a:cubicBezTo>
                    <a:cubicBezTo>
                      <a:pt x="2368" y="1225"/>
                      <a:pt x="2366" y="1225"/>
                      <a:pt x="2363" y="1225"/>
                    </a:cubicBezTo>
                    <a:cubicBezTo>
                      <a:pt x="2359" y="1225"/>
                      <a:pt x="2348" y="1223"/>
                      <a:pt x="2348" y="1230"/>
                    </a:cubicBezTo>
                    <a:cubicBezTo>
                      <a:pt x="2346" y="1231"/>
                      <a:pt x="2344" y="1231"/>
                      <a:pt x="2342" y="1231"/>
                    </a:cubicBezTo>
                    <a:cubicBezTo>
                      <a:pt x="2340" y="1232"/>
                      <a:pt x="2338" y="1232"/>
                      <a:pt x="2336" y="1233"/>
                    </a:cubicBezTo>
                    <a:cubicBezTo>
                      <a:pt x="2335" y="1234"/>
                      <a:pt x="2334" y="1235"/>
                      <a:pt x="2333" y="1236"/>
                    </a:cubicBezTo>
                    <a:cubicBezTo>
                      <a:pt x="2332" y="1236"/>
                      <a:pt x="2330" y="1236"/>
                      <a:pt x="2329" y="1236"/>
                    </a:cubicBezTo>
                    <a:cubicBezTo>
                      <a:pt x="2328" y="1237"/>
                      <a:pt x="2326" y="1239"/>
                      <a:pt x="2325" y="1241"/>
                    </a:cubicBezTo>
                    <a:cubicBezTo>
                      <a:pt x="2325" y="1245"/>
                      <a:pt x="2332" y="1251"/>
                      <a:pt x="2325" y="1253"/>
                    </a:cubicBezTo>
                    <a:cubicBezTo>
                      <a:pt x="2323" y="1254"/>
                      <a:pt x="2321" y="1252"/>
                      <a:pt x="2319" y="1251"/>
                    </a:cubicBezTo>
                    <a:cubicBezTo>
                      <a:pt x="2318" y="1249"/>
                      <a:pt x="2318" y="1248"/>
                      <a:pt x="2315" y="1247"/>
                    </a:cubicBezTo>
                    <a:cubicBezTo>
                      <a:pt x="2310" y="1247"/>
                      <a:pt x="2310" y="1251"/>
                      <a:pt x="2309" y="1254"/>
                    </a:cubicBezTo>
                    <a:cubicBezTo>
                      <a:pt x="2307" y="1257"/>
                      <a:pt x="2304" y="1263"/>
                      <a:pt x="2300" y="1265"/>
                    </a:cubicBezTo>
                    <a:cubicBezTo>
                      <a:pt x="2298" y="1265"/>
                      <a:pt x="2295" y="1265"/>
                      <a:pt x="2292" y="1265"/>
                    </a:cubicBezTo>
                    <a:cubicBezTo>
                      <a:pt x="2287" y="1266"/>
                      <a:pt x="2282" y="1265"/>
                      <a:pt x="2277" y="1267"/>
                    </a:cubicBezTo>
                    <a:cubicBezTo>
                      <a:pt x="2272" y="1268"/>
                      <a:pt x="2265" y="1270"/>
                      <a:pt x="2263" y="1276"/>
                    </a:cubicBezTo>
                    <a:cubicBezTo>
                      <a:pt x="2261" y="1280"/>
                      <a:pt x="2261" y="1287"/>
                      <a:pt x="2268" y="1287"/>
                    </a:cubicBezTo>
                    <a:cubicBezTo>
                      <a:pt x="2274" y="1286"/>
                      <a:pt x="2275" y="1279"/>
                      <a:pt x="2280" y="1277"/>
                    </a:cubicBezTo>
                    <a:cubicBezTo>
                      <a:pt x="2288" y="1274"/>
                      <a:pt x="2286" y="1283"/>
                      <a:pt x="2289" y="1286"/>
                    </a:cubicBezTo>
                    <a:cubicBezTo>
                      <a:pt x="2291" y="1288"/>
                      <a:pt x="2295" y="1288"/>
                      <a:pt x="2295" y="1290"/>
                    </a:cubicBezTo>
                    <a:cubicBezTo>
                      <a:pt x="2296" y="1294"/>
                      <a:pt x="2291" y="1295"/>
                      <a:pt x="2289" y="1295"/>
                    </a:cubicBezTo>
                    <a:cubicBezTo>
                      <a:pt x="2285" y="1295"/>
                      <a:pt x="2282" y="1294"/>
                      <a:pt x="2278" y="1295"/>
                    </a:cubicBezTo>
                    <a:cubicBezTo>
                      <a:pt x="2275" y="1295"/>
                      <a:pt x="2272" y="1296"/>
                      <a:pt x="2269" y="1297"/>
                    </a:cubicBezTo>
                    <a:cubicBezTo>
                      <a:pt x="2255" y="1300"/>
                      <a:pt x="2267" y="1315"/>
                      <a:pt x="2262" y="1323"/>
                    </a:cubicBezTo>
                    <a:cubicBezTo>
                      <a:pt x="2260" y="1326"/>
                      <a:pt x="2258" y="1328"/>
                      <a:pt x="2256" y="1330"/>
                    </a:cubicBezTo>
                    <a:cubicBezTo>
                      <a:pt x="2255" y="1333"/>
                      <a:pt x="2254" y="1335"/>
                      <a:pt x="2252" y="1338"/>
                    </a:cubicBezTo>
                    <a:cubicBezTo>
                      <a:pt x="2249" y="1342"/>
                      <a:pt x="2243" y="1345"/>
                      <a:pt x="2241" y="1351"/>
                    </a:cubicBezTo>
                    <a:cubicBezTo>
                      <a:pt x="2240" y="1356"/>
                      <a:pt x="2242" y="1361"/>
                      <a:pt x="2239" y="1366"/>
                    </a:cubicBezTo>
                    <a:cubicBezTo>
                      <a:pt x="2238" y="1368"/>
                      <a:pt x="2236" y="1368"/>
                      <a:pt x="2233" y="1370"/>
                    </a:cubicBezTo>
                    <a:cubicBezTo>
                      <a:pt x="2230" y="1371"/>
                      <a:pt x="2229" y="1374"/>
                      <a:pt x="2228" y="1377"/>
                    </a:cubicBezTo>
                    <a:cubicBezTo>
                      <a:pt x="2225" y="1383"/>
                      <a:pt x="2225" y="1389"/>
                      <a:pt x="2224" y="1395"/>
                    </a:cubicBezTo>
                    <a:cubicBezTo>
                      <a:pt x="2224" y="1397"/>
                      <a:pt x="2222" y="1401"/>
                      <a:pt x="2223" y="1403"/>
                    </a:cubicBezTo>
                    <a:cubicBezTo>
                      <a:pt x="2225" y="1405"/>
                      <a:pt x="2228" y="1404"/>
                      <a:pt x="2229" y="1406"/>
                    </a:cubicBezTo>
                    <a:cubicBezTo>
                      <a:pt x="2231" y="1408"/>
                      <a:pt x="2227" y="1410"/>
                      <a:pt x="2226" y="1411"/>
                    </a:cubicBezTo>
                    <a:cubicBezTo>
                      <a:pt x="2224" y="1412"/>
                      <a:pt x="2222" y="1413"/>
                      <a:pt x="2221" y="1415"/>
                    </a:cubicBezTo>
                    <a:cubicBezTo>
                      <a:pt x="2219" y="1420"/>
                      <a:pt x="2220" y="1426"/>
                      <a:pt x="2218" y="1431"/>
                    </a:cubicBezTo>
                    <a:cubicBezTo>
                      <a:pt x="2216" y="1436"/>
                      <a:pt x="2212" y="1441"/>
                      <a:pt x="2207" y="1443"/>
                    </a:cubicBezTo>
                    <a:cubicBezTo>
                      <a:pt x="2205" y="1444"/>
                      <a:pt x="2203" y="1443"/>
                      <a:pt x="2200" y="1443"/>
                    </a:cubicBezTo>
                    <a:cubicBezTo>
                      <a:pt x="2193" y="1443"/>
                      <a:pt x="2186" y="1446"/>
                      <a:pt x="2182" y="1452"/>
                    </a:cubicBezTo>
                    <a:cubicBezTo>
                      <a:pt x="2178" y="1455"/>
                      <a:pt x="2173" y="1466"/>
                      <a:pt x="2166" y="1462"/>
                    </a:cubicBezTo>
                    <a:cubicBezTo>
                      <a:pt x="2162" y="1460"/>
                      <a:pt x="2165" y="1453"/>
                      <a:pt x="2167" y="1451"/>
                    </a:cubicBezTo>
                    <a:cubicBezTo>
                      <a:pt x="2169" y="1447"/>
                      <a:pt x="2172" y="1445"/>
                      <a:pt x="2176" y="1443"/>
                    </a:cubicBezTo>
                    <a:cubicBezTo>
                      <a:pt x="2181" y="1439"/>
                      <a:pt x="2184" y="1435"/>
                      <a:pt x="2191" y="1433"/>
                    </a:cubicBezTo>
                    <a:cubicBezTo>
                      <a:pt x="2197" y="1432"/>
                      <a:pt x="2203" y="1429"/>
                      <a:pt x="2203" y="1422"/>
                    </a:cubicBezTo>
                    <a:cubicBezTo>
                      <a:pt x="2202" y="1417"/>
                      <a:pt x="2199" y="1414"/>
                      <a:pt x="2198" y="1410"/>
                    </a:cubicBezTo>
                    <a:cubicBezTo>
                      <a:pt x="2196" y="1405"/>
                      <a:pt x="2200" y="1401"/>
                      <a:pt x="2197" y="1397"/>
                    </a:cubicBezTo>
                    <a:cubicBezTo>
                      <a:pt x="2193" y="1391"/>
                      <a:pt x="2191" y="1388"/>
                      <a:pt x="2195" y="1382"/>
                    </a:cubicBezTo>
                    <a:cubicBezTo>
                      <a:pt x="2198" y="1378"/>
                      <a:pt x="2199" y="1372"/>
                      <a:pt x="2204" y="1370"/>
                    </a:cubicBezTo>
                    <a:cubicBezTo>
                      <a:pt x="2206" y="1369"/>
                      <a:pt x="2209" y="1369"/>
                      <a:pt x="2211" y="1368"/>
                    </a:cubicBezTo>
                    <a:cubicBezTo>
                      <a:pt x="2214" y="1367"/>
                      <a:pt x="2216" y="1364"/>
                      <a:pt x="2217" y="1362"/>
                    </a:cubicBezTo>
                    <a:cubicBezTo>
                      <a:pt x="2220" y="1357"/>
                      <a:pt x="2220" y="1352"/>
                      <a:pt x="2221" y="1347"/>
                    </a:cubicBezTo>
                    <a:cubicBezTo>
                      <a:pt x="2225" y="1336"/>
                      <a:pt x="2232" y="1325"/>
                      <a:pt x="2238" y="1315"/>
                    </a:cubicBezTo>
                    <a:cubicBezTo>
                      <a:pt x="2242" y="1310"/>
                      <a:pt x="2246" y="1303"/>
                      <a:pt x="2246" y="1296"/>
                    </a:cubicBezTo>
                    <a:cubicBezTo>
                      <a:pt x="2247" y="1292"/>
                      <a:pt x="2249" y="1284"/>
                      <a:pt x="2246" y="1281"/>
                    </a:cubicBezTo>
                    <a:cubicBezTo>
                      <a:pt x="2245" y="1279"/>
                      <a:pt x="2242" y="1278"/>
                      <a:pt x="2240" y="1277"/>
                    </a:cubicBezTo>
                    <a:cubicBezTo>
                      <a:pt x="2238" y="1275"/>
                      <a:pt x="2237" y="1272"/>
                      <a:pt x="2235" y="1270"/>
                    </a:cubicBezTo>
                    <a:cubicBezTo>
                      <a:pt x="2231" y="1263"/>
                      <a:pt x="2233" y="1253"/>
                      <a:pt x="2233" y="1246"/>
                    </a:cubicBezTo>
                    <a:cubicBezTo>
                      <a:pt x="2234" y="1238"/>
                      <a:pt x="2243" y="1237"/>
                      <a:pt x="2248" y="1233"/>
                    </a:cubicBezTo>
                    <a:cubicBezTo>
                      <a:pt x="2251" y="1231"/>
                      <a:pt x="2255" y="1229"/>
                      <a:pt x="2258" y="1229"/>
                    </a:cubicBezTo>
                    <a:cubicBezTo>
                      <a:pt x="2259" y="1230"/>
                      <a:pt x="2260" y="1231"/>
                      <a:pt x="2262" y="1232"/>
                    </a:cubicBezTo>
                    <a:cubicBezTo>
                      <a:pt x="2263" y="1233"/>
                      <a:pt x="2265" y="1233"/>
                      <a:pt x="2267" y="1234"/>
                    </a:cubicBezTo>
                    <a:cubicBezTo>
                      <a:pt x="2270" y="1235"/>
                      <a:pt x="2273" y="1236"/>
                      <a:pt x="2277" y="1236"/>
                    </a:cubicBezTo>
                    <a:cubicBezTo>
                      <a:pt x="2280" y="1236"/>
                      <a:pt x="2284" y="1235"/>
                      <a:pt x="2284" y="1232"/>
                    </a:cubicBezTo>
                    <a:cubicBezTo>
                      <a:pt x="2284" y="1229"/>
                      <a:pt x="2281" y="1226"/>
                      <a:pt x="2280" y="1223"/>
                    </a:cubicBezTo>
                    <a:cubicBezTo>
                      <a:pt x="2280" y="1220"/>
                      <a:pt x="2279" y="1218"/>
                      <a:pt x="2279" y="1215"/>
                    </a:cubicBezTo>
                    <a:cubicBezTo>
                      <a:pt x="2278" y="1212"/>
                      <a:pt x="2277" y="1206"/>
                      <a:pt x="2281" y="1205"/>
                    </a:cubicBezTo>
                    <a:cubicBezTo>
                      <a:pt x="2285" y="1205"/>
                      <a:pt x="2287" y="1211"/>
                      <a:pt x="2288" y="1213"/>
                    </a:cubicBezTo>
                    <a:cubicBezTo>
                      <a:pt x="2291" y="1217"/>
                      <a:pt x="2293" y="1217"/>
                      <a:pt x="2297" y="1217"/>
                    </a:cubicBezTo>
                    <a:cubicBezTo>
                      <a:pt x="2300" y="1217"/>
                      <a:pt x="2304" y="1216"/>
                      <a:pt x="2307" y="1217"/>
                    </a:cubicBezTo>
                    <a:cubicBezTo>
                      <a:pt x="2310" y="1218"/>
                      <a:pt x="2311" y="1221"/>
                      <a:pt x="2313" y="1222"/>
                    </a:cubicBezTo>
                    <a:cubicBezTo>
                      <a:pt x="2316" y="1224"/>
                      <a:pt x="2317" y="1221"/>
                      <a:pt x="2320" y="1220"/>
                    </a:cubicBezTo>
                    <a:cubicBezTo>
                      <a:pt x="2322" y="1220"/>
                      <a:pt x="2327" y="1220"/>
                      <a:pt x="2327" y="1218"/>
                    </a:cubicBezTo>
                    <a:cubicBezTo>
                      <a:pt x="2327" y="1215"/>
                      <a:pt x="2321" y="1215"/>
                      <a:pt x="2322" y="1211"/>
                    </a:cubicBezTo>
                    <a:cubicBezTo>
                      <a:pt x="2323" y="1208"/>
                      <a:pt x="2328" y="1208"/>
                      <a:pt x="2331" y="1207"/>
                    </a:cubicBezTo>
                    <a:cubicBezTo>
                      <a:pt x="2334" y="1206"/>
                      <a:pt x="2336" y="1203"/>
                      <a:pt x="2338" y="1200"/>
                    </a:cubicBezTo>
                    <a:cubicBezTo>
                      <a:pt x="2342" y="1197"/>
                      <a:pt x="2346" y="1197"/>
                      <a:pt x="2350" y="1196"/>
                    </a:cubicBezTo>
                    <a:cubicBezTo>
                      <a:pt x="2352" y="1196"/>
                      <a:pt x="2355" y="1196"/>
                      <a:pt x="2357" y="1197"/>
                    </a:cubicBezTo>
                    <a:cubicBezTo>
                      <a:pt x="2359" y="1198"/>
                      <a:pt x="2360" y="1201"/>
                      <a:pt x="2362" y="1202"/>
                    </a:cubicBezTo>
                    <a:cubicBezTo>
                      <a:pt x="2365" y="1206"/>
                      <a:pt x="2367" y="1208"/>
                      <a:pt x="2372" y="1207"/>
                    </a:cubicBezTo>
                    <a:cubicBezTo>
                      <a:pt x="2377" y="1207"/>
                      <a:pt x="2383" y="1205"/>
                      <a:pt x="2388" y="1205"/>
                    </a:cubicBezTo>
                    <a:cubicBezTo>
                      <a:pt x="2389" y="1205"/>
                      <a:pt x="2388" y="1206"/>
                      <a:pt x="2388" y="1206"/>
                    </a:cubicBezTo>
                    <a:cubicBezTo>
                      <a:pt x="2389" y="1206"/>
                      <a:pt x="2391" y="1206"/>
                      <a:pt x="2392" y="1206"/>
                    </a:cubicBezTo>
                    <a:cubicBezTo>
                      <a:pt x="2395" y="1205"/>
                      <a:pt x="2396" y="1205"/>
                      <a:pt x="2398" y="1204"/>
                    </a:cubicBezTo>
                    <a:cubicBezTo>
                      <a:pt x="2402" y="1203"/>
                      <a:pt x="2405" y="1203"/>
                      <a:pt x="2409" y="1203"/>
                    </a:cubicBezTo>
                    <a:cubicBezTo>
                      <a:pt x="2412" y="1203"/>
                      <a:pt x="2417" y="1205"/>
                      <a:pt x="2419" y="1203"/>
                    </a:cubicBezTo>
                    <a:cubicBezTo>
                      <a:pt x="2420" y="1201"/>
                      <a:pt x="2421" y="1199"/>
                      <a:pt x="2421" y="1197"/>
                    </a:cubicBezTo>
                    <a:cubicBezTo>
                      <a:pt x="2422" y="1196"/>
                      <a:pt x="2423" y="1195"/>
                      <a:pt x="2423" y="1193"/>
                    </a:cubicBezTo>
                    <a:cubicBezTo>
                      <a:pt x="2424" y="1192"/>
                      <a:pt x="2424" y="1190"/>
                      <a:pt x="2425" y="1189"/>
                    </a:cubicBezTo>
                    <a:cubicBezTo>
                      <a:pt x="2427" y="1188"/>
                      <a:pt x="2429" y="1189"/>
                      <a:pt x="2430" y="1189"/>
                    </a:cubicBezTo>
                    <a:cubicBezTo>
                      <a:pt x="2434" y="1188"/>
                      <a:pt x="2431" y="1184"/>
                      <a:pt x="2435" y="1183"/>
                    </a:cubicBezTo>
                    <a:cubicBezTo>
                      <a:pt x="2439" y="1182"/>
                      <a:pt x="2441" y="1183"/>
                      <a:pt x="2445" y="1180"/>
                    </a:cubicBezTo>
                    <a:cubicBezTo>
                      <a:pt x="2448" y="1177"/>
                      <a:pt x="2448" y="1175"/>
                      <a:pt x="2449" y="1171"/>
                    </a:cubicBezTo>
                    <a:cubicBezTo>
                      <a:pt x="2450" y="1167"/>
                      <a:pt x="2451" y="1164"/>
                      <a:pt x="2451" y="1160"/>
                    </a:cubicBezTo>
                    <a:cubicBezTo>
                      <a:pt x="2451" y="1158"/>
                      <a:pt x="2451" y="1151"/>
                      <a:pt x="2452" y="1150"/>
                    </a:cubicBezTo>
                    <a:cubicBezTo>
                      <a:pt x="2455" y="1149"/>
                      <a:pt x="2462" y="1157"/>
                      <a:pt x="2463" y="1159"/>
                    </a:cubicBezTo>
                    <a:cubicBezTo>
                      <a:pt x="2464" y="1161"/>
                      <a:pt x="2464" y="1162"/>
                      <a:pt x="2465" y="1163"/>
                    </a:cubicBezTo>
                    <a:cubicBezTo>
                      <a:pt x="2467" y="1167"/>
                      <a:pt x="2472" y="1164"/>
                      <a:pt x="2473" y="1161"/>
                    </a:cubicBezTo>
                    <a:cubicBezTo>
                      <a:pt x="2475" y="1157"/>
                      <a:pt x="2475" y="1156"/>
                      <a:pt x="2479" y="1154"/>
                    </a:cubicBezTo>
                    <a:cubicBezTo>
                      <a:pt x="2481" y="1153"/>
                      <a:pt x="2484" y="1150"/>
                      <a:pt x="2487" y="1152"/>
                    </a:cubicBezTo>
                    <a:cubicBezTo>
                      <a:pt x="2490" y="1154"/>
                      <a:pt x="2486" y="1158"/>
                      <a:pt x="2484" y="1160"/>
                    </a:cubicBezTo>
                    <a:cubicBezTo>
                      <a:pt x="2482" y="1162"/>
                      <a:pt x="2481" y="1165"/>
                      <a:pt x="2480" y="1168"/>
                    </a:cubicBezTo>
                    <a:cubicBezTo>
                      <a:pt x="2479" y="1175"/>
                      <a:pt x="2483" y="1182"/>
                      <a:pt x="2489" y="1184"/>
                    </a:cubicBezTo>
                    <a:cubicBezTo>
                      <a:pt x="2492" y="1185"/>
                      <a:pt x="2497" y="1185"/>
                      <a:pt x="2496" y="118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2" name="Freeform 2615">
                <a:extLst>
                  <a:ext uri="{FF2B5EF4-FFF2-40B4-BE49-F238E27FC236}">
                    <a16:creationId xmlns:a16="http://schemas.microsoft.com/office/drawing/2014/main" id="{79BFD752-7D4E-4403-96B2-D0C3E8592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301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3" name="Line 2616">
                <a:extLst>
                  <a:ext uri="{FF2B5EF4-FFF2-40B4-BE49-F238E27FC236}">
                    <a16:creationId xmlns:a16="http://schemas.microsoft.com/office/drawing/2014/main" id="{6956B0DD-438F-46CA-8369-B63B262295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82" y="3011"/>
                <a:ext cx="3" cy="0"/>
              </a:xfrm>
              <a:prstGeom prst="line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4" name="Freeform 2617">
                <a:extLst>
                  <a:ext uri="{FF2B5EF4-FFF2-40B4-BE49-F238E27FC236}">
                    <a16:creationId xmlns:a16="http://schemas.microsoft.com/office/drawing/2014/main" id="{9DDEDE9D-D629-4A9D-825D-93C16027E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426"/>
                <a:ext cx="151" cy="156"/>
              </a:xfrm>
              <a:custGeom>
                <a:avLst/>
                <a:gdLst>
                  <a:gd name="T0" fmla="*/ 139 w 151"/>
                  <a:gd name="T1" fmla="*/ 93 h 156"/>
                  <a:gd name="T2" fmla="*/ 132 w 151"/>
                  <a:gd name="T3" fmla="*/ 96 h 156"/>
                  <a:gd name="T4" fmla="*/ 141 w 151"/>
                  <a:gd name="T5" fmla="*/ 107 h 156"/>
                  <a:gd name="T6" fmla="*/ 136 w 151"/>
                  <a:gd name="T7" fmla="*/ 107 h 156"/>
                  <a:gd name="T8" fmla="*/ 132 w 151"/>
                  <a:gd name="T9" fmla="*/ 104 h 156"/>
                  <a:gd name="T10" fmla="*/ 114 w 151"/>
                  <a:gd name="T11" fmla="*/ 115 h 156"/>
                  <a:gd name="T12" fmla="*/ 113 w 151"/>
                  <a:gd name="T13" fmla="*/ 123 h 156"/>
                  <a:gd name="T14" fmla="*/ 97 w 151"/>
                  <a:gd name="T15" fmla="*/ 113 h 156"/>
                  <a:gd name="T16" fmla="*/ 70 w 151"/>
                  <a:gd name="T17" fmla="*/ 126 h 156"/>
                  <a:gd name="T18" fmla="*/ 66 w 151"/>
                  <a:gd name="T19" fmla="*/ 139 h 156"/>
                  <a:gd name="T20" fmla="*/ 70 w 151"/>
                  <a:gd name="T21" fmla="*/ 145 h 156"/>
                  <a:gd name="T22" fmla="*/ 60 w 151"/>
                  <a:gd name="T23" fmla="*/ 154 h 156"/>
                  <a:gd name="T24" fmla="*/ 57 w 151"/>
                  <a:gd name="T25" fmla="*/ 154 h 156"/>
                  <a:gd name="T26" fmla="*/ 56 w 151"/>
                  <a:gd name="T27" fmla="*/ 155 h 156"/>
                  <a:gd name="T28" fmla="*/ 52 w 151"/>
                  <a:gd name="T29" fmla="*/ 156 h 156"/>
                  <a:gd name="T30" fmla="*/ 52 w 151"/>
                  <a:gd name="T31" fmla="*/ 152 h 156"/>
                  <a:gd name="T32" fmla="*/ 56 w 151"/>
                  <a:gd name="T33" fmla="*/ 141 h 156"/>
                  <a:gd name="T34" fmla="*/ 49 w 151"/>
                  <a:gd name="T35" fmla="*/ 113 h 156"/>
                  <a:gd name="T36" fmla="*/ 26 w 151"/>
                  <a:gd name="T37" fmla="*/ 103 h 156"/>
                  <a:gd name="T38" fmla="*/ 23 w 151"/>
                  <a:gd name="T39" fmla="*/ 88 h 156"/>
                  <a:gd name="T40" fmla="*/ 7 w 151"/>
                  <a:gd name="T41" fmla="*/ 79 h 156"/>
                  <a:gd name="T42" fmla="*/ 9 w 151"/>
                  <a:gd name="T43" fmla="*/ 68 h 156"/>
                  <a:gd name="T44" fmla="*/ 0 w 151"/>
                  <a:gd name="T45" fmla="*/ 61 h 156"/>
                  <a:gd name="T46" fmla="*/ 5 w 151"/>
                  <a:gd name="T47" fmla="*/ 57 h 156"/>
                  <a:gd name="T48" fmla="*/ 24 w 151"/>
                  <a:gd name="T49" fmla="*/ 58 h 156"/>
                  <a:gd name="T50" fmla="*/ 30 w 151"/>
                  <a:gd name="T51" fmla="*/ 51 h 156"/>
                  <a:gd name="T52" fmla="*/ 30 w 151"/>
                  <a:gd name="T53" fmla="*/ 49 h 156"/>
                  <a:gd name="T54" fmla="*/ 47 w 151"/>
                  <a:gd name="T55" fmla="*/ 45 h 156"/>
                  <a:gd name="T56" fmla="*/ 49 w 151"/>
                  <a:gd name="T57" fmla="*/ 34 h 156"/>
                  <a:gd name="T58" fmla="*/ 58 w 151"/>
                  <a:gd name="T59" fmla="*/ 27 h 156"/>
                  <a:gd name="T60" fmla="*/ 58 w 151"/>
                  <a:gd name="T61" fmla="*/ 16 h 156"/>
                  <a:gd name="T62" fmla="*/ 52 w 151"/>
                  <a:gd name="T63" fmla="*/ 14 h 156"/>
                  <a:gd name="T64" fmla="*/ 53 w 151"/>
                  <a:gd name="T65" fmla="*/ 7 h 156"/>
                  <a:gd name="T66" fmla="*/ 69 w 151"/>
                  <a:gd name="T67" fmla="*/ 0 h 156"/>
                  <a:gd name="T68" fmla="*/ 75 w 151"/>
                  <a:gd name="T69" fmla="*/ 7 h 156"/>
                  <a:gd name="T70" fmla="*/ 76 w 151"/>
                  <a:gd name="T71" fmla="*/ 14 h 156"/>
                  <a:gd name="T72" fmla="*/ 99 w 151"/>
                  <a:gd name="T73" fmla="*/ 21 h 156"/>
                  <a:gd name="T74" fmla="*/ 105 w 151"/>
                  <a:gd name="T75" fmla="*/ 27 h 156"/>
                  <a:gd name="T76" fmla="*/ 106 w 151"/>
                  <a:gd name="T77" fmla="*/ 34 h 156"/>
                  <a:gd name="T78" fmla="*/ 121 w 151"/>
                  <a:gd name="T79" fmla="*/ 44 h 156"/>
                  <a:gd name="T80" fmla="*/ 116 w 151"/>
                  <a:gd name="T81" fmla="*/ 56 h 156"/>
                  <a:gd name="T82" fmla="*/ 132 w 151"/>
                  <a:gd name="T83" fmla="*/ 53 h 156"/>
                  <a:gd name="T84" fmla="*/ 151 w 151"/>
                  <a:gd name="T85" fmla="*/ 64 h 156"/>
                  <a:gd name="T86" fmla="*/ 142 w 151"/>
                  <a:gd name="T87" fmla="*/ 81 h 156"/>
                  <a:gd name="T88" fmla="*/ 139 w 151"/>
                  <a:gd name="T89" fmla="*/ 93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1" h="156">
                    <a:moveTo>
                      <a:pt x="139" y="93"/>
                    </a:moveTo>
                    <a:lnTo>
                      <a:pt x="132" y="96"/>
                    </a:lnTo>
                    <a:lnTo>
                      <a:pt x="141" y="107"/>
                    </a:lnTo>
                    <a:lnTo>
                      <a:pt x="136" y="107"/>
                    </a:lnTo>
                    <a:lnTo>
                      <a:pt x="132" y="104"/>
                    </a:lnTo>
                    <a:lnTo>
                      <a:pt x="114" y="115"/>
                    </a:lnTo>
                    <a:lnTo>
                      <a:pt x="113" y="123"/>
                    </a:lnTo>
                    <a:lnTo>
                      <a:pt x="97" y="113"/>
                    </a:lnTo>
                    <a:lnTo>
                      <a:pt x="70" y="126"/>
                    </a:lnTo>
                    <a:lnTo>
                      <a:pt x="66" y="139"/>
                    </a:lnTo>
                    <a:lnTo>
                      <a:pt x="70" y="145"/>
                    </a:lnTo>
                    <a:lnTo>
                      <a:pt x="60" y="154"/>
                    </a:lnTo>
                    <a:lnTo>
                      <a:pt x="57" y="154"/>
                    </a:lnTo>
                    <a:lnTo>
                      <a:pt x="56" y="155"/>
                    </a:lnTo>
                    <a:lnTo>
                      <a:pt x="52" y="156"/>
                    </a:lnTo>
                    <a:lnTo>
                      <a:pt x="52" y="152"/>
                    </a:lnTo>
                    <a:lnTo>
                      <a:pt x="56" y="141"/>
                    </a:lnTo>
                    <a:lnTo>
                      <a:pt x="49" y="113"/>
                    </a:lnTo>
                    <a:lnTo>
                      <a:pt x="26" y="103"/>
                    </a:lnTo>
                    <a:lnTo>
                      <a:pt x="23" y="88"/>
                    </a:lnTo>
                    <a:lnTo>
                      <a:pt x="7" y="79"/>
                    </a:lnTo>
                    <a:lnTo>
                      <a:pt x="9" y="68"/>
                    </a:lnTo>
                    <a:lnTo>
                      <a:pt x="0" y="61"/>
                    </a:lnTo>
                    <a:lnTo>
                      <a:pt x="5" y="57"/>
                    </a:lnTo>
                    <a:lnTo>
                      <a:pt x="24" y="58"/>
                    </a:lnTo>
                    <a:lnTo>
                      <a:pt x="30" y="51"/>
                    </a:lnTo>
                    <a:lnTo>
                      <a:pt x="30" y="49"/>
                    </a:lnTo>
                    <a:lnTo>
                      <a:pt x="47" y="45"/>
                    </a:lnTo>
                    <a:lnTo>
                      <a:pt x="49" y="34"/>
                    </a:lnTo>
                    <a:lnTo>
                      <a:pt x="58" y="27"/>
                    </a:lnTo>
                    <a:lnTo>
                      <a:pt x="58" y="16"/>
                    </a:lnTo>
                    <a:lnTo>
                      <a:pt x="52" y="14"/>
                    </a:lnTo>
                    <a:lnTo>
                      <a:pt x="53" y="7"/>
                    </a:lnTo>
                    <a:lnTo>
                      <a:pt x="69" y="0"/>
                    </a:lnTo>
                    <a:lnTo>
                      <a:pt x="75" y="7"/>
                    </a:lnTo>
                    <a:lnTo>
                      <a:pt x="76" y="14"/>
                    </a:lnTo>
                    <a:lnTo>
                      <a:pt x="99" y="21"/>
                    </a:lnTo>
                    <a:lnTo>
                      <a:pt x="105" y="27"/>
                    </a:lnTo>
                    <a:lnTo>
                      <a:pt x="106" y="34"/>
                    </a:lnTo>
                    <a:lnTo>
                      <a:pt x="121" y="44"/>
                    </a:lnTo>
                    <a:lnTo>
                      <a:pt x="116" y="56"/>
                    </a:lnTo>
                    <a:lnTo>
                      <a:pt x="132" y="53"/>
                    </a:lnTo>
                    <a:lnTo>
                      <a:pt x="151" y="64"/>
                    </a:lnTo>
                    <a:lnTo>
                      <a:pt x="142" y="81"/>
                    </a:lnTo>
                    <a:lnTo>
                      <a:pt x="139" y="9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5" name="Freeform 2618">
                <a:extLst>
                  <a:ext uri="{FF2B5EF4-FFF2-40B4-BE49-F238E27FC236}">
                    <a16:creationId xmlns:a16="http://schemas.microsoft.com/office/drawing/2014/main" id="{714AD1DB-3906-4A7E-BA6B-BFA794E40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3516"/>
                <a:ext cx="219" cy="164"/>
              </a:xfrm>
              <a:custGeom>
                <a:avLst/>
                <a:gdLst>
                  <a:gd name="T0" fmla="*/ 528 w 539"/>
                  <a:gd name="T1" fmla="*/ 256 h 401"/>
                  <a:gd name="T2" fmla="*/ 516 w 539"/>
                  <a:gd name="T3" fmla="*/ 260 h 401"/>
                  <a:gd name="T4" fmla="*/ 494 w 539"/>
                  <a:gd name="T5" fmla="*/ 257 h 401"/>
                  <a:gd name="T6" fmla="*/ 485 w 539"/>
                  <a:gd name="T7" fmla="*/ 265 h 401"/>
                  <a:gd name="T8" fmla="*/ 482 w 539"/>
                  <a:gd name="T9" fmla="*/ 276 h 401"/>
                  <a:gd name="T10" fmla="*/ 486 w 539"/>
                  <a:gd name="T11" fmla="*/ 297 h 401"/>
                  <a:gd name="T12" fmla="*/ 459 w 539"/>
                  <a:gd name="T13" fmla="*/ 299 h 401"/>
                  <a:gd name="T14" fmla="*/ 450 w 539"/>
                  <a:gd name="T15" fmla="*/ 316 h 401"/>
                  <a:gd name="T16" fmla="*/ 418 w 539"/>
                  <a:gd name="T17" fmla="*/ 323 h 401"/>
                  <a:gd name="T18" fmla="*/ 390 w 539"/>
                  <a:gd name="T19" fmla="*/ 317 h 401"/>
                  <a:gd name="T20" fmla="*/ 360 w 539"/>
                  <a:gd name="T21" fmla="*/ 308 h 401"/>
                  <a:gd name="T22" fmla="*/ 344 w 539"/>
                  <a:gd name="T23" fmla="*/ 321 h 401"/>
                  <a:gd name="T24" fmla="*/ 329 w 539"/>
                  <a:gd name="T25" fmla="*/ 319 h 401"/>
                  <a:gd name="T26" fmla="*/ 314 w 539"/>
                  <a:gd name="T27" fmla="*/ 326 h 401"/>
                  <a:gd name="T28" fmla="*/ 304 w 539"/>
                  <a:gd name="T29" fmla="*/ 333 h 401"/>
                  <a:gd name="T30" fmla="*/ 281 w 539"/>
                  <a:gd name="T31" fmla="*/ 366 h 401"/>
                  <a:gd name="T32" fmla="*/ 276 w 539"/>
                  <a:gd name="T33" fmla="*/ 376 h 401"/>
                  <a:gd name="T34" fmla="*/ 262 w 539"/>
                  <a:gd name="T35" fmla="*/ 372 h 401"/>
                  <a:gd name="T36" fmla="*/ 230 w 539"/>
                  <a:gd name="T37" fmla="*/ 391 h 401"/>
                  <a:gd name="T38" fmla="*/ 197 w 539"/>
                  <a:gd name="T39" fmla="*/ 385 h 401"/>
                  <a:gd name="T40" fmla="*/ 164 w 539"/>
                  <a:gd name="T41" fmla="*/ 399 h 401"/>
                  <a:gd name="T42" fmla="*/ 149 w 539"/>
                  <a:gd name="T43" fmla="*/ 401 h 401"/>
                  <a:gd name="T44" fmla="*/ 142 w 539"/>
                  <a:gd name="T45" fmla="*/ 400 h 401"/>
                  <a:gd name="T46" fmla="*/ 138 w 539"/>
                  <a:gd name="T47" fmla="*/ 386 h 401"/>
                  <a:gd name="T48" fmla="*/ 136 w 539"/>
                  <a:gd name="T49" fmla="*/ 382 h 401"/>
                  <a:gd name="T50" fmla="*/ 131 w 539"/>
                  <a:gd name="T51" fmla="*/ 373 h 401"/>
                  <a:gd name="T52" fmla="*/ 105 w 539"/>
                  <a:gd name="T53" fmla="*/ 381 h 401"/>
                  <a:gd name="T54" fmla="*/ 115 w 539"/>
                  <a:gd name="T55" fmla="*/ 395 h 401"/>
                  <a:gd name="T56" fmla="*/ 110 w 539"/>
                  <a:gd name="T57" fmla="*/ 399 h 401"/>
                  <a:gd name="T58" fmla="*/ 64 w 539"/>
                  <a:gd name="T59" fmla="*/ 390 h 401"/>
                  <a:gd name="T60" fmla="*/ 74 w 539"/>
                  <a:gd name="T61" fmla="*/ 364 h 401"/>
                  <a:gd name="T62" fmla="*/ 71 w 539"/>
                  <a:gd name="T63" fmla="*/ 348 h 401"/>
                  <a:gd name="T64" fmla="*/ 45 w 539"/>
                  <a:gd name="T65" fmla="*/ 332 h 401"/>
                  <a:gd name="T66" fmla="*/ 41 w 539"/>
                  <a:gd name="T67" fmla="*/ 348 h 401"/>
                  <a:gd name="T68" fmla="*/ 5 w 539"/>
                  <a:gd name="T69" fmla="*/ 301 h 401"/>
                  <a:gd name="T70" fmla="*/ 16 w 539"/>
                  <a:gd name="T71" fmla="*/ 267 h 401"/>
                  <a:gd name="T72" fmla="*/ 16 w 539"/>
                  <a:gd name="T73" fmla="*/ 204 h 401"/>
                  <a:gd name="T74" fmla="*/ 27 w 539"/>
                  <a:gd name="T75" fmla="*/ 159 h 401"/>
                  <a:gd name="T76" fmla="*/ 36 w 539"/>
                  <a:gd name="T77" fmla="*/ 156 h 401"/>
                  <a:gd name="T78" fmla="*/ 51 w 539"/>
                  <a:gd name="T79" fmla="*/ 120 h 401"/>
                  <a:gd name="T80" fmla="*/ 128 w 539"/>
                  <a:gd name="T81" fmla="*/ 56 h 401"/>
                  <a:gd name="T82" fmla="*/ 169 w 539"/>
                  <a:gd name="T83" fmla="*/ 61 h 401"/>
                  <a:gd name="T84" fmla="*/ 224 w 539"/>
                  <a:gd name="T85" fmla="*/ 40 h 401"/>
                  <a:gd name="T86" fmla="*/ 236 w 539"/>
                  <a:gd name="T87" fmla="*/ 40 h 401"/>
                  <a:gd name="T88" fmla="*/ 256 w 539"/>
                  <a:gd name="T89" fmla="*/ 21 h 401"/>
                  <a:gd name="T90" fmla="*/ 309 w 539"/>
                  <a:gd name="T91" fmla="*/ 23 h 401"/>
                  <a:gd name="T92" fmla="*/ 402 w 539"/>
                  <a:gd name="T93" fmla="*/ 12 h 401"/>
                  <a:gd name="T94" fmla="*/ 511 w 539"/>
                  <a:gd name="T95" fmla="*/ 86 h 401"/>
                  <a:gd name="T96" fmla="*/ 539 w 539"/>
                  <a:gd name="T97" fmla="*/ 157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39" h="401">
                    <a:moveTo>
                      <a:pt x="525" y="178"/>
                    </a:moveTo>
                    <a:cubicBezTo>
                      <a:pt x="528" y="256"/>
                      <a:pt x="528" y="256"/>
                      <a:pt x="528" y="256"/>
                    </a:cubicBezTo>
                    <a:cubicBezTo>
                      <a:pt x="519" y="257"/>
                      <a:pt x="519" y="257"/>
                      <a:pt x="519" y="257"/>
                    </a:cubicBezTo>
                    <a:cubicBezTo>
                      <a:pt x="516" y="260"/>
                      <a:pt x="516" y="260"/>
                      <a:pt x="516" y="260"/>
                    </a:cubicBezTo>
                    <a:cubicBezTo>
                      <a:pt x="499" y="259"/>
                      <a:pt x="499" y="259"/>
                      <a:pt x="499" y="259"/>
                    </a:cubicBezTo>
                    <a:cubicBezTo>
                      <a:pt x="494" y="257"/>
                      <a:pt x="494" y="257"/>
                      <a:pt x="494" y="257"/>
                    </a:cubicBezTo>
                    <a:cubicBezTo>
                      <a:pt x="490" y="260"/>
                      <a:pt x="490" y="260"/>
                      <a:pt x="490" y="260"/>
                    </a:cubicBezTo>
                    <a:cubicBezTo>
                      <a:pt x="485" y="265"/>
                      <a:pt x="485" y="265"/>
                      <a:pt x="485" y="265"/>
                    </a:cubicBezTo>
                    <a:cubicBezTo>
                      <a:pt x="485" y="273"/>
                      <a:pt x="485" y="273"/>
                      <a:pt x="485" y="273"/>
                    </a:cubicBezTo>
                    <a:cubicBezTo>
                      <a:pt x="482" y="276"/>
                      <a:pt x="482" y="276"/>
                      <a:pt x="482" y="276"/>
                    </a:cubicBezTo>
                    <a:cubicBezTo>
                      <a:pt x="491" y="285"/>
                      <a:pt x="491" y="285"/>
                      <a:pt x="491" y="285"/>
                    </a:cubicBezTo>
                    <a:cubicBezTo>
                      <a:pt x="486" y="297"/>
                      <a:pt x="486" y="297"/>
                      <a:pt x="486" y="297"/>
                    </a:cubicBezTo>
                    <a:cubicBezTo>
                      <a:pt x="473" y="311"/>
                      <a:pt x="473" y="311"/>
                      <a:pt x="473" y="311"/>
                    </a:cubicBezTo>
                    <a:cubicBezTo>
                      <a:pt x="459" y="299"/>
                      <a:pt x="459" y="299"/>
                      <a:pt x="459" y="299"/>
                    </a:cubicBezTo>
                    <a:cubicBezTo>
                      <a:pt x="459" y="309"/>
                      <a:pt x="459" y="309"/>
                      <a:pt x="459" y="309"/>
                    </a:cubicBezTo>
                    <a:cubicBezTo>
                      <a:pt x="450" y="316"/>
                      <a:pt x="450" y="316"/>
                      <a:pt x="450" y="316"/>
                    </a:cubicBezTo>
                    <a:cubicBezTo>
                      <a:pt x="428" y="316"/>
                      <a:pt x="428" y="316"/>
                      <a:pt x="428" y="316"/>
                    </a:cubicBezTo>
                    <a:cubicBezTo>
                      <a:pt x="418" y="323"/>
                      <a:pt x="418" y="323"/>
                      <a:pt x="418" y="323"/>
                    </a:cubicBezTo>
                    <a:cubicBezTo>
                      <a:pt x="412" y="319"/>
                      <a:pt x="412" y="319"/>
                      <a:pt x="412" y="319"/>
                    </a:cubicBezTo>
                    <a:cubicBezTo>
                      <a:pt x="390" y="317"/>
                      <a:pt x="390" y="317"/>
                      <a:pt x="390" y="317"/>
                    </a:cubicBezTo>
                    <a:cubicBezTo>
                      <a:pt x="379" y="308"/>
                      <a:pt x="379" y="308"/>
                      <a:pt x="379" y="308"/>
                    </a:cubicBezTo>
                    <a:cubicBezTo>
                      <a:pt x="360" y="308"/>
                      <a:pt x="360" y="308"/>
                      <a:pt x="360" y="308"/>
                    </a:cubicBezTo>
                    <a:cubicBezTo>
                      <a:pt x="360" y="308"/>
                      <a:pt x="350" y="321"/>
                      <a:pt x="350" y="321"/>
                    </a:cubicBezTo>
                    <a:cubicBezTo>
                      <a:pt x="349" y="321"/>
                      <a:pt x="344" y="321"/>
                      <a:pt x="344" y="321"/>
                    </a:cubicBezTo>
                    <a:cubicBezTo>
                      <a:pt x="335" y="311"/>
                      <a:pt x="335" y="311"/>
                      <a:pt x="335" y="311"/>
                    </a:cubicBezTo>
                    <a:cubicBezTo>
                      <a:pt x="329" y="319"/>
                      <a:pt x="329" y="319"/>
                      <a:pt x="329" y="319"/>
                    </a:cubicBezTo>
                    <a:cubicBezTo>
                      <a:pt x="318" y="320"/>
                      <a:pt x="318" y="320"/>
                      <a:pt x="318" y="320"/>
                    </a:cubicBezTo>
                    <a:cubicBezTo>
                      <a:pt x="314" y="326"/>
                      <a:pt x="314" y="326"/>
                      <a:pt x="314" y="326"/>
                    </a:cubicBezTo>
                    <a:cubicBezTo>
                      <a:pt x="309" y="326"/>
                      <a:pt x="309" y="326"/>
                      <a:pt x="309" y="326"/>
                    </a:cubicBezTo>
                    <a:cubicBezTo>
                      <a:pt x="304" y="333"/>
                      <a:pt x="304" y="333"/>
                      <a:pt x="304" y="333"/>
                    </a:cubicBezTo>
                    <a:cubicBezTo>
                      <a:pt x="302" y="344"/>
                      <a:pt x="302" y="344"/>
                      <a:pt x="302" y="344"/>
                    </a:cubicBezTo>
                    <a:cubicBezTo>
                      <a:pt x="281" y="366"/>
                      <a:pt x="281" y="366"/>
                      <a:pt x="281" y="366"/>
                    </a:cubicBezTo>
                    <a:cubicBezTo>
                      <a:pt x="280" y="373"/>
                      <a:pt x="280" y="373"/>
                      <a:pt x="280" y="373"/>
                    </a:cubicBezTo>
                    <a:cubicBezTo>
                      <a:pt x="276" y="376"/>
                      <a:pt x="276" y="376"/>
                      <a:pt x="276" y="376"/>
                    </a:cubicBezTo>
                    <a:cubicBezTo>
                      <a:pt x="264" y="376"/>
                      <a:pt x="264" y="376"/>
                      <a:pt x="264" y="376"/>
                    </a:cubicBezTo>
                    <a:cubicBezTo>
                      <a:pt x="262" y="372"/>
                      <a:pt x="262" y="372"/>
                      <a:pt x="262" y="372"/>
                    </a:cubicBezTo>
                    <a:cubicBezTo>
                      <a:pt x="241" y="392"/>
                      <a:pt x="241" y="392"/>
                      <a:pt x="241" y="392"/>
                    </a:cubicBezTo>
                    <a:cubicBezTo>
                      <a:pt x="230" y="391"/>
                      <a:pt x="230" y="391"/>
                      <a:pt x="230" y="391"/>
                    </a:cubicBezTo>
                    <a:cubicBezTo>
                      <a:pt x="223" y="383"/>
                      <a:pt x="223" y="383"/>
                      <a:pt x="223" y="383"/>
                    </a:cubicBezTo>
                    <a:cubicBezTo>
                      <a:pt x="197" y="385"/>
                      <a:pt x="197" y="385"/>
                      <a:pt x="197" y="385"/>
                    </a:cubicBezTo>
                    <a:cubicBezTo>
                      <a:pt x="187" y="396"/>
                      <a:pt x="187" y="396"/>
                      <a:pt x="187" y="396"/>
                    </a:cubicBezTo>
                    <a:cubicBezTo>
                      <a:pt x="164" y="399"/>
                      <a:pt x="164" y="399"/>
                      <a:pt x="164" y="399"/>
                    </a:cubicBezTo>
                    <a:cubicBezTo>
                      <a:pt x="159" y="391"/>
                      <a:pt x="159" y="391"/>
                      <a:pt x="159" y="391"/>
                    </a:cubicBezTo>
                    <a:cubicBezTo>
                      <a:pt x="149" y="401"/>
                      <a:pt x="149" y="401"/>
                      <a:pt x="149" y="401"/>
                    </a:cubicBezTo>
                    <a:cubicBezTo>
                      <a:pt x="142" y="400"/>
                      <a:pt x="142" y="400"/>
                      <a:pt x="142" y="400"/>
                    </a:cubicBezTo>
                    <a:cubicBezTo>
                      <a:pt x="142" y="400"/>
                      <a:pt x="142" y="400"/>
                      <a:pt x="142" y="400"/>
                    </a:cubicBezTo>
                    <a:cubicBezTo>
                      <a:pt x="143" y="397"/>
                      <a:pt x="143" y="392"/>
                      <a:pt x="142" y="390"/>
                    </a:cubicBezTo>
                    <a:cubicBezTo>
                      <a:pt x="141" y="388"/>
                      <a:pt x="140" y="387"/>
                      <a:pt x="138" y="386"/>
                    </a:cubicBezTo>
                    <a:cubicBezTo>
                      <a:pt x="138" y="385"/>
                      <a:pt x="137" y="384"/>
                      <a:pt x="137" y="383"/>
                    </a:cubicBezTo>
                    <a:cubicBezTo>
                      <a:pt x="137" y="383"/>
                      <a:pt x="137" y="382"/>
                      <a:pt x="136" y="382"/>
                    </a:cubicBezTo>
                    <a:cubicBezTo>
                      <a:pt x="136" y="382"/>
                      <a:pt x="135" y="380"/>
                      <a:pt x="134" y="379"/>
                    </a:cubicBezTo>
                    <a:cubicBezTo>
                      <a:pt x="133" y="377"/>
                      <a:pt x="132" y="375"/>
                      <a:pt x="131" y="373"/>
                    </a:cubicBezTo>
                    <a:cubicBezTo>
                      <a:pt x="128" y="369"/>
                      <a:pt x="122" y="367"/>
                      <a:pt x="117" y="368"/>
                    </a:cubicBezTo>
                    <a:cubicBezTo>
                      <a:pt x="110" y="368"/>
                      <a:pt x="106" y="374"/>
                      <a:pt x="105" y="381"/>
                    </a:cubicBezTo>
                    <a:cubicBezTo>
                      <a:pt x="103" y="389"/>
                      <a:pt x="111" y="390"/>
                      <a:pt x="118" y="389"/>
                    </a:cubicBezTo>
                    <a:cubicBezTo>
                      <a:pt x="118" y="391"/>
                      <a:pt x="117" y="394"/>
                      <a:pt x="115" y="395"/>
                    </a:cubicBezTo>
                    <a:cubicBezTo>
                      <a:pt x="112" y="396"/>
                      <a:pt x="111" y="395"/>
                      <a:pt x="110" y="399"/>
                    </a:cubicBezTo>
                    <a:cubicBezTo>
                      <a:pt x="110" y="399"/>
                      <a:pt x="110" y="399"/>
                      <a:pt x="110" y="399"/>
                    </a:cubicBezTo>
                    <a:cubicBezTo>
                      <a:pt x="67" y="398"/>
                      <a:pt x="67" y="398"/>
                      <a:pt x="67" y="398"/>
                    </a:cubicBezTo>
                    <a:cubicBezTo>
                      <a:pt x="64" y="390"/>
                      <a:pt x="64" y="390"/>
                      <a:pt x="64" y="390"/>
                    </a:cubicBezTo>
                    <a:cubicBezTo>
                      <a:pt x="68" y="387"/>
                      <a:pt x="69" y="382"/>
                      <a:pt x="71" y="378"/>
                    </a:cubicBezTo>
                    <a:cubicBezTo>
                      <a:pt x="73" y="373"/>
                      <a:pt x="74" y="369"/>
                      <a:pt x="74" y="364"/>
                    </a:cubicBezTo>
                    <a:cubicBezTo>
                      <a:pt x="74" y="361"/>
                      <a:pt x="75" y="359"/>
                      <a:pt x="75" y="356"/>
                    </a:cubicBezTo>
                    <a:cubicBezTo>
                      <a:pt x="74" y="354"/>
                      <a:pt x="72" y="351"/>
                      <a:pt x="71" y="348"/>
                    </a:cubicBezTo>
                    <a:cubicBezTo>
                      <a:pt x="67" y="343"/>
                      <a:pt x="64" y="338"/>
                      <a:pt x="59" y="334"/>
                    </a:cubicBezTo>
                    <a:cubicBezTo>
                      <a:pt x="55" y="331"/>
                      <a:pt x="49" y="331"/>
                      <a:pt x="45" y="332"/>
                    </a:cubicBezTo>
                    <a:cubicBezTo>
                      <a:pt x="38" y="334"/>
                      <a:pt x="41" y="340"/>
                      <a:pt x="41" y="345"/>
                    </a:cubicBezTo>
                    <a:cubicBezTo>
                      <a:pt x="41" y="346"/>
                      <a:pt x="41" y="347"/>
                      <a:pt x="41" y="348"/>
                    </a:cubicBezTo>
                    <a:cubicBezTo>
                      <a:pt x="24" y="346"/>
                      <a:pt x="24" y="346"/>
                      <a:pt x="24" y="346"/>
                    </a:cubicBezTo>
                    <a:cubicBezTo>
                      <a:pt x="5" y="301"/>
                      <a:pt x="5" y="301"/>
                      <a:pt x="5" y="301"/>
                    </a:cubicBezTo>
                    <a:cubicBezTo>
                      <a:pt x="2" y="286"/>
                      <a:pt x="2" y="286"/>
                      <a:pt x="2" y="286"/>
                    </a:cubicBezTo>
                    <a:cubicBezTo>
                      <a:pt x="16" y="267"/>
                      <a:pt x="16" y="267"/>
                      <a:pt x="16" y="26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6" y="204"/>
                      <a:pt x="16" y="204"/>
                      <a:pt x="16" y="204"/>
                    </a:cubicBezTo>
                    <a:cubicBezTo>
                      <a:pt x="18" y="161"/>
                      <a:pt x="18" y="161"/>
                      <a:pt x="18" y="161"/>
                    </a:cubicBezTo>
                    <a:cubicBezTo>
                      <a:pt x="27" y="159"/>
                      <a:pt x="27" y="159"/>
                      <a:pt x="27" y="159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6" y="156"/>
                      <a:pt x="36" y="156"/>
                      <a:pt x="36" y="156"/>
                    </a:cubicBezTo>
                    <a:cubicBezTo>
                      <a:pt x="62" y="134"/>
                      <a:pt x="62" y="134"/>
                      <a:pt x="62" y="134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128" y="56"/>
                      <a:pt x="128" y="56"/>
                      <a:pt x="128" y="56"/>
                    </a:cubicBezTo>
                    <a:cubicBezTo>
                      <a:pt x="168" y="80"/>
                      <a:pt x="168" y="80"/>
                      <a:pt x="168" y="80"/>
                    </a:cubicBezTo>
                    <a:cubicBezTo>
                      <a:pt x="169" y="61"/>
                      <a:pt x="169" y="61"/>
                      <a:pt x="169" y="61"/>
                    </a:cubicBezTo>
                    <a:cubicBezTo>
                      <a:pt x="215" y="34"/>
                      <a:pt x="215" y="34"/>
                      <a:pt x="215" y="34"/>
                    </a:cubicBezTo>
                    <a:cubicBezTo>
                      <a:pt x="224" y="40"/>
                      <a:pt x="224" y="40"/>
                      <a:pt x="224" y="40"/>
                    </a:cubicBezTo>
                    <a:cubicBezTo>
                      <a:pt x="236" y="40"/>
                      <a:pt x="236" y="40"/>
                      <a:pt x="236" y="40"/>
                    </a:cubicBezTo>
                    <a:cubicBezTo>
                      <a:pt x="236" y="40"/>
                      <a:pt x="236" y="40"/>
                      <a:pt x="236" y="40"/>
                    </a:cubicBezTo>
                    <a:cubicBezTo>
                      <a:pt x="247" y="39"/>
                      <a:pt x="247" y="39"/>
                      <a:pt x="247" y="39"/>
                    </a:cubicBezTo>
                    <a:cubicBezTo>
                      <a:pt x="256" y="21"/>
                      <a:pt x="256" y="21"/>
                      <a:pt x="256" y="21"/>
                    </a:cubicBezTo>
                    <a:cubicBezTo>
                      <a:pt x="292" y="10"/>
                      <a:pt x="292" y="10"/>
                      <a:pt x="292" y="10"/>
                    </a:cubicBezTo>
                    <a:cubicBezTo>
                      <a:pt x="309" y="23"/>
                      <a:pt x="309" y="23"/>
                      <a:pt x="309" y="23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402" y="12"/>
                      <a:pt x="402" y="12"/>
                      <a:pt x="402" y="12"/>
                    </a:cubicBezTo>
                    <a:cubicBezTo>
                      <a:pt x="447" y="68"/>
                      <a:pt x="447" y="68"/>
                      <a:pt x="447" y="68"/>
                    </a:cubicBezTo>
                    <a:cubicBezTo>
                      <a:pt x="511" y="86"/>
                      <a:pt x="511" y="86"/>
                      <a:pt x="511" y="86"/>
                    </a:cubicBezTo>
                    <a:cubicBezTo>
                      <a:pt x="511" y="118"/>
                      <a:pt x="511" y="118"/>
                      <a:pt x="511" y="118"/>
                    </a:cubicBezTo>
                    <a:cubicBezTo>
                      <a:pt x="539" y="157"/>
                      <a:pt x="539" y="157"/>
                      <a:pt x="539" y="157"/>
                    </a:cubicBezTo>
                    <a:lnTo>
                      <a:pt x="525" y="17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6" name="Freeform 2619">
                <a:extLst>
                  <a:ext uri="{FF2B5EF4-FFF2-40B4-BE49-F238E27FC236}">
                    <a16:creationId xmlns:a16="http://schemas.microsoft.com/office/drawing/2014/main" id="{A26CA330-6626-4AB6-810B-EB27FB287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3218"/>
                <a:ext cx="321" cy="288"/>
              </a:xfrm>
              <a:custGeom>
                <a:avLst/>
                <a:gdLst>
                  <a:gd name="T0" fmla="*/ 769 w 789"/>
                  <a:gd name="T1" fmla="*/ 330 h 708"/>
                  <a:gd name="T2" fmla="*/ 758 w 789"/>
                  <a:gd name="T3" fmla="*/ 350 h 708"/>
                  <a:gd name="T4" fmla="*/ 711 w 789"/>
                  <a:gd name="T5" fmla="*/ 350 h 708"/>
                  <a:gd name="T6" fmla="*/ 759 w 789"/>
                  <a:gd name="T7" fmla="*/ 446 h 708"/>
                  <a:gd name="T8" fmla="*/ 655 w 789"/>
                  <a:gd name="T9" fmla="*/ 453 h 708"/>
                  <a:gd name="T10" fmla="*/ 673 w 789"/>
                  <a:gd name="T11" fmla="*/ 481 h 708"/>
                  <a:gd name="T12" fmla="*/ 661 w 789"/>
                  <a:gd name="T13" fmla="*/ 524 h 708"/>
                  <a:gd name="T14" fmla="*/ 640 w 789"/>
                  <a:gd name="T15" fmla="*/ 505 h 708"/>
                  <a:gd name="T16" fmla="*/ 588 w 789"/>
                  <a:gd name="T17" fmla="*/ 592 h 708"/>
                  <a:gd name="T18" fmla="*/ 555 w 789"/>
                  <a:gd name="T19" fmla="*/ 628 h 708"/>
                  <a:gd name="T20" fmla="*/ 564 w 789"/>
                  <a:gd name="T21" fmla="*/ 707 h 708"/>
                  <a:gd name="T22" fmla="*/ 529 w 789"/>
                  <a:gd name="T23" fmla="*/ 699 h 708"/>
                  <a:gd name="T24" fmla="*/ 463 w 789"/>
                  <a:gd name="T25" fmla="*/ 655 h 708"/>
                  <a:gd name="T26" fmla="*/ 426 w 789"/>
                  <a:gd name="T27" fmla="*/ 623 h 708"/>
                  <a:gd name="T28" fmla="*/ 392 w 789"/>
                  <a:gd name="T29" fmla="*/ 622 h 708"/>
                  <a:gd name="T30" fmla="*/ 399 w 789"/>
                  <a:gd name="T31" fmla="*/ 605 h 708"/>
                  <a:gd name="T32" fmla="*/ 339 w 789"/>
                  <a:gd name="T33" fmla="*/ 541 h 708"/>
                  <a:gd name="T34" fmla="*/ 316 w 789"/>
                  <a:gd name="T35" fmla="*/ 523 h 708"/>
                  <a:gd name="T36" fmla="*/ 306 w 789"/>
                  <a:gd name="T37" fmla="*/ 489 h 708"/>
                  <a:gd name="T38" fmla="*/ 274 w 789"/>
                  <a:gd name="T39" fmla="*/ 461 h 708"/>
                  <a:gd name="T40" fmla="*/ 191 w 789"/>
                  <a:gd name="T41" fmla="*/ 353 h 708"/>
                  <a:gd name="T42" fmla="*/ 137 w 789"/>
                  <a:gd name="T43" fmla="*/ 302 h 708"/>
                  <a:gd name="T44" fmla="*/ 89 w 789"/>
                  <a:gd name="T45" fmla="*/ 253 h 708"/>
                  <a:gd name="T46" fmla="*/ 77 w 789"/>
                  <a:gd name="T47" fmla="*/ 206 h 708"/>
                  <a:gd name="T48" fmla="*/ 44 w 789"/>
                  <a:gd name="T49" fmla="*/ 132 h 708"/>
                  <a:gd name="T50" fmla="*/ 0 w 789"/>
                  <a:gd name="T51" fmla="*/ 84 h 708"/>
                  <a:gd name="T52" fmla="*/ 18 w 789"/>
                  <a:gd name="T53" fmla="*/ 57 h 708"/>
                  <a:gd name="T54" fmla="*/ 45 w 789"/>
                  <a:gd name="T55" fmla="*/ 0 h 708"/>
                  <a:gd name="T56" fmla="*/ 131 w 789"/>
                  <a:gd name="T57" fmla="*/ 69 h 708"/>
                  <a:gd name="T58" fmla="*/ 223 w 789"/>
                  <a:gd name="T59" fmla="*/ 26 h 708"/>
                  <a:gd name="T60" fmla="*/ 253 w 789"/>
                  <a:gd name="T61" fmla="*/ 13 h 708"/>
                  <a:gd name="T62" fmla="*/ 286 w 789"/>
                  <a:gd name="T63" fmla="*/ 29 h 708"/>
                  <a:gd name="T64" fmla="*/ 316 w 789"/>
                  <a:gd name="T65" fmla="*/ 22 h 708"/>
                  <a:gd name="T66" fmla="*/ 340 w 789"/>
                  <a:gd name="T67" fmla="*/ 40 h 708"/>
                  <a:gd name="T68" fmla="*/ 354 w 789"/>
                  <a:gd name="T69" fmla="*/ 37 h 708"/>
                  <a:gd name="T70" fmla="*/ 368 w 789"/>
                  <a:gd name="T71" fmla="*/ 34 h 708"/>
                  <a:gd name="T72" fmla="*/ 389 w 789"/>
                  <a:gd name="T73" fmla="*/ 39 h 708"/>
                  <a:gd name="T74" fmla="*/ 422 w 789"/>
                  <a:gd name="T75" fmla="*/ 61 h 708"/>
                  <a:gd name="T76" fmla="*/ 449 w 789"/>
                  <a:gd name="T77" fmla="*/ 39 h 708"/>
                  <a:gd name="T78" fmla="*/ 470 w 789"/>
                  <a:gd name="T79" fmla="*/ 43 h 708"/>
                  <a:gd name="T80" fmla="*/ 499 w 789"/>
                  <a:gd name="T81" fmla="*/ 50 h 708"/>
                  <a:gd name="T82" fmla="*/ 508 w 789"/>
                  <a:gd name="T83" fmla="*/ 32 h 708"/>
                  <a:gd name="T84" fmla="*/ 540 w 789"/>
                  <a:gd name="T85" fmla="*/ 46 h 708"/>
                  <a:gd name="T86" fmla="*/ 572 w 789"/>
                  <a:gd name="T87" fmla="*/ 50 h 708"/>
                  <a:gd name="T88" fmla="*/ 593 w 789"/>
                  <a:gd name="T89" fmla="*/ 43 h 708"/>
                  <a:gd name="T90" fmla="*/ 608 w 789"/>
                  <a:gd name="T91" fmla="*/ 72 h 708"/>
                  <a:gd name="T92" fmla="*/ 613 w 789"/>
                  <a:gd name="T93" fmla="*/ 92 h 708"/>
                  <a:gd name="T94" fmla="*/ 604 w 789"/>
                  <a:gd name="T95" fmla="*/ 98 h 708"/>
                  <a:gd name="T96" fmla="*/ 625 w 789"/>
                  <a:gd name="T97" fmla="*/ 102 h 708"/>
                  <a:gd name="T98" fmla="*/ 683 w 789"/>
                  <a:gd name="T99" fmla="*/ 96 h 708"/>
                  <a:gd name="T100" fmla="*/ 729 w 789"/>
                  <a:gd name="T101" fmla="*/ 115 h 708"/>
                  <a:gd name="T102" fmla="*/ 721 w 789"/>
                  <a:gd name="T103" fmla="*/ 146 h 708"/>
                  <a:gd name="T104" fmla="*/ 694 w 789"/>
                  <a:gd name="T105" fmla="*/ 222 h 708"/>
                  <a:gd name="T106" fmla="*/ 683 w 789"/>
                  <a:gd name="T107" fmla="*/ 248 h 708"/>
                  <a:gd name="T108" fmla="*/ 736 w 789"/>
                  <a:gd name="T109" fmla="*/ 294 h 708"/>
                  <a:gd name="T110" fmla="*/ 755 w 789"/>
                  <a:gd name="T111" fmla="*/ 308 h 708"/>
                  <a:gd name="T112" fmla="*/ 784 w 789"/>
                  <a:gd name="T113" fmla="*/ 318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9" h="708">
                    <a:moveTo>
                      <a:pt x="789" y="330"/>
                    </a:moveTo>
                    <a:cubicBezTo>
                      <a:pt x="769" y="330"/>
                      <a:pt x="769" y="330"/>
                      <a:pt x="769" y="330"/>
                    </a:cubicBezTo>
                    <a:cubicBezTo>
                      <a:pt x="766" y="345"/>
                      <a:pt x="766" y="345"/>
                      <a:pt x="766" y="345"/>
                    </a:cubicBezTo>
                    <a:cubicBezTo>
                      <a:pt x="758" y="350"/>
                      <a:pt x="758" y="350"/>
                      <a:pt x="758" y="350"/>
                    </a:cubicBezTo>
                    <a:cubicBezTo>
                      <a:pt x="722" y="337"/>
                      <a:pt x="722" y="337"/>
                      <a:pt x="722" y="337"/>
                    </a:cubicBezTo>
                    <a:cubicBezTo>
                      <a:pt x="711" y="350"/>
                      <a:pt x="711" y="350"/>
                      <a:pt x="711" y="350"/>
                    </a:cubicBezTo>
                    <a:cubicBezTo>
                      <a:pt x="756" y="398"/>
                      <a:pt x="756" y="398"/>
                      <a:pt x="756" y="398"/>
                    </a:cubicBezTo>
                    <a:cubicBezTo>
                      <a:pt x="759" y="446"/>
                      <a:pt x="759" y="446"/>
                      <a:pt x="759" y="446"/>
                    </a:cubicBezTo>
                    <a:cubicBezTo>
                      <a:pt x="745" y="457"/>
                      <a:pt x="699" y="460"/>
                      <a:pt x="699" y="460"/>
                    </a:cubicBezTo>
                    <a:cubicBezTo>
                      <a:pt x="655" y="453"/>
                      <a:pt x="655" y="453"/>
                      <a:pt x="655" y="453"/>
                    </a:cubicBezTo>
                    <a:cubicBezTo>
                      <a:pt x="643" y="468"/>
                      <a:pt x="643" y="468"/>
                      <a:pt x="643" y="468"/>
                    </a:cubicBezTo>
                    <a:cubicBezTo>
                      <a:pt x="673" y="481"/>
                      <a:pt x="673" y="481"/>
                      <a:pt x="673" y="481"/>
                    </a:cubicBezTo>
                    <a:cubicBezTo>
                      <a:pt x="680" y="522"/>
                      <a:pt x="680" y="522"/>
                      <a:pt x="680" y="522"/>
                    </a:cubicBezTo>
                    <a:cubicBezTo>
                      <a:pt x="661" y="524"/>
                      <a:pt x="661" y="524"/>
                      <a:pt x="661" y="524"/>
                    </a:cubicBezTo>
                    <a:cubicBezTo>
                      <a:pt x="649" y="511"/>
                      <a:pt x="649" y="511"/>
                      <a:pt x="649" y="511"/>
                    </a:cubicBezTo>
                    <a:cubicBezTo>
                      <a:pt x="640" y="505"/>
                      <a:pt x="640" y="505"/>
                      <a:pt x="640" y="505"/>
                    </a:cubicBezTo>
                    <a:cubicBezTo>
                      <a:pt x="607" y="520"/>
                      <a:pt x="607" y="520"/>
                      <a:pt x="607" y="520"/>
                    </a:cubicBezTo>
                    <a:cubicBezTo>
                      <a:pt x="588" y="592"/>
                      <a:pt x="588" y="592"/>
                      <a:pt x="588" y="592"/>
                    </a:cubicBezTo>
                    <a:cubicBezTo>
                      <a:pt x="574" y="598"/>
                      <a:pt x="574" y="598"/>
                      <a:pt x="574" y="598"/>
                    </a:cubicBezTo>
                    <a:cubicBezTo>
                      <a:pt x="555" y="628"/>
                      <a:pt x="555" y="628"/>
                      <a:pt x="555" y="628"/>
                    </a:cubicBezTo>
                    <a:cubicBezTo>
                      <a:pt x="572" y="668"/>
                      <a:pt x="572" y="668"/>
                      <a:pt x="572" y="668"/>
                    </a:cubicBezTo>
                    <a:cubicBezTo>
                      <a:pt x="564" y="707"/>
                      <a:pt x="564" y="707"/>
                      <a:pt x="564" y="707"/>
                    </a:cubicBezTo>
                    <a:cubicBezTo>
                      <a:pt x="545" y="708"/>
                      <a:pt x="545" y="708"/>
                      <a:pt x="545" y="708"/>
                    </a:cubicBezTo>
                    <a:cubicBezTo>
                      <a:pt x="529" y="699"/>
                      <a:pt x="529" y="699"/>
                      <a:pt x="529" y="699"/>
                    </a:cubicBezTo>
                    <a:cubicBezTo>
                      <a:pt x="505" y="700"/>
                      <a:pt x="505" y="700"/>
                      <a:pt x="505" y="700"/>
                    </a:cubicBezTo>
                    <a:cubicBezTo>
                      <a:pt x="496" y="676"/>
                      <a:pt x="471" y="661"/>
                      <a:pt x="463" y="655"/>
                    </a:cubicBezTo>
                    <a:cubicBezTo>
                      <a:pt x="455" y="649"/>
                      <a:pt x="431" y="634"/>
                      <a:pt x="431" y="634"/>
                    </a:cubicBezTo>
                    <a:cubicBezTo>
                      <a:pt x="426" y="623"/>
                      <a:pt x="426" y="623"/>
                      <a:pt x="426" y="623"/>
                    </a:cubicBezTo>
                    <a:cubicBezTo>
                      <a:pt x="398" y="626"/>
                      <a:pt x="398" y="626"/>
                      <a:pt x="398" y="626"/>
                    </a:cubicBezTo>
                    <a:cubicBezTo>
                      <a:pt x="397" y="624"/>
                      <a:pt x="394" y="623"/>
                      <a:pt x="392" y="622"/>
                    </a:cubicBezTo>
                    <a:cubicBezTo>
                      <a:pt x="388" y="620"/>
                      <a:pt x="384" y="619"/>
                      <a:pt x="380" y="617"/>
                    </a:cubicBezTo>
                    <a:cubicBezTo>
                      <a:pt x="399" y="605"/>
                      <a:pt x="399" y="605"/>
                      <a:pt x="399" y="605"/>
                    </a:cubicBezTo>
                    <a:cubicBezTo>
                      <a:pt x="387" y="581"/>
                      <a:pt x="387" y="581"/>
                      <a:pt x="387" y="581"/>
                    </a:cubicBezTo>
                    <a:cubicBezTo>
                      <a:pt x="339" y="541"/>
                      <a:pt x="339" y="541"/>
                      <a:pt x="339" y="541"/>
                    </a:cubicBezTo>
                    <a:cubicBezTo>
                      <a:pt x="337" y="527"/>
                      <a:pt x="337" y="527"/>
                      <a:pt x="337" y="527"/>
                    </a:cubicBezTo>
                    <a:cubicBezTo>
                      <a:pt x="316" y="523"/>
                      <a:pt x="316" y="523"/>
                      <a:pt x="316" y="523"/>
                    </a:cubicBezTo>
                    <a:cubicBezTo>
                      <a:pt x="312" y="503"/>
                      <a:pt x="312" y="503"/>
                      <a:pt x="312" y="503"/>
                    </a:cubicBezTo>
                    <a:cubicBezTo>
                      <a:pt x="306" y="489"/>
                      <a:pt x="306" y="489"/>
                      <a:pt x="306" y="489"/>
                    </a:cubicBezTo>
                    <a:cubicBezTo>
                      <a:pt x="309" y="472"/>
                      <a:pt x="309" y="472"/>
                      <a:pt x="309" y="472"/>
                    </a:cubicBezTo>
                    <a:cubicBezTo>
                      <a:pt x="274" y="461"/>
                      <a:pt x="274" y="461"/>
                      <a:pt x="274" y="461"/>
                    </a:cubicBezTo>
                    <a:cubicBezTo>
                      <a:pt x="198" y="383"/>
                      <a:pt x="198" y="383"/>
                      <a:pt x="198" y="383"/>
                    </a:cubicBezTo>
                    <a:cubicBezTo>
                      <a:pt x="191" y="353"/>
                      <a:pt x="191" y="353"/>
                      <a:pt x="191" y="353"/>
                    </a:cubicBezTo>
                    <a:cubicBezTo>
                      <a:pt x="155" y="334"/>
                      <a:pt x="155" y="334"/>
                      <a:pt x="155" y="334"/>
                    </a:cubicBezTo>
                    <a:cubicBezTo>
                      <a:pt x="137" y="302"/>
                      <a:pt x="137" y="302"/>
                      <a:pt x="137" y="302"/>
                    </a:cubicBezTo>
                    <a:cubicBezTo>
                      <a:pt x="123" y="295"/>
                      <a:pt x="123" y="295"/>
                      <a:pt x="123" y="295"/>
                    </a:cubicBezTo>
                    <a:cubicBezTo>
                      <a:pt x="89" y="253"/>
                      <a:pt x="89" y="253"/>
                      <a:pt x="89" y="253"/>
                    </a:cubicBezTo>
                    <a:cubicBezTo>
                      <a:pt x="94" y="235"/>
                      <a:pt x="94" y="235"/>
                      <a:pt x="94" y="235"/>
                    </a:cubicBezTo>
                    <a:cubicBezTo>
                      <a:pt x="77" y="206"/>
                      <a:pt x="77" y="206"/>
                      <a:pt x="77" y="206"/>
                    </a:cubicBezTo>
                    <a:cubicBezTo>
                      <a:pt x="70" y="175"/>
                      <a:pt x="70" y="175"/>
                      <a:pt x="70" y="175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7" y="130"/>
                      <a:pt x="7" y="130"/>
                      <a:pt x="7" y="130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131" y="69"/>
                      <a:pt x="131" y="69"/>
                      <a:pt x="131" y="69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223" y="26"/>
                      <a:pt x="223" y="26"/>
                      <a:pt x="223" y="26"/>
                    </a:cubicBezTo>
                    <a:cubicBezTo>
                      <a:pt x="242" y="1"/>
                      <a:pt x="242" y="1"/>
                      <a:pt x="242" y="1"/>
                    </a:cubicBezTo>
                    <a:cubicBezTo>
                      <a:pt x="253" y="13"/>
                      <a:pt x="253" y="13"/>
                      <a:pt x="253" y="13"/>
                    </a:cubicBezTo>
                    <a:cubicBezTo>
                      <a:pt x="270" y="13"/>
                      <a:pt x="270" y="13"/>
                      <a:pt x="270" y="13"/>
                    </a:cubicBezTo>
                    <a:cubicBezTo>
                      <a:pt x="286" y="29"/>
                      <a:pt x="286" y="29"/>
                      <a:pt x="286" y="29"/>
                    </a:cubicBezTo>
                    <a:cubicBezTo>
                      <a:pt x="309" y="33"/>
                      <a:pt x="309" y="33"/>
                      <a:pt x="309" y="33"/>
                    </a:cubicBezTo>
                    <a:cubicBezTo>
                      <a:pt x="316" y="22"/>
                      <a:pt x="316" y="22"/>
                      <a:pt x="316" y="22"/>
                    </a:cubicBezTo>
                    <a:cubicBezTo>
                      <a:pt x="330" y="39"/>
                      <a:pt x="330" y="39"/>
                      <a:pt x="330" y="39"/>
                    </a:cubicBezTo>
                    <a:cubicBezTo>
                      <a:pt x="340" y="40"/>
                      <a:pt x="340" y="40"/>
                      <a:pt x="340" y="40"/>
                    </a:cubicBezTo>
                    <a:cubicBezTo>
                      <a:pt x="348" y="46"/>
                      <a:pt x="348" y="46"/>
                      <a:pt x="348" y="46"/>
                    </a:cubicBezTo>
                    <a:cubicBezTo>
                      <a:pt x="354" y="37"/>
                      <a:pt x="354" y="37"/>
                      <a:pt x="354" y="37"/>
                    </a:cubicBezTo>
                    <a:cubicBezTo>
                      <a:pt x="359" y="50"/>
                      <a:pt x="359" y="50"/>
                      <a:pt x="359" y="50"/>
                    </a:cubicBezTo>
                    <a:cubicBezTo>
                      <a:pt x="368" y="34"/>
                      <a:pt x="368" y="34"/>
                      <a:pt x="368" y="34"/>
                    </a:cubicBezTo>
                    <a:cubicBezTo>
                      <a:pt x="377" y="45"/>
                      <a:pt x="377" y="45"/>
                      <a:pt x="377" y="45"/>
                    </a:cubicBezTo>
                    <a:cubicBezTo>
                      <a:pt x="389" y="39"/>
                      <a:pt x="389" y="39"/>
                      <a:pt x="389" y="39"/>
                    </a:cubicBezTo>
                    <a:cubicBezTo>
                      <a:pt x="398" y="37"/>
                      <a:pt x="398" y="37"/>
                      <a:pt x="398" y="37"/>
                    </a:cubicBezTo>
                    <a:cubicBezTo>
                      <a:pt x="422" y="61"/>
                      <a:pt x="422" y="61"/>
                      <a:pt x="422" y="61"/>
                    </a:cubicBezTo>
                    <a:cubicBezTo>
                      <a:pt x="439" y="61"/>
                      <a:pt x="439" y="61"/>
                      <a:pt x="439" y="61"/>
                    </a:cubicBezTo>
                    <a:cubicBezTo>
                      <a:pt x="449" y="39"/>
                      <a:pt x="449" y="39"/>
                      <a:pt x="449" y="39"/>
                    </a:cubicBezTo>
                    <a:cubicBezTo>
                      <a:pt x="464" y="36"/>
                      <a:pt x="464" y="36"/>
                      <a:pt x="464" y="36"/>
                    </a:cubicBezTo>
                    <a:cubicBezTo>
                      <a:pt x="470" y="43"/>
                      <a:pt x="470" y="43"/>
                      <a:pt x="470" y="43"/>
                    </a:cubicBezTo>
                    <a:cubicBezTo>
                      <a:pt x="472" y="51"/>
                      <a:pt x="472" y="51"/>
                      <a:pt x="472" y="51"/>
                    </a:cubicBezTo>
                    <a:cubicBezTo>
                      <a:pt x="499" y="50"/>
                      <a:pt x="499" y="50"/>
                      <a:pt x="499" y="50"/>
                    </a:cubicBezTo>
                    <a:cubicBezTo>
                      <a:pt x="500" y="34"/>
                      <a:pt x="500" y="34"/>
                      <a:pt x="500" y="34"/>
                    </a:cubicBezTo>
                    <a:cubicBezTo>
                      <a:pt x="508" y="32"/>
                      <a:pt x="508" y="32"/>
                      <a:pt x="508" y="32"/>
                    </a:cubicBezTo>
                    <a:cubicBezTo>
                      <a:pt x="521" y="46"/>
                      <a:pt x="521" y="46"/>
                      <a:pt x="521" y="46"/>
                    </a:cubicBezTo>
                    <a:cubicBezTo>
                      <a:pt x="540" y="46"/>
                      <a:pt x="540" y="46"/>
                      <a:pt x="540" y="46"/>
                    </a:cubicBezTo>
                    <a:cubicBezTo>
                      <a:pt x="554" y="57"/>
                      <a:pt x="554" y="57"/>
                      <a:pt x="554" y="57"/>
                    </a:cubicBezTo>
                    <a:cubicBezTo>
                      <a:pt x="572" y="50"/>
                      <a:pt x="572" y="50"/>
                      <a:pt x="572" y="50"/>
                    </a:cubicBezTo>
                    <a:cubicBezTo>
                      <a:pt x="583" y="58"/>
                      <a:pt x="583" y="58"/>
                      <a:pt x="583" y="58"/>
                    </a:cubicBezTo>
                    <a:cubicBezTo>
                      <a:pt x="593" y="43"/>
                      <a:pt x="593" y="43"/>
                      <a:pt x="593" y="43"/>
                    </a:cubicBezTo>
                    <a:cubicBezTo>
                      <a:pt x="598" y="71"/>
                      <a:pt x="598" y="71"/>
                      <a:pt x="598" y="71"/>
                    </a:cubicBezTo>
                    <a:cubicBezTo>
                      <a:pt x="608" y="72"/>
                      <a:pt x="608" y="72"/>
                      <a:pt x="608" y="72"/>
                    </a:cubicBezTo>
                    <a:cubicBezTo>
                      <a:pt x="615" y="89"/>
                      <a:pt x="615" y="89"/>
                      <a:pt x="615" y="89"/>
                    </a:cubicBezTo>
                    <a:cubicBezTo>
                      <a:pt x="613" y="92"/>
                      <a:pt x="613" y="92"/>
                      <a:pt x="613" y="92"/>
                    </a:cubicBezTo>
                    <a:cubicBezTo>
                      <a:pt x="603" y="93"/>
                      <a:pt x="603" y="93"/>
                      <a:pt x="603" y="93"/>
                    </a:cubicBezTo>
                    <a:cubicBezTo>
                      <a:pt x="604" y="98"/>
                      <a:pt x="604" y="98"/>
                      <a:pt x="604" y="98"/>
                    </a:cubicBezTo>
                    <a:cubicBezTo>
                      <a:pt x="607" y="102"/>
                      <a:pt x="607" y="102"/>
                      <a:pt x="607" y="102"/>
                    </a:cubicBezTo>
                    <a:cubicBezTo>
                      <a:pt x="625" y="102"/>
                      <a:pt x="625" y="102"/>
                      <a:pt x="625" y="102"/>
                    </a:cubicBezTo>
                    <a:cubicBezTo>
                      <a:pt x="638" y="116"/>
                      <a:pt x="638" y="116"/>
                      <a:pt x="638" y="116"/>
                    </a:cubicBezTo>
                    <a:cubicBezTo>
                      <a:pt x="683" y="96"/>
                      <a:pt x="683" y="96"/>
                      <a:pt x="683" y="96"/>
                    </a:cubicBezTo>
                    <a:cubicBezTo>
                      <a:pt x="708" y="90"/>
                      <a:pt x="726" y="102"/>
                      <a:pt x="726" y="102"/>
                    </a:cubicBezTo>
                    <a:cubicBezTo>
                      <a:pt x="726" y="102"/>
                      <a:pt x="730" y="115"/>
                      <a:pt x="729" y="115"/>
                    </a:cubicBezTo>
                    <a:cubicBezTo>
                      <a:pt x="728" y="115"/>
                      <a:pt x="720" y="125"/>
                      <a:pt x="720" y="125"/>
                    </a:cubicBezTo>
                    <a:cubicBezTo>
                      <a:pt x="720" y="125"/>
                      <a:pt x="722" y="129"/>
                      <a:pt x="721" y="146"/>
                    </a:cubicBezTo>
                    <a:cubicBezTo>
                      <a:pt x="720" y="164"/>
                      <a:pt x="695" y="200"/>
                      <a:pt x="695" y="200"/>
                    </a:cubicBezTo>
                    <a:cubicBezTo>
                      <a:pt x="694" y="222"/>
                      <a:pt x="694" y="222"/>
                      <a:pt x="694" y="222"/>
                    </a:cubicBezTo>
                    <a:cubicBezTo>
                      <a:pt x="684" y="228"/>
                      <a:pt x="684" y="228"/>
                      <a:pt x="684" y="228"/>
                    </a:cubicBezTo>
                    <a:cubicBezTo>
                      <a:pt x="683" y="248"/>
                      <a:pt x="683" y="248"/>
                      <a:pt x="683" y="248"/>
                    </a:cubicBezTo>
                    <a:cubicBezTo>
                      <a:pt x="697" y="261"/>
                      <a:pt x="697" y="261"/>
                      <a:pt x="697" y="261"/>
                    </a:cubicBezTo>
                    <a:cubicBezTo>
                      <a:pt x="727" y="249"/>
                      <a:pt x="736" y="294"/>
                      <a:pt x="736" y="294"/>
                    </a:cubicBezTo>
                    <a:cubicBezTo>
                      <a:pt x="754" y="295"/>
                      <a:pt x="754" y="295"/>
                      <a:pt x="754" y="295"/>
                    </a:cubicBezTo>
                    <a:cubicBezTo>
                      <a:pt x="755" y="308"/>
                      <a:pt x="755" y="308"/>
                      <a:pt x="755" y="308"/>
                    </a:cubicBezTo>
                    <a:cubicBezTo>
                      <a:pt x="768" y="316"/>
                      <a:pt x="768" y="316"/>
                      <a:pt x="768" y="316"/>
                    </a:cubicBezTo>
                    <a:cubicBezTo>
                      <a:pt x="784" y="318"/>
                      <a:pt x="784" y="318"/>
                      <a:pt x="784" y="318"/>
                    </a:cubicBezTo>
                    <a:lnTo>
                      <a:pt x="789" y="33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7" name="Freeform 2620">
                <a:extLst>
                  <a:ext uri="{FF2B5EF4-FFF2-40B4-BE49-F238E27FC236}">
                    <a16:creationId xmlns:a16="http://schemas.microsoft.com/office/drawing/2014/main" id="{5E62B1B6-3E17-49C8-A68F-060677C7E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596"/>
                <a:ext cx="489" cy="264"/>
              </a:xfrm>
              <a:custGeom>
                <a:avLst/>
                <a:gdLst>
                  <a:gd name="T0" fmla="*/ 1151 w 1201"/>
                  <a:gd name="T1" fmla="*/ 414 h 648"/>
                  <a:gd name="T2" fmla="*/ 1106 w 1201"/>
                  <a:gd name="T3" fmla="*/ 453 h 648"/>
                  <a:gd name="T4" fmla="*/ 1077 w 1201"/>
                  <a:gd name="T5" fmla="*/ 524 h 648"/>
                  <a:gd name="T6" fmla="*/ 1033 w 1201"/>
                  <a:gd name="T7" fmla="*/ 563 h 648"/>
                  <a:gd name="T8" fmla="*/ 907 w 1201"/>
                  <a:gd name="T9" fmla="*/ 574 h 648"/>
                  <a:gd name="T10" fmla="*/ 869 w 1201"/>
                  <a:gd name="T11" fmla="*/ 635 h 648"/>
                  <a:gd name="T12" fmla="*/ 847 w 1201"/>
                  <a:gd name="T13" fmla="*/ 624 h 648"/>
                  <a:gd name="T14" fmla="*/ 740 w 1201"/>
                  <a:gd name="T15" fmla="*/ 602 h 648"/>
                  <a:gd name="T16" fmla="*/ 659 w 1201"/>
                  <a:gd name="T17" fmla="*/ 575 h 648"/>
                  <a:gd name="T18" fmla="*/ 550 w 1201"/>
                  <a:gd name="T19" fmla="*/ 541 h 648"/>
                  <a:gd name="T20" fmla="*/ 487 w 1201"/>
                  <a:gd name="T21" fmla="*/ 550 h 648"/>
                  <a:gd name="T22" fmla="*/ 456 w 1201"/>
                  <a:gd name="T23" fmla="*/ 602 h 648"/>
                  <a:gd name="T24" fmla="*/ 385 w 1201"/>
                  <a:gd name="T25" fmla="*/ 631 h 648"/>
                  <a:gd name="T26" fmla="*/ 316 w 1201"/>
                  <a:gd name="T27" fmla="*/ 629 h 648"/>
                  <a:gd name="T28" fmla="*/ 285 w 1201"/>
                  <a:gd name="T29" fmla="*/ 596 h 648"/>
                  <a:gd name="T30" fmla="*/ 232 w 1201"/>
                  <a:gd name="T31" fmla="*/ 530 h 648"/>
                  <a:gd name="T32" fmla="*/ 198 w 1201"/>
                  <a:gd name="T33" fmla="*/ 499 h 648"/>
                  <a:gd name="T34" fmla="*/ 103 w 1201"/>
                  <a:gd name="T35" fmla="*/ 421 h 648"/>
                  <a:gd name="T36" fmla="*/ 67 w 1201"/>
                  <a:gd name="T37" fmla="*/ 270 h 648"/>
                  <a:gd name="T38" fmla="*/ 0 w 1201"/>
                  <a:gd name="T39" fmla="*/ 164 h 648"/>
                  <a:gd name="T40" fmla="*/ 32 w 1201"/>
                  <a:gd name="T41" fmla="*/ 193 h 648"/>
                  <a:gd name="T42" fmla="*/ 43 w 1201"/>
                  <a:gd name="T43" fmla="*/ 208 h 648"/>
                  <a:gd name="T44" fmla="*/ 84 w 1201"/>
                  <a:gd name="T45" fmla="*/ 146 h 648"/>
                  <a:gd name="T46" fmla="*/ 232 w 1201"/>
                  <a:gd name="T47" fmla="*/ 101 h 648"/>
                  <a:gd name="T48" fmla="*/ 267 w 1201"/>
                  <a:gd name="T49" fmla="*/ 81 h 648"/>
                  <a:gd name="T50" fmla="*/ 363 w 1201"/>
                  <a:gd name="T51" fmla="*/ 49 h 648"/>
                  <a:gd name="T52" fmla="*/ 415 w 1201"/>
                  <a:gd name="T53" fmla="*/ 35 h 648"/>
                  <a:gd name="T54" fmla="*/ 405 w 1201"/>
                  <a:gd name="T55" fmla="*/ 0 h 648"/>
                  <a:gd name="T56" fmla="*/ 459 w 1201"/>
                  <a:gd name="T57" fmla="*/ 54 h 648"/>
                  <a:gd name="T58" fmla="*/ 521 w 1201"/>
                  <a:gd name="T59" fmla="*/ 50 h 648"/>
                  <a:gd name="T60" fmla="*/ 552 w 1201"/>
                  <a:gd name="T61" fmla="*/ 21 h 648"/>
                  <a:gd name="T62" fmla="*/ 589 w 1201"/>
                  <a:gd name="T63" fmla="*/ 75 h 648"/>
                  <a:gd name="T64" fmla="*/ 697 w 1201"/>
                  <a:gd name="T65" fmla="*/ 123 h 648"/>
                  <a:gd name="T66" fmla="*/ 775 w 1201"/>
                  <a:gd name="T67" fmla="*/ 127 h 648"/>
                  <a:gd name="T68" fmla="*/ 744 w 1201"/>
                  <a:gd name="T69" fmla="*/ 193 h 648"/>
                  <a:gd name="T70" fmla="*/ 791 w 1201"/>
                  <a:gd name="T71" fmla="*/ 225 h 648"/>
                  <a:gd name="T72" fmla="*/ 791 w 1201"/>
                  <a:gd name="T73" fmla="*/ 239 h 648"/>
                  <a:gd name="T74" fmla="*/ 874 w 1201"/>
                  <a:gd name="T75" fmla="*/ 220 h 648"/>
                  <a:gd name="T76" fmla="*/ 868 w 1201"/>
                  <a:gd name="T77" fmla="*/ 168 h 648"/>
                  <a:gd name="T78" fmla="*/ 999 w 1201"/>
                  <a:gd name="T79" fmla="*/ 206 h 648"/>
                  <a:gd name="T80" fmla="*/ 983 w 1201"/>
                  <a:gd name="T81" fmla="*/ 245 h 648"/>
                  <a:gd name="T82" fmla="*/ 1072 w 1201"/>
                  <a:gd name="T83" fmla="*/ 283 h 648"/>
                  <a:gd name="T84" fmla="*/ 1152 w 1201"/>
                  <a:gd name="T85" fmla="*/ 308 h 648"/>
                  <a:gd name="T86" fmla="*/ 1181 w 1201"/>
                  <a:gd name="T87" fmla="*/ 369 h 648"/>
                  <a:gd name="T88" fmla="*/ 1201 w 1201"/>
                  <a:gd name="T89" fmla="*/ 408 h 6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01" h="648">
                    <a:moveTo>
                      <a:pt x="1201" y="408"/>
                    </a:moveTo>
                    <a:cubicBezTo>
                      <a:pt x="1151" y="414"/>
                      <a:pt x="1151" y="414"/>
                      <a:pt x="1151" y="414"/>
                    </a:cubicBezTo>
                    <a:cubicBezTo>
                      <a:pt x="1151" y="414"/>
                      <a:pt x="1143" y="435"/>
                      <a:pt x="1123" y="437"/>
                    </a:cubicBezTo>
                    <a:cubicBezTo>
                      <a:pt x="1106" y="453"/>
                      <a:pt x="1106" y="453"/>
                      <a:pt x="1106" y="453"/>
                    </a:cubicBezTo>
                    <a:cubicBezTo>
                      <a:pt x="1092" y="461"/>
                      <a:pt x="1092" y="461"/>
                      <a:pt x="1092" y="461"/>
                    </a:cubicBezTo>
                    <a:cubicBezTo>
                      <a:pt x="1092" y="461"/>
                      <a:pt x="1056" y="476"/>
                      <a:pt x="1077" y="524"/>
                    </a:cubicBezTo>
                    <a:cubicBezTo>
                      <a:pt x="1044" y="541"/>
                      <a:pt x="1044" y="541"/>
                      <a:pt x="1044" y="541"/>
                    </a:cubicBezTo>
                    <a:cubicBezTo>
                      <a:pt x="1033" y="563"/>
                      <a:pt x="1033" y="563"/>
                      <a:pt x="1033" y="563"/>
                    </a:cubicBezTo>
                    <a:cubicBezTo>
                      <a:pt x="965" y="591"/>
                      <a:pt x="965" y="591"/>
                      <a:pt x="965" y="591"/>
                    </a:cubicBezTo>
                    <a:cubicBezTo>
                      <a:pt x="907" y="574"/>
                      <a:pt x="907" y="574"/>
                      <a:pt x="907" y="574"/>
                    </a:cubicBezTo>
                    <a:cubicBezTo>
                      <a:pt x="879" y="604"/>
                      <a:pt x="879" y="604"/>
                      <a:pt x="879" y="604"/>
                    </a:cubicBezTo>
                    <a:cubicBezTo>
                      <a:pt x="869" y="635"/>
                      <a:pt x="869" y="635"/>
                      <a:pt x="869" y="635"/>
                    </a:cubicBezTo>
                    <a:cubicBezTo>
                      <a:pt x="848" y="648"/>
                      <a:pt x="848" y="648"/>
                      <a:pt x="848" y="648"/>
                    </a:cubicBezTo>
                    <a:cubicBezTo>
                      <a:pt x="847" y="624"/>
                      <a:pt x="847" y="624"/>
                      <a:pt x="847" y="624"/>
                    </a:cubicBezTo>
                    <a:cubicBezTo>
                      <a:pt x="778" y="591"/>
                      <a:pt x="778" y="591"/>
                      <a:pt x="778" y="591"/>
                    </a:cubicBezTo>
                    <a:cubicBezTo>
                      <a:pt x="740" y="602"/>
                      <a:pt x="740" y="602"/>
                      <a:pt x="740" y="602"/>
                    </a:cubicBezTo>
                    <a:cubicBezTo>
                      <a:pt x="684" y="599"/>
                      <a:pt x="684" y="599"/>
                      <a:pt x="684" y="599"/>
                    </a:cubicBezTo>
                    <a:cubicBezTo>
                      <a:pt x="659" y="575"/>
                      <a:pt x="659" y="575"/>
                      <a:pt x="659" y="575"/>
                    </a:cubicBezTo>
                    <a:cubicBezTo>
                      <a:pt x="615" y="574"/>
                      <a:pt x="615" y="574"/>
                      <a:pt x="615" y="574"/>
                    </a:cubicBezTo>
                    <a:cubicBezTo>
                      <a:pt x="550" y="541"/>
                      <a:pt x="550" y="541"/>
                      <a:pt x="550" y="541"/>
                    </a:cubicBezTo>
                    <a:cubicBezTo>
                      <a:pt x="501" y="536"/>
                      <a:pt x="501" y="536"/>
                      <a:pt x="501" y="536"/>
                    </a:cubicBezTo>
                    <a:cubicBezTo>
                      <a:pt x="487" y="550"/>
                      <a:pt x="487" y="550"/>
                      <a:pt x="487" y="550"/>
                    </a:cubicBezTo>
                    <a:cubicBezTo>
                      <a:pt x="484" y="597"/>
                      <a:pt x="484" y="597"/>
                      <a:pt x="484" y="597"/>
                    </a:cubicBezTo>
                    <a:cubicBezTo>
                      <a:pt x="456" y="602"/>
                      <a:pt x="456" y="602"/>
                      <a:pt x="456" y="602"/>
                    </a:cubicBezTo>
                    <a:cubicBezTo>
                      <a:pt x="456" y="602"/>
                      <a:pt x="450" y="627"/>
                      <a:pt x="435" y="640"/>
                    </a:cubicBezTo>
                    <a:cubicBezTo>
                      <a:pt x="385" y="631"/>
                      <a:pt x="385" y="631"/>
                      <a:pt x="385" y="631"/>
                    </a:cubicBezTo>
                    <a:cubicBezTo>
                      <a:pt x="358" y="644"/>
                      <a:pt x="358" y="644"/>
                      <a:pt x="358" y="644"/>
                    </a:cubicBezTo>
                    <a:cubicBezTo>
                      <a:pt x="316" y="629"/>
                      <a:pt x="316" y="629"/>
                      <a:pt x="316" y="629"/>
                    </a:cubicBezTo>
                    <a:cubicBezTo>
                      <a:pt x="315" y="612"/>
                      <a:pt x="315" y="612"/>
                      <a:pt x="315" y="612"/>
                    </a:cubicBezTo>
                    <a:cubicBezTo>
                      <a:pt x="285" y="596"/>
                      <a:pt x="285" y="596"/>
                      <a:pt x="285" y="596"/>
                    </a:cubicBezTo>
                    <a:cubicBezTo>
                      <a:pt x="285" y="589"/>
                      <a:pt x="285" y="589"/>
                      <a:pt x="285" y="589"/>
                    </a:cubicBezTo>
                    <a:cubicBezTo>
                      <a:pt x="232" y="530"/>
                      <a:pt x="232" y="530"/>
                      <a:pt x="232" y="530"/>
                    </a:cubicBezTo>
                    <a:cubicBezTo>
                      <a:pt x="203" y="523"/>
                      <a:pt x="203" y="523"/>
                      <a:pt x="203" y="523"/>
                    </a:cubicBezTo>
                    <a:cubicBezTo>
                      <a:pt x="198" y="499"/>
                      <a:pt x="198" y="499"/>
                      <a:pt x="198" y="499"/>
                    </a:cubicBezTo>
                    <a:cubicBezTo>
                      <a:pt x="133" y="426"/>
                      <a:pt x="133" y="426"/>
                      <a:pt x="133" y="426"/>
                    </a:cubicBezTo>
                    <a:cubicBezTo>
                      <a:pt x="103" y="421"/>
                      <a:pt x="103" y="421"/>
                      <a:pt x="103" y="421"/>
                    </a:cubicBezTo>
                    <a:cubicBezTo>
                      <a:pt x="43" y="317"/>
                      <a:pt x="43" y="317"/>
                      <a:pt x="43" y="317"/>
                    </a:cubicBezTo>
                    <a:cubicBezTo>
                      <a:pt x="67" y="270"/>
                      <a:pt x="67" y="270"/>
                      <a:pt x="67" y="270"/>
                    </a:cubicBezTo>
                    <a:cubicBezTo>
                      <a:pt x="26" y="221"/>
                      <a:pt x="13" y="222"/>
                      <a:pt x="13" y="222"/>
                    </a:cubicBezTo>
                    <a:cubicBezTo>
                      <a:pt x="0" y="164"/>
                      <a:pt x="0" y="164"/>
                      <a:pt x="0" y="164"/>
                    </a:cubicBezTo>
                    <a:cubicBezTo>
                      <a:pt x="12" y="164"/>
                      <a:pt x="12" y="164"/>
                      <a:pt x="12" y="164"/>
                    </a:cubicBezTo>
                    <a:cubicBezTo>
                      <a:pt x="32" y="193"/>
                      <a:pt x="32" y="193"/>
                      <a:pt x="32" y="193"/>
                    </a:cubicBezTo>
                    <a:cubicBezTo>
                      <a:pt x="30" y="206"/>
                      <a:pt x="30" y="206"/>
                      <a:pt x="30" y="206"/>
                    </a:cubicBezTo>
                    <a:cubicBezTo>
                      <a:pt x="43" y="208"/>
                      <a:pt x="43" y="208"/>
                      <a:pt x="43" y="208"/>
                    </a:cubicBezTo>
                    <a:cubicBezTo>
                      <a:pt x="51" y="171"/>
                      <a:pt x="51" y="171"/>
                      <a:pt x="51" y="171"/>
                    </a:cubicBezTo>
                    <a:cubicBezTo>
                      <a:pt x="84" y="146"/>
                      <a:pt x="84" y="146"/>
                      <a:pt x="84" y="146"/>
                    </a:cubicBezTo>
                    <a:cubicBezTo>
                      <a:pt x="156" y="142"/>
                      <a:pt x="156" y="142"/>
                      <a:pt x="156" y="142"/>
                    </a:cubicBezTo>
                    <a:cubicBezTo>
                      <a:pt x="232" y="101"/>
                      <a:pt x="232" y="101"/>
                      <a:pt x="232" y="101"/>
                    </a:cubicBezTo>
                    <a:cubicBezTo>
                      <a:pt x="253" y="106"/>
                      <a:pt x="253" y="106"/>
                      <a:pt x="253" y="106"/>
                    </a:cubicBezTo>
                    <a:cubicBezTo>
                      <a:pt x="267" y="81"/>
                      <a:pt x="267" y="81"/>
                      <a:pt x="267" y="81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63" y="49"/>
                      <a:pt x="363" y="49"/>
                      <a:pt x="363" y="49"/>
                    </a:cubicBezTo>
                    <a:cubicBezTo>
                      <a:pt x="414" y="47"/>
                      <a:pt x="414" y="47"/>
                      <a:pt x="414" y="47"/>
                    </a:cubicBezTo>
                    <a:cubicBezTo>
                      <a:pt x="415" y="35"/>
                      <a:pt x="415" y="35"/>
                      <a:pt x="415" y="35"/>
                    </a:cubicBezTo>
                    <a:cubicBezTo>
                      <a:pt x="395" y="10"/>
                      <a:pt x="395" y="10"/>
                      <a:pt x="395" y="10"/>
                    </a:cubicBezTo>
                    <a:cubicBezTo>
                      <a:pt x="405" y="0"/>
                      <a:pt x="405" y="0"/>
                      <a:pt x="405" y="0"/>
                    </a:cubicBezTo>
                    <a:cubicBezTo>
                      <a:pt x="459" y="20"/>
                      <a:pt x="459" y="20"/>
                      <a:pt x="459" y="20"/>
                    </a:cubicBezTo>
                    <a:cubicBezTo>
                      <a:pt x="459" y="54"/>
                      <a:pt x="459" y="54"/>
                      <a:pt x="459" y="54"/>
                    </a:cubicBezTo>
                    <a:cubicBezTo>
                      <a:pt x="482" y="66"/>
                      <a:pt x="482" y="66"/>
                      <a:pt x="482" y="66"/>
                    </a:cubicBezTo>
                    <a:cubicBezTo>
                      <a:pt x="521" y="50"/>
                      <a:pt x="521" y="50"/>
                      <a:pt x="521" y="50"/>
                    </a:cubicBezTo>
                    <a:cubicBezTo>
                      <a:pt x="522" y="21"/>
                      <a:pt x="522" y="21"/>
                      <a:pt x="522" y="21"/>
                    </a:cubicBezTo>
                    <a:cubicBezTo>
                      <a:pt x="552" y="21"/>
                      <a:pt x="552" y="21"/>
                      <a:pt x="552" y="21"/>
                    </a:cubicBezTo>
                    <a:cubicBezTo>
                      <a:pt x="580" y="41"/>
                      <a:pt x="580" y="41"/>
                      <a:pt x="580" y="41"/>
                    </a:cubicBezTo>
                    <a:cubicBezTo>
                      <a:pt x="589" y="75"/>
                      <a:pt x="589" y="75"/>
                      <a:pt x="589" y="75"/>
                    </a:cubicBezTo>
                    <a:cubicBezTo>
                      <a:pt x="658" y="87"/>
                      <a:pt x="658" y="87"/>
                      <a:pt x="658" y="87"/>
                    </a:cubicBezTo>
                    <a:cubicBezTo>
                      <a:pt x="697" y="123"/>
                      <a:pt x="697" y="123"/>
                      <a:pt x="697" y="123"/>
                    </a:cubicBezTo>
                    <a:cubicBezTo>
                      <a:pt x="722" y="111"/>
                      <a:pt x="722" y="111"/>
                      <a:pt x="722" y="111"/>
                    </a:cubicBezTo>
                    <a:cubicBezTo>
                      <a:pt x="775" y="127"/>
                      <a:pt x="775" y="127"/>
                      <a:pt x="775" y="127"/>
                    </a:cubicBezTo>
                    <a:cubicBezTo>
                      <a:pt x="740" y="169"/>
                      <a:pt x="740" y="169"/>
                      <a:pt x="740" y="169"/>
                    </a:cubicBezTo>
                    <a:cubicBezTo>
                      <a:pt x="744" y="193"/>
                      <a:pt x="744" y="193"/>
                      <a:pt x="744" y="193"/>
                    </a:cubicBezTo>
                    <a:cubicBezTo>
                      <a:pt x="791" y="209"/>
                      <a:pt x="791" y="209"/>
                      <a:pt x="791" y="209"/>
                    </a:cubicBezTo>
                    <a:cubicBezTo>
                      <a:pt x="791" y="225"/>
                      <a:pt x="791" y="225"/>
                      <a:pt x="791" y="225"/>
                    </a:cubicBezTo>
                    <a:cubicBezTo>
                      <a:pt x="793" y="233"/>
                      <a:pt x="793" y="233"/>
                      <a:pt x="793" y="233"/>
                    </a:cubicBezTo>
                    <a:cubicBezTo>
                      <a:pt x="791" y="239"/>
                      <a:pt x="791" y="239"/>
                      <a:pt x="791" y="239"/>
                    </a:cubicBezTo>
                    <a:cubicBezTo>
                      <a:pt x="819" y="257"/>
                      <a:pt x="819" y="257"/>
                      <a:pt x="819" y="257"/>
                    </a:cubicBezTo>
                    <a:cubicBezTo>
                      <a:pt x="874" y="220"/>
                      <a:pt x="874" y="220"/>
                      <a:pt x="874" y="220"/>
                    </a:cubicBezTo>
                    <a:cubicBezTo>
                      <a:pt x="846" y="171"/>
                      <a:pt x="846" y="171"/>
                      <a:pt x="846" y="171"/>
                    </a:cubicBezTo>
                    <a:cubicBezTo>
                      <a:pt x="868" y="168"/>
                      <a:pt x="868" y="168"/>
                      <a:pt x="868" y="168"/>
                    </a:cubicBezTo>
                    <a:cubicBezTo>
                      <a:pt x="951" y="217"/>
                      <a:pt x="951" y="217"/>
                      <a:pt x="951" y="217"/>
                    </a:cubicBezTo>
                    <a:cubicBezTo>
                      <a:pt x="951" y="217"/>
                      <a:pt x="999" y="206"/>
                      <a:pt x="999" y="206"/>
                    </a:cubicBezTo>
                    <a:cubicBezTo>
                      <a:pt x="1000" y="206"/>
                      <a:pt x="1009" y="228"/>
                      <a:pt x="1009" y="228"/>
                    </a:cubicBezTo>
                    <a:cubicBezTo>
                      <a:pt x="983" y="245"/>
                      <a:pt x="983" y="245"/>
                      <a:pt x="983" y="245"/>
                    </a:cubicBezTo>
                    <a:cubicBezTo>
                      <a:pt x="1034" y="294"/>
                      <a:pt x="1034" y="294"/>
                      <a:pt x="1034" y="294"/>
                    </a:cubicBezTo>
                    <a:cubicBezTo>
                      <a:pt x="1072" y="283"/>
                      <a:pt x="1072" y="283"/>
                      <a:pt x="1072" y="283"/>
                    </a:cubicBezTo>
                    <a:cubicBezTo>
                      <a:pt x="1097" y="299"/>
                      <a:pt x="1097" y="299"/>
                      <a:pt x="1097" y="299"/>
                    </a:cubicBezTo>
                    <a:cubicBezTo>
                      <a:pt x="1152" y="308"/>
                      <a:pt x="1152" y="308"/>
                      <a:pt x="1152" y="308"/>
                    </a:cubicBezTo>
                    <a:cubicBezTo>
                      <a:pt x="1152" y="330"/>
                      <a:pt x="1152" y="330"/>
                      <a:pt x="1152" y="330"/>
                    </a:cubicBezTo>
                    <a:cubicBezTo>
                      <a:pt x="1181" y="369"/>
                      <a:pt x="1181" y="369"/>
                      <a:pt x="1181" y="369"/>
                    </a:cubicBezTo>
                    <a:cubicBezTo>
                      <a:pt x="1197" y="372"/>
                      <a:pt x="1197" y="372"/>
                      <a:pt x="1197" y="372"/>
                    </a:cubicBezTo>
                    <a:lnTo>
                      <a:pt x="1201" y="40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8" name="Freeform 2621">
                <a:extLst>
                  <a:ext uri="{FF2B5EF4-FFF2-40B4-BE49-F238E27FC236}">
                    <a16:creationId xmlns:a16="http://schemas.microsoft.com/office/drawing/2014/main" id="{8B5A24C0-1283-4BD2-9341-EBCB6CFE8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814"/>
                <a:ext cx="578" cy="276"/>
              </a:xfrm>
              <a:custGeom>
                <a:avLst/>
                <a:gdLst>
                  <a:gd name="T0" fmla="*/ 1364 w 1420"/>
                  <a:gd name="T1" fmla="*/ 346 h 676"/>
                  <a:gd name="T2" fmla="*/ 1371 w 1420"/>
                  <a:gd name="T3" fmla="*/ 316 h 676"/>
                  <a:gd name="T4" fmla="*/ 1354 w 1420"/>
                  <a:gd name="T5" fmla="*/ 301 h 676"/>
                  <a:gd name="T6" fmla="*/ 1345 w 1420"/>
                  <a:gd name="T7" fmla="*/ 336 h 676"/>
                  <a:gd name="T8" fmla="*/ 1288 w 1420"/>
                  <a:gd name="T9" fmla="*/ 347 h 676"/>
                  <a:gd name="T10" fmla="*/ 1292 w 1420"/>
                  <a:gd name="T11" fmla="*/ 420 h 676"/>
                  <a:gd name="T12" fmla="*/ 1290 w 1420"/>
                  <a:gd name="T13" fmla="*/ 528 h 676"/>
                  <a:gd name="T14" fmla="*/ 1205 w 1420"/>
                  <a:gd name="T15" fmla="*/ 558 h 676"/>
                  <a:gd name="T16" fmla="*/ 1214 w 1420"/>
                  <a:gd name="T17" fmla="*/ 601 h 676"/>
                  <a:gd name="T18" fmla="*/ 1167 w 1420"/>
                  <a:gd name="T19" fmla="*/ 600 h 676"/>
                  <a:gd name="T20" fmla="*/ 1086 w 1420"/>
                  <a:gd name="T21" fmla="*/ 609 h 676"/>
                  <a:gd name="T22" fmla="*/ 930 w 1420"/>
                  <a:gd name="T23" fmla="*/ 676 h 676"/>
                  <a:gd name="T24" fmla="*/ 801 w 1420"/>
                  <a:gd name="T25" fmla="*/ 634 h 676"/>
                  <a:gd name="T26" fmla="*/ 649 w 1420"/>
                  <a:gd name="T27" fmla="*/ 611 h 676"/>
                  <a:gd name="T28" fmla="*/ 473 w 1420"/>
                  <a:gd name="T29" fmla="*/ 489 h 676"/>
                  <a:gd name="T30" fmla="*/ 406 w 1420"/>
                  <a:gd name="T31" fmla="*/ 492 h 676"/>
                  <a:gd name="T32" fmla="*/ 261 w 1420"/>
                  <a:gd name="T33" fmla="*/ 529 h 676"/>
                  <a:gd name="T34" fmla="*/ 164 w 1420"/>
                  <a:gd name="T35" fmla="*/ 502 h 676"/>
                  <a:gd name="T36" fmla="*/ 124 w 1420"/>
                  <a:gd name="T37" fmla="*/ 486 h 676"/>
                  <a:gd name="T38" fmla="*/ 62 w 1420"/>
                  <a:gd name="T39" fmla="*/ 477 h 676"/>
                  <a:gd name="T40" fmla="*/ 10 w 1420"/>
                  <a:gd name="T41" fmla="*/ 435 h 676"/>
                  <a:gd name="T42" fmla="*/ 25 w 1420"/>
                  <a:gd name="T43" fmla="*/ 338 h 676"/>
                  <a:gd name="T44" fmla="*/ 13 w 1420"/>
                  <a:gd name="T45" fmla="*/ 324 h 676"/>
                  <a:gd name="T46" fmla="*/ 42 w 1420"/>
                  <a:gd name="T47" fmla="*/ 321 h 676"/>
                  <a:gd name="T48" fmla="*/ 60 w 1420"/>
                  <a:gd name="T49" fmla="*/ 306 h 676"/>
                  <a:gd name="T50" fmla="*/ 118 w 1420"/>
                  <a:gd name="T51" fmla="*/ 363 h 676"/>
                  <a:gd name="T52" fmla="*/ 170 w 1420"/>
                  <a:gd name="T53" fmla="*/ 309 h 676"/>
                  <a:gd name="T54" fmla="*/ 377 w 1420"/>
                  <a:gd name="T55" fmla="*/ 353 h 676"/>
                  <a:gd name="T56" fmla="*/ 496 w 1420"/>
                  <a:gd name="T57" fmla="*/ 302 h 676"/>
                  <a:gd name="T58" fmla="*/ 608 w 1420"/>
                  <a:gd name="T59" fmla="*/ 341 h 676"/>
                  <a:gd name="T60" fmla="*/ 641 w 1420"/>
                  <a:gd name="T61" fmla="*/ 312 h 676"/>
                  <a:gd name="T62" fmla="*/ 669 w 1420"/>
                  <a:gd name="T63" fmla="*/ 176 h 676"/>
                  <a:gd name="T64" fmla="*/ 731 w 1420"/>
                  <a:gd name="T65" fmla="*/ 155 h 676"/>
                  <a:gd name="T66" fmla="*/ 751 w 1420"/>
                  <a:gd name="T67" fmla="*/ 117 h 676"/>
                  <a:gd name="T68" fmla="*/ 767 w 1420"/>
                  <a:gd name="T69" fmla="*/ 104 h 676"/>
                  <a:gd name="T70" fmla="*/ 796 w 1420"/>
                  <a:gd name="T71" fmla="*/ 117 h 676"/>
                  <a:gd name="T72" fmla="*/ 824 w 1420"/>
                  <a:gd name="T73" fmla="*/ 60 h 676"/>
                  <a:gd name="T74" fmla="*/ 897 w 1420"/>
                  <a:gd name="T75" fmla="*/ 108 h 676"/>
                  <a:gd name="T76" fmla="*/ 995 w 1420"/>
                  <a:gd name="T77" fmla="*/ 66 h 676"/>
                  <a:gd name="T78" fmla="*/ 1040 w 1420"/>
                  <a:gd name="T79" fmla="*/ 0 h 676"/>
                  <a:gd name="T80" fmla="*/ 1198 w 1420"/>
                  <a:gd name="T81" fmla="*/ 39 h 676"/>
                  <a:gd name="T82" fmla="*/ 1317 w 1420"/>
                  <a:gd name="T83" fmla="*/ 55 h 676"/>
                  <a:gd name="T84" fmla="*/ 1371 w 1420"/>
                  <a:gd name="T85" fmla="*/ 175 h 676"/>
                  <a:gd name="T86" fmla="*/ 1420 w 1420"/>
                  <a:gd name="T87" fmla="*/ 273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20" h="676">
                    <a:moveTo>
                      <a:pt x="1420" y="273"/>
                    </a:moveTo>
                    <a:cubicBezTo>
                      <a:pt x="1401" y="341"/>
                      <a:pt x="1401" y="341"/>
                      <a:pt x="1401" y="341"/>
                    </a:cubicBezTo>
                    <a:cubicBezTo>
                      <a:pt x="1364" y="346"/>
                      <a:pt x="1364" y="346"/>
                      <a:pt x="1364" y="346"/>
                    </a:cubicBezTo>
                    <a:cubicBezTo>
                      <a:pt x="1362" y="343"/>
                      <a:pt x="1361" y="338"/>
                      <a:pt x="1361" y="336"/>
                    </a:cubicBezTo>
                    <a:cubicBezTo>
                      <a:pt x="1360" y="333"/>
                      <a:pt x="1359" y="330"/>
                      <a:pt x="1359" y="327"/>
                    </a:cubicBezTo>
                    <a:cubicBezTo>
                      <a:pt x="1360" y="320"/>
                      <a:pt x="1368" y="320"/>
                      <a:pt x="1371" y="316"/>
                    </a:cubicBezTo>
                    <a:cubicBezTo>
                      <a:pt x="1378" y="309"/>
                      <a:pt x="1383" y="292"/>
                      <a:pt x="1368" y="292"/>
                    </a:cubicBezTo>
                    <a:cubicBezTo>
                      <a:pt x="1365" y="292"/>
                      <a:pt x="1363" y="293"/>
                      <a:pt x="1361" y="294"/>
                    </a:cubicBezTo>
                    <a:cubicBezTo>
                      <a:pt x="1358" y="297"/>
                      <a:pt x="1356" y="297"/>
                      <a:pt x="1354" y="301"/>
                    </a:cubicBezTo>
                    <a:cubicBezTo>
                      <a:pt x="1353" y="305"/>
                      <a:pt x="1352" y="309"/>
                      <a:pt x="1352" y="313"/>
                    </a:cubicBezTo>
                    <a:cubicBezTo>
                      <a:pt x="1353" y="320"/>
                      <a:pt x="1350" y="323"/>
                      <a:pt x="1347" y="329"/>
                    </a:cubicBezTo>
                    <a:cubicBezTo>
                      <a:pt x="1347" y="331"/>
                      <a:pt x="1346" y="334"/>
                      <a:pt x="1345" y="336"/>
                    </a:cubicBezTo>
                    <a:cubicBezTo>
                      <a:pt x="1344" y="337"/>
                      <a:pt x="1343" y="338"/>
                      <a:pt x="1342" y="340"/>
                    </a:cubicBezTo>
                    <a:cubicBezTo>
                      <a:pt x="1318" y="327"/>
                      <a:pt x="1318" y="327"/>
                      <a:pt x="1318" y="327"/>
                    </a:cubicBezTo>
                    <a:cubicBezTo>
                      <a:pt x="1288" y="347"/>
                      <a:pt x="1288" y="347"/>
                      <a:pt x="1288" y="347"/>
                    </a:cubicBezTo>
                    <a:cubicBezTo>
                      <a:pt x="1341" y="371"/>
                      <a:pt x="1341" y="371"/>
                      <a:pt x="1341" y="371"/>
                    </a:cubicBezTo>
                    <a:cubicBezTo>
                      <a:pt x="1325" y="412"/>
                      <a:pt x="1325" y="412"/>
                      <a:pt x="1325" y="412"/>
                    </a:cubicBezTo>
                    <a:cubicBezTo>
                      <a:pt x="1292" y="420"/>
                      <a:pt x="1292" y="420"/>
                      <a:pt x="1292" y="420"/>
                    </a:cubicBezTo>
                    <a:cubicBezTo>
                      <a:pt x="1282" y="472"/>
                      <a:pt x="1282" y="472"/>
                      <a:pt x="1282" y="472"/>
                    </a:cubicBezTo>
                    <a:cubicBezTo>
                      <a:pt x="1294" y="481"/>
                      <a:pt x="1294" y="481"/>
                      <a:pt x="1294" y="481"/>
                    </a:cubicBezTo>
                    <a:cubicBezTo>
                      <a:pt x="1290" y="528"/>
                      <a:pt x="1290" y="528"/>
                      <a:pt x="1290" y="528"/>
                    </a:cubicBezTo>
                    <a:cubicBezTo>
                      <a:pt x="1263" y="519"/>
                      <a:pt x="1263" y="519"/>
                      <a:pt x="1263" y="519"/>
                    </a:cubicBezTo>
                    <a:cubicBezTo>
                      <a:pt x="1229" y="556"/>
                      <a:pt x="1229" y="556"/>
                      <a:pt x="1229" y="556"/>
                    </a:cubicBezTo>
                    <a:cubicBezTo>
                      <a:pt x="1205" y="558"/>
                      <a:pt x="1205" y="558"/>
                      <a:pt x="1205" y="558"/>
                    </a:cubicBezTo>
                    <a:cubicBezTo>
                      <a:pt x="1193" y="580"/>
                      <a:pt x="1193" y="580"/>
                      <a:pt x="1193" y="580"/>
                    </a:cubicBezTo>
                    <a:cubicBezTo>
                      <a:pt x="1210" y="591"/>
                      <a:pt x="1210" y="591"/>
                      <a:pt x="1210" y="591"/>
                    </a:cubicBezTo>
                    <a:cubicBezTo>
                      <a:pt x="1214" y="601"/>
                      <a:pt x="1214" y="601"/>
                      <a:pt x="1214" y="601"/>
                    </a:cubicBezTo>
                    <a:cubicBezTo>
                      <a:pt x="1207" y="609"/>
                      <a:pt x="1207" y="609"/>
                      <a:pt x="1207" y="609"/>
                    </a:cubicBezTo>
                    <a:cubicBezTo>
                      <a:pt x="1192" y="594"/>
                      <a:pt x="1192" y="594"/>
                      <a:pt x="1192" y="594"/>
                    </a:cubicBezTo>
                    <a:cubicBezTo>
                      <a:pt x="1167" y="600"/>
                      <a:pt x="1167" y="600"/>
                      <a:pt x="1167" y="600"/>
                    </a:cubicBezTo>
                    <a:cubicBezTo>
                      <a:pt x="1124" y="598"/>
                      <a:pt x="1124" y="598"/>
                      <a:pt x="1124" y="598"/>
                    </a:cubicBezTo>
                    <a:cubicBezTo>
                      <a:pt x="1101" y="623"/>
                      <a:pt x="1101" y="623"/>
                      <a:pt x="1101" y="623"/>
                    </a:cubicBezTo>
                    <a:cubicBezTo>
                      <a:pt x="1086" y="609"/>
                      <a:pt x="1086" y="609"/>
                      <a:pt x="1086" y="609"/>
                    </a:cubicBezTo>
                    <a:cubicBezTo>
                      <a:pt x="1010" y="607"/>
                      <a:pt x="1010" y="607"/>
                      <a:pt x="1010" y="607"/>
                    </a:cubicBezTo>
                    <a:cubicBezTo>
                      <a:pt x="933" y="658"/>
                      <a:pt x="933" y="658"/>
                      <a:pt x="933" y="658"/>
                    </a:cubicBezTo>
                    <a:cubicBezTo>
                      <a:pt x="930" y="676"/>
                      <a:pt x="930" y="676"/>
                      <a:pt x="930" y="676"/>
                    </a:cubicBezTo>
                    <a:cubicBezTo>
                      <a:pt x="907" y="658"/>
                      <a:pt x="907" y="658"/>
                      <a:pt x="907" y="658"/>
                    </a:cubicBezTo>
                    <a:cubicBezTo>
                      <a:pt x="845" y="655"/>
                      <a:pt x="845" y="655"/>
                      <a:pt x="845" y="655"/>
                    </a:cubicBezTo>
                    <a:cubicBezTo>
                      <a:pt x="801" y="634"/>
                      <a:pt x="801" y="634"/>
                      <a:pt x="801" y="634"/>
                    </a:cubicBezTo>
                    <a:cubicBezTo>
                      <a:pt x="761" y="637"/>
                      <a:pt x="761" y="637"/>
                      <a:pt x="761" y="637"/>
                    </a:cubicBezTo>
                    <a:cubicBezTo>
                      <a:pt x="709" y="614"/>
                      <a:pt x="709" y="614"/>
                      <a:pt x="709" y="614"/>
                    </a:cubicBezTo>
                    <a:cubicBezTo>
                      <a:pt x="649" y="611"/>
                      <a:pt x="649" y="611"/>
                      <a:pt x="649" y="611"/>
                    </a:cubicBezTo>
                    <a:cubicBezTo>
                      <a:pt x="649" y="611"/>
                      <a:pt x="583" y="585"/>
                      <a:pt x="525" y="575"/>
                    </a:cubicBezTo>
                    <a:cubicBezTo>
                      <a:pt x="525" y="575"/>
                      <a:pt x="502" y="530"/>
                      <a:pt x="475" y="515"/>
                    </a:cubicBezTo>
                    <a:cubicBezTo>
                      <a:pt x="473" y="489"/>
                      <a:pt x="473" y="489"/>
                      <a:pt x="473" y="489"/>
                    </a:cubicBezTo>
                    <a:cubicBezTo>
                      <a:pt x="493" y="474"/>
                      <a:pt x="493" y="474"/>
                      <a:pt x="493" y="474"/>
                    </a:cubicBezTo>
                    <a:cubicBezTo>
                      <a:pt x="481" y="462"/>
                      <a:pt x="481" y="462"/>
                      <a:pt x="481" y="462"/>
                    </a:cubicBezTo>
                    <a:cubicBezTo>
                      <a:pt x="406" y="492"/>
                      <a:pt x="406" y="492"/>
                      <a:pt x="406" y="492"/>
                    </a:cubicBezTo>
                    <a:cubicBezTo>
                      <a:pt x="349" y="476"/>
                      <a:pt x="349" y="476"/>
                      <a:pt x="349" y="476"/>
                    </a:cubicBezTo>
                    <a:cubicBezTo>
                      <a:pt x="293" y="480"/>
                      <a:pt x="293" y="480"/>
                      <a:pt x="293" y="480"/>
                    </a:cubicBezTo>
                    <a:cubicBezTo>
                      <a:pt x="261" y="529"/>
                      <a:pt x="261" y="529"/>
                      <a:pt x="261" y="529"/>
                    </a:cubicBezTo>
                    <a:cubicBezTo>
                      <a:pt x="209" y="529"/>
                      <a:pt x="209" y="529"/>
                      <a:pt x="209" y="529"/>
                    </a:cubicBezTo>
                    <a:cubicBezTo>
                      <a:pt x="192" y="501"/>
                      <a:pt x="192" y="501"/>
                      <a:pt x="192" y="501"/>
                    </a:cubicBezTo>
                    <a:cubicBezTo>
                      <a:pt x="164" y="502"/>
                      <a:pt x="164" y="502"/>
                      <a:pt x="164" y="502"/>
                    </a:cubicBezTo>
                    <a:cubicBezTo>
                      <a:pt x="164" y="479"/>
                      <a:pt x="164" y="479"/>
                      <a:pt x="164" y="479"/>
                    </a:cubicBezTo>
                    <a:cubicBezTo>
                      <a:pt x="140" y="464"/>
                      <a:pt x="140" y="464"/>
                      <a:pt x="140" y="464"/>
                    </a:cubicBezTo>
                    <a:cubicBezTo>
                      <a:pt x="124" y="486"/>
                      <a:pt x="124" y="486"/>
                      <a:pt x="124" y="486"/>
                    </a:cubicBezTo>
                    <a:cubicBezTo>
                      <a:pt x="105" y="483"/>
                      <a:pt x="105" y="483"/>
                      <a:pt x="105" y="483"/>
                    </a:cubicBezTo>
                    <a:cubicBezTo>
                      <a:pt x="83" y="499"/>
                      <a:pt x="83" y="499"/>
                      <a:pt x="83" y="499"/>
                    </a:cubicBezTo>
                    <a:cubicBezTo>
                      <a:pt x="62" y="477"/>
                      <a:pt x="62" y="477"/>
                      <a:pt x="62" y="477"/>
                    </a:cubicBezTo>
                    <a:cubicBezTo>
                      <a:pt x="44" y="473"/>
                      <a:pt x="44" y="473"/>
                      <a:pt x="44" y="473"/>
                    </a:cubicBezTo>
                    <a:cubicBezTo>
                      <a:pt x="45" y="451"/>
                      <a:pt x="45" y="451"/>
                      <a:pt x="45" y="451"/>
                    </a:cubicBezTo>
                    <a:cubicBezTo>
                      <a:pt x="10" y="435"/>
                      <a:pt x="10" y="435"/>
                      <a:pt x="10" y="435"/>
                    </a:cubicBezTo>
                    <a:cubicBezTo>
                      <a:pt x="13" y="412"/>
                      <a:pt x="13" y="412"/>
                      <a:pt x="13" y="412"/>
                    </a:cubicBezTo>
                    <a:cubicBezTo>
                      <a:pt x="0" y="376"/>
                      <a:pt x="0" y="376"/>
                      <a:pt x="0" y="376"/>
                    </a:cubicBezTo>
                    <a:cubicBezTo>
                      <a:pt x="25" y="338"/>
                      <a:pt x="25" y="338"/>
                      <a:pt x="25" y="338"/>
                    </a:cubicBezTo>
                    <a:cubicBezTo>
                      <a:pt x="7" y="327"/>
                      <a:pt x="7" y="327"/>
                      <a:pt x="7" y="327"/>
                    </a:cubicBezTo>
                    <a:cubicBezTo>
                      <a:pt x="7" y="323"/>
                      <a:pt x="7" y="323"/>
                      <a:pt x="7" y="323"/>
                    </a:cubicBezTo>
                    <a:cubicBezTo>
                      <a:pt x="9" y="323"/>
                      <a:pt x="11" y="324"/>
                      <a:pt x="13" y="324"/>
                    </a:cubicBezTo>
                    <a:cubicBezTo>
                      <a:pt x="16" y="324"/>
                      <a:pt x="20" y="324"/>
                      <a:pt x="23" y="324"/>
                    </a:cubicBezTo>
                    <a:cubicBezTo>
                      <a:pt x="27" y="324"/>
                      <a:pt x="30" y="324"/>
                      <a:pt x="34" y="324"/>
                    </a:cubicBezTo>
                    <a:cubicBezTo>
                      <a:pt x="37" y="324"/>
                      <a:pt x="41" y="323"/>
                      <a:pt x="42" y="321"/>
                    </a:cubicBezTo>
                    <a:cubicBezTo>
                      <a:pt x="44" y="318"/>
                      <a:pt x="43" y="314"/>
                      <a:pt x="41" y="312"/>
                    </a:cubicBezTo>
                    <a:cubicBezTo>
                      <a:pt x="39" y="309"/>
                      <a:pt x="36" y="308"/>
                      <a:pt x="34" y="307"/>
                    </a:cubicBezTo>
                    <a:cubicBezTo>
                      <a:pt x="60" y="306"/>
                      <a:pt x="60" y="306"/>
                      <a:pt x="60" y="306"/>
                    </a:cubicBezTo>
                    <a:cubicBezTo>
                      <a:pt x="95" y="333"/>
                      <a:pt x="95" y="333"/>
                      <a:pt x="95" y="333"/>
                    </a:cubicBezTo>
                    <a:cubicBezTo>
                      <a:pt x="91" y="354"/>
                      <a:pt x="91" y="354"/>
                      <a:pt x="91" y="354"/>
                    </a:cubicBezTo>
                    <a:cubicBezTo>
                      <a:pt x="118" y="363"/>
                      <a:pt x="118" y="363"/>
                      <a:pt x="118" y="363"/>
                    </a:cubicBezTo>
                    <a:cubicBezTo>
                      <a:pt x="121" y="391"/>
                      <a:pt x="121" y="391"/>
                      <a:pt x="121" y="391"/>
                    </a:cubicBezTo>
                    <a:cubicBezTo>
                      <a:pt x="177" y="355"/>
                      <a:pt x="177" y="355"/>
                      <a:pt x="177" y="355"/>
                    </a:cubicBezTo>
                    <a:cubicBezTo>
                      <a:pt x="170" y="309"/>
                      <a:pt x="170" y="309"/>
                      <a:pt x="170" y="309"/>
                    </a:cubicBezTo>
                    <a:cubicBezTo>
                      <a:pt x="253" y="333"/>
                      <a:pt x="253" y="333"/>
                      <a:pt x="253" y="333"/>
                    </a:cubicBezTo>
                    <a:cubicBezTo>
                      <a:pt x="277" y="368"/>
                      <a:pt x="277" y="368"/>
                      <a:pt x="277" y="368"/>
                    </a:cubicBezTo>
                    <a:cubicBezTo>
                      <a:pt x="377" y="353"/>
                      <a:pt x="377" y="353"/>
                      <a:pt x="377" y="353"/>
                    </a:cubicBezTo>
                    <a:cubicBezTo>
                      <a:pt x="392" y="331"/>
                      <a:pt x="392" y="331"/>
                      <a:pt x="392" y="331"/>
                    </a:cubicBezTo>
                    <a:cubicBezTo>
                      <a:pt x="506" y="327"/>
                      <a:pt x="506" y="327"/>
                      <a:pt x="506" y="327"/>
                    </a:cubicBezTo>
                    <a:cubicBezTo>
                      <a:pt x="496" y="302"/>
                      <a:pt x="496" y="302"/>
                      <a:pt x="496" y="302"/>
                    </a:cubicBezTo>
                    <a:cubicBezTo>
                      <a:pt x="562" y="328"/>
                      <a:pt x="562" y="328"/>
                      <a:pt x="562" y="328"/>
                    </a:cubicBezTo>
                    <a:cubicBezTo>
                      <a:pt x="605" y="318"/>
                      <a:pt x="605" y="318"/>
                      <a:pt x="605" y="318"/>
                    </a:cubicBezTo>
                    <a:cubicBezTo>
                      <a:pt x="608" y="341"/>
                      <a:pt x="608" y="341"/>
                      <a:pt x="608" y="341"/>
                    </a:cubicBezTo>
                    <a:cubicBezTo>
                      <a:pt x="647" y="381"/>
                      <a:pt x="647" y="381"/>
                      <a:pt x="647" y="381"/>
                    </a:cubicBezTo>
                    <a:cubicBezTo>
                      <a:pt x="667" y="320"/>
                      <a:pt x="667" y="320"/>
                      <a:pt x="667" y="320"/>
                    </a:cubicBezTo>
                    <a:cubicBezTo>
                      <a:pt x="641" y="312"/>
                      <a:pt x="641" y="312"/>
                      <a:pt x="641" y="312"/>
                    </a:cubicBezTo>
                    <a:cubicBezTo>
                      <a:pt x="661" y="275"/>
                      <a:pt x="661" y="275"/>
                      <a:pt x="661" y="275"/>
                    </a:cubicBezTo>
                    <a:cubicBezTo>
                      <a:pt x="640" y="249"/>
                      <a:pt x="626" y="212"/>
                      <a:pt x="626" y="212"/>
                    </a:cubicBezTo>
                    <a:cubicBezTo>
                      <a:pt x="669" y="176"/>
                      <a:pt x="669" y="176"/>
                      <a:pt x="669" y="176"/>
                    </a:cubicBezTo>
                    <a:cubicBezTo>
                      <a:pt x="711" y="170"/>
                      <a:pt x="711" y="170"/>
                      <a:pt x="711" y="170"/>
                    </a:cubicBezTo>
                    <a:cubicBezTo>
                      <a:pt x="727" y="155"/>
                      <a:pt x="727" y="155"/>
                      <a:pt x="727" y="155"/>
                    </a:cubicBezTo>
                    <a:cubicBezTo>
                      <a:pt x="731" y="155"/>
                      <a:pt x="731" y="155"/>
                      <a:pt x="731" y="155"/>
                    </a:cubicBezTo>
                    <a:cubicBezTo>
                      <a:pt x="741" y="152"/>
                      <a:pt x="741" y="152"/>
                      <a:pt x="741" y="152"/>
                    </a:cubicBezTo>
                    <a:cubicBezTo>
                      <a:pt x="741" y="133"/>
                      <a:pt x="741" y="133"/>
                      <a:pt x="741" y="133"/>
                    </a:cubicBezTo>
                    <a:cubicBezTo>
                      <a:pt x="751" y="117"/>
                      <a:pt x="751" y="117"/>
                      <a:pt x="751" y="117"/>
                    </a:cubicBezTo>
                    <a:cubicBezTo>
                      <a:pt x="752" y="101"/>
                      <a:pt x="752" y="101"/>
                      <a:pt x="752" y="101"/>
                    </a:cubicBezTo>
                    <a:cubicBezTo>
                      <a:pt x="762" y="97"/>
                      <a:pt x="762" y="97"/>
                      <a:pt x="762" y="97"/>
                    </a:cubicBezTo>
                    <a:cubicBezTo>
                      <a:pt x="767" y="104"/>
                      <a:pt x="767" y="104"/>
                      <a:pt x="767" y="104"/>
                    </a:cubicBezTo>
                    <a:cubicBezTo>
                      <a:pt x="783" y="104"/>
                      <a:pt x="783" y="104"/>
                      <a:pt x="783" y="104"/>
                    </a:cubicBezTo>
                    <a:cubicBezTo>
                      <a:pt x="792" y="116"/>
                      <a:pt x="792" y="116"/>
                      <a:pt x="792" y="116"/>
                    </a:cubicBezTo>
                    <a:cubicBezTo>
                      <a:pt x="796" y="117"/>
                      <a:pt x="796" y="117"/>
                      <a:pt x="796" y="117"/>
                    </a:cubicBezTo>
                    <a:cubicBezTo>
                      <a:pt x="814" y="96"/>
                      <a:pt x="814" y="96"/>
                      <a:pt x="814" y="96"/>
                    </a:cubicBezTo>
                    <a:cubicBezTo>
                      <a:pt x="816" y="85"/>
                      <a:pt x="816" y="85"/>
                      <a:pt x="816" y="85"/>
                    </a:cubicBezTo>
                    <a:cubicBezTo>
                      <a:pt x="824" y="60"/>
                      <a:pt x="824" y="60"/>
                      <a:pt x="824" y="60"/>
                    </a:cubicBezTo>
                    <a:cubicBezTo>
                      <a:pt x="854" y="76"/>
                      <a:pt x="854" y="76"/>
                      <a:pt x="854" y="76"/>
                    </a:cubicBezTo>
                    <a:cubicBezTo>
                      <a:pt x="855" y="93"/>
                      <a:pt x="855" y="93"/>
                      <a:pt x="855" y="93"/>
                    </a:cubicBezTo>
                    <a:cubicBezTo>
                      <a:pt x="897" y="108"/>
                      <a:pt x="897" y="108"/>
                      <a:pt x="897" y="108"/>
                    </a:cubicBezTo>
                    <a:cubicBezTo>
                      <a:pt x="924" y="95"/>
                      <a:pt x="924" y="95"/>
                      <a:pt x="924" y="95"/>
                    </a:cubicBezTo>
                    <a:cubicBezTo>
                      <a:pt x="974" y="104"/>
                      <a:pt x="974" y="104"/>
                      <a:pt x="974" y="104"/>
                    </a:cubicBezTo>
                    <a:cubicBezTo>
                      <a:pt x="989" y="91"/>
                      <a:pt x="995" y="66"/>
                      <a:pt x="995" y="66"/>
                    </a:cubicBezTo>
                    <a:cubicBezTo>
                      <a:pt x="1023" y="61"/>
                      <a:pt x="1023" y="61"/>
                      <a:pt x="1023" y="61"/>
                    </a:cubicBezTo>
                    <a:cubicBezTo>
                      <a:pt x="1026" y="14"/>
                      <a:pt x="1026" y="14"/>
                      <a:pt x="1026" y="14"/>
                    </a:cubicBezTo>
                    <a:cubicBezTo>
                      <a:pt x="1040" y="0"/>
                      <a:pt x="1040" y="0"/>
                      <a:pt x="1040" y="0"/>
                    </a:cubicBezTo>
                    <a:cubicBezTo>
                      <a:pt x="1089" y="5"/>
                      <a:pt x="1089" y="5"/>
                      <a:pt x="1089" y="5"/>
                    </a:cubicBezTo>
                    <a:cubicBezTo>
                      <a:pt x="1154" y="38"/>
                      <a:pt x="1154" y="38"/>
                      <a:pt x="1154" y="38"/>
                    </a:cubicBezTo>
                    <a:cubicBezTo>
                      <a:pt x="1198" y="39"/>
                      <a:pt x="1198" y="39"/>
                      <a:pt x="1198" y="39"/>
                    </a:cubicBezTo>
                    <a:cubicBezTo>
                      <a:pt x="1223" y="63"/>
                      <a:pt x="1223" y="63"/>
                      <a:pt x="1223" y="63"/>
                    </a:cubicBezTo>
                    <a:cubicBezTo>
                      <a:pt x="1279" y="66"/>
                      <a:pt x="1279" y="66"/>
                      <a:pt x="1279" y="66"/>
                    </a:cubicBezTo>
                    <a:cubicBezTo>
                      <a:pt x="1317" y="55"/>
                      <a:pt x="1317" y="55"/>
                      <a:pt x="1317" y="55"/>
                    </a:cubicBezTo>
                    <a:cubicBezTo>
                      <a:pt x="1386" y="88"/>
                      <a:pt x="1386" y="88"/>
                      <a:pt x="1386" y="88"/>
                    </a:cubicBezTo>
                    <a:cubicBezTo>
                      <a:pt x="1387" y="112"/>
                      <a:pt x="1387" y="112"/>
                      <a:pt x="1387" y="112"/>
                    </a:cubicBezTo>
                    <a:cubicBezTo>
                      <a:pt x="1371" y="175"/>
                      <a:pt x="1371" y="175"/>
                      <a:pt x="1371" y="175"/>
                    </a:cubicBezTo>
                    <a:cubicBezTo>
                      <a:pt x="1415" y="239"/>
                      <a:pt x="1415" y="239"/>
                      <a:pt x="1415" y="239"/>
                    </a:cubicBezTo>
                    <a:cubicBezTo>
                      <a:pt x="1420" y="272"/>
                      <a:pt x="1420" y="272"/>
                      <a:pt x="1420" y="272"/>
                    </a:cubicBezTo>
                    <a:lnTo>
                      <a:pt x="1420" y="27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9" name="Freeform 2622">
                <a:extLst>
                  <a:ext uri="{FF2B5EF4-FFF2-40B4-BE49-F238E27FC236}">
                    <a16:creationId xmlns:a16="http://schemas.microsoft.com/office/drawing/2014/main" id="{C2C260D5-875B-4BFA-8206-17AA6FEB8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657"/>
                <a:ext cx="8" cy="5"/>
              </a:xfrm>
              <a:custGeom>
                <a:avLst/>
                <a:gdLst>
                  <a:gd name="T0" fmla="*/ 1 w 20"/>
                  <a:gd name="T1" fmla="*/ 10 h 12"/>
                  <a:gd name="T2" fmla="*/ 5 w 20"/>
                  <a:gd name="T3" fmla="*/ 1 h 12"/>
                  <a:gd name="T4" fmla="*/ 14 w 20"/>
                  <a:gd name="T5" fmla="*/ 2 h 12"/>
                  <a:gd name="T6" fmla="*/ 16 w 20"/>
                  <a:gd name="T7" fmla="*/ 10 h 12"/>
                  <a:gd name="T8" fmla="*/ 8 w 20"/>
                  <a:gd name="T9" fmla="*/ 12 h 12"/>
                  <a:gd name="T10" fmla="*/ 1 w 20"/>
                  <a:gd name="T1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2">
                    <a:moveTo>
                      <a:pt x="1" y="10"/>
                    </a:moveTo>
                    <a:cubicBezTo>
                      <a:pt x="0" y="7"/>
                      <a:pt x="3" y="2"/>
                      <a:pt x="5" y="1"/>
                    </a:cubicBezTo>
                    <a:cubicBezTo>
                      <a:pt x="8" y="0"/>
                      <a:pt x="12" y="1"/>
                      <a:pt x="14" y="2"/>
                    </a:cubicBezTo>
                    <a:cubicBezTo>
                      <a:pt x="17" y="4"/>
                      <a:pt x="20" y="9"/>
                      <a:pt x="16" y="10"/>
                    </a:cubicBezTo>
                    <a:cubicBezTo>
                      <a:pt x="14" y="11"/>
                      <a:pt x="11" y="12"/>
                      <a:pt x="8" y="12"/>
                    </a:cubicBezTo>
                    <a:cubicBezTo>
                      <a:pt x="7" y="12"/>
                      <a:pt x="3" y="11"/>
                      <a:pt x="1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0" name="Freeform 2623">
                <a:extLst>
                  <a:ext uri="{FF2B5EF4-FFF2-40B4-BE49-F238E27FC236}">
                    <a16:creationId xmlns:a16="http://schemas.microsoft.com/office/drawing/2014/main" id="{C851694F-A06C-496E-82CA-1D9332C19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042"/>
                <a:ext cx="6" cy="2"/>
              </a:xfrm>
              <a:custGeom>
                <a:avLst/>
                <a:gdLst>
                  <a:gd name="T0" fmla="*/ 0 w 13"/>
                  <a:gd name="T1" fmla="*/ 3 h 7"/>
                  <a:gd name="T2" fmla="*/ 5 w 13"/>
                  <a:gd name="T3" fmla="*/ 6 h 7"/>
                  <a:gd name="T4" fmla="*/ 13 w 13"/>
                  <a:gd name="T5" fmla="*/ 2 h 7"/>
                  <a:gd name="T6" fmla="*/ 0 w 13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0" y="3"/>
                    </a:moveTo>
                    <a:cubicBezTo>
                      <a:pt x="0" y="5"/>
                      <a:pt x="3" y="5"/>
                      <a:pt x="5" y="6"/>
                    </a:cubicBezTo>
                    <a:cubicBezTo>
                      <a:pt x="8" y="7"/>
                      <a:pt x="13" y="6"/>
                      <a:pt x="13" y="2"/>
                    </a:cubicBezTo>
                    <a:cubicBezTo>
                      <a:pt x="11" y="2"/>
                      <a:pt x="0" y="0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1" name="Freeform 2624">
                <a:extLst>
                  <a:ext uri="{FF2B5EF4-FFF2-40B4-BE49-F238E27FC236}">
                    <a16:creationId xmlns:a16="http://schemas.microsoft.com/office/drawing/2014/main" id="{FD92EFD8-D68C-4092-9538-A42974E52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537"/>
                <a:ext cx="13" cy="16"/>
              </a:xfrm>
              <a:custGeom>
                <a:avLst/>
                <a:gdLst>
                  <a:gd name="T0" fmla="*/ 11 w 30"/>
                  <a:gd name="T1" fmla="*/ 34 h 39"/>
                  <a:gd name="T2" fmla="*/ 10 w 30"/>
                  <a:gd name="T3" fmla="*/ 35 h 39"/>
                  <a:gd name="T4" fmla="*/ 7 w 30"/>
                  <a:gd name="T5" fmla="*/ 38 h 39"/>
                  <a:gd name="T6" fmla="*/ 0 w 30"/>
                  <a:gd name="T7" fmla="*/ 34 h 39"/>
                  <a:gd name="T8" fmla="*/ 2 w 30"/>
                  <a:gd name="T9" fmla="*/ 30 h 39"/>
                  <a:gd name="T10" fmla="*/ 3 w 30"/>
                  <a:gd name="T11" fmla="*/ 25 h 39"/>
                  <a:gd name="T12" fmla="*/ 4 w 30"/>
                  <a:gd name="T13" fmla="*/ 9 h 39"/>
                  <a:gd name="T14" fmla="*/ 2 w 30"/>
                  <a:gd name="T15" fmla="*/ 3 h 39"/>
                  <a:gd name="T16" fmla="*/ 2 w 30"/>
                  <a:gd name="T17" fmla="*/ 1 h 39"/>
                  <a:gd name="T18" fmla="*/ 6 w 30"/>
                  <a:gd name="T19" fmla="*/ 1 h 39"/>
                  <a:gd name="T20" fmla="*/ 12 w 30"/>
                  <a:gd name="T21" fmla="*/ 1 h 39"/>
                  <a:gd name="T22" fmla="*/ 20 w 30"/>
                  <a:gd name="T23" fmla="*/ 9 h 39"/>
                  <a:gd name="T24" fmla="*/ 19 w 30"/>
                  <a:gd name="T25" fmla="*/ 18 h 39"/>
                  <a:gd name="T26" fmla="*/ 23 w 30"/>
                  <a:gd name="T27" fmla="*/ 18 h 39"/>
                  <a:gd name="T28" fmla="*/ 28 w 30"/>
                  <a:gd name="T29" fmla="*/ 16 h 39"/>
                  <a:gd name="T30" fmla="*/ 30 w 30"/>
                  <a:gd name="T31" fmla="*/ 20 h 39"/>
                  <a:gd name="T32" fmla="*/ 27 w 30"/>
                  <a:gd name="T33" fmla="*/ 23 h 39"/>
                  <a:gd name="T34" fmla="*/ 22 w 30"/>
                  <a:gd name="T35" fmla="*/ 27 h 39"/>
                  <a:gd name="T36" fmla="*/ 20 w 30"/>
                  <a:gd name="T37" fmla="*/ 27 h 39"/>
                  <a:gd name="T38" fmla="*/ 18 w 30"/>
                  <a:gd name="T39" fmla="*/ 29 h 39"/>
                  <a:gd name="T40" fmla="*/ 16 w 30"/>
                  <a:gd name="T41" fmla="*/ 31 h 39"/>
                  <a:gd name="T42" fmla="*/ 11 w 30"/>
                  <a:gd name="T43" fmla="*/ 3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39">
                    <a:moveTo>
                      <a:pt x="11" y="34"/>
                    </a:move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6"/>
                      <a:pt x="8" y="38"/>
                      <a:pt x="7" y="38"/>
                    </a:cubicBezTo>
                    <a:cubicBezTo>
                      <a:pt x="4" y="39"/>
                      <a:pt x="0" y="38"/>
                      <a:pt x="0" y="34"/>
                    </a:cubicBezTo>
                    <a:cubicBezTo>
                      <a:pt x="0" y="33"/>
                      <a:pt x="1" y="31"/>
                      <a:pt x="2" y="30"/>
                    </a:cubicBezTo>
                    <a:cubicBezTo>
                      <a:pt x="4" y="28"/>
                      <a:pt x="4" y="27"/>
                      <a:pt x="3" y="25"/>
                    </a:cubicBezTo>
                    <a:cubicBezTo>
                      <a:pt x="3" y="20"/>
                      <a:pt x="5" y="14"/>
                      <a:pt x="4" y="9"/>
                    </a:cubicBezTo>
                    <a:cubicBezTo>
                      <a:pt x="4" y="7"/>
                      <a:pt x="2" y="5"/>
                      <a:pt x="2" y="3"/>
                    </a:cubicBezTo>
                    <a:cubicBezTo>
                      <a:pt x="2" y="2"/>
                      <a:pt x="1" y="2"/>
                      <a:pt x="2" y="1"/>
                    </a:cubicBezTo>
                    <a:cubicBezTo>
                      <a:pt x="3" y="1"/>
                      <a:pt x="5" y="1"/>
                      <a:pt x="6" y="1"/>
                    </a:cubicBezTo>
                    <a:cubicBezTo>
                      <a:pt x="8" y="1"/>
                      <a:pt x="11" y="0"/>
                      <a:pt x="12" y="1"/>
                    </a:cubicBezTo>
                    <a:cubicBezTo>
                      <a:pt x="15" y="2"/>
                      <a:pt x="19" y="5"/>
                      <a:pt x="20" y="9"/>
                    </a:cubicBezTo>
                    <a:cubicBezTo>
                      <a:pt x="21" y="12"/>
                      <a:pt x="18" y="15"/>
                      <a:pt x="19" y="18"/>
                    </a:cubicBezTo>
                    <a:cubicBezTo>
                      <a:pt x="20" y="20"/>
                      <a:pt x="22" y="20"/>
                      <a:pt x="23" y="18"/>
                    </a:cubicBezTo>
                    <a:cubicBezTo>
                      <a:pt x="25" y="17"/>
                      <a:pt x="26" y="16"/>
                      <a:pt x="28" y="16"/>
                    </a:cubicBezTo>
                    <a:cubicBezTo>
                      <a:pt x="30" y="16"/>
                      <a:pt x="30" y="19"/>
                      <a:pt x="30" y="20"/>
                    </a:cubicBezTo>
                    <a:cubicBezTo>
                      <a:pt x="29" y="22"/>
                      <a:pt x="28" y="22"/>
                      <a:pt x="27" y="23"/>
                    </a:cubicBezTo>
                    <a:cubicBezTo>
                      <a:pt x="25" y="24"/>
                      <a:pt x="24" y="26"/>
                      <a:pt x="22" y="27"/>
                    </a:cubicBezTo>
                    <a:cubicBezTo>
                      <a:pt x="21" y="27"/>
                      <a:pt x="21" y="27"/>
                      <a:pt x="20" y="27"/>
                    </a:cubicBezTo>
                    <a:cubicBezTo>
                      <a:pt x="19" y="28"/>
                      <a:pt x="18" y="28"/>
                      <a:pt x="18" y="29"/>
                    </a:cubicBezTo>
                    <a:cubicBezTo>
                      <a:pt x="17" y="29"/>
                      <a:pt x="16" y="30"/>
                      <a:pt x="16" y="31"/>
                    </a:cubicBezTo>
                    <a:cubicBezTo>
                      <a:pt x="14" y="32"/>
                      <a:pt x="12" y="32"/>
                      <a:pt x="11" y="3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2" name="Freeform 2625">
                <a:extLst>
                  <a:ext uri="{FF2B5EF4-FFF2-40B4-BE49-F238E27FC236}">
                    <a16:creationId xmlns:a16="http://schemas.microsoft.com/office/drawing/2014/main" id="{0A101A4B-D919-4C82-892F-89138AF2F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474"/>
                <a:ext cx="4" cy="5"/>
              </a:xfrm>
              <a:custGeom>
                <a:avLst/>
                <a:gdLst>
                  <a:gd name="T0" fmla="*/ 5 w 9"/>
                  <a:gd name="T1" fmla="*/ 3 h 14"/>
                  <a:gd name="T2" fmla="*/ 9 w 9"/>
                  <a:gd name="T3" fmla="*/ 11 h 14"/>
                  <a:gd name="T4" fmla="*/ 8 w 9"/>
                  <a:gd name="T5" fmla="*/ 13 h 14"/>
                  <a:gd name="T6" fmla="*/ 6 w 9"/>
                  <a:gd name="T7" fmla="*/ 12 h 14"/>
                  <a:gd name="T8" fmla="*/ 2 w 9"/>
                  <a:gd name="T9" fmla="*/ 7 h 14"/>
                  <a:gd name="T10" fmla="*/ 1 w 9"/>
                  <a:gd name="T11" fmla="*/ 4 h 14"/>
                  <a:gd name="T12" fmla="*/ 5 w 9"/>
                  <a:gd name="T13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5" y="3"/>
                    </a:moveTo>
                    <a:cubicBezTo>
                      <a:pt x="7" y="5"/>
                      <a:pt x="9" y="8"/>
                      <a:pt x="9" y="11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7" y="14"/>
                      <a:pt x="6" y="12"/>
                      <a:pt x="6" y="12"/>
                    </a:cubicBezTo>
                    <a:cubicBezTo>
                      <a:pt x="5" y="10"/>
                      <a:pt x="4" y="9"/>
                      <a:pt x="2" y="7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0" y="1"/>
                      <a:pt x="3" y="0"/>
                      <a:pt x="5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3" name="Freeform 2626">
                <a:extLst>
                  <a:ext uri="{FF2B5EF4-FFF2-40B4-BE49-F238E27FC236}">
                    <a16:creationId xmlns:a16="http://schemas.microsoft.com/office/drawing/2014/main" id="{F274DF92-044F-4E1E-9B46-A5F900D83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527"/>
                <a:ext cx="5" cy="6"/>
              </a:xfrm>
              <a:custGeom>
                <a:avLst/>
                <a:gdLst>
                  <a:gd name="T0" fmla="*/ 11 w 12"/>
                  <a:gd name="T1" fmla="*/ 9 h 17"/>
                  <a:gd name="T2" fmla="*/ 11 w 12"/>
                  <a:gd name="T3" fmla="*/ 6 h 17"/>
                  <a:gd name="T4" fmla="*/ 11 w 12"/>
                  <a:gd name="T5" fmla="*/ 2 h 17"/>
                  <a:gd name="T6" fmla="*/ 7 w 12"/>
                  <a:gd name="T7" fmla="*/ 0 h 17"/>
                  <a:gd name="T8" fmla="*/ 3 w 12"/>
                  <a:gd name="T9" fmla="*/ 1 h 17"/>
                  <a:gd name="T10" fmla="*/ 1 w 12"/>
                  <a:gd name="T11" fmla="*/ 11 h 17"/>
                  <a:gd name="T12" fmla="*/ 2 w 12"/>
                  <a:gd name="T13" fmla="*/ 16 h 17"/>
                  <a:gd name="T14" fmla="*/ 7 w 12"/>
                  <a:gd name="T15" fmla="*/ 14 h 17"/>
                  <a:gd name="T16" fmla="*/ 7 w 12"/>
                  <a:gd name="T17" fmla="*/ 12 h 17"/>
                  <a:gd name="T18" fmla="*/ 7 w 12"/>
                  <a:gd name="T19" fmla="*/ 10 h 17"/>
                  <a:gd name="T20" fmla="*/ 11 w 12"/>
                  <a:gd name="T21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7">
                    <a:moveTo>
                      <a:pt x="11" y="9"/>
                    </a:moveTo>
                    <a:cubicBezTo>
                      <a:pt x="12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1" y="2"/>
                    </a:cubicBezTo>
                    <a:cubicBezTo>
                      <a:pt x="10" y="1"/>
                      <a:pt x="9" y="1"/>
                      <a:pt x="7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0" y="4"/>
                      <a:pt x="1" y="8"/>
                      <a:pt x="1" y="11"/>
                    </a:cubicBezTo>
                    <a:cubicBezTo>
                      <a:pt x="1" y="13"/>
                      <a:pt x="1" y="15"/>
                      <a:pt x="2" y="16"/>
                    </a:cubicBezTo>
                    <a:cubicBezTo>
                      <a:pt x="4" y="17"/>
                      <a:pt x="7" y="16"/>
                      <a:pt x="7" y="14"/>
                    </a:cubicBezTo>
                    <a:cubicBezTo>
                      <a:pt x="7" y="13"/>
                      <a:pt x="7" y="12"/>
                      <a:pt x="7" y="12"/>
                    </a:cubicBezTo>
                    <a:cubicBezTo>
                      <a:pt x="7" y="11"/>
                      <a:pt x="6" y="11"/>
                      <a:pt x="7" y="10"/>
                    </a:cubicBezTo>
                    <a:cubicBezTo>
                      <a:pt x="8" y="10"/>
                      <a:pt x="10" y="10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4" name="Freeform 2627">
                <a:extLst>
                  <a:ext uri="{FF2B5EF4-FFF2-40B4-BE49-F238E27FC236}">
                    <a16:creationId xmlns:a16="http://schemas.microsoft.com/office/drawing/2014/main" id="{3063B9EB-1CF3-4076-A126-69900C110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478"/>
                <a:ext cx="4" cy="5"/>
              </a:xfrm>
              <a:custGeom>
                <a:avLst/>
                <a:gdLst>
                  <a:gd name="T0" fmla="*/ 7 w 8"/>
                  <a:gd name="T1" fmla="*/ 9 h 12"/>
                  <a:gd name="T2" fmla="*/ 7 w 8"/>
                  <a:gd name="T3" fmla="*/ 11 h 12"/>
                  <a:gd name="T4" fmla="*/ 4 w 8"/>
                  <a:gd name="T5" fmla="*/ 12 h 12"/>
                  <a:gd name="T6" fmla="*/ 2 w 8"/>
                  <a:gd name="T7" fmla="*/ 11 h 12"/>
                  <a:gd name="T8" fmla="*/ 0 w 8"/>
                  <a:gd name="T9" fmla="*/ 5 h 12"/>
                  <a:gd name="T10" fmla="*/ 2 w 8"/>
                  <a:gd name="T11" fmla="*/ 4 h 12"/>
                  <a:gd name="T12" fmla="*/ 5 w 8"/>
                  <a:gd name="T13" fmla="*/ 0 h 12"/>
                  <a:gd name="T14" fmla="*/ 7 w 8"/>
                  <a:gd name="T15" fmla="*/ 4 h 12"/>
                  <a:gd name="T16" fmla="*/ 7 w 8"/>
                  <a:gd name="T1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7" y="9"/>
                    </a:moveTo>
                    <a:cubicBezTo>
                      <a:pt x="7" y="10"/>
                      <a:pt x="7" y="11"/>
                      <a:pt x="7" y="11"/>
                    </a:cubicBezTo>
                    <a:cubicBezTo>
                      <a:pt x="6" y="12"/>
                      <a:pt x="5" y="12"/>
                      <a:pt x="4" y="12"/>
                    </a:cubicBezTo>
                    <a:cubicBezTo>
                      <a:pt x="4" y="11"/>
                      <a:pt x="3" y="11"/>
                      <a:pt x="2" y="11"/>
                    </a:cubicBezTo>
                    <a:cubicBezTo>
                      <a:pt x="0" y="10"/>
                      <a:pt x="0" y="7"/>
                      <a:pt x="0" y="5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3" y="3"/>
                      <a:pt x="4" y="0"/>
                      <a:pt x="5" y="0"/>
                    </a:cubicBezTo>
                    <a:cubicBezTo>
                      <a:pt x="7" y="0"/>
                      <a:pt x="7" y="3"/>
                      <a:pt x="7" y="4"/>
                    </a:cubicBezTo>
                    <a:cubicBezTo>
                      <a:pt x="7" y="6"/>
                      <a:pt x="8" y="7"/>
                      <a:pt x="7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5" name="Freeform 2628">
                <a:extLst>
                  <a:ext uri="{FF2B5EF4-FFF2-40B4-BE49-F238E27FC236}">
                    <a16:creationId xmlns:a16="http://schemas.microsoft.com/office/drawing/2014/main" id="{5E09B54E-7901-4BD2-8185-6C7FA1EB6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431"/>
                <a:ext cx="35" cy="27"/>
              </a:xfrm>
              <a:custGeom>
                <a:avLst/>
                <a:gdLst>
                  <a:gd name="T0" fmla="*/ 17 w 84"/>
                  <a:gd name="T1" fmla="*/ 52 h 65"/>
                  <a:gd name="T2" fmla="*/ 19 w 84"/>
                  <a:gd name="T3" fmla="*/ 43 h 65"/>
                  <a:gd name="T4" fmla="*/ 14 w 84"/>
                  <a:gd name="T5" fmla="*/ 45 h 65"/>
                  <a:gd name="T6" fmla="*/ 6 w 84"/>
                  <a:gd name="T7" fmla="*/ 45 h 65"/>
                  <a:gd name="T8" fmla="*/ 0 w 84"/>
                  <a:gd name="T9" fmla="*/ 38 h 65"/>
                  <a:gd name="T10" fmla="*/ 2 w 84"/>
                  <a:gd name="T11" fmla="*/ 28 h 65"/>
                  <a:gd name="T12" fmla="*/ 12 w 84"/>
                  <a:gd name="T13" fmla="*/ 29 h 65"/>
                  <a:gd name="T14" fmla="*/ 15 w 84"/>
                  <a:gd name="T15" fmla="*/ 19 h 65"/>
                  <a:gd name="T16" fmla="*/ 25 w 84"/>
                  <a:gd name="T17" fmla="*/ 23 h 65"/>
                  <a:gd name="T18" fmla="*/ 35 w 84"/>
                  <a:gd name="T19" fmla="*/ 28 h 65"/>
                  <a:gd name="T20" fmla="*/ 38 w 84"/>
                  <a:gd name="T21" fmla="*/ 24 h 65"/>
                  <a:gd name="T22" fmla="*/ 29 w 84"/>
                  <a:gd name="T23" fmla="*/ 19 h 65"/>
                  <a:gd name="T24" fmla="*/ 23 w 84"/>
                  <a:gd name="T25" fmla="*/ 15 h 65"/>
                  <a:gd name="T26" fmla="*/ 21 w 84"/>
                  <a:gd name="T27" fmla="*/ 8 h 65"/>
                  <a:gd name="T28" fmla="*/ 25 w 84"/>
                  <a:gd name="T29" fmla="*/ 3 h 65"/>
                  <a:gd name="T30" fmla="*/ 33 w 84"/>
                  <a:gd name="T31" fmla="*/ 6 h 65"/>
                  <a:gd name="T32" fmla="*/ 41 w 84"/>
                  <a:gd name="T33" fmla="*/ 4 h 65"/>
                  <a:gd name="T34" fmla="*/ 47 w 84"/>
                  <a:gd name="T35" fmla="*/ 16 h 65"/>
                  <a:gd name="T36" fmla="*/ 54 w 84"/>
                  <a:gd name="T37" fmla="*/ 12 h 65"/>
                  <a:gd name="T38" fmla="*/ 64 w 84"/>
                  <a:gd name="T39" fmla="*/ 13 h 65"/>
                  <a:gd name="T40" fmla="*/ 61 w 84"/>
                  <a:gd name="T41" fmla="*/ 21 h 65"/>
                  <a:gd name="T42" fmla="*/ 52 w 84"/>
                  <a:gd name="T43" fmla="*/ 29 h 65"/>
                  <a:gd name="T44" fmla="*/ 52 w 84"/>
                  <a:gd name="T45" fmla="*/ 33 h 65"/>
                  <a:gd name="T46" fmla="*/ 58 w 84"/>
                  <a:gd name="T47" fmla="*/ 40 h 65"/>
                  <a:gd name="T48" fmla="*/ 67 w 84"/>
                  <a:gd name="T49" fmla="*/ 39 h 65"/>
                  <a:gd name="T50" fmla="*/ 73 w 84"/>
                  <a:gd name="T51" fmla="*/ 35 h 65"/>
                  <a:gd name="T52" fmla="*/ 78 w 84"/>
                  <a:gd name="T53" fmla="*/ 30 h 65"/>
                  <a:gd name="T54" fmla="*/ 82 w 84"/>
                  <a:gd name="T55" fmla="*/ 24 h 65"/>
                  <a:gd name="T56" fmla="*/ 84 w 84"/>
                  <a:gd name="T57" fmla="*/ 27 h 65"/>
                  <a:gd name="T58" fmla="*/ 73 w 84"/>
                  <a:gd name="T59" fmla="*/ 45 h 65"/>
                  <a:gd name="T60" fmla="*/ 69 w 84"/>
                  <a:gd name="T61" fmla="*/ 48 h 65"/>
                  <a:gd name="T62" fmla="*/ 61 w 84"/>
                  <a:gd name="T63" fmla="*/ 51 h 65"/>
                  <a:gd name="T64" fmla="*/ 49 w 84"/>
                  <a:gd name="T65" fmla="*/ 52 h 65"/>
                  <a:gd name="T66" fmla="*/ 41 w 84"/>
                  <a:gd name="T67" fmla="*/ 54 h 65"/>
                  <a:gd name="T68" fmla="*/ 43 w 84"/>
                  <a:gd name="T69" fmla="*/ 60 h 65"/>
                  <a:gd name="T70" fmla="*/ 46 w 84"/>
                  <a:gd name="T71" fmla="*/ 63 h 65"/>
                  <a:gd name="T72" fmla="*/ 39 w 84"/>
                  <a:gd name="T73" fmla="*/ 64 h 65"/>
                  <a:gd name="T74" fmla="*/ 31 w 84"/>
                  <a:gd name="T75" fmla="*/ 65 h 65"/>
                  <a:gd name="T76" fmla="*/ 23 w 84"/>
                  <a:gd name="T77" fmla="*/ 61 h 65"/>
                  <a:gd name="T78" fmla="*/ 18 w 84"/>
                  <a:gd name="T79" fmla="*/ 5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4" h="65">
                    <a:moveTo>
                      <a:pt x="18" y="55"/>
                    </a:moveTo>
                    <a:cubicBezTo>
                      <a:pt x="17" y="54"/>
                      <a:pt x="17" y="53"/>
                      <a:pt x="17" y="52"/>
                    </a:cubicBezTo>
                    <a:cubicBezTo>
                      <a:pt x="18" y="51"/>
                      <a:pt x="19" y="51"/>
                      <a:pt x="20" y="50"/>
                    </a:cubicBezTo>
                    <a:cubicBezTo>
                      <a:pt x="22" y="48"/>
                      <a:pt x="20" y="45"/>
                      <a:pt x="19" y="43"/>
                    </a:cubicBezTo>
                    <a:cubicBezTo>
                      <a:pt x="18" y="43"/>
                      <a:pt x="17" y="42"/>
                      <a:pt x="16" y="42"/>
                    </a:cubicBezTo>
                    <a:cubicBezTo>
                      <a:pt x="15" y="43"/>
                      <a:pt x="15" y="44"/>
                      <a:pt x="14" y="45"/>
                    </a:cubicBezTo>
                    <a:cubicBezTo>
                      <a:pt x="12" y="46"/>
                      <a:pt x="11" y="45"/>
                      <a:pt x="9" y="45"/>
                    </a:cubicBezTo>
                    <a:cubicBezTo>
                      <a:pt x="8" y="45"/>
                      <a:pt x="7" y="45"/>
                      <a:pt x="6" y="45"/>
                    </a:cubicBezTo>
                    <a:cubicBezTo>
                      <a:pt x="3" y="47"/>
                      <a:pt x="1" y="44"/>
                      <a:pt x="0" y="41"/>
                    </a:cubicBezTo>
                    <a:cubicBezTo>
                      <a:pt x="0" y="40"/>
                      <a:pt x="0" y="39"/>
                      <a:pt x="0" y="38"/>
                    </a:cubicBezTo>
                    <a:cubicBezTo>
                      <a:pt x="0" y="36"/>
                      <a:pt x="0" y="35"/>
                      <a:pt x="0" y="33"/>
                    </a:cubicBezTo>
                    <a:cubicBezTo>
                      <a:pt x="0" y="31"/>
                      <a:pt x="0" y="29"/>
                      <a:pt x="2" y="28"/>
                    </a:cubicBezTo>
                    <a:cubicBezTo>
                      <a:pt x="3" y="27"/>
                      <a:pt x="5" y="28"/>
                      <a:pt x="7" y="28"/>
                    </a:cubicBezTo>
                    <a:cubicBezTo>
                      <a:pt x="8" y="29"/>
                      <a:pt x="10" y="30"/>
                      <a:pt x="12" y="29"/>
                    </a:cubicBezTo>
                    <a:cubicBezTo>
                      <a:pt x="14" y="29"/>
                      <a:pt x="13" y="28"/>
                      <a:pt x="13" y="26"/>
                    </a:cubicBezTo>
                    <a:cubicBezTo>
                      <a:pt x="13" y="25"/>
                      <a:pt x="13" y="20"/>
                      <a:pt x="15" y="19"/>
                    </a:cubicBezTo>
                    <a:cubicBezTo>
                      <a:pt x="18" y="18"/>
                      <a:pt x="21" y="22"/>
                      <a:pt x="22" y="23"/>
                    </a:cubicBezTo>
                    <a:cubicBezTo>
                      <a:pt x="23" y="23"/>
                      <a:pt x="24" y="23"/>
                      <a:pt x="25" y="23"/>
                    </a:cubicBezTo>
                    <a:cubicBezTo>
                      <a:pt x="26" y="23"/>
                      <a:pt x="27" y="22"/>
                      <a:pt x="29" y="22"/>
                    </a:cubicBezTo>
                    <a:cubicBezTo>
                      <a:pt x="32" y="23"/>
                      <a:pt x="33" y="27"/>
                      <a:pt x="35" y="28"/>
                    </a:cubicBezTo>
                    <a:cubicBezTo>
                      <a:pt x="36" y="29"/>
                      <a:pt x="38" y="28"/>
                      <a:pt x="39" y="28"/>
                    </a:cubicBezTo>
                    <a:cubicBezTo>
                      <a:pt x="40" y="26"/>
                      <a:pt x="39" y="25"/>
                      <a:pt x="38" y="24"/>
                    </a:cubicBezTo>
                    <a:cubicBezTo>
                      <a:pt x="37" y="22"/>
                      <a:pt x="35" y="21"/>
                      <a:pt x="32" y="21"/>
                    </a:cubicBezTo>
                    <a:cubicBezTo>
                      <a:pt x="31" y="20"/>
                      <a:pt x="30" y="20"/>
                      <a:pt x="29" y="19"/>
                    </a:cubicBezTo>
                    <a:cubicBezTo>
                      <a:pt x="28" y="18"/>
                      <a:pt x="28" y="17"/>
                      <a:pt x="27" y="17"/>
                    </a:cubicBezTo>
                    <a:cubicBezTo>
                      <a:pt x="26" y="16"/>
                      <a:pt x="24" y="16"/>
                      <a:pt x="23" y="15"/>
                    </a:cubicBezTo>
                    <a:cubicBezTo>
                      <a:pt x="22" y="14"/>
                      <a:pt x="22" y="13"/>
                      <a:pt x="22" y="12"/>
                    </a:cubicBezTo>
                    <a:cubicBezTo>
                      <a:pt x="22" y="11"/>
                      <a:pt x="21" y="10"/>
                      <a:pt x="21" y="8"/>
                    </a:cubicBezTo>
                    <a:cubicBezTo>
                      <a:pt x="21" y="7"/>
                      <a:pt x="20" y="5"/>
                      <a:pt x="21" y="4"/>
                    </a:cubicBezTo>
                    <a:cubicBezTo>
                      <a:pt x="22" y="3"/>
                      <a:pt x="24" y="3"/>
                      <a:pt x="25" y="3"/>
                    </a:cubicBezTo>
                    <a:cubicBezTo>
                      <a:pt x="27" y="3"/>
                      <a:pt x="28" y="0"/>
                      <a:pt x="30" y="2"/>
                    </a:cubicBezTo>
                    <a:cubicBezTo>
                      <a:pt x="31" y="3"/>
                      <a:pt x="32" y="5"/>
                      <a:pt x="33" y="6"/>
                    </a:cubicBezTo>
                    <a:cubicBezTo>
                      <a:pt x="34" y="6"/>
                      <a:pt x="35" y="5"/>
                      <a:pt x="36" y="5"/>
                    </a:cubicBezTo>
                    <a:cubicBezTo>
                      <a:pt x="37" y="4"/>
                      <a:pt x="39" y="4"/>
                      <a:pt x="41" y="4"/>
                    </a:cubicBezTo>
                    <a:cubicBezTo>
                      <a:pt x="42" y="6"/>
                      <a:pt x="42" y="9"/>
                      <a:pt x="42" y="11"/>
                    </a:cubicBezTo>
                    <a:cubicBezTo>
                      <a:pt x="43" y="13"/>
                      <a:pt x="44" y="16"/>
                      <a:pt x="47" y="16"/>
                    </a:cubicBezTo>
                    <a:cubicBezTo>
                      <a:pt x="48" y="17"/>
                      <a:pt x="49" y="14"/>
                      <a:pt x="50" y="13"/>
                    </a:cubicBezTo>
                    <a:cubicBezTo>
                      <a:pt x="51" y="13"/>
                      <a:pt x="52" y="12"/>
                      <a:pt x="54" y="12"/>
                    </a:cubicBezTo>
                    <a:cubicBezTo>
                      <a:pt x="55" y="12"/>
                      <a:pt x="56" y="11"/>
                      <a:pt x="57" y="11"/>
                    </a:cubicBezTo>
                    <a:cubicBezTo>
                      <a:pt x="59" y="11"/>
                      <a:pt x="62" y="12"/>
                      <a:pt x="64" y="13"/>
                    </a:cubicBezTo>
                    <a:cubicBezTo>
                      <a:pt x="66" y="14"/>
                      <a:pt x="66" y="15"/>
                      <a:pt x="65" y="18"/>
                    </a:cubicBezTo>
                    <a:cubicBezTo>
                      <a:pt x="64" y="19"/>
                      <a:pt x="63" y="20"/>
                      <a:pt x="61" y="21"/>
                    </a:cubicBezTo>
                    <a:cubicBezTo>
                      <a:pt x="58" y="23"/>
                      <a:pt x="57" y="26"/>
                      <a:pt x="53" y="26"/>
                    </a:cubicBezTo>
                    <a:cubicBezTo>
                      <a:pt x="53" y="27"/>
                      <a:pt x="52" y="28"/>
                      <a:pt x="52" y="29"/>
                    </a:cubicBezTo>
                    <a:cubicBezTo>
                      <a:pt x="52" y="30"/>
                      <a:pt x="52" y="31"/>
                      <a:pt x="52" y="31"/>
                    </a:cubicBezTo>
                    <a:cubicBezTo>
                      <a:pt x="52" y="32"/>
                      <a:pt x="52" y="32"/>
                      <a:pt x="52" y="33"/>
                    </a:cubicBezTo>
                    <a:cubicBezTo>
                      <a:pt x="52" y="35"/>
                      <a:pt x="54" y="36"/>
                      <a:pt x="56" y="37"/>
                    </a:cubicBezTo>
                    <a:cubicBezTo>
                      <a:pt x="57" y="37"/>
                      <a:pt x="57" y="39"/>
                      <a:pt x="58" y="40"/>
                    </a:cubicBezTo>
                    <a:cubicBezTo>
                      <a:pt x="59" y="41"/>
                      <a:pt x="61" y="40"/>
                      <a:pt x="62" y="40"/>
                    </a:cubicBezTo>
                    <a:cubicBezTo>
                      <a:pt x="64" y="40"/>
                      <a:pt x="66" y="40"/>
                      <a:pt x="67" y="39"/>
                    </a:cubicBezTo>
                    <a:cubicBezTo>
                      <a:pt x="69" y="39"/>
                      <a:pt x="70" y="38"/>
                      <a:pt x="71" y="38"/>
                    </a:cubicBezTo>
                    <a:cubicBezTo>
                      <a:pt x="72" y="37"/>
                      <a:pt x="72" y="36"/>
                      <a:pt x="73" y="35"/>
                    </a:cubicBezTo>
                    <a:cubicBezTo>
                      <a:pt x="73" y="34"/>
                      <a:pt x="75" y="33"/>
                      <a:pt x="76" y="33"/>
                    </a:cubicBezTo>
                    <a:cubicBezTo>
                      <a:pt x="77" y="32"/>
                      <a:pt x="77" y="31"/>
                      <a:pt x="78" y="30"/>
                    </a:cubicBezTo>
                    <a:cubicBezTo>
                      <a:pt x="78" y="29"/>
                      <a:pt x="79" y="28"/>
                      <a:pt x="79" y="27"/>
                    </a:cubicBezTo>
                    <a:cubicBezTo>
                      <a:pt x="80" y="26"/>
                      <a:pt x="81" y="24"/>
                      <a:pt x="82" y="24"/>
                    </a:cubicBezTo>
                    <a:cubicBezTo>
                      <a:pt x="83" y="24"/>
                      <a:pt x="83" y="24"/>
                      <a:pt x="83" y="25"/>
                    </a:cubicBezTo>
                    <a:cubicBezTo>
                      <a:pt x="84" y="26"/>
                      <a:pt x="84" y="26"/>
                      <a:pt x="84" y="27"/>
                    </a:cubicBezTo>
                    <a:cubicBezTo>
                      <a:pt x="84" y="30"/>
                      <a:pt x="84" y="32"/>
                      <a:pt x="83" y="34"/>
                    </a:cubicBezTo>
                    <a:cubicBezTo>
                      <a:pt x="81" y="39"/>
                      <a:pt x="78" y="43"/>
                      <a:pt x="73" y="45"/>
                    </a:cubicBezTo>
                    <a:cubicBezTo>
                      <a:pt x="72" y="45"/>
                      <a:pt x="71" y="45"/>
                      <a:pt x="71" y="46"/>
                    </a:cubicBezTo>
                    <a:cubicBezTo>
                      <a:pt x="70" y="46"/>
                      <a:pt x="69" y="47"/>
                      <a:pt x="69" y="48"/>
                    </a:cubicBezTo>
                    <a:cubicBezTo>
                      <a:pt x="67" y="49"/>
                      <a:pt x="66" y="50"/>
                      <a:pt x="64" y="50"/>
                    </a:cubicBezTo>
                    <a:cubicBezTo>
                      <a:pt x="63" y="51"/>
                      <a:pt x="62" y="51"/>
                      <a:pt x="61" y="51"/>
                    </a:cubicBezTo>
                    <a:cubicBezTo>
                      <a:pt x="59" y="51"/>
                      <a:pt x="58" y="51"/>
                      <a:pt x="57" y="51"/>
                    </a:cubicBezTo>
                    <a:cubicBezTo>
                      <a:pt x="55" y="52"/>
                      <a:pt x="52" y="52"/>
                      <a:pt x="49" y="52"/>
                    </a:cubicBezTo>
                    <a:cubicBezTo>
                      <a:pt x="47" y="52"/>
                      <a:pt x="46" y="52"/>
                      <a:pt x="44" y="53"/>
                    </a:cubicBezTo>
                    <a:cubicBezTo>
                      <a:pt x="43" y="53"/>
                      <a:pt x="41" y="53"/>
                      <a:pt x="41" y="54"/>
                    </a:cubicBezTo>
                    <a:cubicBezTo>
                      <a:pt x="40" y="55"/>
                      <a:pt x="41" y="57"/>
                      <a:pt x="41" y="58"/>
                    </a:cubicBezTo>
                    <a:cubicBezTo>
                      <a:pt x="42" y="59"/>
                      <a:pt x="42" y="60"/>
                      <a:pt x="43" y="60"/>
                    </a:cubicBezTo>
                    <a:cubicBezTo>
                      <a:pt x="44" y="60"/>
                      <a:pt x="45" y="61"/>
                      <a:pt x="45" y="61"/>
                    </a:cubicBezTo>
                    <a:cubicBezTo>
                      <a:pt x="46" y="62"/>
                      <a:pt x="46" y="62"/>
                      <a:pt x="46" y="63"/>
                    </a:cubicBezTo>
                    <a:cubicBezTo>
                      <a:pt x="46" y="64"/>
                      <a:pt x="46" y="64"/>
                      <a:pt x="45" y="64"/>
                    </a:cubicBezTo>
                    <a:cubicBezTo>
                      <a:pt x="43" y="65"/>
                      <a:pt x="41" y="64"/>
                      <a:pt x="39" y="64"/>
                    </a:cubicBezTo>
                    <a:cubicBezTo>
                      <a:pt x="38" y="64"/>
                      <a:pt x="36" y="65"/>
                      <a:pt x="35" y="65"/>
                    </a:cubicBezTo>
                    <a:cubicBezTo>
                      <a:pt x="33" y="65"/>
                      <a:pt x="32" y="65"/>
                      <a:pt x="31" y="65"/>
                    </a:cubicBezTo>
                    <a:cubicBezTo>
                      <a:pt x="29" y="65"/>
                      <a:pt x="26" y="64"/>
                      <a:pt x="24" y="63"/>
                    </a:cubicBezTo>
                    <a:cubicBezTo>
                      <a:pt x="24" y="62"/>
                      <a:pt x="24" y="61"/>
                      <a:pt x="23" y="61"/>
                    </a:cubicBezTo>
                    <a:cubicBezTo>
                      <a:pt x="23" y="60"/>
                      <a:pt x="22" y="59"/>
                      <a:pt x="21" y="58"/>
                    </a:cubicBezTo>
                    <a:cubicBezTo>
                      <a:pt x="20" y="57"/>
                      <a:pt x="18" y="56"/>
                      <a:pt x="18" y="5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6" name="Freeform 2629">
                <a:extLst>
                  <a:ext uri="{FF2B5EF4-FFF2-40B4-BE49-F238E27FC236}">
                    <a16:creationId xmlns:a16="http://schemas.microsoft.com/office/drawing/2014/main" id="{C5453414-528E-480A-BEE2-6EFAD4C91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449"/>
                <a:ext cx="5" cy="6"/>
              </a:xfrm>
              <a:custGeom>
                <a:avLst/>
                <a:gdLst>
                  <a:gd name="T0" fmla="*/ 2 w 10"/>
                  <a:gd name="T1" fmla="*/ 9 h 16"/>
                  <a:gd name="T2" fmla="*/ 0 w 10"/>
                  <a:gd name="T3" fmla="*/ 5 h 16"/>
                  <a:gd name="T4" fmla="*/ 3 w 10"/>
                  <a:gd name="T5" fmla="*/ 1 h 16"/>
                  <a:gd name="T6" fmla="*/ 6 w 10"/>
                  <a:gd name="T7" fmla="*/ 2 h 16"/>
                  <a:gd name="T8" fmla="*/ 9 w 10"/>
                  <a:gd name="T9" fmla="*/ 3 h 16"/>
                  <a:gd name="T10" fmla="*/ 9 w 10"/>
                  <a:gd name="T11" fmla="*/ 6 h 16"/>
                  <a:gd name="T12" fmla="*/ 8 w 10"/>
                  <a:gd name="T13" fmla="*/ 9 h 16"/>
                  <a:gd name="T14" fmla="*/ 8 w 10"/>
                  <a:gd name="T15" fmla="*/ 14 h 16"/>
                  <a:gd name="T16" fmla="*/ 6 w 10"/>
                  <a:gd name="T17" fmla="*/ 15 h 16"/>
                  <a:gd name="T18" fmla="*/ 5 w 10"/>
                  <a:gd name="T19" fmla="*/ 12 h 16"/>
                  <a:gd name="T20" fmla="*/ 2 w 10"/>
                  <a:gd name="T21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6">
                    <a:moveTo>
                      <a:pt x="2" y="9"/>
                    </a:moveTo>
                    <a:cubicBezTo>
                      <a:pt x="1" y="9"/>
                      <a:pt x="1" y="7"/>
                      <a:pt x="0" y="5"/>
                    </a:cubicBezTo>
                    <a:cubicBezTo>
                      <a:pt x="0" y="4"/>
                      <a:pt x="0" y="0"/>
                      <a:pt x="3" y="1"/>
                    </a:cubicBezTo>
                    <a:cubicBezTo>
                      <a:pt x="4" y="1"/>
                      <a:pt x="5" y="3"/>
                      <a:pt x="6" y="2"/>
                    </a:cubicBezTo>
                    <a:cubicBezTo>
                      <a:pt x="7" y="2"/>
                      <a:pt x="8" y="1"/>
                      <a:pt x="9" y="3"/>
                    </a:cubicBezTo>
                    <a:cubicBezTo>
                      <a:pt x="10" y="4"/>
                      <a:pt x="10" y="5"/>
                      <a:pt x="9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11"/>
                      <a:pt x="8" y="12"/>
                      <a:pt x="8" y="14"/>
                    </a:cubicBezTo>
                    <a:cubicBezTo>
                      <a:pt x="8" y="15"/>
                      <a:pt x="7" y="16"/>
                      <a:pt x="6" y="15"/>
                    </a:cubicBezTo>
                    <a:cubicBezTo>
                      <a:pt x="6" y="14"/>
                      <a:pt x="5" y="13"/>
                      <a:pt x="5" y="12"/>
                    </a:cubicBezTo>
                    <a:cubicBezTo>
                      <a:pt x="4" y="10"/>
                      <a:pt x="3" y="10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7" name="Freeform 2630">
                <a:extLst>
                  <a:ext uri="{FF2B5EF4-FFF2-40B4-BE49-F238E27FC236}">
                    <a16:creationId xmlns:a16="http://schemas.microsoft.com/office/drawing/2014/main" id="{B5AE090F-AA6D-4892-8CDA-FE470A2F3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443"/>
                <a:ext cx="8" cy="9"/>
              </a:xfrm>
              <a:custGeom>
                <a:avLst/>
                <a:gdLst>
                  <a:gd name="T0" fmla="*/ 8 w 20"/>
                  <a:gd name="T1" fmla="*/ 24 h 24"/>
                  <a:gd name="T2" fmla="*/ 7 w 20"/>
                  <a:gd name="T3" fmla="*/ 23 h 24"/>
                  <a:gd name="T4" fmla="*/ 5 w 20"/>
                  <a:gd name="T5" fmla="*/ 20 h 24"/>
                  <a:gd name="T6" fmla="*/ 4 w 20"/>
                  <a:gd name="T7" fmla="*/ 19 h 24"/>
                  <a:gd name="T8" fmla="*/ 3 w 20"/>
                  <a:gd name="T9" fmla="*/ 18 h 24"/>
                  <a:gd name="T10" fmla="*/ 1 w 20"/>
                  <a:gd name="T11" fmla="*/ 15 h 24"/>
                  <a:gd name="T12" fmla="*/ 4 w 20"/>
                  <a:gd name="T13" fmla="*/ 7 h 24"/>
                  <a:gd name="T14" fmla="*/ 7 w 20"/>
                  <a:gd name="T15" fmla="*/ 9 h 24"/>
                  <a:gd name="T16" fmla="*/ 10 w 20"/>
                  <a:gd name="T17" fmla="*/ 13 h 24"/>
                  <a:gd name="T18" fmla="*/ 12 w 20"/>
                  <a:gd name="T19" fmla="*/ 11 h 24"/>
                  <a:gd name="T20" fmla="*/ 10 w 20"/>
                  <a:gd name="T21" fmla="*/ 7 h 24"/>
                  <a:gd name="T22" fmla="*/ 11 w 20"/>
                  <a:gd name="T23" fmla="*/ 1 h 24"/>
                  <a:gd name="T24" fmla="*/ 13 w 20"/>
                  <a:gd name="T25" fmla="*/ 1 h 24"/>
                  <a:gd name="T26" fmla="*/ 15 w 20"/>
                  <a:gd name="T27" fmla="*/ 4 h 24"/>
                  <a:gd name="T28" fmla="*/ 17 w 20"/>
                  <a:gd name="T29" fmla="*/ 3 h 24"/>
                  <a:gd name="T30" fmla="*/ 19 w 20"/>
                  <a:gd name="T31" fmla="*/ 5 h 24"/>
                  <a:gd name="T32" fmla="*/ 20 w 20"/>
                  <a:gd name="T33" fmla="*/ 9 h 24"/>
                  <a:gd name="T34" fmla="*/ 18 w 20"/>
                  <a:gd name="T35" fmla="*/ 14 h 24"/>
                  <a:gd name="T36" fmla="*/ 18 w 20"/>
                  <a:gd name="T37" fmla="*/ 17 h 24"/>
                  <a:gd name="T38" fmla="*/ 17 w 20"/>
                  <a:gd name="T39" fmla="*/ 21 h 24"/>
                  <a:gd name="T40" fmla="*/ 14 w 20"/>
                  <a:gd name="T41" fmla="*/ 24 h 24"/>
                  <a:gd name="T42" fmla="*/ 13 w 20"/>
                  <a:gd name="T43" fmla="*/ 23 h 24"/>
                  <a:gd name="T44" fmla="*/ 12 w 20"/>
                  <a:gd name="T45" fmla="*/ 24 h 24"/>
                  <a:gd name="T46" fmla="*/ 10 w 20"/>
                  <a:gd name="T47" fmla="*/ 23 h 24"/>
                  <a:gd name="T48" fmla="*/ 8 w 20"/>
                  <a:gd name="T4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24">
                    <a:moveTo>
                      <a:pt x="8" y="24"/>
                    </a:moveTo>
                    <a:cubicBezTo>
                      <a:pt x="7" y="24"/>
                      <a:pt x="7" y="24"/>
                      <a:pt x="7" y="23"/>
                    </a:cubicBezTo>
                    <a:cubicBezTo>
                      <a:pt x="7" y="22"/>
                      <a:pt x="5" y="21"/>
                      <a:pt x="5" y="20"/>
                    </a:cubicBezTo>
                    <a:cubicBezTo>
                      <a:pt x="5" y="20"/>
                      <a:pt x="4" y="19"/>
                      <a:pt x="4" y="19"/>
                    </a:cubicBezTo>
                    <a:cubicBezTo>
                      <a:pt x="4" y="19"/>
                      <a:pt x="3" y="19"/>
                      <a:pt x="3" y="18"/>
                    </a:cubicBezTo>
                    <a:cubicBezTo>
                      <a:pt x="2" y="17"/>
                      <a:pt x="1" y="16"/>
                      <a:pt x="1" y="15"/>
                    </a:cubicBezTo>
                    <a:cubicBezTo>
                      <a:pt x="0" y="12"/>
                      <a:pt x="1" y="8"/>
                      <a:pt x="4" y="7"/>
                    </a:cubicBezTo>
                    <a:cubicBezTo>
                      <a:pt x="5" y="7"/>
                      <a:pt x="6" y="8"/>
                      <a:pt x="7" y="9"/>
                    </a:cubicBezTo>
                    <a:cubicBezTo>
                      <a:pt x="8" y="10"/>
                      <a:pt x="9" y="12"/>
                      <a:pt x="10" y="13"/>
                    </a:cubicBezTo>
                    <a:cubicBezTo>
                      <a:pt x="11" y="14"/>
                      <a:pt x="12" y="12"/>
                      <a:pt x="12" y="11"/>
                    </a:cubicBezTo>
                    <a:cubicBezTo>
                      <a:pt x="12" y="9"/>
                      <a:pt x="11" y="8"/>
                      <a:pt x="10" y="7"/>
                    </a:cubicBezTo>
                    <a:cubicBezTo>
                      <a:pt x="10" y="5"/>
                      <a:pt x="9" y="1"/>
                      <a:pt x="11" y="1"/>
                    </a:cubicBezTo>
                    <a:cubicBezTo>
                      <a:pt x="12" y="0"/>
                      <a:pt x="12" y="0"/>
                      <a:pt x="13" y="1"/>
                    </a:cubicBezTo>
                    <a:cubicBezTo>
                      <a:pt x="14" y="2"/>
                      <a:pt x="14" y="3"/>
                      <a:pt x="15" y="4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8" y="3"/>
                      <a:pt x="19" y="4"/>
                      <a:pt x="19" y="5"/>
                    </a:cubicBezTo>
                    <a:cubicBezTo>
                      <a:pt x="20" y="6"/>
                      <a:pt x="20" y="8"/>
                      <a:pt x="20" y="9"/>
                    </a:cubicBezTo>
                    <a:cubicBezTo>
                      <a:pt x="20" y="11"/>
                      <a:pt x="19" y="12"/>
                      <a:pt x="18" y="14"/>
                    </a:cubicBezTo>
                    <a:cubicBezTo>
                      <a:pt x="18" y="15"/>
                      <a:pt x="17" y="16"/>
                      <a:pt x="18" y="17"/>
                    </a:cubicBezTo>
                    <a:cubicBezTo>
                      <a:pt x="18" y="18"/>
                      <a:pt x="18" y="20"/>
                      <a:pt x="17" y="21"/>
                    </a:cubicBezTo>
                    <a:cubicBezTo>
                      <a:pt x="16" y="22"/>
                      <a:pt x="15" y="23"/>
                      <a:pt x="14" y="24"/>
                    </a:cubicBezTo>
                    <a:cubicBezTo>
                      <a:pt x="13" y="24"/>
                      <a:pt x="13" y="24"/>
                      <a:pt x="13" y="23"/>
                    </a:cubicBezTo>
                    <a:cubicBezTo>
                      <a:pt x="13" y="23"/>
                      <a:pt x="12" y="24"/>
                      <a:pt x="12" y="24"/>
                    </a:cubicBezTo>
                    <a:cubicBezTo>
                      <a:pt x="12" y="23"/>
                      <a:pt x="11" y="23"/>
                      <a:pt x="10" y="23"/>
                    </a:cubicBezTo>
                    <a:cubicBezTo>
                      <a:pt x="10" y="24"/>
                      <a:pt x="9" y="24"/>
                      <a:pt x="8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8" name="Freeform 2631">
                <a:extLst>
                  <a:ext uri="{FF2B5EF4-FFF2-40B4-BE49-F238E27FC236}">
                    <a16:creationId xmlns:a16="http://schemas.microsoft.com/office/drawing/2014/main" id="{D7390C9D-60BE-43D4-9ADF-BB3D624C7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454"/>
                <a:ext cx="5" cy="2"/>
              </a:xfrm>
              <a:custGeom>
                <a:avLst/>
                <a:gdLst>
                  <a:gd name="T0" fmla="*/ 5 w 11"/>
                  <a:gd name="T1" fmla="*/ 1 h 6"/>
                  <a:gd name="T2" fmla="*/ 7 w 11"/>
                  <a:gd name="T3" fmla="*/ 1 h 6"/>
                  <a:gd name="T4" fmla="*/ 10 w 11"/>
                  <a:gd name="T5" fmla="*/ 2 h 6"/>
                  <a:gd name="T6" fmla="*/ 8 w 11"/>
                  <a:gd name="T7" fmla="*/ 5 h 6"/>
                  <a:gd name="T8" fmla="*/ 2 w 11"/>
                  <a:gd name="T9" fmla="*/ 4 h 6"/>
                  <a:gd name="T10" fmla="*/ 2 w 11"/>
                  <a:gd name="T11" fmla="*/ 1 h 6"/>
                  <a:gd name="T12" fmla="*/ 5 w 11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5" y="1"/>
                    </a:moveTo>
                    <a:cubicBezTo>
                      <a:pt x="6" y="1"/>
                      <a:pt x="6" y="1"/>
                      <a:pt x="7" y="1"/>
                    </a:cubicBezTo>
                    <a:cubicBezTo>
                      <a:pt x="8" y="1"/>
                      <a:pt x="9" y="2"/>
                      <a:pt x="10" y="2"/>
                    </a:cubicBezTo>
                    <a:cubicBezTo>
                      <a:pt x="11" y="4"/>
                      <a:pt x="9" y="5"/>
                      <a:pt x="8" y="5"/>
                    </a:cubicBezTo>
                    <a:cubicBezTo>
                      <a:pt x="6" y="6"/>
                      <a:pt x="3" y="6"/>
                      <a:pt x="2" y="4"/>
                    </a:cubicBezTo>
                    <a:cubicBezTo>
                      <a:pt x="1" y="3"/>
                      <a:pt x="0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9" name="Freeform 2632">
                <a:extLst>
                  <a:ext uri="{FF2B5EF4-FFF2-40B4-BE49-F238E27FC236}">
                    <a16:creationId xmlns:a16="http://schemas.microsoft.com/office/drawing/2014/main" id="{BB383893-EFF0-483D-81B8-43587D92B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455"/>
                <a:ext cx="14" cy="13"/>
              </a:xfrm>
              <a:custGeom>
                <a:avLst/>
                <a:gdLst>
                  <a:gd name="T0" fmla="*/ 22 w 34"/>
                  <a:gd name="T1" fmla="*/ 27 h 32"/>
                  <a:gd name="T2" fmla="*/ 21 w 34"/>
                  <a:gd name="T3" fmla="*/ 28 h 32"/>
                  <a:gd name="T4" fmla="*/ 21 w 34"/>
                  <a:gd name="T5" fmla="*/ 30 h 32"/>
                  <a:gd name="T6" fmla="*/ 15 w 34"/>
                  <a:gd name="T7" fmla="*/ 32 h 32"/>
                  <a:gd name="T8" fmla="*/ 10 w 34"/>
                  <a:gd name="T9" fmla="*/ 30 h 32"/>
                  <a:gd name="T10" fmla="*/ 8 w 34"/>
                  <a:gd name="T11" fmla="*/ 26 h 32"/>
                  <a:gd name="T12" fmla="*/ 5 w 34"/>
                  <a:gd name="T13" fmla="*/ 21 h 32"/>
                  <a:gd name="T14" fmla="*/ 9 w 34"/>
                  <a:gd name="T15" fmla="*/ 17 h 32"/>
                  <a:gd name="T16" fmla="*/ 8 w 34"/>
                  <a:gd name="T17" fmla="*/ 14 h 32"/>
                  <a:gd name="T18" fmla="*/ 4 w 34"/>
                  <a:gd name="T19" fmla="*/ 13 h 32"/>
                  <a:gd name="T20" fmla="*/ 0 w 34"/>
                  <a:gd name="T21" fmla="*/ 11 h 32"/>
                  <a:gd name="T22" fmla="*/ 2 w 34"/>
                  <a:gd name="T23" fmla="*/ 6 h 32"/>
                  <a:gd name="T24" fmla="*/ 6 w 34"/>
                  <a:gd name="T25" fmla="*/ 0 h 32"/>
                  <a:gd name="T26" fmla="*/ 14 w 34"/>
                  <a:gd name="T27" fmla="*/ 0 h 32"/>
                  <a:gd name="T28" fmla="*/ 19 w 34"/>
                  <a:gd name="T29" fmla="*/ 3 h 32"/>
                  <a:gd name="T30" fmla="*/ 20 w 34"/>
                  <a:gd name="T31" fmla="*/ 4 h 32"/>
                  <a:gd name="T32" fmla="*/ 23 w 34"/>
                  <a:gd name="T33" fmla="*/ 6 h 32"/>
                  <a:gd name="T34" fmla="*/ 25 w 34"/>
                  <a:gd name="T35" fmla="*/ 7 h 32"/>
                  <a:gd name="T36" fmla="*/ 23 w 34"/>
                  <a:gd name="T37" fmla="*/ 9 h 32"/>
                  <a:gd name="T38" fmla="*/ 21 w 34"/>
                  <a:gd name="T39" fmla="*/ 13 h 32"/>
                  <a:gd name="T40" fmla="*/ 26 w 34"/>
                  <a:gd name="T41" fmla="*/ 15 h 32"/>
                  <a:gd name="T42" fmla="*/ 31 w 34"/>
                  <a:gd name="T43" fmla="*/ 16 h 32"/>
                  <a:gd name="T44" fmla="*/ 34 w 34"/>
                  <a:gd name="T45" fmla="*/ 21 h 32"/>
                  <a:gd name="T46" fmla="*/ 29 w 34"/>
                  <a:gd name="T47" fmla="*/ 24 h 32"/>
                  <a:gd name="T48" fmla="*/ 25 w 34"/>
                  <a:gd name="T49" fmla="*/ 24 h 32"/>
                  <a:gd name="T50" fmla="*/ 22 w 34"/>
                  <a:gd name="T51" fmla="*/ 27 h 32"/>
                  <a:gd name="T52" fmla="*/ 22 w 34"/>
                  <a:gd name="T53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4" h="32">
                    <a:moveTo>
                      <a:pt x="22" y="27"/>
                    </a:moveTo>
                    <a:cubicBezTo>
                      <a:pt x="22" y="28"/>
                      <a:pt x="21" y="28"/>
                      <a:pt x="21" y="28"/>
                    </a:cubicBezTo>
                    <a:cubicBezTo>
                      <a:pt x="21" y="29"/>
                      <a:pt x="21" y="30"/>
                      <a:pt x="21" y="30"/>
                    </a:cubicBezTo>
                    <a:cubicBezTo>
                      <a:pt x="20" y="32"/>
                      <a:pt x="16" y="32"/>
                      <a:pt x="15" y="32"/>
                    </a:cubicBezTo>
                    <a:cubicBezTo>
                      <a:pt x="13" y="32"/>
                      <a:pt x="12" y="31"/>
                      <a:pt x="10" y="30"/>
                    </a:cubicBezTo>
                    <a:cubicBezTo>
                      <a:pt x="9" y="29"/>
                      <a:pt x="8" y="27"/>
                      <a:pt x="8" y="26"/>
                    </a:cubicBezTo>
                    <a:cubicBezTo>
                      <a:pt x="7" y="24"/>
                      <a:pt x="5" y="23"/>
                      <a:pt x="5" y="21"/>
                    </a:cubicBezTo>
                    <a:cubicBezTo>
                      <a:pt x="5" y="19"/>
                      <a:pt x="8" y="18"/>
                      <a:pt x="9" y="17"/>
                    </a:cubicBezTo>
                    <a:cubicBezTo>
                      <a:pt x="10" y="16"/>
                      <a:pt x="9" y="15"/>
                      <a:pt x="8" y="14"/>
                    </a:cubicBezTo>
                    <a:cubicBezTo>
                      <a:pt x="7" y="12"/>
                      <a:pt x="6" y="13"/>
                      <a:pt x="4" y="13"/>
                    </a:cubicBezTo>
                    <a:cubicBezTo>
                      <a:pt x="2" y="13"/>
                      <a:pt x="0" y="13"/>
                      <a:pt x="0" y="11"/>
                    </a:cubicBezTo>
                    <a:cubicBezTo>
                      <a:pt x="0" y="9"/>
                      <a:pt x="1" y="7"/>
                      <a:pt x="2" y="6"/>
                    </a:cubicBezTo>
                    <a:cubicBezTo>
                      <a:pt x="2" y="3"/>
                      <a:pt x="3" y="1"/>
                      <a:pt x="6" y="0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6" y="1"/>
                      <a:pt x="18" y="1"/>
                      <a:pt x="19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21" y="5"/>
                      <a:pt x="22" y="5"/>
                      <a:pt x="23" y="6"/>
                    </a:cubicBezTo>
                    <a:cubicBezTo>
                      <a:pt x="24" y="6"/>
                      <a:pt x="25" y="6"/>
                      <a:pt x="25" y="7"/>
                    </a:cubicBezTo>
                    <a:cubicBezTo>
                      <a:pt x="25" y="8"/>
                      <a:pt x="24" y="9"/>
                      <a:pt x="23" y="9"/>
                    </a:cubicBezTo>
                    <a:cubicBezTo>
                      <a:pt x="22" y="10"/>
                      <a:pt x="20" y="11"/>
                      <a:pt x="21" y="13"/>
                    </a:cubicBezTo>
                    <a:cubicBezTo>
                      <a:pt x="23" y="14"/>
                      <a:pt x="24" y="15"/>
                      <a:pt x="26" y="15"/>
                    </a:cubicBezTo>
                    <a:cubicBezTo>
                      <a:pt x="28" y="15"/>
                      <a:pt x="29" y="15"/>
                      <a:pt x="31" y="16"/>
                    </a:cubicBezTo>
                    <a:cubicBezTo>
                      <a:pt x="32" y="17"/>
                      <a:pt x="34" y="19"/>
                      <a:pt x="34" y="21"/>
                    </a:cubicBezTo>
                    <a:cubicBezTo>
                      <a:pt x="34" y="24"/>
                      <a:pt x="31" y="25"/>
                      <a:pt x="29" y="24"/>
                    </a:cubicBezTo>
                    <a:cubicBezTo>
                      <a:pt x="28" y="24"/>
                      <a:pt x="26" y="24"/>
                      <a:pt x="25" y="24"/>
                    </a:cubicBezTo>
                    <a:cubicBezTo>
                      <a:pt x="24" y="25"/>
                      <a:pt x="23" y="26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0" name="Freeform 2633">
                <a:extLst>
                  <a:ext uri="{FF2B5EF4-FFF2-40B4-BE49-F238E27FC236}">
                    <a16:creationId xmlns:a16="http://schemas.microsoft.com/office/drawing/2014/main" id="{9A57E091-84D0-4524-9B97-5F032DC02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448"/>
                <a:ext cx="9" cy="6"/>
              </a:xfrm>
              <a:custGeom>
                <a:avLst/>
                <a:gdLst>
                  <a:gd name="T0" fmla="*/ 2 w 22"/>
                  <a:gd name="T1" fmla="*/ 11 h 14"/>
                  <a:gd name="T2" fmla="*/ 0 w 22"/>
                  <a:gd name="T3" fmla="*/ 9 h 14"/>
                  <a:gd name="T4" fmla="*/ 2 w 22"/>
                  <a:gd name="T5" fmla="*/ 6 h 14"/>
                  <a:gd name="T6" fmla="*/ 5 w 22"/>
                  <a:gd name="T7" fmla="*/ 7 h 14"/>
                  <a:gd name="T8" fmla="*/ 7 w 22"/>
                  <a:gd name="T9" fmla="*/ 7 h 14"/>
                  <a:gd name="T10" fmla="*/ 9 w 22"/>
                  <a:gd name="T11" fmla="*/ 4 h 14"/>
                  <a:gd name="T12" fmla="*/ 9 w 22"/>
                  <a:gd name="T13" fmla="*/ 2 h 14"/>
                  <a:gd name="T14" fmla="*/ 12 w 22"/>
                  <a:gd name="T15" fmla="*/ 1 h 14"/>
                  <a:gd name="T16" fmla="*/ 14 w 22"/>
                  <a:gd name="T17" fmla="*/ 0 h 14"/>
                  <a:gd name="T18" fmla="*/ 17 w 22"/>
                  <a:gd name="T19" fmla="*/ 1 h 14"/>
                  <a:gd name="T20" fmla="*/ 19 w 22"/>
                  <a:gd name="T21" fmla="*/ 1 h 14"/>
                  <a:gd name="T22" fmla="*/ 21 w 22"/>
                  <a:gd name="T23" fmla="*/ 3 h 14"/>
                  <a:gd name="T24" fmla="*/ 19 w 22"/>
                  <a:gd name="T25" fmla="*/ 7 h 14"/>
                  <a:gd name="T26" fmla="*/ 18 w 22"/>
                  <a:gd name="T27" fmla="*/ 10 h 14"/>
                  <a:gd name="T28" fmla="*/ 17 w 22"/>
                  <a:gd name="T29" fmla="*/ 12 h 14"/>
                  <a:gd name="T30" fmla="*/ 13 w 22"/>
                  <a:gd name="T31" fmla="*/ 13 h 14"/>
                  <a:gd name="T32" fmla="*/ 7 w 22"/>
                  <a:gd name="T33" fmla="*/ 13 h 14"/>
                  <a:gd name="T34" fmla="*/ 4 w 22"/>
                  <a:gd name="T35" fmla="*/ 12 h 14"/>
                  <a:gd name="T36" fmla="*/ 2 w 22"/>
                  <a:gd name="T3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14">
                    <a:moveTo>
                      <a:pt x="2" y="11"/>
                    </a:moveTo>
                    <a:cubicBezTo>
                      <a:pt x="1" y="11"/>
                      <a:pt x="1" y="10"/>
                      <a:pt x="0" y="9"/>
                    </a:cubicBezTo>
                    <a:cubicBezTo>
                      <a:pt x="0" y="8"/>
                      <a:pt x="0" y="7"/>
                      <a:pt x="2" y="6"/>
                    </a:cubicBezTo>
                    <a:cubicBezTo>
                      <a:pt x="3" y="5"/>
                      <a:pt x="4" y="7"/>
                      <a:pt x="5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8" y="6"/>
                      <a:pt x="8" y="5"/>
                      <a:pt x="9" y="4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18" y="1"/>
                      <a:pt x="19" y="0"/>
                      <a:pt x="19" y="1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2" y="5"/>
                      <a:pt x="21" y="6"/>
                      <a:pt x="19" y="7"/>
                    </a:cubicBezTo>
                    <a:cubicBezTo>
                      <a:pt x="19" y="8"/>
                      <a:pt x="18" y="9"/>
                      <a:pt x="18" y="10"/>
                    </a:cubicBezTo>
                    <a:cubicBezTo>
                      <a:pt x="17" y="10"/>
                      <a:pt x="18" y="12"/>
                      <a:pt x="17" y="12"/>
                    </a:cubicBezTo>
                    <a:cubicBezTo>
                      <a:pt x="16" y="14"/>
                      <a:pt x="14" y="13"/>
                      <a:pt x="13" y="13"/>
                    </a:cubicBezTo>
                    <a:cubicBezTo>
                      <a:pt x="11" y="14"/>
                      <a:pt x="9" y="14"/>
                      <a:pt x="7" y="13"/>
                    </a:cubicBezTo>
                    <a:cubicBezTo>
                      <a:pt x="6" y="13"/>
                      <a:pt x="5" y="12"/>
                      <a:pt x="4" y="12"/>
                    </a:cubicBezTo>
                    <a:cubicBezTo>
                      <a:pt x="3" y="12"/>
                      <a:pt x="2" y="12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1" name="Freeform 2634">
                <a:extLst>
                  <a:ext uri="{FF2B5EF4-FFF2-40B4-BE49-F238E27FC236}">
                    <a16:creationId xmlns:a16="http://schemas.microsoft.com/office/drawing/2014/main" id="{D9C7DE3B-DF5A-4618-9FE4-741D45BB4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471"/>
                <a:ext cx="2" cy="3"/>
              </a:xfrm>
              <a:custGeom>
                <a:avLst/>
                <a:gdLst>
                  <a:gd name="T0" fmla="*/ 4 w 6"/>
                  <a:gd name="T1" fmla="*/ 8 h 8"/>
                  <a:gd name="T2" fmla="*/ 1 w 6"/>
                  <a:gd name="T3" fmla="*/ 7 h 8"/>
                  <a:gd name="T4" fmla="*/ 2 w 6"/>
                  <a:gd name="T5" fmla="*/ 3 h 8"/>
                  <a:gd name="T6" fmla="*/ 3 w 6"/>
                  <a:gd name="T7" fmla="*/ 0 h 8"/>
                  <a:gd name="T8" fmla="*/ 5 w 6"/>
                  <a:gd name="T9" fmla="*/ 2 h 8"/>
                  <a:gd name="T10" fmla="*/ 4 w 6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4" y="8"/>
                    </a:moveTo>
                    <a:cubicBezTo>
                      <a:pt x="3" y="8"/>
                      <a:pt x="1" y="8"/>
                      <a:pt x="1" y="7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3" y="2"/>
                      <a:pt x="2" y="1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6" y="7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2" name="Freeform 2635">
                <a:extLst>
                  <a:ext uri="{FF2B5EF4-FFF2-40B4-BE49-F238E27FC236}">
                    <a16:creationId xmlns:a16="http://schemas.microsoft.com/office/drawing/2014/main" id="{3447BFB3-0041-4760-80BC-58F5D005E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534"/>
                <a:ext cx="5" cy="8"/>
              </a:xfrm>
              <a:custGeom>
                <a:avLst/>
                <a:gdLst>
                  <a:gd name="T0" fmla="*/ 3 w 11"/>
                  <a:gd name="T1" fmla="*/ 16 h 20"/>
                  <a:gd name="T2" fmla="*/ 2 w 11"/>
                  <a:gd name="T3" fmla="*/ 9 h 20"/>
                  <a:gd name="T4" fmla="*/ 1 w 11"/>
                  <a:gd name="T5" fmla="*/ 2 h 20"/>
                  <a:gd name="T6" fmla="*/ 5 w 11"/>
                  <a:gd name="T7" fmla="*/ 1 h 20"/>
                  <a:gd name="T8" fmla="*/ 7 w 11"/>
                  <a:gd name="T9" fmla="*/ 8 h 20"/>
                  <a:gd name="T10" fmla="*/ 9 w 11"/>
                  <a:gd name="T11" fmla="*/ 17 h 20"/>
                  <a:gd name="T12" fmla="*/ 3 w 11"/>
                  <a:gd name="T13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0">
                    <a:moveTo>
                      <a:pt x="3" y="16"/>
                    </a:moveTo>
                    <a:cubicBezTo>
                      <a:pt x="2" y="14"/>
                      <a:pt x="3" y="11"/>
                      <a:pt x="2" y="9"/>
                    </a:cubicBezTo>
                    <a:cubicBezTo>
                      <a:pt x="2" y="7"/>
                      <a:pt x="0" y="4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3"/>
                      <a:pt x="6" y="6"/>
                      <a:pt x="7" y="8"/>
                    </a:cubicBezTo>
                    <a:cubicBezTo>
                      <a:pt x="8" y="11"/>
                      <a:pt x="11" y="13"/>
                      <a:pt x="9" y="17"/>
                    </a:cubicBezTo>
                    <a:cubicBezTo>
                      <a:pt x="7" y="20"/>
                      <a:pt x="4" y="18"/>
                      <a:pt x="3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3" name="Freeform 2636">
                <a:extLst>
                  <a:ext uri="{FF2B5EF4-FFF2-40B4-BE49-F238E27FC236}">
                    <a16:creationId xmlns:a16="http://schemas.microsoft.com/office/drawing/2014/main" id="{D89A16A8-1FDE-422B-A849-5FADF34B6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535"/>
                <a:ext cx="5" cy="12"/>
              </a:xfrm>
              <a:custGeom>
                <a:avLst/>
                <a:gdLst>
                  <a:gd name="T0" fmla="*/ 8 w 11"/>
                  <a:gd name="T1" fmla="*/ 28 h 30"/>
                  <a:gd name="T2" fmla="*/ 4 w 11"/>
                  <a:gd name="T3" fmla="*/ 29 h 30"/>
                  <a:gd name="T4" fmla="*/ 2 w 11"/>
                  <a:gd name="T5" fmla="*/ 22 h 30"/>
                  <a:gd name="T6" fmla="*/ 1 w 11"/>
                  <a:gd name="T7" fmla="*/ 14 h 30"/>
                  <a:gd name="T8" fmla="*/ 0 w 11"/>
                  <a:gd name="T9" fmla="*/ 8 h 30"/>
                  <a:gd name="T10" fmla="*/ 0 w 11"/>
                  <a:gd name="T11" fmla="*/ 2 h 30"/>
                  <a:gd name="T12" fmla="*/ 4 w 11"/>
                  <a:gd name="T13" fmla="*/ 0 h 30"/>
                  <a:gd name="T14" fmla="*/ 8 w 11"/>
                  <a:gd name="T15" fmla="*/ 3 h 30"/>
                  <a:gd name="T16" fmla="*/ 10 w 11"/>
                  <a:gd name="T17" fmla="*/ 6 h 30"/>
                  <a:gd name="T18" fmla="*/ 10 w 11"/>
                  <a:gd name="T19" fmla="*/ 9 h 30"/>
                  <a:gd name="T20" fmla="*/ 10 w 11"/>
                  <a:gd name="T21" fmla="*/ 17 h 30"/>
                  <a:gd name="T22" fmla="*/ 8 w 11"/>
                  <a:gd name="T23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30">
                    <a:moveTo>
                      <a:pt x="8" y="28"/>
                    </a:moveTo>
                    <a:cubicBezTo>
                      <a:pt x="7" y="30"/>
                      <a:pt x="6" y="30"/>
                      <a:pt x="4" y="29"/>
                    </a:cubicBezTo>
                    <a:cubicBezTo>
                      <a:pt x="3" y="27"/>
                      <a:pt x="2" y="24"/>
                      <a:pt x="2" y="22"/>
                    </a:cubicBezTo>
                    <a:cubicBezTo>
                      <a:pt x="1" y="19"/>
                      <a:pt x="2" y="16"/>
                      <a:pt x="1" y="14"/>
                    </a:cubicBezTo>
                    <a:cubicBezTo>
                      <a:pt x="1" y="12"/>
                      <a:pt x="0" y="10"/>
                      <a:pt x="0" y="8"/>
                    </a:cubicBezTo>
                    <a:cubicBezTo>
                      <a:pt x="0" y="6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7" y="0"/>
                      <a:pt x="7" y="1"/>
                      <a:pt x="8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1" y="7"/>
                      <a:pt x="10" y="8"/>
                      <a:pt x="10" y="9"/>
                    </a:cubicBezTo>
                    <a:cubicBezTo>
                      <a:pt x="11" y="12"/>
                      <a:pt x="11" y="14"/>
                      <a:pt x="10" y="17"/>
                    </a:cubicBezTo>
                    <a:cubicBezTo>
                      <a:pt x="8" y="20"/>
                      <a:pt x="9" y="24"/>
                      <a:pt x="8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4" name="Freeform 2637">
                <a:extLst>
                  <a:ext uri="{FF2B5EF4-FFF2-40B4-BE49-F238E27FC236}">
                    <a16:creationId xmlns:a16="http://schemas.microsoft.com/office/drawing/2014/main" id="{1630CBDB-70CC-4E68-A130-14848CFE7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530"/>
                <a:ext cx="24" cy="16"/>
              </a:xfrm>
              <a:custGeom>
                <a:avLst/>
                <a:gdLst>
                  <a:gd name="T0" fmla="*/ 7 w 59"/>
                  <a:gd name="T1" fmla="*/ 30 h 41"/>
                  <a:gd name="T2" fmla="*/ 4 w 59"/>
                  <a:gd name="T3" fmla="*/ 28 h 41"/>
                  <a:gd name="T4" fmla="*/ 1 w 59"/>
                  <a:gd name="T5" fmla="*/ 20 h 41"/>
                  <a:gd name="T6" fmla="*/ 6 w 59"/>
                  <a:gd name="T7" fmla="*/ 18 h 41"/>
                  <a:gd name="T8" fmla="*/ 8 w 59"/>
                  <a:gd name="T9" fmla="*/ 13 h 41"/>
                  <a:gd name="T10" fmla="*/ 16 w 59"/>
                  <a:gd name="T11" fmla="*/ 6 h 41"/>
                  <a:gd name="T12" fmla="*/ 21 w 59"/>
                  <a:gd name="T13" fmla="*/ 6 h 41"/>
                  <a:gd name="T14" fmla="*/ 25 w 59"/>
                  <a:gd name="T15" fmla="*/ 6 h 41"/>
                  <a:gd name="T16" fmla="*/ 25 w 59"/>
                  <a:gd name="T17" fmla="*/ 11 h 41"/>
                  <a:gd name="T18" fmla="*/ 26 w 59"/>
                  <a:gd name="T19" fmla="*/ 8 h 41"/>
                  <a:gd name="T20" fmla="*/ 28 w 59"/>
                  <a:gd name="T21" fmla="*/ 6 h 41"/>
                  <a:gd name="T22" fmla="*/ 29 w 59"/>
                  <a:gd name="T23" fmla="*/ 11 h 41"/>
                  <a:gd name="T24" fmla="*/ 31 w 59"/>
                  <a:gd name="T25" fmla="*/ 16 h 41"/>
                  <a:gd name="T26" fmla="*/ 33 w 59"/>
                  <a:gd name="T27" fmla="*/ 5 h 41"/>
                  <a:gd name="T28" fmla="*/ 37 w 59"/>
                  <a:gd name="T29" fmla="*/ 8 h 41"/>
                  <a:gd name="T30" fmla="*/ 41 w 59"/>
                  <a:gd name="T31" fmla="*/ 17 h 41"/>
                  <a:gd name="T32" fmla="*/ 45 w 59"/>
                  <a:gd name="T33" fmla="*/ 16 h 41"/>
                  <a:gd name="T34" fmla="*/ 49 w 59"/>
                  <a:gd name="T35" fmla="*/ 16 h 41"/>
                  <a:gd name="T36" fmla="*/ 54 w 59"/>
                  <a:gd name="T37" fmla="*/ 21 h 41"/>
                  <a:gd name="T38" fmla="*/ 56 w 59"/>
                  <a:gd name="T39" fmla="*/ 27 h 41"/>
                  <a:gd name="T40" fmla="*/ 59 w 59"/>
                  <a:gd name="T41" fmla="*/ 34 h 41"/>
                  <a:gd name="T42" fmla="*/ 51 w 59"/>
                  <a:gd name="T43" fmla="*/ 41 h 41"/>
                  <a:gd name="T44" fmla="*/ 36 w 59"/>
                  <a:gd name="T45" fmla="*/ 40 h 41"/>
                  <a:gd name="T46" fmla="*/ 30 w 59"/>
                  <a:gd name="T47" fmla="*/ 38 h 41"/>
                  <a:gd name="T48" fmla="*/ 23 w 59"/>
                  <a:gd name="T49" fmla="*/ 36 h 41"/>
                  <a:gd name="T50" fmla="*/ 20 w 59"/>
                  <a:gd name="T51" fmla="*/ 36 h 41"/>
                  <a:gd name="T52" fmla="*/ 16 w 59"/>
                  <a:gd name="T53" fmla="*/ 35 h 41"/>
                  <a:gd name="T54" fmla="*/ 12 w 59"/>
                  <a:gd name="T55" fmla="*/ 32 h 41"/>
                  <a:gd name="T56" fmla="*/ 7 w 59"/>
                  <a:gd name="T57" fmla="*/ 3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9" h="41">
                    <a:moveTo>
                      <a:pt x="7" y="30"/>
                    </a:moveTo>
                    <a:cubicBezTo>
                      <a:pt x="6" y="30"/>
                      <a:pt x="5" y="29"/>
                      <a:pt x="4" y="28"/>
                    </a:cubicBezTo>
                    <a:cubicBezTo>
                      <a:pt x="2" y="26"/>
                      <a:pt x="0" y="22"/>
                      <a:pt x="1" y="20"/>
                    </a:cubicBezTo>
                    <a:cubicBezTo>
                      <a:pt x="2" y="17"/>
                      <a:pt x="4" y="18"/>
                      <a:pt x="6" y="18"/>
                    </a:cubicBezTo>
                    <a:cubicBezTo>
                      <a:pt x="9" y="17"/>
                      <a:pt x="8" y="15"/>
                      <a:pt x="8" y="13"/>
                    </a:cubicBezTo>
                    <a:cubicBezTo>
                      <a:pt x="9" y="9"/>
                      <a:pt x="12" y="6"/>
                      <a:pt x="16" y="6"/>
                    </a:cubicBezTo>
                    <a:cubicBezTo>
                      <a:pt x="18" y="5"/>
                      <a:pt x="19" y="6"/>
                      <a:pt x="21" y="6"/>
                    </a:cubicBezTo>
                    <a:cubicBezTo>
                      <a:pt x="22" y="7"/>
                      <a:pt x="23" y="6"/>
                      <a:pt x="25" y="6"/>
                    </a:cubicBezTo>
                    <a:cubicBezTo>
                      <a:pt x="25" y="8"/>
                      <a:pt x="25" y="10"/>
                      <a:pt x="25" y="11"/>
                    </a:cubicBezTo>
                    <a:cubicBezTo>
                      <a:pt x="27" y="11"/>
                      <a:pt x="26" y="9"/>
                      <a:pt x="26" y="8"/>
                    </a:cubicBezTo>
                    <a:cubicBezTo>
                      <a:pt x="26" y="6"/>
                      <a:pt x="27" y="5"/>
                      <a:pt x="28" y="6"/>
                    </a:cubicBezTo>
                    <a:cubicBezTo>
                      <a:pt x="30" y="7"/>
                      <a:pt x="29" y="10"/>
                      <a:pt x="29" y="11"/>
                    </a:cubicBezTo>
                    <a:cubicBezTo>
                      <a:pt x="29" y="13"/>
                      <a:pt x="29" y="16"/>
                      <a:pt x="31" y="16"/>
                    </a:cubicBezTo>
                    <a:cubicBezTo>
                      <a:pt x="32" y="13"/>
                      <a:pt x="31" y="8"/>
                      <a:pt x="33" y="5"/>
                    </a:cubicBezTo>
                    <a:cubicBezTo>
                      <a:pt x="35" y="0"/>
                      <a:pt x="37" y="6"/>
                      <a:pt x="37" y="8"/>
                    </a:cubicBezTo>
                    <a:cubicBezTo>
                      <a:pt x="38" y="11"/>
                      <a:pt x="38" y="16"/>
                      <a:pt x="41" y="17"/>
                    </a:cubicBezTo>
                    <a:cubicBezTo>
                      <a:pt x="42" y="17"/>
                      <a:pt x="43" y="16"/>
                      <a:pt x="45" y="16"/>
                    </a:cubicBezTo>
                    <a:cubicBezTo>
                      <a:pt x="46" y="16"/>
                      <a:pt x="47" y="16"/>
                      <a:pt x="49" y="16"/>
                    </a:cubicBezTo>
                    <a:cubicBezTo>
                      <a:pt x="51" y="17"/>
                      <a:pt x="54" y="18"/>
                      <a:pt x="54" y="21"/>
                    </a:cubicBezTo>
                    <a:cubicBezTo>
                      <a:pt x="54" y="23"/>
                      <a:pt x="54" y="25"/>
                      <a:pt x="56" y="27"/>
                    </a:cubicBezTo>
                    <a:cubicBezTo>
                      <a:pt x="58" y="29"/>
                      <a:pt x="59" y="31"/>
                      <a:pt x="59" y="34"/>
                    </a:cubicBezTo>
                    <a:cubicBezTo>
                      <a:pt x="58" y="39"/>
                      <a:pt x="55" y="40"/>
                      <a:pt x="51" y="41"/>
                    </a:cubicBezTo>
                    <a:cubicBezTo>
                      <a:pt x="46" y="41"/>
                      <a:pt x="41" y="41"/>
                      <a:pt x="36" y="40"/>
                    </a:cubicBezTo>
                    <a:cubicBezTo>
                      <a:pt x="34" y="39"/>
                      <a:pt x="32" y="39"/>
                      <a:pt x="30" y="38"/>
                    </a:cubicBezTo>
                    <a:cubicBezTo>
                      <a:pt x="28" y="38"/>
                      <a:pt x="26" y="37"/>
                      <a:pt x="23" y="36"/>
                    </a:cubicBezTo>
                    <a:cubicBezTo>
                      <a:pt x="22" y="36"/>
                      <a:pt x="21" y="36"/>
                      <a:pt x="20" y="36"/>
                    </a:cubicBezTo>
                    <a:cubicBezTo>
                      <a:pt x="18" y="36"/>
                      <a:pt x="17" y="36"/>
                      <a:pt x="16" y="35"/>
                    </a:cubicBezTo>
                    <a:cubicBezTo>
                      <a:pt x="14" y="35"/>
                      <a:pt x="13" y="33"/>
                      <a:pt x="12" y="32"/>
                    </a:cubicBezTo>
                    <a:cubicBezTo>
                      <a:pt x="10" y="32"/>
                      <a:pt x="9" y="31"/>
                      <a:pt x="7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5" name="Freeform 2638">
                <a:extLst>
                  <a:ext uri="{FF2B5EF4-FFF2-40B4-BE49-F238E27FC236}">
                    <a16:creationId xmlns:a16="http://schemas.microsoft.com/office/drawing/2014/main" id="{A47ACD4A-57E1-4886-A9D3-D374C80BE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510"/>
                <a:ext cx="29" cy="31"/>
              </a:xfrm>
              <a:custGeom>
                <a:avLst/>
                <a:gdLst>
                  <a:gd name="T0" fmla="*/ 26 w 71"/>
                  <a:gd name="T1" fmla="*/ 54 h 77"/>
                  <a:gd name="T2" fmla="*/ 27 w 71"/>
                  <a:gd name="T3" fmla="*/ 52 h 77"/>
                  <a:gd name="T4" fmla="*/ 26 w 71"/>
                  <a:gd name="T5" fmla="*/ 48 h 77"/>
                  <a:gd name="T6" fmla="*/ 21 w 71"/>
                  <a:gd name="T7" fmla="*/ 52 h 77"/>
                  <a:gd name="T8" fmla="*/ 18 w 71"/>
                  <a:gd name="T9" fmla="*/ 56 h 77"/>
                  <a:gd name="T10" fmla="*/ 14 w 71"/>
                  <a:gd name="T11" fmla="*/ 58 h 77"/>
                  <a:gd name="T12" fmla="*/ 4 w 71"/>
                  <a:gd name="T13" fmla="*/ 52 h 77"/>
                  <a:gd name="T14" fmla="*/ 2 w 71"/>
                  <a:gd name="T15" fmla="*/ 45 h 77"/>
                  <a:gd name="T16" fmla="*/ 7 w 71"/>
                  <a:gd name="T17" fmla="*/ 44 h 77"/>
                  <a:gd name="T18" fmla="*/ 8 w 71"/>
                  <a:gd name="T19" fmla="*/ 41 h 77"/>
                  <a:gd name="T20" fmla="*/ 4 w 71"/>
                  <a:gd name="T21" fmla="*/ 35 h 77"/>
                  <a:gd name="T22" fmla="*/ 2 w 71"/>
                  <a:gd name="T23" fmla="*/ 31 h 77"/>
                  <a:gd name="T24" fmla="*/ 6 w 71"/>
                  <a:gd name="T25" fmla="*/ 28 h 77"/>
                  <a:gd name="T26" fmla="*/ 12 w 71"/>
                  <a:gd name="T27" fmla="*/ 24 h 77"/>
                  <a:gd name="T28" fmla="*/ 13 w 71"/>
                  <a:gd name="T29" fmla="*/ 19 h 77"/>
                  <a:gd name="T30" fmla="*/ 15 w 71"/>
                  <a:gd name="T31" fmla="*/ 16 h 77"/>
                  <a:gd name="T32" fmla="*/ 17 w 71"/>
                  <a:gd name="T33" fmla="*/ 14 h 77"/>
                  <a:gd name="T34" fmla="*/ 21 w 71"/>
                  <a:gd name="T35" fmla="*/ 14 h 77"/>
                  <a:gd name="T36" fmla="*/ 25 w 71"/>
                  <a:gd name="T37" fmla="*/ 17 h 77"/>
                  <a:gd name="T38" fmla="*/ 25 w 71"/>
                  <a:gd name="T39" fmla="*/ 8 h 77"/>
                  <a:gd name="T40" fmla="*/ 28 w 71"/>
                  <a:gd name="T41" fmla="*/ 5 h 77"/>
                  <a:gd name="T42" fmla="*/ 33 w 71"/>
                  <a:gd name="T43" fmla="*/ 13 h 77"/>
                  <a:gd name="T44" fmla="*/ 38 w 71"/>
                  <a:gd name="T45" fmla="*/ 16 h 77"/>
                  <a:gd name="T46" fmla="*/ 38 w 71"/>
                  <a:gd name="T47" fmla="*/ 6 h 77"/>
                  <a:gd name="T48" fmla="*/ 43 w 71"/>
                  <a:gd name="T49" fmla="*/ 10 h 77"/>
                  <a:gd name="T50" fmla="*/ 52 w 71"/>
                  <a:gd name="T51" fmla="*/ 4 h 77"/>
                  <a:gd name="T52" fmla="*/ 58 w 71"/>
                  <a:gd name="T53" fmla="*/ 10 h 77"/>
                  <a:gd name="T54" fmla="*/ 65 w 71"/>
                  <a:gd name="T55" fmla="*/ 14 h 77"/>
                  <a:gd name="T56" fmla="*/ 70 w 71"/>
                  <a:gd name="T57" fmla="*/ 28 h 77"/>
                  <a:gd name="T58" fmla="*/ 60 w 71"/>
                  <a:gd name="T59" fmla="*/ 43 h 77"/>
                  <a:gd name="T60" fmla="*/ 55 w 71"/>
                  <a:gd name="T61" fmla="*/ 52 h 77"/>
                  <a:gd name="T62" fmla="*/ 48 w 71"/>
                  <a:gd name="T63" fmla="*/ 59 h 77"/>
                  <a:gd name="T64" fmla="*/ 48 w 71"/>
                  <a:gd name="T65" fmla="*/ 68 h 77"/>
                  <a:gd name="T66" fmla="*/ 44 w 71"/>
                  <a:gd name="T67" fmla="*/ 74 h 77"/>
                  <a:gd name="T68" fmla="*/ 31 w 71"/>
                  <a:gd name="T69" fmla="*/ 75 h 77"/>
                  <a:gd name="T70" fmla="*/ 22 w 71"/>
                  <a:gd name="T71" fmla="*/ 70 h 77"/>
                  <a:gd name="T72" fmla="*/ 22 w 71"/>
                  <a:gd name="T73" fmla="*/ 65 h 77"/>
                  <a:gd name="T74" fmla="*/ 23 w 71"/>
                  <a:gd name="T75" fmla="*/ 59 h 77"/>
                  <a:gd name="T76" fmla="*/ 26 w 71"/>
                  <a:gd name="T77" fmla="*/ 5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1" h="77">
                    <a:moveTo>
                      <a:pt x="26" y="54"/>
                    </a:moveTo>
                    <a:cubicBezTo>
                      <a:pt x="27" y="53"/>
                      <a:pt x="27" y="53"/>
                      <a:pt x="27" y="52"/>
                    </a:cubicBezTo>
                    <a:cubicBezTo>
                      <a:pt x="27" y="51"/>
                      <a:pt x="27" y="48"/>
                      <a:pt x="26" y="48"/>
                    </a:cubicBezTo>
                    <a:cubicBezTo>
                      <a:pt x="25" y="48"/>
                      <a:pt x="22" y="51"/>
                      <a:pt x="21" y="52"/>
                    </a:cubicBezTo>
                    <a:cubicBezTo>
                      <a:pt x="20" y="53"/>
                      <a:pt x="19" y="55"/>
                      <a:pt x="18" y="56"/>
                    </a:cubicBezTo>
                    <a:cubicBezTo>
                      <a:pt x="17" y="58"/>
                      <a:pt x="16" y="58"/>
                      <a:pt x="14" y="58"/>
                    </a:cubicBezTo>
                    <a:cubicBezTo>
                      <a:pt x="10" y="58"/>
                      <a:pt x="7" y="55"/>
                      <a:pt x="4" y="52"/>
                    </a:cubicBezTo>
                    <a:cubicBezTo>
                      <a:pt x="2" y="51"/>
                      <a:pt x="0" y="48"/>
                      <a:pt x="2" y="45"/>
                    </a:cubicBezTo>
                    <a:cubicBezTo>
                      <a:pt x="3" y="44"/>
                      <a:pt x="5" y="44"/>
                      <a:pt x="7" y="44"/>
                    </a:cubicBezTo>
                    <a:cubicBezTo>
                      <a:pt x="9" y="44"/>
                      <a:pt x="9" y="43"/>
                      <a:pt x="8" y="41"/>
                    </a:cubicBezTo>
                    <a:cubicBezTo>
                      <a:pt x="7" y="39"/>
                      <a:pt x="5" y="37"/>
                      <a:pt x="4" y="35"/>
                    </a:cubicBezTo>
                    <a:cubicBezTo>
                      <a:pt x="3" y="34"/>
                      <a:pt x="1" y="32"/>
                      <a:pt x="2" y="31"/>
                    </a:cubicBezTo>
                    <a:cubicBezTo>
                      <a:pt x="2" y="30"/>
                      <a:pt x="5" y="28"/>
                      <a:pt x="6" y="28"/>
                    </a:cubicBezTo>
                    <a:cubicBezTo>
                      <a:pt x="8" y="27"/>
                      <a:pt x="11" y="26"/>
                      <a:pt x="12" y="24"/>
                    </a:cubicBezTo>
                    <a:cubicBezTo>
                      <a:pt x="13" y="23"/>
                      <a:pt x="12" y="21"/>
                      <a:pt x="13" y="19"/>
                    </a:cubicBezTo>
                    <a:cubicBezTo>
                      <a:pt x="13" y="18"/>
                      <a:pt x="14" y="17"/>
                      <a:pt x="15" y="16"/>
                    </a:cubicBezTo>
                    <a:cubicBezTo>
                      <a:pt x="15" y="16"/>
                      <a:pt x="16" y="15"/>
                      <a:pt x="17" y="14"/>
                    </a:cubicBezTo>
                    <a:cubicBezTo>
                      <a:pt x="18" y="13"/>
                      <a:pt x="20" y="13"/>
                      <a:pt x="21" y="14"/>
                    </a:cubicBezTo>
                    <a:cubicBezTo>
                      <a:pt x="22" y="15"/>
                      <a:pt x="24" y="17"/>
                      <a:pt x="25" y="17"/>
                    </a:cubicBezTo>
                    <a:cubicBezTo>
                      <a:pt x="26" y="14"/>
                      <a:pt x="24" y="11"/>
                      <a:pt x="25" y="8"/>
                    </a:cubicBezTo>
                    <a:cubicBezTo>
                      <a:pt x="25" y="6"/>
                      <a:pt x="26" y="3"/>
                      <a:pt x="28" y="5"/>
                    </a:cubicBezTo>
                    <a:cubicBezTo>
                      <a:pt x="31" y="7"/>
                      <a:pt x="32" y="10"/>
                      <a:pt x="33" y="13"/>
                    </a:cubicBezTo>
                    <a:cubicBezTo>
                      <a:pt x="34" y="15"/>
                      <a:pt x="36" y="16"/>
                      <a:pt x="38" y="16"/>
                    </a:cubicBezTo>
                    <a:cubicBezTo>
                      <a:pt x="38" y="15"/>
                      <a:pt x="36" y="8"/>
                      <a:pt x="38" y="6"/>
                    </a:cubicBezTo>
                    <a:cubicBezTo>
                      <a:pt x="40" y="5"/>
                      <a:pt x="42" y="9"/>
                      <a:pt x="43" y="10"/>
                    </a:cubicBezTo>
                    <a:cubicBezTo>
                      <a:pt x="47" y="12"/>
                      <a:pt x="46" y="0"/>
                      <a:pt x="52" y="4"/>
                    </a:cubicBezTo>
                    <a:cubicBezTo>
                      <a:pt x="55" y="5"/>
                      <a:pt x="56" y="8"/>
                      <a:pt x="58" y="10"/>
                    </a:cubicBezTo>
                    <a:cubicBezTo>
                      <a:pt x="61" y="11"/>
                      <a:pt x="63" y="13"/>
                      <a:pt x="65" y="14"/>
                    </a:cubicBezTo>
                    <a:cubicBezTo>
                      <a:pt x="69" y="18"/>
                      <a:pt x="71" y="23"/>
                      <a:pt x="70" y="28"/>
                    </a:cubicBezTo>
                    <a:cubicBezTo>
                      <a:pt x="69" y="34"/>
                      <a:pt x="64" y="39"/>
                      <a:pt x="60" y="43"/>
                    </a:cubicBezTo>
                    <a:cubicBezTo>
                      <a:pt x="58" y="46"/>
                      <a:pt x="57" y="50"/>
                      <a:pt x="55" y="52"/>
                    </a:cubicBezTo>
                    <a:cubicBezTo>
                      <a:pt x="52" y="55"/>
                      <a:pt x="48" y="54"/>
                      <a:pt x="48" y="59"/>
                    </a:cubicBezTo>
                    <a:cubicBezTo>
                      <a:pt x="47" y="62"/>
                      <a:pt x="48" y="65"/>
                      <a:pt x="48" y="68"/>
                    </a:cubicBezTo>
                    <a:cubicBezTo>
                      <a:pt x="48" y="70"/>
                      <a:pt x="46" y="72"/>
                      <a:pt x="44" y="74"/>
                    </a:cubicBezTo>
                    <a:cubicBezTo>
                      <a:pt x="40" y="77"/>
                      <a:pt x="36" y="76"/>
                      <a:pt x="31" y="75"/>
                    </a:cubicBezTo>
                    <a:cubicBezTo>
                      <a:pt x="28" y="74"/>
                      <a:pt x="24" y="73"/>
                      <a:pt x="22" y="70"/>
                    </a:cubicBezTo>
                    <a:cubicBezTo>
                      <a:pt x="21" y="69"/>
                      <a:pt x="22" y="67"/>
                      <a:pt x="22" y="65"/>
                    </a:cubicBezTo>
                    <a:cubicBezTo>
                      <a:pt x="22" y="63"/>
                      <a:pt x="22" y="61"/>
                      <a:pt x="23" y="59"/>
                    </a:cubicBezTo>
                    <a:cubicBezTo>
                      <a:pt x="24" y="57"/>
                      <a:pt x="25" y="56"/>
                      <a:pt x="26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6" name="Freeform 2639">
                <a:extLst>
                  <a:ext uri="{FF2B5EF4-FFF2-40B4-BE49-F238E27FC236}">
                    <a16:creationId xmlns:a16="http://schemas.microsoft.com/office/drawing/2014/main" id="{3670F566-1721-49EB-BE71-A7E84BAC0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502"/>
                <a:ext cx="8" cy="10"/>
              </a:xfrm>
              <a:custGeom>
                <a:avLst/>
                <a:gdLst>
                  <a:gd name="T0" fmla="*/ 9 w 20"/>
                  <a:gd name="T1" fmla="*/ 11 h 24"/>
                  <a:gd name="T2" fmla="*/ 7 w 20"/>
                  <a:gd name="T3" fmla="*/ 10 h 24"/>
                  <a:gd name="T4" fmla="*/ 4 w 20"/>
                  <a:gd name="T5" fmla="*/ 9 h 24"/>
                  <a:gd name="T6" fmla="*/ 1 w 20"/>
                  <a:gd name="T7" fmla="*/ 5 h 24"/>
                  <a:gd name="T8" fmla="*/ 4 w 20"/>
                  <a:gd name="T9" fmla="*/ 1 h 24"/>
                  <a:gd name="T10" fmla="*/ 10 w 20"/>
                  <a:gd name="T11" fmla="*/ 3 h 24"/>
                  <a:gd name="T12" fmla="*/ 15 w 20"/>
                  <a:gd name="T13" fmla="*/ 5 h 24"/>
                  <a:gd name="T14" fmla="*/ 20 w 20"/>
                  <a:gd name="T15" fmla="*/ 15 h 24"/>
                  <a:gd name="T16" fmla="*/ 19 w 20"/>
                  <a:gd name="T17" fmla="*/ 21 h 24"/>
                  <a:gd name="T18" fmla="*/ 18 w 20"/>
                  <a:gd name="T19" fmla="*/ 23 h 24"/>
                  <a:gd name="T20" fmla="*/ 12 w 20"/>
                  <a:gd name="T21" fmla="*/ 21 h 24"/>
                  <a:gd name="T22" fmla="*/ 10 w 20"/>
                  <a:gd name="T23" fmla="*/ 18 h 24"/>
                  <a:gd name="T24" fmla="*/ 10 w 20"/>
                  <a:gd name="T25" fmla="*/ 15 h 24"/>
                  <a:gd name="T26" fmla="*/ 9 w 20"/>
                  <a:gd name="T27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24">
                    <a:moveTo>
                      <a:pt x="9" y="11"/>
                    </a:moveTo>
                    <a:cubicBezTo>
                      <a:pt x="8" y="10"/>
                      <a:pt x="7" y="10"/>
                      <a:pt x="7" y="10"/>
                    </a:cubicBezTo>
                    <a:cubicBezTo>
                      <a:pt x="6" y="10"/>
                      <a:pt x="4" y="10"/>
                      <a:pt x="4" y="9"/>
                    </a:cubicBezTo>
                    <a:cubicBezTo>
                      <a:pt x="3" y="9"/>
                      <a:pt x="1" y="6"/>
                      <a:pt x="1" y="5"/>
                    </a:cubicBezTo>
                    <a:cubicBezTo>
                      <a:pt x="0" y="3"/>
                      <a:pt x="3" y="2"/>
                      <a:pt x="4" y="1"/>
                    </a:cubicBezTo>
                    <a:cubicBezTo>
                      <a:pt x="7" y="0"/>
                      <a:pt x="8" y="1"/>
                      <a:pt x="10" y="3"/>
                    </a:cubicBezTo>
                    <a:cubicBezTo>
                      <a:pt x="12" y="3"/>
                      <a:pt x="13" y="4"/>
                      <a:pt x="15" y="5"/>
                    </a:cubicBezTo>
                    <a:cubicBezTo>
                      <a:pt x="18" y="7"/>
                      <a:pt x="20" y="11"/>
                      <a:pt x="20" y="15"/>
                    </a:cubicBezTo>
                    <a:cubicBezTo>
                      <a:pt x="20" y="17"/>
                      <a:pt x="19" y="19"/>
                      <a:pt x="19" y="21"/>
                    </a:cubicBezTo>
                    <a:cubicBezTo>
                      <a:pt x="19" y="22"/>
                      <a:pt x="19" y="23"/>
                      <a:pt x="18" y="23"/>
                    </a:cubicBezTo>
                    <a:cubicBezTo>
                      <a:pt x="17" y="24"/>
                      <a:pt x="13" y="22"/>
                      <a:pt x="12" y="21"/>
                    </a:cubicBezTo>
                    <a:cubicBezTo>
                      <a:pt x="11" y="21"/>
                      <a:pt x="10" y="19"/>
                      <a:pt x="10" y="18"/>
                    </a:cubicBezTo>
                    <a:cubicBezTo>
                      <a:pt x="10" y="17"/>
                      <a:pt x="10" y="16"/>
                      <a:pt x="10" y="15"/>
                    </a:cubicBezTo>
                    <a:cubicBezTo>
                      <a:pt x="10" y="14"/>
                      <a:pt x="10" y="11"/>
                      <a:pt x="9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7" name="Freeform 2640">
                <a:extLst>
                  <a:ext uri="{FF2B5EF4-FFF2-40B4-BE49-F238E27FC236}">
                    <a16:creationId xmlns:a16="http://schemas.microsoft.com/office/drawing/2014/main" id="{29A7A6C3-E01C-42F0-A1A7-7FB42FF6F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487"/>
                <a:ext cx="20" cy="25"/>
              </a:xfrm>
              <a:custGeom>
                <a:avLst/>
                <a:gdLst>
                  <a:gd name="T0" fmla="*/ 9 w 51"/>
                  <a:gd name="T1" fmla="*/ 40 h 61"/>
                  <a:gd name="T2" fmla="*/ 1 w 51"/>
                  <a:gd name="T3" fmla="*/ 40 h 61"/>
                  <a:gd name="T4" fmla="*/ 5 w 51"/>
                  <a:gd name="T5" fmla="*/ 33 h 61"/>
                  <a:gd name="T6" fmla="*/ 7 w 51"/>
                  <a:gd name="T7" fmla="*/ 27 h 61"/>
                  <a:gd name="T8" fmla="*/ 4 w 51"/>
                  <a:gd name="T9" fmla="*/ 21 h 61"/>
                  <a:gd name="T10" fmla="*/ 5 w 51"/>
                  <a:gd name="T11" fmla="*/ 11 h 61"/>
                  <a:gd name="T12" fmla="*/ 6 w 51"/>
                  <a:gd name="T13" fmla="*/ 2 h 61"/>
                  <a:gd name="T14" fmla="*/ 14 w 51"/>
                  <a:gd name="T15" fmla="*/ 1 h 61"/>
                  <a:gd name="T16" fmla="*/ 17 w 51"/>
                  <a:gd name="T17" fmla="*/ 10 h 61"/>
                  <a:gd name="T18" fmla="*/ 20 w 51"/>
                  <a:gd name="T19" fmla="*/ 13 h 61"/>
                  <a:gd name="T20" fmla="*/ 29 w 51"/>
                  <a:gd name="T21" fmla="*/ 9 h 61"/>
                  <a:gd name="T22" fmla="*/ 39 w 51"/>
                  <a:gd name="T23" fmla="*/ 15 h 61"/>
                  <a:gd name="T24" fmla="*/ 44 w 51"/>
                  <a:gd name="T25" fmla="*/ 23 h 61"/>
                  <a:gd name="T26" fmla="*/ 48 w 51"/>
                  <a:gd name="T27" fmla="*/ 29 h 61"/>
                  <a:gd name="T28" fmla="*/ 47 w 51"/>
                  <a:gd name="T29" fmla="*/ 45 h 61"/>
                  <a:gd name="T30" fmla="*/ 43 w 51"/>
                  <a:gd name="T31" fmla="*/ 51 h 61"/>
                  <a:gd name="T32" fmla="*/ 36 w 51"/>
                  <a:gd name="T33" fmla="*/ 55 h 61"/>
                  <a:gd name="T34" fmla="*/ 29 w 51"/>
                  <a:gd name="T35" fmla="*/ 59 h 61"/>
                  <a:gd name="T36" fmla="*/ 18 w 51"/>
                  <a:gd name="T37" fmla="*/ 54 h 61"/>
                  <a:gd name="T38" fmla="*/ 13 w 51"/>
                  <a:gd name="T39" fmla="*/ 46 h 61"/>
                  <a:gd name="T40" fmla="*/ 9 w 51"/>
                  <a:gd name="T41" fmla="*/ 4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61">
                    <a:moveTo>
                      <a:pt x="9" y="40"/>
                    </a:moveTo>
                    <a:cubicBezTo>
                      <a:pt x="7" y="40"/>
                      <a:pt x="2" y="41"/>
                      <a:pt x="1" y="40"/>
                    </a:cubicBezTo>
                    <a:cubicBezTo>
                      <a:pt x="0" y="38"/>
                      <a:pt x="4" y="34"/>
                      <a:pt x="5" y="33"/>
                    </a:cubicBezTo>
                    <a:cubicBezTo>
                      <a:pt x="7" y="31"/>
                      <a:pt x="9" y="29"/>
                      <a:pt x="7" y="27"/>
                    </a:cubicBezTo>
                    <a:cubicBezTo>
                      <a:pt x="5" y="25"/>
                      <a:pt x="4" y="24"/>
                      <a:pt x="4" y="21"/>
                    </a:cubicBezTo>
                    <a:cubicBezTo>
                      <a:pt x="4" y="18"/>
                      <a:pt x="5" y="14"/>
                      <a:pt x="5" y="11"/>
                    </a:cubicBezTo>
                    <a:cubicBezTo>
                      <a:pt x="5" y="8"/>
                      <a:pt x="4" y="5"/>
                      <a:pt x="6" y="2"/>
                    </a:cubicBezTo>
                    <a:cubicBezTo>
                      <a:pt x="8" y="0"/>
                      <a:pt x="11" y="0"/>
                      <a:pt x="14" y="1"/>
                    </a:cubicBezTo>
                    <a:cubicBezTo>
                      <a:pt x="17" y="3"/>
                      <a:pt x="17" y="7"/>
                      <a:pt x="17" y="10"/>
                    </a:cubicBezTo>
                    <a:cubicBezTo>
                      <a:pt x="17" y="12"/>
                      <a:pt x="17" y="14"/>
                      <a:pt x="20" y="13"/>
                    </a:cubicBezTo>
                    <a:cubicBezTo>
                      <a:pt x="23" y="12"/>
                      <a:pt x="26" y="9"/>
                      <a:pt x="29" y="9"/>
                    </a:cubicBezTo>
                    <a:cubicBezTo>
                      <a:pt x="33" y="9"/>
                      <a:pt x="37" y="12"/>
                      <a:pt x="39" y="15"/>
                    </a:cubicBezTo>
                    <a:cubicBezTo>
                      <a:pt x="41" y="18"/>
                      <a:pt x="43" y="20"/>
                      <a:pt x="44" y="23"/>
                    </a:cubicBezTo>
                    <a:cubicBezTo>
                      <a:pt x="46" y="25"/>
                      <a:pt x="47" y="27"/>
                      <a:pt x="48" y="29"/>
                    </a:cubicBezTo>
                    <a:cubicBezTo>
                      <a:pt x="51" y="34"/>
                      <a:pt x="50" y="39"/>
                      <a:pt x="47" y="45"/>
                    </a:cubicBezTo>
                    <a:cubicBezTo>
                      <a:pt x="46" y="47"/>
                      <a:pt x="45" y="49"/>
                      <a:pt x="43" y="51"/>
                    </a:cubicBezTo>
                    <a:cubicBezTo>
                      <a:pt x="41" y="52"/>
                      <a:pt x="38" y="54"/>
                      <a:pt x="36" y="55"/>
                    </a:cubicBezTo>
                    <a:cubicBezTo>
                      <a:pt x="34" y="56"/>
                      <a:pt x="31" y="58"/>
                      <a:pt x="29" y="59"/>
                    </a:cubicBezTo>
                    <a:cubicBezTo>
                      <a:pt x="24" y="61"/>
                      <a:pt x="21" y="58"/>
                      <a:pt x="18" y="54"/>
                    </a:cubicBezTo>
                    <a:cubicBezTo>
                      <a:pt x="16" y="52"/>
                      <a:pt x="14" y="49"/>
                      <a:pt x="13" y="46"/>
                    </a:cubicBezTo>
                    <a:cubicBezTo>
                      <a:pt x="13" y="43"/>
                      <a:pt x="12" y="40"/>
                      <a:pt x="9" y="4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8" name="Freeform 2641">
                <a:extLst>
                  <a:ext uri="{FF2B5EF4-FFF2-40B4-BE49-F238E27FC236}">
                    <a16:creationId xmlns:a16="http://schemas.microsoft.com/office/drawing/2014/main" id="{81AEB67C-1B3A-4987-8CC1-3741A503C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476"/>
                <a:ext cx="56" cy="47"/>
              </a:xfrm>
              <a:custGeom>
                <a:avLst/>
                <a:gdLst>
                  <a:gd name="T0" fmla="*/ 3 w 138"/>
                  <a:gd name="T1" fmla="*/ 81 h 114"/>
                  <a:gd name="T2" fmla="*/ 4 w 138"/>
                  <a:gd name="T3" fmla="*/ 74 h 114"/>
                  <a:gd name="T4" fmla="*/ 6 w 138"/>
                  <a:gd name="T5" fmla="*/ 66 h 114"/>
                  <a:gd name="T6" fmla="*/ 17 w 138"/>
                  <a:gd name="T7" fmla="*/ 72 h 114"/>
                  <a:gd name="T8" fmla="*/ 25 w 138"/>
                  <a:gd name="T9" fmla="*/ 67 h 114"/>
                  <a:gd name="T10" fmla="*/ 31 w 138"/>
                  <a:gd name="T11" fmla="*/ 67 h 114"/>
                  <a:gd name="T12" fmla="*/ 38 w 138"/>
                  <a:gd name="T13" fmla="*/ 65 h 114"/>
                  <a:gd name="T14" fmla="*/ 39 w 138"/>
                  <a:gd name="T15" fmla="*/ 52 h 114"/>
                  <a:gd name="T16" fmla="*/ 49 w 138"/>
                  <a:gd name="T17" fmla="*/ 56 h 114"/>
                  <a:gd name="T18" fmla="*/ 59 w 138"/>
                  <a:gd name="T19" fmla="*/ 49 h 114"/>
                  <a:gd name="T20" fmla="*/ 60 w 138"/>
                  <a:gd name="T21" fmla="*/ 61 h 114"/>
                  <a:gd name="T22" fmla="*/ 66 w 138"/>
                  <a:gd name="T23" fmla="*/ 63 h 114"/>
                  <a:gd name="T24" fmla="*/ 75 w 138"/>
                  <a:gd name="T25" fmla="*/ 66 h 114"/>
                  <a:gd name="T26" fmla="*/ 75 w 138"/>
                  <a:gd name="T27" fmla="*/ 59 h 114"/>
                  <a:gd name="T28" fmla="*/ 67 w 138"/>
                  <a:gd name="T29" fmla="*/ 39 h 114"/>
                  <a:gd name="T30" fmla="*/ 78 w 138"/>
                  <a:gd name="T31" fmla="*/ 40 h 114"/>
                  <a:gd name="T32" fmla="*/ 84 w 138"/>
                  <a:gd name="T33" fmla="*/ 48 h 114"/>
                  <a:gd name="T34" fmla="*/ 94 w 138"/>
                  <a:gd name="T35" fmla="*/ 55 h 114"/>
                  <a:gd name="T36" fmla="*/ 98 w 138"/>
                  <a:gd name="T37" fmla="*/ 48 h 114"/>
                  <a:gd name="T38" fmla="*/ 104 w 138"/>
                  <a:gd name="T39" fmla="*/ 31 h 114"/>
                  <a:gd name="T40" fmla="*/ 98 w 138"/>
                  <a:gd name="T41" fmla="*/ 21 h 114"/>
                  <a:gd name="T42" fmla="*/ 107 w 138"/>
                  <a:gd name="T43" fmla="*/ 19 h 114"/>
                  <a:gd name="T44" fmla="*/ 122 w 138"/>
                  <a:gd name="T45" fmla="*/ 24 h 114"/>
                  <a:gd name="T46" fmla="*/ 121 w 138"/>
                  <a:gd name="T47" fmla="*/ 4 h 114"/>
                  <a:gd name="T48" fmla="*/ 137 w 138"/>
                  <a:gd name="T49" fmla="*/ 24 h 114"/>
                  <a:gd name="T50" fmla="*/ 129 w 138"/>
                  <a:gd name="T51" fmla="*/ 34 h 114"/>
                  <a:gd name="T52" fmla="*/ 120 w 138"/>
                  <a:gd name="T53" fmla="*/ 48 h 114"/>
                  <a:gd name="T54" fmla="*/ 112 w 138"/>
                  <a:gd name="T55" fmla="*/ 62 h 114"/>
                  <a:gd name="T56" fmla="*/ 104 w 138"/>
                  <a:gd name="T57" fmla="*/ 75 h 114"/>
                  <a:gd name="T58" fmla="*/ 96 w 138"/>
                  <a:gd name="T59" fmla="*/ 82 h 114"/>
                  <a:gd name="T60" fmla="*/ 79 w 138"/>
                  <a:gd name="T61" fmla="*/ 100 h 114"/>
                  <a:gd name="T62" fmla="*/ 64 w 138"/>
                  <a:gd name="T63" fmla="*/ 102 h 114"/>
                  <a:gd name="T64" fmla="*/ 43 w 138"/>
                  <a:gd name="T65" fmla="*/ 110 h 114"/>
                  <a:gd name="T66" fmla="*/ 38 w 138"/>
                  <a:gd name="T67" fmla="*/ 106 h 114"/>
                  <a:gd name="T68" fmla="*/ 34 w 138"/>
                  <a:gd name="T69" fmla="*/ 105 h 114"/>
                  <a:gd name="T70" fmla="*/ 30 w 138"/>
                  <a:gd name="T71" fmla="*/ 112 h 114"/>
                  <a:gd name="T72" fmla="*/ 19 w 138"/>
                  <a:gd name="T73" fmla="*/ 112 h 114"/>
                  <a:gd name="T74" fmla="*/ 25 w 138"/>
                  <a:gd name="T75" fmla="*/ 94 h 114"/>
                  <a:gd name="T76" fmla="*/ 29 w 138"/>
                  <a:gd name="T77" fmla="*/ 81 h 114"/>
                  <a:gd name="T78" fmla="*/ 17 w 138"/>
                  <a:gd name="T79" fmla="*/ 85 h 114"/>
                  <a:gd name="T80" fmla="*/ 10 w 138"/>
                  <a:gd name="T81" fmla="*/ 88 h 114"/>
                  <a:gd name="T82" fmla="*/ 4 w 138"/>
                  <a:gd name="T83" fmla="*/ 87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8" h="114">
                    <a:moveTo>
                      <a:pt x="1" y="82"/>
                    </a:moveTo>
                    <a:cubicBezTo>
                      <a:pt x="2" y="82"/>
                      <a:pt x="3" y="81"/>
                      <a:pt x="3" y="81"/>
                    </a:cubicBezTo>
                    <a:cubicBezTo>
                      <a:pt x="3" y="81"/>
                      <a:pt x="4" y="80"/>
                      <a:pt x="4" y="79"/>
                    </a:cubicBezTo>
                    <a:cubicBezTo>
                      <a:pt x="5" y="78"/>
                      <a:pt x="5" y="76"/>
                      <a:pt x="4" y="74"/>
                    </a:cubicBezTo>
                    <a:cubicBezTo>
                      <a:pt x="2" y="72"/>
                      <a:pt x="0" y="72"/>
                      <a:pt x="0" y="68"/>
                    </a:cubicBezTo>
                    <a:cubicBezTo>
                      <a:pt x="1" y="66"/>
                      <a:pt x="4" y="64"/>
                      <a:pt x="6" y="66"/>
                    </a:cubicBezTo>
                    <a:cubicBezTo>
                      <a:pt x="8" y="67"/>
                      <a:pt x="10" y="68"/>
                      <a:pt x="11" y="70"/>
                    </a:cubicBezTo>
                    <a:cubicBezTo>
                      <a:pt x="13" y="72"/>
                      <a:pt x="15" y="72"/>
                      <a:pt x="17" y="72"/>
                    </a:cubicBezTo>
                    <a:cubicBezTo>
                      <a:pt x="19" y="73"/>
                      <a:pt x="22" y="73"/>
                      <a:pt x="25" y="72"/>
                    </a:cubicBezTo>
                    <a:cubicBezTo>
                      <a:pt x="28" y="71"/>
                      <a:pt x="26" y="69"/>
                      <a:pt x="25" y="67"/>
                    </a:cubicBezTo>
                    <a:cubicBezTo>
                      <a:pt x="24" y="65"/>
                      <a:pt x="24" y="63"/>
                      <a:pt x="27" y="63"/>
                    </a:cubicBezTo>
                    <a:cubicBezTo>
                      <a:pt x="28" y="64"/>
                      <a:pt x="30" y="66"/>
                      <a:pt x="31" y="67"/>
                    </a:cubicBezTo>
                    <a:cubicBezTo>
                      <a:pt x="32" y="68"/>
                      <a:pt x="34" y="70"/>
                      <a:pt x="36" y="71"/>
                    </a:cubicBezTo>
                    <a:cubicBezTo>
                      <a:pt x="38" y="71"/>
                      <a:pt x="38" y="66"/>
                      <a:pt x="38" y="65"/>
                    </a:cubicBezTo>
                    <a:cubicBezTo>
                      <a:pt x="38" y="62"/>
                      <a:pt x="38" y="60"/>
                      <a:pt x="37" y="57"/>
                    </a:cubicBezTo>
                    <a:cubicBezTo>
                      <a:pt x="37" y="56"/>
                      <a:pt x="37" y="53"/>
                      <a:pt x="39" y="52"/>
                    </a:cubicBezTo>
                    <a:cubicBezTo>
                      <a:pt x="41" y="51"/>
                      <a:pt x="42" y="55"/>
                      <a:pt x="43" y="57"/>
                    </a:cubicBezTo>
                    <a:cubicBezTo>
                      <a:pt x="45" y="58"/>
                      <a:pt x="48" y="59"/>
                      <a:pt x="49" y="56"/>
                    </a:cubicBezTo>
                    <a:cubicBezTo>
                      <a:pt x="50" y="54"/>
                      <a:pt x="49" y="51"/>
                      <a:pt x="51" y="49"/>
                    </a:cubicBezTo>
                    <a:cubicBezTo>
                      <a:pt x="53" y="48"/>
                      <a:pt x="57" y="48"/>
                      <a:pt x="59" y="49"/>
                    </a:cubicBezTo>
                    <a:cubicBezTo>
                      <a:pt x="61" y="50"/>
                      <a:pt x="62" y="52"/>
                      <a:pt x="62" y="55"/>
                    </a:cubicBezTo>
                    <a:cubicBezTo>
                      <a:pt x="62" y="57"/>
                      <a:pt x="60" y="59"/>
                      <a:pt x="60" y="61"/>
                    </a:cubicBezTo>
                    <a:cubicBezTo>
                      <a:pt x="61" y="63"/>
                      <a:pt x="62" y="64"/>
                      <a:pt x="63" y="66"/>
                    </a:cubicBezTo>
                    <a:cubicBezTo>
                      <a:pt x="63" y="64"/>
                      <a:pt x="64" y="60"/>
                      <a:pt x="66" y="63"/>
                    </a:cubicBezTo>
                    <a:cubicBezTo>
                      <a:pt x="68" y="64"/>
                      <a:pt x="68" y="67"/>
                      <a:pt x="70" y="68"/>
                    </a:cubicBezTo>
                    <a:cubicBezTo>
                      <a:pt x="72" y="69"/>
                      <a:pt x="73" y="67"/>
                      <a:pt x="75" y="66"/>
                    </a:cubicBezTo>
                    <a:cubicBezTo>
                      <a:pt x="76" y="66"/>
                      <a:pt x="77" y="66"/>
                      <a:pt x="77" y="64"/>
                    </a:cubicBezTo>
                    <a:cubicBezTo>
                      <a:pt x="77" y="63"/>
                      <a:pt x="76" y="60"/>
                      <a:pt x="75" y="59"/>
                    </a:cubicBezTo>
                    <a:cubicBezTo>
                      <a:pt x="72" y="56"/>
                      <a:pt x="66" y="52"/>
                      <a:pt x="68" y="47"/>
                    </a:cubicBezTo>
                    <a:cubicBezTo>
                      <a:pt x="69" y="44"/>
                      <a:pt x="67" y="42"/>
                      <a:pt x="67" y="39"/>
                    </a:cubicBezTo>
                    <a:cubicBezTo>
                      <a:pt x="67" y="36"/>
                      <a:pt x="68" y="34"/>
                      <a:pt x="71" y="34"/>
                    </a:cubicBezTo>
                    <a:cubicBezTo>
                      <a:pt x="74" y="35"/>
                      <a:pt x="76" y="37"/>
                      <a:pt x="78" y="40"/>
                    </a:cubicBezTo>
                    <a:cubicBezTo>
                      <a:pt x="79" y="41"/>
                      <a:pt x="80" y="43"/>
                      <a:pt x="80" y="44"/>
                    </a:cubicBezTo>
                    <a:cubicBezTo>
                      <a:pt x="81" y="46"/>
                      <a:pt x="83" y="47"/>
                      <a:pt x="84" y="48"/>
                    </a:cubicBezTo>
                    <a:cubicBezTo>
                      <a:pt x="86" y="49"/>
                      <a:pt x="89" y="51"/>
                      <a:pt x="91" y="53"/>
                    </a:cubicBezTo>
                    <a:cubicBezTo>
                      <a:pt x="91" y="54"/>
                      <a:pt x="93" y="56"/>
                      <a:pt x="94" y="55"/>
                    </a:cubicBezTo>
                    <a:cubicBezTo>
                      <a:pt x="95" y="54"/>
                      <a:pt x="95" y="53"/>
                      <a:pt x="96" y="52"/>
                    </a:cubicBezTo>
                    <a:cubicBezTo>
                      <a:pt x="97" y="51"/>
                      <a:pt x="97" y="50"/>
                      <a:pt x="98" y="48"/>
                    </a:cubicBezTo>
                    <a:cubicBezTo>
                      <a:pt x="100" y="46"/>
                      <a:pt x="103" y="44"/>
                      <a:pt x="105" y="42"/>
                    </a:cubicBezTo>
                    <a:cubicBezTo>
                      <a:pt x="109" y="39"/>
                      <a:pt x="108" y="34"/>
                      <a:pt x="104" y="31"/>
                    </a:cubicBezTo>
                    <a:cubicBezTo>
                      <a:pt x="102" y="30"/>
                      <a:pt x="100" y="30"/>
                      <a:pt x="98" y="28"/>
                    </a:cubicBezTo>
                    <a:cubicBezTo>
                      <a:pt x="96" y="26"/>
                      <a:pt x="97" y="23"/>
                      <a:pt x="98" y="21"/>
                    </a:cubicBezTo>
                    <a:cubicBezTo>
                      <a:pt x="99" y="19"/>
                      <a:pt x="100" y="16"/>
                      <a:pt x="103" y="16"/>
                    </a:cubicBezTo>
                    <a:cubicBezTo>
                      <a:pt x="105" y="16"/>
                      <a:pt x="105" y="18"/>
                      <a:pt x="107" y="19"/>
                    </a:cubicBezTo>
                    <a:cubicBezTo>
                      <a:pt x="109" y="21"/>
                      <a:pt x="110" y="15"/>
                      <a:pt x="112" y="18"/>
                    </a:cubicBezTo>
                    <a:cubicBezTo>
                      <a:pt x="114" y="19"/>
                      <a:pt x="118" y="30"/>
                      <a:pt x="122" y="24"/>
                    </a:cubicBezTo>
                    <a:cubicBezTo>
                      <a:pt x="123" y="21"/>
                      <a:pt x="123" y="16"/>
                      <a:pt x="122" y="13"/>
                    </a:cubicBezTo>
                    <a:cubicBezTo>
                      <a:pt x="122" y="10"/>
                      <a:pt x="121" y="7"/>
                      <a:pt x="121" y="4"/>
                    </a:cubicBezTo>
                    <a:cubicBezTo>
                      <a:pt x="123" y="0"/>
                      <a:pt x="130" y="7"/>
                      <a:pt x="132" y="8"/>
                    </a:cubicBezTo>
                    <a:cubicBezTo>
                      <a:pt x="136" y="12"/>
                      <a:pt x="138" y="18"/>
                      <a:pt x="137" y="24"/>
                    </a:cubicBezTo>
                    <a:cubicBezTo>
                      <a:pt x="137" y="27"/>
                      <a:pt x="136" y="30"/>
                      <a:pt x="134" y="32"/>
                    </a:cubicBezTo>
                    <a:cubicBezTo>
                      <a:pt x="133" y="33"/>
                      <a:pt x="131" y="33"/>
                      <a:pt x="129" y="34"/>
                    </a:cubicBezTo>
                    <a:cubicBezTo>
                      <a:pt x="124" y="35"/>
                      <a:pt x="123" y="38"/>
                      <a:pt x="122" y="43"/>
                    </a:cubicBezTo>
                    <a:cubicBezTo>
                      <a:pt x="121" y="44"/>
                      <a:pt x="121" y="46"/>
                      <a:pt x="120" y="48"/>
                    </a:cubicBezTo>
                    <a:cubicBezTo>
                      <a:pt x="119" y="49"/>
                      <a:pt x="117" y="50"/>
                      <a:pt x="116" y="51"/>
                    </a:cubicBezTo>
                    <a:cubicBezTo>
                      <a:pt x="113" y="54"/>
                      <a:pt x="114" y="59"/>
                      <a:pt x="112" y="62"/>
                    </a:cubicBezTo>
                    <a:cubicBezTo>
                      <a:pt x="111" y="64"/>
                      <a:pt x="110" y="66"/>
                      <a:pt x="108" y="68"/>
                    </a:cubicBezTo>
                    <a:cubicBezTo>
                      <a:pt x="107" y="70"/>
                      <a:pt x="105" y="72"/>
                      <a:pt x="104" y="75"/>
                    </a:cubicBezTo>
                    <a:cubicBezTo>
                      <a:pt x="103" y="77"/>
                      <a:pt x="103" y="79"/>
                      <a:pt x="101" y="81"/>
                    </a:cubicBezTo>
                    <a:cubicBezTo>
                      <a:pt x="99" y="82"/>
                      <a:pt x="97" y="82"/>
                      <a:pt x="96" y="82"/>
                    </a:cubicBezTo>
                    <a:cubicBezTo>
                      <a:pt x="90" y="83"/>
                      <a:pt x="91" y="88"/>
                      <a:pt x="89" y="92"/>
                    </a:cubicBezTo>
                    <a:cubicBezTo>
                      <a:pt x="88" y="97"/>
                      <a:pt x="83" y="99"/>
                      <a:pt x="79" y="100"/>
                    </a:cubicBezTo>
                    <a:cubicBezTo>
                      <a:pt x="74" y="102"/>
                      <a:pt x="73" y="97"/>
                      <a:pt x="69" y="96"/>
                    </a:cubicBezTo>
                    <a:cubicBezTo>
                      <a:pt x="66" y="94"/>
                      <a:pt x="65" y="100"/>
                      <a:pt x="64" y="102"/>
                    </a:cubicBezTo>
                    <a:cubicBezTo>
                      <a:pt x="62" y="106"/>
                      <a:pt x="56" y="107"/>
                      <a:pt x="52" y="108"/>
                    </a:cubicBezTo>
                    <a:cubicBezTo>
                      <a:pt x="49" y="108"/>
                      <a:pt x="46" y="110"/>
                      <a:pt x="43" y="110"/>
                    </a:cubicBezTo>
                    <a:cubicBezTo>
                      <a:pt x="42" y="110"/>
                      <a:pt x="40" y="110"/>
                      <a:pt x="39" y="109"/>
                    </a:cubicBezTo>
                    <a:cubicBezTo>
                      <a:pt x="38" y="108"/>
                      <a:pt x="38" y="107"/>
                      <a:pt x="38" y="106"/>
                    </a:cubicBezTo>
                    <a:cubicBezTo>
                      <a:pt x="38" y="105"/>
                      <a:pt x="39" y="103"/>
                      <a:pt x="37" y="102"/>
                    </a:cubicBezTo>
                    <a:cubicBezTo>
                      <a:pt x="36" y="102"/>
                      <a:pt x="35" y="104"/>
                      <a:pt x="34" y="105"/>
                    </a:cubicBezTo>
                    <a:cubicBezTo>
                      <a:pt x="34" y="106"/>
                      <a:pt x="34" y="108"/>
                      <a:pt x="34" y="109"/>
                    </a:cubicBezTo>
                    <a:cubicBezTo>
                      <a:pt x="33" y="111"/>
                      <a:pt x="32" y="111"/>
                      <a:pt x="30" y="112"/>
                    </a:cubicBezTo>
                    <a:cubicBezTo>
                      <a:pt x="28" y="112"/>
                      <a:pt x="26" y="112"/>
                      <a:pt x="23" y="113"/>
                    </a:cubicBezTo>
                    <a:cubicBezTo>
                      <a:pt x="22" y="113"/>
                      <a:pt x="21" y="114"/>
                      <a:pt x="19" y="112"/>
                    </a:cubicBezTo>
                    <a:cubicBezTo>
                      <a:pt x="17" y="110"/>
                      <a:pt x="18" y="106"/>
                      <a:pt x="19" y="102"/>
                    </a:cubicBezTo>
                    <a:cubicBezTo>
                      <a:pt x="21" y="99"/>
                      <a:pt x="23" y="96"/>
                      <a:pt x="25" y="94"/>
                    </a:cubicBezTo>
                    <a:cubicBezTo>
                      <a:pt x="28" y="92"/>
                      <a:pt x="28" y="89"/>
                      <a:pt x="29" y="86"/>
                    </a:cubicBezTo>
                    <a:cubicBezTo>
                      <a:pt x="29" y="85"/>
                      <a:pt x="30" y="82"/>
                      <a:pt x="29" y="81"/>
                    </a:cubicBezTo>
                    <a:cubicBezTo>
                      <a:pt x="28" y="80"/>
                      <a:pt x="25" y="81"/>
                      <a:pt x="24" y="82"/>
                    </a:cubicBezTo>
                    <a:cubicBezTo>
                      <a:pt x="21" y="82"/>
                      <a:pt x="20" y="84"/>
                      <a:pt x="17" y="85"/>
                    </a:cubicBezTo>
                    <a:cubicBezTo>
                      <a:pt x="16" y="86"/>
                      <a:pt x="15" y="86"/>
                      <a:pt x="14" y="86"/>
                    </a:cubicBezTo>
                    <a:cubicBezTo>
                      <a:pt x="13" y="87"/>
                      <a:pt x="11" y="88"/>
                      <a:pt x="10" y="88"/>
                    </a:cubicBezTo>
                    <a:cubicBezTo>
                      <a:pt x="9" y="88"/>
                      <a:pt x="8" y="89"/>
                      <a:pt x="7" y="88"/>
                    </a:cubicBezTo>
                    <a:cubicBezTo>
                      <a:pt x="6" y="88"/>
                      <a:pt x="5" y="87"/>
                      <a:pt x="4" y="87"/>
                    </a:cubicBezTo>
                    <a:cubicBezTo>
                      <a:pt x="3" y="86"/>
                      <a:pt x="0" y="83"/>
                      <a:pt x="1" y="8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9" name="Freeform 2642">
                <a:extLst>
                  <a:ext uri="{FF2B5EF4-FFF2-40B4-BE49-F238E27FC236}">
                    <a16:creationId xmlns:a16="http://schemas.microsoft.com/office/drawing/2014/main" id="{497444B4-AB14-4835-B7BE-5CD77EF34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583"/>
                <a:ext cx="2" cy="5"/>
              </a:xfrm>
              <a:custGeom>
                <a:avLst/>
                <a:gdLst>
                  <a:gd name="T0" fmla="*/ 4 w 5"/>
                  <a:gd name="T1" fmla="*/ 9 h 10"/>
                  <a:gd name="T2" fmla="*/ 2 w 5"/>
                  <a:gd name="T3" fmla="*/ 5 h 10"/>
                  <a:gd name="T4" fmla="*/ 0 w 5"/>
                  <a:gd name="T5" fmla="*/ 1 h 10"/>
                  <a:gd name="T6" fmla="*/ 4 w 5"/>
                  <a:gd name="T7" fmla="*/ 1 h 10"/>
                  <a:gd name="T8" fmla="*/ 5 w 5"/>
                  <a:gd name="T9" fmla="*/ 6 h 10"/>
                  <a:gd name="T10" fmla="*/ 4 w 5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4" y="9"/>
                    </a:moveTo>
                    <a:cubicBezTo>
                      <a:pt x="2" y="10"/>
                      <a:pt x="2" y="7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4" y="3"/>
                      <a:pt x="5" y="4"/>
                      <a:pt x="5" y="6"/>
                    </a:cubicBezTo>
                    <a:cubicBezTo>
                      <a:pt x="5" y="7"/>
                      <a:pt x="5" y="9"/>
                      <a:pt x="4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0" name="Freeform 2643">
                <a:extLst>
                  <a:ext uri="{FF2B5EF4-FFF2-40B4-BE49-F238E27FC236}">
                    <a16:creationId xmlns:a16="http://schemas.microsoft.com/office/drawing/2014/main" id="{63C85C3C-A7AC-4423-A298-FF9CD63D7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582"/>
                <a:ext cx="5" cy="3"/>
              </a:xfrm>
              <a:custGeom>
                <a:avLst/>
                <a:gdLst>
                  <a:gd name="T0" fmla="*/ 8 w 12"/>
                  <a:gd name="T1" fmla="*/ 7 h 8"/>
                  <a:gd name="T2" fmla="*/ 3 w 12"/>
                  <a:gd name="T3" fmla="*/ 6 h 8"/>
                  <a:gd name="T4" fmla="*/ 1 w 12"/>
                  <a:gd name="T5" fmla="*/ 2 h 8"/>
                  <a:gd name="T6" fmla="*/ 8 w 12"/>
                  <a:gd name="T7" fmla="*/ 0 h 8"/>
                  <a:gd name="T8" fmla="*/ 12 w 12"/>
                  <a:gd name="T9" fmla="*/ 2 h 8"/>
                  <a:gd name="T10" fmla="*/ 12 w 12"/>
                  <a:gd name="T11" fmla="*/ 4 h 8"/>
                  <a:gd name="T12" fmla="*/ 11 w 12"/>
                  <a:gd name="T13" fmla="*/ 7 h 8"/>
                  <a:gd name="T14" fmla="*/ 8 w 12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8">
                    <a:moveTo>
                      <a:pt x="8" y="7"/>
                    </a:moveTo>
                    <a:cubicBezTo>
                      <a:pt x="6" y="7"/>
                      <a:pt x="5" y="6"/>
                      <a:pt x="3" y="6"/>
                    </a:cubicBezTo>
                    <a:cubicBezTo>
                      <a:pt x="2" y="5"/>
                      <a:pt x="0" y="4"/>
                      <a:pt x="1" y="2"/>
                    </a:cubicBezTo>
                    <a:cubicBezTo>
                      <a:pt x="2" y="0"/>
                      <a:pt x="6" y="0"/>
                      <a:pt x="8" y="0"/>
                    </a:cubicBezTo>
                    <a:cubicBezTo>
                      <a:pt x="9" y="0"/>
                      <a:pt x="12" y="0"/>
                      <a:pt x="12" y="2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0" y="8"/>
                      <a:pt x="9" y="8"/>
                      <a:pt x="8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1" name="Freeform 2644">
                <a:extLst>
                  <a:ext uri="{FF2B5EF4-FFF2-40B4-BE49-F238E27FC236}">
                    <a16:creationId xmlns:a16="http://schemas.microsoft.com/office/drawing/2014/main" id="{C6E2D01B-09DB-4B43-ACC5-122D9BCE1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570"/>
                <a:ext cx="5" cy="6"/>
              </a:xfrm>
              <a:custGeom>
                <a:avLst/>
                <a:gdLst>
                  <a:gd name="T0" fmla="*/ 10 w 13"/>
                  <a:gd name="T1" fmla="*/ 14 h 14"/>
                  <a:gd name="T2" fmla="*/ 4 w 13"/>
                  <a:gd name="T3" fmla="*/ 11 h 14"/>
                  <a:gd name="T4" fmla="*/ 1 w 13"/>
                  <a:gd name="T5" fmla="*/ 7 h 14"/>
                  <a:gd name="T6" fmla="*/ 1 w 13"/>
                  <a:gd name="T7" fmla="*/ 5 h 14"/>
                  <a:gd name="T8" fmla="*/ 3 w 13"/>
                  <a:gd name="T9" fmla="*/ 4 h 14"/>
                  <a:gd name="T10" fmla="*/ 4 w 13"/>
                  <a:gd name="T11" fmla="*/ 2 h 14"/>
                  <a:gd name="T12" fmla="*/ 7 w 13"/>
                  <a:gd name="T13" fmla="*/ 3 h 14"/>
                  <a:gd name="T14" fmla="*/ 8 w 13"/>
                  <a:gd name="T15" fmla="*/ 4 h 14"/>
                  <a:gd name="T16" fmla="*/ 10 w 13"/>
                  <a:gd name="T17" fmla="*/ 7 h 14"/>
                  <a:gd name="T18" fmla="*/ 12 w 13"/>
                  <a:gd name="T19" fmla="*/ 9 h 14"/>
                  <a:gd name="T20" fmla="*/ 10 w 13"/>
                  <a:gd name="T21" fmla="*/ 13 h 14"/>
                  <a:gd name="T22" fmla="*/ 10 w 13"/>
                  <a:gd name="T2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4">
                    <a:moveTo>
                      <a:pt x="10" y="14"/>
                    </a:moveTo>
                    <a:cubicBezTo>
                      <a:pt x="7" y="14"/>
                      <a:pt x="6" y="12"/>
                      <a:pt x="4" y="11"/>
                    </a:cubicBezTo>
                    <a:cubicBezTo>
                      <a:pt x="2" y="10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3"/>
                      <a:pt x="3" y="2"/>
                      <a:pt x="4" y="2"/>
                    </a:cubicBezTo>
                    <a:cubicBezTo>
                      <a:pt x="5" y="0"/>
                      <a:pt x="7" y="2"/>
                      <a:pt x="7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5"/>
                      <a:pt x="9" y="6"/>
                      <a:pt x="10" y="7"/>
                    </a:cubicBezTo>
                    <a:cubicBezTo>
                      <a:pt x="10" y="8"/>
                      <a:pt x="12" y="8"/>
                      <a:pt x="12" y="9"/>
                    </a:cubicBezTo>
                    <a:cubicBezTo>
                      <a:pt x="13" y="11"/>
                      <a:pt x="11" y="13"/>
                      <a:pt x="10" y="13"/>
                    </a:cubicBezTo>
                    <a:cubicBezTo>
                      <a:pt x="10" y="13"/>
                      <a:pt x="10" y="13"/>
                      <a:pt x="10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2" name="Freeform 2645">
                <a:extLst>
                  <a:ext uri="{FF2B5EF4-FFF2-40B4-BE49-F238E27FC236}">
                    <a16:creationId xmlns:a16="http://schemas.microsoft.com/office/drawing/2014/main" id="{881AAACD-BE20-4A80-81BE-98F7651EC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564"/>
                <a:ext cx="4" cy="4"/>
              </a:xfrm>
              <a:custGeom>
                <a:avLst/>
                <a:gdLst>
                  <a:gd name="T0" fmla="*/ 6 w 10"/>
                  <a:gd name="T1" fmla="*/ 1 h 8"/>
                  <a:gd name="T2" fmla="*/ 8 w 10"/>
                  <a:gd name="T3" fmla="*/ 3 h 8"/>
                  <a:gd name="T4" fmla="*/ 10 w 10"/>
                  <a:gd name="T5" fmla="*/ 4 h 8"/>
                  <a:gd name="T6" fmla="*/ 9 w 10"/>
                  <a:gd name="T7" fmla="*/ 6 h 8"/>
                  <a:gd name="T8" fmla="*/ 2 w 10"/>
                  <a:gd name="T9" fmla="*/ 7 h 8"/>
                  <a:gd name="T10" fmla="*/ 0 w 10"/>
                  <a:gd name="T11" fmla="*/ 4 h 8"/>
                  <a:gd name="T12" fmla="*/ 4 w 10"/>
                  <a:gd name="T13" fmla="*/ 1 h 8"/>
                  <a:gd name="T14" fmla="*/ 6 w 10"/>
                  <a:gd name="T1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8">
                    <a:moveTo>
                      <a:pt x="6" y="1"/>
                    </a:moveTo>
                    <a:cubicBezTo>
                      <a:pt x="8" y="1"/>
                      <a:pt x="8" y="2"/>
                      <a:pt x="8" y="3"/>
                    </a:cubicBezTo>
                    <a:cubicBezTo>
                      <a:pt x="9" y="3"/>
                      <a:pt x="10" y="3"/>
                      <a:pt x="10" y="4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7" y="8"/>
                      <a:pt x="4" y="7"/>
                      <a:pt x="2" y="7"/>
                    </a:cubicBezTo>
                    <a:cubicBezTo>
                      <a:pt x="1" y="6"/>
                      <a:pt x="0" y="6"/>
                      <a:pt x="0" y="4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4" y="0"/>
                      <a:pt x="6" y="0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3" name="Freeform 2646">
                <a:extLst>
                  <a:ext uri="{FF2B5EF4-FFF2-40B4-BE49-F238E27FC236}">
                    <a16:creationId xmlns:a16="http://schemas.microsoft.com/office/drawing/2014/main" id="{C5FAD5B8-4076-4C95-B762-AC592F4CE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571"/>
                <a:ext cx="3" cy="3"/>
              </a:xfrm>
              <a:custGeom>
                <a:avLst/>
                <a:gdLst>
                  <a:gd name="T0" fmla="*/ 0 w 7"/>
                  <a:gd name="T1" fmla="*/ 3 h 7"/>
                  <a:gd name="T2" fmla="*/ 2 w 7"/>
                  <a:gd name="T3" fmla="*/ 0 h 7"/>
                  <a:gd name="T4" fmla="*/ 6 w 7"/>
                  <a:gd name="T5" fmla="*/ 1 h 7"/>
                  <a:gd name="T6" fmla="*/ 6 w 7"/>
                  <a:gd name="T7" fmla="*/ 5 h 7"/>
                  <a:gd name="T8" fmla="*/ 0 w 7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5" y="7"/>
                      <a:pt x="0" y="6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4" name="Freeform 2647">
                <a:extLst>
                  <a:ext uri="{FF2B5EF4-FFF2-40B4-BE49-F238E27FC236}">
                    <a16:creationId xmlns:a16="http://schemas.microsoft.com/office/drawing/2014/main" id="{D3A96FF3-001F-4DD9-9109-EE6B30AA9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570"/>
                <a:ext cx="4" cy="6"/>
              </a:xfrm>
              <a:custGeom>
                <a:avLst/>
                <a:gdLst>
                  <a:gd name="T0" fmla="*/ 4 w 9"/>
                  <a:gd name="T1" fmla="*/ 14 h 14"/>
                  <a:gd name="T2" fmla="*/ 1 w 9"/>
                  <a:gd name="T3" fmla="*/ 13 h 14"/>
                  <a:gd name="T4" fmla="*/ 0 w 9"/>
                  <a:gd name="T5" fmla="*/ 10 h 14"/>
                  <a:gd name="T6" fmla="*/ 1 w 9"/>
                  <a:gd name="T7" fmla="*/ 6 h 14"/>
                  <a:gd name="T8" fmla="*/ 3 w 9"/>
                  <a:gd name="T9" fmla="*/ 1 h 14"/>
                  <a:gd name="T10" fmla="*/ 6 w 9"/>
                  <a:gd name="T11" fmla="*/ 6 h 14"/>
                  <a:gd name="T12" fmla="*/ 8 w 9"/>
                  <a:gd name="T13" fmla="*/ 7 h 14"/>
                  <a:gd name="T14" fmla="*/ 9 w 9"/>
                  <a:gd name="T15" fmla="*/ 9 h 14"/>
                  <a:gd name="T16" fmla="*/ 7 w 9"/>
                  <a:gd name="T17" fmla="*/ 11 h 14"/>
                  <a:gd name="T18" fmla="*/ 4 w 9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4">
                    <a:moveTo>
                      <a:pt x="4" y="14"/>
                    </a:moveTo>
                    <a:cubicBezTo>
                      <a:pt x="2" y="14"/>
                      <a:pt x="2" y="13"/>
                      <a:pt x="1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4"/>
                      <a:pt x="1" y="2"/>
                      <a:pt x="3" y="1"/>
                    </a:cubicBezTo>
                    <a:cubicBezTo>
                      <a:pt x="5" y="0"/>
                      <a:pt x="6" y="4"/>
                      <a:pt x="6" y="6"/>
                    </a:cubicBezTo>
                    <a:cubicBezTo>
                      <a:pt x="6" y="7"/>
                      <a:pt x="7" y="6"/>
                      <a:pt x="8" y="7"/>
                    </a:cubicBezTo>
                    <a:cubicBezTo>
                      <a:pt x="9" y="7"/>
                      <a:pt x="9" y="8"/>
                      <a:pt x="9" y="9"/>
                    </a:cubicBezTo>
                    <a:cubicBezTo>
                      <a:pt x="9" y="10"/>
                      <a:pt x="7" y="11"/>
                      <a:pt x="7" y="11"/>
                    </a:cubicBezTo>
                    <a:cubicBezTo>
                      <a:pt x="6" y="12"/>
                      <a:pt x="5" y="13"/>
                      <a:pt x="4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5" name="Freeform 2648">
                <a:extLst>
                  <a:ext uri="{FF2B5EF4-FFF2-40B4-BE49-F238E27FC236}">
                    <a16:creationId xmlns:a16="http://schemas.microsoft.com/office/drawing/2014/main" id="{AE17B99D-659D-47AC-89AB-46B4A617E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561"/>
                <a:ext cx="4" cy="9"/>
              </a:xfrm>
              <a:custGeom>
                <a:avLst/>
                <a:gdLst>
                  <a:gd name="T0" fmla="*/ 9 w 10"/>
                  <a:gd name="T1" fmla="*/ 16 h 21"/>
                  <a:gd name="T2" fmla="*/ 8 w 10"/>
                  <a:gd name="T3" fmla="*/ 19 h 21"/>
                  <a:gd name="T4" fmla="*/ 5 w 10"/>
                  <a:gd name="T5" fmla="*/ 21 h 21"/>
                  <a:gd name="T6" fmla="*/ 1 w 10"/>
                  <a:gd name="T7" fmla="*/ 15 h 21"/>
                  <a:gd name="T8" fmla="*/ 1 w 10"/>
                  <a:gd name="T9" fmla="*/ 11 h 21"/>
                  <a:gd name="T10" fmla="*/ 1 w 10"/>
                  <a:gd name="T11" fmla="*/ 7 h 21"/>
                  <a:gd name="T12" fmla="*/ 1 w 10"/>
                  <a:gd name="T13" fmla="*/ 2 h 21"/>
                  <a:gd name="T14" fmla="*/ 5 w 10"/>
                  <a:gd name="T15" fmla="*/ 2 h 21"/>
                  <a:gd name="T16" fmla="*/ 7 w 10"/>
                  <a:gd name="T17" fmla="*/ 6 h 21"/>
                  <a:gd name="T18" fmla="*/ 10 w 10"/>
                  <a:gd name="T19" fmla="*/ 9 h 21"/>
                  <a:gd name="T20" fmla="*/ 10 w 10"/>
                  <a:gd name="T21" fmla="*/ 14 h 21"/>
                  <a:gd name="T22" fmla="*/ 10 w 10"/>
                  <a:gd name="T23" fmla="*/ 15 h 21"/>
                  <a:gd name="T24" fmla="*/ 9 w 10"/>
                  <a:gd name="T25" fmla="*/ 16 h 21"/>
                  <a:gd name="T26" fmla="*/ 9 w 10"/>
                  <a:gd name="T27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21">
                    <a:moveTo>
                      <a:pt x="9" y="16"/>
                    </a:moveTo>
                    <a:cubicBezTo>
                      <a:pt x="9" y="17"/>
                      <a:pt x="9" y="18"/>
                      <a:pt x="8" y="19"/>
                    </a:cubicBezTo>
                    <a:cubicBezTo>
                      <a:pt x="8" y="20"/>
                      <a:pt x="7" y="21"/>
                      <a:pt x="5" y="21"/>
                    </a:cubicBezTo>
                    <a:cubicBezTo>
                      <a:pt x="3" y="21"/>
                      <a:pt x="1" y="17"/>
                      <a:pt x="1" y="15"/>
                    </a:cubicBezTo>
                    <a:cubicBezTo>
                      <a:pt x="0" y="14"/>
                      <a:pt x="0" y="12"/>
                      <a:pt x="1" y="11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6" y="3"/>
                      <a:pt x="6" y="5"/>
                      <a:pt x="7" y="6"/>
                    </a:cubicBezTo>
                    <a:cubicBezTo>
                      <a:pt x="8" y="7"/>
                      <a:pt x="9" y="8"/>
                      <a:pt x="10" y="9"/>
                    </a:cubicBezTo>
                    <a:cubicBezTo>
                      <a:pt x="10" y="10"/>
                      <a:pt x="10" y="12"/>
                      <a:pt x="10" y="14"/>
                    </a:cubicBezTo>
                    <a:cubicBezTo>
                      <a:pt x="10" y="14"/>
                      <a:pt x="10" y="15"/>
                      <a:pt x="10" y="15"/>
                    </a:cubicBezTo>
                    <a:cubicBezTo>
                      <a:pt x="9" y="15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6" name="Freeform 2649">
                <a:extLst>
                  <a:ext uri="{FF2B5EF4-FFF2-40B4-BE49-F238E27FC236}">
                    <a16:creationId xmlns:a16="http://schemas.microsoft.com/office/drawing/2014/main" id="{56C2AA1F-AF7E-41D1-B034-10D3CC95B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573"/>
                <a:ext cx="15" cy="11"/>
              </a:xfrm>
              <a:custGeom>
                <a:avLst/>
                <a:gdLst>
                  <a:gd name="T0" fmla="*/ 4 w 35"/>
                  <a:gd name="T1" fmla="*/ 23 h 27"/>
                  <a:gd name="T2" fmla="*/ 4 w 35"/>
                  <a:gd name="T3" fmla="*/ 21 h 27"/>
                  <a:gd name="T4" fmla="*/ 3 w 35"/>
                  <a:gd name="T5" fmla="*/ 18 h 27"/>
                  <a:gd name="T6" fmla="*/ 2 w 35"/>
                  <a:gd name="T7" fmla="*/ 14 h 27"/>
                  <a:gd name="T8" fmla="*/ 1 w 35"/>
                  <a:gd name="T9" fmla="*/ 10 h 27"/>
                  <a:gd name="T10" fmla="*/ 0 w 35"/>
                  <a:gd name="T11" fmla="*/ 6 h 27"/>
                  <a:gd name="T12" fmla="*/ 3 w 35"/>
                  <a:gd name="T13" fmla="*/ 2 h 27"/>
                  <a:gd name="T14" fmla="*/ 11 w 35"/>
                  <a:gd name="T15" fmla="*/ 2 h 27"/>
                  <a:gd name="T16" fmla="*/ 15 w 35"/>
                  <a:gd name="T17" fmla="*/ 9 h 27"/>
                  <a:gd name="T18" fmla="*/ 22 w 35"/>
                  <a:gd name="T19" fmla="*/ 9 h 27"/>
                  <a:gd name="T20" fmla="*/ 25 w 35"/>
                  <a:gd name="T21" fmla="*/ 7 h 27"/>
                  <a:gd name="T22" fmla="*/ 30 w 35"/>
                  <a:gd name="T23" fmla="*/ 9 h 27"/>
                  <a:gd name="T24" fmla="*/ 26 w 35"/>
                  <a:gd name="T25" fmla="*/ 17 h 27"/>
                  <a:gd name="T26" fmla="*/ 23 w 35"/>
                  <a:gd name="T27" fmla="*/ 20 h 27"/>
                  <a:gd name="T28" fmla="*/ 21 w 35"/>
                  <a:gd name="T29" fmla="*/ 24 h 27"/>
                  <a:gd name="T30" fmla="*/ 12 w 35"/>
                  <a:gd name="T31" fmla="*/ 27 h 27"/>
                  <a:gd name="T32" fmla="*/ 8 w 35"/>
                  <a:gd name="T33" fmla="*/ 25 h 27"/>
                  <a:gd name="T34" fmla="*/ 4 w 35"/>
                  <a:gd name="T35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27">
                    <a:moveTo>
                      <a:pt x="4" y="23"/>
                    </a:moveTo>
                    <a:cubicBezTo>
                      <a:pt x="4" y="23"/>
                      <a:pt x="5" y="22"/>
                      <a:pt x="4" y="21"/>
                    </a:cubicBezTo>
                    <a:cubicBezTo>
                      <a:pt x="4" y="20"/>
                      <a:pt x="4" y="19"/>
                      <a:pt x="3" y="18"/>
                    </a:cubicBezTo>
                    <a:cubicBezTo>
                      <a:pt x="3" y="17"/>
                      <a:pt x="3" y="16"/>
                      <a:pt x="2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9"/>
                      <a:pt x="0" y="7"/>
                      <a:pt x="0" y="6"/>
                    </a:cubicBezTo>
                    <a:cubicBezTo>
                      <a:pt x="0" y="4"/>
                      <a:pt x="1" y="3"/>
                      <a:pt x="3" y="2"/>
                    </a:cubicBezTo>
                    <a:cubicBezTo>
                      <a:pt x="5" y="1"/>
                      <a:pt x="9" y="0"/>
                      <a:pt x="11" y="2"/>
                    </a:cubicBezTo>
                    <a:cubicBezTo>
                      <a:pt x="15" y="3"/>
                      <a:pt x="13" y="7"/>
                      <a:pt x="15" y="9"/>
                    </a:cubicBezTo>
                    <a:cubicBezTo>
                      <a:pt x="17" y="11"/>
                      <a:pt x="20" y="11"/>
                      <a:pt x="22" y="9"/>
                    </a:cubicBezTo>
                    <a:cubicBezTo>
                      <a:pt x="23" y="8"/>
                      <a:pt x="23" y="7"/>
                      <a:pt x="25" y="7"/>
                    </a:cubicBezTo>
                    <a:cubicBezTo>
                      <a:pt x="27" y="7"/>
                      <a:pt x="28" y="8"/>
                      <a:pt x="30" y="9"/>
                    </a:cubicBezTo>
                    <a:cubicBezTo>
                      <a:pt x="35" y="12"/>
                      <a:pt x="29" y="16"/>
                      <a:pt x="26" y="17"/>
                    </a:cubicBezTo>
                    <a:cubicBezTo>
                      <a:pt x="25" y="18"/>
                      <a:pt x="24" y="18"/>
                      <a:pt x="23" y="20"/>
                    </a:cubicBezTo>
                    <a:cubicBezTo>
                      <a:pt x="23" y="22"/>
                      <a:pt x="22" y="23"/>
                      <a:pt x="21" y="24"/>
                    </a:cubicBezTo>
                    <a:cubicBezTo>
                      <a:pt x="19" y="26"/>
                      <a:pt x="16" y="27"/>
                      <a:pt x="12" y="27"/>
                    </a:cubicBezTo>
                    <a:cubicBezTo>
                      <a:pt x="11" y="27"/>
                      <a:pt x="9" y="26"/>
                      <a:pt x="8" y="25"/>
                    </a:cubicBezTo>
                    <a:cubicBezTo>
                      <a:pt x="6" y="25"/>
                      <a:pt x="4" y="25"/>
                      <a:pt x="4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7" name="Freeform 2650">
                <a:extLst>
                  <a:ext uri="{FF2B5EF4-FFF2-40B4-BE49-F238E27FC236}">
                    <a16:creationId xmlns:a16="http://schemas.microsoft.com/office/drawing/2014/main" id="{8658484B-5BFC-417C-B2D4-4013A1330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578"/>
                <a:ext cx="4" cy="6"/>
              </a:xfrm>
              <a:custGeom>
                <a:avLst/>
                <a:gdLst>
                  <a:gd name="T0" fmla="*/ 9 w 10"/>
                  <a:gd name="T1" fmla="*/ 8 h 15"/>
                  <a:gd name="T2" fmla="*/ 10 w 10"/>
                  <a:gd name="T3" fmla="*/ 8 h 15"/>
                  <a:gd name="T4" fmla="*/ 9 w 10"/>
                  <a:gd name="T5" fmla="*/ 10 h 15"/>
                  <a:gd name="T6" fmla="*/ 7 w 10"/>
                  <a:gd name="T7" fmla="*/ 11 h 15"/>
                  <a:gd name="T8" fmla="*/ 5 w 10"/>
                  <a:gd name="T9" fmla="*/ 13 h 15"/>
                  <a:gd name="T10" fmla="*/ 1 w 10"/>
                  <a:gd name="T11" fmla="*/ 10 h 15"/>
                  <a:gd name="T12" fmla="*/ 1 w 10"/>
                  <a:gd name="T13" fmla="*/ 5 h 15"/>
                  <a:gd name="T14" fmla="*/ 0 w 10"/>
                  <a:gd name="T15" fmla="*/ 3 h 15"/>
                  <a:gd name="T16" fmla="*/ 6 w 10"/>
                  <a:gd name="T17" fmla="*/ 1 h 15"/>
                  <a:gd name="T18" fmla="*/ 7 w 10"/>
                  <a:gd name="T19" fmla="*/ 3 h 15"/>
                  <a:gd name="T20" fmla="*/ 9 w 10"/>
                  <a:gd name="T21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9" y="8"/>
                    </a:moveTo>
                    <a:cubicBezTo>
                      <a:pt x="9" y="8"/>
                      <a:pt x="9" y="8"/>
                      <a:pt x="10" y="8"/>
                    </a:cubicBezTo>
                    <a:cubicBezTo>
                      <a:pt x="10" y="9"/>
                      <a:pt x="10" y="10"/>
                      <a:pt x="9" y="10"/>
                    </a:cubicBezTo>
                    <a:cubicBezTo>
                      <a:pt x="9" y="10"/>
                      <a:pt x="8" y="10"/>
                      <a:pt x="7" y="11"/>
                    </a:cubicBezTo>
                    <a:cubicBezTo>
                      <a:pt x="6" y="12"/>
                      <a:pt x="6" y="13"/>
                      <a:pt x="5" y="13"/>
                    </a:cubicBezTo>
                    <a:cubicBezTo>
                      <a:pt x="3" y="15"/>
                      <a:pt x="2" y="12"/>
                      <a:pt x="1" y="10"/>
                    </a:cubicBezTo>
                    <a:cubicBezTo>
                      <a:pt x="0" y="9"/>
                      <a:pt x="1" y="7"/>
                      <a:pt x="1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5" y="0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5"/>
                      <a:pt x="7" y="7"/>
                      <a:pt x="9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8" name="Freeform 2651">
                <a:extLst>
                  <a:ext uri="{FF2B5EF4-FFF2-40B4-BE49-F238E27FC236}">
                    <a16:creationId xmlns:a16="http://schemas.microsoft.com/office/drawing/2014/main" id="{2D941C49-CFAD-497E-90C1-9479031EA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587"/>
                <a:ext cx="9" cy="13"/>
              </a:xfrm>
              <a:custGeom>
                <a:avLst/>
                <a:gdLst>
                  <a:gd name="T0" fmla="*/ 18 w 22"/>
                  <a:gd name="T1" fmla="*/ 1 h 33"/>
                  <a:gd name="T2" fmla="*/ 9 w 22"/>
                  <a:gd name="T3" fmla="*/ 2 h 33"/>
                  <a:gd name="T4" fmla="*/ 5 w 22"/>
                  <a:gd name="T5" fmla="*/ 4 h 33"/>
                  <a:gd name="T6" fmla="*/ 4 w 22"/>
                  <a:gd name="T7" fmla="*/ 8 h 33"/>
                  <a:gd name="T8" fmla="*/ 1 w 22"/>
                  <a:gd name="T9" fmla="*/ 18 h 33"/>
                  <a:gd name="T10" fmla="*/ 1 w 22"/>
                  <a:gd name="T11" fmla="*/ 26 h 33"/>
                  <a:gd name="T12" fmla="*/ 5 w 22"/>
                  <a:gd name="T13" fmla="*/ 32 h 33"/>
                  <a:gd name="T14" fmla="*/ 8 w 22"/>
                  <a:gd name="T15" fmla="*/ 31 h 33"/>
                  <a:gd name="T16" fmla="*/ 12 w 22"/>
                  <a:gd name="T17" fmla="*/ 28 h 33"/>
                  <a:gd name="T18" fmla="*/ 16 w 22"/>
                  <a:gd name="T19" fmla="*/ 26 h 33"/>
                  <a:gd name="T20" fmla="*/ 19 w 22"/>
                  <a:gd name="T21" fmla="*/ 24 h 33"/>
                  <a:gd name="T22" fmla="*/ 22 w 22"/>
                  <a:gd name="T23" fmla="*/ 18 h 33"/>
                  <a:gd name="T24" fmla="*/ 20 w 22"/>
                  <a:gd name="T25" fmla="*/ 15 h 33"/>
                  <a:gd name="T26" fmla="*/ 19 w 22"/>
                  <a:gd name="T27" fmla="*/ 5 h 33"/>
                  <a:gd name="T28" fmla="*/ 18 w 22"/>
                  <a:gd name="T29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33">
                    <a:moveTo>
                      <a:pt x="18" y="1"/>
                    </a:moveTo>
                    <a:cubicBezTo>
                      <a:pt x="15" y="0"/>
                      <a:pt x="12" y="2"/>
                      <a:pt x="9" y="2"/>
                    </a:cubicBezTo>
                    <a:cubicBezTo>
                      <a:pt x="7" y="3"/>
                      <a:pt x="6" y="3"/>
                      <a:pt x="5" y="4"/>
                    </a:cubicBezTo>
                    <a:cubicBezTo>
                      <a:pt x="4" y="6"/>
                      <a:pt x="4" y="7"/>
                      <a:pt x="4" y="8"/>
                    </a:cubicBezTo>
                    <a:cubicBezTo>
                      <a:pt x="2" y="12"/>
                      <a:pt x="2" y="15"/>
                      <a:pt x="1" y="18"/>
                    </a:cubicBezTo>
                    <a:cubicBezTo>
                      <a:pt x="0" y="21"/>
                      <a:pt x="1" y="23"/>
                      <a:pt x="1" y="26"/>
                    </a:cubicBezTo>
                    <a:cubicBezTo>
                      <a:pt x="2" y="28"/>
                      <a:pt x="2" y="32"/>
                      <a:pt x="5" y="32"/>
                    </a:cubicBezTo>
                    <a:cubicBezTo>
                      <a:pt x="6" y="33"/>
                      <a:pt x="7" y="31"/>
                      <a:pt x="8" y="31"/>
                    </a:cubicBezTo>
                    <a:cubicBezTo>
                      <a:pt x="10" y="30"/>
                      <a:pt x="11" y="29"/>
                      <a:pt x="12" y="28"/>
                    </a:cubicBezTo>
                    <a:cubicBezTo>
                      <a:pt x="14" y="28"/>
                      <a:pt x="15" y="27"/>
                      <a:pt x="16" y="26"/>
                    </a:cubicBezTo>
                    <a:cubicBezTo>
                      <a:pt x="17" y="26"/>
                      <a:pt x="19" y="26"/>
                      <a:pt x="19" y="24"/>
                    </a:cubicBezTo>
                    <a:cubicBezTo>
                      <a:pt x="20" y="23"/>
                      <a:pt x="22" y="20"/>
                      <a:pt x="22" y="18"/>
                    </a:cubicBezTo>
                    <a:cubicBezTo>
                      <a:pt x="22" y="17"/>
                      <a:pt x="21" y="16"/>
                      <a:pt x="20" y="15"/>
                    </a:cubicBezTo>
                    <a:cubicBezTo>
                      <a:pt x="17" y="12"/>
                      <a:pt x="19" y="8"/>
                      <a:pt x="19" y="5"/>
                    </a:cubicBezTo>
                    <a:cubicBezTo>
                      <a:pt x="20" y="3"/>
                      <a:pt x="20" y="1"/>
                      <a:pt x="18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9" name="Freeform 2652">
                <a:extLst>
                  <a:ext uri="{FF2B5EF4-FFF2-40B4-BE49-F238E27FC236}">
                    <a16:creationId xmlns:a16="http://schemas.microsoft.com/office/drawing/2014/main" id="{1D14AD51-AE13-40F1-985F-F0BB941A0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553"/>
                <a:ext cx="16" cy="22"/>
              </a:xfrm>
              <a:custGeom>
                <a:avLst/>
                <a:gdLst>
                  <a:gd name="T0" fmla="*/ 19 w 39"/>
                  <a:gd name="T1" fmla="*/ 37 h 53"/>
                  <a:gd name="T2" fmla="*/ 19 w 39"/>
                  <a:gd name="T3" fmla="*/ 45 h 53"/>
                  <a:gd name="T4" fmla="*/ 22 w 39"/>
                  <a:gd name="T5" fmla="*/ 52 h 53"/>
                  <a:gd name="T6" fmla="*/ 28 w 39"/>
                  <a:gd name="T7" fmla="*/ 49 h 53"/>
                  <a:gd name="T8" fmla="*/ 32 w 39"/>
                  <a:gd name="T9" fmla="*/ 45 h 53"/>
                  <a:gd name="T10" fmla="*/ 36 w 39"/>
                  <a:gd name="T11" fmla="*/ 41 h 53"/>
                  <a:gd name="T12" fmla="*/ 35 w 39"/>
                  <a:gd name="T13" fmla="*/ 34 h 53"/>
                  <a:gd name="T14" fmla="*/ 36 w 39"/>
                  <a:gd name="T15" fmla="*/ 25 h 53"/>
                  <a:gd name="T16" fmla="*/ 39 w 39"/>
                  <a:gd name="T17" fmla="*/ 17 h 53"/>
                  <a:gd name="T18" fmla="*/ 38 w 39"/>
                  <a:gd name="T19" fmla="*/ 10 h 53"/>
                  <a:gd name="T20" fmla="*/ 34 w 39"/>
                  <a:gd name="T21" fmla="*/ 4 h 53"/>
                  <a:gd name="T22" fmla="*/ 28 w 39"/>
                  <a:gd name="T23" fmla="*/ 1 h 53"/>
                  <a:gd name="T24" fmla="*/ 13 w 39"/>
                  <a:gd name="T25" fmla="*/ 4 h 53"/>
                  <a:gd name="T26" fmla="*/ 7 w 39"/>
                  <a:gd name="T27" fmla="*/ 11 h 53"/>
                  <a:gd name="T28" fmla="*/ 2 w 39"/>
                  <a:gd name="T29" fmla="*/ 18 h 53"/>
                  <a:gd name="T30" fmla="*/ 2 w 39"/>
                  <a:gd name="T31" fmla="*/ 28 h 53"/>
                  <a:gd name="T32" fmla="*/ 0 w 39"/>
                  <a:gd name="T33" fmla="*/ 38 h 53"/>
                  <a:gd name="T34" fmla="*/ 4 w 39"/>
                  <a:gd name="T35" fmla="*/ 45 h 53"/>
                  <a:gd name="T36" fmla="*/ 10 w 39"/>
                  <a:gd name="T37" fmla="*/ 49 h 53"/>
                  <a:gd name="T38" fmla="*/ 14 w 39"/>
                  <a:gd name="T39" fmla="*/ 45 h 53"/>
                  <a:gd name="T40" fmla="*/ 16 w 39"/>
                  <a:gd name="T41" fmla="*/ 40 h 53"/>
                  <a:gd name="T42" fmla="*/ 19 w 39"/>
                  <a:gd name="T43" fmla="*/ 3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53">
                    <a:moveTo>
                      <a:pt x="19" y="37"/>
                    </a:moveTo>
                    <a:cubicBezTo>
                      <a:pt x="21" y="38"/>
                      <a:pt x="19" y="44"/>
                      <a:pt x="19" y="45"/>
                    </a:cubicBezTo>
                    <a:cubicBezTo>
                      <a:pt x="18" y="48"/>
                      <a:pt x="19" y="51"/>
                      <a:pt x="22" y="52"/>
                    </a:cubicBezTo>
                    <a:cubicBezTo>
                      <a:pt x="24" y="53"/>
                      <a:pt x="27" y="51"/>
                      <a:pt x="28" y="49"/>
                    </a:cubicBezTo>
                    <a:cubicBezTo>
                      <a:pt x="29" y="47"/>
                      <a:pt x="29" y="45"/>
                      <a:pt x="32" y="45"/>
                    </a:cubicBezTo>
                    <a:cubicBezTo>
                      <a:pt x="34" y="44"/>
                      <a:pt x="36" y="44"/>
                      <a:pt x="36" y="41"/>
                    </a:cubicBezTo>
                    <a:cubicBezTo>
                      <a:pt x="37" y="39"/>
                      <a:pt x="35" y="36"/>
                      <a:pt x="35" y="34"/>
                    </a:cubicBezTo>
                    <a:cubicBezTo>
                      <a:pt x="35" y="31"/>
                      <a:pt x="36" y="28"/>
                      <a:pt x="36" y="25"/>
                    </a:cubicBezTo>
                    <a:cubicBezTo>
                      <a:pt x="37" y="22"/>
                      <a:pt x="38" y="19"/>
                      <a:pt x="39" y="17"/>
                    </a:cubicBezTo>
                    <a:cubicBezTo>
                      <a:pt x="39" y="14"/>
                      <a:pt x="39" y="12"/>
                      <a:pt x="38" y="10"/>
                    </a:cubicBezTo>
                    <a:cubicBezTo>
                      <a:pt x="37" y="8"/>
                      <a:pt x="36" y="5"/>
                      <a:pt x="34" y="4"/>
                    </a:cubicBezTo>
                    <a:cubicBezTo>
                      <a:pt x="33" y="2"/>
                      <a:pt x="31" y="2"/>
                      <a:pt x="28" y="1"/>
                    </a:cubicBezTo>
                    <a:cubicBezTo>
                      <a:pt x="23" y="0"/>
                      <a:pt x="17" y="0"/>
                      <a:pt x="13" y="4"/>
                    </a:cubicBezTo>
                    <a:cubicBezTo>
                      <a:pt x="10" y="6"/>
                      <a:pt x="9" y="8"/>
                      <a:pt x="7" y="11"/>
                    </a:cubicBezTo>
                    <a:cubicBezTo>
                      <a:pt x="5" y="13"/>
                      <a:pt x="3" y="15"/>
                      <a:pt x="2" y="18"/>
                    </a:cubicBezTo>
                    <a:cubicBezTo>
                      <a:pt x="1" y="21"/>
                      <a:pt x="2" y="25"/>
                      <a:pt x="2" y="28"/>
                    </a:cubicBezTo>
                    <a:cubicBezTo>
                      <a:pt x="2" y="31"/>
                      <a:pt x="0" y="35"/>
                      <a:pt x="0" y="38"/>
                    </a:cubicBezTo>
                    <a:cubicBezTo>
                      <a:pt x="0" y="41"/>
                      <a:pt x="2" y="43"/>
                      <a:pt x="4" y="45"/>
                    </a:cubicBezTo>
                    <a:cubicBezTo>
                      <a:pt x="6" y="47"/>
                      <a:pt x="7" y="49"/>
                      <a:pt x="10" y="49"/>
                    </a:cubicBezTo>
                    <a:cubicBezTo>
                      <a:pt x="12" y="50"/>
                      <a:pt x="14" y="47"/>
                      <a:pt x="14" y="45"/>
                    </a:cubicBezTo>
                    <a:cubicBezTo>
                      <a:pt x="14" y="43"/>
                      <a:pt x="15" y="41"/>
                      <a:pt x="16" y="40"/>
                    </a:cubicBezTo>
                    <a:cubicBezTo>
                      <a:pt x="16" y="39"/>
                      <a:pt x="18" y="37"/>
                      <a:pt x="19" y="3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0" name="Freeform 2653">
                <a:extLst>
                  <a:ext uri="{FF2B5EF4-FFF2-40B4-BE49-F238E27FC236}">
                    <a16:creationId xmlns:a16="http://schemas.microsoft.com/office/drawing/2014/main" id="{79E72479-84E3-49C4-A2A4-4CA5FC0EC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545"/>
                <a:ext cx="6" cy="12"/>
              </a:xfrm>
              <a:custGeom>
                <a:avLst/>
                <a:gdLst>
                  <a:gd name="T0" fmla="*/ 11 w 15"/>
                  <a:gd name="T1" fmla="*/ 28 h 31"/>
                  <a:gd name="T2" fmla="*/ 8 w 15"/>
                  <a:gd name="T3" fmla="*/ 30 h 31"/>
                  <a:gd name="T4" fmla="*/ 7 w 15"/>
                  <a:gd name="T5" fmla="*/ 25 h 31"/>
                  <a:gd name="T6" fmla="*/ 6 w 15"/>
                  <a:gd name="T7" fmla="*/ 17 h 31"/>
                  <a:gd name="T8" fmla="*/ 2 w 15"/>
                  <a:gd name="T9" fmla="*/ 11 h 31"/>
                  <a:gd name="T10" fmla="*/ 0 w 15"/>
                  <a:gd name="T11" fmla="*/ 5 h 31"/>
                  <a:gd name="T12" fmla="*/ 1 w 15"/>
                  <a:gd name="T13" fmla="*/ 1 h 31"/>
                  <a:gd name="T14" fmla="*/ 6 w 15"/>
                  <a:gd name="T15" fmla="*/ 2 h 31"/>
                  <a:gd name="T16" fmla="*/ 8 w 15"/>
                  <a:gd name="T17" fmla="*/ 5 h 31"/>
                  <a:gd name="T18" fmla="*/ 10 w 15"/>
                  <a:gd name="T19" fmla="*/ 7 h 31"/>
                  <a:gd name="T20" fmla="*/ 14 w 15"/>
                  <a:gd name="T21" fmla="*/ 12 h 31"/>
                  <a:gd name="T22" fmla="*/ 14 w 15"/>
                  <a:gd name="T23" fmla="*/ 17 h 31"/>
                  <a:gd name="T24" fmla="*/ 13 w 15"/>
                  <a:gd name="T25" fmla="*/ 19 h 31"/>
                  <a:gd name="T26" fmla="*/ 11 w 15"/>
                  <a:gd name="T27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31">
                    <a:moveTo>
                      <a:pt x="11" y="28"/>
                    </a:moveTo>
                    <a:cubicBezTo>
                      <a:pt x="10" y="29"/>
                      <a:pt x="10" y="31"/>
                      <a:pt x="8" y="30"/>
                    </a:cubicBezTo>
                    <a:cubicBezTo>
                      <a:pt x="7" y="30"/>
                      <a:pt x="7" y="26"/>
                      <a:pt x="7" y="25"/>
                    </a:cubicBezTo>
                    <a:cubicBezTo>
                      <a:pt x="7" y="22"/>
                      <a:pt x="7" y="20"/>
                      <a:pt x="6" y="17"/>
                    </a:cubicBezTo>
                    <a:cubicBezTo>
                      <a:pt x="4" y="15"/>
                      <a:pt x="3" y="13"/>
                      <a:pt x="2" y="11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8" y="5"/>
                    </a:cubicBezTo>
                    <a:cubicBezTo>
                      <a:pt x="8" y="6"/>
                      <a:pt x="9" y="7"/>
                      <a:pt x="10" y="7"/>
                    </a:cubicBezTo>
                    <a:cubicBezTo>
                      <a:pt x="12" y="8"/>
                      <a:pt x="13" y="10"/>
                      <a:pt x="14" y="12"/>
                    </a:cubicBezTo>
                    <a:cubicBezTo>
                      <a:pt x="14" y="14"/>
                      <a:pt x="15" y="15"/>
                      <a:pt x="14" y="17"/>
                    </a:cubicBezTo>
                    <a:cubicBezTo>
                      <a:pt x="14" y="18"/>
                      <a:pt x="14" y="18"/>
                      <a:pt x="13" y="19"/>
                    </a:cubicBezTo>
                    <a:cubicBezTo>
                      <a:pt x="11" y="22"/>
                      <a:pt x="12" y="25"/>
                      <a:pt x="11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1" name="Freeform 2654">
                <a:extLst>
                  <a:ext uri="{FF2B5EF4-FFF2-40B4-BE49-F238E27FC236}">
                    <a16:creationId xmlns:a16="http://schemas.microsoft.com/office/drawing/2014/main" id="{8C29C5D3-6889-4B80-86E0-B4964C7FD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559"/>
                <a:ext cx="5" cy="4"/>
              </a:xfrm>
              <a:custGeom>
                <a:avLst/>
                <a:gdLst>
                  <a:gd name="T0" fmla="*/ 8 w 11"/>
                  <a:gd name="T1" fmla="*/ 2 h 11"/>
                  <a:gd name="T2" fmla="*/ 10 w 11"/>
                  <a:gd name="T3" fmla="*/ 2 h 11"/>
                  <a:gd name="T4" fmla="*/ 11 w 11"/>
                  <a:gd name="T5" fmla="*/ 4 h 11"/>
                  <a:gd name="T6" fmla="*/ 6 w 11"/>
                  <a:gd name="T7" fmla="*/ 8 h 11"/>
                  <a:gd name="T8" fmla="*/ 4 w 11"/>
                  <a:gd name="T9" fmla="*/ 4 h 11"/>
                  <a:gd name="T10" fmla="*/ 1 w 11"/>
                  <a:gd name="T11" fmla="*/ 1 h 11"/>
                  <a:gd name="T12" fmla="*/ 8 w 11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2"/>
                    </a:moveTo>
                    <a:cubicBezTo>
                      <a:pt x="8" y="2"/>
                      <a:pt x="9" y="2"/>
                      <a:pt x="10" y="2"/>
                    </a:cubicBezTo>
                    <a:cubicBezTo>
                      <a:pt x="10" y="2"/>
                      <a:pt x="11" y="4"/>
                      <a:pt x="11" y="4"/>
                    </a:cubicBezTo>
                    <a:cubicBezTo>
                      <a:pt x="11" y="7"/>
                      <a:pt x="8" y="11"/>
                      <a:pt x="6" y="8"/>
                    </a:cubicBezTo>
                    <a:cubicBezTo>
                      <a:pt x="5" y="7"/>
                      <a:pt x="5" y="5"/>
                      <a:pt x="4" y="4"/>
                    </a:cubicBezTo>
                    <a:cubicBezTo>
                      <a:pt x="3" y="4"/>
                      <a:pt x="0" y="3"/>
                      <a:pt x="1" y="1"/>
                    </a:cubicBezTo>
                    <a:cubicBezTo>
                      <a:pt x="2" y="0"/>
                      <a:pt x="6" y="2"/>
                      <a:pt x="8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2" name="Freeform 2655">
                <a:extLst>
                  <a:ext uri="{FF2B5EF4-FFF2-40B4-BE49-F238E27FC236}">
                    <a16:creationId xmlns:a16="http://schemas.microsoft.com/office/drawing/2014/main" id="{A698BA69-FC16-4AFA-9FC4-F25AEEF2F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550"/>
                <a:ext cx="24" cy="22"/>
              </a:xfrm>
              <a:custGeom>
                <a:avLst/>
                <a:gdLst>
                  <a:gd name="T0" fmla="*/ 36 w 59"/>
                  <a:gd name="T1" fmla="*/ 26 h 56"/>
                  <a:gd name="T2" fmla="*/ 32 w 59"/>
                  <a:gd name="T3" fmla="*/ 16 h 56"/>
                  <a:gd name="T4" fmla="*/ 25 w 59"/>
                  <a:gd name="T5" fmla="*/ 21 h 56"/>
                  <a:gd name="T6" fmla="*/ 23 w 59"/>
                  <a:gd name="T7" fmla="*/ 22 h 56"/>
                  <a:gd name="T8" fmla="*/ 20 w 59"/>
                  <a:gd name="T9" fmla="*/ 19 h 56"/>
                  <a:gd name="T10" fmla="*/ 17 w 59"/>
                  <a:gd name="T11" fmla="*/ 10 h 56"/>
                  <a:gd name="T12" fmla="*/ 14 w 59"/>
                  <a:gd name="T13" fmla="*/ 2 h 56"/>
                  <a:gd name="T14" fmla="*/ 6 w 59"/>
                  <a:gd name="T15" fmla="*/ 2 h 56"/>
                  <a:gd name="T16" fmla="*/ 1 w 59"/>
                  <a:gd name="T17" fmla="*/ 7 h 56"/>
                  <a:gd name="T18" fmla="*/ 0 w 59"/>
                  <a:gd name="T19" fmla="*/ 14 h 56"/>
                  <a:gd name="T20" fmla="*/ 7 w 59"/>
                  <a:gd name="T21" fmla="*/ 21 h 56"/>
                  <a:gd name="T22" fmla="*/ 13 w 59"/>
                  <a:gd name="T23" fmla="*/ 27 h 56"/>
                  <a:gd name="T24" fmla="*/ 14 w 59"/>
                  <a:gd name="T25" fmla="*/ 37 h 56"/>
                  <a:gd name="T26" fmla="*/ 16 w 59"/>
                  <a:gd name="T27" fmla="*/ 40 h 56"/>
                  <a:gd name="T28" fmla="*/ 19 w 59"/>
                  <a:gd name="T29" fmla="*/ 45 h 56"/>
                  <a:gd name="T30" fmla="*/ 23 w 59"/>
                  <a:gd name="T31" fmla="*/ 55 h 56"/>
                  <a:gd name="T32" fmla="*/ 34 w 59"/>
                  <a:gd name="T33" fmla="*/ 55 h 56"/>
                  <a:gd name="T34" fmla="*/ 42 w 59"/>
                  <a:gd name="T35" fmla="*/ 54 h 56"/>
                  <a:gd name="T36" fmla="*/ 46 w 59"/>
                  <a:gd name="T37" fmla="*/ 46 h 56"/>
                  <a:gd name="T38" fmla="*/ 56 w 59"/>
                  <a:gd name="T39" fmla="*/ 46 h 56"/>
                  <a:gd name="T40" fmla="*/ 55 w 59"/>
                  <a:gd name="T41" fmla="*/ 38 h 56"/>
                  <a:gd name="T42" fmla="*/ 47 w 59"/>
                  <a:gd name="T43" fmla="*/ 39 h 56"/>
                  <a:gd name="T44" fmla="*/ 42 w 59"/>
                  <a:gd name="T45" fmla="*/ 37 h 56"/>
                  <a:gd name="T46" fmla="*/ 38 w 59"/>
                  <a:gd name="T47" fmla="*/ 32 h 56"/>
                  <a:gd name="T48" fmla="*/ 37 w 59"/>
                  <a:gd name="T49" fmla="*/ 29 h 56"/>
                  <a:gd name="T50" fmla="*/ 36 w 59"/>
                  <a:gd name="T51" fmla="*/ 2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9" h="56">
                    <a:moveTo>
                      <a:pt x="36" y="26"/>
                    </a:moveTo>
                    <a:cubicBezTo>
                      <a:pt x="36" y="22"/>
                      <a:pt x="35" y="18"/>
                      <a:pt x="32" y="16"/>
                    </a:cubicBezTo>
                    <a:cubicBezTo>
                      <a:pt x="28" y="14"/>
                      <a:pt x="26" y="18"/>
                      <a:pt x="25" y="21"/>
                    </a:cubicBezTo>
                    <a:cubicBezTo>
                      <a:pt x="25" y="21"/>
                      <a:pt x="24" y="23"/>
                      <a:pt x="23" y="22"/>
                    </a:cubicBezTo>
                    <a:cubicBezTo>
                      <a:pt x="22" y="22"/>
                      <a:pt x="21" y="20"/>
                      <a:pt x="20" y="19"/>
                    </a:cubicBezTo>
                    <a:cubicBezTo>
                      <a:pt x="18" y="16"/>
                      <a:pt x="18" y="13"/>
                      <a:pt x="17" y="10"/>
                    </a:cubicBezTo>
                    <a:cubicBezTo>
                      <a:pt x="17" y="7"/>
                      <a:pt x="16" y="4"/>
                      <a:pt x="14" y="2"/>
                    </a:cubicBezTo>
                    <a:cubicBezTo>
                      <a:pt x="12" y="0"/>
                      <a:pt x="9" y="0"/>
                      <a:pt x="6" y="2"/>
                    </a:cubicBezTo>
                    <a:cubicBezTo>
                      <a:pt x="5" y="3"/>
                      <a:pt x="2" y="5"/>
                      <a:pt x="1" y="7"/>
                    </a:cubicBezTo>
                    <a:cubicBezTo>
                      <a:pt x="0" y="9"/>
                      <a:pt x="0" y="12"/>
                      <a:pt x="0" y="14"/>
                    </a:cubicBezTo>
                    <a:cubicBezTo>
                      <a:pt x="0" y="18"/>
                      <a:pt x="3" y="19"/>
                      <a:pt x="7" y="21"/>
                    </a:cubicBezTo>
                    <a:cubicBezTo>
                      <a:pt x="10" y="22"/>
                      <a:pt x="13" y="23"/>
                      <a:pt x="13" y="27"/>
                    </a:cubicBezTo>
                    <a:cubicBezTo>
                      <a:pt x="13" y="31"/>
                      <a:pt x="12" y="34"/>
                      <a:pt x="14" y="37"/>
                    </a:cubicBezTo>
                    <a:cubicBezTo>
                      <a:pt x="14" y="38"/>
                      <a:pt x="16" y="39"/>
                      <a:pt x="16" y="40"/>
                    </a:cubicBezTo>
                    <a:cubicBezTo>
                      <a:pt x="18" y="42"/>
                      <a:pt x="18" y="43"/>
                      <a:pt x="19" y="45"/>
                    </a:cubicBezTo>
                    <a:cubicBezTo>
                      <a:pt x="20" y="48"/>
                      <a:pt x="20" y="53"/>
                      <a:pt x="23" y="55"/>
                    </a:cubicBezTo>
                    <a:cubicBezTo>
                      <a:pt x="26" y="56"/>
                      <a:pt x="30" y="55"/>
                      <a:pt x="34" y="55"/>
                    </a:cubicBezTo>
                    <a:cubicBezTo>
                      <a:pt x="36" y="55"/>
                      <a:pt x="40" y="56"/>
                      <a:pt x="42" y="54"/>
                    </a:cubicBezTo>
                    <a:cubicBezTo>
                      <a:pt x="43" y="51"/>
                      <a:pt x="43" y="47"/>
                      <a:pt x="46" y="46"/>
                    </a:cubicBezTo>
                    <a:cubicBezTo>
                      <a:pt x="49" y="45"/>
                      <a:pt x="54" y="47"/>
                      <a:pt x="56" y="46"/>
                    </a:cubicBezTo>
                    <a:cubicBezTo>
                      <a:pt x="59" y="44"/>
                      <a:pt x="57" y="40"/>
                      <a:pt x="55" y="38"/>
                    </a:cubicBezTo>
                    <a:cubicBezTo>
                      <a:pt x="52" y="37"/>
                      <a:pt x="49" y="38"/>
                      <a:pt x="47" y="39"/>
                    </a:cubicBezTo>
                    <a:cubicBezTo>
                      <a:pt x="45" y="39"/>
                      <a:pt x="44" y="39"/>
                      <a:pt x="42" y="37"/>
                    </a:cubicBezTo>
                    <a:cubicBezTo>
                      <a:pt x="40" y="36"/>
                      <a:pt x="38" y="34"/>
                      <a:pt x="38" y="32"/>
                    </a:cubicBezTo>
                    <a:cubicBezTo>
                      <a:pt x="38" y="31"/>
                      <a:pt x="38" y="30"/>
                      <a:pt x="37" y="29"/>
                    </a:cubicBezTo>
                    <a:cubicBezTo>
                      <a:pt x="37" y="28"/>
                      <a:pt x="37" y="27"/>
                      <a:pt x="36" y="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3" name="Freeform 2656">
                <a:extLst>
                  <a:ext uri="{FF2B5EF4-FFF2-40B4-BE49-F238E27FC236}">
                    <a16:creationId xmlns:a16="http://schemas.microsoft.com/office/drawing/2014/main" id="{237F1356-5536-4FDF-8A89-156D81460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575"/>
                <a:ext cx="4" cy="4"/>
              </a:xfrm>
              <a:custGeom>
                <a:avLst/>
                <a:gdLst>
                  <a:gd name="T0" fmla="*/ 1 w 12"/>
                  <a:gd name="T1" fmla="*/ 0 h 10"/>
                  <a:gd name="T2" fmla="*/ 4 w 12"/>
                  <a:gd name="T3" fmla="*/ 1 h 10"/>
                  <a:gd name="T4" fmla="*/ 6 w 12"/>
                  <a:gd name="T5" fmla="*/ 2 h 10"/>
                  <a:gd name="T6" fmla="*/ 11 w 12"/>
                  <a:gd name="T7" fmla="*/ 6 h 10"/>
                  <a:gd name="T8" fmla="*/ 11 w 12"/>
                  <a:gd name="T9" fmla="*/ 8 h 10"/>
                  <a:gd name="T10" fmla="*/ 8 w 12"/>
                  <a:gd name="T11" fmla="*/ 10 h 10"/>
                  <a:gd name="T12" fmla="*/ 5 w 12"/>
                  <a:gd name="T13" fmla="*/ 9 h 10"/>
                  <a:gd name="T14" fmla="*/ 3 w 12"/>
                  <a:gd name="T15" fmla="*/ 6 h 10"/>
                  <a:gd name="T16" fmla="*/ 1 w 12"/>
                  <a:gd name="T17" fmla="*/ 3 h 10"/>
                  <a:gd name="T18" fmla="*/ 1 w 12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1" y="0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8" y="2"/>
                      <a:pt x="10" y="4"/>
                      <a:pt x="11" y="6"/>
                    </a:cubicBezTo>
                    <a:cubicBezTo>
                      <a:pt x="12" y="7"/>
                      <a:pt x="12" y="7"/>
                      <a:pt x="11" y="8"/>
                    </a:cubicBezTo>
                    <a:cubicBezTo>
                      <a:pt x="10" y="9"/>
                      <a:pt x="10" y="10"/>
                      <a:pt x="8" y="10"/>
                    </a:cubicBezTo>
                    <a:cubicBezTo>
                      <a:pt x="7" y="10"/>
                      <a:pt x="5" y="10"/>
                      <a:pt x="5" y="9"/>
                    </a:cubicBezTo>
                    <a:cubicBezTo>
                      <a:pt x="4" y="8"/>
                      <a:pt x="4" y="7"/>
                      <a:pt x="3" y="6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4" name="Freeform 2657">
                <a:extLst>
                  <a:ext uri="{FF2B5EF4-FFF2-40B4-BE49-F238E27FC236}">
                    <a16:creationId xmlns:a16="http://schemas.microsoft.com/office/drawing/2014/main" id="{8900DD6E-A17A-4346-8666-1E8731392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561"/>
                <a:ext cx="10" cy="8"/>
              </a:xfrm>
              <a:custGeom>
                <a:avLst/>
                <a:gdLst>
                  <a:gd name="T0" fmla="*/ 14 w 25"/>
                  <a:gd name="T1" fmla="*/ 20 h 20"/>
                  <a:gd name="T2" fmla="*/ 10 w 25"/>
                  <a:gd name="T3" fmla="*/ 19 h 20"/>
                  <a:gd name="T4" fmla="*/ 5 w 25"/>
                  <a:gd name="T5" fmla="*/ 18 h 20"/>
                  <a:gd name="T6" fmla="*/ 0 w 25"/>
                  <a:gd name="T7" fmla="*/ 13 h 20"/>
                  <a:gd name="T8" fmla="*/ 1 w 25"/>
                  <a:gd name="T9" fmla="*/ 8 h 20"/>
                  <a:gd name="T10" fmla="*/ 3 w 25"/>
                  <a:gd name="T11" fmla="*/ 6 h 20"/>
                  <a:gd name="T12" fmla="*/ 3 w 25"/>
                  <a:gd name="T13" fmla="*/ 4 h 20"/>
                  <a:gd name="T14" fmla="*/ 8 w 25"/>
                  <a:gd name="T15" fmla="*/ 1 h 20"/>
                  <a:gd name="T16" fmla="*/ 10 w 25"/>
                  <a:gd name="T17" fmla="*/ 3 h 20"/>
                  <a:gd name="T18" fmla="*/ 12 w 25"/>
                  <a:gd name="T19" fmla="*/ 5 h 20"/>
                  <a:gd name="T20" fmla="*/ 17 w 25"/>
                  <a:gd name="T21" fmla="*/ 7 h 20"/>
                  <a:gd name="T22" fmla="*/ 23 w 25"/>
                  <a:gd name="T23" fmla="*/ 11 h 20"/>
                  <a:gd name="T24" fmla="*/ 24 w 25"/>
                  <a:gd name="T25" fmla="*/ 14 h 20"/>
                  <a:gd name="T26" fmla="*/ 20 w 25"/>
                  <a:gd name="T27" fmla="*/ 20 h 20"/>
                  <a:gd name="T28" fmla="*/ 16 w 25"/>
                  <a:gd name="T29" fmla="*/ 20 h 20"/>
                  <a:gd name="T30" fmla="*/ 14 w 25"/>
                  <a:gd name="T3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20">
                    <a:moveTo>
                      <a:pt x="14" y="20"/>
                    </a:moveTo>
                    <a:cubicBezTo>
                      <a:pt x="13" y="19"/>
                      <a:pt x="11" y="19"/>
                      <a:pt x="10" y="19"/>
                    </a:cubicBezTo>
                    <a:cubicBezTo>
                      <a:pt x="8" y="18"/>
                      <a:pt x="6" y="18"/>
                      <a:pt x="5" y="18"/>
                    </a:cubicBezTo>
                    <a:cubicBezTo>
                      <a:pt x="2" y="18"/>
                      <a:pt x="0" y="16"/>
                      <a:pt x="0" y="13"/>
                    </a:cubicBezTo>
                    <a:cubicBezTo>
                      <a:pt x="0" y="12"/>
                      <a:pt x="0" y="9"/>
                      <a:pt x="1" y="8"/>
                    </a:cubicBezTo>
                    <a:cubicBezTo>
                      <a:pt x="2" y="8"/>
                      <a:pt x="3" y="8"/>
                      <a:pt x="3" y="6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4" y="2"/>
                      <a:pt x="5" y="0"/>
                      <a:pt x="8" y="1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3" y="7"/>
                      <a:pt x="15" y="7"/>
                      <a:pt x="17" y="7"/>
                    </a:cubicBezTo>
                    <a:cubicBezTo>
                      <a:pt x="19" y="7"/>
                      <a:pt x="22" y="9"/>
                      <a:pt x="23" y="11"/>
                    </a:cubicBezTo>
                    <a:cubicBezTo>
                      <a:pt x="24" y="12"/>
                      <a:pt x="25" y="13"/>
                      <a:pt x="24" y="14"/>
                    </a:cubicBezTo>
                    <a:cubicBezTo>
                      <a:pt x="24" y="17"/>
                      <a:pt x="22" y="20"/>
                      <a:pt x="20" y="20"/>
                    </a:cubicBezTo>
                    <a:cubicBezTo>
                      <a:pt x="18" y="20"/>
                      <a:pt x="17" y="20"/>
                      <a:pt x="16" y="20"/>
                    </a:cubicBezTo>
                    <a:cubicBezTo>
                      <a:pt x="15" y="20"/>
                      <a:pt x="15" y="20"/>
                      <a:pt x="14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5" name="Freeform 2658">
                <a:extLst>
                  <a:ext uri="{FF2B5EF4-FFF2-40B4-BE49-F238E27FC236}">
                    <a16:creationId xmlns:a16="http://schemas.microsoft.com/office/drawing/2014/main" id="{A6BC50FC-7ACB-49AE-8025-E4A97A1D1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553"/>
                <a:ext cx="10" cy="15"/>
              </a:xfrm>
              <a:custGeom>
                <a:avLst/>
                <a:gdLst>
                  <a:gd name="T0" fmla="*/ 3 w 25"/>
                  <a:gd name="T1" fmla="*/ 34 h 39"/>
                  <a:gd name="T2" fmla="*/ 0 w 25"/>
                  <a:gd name="T3" fmla="*/ 32 h 39"/>
                  <a:gd name="T4" fmla="*/ 3 w 25"/>
                  <a:gd name="T5" fmla="*/ 26 h 39"/>
                  <a:gd name="T6" fmla="*/ 9 w 25"/>
                  <a:gd name="T7" fmla="*/ 25 h 39"/>
                  <a:gd name="T8" fmla="*/ 10 w 25"/>
                  <a:gd name="T9" fmla="*/ 21 h 39"/>
                  <a:gd name="T10" fmla="*/ 13 w 25"/>
                  <a:gd name="T11" fmla="*/ 20 h 39"/>
                  <a:gd name="T12" fmla="*/ 9 w 25"/>
                  <a:gd name="T13" fmla="*/ 12 h 39"/>
                  <a:gd name="T14" fmla="*/ 10 w 25"/>
                  <a:gd name="T15" fmla="*/ 3 h 39"/>
                  <a:gd name="T16" fmla="*/ 20 w 25"/>
                  <a:gd name="T17" fmla="*/ 3 h 39"/>
                  <a:gd name="T18" fmla="*/ 24 w 25"/>
                  <a:gd name="T19" fmla="*/ 16 h 39"/>
                  <a:gd name="T20" fmla="*/ 24 w 25"/>
                  <a:gd name="T21" fmla="*/ 30 h 39"/>
                  <a:gd name="T22" fmla="*/ 24 w 25"/>
                  <a:gd name="T23" fmla="*/ 34 h 39"/>
                  <a:gd name="T24" fmla="*/ 20 w 25"/>
                  <a:gd name="T25" fmla="*/ 34 h 39"/>
                  <a:gd name="T26" fmla="*/ 13 w 25"/>
                  <a:gd name="T27" fmla="*/ 39 h 39"/>
                  <a:gd name="T28" fmla="*/ 10 w 25"/>
                  <a:gd name="T29" fmla="*/ 39 h 39"/>
                  <a:gd name="T30" fmla="*/ 7 w 25"/>
                  <a:gd name="T31" fmla="*/ 37 h 39"/>
                  <a:gd name="T32" fmla="*/ 3 w 25"/>
                  <a:gd name="T33" fmla="*/ 3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39">
                    <a:moveTo>
                      <a:pt x="3" y="34"/>
                    </a:moveTo>
                    <a:cubicBezTo>
                      <a:pt x="2" y="34"/>
                      <a:pt x="1" y="33"/>
                      <a:pt x="0" y="32"/>
                    </a:cubicBezTo>
                    <a:cubicBezTo>
                      <a:pt x="0" y="30"/>
                      <a:pt x="1" y="27"/>
                      <a:pt x="3" y="26"/>
                    </a:cubicBezTo>
                    <a:cubicBezTo>
                      <a:pt x="4" y="25"/>
                      <a:pt x="8" y="27"/>
                      <a:pt x="9" y="25"/>
                    </a:cubicBezTo>
                    <a:cubicBezTo>
                      <a:pt x="9" y="24"/>
                      <a:pt x="9" y="22"/>
                      <a:pt x="10" y="21"/>
                    </a:cubicBezTo>
                    <a:cubicBezTo>
                      <a:pt x="10" y="21"/>
                      <a:pt x="12" y="20"/>
                      <a:pt x="13" y="20"/>
                    </a:cubicBezTo>
                    <a:cubicBezTo>
                      <a:pt x="17" y="17"/>
                      <a:pt x="11" y="13"/>
                      <a:pt x="9" y="12"/>
                    </a:cubicBezTo>
                    <a:cubicBezTo>
                      <a:pt x="6" y="10"/>
                      <a:pt x="8" y="5"/>
                      <a:pt x="10" y="3"/>
                    </a:cubicBezTo>
                    <a:cubicBezTo>
                      <a:pt x="12" y="0"/>
                      <a:pt x="17" y="2"/>
                      <a:pt x="20" y="3"/>
                    </a:cubicBezTo>
                    <a:cubicBezTo>
                      <a:pt x="25" y="5"/>
                      <a:pt x="24" y="12"/>
                      <a:pt x="24" y="16"/>
                    </a:cubicBezTo>
                    <a:cubicBezTo>
                      <a:pt x="24" y="21"/>
                      <a:pt x="24" y="25"/>
                      <a:pt x="24" y="30"/>
                    </a:cubicBezTo>
                    <a:cubicBezTo>
                      <a:pt x="25" y="31"/>
                      <a:pt x="25" y="33"/>
                      <a:pt x="24" y="34"/>
                    </a:cubicBezTo>
                    <a:cubicBezTo>
                      <a:pt x="23" y="34"/>
                      <a:pt x="21" y="34"/>
                      <a:pt x="20" y="34"/>
                    </a:cubicBezTo>
                    <a:cubicBezTo>
                      <a:pt x="17" y="35"/>
                      <a:pt x="16" y="38"/>
                      <a:pt x="13" y="39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9" y="39"/>
                      <a:pt x="8" y="38"/>
                      <a:pt x="7" y="37"/>
                    </a:cubicBezTo>
                    <a:cubicBezTo>
                      <a:pt x="5" y="36"/>
                      <a:pt x="4" y="35"/>
                      <a:pt x="3" y="3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6" name="Freeform 2659">
                <a:extLst>
                  <a:ext uri="{FF2B5EF4-FFF2-40B4-BE49-F238E27FC236}">
                    <a16:creationId xmlns:a16="http://schemas.microsoft.com/office/drawing/2014/main" id="{990E1BBF-CB64-454C-AEF6-C215AF85E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561"/>
                <a:ext cx="2" cy="4"/>
              </a:xfrm>
              <a:custGeom>
                <a:avLst/>
                <a:gdLst>
                  <a:gd name="T0" fmla="*/ 1 w 5"/>
                  <a:gd name="T1" fmla="*/ 4 h 9"/>
                  <a:gd name="T2" fmla="*/ 0 w 5"/>
                  <a:gd name="T3" fmla="*/ 2 h 9"/>
                  <a:gd name="T4" fmla="*/ 2 w 5"/>
                  <a:gd name="T5" fmla="*/ 0 h 9"/>
                  <a:gd name="T6" fmla="*/ 1 w 5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5" y="1"/>
                      <a:pt x="4" y="9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7" name="Freeform 2660">
                <a:extLst>
                  <a:ext uri="{FF2B5EF4-FFF2-40B4-BE49-F238E27FC236}">
                    <a16:creationId xmlns:a16="http://schemas.microsoft.com/office/drawing/2014/main" id="{2E4888C1-FDFF-47AB-92E3-B5518D130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561"/>
                <a:ext cx="5" cy="5"/>
              </a:xfrm>
              <a:custGeom>
                <a:avLst/>
                <a:gdLst>
                  <a:gd name="T0" fmla="*/ 7 w 12"/>
                  <a:gd name="T1" fmla="*/ 11 h 12"/>
                  <a:gd name="T2" fmla="*/ 2 w 12"/>
                  <a:gd name="T3" fmla="*/ 10 h 12"/>
                  <a:gd name="T4" fmla="*/ 4 w 12"/>
                  <a:gd name="T5" fmla="*/ 5 h 12"/>
                  <a:gd name="T6" fmla="*/ 9 w 12"/>
                  <a:gd name="T7" fmla="*/ 0 h 12"/>
                  <a:gd name="T8" fmla="*/ 12 w 12"/>
                  <a:gd name="T9" fmla="*/ 3 h 12"/>
                  <a:gd name="T10" fmla="*/ 12 w 12"/>
                  <a:gd name="T11" fmla="*/ 7 h 12"/>
                  <a:gd name="T12" fmla="*/ 12 w 12"/>
                  <a:gd name="T13" fmla="*/ 10 h 12"/>
                  <a:gd name="T14" fmla="*/ 12 w 12"/>
                  <a:gd name="T15" fmla="*/ 11 h 12"/>
                  <a:gd name="T16" fmla="*/ 10 w 12"/>
                  <a:gd name="T17" fmla="*/ 12 h 12"/>
                  <a:gd name="T18" fmla="*/ 7 w 12"/>
                  <a:gd name="T1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2">
                    <a:moveTo>
                      <a:pt x="7" y="11"/>
                    </a:moveTo>
                    <a:cubicBezTo>
                      <a:pt x="5" y="11"/>
                      <a:pt x="3" y="11"/>
                      <a:pt x="2" y="10"/>
                    </a:cubicBezTo>
                    <a:cubicBezTo>
                      <a:pt x="0" y="7"/>
                      <a:pt x="3" y="6"/>
                      <a:pt x="4" y="5"/>
                    </a:cubicBezTo>
                    <a:cubicBezTo>
                      <a:pt x="6" y="3"/>
                      <a:pt x="6" y="0"/>
                      <a:pt x="9" y="0"/>
                    </a:cubicBezTo>
                    <a:cubicBezTo>
                      <a:pt x="11" y="0"/>
                      <a:pt x="12" y="2"/>
                      <a:pt x="12" y="3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0" y="12"/>
                      <a:pt x="10" y="12"/>
                    </a:cubicBezTo>
                    <a:cubicBezTo>
                      <a:pt x="9" y="12"/>
                      <a:pt x="8" y="12"/>
                      <a:pt x="7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8" name="Freeform 2661">
                <a:extLst>
                  <a:ext uri="{FF2B5EF4-FFF2-40B4-BE49-F238E27FC236}">
                    <a16:creationId xmlns:a16="http://schemas.microsoft.com/office/drawing/2014/main" id="{B13B2215-DDB4-447B-BA74-0262DFCC9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567"/>
                <a:ext cx="3" cy="4"/>
              </a:xfrm>
              <a:custGeom>
                <a:avLst/>
                <a:gdLst>
                  <a:gd name="T0" fmla="*/ 5 w 7"/>
                  <a:gd name="T1" fmla="*/ 10 h 10"/>
                  <a:gd name="T2" fmla="*/ 3 w 7"/>
                  <a:gd name="T3" fmla="*/ 7 h 10"/>
                  <a:gd name="T4" fmla="*/ 1 w 7"/>
                  <a:gd name="T5" fmla="*/ 4 h 10"/>
                  <a:gd name="T6" fmla="*/ 1 w 7"/>
                  <a:gd name="T7" fmla="*/ 2 h 10"/>
                  <a:gd name="T8" fmla="*/ 2 w 7"/>
                  <a:gd name="T9" fmla="*/ 1 h 10"/>
                  <a:gd name="T10" fmla="*/ 5 w 7"/>
                  <a:gd name="T11" fmla="*/ 1 h 10"/>
                  <a:gd name="T12" fmla="*/ 6 w 7"/>
                  <a:gd name="T13" fmla="*/ 4 h 10"/>
                  <a:gd name="T14" fmla="*/ 7 w 7"/>
                  <a:gd name="T15" fmla="*/ 7 h 10"/>
                  <a:gd name="T16" fmla="*/ 5 w 7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0">
                    <a:moveTo>
                      <a:pt x="5" y="10"/>
                    </a:moveTo>
                    <a:cubicBezTo>
                      <a:pt x="4" y="9"/>
                      <a:pt x="4" y="8"/>
                      <a:pt x="3" y="7"/>
                    </a:cubicBezTo>
                    <a:cubicBezTo>
                      <a:pt x="2" y="6"/>
                      <a:pt x="1" y="6"/>
                      <a:pt x="1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7" y="8"/>
                      <a:pt x="7" y="10"/>
                      <a:pt x="5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9" name="Freeform 2662">
                <a:extLst>
                  <a:ext uri="{FF2B5EF4-FFF2-40B4-BE49-F238E27FC236}">
                    <a16:creationId xmlns:a16="http://schemas.microsoft.com/office/drawing/2014/main" id="{5B78DDBE-E451-4FC5-9C61-F8ACEE9FA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569"/>
                <a:ext cx="12" cy="13"/>
              </a:xfrm>
              <a:custGeom>
                <a:avLst/>
                <a:gdLst>
                  <a:gd name="T0" fmla="*/ 13 w 31"/>
                  <a:gd name="T1" fmla="*/ 8 h 32"/>
                  <a:gd name="T2" fmla="*/ 11 w 31"/>
                  <a:gd name="T3" fmla="*/ 3 h 32"/>
                  <a:gd name="T4" fmla="*/ 4 w 31"/>
                  <a:gd name="T5" fmla="*/ 2 h 32"/>
                  <a:gd name="T6" fmla="*/ 3 w 31"/>
                  <a:gd name="T7" fmla="*/ 9 h 32"/>
                  <a:gd name="T8" fmla="*/ 2 w 31"/>
                  <a:gd name="T9" fmla="*/ 14 h 32"/>
                  <a:gd name="T10" fmla="*/ 2 w 31"/>
                  <a:gd name="T11" fmla="*/ 23 h 32"/>
                  <a:gd name="T12" fmla="*/ 3 w 31"/>
                  <a:gd name="T13" fmla="*/ 27 h 32"/>
                  <a:gd name="T14" fmla="*/ 6 w 31"/>
                  <a:gd name="T15" fmla="*/ 31 h 32"/>
                  <a:gd name="T16" fmla="*/ 11 w 31"/>
                  <a:gd name="T17" fmla="*/ 29 h 32"/>
                  <a:gd name="T18" fmla="*/ 14 w 31"/>
                  <a:gd name="T19" fmla="*/ 22 h 32"/>
                  <a:gd name="T20" fmla="*/ 18 w 31"/>
                  <a:gd name="T21" fmla="*/ 19 h 32"/>
                  <a:gd name="T22" fmla="*/ 22 w 31"/>
                  <a:gd name="T23" fmla="*/ 18 h 32"/>
                  <a:gd name="T24" fmla="*/ 25 w 31"/>
                  <a:gd name="T25" fmla="*/ 15 h 32"/>
                  <a:gd name="T26" fmla="*/ 30 w 31"/>
                  <a:gd name="T27" fmla="*/ 14 h 32"/>
                  <a:gd name="T28" fmla="*/ 28 w 31"/>
                  <a:gd name="T29" fmla="*/ 11 h 32"/>
                  <a:gd name="T30" fmla="*/ 26 w 31"/>
                  <a:gd name="T31" fmla="*/ 7 h 32"/>
                  <a:gd name="T32" fmla="*/ 23 w 31"/>
                  <a:gd name="T33" fmla="*/ 5 h 32"/>
                  <a:gd name="T34" fmla="*/ 20 w 31"/>
                  <a:gd name="T35" fmla="*/ 10 h 32"/>
                  <a:gd name="T36" fmla="*/ 19 w 31"/>
                  <a:gd name="T37" fmla="*/ 12 h 32"/>
                  <a:gd name="T38" fmla="*/ 16 w 31"/>
                  <a:gd name="T39" fmla="*/ 12 h 32"/>
                  <a:gd name="T40" fmla="*/ 15 w 31"/>
                  <a:gd name="T41" fmla="*/ 13 h 32"/>
                  <a:gd name="T42" fmla="*/ 13 w 31"/>
                  <a:gd name="T43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13" y="8"/>
                    </a:moveTo>
                    <a:cubicBezTo>
                      <a:pt x="12" y="7"/>
                      <a:pt x="13" y="5"/>
                      <a:pt x="11" y="3"/>
                    </a:cubicBezTo>
                    <a:cubicBezTo>
                      <a:pt x="10" y="1"/>
                      <a:pt x="5" y="0"/>
                      <a:pt x="4" y="2"/>
                    </a:cubicBezTo>
                    <a:cubicBezTo>
                      <a:pt x="3" y="4"/>
                      <a:pt x="3" y="7"/>
                      <a:pt x="3" y="9"/>
                    </a:cubicBezTo>
                    <a:cubicBezTo>
                      <a:pt x="3" y="11"/>
                      <a:pt x="3" y="13"/>
                      <a:pt x="2" y="14"/>
                    </a:cubicBezTo>
                    <a:cubicBezTo>
                      <a:pt x="1" y="17"/>
                      <a:pt x="0" y="20"/>
                      <a:pt x="2" y="23"/>
                    </a:cubicBezTo>
                    <a:cubicBezTo>
                      <a:pt x="3" y="24"/>
                      <a:pt x="3" y="25"/>
                      <a:pt x="3" y="27"/>
                    </a:cubicBezTo>
                    <a:cubicBezTo>
                      <a:pt x="4" y="29"/>
                      <a:pt x="4" y="31"/>
                      <a:pt x="6" y="31"/>
                    </a:cubicBezTo>
                    <a:cubicBezTo>
                      <a:pt x="8" y="32"/>
                      <a:pt x="10" y="31"/>
                      <a:pt x="11" y="29"/>
                    </a:cubicBezTo>
                    <a:cubicBezTo>
                      <a:pt x="13" y="27"/>
                      <a:pt x="13" y="24"/>
                      <a:pt x="14" y="22"/>
                    </a:cubicBezTo>
                    <a:cubicBezTo>
                      <a:pt x="14" y="20"/>
                      <a:pt x="16" y="19"/>
                      <a:pt x="18" y="19"/>
                    </a:cubicBezTo>
                    <a:cubicBezTo>
                      <a:pt x="19" y="19"/>
                      <a:pt x="21" y="19"/>
                      <a:pt x="22" y="18"/>
                    </a:cubicBezTo>
                    <a:cubicBezTo>
                      <a:pt x="23" y="17"/>
                      <a:pt x="24" y="16"/>
                      <a:pt x="25" y="15"/>
                    </a:cubicBezTo>
                    <a:cubicBezTo>
                      <a:pt x="27" y="15"/>
                      <a:pt x="29" y="16"/>
                      <a:pt x="30" y="14"/>
                    </a:cubicBezTo>
                    <a:cubicBezTo>
                      <a:pt x="31" y="13"/>
                      <a:pt x="29" y="12"/>
                      <a:pt x="28" y="11"/>
                    </a:cubicBezTo>
                    <a:cubicBezTo>
                      <a:pt x="27" y="10"/>
                      <a:pt x="27" y="9"/>
                      <a:pt x="26" y="7"/>
                    </a:cubicBezTo>
                    <a:cubicBezTo>
                      <a:pt x="26" y="6"/>
                      <a:pt x="25" y="4"/>
                      <a:pt x="23" y="5"/>
                    </a:cubicBezTo>
                    <a:cubicBezTo>
                      <a:pt x="22" y="6"/>
                      <a:pt x="21" y="8"/>
                      <a:pt x="20" y="10"/>
                    </a:cubicBezTo>
                    <a:cubicBezTo>
                      <a:pt x="20" y="11"/>
                      <a:pt x="19" y="11"/>
                      <a:pt x="19" y="12"/>
                    </a:cubicBezTo>
                    <a:cubicBezTo>
                      <a:pt x="18" y="12"/>
                      <a:pt x="17" y="12"/>
                      <a:pt x="16" y="12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3" y="12"/>
                      <a:pt x="13" y="10"/>
                      <a:pt x="1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0" name="Freeform 2663">
                <a:extLst>
                  <a:ext uri="{FF2B5EF4-FFF2-40B4-BE49-F238E27FC236}">
                    <a16:creationId xmlns:a16="http://schemas.microsoft.com/office/drawing/2014/main" id="{6C1257DB-2DB7-49D6-A8DC-95DDCE07F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576"/>
                <a:ext cx="3" cy="3"/>
              </a:xfrm>
              <a:custGeom>
                <a:avLst/>
                <a:gdLst>
                  <a:gd name="T0" fmla="*/ 6 w 7"/>
                  <a:gd name="T1" fmla="*/ 3 h 8"/>
                  <a:gd name="T2" fmla="*/ 6 w 7"/>
                  <a:gd name="T3" fmla="*/ 5 h 8"/>
                  <a:gd name="T4" fmla="*/ 6 w 7"/>
                  <a:gd name="T5" fmla="*/ 6 h 8"/>
                  <a:gd name="T6" fmla="*/ 3 w 7"/>
                  <a:gd name="T7" fmla="*/ 8 h 8"/>
                  <a:gd name="T8" fmla="*/ 0 w 7"/>
                  <a:gd name="T9" fmla="*/ 5 h 8"/>
                  <a:gd name="T10" fmla="*/ 6 w 7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6" y="3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5" y="7"/>
                      <a:pt x="4" y="8"/>
                      <a:pt x="3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3"/>
                      <a:pt x="4" y="0"/>
                      <a:pt x="6" y="2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1" name="Freeform 2664">
                <a:extLst>
                  <a:ext uri="{FF2B5EF4-FFF2-40B4-BE49-F238E27FC236}">
                    <a16:creationId xmlns:a16="http://schemas.microsoft.com/office/drawing/2014/main" id="{B61543D9-71A1-4A7D-8E8F-74B58FE58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568"/>
                <a:ext cx="4" cy="2"/>
              </a:xfrm>
              <a:custGeom>
                <a:avLst/>
                <a:gdLst>
                  <a:gd name="T0" fmla="*/ 2 w 10"/>
                  <a:gd name="T1" fmla="*/ 2 h 6"/>
                  <a:gd name="T2" fmla="*/ 0 w 10"/>
                  <a:gd name="T3" fmla="*/ 1 h 6"/>
                  <a:gd name="T4" fmla="*/ 3 w 10"/>
                  <a:gd name="T5" fmla="*/ 0 h 6"/>
                  <a:gd name="T6" fmla="*/ 5 w 10"/>
                  <a:gd name="T7" fmla="*/ 1 h 6"/>
                  <a:gd name="T8" fmla="*/ 7 w 10"/>
                  <a:gd name="T9" fmla="*/ 2 h 6"/>
                  <a:gd name="T10" fmla="*/ 10 w 10"/>
                  <a:gd name="T11" fmla="*/ 5 h 6"/>
                  <a:gd name="T12" fmla="*/ 8 w 10"/>
                  <a:gd name="T13" fmla="*/ 5 h 6"/>
                  <a:gd name="T14" fmla="*/ 5 w 10"/>
                  <a:gd name="T15" fmla="*/ 6 h 6"/>
                  <a:gd name="T16" fmla="*/ 2 w 10"/>
                  <a:gd name="T1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0"/>
                      <a:pt x="5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8" y="2"/>
                      <a:pt x="10" y="4"/>
                      <a:pt x="10" y="5"/>
                    </a:cubicBezTo>
                    <a:cubicBezTo>
                      <a:pt x="10" y="6"/>
                      <a:pt x="9" y="6"/>
                      <a:pt x="8" y="5"/>
                    </a:cubicBezTo>
                    <a:cubicBezTo>
                      <a:pt x="7" y="5"/>
                      <a:pt x="6" y="6"/>
                      <a:pt x="5" y="6"/>
                    </a:cubicBezTo>
                    <a:cubicBezTo>
                      <a:pt x="4" y="5"/>
                      <a:pt x="3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2" name="Freeform 2665">
                <a:extLst>
                  <a:ext uri="{FF2B5EF4-FFF2-40B4-BE49-F238E27FC236}">
                    <a16:creationId xmlns:a16="http://schemas.microsoft.com/office/drawing/2014/main" id="{A8ACADE2-31B4-4319-8920-9FC0ABA83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570"/>
                <a:ext cx="37" cy="33"/>
              </a:xfrm>
              <a:custGeom>
                <a:avLst/>
                <a:gdLst>
                  <a:gd name="T0" fmla="*/ 72 w 90"/>
                  <a:gd name="T1" fmla="*/ 53 h 83"/>
                  <a:gd name="T2" fmla="*/ 68 w 90"/>
                  <a:gd name="T3" fmla="*/ 59 h 83"/>
                  <a:gd name="T4" fmla="*/ 65 w 90"/>
                  <a:gd name="T5" fmla="*/ 65 h 83"/>
                  <a:gd name="T6" fmla="*/ 62 w 90"/>
                  <a:gd name="T7" fmla="*/ 72 h 83"/>
                  <a:gd name="T8" fmla="*/ 57 w 90"/>
                  <a:gd name="T9" fmla="*/ 76 h 83"/>
                  <a:gd name="T10" fmla="*/ 53 w 90"/>
                  <a:gd name="T11" fmla="*/ 81 h 83"/>
                  <a:gd name="T12" fmla="*/ 45 w 90"/>
                  <a:gd name="T13" fmla="*/ 81 h 83"/>
                  <a:gd name="T14" fmla="*/ 37 w 90"/>
                  <a:gd name="T15" fmla="*/ 77 h 83"/>
                  <a:gd name="T16" fmla="*/ 32 w 90"/>
                  <a:gd name="T17" fmla="*/ 71 h 83"/>
                  <a:gd name="T18" fmla="*/ 24 w 90"/>
                  <a:gd name="T19" fmla="*/ 64 h 83"/>
                  <a:gd name="T20" fmla="*/ 15 w 90"/>
                  <a:gd name="T21" fmla="*/ 59 h 83"/>
                  <a:gd name="T22" fmla="*/ 7 w 90"/>
                  <a:gd name="T23" fmla="*/ 56 h 83"/>
                  <a:gd name="T24" fmla="*/ 1 w 90"/>
                  <a:gd name="T25" fmla="*/ 51 h 83"/>
                  <a:gd name="T26" fmla="*/ 1 w 90"/>
                  <a:gd name="T27" fmla="*/ 42 h 83"/>
                  <a:gd name="T28" fmla="*/ 14 w 90"/>
                  <a:gd name="T29" fmla="*/ 47 h 83"/>
                  <a:gd name="T30" fmla="*/ 17 w 90"/>
                  <a:gd name="T31" fmla="*/ 40 h 83"/>
                  <a:gd name="T32" fmla="*/ 11 w 90"/>
                  <a:gd name="T33" fmla="*/ 35 h 83"/>
                  <a:gd name="T34" fmla="*/ 8 w 90"/>
                  <a:gd name="T35" fmla="*/ 29 h 83"/>
                  <a:gd name="T36" fmla="*/ 12 w 90"/>
                  <a:gd name="T37" fmla="*/ 23 h 83"/>
                  <a:gd name="T38" fmla="*/ 16 w 90"/>
                  <a:gd name="T39" fmla="*/ 21 h 83"/>
                  <a:gd name="T40" fmla="*/ 25 w 90"/>
                  <a:gd name="T41" fmla="*/ 22 h 83"/>
                  <a:gd name="T42" fmla="*/ 32 w 90"/>
                  <a:gd name="T43" fmla="*/ 20 h 83"/>
                  <a:gd name="T44" fmla="*/ 30 w 90"/>
                  <a:gd name="T45" fmla="*/ 14 h 83"/>
                  <a:gd name="T46" fmla="*/ 33 w 90"/>
                  <a:gd name="T47" fmla="*/ 9 h 83"/>
                  <a:gd name="T48" fmla="*/ 39 w 90"/>
                  <a:gd name="T49" fmla="*/ 3 h 83"/>
                  <a:gd name="T50" fmla="*/ 48 w 90"/>
                  <a:gd name="T51" fmla="*/ 1 h 83"/>
                  <a:gd name="T52" fmla="*/ 52 w 90"/>
                  <a:gd name="T53" fmla="*/ 11 h 83"/>
                  <a:gd name="T54" fmla="*/ 54 w 90"/>
                  <a:gd name="T55" fmla="*/ 17 h 83"/>
                  <a:gd name="T56" fmla="*/ 60 w 90"/>
                  <a:gd name="T57" fmla="*/ 21 h 83"/>
                  <a:gd name="T58" fmla="*/ 67 w 90"/>
                  <a:gd name="T59" fmla="*/ 11 h 83"/>
                  <a:gd name="T60" fmla="*/ 74 w 90"/>
                  <a:gd name="T61" fmla="*/ 11 h 83"/>
                  <a:gd name="T62" fmla="*/ 78 w 90"/>
                  <a:gd name="T63" fmla="*/ 16 h 83"/>
                  <a:gd name="T64" fmla="*/ 81 w 90"/>
                  <a:gd name="T65" fmla="*/ 22 h 83"/>
                  <a:gd name="T66" fmla="*/ 88 w 90"/>
                  <a:gd name="T67" fmla="*/ 21 h 83"/>
                  <a:gd name="T68" fmla="*/ 90 w 90"/>
                  <a:gd name="T69" fmla="*/ 28 h 83"/>
                  <a:gd name="T70" fmla="*/ 86 w 90"/>
                  <a:gd name="T71" fmla="*/ 34 h 83"/>
                  <a:gd name="T72" fmla="*/ 81 w 90"/>
                  <a:gd name="T73" fmla="*/ 39 h 83"/>
                  <a:gd name="T74" fmla="*/ 74 w 90"/>
                  <a:gd name="T75" fmla="*/ 41 h 83"/>
                  <a:gd name="T76" fmla="*/ 72 w 90"/>
                  <a:gd name="T77" fmla="*/ 43 h 83"/>
                  <a:gd name="T78" fmla="*/ 72 w 90"/>
                  <a:gd name="T79" fmla="*/ 45 h 83"/>
                  <a:gd name="T80" fmla="*/ 72 w 90"/>
                  <a:gd name="T81" fmla="*/ 46 h 83"/>
                  <a:gd name="T82" fmla="*/ 72 w 90"/>
                  <a:gd name="T83" fmla="*/ 5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0" h="83">
                    <a:moveTo>
                      <a:pt x="72" y="53"/>
                    </a:moveTo>
                    <a:cubicBezTo>
                      <a:pt x="71" y="55"/>
                      <a:pt x="69" y="57"/>
                      <a:pt x="68" y="59"/>
                    </a:cubicBezTo>
                    <a:cubicBezTo>
                      <a:pt x="67" y="61"/>
                      <a:pt x="66" y="63"/>
                      <a:pt x="65" y="65"/>
                    </a:cubicBezTo>
                    <a:cubicBezTo>
                      <a:pt x="64" y="67"/>
                      <a:pt x="64" y="70"/>
                      <a:pt x="62" y="72"/>
                    </a:cubicBezTo>
                    <a:cubicBezTo>
                      <a:pt x="61" y="74"/>
                      <a:pt x="59" y="75"/>
                      <a:pt x="57" y="76"/>
                    </a:cubicBezTo>
                    <a:cubicBezTo>
                      <a:pt x="55" y="78"/>
                      <a:pt x="55" y="80"/>
                      <a:pt x="53" y="81"/>
                    </a:cubicBezTo>
                    <a:cubicBezTo>
                      <a:pt x="51" y="83"/>
                      <a:pt x="48" y="82"/>
                      <a:pt x="45" y="81"/>
                    </a:cubicBezTo>
                    <a:cubicBezTo>
                      <a:pt x="43" y="80"/>
                      <a:pt x="40" y="79"/>
                      <a:pt x="37" y="77"/>
                    </a:cubicBezTo>
                    <a:cubicBezTo>
                      <a:pt x="35" y="75"/>
                      <a:pt x="34" y="73"/>
                      <a:pt x="32" y="71"/>
                    </a:cubicBezTo>
                    <a:cubicBezTo>
                      <a:pt x="30" y="69"/>
                      <a:pt x="27" y="66"/>
                      <a:pt x="24" y="64"/>
                    </a:cubicBezTo>
                    <a:cubicBezTo>
                      <a:pt x="21" y="62"/>
                      <a:pt x="18" y="61"/>
                      <a:pt x="15" y="59"/>
                    </a:cubicBezTo>
                    <a:cubicBezTo>
                      <a:pt x="13" y="58"/>
                      <a:pt x="10" y="57"/>
                      <a:pt x="7" y="56"/>
                    </a:cubicBezTo>
                    <a:cubicBezTo>
                      <a:pt x="4" y="55"/>
                      <a:pt x="2" y="53"/>
                      <a:pt x="1" y="51"/>
                    </a:cubicBezTo>
                    <a:cubicBezTo>
                      <a:pt x="0" y="48"/>
                      <a:pt x="0" y="44"/>
                      <a:pt x="1" y="42"/>
                    </a:cubicBezTo>
                    <a:cubicBezTo>
                      <a:pt x="5" y="36"/>
                      <a:pt x="10" y="47"/>
                      <a:pt x="14" y="47"/>
                    </a:cubicBezTo>
                    <a:cubicBezTo>
                      <a:pt x="17" y="46"/>
                      <a:pt x="18" y="43"/>
                      <a:pt x="17" y="40"/>
                    </a:cubicBezTo>
                    <a:cubicBezTo>
                      <a:pt x="17" y="37"/>
                      <a:pt x="14" y="36"/>
                      <a:pt x="11" y="35"/>
                    </a:cubicBezTo>
                    <a:cubicBezTo>
                      <a:pt x="9" y="34"/>
                      <a:pt x="7" y="32"/>
                      <a:pt x="8" y="29"/>
                    </a:cubicBezTo>
                    <a:cubicBezTo>
                      <a:pt x="8" y="27"/>
                      <a:pt x="10" y="24"/>
                      <a:pt x="12" y="23"/>
                    </a:cubicBezTo>
                    <a:cubicBezTo>
                      <a:pt x="13" y="22"/>
                      <a:pt x="15" y="21"/>
                      <a:pt x="16" y="21"/>
                    </a:cubicBezTo>
                    <a:cubicBezTo>
                      <a:pt x="19" y="20"/>
                      <a:pt x="22" y="22"/>
                      <a:pt x="25" y="22"/>
                    </a:cubicBezTo>
                    <a:cubicBezTo>
                      <a:pt x="27" y="22"/>
                      <a:pt x="31" y="22"/>
                      <a:pt x="32" y="20"/>
                    </a:cubicBezTo>
                    <a:cubicBezTo>
                      <a:pt x="32" y="18"/>
                      <a:pt x="30" y="16"/>
                      <a:pt x="30" y="14"/>
                    </a:cubicBezTo>
                    <a:cubicBezTo>
                      <a:pt x="30" y="12"/>
                      <a:pt x="32" y="10"/>
                      <a:pt x="33" y="9"/>
                    </a:cubicBezTo>
                    <a:cubicBezTo>
                      <a:pt x="35" y="7"/>
                      <a:pt x="37" y="5"/>
                      <a:pt x="39" y="3"/>
                    </a:cubicBezTo>
                    <a:cubicBezTo>
                      <a:pt x="42" y="1"/>
                      <a:pt x="45" y="0"/>
                      <a:pt x="48" y="1"/>
                    </a:cubicBezTo>
                    <a:cubicBezTo>
                      <a:pt x="51" y="3"/>
                      <a:pt x="52" y="7"/>
                      <a:pt x="52" y="11"/>
                    </a:cubicBezTo>
                    <a:cubicBezTo>
                      <a:pt x="52" y="13"/>
                      <a:pt x="52" y="16"/>
                      <a:pt x="54" y="17"/>
                    </a:cubicBezTo>
                    <a:cubicBezTo>
                      <a:pt x="56" y="19"/>
                      <a:pt x="58" y="20"/>
                      <a:pt x="60" y="21"/>
                    </a:cubicBezTo>
                    <a:cubicBezTo>
                      <a:pt x="65" y="23"/>
                      <a:pt x="63" y="11"/>
                      <a:pt x="67" y="11"/>
                    </a:cubicBezTo>
                    <a:cubicBezTo>
                      <a:pt x="69" y="10"/>
                      <a:pt x="72" y="11"/>
                      <a:pt x="74" y="11"/>
                    </a:cubicBezTo>
                    <a:cubicBezTo>
                      <a:pt x="77" y="11"/>
                      <a:pt x="77" y="14"/>
                      <a:pt x="78" y="16"/>
                    </a:cubicBezTo>
                    <a:cubicBezTo>
                      <a:pt x="78" y="18"/>
                      <a:pt x="78" y="22"/>
                      <a:pt x="81" y="22"/>
                    </a:cubicBezTo>
                    <a:cubicBezTo>
                      <a:pt x="83" y="21"/>
                      <a:pt x="85" y="19"/>
                      <a:pt x="88" y="21"/>
                    </a:cubicBezTo>
                    <a:cubicBezTo>
                      <a:pt x="90" y="23"/>
                      <a:pt x="90" y="26"/>
                      <a:pt x="90" y="28"/>
                    </a:cubicBezTo>
                    <a:cubicBezTo>
                      <a:pt x="89" y="31"/>
                      <a:pt x="87" y="32"/>
                      <a:pt x="86" y="34"/>
                    </a:cubicBezTo>
                    <a:cubicBezTo>
                      <a:pt x="84" y="36"/>
                      <a:pt x="83" y="38"/>
                      <a:pt x="81" y="39"/>
                    </a:cubicBezTo>
                    <a:cubicBezTo>
                      <a:pt x="79" y="40"/>
                      <a:pt x="76" y="41"/>
                      <a:pt x="74" y="41"/>
                    </a:cubicBezTo>
                    <a:cubicBezTo>
                      <a:pt x="73" y="42"/>
                      <a:pt x="73" y="42"/>
                      <a:pt x="72" y="43"/>
                    </a:cubicBezTo>
                    <a:cubicBezTo>
                      <a:pt x="72" y="44"/>
                      <a:pt x="72" y="44"/>
                      <a:pt x="72" y="45"/>
                    </a:cubicBezTo>
                    <a:cubicBezTo>
                      <a:pt x="72" y="45"/>
                      <a:pt x="72" y="46"/>
                      <a:pt x="72" y="46"/>
                    </a:cubicBezTo>
                    <a:cubicBezTo>
                      <a:pt x="73" y="48"/>
                      <a:pt x="73" y="51"/>
                      <a:pt x="72" y="5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1874" name="Group 2867">
              <a:extLst>
                <a:ext uri="{FF2B5EF4-FFF2-40B4-BE49-F238E27FC236}">
                  <a16:creationId xmlns:a16="http://schemas.microsoft.com/office/drawing/2014/main" id="{579BD043-555C-4495-9BB1-1F387EEB17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3" y="577"/>
              <a:ext cx="782" cy="1061"/>
              <a:chOff x="2893" y="577"/>
              <a:chExt cx="782" cy="1061"/>
            </a:xfrm>
            <a:grpFill/>
          </p:grpSpPr>
          <p:sp>
            <p:nvSpPr>
              <p:cNvPr id="4465" name="Freeform 2667">
                <a:extLst>
                  <a:ext uri="{FF2B5EF4-FFF2-40B4-BE49-F238E27FC236}">
                    <a16:creationId xmlns:a16="http://schemas.microsoft.com/office/drawing/2014/main" id="{999B7C9D-EE47-4CD9-9073-CC6692876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577"/>
                <a:ext cx="16" cy="21"/>
              </a:xfrm>
              <a:custGeom>
                <a:avLst/>
                <a:gdLst>
                  <a:gd name="T0" fmla="*/ 7 w 38"/>
                  <a:gd name="T1" fmla="*/ 31 h 50"/>
                  <a:gd name="T2" fmla="*/ 10 w 38"/>
                  <a:gd name="T3" fmla="*/ 25 h 50"/>
                  <a:gd name="T4" fmla="*/ 19 w 38"/>
                  <a:gd name="T5" fmla="*/ 15 h 50"/>
                  <a:gd name="T6" fmla="*/ 23 w 38"/>
                  <a:gd name="T7" fmla="*/ 9 h 50"/>
                  <a:gd name="T8" fmla="*/ 25 w 38"/>
                  <a:gd name="T9" fmla="*/ 4 h 50"/>
                  <a:gd name="T10" fmla="*/ 28 w 38"/>
                  <a:gd name="T11" fmla="*/ 1 h 50"/>
                  <a:gd name="T12" fmla="*/ 33 w 38"/>
                  <a:gd name="T13" fmla="*/ 3 h 50"/>
                  <a:gd name="T14" fmla="*/ 37 w 38"/>
                  <a:gd name="T15" fmla="*/ 9 h 50"/>
                  <a:gd name="T16" fmla="*/ 37 w 38"/>
                  <a:gd name="T17" fmla="*/ 14 h 50"/>
                  <a:gd name="T18" fmla="*/ 29 w 38"/>
                  <a:gd name="T19" fmla="*/ 26 h 50"/>
                  <a:gd name="T20" fmla="*/ 28 w 38"/>
                  <a:gd name="T21" fmla="*/ 32 h 50"/>
                  <a:gd name="T22" fmla="*/ 27 w 38"/>
                  <a:gd name="T23" fmla="*/ 39 h 50"/>
                  <a:gd name="T24" fmla="*/ 18 w 38"/>
                  <a:gd name="T25" fmla="*/ 45 h 50"/>
                  <a:gd name="T26" fmla="*/ 13 w 38"/>
                  <a:gd name="T27" fmla="*/ 47 h 50"/>
                  <a:gd name="T28" fmla="*/ 8 w 38"/>
                  <a:gd name="T29" fmla="*/ 49 h 50"/>
                  <a:gd name="T30" fmla="*/ 2 w 38"/>
                  <a:gd name="T31" fmla="*/ 50 h 50"/>
                  <a:gd name="T32" fmla="*/ 0 w 38"/>
                  <a:gd name="T33" fmla="*/ 47 h 50"/>
                  <a:gd name="T34" fmla="*/ 3 w 38"/>
                  <a:gd name="T35" fmla="*/ 44 h 50"/>
                  <a:gd name="T36" fmla="*/ 5 w 38"/>
                  <a:gd name="T37" fmla="*/ 37 h 50"/>
                  <a:gd name="T38" fmla="*/ 7 w 38"/>
                  <a:gd name="T39" fmla="*/ 3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8" h="50">
                    <a:moveTo>
                      <a:pt x="7" y="31"/>
                    </a:moveTo>
                    <a:cubicBezTo>
                      <a:pt x="8" y="29"/>
                      <a:pt x="8" y="27"/>
                      <a:pt x="10" y="25"/>
                    </a:cubicBezTo>
                    <a:cubicBezTo>
                      <a:pt x="13" y="22"/>
                      <a:pt x="17" y="19"/>
                      <a:pt x="19" y="15"/>
                    </a:cubicBezTo>
                    <a:cubicBezTo>
                      <a:pt x="21" y="13"/>
                      <a:pt x="22" y="11"/>
                      <a:pt x="23" y="9"/>
                    </a:cubicBezTo>
                    <a:cubicBezTo>
                      <a:pt x="24" y="7"/>
                      <a:pt x="24" y="6"/>
                      <a:pt x="25" y="4"/>
                    </a:cubicBezTo>
                    <a:cubicBezTo>
                      <a:pt x="26" y="2"/>
                      <a:pt x="27" y="1"/>
                      <a:pt x="28" y="1"/>
                    </a:cubicBezTo>
                    <a:cubicBezTo>
                      <a:pt x="30" y="0"/>
                      <a:pt x="32" y="2"/>
                      <a:pt x="33" y="3"/>
                    </a:cubicBezTo>
                    <a:cubicBezTo>
                      <a:pt x="34" y="5"/>
                      <a:pt x="36" y="7"/>
                      <a:pt x="37" y="9"/>
                    </a:cubicBezTo>
                    <a:cubicBezTo>
                      <a:pt x="38" y="11"/>
                      <a:pt x="38" y="12"/>
                      <a:pt x="37" y="14"/>
                    </a:cubicBezTo>
                    <a:cubicBezTo>
                      <a:pt x="35" y="18"/>
                      <a:pt x="32" y="22"/>
                      <a:pt x="29" y="26"/>
                    </a:cubicBezTo>
                    <a:cubicBezTo>
                      <a:pt x="28" y="28"/>
                      <a:pt x="28" y="30"/>
                      <a:pt x="28" y="32"/>
                    </a:cubicBezTo>
                    <a:cubicBezTo>
                      <a:pt x="27" y="35"/>
                      <a:pt x="28" y="37"/>
                      <a:pt x="27" y="39"/>
                    </a:cubicBezTo>
                    <a:cubicBezTo>
                      <a:pt x="26" y="43"/>
                      <a:pt x="21" y="44"/>
                      <a:pt x="18" y="45"/>
                    </a:cubicBezTo>
                    <a:cubicBezTo>
                      <a:pt x="16" y="46"/>
                      <a:pt x="14" y="46"/>
                      <a:pt x="13" y="47"/>
                    </a:cubicBezTo>
                    <a:cubicBezTo>
                      <a:pt x="11" y="47"/>
                      <a:pt x="9" y="48"/>
                      <a:pt x="8" y="49"/>
                    </a:cubicBezTo>
                    <a:cubicBezTo>
                      <a:pt x="6" y="50"/>
                      <a:pt x="4" y="50"/>
                      <a:pt x="2" y="50"/>
                    </a:cubicBezTo>
                    <a:cubicBezTo>
                      <a:pt x="1" y="49"/>
                      <a:pt x="0" y="48"/>
                      <a:pt x="0" y="47"/>
                    </a:cubicBezTo>
                    <a:cubicBezTo>
                      <a:pt x="0" y="45"/>
                      <a:pt x="2" y="45"/>
                      <a:pt x="3" y="44"/>
                    </a:cubicBezTo>
                    <a:cubicBezTo>
                      <a:pt x="4" y="41"/>
                      <a:pt x="4" y="39"/>
                      <a:pt x="5" y="37"/>
                    </a:cubicBezTo>
                    <a:cubicBezTo>
                      <a:pt x="6" y="35"/>
                      <a:pt x="7" y="33"/>
                      <a:pt x="7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66" name="Freeform 2668">
                <a:extLst>
                  <a:ext uri="{FF2B5EF4-FFF2-40B4-BE49-F238E27FC236}">
                    <a16:creationId xmlns:a16="http://schemas.microsoft.com/office/drawing/2014/main" id="{7EA07883-4B4E-4288-AC45-FF8CD59EB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596"/>
                <a:ext cx="6" cy="6"/>
              </a:xfrm>
              <a:custGeom>
                <a:avLst/>
                <a:gdLst>
                  <a:gd name="T0" fmla="*/ 11 w 13"/>
                  <a:gd name="T1" fmla="*/ 13 h 15"/>
                  <a:gd name="T2" fmla="*/ 7 w 13"/>
                  <a:gd name="T3" fmla="*/ 14 h 15"/>
                  <a:gd name="T4" fmla="*/ 3 w 13"/>
                  <a:gd name="T5" fmla="*/ 15 h 15"/>
                  <a:gd name="T6" fmla="*/ 0 w 13"/>
                  <a:gd name="T7" fmla="*/ 12 h 15"/>
                  <a:gd name="T8" fmla="*/ 1 w 13"/>
                  <a:gd name="T9" fmla="*/ 8 h 15"/>
                  <a:gd name="T10" fmla="*/ 2 w 13"/>
                  <a:gd name="T11" fmla="*/ 5 h 15"/>
                  <a:gd name="T12" fmla="*/ 5 w 13"/>
                  <a:gd name="T13" fmla="*/ 1 h 15"/>
                  <a:gd name="T14" fmla="*/ 12 w 13"/>
                  <a:gd name="T15" fmla="*/ 1 h 15"/>
                  <a:gd name="T16" fmla="*/ 13 w 13"/>
                  <a:gd name="T17" fmla="*/ 3 h 15"/>
                  <a:gd name="T18" fmla="*/ 13 w 13"/>
                  <a:gd name="T19" fmla="*/ 9 h 15"/>
                  <a:gd name="T20" fmla="*/ 11 w 13"/>
                  <a:gd name="T21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5">
                    <a:moveTo>
                      <a:pt x="11" y="13"/>
                    </a:moveTo>
                    <a:cubicBezTo>
                      <a:pt x="10" y="14"/>
                      <a:pt x="8" y="14"/>
                      <a:pt x="7" y="14"/>
                    </a:cubicBezTo>
                    <a:cubicBezTo>
                      <a:pt x="6" y="15"/>
                      <a:pt x="5" y="14"/>
                      <a:pt x="3" y="15"/>
                    </a:cubicBezTo>
                    <a:cubicBezTo>
                      <a:pt x="2" y="15"/>
                      <a:pt x="1" y="14"/>
                      <a:pt x="0" y="12"/>
                    </a:cubicBezTo>
                    <a:cubicBezTo>
                      <a:pt x="0" y="11"/>
                      <a:pt x="0" y="10"/>
                      <a:pt x="1" y="8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3" y="3"/>
                      <a:pt x="3" y="2"/>
                      <a:pt x="5" y="1"/>
                    </a:cubicBezTo>
                    <a:cubicBezTo>
                      <a:pt x="7" y="1"/>
                      <a:pt x="10" y="0"/>
                      <a:pt x="12" y="1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5"/>
                      <a:pt x="13" y="7"/>
                      <a:pt x="13" y="9"/>
                    </a:cubicBezTo>
                    <a:cubicBezTo>
                      <a:pt x="13" y="11"/>
                      <a:pt x="13" y="12"/>
                      <a:pt x="11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67" name="Freeform 2669">
                <a:extLst>
                  <a:ext uri="{FF2B5EF4-FFF2-40B4-BE49-F238E27FC236}">
                    <a16:creationId xmlns:a16="http://schemas.microsoft.com/office/drawing/2014/main" id="{FB578FCA-3E8C-4438-A0A0-808F6EB6B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611"/>
                <a:ext cx="5" cy="9"/>
              </a:xfrm>
              <a:custGeom>
                <a:avLst/>
                <a:gdLst>
                  <a:gd name="T0" fmla="*/ 10 w 13"/>
                  <a:gd name="T1" fmla="*/ 14 h 23"/>
                  <a:gd name="T2" fmla="*/ 8 w 13"/>
                  <a:gd name="T3" fmla="*/ 17 h 23"/>
                  <a:gd name="T4" fmla="*/ 2 w 13"/>
                  <a:gd name="T5" fmla="*/ 22 h 23"/>
                  <a:gd name="T6" fmla="*/ 2 w 13"/>
                  <a:gd name="T7" fmla="*/ 17 h 23"/>
                  <a:gd name="T8" fmla="*/ 4 w 13"/>
                  <a:gd name="T9" fmla="*/ 12 h 23"/>
                  <a:gd name="T10" fmla="*/ 5 w 13"/>
                  <a:gd name="T11" fmla="*/ 8 h 23"/>
                  <a:gd name="T12" fmla="*/ 9 w 13"/>
                  <a:gd name="T13" fmla="*/ 5 h 23"/>
                  <a:gd name="T14" fmla="*/ 11 w 13"/>
                  <a:gd name="T15" fmla="*/ 1 h 23"/>
                  <a:gd name="T16" fmla="*/ 13 w 13"/>
                  <a:gd name="T17" fmla="*/ 4 h 23"/>
                  <a:gd name="T18" fmla="*/ 13 w 13"/>
                  <a:gd name="T19" fmla="*/ 9 h 23"/>
                  <a:gd name="T20" fmla="*/ 10 w 13"/>
                  <a:gd name="T21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3">
                    <a:moveTo>
                      <a:pt x="10" y="14"/>
                    </a:moveTo>
                    <a:cubicBezTo>
                      <a:pt x="10" y="15"/>
                      <a:pt x="8" y="16"/>
                      <a:pt x="8" y="17"/>
                    </a:cubicBezTo>
                    <a:cubicBezTo>
                      <a:pt x="6" y="18"/>
                      <a:pt x="5" y="23"/>
                      <a:pt x="2" y="22"/>
                    </a:cubicBezTo>
                    <a:cubicBezTo>
                      <a:pt x="0" y="21"/>
                      <a:pt x="1" y="19"/>
                      <a:pt x="2" y="17"/>
                    </a:cubicBezTo>
                    <a:cubicBezTo>
                      <a:pt x="2" y="15"/>
                      <a:pt x="3" y="14"/>
                      <a:pt x="4" y="12"/>
                    </a:cubicBezTo>
                    <a:cubicBezTo>
                      <a:pt x="4" y="10"/>
                      <a:pt x="4" y="9"/>
                      <a:pt x="5" y="8"/>
                    </a:cubicBezTo>
                    <a:cubicBezTo>
                      <a:pt x="6" y="6"/>
                      <a:pt x="7" y="6"/>
                      <a:pt x="9" y="5"/>
                    </a:cubicBezTo>
                    <a:cubicBezTo>
                      <a:pt x="10" y="4"/>
                      <a:pt x="10" y="2"/>
                      <a:pt x="11" y="1"/>
                    </a:cubicBezTo>
                    <a:cubicBezTo>
                      <a:pt x="13" y="0"/>
                      <a:pt x="13" y="3"/>
                      <a:pt x="13" y="4"/>
                    </a:cubicBezTo>
                    <a:cubicBezTo>
                      <a:pt x="13" y="6"/>
                      <a:pt x="13" y="8"/>
                      <a:pt x="13" y="9"/>
                    </a:cubicBezTo>
                    <a:cubicBezTo>
                      <a:pt x="12" y="11"/>
                      <a:pt x="11" y="13"/>
                      <a:pt x="10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68" name="Freeform 2670">
                <a:extLst>
                  <a:ext uri="{FF2B5EF4-FFF2-40B4-BE49-F238E27FC236}">
                    <a16:creationId xmlns:a16="http://schemas.microsoft.com/office/drawing/2014/main" id="{45DEC0E6-09F1-44BF-B4DA-61148BCBC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617"/>
                <a:ext cx="1" cy="2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3 w 4"/>
                  <a:gd name="T5" fmla="*/ 5 h 6"/>
                  <a:gd name="T6" fmla="*/ 1 w 4"/>
                  <a:gd name="T7" fmla="*/ 5 h 6"/>
                  <a:gd name="T8" fmla="*/ 0 w 4"/>
                  <a:gd name="T9" fmla="*/ 3 h 6"/>
                  <a:gd name="T10" fmla="*/ 3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5"/>
                      <a:pt x="3" y="5"/>
                    </a:cubicBezTo>
                    <a:cubicBezTo>
                      <a:pt x="3" y="6"/>
                      <a:pt x="1" y="5"/>
                      <a:pt x="1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69" name="Freeform 2671">
                <a:extLst>
                  <a:ext uri="{FF2B5EF4-FFF2-40B4-BE49-F238E27FC236}">
                    <a16:creationId xmlns:a16="http://schemas.microsoft.com/office/drawing/2014/main" id="{A6BC8D68-D6C9-4BFD-819D-978B430F9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616"/>
                <a:ext cx="3" cy="5"/>
              </a:xfrm>
              <a:custGeom>
                <a:avLst/>
                <a:gdLst>
                  <a:gd name="T0" fmla="*/ 5 w 8"/>
                  <a:gd name="T1" fmla="*/ 12 h 13"/>
                  <a:gd name="T2" fmla="*/ 2 w 8"/>
                  <a:gd name="T3" fmla="*/ 12 h 13"/>
                  <a:gd name="T4" fmla="*/ 1 w 8"/>
                  <a:gd name="T5" fmla="*/ 8 h 13"/>
                  <a:gd name="T6" fmla="*/ 0 w 8"/>
                  <a:gd name="T7" fmla="*/ 6 h 13"/>
                  <a:gd name="T8" fmla="*/ 0 w 8"/>
                  <a:gd name="T9" fmla="*/ 3 h 13"/>
                  <a:gd name="T10" fmla="*/ 5 w 8"/>
                  <a:gd name="T11" fmla="*/ 3 h 13"/>
                  <a:gd name="T12" fmla="*/ 8 w 8"/>
                  <a:gd name="T13" fmla="*/ 9 h 13"/>
                  <a:gd name="T14" fmla="*/ 5 w 8"/>
                  <a:gd name="T1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3">
                    <a:moveTo>
                      <a:pt x="5" y="12"/>
                    </a:moveTo>
                    <a:cubicBezTo>
                      <a:pt x="4" y="12"/>
                      <a:pt x="3" y="13"/>
                      <a:pt x="2" y="12"/>
                    </a:cubicBezTo>
                    <a:cubicBezTo>
                      <a:pt x="0" y="11"/>
                      <a:pt x="0" y="10"/>
                      <a:pt x="1" y="8"/>
                    </a:cubicBezTo>
                    <a:cubicBezTo>
                      <a:pt x="1" y="7"/>
                      <a:pt x="1" y="6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0"/>
                      <a:pt x="3" y="2"/>
                      <a:pt x="5" y="3"/>
                    </a:cubicBezTo>
                    <a:cubicBezTo>
                      <a:pt x="6" y="4"/>
                      <a:pt x="8" y="6"/>
                      <a:pt x="8" y="9"/>
                    </a:cubicBezTo>
                    <a:cubicBezTo>
                      <a:pt x="8" y="11"/>
                      <a:pt x="7" y="11"/>
                      <a:pt x="5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70" name="Freeform 2672">
                <a:extLst>
                  <a:ext uri="{FF2B5EF4-FFF2-40B4-BE49-F238E27FC236}">
                    <a16:creationId xmlns:a16="http://schemas.microsoft.com/office/drawing/2014/main" id="{02E20872-175F-4FBC-B28E-9050A0B33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614"/>
                <a:ext cx="1" cy="2"/>
              </a:xfrm>
              <a:custGeom>
                <a:avLst/>
                <a:gdLst>
                  <a:gd name="T0" fmla="*/ 1 w 4"/>
                  <a:gd name="T1" fmla="*/ 1 h 5"/>
                  <a:gd name="T2" fmla="*/ 4 w 4"/>
                  <a:gd name="T3" fmla="*/ 1 h 5"/>
                  <a:gd name="T4" fmla="*/ 2 w 4"/>
                  <a:gd name="T5" fmla="*/ 5 h 5"/>
                  <a:gd name="T6" fmla="*/ 1 w 4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4" y="2"/>
                      <a:pt x="3" y="5"/>
                      <a:pt x="2" y="5"/>
                    </a:cubicBezTo>
                    <a:cubicBezTo>
                      <a:pt x="1" y="5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71" name="Freeform 2673">
                <a:extLst>
                  <a:ext uri="{FF2B5EF4-FFF2-40B4-BE49-F238E27FC236}">
                    <a16:creationId xmlns:a16="http://schemas.microsoft.com/office/drawing/2014/main" id="{998887AF-9D00-4596-A5B8-575881084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608"/>
                <a:ext cx="4" cy="4"/>
              </a:xfrm>
              <a:custGeom>
                <a:avLst/>
                <a:gdLst>
                  <a:gd name="T0" fmla="*/ 6 w 10"/>
                  <a:gd name="T1" fmla="*/ 11 h 11"/>
                  <a:gd name="T2" fmla="*/ 4 w 10"/>
                  <a:gd name="T3" fmla="*/ 11 h 11"/>
                  <a:gd name="T4" fmla="*/ 1 w 10"/>
                  <a:gd name="T5" fmla="*/ 8 h 11"/>
                  <a:gd name="T6" fmla="*/ 2 w 10"/>
                  <a:gd name="T7" fmla="*/ 3 h 11"/>
                  <a:gd name="T8" fmla="*/ 3 w 10"/>
                  <a:gd name="T9" fmla="*/ 1 h 11"/>
                  <a:gd name="T10" fmla="*/ 4 w 10"/>
                  <a:gd name="T11" fmla="*/ 0 h 11"/>
                  <a:gd name="T12" fmla="*/ 5 w 10"/>
                  <a:gd name="T13" fmla="*/ 0 h 11"/>
                  <a:gd name="T14" fmla="*/ 8 w 10"/>
                  <a:gd name="T15" fmla="*/ 4 h 11"/>
                  <a:gd name="T16" fmla="*/ 8 w 10"/>
                  <a:gd name="T17" fmla="*/ 10 h 11"/>
                  <a:gd name="T18" fmla="*/ 8 w 10"/>
                  <a:gd name="T19" fmla="*/ 10 h 11"/>
                  <a:gd name="T20" fmla="*/ 6 w 10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1">
                    <a:moveTo>
                      <a:pt x="6" y="11"/>
                    </a:moveTo>
                    <a:cubicBezTo>
                      <a:pt x="6" y="11"/>
                      <a:pt x="5" y="11"/>
                      <a:pt x="4" y="11"/>
                    </a:cubicBezTo>
                    <a:cubicBezTo>
                      <a:pt x="3" y="10"/>
                      <a:pt x="2" y="9"/>
                      <a:pt x="1" y="8"/>
                    </a:cubicBezTo>
                    <a:cubicBezTo>
                      <a:pt x="0" y="6"/>
                      <a:pt x="1" y="4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4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7" y="0"/>
                      <a:pt x="8" y="2"/>
                      <a:pt x="8" y="4"/>
                    </a:cubicBezTo>
                    <a:cubicBezTo>
                      <a:pt x="9" y="5"/>
                      <a:pt x="10" y="9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7" y="10"/>
                      <a:pt x="6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72" name="Freeform 2674">
                <a:extLst>
                  <a:ext uri="{FF2B5EF4-FFF2-40B4-BE49-F238E27FC236}">
                    <a16:creationId xmlns:a16="http://schemas.microsoft.com/office/drawing/2014/main" id="{F62F588F-3153-46E5-A381-5DBA12A6B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594"/>
                <a:ext cx="39" cy="40"/>
              </a:xfrm>
              <a:custGeom>
                <a:avLst/>
                <a:gdLst>
                  <a:gd name="T0" fmla="*/ 32 w 98"/>
                  <a:gd name="T1" fmla="*/ 47 h 97"/>
                  <a:gd name="T2" fmla="*/ 27 w 98"/>
                  <a:gd name="T3" fmla="*/ 39 h 97"/>
                  <a:gd name="T4" fmla="*/ 34 w 98"/>
                  <a:gd name="T5" fmla="*/ 28 h 97"/>
                  <a:gd name="T6" fmla="*/ 44 w 98"/>
                  <a:gd name="T7" fmla="*/ 33 h 97"/>
                  <a:gd name="T8" fmla="*/ 49 w 98"/>
                  <a:gd name="T9" fmla="*/ 28 h 97"/>
                  <a:gd name="T10" fmla="*/ 59 w 98"/>
                  <a:gd name="T11" fmla="*/ 32 h 97"/>
                  <a:gd name="T12" fmla="*/ 61 w 98"/>
                  <a:gd name="T13" fmla="*/ 43 h 97"/>
                  <a:gd name="T14" fmla="*/ 64 w 98"/>
                  <a:gd name="T15" fmla="*/ 49 h 97"/>
                  <a:gd name="T16" fmla="*/ 63 w 98"/>
                  <a:gd name="T17" fmla="*/ 42 h 97"/>
                  <a:gd name="T18" fmla="*/ 65 w 98"/>
                  <a:gd name="T19" fmla="*/ 35 h 97"/>
                  <a:gd name="T20" fmla="*/ 69 w 98"/>
                  <a:gd name="T21" fmla="*/ 31 h 97"/>
                  <a:gd name="T22" fmla="*/ 69 w 98"/>
                  <a:gd name="T23" fmla="*/ 28 h 97"/>
                  <a:gd name="T24" fmla="*/ 67 w 98"/>
                  <a:gd name="T25" fmla="*/ 20 h 97"/>
                  <a:gd name="T26" fmla="*/ 60 w 98"/>
                  <a:gd name="T27" fmla="*/ 9 h 97"/>
                  <a:gd name="T28" fmla="*/ 72 w 98"/>
                  <a:gd name="T29" fmla="*/ 3 h 97"/>
                  <a:gd name="T30" fmla="*/ 96 w 98"/>
                  <a:gd name="T31" fmla="*/ 22 h 97"/>
                  <a:gd name="T32" fmla="*/ 95 w 98"/>
                  <a:gd name="T33" fmla="*/ 37 h 97"/>
                  <a:gd name="T34" fmla="*/ 84 w 98"/>
                  <a:gd name="T35" fmla="*/ 49 h 97"/>
                  <a:gd name="T36" fmla="*/ 68 w 98"/>
                  <a:gd name="T37" fmla="*/ 61 h 97"/>
                  <a:gd name="T38" fmla="*/ 79 w 98"/>
                  <a:gd name="T39" fmla="*/ 72 h 97"/>
                  <a:gd name="T40" fmla="*/ 67 w 98"/>
                  <a:gd name="T41" fmla="*/ 82 h 97"/>
                  <a:gd name="T42" fmla="*/ 55 w 98"/>
                  <a:gd name="T43" fmla="*/ 87 h 97"/>
                  <a:gd name="T44" fmla="*/ 40 w 98"/>
                  <a:gd name="T45" fmla="*/ 92 h 97"/>
                  <a:gd name="T46" fmla="*/ 25 w 98"/>
                  <a:gd name="T47" fmla="*/ 96 h 97"/>
                  <a:gd name="T48" fmla="*/ 8 w 98"/>
                  <a:gd name="T49" fmla="*/ 88 h 97"/>
                  <a:gd name="T50" fmla="*/ 1 w 98"/>
                  <a:gd name="T51" fmla="*/ 77 h 97"/>
                  <a:gd name="T52" fmla="*/ 18 w 98"/>
                  <a:gd name="T53" fmla="*/ 70 h 97"/>
                  <a:gd name="T54" fmla="*/ 31 w 98"/>
                  <a:gd name="T55" fmla="*/ 75 h 97"/>
                  <a:gd name="T56" fmla="*/ 36 w 98"/>
                  <a:gd name="T57" fmla="*/ 69 h 97"/>
                  <a:gd name="T58" fmla="*/ 25 w 98"/>
                  <a:gd name="T59" fmla="*/ 65 h 97"/>
                  <a:gd name="T60" fmla="*/ 18 w 98"/>
                  <a:gd name="T61" fmla="*/ 53 h 97"/>
                  <a:gd name="T62" fmla="*/ 33 w 98"/>
                  <a:gd name="T63" fmla="*/ 52 h 97"/>
                  <a:gd name="T64" fmla="*/ 44 w 98"/>
                  <a:gd name="T65" fmla="*/ 51 h 97"/>
                  <a:gd name="T66" fmla="*/ 49 w 98"/>
                  <a:gd name="T67" fmla="*/ 50 h 97"/>
                  <a:gd name="T68" fmla="*/ 45 w 98"/>
                  <a:gd name="T69" fmla="*/ 49 h 97"/>
                  <a:gd name="T70" fmla="*/ 40 w 98"/>
                  <a:gd name="T71" fmla="*/ 4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97">
                    <a:moveTo>
                      <a:pt x="40" y="49"/>
                    </a:moveTo>
                    <a:cubicBezTo>
                      <a:pt x="37" y="49"/>
                      <a:pt x="34" y="48"/>
                      <a:pt x="32" y="47"/>
                    </a:cubicBezTo>
                    <a:cubicBezTo>
                      <a:pt x="30" y="47"/>
                      <a:pt x="28" y="47"/>
                      <a:pt x="27" y="46"/>
                    </a:cubicBezTo>
                    <a:cubicBezTo>
                      <a:pt x="26" y="44"/>
                      <a:pt x="27" y="41"/>
                      <a:pt x="27" y="39"/>
                    </a:cubicBezTo>
                    <a:cubicBezTo>
                      <a:pt x="27" y="37"/>
                      <a:pt x="25" y="35"/>
                      <a:pt x="25" y="33"/>
                    </a:cubicBezTo>
                    <a:cubicBezTo>
                      <a:pt x="24" y="29"/>
                      <a:pt x="32" y="29"/>
                      <a:pt x="34" y="28"/>
                    </a:cubicBezTo>
                    <a:cubicBezTo>
                      <a:pt x="36" y="28"/>
                      <a:pt x="39" y="27"/>
                      <a:pt x="40" y="29"/>
                    </a:cubicBezTo>
                    <a:cubicBezTo>
                      <a:pt x="42" y="30"/>
                      <a:pt x="42" y="33"/>
                      <a:pt x="44" y="33"/>
                    </a:cubicBezTo>
                    <a:cubicBezTo>
                      <a:pt x="46" y="34"/>
                      <a:pt x="46" y="32"/>
                      <a:pt x="46" y="31"/>
                    </a:cubicBezTo>
                    <a:cubicBezTo>
                      <a:pt x="47" y="29"/>
                      <a:pt x="47" y="28"/>
                      <a:pt x="49" y="28"/>
                    </a:cubicBezTo>
                    <a:cubicBezTo>
                      <a:pt x="51" y="26"/>
                      <a:pt x="55" y="21"/>
                      <a:pt x="57" y="25"/>
                    </a:cubicBezTo>
                    <a:cubicBezTo>
                      <a:pt x="59" y="27"/>
                      <a:pt x="59" y="30"/>
                      <a:pt x="59" y="32"/>
                    </a:cubicBezTo>
                    <a:cubicBezTo>
                      <a:pt x="60" y="34"/>
                      <a:pt x="59" y="37"/>
                      <a:pt x="59" y="39"/>
                    </a:cubicBezTo>
                    <a:cubicBezTo>
                      <a:pt x="59" y="41"/>
                      <a:pt x="60" y="42"/>
                      <a:pt x="61" y="43"/>
                    </a:cubicBezTo>
                    <a:cubicBezTo>
                      <a:pt x="62" y="45"/>
                      <a:pt x="61" y="47"/>
                      <a:pt x="62" y="49"/>
                    </a:cubicBezTo>
                    <a:cubicBezTo>
                      <a:pt x="63" y="49"/>
                      <a:pt x="63" y="49"/>
                      <a:pt x="64" y="49"/>
                    </a:cubicBezTo>
                    <a:cubicBezTo>
                      <a:pt x="65" y="48"/>
                      <a:pt x="64" y="47"/>
                      <a:pt x="64" y="47"/>
                    </a:cubicBezTo>
                    <a:cubicBezTo>
                      <a:pt x="63" y="45"/>
                      <a:pt x="63" y="44"/>
                      <a:pt x="63" y="42"/>
                    </a:cubicBezTo>
                    <a:cubicBezTo>
                      <a:pt x="63" y="41"/>
                      <a:pt x="63" y="39"/>
                      <a:pt x="63" y="38"/>
                    </a:cubicBezTo>
                    <a:cubicBezTo>
                      <a:pt x="63" y="37"/>
                      <a:pt x="64" y="36"/>
                      <a:pt x="65" y="35"/>
                    </a:cubicBezTo>
                    <a:cubicBezTo>
                      <a:pt x="66" y="34"/>
                      <a:pt x="66" y="34"/>
                      <a:pt x="67" y="33"/>
                    </a:cubicBezTo>
                    <a:cubicBezTo>
                      <a:pt x="68" y="32"/>
                      <a:pt x="69" y="32"/>
                      <a:pt x="69" y="31"/>
                    </a:cubicBezTo>
                    <a:cubicBezTo>
                      <a:pt x="69" y="31"/>
                      <a:pt x="69" y="30"/>
                      <a:pt x="69" y="30"/>
                    </a:cubicBezTo>
                    <a:cubicBezTo>
                      <a:pt x="69" y="29"/>
                      <a:pt x="69" y="29"/>
                      <a:pt x="69" y="28"/>
                    </a:cubicBezTo>
                    <a:cubicBezTo>
                      <a:pt x="69" y="27"/>
                      <a:pt x="69" y="26"/>
                      <a:pt x="69" y="25"/>
                    </a:cubicBezTo>
                    <a:cubicBezTo>
                      <a:pt x="69" y="23"/>
                      <a:pt x="69" y="21"/>
                      <a:pt x="67" y="20"/>
                    </a:cubicBezTo>
                    <a:cubicBezTo>
                      <a:pt x="65" y="18"/>
                      <a:pt x="63" y="18"/>
                      <a:pt x="62" y="16"/>
                    </a:cubicBezTo>
                    <a:cubicBezTo>
                      <a:pt x="61" y="14"/>
                      <a:pt x="61" y="11"/>
                      <a:pt x="60" y="9"/>
                    </a:cubicBezTo>
                    <a:cubicBezTo>
                      <a:pt x="60" y="6"/>
                      <a:pt x="60" y="3"/>
                      <a:pt x="63" y="2"/>
                    </a:cubicBezTo>
                    <a:cubicBezTo>
                      <a:pt x="66" y="0"/>
                      <a:pt x="69" y="2"/>
                      <a:pt x="72" y="3"/>
                    </a:cubicBezTo>
                    <a:cubicBezTo>
                      <a:pt x="75" y="5"/>
                      <a:pt x="78" y="6"/>
                      <a:pt x="82" y="7"/>
                    </a:cubicBezTo>
                    <a:cubicBezTo>
                      <a:pt x="88" y="10"/>
                      <a:pt x="94" y="16"/>
                      <a:pt x="96" y="22"/>
                    </a:cubicBezTo>
                    <a:cubicBezTo>
                      <a:pt x="97" y="25"/>
                      <a:pt x="97" y="27"/>
                      <a:pt x="98" y="30"/>
                    </a:cubicBezTo>
                    <a:cubicBezTo>
                      <a:pt x="98" y="33"/>
                      <a:pt x="97" y="35"/>
                      <a:pt x="95" y="37"/>
                    </a:cubicBezTo>
                    <a:cubicBezTo>
                      <a:pt x="92" y="39"/>
                      <a:pt x="89" y="39"/>
                      <a:pt x="87" y="42"/>
                    </a:cubicBezTo>
                    <a:cubicBezTo>
                      <a:pt x="86" y="44"/>
                      <a:pt x="85" y="47"/>
                      <a:pt x="84" y="49"/>
                    </a:cubicBezTo>
                    <a:cubicBezTo>
                      <a:pt x="82" y="52"/>
                      <a:pt x="77" y="54"/>
                      <a:pt x="73" y="56"/>
                    </a:cubicBezTo>
                    <a:cubicBezTo>
                      <a:pt x="71" y="57"/>
                      <a:pt x="69" y="58"/>
                      <a:pt x="68" y="61"/>
                    </a:cubicBezTo>
                    <a:cubicBezTo>
                      <a:pt x="68" y="64"/>
                      <a:pt x="71" y="65"/>
                      <a:pt x="74" y="65"/>
                    </a:cubicBezTo>
                    <a:cubicBezTo>
                      <a:pt x="77" y="66"/>
                      <a:pt x="79" y="68"/>
                      <a:pt x="79" y="72"/>
                    </a:cubicBezTo>
                    <a:cubicBezTo>
                      <a:pt x="79" y="75"/>
                      <a:pt x="78" y="79"/>
                      <a:pt x="75" y="80"/>
                    </a:cubicBezTo>
                    <a:cubicBezTo>
                      <a:pt x="73" y="82"/>
                      <a:pt x="70" y="82"/>
                      <a:pt x="67" y="82"/>
                    </a:cubicBezTo>
                    <a:cubicBezTo>
                      <a:pt x="64" y="82"/>
                      <a:pt x="62" y="83"/>
                      <a:pt x="59" y="84"/>
                    </a:cubicBezTo>
                    <a:cubicBezTo>
                      <a:pt x="58" y="85"/>
                      <a:pt x="56" y="86"/>
                      <a:pt x="55" y="87"/>
                    </a:cubicBezTo>
                    <a:cubicBezTo>
                      <a:pt x="54" y="88"/>
                      <a:pt x="53" y="88"/>
                      <a:pt x="51" y="89"/>
                    </a:cubicBezTo>
                    <a:cubicBezTo>
                      <a:pt x="47" y="90"/>
                      <a:pt x="44" y="91"/>
                      <a:pt x="40" y="92"/>
                    </a:cubicBezTo>
                    <a:cubicBezTo>
                      <a:pt x="38" y="93"/>
                      <a:pt x="35" y="93"/>
                      <a:pt x="33" y="94"/>
                    </a:cubicBezTo>
                    <a:cubicBezTo>
                      <a:pt x="31" y="95"/>
                      <a:pt x="28" y="97"/>
                      <a:pt x="25" y="96"/>
                    </a:cubicBezTo>
                    <a:cubicBezTo>
                      <a:pt x="22" y="95"/>
                      <a:pt x="20" y="92"/>
                      <a:pt x="17" y="91"/>
                    </a:cubicBezTo>
                    <a:cubicBezTo>
                      <a:pt x="14" y="89"/>
                      <a:pt x="11" y="89"/>
                      <a:pt x="8" y="88"/>
                    </a:cubicBezTo>
                    <a:cubicBezTo>
                      <a:pt x="6" y="88"/>
                      <a:pt x="3" y="87"/>
                      <a:pt x="1" y="85"/>
                    </a:cubicBezTo>
                    <a:cubicBezTo>
                      <a:pt x="0" y="83"/>
                      <a:pt x="1" y="80"/>
                      <a:pt x="1" y="77"/>
                    </a:cubicBezTo>
                    <a:cubicBezTo>
                      <a:pt x="2" y="74"/>
                      <a:pt x="3" y="70"/>
                      <a:pt x="7" y="69"/>
                    </a:cubicBezTo>
                    <a:cubicBezTo>
                      <a:pt x="10" y="67"/>
                      <a:pt x="15" y="68"/>
                      <a:pt x="18" y="70"/>
                    </a:cubicBezTo>
                    <a:cubicBezTo>
                      <a:pt x="21" y="71"/>
                      <a:pt x="22" y="74"/>
                      <a:pt x="24" y="76"/>
                    </a:cubicBezTo>
                    <a:cubicBezTo>
                      <a:pt x="27" y="78"/>
                      <a:pt x="29" y="77"/>
                      <a:pt x="31" y="75"/>
                    </a:cubicBezTo>
                    <a:cubicBezTo>
                      <a:pt x="32" y="74"/>
                      <a:pt x="33" y="73"/>
                      <a:pt x="35" y="72"/>
                    </a:cubicBezTo>
                    <a:cubicBezTo>
                      <a:pt x="35" y="71"/>
                      <a:pt x="37" y="70"/>
                      <a:pt x="36" y="69"/>
                    </a:cubicBezTo>
                    <a:cubicBezTo>
                      <a:pt x="36" y="67"/>
                      <a:pt x="31" y="68"/>
                      <a:pt x="30" y="68"/>
                    </a:cubicBezTo>
                    <a:cubicBezTo>
                      <a:pt x="27" y="68"/>
                      <a:pt x="26" y="68"/>
                      <a:pt x="25" y="65"/>
                    </a:cubicBezTo>
                    <a:cubicBezTo>
                      <a:pt x="23" y="64"/>
                      <a:pt x="22" y="62"/>
                      <a:pt x="21" y="60"/>
                    </a:cubicBezTo>
                    <a:cubicBezTo>
                      <a:pt x="19" y="59"/>
                      <a:pt x="17" y="55"/>
                      <a:pt x="18" y="53"/>
                    </a:cubicBezTo>
                    <a:cubicBezTo>
                      <a:pt x="20" y="50"/>
                      <a:pt x="24" y="51"/>
                      <a:pt x="26" y="52"/>
                    </a:cubicBezTo>
                    <a:cubicBezTo>
                      <a:pt x="28" y="52"/>
                      <a:pt x="31" y="52"/>
                      <a:pt x="33" y="52"/>
                    </a:cubicBezTo>
                    <a:cubicBezTo>
                      <a:pt x="35" y="52"/>
                      <a:pt x="38" y="51"/>
                      <a:pt x="40" y="51"/>
                    </a:cubicBezTo>
                    <a:cubicBezTo>
                      <a:pt x="41" y="51"/>
                      <a:pt x="43" y="51"/>
                      <a:pt x="44" y="51"/>
                    </a:cubicBezTo>
                    <a:cubicBezTo>
                      <a:pt x="45" y="51"/>
                      <a:pt x="46" y="51"/>
                      <a:pt x="48" y="51"/>
                    </a:cubicBezTo>
                    <a:cubicBezTo>
                      <a:pt x="48" y="51"/>
                      <a:pt x="49" y="51"/>
                      <a:pt x="49" y="50"/>
                    </a:cubicBezTo>
                    <a:cubicBezTo>
                      <a:pt x="49" y="49"/>
                      <a:pt x="47" y="49"/>
                      <a:pt x="47" y="49"/>
                    </a:cubicBezTo>
                    <a:cubicBezTo>
                      <a:pt x="46" y="49"/>
                      <a:pt x="46" y="49"/>
                      <a:pt x="45" y="49"/>
                    </a:cubicBezTo>
                    <a:cubicBezTo>
                      <a:pt x="44" y="49"/>
                      <a:pt x="44" y="49"/>
                      <a:pt x="43" y="49"/>
                    </a:cubicBezTo>
                    <a:cubicBezTo>
                      <a:pt x="42" y="48"/>
                      <a:pt x="41" y="49"/>
                      <a:pt x="40" y="4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73" name="Freeform 2675">
                <a:extLst>
                  <a:ext uri="{FF2B5EF4-FFF2-40B4-BE49-F238E27FC236}">
                    <a16:creationId xmlns:a16="http://schemas.microsoft.com/office/drawing/2014/main" id="{C4D9D723-0C3E-4921-9E89-80129C4B3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627"/>
                <a:ext cx="51" cy="62"/>
              </a:xfrm>
              <a:custGeom>
                <a:avLst/>
                <a:gdLst>
                  <a:gd name="T0" fmla="*/ 50 w 125"/>
                  <a:gd name="T1" fmla="*/ 47 h 151"/>
                  <a:gd name="T2" fmla="*/ 63 w 125"/>
                  <a:gd name="T3" fmla="*/ 52 h 151"/>
                  <a:gd name="T4" fmla="*/ 71 w 125"/>
                  <a:gd name="T5" fmla="*/ 50 h 151"/>
                  <a:gd name="T6" fmla="*/ 66 w 125"/>
                  <a:gd name="T7" fmla="*/ 44 h 151"/>
                  <a:gd name="T8" fmla="*/ 46 w 125"/>
                  <a:gd name="T9" fmla="*/ 42 h 151"/>
                  <a:gd name="T10" fmla="*/ 37 w 125"/>
                  <a:gd name="T11" fmla="*/ 36 h 151"/>
                  <a:gd name="T12" fmla="*/ 46 w 125"/>
                  <a:gd name="T13" fmla="*/ 31 h 151"/>
                  <a:gd name="T14" fmla="*/ 53 w 125"/>
                  <a:gd name="T15" fmla="*/ 29 h 151"/>
                  <a:gd name="T16" fmla="*/ 47 w 125"/>
                  <a:gd name="T17" fmla="*/ 18 h 151"/>
                  <a:gd name="T18" fmla="*/ 64 w 125"/>
                  <a:gd name="T19" fmla="*/ 23 h 151"/>
                  <a:gd name="T20" fmla="*/ 67 w 125"/>
                  <a:gd name="T21" fmla="*/ 27 h 151"/>
                  <a:gd name="T22" fmla="*/ 73 w 125"/>
                  <a:gd name="T23" fmla="*/ 31 h 151"/>
                  <a:gd name="T24" fmla="*/ 72 w 125"/>
                  <a:gd name="T25" fmla="*/ 23 h 151"/>
                  <a:gd name="T26" fmla="*/ 71 w 125"/>
                  <a:gd name="T27" fmla="*/ 4 h 151"/>
                  <a:gd name="T28" fmla="*/ 86 w 125"/>
                  <a:gd name="T29" fmla="*/ 23 h 151"/>
                  <a:gd name="T30" fmla="*/ 82 w 125"/>
                  <a:gd name="T31" fmla="*/ 3 h 151"/>
                  <a:gd name="T32" fmla="*/ 92 w 125"/>
                  <a:gd name="T33" fmla="*/ 12 h 151"/>
                  <a:gd name="T34" fmla="*/ 107 w 125"/>
                  <a:gd name="T35" fmla="*/ 15 h 151"/>
                  <a:gd name="T36" fmla="*/ 106 w 125"/>
                  <a:gd name="T37" fmla="*/ 27 h 151"/>
                  <a:gd name="T38" fmla="*/ 116 w 125"/>
                  <a:gd name="T39" fmla="*/ 21 h 151"/>
                  <a:gd name="T40" fmla="*/ 111 w 125"/>
                  <a:gd name="T41" fmla="*/ 41 h 151"/>
                  <a:gd name="T42" fmla="*/ 114 w 125"/>
                  <a:gd name="T43" fmla="*/ 44 h 151"/>
                  <a:gd name="T44" fmla="*/ 124 w 125"/>
                  <a:gd name="T45" fmla="*/ 53 h 151"/>
                  <a:gd name="T46" fmla="*/ 110 w 125"/>
                  <a:gd name="T47" fmla="*/ 72 h 151"/>
                  <a:gd name="T48" fmla="*/ 110 w 125"/>
                  <a:gd name="T49" fmla="*/ 90 h 151"/>
                  <a:gd name="T50" fmla="*/ 115 w 125"/>
                  <a:gd name="T51" fmla="*/ 104 h 151"/>
                  <a:gd name="T52" fmla="*/ 108 w 125"/>
                  <a:gd name="T53" fmla="*/ 111 h 151"/>
                  <a:gd name="T54" fmla="*/ 88 w 125"/>
                  <a:gd name="T55" fmla="*/ 111 h 151"/>
                  <a:gd name="T56" fmla="*/ 78 w 125"/>
                  <a:gd name="T57" fmla="*/ 115 h 151"/>
                  <a:gd name="T58" fmla="*/ 64 w 125"/>
                  <a:gd name="T59" fmla="*/ 106 h 151"/>
                  <a:gd name="T60" fmla="*/ 51 w 125"/>
                  <a:gd name="T61" fmla="*/ 125 h 151"/>
                  <a:gd name="T62" fmla="*/ 41 w 125"/>
                  <a:gd name="T63" fmla="*/ 138 h 151"/>
                  <a:gd name="T64" fmla="*/ 34 w 125"/>
                  <a:gd name="T65" fmla="*/ 150 h 151"/>
                  <a:gd name="T66" fmla="*/ 30 w 125"/>
                  <a:gd name="T67" fmla="*/ 138 h 151"/>
                  <a:gd name="T68" fmla="*/ 20 w 125"/>
                  <a:gd name="T69" fmla="*/ 136 h 151"/>
                  <a:gd name="T70" fmla="*/ 0 w 125"/>
                  <a:gd name="T71" fmla="*/ 136 h 151"/>
                  <a:gd name="T72" fmla="*/ 12 w 125"/>
                  <a:gd name="T73" fmla="*/ 123 h 151"/>
                  <a:gd name="T74" fmla="*/ 29 w 125"/>
                  <a:gd name="T75" fmla="*/ 117 h 151"/>
                  <a:gd name="T76" fmla="*/ 26 w 125"/>
                  <a:gd name="T77" fmla="*/ 107 h 151"/>
                  <a:gd name="T78" fmla="*/ 9 w 125"/>
                  <a:gd name="T79" fmla="*/ 96 h 151"/>
                  <a:gd name="T80" fmla="*/ 31 w 125"/>
                  <a:gd name="T81" fmla="*/ 93 h 151"/>
                  <a:gd name="T82" fmla="*/ 29 w 125"/>
                  <a:gd name="T83" fmla="*/ 85 h 151"/>
                  <a:gd name="T84" fmla="*/ 14 w 125"/>
                  <a:gd name="T85" fmla="*/ 77 h 151"/>
                  <a:gd name="T86" fmla="*/ 30 w 125"/>
                  <a:gd name="T87" fmla="*/ 73 h 151"/>
                  <a:gd name="T88" fmla="*/ 26 w 125"/>
                  <a:gd name="T89" fmla="*/ 67 h 151"/>
                  <a:gd name="T90" fmla="*/ 20 w 125"/>
                  <a:gd name="T91" fmla="*/ 62 h 151"/>
                  <a:gd name="T92" fmla="*/ 11 w 125"/>
                  <a:gd name="T93" fmla="*/ 52 h 151"/>
                  <a:gd name="T94" fmla="*/ 22 w 125"/>
                  <a:gd name="T95" fmla="*/ 50 h 151"/>
                  <a:gd name="T96" fmla="*/ 34 w 125"/>
                  <a:gd name="T97" fmla="*/ 47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5" h="151">
                    <a:moveTo>
                      <a:pt x="45" y="47"/>
                    </a:moveTo>
                    <a:cubicBezTo>
                      <a:pt x="46" y="48"/>
                      <a:pt x="47" y="50"/>
                      <a:pt x="48" y="49"/>
                    </a:cubicBezTo>
                    <a:cubicBezTo>
                      <a:pt x="50" y="49"/>
                      <a:pt x="50" y="48"/>
                      <a:pt x="50" y="47"/>
                    </a:cubicBezTo>
                    <a:cubicBezTo>
                      <a:pt x="51" y="46"/>
                      <a:pt x="53" y="46"/>
                      <a:pt x="54" y="46"/>
                    </a:cubicBezTo>
                    <a:cubicBezTo>
                      <a:pt x="55" y="46"/>
                      <a:pt x="57" y="45"/>
                      <a:pt x="58" y="47"/>
                    </a:cubicBezTo>
                    <a:cubicBezTo>
                      <a:pt x="60" y="48"/>
                      <a:pt x="61" y="50"/>
                      <a:pt x="63" y="52"/>
                    </a:cubicBezTo>
                    <a:cubicBezTo>
                      <a:pt x="65" y="54"/>
                      <a:pt x="67" y="56"/>
                      <a:pt x="70" y="57"/>
                    </a:cubicBezTo>
                    <a:cubicBezTo>
                      <a:pt x="73" y="59"/>
                      <a:pt x="75" y="56"/>
                      <a:pt x="74" y="53"/>
                    </a:cubicBezTo>
                    <a:cubicBezTo>
                      <a:pt x="74" y="51"/>
                      <a:pt x="73" y="51"/>
                      <a:pt x="71" y="50"/>
                    </a:cubicBezTo>
                    <a:cubicBezTo>
                      <a:pt x="69" y="50"/>
                      <a:pt x="68" y="49"/>
                      <a:pt x="66" y="49"/>
                    </a:cubicBezTo>
                    <a:cubicBezTo>
                      <a:pt x="66" y="48"/>
                      <a:pt x="64" y="48"/>
                      <a:pt x="64" y="47"/>
                    </a:cubicBezTo>
                    <a:cubicBezTo>
                      <a:pt x="64" y="46"/>
                      <a:pt x="66" y="45"/>
                      <a:pt x="66" y="44"/>
                    </a:cubicBezTo>
                    <a:cubicBezTo>
                      <a:pt x="66" y="41"/>
                      <a:pt x="57" y="43"/>
                      <a:pt x="55" y="43"/>
                    </a:cubicBezTo>
                    <a:cubicBezTo>
                      <a:pt x="53" y="43"/>
                      <a:pt x="52" y="42"/>
                      <a:pt x="50" y="42"/>
                    </a:cubicBezTo>
                    <a:cubicBezTo>
                      <a:pt x="49" y="42"/>
                      <a:pt x="48" y="42"/>
                      <a:pt x="46" y="42"/>
                    </a:cubicBezTo>
                    <a:cubicBezTo>
                      <a:pt x="45" y="42"/>
                      <a:pt x="44" y="41"/>
                      <a:pt x="44" y="40"/>
                    </a:cubicBezTo>
                    <a:cubicBezTo>
                      <a:pt x="43" y="38"/>
                      <a:pt x="43" y="38"/>
                      <a:pt x="41" y="38"/>
                    </a:cubicBezTo>
                    <a:cubicBezTo>
                      <a:pt x="40" y="37"/>
                      <a:pt x="38" y="37"/>
                      <a:pt x="37" y="36"/>
                    </a:cubicBezTo>
                    <a:cubicBezTo>
                      <a:pt x="37" y="35"/>
                      <a:pt x="38" y="33"/>
                      <a:pt x="37" y="32"/>
                    </a:cubicBezTo>
                    <a:cubicBezTo>
                      <a:pt x="37" y="29"/>
                      <a:pt x="35" y="26"/>
                      <a:pt x="38" y="24"/>
                    </a:cubicBezTo>
                    <a:cubicBezTo>
                      <a:pt x="42" y="21"/>
                      <a:pt x="45" y="28"/>
                      <a:pt x="46" y="31"/>
                    </a:cubicBezTo>
                    <a:cubicBezTo>
                      <a:pt x="46" y="32"/>
                      <a:pt x="47" y="34"/>
                      <a:pt x="49" y="34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2" y="29"/>
                      <a:pt x="53" y="29"/>
                    </a:cubicBezTo>
                    <a:cubicBezTo>
                      <a:pt x="54" y="27"/>
                      <a:pt x="53" y="26"/>
                      <a:pt x="52" y="25"/>
                    </a:cubicBezTo>
                    <a:cubicBezTo>
                      <a:pt x="51" y="24"/>
                      <a:pt x="49" y="23"/>
                      <a:pt x="48" y="22"/>
                    </a:cubicBezTo>
                    <a:cubicBezTo>
                      <a:pt x="47" y="21"/>
                      <a:pt x="47" y="19"/>
                      <a:pt x="47" y="18"/>
                    </a:cubicBezTo>
                    <a:cubicBezTo>
                      <a:pt x="48" y="13"/>
                      <a:pt x="52" y="15"/>
                      <a:pt x="55" y="17"/>
                    </a:cubicBezTo>
                    <a:cubicBezTo>
                      <a:pt x="57" y="18"/>
                      <a:pt x="59" y="20"/>
                      <a:pt x="61" y="21"/>
                    </a:cubicBezTo>
                    <a:cubicBezTo>
                      <a:pt x="62" y="22"/>
                      <a:pt x="63" y="22"/>
                      <a:pt x="64" y="23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6" y="27"/>
                      <a:pt x="67" y="27"/>
                      <a:pt x="67" y="27"/>
                    </a:cubicBezTo>
                    <a:cubicBezTo>
                      <a:pt x="66" y="27"/>
                      <a:pt x="67" y="27"/>
                      <a:pt x="67" y="27"/>
                    </a:cubicBezTo>
                    <a:cubicBezTo>
                      <a:pt x="67" y="27"/>
                      <a:pt x="68" y="27"/>
                      <a:pt x="68" y="27"/>
                    </a:cubicBezTo>
                    <a:cubicBezTo>
                      <a:pt x="69" y="27"/>
                      <a:pt x="70" y="28"/>
                      <a:pt x="71" y="28"/>
                    </a:cubicBezTo>
                    <a:cubicBezTo>
                      <a:pt x="72" y="28"/>
                      <a:pt x="73" y="29"/>
                      <a:pt x="73" y="31"/>
                    </a:cubicBezTo>
                    <a:cubicBezTo>
                      <a:pt x="73" y="32"/>
                      <a:pt x="74" y="34"/>
                      <a:pt x="75" y="34"/>
                    </a:cubicBezTo>
                    <a:cubicBezTo>
                      <a:pt x="76" y="34"/>
                      <a:pt x="76" y="32"/>
                      <a:pt x="76" y="32"/>
                    </a:cubicBezTo>
                    <a:cubicBezTo>
                      <a:pt x="75" y="29"/>
                      <a:pt x="74" y="25"/>
                      <a:pt x="72" y="23"/>
                    </a:cubicBezTo>
                    <a:cubicBezTo>
                      <a:pt x="71" y="21"/>
                      <a:pt x="69" y="19"/>
                      <a:pt x="67" y="17"/>
                    </a:cubicBezTo>
                    <a:cubicBezTo>
                      <a:pt x="65" y="14"/>
                      <a:pt x="59" y="7"/>
                      <a:pt x="63" y="3"/>
                    </a:cubicBezTo>
                    <a:cubicBezTo>
                      <a:pt x="65" y="1"/>
                      <a:pt x="69" y="2"/>
                      <a:pt x="71" y="4"/>
                    </a:cubicBezTo>
                    <a:cubicBezTo>
                      <a:pt x="74" y="5"/>
                      <a:pt x="76" y="8"/>
                      <a:pt x="78" y="11"/>
                    </a:cubicBezTo>
                    <a:cubicBezTo>
                      <a:pt x="79" y="14"/>
                      <a:pt x="79" y="17"/>
                      <a:pt x="80" y="19"/>
                    </a:cubicBezTo>
                    <a:cubicBezTo>
                      <a:pt x="81" y="20"/>
                      <a:pt x="84" y="24"/>
                      <a:pt x="86" y="23"/>
                    </a:cubicBezTo>
                    <a:cubicBezTo>
                      <a:pt x="88" y="21"/>
                      <a:pt x="86" y="16"/>
                      <a:pt x="85" y="14"/>
                    </a:cubicBezTo>
                    <a:cubicBezTo>
                      <a:pt x="84" y="12"/>
                      <a:pt x="82" y="11"/>
                      <a:pt x="81" y="8"/>
                    </a:cubicBezTo>
                    <a:cubicBezTo>
                      <a:pt x="80" y="7"/>
                      <a:pt x="81" y="4"/>
                      <a:pt x="82" y="3"/>
                    </a:cubicBezTo>
                    <a:cubicBezTo>
                      <a:pt x="84" y="0"/>
                      <a:pt x="86" y="2"/>
                      <a:pt x="87" y="4"/>
                    </a:cubicBezTo>
                    <a:cubicBezTo>
                      <a:pt x="88" y="6"/>
                      <a:pt x="89" y="7"/>
                      <a:pt x="89" y="9"/>
                    </a:cubicBezTo>
                    <a:cubicBezTo>
                      <a:pt x="90" y="10"/>
                      <a:pt x="91" y="11"/>
                      <a:pt x="92" y="12"/>
                    </a:cubicBezTo>
                    <a:cubicBezTo>
                      <a:pt x="94" y="13"/>
                      <a:pt x="95" y="9"/>
                      <a:pt x="96" y="8"/>
                    </a:cubicBezTo>
                    <a:cubicBezTo>
                      <a:pt x="98" y="5"/>
                      <a:pt x="100" y="4"/>
                      <a:pt x="102" y="6"/>
                    </a:cubicBezTo>
                    <a:cubicBezTo>
                      <a:pt x="105" y="8"/>
                      <a:pt x="107" y="12"/>
                      <a:pt x="107" y="15"/>
                    </a:cubicBezTo>
                    <a:cubicBezTo>
                      <a:pt x="107" y="19"/>
                      <a:pt x="104" y="20"/>
                      <a:pt x="102" y="23"/>
                    </a:cubicBezTo>
                    <a:cubicBezTo>
                      <a:pt x="100" y="25"/>
                      <a:pt x="99" y="29"/>
                      <a:pt x="101" y="32"/>
                    </a:cubicBezTo>
                    <a:cubicBezTo>
                      <a:pt x="103" y="36"/>
                      <a:pt x="106" y="29"/>
                      <a:pt x="106" y="27"/>
                    </a:cubicBezTo>
                    <a:cubicBezTo>
                      <a:pt x="107" y="25"/>
                      <a:pt x="107" y="23"/>
                      <a:pt x="108" y="20"/>
                    </a:cubicBezTo>
                    <a:cubicBezTo>
                      <a:pt x="108" y="19"/>
                      <a:pt x="108" y="17"/>
                      <a:pt x="109" y="17"/>
                    </a:cubicBezTo>
                    <a:cubicBezTo>
                      <a:pt x="111" y="16"/>
                      <a:pt x="114" y="20"/>
                      <a:pt x="116" y="21"/>
                    </a:cubicBezTo>
                    <a:cubicBezTo>
                      <a:pt x="117" y="23"/>
                      <a:pt x="119" y="24"/>
                      <a:pt x="118" y="27"/>
                    </a:cubicBezTo>
                    <a:cubicBezTo>
                      <a:pt x="118" y="30"/>
                      <a:pt x="116" y="33"/>
                      <a:pt x="115" y="36"/>
                    </a:cubicBezTo>
                    <a:cubicBezTo>
                      <a:pt x="114" y="38"/>
                      <a:pt x="114" y="40"/>
                      <a:pt x="111" y="41"/>
                    </a:cubicBezTo>
                    <a:cubicBezTo>
                      <a:pt x="109" y="42"/>
                      <a:pt x="106" y="44"/>
                      <a:pt x="104" y="46"/>
                    </a:cubicBezTo>
                    <a:cubicBezTo>
                      <a:pt x="102" y="49"/>
                      <a:pt x="104" y="50"/>
                      <a:pt x="107" y="50"/>
                    </a:cubicBezTo>
                    <a:cubicBezTo>
                      <a:pt x="110" y="49"/>
                      <a:pt x="112" y="47"/>
                      <a:pt x="114" y="44"/>
                    </a:cubicBezTo>
                    <a:cubicBezTo>
                      <a:pt x="115" y="42"/>
                      <a:pt x="116" y="39"/>
                      <a:pt x="118" y="38"/>
                    </a:cubicBezTo>
                    <a:cubicBezTo>
                      <a:pt x="120" y="37"/>
                      <a:pt x="122" y="40"/>
                      <a:pt x="123" y="42"/>
                    </a:cubicBezTo>
                    <a:cubicBezTo>
                      <a:pt x="125" y="45"/>
                      <a:pt x="125" y="49"/>
                      <a:pt x="124" y="53"/>
                    </a:cubicBezTo>
                    <a:cubicBezTo>
                      <a:pt x="124" y="55"/>
                      <a:pt x="123" y="59"/>
                      <a:pt x="121" y="61"/>
                    </a:cubicBezTo>
                    <a:cubicBezTo>
                      <a:pt x="119" y="62"/>
                      <a:pt x="116" y="63"/>
                      <a:pt x="114" y="65"/>
                    </a:cubicBezTo>
                    <a:cubicBezTo>
                      <a:pt x="112" y="67"/>
                      <a:pt x="111" y="69"/>
                      <a:pt x="110" y="72"/>
                    </a:cubicBezTo>
                    <a:cubicBezTo>
                      <a:pt x="109" y="74"/>
                      <a:pt x="108" y="77"/>
                      <a:pt x="107" y="79"/>
                    </a:cubicBezTo>
                    <a:cubicBezTo>
                      <a:pt x="107" y="82"/>
                      <a:pt x="108" y="83"/>
                      <a:pt x="110" y="85"/>
                    </a:cubicBezTo>
                    <a:cubicBezTo>
                      <a:pt x="111" y="87"/>
                      <a:pt x="111" y="88"/>
                      <a:pt x="110" y="90"/>
                    </a:cubicBezTo>
                    <a:cubicBezTo>
                      <a:pt x="109" y="91"/>
                      <a:pt x="105" y="93"/>
                      <a:pt x="106" y="95"/>
                    </a:cubicBezTo>
                    <a:cubicBezTo>
                      <a:pt x="106" y="97"/>
                      <a:pt x="109" y="98"/>
                      <a:pt x="111" y="99"/>
                    </a:cubicBezTo>
                    <a:cubicBezTo>
                      <a:pt x="112" y="100"/>
                      <a:pt x="115" y="102"/>
                      <a:pt x="115" y="104"/>
                    </a:cubicBezTo>
                    <a:cubicBezTo>
                      <a:pt x="115" y="105"/>
                      <a:pt x="115" y="105"/>
                      <a:pt x="115" y="106"/>
                    </a:cubicBezTo>
                    <a:cubicBezTo>
                      <a:pt x="115" y="106"/>
                      <a:pt x="115" y="107"/>
                      <a:pt x="115" y="108"/>
                    </a:cubicBezTo>
                    <a:cubicBezTo>
                      <a:pt x="114" y="110"/>
                      <a:pt x="111" y="110"/>
                      <a:pt x="108" y="111"/>
                    </a:cubicBezTo>
                    <a:cubicBezTo>
                      <a:pt x="106" y="111"/>
                      <a:pt x="103" y="111"/>
                      <a:pt x="100" y="111"/>
                    </a:cubicBezTo>
                    <a:cubicBezTo>
                      <a:pt x="98" y="111"/>
                      <a:pt x="95" y="109"/>
                      <a:pt x="93" y="108"/>
                    </a:cubicBezTo>
                    <a:cubicBezTo>
                      <a:pt x="90" y="107"/>
                      <a:pt x="89" y="108"/>
                      <a:pt x="88" y="111"/>
                    </a:cubicBezTo>
                    <a:cubicBezTo>
                      <a:pt x="87" y="112"/>
                      <a:pt x="86" y="115"/>
                      <a:pt x="84" y="115"/>
                    </a:cubicBezTo>
                    <a:cubicBezTo>
                      <a:pt x="83" y="115"/>
                      <a:pt x="82" y="115"/>
                      <a:pt x="81" y="115"/>
                    </a:cubicBezTo>
                    <a:cubicBezTo>
                      <a:pt x="80" y="115"/>
                      <a:pt x="79" y="115"/>
                      <a:pt x="78" y="115"/>
                    </a:cubicBezTo>
                    <a:cubicBezTo>
                      <a:pt x="75" y="115"/>
                      <a:pt x="70" y="116"/>
                      <a:pt x="69" y="111"/>
                    </a:cubicBezTo>
                    <a:cubicBezTo>
                      <a:pt x="69" y="110"/>
                      <a:pt x="70" y="105"/>
                      <a:pt x="68" y="104"/>
                    </a:cubicBezTo>
                    <a:cubicBezTo>
                      <a:pt x="67" y="104"/>
                      <a:pt x="64" y="105"/>
                      <a:pt x="64" y="106"/>
                    </a:cubicBezTo>
                    <a:cubicBezTo>
                      <a:pt x="63" y="108"/>
                      <a:pt x="63" y="110"/>
                      <a:pt x="63" y="111"/>
                    </a:cubicBezTo>
                    <a:cubicBezTo>
                      <a:pt x="61" y="114"/>
                      <a:pt x="58" y="116"/>
                      <a:pt x="56" y="119"/>
                    </a:cubicBezTo>
                    <a:cubicBezTo>
                      <a:pt x="55" y="121"/>
                      <a:pt x="53" y="123"/>
                      <a:pt x="51" y="125"/>
                    </a:cubicBezTo>
                    <a:cubicBezTo>
                      <a:pt x="50" y="126"/>
                      <a:pt x="48" y="128"/>
                      <a:pt x="46" y="130"/>
                    </a:cubicBezTo>
                    <a:cubicBezTo>
                      <a:pt x="45" y="130"/>
                      <a:pt x="44" y="130"/>
                      <a:pt x="43" y="130"/>
                    </a:cubicBezTo>
                    <a:cubicBezTo>
                      <a:pt x="41" y="131"/>
                      <a:pt x="40" y="136"/>
                      <a:pt x="41" y="138"/>
                    </a:cubicBezTo>
                    <a:cubicBezTo>
                      <a:pt x="41" y="140"/>
                      <a:pt x="44" y="141"/>
                      <a:pt x="44" y="143"/>
                    </a:cubicBezTo>
                    <a:cubicBezTo>
                      <a:pt x="45" y="146"/>
                      <a:pt x="43" y="149"/>
                      <a:pt x="40" y="149"/>
                    </a:cubicBezTo>
                    <a:cubicBezTo>
                      <a:pt x="38" y="150"/>
                      <a:pt x="36" y="149"/>
                      <a:pt x="34" y="150"/>
                    </a:cubicBezTo>
                    <a:cubicBezTo>
                      <a:pt x="32" y="150"/>
                      <a:pt x="29" y="151"/>
                      <a:pt x="27" y="150"/>
                    </a:cubicBezTo>
                    <a:cubicBezTo>
                      <a:pt x="25" y="148"/>
                      <a:pt x="23" y="145"/>
                      <a:pt x="25" y="142"/>
                    </a:cubicBezTo>
                    <a:cubicBezTo>
                      <a:pt x="26" y="140"/>
                      <a:pt x="28" y="139"/>
                      <a:pt x="30" y="138"/>
                    </a:cubicBezTo>
                    <a:cubicBezTo>
                      <a:pt x="30" y="138"/>
                      <a:pt x="33" y="137"/>
                      <a:pt x="33" y="136"/>
                    </a:cubicBezTo>
                    <a:cubicBezTo>
                      <a:pt x="32" y="134"/>
                      <a:pt x="27" y="135"/>
                      <a:pt x="26" y="135"/>
                    </a:cubicBezTo>
                    <a:cubicBezTo>
                      <a:pt x="24" y="135"/>
                      <a:pt x="22" y="134"/>
                      <a:pt x="20" y="136"/>
                    </a:cubicBezTo>
                    <a:cubicBezTo>
                      <a:pt x="18" y="138"/>
                      <a:pt x="17" y="140"/>
                      <a:pt x="13" y="140"/>
                    </a:cubicBezTo>
                    <a:cubicBezTo>
                      <a:pt x="10" y="140"/>
                      <a:pt x="8" y="140"/>
                      <a:pt x="5" y="140"/>
                    </a:cubicBezTo>
                    <a:cubicBezTo>
                      <a:pt x="3" y="140"/>
                      <a:pt x="1" y="139"/>
                      <a:pt x="0" y="136"/>
                    </a:cubicBezTo>
                    <a:cubicBezTo>
                      <a:pt x="0" y="134"/>
                      <a:pt x="0" y="130"/>
                      <a:pt x="0" y="127"/>
                    </a:cubicBezTo>
                    <a:cubicBezTo>
                      <a:pt x="1" y="123"/>
                      <a:pt x="5" y="124"/>
                      <a:pt x="8" y="124"/>
                    </a:cubicBezTo>
                    <a:cubicBezTo>
                      <a:pt x="9" y="124"/>
                      <a:pt x="10" y="124"/>
                      <a:pt x="12" y="123"/>
                    </a:cubicBezTo>
                    <a:cubicBezTo>
                      <a:pt x="12" y="122"/>
                      <a:pt x="13" y="121"/>
                      <a:pt x="13" y="120"/>
                    </a:cubicBezTo>
                    <a:cubicBezTo>
                      <a:pt x="15" y="118"/>
                      <a:pt x="17" y="117"/>
                      <a:pt x="20" y="117"/>
                    </a:cubicBezTo>
                    <a:cubicBezTo>
                      <a:pt x="22" y="117"/>
                      <a:pt x="26" y="119"/>
                      <a:pt x="29" y="117"/>
                    </a:cubicBezTo>
                    <a:cubicBezTo>
                      <a:pt x="31" y="116"/>
                      <a:pt x="30" y="113"/>
                      <a:pt x="31" y="111"/>
                    </a:cubicBezTo>
                    <a:cubicBezTo>
                      <a:pt x="32" y="109"/>
                      <a:pt x="36" y="108"/>
                      <a:pt x="35" y="107"/>
                    </a:cubicBezTo>
                    <a:cubicBezTo>
                      <a:pt x="35" y="105"/>
                      <a:pt x="27" y="107"/>
                      <a:pt x="26" y="107"/>
                    </a:cubicBezTo>
                    <a:cubicBezTo>
                      <a:pt x="22" y="108"/>
                      <a:pt x="18" y="107"/>
                      <a:pt x="14" y="107"/>
                    </a:cubicBezTo>
                    <a:cubicBezTo>
                      <a:pt x="12" y="107"/>
                      <a:pt x="7" y="107"/>
                      <a:pt x="6" y="104"/>
                    </a:cubicBezTo>
                    <a:cubicBezTo>
                      <a:pt x="4" y="102"/>
                      <a:pt x="7" y="98"/>
                      <a:pt x="9" y="96"/>
                    </a:cubicBezTo>
                    <a:cubicBezTo>
                      <a:pt x="14" y="90"/>
                      <a:pt x="20" y="91"/>
                      <a:pt x="27" y="94"/>
                    </a:cubicBezTo>
                    <a:cubicBezTo>
                      <a:pt x="27" y="94"/>
                      <a:pt x="29" y="96"/>
                      <a:pt x="30" y="95"/>
                    </a:cubicBezTo>
                    <a:cubicBezTo>
                      <a:pt x="31" y="95"/>
                      <a:pt x="31" y="94"/>
                      <a:pt x="31" y="93"/>
                    </a:cubicBezTo>
                    <a:cubicBezTo>
                      <a:pt x="31" y="92"/>
                      <a:pt x="31" y="90"/>
                      <a:pt x="31" y="89"/>
                    </a:cubicBezTo>
                    <a:cubicBezTo>
                      <a:pt x="32" y="88"/>
                      <a:pt x="33" y="87"/>
                      <a:pt x="33" y="86"/>
                    </a:cubicBezTo>
                    <a:cubicBezTo>
                      <a:pt x="35" y="84"/>
                      <a:pt x="30" y="85"/>
                      <a:pt x="29" y="85"/>
                    </a:cubicBezTo>
                    <a:cubicBezTo>
                      <a:pt x="26" y="86"/>
                      <a:pt x="23" y="88"/>
                      <a:pt x="20" y="86"/>
                    </a:cubicBezTo>
                    <a:cubicBezTo>
                      <a:pt x="18" y="86"/>
                      <a:pt x="16" y="84"/>
                      <a:pt x="16" y="82"/>
                    </a:cubicBezTo>
                    <a:cubicBezTo>
                      <a:pt x="16" y="80"/>
                      <a:pt x="17" y="79"/>
                      <a:pt x="14" y="77"/>
                    </a:cubicBezTo>
                    <a:cubicBezTo>
                      <a:pt x="13" y="76"/>
                      <a:pt x="9" y="75"/>
                      <a:pt x="10" y="73"/>
                    </a:cubicBezTo>
                    <a:cubicBezTo>
                      <a:pt x="11" y="69"/>
                      <a:pt x="16" y="70"/>
                      <a:pt x="19" y="71"/>
                    </a:cubicBezTo>
                    <a:cubicBezTo>
                      <a:pt x="23" y="72"/>
                      <a:pt x="26" y="73"/>
                      <a:pt x="30" y="73"/>
                    </a:cubicBezTo>
                    <a:cubicBezTo>
                      <a:pt x="31" y="73"/>
                      <a:pt x="33" y="73"/>
                      <a:pt x="34" y="73"/>
                    </a:cubicBezTo>
                    <a:cubicBezTo>
                      <a:pt x="35" y="72"/>
                      <a:pt x="34" y="71"/>
                      <a:pt x="33" y="71"/>
                    </a:cubicBezTo>
                    <a:cubicBezTo>
                      <a:pt x="32" y="70"/>
                      <a:pt x="26" y="68"/>
                      <a:pt x="26" y="67"/>
                    </a:cubicBezTo>
                    <a:cubicBezTo>
                      <a:pt x="26" y="66"/>
                      <a:pt x="28" y="65"/>
                      <a:pt x="28" y="65"/>
                    </a:cubicBezTo>
                    <a:cubicBezTo>
                      <a:pt x="29" y="63"/>
                      <a:pt x="28" y="62"/>
                      <a:pt x="28" y="62"/>
                    </a:cubicBezTo>
                    <a:cubicBezTo>
                      <a:pt x="26" y="60"/>
                      <a:pt x="22" y="60"/>
                      <a:pt x="20" y="62"/>
                    </a:cubicBezTo>
                    <a:cubicBezTo>
                      <a:pt x="18" y="63"/>
                      <a:pt x="16" y="63"/>
                      <a:pt x="14" y="62"/>
                    </a:cubicBezTo>
                    <a:cubicBezTo>
                      <a:pt x="12" y="61"/>
                      <a:pt x="9" y="58"/>
                      <a:pt x="10" y="56"/>
                    </a:cubicBezTo>
                    <a:cubicBezTo>
                      <a:pt x="10" y="54"/>
                      <a:pt x="11" y="53"/>
                      <a:pt x="11" y="52"/>
                    </a:cubicBezTo>
                    <a:cubicBezTo>
                      <a:pt x="12" y="51"/>
                      <a:pt x="12" y="50"/>
                      <a:pt x="13" y="50"/>
                    </a:cubicBezTo>
                    <a:cubicBezTo>
                      <a:pt x="14" y="49"/>
                      <a:pt x="16" y="50"/>
                      <a:pt x="17" y="50"/>
                    </a:cubicBezTo>
                    <a:cubicBezTo>
                      <a:pt x="19" y="50"/>
                      <a:pt x="20" y="50"/>
                      <a:pt x="22" y="50"/>
                    </a:cubicBezTo>
                    <a:cubicBezTo>
                      <a:pt x="24" y="51"/>
                      <a:pt x="25" y="55"/>
                      <a:pt x="28" y="55"/>
                    </a:cubicBezTo>
                    <a:cubicBezTo>
                      <a:pt x="30" y="55"/>
                      <a:pt x="30" y="51"/>
                      <a:pt x="31" y="50"/>
                    </a:cubicBezTo>
                    <a:cubicBezTo>
                      <a:pt x="32" y="48"/>
                      <a:pt x="33" y="48"/>
                      <a:pt x="34" y="47"/>
                    </a:cubicBezTo>
                    <a:cubicBezTo>
                      <a:pt x="35" y="47"/>
                      <a:pt x="36" y="46"/>
                      <a:pt x="37" y="46"/>
                    </a:cubicBezTo>
                    <a:cubicBezTo>
                      <a:pt x="39" y="46"/>
                      <a:pt x="44" y="45"/>
                      <a:pt x="45" y="4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74" name="Freeform 2676">
                <a:extLst>
                  <a:ext uri="{FF2B5EF4-FFF2-40B4-BE49-F238E27FC236}">
                    <a16:creationId xmlns:a16="http://schemas.microsoft.com/office/drawing/2014/main" id="{ED4832B7-9475-459D-B9E2-ED75F5D8E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680"/>
                <a:ext cx="10" cy="11"/>
              </a:xfrm>
              <a:custGeom>
                <a:avLst/>
                <a:gdLst>
                  <a:gd name="T0" fmla="*/ 8 w 24"/>
                  <a:gd name="T1" fmla="*/ 26 h 27"/>
                  <a:gd name="T2" fmla="*/ 7 w 24"/>
                  <a:gd name="T3" fmla="*/ 27 h 27"/>
                  <a:gd name="T4" fmla="*/ 3 w 24"/>
                  <a:gd name="T5" fmla="*/ 27 h 27"/>
                  <a:gd name="T6" fmla="*/ 0 w 24"/>
                  <a:gd name="T7" fmla="*/ 22 h 27"/>
                  <a:gd name="T8" fmla="*/ 2 w 24"/>
                  <a:gd name="T9" fmla="*/ 17 h 27"/>
                  <a:gd name="T10" fmla="*/ 2 w 24"/>
                  <a:gd name="T11" fmla="*/ 12 h 27"/>
                  <a:gd name="T12" fmla="*/ 2 w 24"/>
                  <a:gd name="T13" fmla="*/ 8 h 27"/>
                  <a:gd name="T14" fmla="*/ 5 w 24"/>
                  <a:gd name="T15" fmla="*/ 5 h 27"/>
                  <a:gd name="T16" fmla="*/ 11 w 24"/>
                  <a:gd name="T17" fmla="*/ 2 h 27"/>
                  <a:gd name="T18" fmla="*/ 14 w 24"/>
                  <a:gd name="T19" fmla="*/ 1 h 27"/>
                  <a:gd name="T20" fmla="*/ 18 w 24"/>
                  <a:gd name="T21" fmla="*/ 0 h 27"/>
                  <a:gd name="T22" fmla="*/ 23 w 24"/>
                  <a:gd name="T23" fmla="*/ 2 h 27"/>
                  <a:gd name="T24" fmla="*/ 21 w 24"/>
                  <a:gd name="T25" fmla="*/ 7 h 27"/>
                  <a:gd name="T26" fmla="*/ 18 w 24"/>
                  <a:gd name="T27" fmla="*/ 10 h 27"/>
                  <a:gd name="T28" fmla="*/ 16 w 24"/>
                  <a:gd name="T29" fmla="*/ 13 h 27"/>
                  <a:gd name="T30" fmla="*/ 11 w 24"/>
                  <a:gd name="T31" fmla="*/ 20 h 27"/>
                  <a:gd name="T32" fmla="*/ 10 w 24"/>
                  <a:gd name="T33" fmla="*/ 22 h 27"/>
                  <a:gd name="T34" fmla="*/ 8 w 24"/>
                  <a:gd name="T35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" h="27">
                    <a:moveTo>
                      <a:pt x="8" y="26"/>
                    </a:moveTo>
                    <a:cubicBezTo>
                      <a:pt x="8" y="27"/>
                      <a:pt x="8" y="27"/>
                      <a:pt x="7" y="27"/>
                    </a:cubicBezTo>
                    <a:cubicBezTo>
                      <a:pt x="5" y="27"/>
                      <a:pt x="5" y="27"/>
                      <a:pt x="3" y="27"/>
                    </a:cubicBezTo>
                    <a:cubicBezTo>
                      <a:pt x="1" y="27"/>
                      <a:pt x="0" y="24"/>
                      <a:pt x="0" y="22"/>
                    </a:cubicBezTo>
                    <a:cubicBezTo>
                      <a:pt x="1" y="20"/>
                      <a:pt x="2" y="19"/>
                      <a:pt x="2" y="17"/>
                    </a:cubicBezTo>
                    <a:cubicBezTo>
                      <a:pt x="2" y="16"/>
                      <a:pt x="2" y="14"/>
                      <a:pt x="2" y="12"/>
                    </a:cubicBezTo>
                    <a:cubicBezTo>
                      <a:pt x="2" y="11"/>
                      <a:pt x="2" y="10"/>
                      <a:pt x="2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7" y="4"/>
                      <a:pt x="9" y="3"/>
                      <a:pt x="11" y="2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7" y="1"/>
                      <a:pt x="18" y="0"/>
                    </a:cubicBezTo>
                    <a:cubicBezTo>
                      <a:pt x="20" y="0"/>
                      <a:pt x="22" y="0"/>
                      <a:pt x="23" y="2"/>
                    </a:cubicBezTo>
                    <a:cubicBezTo>
                      <a:pt x="24" y="3"/>
                      <a:pt x="22" y="5"/>
                      <a:pt x="21" y="7"/>
                    </a:cubicBezTo>
                    <a:cubicBezTo>
                      <a:pt x="20" y="8"/>
                      <a:pt x="19" y="9"/>
                      <a:pt x="18" y="10"/>
                    </a:cubicBezTo>
                    <a:cubicBezTo>
                      <a:pt x="17" y="11"/>
                      <a:pt x="17" y="12"/>
                      <a:pt x="16" y="13"/>
                    </a:cubicBezTo>
                    <a:cubicBezTo>
                      <a:pt x="15" y="15"/>
                      <a:pt x="13" y="18"/>
                      <a:pt x="11" y="20"/>
                    </a:cubicBezTo>
                    <a:cubicBezTo>
                      <a:pt x="11" y="20"/>
                      <a:pt x="10" y="21"/>
                      <a:pt x="10" y="22"/>
                    </a:cubicBezTo>
                    <a:cubicBezTo>
                      <a:pt x="9" y="23"/>
                      <a:pt x="9" y="24"/>
                      <a:pt x="8" y="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75" name="Freeform 2677">
                <a:extLst>
                  <a:ext uri="{FF2B5EF4-FFF2-40B4-BE49-F238E27FC236}">
                    <a16:creationId xmlns:a16="http://schemas.microsoft.com/office/drawing/2014/main" id="{4F9C2532-36BB-4C8E-9D84-3820F2CF9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697"/>
                <a:ext cx="14" cy="15"/>
              </a:xfrm>
              <a:custGeom>
                <a:avLst/>
                <a:gdLst>
                  <a:gd name="T0" fmla="*/ 1 w 35"/>
                  <a:gd name="T1" fmla="*/ 4 h 36"/>
                  <a:gd name="T2" fmla="*/ 9 w 35"/>
                  <a:gd name="T3" fmla="*/ 4 h 36"/>
                  <a:gd name="T4" fmla="*/ 11 w 35"/>
                  <a:gd name="T5" fmla="*/ 12 h 36"/>
                  <a:gd name="T6" fmla="*/ 15 w 35"/>
                  <a:gd name="T7" fmla="*/ 15 h 36"/>
                  <a:gd name="T8" fmla="*/ 14 w 35"/>
                  <a:gd name="T9" fmla="*/ 8 h 36"/>
                  <a:gd name="T10" fmla="*/ 15 w 35"/>
                  <a:gd name="T11" fmla="*/ 3 h 36"/>
                  <a:gd name="T12" fmla="*/ 27 w 35"/>
                  <a:gd name="T13" fmla="*/ 4 h 36"/>
                  <a:gd name="T14" fmla="*/ 33 w 35"/>
                  <a:gd name="T15" fmla="*/ 14 h 36"/>
                  <a:gd name="T16" fmla="*/ 31 w 35"/>
                  <a:gd name="T17" fmla="*/ 23 h 36"/>
                  <a:gd name="T18" fmla="*/ 22 w 35"/>
                  <a:gd name="T19" fmla="*/ 32 h 36"/>
                  <a:gd name="T20" fmla="*/ 16 w 35"/>
                  <a:gd name="T21" fmla="*/ 34 h 36"/>
                  <a:gd name="T22" fmla="*/ 11 w 35"/>
                  <a:gd name="T23" fmla="*/ 29 h 36"/>
                  <a:gd name="T24" fmla="*/ 9 w 35"/>
                  <a:gd name="T25" fmla="*/ 23 h 36"/>
                  <a:gd name="T26" fmla="*/ 5 w 35"/>
                  <a:gd name="T27" fmla="*/ 19 h 36"/>
                  <a:gd name="T28" fmla="*/ 2 w 35"/>
                  <a:gd name="T29" fmla="*/ 13 h 36"/>
                  <a:gd name="T30" fmla="*/ 1 w 35"/>
                  <a:gd name="T31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36">
                    <a:moveTo>
                      <a:pt x="1" y="4"/>
                    </a:moveTo>
                    <a:cubicBezTo>
                      <a:pt x="3" y="0"/>
                      <a:pt x="8" y="0"/>
                      <a:pt x="9" y="4"/>
                    </a:cubicBezTo>
                    <a:cubicBezTo>
                      <a:pt x="10" y="7"/>
                      <a:pt x="10" y="9"/>
                      <a:pt x="11" y="12"/>
                    </a:cubicBezTo>
                    <a:cubicBezTo>
                      <a:pt x="12" y="13"/>
                      <a:pt x="14" y="16"/>
                      <a:pt x="15" y="15"/>
                    </a:cubicBezTo>
                    <a:cubicBezTo>
                      <a:pt x="16" y="14"/>
                      <a:pt x="14" y="10"/>
                      <a:pt x="14" y="8"/>
                    </a:cubicBezTo>
                    <a:cubicBezTo>
                      <a:pt x="13" y="6"/>
                      <a:pt x="13" y="4"/>
                      <a:pt x="15" y="3"/>
                    </a:cubicBezTo>
                    <a:cubicBezTo>
                      <a:pt x="19" y="2"/>
                      <a:pt x="24" y="2"/>
                      <a:pt x="27" y="4"/>
                    </a:cubicBezTo>
                    <a:cubicBezTo>
                      <a:pt x="30" y="7"/>
                      <a:pt x="32" y="11"/>
                      <a:pt x="33" y="14"/>
                    </a:cubicBezTo>
                    <a:cubicBezTo>
                      <a:pt x="35" y="18"/>
                      <a:pt x="33" y="20"/>
                      <a:pt x="31" y="23"/>
                    </a:cubicBezTo>
                    <a:cubicBezTo>
                      <a:pt x="29" y="27"/>
                      <a:pt x="25" y="29"/>
                      <a:pt x="22" y="32"/>
                    </a:cubicBezTo>
                    <a:cubicBezTo>
                      <a:pt x="21" y="34"/>
                      <a:pt x="18" y="36"/>
                      <a:pt x="16" y="34"/>
                    </a:cubicBezTo>
                    <a:cubicBezTo>
                      <a:pt x="14" y="33"/>
                      <a:pt x="13" y="31"/>
                      <a:pt x="11" y="29"/>
                    </a:cubicBezTo>
                    <a:cubicBezTo>
                      <a:pt x="10" y="27"/>
                      <a:pt x="10" y="25"/>
                      <a:pt x="9" y="23"/>
                    </a:cubicBezTo>
                    <a:cubicBezTo>
                      <a:pt x="8" y="22"/>
                      <a:pt x="6" y="21"/>
                      <a:pt x="5" y="19"/>
                    </a:cubicBezTo>
                    <a:cubicBezTo>
                      <a:pt x="4" y="17"/>
                      <a:pt x="3" y="15"/>
                      <a:pt x="2" y="13"/>
                    </a:cubicBezTo>
                    <a:cubicBezTo>
                      <a:pt x="1" y="10"/>
                      <a:pt x="0" y="7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76" name="Freeform 2678">
                <a:extLst>
                  <a:ext uri="{FF2B5EF4-FFF2-40B4-BE49-F238E27FC236}">
                    <a16:creationId xmlns:a16="http://schemas.microsoft.com/office/drawing/2014/main" id="{A6CF6B55-F561-49BF-A9DF-A7928C2AF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704"/>
                <a:ext cx="15" cy="17"/>
              </a:xfrm>
              <a:custGeom>
                <a:avLst/>
                <a:gdLst>
                  <a:gd name="T0" fmla="*/ 20 w 35"/>
                  <a:gd name="T1" fmla="*/ 1 h 41"/>
                  <a:gd name="T2" fmla="*/ 22 w 35"/>
                  <a:gd name="T3" fmla="*/ 3 h 41"/>
                  <a:gd name="T4" fmla="*/ 23 w 35"/>
                  <a:gd name="T5" fmla="*/ 5 h 41"/>
                  <a:gd name="T6" fmla="*/ 28 w 35"/>
                  <a:gd name="T7" fmla="*/ 10 h 41"/>
                  <a:gd name="T8" fmla="*/ 31 w 35"/>
                  <a:gd name="T9" fmla="*/ 15 h 41"/>
                  <a:gd name="T10" fmla="*/ 35 w 35"/>
                  <a:gd name="T11" fmla="*/ 24 h 41"/>
                  <a:gd name="T12" fmla="*/ 30 w 35"/>
                  <a:gd name="T13" fmla="*/ 34 h 41"/>
                  <a:gd name="T14" fmla="*/ 25 w 35"/>
                  <a:gd name="T15" fmla="*/ 34 h 41"/>
                  <a:gd name="T16" fmla="*/ 20 w 35"/>
                  <a:gd name="T17" fmla="*/ 34 h 41"/>
                  <a:gd name="T18" fmla="*/ 16 w 35"/>
                  <a:gd name="T19" fmla="*/ 36 h 41"/>
                  <a:gd name="T20" fmla="*/ 12 w 35"/>
                  <a:gd name="T21" fmla="*/ 38 h 41"/>
                  <a:gd name="T22" fmla="*/ 6 w 35"/>
                  <a:gd name="T23" fmla="*/ 39 h 41"/>
                  <a:gd name="T24" fmla="*/ 1 w 35"/>
                  <a:gd name="T25" fmla="*/ 39 h 41"/>
                  <a:gd name="T26" fmla="*/ 0 w 35"/>
                  <a:gd name="T27" fmla="*/ 34 h 41"/>
                  <a:gd name="T28" fmla="*/ 0 w 35"/>
                  <a:gd name="T29" fmla="*/ 27 h 41"/>
                  <a:gd name="T30" fmla="*/ 2 w 35"/>
                  <a:gd name="T31" fmla="*/ 23 h 41"/>
                  <a:gd name="T32" fmla="*/ 7 w 35"/>
                  <a:gd name="T33" fmla="*/ 18 h 41"/>
                  <a:gd name="T34" fmla="*/ 10 w 35"/>
                  <a:gd name="T35" fmla="*/ 13 h 41"/>
                  <a:gd name="T36" fmla="*/ 13 w 35"/>
                  <a:gd name="T37" fmla="*/ 9 h 41"/>
                  <a:gd name="T38" fmla="*/ 15 w 35"/>
                  <a:gd name="T39" fmla="*/ 6 h 41"/>
                  <a:gd name="T40" fmla="*/ 20 w 35"/>
                  <a:gd name="T41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" h="41">
                    <a:moveTo>
                      <a:pt x="20" y="1"/>
                    </a:moveTo>
                    <a:cubicBezTo>
                      <a:pt x="21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5"/>
                    </a:cubicBezTo>
                    <a:cubicBezTo>
                      <a:pt x="25" y="7"/>
                      <a:pt x="26" y="8"/>
                      <a:pt x="28" y="10"/>
                    </a:cubicBezTo>
                    <a:cubicBezTo>
                      <a:pt x="29" y="12"/>
                      <a:pt x="30" y="13"/>
                      <a:pt x="31" y="15"/>
                    </a:cubicBezTo>
                    <a:cubicBezTo>
                      <a:pt x="32" y="18"/>
                      <a:pt x="34" y="20"/>
                      <a:pt x="35" y="24"/>
                    </a:cubicBezTo>
                    <a:cubicBezTo>
                      <a:pt x="35" y="27"/>
                      <a:pt x="34" y="33"/>
                      <a:pt x="30" y="34"/>
                    </a:cubicBezTo>
                    <a:cubicBezTo>
                      <a:pt x="29" y="35"/>
                      <a:pt x="27" y="34"/>
                      <a:pt x="25" y="34"/>
                    </a:cubicBezTo>
                    <a:cubicBezTo>
                      <a:pt x="24" y="34"/>
                      <a:pt x="22" y="34"/>
                      <a:pt x="20" y="34"/>
                    </a:cubicBezTo>
                    <a:cubicBezTo>
                      <a:pt x="19" y="35"/>
                      <a:pt x="17" y="35"/>
                      <a:pt x="16" y="36"/>
                    </a:cubicBezTo>
                    <a:cubicBezTo>
                      <a:pt x="14" y="36"/>
                      <a:pt x="13" y="37"/>
                      <a:pt x="12" y="38"/>
                    </a:cubicBezTo>
                    <a:cubicBezTo>
                      <a:pt x="10" y="39"/>
                      <a:pt x="8" y="39"/>
                      <a:pt x="6" y="39"/>
                    </a:cubicBezTo>
                    <a:cubicBezTo>
                      <a:pt x="5" y="40"/>
                      <a:pt x="2" y="41"/>
                      <a:pt x="1" y="39"/>
                    </a:cubicBezTo>
                    <a:cubicBezTo>
                      <a:pt x="0" y="38"/>
                      <a:pt x="0" y="36"/>
                      <a:pt x="0" y="34"/>
                    </a:cubicBezTo>
                    <a:cubicBezTo>
                      <a:pt x="0" y="32"/>
                      <a:pt x="0" y="29"/>
                      <a:pt x="0" y="27"/>
                    </a:cubicBezTo>
                    <a:cubicBezTo>
                      <a:pt x="1" y="26"/>
                      <a:pt x="2" y="24"/>
                      <a:pt x="2" y="23"/>
                    </a:cubicBezTo>
                    <a:cubicBezTo>
                      <a:pt x="3" y="21"/>
                      <a:pt x="5" y="20"/>
                      <a:pt x="7" y="18"/>
                    </a:cubicBezTo>
                    <a:cubicBezTo>
                      <a:pt x="8" y="17"/>
                      <a:pt x="8" y="14"/>
                      <a:pt x="10" y="13"/>
                    </a:cubicBezTo>
                    <a:cubicBezTo>
                      <a:pt x="11" y="12"/>
                      <a:pt x="12" y="11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6" y="5"/>
                      <a:pt x="19" y="0"/>
                      <a:pt x="2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77" name="Freeform 2679">
                <a:extLst>
                  <a:ext uri="{FF2B5EF4-FFF2-40B4-BE49-F238E27FC236}">
                    <a16:creationId xmlns:a16="http://schemas.microsoft.com/office/drawing/2014/main" id="{B08E6A35-F731-45D1-88EF-19247DC0F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692"/>
                <a:ext cx="17" cy="12"/>
              </a:xfrm>
              <a:custGeom>
                <a:avLst/>
                <a:gdLst>
                  <a:gd name="T0" fmla="*/ 23 w 41"/>
                  <a:gd name="T1" fmla="*/ 27 h 29"/>
                  <a:gd name="T2" fmla="*/ 20 w 41"/>
                  <a:gd name="T3" fmla="*/ 24 h 29"/>
                  <a:gd name="T4" fmla="*/ 10 w 41"/>
                  <a:gd name="T5" fmla="*/ 19 h 29"/>
                  <a:gd name="T6" fmla="*/ 6 w 41"/>
                  <a:gd name="T7" fmla="*/ 11 h 29"/>
                  <a:gd name="T8" fmla="*/ 2 w 41"/>
                  <a:gd name="T9" fmla="*/ 9 h 29"/>
                  <a:gd name="T10" fmla="*/ 2 w 41"/>
                  <a:gd name="T11" fmla="*/ 5 h 29"/>
                  <a:gd name="T12" fmla="*/ 5 w 41"/>
                  <a:gd name="T13" fmla="*/ 1 h 29"/>
                  <a:gd name="T14" fmla="*/ 10 w 41"/>
                  <a:gd name="T15" fmla="*/ 1 h 29"/>
                  <a:gd name="T16" fmla="*/ 17 w 41"/>
                  <a:gd name="T17" fmla="*/ 3 h 29"/>
                  <a:gd name="T18" fmla="*/ 19 w 41"/>
                  <a:gd name="T19" fmla="*/ 8 h 29"/>
                  <a:gd name="T20" fmla="*/ 28 w 41"/>
                  <a:gd name="T21" fmla="*/ 9 h 29"/>
                  <a:gd name="T22" fmla="*/ 36 w 41"/>
                  <a:gd name="T23" fmla="*/ 7 h 29"/>
                  <a:gd name="T24" fmla="*/ 38 w 41"/>
                  <a:gd name="T25" fmla="*/ 14 h 29"/>
                  <a:gd name="T26" fmla="*/ 40 w 41"/>
                  <a:gd name="T27" fmla="*/ 19 h 29"/>
                  <a:gd name="T28" fmla="*/ 39 w 41"/>
                  <a:gd name="T29" fmla="*/ 27 h 29"/>
                  <a:gd name="T30" fmla="*/ 31 w 41"/>
                  <a:gd name="T31" fmla="*/ 29 h 29"/>
                  <a:gd name="T32" fmla="*/ 23 w 41"/>
                  <a:gd name="T33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29">
                    <a:moveTo>
                      <a:pt x="23" y="27"/>
                    </a:moveTo>
                    <a:cubicBezTo>
                      <a:pt x="22" y="26"/>
                      <a:pt x="21" y="25"/>
                      <a:pt x="20" y="24"/>
                    </a:cubicBezTo>
                    <a:cubicBezTo>
                      <a:pt x="17" y="22"/>
                      <a:pt x="12" y="22"/>
                      <a:pt x="10" y="19"/>
                    </a:cubicBezTo>
                    <a:cubicBezTo>
                      <a:pt x="8" y="17"/>
                      <a:pt x="9" y="12"/>
                      <a:pt x="6" y="11"/>
                    </a:cubicBezTo>
                    <a:cubicBezTo>
                      <a:pt x="5" y="10"/>
                      <a:pt x="3" y="10"/>
                      <a:pt x="2" y="9"/>
                    </a:cubicBezTo>
                    <a:cubicBezTo>
                      <a:pt x="0" y="8"/>
                      <a:pt x="1" y="6"/>
                      <a:pt x="2" y="5"/>
                    </a:cubicBezTo>
                    <a:cubicBezTo>
                      <a:pt x="2" y="4"/>
                      <a:pt x="3" y="2"/>
                      <a:pt x="5" y="1"/>
                    </a:cubicBezTo>
                    <a:cubicBezTo>
                      <a:pt x="6" y="0"/>
                      <a:pt x="8" y="0"/>
                      <a:pt x="10" y="1"/>
                    </a:cubicBezTo>
                    <a:cubicBezTo>
                      <a:pt x="12" y="1"/>
                      <a:pt x="15" y="1"/>
                      <a:pt x="17" y="3"/>
                    </a:cubicBezTo>
                    <a:cubicBezTo>
                      <a:pt x="18" y="5"/>
                      <a:pt x="18" y="6"/>
                      <a:pt x="19" y="8"/>
                    </a:cubicBezTo>
                    <a:cubicBezTo>
                      <a:pt x="21" y="10"/>
                      <a:pt x="26" y="11"/>
                      <a:pt x="28" y="9"/>
                    </a:cubicBezTo>
                    <a:cubicBezTo>
                      <a:pt x="30" y="7"/>
                      <a:pt x="34" y="4"/>
                      <a:pt x="36" y="7"/>
                    </a:cubicBezTo>
                    <a:cubicBezTo>
                      <a:pt x="38" y="9"/>
                      <a:pt x="38" y="12"/>
                      <a:pt x="38" y="14"/>
                    </a:cubicBezTo>
                    <a:cubicBezTo>
                      <a:pt x="39" y="16"/>
                      <a:pt x="40" y="17"/>
                      <a:pt x="40" y="19"/>
                    </a:cubicBezTo>
                    <a:cubicBezTo>
                      <a:pt x="41" y="22"/>
                      <a:pt x="41" y="25"/>
                      <a:pt x="39" y="27"/>
                    </a:cubicBezTo>
                    <a:cubicBezTo>
                      <a:pt x="37" y="29"/>
                      <a:pt x="34" y="29"/>
                      <a:pt x="31" y="29"/>
                    </a:cubicBezTo>
                    <a:cubicBezTo>
                      <a:pt x="28" y="29"/>
                      <a:pt x="26" y="29"/>
                      <a:pt x="23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78" name="Freeform 2680">
                <a:extLst>
                  <a:ext uri="{FF2B5EF4-FFF2-40B4-BE49-F238E27FC236}">
                    <a16:creationId xmlns:a16="http://schemas.microsoft.com/office/drawing/2014/main" id="{95AD47EF-801B-466A-9900-5147B4674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694"/>
                <a:ext cx="4" cy="5"/>
              </a:xfrm>
              <a:custGeom>
                <a:avLst/>
                <a:gdLst>
                  <a:gd name="T0" fmla="*/ 1 w 10"/>
                  <a:gd name="T1" fmla="*/ 4 h 12"/>
                  <a:gd name="T2" fmla="*/ 1 w 10"/>
                  <a:gd name="T3" fmla="*/ 2 h 12"/>
                  <a:gd name="T4" fmla="*/ 3 w 10"/>
                  <a:gd name="T5" fmla="*/ 1 h 12"/>
                  <a:gd name="T6" fmla="*/ 5 w 10"/>
                  <a:gd name="T7" fmla="*/ 4 h 12"/>
                  <a:gd name="T8" fmla="*/ 7 w 10"/>
                  <a:gd name="T9" fmla="*/ 6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2">
                    <a:moveTo>
                      <a:pt x="1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5" y="4"/>
                    </a:cubicBezTo>
                    <a:cubicBezTo>
                      <a:pt x="5" y="5"/>
                      <a:pt x="6" y="5"/>
                      <a:pt x="7" y="6"/>
                    </a:cubicBezTo>
                    <a:cubicBezTo>
                      <a:pt x="8" y="6"/>
                      <a:pt x="9" y="6"/>
                      <a:pt x="9" y="7"/>
                    </a:cubicBezTo>
                    <a:cubicBezTo>
                      <a:pt x="10" y="8"/>
                      <a:pt x="8" y="9"/>
                      <a:pt x="7" y="9"/>
                    </a:cubicBezTo>
                    <a:cubicBezTo>
                      <a:pt x="6" y="10"/>
                      <a:pt x="5" y="10"/>
                      <a:pt x="4" y="11"/>
                    </a:cubicBezTo>
                    <a:cubicBezTo>
                      <a:pt x="3" y="12"/>
                      <a:pt x="1" y="12"/>
                      <a:pt x="1" y="11"/>
                    </a:cubicBezTo>
                    <a:cubicBezTo>
                      <a:pt x="0" y="9"/>
                      <a:pt x="1" y="6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79" name="Freeform 2681">
                <a:extLst>
                  <a:ext uri="{FF2B5EF4-FFF2-40B4-BE49-F238E27FC236}">
                    <a16:creationId xmlns:a16="http://schemas.microsoft.com/office/drawing/2014/main" id="{BD169FC9-B812-490C-A97D-768969599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688"/>
                <a:ext cx="6" cy="4"/>
              </a:xfrm>
              <a:custGeom>
                <a:avLst/>
                <a:gdLst>
                  <a:gd name="T0" fmla="*/ 9 w 15"/>
                  <a:gd name="T1" fmla="*/ 2 h 11"/>
                  <a:gd name="T2" fmla="*/ 12 w 15"/>
                  <a:gd name="T3" fmla="*/ 4 h 11"/>
                  <a:gd name="T4" fmla="*/ 14 w 15"/>
                  <a:gd name="T5" fmla="*/ 6 h 11"/>
                  <a:gd name="T6" fmla="*/ 11 w 15"/>
                  <a:gd name="T7" fmla="*/ 10 h 11"/>
                  <a:gd name="T8" fmla="*/ 9 w 15"/>
                  <a:gd name="T9" fmla="*/ 10 h 11"/>
                  <a:gd name="T10" fmla="*/ 7 w 15"/>
                  <a:gd name="T11" fmla="*/ 8 h 11"/>
                  <a:gd name="T12" fmla="*/ 5 w 15"/>
                  <a:gd name="T13" fmla="*/ 9 h 11"/>
                  <a:gd name="T14" fmla="*/ 1 w 15"/>
                  <a:gd name="T15" fmla="*/ 5 h 11"/>
                  <a:gd name="T16" fmla="*/ 3 w 15"/>
                  <a:gd name="T17" fmla="*/ 3 h 11"/>
                  <a:gd name="T18" fmla="*/ 5 w 15"/>
                  <a:gd name="T19" fmla="*/ 1 h 11"/>
                  <a:gd name="T20" fmla="*/ 8 w 15"/>
                  <a:gd name="T21" fmla="*/ 0 h 11"/>
                  <a:gd name="T22" fmla="*/ 9 w 15"/>
                  <a:gd name="T2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1">
                    <a:moveTo>
                      <a:pt x="9" y="2"/>
                    </a:moveTo>
                    <a:cubicBezTo>
                      <a:pt x="10" y="3"/>
                      <a:pt x="10" y="4"/>
                      <a:pt x="12" y="4"/>
                    </a:cubicBezTo>
                    <a:cubicBezTo>
                      <a:pt x="13" y="5"/>
                      <a:pt x="14" y="5"/>
                      <a:pt x="14" y="6"/>
                    </a:cubicBezTo>
                    <a:cubicBezTo>
                      <a:pt x="15" y="8"/>
                      <a:pt x="13" y="11"/>
                      <a:pt x="11" y="10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8" y="9"/>
                      <a:pt x="8" y="9"/>
                      <a:pt x="7" y="8"/>
                    </a:cubicBezTo>
                    <a:cubicBezTo>
                      <a:pt x="6" y="8"/>
                      <a:pt x="6" y="9"/>
                      <a:pt x="5" y="9"/>
                    </a:cubicBezTo>
                    <a:cubicBezTo>
                      <a:pt x="2" y="10"/>
                      <a:pt x="0" y="7"/>
                      <a:pt x="1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4" y="3"/>
                      <a:pt x="4" y="1"/>
                      <a:pt x="5" y="1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8" y="1"/>
                      <a:pt x="9" y="1"/>
                      <a:pt x="9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80" name="Freeform 2682">
                <a:extLst>
                  <a:ext uri="{FF2B5EF4-FFF2-40B4-BE49-F238E27FC236}">
                    <a16:creationId xmlns:a16="http://schemas.microsoft.com/office/drawing/2014/main" id="{DEBEF3E2-D9EF-42AC-BA29-AD3BCDF4E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706"/>
                <a:ext cx="3" cy="3"/>
              </a:xfrm>
              <a:custGeom>
                <a:avLst/>
                <a:gdLst>
                  <a:gd name="T0" fmla="*/ 1 w 8"/>
                  <a:gd name="T1" fmla="*/ 9 h 9"/>
                  <a:gd name="T2" fmla="*/ 0 w 8"/>
                  <a:gd name="T3" fmla="*/ 6 h 9"/>
                  <a:gd name="T4" fmla="*/ 2 w 8"/>
                  <a:gd name="T5" fmla="*/ 3 h 9"/>
                  <a:gd name="T6" fmla="*/ 3 w 8"/>
                  <a:gd name="T7" fmla="*/ 1 h 9"/>
                  <a:gd name="T8" fmla="*/ 6 w 8"/>
                  <a:gd name="T9" fmla="*/ 0 h 9"/>
                  <a:gd name="T10" fmla="*/ 8 w 8"/>
                  <a:gd name="T11" fmla="*/ 2 h 9"/>
                  <a:gd name="T12" fmla="*/ 4 w 8"/>
                  <a:gd name="T13" fmla="*/ 6 h 9"/>
                  <a:gd name="T14" fmla="*/ 1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1" y="9"/>
                    </a:moveTo>
                    <a:cubicBezTo>
                      <a:pt x="0" y="9"/>
                      <a:pt x="0" y="7"/>
                      <a:pt x="0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3" y="3"/>
                      <a:pt x="2" y="2"/>
                      <a:pt x="3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7" y="4"/>
                      <a:pt x="5" y="5"/>
                      <a:pt x="4" y="6"/>
                    </a:cubicBezTo>
                    <a:cubicBezTo>
                      <a:pt x="3" y="7"/>
                      <a:pt x="3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81" name="Freeform 2683">
                <a:extLst>
                  <a:ext uri="{FF2B5EF4-FFF2-40B4-BE49-F238E27FC236}">
                    <a16:creationId xmlns:a16="http://schemas.microsoft.com/office/drawing/2014/main" id="{78007AA1-2A86-4F5A-8558-44ABB1239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658"/>
                <a:ext cx="30" cy="47"/>
              </a:xfrm>
              <a:custGeom>
                <a:avLst/>
                <a:gdLst>
                  <a:gd name="T0" fmla="*/ 9 w 73"/>
                  <a:gd name="T1" fmla="*/ 104 h 117"/>
                  <a:gd name="T2" fmla="*/ 9 w 73"/>
                  <a:gd name="T3" fmla="*/ 104 h 117"/>
                  <a:gd name="T4" fmla="*/ 13 w 73"/>
                  <a:gd name="T5" fmla="*/ 95 h 117"/>
                  <a:gd name="T6" fmla="*/ 16 w 73"/>
                  <a:gd name="T7" fmla="*/ 89 h 117"/>
                  <a:gd name="T8" fmla="*/ 28 w 73"/>
                  <a:gd name="T9" fmla="*/ 82 h 117"/>
                  <a:gd name="T10" fmla="*/ 36 w 73"/>
                  <a:gd name="T11" fmla="*/ 80 h 117"/>
                  <a:gd name="T12" fmla="*/ 44 w 73"/>
                  <a:gd name="T13" fmla="*/ 71 h 117"/>
                  <a:gd name="T14" fmla="*/ 50 w 73"/>
                  <a:gd name="T15" fmla="*/ 55 h 117"/>
                  <a:gd name="T16" fmla="*/ 60 w 73"/>
                  <a:gd name="T17" fmla="*/ 44 h 117"/>
                  <a:gd name="T18" fmla="*/ 69 w 73"/>
                  <a:gd name="T19" fmla="*/ 31 h 117"/>
                  <a:gd name="T20" fmla="*/ 71 w 73"/>
                  <a:gd name="T21" fmla="*/ 10 h 117"/>
                  <a:gd name="T22" fmla="*/ 63 w 73"/>
                  <a:gd name="T23" fmla="*/ 1 h 117"/>
                  <a:gd name="T24" fmla="*/ 49 w 73"/>
                  <a:gd name="T25" fmla="*/ 10 h 117"/>
                  <a:gd name="T26" fmla="*/ 41 w 73"/>
                  <a:gd name="T27" fmla="*/ 22 h 117"/>
                  <a:gd name="T28" fmla="*/ 30 w 73"/>
                  <a:gd name="T29" fmla="*/ 43 h 117"/>
                  <a:gd name="T30" fmla="*/ 20 w 73"/>
                  <a:gd name="T31" fmla="*/ 48 h 117"/>
                  <a:gd name="T32" fmla="*/ 11 w 73"/>
                  <a:gd name="T33" fmla="*/ 59 h 117"/>
                  <a:gd name="T34" fmla="*/ 1 w 73"/>
                  <a:gd name="T35" fmla="*/ 89 h 117"/>
                  <a:gd name="T36" fmla="*/ 0 w 73"/>
                  <a:gd name="T37" fmla="*/ 104 h 117"/>
                  <a:gd name="T38" fmla="*/ 2 w 73"/>
                  <a:gd name="T39" fmla="*/ 111 h 117"/>
                  <a:gd name="T40" fmla="*/ 4 w 73"/>
                  <a:gd name="T41" fmla="*/ 116 h 117"/>
                  <a:gd name="T42" fmla="*/ 8 w 73"/>
                  <a:gd name="T43" fmla="*/ 111 h 117"/>
                  <a:gd name="T44" fmla="*/ 8 w 73"/>
                  <a:gd name="T45" fmla="*/ 109 h 117"/>
                  <a:gd name="T46" fmla="*/ 9 w 73"/>
                  <a:gd name="T47" fmla="*/ 10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" h="117">
                    <a:moveTo>
                      <a:pt x="9" y="104"/>
                    </a:moveTo>
                    <a:cubicBezTo>
                      <a:pt x="9" y="104"/>
                      <a:pt x="9" y="104"/>
                      <a:pt x="9" y="104"/>
                    </a:cubicBezTo>
                    <a:cubicBezTo>
                      <a:pt x="10" y="101"/>
                      <a:pt x="11" y="98"/>
                      <a:pt x="13" y="95"/>
                    </a:cubicBezTo>
                    <a:cubicBezTo>
                      <a:pt x="14" y="93"/>
                      <a:pt x="14" y="91"/>
                      <a:pt x="16" y="89"/>
                    </a:cubicBezTo>
                    <a:cubicBezTo>
                      <a:pt x="19" y="85"/>
                      <a:pt x="24" y="83"/>
                      <a:pt x="28" y="82"/>
                    </a:cubicBezTo>
                    <a:cubicBezTo>
                      <a:pt x="31" y="82"/>
                      <a:pt x="34" y="81"/>
                      <a:pt x="36" y="80"/>
                    </a:cubicBezTo>
                    <a:cubicBezTo>
                      <a:pt x="40" y="79"/>
                      <a:pt x="43" y="75"/>
                      <a:pt x="44" y="71"/>
                    </a:cubicBezTo>
                    <a:cubicBezTo>
                      <a:pt x="46" y="66"/>
                      <a:pt x="48" y="60"/>
                      <a:pt x="50" y="55"/>
                    </a:cubicBezTo>
                    <a:cubicBezTo>
                      <a:pt x="53" y="50"/>
                      <a:pt x="56" y="47"/>
                      <a:pt x="60" y="44"/>
                    </a:cubicBezTo>
                    <a:cubicBezTo>
                      <a:pt x="65" y="40"/>
                      <a:pt x="68" y="37"/>
                      <a:pt x="69" y="31"/>
                    </a:cubicBezTo>
                    <a:cubicBezTo>
                      <a:pt x="72" y="25"/>
                      <a:pt x="73" y="17"/>
                      <a:pt x="71" y="10"/>
                    </a:cubicBezTo>
                    <a:cubicBezTo>
                      <a:pt x="71" y="5"/>
                      <a:pt x="68" y="0"/>
                      <a:pt x="63" y="1"/>
                    </a:cubicBezTo>
                    <a:cubicBezTo>
                      <a:pt x="57" y="2"/>
                      <a:pt x="52" y="6"/>
                      <a:pt x="49" y="10"/>
                    </a:cubicBezTo>
                    <a:cubicBezTo>
                      <a:pt x="46" y="14"/>
                      <a:pt x="43" y="18"/>
                      <a:pt x="41" y="22"/>
                    </a:cubicBezTo>
                    <a:cubicBezTo>
                      <a:pt x="39" y="30"/>
                      <a:pt x="38" y="38"/>
                      <a:pt x="30" y="43"/>
                    </a:cubicBezTo>
                    <a:cubicBezTo>
                      <a:pt x="27" y="45"/>
                      <a:pt x="24" y="46"/>
                      <a:pt x="20" y="48"/>
                    </a:cubicBezTo>
                    <a:cubicBezTo>
                      <a:pt x="16" y="51"/>
                      <a:pt x="13" y="55"/>
                      <a:pt x="11" y="59"/>
                    </a:cubicBezTo>
                    <a:cubicBezTo>
                      <a:pt x="6" y="68"/>
                      <a:pt x="2" y="79"/>
                      <a:pt x="1" y="89"/>
                    </a:cubicBezTo>
                    <a:cubicBezTo>
                      <a:pt x="0" y="94"/>
                      <a:pt x="0" y="99"/>
                      <a:pt x="0" y="104"/>
                    </a:cubicBezTo>
                    <a:cubicBezTo>
                      <a:pt x="1" y="107"/>
                      <a:pt x="1" y="109"/>
                      <a:pt x="2" y="111"/>
                    </a:cubicBezTo>
                    <a:cubicBezTo>
                      <a:pt x="2" y="113"/>
                      <a:pt x="3" y="116"/>
                      <a:pt x="4" y="116"/>
                    </a:cubicBezTo>
                    <a:cubicBezTo>
                      <a:pt x="6" y="117"/>
                      <a:pt x="7" y="113"/>
                      <a:pt x="8" y="111"/>
                    </a:cubicBezTo>
                    <a:cubicBezTo>
                      <a:pt x="8" y="110"/>
                      <a:pt x="8" y="110"/>
                      <a:pt x="8" y="109"/>
                    </a:cubicBezTo>
                    <a:cubicBezTo>
                      <a:pt x="9" y="107"/>
                      <a:pt x="9" y="106"/>
                      <a:pt x="9" y="10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82" name="Freeform 2684">
                <a:extLst>
                  <a:ext uri="{FF2B5EF4-FFF2-40B4-BE49-F238E27FC236}">
                    <a16:creationId xmlns:a16="http://schemas.microsoft.com/office/drawing/2014/main" id="{40EC399D-6653-46CB-B883-43162EE8F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697"/>
                <a:ext cx="7" cy="7"/>
              </a:xfrm>
              <a:custGeom>
                <a:avLst/>
                <a:gdLst>
                  <a:gd name="T0" fmla="*/ 7 w 17"/>
                  <a:gd name="T1" fmla="*/ 18 h 19"/>
                  <a:gd name="T2" fmla="*/ 4 w 17"/>
                  <a:gd name="T3" fmla="*/ 14 h 19"/>
                  <a:gd name="T4" fmla="*/ 2 w 17"/>
                  <a:gd name="T5" fmla="*/ 12 h 19"/>
                  <a:gd name="T6" fmla="*/ 1 w 17"/>
                  <a:gd name="T7" fmla="*/ 9 h 19"/>
                  <a:gd name="T8" fmla="*/ 0 w 17"/>
                  <a:gd name="T9" fmla="*/ 7 h 19"/>
                  <a:gd name="T10" fmla="*/ 0 w 17"/>
                  <a:gd name="T11" fmla="*/ 4 h 19"/>
                  <a:gd name="T12" fmla="*/ 2 w 17"/>
                  <a:gd name="T13" fmla="*/ 1 h 19"/>
                  <a:gd name="T14" fmla="*/ 6 w 17"/>
                  <a:gd name="T15" fmla="*/ 1 h 19"/>
                  <a:gd name="T16" fmla="*/ 9 w 17"/>
                  <a:gd name="T17" fmla="*/ 5 h 19"/>
                  <a:gd name="T18" fmla="*/ 11 w 17"/>
                  <a:gd name="T19" fmla="*/ 4 h 19"/>
                  <a:gd name="T20" fmla="*/ 16 w 17"/>
                  <a:gd name="T21" fmla="*/ 9 h 19"/>
                  <a:gd name="T22" fmla="*/ 15 w 17"/>
                  <a:gd name="T23" fmla="*/ 16 h 19"/>
                  <a:gd name="T24" fmla="*/ 13 w 17"/>
                  <a:gd name="T25" fmla="*/ 17 h 19"/>
                  <a:gd name="T26" fmla="*/ 11 w 17"/>
                  <a:gd name="T27" fmla="*/ 18 h 19"/>
                  <a:gd name="T28" fmla="*/ 7 w 17"/>
                  <a:gd name="T29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9">
                    <a:moveTo>
                      <a:pt x="7" y="18"/>
                    </a:moveTo>
                    <a:cubicBezTo>
                      <a:pt x="5" y="16"/>
                      <a:pt x="6" y="15"/>
                      <a:pt x="4" y="14"/>
                    </a:cubicBezTo>
                    <a:cubicBezTo>
                      <a:pt x="3" y="14"/>
                      <a:pt x="2" y="14"/>
                      <a:pt x="2" y="12"/>
                    </a:cubicBezTo>
                    <a:cubicBezTo>
                      <a:pt x="1" y="11"/>
                      <a:pt x="1" y="10"/>
                      <a:pt x="1" y="9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6" y="1"/>
                    </a:cubicBezTo>
                    <a:cubicBezTo>
                      <a:pt x="7" y="3"/>
                      <a:pt x="7" y="5"/>
                      <a:pt x="9" y="5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4" y="3"/>
                      <a:pt x="16" y="7"/>
                      <a:pt x="16" y="9"/>
                    </a:cubicBezTo>
                    <a:cubicBezTo>
                      <a:pt x="15" y="12"/>
                      <a:pt x="17" y="14"/>
                      <a:pt x="15" y="16"/>
                    </a:cubicBezTo>
                    <a:cubicBezTo>
                      <a:pt x="14" y="17"/>
                      <a:pt x="14" y="17"/>
                      <a:pt x="13" y="17"/>
                    </a:cubicBezTo>
                    <a:cubicBezTo>
                      <a:pt x="11" y="17"/>
                      <a:pt x="12" y="17"/>
                      <a:pt x="11" y="18"/>
                    </a:cubicBezTo>
                    <a:cubicBezTo>
                      <a:pt x="10" y="19"/>
                      <a:pt x="8" y="19"/>
                      <a:pt x="7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83" name="Freeform 2685">
                <a:extLst>
                  <a:ext uri="{FF2B5EF4-FFF2-40B4-BE49-F238E27FC236}">
                    <a16:creationId xmlns:a16="http://schemas.microsoft.com/office/drawing/2014/main" id="{D0E67429-251B-47BA-A581-A08E0EA07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688"/>
                <a:ext cx="43" cy="48"/>
              </a:xfrm>
              <a:custGeom>
                <a:avLst/>
                <a:gdLst>
                  <a:gd name="T0" fmla="*/ 72 w 107"/>
                  <a:gd name="T1" fmla="*/ 54 h 118"/>
                  <a:gd name="T2" fmla="*/ 74 w 107"/>
                  <a:gd name="T3" fmla="*/ 46 h 118"/>
                  <a:gd name="T4" fmla="*/ 81 w 107"/>
                  <a:gd name="T5" fmla="*/ 49 h 118"/>
                  <a:gd name="T6" fmla="*/ 72 w 107"/>
                  <a:gd name="T7" fmla="*/ 35 h 118"/>
                  <a:gd name="T8" fmla="*/ 70 w 107"/>
                  <a:gd name="T9" fmla="*/ 10 h 118"/>
                  <a:gd name="T10" fmla="*/ 78 w 107"/>
                  <a:gd name="T11" fmla="*/ 2 h 118"/>
                  <a:gd name="T12" fmla="*/ 87 w 107"/>
                  <a:gd name="T13" fmla="*/ 14 h 118"/>
                  <a:gd name="T14" fmla="*/ 91 w 107"/>
                  <a:gd name="T15" fmla="*/ 22 h 118"/>
                  <a:gd name="T16" fmla="*/ 95 w 107"/>
                  <a:gd name="T17" fmla="*/ 18 h 118"/>
                  <a:gd name="T18" fmla="*/ 96 w 107"/>
                  <a:gd name="T19" fmla="*/ 33 h 118"/>
                  <a:gd name="T20" fmla="*/ 96 w 107"/>
                  <a:gd name="T21" fmla="*/ 47 h 118"/>
                  <a:gd name="T22" fmla="*/ 99 w 107"/>
                  <a:gd name="T23" fmla="*/ 45 h 118"/>
                  <a:gd name="T24" fmla="*/ 105 w 107"/>
                  <a:gd name="T25" fmla="*/ 54 h 118"/>
                  <a:gd name="T26" fmla="*/ 98 w 107"/>
                  <a:gd name="T27" fmla="*/ 69 h 118"/>
                  <a:gd name="T28" fmla="*/ 107 w 107"/>
                  <a:gd name="T29" fmla="*/ 84 h 118"/>
                  <a:gd name="T30" fmla="*/ 94 w 107"/>
                  <a:gd name="T31" fmla="*/ 98 h 118"/>
                  <a:gd name="T32" fmla="*/ 76 w 107"/>
                  <a:gd name="T33" fmla="*/ 110 h 118"/>
                  <a:gd name="T34" fmla="*/ 59 w 107"/>
                  <a:gd name="T35" fmla="*/ 115 h 118"/>
                  <a:gd name="T36" fmla="*/ 48 w 107"/>
                  <a:gd name="T37" fmla="*/ 101 h 118"/>
                  <a:gd name="T38" fmla="*/ 52 w 107"/>
                  <a:gd name="T39" fmla="*/ 97 h 118"/>
                  <a:gd name="T40" fmla="*/ 64 w 107"/>
                  <a:gd name="T41" fmla="*/ 91 h 118"/>
                  <a:gd name="T42" fmla="*/ 77 w 107"/>
                  <a:gd name="T43" fmla="*/ 85 h 118"/>
                  <a:gd name="T44" fmla="*/ 78 w 107"/>
                  <a:gd name="T45" fmla="*/ 77 h 118"/>
                  <a:gd name="T46" fmla="*/ 72 w 107"/>
                  <a:gd name="T47" fmla="*/ 79 h 118"/>
                  <a:gd name="T48" fmla="*/ 69 w 107"/>
                  <a:gd name="T49" fmla="*/ 83 h 118"/>
                  <a:gd name="T50" fmla="*/ 64 w 107"/>
                  <a:gd name="T51" fmla="*/ 83 h 118"/>
                  <a:gd name="T52" fmla="*/ 59 w 107"/>
                  <a:gd name="T53" fmla="*/ 86 h 118"/>
                  <a:gd name="T54" fmla="*/ 50 w 107"/>
                  <a:gd name="T55" fmla="*/ 89 h 118"/>
                  <a:gd name="T56" fmla="*/ 44 w 107"/>
                  <a:gd name="T57" fmla="*/ 84 h 118"/>
                  <a:gd name="T58" fmla="*/ 41 w 107"/>
                  <a:gd name="T59" fmla="*/ 91 h 118"/>
                  <a:gd name="T60" fmla="*/ 34 w 107"/>
                  <a:gd name="T61" fmla="*/ 86 h 118"/>
                  <a:gd name="T62" fmla="*/ 31 w 107"/>
                  <a:gd name="T63" fmla="*/ 93 h 118"/>
                  <a:gd name="T64" fmla="*/ 24 w 107"/>
                  <a:gd name="T65" fmla="*/ 103 h 118"/>
                  <a:gd name="T66" fmla="*/ 19 w 107"/>
                  <a:gd name="T67" fmla="*/ 109 h 118"/>
                  <a:gd name="T68" fmla="*/ 7 w 107"/>
                  <a:gd name="T69" fmla="*/ 108 h 118"/>
                  <a:gd name="T70" fmla="*/ 6 w 107"/>
                  <a:gd name="T71" fmla="*/ 105 h 118"/>
                  <a:gd name="T72" fmla="*/ 5 w 107"/>
                  <a:gd name="T73" fmla="*/ 99 h 118"/>
                  <a:gd name="T74" fmla="*/ 7 w 107"/>
                  <a:gd name="T75" fmla="*/ 90 h 118"/>
                  <a:gd name="T76" fmla="*/ 0 w 107"/>
                  <a:gd name="T77" fmla="*/ 88 h 118"/>
                  <a:gd name="T78" fmla="*/ 7 w 107"/>
                  <a:gd name="T79" fmla="*/ 78 h 118"/>
                  <a:gd name="T80" fmla="*/ 16 w 107"/>
                  <a:gd name="T81" fmla="*/ 74 h 118"/>
                  <a:gd name="T82" fmla="*/ 13 w 107"/>
                  <a:gd name="T83" fmla="*/ 68 h 118"/>
                  <a:gd name="T84" fmla="*/ 12 w 107"/>
                  <a:gd name="T85" fmla="*/ 60 h 118"/>
                  <a:gd name="T86" fmla="*/ 17 w 107"/>
                  <a:gd name="T87" fmla="*/ 54 h 118"/>
                  <a:gd name="T88" fmla="*/ 23 w 107"/>
                  <a:gd name="T89" fmla="*/ 62 h 118"/>
                  <a:gd name="T90" fmla="*/ 27 w 107"/>
                  <a:gd name="T91" fmla="*/ 71 h 118"/>
                  <a:gd name="T92" fmla="*/ 28 w 107"/>
                  <a:gd name="T93" fmla="*/ 60 h 118"/>
                  <a:gd name="T94" fmla="*/ 28 w 107"/>
                  <a:gd name="T95" fmla="*/ 51 h 118"/>
                  <a:gd name="T96" fmla="*/ 36 w 107"/>
                  <a:gd name="T97" fmla="*/ 54 h 118"/>
                  <a:gd name="T98" fmla="*/ 39 w 107"/>
                  <a:gd name="T99" fmla="*/ 69 h 118"/>
                  <a:gd name="T100" fmla="*/ 45 w 107"/>
                  <a:gd name="T101" fmla="*/ 61 h 118"/>
                  <a:gd name="T102" fmla="*/ 54 w 107"/>
                  <a:gd name="T103" fmla="*/ 63 h 118"/>
                  <a:gd name="T104" fmla="*/ 59 w 107"/>
                  <a:gd name="T105" fmla="*/ 64 h 118"/>
                  <a:gd name="T106" fmla="*/ 60 w 107"/>
                  <a:gd name="T107" fmla="*/ 57 h 118"/>
                  <a:gd name="T108" fmla="*/ 58 w 107"/>
                  <a:gd name="T109" fmla="*/ 50 h 118"/>
                  <a:gd name="T110" fmla="*/ 66 w 107"/>
                  <a:gd name="T111" fmla="*/ 4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7" h="118">
                    <a:moveTo>
                      <a:pt x="69" y="53"/>
                    </a:moveTo>
                    <a:cubicBezTo>
                      <a:pt x="70" y="54"/>
                      <a:pt x="71" y="56"/>
                      <a:pt x="72" y="54"/>
                    </a:cubicBezTo>
                    <a:cubicBezTo>
                      <a:pt x="73" y="53"/>
                      <a:pt x="73" y="51"/>
                      <a:pt x="73" y="50"/>
                    </a:cubicBezTo>
                    <a:cubicBezTo>
                      <a:pt x="73" y="49"/>
                      <a:pt x="73" y="47"/>
                      <a:pt x="74" y="46"/>
                    </a:cubicBezTo>
                    <a:cubicBezTo>
                      <a:pt x="74" y="45"/>
                      <a:pt x="77" y="49"/>
                      <a:pt x="78" y="50"/>
                    </a:cubicBezTo>
                    <a:cubicBezTo>
                      <a:pt x="79" y="52"/>
                      <a:pt x="81" y="51"/>
                      <a:pt x="81" y="49"/>
                    </a:cubicBezTo>
                    <a:cubicBezTo>
                      <a:pt x="81" y="46"/>
                      <a:pt x="80" y="42"/>
                      <a:pt x="78" y="40"/>
                    </a:cubicBezTo>
                    <a:cubicBezTo>
                      <a:pt x="76" y="38"/>
                      <a:pt x="74" y="37"/>
                      <a:pt x="72" y="35"/>
                    </a:cubicBezTo>
                    <a:cubicBezTo>
                      <a:pt x="68" y="30"/>
                      <a:pt x="70" y="23"/>
                      <a:pt x="69" y="17"/>
                    </a:cubicBezTo>
                    <a:cubicBezTo>
                      <a:pt x="69" y="15"/>
                      <a:pt x="69" y="12"/>
                      <a:pt x="70" y="10"/>
                    </a:cubicBezTo>
                    <a:cubicBezTo>
                      <a:pt x="71" y="8"/>
                      <a:pt x="73" y="7"/>
                      <a:pt x="74" y="6"/>
                    </a:cubicBezTo>
                    <a:cubicBezTo>
                      <a:pt x="76" y="5"/>
                      <a:pt x="77" y="3"/>
                      <a:pt x="78" y="2"/>
                    </a:cubicBezTo>
                    <a:cubicBezTo>
                      <a:pt x="81" y="0"/>
                      <a:pt x="84" y="1"/>
                      <a:pt x="86" y="3"/>
                    </a:cubicBezTo>
                    <a:cubicBezTo>
                      <a:pt x="89" y="6"/>
                      <a:pt x="88" y="11"/>
                      <a:pt x="87" y="14"/>
                    </a:cubicBezTo>
                    <a:cubicBezTo>
                      <a:pt x="86" y="16"/>
                      <a:pt x="85" y="18"/>
                      <a:pt x="86" y="20"/>
                    </a:cubicBezTo>
                    <a:cubicBezTo>
                      <a:pt x="87" y="21"/>
                      <a:pt x="89" y="23"/>
                      <a:pt x="91" y="22"/>
                    </a:cubicBezTo>
                    <a:cubicBezTo>
                      <a:pt x="93" y="22"/>
                      <a:pt x="93" y="19"/>
                      <a:pt x="94" y="17"/>
                    </a:cubicBezTo>
                    <a:cubicBezTo>
                      <a:pt x="95" y="17"/>
                      <a:pt x="95" y="17"/>
                      <a:pt x="95" y="18"/>
                    </a:cubicBezTo>
                    <a:cubicBezTo>
                      <a:pt x="95" y="19"/>
                      <a:pt x="95" y="21"/>
                      <a:pt x="95" y="23"/>
                    </a:cubicBezTo>
                    <a:cubicBezTo>
                      <a:pt x="95" y="26"/>
                      <a:pt x="95" y="30"/>
                      <a:pt x="96" y="33"/>
                    </a:cubicBezTo>
                    <a:cubicBezTo>
                      <a:pt x="97" y="36"/>
                      <a:pt x="97" y="39"/>
                      <a:pt x="97" y="42"/>
                    </a:cubicBezTo>
                    <a:cubicBezTo>
                      <a:pt x="97" y="44"/>
                      <a:pt x="96" y="45"/>
                      <a:pt x="96" y="47"/>
                    </a:cubicBezTo>
                    <a:cubicBezTo>
                      <a:pt x="96" y="48"/>
                      <a:pt x="96" y="48"/>
                      <a:pt x="97" y="48"/>
                    </a:cubicBezTo>
                    <a:cubicBezTo>
                      <a:pt x="98" y="48"/>
                      <a:pt x="99" y="46"/>
                      <a:pt x="99" y="45"/>
                    </a:cubicBezTo>
                    <a:cubicBezTo>
                      <a:pt x="100" y="45"/>
                      <a:pt x="102" y="44"/>
                      <a:pt x="103" y="44"/>
                    </a:cubicBezTo>
                    <a:cubicBezTo>
                      <a:pt x="106" y="46"/>
                      <a:pt x="106" y="52"/>
                      <a:pt x="105" y="54"/>
                    </a:cubicBezTo>
                    <a:cubicBezTo>
                      <a:pt x="104" y="58"/>
                      <a:pt x="102" y="59"/>
                      <a:pt x="100" y="61"/>
                    </a:cubicBezTo>
                    <a:cubicBezTo>
                      <a:pt x="98" y="63"/>
                      <a:pt x="97" y="66"/>
                      <a:pt x="98" y="69"/>
                    </a:cubicBezTo>
                    <a:cubicBezTo>
                      <a:pt x="98" y="72"/>
                      <a:pt x="100" y="74"/>
                      <a:pt x="102" y="76"/>
                    </a:cubicBezTo>
                    <a:cubicBezTo>
                      <a:pt x="105" y="78"/>
                      <a:pt x="106" y="81"/>
                      <a:pt x="107" y="84"/>
                    </a:cubicBezTo>
                    <a:cubicBezTo>
                      <a:pt x="107" y="87"/>
                      <a:pt x="106" y="90"/>
                      <a:pt x="103" y="93"/>
                    </a:cubicBezTo>
                    <a:cubicBezTo>
                      <a:pt x="100" y="95"/>
                      <a:pt x="97" y="96"/>
                      <a:pt x="94" y="98"/>
                    </a:cubicBezTo>
                    <a:cubicBezTo>
                      <a:pt x="92" y="101"/>
                      <a:pt x="89" y="104"/>
                      <a:pt x="86" y="106"/>
                    </a:cubicBezTo>
                    <a:cubicBezTo>
                      <a:pt x="82" y="108"/>
                      <a:pt x="79" y="109"/>
                      <a:pt x="76" y="110"/>
                    </a:cubicBezTo>
                    <a:cubicBezTo>
                      <a:pt x="71" y="112"/>
                      <a:pt x="69" y="117"/>
                      <a:pt x="64" y="118"/>
                    </a:cubicBezTo>
                    <a:cubicBezTo>
                      <a:pt x="62" y="118"/>
                      <a:pt x="61" y="117"/>
                      <a:pt x="59" y="115"/>
                    </a:cubicBezTo>
                    <a:cubicBezTo>
                      <a:pt x="58" y="114"/>
                      <a:pt x="56" y="112"/>
                      <a:pt x="54" y="111"/>
                    </a:cubicBezTo>
                    <a:cubicBezTo>
                      <a:pt x="51" y="109"/>
                      <a:pt x="47" y="105"/>
                      <a:pt x="48" y="101"/>
                    </a:cubicBezTo>
                    <a:cubicBezTo>
                      <a:pt x="49" y="100"/>
                      <a:pt x="49" y="99"/>
                      <a:pt x="50" y="98"/>
                    </a:cubicBezTo>
                    <a:cubicBezTo>
                      <a:pt x="51" y="98"/>
                      <a:pt x="52" y="97"/>
                      <a:pt x="52" y="97"/>
                    </a:cubicBezTo>
                    <a:cubicBezTo>
                      <a:pt x="54" y="95"/>
                      <a:pt x="56" y="94"/>
                      <a:pt x="58" y="94"/>
                    </a:cubicBezTo>
                    <a:cubicBezTo>
                      <a:pt x="60" y="93"/>
                      <a:pt x="62" y="92"/>
                      <a:pt x="64" y="91"/>
                    </a:cubicBezTo>
                    <a:cubicBezTo>
                      <a:pt x="66" y="89"/>
                      <a:pt x="68" y="88"/>
                      <a:pt x="71" y="87"/>
                    </a:cubicBezTo>
                    <a:cubicBezTo>
                      <a:pt x="73" y="87"/>
                      <a:pt x="75" y="86"/>
                      <a:pt x="77" y="85"/>
                    </a:cubicBezTo>
                    <a:cubicBezTo>
                      <a:pt x="79" y="84"/>
                      <a:pt x="80" y="82"/>
                      <a:pt x="79" y="80"/>
                    </a:cubicBezTo>
                    <a:cubicBezTo>
                      <a:pt x="79" y="79"/>
                      <a:pt x="78" y="78"/>
                      <a:pt x="78" y="77"/>
                    </a:cubicBezTo>
                    <a:cubicBezTo>
                      <a:pt x="78" y="76"/>
                      <a:pt x="78" y="75"/>
                      <a:pt x="77" y="74"/>
                    </a:cubicBezTo>
                    <a:cubicBezTo>
                      <a:pt x="75" y="72"/>
                      <a:pt x="73" y="78"/>
                      <a:pt x="72" y="79"/>
                    </a:cubicBezTo>
                    <a:cubicBezTo>
                      <a:pt x="72" y="80"/>
                      <a:pt x="72" y="81"/>
                      <a:pt x="72" y="82"/>
                    </a:cubicBezTo>
                    <a:cubicBezTo>
                      <a:pt x="71" y="83"/>
                      <a:pt x="70" y="83"/>
                      <a:pt x="69" y="83"/>
                    </a:cubicBezTo>
                    <a:cubicBezTo>
                      <a:pt x="67" y="84"/>
                      <a:pt x="66" y="85"/>
                      <a:pt x="65" y="85"/>
                    </a:cubicBezTo>
                    <a:cubicBezTo>
                      <a:pt x="64" y="85"/>
                      <a:pt x="64" y="84"/>
                      <a:pt x="64" y="83"/>
                    </a:cubicBezTo>
                    <a:cubicBezTo>
                      <a:pt x="63" y="82"/>
                      <a:pt x="63" y="77"/>
                      <a:pt x="60" y="78"/>
                    </a:cubicBezTo>
                    <a:cubicBezTo>
                      <a:pt x="58" y="80"/>
                      <a:pt x="59" y="84"/>
                      <a:pt x="59" y="86"/>
                    </a:cubicBezTo>
                    <a:cubicBezTo>
                      <a:pt x="58" y="89"/>
                      <a:pt x="55" y="88"/>
                      <a:pt x="53" y="88"/>
                    </a:cubicBezTo>
                    <a:cubicBezTo>
                      <a:pt x="52" y="89"/>
                      <a:pt x="51" y="89"/>
                      <a:pt x="50" y="89"/>
                    </a:cubicBezTo>
                    <a:cubicBezTo>
                      <a:pt x="49" y="90"/>
                      <a:pt x="49" y="90"/>
                      <a:pt x="48" y="90"/>
                    </a:cubicBezTo>
                    <a:cubicBezTo>
                      <a:pt x="47" y="89"/>
                      <a:pt x="46" y="84"/>
                      <a:pt x="44" y="84"/>
                    </a:cubicBezTo>
                    <a:cubicBezTo>
                      <a:pt x="43" y="84"/>
                      <a:pt x="42" y="86"/>
                      <a:pt x="42" y="87"/>
                    </a:cubicBezTo>
                    <a:cubicBezTo>
                      <a:pt x="42" y="88"/>
                      <a:pt x="42" y="90"/>
                      <a:pt x="41" y="91"/>
                    </a:cubicBezTo>
                    <a:cubicBezTo>
                      <a:pt x="40" y="94"/>
                      <a:pt x="37" y="89"/>
                      <a:pt x="36" y="88"/>
                    </a:cubicBezTo>
                    <a:cubicBezTo>
                      <a:pt x="36" y="87"/>
                      <a:pt x="35" y="86"/>
                      <a:pt x="34" y="86"/>
                    </a:cubicBezTo>
                    <a:cubicBezTo>
                      <a:pt x="33" y="86"/>
                      <a:pt x="32" y="87"/>
                      <a:pt x="32" y="88"/>
                    </a:cubicBezTo>
                    <a:cubicBezTo>
                      <a:pt x="31" y="89"/>
                      <a:pt x="31" y="91"/>
                      <a:pt x="31" y="93"/>
                    </a:cubicBezTo>
                    <a:cubicBezTo>
                      <a:pt x="32" y="94"/>
                      <a:pt x="32" y="96"/>
                      <a:pt x="32" y="98"/>
                    </a:cubicBezTo>
                    <a:cubicBezTo>
                      <a:pt x="32" y="101"/>
                      <a:pt x="26" y="102"/>
                      <a:pt x="24" y="103"/>
                    </a:cubicBezTo>
                    <a:cubicBezTo>
                      <a:pt x="23" y="104"/>
                      <a:pt x="22" y="105"/>
                      <a:pt x="21" y="106"/>
                    </a:cubicBezTo>
                    <a:cubicBezTo>
                      <a:pt x="21" y="108"/>
                      <a:pt x="20" y="108"/>
                      <a:pt x="19" y="109"/>
                    </a:cubicBezTo>
                    <a:cubicBezTo>
                      <a:pt x="17" y="109"/>
                      <a:pt x="15" y="109"/>
                      <a:pt x="13" y="109"/>
                    </a:cubicBezTo>
                    <a:cubicBezTo>
                      <a:pt x="11" y="109"/>
                      <a:pt x="9" y="109"/>
                      <a:pt x="7" y="108"/>
                    </a:cubicBezTo>
                    <a:cubicBezTo>
                      <a:pt x="7" y="108"/>
                      <a:pt x="5" y="107"/>
                      <a:pt x="5" y="107"/>
                    </a:cubicBezTo>
                    <a:cubicBezTo>
                      <a:pt x="5" y="106"/>
                      <a:pt x="6" y="106"/>
                      <a:pt x="6" y="105"/>
                    </a:cubicBezTo>
                    <a:cubicBezTo>
                      <a:pt x="6" y="104"/>
                      <a:pt x="5" y="104"/>
                      <a:pt x="5" y="103"/>
                    </a:cubicBezTo>
                    <a:cubicBezTo>
                      <a:pt x="4" y="102"/>
                      <a:pt x="4" y="101"/>
                      <a:pt x="5" y="99"/>
                    </a:cubicBezTo>
                    <a:cubicBezTo>
                      <a:pt x="7" y="98"/>
                      <a:pt x="8" y="96"/>
                      <a:pt x="8" y="95"/>
                    </a:cubicBezTo>
                    <a:cubicBezTo>
                      <a:pt x="8" y="93"/>
                      <a:pt x="8" y="91"/>
                      <a:pt x="7" y="90"/>
                    </a:cubicBezTo>
                    <a:cubicBezTo>
                      <a:pt x="6" y="89"/>
                      <a:pt x="4" y="90"/>
                      <a:pt x="3" y="90"/>
                    </a:cubicBezTo>
                    <a:cubicBezTo>
                      <a:pt x="1" y="90"/>
                      <a:pt x="0" y="90"/>
                      <a:pt x="0" y="88"/>
                    </a:cubicBezTo>
                    <a:cubicBezTo>
                      <a:pt x="0" y="86"/>
                      <a:pt x="1" y="83"/>
                      <a:pt x="2" y="81"/>
                    </a:cubicBezTo>
                    <a:cubicBezTo>
                      <a:pt x="4" y="80"/>
                      <a:pt x="6" y="79"/>
                      <a:pt x="7" y="78"/>
                    </a:cubicBezTo>
                    <a:cubicBezTo>
                      <a:pt x="9" y="77"/>
                      <a:pt x="9" y="75"/>
                      <a:pt x="10" y="74"/>
                    </a:cubicBezTo>
                    <a:cubicBezTo>
                      <a:pt x="12" y="73"/>
                      <a:pt x="14" y="74"/>
                      <a:pt x="16" y="74"/>
                    </a:cubicBezTo>
                    <a:cubicBezTo>
                      <a:pt x="17" y="74"/>
                      <a:pt x="17" y="72"/>
                      <a:pt x="16" y="71"/>
                    </a:cubicBezTo>
                    <a:cubicBezTo>
                      <a:pt x="16" y="69"/>
                      <a:pt x="14" y="69"/>
                      <a:pt x="13" y="68"/>
                    </a:cubicBezTo>
                    <a:cubicBezTo>
                      <a:pt x="12" y="67"/>
                      <a:pt x="11" y="66"/>
                      <a:pt x="11" y="64"/>
                    </a:cubicBezTo>
                    <a:cubicBezTo>
                      <a:pt x="11" y="62"/>
                      <a:pt x="11" y="61"/>
                      <a:pt x="12" y="60"/>
                    </a:cubicBezTo>
                    <a:cubicBezTo>
                      <a:pt x="14" y="59"/>
                      <a:pt x="15" y="59"/>
                      <a:pt x="16" y="57"/>
                    </a:cubicBezTo>
                    <a:cubicBezTo>
                      <a:pt x="16" y="56"/>
                      <a:pt x="16" y="55"/>
                      <a:pt x="17" y="54"/>
                    </a:cubicBezTo>
                    <a:cubicBezTo>
                      <a:pt x="19" y="53"/>
                      <a:pt x="21" y="53"/>
                      <a:pt x="22" y="55"/>
                    </a:cubicBezTo>
                    <a:cubicBezTo>
                      <a:pt x="23" y="56"/>
                      <a:pt x="23" y="60"/>
                      <a:pt x="23" y="62"/>
                    </a:cubicBezTo>
                    <a:cubicBezTo>
                      <a:pt x="23" y="65"/>
                      <a:pt x="23" y="68"/>
                      <a:pt x="24" y="70"/>
                    </a:cubicBezTo>
                    <a:cubicBezTo>
                      <a:pt x="25" y="71"/>
                      <a:pt x="26" y="73"/>
                      <a:pt x="27" y="71"/>
                    </a:cubicBezTo>
                    <a:cubicBezTo>
                      <a:pt x="28" y="70"/>
                      <a:pt x="28" y="68"/>
                      <a:pt x="28" y="67"/>
                    </a:cubicBezTo>
                    <a:cubicBezTo>
                      <a:pt x="28" y="64"/>
                      <a:pt x="28" y="62"/>
                      <a:pt x="28" y="60"/>
                    </a:cubicBezTo>
                    <a:cubicBezTo>
                      <a:pt x="27" y="58"/>
                      <a:pt x="27" y="56"/>
                      <a:pt x="27" y="54"/>
                    </a:cubicBezTo>
                    <a:cubicBezTo>
                      <a:pt x="27" y="53"/>
                      <a:pt x="27" y="52"/>
                      <a:pt x="28" y="51"/>
                    </a:cubicBezTo>
                    <a:cubicBezTo>
                      <a:pt x="28" y="50"/>
                      <a:pt x="30" y="50"/>
                      <a:pt x="31" y="49"/>
                    </a:cubicBezTo>
                    <a:cubicBezTo>
                      <a:pt x="34" y="48"/>
                      <a:pt x="36" y="51"/>
                      <a:pt x="36" y="54"/>
                    </a:cubicBezTo>
                    <a:cubicBezTo>
                      <a:pt x="36" y="57"/>
                      <a:pt x="36" y="59"/>
                      <a:pt x="36" y="62"/>
                    </a:cubicBezTo>
                    <a:cubicBezTo>
                      <a:pt x="37" y="64"/>
                      <a:pt x="37" y="69"/>
                      <a:pt x="39" y="69"/>
                    </a:cubicBezTo>
                    <a:cubicBezTo>
                      <a:pt x="41" y="69"/>
                      <a:pt x="41" y="65"/>
                      <a:pt x="41" y="64"/>
                    </a:cubicBezTo>
                    <a:cubicBezTo>
                      <a:pt x="41" y="62"/>
                      <a:pt x="43" y="61"/>
                      <a:pt x="45" y="61"/>
                    </a:cubicBezTo>
                    <a:cubicBezTo>
                      <a:pt x="47" y="61"/>
                      <a:pt x="48" y="62"/>
                      <a:pt x="50" y="62"/>
                    </a:cubicBezTo>
                    <a:cubicBezTo>
                      <a:pt x="52" y="61"/>
                      <a:pt x="53" y="62"/>
                      <a:pt x="54" y="63"/>
                    </a:cubicBezTo>
                    <a:cubicBezTo>
                      <a:pt x="55" y="64"/>
                      <a:pt x="55" y="66"/>
                      <a:pt x="57" y="66"/>
                    </a:cubicBezTo>
                    <a:cubicBezTo>
                      <a:pt x="58" y="67"/>
                      <a:pt x="59" y="65"/>
                      <a:pt x="59" y="64"/>
                    </a:cubicBezTo>
                    <a:cubicBezTo>
                      <a:pt x="60" y="63"/>
                      <a:pt x="59" y="62"/>
                      <a:pt x="59" y="61"/>
                    </a:cubicBezTo>
                    <a:cubicBezTo>
                      <a:pt x="59" y="60"/>
                      <a:pt x="60" y="59"/>
                      <a:pt x="60" y="57"/>
                    </a:cubicBezTo>
                    <a:cubicBezTo>
                      <a:pt x="60" y="56"/>
                      <a:pt x="59" y="55"/>
                      <a:pt x="59" y="54"/>
                    </a:cubicBezTo>
                    <a:cubicBezTo>
                      <a:pt x="58" y="53"/>
                      <a:pt x="59" y="51"/>
                      <a:pt x="58" y="50"/>
                    </a:cubicBezTo>
                    <a:cubicBezTo>
                      <a:pt x="58" y="48"/>
                      <a:pt x="57" y="43"/>
                      <a:pt x="60" y="42"/>
                    </a:cubicBezTo>
                    <a:cubicBezTo>
                      <a:pt x="62" y="41"/>
                      <a:pt x="65" y="46"/>
                      <a:pt x="66" y="48"/>
                    </a:cubicBezTo>
                    <a:cubicBezTo>
                      <a:pt x="67" y="49"/>
                      <a:pt x="68" y="51"/>
                      <a:pt x="69" y="5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84" name="Freeform 2686">
                <a:extLst>
                  <a:ext uri="{FF2B5EF4-FFF2-40B4-BE49-F238E27FC236}">
                    <a16:creationId xmlns:a16="http://schemas.microsoft.com/office/drawing/2014/main" id="{A5D37180-31BE-460F-A405-8757440D4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706"/>
                <a:ext cx="5" cy="5"/>
              </a:xfrm>
              <a:custGeom>
                <a:avLst/>
                <a:gdLst>
                  <a:gd name="T0" fmla="*/ 11 w 12"/>
                  <a:gd name="T1" fmla="*/ 13 h 13"/>
                  <a:gd name="T2" fmla="*/ 8 w 12"/>
                  <a:gd name="T3" fmla="*/ 13 h 13"/>
                  <a:gd name="T4" fmla="*/ 7 w 12"/>
                  <a:gd name="T5" fmla="*/ 10 h 13"/>
                  <a:gd name="T6" fmla="*/ 3 w 12"/>
                  <a:gd name="T7" fmla="*/ 9 h 13"/>
                  <a:gd name="T8" fmla="*/ 0 w 12"/>
                  <a:gd name="T9" fmla="*/ 7 h 13"/>
                  <a:gd name="T10" fmla="*/ 0 w 12"/>
                  <a:gd name="T11" fmla="*/ 3 h 13"/>
                  <a:gd name="T12" fmla="*/ 3 w 12"/>
                  <a:gd name="T13" fmla="*/ 0 h 13"/>
                  <a:gd name="T14" fmla="*/ 6 w 12"/>
                  <a:gd name="T15" fmla="*/ 2 h 13"/>
                  <a:gd name="T16" fmla="*/ 6 w 12"/>
                  <a:gd name="T17" fmla="*/ 4 h 13"/>
                  <a:gd name="T18" fmla="*/ 7 w 12"/>
                  <a:gd name="T19" fmla="*/ 4 h 13"/>
                  <a:gd name="T20" fmla="*/ 8 w 12"/>
                  <a:gd name="T21" fmla="*/ 5 h 13"/>
                  <a:gd name="T22" fmla="*/ 11 w 12"/>
                  <a:gd name="T23" fmla="*/ 9 h 13"/>
                  <a:gd name="T24" fmla="*/ 11 w 12"/>
                  <a:gd name="T2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3">
                    <a:moveTo>
                      <a:pt x="11" y="13"/>
                    </a:moveTo>
                    <a:cubicBezTo>
                      <a:pt x="10" y="13"/>
                      <a:pt x="8" y="13"/>
                      <a:pt x="8" y="13"/>
                    </a:cubicBezTo>
                    <a:cubicBezTo>
                      <a:pt x="7" y="12"/>
                      <a:pt x="7" y="11"/>
                      <a:pt x="7" y="10"/>
                    </a:cubicBezTo>
                    <a:cubicBezTo>
                      <a:pt x="6" y="9"/>
                      <a:pt x="4" y="9"/>
                      <a:pt x="3" y="9"/>
                    </a:cubicBezTo>
                    <a:cubicBezTo>
                      <a:pt x="2" y="9"/>
                      <a:pt x="1" y="8"/>
                      <a:pt x="0" y="7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9" y="7"/>
                      <a:pt x="10" y="8"/>
                      <a:pt x="11" y="9"/>
                    </a:cubicBezTo>
                    <a:cubicBezTo>
                      <a:pt x="11" y="10"/>
                      <a:pt x="12" y="12"/>
                      <a:pt x="11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85" name="Freeform 2687">
                <a:extLst>
                  <a:ext uri="{FF2B5EF4-FFF2-40B4-BE49-F238E27FC236}">
                    <a16:creationId xmlns:a16="http://schemas.microsoft.com/office/drawing/2014/main" id="{3BDD007D-C4BA-40B3-A536-C2EF2F0CE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780"/>
                <a:ext cx="3" cy="5"/>
              </a:xfrm>
              <a:custGeom>
                <a:avLst/>
                <a:gdLst>
                  <a:gd name="T0" fmla="*/ 4 w 7"/>
                  <a:gd name="T1" fmla="*/ 12 h 12"/>
                  <a:gd name="T2" fmla="*/ 0 w 7"/>
                  <a:gd name="T3" fmla="*/ 9 h 12"/>
                  <a:gd name="T4" fmla="*/ 2 w 7"/>
                  <a:gd name="T5" fmla="*/ 5 h 12"/>
                  <a:gd name="T6" fmla="*/ 2 w 7"/>
                  <a:gd name="T7" fmla="*/ 2 h 12"/>
                  <a:gd name="T8" fmla="*/ 6 w 7"/>
                  <a:gd name="T9" fmla="*/ 2 h 12"/>
                  <a:gd name="T10" fmla="*/ 6 w 7"/>
                  <a:gd name="T11" fmla="*/ 5 h 12"/>
                  <a:gd name="T12" fmla="*/ 6 w 7"/>
                  <a:gd name="T13" fmla="*/ 9 h 12"/>
                  <a:gd name="T14" fmla="*/ 4 w 7"/>
                  <a:gd name="T1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2">
                    <a:moveTo>
                      <a:pt x="4" y="12"/>
                    </a:moveTo>
                    <a:cubicBezTo>
                      <a:pt x="2" y="12"/>
                      <a:pt x="0" y="11"/>
                      <a:pt x="0" y="9"/>
                    </a:cubicBezTo>
                    <a:cubicBezTo>
                      <a:pt x="0" y="7"/>
                      <a:pt x="1" y="7"/>
                      <a:pt x="2" y="5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3" y="1"/>
                      <a:pt x="5" y="0"/>
                      <a:pt x="6" y="2"/>
                    </a:cubicBezTo>
                    <a:cubicBezTo>
                      <a:pt x="7" y="2"/>
                      <a:pt x="6" y="4"/>
                      <a:pt x="6" y="5"/>
                    </a:cubicBezTo>
                    <a:cubicBezTo>
                      <a:pt x="7" y="6"/>
                      <a:pt x="7" y="8"/>
                      <a:pt x="6" y="9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86" name="Freeform 2688">
                <a:extLst>
                  <a:ext uri="{FF2B5EF4-FFF2-40B4-BE49-F238E27FC236}">
                    <a16:creationId xmlns:a16="http://schemas.microsoft.com/office/drawing/2014/main" id="{BB1AA523-E035-4BBC-8199-BC5F251CE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788"/>
                <a:ext cx="6" cy="6"/>
              </a:xfrm>
              <a:custGeom>
                <a:avLst/>
                <a:gdLst>
                  <a:gd name="T0" fmla="*/ 11 w 14"/>
                  <a:gd name="T1" fmla="*/ 14 h 15"/>
                  <a:gd name="T2" fmla="*/ 8 w 14"/>
                  <a:gd name="T3" fmla="*/ 15 h 15"/>
                  <a:gd name="T4" fmla="*/ 3 w 14"/>
                  <a:gd name="T5" fmla="*/ 12 h 15"/>
                  <a:gd name="T6" fmla="*/ 0 w 14"/>
                  <a:gd name="T7" fmla="*/ 9 h 15"/>
                  <a:gd name="T8" fmla="*/ 0 w 14"/>
                  <a:gd name="T9" fmla="*/ 6 h 15"/>
                  <a:gd name="T10" fmla="*/ 2 w 14"/>
                  <a:gd name="T11" fmla="*/ 3 h 15"/>
                  <a:gd name="T12" fmla="*/ 5 w 14"/>
                  <a:gd name="T13" fmla="*/ 1 h 15"/>
                  <a:gd name="T14" fmla="*/ 9 w 14"/>
                  <a:gd name="T15" fmla="*/ 2 h 15"/>
                  <a:gd name="T16" fmla="*/ 13 w 14"/>
                  <a:gd name="T17" fmla="*/ 3 h 15"/>
                  <a:gd name="T18" fmla="*/ 14 w 14"/>
                  <a:gd name="T19" fmla="*/ 7 h 15"/>
                  <a:gd name="T20" fmla="*/ 12 w 14"/>
                  <a:gd name="T21" fmla="*/ 13 h 15"/>
                  <a:gd name="T22" fmla="*/ 11 w 14"/>
                  <a:gd name="T2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5">
                    <a:moveTo>
                      <a:pt x="11" y="14"/>
                    </a:moveTo>
                    <a:cubicBezTo>
                      <a:pt x="10" y="14"/>
                      <a:pt x="9" y="15"/>
                      <a:pt x="8" y="15"/>
                    </a:cubicBezTo>
                    <a:cubicBezTo>
                      <a:pt x="6" y="14"/>
                      <a:pt x="5" y="13"/>
                      <a:pt x="3" y="12"/>
                    </a:cubicBezTo>
                    <a:cubicBezTo>
                      <a:pt x="2" y="11"/>
                      <a:pt x="1" y="11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3" y="2"/>
                      <a:pt x="3" y="1"/>
                      <a:pt x="5" y="1"/>
                    </a:cubicBezTo>
                    <a:cubicBezTo>
                      <a:pt x="6" y="0"/>
                      <a:pt x="7" y="1"/>
                      <a:pt x="9" y="2"/>
                    </a:cubicBezTo>
                    <a:cubicBezTo>
                      <a:pt x="10" y="2"/>
                      <a:pt x="11" y="2"/>
                      <a:pt x="13" y="3"/>
                    </a:cubicBezTo>
                    <a:cubicBezTo>
                      <a:pt x="14" y="3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2" y="13"/>
                    </a:cubicBezTo>
                    <a:cubicBezTo>
                      <a:pt x="12" y="13"/>
                      <a:pt x="12" y="13"/>
                      <a:pt x="11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87" name="Freeform 2689">
                <a:extLst>
                  <a:ext uri="{FF2B5EF4-FFF2-40B4-BE49-F238E27FC236}">
                    <a16:creationId xmlns:a16="http://schemas.microsoft.com/office/drawing/2014/main" id="{376111F6-B509-4440-B850-A6297D325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760"/>
                <a:ext cx="5" cy="4"/>
              </a:xfrm>
              <a:custGeom>
                <a:avLst/>
                <a:gdLst>
                  <a:gd name="T0" fmla="*/ 1 w 13"/>
                  <a:gd name="T1" fmla="*/ 7 h 9"/>
                  <a:gd name="T2" fmla="*/ 3 w 13"/>
                  <a:gd name="T3" fmla="*/ 3 h 9"/>
                  <a:gd name="T4" fmla="*/ 5 w 13"/>
                  <a:gd name="T5" fmla="*/ 1 h 9"/>
                  <a:gd name="T6" fmla="*/ 7 w 13"/>
                  <a:gd name="T7" fmla="*/ 0 h 9"/>
                  <a:gd name="T8" fmla="*/ 13 w 13"/>
                  <a:gd name="T9" fmla="*/ 3 h 9"/>
                  <a:gd name="T10" fmla="*/ 11 w 13"/>
                  <a:gd name="T11" fmla="*/ 8 h 9"/>
                  <a:gd name="T12" fmla="*/ 9 w 13"/>
                  <a:gd name="T13" fmla="*/ 8 h 9"/>
                  <a:gd name="T14" fmla="*/ 5 w 13"/>
                  <a:gd name="T15" fmla="*/ 8 h 9"/>
                  <a:gd name="T16" fmla="*/ 1 w 13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">
                    <a:moveTo>
                      <a:pt x="1" y="7"/>
                    </a:moveTo>
                    <a:cubicBezTo>
                      <a:pt x="0" y="5"/>
                      <a:pt x="2" y="4"/>
                      <a:pt x="3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9" y="0"/>
                      <a:pt x="12" y="1"/>
                      <a:pt x="13" y="3"/>
                    </a:cubicBezTo>
                    <a:cubicBezTo>
                      <a:pt x="13" y="4"/>
                      <a:pt x="13" y="7"/>
                      <a:pt x="11" y="8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8" y="8"/>
                      <a:pt x="7" y="8"/>
                      <a:pt x="5" y="8"/>
                    </a:cubicBezTo>
                    <a:cubicBezTo>
                      <a:pt x="4" y="9"/>
                      <a:pt x="1" y="9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88" name="Freeform 2690">
                <a:extLst>
                  <a:ext uri="{FF2B5EF4-FFF2-40B4-BE49-F238E27FC236}">
                    <a16:creationId xmlns:a16="http://schemas.microsoft.com/office/drawing/2014/main" id="{2E263785-B1D4-4308-8275-9F771210A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767"/>
                <a:ext cx="5" cy="2"/>
              </a:xfrm>
              <a:custGeom>
                <a:avLst/>
                <a:gdLst>
                  <a:gd name="T0" fmla="*/ 7 w 13"/>
                  <a:gd name="T1" fmla="*/ 1 h 7"/>
                  <a:gd name="T2" fmla="*/ 12 w 13"/>
                  <a:gd name="T3" fmla="*/ 2 h 7"/>
                  <a:gd name="T4" fmla="*/ 7 w 13"/>
                  <a:gd name="T5" fmla="*/ 7 h 7"/>
                  <a:gd name="T6" fmla="*/ 3 w 13"/>
                  <a:gd name="T7" fmla="*/ 3 h 7"/>
                  <a:gd name="T8" fmla="*/ 7 w 13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7" y="1"/>
                    </a:moveTo>
                    <a:cubicBezTo>
                      <a:pt x="9" y="1"/>
                      <a:pt x="11" y="0"/>
                      <a:pt x="12" y="2"/>
                    </a:cubicBezTo>
                    <a:cubicBezTo>
                      <a:pt x="13" y="5"/>
                      <a:pt x="10" y="7"/>
                      <a:pt x="7" y="7"/>
                    </a:cubicBezTo>
                    <a:cubicBezTo>
                      <a:pt x="5" y="7"/>
                      <a:pt x="0" y="5"/>
                      <a:pt x="3" y="3"/>
                    </a:cubicBezTo>
                    <a:cubicBezTo>
                      <a:pt x="4" y="2"/>
                      <a:pt x="6" y="2"/>
                      <a:pt x="7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89" name="Freeform 2691">
                <a:extLst>
                  <a:ext uri="{FF2B5EF4-FFF2-40B4-BE49-F238E27FC236}">
                    <a16:creationId xmlns:a16="http://schemas.microsoft.com/office/drawing/2014/main" id="{6C2D5D88-8C90-48A1-A292-CA4C5F57A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767"/>
                <a:ext cx="6" cy="6"/>
              </a:xfrm>
              <a:custGeom>
                <a:avLst/>
                <a:gdLst>
                  <a:gd name="T0" fmla="*/ 2 w 15"/>
                  <a:gd name="T1" fmla="*/ 15 h 15"/>
                  <a:gd name="T2" fmla="*/ 0 w 15"/>
                  <a:gd name="T3" fmla="*/ 13 h 15"/>
                  <a:gd name="T4" fmla="*/ 0 w 15"/>
                  <a:gd name="T5" fmla="*/ 9 h 15"/>
                  <a:gd name="T6" fmla="*/ 2 w 15"/>
                  <a:gd name="T7" fmla="*/ 7 h 15"/>
                  <a:gd name="T8" fmla="*/ 5 w 15"/>
                  <a:gd name="T9" fmla="*/ 6 h 15"/>
                  <a:gd name="T10" fmla="*/ 5 w 15"/>
                  <a:gd name="T11" fmla="*/ 4 h 15"/>
                  <a:gd name="T12" fmla="*/ 6 w 15"/>
                  <a:gd name="T13" fmla="*/ 3 h 15"/>
                  <a:gd name="T14" fmla="*/ 11 w 15"/>
                  <a:gd name="T15" fmla="*/ 0 h 15"/>
                  <a:gd name="T16" fmla="*/ 13 w 15"/>
                  <a:gd name="T17" fmla="*/ 2 h 15"/>
                  <a:gd name="T18" fmla="*/ 13 w 15"/>
                  <a:gd name="T19" fmla="*/ 10 h 15"/>
                  <a:gd name="T20" fmla="*/ 10 w 15"/>
                  <a:gd name="T21" fmla="*/ 12 h 15"/>
                  <a:gd name="T22" fmla="*/ 6 w 15"/>
                  <a:gd name="T23" fmla="*/ 15 h 15"/>
                  <a:gd name="T24" fmla="*/ 2 w 15"/>
                  <a:gd name="T2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5">
                    <a:moveTo>
                      <a:pt x="2" y="15"/>
                    </a:moveTo>
                    <a:cubicBezTo>
                      <a:pt x="0" y="14"/>
                      <a:pt x="0" y="14"/>
                      <a:pt x="0" y="13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1" y="8"/>
                      <a:pt x="1" y="8"/>
                      <a:pt x="2" y="7"/>
                    </a:cubicBezTo>
                    <a:cubicBezTo>
                      <a:pt x="3" y="7"/>
                      <a:pt x="4" y="7"/>
                      <a:pt x="5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1"/>
                      <a:pt x="9" y="0"/>
                      <a:pt x="11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4" y="5"/>
                      <a:pt x="15" y="8"/>
                      <a:pt x="13" y="10"/>
                    </a:cubicBezTo>
                    <a:cubicBezTo>
                      <a:pt x="13" y="11"/>
                      <a:pt x="11" y="11"/>
                      <a:pt x="10" y="12"/>
                    </a:cubicBezTo>
                    <a:cubicBezTo>
                      <a:pt x="9" y="13"/>
                      <a:pt x="7" y="14"/>
                      <a:pt x="6" y="15"/>
                    </a:cubicBezTo>
                    <a:cubicBezTo>
                      <a:pt x="5" y="15"/>
                      <a:pt x="3" y="15"/>
                      <a:pt x="2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90" name="Freeform 2692">
                <a:extLst>
                  <a:ext uri="{FF2B5EF4-FFF2-40B4-BE49-F238E27FC236}">
                    <a16:creationId xmlns:a16="http://schemas.microsoft.com/office/drawing/2014/main" id="{8FBE8F61-C529-48C7-AECA-2D29091CE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774"/>
                <a:ext cx="3" cy="3"/>
              </a:xfrm>
              <a:custGeom>
                <a:avLst/>
                <a:gdLst>
                  <a:gd name="T0" fmla="*/ 2 w 9"/>
                  <a:gd name="T1" fmla="*/ 8 h 8"/>
                  <a:gd name="T2" fmla="*/ 1 w 9"/>
                  <a:gd name="T3" fmla="*/ 8 h 8"/>
                  <a:gd name="T4" fmla="*/ 0 w 9"/>
                  <a:gd name="T5" fmla="*/ 6 h 8"/>
                  <a:gd name="T6" fmla="*/ 5 w 9"/>
                  <a:gd name="T7" fmla="*/ 2 h 8"/>
                  <a:gd name="T8" fmla="*/ 9 w 9"/>
                  <a:gd name="T9" fmla="*/ 3 h 8"/>
                  <a:gd name="T10" fmla="*/ 7 w 9"/>
                  <a:gd name="T11" fmla="*/ 6 h 8"/>
                  <a:gd name="T12" fmla="*/ 2 w 9"/>
                  <a:gd name="T13" fmla="*/ 8 h 8"/>
                  <a:gd name="T14" fmla="*/ 2 w 9"/>
                  <a:gd name="T15" fmla="*/ 8 h 8"/>
                  <a:gd name="T16" fmla="*/ 2 w 9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2" y="8"/>
                    </a:moveTo>
                    <a:cubicBezTo>
                      <a:pt x="2" y="8"/>
                      <a:pt x="1" y="8"/>
                      <a:pt x="1" y="8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3"/>
                      <a:pt x="3" y="2"/>
                      <a:pt x="5" y="2"/>
                    </a:cubicBezTo>
                    <a:cubicBezTo>
                      <a:pt x="6" y="1"/>
                      <a:pt x="8" y="0"/>
                      <a:pt x="9" y="3"/>
                    </a:cubicBezTo>
                    <a:cubicBezTo>
                      <a:pt x="9" y="5"/>
                      <a:pt x="8" y="6"/>
                      <a:pt x="7" y="6"/>
                    </a:cubicBezTo>
                    <a:cubicBezTo>
                      <a:pt x="5" y="7"/>
                      <a:pt x="4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91" name="Freeform 2693">
                <a:extLst>
                  <a:ext uri="{FF2B5EF4-FFF2-40B4-BE49-F238E27FC236}">
                    <a16:creationId xmlns:a16="http://schemas.microsoft.com/office/drawing/2014/main" id="{AC029105-08F1-4F08-96F8-A49DC8554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779"/>
                <a:ext cx="2" cy="1"/>
              </a:xfrm>
              <a:custGeom>
                <a:avLst/>
                <a:gdLst>
                  <a:gd name="T0" fmla="*/ 4 w 4"/>
                  <a:gd name="T1" fmla="*/ 2 h 4"/>
                  <a:gd name="T2" fmla="*/ 1 w 4"/>
                  <a:gd name="T3" fmla="*/ 4 h 4"/>
                  <a:gd name="T4" fmla="*/ 1 w 4"/>
                  <a:gd name="T5" fmla="*/ 1 h 4"/>
                  <a:gd name="T6" fmla="*/ 3 w 4"/>
                  <a:gd name="T7" fmla="*/ 0 h 4"/>
                  <a:gd name="T8" fmla="*/ 4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92" name="Freeform 2694">
                <a:extLst>
                  <a:ext uri="{FF2B5EF4-FFF2-40B4-BE49-F238E27FC236}">
                    <a16:creationId xmlns:a16="http://schemas.microsoft.com/office/drawing/2014/main" id="{90D50034-6640-4A63-8312-7CF174946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734"/>
                <a:ext cx="13" cy="11"/>
              </a:xfrm>
              <a:custGeom>
                <a:avLst/>
                <a:gdLst>
                  <a:gd name="T0" fmla="*/ 17 w 34"/>
                  <a:gd name="T1" fmla="*/ 25 h 26"/>
                  <a:gd name="T2" fmla="*/ 12 w 34"/>
                  <a:gd name="T3" fmla="*/ 26 h 26"/>
                  <a:gd name="T4" fmla="*/ 8 w 34"/>
                  <a:gd name="T5" fmla="*/ 24 h 26"/>
                  <a:gd name="T6" fmla="*/ 5 w 34"/>
                  <a:gd name="T7" fmla="*/ 20 h 26"/>
                  <a:gd name="T8" fmla="*/ 5 w 34"/>
                  <a:gd name="T9" fmla="*/ 17 h 26"/>
                  <a:gd name="T10" fmla="*/ 1 w 34"/>
                  <a:gd name="T11" fmla="*/ 14 h 26"/>
                  <a:gd name="T12" fmla="*/ 1 w 34"/>
                  <a:gd name="T13" fmla="*/ 8 h 26"/>
                  <a:gd name="T14" fmla="*/ 7 w 34"/>
                  <a:gd name="T15" fmla="*/ 2 h 26"/>
                  <a:gd name="T16" fmla="*/ 11 w 34"/>
                  <a:gd name="T17" fmla="*/ 7 h 26"/>
                  <a:gd name="T18" fmla="*/ 17 w 34"/>
                  <a:gd name="T19" fmla="*/ 5 h 26"/>
                  <a:gd name="T20" fmla="*/ 23 w 34"/>
                  <a:gd name="T21" fmla="*/ 6 h 26"/>
                  <a:gd name="T22" fmla="*/ 28 w 34"/>
                  <a:gd name="T23" fmla="*/ 7 h 26"/>
                  <a:gd name="T24" fmla="*/ 29 w 34"/>
                  <a:gd name="T25" fmla="*/ 11 h 26"/>
                  <a:gd name="T26" fmla="*/ 32 w 34"/>
                  <a:gd name="T27" fmla="*/ 12 h 26"/>
                  <a:gd name="T28" fmla="*/ 33 w 34"/>
                  <a:gd name="T29" fmla="*/ 16 h 26"/>
                  <a:gd name="T30" fmla="*/ 32 w 34"/>
                  <a:gd name="T31" fmla="*/ 19 h 26"/>
                  <a:gd name="T32" fmla="*/ 30 w 34"/>
                  <a:gd name="T33" fmla="*/ 22 h 26"/>
                  <a:gd name="T34" fmla="*/ 29 w 34"/>
                  <a:gd name="T35" fmla="*/ 24 h 26"/>
                  <a:gd name="T36" fmla="*/ 26 w 34"/>
                  <a:gd name="T37" fmla="*/ 25 h 26"/>
                  <a:gd name="T38" fmla="*/ 21 w 34"/>
                  <a:gd name="T39" fmla="*/ 26 h 26"/>
                  <a:gd name="T40" fmla="*/ 17 w 34"/>
                  <a:gd name="T4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26">
                    <a:moveTo>
                      <a:pt x="17" y="25"/>
                    </a:moveTo>
                    <a:cubicBezTo>
                      <a:pt x="15" y="25"/>
                      <a:pt x="14" y="26"/>
                      <a:pt x="12" y="26"/>
                    </a:cubicBezTo>
                    <a:cubicBezTo>
                      <a:pt x="10" y="26"/>
                      <a:pt x="9" y="26"/>
                      <a:pt x="8" y="24"/>
                    </a:cubicBezTo>
                    <a:cubicBezTo>
                      <a:pt x="7" y="23"/>
                      <a:pt x="5" y="22"/>
                      <a:pt x="5" y="20"/>
                    </a:cubicBezTo>
                    <a:cubicBezTo>
                      <a:pt x="6" y="19"/>
                      <a:pt x="7" y="19"/>
                      <a:pt x="5" y="17"/>
                    </a:cubicBezTo>
                    <a:cubicBezTo>
                      <a:pt x="4" y="16"/>
                      <a:pt x="2" y="16"/>
                      <a:pt x="1" y="14"/>
                    </a:cubicBezTo>
                    <a:cubicBezTo>
                      <a:pt x="1" y="12"/>
                      <a:pt x="0" y="10"/>
                      <a:pt x="1" y="8"/>
                    </a:cubicBezTo>
                    <a:cubicBezTo>
                      <a:pt x="1" y="6"/>
                      <a:pt x="5" y="0"/>
                      <a:pt x="7" y="2"/>
                    </a:cubicBezTo>
                    <a:cubicBezTo>
                      <a:pt x="9" y="3"/>
                      <a:pt x="8" y="6"/>
                      <a:pt x="11" y="7"/>
                    </a:cubicBezTo>
                    <a:cubicBezTo>
                      <a:pt x="12" y="8"/>
                      <a:pt x="15" y="5"/>
                      <a:pt x="17" y="5"/>
                    </a:cubicBezTo>
                    <a:cubicBezTo>
                      <a:pt x="19" y="5"/>
                      <a:pt x="21" y="6"/>
                      <a:pt x="23" y="6"/>
                    </a:cubicBezTo>
                    <a:cubicBezTo>
                      <a:pt x="25" y="6"/>
                      <a:pt x="27" y="6"/>
                      <a:pt x="28" y="7"/>
                    </a:cubicBezTo>
                    <a:cubicBezTo>
                      <a:pt x="28" y="8"/>
                      <a:pt x="28" y="10"/>
                      <a:pt x="29" y="11"/>
                    </a:cubicBezTo>
                    <a:cubicBezTo>
                      <a:pt x="30" y="11"/>
                      <a:pt x="31" y="12"/>
                      <a:pt x="32" y="12"/>
                    </a:cubicBezTo>
                    <a:cubicBezTo>
                      <a:pt x="32" y="13"/>
                      <a:pt x="33" y="14"/>
                      <a:pt x="33" y="16"/>
                    </a:cubicBezTo>
                    <a:cubicBezTo>
                      <a:pt x="34" y="17"/>
                      <a:pt x="33" y="18"/>
                      <a:pt x="32" y="19"/>
                    </a:cubicBezTo>
                    <a:cubicBezTo>
                      <a:pt x="31" y="20"/>
                      <a:pt x="30" y="20"/>
                      <a:pt x="30" y="22"/>
                    </a:cubicBezTo>
                    <a:cubicBezTo>
                      <a:pt x="30" y="22"/>
                      <a:pt x="30" y="23"/>
                      <a:pt x="29" y="24"/>
                    </a:cubicBezTo>
                    <a:cubicBezTo>
                      <a:pt x="28" y="24"/>
                      <a:pt x="27" y="25"/>
                      <a:pt x="26" y="25"/>
                    </a:cubicBezTo>
                    <a:cubicBezTo>
                      <a:pt x="25" y="25"/>
                      <a:pt x="23" y="26"/>
                      <a:pt x="21" y="26"/>
                    </a:cubicBezTo>
                    <a:cubicBezTo>
                      <a:pt x="20" y="26"/>
                      <a:pt x="19" y="25"/>
                      <a:pt x="17" y="2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93" name="Freeform 2695">
                <a:extLst>
                  <a:ext uri="{FF2B5EF4-FFF2-40B4-BE49-F238E27FC236}">
                    <a16:creationId xmlns:a16="http://schemas.microsoft.com/office/drawing/2014/main" id="{2CEEB2EE-C44B-413F-9655-35BAE4591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749"/>
                <a:ext cx="41" cy="30"/>
              </a:xfrm>
              <a:custGeom>
                <a:avLst/>
                <a:gdLst>
                  <a:gd name="T0" fmla="*/ 75 w 100"/>
                  <a:gd name="T1" fmla="*/ 33 h 74"/>
                  <a:gd name="T2" fmla="*/ 81 w 100"/>
                  <a:gd name="T3" fmla="*/ 23 h 74"/>
                  <a:gd name="T4" fmla="*/ 91 w 100"/>
                  <a:gd name="T5" fmla="*/ 18 h 74"/>
                  <a:gd name="T6" fmla="*/ 96 w 100"/>
                  <a:gd name="T7" fmla="*/ 9 h 74"/>
                  <a:gd name="T8" fmla="*/ 99 w 100"/>
                  <a:gd name="T9" fmla="*/ 3 h 74"/>
                  <a:gd name="T10" fmla="*/ 91 w 100"/>
                  <a:gd name="T11" fmla="*/ 0 h 74"/>
                  <a:gd name="T12" fmla="*/ 79 w 100"/>
                  <a:gd name="T13" fmla="*/ 2 h 74"/>
                  <a:gd name="T14" fmla="*/ 76 w 100"/>
                  <a:gd name="T15" fmla="*/ 4 h 74"/>
                  <a:gd name="T16" fmla="*/ 75 w 100"/>
                  <a:gd name="T17" fmla="*/ 7 h 74"/>
                  <a:gd name="T18" fmla="*/ 73 w 100"/>
                  <a:gd name="T19" fmla="*/ 13 h 74"/>
                  <a:gd name="T20" fmla="*/ 70 w 100"/>
                  <a:gd name="T21" fmla="*/ 17 h 74"/>
                  <a:gd name="T22" fmla="*/ 66 w 100"/>
                  <a:gd name="T23" fmla="*/ 13 h 74"/>
                  <a:gd name="T24" fmla="*/ 63 w 100"/>
                  <a:gd name="T25" fmla="*/ 6 h 74"/>
                  <a:gd name="T26" fmla="*/ 58 w 100"/>
                  <a:gd name="T27" fmla="*/ 5 h 74"/>
                  <a:gd name="T28" fmla="*/ 55 w 100"/>
                  <a:gd name="T29" fmla="*/ 9 h 74"/>
                  <a:gd name="T30" fmla="*/ 51 w 100"/>
                  <a:gd name="T31" fmla="*/ 14 h 74"/>
                  <a:gd name="T32" fmla="*/ 44 w 100"/>
                  <a:gd name="T33" fmla="*/ 7 h 74"/>
                  <a:gd name="T34" fmla="*/ 37 w 100"/>
                  <a:gd name="T35" fmla="*/ 7 h 74"/>
                  <a:gd name="T36" fmla="*/ 40 w 100"/>
                  <a:gd name="T37" fmla="*/ 16 h 74"/>
                  <a:gd name="T38" fmla="*/ 35 w 100"/>
                  <a:gd name="T39" fmla="*/ 18 h 74"/>
                  <a:gd name="T40" fmla="*/ 25 w 100"/>
                  <a:gd name="T41" fmla="*/ 16 h 74"/>
                  <a:gd name="T42" fmla="*/ 22 w 100"/>
                  <a:gd name="T43" fmla="*/ 22 h 74"/>
                  <a:gd name="T44" fmla="*/ 29 w 100"/>
                  <a:gd name="T45" fmla="*/ 29 h 74"/>
                  <a:gd name="T46" fmla="*/ 24 w 100"/>
                  <a:gd name="T47" fmla="*/ 33 h 74"/>
                  <a:gd name="T48" fmla="*/ 23 w 100"/>
                  <a:gd name="T49" fmla="*/ 37 h 74"/>
                  <a:gd name="T50" fmla="*/ 22 w 100"/>
                  <a:gd name="T51" fmla="*/ 37 h 74"/>
                  <a:gd name="T52" fmla="*/ 21 w 100"/>
                  <a:gd name="T53" fmla="*/ 32 h 74"/>
                  <a:gd name="T54" fmla="*/ 19 w 100"/>
                  <a:gd name="T55" fmla="*/ 29 h 74"/>
                  <a:gd name="T56" fmla="*/ 17 w 100"/>
                  <a:gd name="T57" fmla="*/ 31 h 74"/>
                  <a:gd name="T58" fmla="*/ 14 w 100"/>
                  <a:gd name="T59" fmla="*/ 35 h 74"/>
                  <a:gd name="T60" fmla="*/ 12 w 100"/>
                  <a:gd name="T61" fmla="*/ 40 h 74"/>
                  <a:gd name="T62" fmla="*/ 11 w 100"/>
                  <a:gd name="T63" fmla="*/ 48 h 74"/>
                  <a:gd name="T64" fmla="*/ 7 w 100"/>
                  <a:gd name="T65" fmla="*/ 57 h 74"/>
                  <a:gd name="T66" fmla="*/ 0 w 100"/>
                  <a:gd name="T67" fmla="*/ 63 h 74"/>
                  <a:gd name="T68" fmla="*/ 8 w 100"/>
                  <a:gd name="T69" fmla="*/ 72 h 74"/>
                  <a:gd name="T70" fmla="*/ 12 w 100"/>
                  <a:gd name="T71" fmla="*/ 69 h 74"/>
                  <a:gd name="T72" fmla="*/ 14 w 100"/>
                  <a:gd name="T73" fmla="*/ 66 h 74"/>
                  <a:gd name="T74" fmla="*/ 17 w 100"/>
                  <a:gd name="T75" fmla="*/ 67 h 74"/>
                  <a:gd name="T76" fmla="*/ 22 w 100"/>
                  <a:gd name="T77" fmla="*/ 67 h 74"/>
                  <a:gd name="T78" fmla="*/ 26 w 100"/>
                  <a:gd name="T79" fmla="*/ 64 h 74"/>
                  <a:gd name="T80" fmla="*/ 31 w 100"/>
                  <a:gd name="T81" fmla="*/ 62 h 74"/>
                  <a:gd name="T82" fmla="*/ 40 w 100"/>
                  <a:gd name="T83" fmla="*/ 59 h 74"/>
                  <a:gd name="T84" fmla="*/ 46 w 100"/>
                  <a:gd name="T85" fmla="*/ 55 h 74"/>
                  <a:gd name="T86" fmla="*/ 46 w 100"/>
                  <a:gd name="T87" fmla="*/ 45 h 74"/>
                  <a:gd name="T88" fmla="*/ 50 w 100"/>
                  <a:gd name="T89" fmla="*/ 40 h 74"/>
                  <a:gd name="T90" fmla="*/ 52 w 100"/>
                  <a:gd name="T91" fmla="*/ 31 h 74"/>
                  <a:gd name="T92" fmla="*/ 56 w 100"/>
                  <a:gd name="T93" fmla="*/ 29 h 74"/>
                  <a:gd name="T94" fmla="*/ 58 w 100"/>
                  <a:gd name="T95" fmla="*/ 30 h 74"/>
                  <a:gd name="T96" fmla="*/ 59 w 100"/>
                  <a:gd name="T97" fmla="*/ 31 h 74"/>
                  <a:gd name="T98" fmla="*/ 60 w 100"/>
                  <a:gd name="T99" fmla="*/ 33 h 74"/>
                  <a:gd name="T100" fmla="*/ 58 w 100"/>
                  <a:gd name="T101" fmla="*/ 37 h 74"/>
                  <a:gd name="T102" fmla="*/ 56 w 100"/>
                  <a:gd name="T103" fmla="*/ 41 h 74"/>
                  <a:gd name="T104" fmla="*/ 55 w 100"/>
                  <a:gd name="T105" fmla="*/ 45 h 74"/>
                  <a:gd name="T106" fmla="*/ 55 w 100"/>
                  <a:gd name="T107" fmla="*/ 47 h 74"/>
                  <a:gd name="T108" fmla="*/ 58 w 100"/>
                  <a:gd name="T109" fmla="*/ 50 h 74"/>
                  <a:gd name="T110" fmla="*/ 60 w 100"/>
                  <a:gd name="T111" fmla="*/ 46 h 74"/>
                  <a:gd name="T112" fmla="*/ 63 w 100"/>
                  <a:gd name="T113" fmla="*/ 43 h 74"/>
                  <a:gd name="T114" fmla="*/ 65 w 100"/>
                  <a:gd name="T115" fmla="*/ 42 h 74"/>
                  <a:gd name="T116" fmla="*/ 69 w 100"/>
                  <a:gd name="T117" fmla="*/ 37 h 74"/>
                  <a:gd name="T118" fmla="*/ 75 w 100"/>
                  <a:gd name="T119" fmla="*/ 3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0" h="74">
                    <a:moveTo>
                      <a:pt x="75" y="33"/>
                    </a:moveTo>
                    <a:cubicBezTo>
                      <a:pt x="77" y="30"/>
                      <a:pt x="78" y="25"/>
                      <a:pt x="81" y="23"/>
                    </a:cubicBezTo>
                    <a:cubicBezTo>
                      <a:pt x="84" y="20"/>
                      <a:pt x="88" y="20"/>
                      <a:pt x="91" y="18"/>
                    </a:cubicBezTo>
                    <a:cubicBezTo>
                      <a:pt x="94" y="15"/>
                      <a:pt x="94" y="12"/>
                      <a:pt x="96" y="9"/>
                    </a:cubicBezTo>
                    <a:cubicBezTo>
                      <a:pt x="96" y="7"/>
                      <a:pt x="100" y="5"/>
                      <a:pt x="99" y="3"/>
                    </a:cubicBezTo>
                    <a:cubicBezTo>
                      <a:pt x="98" y="0"/>
                      <a:pt x="93" y="0"/>
                      <a:pt x="91" y="0"/>
                    </a:cubicBezTo>
                    <a:cubicBezTo>
                      <a:pt x="87" y="0"/>
                      <a:pt x="83" y="1"/>
                      <a:pt x="79" y="2"/>
                    </a:cubicBezTo>
                    <a:cubicBezTo>
                      <a:pt x="78" y="3"/>
                      <a:pt x="77" y="3"/>
                      <a:pt x="76" y="4"/>
                    </a:cubicBezTo>
                    <a:cubicBezTo>
                      <a:pt x="76" y="4"/>
                      <a:pt x="76" y="6"/>
                      <a:pt x="75" y="7"/>
                    </a:cubicBezTo>
                    <a:cubicBezTo>
                      <a:pt x="75" y="9"/>
                      <a:pt x="74" y="11"/>
                      <a:pt x="73" y="13"/>
                    </a:cubicBezTo>
                    <a:cubicBezTo>
                      <a:pt x="73" y="14"/>
                      <a:pt x="71" y="16"/>
                      <a:pt x="70" y="17"/>
                    </a:cubicBezTo>
                    <a:cubicBezTo>
                      <a:pt x="68" y="17"/>
                      <a:pt x="67" y="15"/>
                      <a:pt x="66" y="13"/>
                    </a:cubicBezTo>
                    <a:cubicBezTo>
                      <a:pt x="65" y="11"/>
                      <a:pt x="64" y="9"/>
                      <a:pt x="63" y="6"/>
                    </a:cubicBezTo>
                    <a:cubicBezTo>
                      <a:pt x="62" y="5"/>
                      <a:pt x="60" y="4"/>
                      <a:pt x="58" y="5"/>
                    </a:cubicBezTo>
                    <a:cubicBezTo>
                      <a:pt x="57" y="5"/>
                      <a:pt x="56" y="8"/>
                      <a:pt x="55" y="9"/>
                    </a:cubicBezTo>
                    <a:cubicBezTo>
                      <a:pt x="55" y="11"/>
                      <a:pt x="54" y="16"/>
                      <a:pt x="51" y="14"/>
                    </a:cubicBezTo>
                    <a:cubicBezTo>
                      <a:pt x="48" y="13"/>
                      <a:pt x="47" y="9"/>
                      <a:pt x="44" y="7"/>
                    </a:cubicBezTo>
                    <a:cubicBezTo>
                      <a:pt x="42" y="5"/>
                      <a:pt x="39" y="4"/>
                      <a:pt x="37" y="7"/>
                    </a:cubicBezTo>
                    <a:cubicBezTo>
                      <a:pt x="36" y="11"/>
                      <a:pt x="39" y="13"/>
                      <a:pt x="40" y="16"/>
                    </a:cubicBezTo>
                    <a:cubicBezTo>
                      <a:pt x="40" y="20"/>
                      <a:pt x="37" y="19"/>
                      <a:pt x="35" y="18"/>
                    </a:cubicBezTo>
                    <a:cubicBezTo>
                      <a:pt x="32" y="16"/>
                      <a:pt x="29" y="14"/>
                      <a:pt x="25" y="16"/>
                    </a:cubicBezTo>
                    <a:cubicBezTo>
                      <a:pt x="23" y="17"/>
                      <a:pt x="20" y="20"/>
                      <a:pt x="22" y="22"/>
                    </a:cubicBezTo>
                    <a:cubicBezTo>
                      <a:pt x="24" y="24"/>
                      <a:pt x="29" y="26"/>
                      <a:pt x="29" y="29"/>
                    </a:cubicBezTo>
                    <a:cubicBezTo>
                      <a:pt x="29" y="31"/>
                      <a:pt x="26" y="32"/>
                      <a:pt x="24" y="33"/>
                    </a:cubicBezTo>
                    <a:cubicBezTo>
                      <a:pt x="24" y="34"/>
                      <a:pt x="23" y="35"/>
                      <a:pt x="23" y="37"/>
                    </a:cubicBezTo>
                    <a:cubicBezTo>
                      <a:pt x="23" y="37"/>
                      <a:pt x="23" y="37"/>
                      <a:pt x="22" y="37"/>
                    </a:cubicBezTo>
                    <a:cubicBezTo>
                      <a:pt x="22" y="35"/>
                      <a:pt x="21" y="33"/>
                      <a:pt x="21" y="32"/>
                    </a:cubicBezTo>
                    <a:cubicBezTo>
                      <a:pt x="20" y="31"/>
                      <a:pt x="20" y="29"/>
                      <a:pt x="19" y="29"/>
                    </a:cubicBezTo>
                    <a:cubicBezTo>
                      <a:pt x="18" y="29"/>
                      <a:pt x="17" y="30"/>
                      <a:pt x="17" y="31"/>
                    </a:cubicBezTo>
                    <a:cubicBezTo>
                      <a:pt x="16" y="32"/>
                      <a:pt x="15" y="34"/>
                      <a:pt x="14" y="35"/>
                    </a:cubicBezTo>
                    <a:cubicBezTo>
                      <a:pt x="13" y="37"/>
                      <a:pt x="12" y="38"/>
                      <a:pt x="12" y="40"/>
                    </a:cubicBezTo>
                    <a:cubicBezTo>
                      <a:pt x="12" y="43"/>
                      <a:pt x="12" y="45"/>
                      <a:pt x="11" y="48"/>
                    </a:cubicBezTo>
                    <a:cubicBezTo>
                      <a:pt x="9" y="50"/>
                      <a:pt x="9" y="54"/>
                      <a:pt x="7" y="57"/>
                    </a:cubicBezTo>
                    <a:cubicBezTo>
                      <a:pt x="5" y="59"/>
                      <a:pt x="1" y="59"/>
                      <a:pt x="0" y="63"/>
                    </a:cubicBezTo>
                    <a:cubicBezTo>
                      <a:pt x="0" y="67"/>
                      <a:pt x="4" y="74"/>
                      <a:pt x="8" y="72"/>
                    </a:cubicBezTo>
                    <a:cubicBezTo>
                      <a:pt x="10" y="72"/>
                      <a:pt x="11" y="70"/>
                      <a:pt x="12" y="69"/>
                    </a:cubicBezTo>
                    <a:cubicBezTo>
                      <a:pt x="13" y="68"/>
                      <a:pt x="13" y="66"/>
                      <a:pt x="14" y="66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19" y="67"/>
                      <a:pt x="20" y="67"/>
                      <a:pt x="22" y="67"/>
                    </a:cubicBezTo>
                    <a:cubicBezTo>
                      <a:pt x="23" y="66"/>
                      <a:pt x="25" y="65"/>
                      <a:pt x="26" y="64"/>
                    </a:cubicBezTo>
                    <a:cubicBezTo>
                      <a:pt x="28" y="63"/>
                      <a:pt x="29" y="63"/>
                      <a:pt x="31" y="62"/>
                    </a:cubicBezTo>
                    <a:cubicBezTo>
                      <a:pt x="34" y="61"/>
                      <a:pt x="37" y="61"/>
                      <a:pt x="40" y="59"/>
                    </a:cubicBezTo>
                    <a:cubicBezTo>
                      <a:pt x="42" y="58"/>
                      <a:pt x="45" y="58"/>
                      <a:pt x="46" y="55"/>
                    </a:cubicBezTo>
                    <a:cubicBezTo>
                      <a:pt x="48" y="52"/>
                      <a:pt x="46" y="49"/>
                      <a:pt x="46" y="45"/>
                    </a:cubicBezTo>
                    <a:cubicBezTo>
                      <a:pt x="45" y="43"/>
                      <a:pt x="48" y="42"/>
                      <a:pt x="50" y="40"/>
                    </a:cubicBezTo>
                    <a:cubicBezTo>
                      <a:pt x="51" y="37"/>
                      <a:pt x="50" y="33"/>
                      <a:pt x="52" y="31"/>
                    </a:cubicBezTo>
                    <a:cubicBezTo>
                      <a:pt x="53" y="29"/>
                      <a:pt x="55" y="29"/>
                      <a:pt x="56" y="29"/>
                    </a:cubicBezTo>
                    <a:cubicBezTo>
                      <a:pt x="57" y="30"/>
                      <a:pt x="57" y="30"/>
                      <a:pt x="58" y="30"/>
                    </a:cubicBezTo>
                    <a:cubicBezTo>
                      <a:pt x="58" y="30"/>
                      <a:pt x="59" y="30"/>
                      <a:pt x="59" y="31"/>
                    </a:cubicBezTo>
                    <a:cubicBezTo>
                      <a:pt x="60" y="31"/>
                      <a:pt x="60" y="32"/>
                      <a:pt x="60" y="33"/>
                    </a:cubicBezTo>
                    <a:cubicBezTo>
                      <a:pt x="60" y="35"/>
                      <a:pt x="59" y="36"/>
                      <a:pt x="58" y="37"/>
                    </a:cubicBezTo>
                    <a:cubicBezTo>
                      <a:pt x="57" y="38"/>
                      <a:pt x="57" y="40"/>
                      <a:pt x="56" y="41"/>
                    </a:cubicBezTo>
                    <a:cubicBezTo>
                      <a:pt x="55" y="42"/>
                      <a:pt x="55" y="43"/>
                      <a:pt x="55" y="45"/>
                    </a:cubicBezTo>
                    <a:cubicBezTo>
                      <a:pt x="55" y="46"/>
                      <a:pt x="55" y="46"/>
                      <a:pt x="55" y="47"/>
                    </a:cubicBezTo>
                    <a:cubicBezTo>
                      <a:pt x="56" y="48"/>
                      <a:pt x="57" y="50"/>
                      <a:pt x="58" y="50"/>
                    </a:cubicBezTo>
                    <a:cubicBezTo>
                      <a:pt x="60" y="49"/>
                      <a:pt x="60" y="47"/>
                      <a:pt x="60" y="46"/>
                    </a:cubicBezTo>
                    <a:cubicBezTo>
                      <a:pt x="61" y="45"/>
                      <a:pt x="62" y="44"/>
                      <a:pt x="63" y="43"/>
                    </a:cubicBezTo>
                    <a:cubicBezTo>
                      <a:pt x="63" y="43"/>
                      <a:pt x="64" y="42"/>
                      <a:pt x="65" y="42"/>
                    </a:cubicBezTo>
                    <a:cubicBezTo>
                      <a:pt x="67" y="41"/>
                      <a:pt x="68" y="39"/>
                      <a:pt x="69" y="37"/>
                    </a:cubicBezTo>
                    <a:cubicBezTo>
                      <a:pt x="72" y="36"/>
                      <a:pt x="74" y="35"/>
                      <a:pt x="75" y="3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94" name="Freeform 2696">
                <a:extLst>
                  <a:ext uri="{FF2B5EF4-FFF2-40B4-BE49-F238E27FC236}">
                    <a16:creationId xmlns:a16="http://schemas.microsoft.com/office/drawing/2014/main" id="{27F4A07D-99C4-4302-A84C-3D4471B55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761"/>
                <a:ext cx="9" cy="8"/>
              </a:xfrm>
              <a:custGeom>
                <a:avLst/>
                <a:gdLst>
                  <a:gd name="T0" fmla="*/ 15 w 20"/>
                  <a:gd name="T1" fmla="*/ 5 h 20"/>
                  <a:gd name="T2" fmla="*/ 18 w 20"/>
                  <a:gd name="T3" fmla="*/ 9 h 20"/>
                  <a:gd name="T4" fmla="*/ 19 w 20"/>
                  <a:gd name="T5" fmla="*/ 14 h 20"/>
                  <a:gd name="T6" fmla="*/ 17 w 20"/>
                  <a:gd name="T7" fmla="*/ 19 h 20"/>
                  <a:gd name="T8" fmla="*/ 12 w 20"/>
                  <a:gd name="T9" fmla="*/ 20 h 20"/>
                  <a:gd name="T10" fmla="*/ 9 w 20"/>
                  <a:gd name="T11" fmla="*/ 17 h 20"/>
                  <a:gd name="T12" fmla="*/ 7 w 20"/>
                  <a:gd name="T13" fmla="*/ 12 h 20"/>
                  <a:gd name="T14" fmla="*/ 2 w 20"/>
                  <a:gd name="T15" fmla="*/ 10 h 20"/>
                  <a:gd name="T16" fmla="*/ 1 w 20"/>
                  <a:gd name="T17" fmla="*/ 5 h 20"/>
                  <a:gd name="T18" fmla="*/ 4 w 20"/>
                  <a:gd name="T19" fmla="*/ 1 h 20"/>
                  <a:gd name="T20" fmla="*/ 8 w 20"/>
                  <a:gd name="T21" fmla="*/ 0 h 20"/>
                  <a:gd name="T22" fmla="*/ 11 w 20"/>
                  <a:gd name="T23" fmla="*/ 3 h 20"/>
                  <a:gd name="T24" fmla="*/ 15 w 20"/>
                  <a:gd name="T25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20">
                    <a:moveTo>
                      <a:pt x="15" y="5"/>
                    </a:moveTo>
                    <a:cubicBezTo>
                      <a:pt x="17" y="6"/>
                      <a:pt x="18" y="7"/>
                      <a:pt x="18" y="9"/>
                    </a:cubicBezTo>
                    <a:cubicBezTo>
                      <a:pt x="19" y="11"/>
                      <a:pt x="20" y="13"/>
                      <a:pt x="19" y="14"/>
                    </a:cubicBezTo>
                    <a:cubicBezTo>
                      <a:pt x="19" y="16"/>
                      <a:pt x="18" y="17"/>
                      <a:pt x="17" y="19"/>
                    </a:cubicBezTo>
                    <a:cubicBezTo>
                      <a:pt x="16" y="20"/>
                      <a:pt x="14" y="20"/>
                      <a:pt x="12" y="20"/>
                    </a:cubicBezTo>
                    <a:cubicBezTo>
                      <a:pt x="11" y="19"/>
                      <a:pt x="9" y="18"/>
                      <a:pt x="9" y="17"/>
                    </a:cubicBezTo>
                    <a:cubicBezTo>
                      <a:pt x="8" y="15"/>
                      <a:pt x="9" y="13"/>
                      <a:pt x="7" y="12"/>
                    </a:cubicBezTo>
                    <a:cubicBezTo>
                      <a:pt x="6" y="11"/>
                      <a:pt x="3" y="11"/>
                      <a:pt x="2" y="10"/>
                    </a:cubicBezTo>
                    <a:cubicBezTo>
                      <a:pt x="0" y="9"/>
                      <a:pt x="0" y="6"/>
                      <a:pt x="1" y="5"/>
                    </a:cubicBezTo>
                    <a:cubicBezTo>
                      <a:pt x="1" y="2"/>
                      <a:pt x="2" y="1"/>
                      <a:pt x="4" y="1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10" y="1"/>
                      <a:pt x="10" y="2"/>
                      <a:pt x="11" y="3"/>
                    </a:cubicBezTo>
                    <a:cubicBezTo>
                      <a:pt x="12" y="4"/>
                      <a:pt x="14" y="5"/>
                      <a:pt x="15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95" name="Freeform 2697">
                <a:extLst>
                  <a:ext uri="{FF2B5EF4-FFF2-40B4-BE49-F238E27FC236}">
                    <a16:creationId xmlns:a16="http://schemas.microsoft.com/office/drawing/2014/main" id="{15A38172-3792-464D-B31F-B89A93695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760"/>
                <a:ext cx="29" cy="29"/>
              </a:xfrm>
              <a:custGeom>
                <a:avLst/>
                <a:gdLst>
                  <a:gd name="T0" fmla="*/ 49 w 70"/>
                  <a:gd name="T1" fmla="*/ 21 h 71"/>
                  <a:gd name="T2" fmla="*/ 49 w 70"/>
                  <a:gd name="T3" fmla="*/ 17 h 71"/>
                  <a:gd name="T4" fmla="*/ 56 w 70"/>
                  <a:gd name="T5" fmla="*/ 16 h 71"/>
                  <a:gd name="T6" fmla="*/ 56 w 70"/>
                  <a:gd name="T7" fmla="*/ 10 h 71"/>
                  <a:gd name="T8" fmla="*/ 52 w 70"/>
                  <a:gd name="T9" fmla="*/ 5 h 71"/>
                  <a:gd name="T10" fmla="*/ 49 w 70"/>
                  <a:gd name="T11" fmla="*/ 0 h 71"/>
                  <a:gd name="T12" fmla="*/ 43 w 70"/>
                  <a:gd name="T13" fmla="*/ 4 h 71"/>
                  <a:gd name="T14" fmla="*/ 36 w 70"/>
                  <a:gd name="T15" fmla="*/ 9 h 71"/>
                  <a:gd name="T16" fmla="*/ 34 w 70"/>
                  <a:gd name="T17" fmla="*/ 17 h 71"/>
                  <a:gd name="T18" fmla="*/ 27 w 70"/>
                  <a:gd name="T19" fmla="*/ 14 h 71"/>
                  <a:gd name="T20" fmla="*/ 23 w 70"/>
                  <a:gd name="T21" fmla="*/ 11 h 71"/>
                  <a:gd name="T22" fmla="*/ 13 w 70"/>
                  <a:gd name="T23" fmla="*/ 12 h 71"/>
                  <a:gd name="T24" fmla="*/ 5 w 70"/>
                  <a:gd name="T25" fmla="*/ 19 h 71"/>
                  <a:gd name="T26" fmla="*/ 15 w 70"/>
                  <a:gd name="T27" fmla="*/ 24 h 71"/>
                  <a:gd name="T28" fmla="*/ 6 w 70"/>
                  <a:gd name="T29" fmla="*/ 32 h 71"/>
                  <a:gd name="T30" fmla="*/ 10 w 70"/>
                  <a:gd name="T31" fmla="*/ 43 h 71"/>
                  <a:gd name="T32" fmla="*/ 11 w 70"/>
                  <a:gd name="T33" fmla="*/ 47 h 71"/>
                  <a:gd name="T34" fmla="*/ 1 w 70"/>
                  <a:gd name="T35" fmla="*/ 55 h 71"/>
                  <a:gd name="T36" fmla="*/ 1 w 70"/>
                  <a:gd name="T37" fmla="*/ 65 h 71"/>
                  <a:gd name="T38" fmla="*/ 5 w 70"/>
                  <a:gd name="T39" fmla="*/ 71 h 71"/>
                  <a:gd name="T40" fmla="*/ 9 w 70"/>
                  <a:gd name="T41" fmla="*/ 59 h 71"/>
                  <a:gd name="T42" fmla="*/ 15 w 70"/>
                  <a:gd name="T43" fmla="*/ 63 h 71"/>
                  <a:gd name="T44" fmla="*/ 24 w 70"/>
                  <a:gd name="T45" fmla="*/ 54 h 71"/>
                  <a:gd name="T46" fmla="*/ 28 w 70"/>
                  <a:gd name="T47" fmla="*/ 52 h 71"/>
                  <a:gd name="T48" fmla="*/ 32 w 70"/>
                  <a:gd name="T49" fmla="*/ 60 h 71"/>
                  <a:gd name="T50" fmla="*/ 41 w 70"/>
                  <a:gd name="T51" fmla="*/ 49 h 71"/>
                  <a:gd name="T52" fmla="*/ 36 w 70"/>
                  <a:gd name="T53" fmla="*/ 43 h 71"/>
                  <a:gd name="T54" fmla="*/ 51 w 70"/>
                  <a:gd name="T55" fmla="*/ 40 h 71"/>
                  <a:gd name="T56" fmla="*/ 58 w 70"/>
                  <a:gd name="T57" fmla="*/ 34 h 71"/>
                  <a:gd name="T58" fmla="*/ 66 w 70"/>
                  <a:gd name="T59" fmla="*/ 32 h 71"/>
                  <a:gd name="T60" fmla="*/ 69 w 70"/>
                  <a:gd name="T61" fmla="*/ 23 h 71"/>
                  <a:gd name="T62" fmla="*/ 65 w 70"/>
                  <a:gd name="T63" fmla="*/ 17 h 71"/>
                  <a:gd name="T64" fmla="*/ 60 w 70"/>
                  <a:gd name="T65" fmla="*/ 19 h 71"/>
                  <a:gd name="T66" fmla="*/ 55 w 70"/>
                  <a:gd name="T67" fmla="*/ 21 h 71"/>
                  <a:gd name="T68" fmla="*/ 51 w 70"/>
                  <a:gd name="T69" fmla="*/ 2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0" h="71">
                    <a:moveTo>
                      <a:pt x="51" y="21"/>
                    </a:moveTo>
                    <a:cubicBezTo>
                      <a:pt x="50" y="21"/>
                      <a:pt x="50" y="21"/>
                      <a:pt x="49" y="21"/>
                    </a:cubicBezTo>
                    <a:cubicBezTo>
                      <a:pt x="49" y="20"/>
                      <a:pt x="49" y="20"/>
                      <a:pt x="49" y="19"/>
                    </a:cubicBezTo>
                    <a:cubicBezTo>
                      <a:pt x="49" y="18"/>
                      <a:pt x="48" y="18"/>
                      <a:pt x="49" y="17"/>
                    </a:cubicBezTo>
                    <a:cubicBezTo>
                      <a:pt x="50" y="16"/>
                      <a:pt x="52" y="16"/>
                      <a:pt x="53" y="16"/>
                    </a:cubicBezTo>
                    <a:cubicBezTo>
                      <a:pt x="54" y="16"/>
                      <a:pt x="55" y="16"/>
                      <a:pt x="56" y="16"/>
                    </a:cubicBezTo>
                    <a:cubicBezTo>
                      <a:pt x="56" y="15"/>
                      <a:pt x="57" y="14"/>
                      <a:pt x="56" y="13"/>
                    </a:cubicBezTo>
                    <a:cubicBezTo>
                      <a:pt x="56" y="12"/>
                      <a:pt x="56" y="11"/>
                      <a:pt x="56" y="10"/>
                    </a:cubicBezTo>
                    <a:cubicBezTo>
                      <a:pt x="56" y="9"/>
                      <a:pt x="56" y="8"/>
                      <a:pt x="56" y="8"/>
                    </a:cubicBezTo>
                    <a:cubicBezTo>
                      <a:pt x="55" y="6"/>
                      <a:pt x="53" y="7"/>
                      <a:pt x="52" y="5"/>
                    </a:cubicBezTo>
                    <a:cubicBezTo>
                      <a:pt x="52" y="4"/>
                      <a:pt x="52" y="3"/>
                      <a:pt x="52" y="2"/>
                    </a:cubicBezTo>
                    <a:cubicBezTo>
                      <a:pt x="51" y="1"/>
                      <a:pt x="50" y="0"/>
                      <a:pt x="49" y="0"/>
                    </a:cubicBezTo>
                    <a:cubicBezTo>
                      <a:pt x="47" y="0"/>
                      <a:pt x="46" y="2"/>
                      <a:pt x="44" y="3"/>
                    </a:cubicBezTo>
                    <a:cubicBezTo>
                      <a:pt x="44" y="3"/>
                      <a:pt x="43" y="4"/>
                      <a:pt x="43" y="4"/>
                    </a:cubicBezTo>
                    <a:cubicBezTo>
                      <a:pt x="42" y="5"/>
                      <a:pt x="42" y="6"/>
                      <a:pt x="41" y="6"/>
                    </a:cubicBezTo>
                    <a:cubicBezTo>
                      <a:pt x="40" y="8"/>
                      <a:pt x="37" y="7"/>
                      <a:pt x="36" y="9"/>
                    </a:cubicBezTo>
                    <a:cubicBezTo>
                      <a:pt x="35" y="10"/>
                      <a:pt x="34" y="12"/>
                      <a:pt x="34" y="13"/>
                    </a:cubicBezTo>
                    <a:cubicBezTo>
                      <a:pt x="33" y="14"/>
                      <a:pt x="34" y="16"/>
                      <a:pt x="34" y="17"/>
                    </a:cubicBezTo>
                    <a:cubicBezTo>
                      <a:pt x="34" y="19"/>
                      <a:pt x="33" y="22"/>
                      <a:pt x="31" y="20"/>
                    </a:cubicBezTo>
                    <a:cubicBezTo>
                      <a:pt x="29" y="18"/>
                      <a:pt x="29" y="16"/>
                      <a:pt x="27" y="14"/>
                    </a:cubicBezTo>
                    <a:cubicBezTo>
                      <a:pt x="26" y="14"/>
                      <a:pt x="25" y="14"/>
                      <a:pt x="24" y="13"/>
                    </a:cubicBezTo>
                    <a:cubicBezTo>
                      <a:pt x="24" y="12"/>
                      <a:pt x="23" y="11"/>
                      <a:pt x="23" y="11"/>
                    </a:cubicBezTo>
                    <a:cubicBezTo>
                      <a:pt x="22" y="9"/>
                      <a:pt x="20" y="8"/>
                      <a:pt x="18" y="10"/>
                    </a:cubicBezTo>
                    <a:cubicBezTo>
                      <a:pt x="16" y="11"/>
                      <a:pt x="15" y="11"/>
                      <a:pt x="13" y="12"/>
                    </a:cubicBezTo>
                    <a:cubicBezTo>
                      <a:pt x="11" y="12"/>
                      <a:pt x="9" y="12"/>
                      <a:pt x="8" y="14"/>
                    </a:cubicBezTo>
                    <a:cubicBezTo>
                      <a:pt x="7" y="15"/>
                      <a:pt x="5" y="17"/>
                      <a:pt x="5" y="19"/>
                    </a:cubicBezTo>
                    <a:cubicBezTo>
                      <a:pt x="6" y="21"/>
                      <a:pt x="9" y="21"/>
                      <a:pt x="11" y="21"/>
                    </a:cubicBezTo>
                    <a:cubicBezTo>
                      <a:pt x="13" y="21"/>
                      <a:pt x="15" y="21"/>
                      <a:pt x="15" y="24"/>
                    </a:cubicBezTo>
                    <a:cubicBezTo>
                      <a:pt x="16" y="27"/>
                      <a:pt x="15" y="29"/>
                      <a:pt x="13" y="30"/>
                    </a:cubicBezTo>
                    <a:cubicBezTo>
                      <a:pt x="10" y="31"/>
                      <a:pt x="7" y="30"/>
                      <a:pt x="6" y="32"/>
                    </a:cubicBezTo>
                    <a:cubicBezTo>
                      <a:pt x="4" y="34"/>
                      <a:pt x="4" y="37"/>
                      <a:pt x="4" y="39"/>
                    </a:cubicBezTo>
                    <a:cubicBezTo>
                      <a:pt x="4" y="42"/>
                      <a:pt x="7" y="43"/>
                      <a:pt x="10" y="43"/>
                    </a:cubicBezTo>
                    <a:cubicBezTo>
                      <a:pt x="11" y="43"/>
                      <a:pt x="12" y="43"/>
                      <a:pt x="12" y="44"/>
                    </a:cubicBezTo>
                    <a:cubicBezTo>
                      <a:pt x="13" y="45"/>
                      <a:pt x="11" y="46"/>
                      <a:pt x="11" y="47"/>
                    </a:cubicBezTo>
                    <a:cubicBezTo>
                      <a:pt x="9" y="49"/>
                      <a:pt x="7" y="50"/>
                      <a:pt x="5" y="51"/>
                    </a:cubicBezTo>
                    <a:cubicBezTo>
                      <a:pt x="3" y="52"/>
                      <a:pt x="2" y="53"/>
                      <a:pt x="1" y="55"/>
                    </a:cubicBezTo>
                    <a:cubicBezTo>
                      <a:pt x="1" y="56"/>
                      <a:pt x="1" y="58"/>
                      <a:pt x="1" y="60"/>
                    </a:cubicBezTo>
                    <a:cubicBezTo>
                      <a:pt x="1" y="62"/>
                      <a:pt x="1" y="63"/>
                      <a:pt x="1" y="65"/>
                    </a:cubicBezTo>
                    <a:cubicBezTo>
                      <a:pt x="1" y="66"/>
                      <a:pt x="0" y="69"/>
                      <a:pt x="1" y="70"/>
                    </a:cubicBezTo>
                    <a:cubicBezTo>
                      <a:pt x="2" y="71"/>
                      <a:pt x="4" y="71"/>
                      <a:pt x="5" y="71"/>
                    </a:cubicBezTo>
                    <a:cubicBezTo>
                      <a:pt x="6" y="70"/>
                      <a:pt x="6" y="69"/>
                      <a:pt x="7" y="68"/>
                    </a:cubicBezTo>
                    <a:cubicBezTo>
                      <a:pt x="10" y="66"/>
                      <a:pt x="9" y="62"/>
                      <a:pt x="9" y="59"/>
                    </a:cubicBezTo>
                    <a:cubicBezTo>
                      <a:pt x="9" y="57"/>
                      <a:pt x="10" y="51"/>
                      <a:pt x="13" y="53"/>
                    </a:cubicBezTo>
                    <a:cubicBezTo>
                      <a:pt x="16" y="56"/>
                      <a:pt x="13" y="60"/>
                      <a:pt x="15" y="63"/>
                    </a:cubicBezTo>
                    <a:cubicBezTo>
                      <a:pt x="17" y="65"/>
                      <a:pt x="20" y="66"/>
                      <a:pt x="23" y="64"/>
                    </a:cubicBezTo>
                    <a:cubicBezTo>
                      <a:pt x="26" y="63"/>
                      <a:pt x="24" y="57"/>
                      <a:pt x="24" y="54"/>
                    </a:cubicBezTo>
                    <a:cubicBezTo>
                      <a:pt x="24" y="53"/>
                      <a:pt x="24" y="52"/>
                      <a:pt x="25" y="51"/>
                    </a:cubicBezTo>
                    <a:cubicBezTo>
                      <a:pt x="26" y="51"/>
                      <a:pt x="28" y="51"/>
                      <a:pt x="28" y="52"/>
                    </a:cubicBezTo>
                    <a:cubicBezTo>
                      <a:pt x="29" y="53"/>
                      <a:pt x="29" y="55"/>
                      <a:pt x="29" y="57"/>
                    </a:cubicBezTo>
                    <a:cubicBezTo>
                      <a:pt x="29" y="58"/>
                      <a:pt x="30" y="59"/>
                      <a:pt x="32" y="60"/>
                    </a:cubicBezTo>
                    <a:cubicBezTo>
                      <a:pt x="34" y="61"/>
                      <a:pt x="36" y="59"/>
                      <a:pt x="38" y="58"/>
                    </a:cubicBezTo>
                    <a:cubicBezTo>
                      <a:pt x="41" y="57"/>
                      <a:pt x="41" y="52"/>
                      <a:pt x="41" y="49"/>
                    </a:cubicBezTo>
                    <a:cubicBezTo>
                      <a:pt x="40" y="46"/>
                      <a:pt x="37" y="48"/>
                      <a:pt x="35" y="46"/>
                    </a:cubicBezTo>
                    <a:cubicBezTo>
                      <a:pt x="34" y="45"/>
                      <a:pt x="35" y="44"/>
                      <a:pt x="36" y="43"/>
                    </a:cubicBezTo>
                    <a:cubicBezTo>
                      <a:pt x="37" y="42"/>
                      <a:pt x="38" y="42"/>
                      <a:pt x="39" y="40"/>
                    </a:cubicBezTo>
                    <a:cubicBezTo>
                      <a:pt x="41" y="36"/>
                      <a:pt x="47" y="39"/>
                      <a:pt x="51" y="40"/>
                    </a:cubicBezTo>
                    <a:cubicBezTo>
                      <a:pt x="54" y="40"/>
                      <a:pt x="57" y="41"/>
                      <a:pt x="58" y="37"/>
                    </a:cubicBezTo>
                    <a:cubicBezTo>
                      <a:pt x="58" y="36"/>
                      <a:pt x="58" y="35"/>
                      <a:pt x="58" y="34"/>
                    </a:cubicBezTo>
                    <a:cubicBezTo>
                      <a:pt x="59" y="33"/>
                      <a:pt x="61" y="33"/>
                      <a:pt x="62" y="33"/>
                    </a:cubicBezTo>
                    <a:cubicBezTo>
                      <a:pt x="63" y="32"/>
                      <a:pt x="65" y="33"/>
                      <a:pt x="66" y="32"/>
                    </a:cubicBezTo>
                    <a:cubicBezTo>
                      <a:pt x="68" y="31"/>
                      <a:pt x="67" y="30"/>
                      <a:pt x="67" y="28"/>
                    </a:cubicBezTo>
                    <a:cubicBezTo>
                      <a:pt x="68" y="26"/>
                      <a:pt x="70" y="25"/>
                      <a:pt x="69" y="23"/>
                    </a:cubicBezTo>
                    <a:cubicBezTo>
                      <a:pt x="68" y="22"/>
                      <a:pt x="67" y="22"/>
                      <a:pt x="66" y="21"/>
                    </a:cubicBezTo>
                    <a:cubicBezTo>
                      <a:pt x="64" y="20"/>
                      <a:pt x="65" y="19"/>
                      <a:pt x="65" y="17"/>
                    </a:cubicBezTo>
                    <a:cubicBezTo>
                      <a:pt x="65" y="16"/>
                      <a:pt x="64" y="15"/>
                      <a:pt x="63" y="15"/>
                    </a:cubicBezTo>
                    <a:cubicBezTo>
                      <a:pt x="61" y="15"/>
                      <a:pt x="60" y="17"/>
                      <a:pt x="60" y="19"/>
                    </a:cubicBezTo>
                    <a:cubicBezTo>
                      <a:pt x="60" y="20"/>
                      <a:pt x="60" y="21"/>
                      <a:pt x="59" y="22"/>
                    </a:cubicBezTo>
                    <a:cubicBezTo>
                      <a:pt x="58" y="22"/>
                      <a:pt x="56" y="21"/>
                      <a:pt x="55" y="21"/>
                    </a:cubicBezTo>
                    <a:cubicBezTo>
                      <a:pt x="54" y="21"/>
                      <a:pt x="53" y="22"/>
                      <a:pt x="52" y="22"/>
                    </a:cubicBezTo>
                    <a:cubicBezTo>
                      <a:pt x="52" y="22"/>
                      <a:pt x="51" y="21"/>
                      <a:pt x="51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96" name="Freeform 2698">
                <a:extLst>
                  <a:ext uri="{FF2B5EF4-FFF2-40B4-BE49-F238E27FC236}">
                    <a16:creationId xmlns:a16="http://schemas.microsoft.com/office/drawing/2014/main" id="{D5C9978B-5659-4E1D-8CD4-16A288C52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777"/>
                <a:ext cx="13" cy="18"/>
              </a:xfrm>
              <a:custGeom>
                <a:avLst/>
                <a:gdLst>
                  <a:gd name="T0" fmla="*/ 10 w 31"/>
                  <a:gd name="T1" fmla="*/ 35 h 43"/>
                  <a:gd name="T2" fmla="*/ 10 w 31"/>
                  <a:gd name="T3" fmla="*/ 32 h 43"/>
                  <a:gd name="T4" fmla="*/ 7 w 31"/>
                  <a:gd name="T5" fmla="*/ 32 h 43"/>
                  <a:gd name="T6" fmla="*/ 4 w 31"/>
                  <a:gd name="T7" fmla="*/ 33 h 43"/>
                  <a:gd name="T8" fmla="*/ 4 w 31"/>
                  <a:gd name="T9" fmla="*/ 37 h 43"/>
                  <a:gd name="T10" fmla="*/ 2 w 31"/>
                  <a:gd name="T11" fmla="*/ 40 h 43"/>
                  <a:gd name="T12" fmla="*/ 1 w 31"/>
                  <a:gd name="T13" fmla="*/ 39 h 43"/>
                  <a:gd name="T14" fmla="*/ 0 w 31"/>
                  <a:gd name="T15" fmla="*/ 32 h 43"/>
                  <a:gd name="T16" fmla="*/ 1 w 31"/>
                  <a:gd name="T17" fmla="*/ 29 h 43"/>
                  <a:gd name="T18" fmla="*/ 3 w 31"/>
                  <a:gd name="T19" fmla="*/ 26 h 43"/>
                  <a:gd name="T20" fmla="*/ 6 w 31"/>
                  <a:gd name="T21" fmla="*/ 17 h 43"/>
                  <a:gd name="T22" fmla="*/ 14 w 31"/>
                  <a:gd name="T23" fmla="*/ 17 h 43"/>
                  <a:gd name="T24" fmla="*/ 17 w 31"/>
                  <a:gd name="T25" fmla="*/ 21 h 43"/>
                  <a:gd name="T26" fmla="*/ 18 w 31"/>
                  <a:gd name="T27" fmla="*/ 14 h 43"/>
                  <a:gd name="T28" fmla="*/ 15 w 31"/>
                  <a:gd name="T29" fmla="*/ 8 h 43"/>
                  <a:gd name="T30" fmla="*/ 19 w 31"/>
                  <a:gd name="T31" fmla="*/ 2 h 43"/>
                  <a:gd name="T32" fmla="*/ 23 w 31"/>
                  <a:gd name="T33" fmla="*/ 4 h 43"/>
                  <a:gd name="T34" fmla="*/ 29 w 31"/>
                  <a:gd name="T35" fmla="*/ 8 h 43"/>
                  <a:gd name="T36" fmla="*/ 27 w 31"/>
                  <a:gd name="T37" fmla="*/ 14 h 43"/>
                  <a:gd name="T38" fmla="*/ 24 w 31"/>
                  <a:gd name="T39" fmla="*/ 21 h 43"/>
                  <a:gd name="T40" fmla="*/ 23 w 31"/>
                  <a:gd name="T41" fmla="*/ 27 h 43"/>
                  <a:gd name="T42" fmla="*/ 22 w 31"/>
                  <a:gd name="T43" fmla="*/ 32 h 43"/>
                  <a:gd name="T44" fmla="*/ 20 w 31"/>
                  <a:gd name="T45" fmla="*/ 33 h 43"/>
                  <a:gd name="T46" fmla="*/ 18 w 31"/>
                  <a:gd name="T47" fmla="*/ 34 h 43"/>
                  <a:gd name="T48" fmla="*/ 16 w 31"/>
                  <a:gd name="T49" fmla="*/ 38 h 43"/>
                  <a:gd name="T50" fmla="*/ 14 w 31"/>
                  <a:gd name="T51" fmla="*/ 38 h 43"/>
                  <a:gd name="T52" fmla="*/ 13 w 31"/>
                  <a:gd name="T53" fmla="*/ 41 h 43"/>
                  <a:gd name="T54" fmla="*/ 12 w 31"/>
                  <a:gd name="T55" fmla="*/ 43 h 43"/>
                  <a:gd name="T56" fmla="*/ 10 w 31"/>
                  <a:gd name="T57" fmla="*/ 43 h 43"/>
                  <a:gd name="T58" fmla="*/ 10 w 31"/>
                  <a:gd name="T59" fmla="*/ 3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" h="43">
                    <a:moveTo>
                      <a:pt x="10" y="35"/>
                    </a:moveTo>
                    <a:cubicBezTo>
                      <a:pt x="10" y="34"/>
                      <a:pt x="10" y="32"/>
                      <a:pt x="10" y="32"/>
                    </a:cubicBezTo>
                    <a:cubicBezTo>
                      <a:pt x="9" y="30"/>
                      <a:pt x="8" y="31"/>
                      <a:pt x="7" y="32"/>
                    </a:cubicBezTo>
                    <a:cubicBezTo>
                      <a:pt x="6" y="32"/>
                      <a:pt x="5" y="32"/>
                      <a:pt x="4" y="33"/>
                    </a:cubicBezTo>
                    <a:cubicBezTo>
                      <a:pt x="3" y="34"/>
                      <a:pt x="4" y="36"/>
                      <a:pt x="4" y="37"/>
                    </a:cubicBezTo>
                    <a:cubicBezTo>
                      <a:pt x="3" y="38"/>
                      <a:pt x="3" y="40"/>
                      <a:pt x="2" y="40"/>
                    </a:cubicBezTo>
                    <a:cubicBezTo>
                      <a:pt x="2" y="41"/>
                      <a:pt x="1" y="40"/>
                      <a:pt x="1" y="39"/>
                    </a:cubicBezTo>
                    <a:cubicBezTo>
                      <a:pt x="0" y="37"/>
                      <a:pt x="0" y="34"/>
                      <a:pt x="0" y="32"/>
                    </a:cubicBezTo>
                    <a:cubicBezTo>
                      <a:pt x="1" y="31"/>
                      <a:pt x="1" y="30"/>
                      <a:pt x="1" y="29"/>
                    </a:cubicBezTo>
                    <a:cubicBezTo>
                      <a:pt x="2" y="28"/>
                      <a:pt x="2" y="27"/>
                      <a:pt x="3" y="26"/>
                    </a:cubicBezTo>
                    <a:cubicBezTo>
                      <a:pt x="5" y="23"/>
                      <a:pt x="4" y="19"/>
                      <a:pt x="6" y="17"/>
                    </a:cubicBezTo>
                    <a:cubicBezTo>
                      <a:pt x="8" y="15"/>
                      <a:pt x="13" y="14"/>
                      <a:pt x="14" y="17"/>
                    </a:cubicBezTo>
                    <a:cubicBezTo>
                      <a:pt x="15" y="18"/>
                      <a:pt x="15" y="23"/>
                      <a:pt x="17" y="21"/>
                    </a:cubicBezTo>
                    <a:cubicBezTo>
                      <a:pt x="19" y="19"/>
                      <a:pt x="20" y="16"/>
                      <a:pt x="18" y="14"/>
                    </a:cubicBezTo>
                    <a:cubicBezTo>
                      <a:pt x="16" y="12"/>
                      <a:pt x="14" y="11"/>
                      <a:pt x="15" y="8"/>
                    </a:cubicBezTo>
                    <a:cubicBezTo>
                      <a:pt x="16" y="6"/>
                      <a:pt x="17" y="3"/>
                      <a:pt x="19" y="2"/>
                    </a:cubicBezTo>
                    <a:cubicBezTo>
                      <a:pt x="21" y="0"/>
                      <a:pt x="22" y="2"/>
                      <a:pt x="23" y="4"/>
                    </a:cubicBezTo>
                    <a:cubicBezTo>
                      <a:pt x="24" y="6"/>
                      <a:pt x="27" y="6"/>
                      <a:pt x="29" y="8"/>
                    </a:cubicBezTo>
                    <a:cubicBezTo>
                      <a:pt x="31" y="11"/>
                      <a:pt x="29" y="12"/>
                      <a:pt x="27" y="14"/>
                    </a:cubicBezTo>
                    <a:cubicBezTo>
                      <a:pt x="26" y="16"/>
                      <a:pt x="25" y="19"/>
                      <a:pt x="24" y="21"/>
                    </a:cubicBezTo>
                    <a:cubicBezTo>
                      <a:pt x="23" y="23"/>
                      <a:pt x="23" y="25"/>
                      <a:pt x="23" y="27"/>
                    </a:cubicBezTo>
                    <a:cubicBezTo>
                      <a:pt x="23" y="28"/>
                      <a:pt x="23" y="31"/>
                      <a:pt x="22" y="32"/>
                    </a:cubicBezTo>
                    <a:cubicBezTo>
                      <a:pt x="22" y="33"/>
                      <a:pt x="21" y="33"/>
                      <a:pt x="20" y="33"/>
                    </a:cubicBezTo>
                    <a:cubicBezTo>
                      <a:pt x="19" y="33"/>
                      <a:pt x="18" y="33"/>
                      <a:pt x="18" y="34"/>
                    </a:cubicBezTo>
                    <a:cubicBezTo>
                      <a:pt x="18" y="35"/>
                      <a:pt x="17" y="38"/>
                      <a:pt x="16" y="38"/>
                    </a:cubicBezTo>
                    <a:cubicBezTo>
                      <a:pt x="15" y="38"/>
                      <a:pt x="14" y="37"/>
                      <a:pt x="14" y="38"/>
                    </a:cubicBezTo>
                    <a:cubicBezTo>
                      <a:pt x="13" y="39"/>
                      <a:pt x="13" y="40"/>
                      <a:pt x="13" y="41"/>
                    </a:cubicBezTo>
                    <a:cubicBezTo>
                      <a:pt x="13" y="42"/>
                      <a:pt x="13" y="42"/>
                      <a:pt x="12" y="43"/>
                    </a:cubicBezTo>
                    <a:cubicBezTo>
                      <a:pt x="11" y="43"/>
                      <a:pt x="10" y="43"/>
                      <a:pt x="10" y="43"/>
                    </a:cubicBezTo>
                    <a:cubicBezTo>
                      <a:pt x="8" y="41"/>
                      <a:pt x="10" y="37"/>
                      <a:pt x="10" y="3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97" name="Freeform 2699">
                <a:extLst>
                  <a:ext uri="{FF2B5EF4-FFF2-40B4-BE49-F238E27FC236}">
                    <a16:creationId xmlns:a16="http://schemas.microsoft.com/office/drawing/2014/main" id="{CE1AB955-9ED9-4F15-ADBF-FBFD2076E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795"/>
                <a:ext cx="18" cy="5"/>
              </a:xfrm>
              <a:custGeom>
                <a:avLst/>
                <a:gdLst>
                  <a:gd name="T0" fmla="*/ 22 w 46"/>
                  <a:gd name="T1" fmla="*/ 10 h 13"/>
                  <a:gd name="T2" fmla="*/ 17 w 46"/>
                  <a:gd name="T3" fmla="*/ 12 h 13"/>
                  <a:gd name="T4" fmla="*/ 7 w 46"/>
                  <a:gd name="T5" fmla="*/ 11 h 13"/>
                  <a:gd name="T6" fmla="*/ 2 w 46"/>
                  <a:gd name="T7" fmla="*/ 11 h 13"/>
                  <a:gd name="T8" fmla="*/ 0 w 46"/>
                  <a:gd name="T9" fmla="*/ 8 h 13"/>
                  <a:gd name="T10" fmla="*/ 5 w 46"/>
                  <a:gd name="T11" fmla="*/ 6 h 13"/>
                  <a:gd name="T12" fmla="*/ 8 w 46"/>
                  <a:gd name="T13" fmla="*/ 3 h 13"/>
                  <a:gd name="T14" fmla="*/ 18 w 46"/>
                  <a:gd name="T15" fmla="*/ 2 h 13"/>
                  <a:gd name="T16" fmla="*/ 26 w 46"/>
                  <a:gd name="T17" fmla="*/ 2 h 13"/>
                  <a:gd name="T18" fmla="*/ 32 w 46"/>
                  <a:gd name="T19" fmla="*/ 2 h 13"/>
                  <a:gd name="T20" fmla="*/ 41 w 46"/>
                  <a:gd name="T21" fmla="*/ 3 h 13"/>
                  <a:gd name="T22" fmla="*/ 45 w 46"/>
                  <a:gd name="T23" fmla="*/ 3 h 13"/>
                  <a:gd name="T24" fmla="*/ 46 w 46"/>
                  <a:gd name="T25" fmla="*/ 7 h 13"/>
                  <a:gd name="T26" fmla="*/ 44 w 46"/>
                  <a:gd name="T27" fmla="*/ 12 h 13"/>
                  <a:gd name="T28" fmla="*/ 38 w 46"/>
                  <a:gd name="T29" fmla="*/ 11 h 13"/>
                  <a:gd name="T30" fmla="*/ 35 w 46"/>
                  <a:gd name="T31" fmla="*/ 10 h 13"/>
                  <a:gd name="T32" fmla="*/ 33 w 46"/>
                  <a:gd name="T33" fmla="*/ 7 h 13"/>
                  <a:gd name="T34" fmla="*/ 30 w 46"/>
                  <a:gd name="T35" fmla="*/ 7 h 13"/>
                  <a:gd name="T36" fmla="*/ 28 w 46"/>
                  <a:gd name="T37" fmla="*/ 7 h 13"/>
                  <a:gd name="T38" fmla="*/ 25 w 46"/>
                  <a:gd name="T39" fmla="*/ 7 h 13"/>
                  <a:gd name="T40" fmla="*/ 22 w 46"/>
                  <a:gd name="T41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" h="13">
                    <a:moveTo>
                      <a:pt x="22" y="10"/>
                    </a:moveTo>
                    <a:cubicBezTo>
                      <a:pt x="21" y="11"/>
                      <a:pt x="19" y="12"/>
                      <a:pt x="17" y="12"/>
                    </a:cubicBezTo>
                    <a:cubicBezTo>
                      <a:pt x="14" y="13"/>
                      <a:pt x="10" y="11"/>
                      <a:pt x="7" y="11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1" y="11"/>
                      <a:pt x="0" y="9"/>
                      <a:pt x="0" y="8"/>
                    </a:cubicBezTo>
                    <a:cubicBezTo>
                      <a:pt x="1" y="6"/>
                      <a:pt x="4" y="7"/>
                      <a:pt x="5" y="6"/>
                    </a:cubicBezTo>
                    <a:cubicBezTo>
                      <a:pt x="7" y="6"/>
                      <a:pt x="7" y="5"/>
                      <a:pt x="8" y="3"/>
                    </a:cubicBezTo>
                    <a:cubicBezTo>
                      <a:pt x="9" y="0"/>
                      <a:pt x="16" y="2"/>
                      <a:pt x="18" y="2"/>
                    </a:cubicBezTo>
                    <a:cubicBezTo>
                      <a:pt x="21" y="2"/>
                      <a:pt x="23" y="2"/>
                      <a:pt x="26" y="2"/>
                    </a:cubicBezTo>
                    <a:cubicBezTo>
                      <a:pt x="28" y="2"/>
                      <a:pt x="30" y="2"/>
                      <a:pt x="32" y="2"/>
                    </a:cubicBezTo>
                    <a:cubicBezTo>
                      <a:pt x="35" y="3"/>
                      <a:pt x="38" y="3"/>
                      <a:pt x="41" y="3"/>
                    </a:cubicBezTo>
                    <a:cubicBezTo>
                      <a:pt x="42" y="3"/>
                      <a:pt x="44" y="2"/>
                      <a:pt x="45" y="3"/>
                    </a:cubicBezTo>
                    <a:cubicBezTo>
                      <a:pt x="46" y="4"/>
                      <a:pt x="46" y="6"/>
                      <a:pt x="46" y="7"/>
                    </a:cubicBezTo>
                    <a:cubicBezTo>
                      <a:pt x="46" y="9"/>
                      <a:pt x="46" y="11"/>
                      <a:pt x="44" y="12"/>
                    </a:cubicBezTo>
                    <a:cubicBezTo>
                      <a:pt x="42" y="13"/>
                      <a:pt x="40" y="12"/>
                      <a:pt x="38" y="11"/>
                    </a:cubicBezTo>
                    <a:cubicBezTo>
                      <a:pt x="37" y="11"/>
                      <a:pt x="36" y="11"/>
                      <a:pt x="35" y="10"/>
                    </a:cubicBezTo>
                    <a:cubicBezTo>
                      <a:pt x="34" y="9"/>
                      <a:pt x="34" y="8"/>
                      <a:pt x="33" y="7"/>
                    </a:cubicBezTo>
                    <a:cubicBezTo>
                      <a:pt x="32" y="6"/>
                      <a:pt x="31" y="6"/>
                      <a:pt x="30" y="7"/>
                    </a:cubicBezTo>
                    <a:cubicBezTo>
                      <a:pt x="29" y="7"/>
                      <a:pt x="29" y="7"/>
                      <a:pt x="28" y="7"/>
                    </a:cubicBezTo>
                    <a:cubicBezTo>
                      <a:pt x="27" y="7"/>
                      <a:pt x="26" y="7"/>
                      <a:pt x="25" y="7"/>
                    </a:cubicBezTo>
                    <a:cubicBezTo>
                      <a:pt x="24" y="8"/>
                      <a:pt x="23" y="9"/>
                      <a:pt x="22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98" name="Freeform 2700">
                <a:extLst>
                  <a:ext uri="{FF2B5EF4-FFF2-40B4-BE49-F238E27FC236}">
                    <a16:creationId xmlns:a16="http://schemas.microsoft.com/office/drawing/2014/main" id="{A4E04CB4-1371-4C12-AFE4-F3600F244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782"/>
                <a:ext cx="17" cy="31"/>
              </a:xfrm>
              <a:custGeom>
                <a:avLst/>
                <a:gdLst>
                  <a:gd name="T0" fmla="*/ 38 w 43"/>
                  <a:gd name="T1" fmla="*/ 22 h 75"/>
                  <a:gd name="T2" fmla="*/ 34 w 43"/>
                  <a:gd name="T3" fmla="*/ 19 h 75"/>
                  <a:gd name="T4" fmla="*/ 37 w 43"/>
                  <a:gd name="T5" fmla="*/ 16 h 75"/>
                  <a:gd name="T6" fmla="*/ 41 w 43"/>
                  <a:gd name="T7" fmla="*/ 14 h 75"/>
                  <a:gd name="T8" fmla="*/ 43 w 43"/>
                  <a:gd name="T9" fmla="*/ 8 h 75"/>
                  <a:gd name="T10" fmla="*/ 41 w 43"/>
                  <a:gd name="T11" fmla="*/ 3 h 75"/>
                  <a:gd name="T12" fmla="*/ 37 w 43"/>
                  <a:gd name="T13" fmla="*/ 1 h 75"/>
                  <a:gd name="T14" fmla="*/ 34 w 43"/>
                  <a:gd name="T15" fmla="*/ 0 h 75"/>
                  <a:gd name="T16" fmla="*/ 29 w 43"/>
                  <a:gd name="T17" fmla="*/ 3 h 75"/>
                  <a:gd name="T18" fmla="*/ 27 w 43"/>
                  <a:gd name="T19" fmla="*/ 8 h 75"/>
                  <a:gd name="T20" fmla="*/ 25 w 43"/>
                  <a:gd name="T21" fmla="*/ 11 h 75"/>
                  <a:gd name="T22" fmla="*/ 23 w 43"/>
                  <a:gd name="T23" fmla="*/ 15 h 75"/>
                  <a:gd name="T24" fmla="*/ 21 w 43"/>
                  <a:gd name="T25" fmla="*/ 18 h 75"/>
                  <a:gd name="T26" fmla="*/ 18 w 43"/>
                  <a:gd name="T27" fmla="*/ 22 h 75"/>
                  <a:gd name="T28" fmla="*/ 19 w 43"/>
                  <a:gd name="T29" fmla="*/ 29 h 75"/>
                  <a:gd name="T30" fmla="*/ 17 w 43"/>
                  <a:gd name="T31" fmla="*/ 34 h 75"/>
                  <a:gd name="T32" fmla="*/ 12 w 43"/>
                  <a:gd name="T33" fmla="*/ 36 h 75"/>
                  <a:gd name="T34" fmla="*/ 11 w 43"/>
                  <a:gd name="T35" fmla="*/ 42 h 75"/>
                  <a:gd name="T36" fmla="*/ 10 w 43"/>
                  <a:gd name="T37" fmla="*/ 47 h 75"/>
                  <a:gd name="T38" fmla="*/ 7 w 43"/>
                  <a:gd name="T39" fmla="*/ 56 h 75"/>
                  <a:gd name="T40" fmla="*/ 5 w 43"/>
                  <a:gd name="T41" fmla="*/ 60 h 75"/>
                  <a:gd name="T42" fmla="*/ 4 w 43"/>
                  <a:gd name="T43" fmla="*/ 67 h 75"/>
                  <a:gd name="T44" fmla="*/ 1 w 43"/>
                  <a:gd name="T45" fmla="*/ 69 h 75"/>
                  <a:gd name="T46" fmla="*/ 3 w 43"/>
                  <a:gd name="T47" fmla="*/ 73 h 75"/>
                  <a:gd name="T48" fmla="*/ 9 w 43"/>
                  <a:gd name="T49" fmla="*/ 73 h 75"/>
                  <a:gd name="T50" fmla="*/ 11 w 43"/>
                  <a:gd name="T51" fmla="*/ 69 h 75"/>
                  <a:gd name="T52" fmla="*/ 15 w 43"/>
                  <a:gd name="T53" fmla="*/ 65 h 75"/>
                  <a:gd name="T54" fmla="*/ 18 w 43"/>
                  <a:gd name="T55" fmla="*/ 61 h 75"/>
                  <a:gd name="T56" fmla="*/ 26 w 43"/>
                  <a:gd name="T57" fmla="*/ 57 h 75"/>
                  <a:gd name="T58" fmla="*/ 28 w 43"/>
                  <a:gd name="T59" fmla="*/ 47 h 75"/>
                  <a:gd name="T60" fmla="*/ 25 w 43"/>
                  <a:gd name="T61" fmla="*/ 38 h 75"/>
                  <a:gd name="T62" fmla="*/ 28 w 43"/>
                  <a:gd name="T63" fmla="*/ 40 h 75"/>
                  <a:gd name="T64" fmla="*/ 33 w 43"/>
                  <a:gd name="T65" fmla="*/ 42 h 75"/>
                  <a:gd name="T66" fmla="*/ 38 w 43"/>
                  <a:gd name="T67" fmla="*/ 36 h 75"/>
                  <a:gd name="T68" fmla="*/ 38 w 43"/>
                  <a:gd name="T69" fmla="*/ 30 h 75"/>
                  <a:gd name="T70" fmla="*/ 36 w 43"/>
                  <a:gd name="T71" fmla="*/ 28 h 75"/>
                  <a:gd name="T72" fmla="*/ 38 w 43"/>
                  <a:gd name="T73" fmla="*/ 2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75">
                    <a:moveTo>
                      <a:pt x="38" y="22"/>
                    </a:moveTo>
                    <a:cubicBezTo>
                      <a:pt x="38" y="21"/>
                      <a:pt x="35" y="20"/>
                      <a:pt x="34" y="19"/>
                    </a:cubicBezTo>
                    <a:cubicBezTo>
                      <a:pt x="33" y="17"/>
                      <a:pt x="36" y="17"/>
                      <a:pt x="37" y="16"/>
                    </a:cubicBezTo>
                    <a:cubicBezTo>
                      <a:pt x="39" y="16"/>
                      <a:pt x="40" y="15"/>
                      <a:pt x="41" y="14"/>
                    </a:cubicBezTo>
                    <a:cubicBezTo>
                      <a:pt x="42" y="12"/>
                      <a:pt x="42" y="10"/>
                      <a:pt x="43" y="8"/>
                    </a:cubicBezTo>
                    <a:cubicBezTo>
                      <a:pt x="43" y="6"/>
                      <a:pt x="43" y="4"/>
                      <a:pt x="41" y="3"/>
                    </a:cubicBezTo>
                    <a:cubicBezTo>
                      <a:pt x="40" y="2"/>
                      <a:pt x="38" y="2"/>
                      <a:pt x="37" y="1"/>
                    </a:cubicBezTo>
                    <a:cubicBezTo>
                      <a:pt x="36" y="1"/>
                      <a:pt x="35" y="0"/>
                      <a:pt x="34" y="0"/>
                    </a:cubicBezTo>
                    <a:cubicBezTo>
                      <a:pt x="32" y="1"/>
                      <a:pt x="30" y="2"/>
                      <a:pt x="29" y="3"/>
                    </a:cubicBezTo>
                    <a:cubicBezTo>
                      <a:pt x="28" y="5"/>
                      <a:pt x="28" y="6"/>
                      <a:pt x="27" y="8"/>
                    </a:cubicBezTo>
                    <a:cubicBezTo>
                      <a:pt x="27" y="9"/>
                      <a:pt x="25" y="10"/>
                      <a:pt x="25" y="11"/>
                    </a:cubicBezTo>
                    <a:cubicBezTo>
                      <a:pt x="23" y="12"/>
                      <a:pt x="23" y="13"/>
                      <a:pt x="23" y="15"/>
                    </a:cubicBezTo>
                    <a:cubicBezTo>
                      <a:pt x="22" y="16"/>
                      <a:pt x="22" y="18"/>
                      <a:pt x="21" y="18"/>
                    </a:cubicBezTo>
                    <a:cubicBezTo>
                      <a:pt x="20" y="19"/>
                      <a:pt x="19" y="20"/>
                      <a:pt x="18" y="22"/>
                    </a:cubicBezTo>
                    <a:cubicBezTo>
                      <a:pt x="18" y="24"/>
                      <a:pt x="19" y="27"/>
                      <a:pt x="19" y="29"/>
                    </a:cubicBezTo>
                    <a:cubicBezTo>
                      <a:pt x="19" y="31"/>
                      <a:pt x="19" y="33"/>
                      <a:pt x="17" y="34"/>
                    </a:cubicBezTo>
                    <a:cubicBezTo>
                      <a:pt x="15" y="35"/>
                      <a:pt x="13" y="35"/>
                      <a:pt x="12" y="36"/>
                    </a:cubicBezTo>
                    <a:cubicBezTo>
                      <a:pt x="11" y="38"/>
                      <a:pt x="11" y="40"/>
                      <a:pt x="11" y="42"/>
                    </a:cubicBezTo>
                    <a:cubicBezTo>
                      <a:pt x="11" y="44"/>
                      <a:pt x="11" y="45"/>
                      <a:pt x="10" y="47"/>
                    </a:cubicBezTo>
                    <a:cubicBezTo>
                      <a:pt x="9" y="50"/>
                      <a:pt x="9" y="53"/>
                      <a:pt x="7" y="56"/>
                    </a:cubicBezTo>
                    <a:cubicBezTo>
                      <a:pt x="6" y="57"/>
                      <a:pt x="5" y="59"/>
                      <a:pt x="5" y="60"/>
                    </a:cubicBezTo>
                    <a:cubicBezTo>
                      <a:pt x="5" y="62"/>
                      <a:pt x="5" y="65"/>
                      <a:pt x="4" y="67"/>
                    </a:cubicBezTo>
                    <a:cubicBezTo>
                      <a:pt x="3" y="68"/>
                      <a:pt x="2" y="68"/>
                      <a:pt x="1" y="69"/>
                    </a:cubicBezTo>
                    <a:cubicBezTo>
                      <a:pt x="0" y="71"/>
                      <a:pt x="2" y="72"/>
                      <a:pt x="3" y="73"/>
                    </a:cubicBezTo>
                    <a:cubicBezTo>
                      <a:pt x="4" y="74"/>
                      <a:pt x="7" y="75"/>
                      <a:pt x="9" y="73"/>
                    </a:cubicBezTo>
                    <a:cubicBezTo>
                      <a:pt x="10" y="72"/>
                      <a:pt x="10" y="70"/>
                      <a:pt x="11" y="69"/>
                    </a:cubicBezTo>
                    <a:cubicBezTo>
                      <a:pt x="12" y="68"/>
                      <a:pt x="14" y="67"/>
                      <a:pt x="15" y="65"/>
                    </a:cubicBezTo>
                    <a:cubicBezTo>
                      <a:pt x="16" y="64"/>
                      <a:pt x="17" y="63"/>
                      <a:pt x="18" y="61"/>
                    </a:cubicBezTo>
                    <a:cubicBezTo>
                      <a:pt x="19" y="58"/>
                      <a:pt x="24" y="59"/>
                      <a:pt x="26" y="57"/>
                    </a:cubicBezTo>
                    <a:cubicBezTo>
                      <a:pt x="27" y="54"/>
                      <a:pt x="29" y="50"/>
                      <a:pt x="28" y="47"/>
                    </a:cubicBezTo>
                    <a:cubicBezTo>
                      <a:pt x="27" y="46"/>
                      <a:pt x="22" y="39"/>
                      <a:pt x="25" y="38"/>
                    </a:cubicBezTo>
                    <a:cubicBezTo>
                      <a:pt x="26" y="38"/>
                      <a:pt x="28" y="39"/>
                      <a:pt x="28" y="40"/>
                    </a:cubicBezTo>
                    <a:cubicBezTo>
                      <a:pt x="30" y="41"/>
                      <a:pt x="31" y="42"/>
                      <a:pt x="33" y="42"/>
                    </a:cubicBezTo>
                    <a:cubicBezTo>
                      <a:pt x="37" y="42"/>
                      <a:pt x="38" y="40"/>
                      <a:pt x="38" y="36"/>
                    </a:cubicBezTo>
                    <a:cubicBezTo>
                      <a:pt x="38" y="34"/>
                      <a:pt x="38" y="32"/>
                      <a:pt x="38" y="30"/>
                    </a:cubicBezTo>
                    <a:cubicBezTo>
                      <a:pt x="37" y="29"/>
                      <a:pt x="37" y="29"/>
                      <a:pt x="36" y="28"/>
                    </a:cubicBezTo>
                    <a:cubicBezTo>
                      <a:pt x="33" y="25"/>
                      <a:pt x="39" y="25"/>
                      <a:pt x="38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99" name="Freeform 2701">
                <a:extLst>
                  <a:ext uri="{FF2B5EF4-FFF2-40B4-BE49-F238E27FC236}">
                    <a16:creationId xmlns:a16="http://schemas.microsoft.com/office/drawing/2014/main" id="{903D2F95-2800-4999-B56C-9228DEFF7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840"/>
                <a:ext cx="4" cy="4"/>
              </a:xfrm>
              <a:custGeom>
                <a:avLst/>
                <a:gdLst>
                  <a:gd name="T0" fmla="*/ 2 w 10"/>
                  <a:gd name="T1" fmla="*/ 9 h 9"/>
                  <a:gd name="T2" fmla="*/ 0 w 10"/>
                  <a:gd name="T3" fmla="*/ 5 h 9"/>
                  <a:gd name="T4" fmla="*/ 8 w 10"/>
                  <a:gd name="T5" fmla="*/ 3 h 9"/>
                  <a:gd name="T6" fmla="*/ 10 w 10"/>
                  <a:gd name="T7" fmla="*/ 6 h 9"/>
                  <a:gd name="T8" fmla="*/ 6 w 10"/>
                  <a:gd name="T9" fmla="*/ 9 h 9"/>
                  <a:gd name="T10" fmla="*/ 4 w 10"/>
                  <a:gd name="T11" fmla="*/ 9 h 9"/>
                  <a:gd name="T12" fmla="*/ 2 w 10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2" y="9"/>
                    </a:moveTo>
                    <a:cubicBezTo>
                      <a:pt x="0" y="8"/>
                      <a:pt x="0" y="6"/>
                      <a:pt x="0" y="5"/>
                    </a:cubicBezTo>
                    <a:cubicBezTo>
                      <a:pt x="0" y="0"/>
                      <a:pt x="6" y="0"/>
                      <a:pt x="8" y="3"/>
                    </a:cubicBezTo>
                    <a:cubicBezTo>
                      <a:pt x="9" y="3"/>
                      <a:pt x="10" y="5"/>
                      <a:pt x="10" y="6"/>
                    </a:cubicBezTo>
                    <a:cubicBezTo>
                      <a:pt x="10" y="8"/>
                      <a:pt x="8" y="9"/>
                      <a:pt x="6" y="9"/>
                    </a:cubicBezTo>
                    <a:cubicBezTo>
                      <a:pt x="6" y="9"/>
                      <a:pt x="5" y="9"/>
                      <a:pt x="4" y="9"/>
                    </a:cubicBezTo>
                    <a:cubicBezTo>
                      <a:pt x="3" y="9"/>
                      <a:pt x="3" y="9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00" name="Freeform 2702">
                <a:extLst>
                  <a:ext uri="{FF2B5EF4-FFF2-40B4-BE49-F238E27FC236}">
                    <a16:creationId xmlns:a16="http://schemas.microsoft.com/office/drawing/2014/main" id="{60E0EF3B-47C4-4AE2-89CB-8B82E4554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824"/>
                <a:ext cx="9" cy="9"/>
              </a:xfrm>
              <a:custGeom>
                <a:avLst/>
                <a:gdLst>
                  <a:gd name="T0" fmla="*/ 7 w 21"/>
                  <a:gd name="T1" fmla="*/ 13 h 22"/>
                  <a:gd name="T2" fmla="*/ 6 w 21"/>
                  <a:gd name="T3" fmla="*/ 15 h 22"/>
                  <a:gd name="T4" fmla="*/ 5 w 21"/>
                  <a:gd name="T5" fmla="*/ 17 h 22"/>
                  <a:gd name="T6" fmla="*/ 2 w 21"/>
                  <a:gd name="T7" fmla="*/ 20 h 22"/>
                  <a:gd name="T8" fmla="*/ 2 w 21"/>
                  <a:gd name="T9" fmla="*/ 13 h 22"/>
                  <a:gd name="T10" fmla="*/ 5 w 21"/>
                  <a:gd name="T11" fmla="*/ 9 h 22"/>
                  <a:gd name="T12" fmla="*/ 7 w 21"/>
                  <a:gd name="T13" fmla="*/ 7 h 22"/>
                  <a:gd name="T14" fmla="*/ 7 w 21"/>
                  <a:gd name="T15" fmla="*/ 4 h 22"/>
                  <a:gd name="T16" fmla="*/ 10 w 21"/>
                  <a:gd name="T17" fmla="*/ 3 h 22"/>
                  <a:gd name="T18" fmla="*/ 12 w 21"/>
                  <a:gd name="T19" fmla="*/ 2 h 22"/>
                  <a:gd name="T20" fmla="*/ 17 w 21"/>
                  <a:gd name="T21" fmla="*/ 1 h 22"/>
                  <a:gd name="T22" fmla="*/ 21 w 21"/>
                  <a:gd name="T23" fmla="*/ 9 h 22"/>
                  <a:gd name="T24" fmla="*/ 21 w 21"/>
                  <a:gd name="T25" fmla="*/ 14 h 22"/>
                  <a:gd name="T26" fmla="*/ 18 w 21"/>
                  <a:gd name="T27" fmla="*/ 15 h 22"/>
                  <a:gd name="T28" fmla="*/ 14 w 21"/>
                  <a:gd name="T29" fmla="*/ 15 h 22"/>
                  <a:gd name="T30" fmla="*/ 7 w 21"/>
                  <a:gd name="T3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7" y="13"/>
                    </a:moveTo>
                    <a:cubicBezTo>
                      <a:pt x="6" y="14"/>
                      <a:pt x="6" y="14"/>
                      <a:pt x="6" y="15"/>
                    </a:cubicBezTo>
                    <a:cubicBezTo>
                      <a:pt x="5" y="16"/>
                      <a:pt x="5" y="16"/>
                      <a:pt x="5" y="17"/>
                    </a:cubicBezTo>
                    <a:cubicBezTo>
                      <a:pt x="5" y="19"/>
                      <a:pt x="4" y="22"/>
                      <a:pt x="2" y="20"/>
                    </a:cubicBezTo>
                    <a:cubicBezTo>
                      <a:pt x="0" y="18"/>
                      <a:pt x="2" y="15"/>
                      <a:pt x="2" y="13"/>
                    </a:cubicBezTo>
                    <a:cubicBezTo>
                      <a:pt x="2" y="11"/>
                      <a:pt x="3" y="10"/>
                      <a:pt x="5" y="9"/>
                    </a:cubicBezTo>
                    <a:cubicBezTo>
                      <a:pt x="6" y="8"/>
                      <a:pt x="6" y="8"/>
                      <a:pt x="7" y="7"/>
                    </a:cubicBezTo>
                    <a:cubicBezTo>
                      <a:pt x="7" y="6"/>
                      <a:pt x="7" y="5"/>
                      <a:pt x="7" y="4"/>
                    </a:cubicBezTo>
                    <a:cubicBezTo>
                      <a:pt x="8" y="3"/>
                      <a:pt x="9" y="3"/>
                      <a:pt x="10" y="3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13" y="0"/>
                      <a:pt x="16" y="1"/>
                      <a:pt x="17" y="1"/>
                    </a:cubicBezTo>
                    <a:cubicBezTo>
                      <a:pt x="20" y="3"/>
                      <a:pt x="21" y="6"/>
                      <a:pt x="21" y="9"/>
                    </a:cubicBezTo>
                    <a:cubicBezTo>
                      <a:pt x="21" y="11"/>
                      <a:pt x="21" y="12"/>
                      <a:pt x="21" y="14"/>
                    </a:cubicBezTo>
                    <a:cubicBezTo>
                      <a:pt x="21" y="15"/>
                      <a:pt x="20" y="15"/>
                      <a:pt x="18" y="15"/>
                    </a:cubicBezTo>
                    <a:cubicBezTo>
                      <a:pt x="17" y="15"/>
                      <a:pt x="15" y="16"/>
                      <a:pt x="14" y="15"/>
                    </a:cubicBezTo>
                    <a:cubicBezTo>
                      <a:pt x="12" y="13"/>
                      <a:pt x="9" y="12"/>
                      <a:pt x="7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01" name="Freeform 2703">
                <a:extLst>
                  <a:ext uri="{FF2B5EF4-FFF2-40B4-BE49-F238E27FC236}">
                    <a16:creationId xmlns:a16="http://schemas.microsoft.com/office/drawing/2014/main" id="{9D6EFFD3-DBF5-461F-992B-7F7A50BDB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798"/>
                <a:ext cx="16" cy="8"/>
              </a:xfrm>
              <a:custGeom>
                <a:avLst/>
                <a:gdLst>
                  <a:gd name="T0" fmla="*/ 10 w 39"/>
                  <a:gd name="T1" fmla="*/ 22 h 22"/>
                  <a:gd name="T2" fmla="*/ 5 w 39"/>
                  <a:gd name="T3" fmla="*/ 21 h 22"/>
                  <a:gd name="T4" fmla="*/ 1 w 39"/>
                  <a:gd name="T5" fmla="*/ 19 h 22"/>
                  <a:gd name="T6" fmla="*/ 5 w 39"/>
                  <a:gd name="T7" fmla="*/ 11 h 22"/>
                  <a:gd name="T8" fmla="*/ 10 w 39"/>
                  <a:gd name="T9" fmla="*/ 10 h 22"/>
                  <a:gd name="T10" fmla="*/ 11 w 39"/>
                  <a:gd name="T11" fmla="*/ 5 h 22"/>
                  <a:gd name="T12" fmla="*/ 14 w 39"/>
                  <a:gd name="T13" fmla="*/ 1 h 22"/>
                  <a:gd name="T14" fmla="*/ 18 w 39"/>
                  <a:gd name="T15" fmla="*/ 1 h 22"/>
                  <a:gd name="T16" fmla="*/ 23 w 39"/>
                  <a:gd name="T17" fmla="*/ 10 h 22"/>
                  <a:gd name="T18" fmla="*/ 26 w 39"/>
                  <a:gd name="T19" fmla="*/ 12 h 22"/>
                  <a:gd name="T20" fmla="*/ 29 w 39"/>
                  <a:gd name="T21" fmla="*/ 15 h 22"/>
                  <a:gd name="T22" fmla="*/ 35 w 39"/>
                  <a:gd name="T23" fmla="*/ 14 h 22"/>
                  <a:gd name="T24" fmla="*/ 38 w 39"/>
                  <a:gd name="T25" fmla="*/ 15 h 22"/>
                  <a:gd name="T26" fmla="*/ 38 w 39"/>
                  <a:gd name="T27" fmla="*/ 17 h 22"/>
                  <a:gd name="T28" fmla="*/ 36 w 39"/>
                  <a:gd name="T29" fmla="*/ 18 h 22"/>
                  <a:gd name="T30" fmla="*/ 34 w 39"/>
                  <a:gd name="T31" fmla="*/ 21 h 22"/>
                  <a:gd name="T32" fmla="*/ 31 w 39"/>
                  <a:gd name="T33" fmla="*/ 22 h 22"/>
                  <a:gd name="T34" fmla="*/ 28 w 39"/>
                  <a:gd name="T35" fmla="*/ 21 h 22"/>
                  <a:gd name="T36" fmla="*/ 20 w 39"/>
                  <a:gd name="T37" fmla="*/ 20 h 22"/>
                  <a:gd name="T38" fmla="*/ 10 w 39"/>
                  <a:gd name="T3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22">
                    <a:moveTo>
                      <a:pt x="10" y="22"/>
                    </a:moveTo>
                    <a:cubicBezTo>
                      <a:pt x="8" y="22"/>
                      <a:pt x="6" y="21"/>
                      <a:pt x="5" y="21"/>
                    </a:cubicBezTo>
                    <a:cubicBezTo>
                      <a:pt x="3" y="21"/>
                      <a:pt x="2" y="20"/>
                      <a:pt x="1" y="19"/>
                    </a:cubicBezTo>
                    <a:cubicBezTo>
                      <a:pt x="0" y="16"/>
                      <a:pt x="2" y="12"/>
                      <a:pt x="5" y="11"/>
                    </a:cubicBezTo>
                    <a:cubicBezTo>
                      <a:pt x="7" y="11"/>
                      <a:pt x="9" y="11"/>
                      <a:pt x="10" y="10"/>
                    </a:cubicBezTo>
                    <a:cubicBezTo>
                      <a:pt x="11" y="9"/>
                      <a:pt x="11" y="6"/>
                      <a:pt x="11" y="5"/>
                    </a:cubicBezTo>
                    <a:cubicBezTo>
                      <a:pt x="11" y="3"/>
                      <a:pt x="12" y="2"/>
                      <a:pt x="14" y="1"/>
                    </a:cubicBezTo>
                    <a:cubicBezTo>
                      <a:pt x="15" y="1"/>
                      <a:pt x="17" y="0"/>
                      <a:pt x="18" y="1"/>
                    </a:cubicBezTo>
                    <a:cubicBezTo>
                      <a:pt x="23" y="1"/>
                      <a:pt x="20" y="8"/>
                      <a:pt x="23" y="10"/>
                    </a:cubicBezTo>
                    <a:cubicBezTo>
                      <a:pt x="24" y="11"/>
                      <a:pt x="25" y="11"/>
                      <a:pt x="26" y="12"/>
                    </a:cubicBezTo>
                    <a:cubicBezTo>
                      <a:pt x="26" y="14"/>
                      <a:pt x="27" y="15"/>
                      <a:pt x="29" y="15"/>
                    </a:cubicBezTo>
                    <a:cubicBezTo>
                      <a:pt x="31" y="14"/>
                      <a:pt x="33" y="14"/>
                      <a:pt x="35" y="14"/>
                    </a:cubicBezTo>
                    <a:cubicBezTo>
                      <a:pt x="36" y="14"/>
                      <a:pt x="37" y="14"/>
                      <a:pt x="38" y="15"/>
                    </a:cubicBezTo>
                    <a:cubicBezTo>
                      <a:pt x="38" y="16"/>
                      <a:pt x="39" y="17"/>
                      <a:pt x="38" y="17"/>
                    </a:cubicBezTo>
                    <a:cubicBezTo>
                      <a:pt x="37" y="18"/>
                      <a:pt x="37" y="18"/>
                      <a:pt x="36" y="18"/>
                    </a:cubicBezTo>
                    <a:cubicBezTo>
                      <a:pt x="34" y="18"/>
                      <a:pt x="35" y="19"/>
                      <a:pt x="34" y="21"/>
                    </a:cubicBezTo>
                    <a:cubicBezTo>
                      <a:pt x="34" y="22"/>
                      <a:pt x="32" y="22"/>
                      <a:pt x="31" y="22"/>
                    </a:cubicBezTo>
                    <a:cubicBezTo>
                      <a:pt x="30" y="21"/>
                      <a:pt x="29" y="21"/>
                      <a:pt x="28" y="21"/>
                    </a:cubicBezTo>
                    <a:cubicBezTo>
                      <a:pt x="25" y="20"/>
                      <a:pt x="22" y="20"/>
                      <a:pt x="20" y="20"/>
                    </a:cubicBezTo>
                    <a:cubicBezTo>
                      <a:pt x="16" y="20"/>
                      <a:pt x="13" y="21"/>
                      <a:pt x="10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02" name="Freeform 2704">
                <a:extLst>
                  <a:ext uri="{FF2B5EF4-FFF2-40B4-BE49-F238E27FC236}">
                    <a16:creationId xmlns:a16="http://schemas.microsoft.com/office/drawing/2014/main" id="{0ECEA48A-AA22-4757-A665-4F9DA3BFA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794"/>
                <a:ext cx="6" cy="8"/>
              </a:xfrm>
              <a:custGeom>
                <a:avLst/>
                <a:gdLst>
                  <a:gd name="T0" fmla="*/ 15 w 15"/>
                  <a:gd name="T1" fmla="*/ 14 h 20"/>
                  <a:gd name="T2" fmla="*/ 14 w 15"/>
                  <a:gd name="T3" fmla="*/ 16 h 20"/>
                  <a:gd name="T4" fmla="*/ 13 w 15"/>
                  <a:gd name="T5" fmla="*/ 18 h 20"/>
                  <a:gd name="T6" fmla="*/ 8 w 15"/>
                  <a:gd name="T7" fmla="*/ 19 h 20"/>
                  <a:gd name="T8" fmla="*/ 4 w 15"/>
                  <a:gd name="T9" fmla="*/ 18 h 20"/>
                  <a:gd name="T10" fmla="*/ 3 w 15"/>
                  <a:gd name="T11" fmla="*/ 13 h 20"/>
                  <a:gd name="T12" fmla="*/ 1 w 15"/>
                  <a:gd name="T13" fmla="*/ 11 h 20"/>
                  <a:gd name="T14" fmla="*/ 0 w 15"/>
                  <a:gd name="T15" fmla="*/ 9 h 20"/>
                  <a:gd name="T16" fmla="*/ 0 w 15"/>
                  <a:gd name="T17" fmla="*/ 7 h 20"/>
                  <a:gd name="T18" fmla="*/ 2 w 15"/>
                  <a:gd name="T19" fmla="*/ 6 h 20"/>
                  <a:gd name="T20" fmla="*/ 4 w 15"/>
                  <a:gd name="T21" fmla="*/ 1 h 20"/>
                  <a:gd name="T22" fmla="*/ 10 w 15"/>
                  <a:gd name="T23" fmla="*/ 3 h 20"/>
                  <a:gd name="T24" fmla="*/ 10 w 15"/>
                  <a:gd name="T25" fmla="*/ 8 h 20"/>
                  <a:gd name="T26" fmla="*/ 13 w 15"/>
                  <a:gd name="T27" fmla="*/ 10 h 20"/>
                  <a:gd name="T28" fmla="*/ 15 w 15"/>
                  <a:gd name="T29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20">
                    <a:moveTo>
                      <a:pt x="15" y="14"/>
                    </a:moveTo>
                    <a:cubicBezTo>
                      <a:pt x="15" y="15"/>
                      <a:pt x="14" y="16"/>
                      <a:pt x="14" y="16"/>
                    </a:cubicBezTo>
                    <a:cubicBezTo>
                      <a:pt x="14" y="17"/>
                      <a:pt x="14" y="18"/>
                      <a:pt x="13" y="18"/>
                    </a:cubicBezTo>
                    <a:cubicBezTo>
                      <a:pt x="12" y="20"/>
                      <a:pt x="10" y="19"/>
                      <a:pt x="8" y="19"/>
                    </a:cubicBezTo>
                    <a:cubicBezTo>
                      <a:pt x="7" y="19"/>
                      <a:pt x="5" y="20"/>
                      <a:pt x="4" y="18"/>
                    </a:cubicBezTo>
                    <a:cubicBezTo>
                      <a:pt x="3" y="16"/>
                      <a:pt x="5" y="14"/>
                      <a:pt x="3" y="13"/>
                    </a:cubicBezTo>
                    <a:cubicBezTo>
                      <a:pt x="2" y="12"/>
                      <a:pt x="1" y="12"/>
                      <a:pt x="1" y="11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4" y="5"/>
                      <a:pt x="3" y="2"/>
                      <a:pt x="4" y="1"/>
                    </a:cubicBezTo>
                    <a:cubicBezTo>
                      <a:pt x="6" y="0"/>
                      <a:pt x="10" y="1"/>
                      <a:pt x="10" y="3"/>
                    </a:cubicBezTo>
                    <a:cubicBezTo>
                      <a:pt x="11" y="4"/>
                      <a:pt x="8" y="6"/>
                      <a:pt x="10" y="8"/>
                    </a:cubicBezTo>
                    <a:cubicBezTo>
                      <a:pt x="10" y="9"/>
                      <a:pt x="12" y="9"/>
                      <a:pt x="13" y="10"/>
                    </a:cubicBezTo>
                    <a:cubicBezTo>
                      <a:pt x="14" y="11"/>
                      <a:pt x="15" y="12"/>
                      <a:pt x="15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03" name="Freeform 2705">
                <a:extLst>
                  <a:ext uri="{FF2B5EF4-FFF2-40B4-BE49-F238E27FC236}">
                    <a16:creationId xmlns:a16="http://schemas.microsoft.com/office/drawing/2014/main" id="{D67BEE6C-0DD6-42A1-A7A1-C3E995C9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832"/>
                <a:ext cx="4" cy="3"/>
              </a:xfrm>
              <a:custGeom>
                <a:avLst/>
                <a:gdLst>
                  <a:gd name="T0" fmla="*/ 1 w 11"/>
                  <a:gd name="T1" fmla="*/ 2 h 7"/>
                  <a:gd name="T2" fmla="*/ 5 w 11"/>
                  <a:gd name="T3" fmla="*/ 1 h 7"/>
                  <a:gd name="T4" fmla="*/ 10 w 11"/>
                  <a:gd name="T5" fmla="*/ 2 h 7"/>
                  <a:gd name="T6" fmla="*/ 6 w 11"/>
                  <a:gd name="T7" fmla="*/ 5 h 7"/>
                  <a:gd name="T8" fmla="*/ 4 w 11"/>
                  <a:gd name="T9" fmla="*/ 6 h 7"/>
                  <a:gd name="T10" fmla="*/ 1 w 11"/>
                  <a:gd name="T11" fmla="*/ 6 h 7"/>
                  <a:gd name="T12" fmla="*/ 1 w 11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1" y="2"/>
                    </a:moveTo>
                    <a:cubicBezTo>
                      <a:pt x="2" y="1"/>
                      <a:pt x="4" y="1"/>
                      <a:pt x="5" y="1"/>
                    </a:cubicBezTo>
                    <a:cubicBezTo>
                      <a:pt x="7" y="1"/>
                      <a:pt x="9" y="0"/>
                      <a:pt x="10" y="2"/>
                    </a:cubicBezTo>
                    <a:cubicBezTo>
                      <a:pt x="11" y="4"/>
                      <a:pt x="8" y="4"/>
                      <a:pt x="6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04" name="Freeform 2706">
                <a:extLst>
                  <a:ext uri="{FF2B5EF4-FFF2-40B4-BE49-F238E27FC236}">
                    <a16:creationId xmlns:a16="http://schemas.microsoft.com/office/drawing/2014/main" id="{02CF2537-AF28-4686-956F-0821F12A1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853"/>
                <a:ext cx="9" cy="9"/>
              </a:xfrm>
              <a:custGeom>
                <a:avLst/>
                <a:gdLst>
                  <a:gd name="T0" fmla="*/ 2 w 21"/>
                  <a:gd name="T1" fmla="*/ 22 h 22"/>
                  <a:gd name="T2" fmla="*/ 1 w 21"/>
                  <a:gd name="T3" fmla="*/ 21 h 22"/>
                  <a:gd name="T4" fmla="*/ 3 w 21"/>
                  <a:gd name="T5" fmla="*/ 18 h 22"/>
                  <a:gd name="T6" fmla="*/ 8 w 21"/>
                  <a:gd name="T7" fmla="*/ 15 h 22"/>
                  <a:gd name="T8" fmla="*/ 13 w 21"/>
                  <a:gd name="T9" fmla="*/ 9 h 22"/>
                  <a:gd name="T10" fmla="*/ 20 w 21"/>
                  <a:gd name="T11" fmla="*/ 4 h 22"/>
                  <a:gd name="T12" fmla="*/ 20 w 21"/>
                  <a:gd name="T13" fmla="*/ 12 h 22"/>
                  <a:gd name="T14" fmla="*/ 19 w 21"/>
                  <a:gd name="T15" fmla="*/ 17 h 22"/>
                  <a:gd name="T16" fmla="*/ 10 w 21"/>
                  <a:gd name="T17" fmla="*/ 20 h 22"/>
                  <a:gd name="T18" fmla="*/ 7 w 21"/>
                  <a:gd name="T19" fmla="*/ 21 h 22"/>
                  <a:gd name="T20" fmla="*/ 4 w 21"/>
                  <a:gd name="T21" fmla="*/ 21 h 22"/>
                  <a:gd name="T22" fmla="*/ 2 w 21"/>
                  <a:gd name="T2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2">
                    <a:moveTo>
                      <a:pt x="2" y="22"/>
                    </a:moveTo>
                    <a:cubicBezTo>
                      <a:pt x="2" y="22"/>
                      <a:pt x="1" y="22"/>
                      <a:pt x="1" y="21"/>
                    </a:cubicBezTo>
                    <a:cubicBezTo>
                      <a:pt x="0" y="20"/>
                      <a:pt x="2" y="19"/>
                      <a:pt x="3" y="18"/>
                    </a:cubicBezTo>
                    <a:cubicBezTo>
                      <a:pt x="5" y="17"/>
                      <a:pt x="6" y="16"/>
                      <a:pt x="8" y="15"/>
                    </a:cubicBezTo>
                    <a:cubicBezTo>
                      <a:pt x="10" y="14"/>
                      <a:pt x="11" y="11"/>
                      <a:pt x="13" y="9"/>
                    </a:cubicBezTo>
                    <a:cubicBezTo>
                      <a:pt x="13" y="8"/>
                      <a:pt x="19" y="0"/>
                      <a:pt x="20" y="4"/>
                    </a:cubicBezTo>
                    <a:cubicBezTo>
                      <a:pt x="21" y="7"/>
                      <a:pt x="19" y="9"/>
                      <a:pt x="20" y="12"/>
                    </a:cubicBezTo>
                    <a:cubicBezTo>
                      <a:pt x="20" y="14"/>
                      <a:pt x="20" y="16"/>
                      <a:pt x="19" y="17"/>
                    </a:cubicBezTo>
                    <a:cubicBezTo>
                      <a:pt x="16" y="18"/>
                      <a:pt x="13" y="19"/>
                      <a:pt x="10" y="20"/>
                    </a:cubicBezTo>
                    <a:cubicBezTo>
                      <a:pt x="9" y="20"/>
                      <a:pt x="8" y="21"/>
                      <a:pt x="7" y="21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3" y="21"/>
                      <a:pt x="3" y="22"/>
                      <a:pt x="2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05" name="Freeform 2707">
                <a:extLst>
                  <a:ext uri="{FF2B5EF4-FFF2-40B4-BE49-F238E27FC236}">
                    <a16:creationId xmlns:a16="http://schemas.microsoft.com/office/drawing/2014/main" id="{4FDECD74-7724-49F7-A1E2-C3A356E0D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876"/>
                <a:ext cx="12" cy="6"/>
              </a:xfrm>
              <a:custGeom>
                <a:avLst/>
                <a:gdLst>
                  <a:gd name="T0" fmla="*/ 13 w 28"/>
                  <a:gd name="T1" fmla="*/ 11 h 14"/>
                  <a:gd name="T2" fmla="*/ 17 w 28"/>
                  <a:gd name="T3" fmla="*/ 10 h 14"/>
                  <a:gd name="T4" fmla="*/ 19 w 28"/>
                  <a:gd name="T5" fmla="*/ 9 h 14"/>
                  <a:gd name="T6" fmla="*/ 22 w 28"/>
                  <a:gd name="T7" fmla="*/ 8 h 14"/>
                  <a:gd name="T8" fmla="*/ 24 w 28"/>
                  <a:gd name="T9" fmla="*/ 7 h 14"/>
                  <a:gd name="T10" fmla="*/ 26 w 28"/>
                  <a:gd name="T11" fmla="*/ 2 h 14"/>
                  <a:gd name="T12" fmla="*/ 20 w 28"/>
                  <a:gd name="T13" fmla="*/ 1 h 14"/>
                  <a:gd name="T14" fmla="*/ 12 w 28"/>
                  <a:gd name="T15" fmla="*/ 1 h 14"/>
                  <a:gd name="T16" fmla="*/ 6 w 28"/>
                  <a:gd name="T17" fmla="*/ 3 h 14"/>
                  <a:gd name="T18" fmla="*/ 5 w 28"/>
                  <a:gd name="T19" fmla="*/ 8 h 14"/>
                  <a:gd name="T20" fmla="*/ 3 w 28"/>
                  <a:gd name="T21" fmla="*/ 9 h 14"/>
                  <a:gd name="T22" fmla="*/ 1 w 28"/>
                  <a:gd name="T23" fmla="*/ 11 h 14"/>
                  <a:gd name="T24" fmla="*/ 0 w 28"/>
                  <a:gd name="T25" fmla="*/ 14 h 14"/>
                  <a:gd name="T26" fmla="*/ 1 w 28"/>
                  <a:gd name="T27" fmla="*/ 14 h 14"/>
                  <a:gd name="T28" fmla="*/ 4 w 28"/>
                  <a:gd name="T29" fmla="*/ 14 h 14"/>
                  <a:gd name="T30" fmla="*/ 6 w 28"/>
                  <a:gd name="T31" fmla="*/ 13 h 14"/>
                  <a:gd name="T32" fmla="*/ 7 w 28"/>
                  <a:gd name="T33" fmla="*/ 12 h 14"/>
                  <a:gd name="T34" fmla="*/ 13 w 28"/>
                  <a:gd name="T3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" h="14">
                    <a:moveTo>
                      <a:pt x="13" y="11"/>
                    </a:moveTo>
                    <a:cubicBezTo>
                      <a:pt x="14" y="11"/>
                      <a:pt x="16" y="11"/>
                      <a:pt x="17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9"/>
                      <a:pt x="21" y="9"/>
                      <a:pt x="22" y="8"/>
                    </a:cubicBezTo>
                    <a:cubicBezTo>
                      <a:pt x="23" y="8"/>
                      <a:pt x="23" y="7"/>
                      <a:pt x="24" y="7"/>
                    </a:cubicBezTo>
                    <a:cubicBezTo>
                      <a:pt x="26" y="6"/>
                      <a:pt x="28" y="4"/>
                      <a:pt x="26" y="2"/>
                    </a:cubicBezTo>
                    <a:cubicBezTo>
                      <a:pt x="25" y="0"/>
                      <a:pt x="22" y="1"/>
                      <a:pt x="20" y="1"/>
                    </a:cubicBezTo>
                    <a:cubicBezTo>
                      <a:pt x="17" y="2"/>
                      <a:pt x="14" y="1"/>
                      <a:pt x="12" y="1"/>
                    </a:cubicBezTo>
                    <a:cubicBezTo>
                      <a:pt x="10" y="1"/>
                      <a:pt x="7" y="2"/>
                      <a:pt x="6" y="3"/>
                    </a:cubicBezTo>
                    <a:cubicBezTo>
                      <a:pt x="5" y="5"/>
                      <a:pt x="6" y="6"/>
                      <a:pt x="5" y="8"/>
                    </a:cubicBezTo>
                    <a:cubicBezTo>
                      <a:pt x="5" y="8"/>
                      <a:pt x="4" y="9"/>
                      <a:pt x="3" y="9"/>
                    </a:cubicBezTo>
                    <a:cubicBezTo>
                      <a:pt x="2" y="10"/>
                      <a:pt x="1" y="10"/>
                      <a:pt x="1" y="11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4"/>
                      <a:pt x="1" y="14"/>
                      <a:pt x="1" y="14"/>
                    </a:cubicBezTo>
                    <a:cubicBezTo>
                      <a:pt x="2" y="14"/>
                      <a:pt x="3" y="14"/>
                      <a:pt x="4" y="14"/>
                    </a:cubicBezTo>
                    <a:cubicBezTo>
                      <a:pt x="5" y="14"/>
                      <a:pt x="5" y="13"/>
                      <a:pt x="6" y="13"/>
                    </a:cubicBezTo>
                    <a:cubicBezTo>
                      <a:pt x="6" y="13"/>
                      <a:pt x="7" y="13"/>
                      <a:pt x="7" y="12"/>
                    </a:cubicBezTo>
                    <a:cubicBezTo>
                      <a:pt x="9" y="12"/>
                      <a:pt x="11" y="12"/>
                      <a:pt x="1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06" name="Freeform 2708">
                <a:extLst>
                  <a:ext uri="{FF2B5EF4-FFF2-40B4-BE49-F238E27FC236}">
                    <a16:creationId xmlns:a16="http://schemas.microsoft.com/office/drawing/2014/main" id="{73085166-5603-497E-A0DE-19EC1AEE5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870"/>
                <a:ext cx="6" cy="4"/>
              </a:xfrm>
              <a:custGeom>
                <a:avLst/>
                <a:gdLst>
                  <a:gd name="T0" fmla="*/ 1 w 14"/>
                  <a:gd name="T1" fmla="*/ 4 h 10"/>
                  <a:gd name="T2" fmla="*/ 13 w 14"/>
                  <a:gd name="T3" fmla="*/ 3 h 10"/>
                  <a:gd name="T4" fmla="*/ 12 w 14"/>
                  <a:gd name="T5" fmla="*/ 7 h 10"/>
                  <a:gd name="T6" fmla="*/ 8 w 14"/>
                  <a:gd name="T7" fmla="*/ 6 h 10"/>
                  <a:gd name="T8" fmla="*/ 6 w 14"/>
                  <a:gd name="T9" fmla="*/ 8 h 10"/>
                  <a:gd name="T10" fmla="*/ 1 w 14"/>
                  <a:gd name="T1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1" y="4"/>
                    </a:moveTo>
                    <a:cubicBezTo>
                      <a:pt x="3" y="0"/>
                      <a:pt x="10" y="0"/>
                      <a:pt x="13" y="3"/>
                    </a:cubicBezTo>
                    <a:cubicBezTo>
                      <a:pt x="14" y="5"/>
                      <a:pt x="14" y="6"/>
                      <a:pt x="12" y="7"/>
                    </a:cubicBezTo>
                    <a:cubicBezTo>
                      <a:pt x="10" y="7"/>
                      <a:pt x="9" y="5"/>
                      <a:pt x="8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3" y="10"/>
                      <a:pt x="0" y="7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07" name="Freeform 2709">
                <a:extLst>
                  <a:ext uri="{FF2B5EF4-FFF2-40B4-BE49-F238E27FC236}">
                    <a16:creationId xmlns:a16="http://schemas.microsoft.com/office/drawing/2014/main" id="{460A6D31-1F50-4A1B-84FB-C1BF7CEC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882"/>
                <a:ext cx="13" cy="18"/>
              </a:xfrm>
              <a:custGeom>
                <a:avLst/>
                <a:gdLst>
                  <a:gd name="T0" fmla="*/ 4 w 32"/>
                  <a:gd name="T1" fmla="*/ 13 h 44"/>
                  <a:gd name="T2" fmla="*/ 8 w 32"/>
                  <a:gd name="T3" fmla="*/ 8 h 44"/>
                  <a:gd name="T4" fmla="*/ 12 w 32"/>
                  <a:gd name="T5" fmla="*/ 11 h 44"/>
                  <a:gd name="T6" fmla="*/ 17 w 32"/>
                  <a:gd name="T7" fmla="*/ 15 h 44"/>
                  <a:gd name="T8" fmla="*/ 20 w 32"/>
                  <a:gd name="T9" fmla="*/ 8 h 44"/>
                  <a:gd name="T10" fmla="*/ 23 w 32"/>
                  <a:gd name="T11" fmla="*/ 3 h 44"/>
                  <a:gd name="T12" fmla="*/ 28 w 32"/>
                  <a:gd name="T13" fmla="*/ 0 h 44"/>
                  <a:gd name="T14" fmla="*/ 32 w 32"/>
                  <a:gd name="T15" fmla="*/ 4 h 44"/>
                  <a:gd name="T16" fmla="*/ 28 w 32"/>
                  <a:gd name="T17" fmla="*/ 10 h 44"/>
                  <a:gd name="T18" fmla="*/ 24 w 32"/>
                  <a:gd name="T19" fmla="*/ 15 h 44"/>
                  <a:gd name="T20" fmla="*/ 22 w 32"/>
                  <a:gd name="T21" fmla="*/ 20 h 44"/>
                  <a:gd name="T22" fmla="*/ 20 w 32"/>
                  <a:gd name="T23" fmla="*/ 26 h 44"/>
                  <a:gd name="T24" fmla="*/ 22 w 32"/>
                  <a:gd name="T25" fmla="*/ 30 h 44"/>
                  <a:gd name="T26" fmla="*/ 22 w 32"/>
                  <a:gd name="T27" fmla="*/ 36 h 44"/>
                  <a:gd name="T28" fmla="*/ 21 w 32"/>
                  <a:gd name="T29" fmla="*/ 39 h 44"/>
                  <a:gd name="T30" fmla="*/ 20 w 32"/>
                  <a:gd name="T31" fmla="*/ 42 h 44"/>
                  <a:gd name="T32" fmla="*/ 16 w 32"/>
                  <a:gd name="T33" fmla="*/ 43 h 44"/>
                  <a:gd name="T34" fmla="*/ 14 w 32"/>
                  <a:gd name="T35" fmla="*/ 35 h 44"/>
                  <a:gd name="T36" fmla="*/ 12 w 32"/>
                  <a:gd name="T37" fmla="*/ 26 h 44"/>
                  <a:gd name="T38" fmla="*/ 7 w 32"/>
                  <a:gd name="T39" fmla="*/ 23 h 44"/>
                  <a:gd name="T40" fmla="*/ 2 w 32"/>
                  <a:gd name="T41" fmla="*/ 23 h 44"/>
                  <a:gd name="T42" fmla="*/ 1 w 32"/>
                  <a:gd name="T43" fmla="*/ 22 h 44"/>
                  <a:gd name="T44" fmla="*/ 0 w 32"/>
                  <a:gd name="T45" fmla="*/ 19 h 44"/>
                  <a:gd name="T46" fmla="*/ 1 w 32"/>
                  <a:gd name="T47" fmla="*/ 18 h 44"/>
                  <a:gd name="T48" fmla="*/ 1 w 32"/>
                  <a:gd name="T49" fmla="*/ 16 h 44"/>
                  <a:gd name="T50" fmla="*/ 4 w 32"/>
                  <a:gd name="T51" fmla="*/ 15 h 44"/>
                  <a:gd name="T52" fmla="*/ 4 w 32"/>
                  <a:gd name="T53" fmla="*/ 1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44">
                    <a:moveTo>
                      <a:pt x="4" y="13"/>
                    </a:moveTo>
                    <a:cubicBezTo>
                      <a:pt x="5" y="10"/>
                      <a:pt x="6" y="8"/>
                      <a:pt x="8" y="8"/>
                    </a:cubicBezTo>
                    <a:cubicBezTo>
                      <a:pt x="11" y="7"/>
                      <a:pt x="12" y="9"/>
                      <a:pt x="12" y="11"/>
                    </a:cubicBezTo>
                    <a:cubicBezTo>
                      <a:pt x="13" y="14"/>
                      <a:pt x="14" y="16"/>
                      <a:pt x="17" y="15"/>
                    </a:cubicBezTo>
                    <a:cubicBezTo>
                      <a:pt x="19" y="13"/>
                      <a:pt x="20" y="10"/>
                      <a:pt x="20" y="8"/>
                    </a:cubicBezTo>
                    <a:cubicBezTo>
                      <a:pt x="21" y="5"/>
                      <a:pt x="21" y="4"/>
                      <a:pt x="23" y="3"/>
                    </a:cubicBezTo>
                    <a:cubicBezTo>
                      <a:pt x="25" y="2"/>
                      <a:pt x="26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6"/>
                      <a:pt x="30" y="8"/>
                      <a:pt x="28" y="10"/>
                    </a:cubicBezTo>
                    <a:cubicBezTo>
                      <a:pt x="27" y="11"/>
                      <a:pt x="25" y="13"/>
                      <a:pt x="24" y="15"/>
                    </a:cubicBezTo>
                    <a:cubicBezTo>
                      <a:pt x="23" y="16"/>
                      <a:pt x="23" y="18"/>
                      <a:pt x="22" y="20"/>
                    </a:cubicBezTo>
                    <a:cubicBezTo>
                      <a:pt x="22" y="22"/>
                      <a:pt x="21" y="24"/>
                      <a:pt x="20" y="26"/>
                    </a:cubicBezTo>
                    <a:cubicBezTo>
                      <a:pt x="19" y="28"/>
                      <a:pt x="21" y="29"/>
                      <a:pt x="22" y="30"/>
                    </a:cubicBezTo>
                    <a:cubicBezTo>
                      <a:pt x="24" y="32"/>
                      <a:pt x="23" y="34"/>
                      <a:pt x="22" y="36"/>
                    </a:cubicBezTo>
                    <a:cubicBezTo>
                      <a:pt x="21" y="37"/>
                      <a:pt x="21" y="38"/>
                      <a:pt x="21" y="39"/>
                    </a:cubicBezTo>
                    <a:cubicBezTo>
                      <a:pt x="20" y="40"/>
                      <a:pt x="20" y="41"/>
                      <a:pt x="20" y="42"/>
                    </a:cubicBezTo>
                    <a:cubicBezTo>
                      <a:pt x="20" y="44"/>
                      <a:pt x="17" y="44"/>
                      <a:pt x="16" y="43"/>
                    </a:cubicBezTo>
                    <a:cubicBezTo>
                      <a:pt x="13" y="42"/>
                      <a:pt x="13" y="38"/>
                      <a:pt x="14" y="35"/>
                    </a:cubicBezTo>
                    <a:cubicBezTo>
                      <a:pt x="14" y="32"/>
                      <a:pt x="14" y="29"/>
                      <a:pt x="12" y="26"/>
                    </a:cubicBezTo>
                    <a:cubicBezTo>
                      <a:pt x="11" y="24"/>
                      <a:pt x="10" y="23"/>
                      <a:pt x="7" y="23"/>
                    </a:cubicBezTo>
                    <a:cubicBezTo>
                      <a:pt x="6" y="23"/>
                      <a:pt x="4" y="23"/>
                      <a:pt x="2" y="23"/>
                    </a:cubicBezTo>
                    <a:cubicBezTo>
                      <a:pt x="2" y="23"/>
                      <a:pt x="1" y="23"/>
                      <a:pt x="1" y="22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" y="17"/>
                      <a:pt x="1" y="16"/>
                      <a:pt x="1" y="16"/>
                    </a:cubicBezTo>
                    <a:cubicBezTo>
                      <a:pt x="2" y="16"/>
                      <a:pt x="3" y="16"/>
                      <a:pt x="4" y="15"/>
                    </a:cubicBezTo>
                    <a:cubicBezTo>
                      <a:pt x="4" y="14"/>
                      <a:pt x="4" y="14"/>
                      <a:pt x="4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08" name="Freeform 2710">
                <a:extLst>
                  <a:ext uri="{FF2B5EF4-FFF2-40B4-BE49-F238E27FC236}">
                    <a16:creationId xmlns:a16="http://schemas.microsoft.com/office/drawing/2014/main" id="{CF336ACA-04BC-4AD6-AA52-49D477D54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888"/>
                <a:ext cx="4" cy="2"/>
              </a:xfrm>
              <a:custGeom>
                <a:avLst/>
                <a:gdLst>
                  <a:gd name="T0" fmla="*/ 1 w 10"/>
                  <a:gd name="T1" fmla="*/ 4 h 5"/>
                  <a:gd name="T2" fmla="*/ 0 w 10"/>
                  <a:gd name="T3" fmla="*/ 3 h 5"/>
                  <a:gd name="T4" fmla="*/ 1 w 10"/>
                  <a:gd name="T5" fmla="*/ 1 h 5"/>
                  <a:gd name="T6" fmla="*/ 4 w 10"/>
                  <a:gd name="T7" fmla="*/ 0 h 5"/>
                  <a:gd name="T8" fmla="*/ 7 w 10"/>
                  <a:gd name="T9" fmla="*/ 0 h 5"/>
                  <a:gd name="T10" fmla="*/ 9 w 10"/>
                  <a:gd name="T11" fmla="*/ 3 h 5"/>
                  <a:gd name="T12" fmla="*/ 7 w 10"/>
                  <a:gd name="T13" fmla="*/ 4 h 5"/>
                  <a:gd name="T14" fmla="*/ 4 w 10"/>
                  <a:gd name="T15" fmla="*/ 4 h 5"/>
                  <a:gd name="T16" fmla="*/ 2 w 10"/>
                  <a:gd name="T17" fmla="*/ 4 h 5"/>
                  <a:gd name="T18" fmla="*/ 1 w 10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5">
                    <a:moveTo>
                      <a:pt x="1" y="4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10" y="2"/>
                      <a:pt x="9" y="3"/>
                    </a:cubicBezTo>
                    <a:cubicBezTo>
                      <a:pt x="9" y="4"/>
                      <a:pt x="8" y="4"/>
                      <a:pt x="7" y="4"/>
                    </a:cubicBezTo>
                    <a:cubicBezTo>
                      <a:pt x="7" y="4"/>
                      <a:pt x="5" y="5"/>
                      <a:pt x="4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09" name="Freeform 2711">
                <a:extLst>
                  <a:ext uri="{FF2B5EF4-FFF2-40B4-BE49-F238E27FC236}">
                    <a16:creationId xmlns:a16="http://schemas.microsoft.com/office/drawing/2014/main" id="{219DFEF1-F7C4-4EDB-9ED6-CB50F8D08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885"/>
                <a:ext cx="3" cy="4"/>
              </a:xfrm>
              <a:custGeom>
                <a:avLst/>
                <a:gdLst>
                  <a:gd name="T0" fmla="*/ 1 w 8"/>
                  <a:gd name="T1" fmla="*/ 4 h 9"/>
                  <a:gd name="T2" fmla="*/ 3 w 8"/>
                  <a:gd name="T3" fmla="*/ 1 h 9"/>
                  <a:gd name="T4" fmla="*/ 5 w 8"/>
                  <a:gd name="T5" fmla="*/ 0 h 9"/>
                  <a:gd name="T6" fmla="*/ 8 w 8"/>
                  <a:gd name="T7" fmla="*/ 1 h 9"/>
                  <a:gd name="T8" fmla="*/ 8 w 8"/>
                  <a:gd name="T9" fmla="*/ 3 h 9"/>
                  <a:gd name="T10" fmla="*/ 7 w 8"/>
                  <a:gd name="T11" fmla="*/ 4 h 9"/>
                  <a:gd name="T12" fmla="*/ 7 w 8"/>
                  <a:gd name="T13" fmla="*/ 6 h 9"/>
                  <a:gd name="T14" fmla="*/ 6 w 8"/>
                  <a:gd name="T15" fmla="*/ 6 h 9"/>
                  <a:gd name="T16" fmla="*/ 2 w 8"/>
                  <a:gd name="T17" fmla="*/ 8 h 9"/>
                  <a:gd name="T18" fmla="*/ 1 w 8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1" y="4"/>
                    </a:moveTo>
                    <a:cubicBezTo>
                      <a:pt x="2" y="3"/>
                      <a:pt x="3" y="2"/>
                      <a:pt x="3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3" y="9"/>
                      <a:pt x="2" y="8"/>
                    </a:cubicBezTo>
                    <a:cubicBezTo>
                      <a:pt x="1" y="7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10" name="Freeform 2712">
                <a:extLst>
                  <a:ext uri="{FF2B5EF4-FFF2-40B4-BE49-F238E27FC236}">
                    <a16:creationId xmlns:a16="http://schemas.microsoft.com/office/drawing/2014/main" id="{F2888560-DE96-40EB-A979-619C6D871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892"/>
                <a:ext cx="5" cy="4"/>
              </a:xfrm>
              <a:custGeom>
                <a:avLst/>
                <a:gdLst>
                  <a:gd name="T0" fmla="*/ 1 w 14"/>
                  <a:gd name="T1" fmla="*/ 3 h 9"/>
                  <a:gd name="T2" fmla="*/ 4 w 14"/>
                  <a:gd name="T3" fmla="*/ 2 h 9"/>
                  <a:gd name="T4" fmla="*/ 7 w 14"/>
                  <a:gd name="T5" fmla="*/ 0 h 9"/>
                  <a:gd name="T6" fmla="*/ 11 w 14"/>
                  <a:gd name="T7" fmla="*/ 1 h 9"/>
                  <a:gd name="T8" fmla="*/ 12 w 14"/>
                  <a:gd name="T9" fmla="*/ 4 h 9"/>
                  <a:gd name="T10" fmla="*/ 14 w 14"/>
                  <a:gd name="T11" fmla="*/ 6 h 9"/>
                  <a:gd name="T12" fmla="*/ 9 w 14"/>
                  <a:gd name="T13" fmla="*/ 8 h 9"/>
                  <a:gd name="T14" fmla="*/ 1 w 14"/>
                  <a:gd name="T15" fmla="*/ 7 h 9"/>
                  <a:gd name="T16" fmla="*/ 1 w 14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1" y="3"/>
                    </a:moveTo>
                    <a:cubicBezTo>
                      <a:pt x="2" y="2"/>
                      <a:pt x="3" y="2"/>
                      <a:pt x="4" y="2"/>
                    </a:cubicBezTo>
                    <a:cubicBezTo>
                      <a:pt x="5" y="1"/>
                      <a:pt x="5" y="0"/>
                      <a:pt x="7" y="0"/>
                    </a:cubicBezTo>
                    <a:cubicBezTo>
                      <a:pt x="8" y="0"/>
                      <a:pt x="10" y="0"/>
                      <a:pt x="11" y="1"/>
                    </a:cubicBezTo>
                    <a:cubicBezTo>
                      <a:pt x="11" y="3"/>
                      <a:pt x="11" y="3"/>
                      <a:pt x="12" y="4"/>
                    </a:cubicBezTo>
                    <a:cubicBezTo>
                      <a:pt x="13" y="4"/>
                      <a:pt x="14" y="5"/>
                      <a:pt x="14" y="6"/>
                    </a:cubicBezTo>
                    <a:cubicBezTo>
                      <a:pt x="14" y="7"/>
                      <a:pt x="10" y="8"/>
                      <a:pt x="9" y="8"/>
                    </a:cubicBezTo>
                    <a:cubicBezTo>
                      <a:pt x="7" y="8"/>
                      <a:pt x="4" y="9"/>
                      <a:pt x="1" y="7"/>
                    </a:cubicBezTo>
                    <a:cubicBezTo>
                      <a:pt x="0" y="7"/>
                      <a:pt x="1" y="5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11" name="Freeform 2713">
                <a:extLst>
                  <a:ext uri="{FF2B5EF4-FFF2-40B4-BE49-F238E27FC236}">
                    <a16:creationId xmlns:a16="http://schemas.microsoft.com/office/drawing/2014/main" id="{7BF79272-6BD6-40E3-BD2D-E8E298E79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924"/>
                <a:ext cx="9" cy="5"/>
              </a:xfrm>
              <a:custGeom>
                <a:avLst/>
                <a:gdLst>
                  <a:gd name="T0" fmla="*/ 1 w 21"/>
                  <a:gd name="T1" fmla="*/ 9 h 11"/>
                  <a:gd name="T2" fmla="*/ 4 w 21"/>
                  <a:gd name="T3" fmla="*/ 6 h 11"/>
                  <a:gd name="T4" fmla="*/ 5 w 21"/>
                  <a:gd name="T5" fmla="*/ 4 h 11"/>
                  <a:gd name="T6" fmla="*/ 7 w 21"/>
                  <a:gd name="T7" fmla="*/ 2 h 11"/>
                  <a:gd name="T8" fmla="*/ 12 w 21"/>
                  <a:gd name="T9" fmla="*/ 0 h 11"/>
                  <a:gd name="T10" fmla="*/ 15 w 21"/>
                  <a:gd name="T11" fmla="*/ 2 h 11"/>
                  <a:gd name="T12" fmla="*/ 19 w 21"/>
                  <a:gd name="T13" fmla="*/ 4 h 11"/>
                  <a:gd name="T14" fmla="*/ 20 w 21"/>
                  <a:gd name="T15" fmla="*/ 7 h 11"/>
                  <a:gd name="T16" fmla="*/ 21 w 21"/>
                  <a:gd name="T17" fmla="*/ 8 h 11"/>
                  <a:gd name="T18" fmla="*/ 20 w 21"/>
                  <a:gd name="T19" fmla="*/ 11 h 11"/>
                  <a:gd name="T20" fmla="*/ 17 w 21"/>
                  <a:gd name="T21" fmla="*/ 11 h 11"/>
                  <a:gd name="T22" fmla="*/ 13 w 21"/>
                  <a:gd name="T23" fmla="*/ 10 h 11"/>
                  <a:gd name="T24" fmla="*/ 9 w 21"/>
                  <a:gd name="T25" fmla="*/ 10 h 11"/>
                  <a:gd name="T26" fmla="*/ 7 w 21"/>
                  <a:gd name="T27" fmla="*/ 10 h 11"/>
                  <a:gd name="T28" fmla="*/ 3 w 21"/>
                  <a:gd name="T29" fmla="*/ 10 h 11"/>
                  <a:gd name="T30" fmla="*/ 1 w 21"/>
                  <a:gd name="T3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11">
                    <a:moveTo>
                      <a:pt x="1" y="9"/>
                    </a:moveTo>
                    <a:cubicBezTo>
                      <a:pt x="0" y="8"/>
                      <a:pt x="3" y="7"/>
                      <a:pt x="4" y="6"/>
                    </a:cubicBezTo>
                    <a:cubicBezTo>
                      <a:pt x="4" y="5"/>
                      <a:pt x="5" y="5"/>
                      <a:pt x="5" y="4"/>
                    </a:cubicBezTo>
                    <a:cubicBezTo>
                      <a:pt x="6" y="4"/>
                      <a:pt x="6" y="3"/>
                      <a:pt x="7" y="2"/>
                    </a:cubicBezTo>
                    <a:cubicBezTo>
                      <a:pt x="8" y="1"/>
                      <a:pt x="10" y="0"/>
                      <a:pt x="12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7" y="3"/>
                      <a:pt x="18" y="3"/>
                      <a:pt x="19" y="4"/>
                    </a:cubicBezTo>
                    <a:cubicBezTo>
                      <a:pt x="20" y="5"/>
                      <a:pt x="20" y="6"/>
                      <a:pt x="20" y="7"/>
                    </a:cubicBezTo>
                    <a:cubicBezTo>
                      <a:pt x="21" y="7"/>
                      <a:pt x="21" y="8"/>
                      <a:pt x="21" y="8"/>
                    </a:cubicBezTo>
                    <a:cubicBezTo>
                      <a:pt x="21" y="9"/>
                      <a:pt x="21" y="10"/>
                      <a:pt x="20" y="11"/>
                    </a:cubicBezTo>
                    <a:cubicBezTo>
                      <a:pt x="19" y="11"/>
                      <a:pt x="18" y="11"/>
                      <a:pt x="17" y="11"/>
                    </a:cubicBezTo>
                    <a:cubicBezTo>
                      <a:pt x="16" y="11"/>
                      <a:pt x="15" y="11"/>
                      <a:pt x="13" y="10"/>
                    </a:cubicBezTo>
                    <a:cubicBezTo>
                      <a:pt x="12" y="10"/>
                      <a:pt x="11" y="10"/>
                      <a:pt x="9" y="10"/>
                    </a:cubicBezTo>
                    <a:cubicBezTo>
                      <a:pt x="8" y="10"/>
                      <a:pt x="8" y="10"/>
                      <a:pt x="7" y="10"/>
                    </a:cubicBezTo>
                    <a:cubicBezTo>
                      <a:pt x="6" y="11"/>
                      <a:pt x="4" y="11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12" name="Freeform 2714">
                <a:extLst>
                  <a:ext uri="{FF2B5EF4-FFF2-40B4-BE49-F238E27FC236}">
                    <a16:creationId xmlns:a16="http://schemas.microsoft.com/office/drawing/2014/main" id="{E54EABE5-4D44-417A-9DEB-AFB123096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917"/>
                <a:ext cx="9" cy="5"/>
              </a:xfrm>
              <a:custGeom>
                <a:avLst/>
                <a:gdLst>
                  <a:gd name="T0" fmla="*/ 6 w 23"/>
                  <a:gd name="T1" fmla="*/ 8 h 11"/>
                  <a:gd name="T2" fmla="*/ 5 w 23"/>
                  <a:gd name="T3" fmla="*/ 9 h 11"/>
                  <a:gd name="T4" fmla="*/ 4 w 23"/>
                  <a:gd name="T5" fmla="*/ 10 h 11"/>
                  <a:gd name="T6" fmla="*/ 4 w 23"/>
                  <a:gd name="T7" fmla="*/ 10 h 11"/>
                  <a:gd name="T8" fmla="*/ 0 w 23"/>
                  <a:gd name="T9" fmla="*/ 7 h 11"/>
                  <a:gd name="T10" fmla="*/ 0 w 23"/>
                  <a:gd name="T11" fmla="*/ 5 h 11"/>
                  <a:gd name="T12" fmla="*/ 4 w 23"/>
                  <a:gd name="T13" fmla="*/ 4 h 11"/>
                  <a:gd name="T14" fmla="*/ 7 w 23"/>
                  <a:gd name="T15" fmla="*/ 4 h 11"/>
                  <a:gd name="T16" fmla="*/ 9 w 23"/>
                  <a:gd name="T17" fmla="*/ 2 h 11"/>
                  <a:gd name="T18" fmla="*/ 15 w 23"/>
                  <a:gd name="T19" fmla="*/ 0 h 11"/>
                  <a:gd name="T20" fmla="*/ 18 w 23"/>
                  <a:gd name="T21" fmla="*/ 1 h 11"/>
                  <a:gd name="T22" fmla="*/ 20 w 23"/>
                  <a:gd name="T23" fmla="*/ 3 h 11"/>
                  <a:gd name="T24" fmla="*/ 20 w 23"/>
                  <a:gd name="T25" fmla="*/ 4 h 11"/>
                  <a:gd name="T26" fmla="*/ 22 w 23"/>
                  <a:gd name="T27" fmla="*/ 5 h 11"/>
                  <a:gd name="T28" fmla="*/ 21 w 23"/>
                  <a:gd name="T29" fmla="*/ 10 h 11"/>
                  <a:gd name="T30" fmla="*/ 15 w 23"/>
                  <a:gd name="T31" fmla="*/ 9 h 11"/>
                  <a:gd name="T32" fmla="*/ 10 w 23"/>
                  <a:gd name="T33" fmla="*/ 8 h 11"/>
                  <a:gd name="T34" fmla="*/ 8 w 23"/>
                  <a:gd name="T35" fmla="*/ 8 h 11"/>
                  <a:gd name="T36" fmla="*/ 6 w 23"/>
                  <a:gd name="T3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11">
                    <a:moveTo>
                      <a:pt x="6" y="8"/>
                    </a:moveTo>
                    <a:cubicBezTo>
                      <a:pt x="6" y="8"/>
                      <a:pt x="5" y="9"/>
                      <a:pt x="5" y="9"/>
                    </a:cubicBezTo>
                    <a:cubicBezTo>
                      <a:pt x="5" y="9"/>
                      <a:pt x="5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1"/>
                      <a:pt x="0" y="8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10" y="1"/>
                      <a:pt x="13" y="0"/>
                      <a:pt x="15" y="0"/>
                    </a:cubicBezTo>
                    <a:cubicBezTo>
                      <a:pt x="16" y="1"/>
                      <a:pt x="17" y="1"/>
                      <a:pt x="18" y="1"/>
                    </a:cubicBezTo>
                    <a:cubicBezTo>
                      <a:pt x="18" y="2"/>
                      <a:pt x="19" y="2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21" y="5"/>
                      <a:pt x="22" y="5"/>
                      <a:pt x="22" y="5"/>
                    </a:cubicBezTo>
                    <a:cubicBezTo>
                      <a:pt x="23" y="6"/>
                      <a:pt x="23" y="9"/>
                      <a:pt x="21" y="10"/>
                    </a:cubicBezTo>
                    <a:cubicBezTo>
                      <a:pt x="19" y="10"/>
                      <a:pt x="17" y="10"/>
                      <a:pt x="15" y="9"/>
                    </a:cubicBezTo>
                    <a:cubicBezTo>
                      <a:pt x="14" y="9"/>
                      <a:pt x="12" y="8"/>
                      <a:pt x="10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8"/>
                      <a:pt x="6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13" name="Freeform 2715">
                <a:extLst>
                  <a:ext uri="{FF2B5EF4-FFF2-40B4-BE49-F238E27FC236}">
                    <a16:creationId xmlns:a16="http://schemas.microsoft.com/office/drawing/2014/main" id="{EC2B2B78-20C9-4F94-9DEE-28E82CC87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917"/>
                <a:ext cx="3" cy="3"/>
              </a:xfrm>
              <a:custGeom>
                <a:avLst/>
                <a:gdLst>
                  <a:gd name="T0" fmla="*/ 0 w 7"/>
                  <a:gd name="T1" fmla="*/ 3 h 8"/>
                  <a:gd name="T2" fmla="*/ 1 w 7"/>
                  <a:gd name="T3" fmla="*/ 1 h 8"/>
                  <a:gd name="T4" fmla="*/ 5 w 7"/>
                  <a:gd name="T5" fmla="*/ 2 h 8"/>
                  <a:gd name="T6" fmla="*/ 6 w 7"/>
                  <a:gd name="T7" fmla="*/ 5 h 8"/>
                  <a:gd name="T8" fmla="*/ 1 w 7"/>
                  <a:gd name="T9" fmla="*/ 7 h 8"/>
                  <a:gd name="T10" fmla="*/ 0 w 7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7" y="5"/>
                      <a:pt x="6" y="5"/>
                    </a:cubicBezTo>
                    <a:cubicBezTo>
                      <a:pt x="5" y="7"/>
                      <a:pt x="3" y="8"/>
                      <a:pt x="1" y="7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14" name="Freeform 2716">
                <a:extLst>
                  <a:ext uri="{FF2B5EF4-FFF2-40B4-BE49-F238E27FC236}">
                    <a16:creationId xmlns:a16="http://schemas.microsoft.com/office/drawing/2014/main" id="{68CAAB1C-A81E-4EBA-9C8A-A0A7E159F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908"/>
                <a:ext cx="3" cy="3"/>
              </a:xfrm>
              <a:custGeom>
                <a:avLst/>
                <a:gdLst>
                  <a:gd name="T0" fmla="*/ 1 w 7"/>
                  <a:gd name="T1" fmla="*/ 5 h 9"/>
                  <a:gd name="T2" fmla="*/ 2 w 7"/>
                  <a:gd name="T3" fmla="*/ 1 h 9"/>
                  <a:gd name="T4" fmla="*/ 6 w 7"/>
                  <a:gd name="T5" fmla="*/ 1 h 9"/>
                  <a:gd name="T6" fmla="*/ 6 w 7"/>
                  <a:gd name="T7" fmla="*/ 6 h 9"/>
                  <a:gd name="T8" fmla="*/ 2 w 7"/>
                  <a:gd name="T9" fmla="*/ 8 h 9"/>
                  <a:gd name="T10" fmla="*/ 1 w 7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1" y="5"/>
                    </a:moveTo>
                    <a:cubicBezTo>
                      <a:pt x="0" y="4"/>
                      <a:pt x="1" y="2"/>
                      <a:pt x="2" y="1"/>
                    </a:cubicBezTo>
                    <a:cubicBezTo>
                      <a:pt x="3" y="0"/>
                      <a:pt x="5" y="1"/>
                      <a:pt x="6" y="1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4" y="9"/>
                      <a:pt x="2" y="8"/>
                    </a:cubicBezTo>
                    <a:cubicBezTo>
                      <a:pt x="1" y="7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15" name="Freeform 2717">
                <a:extLst>
                  <a:ext uri="{FF2B5EF4-FFF2-40B4-BE49-F238E27FC236}">
                    <a16:creationId xmlns:a16="http://schemas.microsoft.com/office/drawing/2014/main" id="{1493C1BA-E616-4BBF-A308-DDF43F84A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33"/>
                <a:ext cx="2" cy="6"/>
              </a:xfrm>
              <a:custGeom>
                <a:avLst/>
                <a:gdLst>
                  <a:gd name="T0" fmla="*/ 1 w 7"/>
                  <a:gd name="T1" fmla="*/ 11 h 13"/>
                  <a:gd name="T2" fmla="*/ 0 w 7"/>
                  <a:gd name="T3" fmla="*/ 4 h 13"/>
                  <a:gd name="T4" fmla="*/ 3 w 7"/>
                  <a:gd name="T5" fmla="*/ 0 h 13"/>
                  <a:gd name="T6" fmla="*/ 5 w 7"/>
                  <a:gd name="T7" fmla="*/ 2 h 13"/>
                  <a:gd name="T8" fmla="*/ 6 w 7"/>
                  <a:gd name="T9" fmla="*/ 6 h 13"/>
                  <a:gd name="T10" fmla="*/ 6 w 7"/>
                  <a:gd name="T11" fmla="*/ 9 h 13"/>
                  <a:gd name="T12" fmla="*/ 3 w 7"/>
                  <a:gd name="T13" fmla="*/ 13 h 13"/>
                  <a:gd name="T14" fmla="*/ 1 w 7"/>
                  <a:gd name="T15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3">
                    <a:moveTo>
                      <a:pt x="1" y="11"/>
                    </a:moveTo>
                    <a:cubicBezTo>
                      <a:pt x="0" y="9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6" y="5"/>
                      <a:pt x="6" y="6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7" y="11"/>
                      <a:pt x="5" y="13"/>
                      <a:pt x="3" y="13"/>
                    </a:cubicBezTo>
                    <a:cubicBezTo>
                      <a:pt x="2" y="13"/>
                      <a:pt x="1" y="12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16" name="Freeform 2718">
                <a:extLst>
                  <a:ext uri="{FF2B5EF4-FFF2-40B4-BE49-F238E27FC236}">
                    <a16:creationId xmlns:a16="http://schemas.microsoft.com/office/drawing/2014/main" id="{B7A33EA5-A349-4A2C-A926-B7939BE10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41"/>
                <a:ext cx="3" cy="3"/>
              </a:xfrm>
              <a:custGeom>
                <a:avLst/>
                <a:gdLst>
                  <a:gd name="T0" fmla="*/ 7 w 8"/>
                  <a:gd name="T1" fmla="*/ 7 h 8"/>
                  <a:gd name="T2" fmla="*/ 2 w 8"/>
                  <a:gd name="T3" fmla="*/ 8 h 8"/>
                  <a:gd name="T4" fmla="*/ 1 w 8"/>
                  <a:gd name="T5" fmla="*/ 7 h 8"/>
                  <a:gd name="T6" fmla="*/ 3 w 8"/>
                  <a:gd name="T7" fmla="*/ 4 h 8"/>
                  <a:gd name="T8" fmla="*/ 5 w 8"/>
                  <a:gd name="T9" fmla="*/ 2 h 8"/>
                  <a:gd name="T10" fmla="*/ 6 w 8"/>
                  <a:gd name="T11" fmla="*/ 1 h 8"/>
                  <a:gd name="T12" fmla="*/ 8 w 8"/>
                  <a:gd name="T13" fmla="*/ 4 h 8"/>
                  <a:gd name="T14" fmla="*/ 8 w 8"/>
                  <a:gd name="T15" fmla="*/ 7 h 8"/>
                  <a:gd name="T16" fmla="*/ 6 w 8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7" y="7"/>
                    </a:moveTo>
                    <a:cubicBezTo>
                      <a:pt x="5" y="8"/>
                      <a:pt x="4" y="8"/>
                      <a:pt x="2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0" y="5"/>
                      <a:pt x="2" y="5"/>
                      <a:pt x="3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5" y="2"/>
                      <a:pt x="5" y="1"/>
                      <a:pt x="6" y="1"/>
                    </a:cubicBezTo>
                    <a:cubicBezTo>
                      <a:pt x="8" y="0"/>
                      <a:pt x="8" y="3"/>
                      <a:pt x="8" y="4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7" y="7"/>
                      <a:pt x="6" y="7"/>
                      <a:pt x="6" y="7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17" name="Freeform 2719">
                <a:extLst>
                  <a:ext uri="{FF2B5EF4-FFF2-40B4-BE49-F238E27FC236}">
                    <a16:creationId xmlns:a16="http://schemas.microsoft.com/office/drawing/2014/main" id="{AE8619F9-11FF-4D4C-998B-8AA5FC585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942"/>
                <a:ext cx="2" cy="2"/>
              </a:xfrm>
              <a:custGeom>
                <a:avLst/>
                <a:gdLst>
                  <a:gd name="T0" fmla="*/ 0 w 4"/>
                  <a:gd name="T1" fmla="*/ 2 h 4"/>
                  <a:gd name="T2" fmla="*/ 2 w 4"/>
                  <a:gd name="T3" fmla="*/ 0 h 4"/>
                  <a:gd name="T4" fmla="*/ 4 w 4"/>
                  <a:gd name="T5" fmla="*/ 1 h 4"/>
                  <a:gd name="T6" fmla="*/ 4 w 4"/>
                  <a:gd name="T7" fmla="*/ 3 h 4"/>
                  <a:gd name="T8" fmla="*/ 1 w 4"/>
                  <a:gd name="T9" fmla="*/ 4 h 4"/>
                  <a:gd name="T10" fmla="*/ 0 w 4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3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18" name="Freeform 2720">
                <a:extLst>
                  <a:ext uri="{FF2B5EF4-FFF2-40B4-BE49-F238E27FC236}">
                    <a16:creationId xmlns:a16="http://schemas.microsoft.com/office/drawing/2014/main" id="{48352A1A-FDE6-49A3-BF16-C9CEDEA93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940"/>
                <a:ext cx="2" cy="2"/>
              </a:xfrm>
              <a:custGeom>
                <a:avLst/>
                <a:gdLst>
                  <a:gd name="T0" fmla="*/ 4 w 4"/>
                  <a:gd name="T1" fmla="*/ 4 h 5"/>
                  <a:gd name="T2" fmla="*/ 0 w 4"/>
                  <a:gd name="T3" fmla="*/ 3 h 5"/>
                  <a:gd name="T4" fmla="*/ 2 w 4"/>
                  <a:gd name="T5" fmla="*/ 0 h 5"/>
                  <a:gd name="T6" fmla="*/ 4 w 4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2" y="4"/>
                      <a:pt x="1" y="5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4" y="3"/>
                      <a:pt x="4" y="4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19" name="Freeform 2721">
                <a:extLst>
                  <a:ext uri="{FF2B5EF4-FFF2-40B4-BE49-F238E27FC236}">
                    <a16:creationId xmlns:a16="http://schemas.microsoft.com/office/drawing/2014/main" id="{BB40D800-C20F-421A-BD8A-A8C87804E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945"/>
                <a:ext cx="4" cy="4"/>
              </a:xfrm>
              <a:custGeom>
                <a:avLst/>
                <a:gdLst>
                  <a:gd name="T0" fmla="*/ 2 w 11"/>
                  <a:gd name="T1" fmla="*/ 2 h 9"/>
                  <a:gd name="T2" fmla="*/ 7 w 11"/>
                  <a:gd name="T3" fmla="*/ 0 h 9"/>
                  <a:gd name="T4" fmla="*/ 10 w 11"/>
                  <a:gd name="T5" fmla="*/ 3 h 9"/>
                  <a:gd name="T6" fmla="*/ 10 w 11"/>
                  <a:gd name="T7" fmla="*/ 6 h 9"/>
                  <a:gd name="T8" fmla="*/ 7 w 11"/>
                  <a:gd name="T9" fmla="*/ 7 h 9"/>
                  <a:gd name="T10" fmla="*/ 4 w 11"/>
                  <a:gd name="T11" fmla="*/ 8 h 9"/>
                  <a:gd name="T12" fmla="*/ 1 w 11"/>
                  <a:gd name="T13" fmla="*/ 9 h 9"/>
                  <a:gd name="T14" fmla="*/ 1 w 11"/>
                  <a:gd name="T15" fmla="*/ 6 h 9"/>
                  <a:gd name="T16" fmla="*/ 2 w 11"/>
                  <a:gd name="T1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2" y="2"/>
                    </a:moveTo>
                    <a:cubicBezTo>
                      <a:pt x="3" y="1"/>
                      <a:pt x="5" y="0"/>
                      <a:pt x="7" y="0"/>
                    </a:cubicBezTo>
                    <a:cubicBezTo>
                      <a:pt x="8" y="1"/>
                      <a:pt x="10" y="2"/>
                      <a:pt x="10" y="3"/>
                    </a:cubicBezTo>
                    <a:cubicBezTo>
                      <a:pt x="11" y="4"/>
                      <a:pt x="11" y="5"/>
                      <a:pt x="10" y="6"/>
                    </a:cubicBezTo>
                    <a:cubicBezTo>
                      <a:pt x="10" y="7"/>
                      <a:pt x="7" y="6"/>
                      <a:pt x="7" y="7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4" y="9"/>
                      <a:pt x="2" y="9"/>
                      <a:pt x="1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1" y="5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20" name="Freeform 2722">
                <a:extLst>
                  <a:ext uri="{FF2B5EF4-FFF2-40B4-BE49-F238E27FC236}">
                    <a16:creationId xmlns:a16="http://schemas.microsoft.com/office/drawing/2014/main" id="{2125D150-2D64-455B-AE19-32AC52B23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959"/>
                <a:ext cx="3" cy="6"/>
              </a:xfrm>
              <a:custGeom>
                <a:avLst/>
                <a:gdLst>
                  <a:gd name="T0" fmla="*/ 0 w 6"/>
                  <a:gd name="T1" fmla="*/ 5 h 14"/>
                  <a:gd name="T2" fmla="*/ 0 w 6"/>
                  <a:gd name="T3" fmla="*/ 3 h 14"/>
                  <a:gd name="T4" fmla="*/ 1 w 6"/>
                  <a:gd name="T5" fmla="*/ 1 h 14"/>
                  <a:gd name="T6" fmla="*/ 2 w 6"/>
                  <a:gd name="T7" fmla="*/ 0 h 14"/>
                  <a:gd name="T8" fmla="*/ 3 w 6"/>
                  <a:gd name="T9" fmla="*/ 0 h 14"/>
                  <a:gd name="T10" fmla="*/ 3 w 6"/>
                  <a:gd name="T11" fmla="*/ 0 h 14"/>
                  <a:gd name="T12" fmla="*/ 5 w 6"/>
                  <a:gd name="T13" fmla="*/ 3 h 14"/>
                  <a:gd name="T14" fmla="*/ 6 w 6"/>
                  <a:gd name="T15" fmla="*/ 8 h 14"/>
                  <a:gd name="T16" fmla="*/ 4 w 6"/>
                  <a:gd name="T17" fmla="*/ 13 h 14"/>
                  <a:gd name="T18" fmla="*/ 1 w 6"/>
                  <a:gd name="T19" fmla="*/ 14 h 14"/>
                  <a:gd name="T20" fmla="*/ 0 w 6"/>
                  <a:gd name="T21" fmla="*/ 10 h 14"/>
                  <a:gd name="T22" fmla="*/ 0 w 6"/>
                  <a:gd name="T2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14">
                    <a:moveTo>
                      <a:pt x="0" y="5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6" y="4"/>
                      <a:pt x="6" y="6"/>
                      <a:pt x="6" y="8"/>
                    </a:cubicBezTo>
                    <a:cubicBezTo>
                      <a:pt x="5" y="10"/>
                      <a:pt x="6" y="12"/>
                      <a:pt x="4" y="13"/>
                    </a:cubicBezTo>
                    <a:cubicBezTo>
                      <a:pt x="3" y="14"/>
                      <a:pt x="2" y="14"/>
                      <a:pt x="1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9"/>
                      <a:pt x="0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21" name="Freeform 2723">
                <a:extLst>
                  <a:ext uri="{FF2B5EF4-FFF2-40B4-BE49-F238E27FC236}">
                    <a16:creationId xmlns:a16="http://schemas.microsoft.com/office/drawing/2014/main" id="{28A6085E-699B-41CD-A1F8-F330A941A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962"/>
                <a:ext cx="4" cy="5"/>
              </a:xfrm>
              <a:custGeom>
                <a:avLst/>
                <a:gdLst>
                  <a:gd name="T0" fmla="*/ 7 w 11"/>
                  <a:gd name="T1" fmla="*/ 8 h 12"/>
                  <a:gd name="T2" fmla="*/ 7 w 11"/>
                  <a:gd name="T3" fmla="*/ 8 h 12"/>
                  <a:gd name="T4" fmla="*/ 7 w 11"/>
                  <a:gd name="T5" fmla="*/ 10 h 12"/>
                  <a:gd name="T6" fmla="*/ 4 w 11"/>
                  <a:gd name="T7" fmla="*/ 12 h 12"/>
                  <a:gd name="T8" fmla="*/ 0 w 11"/>
                  <a:gd name="T9" fmla="*/ 8 h 12"/>
                  <a:gd name="T10" fmla="*/ 1 w 11"/>
                  <a:gd name="T11" fmla="*/ 5 h 12"/>
                  <a:gd name="T12" fmla="*/ 3 w 11"/>
                  <a:gd name="T13" fmla="*/ 4 h 12"/>
                  <a:gd name="T14" fmla="*/ 6 w 11"/>
                  <a:gd name="T15" fmla="*/ 2 h 12"/>
                  <a:gd name="T16" fmla="*/ 9 w 11"/>
                  <a:gd name="T17" fmla="*/ 0 h 12"/>
                  <a:gd name="T18" fmla="*/ 11 w 11"/>
                  <a:gd name="T19" fmla="*/ 3 h 12"/>
                  <a:gd name="T20" fmla="*/ 11 w 11"/>
                  <a:gd name="T21" fmla="*/ 5 h 12"/>
                  <a:gd name="T22" fmla="*/ 7 w 11"/>
                  <a:gd name="T2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2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6" y="11"/>
                      <a:pt x="5" y="12"/>
                      <a:pt x="4" y="12"/>
                    </a:cubicBezTo>
                    <a:cubicBezTo>
                      <a:pt x="2" y="12"/>
                      <a:pt x="0" y="10"/>
                      <a:pt x="0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1" y="5"/>
                      <a:pt x="2" y="4"/>
                      <a:pt x="3" y="4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7" y="1"/>
                      <a:pt x="8" y="0"/>
                      <a:pt x="9" y="0"/>
                    </a:cubicBezTo>
                    <a:cubicBezTo>
                      <a:pt x="10" y="0"/>
                      <a:pt x="10" y="2"/>
                      <a:pt x="11" y="3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0" y="6"/>
                      <a:pt x="8" y="7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22" name="Freeform 2724">
                <a:extLst>
                  <a:ext uri="{FF2B5EF4-FFF2-40B4-BE49-F238E27FC236}">
                    <a16:creationId xmlns:a16="http://schemas.microsoft.com/office/drawing/2014/main" id="{49F2C988-FD0B-4830-A4FD-EE2EC3DF1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977"/>
                <a:ext cx="11" cy="8"/>
              </a:xfrm>
              <a:custGeom>
                <a:avLst/>
                <a:gdLst>
                  <a:gd name="T0" fmla="*/ 1 w 27"/>
                  <a:gd name="T1" fmla="*/ 18 h 20"/>
                  <a:gd name="T2" fmla="*/ 1 w 27"/>
                  <a:gd name="T3" fmla="*/ 17 h 20"/>
                  <a:gd name="T4" fmla="*/ 0 w 27"/>
                  <a:gd name="T5" fmla="*/ 16 h 20"/>
                  <a:gd name="T6" fmla="*/ 5 w 27"/>
                  <a:gd name="T7" fmla="*/ 10 h 20"/>
                  <a:gd name="T8" fmla="*/ 6 w 27"/>
                  <a:gd name="T9" fmla="*/ 8 h 20"/>
                  <a:gd name="T10" fmla="*/ 9 w 27"/>
                  <a:gd name="T11" fmla="*/ 6 h 20"/>
                  <a:gd name="T12" fmla="*/ 15 w 27"/>
                  <a:gd name="T13" fmla="*/ 1 h 20"/>
                  <a:gd name="T14" fmla="*/ 23 w 27"/>
                  <a:gd name="T15" fmla="*/ 0 h 20"/>
                  <a:gd name="T16" fmla="*/ 27 w 27"/>
                  <a:gd name="T17" fmla="*/ 2 h 20"/>
                  <a:gd name="T18" fmla="*/ 26 w 27"/>
                  <a:gd name="T19" fmla="*/ 6 h 20"/>
                  <a:gd name="T20" fmla="*/ 22 w 27"/>
                  <a:gd name="T21" fmla="*/ 8 h 20"/>
                  <a:gd name="T22" fmla="*/ 18 w 27"/>
                  <a:gd name="T23" fmla="*/ 13 h 20"/>
                  <a:gd name="T24" fmla="*/ 11 w 27"/>
                  <a:gd name="T25" fmla="*/ 19 h 20"/>
                  <a:gd name="T26" fmla="*/ 7 w 27"/>
                  <a:gd name="T27" fmla="*/ 20 h 20"/>
                  <a:gd name="T28" fmla="*/ 3 w 27"/>
                  <a:gd name="T29" fmla="*/ 19 h 20"/>
                  <a:gd name="T30" fmla="*/ 1 w 27"/>
                  <a:gd name="T31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20">
                    <a:moveTo>
                      <a:pt x="1" y="18"/>
                    </a:moveTo>
                    <a:cubicBezTo>
                      <a:pt x="1" y="18"/>
                      <a:pt x="1" y="18"/>
                      <a:pt x="1" y="17"/>
                    </a:cubicBezTo>
                    <a:cubicBezTo>
                      <a:pt x="1" y="17"/>
                      <a:pt x="0" y="16"/>
                      <a:pt x="0" y="16"/>
                    </a:cubicBezTo>
                    <a:cubicBezTo>
                      <a:pt x="0" y="13"/>
                      <a:pt x="4" y="11"/>
                      <a:pt x="5" y="10"/>
                    </a:cubicBezTo>
                    <a:cubicBezTo>
                      <a:pt x="6" y="9"/>
                      <a:pt x="6" y="8"/>
                      <a:pt x="6" y="8"/>
                    </a:cubicBezTo>
                    <a:cubicBezTo>
                      <a:pt x="7" y="7"/>
                      <a:pt x="8" y="6"/>
                      <a:pt x="9" y="6"/>
                    </a:cubicBezTo>
                    <a:cubicBezTo>
                      <a:pt x="11" y="4"/>
                      <a:pt x="13" y="2"/>
                      <a:pt x="15" y="1"/>
                    </a:cubicBezTo>
                    <a:cubicBezTo>
                      <a:pt x="18" y="0"/>
                      <a:pt x="20" y="1"/>
                      <a:pt x="23" y="0"/>
                    </a:cubicBezTo>
                    <a:cubicBezTo>
                      <a:pt x="25" y="0"/>
                      <a:pt x="26" y="0"/>
                      <a:pt x="27" y="2"/>
                    </a:cubicBezTo>
                    <a:cubicBezTo>
                      <a:pt x="27" y="3"/>
                      <a:pt x="27" y="5"/>
                      <a:pt x="26" y="6"/>
                    </a:cubicBezTo>
                    <a:cubicBezTo>
                      <a:pt x="25" y="7"/>
                      <a:pt x="23" y="7"/>
                      <a:pt x="22" y="8"/>
                    </a:cubicBezTo>
                    <a:cubicBezTo>
                      <a:pt x="20" y="9"/>
                      <a:pt x="19" y="11"/>
                      <a:pt x="18" y="13"/>
                    </a:cubicBezTo>
                    <a:cubicBezTo>
                      <a:pt x="16" y="15"/>
                      <a:pt x="14" y="17"/>
                      <a:pt x="11" y="19"/>
                    </a:cubicBezTo>
                    <a:cubicBezTo>
                      <a:pt x="10" y="20"/>
                      <a:pt x="8" y="20"/>
                      <a:pt x="7" y="20"/>
                    </a:cubicBezTo>
                    <a:cubicBezTo>
                      <a:pt x="6" y="20"/>
                      <a:pt x="4" y="19"/>
                      <a:pt x="3" y="19"/>
                    </a:cubicBezTo>
                    <a:cubicBezTo>
                      <a:pt x="3" y="19"/>
                      <a:pt x="1" y="19"/>
                      <a:pt x="1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23" name="Freeform 2725">
                <a:extLst>
                  <a:ext uri="{FF2B5EF4-FFF2-40B4-BE49-F238E27FC236}">
                    <a16:creationId xmlns:a16="http://schemas.microsoft.com/office/drawing/2014/main" id="{C77B580E-6794-4729-ABEC-88694741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948"/>
                <a:ext cx="4" cy="4"/>
              </a:xfrm>
              <a:custGeom>
                <a:avLst/>
                <a:gdLst>
                  <a:gd name="T0" fmla="*/ 9 w 10"/>
                  <a:gd name="T1" fmla="*/ 9 h 10"/>
                  <a:gd name="T2" fmla="*/ 8 w 10"/>
                  <a:gd name="T3" fmla="*/ 10 h 10"/>
                  <a:gd name="T4" fmla="*/ 7 w 10"/>
                  <a:gd name="T5" fmla="*/ 10 h 10"/>
                  <a:gd name="T6" fmla="*/ 4 w 10"/>
                  <a:gd name="T7" fmla="*/ 10 h 10"/>
                  <a:gd name="T8" fmla="*/ 0 w 10"/>
                  <a:gd name="T9" fmla="*/ 8 h 10"/>
                  <a:gd name="T10" fmla="*/ 0 w 10"/>
                  <a:gd name="T11" fmla="*/ 5 h 10"/>
                  <a:gd name="T12" fmla="*/ 2 w 10"/>
                  <a:gd name="T13" fmla="*/ 4 h 10"/>
                  <a:gd name="T14" fmla="*/ 4 w 10"/>
                  <a:gd name="T15" fmla="*/ 2 h 10"/>
                  <a:gd name="T16" fmla="*/ 6 w 10"/>
                  <a:gd name="T17" fmla="*/ 1 h 10"/>
                  <a:gd name="T18" fmla="*/ 9 w 10"/>
                  <a:gd name="T19" fmla="*/ 1 h 10"/>
                  <a:gd name="T20" fmla="*/ 10 w 10"/>
                  <a:gd name="T21" fmla="*/ 3 h 10"/>
                  <a:gd name="T22" fmla="*/ 10 w 10"/>
                  <a:gd name="T23" fmla="*/ 4 h 10"/>
                  <a:gd name="T24" fmla="*/ 9 w 10"/>
                  <a:gd name="T25" fmla="*/ 8 h 10"/>
                  <a:gd name="T26" fmla="*/ 9 w 10"/>
                  <a:gd name="T2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9" y="9"/>
                    </a:moveTo>
                    <a:cubicBezTo>
                      <a:pt x="8" y="9"/>
                      <a:pt x="8" y="9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6" y="10"/>
                      <a:pt x="5" y="10"/>
                      <a:pt x="4" y="10"/>
                    </a:cubicBezTo>
                    <a:cubicBezTo>
                      <a:pt x="3" y="10"/>
                      <a:pt x="1" y="9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1" y="5"/>
                      <a:pt x="2" y="5"/>
                      <a:pt x="2" y="4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6" y="1"/>
                      <a:pt x="6" y="1"/>
                    </a:cubicBezTo>
                    <a:cubicBezTo>
                      <a:pt x="8" y="0"/>
                      <a:pt x="8" y="0"/>
                      <a:pt x="9" y="1"/>
                    </a:cubicBezTo>
                    <a:cubicBezTo>
                      <a:pt x="9" y="2"/>
                      <a:pt x="10" y="2"/>
                      <a:pt x="10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6"/>
                      <a:pt x="10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24" name="Freeform 2726">
                <a:extLst>
                  <a:ext uri="{FF2B5EF4-FFF2-40B4-BE49-F238E27FC236}">
                    <a16:creationId xmlns:a16="http://schemas.microsoft.com/office/drawing/2014/main" id="{35E43722-95C3-4A33-A29F-4E1686480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943"/>
                <a:ext cx="5" cy="5"/>
              </a:xfrm>
              <a:custGeom>
                <a:avLst/>
                <a:gdLst>
                  <a:gd name="T0" fmla="*/ 8 w 10"/>
                  <a:gd name="T1" fmla="*/ 10 h 11"/>
                  <a:gd name="T2" fmla="*/ 7 w 10"/>
                  <a:gd name="T3" fmla="*/ 11 h 11"/>
                  <a:gd name="T4" fmla="*/ 5 w 10"/>
                  <a:gd name="T5" fmla="*/ 11 h 11"/>
                  <a:gd name="T6" fmla="*/ 3 w 10"/>
                  <a:gd name="T7" fmla="*/ 11 h 11"/>
                  <a:gd name="T8" fmla="*/ 1 w 10"/>
                  <a:gd name="T9" fmla="*/ 9 h 11"/>
                  <a:gd name="T10" fmla="*/ 1 w 10"/>
                  <a:gd name="T11" fmla="*/ 6 h 11"/>
                  <a:gd name="T12" fmla="*/ 2 w 10"/>
                  <a:gd name="T13" fmla="*/ 3 h 11"/>
                  <a:gd name="T14" fmla="*/ 6 w 10"/>
                  <a:gd name="T15" fmla="*/ 0 h 11"/>
                  <a:gd name="T16" fmla="*/ 9 w 10"/>
                  <a:gd name="T17" fmla="*/ 1 h 11"/>
                  <a:gd name="T18" fmla="*/ 10 w 10"/>
                  <a:gd name="T19" fmla="*/ 8 h 11"/>
                  <a:gd name="T20" fmla="*/ 8 w 10"/>
                  <a:gd name="T2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1">
                    <a:moveTo>
                      <a:pt x="8" y="10"/>
                    </a:move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4" y="11"/>
                      <a:pt x="4" y="11"/>
                      <a:pt x="3" y="11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7" y="0"/>
                      <a:pt x="8" y="0"/>
                      <a:pt x="9" y="1"/>
                    </a:cubicBezTo>
                    <a:cubicBezTo>
                      <a:pt x="10" y="3"/>
                      <a:pt x="10" y="5"/>
                      <a:pt x="10" y="8"/>
                    </a:cubicBezTo>
                    <a:cubicBezTo>
                      <a:pt x="10" y="9"/>
                      <a:pt x="9" y="10"/>
                      <a:pt x="8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25" name="Freeform 2727">
                <a:extLst>
                  <a:ext uri="{FF2B5EF4-FFF2-40B4-BE49-F238E27FC236}">
                    <a16:creationId xmlns:a16="http://schemas.microsoft.com/office/drawing/2014/main" id="{15E6D575-1ED7-4402-B750-A99413C47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960"/>
                <a:ext cx="4" cy="3"/>
              </a:xfrm>
              <a:custGeom>
                <a:avLst/>
                <a:gdLst>
                  <a:gd name="T0" fmla="*/ 0 w 9"/>
                  <a:gd name="T1" fmla="*/ 6 h 8"/>
                  <a:gd name="T2" fmla="*/ 3 w 9"/>
                  <a:gd name="T3" fmla="*/ 1 h 8"/>
                  <a:gd name="T4" fmla="*/ 5 w 9"/>
                  <a:gd name="T5" fmla="*/ 0 h 8"/>
                  <a:gd name="T6" fmla="*/ 7 w 9"/>
                  <a:gd name="T7" fmla="*/ 1 h 8"/>
                  <a:gd name="T8" fmla="*/ 8 w 9"/>
                  <a:gd name="T9" fmla="*/ 6 h 8"/>
                  <a:gd name="T10" fmla="*/ 6 w 9"/>
                  <a:gd name="T11" fmla="*/ 7 h 8"/>
                  <a:gd name="T12" fmla="*/ 4 w 9"/>
                  <a:gd name="T13" fmla="*/ 7 h 8"/>
                  <a:gd name="T14" fmla="*/ 3 w 9"/>
                  <a:gd name="T15" fmla="*/ 8 h 8"/>
                  <a:gd name="T16" fmla="*/ 0 w 9"/>
                  <a:gd name="T1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0" y="3"/>
                      <a:pt x="2" y="2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0"/>
                      <a:pt x="7" y="0"/>
                      <a:pt x="7" y="1"/>
                    </a:cubicBezTo>
                    <a:cubicBezTo>
                      <a:pt x="8" y="2"/>
                      <a:pt x="9" y="5"/>
                      <a:pt x="8" y="6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2" y="8"/>
                      <a:pt x="1" y="6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26" name="Freeform 2728">
                <a:extLst>
                  <a:ext uri="{FF2B5EF4-FFF2-40B4-BE49-F238E27FC236}">
                    <a16:creationId xmlns:a16="http://schemas.microsoft.com/office/drawing/2014/main" id="{521D235C-1130-40AC-911E-EC40A89C1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965"/>
                <a:ext cx="4" cy="3"/>
              </a:xfrm>
              <a:custGeom>
                <a:avLst/>
                <a:gdLst>
                  <a:gd name="T0" fmla="*/ 3 w 10"/>
                  <a:gd name="T1" fmla="*/ 6 h 7"/>
                  <a:gd name="T2" fmla="*/ 1 w 10"/>
                  <a:gd name="T3" fmla="*/ 4 h 7"/>
                  <a:gd name="T4" fmla="*/ 5 w 10"/>
                  <a:gd name="T5" fmla="*/ 1 h 7"/>
                  <a:gd name="T6" fmla="*/ 6 w 10"/>
                  <a:gd name="T7" fmla="*/ 1 h 7"/>
                  <a:gd name="T8" fmla="*/ 8 w 10"/>
                  <a:gd name="T9" fmla="*/ 1 h 7"/>
                  <a:gd name="T10" fmla="*/ 10 w 10"/>
                  <a:gd name="T11" fmla="*/ 4 h 7"/>
                  <a:gd name="T12" fmla="*/ 7 w 10"/>
                  <a:gd name="T13" fmla="*/ 6 h 7"/>
                  <a:gd name="T14" fmla="*/ 3 w 10"/>
                  <a:gd name="T1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3" y="6"/>
                    </a:moveTo>
                    <a:cubicBezTo>
                      <a:pt x="3" y="6"/>
                      <a:pt x="2" y="5"/>
                      <a:pt x="1" y="4"/>
                    </a:cubicBezTo>
                    <a:cubicBezTo>
                      <a:pt x="0" y="2"/>
                      <a:pt x="3" y="1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7" y="1"/>
                      <a:pt x="8" y="0"/>
                      <a:pt x="8" y="1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5"/>
                      <a:pt x="8" y="6"/>
                      <a:pt x="7" y="6"/>
                    </a:cubicBezTo>
                    <a:cubicBezTo>
                      <a:pt x="6" y="7"/>
                      <a:pt x="5" y="7"/>
                      <a:pt x="3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27" name="Freeform 2729">
                <a:extLst>
                  <a:ext uri="{FF2B5EF4-FFF2-40B4-BE49-F238E27FC236}">
                    <a16:creationId xmlns:a16="http://schemas.microsoft.com/office/drawing/2014/main" id="{320FB49B-D894-4A0F-A49D-39CD71D43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988"/>
                <a:ext cx="3" cy="4"/>
              </a:xfrm>
              <a:custGeom>
                <a:avLst/>
                <a:gdLst>
                  <a:gd name="T0" fmla="*/ 1 w 6"/>
                  <a:gd name="T1" fmla="*/ 9 h 11"/>
                  <a:gd name="T2" fmla="*/ 0 w 6"/>
                  <a:gd name="T3" fmla="*/ 3 h 11"/>
                  <a:gd name="T4" fmla="*/ 2 w 6"/>
                  <a:gd name="T5" fmla="*/ 0 h 11"/>
                  <a:gd name="T6" fmla="*/ 4 w 6"/>
                  <a:gd name="T7" fmla="*/ 0 h 11"/>
                  <a:gd name="T8" fmla="*/ 5 w 6"/>
                  <a:gd name="T9" fmla="*/ 2 h 11"/>
                  <a:gd name="T10" fmla="*/ 6 w 6"/>
                  <a:gd name="T11" fmla="*/ 5 h 11"/>
                  <a:gd name="T12" fmla="*/ 4 w 6"/>
                  <a:gd name="T13" fmla="*/ 10 h 11"/>
                  <a:gd name="T14" fmla="*/ 1 w 6"/>
                  <a:gd name="T1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1">
                    <a:moveTo>
                      <a:pt x="1" y="9"/>
                    </a:moveTo>
                    <a:cubicBezTo>
                      <a:pt x="0" y="8"/>
                      <a:pt x="0" y="5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3"/>
                      <a:pt x="6" y="4"/>
                      <a:pt x="6" y="5"/>
                    </a:cubicBezTo>
                    <a:cubicBezTo>
                      <a:pt x="6" y="7"/>
                      <a:pt x="5" y="9"/>
                      <a:pt x="4" y="10"/>
                    </a:cubicBezTo>
                    <a:cubicBezTo>
                      <a:pt x="3" y="11"/>
                      <a:pt x="2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28" name="Freeform 2730">
                <a:extLst>
                  <a:ext uri="{FF2B5EF4-FFF2-40B4-BE49-F238E27FC236}">
                    <a16:creationId xmlns:a16="http://schemas.microsoft.com/office/drawing/2014/main" id="{27DB8210-AC33-490D-BC70-2F67F60B8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984"/>
                <a:ext cx="18" cy="21"/>
              </a:xfrm>
              <a:custGeom>
                <a:avLst/>
                <a:gdLst>
                  <a:gd name="T0" fmla="*/ 29 w 44"/>
                  <a:gd name="T1" fmla="*/ 10 h 51"/>
                  <a:gd name="T2" fmla="*/ 24 w 44"/>
                  <a:gd name="T3" fmla="*/ 9 h 51"/>
                  <a:gd name="T4" fmla="*/ 20 w 44"/>
                  <a:gd name="T5" fmla="*/ 9 h 51"/>
                  <a:gd name="T6" fmla="*/ 23 w 44"/>
                  <a:gd name="T7" fmla="*/ 5 h 51"/>
                  <a:gd name="T8" fmla="*/ 27 w 44"/>
                  <a:gd name="T9" fmla="*/ 4 h 51"/>
                  <a:gd name="T10" fmla="*/ 29 w 44"/>
                  <a:gd name="T11" fmla="*/ 2 h 51"/>
                  <a:gd name="T12" fmla="*/ 37 w 44"/>
                  <a:gd name="T13" fmla="*/ 0 h 51"/>
                  <a:gd name="T14" fmla="*/ 39 w 44"/>
                  <a:gd name="T15" fmla="*/ 7 h 51"/>
                  <a:gd name="T16" fmla="*/ 38 w 44"/>
                  <a:gd name="T17" fmla="*/ 14 h 51"/>
                  <a:gd name="T18" fmla="*/ 36 w 44"/>
                  <a:gd name="T19" fmla="*/ 16 h 51"/>
                  <a:gd name="T20" fmla="*/ 35 w 44"/>
                  <a:gd name="T21" fmla="*/ 19 h 51"/>
                  <a:gd name="T22" fmla="*/ 38 w 44"/>
                  <a:gd name="T23" fmla="*/ 22 h 51"/>
                  <a:gd name="T24" fmla="*/ 40 w 44"/>
                  <a:gd name="T25" fmla="*/ 22 h 51"/>
                  <a:gd name="T26" fmla="*/ 40 w 44"/>
                  <a:gd name="T27" fmla="*/ 25 h 51"/>
                  <a:gd name="T28" fmla="*/ 41 w 44"/>
                  <a:gd name="T29" fmla="*/ 28 h 51"/>
                  <a:gd name="T30" fmla="*/ 43 w 44"/>
                  <a:gd name="T31" fmla="*/ 32 h 51"/>
                  <a:gd name="T32" fmla="*/ 37 w 44"/>
                  <a:gd name="T33" fmla="*/ 35 h 51"/>
                  <a:gd name="T34" fmla="*/ 33 w 44"/>
                  <a:gd name="T35" fmla="*/ 39 h 51"/>
                  <a:gd name="T36" fmla="*/ 27 w 44"/>
                  <a:gd name="T37" fmla="*/ 41 h 51"/>
                  <a:gd name="T38" fmla="*/ 22 w 44"/>
                  <a:gd name="T39" fmla="*/ 45 h 51"/>
                  <a:gd name="T40" fmla="*/ 16 w 44"/>
                  <a:gd name="T41" fmla="*/ 46 h 51"/>
                  <a:gd name="T42" fmla="*/ 12 w 44"/>
                  <a:gd name="T43" fmla="*/ 49 h 51"/>
                  <a:gd name="T44" fmla="*/ 6 w 44"/>
                  <a:gd name="T45" fmla="*/ 50 h 51"/>
                  <a:gd name="T46" fmla="*/ 1 w 44"/>
                  <a:gd name="T47" fmla="*/ 48 h 51"/>
                  <a:gd name="T48" fmla="*/ 0 w 44"/>
                  <a:gd name="T49" fmla="*/ 46 h 51"/>
                  <a:gd name="T50" fmla="*/ 3 w 44"/>
                  <a:gd name="T51" fmla="*/ 43 h 51"/>
                  <a:gd name="T52" fmla="*/ 7 w 44"/>
                  <a:gd name="T53" fmla="*/ 41 h 51"/>
                  <a:gd name="T54" fmla="*/ 9 w 44"/>
                  <a:gd name="T55" fmla="*/ 38 h 51"/>
                  <a:gd name="T56" fmla="*/ 12 w 44"/>
                  <a:gd name="T57" fmla="*/ 36 h 51"/>
                  <a:gd name="T58" fmla="*/ 14 w 44"/>
                  <a:gd name="T59" fmla="*/ 35 h 51"/>
                  <a:gd name="T60" fmla="*/ 17 w 44"/>
                  <a:gd name="T61" fmla="*/ 32 h 51"/>
                  <a:gd name="T62" fmla="*/ 14 w 44"/>
                  <a:gd name="T63" fmla="*/ 32 h 51"/>
                  <a:gd name="T64" fmla="*/ 11 w 44"/>
                  <a:gd name="T65" fmla="*/ 33 h 51"/>
                  <a:gd name="T66" fmla="*/ 9 w 44"/>
                  <a:gd name="T67" fmla="*/ 34 h 51"/>
                  <a:gd name="T68" fmla="*/ 5 w 44"/>
                  <a:gd name="T69" fmla="*/ 34 h 51"/>
                  <a:gd name="T70" fmla="*/ 6 w 44"/>
                  <a:gd name="T71" fmla="*/ 30 h 51"/>
                  <a:gd name="T72" fmla="*/ 11 w 44"/>
                  <a:gd name="T73" fmla="*/ 28 h 51"/>
                  <a:gd name="T74" fmla="*/ 13 w 44"/>
                  <a:gd name="T75" fmla="*/ 26 h 51"/>
                  <a:gd name="T76" fmla="*/ 21 w 44"/>
                  <a:gd name="T77" fmla="*/ 24 h 51"/>
                  <a:gd name="T78" fmla="*/ 25 w 44"/>
                  <a:gd name="T79" fmla="*/ 22 h 51"/>
                  <a:gd name="T80" fmla="*/ 28 w 44"/>
                  <a:gd name="T81" fmla="*/ 18 h 51"/>
                  <a:gd name="T82" fmla="*/ 30 w 44"/>
                  <a:gd name="T83" fmla="*/ 16 h 51"/>
                  <a:gd name="T84" fmla="*/ 31 w 44"/>
                  <a:gd name="T85" fmla="*/ 13 h 51"/>
                  <a:gd name="T86" fmla="*/ 29 w 44"/>
                  <a:gd name="T87" fmla="*/ 1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4" h="51">
                    <a:moveTo>
                      <a:pt x="29" y="10"/>
                    </a:moveTo>
                    <a:cubicBezTo>
                      <a:pt x="28" y="9"/>
                      <a:pt x="26" y="8"/>
                      <a:pt x="24" y="9"/>
                    </a:cubicBezTo>
                    <a:cubicBezTo>
                      <a:pt x="23" y="10"/>
                      <a:pt x="21" y="10"/>
                      <a:pt x="20" y="9"/>
                    </a:cubicBezTo>
                    <a:cubicBezTo>
                      <a:pt x="18" y="6"/>
                      <a:pt x="21" y="5"/>
                      <a:pt x="23" y="5"/>
                    </a:cubicBezTo>
                    <a:cubicBezTo>
                      <a:pt x="25" y="4"/>
                      <a:pt x="26" y="4"/>
                      <a:pt x="27" y="4"/>
                    </a:cubicBezTo>
                    <a:cubicBezTo>
                      <a:pt x="28" y="4"/>
                      <a:pt x="29" y="3"/>
                      <a:pt x="29" y="2"/>
                    </a:cubicBezTo>
                    <a:cubicBezTo>
                      <a:pt x="31" y="1"/>
                      <a:pt x="34" y="0"/>
                      <a:pt x="37" y="0"/>
                    </a:cubicBezTo>
                    <a:cubicBezTo>
                      <a:pt x="40" y="1"/>
                      <a:pt x="39" y="5"/>
                      <a:pt x="39" y="7"/>
                    </a:cubicBezTo>
                    <a:cubicBezTo>
                      <a:pt x="39" y="9"/>
                      <a:pt x="40" y="12"/>
                      <a:pt x="38" y="14"/>
                    </a:cubicBezTo>
                    <a:cubicBezTo>
                      <a:pt x="37" y="15"/>
                      <a:pt x="37" y="15"/>
                      <a:pt x="36" y="16"/>
                    </a:cubicBezTo>
                    <a:cubicBezTo>
                      <a:pt x="35" y="17"/>
                      <a:pt x="35" y="18"/>
                      <a:pt x="35" y="19"/>
                    </a:cubicBezTo>
                    <a:cubicBezTo>
                      <a:pt x="35" y="21"/>
                      <a:pt x="36" y="23"/>
                      <a:pt x="38" y="22"/>
                    </a:cubicBezTo>
                    <a:cubicBezTo>
                      <a:pt x="39" y="22"/>
                      <a:pt x="40" y="22"/>
                      <a:pt x="40" y="22"/>
                    </a:cubicBezTo>
                    <a:cubicBezTo>
                      <a:pt x="41" y="23"/>
                      <a:pt x="40" y="24"/>
                      <a:pt x="40" y="25"/>
                    </a:cubicBezTo>
                    <a:cubicBezTo>
                      <a:pt x="40" y="26"/>
                      <a:pt x="39" y="28"/>
                      <a:pt x="41" y="28"/>
                    </a:cubicBezTo>
                    <a:cubicBezTo>
                      <a:pt x="42" y="29"/>
                      <a:pt x="44" y="30"/>
                      <a:pt x="43" y="32"/>
                    </a:cubicBezTo>
                    <a:cubicBezTo>
                      <a:pt x="42" y="35"/>
                      <a:pt x="39" y="34"/>
                      <a:pt x="37" y="35"/>
                    </a:cubicBezTo>
                    <a:cubicBezTo>
                      <a:pt x="35" y="35"/>
                      <a:pt x="34" y="38"/>
                      <a:pt x="33" y="39"/>
                    </a:cubicBezTo>
                    <a:cubicBezTo>
                      <a:pt x="31" y="41"/>
                      <a:pt x="29" y="40"/>
                      <a:pt x="27" y="41"/>
                    </a:cubicBezTo>
                    <a:cubicBezTo>
                      <a:pt x="25" y="42"/>
                      <a:pt x="24" y="45"/>
                      <a:pt x="22" y="45"/>
                    </a:cubicBezTo>
                    <a:cubicBezTo>
                      <a:pt x="20" y="46"/>
                      <a:pt x="18" y="45"/>
                      <a:pt x="16" y="46"/>
                    </a:cubicBezTo>
                    <a:cubicBezTo>
                      <a:pt x="14" y="47"/>
                      <a:pt x="13" y="48"/>
                      <a:pt x="12" y="49"/>
                    </a:cubicBezTo>
                    <a:cubicBezTo>
                      <a:pt x="10" y="50"/>
                      <a:pt x="8" y="50"/>
                      <a:pt x="6" y="50"/>
                    </a:cubicBezTo>
                    <a:cubicBezTo>
                      <a:pt x="5" y="51"/>
                      <a:pt x="3" y="49"/>
                      <a:pt x="1" y="48"/>
                    </a:cubicBezTo>
                    <a:cubicBezTo>
                      <a:pt x="0" y="48"/>
                      <a:pt x="0" y="48"/>
                      <a:pt x="0" y="46"/>
                    </a:cubicBezTo>
                    <a:cubicBezTo>
                      <a:pt x="1" y="45"/>
                      <a:pt x="2" y="44"/>
                      <a:pt x="3" y="43"/>
                    </a:cubicBezTo>
                    <a:cubicBezTo>
                      <a:pt x="4" y="43"/>
                      <a:pt x="6" y="42"/>
                      <a:pt x="7" y="41"/>
                    </a:cubicBezTo>
                    <a:cubicBezTo>
                      <a:pt x="7" y="40"/>
                      <a:pt x="8" y="39"/>
                      <a:pt x="9" y="38"/>
                    </a:cubicBezTo>
                    <a:cubicBezTo>
                      <a:pt x="9" y="37"/>
                      <a:pt x="10" y="37"/>
                      <a:pt x="12" y="36"/>
                    </a:cubicBezTo>
                    <a:cubicBezTo>
                      <a:pt x="13" y="36"/>
                      <a:pt x="14" y="36"/>
                      <a:pt x="14" y="35"/>
                    </a:cubicBezTo>
                    <a:cubicBezTo>
                      <a:pt x="15" y="34"/>
                      <a:pt x="17" y="33"/>
                      <a:pt x="17" y="32"/>
                    </a:cubicBezTo>
                    <a:cubicBezTo>
                      <a:pt x="17" y="31"/>
                      <a:pt x="14" y="32"/>
                      <a:pt x="14" y="32"/>
                    </a:cubicBezTo>
                    <a:cubicBezTo>
                      <a:pt x="13" y="32"/>
                      <a:pt x="12" y="32"/>
                      <a:pt x="11" y="33"/>
                    </a:cubicBezTo>
                    <a:cubicBezTo>
                      <a:pt x="11" y="34"/>
                      <a:pt x="10" y="34"/>
                      <a:pt x="9" y="34"/>
                    </a:cubicBezTo>
                    <a:cubicBezTo>
                      <a:pt x="8" y="34"/>
                      <a:pt x="6" y="35"/>
                      <a:pt x="5" y="34"/>
                    </a:cubicBezTo>
                    <a:cubicBezTo>
                      <a:pt x="4" y="33"/>
                      <a:pt x="5" y="31"/>
                      <a:pt x="6" y="30"/>
                    </a:cubicBezTo>
                    <a:cubicBezTo>
                      <a:pt x="7" y="29"/>
                      <a:pt x="9" y="28"/>
                      <a:pt x="11" y="28"/>
                    </a:cubicBezTo>
                    <a:cubicBezTo>
                      <a:pt x="12" y="28"/>
                      <a:pt x="12" y="27"/>
                      <a:pt x="13" y="26"/>
                    </a:cubicBezTo>
                    <a:cubicBezTo>
                      <a:pt x="15" y="23"/>
                      <a:pt x="18" y="24"/>
                      <a:pt x="21" y="24"/>
                    </a:cubicBezTo>
                    <a:cubicBezTo>
                      <a:pt x="23" y="24"/>
                      <a:pt x="24" y="23"/>
                      <a:pt x="25" y="22"/>
                    </a:cubicBezTo>
                    <a:cubicBezTo>
                      <a:pt x="26" y="21"/>
                      <a:pt x="27" y="19"/>
                      <a:pt x="28" y="18"/>
                    </a:cubicBezTo>
                    <a:cubicBezTo>
                      <a:pt x="29" y="17"/>
                      <a:pt x="29" y="16"/>
                      <a:pt x="30" y="16"/>
                    </a:cubicBezTo>
                    <a:cubicBezTo>
                      <a:pt x="31" y="15"/>
                      <a:pt x="31" y="14"/>
                      <a:pt x="31" y="13"/>
                    </a:cubicBezTo>
                    <a:cubicBezTo>
                      <a:pt x="31" y="12"/>
                      <a:pt x="31" y="11"/>
                      <a:pt x="29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29" name="Freeform 2731">
                <a:extLst>
                  <a:ext uri="{FF2B5EF4-FFF2-40B4-BE49-F238E27FC236}">
                    <a16:creationId xmlns:a16="http://schemas.microsoft.com/office/drawing/2014/main" id="{3A58A628-74AA-4726-AC79-AF76923A7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986"/>
                <a:ext cx="7" cy="6"/>
              </a:xfrm>
              <a:custGeom>
                <a:avLst/>
                <a:gdLst>
                  <a:gd name="T0" fmla="*/ 1 w 16"/>
                  <a:gd name="T1" fmla="*/ 9 h 15"/>
                  <a:gd name="T2" fmla="*/ 0 w 16"/>
                  <a:gd name="T3" fmla="*/ 8 h 15"/>
                  <a:gd name="T4" fmla="*/ 1 w 16"/>
                  <a:gd name="T5" fmla="*/ 5 h 15"/>
                  <a:gd name="T6" fmla="*/ 1 w 16"/>
                  <a:gd name="T7" fmla="*/ 3 h 15"/>
                  <a:gd name="T8" fmla="*/ 3 w 16"/>
                  <a:gd name="T9" fmla="*/ 2 h 15"/>
                  <a:gd name="T10" fmla="*/ 6 w 16"/>
                  <a:gd name="T11" fmla="*/ 1 h 15"/>
                  <a:gd name="T12" fmla="*/ 8 w 16"/>
                  <a:gd name="T13" fmla="*/ 1 h 15"/>
                  <a:gd name="T14" fmla="*/ 10 w 16"/>
                  <a:gd name="T15" fmla="*/ 6 h 15"/>
                  <a:gd name="T16" fmla="*/ 12 w 16"/>
                  <a:gd name="T17" fmla="*/ 8 h 15"/>
                  <a:gd name="T18" fmla="*/ 16 w 16"/>
                  <a:gd name="T19" fmla="*/ 9 h 15"/>
                  <a:gd name="T20" fmla="*/ 15 w 16"/>
                  <a:gd name="T21" fmla="*/ 12 h 15"/>
                  <a:gd name="T22" fmla="*/ 13 w 16"/>
                  <a:gd name="T23" fmla="*/ 14 h 15"/>
                  <a:gd name="T24" fmla="*/ 10 w 16"/>
                  <a:gd name="T25" fmla="*/ 15 h 15"/>
                  <a:gd name="T26" fmla="*/ 7 w 16"/>
                  <a:gd name="T27" fmla="*/ 15 h 15"/>
                  <a:gd name="T28" fmla="*/ 5 w 16"/>
                  <a:gd name="T29" fmla="*/ 14 h 15"/>
                  <a:gd name="T30" fmla="*/ 3 w 16"/>
                  <a:gd name="T31" fmla="*/ 13 h 15"/>
                  <a:gd name="T32" fmla="*/ 2 w 16"/>
                  <a:gd name="T33" fmla="*/ 11 h 15"/>
                  <a:gd name="T34" fmla="*/ 2 w 16"/>
                  <a:gd name="T35" fmla="*/ 10 h 15"/>
                  <a:gd name="T36" fmla="*/ 1 w 16"/>
                  <a:gd name="T3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15">
                    <a:moveTo>
                      <a:pt x="1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10" y="2"/>
                      <a:pt x="10" y="4"/>
                      <a:pt x="10" y="6"/>
                    </a:cubicBezTo>
                    <a:cubicBezTo>
                      <a:pt x="10" y="7"/>
                      <a:pt x="10" y="8"/>
                      <a:pt x="12" y="8"/>
                    </a:cubicBezTo>
                    <a:cubicBezTo>
                      <a:pt x="13" y="8"/>
                      <a:pt x="15" y="8"/>
                      <a:pt x="16" y="9"/>
                    </a:cubicBezTo>
                    <a:cubicBezTo>
                      <a:pt x="16" y="10"/>
                      <a:pt x="16" y="12"/>
                      <a:pt x="15" y="12"/>
                    </a:cubicBezTo>
                    <a:cubicBezTo>
                      <a:pt x="15" y="14"/>
                      <a:pt x="15" y="14"/>
                      <a:pt x="13" y="14"/>
                    </a:cubicBezTo>
                    <a:cubicBezTo>
                      <a:pt x="12" y="15"/>
                      <a:pt x="11" y="15"/>
                      <a:pt x="10" y="15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6" y="15"/>
                      <a:pt x="6" y="14"/>
                      <a:pt x="5" y="14"/>
                    </a:cubicBezTo>
                    <a:cubicBezTo>
                      <a:pt x="4" y="14"/>
                      <a:pt x="4" y="14"/>
                      <a:pt x="3" y="13"/>
                    </a:cubicBezTo>
                    <a:cubicBezTo>
                      <a:pt x="2" y="13"/>
                      <a:pt x="2" y="12"/>
                      <a:pt x="2" y="11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30" name="Freeform 2732">
                <a:extLst>
                  <a:ext uri="{FF2B5EF4-FFF2-40B4-BE49-F238E27FC236}">
                    <a16:creationId xmlns:a16="http://schemas.microsoft.com/office/drawing/2014/main" id="{E7F36C81-90C0-49A9-A4E5-5A859A760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986"/>
                <a:ext cx="6" cy="4"/>
              </a:xfrm>
              <a:custGeom>
                <a:avLst/>
                <a:gdLst>
                  <a:gd name="T0" fmla="*/ 1 w 15"/>
                  <a:gd name="T1" fmla="*/ 10 h 11"/>
                  <a:gd name="T2" fmla="*/ 0 w 15"/>
                  <a:gd name="T3" fmla="*/ 8 h 11"/>
                  <a:gd name="T4" fmla="*/ 2 w 15"/>
                  <a:gd name="T5" fmla="*/ 5 h 11"/>
                  <a:gd name="T6" fmla="*/ 5 w 15"/>
                  <a:gd name="T7" fmla="*/ 2 h 11"/>
                  <a:gd name="T8" fmla="*/ 10 w 15"/>
                  <a:gd name="T9" fmla="*/ 0 h 11"/>
                  <a:gd name="T10" fmla="*/ 14 w 15"/>
                  <a:gd name="T11" fmla="*/ 2 h 11"/>
                  <a:gd name="T12" fmla="*/ 13 w 15"/>
                  <a:gd name="T13" fmla="*/ 6 h 11"/>
                  <a:gd name="T14" fmla="*/ 11 w 15"/>
                  <a:gd name="T15" fmla="*/ 8 h 11"/>
                  <a:gd name="T16" fmla="*/ 10 w 15"/>
                  <a:gd name="T17" fmla="*/ 10 h 11"/>
                  <a:gd name="T18" fmla="*/ 8 w 15"/>
                  <a:gd name="T19" fmla="*/ 11 h 11"/>
                  <a:gd name="T20" fmla="*/ 4 w 15"/>
                  <a:gd name="T21" fmla="*/ 11 h 11"/>
                  <a:gd name="T22" fmla="*/ 1 w 15"/>
                  <a:gd name="T2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1">
                    <a:moveTo>
                      <a:pt x="1" y="10"/>
                    </a:moveTo>
                    <a:cubicBezTo>
                      <a:pt x="0" y="9"/>
                      <a:pt x="0" y="8"/>
                      <a:pt x="0" y="8"/>
                    </a:cubicBezTo>
                    <a:cubicBezTo>
                      <a:pt x="0" y="6"/>
                      <a:pt x="1" y="6"/>
                      <a:pt x="2" y="5"/>
                    </a:cubicBezTo>
                    <a:cubicBezTo>
                      <a:pt x="4" y="5"/>
                      <a:pt x="4" y="3"/>
                      <a:pt x="5" y="2"/>
                    </a:cubicBezTo>
                    <a:cubicBezTo>
                      <a:pt x="7" y="1"/>
                      <a:pt x="9" y="0"/>
                      <a:pt x="10" y="0"/>
                    </a:cubicBezTo>
                    <a:cubicBezTo>
                      <a:pt x="12" y="0"/>
                      <a:pt x="14" y="0"/>
                      <a:pt x="14" y="2"/>
                    </a:cubicBezTo>
                    <a:cubicBezTo>
                      <a:pt x="15" y="3"/>
                      <a:pt x="14" y="5"/>
                      <a:pt x="13" y="6"/>
                    </a:cubicBezTo>
                    <a:cubicBezTo>
                      <a:pt x="13" y="7"/>
                      <a:pt x="12" y="7"/>
                      <a:pt x="11" y="8"/>
                    </a:cubicBezTo>
                    <a:cubicBezTo>
                      <a:pt x="10" y="9"/>
                      <a:pt x="11" y="10"/>
                      <a:pt x="10" y="10"/>
                    </a:cubicBezTo>
                    <a:cubicBezTo>
                      <a:pt x="9" y="11"/>
                      <a:pt x="8" y="11"/>
                      <a:pt x="8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3" y="11"/>
                      <a:pt x="1" y="11"/>
                      <a:pt x="1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31" name="Freeform 2733">
                <a:extLst>
                  <a:ext uri="{FF2B5EF4-FFF2-40B4-BE49-F238E27FC236}">
                    <a16:creationId xmlns:a16="http://schemas.microsoft.com/office/drawing/2014/main" id="{4302CAC6-0B5D-42F3-9950-7BF979411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975"/>
                <a:ext cx="9" cy="10"/>
              </a:xfrm>
              <a:custGeom>
                <a:avLst/>
                <a:gdLst>
                  <a:gd name="T0" fmla="*/ 4 w 22"/>
                  <a:gd name="T1" fmla="*/ 21 h 24"/>
                  <a:gd name="T2" fmla="*/ 4 w 22"/>
                  <a:gd name="T3" fmla="*/ 19 h 24"/>
                  <a:gd name="T4" fmla="*/ 3 w 22"/>
                  <a:gd name="T5" fmla="*/ 16 h 24"/>
                  <a:gd name="T6" fmla="*/ 2 w 22"/>
                  <a:gd name="T7" fmla="*/ 16 h 24"/>
                  <a:gd name="T8" fmla="*/ 0 w 22"/>
                  <a:gd name="T9" fmla="*/ 15 h 24"/>
                  <a:gd name="T10" fmla="*/ 0 w 22"/>
                  <a:gd name="T11" fmla="*/ 12 h 24"/>
                  <a:gd name="T12" fmla="*/ 1 w 22"/>
                  <a:gd name="T13" fmla="*/ 10 h 24"/>
                  <a:gd name="T14" fmla="*/ 3 w 22"/>
                  <a:gd name="T15" fmla="*/ 8 h 24"/>
                  <a:gd name="T16" fmla="*/ 6 w 22"/>
                  <a:gd name="T17" fmla="*/ 6 h 24"/>
                  <a:gd name="T18" fmla="*/ 7 w 22"/>
                  <a:gd name="T19" fmla="*/ 4 h 24"/>
                  <a:gd name="T20" fmla="*/ 7 w 22"/>
                  <a:gd name="T21" fmla="*/ 3 h 24"/>
                  <a:gd name="T22" fmla="*/ 14 w 22"/>
                  <a:gd name="T23" fmla="*/ 0 h 24"/>
                  <a:gd name="T24" fmla="*/ 17 w 22"/>
                  <a:gd name="T25" fmla="*/ 1 h 24"/>
                  <a:gd name="T26" fmla="*/ 18 w 22"/>
                  <a:gd name="T27" fmla="*/ 4 h 24"/>
                  <a:gd name="T28" fmla="*/ 21 w 22"/>
                  <a:gd name="T29" fmla="*/ 6 h 24"/>
                  <a:gd name="T30" fmla="*/ 22 w 22"/>
                  <a:gd name="T31" fmla="*/ 9 h 24"/>
                  <a:gd name="T32" fmla="*/ 19 w 22"/>
                  <a:gd name="T33" fmla="*/ 12 h 24"/>
                  <a:gd name="T34" fmla="*/ 19 w 22"/>
                  <a:gd name="T35" fmla="*/ 15 h 24"/>
                  <a:gd name="T36" fmla="*/ 18 w 22"/>
                  <a:gd name="T37" fmla="*/ 20 h 24"/>
                  <a:gd name="T38" fmla="*/ 15 w 22"/>
                  <a:gd name="T39" fmla="*/ 22 h 24"/>
                  <a:gd name="T40" fmla="*/ 13 w 22"/>
                  <a:gd name="T41" fmla="*/ 23 h 24"/>
                  <a:gd name="T42" fmla="*/ 6 w 22"/>
                  <a:gd name="T43" fmla="*/ 23 h 24"/>
                  <a:gd name="T44" fmla="*/ 5 w 22"/>
                  <a:gd name="T45" fmla="*/ 23 h 24"/>
                  <a:gd name="T46" fmla="*/ 4 w 22"/>
                  <a:gd name="T47" fmla="*/ 23 h 24"/>
                  <a:gd name="T48" fmla="*/ 4 w 22"/>
                  <a:gd name="T49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4" y="21"/>
                    </a:moveTo>
                    <a:cubicBezTo>
                      <a:pt x="4" y="20"/>
                      <a:pt x="4" y="20"/>
                      <a:pt x="4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0" y="14"/>
                      <a:pt x="0" y="12"/>
                      <a:pt x="0" y="12"/>
                    </a:cubicBezTo>
                    <a:cubicBezTo>
                      <a:pt x="1" y="11"/>
                      <a:pt x="1" y="10"/>
                      <a:pt x="1" y="10"/>
                    </a:cubicBezTo>
                    <a:cubicBezTo>
                      <a:pt x="2" y="9"/>
                      <a:pt x="3" y="9"/>
                      <a:pt x="3" y="8"/>
                    </a:cubicBezTo>
                    <a:cubicBezTo>
                      <a:pt x="4" y="8"/>
                      <a:pt x="5" y="7"/>
                      <a:pt x="6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9" y="1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18" y="2"/>
                      <a:pt x="17" y="4"/>
                      <a:pt x="18" y="4"/>
                    </a:cubicBezTo>
                    <a:cubicBezTo>
                      <a:pt x="19" y="5"/>
                      <a:pt x="20" y="5"/>
                      <a:pt x="21" y="6"/>
                    </a:cubicBezTo>
                    <a:cubicBezTo>
                      <a:pt x="22" y="7"/>
                      <a:pt x="22" y="8"/>
                      <a:pt x="22" y="9"/>
                    </a:cubicBezTo>
                    <a:cubicBezTo>
                      <a:pt x="22" y="11"/>
                      <a:pt x="21" y="11"/>
                      <a:pt x="19" y="12"/>
                    </a:cubicBez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6"/>
                      <a:pt x="19" y="18"/>
                      <a:pt x="18" y="20"/>
                    </a:cubicBezTo>
                    <a:cubicBezTo>
                      <a:pt x="17" y="21"/>
                      <a:pt x="16" y="22"/>
                      <a:pt x="15" y="22"/>
                    </a:cubicBezTo>
                    <a:cubicBezTo>
                      <a:pt x="14" y="22"/>
                      <a:pt x="13" y="23"/>
                      <a:pt x="13" y="23"/>
                    </a:cubicBezTo>
                    <a:cubicBezTo>
                      <a:pt x="11" y="24"/>
                      <a:pt x="8" y="24"/>
                      <a:pt x="6" y="23"/>
                    </a:cubicBezTo>
                    <a:cubicBezTo>
                      <a:pt x="6" y="23"/>
                      <a:pt x="5" y="23"/>
                      <a:pt x="5" y="23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3" y="22"/>
                      <a:pt x="4" y="22"/>
                      <a:pt x="4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32" name="Freeform 2734">
                <a:extLst>
                  <a:ext uri="{FF2B5EF4-FFF2-40B4-BE49-F238E27FC236}">
                    <a16:creationId xmlns:a16="http://schemas.microsoft.com/office/drawing/2014/main" id="{D6F32B9E-34E6-4084-AE45-AD8590D8A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949"/>
                <a:ext cx="3" cy="3"/>
              </a:xfrm>
              <a:custGeom>
                <a:avLst/>
                <a:gdLst>
                  <a:gd name="T0" fmla="*/ 0 w 7"/>
                  <a:gd name="T1" fmla="*/ 5 h 8"/>
                  <a:gd name="T2" fmla="*/ 2 w 7"/>
                  <a:gd name="T3" fmla="*/ 1 h 8"/>
                  <a:gd name="T4" fmla="*/ 6 w 7"/>
                  <a:gd name="T5" fmla="*/ 2 h 8"/>
                  <a:gd name="T6" fmla="*/ 5 w 7"/>
                  <a:gd name="T7" fmla="*/ 7 h 8"/>
                  <a:gd name="T8" fmla="*/ 2 w 7"/>
                  <a:gd name="T9" fmla="*/ 8 h 8"/>
                  <a:gd name="T10" fmla="*/ 0 w 7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7" y="4"/>
                      <a:pt x="6" y="5"/>
                      <a:pt x="5" y="7"/>
                    </a:cubicBezTo>
                    <a:cubicBezTo>
                      <a:pt x="4" y="7"/>
                      <a:pt x="4" y="8"/>
                      <a:pt x="2" y="8"/>
                    </a:cubicBezTo>
                    <a:cubicBezTo>
                      <a:pt x="2" y="7"/>
                      <a:pt x="1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33" name="Freeform 2735">
                <a:extLst>
                  <a:ext uri="{FF2B5EF4-FFF2-40B4-BE49-F238E27FC236}">
                    <a16:creationId xmlns:a16="http://schemas.microsoft.com/office/drawing/2014/main" id="{0218A248-D254-40F4-8F9E-653A8A6FD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966"/>
                <a:ext cx="3" cy="2"/>
              </a:xfrm>
              <a:custGeom>
                <a:avLst/>
                <a:gdLst>
                  <a:gd name="T0" fmla="*/ 0 w 7"/>
                  <a:gd name="T1" fmla="*/ 1 h 5"/>
                  <a:gd name="T2" fmla="*/ 3 w 7"/>
                  <a:gd name="T3" fmla="*/ 1 h 5"/>
                  <a:gd name="T4" fmla="*/ 6 w 7"/>
                  <a:gd name="T5" fmla="*/ 2 h 5"/>
                  <a:gd name="T6" fmla="*/ 6 w 7"/>
                  <a:gd name="T7" fmla="*/ 4 h 5"/>
                  <a:gd name="T8" fmla="*/ 2 w 7"/>
                  <a:gd name="T9" fmla="*/ 4 h 5"/>
                  <a:gd name="T10" fmla="*/ 0 w 7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5" y="1"/>
                      <a:pt x="5" y="1"/>
                      <a:pt x="6" y="2"/>
                    </a:cubicBezTo>
                    <a:cubicBezTo>
                      <a:pt x="6" y="3"/>
                      <a:pt x="7" y="4"/>
                      <a:pt x="6" y="4"/>
                    </a:cubicBezTo>
                    <a:cubicBezTo>
                      <a:pt x="5" y="5"/>
                      <a:pt x="3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34" name="Freeform 2736">
                <a:extLst>
                  <a:ext uri="{FF2B5EF4-FFF2-40B4-BE49-F238E27FC236}">
                    <a16:creationId xmlns:a16="http://schemas.microsoft.com/office/drawing/2014/main" id="{F0191A34-CEDC-4E2A-874E-3F708B440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969"/>
                <a:ext cx="4" cy="3"/>
              </a:xfrm>
              <a:custGeom>
                <a:avLst/>
                <a:gdLst>
                  <a:gd name="T0" fmla="*/ 4 w 10"/>
                  <a:gd name="T1" fmla="*/ 7 h 8"/>
                  <a:gd name="T2" fmla="*/ 2 w 10"/>
                  <a:gd name="T3" fmla="*/ 8 h 8"/>
                  <a:gd name="T4" fmla="*/ 0 w 10"/>
                  <a:gd name="T5" fmla="*/ 5 h 8"/>
                  <a:gd name="T6" fmla="*/ 3 w 10"/>
                  <a:gd name="T7" fmla="*/ 3 h 8"/>
                  <a:gd name="T8" fmla="*/ 5 w 10"/>
                  <a:gd name="T9" fmla="*/ 2 h 8"/>
                  <a:gd name="T10" fmla="*/ 7 w 10"/>
                  <a:gd name="T11" fmla="*/ 0 h 8"/>
                  <a:gd name="T12" fmla="*/ 10 w 10"/>
                  <a:gd name="T13" fmla="*/ 2 h 8"/>
                  <a:gd name="T14" fmla="*/ 6 w 10"/>
                  <a:gd name="T15" fmla="*/ 4 h 8"/>
                  <a:gd name="T16" fmla="*/ 4 w 10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4" y="7"/>
                    </a:moveTo>
                    <a:cubicBezTo>
                      <a:pt x="3" y="8"/>
                      <a:pt x="3" y="8"/>
                      <a:pt x="2" y="8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8" y="0"/>
                      <a:pt x="10" y="1"/>
                      <a:pt x="10" y="2"/>
                    </a:cubicBezTo>
                    <a:cubicBezTo>
                      <a:pt x="9" y="4"/>
                      <a:pt x="7" y="4"/>
                      <a:pt x="6" y="4"/>
                    </a:cubicBezTo>
                    <a:cubicBezTo>
                      <a:pt x="5" y="5"/>
                      <a:pt x="4" y="6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35" name="Freeform 2737">
                <a:extLst>
                  <a:ext uri="{FF2B5EF4-FFF2-40B4-BE49-F238E27FC236}">
                    <a16:creationId xmlns:a16="http://schemas.microsoft.com/office/drawing/2014/main" id="{1FBE984F-F3E9-4BC8-80D1-4A2DD6524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004"/>
                <a:ext cx="25" cy="19"/>
              </a:xfrm>
              <a:custGeom>
                <a:avLst/>
                <a:gdLst>
                  <a:gd name="T0" fmla="*/ 12 w 61"/>
                  <a:gd name="T1" fmla="*/ 47 h 48"/>
                  <a:gd name="T2" fmla="*/ 11 w 61"/>
                  <a:gd name="T3" fmla="*/ 47 h 48"/>
                  <a:gd name="T4" fmla="*/ 6 w 61"/>
                  <a:gd name="T5" fmla="*/ 39 h 48"/>
                  <a:gd name="T6" fmla="*/ 1 w 61"/>
                  <a:gd name="T7" fmla="*/ 38 h 48"/>
                  <a:gd name="T8" fmla="*/ 3 w 61"/>
                  <a:gd name="T9" fmla="*/ 30 h 48"/>
                  <a:gd name="T10" fmla="*/ 8 w 61"/>
                  <a:gd name="T11" fmla="*/ 22 h 48"/>
                  <a:gd name="T12" fmla="*/ 13 w 61"/>
                  <a:gd name="T13" fmla="*/ 14 h 48"/>
                  <a:gd name="T14" fmla="*/ 20 w 61"/>
                  <a:gd name="T15" fmla="*/ 7 h 48"/>
                  <a:gd name="T16" fmla="*/ 28 w 61"/>
                  <a:gd name="T17" fmla="*/ 1 h 48"/>
                  <a:gd name="T18" fmla="*/ 34 w 61"/>
                  <a:gd name="T19" fmla="*/ 1 h 48"/>
                  <a:gd name="T20" fmla="*/ 38 w 61"/>
                  <a:gd name="T21" fmla="*/ 6 h 48"/>
                  <a:gd name="T22" fmla="*/ 48 w 61"/>
                  <a:gd name="T23" fmla="*/ 6 h 48"/>
                  <a:gd name="T24" fmla="*/ 55 w 61"/>
                  <a:gd name="T25" fmla="*/ 3 h 48"/>
                  <a:gd name="T26" fmla="*/ 60 w 61"/>
                  <a:gd name="T27" fmla="*/ 6 h 48"/>
                  <a:gd name="T28" fmla="*/ 57 w 61"/>
                  <a:gd name="T29" fmla="*/ 12 h 48"/>
                  <a:gd name="T30" fmla="*/ 49 w 61"/>
                  <a:gd name="T31" fmla="*/ 16 h 48"/>
                  <a:gd name="T32" fmla="*/ 41 w 61"/>
                  <a:gd name="T33" fmla="*/ 22 h 48"/>
                  <a:gd name="T34" fmla="*/ 32 w 61"/>
                  <a:gd name="T35" fmla="*/ 24 h 48"/>
                  <a:gd name="T36" fmla="*/ 26 w 61"/>
                  <a:gd name="T37" fmla="*/ 27 h 48"/>
                  <a:gd name="T38" fmla="*/ 20 w 61"/>
                  <a:gd name="T39" fmla="*/ 32 h 48"/>
                  <a:gd name="T40" fmla="*/ 16 w 61"/>
                  <a:gd name="T41" fmla="*/ 39 h 48"/>
                  <a:gd name="T42" fmla="*/ 13 w 61"/>
                  <a:gd name="T43" fmla="*/ 42 h 48"/>
                  <a:gd name="T44" fmla="*/ 12 w 61"/>
                  <a:gd name="T45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1" h="48">
                    <a:moveTo>
                      <a:pt x="12" y="47"/>
                    </a:moveTo>
                    <a:cubicBezTo>
                      <a:pt x="12" y="48"/>
                      <a:pt x="11" y="48"/>
                      <a:pt x="11" y="47"/>
                    </a:cubicBezTo>
                    <a:cubicBezTo>
                      <a:pt x="9" y="45"/>
                      <a:pt x="9" y="41"/>
                      <a:pt x="6" y="39"/>
                    </a:cubicBezTo>
                    <a:cubicBezTo>
                      <a:pt x="4" y="39"/>
                      <a:pt x="2" y="40"/>
                      <a:pt x="1" y="38"/>
                    </a:cubicBezTo>
                    <a:cubicBezTo>
                      <a:pt x="0" y="36"/>
                      <a:pt x="2" y="32"/>
                      <a:pt x="3" y="30"/>
                    </a:cubicBezTo>
                    <a:cubicBezTo>
                      <a:pt x="5" y="27"/>
                      <a:pt x="7" y="25"/>
                      <a:pt x="8" y="22"/>
                    </a:cubicBezTo>
                    <a:cubicBezTo>
                      <a:pt x="10" y="19"/>
                      <a:pt x="11" y="16"/>
                      <a:pt x="13" y="14"/>
                    </a:cubicBezTo>
                    <a:cubicBezTo>
                      <a:pt x="15" y="11"/>
                      <a:pt x="18" y="9"/>
                      <a:pt x="20" y="7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0"/>
                      <a:pt x="32" y="0"/>
                      <a:pt x="34" y="1"/>
                    </a:cubicBezTo>
                    <a:cubicBezTo>
                      <a:pt x="35" y="3"/>
                      <a:pt x="36" y="5"/>
                      <a:pt x="38" y="6"/>
                    </a:cubicBezTo>
                    <a:cubicBezTo>
                      <a:pt x="41" y="7"/>
                      <a:pt x="45" y="7"/>
                      <a:pt x="48" y="6"/>
                    </a:cubicBezTo>
                    <a:cubicBezTo>
                      <a:pt x="50" y="5"/>
                      <a:pt x="53" y="3"/>
                      <a:pt x="55" y="3"/>
                    </a:cubicBezTo>
                    <a:cubicBezTo>
                      <a:pt x="57" y="3"/>
                      <a:pt x="59" y="4"/>
                      <a:pt x="60" y="6"/>
                    </a:cubicBezTo>
                    <a:cubicBezTo>
                      <a:pt x="61" y="9"/>
                      <a:pt x="59" y="11"/>
                      <a:pt x="57" y="12"/>
                    </a:cubicBezTo>
                    <a:cubicBezTo>
                      <a:pt x="54" y="14"/>
                      <a:pt x="51" y="15"/>
                      <a:pt x="49" y="16"/>
                    </a:cubicBezTo>
                    <a:cubicBezTo>
                      <a:pt x="46" y="18"/>
                      <a:pt x="43" y="20"/>
                      <a:pt x="41" y="22"/>
                    </a:cubicBezTo>
                    <a:cubicBezTo>
                      <a:pt x="38" y="23"/>
                      <a:pt x="35" y="23"/>
                      <a:pt x="32" y="24"/>
                    </a:cubicBezTo>
                    <a:cubicBezTo>
                      <a:pt x="30" y="25"/>
                      <a:pt x="28" y="26"/>
                      <a:pt x="26" y="27"/>
                    </a:cubicBezTo>
                    <a:cubicBezTo>
                      <a:pt x="24" y="29"/>
                      <a:pt x="22" y="30"/>
                      <a:pt x="20" y="32"/>
                    </a:cubicBezTo>
                    <a:cubicBezTo>
                      <a:pt x="19" y="34"/>
                      <a:pt x="18" y="37"/>
                      <a:pt x="16" y="39"/>
                    </a:cubicBezTo>
                    <a:cubicBezTo>
                      <a:pt x="15" y="40"/>
                      <a:pt x="14" y="41"/>
                      <a:pt x="13" y="42"/>
                    </a:cubicBezTo>
                    <a:cubicBezTo>
                      <a:pt x="12" y="44"/>
                      <a:pt x="12" y="45"/>
                      <a:pt x="12" y="4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36" name="Freeform 2738">
                <a:extLst>
                  <a:ext uri="{FF2B5EF4-FFF2-40B4-BE49-F238E27FC236}">
                    <a16:creationId xmlns:a16="http://schemas.microsoft.com/office/drawing/2014/main" id="{6B758DF7-C4F8-4650-AF82-626E7A7B8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023"/>
                <a:ext cx="4" cy="2"/>
              </a:xfrm>
              <a:custGeom>
                <a:avLst/>
                <a:gdLst>
                  <a:gd name="T0" fmla="*/ 4 w 10"/>
                  <a:gd name="T1" fmla="*/ 1 h 7"/>
                  <a:gd name="T2" fmla="*/ 9 w 10"/>
                  <a:gd name="T3" fmla="*/ 2 h 7"/>
                  <a:gd name="T4" fmla="*/ 9 w 10"/>
                  <a:gd name="T5" fmla="*/ 5 h 7"/>
                  <a:gd name="T6" fmla="*/ 1 w 10"/>
                  <a:gd name="T7" fmla="*/ 6 h 7"/>
                  <a:gd name="T8" fmla="*/ 1 w 10"/>
                  <a:gd name="T9" fmla="*/ 2 h 7"/>
                  <a:gd name="T10" fmla="*/ 4 w 10"/>
                  <a:gd name="T1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4" y="1"/>
                    </a:moveTo>
                    <a:cubicBezTo>
                      <a:pt x="6" y="1"/>
                      <a:pt x="8" y="0"/>
                      <a:pt x="9" y="2"/>
                    </a:cubicBezTo>
                    <a:cubicBezTo>
                      <a:pt x="10" y="3"/>
                      <a:pt x="10" y="4"/>
                      <a:pt x="9" y="5"/>
                    </a:cubicBezTo>
                    <a:cubicBezTo>
                      <a:pt x="8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37" name="Freeform 2739">
                <a:extLst>
                  <a:ext uri="{FF2B5EF4-FFF2-40B4-BE49-F238E27FC236}">
                    <a16:creationId xmlns:a16="http://schemas.microsoft.com/office/drawing/2014/main" id="{B50A7C27-4CCA-4008-BEFD-7C4BFAD18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013"/>
                <a:ext cx="4" cy="7"/>
              </a:xfrm>
              <a:custGeom>
                <a:avLst/>
                <a:gdLst>
                  <a:gd name="T0" fmla="*/ 0 w 10"/>
                  <a:gd name="T1" fmla="*/ 15 h 17"/>
                  <a:gd name="T2" fmla="*/ 2 w 10"/>
                  <a:gd name="T3" fmla="*/ 9 h 17"/>
                  <a:gd name="T4" fmla="*/ 5 w 10"/>
                  <a:gd name="T5" fmla="*/ 5 h 17"/>
                  <a:gd name="T6" fmla="*/ 8 w 10"/>
                  <a:gd name="T7" fmla="*/ 1 h 17"/>
                  <a:gd name="T8" fmla="*/ 10 w 10"/>
                  <a:gd name="T9" fmla="*/ 4 h 17"/>
                  <a:gd name="T10" fmla="*/ 10 w 10"/>
                  <a:gd name="T11" fmla="*/ 8 h 17"/>
                  <a:gd name="T12" fmla="*/ 6 w 10"/>
                  <a:gd name="T13" fmla="*/ 10 h 17"/>
                  <a:gd name="T14" fmla="*/ 3 w 10"/>
                  <a:gd name="T15" fmla="*/ 13 h 17"/>
                  <a:gd name="T16" fmla="*/ 3 w 10"/>
                  <a:gd name="T17" fmla="*/ 15 h 17"/>
                  <a:gd name="T18" fmla="*/ 1 w 10"/>
                  <a:gd name="T19" fmla="*/ 17 h 17"/>
                  <a:gd name="T20" fmla="*/ 0 w 10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7">
                    <a:moveTo>
                      <a:pt x="0" y="15"/>
                    </a:moveTo>
                    <a:cubicBezTo>
                      <a:pt x="0" y="13"/>
                      <a:pt x="1" y="11"/>
                      <a:pt x="2" y="9"/>
                    </a:cubicBezTo>
                    <a:cubicBezTo>
                      <a:pt x="3" y="8"/>
                      <a:pt x="4" y="7"/>
                      <a:pt x="5" y="5"/>
                    </a:cubicBezTo>
                    <a:cubicBezTo>
                      <a:pt x="5" y="3"/>
                      <a:pt x="6" y="1"/>
                      <a:pt x="8" y="1"/>
                    </a:cubicBezTo>
                    <a:cubicBezTo>
                      <a:pt x="9" y="0"/>
                      <a:pt x="10" y="2"/>
                      <a:pt x="10" y="4"/>
                    </a:cubicBezTo>
                    <a:cubicBezTo>
                      <a:pt x="10" y="5"/>
                      <a:pt x="10" y="7"/>
                      <a:pt x="10" y="8"/>
                    </a:cubicBezTo>
                    <a:cubicBezTo>
                      <a:pt x="9" y="9"/>
                      <a:pt x="7" y="9"/>
                      <a:pt x="6" y="10"/>
                    </a:cubicBezTo>
                    <a:cubicBezTo>
                      <a:pt x="5" y="11"/>
                      <a:pt x="4" y="12"/>
                      <a:pt x="3" y="13"/>
                    </a:cubicBezTo>
                    <a:cubicBezTo>
                      <a:pt x="2" y="14"/>
                      <a:pt x="3" y="14"/>
                      <a:pt x="3" y="15"/>
                    </a:cubicBezTo>
                    <a:cubicBezTo>
                      <a:pt x="3" y="16"/>
                      <a:pt x="2" y="17"/>
                      <a:pt x="1" y="17"/>
                    </a:cubicBezTo>
                    <a:cubicBezTo>
                      <a:pt x="1" y="16"/>
                      <a:pt x="0" y="15"/>
                      <a:pt x="0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38" name="Freeform 2740">
                <a:extLst>
                  <a:ext uri="{FF2B5EF4-FFF2-40B4-BE49-F238E27FC236}">
                    <a16:creationId xmlns:a16="http://schemas.microsoft.com/office/drawing/2014/main" id="{75669712-F1A0-4D2B-A3AF-9C6343BB2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028"/>
                <a:ext cx="4" cy="5"/>
              </a:xfrm>
              <a:custGeom>
                <a:avLst/>
                <a:gdLst>
                  <a:gd name="T0" fmla="*/ 3 w 10"/>
                  <a:gd name="T1" fmla="*/ 11 h 12"/>
                  <a:gd name="T2" fmla="*/ 0 w 10"/>
                  <a:gd name="T3" fmla="*/ 9 h 12"/>
                  <a:gd name="T4" fmla="*/ 4 w 10"/>
                  <a:gd name="T5" fmla="*/ 5 h 12"/>
                  <a:gd name="T6" fmla="*/ 7 w 10"/>
                  <a:gd name="T7" fmla="*/ 1 h 12"/>
                  <a:gd name="T8" fmla="*/ 10 w 10"/>
                  <a:gd name="T9" fmla="*/ 4 h 12"/>
                  <a:gd name="T10" fmla="*/ 8 w 10"/>
                  <a:gd name="T11" fmla="*/ 10 h 12"/>
                  <a:gd name="T12" fmla="*/ 6 w 10"/>
                  <a:gd name="T13" fmla="*/ 11 h 12"/>
                  <a:gd name="T14" fmla="*/ 3 w 10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2">
                    <a:moveTo>
                      <a:pt x="3" y="11"/>
                    </a:moveTo>
                    <a:cubicBezTo>
                      <a:pt x="1" y="10"/>
                      <a:pt x="0" y="12"/>
                      <a:pt x="0" y="9"/>
                    </a:cubicBezTo>
                    <a:cubicBezTo>
                      <a:pt x="0" y="6"/>
                      <a:pt x="2" y="6"/>
                      <a:pt x="4" y="5"/>
                    </a:cubicBezTo>
                    <a:cubicBezTo>
                      <a:pt x="5" y="4"/>
                      <a:pt x="6" y="2"/>
                      <a:pt x="7" y="1"/>
                    </a:cubicBezTo>
                    <a:cubicBezTo>
                      <a:pt x="9" y="0"/>
                      <a:pt x="10" y="2"/>
                      <a:pt x="10" y="4"/>
                    </a:cubicBezTo>
                    <a:cubicBezTo>
                      <a:pt x="10" y="6"/>
                      <a:pt x="9" y="8"/>
                      <a:pt x="8" y="10"/>
                    </a:cubicBezTo>
                    <a:cubicBezTo>
                      <a:pt x="7" y="10"/>
                      <a:pt x="6" y="11"/>
                      <a:pt x="6" y="11"/>
                    </a:cubicBezTo>
                    <a:cubicBezTo>
                      <a:pt x="4" y="11"/>
                      <a:pt x="4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39" name="Freeform 2741">
                <a:extLst>
                  <a:ext uri="{FF2B5EF4-FFF2-40B4-BE49-F238E27FC236}">
                    <a16:creationId xmlns:a16="http://schemas.microsoft.com/office/drawing/2014/main" id="{8191FF64-8360-4851-BA4F-6F54DD9F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024"/>
                <a:ext cx="4" cy="5"/>
              </a:xfrm>
              <a:custGeom>
                <a:avLst/>
                <a:gdLst>
                  <a:gd name="T0" fmla="*/ 0 w 9"/>
                  <a:gd name="T1" fmla="*/ 11 h 13"/>
                  <a:gd name="T2" fmla="*/ 2 w 9"/>
                  <a:gd name="T3" fmla="*/ 7 h 13"/>
                  <a:gd name="T4" fmla="*/ 4 w 9"/>
                  <a:gd name="T5" fmla="*/ 3 h 13"/>
                  <a:gd name="T6" fmla="*/ 7 w 9"/>
                  <a:gd name="T7" fmla="*/ 1 h 13"/>
                  <a:gd name="T8" fmla="*/ 8 w 9"/>
                  <a:gd name="T9" fmla="*/ 5 h 13"/>
                  <a:gd name="T10" fmla="*/ 5 w 9"/>
                  <a:gd name="T11" fmla="*/ 7 h 13"/>
                  <a:gd name="T12" fmla="*/ 3 w 9"/>
                  <a:gd name="T13" fmla="*/ 11 h 13"/>
                  <a:gd name="T14" fmla="*/ 0 w 9"/>
                  <a:gd name="T15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3">
                    <a:moveTo>
                      <a:pt x="0" y="11"/>
                    </a:moveTo>
                    <a:cubicBezTo>
                      <a:pt x="0" y="10"/>
                      <a:pt x="1" y="8"/>
                      <a:pt x="2" y="7"/>
                    </a:cubicBezTo>
                    <a:cubicBezTo>
                      <a:pt x="3" y="6"/>
                      <a:pt x="3" y="5"/>
                      <a:pt x="4" y="3"/>
                    </a:cubicBezTo>
                    <a:cubicBezTo>
                      <a:pt x="4" y="2"/>
                      <a:pt x="5" y="0"/>
                      <a:pt x="7" y="1"/>
                    </a:cubicBezTo>
                    <a:cubicBezTo>
                      <a:pt x="8" y="2"/>
                      <a:pt x="9" y="4"/>
                      <a:pt x="8" y="5"/>
                    </a:cubicBezTo>
                    <a:cubicBezTo>
                      <a:pt x="7" y="6"/>
                      <a:pt x="6" y="6"/>
                      <a:pt x="5" y="7"/>
                    </a:cubicBezTo>
                    <a:cubicBezTo>
                      <a:pt x="4" y="8"/>
                      <a:pt x="4" y="10"/>
                      <a:pt x="3" y="11"/>
                    </a:cubicBezTo>
                    <a:cubicBezTo>
                      <a:pt x="2" y="13"/>
                      <a:pt x="1" y="13"/>
                      <a:pt x="0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40" name="Freeform 2742">
                <a:extLst>
                  <a:ext uri="{FF2B5EF4-FFF2-40B4-BE49-F238E27FC236}">
                    <a16:creationId xmlns:a16="http://schemas.microsoft.com/office/drawing/2014/main" id="{60A702B6-ABB3-4B3C-8846-A515C3F39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036"/>
                <a:ext cx="7" cy="6"/>
              </a:xfrm>
              <a:custGeom>
                <a:avLst/>
                <a:gdLst>
                  <a:gd name="T0" fmla="*/ 4 w 17"/>
                  <a:gd name="T1" fmla="*/ 14 h 16"/>
                  <a:gd name="T2" fmla="*/ 1 w 17"/>
                  <a:gd name="T3" fmla="*/ 14 h 16"/>
                  <a:gd name="T4" fmla="*/ 6 w 17"/>
                  <a:gd name="T5" fmla="*/ 8 h 16"/>
                  <a:gd name="T6" fmla="*/ 9 w 17"/>
                  <a:gd name="T7" fmla="*/ 5 h 16"/>
                  <a:gd name="T8" fmla="*/ 13 w 17"/>
                  <a:gd name="T9" fmla="*/ 2 h 16"/>
                  <a:gd name="T10" fmla="*/ 16 w 17"/>
                  <a:gd name="T11" fmla="*/ 1 h 16"/>
                  <a:gd name="T12" fmla="*/ 14 w 17"/>
                  <a:gd name="T13" fmla="*/ 6 h 16"/>
                  <a:gd name="T14" fmla="*/ 9 w 17"/>
                  <a:gd name="T15" fmla="*/ 11 h 16"/>
                  <a:gd name="T16" fmla="*/ 7 w 17"/>
                  <a:gd name="T17" fmla="*/ 12 h 16"/>
                  <a:gd name="T18" fmla="*/ 4 w 17"/>
                  <a:gd name="T1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4" y="14"/>
                    </a:moveTo>
                    <a:cubicBezTo>
                      <a:pt x="3" y="15"/>
                      <a:pt x="1" y="16"/>
                      <a:pt x="1" y="14"/>
                    </a:cubicBezTo>
                    <a:cubicBezTo>
                      <a:pt x="0" y="11"/>
                      <a:pt x="5" y="9"/>
                      <a:pt x="6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11" y="4"/>
                      <a:pt x="12" y="3"/>
                      <a:pt x="13" y="2"/>
                    </a:cubicBezTo>
                    <a:cubicBezTo>
                      <a:pt x="14" y="2"/>
                      <a:pt x="16" y="0"/>
                      <a:pt x="16" y="1"/>
                    </a:cubicBezTo>
                    <a:cubicBezTo>
                      <a:pt x="17" y="3"/>
                      <a:pt x="14" y="5"/>
                      <a:pt x="14" y="6"/>
                    </a:cubicBezTo>
                    <a:cubicBezTo>
                      <a:pt x="12" y="8"/>
                      <a:pt x="11" y="10"/>
                      <a:pt x="9" y="11"/>
                    </a:cubicBezTo>
                    <a:cubicBezTo>
                      <a:pt x="9" y="12"/>
                      <a:pt x="8" y="12"/>
                      <a:pt x="7" y="12"/>
                    </a:cubicBezTo>
                    <a:cubicBezTo>
                      <a:pt x="6" y="13"/>
                      <a:pt x="5" y="13"/>
                      <a:pt x="4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41" name="Freeform 2743">
                <a:extLst>
                  <a:ext uri="{FF2B5EF4-FFF2-40B4-BE49-F238E27FC236}">
                    <a16:creationId xmlns:a16="http://schemas.microsoft.com/office/drawing/2014/main" id="{ADA8A617-B28B-4B85-9B18-9F573BFD0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035"/>
                <a:ext cx="18" cy="13"/>
              </a:xfrm>
              <a:custGeom>
                <a:avLst/>
                <a:gdLst>
                  <a:gd name="T0" fmla="*/ 42 w 43"/>
                  <a:gd name="T1" fmla="*/ 13 h 33"/>
                  <a:gd name="T2" fmla="*/ 41 w 43"/>
                  <a:gd name="T3" fmla="*/ 13 h 33"/>
                  <a:gd name="T4" fmla="*/ 35 w 43"/>
                  <a:gd name="T5" fmla="*/ 13 h 33"/>
                  <a:gd name="T6" fmla="*/ 30 w 43"/>
                  <a:gd name="T7" fmla="*/ 15 h 33"/>
                  <a:gd name="T8" fmla="*/ 29 w 43"/>
                  <a:gd name="T9" fmla="*/ 17 h 33"/>
                  <a:gd name="T10" fmla="*/ 27 w 43"/>
                  <a:gd name="T11" fmla="*/ 19 h 33"/>
                  <a:gd name="T12" fmla="*/ 27 w 43"/>
                  <a:gd name="T13" fmla="*/ 19 h 33"/>
                  <a:gd name="T14" fmla="*/ 24 w 43"/>
                  <a:gd name="T15" fmla="*/ 25 h 33"/>
                  <a:gd name="T16" fmla="*/ 20 w 43"/>
                  <a:gd name="T17" fmla="*/ 29 h 33"/>
                  <a:gd name="T18" fmla="*/ 19 w 43"/>
                  <a:gd name="T19" fmla="*/ 31 h 33"/>
                  <a:gd name="T20" fmla="*/ 18 w 43"/>
                  <a:gd name="T21" fmla="*/ 33 h 33"/>
                  <a:gd name="T22" fmla="*/ 16 w 43"/>
                  <a:gd name="T23" fmla="*/ 31 h 33"/>
                  <a:gd name="T24" fmla="*/ 13 w 43"/>
                  <a:gd name="T25" fmla="*/ 26 h 33"/>
                  <a:gd name="T26" fmla="*/ 6 w 43"/>
                  <a:gd name="T27" fmla="*/ 25 h 33"/>
                  <a:gd name="T28" fmla="*/ 2 w 43"/>
                  <a:gd name="T29" fmla="*/ 23 h 33"/>
                  <a:gd name="T30" fmla="*/ 1 w 43"/>
                  <a:gd name="T31" fmla="*/ 18 h 33"/>
                  <a:gd name="T32" fmla="*/ 1 w 43"/>
                  <a:gd name="T33" fmla="*/ 14 h 33"/>
                  <a:gd name="T34" fmla="*/ 4 w 43"/>
                  <a:gd name="T35" fmla="*/ 11 h 33"/>
                  <a:gd name="T36" fmla="*/ 4 w 43"/>
                  <a:gd name="T37" fmla="*/ 11 h 33"/>
                  <a:gd name="T38" fmla="*/ 7 w 43"/>
                  <a:gd name="T39" fmla="*/ 8 h 33"/>
                  <a:gd name="T40" fmla="*/ 10 w 43"/>
                  <a:gd name="T41" fmla="*/ 5 h 33"/>
                  <a:gd name="T42" fmla="*/ 11 w 43"/>
                  <a:gd name="T43" fmla="*/ 3 h 33"/>
                  <a:gd name="T44" fmla="*/ 14 w 43"/>
                  <a:gd name="T45" fmla="*/ 1 h 33"/>
                  <a:gd name="T46" fmla="*/ 18 w 43"/>
                  <a:gd name="T47" fmla="*/ 1 h 33"/>
                  <a:gd name="T48" fmla="*/ 24 w 43"/>
                  <a:gd name="T49" fmla="*/ 2 h 33"/>
                  <a:gd name="T50" fmla="*/ 29 w 43"/>
                  <a:gd name="T51" fmla="*/ 5 h 33"/>
                  <a:gd name="T52" fmla="*/ 31 w 43"/>
                  <a:gd name="T53" fmla="*/ 8 h 33"/>
                  <a:gd name="T54" fmla="*/ 38 w 43"/>
                  <a:gd name="T55" fmla="*/ 9 h 33"/>
                  <a:gd name="T56" fmla="*/ 41 w 43"/>
                  <a:gd name="T57" fmla="*/ 9 h 33"/>
                  <a:gd name="T58" fmla="*/ 43 w 43"/>
                  <a:gd name="T59" fmla="*/ 10 h 33"/>
                  <a:gd name="T60" fmla="*/ 42 w 43"/>
                  <a:gd name="T61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33">
                    <a:moveTo>
                      <a:pt x="42" y="13"/>
                    </a:moveTo>
                    <a:cubicBezTo>
                      <a:pt x="42" y="13"/>
                      <a:pt x="41" y="13"/>
                      <a:pt x="41" y="13"/>
                    </a:cubicBezTo>
                    <a:cubicBezTo>
                      <a:pt x="39" y="14"/>
                      <a:pt x="37" y="13"/>
                      <a:pt x="35" y="13"/>
                    </a:cubicBezTo>
                    <a:cubicBezTo>
                      <a:pt x="34" y="13"/>
                      <a:pt x="32" y="14"/>
                      <a:pt x="30" y="15"/>
                    </a:cubicBezTo>
                    <a:cubicBezTo>
                      <a:pt x="30" y="16"/>
                      <a:pt x="29" y="16"/>
                      <a:pt x="29" y="17"/>
                    </a:cubicBezTo>
                    <a:cubicBezTo>
                      <a:pt x="28" y="17"/>
                      <a:pt x="28" y="18"/>
                      <a:pt x="27" y="19"/>
                    </a:cubicBezTo>
                    <a:cubicBezTo>
                      <a:pt x="27" y="18"/>
                      <a:pt x="27" y="19"/>
                      <a:pt x="27" y="19"/>
                    </a:cubicBezTo>
                    <a:cubicBezTo>
                      <a:pt x="26" y="21"/>
                      <a:pt x="25" y="23"/>
                      <a:pt x="24" y="25"/>
                    </a:cubicBezTo>
                    <a:cubicBezTo>
                      <a:pt x="23" y="26"/>
                      <a:pt x="21" y="28"/>
                      <a:pt x="20" y="29"/>
                    </a:cubicBezTo>
                    <a:cubicBezTo>
                      <a:pt x="20" y="30"/>
                      <a:pt x="19" y="30"/>
                      <a:pt x="19" y="31"/>
                    </a:cubicBezTo>
                    <a:cubicBezTo>
                      <a:pt x="19" y="32"/>
                      <a:pt x="19" y="32"/>
                      <a:pt x="18" y="33"/>
                    </a:cubicBezTo>
                    <a:cubicBezTo>
                      <a:pt x="17" y="33"/>
                      <a:pt x="16" y="31"/>
                      <a:pt x="16" y="31"/>
                    </a:cubicBezTo>
                    <a:cubicBezTo>
                      <a:pt x="15" y="29"/>
                      <a:pt x="15" y="27"/>
                      <a:pt x="13" y="26"/>
                    </a:cubicBezTo>
                    <a:cubicBezTo>
                      <a:pt x="11" y="24"/>
                      <a:pt x="8" y="26"/>
                      <a:pt x="6" y="25"/>
                    </a:cubicBezTo>
                    <a:cubicBezTo>
                      <a:pt x="4" y="25"/>
                      <a:pt x="3" y="24"/>
                      <a:pt x="2" y="23"/>
                    </a:cubicBezTo>
                    <a:cubicBezTo>
                      <a:pt x="1" y="22"/>
                      <a:pt x="2" y="20"/>
                      <a:pt x="1" y="18"/>
                    </a:cubicBezTo>
                    <a:cubicBezTo>
                      <a:pt x="1" y="17"/>
                      <a:pt x="0" y="15"/>
                      <a:pt x="1" y="14"/>
                    </a:cubicBezTo>
                    <a:cubicBezTo>
                      <a:pt x="1" y="13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6" y="9"/>
                      <a:pt x="7" y="8"/>
                    </a:cubicBezTo>
                    <a:cubicBezTo>
                      <a:pt x="8" y="7"/>
                      <a:pt x="9" y="6"/>
                      <a:pt x="10" y="5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12" y="2"/>
                      <a:pt x="13" y="2"/>
                      <a:pt x="14" y="1"/>
                    </a:cubicBezTo>
                    <a:cubicBezTo>
                      <a:pt x="16" y="0"/>
                      <a:pt x="17" y="0"/>
                      <a:pt x="18" y="1"/>
                    </a:cubicBezTo>
                    <a:cubicBezTo>
                      <a:pt x="20" y="1"/>
                      <a:pt x="22" y="1"/>
                      <a:pt x="24" y="2"/>
                    </a:cubicBezTo>
                    <a:cubicBezTo>
                      <a:pt x="26" y="2"/>
                      <a:pt x="28" y="4"/>
                      <a:pt x="29" y="5"/>
                    </a:cubicBezTo>
                    <a:cubicBezTo>
                      <a:pt x="29" y="6"/>
                      <a:pt x="30" y="7"/>
                      <a:pt x="31" y="8"/>
                    </a:cubicBezTo>
                    <a:cubicBezTo>
                      <a:pt x="33" y="10"/>
                      <a:pt x="36" y="8"/>
                      <a:pt x="38" y="9"/>
                    </a:cubicBezTo>
                    <a:cubicBezTo>
                      <a:pt x="39" y="9"/>
                      <a:pt x="40" y="9"/>
                      <a:pt x="41" y="9"/>
                    </a:cubicBezTo>
                    <a:cubicBezTo>
                      <a:pt x="42" y="9"/>
                      <a:pt x="43" y="9"/>
                      <a:pt x="43" y="10"/>
                    </a:cubicBezTo>
                    <a:cubicBezTo>
                      <a:pt x="43" y="11"/>
                      <a:pt x="43" y="12"/>
                      <a:pt x="4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42" name="Freeform 2744">
                <a:extLst>
                  <a:ext uri="{FF2B5EF4-FFF2-40B4-BE49-F238E27FC236}">
                    <a16:creationId xmlns:a16="http://schemas.microsoft.com/office/drawing/2014/main" id="{CAFD9ECE-6252-4EC3-A815-A264FDA17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1044"/>
                <a:ext cx="2" cy="4"/>
              </a:xfrm>
              <a:custGeom>
                <a:avLst/>
                <a:gdLst>
                  <a:gd name="T0" fmla="*/ 2 w 7"/>
                  <a:gd name="T1" fmla="*/ 10 h 11"/>
                  <a:gd name="T2" fmla="*/ 1 w 7"/>
                  <a:gd name="T3" fmla="*/ 5 h 11"/>
                  <a:gd name="T4" fmla="*/ 2 w 7"/>
                  <a:gd name="T5" fmla="*/ 1 h 11"/>
                  <a:gd name="T6" fmla="*/ 5 w 7"/>
                  <a:gd name="T7" fmla="*/ 0 h 11"/>
                  <a:gd name="T8" fmla="*/ 6 w 7"/>
                  <a:gd name="T9" fmla="*/ 7 h 11"/>
                  <a:gd name="T10" fmla="*/ 2 w 7"/>
                  <a:gd name="T1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2" y="10"/>
                    </a:moveTo>
                    <a:cubicBezTo>
                      <a:pt x="0" y="10"/>
                      <a:pt x="0" y="6"/>
                      <a:pt x="1" y="5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6"/>
                      <a:pt x="6" y="7"/>
                    </a:cubicBezTo>
                    <a:cubicBezTo>
                      <a:pt x="6" y="8"/>
                      <a:pt x="4" y="11"/>
                      <a:pt x="2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43" name="Freeform 2745">
                <a:extLst>
                  <a:ext uri="{FF2B5EF4-FFF2-40B4-BE49-F238E27FC236}">
                    <a16:creationId xmlns:a16="http://schemas.microsoft.com/office/drawing/2014/main" id="{97A3B841-7638-498B-94AA-C228D2C3F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063"/>
                <a:ext cx="6" cy="8"/>
              </a:xfrm>
              <a:custGeom>
                <a:avLst/>
                <a:gdLst>
                  <a:gd name="T0" fmla="*/ 11 w 15"/>
                  <a:gd name="T1" fmla="*/ 3 h 19"/>
                  <a:gd name="T2" fmla="*/ 13 w 15"/>
                  <a:gd name="T3" fmla="*/ 0 h 19"/>
                  <a:gd name="T4" fmla="*/ 15 w 15"/>
                  <a:gd name="T5" fmla="*/ 4 h 19"/>
                  <a:gd name="T6" fmla="*/ 12 w 15"/>
                  <a:gd name="T7" fmla="*/ 10 h 19"/>
                  <a:gd name="T8" fmla="*/ 12 w 15"/>
                  <a:gd name="T9" fmla="*/ 14 h 19"/>
                  <a:gd name="T10" fmla="*/ 10 w 15"/>
                  <a:gd name="T11" fmla="*/ 17 h 19"/>
                  <a:gd name="T12" fmla="*/ 9 w 15"/>
                  <a:gd name="T13" fmla="*/ 19 h 19"/>
                  <a:gd name="T14" fmla="*/ 7 w 15"/>
                  <a:gd name="T15" fmla="*/ 18 h 19"/>
                  <a:gd name="T16" fmla="*/ 6 w 15"/>
                  <a:gd name="T17" fmla="*/ 16 h 19"/>
                  <a:gd name="T18" fmla="*/ 5 w 15"/>
                  <a:gd name="T19" fmla="*/ 15 h 19"/>
                  <a:gd name="T20" fmla="*/ 3 w 15"/>
                  <a:gd name="T21" fmla="*/ 15 h 19"/>
                  <a:gd name="T22" fmla="*/ 1 w 15"/>
                  <a:gd name="T23" fmla="*/ 13 h 19"/>
                  <a:gd name="T24" fmla="*/ 5 w 15"/>
                  <a:gd name="T25" fmla="*/ 7 h 19"/>
                  <a:gd name="T26" fmla="*/ 6 w 15"/>
                  <a:gd name="T27" fmla="*/ 7 h 19"/>
                  <a:gd name="T28" fmla="*/ 8 w 15"/>
                  <a:gd name="T29" fmla="*/ 5 h 19"/>
                  <a:gd name="T30" fmla="*/ 11 w 15"/>
                  <a:gd name="T31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9">
                    <a:moveTo>
                      <a:pt x="11" y="3"/>
                    </a:moveTo>
                    <a:cubicBezTo>
                      <a:pt x="11" y="2"/>
                      <a:pt x="11" y="0"/>
                      <a:pt x="13" y="0"/>
                    </a:cubicBezTo>
                    <a:cubicBezTo>
                      <a:pt x="14" y="0"/>
                      <a:pt x="15" y="3"/>
                      <a:pt x="15" y="4"/>
                    </a:cubicBezTo>
                    <a:cubicBezTo>
                      <a:pt x="15" y="6"/>
                      <a:pt x="13" y="8"/>
                      <a:pt x="12" y="10"/>
                    </a:cubicBezTo>
                    <a:cubicBezTo>
                      <a:pt x="12" y="11"/>
                      <a:pt x="12" y="12"/>
                      <a:pt x="12" y="14"/>
                    </a:cubicBezTo>
                    <a:cubicBezTo>
                      <a:pt x="12" y="15"/>
                      <a:pt x="11" y="16"/>
                      <a:pt x="10" y="17"/>
                    </a:cubicBezTo>
                    <a:cubicBezTo>
                      <a:pt x="10" y="18"/>
                      <a:pt x="10" y="19"/>
                      <a:pt x="9" y="19"/>
                    </a:cubicBezTo>
                    <a:cubicBezTo>
                      <a:pt x="8" y="19"/>
                      <a:pt x="8" y="18"/>
                      <a:pt x="7" y="18"/>
                    </a:cubicBezTo>
                    <a:cubicBezTo>
                      <a:pt x="7" y="17"/>
                      <a:pt x="6" y="17"/>
                      <a:pt x="6" y="16"/>
                    </a:cubicBezTo>
                    <a:cubicBezTo>
                      <a:pt x="5" y="16"/>
                      <a:pt x="5" y="15"/>
                      <a:pt x="5" y="15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0" y="11"/>
                      <a:pt x="3" y="8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8" y="6"/>
                      <a:pt x="7" y="6"/>
                      <a:pt x="8" y="5"/>
                    </a:cubicBezTo>
                    <a:cubicBezTo>
                      <a:pt x="9" y="4"/>
                      <a:pt x="10" y="4"/>
                      <a:pt x="1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44" name="Freeform 2746">
                <a:extLst>
                  <a:ext uri="{FF2B5EF4-FFF2-40B4-BE49-F238E27FC236}">
                    <a16:creationId xmlns:a16="http://schemas.microsoft.com/office/drawing/2014/main" id="{AF79C0E4-0130-4CE8-AB55-1C4DB7B97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059"/>
                <a:ext cx="4" cy="3"/>
              </a:xfrm>
              <a:custGeom>
                <a:avLst/>
                <a:gdLst>
                  <a:gd name="T0" fmla="*/ 0 w 9"/>
                  <a:gd name="T1" fmla="*/ 7 h 7"/>
                  <a:gd name="T2" fmla="*/ 1 w 9"/>
                  <a:gd name="T3" fmla="*/ 4 h 7"/>
                  <a:gd name="T4" fmla="*/ 3 w 9"/>
                  <a:gd name="T5" fmla="*/ 3 h 7"/>
                  <a:gd name="T6" fmla="*/ 4 w 9"/>
                  <a:gd name="T7" fmla="*/ 2 h 7"/>
                  <a:gd name="T8" fmla="*/ 7 w 9"/>
                  <a:gd name="T9" fmla="*/ 1 h 7"/>
                  <a:gd name="T10" fmla="*/ 9 w 9"/>
                  <a:gd name="T11" fmla="*/ 4 h 7"/>
                  <a:gd name="T12" fmla="*/ 5 w 9"/>
                  <a:gd name="T13" fmla="*/ 7 h 7"/>
                  <a:gd name="T14" fmla="*/ 0 w 9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0" y="6"/>
                      <a:pt x="0" y="5"/>
                      <a:pt x="1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8" y="1"/>
                      <a:pt x="9" y="3"/>
                      <a:pt x="9" y="4"/>
                    </a:cubicBezTo>
                    <a:cubicBezTo>
                      <a:pt x="8" y="6"/>
                      <a:pt x="6" y="6"/>
                      <a:pt x="5" y="7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45" name="Freeform 2747">
                <a:extLst>
                  <a:ext uri="{FF2B5EF4-FFF2-40B4-BE49-F238E27FC236}">
                    <a16:creationId xmlns:a16="http://schemas.microsoft.com/office/drawing/2014/main" id="{DD4CD169-DEB3-4CA2-A400-10038AA01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049"/>
                <a:ext cx="21" cy="40"/>
              </a:xfrm>
              <a:custGeom>
                <a:avLst/>
                <a:gdLst>
                  <a:gd name="T0" fmla="*/ 24 w 50"/>
                  <a:gd name="T1" fmla="*/ 43 h 100"/>
                  <a:gd name="T2" fmla="*/ 28 w 50"/>
                  <a:gd name="T3" fmla="*/ 41 h 100"/>
                  <a:gd name="T4" fmla="*/ 34 w 50"/>
                  <a:gd name="T5" fmla="*/ 33 h 100"/>
                  <a:gd name="T6" fmla="*/ 24 w 50"/>
                  <a:gd name="T7" fmla="*/ 30 h 100"/>
                  <a:gd name="T8" fmla="*/ 25 w 50"/>
                  <a:gd name="T9" fmla="*/ 24 h 100"/>
                  <a:gd name="T10" fmla="*/ 27 w 50"/>
                  <a:gd name="T11" fmla="*/ 17 h 100"/>
                  <a:gd name="T12" fmla="*/ 28 w 50"/>
                  <a:gd name="T13" fmla="*/ 9 h 100"/>
                  <a:gd name="T14" fmla="*/ 29 w 50"/>
                  <a:gd name="T15" fmla="*/ 3 h 100"/>
                  <a:gd name="T16" fmla="*/ 37 w 50"/>
                  <a:gd name="T17" fmla="*/ 9 h 100"/>
                  <a:gd name="T18" fmla="*/ 44 w 50"/>
                  <a:gd name="T19" fmla="*/ 21 h 100"/>
                  <a:gd name="T20" fmla="*/ 49 w 50"/>
                  <a:gd name="T21" fmla="*/ 32 h 100"/>
                  <a:gd name="T22" fmla="*/ 48 w 50"/>
                  <a:gd name="T23" fmla="*/ 48 h 100"/>
                  <a:gd name="T24" fmla="*/ 48 w 50"/>
                  <a:gd name="T25" fmla="*/ 55 h 100"/>
                  <a:gd name="T26" fmla="*/ 48 w 50"/>
                  <a:gd name="T27" fmla="*/ 61 h 100"/>
                  <a:gd name="T28" fmla="*/ 37 w 50"/>
                  <a:gd name="T29" fmla="*/ 68 h 100"/>
                  <a:gd name="T30" fmla="*/ 33 w 50"/>
                  <a:gd name="T31" fmla="*/ 70 h 100"/>
                  <a:gd name="T32" fmla="*/ 28 w 50"/>
                  <a:gd name="T33" fmla="*/ 72 h 100"/>
                  <a:gd name="T34" fmla="*/ 23 w 50"/>
                  <a:gd name="T35" fmla="*/ 85 h 100"/>
                  <a:gd name="T36" fmla="*/ 17 w 50"/>
                  <a:gd name="T37" fmla="*/ 92 h 100"/>
                  <a:gd name="T38" fmla="*/ 9 w 50"/>
                  <a:gd name="T39" fmla="*/ 98 h 100"/>
                  <a:gd name="T40" fmla="*/ 0 w 50"/>
                  <a:gd name="T41" fmla="*/ 97 h 100"/>
                  <a:gd name="T42" fmla="*/ 3 w 50"/>
                  <a:gd name="T43" fmla="*/ 93 h 100"/>
                  <a:gd name="T44" fmla="*/ 9 w 50"/>
                  <a:gd name="T45" fmla="*/ 89 h 100"/>
                  <a:gd name="T46" fmla="*/ 8 w 50"/>
                  <a:gd name="T47" fmla="*/ 80 h 100"/>
                  <a:gd name="T48" fmla="*/ 8 w 50"/>
                  <a:gd name="T49" fmla="*/ 69 h 100"/>
                  <a:gd name="T50" fmla="*/ 15 w 50"/>
                  <a:gd name="T51" fmla="*/ 63 h 100"/>
                  <a:gd name="T52" fmla="*/ 19 w 50"/>
                  <a:gd name="T53" fmla="*/ 60 h 100"/>
                  <a:gd name="T54" fmla="*/ 20 w 50"/>
                  <a:gd name="T55" fmla="*/ 56 h 100"/>
                  <a:gd name="T56" fmla="*/ 21 w 50"/>
                  <a:gd name="T57" fmla="*/ 49 h 100"/>
                  <a:gd name="T58" fmla="*/ 24 w 50"/>
                  <a:gd name="T59" fmla="*/ 4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0" h="100">
                    <a:moveTo>
                      <a:pt x="24" y="43"/>
                    </a:moveTo>
                    <a:cubicBezTo>
                      <a:pt x="25" y="41"/>
                      <a:pt x="27" y="41"/>
                      <a:pt x="28" y="41"/>
                    </a:cubicBezTo>
                    <a:cubicBezTo>
                      <a:pt x="31" y="40"/>
                      <a:pt x="37" y="36"/>
                      <a:pt x="34" y="33"/>
                    </a:cubicBezTo>
                    <a:cubicBezTo>
                      <a:pt x="32" y="31"/>
                      <a:pt x="25" y="34"/>
                      <a:pt x="24" y="30"/>
                    </a:cubicBezTo>
                    <a:cubicBezTo>
                      <a:pt x="23" y="28"/>
                      <a:pt x="24" y="26"/>
                      <a:pt x="25" y="24"/>
                    </a:cubicBezTo>
                    <a:cubicBezTo>
                      <a:pt x="26" y="22"/>
                      <a:pt x="27" y="19"/>
                      <a:pt x="27" y="17"/>
                    </a:cubicBezTo>
                    <a:cubicBezTo>
                      <a:pt x="27" y="14"/>
                      <a:pt x="27" y="12"/>
                      <a:pt x="28" y="9"/>
                    </a:cubicBezTo>
                    <a:cubicBezTo>
                      <a:pt x="28" y="7"/>
                      <a:pt x="28" y="4"/>
                      <a:pt x="29" y="3"/>
                    </a:cubicBezTo>
                    <a:cubicBezTo>
                      <a:pt x="32" y="0"/>
                      <a:pt x="36" y="8"/>
                      <a:pt x="37" y="9"/>
                    </a:cubicBezTo>
                    <a:cubicBezTo>
                      <a:pt x="40" y="13"/>
                      <a:pt x="42" y="17"/>
                      <a:pt x="44" y="21"/>
                    </a:cubicBezTo>
                    <a:cubicBezTo>
                      <a:pt x="46" y="25"/>
                      <a:pt x="49" y="28"/>
                      <a:pt x="49" y="32"/>
                    </a:cubicBezTo>
                    <a:cubicBezTo>
                      <a:pt x="50" y="38"/>
                      <a:pt x="49" y="43"/>
                      <a:pt x="48" y="48"/>
                    </a:cubicBezTo>
                    <a:cubicBezTo>
                      <a:pt x="48" y="50"/>
                      <a:pt x="48" y="52"/>
                      <a:pt x="48" y="55"/>
                    </a:cubicBezTo>
                    <a:cubicBezTo>
                      <a:pt x="48" y="57"/>
                      <a:pt x="48" y="59"/>
                      <a:pt x="48" y="61"/>
                    </a:cubicBezTo>
                    <a:cubicBezTo>
                      <a:pt x="46" y="65"/>
                      <a:pt x="41" y="66"/>
                      <a:pt x="37" y="68"/>
                    </a:cubicBezTo>
                    <a:cubicBezTo>
                      <a:pt x="36" y="69"/>
                      <a:pt x="34" y="70"/>
                      <a:pt x="33" y="70"/>
                    </a:cubicBezTo>
                    <a:cubicBezTo>
                      <a:pt x="31" y="70"/>
                      <a:pt x="30" y="71"/>
                      <a:pt x="28" y="72"/>
                    </a:cubicBezTo>
                    <a:cubicBezTo>
                      <a:pt x="24" y="75"/>
                      <a:pt x="24" y="80"/>
                      <a:pt x="23" y="85"/>
                    </a:cubicBezTo>
                    <a:cubicBezTo>
                      <a:pt x="22" y="89"/>
                      <a:pt x="19" y="90"/>
                      <a:pt x="17" y="92"/>
                    </a:cubicBezTo>
                    <a:cubicBezTo>
                      <a:pt x="14" y="95"/>
                      <a:pt x="12" y="97"/>
                      <a:pt x="9" y="98"/>
                    </a:cubicBezTo>
                    <a:cubicBezTo>
                      <a:pt x="7" y="98"/>
                      <a:pt x="0" y="100"/>
                      <a:pt x="0" y="97"/>
                    </a:cubicBezTo>
                    <a:cubicBezTo>
                      <a:pt x="0" y="96"/>
                      <a:pt x="2" y="94"/>
                      <a:pt x="3" y="93"/>
                    </a:cubicBezTo>
                    <a:cubicBezTo>
                      <a:pt x="5" y="92"/>
                      <a:pt x="7" y="91"/>
                      <a:pt x="9" y="89"/>
                    </a:cubicBezTo>
                    <a:cubicBezTo>
                      <a:pt x="12" y="86"/>
                      <a:pt x="9" y="83"/>
                      <a:pt x="8" y="80"/>
                    </a:cubicBezTo>
                    <a:cubicBezTo>
                      <a:pt x="6" y="77"/>
                      <a:pt x="6" y="72"/>
                      <a:pt x="8" y="69"/>
                    </a:cubicBezTo>
                    <a:cubicBezTo>
                      <a:pt x="10" y="66"/>
                      <a:pt x="13" y="65"/>
                      <a:pt x="15" y="63"/>
                    </a:cubicBezTo>
                    <a:cubicBezTo>
                      <a:pt x="17" y="62"/>
                      <a:pt x="18" y="61"/>
                      <a:pt x="19" y="60"/>
                    </a:cubicBezTo>
                    <a:cubicBezTo>
                      <a:pt x="20" y="59"/>
                      <a:pt x="20" y="57"/>
                      <a:pt x="20" y="56"/>
                    </a:cubicBezTo>
                    <a:cubicBezTo>
                      <a:pt x="21" y="53"/>
                      <a:pt x="21" y="51"/>
                      <a:pt x="21" y="49"/>
                    </a:cubicBezTo>
                    <a:cubicBezTo>
                      <a:pt x="21" y="47"/>
                      <a:pt x="23" y="44"/>
                      <a:pt x="24" y="4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46" name="Freeform 2748">
                <a:extLst>
                  <a:ext uri="{FF2B5EF4-FFF2-40B4-BE49-F238E27FC236}">
                    <a16:creationId xmlns:a16="http://schemas.microsoft.com/office/drawing/2014/main" id="{203FF557-541C-4C06-BDEC-7048ECEFE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088"/>
                <a:ext cx="11" cy="16"/>
              </a:xfrm>
              <a:custGeom>
                <a:avLst/>
                <a:gdLst>
                  <a:gd name="T0" fmla="*/ 7 w 29"/>
                  <a:gd name="T1" fmla="*/ 36 h 40"/>
                  <a:gd name="T2" fmla="*/ 4 w 29"/>
                  <a:gd name="T3" fmla="*/ 33 h 40"/>
                  <a:gd name="T4" fmla="*/ 0 w 29"/>
                  <a:gd name="T5" fmla="*/ 29 h 40"/>
                  <a:gd name="T6" fmla="*/ 3 w 29"/>
                  <a:gd name="T7" fmla="*/ 24 h 40"/>
                  <a:gd name="T8" fmla="*/ 9 w 29"/>
                  <a:gd name="T9" fmla="*/ 21 h 40"/>
                  <a:gd name="T10" fmla="*/ 9 w 29"/>
                  <a:gd name="T11" fmla="*/ 16 h 40"/>
                  <a:gd name="T12" fmla="*/ 8 w 29"/>
                  <a:gd name="T13" fmla="*/ 12 h 40"/>
                  <a:gd name="T14" fmla="*/ 12 w 29"/>
                  <a:gd name="T15" fmla="*/ 9 h 40"/>
                  <a:gd name="T16" fmla="*/ 20 w 29"/>
                  <a:gd name="T17" fmla="*/ 0 h 40"/>
                  <a:gd name="T18" fmla="*/ 24 w 29"/>
                  <a:gd name="T19" fmla="*/ 6 h 40"/>
                  <a:gd name="T20" fmla="*/ 24 w 29"/>
                  <a:gd name="T21" fmla="*/ 12 h 40"/>
                  <a:gd name="T22" fmla="*/ 28 w 29"/>
                  <a:gd name="T23" fmla="*/ 15 h 40"/>
                  <a:gd name="T24" fmla="*/ 26 w 29"/>
                  <a:gd name="T25" fmla="*/ 21 h 40"/>
                  <a:gd name="T26" fmla="*/ 24 w 29"/>
                  <a:gd name="T27" fmla="*/ 25 h 40"/>
                  <a:gd name="T28" fmla="*/ 27 w 29"/>
                  <a:gd name="T29" fmla="*/ 29 h 40"/>
                  <a:gd name="T30" fmla="*/ 23 w 29"/>
                  <a:gd name="T31" fmla="*/ 35 h 40"/>
                  <a:gd name="T32" fmla="*/ 19 w 29"/>
                  <a:gd name="T33" fmla="*/ 38 h 40"/>
                  <a:gd name="T34" fmla="*/ 16 w 29"/>
                  <a:gd name="T35" fmla="*/ 39 h 40"/>
                  <a:gd name="T36" fmla="*/ 11 w 29"/>
                  <a:gd name="T37" fmla="*/ 38 h 40"/>
                  <a:gd name="T38" fmla="*/ 7 w 29"/>
                  <a:gd name="T39" fmla="*/ 3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" h="40">
                    <a:moveTo>
                      <a:pt x="7" y="36"/>
                    </a:moveTo>
                    <a:cubicBezTo>
                      <a:pt x="6" y="34"/>
                      <a:pt x="6" y="34"/>
                      <a:pt x="4" y="33"/>
                    </a:cubicBezTo>
                    <a:cubicBezTo>
                      <a:pt x="1" y="32"/>
                      <a:pt x="0" y="31"/>
                      <a:pt x="0" y="29"/>
                    </a:cubicBezTo>
                    <a:cubicBezTo>
                      <a:pt x="0" y="27"/>
                      <a:pt x="1" y="24"/>
                      <a:pt x="3" y="24"/>
                    </a:cubicBezTo>
                    <a:cubicBezTo>
                      <a:pt x="5" y="23"/>
                      <a:pt x="8" y="23"/>
                      <a:pt x="9" y="21"/>
                    </a:cubicBezTo>
                    <a:cubicBezTo>
                      <a:pt x="11" y="20"/>
                      <a:pt x="10" y="18"/>
                      <a:pt x="9" y="16"/>
                    </a:cubicBezTo>
                    <a:cubicBezTo>
                      <a:pt x="8" y="15"/>
                      <a:pt x="7" y="14"/>
                      <a:pt x="8" y="12"/>
                    </a:cubicBezTo>
                    <a:cubicBezTo>
                      <a:pt x="9" y="11"/>
                      <a:pt x="11" y="10"/>
                      <a:pt x="12" y="9"/>
                    </a:cubicBezTo>
                    <a:cubicBezTo>
                      <a:pt x="15" y="6"/>
                      <a:pt x="16" y="0"/>
                      <a:pt x="20" y="0"/>
                    </a:cubicBezTo>
                    <a:cubicBezTo>
                      <a:pt x="23" y="1"/>
                      <a:pt x="24" y="4"/>
                      <a:pt x="24" y="6"/>
                    </a:cubicBezTo>
                    <a:cubicBezTo>
                      <a:pt x="24" y="8"/>
                      <a:pt x="23" y="11"/>
                      <a:pt x="24" y="12"/>
                    </a:cubicBezTo>
                    <a:cubicBezTo>
                      <a:pt x="25" y="13"/>
                      <a:pt x="27" y="13"/>
                      <a:pt x="28" y="15"/>
                    </a:cubicBezTo>
                    <a:cubicBezTo>
                      <a:pt x="28" y="17"/>
                      <a:pt x="27" y="19"/>
                      <a:pt x="26" y="21"/>
                    </a:cubicBezTo>
                    <a:cubicBezTo>
                      <a:pt x="25" y="22"/>
                      <a:pt x="24" y="24"/>
                      <a:pt x="24" y="25"/>
                    </a:cubicBezTo>
                    <a:cubicBezTo>
                      <a:pt x="24" y="27"/>
                      <a:pt x="26" y="28"/>
                      <a:pt x="27" y="29"/>
                    </a:cubicBezTo>
                    <a:cubicBezTo>
                      <a:pt x="29" y="31"/>
                      <a:pt x="25" y="34"/>
                      <a:pt x="23" y="35"/>
                    </a:cubicBezTo>
                    <a:cubicBezTo>
                      <a:pt x="21" y="36"/>
                      <a:pt x="20" y="37"/>
                      <a:pt x="19" y="38"/>
                    </a:cubicBezTo>
                    <a:cubicBezTo>
                      <a:pt x="18" y="40"/>
                      <a:pt x="17" y="40"/>
                      <a:pt x="16" y="39"/>
                    </a:cubicBezTo>
                    <a:cubicBezTo>
                      <a:pt x="14" y="39"/>
                      <a:pt x="12" y="39"/>
                      <a:pt x="11" y="38"/>
                    </a:cubicBezTo>
                    <a:cubicBezTo>
                      <a:pt x="9" y="38"/>
                      <a:pt x="8" y="37"/>
                      <a:pt x="7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47" name="Freeform 2749">
                <a:extLst>
                  <a:ext uri="{FF2B5EF4-FFF2-40B4-BE49-F238E27FC236}">
                    <a16:creationId xmlns:a16="http://schemas.microsoft.com/office/drawing/2014/main" id="{B5F8D491-C86C-4198-94FF-1A731D21C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097"/>
                <a:ext cx="12" cy="7"/>
              </a:xfrm>
              <a:custGeom>
                <a:avLst/>
                <a:gdLst>
                  <a:gd name="T0" fmla="*/ 6 w 29"/>
                  <a:gd name="T1" fmla="*/ 6 h 17"/>
                  <a:gd name="T2" fmla="*/ 6 w 29"/>
                  <a:gd name="T3" fmla="*/ 6 h 17"/>
                  <a:gd name="T4" fmla="*/ 8 w 29"/>
                  <a:gd name="T5" fmla="*/ 2 h 17"/>
                  <a:gd name="T6" fmla="*/ 12 w 29"/>
                  <a:gd name="T7" fmla="*/ 2 h 17"/>
                  <a:gd name="T8" fmla="*/ 22 w 29"/>
                  <a:gd name="T9" fmla="*/ 1 h 17"/>
                  <a:gd name="T10" fmla="*/ 28 w 29"/>
                  <a:gd name="T11" fmla="*/ 1 h 17"/>
                  <a:gd name="T12" fmla="*/ 29 w 29"/>
                  <a:gd name="T13" fmla="*/ 3 h 17"/>
                  <a:gd name="T14" fmla="*/ 27 w 29"/>
                  <a:gd name="T15" fmla="*/ 6 h 17"/>
                  <a:gd name="T16" fmla="*/ 19 w 29"/>
                  <a:gd name="T17" fmla="*/ 10 h 17"/>
                  <a:gd name="T18" fmla="*/ 13 w 29"/>
                  <a:gd name="T19" fmla="*/ 15 h 17"/>
                  <a:gd name="T20" fmla="*/ 13 w 29"/>
                  <a:gd name="T21" fmla="*/ 14 h 17"/>
                  <a:gd name="T22" fmla="*/ 12 w 29"/>
                  <a:gd name="T23" fmla="*/ 15 h 17"/>
                  <a:gd name="T24" fmla="*/ 9 w 29"/>
                  <a:gd name="T25" fmla="*/ 16 h 17"/>
                  <a:gd name="T26" fmla="*/ 0 w 29"/>
                  <a:gd name="T27" fmla="*/ 13 h 17"/>
                  <a:gd name="T28" fmla="*/ 1 w 29"/>
                  <a:gd name="T29" fmla="*/ 10 h 17"/>
                  <a:gd name="T30" fmla="*/ 4 w 29"/>
                  <a:gd name="T31" fmla="*/ 8 h 17"/>
                  <a:gd name="T32" fmla="*/ 6 w 29"/>
                  <a:gd name="T33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17"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7" y="4"/>
                      <a:pt x="6" y="2"/>
                      <a:pt x="8" y="2"/>
                    </a:cubicBezTo>
                    <a:cubicBezTo>
                      <a:pt x="10" y="1"/>
                      <a:pt x="11" y="2"/>
                      <a:pt x="12" y="2"/>
                    </a:cubicBezTo>
                    <a:cubicBezTo>
                      <a:pt x="16" y="3"/>
                      <a:pt x="19" y="1"/>
                      <a:pt x="22" y="1"/>
                    </a:cubicBezTo>
                    <a:cubicBezTo>
                      <a:pt x="24" y="0"/>
                      <a:pt x="27" y="0"/>
                      <a:pt x="28" y="1"/>
                    </a:cubicBezTo>
                    <a:cubicBezTo>
                      <a:pt x="29" y="1"/>
                      <a:pt x="29" y="3"/>
                      <a:pt x="29" y="3"/>
                    </a:cubicBezTo>
                    <a:cubicBezTo>
                      <a:pt x="29" y="5"/>
                      <a:pt x="28" y="5"/>
                      <a:pt x="27" y="6"/>
                    </a:cubicBezTo>
                    <a:cubicBezTo>
                      <a:pt x="24" y="7"/>
                      <a:pt x="21" y="7"/>
                      <a:pt x="19" y="10"/>
                    </a:cubicBezTo>
                    <a:cubicBezTo>
                      <a:pt x="17" y="12"/>
                      <a:pt x="15" y="14"/>
                      <a:pt x="13" y="15"/>
                    </a:cubicBezTo>
                    <a:cubicBezTo>
                      <a:pt x="13" y="15"/>
                      <a:pt x="13" y="15"/>
                      <a:pt x="13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1" y="15"/>
                      <a:pt x="10" y="16"/>
                      <a:pt x="9" y="16"/>
                    </a:cubicBezTo>
                    <a:cubicBezTo>
                      <a:pt x="6" y="17"/>
                      <a:pt x="0" y="17"/>
                      <a:pt x="0" y="13"/>
                    </a:cubicBezTo>
                    <a:cubicBezTo>
                      <a:pt x="0" y="12"/>
                      <a:pt x="1" y="11"/>
                      <a:pt x="1" y="10"/>
                    </a:cubicBezTo>
                    <a:cubicBezTo>
                      <a:pt x="2" y="10"/>
                      <a:pt x="3" y="9"/>
                      <a:pt x="4" y="8"/>
                    </a:cubicBezTo>
                    <a:cubicBezTo>
                      <a:pt x="4" y="7"/>
                      <a:pt x="5" y="7"/>
                      <a:pt x="6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48" name="Freeform 2750">
                <a:extLst>
                  <a:ext uri="{FF2B5EF4-FFF2-40B4-BE49-F238E27FC236}">
                    <a16:creationId xmlns:a16="http://schemas.microsoft.com/office/drawing/2014/main" id="{699DF08C-4E2F-4072-A8E9-CA0CAA689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107"/>
                <a:ext cx="8" cy="3"/>
              </a:xfrm>
              <a:custGeom>
                <a:avLst/>
                <a:gdLst>
                  <a:gd name="T0" fmla="*/ 6 w 18"/>
                  <a:gd name="T1" fmla="*/ 5 h 8"/>
                  <a:gd name="T2" fmla="*/ 0 w 18"/>
                  <a:gd name="T3" fmla="*/ 3 h 8"/>
                  <a:gd name="T4" fmla="*/ 9 w 18"/>
                  <a:gd name="T5" fmla="*/ 2 h 8"/>
                  <a:gd name="T6" fmla="*/ 12 w 18"/>
                  <a:gd name="T7" fmla="*/ 3 h 8"/>
                  <a:gd name="T8" fmla="*/ 16 w 18"/>
                  <a:gd name="T9" fmla="*/ 2 h 8"/>
                  <a:gd name="T10" fmla="*/ 18 w 18"/>
                  <a:gd name="T11" fmla="*/ 6 h 8"/>
                  <a:gd name="T12" fmla="*/ 13 w 18"/>
                  <a:gd name="T13" fmla="*/ 8 h 8"/>
                  <a:gd name="T14" fmla="*/ 8 w 18"/>
                  <a:gd name="T15" fmla="*/ 8 h 8"/>
                  <a:gd name="T16" fmla="*/ 6 w 18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8">
                    <a:moveTo>
                      <a:pt x="6" y="5"/>
                    </a:moveTo>
                    <a:cubicBezTo>
                      <a:pt x="6" y="2"/>
                      <a:pt x="0" y="7"/>
                      <a:pt x="0" y="3"/>
                    </a:cubicBezTo>
                    <a:cubicBezTo>
                      <a:pt x="0" y="0"/>
                      <a:pt x="7" y="1"/>
                      <a:pt x="9" y="2"/>
                    </a:cubicBezTo>
                    <a:cubicBezTo>
                      <a:pt x="10" y="2"/>
                      <a:pt x="11" y="3"/>
                      <a:pt x="12" y="3"/>
                    </a:cubicBezTo>
                    <a:cubicBezTo>
                      <a:pt x="13" y="3"/>
                      <a:pt x="15" y="2"/>
                      <a:pt x="16" y="2"/>
                    </a:cubicBezTo>
                    <a:cubicBezTo>
                      <a:pt x="18" y="2"/>
                      <a:pt x="18" y="4"/>
                      <a:pt x="18" y="6"/>
                    </a:cubicBezTo>
                    <a:cubicBezTo>
                      <a:pt x="17" y="8"/>
                      <a:pt x="15" y="7"/>
                      <a:pt x="13" y="8"/>
                    </a:cubicBezTo>
                    <a:cubicBezTo>
                      <a:pt x="11" y="8"/>
                      <a:pt x="10" y="8"/>
                      <a:pt x="8" y="8"/>
                    </a:cubicBezTo>
                    <a:cubicBezTo>
                      <a:pt x="6" y="7"/>
                      <a:pt x="7" y="6"/>
                      <a:pt x="6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49" name="Freeform 2751">
                <a:extLst>
                  <a:ext uri="{FF2B5EF4-FFF2-40B4-BE49-F238E27FC236}">
                    <a16:creationId xmlns:a16="http://schemas.microsoft.com/office/drawing/2014/main" id="{8E7E840E-2F16-4211-BEAC-CD587E016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103"/>
                <a:ext cx="2" cy="5"/>
              </a:xfrm>
              <a:custGeom>
                <a:avLst/>
                <a:gdLst>
                  <a:gd name="T0" fmla="*/ 1 w 5"/>
                  <a:gd name="T1" fmla="*/ 10 h 11"/>
                  <a:gd name="T2" fmla="*/ 0 w 5"/>
                  <a:gd name="T3" fmla="*/ 6 h 11"/>
                  <a:gd name="T4" fmla="*/ 3 w 5"/>
                  <a:gd name="T5" fmla="*/ 2 h 11"/>
                  <a:gd name="T6" fmla="*/ 1 w 5"/>
                  <a:gd name="T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10"/>
                    </a:moveTo>
                    <a:cubicBezTo>
                      <a:pt x="0" y="10"/>
                      <a:pt x="0" y="7"/>
                      <a:pt x="0" y="6"/>
                    </a:cubicBezTo>
                    <a:cubicBezTo>
                      <a:pt x="0" y="4"/>
                      <a:pt x="1" y="0"/>
                      <a:pt x="3" y="2"/>
                    </a:cubicBezTo>
                    <a:cubicBezTo>
                      <a:pt x="5" y="3"/>
                      <a:pt x="5" y="11"/>
                      <a:pt x="1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50" name="Freeform 2752">
                <a:extLst>
                  <a:ext uri="{FF2B5EF4-FFF2-40B4-BE49-F238E27FC236}">
                    <a16:creationId xmlns:a16="http://schemas.microsoft.com/office/drawing/2014/main" id="{C6991C1D-ABF7-4424-B98D-3BB86FE57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104"/>
                <a:ext cx="3" cy="1"/>
              </a:xfrm>
              <a:custGeom>
                <a:avLst/>
                <a:gdLst>
                  <a:gd name="T0" fmla="*/ 6 w 7"/>
                  <a:gd name="T1" fmla="*/ 3 h 3"/>
                  <a:gd name="T2" fmla="*/ 1 w 7"/>
                  <a:gd name="T3" fmla="*/ 3 h 3"/>
                  <a:gd name="T4" fmla="*/ 1 w 7"/>
                  <a:gd name="T5" fmla="*/ 0 h 3"/>
                  <a:gd name="T6" fmla="*/ 3 w 7"/>
                  <a:gd name="T7" fmla="*/ 0 h 3"/>
                  <a:gd name="T8" fmla="*/ 5 w 7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6" y="3"/>
                    </a:moveTo>
                    <a:cubicBezTo>
                      <a:pt x="4" y="3"/>
                      <a:pt x="3" y="3"/>
                      <a:pt x="1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5" y="0"/>
                      <a:pt x="7" y="2"/>
                      <a:pt x="5" y="3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51" name="Freeform 2753">
                <a:extLst>
                  <a:ext uri="{FF2B5EF4-FFF2-40B4-BE49-F238E27FC236}">
                    <a16:creationId xmlns:a16="http://schemas.microsoft.com/office/drawing/2014/main" id="{8C35E1F7-541A-46EA-97F3-FA3494415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109"/>
                <a:ext cx="18" cy="12"/>
              </a:xfrm>
              <a:custGeom>
                <a:avLst/>
                <a:gdLst>
                  <a:gd name="T0" fmla="*/ 7 w 43"/>
                  <a:gd name="T1" fmla="*/ 25 h 30"/>
                  <a:gd name="T2" fmla="*/ 3 w 43"/>
                  <a:gd name="T3" fmla="*/ 28 h 30"/>
                  <a:gd name="T4" fmla="*/ 0 w 43"/>
                  <a:gd name="T5" fmla="*/ 26 h 30"/>
                  <a:gd name="T6" fmla="*/ 0 w 43"/>
                  <a:gd name="T7" fmla="*/ 19 h 30"/>
                  <a:gd name="T8" fmla="*/ 0 w 43"/>
                  <a:gd name="T9" fmla="*/ 14 h 30"/>
                  <a:gd name="T10" fmla="*/ 8 w 43"/>
                  <a:gd name="T11" fmla="*/ 13 h 30"/>
                  <a:gd name="T12" fmla="*/ 12 w 43"/>
                  <a:gd name="T13" fmla="*/ 10 h 30"/>
                  <a:gd name="T14" fmla="*/ 17 w 43"/>
                  <a:gd name="T15" fmla="*/ 9 h 30"/>
                  <a:gd name="T16" fmla="*/ 22 w 43"/>
                  <a:gd name="T17" fmla="*/ 7 h 30"/>
                  <a:gd name="T18" fmla="*/ 25 w 43"/>
                  <a:gd name="T19" fmla="*/ 5 h 30"/>
                  <a:gd name="T20" fmla="*/ 30 w 43"/>
                  <a:gd name="T21" fmla="*/ 4 h 30"/>
                  <a:gd name="T22" fmla="*/ 35 w 43"/>
                  <a:gd name="T23" fmla="*/ 2 h 30"/>
                  <a:gd name="T24" fmla="*/ 41 w 43"/>
                  <a:gd name="T25" fmla="*/ 4 h 30"/>
                  <a:gd name="T26" fmla="*/ 37 w 43"/>
                  <a:gd name="T27" fmla="*/ 6 h 30"/>
                  <a:gd name="T28" fmla="*/ 30 w 43"/>
                  <a:gd name="T29" fmla="*/ 8 h 30"/>
                  <a:gd name="T30" fmla="*/ 25 w 43"/>
                  <a:gd name="T31" fmla="*/ 10 h 30"/>
                  <a:gd name="T32" fmla="*/ 22 w 43"/>
                  <a:gd name="T33" fmla="*/ 13 h 30"/>
                  <a:gd name="T34" fmla="*/ 19 w 43"/>
                  <a:gd name="T35" fmla="*/ 15 h 30"/>
                  <a:gd name="T36" fmla="*/ 15 w 43"/>
                  <a:gd name="T37" fmla="*/ 18 h 30"/>
                  <a:gd name="T38" fmla="*/ 12 w 43"/>
                  <a:gd name="T39" fmla="*/ 20 h 30"/>
                  <a:gd name="T40" fmla="*/ 10 w 43"/>
                  <a:gd name="T41" fmla="*/ 22 h 30"/>
                  <a:gd name="T42" fmla="*/ 7 w 43"/>
                  <a:gd name="T4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30">
                    <a:moveTo>
                      <a:pt x="7" y="25"/>
                    </a:moveTo>
                    <a:cubicBezTo>
                      <a:pt x="6" y="26"/>
                      <a:pt x="5" y="28"/>
                      <a:pt x="3" y="28"/>
                    </a:cubicBezTo>
                    <a:cubicBezTo>
                      <a:pt x="1" y="30"/>
                      <a:pt x="1" y="28"/>
                      <a:pt x="0" y="26"/>
                    </a:cubicBezTo>
                    <a:cubicBezTo>
                      <a:pt x="0" y="23"/>
                      <a:pt x="0" y="21"/>
                      <a:pt x="0" y="19"/>
                    </a:cubicBezTo>
                    <a:cubicBezTo>
                      <a:pt x="0" y="17"/>
                      <a:pt x="0" y="15"/>
                      <a:pt x="0" y="14"/>
                    </a:cubicBezTo>
                    <a:cubicBezTo>
                      <a:pt x="1" y="9"/>
                      <a:pt x="5" y="13"/>
                      <a:pt x="8" y="13"/>
                    </a:cubicBezTo>
                    <a:cubicBezTo>
                      <a:pt x="9" y="12"/>
                      <a:pt x="11" y="11"/>
                      <a:pt x="12" y="10"/>
                    </a:cubicBezTo>
                    <a:cubicBezTo>
                      <a:pt x="14" y="10"/>
                      <a:pt x="15" y="9"/>
                      <a:pt x="17" y="9"/>
                    </a:cubicBezTo>
                    <a:cubicBezTo>
                      <a:pt x="18" y="8"/>
                      <a:pt x="20" y="8"/>
                      <a:pt x="22" y="7"/>
                    </a:cubicBezTo>
                    <a:cubicBezTo>
                      <a:pt x="23" y="7"/>
                      <a:pt x="24" y="6"/>
                      <a:pt x="25" y="5"/>
                    </a:cubicBezTo>
                    <a:cubicBezTo>
                      <a:pt x="26" y="5"/>
                      <a:pt x="28" y="4"/>
                      <a:pt x="30" y="4"/>
                    </a:cubicBezTo>
                    <a:cubicBezTo>
                      <a:pt x="32" y="4"/>
                      <a:pt x="33" y="3"/>
                      <a:pt x="35" y="2"/>
                    </a:cubicBezTo>
                    <a:cubicBezTo>
                      <a:pt x="37" y="1"/>
                      <a:pt x="43" y="0"/>
                      <a:pt x="41" y="4"/>
                    </a:cubicBezTo>
                    <a:cubicBezTo>
                      <a:pt x="40" y="6"/>
                      <a:pt x="38" y="6"/>
                      <a:pt x="37" y="6"/>
                    </a:cubicBezTo>
                    <a:cubicBezTo>
                      <a:pt x="34" y="7"/>
                      <a:pt x="32" y="7"/>
                      <a:pt x="30" y="8"/>
                    </a:cubicBezTo>
                    <a:cubicBezTo>
                      <a:pt x="28" y="8"/>
                      <a:pt x="27" y="9"/>
                      <a:pt x="25" y="10"/>
                    </a:cubicBezTo>
                    <a:cubicBezTo>
                      <a:pt x="24" y="11"/>
                      <a:pt x="23" y="12"/>
                      <a:pt x="22" y="13"/>
                    </a:cubicBezTo>
                    <a:cubicBezTo>
                      <a:pt x="21" y="14"/>
                      <a:pt x="20" y="15"/>
                      <a:pt x="19" y="15"/>
                    </a:cubicBezTo>
                    <a:cubicBezTo>
                      <a:pt x="18" y="16"/>
                      <a:pt x="17" y="17"/>
                      <a:pt x="15" y="18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1"/>
                      <a:pt x="11" y="21"/>
                      <a:pt x="10" y="22"/>
                    </a:cubicBezTo>
                    <a:cubicBezTo>
                      <a:pt x="9" y="23"/>
                      <a:pt x="8" y="24"/>
                      <a:pt x="7" y="2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52" name="Freeform 2754">
                <a:extLst>
                  <a:ext uri="{FF2B5EF4-FFF2-40B4-BE49-F238E27FC236}">
                    <a16:creationId xmlns:a16="http://schemas.microsoft.com/office/drawing/2014/main" id="{CD989C74-9B28-48B2-8EAD-26507784A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111"/>
                <a:ext cx="15" cy="12"/>
              </a:xfrm>
              <a:custGeom>
                <a:avLst/>
                <a:gdLst>
                  <a:gd name="T0" fmla="*/ 3 w 39"/>
                  <a:gd name="T1" fmla="*/ 22 h 28"/>
                  <a:gd name="T2" fmla="*/ 10 w 39"/>
                  <a:gd name="T3" fmla="*/ 15 h 28"/>
                  <a:gd name="T4" fmla="*/ 16 w 39"/>
                  <a:gd name="T5" fmla="*/ 10 h 28"/>
                  <a:gd name="T6" fmla="*/ 22 w 39"/>
                  <a:gd name="T7" fmla="*/ 6 h 28"/>
                  <a:gd name="T8" fmla="*/ 31 w 39"/>
                  <a:gd name="T9" fmla="*/ 4 h 28"/>
                  <a:gd name="T10" fmla="*/ 36 w 39"/>
                  <a:gd name="T11" fmla="*/ 1 h 28"/>
                  <a:gd name="T12" fmla="*/ 38 w 39"/>
                  <a:gd name="T13" fmla="*/ 6 h 28"/>
                  <a:gd name="T14" fmla="*/ 31 w 39"/>
                  <a:gd name="T15" fmla="*/ 11 h 28"/>
                  <a:gd name="T16" fmla="*/ 23 w 39"/>
                  <a:gd name="T17" fmla="*/ 15 h 28"/>
                  <a:gd name="T18" fmla="*/ 16 w 39"/>
                  <a:gd name="T19" fmla="*/ 18 h 28"/>
                  <a:gd name="T20" fmla="*/ 10 w 39"/>
                  <a:gd name="T21" fmla="*/ 23 h 28"/>
                  <a:gd name="T22" fmla="*/ 7 w 39"/>
                  <a:gd name="T23" fmla="*/ 25 h 28"/>
                  <a:gd name="T24" fmla="*/ 2 w 39"/>
                  <a:gd name="T25" fmla="*/ 27 h 28"/>
                  <a:gd name="T26" fmla="*/ 3 w 39"/>
                  <a:gd name="T27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28">
                    <a:moveTo>
                      <a:pt x="3" y="22"/>
                    </a:moveTo>
                    <a:cubicBezTo>
                      <a:pt x="5" y="19"/>
                      <a:pt x="7" y="17"/>
                      <a:pt x="10" y="15"/>
                    </a:cubicBezTo>
                    <a:cubicBezTo>
                      <a:pt x="12" y="13"/>
                      <a:pt x="14" y="11"/>
                      <a:pt x="16" y="10"/>
                    </a:cubicBezTo>
                    <a:cubicBezTo>
                      <a:pt x="18" y="8"/>
                      <a:pt x="20" y="6"/>
                      <a:pt x="22" y="6"/>
                    </a:cubicBezTo>
                    <a:cubicBezTo>
                      <a:pt x="25" y="5"/>
                      <a:pt x="28" y="6"/>
                      <a:pt x="31" y="4"/>
                    </a:cubicBezTo>
                    <a:cubicBezTo>
                      <a:pt x="32" y="3"/>
                      <a:pt x="34" y="0"/>
                      <a:pt x="36" y="1"/>
                    </a:cubicBezTo>
                    <a:cubicBezTo>
                      <a:pt x="38" y="1"/>
                      <a:pt x="39" y="5"/>
                      <a:pt x="38" y="6"/>
                    </a:cubicBezTo>
                    <a:cubicBezTo>
                      <a:pt x="36" y="9"/>
                      <a:pt x="33" y="9"/>
                      <a:pt x="31" y="11"/>
                    </a:cubicBezTo>
                    <a:cubicBezTo>
                      <a:pt x="28" y="12"/>
                      <a:pt x="26" y="14"/>
                      <a:pt x="23" y="15"/>
                    </a:cubicBezTo>
                    <a:cubicBezTo>
                      <a:pt x="20" y="15"/>
                      <a:pt x="18" y="16"/>
                      <a:pt x="16" y="18"/>
                    </a:cubicBezTo>
                    <a:cubicBezTo>
                      <a:pt x="14" y="20"/>
                      <a:pt x="12" y="22"/>
                      <a:pt x="10" y="23"/>
                    </a:cubicBezTo>
                    <a:cubicBezTo>
                      <a:pt x="9" y="24"/>
                      <a:pt x="8" y="24"/>
                      <a:pt x="7" y="25"/>
                    </a:cubicBezTo>
                    <a:cubicBezTo>
                      <a:pt x="6" y="26"/>
                      <a:pt x="4" y="28"/>
                      <a:pt x="2" y="27"/>
                    </a:cubicBezTo>
                    <a:cubicBezTo>
                      <a:pt x="0" y="25"/>
                      <a:pt x="1" y="23"/>
                      <a:pt x="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53" name="Freeform 2755">
                <a:extLst>
                  <a:ext uri="{FF2B5EF4-FFF2-40B4-BE49-F238E27FC236}">
                    <a16:creationId xmlns:a16="http://schemas.microsoft.com/office/drawing/2014/main" id="{7A55C113-B8F9-4919-A3E5-A0185B22E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115"/>
                <a:ext cx="11" cy="10"/>
              </a:xfrm>
              <a:custGeom>
                <a:avLst/>
                <a:gdLst>
                  <a:gd name="T0" fmla="*/ 1 w 27"/>
                  <a:gd name="T1" fmla="*/ 16 h 25"/>
                  <a:gd name="T2" fmla="*/ 7 w 27"/>
                  <a:gd name="T3" fmla="*/ 10 h 25"/>
                  <a:gd name="T4" fmla="*/ 10 w 27"/>
                  <a:gd name="T5" fmla="*/ 3 h 25"/>
                  <a:gd name="T6" fmla="*/ 16 w 27"/>
                  <a:gd name="T7" fmla="*/ 0 h 25"/>
                  <a:gd name="T8" fmla="*/ 20 w 27"/>
                  <a:gd name="T9" fmla="*/ 4 h 25"/>
                  <a:gd name="T10" fmla="*/ 22 w 27"/>
                  <a:gd name="T11" fmla="*/ 6 h 25"/>
                  <a:gd name="T12" fmla="*/ 25 w 27"/>
                  <a:gd name="T13" fmla="*/ 5 h 25"/>
                  <a:gd name="T14" fmla="*/ 26 w 27"/>
                  <a:gd name="T15" fmla="*/ 11 h 25"/>
                  <a:gd name="T16" fmla="*/ 20 w 27"/>
                  <a:gd name="T17" fmla="*/ 14 h 25"/>
                  <a:gd name="T18" fmla="*/ 16 w 27"/>
                  <a:gd name="T19" fmla="*/ 20 h 25"/>
                  <a:gd name="T20" fmla="*/ 10 w 27"/>
                  <a:gd name="T21" fmla="*/ 24 h 25"/>
                  <a:gd name="T22" fmla="*/ 5 w 27"/>
                  <a:gd name="T23" fmla="*/ 24 h 25"/>
                  <a:gd name="T24" fmla="*/ 2 w 27"/>
                  <a:gd name="T25" fmla="*/ 20 h 25"/>
                  <a:gd name="T26" fmla="*/ 1 w 27"/>
                  <a:gd name="T27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25">
                    <a:moveTo>
                      <a:pt x="1" y="16"/>
                    </a:moveTo>
                    <a:cubicBezTo>
                      <a:pt x="1" y="13"/>
                      <a:pt x="5" y="12"/>
                      <a:pt x="7" y="10"/>
                    </a:cubicBezTo>
                    <a:cubicBezTo>
                      <a:pt x="9" y="8"/>
                      <a:pt x="8" y="5"/>
                      <a:pt x="10" y="3"/>
                    </a:cubicBezTo>
                    <a:cubicBezTo>
                      <a:pt x="11" y="2"/>
                      <a:pt x="14" y="0"/>
                      <a:pt x="16" y="0"/>
                    </a:cubicBezTo>
                    <a:cubicBezTo>
                      <a:pt x="18" y="0"/>
                      <a:pt x="19" y="2"/>
                      <a:pt x="20" y="4"/>
                    </a:cubicBezTo>
                    <a:cubicBezTo>
                      <a:pt x="20" y="5"/>
                      <a:pt x="21" y="5"/>
                      <a:pt x="22" y="6"/>
                    </a:cubicBezTo>
                    <a:cubicBezTo>
                      <a:pt x="23" y="6"/>
                      <a:pt x="24" y="5"/>
                      <a:pt x="25" y="5"/>
                    </a:cubicBezTo>
                    <a:cubicBezTo>
                      <a:pt x="27" y="6"/>
                      <a:pt x="27" y="10"/>
                      <a:pt x="26" y="11"/>
                    </a:cubicBezTo>
                    <a:cubicBezTo>
                      <a:pt x="24" y="13"/>
                      <a:pt x="21" y="12"/>
                      <a:pt x="20" y="14"/>
                    </a:cubicBezTo>
                    <a:cubicBezTo>
                      <a:pt x="19" y="16"/>
                      <a:pt x="18" y="19"/>
                      <a:pt x="16" y="20"/>
                    </a:cubicBezTo>
                    <a:cubicBezTo>
                      <a:pt x="14" y="22"/>
                      <a:pt x="11" y="21"/>
                      <a:pt x="10" y="24"/>
                    </a:cubicBezTo>
                    <a:cubicBezTo>
                      <a:pt x="10" y="24"/>
                      <a:pt x="5" y="25"/>
                      <a:pt x="5" y="24"/>
                    </a:cubicBezTo>
                    <a:cubicBezTo>
                      <a:pt x="3" y="24"/>
                      <a:pt x="2" y="22"/>
                      <a:pt x="2" y="20"/>
                    </a:cubicBezTo>
                    <a:cubicBezTo>
                      <a:pt x="1" y="19"/>
                      <a:pt x="0" y="17"/>
                      <a:pt x="1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54" name="Freeform 2756">
                <a:extLst>
                  <a:ext uri="{FF2B5EF4-FFF2-40B4-BE49-F238E27FC236}">
                    <a16:creationId xmlns:a16="http://schemas.microsoft.com/office/drawing/2014/main" id="{AEABB41D-8CCC-476E-AE4F-2E60F598A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125"/>
                <a:ext cx="4" cy="3"/>
              </a:xfrm>
              <a:custGeom>
                <a:avLst/>
                <a:gdLst>
                  <a:gd name="T0" fmla="*/ 3 w 9"/>
                  <a:gd name="T1" fmla="*/ 1 h 6"/>
                  <a:gd name="T2" fmla="*/ 7 w 9"/>
                  <a:gd name="T3" fmla="*/ 1 h 6"/>
                  <a:gd name="T4" fmla="*/ 8 w 9"/>
                  <a:gd name="T5" fmla="*/ 4 h 6"/>
                  <a:gd name="T6" fmla="*/ 3 w 9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3" y="1"/>
                    </a:moveTo>
                    <a:cubicBezTo>
                      <a:pt x="4" y="1"/>
                      <a:pt x="6" y="0"/>
                      <a:pt x="7" y="1"/>
                    </a:cubicBezTo>
                    <a:cubicBezTo>
                      <a:pt x="8" y="1"/>
                      <a:pt x="9" y="3"/>
                      <a:pt x="8" y="4"/>
                    </a:cubicBezTo>
                    <a:cubicBezTo>
                      <a:pt x="6" y="6"/>
                      <a:pt x="0" y="4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55" name="Freeform 2757">
                <a:extLst>
                  <a:ext uri="{FF2B5EF4-FFF2-40B4-BE49-F238E27FC236}">
                    <a16:creationId xmlns:a16="http://schemas.microsoft.com/office/drawing/2014/main" id="{C65B8433-5BAE-4FFB-B5DA-1B8F5837D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113"/>
                <a:ext cx="4" cy="3"/>
              </a:xfrm>
              <a:custGeom>
                <a:avLst/>
                <a:gdLst>
                  <a:gd name="T0" fmla="*/ 2 w 10"/>
                  <a:gd name="T1" fmla="*/ 4 h 7"/>
                  <a:gd name="T2" fmla="*/ 5 w 10"/>
                  <a:gd name="T3" fmla="*/ 2 h 7"/>
                  <a:gd name="T4" fmla="*/ 7 w 10"/>
                  <a:gd name="T5" fmla="*/ 0 h 7"/>
                  <a:gd name="T6" fmla="*/ 9 w 10"/>
                  <a:gd name="T7" fmla="*/ 4 h 7"/>
                  <a:gd name="T8" fmla="*/ 4 w 10"/>
                  <a:gd name="T9" fmla="*/ 7 h 7"/>
                  <a:gd name="T10" fmla="*/ 1 w 10"/>
                  <a:gd name="T11" fmla="*/ 6 h 7"/>
                  <a:gd name="T12" fmla="*/ 2 w 10"/>
                  <a:gd name="T1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2" y="4"/>
                    </a:moveTo>
                    <a:cubicBezTo>
                      <a:pt x="3" y="3"/>
                      <a:pt x="4" y="3"/>
                      <a:pt x="5" y="2"/>
                    </a:cubicBezTo>
                    <a:cubicBezTo>
                      <a:pt x="6" y="1"/>
                      <a:pt x="6" y="1"/>
                      <a:pt x="7" y="0"/>
                    </a:cubicBezTo>
                    <a:cubicBezTo>
                      <a:pt x="10" y="0"/>
                      <a:pt x="10" y="3"/>
                      <a:pt x="9" y="4"/>
                    </a:cubicBezTo>
                    <a:cubicBezTo>
                      <a:pt x="7" y="6"/>
                      <a:pt x="6" y="7"/>
                      <a:pt x="4" y="7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5"/>
                      <a:pt x="1" y="5"/>
                      <a:pt x="2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56" name="Freeform 2758">
                <a:extLst>
                  <a:ext uri="{FF2B5EF4-FFF2-40B4-BE49-F238E27FC236}">
                    <a16:creationId xmlns:a16="http://schemas.microsoft.com/office/drawing/2014/main" id="{D1971B3D-5E67-4A60-93B5-532EAEB7C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113"/>
                <a:ext cx="3" cy="1"/>
              </a:xfrm>
              <a:custGeom>
                <a:avLst/>
                <a:gdLst>
                  <a:gd name="T0" fmla="*/ 2 w 6"/>
                  <a:gd name="T1" fmla="*/ 0 h 4"/>
                  <a:gd name="T2" fmla="*/ 5 w 6"/>
                  <a:gd name="T3" fmla="*/ 2 h 4"/>
                  <a:gd name="T4" fmla="*/ 2 w 6"/>
                  <a:gd name="T5" fmla="*/ 3 h 4"/>
                  <a:gd name="T6" fmla="*/ 2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3" y="3"/>
                      <a:pt x="2" y="3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57" name="Freeform 2759">
                <a:extLst>
                  <a:ext uri="{FF2B5EF4-FFF2-40B4-BE49-F238E27FC236}">
                    <a16:creationId xmlns:a16="http://schemas.microsoft.com/office/drawing/2014/main" id="{AD0E18D8-EE28-4EBB-8BCB-4B26192A1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143"/>
                <a:ext cx="9" cy="9"/>
              </a:xfrm>
              <a:custGeom>
                <a:avLst/>
                <a:gdLst>
                  <a:gd name="T0" fmla="*/ 9 w 21"/>
                  <a:gd name="T1" fmla="*/ 10 h 22"/>
                  <a:gd name="T2" fmla="*/ 6 w 21"/>
                  <a:gd name="T3" fmla="*/ 12 h 22"/>
                  <a:gd name="T4" fmla="*/ 3 w 21"/>
                  <a:gd name="T5" fmla="*/ 9 h 22"/>
                  <a:gd name="T6" fmla="*/ 1 w 21"/>
                  <a:gd name="T7" fmla="*/ 8 h 22"/>
                  <a:gd name="T8" fmla="*/ 0 w 21"/>
                  <a:gd name="T9" fmla="*/ 4 h 22"/>
                  <a:gd name="T10" fmla="*/ 3 w 21"/>
                  <a:gd name="T11" fmla="*/ 3 h 22"/>
                  <a:gd name="T12" fmla="*/ 6 w 21"/>
                  <a:gd name="T13" fmla="*/ 1 h 22"/>
                  <a:gd name="T14" fmla="*/ 9 w 21"/>
                  <a:gd name="T15" fmla="*/ 1 h 22"/>
                  <a:gd name="T16" fmla="*/ 13 w 21"/>
                  <a:gd name="T17" fmla="*/ 0 h 22"/>
                  <a:gd name="T18" fmla="*/ 19 w 21"/>
                  <a:gd name="T19" fmla="*/ 1 h 22"/>
                  <a:gd name="T20" fmla="*/ 19 w 21"/>
                  <a:gd name="T21" fmla="*/ 8 h 22"/>
                  <a:gd name="T22" fmla="*/ 20 w 21"/>
                  <a:gd name="T23" fmla="*/ 15 h 22"/>
                  <a:gd name="T24" fmla="*/ 17 w 21"/>
                  <a:gd name="T25" fmla="*/ 21 h 22"/>
                  <a:gd name="T26" fmla="*/ 12 w 21"/>
                  <a:gd name="T27" fmla="*/ 16 h 22"/>
                  <a:gd name="T28" fmla="*/ 9 w 21"/>
                  <a:gd name="T2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2">
                    <a:moveTo>
                      <a:pt x="9" y="10"/>
                    </a:moveTo>
                    <a:cubicBezTo>
                      <a:pt x="8" y="10"/>
                      <a:pt x="8" y="12"/>
                      <a:pt x="6" y="12"/>
                    </a:cubicBezTo>
                    <a:cubicBezTo>
                      <a:pt x="5" y="12"/>
                      <a:pt x="4" y="10"/>
                      <a:pt x="3" y="9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2"/>
                      <a:pt x="4" y="1"/>
                      <a:pt x="6" y="1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1"/>
                      <a:pt x="11" y="0"/>
                      <a:pt x="13" y="0"/>
                    </a:cubicBezTo>
                    <a:cubicBezTo>
                      <a:pt x="15" y="0"/>
                      <a:pt x="18" y="0"/>
                      <a:pt x="19" y="1"/>
                    </a:cubicBezTo>
                    <a:cubicBezTo>
                      <a:pt x="21" y="3"/>
                      <a:pt x="20" y="6"/>
                      <a:pt x="19" y="8"/>
                    </a:cubicBezTo>
                    <a:cubicBezTo>
                      <a:pt x="19" y="10"/>
                      <a:pt x="20" y="12"/>
                      <a:pt x="20" y="15"/>
                    </a:cubicBezTo>
                    <a:cubicBezTo>
                      <a:pt x="20" y="17"/>
                      <a:pt x="20" y="21"/>
                      <a:pt x="17" y="21"/>
                    </a:cubicBezTo>
                    <a:cubicBezTo>
                      <a:pt x="14" y="22"/>
                      <a:pt x="13" y="18"/>
                      <a:pt x="12" y="16"/>
                    </a:cubicBezTo>
                    <a:cubicBezTo>
                      <a:pt x="11" y="15"/>
                      <a:pt x="11" y="7"/>
                      <a:pt x="9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58" name="Freeform 2760">
                <a:extLst>
                  <a:ext uri="{FF2B5EF4-FFF2-40B4-BE49-F238E27FC236}">
                    <a16:creationId xmlns:a16="http://schemas.microsoft.com/office/drawing/2014/main" id="{F693536F-FA57-4120-8DBD-B3BDD17D0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149"/>
                <a:ext cx="6" cy="9"/>
              </a:xfrm>
              <a:custGeom>
                <a:avLst/>
                <a:gdLst>
                  <a:gd name="T0" fmla="*/ 3 w 14"/>
                  <a:gd name="T1" fmla="*/ 16 h 22"/>
                  <a:gd name="T2" fmla="*/ 2 w 14"/>
                  <a:gd name="T3" fmla="*/ 14 h 22"/>
                  <a:gd name="T4" fmla="*/ 1 w 14"/>
                  <a:gd name="T5" fmla="*/ 9 h 22"/>
                  <a:gd name="T6" fmla="*/ 3 w 14"/>
                  <a:gd name="T7" fmla="*/ 0 h 22"/>
                  <a:gd name="T8" fmla="*/ 6 w 14"/>
                  <a:gd name="T9" fmla="*/ 4 h 22"/>
                  <a:gd name="T10" fmla="*/ 8 w 14"/>
                  <a:gd name="T11" fmla="*/ 7 h 22"/>
                  <a:gd name="T12" fmla="*/ 8 w 14"/>
                  <a:gd name="T13" fmla="*/ 11 h 22"/>
                  <a:gd name="T14" fmla="*/ 13 w 14"/>
                  <a:gd name="T15" fmla="*/ 18 h 22"/>
                  <a:gd name="T16" fmla="*/ 9 w 14"/>
                  <a:gd name="T17" fmla="*/ 22 h 22"/>
                  <a:gd name="T18" fmla="*/ 6 w 14"/>
                  <a:gd name="T19" fmla="*/ 20 h 22"/>
                  <a:gd name="T20" fmla="*/ 5 w 14"/>
                  <a:gd name="T21" fmla="*/ 17 h 22"/>
                  <a:gd name="T22" fmla="*/ 4 w 14"/>
                  <a:gd name="T23" fmla="*/ 15 h 22"/>
                  <a:gd name="T24" fmla="*/ 3 w 14"/>
                  <a:gd name="T2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22">
                    <a:moveTo>
                      <a:pt x="3" y="16"/>
                    </a:moveTo>
                    <a:cubicBezTo>
                      <a:pt x="3" y="16"/>
                      <a:pt x="2" y="15"/>
                      <a:pt x="2" y="14"/>
                    </a:cubicBezTo>
                    <a:cubicBezTo>
                      <a:pt x="1" y="13"/>
                      <a:pt x="1" y="11"/>
                      <a:pt x="1" y="9"/>
                    </a:cubicBezTo>
                    <a:cubicBezTo>
                      <a:pt x="1" y="7"/>
                      <a:pt x="0" y="1"/>
                      <a:pt x="3" y="0"/>
                    </a:cubicBezTo>
                    <a:cubicBezTo>
                      <a:pt x="5" y="0"/>
                      <a:pt x="6" y="3"/>
                      <a:pt x="6" y="4"/>
                    </a:cubicBezTo>
                    <a:cubicBezTo>
                      <a:pt x="7" y="5"/>
                      <a:pt x="8" y="6"/>
                      <a:pt x="8" y="7"/>
                    </a:cubicBezTo>
                    <a:cubicBezTo>
                      <a:pt x="8" y="8"/>
                      <a:pt x="8" y="10"/>
                      <a:pt x="8" y="11"/>
                    </a:cubicBezTo>
                    <a:cubicBezTo>
                      <a:pt x="9" y="14"/>
                      <a:pt x="12" y="15"/>
                      <a:pt x="13" y="18"/>
                    </a:cubicBezTo>
                    <a:cubicBezTo>
                      <a:pt x="14" y="20"/>
                      <a:pt x="11" y="22"/>
                      <a:pt x="9" y="22"/>
                    </a:cubicBezTo>
                    <a:cubicBezTo>
                      <a:pt x="8" y="22"/>
                      <a:pt x="7" y="21"/>
                      <a:pt x="6" y="20"/>
                    </a:cubicBezTo>
                    <a:cubicBezTo>
                      <a:pt x="5" y="19"/>
                      <a:pt x="5" y="18"/>
                      <a:pt x="5" y="17"/>
                    </a:cubicBezTo>
                    <a:cubicBezTo>
                      <a:pt x="5" y="16"/>
                      <a:pt x="5" y="15"/>
                      <a:pt x="4" y="15"/>
                    </a:cubicBezTo>
                    <a:cubicBezTo>
                      <a:pt x="4" y="15"/>
                      <a:pt x="4" y="16"/>
                      <a:pt x="3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59" name="Freeform 2761">
                <a:extLst>
                  <a:ext uri="{FF2B5EF4-FFF2-40B4-BE49-F238E27FC236}">
                    <a16:creationId xmlns:a16="http://schemas.microsoft.com/office/drawing/2014/main" id="{8D8675CE-68EF-4B38-B45D-8F92DF35F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145"/>
                <a:ext cx="20" cy="20"/>
              </a:xfrm>
              <a:custGeom>
                <a:avLst/>
                <a:gdLst>
                  <a:gd name="T0" fmla="*/ 22 w 49"/>
                  <a:gd name="T1" fmla="*/ 19 h 47"/>
                  <a:gd name="T2" fmla="*/ 20 w 49"/>
                  <a:gd name="T3" fmla="*/ 16 h 47"/>
                  <a:gd name="T4" fmla="*/ 16 w 49"/>
                  <a:gd name="T5" fmla="*/ 16 h 47"/>
                  <a:gd name="T6" fmla="*/ 6 w 49"/>
                  <a:gd name="T7" fmla="*/ 16 h 47"/>
                  <a:gd name="T8" fmla="*/ 4 w 49"/>
                  <a:gd name="T9" fmla="*/ 3 h 47"/>
                  <a:gd name="T10" fmla="*/ 8 w 49"/>
                  <a:gd name="T11" fmla="*/ 2 h 47"/>
                  <a:gd name="T12" fmla="*/ 11 w 49"/>
                  <a:gd name="T13" fmla="*/ 1 h 47"/>
                  <a:gd name="T14" fmla="*/ 18 w 49"/>
                  <a:gd name="T15" fmla="*/ 6 h 47"/>
                  <a:gd name="T16" fmla="*/ 22 w 49"/>
                  <a:gd name="T17" fmla="*/ 12 h 47"/>
                  <a:gd name="T18" fmla="*/ 28 w 49"/>
                  <a:gd name="T19" fmla="*/ 15 h 47"/>
                  <a:gd name="T20" fmla="*/ 30 w 49"/>
                  <a:gd name="T21" fmla="*/ 23 h 47"/>
                  <a:gd name="T22" fmla="*/ 33 w 49"/>
                  <a:gd name="T23" fmla="*/ 30 h 47"/>
                  <a:gd name="T24" fmla="*/ 41 w 49"/>
                  <a:gd name="T25" fmla="*/ 30 h 47"/>
                  <a:gd name="T26" fmla="*/ 46 w 49"/>
                  <a:gd name="T27" fmla="*/ 33 h 47"/>
                  <a:gd name="T28" fmla="*/ 47 w 49"/>
                  <a:gd name="T29" fmla="*/ 37 h 47"/>
                  <a:gd name="T30" fmla="*/ 48 w 49"/>
                  <a:gd name="T31" fmla="*/ 40 h 47"/>
                  <a:gd name="T32" fmla="*/ 44 w 49"/>
                  <a:gd name="T33" fmla="*/ 44 h 47"/>
                  <a:gd name="T34" fmla="*/ 42 w 49"/>
                  <a:gd name="T35" fmla="*/ 47 h 47"/>
                  <a:gd name="T36" fmla="*/ 37 w 49"/>
                  <a:gd name="T37" fmla="*/ 46 h 47"/>
                  <a:gd name="T38" fmla="*/ 33 w 49"/>
                  <a:gd name="T39" fmla="*/ 41 h 47"/>
                  <a:gd name="T40" fmla="*/ 29 w 49"/>
                  <a:gd name="T41" fmla="*/ 36 h 47"/>
                  <a:gd name="T42" fmla="*/ 23 w 49"/>
                  <a:gd name="T43" fmla="*/ 36 h 47"/>
                  <a:gd name="T44" fmla="*/ 17 w 49"/>
                  <a:gd name="T45" fmla="*/ 32 h 47"/>
                  <a:gd name="T46" fmla="*/ 17 w 49"/>
                  <a:gd name="T47" fmla="*/ 32 h 47"/>
                  <a:gd name="T48" fmla="*/ 16 w 49"/>
                  <a:gd name="T49" fmla="*/ 30 h 47"/>
                  <a:gd name="T50" fmla="*/ 16 w 49"/>
                  <a:gd name="T51" fmla="*/ 29 h 47"/>
                  <a:gd name="T52" fmla="*/ 15 w 49"/>
                  <a:gd name="T53" fmla="*/ 26 h 47"/>
                  <a:gd name="T54" fmla="*/ 22 w 49"/>
                  <a:gd name="T55" fmla="*/ 1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9" h="47">
                    <a:moveTo>
                      <a:pt x="22" y="19"/>
                    </a:moveTo>
                    <a:cubicBezTo>
                      <a:pt x="23" y="18"/>
                      <a:pt x="21" y="16"/>
                      <a:pt x="20" y="16"/>
                    </a:cubicBezTo>
                    <a:cubicBezTo>
                      <a:pt x="19" y="15"/>
                      <a:pt x="17" y="15"/>
                      <a:pt x="16" y="16"/>
                    </a:cubicBezTo>
                    <a:cubicBezTo>
                      <a:pt x="13" y="17"/>
                      <a:pt x="9" y="18"/>
                      <a:pt x="6" y="16"/>
                    </a:cubicBezTo>
                    <a:cubicBezTo>
                      <a:pt x="3" y="14"/>
                      <a:pt x="0" y="5"/>
                      <a:pt x="4" y="3"/>
                    </a:cubicBezTo>
                    <a:cubicBezTo>
                      <a:pt x="5" y="3"/>
                      <a:pt x="7" y="3"/>
                      <a:pt x="8" y="2"/>
                    </a:cubicBezTo>
                    <a:cubicBezTo>
                      <a:pt x="9" y="2"/>
                      <a:pt x="10" y="1"/>
                      <a:pt x="11" y="1"/>
                    </a:cubicBezTo>
                    <a:cubicBezTo>
                      <a:pt x="14" y="0"/>
                      <a:pt x="17" y="4"/>
                      <a:pt x="18" y="6"/>
                    </a:cubicBezTo>
                    <a:cubicBezTo>
                      <a:pt x="19" y="8"/>
                      <a:pt x="19" y="11"/>
                      <a:pt x="22" y="12"/>
                    </a:cubicBezTo>
                    <a:cubicBezTo>
                      <a:pt x="25" y="14"/>
                      <a:pt x="26" y="13"/>
                      <a:pt x="28" y="15"/>
                    </a:cubicBezTo>
                    <a:cubicBezTo>
                      <a:pt x="30" y="18"/>
                      <a:pt x="31" y="20"/>
                      <a:pt x="30" y="23"/>
                    </a:cubicBezTo>
                    <a:cubicBezTo>
                      <a:pt x="30" y="25"/>
                      <a:pt x="30" y="28"/>
                      <a:pt x="33" y="30"/>
                    </a:cubicBezTo>
                    <a:cubicBezTo>
                      <a:pt x="35" y="32"/>
                      <a:pt x="39" y="30"/>
                      <a:pt x="41" y="30"/>
                    </a:cubicBezTo>
                    <a:cubicBezTo>
                      <a:pt x="45" y="29"/>
                      <a:pt x="46" y="30"/>
                      <a:pt x="46" y="33"/>
                    </a:cubicBezTo>
                    <a:cubicBezTo>
                      <a:pt x="46" y="34"/>
                      <a:pt x="47" y="36"/>
                      <a:pt x="47" y="37"/>
                    </a:cubicBezTo>
                    <a:cubicBezTo>
                      <a:pt x="48" y="38"/>
                      <a:pt x="49" y="39"/>
                      <a:pt x="48" y="40"/>
                    </a:cubicBezTo>
                    <a:cubicBezTo>
                      <a:pt x="48" y="42"/>
                      <a:pt x="45" y="42"/>
                      <a:pt x="44" y="44"/>
                    </a:cubicBezTo>
                    <a:cubicBezTo>
                      <a:pt x="43" y="45"/>
                      <a:pt x="43" y="46"/>
                      <a:pt x="42" y="47"/>
                    </a:cubicBezTo>
                    <a:cubicBezTo>
                      <a:pt x="40" y="47"/>
                      <a:pt x="38" y="47"/>
                      <a:pt x="37" y="46"/>
                    </a:cubicBezTo>
                    <a:cubicBezTo>
                      <a:pt x="34" y="45"/>
                      <a:pt x="33" y="44"/>
                      <a:pt x="33" y="41"/>
                    </a:cubicBezTo>
                    <a:cubicBezTo>
                      <a:pt x="32" y="38"/>
                      <a:pt x="32" y="37"/>
                      <a:pt x="29" y="36"/>
                    </a:cubicBezTo>
                    <a:cubicBezTo>
                      <a:pt x="27" y="36"/>
                      <a:pt x="25" y="36"/>
                      <a:pt x="23" y="36"/>
                    </a:cubicBezTo>
                    <a:cubicBezTo>
                      <a:pt x="20" y="36"/>
                      <a:pt x="19" y="33"/>
                      <a:pt x="17" y="32"/>
                    </a:cubicBezTo>
                    <a:cubicBezTo>
                      <a:pt x="17" y="31"/>
                      <a:pt x="17" y="31"/>
                      <a:pt x="17" y="32"/>
                    </a:cubicBezTo>
                    <a:cubicBezTo>
                      <a:pt x="17" y="31"/>
                      <a:pt x="17" y="31"/>
                      <a:pt x="16" y="30"/>
                    </a:cubicBezTo>
                    <a:cubicBezTo>
                      <a:pt x="16" y="30"/>
                      <a:pt x="16" y="29"/>
                      <a:pt x="16" y="29"/>
                    </a:cubicBezTo>
                    <a:cubicBezTo>
                      <a:pt x="15" y="28"/>
                      <a:pt x="15" y="27"/>
                      <a:pt x="15" y="26"/>
                    </a:cubicBezTo>
                    <a:cubicBezTo>
                      <a:pt x="15" y="21"/>
                      <a:pt x="21" y="23"/>
                      <a:pt x="22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60" name="Freeform 2762">
                <a:extLst>
                  <a:ext uri="{FF2B5EF4-FFF2-40B4-BE49-F238E27FC236}">
                    <a16:creationId xmlns:a16="http://schemas.microsoft.com/office/drawing/2014/main" id="{91FB3518-DE38-49B5-9890-C98D1C587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163"/>
                <a:ext cx="3" cy="2"/>
              </a:xfrm>
              <a:custGeom>
                <a:avLst/>
                <a:gdLst>
                  <a:gd name="T0" fmla="*/ 6 w 8"/>
                  <a:gd name="T1" fmla="*/ 5 h 5"/>
                  <a:gd name="T2" fmla="*/ 1 w 8"/>
                  <a:gd name="T3" fmla="*/ 4 h 5"/>
                  <a:gd name="T4" fmla="*/ 1 w 8"/>
                  <a:gd name="T5" fmla="*/ 0 h 5"/>
                  <a:gd name="T6" fmla="*/ 5 w 8"/>
                  <a:gd name="T7" fmla="*/ 0 h 5"/>
                  <a:gd name="T8" fmla="*/ 5 w 8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6" y="5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1" y="0"/>
                      <a:pt x="4" y="0"/>
                      <a:pt x="5" y="0"/>
                    </a:cubicBezTo>
                    <a:cubicBezTo>
                      <a:pt x="8" y="0"/>
                      <a:pt x="8" y="4"/>
                      <a:pt x="5" y="5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61" name="Freeform 2763">
                <a:extLst>
                  <a:ext uri="{FF2B5EF4-FFF2-40B4-BE49-F238E27FC236}">
                    <a16:creationId xmlns:a16="http://schemas.microsoft.com/office/drawing/2014/main" id="{9FBB01D5-24FE-4674-9465-6686F15C6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157"/>
                <a:ext cx="2" cy="4"/>
              </a:xfrm>
              <a:custGeom>
                <a:avLst/>
                <a:gdLst>
                  <a:gd name="T0" fmla="*/ 5 w 6"/>
                  <a:gd name="T1" fmla="*/ 2 h 9"/>
                  <a:gd name="T2" fmla="*/ 5 w 6"/>
                  <a:gd name="T3" fmla="*/ 7 h 9"/>
                  <a:gd name="T4" fmla="*/ 0 w 6"/>
                  <a:gd name="T5" fmla="*/ 2 h 9"/>
                  <a:gd name="T6" fmla="*/ 5 w 6"/>
                  <a:gd name="T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5" y="2"/>
                    </a:moveTo>
                    <a:cubicBezTo>
                      <a:pt x="5" y="4"/>
                      <a:pt x="6" y="6"/>
                      <a:pt x="5" y="7"/>
                    </a:cubicBezTo>
                    <a:cubicBezTo>
                      <a:pt x="3" y="9"/>
                      <a:pt x="0" y="4"/>
                      <a:pt x="0" y="2"/>
                    </a:cubicBezTo>
                    <a:cubicBezTo>
                      <a:pt x="0" y="0"/>
                      <a:pt x="4" y="0"/>
                      <a:pt x="5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62" name="Freeform 2764">
                <a:extLst>
                  <a:ext uri="{FF2B5EF4-FFF2-40B4-BE49-F238E27FC236}">
                    <a16:creationId xmlns:a16="http://schemas.microsoft.com/office/drawing/2014/main" id="{7F55798F-E633-4063-92F6-2BD3D4F3B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155"/>
                <a:ext cx="2" cy="3"/>
              </a:xfrm>
              <a:custGeom>
                <a:avLst/>
                <a:gdLst>
                  <a:gd name="T0" fmla="*/ 0 w 6"/>
                  <a:gd name="T1" fmla="*/ 4 h 9"/>
                  <a:gd name="T2" fmla="*/ 2 w 6"/>
                  <a:gd name="T3" fmla="*/ 1 h 9"/>
                  <a:gd name="T4" fmla="*/ 5 w 6"/>
                  <a:gd name="T5" fmla="*/ 6 h 9"/>
                  <a:gd name="T6" fmla="*/ 2 w 6"/>
                  <a:gd name="T7" fmla="*/ 8 h 9"/>
                  <a:gd name="T8" fmla="*/ 0 w 6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0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6" y="0"/>
                      <a:pt x="5" y="4"/>
                      <a:pt x="5" y="6"/>
                    </a:cubicBezTo>
                    <a:cubicBezTo>
                      <a:pt x="4" y="7"/>
                      <a:pt x="4" y="9"/>
                      <a:pt x="2" y="8"/>
                    </a:cubicBezTo>
                    <a:cubicBezTo>
                      <a:pt x="0" y="8"/>
                      <a:pt x="0" y="6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63" name="Freeform 2765">
                <a:extLst>
                  <a:ext uri="{FF2B5EF4-FFF2-40B4-BE49-F238E27FC236}">
                    <a16:creationId xmlns:a16="http://schemas.microsoft.com/office/drawing/2014/main" id="{2A2DCD35-E32B-42AA-A59D-92CC05E07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156"/>
                <a:ext cx="3" cy="3"/>
              </a:xfrm>
              <a:custGeom>
                <a:avLst/>
                <a:gdLst>
                  <a:gd name="T0" fmla="*/ 1 w 8"/>
                  <a:gd name="T1" fmla="*/ 3 h 9"/>
                  <a:gd name="T2" fmla="*/ 7 w 8"/>
                  <a:gd name="T3" fmla="*/ 2 h 9"/>
                  <a:gd name="T4" fmla="*/ 6 w 8"/>
                  <a:gd name="T5" fmla="*/ 8 h 9"/>
                  <a:gd name="T6" fmla="*/ 1 w 8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1" y="3"/>
                    </a:moveTo>
                    <a:cubicBezTo>
                      <a:pt x="2" y="1"/>
                      <a:pt x="6" y="0"/>
                      <a:pt x="7" y="2"/>
                    </a:cubicBezTo>
                    <a:cubicBezTo>
                      <a:pt x="7" y="4"/>
                      <a:pt x="8" y="7"/>
                      <a:pt x="6" y="8"/>
                    </a:cubicBezTo>
                    <a:cubicBezTo>
                      <a:pt x="3" y="9"/>
                      <a:pt x="0" y="5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64" name="Freeform 2766">
                <a:extLst>
                  <a:ext uri="{FF2B5EF4-FFF2-40B4-BE49-F238E27FC236}">
                    <a16:creationId xmlns:a16="http://schemas.microsoft.com/office/drawing/2014/main" id="{168BA7BC-6E09-4C3B-B4D4-3B04A6C25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159"/>
                <a:ext cx="2" cy="2"/>
              </a:xfrm>
              <a:custGeom>
                <a:avLst/>
                <a:gdLst>
                  <a:gd name="T0" fmla="*/ 2 w 6"/>
                  <a:gd name="T1" fmla="*/ 1 h 5"/>
                  <a:gd name="T2" fmla="*/ 5 w 6"/>
                  <a:gd name="T3" fmla="*/ 2 h 5"/>
                  <a:gd name="T4" fmla="*/ 2 w 6"/>
                  <a:gd name="T5" fmla="*/ 5 h 5"/>
                  <a:gd name="T6" fmla="*/ 2 w 6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3" y="0"/>
                      <a:pt x="6" y="0"/>
                      <a:pt x="5" y="2"/>
                    </a:cubicBezTo>
                    <a:cubicBezTo>
                      <a:pt x="5" y="3"/>
                      <a:pt x="3" y="5"/>
                      <a:pt x="2" y="5"/>
                    </a:cubicBezTo>
                    <a:cubicBezTo>
                      <a:pt x="0" y="4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65" name="Freeform 2767">
                <a:extLst>
                  <a:ext uri="{FF2B5EF4-FFF2-40B4-BE49-F238E27FC236}">
                    <a16:creationId xmlns:a16="http://schemas.microsoft.com/office/drawing/2014/main" id="{53BF2C53-8683-426E-8E27-64A4C90F9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201"/>
                <a:ext cx="5" cy="4"/>
              </a:xfrm>
              <a:custGeom>
                <a:avLst/>
                <a:gdLst>
                  <a:gd name="T0" fmla="*/ 0 w 11"/>
                  <a:gd name="T1" fmla="*/ 3 h 10"/>
                  <a:gd name="T2" fmla="*/ 3 w 11"/>
                  <a:gd name="T3" fmla="*/ 1 h 10"/>
                  <a:gd name="T4" fmla="*/ 7 w 11"/>
                  <a:gd name="T5" fmla="*/ 1 h 10"/>
                  <a:gd name="T6" fmla="*/ 10 w 11"/>
                  <a:gd name="T7" fmla="*/ 5 h 10"/>
                  <a:gd name="T8" fmla="*/ 7 w 11"/>
                  <a:gd name="T9" fmla="*/ 8 h 10"/>
                  <a:gd name="T10" fmla="*/ 0 w 11"/>
                  <a:gd name="T1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0" y="3"/>
                    </a:moveTo>
                    <a:cubicBezTo>
                      <a:pt x="0" y="1"/>
                      <a:pt x="1" y="2"/>
                      <a:pt x="3" y="1"/>
                    </a:cubicBezTo>
                    <a:cubicBezTo>
                      <a:pt x="4" y="1"/>
                      <a:pt x="6" y="0"/>
                      <a:pt x="7" y="1"/>
                    </a:cubicBezTo>
                    <a:cubicBezTo>
                      <a:pt x="9" y="1"/>
                      <a:pt x="10" y="3"/>
                      <a:pt x="10" y="5"/>
                    </a:cubicBezTo>
                    <a:cubicBezTo>
                      <a:pt x="11" y="7"/>
                      <a:pt x="8" y="7"/>
                      <a:pt x="7" y="8"/>
                    </a:cubicBezTo>
                    <a:cubicBezTo>
                      <a:pt x="3" y="10"/>
                      <a:pt x="0" y="6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66" name="Freeform 2768">
                <a:extLst>
                  <a:ext uri="{FF2B5EF4-FFF2-40B4-BE49-F238E27FC236}">
                    <a16:creationId xmlns:a16="http://schemas.microsoft.com/office/drawing/2014/main" id="{B83BACF6-CC68-4228-AAAB-32DBF74F3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204"/>
                <a:ext cx="6" cy="4"/>
              </a:xfrm>
              <a:custGeom>
                <a:avLst/>
                <a:gdLst>
                  <a:gd name="T0" fmla="*/ 4 w 15"/>
                  <a:gd name="T1" fmla="*/ 4 h 12"/>
                  <a:gd name="T2" fmla="*/ 3 w 15"/>
                  <a:gd name="T3" fmla="*/ 4 h 12"/>
                  <a:gd name="T4" fmla="*/ 3 w 15"/>
                  <a:gd name="T5" fmla="*/ 3 h 12"/>
                  <a:gd name="T6" fmla="*/ 2 w 15"/>
                  <a:gd name="T7" fmla="*/ 3 h 12"/>
                  <a:gd name="T8" fmla="*/ 6 w 15"/>
                  <a:gd name="T9" fmla="*/ 0 h 12"/>
                  <a:gd name="T10" fmla="*/ 13 w 15"/>
                  <a:gd name="T11" fmla="*/ 2 h 12"/>
                  <a:gd name="T12" fmla="*/ 14 w 15"/>
                  <a:gd name="T13" fmla="*/ 5 h 12"/>
                  <a:gd name="T14" fmla="*/ 15 w 15"/>
                  <a:gd name="T15" fmla="*/ 9 h 12"/>
                  <a:gd name="T16" fmla="*/ 11 w 15"/>
                  <a:gd name="T17" fmla="*/ 12 h 12"/>
                  <a:gd name="T18" fmla="*/ 6 w 15"/>
                  <a:gd name="T19" fmla="*/ 8 h 12"/>
                  <a:gd name="T20" fmla="*/ 4 w 15"/>
                  <a:gd name="T2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4" y="4"/>
                    </a:move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0"/>
                      <a:pt x="5" y="0"/>
                      <a:pt x="6" y="0"/>
                    </a:cubicBezTo>
                    <a:cubicBezTo>
                      <a:pt x="9" y="0"/>
                      <a:pt x="11" y="0"/>
                      <a:pt x="13" y="2"/>
                    </a:cubicBezTo>
                    <a:cubicBezTo>
                      <a:pt x="13" y="3"/>
                      <a:pt x="13" y="4"/>
                      <a:pt x="14" y="5"/>
                    </a:cubicBezTo>
                    <a:cubicBezTo>
                      <a:pt x="14" y="7"/>
                      <a:pt x="15" y="7"/>
                      <a:pt x="15" y="9"/>
                    </a:cubicBezTo>
                    <a:cubicBezTo>
                      <a:pt x="15" y="11"/>
                      <a:pt x="13" y="12"/>
                      <a:pt x="11" y="12"/>
                    </a:cubicBezTo>
                    <a:cubicBezTo>
                      <a:pt x="8" y="12"/>
                      <a:pt x="7" y="11"/>
                      <a:pt x="6" y="8"/>
                    </a:cubicBezTo>
                    <a:cubicBezTo>
                      <a:pt x="6" y="6"/>
                      <a:pt x="5" y="5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67" name="Freeform 2769">
                <a:extLst>
                  <a:ext uri="{FF2B5EF4-FFF2-40B4-BE49-F238E27FC236}">
                    <a16:creationId xmlns:a16="http://schemas.microsoft.com/office/drawing/2014/main" id="{284E9F5A-15E5-4853-BCC0-879B19D63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221"/>
                <a:ext cx="9" cy="5"/>
              </a:xfrm>
              <a:custGeom>
                <a:avLst/>
                <a:gdLst>
                  <a:gd name="T0" fmla="*/ 3 w 22"/>
                  <a:gd name="T1" fmla="*/ 5 h 10"/>
                  <a:gd name="T2" fmla="*/ 6 w 22"/>
                  <a:gd name="T3" fmla="*/ 4 h 10"/>
                  <a:gd name="T4" fmla="*/ 8 w 22"/>
                  <a:gd name="T5" fmla="*/ 3 h 10"/>
                  <a:gd name="T6" fmla="*/ 9 w 22"/>
                  <a:gd name="T7" fmla="*/ 1 h 10"/>
                  <a:gd name="T8" fmla="*/ 12 w 22"/>
                  <a:gd name="T9" fmla="*/ 1 h 10"/>
                  <a:gd name="T10" fmla="*/ 15 w 22"/>
                  <a:gd name="T11" fmla="*/ 0 h 10"/>
                  <a:gd name="T12" fmla="*/ 20 w 22"/>
                  <a:gd name="T13" fmla="*/ 0 h 10"/>
                  <a:gd name="T14" fmla="*/ 22 w 22"/>
                  <a:gd name="T15" fmla="*/ 2 h 10"/>
                  <a:gd name="T16" fmla="*/ 17 w 22"/>
                  <a:gd name="T17" fmla="*/ 5 h 10"/>
                  <a:gd name="T18" fmla="*/ 11 w 22"/>
                  <a:gd name="T19" fmla="*/ 7 h 10"/>
                  <a:gd name="T20" fmla="*/ 8 w 22"/>
                  <a:gd name="T21" fmla="*/ 9 h 10"/>
                  <a:gd name="T22" fmla="*/ 3 w 22"/>
                  <a:gd name="T23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0">
                    <a:moveTo>
                      <a:pt x="3" y="5"/>
                    </a:moveTo>
                    <a:cubicBezTo>
                      <a:pt x="3" y="4"/>
                      <a:pt x="5" y="4"/>
                      <a:pt x="6" y="4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3" y="1"/>
                      <a:pt x="14" y="0"/>
                      <a:pt x="15" y="0"/>
                    </a:cubicBezTo>
                    <a:cubicBezTo>
                      <a:pt x="17" y="0"/>
                      <a:pt x="18" y="0"/>
                      <a:pt x="20" y="0"/>
                    </a:cubicBezTo>
                    <a:cubicBezTo>
                      <a:pt x="21" y="0"/>
                      <a:pt x="22" y="0"/>
                      <a:pt x="22" y="2"/>
                    </a:cubicBezTo>
                    <a:cubicBezTo>
                      <a:pt x="21" y="4"/>
                      <a:pt x="18" y="4"/>
                      <a:pt x="17" y="5"/>
                    </a:cubicBezTo>
                    <a:cubicBezTo>
                      <a:pt x="15" y="5"/>
                      <a:pt x="13" y="6"/>
                      <a:pt x="11" y="7"/>
                    </a:cubicBezTo>
                    <a:cubicBezTo>
                      <a:pt x="10" y="7"/>
                      <a:pt x="9" y="8"/>
                      <a:pt x="8" y="9"/>
                    </a:cubicBezTo>
                    <a:cubicBezTo>
                      <a:pt x="6" y="10"/>
                      <a:pt x="0" y="8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68" name="Freeform 2770">
                <a:extLst>
                  <a:ext uri="{FF2B5EF4-FFF2-40B4-BE49-F238E27FC236}">
                    <a16:creationId xmlns:a16="http://schemas.microsoft.com/office/drawing/2014/main" id="{0B27F516-582F-4254-90AB-CF04B9C0B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1223"/>
                <a:ext cx="4" cy="3"/>
              </a:xfrm>
              <a:custGeom>
                <a:avLst/>
                <a:gdLst>
                  <a:gd name="T0" fmla="*/ 2 w 10"/>
                  <a:gd name="T1" fmla="*/ 8 h 8"/>
                  <a:gd name="T2" fmla="*/ 0 w 10"/>
                  <a:gd name="T3" fmla="*/ 6 h 8"/>
                  <a:gd name="T4" fmla="*/ 1 w 10"/>
                  <a:gd name="T5" fmla="*/ 4 h 8"/>
                  <a:gd name="T6" fmla="*/ 3 w 10"/>
                  <a:gd name="T7" fmla="*/ 2 h 8"/>
                  <a:gd name="T8" fmla="*/ 3 w 10"/>
                  <a:gd name="T9" fmla="*/ 1 h 8"/>
                  <a:gd name="T10" fmla="*/ 5 w 10"/>
                  <a:gd name="T11" fmla="*/ 0 h 8"/>
                  <a:gd name="T12" fmla="*/ 5 w 10"/>
                  <a:gd name="T13" fmla="*/ 7 h 8"/>
                  <a:gd name="T14" fmla="*/ 2 w 10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8">
                    <a:moveTo>
                      <a:pt x="2" y="8"/>
                    </a:moveTo>
                    <a:cubicBezTo>
                      <a:pt x="1" y="8"/>
                      <a:pt x="0" y="7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10" y="0"/>
                      <a:pt x="8" y="6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69" name="Freeform 2771">
                <a:extLst>
                  <a:ext uri="{FF2B5EF4-FFF2-40B4-BE49-F238E27FC236}">
                    <a16:creationId xmlns:a16="http://schemas.microsoft.com/office/drawing/2014/main" id="{253256CD-6F15-4635-A413-453685A6D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1239"/>
                <a:ext cx="3" cy="3"/>
              </a:xfrm>
              <a:custGeom>
                <a:avLst/>
                <a:gdLst>
                  <a:gd name="T0" fmla="*/ 4 w 7"/>
                  <a:gd name="T1" fmla="*/ 8 h 9"/>
                  <a:gd name="T2" fmla="*/ 1 w 7"/>
                  <a:gd name="T3" fmla="*/ 8 h 9"/>
                  <a:gd name="T4" fmla="*/ 0 w 7"/>
                  <a:gd name="T5" fmla="*/ 6 h 9"/>
                  <a:gd name="T6" fmla="*/ 2 w 7"/>
                  <a:gd name="T7" fmla="*/ 1 h 9"/>
                  <a:gd name="T8" fmla="*/ 4 w 7"/>
                  <a:gd name="T9" fmla="*/ 0 h 9"/>
                  <a:gd name="T10" fmla="*/ 5 w 7"/>
                  <a:gd name="T11" fmla="*/ 1 h 9"/>
                  <a:gd name="T12" fmla="*/ 4 w 7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4" y="8"/>
                    </a:moveTo>
                    <a:cubicBezTo>
                      <a:pt x="3" y="9"/>
                      <a:pt x="2" y="9"/>
                      <a:pt x="1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7" y="4"/>
                      <a:pt x="7" y="7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0" name="Freeform 2772">
                <a:extLst>
                  <a:ext uri="{FF2B5EF4-FFF2-40B4-BE49-F238E27FC236}">
                    <a16:creationId xmlns:a16="http://schemas.microsoft.com/office/drawing/2014/main" id="{514A65AF-48FB-43C8-A178-5DDFC5255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1239"/>
                <a:ext cx="9" cy="5"/>
              </a:xfrm>
              <a:custGeom>
                <a:avLst/>
                <a:gdLst>
                  <a:gd name="T0" fmla="*/ 3 w 22"/>
                  <a:gd name="T1" fmla="*/ 10 h 12"/>
                  <a:gd name="T2" fmla="*/ 4 w 22"/>
                  <a:gd name="T3" fmla="*/ 6 h 12"/>
                  <a:gd name="T4" fmla="*/ 5 w 22"/>
                  <a:gd name="T5" fmla="*/ 2 h 12"/>
                  <a:gd name="T6" fmla="*/ 9 w 22"/>
                  <a:gd name="T7" fmla="*/ 0 h 12"/>
                  <a:gd name="T8" fmla="*/ 11 w 22"/>
                  <a:gd name="T9" fmla="*/ 0 h 12"/>
                  <a:gd name="T10" fmla="*/ 16 w 22"/>
                  <a:gd name="T11" fmla="*/ 3 h 12"/>
                  <a:gd name="T12" fmla="*/ 20 w 22"/>
                  <a:gd name="T13" fmla="*/ 6 h 12"/>
                  <a:gd name="T14" fmla="*/ 16 w 22"/>
                  <a:gd name="T15" fmla="*/ 11 h 12"/>
                  <a:gd name="T16" fmla="*/ 11 w 22"/>
                  <a:gd name="T17" fmla="*/ 10 h 12"/>
                  <a:gd name="T18" fmla="*/ 9 w 22"/>
                  <a:gd name="T19" fmla="*/ 12 h 12"/>
                  <a:gd name="T20" fmla="*/ 6 w 22"/>
                  <a:gd name="T21" fmla="*/ 11 h 12"/>
                  <a:gd name="T22" fmla="*/ 3 w 22"/>
                  <a:gd name="T2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2">
                    <a:moveTo>
                      <a:pt x="3" y="10"/>
                    </a:moveTo>
                    <a:cubicBezTo>
                      <a:pt x="0" y="8"/>
                      <a:pt x="2" y="8"/>
                      <a:pt x="4" y="6"/>
                    </a:cubicBezTo>
                    <a:cubicBezTo>
                      <a:pt x="5" y="5"/>
                      <a:pt x="5" y="4"/>
                      <a:pt x="5" y="2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3" y="1"/>
                      <a:pt x="14" y="2"/>
                      <a:pt x="16" y="3"/>
                    </a:cubicBezTo>
                    <a:cubicBezTo>
                      <a:pt x="17" y="4"/>
                      <a:pt x="19" y="4"/>
                      <a:pt x="20" y="6"/>
                    </a:cubicBezTo>
                    <a:cubicBezTo>
                      <a:pt x="22" y="8"/>
                      <a:pt x="19" y="12"/>
                      <a:pt x="16" y="11"/>
                    </a:cubicBezTo>
                    <a:cubicBezTo>
                      <a:pt x="15" y="11"/>
                      <a:pt x="13" y="8"/>
                      <a:pt x="11" y="10"/>
                    </a:cubicBezTo>
                    <a:cubicBezTo>
                      <a:pt x="10" y="10"/>
                      <a:pt x="10" y="11"/>
                      <a:pt x="9" y="12"/>
                    </a:cubicBezTo>
                    <a:cubicBezTo>
                      <a:pt x="8" y="12"/>
                      <a:pt x="7" y="11"/>
                      <a:pt x="6" y="11"/>
                    </a:cubicBezTo>
                    <a:cubicBezTo>
                      <a:pt x="5" y="11"/>
                      <a:pt x="4" y="11"/>
                      <a:pt x="3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1" name="Freeform 2773">
                <a:extLst>
                  <a:ext uri="{FF2B5EF4-FFF2-40B4-BE49-F238E27FC236}">
                    <a16:creationId xmlns:a16="http://schemas.microsoft.com/office/drawing/2014/main" id="{F4C1E13A-961B-44FA-8F6E-7D0058C02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229"/>
                <a:ext cx="3" cy="3"/>
              </a:xfrm>
              <a:custGeom>
                <a:avLst/>
                <a:gdLst>
                  <a:gd name="T0" fmla="*/ 1 w 7"/>
                  <a:gd name="T1" fmla="*/ 4 h 6"/>
                  <a:gd name="T2" fmla="*/ 1 w 7"/>
                  <a:gd name="T3" fmla="*/ 2 h 6"/>
                  <a:gd name="T4" fmla="*/ 4 w 7"/>
                  <a:gd name="T5" fmla="*/ 1 h 6"/>
                  <a:gd name="T6" fmla="*/ 1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4"/>
                      <a:pt x="0" y="2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7" y="2"/>
                      <a:pt x="2" y="6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2" name="Freeform 2774">
                <a:extLst>
                  <a:ext uri="{FF2B5EF4-FFF2-40B4-BE49-F238E27FC236}">
                    <a16:creationId xmlns:a16="http://schemas.microsoft.com/office/drawing/2014/main" id="{A6CE6311-00B2-4DE7-A747-E0A702ABE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1222"/>
                <a:ext cx="5" cy="3"/>
              </a:xfrm>
              <a:custGeom>
                <a:avLst/>
                <a:gdLst>
                  <a:gd name="T0" fmla="*/ 2 w 11"/>
                  <a:gd name="T1" fmla="*/ 1 h 6"/>
                  <a:gd name="T2" fmla="*/ 6 w 11"/>
                  <a:gd name="T3" fmla="*/ 1 h 6"/>
                  <a:gd name="T4" fmla="*/ 9 w 11"/>
                  <a:gd name="T5" fmla="*/ 0 h 6"/>
                  <a:gd name="T6" fmla="*/ 10 w 11"/>
                  <a:gd name="T7" fmla="*/ 3 h 6"/>
                  <a:gd name="T8" fmla="*/ 6 w 11"/>
                  <a:gd name="T9" fmla="*/ 5 h 6"/>
                  <a:gd name="T10" fmla="*/ 2 w 11"/>
                  <a:gd name="T11" fmla="*/ 6 h 6"/>
                  <a:gd name="T12" fmla="*/ 0 w 11"/>
                  <a:gd name="T13" fmla="*/ 3 h 6"/>
                  <a:gd name="T14" fmla="*/ 2 w 11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2" y="1"/>
                    </a:moveTo>
                    <a:cubicBezTo>
                      <a:pt x="4" y="1"/>
                      <a:pt x="5" y="1"/>
                      <a:pt x="6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0"/>
                      <a:pt x="11" y="2"/>
                      <a:pt x="10" y="3"/>
                    </a:cubicBezTo>
                    <a:cubicBezTo>
                      <a:pt x="9" y="4"/>
                      <a:pt x="7" y="4"/>
                      <a:pt x="6" y="5"/>
                    </a:cubicBezTo>
                    <a:cubicBezTo>
                      <a:pt x="5" y="5"/>
                      <a:pt x="3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3" name="Freeform 2775">
                <a:extLst>
                  <a:ext uri="{FF2B5EF4-FFF2-40B4-BE49-F238E27FC236}">
                    <a16:creationId xmlns:a16="http://schemas.microsoft.com/office/drawing/2014/main" id="{7AD41270-4CE6-4898-9E92-13565B106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223"/>
                <a:ext cx="28" cy="13"/>
              </a:xfrm>
              <a:custGeom>
                <a:avLst/>
                <a:gdLst>
                  <a:gd name="T0" fmla="*/ 63 w 69"/>
                  <a:gd name="T1" fmla="*/ 2 h 31"/>
                  <a:gd name="T2" fmla="*/ 67 w 69"/>
                  <a:gd name="T3" fmla="*/ 2 h 31"/>
                  <a:gd name="T4" fmla="*/ 67 w 69"/>
                  <a:gd name="T5" fmla="*/ 13 h 31"/>
                  <a:gd name="T6" fmla="*/ 68 w 69"/>
                  <a:gd name="T7" fmla="*/ 20 h 31"/>
                  <a:gd name="T8" fmla="*/ 54 w 69"/>
                  <a:gd name="T9" fmla="*/ 28 h 31"/>
                  <a:gd name="T10" fmla="*/ 34 w 69"/>
                  <a:gd name="T11" fmla="*/ 31 h 31"/>
                  <a:gd name="T12" fmla="*/ 27 w 69"/>
                  <a:gd name="T13" fmla="*/ 31 h 31"/>
                  <a:gd name="T14" fmla="*/ 24 w 69"/>
                  <a:gd name="T15" fmla="*/ 30 h 31"/>
                  <a:gd name="T16" fmla="*/ 26 w 69"/>
                  <a:gd name="T17" fmla="*/ 28 h 31"/>
                  <a:gd name="T18" fmla="*/ 28 w 69"/>
                  <a:gd name="T19" fmla="*/ 25 h 31"/>
                  <a:gd name="T20" fmla="*/ 26 w 69"/>
                  <a:gd name="T21" fmla="*/ 24 h 31"/>
                  <a:gd name="T22" fmla="*/ 19 w 69"/>
                  <a:gd name="T23" fmla="*/ 24 h 31"/>
                  <a:gd name="T24" fmla="*/ 12 w 69"/>
                  <a:gd name="T25" fmla="*/ 24 h 31"/>
                  <a:gd name="T26" fmla="*/ 6 w 69"/>
                  <a:gd name="T27" fmla="*/ 27 h 31"/>
                  <a:gd name="T28" fmla="*/ 1 w 69"/>
                  <a:gd name="T29" fmla="*/ 24 h 31"/>
                  <a:gd name="T30" fmla="*/ 10 w 69"/>
                  <a:gd name="T31" fmla="*/ 19 h 31"/>
                  <a:gd name="T32" fmla="*/ 22 w 69"/>
                  <a:gd name="T33" fmla="*/ 19 h 31"/>
                  <a:gd name="T34" fmla="*/ 31 w 69"/>
                  <a:gd name="T35" fmla="*/ 20 h 31"/>
                  <a:gd name="T36" fmla="*/ 40 w 69"/>
                  <a:gd name="T37" fmla="*/ 16 h 31"/>
                  <a:gd name="T38" fmla="*/ 43 w 69"/>
                  <a:gd name="T39" fmla="*/ 13 h 31"/>
                  <a:gd name="T40" fmla="*/ 48 w 69"/>
                  <a:gd name="T41" fmla="*/ 11 h 31"/>
                  <a:gd name="T42" fmla="*/ 52 w 69"/>
                  <a:gd name="T43" fmla="*/ 9 h 31"/>
                  <a:gd name="T44" fmla="*/ 55 w 69"/>
                  <a:gd name="T45" fmla="*/ 7 h 31"/>
                  <a:gd name="T46" fmla="*/ 63 w 69"/>
                  <a:gd name="T47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" h="31">
                    <a:moveTo>
                      <a:pt x="63" y="2"/>
                    </a:moveTo>
                    <a:cubicBezTo>
                      <a:pt x="64" y="1"/>
                      <a:pt x="66" y="0"/>
                      <a:pt x="67" y="2"/>
                    </a:cubicBezTo>
                    <a:cubicBezTo>
                      <a:pt x="69" y="5"/>
                      <a:pt x="67" y="10"/>
                      <a:pt x="67" y="13"/>
                    </a:cubicBezTo>
                    <a:cubicBezTo>
                      <a:pt x="67" y="15"/>
                      <a:pt x="68" y="18"/>
                      <a:pt x="68" y="20"/>
                    </a:cubicBezTo>
                    <a:cubicBezTo>
                      <a:pt x="66" y="26"/>
                      <a:pt x="59" y="27"/>
                      <a:pt x="54" y="28"/>
                    </a:cubicBezTo>
                    <a:cubicBezTo>
                      <a:pt x="47" y="29"/>
                      <a:pt x="41" y="30"/>
                      <a:pt x="34" y="31"/>
                    </a:cubicBezTo>
                    <a:cubicBezTo>
                      <a:pt x="32" y="31"/>
                      <a:pt x="29" y="31"/>
                      <a:pt x="27" y="31"/>
                    </a:cubicBezTo>
                    <a:cubicBezTo>
                      <a:pt x="26" y="31"/>
                      <a:pt x="24" y="31"/>
                      <a:pt x="24" y="30"/>
                    </a:cubicBezTo>
                    <a:cubicBezTo>
                      <a:pt x="24" y="30"/>
                      <a:pt x="26" y="28"/>
                      <a:pt x="26" y="28"/>
                    </a:cubicBezTo>
                    <a:cubicBezTo>
                      <a:pt x="27" y="27"/>
                      <a:pt x="28" y="26"/>
                      <a:pt x="28" y="25"/>
                    </a:cubicBezTo>
                    <a:cubicBezTo>
                      <a:pt x="28" y="24"/>
                      <a:pt x="26" y="24"/>
                      <a:pt x="26" y="24"/>
                    </a:cubicBezTo>
                    <a:cubicBezTo>
                      <a:pt x="23" y="24"/>
                      <a:pt x="21" y="25"/>
                      <a:pt x="19" y="24"/>
                    </a:cubicBezTo>
                    <a:cubicBezTo>
                      <a:pt x="17" y="24"/>
                      <a:pt x="14" y="23"/>
                      <a:pt x="12" y="24"/>
                    </a:cubicBezTo>
                    <a:cubicBezTo>
                      <a:pt x="10" y="25"/>
                      <a:pt x="9" y="27"/>
                      <a:pt x="6" y="27"/>
                    </a:cubicBezTo>
                    <a:cubicBezTo>
                      <a:pt x="4" y="27"/>
                      <a:pt x="0" y="27"/>
                      <a:pt x="1" y="24"/>
                    </a:cubicBezTo>
                    <a:cubicBezTo>
                      <a:pt x="3" y="21"/>
                      <a:pt x="8" y="20"/>
                      <a:pt x="10" y="19"/>
                    </a:cubicBezTo>
                    <a:cubicBezTo>
                      <a:pt x="14" y="18"/>
                      <a:pt x="18" y="18"/>
                      <a:pt x="22" y="19"/>
                    </a:cubicBezTo>
                    <a:cubicBezTo>
                      <a:pt x="25" y="19"/>
                      <a:pt x="28" y="20"/>
                      <a:pt x="31" y="20"/>
                    </a:cubicBezTo>
                    <a:cubicBezTo>
                      <a:pt x="34" y="19"/>
                      <a:pt x="37" y="18"/>
                      <a:pt x="40" y="16"/>
                    </a:cubicBezTo>
                    <a:cubicBezTo>
                      <a:pt x="41" y="15"/>
                      <a:pt x="42" y="14"/>
                      <a:pt x="43" y="13"/>
                    </a:cubicBezTo>
                    <a:cubicBezTo>
                      <a:pt x="45" y="13"/>
                      <a:pt x="46" y="12"/>
                      <a:pt x="48" y="11"/>
                    </a:cubicBezTo>
                    <a:cubicBezTo>
                      <a:pt x="49" y="11"/>
                      <a:pt x="50" y="9"/>
                      <a:pt x="52" y="9"/>
                    </a:cubicBezTo>
                    <a:cubicBezTo>
                      <a:pt x="53" y="8"/>
                      <a:pt x="54" y="8"/>
                      <a:pt x="55" y="7"/>
                    </a:cubicBezTo>
                    <a:cubicBezTo>
                      <a:pt x="58" y="6"/>
                      <a:pt x="61" y="4"/>
                      <a:pt x="6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4" name="Freeform 2776">
                <a:extLst>
                  <a:ext uri="{FF2B5EF4-FFF2-40B4-BE49-F238E27FC236}">
                    <a16:creationId xmlns:a16="http://schemas.microsoft.com/office/drawing/2014/main" id="{938142D0-4DB9-49B1-8178-39454464E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244"/>
                <a:ext cx="5" cy="2"/>
              </a:xfrm>
              <a:custGeom>
                <a:avLst/>
                <a:gdLst>
                  <a:gd name="T0" fmla="*/ 3 w 13"/>
                  <a:gd name="T1" fmla="*/ 4 h 5"/>
                  <a:gd name="T2" fmla="*/ 1 w 13"/>
                  <a:gd name="T3" fmla="*/ 3 h 5"/>
                  <a:gd name="T4" fmla="*/ 0 w 13"/>
                  <a:gd name="T5" fmla="*/ 1 h 5"/>
                  <a:gd name="T6" fmla="*/ 3 w 13"/>
                  <a:gd name="T7" fmla="*/ 0 h 5"/>
                  <a:gd name="T8" fmla="*/ 5 w 13"/>
                  <a:gd name="T9" fmla="*/ 0 h 5"/>
                  <a:gd name="T10" fmla="*/ 8 w 13"/>
                  <a:gd name="T11" fmla="*/ 0 h 5"/>
                  <a:gd name="T12" fmla="*/ 12 w 13"/>
                  <a:gd name="T13" fmla="*/ 2 h 5"/>
                  <a:gd name="T14" fmla="*/ 13 w 13"/>
                  <a:gd name="T15" fmla="*/ 4 h 5"/>
                  <a:gd name="T16" fmla="*/ 10 w 13"/>
                  <a:gd name="T17" fmla="*/ 5 h 5"/>
                  <a:gd name="T18" fmla="*/ 3 w 13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5">
                    <a:moveTo>
                      <a:pt x="3" y="4"/>
                    </a:moveTo>
                    <a:cubicBezTo>
                      <a:pt x="2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11" y="1"/>
                      <a:pt x="12" y="2"/>
                    </a:cubicBezTo>
                    <a:cubicBezTo>
                      <a:pt x="12" y="3"/>
                      <a:pt x="13" y="3"/>
                      <a:pt x="13" y="4"/>
                    </a:cubicBezTo>
                    <a:cubicBezTo>
                      <a:pt x="13" y="5"/>
                      <a:pt x="10" y="5"/>
                      <a:pt x="10" y="5"/>
                    </a:cubicBezTo>
                    <a:cubicBezTo>
                      <a:pt x="7" y="5"/>
                      <a:pt x="5" y="4"/>
                      <a:pt x="3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5" name="Freeform 2777">
                <a:extLst>
                  <a:ext uri="{FF2B5EF4-FFF2-40B4-BE49-F238E27FC236}">
                    <a16:creationId xmlns:a16="http://schemas.microsoft.com/office/drawing/2014/main" id="{8EA55FF4-5E27-4FFA-A4ED-D0FAD2F02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237"/>
                <a:ext cx="10" cy="3"/>
              </a:xfrm>
              <a:custGeom>
                <a:avLst/>
                <a:gdLst>
                  <a:gd name="T0" fmla="*/ 2 w 24"/>
                  <a:gd name="T1" fmla="*/ 7 h 7"/>
                  <a:gd name="T2" fmla="*/ 0 w 24"/>
                  <a:gd name="T3" fmla="*/ 4 h 7"/>
                  <a:gd name="T4" fmla="*/ 3 w 24"/>
                  <a:gd name="T5" fmla="*/ 4 h 7"/>
                  <a:gd name="T6" fmla="*/ 7 w 24"/>
                  <a:gd name="T7" fmla="*/ 3 h 7"/>
                  <a:gd name="T8" fmla="*/ 12 w 24"/>
                  <a:gd name="T9" fmla="*/ 2 h 7"/>
                  <a:gd name="T10" fmla="*/ 18 w 24"/>
                  <a:gd name="T11" fmla="*/ 1 h 7"/>
                  <a:gd name="T12" fmla="*/ 22 w 24"/>
                  <a:gd name="T13" fmla="*/ 0 h 7"/>
                  <a:gd name="T14" fmla="*/ 24 w 24"/>
                  <a:gd name="T15" fmla="*/ 3 h 7"/>
                  <a:gd name="T16" fmla="*/ 20 w 24"/>
                  <a:gd name="T17" fmla="*/ 5 h 7"/>
                  <a:gd name="T18" fmla="*/ 12 w 24"/>
                  <a:gd name="T19" fmla="*/ 6 h 7"/>
                  <a:gd name="T20" fmla="*/ 7 w 24"/>
                  <a:gd name="T21" fmla="*/ 6 h 7"/>
                  <a:gd name="T22" fmla="*/ 2 w 24"/>
                  <a:gd name="T2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7">
                    <a:moveTo>
                      <a:pt x="2" y="7"/>
                    </a:moveTo>
                    <a:cubicBezTo>
                      <a:pt x="1" y="7"/>
                      <a:pt x="0" y="6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5" y="3"/>
                      <a:pt x="7" y="3"/>
                    </a:cubicBezTo>
                    <a:cubicBezTo>
                      <a:pt x="8" y="3"/>
                      <a:pt x="10" y="2"/>
                      <a:pt x="12" y="2"/>
                    </a:cubicBezTo>
                    <a:cubicBezTo>
                      <a:pt x="14" y="2"/>
                      <a:pt x="16" y="2"/>
                      <a:pt x="18" y="1"/>
                    </a:cubicBezTo>
                    <a:cubicBezTo>
                      <a:pt x="19" y="0"/>
                      <a:pt x="20" y="0"/>
                      <a:pt x="22" y="0"/>
                    </a:cubicBezTo>
                    <a:cubicBezTo>
                      <a:pt x="23" y="0"/>
                      <a:pt x="24" y="2"/>
                      <a:pt x="24" y="3"/>
                    </a:cubicBezTo>
                    <a:cubicBezTo>
                      <a:pt x="24" y="5"/>
                      <a:pt x="21" y="5"/>
                      <a:pt x="20" y="5"/>
                    </a:cubicBezTo>
                    <a:cubicBezTo>
                      <a:pt x="17" y="5"/>
                      <a:pt x="15" y="5"/>
                      <a:pt x="12" y="6"/>
                    </a:cubicBezTo>
                    <a:cubicBezTo>
                      <a:pt x="11" y="6"/>
                      <a:pt x="9" y="5"/>
                      <a:pt x="7" y="6"/>
                    </a:cubicBezTo>
                    <a:cubicBezTo>
                      <a:pt x="5" y="6"/>
                      <a:pt x="4" y="7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6" name="Freeform 2778">
                <a:extLst>
                  <a:ext uri="{FF2B5EF4-FFF2-40B4-BE49-F238E27FC236}">
                    <a16:creationId xmlns:a16="http://schemas.microsoft.com/office/drawing/2014/main" id="{64719A9F-00FA-4D24-A441-B70F6EC24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239"/>
                <a:ext cx="48" cy="22"/>
              </a:xfrm>
              <a:custGeom>
                <a:avLst/>
                <a:gdLst>
                  <a:gd name="T0" fmla="*/ 45 w 117"/>
                  <a:gd name="T1" fmla="*/ 7 h 55"/>
                  <a:gd name="T2" fmla="*/ 49 w 117"/>
                  <a:gd name="T3" fmla="*/ 5 h 55"/>
                  <a:gd name="T4" fmla="*/ 55 w 117"/>
                  <a:gd name="T5" fmla="*/ 5 h 55"/>
                  <a:gd name="T6" fmla="*/ 63 w 117"/>
                  <a:gd name="T7" fmla="*/ 4 h 55"/>
                  <a:gd name="T8" fmla="*/ 72 w 117"/>
                  <a:gd name="T9" fmla="*/ 3 h 55"/>
                  <a:gd name="T10" fmla="*/ 75 w 117"/>
                  <a:gd name="T11" fmla="*/ 7 h 55"/>
                  <a:gd name="T12" fmla="*/ 79 w 117"/>
                  <a:gd name="T13" fmla="*/ 8 h 55"/>
                  <a:gd name="T14" fmla="*/ 83 w 117"/>
                  <a:gd name="T15" fmla="*/ 2 h 55"/>
                  <a:gd name="T16" fmla="*/ 89 w 117"/>
                  <a:gd name="T17" fmla="*/ 2 h 55"/>
                  <a:gd name="T18" fmla="*/ 88 w 117"/>
                  <a:gd name="T19" fmla="*/ 8 h 55"/>
                  <a:gd name="T20" fmla="*/ 88 w 117"/>
                  <a:gd name="T21" fmla="*/ 15 h 55"/>
                  <a:gd name="T22" fmla="*/ 100 w 117"/>
                  <a:gd name="T23" fmla="*/ 18 h 55"/>
                  <a:gd name="T24" fmla="*/ 112 w 117"/>
                  <a:gd name="T25" fmla="*/ 24 h 55"/>
                  <a:gd name="T26" fmla="*/ 117 w 117"/>
                  <a:gd name="T27" fmla="*/ 31 h 55"/>
                  <a:gd name="T28" fmla="*/ 109 w 117"/>
                  <a:gd name="T29" fmla="*/ 34 h 55"/>
                  <a:gd name="T30" fmla="*/ 104 w 117"/>
                  <a:gd name="T31" fmla="*/ 35 h 55"/>
                  <a:gd name="T32" fmla="*/ 99 w 117"/>
                  <a:gd name="T33" fmla="*/ 38 h 55"/>
                  <a:gd name="T34" fmla="*/ 97 w 117"/>
                  <a:gd name="T35" fmla="*/ 39 h 55"/>
                  <a:gd name="T36" fmla="*/ 91 w 117"/>
                  <a:gd name="T37" fmla="*/ 40 h 55"/>
                  <a:gd name="T38" fmla="*/ 85 w 117"/>
                  <a:gd name="T39" fmla="*/ 42 h 55"/>
                  <a:gd name="T40" fmla="*/ 80 w 117"/>
                  <a:gd name="T41" fmla="*/ 43 h 55"/>
                  <a:gd name="T42" fmla="*/ 76 w 117"/>
                  <a:gd name="T43" fmla="*/ 43 h 55"/>
                  <a:gd name="T44" fmla="*/ 65 w 117"/>
                  <a:gd name="T45" fmla="*/ 46 h 55"/>
                  <a:gd name="T46" fmla="*/ 53 w 117"/>
                  <a:gd name="T47" fmla="*/ 44 h 55"/>
                  <a:gd name="T48" fmla="*/ 41 w 117"/>
                  <a:gd name="T49" fmla="*/ 46 h 55"/>
                  <a:gd name="T50" fmla="*/ 31 w 117"/>
                  <a:gd name="T51" fmla="*/ 51 h 55"/>
                  <a:gd name="T52" fmla="*/ 21 w 117"/>
                  <a:gd name="T53" fmla="*/ 54 h 55"/>
                  <a:gd name="T54" fmla="*/ 18 w 117"/>
                  <a:gd name="T55" fmla="*/ 53 h 55"/>
                  <a:gd name="T56" fmla="*/ 13 w 117"/>
                  <a:gd name="T57" fmla="*/ 51 h 55"/>
                  <a:gd name="T58" fmla="*/ 7 w 117"/>
                  <a:gd name="T59" fmla="*/ 44 h 55"/>
                  <a:gd name="T60" fmla="*/ 6 w 117"/>
                  <a:gd name="T61" fmla="*/ 41 h 55"/>
                  <a:gd name="T62" fmla="*/ 8 w 117"/>
                  <a:gd name="T63" fmla="*/ 38 h 55"/>
                  <a:gd name="T64" fmla="*/ 10 w 117"/>
                  <a:gd name="T65" fmla="*/ 34 h 55"/>
                  <a:gd name="T66" fmla="*/ 15 w 117"/>
                  <a:gd name="T67" fmla="*/ 30 h 55"/>
                  <a:gd name="T68" fmla="*/ 15 w 117"/>
                  <a:gd name="T69" fmla="*/ 27 h 55"/>
                  <a:gd name="T70" fmla="*/ 9 w 117"/>
                  <a:gd name="T71" fmla="*/ 30 h 55"/>
                  <a:gd name="T72" fmla="*/ 0 w 117"/>
                  <a:gd name="T73" fmla="*/ 35 h 55"/>
                  <a:gd name="T74" fmla="*/ 12 w 117"/>
                  <a:gd name="T75" fmla="*/ 24 h 55"/>
                  <a:gd name="T76" fmla="*/ 20 w 117"/>
                  <a:gd name="T77" fmla="*/ 20 h 55"/>
                  <a:gd name="T78" fmla="*/ 32 w 117"/>
                  <a:gd name="T79" fmla="*/ 21 h 55"/>
                  <a:gd name="T80" fmla="*/ 42 w 117"/>
                  <a:gd name="T81" fmla="*/ 21 h 55"/>
                  <a:gd name="T82" fmla="*/ 49 w 117"/>
                  <a:gd name="T83" fmla="*/ 20 h 55"/>
                  <a:gd name="T84" fmla="*/ 56 w 117"/>
                  <a:gd name="T85" fmla="*/ 20 h 55"/>
                  <a:gd name="T86" fmla="*/ 60 w 117"/>
                  <a:gd name="T87" fmla="*/ 20 h 55"/>
                  <a:gd name="T88" fmla="*/ 55 w 117"/>
                  <a:gd name="T89" fmla="*/ 17 h 55"/>
                  <a:gd name="T90" fmla="*/ 48 w 117"/>
                  <a:gd name="T91" fmla="*/ 14 h 55"/>
                  <a:gd name="T92" fmla="*/ 45 w 117"/>
                  <a:gd name="T93" fmla="*/ 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7" h="55">
                    <a:moveTo>
                      <a:pt x="45" y="7"/>
                    </a:moveTo>
                    <a:cubicBezTo>
                      <a:pt x="46" y="6"/>
                      <a:pt x="48" y="6"/>
                      <a:pt x="49" y="5"/>
                    </a:cubicBezTo>
                    <a:cubicBezTo>
                      <a:pt x="51" y="5"/>
                      <a:pt x="53" y="5"/>
                      <a:pt x="55" y="5"/>
                    </a:cubicBezTo>
                    <a:cubicBezTo>
                      <a:pt x="58" y="5"/>
                      <a:pt x="60" y="4"/>
                      <a:pt x="63" y="4"/>
                    </a:cubicBezTo>
                    <a:cubicBezTo>
                      <a:pt x="66" y="3"/>
                      <a:pt x="69" y="3"/>
                      <a:pt x="72" y="3"/>
                    </a:cubicBezTo>
                    <a:cubicBezTo>
                      <a:pt x="74" y="4"/>
                      <a:pt x="74" y="5"/>
                      <a:pt x="75" y="7"/>
                    </a:cubicBezTo>
                    <a:cubicBezTo>
                      <a:pt x="76" y="8"/>
                      <a:pt x="77" y="9"/>
                      <a:pt x="79" y="8"/>
                    </a:cubicBezTo>
                    <a:cubicBezTo>
                      <a:pt x="81" y="6"/>
                      <a:pt x="81" y="4"/>
                      <a:pt x="83" y="2"/>
                    </a:cubicBezTo>
                    <a:cubicBezTo>
                      <a:pt x="85" y="0"/>
                      <a:pt x="87" y="1"/>
                      <a:pt x="89" y="2"/>
                    </a:cubicBezTo>
                    <a:cubicBezTo>
                      <a:pt x="90" y="4"/>
                      <a:pt x="89" y="6"/>
                      <a:pt x="88" y="8"/>
                    </a:cubicBezTo>
                    <a:cubicBezTo>
                      <a:pt x="87" y="11"/>
                      <a:pt x="86" y="13"/>
                      <a:pt x="88" y="15"/>
                    </a:cubicBezTo>
                    <a:cubicBezTo>
                      <a:pt x="91" y="21"/>
                      <a:pt x="96" y="18"/>
                      <a:pt x="100" y="18"/>
                    </a:cubicBezTo>
                    <a:cubicBezTo>
                      <a:pt x="105" y="18"/>
                      <a:pt x="108" y="21"/>
                      <a:pt x="112" y="24"/>
                    </a:cubicBezTo>
                    <a:cubicBezTo>
                      <a:pt x="114" y="25"/>
                      <a:pt x="117" y="28"/>
                      <a:pt x="117" y="31"/>
                    </a:cubicBezTo>
                    <a:cubicBezTo>
                      <a:pt x="116" y="34"/>
                      <a:pt x="112" y="34"/>
                      <a:pt x="109" y="34"/>
                    </a:cubicBezTo>
                    <a:cubicBezTo>
                      <a:pt x="108" y="34"/>
                      <a:pt x="106" y="34"/>
                      <a:pt x="104" y="35"/>
                    </a:cubicBezTo>
                    <a:cubicBezTo>
                      <a:pt x="103" y="36"/>
                      <a:pt x="101" y="37"/>
                      <a:pt x="99" y="38"/>
                    </a:cubicBezTo>
                    <a:cubicBezTo>
                      <a:pt x="98" y="38"/>
                      <a:pt x="98" y="39"/>
                      <a:pt x="97" y="39"/>
                    </a:cubicBezTo>
                    <a:cubicBezTo>
                      <a:pt x="95" y="40"/>
                      <a:pt x="93" y="40"/>
                      <a:pt x="91" y="40"/>
                    </a:cubicBezTo>
                    <a:cubicBezTo>
                      <a:pt x="89" y="41"/>
                      <a:pt x="87" y="41"/>
                      <a:pt x="85" y="42"/>
                    </a:cubicBezTo>
                    <a:cubicBezTo>
                      <a:pt x="83" y="42"/>
                      <a:pt x="82" y="42"/>
                      <a:pt x="80" y="43"/>
                    </a:cubicBezTo>
                    <a:cubicBezTo>
                      <a:pt x="79" y="43"/>
                      <a:pt x="78" y="43"/>
                      <a:pt x="76" y="43"/>
                    </a:cubicBezTo>
                    <a:cubicBezTo>
                      <a:pt x="73" y="44"/>
                      <a:pt x="69" y="47"/>
                      <a:pt x="65" y="46"/>
                    </a:cubicBezTo>
                    <a:cubicBezTo>
                      <a:pt x="61" y="44"/>
                      <a:pt x="57" y="45"/>
                      <a:pt x="53" y="44"/>
                    </a:cubicBezTo>
                    <a:cubicBezTo>
                      <a:pt x="48" y="44"/>
                      <a:pt x="44" y="44"/>
                      <a:pt x="41" y="46"/>
                    </a:cubicBezTo>
                    <a:cubicBezTo>
                      <a:pt x="37" y="47"/>
                      <a:pt x="34" y="49"/>
                      <a:pt x="31" y="51"/>
                    </a:cubicBezTo>
                    <a:cubicBezTo>
                      <a:pt x="28" y="54"/>
                      <a:pt x="25" y="55"/>
                      <a:pt x="21" y="54"/>
                    </a:cubicBezTo>
                    <a:cubicBezTo>
                      <a:pt x="20" y="54"/>
                      <a:pt x="19" y="53"/>
                      <a:pt x="18" y="53"/>
                    </a:cubicBezTo>
                    <a:cubicBezTo>
                      <a:pt x="16" y="52"/>
                      <a:pt x="14" y="52"/>
                      <a:pt x="13" y="51"/>
                    </a:cubicBezTo>
                    <a:cubicBezTo>
                      <a:pt x="10" y="50"/>
                      <a:pt x="8" y="47"/>
                      <a:pt x="7" y="44"/>
                    </a:cubicBezTo>
                    <a:cubicBezTo>
                      <a:pt x="7" y="43"/>
                      <a:pt x="6" y="42"/>
                      <a:pt x="6" y="41"/>
                    </a:cubicBezTo>
                    <a:cubicBezTo>
                      <a:pt x="7" y="39"/>
                      <a:pt x="8" y="39"/>
                      <a:pt x="8" y="38"/>
                    </a:cubicBezTo>
                    <a:cubicBezTo>
                      <a:pt x="9" y="36"/>
                      <a:pt x="9" y="35"/>
                      <a:pt x="10" y="34"/>
                    </a:cubicBezTo>
                    <a:cubicBezTo>
                      <a:pt x="12" y="33"/>
                      <a:pt x="14" y="32"/>
                      <a:pt x="15" y="30"/>
                    </a:cubicBezTo>
                    <a:cubicBezTo>
                      <a:pt x="16" y="29"/>
                      <a:pt x="17" y="27"/>
                      <a:pt x="15" y="27"/>
                    </a:cubicBezTo>
                    <a:cubicBezTo>
                      <a:pt x="13" y="27"/>
                      <a:pt x="11" y="29"/>
                      <a:pt x="9" y="30"/>
                    </a:cubicBezTo>
                    <a:cubicBezTo>
                      <a:pt x="6" y="32"/>
                      <a:pt x="3" y="33"/>
                      <a:pt x="0" y="35"/>
                    </a:cubicBezTo>
                    <a:cubicBezTo>
                      <a:pt x="2" y="29"/>
                      <a:pt x="8" y="28"/>
                      <a:pt x="12" y="24"/>
                    </a:cubicBezTo>
                    <a:cubicBezTo>
                      <a:pt x="15" y="22"/>
                      <a:pt x="17" y="21"/>
                      <a:pt x="20" y="20"/>
                    </a:cubicBezTo>
                    <a:cubicBezTo>
                      <a:pt x="24" y="19"/>
                      <a:pt x="28" y="20"/>
                      <a:pt x="32" y="21"/>
                    </a:cubicBezTo>
                    <a:cubicBezTo>
                      <a:pt x="35" y="21"/>
                      <a:pt x="38" y="22"/>
                      <a:pt x="42" y="21"/>
                    </a:cubicBezTo>
                    <a:cubicBezTo>
                      <a:pt x="44" y="21"/>
                      <a:pt x="46" y="20"/>
                      <a:pt x="49" y="20"/>
                    </a:cubicBezTo>
                    <a:cubicBezTo>
                      <a:pt x="51" y="19"/>
                      <a:pt x="53" y="19"/>
                      <a:pt x="56" y="20"/>
                    </a:cubicBezTo>
                    <a:cubicBezTo>
                      <a:pt x="57" y="20"/>
                      <a:pt x="60" y="22"/>
                      <a:pt x="60" y="20"/>
                    </a:cubicBezTo>
                    <a:cubicBezTo>
                      <a:pt x="61" y="18"/>
                      <a:pt x="57" y="17"/>
                      <a:pt x="55" y="17"/>
                    </a:cubicBezTo>
                    <a:cubicBezTo>
                      <a:pt x="52" y="16"/>
                      <a:pt x="50" y="16"/>
                      <a:pt x="48" y="14"/>
                    </a:cubicBezTo>
                    <a:cubicBezTo>
                      <a:pt x="47" y="12"/>
                      <a:pt x="43" y="9"/>
                      <a:pt x="45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7" name="Freeform 2779">
                <a:extLst>
                  <a:ext uri="{FF2B5EF4-FFF2-40B4-BE49-F238E27FC236}">
                    <a16:creationId xmlns:a16="http://schemas.microsoft.com/office/drawing/2014/main" id="{68B64326-066B-4794-A4B0-A54F52A7D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243"/>
                <a:ext cx="3" cy="2"/>
              </a:xfrm>
              <a:custGeom>
                <a:avLst/>
                <a:gdLst>
                  <a:gd name="T0" fmla="*/ 4 w 7"/>
                  <a:gd name="T1" fmla="*/ 1 h 4"/>
                  <a:gd name="T2" fmla="*/ 7 w 7"/>
                  <a:gd name="T3" fmla="*/ 2 h 4"/>
                  <a:gd name="T4" fmla="*/ 2 w 7"/>
                  <a:gd name="T5" fmla="*/ 4 h 4"/>
                  <a:gd name="T6" fmla="*/ 1 w 7"/>
                  <a:gd name="T7" fmla="*/ 1 h 4"/>
                  <a:gd name="T8" fmla="*/ 4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4" y="1"/>
                    </a:moveTo>
                    <a:cubicBezTo>
                      <a:pt x="5" y="0"/>
                      <a:pt x="7" y="1"/>
                      <a:pt x="7" y="2"/>
                    </a:cubicBezTo>
                    <a:cubicBezTo>
                      <a:pt x="6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8" name="Freeform 2780">
                <a:extLst>
                  <a:ext uri="{FF2B5EF4-FFF2-40B4-BE49-F238E27FC236}">
                    <a16:creationId xmlns:a16="http://schemas.microsoft.com/office/drawing/2014/main" id="{F7A5E2E6-DE3C-4EF0-9D82-9012D11A0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257"/>
                <a:ext cx="3" cy="2"/>
              </a:xfrm>
              <a:custGeom>
                <a:avLst/>
                <a:gdLst>
                  <a:gd name="T0" fmla="*/ 0 w 6"/>
                  <a:gd name="T1" fmla="*/ 3 h 5"/>
                  <a:gd name="T2" fmla="*/ 2 w 6"/>
                  <a:gd name="T3" fmla="*/ 1 h 5"/>
                  <a:gd name="T4" fmla="*/ 4 w 6"/>
                  <a:gd name="T5" fmla="*/ 0 h 5"/>
                  <a:gd name="T6" fmla="*/ 6 w 6"/>
                  <a:gd name="T7" fmla="*/ 2 h 5"/>
                  <a:gd name="T8" fmla="*/ 4 w 6"/>
                  <a:gd name="T9" fmla="*/ 3 h 5"/>
                  <a:gd name="T10" fmla="*/ 3 w 6"/>
                  <a:gd name="T11" fmla="*/ 4 h 5"/>
                  <a:gd name="T12" fmla="*/ 3 w 6"/>
                  <a:gd name="T13" fmla="*/ 4 h 5"/>
                  <a:gd name="T14" fmla="*/ 0 w 6"/>
                  <a:gd name="T15" fmla="*/ 3 h 5"/>
                  <a:gd name="T16" fmla="*/ 0 w 6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6" y="1"/>
                      <a:pt x="6" y="2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9" name="Freeform 2781">
                <a:extLst>
                  <a:ext uri="{FF2B5EF4-FFF2-40B4-BE49-F238E27FC236}">
                    <a16:creationId xmlns:a16="http://schemas.microsoft.com/office/drawing/2014/main" id="{5D99E4AB-5A0D-47C9-946E-21D6D97CE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1261"/>
                <a:ext cx="2" cy="2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1 h 3"/>
                  <a:gd name="T4" fmla="*/ 4 w 5"/>
                  <a:gd name="T5" fmla="*/ 3 h 3"/>
                  <a:gd name="T6" fmla="*/ 2 w 5"/>
                  <a:gd name="T7" fmla="*/ 2 h 3"/>
                  <a:gd name="T8" fmla="*/ 2 w 5"/>
                  <a:gd name="T9" fmla="*/ 1 h 3"/>
                  <a:gd name="T10" fmla="*/ 1 w 5"/>
                  <a:gd name="T11" fmla="*/ 1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4" y="0"/>
                      <a:pt x="5" y="0"/>
                      <a:pt x="5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0" name="Freeform 2782">
                <a:extLst>
                  <a:ext uri="{FF2B5EF4-FFF2-40B4-BE49-F238E27FC236}">
                    <a16:creationId xmlns:a16="http://schemas.microsoft.com/office/drawing/2014/main" id="{CE1F6BB2-D85D-485D-89E6-9A96CAB07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1364"/>
                <a:ext cx="4" cy="3"/>
              </a:xfrm>
              <a:custGeom>
                <a:avLst/>
                <a:gdLst>
                  <a:gd name="T0" fmla="*/ 1 w 10"/>
                  <a:gd name="T1" fmla="*/ 1 h 8"/>
                  <a:gd name="T2" fmla="*/ 3 w 10"/>
                  <a:gd name="T3" fmla="*/ 0 h 8"/>
                  <a:gd name="T4" fmla="*/ 7 w 10"/>
                  <a:gd name="T5" fmla="*/ 2 h 8"/>
                  <a:gd name="T6" fmla="*/ 9 w 10"/>
                  <a:gd name="T7" fmla="*/ 3 h 8"/>
                  <a:gd name="T8" fmla="*/ 4 w 10"/>
                  <a:gd name="T9" fmla="*/ 8 h 8"/>
                  <a:gd name="T10" fmla="*/ 2 w 10"/>
                  <a:gd name="T11" fmla="*/ 6 h 8"/>
                  <a:gd name="T12" fmla="*/ 1 w 10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1" y="1"/>
                    </a:moveTo>
                    <a:cubicBezTo>
                      <a:pt x="1" y="0"/>
                      <a:pt x="3" y="0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8" y="2"/>
                      <a:pt x="9" y="2"/>
                      <a:pt x="9" y="3"/>
                    </a:cubicBezTo>
                    <a:cubicBezTo>
                      <a:pt x="10" y="7"/>
                      <a:pt x="7" y="8"/>
                      <a:pt x="4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1" y="5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1" name="Freeform 2783">
                <a:extLst>
                  <a:ext uri="{FF2B5EF4-FFF2-40B4-BE49-F238E27FC236}">
                    <a16:creationId xmlns:a16="http://schemas.microsoft.com/office/drawing/2014/main" id="{C24E7143-49B2-4A54-8BE9-647333F4D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359"/>
                <a:ext cx="5" cy="4"/>
              </a:xfrm>
              <a:custGeom>
                <a:avLst/>
                <a:gdLst>
                  <a:gd name="T0" fmla="*/ 3 w 12"/>
                  <a:gd name="T1" fmla="*/ 1 h 10"/>
                  <a:gd name="T2" fmla="*/ 10 w 12"/>
                  <a:gd name="T3" fmla="*/ 4 h 10"/>
                  <a:gd name="T4" fmla="*/ 5 w 12"/>
                  <a:gd name="T5" fmla="*/ 9 h 10"/>
                  <a:gd name="T6" fmla="*/ 0 w 12"/>
                  <a:gd name="T7" fmla="*/ 5 h 10"/>
                  <a:gd name="T8" fmla="*/ 3 w 12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3" y="1"/>
                    </a:moveTo>
                    <a:cubicBezTo>
                      <a:pt x="5" y="0"/>
                      <a:pt x="9" y="2"/>
                      <a:pt x="10" y="4"/>
                    </a:cubicBezTo>
                    <a:cubicBezTo>
                      <a:pt x="12" y="7"/>
                      <a:pt x="8" y="9"/>
                      <a:pt x="5" y="9"/>
                    </a:cubicBezTo>
                    <a:cubicBezTo>
                      <a:pt x="3" y="10"/>
                      <a:pt x="0" y="8"/>
                      <a:pt x="0" y="5"/>
                    </a:cubicBezTo>
                    <a:cubicBezTo>
                      <a:pt x="0" y="3"/>
                      <a:pt x="2" y="2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2" name="Freeform 2784">
                <a:extLst>
                  <a:ext uri="{FF2B5EF4-FFF2-40B4-BE49-F238E27FC236}">
                    <a16:creationId xmlns:a16="http://schemas.microsoft.com/office/drawing/2014/main" id="{A3FE11B2-99DE-430C-9FF7-DF254F740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347"/>
                <a:ext cx="32" cy="23"/>
              </a:xfrm>
              <a:custGeom>
                <a:avLst/>
                <a:gdLst>
                  <a:gd name="T0" fmla="*/ 1 w 80"/>
                  <a:gd name="T1" fmla="*/ 44 h 57"/>
                  <a:gd name="T2" fmla="*/ 3 w 80"/>
                  <a:gd name="T3" fmla="*/ 43 h 57"/>
                  <a:gd name="T4" fmla="*/ 5 w 80"/>
                  <a:gd name="T5" fmla="*/ 44 h 57"/>
                  <a:gd name="T6" fmla="*/ 9 w 80"/>
                  <a:gd name="T7" fmla="*/ 45 h 57"/>
                  <a:gd name="T8" fmla="*/ 9 w 80"/>
                  <a:gd name="T9" fmla="*/ 43 h 57"/>
                  <a:gd name="T10" fmla="*/ 5 w 80"/>
                  <a:gd name="T11" fmla="*/ 40 h 57"/>
                  <a:gd name="T12" fmla="*/ 2 w 80"/>
                  <a:gd name="T13" fmla="*/ 37 h 57"/>
                  <a:gd name="T14" fmla="*/ 4 w 80"/>
                  <a:gd name="T15" fmla="*/ 35 h 57"/>
                  <a:gd name="T16" fmla="*/ 7 w 80"/>
                  <a:gd name="T17" fmla="*/ 35 h 57"/>
                  <a:gd name="T18" fmla="*/ 8 w 80"/>
                  <a:gd name="T19" fmla="*/ 30 h 57"/>
                  <a:gd name="T20" fmla="*/ 19 w 80"/>
                  <a:gd name="T21" fmla="*/ 29 h 57"/>
                  <a:gd name="T22" fmla="*/ 23 w 80"/>
                  <a:gd name="T23" fmla="*/ 30 h 57"/>
                  <a:gd name="T24" fmla="*/ 27 w 80"/>
                  <a:gd name="T25" fmla="*/ 29 h 57"/>
                  <a:gd name="T26" fmla="*/ 32 w 80"/>
                  <a:gd name="T27" fmla="*/ 30 h 57"/>
                  <a:gd name="T28" fmla="*/ 34 w 80"/>
                  <a:gd name="T29" fmla="*/ 32 h 57"/>
                  <a:gd name="T30" fmla="*/ 37 w 80"/>
                  <a:gd name="T31" fmla="*/ 34 h 57"/>
                  <a:gd name="T32" fmla="*/ 42 w 80"/>
                  <a:gd name="T33" fmla="*/ 34 h 57"/>
                  <a:gd name="T34" fmla="*/ 46 w 80"/>
                  <a:gd name="T35" fmla="*/ 25 h 57"/>
                  <a:gd name="T36" fmla="*/ 44 w 80"/>
                  <a:gd name="T37" fmla="*/ 19 h 57"/>
                  <a:gd name="T38" fmla="*/ 47 w 80"/>
                  <a:gd name="T39" fmla="*/ 10 h 57"/>
                  <a:gd name="T40" fmla="*/ 53 w 80"/>
                  <a:gd name="T41" fmla="*/ 2 h 57"/>
                  <a:gd name="T42" fmla="*/ 61 w 80"/>
                  <a:gd name="T43" fmla="*/ 1 h 57"/>
                  <a:gd name="T44" fmla="*/ 68 w 80"/>
                  <a:gd name="T45" fmla="*/ 7 h 57"/>
                  <a:gd name="T46" fmla="*/ 72 w 80"/>
                  <a:gd name="T47" fmla="*/ 15 h 57"/>
                  <a:gd name="T48" fmla="*/ 76 w 80"/>
                  <a:gd name="T49" fmla="*/ 22 h 57"/>
                  <a:gd name="T50" fmla="*/ 78 w 80"/>
                  <a:gd name="T51" fmla="*/ 27 h 57"/>
                  <a:gd name="T52" fmla="*/ 68 w 80"/>
                  <a:gd name="T53" fmla="*/ 32 h 57"/>
                  <a:gd name="T54" fmla="*/ 60 w 80"/>
                  <a:gd name="T55" fmla="*/ 38 h 57"/>
                  <a:gd name="T56" fmla="*/ 52 w 80"/>
                  <a:gd name="T57" fmla="*/ 43 h 57"/>
                  <a:gd name="T58" fmla="*/ 47 w 80"/>
                  <a:gd name="T59" fmla="*/ 47 h 57"/>
                  <a:gd name="T60" fmla="*/ 44 w 80"/>
                  <a:gd name="T61" fmla="*/ 48 h 57"/>
                  <a:gd name="T62" fmla="*/ 42 w 80"/>
                  <a:gd name="T63" fmla="*/ 46 h 57"/>
                  <a:gd name="T64" fmla="*/ 40 w 80"/>
                  <a:gd name="T65" fmla="*/ 42 h 57"/>
                  <a:gd name="T66" fmla="*/ 35 w 80"/>
                  <a:gd name="T67" fmla="*/ 44 h 57"/>
                  <a:gd name="T68" fmla="*/ 33 w 80"/>
                  <a:gd name="T69" fmla="*/ 53 h 57"/>
                  <a:gd name="T70" fmla="*/ 24 w 80"/>
                  <a:gd name="T71" fmla="*/ 57 h 57"/>
                  <a:gd name="T72" fmla="*/ 15 w 80"/>
                  <a:gd name="T73" fmla="*/ 55 h 57"/>
                  <a:gd name="T74" fmla="*/ 8 w 80"/>
                  <a:gd name="T75" fmla="*/ 52 h 57"/>
                  <a:gd name="T76" fmla="*/ 3 w 80"/>
                  <a:gd name="T77" fmla="*/ 47 h 57"/>
                  <a:gd name="T78" fmla="*/ 1 w 80"/>
                  <a:gd name="T79" fmla="*/ 4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0" h="57">
                    <a:moveTo>
                      <a:pt x="1" y="44"/>
                    </a:moveTo>
                    <a:cubicBezTo>
                      <a:pt x="2" y="44"/>
                      <a:pt x="3" y="43"/>
                      <a:pt x="3" y="43"/>
                    </a:cubicBezTo>
                    <a:cubicBezTo>
                      <a:pt x="4" y="43"/>
                      <a:pt x="4" y="43"/>
                      <a:pt x="5" y="44"/>
                    </a:cubicBezTo>
                    <a:cubicBezTo>
                      <a:pt x="6" y="44"/>
                      <a:pt x="7" y="45"/>
                      <a:pt x="9" y="45"/>
                    </a:cubicBezTo>
                    <a:cubicBezTo>
                      <a:pt x="11" y="45"/>
                      <a:pt x="10" y="44"/>
                      <a:pt x="9" y="43"/>
                    </a:cubicBezTo>
                    <a:cubicBezTo>
                      <a:pt x="8" y="41"/>
                      <a:pt x="7" y="41"/>
                      <a:pt x="5" y="40"/>
                    </a:cubicBezTo>
                    <a:cubicBezTo>
                      <a:pt x="4" y="39"/>
                      <a:pt x="3" y="38"/>
                      <a:pt x="2" y="37"/>
                    </a:cubicBezTo>
                    <a:cubicBezTo>
                      <a:pt x="2" y="36"/>
                      <a:pt x="3" y="35"/>
                      <a:pt x="4" y="35"/>
                    </a:cubicBezTo>
                    <a:cubicBezTo>
                      <a:pt x="5" y="35"/>
                      <a:pt x="7" y="37"/>
                      <a:pt x="7" y="35"/>
                    </a:cubicBezTo>
                    <a:cubicBezTo>
                      <a:pt x="8" y="33"/>
                      <a:pt x="7" y="31"/>
                      <a:pt x="8" y="30"/>
                    </a:cubicBezTo>
                    <a:cubicBezTo>
                      <a:pt x="10" y="27"/>
                      <a:pt x="16" y="28"/>
                      <a:pt x="19" y="29"/>
                    </a:cubicBezTo>
                    <a:cubicBezTo>
                      <a:pt x="20" y="30"/>
                      <a:pt x="21" y="30"/>
                      <a:pt x="23" y="30"/>
                    </a:cubicBezTo>
                    <a:cubicBezTo>
                      <a:pt x="24" y="30"/>
                      <a:pt x="25" y="29"/>
                      <a:pt x="27" y="29"/>
                    </a:cubicBezTo>
                    <a:cubicBezTo>
                      <a:pt x="29" y="29"/>
                      <a:pt x="30" y="29"/>
                      <a:pt x="32" y="30"/>
                    </a:cubicBezTo>
                    <a:cubicBezTo>
                      <a:pt x="33" y="31"/>
                      <a:pt x="34" y="31"/>
                      <a:pt x="34" y="32"/>
                    </a:cubicBezTo>
                    <a:cubicBezTo>
                      <a:pt x="35" y="32"/>
                      <a:pt x="36" y="33"/>
                      <a:pt x="37" y="34"/>
                    </a:cubicBezTo>
                    <a:cubicBezTo>
                      <a:pt x="39" y="36"/>
                      <a:pt x="41" y="36"/>
                      <a:pt x="42" y="34"/>
                    </a:cubicBezTo>
                    <a:cubicBezTo>
                      <a:pt x="45" y="32"/>
                      <a:pt x="47" y="28"/>
                      <a:pt x="46" y="25"/>
                    </a:cubicBezTo>
                    <a:cubicBezTo>
                      <a:pt x="46" y="23"/>
                      <a:pt x="45" y="21"/>
                      <a:pt x="44" y="19"/>
                    </a:cubicBezTo>
                    <a:cubicBezTo>
                      <a:pt x="44" y="16"/>
                      <a:pt x="45" y="13"/>
                      <a:pt x="47" y="10"/>
                    </a:cubicBezTo>
                    <a:cubicBezTo>
                      <a:pt x="49" y="7"/>
                      <a:pt x="51" y="5"/>
                      <a:pt x="53" y="2"/>
                    </a:cubicBezTo>
                    <a:cubicBezTo>
                      <a:pt x="56" y="0"/>
                      <a:pt x="58" y="0"/>
                      <a:pt x="61" y="1"/>
                    </a:cubicBezTo>
                    <a:cubicBezTo>
                      <a:pt x="63" y="3"/>
                      <a:pt x="66" y="5"/>
                      <a:pt x="68" y="7"/>
                    </a:cubicBezTo>
                    <a:cubicBezTo>
                      <a:pt x="71" y="9"/>
                      <a:pt x="72" y="11"/>
                      <a:pt x="72" y="15"/>
                    </a:cubicBezTo>
                    <a:cubicBezTo>
                      <a:pt x="73" y="18"/>
                      <a:pt x="73" y="20"/>
                      <a:pt x="76" y="22"/>
                    </a:cubicBezTo>
                    <a:cubicBezTo>
                      <a:pt x="77" y="23"/>
                      <a:pt x="80" y="25"/>
                      <a:pt x="78" y="27"/>
                    </a:cubicBezTo>
                    <a:cubicBezTo>
                      <a:pt x="75" y="30"/>
                      <a:pt x="71" y="31"/>
                      <a:pt x="68" y="32"/>
                    </a:cubicBezTo>
                    <a:cubicBezTo>
                      <a:pt x="65" y="34"/>
                      <a:pt x="62" y="36"/>
                      <a:pt x="60" y="38"/>
                    </a:cubicBezTo>
                    <a:cubicBezTo>
                      <a:pt x="57" y="40"/>
                      <a:pt x="54" y="42"/>
                      <a:pt x="52" y="43"/>
                    </a:cubicBezTo>
                    <a:cubicBezTo>
                      <a:pt x="50" y="44"/>
                      <a:pt x="49" y="45"/>
                      <a:pt x="47" y="47"/>
                    </a:cubicBezTo>
                    <a:cubicBezTo>
                      <a:pt x="46" y="47"/>
                      <a:pt x="45" y="48"/>
                      <a:pt x="44" y="48"/>
                    </a:cubicBezTo>
                    <a:cubicBezTo>
                      <a:pt x="43" y="48"/>
                      <a:pt x="43" y="47"/>
                      <a:pt x="42" y="46"/>
                    </a:cubicBezTo>
                    <a:cubicBezTo>
                      <a:pt x="42" y="45"/>
                      <a:pt x="41" y="43"/>
                      <a:pt x="40" y="42"/>
                    </a:cubicBezTo>
                    <a:cubicBezTo>
                      <a:pt x="38" y="39"/>
                      <a:pt x="36" y="41"/>
                      <a:pt x="35" y="44"/>
                    </a:cubicBezTo>
                    <a:cubicBezTo>
                      <a:pt x="34" y="47"/>
                      <a:pt x="35" y="50"/>
                      <a:pt x="33" y="53"/>
                    </a:cubicBezTo>
                    <a:cubicBezTo>
                      <a:pt x="31" y="56"/>
                      <a:pt x="27" y="57"/>
                      <a:pt x="24" y="57"/>
                    </a:cubicBezTo>
                    <a:cubicBezTo>
                      <a:pt x="21" y="57"/>
                      <a:pt x="18" y="56"/>
                      <a:pt x="15" y="55"/>
                    </a:cubicBezTo>
                    <a:cubicBezTo>
                      <a:pt x="12" y="55"/>
                      <a:pt x="9" y="54"/>
                      <a:pt x="8" y="52"/>
                    </a:cubicBezTo>
                    <a:cubicBezTo>
                      <a:pt x="6" y="50"/>
                      <a:pt x="5" y="49"/>
                      <a:pt x="3" y="47"/>
                    </a:cubicBezTo>
                    <a:cubicBezTo>
                      <a:pt x="2" y="47"/>
                      <a:pt x="0" y="45"/>
                      <a:pt x="1" y="4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3" name="Freeform 2785">
                <a:extLst>
                  <a:ext uri="{FF2B5EF4-FFF2-40B4-BE49-F238E27FC236}">
                    <a16:creationId xmlns:a16="http://schemas.microsoft.com/office/drawing/2014/main" id="{25EA2F87-9CC1-410C-97EF-E358E1CB4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356"/>
                <a:ext cx="3" cy="4"/>
              </a:xfrm>
              <a:custGeom>
                <a:avLst/>
                <a:gdLst>
                  <a:gd name="T0" fmla="*/ 2 w 7"/>
                  <a:gd name="T1" fmla="*/ 2 h 9"/>
                  <a:gd name="T2" fmla="*/ 5 w 7"/>
                  <a:gd name="T3" fmla="*/ 0 h 9"/>
                  <a:gd name="T4" fmla="*/ 6 w 7"/>
                  <a:gd name="T5" fmla="*/ 2 h 9"/>
                  <a:gd name="T6" fmla="*/ 7 w 7"/>
                  <a:gd name="T7" fmla="*/ 4 h 9"/>
                  <a:gd name="T8" fmla="*/ 7 w 7"/>
                  <a:gd name="T9" fmla="*/ 6 h 9"/>
                  <a:gd name="T10" fmla="*/ 6 w 7"/>
                  <a:gd name="T11" fmla="*/ 7 h 9"/>
                  <a:gd name="T12" fmla="*/ 5 w 7"/>
                  <a:gd name="T13" fmla="*/ 8 h 9"/>
                  <a:gd name="T14" fmla="*/ 3 w 7"/>
                  <a:gd name="T15" fmla="*/ 7 h 9"/>
                  <a:gd name="T16" fmla="*/ 2 w 7"/>
                  <a:gd name="T1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2"/>
                    </a:moveTo>
                    <a:cubicBezTo>
                      <a:pt x="3" y="1"/>
                      <a:pt x="4" y="0"/>
                      <a:pt x="5" y="0"/>
                    </a:cubicBezTo>
                    <a:cubicBezTo>
                      <a:pt x="6" y="0"/>
                      <a:pt x="5" y="2"/>
                      <a:pt x="6" y="2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7"/>
                      <a:pt x="6" y="7"/>
                      <a:pt x="5" y="8"/>
                    </a:cubicBezTo>
                    <a:cubicBezTo>
                      <a:pt x="4" y="9"/>
                      <a:pt x="4" y="8"/>
                      <a:pt x="3" y="7"/>
                    </a:cubicBezTo>
                    <a:cubicBezTo>
                      <a:pt x="2" y="6"/>
                      <a:pt x="0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4" name="Freeform 2786">
                <a:extLst>
                  <a:ext uri="{FF2B5EF4-FFF2-40B4-BE49-F238E27FC236}">
                    <a16:creationId xmlns:a16="http://schemas.microsoft.com/office/drawing/2014/main" id="{E1BAC0E8-C742-4F31-816E-D52C58358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352"/>
                <a:ext cx="5" cy="5"/>
              </a:xfrm>
              <a:custGeom>
                <a:avLst/>
                <a:gdLst>
                  <a:gd name="T0" fmla="*/ 2 w 12"/>
                  <a:gd name="T1" fmla="*/ 5 h 12"/>
                  <a:gd name="T2" fmla="*/ 5 w 12"/>
                  <a:gd name="T3" fmla="*/ 1 h 12"/>
                  <a:gd name="T4" fmla="*/ 11 w 12"/>
                  <a:gd name="T5" fmla="*/ 3 h 12"/>
                  <a:gd name="T6" fmla="*/ 9 w 12"/>
                  <a:gd name="T7" fmla="*/ 6 h 12"/>
                  <a:gd name="T8" fmla="*/ 7 w 12"/>
                  <a:gd name="T9" fmla="*/ 11 h 12"/>
                  <a:gd name="T10" fmla="*/ 4 w 12"/>
                  <a:gd name="T11" fmla="*/ 12 h 12"/>
                  <a:gd name="T12" fmla="*/ 2 w 12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2" y="5"/>
                    </a:moveTo>
                    <a:cubicBezTo>
                      <a:pt x="1" y="3"/>
                      <a:pt x="3" y="2"/>
                      <a:pt x="5" y="1"/>
                    </a:cubicBezTo>
                    <a:cubicBezTo>
                      <a:pt x="6" y="0"/>
                      <a:pt x="10" y="1"/>
                      <a:pt x="11" y="3"/>
                    </a:cubicBezTo>
                    <a:cubicBezTo>
                      <a:pt x="12" y="4"/>
                      <a:pt x="11" y="5"/>
                      <a:pt x="9" y="6"/>
                    </a:cubicBezTo>
                    <a:cubicBezTo>
                      <a:pt x="8" y="8"/>
                      <a:pt x="8" y="10"/>
                      <a:pt x="7" y="11"/>
                    </a:cubicBezTo>
                    <a:cubicBezTo>
                      <a:pt x="6" y="12"/>
                      <a:pt x="5" y="12"/>
                      <a:pt x="4" y="12"/>
                    </a:cubicBezTo>
                    <a:cubicBezTo>
                      <a:pt x="0" y="11"/>
                      <a:pt x="2" y="8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5" name="Freeform 2787">
                <a:extLst>
                  <a:ext uri="{FF2B5EF4-FFF2-40B4-BE49-F238E27FC236}">
                    <a16:creationId xmlns:a16="http://schemas.microsoft.com/office/drawing/2014/main" id="{762D9B3E-721B-4DB9-9359-50D04C135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354"/>
                <a:ext cx="2" cy="2"/>
              </a:xfrm>
              <a:custGeom>
                <a:avLst/>
                <a:gdLst>
                  <a:gd name="T0" fmla="*/ 2 w 5"/>
                  <a:gd name="T1" fmla="*/ 5 h 5"/>
                  <a:gd name="T2" fmla="*/ 1 w 5"/>
                  <a:gd name="T3" fmla="*/ 4 h 5"/>
                  <a:gd name="T4" fmla="*/ 0 w 5"/>
                  <a:gd name="T5" fmla="*/ 2 h 5"/>
                  <a:gd name="T6" fmla="*/ 3 w 5"/>
                  <a:gd name="T7" fmla="*/ 0 h 5"/>
                  <a:gd name="T8" fmla="*/ 5 w 5"/>
                  <a:gd name="T9" fmla="*/ 4 h 5"/>
                  <a:gd name="T10" fmla="*/ 2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4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6" name="Freeform 2788">
                <a:extLst>
                  <a:ext uri="{FF2B5EF4-FFF2-40B4-BE49-F238E27FC236}">
                    <a16:creationId xmlns:a16="http://schemas.microsoft.com/office/drawing/2014/main" id="{44CAE51B-FB8D-4731-BD04-621768835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350"/>
                <a:ext cx="2" cy="2"/>
              </a:xfrm>
              <a:custGeom>
                <a:avLst/>
                <a:gdLst>
                  <a:gd name="T0" fmla="*/ 3 w 7"/>
                  <a:gd name="T1" fmla="*/ 0 h 5"/>
                  <a:gd name="T2" fmla="*/ 6 w 7"/>
                  <a:gd name="T3" fmla="*/ 2 h 5"/>
                  <a:gd name="T4" fmla="*/ 2 w 7"/>
                  <a:gd name="T5" fmla="*/ 4 h 5"/>
                  <a:gd name="T6" fmla="*/ 3 w 7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4"/>
                      <a:pt x="3" y="5"/>
                      <a:pt x="2" y="4"/>
                    </a:cubicBezTo>
                    <a:cubicBezTo>
                      <a:pt x="0" y="3"/>
                      <a:pt x="1" y="1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7" name="Freeform 2789">
                <a:extLst>
                  <a:ext uri="{FF2B5EF4-FFF2-40B4-BE49-F238E27FC236}">
                    <a16:creationId xmlns:a16="http://schemas.microsoft.com/office/drawing/2014/main" id="{15EC2EA3-CDB8-4710-9AAC-0CCDB1B19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346"/>
                <a:ext cx="3" cy="2"/>
              </a:xfrm>
              <a:custGeom>
                <a:avLst/>
                <a:gdLst>
                  <a:gd name="T0" fmla="*/ 1 w 7"/>
                  <a:gd name="T1" fmla="*/ 6 h 7"/>
                  <a:gd name="T2" fmla="*/ 0 w 7"/>
                  <a:gd name="T3" fmla="*/ 4 h 7"/>
                  <a:gd name="T4" fmla="*/ 2 w 7"/>
                  <a:gd name="T5" fmla="*/ 0 h 7"/>
                  <a:gd name="T6" fmla="*/ 6 w 7"/>
                  <a:gd name="T7" fmla="*/ 2 h 7"/>
                  <a:gd name="T8" fmla="*/ 7 w 7"/>
                  <a:gd name="T9" fmla="*/ 5 h 7"/>
                  <a:gd name="T10" fmla="*/ 4 w 7"/>
                  <a:gd name="T11" fmla="*/ 6 h 7"/>
                  <a:gd name="T12" fmla="*/ 1 w 7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1" y="6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6" y="6"/>
                      <a:pt x="5" y="6"/>
                      <a:pt x="4" y="6"/>
                    </a:cubicBezTo>
                    <a:cubicBezTo>
                      <a:pt x="3" y="7"/>
                      <a:pt x="2" y="7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8" name="Freeform 2790">
                <a:extLst>
                  <a:ext uri="{FF2B5EF4-FFF2-40B4-BE49-F238E27FC236}">
                    <a16:creationId xmlns:a16="http://schemas.microsoft.com/office/drawing/2014/main" id="{C3692603-FF01-4E32-AD3D-A25293983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349"/>
                <a:ext cx="5" cy="5"/>
              </a:xfrm>
              <a:custGeom>
                <a:avLst/>
                <a:gdLst>
                  <a:gd name="T0" fmla="*/ 1 w 11"/>
                  <a:gd name="T1" fmla="*/ 9 h 12"/>
                  <a:gd name="T2" fmla="*/ 1 w 11"/>
                  <a:gd name="T3" fmla="*/ 6 h 12"/>
                  <a:gd name="T4" fmla="*/ 1 w 11"/>
                  <a:gd name="T5" fmla="*/ 3 h 12"/>
                  <a:gd name="T6" fmla="*/ 2 w 11"/>
                  <a:gd name="T7" fmla="*/ 1 h 12"/>
                  <a:gd name="T8" fmla="*/ 5 w 11"/>
                  <a:gd name="T9" fmla="*/ 0 h 12"/>
                  <a:gd name="T10" fmla="*/ 9 w 11"/>
                  <a:gd name="T11" fmla="*/ 3 h 12"/>
                  <a:gd name="T12" fmla="*/ 10 w 11"/>
                  <a:gd name="T13" fmla="*/ 5 h 12"/>
                  <a:gd name="T14" fmla="*/ 11 w 11"/>
                  <a:gd name="T15" fmla="*/ 7 h 12"/>
                  <a:gd name="T16" fmla="*/ 10 w 11"/>
                  <a:gd name="T17" fmla="*/ 10 h 12"/>
                  <a:gd name="T18" fmla="*/ 6 w 11"/>
                  <a:gd name="T19" fmla="*/ 11 h 12"/>
                  <a:gd name="T20" fmla="*/ 4 w 11"/>
                  <a:gd name="T21" fmla="*/ 10 h 12"/>
                  <a:gd name="T22" fmla="*/ 1 w 11"/>
                  <a:gd name="T2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2">
                    <a:moveTo>
                      <a:pt x="1" y="9"/>
                    </a:moveTo>
                    <a:cubicBezTo>
                      <a:pt x="0" y="9"/>
                      <a:pt x="0" y="7"/>
                      <a:pt x="1" y="6"/>
                    </a:cubicBezTo>
                    <a:cubicBezTo>
                      <a:pt x="1" y="5"/>
                      <a:pt x="1" y="5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7" y="0"/>
                      <a:pt x="9" y="1"/>
                      <a:pt x="9" y="3"/>
                    </a:cubicBezTo>
                    <a:cubicBezTo>
                      <a:pt x="9" y="4"/>
                      <a:pt x="9" y="4"/>
                      <a:pt x="10" y="5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1" y="8"/>
                      <a:pt x="11" y="9"/>
                      <a:pt x="10" y="10"/>
                    </a:cubicBezTo>
                    <a:cubicBezTo>
                      <a:pt x="10" y="12"/>
                      <a:pt x="8" y="11"/>
                      <a:pt x="6" y="11"/>
                    </a:cubicBezTo>
                    <a:cubicBezTo>
                      <a:pt x="5" y="10"/>
                      <a:pt x="5" y="10"/>
                      <a:pt x="4" y="10"/>
                    </a:cubicBezTo>
                    <a:cubicBezTo>
                      <a:pt x="3" y="10"/>
                      <a:pt x="2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9" name="Freeform 2791">
                <a:extLst>
                  <a:ext uri="{FF2B5EF4-FFF2-40B4-BE49-F238E27FC236}">
                    <a16:creationId xmlns:a16="http://schemas.microsoft.com/office/drawing/2014/main" id="{EBBE9D25-DC0F-45CE-98D5-BA26AA07C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347"/>
                <a:ext cx="14" cy="6"/>
              </a:xfrm>
              <a:custGeom>
                <a:avLst/>
                <a:gdLst>
                  <a:gd name="T0" fmla="*/ 0 w 36"/>
                  <a:gd name="T1" fmla="*/ 6 h 15"/>
                  <a:gd name="T2" fmla="*/ 1 w 36"/>
                  <a:gd name="T3" fmla="*/ 3 h 15"/>
                  <a:gd name="T4" fmla="*/ 7 w 36"/>
                  <a:gd name="T5" fmla="*/ 1 h 15"/>
                  <a:gd name="T6" fmla="*/ 16 w 36"/>
                  <a:gd name="T7" fmla="*/ 0 h 15"/>
                  <a:gd name="T8" fmla="*/ 20 w 36"/>
                  <a:gd name="T9" fmla="*/ 1 h 15"/>
                  <a:gd name="T10" fmla="*/ 22 w 36"/>
                  <a:gd name="T11" fmla="*/ 1 h 15"/>
                  <a:gd name="T12" fmla="*/ 27 w 36"/>
                  <a:gd name="T13" fmla="*/ 3 h 15"/>
                  <a:gd name="T14" fmla="*/ 34 w 36"/>
                  <a:gd name="T15" fmla="*/ 6 h 15"/>
                  <a:gd name="T16" fmla="*/ 36 w 36"/>
                  <a:gd name="T17" fmla="*/ 11 h 15"/>
                  <a:gd name="T18" fmla="*/ 30 w 36"/>
                  <a:gd name="T19" fmla="*/ 14 h 15"/>
                  <a:gd name="T20" fmla="*/ 25 w 36"/>
                  <a:gd name="T21" fmla="*/ 15 h 15"/>
                  <a:gd name="T22" fmla="*/ 19 w 36"/>
                  <a:gd name="T23" fmla="*/ 15 h 15"/>
                  <a:gd name="T24" fmla="*/ 8 w 36"/>
                  <a:gd name="T25" fmla="*/ 13 h 15"/>
                  <a:gd name="T26" fmla="*/ 4 w 36"/>
                  <a:gd name="T27" fmla="*/ 13 h 15"/>
                  <a:gd name="T28" fmla="*/ 3 w 36"/>
                  <a:gd name="T29" fmla="*/ 10 h 15"/>
                  <a:gd name="T30" fmla="*/ 2 w 36"/>
                  <a:gd name="T31" fmla="*/ 7 h 15"/>
                  <a:gd name="T32" fmla="*/ 0 w 36"/>
                  <a:gd name="T3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15">
                    <a:moveTo>
                      <a:pt x="0" y="6"/>
                    </a:moveTo>
                    <a:cubicBezTo>
                      <a:pt x="0" y="4"/>
                      <a:pt x="0" y="4"/>
                      <a:pt x="1" y="3"/>
                    </a:cubicBezTo>
                    <a:cubicBezTo>
                      <a:pt x="3" y="2"/>
                      <a:pt x="5" y="1"/>
                      <a:pt x="7" y="1"/>
                    </a:cubicBezTo>
                    <a:cubicBezTo>
                      <a:pt x="10" y="0"/>
                      <a:pt x="13" y="0"/>
                      <a:pt x="16" y="0"/>
                    </a:cubicBezTo>
                    <a:cubicBezTo>
                      <a:pt x="17" y="0"/>
                      <a:pt x="18" y="1"/>
                      <a:pt x="20" y="1"/>
                    </a:cubicBezTo>
                    <a:cubicBezTo>
                      <a:pt x="20" y="1"/>
                      <a:pt x="21" y="1"/>
                      <a:pt x="22" y="1"/>
                    </a:cubicBezTo>
                    <a:cubicBezTo>
                      <a:pt x="24" y="1"/>
                      <a:pt x="26" y="2"/>
                      <a:pt x="27" y="3"/>
                    </a:cubicBezTo>
                    <a:cubicBezTo>
                      <a:pt x="30" y="4"/>
                      <a:pt x="32" y="4"/>
                      <a:pt x="34" y="6"/>
                    </a:cubicBezTo>
                    <a:cubicBezTo>
                      <a:pt x="36" y="7"/>
                      <a:pt x="36" y="9"/>
                      <a:pt x="36" y="11"/>
                    </a:cubicBezTo>
                    <a:cubicBezTo>
                      <a:pt x="35" y="13"/>
                      <a:pt x="32" y="14"/>
                      <a:pt x="30" y="14"/>
                    </a:cubicBezTo>
                    <a:cubicBezTo>
                      <a:pt x="28" y="14"/>
                      <a:pt x="27" y="15"/>
                      <a:pt x="25" y="15"/>
                    </a:cubicBezTo>
                    <a:cubicBezTo>
                      <a:pt x="23" y="15"/>
                      <a:pt x="21" y="15"/>
                      <a:pt x="19" y="15"/>
                    </a:cubicBezTo>
                    <a:cubicBezTo>
                      <a:pt x="15" y="15"/>
                      <a:pt x="12" y="13"/>
                      <a:pt x="8" y="13"/>
                    </a:cubicBezTo>
                    <a:cubicBezTo>
                      <a:pt x="7" y="13"/>
                      <a:pt x="5" y="14"/>
                      <a:pt x="4" y="13"/>
                    </a:cubicBezTo>
                    <a:cubicBezTo>
                      <a:pt x="3" y="13"/>
                      <a:pt x="3" y="11"/>
                      <a:pt x="3" y="10"/>
                    </a:cubicBezTo>
                    <a:cubicBezTo>
                      <a:pt x="3" y="9"/>
                      <a:pt x="2" y="8"/>
                      <a:pt x="2" y="7"/>
                    </a:cubicBezTo>
                    <a:cubicBezTo>
                      <a:pt x="1" y="7"/>
                      <a:pt x="1" y="6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0" name="Freeform 2792">
                <a:extLst>
                  <a:ext uri="{FF2B5EF4-FFF2-40B4-BE49-F238E27FC236}">
                    <a16:creationId xmlns:a16="http://schemas.microsoft.com/office/drawing/2014/main" id="{79E66977-EB90-4B3D-935A-FF9E165BC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340"/>
                <a:ext cx="5" cy="4"/>
              </a:xfrm>
              <a:custGeom>
                <a:avLst/>
                <a:gdLst>
                  <a:gd name="T0" fmla="*/ 0 w 12"/>
                  <a:gd name="T1" fmla="*/ 8 h 10"/>
                  <a:gd name="T2" fmla="*/ 0 w 12"/>
                  <a:gd name="T3" fmla="*/ 6 h 10"/>
                  <a:gd name="T4" fmla="*/ 0 w 12"/>
                  <a:gd name="T5" fmla="*/ 4 h 10"/>
                  <a:gd name="T6" fmla="*/ 0 w 12"/>
                  <a:gd name="T7" fmla="*/ 2 h 10"/>
                  <a:gd name="T8" fmla="*/ 3 w 12"/>
                  <a:gd name="T9" fmla="*/ 0 h 10"/>
                  <a:gd name="T10" fmla="*/ 4 w 12"/>
                  <a:gd name="T11" fmla="*/ 1 h 10"/>
                  <a:gd name="T12" fmla="*/ 5 w 12"/>
                  <a:gd name="T13" fmla="*/ 2 h 10"/>
                  <a:gd name="T14" fmla="*/ 8 w 12"/>
                  <a:gd name="T15" fmla="*/ 4 h 10"/>
                  <a:gd name="T16" fmla="*/ 10 w 12"/>
                  <a:gd name="T17" fmla="*/ 5 h 10"/>
                  <a:gd name="T18" fmla="*/ 8 w 12"/>
                  <a:gd name="T19" fmla="*/ 9 h 10"/>
                  <a:gd name="T20" fmla="*/ 0 w 12"/>
                  <a:gd name="T2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0">
                    <a:moveTo>
                      <a:pt x="0" y="8"/>
                    </a:moveTo>
                    <a:cubicBezTo>
                      <a:pt x="0" y="7"/>
                      <a:pt x="0" y="7"/>
                      <a:pt x="0" y="6"/>
                    </a:cubicBezTo>
                    <a:cubicBezTo>
                      <a:pt x="0" y="5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6" y="2"/>
                      <a:pt x="7" y="3"/>
                      <a:pt x="8" y="4"/>
                    </a:cubicBezTo>
                    <a:cubicBezTo>
                      <a:pt x="8" y="4"/>
                      <a:pt x="10" y="5"/>
                      <a:pt x="10" y="5"/>
                    </a:cubicBezTo>
                    <a:cubicBezTo>
                      <a:pt x="12" y="7"/>
                      <a:pt x="10" y="9"/>
                      <a:pt x="8" y="9"/>
                    </a:cubicBezTo>
                    <a:cubicBezTo>
                      <a:pt x="5" y="10"/>
                      <a:pt x="2" y="9"/>
                      <a:pt x="0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1" name="Freeform 2793">
                <a:extLst>
                  <a:ext uri="{FF2B5EF4-FFF2-40B4-BE49-F238E27FC236}">
                    <a16:creationId xmlns:a16="http://schemas.microsoft.com/office/drawing/2014/main" id="{55C96DBA-B682-4898-B4F9-1E54F734B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337"/>
                <a:ext cx="3" cy="5"/>
              </a:xfrm>
              <a:custGeom>
                <a:avLst/>
                <a:gdLst>
                  <a:gd name="T0" fmla="*/ 6 w 6"/>
                  <a:gd name="T1" fmla="*/ 9 h 11"/>
                  <a:gd name="T2" fmla="*/ 4 w 6"/>
                  <a:gd name="T3" fmla="*/ 11 h 11"/>
                  <a:gd name="T4" fmla="*/ 1 w 6"/>
                  <a:gd name="T5" fmla="*/ 7 h 11"/>
                  <a:gd name="T6" fmla="*/ 1 w 6"/>
                  <a:gd name="T7" fmla="*/ 4 h 11"/>
                  <a:gd name="T8" fmla="*/ 3 w 6"/>
                  <a:gd name="T9" fmla="*/ 1 h 11"/>
                  <a:gd name="T10" fmla="*/ 6 w 6"/>
                  <a:gd name="T11" fmla="*/ 6 h 11"/>
                  <a:gd name="T12" fmla="*/ 6 w 6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6" y="9"/>
                    </a:moveTo>
                    <a:cubicBezTo>
                      <a:pt x="5" y="9"/>
                      <a:pt x="5" y="10"/>
                      <a:pt x="4" y="11"/>
                    </a:cubicBezTo>
                    <a:cubicBezTo>
                      <a:pt x="2" y="11"/>
                      <a:pt x="1" y="9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3"/>
                      <a:pt x="1" y="0"/>
                      <a:pt x="3" y="1"/>
                    </a:cubicBezTo>
                    <a:cubicBezTo>
                      <a:pt x="4" y="2"/>
                      <a:pt x="6" y="5"/>
                      <a:pt x="6" y="6"/>
                    </a:cubicBezTo>
                    <a:cubicBezTo>
                      <a:pt x="6" y="7"/>
                      <a:pt x="6" y="8"/>
                      <a:pt x="6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2" name="Freeform 2794">
                <a:extLst>
                  <a:ext uri="{FF2B5EF4-FFF2-40B4-BE49-F238E27FC236}">
                    <a16:creationId xmlns:a16="http://schemas.microsoft.com/office/drawing/2014/main" id="{7E3B30F6-5A31-415E-8AD3-F0C1BC0AB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332"/>
                <a:ext cx="7" cy="5"/>
              </a:xfrm>
              <a:custGeom>
                <a:avLst/>
                <a:gdLst>
                  <a:gd name="T0" fmla="*/ 0 w 17"/>
                  <a:gd name="T1" fmla="*/ 10 h 12"/>
                  <a:gd name="T2" fmla="*/ 2 w 17"/>
                  <a:gd name="T3" fmla="*/ 7 h 12"/>
                  <a:gd name="T4" fmla="*/ 6 w 17"/>
                  <a:gd name="T5" fmla="*/ 5 h 12"/>
                  <a:gd name="T6" fmla="*/ 8 w 17"/>
                  <a:gd name="T7" fmla="*/ 2 h 12"/>
                  <a:gd name="T8" fmla="*/ 12 w 17"/>
                  <a:gd name="T9" fmla="*/ 0 h 12"/>
                  <a:gd name="T10" fmla="*/ 15 w 17"/>
                  <a:gd name="T11" fmla="*/ 2 h 12"/>
                  <a:gd name="T12" fmla="*/ 17 w 17"/>
                  <a:gd name="T13" fmla="*/ 6 h 12"/>
                  <a:gd name="T14" fmla="*/ 15 w 17"/>
                  <a:gd name="T15" fmla="*/ 9 h 12"/>
                  <a:gd name="T16" fmla="*/ 14 w 17"/>
                  <a:gd name="T17" fmla="*/ 12 h 12"/>
                  <a:gd name="T18" fmla="*/ 12 w 17"/>
                  <a:gd name="T19" fmla="*/ 11 h 12"/>
                  <a:gd name="T20" fmla="*/ 10 w 17"/>
                  <a:gd name="T21" fmla="*/ 11 h 12"/>
                  <a:gd name="T22" fmla="*/ 7 w 17"/>
                  <a:gd name="T23" fmla="*/ 10 h 12"/>
                  <a:gd name="T24" fmla="*/ 0 w 17"/>
                  <a:gd name="T2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2">
                    <a:moveTo>
                      <a:pt x="0" y="10"/>
                    </a:moveTo>
                    <a:cubicBezTo>
                      <a:pt x="0" y="8"/>
                      <a:pt x="1" y="7"/>
                      <a:pt x="2" y="7"/>
                    </a:cubicBezTo>
                    <a:cubicBezTo>
                      <a:pt x="4" y="6"/>
                      <a:pt x="5" y="6"/>
                      <a:pt x="6" y="5"/>
                    </a:cubicBezTo>
                    <a:cubicBezTo>
                      <a:pt x="7" y="4"/>
                      <a:pt x="7" y="3"/>
                      <a:pt x="8" y="2"/>
                    </a:cubicBezTo>
                    <a:cubicBezTo>
                      <a:pt x="8" y="1"/>
                      <a:pt x="11" y="0"/>
                      <a:pt x="12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4"/>
                      <a:pt x="17" y="5"/>
                      <a:pt x="17" y="6"/>
                    </a:cubicBezTo>
                    <a:cubicBezTo>
                      <a:pt x="17" y="8"/>
                      <a:pt x="16" y="8"/>
                      <a:pt x="15" y="9"/>
                    </a:cubicBezTo>
                    <a:cubicBezTo>
                      <a:pt x="15" y="10"/>
                      <a:pt x="15" y="11"/>
                      <a:pt x="14" y="12"/>
                    </a:cubicBezTo>
                    <a:cubicBezTo>
                      <a:pt x="14" y="12"/>
                      <a:pt x="13" y="11"/>
                      <a:pt x="12" y="11"/>
                    </a:cubicBezTo>
                    <a:cubicBezTo>
                      <a:pt x="11" y="11"/>
                      <a:pt x="11" y="11"/>
                      <a:pt x="10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5" y="10"/>
                      <a:pt x="1" y="12"/>
                      <a:pt x="0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3" name="Freeform 2795">
                <a:extLst>
                  <a:ext uri="{FF2B5EF4-FFF2-40B4-BE49-F238E27FC236}">
                    <a16:creationId xmlns:a16="http://schemas.microsoft.com/office/drawing/2014/main" id="{F4680B9F-F66E-4A15-87CD-AC5E452E5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339"/>
                <a:ext cx="13" cy="5"/>
              </a:xfrm>
              <a:custGeom>
                <a:avLst/>
                <a:gdLst>
                  <a:gd name="T0" fmla="*/ 9 w 32"/>
                  <a:gd name="T1" fmla="*/ 10 h 11"/>
                  <a:gd name="T2" fmla="*/ 6 w 32"/>
                  <a:gd name="T3" fmla="*/ 9 h 11"/>
                  <a:gd name="T4" fmla="*/ 1 w 32"/>
                  <a:gd name="T5" fmla="*/ 7 h 11"/>
                  <a:gd name="T6" fmla="*/ 6 w 32"/>
                  <a:gd name="T7" fmla="*/ 3 h 11"/>
                  <a:gd name="T8" fmla="*/ 12 w 32"/>
                  <a:gd name="T9" fmla="*/ 1 h 11"/>
                  <a:gd name="T10" fmla="*/ 18 w 32"/>
                  <a:gd name="T11" fmla="*/ 1 h 11"/>
                  <a:gd name="T12" fmla="*/ 19 w 32"/>
                  <a:gd name="T13" fmla="*/ 4 h 11"/>
                  <a:gd name="T14" fmla="*/ 21 w 32"/>
                  <a:gd name="T15" fmla="*/ 5 h 11"/>
                  <a:gd name="T16" fmla="*/ 27 w 32"/>
                  <a:gd name="T17" fmla="*/ 7 h 11"/>
                  <a:gd name="T18" fmla="*/ 30 w 32"/>
                  <a:gd name="T19" fmla="*/ 9 h 11"/>
                  <a:gd name="T20" fmla="*/ 25 w 32"/>
                  <a:gd name="T21" fmla="*/ 10 h 11"/>
                  <a:gd name="T22" fmla="*/ 16 w 32"/>
                  <a:gd name="T23" fmla="*/ 10 h 11"/>
                  <a:gd name="T24" fmla="*/ 9 w 32"/>
                  <a:gd name="T2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11">
                    <a:moveTo>
                      <a:pt x="9" y="10"/>
                    </a:moveTo>
                    <a:cubicBezTo>
                      <a:pt x="8" y="10"/>
                      <a:pt x="7" y="9"/>
                      <a:pt x="6" y="9"/>
                    </a:cubicBezTo>
                    <a:cubicBezTo>
                      <a:pt x="5" y="8"/>
                      <a:pt x="2" y="9"/>
                      <a:pt x="1" y="7"/>
                    </a:cubicBezTo>
                    <a:cubicBezTo>
                      <a:pt x="0" y="5"/>
                      <a:pt x="4" y="4"/>
                      <a:pt x="6" y="3"/>
                    </a:cubicBezTo>
                    <a:cubicBezTo>
                      <a:pt x="7" y="1"/>
                      <a:pt x="9" y="1"/>
                      <a:pt x="12" y="1"/>
                    </a:cubicBezTo>
                    <a:cubicBezTo>
                      <a:pt x="14" y="1"/>
                      <a:pt x="17" y="0"/>
                      <a:pt x="18" y="1"/>
                    </a:cubicBezTo>
                    <a:cubicBezTo>
                      <a:pt x="19" y="2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5"/>
                    </a:cubicBezTo>
                    <a:cubicBezTo>
                      <a:pt x="23" y="6"/>
                      <a:pt x="25" y="6"/>
                      <a:pt x="27" y="7"/>
                    </a:cubicBezTo>
                    <a:cubicBezTo>
                      <a:pt x="28" y="7"/>
                      <a:pt x="32" y="8"/>
                      <a:pt x="30" y="9"/>
                    </a:cubicBezTo>
                    <a:cubicBezTo>
                      <a:pt x="29" y="10"/>
                      <a:pt x="26" y="11"/>
                      <a:pt x="25" y="10"/>
                    </a:cubicBezTo>
                    <a:cubicBezTo>
                      <a:pt x="22" y="10"/>
                      <a:pt x="19" y="10"/>
                      <a:pt x="16" y="10"/>
                    </a:cubicBezTo>
                    <a:cubicBezTo>
                      <a:pt x="14" y="10"/>
                      <a:pt x="11" y="10"/>
                      <a:pt x="9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4" name="Freeform 2796">
                <a:extLst>
                  <a:ext uri="{FF2B5EF4-FFF2-40B4-BE49-F238E27FC236}">
                    <a16:creationId xmlns:a16="http://schemas.microsoft.com/office/drawing/2014/main" id="{D9E685B6-9EA8-4EBE-B0D2-7D93B0B6C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326"/>
                <a:ext cx="4" cy="5"/>
              </a:xfrm>
              <a:custGeom>
                <a:avLst/>
                <a:gdLst>
                  <a:gd name="T0" fmla="*/ 4 w 10"/>
                  <a:gd name="T1" fmla="*/ 2 h 10"/>
                  <a:gd name="T2" fmla="*/ 6 w 10"/>
                  <a:gd name="T3" fmla="*/ 3 h 10"/>
                  <a:gd name="T4" fmla="*/ 7 w 10"/>
                  <a:gd name="T5" fmla="*/ 5 h 10"/>
                  <a:gd name="T6" fmla="*/ 10 w 10"/>
                  <a:gd name="T7" fmla="*/ 7 h 10"/>
                  <a:gd name="T8" fmla="*/ 4 w 10"/>
                  <a:gd name="T9" fmla="*/ 9 h 10"/>
                  <a:gd name="T10" fmla="*/ 3 w 10"/>
                  <a:gd name="T11" fmla="*/ 6 h 10"/>
                  <a:gd name="T12" fmla="*/ 0 w 10"/>
                  <a:gd name="T13" fmla="*/ 3 h 10"/>
                  <a:gd name="T14" fmla="*/ 4 w 10"/>
                  <a:gd name="T1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0">
                    <a:moveTo>
                      <a:pt x="4" y="2"/>
                    </a:moveTo>
                    <a:cubicBezTo>
                      <a:pt x="5" y="2"/>
                      <a:pt x="6" y="3"/>
                      <a:pt x="6" y="3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9" y="6"/>
                      <a:pt x="10" y="5"/>
                      <a:pt x="10" y="7"/>
                    </a:cubicBezTo>
                    <a:cubicBezTo>
                      <a:pt x="10" y="10"/>
                      <a:pt x="6" y="10"/>
                      <a:pt x="4" y="9"/>
                    </a:cubicBezTo>
                    <a:cubicBezTo>
                      <a:pt x="4" y="8"/>
                      <a:pt x="4" y="7"/>
                      <a:pt x="3" y="6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0" y="0"/>
                      <a:pt x="4" y="1"/>
                      <a:pt x="4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5" name="Freeform 2797">
                <a:extLst>
                  <a:ext uri="{FF2B5EF4-FFF2-40B4-BE49-F238E27FC236}">
                    <a16:creationId xmlns:a16="http://schemas.microsoft.com/office/drawing/2014/main" id="{61E2D214-5746-4A03-A887-8F9814226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323"/>
                <a:ext cx="5" cy="4"/>
              </a:xfrm>
              <a:custGeom>
                <a:avLst/>
                <a:gdLst>
                  <a:gd name="T0" fmla="*/ 3 w 12"/>
                  <a:gd name="T1" fmla="*/ 7 h 9"/>
                  <a:gd name="T2" fmla="*/ 1 w 12"/>
                  <a:gd name="T3" fmla="*/ 6 h 9"/>
                  <a:gd name="T4" fmla="*/ 0 w 12"/>
                  <a:gd name="T5" fmla="*/ 3 h 9"/>
                  <a:gd name="T6" fmla="*/ 6 w 12"/>
                  <a:gd name="T7" fmla="*/ 1 h 9"/>
                  <a:gd name="T8" fmla="*/ 8 w 12"/>
                  <a:gd name="T9" fmla="*/ 2 h 9"/>
                  <a:gd name="T10" fmla="*/ 10 w 12"/>
                  <a:gd name="T11" fmla="*/ 3 h 9"/>
                  <a:gd name="T12" fmla="*/ 10 w 12"/>
                  <a:gd name="T13" fmla="*/ 8 h 9"/>
                  <a:gd name="T14" fmla="*/ 7 w 12"/>
                  <a:gd name="T15" fmla="*/ 8 h 9"/>
                  <a:gd name="T16" fmla="*/ 3 w 12"/>
                  <a:gd name="T17" fmla="*/ 8 h 9"/>
                  <a:gd name="T18" fmla="*/ 3 w 12"/>
                  <a:gd name="T19" fmla="*/ 8 h 9"/>
                  <a:gd name="T20" fmla="*/ 3 w 12"/>
                  <a:gd name="T2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9">
                    <a:moveTo>
                      <a:pt x="3" y="7"/>
                    </a:moveTo>
                    <a:cubicBezTo>
                      <a:pt x="2" y="7"/>
                      <a:pt x="2" y="7"/>
                      <a:pt x="1" y="6"/>
                    </a:cubicBezTo>
                    <a:cubicBezTo>
                      <a:pt x="0" y="5"/>
                      <a:pt x="0" y="5"/>
                      <a:pt x="0" y="3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2" y="4"/>
                      <a:pt x="11" y="8"/>
                      <a:pt x="10" y="8"/>
                    </a:cubicBezTo>
                    <a:cubicBezTo>
                      <a:pt x="9" y="9"/>
                      <a:pt x="8" y="8"/>
                      <a:pt x="7" y="8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6" name="Freeform 2798">
                <a:extLst>
                  <a:ext uri="{FF2B5EF4-FFF2-40B4-BE49-F238E27FC236}">
                    <a16:creationId xmlns:a16="http://schemas.microsoft.com/office/drawing/2014/main" id="{00D583EB-CAD1-40FE-A2FA-A9731D8C9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326"/>
                <a:ext cx="3" cy="3"/>
              </a:xfrm>
              <a:custGeom>
                <a:avLst/>
                <a:gdLst>
                  <a:gd name="T0" fmla="*/ 2 w 7"/>
                  <a:gd name="T1" fmla="*/ 3 h 7"/>
                  <a:gd name="T2" fmla="*/ 3 w 7"/>
                  <a:gd name="T3" fmla="*/ 1 h 7"/>
                  <a:gd name="T4" fmla="*/ 6 w 7"/>
                  <a:gd name="T5" fmla="*/ 2 h 7"/>
                  <a:gd name="T6" fmla="*/ 6 w 7"/>
                  <a:gd name="T7" fmla="*/ 4 h 7"/>
                  <a:gd name="T8" fmla="*/ 3 w 7"/>
                  <a:gd name="T9" fmla="*/ 6 h 7"/>
                  <a:gd name="T10" fmla="*/ 1 w 7"/>
                  <a:gd name="T11" fmla="*/ 6 h 7"/>
                  <a:gd name="T12" fmla="*/ 2 w 7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2" y="3"/>
                    </a:moveTo>
                    <a:cubicBezTo>
                      <a:pt x="3" y="2"/>
                      <a:pt x="3" y="2"/>
                      <a:pt x="3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2"/>
                      <a:pt x="7" y="4"/>
                      <a:pt x="6" y="4"/>
                    </a:cubicBezTo>
                    <a:cubicBezTo>
                      <a:pt x="6" y="5"/>
                      <a:pt x="4" y="5"/>
                      <a:pt x="3" y="6"/>
                    </a:cubicBezTo>
                    <a:cubicBezTo>
                      <a:pt x="3" y="6"/>
                      <a:pt x="2" y="7"/>
                      <a:pt x="1" y="6"/>
                    </a:cubicBezTo>
                    <a:cubicBezTo>
                      <a:pt x="0" y="5"/>
                      <a:pt x="2" y="4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7" name="Freeform 2799">
                <a:extLst>
                  <a:ext uri="{FF2B5EF4-FFF2-40B4-BE49-F238E27FC236}">
                    <a16:creationId xmlns:a16="http://schemas.microsoft.com/office/drawing/2014/main" id="{427B29E2-7FDB-41B2-9B5D-1C542B203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324"/>
                <a:ext cx="4" cy="2"/>
              </a:xfrm>
              <a:custGeom>
                <a:avLst/>
                <a:gdLst>
                  <a:gd name="T0" fmla="*/ 1 w 8"/>
                  <a:gd name="T1" fmla="*/ 5 h 6"/>
                  <a:gd name="T2" fmla="*/ 0 w 8"/>
                  <a:gd name="T3" fmla="*/ 4 h 6"/>
                  <a:gd name="T4" fmla="*/ 1 w 8"/>
                  <a:gd name="T5" fmla="*/ 2 h 6"/>
                  <a:gd name="T6" fmla="*/ 1 w 8"/>
                  <a:gd name="T7" fmla="*/ 1 h 6"/>
                  <a:gd name="T8" fmla="*/ 4 w 8"/>
                  <a:gd name="T9" fmla="*/ 0 h 6"/>
                  <a:gd name="T10" fmla="*/ 7 w 8"/>
                  <a:gd name="T11" fmla="*/ 4 h 6"/>
                  <a:gd name="T12" fmla="*/ 1 w 8"/>
                  <a:gd name="T13" fmla="*/ 5 h 6"/>
                  <a:gd name="T14" fmla="*/ 1 w 8"/>
                  <a:gd name="T15" fmla="*/ 5 h 6"/>
                  <a:gd name="T16" fmla="*/ 1 w 8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1" y="5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6" y="0"/>
                      <a:pt x="8" y="2"/>
                      <a:pt x="7" y="4"/>
                    </a:cubicBezTo>
                    <a:cubicBezTo>
                      <a:pt x="6" y="6"/>
                      <a:pt x="2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8" name="Freeform 2800">
                <a:extLst>
                  <a:ext uri="{FF2B5EF4-FFF2-40B4-BE49-F238E27FC236}">
                    <a16:creationId xmlns:a16="http://schemas.microsoft.com/office/drawing/2014/main" id="{93029C2A-A958-48CE-98ED-F24E65F4A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322"/>
                <a:ext cx="2" cy="2"/>
              </a:xfrm>
              <a:custGeom>
                <a:avLst/>
                <a:gdLst>
                  <a:gd name="T0" fmla="*/ 2 w 6"/>
                  <a:gd name="T1" fmla="*/ 1 h 5"/>
                  <a:gd name="T2" fmla="*/ 5 w 6"/>
                  <a:gd name="T3" fmla="*/ 1 h 5"/>
                  <a:gd name="T4" fmla="*/ 3 w 6"/>
                  <a:gd name="T5" fmla="*/ 4 h 5"/>
                  <a:gd name="T6" fmla="*/ 0 w 6"/>
                  <a:gd name="T7" fmla="*/ 4 h 5"/>
                  <a:gd name="T8" fmla="*/ 2 w 6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1"/>
                      <a:pt x="4" y="4"/>
                      <a:pt x="3" y="4"/>
                    </a:cubicBezTo>
                    <a:cubicBezTo>
                      <a:pt x="3" y="5"/>
                      <a:pt x="1" y="4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9" name="Freeform 2801">
                <a:extLst>
                  <a:ext uri="{FF2B5EF4-FFF2-40B4-BE49-F238E27FC236}">
                    <a16:creationId xmlns:a16="http://schemas.microsoft.com/office/drawing/2014/main" id="{748B183C-ADC4-4D1E-A4B7-35C2E4DAB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321"/>
                <a:ext cx="4" cy="3"/>
              </a:xfrm>
              <a:custGeom>
                <a:avLst/>
                <a:gdLst>
                  <a:gd name="T0" fmla="*/ 0 w 8"/>
                  <a:gd name="T1" fmla="*/ 2 h 7"/>
                  <a:gd name="T2" fmla="*/ 4 w 8"/>
                  <a:gd name="T3" fmla="*/ 0 h 7"/>
                  <a:gd name="T4" fmla="*/ 5 w 8"/>
                  <a:gd name="T5" fmla="*/ 2 h 7"/>
                  <a:gd name="T6" fmla="*/ 7 w 8"/>
                  <a:gd name="T7" fmla="*/ 3 h 7"/>
                  <a:gd name="T8" fmla="*/ 8 w 8"/>
                  <a:gd name="T9" fmla="*/ 6 h 7"/>
                  <a:gd name="T10" fmla="*/ 5 w 8"/>
                  <a:gd name="T11" fmla="*/ 6 h 7"/>
                  <a:gd name="T12" fmla="*/ 3 w 8"/>
                  <a:gd name="T13" fmla="*/ 4 h 7"/>
                  <a:gd name="T14" fmla="*/ 0 w 8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0" y="2"/>
                    </a:moveTo>
                    <a:cubicBezTo>
                      <a:pt x="0" y="1"/>
                      <a:pt x="3" y="0"/>
                      <a:pt x="4" y="0"/>
                    </a:cubicBezTo>
                    <a:cubicBezTo>
                      <a:pt x="5" y="0"/>
                      <a:pt x="5" y="1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4"/>
                      <a:pt x="8" y="5"/>
                      <a:pt x="8" y="6"/>
                    </a:cubicBezTo>
                    <a:cubicBezTo>
                      <a:pt x="7" y="7"/>
                      <a:pt x="5" y="7"/>
                      <a:pt x="5" y="6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2" y="4"/>
                      <a:pt x="0" y="4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0" name="Freeform 2802">
                <a:extLst>
                  <a:ext uri="{FF2B5EF4-FFF2-40B4-BE49-F238E27FC236}">
                    <a16:creationId xmlns:a16="http://schemas.microsoft.com/office/drawing/2014/main" id="{D84C5F06-D04B-40E4-8EFF-10FCA3AEA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315"/>
                <a:ext cx="4" cy="6"/>
              </a:xfrm>
              <a:custGeom>
                <a:avLst/>
                <a:gdLst>
                  <a:gd name="T0" fmla="*/ 0 w 12"/>
                  <a:gd name="T1" fmla="*/ 11 h 13"/>
                  <a:gd name="T2" fmla="*/ 0 w 12"/>
                  <a:gd name="T3" fmla="*/ 8 h 13"/>
                  <a:gd name="T4" fmla="*/ 2 w 12"/>
                  <a:gd name="T5" fmla="*/ 7 h 13"/>
                  <a:gd name="T6" fmla="*/ 3 w 12"/>
                  <a:gd name="T7" fmla="*/ 5 h 13"/>
                  <a:gd name="T8" fmla="*/ 4 w 12"/>
                  <a:gd name="T9" fmla="*/ 2 h 13"/>
                  <a:gd name="T10" fmla="*/ 9 w 12"/>
                  <a:gd name="T11" fmla="*/ 1 h 13"/>
                  <a:gd name="T12" fmla="*/ 11 w 12"/>
                  <a:gd name="T13" fmla="*/ 4 h 13"/>
                  <a:gd name="T14" fmla="*/ 10 w 12"/>
                  <a:gd name="T15" fmla="*/ 7 h 13"/>
                  <a:gd name="T16" fmla="*/ 12 w 12"/>
                  <a:gd name="T17" fmla="*/ 8 h 13"/>
                  <a:gd name="T18" fmla="*/ 11 w 12"/>
                  <a:gd name="T19" fmla="*/ 10 h 13"/>
                  <a:gd name="T20" fmla="*/ 9 w 12"/>
                  <a:gd name="T21" fmla="*/ 13 h 13"/>
                  <a:gd name="T22" fmla="*/ 4 w 12"/>
                  <a:gd name="T23" fmla="*/ 13 h 13"/>
                  <a:gd name="T24" fmla="*/ 0 w 12"/>
                  <a:gd name="T25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3">
                    <a:moveTo>
                      <a:pt x="0" y="11"/>
                    </a:moveTo>
                    <a:cubicBezTo>
                      <a:pt x="0" y="10"/>
                      <a:pt x="0" y="9"/>
                      <a:pt x="0" y="8"/>
                    </a:cubicBezTo>
                    <a:cubicBezTo>
                      <a:pt x="1" y="8"/>
                      <a:pt x="2" y="7"/>
                      <a:pt x="2" y="7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0"/>
                      <a:pt x="8" y="0"/>
                      <a:pt x="9" y="1"/>
                    </a:cubicBezTo>
                    <a:cubicBezTo>
                      <a:pt x="10" y="2"/>
                      <a:pt x="11" y="3"/>
                      <a:pt x="11" y="4"/>
                    </a:cubicBezTo>
                    <a:cubicBezTo>
                      <a:pt x="11" y="5"/>
                      <a:pt x="10" y="6"/>
                      <a:pt x="10" y="7"/>
                    </a:cubicBezTo>
                    <a:cubicBezTo>
                      <a:pt x="11" y="7"/>
                      <a:pt x="12" y="8"/>
                      <a:pt x="12" y="8"/>
                    </a:cubicBezTo>
                    <a:cubicBezTo>
                      <a:pt x="12" y="9"/>
                      <a:pt x="11" y="9"/>
                      <a:pt x="11" y="10"/>
                    </a:cubicBezTo>
                    <a:cubicBezTo>
                      <a:pt x="10" y="10"/>
                      <a:pt x="10" y="12"/>
                      <a:pt x="9" y="13"/>
                    </a:cubicBezTo>
                    <a:cubicBezTo>
                      <a:pt x="7" y="13"/>
                      <a:pt x="6" y="13"/>
                      <a:pt x="4" y="13"/>
                    </a:cubicBezTo>
                    <a:cubicBezTo>
                      <a:pt x="3" y="13"/>
                      <a:pt x="1" y="12"/>
                      <a:pt x="0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1" name="Freeform 2803">
                <a:extLst>
                  <a:ext uri="{FF2B5EF4-FFF2-40B4-BE49-F238E27FC236}">
                    <a16:creationId xmlns:a16="http://schemas.microsoft.com/office/drawing/2014/main" id="{5B21D253-1F61-4CA2-BCF4-EE01E2276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325"/>
                <a:ext cx="5" cy="4"/>
              </a:xfrm>
              <a:custGeom>
                <a:avLst/>
                <a:gdLst>
                  <a:gd name="T0" fmla="*/ 1 w 11"/>
                  <a:gd name="T1" fmla="*/ 8 h 10"/>
                  <a:gd name="T2" fmla="*/ 4 w 11"/>
                  <a:gd name="T3" fmla="*/ 1 h 10"/>
                  <a:gd name="T4" fmla="*/ 6 w 11"/>
                  <a:gd name="T5" fmla="*/ 0 h 10"/>
                  <a:gd name="T6" fmla="*/ 8 w 11"/>
                  <a:gd name="T7" fmla="*/ 1 h 10"/>
                  <a:gd name="T8" fmla="*/ 9 w 11"/>
                  <a:gd name="T9" fmla="*/ 2 h 10"/>
                  <a:gd name="T10" fmla="*/ 9 w 11"/>
                  <a:gd name="T11" fmla="*/ 5 h 10"/>
                  <a:gd name="T12" fmla="*/ 6 w 11"/>
                  <a:gd name="T13" fmla="*/ 8 h 10"/>
                  <a:gd name="T14" fmla="*/ 4 w 11"/>
                  <a:gd name="T15" fmla="*/ 8 h 10"/>
                  <a:gd name="T16" fmla="*/ 3 w 11"/>
                  <a:gd name="T17" fmla="*/ 10 h 10"/>
                  <a:gd name="T18" fmla="*/ 1 w 11"/>
                  <a:gd name="T1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1" y="8"/>
                    </a:moveTo>
                    <a:cubicBezTo>
                      <a:pt x="0" y="5"/>
                      <a:pt x="2" y="3"/>
                      <a:pt x="4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8" y="4"/>
                      <a:pt x="9" y="5"/>
                    </a:cubicBezTo>
                    <a:cubicBezTo>
                      <a:pt x="11" y="8"/>
                      <a:pt x="7" y="8"/>
                      <a:pt x="6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2" y="10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2" name="Freeform 2804">
                <a:extLst>
                  <a:ext uri="{FF2B5EF4-FFF2-40B4-BE49-F238E27FC236}">
                    <a16:creationId xmlns:a16="http://schemas.microsoft.com/office/drawing/2014/main" id="{D741A942-A482-43A0-BEAB-8DCF1AABE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321"/>
                <a:ext cx="13" cy="8"/>
              </a:xfrm>
              <a:custGeom>
                <a:avLst/>
                <a:gdLst>
                  <a:gd name="T0" fmla="*/ 6 w 34"/>
                  <a:gd name="T1" fmla="*/ 17 h 20"/>
                  <a:gd name="T2" fmla="*/ 2 w 34"/>
                  <a:gd name="T3" fmla="*/ 16 h 20"/>
                  <a:gd name="T4" fmla="*/ 0 w 34"/>
                  <a:gd name="T5" fmla="*/ 13 h 20"/>
                  <a:gd name="T6" fmla="*/ 1 w 34"/>
                  <a:gd name="T7" fmla="*/ 9 h 20"/>
                  <a:gd name="T8" fmla="*/ 1 w 34"/>
                  <a:gd name="T9" fmla="*/ 6 h 20"/>
                  <a:gd name="T10" fmla="*/ 4 w 34"/>
                  <a:gd name="T11" fmla="*/ 2 h 20"/>
                  <a:gd name="T12" fmla="*/ 8 w 34"/>
                  <a:gd name="T13" fmla="*/ 1 h 20"/>
                  <a:gd name="T14" fmla="*/ 10 w 34"/>
                  <a:gd name="T15" fmla="*/ 4 h 20"/>
                  <a:gd name="T16" fmla="*/ 17 w 34"/>
                  <a:gd name="T17" fmla="*/ 2 h 20"/>
                  <a:gd name="T18" fmla="*/ 22 w 34"/>
                  <a:gd name="T19" fmla="*/ 2 h 20"/>
                  <a:gd name="T20" fmla="*/ 28 w 34"/>
                  <a:gd name="T21" fmla="*/ 2 h 20"/>
                  <a:gd name="T22" fmla="*/ 32 w 34"/>
                  <a:gd name="T23" fmla="*/ 3 h 20"/>
                  <a:gd name="T24" fmla="*/ 34 w 34"/>
                  <a:gd name="T25" fmla="*/ 7 h 20"/>
                  <a:gd name="T26" fmla="*/ 33 w 34"/>
                  <a:gd name="T27" fmla="*/ 12 h 20"/>
                  <a:gd name="T28" fmla="*/ 33 w 34"/>
                  <a:gd name="T29" fmla="*/ 16 h 20"/>
                  <a:gd name="T30" fmla="*/ 24 w 34"/>
                  <a:gd name="T31" fmla="*/ 17 h 20"/>
                  <a:gd name="T32" fmla="*/ 19 w 34"/>
                  <a:gd name="T33" fmla="*/ 18 h 20"/>
                  <a:gd name="T34" fmla="*/ 13 w 34"/>
                  <a:gd name="T35" fmla="*/ 19 h 20"/>
                  <a:gd name="T36" fmla="*/ 9 w 34"/>
                  <a:gd name="T37" fmla="*/ 18 h 20"/>
                  <a:gd name="T38" fmla="*/ 6 w 34"/>
                  <a:gd name="T3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0">
                    <a:moveTo>
                      <a:pt x="6" y="17"/>
                    </a:moveTo>
                    <a:cubicBezTo>
                      <a:pt x="4" y="18"/>
                      <a:pt x="3" y="17"/>
                      <a:pt x="2" y="16"/>
                    </a:cubicBezTo>
                    <a:cubicBezTo>
                      <a:pt x="1" y="15"/>
                      <a:pt x="0" y="14"/>
                      <a:pt x="0" y="13"/>
                    </a:cubicBezTo>
                    <a:cubicBezTo>
                      <a:pt x="1" y="11"/>
                      <a:pt x="3" y="11"/>
                      <a:pt x="1" y="9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1" y="4"/>
                      <a:pt x="2" y="3"/>
                      <a:pt x="4" y="2"/>
                    </a:cubicBezTo>
                    <a:cubicBezTo>
                      <a:pt x="5" y="1"/>
                      <a:pt x="6" y="0"/>
                      <a:pt x="8" y="1"/>
                    </a:cubicBezTo>
                    <a:cubicBezTo>
                      <a:pt x="9" y="2"/>
                      <a:pt x="8" y="3"/>
                      <a:pt x="10" y="4"/>
                    </a:cubicBezTo>
                    <a:cubicBezTo>
                      <a:pt x="12" y="6"/>
                      <a:pt x="15" y="3"/>
                      <a:pt x="17" y="2"/>
                    </a:cubicBezTo>
                    <a:cubicBezTo>
                      <a:pt x="18" y="2"/>
                      <a:pt x="20" y="2"/>
                      <a:pt x="22" y="2"/>
                    </a:cubicBezTo>
                    <a:cubicBezTo>
                      <a:pt x="24" y="2"/>
                      <a:pt x="26" y="2"/>
                      <a:pt x="28" y="2"/>
                    </a:cubicBezTo>
                    <a:cubicBezTo>
                      <a:pt x="29" y="2"/>
                      <a:pt x="31" y="2"/>
                      <a:pt x="32" y="3"/>
                    </a:cubicBezTo>
                    <a:cubicBezTo>
                      <a:pt x="34" y="4"/>
                      <a:pt x="34" y="5"/>
                      <a:pt x="34" y="7"/>
                    </a:cubicBezTo>
                    <a:cubicBezTo>
                      <a:pt x="34" y="9"/>
                      <a:pt x="33" y="10"/>
                      <a:pt x="33" y="12"/>
                    </a:cubicBezTo>
                    <a:cubicBezTo>
                      <a:pt x="32" y="13"/>
                      <a:pt x="33" y="14"/>
                      <a:pt x="33" y="16"/>
                    </a:cubicBezTo>
                    <a:cubicBezTo>
                      <a:pt x="32" y="20"/>
                      <a:pt x="27" y="18"/>
                      <a:pt x="24" y="17"/>
                    </a:cubicBezTo>
                    <a:cubicBezTo>
                      <a:pt x="22" y="16"/>
                      <a:pt x="20" y="17"/>
                      <a:pt x="19" y="18"/>
                    </a:cubicBezTo>
                    <a:cubicBezTo>
                      <a:pt x="17" y="19"/>
                      <a:pt x="15" y="19"/>
                      <a:pt x="13" y="19"/>
                    </a:cubicBezTo>
                    <a:cubicBezTo>
                      <a:pt x="12" y="19"/>
                      <a:pt x="11" y="19"/>
                      <a:pt x="9" y="18"/>
                    </a:cubicBezTo>
                    <a:cubicBezTo>
                      <a:pt x="8" y="18"/>
                      <a:pt x="7" y="17"/>
                      <a:pt x="6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3" name="Freeform 2805">
                <a:extLst>
                  <a:ext uri="{FF2B5EF4-FFF2-40B4-BE49-F238E27FC236}">
                    <a16:creationId xmlns:a16="http://schemas.microsoft.com/office/drawing/2014/main" id="{F3ACE7AD-AE29-4ABE-8ED8-BABF7173D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331"/>
                <a:ext cx="6" cy="4"/>
              </a:xfrm>
              <a:custGeom>
                <a:avLst/>
                <a:gdLst>
                  <a:gd name="T0" fmla="*/ 1 w 15"/>
                  <a:gd name="T1" fmla="*/ 5 h 11"/>
                  <a:gd name="T2" fmla="*/ 3 w 15"/>
                  <a:gd name="T3" fmla="*/ 3 h 11"/>
                  <a:gd name="T4" fmla="*/ 8 w 15"/>
                  <a:gd name="T5" fmla="*/ 3 h 11"/>
                  <a:gd name="T6" fmla="*/ 13 w 15"/>
                  <a:gd name="T7" fmla="*/ 6 h 11"/>
                  <a:gd name="T8" fmla="*/ 15 w 15"/>
                  <a:gd name="T9" fmla="*/ 9 h 11"/>
                  <a:gd name="T10" fmla="*/ 12 w 15"/>
                  <a:gd name="T11" fmla="*/ 11 h 11"/>
                  <a:gd name="T12" fmla="*/ 4 w 15"/>
                  <a:gd name="T13" fmla="*/ 9 h 11"/>
                  <a:gd name="T14" fmla="*/ 3 w 15"/>
                  <a:gd name="T15" fmla="*/ 7 h 11"/>
                  <a:gd name="T16" fmla="*/ 1 w 15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1">
                    <a:moveTo>
                      <a:pt x="1" y="5"/>
                    </a:moveTo>
                    <a:cubicBezTo>
                      <a:pt x="0" y="4"/>
                      <a:pt x="2" y="3"/>
                      <a:pt x="3" y="3"/>
                    </a:cubicBezTo>
                    <a:cubicBezTo>
                      <a:pt x="5" y="1"/>
                      <a:pt x="6" y="0"/>
                      <a:pt x="8" y="3"/>
                    </a:cubicBezTo>
                    <a:cubicBezTo>
                      <a:pt x="9" y="4"/>
                      <a:pt x="11" y="5"/>
                      <a:pt x="13" y="6"/>
                    </a:cubicBezTo>
                    <a:cubicBezTo>
                      <a:pt x="14" y="6"/>
                      <a:pt x="15" y="7"/>
                      <a:pt x="15" y="9"/>
                    </a:cubicBezTo>
                    <a:cubicBezTo>
                      <a:pt x="15" y="10"/>
                      <a:pt x="13" y="10"/>
                      <a:pt x="12" y="11"/>
                    </a:cubicBezTo>
                    <a:cubicBezTo>
                      <a:pt x="9" y="11"/>
                      <a:pt x="5" y="11"/>
                      <a:pt x="4" y="9"/>
                    </a:cubicBezTo>
                    <a:cubicBezTo>
                      <a:pt x="3" y="9"/>
                      <a:pt x="3" y="8"/>
                      <a:pt x="3" y="7"/>
                    </a:cubicBezTo>
                    <a:cubicBezTo>
                      <a:pt x="2" y="7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4" name="Freeform 2806">
                <a:extLst>
                  <a:ext uri="{FF2B5EF4-FFF2-40B4-BE49-F238E27FC236}">
                    <a16:creationId xmlns:a16="http://schemas.microsoft.com/office/drawing/2014/main" id="{87B60801-FDBD-4E72-9996-76B6394F1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326"/>
                <a:ext cx="6" cy="3"/>
              </a:xfrm>
              <a:custGeom>
                <a:avLst/>
                <a:gdLst>
                  <a:gd name="T0" fmla="*/ 5 w 15"/>
                  <a:gd name="T1" fmla="*/ 6 h 6"/>
                  <a:gd name="T2" fmla="*/ 3 w 15"/>
                  <a:gd name="T3" fmla="*/ 6 h 6"/>
                  <a:gd name="T4" fmla="*/ 1 w 15"/>
                  <a:gd name="T5" fmla="*/ 3 h 6"/>
                  <a:gd name="T6" fmla="*/ 7 w 15"/>
                  <a:gd name="T7" fmla="*/ 1 h 6"/>
                  <a:gd name="T8" fmla="*/ 12 w 15"/>
                  <a:gd name="T9" fmla="*/ 1 h 6"/>
                  <a:gd name="T10" fmla="*/ 14 w 15"/>
                  <a:gd name="T11" fmla="*/ 5 h 6"/>
                  <a:gd name="T12" fmla="*/ 10 w 15"/>
                  <a:gd name="T13" fmla="*/ 6 h 6"/>
                  <a:gd name="T14" fmla="*/ 5 w 15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6">
                    <a:moveTo>
                      <a:pt x="5" y="6"/>
                    </a:moveTo>
                    <a:cubicBezTo>
                      <a:pt x="4" y="6"/>
                      <a:pt x="4" y="6"/>
                      <a:pt x="3" y="6"/>
                    </a:cubicBezTo>
                    <a:cubicBezTo>
                      <a:pt x="2" y="6"/>
                      <a:pt x="0" y="4"/>
                      <a:pt x="1" y="3"/>
                    </a:cubicBezTo>
                    <a:cubicBezTo>
                      <a:pt x="1" y="2"/>
                      <a:pt x="5" y="1"/>
                      <a:pt x="7" y="1"/>
                    </a:cubicBezTo>
                    <a:cubicBezTo>
                      <a:pt x="8" y="0"/>
                      <a:pt x="10" y="1"/>
                      <a:pt x="12" y="1"/>
                    </a:cubicBezTo>
                    <a:cubicBezTo>
                      <a:pt x="13" y="2"/>
                      <a:pt x="15" y="4"/>
                      <a:pt x="14" y="5"/>
                    </a:cubicBezTo>
                    <a:cubicBezTo>
                      <a:pt x="14" y="6"/>
                      <a:pt x="11" y="6"/>
                      <a:pt x="10" y="6"/>
                    </a:cubicBezTo>
                    <a:cubicBezTo>
                      <a:pt x="8" y="6"/>
                      <a:pt x="7" y="5"/>
                      <a:pt x="5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5" name="Freeform 2807">
                <a:extLst>
                  <a:ext uri="{FF2B5EF4-FFF2-40B4-BE49-F238E27FC236}">
                    <a16:creationId xmlns:a16="http://schemas.microsoft.com/office/drawing/2014/main" id="{3186345E-62A1-4E73-B3AB-36909C50A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311"/>
                <a:ext cx="10" cy="9"/>
              </a:xfrm>
              <a:custGeom>
                <a:avLst/>
                <a:gdLst>
                  <a:gd name="T0" fmla="*/ 16 w 24"/>
                  <a:gd name="T1" fmla="*/ 23 h 23"/>
                  <a:gd name="T2" fmla="*/ 12 w 24"/>
                  <a:gd name="T3" fmla="*/ 22 h 23"/>
                  <a:gd name="T4" fmla="*/ 10 w 24"/>
                  <a:gd name="T5" fmla="*/ 17 h 23"/>
                  <a:gd name="T6" fmla="*/ 9 w 24"/>
                  <a:gd name="T7" fmla="*/ 13 h 23"/>
                  <a:gd name="T8" fmla="*/ 6 w 24"/>
                  <a:gd name="T9" fmla="*/ 12 h 23"/>
                  <a:gd name="T10" fmla="*/ 3 w 24"/>
                  <a:gd name="T11" fmla="*/ 11 h 23"/>
                  <a:gd name="T12" fmla="*/ 1 w 24"/>
                  <a:gd name="T13" fmla="*/ 10 h 23"/>
                  <a:gd name="T14" fmla="*/ 1 w 24"/>
                  <a:gd name="T15" fmla="*/ 7 h 23"/>
                  <a:gd name="T16" fmla="*/ 4 w 24"/>
                  <a:gd name="T17" fmla="*/ 4 h 23"/>
                  <a:gd name="T18" fmla="*/ 6 w 24"/>
                  <a:gd name="T19" fmla="*/ 1 h 23"/>
                  <a:gd name="T20" fmla="*/ 9 w 24"/>
                  <a:gd name="T21" fmla="*/ 0 h 23"/>
                  <a:gd name="T22" fmla="*/ 11 w 24"/>
                  <a:gd name="T23" fmla="*/ 2 h 23"/>
                  <a:gd name="T24" fmla="*/ 14 w 24"/>
                  <a:gd name="T25" fmla="*/ 4 h 23"/>
                  <a:gd name="T26" fmla="*/ 21 w 24"/>
                  <a:gd name="T27" fmla="*/ 2 h 23"/>
                  <a:gd name="T28" fmla="*/ 21 w 24"/>
                  <a:gd name="T29" fmla="*/ 11 h 23"/>
                  <a:gd name="T30" fmla="*/ 16 w 24"/>
                  <a:gd name="T31" fmla="*/ 12 h 23"/>
                  <a:gd name="T32" fmla="*/ 16 w 24"/>
                  <a:gd name="T33" fmla="*/ 17 h 23"/>
                  <a:gd name="T34" fmla="*/ 16 w 24"/>
                  <a:gd name="T3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" h="23">
                    <a:moveTo>
                      <a:pt x="16" y="23"/>
                    </a:moveTo>
                    <a:cubicBezTo>
                      <a:pt x="14" y="23"/>
                      <a:pt x="13" y="22"/>
                      <a:pt x="12" y="22"/>
                    </a:cubicBezTo>
                    <a:cubicBezTo>
                      <a:pt x="10" y="20"/>
                      <a:pt x="10" y="19"/>
                      <a:pt x="10" y="17"/>
                    </a:cubicBezTo>
                    <a:cubicBezTo>
                      <a:pt x="10" y="16"/>
                      <a:pt x="10" y="14"/>
                      <a:pt x="9" y="13"/>
                    </a:cubicBezTo>
                    <a:cubicBezTo>
                      <a:pt x="8" y="13"/>
                      <a:pt x="7" y="13"/>
                      <a:pt x="6" y="12"/>
                    </a:cubicBezTo>
                    <a:cubicBezTo>
                      <a:pt x="5" y="12"/>
                      <a:pt x="4" y="11"/>
                      <a:pt x="3" y="11"/>
                    </a:cubicBezTo>
                    <a:cubicBezTo>
                      <a:pt x="3" y="11"/>
                      <a:pt x="2" y="11"/>
                      <a:pt x="1" y="10"/>
                    </a:cubicBezTo>
                    <a:cubicBezTo>
                      <a:pt x="0" y="9"/>
                      <a:pt x="0" y="7"/>
                      <a:pt x="1" y="7"/>
                    </a:cubicBezTo>
                    <a:cubicBezTo>
                      <a:pt x="2" y="6"/>
                      <a:pt x="3" y="6"/>
                      <a:pt x="4" y="4"/>
                    </a:cubicBezTo>
                    <a:cubicBezTo>
                      <a:pt x="4" y="3"/>
                      <a:pt x="6" y="2"/>
                      <a:pt x="6" y="1"/>
                    </a:cubicBezTo>
                    <a:cubicBezTo>
                      <a:pt x="7" y="1"/>
                      <a:pt x="8" y="0"/>
                      <a:pt x="9" y="0"/>
                    </a:cubicBezTo>
                    <a:cubicBezTo>
                      <a:pt x="10" y="0"/>
                      <a:pt x="10" y="1"/>
                      <a:pt x="11" y="2"/>
                    </a:cubicBezTo>
                    <a:cubicBezTo>
                      <a:pt x="12" y="3"/>
                      <a:pt x="13" y="4"/>
                      <a:pt x="14" y="4"/>
                    </a:cubicBezTo>
                    <a:cubicBezTo>
                      <a:pt x="17" y="4"/>
                      <a:pt x="18" y="1"/>
                      <a:pt x="21" y="2"/>
                    </a:cubicBezTo>
                    <a:cubicBezTo>
                      <a:pt x="24" y="3"/>
                      <a:pt x="24" y="9"/>
                      <a:pt x="21" y="11"/>
                    </a:cubicBezTo>
                    <a:cubicBezTo>
                      <a:pt x="20" y="11"/>
                      <a:pt x="17" y="11"/>
                      <a:pt x="16" y="12"/>
                    </a:cubicBezTo>
                    <a:cubicBezTo>
                      <a:pt x="15" y="13"/>
                      <a:pt x="16" y="16"/>
                      <a:pt x="16" y="17"/>
                    </a:cubicBezTo>
                    <a:cubicBezTo>
                      <a:pt x="17" y="19"/>
                      <a:pt x="18" y="22"/>
                      <a:pt x="16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6" name="Freeform 2808">
                <a:extLst>
                  <a:ext uri="{FF2B5EF4-FFF2-40B4-BE49-F238E27FC236}">
                    <a16:creationId xmlns:a16="http://schemas.microsoft.com/office/drawing/2014/main" id="{31E0714C-B95B-4C5F-8EAF-29F84B34D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289"/>
                <a:ext cx="19" cy="18"/>
              </a:xfrm>
              <a:custGeom>
                <a:avLst/>
                <a:gdLst>
                  <a:gd name="T0" fmla="*/ 13 w 48"/>
                  <a:gd name="T1" fmla="*/ 39 h 42"/>
                  <a:gd name="T2" fmla="*/ 11 w 48"/>
                  <a:gd name="T3" fmla="*/ 35 h 42"/>
                  <a:gd name="T4" fmla="*/ 8 w 48"/>
                  <a:gd name="T5" fmla="*/ 34 h 42"/>
                  <a:gd name="T6" fmla="*/ 3 w 48"/>
                  <a:gd name="T7" fmla="*/ 29 h 42"/>
                  <a:gd name="T8" fmla="*/ 2 w 48"/>
                  <a:gd name="T9" fmla="*/ 23 h 42"/>
                  <a:gd name="T10" fmla="*/ 10 w 48"/>
                  <a:gd name="T11" fmla="*/ 18 h 42"/>
                  <a:gd name="T12" fmla="*/ 15 w 48"/>
                  <a:gd name="T13" fmla="*/ 13 h 42"/>
                  <a:gd name="T14" fmla="*/ 21 w 48"/>
                  <a:gd name="T15" fmla="*/ 13 h 42"/>
                  <a:gd name="T16" fmla="*/ 23 w 48"/>
                  <a:gd name="T17" fmla="*/ 19 h 42"/>
                  <a:gd name="T18" fmla="*/ 28 w 48"/>
                  <a:gd name="T19" fmla="*/ 18 h 42"/>
                  <a:gd name="T20" fmla="*/ 31 w 48"/>
                  <a:gd name="T21" fmla="*/ 13 h 42"/>
                  <a:gd name="T22" fmla="*/ 34 w 48"/>
                  <a:gd name="T23" fmla="*/ 13 h 42"/>
                  <a:gd name="T24" fmla="*/ 36 w 48"/>
                  <a:gd name="T25" fmla="*/ 10 h 42"/>
                  <a:gd name="T26" fmla="*/ 36 w 48"/>
                  <a:gd name="T27" fmla="*/ 2 h 42"/>
                  <a:gd name="T28" fmla="*/ 41 w 48"/>
                  <a:gd name="T29" fmla="*/ 3 h 42"/>
                  <a:gd name="T30" fmla="*/ 41 w 48"/>
                  <a:gd name="T31" fmla="*/ 10 h 42"/>
                  <a:gd name="T32" fmla="*/ 41 w 48"/>
                  <a:gd name="T33" fmla="*/ 18 h 42"/>
                  <a:gd name="T34" fmla="*/ 47 w 48"/>
                  <a:gd name="T35" fmla="*/ 25 h 42"/>
                  <a:gd name="T36" fmla="*/ 47 w 48"/>
                  <a:gd name="T37" fmla="*/ 31 h 42"/>
                  <a:gd name="T38" fmla="*/ 41 w 48"/>
                  <a:gd name="T39" fmla="*/ 35 h 42"/>
                  <a:gd name="T40" fmla="*/ 36 w 48"/>
                  <a:gd name="T41" fmla="*/ 37 h 42"/>
                  <a:gd name="T42" fmla="*/ 32 w 48"/>
                  <a:gd name="T43" fmla="*/ 39 h 42"/>
                  <a:gd name="T44" fmla="*/ 27 w 48"/>
                  <a:gd name="T45" fmla="*/ 39 h 42"/>
                  <a:gd name="T46" fmla="*/ 21 w 48"/>
                  <a:gd name="T47" fmla="*/ 39 h 42"/>
                  <a:gd name="T48" fmla="*/ 19 w 48"/>
                  <a:gd name="T49" fmla="*/ 40 h 42"/>
                  <a:gd name="T50" fmla="*/ 15 w 48"/>
                  <a:gd name="T51" fmla="*/ 42 h 42"/>
                  <a:gd name="T52" fmla="*/ 13 w 48"/>
                  <a:gd name="T53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8" h="42">
                    <a:moveTo>
                      <a:pt x="13" y="39"/>
                    </a:moveTo>
                    <a:cubicBezTo>
                      <a:pt x="13" y="38"/>
                      <a:pt x="13" y="37"/>
                      <a:pt x="11" y="35"/>
                    </a:cubicBezTo>
                    <a:cubicBezTo>
                      <a:pt x="10" y="35"/>
                      <a:pt x="9" y="34"/>
                      <a:pt x="8" y="34"/>
                    </a:cubicBezTo>
                    <a:cubicBezTo>
                      <a:pt x="6" y="32"/>
                      <a:pt x="5" y="30"/>
                      <a:pt x="3" y="29"/>
                    </a:cubicBezTo>
                    <a:cubicBezTo>
                      <a:pt x="2" y="27"/>
                      <a:pt x="0" y="25"/>
                      <a:pt x="2" y="23"/>
                    </a:cubicBezTo>
                    <a:cubicBezTo>
                      <a:pt x="4" y="21"/>
                      <a:pt x="8" y="20"/>
                      <a:pt x="10" y="18"/>
                    </a:cubicBezTo>
                    <a:cubicBezTo>
                      <a:pt x="12" y="16"/>
                      <a:pt x="13" y="14"/>
                      <a:pt x="15" y="13"/>
                    </a:cubicBezTo>
                    <a:cubicBezTo>
                      <a:pt x="16" y="12"/>
                      <a:pt x="20" y="11"/>
                      <a:pt x="21" y="13"/>
                    </a:cubicBezTo>
                    <a:cubicBezTo>
                      <a:pt x="21" y="15"/>
                      <a:pt x="20" y="18"/>
                      <a:pt x="23" y="19"/>
                    </a:cubicBezTo>
                    <a:cubicBezTo>
                      <a:pt x="25" y="21"/>
                      <a:pt x="28" y="21"/>
                      <a:pt x="28" y="18"/>
                    </a:cubicBezTo>
                    <a:cubicBezTo>
                      <a:pt x="29" y="15"/>
                      <a:pt x="28" y="13"/>
                      <a:pt x="31" y="13"/>
                    </a:cubicBezTo>
                    <a:cubicBezTo>
                      <a:pt x="32" y="13"/>
                      <a:pt x="34" y="14"/>
                      <a:pt x="34" y="13"/>
                    </a:cubicBezTo>
                    <a:cubicBezTo>
                      <a:pt x="36" y="12"/>
                      <a:pt x="36" y="11"/>
                      <a:pt x="36" y="10"/>
                    </a:cubicBezTo>
                    <a:cubicBezTo>
                      <a:pt x="36" y="7"/>
                      <a:pt x="35" y="4"/>
                      <a:pt x="36" y="2"/>
                    </a:cubicBezTo>
                    <a:cubicBezTo>
                      <a:pt x="38" y="0"/>
                      <a:pt x="40" y="1"/>
                      <a:pt x="41" y="3"/>
                    </a:cubicBezTo>
                    <a:cubicBezTo>
                      <a:pt x="42" y="5"/>
                      <a:pt x="42" y="8"/>
                      <a:pt x="41" y="10"/>
                    </a:cubicBezTo>
                    <a:cubicBezTo>
                      <a:pt x="40" y="13"/>
                      <a:pt x="40" y="16"/>
                      <a:pt x="41" y="18"/>
                    </a:cubicBezTo>
                    <a:cubicBezTo>
                      <a:pt x="42" y="21"/>
                      <a:pt x="45" y="22"/>
                      <a:pt x="47" y="25"/>
                    </a:cubicBezTo>
                    <a:cubicBezTo>
                      <a:pt x="48" y="27"/>
                      <a:pt x="48" y="29"/>
                      <a:pt x="47" y="31"/>
                    </a:cubicBezTo>
                    <a:cubicBezTo>
                      <a:pt x="46" y="33"/>
                      <a:pt x="44" y="34"/>
                      <a:pt x="41" y="35"/>
                    </a:cubicBezTo>
                    <a:cubicBezTo>
                      <a:pt x="40" y="35"/>
                      <a:pt x="38" y="36"/>
                      <a:pt x="36" y="37"/>
                    </a:cubicBezTo>
                    <a:cubicBezTo>
                      <a:pt x="35" y="37"/>
                      <a:pt x="34" y="39"/>
                      <a:pt x="32" y="39"/>
                    </a:cubicBezTo>
                    <a:cubicBezTo>
                      <a:pt x="31" y="39"/>
                      <a:pt x="29" y="39"/>
                      <a:pt x="27" y="39"/>
                    </a:cubicBezTo>
                    <a:cubicBezTo>
                      <a:pt x="25" y="38"/>
                      <a:pt x="23" y="39"/>
                      <a:pt x="21" y="39"/>
                    </a:cubicBezTo>
                    <a:cubicBezTo>
                      <a:pt x="21" y="40"/>
                      <a:pt x="20" y="40"/>
                      <a:pt x="19" y="40"/>
                    </a:cubicBezTo>
                    <a:cubicBezTo>
                      <a:pt x="18" y="41"/>
                      <a:pt x="16" y="42"/>
                      <a:pt x="15" y="42"/>
                    </a:cubicBezTo>
                    <a:cubicBezTo>
                      <a:pt x="13" y="42"/>
                      <a:pt x="13" y="41"/>
                      <a:pt x="13" y="3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7" name="Freeform 2809">
                <a:extLst>
                  <a:ext uri="{FF2B5EF4-FFF2-40B4-BE49-F238E27FC236}">
                    <a16:creationId xmlns:a16="http://schemas.microsoft.com/office/drawing/2014/main" id="{C2F938B0-5E99-4D01-92AE-A87E7044D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303"/>
                <a:ext cx="5" cy="2"/>
              </a:xfrm>
              <a:custGeom>
                <a:avLst/>
                <a:gdLst>
                  <a:gd name="T0" fmla="*/ 3 w 10"/>
                  <a:gd name="T1" fmla="*/ 0 h 5"/>
                  <a:gd name="T2" fmla="*/ 8 w 10"/>
                  <a:gd name="T3" fmla="*/ 0 h 5"/>
                  <a:gd name="T4" fmla="*/ 10 w 10"/>
                  <a:gd name="T5" fmla="*/ 2 h 5"/>
                  <a:gd name="T6" fmla="*/ 8 w 10"/>
                  <a:gd name="T7" fmla="*/ 3 h 5"/>
                  <a:gd name="T8" fmla="*/ 3 w 10"/>
                  <a:gd name="T9" fmla="*/ 5 h 5"/>
                  <a:gd name="T10" fmla="*/ 0 w 10"/>
                  <a:gd name="T11" fmla="*/ 3 h 5"/>
                  <a:gd name="T12" fmla="*/ 0 w 10"/>
                  <a:gd name="T13" fmla="*/ 1 h 5"/>
                  <a:gd name="T14" fmla="*/ 3 w 10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5">
                    <a:moveTo>
                      <a:pt x="3" y="0"/>
                    </a:moveTo>
                    <a:cubicBezTo>
                      <a:pt x="4" y="0"/>
                      <a:pt x="6" y="0"/>
                      <a:pt x="8" y="0"/>
                    </a:cubicBezTo>
                    <a:cubicBezTo>
                      <a:pt x="8" y="1"/>
                      <a:pt x="10" y="1"/>
                      <a:pt x="10" y="2"/>
                    </a:cubicBezTo>
                    <a:cubicBezTo>
                      <a:pt x="10" y="3"/>
                      <a:pt x="8" y="3"/>
                      <a:pt x="8" y="3"/>
                    </a:cubicBezTo>
                    <a:cubicBezTo>
                      <a:pt x="6" y="4"/>
                      <a:pt x="5" y="4"/>
                      <a:pt x="3" y="5"/>
                    </a:cubicBezTo>
                    <a:cubicBezTo>
                      <a:pt x="2" y="5"/>
                      <a:pt x="0" y="5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8" name="Freeform 2810">
                <a:extLst>
                  <a:ext uri="{FF2B5EF4-FFF2-40B4-BE49-F238E27FC236}">
                    <a16:creationId xmlns:a16="http://schemas.microsoft.com/office/drawing/2014/main" id="{2B48810F-DBDC-409D-90FB-A2855CEEB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291"/>
                <a:ext cx="11" cy="7"/>
              </a:xfrm>
              <a:custGeom>
                <a:avLst/>
                <a:gdLst>
                  <a:gd name="T0" fmla="*/ 10 w 27"/>
                  <a:gd name="T1" fmla="*/ 17 h 17"/>
                  <a:gd name="T2" fmla="*/ 7 w 27"/>
                  <a:gd name="T3" fmla="*/ 15 h 17"/>
                  <a:gd name="T4" fmla="*/ 2 w 27"/>
                  <a:gd name="T5" fmla="*/ 13 h 17"/>
                  <a:gd name="T6" fmla="*/ 0 w 27"/>
                  <a:gd name="T7" fmla="*/ 9 h 17"/>
                  <a:gd name="T8" fmla="*/ 4 w 27"/>
                  <a:gd name="T9" fmla="*/ 5 h 17"/>
                  <a:gd name="T10" fmla="*/ 8 w 27"/>
                  <a:gd name="T11" fmla="*/ 2 h 17"/>
                  <a:gd name="T12" fmla="*/ 15 w 27"/>
                  <a:gd name="T13" fmla="*/ 2 h 17"/>
                  <a:gd name="T14" fmla="*/ 20 w 27"/>
                  <a:gd name="T15" fmla="*/ 2 h 17"/>
                  <a:gd name="T16" fmla="*/ 23 w 27"/>
                  <a:gd name="T17" fmla="*/ 2 h 17"/>
                  <a:gd name="T18" fmla="*/ 26 w 27"/>
                  <a:gd name="T19" fmla="*/ 6 h 17"/>
                  <a:gd name="T20" fmla="*/ 26 w 27"/>
                  <a:gd name="T21" fmla="*/ 9 h 17"/>
                  <a:gd name="T22" fmla="*/ 22 w 27"/>
                  <a:gd name="T23" fmla="*/ 13 h 17"/>
                  <a:gd name="T24" fmla="*/ 19 w 27"/>
                  <a:gd name="T25" fmla="*/ 14 h 17"/>
                  <a:gd name="T26" fmla="*/ 18 w 27"/>
                  <a:gd name="T27" fmla="*/ 16 h 17"/>
                  <a:gd name="T28" fmla="*/ 12 w 27"/>
                  <a:gd name="T29" fmla="*/ 17 h 17"/>
                  <a:gd name="T30" fmla="*/ 10 w 27"/>
                  <a:gd name="T3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17">
                    <a:moveTo>
                      <a:pt x="10" y="17"/>
                    </a:moveTo>
                    <a:cubicBezTo>
                      <a:pt x="9" y="16"/>
                      <a:pt x="8" y="16"/>
                      <a:pt x="7" y="15"/>
                    </a:cubicBezTo>
                    <a:cubicBezTo>
                      <a:pt x="6" y="14"/>
                      <a:pt x="4" y="14"/>
                      <a:pt x="2" y="13"/>
                    </a:cubicBezTo>
                    <a:cubicBezTo>
                      <a:pt x="1" y="12"/>
                      <a:pt x="0" y="10"/>
                      <a:pt x="0" y="9"/>
                    </a:cubicBezTo>
                    <a:cubicBezTo>
                      <a:pt x="0" y="6"/>
                      <a:pt x="2" y="6"/>
                      <a:pt x="4" y="5"/>
                    </a:cubicBezTo>
                    <a:cubicBezTo>
                      <a:pt x="6" y="5"/>
                      <a:pt x="6" y="3"/>
                      <a:pt x="8" y="2"/>
                    </a:cubicBezTo>
                    <a:cubicBezTo>
                      <a:pt x="10" y="0"/>
                      <a:pt x="12" y="1"/>
                      <a:pt x="15" y="2"/>
                    </a:cubicBezTo>
                    <a:cubicBezTo>
                      <a:pt x="16" y="2"/>
                      <a:pt x="18" y="2"/>
                      <a:pt x="20" y="2"/>
                    </a:cubicBezTo>
                    <a:cubicBezTo>
                      <a:pt x="21" y="2"/>
                      <a:pt x="22" y="1"/>
                      <a:pt x="23" y="2"/>
                    </a:cubicBezTo>
                    <a:cubicBezTo>
                      <a:pt x="25" y="3"/>
                      <a:pt x="26" y="4"/>
                      <a:pt x="26" y="6"/>
                    </a:cubicBezTo>
                    <a:cubicBezTo>
                      <a:pt x="27" y="7"/>
                      <a:pt x="27" y="8"/>
                      <a:pt x="26" y="9"/>
                    </a:cubicBezTo>
                    <a:cubicBezTo>
                      <a:pt x="26" y="11"/>
                      <a:pt x="24" y="12"/>
                      <a:pt x="22" y="13"/>
                    </a:cubicBezTo>
                    <a:cubicBezTo>
                      <a:pt x="21" y="14"/>
                      <a:pt x="20" y="14"/>
                      <a:pt x="19" y="14"/>
                    </a:cubicBezTo>
                    <a:cubicBezTo>
                      <a:pt x="19" y="15"/>
                      <a:pt x="19" y="15"/>
                      <a:pt x="18" y="16"/>
                    </a:cubicBezTo>
                    <a:cubicBezTo>
                      <a:pt x="17" y="17"/>
                      <a:pt x="14" y="17"/>
                      <a:pt x="12" y="17"/>
                    </a:cubicBezTo>
                    <a:cubicBezTo>
                      <a:pt x="11" y="17"/>
                      <a:pt x="11" y="17"/>
                      <a:pt x="10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9" name="Freeform 2811">
                <a:extLst>
                  <a:ext uri="{FF2B5EF4-FFF2-40B4-BE49-F238E27FC236}">
                    <a16:creationId xmlns:a16="http://schemas.microsoft.com/office/drawing/2014/main" id="{C33FBA7D-9E81-4B07-8F1C-12D1BB56F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287"/>
                <a:ext cx="10" cy="4"/>
              </a:xfrm>
              <a:custGeom>
                <a:avLst/>
                <a:gdLst>
                  <a:gd name="T0" fmla="*/ 4 w 25"/>
                  <a:gd name="T1" fmla="*/ 6 h 8"/>
                  <a:gd name="T2" fmla="*/ 1 w 25"/>
                  <a:gd name="T3" fmla="*/ 4 h 8"/>
                  <a:gd name="T4" fmla="*/ 0 w 25"/>
                  <a:gd name="T5" fmla="*/ 2 h 8"/>
                  <a:gd name="T6" fmla="*/ 5 w 25"/>
                  <a:gd name="T7" fmla="*/ 0 h 8"/>
                  <a:gd name="T8" fmla="*/ 16 w 25"/>
                  <a:gd name="T9" fmla="*/ 2 h 8"/>
                  <a:gd name="T10" fmla="*/ 22 w 25"/>
                  <a:gd name="T11" fmla="*/ 3 h 8"/>
                  <a:gd name="T12" fmla="*/ 24 w 25"/>
                  <a:gd name="T13" fmla="*/ 6 h 8"/>
                  <a:gd name="T14" fmla="*/ 17 w 25"/>
                  <a:gd name="T15" fmla="*/ 7 h 8"/>
                  <a:gd name="T16" fmla="*/ 8 w 25"/>
                  <a:gd name="T17" fmla="*/ 7 h 8"/>
                  <a:gd name="T18" fmla="*/ 4 w 25"/>
                  <a:gd name="T1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8">
                    <a:moveTo>
                      <a:pt x="4" y="6"/>
                    </a:move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3" y="0"/>
                      <a:pt x="5" y="0"/>
                    </a:cubicBezTo>
                    <a:cubicBezTo>
                      <a:pt x="9" y="1"/>
                      <a:pt x="12" y="1"/>
                      <a:pt x="16" y="2"/>
                    </a:cubicBezTo>
                    <a:cubicBezTo>
                      <a:pt x="18" y="3"/>
                      <a:pt x="20" y="2"/>
                      <a:pt x="22" y="3"/>
                    </a:cubicBezTo>
                    <a:cubicBezTo>
                      <a:pt x="23" y="4"/>
                      <a:pt x="25" y="5"/>
                      <a:pt x="24" y="6"/>
                    </a:cubicBezTo>
                    <a:cubicBezTo>
                      <a:pt x="23" y="8"/>
                      <a:pt x="19" y="7"/>
                      <a:pt x="17" y="7"/>
                    </a:cubicBezTo>
                    <a:cubicBezTo>
                      <a:pt x="14" y="7"/>
                      <a:pt x="11" y="7"/>
                      <a:pt x="8" y="7"/>
                    </a:cubicBezTo>
                    <a:cubicBezTo>
                      <a:pt x="6" y="7"/>
                      <a:pt x="5" y="6"/>
                      <a:pt x="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0" name="Freeform 2812">
                <a:extLst>
                  <a:ext uri="{FF2B5EF4-FFF2-40B4-BE49-F238E27FC236}">
                    <a16:creationId xmlns:a16="http://schemas.microsoft.com/office/drawing/2014/main" id="{78F6C850-353E-44B8-8102-0741209AD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278"/>
                <a:ext cx="11" cy="9"/>
              </a:xfrm>
              <a:custGeom>
                <a:avLst/>
                <a:gdLst>
                  <a:gd name="T0" fmla="*/ 1 w 25"/>
                  <a:gd name="T1" fmla="*/ 20 h 24"/>
                  <a:gd name="T2" fmla="*/ 1 w 25"/>
                  <a:gd name="T3" fmla="*/ 20 h 24"/>
                  <a:gd name="T4" fmla="*/ 0 w 25"/>
                  <a:gd name="T5" fmla="*/ 17 h 24"/>
                  <a:gd name="T6" fmla="*/ 1 w 25"/>
                  <a:gd name="T7" fmla="*/ 13 h 24"/>
                  <a:gd name="T8" fmla="*/ 2 w 25"/>
                  <a:gd name="T9" fmla="*/ 11 h 24"/>
                  <a:gd name="T10" fmla="*/ 6 w 25"/>
                  <a:gd name="T11" fmla="*/ 9 h 24"/>
                  <a:gd name="T12" fmla="*/ 9 w 25"/>
                  <a:gd name="T13" fmla="*/ 9 h 24"/>
                  <a:gd name="T14" fmla="*/ 13 w 25"/>
                  <a:gd name="T15" fmla="*/ 5 h 24"/>
                  <a:gd name="T16" fmla="*/ 15 w 25"/>
                  <a:gd name="T17" fmla="*/ 3 h 24"/>
                  <a:gd name="T18" fmla="*/ 20 w 25"/>
                  <a:gd name="T19" fmla="*/ 1 h 24"/>
                  <a:gd name="T20" fmla="*/ 24 w 25"/>
                  <a:gd name="T21" fmla="*/ 8 h 24"/>
                  <a:gd name="T22" fmla="*/ 24 w 25"/>
                  <a:gd name="T23" fmla="*/ 10 h 24"/>
                  <a:gd name="T24" fmla="*/ 25 w 25"/>
                  <a:gd name="T25" fmla="*/ 14 h 24"/>
                  <a:gd name="T26" fmla="*/ 25 w 25"/>
                  <a:gd name="T27" fmla="*/ 19 h 24"/>
                  <a:gd name="T28" fmla="*/ 23 w 25"/>
                  <a:gd name="T29" fmla="*/ 21 h 24"/>
                  <a:gd name="T30" fmla="*/ 17 w 25"/>
                  <a:gd name="T31" fmla="*/ 22 h 24"/>
                  <a:gd name="T32" fmla="*/ 11 w 25"/>
                  <a:gd name="T33" fmla="*/ 23 h 24"/>
                  <a:gd name="T34" fmla="*/ 1 w 25"/>
                  <a:gd name="T35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24">
                    <a:moveTo>
                      <a:pt x="1" y="20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0" y="19"/>
                      <a:pt x="0" y="18"/>
                      <a:pt x="0" y="17"/>
                    </a:cubicBezTo>
                    <a:cubicBezTo>
                      <a:pt x="0" y="15"/>
                      <a:pt x="1" y="15"/>
                      <a:pt x="1" y="13"/>
                    </a:cubicBezTo>
                    <a:cubicBezTo>
                      <a:pt x="1" y="12"/>
                      <a:pt x="1" y="12"/>
                      <a:pt x="2" y="11"/>
                    </a:cubicBezTo>
                    <a:cubicBezTo>
                      <a:pt x="3" y="10"/>
                      <a:pt x="5" y="9"/>
                      <a:pt x="6" y="9"/>
                    </a:cubicBezTo>
                    <a:cubicBezTo>
                      <a:pt x="7" y="9"/>
                      <a:pt x="8" y="9"/>
                      <a:pt x="9" y="9"/>
                    </a:cubicBezTo>
                    <a:cubicBezTo>
                      <a:pt x="12" y="11"/>
                      <a:pt x="12" y="7"/>
                      <a:pt x="13" y="5"/>
                    </a:cubicBezTo>
                    <a:cubicBezTo>
                      <a:pt x="13" y="4"/>
                      <a:pt x="14" y="4"/>
                      <a:pt x="15" y="3"/>
                    </a:cubicBezTo>
                    <a:cubicBezTo>
                      <a:pt x="16" y="2"/>
                      <a:pt x="19" y="0"/>
                      <a:pt x="20" y="1"/>
                    </a:cubicBezTo>
                    <a:cubicBezTo>
                      <a:pt x="22" y="3"/>
                      <a:pt x="24" y="6"/>
                      <a:pt x="24" y="8"/>
                    </a:cubicBezTo>
                    <a:cubicBezTo>
                      <a:pt x="24" y="9"/>
                      <a:pt x="24" y="9"/>
                      <a:pt x="24" y="10"/>
                    </a:cubicBezTo>
                    <a:cubicBezTo>
                      <a:pt x="25" y="12"/>
                      <a:pt x="25" y="13"/>
                      <a:pt x="25" y="14"/>
                    </a:cubicBezTo>
                    <a:cubicBezTo>
                      <a:pt x="25" y="16"/>
                      <a:pt x="25" y="18"/>
                      <a:pt x="25" y="19"/>
                    </a:cubicBezTo>
                    <a:cubicBezTo>
                      <a:pt x="25" y="21"/>
                      <a:pt x="25" y="21"/>
                      <a:pt x="23" y="21"/>
                    </a:cubicBezTo>
                    <a:cubicBezTo>
                      <a:pt x="22" y="22"/>
                      <a:pt x="19" y="22"/>
                      <a:pt x="17" y="22"/>
                    </a:cubicBezTo>
                    <a:cubicBezTo>
                      <a:pt x="15" y="23"/>
                      <a:pt x="13" y="23"/>
                      <a:pt x="11" y="23"/>
                    </a:cubicBezTo>
                    <a:cubicBezTo>
                      <a:pt x="8" y="23"/>
                      <a:pt x="2" y="24"/>
                      <a:pt x="1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1" name="Freeform 2813">
                <a:extLst>
                  <a:ext uri="{FF2B5EF4-FFF2-40B4-BE49-F238E27FC236}">
                    <a16:creationId xmlns:a16="http://schemas.microsoft.com/office/drawing/2014/main" id="{A8621A21-9904-453D-93A9-2B9F91616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279"/>
                <a:ext cx="7" cy="8"/>
              </a:xfrm>
              <a:custGeom>
                <a:avLst/>
                <a:gdLst>
                  <a:gd name="T0" fmla="*/ 2 w 15"/>
                  <a:gd name="T1" fmla="*/ 18 h 19"/>
                  <a:gd name="T2" fmla="*/ 1 w 15"/>
                  <a:gd name="T3" fmla="*/ 16 h 19"/>
                  <a:gd name="T4" fmla="*/ 2 w 15"/>
                  <a:gd name="T5" fmla="*/ 14 h 19"/>
                  <a:gd name="T6" fmla="*/ 2 w 15"/>
                  <a:gd name="T7" fmla="*/ 12 h 19"/>
                  <a:gd name="T8" fmla="*/ 1 w 15"/>
                  <a:gd name="T9" fmla="*/ 7 h 19"/>
                  <a:gd name="T10" fmla="*/ 2 w 15"/>
                  <a:gd name="T11" fmla="*/ 3 h 19"/>
                  <a:gd name="T12" fmla="*/ 4 w 15"/>
                  <a:gd name="T13" fmla="*/ 2 h 19"/>
                  <a:gd name="T14" fmla="*/ 4 w 15"/>
                  <a:gd name="T15" fmla="*/ 1 h 19"/>
                  <a:gd name="T16" fmla="*/ 9 w 15"/>
                  <a:gd name="T17" fmla="*/ 2 h 19"/>
                  <a:gd name="T18" fmla="*/ 9 w 15"/>
                  <a:gd name="T19" fmla="*/ 5 h 19"/>
                  <a:gd name="T20" fmla="*/ 10 w 15"/>
                  <a:gd name="T21" fmla="*/ 6 h 19"/>
                  <a:gd name="T22" fmla="*/ 14 w 15"/>
                  <a:gd name="T23" fmla="*/ 10 h 19"/>
                  <a:gd name="T24" fmla="*/ 14 w 15"/>
                  <a:gd name="T25" fmla="*/ 13 h 19"/>
                  <a:gd name="T26" fmla="*/ 12 w 15"/>
                  <a:gd name="T27" fmla="*/ 16 h 19"/>
                  <a:gd name="T28" fmla="*/ 8 w 15"/>
                  <a:gd name="T29" fmla="*/ 19 h 19"/>
                  <a:gd name="T30" fmla="*/ 2 w 15"/>
                  <a:gd name="T31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9">
                    <a:moveTo>
                      <a:pt x="2" y="18"/>
                    </a:moveTo>
                    <a:cubicBezTo>
                      <a:pt x="2" y="18"/>
                      <a:pt x="1" y="16"/>
                      <a:pt x="1" y="16"/>
                    </a:cubicBezTo>
                    <a:cubicBezTo>
                      <a:pt x="1" y="15"/>
                      <a:pt x="2" y="15"/>
                      <a:pt x="2" y="14"/>
                    </a:cubicBezTo>
                    <a:cubicBezTo>
                      <a:pt x="2" y="13"/>
                      <a:pt x="1" y="12"/>
                      <a:pt x="2" y="12"/>
                    </a:cubicBezTo>
                    <a:cubicBezTo>
                      <a:pt x="2" y="10"/>
                      <a:pt x="2" y="9"/>
                      <a:pt x="1" y="7"/>
                    </a:cubicBezTo>
                    <a:cubicBezTo>
                      <a:pt x="1" y="5"/>
                      <a:pt x="0" y="4"/>
                      <a:pt x="2" y="3"/>
                    </a:cubicBezTo>
                    <a:cubicBezTo>
                      <a:pt x="3" y="3"/>
                      <a:pt x="3" y="3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5" y="0"/>
                      <a:pt x="8" y="1"/>
                      <a:pt x="9" y="2"/>
                    </a:cubicBezTo>
                    <a:cubicBezTo>
                      <a:pt x="9" y="3"/>
                      <a:pt x="9" y="4"/>
                      <a:pt x="9" y="5"/>
                    </a:cubicBezTo>
                    <a:cubicBezTo>
                      <a:pt x="9" y="5"/>
                      <a:pt x="10" y="6"/>
                      <a:pt x="10" y="6"/>
                    </a:cubicBezTo>
                    <a:cubicBezTo>
                      <a:pt x="12" y="8"/>
                      <a:pt x="13" y="9"/>
                      <a:pt x="14" y="10"/>
                    </a:cubicBezTo>
                    <a:cubicBezTo>
                      <a:pt x="15" y="11"/>
                      <a:pt x="15" y="12"/>
                      <a:pt x="14" y="13"/>
                    </a:cubicBezTo>
                    <a:cubicBezTo>
                      <a:pt x="13" y="14"/>
                      <a:pt x="13" y="15"/>
                      <a:pt x="12" y="16"/>
                    </a:cubicBezTo>
                    <a:cubicBezTo>
                      <a:pt x="12" y="18"/>
                      <a:pt x="10" y="19"/>
                      <a:pt x="8" y="19"/>
                    </a:cubicBezTo>
                    <a:cubicBezTo>
                      <a:pt x="7" y="19"/>
                      <a:pt x="3" y="19"/>
                      <a:pt x="2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2" name="Freeform 2814">
                <a:extLst>
                  <a:ext uri="{FF2B5EF4-FFF2-40B4-BE49-F238E27FC236}">
                    <a16:creationId xmlns:a16="http://schemas.microsoft.com/office/drawing/2014/main" id="{6AA8F40D-B272-4666-BA86-4B3229CB4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275"/>
                <a:ext cx="16" cy="14"/>
              </a:xfrm>
              <a:custGeom>
                <a:avLst/>
                <a:gdLst>
                  <a:gd name="T0" fmla="*/ 6 w 38"/>
                  <a:gd name="T1" fmla="*/ 26 h 35"/>
                  <a:gd name="T2" fmla="*/ 5 w 38"/>
                  <a:gd name="T3" fmla="*/ 19 h 35"/>
                  <a:gd name="T4" fmla="*/ 3 w 38"/>
                  <a:gd name="T5" fmla="*/ 14 h 35"/>
                  <a:gd name="T6" fmla="*/ 1 w 38"/>
                  <a:gd name="T7" fmla="*/ 8 h 35"/>
                  <a:gd name="T8" fmla="*/ 3 w 38"/>
                  <a:gd name="T9" fmla="*/ 3 h 35"/>
                  <a:gd name="T10" fmla="*/ 7 w 38"/>
                  <a:gd name="T11" fmla="*/ 3 h 35"/>
                  <a:gd name="T12" fmla="*/ 12 w 38"/>
                  <a:gd name="T13" fmla="*/ 6 h 35"/>
                  <a:gd name="T14" fmla="*/ 16 w 38"/>
                  <a:gd name="T15" fmla="*/ 17 h 35"/>
                  <a:gd name="T16" fmla="*/ 20 w 38"/>
                  <a:gd name="T17" fmla="*/ 14 h 35"/>
                  <a:gd name="T18" fmla="*/ 20 w 38"/>
                  <a:gd name="T19" fmla="*/ 6 h 35"/>
                  <a:gd name="T20" fmla="*/ 25 w 38"/>
                  <a:gd name="T21" fmla="*/ 3 h 35"/>
                  <a:gd name="T22" fmla="*/ 29 w 38"/>
                  <a:gd name="T23" fmla="*/ 8 h 35"/>
                  <a:gd name="T24" fmla="*/ 31 w 38"/>
                  <a:gd name="T25" fmla="*/ 16 h 35"/>
                  <a:gd name="T26" fmla="*/ 35 w 38"/>
                  <a:gd name="T27" fmla="*/ 23 h 35"/>
                  <a:gd name="T28" fmla="*/ 38 w 38"/>
                  <a:gd name="T29" fmla="*/ 28 h 35"/>
                  <a:gd name="T30" fmla="*/ 33 w 38"/>
                  <a:gd name="T31" fmla="*/ 32 h 35"/>
                  <a:gd name="T32" fmla="*/ 29 w 38"/>
                  <a:gd name="T33" fmla="*/ 35 h 35"/>
                  <a:gd name="T34" fmla="*/ 25 w 38"/>
                  <a:gd name="T35" fmla="*/ 34 h 35"/>
                  <a:gd name="T36" fmla="*/ 18 w 38"/>
                  <a:gd name="T37" fmla="*/ 31 h 35"/>
                  <a:gd name="T38" fmla="*/ 17 w 38"/>
                  <a:gd name="T39" fmla="*/ 30 h 35"/>
                  <a:gd name="T40" fmla="*/ 14 w 38"/>
                  <a:gd name="T41" fmla="*/ 29 h 35"/>
                  <a:gd name="T42" fmla="*/ 12 w 38"/>
                  <a:gd name="T43" fmla="*/ 28 h 35"/>
                  <a:gd name="T44" fmla="*/ 6 w 38"/>
                  <a:gd name="T45" fmla="*/ 2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35">
                    <a:moveTo>
                      <a:pt x="6" y="26"/>
                    </a:moveTo>
                    <a:cubicBezTo>
                      <a:pt x="5" y="24"/>
                      <a:pt x="5" y="22"/>
                      <a:pt x="5" y="19"/>
                    </a:cubicBezTo>
                    <a:cubicBezTo>
                      <a:pt x="5" y="17"/>
                      <a:pt x="4" y="15"/>
                      <a:pt x="3" y="14"/>
                    </a:cubicBezTo>
                    <a:cubicBezTo>
                      <a:pt x="1" y="12"/>
                      <a:pt x="0" y="10"/>
                      <a:pt x="1" y="8"/>
                    </a:cubicBezTo>
                    <a:cubicBezTo>
                      <a:pt x="1" y="6"/>
                      <a:pt x="2" y="4"/>
                      <a:pt x="3" y="3"/>
                    </a:cubicBezTo>
                    <a:cubicBezTo>
                      <a:pt x="4" y="0"/>
                      <a:pt x="5" y="1"/>
                      <a:pt x="7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8" y="7"/>
                      <a:pt x="13" y="14"/>
                      <a:pt x="16" y="17"/>
                    </a:cubicBezTo>
                    <a:cubicBezTo>
                      <a:pt x="19" y="19"/>
                      <a:pt x="20" y="16"/>
                      <a:pt x="20" y="14"/>
                    </a:cubicBezTo>
                    <a:cubicBezTo>
                      <a:pt x="21" y="12"/>
                      <a:pt x="19" y="8"/>
                      <a:pt x="20" y="6"/>
                    </a:cubicBezTo>
                    <a:cubicBezTo>
                      <a:pt x="21" y="4"/>
                      <a:pt x="23" y="3"/>
                      <a:pt x="25" y="3"/>
                    </a:cubicBezTo>
                    <a:cubicBezTo>
                      <a:pt x="27" y="2"/>
                      <a:pt x="28" y="6"/>
                      <a:pt x="29" y="8"/>
                    </a:cubicBezTo>
                    <a:cubicBezTo>
                      <a:pt x="29" y="10"/>
                      <a:pt x="30" y="13"/>
                      <a:pt x="31" y="16"/>
                    </a:cubicBezTo>
                    <a:cubicBezTo>
                      <a:pt x="33" y="18"/>
                      <a:pt x="34" y="20"/>
                      <a:pt x="35" y="23"/>
                    </a:cubicBezTo>
                    <a:cubicBezTo>
                      <a:pt x="36" y="24"/>
                      <a:pt x="38" y="26"/>
                      <a:pt x="38" y="28"/>
                    </a:cubicBezTo>
                    <a:cubicBezTo>
                      <a:pt x="38" y="30"/>
                      <a:pt x="35" y="31"/>
                      <a:pt x="33" y="32"/>
                    </a:cubicBezTo>
                    <a:cubicBezTo>
                      <a:pt x="32" y="33"/>
                      <a:pt x="31" y="34"/>
                      <a:pt x="29" y="35"/>
                    </a:cubicBezTo>
                    <a:cubicBezTo>
                      <a:pt x="28" y="35"/>
                      <a:pt x="26" y="34"/>
                      <a:pt x="25" y="34"/>
                    </a:cubicBezTo>
                    <a:cubicBezTo>
                      <a:pt x="22" y="33"/>
                      <a:pt x="18" y="35"/>
                      <a:pt x="18" y="31"/>
                    </a:cubicBezTo>
                    <a:cubicBezTo>
                      <a:pt x="18" y="30"/>
                      <a:pt x="18" y="30"/>
                      <a:pt x="17" y="30"/>
                    </a:cubicBezTo>
                    <a:cubicBezTo>
                      <a:pt x="17" y="29"/>
                      <a:pt x="15" y="29"/>
                      <a:pt x="14" y="29"/>
                    </a:cubicBezTo>
                    <a:cubicBezTo>
                      <a:pt x="14" y="29"/>
                      <a:pt x="13" y="28"/>
                      <a:pt x="12" y="28"/>
                    </a:cubicBezTo>
                    <a:cubicBezTo>
                      <a:pt x="10" y="28"/>
                      <a:pt x="8" y="28"/>
                      <a:pt x="6" y="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3" name="Freeform 2815">
                <a:extLst>
                  <a:ext uri="{FF2B5EF4-FFF2-40B4-BE49-F238E27FC236}">
                    <a16:creationId xmlns:a16="http://schemas.microsoft.com/office/drawing/2014/main" id="{E8200FAE-BDE3-459B-AB3D-BCC1AB70F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269"/>
                <a:ext cx="6" cy="4"/>
              </a:xfrm>
              <a:custGeom>
                <a:avLst/>
                <a:gdLst>
                  <a:gd name="T0" fmla="*/ 3 w 15"/>
                  <a:gd name="T1" fmla="*/ 9 h 11"/>
                  <a:gd name="T2" fmla="*/ 0 w 15"/>
                  <a:gd name="T3" fmla="*/ 8 h 11"/>
                  <a:gd name="T4" fmla="*/ 0 w 15"/>
                  <a:gd name="T5" fmla="*/ 6 h 11"/>
                  <a:gd name="T6" fmla="*/ 3 w 15"/>
                  <a:gd name="T7" fmla="*/ 4 h 11"/>
                  <a:gd name="T8" fmla="*/ 8 w 15"/>
                  <a:gd name="T9" fmla="*/ 0 h 11"/>
                  <a:gd name="T10" fmla="*/ 10 w 15"/>
                  <a:gd name="T11" fmla="*/ 3 h 11"/>
                  <a:gd name="T12" fmla="*/ 12 w 15"/>
                  <a:gd name="T13" fmla="*/ 4 h 11"/>
                  <a:gd name="T14" fmla="*/ 13 w 15"/>
                  <a:gd name="T15" fmla="*/ 8 h 11"/>
                  <a:gd name="T16" fmla="*/ 3 w 15"/>
                  <a:gd name="T1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1">
                    <a:moveTo>
                      <a:pt x="3" y="9"/>
                    </a:moveTo>
                    <a:cubicBezTo>
                      <a:pt x="2" y="9"/>
                      <a:pt x="1" y="9"/>
                      <a:pt x="0" y="8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1" y="4"/>
                      <a:pt x="2" y="5"/>
                      <a:pt x="3" y="4"/>
                    </a:cubicBezTo>
                    <a:cubicBezTo>
                      <a:pt x="5" y="3"/>
                      <a:pt x="5" y="0"/>
                      <a:pt x="8" y="0"/>
                    </a:cubicBezTo>
                    <a:cubicBezTo>
                      <a:pt x="10" y="0"/>
                      <a:pt x="9" y="1"/>
                      <a:pt x="10" y="3"/>
                    </a:cubicBezTo>
                    <a:cubicBezTo>
                      <a:pt x="10" y="4"/>
                      <a:pt x="11" y="4"/>
                      <a:pt x="12" y="4"/>
                    </a:cubicBezTo>
                    <a:cubicBezTo>
                      <a:pt x="14" y="5"/>
                      <a:pt x="15" y="7"/>
                      <a:pt x="13" y="8"/>
                    </a:cubicBezTo>
                    <a:cubicBezTo>
                      <a:pt x="11" y="11"/>
                      <a:pt x="6" y="10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4" name="Freeform 2816">
                <a:extLst>
                  <a:ext uri="{FF2B5EF4-FFF2-40B4-BE49-F238E27FC236}">
                    <a16:creationId xmlns:a16="http://schemas.microsoft.com/office/drawing/2014/main" id="{0D0B9B10-D2E1-47D0-BDBB-C3ECC9934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265"/>
                <a:ext cx="11" cy="7"/>
              </a:xfrm>
              <a:custGeom>
                <a:avLst/>
                <a:gdLst>
                  <a:gd name="T0" fmla="*/ 8 w 27"/>
                  <a:gd name="T1" fmla="*/ 14 h 18"/>
                  <a:gd name="T2" fmla="*/ 6 w 27"/>
                  <a:gd name="T3" fmla="*/ 16 h 18"/>
                  <a:gd name="T4" fmla="*/ 4 w 27"/>
                  <a:gd name="T5" fmla="*/ 14 h 18"/>
                  <a:gd name="T6" fmla="*/ 1 w 27"/>
                  <a:gd name="T7" fmla="*/ 9 h 18"/>
                  <a:gd name="T8" fmla="*/ 4 w 27"/>
                  <a:gd name="T9" fmla="*/ 6 h 18"/>
                  <a:gd name="T10" fmla="*/ 6 w 27"/>
                  <a:gd name="T11" fmla="*/ 4 h 18"/>
                  <a:gd name="T12" fmla="*/ 12 w 27"/>
                  <a:gd name="T13" fmla="*/ 0 h 18"/>
                  <a:gd name="T14" fmla="*/ 20 w 27"/>
                  <a:gd name="T15" fmla="*/ 1 h 18"/>
                  <a:gd name="T16" fmla="*/ 23 w 27"/>
                  <a:gd name="T17" fmla="*/ 2 h 18"/>
                  <a:gd name="T18" fmla="*/ 23 w 27"/>
                  <a:gd name="T19" fmla="*/ 5 h 18"/>
                  <a:gd name="T20" fmla="*/ 25 w 27"/>
                  <a:gd name="T21" fmla="*/ 11 h 18"/>
                  <a:gd name="T22" fmla="*/ 27 w 27"/>
                  <a:gd name="T23" fmla="*/ 13 h 18"/>
                  <a:gd name="T24" fmla="*/ 25 w 27"/>
                  <a:gd name="T25" fmla="*/ 16 h 18"/>
                  <a:gd name="T26" fmla="*/ 15 w 27"/>
                  <a:gd name="T27" fmla="*/ 18 h 18"/>
                  <a:gd name="T28" fmla="*/ 12 w 27"/>
                  <a:gd name="T29" fmla="*/ 15 h 18"/>
                  <a:gd name="T30" fmla="*/ 8 w 27"/>
                  <a:gd name="T31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18">
                    <a:moveTo>
                      <a:pt x="8" y="14"/>
                    </a:moveTo>
                    <a:cubicBezTo>
                      <a:pt x="7" y="14"/>
                      <a:pt x="7" y="15"/>
                      <a:pt x="6" y="16"/>
                    </a:cubicBezTo>
                    <a:cubicBezTo>
                      <a:pt x="5" y="16"/>
                      <a:pt x="4" y="14"/>
                      <a:pt x="4" y="14"/>
                    </a:cubicBezTo>
                    <a:cubicBezTo>
                      <a:pt x="2" y="12"/>
                      <a:pt x="0" y="11"/>
                      <a:pt x="1" y="9"/>
                    </a:cubicBezTo>
                    <a:cubicBezTo>
                      <a:pt x="2" y="7"/>
                      <a:pt x="3" y="7"/>
                      <a:pt x="4" y="6"/>
                    </a:cubicBezTo>
                    <a:cubicBezTo>
                      <a:pt x="5" y="6"/>
                      <a:pt x="5" y="5"/>
                      <a:pt x="6" y="4"/>
                    </a:cubicBezTo>
                    <a:cubicBezTo>
                      <a:pt x="7" y="1"/>
                      <a:pt x="10" y="0"/>
                      <a:pt x="12" y="0"/>
                    </a:cubicBezTo>
                    <a:cubicBezTo>
                      <a:pt x="15" y="0"/>
                      <a:pt x="17" y="0"/>
                      <a:pt x="20" y="1"/>
                    </a:cubicBezTo>
                    <a:cubicBezTo>
                      <a:pt x="21" y="1"/>
                      <a:pt x="22" y="1"/>
                      <a:pt x="23" y="2"/>
                    </a:cubicBezTo>
                    <a:cubicBezTo>
                      <a:pt x="23" y="3"/>
                      <a:pt x="23" y="4"/>
                      <a:pt x="23" y="5"/>
                    </a:cubicBezTo>
                    <a:cubicBezTo>
                      <a:pt x="23" y="7"/>
                      <a:pt x="24" y="9"/>
                      <a:pt x="25" y="11"/>
                    </a:cubicBezTo>
                    <a:cubicBezTo>
                      <a:pt x="26" y="12"/>
                      <a:pt x="27" y="12"/>
                      <a:pt x="27" y="13"/>
                    </a:cubicBezTo>
                    <a:cubicBezTo>
                      <a:pt x="27" y="15"/>
                      <a:pt x="25" y="15"/>
                      <a:pt x="25" y="16"/>
                    </a:cubicBezTo>
                    <a:cubicBezTo>
                      <a:pt x="22" y="17"/>
                      <a:pt x="18" y="18"/>
                      <a:pt x="15" y="18"/>
                    </a:cubicBezTo>
                    <a:cubicBezTo>
                      <a:pt x="13" y="18"/>
                      <a:pt x="12" y="16"/>
                      <a:pt x="12" y="15"/>
                    </a:cubicBezTo>
                    <a:cubicBezTo>
                      <a:pt x="11" y="13"/>
                      <a:pt x="9" y="13"/>
                      <a:pt x="8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5" name="Freeform 2817">
                <a:extLst>
                  <a:ext uri="{FF2B5EF4-FFF2-40B4-BE49-F238E27FC236}">
                    <a16:creationId xmlns:a16="http://schemas.microsoft.com/office/drawing/2014/main" id="{68E78646-53A9-434A-A425-EB2081D18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269"/>
                <a:ext cx="6" cy="4"/>
              </a:xfrm>
              <a:custGeom>
                <a:avLst/>
                <a:gdLst>
                  <a:gd name="T0" fmla="*/ 2 w 14"/>
                  <a:gd name="T1" fmla="*/ 10 h 11"/>
                  <a:gd name="T2" fmla="*/ 6 w 14"/>
                  <a:gd name="T3" fmla="*/ 5 h 11"/>
                  <a:gd name="T4" fmla="*/ 7 w 14"/>
                  <a:gd name="T5" fmla="*/ 3 h 11"/>
                  <a:gd name="T6" fmla="*/ 10 w 14"/>
                  <a:gd name="T7" fmla="*/ 1 h 11"/>
                  <a:gd name="T8" fmla="*/ 12 w 14"/>
                  <a:gd name="T9" fmla="*/ 0 h 11"/>
                  <a:gd name="T10" fmla="*/ 13 w 14"/>
                  <a:gd name="T11" fmla="*/ 3 h 11"/>
                  <a:gd name="T12" fmla="*/ 10 w 14"/>
                  <a:gd name="T13" fmla="*/ 6 h 11"/>
                  <a:gd name="T14" fmla="*/ 6 w 14"/>
                  <a:gd name="T15" fmla="*/ 9 h 11"/>
                  <a:gd name="T16" fmla="*/ 2 w 14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1">
                    <a:moveTo>
                      <a:pt x="2" y="10"/>
                    </a:moveTo>
                    <a:cubicBezTo>
                      <a:pt x="0" y="7"/>
                      <a:pt x="4" y="6"/>
                      <a:pt x="6" y="5"/>
                    </a:cubicBezTo>
                    <a:cubicBezTo>
                      <a:pt x="6" y="4"/>
                      <a:pt x="7" y="3"/>
                      <a:pt x="7" y="3"/>
                    </a:cubicBezTo>
                    <a:cubicBezTo>
                      <a:pt x="8" y="2"/>
                      <a:pt x="9" y="2"/>
                      <a:pt x="10" y="1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2" y="5"/>
                      <a:pt x="10" y="6"/>
                    </a:cubicBezTo>
                    <a:cubicBezTo>
                      <a:pt x="9" y="6"/>
                      <a:pt x="7" y="8"/>
                      <a:pt x="6" y="9"/>
                    </a:cubicBezTo>
                    <a:cubicBezTo>
                      <a:pt x="5" y="10"/>
                      <a:pt x="3" y="11"/>
                      <a:pt x="2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6" name="Freeform 2818">
                <a:extLst>
                  <a:ext uri="{FF2B5EF4-FFF2-40B4-BE49-F238E27FC236}">
                    <a16:creationId xmlns:a16="http://schemas.microsoft.com/office/drawing/2014/main" id="{79D1E0CC-D464-44AE-8BEC-82B8B72C4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270"/>
                <a:ext cx="4" cy="3"/>
              </a:xfrm>
              <a:custGeom>
                <a:avLst/>
                <a:gdLst>
                  <a:gd name="T0" fmla="*/ 4 w 8"/>
                  <a:gd name="T1" fmla="*/ 0 h 6"/>
                  <a:gd name="T2" fmla="*/ 7 w 8"/>
                  <a:gd name="T3" fmla="*/ 1 h 6"/>
                  <a:gd name="T4" fmla="*/ 2 w 8"/>
                  <a:gd name="T5" fmla="*/ 5 h 6"/>
                  <a:gd name="T6" fmla="*/ 1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cubicBezTo>
                      <a:pt x="5" y="0"/>
                      <a:pt x="6" y="0"/>
                      <a:pt x="7" y="1"/>
                    </a:cubicBezTo>
                    <a:cubicBezTo>
                      <a:pt x="8" y="4"/>
                      <a:pt x="5" y="6"/>
                      <a:pt x="2" y="5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7" name="Freeform 2819">
                <a:extLst>
                  <a:ext uri="{FF2B5EF4-FFF2-40B4-BE49-F238E27FC236}">
                    <a16:creationId xmlns:a16="http://schemas.microsoft.com/office/drawing/2014/main" id="{19FF4D9B-8D5E-49B9-9677-ECD00C867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269"/>
                <a:ext cx="3" cy="1"/>
              </a:xfrm>
              <a:custGeom>
                <a:avLst/>
                <a:gdLst>
                  <a:gd name="T0" fmla="*/ 4 w 9"/>
                  <a:gd name="T1" fmla="*/ 1 h 4"/>
                  <a:gd name="T2" fmla="*/ 6 w 9"/>
                  <a:gd name="T3" fmla="*/ 1 h 4"/>
                  <a:gd name="T4" fmla="*/ 7 w 9"/>
                  <a:gd name="T5" fmla="*/ 0 h 4"/>
                  <a:gd name="T6" fmla="*/ 9 w 9"/>
                  <a:gd name="T7" fmla="*/ 2 h 4"/>
                  <a:gd name="T8" fmla="*/ 5 w 9"/>
                  <a:gd name="T9" fmla="*/ 4 h 4"/>
                  <a:gd name="T10" fmla="*/ 2 w 9"/>
                  <a:gd name="T11" fmla="*/ 4 h 4"/>
                  <a:gd name="T12" fmla="*/ 1 w 9"/>
                  <a:gd name="T13" fmla="*/ 2 h 4"/>
                  <a:gd name="T14" fmla="*/ 4 w 9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4">
                    <a:moveTo>
                      <a:pt x="4" y="1"/>
                    </a:moveTo>
                    <a:cubicBezTo>
                      <a:pt x="5" y="1"/>
                      <a:pt x="5" y="1"/>
                      <a:pt x="6" y="1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8" y="0"/>
                      <a:pt x="9" y="1"/>
                      <a:pt x="9" y="2"/>
                    </a:cubicBezTo>
                    <a:cubicBezTo>
                      <a:pt x="8" y="4"/>
                      <a:pt x="7" y="3"/>
                      <a:pt x="5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8" name="Freeform 2820">
                <a:extLst>
                  <a:ext uri="{FF2B5EF4-FFF2-40B4-BE49-F238E27FC236}">
                    <a16:creationId xmlns:a16="http://schemas.microsoft.com/office/drawing/2014/main" id="{CE4A2BF2-278B-4B58-977B-1E9566253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265"/>
                <a:ext cx="4" cy="2"/>
              </a:xfrm>
              <a:custGeom>
                <a:avLst/>
                <a:gdLst>
                  <a:gd name="T0" fmla="*/ 1 w 9"/>
                  <a:gd name="T1" fmla="*/ 1 h 5"/>
                  <a:gd name="T2" fmla="*/ 4 w 9"/>
                  <a:gd name="T3" fmla="*/ 0 h 5"/>
                  <a:gd name="T4" fmla="*/ 8 w 9"/>
                  <a:gd name="T5" fmla="*/ 0 h 5"/>
                  <a:gd name="T6" fmla="*/ 8 w 9"/>
                  <a:gd name="T7" fmla="*/ 4 h 5"/>
                  <a:gd name="T8" fmla="*/ 3 w 9"/>
                  <a:gd name="T9" fmla="*/ 4 h 5"/>
                  <a:gd name="T10" fmla="*/ 1 w 9"/>
                  <a:gd name="T11" fmla="*/ 4 h 5"/>
                  <a:gd name="T12" fmla="*/ 1 w 9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9" y="1"/>
                      <a:pt x="9" y="3"/>
                      <a:pt x="8" y="4"/>
                    </a:cubicBezTo>
                    <a:cubicBezTo>
                      <a:pt x="7" y="5"/>
                      <a:pt x="5" y="4"/>
                      <a:pt x="3" y="4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9" name="Freeform 2821">
                <a:extLst>
                  <a:ext uri="{FF2B5EF4-FFF2-40B4-BE49-F238E27FC236}">
                    <a16:creationId xmlns:a16="http://schemas.microsoft.com/office/drawing/2014/main" id="{9559DAED-E0D5-4C15-8562-D72B1DB7F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252"/>
                <a:ext cx="21" cy="16"/>
              </a:xfrm>
              <a:custGeom>
                <a:avLst/>
                <a:gdLst>
                  <a:gd name="T0" fmla="*/ 23 w 52"/>
                  <a:gd name="T1" fmla="*/ 36 h 39"/>
                  <a:gd name="T2" fmla="*/ 23 w 52"/>
                  <a:gd name="T3" fmla="*/ 31 h 39"/>
                  <a:gd name="T4" fmla="*/ 16 w 52"/>
                  <a:gd name="T5" fmla="*/ 29 h 39"/>
                  <a:gd name="T6" fmla="*/ 14 w 52"/>
                  <a:gd name="T7" fmla="*/ 24 h 39"/>
                  <a:gd name="T8" fmla="*/ 10 w 52"/>
                  <a:gd name="T9" fmla="*/ 24 h 39"/>
                  <a:gd name="T10" fmla="*/ 2 w 52"/>
                  <a:gd name="T11" fmla="*/ 22 h 39"/>
                  <a:gd name="T12" fmla="*/ 2 w 52"/>
                  <a:gd name="T13" fmla="*/ 18 h 39"/>
                  <a:gd name="T14" fmla="*/ 6 w 52"/>
                  <a:gd name="T15" fmla="*/ 11 h 39"/>
                  <a:gd name="T16" fmla="*/ 11 w 52"/>
                  <a:gd name="T17" fmla="*/ 7 h 39"/>
                  <a:gd name="T18" fmla="*/ 21 w 52"/>
                  <a:gd name="T19" fmla="*/ 7 h 39"/>
                  <a:gd name="T20" fmla="*/ 33 w 52"/>
                  <a:gd name="T21" fmla="*/ 0 h 39"/>
                  <a:gd name="T22" fmla="*/ 38 w 52"/>
                  <a:gd name="T23" fmla="*/ 3 h 39"/>
                  <a:gd name="T24" fmla="*/ 44 w 52"/>
                  <a:gd name="T25" fmla="*/ 6 h 39"/>
                  <a:gd name="T26" fmla="*/ 48 w 52"/>
                  <a:gd name="T27" fmla="*/ 19 h 39"/>
                  <a:gd name="T28" fmla="*/ 51 w 52"/>
                  <a:gd name="T29" fmla="*/ 23 h 39"/>
                  <a:gd name="T30" fmla="*/ 48 w 52"/>
                  <a:gd name="T31" fmla="*/ 29 h 39"/>
                  <a:gd name="T32" fmla="*/ 41 w 52"/>
                  <a:gd name="T33" fmla="*/ 33 h 39"/>
                  <a:gd name="T34" fmla="*/ 38 w 52"/>
                  <a:gd name="T35" fmla="*/ 38 h 39"/>
                  <a:gd name="T36" fmla="*/ 33 w 52"/>
                  <a:gd name="T37" fmla="*/ 38 h 39"/>
                  <a:gd name="T38" fmla="*/ 30 w 52"/>
                  <a:gd name="T39" fmla="*/ 38 h 39"/>
                  <a:gd name="T40" fmla="*/ 23 w 52"/>
                  <a:gd name="T41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39">
                    <a:moveTo>
                      <a:pt x="23" y="36"/>
                    </a:moveTo>
                    <a:cubicBezTo>
                      <a:pt x="23" y="34"/>
                      <a:pt x="25" y="32"/>
                      <a:pt x="23" y="31"/>
                    </a:cubicBezTo>
                    <a:cubicBezTo>
                      <a:pt x="21" y="29"/>
                      <a:pt x="18" y="30"/>
                      <a:pt x="16" y="29"/>
                    </a:cubicBezTo>
                    <a:cubicBezTo>
                      <a:pt x="14" y="27"/>
                      <a:pt x="15" y="26"/>
                      <a:pt x="14" y="24"/>
                    </a:cubicBezTo>
                    <a:cubicBezTo>
                      <a:pt x="14" y="23"/>
                      <a:pt x="11" y="24"/>
                      <a:pt x="10" y="24"/>
                    </a:cubicBezTo>
                    <a:cubicBezTo>
                      <a:pt x="7" y="24"/>
                      <a:pt x="5" y="23"/>
                      <a:pt x="2" y="22"/>
                    </a:cubicBezTo>
                    <a:cubicBezTo>
                      <a:pt x="0" y="21"/>
                      <a:pt x="1" y="20"/>
                      <a:pt x="2" y="18"/>
                    </a:cubicBezTo>
                    <a:cubicBezTo>
                      <a:pt x="3" y="16"/>
                      <a:pt x="4" y="13"/>
                      <a:pt x="6" y="11"/>
                    </a:cubicBezTo>
                    <a:cubicBezTo>
                      <a:pt x="7" y="8"/>
                      <a:pt x="8" y="7"/>
                      <a:pt x="11" y="7"/>
                    </a:cubicBezTo>
                    <a:cubicBezTo>
                      <a:pt x="14" y="7"/>
                      <a:pt x="18" y="8"/>
                      <a:pt x="21" y="7"/>
                    </a:cubicBezTo>
                    <a:cubicBezTo>
                      <a:pt x="26" y="7"/>
                      <a:pt x="28" y="0"/>
                      <a:pt x="33" y="0"/>
                    </a:cubicBezTo>
                    <a:cubicBezTo>
                      <a:pt x="35" y="0"/>
                      <a:pt x="37" y="2"/>
                      <a:pt x="38" y="3"/>
                    </a:cubicBezTo>
                    <a:cubicBezTo>
                      <a:pt x="40" y="5"/>
                      <a:pt x="42" y="5"/>
                      <a:pt x="44" y="6"/>
                    </a:cubicBezTo>
                    <a:cubicBezTo>
                      <a:pt x="51" y="7"/>
                      <a:pt x="47" y="15"/>
                      <a:pt x="48" y="19"/>
                    </a:cubicBezTo>
                    <a:cubicBezTo>
                      <a:pt x="49" y="21"/>
                      <a:pt x="51" y="22"/>
                      <a:pt x="51" y="23"/>
                    </a:cubicBezTo>
                    <a:cubicBezTo>
                      <a:pt x="52" y="26"/>
                      <a:pt x="49" y="28"/>
                      <a:pt x="48" y="29"/>
                    </a:cubicBezTo>
                    <a:cubicBezTo>
                      <a:pt x="46" y="30"/>
                      <a:pt x="43" y="31"/>
                      <a:pt x="41" y="33"/>
                    </a:cubicBezTo>
                    <a:cubicBezTo>
                      <a:pt x="40" y="35"/>
                      <a:pt x="40" y="37"/>
                      <a:pt x="38" y="38"/>
                    </a:cubicBezTo>
                    <a:cubicBezTo>
                      <a:pt x="37" y="39"/>
                      <a:pt x="35" y="38"/>
                      <a:pt x="33" y="38"/>
                    </a:cubicBezTo>
                    <a:cubicBezTo>
                      <a:pt x="32" y="37"/>
                      <a:pt x="31" y="37"/>
                      <a:pt x="30" y="38"/>
                    </a:cubicBezTo>
                    <a:cubicBezTo>
                      <a:pt x="28" y="38"/>
                      <a:pt x="23" y="39"/>
                      <a:pt x="23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0" name="Freeform 2822">
                <a:extLst>
                  <a:ext uri="{FF2B5EF4-FFF2-40B4-BE49-F238E27FC236}">
                    <a16:creationId xmlns:a16="http://schemas.microsoft.com/office/drawing/2014/main" id="{11F01F5A-9CB3-49B5-9D2B-DD22FF2D2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381"/>
                <a:ext cx="9" cy="12"/>
              </a:xfrm>
              <a:custGeom>
                <a:avLst/>
                <a:gdLst>
                  <a:gd name="T0" fmla="*/ 3 w 23"/>
                  <a:gd name="T1" fmla="*/ 22 h 29"/>
                  <a:gd name="T2" fmla="*/ 5 w 23"/>
                  <a:gd name="T3" fmla="*/ 18 h 29"/>
                  <a:gd name="T4" fmla="*/ 7 w 23"/>
                  <a:gd name="T5" fmla="*/ 15 h 29"/>
                  <a:gd name="T6" fmla="*/ 3 w 23"/>
                  <a:gd name="T7" fmla="*/ 9 h 29"/>
                  <a:gd name="T8" fmla="*/ 1 w 23"/>
                  <a:gd name="T9" fmla="*/ 2 h 29"/>
                  <a:gd name="T10" fmla="*/ 8 w 23"/>
                  <a:gd name="T11" fmla="*/ 2 h 29"/>
                  <a:gd name="T12" fmla="*/ 10 w 23"/>
                  <a:gd name="T13" fmla="*/ 5 h 29"/>
                  <a:gd name="T14" fmla="*/ 14 w 23"/>
                  <a:gd name="T15" fmla="*/ 4 h 29"/>
                  <a:gd name="T16" fmla="*/ 18 w 23"/>
                  <a:gd name="T17" fmla="*/ 1 h 29"/>
                  <a:gd name="T18" fmla="*/ 22 w 23"/>
                  <a:gd name="T19" fmla="*/ 3 h 29"/>
                  <a:gd name="T20" fmla="*/ 22 w 23"/>
                  <a:gd name="T21" fmla="*/ 9 h 29"/>
                  <a:gd name="T22" fmla="*/ 20 w 23"/>
                  <a:gd name="T23" fmla="*/ 14 h 29"/>
                  <a:gd name="T24" fmla="*/ 20 w 23"/>
                  <a:gd name="T25" fmla="*/ 17 h 29"/>
                  <a:gd name="T26" fmla="*/ 16 w 23"/>
                  <a:gd name="T27" fmla="*/ 20 h 29"/>
                  <a:gd name="T28" fmla="*/ 15 w 23"/>
                  <a:gd name="T29" fmla="*/ 24 h 29"/>
                  <a:gd name="T30" fmla="*/ 13 w 23"/>
                  <a:gd name="T31" fmla="*/ 28 h 29"/>
                  <a:gd name="T32" fmla="*/ 10 w 23"/>
                  <a:gd name="T33" fmla="*/ 26 h 29"/>
                  <a:gd name="T34" fmla="*/ 6 w 23"/>
                  <a:gd name="T35" fmla="*/ 24 h 29"/>
                  <a:gd name="T36" fmla="*/ 3 w 23"/>
                  <a:gd name="T37" fmla="*/ 2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29">
                    <a:moveTo>
                      <a:pt x="3" y="22"/>
                    </a:moveTo>
                    <a:cubicBezTo>
                      <a:pt x="2" y="20"/>
                      <a:pt x="4" y="19"/>
                      <a:pt x="5" y="18"/>
                    </a:cubicBezTo>
                    <a:cubicBezTo>
                      <a:pt x="5" y="17"/>
                      <a:pt x="7" y="16"/>
                      <a:pt x="7" y="15"/>
                    </a:cubicBezTo>
                    <a:cubicBezTo>
                      <a:pt x="8" y="13"/>
                      <a:pt x="4" y="10"/>
                      <a:pt x="3" y="9"/>
                    </a:cubicBezTo>
                    <a:cubicBezTo>
                      <a:pt x="2" y="7"/>
                      <a:pt x="0" y="3"/>
                      <a:pt x="1" y="2"/>
                    </a:cubicBezTo>
                    <a:cubicBezTo>
                      <a:pt x="3" y="0"/>
                      <a:pt x="7" y="0"/>
                      <a:pt x="8" y="2"/>
                    </a:cubicBezTo>
                    <a:cubicBezTo>
                      <a:pt x="8" y="3"/>
                      <a:pt x="8" y="5"/>
                      <a:pt x="10" y="5"/>
                    </a:cubicBezTo>
                    <a:cubicBezTo>
                      <a:pt x="11" y="6"/>
                      <a:pt x="13" y="5"/>
                      <a:pt x="14" y="4"/>
                    </a:cubicBezTo>
                    <a:cubicBezTo>
                      <a:pt x="15" y="3"/>
                      <a:pt x="16" y="2"/>
                      <a:pt x="18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3" y="5"/>
                      <a:pt x="23" y="8"/>
                      <a:pt x="22" y="9"/>
                    </a:cubicBezTo>
                    <a:cubicBezTo>
                      <a:pt x="21" y="11"/>
                      <a:pt x="20" y="12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19" y="19"/>
                      <a:pt x="17" y="19"/>
                      <a:pt x="16" y="20"/>
                    </a:cubicBezTo>
                    <a:cubicBezTo>
                      <a:pt x="15" y="21"/>
                      <a:pt x="15" y="22"/>
                      <a:pt x="15" y="24"/>
                    </a:cubicBezTo>
                    <a:cubicBezTo>
                      <a:pt x="15" y="25"/>
                      <a:pt x="15" y="29"/>
                      <a:pt x="13" y="28"/>
                    </a:cubicBezTo>
                    <a:cubicBezTo>
                      <a:pt x="12" y="28"/>
                      <a:pt x="11" y="26"/>
                      <a:pt x="10" y="26"/>
                    </a:cubicBezTo>
                    <a:cubicBezTo>
                      <a:pt x="8" y="25"/>
                      <a:pt x="7" y="25"/>
                      <a:pt x="6" y="24"/>
                    </a:cubicBezTo>
                    <a:cubicBezTo>
                      <a:pt x="5" y="24"/>
                      <a:pt x="3" y="23"/>
                      <a:pt x="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1" name="Freeform 2823">
                <a:extLst>
                  <a:ext uri="{FF2B5EF4-FFF2-40B4-BE49-F238E27FC236}">
                    <a16:creationId xmlns:a16="http://schemas.microsoft.com/office/drawing/2014/main" id="{AEAF4DD6-F004-4126-9996-C161BF4DD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392"/>
                <a:ext cx="28" cy="14"/>
              </a:xfrm>
              <a:custGeom>
                <a:avLst/>
                <a:gdLst>
                  <a:gd name="T0" fmla="*/ 2 w 67"/>
                  <a:gd name="T1" fmla="*/ 12 h 36"/>
                  <a:gd name="T2" fmla="*/ 11 w 67"/>
                  <a:gd name="T3" fmla="*/ 8 h 36"/>
                  <a:gd name="T4" fmla="*/ 16 w 67"/>
                  <a:gd name="T5" fmla="*/ 7 h 36"/>
                  <a:gd name="T6" fmla="*/ 18 w 67"/>
                  <a:gd name="T7" fmla="*/ 4 h 36"/>
                  <a:gd name="T8" fmla="*/ 27 w 67"/>
                  <a:gd name="T9" fmla="*/ 3 h 36"/>
                  <a:gd name="T10" fmla="*/ 34 w 67"/>
                  <a:gd name="T11" fmla="*/ 10 h 36"/>
                  <a:gd name="T12" fmla="*/ 44 w 67"/>
                  <a:gd name="T13" fmla="*/ 13 h 36"/>
                  <a:gd name="T14" fmla="*/ 52 w 67"/>
                  <a:gd name="T15" fmla="*/ 18 h 36"/>
                  <a:gd name="T16" fmla="*/ 58 w 67"/>
                  <a:gd name="T17" fmla="*/ 18 h 36"/>
                  <a:gd name="T18" fmla="*/ 64 w 67"/>
                  <a:gd name="T19" fmla="*/ 15 h 36"/>
                  <a:gd name="T20" fmla="*/ 67 w 67"/>
                  <a:gd name="T21" fmla="*/ 17 h 36"/>
                  <a:gd name="T22" fmla="*/ 64 w 67"/>
                  <a:gd name="T23" fmla="*/ 19 h 36"/>
                  <a:gd name="T24" fmla="*/ 60 w 67"/>
                  <a:gd name="T25" fmla="*/ 21 h 36"/>
                  <a:gd name="T26" fmla="*/ 57 w 67"/>
                  <a:gd name="T27" fmla="*/ 25 h 36"/>
                  <a:gd name="T28" fmla="*/ 49 w 67"/>
                  <a:gd name="T29" fmla="*/ 24 h 36"/>
                  <a:gd name="T30" fmla="*/ 44 w 67"/>
                  <a:gd name="T31" fmla="*/ 20 h 36"/>
                  <a:gd name="T32" fmla="*/ 39 w 67"/>
                  <a:gd name="T33" fmla="*/ 26 h 36"/>
                  <a:gd name="T34" fmla="*/ 31 w 67"/>
                  <a:gd name="T35" fmla="*/ 31 h 36"/>
                  <a:gd name="T36" fmla="*/ 23 w 67"/>
                  <a:gd name="T37" fmla="*/ 35 h 36"/>
                  <a:gd name="T38" fmla="*/ 18 w 67"/>
                  <a:gd name="T39" fmla="*/ 35 h 36"/>
                  <a:gd name="T40" fmla="*/ 14 w 67"/>
                  <a:gd name="T41" fmla="*/ 31 h 36"/>
                  <a:gd name="T42" fmla="*/ 11 w 67"/>
                  <a:gd name="T43" fmla="*/ 25 h 36"/>
                  <a:gd name="T44" fmla="*/ 19 w 67"/>
                  <a:gd name="T45" fmla="*/ 20 h 36"/>
                  <a:gd name="T46" fmla="*/ 21 w 67"/>
                  <a:gd name="T47" fmla="*/ 17 h 36"/>
                  <a:gd name="T48" fmla="*/ 14 w 67"/>
                  <a:gd name="T49" fmla="*/ 17 h 36"/>
                  <a:gd name="T50" fmla="*/ 10 w 67"/>
                  <a:gd name="T51" fmla="*/ 16 h 36"/>
                  <a:gd name="T52" fmla="*/ 2 w 67"/>
                  <a:gd name="T53" fmla="*/ 1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7" h="36">
                    <a:moveTo>
                      <a:pt x="2" y="12"/>
                    </a:moveTo>
                    <a:cubicBezTo>
                      <a:pt x="0" y="9"/>
                      <a:pt x="9" y="9"/>
                      <a:pt x="11" y="8"/>
                    </a:cubicBezTo>
                    <a:cubicBezTo>
                      <a:pt x="12" y="8"/>
                      <a:pt x="15" y="8"/>
                      <a:pt x="16" y="7"/>
                    </a:cubicBezTo>
                    <a:cubicBezTo>
                      <a:pt x="17" y="6"/>
                      <a:pt x="17" y="5"/>
                      <a:pt x="18" y="4"/>
                    </a:cubicBezTo>
                    <a:cubicBezTo>
                      <a:pt x="20" y="0"/>
                      <a:pt x="24" y="1"/>
                      <a:pt x="27" y="3"/>
                    </a:cubicBezTo>
                    <a:cubicBezTo>
                      <a:pt x="30" y="5"/>
                      <a:pt x="31" y="8"/>
                      <a:pt x="34" y="10"/>
                    </a:cubicBezTo>
                    <a:cubicBezTo>
                      <a:pt x="37" y="13"/>
                      <a:pt x="41" y="12"/>
                      <a:pt x="44" y="13"/>
                    </a:cubicBezTo>
                    <a:cubicBezTo>
                      <a:pt x="47" y="14"/>
                      <a:pt x="49" y="16"/>
                      <a:pt x="52" y="18"/>
                    </a:cubicBezTo>
                    <a:cubicBezTo>
                      <a:pt x="54" y="19"/>
                      <a:pt x="57" y="20"/>
                      <a:pt x="58" y="18"/>
                    </a:cubicBezTo>
                    <a:cubicBezTo>
                      <a:pt x="60" y="16"/>
                      <a:pt x="61" y="15"/>
                      <a:pt x="64" y="15"/>
                    </a:cubicBezTo>
                    <a:cubicBezTo>
                      <a:pt x="65" y="15"/>
                      <a:pt x="67" y="16"/>
                      <a:pt x="67" y="17"/>
                    </a:cubicBezTo>
                    <a:cubicBezTo>
                      <a:pt x="67" y="18"/>
                      <a:pt x="65" y="18"/>
                      <a:pt x="64" y="19"/>
                    </a:cubicBezTo>
                    <a:cubicBezTo>
                      <a:pt x="62" y="19"/>
                      <a:pt x="61" y="20"/>
                      <a:pt x="60" y="21"/>
                    </a:cubicBezTo>
                    <a:cubicBezTo>
                      <a:pt x="59" y="22"/>
                      <a:pt x="58" y="24"/>
                      <a:pt x="57" y="25"/>
                    </a:cubicBezTo>
                    <a:cubicBezTo>
                      <a:pt x="55" y="28"/>
                      <a:pt x="51" y="27"/>
                      <a:pt x="49" y="24"/>
                    </a:cubicBezTo>
                    <a:cubicBezTo>
                      <a:pt x="47" y="23"/>
                      <a:pt x="47" y="19"/>
                      <a:pt x="44" y="20"/>
                    </a:cubicBezTo>
                    <a:cubicBezTo>
                      <a:pt x="41" y="21"/>
                      <a:pt x="40" y="24"/>
                      <a:pt x="39" y="26"/>
                    </a:cubicBezTo>
                    <a:cubicBezTo>
                      <a:pt x="37" y="29"/>
                      <a:pt x="34" y="29"/>
                      <a:pt x="31" y="31"/>
                    </a:cubicBezTo>
                    <a:cubicBezTo>
                      <a:pt x="29" y="32"/>
                      <a:pt x="26" y="34"/>
                      <a:pt x="23" y="35"/>
                    </a:cubicBezTo>
                    <a:cubicBezTo>
                      <a:pt x="22" y="35"/>
                      <a:pt x="19" y="36"/>
                      <a:pt x="18" y="35"/>
                    </a:cubicBezTo>
                    <a:cubicBezTo>
                      <a:pt x="16" y="34"/>
                      <a:pt x="16" y="32"/>
                      <a:pt x="14" y="31"/>
                    </a:cubicBezTo>
                    <a:cubicBezTo>
                      <a:pt x="12" y="29"/>
                      <a:pt x="10" y="28"/>
                      <a:pt x="11" y="25"/>
                    </a:cubicBezTo>
                    <a:cubicBezTo>
                      <a:pt x="12" y="21"/>
                      <a:pt x="17" y="21"/>
                      <a:pt x="19" y="20"/>
                    </a:cubicBezTo>
                    <a:cubicBezTo>
                      <a:pt x="20" y="19"/>
                      <a:pt x="21" y="18"/>
                      <a:pt x="21" y="17"/>
                    </a:cubicBezTo>
                    <a:cubicBezTo>
                      <a:pt x="21" y="17"/>
                      <a:pt x="15" y="17"/>
                      <a:pt x="14" y="17"/>
                    </a:cubicBezTo>
                    <a:cubicBezTo>
                      <a:pt x="13" y="17"/>
                      <a:pt x="11" y="17"/>
                      <a:pt x="10" y="16"/>
                    </a:cubicBezTo>
                    <a:cubicBezTo>
                      <a:pt x="7" y="15"/>
                      <a:pt x="3" y="15"/>
                      <a:pt x="2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2" name="Freeform 2824">
                <a:extLst>
                  <a:ext uri="{FF2B5EF4-FFF2-40B4-BE49-F238E27FC236}">
                    <a16:creationId xmlns:a16="http://schemas.microsoft.com/office/drawing/2014/main" id="{A082B0BC-2799-4EF8-803B-54DEB2C64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1393"/>
                <a:ext cx="4" cy="2"/>
              </a:xfrm>
              <a:custGeom>
                <a:avLst/>
                <a:gdLst>
                  <a:gd name="T0" fmla="*/ 1 w 9"/>
                  <a:gd name="T1" fmla="*/ 0 h 5"/>
                  <a:gd name="T2" fmla="*/ 4 w 9"/>
                  <a:gd name="T3" fmla="*/ 2 h 5"/>
                  <a:gd name="T4" fmla="*/ 8 w 9"/>
                  <a:gd name="T5" fmla="*/ 3 h 5"/>
                  <a:gd name="T6" fmla="*/ 7 w 9"/>
                  <a:gd name="T7" fmla="*/ 5 h 5"/>
                  <a:gd name="T8" fmla="*/ 2 w 9"/>
                  <a:gd name="T9" fmla="*/ 4 h 5"/>
                  <a:gd name="T10" fmla="*/ 1 w 9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1" y="0"/>
                    </a:moveTo>
                    <a:cubicBezTo>
                      <a:pt x="3" y="0"/>
                      <a:pt x="3" y="1"/>
                      <a:pt x="4" y="2"/>
                    </a:cubicBezTo>
                    <a:cubicBezTo>
                      <a:pt x="5" y="2"/>
                      <a:pt x="7" y="2"/>
                      <a:pt x="8" y="3"/>
                    </a:cubicBezTo>
                    <a:cubicBezTo>
                      <a:pt x="9" y="4"/>
                      <a:pt x="8" y="5"/>
                      <a:pt x="7" y="5"/>
                    </a:cubicBezTo>
                    <a:cubicBezTo>
                      <a:pt x="5" y="5"/>
                      <a:pt x="3" y="5"/>
                      <a:pt x="2" y="4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3" name="Freeform 2825">
                <a:extLst>
                  <a:ext uri="{FF2B5EF4-FFF2-40B4-BE49-F238E27FC236}">
                    <a16:creationId xmlns:a16="http://schemas.microsoft.com/office/drawing/2014/main" id="{1FDE1D3C-3C69-4F65-8B47-8F7D860FC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402"/>
                <a:ext cx="5" cy="6"/>
              </a:xfrm>
              <a:custGeom>
                <a:avLst/>
                <a:gdLst>
                  <a:gd name="T0" fmla="*/ 4 w 11"/>
                  <a:gd name="T1" fmla="*/ 14 h 15"/>
                  <a:gd name="T2" fmla="*/ 3 w 11"/>
                  <a:gd name="T3" fmla="*/ 13 h 15"/>
                  <a:gd name="T4" fmla="*/ 2 w 11"/>
                  <a:gd name="T5" fmla="*/ 9 h 15"/>
                  <a:gd name="T6" fmla="*/ 2 w 11"/>
                  <a:gd name="T7" fmla="*/ 8 h 15"/>
                  <a:gd name="T8" fmla="*/ 1 w 11"/>
                  <a:gd name="T9" fmla="*/ 5 h 15"/>
                  <a:gd name="T10" fmla="*/ 0 w 11"/>
                  <a:gd name="T11" fmla="*/ 4 h 15"/>
                  <a:gd name="T12" fmla="*/ 1 w 11"/>
                  <a:gd name="T13" fmla="*/ 2 h 15"/>
                  <a:gd name="T14" fmla="*/ 3 w 11"/>
                  <a:gd name="T15" fmla="*/ 0 h 15"/>
                  <a:gd name="T16" fmla="*/ 7 w 11"/>
                  <a:gd name="T17" fmla="*/ 1 h 15"/>
                  <a:gd name="T18" fmla="*/ 11 w 11"/>
                  <a:gd name="T19" fmla="*/ 6 h 15"/>
                  <a:gd name="T20" fmla="*/ 11 w 11"/>
                  <a:gd name="T21" fmla="*/ 7 h 15"/>
                  <a:gd name="T22" fmla="*/ 11 w 11"/>
                  <a:gd name="T23" fmla="*/ 9 h 15"/>
                  <a:gd name="T24" fmla="*/ 11 w 11"/>
                  <a:gd name="T25" fmla="*/ 11 h 15"/>
                  <a:gd name="T26" fmla="*/ 9 w 11"/>
                  <a:gd name="T27" fmla="*/ 13 h 15"/>
                  <a:gd name="T28" fmla="*/ 8 w 11"/>
                  <a:gd name="T29" fmla="*/ 14 h 15"/>
                  <a:gd name="T30" fmla="*/ 6 w 11"/>
                  <a:gd name="T31" fmla="*/ 14 h 15"/>
                  <a:gd name="T32" fmla="*/ 4 w 11"/>
                  <a:gd name="T3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5">
                    <a:moveTo>
                      <a:pt x="4" y="14"/>
                    </a:moveTo>
                    <a:cubicBezTo>
                      <a:pt x="4" y="14"/>
                      <a:pt x="3" y="14"/>
                      <a:pt x="3" y="13"/>
                    </a:cubicBezTo>
                    <a:cubicBezTo>
                      <a:pt x="2" y="12"/>
                      <a:pt x="2" y="10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6"/>
                      <a:pt x="1" y="5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9" y="3"/>
                      <a:pt x="10" y="4"/>
                      <a:pt x="11" y="6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8"/>
                      <a:pt x="11" y="9"/>
                    </a:cubicBezTo>
                    <a:cubicBezTo>
                      <a:pt x="11" y="9"/>
                      <a:pt x="11" y="10"/>
                      <a:pt x="11" y="11"/>
                    </a:cubicBezTo>
                    <a:cubicBezTo>
                      <a:pt x="10" y="12"/>
                      <a:pt x="9" y="12"/>
                      <a:pt x="9" y="13"/>
                    </a:cubicBezTo>
                    <a:cubicBezTo>
                      <a:pt x="8" y="13"/>
                      <a:pt x="8" y="13"/>
                      <a:pt x="8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5" y="15"/>
                      <a:pt x="5" y="15"/>
                      <a:pt x="4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4" name="Freeform 2826">
                <a:extLst>
                  <a:ext uri="{FF2B5EF4-FFF2-40B4-BE49-F238E27FC236}">
                    <a16:creationId xmlns:a16="http://schemas.microsoft.com/office/drawing/2014/main" id="{7B86FB9A-9139-4736-9AD6-549E5B69B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412"/>
                <a:ext cx="4" cy="7"/>
              </a:xfrm>
              <a:custGeom>
                <a:avLst/>
                <a:gdLst>
                  <a:gd name="T0" fmla="*/ 1 w 9"/>
                  <a:gd name="T1" fmla="*/ 5 h 16"/>
                  <a:gd name="T2" fmla="*/ 2 w 9"/>
                  <a:gd name="T3" fmla="*/ 4 h 16"/>
                  <a:gd name="T4" fmla="*/ 2 w 9"/>
                  <a:gd name="T5" fmla="*/ 2 h 16"/>
                  <a:gd name="T6" fmla="*/ 3 w 9"/>
                  <a:gd name="T7" fmla="*/ 1 h 16"/>
                  <a:gd name="T8" fmla="*/ 5 w 9"/>
                  <a:gd name="T9" fmla="*/ 1 h 16"/>
                  <a:gd name="T10" fmla="*/ 6 w 9"/>
                  <a:gd name="T11" fmla="*/ 2 h 16"/>
                  <a:gd name="T12" fmla="*/ 7 w 9"/>
                  <a:gd name="T13" fmla="*/ 3 h 16"/>
                  <a:gd name="T14" fmla="*/ 8 w 9"/>
                  <a:gd name="T15" fmla="*/ 6 h 16"/>
                  <a:gd name="T16" fmla="*/ 8 w 9"/>
                  <a:gd name="T17" fmla="*/ 7 h 16"/>
                  <a:gd name="T18" fmla="*/ 8 w 9"/>
                  <a:gd name="T19" fmla="*/ 9 h 16"/>
                  <a:gd name="T20" fmla="*/ 8 w 9"/>
                  <a:gd name="T21" fmla="*/ 11 h 16"/>
                  <a:gd name="T22" fmla="*/ 2 w 9"/>
                  <a:gd name="T23" fmla="*/ 14 h 16"/>
                  <a:gd name="T24" fmla="*/ 1 w 9"/>
                  <a:gd name="T25" fmla="*/ 12 h 16"/>
                  <a:gd name="T26" fmla="*/ 2 w 9"/>
                  <a:gd name="T27" fmla="*/ 9 h 16"/>
                  <a:gd name="T28" fmla="*/ 1 w 9"/>
                  <a:gd name="T29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6">
                    <a:moveTo>
                      <a:pt x="1" y="5"/>
                    </a:moveTo>
                    <a:cubicBezTo>
                      <a:pt x="1" y="5"/>
                      <a:pt x="2" y="4"/>
                      <a:pt x="2" y="4"/>
                    </a:cubicBezTo>
                    <a:cubicBezTo>
                      <a:pt x="2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1"/>
                      <a:pt x="5" y="0"/>
                      <a:pt x="5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4"/>
                      <a:pt x="8" y="5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9" y="10"/>
                      <a:pt x="8" y="10"/>
                      <a:pt x="8" y="11"/>
                    </a:cubicBezTo>
                    <a:cubicBezTo>
                      <a:pt x="8" y="14"/>
                      <a:pt x="4" y="16"/>
                      <a:pt x="2" y="14"/>
                    </a:cubicBezTo>
                    <a:cubicBezTo>
                      <a:pt x="2" y="14"/>
                      <a:pt x="1" y="13"/>
                      <a:pt x="1" y="12"/>
                    </a:cubicBezTo>
                    <a:cubicBezTo>
                      <a:pt x="1" y="11"/>
                      <a:pt x="2" y="10"/>
                      <a:pt x="2" y="9"/>
                    </a:cubicBezTo>
                    <a:cubicBezTo>
                      <a:pt x="1" y="8"/>
                      <a:pt x="0" y="7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5" name="Freeform 2827">
                <a:extLst>
                  <a:ext uri="{FF2B5EF4-FFF2-40B4-BE49-F238E27FC236}">
                    <a16:creationId xmlns:a16="http://schemas.microsoft.com/office/drawing/2014/main" id="{8AFDB398-5157-454E-8E21-114C10B12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416"/>
                <a:ext cx="2" cy="3"/>
              </a:xfrm>
              <a:custGeom>
                <a:avLst/>
                <a:gdLst>
                  <a:gd name="T0" fmla="*/ 2 w 6"/>
                  <a:gd name="T1" fmla="*/ 3 h 7"/>
                  <a:gd name="T2" fmla="*/ 3 w 6"/>
                  <a:gd name="T3" fmla="*/ 2 h 7"/>
                  <a:gd name="T4" fmla="*/ 5 w 6"/>
                  <a:gd name="T5" fmla="*/ 5 h 7"/>
                  <a:gd name="T6" fmla="*/ 0 w 6"/>
                  <a:gd name="T7" fmla="*/ 5 h 7"/>
                  <a:gd name="T8" fmla="*/ 2 w 6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3"/>
                    </a:moveTo>
                    <a:cubicBezTo>
                      <a:pt x="3" y="3"/>
                      <a:pt x="2" y="2"/>
                      <a:pt x="3" y="2"/>
                    </a:cubicBezTo>
                    <a:cubicBezTo>
                      <a:pt x="5" y="0"/>
                      <a:pt x="6" y="3"/>
                      <a:pt x="5" y="5"/>
                    </a:cubicBezTo>
                    <a:cubicBezTo>
                      <a:pt x="4" y="7"/>
                      <a:pt x="1" y="7"/>
                      <a:pt x="0" y="5"/>
                    </a:cubicBezTo>
                    <a:cubicBezTo>
                      <a:pt x="0" y="3"/>
                      <a:pt x="2" y="3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6" name="Freeform 2828">
                <a:extLst>
                  <a:ext uri="{FF2B5EF4-FFF2-40B4-BE49-F238E27FC236}">
                    <a16:creationId xmlns:a16="http://schemas.microsoft.com/office/drawing/2014/main" id="{60C77603-8B97-4127-9D6D-813509B53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422"/>
                <a:ext cx="5" cy="6"/>
              </a:xfrm>
              <a:custGeom>
                <a:avLst/>
                <a:gdLst>
                  <a:gd name="T0" fmla="*/ 4 w 12"/>
                  <a:gd name="T1" fmla="*/ 15 h 15"/>
                  <a:gd name="T2" fmla="*/ 3 w 12"/>
                  <a:gd name="T3" fmla="*/ 15 h 15"/>
                  <a:gd name="T4" fmla="*/ 2 w 12"/>
                  <a:gd name="T5" fmla="*/ 14 h 15"/>
                  <a:gd name="T6" fmla="*/ 2 w 12"/>
                  <a:gd name="T7" fmla="*/ 14 h 15"/>
                  <a:gd name="T8" fmla="*/ 1 w 12"/>
                  <a:gd name="T9" fmla="*/ 13 h 15"/>
                  <a:gd name="T10" fmla="*/ 0 w 12"/>
                  <a:gd name="T11" fmla="*/ 12 h 15"/>
                  <a:gd name="T12" fmla="*/ 0 w 12"/>
                  <a:gd name="T13" fmla="*/ 10 h 15"/>
                  <a:gd name="T14" fmla="*/ 1 w 12"/>
                  <a:gd name="T15" fmla="*/ 9 h 15"/>
                  <a:gd name="T16" fmla="*/ 2 w 12"/>
                  <a:gd name="T17" fmla="*/ 5 h 15"/>
                  <a:gd name="T18" fmla="*/ 5 w 12"/>
                  <a:gd name="T19" fmla="*/ 3 h 15"/>
                  <a:gd name="T20" fmla="*/ 7 w 12"/>
                  <a:gd name="T21" fmla="*/ 3 h 15"/>
                  <a:gd name="T22" fmla="*/ 7 w 12"/>
                  <a:gd name="T23" fmla="*/ 1 h 15"/>
                  <a:gd name="T24" fmla="*/ 12 w 12"/>
                  <a:gd name="T25" fmla="*/ 1 h 15"/>
                  <a:gd name="T26" fmla="*/ 12 w 12"/>
                  <a:gd name="T27" fmla="*/ 4 h 15"/>
                  <a:gd name="T28" fmla="*/ 11 w 12"/>
                  <a:gd name="T29" fmla="*/ 7 h 15"/>
                  <a:gd name="T30" fmla="*/ 9 w 12"/>
                  <a:gd name="T31" fmla="*/ 8 h 15"/>
                  <a:gd name="T32" fmla="*/ 9 w 12"/>
                  <a:gd name="T33" fmla="*/ 11 h 15"/>
                  <a:gd name="T34" fmla="*/ 10 w 12"/>
                  <a:gd name="T35" fmla="*/ 12 h 15"/>
                  <a:gd name="T36" fmla="*/ 7 w 12"/>
                  <a:gd name="T37" fmla="*/ 14 h 15"/>
                  <a:gd name="T38" fmla="*/ 5 w 12"/>
                  <a:gd name="T39" fmla="*/ 15 h 15"/>
                  <a:gd name="T40" fmla="*/ 4 w 12"/>
                  <a:gd name="T4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0" y="13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10"/>
                      <a:pt x="1" y="10"/>
                      <a:pt x="1" y="9"/>
                    </a:cubicBezTo>
                    <a:cubicBezTo>
                      <a:pt x="2" y="8"/>
                      <a:pt x="1" y="6"/>
                      <a:pt x="2" y="5"/>
                    </a:cubicBezTo>
                    <a:cubicBezTo>
                      <a:pt x="2" y="4"/>
                      <a:pt x="4" y="3"/>
                      <a:pt x="5" y="3"/>
                    </a:cubicBezTo>
                    <a:cubicBezTo>
                      <a:pt x="5" y="3"/>
                      <a:pt x="6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8" y="1"/>
                      <a:pt x="11" y="0"/>
                      <a:pt x="12" y="1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0" y="7"/>
                      <a:pt x="9" y="8"/>
                      <a:pt x="9" y="8"/>
                    </a:cubicBezTo>
                    <a:cubicBezTo>
                      <a:pt x="9" y="9"/>
                      <a:pt x="9" y="10"/>
                      <a:pt x="9" y="11"/>
                    </a:cubicBezTo>
                    <a:cubicBezTo>
                      <a:pt x="10" y="11"/>
                      <a:pt x="10" y="12"/>
                      <a:pt x="10" y="12"/>
                    </a:cubicBezTo>
                    <a:cubicBezTo>
                      <a:pt x="9" y="14"/>
                      <a:pt x="8" y="14"/>
                      <a:pt x="7" y="14"/>
                    </a:cubicBezTo>
                    <a:cubicBezTo>
                      <a:pt x="7" y="14"/>
                      <a:pt x="6" y="14"/>
                      <a:pt x="5" y="15"/>
                    </a:cubicBezTo>
                    <a:cubicBezTo>
                      <a:pt x="5" y="15"/>
                      <a:pt x="4" y="15"/>
                      <a:pt x="4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7" name="Freeform 2829">
                <a:extLst>
                  <a:ext uri="{FF2B5EF4-FFF2-40B4-BE49-F238E27FC236}">
                    <a16:creationId xmlns:a16="http://schemas.microsoft.com/office/drawing/2014/main" id="{6862D872-910B-438B-A880-844A59D03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429"/>
                <a:ext cx="5" cy="4"/>
              </a:xfrm>
              <a:custGeom>
                <a:avLst/>
                <a:gdLst>
                  <a:gd name="T0" fmla="*/ 1 w 14"/>
                  <a:gd name="T1" fmla="*/ 3 h 10"/>
                  <a:gd name="T2" fmla="*/ 2 w 14"/>
                  <a:gd name="T3" fmla="*/ 1 h 10"/>
                  <a:gd name="T4" fmla="*/ 5 w 14"/>
                  <a:gd name="T5" fmla="*/ 1 h 10"/>
                  <a:gd name="T6" fmla="*/ 7 w 14"/>
                  <a:gd name="T7" fmla="*/ 2 h 10"/>
                  <a:gd name="T8" fmla="*/ 9 w 14"/>
                  <a:gd name="T9" fmla="*/ 3 h 10"/>
                  <a:gd name="T10" fmla="*/ 13 w 14"/>
                  <a:gd name="T11" fmla="*/ 6 h 10"/>
                  <a:gd name="T12" fmla="*/ 12 w 14"/>
                  <a:gd name="T13" fmla="*/ 9 h 10"/>
                  <a:gd name="T14" fmla="*/ 6 w 14"/>
                  <a:gd name="T15" fmla="*/ 9 h 10"/>
                  <a:gd name="T16" fmla="*/ 3 w 14"/>
                  <a:gd name="T17" fmla="*/ 6 h 10"/>
                  <a:gd name="T18" fmla="*/ 1 w 14"/>
                  <a:gd name="T1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0">
                    <a:moveTo>
                      <a:pt x="1" y="3"/>
                    </a:moveTo>
                    <a:cubicBezTo>
                      <a:pt x="0" y="2"/>
                      <a:pt x="1" y="2"/>
                      <a:pt x="2" y="1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8" y="3"/>
                      <a:pt x="9" y="3"/>
                      <a:pt x="9" y="3"/>
                    </a:cubicBezTo>
                    <a:cubicBezTo>
                      <a:pt x="11" y="3"/>
                      <a:pt x="13" y="4"/>
                      <a:pt x="13" y="6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0" y="10"/>
                      <a:pt x="7" y="9"/>
                      <a:pt x="6" y="9"/>
                    </a:cubicBezTo>
                    <a:cubicBezTo>
                      <a:pt x="4" y="8"/>
                      <a:pt x="3" y="7"/>
                      <a:pt x="3" y="6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8" name="Freeform 2830">
                <a:extLst>
                  <a:ext uri="{FF2B5EF4-FFF2-40B4-BE49-F238E27FC236}">
                    <a16:creationId xmlns:a16="http://schemas.microsoft.com/office/drawing/2014/main" id="{964CF34E-B45D-4A2D-8E8D-650D74370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431"/>
                <a:ext cx="4" cy="5"/>
              </a:xfrm>
              <a:custGeom>
                <a:avLst/>
                <a:gdLst>
                  <a:gd name="T0" fmla="*/ 1 w 9"/>
                  <a:gd name="T1" fmla="*/ 4 h 11"/>
                  <a:gd name="T2" fmla="*/ 1 w 9"/>
                  <a:gd name="T3" fmla="*/ 0 h 11"/>
                  <a:gd name="T4" fmla="*/ 3 w 9"/>
                  <a:gd name="T5" fmla="*/ 5 h 11"/>
                  <a:gd name="T6" fmla="*/ 7 w 9"/>
                  <a:gd name="T7" fmla="*/ 7 h 11"/>
                  <a:gd name="T8" fmla="*/ 5 w 9"/>
                  <a:gd name="T9" fmla="*/ 10 h 11"/>
                  <a:gd name="T10" fmla="*/ 1 w 9"/>
                  <a:gd name="T11" fmla="*/ 8 h 11"/>
                  <a:gd name="T12" fmla="*/ 1 w 9"/>
                  <a:gd name="T13" fmla="*/ 7 h 11"/>
                  <a:gd name="T14" fmla="*/ 1 w 9"/>
                  <a:gd name="T1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1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4" y="0"/>
                      <a:pt x="3" y="4"/>
                      <a:pt x="3" y="5"/>
                    </a:cubicBezTo>
                    <a:cubicBezTo>
                      <a:pt x="4" y="7"/>
                      <a:pt x="6" y="6"/>
                      <a:pt x="7" y="7"/>
                    </a:cubicBezTo>
                    <a:cubicBezTo>
                      <a:pt x="9" y="9"/>
                      <a:pt x="6" y="10"/>
                      <a:pt x="5" y="10"/>
                    </a:cubicBezTo>
                    <a:cubicBezTo>
                      <a:pt x="3" y="11"/>
                      <a:pt x="2" y="9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2" y="6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9" name="Freeform 2831">
                <a:extLst>
                  <a:ext uri="{FF2B5EF4-FFF2-40B4-BE49-F238E27FC236}">
                    <a16:creationId xmlns:a16="http://schemas.microsoft.com/office/drawing/2014/main" id="{40460092-E0B8-4F0C-93F4-CF7F56166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36"/>
                <a:ext cx="5" cy="4"/>
              </a:xfrm>
              <a:custGeom>
                <a:avLst/>
                <a:gdLst>
                  <a:gd name="T0" fmla="*/ 1 w 13"/>
                  <a:gd name="T1" fmla="*/ 7 h 9"/>
                  <a:gd name="T2" fmla="*/ 0 w 13"/>
                  <a:gd name="T3" fmla="*/ 4 h 9"/>
                  <a:gd name="T4" fmla="*/ 1 w 13"/>
                  <a:gd name="T5" fmla="*/ 2 h 9"/>
                  <a:gd name="T6" fmla="*/ 7 w 13"/>
                  <a:gd name="T7" fmla="*/ 2 h 9"/>
                  <a:gd name="T8" fmla="*/ 12 w 13"/>
                  <a:gd name="T9" fmla="*/ 4 h 9"/>
                  <a:gd name="T10" fmla="*/ 11 w 13"/>
                  <a:gd name="T11" fmla="*/ 8 h 9"/>
                  <a:gd name="T12" fmla="*/ 8 w 13"/>
                  <a:gd name="T13" fmla="*/ 8 h 9"/>
                  <a:gd name="T14" fmla="*/ 6 w 13"/>
                  <a:gd name="T15" fmla="*/ 8 h 9"/>
                  <a:gd name="T16" fmla="*/ 4 w 13"/>
                  <a:gd name="T17" fmla="*/ 9 h 9"/>
                  <a:gd name="T18" fmla="*/ 1 w 13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9">
                    <a:moveTo>
                      <a:pt x="1" y="7"/>
                    </a:move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2" y="0"/>
                      <a:pt x="5" y="2"/>
                      <a:pt x="7" y="2"/>
                    </a:cubicBezTo>
                    <a:cubicBezTo>
                      <a:pt x="8" y="2"/>
                      <a:pt x="10" y="2"/>
                      <a:pt x="12" y="4"/>
                    </a:cubicBezTo>
                    <a:cubicBezTo>
                      <a:pt x="13" y="5"/>
                      <a:pt x="12" y="7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8"/>
                      <a:pt x="6" y="8"/>
                    </a:cubicBezTo>
                    <a:cubicBezTo>
                      <a:pt x="5" y="8"/>
                      <a:pt x="5" y="9"/>
                      <a:pt x="4" y="9"/>
                    </a:cubicBezTo>
                    <a:cubicBezTo>
                      <a:pt x="3" y="9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0" name="Freeform 2832">
                <a:extLst>
                  <a:ext uri="{FF2B5EF4-FFF2-40B4-BE49-F238E27FC236}">
                    <a16:creationId xmlns:a16="http://schemas.microsoft.com/office/drawing/2014/main" id="{0BD921E2-9438-4ABA-9188-07126CF81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447"/>
                <a:ext cx="7" cy="7"/>
              </a:xfrm>
              <a:custGeom>
                <a:avLst/>
                <a:gdLst>
                  <a:gd name="T0" fmla="*/ 3 w 17"/>
                  <a:gd name="T1" fmla="*/ 15 h 17"/>
                  <a:gd name="T2" fmla="*/ 2 w 17"/>
                  <a:gd name="T3" fmla="*/ 13 h 17"/>
                  <a:gd name="T4" fmla="*/ 2 w 17"/>
                  <a:gd name="T5" fmla="*/ 11 h 17"/>
                  <a:gd name="T6" fmla="*/ 1 w 17"/>
                  <a:gd name="T7" fmla="*/ 8 h 17"/>
                  <a:gd name="T8" fmla="*/ 3 w 17"/>
                  <a:gd name="T9" fmla="*/ 4 h 17"/>
                  <a:gd name="T10" fmla="*/ 4 w 17"/>
                  <a:gd name="T11" fmla="*/ 2 h 17"/>
                  <a:gd name="T12" fmla="*/ 6 w 17"/>
                  <a:gd name="T13" fmla="*/ 1 h 17"/>
                  <a:gd name="T14" fmla="*/ 12 w 17"/>
                  <a:gd name="T15" fmla="*/ 1 h 17"/>
                  <a:gd name="T16" fmla="*/ 14 w 17"/>
                  <a:gd name="T17" fmla="*/ 3 h 17"/>
                  <a:gd name="T18" fmla="*/ 15 w 17"/>
                  <a:gd name="T19" fmla="*/ 5 h 17"/>
                  <a:gd name="T20" fmla="*/ 16 w 17"/>
                  <a:gd name="T21" fmla="*/ 8 h 17"/>
                  <a:gd name="T22" fmla="*/ 16 w 17"/>
                  <a:gd name="T23" fmla="*/ 10 h 17"/>
                  <a:gd name="T24" fmla="*/ 16 w 17"/>
                  <a:gd name="T25" fmla="*/ 13 h 17"/>
                  <a:gd name="T26" fmla="*/ 13 w 17"/>
                  <a:gd name="T27" fmla="*/ 16 h 17"/>
                  <a:gd name="T28" fmla="*/ 7 w 17"/>
                  <a:gd name="T29" fmla="*/ 17 h 17"/>
                  <a:gd name="T30" fmla="*/ 3 w 17"/>
                  <a:gd name="T3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7">
                    <a:moveTo>
                      <a:pt x="3" y="15"/>
                    </a:moveTo>
                    <a:cubicBezTo>
                      <a:pt x="3" y="14"/>
                      <a:pt x="2" y="14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1" y="10"/>
                      <a:pt x="0" y="9"/>
                      <a:pt x="1" y="8"/>
                    </a:cubicBezTo>
                    <a:cubicBezTo>
                      <a:pt x="2" y="6"/>
                      <a:pt x="3" y="6"/>
                      <a:pt x="3" y="4"/>
                    </a:cubicBezTo>
                    <a:cubicBezTo>
                      <a:pt x="4" y="3"/>
                      <a:pt x="3" y="3"/>
                      <a:pt x="4" y="2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8" y="0"/>
                      <a:pt x="10" y="0"/>
                      <a:pt x="12" y="1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5" y="6"/>
                      <a:pt x="16" y="7"/>
                      <a:pt x="16" y="8"/>
                    </a:cubicBezTo>
                    <a:cubicBezTo>
                      <a:pt x="16" y="9"/>
                      <a:pt x="16" y="10"/>
                      <a:pt x="16" y="10"/>
                    </a:cubicBezTo>
                    <a:cubicBezTo>
                      <a:pt x="16" y="11"/>
                      <a:pt x="17" y="12"/>
                      <a:pt x="16" y="13"/>
                    </a:cubicBezTo>
                    <a:cubicBezTo>
                      <a:pt x="16" y="15"/>
                      <a:pt x="14" y="15"/>
                      <a:pt x="13" y="16"/>
                    </a:cubicBezTo>
                    <a:cubicBezTo>
                      <a:pt x="11" y="16"/>
                      <a:pt x="9" y="17"/>
                      <a:pt x="7" y="17"/>
                    </a:cubicBezTo>
                    <a:cubicBezTo>
                      <a:pt x="5" y="17"/>
                      <a:pt x="4" y="16"/>
                      <a:pt x="3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1" name="Freeform 2833">
                <a:extLst>
                  <a:ext uri="{FF2B5EF4-FFF2-40B4-BE49-F238E27FC236}">
                    <a16:creationId xmlns:a16="http://schemas.microsoft.com/office/drawing/2014/main" id="{4A3EDF9B-1FBE-468D-84CA-D8FD381F6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450"/>
                <a:ext cx="2" cy="3"/>
              </a:xfrm>
              <a:custGeom>
                <a:avLst/>
                <a:gdLst>
                  <a:gd name="T0" fmla="*/ 1 w 5"/>
                  <a:gd name="T1" fmla="*/ 5 h 8"/>
                  <a:gd name="T2" fmla="*/ 0 w 5"/>
                  <a:gd name="T3" fmla="*/ 3 h 8"/>
                  <a:gd name="T4" fmla="*/ 0 w 5"/>
                  <a:gd name="T5" fmla="*/ 1 h 8"/>
                  <a:gd name="T6" fmla="*/ 4 w 5"/>
                  <a:gd name="T7" fmla="*/ 2 h 8"/>
                  <a:gd name="T8" fmla="*/ 4 w 5"/>
                  <a:gd name="T9" fmla="*/ 6 h 8"/>
                  <a:gd name="T10" fmla="*/ 1 w 5"/>
                  <a:gd name="T11" fmla="*/ 8 h 8"/>
                  <a:gd name="T12" fmla="*/ 1 w 5"/>
                  <a:gd name="T1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1" y="5"/>
                    </a:move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2" y="0"/>
                      <a:pt x="3" y="0"/>
                      <a:pt x="4" y="2"/>
                    </a:cubicBezTo>
                    <a:cubicBezTo>
                      <a:pt x="5" y="3"/>
                      <a:pt x="5" y="5"/>
                      <a:pt x="4" y="6"/>
                    </a:cubicBezTo>
                    <a:cubicBezTo>
                      <a:pt x="4" y="6"/>
                      <a:pt x="2" y="8"/>
                      <a:pt x="1" y="8"/>
                    </a:cubicBezTo>
                    <a:cubicBezTo>
                      <a:pt x="0" y="8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2" name="Freeform 2834">
                <a:extLst>
                  <a:ext uri="{FF2B5EF4-FFF2-40B4-BE49-F238E27FC236}">
                    <a16:creationId xmlns:a16="http://schemas.microsoft.com/office/drawing/2014/main" id="{36C0F4B6-AE6C-4B08-A735-B76B730D6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453"/>
                <a:ext cx="4" cy="2"/>
              </a:xfrm>
              <a:custGeom>
                <a:avLst/>
                <a:gdLst>
                  <a:gd name="T0" fmla="*/ 0 w 10"/>
                  <a:gd name="T1" fmla="*/ 5 h 7"/>
                  <a:gd name="T2" fmla="*/ 1 w 10"/>
                  <a:gd name="T3" fmla="*/ 3 h 7"/>
                  <a:gd name="T4" fmla="*/ 1 w 10"/>
                  <a:gd name="T5" fmla="*/ 1 h 7"/>
                  <a:gd name="T6" fmla="*/ 4 w 10"/>
                  <a:gd name="T7" fmla="*/ 0 h 7"/>
                  <a:gd name="T8" fmla="*/ 7 w 10"/>
                  <a:gd name="T9" fmla="*/ 0 h 7"/>
                  <a:gd name="T10" fmla="*/ 8 w 10"/>
                  <a:gd name="T11" fmla="*/ 2 h 7"/>
                  <a:gd name="T12" fmla="*/ 10 w 10"/>
                  <a:gd name="T13" fmla="*/ 3 h 7"/>
                  <a:gd name="T14" fmla="*/ 10 w 10"/>
                  <a:gd name="T15" fmla="*/ 6 h 7"/>
                  <a:gd name="T16" fmla="*/ 5 w 10"/>
                  <a:gd name="T17" fmla="*/ 7 h 7"/>
                  <a:gd name="T18" fmla="*/ 3 w 10"/>
                  <a:gd name="T19" fmla="*/ 7 h 7"/>
                  <a:gd name="T20" fmla="*/ 3 w 10"/>
                  <a:gd name="T21" fmla="*/ 7 h 7"/>
                  <a:gd name="T22" fmla="*/ 1 w 10"/>
                  <a:gd name="T23" fmla="*/ 6 h 7"/>
                  <a:gd name="T24" fmla="*/ 0 w 10"/>
                  <a:gd name="T2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7">
                    <a:moveTo>
                      <a:pt x="0" y="5"/>
                    </a:moveTo>
                    <a:cubicBezTo>
                      <a:pt x="0" y="4"/>
                      <a:pt x="0" y="4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8" y="3"/>
                      <a:pt x="9" y="3"/>
                      <a:pt x="10" y="3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8" y="7"/>
                      <a:pt x="6" y="7"/>
                      <a:pt x="5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6"/>
                      <a:pt x="1" y="6"/>
                    </a:cubicBezTo>
                    <a:cubicBezTo>
                      <a:pt x="1" y="6"/>
                      <a:pt x="1" y="5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3" name="Freeform 2835">
                <a:extLst>
                  <a:ext uri="{FF2B5EF4-FFF2-40B4-BE49-F238E27FC236}">
                    <a16:creationId xmlns:a16="http://schemas.microsoft.com/office/drawing/2014/main" id="{1DDEA0A2-FDF4-44F7-AF07-6CD59AA3A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477"/>
                <a:ext cx="6" cy="9"/>
              </a:xfrm>
              <a:custGeom>
                <a:avLst/>
                <a:gdLst>
                  <a:gd name="T0" fmla="*/ 13 w 13"/>
                  <a:gd name="T1" fmla="*/ 19 h 23"/>
                  <a:gd name="T2" fmla="*/ 12 w 13"/>
                  <a:gd name="T3" fmla="*/ 18 h 23"/>
                  <a:gd name="T4" fmla="*/ 12 w 13"/>
                  <a:gd name="T5" fmla="*/ 17 h 23"/>
                  <a:gd name="T6" fmla="*/ 11 w 13"/>
                  <a:gd name="T7" fmla="*/ 15 h 23"/>
                  <a:gd name="T8" fmla="*/ 11 w 13"/>
                  <a:gd name="T9" fmla="*/ 11 h 23"/>
                  <a:gd name="T10" fmla="*/ 10 w 13"/>
                  <a:gd name="T11" fmla="*/ 6 h 23"/>
                  <a:gd name="T12" fmla="*/ 10 w 13"/>
                  <a:gd name="T13" fmla="*/ 3 h 23"/>
                  <a:gd name="T14" fmla="*/ 9 w 13"/>
                  <a:gd name="T15" fmla="*/ 1 h 23"/>
                  <a:gd name="T16" fmla="*/ 7 w 13"/>
                  <a:gd name="T17" fmla="*/ 2 h 23"/>
                  <a:gd name="T18" fmla="*/ 4 w 13"/>
                  <a:gd name="T19" fmla="*/ 5 h 23"/>
                  <a:gd name="T20" fmla="*/ 3 w 13"/>
                  <a:gd name="T21" fmla="*/ 6 h 23"/>
                  <a:gd name="T22" fmla="*/ 0 w 13"/>
                  <a:gd name="T23" fmla="*/ 11 h 23"/>
                  <a:gd name="T24" fmla="*/ 1 w 13"/>
                  <a:gd name="T25" fmla="*/ 14 h 23"/>
                  <a:gd name="T26" fmla="*/ 4 w 13"/>
                  <a:gd name="T27" fmla="*/ 15 h 23"/>
                  <a:gd name="T28" fmla="*/ 4 w 13"/>
                  <a:gd name="T29" fmla="*/ 18 h 23"/>
                  <a:gd name="T30" fmla="*/ 6 w 13"/>
                  <a:gd name="T31" fmla="*/ 18 h 23"/>
                  <a:gd name="T32" fmla="*/ 8 w 13"/>
                  <a:gd name="T33" fmla="*/ 17 h 23"/>
                  <a:gd name="T34" fmla="*/ 7 w 13"/>
                  <a:gd name="T35" fmla="*/ 19 h 23"/>
                  <a:gd name="T36" fmla="*/ 7 w 13"/>
                  <a:gd name="T37" fmla="*/ 21 h 23"/>
                  <a:gd name="T38" fmla="*/ 13 w 13"/>
                  <a:gd name="T39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23">
                    <a:moveTo>
                      <a:pt x="13" y="19"/>
                    </a:moveTo>
                    <a:cubicBezTo>
                      <a:pt x="13" y="19"/>
                      <a:pt x="12" y="19"/>
                      <a:pt x="12" y="18"/>
                    </a:cubicBezTo>
                    <a:cubicBezTo>
                      <a:pt x="12" y="18"/>
                      <a:pt x="12" y="18"/>
                      <a:pt x="12" y="17"/>
                    </a:cubicBezTo>
                    <a:cubicBezTo>
                      <a:pt x="12" y="16"/>
                      <a:pt x="12" y="16"/>
                      <a:pt x="11" y="15"/>
                    </a:cubicBezTo>
                    <a:cubicBezTo>
                      <a:pt x="11" y="14"/>
                      <a:pt x="11" y="13"/>
                      <a:pt x="11" y="11"/>
                    </a:cubicBezTo>
                    <a:cubicBezTo>
                      <a:pt x="11" y="10"/>
                      <a:pt x="10" y="8"/>
                      <a:pt x="10" y="6"/>
                    </a:cubicBezTo>
                    <a:cubicBezTo>
                      <a:pt x="9" y="5"/>
                      <a:pt x="10" y="4"/>
                      <a:pt x="10" y="3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8" y="0"/>
                      <a:pt x="7" y="2"/>
                      <a:pt x="7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1" y="7"/>
                      <a:pt x="0" y="9"/>
                      <a:pt x="0" y="11"/>
                    </a:cubicBezTo>
                    <a:cubicBezTo>
                      <a:pt x="0" y="12"/>
                      <a:pt x="0" y="13"/>
                      <a:pt x="1" y="14"/>
                    </a:cubicBezTo>
                    <a:cubicBezTo>
                      <a:pt x="2" y="14"/>
                      <a:pt x="3" y="14"/>
                      <a:pt x="4" y="15"/>
                    </a:cubicBezTo>
                    <a:cubicBezTo>
                      <a:pt x="4" y="16"/>
                      <a:pt x="3" y="17"/>
                      <a:pt x="4" y="18"/>
                    </a:cubicBezTo>
                    <a:cubicBezTo>
                      <a:pt x="4" y="18"/>
                      <a:pt x="5" y="18"/>
                      <a:pt x="6" y="18"/>
                    </a:cubicBezTo>
                    <a:cubicBezTo>
                      <a:pt x="6" y="17"/>
                      <a:pt x="7" y="16"/>
                      <a:pt x="8" y="17"/>
                    </a:cubicBezTo>
                    <a:cubicBezTo>
                      <a:pt x="9" y="17"/>
                      <a:pt x="8" y="19"/>
                      <a:pt x="7" y="19"/>
                    </a:cubicBezTo>
                    <a:cubicBezTo>
                      <a:pt x="7" y="20"/>
                      <a:pt x="7" y="20"/>
                      <a:pt x="7" y="21"/>
                    </a:cubicBezTo>
                    <a:cubicBezTo>
                      <a:pt x="8" y="23"/>
                      <a:pt x="13" y="21"/>
                      <a:pt x="13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4" name="Freeform 2836">
                <a:extLst>
                  <a:ext uri="{FF2B5EF4-FFF2-40B4-BE49-F238E27FC236}">
                    <a16:creationId xmlns:a16="http://schemas.microsoft.com/office/drawing/2014/main" id="{5E32E82B-A840-41A2-BA87-541E2B153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476"/>
                <a:ext cx="5" cy="8"/>
              </a:xfrm>
              <a:custGeom>
                <a:avLst/>
                <a:gdLst>
                  <a:gd name="T0" fmla="*/ 2 w 11"/>
                  <a:gd name="T1" fmla="*/ 15 h 18"/>
                  <a:gd name="T2" fmla="*/ 2 w 11"/>
                  <a:gd name="T3" fmla="*/ 17 h 18"/>
                  <a:gd name="T4" fmla="*/ 0 w 11"/>
                  <a:gd name="T5" fmla="*/ 16 h 18"/>
                  <a:gd name="T6" fmla="*/ 0 w 11"/>
                  <a:gd name="T7" fmla="*/ 12 h 18"/>
                  <a:gd name="T8" fmla="*/ 0 w 11"/>
                  <a:gd name="T9" fmla="*/ 7 h 18"/>
                  <a:gd name="T10" fmla="*/ 3 w 11"/>
                  <a:gd name="T11" fmla="*/ 7 h 18"/>
                  <a:gd name="T12" fmla="*/ 4 w 11"/>
                  <a:gd name="T13" fmla="*/ 5 h 18"/>
                  <a:gd name="T14" fmla="*/ 5 w 11"/>
                  <a:gd name="T15" fmla="*/ 3 h 18"/>
                  <a:gd name="T16" fmla="*/ 7 w 11"/>
                  <a:gd name="T17" fmla="*/ 1 h 18"/>
                  <a:gd name="T18" fmla="*/ 10 w 11"/>
                  <a:gd name="T19" fmla="*/ 2 h 18"/>
                  <a:gd name="T20" fmla="*/ 10 w 11"/>
                  <a:gd name="T21" fmla="*/ 7 h 18"/>
                  <a:gd name="T22" fmla="*/ 10 w 11"/>
                  <a:gd name="T23" fmla="*/ 12 h 18"/>
                  <a:gd name="T24" fmla="*/ 9 w 11"/>
                  <a:gd name="T25" fmla="*/ 15 h 18"/>
                  <a:gd name="T26" fmla="*/ 8 w 11"/>
                  <a:gd name="T27" fmla="*/ 15 h 18"/>
                  <a:gd name="T28" fmla="*/ 6 w 11"/>
                  <a:gd name="T29" fmla="*/ 16 h 18"/>
                  <a:gd name="T30" fmla="*/ 2 w 11"/>
                  <a:gd name="T31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8">
                    <a:moveTo>
                      <a:pt x="2" y="15"/>
                    </a:moveTo>
                    <a:cubicBezTo>
                      <a:pt x="2" y="16"/>
                      <a:pt x="2" y="17"/>
                      <a:pt x="2" y="17"/>
                    </a:cubicBezTo>
                    <a:cubicBezTo>
                      <a:pt x="1" y="18"/>
                      <a:pt x="0" y="17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0" y="4"/>
                      <a:pt x="2" y="8"/>
                      <a:pt x="3" y="7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6" y="2"/>
                      <a:pt x="6" y="1"/>
                      <a:pt x="7" y="1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1" y="3"/>
                      <a:pt x="10" y="5"/>
                      <a:pt x="10" y="7"/>
                    </a:cubicBezTo>
                    <a:cubicBezTo>
                      <a:pt x="10" y="9"/>
                      <a:pt x="11" y="10"/>
                      <a:pt x="10" y="12"/>
                    </a:cubicBezTo>
                    <a:cubicBezTo>
                      <a:pt x="10" y="13"/>
                      <a:pt x="9" y="14"/>
                      <a:pt x="9" y="15"/>
                    </a:cubicBezTo>
                    <a:cubicBezTo>
                      <a:pt x="9" y="16"/>
                      <a:pt x="9" y="15"/>
                      <a:pt x="8" y="15"/>
                    </a:cubicBezTo>
                    <a:cubicBezTo>
                      <a:pt x="7" y="15"/>
                      <a:pt x="7" y="16"/>
                      <a:pt x="6" y="16"/>
                    </a:cubicBezTo>
                    <a:cubicBezTo>
                      <a:pt x="5" y="17"/>
                      <a:pt x="3" y="11"/>
                      <a:pt x="2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5" name="Freeform 2837">
                <a:extLst>
                  <a:ext uri="{FF2B5EF4-FFF2-40B4-BE49-F238E27FC236}">
                    <a16:creationId xmlns:a16="http://schemas.microsoft.com/office/drawing/2014/main" id="{92BE4EB8-7596-4376-8A2C-93CCD6A94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466"/>
                <a:ext cx="12" cy="16"/>
              </a:xfrm>
              <a:custGeom>
                <a:avLst/>
                <a:gdLst>
                  <a:gd name="T0" fmla="*/ 2 w 28"/>
                  <a:gd name="T1" fmla="*/ 29 h 38"/>
                  <a:gd name="T2" fmla="*/ 4 w 28"/>
                  <a:gd name="T3" fmla="*/ 22 h 38"/>
                  <a:gd name="T4" fmla="*/ 4 w 28"/>
                  <a:gd name="T5" fmla="*/ 13 h 38"/>
                  <a:gd name="T6" fmla="*/ 5 w 28"/>
                  <a:gd name="T7" fmla="*/ 11 h 38"/>
                  <a:gd name="T8" fmla="*/ 8 w 28"/>
                  <a:gd name="T9" fmla="*/ 11 h 38"/>
                  <a:gd name="T10" fmla="*/ 11 w 28"/>
                  <a:gd name="T11" fmla="*/ 12 h 38"/>
                  <a:gd name="T12" fmla="*/ 12 w 28"/>
                  <a:gd name="T13" fmla="*/ 15 h 38"/>
                  <a:gd name="T14" fmla="*/ 14 w 28"/>
                  <a:gd name="T15" fmla="*/ 20 h 38"/>
                  <a:gd name="T16" fmla="*/ 17 w 28"/>
                  <a:gd name="T17" fmla="*/ 14 h 38"/>
                  <a:gd name="T18" fmla="*/ 16 w 28"/>
                  <a:gd name="T19" fmla="*/ 6 h 38"/>
                  <a:gd name="T20" fmla="*/ 17 w 28"/>
                  <a:gd name="T21" fmla="*/ 3 h 38"/>
                  <a:gd name="T22" fmla="*/ 17 w 28"/>
                  <a:gd name="T23" fmla="*/ 1 h 38"/>
                  <a:gd name="T24" fmla="*/ 19 w 28"/>
                  <a:gd name="T25" fmla="*/ 3 h 38"/>
                  <a:gd name="T26" fmla="*/ 20 w 28"/>
                  <a:gd name="T27" fmla="*/ 9 h 38"/>
                  <a:gd name="T28" fmla="*/ 21 w 28"/>
                  <a:gd name="T29" fmla="*/ 13 h 38"/>
                  <a:gd name="T30" fmla="*/ 22 w 28"/>
                  <a:gd name="T31" fmla="*/ 18 h 38"/>
                  <a:gd name="T32" fmla="*/ 23 w 28"/>
                  <a:gd name="T33" fmla="*/ 19 h 38"/>
                  <a:gd name="T34" fmla="*/ 24 w 28"/>
                  <a:gd name="T35" fmla="*/ 13 h 38"/>
                  <a:gd name="T36" fmla="*/ 26 w 28"/>
                  <a:gd name="T37" fmla="*/ 3 h 38"/>
                  <a:gd name="T38" fmla="*/ 27 w 28"/>
                  <a:gd name="T39" fmla="*/ 7 h 38"/>
                  <a:gd name="T40" fmla="*/ 27 w 28"/>
                  <a:gd name="T41" fmla="*/ 14 h 38"/>
                  <a:gd name="T42" fmla="*/ 26 w 28"/>
                  <a:gd name="T43" fmla="*/ 23 h 38"/>
                  <a:gd name="T44" fmla="*/ 24 w 28"/>
                  <a:gd name="T45" fmla="*/ 25 h 38"/>
                  <a:gd name="T46" fmla="*/ 22 w 28"/>
                  <a:gd name="T47" fmla="*/ 29 h 38"/>
                  <a:gd name="T48" fmla="*/ 18 w 28"/>
                  <a:gd name="T49" fmla="*/ 36 h 38"/>
                  <a:gd name="T50" fmla="*/ 13 w 28"/>
                  <a:gd name="T51" fmla="*/ 36 h 38"/>
                  <a:gd name="T52" fmla="*/ 13 w 28"/>
                  <a:gd name="T53" fmla="*/ 32 h 38"/>
                  <a:gd name="T54" fmla="*/ 13 w 28"/>
                  <a:gd name="T55" fmla="*/ 28 h 38"/>
                  <a:gd name="T56" fmla="*/ 7 w 28"/>
                  <a:gd name="T57" fmla="*/ 33 h 38"/>
                  <a:gd name="T58" fmla="*/ 3 w 28"/>
                  <a:gd name="T59" fmla="*/ 37 h 38"/>
                  <a:gd name="T60" fmla="*/ 0 w 28"/>
                  <a:gd name="T61" fmla="*/ 37 h 38"/>
                  <a:gd name="T62" fmla="*/ 0 w 28"/>
                  <a:gd name="T63" fmla="*/ 34 h 38"/>
                  <a:gd name="T64" fmla="*/ 2 w 28"/>
                  <a:gd name="T65" fmla="*/ 2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" h="38">
                    <a:moveTo>
                      <a:pt x="2" y="29"/>
                    </a:moveTo>
                    <a:cubicBezTo>
                      <a:pt x="4" y="27"/>
                      <a:pt x="4" y="24"/>
                      <a:pt x="4" y="22"/>
                    </a:cubicBezTo>
                    <a:cubicBezTo>
                      <a:pt x="3" y="19"/>
                      <a:pt x="3" y="16"/>
                      <a:pt x="4" y="13"/>
                    </a:cubicBezTo>
                    <a:cubicBezTo>
                      <a:pt x="4" y="12"/>
                      <a:pt x="4" y="11"/>
                      <a:pt x="5" y="11"/>
                    </a:cubicBezTo>
                    <a:cubicBezTo>
                      <a:pt x="6" y="10"/>
                      <a:pt x="7" y="11"/>
                      <a:pt x="8" y="11"/>
                    </a:cubicBezTo>
                    <a:cubicBezTo>
                      <a:pt x="9" y="11"/>
                      <a:pt x="10" y="11"/>
                      <a:pt x="11" y="12"/>
                    </a:cubicBezTo>
                    <a:cubicBezTo>
                      <a:pt x="12" y="13"/>
                      <a:pt x="12" y="14"/>
                      <a:pt x="12" y="15"/>
                    </a:cubicBezTo>
                    <a:cubicBezTo>
                      <a:pt x="12" y="16"/>
                      <a:pt x="11" y="21"/>
                      <a:pt x="14" y="20"/>
                    </a:cubicBezTo>
                    <a:cubicBezTo>
                      <a:pt x="17" y="19"/>
                      <a:pt x="17" y="16"/>
                      <a:pt x="17" y="14"/>
                    </a:cubicBezTo>
                    <a:cubicBezTo>
                      <a:pt x="17" y="11"/>
                      <a:pt x="16" y="9"/>
                      <a:pt x="16" y="6"/>
                    </a:cubicBezTo>
                    <a:cubicBezTo>
                      <a:pt x="16" y="5"/>
                      <a:pt x="16" y="4"/>
                      <a:pt x="17" y="3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8" y="0"/>
                      <a:pt x="19" y="3"/>
                      <a:pt x="19" y="3"/>
                    </a:cubicBezTo>
                    <a:cubicBezTo>
                      <a:pt x="19" y="5"/>
                      <a:pt x="20" y="7"/>
                      <a:pt x="20" y="9"/>
                    </a:cubicBezTo>
                    <a:cubicBezTo>
                      <a:pt x="21" y="10"/>
                      <a:pt x="21" y="12"/>
                      <a:pt x="21" y="13"/>
                    </a:cubicBezTo>
                    <a:cubicBezTo>
                      <a:pt x="21" y="15"/>
                      <a:pt x="21" y="16"/>
                      <a:pt x="22" y="18"/>
                    </a:cubicBezTo>
                    <a:cubicBezTo>
                      <a:pt x="22" y="18"/>
                      <a:pt x="22" y="19"/>
                      <a:pt x="23" y="19"/>
                    </a:cubicBezTo>
                    <a:cubicBezTo>
                      <a:pt x="24" y="17"/>
                      <a:pt x="24" y="15"/>
                      <a:pt x="24" y="13"/>
                    </a:cubicBezTo>
                    <a:cubicBezTo>
                      <a:pt x="24" y="12"/>
                      <a:pt x="24" y="2"/>
                      <a:pt x="26" y="3"/>
                    </a:cubicBezTo>
                    <a:cubicBezTo>
                      <a:pt x="27" y="3"/>
                      <a:pt x="27" y="6"/>
                      <a:pt x="27" y="7"/>
                    </a:cubicBezTo>
                    <a:cubicBezTo>
                      <a:pt x="27" y="9"/>
                      <a:pt x="27" y="12"/>
                      <a:pt x="27" y="14"/>
                    </a:cubicBezTo>
                    <a:cubicBezTo>
                      <a:pt x="27" y="17"/>
                      <a:pt x="28" y="21"/>
                      <a:pt x="26" y="23"/>
                    </a:cubicBezTo>
                    <a:cubicBezTo>
                      <a:pt x="25" y="24"/>
                      <a:pt x="24" y="24"/>
                      <a:pt x="24" y="25"/>
                    </a:cubicBezTo>
                    <a:cubicBezTo>
                      <a:pt x="23" y="26"/>
                      <a:pt x="23" y="27"/>
                      <a:pt x="22" y="29"/>
                    </a:cubicBezTo>
                    <a:cubicBezTo>
                      <a:pt x="21" y="31"/>
                      <a:pt x="20" y="34"/>
                      <a:pt x="18" y="36"/>
                    </a:cubicBezTo>
                    <a:cubicBezTo>
                      <a:pt x="17" y="37"/>
                      <a:pt x="14" y="37"/>
                      <a:pt x="13" y="36"/>
                    </a:cubicBezTo>
                    <a:cubicBezTo>
                      <a:pt x="12" y="35"/>
                      <a:pt x="12" y="33"/>
                      <a:pt x="13" y="32"/>
                    </a:cubicBezTo>
                    <a:cubicBezTo>
                      <a:pt x="13" y="31"/>
                      <a:pt x="13" y="29"/>
                      <a:pt x="13" y="28"/>
                    </a:cubicBezTo>
                    <a:cubicBezTo>
                      <a:pt x="12" y="26"/>
                      <a:pt x="8" y="32"/>
                      <a:pt x="7" y="33"/>
                    </a:cubicBezTo>
                    <a:cubicBezTo>
                      <a:pt x="6" y="35"/>
                      <a:pt x="4" y="35"/>
                      <a:pt x="3" y="37"/>
                    </a:cubicBezTo>
                    <a:cubicBezTo>
                      <a:pt x="2" y="38"/>
                      <a:pt x="1" y="38"/>
                      <a:pt x="0" y="37"/>
                    </a:cubicBezTo>
                    <a:cubicBezTo>
                      <a:pt x="0" y="36"/>
                      <a:pt x="0" y="35"/>
                      <a:pt x="0" y="34"/>
                    </a:cubicBezTo>
                    <a:cubicBezTo>
                      <a:pt x="1" y="32"/>
                      <a:pt x="0" y="30"/>
                      <a:pt x="2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6" name="Freeform 2838">
                <a:extLst>
                  <a:ext uri="{FF2B5EF4-FFF2-40B4-BE49-F238E27FC236}">
                    <a16:creationId xmlns:a16="http://schemas.microsoft.com/office/drawing/2014/main" id="{44AF49DE-B31B-4D18-B70C-065726E3D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473"/>
                <a:ext cx="4" cy="5"/>
              </a:xfrm>
              <a:custGeom>
                <a:avLst/>
                <a:gdLst>
                  <a:gd name="T0" fmla="*/ 0 w 9"/>
                  <a:gd name="T1" fmla="*/ 5 h 13"/>
                  <a:gd name="T2" fmla="*/ 4 w 9"/>
                  <a:gd name="T3" fmla="*/ 1 h 13"/>
                  <a:gd name="T4" fmla="*/ 5 w 9"/>
                  <a:gd name="T5" fmla="*/ 3 h 13"/>
                  <a:gd name="T6" fmla="*/ 7 w 9"/>
                  <a:gd name="T7" fmla="*/ 4 h 13"/>
                  <a:gd name="T8" fmla="*/ 9 w 9"/>
                  <a:gd name="T9" fmla="*/ 9 h 13"/>
                  <a:gd name="T10" fmla="*/ 8 w 9"/>
                  <a:gd name="T11" fmla="*/ 12 h 13"/>
                  <a:gd name="T12" fmla="*/ 6 w 9"/>
                  <a:gd name="T13" fmla="*/ 12 h 13"/>
                  <a:gd name="T14" fmla="*/ 5 w 9"/>
                  <a:gd name="T15" fmla="*/ 11 h 13"/>
                  <a:gd name="T16" fmla="*/ 4 w 9"/>
                  <a:gd name="T17" fmla="*/ 10 h 13"/>
                  <a:gd name="T18" fmla="*/ 4 w 9"/>
                  <a:gd name="T19" fmla="*/ 10 h 13"/>
                  <a:gd name="T20" fmla="*/ 3 w 9"/>
                  <a:gd name="T21" fmla="*/ 9 h 13"/>
                  <a:gd name="T22" fmla="*/ 2 w 9"/>
                  <a:gd name="T23" fmla="*/ 9 h 13"/>
                  <a:gd name="T24" fmla="*/ 0 w 9"/>
                  <a:gd name="T2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3">
                    <a:moveTo>
                      <a:pt x="0" y="5"/>
                    </a:moveTo>
                    <a:cubicBezTo>
                      <a:pt x="1" y="4"/>
                      <a:pt x="2" y="0"/>
                      <a:pt x="4" y="1"/>
                    </a:cubicBezTo>
                    <a:cubicBezTo>
                      <a:pt x="5" y="1"/>
                      <a:pt x="5" y="3"/>
                      <a:pt x="5" y="3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9" y="5"/>
                      <a:pt x="9" y="8"/>
                      <a:pt x="9" y="9"/>
                    </a:cubicBezTo>
                    <a:cubicBezTo>
                      <a:pt x="9" y="10"/>
                      <a:pt x="9" y="12"/>
                      <a:pt x="8" y="12"/>
                    </a:cubicBezTo>
                    <a:cubicBezTo>
                      <a:pt x="8" y="13"/>
                      <a:pt x="7" y="13"/>
                      <a:pt x="6" y="12"/>
                    </a:cubicBezTo>
                    <a:cubicBezTo>
                      <a:pt x="6" y="12"/>
                      <a:pt x="5" y="11"/>
                      <a:pt x="5" y="11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0" y="8"/>
                      <a:pt x="0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7" name="Freeform 2839">
                <a:extLst>
                  <a:ext uri="{FF2B5EF4-FFF2-40B4-BE49-F238E27FC236}">
                    <a16:creationId xmlns:a16="http://schemas.microsoft.com/office/drawing/2014/main" id="{3C242482-BEC2-412F-BF07-A34D3B553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468"/>
                <a:ext cx="3" cy="3"/>
              </a:xfrm>
              <a:custGeom>
                <a:avLst/>
                <a:gdLst>
                  <a:gd name="T0" fmla="*/ 1 w 6"/>
                  <a:gd name="T1" fmla="*/ 5 h 6"/>
                  <a:gd name="T2" fmla="*/ 1 w 6"/>
                  <a:gd name="T3" fmla="*/ 4 h 6"/>
                  <a:gd name="T4" fmla="*/ 1 w 6"/>
                  <a:gd name="T5" fmla="*/ 3 h 6"/>
                  <a:gd name="T6" fmla="*/ 2 w 6"/>
                  <a:gd name="T7" fmla="*/ 2 h 6"/>
                  <a:gd name="T8" fmla="*/ 5 w 6"/>
                  <a:gd name="T9" fmla="*/ 1 h 6"/>
                  <a:gd name="T10" fmla="*/ 6 w 6"/>
                  <a:gd name="T11" fmla="*/ 4 h 6"/>
                  <a:gd name="T12" fmla="*/ 3 w 6"/>
                  <a:gd name="T13" fmla="*/ 6 h 6"/>
                  <a:gd name="T14" fmla="*/ 2 w 6"/>
                  <a:gd name="T15" fmla="*/ 6 h 6"/>
                  <a:gd name="T16" fmla="*/ 1 w 6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1" y="5"/>
                      <a:pt x="1" y="4"/>
                      <a:pt x="1" y="4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5" y="5"/>
                      <a:pt x="4" y="5"/>
                      <a:pt x="3" y="6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8" name="Freeform 2840">
                <a:extLst>
                  <a:ext uri="{FF2B5EF4-FFF2-40B4-BE49-F238E27FC236}">
                    <a16:creationId xmlns:a16="http://schemas.microsoft.com/office/drawing/2014/main" id="{12248F5A-AF21-45E0-A9C9-04C912A2B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488"/>
                <a:ext cx="4" cy="3"/>
              </a:xfrm>
              <a:custGeom>
                <a:avLst/>
                <a:gdLst>
                  <a:gd name="T0" fmla="*/ 1 w 10"/>
                  <a:gd name="T1" fmla="*/ 3 h 8"/>
                  <a:gd name="T2" fmla="*/ 1 w 10"/>
                  <a:gd name="T3" fmla="*/ 2 h 8"/>
                  <a:gd name="T4" fmla="*/ 2 w 10"/>
                  <a:gd name="T5" fmla="*/ 0 h 8"/>
                  <a:gd name="T6" fmla="*/ 4 w 10"/>
                  <a:gd name="T7" fmla="*/ 2 h 8"/>
                  <a:gd name="T8" fmla="*/ 6 w 10"/>
                  <a:gd name="T9" fmla="*/ 3 h 8"/>
                  <a:gd name="T10" fmla="*/ 7 w 10"/>
                  <a:gd name="T11" fmla="*/ 2 h 8"/>
                  <a:gd name="T12" fmla="*/ 8 w 10"/>
                  <a:gd name="T13" fmla="*/ 1 h 8"/>
                  <a:gd name="T14" fmla="*/ 10 w 10"/>
                  <a:gd name="T15" fmla="*/ 3 h 8"/>
                  <a:gd name="T16" fmla="*/ 9 w 10"/>
                  <a:gd name="T17" fmla="*/ 6 h 8"/>
                  <a:gd name="T18" fmla="*/ 5 w 10"/>
                  <a:gd name="T19" fmla="*/ 8 h 8"/>
                  <a:gd name="T20" fmla="*/ 1 w 10"/>
                  <a:gd name="T21" fmla="*/ 7 h 8"/>
                  <a:gd name="T22" fmla="*/ 1 w 10"/>
                  <a:gd name="T23" fmla="*/ 5 h 8"/>
                  <a:gd name="T24" fmla="*/ 1 w 10"/>
                  <a:gd name="T2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4" y="2"/>
                      <a:pt x="6" y="3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0" y="4"/>
                      <a:pt x="10" y="6"/>
                      <a:pt x="9" y="6"/>
                    </a:cubicBezTo>
                    <a:cubicBezTo>
                      <a:pt x="8" y="7"/>
                      <a:pt x="7" y="8"/>
                      <a:pt x="5" y="8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9" name="Freeform 2841">
                <a:extLst>
                  <a:ext uri="{FF2B5EF4-FFF2-40B4-BE49-F238E27FC236}">
                    <a16:creationId xmlns:a16="http://schemas.microsoft.com/office/drawing/2014/main" id="{3CA753EB-2350-42AA-851A-2C2A322ED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487"/>
                <a:ext cx="4" cy="3"/>
              </a:xfrm>
              <a:custGeom>
                <a:avLst/>
                <a:gdLst>
                  <a:gd name="T0" fmla="*/ 6 w 8"/>
                  <a:gd name="T1" fmla="*/ 1 h 8"/>
                  <a:gd name="T2" fmla="*/ 7 w 8"/>
                  <a:gd name="T3" fmla="*/ 3 h 8"/>
                  <a:gd name="T4" fmla="*/ 5 w 8"/>
                  <a:gd name="T5" fmla="*/ 8 h 8"/>
                  <a:gd name="T6" fmla="*/ 4 w 8"/>
                  <a:gd name="T7" fmla="*/ 8 h 8"/>
                  <a:gd name="T8" fmla="*/ 4 w 8"/>
                  <a:gd name="T9" fmla="*/ 8 h 8"/>
                  <a:gd name="T10" fmla="*/ 2 w 8"/>
                  <a:gd name="T11" fmla="*/ 8 h 8"/>
                  <a:gd name="T12" fmla="*/ 1 w 8"/>
                  <a:gd name="T13" fmla="*/ 3 h 8"/>
                  <a:gd name="T14" fmla="*/ 6 w 8"/>
                  <a:gd name="T1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6" y="2"/>
                      <a:pt x="7" y="2"/>
                      <a:pt x="7" y="3"/>
                    </a:cubicBezTo>
                    <a:cubicBezTo>
                      <a:pt x="8" y="5"/>
                      <a:pt x="6" y="6"/>
                      <a:pt x="5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1" y="1"/>
                      <a:pt x="4" y="0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0" name="Freeform 2842">
                <a:extLst>
                  <a:ext uri="{FF2B5EF4-FFF2-40B4-BE49-F238E27FC236}">
                    <a16:creationId xmlns:a16="http://schemas.microsoft.com/office/drawing/2014/main" id="{B3C40695-A82A-4F99-9F2C-91E7CB4F6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495"/>
                <a:ext cx="5" cy="9"/>
              </a:xfrm>
              <a:custGeom>
                <a:avLst/>
                <a:gdLst>
                  <a:gd name="T0" fmla="*/ 0 w 10"/>
                  <a:gd name="T1" fmla="*/ 9 h 22"/>
                  <a:gd name="T2" fmla="*/ 0 w 10"/>
                  <a:gd name="T3" fmla="*/ 7 h 22"/>
                  <a:gd name="T4" fmla="*/ 1 w 10"/>
                  <a:gd name="T5" fmla="*/ 7 h 22"/>
                  <a:gd name="T6" fmla="*/ 3 w 10"/>
                  <a:gd name="T7" fmla="*/ 6 h 22"/>
                  <a:gd name="T8" fmla="*/ 3 w 10"/>
                  <a:gd name="T9" fmla="*/ 3 h 22"/>
                  <a:gd name="T10" fmla="*/ 4 w 10"/>
                  <a:gd name="T11" fmla="*/ 1 h 22"/>
                  <a:gd name="T12" fmla="*/ 5 w 10"/>
                  <a:gd name="T13" fmla="*/ 1 h 22"/>
                  <a:gd name="T14" fmla="*/ 8 w 10"/>
                  <a:gd name="T15" fmla="*/ 1 h 22"/>
                  <a:gd name="T16" fmla="*/ 10 w 10"/>
                  <a:gd name="T17" fmla="*/ 4 h 22"/>
                  <a:gd name="T18" fmla="*/ 10 w 10"/>
                  <a:gd name="T19" fmla="*/ 7 h 22"/>
                  <a:gd name="T20" fmla="*/ 9 w 10"/>
                  <a:gd name="T21" fmla="*/ 11 h 22"/>
                  <a:gd name="T22" fmla="*/ 8 w 10"/>
                  <a:gd name="T23" fmla="*/ 17 h 22"/>
                  <a:gd name="T24" fmla="*/ 7 w 10"/>
                  <a:gd name="T25" fmla="*/ 21 h 22"/>
                  <a:gd name="T26" fmla="*/ 4 w 10"/>
                  <a:gd name="T27" fmla="*/ 21 h 22"/>
                  <a:gd name="T28" fmla="*/ 2 w 10"/>
                  <a:gd name="T29" fmla="*/ 15 h 22"/>
                  <a:gd name="T30" fmla="*/ 0 w 10"/>
                  <a:gd name="T31" fmla="*/ 14 h 22"/>
                  <a:gd name="T32" fmla="*/ 0 w 10"/>
                  <a:gd name="T33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22">
                    <a:moveTo>
                      <a:pt x="0" y="9"/>
                    </a:moveTo>
                    <a:cubicBezTo>
                      <a:pt x="0" y="9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3" y="7"/>
                      <a:pt x="3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8" y="2"/>
                      <a:pt x="9" y="3"/>
                      <a:pt x="10" y="4"/>
                    </a:cubicBezTo>
                    <a:cubicBezTo>
                      <a:pt x="10" y="5"/>
                      <a:pt x="10" y="6"/>
                      <a:pt x="10" y="7"/>
                    </a:cubicBezTo>
                    <a:cubicBezTo>
                      <a:pt x="10" y="8"/>
                      <a:pt x="10" y="9"/>
                      <a:pt x="9" y="11"/>
                    </a:cubicBezTo>
                    <a:cubicBezTo>
                      <a:pt x="9" y="13"/>
                      <a:pt x="9" y="15"/>
                      <a:pt x="8" y="17"/>
                    </a:cubicBezTo>
                    <a:cubicBezTo>
                      <a:pt x="8" y="18"/>
                      <a:pt x="8" y="20"/>
                      <a:pt x="7" y="21"/>
                    </a:cubicBezTo>
                    <a:cubicBezTo>
                      <a:pt x="7" y="21"/>
                      <a:pt x="5" y="22"/>
                      <a:pt x="4" y="21"/>
                    </a:cubicBezTo>
                    <a:cubicBezTo>
                      <a:pt x="3" y="19"/>
                      <a:pt x="3" y="17"/>
                      <a:pt x="2" y="15"/>
                    </a:cubicBezTo>
                    <a:cubicBezTo>
                      <a:pt x="1" y="15"/>
                      <a:pt x="1" y="14"/>
                      <a:pt x="0" y="14"/>
                    </a:cubicBezTo>
                    <a:cubicBezTo>
                      <a:pt x="0" y="12"/>
                      <a:pt x="0" y="11"/>
                      <a:pt x="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1" name="Freeform 2843">
                <a:extLst>
                  <a:ext uri="{FF2B5EF4-FFF2-40B4-BE49-F238E27FC236}">
                    <a16:creationId xmlns:a16="http://schemas.microsoft.com/office/drawing/2014/main" id="{1750D224-F7DE-4ED1-96D5-368679095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494"/>
                <a:ext cx="2" cy="4"/>
              </a:xfrm>
              <a:custGeom>
                <a:avLst/>
                <a:gdLst>
                  <a:gd name="T0" fmla="*/ 1 w 6"/>
                  <a:gd name="T1" fmla="*/ 3 h 10"/>
                  <a:gd name="T2" fmla="*/ 3 w 6"/>
                  <a:gd name="T3" fmla="*/ 0 h 10"/>
                  <a:gd name="T4" fmla="*/ 5 w 6"/>
                  <a:gd name="T5" fmla="*/ 3 h 10"/>
                  <a:gd name="T6" fmla="*/ 6 w 6"/>
                  <a:gd name="T7" fmla="*/ 6 h 10"/>
                  <a:gd name="T8" fmla="*/ 5 w 6"/>
                  <a:gd name="T9" fmla="*/ 8 h 10"/>
                  <a:gd name="T10" fmla="*/ 3 w 6"/>
                  <a:gd name="T11" fmla="*/ 10 h 10"/>
                  <a:gd name="T12" fmla="*/ 2 w 6"/>
                  <a:gd name="T13" fmla="*/ 10 h 10"/>
                  <a:gd name="T14" fmla="*/ 0 w 6"/>
                  <a:gd name="T15" fmla="*/ 8 h 10"/>
                  <a:gd name="T16" fmla="*/ 1 w 6"/>
                  <a:gd name="T1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0">
                    <a:moveTo>
                      <a:pt x="1" y="3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6" y="4"/>
                      <a:pt x="6" y="5"/>
                      <a:pt x="6" y="6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1" y="9"/>
                      <a:pt x="1" y="8"/>
                      <a:pt x="0" y="8"/>
                    </a:cubicBezTo>
                    <a:cubicBezTo>
                      <a:pt x="0" y="6"/>
                      <a:pt x="1" y="5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2" name="Freeform 2844">
                <a:extLst>
                  <a:ext uri="{FF2B5EF4-FFF2-40B4-BE49-F238E27FC236}">
                    <a16:creationId xmlns:a16="http://schemas.microsoft.com/office/drawing/2014/main" id="{62D8863F-07F2-4F89-80E1-6FAA28032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496"/>
                <a:ext cx="4" cy="5"/>
              </a:xfrm>
              <a:custGeom>
                <a:avLst/>
                <a:gdLst>
                  <a:gd name="T0" fmla="*/ 9 w 10"/>
                  <a:gd name="T1" fmla="*/ 6 h 13"/>
                  <a:gd name="T2" fmla="*/ 9 w 10"/>
                  <a:gd name="T3" fmla="*/ 10 h 13"/>
                  <a:gd name="T4" fmla="*/ 6 w 10"/>
                  <a:gd name="T5" fmla="*/ 13 h 13"/>
                  <a:gd name="T6" fmla="*/ 4 w 10"/>
                  <a:gd name="T7" fmla="*/ 11 h 13"/>
                  <a:gd name="T8" fmla="*/ 4 w 10"/>
                  <a:gd name="T9" fmla="*/ 9 h 13"/>
                  <a:gd name="T10" fmla="*/ 3 w 10"/>
                  <a:gd name="T11" fmla="*/ 5 h 13"/>
                  <a:gd name="T12" fmla="*/ 1 w 10"/>
                  <a:gd name="T13" fmla="*/ 2 h 13"/>
                  <a:gd name="T14" fmla="*/ 5 w 10"/>
                  <a:gd name="T15" fmla="*/ 3 h 13"/>
                  <a:gd name="T16" fmla="*/ 8 w 10"/>
                  <a:gd name="T17" fmla="*/ 4 h 13"/>
                  <a:gd name="T18" fmla="*/ 9 w 10"/>
                  <a:gd name="T1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9" y="6"/>
                    </a:moveTo>
                    <a:cubicBezTo>
                      <a:pt x="9" y="7"/>
                      <a:pt x="10" y="9"/>
                      <a:pt x="9" y="10"/>
                    </a:cubicBezTo>
                    <a:cubicBezTo>
                      <a:pt x="8" y="11"/>
                      <a:pt x="7" y="13"/>
                      <a:pt x="6" y="13"/>
                    </a:cubicBezTo>
                    <a:cubicBezTo>
                      <a:pt x="5" y="13"/>
                      <a:pt x="4" y="12"/>
                      <a:pt x="4" y="11"/>
                    </a:cubicBezTo>
                    <a:cubicBezTo>
                      <a:pt x="4" y="11"/>
                      <a:pt x="4" y="10"/>
                      <a:pt x="4" y="9"/>
                    </a:cubicBezTo>
                    <a:cubicBezTo>
                      <a:pt x="4" y="8"/>
                      <a:pt x="4" y="6"/>
                      <a:pt x="3" y="5"/>
                    </a:cubicBezTo>
                    <a:cubicBezTo>
                      <a:pt x="2" y="4"/>
                      <a:pt x="0" y="3"/>
                      <a:pt x="1" y="2"/>
                    </a:cubicBezTo>
                    <a:cubicBezTo>
                      <a:pt x="3" y="0"/>
                      <a:pt x="4" y="2"/>
                      <a:pt x="5" y="3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9" y="4"/>
                      <a:pt x="9" y="5"/>
                      <a:pt x="9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3" name="Freeform 2845">
                <a:extLst>
                  <a:ext uri="{FF2B5EF4-FFF2-40B4-BE49-F238E27FC236}">
                    <a16:creationId xmlns:a16="http://schemas.microsoft.com/office/drawing/2014/main" id="{C24C4C87-7590-4E87-AE87-F06B3B06A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1586"/>
                <a:ext cx="8" cy="7"/>
              </a:xfrm>
              <a:custGeom>
                <a:avLst/>
                <a:gdLst>
                  <a:gd name="T0" fmla="*/ 2 w 21"/>
                  <a:gd name="T1" fmla="*/ 7 h 17"/>
                  <a:gd name="T2" fmla="*/ 7 w 21"/>
                  <a:gd name="T3" fmla="*/ 1 h 17"/>
                  <a:gd name="T4" fmla="*/ 12 w 21"/>
                  <a:gd name="T5" fmla="*/ 1 h 17"/>
                  <a:gd name="T6" fmla="*/ 17 w 21"/>
                  <a:gd name="T7" fmla="*/ 1 h 17"/>
                  <a:gd name="T8" fmla="*/ 20 w 21"/>
                  <a:gd name="T9" fmla="*/ 5 h 17"/>
                  <a:gd name="T10" fmla="*/ 17 w 21"/>
                  <a:gd name="T11" fmla="*/ 10 h 17"/>
                  <a:gd name="T12" fmla="*/ 12 w 21"/>
                  <a:gd name="T13" fmla="*/ 14 h 17"/>
                  <a:gd name="T14" fmla="*/ 7 w 21"/>
                  <a:gd name="T15" fmla="*/ 17 h 17"/>
                  <a:gd name="T16" fmla="*/ 2 w 21"/>
                  <a:gd name="T17" fmla="*/ 13 h 17"/>
                  <a:gd name="T18" fmla="*/ 2 w 21"/>
                  <a:gd name="T19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7">
                    <a:moveTo>
                      <a:pt x="2" y="7"/>
                    </a:moveTo>
                    <a:cubicBezTo>
                      <a:pt x="3" y="4"/>
                      <a:pt x="4" y="1"/>
                      <a:pt x="7" y="1"/>
                    </a:cubicBezTo>
                    <a:cubicBezTo>
                      <a:pt x="8" y="0"/>
                      <a:pt x="10" y="1"/>
                      <a:pt x="12" y="1"/>
                    </a:cubicBezTo>
                    <a:cubicBezTo>
                      <a:pt x="14" y="1"/>
                      <a:pt x="15" y="1"/>
                      <a:pt x="17" y="1"/>
                    </a:cubicBezTo>
                    <a:cubicBezTo>
                      <a:pt x="18" y="2"/>
                      <a:pt x="20" y="3"/>
                      <a:pt x="20" y="5"/>
                    </a:cubicBezTo>
                    <a:cubicBezTo>
                      <a:pt x="21" y="7"/>
                      <a:pt x="19" y="9"/>
                      <a:pt x="17" y="10"/>
                    </a:cubicBezTo>
                    <a:cubicBezTo>
                      <a:pt x="15" y="11"/>
                      <a:pt x="13" y="12"/>
                      <a:pt x="12" y="14"/>
                    </a:cubicBezTo>
                    <a:cubicBezTo>
                      <a:pt x="10" y="16"/>
                      <a:pt x="9" y="17"/>
                      <a:pt x="7" y="17"/>
                    </a:cubicBezTo>
                    <a:cubicBezTo>
                      <a:pt x="5" y="17"/>
                      <a:pt x="3" y="15"/>
                      <a:pt x="2" y="13"/>
                    </a:cubicBezTo>
                    <a:cubicBezTo>
                      <a:pt x="0" y="11"/>
                      <a:pt x="1" y="9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4" name="Freeform 2846">
                <a:extLst>
                  <a:ext uri="{FF2B5EF4-FFF2-40B4-BE49-F238E27FC236}">
                    <a16:creationId xmlns:a16="http://schemas.microsoft.com/office/drawing/2014/main" id="{E78089F8-DB69-4CB9-BFA9-69EAFFA9A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627"/>
                <a:ext cx="5" cy="5"/>
              </a:xfrm>
              <a:custGeom>
                <a:avLst/>
                <a:gdLst>
                  <a:gd name="T0" fmla="*/ 2 w 12"/>
                  <a:gd name="T1" fmla="*/ 6 h 14"/>
                  <a:gd name="T2" fmla="*/ 2 w 12"/>
                  <a:gd name="T3" fmla="*/ 1 h 14"/>
                  <a:gd name="T4" fmla="*/ 7 w 12"/>
                  <a:gd name="T5" fmla="*/ 3 h 14"/>
                  <a:gd name="T6" fmla="*/ 7 w 12"/>
                  <a:gd name="T7" fmla="*/ 4 h 14"/>
                  <a:gd name="T8" fmla="*/ 7 w 12"/>
                  <a:gd name="T9" fmla="*/ 5 h 14"/>
                  <a:gd name="T10" fmla="*/ 10 w 12"/>
                  <a:gd name="T11" fmla="*/ 6 h 14"/>
                  <a:gd name="T12" fmla="*/ 11 w 12"/>
                  <a:gd name="T13" fmla="*/ 11 h 14"/>
                  <a:gd name="T14" fmla="*/ 10 w 12"/>
                  <a:gd name="T15" fmla="*/ 14 h 14"/>
                  <a:gd name="T16" fmla="*/ 7 w 12"/>
                  <a:gd name="T17" fmla="*/ 12 h 14"/>
                  <a:gd name="T18" fmla="*/ 5 w 12"/>
                  <a:gd name="T19" fmla="*/ 8 h 14"/>
                  <a:gd name="T20" fmla="*/ 2 w 12"/>
                  <a:gd name="T2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4">
                    <a:moveTo>
                      <a:pt x="2" y="6"/>
                    </a:moveTo>
                    <a:cubicBezTo>
                      <a:pt x="2" y="5"/>
                      <a:pt x="0" y="1"/>
                      <a:pt x="2" y="1"/>
                    </a:cubicBezTo>
                    <a:cubicBezTo>
                      <a:pt x="3" y="0"/>
                      <a:pt x="6" y="2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8" y="6"/>
                      <a:pt x="9" y="6"/>
                      <a:pt x="10" y="6"/>
                    </a:cubicBezTo>
                    <a:cubicBezTo>
                      <a:pt x="12" y="8"/>
                      <a:pt x="12" y="9"/>
                      <a:pt x="11" y="11"/>
                    </a:cubicBezTo>
                    <a:cubicBezTo>
                      <a:pt x="11" y="12"/>
                      <a:pt x="11" y="13"/>
                      <a:pt x="10" y="14"/>
                    </a:cubicBezTo>
                    <a:cubicBezTo>
                      <a:pt x="9" y="14"/>
                      <a:pt x="8" y="13"/>
                      <a:pt x="7" y="12"/>
                    </a:cubicBezTo>
                    <a:cubicBezTo>
                      <a:pt x="6" y="11"/>
                      <a:pt x="6" y="9"/>
                      <a:pt x="5" y="8"/>
                    </a:cubicBezTo>
                    <a:cubicBezTo>
                      <a:pt x="4" y="7"/>
                      <a:pt x="3" y="8"/>
                      <a:pt x="2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5" name="Freeform 2847">
                <a:extLst>
                  <a:ext uri="{FF2B5EF4-FFF2-40B4-BE49-F238E27FC236}">
                    <a16:creationId xmlns:a16="http://schemas.microsoft.com/office/drawing/2014/main" id="{6B453EB5-0078-4815-8B21-C493BFE10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626"/>
                <a:ext cx="2" cy="2"/>
              </a:xfrm>
              <a:custGeom>
                <a:avLst/>
                <a:gdLst>
                  <a:gd name="T0" fmla="*/ 5 w 6"/>
                  <a:gd name="T1" fmla="*/ 3 h 5"/>
                  <a:gd name="T2" fmla="*/ 1 w 6"/>
                  <a:gd name="T3" fmla="*/ 1 h 5"/>
                  <a:gd name="T4" fmla="*/ 5 w 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5" y="3"/>
                    </a:moveTo>
                    <a:cubicBezTo>
                      <a:pt x="5" y="5"/>
                      <a:pt x="0" y="3"/>
                      <a:pt x="1" y="1"/>
                    </a:cubicBezTo>
                    <a:cubicBezTo>
                      <a:pt x="2" y="0"/>
                      <a:pt x="6" y="2"/>
                      <a:pt x="5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6" name="Freeform 2848">
                <a:extLst>
                  <a:ext uri="{FF2B5EF4-FFF2-40B4-BE49-F238E27FC236}">
                    <a16:creationId xmlns:a16="http://schemas.microsoft.com/office/drawing/2014/main" id="{D3AF8D86-AAA4-4609-9860-C54941C27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621"/>
                <a:ext cx="10" cy="8"/>
              </a:xfrm>
              <a:custGeom>
                <a:avLst/>
                <a:gdLst>
                  <a:gd name="T0" fmla="*/ 20 w 23"/>
                  <a:gd name="T1" fmla="*/ 16 h 20"/>
                  <a:gd name="T2" fmla="*/ 19 w 23"/>
                  <a:gd name="T3" fmla="*/ 18 h 20"/>
                  <a:gd name="T4" fmla="*/ 15 w 23"/>
                  <a:gd name="T5" fmla="*/ 18 h 20"/>
                  <a:gd name="T6" fmla="*/ 12 w 23"/>
                  <a:gd name="T7" fmla="*/ 14 h 20"/>
                  <a:gd name="T8" fmla="*/ 12 w 23"/>
                  <a:gd name="T9" fmla="*/ 12 h 20"/>
                  <a:gd name="T10" fmla="*/ 10 w 23"/>
                  <a:gd name="T11" fmla="*/ 9 h 20"/>
                  <a:gd name="T12" fmla="*/ 3 w 23"/>
                  <a:gd name="T13" fmla="*/ 3 h 20"/>
                  <a:gd name="T14" fmla="*/ 0 w 23"/>
                  <a:gd name="T15" fmla="*/ 1 h 20"/>
                  <a:gd name="T16" fmla="*/ 4 w 23"/>
                  <a:gd name="T17" fmla="*/ 0 h 20"/>
                  <a:gd name="T18" fmla="*/ 8 w 23"/>
                  <a:gd name="T19" fmla="*/ 0 h 20"/>
                  <a:gd name="T20" fmla="*/ 12 w 23"/>
                  <a:gd name="T21" fmla="*/ 4 h 20"/>
                  <a:gd name="T22" fmla="*/ 17 w 23"/>
                  <a:gd name="T23" fmla="*/ 7 h 20"/>
                  <a:gd name="T24" fmla="*/ 23 w 23"/>
                  <a:gd name="T25" fmla="*/ 13 h 20"/>
                  <a:gd name="T26" fmla="*/ 20 w 23"/>
                  <a:gd name="T27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0">
                    <a:moveTo>
                      <a:pt x="20" y="16"/>
                    </a:moveTo>
                    <a:cubicBezTo>
                      <a:pt x="20" y="17"/>
                      <a:pt x="20" y="18"/>
                      <a:pt x="19" y="18"/>
                    </a:cubicBezTo>
                    <a:cubicBezTo>
                      <a:pt x="18" y="20"/>
                      <a:pt x="16" y="19"/>
                      <a:pt x="15" y="18"/>
                    </a:cubicBezTo>
                    <a:cubicBezTo>
                      <a:pt x="14" y="16"/>
                      <a:pt x="13" y="15"/>
                      <a:pt x="12" y="14"/>
                    </a:cubicBezTo>
                    <a:cubicBezTo>
                      <a:pt x="12" y="13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0" y="9"/>
                    </a:cubicBezTo>
                    <a:cubicBezTo>
                      <a:pt x="8" y="7"/>
                      <a:pt x="5" y="4"/>
                      <a:pt x="3" y="3"/>
                    </a:cubicBezTo>
                    <a:cubicBezTo>
                      <a:pt x="2" y="3"/>
                      <a:pt x="0" y="3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10" y="1"/>
                      <a:pt x="11" y="3"/>
                      <a:pt x="12" y="4"/>
                    </a:cubicBezTo>
                    <a:cubicBezTo>
                      <a:pt x="14" y="6"/>
                      <a:pt x="15" y="6"/>
                      <a:pt x="17" y="7"/>
                    </a:cubicBezTo>
                    <a:cubicBezTo>
                      <a:pt x="20" y="8"/>
                      <a:pt x="23" y="9"/>
                      <a:pt x="23" y="13"/>
                    </a:cubicBezTo>
                    <a:cubicBezTo>
                      <a:pt x="23" y="15"/>
                      <a:pt x="21" y="14"/>
                      <a:pt x="20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7" name="Freeform 2849">
                <a:extLst>
                  <a:ext uri="{FF2B5EF4-FFF2-40B4-BE49-F238E27FC236}">
                    <a16:creationId xmlns:a16="http://schemas.microsoft.com/office/drawing/2014/main" id="{7F9382CC-F5C8-4D99-BC0E-3AD8CE7CB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612"/>
                <a:ext cx="2" cy="5"/>
              </a:xfrm>
              <a:custGeom>
                <a:avLst/>
                <a:gdLst>
                  <a:gd name="T0" fmla="*/ 1 w 6"/>
                  <a:gd name="T1" fmla="*/ 5 h 12"/>
                  <a:gd name="T2" fmla="*/ 3 w 6"/>
                  <a:gd name="T3" fmla="*/ 1 h 12"/>
                  <a:gd name="T4" fmla="*/ 6 w 6"/>
                  <a:gd name="T5" fmla="*/ 7 h 12"/>
                  <a:gd name="T6" fmla="*/ 5 w 6"/>
                  <a:gd name="T7" fmla="*/ 11 h 12"/>
                  <a:gd name="T8" fmla="*/ 1 w 6"/>
                  <a:gd name="T9" fmla="*/ 10 h 12"/>
                  <a:gd name="T10" fmla="*/ 1 w 6"/>
                  <a:gd name="T1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1" y="5"/>
                    </a:moveTo>
                    <a:cubicBezTo>
                      <a:pt x="1" y="4"/>
                      <a:pt x="0" y="1"/>
                      <a:pt x="3" y="1"/>
                    </a:cubicBezTo>
                    <a:cubicBezTo>
                      <a:pt x="6" y="0"/>
                      <a:pt x="6" y="5"/>
                      <a:pt x="6" y="7"/>
                    </a:cubicBezTo>
                    <a:cubicBezTo>
                      <a:pt x="6" y="8"/>
                      <a:pt x="6" y="10"/>
                      <a:pt x="5" y="11"/>
                    </a:cubicBezTo>
                    <a:cubicBezTo>
                      <a:pt x="3" y="12"/>
                      <a:pt x="2" y="12"/>
                      <a:pt x="1" y="10"/>
                    </a:cubicBezTo>
                    <a:cubicBezTo>
                      <a:pt x="1" y="9"/>
                      <a:pt x="2" y="7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8" name="Freeform 2850">
                <a:extLst>
                  <a:ext uri="{FF2B5EF4-FFF2-40B4-BE49-F238E27FC236}">
                    <a16:creationId xmlns:a16="http://schemas.microsoft.com/office/drawing/2014/main" id="{9D8DB3AF-1148-49C6-8ED4-423354A6C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626"/>
                <a:ext cx="6" cy="4"/>
              </a:xfrm>
              <a:custGeom>
                <a:avLst/>
                <a:gdLst>
                  <a:gd name="T0" fmla="*/ 5 w 13"/>
                  <a:gd name="T1" fmla="*/ 9 h 9"/>
                  <a:gd name="T2" fmla="*/ 2 w 13"/>
                  <a:gd name="T3" fmla="*/ 8 h 9"/>
                  <a:gd name="T4" fmla="*/ 4 w 13"/>
                  <a:gd name="T5" fmla="*/ 2 h 9"/>
                  <a:gd name="T6" fmla="*/ 9 w 13"/>
                  <a:gd name="T7" fmla="*/ 1 h 9"/>
                  <a:gd name="T8" fmla="*/ 12 w 13"/>
                  <a:gd name="T9" fmla="*/ 5 h 9"/>
                  <a:gd name="T10" fmla="*/ 5 w 13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5" y="9"/>
                    </a:moveTo>
                    <a:cubicBezTo>
                      <a:pt x="4" y="9"/>
                      <a:pt x="3" y="9"/>
                      <a:pt x="2" y="8"/>
                    </a:cubicBezTo>
                    <a:cubicBezTo>
                      <a:pt x="0" y="6"/>
                      <a:pt x="1" y="3"/>
                      <a:pt x="4" y="2"/>
                    </a:cubicBezTo>
                    <a:cubicBezTo>
                      <a:pt x="5" y="1"/>
                      <a:pt x="7" y="0"/>
                      <a:pt x="9" y="1"/>
                    </a:cubicBezTo>
                    <a:cubicBezTo>
                      <a:pt x="11" y="1"/>
                      <a:pt x="13" y="4"/>
                      <a:pt x="12" y="5"/>
                    </a:cubicBezTo>
                    <a:cubicBezTo>
                      <a:pt x="10" y="8"/>
                      <a:pt x="7" y="9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9" name="Freeform 2851">
                <a:extLst>
                  <a:ext uri="{FF2B5EF4-FFF2-40B4-BE49-F238E27FC236}">
                    <a16:creationId xmlns:a16="http://schemas.microsoft.com/office/drawing/2014/main" id="{FE8F8FAC-F179-4981-B287-229E20671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607"/>
                <a:ext cx="14" cy="31"/>
              </a:xfrm>
              <a:custGeom>
                <a:avLst/>
                <a:gdLst>
                  <a:gd name="T0" fmla="*/ 14 w 35"/>
                  <a:gd name="T1" fmla="*/ 68 h 76"/>
                  <a:gd name="T2" fmla="*/ 12 w 35"/>
                  <a:gd name="T3" fmla="*/ 69 h 76"/>
                  <a:gd name="T4" fmla="*/ 9 w 35"/>
                  <a:gd name="T5" fmla="*/ 76 h 76"/>
                  <a:gd name="T6" fmla="*/ 8 w 35"/>
                  <a:gd name="T7" fmla="*/ 65 h 76"/>
                  <a:gd name="T8" fmla="*/ 8 w 35"/>
                  <a:gd name="T9" fmla="*/ 52 h 76"/>
                  <a:gd name="T10" fmla="*/ 9 w 35"/>
                  <a:gd name="T11" fmla="*/ 48 h 76"/>
                  <a:gd name="T12" fmla="*/ 12 w 35"/>
                  <a:gd name="T13" fmla="*/ 45 h 76"/>
                  <a:gd name="T14" fmla="*/ 17 w 35"/>
                  <a:gd name="T15" fmla="*/ 38 h 76"/>
                  <a:gd name="T16" fmla="*/ 17 w 35"/>
                  <a:gd name="T17" fmla="*/ 31 h 76"/>
                  <a:gd name="T18" fmla="*/ 12 w 35"/>
                  <a:gd name="T19" fmla="*/ 31 h 76"/>
                  <a:gd name="T20" fmla="*/ 7 w 35"/>
                  <a:gd name="T21" fmla="*/ 28 h 76"/>
                  <a:gd name="T22" fmla="*/ 2 w 35"/>
                  <a:gd name="T23" fmla="*/ 22 h 76"/>
                  <a:gd name="T24" fmla="*/ 11 w 35"/>
                  <a:gd name="T25" fmla="*/ 18 h 76"/>
                  <a:gd name="T26" fmla="*/ 17 w 35"/>
                  <a:gd name="T27" fmla="*/ 10 h 76"/>
                  <a:gd name="T28" fmla="*/ 17 w 35"/>
                  <a:gd name="T29" fmla="*/ 2 h 76"/>
                  <a:gd name="T30" fmla="*/ 22 w 35"/>
                  <a:gd name="T31" fmla="*/ 9 h 76"/>
                  <a:gd name="T32" fmla="*/ 27 w 35"/>
                  <a:gd name="T33" fmla="*/ 17 h 76"/>
                  <a:gd name="T34" fmla="*/ 33 w 35"/>
                  <a:gd name="T35" fmla="*/ 22 h 76"/>
                  <a:gd name="T36" fmla="*/ 33 w 35"/>
                  <a:gd name="T37" fmla="*/ 31 h 76"/>
                  <a:gd name="T38" fmla="*/ 34 w 35"/>
                  <a:gd name="T39" fmla="*/ 41 h 76"/>
                  <a:gd name="T40" fmla="*/ 26 w 35"/>
                  <a:gd name="T41" fmla="*/ 44 h 76"/>
                  <a:gd name="T42" fmla="*/ 24 w 35"/>
                  <a:gd name="T43" fmla="*/ 37 h 76"/>
                  <a:gd name="T44" fmla="*/ 22 w 35"/>
                  <a:gd name="T45" fmla="*/ 40 h 76"/>
                  <a:gd name="T46" fmla="*/ 21 w 35"/>
                  <a:gd name="T47" fmla="*/ 46 h 76"/>
                  <a:gd name="T48" fmla="*/ 19 w 35"/>
                  <a:gd name="T49" fmla="*/ 50 h 76"/>
                  <a:gd name="T50" fmla="*/ 17 w 35"/>
                  <a:gd name="T51" fmla="*/ 59 h 76"/>
                  <a:gd name="T52" fmla="*/ 16 w 35"/>
                  <a:gd name="T53" fmla="*/ 61 h 76"/>
                  <a:gd name="T54" fmla="*/ 16 w 35"/>
                  <a:gd name="T55" fmla="*/ 62 h 76"/>
                  <a:gd name="T56" fmla="*/ 14 w 35"/>
                  <a:gd name="T57" fmla="*/ 6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5" h="76">
                    <a:moveTo>
                      <a:pt x="14" y="68"/>
                    </a:moveTo>
                    <a:cubicBezTo>
                      <a:pt x="14" y="68"/>
                      <a:pt x="13" y="68"/>
                      <a:pt x="12" y="69"/>
                    </a:cubicBezTo>
                    <a:cubicBezTo>
                      <a:pt x="11" y="71"/>
                      <a:pt x="12" y="76"/>
                      <a:pt x="9" y="76"/>
                    </a:cubicBezTo>
                    <a:cubicBezTo>
                      <a:pt x="6" y="76"/>
                      <a:pt x="8" y="67"/>
                      <a:pt x="8" y="65"/>
                    </a:cubicBezTo>
                    <a:cubicBezTo>
                      <a:pt x="8" y="61"/>
                      <a:pt x="7" y="56"/>
                      <a:pt x="8" y="52"/>
                    </a:cubicBezTo>
                    <a:cubicBezTo>
                      <a:pt x="8" y="51"/>
                      <a:pt x="8" y="49"/>
                      <a:pt x="9" y="48"/>
                    </a:cubicBezTo>
                    <a:cubicBezTo>
                      <a:pt x="10" y="47"/>
                      <a:pt x="11" y="46"/>
                      <a:pt x="12" y="45"/>
                    </a:cubicBezTo>
                    <a:cubicBezTo>
                      <a:pt x="15" y="43"/>
                      <a:pt x="15" y="40"/>
                      <a:pt x="17" y="38"/>
                    </a:cubicBezTo>
                    <a:cubicBezTo>
                      <a:pt x="19" y="36"/>
                      <a:pt x="21" y="32"/>
                      <a:pt x="17" y="31"/>
                    </a:cubicBezTo>
                    <a:cubicBezTo>
                      <a:pt x="15" y="30"/>
                      <a:pt x="14" y="31"/>
                      <a:pt x="12" y="31"/>
                    </a:cubicBezTo>
                    <a:cubicBezTo>
                      <a:pt x="10" y="30"/>
                      <a:pt x="9" y="29"/>
                      <a:pt x="7" y="28"/>
                    </a:cubicBezTo>
                    <a:cubicBezTo>
                      <a:pt x="5" y="27"/>
                      <a:pt x="0" y="25"/>
                      <a:pt x="2" y="22"/>
                    </a:cubicBezTo>
                    <a:cubicBezTo>
                      <a:pt x="3" y="19"/>
                      <a:pt x="9" y="21"/>
                      <a:pt x="11" y="18"/>
                    </a:cubicBezTo>
                    <a:cubicBezTo>
                      <a:pt x="14" y="16"/>
                      <a:pt x="16" y="13"/>
                      <a:pt x="17" y="10"/>
                    </a:cubicBezTo>
                    <a:cubicBezTo>
                      <a:pt x="17" y="8"/>
                      <a:pt x="15" y="3"/>
                      <a:pt x="17" y="2"/>
                    </a:cubicBezTo>
                    <a:cubicBezTo>
                      <a:pt x="20" y="0"/>
                      <a:pt x="21" y="7"/>
                      <a:pt x="22" y="9"/>
                    </a:cubicBezTo>
                    <a:cubicBezTo>
                      <a:pt x="23" y="12"/>
                      <a:pt x="24" y="15"/>
                      <a:pt x="27" y="17"/>
                    </a:cubicBezTo>
                    <a:cubicBezTo>
                      <a:pt x="29" y="19"/>
                      <a:pt x="31" y="20"/>
                      <a:pt x="33" y="22"/>
                    </a:cubicBezTo>
                    <a:cubicBezTo>
                      <a:pt x="34" y="25"/>
                      <a:pt x="32" y="28"/>
                      <a:pt x="33" y="31"/>
                    </a:cubicBezTo>
                    <a:cubicBezTo>
                      <a:pt x="33" y="35"/>
                      <a:pt x="35" y="38"/>
                      <a:pt x="34" y="41"/>
                    </a:cubicBezTo>
                    <a:cubicBezTo>
                      <a:pt x="34" y="45"/>
                      <a:pt x="29" y="48"/>
                      <a:pt x="26" y="44"/>
                    </a:cubicBezTo>
                    <a:cubicBezTo>
                      <a:pt x="25" y="42"/>
                      <a:pt x="26" y="39"/>
                      <a:pt x="24" y="37"/>
                    </a:cubicBezTo>
                    <a:cubicBezTo>
                      <a:pt x="23" y="36"/>
                      <a:pt x="22" y="39"/>
                      <a:pt x="22" y="40"/>
                    </a:cubicBezTo>
                    <a:cubicBezTo>
                      <a:pt x="21" y="42"/>
                      <a:pt x="21" y="44"/>
                      <a:pt x="21" y="46"/>
                    </a:cubicBezTo>
                    <a:cubicBezTo>
                      <a:pt x="20" y="48"/>
                      <a:pt x="19" y="49"/>
                      <a:pt x="19" y="50"/>
                    </a:cubicBezTo>
                    <a:cubicBezTo>
                      <a:pt x="18" y="53"/>
                      <a:pt x="18" y="56"/>
                      <a:pt x="17" y="59"/>
                    </a:cubicBezTo>
                    <a:cubicBezTo>
                      <a:pt x="17" y="59"/>
                      <a:pt x="16" y="60"/>
                      <a:pt x="16" y="61"/>
                    </a:cubicBezTo>
                    <a:cubicBezTo>
                      <a:pt x="15" y="61"/>
                      <a:pt x="16" y="62"/>
                      <a:pt x="16" y="62"/>
                    </a:cubicBezTo>
                    <a:cubicBezTo>
                      <a:pt x="15" y="64"/>
                      <a:pt x="15" y="66"/>
                      <a:pt x="14" y="6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0" name="Freeform 2852">
                <a:extLst>
                  <a:ext uri="{FF2B5EF4-FFF2-40B4-BE49-F238E27FC236}">
                    <a16:creationId xmlns:a16="http://schemas.microsoft.com/office/drawing/2014/main" id="{35F239E7-9C95-4E68-8C2F-F6531F585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607"/>
                <a:ext cx="5" cy="3"/>
              </a:xfrm>
              <a:custGeom>
                <a:avLst/>
                <a:gdLst>
                  <a:gd name="T0" fmla="*/ 7 w 11"/>
                  <a:gd name="T1" fmla="*/ 8 h 8"/>
                  <a:gd name="T2" fmla="*/ 4 w 11"/>
                  <a:gd name="T3" fmla="*/ 6 h 8"/>
                  <a:gd name="T4" fmla="*/ 2 w 11"/>
                  <a:gd name="T5" fmla="*/ 5 h 8"/>
                  <a:gd name="T6" fmla="*/ 6 w 11"/>
                  <a:gd name="T7" fmla="*/ 1 h 8"/>
                  <a:gd name="T8" fmla="*/ 9 w 11"/>
                  <a:gd name="T9" fmla="*/ 1 h 8"/>
                  <a:gd name="T10" fmla="*/ 10 w 11"/>
                  <a:gd name="T11" fmla="*/ 4 h 8"/>
                  <a:gd name="T12" fmla="*/ 11 w 11"/>
                  <a:gd name="T13" fmla="*/ 7 h 8"/>
                  <a:gd name="T14" fmla="*/ 7 w 11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8">
                    <a:moveTo>
                      <a:pt x="7" y="8"/>
                    </a:moveTo>
                    <a:cubicBezTo>
                      <a:pt x="6" y="7"/>
                      <a:pt x="5" y="7"/>
                      <a:pt x="4" y="6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0" y="3"/>
                      <a:pt x="4" y="1"/>
                      <a:pt x="6" y="1"/>
                    </a:cubicBezTo>
                    <a:cubicBezTo>
                      <a:pt x="7" y="1"/>
                      <a:pt x="9" y="0"/>
                      <a:pt x="9" y="1"/>
                    </a:cubicBezTo>
                    <a:cubicBezTo>
                      <a:pt x="10" y="2"/>
                      <a:pt x="10" y="3"/>
                      <a:pt x="10" y="4"/>
                    </a:cubicBezTo>
                    <a:cubicBezTo>
                      <a:pt x="10" y="5"/>
                      <a:pt x="11" y="6"/>
                      <a:pt x="11" y="7"/>
                    </a:cubicBezTo>
                    <a:cubicBezTo>
                      <a:pt x="11" y="8"/>
                      <a:pt x="8" y="8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1" name="Freeform 2853">
                <a:extLst>
                  <a:ext uri="{FF2B5EF4-FFF2-40B4-BE49-F238E27FC236}">
                    <a16:creationId xmlns:a16="http://schemas.microsoft.com/office/drawing/2014/main" id="{CCAA3423-30E8-485D-ABE3-6AC5322CE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607"/>
                <a:ext cx="4" cy="4"/>
              </a:xfrm>
              <a:custGeom>
                <a:avLst/>
                <a:gdLst>
                  <a:gd name="T0" fmla="*/ 2 w 8"/>
                  <a:gd name="T1" fmla="*/ 1 h 10"/>
                  <a:gd name="T2" fmla="*/ 4 w 8"/>
                  <a:gd name="T3" fmla="*/ 2 h 10"/>
                  <a:gd name="T4" fmla="*/ 5 w 8"/>
                  <a:gd name="T5" fmla="*/ 4 h 10"/>
                  <a:gd name="T6" fmla="*/ 7 w 8"/>
                  <a:gd name="T7" fmla="*/ 8 h 10"/>
                  <a:gd name="T8" fmla="*/ 3 w 8"/>
                  <a:gd name="T9" fmla="*/ 10 h 10"/>
                  <a:gd name="T10" fmla="*/ 1 w 8"/>
                  <a:gd name="T11" fmla="*/ 8 h 10"/>
                  <a:gd name="T12" fmla="*/ 0 w 8"/>
                  <a:gd name="T13" fmla="*/ 3 h 10"/>
                  <a:gd name="T14" fmla="*/ 2 w 8"/>
                  <a:gd name="T1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2" y="1"/>
                    </a:moveTo>
                    <a:cubicBezTo>
                      <a:pt x="3" y="1"/>
                      <a:pt x="4" y="1"/>
                      <a:pt x="4" y="2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6" y="5"/>
                      <a:pt x="8" y="5"/>
                      <a:pt x="7" y="8"/>
                    </a:cubicBezTo>
                    <a:cubicBezTo>
                      <a:pt x="7" y="9"/>
                      <a:pt x="5" y="10"/>
                      <a:pt x="3" y="10"/>
                    </a:cubicBezTo>
                    <a:cubicBezTo>
                      <a:pt x="2" y="10"/>
                      <a:pt x="1" y="9"/>
                      <a:pt x="1" y="8"/>
                    </a:cubicBezTo>
                    <a:cubicBezTo>
                      <a:pt x="1" y="6"/>
                      <a:pt x="1" y="5"/>
                      <a:pt x="0" y="3"/>
                    </a:cubicBezTo>
                    <a:cubicBezTo>
                      <a:pt x="0" y="2"/>
                      <a:pt x="0" y="0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2" name="Freeform 2854">
                <a:extLst>
                  <a:ext uri="{FF2B5EF4-FFF2-40B4-BE49-F238E27FC236}">
                    <a16:creationId xmlns:a16="http://schemas.microsoft.com/office/drawing/2014/main" id="{F3EC1307-89A4-4E79-BC38-F2CF03FAF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598"/>
                <a:ext cx="15" cy="26"/>
              </a:xfrm>
              <a:custGeom>
                <a:avLst/>
                <a:gdLst>
                  <a:gd name="T0" fmla="*/ 1 w 38"/>
                  <a:gd name="T1" fmla="*/ 15 h 63"/>
                  <a:gd name="T2" fmla="*/ 3 w 38"/>
                  <a:gd name="T3" fmla="*/ 9 h 63"/>
                  <a:gd name="T4" fmla="*/ 9 w 38"/>
                  <a:gd name="T5" fmla="*/ 17 h 63"/>
                  <a:gd name="T6" fmla="*/ 11 w 38"/>
                  <a:gd name="T7" fmla="*/ 8 h 63"/>
                  <a:gd name="T8" fmla="*/ 13 w 38"/>
                  <a:gd name="T9" fmla="*/ 1 h 63"/>
                  <a:gd name="T10" fmla="*/ 21 w 38"/>
                  <a:gd name="T11" fmla="*/ 10 h 63"/>
                  <a:gd name="T12" fmla="*/ 24 w 38"/>
                  <a:gd name="T13" fmla="*/ 14 h 63"/>
                  <a:gd name="T14" fmla="*/ 29 w 38"/>
                  <a:gd name="T15" fmla="*/ 17 h 63"/>
                  <a:gd name="T16" fmla="*/ 35 w 38"/>
                  <a:gd name="T17" fmla="*/ 24 h 63"/>
                  <a:gd name="T18" fmla="*/ 38 w 38"/>
                  <a:gd name="T19" fmla="*/ 32 h 63"/>
                  <a:gd name="T20" fmla="*/ 36 w 38"/>
                  <a:gd name="T21" fmla="*/ 40 h 63"/>
                  <a:gd name="T22" fmla="*/ 35 w 38"/>
                  <a:gd name="T23" fmla="*/ 49 h 63"/>
                  <a:gd name="T24" fmla="*/ 32 w 38"/>
                  <a:gd name="T25" fmla="*/ 58 h 63"/>
                  <a:gd name="T26" fmla="*/ 26 w 38"/>
                  <a:gd name="T27" fmla="*/ 63 h 63"/>
                  <a:gd name="T28" fmla="*/ 20 w 38"/>
                  <a:gd name="T29" fmla="*/ 59 h 63"/>
                  <a:gd name="T30" fmla="*/ 15 w 38"/>
                  <a:gd name="T31" fmla="*/ 54 h 63"/>
                  <a:gd name="T32" fmla="*/ 9 w 38"/>
                  <a:gd name="T33" fmla="*/ 48 h 63"/>
                  <a:gd name="T34" fmla="*/ 11 w 38"/>
                  <a:gd name="T35" fmla="*/ 43 h 63"/>
                  <a:gd name="T36" fmla="*/ 12 w 38"/>
                  <a:gd name="T37" fmla="*/ 37 h 63"/>
                  <a:gd name="T38" fmla="*/ 7 w 38"/>
                  <a:gd name="T39" fmla="*/ 29 h 63"/>
                  <a:gd name="T40" fmla="*/ 11 w 38"/>
                  <a:gd name="T41" fmla="*/ 25 h 63"/>
                  <a:gd name="T42" fmla="*/ 6 w 38"/>
                  <a:gd name="T43" fmla="*/ 19 h 63"/>
                  <a:gd name="T44" fmla="*/ 1 w 38"/>
                  <a:gd name="T45" fmla="*/ 1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63">
                    <a:moveTo>
                      <a:pt x="1" y="15"/>
                    </a:moveTo>
                    <a:cubicBezTo>
                      <a:pt x="1" y="14"/>
                      <a:pt x="0" y="7"/>
                      <a:pt x="3" y="9"/>
                    </a:cubicBezTo>
                    <a:cubicBezTo>
                      <a:pt x="5" y="10"/>
                      <a:pt x="7" y="17"/>
                      <a:pt x="9" y="17"/>
                    </a:cubicBezTo>
                    <a:cubicBezTo>
                      <a:pt x="11" y="16"/>
                      <a:pt x="11" y="9"/>
                      <a:pt x="11" y="8"/>
                    </a:cubicBezTo>
                    <a:cubicBezTo>
                      <a:pt x="12" y="6"/>
                      <a:pt x="11" y="2"/>
                      <a:pt x="13" y="1"/>
                    </a:cubicBezTo>
                    <a:cubicBezTo>
                      <a:pt x="17" y="0"/>
                      <a:pt x="20" y="8"/>
                      <a:pt x="21" y="10"/>
                    </a:cubicBezTo>
                    <a:cubicBezTo>
                      <a:pt x="21" y="11"/>
                      <a:pt x="22" y="13"/>
                      <a:pt x="24" y="14"/>
                    </a:cubicBezTo>
                    <a:cubicBezTo>
                      <a:pt x="25" y="15"/>
                      <a:pt x="27" y="16"/>
                      <a:pt x="29" y="17"/>
                    </a:cubicBezTo>
                    <a:cubicBezTo>
                      <a:pt x="32" y="18"/>
                      <a:pt x="34" y="20"/>
                      <a:pt x="35" y="24"/>
                    </a:cubicBezTo>
                    <a:cubicBezTo>
                      <a:pt x="36" y="26"/>
                      <a:pt x="38" y="29"/>
                      <a:pt x="38" y="32"/>
                    </a:cubicBezTo>
                    <a:cubicBezTo>
                      <a:pt x="38" y="34"/>
                      <a:pt x="36" y="37"/>
                      <a:pt x="36" y="40"/>
                    </a:cubicBezTo>
                    <a:cubicBezTo>
                      <a:pt x="35" y="43"/>
                      <a:pt x="36" y="46"/>
                      <a:pt x="35" y="49"/>
                    </a:cubicBezTo>
                    <a:cubicBezTo>
                      <a:pt x="34" y="52"/>
                      <a:pt x="33" y="55"/>
                      <a:pt x="32" y="58"/>
                    </a:cubicBezTo>
                    <a:cubicBezTo>
                      <a:pt x="32" y="60"/>
                      <a:pt x="30" y="63"/>
                      <a:pt x="26" y="63"/>
                    </a:cubicBezTo>
                    <a:cubicBezTo>
                      <a:pt x="24" y="63"/>
                      <a:pt x="21" y="61"/>
                      <a:pt x="20" y="59"/>
                    </a:cubicBezTo>
                    <a:cubicBezTo>
                      <a:pt x="18" y="57"/>
                      <a:pt x="16" y="56"/>
                      <a:pt x="15" y="54"/>
                    </a:cubicBezTo>
                    <a:cubicBezTo>
                      <a:pt x="13" y="51"/>
                      <a:pt x="11" y="50"/>
                      <a:pt x="9" y="48"/>
                    </a:cubicBezTo>
                    <a:cubicBezTo>
                      <a:pt x="6" y="46"/>
                      <a:pt x="9" y="45"/>
                      <a:pt x="11" y="43"/>
                    </a:cubicBezTo>
                    <a:cubicBezTo>
                      <a:pt x="12" y="41"/>
                      <a:pt x="13" y="39"/>
                      <a:pt x="12" y="37"/>
                    </a:cubicBezTo>
                    <a:cubicBezTo>
                      <a:pt x="10" y="34"/>
                      <a:pt x="7" y="32"/>
                      <a:pt x="7" y="29"/>
                    </a:cubicBezTo>
                    <a:cubicBezTo>
                      <a:pt x="8" y="27"/>
                      <a:pt x="10" y="26"/>
                      <a:pt x="11" y="25"/>
                    </a:cubicBezTo>
                    <a:cubicBezTo>
                      <a:pt x="14" y="22"/>
                      <a:pt x="9" y="20"/>
                      <a:pt x="6" y="19"/>
                    </a:cubicBezTo>
                    <a:cubicBezTo>
                      <a:pt x="3" y="19"/>
                      <a:pt x="1" y="19"/>
                      <a:pt x="1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3" name="Freeform 2855">
                <a:extLst>
                  <a:ext uri="{FF2B5EF4-FFF2-40B4-BE49-F238E27FC236}">
                    <a16:creationId xmlns:a16="http://schemas.microsoft.com/office/drawing/2014/main" id="{B2B1B86F-AF09-44D8-9700-CE5DB2F3E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603"/>
                <a:ext cx="4" cy="3"/>
              </a:xfrm>
              <a:custGeom>
                <a:avLst/>
                <a:gdLst>
                  <a:gd name="T0" fmla="*/ 0 w 10"/>
                  <a:gd name="T1" fmla="*/ 3 h 6"/>
                  <a:gd name="T2" fmla="*/ 3 w 10"/>
                  <a:gd name="T3" fmla="*/ 0 h 6"/>
                  <a:gd name="T4" fmla="*/ 6 w 10"/>
                  <a:gd name="T5" fmla="*/ 1 h 6"/>
                  <a:gd name="T6" fmla="*/ 0 w 10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3"/>
                    </a:moveTo>
                    <a:cubicBezTo>
                      <a:pt x="0" y="1"/>
                      <a:pt x="1" y="1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10" y="5"/>
                      <a:pt x="0" y="6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4" name="Freeform 2856">
                <a:extLst>
                  <a:ext uri="{FF2B5EF4-FFF2-40B4-BE49-F238E27FC236}">
                    <a16:creationId xmlns:a16="http://schemas.microsoft.com/office/drawing/2014/main" id="{08F98179-36F2-4627-9723-EA69C3447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609"/>
                <a:ext cx="3" cy="2"/>
              </a:xfrm>
              <a:custGeom>
                <a:avLst/>
                <a:gdLst>
                  <a:gd name="T0" fmla="*/ 1 w 6"/>
                  <a:gd name="T1" fmla="*/ 4 h 6"/>
                  <a:gd name="T2" fmla="*/ 2 w 6"/>
                  <a:gd name="T3" fmla="*/ 0 h 6"/>
                  <a:gd name="T4" fmla="*/ 6 w 6"/>
                  <a:gd name="T5" fmla="*/ 3 h 6"/>
                  <a:gd name="T6" fmla="*/ 4 w 6"/>
                  <a:gd name="T7" fmla="*/ 6 h 6"/>
                  <a:gd name="T8" fmla="*/ 1 w 6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1" y="3"/>
                      <a:pt x="0" y="1"/>
                      <a:pt x="2" y="0"/>
                    </a:cubicBezTo>
                    <a:cubicBezTo>
                      <a:pt x="3" y="0"/>
                      <a:pt x="6" y="2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ubicBezTo>
                      <a:pt x="3" y="6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5" name="Freeform 2857">
                <a:extLst>
                  <a:ext uri="{FF2B5EF4-FFF2-40B4-BE49-F238E27FC236}">
                    <a16:creationId xmlns:a16="http://schemas.microsoft.com/office/drawing/2014/main" id="{5FF1F1B8-55D3-4FA0-8DC5-8817100B5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591"/>
                <a:ext cx="19" cy="18"/>
              </a:xfrm>
              <a:custGeom>
                <a:avLst/>
                <a:gdLst>
                  <a:gd name="T0" fmla="*/ 27 w 46"/>
                  <a:gd name="T1" fmla="*/ 35 h 44"/>
                  <a:gd name="T2" fmla="*/ 21 w 46"/>
                  <a:gd name="T3" fmla="*/ 41 h 44"/>
                  <a:gd name="T4" fmla="*/ 17 w 46"/>
                  <a:gd name="T5" fmla="*/ 36 h 44"/>
                  <a:gd name="T6" fmla="*/ 17 w 46"/>
                  <a:gd name="T7" fmla="*/ 30 h 44"/>
                  <a:gd name="T8" fmla="*/ 16 w 46"/>
                  <a:gd name="T9" fmla="*/ 26 h 44"/>
                  <a:gd name="T10" fmla="*/ 11 w 46"/>
                  <a:gd name="T11" fmla="*/ 29 h 44"/>
                  <a:gd name="T12" fmla="*/ 5 w 46"/>
                  <a:gd name="T13" fmla="*/ 22 h 44"/>
                  <a:gd name="T14" fmla="*/ 0 w 46"/>
                  <a:gd name="T15" fmla="*/ 15 h 44"/>
                  <a:gd name="T16" fmla="*/ 9 w 46"/>
                  <a:gd name="T17" fmla="*/ 15 h 44"/>
                  <a:gd name="T18" fmla="*/ 16 w 46"/>
                  <a:gd name="T19" fmla="*/ 2 h 44"/>
                  <a:gd name="T20" fmla="*/ 23 w 46"/>
                  <a:gd name="T21" fmla="*/ 5 h 44"/>
                  <a:gd name="T22" fmla="*/ 31 w 46"/>
                  <a:gd name="T23" fmla="*/ 0 h 44"/>
                  <a:gd name="T24" fmla="*/ 37 w 46"/>
                  <a:gd name="T25" fmla="*/ 4 h 44"/>
                  <a:gd name="T26" fmla="*/ 44 w 46"/>
                  <a:gd name="T27" fmla="*/ 3 h 44"/>
                  <a:gd name="T28" fmla="*/ 45 w 46"/>
                  <a:gd name="T29" fmla="*/ 9 h 44"/>
                  <a:gd name="T30" fmla="*/ 44 w 46"/>
                  <a:gd name="T31" fmla="*/ 16 h 44"/>
                  <a:gd name="T32" fmla="*/ 43 w 46"/>
                  <a:gd name="T33" fmla="*/ 25 h 44"/>
                  <a:gd name="T34" fmla="*/ 37 w 46"/>
                  <a:gd name="T35" fmla="*/ 29 h 44"/>
                  <a:gd name="T36" fmla="*/ 34 w 46"/>
                  <a:gd name="T37" fmla="*/ 35 h 44"/>
                  <a:gd name="T38" fmla="*/ 36 w 46"/>
                  <a:gd name="T39" fmla="*/ 40 h 44"/>
                  <a:gd name="T40" fmla="*/ 31 w 46"/>
                  <a:gd name="T41" fmla="*/ 41 h 44"/>
                  <a:gd name="T42" fmla="*/ 31 w 46"/>
                  <a:gd name="T43" fmla="*/ 38 h 44"/>
                  <a:gd name="T44" fmla="*/ 27 w 46"/>
                  <a:gd name="T45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6" h="44">
                    <a:moveTo>
                      <a:pt x="27" y="35"/>
                    </a:moveTo>
                    <a:cubicBezTo>
                      <a:pt x="25" y="36"/>
                      <a:pt x="24" y="40"/>
                      <a:pt x="21" y="41"/>
                    </a:cubicBezTo>
                    <a:cubicBezTo>
                      <a:pt x="18" y="41"/>
                      <a:pt x="17" y="38"/>
                      <a:pt x="17" y="36"/>
                    </a:cubicBezTo>
                    <a:cubicBezTo>
                      <a:pt x="17" y="34"/>
                      <a:pt x="17" y="32"/>
                      <a:pt x="17" y="30"/>
                    </a:cubicBezTo>
                    <a:cubicBezTo>
                      <a:pt x="16" y="29"/>
                      <a:pt x="17" y="26"/>
                      <a:pt x="16" y="26"/>
                    </a:cubicBezTo>
                    <a:cubicBezTo>
                      <a:pt x="15" y="25"/>
                      <a:pt x="12" y="29"/>
                      <a:pt x="11" y="29"/>
                    </a:cubicBezTo>
                    <a:cubicBezTo>
                      <a:pt x="8" y="29"/>
                      <a:pt x="7" y="24"/>
                      <a:pt x="5" y="22"/>
                    </a:cubicBezTo>
                    <a:cubicBezTo>
                      <a:pt x="4" y="20"/>
                      <a:pt x="0" y="17"/>
                      <a:pt x="0" y="15"/>
                    </a:cubicBezTo>
                    <a:cubicBezTo>
                      <a:pt x="1" y="12"/>
                      <a:pt x="7" y="15"/>
                      <a:pt x="9" y="15"/>
                    </a:cubicBezTo>
                    <a:cubicBezTo>
                      <a:pt x="16" y="15"/>
                      <a:pt x="9" y="3"/>
                      <a:pt x="16" y="2"/>
                    </a:cubicBezTo>
                    <a:cubicBezTo>
                      <a:pt x="19" y="2"/>
                      <a:pt x="21" y="5"/>
                      <a:pt x="23" y="5"/>
                    </a:cubicBezTo>
                    <a:cubicBezTo>
                      <a:pt x="26" y="4"/>
                      <a:pt x="28" y="0"/>
                      <a:pt x="31" y="0"/>
                    </a:cubicBezTo>
                    <a:cubicBezTo>
                      <a:pt x="33" y="0"/>
                      <a:pt x="34" y="4"/>
                      <a:pt x="37" y="4"/>
                    </a:cubicBezTo>
                    <a:cubicBezTo>
                      <a:pt x="39" y="4"/>
                      <a:pt x="41" y="2"/>
                      <a:pt x="44" y="3"/>
                    </a:cubicBezTo>
                    <a:cubicBezTo>
                      <a:pt x="46" y="4"/>
                      <a:pt x="46" y="7"/>
                      <a:pt x="45" y="9"/>
                    </a:cubicBezTo>
                    <a:cubicBezTo>
                      <a:pt x="44" y="11"/>
                      <a:pt x="44" y="13"/>
                      <a:pt x="44" y="16"/>
                    </a:cubicBezTo>
                    <a:cubicBezTo>
                      <a:pt x="45" y="19"/>
                      <a:pt x="45" y="22"/>
                      <a:pt x="43" y="25"/>
                    </a:cubicBezTo>
                    <a:cubicBezTo>
                      <a:pt x="42" y="27"/>
                      <a:pt x="39" y="28"/>
                      <a:pt x="37" y="29"/>
                    </a:cubicBezTo>
                    <a:cubicBezTo>
                      <a:pt x="35" y="31"/>
                      <a:pt x="33" y="33"/>
                      <a:pt x="34" y="35"/>
                    </a:cubicBezTo>
                    <a:cubicBezTo>
                      <a:pt x="34" y="37"/>
                      <a:pt x="36" y="38"/>
                      <a:pt x="36" y="40"/>
                    </a:cubicBezTo>
                    <a:cubicBezTo>
                      <a:pt x="36" y="43"/>
                      <a:pt x="31" y="44"/>
                      <a:pt x="31" y="41"/>
                    </a:cubicBezTo>
                    <a:cubicBezTo>
                      <a:pt x="31" y="40"/>
                      <a:pt x="32" y="39"/>
                      <a:pt x="31" y="38"/>
                    </a:cubicBezTo>
                    <a:cubicBezTo>
                      <a:pt x="31" y="36"/>
                      <a:pt x="29" y="35"/>
                      <a:pt x="27" y="3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6" name="Freeform 2858">
                <a:extLst>
                  <a:ext uri="{FF2B5EF4-FFF2-40B4-BE49-F238E27FC236}">
                    <a16:creationId xmlns:a16="http://schemas.microsoft.com/office/drawing/2014/main" id="{59F4B5CA-B741-4BE0-ADC8-B7089A6CE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588"/>
                <a:ext cx="5" cy="9"/>
              </a:xfrm>
              <a:custGeom>
                <a:avLst/>
                <a:gdLst>
                  <a:gd name="T0" fmla="*/ 4 w 12"/>
                  <a:gd name="T1" fmla="*/ 15 h 23"/>
                  <a:gd name="T2" fmla="*/ 5 w 12"/>
                  <a:gd name="T3" fmla="*/ 6 h 23"/>
                  <a:gd name="T4" fmla="*/ 5 w 12"/>
                  <a:gd name="T5" fmla="*/ 2 h 23"/>
                  <a:gd name="T6" fmla="*/ 9 w 12"/>
                  <a:gd name="T7" fmla="*/ 2 h 23"/>
                  <a:gd name="T8" fmla="*/ 10 w 12"/>
                  <a:gd name="T9" fmla="*/ 14 h 23"/>
                  <a:gd name="T10" fmla="*/ 12 w 12"/>
                  <a:gd name="T11" fmla="*/ 19 h 23"/>
                  <a:gd name="T12" fmla="*/ 3 w 12"/>
                  <a:gd name="T13" fmla="*/ 21 h 23"/>
                  <a:gd name="T14" fmla="*/ 0 w 12"/>
                  <a:gd name="T15" fmla="*/ 18 h 23"/>
                  <a:gd name="T16" fmla="*/ 4 w 12"/>
                  <a:gd name="T17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3">
                    <a:moveTo>
                      <a:pt x="4" y="15"/>
                    </a:moveTo>
                    <a:cubicBezTo>
                      <a:pt x="6" y="13"/>
                      <a:pt x="5" y="8"/>
                      <a:pt x="5" y="6"/>
                    </a:cubicBezTo>
                    <a:cubicBezTo>
                      <a:pt x="5" y="5"/>
                      <a:pt x="4" y="3"/>
                      <a:pt x="5" y="2"/>
                    </a:cubicBezTo>
                    <a:cubicBezTo>
                      <a:pt x="6" y="0"/>
                      <a:pt x="8" y="1"/>
                      <a:pt x="9" y="2"/>
                    </a:cubicBezTo>
                    <a:cubicBezTo>
                      <a:pt x="12" y="5"/>
                      <a:pt x="9" y="10"/>
                      <a:pt x="10" y="14"/>
                    </a:cubicBezTo>
                    <a:cubicBezTo>
                      <a:pt x="11" y="15"/>
                      <a:pt x="12" y="17"/>
                      <a:pt x="12" y="19"/>
                    </a:cubicBezTo>
                    <a:cubicBezTo>
                      <a:pt x="12" y="23"/>
                      <a:pt x="5" y="21"/>
                      <a:pt x="3" y="21"/>
                    </a:cubicBezTo>
                    <a:cubicBezTo>
                      <a:pt x="1" y="20"/>
                      <a:pt x="0" y="20"/>
                      <a:pt x="0" y="18"/>
                    </a:cubicBezTo>
                    <a:cubicBezTo>
                      <a:pt x="0" y="16"/>
                      <a:pt x="2" y="15"/>
                      <a:pt x="4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7" name="Freeform 2859">
                <a:extLst>
                  <a:ext uri="{FF2B5EF4-FFF2-40B4-BE49-F238E27FC236}">
                    <a16:creationId xmlns:a16="http://schemas.microsoft.com/office/drawing/2014/main" id="{1EA277EB-021C-49FF-94AC-8D2EEC36F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593"/>
                <a:ext cx="6" cy="5"/>
              </a:xfrm>
              <a:custGeom>
                <a:avLst/>
                <a:gdLst>
                  <a:gd name="T0" fmla="*/ 11 w 13"/>
                  <a:gd name="T1" fmla="*/ 10 h 11"/>
                  <a:gd name="T2" fmla="*/ 5 w 13"/>
                  <a:gd name="T3" fmla="*/ 11 h 11"/>
                  <a:gd name="T4" fmla="*/ 5 w 13"/>
                  <a:gd name="T5" fmla="*/ 11 h 11"/>
                  <a:gd name="T6" fmla="*/ 3 w 13"/>
                  <a:gd name="T7" fmla="*/ 10 h 11"/>
                  <a:gd name="T8" fmla="*/ 1 w 13"/>
                  <a:gd name="T9" fmla="*/ 9 h 11"/>
                  <a:gd name="T10" fmla="*/ 0 w 13"/>
                  <a:gd name="T11" fmla="*/ 3 h 11"/>
                  <a:gd name="T12" fmla="*/ 6 w 13"/>
                  <a:gd name="T13" fmla="*/ 0 h 11"/>
                  <a:gd name="T14" fmla="*/ 12 w 13"/>
                  <a:gd name="T15" fmla="*/ 3 h 11"/>
                  <a:gd name="T16" fmla="*/ 11 w 13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11" y="10"/>
                    </a:moveTo>
                    <a:cubicBezTo>
                      <a:pt x="9" y="11"/>
                      <a:pt x="7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1"/>
                      <a:pt x="3" y="11"/>
                      <a:pt x="3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0" y="8"/>
                      <a:pt x="0" y="4"/>
                      <a:pt x="0" y="3"/>
                    </a:cubicBezTo>
                    <a:cubicBezTo>
                      <a:pt x="1" y="1"/>
                      <a:pt x="4" y="0"/>
                      <a:pt x="6" y="0"/>
                    </a:cubicBezTo>
                    <a:cubicBezTo>
                      <a:pt x="7" y="1"/>
                      <a:pt x="11" y="2"/>
                      <a:pt x="12" y="3"/>
                    </a:cubicBezTo>
                    <a:cubicBezTo>
                      <a:pt x="13" y="5"/>
                      <a:pt x="13" y="10"/>
                      <a:pt x="11" y="10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8" name="Freeform 2860">
                <a:extLst>
                  <a:ext uri="{FF2B5EF4-FFF2-40B4-BE49-F238E27FC236}">
                    <a16:creationId xmlns:a16="http://schemas.microsoft.com/office/drawing/2014/main" id="{BB6E2E95-B31D-43E5-B724-FF072ECF6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591"/>
                <a:ext cx="3" cy="4"/>
              </a:xfrm>
              <a:custGeom>
                <a:avLst/>
                <a:gdLst>
                  <a:gd name="T0" fmla="*/ 1 w 6"/>
                  <a:gd name="T1" fmla="*/ 5 h 12"/>
                  <a:gd name="T2" fmla="*/ 3 w 6"/>
                  <a:gd name="T3" fmla="*/ 1 h 12"/>
                  <a:gd name="T4" fmla="*/ 6 w 6"/>
                  <a:gd name="T5" fmla="*/ 6 h 12"/>
                  <a:gd name="T6" fmla="*/ 3 w 6"/>
                  <a:gd name="T7" fmla="*/ 12 h 12"/>
                  <a:gd name="T8" fmla="*/ 0 w 6"/>
                  <a:gd name="T9" fmla="*/ 9 h 12"/>
                  <a:gd name="T10" fmla="*/ 1 w 6"/>
                  <a:gd name="T1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1" y="5"/>
                    </a:moveTo>
                    <a:cubicBezTo>
                      <a:pt x="2" y="4"/>
                      <a:pt x="2" y="1"/>
                      <a:pt x="3" y="1"/>
                    </a:cubicBezTo>
                    <a:cubicBezTo>
                      <a:pt x="6" y="0"/>
                      <a:pt x="6" y="4"/>
                      <a:pt x="6" y="6"/>
                    </a:cubicBezTo>
                    <a:cubicBezTo>
                      <a:pt x="6" y="8"/>
                      <a:pt x="5" y="12"/>
                      <a:pt x="3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8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9" name="Freeform 2861">
                <a:extLst>
                  <a:ext uri="{FF2B5EF4-FFF2-40B4-BE49-F238E27FC236}">
                    <a16:creationId xmlns:a16="http://schemas.microsoft.com/office/drawing/2014/main" id="{BA50DFD3-9716-4E10-9FD9-E9B9A7753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581"/>
                <a:ext cx="7" cy="16"/>
              </a:xfrm>
              <a:custGeom>
                <a:avLst/>
                <a:gdLst>
                  <a:gd name="T0" fmla="*/ 6 w 17"/>
                  <a:gd name="T1" fmla="*/ 37 h 39"/>
                  <a:gd name="T2" fmla="*/ 4 w 17"/>
                  <a:gd name="T3" fmla="*/ 33 h 39"/>
                  <a:gd name="T4" fmla="*/ 3 w 17"/>
                  <a:gd name="T5" fmla="*/ 29 h 39"/>
                  <a:gd name="T6" fmla="*/ 0 w 17"/>
                  <a:gd name="T7" fmla="*/ 25 h 39"/>
                  <a:gd name="T8" fmla="*/ 0 w 17"/>
                  <a:gd name="T9" fmla="*/ 21 h 39"/>
                  <a:gd name="T10" fmla="*/ 1 w 17"/>
                  <a:gd name="T11" fmla="*/ 16 h 39"/>
                  <a:gd name="T12" fmla="*/ 2 w 17"/>
                  <a:gd name="T13" fmla="*/ 13 h 39"/>
                  <a:gd name="T14" fmla="*/ 4 w 17"/>
                  <a:gd name="T15" fmla="*/ 15 h 39"/>
                  <a:gd name="T16" fmla="*/ 6 w 17"/>
                  <a:gd name="T17" fmla="*/ 20 h 39"/>
                  <a:gd name="T18" fmla="*/ 8 w 17"/>
                  <a:gd name="T19" fmla="*/ 14 h 39"/>
                  <a:gd name="T20" fmla="*/ 6 w 17"/>
                  <a:gd name="T21" fmla="*/ 9 h 39"/>
                  <a:gd name="T22" fmla="*/ 7 w 17"/>
                  <a:gd name="T23" fmla="*/ 6 h 39"/>
                  <a:gd name="T24" fmla="*/ 12 w 17"/>
                  <a:gd name="T25" fmla="*/ 9 h 39"/>
                  <a:gd name="T26" fmla="*/ 14 w 17"/>
                  <a:gd name="T27" fmla="*/ 14 h 39"/>
                  <a:gd name="T28" fmla="*/ 16 w 17"/>
                  <a:gd name="T29" fmla="*/ 17 h 39"/>
                  <a:gd name="T30" fmla="*/ 17 w 17"/>
                  <a:gd name="T31" fmla="*/ 23 h 39"/>
                  <a:gd name="T32" fmla="*/ 16 w 17"/>
                  <a:gd name="T33" fmla="*/ 27 h 39"/>
                  <a:gd name="T34" fmla="*/ 13 w 17"/>
                  <a:gd name="T35" fmla="*/ 31 h 39"/>
                  <a:gd name="T36" fmla="*/ 11 w 17"/>
                  <a:gd name="T37" fmla="*/ 35 h 39"/>
                  <a:gd name="T38" fmla="*/ 6 w 17"/>
                  <a:gd name="T39" fmla="*/ 3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39">
                    <a:moveTo>
                      <a:pt x="6" y="37"/>
                    </a:moveTo>
                    <a:cubicBezTo>
                      <a:pt x="5" y="36"/>
                      <a:pt x="4" y="34"/>
                      <a:pt x="4" y="33"/>
                    </a:cubicBezTo>
                    <a:cubicBezTo>
                      <a:pt x="4" y="32"/>
                      <a:pt x="4" y="30"/>
                      <a:pt x="3" y="29"/>
                    </a:cubicBezTo>
                    <a:cubicBezTo>
                      <a:pt x="3" y="27"/>
                      <a:pt x="1" y="27"/>
                      <a:pt x="0" y="25"/>
                    </a:cubicBezTo>
                    <a:cubicBezTo>
                      <a:pt x="0" y="24"/>
                      <a:pt x="0" y="22"/>
                      <a:pt x="0" y="21"/>
                    </a:cubicBezTo>
                    <a:cubicBezTo>
                      <a:pt x="1" y="19"/>
                      <a:pt x="2" y="18"/>
                      <a:pt x="1" y="16"/>
                    </a:cubicBezTo>
                    <a:cubicBezTo>
                      <a:pt x="0" y="15"/>
                      <a:pt x="0" y="14"/>
                      <a:pt x="2" y="13"/>
                    </a:cubicBezTo>
                    <a:cubicBezTo>
                      <a:pt x="3" y="12"/>
                      <a:pt x="4" y="13"/>
                      <a:pt x="4" y="15"/>
                    </a:cubicBezTo>
                    <a:cubicBezTo>
                      <a:pt x="4" y="17"/>
                      <a:pt x="5" y="19"/>
                      <a:pt x="6" y="20"/>
                    </a:cubicBezTo>
                    <a:cubicBezTo>
                      <a:pt x="10" y="24"/>
                      <a:pt x="8" y="16"/>
                      <a:pt x="8" y="14"/>
                    </a:cubicBezTo>
                    <a:cubicBezTo>
                      <a:pt x="7" y="13"/>
                      <a:pt x="6" y="11"/>
                      <a:pt x="6" y="9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9" y="0"/>
                      <a:pt x="11" y="6"/>
                      <a:pt x="12" y="9"/>
                    </a:cubicBezTo>
                    <a:cubicBezTo>
                      <a:pt x="12" y="11"/>
                      <a:pt x="12" y="12"/>
                      <a:pt x="14" y="14"/>
                    </a:cubicBezTo>
                    <a:cubicBezTo>
                      <a:pt x="15" y="15"/>
                      <a:pt x="16" y="15"/>
                      <a:pt x="16" y="17"/>
                    </a:cubicBezTo>
                    <a:cubicBezTo>
                      <a:pt x="17" y="19"/>
                      <a:pt x="17" y="21"/>
                      <a:pt x="17" y="23"/>
                    </a:cubicBezTo>
                    <a:cubicBezTo>
                      <a:pt x="17" y="24"/>
                      <a:pt x="17" y="26"/>
                      <a:pt x="16" y="27"/>
                    </a:cubicBezTo>
                    <a:cubicBezTo>
                      <a:pt x="15" y="28"/>
                      <a:pt x="14" y="30"/>
                      <a:pt x="13" y="31"/>
                    </a:cubicBezTo>
                    <a:cubicBezTo>
                      <a:pt x="12" y="33"/>
                      <a:pt x="12" y="34"/>
                      <a:pt x="11" y="35"/>
                    </a:cubicBezTo>
                    <a:cubicBezTo>
                      <a:pt x="10" y="37"/>
                      <a:pt x="8" y="39"/>
                      <a:pt x="6" y="3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0" name="Freeform 2862">
                <a:extLst>
                  <a:ext uri="{FF2B5EF4-FFF2-40B4-BE49-F238E27FC236}">
                    <a16:creationId xmlns:a16="http://schemas.microsoft.com/office/drawing/2014/main" id="{036682B2-5C4C-4C35-BEED-A6EE04907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578"/>
                <a:ext cx="3" cy="4"/>
              </a:xfrm>
              <a:custGeom>
                <a:avLst/>
                <a:gdLst>
                  <a:gd name="T0" fmla="*/ 3 w 8"/>
                  <a:gd name="T1" fmla="*/ 2 h 10"/>
                  <a:gd name="T2" fmla="*/ 5 w 8"/>
                  <a:gd name="T3" fmla="*/ 8 h 10"/>
                  <a:gd name="T4" fmla="*/ 3 w 8"/>
                  <a:gd name="T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3" y="2"/>
                    </a:moveTo>
                    <a:cubicBezTo>
                      <a:pt x="6" y="0"/>
                      <a:pt x="8" y="7"/>
                      <a:pt x="5" y="8"/>
                    </a:cubicBezTo>
                    <a:cubicBezTo>
                      <a:pt x="2" y="10"/>
                      <a:pt x="0" y="4"/>
                      <a:pt x="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1" name="Freeform 2863">
                <a:extLst>
                  <a:ext uri="{FF2B5EF4-FFF2-40B4-BE49-F238E27FC236}">
                    <a16:creationId xmlns:a16="http://schemas.microsoft.com/office/drawing/2014/main" id="{221EF811-8619-48DD-8B3D-33E4BB9D9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78"/>
                <a:ext cx="4" cy="7"/>
              </a:xfrm>
              <a:custGeom>
                <a:avLst/>
                <a:gdLst>
                  <a:gd name="T0" fmla="*/ 8 w 10"/>
                  <a:gd name="T1" fmla="*/ 17 h 18"/>
                  <a:gd name="T2" fmla="*/ 6 w 10"/>
                  <a:gd name="T3" fmla="*/ 17 h 18"/>
                  <a:gd name="T4" fmla="*/ 3 w 10"/>
                  <a:gd name="T5" fmla="*/ 15 h 18"/>
                  <a:gd name="T6" fmla="*/ 1 w 10"/>
                  <a:gd name="T7" fmla="*/ 12 h 18"/>
                  <a:gd name="T8" fmla="*/ 4 w 10"/>
                  <a:gd name="T9" fmla="*/ 7 h 18"/>
                  <a:gd name="T10" fmla="*/ 2 w 10"/>
                  <a:gd name="T11" fmla="*/ 3 h 18"/>
                  <a:gd name="T12" fmla="*/ 5 w 10"/>
                  <a:gd name="T13" fmla="*/ 1 h 18"/>
                  <a:gd name="T14" fmla="*/ 9 w 10"/>
                  <a:gd name="T15" fmla="*/ 6 h 18"/>
                  <a:gd name="T16" fmla="*/ 9 w 10"/>
                  <a:gd name="T17" fmla="*/ 11 h 18"/>
                  <a:gd name="T18" fmla="*/ 8 w 10"/>
                  <a:gd name="T19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8">
                    <a:moveTo>
                      <a:pt x="8" y="17"/>
                    </a:moveTo>
                    <a:cubicBezTo>
                      <a:pt x="8" y="18"/>
                      <a:pt x="7" y="18"/>
                      <a:pt x="6" y="17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3" y="14"/>
                      <a:pt x="1" y="13"/>
                      <a:pt x="1" y="12"/>
                    </a:cubicBezTo>
                    <a:cubicBezTo>
                      <a:pt x="0" y="9"/>
                      <a:pt x="5" y="10"/>
                      <a:pt x="4" y="7"/>
                    </a:cubicBezTo>
                    <a:cubicBezTo>
                      <a:pt x="3" y="5"/>
                      <a:pt x="2" y="5"/>
                      <a:pt x="2" y="3"/>
                    </a:cubicBezTo>
                    <a:cubicBezTo>
                      <a:pt x="2" y="2"/>
                      <a:pt x="4" y="1"/>
                      <a:pt x="5" y="1"/>
                    </a:cubicBezTo>
                    <a:cubicBezTo>
                      <a:pt x="8" y="0"/>
                      <a:pt x="9" y="3"/>
                      <a:pt x="9" y="6"/>
                    </a:cubicBezTo>
                    <a:cubicBezTo>
                      <a:pt x="10" y="8"/>
                      <a:pt x="9" y="9"/>
                      <a:pt x="9" y="11"/>
                    </a:cubicBezTo>
                    <a:cubicBezTo>
                      <a:pt x="9" y="12"/>
                      <a:pt x="9" y="15"/>
                      <a:pt x="8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2" name="Freeform 2864">
                <a:extLst>
                  <a:ext uri="{FF2B5EF4-FFF2-40B4-BE49-F238E27FC236}">
                    <a16:creationId xmlns:a16="http://schemas.microsoft.com/office/drawing/2014/main" id="{C266F5CB-A753-49B5-9BB0-F03CE815B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572"/>
                <a:ext cx="2" cy="4"/>
              </a:xfrm>
              <a:custGeom>
                <a:avLst/>
                <a:gdLst>
                  <a:gd name="T0" fmla="*/ 2 w 4"/>
                  <a:gd name="T1" fmla="*/ 10 h 11"/>
                  <a:gd name="T2" fmla="*/ 1 w 4"/>
                  <a:gd name="T3" fmla="*/ 7 h 11"/>
                  <a:gd name="T4" fmla="*/ 1 w 4"/>
                  <a:gd name="T5" fmla="*/ 3 h 11"/>
                  <a:gd name="T6" fmla="*/ 4 w 4"/>
                  <a:gd name="T7" fmla="*/ 8 h 11"/>
                  <a:gd name="T8" fmla="*/ 2 w 4"/>
                  <a:gd name="T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2" y="10"/>
                    </a:moveTo>
                    <a:cubicBezTo>
                      <a:pt x="0" y="10"/>
                      <a:pt x="1" y="8"/>
                      <a:pt x="1" y="7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2" y="0"/>
                      <a:pt x="4" y="7"/>
                      <a:pt x="4" y="8"/>
                    </a:cubicBezTo>
                    <a:cubicBezTo>
                      <a:pt x="3" y="8"/>
                      <a:pt x="3" y="11"/>
                      <a:pt x="2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3" name="Freeform 2865">
                <a:extLst>
                  <a:ext uri="{FF2B5EF4-FFF2-40B4-BE49-F238E27FC236}">
                    <a16:creationId xmlns:a16="http://schemas.microsoft.com/office/drawing/2014/main" id="{9BA0916F-C46F-4E9A-A8F9-D74E76056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546"/>
                <a:ext cx="12" cy="30"/>
              </a:xfrm>
              <a:custGeom>
                <a:avLst/>
                <a:gdLst>
                  <a:gd name="T0" fmla="*/ 17 w 31"/>
                  <a:gd name="T1" fmla="*/ 58 h 73"/>
                  <a:gd name="T2" fmla="*/ 12 w 31"/>
                  <a:gd name="T3" fmla="*/ 58 h 73"/>
                  <a:gd name="T4" fmla="*/ 5 w 31"/>
                  <a:gd name="T5" fmla="*/ 58 h 73"/>
                  <a:gd name="T6" fmla="*/ 6 w 31"/>
                  <a:gd name="T7" fmla="*/ 49 h 73"/>
                  <a:gd name="T8" fmla="*/ 2 w 31"/>
                  <a:gd name="T9" fmla="*/ 41 h 73"/>
                  <a:gd name="T10" fmla="*/ 9 w 31"/>
                  <a:gd name="T11" fmla="*/ 39 h 73"/>
                  <a:gd name="T12" fmla="*/ 17 w 31"/>
                  <a:gd name="T13" fmla="*/ 42 h 73"/>
                  <a:gd name="T14" fmla="*/ 12 w 31"/>
                  <a:gd name="T15" fmla="*/ 31 h 73"/>
                  <a:gd name="T16" fmla="*/ 10 w 31"/>
                  <a:gd name="T17" fmla="*/ 21 h 73"/>
                  <a:gd name="T18" fmla="*/ 11 w 31"/>
                  <a:gd name="T19" fmla="*/ 11 h 73"/>
                  <a:gd name="T20" fmla="*/ 14 w 31"/>
                  <a:gd name="T21" fmla="*/ 2 h 73"/>
                  <a:gd name="T22" fmla="*/ 19 w 31"/>
                  <a:gd name="T23" fmla="*/ 7 h 73"/>
                  <a:gd name="T24" fmla="*/ 20 w 31"/>
                  <a:gd name="T25" fmla="*/ 19 h 73"/>
                  <a:gd name="T26" fmla="*/ 26 w 31"/>
                  <a:gd name="T27" fmla="*/ 26 h 73"/>
                  <a:gd name="T28" fmla="*/ 27 w 31"/>
                  <a:gd name="T29" fmla="*/ 30 h 73"/>
                  <a:gd name="T30" fmla="*/ 29 w 31"/>
                  <a:gd name="T31" fmla="*/ 34 h 73"/>
                  <a:gd name="T32" fmla="*/ 30 w 31"/>
                  <a:gd name="T33" fmla="*/ 44 h 73"/>
                  <a:gd name="T34" fmla="*/ 29 w 31"/>
                  <a:gd name="T35" fmla="*/ 49 h 73"/>
                  <a:gd name="T36" fmla="*/ 26 w 31"/>
                  <a:gd name="T37" fmla="*/ 49 h 73"/>
                  <a:gd name="T38" fmla="*/ 25 w 31"/>
                  <a:gd name="T39" fmla="*/ 57 h 73"/>
                  <a:gd name="T40" fmla="*/ 29 w 31"/>
                  <a:gd name="T41" fmla="*/ 66 h 73"/>
                  <a:gd name="T42" fmla="*/ 23 w 31"/>
                  <a:gd name="T43" fmla="*/ 71 h 73"/>
                  <a:gd name="T44" fmla="*/ 16 w 31"/>
                  <a:gd name="T45" fmla="*/ 66 h 73"/>
                  <a:gd name="T46" fmla="*/ 17 w 31"/>
                  <a:gd name="T47" fmla="*/ 5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73">
                    <a:moveTo>
                      <a:pt x="17" y="58"/>
                    </a:moveTo>
                    <a:cubicBezTo>
                      <a:pt x="18" y="55"/>
                      <a:pt x="13" y="56"/>
                      <a:pt x="12" y="58"/>
                    </a:cubicBezTo>
                    <a:cubicBezTo>
                      <a:pt x="9" y="59"/>
                      <a:pt x="7" y="61"/>
                      <a:pt x="5" y="58"/>
                    </a:cubicBezTo>
                    <a:cubicBezTo>
                      <a:pt x="3" y="54"/>
                      <a:pt x="7" y="53"/>
                      <a:pt x="6" y="49"/>
                    </a:cubicBezTo>
                    <a:cubicBezTo>
                      <a:pt x="6" y="46"/>
                      <a:pt x="0" y="44"/>
                      <a:pt x="2" y="41"/>
                    </a:cubicBezTo>
                    <a:cubicBezTo>
                      <a:pt x="3" y="38"/>
                      <a:pt x="7" y="36"/>
                      <a:pt x="9" y="39"/>
                    </a:cubicBezTo>
                    <a:cubicBezTo>
                      <a:pt x="11" y="41"/>
                      <a:pt x="14" y="45"/>
                      <a:pt x="17" y="42"/>
                    </a:cubicBezTo>
                    <a:cubicBezTo>
                      <a:pt x="20" y="39"/>
                      <a:pt x="15" y="33"/>
                      <a:pt x="12" y="31"/>
                    </a:cubicBezTo>
                    <a:cubicBezTo>
                      <a:pt x="9" y="28"/>
                      <a:pt x="9" y="25"/>
                      <a:pt x="10" y="21"/>
                    </a:cubicBezTo>
                    <a:cubicBezTo>
                      <a:pt x="11" y="18"/>
                      <a:pt x="11" y="14"/>
                      <a:pt x="11" y="11"/>
                    </a:cubicBezTo>
                    <a:cubicBezTo>
                      <a:pt x="11" y="8"/>
                      <a:pt x="12" y="3"/>
                      <a:pt x="14" y="2"/>
                    </a:cubicBezTo>
                    <a:cubicBezTo>
                      <a:pt x="17" y="0"/>
                      <a:pt x="19" y="5"/>
                      <a:pt x="19" y="7"/>
                    </a:cubicBezTo>
                    <a:cubicBezTo>
                      <a:pt x="20" y="11"/>
                      <a:pt x="19" y="15"/>
                      <a:pt x="20" y="19"/>
                    </a:cubicBezTo>
                    <a:cubicBezTo>
                      <a:pt x="22" y="22"/>
                      <a:pt x="25" y="23"/>
                      <a:pt x="26" y="26"/>
                    </a:cubicBezTo>
                    <a:cubicBezTo>
                      <a:pt x="27" y="28"/>
                      <a:pt x="27" y="29"/>
                      <a:pt x="27" y="30"/>
                    </a:cubicBezTo>
                    <a:cubicBezTo>
                      <a:pt x="28" y="31"/>
                      <a:pt x="29" y="32"/>
                      <a:pt x="29" y="34"/>
                    </a:cubicBezTo>
                    <a:cubicBezTo>
                      <a:pt x="31" y="37"/>
                      <a:pt x="30" y="41"/>
                      <a:pt x="30" y="44"/>
                    </a:cubicBezTo>
                    <a:cubicBezTo>
                      <a:pt x="30" y="45"/>
                      <a:pt x="30" y="48"/>
                      <a:pt x="29" y="49"/>
                    </a:cubicBezTo>
                    <a:cubicBezTo>
                      <a:pt x="29" y="49"/>
                      <a:pt x="27" y="49"/>
                      <a:pt x="26" y="49"/>
                    </a:cubicBezTo>
                    <a:cubicBezTo>
                      <a:pt x="23" y="50"/>
                      <a:pt x="24" y="54"/>
                      <a:pt x="25" y="57"/>
                    </a:cubicBezTo>
                    <a:cubicBezTo>
                      <a:pt x="27" y="60"/>
                      <a:pt x="29" y="62"/>
                      <a:pt x="29" y="66"/>
                    </a:cubicBezTo>
                    <a:cubicBezTo>
                      <a:pt x="29" y="69"/>
                      <a:pt x="27" y="73"/>
                      <a:pt x="23" y="71"/>
                    </a:cubicBezTo>
                    <a:cubicBezTo>
                      <a:pt x="20" y="70"/>
                      <a:pt x="17" y="69"/>
                      <a:pt x="16" y="66"/>
                    </a:cubicBezTo>
                    <a:cubicBezTo>
                      <a:pt x="15" y="63"/>
                      <a:pt x="17" y="61"/>
                      <a:pt x="17" y="5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4" name="Freeform 2866">
                <a:extLst>
                  <a:ext uri="{FF2B5EF4-FFF2-40B4-BE49-F238E27FC236}">
                    <a16:creationId xmlns:a16="http://schemas.microsoft.com/office/drawing/2014/main" id="{AC486891-E901-4018-A7C0-CA07D1203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555"/>
                <a:ext cx="3" cy="3"/>
              </a:xfrm>
              <a:custGeom>
                <a:avLst/>
                <a:gdLst>
                  <a:gd name="T0" fmla="*/ 4 w 6"/>
                  <a:gd name="T1" fmla="*/ 7 h 7"/>
                  <a:gd name="T2" fmla="*/ 1 w 6"/>
                  <a:gd name="T3" fmla="*/ 5 h 7"/>
                  <a:gd name="T4" fmla="*/ 2 w 6"/>
                  <a:gd name="T5" fmla="*/ 1 h 7"/>
                  <a:gd name="T6" fmla="*/ 6 w 6"/>
                  <a:gd name="T7" fmla="*/ 4 h 7"/>
                  <a:gd name="T8" fmla="*/ 6 w 6"/>
                  <a:gd name="T9" fmla="*/ 6 h 7"/>
                  <a:gd name="T10" fmla="*/ 4 w 6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1" y="5"/>
                    </a:cubicBezTo>
                    <a:cubicBezTo>
                      <a:pt x="0" y="4"/>
                      <a:pt x="0" y="1"/>
                      <a:pt x="2" y="1"/>
                    </a:cubicBezTo>
                    <a:cubicBezTo>
                      <a:pt x="3" y="0"/>
                      <a:pt x="6" y="3"/>
                      <a:pt x="6" y="4"/>
                    </a:cubicBezTo>
                    <a:cubicBezTo>
                      <a:pt x="6" y="4"/>
                      <a:pt x="6" y="6"/>
                      <a:pt x="6" y="6"/>
                    </a:cubicBezTo>
                    <a:cubicBezTo>
                      <a:pt x="5" y="7"/>
                      <a:pt x="5" y="7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1875" name="Group 3068">
              <a:extLst>
                <a:ext uri="{FF2B5EF4-FFF2-40B4-BE49-F238E27FC236}">
                  <a16:creationId xmlns:a16="http://schemas.microsoft.com/office/drawing/2014/main" id="{58AC3FDF-04C0-4121-882B-AE3B5AFD58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2" y="426"/>
              <a:ext cx="2156" cy="2286"/>
              <a:chOff x="1962" y="426"/>
              <a:chExt cx="2156" cy="2286"/>
            </a:xfrm>
            <a:grpFill/>
          </p:grpSpPr>
          <p:sp>
            <p:nvSpPr>
              <p:cNvPr id="4265" name="Freeform 2868">
                <a:extLst>
                  <a:ext uri="{FF2B5EF4-FFF2-40B4-BE49-F238E27FC236}">
                    <a16:creationId xmlns:a16="http://schemas.microsoft.com/office/drawing/2014/main" id="{0EE85C7B-A354-49C2-8BC3-9F33A1447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553"/>
                <a:ext cx="6" cy="5"/>
              </a:xfrm>
              <a:custGeom>
                <a:avLst/>
                <a:gdLst>
                  <a:gd name="T0" fmla="*/ 9 w 14"/>
                  <a:gd name="T1" fmla="*/ 0 h 12"/>
                  <a:gd name="T2" fmla="*/ 13 w 14"/>
                  <a:gd name="T3" fmla="*/ 7 h 12"/>
                  <a:gd name="T4" fmla="*/ 12 w 14"/>
                  <a:gd name="T5" fmla="*/ 11 h 12"/>
                  <a:gd name="T6" fmla="*/ 8 w 14"/>
                  <a:gd name="T7" fmla="*/ 10 h 12"/>
                  <a:gd name="T8" fmla="*/ 3 w 14"/>
                  <a:gd name="T9" fmla="*/ 6 h 12"/>
                  <a:gd name="T10" fmla="*/ 9 w 1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2">
                    <a:moveTo>
                      <a:pt x="9" y="0"/>
                    </a:moveTo>
                    <a:cubicBezTo>
                      <a:pt x="12" y="1"/>
                      <a:pt x="13" y="4"/>
                      <a:pt x="13" y="7"/>
                    </a:cubicBezTo>
                    <a:cubicBezTo>
                      <a:pt x="13" y="8"/>
                      <a:pt x="14" y="10"/>
                      <a:pt x="12" y="11"/>
                    </a:cubicBezTo>
                    <a:cubicBezTo>
                      <a:pt x="11" y="12"/>
                      <a:pt x="9" y="11"/>
                      <a:pt x="8" y="10"/>
                    </a:cubicBezTo>
                    <a:cubicBezTo>
                      <a:pt x="6" y="9"/>
                      <a:pt x="4" y="7"/>
                      <a:pt x="3" y="6"/>
                    </a:cubicBezTo>
                    <a:cubicBezTo>
                      <a:pt x="0" y="2"/>
                      <a:pt x="5" y="0"/>
                      <a:pt x="9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6" name="Freeform 2869">
                <a:extLst>
                  <a:ext uri="{FF2B5EF4-FFF2-40B4-BE49-F238E27FC236}">
                    <a16:creationId xmlns:a16="http://schemas.microsoft.com/office/drawing/2014/main" id="{4AE80D81-58B1-47A8-AA7F-DF61DC34D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35"/>
                <a:ext cx="14" cy="19"/>
              </a:xfrm>
              <a:custGeom>
                <a:avLst/>
                <a:gdLst>
                  <a:gd name="T0" fmla="*/ 21 w 35"/>
                  <a:gd name="T1" fmla="*/ 38 h 46"/>
                  <a:gd name="T2" fmla="*/ 23 w 35"/>
                  <a:gd name="T3" fmla="*/ 33 h 46"/>
                  <a:gd name="T4" fmla="*/ 18 w 35"/>
                  <a:gd name="T5" fmla="*/ 25 h 46"/>
                  <a:gd name="T6" fmla="*/ 12 w 35"/>
                  <a:gd name="T7" fmla="*/ 14 h 46"/>
                  <a:gd name="T8" fmla="*/ 1 w 35"/>
                  <a:gd name="T9" fmla="*/ 5 h 46"/>
                  <a:gd name="T10" fmla="*/ 2 w 35"/>
                  <a:gd name="T11" fmla="*/ 1 h 46"/>
                  <a:gd name="T12" fmla="*/ 8 w 35"/>
                  <a:gd name="T13" fmla="*/ 2 h 46"/>
                  <a:gd name="T14" fmla="*/ 19 w 35"/>
                  <a:gd name="T15" fmla="*/ 10 h 46"/>
                  <a:gd name="T16" fmla="*/ 28 w 35"/>
                  <a:gd name="T17" fmla="*/ 19 h 46"/>
                  <a:gd name="T18" fmla="*/ 35 w 35"/>
                  <a:gd name="T19" fmla="*/ 28 h 46"/>
                  <a:gd name="T20" fmla="*/ 35 w 35"/>
                  <a:gd name="T21" fmla="*/ 35 h 46"/>
                  <a:gd name="T22" fmla="*/ 34 w 35"/>
                  <a:gd name="T23" fmla="*/ 40 h 46"/>
                  <a:gd name="T24" fmla="*/ 28 w 35"/>
                  <a:gd name="T25" fmla="*/ 44 h 46"/>
                  <a:gd name="T26" fmla="*/ 22 w 35"/>
                  <a:gd name="T27" fmla="*/ 44 h 46"/>
                  <a:gd name="T28" fmla="*/ 21 w 35"/>
                  <a:gd name="T29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46">
                    <a:moveTo>
                      <a:pt x="21" y="38"/>
                    </a:moveTo>
                    <a:cubicBezTo>
                      <a:pt x="21" y="36"/>
                      <a:pt x="23" y="35"/>
                      <a:pt x="23" y="33"/>
                    </a:cubicBezTo>
                    <a:cubicBezTo>
                      <a:pt x="24" y="30"/>
                      <a:pt x="19" y="28"/>
                      <a:pt x="18" y="25"/>
                    </a:cubicBezTo>
                    <a:cubicBezTo>
                      <a:pt x="16" y="21"/>
                      <a:pt x="17" y="17"/>
                      <a:pt x="12" y="14"/>
                    </a:cubicBezTo>
                    <a:cubicBezTo>
                      <a:pt x="8" y="11"/>
                      <a:pt x="2" y="10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11" y="5"/>
                      <a:pt x="15" y="8"/>
                      <a:pt x="19" y="10"/>
                    </a:cubicBezTo>
                    <a:cubicBezTo>
                      <a:pt x="22" y="13"/>
                      <a:pt x="25" y="16"/>
                      <a:pt x="28" y="19"/>
                    </a:cubicBezTo>
                    <a:cubicBezTo>
                      <a:pt x="31" y="21"/>
                      <a:pt x="34" y="24"/>
                      <a:pt x="35" y="28"/>
                    </a:cubicBezTo>
                    <a:cubicBezTo>
                      <a:pt x="35" y="30"/>
                      <a:pt x="35" y="32"/>
                      <a:pt x="35" y="35"/>
                    </a:cubicBezTo>
                    <a:cubicBezTo>
                      <a:pt x="35" y="37"/>
                      <a:pt x="35" y="39"/>
                      <a:pt x="34" y="40"/>
                    </a:cubicBezTo>
                    <a:cubicBezTo>
                      <a:pt x="32" y="42"/>
                      <a:pt x="30" y="43"/>
                      <a:pt x="28" y="44"/>
                    </a:cubicBezTo>
                    <a:cubicBezTo>
                      <a:pt x="26" y="44"/>
                      <a:pt x="23" y="46"/>
                      <a:pt x="22" y="44"/>
                    </a:cubicBezTo>
                    <a:cubicBezTo>
                      <a:pt x="20" y="42"/>
                      <a:pt x="20" y="40"/>
                      <a:pt x="21" y="3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7" name="Freeform 2870">
                <a:extLst>
                  <a:ext uri="{FF2B5EF4-FFF2-40B4-BE49-F238E27FC236}">
                    <a16:creationId xmlns:a16="http://schemas.microsoft.com/office/drawing/2014/main" id="{9A4ED6F5-5EE6-4417-82C6-875CFA6F1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534"/>
                <a:ext cx="4" cy="3"/>
              </a:xfrm>
              <a:custGeom>
                <a:avLst/>
                <a:gdLst>
                  <a:gd name="T0" fmla="*/ 7 w 8"/>
                  <a:gd name="T1" fmla="*/ 4 h 9"/>
                  <a:gd name="T2" fmla="*/ 6 w 8"/>
                  <a:gd name="T3" fmla="*/ 8 h 9"/>
                  <a:gd name="T4" fmla="*/ 1 w 8"/>
                  <a:gd name="T5" fmla="*/ 6 h 9"/>
                  <a:gd name="T6" fmla="*/ 0 w 8"/>
                  <a:gd name="T7" fmla="*/ 3 h 9"/>
                  <a:gd name="T8" fmla="*/ 4 w 8"/>
                  <a:gd name="T9" fmla="*/ 1 h 9"/>
                  <a:gd name="T10" fmla="*/ 7 w 8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7" y="4"/>
                    </a:moveTo>
                    <a:cubicBezTo>
                      <a:pt x="8" y="6"/>
                      <a:pt x="8" y="7"/>
                      <a:pt x="6" y="8"/>
                    </a:cubicBezTo>
                    <a:cubicBezTo>
                      <a:pt x="5" y="9"/>
                      <a:pt x="2" y="7"/>
                      <a:pt x="1" y="6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8" name="Freeform 2871">
                <a:extLst>
                  <a:ext uri="{FF2B5EF4-FFF2-40B4-BE49-F238E27FC236}">
                    <a16:creationId xmlns:a16="http://schemas.microsoft.com/office/drawing/2014/main" id="{26008C74-5498-479C-8827-D2AAD7645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531"/>
                <a:ext cx="2" cy="2"/>
              </a:xfrm>
              <a:custGeom>
                <a:avLst/>
                <a:gdLst>
                  <a:gd name="T0" fmla="*/ 4 w 5"/>
                  <a:gd name="T1" fmla="*/ 0 h 4"/>
                  <a:gd name="T2" fmla="*/ 4 w 5"/>
                  <a:gd name="T3" fmla="*/ 1 h 4"/>
                  <a:gd name="T4" fmla="*/ 1 w 5"/>
                  <a:gd name="T5" fmla="*/ 2 h 4"/>
                  <a:gd name="T6" fmla="*/ 4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2" y="4"/>
                      <a:pt x="1" y="2"/>
                    </a:cubicBezTo>
                    <a:cubicBezTo>
                      <a:pt x="0" y="0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9" name="Freeform 2872">
                <a:extLst>
                  <a:ext uri="{FF2B5EF4-FFF2-40B4-BE49-F238E27FC236}">
                    <a16:creationId xmlns:a16="http://schemas.microsoft.com/office/drawing/2014/main" id="{8FF39373-7BF7-45E8-BEFC-F992743C3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527"/>
                <a:ext cx="3" cy="2"/>
              </a:xfrm>
              <a:custGeom>
                <a:avLst/>
                <a:gdLst>
                  <a:gd name="T0" fmla="*/ 0 w 8"/>
                  <a:gd name="T1" fmla="*/ 3 h 6"/>
                  <a:gd name="T2" fmla="*/ 2 w 8"/>
                  <a:gd name="T3" fmla="*/ 1 h 6"/>
                  <a:gd name="T4" fmla="*/ 8 w 8"/>
                  <a:gd name="T5" fmla="*/ 2 h 6"/>
                  <a:gd name="T6" fmla="*/ 2 w 8"/>
                  <a:gd name="T7" fmla="*/ 5 h 6"/>
                  <a:gd name="T8" fmla="*/ 0 w 8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8" y="4"/>
                      <a:pt x="4" y="6"/>
                      <a:pt x="2" y="5"/>
                    </a:cubicBezTo>
                    <a:cubicBezTo>
                      <a:pt x="1" y="5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0" name="Freeform 2873">
                <a:extLst>
                  <a:ext uri="{FF2B5EF4-FFF2-40B4-BE49-F238E27FC236}">
                    <a16:creationId xmlns:a16="http://schemas.microsoft.com/office/drawing/2014/main" id="{7C62D0F5-A6C5-4A59-8C99-C93CB177E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521"/>
                <a:ext cx="3" cy="4"/>
              </a:xfrm>
              <a:custGeom>
                <a:avLst/>
                <a:gdLst>
                  <a:gd name="T0" fmla="*/ 2 w 8"/>
                  <a:gd name="T1" fmla="*/ 1 h 9"/>
                  <a:gd name="T2" fmla="*/ 2 w 8"/>
                  <a:gd name="T3" fmla="*/ 1 h 9"/>
                  <a:gd name="T4" fmla="*/ 4 w 8"/>
                  <a:gd name="T5" fmla="*/ 0 h 9"/>
                  <a:gd name="T6" fmla="*/ 8 w 8"/>
                  <a:gd name="T7" fmla="*/ 4 h 9"/>
                  <a:gd name="T8" fmla="*/ 1 w 8"/>
                  <a:gd name="T9" fmla="*/ 4 h 9"/>
                  <a:gd name="T10" fmla="*/ 2 w 8"/>
                  <a:gd name="T1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0"/>
                      <a:pt x="8" y="2"/>
                      <a:pt x="8" y="4"/>
                    </a:cubicBezTo>
                    <a:cubicBezTo>
                      <a:pt x="8" y="7"/>
                      <a:pt x="0" y="9"/>
                      <a:pt x="1" y="4"/>
                    </a:cubicBezTo>
                    <a:cubicBezTo>
                      <a:pt x="1" y="3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1" name="Freeform 2874">
                <a:extLst>
                  <a:ext uri="{FF2B5EF4-FFF2-40B4-BE49-F238E27FC236}">
                    <a16:creationId xmlns:a16="http://schemas.microsoft.com/office/drawing/2014/main" id="{6A0F1A43-96F6-41AE-A7E6-8AAC1C809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28"/>
                <a:ext cx="16" cy="12"/>
              </a:xfrm>
              <a:custGeom>
                <a:avLst/>
                <a:gdLst>
                  <a:gd name="T0" fmla="*/ 4 w 38"/>
                  <a:gd name="T1" fmla="*/ 6 h 30"/>
                  <a:gd name="T2" fmla="*/ 1 w 38"/>
                  <a:gd name="T3" fmla="*/ 3 h 30"/>
                  <a:gd name="T4" fmla="*/ 8 w 38"/>
                  <a:gd name="T5" fmla="*/ 2 h 30"/>
                  <a:gd name="T6" fmla="*/ 12 w 38"/>
                  <a:gd name="T7" fmla="*/ 3 h 30"/>
                  <a:gd name="T8" fmla="*/ 16 w 38"/>
                  <a:gd name="T9" fmla="*/ 4 h 30"/>
                  <a:gd name="T10" fmla="*/ 24 w 38"/>
                  <a:gd name="T11" fmla="*/ 11 h 30"/>
                  <a:gd name="T12" fmla="*/ 31 w 38"/>
                  <a:gd name="T13" fmla="*/ 16 h 30"/>
                  <a:gd name="T14" fmla="*/ 35 w 38"/>
                  <a:gd name="T15" fmla="*/ 28 h 30"/>
                  <a:gd name="T16" fmla="*/ 29 w 38"/>
                  <a:gd name="T17" fmla="*/ 28 h 30"/>
                  <a:gd name="T18" fmla="*/ 19 w 38"/>
                  <a:gd name="T19" fmla="*/ 21 h 30"/>
                  <a:gd name="T20" fmla="*/ 4 w 38"/>
                  <a:gd name="T21" fmla="*/ 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30">
                    <a:moveTo>
                      <a:pt x="4" y="6"/>
                    </a:moveTo>
                    <a:cubicBezTo>
                      <a:pt x="4" y="5"/>
                      <a:pt x="1" y="4"/>
                      <a:pt x="1" y="3"/>
                    </a:cubicBezTo>
                    <a:cubicBezTo>
                      <a:pt x="0" y="0"/>
                      <a:pt x="7" y="2"/>
                      <a:pt x="8" y="2"/>
                    </a:cubicBezTo>
                    <a:cubicBezTo>
                      <a:pt x="10" y="2"/>
                      <a:pt x="11" y="2"/>
                      <a:pt x="12" y="3"/>
                    </a:cubicBezTo>
                    <a:cubicBezTo>
                      <a:pt x="13" y="3"/>
                      <a:pt x="15" y="4"/>
                      <a:pt x="16" y="4"/>
                    </a:cubicBezTo>
                    <a:cubicBezTo>
                      <a:pt x="19" y="6"/>
                      <a:pt x="21" y="9"/>
                      <a:pt x="24" y="11"/>
                    </a:cubicBezTo>
                    <a:cubicBezTo>
                      <a:pt x="26" y="12"/>
                      <a:pt x="29" y="14"/>
                      <a:pt x="31" y="16"/>
                    </a:cubicBezTo>
                    <a:cubicBezTo>
                      <a:pt x="34" y="18"/>
                      <a:pt x="38" y="24"/>
                      <a:pt x="35" y="28"/>
                    </a:cubicBezTo>
                    <a:cubicBezTo>
                      <a:pt x="34" y="30"/>
                      <a:pt x="31" y="29"/>
                      <a:pt x="29" y="28"/>
                    </a:cubicBezTo>
                    <a:cubicBezTo>
                      <a:pt x="25" y="27"/>
                      <a:pt x="22" y="24"/>
                      <a:pt x="19" y="21"/>
                    </a:cubicBezTo>
                    <a:cubicBezTo>
                      <a:pt x="14" y="16"/>
                      <a:pt x="10" y="10"/>
                      <a:pt x="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2" name="Freeform 2875">
                <a:extLst>
                  <a:ext uri="{FF2B5EF4-FFF2-40B4-BE49-F238E27FC236}">
                    <a16:creationId xmlns:a16="http://schemas.microsoft.com/office/drawing/2014/main" id="{329D10DD-F740-4120-A65C-FF59B8977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15"/>
                <a:ext cx="14" cy="17"/>
              </a:xfrm>
              <a:custGeom>
                <a:avLst/>
                <a:gdLst>
                  <a:gd name="T0" fmla="*/ 12 w 34"/>
                  <a:gd name="T1" fmla="*/ 24 h 43"/>
                  <a:gd name="T2" fmla="*/ 7 w 34"/>
                  <a:gd name="T3" fmla="*/ 12 h 43"/>
                  <a:gd name="T4" fmla="*/ 0 w 34"/>
                  <a:gd name="T5" fmla="*/ 5 h 43"/>
                  <a:gd name="T6" fmla="*/ 1 w 34"/>
                  <a:gd name="T7" fmla="*/ 1 h 43"/>
                  <a:gd name="T8" fmla="*/ 5 w 34"/>
                  <a:gd name="T9" fmla="*/ 2 h 43"/>
                  <a:gd name="T10" fmla="*/ 9 w 34"/>
                  <a:gd name="T11" fmla="*/ 6 h 43"/>
                  <a:gd name="T12" fmla="*/ 13 w 34"/>
                  <a:gd name="T13" fmla="*/ 7 h 43"/>
                  <a:gd name="T14" fmla="*/ 18 w 34"/>
                  <a:gd name="T15" fmla="*/ 13 h 43"/>
                  <a:gd name="T16" fmla="*/ 19 w 34"/>
                  <a:gd name="T17" fmla="*/ 18 h 43"/>
                  <a:gd name="T18" fmla="*/ 21 w 34"/>
                  <a:gd name="T19" fmla="*/ 21 h 43"/>
                  <a:gd name="T20" fmla="*/ 26 w 34"/>
                  <a:gd name="T21" fmla="*/ 28 h 43"/>
                  <a:gd name="T22" fmla="*/ 32 w 34"/>
                  <a:gd name="T23" fmla="*/ 34 h 43"/>
                  <a:gd name="T24" fmla="*/ 34 w 34"/>
                  <a:gd name="T25" fmla="*/ 42 h 43"/>
                  <a:gd name="T26" fmla="*/ 31 w 34"/>
                  <a:gd name="T27" fmla="*/ 41 h 43"/>
                  <a:gd name="T28" fmla="*/ 28 w 34"/>
                  <a:gd name="T29" fmla="*/ 38 h 43"/>
                  <a:gd name="T30" fmla="*/ 21 w 34"/>
                  <a:gd name="T31" fmla="*/ 33 h 43"/>
                  <a:gd name="T32" fmla="*/ 19 w 34"/>
                  <a:gd name="T33" fmla="*/ 32 h 43"/>
                  <a:gd name="T34" fmla="*/ 17 w 34"/>
                  <a:gd name="T35" fmla="*/ 30 h 43"/>
                  <a:gd name="T36" fmla="*/ 15 w 34"/>
                  <a:gd name="T37" fmla="*/ 29 h 43"/>
                  <a:gd name="T38" fmla="*/ 12 w 34"/>
                  <a:gd name="T39" fmla="*/ 2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43">
                    <a:moveTo>
                      <a:pt x="12" y="24"/>
                    </a:moveTo>
                    <a:cubicBezTo>
                      <a:pt x="11" y="20"/>
                      <a:pt x="11" y="15"/>
                      <a:pt x="7" y="12"/>
                    </a:cubicBezTo>
                    <a:cubicBezTo>
                      <a:pt x="4" y="11"/>
                      <a:pt x="1" y="9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7" y="3"/>
                      <a:pt x="7" y="5"/>
                      <a:pt x="9" y="6"/>
                    </a:cubicBezTo>
                    <a:cubicBezTo>
                      <a:pt x="10" y="6"/>
                      <a:pt x="11" y="6"/>
                      <a:pt x="13" y="7"/>
                    </a:cubicBezTo>
                    <a:cubicBezTo>
                      <a:pt x="16" y="8"/>
                      <a:pt x="17" y="10"/>
                      <a:pt x="18" y="13"/>
                    </a:cubicBezTo>
                    <a:cubicBezTo>
                      <a:pt x="18" y="15"/>
                      <a:pt x="18" y="16"/>
                      <a:pt x="19" y="18"/>
                    </a:cubicBezTo>
                    <a:cubicBezTo>
                      <a:pt x="19" y="19"/>
                      <a:pt x="20" y="20"/>
                      <a:pt x="21" y="21"/>
                    </a:cubicBezTo>
                    <a:cubicBezTo>
                      <a:pt x="23" y="23"/>
                      <a:pt x="24" y="26"/>
                      <a:pt x="26" y="28"/>
                    </a:cubicBezTo>
                    <a:cubicBezTo>
                      <a:pt x="28" y="30"/>
                      <a:pt x="30" y="32"/>
                      <a:pt x="32" y="34"/>
                    </a:cubicBezTo>
                    <a:cubicBezTo>
                      <a:pt x="34" y="36"/>
                      <a:pt x="34" y="40"/>
                      <a:pt x="34" y="42"/>
                    </a:cubicBezTo>
                    <a:cubicBezTo>
                      <a:pt x="34" y="43"/>
                      <a:pt x="31" y="42"/>
                      <a:pt x="31" y="41"/>
                    </a:cubicBezTo>
                    <a:cubicBezTo>
                      <a:pt x="30" y="40"/>
                      <a:pt x="29" y="39"/>
                      <a:pt x="28" y="38"/>
                    </a:cubicBezTo>
                    <a:cubicBezTo>
                      <a:pt x="26" y="37"/>
                      <a:pt x="24" y="34"/>
                      <a:pt x="21" y="33"/>
                    </a:cubicBezTo>
                    <a:cubicBezTo>
                      <a:pt x="21" y="32"/>
                      <a:pt x="20" y="32"/>
                      <a:pt x="19" y="32"/>
                    </a:cubicBezTo>
                    <a:cubicBezTo>
                      <a:pt x="18" y="31"/>
                      <a:pt x="18" y="30"/>
                      <a:pt x="17" y="30"/>
                    </a:cubicBezTo>
                    <a:cubicBezTo>
                      <a:pt x="16" y="30"/>
                      <a:pt x="15" y="30"/>
                      <a:pt x="15" y="29"/>
                    </a:cubicBezTo>
                    <a:cubicBezTo>
                      <a:pt x="13" y="28"/>
                      <a:pt x="13" y="26"/>
                      <a:pt x="12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3" name="Freeform 2876">
                <a:extLst>
                  <a:ext uri="{FF2B5EF4-FFF2-40B4-BE49-F238E27FC236}">
                    <a16:creationId xmlns:a16="http://schemas.microsoft.com/office/drawing/2014/main" id="{0DA5A994-4BEF-4D5D-ACAC-D80D2B292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22"/>
                <a:ext cx="3" cy="3"/>
              </a:xfrm>
              <a:custGeom>
                <a:avLst/>
                <a:gdLst>
                  <a:gd name="T0" fmla="*/ 0 w 6"/>
                  <a:gd name="T1" fmla="*/ 2 h 8"/>
                  <a:gd name="T2" fmla="*/ 3 w 6"/>
                  <a:gd name="T3" fmla="*/ 0 h 8"/>
                  <a:gd name="T4" fmla="*/ 6 w 6"/>
                  <a:gd name="T5" fmla="*/ 5 h 8"/>
                  <a:gd name="T6" fmla="*/ 3 w 6"/>
                  <a:gd name="T7" fmla="*/ 7 h 8"/>
                  <a:gd name="T8" fmla="*/ 1 w 6"/>
                  <a:gd name="T9" fmla="*/ 4 h 8"/>
                  <a:gd name="T10" fmla="*/ 0 w 6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3"/>
                      <a:pt x="6" y="5"/>
                    </a:cubicBezTo>
                    <a:cubicBezTo>
                      <a:pt x="6" y="6"/>
                      <a:pt x="4" y="8"/>
                      <a:pt x="3" y="7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4" name="Freeform 2877">
                <a:extLst>
                  <a:ext uri="{FF2B5EF4-FFF2-40B4-BE49-F238E27FC236}">
                    <a16:creationId xmlns:a16="http://schemas.microsoft.com/office/drawing/2014/main" id="{C200F234-4359-496D-9ED3-4F55F2C44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541"/>
                <a:ext cx="2" cy="2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4 h 5"/>
                  <a:gd name="T4" fmla="*/ 2 w 4"/>
                  <a:gd name="T5" fmla="*/ 0 h 5"/>
                  <a:gd name="T6" fmla="*/ 3 w 4"/>
                  <a:gd name="T7" fmla="*/ 5 h 5"/>
                  <a:gd name="T8" fmla="*/ 1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1" y="5"/>
                      <a:pt x="0" y="4"/>
                      <a:pt x="0" y="4"/>
                    </a:cubicBezTo>
                    <a:cubicBezTo>
                      <a:pt x="0" y="3"/>
                      <a:pt x="1" y="0"/>
                      <a:pt x="2" y="0"/>
                    </a:cubicBezTo>
                    <a:cubicBezTo>
                      <a:pt x="4" y="0"/>
                      <a:pt x="3" y="4"/>
                      <a:pt x="3" y="5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5" name="Freeform 2878">
                <a:extLst>
                  <a:ext uri="{FF2B5EF4-FFF2-40B4-BE49-F238E27FC236}">
                    <a16:creationId xmlns:a16="http://schemas.microsoft.com/office/drawing/2014/main" id="{B48DFF0B-BA61-4909-B17C-AE87C768B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508"/>
                <a:ext cx="3" cy="4"/>
              </a:xfrm>
              <a:custGeom>
                <a:avLst/>
                <a:gdLst>
                  <a:gd name="T0" fmla="*/ 0 w 8"/>
                  <a:gd name="T1" fmla="*/ 4 h 9"/>
                  <a:gd name="T2" fmla="*/ 4 w 8"/>
                  <a:gd name="T3" fmla="*/ 0 h 9"/>
                  <a:gd name="T4" fmla="*/ 8 w 8"/>
                  <a:gd name="T5" fmla="*/ 6 h 9"/>
                  <a:gd name="T6" fmla="*/ 0 w 8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1"/>
                      <a:pt x="8" y="4"/>
                      <a:pt x="8" y="6"/>
                    </a:cubicBezTo>
                    <a:cubicBezTo>
                      <a:pt x="7" y="9"/>
                      <a:pt x="0" y="6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6" name="Freeform 2879">
                <a:extLst>
                  <a:ext uri="{FF2B5EF4-FFF2-40B4-BE49-F238E27FC236}">
                    <a16:creationId xmlns:a16="http://schemas.microsoft.com/office/drawing/2014/main" id="{BB7CBB19-5E25-4C25-B963-3C3B8B4A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09"/>
                <a:ext cx="5" cy="5"/>
              </a:xfrm>
              <a:custGeom>
                <a:avLst/>
                <a:gdLst>
                  <a:gd name="T0" fmla="*/ 2 w 11"/>
                  <a:gd name="T1" fmla="*/ 7 h 14"/>
                  <a:gd name="T2" fmla="*/ 0 w 11"/>
                  <a:gd name="T3" fmla="*/ 3 h 14"/>
                  <a:gd name="T4" fmla="*/ 5 w 11"/>
                  <a:gd name="T5" fmla="*/ 0 h 14"/>
                  <a:gd name="T6" fmla="*/ 10 w 11"/>
                  <a:gd name="T7" fmla="*/ 5 h 14"/>
                  <a:gd name="T8" fmla="*/ 10 w 11"/>
                  <a:gd name="T9" fmla="*/ 8 h 14"/>
                  <a:gd name="T10" fmla="*/ 11 w 11"/>
                  <a:gd name="T11" fmla="*/ 12 h 14"/>
                  <a:gd name="T12" fmla="*/ 9 w 11"/>
                  <a:gd name="T13" fmla="*/ 13 h 14"/>
                  <a:gd name="T14" fmla="*/ 6 w 11"/>
                  <a:gd name="T15" fmla="*/ 11 h 14"/>
                  <a:gd name="T16" fmla="*/ 2 w 11"/>
                  <a:gd name="T17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4">
                    <a:moveTo>
                      <a:pt x="2" y="7"/>
                    </a:move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8" y="0"/>
                      <a:pt x="9" y="3"/>
                      <a:pt x="10" y="5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10"/>
                      <a:pt x="11" y="10"/>
                      <a:pt x="11" y="12"/>
                    </a:cubicBezTo>
                    <a:cubicBezTo>
                      <a:pt x="11" y="13"/>
                      <a:pt x="10" y="14"/>
                      <a:pt x="9" y="13"/>
                    </a:cubicBezTo>
                    <a:cubicBezTo>
                      <a:pt x="8" y="13"/>
                      <a:pt x="7" y="12"/>
                      <a:pt x="6" y="11"/>
                    </a:cubicBezTo>
                    <a:cubicBezTo>
                      <a:pt x="5" y="10"/>
                      <a:pt x="4" y="8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7" name="Freeform 2880">
                <a:extLst>
                  <a:ext uri="{FF2B5EF4-FFF2-40B4-BE49-F238E27FC236}">
                    <a16:creationId xmlns:a16="http://schemas.microsoft.com/office/drawing/2014/main" id="{4B132F7D-9A87-45B9-A3CE-CB01F1573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525"/>
                <a:ext cx="22" cy="26"/>
              </a:xfrm>
              <a:custGeom>
                <a:avLst/>
                <a:gdLst>
                  <a:gd name="T0" fmla="*/ 1 w 54"/>
                  <a:gd name="T1" fmla="*/ 35 h 64"/>
                  <a:gd name="T2" fmla="*/ 14 w 54"/>
                  <a:gd name="T3" fmla="*/ 36 h 64"/>
                  <a:gd name="T4" fmla="*/ 16 w 54"/>
                  <a:gd name="T5" fmla="*/ 25 h 64"/>
                  <a:gd name="T6" fmla="*/ 23 w 54"/>
                  <a:gd name="T7" fmla="*/ 23 h 64"/>
                  <a:gd name="T8" fmla="*/ 31 w 54"/>
                  <a:gd name="T9" fmla="*/ 20 h 64"/>
                  <a:gd name="T10" fmla="*/ 37 w 54"/>
                  <a:gd name="T11" fmla="*/ 15 h 64"/>
                  <a:gd name="T12" fmla="*/ 46 w 54"/>
                  <a:gd name="T13" fmla="*/ 2 h 64"/>
                  <a:gd name="T14" fmla="*/ 53 w 54"/>
                  <a:gd name="T15" fmla="*/ 16 h 64"/>
                  <a:gd name="T16" fmla="*/ 49 w 54"/>
                  <a:gd name="T17" fmla="*/ 24 h 64"/>
                  <a:gd name="T18" fmla="*/ 45 w 54"/>
                  <a:gd name="T19" fmla="*/ 34 h 64"/>
                  <a:gd name="T20" fmla="*/ 43 w 54"/>
                  <a:gd name="T21" fmla="*/ 46 h 64"/>
                  <a:gd name="T22" fmla="*/ 40 w 54"/>
                  <a:gd name="T23" fmla="*/ 55 h 64"/>
                  <a:gd name="T24" fmla="*/ 28 w 54"/>
                  <a:gd name="T25" fmla="*/ 63 h 64"/>
                  <a:gd name="T26" fmla="*/ 15 w 54"/>
                  <a:gd name="T27" fmla="*/ 62 h 64"/>
                  <a:gd name="T28" fmla="*/ 12 w 54"/>
                  <a:gd name="T29" fmla="*/ 59 h 64"/>
                  <a:gd name="T30" fmla="*/ 10 w 54"/>
                  <a:gd name="T31" fmla="*/ 52 h 64"/>
                  <a:gd name="T32" fmla="*/ 5 w 54"/>
                  <a:gd name="T33" fmla="*/ 43 h 64"/>
                  <a:gd name="T34" fmla="*/ 1 w 54"/>
                  <a:gd name="T35" fmla="*/ 3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" h="64">
                    <a:moveTo>
                      <a:pt x="1" y="35"/>
                    </a:moveTo>
                    <a:cubicBezTo>
                      <a:pt x="2" y="24"/>
                      <a:pt x="10" y="41"/>
                      <a:pt x="14" y="36"/>
                    </a:cubicBezTo>
                    <a:cubicBezTo>
                      <a:pt x="17" y="33"/>
                      <a:pt x="15" y="29"/>
                      <a:pt x="16" y="25"/>
                    </a:cubicBezTo>
                    <a:cubicBezTo>
                      <a:pt x="17" y="23"/>
                      <a:pt x="21" y="23"/>
                      <a:pt x="23" y="23"/>
                    </a:cubicBezTo>
                    <a:cubicBezTo>
                      <a:pt x="26" y="22"/>
                      <a:pt x="28" y="21"/>
                      <a:pt x="31" y="20"/>
                    </a:cubicBezTo>
                    <a:cubicBezTo>
                      <a:pt x="33" y="18"/>
                      <a:pt x="36" y="17"/>
                      <a:pt x="37" y="15"/>
                    </a:cubicBezTo>
                    <a:cubicBezTo>
                      <a:pt x="40" y="10"/>
                      <a:pt x="38" y="0"/>
                      <a:pt x="46" y="2"/>
                    </a:cubicBezTo>
                    <a:cubicBezTo>
                      <a:pt x="52" y="3"/>
                      <a:pt x="54" y="11"/>
                      <a:pt x="53" y="16"/>
                    </a:cubicBezTo>
                    <a:cubicBezTo>
                      <a:pt x="52" y="19"/>
                      <a:pt x="50" y="21"/>
                      <a:pt x="49" y="24"/>
                    </a:cubicBezTo>
                    <a:cubicBezTo>
                      <a:pt x="46" y="27"/>
                      <a:pt x="46" y="30"/>
                      <a:pt x="45" y="34"/>
                    </a:cubicBezTo>
                    <a:cubicBezTo>
                      <a:pt x="45" y="38"/>
                      <a:pt x="44" y="42"/>
                      <a:pt x="43" y="46"/>
                    </a:cubicBezTo>
                    <a:cubicBezTo>
                      <a:pt x="42" y="49"/>
                      <a:pt x="41" y="52"/>
                      <a:pt x="40" y="55"/>
                    </a:cubicBezTo>
                    <a:cubicBezTo>
                      <a:pt x="38" y="60"/>
                      <a:pt x="33" y="62"/>
                      <a:pt x="28" y="63"/>
                    </a:cubicBezTo>
                    <a:cubicBezTo>
                      <a:pt x="24" y="64"/>
                      <a:pt x="19" y="64"/>
                      <a:pt x="15" y="62"/>
                    </a:cubicBezTo>
                    <a:cubicBezTo>
                      <a:pt x="13" y="61"/>
                      <a:pt x="13" y="60"/>
                      <a:pt x="12" y="59"/>
                    </a:cubicBezTo>
                    <a:cubicBezTo>
                      <a:pt x="12" y="56"/>
                      <a:pt x="11" y="54"/>
                      <a:pt x="10" y="52"/>
                    </a:cubicBezTo>
                    <a:cubicBezTo>
                      <a:pt x="9" y="48"/>
                      <a:pt x="8" y="45"/>
                      <a:pt x="5" y="43"/>
                    </a:cubicBezTo>
                    <a:cubicBezTo>
                      <a:pt x="2" y="41"/>
                      <a:pt x="0" y="39"/>
                      <a:pt x="1" y="3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8" name="Freeform 2881">
                <a:extLst>
                  <a:ext uri="{FF2B5EF4-FFF2-40B4-BE49-F238E27FC236}">
                    <a16:creationId xmlns:a16="http://schemas.microsoft.com/office/drawing/2014/main" id="{2248F665-89BF-46E2-85D2-90B6781BD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707"/>
                <a:ext cx="3" cy="3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2 h 7"/>
                  <a:gd name="T4" fmla="*/ 3 w 6"/>
                  <a:gd name="T5" fmla="*/ 1 h 7"/>
                  <a:gd name="T6" fmla="*/ 5 w 6"/>
                  <a:gd name="T7" fmla="*/ 3 h 7"/>
                  <a:gd name="T8" fmla="*/ 3 w 6"/>
                  <a:gd name="T9" fmla="*/ 7 h 7"/>
                  <a:gd name="T10" fmla="*/ 1 w 6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6" y="5"/>
                      <a:pt x="5" y="7"/>
                      <a:pt x="3" y="7"/>
                    </a:cubicBezTo>
                    <a:cubicBezTo>
                      <a:pt x="3" y="7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9" name="Freeform 2882">
                <a:extLst>
                  <a:ext uri="{FF2B5EF4-FFF2-40B4-BE49-F238E27FC236}">
                    <a16:creationId xmlns:a16="http://schemas.microsoft.com/office/drawing/2014/main" id="{6278E55B-8037-4A63-A207-56627D5F4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700"/>
                <a:ext cx="5" cy="2"/>
              </a:xfrm>
              <a:custGeom>
                <a:avLst/>
                <a:gdLst>
                  <a:gd name="T0" fmla="*/ 3 w 12"/>
                  <a:gd name="T1" fmla="*/ 0 h 5"/>
                  <a:gd name="T2" fmla="*/ 6 w 12"/>
                  <a:gd name="T3" fmla="*/ 1 h 5"/>
                  <a:gd name="T4" fmla="*/ 8 w 12"/>
                  <a:gd name="T5" fmla="*/ 1 h 5"/>
                  <a:gd name="T6" fmla="*/ 11 w 12"/>
                  <a:gd name="T7" fmla="*/ 4 h 5"/>
                  <a:gd name="T8" fmla="*/ 8 w 12"/>
                  <a:gd name="T9" fmla="*/ 5 h 5"/>
                  <a:gd name="T10" fmla="*/ 5 w 12"/>
                  <a:gd name="T11" fmla="*/ 4 h 5"/>
                  <a:gd name="T12" fmla="*/ 1 w 12"/>
                  <a:gd name="T13" fmla="*/ 3 h 5"/>
                  <a:gd name="T14" fmla="*/ 3 w 1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4" y="0"/>
                      <a:pt x="5" y="0"/>
                      <a:pt x="6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10" y="1"/>
                      <a:pt x="12" y="3"/>
                      <a:pt x="11" y="4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6" y="5"/>
                      <a:pt x="6" y="5"/>
                      <a:pt x="5" y="4"/>
                    </a:cubicBezTo>
                    <a:cubicBezTo>
                      <a:pt x="4" y="3"/>
                      <a:pt x="2" y="4"/>
                      <a:pt x="1" y="3"/>
                    </a:cubicBezTo>
                    <a:cubicBezTo>
                      <a:pt x="0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80" name="Freeform 2883">
                <a:extLst>
                  <a:ext uri="{FF2B5EF4-FFF2-40B4-BE49-F238E27FC236}">
                    <a16:creationId xmlns:a16="http://schemas.microsoft.com/office/drawing/2014/main" id="{ED732545-81BC-4190-A500-D841C67B1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703"/>
                <a:ext cx="1" cy="2"/>
              </a:xfrm>
              <a:custGeom>
                <a:avLst/>
                <a:gdLst>
                  <a:gd name="T0" fmla="*/ 3 w 4"/>
                  <a:gd name="T1" fmla="*/ 1 h 6"/>
                  <a:gd name="T2" fmla="*/ 4 w 4"/>
                  <a:gd name="T3" fmla="*/ 3 h 6"/>
                  <a:gd name="T4" fmla="*/ 4 w 4"/>
                  <a:gd name="T5" fmla="*/ 4 h 6"/>
                  <a:gd name="T6" fmla="*/ 0 w 4"/>
                  <a:gd name="T7" fmla="*/ 3 h 6"/>
                  <a:gd name="T8" fmla="*/ 3 w 4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81" name="Freeform 2884">
                <a:extLst>
                  <a:ext uri="{FF2B5EF4-FFF2-40B4-BE49-F238E27FC236}">
                    <a16:creationId xmlns:a16="http://schemas.microsoft.com/office/drawing/2014/main" id="{E7CFA123-C5CB-4F97-8875-6B5742B8E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699"/>
                <a:ext cx="2" cy="1"/>
              </a:xfrm>
              <a:custGeom>
                <a:avLst/>
                <a:gdLst>
                  <a:gd name="T0" fmla="*/ 1 w 5"/>
                  <a:gd name="T1" fmla="*/ 1 h 3"/>
                  <a:gd name="T2" fmla="*/ 3 w 5"/>
                  <a:gd name="T3" fmla="*/ 0 h 3"/>
                  <a:gd name="T4" fmla="*/ 4 w 5"/>
                  <a:gd name="T5" fmla="*/ 1 h 3"/>
                  <a:gd name="T6" fmla="*/ 2 w 5"/>
                  <a:gd name="T7" fmla="*/ 3 h 3"/>
                  <a:gd name="T8" fmla="*/ 1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82" name="Freeform 2885">
                <a:extLst>
                  <a:ext uri="{FF2B5EF4-FFF2-40B4-BE49-F238E27FC236}">
                    <a16:creationId xmlns:a16="http://schemas.microsoft.com/office/drawing/2014/main" id="{FCA07D22-055A-48D3-8650-33B9247F5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694"/>
                <a:ext cx="2" cy="3"/>
              </a:xfrm>
              <a:custGeom>
                <a:avLst/>
                <a:gdLst>
                  <a:gd name="T0" fmla="*/ 2 w 5"/>
                  <a:gd name="T1" fmla="*/ 1 h 7"/>
                  <a:gd name="T2" fmla="*/ 5 w 5"/>
                  <a:gd name="T3" fmla="*/ 3 h 7"/>
                  <a:gd name="T4" fmla="*/ 1 w 5"/>
                  <a:gd name="T5" fmla="*/ 5 h 7"/>
                  <a:gd name="T6" fmla="*/ 2 w 5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3" y="0"/>
                      <a:pt x="5" y="1"/>
                      <a:pt x="5" y="3"/>
                    </a:cubicBezTo>
                    <a:cubicBezTo>
                      <a:pt x="5" y="5"/>
                      <a:pt x="2" y="7"/>
                      <a:pt x="1" y="5"/>
                    </a:cubicBezTo>
                    <a:cubicBezTo>
                      <a:pt x="0" y="4"/>
                      <a:pt x="0" y="1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83" name="Freeform 2886">
                <a:extLst>
                  <a:ext uri="{FF2B5EF4-FFF2-40B4-BE49-F238E27FC236}">
                    <a16:creationId xmlns:a16="http://schemas.microsoft.com/office/drawing/2014/main" id="{C5220410-6C38-40EA-9260-DA4A0CD5F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689"/>
                <a:ext cx="14" cy="9"/>
              </a:xfrm>
              <a:custGeom>
                <a:avLst/>
                <a:gdLst>
                  <a:gd name="T0" fmla="*/ 10 w 34"/>
                  <a:gd name="T1" fmla="*/ 2 h 21"/>
                  <a:gd name="T2" fmla="*/ 13 w 34"/>
                  <a:gd name="T3" fmla="*/ 3 h 21"/>
                  <a:gd name="T4" fmla="*/ 19 w 34"/>
                  <a:gd name="T5" fmla="*/ 8 h 21"/>
                  <a:gd name="T6" fmla="*/ 25 w 34"/>
                  <a:gd name="T7" fmla="*/ 9 h 21"/>
                  <a:gd name="T8" fmla="*/ 28 w 34"/>
                  <a:gd name="T9" fmla="*/ 9 h 21"/>
                  <a:gd name="T10" fmla="*/ 31 w 34"/>
                  <a:gd name="T11" fmla="*/ 11 h 21"/>
                  <a:gd name="T12" fmla="*/ 34 w 34"/>
                  <a:gd name="T13" fmla="*/ 14 h 21"/>
                  <a:gd name="T14" fmla="*/ 30 w 34"/>
                  <a:gd name="T15" fmla="*/ 17 h 21"/>
                  <a:gd name="T16" fmla="*/ 29 w 34"/>
                  <a:gd name="T17" fmla="*/ 20 h 21"/>
                  <a:gd name="T18" fmla="*/ 26 w 34"/>
                  <a:gd name="T19" fmla="*/ 21 h 21"/>
                  <a:gd name="T20" fmla="*/ 22 w 34"/>
                  <a:gd name="T21" fmla="*/ 20 h 21"/>
                  <a:gd name="T22" fmla="*/ 18 w 34"/>
                  <a:gd name="T23" fmla="*/ 19 h 21"/>
                  <a:gd name="T24" fmla="*/ 8 w 34"/>
                  <a:gd name="T25" fmla="*/ 8 h 21"/>
                  <a:gd name="T26" fmla="*/ 2 w 34"/>
                  <a:gd name="T27" fmla="*/ 3 h 21"/>
                  <a:gd name="T28" fmla="*/ 5 w 34"/>
                  <a:gd name="T29" fmla="*/ 1 h 21"/>
                  <a:gd name="T30" fmla="*/ 10 w 34"/>
                  <a:gd name="T31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21">
                    <a:moveTo>
                      <a:pt x="10" y="2"/>
                    </a:moveTo>
                    <a:cubicBezTo>
                      <a:pt x="11" y="2"/>
                      <a:pt x="12" y="2"/>
                      <a:pt x="13" y="3"/>
                    </a:cubicBezTo>
                    <a:cubicBezTo>
                      <a:pt x="16" y="5"/>
                      <a:pt x="15" y="8"/>
                      <a:pt x="19" y="8"/>
                    </a:cubicBezTo>
                    <a:cubicBezTo>
                      <a:pt x="21" y="8"/>
                      <a:pt x="23" y="9"/>
                      <a:pt x="25" y="9"/>
                    </a:cubicBezTo>
                    <a:cubicBezTo>
                      <a:pt x="26" y="9"/>
                      <a:pt x="27" y="9"/>
                      <a:pt x="28" y="9"/>
                    </a:cubicBezTo>
                    <a:cubicBezTo>
                      <a:pt x="30" y="10"/>
                      <a:pt x="30" y="11"/>
                      <a:pt x="31" y="11"/>
                    </a:cubicBezTo>
                    <a:cubicBezTo>
                      <a:pt x="32" y="12"/>
                      <a:pt x="34" y="13"/>
                      <a:pt x="34" y="14"/>
                    </a:cubicBezTo>
                    <a:cubicBezTo>
                      <a:pt x="34" y="15"/>
                      <a:pt x="31" y="16"/>
                      <a:pt x="30" y="17"/>
                    </a:cubicBezTo>
                    <a:cubicBezTo>
                      <a:pt x="30" y="18"/>
                      <a:pt x="30" y="19"/>
                      <a:pt x="29" y="20"/>
                    </a:cubicBezTo>
                    <a:cubicBezTo>
                      <a:pt x="29" y="21"/>
                      <a:pt x="27" y="21"/>
                      <a:pt x="26" y="21"/>
                    </a:cubicBezTo>
                    <a:cubicBezTo>
                      <a:pt x="25" y="21"/>
                      <a:pt x="23" y="21"/>
                      <a:pt x="22" y="20"/>
                    </a:cubicBezTo>
                    <a:cubicBezTo>
                      <a:pt x="21" y="19"/>
                      <a:pt x="20" y="19"/>
                      <a:pt x="18" y="19"/>
                    </a:cubicBezTo>
                    <a:cubicBezTo>
                      <a:pt x="13" y="17"/>
                      <a:pt x="13" y="11"/>
                      <a:pt x="8" y="8"/>
                    </a:cubicBezTo>
                    <a:cubicBezTo>
                      <a:pt x="6" y="7"/>
                      <a:pt x="0" y="7"/>
                      <a:pt x="2" y="3"/>
                    </a:cubicBezTo>
                    <a:cubicBezTo>
                      <a:pt x="3" y="2"/>
                      <a:pt x="4" y="1"/>
                      <a:pt x="5" y="1"/>
                    </a:cubicBezTo>
                    <a:cubicBezTo>
                      <a:pt x="7" y="0"/>
                      <a:pt x="8" y="2"/>
                      <a:pt x="1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84" name="Freeform 2887">
                <a:extLst>
                  <a:ext uri="{FF2B5EF4-FFF2-40B4-BE49-F238E27FC236}">
                    <a16:creationId xmlns:a16="http://schemas.microsoft.com/office/drawing/2014/main" id="{36333214-CF31-4DFE-9598-F82779A0E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693"/>
                <a:ext cx="2" cy="2"/>
              </a:xfrm>
              <a:custGeom>
                <a:avLst/>
                <a:gdLst>
                  <a:gd name="T0" fmla="*/ 3 w 6"/>
                  <a:gd name="T1" fmla="*/ 4 h 4"/>
                  <a:gd name="T2" fmla="*/ 2 w 6"/>
                  <a:gd name="T3" fmla="*/ 4 h 4"/>
                  <a:gd name="T4" fmla="*/ 2 w 6"/>
                  <a:gd name="T5" fmla="*/ 1 h 4"/>
                  <a:gd name="T6" fmla="*/ 3 w 6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3" y="4"/>
                      <a:pt x="3" y="4"/>
                      <a:pt x="2" y="4"/>
                    </a:cubicBezTo>
                    <a:cubicBezTo>
                      <a:pt x="0" y="4"/>
                      <a:pt x="0" y="0"/>
                      <a:pt x="2" y="1"/>
                    </a:cubicBezTo>
                    <a:cubicBezTo>
                      <a:pt x="4" y="1"/>
                      <a:pt x="6" y="4"/>
                      <a:pt x="3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85" name="Freeform 2888">
                <a:extLst>
                  <a:ext uri="{FF2B5EF4-FFF2-40B4-BE49-F238E27FC236}">
                    <a16:creationId xmlns:a16="http://schemas.microsoft.com/office/drawing/2014/main" id="{40BF392D-2527-49A3-B61F-A1A961E9B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91"/>
                <a:ext cx="3" cy="4"/>
              </a:xfrm>
              <a:custGeom>
                <a:avLst/>
                <a:gdLst>
                  <a:gd name="T0" fmla="*/ 3 w 7"/>
                  <a:gd name="T1" fmla="*/ 7 h 8"/>
                  <a:gd name="T2" fmla="*/ 0 w 7"/>
                  <a:gd name="T3" fmla="*/ 3 h 8"/>
                  <a:gd name="T4" fmla="*/ 4 w 7"/>
                  <a:gd name="T5" fmla="*/ 0 h 8"/>
                  <a:gd name="T6" fmla="*/ 6 w 7"/>
                  <a:gd name="T7" fmla="*/ 1 h 8"/>
                  <a:gd name="T8" fmla="*/ 3 w 7"/>
                  <a:gd name="T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7"/>
                    </a:moveTo>
                    <a:cubicBezTo>
                      <a:pt x="0" y="8"/>
                      <a:pt x="0" y="5"/>
                      <a:pt x="0" y="3"/>
                    </a:cubicBezTo>
                    <a:cubicBezTo>
                      <a:pt x="1" y="2"/>
                      <a:pt x="2" y="1"/>
                      <a:pt x="4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7" y="4"/>
                      <a:pt x="5" y="6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86" name="Freeform 2889">
                <a:extLst>
                  <a:ext uri="{FF2B5EF4-FFF2-40B4-BE49-F238E27FC236}">
                    <a16:creationId xmlns:a16="http://schemas.microsoft.com/office/drawing/2014/main" id="{B266CE3F-D240-4F87-8E8D-7565B45C6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686"/>
                <a:ext cx="6" cy="6"/>
              </a:xfrm>
              <a:custGeom>
                <a:avLst/>
                <a:gdLst>
                  <a:gd name="T0" fmla="*/ 12 w 15"/>
                  <a:gd name="T1" fmla="*/ 12 h 14"/>
                  <a:gd name="T2" fmla="*/ 11 w 15"/>
                  <a:gd name="T3" fmla="*/ 13 h 14"/>
                  <a:gd name="T4" fmla="*/ 8 w 15"/>
                  <a:gd name="T5" fmla="*/ 12 h 14"/>
                  <a:gd name="T6" fmla="*/ 1 w 15"/>
                  <a:gd name="T7" fmla="*/ 9 h 14"/>
                  <a:gd name="T8" fmla="*/ 1 w 15"/>
                  <a:gd name="T9" fmla="*/ 6 h 14"/>
                  <a:gd name="T10" fmla="*/ 5 w 15"/>
                  <a:gd name="T11" fmla="*/ 4 h 14"/>
                  <a:gd name="T12" fmla="*/ 7 w 15"/>
                  <a:gd name="T13" fmla="*/ 1 h 14"/>
                  <a:gd name="T14" fmla="*/ 10 w 15"/>
                  <a:gd name="T15" fmla="*/ 0 h 14"/>
                  <a:gd name="T16" fmla="*/ 14 w 15"/>
                  <a:gd name="T17" fmla="*/ 3 h 14"/>
                  <a:gd name="T18" fmla="*/ 13 w 15"/>
                  <a:gd name="T19" fmla="*/ 9 h 14"/>
                  <a:gd name="T20" fmla="*/ 12 w 15"/>
                  <a:gd name="T21" fmla="*/ 11 h 14"/>
                  <a:gd name="T22" fmla="*/ 12 w 15"/>
                  <a:gd name="T23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4">
                    <a:moveTo>
                      <a:pt x="12" y="12"/>
                    </a:moveTo>
                    <a:cubicBezTo>
                      <a:pt x="12" y="13"/>
                      <a:pt x="12" y="13"/>
                      <a:pt x="11" y="13"/>
                    </a:cubicBezTo>
                    <a:cubicBezTo>
                      <a:pt x="10" y="14"/>
                      <a:pt x="9" y="13"/>
                      <a:pt x="8" y="12"/>
                    </a:cubicBezTo>
                    <a:cubicBezTo>
                      <a:pt x="5" y="11"/>
                      <a:pt x="3" y="12"/>
                      <a:pt x="1" y="9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2" y="5"/>
                      <a:pt x="4" y="5"/>
                      <a:pt x="5" y="4"/>
                    </a:cubicBezTo>
                    <a:cubicBezTo>
                      <a:pt x="6" y="3"/>
                      <a:pt x="6" y="2"/>
                      <a:pt x="7" y="1"/>
                    </a:cubicBezTo>
                    <a:cubicBezTo>
                      <a:pt x="7" y="1"/>
                      <a:pt x="9" y="0"/>
                      <a:pt x="10" y="0"/>
                    </a:cubicBezTo>
                    <a:cubicBezTo>
                      <a:pt x="12" y="0"/>
                      <a:pt x="14" y="1"/>
                      <a:pt x="14" y="3"/>
                    </a:cubicBezTo>
                    <a:cubicBezTo>
                      <a:pt x="15" y="5"/>
                      <a:pt x="14" y="7"/>
                      <a:pt x="13" y="9"/>
                    </a:cubicBezTo>
                    <a:cubicBezTo>
                      <a:pt x="13" y="10"/>
                      <a:pt x="12" y="10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87" name="Freeform 2890">
                <a:extLst>
                  <a:ext uri="{FF2B5EF4-FFF2-40B4-BE49-F238E27FC236}">
                    <a16:creationId xmlns:a16="http://schemas.microsoft.com/office/drawing/2014/main" id="{892E3093-6FE9-4829-A13C-C082C6F19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685"/>
                <a:ext cx="3" cy="4"/>
              </a:xfrm>
              <a:custGeom>
                <a:avLst/>
                <a:gdLst>
                  <a:gd name="T0" fmla="*/ 6 w 7"/>
                  <a:gd name="T1" fmla="*/ 7 h 8"/>
                  <a:gd name="T2" fmla="*/ 2 w 7"/>
                  <a:gd name="T3" fmla="*/ 6 h 8"/>
                  <a:gd name="T4" fmla="*/ 0 w 7"/>
                  <a:gd name="T5" fmla="*/ 3 h 8"/>
                  <a:gd name="T6" fmla="*/ 3 w 7"/>
                  <a:gd name="T7" fmla="*/ 1 h 8"/>
                  <a:gd name="T8" fmla="*/ 4 w 7"/>
                  <a:gd name="T9" fmla="*/ 4 h 8"/>
                  <a:gd name="T10" fmla="*/ 6 w 7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6" y="7"/>
                    </a:moveTo>
                    <a:cubicBezTo>
                      <a:pt x="4" y="8"/>
                      <a:pt x="3" y="7"/>
                      <a:pt x="2" y="6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2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5" y="5"/>
                      <a:pt x="7" y="6"/>
                      <a:pt x="6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88" name="Freeform 2891">
                <a:extLst>
                  <a:ext uri="{FF2B5EF4-FFF2-40B4-BE49-F238E27FC236}">
                    <a16:creationId xmlns:a16="http://schemas.microsoft.com/office/drawing/2014/main" id="{A0A78930-9967-480C-84B8-273F13CE1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685"/>
                <a:ext cx="6" cy="5"/>
              </a:xfrm>
              <a:custGeom>
                <a:avLst/>
                <a:gdLst>
                  <a:gd name="T0" fmla="*/ 0 w 17"/>
                  <a:gd name="T1" fmla="*/ 5 h 12"/>
                  <a:gd name="T2" fmla="*/ 7 w 17"/>
                  <a:gd name="T3" fmla="*/ 2 h 12"/>
                  <a:gd name="T4" fmla="*/ 14 w 17"/>
                  <a:gd name="T5" fmla="*/ 1 h 12"/>
                  <a:gd name="T6" fmla="*/ 14 w 17"/>
                  <a:gd name="T7" fmla="*/ 5 h 12"/>
                  <a:gd name="T8" fmla="*/ 11 w 17"/>
                  <a:gd name="T9" fmla="*/ 7 h 12"/>
                  <a:gd name="T10" fmla="*/ 5 w 17"/>
                  <a:gd name="T11" fmla="*/ 11 h 12"/>
                  <a:gd name="T12" fmla="*/ 1 w 17"/>
                  <a:gd name="T13" fmla="*/ 10 h 12"/>
                  <a:gd name="T14" fmla="*/ 0 w 17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2">
                    <a:moveTo>
                      <a:pt x="0" y="5"/>
                    </a:moveTo>
                    <a:cubicBezTo>
                      <a:pt x="0" y="2"/>
                      <a:pt x="5" y="2"/>
                      <a:pt x="7" y="2"/>
                    </a:cubicBezTo>
                    <a:cubicBezTo>
                      <a:pt x="10" y="2"/>
                      <a:pt x="12" y="0"/>
                      <a:pt x="14" y="1"/>
                    </a:cubicBezTo>
                    <a:cubicBezTo>
                      <a:pt x="17" y="1"/>
                      <a:pt x="17" y="4"/>
                      <a:pt x="14" y="5"/>
                    </a:cubicBezTo>
                    <a:cubicBezTo>
                      <a:pt x="13" y="5"/>
                      <a:pt x="12" y="6"/>
                      <a:pt x="11" y="7"/>
                    </a:cubicBezTo>
                    <a:cubicBezTo>
                      <a:pt x="9" y="8"/>
                      <a:pt x="7" y="10"/>
                      <a:pt x="5" y="11"/>
                    </a:cubicBezTo>
                    <a:cubicBezTo>
                      <a:pt x="4" y="12"/>
                      <a:pt x="2" y="10"/>
                      <a:pt x="1" y="10"/>
                    </a:cubicBezTo>
                    <a:cubicBezTo>
                      <a:pt x="0" y="8"/>
                      <a:pt x="0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89" name="Freeform 2892">
                <a:extLst>
                  <a:ext uri="{FF2B5EF4-FFF2-40B4-BE49-F238E27FC236}">
                    <a16:creationId xmlns:a16="http://schemas.microsoft.com/office/drawing/2014/main" id="{D642C31E-C47D-4261-8E79-042DB2DEF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678"/>
                <a:ext cx="11" cy="7"/>
              </a:xfrm>
              <a:custGeom>
                <a:avLst/>
                <a:gdLst>
                  <a:gd name="T0" fmla="*/ 7 w 27"/>
                  <a:gd name="T1" fmla="*/ 1 h 16"/>
                  <a:gd name="T2" fmla="*/ 18 w 27"/>
                  <a:gd name="T3" fmla="*/ 0 h 16"/>
                  <a:gd name="T4" fmla="*/ 23 w 27"/>
                  <a:gd name="T5" fmla="*/ 1 h 16"/>
                  <a:gd name="T6" fmla="*/ 26 w 27"/>
                  <a:gd name="T7" fmla="*/ 5 h 16"/>
                  <a:gd name="T8" fmla="*/ 25 w 27"/>
                  <a:gd name="T9" fmla="*/ 10 h 16"/>
                  <a:gd name="T10" fmla="*/ 21 w 27"/>
                  <a:gd name="T11" fmla="*/ 13 h 16"/>
                  <a:gd name="T12" fmla="*/ 11 w 27"/>
                  <a:gd name="T13" fmla="*/ 15 h 16"/>
                  <a:gd name="T14" fmla="*/ 2 w 27"/>
                  <a:gd name="T15" fmla="*/ 13 h 16"/>
                  <a:gd name="T16" fmla="*/ 0 w 27"/>
                  <a:gd name="T17" fmla="*/ 9 h 16"/>
                  <a:gd name="T18" fmla="*/ 3 w 27"/>
                  <a:gd name="T19" fmla="*/ 3 h 16"/>
                  <a:gd name="T20" fmla="*/ 7 w 27"/>
                  <a:gd name="T2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6">
                    <a:moveTo>
                      <a:pt x="7" y="1"/>
                    </a:moveTo>
                    <a:cubicBezTo>
                      <a:pt x="11" y="0"/>
                      <a:pt x="15" y="1"/>
                      <a:pt x="18" y="0"/>
                    </a:cubicBezTo>
                    <a:cubicBezTo>
                      <a:pt x="20" y="0"/>
                      <a:pt x="22" y="1"/>
                      <a:pt x="23" y="1"/>
                    </a:cubicBezTo>
                    <a:cubicBezTo>
                      <a:pt x="25" y="2"/>
                      <a:pt x="26" y="3"/>
                      <a:pt x="26" y="5"/>
                    </a:cubicBezTo>
                    <a:cubicBezTo>
                      <a:pt x="27" y="6"/>
                      <a:pt x="26" y="9"/>
                      <a:pt x="25" y="10"/>
                    </a:cubicBezTo>
                    <a:cubicBezTo>
                      <a:pt x="24" y="12"/>
                      <a:pt x="23" y="13"/>
                      <a:pt x="21" y="13"/>
                    </a:cubicBezTo>
                    <a:cubicBezTo>
                      <a:pt x="18" y="14"/>
                      <a:pt x="15" y="14"/>
                      <a:pt x="11" y="15"/>
                    </a:cubicBezTo>
                    <a:cubicBezTo>
                      <a:pt x="8" y="16"/>
                      <a:pt x="4" y="14"/>
                      <a:pt x="2" y="13"/>
                    </a:cubicBezTo>
                    <a:cubicBezTo>
                      <a:pt x="1" y="12"/>
                      <a:pt x="0" y="10"/>
                      <a:pt x="0" y="9"/>
                    </a:cubicBezTo>
                    <a:cubicBezTo>
                      <a:pt x="1" y="7"/>
                      <a:pt x="2" y="5"/>
                      <a:pt x="3" y="3"/>
                    </a:cubicBezTo>
                    <a:cubicBezTo>
                      <a:pt x="4" y="1"/>
                      <a:pt x="6" y="1"/>
                      <a:pt x="7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0" name="Freeform 2893">
                <a:extLst>
                  <a:ext uri="{FF2B5EF4-FFF2-40B4-BE49-F238E27FC236}">
                    <a16:creationId xmlns:a16="http://schemas.microsoft.com/office/drawing/2014/main" id="{5267D6DB-2835-4F15-9693-54F200D1E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79"/>
                <a:ext cx="3" cy="1"/>
              </a:xfrm>
              <a:custGeom>
                <a:avLst/>
                <a:gdLst>
                  <a:gd name="T0" fmla="*/ 1 w 7"/>
                  <a:gd name="T1" fmla="*/ 2 h 4"/>
                  <a:gd name="T2" fmla="*/ 1 w 7"/>
                  <a:gd name="T3" fmla="*/ 1 h 4"/>
                  <a:gd name="T4" fmla="*/ 4 w 7"/>
                  <a:gd name="T5" fmla="*/ 0 h 4"/>
                  <a:gd name="T6" fmla="*/ 6 w 7"/>
                  <a:gd name="T7" fmla="*/ 1 h 4"/>
                  <a:gd name="T8" fmla="*/ 1 w 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7" y="4"/>
                      <a:pt x="0" y="4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1" name="Freeform 2894">
                <a:extLst>
                  <a:ext uri="{FF2B5EF4-FFF2-40B4-BE49-F238E27FC236}">
                    <a16:creationId xmlns:a16="http://schemas.microsoft.com/office/drawing/2014/main" id="{F5B56442-2E60-4FC3-837C-19B9FDF10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678"/>
                <a:ext cx="3" cy="3"/>
              </a:xfrm>
              <a:custGeom>
                <a:avLst/>
                <a:gdLst>
                  <a:gd name="T0" fmla="*/ 0 w 9"/>
                  <a:gd name="T1" fmla="*/ 6 h 6"/>
                  <a:gd name="T2" fmla="*/ 1 w 9"/>
                  <a:gd name="T3" fmla="*/ 3 h 6"/>
                  <a:gd name="T4" fmla="*/ 2 w 9"/>
                  <a:gd name="T5" fmla="*/ 2 h 6"/>
                  <a:gd name="T6" fmla="*/ 3 w 9"/>
                  <a:gd name="T7" fmla="*/ 1 h 6"/>
                  <a:gd name="T8" fmla="*/ 6 w 9"/>
                  <a:gd name="T9" fmla="*/ 0 h 6"/>
                  <a:gd name="T10" fmla="*/ 6 w 9"/>
                  <a:gd name="T11" fmla="*/ 4 h 6"/>
                  <a:gd name="T12" fmla="*/ 4 w 9"/>
                  <a:gd name="T13" fmla="*/ 6 h 6"/>
                  <a:gd name="T14" fmla="*/ 0 w 9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0" y="5"/>
                      <a:pt x="0" y="4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0"/>
                      <a:pt x="6" y="0"/>
                      <a:pt x="6" y="0"/>
                    </a:cubicBezTo>
                    <a:cubicBezTo>
                      <a:pt x="9" y="1"/>
                      <a:pt x="7" y="3"/>
                      <a:pt x="6" y="4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3" y="6"/>
                      <a:pt x="0" y="6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2" name="Freeform 2895">
                <a:extLst>
                  <a:ext uri="{FF2B5EF4-FFF2-40B4-BE49-F238E27FC236}">
                    <a16:creationId xmlns:a16="http://schemas.microsoft.com/office/drawing/2014/main" id="{5484D622-C179-4699-B176-8210A78AB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678"/>
                <a:ext cx="2" cy="3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1 h 7"/>
                  <a:gd name="T4" fmla="*/ 4 w 5"/>
                  <a:gd name="T5" fmla="*/ 5 h 7"/>
                  <a:gd name="T6" fmla="*/ 0 w 5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1"/>
                      <a:pt x="1" y="0"/>
                      <a:pt x="3" y="1"/>
                    </a:cubicBezTo>
                    <a:cubicBezTo>
                      <a:pt x="4" y="2"/>
                      <a:pt x="5" y="4"/>
                      <a:pt x="4" y="5"/>
                    </a:cubicBezTo>
                    <a:cubicBezTo>
                      <a:pt x="2" y="7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3" name="Freeform 2896">
                <a:extLst>
                  <a:ext uri="{FF2B5EF4-FFF2-40B4-BE49-F238E27FC236}">
                    <a16:creationId xmlns:a16="http://schemas.microsoft.com/office/drawing/2014/main" id="{2D18872D-032F-41AE-8D93-F77940EBD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678"/>
                <a:ext cx="4" cy="7"/>
              </a:xfrm>
              <a:custGeom>
                <a:avLst/>
                <a:gdLst>
                  <a:gd name="T0" fmla="*/ 3 w 10"/>
                  <a:gd name="T1" fmla="*/ 14 h 16"/>
                  <a:gd name="T2" fmla="*/ 1 w 10"/>
                  <a:gd name="T3" fmla="*/ 8 h 16"/>
                  <a:gd name="T4" fmla="*/ 7 w 10"/>
                  <a:gd name="T5" fmla="*/ 1 h 16"/>
                  <a:gd name="T6" fmla="*/ 10 w 10"/>
                  <a:gd name="T7" fmla="*/ 6 h 16"/>
                  <a:gd name="T8" fmla="*/ 9 w 10"/>
                  <a:gd name="T9" fmla="*/ 11 h 16"/>
                  <a:gd name="T10" fmla="*/ 8 w 10"/>
                  <a:gd name="T11" fmla="*/ 14 h 16"/>
                  <a:gd name="T12" fmla="*/ 3 w 10"/>
                  <a:gd name="T1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3" y="14"/>
                    </a:moveTo>
                    <a:cubicBezTo>
                      <a:pt x="1" y="13"/>
                      <a:pt x="2" y="10"/>
                      <a:pt x="1" y="8"/>
                    </a:cubicBezTo>
                    <a:cubicBezTo>
                      <a:pt x="0" y="4"/>
                      <a:pt x="4" y="0"/>
                      <a:pt x="7" y="1"/>
                    </a:cubicBezTo>
                    <a:cubicBezTo>
                      <a:pt x="9" y="2"/>
                      <a:pt x="10" y="4"/>
                      <a:pt x="10" y="6"/>
                    </a:cubicBezTo>
                    <a:cubicBezTo>
                      <a:pt x="9" y="8"/>
                      <a:pt x="9" y="9"/>
                      <a:pt x="9" y="11"/>
                    </a:cubicBezTo>
                    <a:cubicBezTo>
                      <a:pt x="8" y="12"/>
                      <a:pt x="9" y="13"/>
                      <a:pt x="8" y="14"/>
                    </a:cubicBezTo>
                    <a:cubicBezTo>
                      <a:pt x="8" y="15"/>
                      <a:pt x="4" y="16"/>
                      <a:pt x="3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4" name="Freeform 2897">
                <a:extLst>
                  <a:ext uri="{FF2B5EF4-FFF2-40B4-BE49-F238E27FC236}">
                    <a16:creationId xmlns:a16="http://schemas.microsoft.com/office/drawing/2014/main" id="{860144EC-E0FD-4096-99FE-2D482D70C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683"/>
                <a:ext cx="2" cy="2"/>
              </a:xfrm>
              <a:custGeom>
                <a:avLst/>
                <a:gdLst>
                  <a:gd name="T0" fmla="*/ 5 w 5"/>
                  <a:gd name="T1" fmla="*/ 4 h 5"/>
                  <a:gd name="T2" fmla="*/ 1 w 5"/>
                  <a:gd name="T3" fmla="*/ 5 h 5"/>
                  <a:gd name="T4" fmla="*/ 2 w 5"/>
                  <a:gd name="T5" fmla="*/ 1 h 5"/>
                  <a:gd name="T6" fmla="*/ 5 w 5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5" y="5"/>
                      <a:pt x="2" y="5"/>
                      <a:pt x="1" y="5"/>
                    </a:cubicBezTo>
                    <a:cubicBezTo>
                      <a:pt x="1" y="5"/>
                      <a:pt x="0" y="0"/>
                      <a:pt x="2" y="1"/>
                    </a:cubicBezTo>
                    <a:cubicBezTo>
                      <a:pt x="3" y="1"/>
                      <a:pt x="5" y="3"/>
                      <a:pt x="5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5" name="Freeform 2898">
                <a:extLst>
                  <a:ext uri="{FF2B5EF4-FFF2-40B4-BE49-F238E27FC236}">
                    <a16:creationId xmlns:a16="http://schemas.microsoft.com/office/drawing/2014/main" id="{A72C6736-A379-4932-9BA5-791A7EA73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669"/>
                <a:ext cx="3" cy="4"/>
              </a:xfrm>
              <a:custGeom>
                <a:avLst/>
                <a:gdLst>
                  <a:gd name="T0" fmla="*/ 5 w 8"/>
                  <a:gd name="T1" fmla="*/ 9 h 10"/>
                  <a:gd name="T2" fmla="*/ 1 w 8"/>
                  <a:gd name="T3" fmla="*/ 7 h 10"/>
                  <a:gd name="T4" fmla="*/ 1 w 8"/>
                  <a:gd name="T5" fmla="*/ 4 h 10"/>
                  <a:gd name="T6" fmla="*/ 3 w 8"/>
                  <a:gd name="T7" fmla="*/ 0 h 10"/>
                  <a:gd name="T8" fmla="*/ 8 w 8"/>
                  <a:gd name="T9" fmla="*/ 4 h 10"/>
                  <a:gd name="T10" fmla="*/ 5 w 8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5" y="9"/>
                    </a:moveTo>
                    <a:cubicBezTo>
                      <a:pt x="4" y="10"/>
                      <a:pt x="2" y="8"/>
                      <a:pt x="1" y="7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1" y="2"/>
                      <a:pt x="0" y="0"/>
                      <a:pt x="3" y="0"/>
                    </a:cubicBezTo>
                    <a:cubicBezTo>
                      <a:pt x="5" y="1"/>
                      <a:pt x="8" y="1"/>
                      <a:pt x="8" y="4"/>
                    </a:cubicBezTo>
                    <a:cubicBezTo>
                      <a:pt x="8" y="5"/>
                      <a:pt x="7" y="8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6" name="Freeform 2899">
                <a:extLst>
                  <a:ext uri="{FF2B5EF4-FFF2-40B4-BE49-F238E27FC236}">
                    <a16:creationId xmlns:a16="http://schemas.microsoft.com/office/drawing/2014/main" id="{F69BDAC5-9EC1-4C65-BA90-3B5F8C5A2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659"/>
                <a:ext cx="11" cy="27"/>
              </a:xfrm>
              <a:custGeom>
                <a:avLst/>
                <a:gdLst>
                  <a:gd name="T0" fmla="*/ 4 w 27"/>
                  <a:gd name="T1" fmla="*/ 65 h 66"/>
                  <a:gd name="T2" fmla="*/ 0 w 27"/>
                  <a:gd name="T3" fmla="*/ 62 h 66"/>
                  <a:gd name="T4" fmla="*/ 2 w 27"/>
                  <a:gd name="T5" fmla="*/ 50 h 66"/>
                  <a:gd name="T6" fmla="*/ 6 w 27"/>
                  <a:gd name="T7" fmla="*/ 34 h 66"/>
                  <a:gd name="T8" fmla="*/ 10 w 27"/>
                  <a:gd name="T9" fmla="*/ 30 h 66"/>
                  <a:gd name="T10" fmla="*/ 16 w 27"/>
                  <a:gd name="T11" fmla="*/ 27 h 66"/>
                  <a:gd name="T12" fmla="*/ 15 w 27"/>
                  <a:gd name="T13" fmla="*/ 21 h 66"/>
                  <a:gd name="T14" fmla="*/ 13 w 27"/>
                  <a:gd name="T15" fmla="*/ 14 h 66"/>
                  <a:gd name="T16" fmla="*/ 15 w 27"/>
                  <a:gd name="T17" fmla="*/ 7 h 66"/>
                  <a:gd name="T18" fmla="*/ 18 w 27"/>
                  <a:gd name="T19" fmla="*/ 4 h 66"/>
                  <a:gd name="T20" fmla="*/ 22 w 27"/>
                  <a:gd name="T21" fmla="*/ 1 h 66"/>
                  <a:gd name="T22" fmla="*/ 24 w 27"/>
                  <a:gd name="T23" fmla="*/ 9 h 66"/>
                  <a:gd name="T24" fmla="*/ 27 w 27"/>
                  <a:gd name="T25" fmla="*/ 24 h 66"/>
                  <a:gd name="T26" fmla="*/ 26 w 27"/>
                  <a:gd name="T27" fmla="*/ 32 h 66"/>
                  <a:gd name="T28" fmla="*/ 25 w 27"/>
                  <a:gd name="T29" fmla="*/ 40 h 66"/>
                  <a:gd name="T30" fmla="*/ 21 w 27"/>
                  <a:gd name="T31" fmla="*/ 54 h 66"/>
                  <a:gd name="T32" fmla="*/ 20 w 27"/>
                  <a:gd name="T33" fmla="*/ 56 h 66"/>
                  <a:gd name="T34" fmla="*/ 18 w 27"/>
                  <a:gd name="T35" fmla="*/ 61 h 66"/>
                  <a:gd name="T36" fmla="*/ 4 w 27"/>
                  <a:gd name="T37" fmla="*/ 6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66">
                    <a:moveTo>
                      <a:pt x="4" y="65"/>
                    </a:moveTo>
                    <a:cubicBezTo>
                      <a:pt x="2" y="65"/>
                      <a:pt x="0" y="64"/>
                      <a:pt x="0" y="62"/>
                    </a:cubicBezTo>
                    <a:cubicBezTo>
                      <a:pt x="0" y="58"/>
                      <a:pt x="2" y="54"/>
                      <a:pt x="2" y="50"/>
                    </a:cubicBezTo>
                    <a:cubicBezTo>
                      <a:pt x="3" y="45"/>
                      <a:pt x="4" y="39"/>
                      <a:pt x="6" y="34"/>
                    </a:cubicBezTo>
                    <a:cubicBezTo>
                      <a:pt x="7" y="32"/>
                      <a:pt x="8" y="30"/>
                      <a:pt x="10" y="30"/>
                    </a:cubicBezTo>
                    <a:cubicBezTo>
                      <a:pt x="12" y="29"/>
                      <a:pt x="14" y="29"/>
                      <a:pt x="16" y="27"/>
                    </a:cubicBezTo>
                    <a:cubicBezTo>
                      <a:pt x="17" y="25"/>
                      <a:pt x="16" y="23"/>
                      <a:pt x="15" y="21"/>
                    </a:cubicBezTo>
                    <a:cubicBezTo>
                      <a:pt x="14" y="19"/>
                      <a:pt x="13" y="16"/>
                      <a:pt x="13" y="14"/>
                    </a:cubicBezTo>
                    <a:cubicBezTo>
                      <a:pt x="13" y="11"/>
                      <a:pt x="13" y="9"/>
                      <a:pt x="15" y="7"/>
                    </a:cubicBezTo>
                    <a:cubicBezTo>
                      <a:pt x="16" y="6"/>
                      <a:pt x="17" y="5"/>
                      <a:pt x="18" y="4"/>
                    </a:cubicBezTo>
                    <a:cubicBezTo>
                      <a:pt x="18" y="1"/>
                      <a:pt x="20" y="0"/>
                      <a:pt x="22" y="1"/>
                    </a:cubicBezTo>
                    <a:cubicBezTo>
                      <a:pt x="25" y="3"/>
                      <a:pt x="24" y="6"/>
                      <a:pt x="24" y="9"/>
                    </a:cubicBezTo>
                    <a:cubicBezTo>
                      <a:pt x="24" y="14"/>
                      <a:pt x="26" y="19"/>
                      <a:pt x="27" y="24"/>
                    </a:cubicBezTo>
                    <a:cubicBezTo>
                      <a:pt x="27" y="27"/>
                      <a:pt x="27" y="29"/>
                      <a:pt x="26" y="32"/>
                    </a:cubicBezTo>
                    <a:cubicBezTo>
                      <a:pt x="25" y="35"/>
                      <a:pt x="25" y="37"/>
                      <a:pt x="25" y="40"/>
                    </a:cubicBezTo>
                    <a:cubicBezTo>
                      <a:pt x="24" y="44"/>
                      <a:pt x="22" y="49"/>
                      <a:pt x="21" y="54"/>
                    </a:cubicBezTo>
                    <a:cubicBezTo>
                      <a:pt x="21" y="55"/>
                      <a:pt x="21" y="55"/>
                      <a:pt x="20" y="56"/>
                    </a:cubicBezTo>
                    <a:cubicBezTo>
                      <a:pt x="19" y="58"/>
                      <a:pt x="19" y="59"/>
                      <a:pt x="18" y="61"/>
                    </a:cubicBezTo>
                    <a:cubicBezTo>
                      <a:pt x="14" y="65"/>
                      <a:pt x="9" y="66"/>
                      <a:pt x="4" y="6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7" name="Freeform 2900">
                <a:extLst>
                  <a:ext uri="{FF2B5EF4-FFF2-40B4-BE49-F238E27FC236}">
                    <a16:creationId xmlns:a16="http://schemas.microsoft.com/office/drawing/2014/main" id="{B8801652-AD27-43F5-8516-AAD26A8CA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793"/>
                <a:ext cx="7" cy="4"/>
              </a:xfrm>
              <a:custGeom>
                <a:avLst/>
                <a:gdLst>
                  <a:gd name="T0" fmla="*/ 4 w 15"/>
                  <a:gd name="T1" fmla="*/ 0 h 11"/>
                  <a:gd name="T2" fmla="*/ 8 w 15"/>
                  <a:gd name="T3" fmla="*/ 3 h 11"/>
                  <a:gd name="T4" fmla="*/ 14 w 15"/>
                  <a:gd name="T5" fmla="*/ 7 h 11"/>
                  <a:gd name="T6" fmla="*/ 11 w 15"/>
                  <a:gd name="T7" fmla="*/ 10 h 11"/>
                  <a:gd name="T8" fmla="*/ 6 w 15"/>
                  <a:gd name="T9" fmla="*/ 7 h 11"/>
                  <a:gd name="T10" fmla="*/ 3 w 15"/>
                  <a:gd name="T11" fmla="*/ 5 h 11"/>
                  <a:gd name="T12" fmla="*/ 4 w 15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4" y="0"/>
                    </a:moveTo>
                    <a:cubicBezTo>
                      <a:pt x="6" y="0"/>
                      <a:pt x="6" y="3"/>
                      <a:pt x="8" y="3"/>
                    </a:cubicBezTo>
                    <a:cubicBezTo>
                      <a:pt x="10" y="4"/>
                      <a:pt x="12" y="5"/>
                      <a:pt x="14" y="7"/>
                    </a:cubicBezTo>
                    <a:cubicBezTo>
                      <a:pt x="15" y="9"/>
                      <a:pt x="13" y="11"/>
                      <a:pt x="11" y="10"/>
                    </a:cubicBezTo>
                    <a:cubicBezTo>
                      <a:pt x="10" y="9"/>
                      <a:pt x="8" y="8"/>
                      <a:pt x="6" y="7"/>
                    </a:cubicBezTo>
                    <a:cubicBezTo>
                      <a:pt x="5" y="6"/>
                      <a:pt x="4" y="6"/>
                      <a:pt x="3" y="5"/>
                    </a:cubicBezTo>
                    <a:cubicBezTo>
                      <a:pt x="2" y="4"/>
                      <a:pt x="0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8" name="Freeform 2901">
                <a:extLst>
                  <a:ext uri="{FF2B5EF4-FFF2-40B4-BE49-F238E27FC236}">
                    <a16:creationId xmlns:a16="http://schemas.microsoft.com/office/drawing/2014/main" id="{96DFC39B-E0C4-4291-8F37-6C6D1DE33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824"/>
                <a:ext cx="3" cy="3"/>
              </a:xfrm>
              <a:custGeom>
                <a:avLst/>
                <a:gdLst>
                  <a:gd name="T0" fmla="*/ 1 w 7"/>
                  <a:gd name="T1" fmla="*/ 4 h 7"/>
                  <a:gd name="T2" fmla="*/ 1 w 7"/>
                  <a:gd name="T3" fmla="*/ 2 h 7"/>
                  <a:gd name="T4" fmla="*/ 2 w 7"/>
                  <a:gd name="T5" fmla="*/ 1 h 7"/>
                  <a:gd name="T6" fmla="*/ 4 w 7"/>
                  <a:gd name="T7" fmla="*/ 1 h 7"/>
                  <a:gd name="T8" fmla="*/ 7 w 7"/>
                  <a:gd name="T9" fmla="*/ 2 h 7"/>
                  <a:gd name="T10" fmla="*/ 7 w 7"/>
                  <a:gd name="T11" fmla="*/ 4 h 7"/>
                  <a:gd name="T12" fmla="*/ 1 w 7"/>
                  <a:gd name="T1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7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9" name="Freeform 2902">
                <a:extLst>
                  <a:ext uri="{FF2B5EF4-FFF2-40B4-BE49-F238E27FC236}">
                    <a16:creationId xmlns:a16="http://schemas.microsoft.com/office/drawing/2014/main" id="{84E931F8-48D4-4657-AEF2-ED269BDE4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827"/>
                <a:ext cx="3" cy="2"/>
              </a:xfrm>
              <a:custGeom>
                <a:avLst/>
                <a:gdLst>
                  <a:gd name="T0" fmla="*/ 1 w 6"/>
                  <a:gd name="T1" fmla="*/ 3 h 5"/>
                  <a:gd name="T2" fmla="*/ 0 w 6"/>
                  <a:gd name="T3" fmla="*/ 2 h 5"/>
                  <a:gd name="T4" fmla="*/ 3 w 6"/>
                  <a:gd name="T5" fmla="*/ 1 h 5"/>
                  <a:gd name="T6" fmla="*/ 6 w 6"/>
                  <a:gd name="T7" fmla="*/ 2 h 5"/>
                  <a:gd name="T8" fmla="*/ 1 w 6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1" y="5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0" name="Freeform 2903">
                <a:extLst>
                  <a:ext uri="{FF2B5EF4-FFF2-40B4-BE49-F238E27FC236}">
                    <a16:creationId xmlns:a16="http://schemas.microsoft.com/office/drawing/2014/main" id="{95791BBE-E329-42A0-BE93-38918779A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821"/>
                <a:ext cx="4" cy="3"/>
              </a:xfrm>
              <a:custGeom>
                <a:avLst/>
                <a:gdLst>
                  <a:gd name="T0" fmla="*/ 0 w 8"/>
                  <a:gd name="T1" fmla="*/ 6 h 8"/>
                  <a:gd name="T2" fmla="*/ 0 w 8"/>
                  <a:gd name="T3" fmla="*/ 4 h 8"/>
                  <a:gd name="T4" fmla="*/ 2 w 8"/>
                  <a:gd name="T5" fmla="*/ 2 h 8"/>
                  <a:gd name="T6" fmla="*/ 3 w 8"/>
                  <a:gd name="T7" fmla="*/ 0 h 8"/>
                  <a:gd name="T8" fmla="*/ 6 w 8"/>
                  <a:gd name="T9" fmla="*/ 0 h 8"/>
                  <a:gd name="T10" fmla="*/ 7 w 8"/>
                  <a:gd name="T11" fmla="*/ 3 h 8"/>
                  <a:gd name="T12" fmla="*/ 4 w 8"/>
                  <a:gd name="T13" fmla="*/ 6 h 8"/>
                  <a:gd name="T14" fmla="*/ 0 w 8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2"/>
                      <a:pt x="7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3" y="7"/>
                      <a:pt x="1" y="8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1" name="Freeform 2904">
                <a:extLst>
                  <a:ext uri="{FF2B5EF4-FFF2-40B4-BE49-F238E27FC236}">
                    <a16:creationId xmlns:a16="http://schemas.microsoft.com/office/drawing/2014/main" id="{C42D5720-F35A-4900-BA1E-E9A9A469B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778"/>
                <a:ext cx="4" cy="3"/>
              </a:xfrm>
              <a:custGeom>
                <a:avLst/>
                <a:gdLst>
                  <a:gd name="T0" fmla="*/ 2 w 9"/>
                  <a:gd name="T1" fmla="*/ 2 h 8"/>
                  <a:gd name="T2" fmla="*/ 5 w 9"/>
                  <a:gd name="T3" fmla="*/ 0 h 8"/>
                  <a:gd name="T4" fmla="*/ 7 w 9"/>
                  <a:gd name="T5" fmla="*/ 0 h 8"/>
                  <a:gd name="T6" fmla="*/ 5 w 9"/>
                  <a:gd name="T7" fmla="*/ 6 h 8"/>
                  <a:gd name="T8" fmla="*/ 1 w 9"/>
                  <a:gd name="T9" fmla="*/ 6 h 8"/>
                  <a:gd name="T10" fmla="*/ 2 w 9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2" y="2"/>
                    </a:moveTo>
                    <a:cubicBezTo>
                      <a:pt x="3" y="1"/>
                      <a:pt x="4" y="0"/>
                      <a:pt x="5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9" y="1"/>
                      <a:pt x="5" y="5"/>
                      <a:pt x="5" y="6"/>
                    </a:cubicBezTo>
                    <a:cubicBezTo>
                      <a:pt x="4" y="7"/>
                      <a:pt x="2" y="8"/>
                      <a:pt x="1" y="6"/>
                    </a:cubicBezTo>
                    <a:cubicBezTo>
                      <a:pt x="0" y="5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2" name="Freeform 2905">
                <a:extLst>
                  <a:ext uri="{FF2B5EF4-FFF2-40B4-BE49-F238E27FC236}">
                    <a16:creationId xmlns:a16="http://schemas.microsoft.com/office/drawing/2014/main" id="{F70E6DDB-4E41-489C-9D8C-B9D67F87D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773"/>
                <a:ext cx="4" cy="1"/>
              </a:xfrm>
              <a:custGeom>
                <a:avLst/>
                <a:gdLst>
                  <a:gd name="T0" fmla="*/ 0 w 10"/>
                  <a:gd name="T1" fmla="*/ 3 h 4"/>
                  <a:gd name="T2" fmla="*/ 0 w 10"/>
                  <a:gd name="T3" fmla="*/ 3 h 4"/>
                  <a:gd name="T4" fmla="*/ 0 w 10"/>
                  <a:gd name="T5" fmla="*/ 1 h 4"/>
                  <a:gd name="T6" fmla="*/ 5 w 10"/>
                  <a:gd name="T7" fmla="*/ 0 h 4"/>
                  <a:gd name="T8" fmla="*/ 7 w 10"/>
                  <a:gd name="T9" fmla="*/ 1 h 4"/>
                  <a:gd name="T10" fmla="*/ 9 w 10"/>
                  <a:gd name="T11" fmla="*/ 2 h 4"/>
                  <a:gd name="T12" fmla="*/ 7 w 10"/>
                  <a:gd name="T13" fmla="*/ 4 h 4"/>
                  <a:gd name="T14" fmla="*/ 1 w 10"/>
                  <a:gd name="T15" fmla="*/ 4 h 4"/>
                  <a:gd name="T16" fmla="*/ 0 w 10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4" y="0"/>
                      <a:pt x="5" y="0"/>
                    </a:cubicBezTo>
                    <a:cubicBezTo>
                      <a:pt x="6" y="0"/>
                      <a:pt x="6" y="1"/>
                      <a:pt x="7" y="1"/>
                    </a:cubicBezTo>
                    <a:cubicBezTo>
                      <a:pt x="7" y="1"/>
                      <a:pt x="9" y="1"/>
                      <a:pt x="9" y="2"/>
                    </a:cubicBezTo>
                    <a:cubicBezTo>
                      <a:pt x="10" y="3"/>
                      <a:pt x="8" y="4"/>
                      <a:pt x="7" y="4"/>
                    </a:cubicBezTo>
                    <a:cubicBezTo>
                      <a:pt x="5" y="4"/>
                      <a:pt x="3" y="4"/>
                      <a:pt x="1" y="4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3" name="Freeform 2906">
                <a:extLst>
                  <a:ext uri="{FF2B5EF4-FFF2-40B4-BE49-F238E27FC236}">
                    <a16:creationId xmlns:a16="http://schemas.microsoft.com/office/drawing/2014/main" id="{45DF3BAB-B747-4E0A-92B5-D73300AA4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782"/>
                <a:ext cx="9" cy="6"/>
              </a:xfrm>
              <a:custGeom>
                <a:avLst/>
                <a:gdLst>
                  <a:gd name="T0" fmla="*/ 2 w 20"/>
                  <a:gd name="T1" fmla="*/ 15 h 15"/>
                  <a:gd name="T2" fmla="*/ 1 w 20"/>
                  <a:gd name="T3" fmla="*/ 14 h 15"/>
                  <a:gd name="T4" fmla="*/ 0 w 20"/>
                  <a:gd name="T5" fmla="*/ 14 h 15"/>
                  <a:gd name="T6" fmla="*/ 1 w 20"/>
                  <a:gd name="T7" fmla="*/ 12 h 15"/>
                  <a:gd name="T8" fmla="*/ 6 w 20"/>
                  <a:gd name="T9" fmla="*/ 8 h 15"/>
                  <a:gd name="T10" fmla="*/ 10 w 20"/>
                  <a:gd name="T11" fmla="*/ 5 h 15"/>
                  <a:gd name="T12" fmla="*/ 12 w 20"/>
                  <a:gd name="T13" fmla="*/ 3 h 15"/>
                  <a:gd name="T14" fmla="*/ 20 w 20"/>
                  <a:gd name="T15" fmla="*/ 1 h 15"/>
                  <a:gd name="T16" fmla="*/ 19 w 20"/>
                  <a:gd name="T17" fmla="*/ 5 h 15"/>
                  <a:gd name="T18" fmla="*/ 16 w 20"/>
                  <a:gd name="T19" fmla="*/ 7 h 15"/>
                  <a:gd name="T20" fmla="*/ 13 w 20"/>
                  <a:gd name="T21" fmla="*/ 10 h 15"/>
                  <a:gd name="T22" fmla="*/ 9 w 20"/>
                  <a:gd name="T23" fmla="*/ 13 h 15"/>
                  <a:gd name="T24" fmla="*/ 2 w 20"/>
                  <a:gd name="T2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5">
                    <a:moveTo>
                      <a:pt x="2" y="15"/>
                    </a:moveTo>
                    <a:cubicBezTo>
                      <a:pt x="1" y="15"/>
                      <a:pt x="2" y="15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13"/>
                      <a:pt x="1" y="12"/>
                      <a:pt x="1" y="12"/>
                    </a:cubicBezTo>
                    <a:cubicBezTo>
                      <a:pt x="3" y="10"/>
                      <a:pt x="4" y="9"/>
                      <a:pt x="6" y="8"/>
                    </a:cubicBezTo>
                    <a:cubicBezTo>
                      <a:pt x="7" y="7"/>
                      <a:pt x="8" y="6"/>
                      <a:pt x="10" y="5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3" y="2"/>
                      <a:pt x="19" y="0"/>
                      <a:pt x="20" y="1"/>
                    </a:cubicBezTo>
                    <a:cubicBezTo>
                      <a:pt x="20" y="2"/>
                      <a:pt x="20" y="4"/>
                      <a:pt x="19" y="5"/>
                    </a:cubicBezTo>
                    <a:cubicBezTo>
                      <a:pt x="19" y="6"/>
                      <a:pt x="17" y="6"/>
                      <a:pt x="16" y="7"/>
                    </a:cubicBezTo>
                    <a:cubicBezTo>
                      <a:pt x="15" y="8"/>
                      <a:pt x="14" y="9"/>
                      <a:pt x="13" y="10"/>
                    </a:cubicBezTo>
                    <a:cubicBezTo>
                      <a:pt x="12" y="11"/>
                      <a:pt x="10" y="12"/>
                      <a:pt x="9" y="13"/>
                    </a:cubicBezTo>
                    <a:cubicBezTo>
                      <a:pt x="7" y="13"/>
                      <a:pt x="5" y="15"/>
                      <a:pt x="2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4" name="Freeform 2907">
                <a:extLst>
                  <a:ext uri="{FF2B5EF4-FFF2-40B4-BE49-F238E27FC236}">
                    <a16:creationId xmlns:a16="http://schemas.microsoft.com/office/drawing/2014/main" id="{BB4162C6-F4F4-4263-A764-64FAD9322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748"/>
                <a:ext cx="5" cy="2"/>
              </a:xfrm>
              <a:custGeom>
                <a:avLst/>
                <a:gdLst>
                  <a:gd name="T0" fmla="*/ 2 w 12"/>
                  <a:gd name="T1" fmla="*/ 0 h 6"/>
                  <a:gd name="T2" fmla="*/ 6 w 12"/>
                  <a:gd name="T3" fmla="*/ 0 h 6"/>
                  <a:gd name="T4" fmla="*/ 9 w 12"/>
                  <a:gd name="T5" fmla="*/ 1 h 6"/>
                  <a:gd name="T6" fmla="*/ 12 w 12"/>
                  <a:gd name="T7" fmla="*/ 2 h 6"/>
                  <a:gd name="T8" fmla="*/ 11 w 12"/>
                  <a:gd name="T9" fmla="*/ 5 h 6"/>
                  <a:gd name="T10" fmla="*/ 7 w 12"/>
                  <a:gd name="T11" fmla="*/ 3 h 6"/>
                  <a:gd name="T12" fmla="*/ 4 w 12"/>
                  <a:gd name="T13" fmla="*/ 3 h 6"/>
                  <a:gd name="T14" fmla="*/ 1 w 12"/>
                  <a:gd name="T15" fmla="*/ 3 h 6"/>
                  <a:gd name="T16" fmla="*/ 2 w 1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6">
                    <a:moveTo>
                      <a:pt x="2" y="0"/>
                    </a:moveTo>
                    <a:cubicBezTo>
                      <a:pt x="3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1"/>
                      <a:pt x="12" y="0"/>
                      <a:pt x="12" y="2"/>
                    </a:cubicBezTo>
                    <a:cubicBezTo>
                      <a:pt x="12" y="3"/>
                      <a:pt x="12" y="5"/>
                      <a:pt x="11" y="5"/>
                    </a:cubicBezTo>
                    <a:cubicBezTo>
                      <a:pt x="10" y="6"/>
                      <a:pt x="8" y="4"/>
                      <a:pt x="7" y="3"/>
                    </a:cubicBezTo>
                    <a:cubicBezTo>
                      <a:pt x="6" y="2"/>
                      <a:pt x="5" y="2"/>
                      <a:pt x="4" y="3"/>
                    </a:cubicBezTo>
                    <a:cubicBezTo>
                      <a:pt x="3" y="3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5" name="Freeform 2908">
                <a:extLst>
                  <a:ext uri="{FF2B5EF4-FFF2-40B4-BE49-F238E27FC236}">
                    <a16:creationId xmlns:a16="http://schemas.microsoft.com/office/drawing/2014/main" id="{867BEB76-C402-41E8-B9A8-A9DBD5787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743"/>
                <a:ext cx="3" cy="3"/>
              </a:xfrm>
              <a:custGeom>
                <a:avLst/>
                <a:gdLst>
                  <a:gd name="T0" fmla="*/ 0 w 8"/>
                  <a:gd name="T1" fmla="*/ 4 h 7"/>
                  <a:gd name="T2" fmla="*/ 2 w 8"/>
                  <a:gd name="T3" fmla="*/ 2 h 7"/>
                  <a:gd name="T4" fmla="*/ 6 w 8"/>
                  <a:gd name="T5" fmla="*/ 1 h 7"/>
                  <a:gd name="T6" fmla="*/ 7 w 8"/>
                  <a:gd name="T7" fmla="*/ 5 h 7"/>
                  <a:gd name="T8" fmla="*/ 3 w 8"/>
                  <a:gd name="T9" fmla="*/ 7 h 7"/>
                  <a:gd name="T10" fmla="*/ 0 w 8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3" y="7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6" name="Freeform 2909">
                <a:extLst>
                  <a:ext uri="{FF2B5EF4-FFF2-40B4-BE49-F238E27FC236}">
                    <a16:creationId xmlns:a16="http://schemas.microsoft.com/office/drawing/2014/main" id="{5D172C50-6D57-4134-A5E8-58AC017B7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746"/>
                <a:ext cx="4" cy="5"/>
              </a:xfrm>
              <a:custGeom>
                <a:avLst/>
                <a:gdLst>
                  <a:gd name="T0" fmla="*/ 2 w 9"/>
                  <a:gd name="T1" fmla="*/ 6 h 11"/>
                  <a:gd name="T2" fmla="*/ 5 w 9"/>
                  <a:gd name="T3" fmla="*/ 2 h 11"/>
                  <a:gd name="T4" fmla="*/ 5 w 9"/>
                  <a:gd name="T5" fmla="*/ 3 h 11"/>
                  <a:gd name="T6" fmla="*/ 6 w 9"/>
                  <a:gd name="T7" fmla="*/ 1 h 11"/>
                  <a:gd name="T8" fmla="*/ 7 w 9"/>
                  <a:gd name="T9" fmla="*/ 0 h 11"/>
                  <a:gd name="T10" fmla="*/ 8 w 9"/>
                  <a:gd name="T11" fmla="*/ 6 h 11"/>
                  <a:gd name="T12" fmla="*/ 4 w 9"/>
                  <a:gd name="T13" fmla="*/ 8 h 11"/>
                  <a:gd name="T14" fmla="*/ 2 w 9"/>
                  <a:gd name="T15" fmla="*/ 10 h 11"/>
                  <a:gd name="T16" fmla="*/ 0 w 9"/>
                  <a:gd name="T17" fmla="*/ 10 h 11"/>
                  <a:gd name="T18" fmla="*/ 1 w 9"/>
                  <a:gd name="T19" fmla="*/ 7 h 11"/>
                  <a:gd name="T20" fmla="*/ 3 w 9"/>
                  <a:gd name="T21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1">
                    <a:moveTo>
                      <a:pt x="2" y="6"/>
                    </a:moveTo>
                    <a:cubicBezTo>
                      <a:pt x="3" y="5"/>
                      <a:pt x="4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9" y="0"/>
                      <a:pt x="8" y="5"/>
                      <a:pt x="8" y="6"/>
                    </a:cubicBezTo>
                    <a:cubicBezTo>
                      <a:pt x="8" y="8"/>
                      <a:pt x="5" y="7"/>
                      <a:pt x="4" y="8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1" y="11"/>
                      <a:pt x="0" y="10"/>
                    </a:cubicBezTo>
                    <a:cubicBezTo>
                      <a:pt x="0" y="10"/>
                      <a:pt x="0" y="8"/>
                      <a:pt x="1" y="7"/>
                    </a:cubicBezTo>
                    <a:cubicBezTo>
                      <a:pt x="1" y="7"/>
                      <a:pt x="2" y="6"/>
                      <a:pt x="3" y="6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7" name="Freeform 2910">
                <a:extLst>
                  <a:ext uri="{FF2B5EF4-FFF2-40B4-BE49-F238E27FC236}">
                    <a16:creationId xmlns:a16="http://schemas.microsoft.com/office/drawing/2014/main" id="{0FA4FC0E-AA55-446B-AC4C-4219A7EE0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1717"/>
                <a:ext cx="2" cy="3"/>
              </a:xfrm>
              <a:custGeom>
                <a:avLst/>
                <a:gdLst>
                  <a:gd name="T0" fmla="*/ 5 w 5"/>
                  <a:gd name="T1" fmla="*/ 6 h 9"/>
                  <a:gd name="T2" fmla="*/ 4 w 5"/>
                  <a:gd name="T3" fmla="*/ 3 h 9"/>
                  <a:gd name="T4" fmla="*/ 1 w 5"/>
                  <a:gd name="T5" fmla="*/ 6 h 9"/>
                  <a:gd name="T6" fmla="*/ 3 w 5"/>
                  <a:gd name="T7" fmla="*/ 8 h 9"/>
                  <a:gd name="T8" fmla="*/ 5 w 5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5" y="6"/>
                    </a:moveTo>
                    <a:cubicBezTo>
                      <a:pt x="5" y="5"/>
                      <a:pt x="5" y="4"/>
                      <a:pt x="4" y="3"/>
                    </a:cubicBezTo>
                    <a:cubicBezTo>
                      <a:pt x="3" y="0"/>
                      <a:pt x="0" y="4"/>
                      <a:pt x="1" y="6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5" y="9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8" name="Freeform 2911">
                <a:extLst>
                  <a:ext uri="{FF2B5EF4-FFF2-40B4-BE49-F238E27FC236}">
                    <a16:creationId xmlns:a16="http://schemas.microsoft.com/office/drawing/2014/main" id="{4768507D-352E-48A4-ABC2-5C0FEA6A9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715"/>
                <a:ext cx="1" cy="3"/>
              </a:xfrm>
              <a:custGeom>
                <a:avLst/>
                <a:gdLst>
                  <a:gd name="T0" fmla="*/ 3 w 4"/>
                  <a:gd name="T1" fmla="*/ 8 h 8"/>
                  <a:gd name="T2" fmla="*/ 2 w 4"/>
                  <a:gd name="T3" fmla="*/ 8 h 8"/>
                  <a:gd name="T4" fmla="*/ 1 w 4"/>
                  <a:gd name="T5" fmla="*/ 7 h 8"/>
                  <a:gd name="T6" fmla="*/ 0 w 4"/>
                  <a:gd name="T7" fmla="*/ 4 h 8"/>
                  <a:gd name="T8" fmla="*/ 1 w 4"/>
                  <a:gd name="T9" fmla="*/ 2 h 8"/>
                  <a:gd name="T10" fmla="*/ 3 w 4"/>
                  <a:gd name="T11" fmla="*/ 0 h 8"/>
                  <a:gd name="T12" fmla="*/ 4 w 4"/>
                  <a:gd name="T13" fmla="*/ 4 h 8"/>
                  <a:gd name="T14" fmla="*/ 3 w 4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3" y="8"/>
                    </a:move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0" y="7"/>
                      <a:pt x="1" y="5"/>
                      <a:pt x="0" y="4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4" y="7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9" name="Freeform 2912">
                <a:extLst>
                  <a:ext uri="{FF2B5EF4-FFF2-40B4-BE49-F238E27FC236}">
                    <a16:creationId xmlns:a16="http://schemas.microsoft.com/office/drawing/2014/main" id="{8433B221-58BE-4C03-8A19-172EDA712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719"/>
                <a:ext cx="3" cy="7"/>
              </a:xfrm>
              <a:custGeom>
                <a:avLst/>
                <a:gdLst>
                  <a:gd name="T0" fmla="*/ 5 w 7"/>
                  <a:gd name="T1" fmla="*/ 14 h 17"/>
                  <a:gd name="T2" fmla="*/ 2 w 7"/>
                  <a:gd name="T3" fmla="*/ 16 h 17"/>
                  <a:gd name="T4" fmla="*/ 0 w 7"/>
                  <a:gd name="T5" fmla="*/ 7 h 17"/>
                  <a:gd name="T6" fmla="*/ 1 w 7"/>
                  <a:gd name="T7" fmla="*/ 4 h 17"/>
                  <a:gd name="T8" fmla="*/ 3 w 7"/>
                  <a:gd name="T9" fmla="*/ 1 h 17"/>
                  <a:gd name="T10" fmla="*/ 6 w 7"/>
                  <a:gd name="T11" fmla="*/ 1 h 17"/>
                  <a:gd name="T12" fmla="*/ 7 w 7"/>
                  <a:gd name="T13" fmla="*/ 3 h 17"/>
                  <a:gd name="T14" fmla="*/ 7 w 7"/>
                  <a:gd name="T15" fmla="*/ 7 h 17"/>
                  <a:gd name="T16" fmla="*/ 7 w 7"/>
                  <a:gd name="T17" fmla="*/ 9 h 17"/>
                  <a:gd name="T18" fmla="*/ 6 w 7"/>
                  <a:gd name="T19" fmla="*/ 11 h 17"/>
                  <a:gd name="T20" fmla="*/ 5 w 7"/>
                  <a:gd name="T21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7">
                    <a:moveTo>
                      <a:pt x="5" y="14"/>
                    </a:moveTo>
                    <a:cubicBezTo>
                      <a:pt x="4" y="15"/>
                      <a:pt x="4" y="17"/>
                      <a:pt x="2" y="16"/>
                    </a:cubicBezTo>
                    <a:cubicBezTo>
                      <a:pt x="0" y="14"/>
                      <a:pt x="0" y="10"/>
                      <a:pt x="0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3"/>
                      <a:pt x="2" y="2"/>
                      <a:pt x="3" y="1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7" y="4"/>
                      <a:pt x="7" y="5"/>
                      <a:pt x="7" y="7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6" y="10"/>
                      <a:pt x="6" y="11"/>
                      <a:pt x="6" y="11"/>
                    </a:cubicBezTo>
                    <a:cubicBezTo>
                      <a:pt x="6" y="12"/>
                      <a:pt x="5" y="13"/>
                      <a:pt x="5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10" name="Freeform 2913">
                <a:extLst>
                  <a:ext uri="{FF2B5EF4-FFF2-40B4-BE49-F238E27FC236}">
                    <a16:creationId xmlns:a16="http://schemas.microsoft.com/office/drawing/2014/main" id="{F882408C-7737-477D-A6D5-918879780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729"/>
                <a:ext cx="5" cy="4"/>
              </a:xfrm>
              <a:custGeom>
                <a:avLst/>
                <a:gdLst>
                  <a:gd name="T0" fmla="*/ 3 w 13"/>
                  <a:gd name="T1" fmla="*/ 8 h 9"/>
                  <a:gd name="T2" fmla="*/ 1 w 13"/>
                  <a:gd name="T3" fmla="*/ 7 h 9"/>
                  <a:gd name="T4" fmla="*/ 1 w 13"/>
                  <a:gd name="T5" fmla="*/ 2 h 9"/>
                  <a:gd name="T6" fmla="*/ 6 w 13"/>
                  <a:gd name="T7" fmla="*/ 1 h 9"/>
                  <a:gd name="T8" fmla="*/ 9 w 13"/>
                  <a:gd name="T9" fmla="*/ 0 h 9"/>
                  <a:gd name="T10" fmla="*/ 13 w 13"/>
                  <a:gd name="T11" fmla="*/ 3 h 9"/>
                  <a:gd name="T12" fmla="*/ 10 w 13"/>
                  <a:gd name="T13" fmla="*/ 5 h 9"/>
                  <a:gd name="T14" fmla="*/ 9 w 13"/>
                  <a:gd name="T15" fmla="*/ 6 h 9"/>
                  <a:gd name="T16" fmla="*/ 7 w 13"/>
                  <a:gd name="T17" fmla="*/ 8 h 9"/>
                  <a:gd name="T18" fmla="*/ 3 w 13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9">
                    <a:moveTo>
                      <a:pt x="3" y="8"/>
                    </a:moveTo>
                    <a:cubicBezTo>
                      <a:pt x="2" y="8"/>
                      <a:pt x="2" y="7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2" y="1"/>
                      <a:pt x="4" y="1"/>
                      <a:pt x="6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0"/>
                      <a:pt x="13" y="0"/>
                      <a:pt x="13" y="3"/>
                    </a:cubicBezTo>
                    <a:cubicBezTo>
                      <a:pt x="13" y="4"/>
                      <a:pt x="12" y="5"/>
                      <a:pt x="10" y="5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ubicBezTo>
                      <a:pt x="5" y="9"/>
                      <a:pt x="4" y="8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11" name="Freeform 2914">
                <a:extLst>
                  <a:ext uri="{FF2B5EF4-FFF2-40B4-BE49-F238E27FC236}">
                    <a16:creationId xmlns:a16="http://schemas.microsoft.com/office/drawing/2014/main" id="{07B6B1FC-CC33-4B05-A085-816189728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733"/>
                <a:ext cx="3" cy="4"/>
              </a:xfrm>
              <a:custGeom>
                <a:avLst/>
                <a:gdLst>
                  <a:gd name="T0" fmla="*/ 4 w 7"/>
                  <a:gd name="T1" fmla="*/ 9 h 10"/>
                  <a:gd name="T2" fmla="*/ 2 w 7"/>
                  <a:gd name="T3" fmla="*/ 9 h 10"/>
                  <a:gd name="T4" fmla="*/ 1 w 7"/>
                  <a:gd name="T5" fmla="*/ 7 h 10"/>
                  <a:gd name="T6" fmla="*/ 1 w 7"/>
                  <a:gd name="T7" fmla="*/ 5 h 10"/>
                  <a:gd name="T8" fmla="*/ 2 w 7"/>
                  <a:gd name="T9" fmla="*/ 4 h 10"/>
                  <a:gd name="T10" fmla="*/ 2 w 7"/>
                  <a:gd name="T11" fmla="*/ 3 h 10"/>
                  <a:gd name="T12" fmla="*/ 3 w 7"/>
                  <a:gd name="T13" fmla="*/ 1 h 10"/>
                  <a:gd name="T14" fmla="*/ 5 w 7"/>
                  <a:gd name="T15" fmla="*/ 0 h 10"/>
                  <a:gd name="T16" fmla="*/ 6 w 7"/>
                  <a:gd name="T17" fmla="*/ 4 h 10"/>
                  <a:gd name="T18" fmla="*/ 6 w 7"/>
                  <a:gd name="T19" fmla="*/ 7 h 10"/>
                  <a:gd name="T20" fmla="*/ 5 w 7"/>
                  <a:gd name="T21" fmla="*/ 8 h 10"/>
                  <a:gd name="T22" fmla="*/ 4 w 7"/>
                  <a:gd name="T2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0">
                    <a:moveTo>
                      <a:pt x="4" y="9"/>
                    </a:moveTo>
                    <a:cubicBezTo>
                      <a:pt x="4" y="9"/>
                      <a:pt x="3" y="10"/>
                      <a:pt x="2" y="9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6"/>
                      <a:pt x="0" y="5"/>
                      <a:pt x="1" y="5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0"/>
                      <a:pt x="6" y="2"/>
                      <a:pt x="6" y="4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5" y="8"/>
                      <a:pt x="4" y="9"/>
                      <a:pt x="4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12" name="Freeform 2915">
                <a:extLst>
                  <a:ext uri="{FF2B5EF4-FFF2-40B4-BE49-F238E27FC236}">
                    <a16:creationId xmlns:a16="http://schemas.microsoft.com/office/drawing/2014/main" id="{3CBAA6D5-4B62-4497-8329-4F9A79317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731"/>
                <a:ext cx="3" cy="4"/>
              </a:xfrm>
              <a:custGeom>
                <a:avLst/>
                <a:gdLst>
                  <a:gd name="T0" fmla="*/ 1 w 8"/>
                  <a:gd name="T1" fmla="*/ 5 h 10"/>
                  <a:gd name="T2" fmla="*/ 3 w 8"/>
                  <a:gd name="T3" fmla="*/ 3 h 10"/>
                  <a:gd name="T4" fmla="*/ 5 w 8"/>
                  <a:gd name="T5" fmla="*/ 1 h 10"/>
                  <a:gd name="T6" fmla="*/ 6 w 8"/>
                  <a:gd name="T7" fmla="*/ 0 h 10"/>
                  <a:gd name="T8" fmla="*/ 8 w 8"/>
                  <a:gd name="T9" fmla="*/ 2 h 10"/>
                  <a:gd name="T10" fmla="*/ 7 w 8"/>
                  <a:gd name="T11" fmla="*/ 4 h 10"/>
                  <a:gd name="T12" fmla="*/ 6 w 8"/>
                  <a:gd name="T13" fmla="*/ 6 h 10"/>
                  <a:gd name="T14" fmla="*/ 5 w 8"/>
                  <a:gd name="T15" fmla="*/ 7 h 10"/>
                  <a:gd name="T16" fmla="*/ 1 w 8"/>
                  <a:gd name="T17" fmla="*/ 8 h 10"/>
                  <a:gd name="T18" fmla="*/ 1 w 8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0">
                    <a:moveTo>
                      <a:pt x="1" y="5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8" y="3"/>
                      <a:pt x="8" y="4"/>
                      <a:pt x="7" y="4"/>
                    </a:cubicBezTo>
                    <a:cubicBezTo>
                      <a:pt x="7" y="5"/>
                      <a:pt x="6" y="5"/>
                      <a:pt x="6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4" y="8"/>
                      <a:pt x="3" y="10"/>
                      <a:pt x="1" y="8"/>
                    </a:cubicBezTo>
                    <a:cubicBezTo>
                      <a:pt x="0" y="8"/>
                      <a:pt x="0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13" name="Freeform 2916">
                <a:extLst>
                  <a:ext uri="{FF2B5EF4-FFF2-40B4-BE49-F238E27FC236}">
                    <a16:creationId xmlns:a16="http://schemas.microsoft.com/office/drawing/2014/main" id="{FAEF7A3C-3ACB-49B2-A3BE-DE1EF3F80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732"/>
                <a:ext cx="5" cy="8"/>
              </a:xfrm>
              <a:custGeom>
                <a:avLst/>
                <a:gdLst>
                  <a:gd name="T0" fmla="*/ 1 w 13"/>
                  <a:gd name="T1" fmla="*/ 7 h 19"/>
                  <a:gd name="T2" fmla="*/ 2 w 13"/>
                  <a:gd name="T3" fmla="*/ 6 h 19"/>
                  <a:gd name="T4" fmla="*/ 3 w 13"/>
                  <a:gd name="T5" fmla="*/ 4 h 19"/>
                  <a:gd name="T6" fmla="*/ 5 w 13"/>
                  <a:gd name="T7" fmla="*/ 1 h 19"/>
                  <a:gd name="T8" fmla="*/ 8 w 13"/>
                  <a:gd name="T9" fmla="*/ 1 h 19"/>
                  <a:gd name="T10" fmla="*/ 10 w 13"/>
                  <a:gd name="T11" fmla="*/ 5 h 19"/>
                  <a:gd name="T12" fmla="*/ 11 w 13"/>
                  <a:gd name="T13" fmla="*/ 6 h 19"/>
                  <a:gd name="T14" fmla="*/ 12 w 13"/>
                  <a:gd name="T15" fmla="*/ 6 h 19"/>
                  <a:gd name="T16" fmla="*/ 13 w 13"/>
                  <a:gd name="T17" fmla="*/ 9 h 19"/>
                  <a:gd name="T18" fmla="*/ 12 w 13"/>
                  <a:gd name="T19" fmla="*/ 11 h 19"/>
                  <a:gd name="T20" fmla="*/ 10 w 13"/>
                  <a:gd name="T21" fmla="*/ 12 h 19"/>
                  <a:gd name="T22" fmla="*/ 8 w 13"/>
                  <a:gd name="T23" fmla="*/ 15 h 19"/>
                  <a:gd name="T24" fmla="*/ 6 w 13"/>
                  <a:gd name="T25" fmla="*/ 18 h 19"/>
                  <a:gd name="T26" fmla="*/ 2 w 13"/>
                  <a:gd name="T27" fmla="*/ 17 h 19"/>
                  <a:gd name="T28" fmla="*/ 1 w 13"/>
                  <a:gd name="T29" fmla="*/ 13 h 19"/>
                  <a:gd name="T30" fmla="*/ 1 w 13"/>
                  <a:gd name="T31" fmla="*/ 9 h 19"/>
                  <a:gd name="T32" fmla="*/ 1 w 13"/>
                  <a:gd name="T33" fmla="*/ 8 h 19"/>
                  <a:gd name="T34" fmla="*/ 1 w 13"/>
                  <a:gd name="T35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9">
                    <a:moveTo>
                      <a:pt x="1" y="7"/>
                    </a:moveTo>
                    <a:cubicBezTo>
                      <a:pt x="1" y="6"/>
                      <a:pt x="2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3" y="3"/>
                      <a:pt x="4" y="2"/>
                      <a:pt x="5" y="1"/>
                    </a:cubicBezTo>
                    <a:cubicBezTo>
                      <a:pt x="6" y="1"/>
                      <a:pt x="8" y="0"/>
                      <a:pt x="8" y="1"/>
                    </a:cubicBezTo>
                    <a:cubicBezTo>
                      <a:pt x="10" y="2"/>
                      <a:pt x="9" y="4"/>
                      <a:pt x="10" y="5"/>
                    </a:cubicBezTo>
                    <a:cubicBezTo>
                      <a:pt x="10" y="5"/>
                      <a:pt x="10" y="6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3" y="6"/>
                      <a:pt x="13" y="8"/>
                      <a:pt x="13" y="9"/>
                    </a:cubicBezTo>
                    <a:cubicBezTo>
                      <a:pt x="13" y="10"/>
                      <a:pt x="13" y="11"/>
                      <a:pt x="12" y="11"/>
                    </a:cubicBezTo>
                    <a:cubicBezTo>
                      <a:pt x="11" y="11"/>
                      <a:pt x="11" y="11"/>
                      <a:pt x="10" y="12"/>
                    </a:cubicBezTo>
                    <a:cubicBezTo>
                      <a:pt x="9" y="13"/>
                      <a:pt x="9" y="14"/>
                      <a:pt x="8" y="15"/>
                    </a:cubicBezTo>
                    <a:cubicBezTo>
                      <a:pt x="8" y="16"/>
                      <a:pt x="7" y="17"/>
                      <a:pt x="6" y="18"/>
                    </a:cubicBezTo>
                    <a:cubicBezTo>
                      <a:pt x="5" y="19"/>
                      <a:pt x="3" y="18"/>
                      <a:pt x="2" y="17"/>
                    </a:cubicBezTo>
                    <a:cubicBezTo>
                      <a:pt x="1" y="16"/>
                      <a:pt x="1" y="15"/>
                      <a:pt x="1" y="13"/>
                    </a:cubicBezTo>
                    <a:cubicBezTo>
                      <a:pt x="1" y="12"/>
                      <a:pt x="0" y="11"/>
                      <a:pt x="1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14" name="Freeform 2917">
                <a:extLst>
                  <a:ext uri="{FF2B5EF4-FFF2-40B4-BE49-F238E27FC236}">
                    <a16:creationId xmlns:a16="http://schemas.microsoft.com/office/drawing/2014/main" id="{EABAA385-3221-40DA-9D91-EB5760BAB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737"/>
                <a:ext cx="2" cy="4"/>
              </a:xfrm>
              <a:custGeom>
                <a:avLst/>
                <a:gdLst>
                  <a:gd name="T0" fmla="*/ 1 w 6"/>
                  <a:gd name="T1" fmla="*/ 8 h 9"/>
                  <a:gd name="T2" fmla="*/ 1 w 6"/>
                  <a:gd name="T3" fmla="*/ 4 h 9"/>
                  <a:gd name="T4" fmla="*/ 3 w 6"/>
                  <a:gd name="T5" fmla="*/ 2 h 9"/>
                  <a:gd name="T6" fmla="*/ 3 w 6"/>
                  <a:gd name="T7" fmla="*/ 1 h 9"/>
                  <a:gd name="T8" fmla="*/ 6 w 6"/>
                  <a:gd name="T9" fmla="*/ 2 h 9"/>
                  <a:gd name="T10" fmla="*/ 4 w 6"/>
                  <a:gd name="T11" fmla="*/ 6 h 9"/>
                  <a:gd name="T12" fmla="*/ 1 w 6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0" y="7"/>
                      <a:pt x="1" y="5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ubicBezTo>
                      <a:pt x="4" y="7"/>
                      <a:pt x="3" y="9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15" name="Freeform 2918">
                <a:extLst>
                  <a:ext uri="{FF2B5EF4-FFF2-40B4-BE49-F238E27FC236}">
                    <a16:creationId xmlns:a16="http://schemas.microsoft.com/office/drawing/2014/main" id="{D2E8F9C4-9E50-45B3-97B6-A3AEFBB9C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733"/>
                <a:ext cx="2" cy="4"/>
              </a:xfrm>
              <a:custGeom>
                <a:avLst/>
                <a:gdLst>
                  <a:gd name="T0" fmla="*/ 2 w 4"/>
                  <a:gd name="T1" fmla="*/ 1 h 8"/>
                  <a:gd name="T2" fmla="*/ 4 w 4"/>
                  <a:gd name="T3" fmla="*/ 2 h 8"/>
                  <a:gd name="T4" fmla="*/ 2 w 4"/>
                  <a:gd name="T5" fmla="*/ 6 h 8"/>
                  <a:gd name="T6" fmla="*/ 2 w 4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4"/>
                      <a:pt x="4" y="8"/>
                      <a:pt x="2" y="6"/>
                    </a:cubicBezTo>
                    <a:cubicBezTo>
                      <a:pt x="0" y="4"/>
                      <a:pt x="1" y="3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16" name="Freeform 2919">
                <a:extLst>
                  <a:ext uri="{FF2B5EF4-FFF2-40B4-BE49-F238E27FC236}">
                    <a16:creationId xmlns:a16="http://schemas.microsoft.com/office/drawing/2014/main" id="{F25DD601-58B6-408E-A75B-5A79F9A49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688"/>
                <a:ext cx="4" cy="8"/>
              </a:xfrm>
              <a:custGeom>
                <a:avLst/>
                <a:gdLst>
                  <a:gd name="T0" fmla="*/ 10 w 11"/>
                  <a:gd name="T1" fmla="*/ 1 h 20"/>
                  <a:gd name="T2" fmla="*/ 10 w 11"/>
                  <a:gd name="T3" fmla="*/ 8 h 20"/>
                  <a:gd name="T4" fmla="*/ 9 w 11"/>
                  <a:gd name="T5" fmla="*/ 9 h 20"/>
                  <a:gd name="T6" fmla="*/ 8 w 11"/>
                  <a:gd name="T7" fmla="*/ 11 h 20"/>
                  <a:gd name="T8" fmla="*/ 6 w 11"/>
                  <a:gd name="T9" fmla="*/ 18 h 20"/>
                  <a:gd name="T10" fmla="*/ 5 w 11"/>
                  <a:gd name="T11" fmla="*/ 19 h 20"/>
                  <a:gd name="T12" fmla="*/ 2 w 11"/>
                  <a:gd name="T13" fmla="*/ 19 h 20"/>
                  <a:gd name="T14" fmla="*/ 1 w 11"/>
                  <a:gd name="T15" fmla="*/ 16 h 20"/>
                  <a:gd name="T16" fmla="*/ 2 w 11"/>
                  <a:gd name="T17" fmla="*/ 14 h 20"/>
                  <a:gd name="T18" fmla="*/ 5 w 11"/>
                  <a:gd name="T19" fmla="*/ 11 h 20"/>
                  <a:gd name="T20" fmla="*/ 6 w 11"/>
                  <a:gd name="T21" fmla="*/ 8 h 20"/>
                  <a:gd name="T22" fmla="*/ 7 w 11"/>
                  <a:gd name="T23" fmla="*/ 4 h 20"/>
                  <a:gd name="T24" fmla="*/ 8 w 11"/>
                  <a:gd name="T25" fmla="*/ 1 h 20"/>
                  <a:gd name="T26" fmla="*/ 10 w 11"/>
                  <a:gd name="T2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0">
                    <a:moveTo>
                      <a:pt x="10" y="1"/>
                    </a:moveTo>
                    <a:cubicBezTo>
                      <a:pt x="10" y="3"/>
                      <a:pt x="11" y="6"/>
                      <a:pt x="10" y="8"/>
                    </a:cubicBezTo>
                    <a:cubicBezTo>
                      <a:pt x="10" y="8"/>
                      <a:pt x="10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3"/>
                      <a:pt x="6" y="16"/>
                      <a:pt x="6" y="18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4" y="20"/>
                      <a:pt x="3" y="20"/>
                      <a:pt x="2" y="19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15"/>
                      <a:pt x="1" y="15"/>
                      <a:pt x="2" y="14"/>
                    </a:cubicBezTo>
                    <a:cubicBezTo>
                      <a:pt x="3" y="13"/>
                      <a:pt x="4" y="12"/>
                      <a:pt x="5" y="11"/>
                    </a:cubicBezTo>
                    <a:cubicBezTo>
                      <a:pt x="5" y="10"/>
                      <a:pt x="5" y="9"/>
                      <a:pt x="6" y="8"/>
                    </a:cubicBezTo>
                    <a:cubicBezTo>
                      <a:pt x="6" y="7"/>
                      <a:pt x="7" y="5"/>
                      <a:pt x="7" y="4"/>
                    </a:cubicBezTo>
                    <a:cubicBezTo>
                      <a:pt x="7" y="3"/>
                      <a:pt x="7" y="1"/>
                      <a:pt x="8" y="1"/>
                    </a:cubicBezTo>
                    <a:cubicBezTo>
                      <a:pt x="9" y="0"/>
                      <a:pt x="10" y="0"/>
                      <a:pt x="1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17" name="Freeform 2920">
                <a:extLst>
                  <a:ext uri="{FF2B5EF4-FFF2-40B4-BE49-F238E27FC236}">
                    <a16:creationId xmlns:a16="http://schemas.microsoft.com/office/drawing/2014/main" id="{AD236802-A646-4EFD-940A-0034B3EB5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558"/>
                <a:ext cx="7" cy="4"/>
              </a:xfrm>
              <a:custGeom>
                <a:avLst/>
                <a:gdLst>
                  <a:gd name="T0" fmla="*/ 2 w 17"/>
                  <a:gd name="T1" fmla="*/ 3 h 9"/>
                  <a:gd name="T2" fmla="*/ 9 w 17"/>
                  <a:gd name="T3" fmla="*/ 1 h 9"/>
                  <a:gd name="T4" fmla="*/ 15 w 17"/>
                  <a:gd name="T5" fmla="*/ 3 h 9"/>
                  <a:gd name="T6" fmla="*/ 10 w 17"/>
                  <a:gd name="T7" fmla="*/ 9 h 9"/>
                  <a:gd name="T8" fmla="*/ 2 w 17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2" y="3"/>
                    </a:moveTo>
                    <a:cubicBezTo>
                      <a:pt x="3" y="0"/>
                      <a:pt x="7" y="1"/>
                      <a:pt x="9" y="1"/>
                    </a:cubicBezTo>
                    <a:cubicBezTo>
                      <a:pt x="12" y="1"/>
                      <a:pt x="14" y="1"/>
                      <a:pt x="15" y="3"/>
                    </a:cubicBezTo>
                    <a:cubicBezTo>
                      <a:pt x="17" y="7"/>
                      <a:pt x="12" y="9"/>
                      <a:pt x="10" y="9"/>
                    </a:cubicBezTo>
                    <a:cubicBezTo>
                      <a:pt x="7" y="9"/>
                      <a:pt x="0" y="7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18" name="Freeform 2921">
                <a:extLst>
                  <a:ext uri="{FF2B5EF4-FFF2-40B4-BE49-F238E27FC236}">
                    <a16:creationId xmlns:a16="http://schemas.microsoft.com/office/drawing/2014/main" id="{CDAA7C7B-AFA3-42C3-8D32-ABF42EC4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1731"/>
                <a:ext cx="3" cy="4"/>
              </a:xfrm>
              <a:custGeom>
                <a:avLst/>
                <a:gdLst>
                  <a:gd name="T0" fmla="*/ 1 w 6"/>
                  <a:gd name="T1" fmla="*/ 3 h 10"/>
                  <a:gd name="T2" fmla="*/ 1 w 6"/>
                  <a:gd name="T3" fmla="*/ 1 h 10"/>
                  <a:gd name="T4" fmla="*/ 3 w 6"/>
                  <a:gd name="T5" fmla="*/ 0 h 10"/>
                  <a:gd name="T6" fmla="*/ 6 w 6"/>
                  <a:gd name="T7" fmla="*/ 1 h 10"/>
                  <a:gd name="T8" fmla="*/ 5 w 6"/>
                  <a:gd name="T9" fmla="*/ 5 h 10"/>
                  <a:gd name="T10" fmla="*/ 1 w 6"/>
                  <a:gd name="T11" fmla="*/ 7 h 10"/>
                  <a:gd name="T12" fmla="*/ 1 w 6"/>
                  <a:gd name="T13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1" y="3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5" y="4"/>
                      <a:pt x="5" y="5"/>
                    </a:cubicBezTo>
                    <a:cubicBezTo>
                      <a:pt x="4" y="6"/>
                      <a:pt x="3" y="10"/>
                      <a:pt x="1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19" name="Freeform 2922">
                <a:extLst>
                  <a:ext uri="{FF2B5EF4-FFF2-40B4-BE49-F238E27FC236}">
                    <a16:creationId xmlns:a16="http://schemas.microsoft.com/office/drawing/2014/main" id="{7DD008C3-EEE9-4F89-9390-12F4A2C3E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712"/>
                <a:ext cx="5" cy="18"/>
              </a:xfrm>
              <a:custGeom>
                <a:avLst/>
                <a:gdLst>
                  <a:gd name="T0" fmla="*/ 0 w 12"/>
                  <a:gd name="T1" fmla="*/ 39 h 45"/>
                  <a:gd name="T2" fmla="*/ 2 w 12"/>
                  <a:gd name="T3" fmla="*/ 34 h 45"/>
                  <a:gd name="T4" fmla="*/ 2 w 12"/>
                  <a:gd name="T5" fmla="*/ 28 h 45"/>
                  <a:gd name="T6" fmla="*/ 4 w 12"/>
                  <a:gd name="T7" fmla="*/ 20 h 45"/>
                  <a:gd name="T8" fmla="*/ 4 w 12"/>
                  <a:gd name="T9" fmla="*/ 15 h 45"/>
                  <a:gd name="T10" fmla="*/ 4 w 12"/>
                  <a:gd name="T11" fmla="*/ 11 h 45"/>
                  <a:gd name="T12" fmla="*/ 5 w 12"/>
                  <a:gd name="T13" fmla="*/ 7 h 45"/>
                  <a:gd name="T14" fmla="*/ 6 w 12"/>
                  <a:gd name="T15" fmla="*/ 2 h 45"/>
                  <a:gd name="T16" fmla="*/ 8 w 12"/>
                  <a:gd name="T17" fmla="*/ 1 h 45"/>
                  <a:gd name="T18" fmla="*/ 11 w 12"/>
                  <a:gd name="T19" fmla="*/ 7 h 45"/>
                  <a:gd name="T20" fmla="*/ 11 w 12"/>
                  <a:gd name="T21" fmla="*/ 13 h 45"/>
                  <a:gd name="T22" fmla="*/ 9 w 12"/>
                  <a:gd name="T23" fmla="*/ 19 h 45"/>
                  <a:gd name="T24" fmla="*/ 9 w 12"/>
                  <a:gd name="T25" fmla="*/ 22 h 45"/>
                  <a:gd name="T26" fmla="*/ 8 w 12"/>
                  <a:gd name="T27" fmla="*/ 26 h 45"/>
                  <a:gd name="T28" fmla="*/ 7 w 12"/>
                  <a:gd name="T29" fmla="*/ 29 h 45"/>
                  <a:gd name="T30" fmla="*/ 6 w 12"/>
                  <a:gd name="T31" fmla="*/ 33 h 45"/>
                  <a:gd name="T32" fmla="*/ 5 w 12"/>
                  <a:gd name="T33" fmla="*/ 37 h 45"/>
                  <a:gd name="T34" fmla="*/ 4 w 12"/>
                  <a:gd name="T35" fmla="*/ 43 h 45"/>
                  <a:gd name="T36" fmla="*/ 1 w 12"/>
                  <a:gd name="T37" fmla="*/ 42 h 45"/>
                  <a:gd name="T38" fmla="*/ 0 w 12"/>
                  <a:gd name="T39" fmla="*/ 3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45">
                    <a:moveTo>
                      <a:pt x="0" y="39"/>
                    </a:moveTo>
                    <a:cubicBezTo>
                      <a:pt x="0" y="37"/>
                      <a:pt x="1" y="35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2" y="25"/>
                      <a:pt x="4" y="23"/>
                      <a:pt x="4" y="20"/>
                    </a:cubicBezTo>
                    <a:cubicBezTo>
                      <a:pt x="4" y="19"/>
                      <a:pt x="4" y="17"/>
                      <a:pt x="4" y="15"/>
                    </a:cubicBezTo>
                    <a:cubicBezTo>
                      <a:pt x="4" y="14"/>
                      <a:pt x="4" y="12"/>
                      <a:pt x="4" y="11"/>
                    </a:cubicBezTo>
                    <a:cubicBezTo>
                      <a:pt x="4" y="10"/>
                      <a:pt x="5" y="8"/>
                      <a:pt x="5" y="7"/>
                    </a:cubicBezTo>
                    <a:cubicBezTo>
                      <a:pt x="6" y="5"/>
                      <a:pt x="6" y="4"/>
                      <a:pt x="6" y="2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10" y="2"/>
                      <a:pt x="11" y="5"/>
                      <a:pt x="11" y="7"/>
                    </a:cubicBezTo>
                    <a:cubicBezTo>
                      <a:pt x="11" y="9"/>
                      <a:pt x="12" y="11"/>
                      <a:pt x="11" y="13"/>
                    </a:cubicBezTo>
                    <a:cubicBezTo>
                      <a:pt x="10" y="15"/>
                      <a:pt x="9" y="17"/>
                      <a:pt x="9" y="19"/>
                    </a:cubicBezTo>
                    <a:cubicBezTo>
                      <a:pt x="9" y="20"/>
                      <a:pt x="9" y="21"/>
                      <a:pt x="9" y="22"/>
                    </a:cubicBezTo>
                    <a:cubicBezTo>
                      <a:pt x="9" y="24"/>
                      <a:pt x="8" y="25"/>
                      <a:pt x="8" y="26"/>
                    </a:cubicBezTo>
                    <a:cubicBezTo>
                      <a:pt x="7" y="27"/>
                      <a:pt x="7" y="28"/>
                      <a:pt x="7" y="29"/>
                    </a:cubicBezTo>
                    <a:cubicBezTo>
                      <a:pt x="6" y="30"/>
                      <a:pt x="6" y="32"/>
                      <a:pt x="6" y="33"/>
                    </a:cubicBezTo>
                    <a:cubicBezTo>
                      <a:pt x="6" y="35"/>
                      <a:pt x="6" y="36"/>
                      <a:pt x="5" y="37"/>
                    </a:cubicBezTo>
                    <a:cubicBezTo>
                      <a:pt x="5" y="39"/>
                      <a:pt x="5" y="41"/>
                      <a:pt x="4" y="43"/>
                    </a:cubicBezTo>
                    <a:cubicBezTo>
                      <a:pt x="3" y="45"/>
                      <a:pt x="1" y="43"/>
                      <a:pt x="1" y="42"/>
                    </a:cubicBezTo>
                    <a:cubicBezTo>
                      <a:pt x="1" y="41"/>
                      <a:pt x="0" y="40"/>
                      <a:pt x="0" y="3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0" name="Freeform 2923">
                <a:extLst>
                  <a:ext uri="{FF2B5EF4-FFF2-40B4-BE49-F238E27FC236}">
                    <a16:creationId xmlns:a16="http://schemas.microsoft.com/office/drawing/2014/main" id="{3852239F-0BA5-4458-A33C-0AD803D6B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736"/>
                <a:ext cx="2" cy="2"/>
              </a:xfrm>
              <a:custGeom>
                <a:avLst/>
                <a:gdLst>
                  <a:gd name="T0" fmla="*/ 0 w 5"/>
                  <a:gd name="T1" fmla="*/ 1 h 5"/>
                  <a:gd name="T2" fmla="*/ 3 w 5"/>
                  <a:gd name="T3" fmla="*/ 0 h 5"/>
                  <a:gd name="T4" fmla="*/ 4 w 5"/>
                  <a:gd name="T5" fmla="*/ 1 h 5"/>
                  <a:gd name="T6" fmla="*/ 5 w 5"/>
                  <a:gd name="T7" fmla="*/ 2 h 5"/>
                  <a:gd name="T8" fmla="*/ 4 w 5"/>
                  <a:gd name="T9" fmla="*/ 4 h 5"/>
                  <a:gd name="T10" fmla="*/ 1 w 5"/>
                  <a:gd name="T11" fmla="*/ 4 h 5"/>
                  <a:gd name="T12" fmla="*/ 0 w 5"/>
                  <a:gd name="T13" fmla="*/ 2 h 5"/>
                  <a:gd name="T14" fmla="*/ 0 w 5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1" name="Freeform 2924">
                <a:extLst>
                  <a:ext uri="{FF2B5EF4-FFF2-40B4-BE49-F238E27FC236}">
                    <a16:creationId xmlns:a16="http://schemas.microsoft.com/office/drawing/2014/main" id="{1311557C-6BD0-4DF9-A14D-6A1D82E2F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506"/>
                <a:ext cx="3" cy="6"/>
              </a:xfrm>
              <a:custGeom>
                <a:avLst/>
                <a:gdLst>
                  <a:gd name="T0" fmla="*/ 0 w 9"/>
                  <a:gd name="T1" fmla="*/ 6 h 14"/>
                  <a:gd name="T2" fmla="*/ 6 w 9"/>
                  <a:gd name="T3" fmla="*/ 3 h 14"/>
                  <a:gd name="T4" fmla="*/ 7 w 9"/>
                  <a:gd name="T5" fmla="*/ 6 h 14"/>
                  <a:gd name="T6" fmla="*/ 8 w 9"/>
                  <a:gd name="T7" fmla="*/ 13 h 14"/>
                  <a:gd name="T8" fmla="*/ 4 w 9"/>
                  <a:gd name="T9" fmla="*/ 13 h 14"/>
                  <a:gd name="T10" fmla="*/ 1 w 9"/>
                  <a:gd name="T11" fmla="*/ 11 h 14"/>
                  <a:gd name="T12" fmla="*/ 0 w 9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0" y="6"/>
                    </a:moveTo>
                    <a:cubicBezTo>
                      <a:pt x="0" y="3"/>
                      <a:pt x="3" y="0"/>
                      <a:pt x="6" y="3"/>
                    </a:cubicBezTo>
                    <a:cubicBezTo>
                      <a:pt x="8" y="3"/>
                      <a:pt x="7" y="4"/>
                      <a:pt x="7" y="6"/>
                    </a:cubicBezTo>
                    <a:cubicBezTo>
                      <a:pt x="7" y="7"/>
                      <a:pt x="9" y="11"/>
                      <a:pt x="8" y="13"/>
                    </a:cubicBezTo>
                    <a:cubicBezTo>
                      <a:pt x="7" y="14"/>
                      <a:pt x="6" y="13"/>
                      <a:pt x="4" y="13"/>
                    </a:cubicBezTo>
                    <a:cubicBezTo>
                      <a:pt x="3" y="12"/>
                      <a:pt x="1" y="12"/>
                      <a:pt x="1" y="11"/>
                    </a:cubicBezTo>
                    <a:cubicBezTo>
                      <a:pt x="0" y="9"/>
                      <a:pt x="0" y="8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2" name="Freeform 2925">
                <a:extLst>
                  <a:ext uri="{FF2B5EF4-FFF2-40B4-BE49-F238E27FC236}">
                    <a16:creationId xmlns:a16="http://schemas.microsoft.com/office/drawing/2014/main" id="{5F5A22E3-92E2-4A6A-B617-33F5C2200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461"/>
                <a:ext cx="5" cy="3"/>
              </a:xfrm>
              <a:custGeom>
                <a:avLst/>
                <a:gdLst>
                  <a:gd name="T0" fmla="*/ 7 w 13"/>
                  <a:gd name="T1" fmla="*/ 0 h 6"/>
                  <a:gd name="T2" fmla="*/ 12 w 13"/>
                  <a:gd name="T3" fmla="*/ 3 h 6"/>
                  <a:gd name="T4" fmla="*/ 3 w 13"/>
                  <a:gd name="T5" fmla="*/ 0 h 6"/>
                  <a:gd name="T6" fmla="*/ 7 w 13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7" y="0"/>
                    </a:moveTo>
                    <a:cubicBezTo>
                      <a:pt x="10" y="0"/>
                      <a:pt x="13" y="1"/>
                      <a:pt x="12" y="3"/>
                    </a:cubicBezTo>
                    <a:cubicBezTo>
                      <a:pt x="11" y="6"/>
                      <a:pt x="0" y="4"/>
                      <a:pt x="3" y="0"/>
                    </a:cubicBezTo>
                    <a:cubicBezTo>
                      <a:pt x="3" y="0"/>
                      <a:pt x="5" y="0"/>
                      <a:pt x="7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3" name="Freeform 2926">
                <a:extLst>
                  <a:ext uri="{FF2B5EF4-FFF2-40B4-BE49-F238E27FC236}">
                    <a16:creationId xmlns:a16="http://schemas.microsoft.com/office/drawing/2014/main" id="{0565102D-9531-4930-953E-48E4E3876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456"/>
                <a:ext cx="4" cy="3"/>
              </a:xfrm>
              <a:custGeom>
                <a:avLst/>
                <a:gdLst>
                  <a:gd name="T0" fmla="*/ 3 w 9"/>
                  <a:gd name="T1" fmla="*/ 1 h 8"/>
                  <a:gd name="T2" fmla="*/ 8 w 9"/>
                  <a:gd name="T3" fmla="*/ 3 h 8"/>
                  <a:gd name="T4" fmla="*/ 4 w 9"/>
                  <a:gd name="T5" fmla="*/ 7 h 8"/>
                  <a:gd name="T6" fmla="*/ 3 w 9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3" y="1"/>
                    </a:moveTo>
                    <a:cubicBezTo>
                      <a:pt x="5" y="0"/>
                      <a:pt x="8" y="0"/>
                      <a:pt x="8" y="3"/>
                    </a:cubicBezTo>
                    <a:cubicBezTo>
                      <a:pt x="9" y="6"/>
                      <a:pt x="6" y="8"/>
                      <a:pt x="4" y="7"/>
                    </a:cubicBezTo>
                    <a:cubicBezTo>
                      <a:pt x="1" y="7"/>
                      <a:pt x="0" y="2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4" name="Freeform 2927">
                <a:extLst>
                  <a:ext uri="{FF2B5EF4-FFF2-40B4-BE49-F238E27FC236}">
                    <a16:creationId xmlns:a16="http://schemas.microsoft.com/office/drawing/2014/main" id="{B3C1F0D2-7EDE-4144-8934-51E41E57A0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96" y="426"/>
                <a:ext cx="1222" cy="1401"/>
              </a:xfrm>
              <a:custGeom>
                <a:avLst/>
                <a:gdLst>
                  <a:gd name="T0" fmla="*/ 2885 w 3003"/>
                  <a:gd name="T1" fmla="*/ 220 h 3443"/>
                  <a:gd name="T2" fmla="*/ 2765 w 3003"/>
                  <a:gd name="T3" fmla="*/ 56 h 3443"/>
                  <a:gd name="T4" fmla="*/ 2686 w 3003"/>
                  <a:gd name="T5" fmla="*/ 151 h 3443"/>
                  <a:gd name="T6" fmla="*/ 2636 w 3003"/>
                  <a:gd name="T7" fmla="*/ 11 h 3443"/>
                  <a:gd name="T8" fmla="*/ 2566 w 3003"/>
                  <a:gd name="T9" fmla="*/ 148 h 3443"/>
                  <a:gd name="T10" fmla="*/ 2473 w 3003"/>
                  <a:gd name="T11" fmla="*/ 123 h 3443"/>
                  <a:gd name="T12" fmla="*/ 2400 w 3003"/>
                  <a:gd name="T13" fmla="*/ 197 h 3443"/>
                  <a:gd name="T14" fmla="*/ 2326 w 3003"/>
                  <a:gd name="T15" fmla="*/ 83 h 3443"/>
                  <a:gd name="T16" fmla="*/ 2250 w 3003"/>
                  <a:gd name="T17" fmla="*/ 271 h 3443"/>
                  <a:gd name="T18" fmla="*/ 2090 w 3003"/>
                  <a:gd name="T19" fmla="*/ 295 h 3443"/>
                  <a:gd name="T20" fmla="*/ 2023 w 3003"/>
                  <a:gd name="T21" fmla="*/ 413 h 3443"/>
                  <a:gd name="T22" fmla="*/ 1937 w 3003"/>
                  <a:gd name="T23" fmla="*/ 393 h 3443"/>
                  <a:gd name="T24" fmla="*/ 1832 w 3003"/>
                  <a:gd name="T25" fmla="*/ 530 h 3443"/>
                  <a:gd name="T26" fmla="*/ 1693 w 3003"/>
                  <a:gd name="T27" fmla="*/ 646 h 3443"/>
                  <a:gd name="T28" fmla="*/ 1554 w 3003"/>
                  <a:gd name="T29" fmla="*/ 706 h 3443"/>
                  <a:gd name="T30" fmla="*/ 1478 w 3003"/>
                  <a:gd name="T31" fmla="*/ 758 h 3443"/>
                  <a:gd name="T32" fmla="*/ 1593 w 3003"/>
                  <a:gd name="T33" fmla="*/ 773 h 3443"/>
                  <a:gd name="T34" fmla="*/ 1587 w 3003"/>
                  <a:gd name="T35" fmla="*/ 834 h 3443"/>
                  <a:gd name="T36" fmla="*/ 1562 w 3003"/>
                  <a:gd name="T37" fmla="*/ 922 h 3443"/>
                  <a:gd name="T38" fmla="*/ 1468 w 3003"/>
                  <a:gd name="T39" fmla="*/ 938 h 3443"/>
                  <a:gd name="T40" fmla="*/ 1492 w 3003"/>
                  <a:gd name="T41" fmla="*/ 987 h 3443"/>
                  <a:gd name="T42" fmla="*/ 1406 w 3003"/>
                  <a:gd name="T43" fmla="*/ 1038 h 3443"/>
                  <a:gd name="T44" fmla="*/ 1451 w 3003"/>
                  <a:gd name="T45" fmla="*/ 1116 h 3443"/>
                  <a:gd name="T46" fmla="*/ 1282 w 3003"/>
                  <a:gd name="T47" fmla="*/ 1202 h 3443"/>
                  <a:gd name="T48" fmla="*/ 1272 w 3003"/>
                  <a:gd name="T49" fmla="*/ 1276 h 3443"/>
                  <a:gd name="T50" fmla="*/ 1217 w 3003"/>
                  <a:gd name="T51" fmla="*/ 1387 h 3443"/>
                  <a:gd name="T52" fmla="*/ 1149 w 3003"/>
                  <a:gd name="T53" fmla="*/ 1570 h 3443"/>
                  <a:gd name="T54" fmla="*/ 1034 w 3003"/>
                  <a:gd name="T55" fmla="*/ 1685 h 3443"/>
                  <a:gd name="T56" fmla="*/ 987 w 3003"/>
                  <a:gd name="T57" fmla="*/ 1808 h 3443"/>
                  <a:gd name="T58" fmla="*/ 820 w 3003"/>
                  <a:gd name="T59" fmla="*/ 1887 h 3443"/>
                  <a:gd name="T60" fmla="*/ 764 w 3003"/>
                  <a:gd name="T61" fmla="*/ 2020 h 3443"/>
                  <a:gd name="T62" fmla="*/ 946 w 3003"/>
                  <a:gd name="T63" fmla="*/ 1973 h 3443"/>
                  <a:gd name="T64" fmla="*/ 798 w 3003"/>
                  <a:gd name="T65" fmla="*/ 2070 h 3443"/>
                  <a:gd name="T66" fmla="*/ 693 w 3003"/>
                  <a:gd name="T67" fmla="*/ 2042 h 3443"/>
                  <a:gd name="T68" fmla="*/ 633 w 3003"/>
                  <a:gd name="T69" fmla="*/ 2054 h 3443"/>
                  <a:gd name="T70" fmla="*/ 554 w 3003"/>
                  <a:gd name="T71" fmla="*/ 2188 h 3443"/>
                  <a:gd name="T72" fmla="*/ 455 w 3003"/>
                  <a:gd name="T73" fmla="*/ 2212 h 3443"/>
                  <a:gd name="T74" fmla="*/ 319 w 3003"/>
                  <a:gd name="T75" fmla="*/ 2222 h 3443"/>
                  <a:gd name="T76" fmla="*/ 358 w 3003"/>
                  <a:gd name="T77" fmla="*/ 2358 h 3443"/>
                  <a:gd name="T78" fmla="*/ 212 w 3003"/>
                  <a:gd name="T79" fmla="*/ 2356 h 3443"/>
                  <a:gd name="T80" fmla="*/ 103 w 3003"/>
                  <a:gd name="T81" fmla="*/ 2371 h 3443"/>
                  <a:gd name="T82" fmla="*/ 204 w 3003"/>
                  <a:gd name="T83" fmla="*/ 2435 h 3443"/>
                  <a:gd name="T84" fmla="*/ 87 w 3003"/>
                  <a:gd name="T85" fmla="*/ 2460 h 3443"/>
                  <a:gd name="T86" fmla="*/ 81 w 3003"/>
                  <a:gd name="T87" fmla="*/ 2531 h 3443"/>
                  <a:gd name="T88" fmla="*/ 293 w 3003"/>
                  <a:gd name="T89" fmla="*/ 2552 h 3443"/>
                  <a:gd name="T90" fmla="*/ 360 w 3003"/>
                  <a:gd name="T91" fmla="*/ 2629 h 3443"/>
                  <a:gd name="T92" fmla="*/ 94 w 3003"/>
                  <a:gd name="T93" fmla="*/ 2614 h 3443"/>
                  <a:gd name="T94" fmla="*/ 50 w 3003"/>
                  <a:gd name="T95" fmla="*/ 2714 h 3443"/>
                  <a:gd name="T96" fmla="*/ 98 w 3003"/>
                  <a:gd name="T97" fmla="*/ 2870 h 3443"/>
                  <a:gd name="T98" fmla="*/ 154 w 3003"/>
                  <a:gd name="T99" fmla="*/ 2852 h 3443"/>
                  <a:gd name="T100" fmla="*/ 55 w 3003"/>
                  <a:gd name="T101" fmla="*/ 2964 h 3443"/>
                  <a:gd name="T102" fmla="*/ 113 w 3003"/>
                  <a:gd name="T103" fmla="*/ 3035 h 3443"/>
                  <a:gd name="T104" fmla="*/ 137 w 3003"/>
                  <a:gd name="T105" fmla="*/ 3155 h 3443"/>
                  <a:gd name="T106" fmla="*/ 168 w 3003"/>
                  <a:gd name="T107" fmla="*/ 3365 h 3443"/>
                  <a:gd name="T108" fmla="*/ 324 w 3003"/>
                  <a:gd name="T109" fmla="*/ 3432 h 3443"/>
                  <a:gd name="T110" fmla="*/ 539 w 3003"/>
                  <a:gd name="T111" fmla="*/ 3284 h 3443"/>
                  <a:gd name="T112" fmla="*/ 700 w 3003"/>
                  <a:gd name="T113" fmla="*/ 3219 h 3443"/>
                  <a:gd name="T114" fmla="*/ 818 w 3003"/>
                  <a:gd name="T115" fmla="*/ 3145 h 3443"/>
                  <a:gd name="T116" fmla="*/ 856 w 3003"/>
                  <a:gd name="T117" fmla="*/ 3207 h 3443"/>
                  <a:gd name="T118" fmla="*/ 1960 w 3003"/>
                  <a:gd name="T119" fmla="*/ 635 h 3443"/>
                  <a:gd name="T120" fmla="*/ 753 w 3003"/>
                  <a:gd name="T121" fmla="*/ 2779 h 3443"/>
                  <a:gd name="T122" fmla="*/ 1010 w 3003"/>
                  <a:gd name="T123" fmla="*/ 2377 h 3443"/>
                  <a:gd name="T124" fmla="*/ 1266 w 3003"/>
                  <a:gd name="T125" fmla="*/ 1774 h 3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03" h="3443">
                    <a:moveTo>
                      <a:pt x="2994" y="282"/>
                    </a:moveTo>
                    <a:cubicBezTo>
                      <a:pt x="2992" y="282"/>
                      <a:pt x="2989" y="281"/>
                      <a:pt x="2986" y="281"/>
                    </a:cubicBezTo>
                    <a:cubicBezTo>
                      <a:pt x="2982" y="281"/>
                      <a:pt x="2977" y="281"/>
                      <a:pt x="2972" y="281"/>
                    </a:cubicBezTo>
                    <a:cubicBezTo>
                      <a:pt x="2969" y="281"/>
                      <a:pt x="2965" y="281"/>
                      <a:pt x="2964" y="284"/>
                    </a:cubicBezTo>
                    <a:cubicBezTo>
                      <a:pt x="2964" y="285"/>
                      <a:pt x="2963" y="289"/>
                      <a:pt x="2961" y="289"/>
                    </a:cubicBezTo>
                    <a:cubicBezTo>
                      <a:pt x="2959" y="288"/>
                      <a:pt x="2959" y="284"/>
                      <a:pt x="2959" y="283"/>
                    </a:cubicBezTo>
                    <a:cubicBezTo>
                      <a:pt x="2958" y="281"/>
                      <a:pt x="2957" y="281"/>
                      <a:pt x="2955" y="281"/>
                    </a:cubicBezTo>
                    <a:cubicBezTo>
                      <a:pt x="2952" y="281"/>
                      <a:pt x="2948" y="280"/>
                      <a:pt x="2945" y="281"/>
                    </a:cubicBezTo>
                    <a:cubicBezTo>
                      <a:pt x="2943" y="281"/>
                      <a:pt x="2941" y="281"/>
                      <a:pt x="2939" y="281"/>
                    </a:cubicBezTo>
                    <a:cubicBezTo>
                      <a:pt x="2938" y="280"/>
                      <a:pt x="2935" y="280"/>
                      <a:pt x="2934" y="282"/>
                    </a:cubicBezTo>
                    <a:cubicBezTo>
                      <a:pt x="2933" y="284"/>
                      <a:pt x="2934" y="286"/>
                      <a:pt x="2935" y="288"/>
                    </a:cubicBezTo>
                    <a:cubicBezTo>
                      <a:pt x="2935" y="290"/>
                      <a:pt x="2936" y="293"/>
                      <a:pt x="2937" y="295"/>
                    </a:cubicBezTo>
                    <a:cubicBezTo>
                      <a:pt x="2939" y="298"/>
                      <a:pt x="2939" y="302"/>
                      <a:pt x="2939" y="305"/>
                    </a:cubicBezTo>
                    <a:cubicBezTo>
                      <a:pt x="2939" y="307"/>
                      <a:pt x="2939" y="310"/>
                      <a:pt x="2940" y="312"/>
                    </a:cubicBezTo>
                    <a:cubicBezTo>
                      <a:pt x="2940" y="314"/>
                      <a:pt x="2939" y="317"/>
                      <a:pt x="2937" y="318"/>
                    </a:cubicBezTo>
                    <a:cubicBezTo>
                      <a:pt x="2935" y="319"/>
                      <a:pt x="2934" y="314"/>
                      <a:pt x="2934" y="312"/>
                    </a:cubicBezTo>
                    <a:cubicBezTo>
                      <a:pt x="2934" y="309"/>
                      <a:pt x="2934" y="305"/>
                      <a:pt x="2934" y="302"/>
                    </a:cubicBezTo>
                    <a:cubicBezTo>
                      <a:pt x="2933" y="298"/>
                      <a:pt x="2932" y="294"/>
                      <a:pt x="2931" y="291"/>
                    </a:cubicBezTo>
                    <a:cubicBezTo>
                      <a:pt x="2930" y="288"/>
                      <a:pt x="2928" y="287"/>
                      <a:pt x="2927" y="285"/>
                    </a:cubicBezTo>
                    <a:cubicBezTo>
                      <a:pt x="2925" y="283"/>
                      <a:pt x="2923" y="279"/>
                      <a:pt x="2921" y="278"/>
                    </a:cubicBezTo>
                    <a:cubicBezTo>
                      <a:pt x="2919" y="277"/>
                      <a:pt x="2917" y="279"/>
                      <a:pt x="2915" y="278"/>
                    </a:cubicBezTo>
                    <a:cubicBezTo>
                      <a:pt x="2912" y="278"/>
                      <a:pt x="2914" y="276"/>
                      <a:pt x="2915" y="275"/>
                    </a:cubicBezTo>
                    <a:cubicBezTo>
                      <a:pt x="2917" y="273"/>
                      <a:pt x="2917" y="271"/>
                      <a:pt x="2914" y="271"/>
                    </a:cubicBezTo>
                    <a:cubicBezTo>
                      <a:pt x="2911" y="272"/>
                      <a:pt x="2909" y="274"/>
                      <a:pt x="2907" y="276"/>
                    </a:cubicBezTo>
                    <a:cubicBezTo>
                      <a:pt x="2906" y="278"/>
                      <a:pt x="2904" y="279"/>
                      <a:pt x="2905" y="281"/>
                    </a:cubicBezTo>
                    <a:cubicBezTo>
                      <a:pt x="2905" y="284"/>
                      <a:pt x="2908" y="287"/>
                      <a:pt x="2910" y="290"/>
                    </a:cubicBezTo>
                    <a:cubicBezTo>
                      <a:pt x="2911" y="293"/>
                      <a:pt x="2912" y="297"/>
                      <a:pt x="2911" y="300"/>
                    </a:cubicBezTo>
                    <a:cubicBezTo>
                      <a:pt x="2911" y="302"/>
                      <a:pt x="2909" y="303"/>
                      <a:pt x="2908" y="305"/>
                    </a:cubicBezTo>
                    <a:cubicBezTo>
                      <a:pt x="2908" y="307"/>
                      <a:pt x="2907" y="310"/>
                      <a:pt x="2907" y="312"/>
                    </a:cubicBezTo>
                    <a:cubicBezTo>
                      <a:pt x="2907" y="315"/>
                      <a:pt x="2909" y="318"/>
                      <a:pt x="2909" y="320"/>
                    </a:cubicBezTo>
                    <a:cubicBezTo>
                      <a:pt x="2910" y="321"/>
                      <a:pt x="2911" y="326"/>
                      <a:pt x="2909" y="324"/>
                    </a:cubicBezTo>
                    <a:cubicBezTo>
                      <a:pt x="2907" y="322"/>
                      <a:pt x="2906" y="318"/>
                      <a:pt x="2903" y="318"/>
                    </a:cubicBezTo>
                    <a:cubicBezTo>
                      <a:pt x="2900" y="317"/>
                      <a:pt x="2896" y="324"/>
                      <a:pt x="2896" y="327"/>
                    </a:cubicBezTo>
                    <a:cubicBezTo>
                      <a:pt x="2896" y="333"/>
                      <a:pt x="2901" y="337"/>
                      <a:pt x="2901" y="343"/>
                    </a:cubicBezTo>
                    <a:cubicBezTo>
                      <a:pt x="2901" y="345"/>
                      <a:pt x="2900" y="346"/>
                      <a:pt x="2898" y="344"/>
                    </a:cubicBezTo>
                    <a:cubicBezTo>
                      <a:pt x="2896" y="342"/>
                      <a:pt x="2896" y="339"/>
                      <a:pt x="2894" y="337"/>
                    </a:cubicBezTo>
                    <a:cubicBezTo>
                      <a:pt x="2893" y="336"/>
                      <a:pt x="2892" y="335"/>
                      <a:pt x="2891" y="333"/>
                    </a:cubicBezTo>
                    <a:cubicBezTo>
                      <a:pt x="2890" y="332"/>
                      <a:pt x="2889" y="332"/>
                      <a:pt x="2889" y="330"/>
                    </a:cubicBezTo>
                    <a:cubicBezTo>
                      <a:pt x="2889" y="327"/>
                      <a:pt x="2889" y="324"/>
                      <a:pt x="2891" y="321"/>
                    </a:cubicBezTo>
                    <a:cubicBezTo>
                      <a:pt x="2892" y="318"/>
                      <a:pt x="2896" y="317"/>
                      <a:pt x="2897" y="314"/>
                    </a:cubicBezTo>
                    <a:cubicBezTo>
                      <a:pt x="2899" y="311"/>
                      <a:pt x="2898" y="307"/>
                      <a:pt x="2896" y="305"/>
                    </a:cubicBezTo>
                    <a:cubicBezTo>
                      <a:pt x="2894" y="303"/>
                      <a:pt x="2890" y="303"/>
                      <a:pt x="2888" y="304"/>
                    </a:cubicBezTo>
                    <a:cubicBezTo>
                      <a:pt x="2884" y="307"/>
                      <a:pt x="2881" y="310"/>
                      <a:pt x="2878" y="313"/>
                    </a:cubicBezTo>
                    <a:cubicBezTo>
                      <a:pt x="2874" y="315"/>
                      <a:pt x="2870" y="317"/>
                      <a:pt x="2866" y="319"/>
                    </a:cubicBezTo>
                    <a:cubicBezTo>
                      <a:pt x="2863" y="321"/>
                      <a:pt x="2861" y="323"/>
                      <a:pt x="2860" y="327"/>
                    </a:cubicBezTo>
                    <a:cubicBezTo>
                      <a:pt x="2859" y="330"/>
                      <a:pt x="2858" y="334"/>
                      <a:pt x="2855" y="336"/>
                    </a:cubicBezTo>
                    <a:cubicBezTo>
                      <a:pt x="2853" y="338"/>
                      <a:pt x="2852" y="335"/>
                      <a:pt x="2852" y="333"/>
                    </a:cubicBezTo>
                    <a:cubicBezTo>
                      <a:pt x="2852" y="329"/>
                      <a:pt x="2855" y="325"/>
                      <a:pt x="2856" y="322"/>
                    </a:cubicBezTo>
                    <a:cubicBezTo>
                      <a:pt x="2861" y="314"/>
                      <a:pt x="2864" y="306"/>
                      <a:pt x="2864" y="297"/>
                    </a:cubicBezTo>
                    <a:cubicBezTo>
                      <a:pt x="2865" y="290"/>
                      <a:pt x="2863" y="276"/>
                      <a:pt x="2853" y="275"/>
                    </a:cubicBezTo>
                    <a:cubicBezTo>
                      <a:pt x="2844" y="273"/>
                      <a:pt x="2839" y="286"/>
                      <a:pt x="2832" y="290"/>
                    </a:cubicBezTo>
                    <a:cubicBezTo>
                      <a:pt x="2829" y="292"/>
                      <a:pt x="2830" y="288"/>
                      <a:pt x="2831" y="287"/>
                    </a:cubicBezTo>
                    <a:cubicBezTo>
                      <a:pt x="2833" y="283"/>
                      <a:pt x="2836" y="279"/>
                      <a:pt x="2839" y="275"/>
                    </a:cubicBezTo>
                    <a:cubicBezTo>
                      <a:pt x="2842" y="272"/>
                      <a:pt x="2845" y="268"/>
                      <a:pt x="2846" y="263"/>
                    </a:cubicBezTo>
                    <a:cubicBezTo>
                      <a:pt x="2846" y="259"/>
                      <a:pt x="2843" y="255"/>
                      <a:pt x="2839" y="254"/>
                    </a:cubicBezTo>
                    <a:cubicBezTo>
                      <a:pt x="2832" y="251"/>
                      <a:pt x="2825" y="253"/>
                      <a:pt x="2819" y="254"/>
                    </a:cubicBezTo>
                    <a:cubicBezTo>
                      <a:pt x="2814" y="255"/>
                      <a:pt x="2808" y="257"/>
                      <a:pt x="2803" y="256"/>
                    </a:cubicBezTo>
                    <a:cubicBezTo>
                      <a:pt x="2800" y="256"/>
                      <a:pt x="2797" y="254"/>
                      <a:pt x="2794" y="253"/>
                    </a:cubicBezTo>
                    <a:cubicBezTo>
                      <a:pt x="2789" y="251"/>
                      <a:pt x="2783" y="250"/>
                      <a:pt x="2777" y="249"/>
                    </a:cubicBezTo>
                    <a:cubicBezTo>
                      <a:pt x="2772" y="248"/>
                      <a:pt x="2767" y="247"/>
                      <a:pt x="2762" y="244"/>
                    </a:cubicBezTo>
                    <a:cubicBezTo>
                      <a:pt x="2760" y="243"/>
                      <a:pt x="2758" y="241"/>
                      <a:pt x="2756" y="241"/>
                    </a:cubicBezTo>
                    <a:cubicBezTo>
                      <a:pt x="2753" y="240"/>
                      <a:pt x="2743" y="243"/>
                      <a:pt x="2746" y="236"/>
                    </a:cubicBezTo>
                    <a:cubicBezTo>
                      <a:pt x="2747" y="234"/>
                      <a:pt x="2750" y="231"/>
                      <a:pt x="2750" y="228"/>
                    </a:cubicBezTo>
                    <a:cubicBezTo>
                      <a:pt x="2750" y="227"/>
                      <a:pt x="2750" y="226"/>
                      <a:pt x="2750" y="225"/>
                    </a:cubicBezTo>
                    <a:cubicBezTo>
                      <a:pt x="2749" y="225"/>
                      <a:pt x="2748" y="224"/>
                      <a:pt x="2748" y="224"/>
                    </a:cubicBezTo>
                    <a:cubicBezTo>
                      <a:pt x="2747" y="222"/>
                      <a:pt x="2752" y="222"/>
                      <a:pt x="2753" y="222"/>
                    </a:cubicBezTo>
                    <a:cubicBezTo>
                      <a:pt x="2759" y="223"/>
                      <a:pt x="2765" y="224"/>
                      <a:pt x="2771" y="225"/>
                    </a:cubicBezTo>
                    <a:cubicBezTo>
                      <a:pt x="2778" y="226"/>
                      <a:pt x="2784" y="228"/>
                      <a:pt x="2791" y="229"/>
                    </a:cubicBezTo>
                    <a:cubicBezTo>
                      <a:pt x="2797" y="230"/>
                      <a:pt x="2803" y="230"/>
                      <a:pt x="2810" y="230"/>
                    </a:cubicBezTo>
                    <a:cubicBezTo>
                      <a:pt x="2821" y="229"/>
                      <a:pt x="2833" y="229"/>
                      <a:pt x="2845" y="229"/>
                    </a:cubicBezTo>
                    <a:cubicBezTo>
                      <a:pt x="2851" y="229"/>
                      <a:pt x="2857" y="229"/>
                      <a:pt x="2863" y="229"/>
                    </a:cubicBezTo>
                    <a:cubicBezTo>
                      <a:pt x="2865" y="228"/>
                      <a:pt x="2867" y="228"/>
                      <a:pt x="2870" y="228"/>
                    </a:cubicBezTo>
                    <a:cubicBezTo>
                      <a:pt x="2872" y="228"/>
                      <a:pt x="2873" y="227"/>
                      <a:pt x="2875" y="226"/>
                    </a:cubicBezTo>
                    <a:cubicBezTo>
                      <a:pt x="2879" y="225"/>
                      <a:pt x="2882" y="223"/>
                      <a:pt x="2885" y="220"/>
                    </a:cubicBezTo>
                    <a:cubicBezTo>
                      <a:pt x="2887" y="218"/>
                      <a:pt x="2888" y="215"/>
                      <a:pt x="2890" y="212"/>
                    </a:cubicBezTo>
                    <a:cubicBezTo>
                      <a:pt x="2893" y="209"/>
                      <a:pt x="2896" y="207"/>
                      <a:pt x="2897" y="202"/>
                    </a:cubicBezTo>
                    <a:cubicBezTo>
                      <a:pt x="2898" y="198"/>
                      <a:pt x="2896" y="192"/>
                      <a:pt x="2899" y="188"/>
                    </a:cubicBezTo>
                    <a:cubicBezTo>
                      <a:pt x="2902" y="185"/>
                      <a:pt x="2907" y="186"/>
                      <a:pt x="2910" y="183"/>
                    </a:cubicBezTo>
                    <a:cubicBezTo>
                      <a:pt x="2913" y="179"/>
                      <a:pt x="2910" y="173"/>
                      <a:pt x="2913" y="169"/>
                    </a:cubicBezTo>
                    <a:cubicBezTo>
                      <a:pt x="2915" y="164"/>
                      <a:pt x="2921" y="164"/>
                      <a:pt x="2925" y="163"/>
                    </a:cubicBezTo>
                    <a:cubicBezTo>
                      <a:pt x="2931" y="161"/>
                      <a:pt x="2935" y="158"/>
                      <a:pt x="2940" y="156"/>
                    </a:cubicBezTo>
                    <a:cubicBezTo>
                      <a:pt x="2943" y="155"/>
                      <a:pt x="2947" y="155"/>
                      <a:pt x="2950" y="154"/>
                    </a:cubicBezTo>
                    <a:cubicBezTo>
                      <a:pt x="2952" y="153"/>
                      <a:pt x="2955" y="152"/>
                      <a:pt x="2956" y="150"/>
                    </a:cubicBezTo>
                    <a:cubicBezTo>
                      <a:pt x="2958" y="146"/>
                      <a:pt x="2953" y="139"/>
                      <a:pt x="2951" y="135"/>
                    </a:cubicBezTo>
                    <a:cubicBezTo>
                      <a:pt x="2949" y="130"/>
                      <a:pt x="2942" y="109"/>
                      <a:pt x="2933" y="115"/>
                    </a:cubicBezTo>
                    <a:cubicBezTo>
                      <a:pt x="2930" y="117"/>
                      <a:pt x="2928" y="123"/>
                      <a:pt x="2924" y="122"/>
                    </a:cubicBezTo>
                    <a:cubicBezTo>
                      <a:pt x="2921" y="122"/>
                      <a:pt x="2919" y="116"/>
                      <a:pt x="2917" y="114"/>
                    </a:cubicBezTo>
                    <a:cubicBezTo>
                      <a:pt x="2915" y="111"/>
                      <a:pt x="2911" y="110"/>
                      <a:pt x="2908" y="108"/>
                    </a:cubicBezTo>
                    <a:cubicBezTo>
                      <a:pt x="2904" y="104"/>
                      <a:pt x="2902" y="100"/>
                      <a:pt x="2899" y="95"/>
                    </a:cubicBezTo>
                    <a:cubicBezTo>
                      <a:pt x="2896" y="91"/>
                      <a:pt x="2890" y="91"/>
                      <a:pt x="2885" y="93"/>
                    </a:cubicBezTo>
                    <a:cubicBezTo>
                      <a:pt x="2879" y="95"/>
                      <a:pt x="2876" y="98"/>
                      <a:pt x="2873" y="103"/>
                    </a:cubicBezTo>
                    <a:cubicBezTo>
                      <a:pt x="2869" y="108"/>
                      <a:pt x="2864" y="110"/>
                      <a:pt x="2858" y="111"/>
                    </a:cubicBezTo>
                    <a:cubicBezTo>
                      <a:pt x="2857" y="112"/>
                      <a:pt x="2853" y="112"/>
                      <a:pt x="2852" y="111"/>
                    </a:cubicBezTo>
                    <a:cubicBezTo>
                      <a:pt x="2850" y="109"/>
                      <a:pt x="2852" y="107"/>
                      <a:pt x="2853" y="106"/>
                    </a:cubicBezTo>
                    <a:cubicBezTo>
                      <a:pt x="2854" y="106"/>
                      <a:pt x="2854" y="105"/>
                      <a:pt x="2854" y="104"/>
                    </a:cubicBezTo>
                    <a:cubicBezTo>
                      <a:pt x="2855" y="103"/>
                      <a:pt x="2855" y="103"/>
                      <a:pt x="2856" y="102"/>
                    </a:cubicBezTo>
                    <a:cubicBezTo>
                      <a:pt x="2856" y="101"/>
                      <a:pt x="2856" y="101"/>
                      <a:pt x="2856" y="100"/>
                    </a:cubicBezTo>
                    <a:cubicBezTo>
                      <a:pt x="2857" y="100"/>
                      <a:pt x="2858" y="99"/>
                      <a:pt x="2858" y="98"/>
                    </a:cubicBezTo>
                    <a:cubicBezTo>
                      <a:pt x="2860" y="97"/>
                      <a:pt x="2862" y="96"/>
                      <a:pt x="2864" y="94"/>
                    </a:cubicBezTo>
                    <a:cubicBezTo>
                      <a:pt x="2866" y="93"/>
                      <a:pt x="2869" y="91"/>
                      <a:pt x="2869" y="88"/>
                    </a:cubicBezTo>
                    <a:cubicBezTo>
                      <a:pt x="2869" y="87"/>
                      <a:pt x="2870" y="85"/>
                      <a:pt x="2868" y="84"/>
                    </a:cubicBezTo>
                    <a:cubicBezTo>
                      <a:pt x="2867" y="83"/>
                      <a:pt x="2866" y="82"/>
                      <a:pt x="2865" y="82"/>
                    </a:cubicBezTo>
                    <a:cubicBezTo>
                      <a:pt x="2864" y="82"/>
                      <a:pt x="2864" y="81"/>
                      <a:pt x="2863" y="81"/>
                    </a:cubicBezTo>
                    <a:cubicBezTo>
                      <a:pt x="2863" y="81"/>
                      <a:pt x="2862" y="81"/>
                      <a:pt x="2861" y="80"/>
                    </a:cubicBezTo>
                    <a:cubicBezTo>
                      <a:pt x="2860" y="80"/>
                      <a:pt x="2859" y="79"/>
                      <a:pt x="2858" y="79"/>
                    </a:cubicBezTo>
                    <a:cubicBezTo>
                      <a:pt x="2856" y="79"/>
                      <a:pt x="2854" y="79"/>
                      <a:pt x="2852" y="79"/>
                    </a:cubicBezTo>
                    <a:cubicBezTo>
                      <a:pt x="2852" y="80"/>
                      <a:pt x="2851" y="80"/>
                      <a:pt x="2850" y="80"/>
                    </a:cubicBezTo>
                    <a:cubicBezTo>
                      <a:pt x="2850" y="80"/>
                      <a:pt x="2850" y="79"/>
                      <a:pt x="2850" y="79"/>
                    </a:cubicBezTo>
                    <a:cubicBezTo>
                      <a:pt x="2849" y="78"/>
                      <a:pt x="2849" y="78"/>
                      <a:pt x="2849" y="77"/>
                    </a:cubicBezTo>
                    <a:cubicBezTo>
                      <a:pt x="2849" y="77"/>
                      <a:pt x="2850" y="76"/>
                      <a:pt x="2850" y="75"/>
                    </a:cubicBezTo>
                    <a:cubicBezTo>
                      <a:pt x="2851" y="74"/>
                      <a:pt x="2852" y="72"/>
                      <a:pt x="2851" y="71"/>
                    </a:cubicBezTo>
                    <a:cubicBezTo>
                      <a:pt x="2850" y="69"/>
                      <a:pt x="2849" y="68"/>
                      <a:pt x="2847" y="68"/>
                    </a:cubicBezTo>
                    <a:cubicBezTo>
                      <a:pt x="2846" y="67"/>
                      <a:pt x="2846" y="67"/>
                      <a:pt x="2845" y="67"/>
                    </a:cubicBezTo>
                    <a:cubicBezTo>
                      <a:pt x="2844" y="66"/>
                      <a:pt x="2844" y="65"/>
                      <a:pt x="2843" y="65"/>
                    </a:cubicBezTo>
                    <a:cubicBezTo>
                      <a:pt x="2842" y="64"/>
                      <a:pt x="2840" y="65"/>
                      <a:pt x="2838" y="65"/>
                    </a:cubicBezTo>
                    <a:cubicBezTo>
                      <a:pt x="2838" y="65"/>
                      <a:pt x="2837" y="66"/>
                      <a:pt x="2837" y="66"/>
                    </a:cubicBezTo>
                    <a:cubicBezTo>
                      <a:pt x="2836" y="66"/>
                      <a:pt x="2836" y="66"/>
                      <a:pt x="2835" y="66"/>
                    </a:cubicBezTo>
                    <a:cubicBezTo>
                      <a:pt x="2835" y="66"/>
                      <a:pt x="2834" y="67"/>
                      <a:pt x="2834" y="68"/>
                    </a:cubicBezTo>
                    <a:cubicBezTo>
                      <a:pt x="2834" y="69"/>
                      <a:pt x="2833" y="69"/>
                      <a:pt x="2833" y="70"/>
                    </a:cubicBezTo>
                    <a:cubicBezTo>
                      <a:pt x="2832" y="72"/>
                      <a:pt x="2831" y="74"/>
                      <a:pt x="2830" y="75"/>
                    </a:cubicBezTo>
                    <a:cubicBezTo>
                      <a:pt x="2828" y="78"/>
                      <a:pt x="2827" y="80"/>
                      <a:pt x="2825" y="82"/>
                    </a:cubicBezTo>
                    <a:cubicBezTo>
                      <a:pt x="2824" y="84"/>
                      <a:pt x="2823" y="86"/>
                      <a:pt x="2822" y="88"/>
                    </a:cubicBezTo>
                    <a:cubicBezTo>
                      <a:pt x="2821" y="89"/>
                      <a:pt x="2820" y="90"/>
                      <a:pt x="2818" y="90"/>
                    </a:cubicBezTo>
                    <a:cubicBezTo>
                      <a:pt x="2816" y="90"/>
                      <a:pt x="2816" y="88"/>
                      <a:pt x="2816" y="87"/>
                    </a:cubicBezTo>
                    <a:cubicBezTo>
                      <a:pt x="2816" y="84"/>
                      <a:pt x="2818" y="81"/>
                      <a:pt x="2817" y="78"/>
                    </a:cubicBezTo>
                    <a:cubicBezTo>
                      <a:pt x="2817" y="76"/>
                      <a:pt x="2817" y="74"/>
                      <a:pt x="2817" y="71"/>
                    </a:cubicBezTo>
                    <a:cubicBezTo>
                      <a:pt x="2817" y="69"/>
                      <a:pt x="2816" y="68"/>
                      <a:pt x="2815" y="66"/>
                    </a:cubicBezTo>
                    <a:cubicBezTo>
                      <a:pt x="2813" y="65"/>
                      <a:pt x="2811" y="64"/>
                      <a:pt x="2809" y="64"/>
                    </a:cubicBezTo>
                    <a:cubicBezTo>
                      <a:pt x="2808" y="64"/>
                      <a:pt x="2807" y="65"/>
                      <a:pt x="2806" y="65"/>
                    </a:cubicBezTo>
                    <a:cubicBezTo>
                      <a:pt x="2805" y="65"/>
                      <a:pt x="2805" y="65"/>
                      <a:pt x="2804" y="66"/>
                    </a:cubicBezTo>
                    <a:cubicBezTo>
                      <a:pt x="2802" y="66"/>
                      <a:pt x="2801" y="68"/>
                      <a:pt x="2800" y="70"/>
                    </a:cubicBezTo>
                    <a:cubicBezTo>
                      <a:pt x="2799" y="71"/>
                      <a:pt x="2798" y="72"/>
                      <a:pt x="2797" y="73"/>
                    </a:cubicBezTo>
                    <a:cubicBezTo>
                      <a:pt x="2796" y="74"/>
                      <a:pt x="2795" y="74"/>
                      <a:pt x="2793" y="74"/>
                    </a:cubicBezTo>
                    <a:cubicBezTo>
                      <a:pt x="2791" y="75"/>
                      <a:pt x="2790" y="77"/>
                      <a:pt x="2788" y="78"/>
                    </a:cubicBezTo>
                    <a:cubicBezTo>
                      <a:pt x="2786" y="79"/>
                      <a:pt x="2784" y="80"/>
                      <a:pt x="2782" y="80"/>
                    </a:cubicBezTo>
                    <a:cubicBezTo>
                      <a:pt x="2781" y="81"/>
                      <a:pt x="2780" y="82"/>
                      <a:pt x="2780" y="83"/>
                    </a:cubicBezTo>
                    <a:cubicBezTo>
                      <a:pt x="2779" y="85"/>
                      <a:pt x="2779" y="86"/>
                      <a:pt x="2778" y="87"/>
                    </a:cubicBezTo>
                    <a:cubicBezTo>
                      <a:pt x="2776" y="88"/>
                      <a:pt x="2774" y="89"/>
                      <a:pt x="2772" y="89"/>
                    </a:cubicBezTo>
                    <a:cubicBezTo>
                      <a:pt x="2769" y="89"/>
                      <a:pt x="2770" y="87"/>
                      <a:pt x="2770" y="85"/>
                    </a:cubicBezTo>
                    <a:cubicBezTo>
                      <a:pt x="2772" y="82"/>
                      <a:pt x="2774" y="79"/>
                      <a:pt x="2776" y="76"/>
                    </a:cubicBezTo>
                    <a:cubicBezTo>
                      <a:pt x="2777" y="75"/>
                      <a:pt x="2779" y="74"/>
                      <a:pt x="2779" y="72"/>
                    </a:cubicBezTo>
                    <a:cubicBezTo>
                      <a:pt x="2780" y="70"/>
                      <a:pt x="2778" y="69"/>
                      <a:pt x="2776" y="69"/>
                    </a:cubicBezTo>
                    <a:cubicBezTo>
                      <a:pt x="2774" y="69"/>
                      <a:pt x="2771" y="71"/>
                      <a:pt x="2769" y="72"/>
                    </a:cubicBezTo>
                    <a:cubicBezTo>
                      <a:pt x="2767" y="73"/>
                      <a:pt x="2766" y="72"/>
                      <a:pt x="2767" y="70"/>
                    </a:cubicBezTo>
                    <a:cubicBezTo>
                      <a:pt x="2767" y="68"/>
                      <a:pt x="2768" y="67"/>
                      <a:pt x="2770" y="66"/>
                    </a:cubicBezTo>
                    <a:cubicBezTo>
                      <a:pt x="2772" y="66"/>
                      <a:pt x="2774" y="65"/>
                      <a:pt x="2774" y="62"/>
                    </a:cubicBezTo>
                    <a:cubicBezTo>
                      <a:pt x="2775" y="60"/>
                      <a:pt x="2774" y="58"/>
                      <a:pt x="2772" y="57"/>
                    </a:cubicBezTo>
                    <a:cubicBezTo>
                      <a:pt x="2769" y="57"/>
                      <a:pt x="2767" y="57"/>
                      <a:pt x="2765" y="56"/>
                    </a:cubicBezTo>
                    <a:cubicBezTo>
                      <a:pt x="2763" y="54"/>
                      <a:pt x="2763" y="52"/>
                      <a:pt x="2762" y="50"/>
                    </a:cubicBezTo>
                    <a:cubicBezTo>
                      <a:pt x="2762" y="49"/>
                      <a:pt x="2761" y="47"/>
                      <a:pt x="2761" y="46"/>
                    </a:cubicBezTo>
                    <a:cubicBezTo>
                      <a:pt x="2760" y="45"/>
                      <a:pt x="2758" y="44"/>
                      <a:pt x="2757" y="44"/>
                    </a:cubicBezTo>
                    <a:cubicBezTo>
                      <a:pt x="2755" y="43"/>
                      <a:pt x="2753" y="42"/>
                      <a:pt x="2750" y="42"/>
                    </a:cubicBezTo>
                    <a:cubicBezTo>
                      <a:pt x="2747" y="42"/>
                      <a:pt x="2744" y="43"/>
                      <a:pt x="2741" y="43"/>
                    </a:cubicBezTo>
                    <a:cubicBezTo>
                      <a:pt x="2738" y="43"/>
                      <a:pt x="2735" y="43"/>
                      <a:pt x="2732" y="43"/>
                    </a:cubicBezTo>
                    <a:cubicBezTo>
                      <a:pt x="2730" y="43"/>
                      <a:pt x="2728" y="43"/>
                      <a:pt x="2726" y="43"/>
                    </a:cubicBezTo>
                    <a:cubicBezTo>
                      <a:pt x="2723" y="44"/>
                      <a:pt x="2716" y="43"/>
                      <a:pt x="2715" y="48"/>
                    </a:cubicBezTo>
                    <a:cubicBezTo>
                      <a:pt x="2713" y="54"/>
                      <a:pt x="2716" y="61"/>
                      <a:pt x="2712" y="66"/>
                    </a:cubicBezTo>
                    <a:cubicBezTo>
                      <a:pt x="2710" y="67"/>
                      <a:pt x="2709" y="68"/>
                      <a:pt x="2708" y="70"/>
                    </a:cubicBezTo>
                    <a:cubicBezTo>
                      <a:pt x="2707" y="71"/>
                      <a:pt x="2706" y="72"/>
                      <a:pt x="2705" y="73"/>
                    </a:cubicBezTo>
                    <a:cubicBezTo>
                      <a:pt x="2704" y="75"/>
                      <a:pt x="2703" y="76"/>
                      <a:pt x="2702" y="78"/>
                    </a:cubicBezTo>
                    <a:cubicBezTo>
                      <a:pt x="2702" y="80"/>
                      <a:pt x="2702" y="82"/>
                      <a:pt x="2701" y="84"/>
                    </a:cubicBezTo>
                    <a:cubicBezTo>
                      <a:pt x="2701" y="85"/>
                      <a:pt x="2700" y="86"/>
                      <a:pt x="2700" y="87"/>
                    </a:cubicBezTo>
                    <a:cubicBezTo>
                      <a:pt x="2701" y="89"/>
                      <a:pt x="2702" y="90"/>
                      <a:pt x="2702" y="90"/>
                    </a:cubicBezTo>
                    <a:cubicBezTo>
                      <a:pt x="2703" y="91"/>
                      <a:pt x="2703" y="93"/>
                      <a:pt x="2704" y="93"/>
                    </a:cubicBezTo>
                    <a:cubicBezTo>
                      <a:pt x="2705" y="94"/>
                      <a:pt x="2707" y="94"/>
                      <a:pt x="2707" y="95"/>
                    </a:cubicBezTo>
                    <a:cubicBezTo>
                      <a:pt x="2707" y="97"/>
                      <a:pt x="2704" y="97"/>
                      <a:pt x="2703" y="98"/>
                    </a:cubicBezTo>
                    <a:cubicBezTo>
                      <a:pt x="2701" y="99"/>
                      <a:pt x="2701" y="99"/>
                      <a:pt x="2701" y="101"/>
                    </a:cubicBezTo>
                    <a:cubicBezTo>
                      <a:pt x="2701" y="103"/>
                      <a:pt x="2701" y="105"/>
                      <a:pt x="2701" y="107"/>
                    </a:cubicBezTo>
                    <a:cubicBezTo>
                      <a:pt x="2701" y="109"/>
                      <a:pt x="2702" y="111"/>
                      <a:pt x="2701" y="113"/>
                    </a:cubicBezTo>
                    <a:cubicBezTo>
                      <a:pt x="2701" y="115"/>
                      <a:pt x="2701" y="117"/>
                      <a:pt x="2700" y="118"/>
                    </a:cubicBezTo>
                    <a:cubicBezTo>
                      <a:pt x="2700" y="120"/>
                      <a:pt x="2699" y="121"/>
                      <a:pt x="2699" y="122"/>
                    </a:cubicBezTo>
                    <a:cubicBezTo>
                      <a:pt x="2698" y="123"/>
                      <a:pt x="2698" y="125"/>
                      <a:pt x="2698" y="127"/>
                    </a:cubicBezTo>
                    <a:cubicBezTo>
                      <a:pt x="2698" y="129"/>
                      <a:pt x="2698" y="131"/>
                      <a:pt x="2699" y="132"/>
                    </a:cubicBezTo>
                    <a:cubicBezTo>
                      <a:pt x="2701" y="136"/>
                      <a:pt x="2704" y="139"/>
                      <a:pt x="2706" y="143"/>
                    </a:cubicBezTo>
                    <a:cubicBezTo>
                      <a:pt x="2707" y="144"/>
                      <a:pt x="2708" y="146"/>
                      <a:pt x="2709" y="146"/>
                    </a:cubicBezTo>
                    <a:cubicBezTo>
                      <a:pt x="2711" y="147"/>
                      <a:pt x="2712" y="148"/>
                      <a:pt x="2713" y="150"/>
                    </a:cubicBezTo>
                    <a:cubicBezTo>
                      <a:pt x="2714" y="152"/>
                      <a:pt x="2714" y="154"/>
                      <a:pt x="2714" y="156"/>
                    </a:cubicBezTo>
                    <a:cubicBezTo>
                      <a:pt x="2714" y="157"/>
                      <a:pt x="2714" y="158"/>
                      <a:pt x="2713" y="158"/>
                    </a:cubicBezTo>
                    <a:cubicBezTo>
                      <a:pt x="2708" y="160"/>
                      <a:pt x="2709" y="153"/>
                      <a:pt x="2706" y="152"/>
                    </a:cubicBezTo>
                    <a:cubicBezTo>
                      <a:pt x="2705" y="152"/>
                      <a:pt x="2703" y="153"/>
                      <a:pt x="2702" y="154"/>
                    </a:cubicBezTo>
                    <a:cubicBezTo>
                      <a:pt x="2701" y="155"/>
                      <a:pt x="2700" y="156"/>
                      <a:pt x="2699" y="158"/>
                    </a:cubicBezTo>
                    <a:cubicBezTo>
                      <a:pt x="2699" y="159"/>
                      <a:pt x="2698" y="160"/>
                      <a:pt x="2698" y="162"/>
                    </a:cubicBezTo>
                    <a:cubicBezTo>
                      <a:pt x="2697" y="163"/>
                      <a:pt x="2697" y="165"/>
                      <a:pt x="2696" y="166"/>
                    </a:cubicBezTo>
                    <a:cubicBezTo>
                      <a:pt x="2695" y="169"/>
                      <a:pt x="2693" y="171"/>
                      <a:pt x="2693" y="174"/>
                    </a:cubicBezTo>
                    <a:cubicBezTo>
                      <a:pt x="2693" y="176"/>
                      <a:pt x="2693" y="177"/>
                      <a:pt x="2692" y="179"/>
                    </a:cubicBezTo>
                    <a:cubicBezTo>
                      <a:pt x="2692" y="180"/>
                      <a:pt x="2692" y="182"/>
                      <a:pt x="2692" y="183"/>
                    </a:cubicBezTo>
                    <a:cubicBezTo>
                      <a:pt x="2692" y="184"/>
                      <a:pt x="2692" y="184"/>
                      <a:pt x="2693" y="185"/>
                    </a:cubicBezTo>
                    <a:cubicBezTo>
                      <a:pt x="2693" y="187"/>
                      <a:pt x="2692" y="188"/>
                      <a:pt x="2692" y="190"/>
                    </a:cubicBezTo>
                    <a:cubicBezTo>
                      <a:pt x="2692" y="192"/>
                      <a:pt x="2692" y="193"/>
                      <a:pt x="2693" y="195"/>
                    </a:cubicBezTo>
                    <a:cubicBezTo>
                      <a:pt x="2693" y="198"/>
                      <a:pt x="2694" y="200"/>
                      <a:pt x="2695" y="203"/>
                    </a:cubicBezTo>
                    <a:cubicBezTo>
                      <a:pt x="2696" y="206"/>
                      <a:pt x="2697" y="209"/>
                      <a:pt x="2698" y="213"/>
                    </a:cubicBezTo>
                    <a:cubicBezTo>
                      <a:pt x="2699" y="216"/>
                      <a:pt x="2700" y="219"/>
                      <a:pt x="2702" y="222"/>
                    </a:cubicBezTo>
                    <a:cubicBezTo>
                      <a:pt x="2704" y="226"/>
                      <a:pt x="2707" y="230"/>
                      <a:pt x="2707" y="235"/>
                    </a:cubicBezTo>
                    <a:cubicBezTo>
                      <a:pt x="2707" y="241"/>
                      <a:pt x="2703" y="246"/>
                      <a:pt x="2701" y="251"/>
                    </a:cubicBezTo>
                    <a:cubicBezTo>
                      <a:pt x="2700" y="252"/>
                      <a:pt x="2699" y="254"/>
                      <a:pt x="2697" y="256"/>
                    </a:cubicBezTo>
                    <a:cubicBezTo>
                      <a:pt x="2696" y="257"/>
                      <a:pt x="2697" y="256"/>
                      <a:pt x="2697" y="255"/>
                    </a:cubicBezTo>
                    <a:cubicBezTo>
                      <a:pt x="2697" y="251"/>
                      <a:pt x="2700" y="247"/>
                      <a:pt x="2702" y="244"/>
                    </a:cubicBezTo>
                    <a:cubicBezTo>
                      <a:pt x="2704" y="240"/>
                      <a:pt x="2703" y="236"/>
                      <a:pt x="2703" y="232"/>
                    </a:cubicBezTo>
                    <a:cubicBezTo>
                      <a:pt x="2702" y="229"/>
                      <a:pt x="2702" y="227"/>
                      <a:pt x="2701" y="225"/>
                    </a:cubicBezTo>
                    <a:cubicBezTo>
                      <a:pt x="2700" y="223"/>
                      <a:pt x="2699" y="222"/>
                      <a:pt x="2698" y="220"/>
                    </a:cubicBezTo>
                    <a:cubicBezTo>
                      <a:pt x="2697" y="217"/>
                      <a:pt x="2696" y="215"/>
                      <a:pt x="2696" y="212"/>
                    </a:cubicBezTo>
                    <a:cubicBezTo>
                      <a:pt x="2695" y="211"/>
                      <a:pt x="2695" y="209"/>
                      <a:pt x="2694" y="209"/>
                    </a:cubicBezTo>
                    <a:cubicBezTo>
                      <a:pt x="2692" y="208"/>
                      <a:pt x="2691" y="209"/>
                      <a:pt x="2690" y="209"/>
                    </a:cubicBezTo>
                    <a:cubicBezTo>
                      <a:pt x="2688" y="210"/>
                      <a:pt x="2687" y="210"/>
                      <a:pt x="2686" y="211"/>
                    </a:cubicBezTo>
                    <a:cubicBezTo>
                      <a:pt x="2685" y="210"/>
                      <a:pt x="2686" y="209"/>
                      <a:pt x="2687" y="208"/>
                    </a:cubicBezTo>
                    <a:cubicBezTo>
                      <a:pt x="2687" y="207"/>
                      <a:pt x="2687" y="207"/>
                      <a:pt x="2687" y="206"/>
                    </a:cubicBezTo>
                    <a:cubicBezTo>
                      <a:pt x="2688" y="205"/>
                      <a:pt x="2688" y="205"/>
                      <a:pt x="2688" y="204"/>
                    </a:cubicBezTo>
                    <a:cubicBezTo>
                      <a:pt x="2688" y="203"/>
                      <a:pt x="2689" y="202"/>
                      <a:pt x="2689" y="200"/>
                    </a:cubicBezTo>
                    <a:cubicBezTo>
                      <a:pt x="2689" y="199"/>
                      <a:pt x="2690" y="198"/>
                      <a:pt x="2690" y="197"/>
                    </a:cubicBezTo>
                    <a:cubicBezTo>
                      <a:pt x="2690" y="196"/>
                      <a:pt x="2689" y="195"/>
                      <a:pt x="2689" y="193"/>
                    </a:cubicBezTo>
                    <a:cubicBezTo>
                      <a:pt x="2689" y="192"/>
                      <a:pt x="2689" y="190"/>
                      <a:pt x="2689" y="189"/>
                    </a:cubicBezTo>
                    <a:cubicBezTo>
                      <a:pt x="2688" y="187"/>
                      <a:pt x="2689" y="186"/>
                      <a:pt x="2689" y="185"/>
                    </a:cubicBezTo>
                    <a:cubicBezTo>
                      <a:pt x="2688" y="183"/>
                      <a:pt x="2688" y="181"/>
                      <a:pt x="2688" y="180"/>
                    </a:cubicBezTo>
                    <a:cubicBezTo>
                      <a:pt x="2688" y="178"/>
                      <a:pt x="2688" y="176"/>
                      <a:pt x="2689" y="175"/>
                    </a:cubicBezTo>
                    <a:cubicBezTo>
                      <a:pt x="2689" y="174"/>
                      <a:pt x="2689" y="173"/>
                      <a:pt x="2689" y="172"/>
                    </a:cubicBezTo>
                    <a:cubicBezTo>
                      <a:pt x="2690" y="171"/>
                      <a:pt x="2690" y="169"/>
                      <a:pt x="2690" y="168"/>
                    </a:cubicBezTo>
                    <a:cubicBezTo>
                      <a:pt x="2691" y="166"/>
                      <a:pt x="2691" y="163"/>
                      <a:pt x="2692" y="161"/>
                    </a:cubicBezTo>
                    <a:cubicBezTo>
                      <a:pt x="2692" y="159"/>
                      <a:pt x="2692" y="158"/>
                      <a:pt x="2693" y="157"/>
                    </a:cubicBezTo>
                    <a:cubicBezTo>
                      <a:pt x="2694" y="154"/>
                      <a:pt x="2695" y="151"/>
                      <a:pt x="2695" y="148"/>
                    </a:cubicBezTo>
                    <a:cubicBezTo>
                      <a:pt x="2695" y="147"/>
                      <a:pt x="2696" y="146"/>
                      <a:pt x="2695" y="146"/>
                    </a:cubicBezTo>
                    <a:cubicBezTo>
                      <a:pt x="2694" y="145"/>
                      <a:pt x="2693" y="146"/>
                      <a:pt x="2692" y="146"/>
                    </a:cubicBezTo>
                    <a:cubicBezTo>
                      <a:pt x="2690" y="147"/>
                      <a:pt x="2688" y="149"/>
                      <a:pt x="2686" y="151"/>
                    </a:cubicBezTo>
                    <a:cubicBezTo>
                      <a:pt x="2684" y="153"/>
                      <a:pt x="2682" y="155"/>
                      <a:pt x="2681" y="157"/>
                    </a:cubicBezTo>
                    <a:cubicBezTo>
                      <a:pt x="2679" y="159"/>
                      <a:pt x="2679" y="162"/>
                      <a:pt x="2678" y="164"/>
                    </a:cubicBezTo>
                    <a:cubicBezTo>
                      <a:pt x="2678" y="165"/>
                      <a:pt x="2677" y="166"/>
                      <a:pt x="2676" y="166"/>
                    </a:cubicBezTo>
                    <a:cubicBezTo>
                      <a:pt x="2675" y="166"/>
                      <a:pt x="2675" y="165"/>
                      <a:pt x="2675" y="165"/>
                    </a:cubicBezTo>
                    <a:cubicBezTo>
                      <a:pt x="2674" y="161"/>
                      <a:pt x="2677" y="157"/>
                      <a:pt x="2678" y="154"/>
                    </a:cubicBezTo>
                    <a:cubicBezTo>
                      <a:pt x="2678" y="153"/>
                      <a:pt x="2679" y="151"/>
                      <a:pt x="2678" y="151"/>
                    </a:cubicBezTo>
                    <a:cubicBezTo>
                      <a:pt x="2678" y="150"/>
                      <a:pt x="2676" y="152"/>
                      <a:pt x="2675" y="152"/>
                    </a:cubicBezTo>
                    <a:cubicBezTo>
                      <a:pt x="2672" y="154"/>
                      <a:pt x="2670" y="156"/>
                      <a:pt x="2666" y="157"/>
                    </a:cubicBezTo>
                    <a:cubicBezTo>
                      <a:pt x="2664" y="158"/>
                      <a:pt x="2662" y="159"/>
                      <a:pt x="2661" y="161"/>
                    </a:cubicBezTo>
                    <a:cubicBezTo>
                      <a:pt x="2660" y="163"/>
                      <a:pt x="2660" y="166"/>
                      <a:pt x="2659" y="168"/>
                    </a:cubicBezTo>
                    <a:cubicBezTo>
                      <a:pt x="2658" y="170"/>
                      <a:pt x="2657" y="172"/>
                      <a:pt x="2655" y="171"/>
                    </a:cubicBezTo>
                    <a:cubicBezTo>
                      <a:pt x="2652" y="171"/>
                      <a:pt x="2652" y="166"/>
                      <a:pt x="2652" y="165"/>
                    </a:cubicBezTo>
                    <a:cubicBezTo>
                      <a:pt x="2652" y="160"/>
                      <a:pt x="2652" y="156"/>
                      <a:pt x="2655" y="153"/>
                    </a:cubicBezTo>
                    <a:cubicBezTo>
                      <a:pt x="2657" y="150"/>
                      <a:pt x="2659" y="147"/>
                      <a:pt x="2662" y="144"/>
                    </a:cubicBezTo>
                    <a:cubicBezTo>
                      <a:pt x="2664" y="141"/>
                      <a:pt x="2667" y="139"/>
                      <a:pt x="2669" y="136"/>
                    </a:cubicBezTo>
                    <a:cubicBezTo>
                      <a:pt x="2672" y="133"/>
                      <a:pt x="2674" y="130"/>
                      <a:pt x="2677" y="126"/>
                    </a:cubicBezTo>
                    <a:cubicBezTo>
                      <a:pt x="2678" y="124"/>
                      <a:pt x="2680" y="122"/>
                      <a:pt x="2680" y="120"/>
                    </a:cubicBezTo>
                    <a:cubicBezTo>
                      <a:pt x="2680" y="118"/>
                      <a:pt x="2681" y="115"/>
                      <a:pt x="2681" y="113"/>
                    </a:cubicBezTo>
                    <a:cubicBezTo>
                      <a:pt x="2681" y="110"/>
                      <a:pt x="2681" y="108"/>
                      <a:pt x="2681" y="105"/>
                    </a:cubicBezTo>
                    <a:cubicBezTo>
                      <a:pt x="2681" y="103"/>
                      <a:pt x="2681" y="100"/>
                      <a:pt x="2680" y="98"/>
                    </a:cubicBezTo>
                    <a:cubicBezTo>
                      <a:pt x="2678" y="95"/>
                      <a:pt x="2673" y="96"/>
                      <a:pt x="2671" y="98"/>
                    </a:cubicBezTo>
                    <a:cubicBezTo>
                      <a:pt x="2669" y="100"/>
                      <a:pt x="2667" y="103"/>
                      <a:pt x="2665" y="105"/>
                    </a:cubicBezTo>
                    <a:cubicBezTo>
                      <a:pt x="2663" y="107"/>
                      <a:pt x="2661" y="110"/>
                      <a:pt x="2658" y="111"/>
                    </a:cubicBezTo>
                    <a:cubicBezTo>
                      <a:pt x="2654" y="115"/>
                      <a:pt x="2651" y="118"/>
                      <a:pt x="2647" y="121"/>
                    </a:cubicBezTo>
                    <a:cubicBezTo>
                      <a:pt x="2643" y="123"/>
                      <a:pt x="2638" y="125"/>
                      <a:pt x="2634" y="126"/>
                    </a:cubicBezTo>
                    <a:cubicBezTo>
                      <a:pt x="2633" y="126"/>
                      <a:pt x="2630" y="127"/>
                      <a:pt x="2629" y="126"/>
                    </a:cubicBezTo>
                    <a:cubicBezTo>
                      <a:pt x="2629" y="124"/>
                      <a:pt x="2632" y="123"/>
                      <a:pt x="2633" y="123"/>
                    </a:cubicBezTo>
                    <a:cubicBezTo>
                      <a:pt x="2637" y="120"/>
                      <a:pt x="2642" y="118"/>
                      <a:pt x="2646" y="114"/>
                    </a:cubicBezTo>
                    <a:cubicBezTo>
                      <a:pt x="2648" y="111"/>
                      <a:pt x="2650" y="108"/>
                      <a:pt x="2652" y="105"/>
                    </a:cubicBezTo>
                    <a:cubicBezTo>
                      <a:pt x="2653" y="103"/>
                      <a:pt x="2654" y="101"/>
                      <a:pt x="2656" y="99"/>
                    </a:cubicBezTo>
                    <a:cubicBezTo>
                      <a:pt x="2657" y="97"/>
                      <a:pt x="2663" y="90"/>
                      <a:pt x="2658" y="90"/>
                    </a:cubicBezTo>
                    <a:cubicBezTo>
                      <a:pt x="2656" y="89"/>
                      <a:pt x="2654" y="90"/>
                      <a:pt x="2652" y="90"/>
                    </a:cubicBezTo>
                    <a:cubicBezTo>
                      <a:pt x="2650" y="90"/>
                      <a:pt x="2649" y="89"/>
                      <a:pt x="2647" y="89"/>
                    </a:cubicBezTo>
                    <a:cubicBezTo>
                      <a:pt x="2644" y="89"/>
                      <a:pt x="2642" y="90"/>
                      <a:pt x="2640" y="91"/>
                    </a:cubicBezTo>
                    <a:cubicBezTo>
                      <a:pt x="2638" y="92"/>
                      <a:pt x="2636" y="93"/>
                      <a:pt x="2634" y="93"/>
                    </a:cubicBezTo>
                    <a:cubicBezTo>
                      <a:pt x="2632" y="92"/>
                      <a:pt x="2632" y="91"/>
                      <a:pt x="2631" y="89"/>
                    </a:cubicBezTo>
                    <a:cubicBezTo>
                      <a:pt x="2631" y="88"/>
                      <a:pt x="2630" y="86"/>
                      <a:pt x="2630" y="85"/>
                    </a:cubicBezTo>
                    <a:cubicBezTo>
                      <a:pt x="2629" y="83"/>
                      <a:pt x="2629" y="81"/>
                      <a:pt x="2631" y="79"/>
                    </a:cubicBezTo>
                    <a:cubicBezTo>
                      <a:pt x="2633" y="78"/>
                      <a:pt x="2636" y="78"/>
                      <a:pt x="2638" y="78"/>
                    </a:cubicBezTo>
                    <a:cubicBezTo>
                      <a:pt x="2640" y="78"/>
                      <a:pt x="2642" y="77"/>
                      <a:pt x="2643" y="76"/>
                    </a:cubicBezTo>
                    <a:cubicBezTo>
                      <a:pt x="2644" y="74"/>
                      <a:pt x="2646" y="73"/>
                      <a:pt x="2648" y="73"/>
                    </a:cubicBezTo>
                    <a:cubicBezTo>
                      <a:pt x="2650" y="73"/>
                      <a:pt x="2652" y="74"/>
                      <a:pt x="2653" y="75"/>
                    </a:cubicBezTo>
                    <a:cubicBezTo>
                      <a:pt x="2655" y="76"/>
                      <a:pt x="2657" y="77"/>
                      <a:pt x="2658" y="77"/>
                    </a:cubicBezTo>
                    <a:cubicBezTo>
                      <a:pt x="2661" y="77"/>
                      <a:pt x="2664" y="77"/>
                      <a:pt x="2666" y="77"/>
                    </a:cubicBezTo>
                    <a:cubicBezTo>
                      <a:pt x="2668" y="77"/>
                      <a:pt x="2669" y="76"/>
                      <a:pt x="2670" y="74"/>
                    </a:cubicBezTo>
                    <a:cubicBezTo>
                      <a:pt x="2670" y="72"/>
                      <a:pt x="2669" y="70"/>
                      <a:pt x="2669" y="68"/>
                    </a:cubicBezTo>
                    <a:cubicBezTo>
                      <a:pt x="2668" y="67"/>
                      <a:pt x="2668" y="65"/>
                      <a:pt x="2669" y="65"/>
                    </a:cubicBezTo>
                    <a:cubicBezTo>
                      <a:pt x="2672" y="64"/>
                      <a:pt x="2678" y="67"/>
                      <a:pt x="2679" y="63"/>
                    </a:cubicBezTo>
                    <a:cubicBezTo>
                      <a:pt x="2679" y="62"/>
                      <a:pt x="2679" y="60"/>
                      <a:pt x="2680" y="59"/>
                    </a:cubicBezTo>
                    <a:cubicBezTo>
                      <a:pt x="2680" y="58"/>
                      <a:pt x="2682" y="57"/>
                      <a:pt x="2683" y="56"/>
                    </a:cubicBezTo>
                    <a:cubicBezTo>
                      <a:pt x="2684" y="53"/>
                      <a:pt x="2678" y="51"/>
                      <a:pt x="2679" y="48"/>
                    </a:cubicBezTo>
                    <a:cubicBezTo>
                      <a:pt x="2680" y="47"/>
                      <a:pt x="2682" y="46"/>
                      <a:pt x="2683" y="45"/>
                    </a:cubicBezTo>
                    <a:cubicBezTo>
                      <a:pt x="2684" y="44"/>
                      <a:pt x="2686" y="43"/>
                      <a:pt x="2687" y="42"/>
                    </a:cubicBezTo>
                    <a:cubicBezTo>
                      <a:pt x="2689" y="39"/>
                      <a:pt x="2690" y="36"/>
                      <a:pt x="2689" y="33"/>
                    </a:cubicBezTo>
                    <a:cubicBezTo>
                      <a:pt x="2689" y="32"/>
                      <a:pt x="2688" y="30"/>
                      <a:pt x="2687" y="29"/>
                    </a:cubicBezTo>
                    <a:cubicBezTo>
                      <a:pt x="2686" y="28"/>
                      <a:pt x="2685" y="26"/>
                      <a:pt x="2684" y="25"/>
                    </a:cubicBezTo>
                    <a:cubicBezTo>
                      <a:pt x="2683" y="22"/>
                      <a:pt x="2681" y="20"/>
                      <a:pt x="2678" y="19"/>
                    </a:cubicBezTo>
                    <a:cubicBezTo>
                      <a:pt x="2675" y="19"/>
                      <a:pt x="2672" y="19"/>
                      <a:pt x="2670" y="20"/>
                    </a:cubicBezTo>
                    <a:cubicBezTo>
                      <a:pt x="2667" y="21"/>
                      <a:pt x="2665" y="22"/>
                      <a:pt x="2662" y="23"/>
                    </a:cubicBezTo>
                    <a:cubicBezTo>
                      <a:pt x="2659" y="24"/>
                      <a:pt x="2657" y="24"/>
                      <a:pt x="2656" y="22"/>
                    </a:cubicBezTo>
                    <a:cubicBezTo>
                      <a:pt x="2655" y="21"/>
                      <a:pt x="2654" y="20"/>
                      <a:pt x="2653" y="19"/>
                    </a:cubicBezTo>
                    <a:cubicBezTo>
                      <a:pt x="2653" y="18"/>
                      <a:pt x="2652" y="17"/>
                      <a:pt x="2651" y="16"/>
                    </a:cubicBezTo>
                    <a:cubicBezTo>
                      <a:pt x="2650" y="13"/>
                      <a:pt x="2653" y="12"/>
                      <a:pt x="2655" y="11"/>
                    </a:cubicBezTo>
                    <a:cubicBezTo>
                      <a:pt x="2658" y="10"/>
                      <a:pt x="2657" y="7"/>
                      <a:pt x="2657" y="5"/>
                    </a:cubicBezTo>
                    <a:cubicBezTo>
                      <a:pt x="2657" y="4"/>
                      <a:pt x="2657" y="2"/>
                      <a:pt x="2656" y="2"/>
                    </a:cubicBezTo>
                    <a:cubicBezTo>
                      <a:pt x="2655" y="1"/>
                      <a:pt x="2653" y="2"/>
                      <a:pt x="2652" y="2"/>
                    </a:cubicBezTo>
                    <a:cubicBezTo>
                      <a:pt x="2651" y="3"/>
                      <a:pt x="2650" y="3"/>
                      <a:pt x="2649" y="4"/>
                    </a:cubicBezTo>
                    <a:cubicBezTo>
                      <a:pt x="2649" y="4"/>
                      <a:pt x="2648" y="5"/>
                      <a:pt x="2648" y="6"/>
                    </a:cubicBezTo>
                    <a:cubicBezTo>
                      <a:pt x="2648" y="7"/>
                      <a:pt x="2647" y="8"/>
                      <a:pt x="2646" y="8"/>
                    </a:cubicBezTo>
                    <a:cubicBezTo>
                      <a:pt x="2645" y="8"/>
                      <a:pt x="2645" y="8"/>
                      <a:pt x="2644" y="9"/>
                    </a:cubicBezTo>
                    <a:cubicBezTo>
                      <a:pt x="2643" y="9"/>
                      <a:pt x="2643" y="11"/>
                      <a:pt x="2642" y="11"/>
                    </a:cubicBezTo>
                    <a:cubicBezTo>
                      <a:pt x="2642" y="11"/>
                      <a:pt x="2641" y="9"/>
                      <a:pt x="2641" y="9"/>
                    </a:cubicBezTo>
                    <a:cubicBezTo>
                      <a:pt x="2640" y="8"/>
                      <a:pt x="2639" y="8"/>
                      <a:pt x="2639" y="8"/>
                    </a:cubicBezTo>
                    <a:cubicBezTo>
                      <a:pt x="2637" y="9"/>
                      <a:pt x="2637" y="10"/>
                      <a:pt x="2636" y="11"/>
                    </a:cubicBezTo>
                    <a:cubicBezTo>
                      <a:pt x="2635" y="12"/>
                      <a:pt x="2635" y="12"/>
                      <a:pt x="2634" y="11"/>
                    </a:cubicBezTo>
                    <a:cubicBezTo>
                      <a:pt x="2633" y="10"/>
                      <a:pt x="2632" y="7"/>
                      <a:pt x="2630" y="9"/>
                    </a:cubicBezTo>
                    <a:cubicBezTo>
                      <a:pt x="2629" y="10"/>
                      <a:pt x="2628" y="12"/>
                      <a:pt x="2627" y="13"/>
                    </a:cubicBezTo>
                    <a:cubicBezTo>
                      <a:pt x="2626" y="13"/>
                      <a:pt x="2625" y="14"/>
                      <a:pt x="2625" y="14"/>
                    </a:cubicBezTo>
                    <a:cubicBezTo>
                      <a:pt x="2624" y="15"/>
                      <a:pt x="2624" y="16"/>
                      <a:pt x="2624" y="17"/>
                    </a:cubicBezTo>
                    <a:cubicBezTo>
                      <a:pt x="2623" y="18"/>
                      <a:pt x="2622" y="20"/>
                      <a:pt x="2621" y="18"/>
                    </a:cubicBezTo>
                    <a:cubicBezTo>
                      <a:pt x="2620" y="18"/>
                      <a:pt x="2620" y="17"/>
                      <a:pt x="2620" y="16"/>
                    </a:cubicBezTo>
                    <a:cubicBezTo>
                      <a:pt x="2618" y="15"/>
                      <a:pt x="2617" y="15"/>
                      <a:pt x="2615" y="15"/>
                    </a:cubicBezTo>
                    <a:cubicBezTo>
                      <a:pt x="2614" y="16"/>
                      <a:pt x="2612" y="17"/>
                      <a:pt x="2611" y="16"/>
                    </a:cubicBezTo>
                    <a:cubicBezTo>
                      <a:pt x="2610" y="14"/>
                      <a:pt x="2610" y="12"/>
                      <a:pt x="2610" y="11"/>
                    </a:cubicBezTo>
                    <a:cubicBezTo>
                      <a:pt x="2610" y="8"/>
                      <a:pt x="2608" y="5"/>
                      <a:pt x="2606" y="4"/>
                    </a:cubicBezTo>
                    <a:cubicBezTo>
                      <a:pt x="2605" y="2"/>
                      <a:pt x="2602" y="0"/>
                      <a:pt x="2600" y="2"/>
                    </a:cubicBezTo>
                    <a:cubicBezTo>
                      <a:pt x="2599" y="3"/>
                      <a:pt x="2600" y="6"/>
                      <a:pt x="2598" y="8"/>
                    </a:cubicBezTo>
                    <a:cubicBezTo>
                      <a:pt x="2597" y="9"/>
                      <a:pt x="2594" y="9"/>
                      <a:pt x="2593" y="10"/>
                    </a:cubicBezTo>
                    <a:cubicBezTo>
                      <a:pt x="2590" y="11"/>
                      <a:pt x="2591" y="14"/>
                      <a:pt x="2591" y="16"/>
                    </a:cubicBezTo>
                    <a:cubicBezTo>
                      <a:pt x="2591" y="19"/>
                      <a:pt x="2591" y="23"/>
                      <a:pt x="2593" y="25"/>
                    </a:cubicBezTo>
                    <a:cubicBezTo>
                      <a:pt x="2595" y="27"/>
                      <a:pt x="2598" y="27"/>
                      <a:pt x="2600" y="29"/>
                    </a:cubicBezTo>
                    <a:cubicBezTo>
                      <a:pt x="2602" y="32"/>
                      <a:pt x="2601" y="36"/>
                      <a:pt x="2600" y="38"/>
                    </a:cubicBezTo>
                    <a:cubicBezTo>
                      <a:pt x="2600" y="39"/>
                      <a:pt x="2599" y="40"/>
                      <a:pt x="2599" y="40"/>
                    </a:cubicBezTo>
                    <a:cubicBezTo>
                      <a:pt x="2598" y="40"/>
                      <a:pt x="2597" y="39"/>
                      <a:pt x="2596" y="39"/>
                    </a:cubicBezTo>
                    <a:cubicBezTo>
                      <a:pt x="2595" y="36"/>
                      <a:pt x="2593" y="34"/>
                      <a:pt x="2590" y="33"/>
                    </a:cubicBezTo>
                    <a:cubicBezTo>
                      <a:pt x="2589" y="32"/>
                      <a:pt x="2586" y="31"/>
                      <a:pt x="2584" y="30"/>
                    </a:cubicBezTo>
                    <a:cubicBezTo>
                      <a:pt x="2581" y="29"/>
                      <a:pt x="2578" y="28"/>
                      <a:pt x="2574" y="30"/>
                    </a:cubicBezTo>
                    <a:cubicBezTo>
                      <a:pt x="2571" y="31"/>
                      <a:pt x="2568" y="34"/>
                      <a:pt x="2570" y="37"/>
                    </a:cubicBezTo>
                    <a:cubicBezTo>
                      <a:pt x="2572" y="39"/>
                      <a:pt x="2575" y="40"/>
                      <a:pt x="2577" y="42"/>
                    </a:cubicBezTo>
                    <a:cubicBezTo>
                      <a:pt x="2578" y="43"/>
                      <a:pt x="2582" y="45"/>
                      <a:pt x="2580" y="47"/>
                    </a:cubicBezTo>
                    <a:cubicBezTo>
                      <a:pt x="2578" y="48"/>
                      <a:pt x="2575" y="47"/>
                      <a:pt x="2573" y="47"/>
                    </a:cubicBezTo>
                    <a:cubicBezTo>
                      <a:pt x="2571" y="46"/>
                      <a:pt x="2569" y="46"/>
                      <a:pt x="2567" y="47"/>
                    </a:cubicBezTo>
                    <a:cubicBezTo>
                      <a:pt x="2563" y="50"/>
                      <a:pt x="2564" y="55"/>
                      <a:pt x="2565" y="58"/>
                    </a:cubicBezTo>
                    <a:cubicBezTo>
                      <a:pt x="2565" y="60"/>
                      <a:pt x="2566" y="62"/>
                      <a:pt x="2568" y="62"/>
                    </a:cubicBezTo>
                    <a:cubicBezTo>
                      <a:pt x="2571" y="63"/>
                      <a:pt x="2573" y="63"/>
                      <a:pt x="2575" y="64"/>
                    </a:cubicBezTo>
                    <a:cubicBezTo>
                      <a:pt x="2577" y="64"/>
                      <a:pt x="2579" y="64"/>
                      <a:pt x="2581" y="63"/>
                    </a:cubicBezTo>
                    <a:cubicBezTo>
                      <a:pt x="2583" y="62"/>
                      <a:pt x="2584" y="61"/>
                      <a:pt x="2586" y="60"/>
                    </a:cubicBezTo>
                    <a:cubicBezTo>
                      <a:pt x="2588" y="59"/>
                      <a:pt x="2589" y="61"/>
                      <a:pt x="2590" y="63"/>
                    </a:cubicBezTo>
                    <a:cubicBezTo>
                      <a:pt x="2591" y="65"/>
                      <a:pt x="2592" y="67"/>
                      <a:pt x="2594" y="67"/>
                    </a:cubicBezTo>
                    <a:cubicBezTo>
                      <a:pt x="2596" y="68"/>
                      <a:pt x="2598" y="67"/>
                      <a:pt x="2600" y="68"/>
                    </a:cubicBezTo>
                    <a:cubicBezTo>
                      <a:pt x="2602" y="69"/>
                      <a:pt x="2602" y="72"/>
                      <a:pt x="2602" y="73"/>
                    </a:cubicBezTo>
                    <a:cubicBezTo>
                      <a:pt x="2603" y="78"/>
                      <a:pt x="2608" y="78"/>
                      <a:pt x="2611" y="78"/>
                    </a:cubicBezTo>
                    <a:cubicBezTo>
                      <a:pt x="2613" y="78"/>
                      <a:pt x="2615" y="78"/>
                      <a:pt x="2615" y="80"/>
                    </a:cubicBezTo>
                    <a:cubicBezTo>
                      <a:pt x="2615" y="82"/>
                      <a:pt x="2613" y="83"/>
                      <a:pt x="2611" y="84"/>
                    </a:cubicBezTo>
                    <a:cubicBezTo>
                      <a:pt x="2609" y="84"/>
                      <a:pt x="2606" y="84"/>
                      <a:pt x="2604" y="85"/>
                    </a:cubicBezTo>
                    <a:cubicBezTo>
                      <a:pt x="2602" y="86"/>
                      <a:pt x="2601" y="86"/>
                      <a:pt x="2600" y="85"/>
                    </a:cubicBezTo>
                    <a:cubicBezTo>
                      <a:pt x="2598" y="83"/>
                      <a:pt x="2596" y="82"/>
                      <a:pt x="2594" y="81"/>
                    </a:cubicBezTo>
                    <a:cubicBezTo>
                      <a:pt x="2591" y="81"/>
                      <a:pt x="2588" y="81"/>
                      <a:pt x="2586" y="82"/>
                    </a:cubicBezTo>
                    <a:cubicBezTo>
                      <a:pt x="2585" y="83"/>
                      <a:pt x="2585" y="84"/>
                      <a:pt x="2584" y="85"/>
                    </a:cubicBezTo>
                    <a:cubicBezTo>
                      <a:pt x="2584" y="87"/>
                      <a:pt x="2584" y="88"/>
                      <a:pt x="2584" y="90"/>
                    </a:cubicBezTo>
                    <a:cubicBezTo>
                      <a:pt x="2585" y="90"/>
                      <a:pt x="2585" y="91"/>
                      <a:pt x="2585" y="92"/>
                    </a:cubicBezTo>
                    <a:cubicBezTo>
                      <a:pt x="2586" y="94"/>
                      <a:pt x="2585" y="95"/>
                      <a:pt x="2586" y="97"/>
                    </a:cubicBezTo>
                    <a:cubicBezTo>
                      <a:pt x="2586" y="97"/>
                      <a:pt x="2587" y="98"/>
                      <a:pt x="2587" y="98"/>
                    </a:cubicBezTo>
                    <a:cubicBezTo>
                      <a:pt x="2588" y="98"/>
                      <a:pt x="2588" y="99"/>
                      <a:pt x="2588" y="100"/>
                    </a:cubicBezTo>
                    <a:cubicBezTo>
                      <a:pt x="2587" y="101"/>
                      <a:pt x="2585" y="101"/>
                      <a:pt x="2584" y="101"/>
                    </a:cubicBezTo>
                    <a:cubicBezTo>
                      <a:pt x="2583" y="101"/>
                      <a:pt x="2582" y="100"/>
                      <a:pt x="2581" y="100"/>
                    </a:cubicBezTo>
                    <a:cubicBezTo>
                      <a:pt x="2580" y="100"/>
                      <a:pt x="2580" y="100"/>
                      <a:pt x="2579" y="100"/>
                    </a:cubicBezTo>
                    <a:cubicBezTo>
                      <a:pt x="2577" y="101"/>
                      <a:pt x="2577" y="102"/>
                      <a:pt x="2576" y="103"/>
                    </a:cubicBezTo>
                    <a:cubicBezTo>
                      <a:pt x="2575" y="104"/>
                      <a:pt x="2575" y="103"/>
                      <a:pt x="2574" y="103"/>
                    </a:cubicBezTo>
                    <a:cubicBezTo>
                      <a:pt x="2573" y="103"/>
                      <a:pt x="2573" y="104"/>
                      <a:pt x="2573" y="104"/>
                    </a:cubicBezTo>
                    <a:cubicBezTo>
                      <a:pt x="2571" y="106"/>
                      <a:pt x="2572" y="109"/>
                      <a:pt x="2572" y="111"/>
                    </a:cubicBezTo>
                    <a:cubicBezTo>
                      <a:pt x="2572" y="113"/>
                      <a:pt x="2572" y="115"/>
                      <a:pt x="2573" y="117"/>
                    </a:cubicBezTo>
                    <a:cubicBezTo>
                      <a:pt x="2573" y="118"/>
                      <a:pt x="2574" y="118"/>
                      <a:pt x="2574" y="118"/>
                    </a:cubicBezTo>
                    <a:cubicBezTo>
                      <a:pt x="2575" y="119"/>
                      <a:pt x="2576" y="119"/>
                      <a:pt x="2576" y="120"/>
                    </a:cubicBezTo>
                    <a:cubicBezTo>
                      <a:pt x="2577" y="122"/>
                      <a:pt x="2577" y="123"/>
                      <a:pt x="2577" y="125"/>
                    </a:cubicBezTo>
                    <a:cubicBezTo>
                      <a:pt x="2576" y="126"/>
                      <a:pt x="2576" y="127"/>
                      <a:pt x="2576" y="128"/>
                    </a:cubicBezTo>
                    <a:cubicBezTo>
                      <a:pt x="2576" y="129"/>
                      <a:pt x="2576" y="130"/>
                      <a:pt x="2577" y="131"/>
                    </a:cubicBezTo>
                    <a:cubicBezTo>
                      <a:pt x="2577" y="133"/>
                      <a:pt x="2577" y="133"/>
                      <a:pt x="2579" y="134"/>
                    </a:cubicBezTo>
                    <a:cubicBezTo>
                      <a:pt x="2580" y="134"/>
                      <a:pt x="2581" y="134"/>
                      <a:pt x="2582" y="135"/>
                    </a:cubicBezTo>
                    <a:cubicBezTo>
                      <a:pt x="2582" y="135"/>
                      <a:pt x="2583" y="135"/>
                      <a:pt x="2584" y="136"/>
                    </a:cubicBezTo>
                    <a:cubicBezTo>
                      <a:pt x="2585" y="136"/>
                      <a:pt x="2588" y="137"/>
                      <a:pt x="2587" y="138"/>
                    </a:cubicBezTo>
                    <a:cubicBezTo>
                      <a:pt x="2585" y="139"/>
                      <a:pt x="2582" y="139"/>
                      <a:pt x="2580" y="140"/>
                    </a:cubicBezTo>
                    <a:cubicBezTo>
                      <a:pt x="2578" y="140"/>
                      <a:pt x="2577" y="140"/>
                      <a:pt x="2575" y="140"/>
                    </a:cubicBezTo>
                    <a:cubicBezTo>
                      <a:pt x="2574" y="140"/>
                      <a:pt x="2574" y="140"/>
                      <a:pt x="2573" y="140"/>
                    </a:cubicBezTo>
                    <a:cubicBezTo>
                      <a:pt x="2573" y="140"/>
                      <a:pt x="2572" y="140"/>
                      <a:pt x="2571" y="140"/>
                    </a:cubicBezTo>
                    <a:cubicBezTo>
                      <a:pt x="2569" y="140"/>
                      <a:pt x="2568" y="141"/>
                      <a:pt x="2568" y="143"/>
                    </a:cubicBezTo>
                    <a:cubicBezTo>
                      <a:pt x="2568" y="144"/>
                      <a:pt x="2568" y="145"/>
                      <a:pt x="2568" y="146"/>
                    </a:cubicBezTo>
                    <a:cubicBezTo>
                      <a:pt x="2568" y="147"/>
                      <a:pt x="2567" y="147"/>
                      <a:pt x="2566" y="148"/>
                    </a:cubicBezTo>
                    <a:cubicBezTo>
                      <a:pt x="2566" y="149"/>
                      <a:pt x="2566" y="150"/>
                      <a:pt x="2566" y="151"/>
                    </a:cubicBezTo>
                    <a:cubicBezTo>
                      <a:pt x="2565" y="153"/>
                      <a:pt x="2566" y="156"/>
                      <a:pt x="2566" y="158"/>
                    </a:cubicBezTo>
                    <a:cubicBezTo>
                      <a:pt x="2566" y="160"/>
                      <a:pt x="2566" y="162"/>
                      <a:pt x="2567" y="164"/>
                    </a:cubicBezTo>
                    <a:cubicBezTo>
                      <a:pt x="2567" y="164"/>
                      <a:pt x="2568" y="164"/>
                      <a:pt x="2569" y="165"/>
                    </a:cubicBezTo>
                    <a:cubicBezTo>
                      <a:pt x="2570" y="165"/>
                      <a:pt x="2571" y="166"/>
                      <a:pt x="2572" y="166"/>
                    </a:cubicBezTo>
                    <a:cubicBezTo>
                      <a:pt x="2573" y="167"/>
                      <a:pt x="2574" y="167"/>
                      <a:pt x="2575" y="168"/>
                    </a:cubicBezTo>
                    <a:cubicBezTo>
                      <a:pt x="2575" y="169"/>
                      <a:pt x="2576" y="170"/>
                      <a:pt x="2576" y="171"/>
                    </a:cubicBezTo>
                    <a:cubicBezTo>
                      <a:pt x="2577" y="171"/>
                      <a:pt x="2577" y="172"/>
                      <a:pt x="2578" y="173"/>
                    </a:cubicBezTo>
                    <a:cubicBezTo>
                      <a:pt x="2578" y="173"/>
                      <a:pt x="2579" y="174"/>
                      <a:pt x="2579" y="174"/>
                    </a:cubicBezTo>
                    <a:cubicBezTo>
                      <a:pt x="2580" y="176"/>
                      <a:pt x="2580" y="177"/>
                      <a:pt x="2578" y="177"/>
                    </a:cubicBezTo>
                    <a:cubicBezTo>
                      <a:pt x="2577" y="178"/>
                      <a:pt x="2576" y="178"/>
                      <a:pt x="2576" y="178"/>
                    </a:cubicBezTo>
                    <a:cubicBezTo>
                      <a:pt x="2575" y="178"/>
                      <a:pt x="2574" y="179"/>
                      <a:pt x="2573" y="180"/>
                    </a:cubicBezTo>
                    <a:cubicBezTo>
                      <a:pt x="2572" y="181"/>
                      <a:pt x="2570" y="182"/>
                      <a:pt x="2568" y="180"/>
                    </a:cubicBezTo>
                    <a:cubicBezTo>
                      <a:pt x="2567" y="180"/>
                      <a:pt x="2567" y="179"/>
                      <a:pt x="2567" y="178"/>
                    </a:cubicBezTo>
                    <a:cubicBezTo>
                      <a:pt x="2566" y="178"/>
                      <a:pt x="2566" y="177"/>
                      <a:pt x="2565" y="177"/>
                    </a:cubicBezTo>
                    <a:cubicBezTo>
                      <a:pt x="2562" y="176"/>
                      <a:pt x="2559" y="176"/>
                      <a:pt x="2557" y="176"/>
                    </a:cubicBezTo>
                    <a:cubicBezTo>
                      <a:pt x="2553" y="176"/>
                      <a:pt x="2550" y="178"/>
                      <a:pt x="2550" y="181"/>
                    </a:cubicBezTo>
                    <a:cubicBezTo>
                      <a:pt x="2550" y="184"/>
                      <a:pt x="2550" y="186"/>
                      <a:pt x="2550" y="188"/>
                    </a:cubicBezTo>
                    <a:cubicBezTo>
                      <a:pt x="2549" y="190"/>
                      <a:pt x="2549" y="191"/>
                      <a:pt x="2547" y="192"/>
                    </a:cubicBezTo>
                    <a:cubicBezTo>
                      <a:pt x="2546" y="192"/>
                      <a:pt x="2544" y="192"/>
                      <a:pt x="2543" y="194"/>
                    </a:cubicBezTo>
                    <a:cubicBezTo>
                      <a:pt x="2542" y="195"/>
                      <a:pt x="2541" y="197"/>
                      <a:pt x="2541" y="199"/>
                    </a:cubicBezTo>
                    <a:cubicBezTo>
                      <a:pt x="2541" y="201"/>
                      <a:pt x="2542" y="204"/>
                      <a:pt x="2541" y="206"/>
                    </a:cubicBezTo>
                    <a:cubicBezTo>
                      <a:pt x="2540" y="208"/>
                      <a:pt x="2538" y="207"/>
                      <a:pt x="2537" y="208"/>
                    </a:cubicBezTo>
                    <a:cubicBezTo>
                      <a:pt x="2536" y="208"/>
                      <a:pt x="2536" y="209"/>
                      <a:pt x="2536" y="210"/>
                    </a:cubicBezTo>
                    <a:cubicBezTo>
                      <a:pt x="2535" y="211"/>
                      <a:pt x="2535" y="212"/>
                      <a:pt x="2534" y="212"/>
                    </a:cubicBezTo>
                    <a:cubicBezTo>
                      <a:pt x="2533" y="213"/>
                      <a:pt x="2531" y="215"/>
                      <a:pt x="2530" y="215"/>
                    </a:cubicBezTo>
                    <a:cubicBezTo>
                      <a:pt x="2528" y="216"/>
                      <a:pt x="2527" y="214"/>
                      <a:pt x="2527" y="212"/>
                    </a:cubicBezTo>
                    <a:cubicBezTo>
                      <a:pt x="2526" y="211"/>
                      <a:pt x="2526" y="210"/>
                      <a:pt x="2527" y="208"/>
                    </a:cubicBezTo>
                    <a:cubicBezTo>
                      <a:pt x="2527" y="207"/>
                      <a:pt x="2528" y="206"/>
                      <a:pt x="2529" y="205"/>
                    </a:cubicBezTo>
                    <a:cubicBezTo>
                      <a:pt x="2529" y="203"/>
                      <a:pt x="2529" y="201"/>
                      <a:pt x="2529" y="199"/>
                    </a:cubicBezTo>
                    <a:cubicBezTo>
                      <a:pt x="2528" y="196"/>
                      <a:pt x="2528" y="194"/>
                      <a:pt x="2528" y="191"/>
                    </a:cubicBezTo>
                    <a:cubicBezTo>
                      <a:pt x="2528" y="190"/>
                      <a:pt x="2527" y="189"/>
                      <a:pt x="2527" y="188"/>
                    </a:cubicBezTo>
                    <a:cubicBezTo>
                      <a:pt x="2528" y="188"/>
                      <a:pt x="2528" y="188"/>
                      <a:pt x="2528" y="188"/>
                    </a:cubicBezTo>
                    <a:cubicBezTo>
                      <a:pt x="2530" y="187"/>
                      <a:pt x="2531" y="186"/>
                      <a:pt x="2531" y="185"/>
                    </a:cubicBezTo>
                    <a:cubicBezTo>
                      <a:pt x="2530" y="180"/>
                      <a:pt x="2530" y="175"/>
                      <a:pt x="2530" y="171"/>
                    </a:cubicBezTo>
                    <a:cubicBezTo>
                      <a:pt x="2530" y="165"/>
                      <a:pt x="2530" y="158"/>
                      <a:pt x="2530" y="152"/>
                    </a:cubicBezTo>
                    <a:cubicBezTo>
                      <a:pt x="2530" y="150"/>
                      <a:pt x="2530" y="149"/>
                      <a:pt x="2530" y="147"/>
                    </a:cubicBezTo>
                    <a:cubicBezTo>
                      <a:pt x="2529" y="145"/>
                      <a:pt x="2529" y="143"/>
                      <a:pt x="2528" y="141"/>
                    </a:cubicBezTo>
                    <a:cubicBezTo>
                      <a:pt x="2527" y="139"/>
                      <a:pt x="2525" y="139"/>
                      <a:pt x="2523" y="138"/>
                    </a:cubicBezTo>
                    <a:cubicBezTo>
                      <a:pt x="2521" y="137"/>
                      <a:pt x="2519" y="137"/>
                      <a:pt x="2517" y="137"/>
                    </a:cubicBezTo>
                    <a:cubicBezTo>
                      <a:pt x="2515" y="137"/>
                      <a:pt x="2514" y="137"/>
                      <a:pt x="2513" y="138"/>
                    </a:cubicBezTo>
                    <a:cubicBezTo>
                      <a:pt x="2511" y="140"/>
                      <a:pt x="2510" y="141"/>
                      <a:pt x="2507" y="141"/>
                    </a:cubicBezTo>
                    <a:cubicBezTo>
                      <a:pt x="2506" y="142"/>
                      <a:pt x="2504" y="141"/>
                      <a:pt x="2504" y="140"/>
                    </a:cubicBezTo>
                    <a:cubicBezTo>
                      <a:pt x="2504" y="138"/>
                      <a:pt x="2506" y="136"/>
                      <a:pt x="2507" y="135"/>
                    </a:cubicBezTo>
                    <a:cubicBezTo>
                      <a:pt x="2509" y="134"/>
                      <a:pt x="2511" y="132"/>
                      <a:pt x="2512" y="130"/>
                    </a:cubicBezTo>
                    <a:cubicBezTo>
                      <a:pt x="2513" y="129"/>
                      <a:pt x="2514" y="128"/>
                      <a:pt x="2515" y="127"/>
                    </a:cubicBezTo>
                    <a:cubicBezTo>
                      <a:pt x="2516" y="127"/>
                      <a:pt x="2517" y="126"/>
                      <a:pt x="2518" y="125"/>
                    </a:cubicBezTo>
                    <a:cubicBezTo>
                      <a:pt x="2519" y="124"/>
                      <a:pt x="2522" y="123"/>
                      <a:pt x="2523" y="122"/>
                    </a:cubicBezTo>
                    <a:cubicBezTo>
                      <a:pt x="2524" y="121"/>
                      <a:pt x="2525" y="120"/>
                      <a:pt x="2526" y="118"/>
                    </a:cubicBezTo>
                    <a:cubicBezTo>
                      <a:pt x="2527" y="115"/>
                      <a:pt x="2528" y="112"/>
                      <a:pt x="2529" y="108"/>
                    </a:cubicBezTo>
                    <a:cubicBezTo>
                      <a:pt x="2529" y="105"/>
                      <a:pt x="2529" y="102"/>
                      <a:pt x="2530" y="99"/>
                    </a:cubicBezTo>
                    <a:cubicBezTo>
                      <a:pt x="2530" y="97"/>
                      <a:pt x="2530" y="95"/>
                      <a:pt x="2530" y="92"/>
                    </a:cubicBezTo>
                    <a:cubicBezTo>
                      <a:pt x="2530" y="91"/>
                      <a:pt x="2530" y="91"/>
                      <a:pt x="2529" y="90"/>
                    </a:cubicBezTo>
                    <a:cubicBezTo>
                      <a:pt x="2528" y="89"/>
                      <a:pt x="2528" y="88"/>
                      <a:pt x="2527" y="87"/>
                    </a:cubicBezTo>
                    <a:cubicBezTo>
                      <a:pt x="2525" y="83"/>
                      <a:pt x="2526" y="77"/>
                      <a:pt x="2526" y="73"/>
                    </a:cubicBezTo>
                    <a:cubicBezTo>
                      <a:pt x="2526" y="69"/>
                      <a:pt x="2525" y="65"/>
                      <a:pt x="2523" y="61"/>
                    </a:cubicBezTo>
                    <a:cubicBezTo>
                      <a:pt x="2522" y="58"/>
                      <a:pt x="2520" y="54"/>
                      <a:pt x="2517" y="57"/>
                    </a:cubicBezTo>
                    <a:cubicBezTo>
                      <a:pt x="2515" y="58"/>
                      <a:pt x="2513" y="60"/>
                      <a:pt x="2512" y="62"/>
                    </a:cubicBezTo>
                    <a:cubicBezTo>
                      <a:pt x="2510" y="64"/>
                      <a:pt x="2509" y="66"/>
                      <a:pt x="2507" y="68"/>
                    </a:cubicBezTo>
                    <a:cubicBezTo>
                      <a:pt x="2504" y="71"/>
                      <a:pt x="2502" y="75"/>
                      <a:pt x="2499" y="78"/>
                    </a:cubicBezTo>
                    <a:cubicBezTo>
                      <a:pt x="2498" y="81"/>
                      <a:pt x="2496" y="83"/>
                      <a:pt x="2495" y="85"/>
                    </a:cubicBezTo>
                    <a:cubicBezTo>
                      <a:pt x="2494" y="86"/>
                      <a:pt x="2494" y="87"/>
                      <a:pt x="2493" y="88"/>
                    </a:cubicBezTo>
                    <a:cubicBezTo>
                      <a:pt x="2493" y="90"/>
                      <a:pt x="2493" y="91"/>
                      <a:pt x="2492" y="92"/>
                    </a:cubicBezTo>
                    <a:cubicBezTo>
                      <a:pt x="2491" y="93"/>
                      <a:pt x="2491" y="94"/>
                      <a:pt x="2491" y="95"/>
                    </a:cubicBezTo>
                    <a:cubicBezTo>
                      <a:pt x="2490" y="96"/>
                      <a:pt x="2490" y="97"/>
                      <a:pt x="2489" y="98"/>
                    </a:cubicBezTo>
                    <a:cubicBezTo>
                      <a:pt x="2489" y="100"/>
                      <a:pt x="2488" y="101"/>
                      <a:pt x="2488" y="102"/>
                    </a:cubicBezTo>
                    <a:cubicBezTo>
                      <a:pt x="2487" y="104"/>
                      <a:pt x="2485" y="106"/>
                      <a:pt x="2484" y="109"/>
                    </a:cubicBezTo>
                    <a:cubicBezTo>
                      <a:pt x="2483" y="110"/>
                      <a:pt x="2482" y="111"/>
                      <a:pt x="2481" y="112"/>
                    </a:cubicBezTo>
                    <a:cubicBezTo>
                      <a:pt x="2481" y="113"/>
                      <a:pt x="2480" y="113"/>
                      <a:pt x="2480" y="113"/>
                    </a:cubicBezTo>
                    <a:cubicBezTo>
                      <a:pt x="2479" y="114"/>
                      <a:pt x="2479" y="114"/>
                      <a:pt x="2479" y="115"/>
                    </a:cubicBezTo>
                    <a:cubicBezTo>
                      <a:pt x="2478" y="116"/>
                      <a:pt x="2477" y="116"/>
                      <a:pt x="2477" y="117"/>
                    </a:cubicBezTo>
                    <a:cubicBezTo>
                      <a:pt x="2476" y="118"/>
                      <a:pt x="2475" y="119"/>
                      <a:pt x="2475" y="119"/>
                    </a:cubicBezTo>
                    <a:cubicBezTo>
                      <a:pt x="2474" y="120"/>
                      <a:pt x="2474" y="120"/>
                      <a:pt x="2474" y="121"/>
                    </a:cubicBezTo>
                    <a:cubicBezTo>
                      <a:pt x="2473" y="121"/>
                      <a:pt x="2473" y="122"/>
                      <a:pt x="2473" y="123"/>
                    </a:cubicBezTo>
                    <a:cubicBezTo>
                      <a:pt x="2473" y="124"/>
                      <a:pt x="2473" y="125"/>
                      <a:pt x="2472" y="126"/>
                    </a:cubicBezTo>
                    <a:cubicBezTo>
                      <a:pt x="2472" y="127"/>
                      <a:pt x="2472" y="128"/>
                      <a:pt x="2471" y="128"/>
                    </a:cubicBezTo>
                    <a:cubicBezTo>
                      <a:pt x="2471" y="130"/>
                      <a:pt x="2471" y="133"/>
                      <a:pt x="2471" y="135"/>
                    </a:cubicBezTo>
                    <a:cubicBezTo>
                      <a:pt x="2471" y="138"/>
                      <a:pt x="2471" y="140"/>
                      <a:pt x="2471" y="143"/>
                    </a:cubicBezTo>
                    <a:cubicBezTo>
                      <a:pt x="2471" y="144"/>
                      <a:pt x="2471" y="146"/>
                      <a:pt x="2471" y="147"/>
                    </a:cubicBezTo>
                    <a:cubicBezTo>
                      <a:pt x="2471" y="148"/>
                      <a:pt x="2471" y="149"/>
                      <a:pt x="2471" y="150"/>
                    </a:cubicBezTo>
                    <a:cubicBezTo>
                      <a:pt x="2471" y="151"/>
                      <a:pt x="2470" y="152"/>
                      <a:pt x="2470" y="153"/>
                    </a:cubicBezTo>
                    <a:cubicBezTo>
                      <a:pt x="2470" y="156"/>
                      <a:pt x="2470" y="158"/>
                      <a:pt x="2469" y="161"/>
                    </a:cubicBezTo>
                    <a:cubicBezTo>
                      <a:pt x="2469" y="162"/>
                      <a:pt x="2468" y="163"/>
                      <a:pt x="2467" y="164"/>
                    </a:cubicBezTo>
                    <a:cubicBezTo>
                      <a:pt x="2467" y="165"/>
                      <a:pt x="2466" y="165"/>
                      <a:pt x="2465" y="165"/>
                    </a:cubicBezTo>
                    <a:cubicBezTo>
                      <a:pt x="2465" y="166"/>
                      <a:pt x="2464" y="166"/>
                      <a:pt x="2463" y="167"/>
                    </a:cubicBezTo>
                    <a:cubicBezTo>
                      <a:pt x="2462" y="167"/>
                      <a:pt x="2461" y="168"/>
                      <a:pt x="2460" y="169"/>
                    </a:cubicBezTo>
                    <a:cubicBezTo>
                      <a:pt x="2459" y="170"/>
                      <a:pt x="2458" y="171"/>
                      <a:pt x="2458" y="172"/>
                    </a:cubicBezTo>
                    <a:cubicBezTo>
                      <a:pt x="2456" y="175"/>
                      <a:pt x="2456" y="178"/>
                      <a:pt x="2455" y="181"/>
                    </a:cubicBezTo>
                    <a:cubicBezTo>
                      <a:pt x="2454" y="183"/>
                      <a:pt x="2454" y="185"/>
                      <a:pt x="2454" y="187"/>
                    </a:cubicBezTo>
                    <a:cubicBezTo>
                      <a:pt x="2453" y="188"/>
                      <a:pt x="2453" y="190"/>
                      <a:pt x="2452" y="192"/>
                    </a:cubicBezTo>
                    <a:cubicBezTo>
                      <a:pt x="2450" y="195"/>
                      <a:pt x="2448" y="198"/>
                      <a:pt x="2447" y="202"/>
                    </a:cubicBezTo>
                    <a:cubicBezTo>
                      <a:pt x="2446" y="203"/>
                      <a:pt x="2445" y="205"/>
                      <a:pt x="2444" y="207"/>
                    </a:cubicBezTo>
                    <a:cubicBezTo>
                      <a:pt x="2443" y="208"/>
                      <a:pt x="2443" y="210"/>
                      <a:pt x="2442" y="212"/>
                    </a:cubicBezTo>
                    <a:cubicBezTo>
                      <a:pt x="2442" y="213"/>
                      <a:pt x="2442" y="215"/>
                      <a:pt x="2441" y="216"/>
                    </a:cubicBezTo>
                    <a:cubicBezTo>
                      <a:pt x="2441" y="217"/>
                      <a:pt x="2440" y="217"/>
                      <a:pt x="2440" y="218"/>
                    </a:cubicBezTo>
                    <a:cubicBezTo>
                      <a:pt x="2439" y="218"/>
                      <a:pt x="2439" y="219"/>
                      <a:pt x="2438" y="220"/>
                    </a:cubicBezTo>
                    <a:cubicBezTo>
                      <a:pt x="2437" y="221"/>
                      <a:pt x="2436" y="223"/>
                      <a:pt x="2435" y="225"/>
                    </a:cubicBezTo>
                    <a:cubicBezTo>
                      <a:pt x="2435" y="227"/>
                      <a:pt x="2433" y="227"/>
                      <a:pt x="2432" y="228"/>
                    </a:cubicBezTo>
                    <a:cubicBezTo>
                      <a:pt x="2430" y="229"/>
                      <a:pt x="2430" y="231"/>
                      <a:pt x="2430" y="232"/>
                    </a:cubicBezTo>
                    <a:cubicBezTo>
                      <a:pt x="2430" y="234"/>
                      <a:pt x="2430" y="237"/>
                      <a:pt x="2430" y="239"/>
                    </a:cubicBezTo>
                    <a:cubicBezTo>
                      <a:pt x="2430" y="239"/>
                      <a:pt x="2429" y="240"/>
                      <a:pt x="2429" y="241"/>
                    </a:cubicBezTo>
                    <a:cubicBezTo>
                      <a:pt x="2429" y="242"/>
                      <a:pt x="2429" y="243"/>
                      <a:pt x="2430" y="244"/>
                    </a:cubicBezTo>
                    <a:cubicBezTo>
                      <a:pt x="2430" y="244"/>
                      <a:pt x="2431" y="245"/>
                      <a:pt x="2432" y="245"/>
                    </a:cubicBezTo>
                    <a:cubicBezTo>
                      <a:pt x="2433" y="245"/>
                      <a:pt x="2434" y="246"/>
                      <a:pt x="2436" y="246"/>
                    </a:cubicBezTo>
                    <a:cubicBezTo>
                      <a:pt x="2437" y="246"/>
                      <a:pt x="2438" y="246"/>
                      <a:pt x="2438" y="246"/>
                    </a:cubicBezTo>
                    <a:cubicBezTo>
                      <a:pt x="2439" y="247"/>
                      <a:pt x="2440" y="248"/>
                      <a:pt x="2439" y="249"/>
                    </a:cubicBezTo>
                    <a:cubicBezTo>
                      <a:pt x="2439" y="251"/>
                      <a:pt x="2438" y="252"/>
                      <a:pt x="2437" y="253"/>
                    </a:cubicBezTo>
                    <a:cubicBezTo>
                      <a:pt x="2434" y="256"/>
                      <a:pt x="2434" y="260"/>
                      <a:pt x="2433" y="264"/>
                    </a:cubicBezTo>
                    <a:cubicBezTo>
                      <a:pt x="2432" y="266"/>
                      <a:pt x="2431" y="268"/>
                      <a:pt x="2430" y="270"/>
                    </a:cubicBezTo>
                    <a:cubicBezTo>
                      <a:pt x="2430" y="271"/>
                      <a:pt x="2429" y="273"/>
                      <a:pt x="2428" y="274"/>
                    </a:cubicBezTo>
                    <a:cubicBezTo>
                      <a:pt x="2428" y="274"/>
                      <a:pt x="2427" y="274"/>
                      <a:pt x="2426" y="274"/>
                    </a:cubicBezTo>
                    <a:cubicBezTo>
                      <a:pt x="2425" y="274"/>
                      <a:pt x="2424" y="273"/>
                      <a:pt x="2424" y="274"/>
                    </a:cubicBezTo>
                    <a:cubicBezTo>
                      <a:pt x="2423" y="275"/>
                      <a:pt x="2423" y="277"/>
                      <a:pt x="2423" y="278"/>
                    </a:cubicBezTo>
                    <a:cubicBezTo>
                      <a:pt x="2422" y="280"/>
                      <a:pt x="2423" y="282"/>
                      <a:pt x="2422" y="284"/>
                    </a:cubicBezTo>
                    <a:cubicBezTo>
                      <a:pt x="2422" y="287"/>
                      <a:pt x="2422" y="289"/>
                      <a:pt x="2421" y="292"/>
                    </a:cubicBezTo>
                    <a:cubicBezTo>
                      <a:pt x="2421" y="294"/>
                      <a:pt x="2421" y="297"/>
                      <a:pt x="2420" y="299"/>
                    </a:cubicBezTo>
                    <a:cubicBezTo>
                      <a:pt x="2420" y="301"/>
                      <a:pt x="2419" y="303"/>
                      <a:pt x="2419" y="304"/>
                    </a:cubicBezTo>
                    <a:cubicBezTo>
                      <a:pt x="2418" y="306"/>
                      <a:pt x="2417" y="307"/>
                      <a:pt x="2416" y="308"/>
                    </a:cubicBezTo>
                    <a:cubicBezTo>
                      <a:pt x="2414" y="309"/>
                      <a:pt x="2410" y="308"/>
                      <a:pt x="2408" y="308"/>
                    </a:cubicBezTo>
                    <a:cubicBezTo>
                      <a:pt x="2408" y="308"/>
                      <a:pt x="2408" y="308"/>
                      <a:pt x="2408" y="308"/>
                    </a:cubicBezTo>
                    <a:cubicBezTo>
                      <a:pt x="2408" y="306"/>
                      <a:pt x="2407" y="305"/>
                      <a:pt x="2409" y="303"/>
                    </a:cubicBezTo>
                    <a:cubicBezTo>
                      <a:pt x="2410" y="302"/>
                      <a:pt x="2412" y="301"/>
                      <a:pt x="2412" y="299"/>
                    </a:cubicBezTo>
                    <a:cubicBezTo>
                      <a:pt x="2412" y="294"/>
                      <a:pt x="2407" y="289"/>
                      <a:pt x="2402" y="291"/>
                    </a:cubicBezTo>
                    <a:cubicBezTo>
                      <a:pt x="2400" y="293"/>
                      <a:pt x="2399" y="295"/>
                      <a:pt x="2398" y="298"/>
                    </a:cubicBezTo>
                    <a:cubicBezTo>
                      <a:pt x="2398" y="301"/>
                      <a:pt x="2400" y="303"/>
                      <a:pt x="2400" y="305"/>
                    </a:cubicBezTo>
                    <a:cubicBezTo>
                      <a:pt x="2401" y="307"/>
                      <a:pt x="2401" y="311"/>
                      <a:pt x="2398" y="312"/>
                    </a:cubicBezTo>
                    <a:cubicBezTo>
                      <a:pt x="2396" y="313"/>
                      <a:pt x="2392" y="311"/>
                      <a:pt x="2390" y="310"/>
                    </a:cubicBezTo>
                    <a:cubicBezTo>
                      <a:pt x="2388" y="307"/>
                      <a:pt x="2389" y="303"/>
                      <a:pt x="2389" y="300"/>
                    </a:cubicBezTo>
                    <a:cubicBezTo>
                      <a:pt x="2389" y="296"/>
                      <a:pt x="2389" y="292"/>
                      <a:pt x="2389" y="287"/>
                    </a:cubicBezTo>
                    <a:cubicBezTo>
                      <a:pt x="2389" y="282"/>
                      <a:pt x="2390" y="277"/>
                      <a:pt x="2390" y="272"/>
                    </a:cubicBezTo>
                    <a:cubicBezTo>
                      <a:pt x="2390" y="269"/>
                      <a:pt x="2390" y="266"/>
                      <a:pt x="2393" y="264"/>
                    </a:cubicBezTo>
                    <a:cubicBezTo>
                      <a:pt x="2395" y="262"/>
                      <a:pt x="2398" y="261"/>
                      <a:pt x="2401" y="259"/>
                    </a:cubicBezTo>
                    <a:cubicBezTo>
                      <a:pt x="2403" y="257"/>
                      <a:pt x="2405" y="254"/>
                      <a:pt x="2407" y="251"/>
                    </a:cubicBezTo>
                    <a:cubicBezTo>
                      <a:pt x="2408" y="250"/>
                      <a:pt x="2408" y="245"/>
                      <a:pt x="2406" y="244"/>
                    </a:cubicBezTo>
                    <a:cubicBezTo>
                      <a:pt x="2404" y="243"/>
                      <a:pt x="2402" y="245"/>
                      <a:pt x="2401" y="243"/>
                    </a:cubicBezTo>
                    <a:cubicBezTo>
                      <a:pt x="2399" y="241"/>
                      <a:pt x="2400" y="238"/>
                      <a:pt x="2399" y="236"/>
                    </a:cubicBezTo>
                    <a:cubicBezTo>
                      <a:pt x="2398" y="234"/>
                      <a:pt x="2396" y="232"/>
                      <a:pt x="2397" y="230"/>
                    </a:cubicBezTo>
                    <a:cubicBezTo>
                      <a:pt x="2397" y="229"/>
                      <a:pt x="2398" y="229"/>
                      <a:pt x="2399" y="228"/>
                    </a:cubicBezTo>
                    <a:cubicBezTo>
                      <a:pt x="2399" y="227"/>
                      <a:pt x="2400" y="225"/>
                      <a:pt x="2401" y="225"/>
                    </a:cubicBezTo>
                    <a:cubicBezTo>
                      <a:pt x="2404" y="222"/>
                      <a:pt x="2409" y="227"/>
                      <a:pt x="2412" y="224"/>
                    </a:cubicBezTo>
                    <a:cubicBezTo>
                      <a:pt x="2412" y="222"/>
                      <a:pt x="2413" y="221"/>
                      <a:pt x="2413" y="219"/>
                    </a:cubicBezTo>
                    <a:cubicBezTo>
                      <a:pt x="2413" y="218"/>
                      <a:pt x="2412" y="218"/>
                      <a:pt x="2411" y="217"/>
                    </a:cubicBezTo>
                    <a:cubicBezTo>
                      <a:pt x="2407" y="215"/>
                      <a:pt x="2407" y="210"/>
                      <a:pt x="2407" y="207"/>
                    </a:cubicBezTo>
                    <a:cubicBezTo>
                      <a:pt x="2407" y="206"/>
                      <a:pt x="2407" y="204"/>
                      <a:pt x="2406" y="203"/>
                    </a:cubicBezTo>
                    <a:cubicBezTo>
                      <a:pt x="2405" y="202"/>
                      <a:pt x="2403" y="201"/>
                      <a:pt x="2402" y="201"/>
                    </a:cubicBezTo>
                    <a:cubicBezTo>
                      <a:pt x="2401" y="201"/>
                      <a:pt x="2399" y="202"/>
                      <a:pt x="2397" y="201"/>
                    </a:cubicBezTo>
                    <a:cubicBezTo>
                      <a:pt x="2396" y="200"/>
                      <a:pt x="2395" y="199"/>
                      <a:pt x="2396" y="198"/>
                    </a:cubicBezTo>
                    <a:cubicBezTo>
                      <a:pt x="2397" y="196"/>
                      <a:pt x="2399" y="197"/>
                      <a:pt x="2400" y="197"/>
                    </a:cubicBezTo>
                    <a:cubicBezTo>
                      <a:pt x="2402" y="197"/>
                      <a:pt x="2403" y="195"/>
                      <a:pt x="2403" y="193"/>
                    </a:cubicBezTo>
                    <a:cubicBezTo>
                      <a:pt x="2404" y="189"/>
                      <a:pt x="2399" y="188"/>
                      <a:pt x="2398" y="184"/>
                    </a:cubicBezTo>
                    <a:cubicBezTo>
                      <a:pt x="2397" y="182"/>
                      <a:pt x="2398" y="181"/>
                      <a:pt x="2399" y="179"/>
                    </a:cubicBezTo>
                    <a:cubicBezTo>
                      <a:pt x="2400" y="177"/>
                      <a:pt x="2402" y="174"/>
                      <a:pt x="2403" y="172"/>
                    </a:cubicBezTo>
                    <a:cubicBezTo>
                      <a:pt x="2405" y="167"/>
                      <a:pt x="2407" y="162"/>
                      <a:pt x="2411" y="158"/>
                    </a:cubicBezTo>
                    <a:cubicBezTo>
                      <a:pt x="2412" y="156"/>
                      <a:pt x="2414" y="154"/>
                      <a:pt x="2416" y="152"/>
                    </a:cubicBezTo>
                    <a:cubicBezTo>
                      <a:pt x="2417" y="151"/>
                      <a:pt x="2419" y="149"/>
                      <a:pt x="2421" y="147"/>
                    </a:cubicBezTo>
                    <a:cubicBezTo>
                      <a:pt x="2422" y="145"/>
                      <a:pt x="2424" y="144"/>
                      <a:pt x="2426" y="142"/>
                    </a:cubicBezTo>
                    <a:cubicBezTo>
                      <a:pt x="2427" y="140"/>
                      <a:pt x="2429" y="138"/>
                      <a:pt x="2430" y="135"/>
                    </a:cubicBezTo>
                    <a:cubicBezTo>
                      <a:pt x="2430" y="135"/>
                      <a:pt x="2430" y="134"/>
                      <a:pt x="2431" y="134"/>
                    </a:cubicBezTo>
                    <a:cubicBezTo>
                      <a:pt x="2431" y="133"/>
                      <a:pt x="2432" y="132"/>
                      <a:pt x="2433" y="131"/>
                    </a:cubicBezTo>
                    <a:cubicBezTo>
                      <a:pt x="2434" y="130"/>
                      <a:pt x="2435" y="129"/>
                      <a:pt x="2436" y="128"/>
                    </a:cubicBezTo>
                    <a:cubicBezTo>
                      <a:pt x="2438" y="126"/>
                      <a:pt x="2435" y="124"/>
                      <a:pt x="2434" y="122"/>
                    </a:cubicBezTo>
                    <a:cubicBezTo>
                      <a:pt x="2433" y="122"/>
                      <a:pt x="2431" y="121"/>
                      <a:pt x="2431" y="120"/>
                    </a:cubicBezTo>
                    <a:cubicBezTo>
                      <a:pt x="2431" y="119"/>
                      <a:pt x="2434" y="119"/>
                      <a:pt x="2434" y="119"/>
                    </a:cubicBezTo>
                    <a:cubicBezTo>
                      <a:pt x="2436" y="118"/>
                      <a:pt x="2438" y="117"/>
                      <a:pt x="2439" y="115"/>
                    </a:cubicBezTo>
                    <a:cubicBezTo>
                      <a:pt x="2440" y="113"/>
                      <a:pt x="2440" y="112"/>
                      <a:pt x="2441" y="110"/>
                    </a:cubicBezTo>
                    <a:cubicBezTo>
                      <a:pt x="2441" y="108"/>
                      <a:pt x="2440" y="107"/>
                      <a:pt x="2442" y="106"/>
                    </a:cubicBezTo>
                    <a:cubicBezTo>
                      <a:pt x="2443" y="105"/>
                      <a:pt x="2445" y="105"/>
                      <a:pt x="2446" y="105"/>
                    </a:cubicBezTo>
                    <a:cubicBezTo>
                      <a:pt x="2448" y="104"/>
                      <a:pt x="2450" y="104"/>
                      <a:pt x="2451" y="102"/>
                    </a:cubicBezTo>
                    <a:cubicBezTo>
                      <a:pt x="2451" y="101"/>
                      <a:pt x="2451" y="99"/>
                      <a:pt x="2451" y="97"/>
                    </a:cubicBezTo>
                    <a:cubicBezTo>
                      <a:pt x="2451" y="94"/>
                      <a:pt x="2449" y="90"/>
                      <a:pt x="2446" y="88"/>
                    </a:cubicBezTo>
                    <a:cubicBezTo>
                      <a:pt x="2445" y="88"/>
                      <a:pt x="2444" y="87"/>
                      <a:pt x="2443" y="88"/>
                    </a:cubicBezTo>
                    <a:cubicBezTo>
                      <a:pt x="2441" y="88"/>
                      <a:pt x="2441" y="90"/>
                      <a:pt x="2440" y="91"/>
                    </a:cubicBezTo>
                    <a:cubicBezTo>
                      <a:pt x="2440" y="92"/>
                      <a:pt x="2440" y="99"/>
                      <a:pt x="2437" y="98"/>
                    </a:cubicBezTo>
                    <a:cubicBezTo>
                      <a:pt x="2435" y="96"/>
                      <a:pt x="2434" y="92"/>
                      <a:pt x="2431" y="92"/>
                    </a:cubicBezTo>
                    <a:cubicBezTo>
                      <a:pt x="2427" y="91"/>
                      <a:pt x="2423" y="95"/>
                      <a:pt x="2421" y="97"/>
                    </a:cubicBezTo>
                    <a:cubicBezTo>
                      <a:pt x="2420" y="99"/>
                      <a:pt x="2419" y="101"/>
                      <a:pt x="2417" y="102"/>
                    </a:cubicBezTo>
                    <a:cubicBezTo>
                      <a:pt x="2417" y="103"/>
                      <a:pt x="2416" y="105"/>
                      <a:pt x="2414" y="105"/>
                    </a:cubicBezTo>
                    <a:cubicBezTo>
                      <a:pt x="2412" y="106"/>
                      <a:pt x="2414" y="101"/>
                      <a:pt x="2414" y="100"/>
                    </a:cubicBezTo>
                    <a:cubicBezTo>
                      <a:pt x="2416" y="96"/>
                      <a:pt x="2418" y="92"/>
                      <a:pt x="2417" y="88"/>
                    </a:cubicBezTo>
                    <a:cubicBezTo>
                      <a:pt x="2416" y="84"/>
                      <a:pt x="2411" y="82"/>
                      <a:pt x="2407" y="81"/>
                    </a:cubicBezTo>
                    <a:cubicBezTo>
                      <a:pt x="2405" y="80"/>
                      <a:pt x="2403" y="79"/>
                      <a:pt x="2401" y="78"/>
                    </a:cubicBezTo>
                    <a:cubicBezTo>
                      <a:pt x="2400" y="78"/>
                      <a:pt x="2398" y="77"/>
                      <a:pt x="2397" y="77"/>
                    </a:cubicBezTo>
                    <a:cubicBezTo>
                      <a:pt x="2396" y="78"/>
                      <a:pt x="2397" y="80"/>
                      <a:pt x="2397" y="81"/>
                    </a:cubicBezTo>
                    <a:cubicBezTo>
                      <a:pt x="2398" y="83"/>
                      <a:pt x="2398" y="84"/>
                      <a:pt x="2399" y="86"/>
                    </a:cubicBezTo>
                    <a:cubicBezTo>
                      <a:pt x="2400" y="89"/>
                      <a:pt x="2400" y="92"/>
                      <a:pt x="2400" y="95"/>
                    </a:cubicBezTo>
                    <a:cubicBezTo>
                      <a:pt x="2401" y="100"/>
                      <a:pt x="2402" y="105"/>
                      <a:pt x="2403" y="110"/>
                    </a:cubicBezTo>
                    <a:cubicBezTo>
                      <a:pt x="2403" y="114"/>
                      <a:pt x="2404" y="119"/>
                      <a:pt x="2401" y="121"/>
                    </a:cubicBezTo>
                    <a:cubicBezTo>
                      <a:pt x="2400" y="121"/>
                      <a:pt x="2400" y="121"/>
                      <a:pt x="2400" y="121"/>
                    </a:cubicBezTo>
                    <a:cubicBezTo>
                      <a:pt x="2400" y="122"/>
                      <a:pt x="2399" y="122"/>
                      <a:pt x="2398" y="123"/>
                    </a:cubicBezTo>
                    <a:cubicBezTo>
                      <a:pt x="2398" y="123"/>
                      <a:pt x="2398" y="124"/>
                      <a:pt x="2397" y="124"/>
                    </a:cubicBezTo>
                    <a:cubicBezTo>
                      <a:pt x="2396" y="124"/>
                      <a:pt x="2396" y="124"/>
                      <a:pt x="2396" y="124"/>
                    </a:cubicBezTo>
                    <a:cubicBezTo>
                      <a:pt x="2395" y="123"/>
                      <a:pt x="2394" y="121"/>
                      <a:pt x="2394" y="120"/>
                    </a:cubicBezTo>
                    <a:cubicBezTo>
                      <a:pt x="2393" y="118"/>
                      <a:pt x="2393" y="116"/>
                      <a:pt x="2393" y="114"/>
                    </a:cubicBezTo>
                    <a:cubicBezTo>
                      <a:pt x="2393" y="113"/>
                      <a:pt x="2393" y="113"/>
                      <a:pt x="2393" y="112"/>
                    </a:cubicBezTo>
                    <a:cubicBezTo>
                      <a:pt x="2393" y="111"/>
                      <a:pt x="2393" y="111"/>
                      <a:pt x="2393" y="110"/>
                    </a:cubicBezTo>
                    <a:cubicBezTo>
                      <a:pt x="2393" y="110"/>
                      <a:pt x="2393" y="109"/>
                      <a:pt x="2393" y="109"/>
                    </a:cubicBezTo>
                    <a:cubicBezTo>
                      <a:pt x="2393" y="108"/>
                      <a:pt x="2392" y="107"/>
                      <a:pt x="2391" y="106"/>
                    </a:cubicBezTo>
                    <a:cubicBezTo>
                      <a:pt x="2390" y="104"/>
                      <a:pt x="2388" y="103"/>
                      <a:pt x="2387" y="101"/>
                    </a:cubicBezTo>
                    <a:cubicBezTo>
                      <a:pt x="2385" y="99"/>
                      <a:pt x="2383" y="96"/>
                      <a:pt x="2381" y="94"/>
                    </a:cubicBezTo>
                    <a:cubicBezTo>
                      <a:pt x="2380" y="93"/>
                      <a:pt x="2378" y="92"/>
                      <a:pt x="2377" y="92"/>
                    </a:cubicBezTo>
                    <a:cubicBezTo>
                      <a:pt x="2376" y="92"/>
                      <a:pt x="2375" y="93"/>
                      <a:pt x="2375" y="94"/>
                    </a:cubicBezTo>
                    <a:cubicBezTo>
                      <a:pt x="2374" y="96"/>
                      <a:pt x="2374" y="97"/>
                      <a:pt x="2373" y="99"/>
                    </a:cubicBezTo>
                    <a:cubicBezTo>
                      <a:pt x="2372" y="100"/>
                      <a:pt x="2371" y="101"/>
                      <a:pt x="2370" y="101"/>
                    </a:cubicBezTo>
                    <a:cubicBezTo>
                      <a:pt x="2369" y="102"/>
                      <a:pt x="2367" y="102"/>
                      <a:pt x="2367" y="101"/>
                    </a:cubicBezTo>
                    <a:cubicBezTo>
                      <a:pt x="2366" y="99"/>
                      <a:pt x="2366" y="98"/>
                      <a:pt x="2366" y="97"/>
                    </a:cubicBezTo>
                    <a:cubicBezTo>
                      <a:pt x="2366" y="96"/>
                      <a:pt x="2365" y="94"/>
                      <a:pt x="2365" y="93"/>
                    </a:cubicBezTo>
                    <a:cubicBezTo>
                      <a:pt x="2365" y="92"/>
                      <a:pt x="2366" y="91"/>
                      <a:pt x="2366" y="91"/>
                    </a:cubicBezTo>
                    <a:cubicBezTo>
                      <a:pt x="2367" y="90"/>
                      <a:pt x="2367" y="90"/>
                      <a:pt x="2368" y="89"/>
                    </a:cubicBezTo>
                    <a:cubicBezTo>
                      <a:pt x="2368" y="88"/>
                      <a:pt x="2368" y="87"/>
                      <a:pt x="2368" y="86"/>
                    </a:cubicBezTo>
                    <a:cubicBezTo>
                      <a:pt x="2368" y="85"/>
                      <a:pt x="2369" y="85"/>
                      <a:pt x="2368" y="84"/>
                    </a:cubicBezTo>
                    <a:cubicBezTo>
                      <a:pt x="2368" y="82"/>
                      <a:pt x="2367" y="81"/>
                      <a:pt x="2366" y="81"/>
                    </a:cubicBezTo>
                    <a:cubicBezTo>
                      <a:pt x="2365" y="80"/>
                      <a:pt x="2363" y="80"/>
                      <a:pt x="2362" y="81"/>
                    </a:cubicBezTo>
                    <a:cubicBezTo>
                      <a:pt x="2361" y="82"/>
                      <a:pt x="2361" y="83"/>
                      <a:pt x="2360" y="84"/>
                    </a:cubicBezTo>
                    <a:cubicBezTo>
                      <a:pt x="2360" y="85"/>
                      <a:pt x="2360" y="86"/>
                      <a:pt x="2360" y="87"/>
                    </a:cubicBezTo>
                    <a:cubicBezTo>
                      <a:pt x="2359" y="88"/>
                      <a:pt x="2358" y="89"/>
                      <a:pt x="2357" y="91"/>
                    </a:cubicBezTo>
                    <a:cubicBezTo>
                      <a:pt x="2357" y="91"/>
                      <a:pt x="2357" y="92"/>
                      <a:pt x="2356" y="93"/>
                    </a:cubicBezTo>
                    <a:cubicBezTo>
                      <a:pt x="2354" y="94"/>
                      <a:pt x="2351" y="93"/>
                      <a:pt x="2349" y="91"/>
                    </a:cubicBezTo>
                    <a:cubicBezTo>
                      <a:pt x="2349" y="90"/>
                      <a:pt x="2349" y="88"/>
                      <a:pt x="2348" y="87"/>
                    </a:cubicBezTo>
                    <a:cubicBezTo>
                      <a:pt x="2348" y="85"/>
                      <a:pt x="2347" y="84"/>
                      <a:pt x="2346" y="83"/>
                    </a:cubicBezTo>
                    <a:cubicBezTo>
                      <a:pt x="2345" y="82"/>
                      <a:pt x="2344" y="80"/>
                      <a:pt x="2342" y="79"/>
                    </a:cubicBezTo>
                    <a:cubicBezTo>
                      <a:pt x="2340" y="78"/>
                      <a:pt x="2338" y="78"/>
                      <a:pt x="2335" y="79"/>
                    </a:cubicBezTo>
                    <a:cubicBezTo>
                      <a:pt x="2332" y="80"/>
                      <a:pt x="2329" y="81"/>
                      <a:pt x="2326" y="83"/>
                    </a:cubicBezTo>
                    <a:cubicBezTo>
                      <a:pt x="2325" y="84"/>
                      <a:pt x="2323" y="86"/>
                      <a:pt x="2323" y="88"/>
                    </a:cubicBezTo>
                    <a:cubicBezTo>
                      <a:pt x="2323" y="90"/>
                      <a:pt x="2324" y="91"/>
                      <a:pt x="2324" y="93"/>
                    </a:cubicBezTo>
                    <a:cubicBezTo>
                      <a:pt x="2324" y="94"/>
                      <a:pt x="2324" y="96"/>
                      <a:pt x="2325" y="97"/>
                    </a:cubicBezTo>
                    <a:cubicBezTo>
                      <a:pt x="2325" y="98"/>
                      <a:pt x="2325" y="100"/>
                      <a:pt x="2326" y="101"/>
                    </a:cubicBezTo>
                    <a:cubicBezTo>
                      <a:pt x="2326" y="102"/>
                      <a:pt x="2326" y="103"/>
                      <a:pt x="2327" y="104"/>
                    </a:cubicBezTo>
                    <a:cubicBezTo>
                      <a:pt x="2328" y="105"/>
                      <a:pt x="2331" y="104"/>
                      <a:pt x="2332" y="106"/>
                    </a:cubicBezTo>
                    <a:cubicBezTo>
                      <a:pt x="2334" y="108"/>
                      <a:pt x="2330" y="110"/>
                      <a:pt x="2329" y="111"/>
                    </a:cubicBezTo>
                    <a:cubicBezTo>
                      <a:pt x="2327" y="113"/>
                      <a:pt x="2329" y="116"/>
                      <a:pt x="2330" y="119"/>
                    </a:cubicBezTo>
                    <a:cubicBezTo>
                      <a:pt x="2330" y="122"/>
                      <a:pt x="2330" y="125"/>
                      <a:pt x="2330" y="127"/>
                    </a:cubicBezTo>
                    <a:cubicBezTo>
                      <a:pt x="2330" y="128"/>
                      <a:pt x="2329" y="130"/>
                      <a:pt x="2329" y="130"/>
                    </a:cubicBezTo>
                    <a:cubicBezTo>
                      <a:pt x="2328" y="130"/>
                      <a:pt x="2327" y="129"/>
                      <a:pt x="2326" y="128"/>
                    </a:cubicBezTo>
                    <a:cubicBezTo>
                      <a:pt x="2324" y="125"/>
                      <a:pt x="2322" y="122"/>
                      <a:pt x="2319" y="120"/>
                    </a:cubicBezTo>
                    <a:cubicBezTo>
                      <a:pt x="2317" y="119"/>
                      <a:pt x="2315" y="117"/>
                      <a:pt x="2314" y="115"/>
                    </a:cubicBezTo>
                    <a:cubicBezTo>
                      <a:pt x="2313" y="113"/>
                      <a:pt x="2312" y="112"/>
                      <a:pt x="2310" y="113"/>
                    </a:cubicBezTo>
                    <a:cubicBezTo>
                      <a:pt x="2309" y="113"/>
                      <a:pt x="2309" y="114"/>
                      <a:pt x="2308" y="115"/>
                    </a:cubicBezTo>
                    <a:cubicBezTo>
                      <a:pt x="2307" y="116"/>
                      <a:pt x="2306" y="117"/>
                      <a:pt x="2306" y="118"/>
                    </a:cubicBezTo>
                    <a:cubicBezTo>
                      <a:pt x="2305" y="119"/>
                      <a:pt x="2305" y="119"/>
                      <a:pt x="2305" y="120"/>
                    </a:cubicBezTo>
                    <a:cubicBezTo>
                      <a:pt x="2304" y="121"/>
                      <a:pt x="2303" y="121"/>
                      <a:pt x="2303" y="122"/>
                    </a:cubicBezTo>
                    <a:cubicBezTo>
                      <a:pt x="2302" y="122"/>
                      <a:pt x="2301" y="123"/>
                      <a:pt x="2301" y="124"/>
                    </a:cubicBezTo>
                    <a:cubicBezTo>
                      <a:pt x="2301" y="125"/>
                      <a:pt x="2302" y="126"/>
                      <a:pt x="2302" y="126"/>
                    </a:cubicBezTo>
                    <a:cubicBezTo>
                      <a:pt x="2303" y="128"/>
                      <a:pt x="2303" y="129"/>
                      <a:pt x="2302" y="130"/>
                    </a:cubicBezTo>
                    <a:cubicBezTo>
                      <a:pt x="2302" y="131"/>
                      <a:pt x="2303" y="132"/>
                      <a:pt x="2303" y="133"/>
                    </a:cubicBezTo>
                    <a:cubicBezTo>
                      <a:pt x="2303" y="133"/>
                      <a:pt x="2303" y="134"/>
                      <a:pt x="2303" y="134"/>
                    </a:cubicBezTo>
                    <a:cubicBezTo>
                      <a:pt x="2303" y="136"/>
                      <a:pt x="2304" y="138"/>
                      <a:pt x="2305" y="139"/>
                    </a:cubicBezTo>
                    <a:cubicBezTo>
                      <a:pt x="2305" y="140"/>
                      <a:pt x="2306" y="142"/>
                      <a:pt x="2307" y="143"/>
                    </a:cubicBezTo>
                    <a:cubicBezTo>
                      <a:pt x="2309" y="145"/>
                      <a:pt x="2313" y="143"/>
                      <a:pt x="2316" y="142"/>
                    </a:cubicBezTo>
                    <a:cubicBezTo>
                      <a:pt x="2318" y="141"/>
                      <a:pt x="2323" y="139"/>
                      <a:pt x="2325" y="141"/>
                    </a:cubicBezTo>
                    <a:cubicBezTo>
                      <a:pt x="2328" y="144"/>
                      <a:pt x="2328" y="148"/>
                      <a:pt x="2329" y="151"/>
                    </a:cubicBezTo>
                    <a:cubicBezTo>
                      <a:pt x="2330" y="154"/>
                      <a:pt x="2333" y="157"/>
                      <a:pt x="2336" y="159"/>
                    </a:cubicBezTo>
                    <a:cubicBezTo>
                      <a:pt x="2340" y="163"/>
                      <a:pt x="2344" y="166"/>
                      <a:pt x="2346" y="170"/>
                    </a:cubicBezTo>
                    <a:cubicBezTo>
                      <a:pt x="2347" y="173"/>
                      <a:pt x="2348" y="178"/>
                      <a:pt x="2346" y="180"/>
                    </a:cubicBezTo>
                    <a:cubicBezTo>
                      <a:pt x="2344" y="181"/>
                      <a:pt x="2343" y="180"/>
                      <a:pt x="2342" y="180"/>
                    </a:cubicBezTo>
                    <a:cubicBezTo>
                      <a:pt x="2340" y="179"/>
                      <a:pt x="2338" y="177"/>
                      <a:pt x="2336" y="176"/>
                    </a:cubicBezTo>
                    <a:cubicBezTo>
                      <a:pt x="2332" y="173"/>
                      <a:pt x="2329" y="170"/>
                      <a:pt x="2326" y="168"/>
                    </a:cubicBezTo>
                    <a:cubicBezTo>
                      <a:pt x="2324" y="166"/>
                      <a:pt x="2323" y="165"/>
                      <a:pt x="2321" y="164"/>
                    </a:cubicBezTo>
                    <a:cubicBezTo>
                      <a:pt x="2320" y="163"/>
                      <a:pt x="2318" y="163"/>
                      <a:pt x="2317" y="162"/>
                    </a:cubicBezTo>
                    <a:cubicBezTo>
                      <a:pt x="2316" y="161"/>
                      <a:pt x="2316" y="160"/>
                      <a:pt x="2315" y="160"/>
                    </a:cubicBezTo>
                    <a:cubicBezTo>
                      <a:pt x="2314" y="159"/>
                      <a:pt x="2313" y="162"/>
                      <a:pt x="2313" y="163"/>
                    </a:cubicBezTo>
                    <a:cubicBezTo>
                      <a:pt x="2313" y="163"/>
                      <a:pt x="2313" y="164"/>
                      <a:pt x="2313" y="165"/>
                    </a:cubicBezTo>
                    <a:cubicBezTo>
                      <a:pt x="2312" y="168"/>
                      <a:pt x="2313" y="172"/>
                      <a:pt x="2312" y="175"/>
                    </a:cubicBezTo>
                    <a:cubicBezTo>
                      <a:pt x="2311" y="176"/>
                      <a:pt x="2311" y="178"/>
                      <a:pt x="2310" y="179"/>
                    </a:cubicBezTo>
                    <a:cubicBezTo>
                      <a:pt x="2310" y="180"/>
                      <a:pt x="2310" y="181"/>
                      <a:pt x="2309" y="182"/>
                    </a:cubicBezTo>
                    <a:cubicBezTo>
                      <a:pt x="2309" y="183"/>
                      <a:pt x="2309" y="184"/>
                      <a:pt x="2308" y="185"/>
                    </a:cubicBezTo>
                    <a:cubicBezTo>
                      <a:pt x="2308" y="186"/>
                      <a:pt x="2307" y="187"/>
                      <a:pt x="2306" y="188"/>
                    </a:cubicBezTo>
                    <a:cubicBezTo>
                      <a:pt x="2305" y="189"/>
                      <a:pt x="2304" y="191"/>
                      <a:pt x="2303" y="193"/>
                    </a:cubicBezTo>
                    <a:cubicBezTo>
                      <a:pt x="2302" y="195"/>
                      <a:pt x="2303" y="197"/>
                      <a:pt x="2303" y="199"/>
                    </a:cubicBezTo>
                    <a:cubicBezTo>
                      <a:pt x="2303" y="201"/>
                      <a:pt x="2303" y="203"/>
                      <a:pt x="2305" y="204"/>
                    </a:cubicBezTo>
                    <a:cubicBezTo>
                      <a:pt x="2305" y="204"/>
                      <a:pt x="2306" y="204"/>
                      <a:pt x="2306" y="204"/>
                    </a:cubicBezTo>
                    <a:cubicBezTo>
                      <a:pt x="2307" y="204"/>
                      <a:pt x="2308" y="204"/>
                      <a:pt x="2308" y="205"/>
                    </a:cubicBezTo>
                    <a:cubicBezTo>
                      <a:pt x="2310" y="205"/>
                      <a:pt x="2311" y="204"/>
                      <a:pt x="2312" y="205"/>
                    </a:cubicBezTo>
                    <a:cubicBezTo>
                      <a:pt x="2314" y="205"/>
                      <a:pt x="2316" y="207"/>
                      <a:pt x="2316" y="208"/>
                    </a:cubicBezTo>
                    <a:cubicBezTo>
                      <a:pt x="2317" y="210"/>
                      <a:pt x="2317" y="212"/>
                      <a:pt x="2319" y="214"/>
                    </a:cubicBezTo>
                    <a:cubicBezTo>
                      <a:pt x="2319" y="214"/>
                      <a:pt x="2320" y="214"/>
                      <a:pt x="2320" y="214"/>
                    </a:cubicBezTo>
                    <a:cubicBezTo>
                      <a:pt x="2321" y="215"/>
                      <a:pt x="2321" y="216"/>
                      <a:pt x="2321" y="216"/>
                    </a:cubicBezTo>
                    <a:cubicBezTo>
                      <a:pt x="2322" y="217"/>
                      <a:pt x="2322" y="217"/>
                      <a:pt x="2322" y="218"/>
                    </a:cubicBezTo>
                    <a:cubicBezTo>
                      <a:pt x="2324" y="220"/>
                      <a:pt x="2325" y="223"/>
                      <a:pt x="2323" y="225"/>
                    </a:cubicBezTo>
                    <a:cubicBezTo>
                      <a:pt x="2323" y="226"/>
                      <a:pt x="2321" y="227"/>
                      <a:pt x="2320" y="227"/>
                    </a:cubicBezTo>
                    <a:cubicBezTo>
                      <a:pt x="2318" y="226"/>
                      <a:pt x="2317" y="223"/>
                      <a:pt x="2316" y="222"/>
                    </a:cubicBezTo>
                    <a:cubicBezTo>
                      <a:pt x="2314" y="219"/>
                      <a:pt x="2312" y="217"/>
                      <a:pt x="2308" y="215"/>
                    </a:cubicBezTo>
                    <a:cubicBezTo>
                      <a:pt x="2305" y="214"/>
                      <a:pt x="2303" y="213"/>
                      <a:pt x="2300" y="211"/>
                    </a:cubicBezTo>
                    <a:cubicBezTo>
                      <a:pt x="2299" y="211"/>
                      <a:pt x="2297" y="210"/>
                      <a:pt x="2295" y="210"/>
                    </a:cubicBezTo>
                    <a:cubicBezTo>
                      <a:pt x="2294" y="210"/>
                      <a:pt x="2291" y="210"/>
                      <a:pt x="2290" y="211"/>
                    </a:cubicBezTo>
                    <a:cubicBezTo>
                      <a:pt x="2289" y="212"/>
                      <a:pt x="2289" y="212"/>
                      <a:pt x="2288" y="213"/>
                    </a:cubicBezTo>
                    <a:cubicBezTo>
                      <a:pt x="2287" y="213"/>
                      <a:pt x="2286" y="214"/>
                      <a:pt x="2285" y="215"/>
                    </a:cubicBezTo>
                    <a:cubicBezTo>
                      <a:pt x="2285" y="215"/>
                      <a:pt x="2284" y="216"/>
                      <a:pt x="2283" y="217"/>
                    </a:cubicBezTo>
                    <a:cubicBezTo>
                      <a:pt x="2282" y="217"/>
                      <a:pt x="2281" y="218"/>
                      <a:pt x="2280" y="218"/>
                    </a:cubicBezTo>
                    <a:cubicBezTo>
                      <a:pt x="2278" y="219"/>
                      <a:pt x="2277" y="221"/>
                      <a:pt x="2275" y="222"/>
                    </a:cubicBezTo>
                    <a:cubicBezTo>
                      <a:pt x="2274" y="224"/>
                      <a:pt x="2272" y="226"/>
                      <a:pt x="2271" y="228"/>
                    </a:cubicBezTo>
                    <a:cubicBezTo>
                      <a:pt x="2269" y="230"/>
                      <a:pt x="2267" y="232"/>
                      <a:pt x="2265" y="233"/>
                    </a:cubicBezTo>
                    <a:cubicBezTo>
                      <a:pt x="2263" y="234"/>
                      <a:pt x="2263" y="236"/>
                      <a:pt x="2262" y="237"/>
                    </a:cubicBezTo>
                    <a:cubicBezTo>
                      <a:pt x="2259" y="242"/>
                      <a:pt x="2256" y="246"/>
                      <a:pt x="2252" y="250"/>
                    </a:cubicBezTo>
                    <a:cubicBezTo>
                      <a:pt x="2251" y="252"/>
                      <a:pt x="2249" y="254"/>
                      <a:pt x="2247" y="256"/>
                    </a:cubicBezTo>
                    <a:cubicBezTo>
                      <a:pt x="2246" y="258"/>
                      <a:pt x="2245" y="262"/>
                      <a:pt x="2245" y="265"/>
                    </a:cubicBezTo>
                    <a:cubicBezTo>
                      <a:pt x="2246" y="268"/>
                      <a:pt x="2248" y="269"/>
                      <a:pt x="2250" y="271"/>
                    </a:cubicBezTo>
                    <a:cubicBezTo>
                      <a:pt x="2252" y="272"/>
                      <a:pt x="2254" y="274"/>
                      <a:pt x="2253" y="276"/>
                    </a:cubicBezTo>
                    <a:cubicBezTo>
                      <a:pt x="2252" y="278"/>
                      <a:pt x="2248" y="278"/>
                      <a:pt x="2246" y="279"/>
                    </a:cubicBezTo>
                    <a:cubicBezTo>
                      <a:pt x="2243" y="279"/>
                      <a:pt x="2240" y="279"/>
                      <a:pt x="2237" y="281"/>
                    </a:cubicBezTo>
                    <a:cubicBezTo>
                      <a:pt x="2235" y="282"/>
                      <a:pt x="2233" y="286"/>
                      <a:pt x="2233" y="288"/>
                    </a:cubicBezTo>
                    <a:cubicBezTo>
                      <a:pt x="2234" y="293"/>
                      <a:pt x="2244" y="286"/>
                      <a:pt x="2244" y="289"/>
                    </a:cubicBezTo>
                    <a:cubicBezTo>
                      <a:pt x="2244" y="292"/>
                      <a:pt x="2239" y="294"/>
                      <a:pt x="2237" y="295"/>
                    </a:cubicBezTo>
                    <a:cubicBezTo>
                      <a:pt x="2235" y="296"/>
                      <a:pt x="2234" y="296"/>
                      <a:pt x="2232" y="297"/>
                    </a:cubicBezTo>
                    <a:cubicBezTo>
                      <a:pt x="2231" y="297"/>
                      <a:pt x="2229" y="297"/>
                      <a:pt x="2229" y="297"/>
                    </a:cubicBezTo>
                    <a:cubicBezTo>
                      <a:pt x="2228" y="298"/>
                      <a:pt x="2234" y="306"/>
                      <a:pt x="2235" y="307"/>
                    </a:cubicBezTo>
                    <a:cubicBezTo>
                      <a:pt x="2238" y="311"/>
                      <a:pt x="2240" y="317"/>
                      <a:pt x="2239" y="322"/>
                    </a:cubicBezTo>
                    <a:cubicBezTo>
                      <a:pt x="2237" y="326"/>
                      <a:pt x="2230" y="326"/>
                      <a:pt x="2227" y="329"/>
                    </a:cubicBezTo>
                    <a:cubicBezTo>
                      <a:pt x="2224" y="333"/>
                      <a:pt x="2232" y="336"/>
                      <a:pt x="2234" y="338"/>
                    </a:cubicBezTo>
                    <a:cubicBezTo>
                      <a:pt x="2236" y="340"/>
                      <a:pt x="2237" y="341"/>
                      <a:pt x="2238" y="343"/>
                    </a:cubicBezTo>
                    <a:cubicBezTo>
                      <a:pt x="2240" y="345"/>
                      <a:pt x="2242" y="345"/>
                      <a:pt x="2244" y="345"/>
                    </a:cubicBezTo>
                    <a:cubicBezTo>
                      <a:pt x="2248" y="345"/>
                      <a:pt x="2251" y="345"/>
                      <a:pt x="2255" y="345"/>
                    </a:cubicBezTo>
                    <a:cubicBezTo>
                      <a:pt x="2256" y="345"/>
                      <a:pt x="2260" y="345"/>
                      <a:pt x="2260" y="346"/>
                    </a:cubicBezTo>
                    <a:cubicBezTo>
                      <a:pt x="2261" y="348"/>
                      <a:pt x="2257" y="351"/>
                      <a:pt x="2256" y="352"/>
                    </a:cubicBezTo>
                    <a:cubicBezTo>
                      <a:pt x="2254" y="354"/>
                      <a:pt x="2252" y="356"/>
                      <a:pt x="2250" y="357"/>
                    </a:cubicBezTo>
                    <a:cubicBezTo>
                      <a:pt x="2247" y="357"/>
                      <a:pt x="2245" y="357"/>
                      <a:pt x="2243" y="357"/>
                    </a:cubicBezTo>
                    <a:cubicBezTo>
                      <a:pt x="2241" y="357"/>
                      <a:pt x="2239" y="358"/>
                      <a:pt x="2238" y="360"/>
                    </a:cubicBezTo>
                    <a:cubicBezTo>
                      <a:pt x="2233" y="363"/>
                      <a:pt x="2229" y="367"/>
                      <a:pt x="2224" y="370"/>
                    </a:cubicBezTo>
                    <a:cubicBezTo>
                      <a:pt x="2222" y="371"/>
                      <a:pt x="2214" y="377"/>
                      <a:pt x="2217" y="370"/>
                    </a:cubicBezTo>
                    <a:cubicBezTo>
                      <a:pt x="2219" y="365"/>
                      <a:pt x="2222" y="362"/>
                      <a:pt x="2220" y="357"/>
                    </a:cubicBezTo>
                    <a:cubicBezTo>
                      <a:pt x="2219" y="354"/>
                      <a:pt x="2217" y="352"/>
                      <a:pt x="2215" y="351"/>
                    </a:cubicBezTo>
                    <a:cubicBezTo>
                      <a:pt x="2214" y="349"/>
                      <a:pt x="2212" y="349"/>
                      <a:pt x="2210" y="348"/>
                    </a:cubicBezTo>
                    <a:cubicBezTo>
                      <a:pt x="2205" y="346"/>
                      <a:pt x="2205" y="340"/>
                      <a:pt x="2204" y="335"/>
                    </a:cubicBezTo>
                    <a:cubicBezTo>
                      <a:pt x="2204" y="332"/>
                      <a:pt x="2205" y="324"/>
                      <a:pt x="2199" y="324"/>
                    </a:cubicBezTo>
                    <a:cubicBezTo>
                      <a:pt x="2197" y="325"/>
                      <a:pt x="2193" y="327"/>
                      <a:pt x="2192" y="329"/>
                    </a:cubicBezTo>
                    <a:cubicBezTo>
                      <a:pt x="2190" y="332"/>
                      <a:pt x="2189" y="335"/>
                      <a:pt x="2186" y="338"/>
                    </a:cubicBezTo>
                    <a:cubicBezTo>
                      <a:pt x="2184" y="340"/>
                      <a:pt x="2181" y="340"/>
                      <a:pt x="2178" y="340"/>
                    </a:cubicBezTo>
                    <a:cubicBezTo>
                      <a:pt x="2174" y="340"/>
                      <a:pt x="2170" y="341"/>
                      <a:pt x="2167" y="342"/>
                    </a:cubicBezTo>
                    <a:cubicBezTo>
                      <a:pt x="2164" y="343"/>
                      <a:pt x="2161" y="345"/>
                      <a:pt x="2159" y="347"/>
                    </a:cubicBezTo>
                    <a:cubicBezTo>
                      <a:pt x="2156" y="348"/>
                      <a:pt x="2152" y="349"/>
                      <a:pt x="2149" y="349"/>
                    </a:cubicBezTo>
                    <a:cubicBezTo>
                      <a:pt x="2148" y="350"/>
                      <a:pt x="2143" y="350"/>
                      <a:pt x="2145" y="348"/>
                    </a:cubicBezTo>
                    <a:cubicBezTo>
                      <a:pt x="2146" y="345"/>
                      <a:pt x="2151" y="343"/>
                      <a:pt x="2153" y="342"/>
                    </a:cubicBezTo>
                    <a:cubicBezTo>
                      <a:pt x="2156" y="340"/>
                      <a:pt x="2159" y="338"/>
                      <a:pt x="2162" y="337"/>
                    </a:cubicBezTo>
                    <a:cubicBezTo>
                      <a:pt x="2168" y="336"/>
                      <a:pt x="2175" y="337"/>
                      <a:pt x="2181" y="333"/>
                    </a:cubicBezTo>
                    <a:cubicBezTo>
                      <a:pt x="2185" y="331"/>
                      <a:pt x="2188" y="327"/>
                      <a:pt x="2192" y="323"/>
                    </a:cubicBezTo>
                    <a:cubicBezTo>
                      <a:pt x="2195" y="320"/>
                      <a:pt x="2200" y="315"/>
                      <a:pt x="2198" y="309"/>
                    </a:cubicBezTo>
                    <a:cubicBezTo>
                      <a:pt x="2197" y="307"/>
                      <a:pt x="2194" y="306"/>
                      <a:pt x="2192" y="306"/>
                    </a:cubicBezTo>
                    <a:cubicBezTo>
                      <a:pt x="2188" y="306"/>
                      <a:pt x="2184" y="306"/>
                      <a:pt x="2181" y="306"/>
                    </a:cubicBezTo>
                    <a:cubicBezTo>
                      <a:pt x="2174" y="306"/>
                      <a:pt x="2167" y="306"/>
                      <a:pt x="2161" y="303"/>
                    </a:cubicBezTo>
                    <a:cubicBezTo>
                      <a:pt x="2156" y="300"/>
                      <a:pt x="2151" y="298"/>
                      <a:pt x="2145" y="297"/>
                    </a:cubicBezTo>
                    <a:cubicBezTo>
                      <a:pt x="2144" y="297"/>
                      <a:pt x="2143" y="297"/>
                      <a:pt x="2142" y="297"/>
                    </a:cubicBezTo>
                    <a:cubicBezTo>
                      <a:pt x="2141" y="300"/>
                      <a:pt x="2140" y="302"/>
                      <a:pt x="2141" y="305"/>
                    </a:cubicBezTo>
                    <a:cubicBezTo>
                      <a:pt x="2141" y="309"/>
                      <a:pt x="2141" y="313"/>
                      <a:pt x="2141" y="316"/>
                    </a:cubicBezTo>
                    <a:cubicBezTo>
                      <a:pt x="2142" y="320"/>
                      <a:pt x="2144" y="320"/>
                      <a:pt x="2147" y="321"/>
                    </a:cubicBezTo>
                    <a:cubicBezTo>
                      <a:pt x="2150" y="322"/>
                      <a:pt x="2153" y="322"/>
                      <a:pt x="2156" y="323"/>
                    </a:cubicBezTo>
                    <a:cubicBezTo>
                      <a:pt x="2158" y="324"/>
                      <a:pt x="2160" y="325"/>
                      <a:pt x="2160" y="327"/>
                    </a:cubicBezTo>
                    <a:cubicBezTo>
                      <a:pt x="2161" y="330"/>
                      <a:pt x="2158" y="330"/>
                      <a:pt x="2156" y="330"/>
                    </a:cubicBezTo>
                    <a:cubicBezTo>
                      <a:pt x="2153" y="330"/>
                      <a:pt x="2151" y="329"/>
                      <a:pt x="2148" y="330"/>
                    </a:cubicBezTo>
                    <a:cubicBezTo>
                      <a:pt x="2145" y="330"/>
                      <a:pt x="2142" y="329"/>
                      <a:pt x="2139" y="328"/>
                    </a:cubicBezTo>
                    <a:cubicBezTo>
                      <a:pt x="2139" y="328"/>
                      <a:pt x="2138" y="327"/>
                      <a:pt x="2138" y="327"/>
                    </a:cubicBezTo>
                    <a:cubicBezTo>
                      <a:pt x="2137" y="326"/>
                      <a:pt x="2136" y="327"/>
                      <a:pt x="2135" y="326"/>
                    </a:cubicBezTo>
                    <a:cubicBezTo>
                      <a:pt x="2134" y="325"/>
                      <a:pt x="2134" y="324"/>
                      <a:pt x="2134" y="323"/>
                    </a:cubicBezTo>
                    <a:cubicBezTo>
                      <a:pt x="2134" y="321"/>
                      <a:pt x="2134" y="319"/>
                      <a:pt x="2133" y="317"/>
                    </a:cubicBezTo>
                    <a:cubicBezTo>
                      <a:pt x="2133" y="314"/>
                      <a:pt x="2133" y="312"/>
                      <a:pt x="2133" y="309"/>
                    </a:cubicBezTo>
                    <a:cubicBezTo>
                      <a:pt x="2132" y="306"/>
                      <a:pt x="2132" y="304"/>
                      <a:pt x="2132" y="301"/>
                    </a:cubicBezTo>
                    <a:cubicBezTo>
                      <a:pt x="2132" y="299"/>
                      <a:pt x="2132" y="298"/>
                      <a:pt x="2132" y="296"/>
                    </a:cubicBezTo>
                    <a:cubicBezTo>
                      <a:pt x="2132" y="294"/>
                      <a:pt x="2133" y="292"/>
                      <a:pt x="2132" y="291"/>
                    </a:cubicBezTo>
                    <a:cubicBezTo>
                      <a:pt x="2131" y="288"/>
                      <a:pt x="2125" y="287"/>
                      <a:pt x="2123" y="289"/>
                    </a:cubicBezTo>
                    <a:cubicBezTo>
                      <a:pt x="2122" y="291"/>
                      <a:pt x="2121" y="293"/>
                      <a:pt x="2120" y="295"/>
                    </a:cubicBezTo>
                    <a:cubicBezTo>
                      <a:pt x="2120" y="297"/>
                      <a:pt x="2120" y="298"/>
                      <a:pt x="2118" y="298"/>
                    </a:cubicBezTo>
                    <a:cubicBezTo>
                      <a:pt x="2115" y="299"/>
                      <a:pt x="2116" y="296"/>
                      <a:pt x="2116" y="294"/>
                    </a:cubicBezTo>
                    <a:cubicBezTo>
                      <a:pt x="2116" y="291"/>
                      <a:pt x="2116" y="288"/>
                      <a:pt x="2116" y="286"/>
                    </a:cubicBezTo>
                    <a:cubicBezTo>
                      <a:pt x="2116" y="284"/>
                      <a:pt x="2116" y="282"/>
                      <a:pt x="2114" y="281"/>
                    </a:cubicBezTo>
                    <a:cubicBezTo>
                      <a:pt x="2112" y="280"/>
                      <a:pt x="2111" y="283"/>
                      <a:pt x="2111" y="284"/>
                    </a:cubicBezTo>
                    <a:cubicBezTo>
                      <a:pt x="2111" y="285"/>
                      <a:pt x="2110" y="286"/>
                      <a:pt x="2110" y="286"/>
                    </a:cubicBezTo>
                    <a:cubicBezTo>
                      <a:pt x="2109" y="287"/>
                      <a:pt x="2108" y="288"/>
                      <a:pt x="2108" y="288"/>
                    </a:cubicBezTo>
                    <a:cubicBezTo>
                      <a:pt x="2106" y="288"/>
                      <a:pt x="2107" y="282"/>
                      <a:pt x="2107" y="280"/>
                    </a:cubicBezTo>
                    <a:cubicBezTo>
                      <a:pt x="2106" y="277"/>
                      <a:pt x="2104" y="280"/>
                      <a:pt x="2102" y="281"/>
                    </a:cubicBezTo>
                    <a:cubicBezTo>
                      <a:pt x="2100" y="283"/>
                      <a:pt x="2097" y="284"/>
                      <a:pt x="2095" y="286"/>
                    </a:cubicBezTo>
                    <a:cubicBezTo>
                      <a:pt x="2094" y="287"/>
                      <a:pt x="2093" y="289"/>
                      <a:pt x="2093" y="290"/>
                    </a:cubicBezTo>
                    <a:cubicBezTo>
                      <a:pt x="2092" y="292"/>
                      <a:pt x="2091" y="293"/>
                      <a:pt x="2090" y="295"/>
                    </a:cubicBezTo>
                    <a:cubicBezTo>
                      <a:pt x="2090" y="295"/>
                      <a:pt x="2089" y="296"/>
                      <a:pt x="2089" y="297"/>
                    </a:cubicBezTo>
                    <a:cubicBezTo>
                      <a:pt x="2089" y="299"/>
                      <a:pt x="2091" y="302"/>
                      <a:pt x="2093" y="304"/>
                    </a:cubicBezTo>
                    <a:cubicBezTo>
                      <a:pt x="2093" y="307"/>
                      <a:pt x="2095" y="310"/>
                      <a:pt x="2095" y="313"/>
                    </a:cubicBezTo>
                    <a:cubicBezTo>
                      <a:pt x="2095" y="315"/>
                      <a:pt x="2094" y="317"/>
                      <a:pt x="2095" y="318"/>
                    </a:cubicBezTo>
                    <a:cubicBezTo>
                      <a:pt x="2095" y="319"/>
                      <a:pt x="2095" y="322"/>
                      <a:pt x="2094" y="322"/>
                    </a:cubicBezTo>
                    <a:cubicBezTo>
                      <a:pt x="2092" y="322"/>
                      <a:pt x="2089" y="313"/>
                      <a:pt x="2088" y="312"/>
                    </a:cubicBezTo>
                    <a:cubicBezTo>
                      <a:pt x="2087" y="309"/>
                      <a:pt x="2084" y="308"/>
                      <a:pt x="2081" y="306"/>
                    </a:cubicBezTo>
                    <a:cubicBezTo>
                      <a:pt x="2079" y="304"/>
                      <a:pt x="2077" y="304"/>
                      <a:pt x="2075" y="302"/>
                    </a:cubicBezTo>
                    <a:cubicBezTo>
                      <a:pt x="2072" y="301"/>
                      <a:pt x="2069" y="299"/>
                      <a:pt x="2067" y="296"/>
                    </a:cubicBezTo>
                    <a:cubicBezTo>
                      <a:pt x="2066" y="294"/>
                      <a:pt x="2065" y="292"/>
                      <a:pt x="2064" y="290"/>
                    </a:cubicBezTo>
                    <a:cubicBezTo>
                      <a:pt x="2064" y="289"/>
                      <a:pt x="2064" y="286"/>
                      <a:pt x="2062" y="285"/>
                    </a:cubicBezTo>
                    <a:cubicBezTo>
                      <a:pt x="2059" y="283"/>
                      <a:pt x="2058" y="289"/>
                      <a:pt x="2058" y="291"/>
                    </a:cubicBezTo>
                    <a:cubicBezTo>
                      <a:pt x="2058" y="299"/>
                      <a:pt x="2058" y="306"/>
                      <a:pt x="2056" y="313"/>
                    </a:cubicBezTo>
                    <a:cubicBezTo>
                      <a:pt x="2055" y="312"/>
                      <a:pt x="2054" y="310"/>
                      <a:pt x="2054" y="308"/>
                    </a:cubicBezTo>
                    <a:cubicBezTo>
                      <a:pt x="2054" y="306"/>
                      <a:pt x="2054" y="303"/>
                      <a:pt x="2052" y="301"/>
                    </a:cubicBezTo>
                    <a:cubicBezTo>
                      <a:pt x="2048" y="299"/>
                      <a:pt x="2044" y="306"/>
                      <a:pt x="2042" y="308"/>
                    </a:cubicBezTo>
                    <a:cubicBezTo>
                      <a:pt x="2039" y="311"/>
                      <a:pt x="2036" y="312"/>
                      <a:pt x="2033" y="314"/>
                    </a:cubicBezTo>
                    <a:cubicBezTo>
                      <a:pt x="2032" y="315"/>
                      <a:pt x="2030" y="317"/>
                      <a:pt x="2031" y="319"/>
                    </a:cubicBezTo>
                    <a:cubicBezTo>
                      <a:pt x="2031" y="320"/>
                      <a:pt x="2034" y="321"/>
                      <a:pt x="2036" y="321"/>
                    </a:cubicBezTo>
                    <a:cubicBezTo>
                      <a:pt x="2038" y="322"/>
                      <a:pt x="2040" y="323"/>
                      <a:pt x="2041" y="325"/>
                    </a:cubicBezTo>
                    <a:cubicBezTo>
                      <a:pt x="2042" y="327"/>
                      <a:pt x="2043" y="329"/>
                      <a:pt x="2045" y="330"/>
                    </a:cubicBezTo>
                    <a:cubicBezTo>
                      <a:pt x="2049" y="331"/>
                      <a:pt x="2054" y="328"/>
                      <a:pt x="2057" y="333"/>
                    </a:cubicBezTo>
                    <a:cubicBezTo>
                      <a:pt x="2058" y="335"/>
                      <a:pt x="2058" y="338"/>
                      <a:pt x="2058" y="341"/>
                    </a:cubicBezTo>
                    <a:cubicBezTo>
                      <a:pt x="2059" y="343"/>
                      <a:pt x="2059" y="345"/>
                      <a:pt x="2061" y="346"/>
                    </a:cubicBezTo>
                    <a:cubicBezTo>
                      <a:pt x="2065" y="349"/>
                      <a:pt x="2071" y="345"/>
                      <a:pt x="2075" y="345"/>
                    </a:cubicBezTo>
                    <a:cubicBezTo>
                      <a:pt x="2079" y="346"/>
                      <a:pt x="2081" y="350"/>
                      <a:pt x="2085" y="352"/>
                    </a:cubicBezTo>
                    <a:cubicBezTo>
                      <a:pt x="2089" y="354"/>
                      <a:pt x="2091" y="353"/>
                      <a:pt x="2094" y="350"/>
                    </a:cubicBezTo>
                    <a:cubicBezTo>
                      <a:pt x="2098" y="346"/>
                      <a:pt x="2102" y="343"/>
                      <a:pt x="2107" y="342"/>
                    </a:cubicBezTo>
                    <a:cubicBezTo>
                      <a:pt x="2108" y="342"/>
                      <a:pt x="2110" y="342"/>
                      <a:pt x="2111" y="343"/>
                    </a:cubicBezTo>
                    <a:cubicBezTo>
                      <a:pt x="2112" y="345"/>
                      <a:pt x="2111" y="347"/>
                      <a:pt x="2109" y="348"/>
                    </a:cubicBezTo>
                    <a:cubicBezTo>
                      <a:pt x="2108" y="350"/>
                      <a:pt x="2106" y="352"/>
                      <a:pt x="2104" y="353"/>
                    </a:cubicBezTo>
                    <a:cubicBezTo>
                      <a:pt x="2102" y="353"/>
                      <a:pt x="2101" y="353"/>
                      <a:pt x="2099" y="353"/>
                    </a:cubicBezTo>
                    <a:cubicBezTo>
                      <a:pt x="2093" y="353"/>
                      <a:pt x="2091" y="360"/>
                      <a:pt x="2096" y="363"/>
                    </a:cubicBezTo>
                    <a:cubicBezTo>
                      <a:pt x="2098" y="365"/>
                      <a:pt x="2101" y="364"/>
                      <a:pt x="2104" y="363"/>
                    </a:cubicBezTo>
                    <a:cubicBezTo>
                      <a:pt x="2105" y="362"/>
                      <a:pt x="2108" y="359"/>
                      <a:pt x="2110" y="360"/>
                    </a:cubicBezTo>
                    <a:cubicBezTo>
                      <a:pt x="2114" y="361"/>
                      <a:pt x="2113" y="368"/>
                      <a:pt x="2113" y="371"/>
                    </a:cubicBezTo>
                    <a:cubicBezTo>
                      <a:pt x="2114" y="373"/>
                      <a:pt x="2114" y="375"/>
                      <a:pt x="2114" y="378"/>
                    </a:cubicBezTo>
                    <a:cubicBezTo>
                      <a:pt x="2114" y="379"/>
                      <a:pt x="2113" y="381"/>
                      <a:pt x="2112" y="379"/>
                    </a:cubicBezTo>
                    <a:cubicBezTo>
                      <a:pt x="2111" y="378"/>
                      <a:pt x="2111" y="375"/>
                      <a:pt x="2111" y="373"/>
                    </a:cubicBezTo>
                    <a:cubicBezTo>
                      <a:pt x="2110" y="372"/>
                      <a:pt x="2108" y="371"/>
                      <a:pt x="2107" y="372"/>
                    </a:cubicBezTo>
                    <a:cubicBezTo>
                      <a:pt x="2105" y="372"/>
                      <a:pt x="2103" y="372"/>
                      <a:pt x="2102" y="374"/>
                    </a:cubicBezTo>
                    <a:cubicBezTo>
                      <a:pt x="2101" y="376"/>
                      <a:pt x="2102" y="379"/>
                      <a:pt x="2103" y="381"/>
                    </a:cubicBezTo>
                    <a:cubicBezTo>
                      <a:pt x="2105" y="383"/>
                      <a:pt x="2106" y="386"/>
                      <a:pt x="2106" y="388"/>
                    </a:cubicBezTo>
                    <a:cubicBezTo>
                      <a:pt x="2106" y="391"/>
                      <a:pt x="2105" y="393"/>
                      <a:pt x="2104" y="395"/>
                    </a:cubicBezTo>
                    <a:cubicBezTo>
                      <a:pt x="2104" y="397"/>
                      <a:pt x="2104" y="398"/>
                      <a:pt x="2105" y="399"/>
                    </a:cubicBezTo>
                    <a:cubicBezTo>
                      <a:pt x="2106" y="400"/>
                      <a:pt x="2108" y="401"/>
                      <a:pt x="2109" y="402"/>
                    </a:cubicBezTo>
                    <a:cubicBezTo>
                      <a:pt x="2110" y="402"/>
                      <a:pt x="2112" y="403"/>
                      <a:pt x="2113" y="404"/>
                    </a:cubicBezTo>
                    <a:cubicBezTo>
                      <a:pt x="2114" y="406"/>
                      <a:pt x="2111" y="407"/>
                      <a:pt x="2110" y="408"/>
                    </a:cubicBezTo>
                    <a:cubicBezTo>
                      <a:pt x="2109" y="410"/>
                      <a:pt x="2113" y="412"/>
                      <a:pt x="2114" y="413"/>
                    </a:cubicBezTo>
                    <a:cubicBezTo>
                      <a:pt x="2116" y="415"/>
                      <a:pt x="2118" y="417"/>
                      <a:pt x="2120" y="419"/>
                    </a:cubicBezTo>
                    <a:cubicBezTo>
                      <a:pt x="2122" y="420"/>
                      <a:pt x="2125" y="421"/>
                      <a:pt x="2126" y="423"/>
                    </a:cubicBezTo>
                    <a:cubicBezTo>
                      <a:pt x="2128" y="426"/>
                      <a:pt x="2129" y="429"/>
                      <a:pt x="2129" y="431"/>
                    </a:cubicBezTo>
                    <a:cubicBezTo>
                      <a:pt x="2129" y="434"/>
                      <a:pt x="2128" y="437"/>
                      <a:pt x="2126" y="438"/>
                    </a:cubicBezTo>
                    <a:cubicBezTo>
                      <a:pt x="2122" y="440"/>
                      <a:pt x="2121" y="435"/>
                      <a:pt x="2120" y="433"/>
                    </a:cubicBezTo>
                    <a:cubicBezTo>
                      <a:pt x="2118" y="429"/>
                      <a:pt x="2116" y="425"/>
                      <a:pt x="2113" y="422"/>
                    </a:cubicBezTo>
                    <a:cubicBezTo>
                      <a:pt x="2109" y="419"/>
                      <a:pt x="2105" y="416"/>
                      <a:pt x="2102" y="413"/>
                    </a:cubicBezTo>
                    <a:cubicBezTo>
                      <a:pt x="2098" y="409"/>
                      <a:pt x="2094" y="405"/>
                      <a:pt x="2090" y="402"/>
                    </a:cubicBezTo>
                    <a:cubicBezTo>
                      <a:pt x="2085" y="400"/>
                      <a:pt x="2080" y="398"/>
                      <a:pt x="2076" y="395"/>
                    </a:cubicBezTo>
                    <a:cubicBezTo>
                      <a:pt x="2073" y="393"/>
                      <a:pt x="2071" y="389"/>
                      <a:pt x="2070" y="386"/>
                    </a:cubicBezTo>
                    <a:cubicBezTo>
                      <a:pt x="2067" y="381"/>
                      <a:pt x="2064" y="375"/>
                      <a:pt x="2060" y="371"/>
                    </a:cubicBezTo>
                    <a:cubicBezTo>
                      <a:pt x="2057" y="367"/>
                      <a:pt x="2053" y="366"/>
                      <a:pt x="2049" y="366"/>
                    </a:cubicBezTo>
                    <a:cubicBezTo>
                      <a:pt x="2045" y="366"/>
                      <a:pt x="2040" y="366"/>
                      <a:pt x="2038" y="371"/>
                    </a:cubicBezTo>
                    <a:cubicBezTo>
                      <a:pt x="2038" y="373"/>
                      <a:pt x="2037" y="375"/>
                      <a:pt x="2037" y="377"/>
                    </a:cubicBezTo>
                    <a:cubicBezTo>
                      <a:pt x="2037" y="379"/>
                      <a:pt x="2036" y="381"/>
                      <a:pt x="2036" y="384"/>
                    </a:cubicBezTo>
                    <a:cubicBezTo>
                      <a:pt x="2035" y="387"/>
                      <a:pt x="2036" y="389"/>
                      <a:pt x="2039" y="392"/>
                    </a:cubicBezTo>
                    <a:cubicBezTo>
                      <a:pt x="2041" y="394"/>
                      <a:pt x="2041" y="395"/>
                      <a:pt x="2041" y="398"/>
                    </a:cubicBezTo>
                    <a:cubicBezTo>
                      <a:pt x="2040" y="401"/>
                      <a:pt x="2040" y="403"/>
                      <a:pt x="2040" y="406"/>
                    </a:cubicBezTo>
                    <a:cubicBezTo>
                      <a:pt x="2039" y="408"/>
                      <a:pt x="2039" y="409"/>
                      <a:pt x="2038" y="411"/>
                    </a:cubicBezTo>
                    <a:cubicBezTo>
                      <a:pt x="2038" y="413"/>
                      <a:pt x="2039" y="414"/>
                      <a:pt x="2039" y="416"/>
                    </a:cubicBezTo>
                    <a:cubicBezTo>
                      <a:pt x="2039" y="418"/>
                      <a:pt x="2037" y="418"/>
                      <a:pt x="2037" y="416"/>
                    </a:cubicBezTo>
                    <a:cubicBezTo>
                      <a:pt x="2036" y="415"/>
                      <a:pt x="2036" y="414"/>
                      <a:pt x="2036" y="413"/>
                    </a:cubicBezTo>
                    <a:cubicBezTo>
                      <a:pt x="2036" y="411"/>
                      <a:pt x="2035" y="408"/>
                      <a:pt x="2033" y="407"/>
                    </a:cubicBezTo>
                    <a:cubicBezTo>
                      <a:pt x="2031" y="406"/>
                      <a:pt x="2028" y="406"/>
                      <a:pt x="2025" y="407"/>
                    </a:cubicBezTo>
                    <a:cubicBezTo>
                      <a:pt x="2023" y="408"/>
                      <a:pt x="2023" y="410"/>
                      <a:pt x="2023" y="413"/>
                    </a:cubicBezTo>
                    <a:cubicBezTo>
                      <a:pt x="2022" y="415"/>
                      <a:pt x="2022" y="418"/>
                      <a:pt x="2022" y="421"/>
                    </a:cubicBezTo>
                    <a:cubicBezTo>
                      <a:pt x="2022" y="423"/>
                      <a:pt x="2022" y="425"/>
                      <a:pt x="2021" y="427"/>
                    </a:cubicBezTo>
                    <a:cubicBezTo>
                      <a:pt x="2021" y="428"/>
                      <a:pt x="2020" y="431"/>
                      <a:pt x="2019" y="431"/>
                    </a:cubicBezTo>
                    <a:cubicBezTo>
                      <a:pt x="2018" y="431"/>
                      <a:pt x="2017" y="429"/>
                      <a:pt x="2017" y="429"/>
                    </a:cubicBezTo>
                    <a:cubicBezTo>
                      <a:pt x="2016" y="427"/>
                      <a:pt x="2015" y="425"/>
                      <a:pt x="2014" y="424"/>
                    </a:cubicBezTo>
                    <a:cubicBezTo>
                      <a:pt x="2013" y="422"/>
                      <a:pt x="2011" y="420"/>
                      <a:pt x="2010" y="419"/>
                    </a:cubicBezTo>
                    <a:cubicBezTo>
                      <a:pt x="2009" y="417"/>
                      <a:pt x="2010" y="415"/>
                      <a:pt x="2009" y="413"/>
                    </a:cubicBezTo>
                    <a:cubicBezTo>
                      <a:pt x="2009" y="409"/>
                      <a:pt x="2010" y="407"/>
                      <a:pt x="2013" y="405"/>
                    </a:cubicBezTo>
                    <a:cubicBezTo>
                      <a:pt x="2014" y="404"/>
                      <a:pt x="2016" y="404"/>
                      <a:pt x="2016" y="403"/>
                    </a:cubicBezTo>
                    <a:cubicBezTo>
                      <a:pt x="2017" y="401"/>
                      <a:pt x="2017" y="400"/>
                      <a:pt x="2018" y="399"/>
                    </a:cubicBezTo>
                    <a:cubicBezTo>
                      <a:pt x="2020" y="396"/>
                      <a:pt x="2021" y="394"/>
                      <a:pt x="2023" y="391"/>
                    </a:cubicBezTo>
                    <a:cubicBezTo>
                      <a:pt x="2024" y="390"/>
                      <a:pt x="2027" y="387"/>
                      <a:pt x="2025" y="386"/>
                    </a:cubicBezTo>
                    <a:cubicBezTo>
                      <a:pt x="2023" y="385"/>
                      <a:pt x="2019" y="387"/>
                      <a:pt x="2018" y="389"/>
                    </a:cubicBezTo>
                    <a:cubicBezTo>
                      <a:pt x="2015" y="392"/>
                      <a:pt x="2013" y="396"/>
                      <a:pt x="2010" y="399"/>
                    </a:cubicBezTo>
                    <a:cubicBezTo>
                      <a:pt x="2010" y="399"/>
                      <a:pt x="2010" y="399"/>
                      <a:pt x="2009" y="400"/>
                    </a:cubicBezTo>
                    <a:cubicBezTo>
                      <a:pt x="2009" y="400"/>
                      <a:pt x="2009" y="400"/>
                      <a:pt x="2009" y="400"/>
                    </a:cubicBezTo>
                    <a:cubicBezTo>
                      <a:pt x="2008" y="401"/>
                      <a:pt x="2008" y="402"/>
                      <a:pt x="2008" y="402"/>
                    </a:cubicBezTo>
                    <a:cubicBezTo>
                      <a:pt x="2007" y="403"/>
                      <a:pt x="2006" y="404"/>
                      <a:pt x="2004" y="404"/>
                    </a:cubicBezTo>
                    <a:cubicBezTo>
                      <a:pt x="2003" y="405"/>
                      <a:pt x="2001" y="406"/>
                      <a:pt x="2001" y="408"/>
                    </a:cubicBezTo>
                    <a:cubicBezTo>
                      <a:pt x="2001" y="411"/>
                      <a:pt x="2001" y="414"/>
                      <a:pt x="2001" y="417"/>
                    </a:cubicBezTo>
                    <a:cubicBezTo>
                      <a:pt x="2002" y="418"/>
                      <a:pt x="2002" y="420"/>
                      <a:pt x="2002" y="421"/>
                    </a:cubicBezTo>
                    <a:cubicBezTo>
                      <a:pt x="2002" y="422"/>
                      <a:pt x="2000" y="423"/>
                      <a:pt x="1999" y="424"/>
                    </a:cubicBezTo>
                    <a:cubicBezTo>
                      <a:pt x="1997" y="426"/>
                      <a:pt x="1995" y="427"/>
                      <a:pt x="1993" y="429"/>
                    </a:cubicBezTo>
                    <a:cubicBezTo>
                      <a:pt x="1991" y="430"/>
                      <a:pt x="1988" y="431"/>
                      <a:pt x="1986" y="432"/>
                    </a:cubicBezTo>
                    <a:cubicBezTo>
                      <a:pt x="1984" y="433"/>
                      <a:pt x="1983" y="435"/>
                      <a:pt x="1981" y="435"/>
                    </a:cubicBezTo>
                    <a:cubicBezTo>
                      <a:pt x="1979" y="436"/>
                      <a:pt x="1977" y="437"/>
                      <a:pt x="1977" y="439"/>
                    </a:cubicBezTo>
                    <a:cubicBezTo>
                      <a:pt x="1976" y="442"/>
                      <a:pt x="1977" y="444"/>
                      <a:pt x="1977" y="447"/>
                    </a:cubicBezTo>
                    <a:cubicBezTo>
                      <a:pt x="1977" y="450"/>
                      <a:pt x="1977" y="454"/>
                      <a:pt x="1976" y="458"/>
                    </a:cubicBezTo>
                    <a:cubicBezTo>
                      <a:pt x="1975" y="461"/>
                      <a:pt x="1975" y="466"/>
                      <a:pt x="1976" y="469"/>
                    </a:cubicBezTo>
                    <a:cubicBezTo>
                      <a:pt x="1977" y="472"/>
                      <a:pt x="1978" y="473"/>
                      <a:pt x="1980" y="474"/>
                    </a:cubicBezTo>
                    <a:cubicBezTo>
                      <a:pt x="1983" y="476"/>
                      <a:pt x="1985" y="478"/>
                      <a:pt x="1987" y="480"/>
                    </a:cubicBezTo>
                    <a:cubicBezTo>
                      <a:pt x="1990" y="482"/>
                      <a:pt x="1992" y="485"/>
                      <a:pt x="1994" y="486"/>
                    </a:cubicBezTo>
                    <a:cubicBezTo>
                      <a:pt x="1997" y="488"/>
                      <a:pt x="2000" y="489"/>
                      <a:pt x="2003" y="491"/>
                    </a:cubicBezTo>
                    <a:cubicBezTo>
                      <a:pt x="2006" y="493"/>
                      <a:pt x="2009" y="496"/>
                      <a:pt x="2011" y="499"/>
                    </a:cubicBezTo>
                    <a:cubicBezTo>
                      <a:pt x="2014" y="502"/>
                      <a:pt x="2016" y="504"/>
                      <a:pt x="2019" y="506"/>
                    </a:cubicBezTo>
                    <a:cubicBezTo>
                      <a:pt x="2021" y="508"/>
                      <a:pt x="2024" y="510"/>
                      <a:pt x="2025" y="512"/>
                    </a:cubicBezTo>
                    <a:cubicBezTo>
                      <a:pt x="2026" y="514"/>
                      <a:pt x="2027" y="516"/>
                      <a:pt x="2025" y="516"/>
                    </a:cubicBezTo>
                    <a:cubicBezTo>
                      <a:pt x="2021" y="516"/>
                      <a:pt x="2018" y="514"/>
                      <a:pt x="2015" y="512"/>
                    </a:cubicBezTo>
                    <a:cubicBezTo>
                      <a:pt x="2012" y="510"/>
                      <a:pt x="2009" y="508"/>
                      <a:pt x="2006" y="505"/>
                    </a:cubicBezTo>
                    <a:cubicBezTo>
                      <a:pt x="2003" y="504"/>
                      <a:pt x="2001" y="502"/>
                      <a:pt x="1998" y="500"/>
                    </a:cubicBezTo>
                    <a:cubicBezTo>
                      <a:pt x="1994" y="497"/>
                      <a:pt x="1991" y="493"/>
                      <a:pt x="1985" y="490"/>
                    </a:cubicBezTo>
                    <a:cubicBezTo>
                      <a:pt x="1983" y="489"/>
                      <a:pt x="1980" y="488"/>
                      <a:pt x="1977" y="488"/>
                    </a:cubicBezTo>
                    <a:cubicBezTo>
                      <a:pt x="1975" y="488"/>
                      <a:pt x="1973" y="487"/>
                      <a:pt x="1972" y="489"/>
                    </a:cubicBezTo>
                    <a:cubicBezTo>
                      <a:pt x="1971" y="490"/>
                      <a:pt x="1971" y="493"/>
                      <a:pt x="1970" y="495"/>
                    </a:cubicBezTo>
                    <a:cubicBezTo>
                      <a:pt x="1970" y="499"/>
                      <a:pt x="1969" y="502"/>
                      <a:pt x="1968" y="505"/>
                    </a:cubicBezTo>
                    <a:cubicBezTo>
                      <a:pt x="1967" y="509"/>
                      <a:pt x="1967" y="514"/>
                      <a:pt x="1966" y="518"/>
                    </a:cubicBezTo>
                    <a:cubicBezTo>
                      <a:pt x="1966" y="520"/>
                      <a:pt x="1965" y="522"/>
                      <a:pt x="1965" y="524"/>
                    </a:cubicBezTo>
                    <a:cubicBezTo>
                      <a:pt x="1964" y="525"/>
                      <a:pt x="1963" y="527"/>
                      <a:pt x="1962" y="528"/>
                    </a:cubicBezTo>
                    <a:cubicBezTo>
                      <a:pt x="1961" y="530"/>
                      <a:pt x="1960" y="532"/>
                      <a:pt x="1958" y="533"/>
                    </a:cubicBezTo>
                    <a:cubicBezTo>
                      <a:pt x="1956" y="534"/>
                      <a:pt x="1954" y="534"/>
                      <a:pt x="1952" y="535"/>
                    </a:cubicBezTo>
                    <a:cubicBezTo>
                      <a:pt x="1946" y="539"/>
                      <a:pt x="1941" y="546"/>
                      <a:pt x="1939" y="552"/>
                    </a:cubicBezTo>
                    <a:cubicBezTo>
                      <a:pt x="1938" y="553"/>
                      <a:pt x="1936" y="560"/>
                      <a:pt x="1934" y="559"/>
                    </a:cubicBezTo>
                    <a:cubicBezTo>
                      <a:pt x="1932" y="559"/>
                      <a:pt x="1933" y="555"/>
                      <a:pt x="1933" y="554"/>
                    </a:cubicBezTo>
                    <a:cubicBezTo>
                      <a:pt x="1934" y="552"/>
                      <a:pt x="1935" y="549"/>
                      <a:pt x="1935" y="546"/>
                    </a:cubicBezTo>
                    <a:cubicBezTo>
                      <a:pt x="1937" y="541"/>
                      <a:pt x="1939" y="534"/>
                      <a:pt x="1943" y="531"/>
                    </a:cubicBezTo>
                    <a:cubicBezTo>
                      <a:pt x="1948" y="526"/>
                      <a:pt x="1954" y="524"/>
                      <a:pt x="1957" y="517"/>
                    </a:cubicBezTo>
                    <a:cubicBezTo>
                      <a:pt x="1960" y="512"/>
                      <a:pt x="1958" y="506"/>
                      <a:pt x="1958" y="501"/>
                    </a:cubicBezTo>
                    <a:cubicBezTo>
                      <a:pt x="1958" y="497"/>
                      <a:pt x="1958" y="493"/>
                      <a:pt x="1957" y="490"/>
                    </a:cubicBezTo>
                    <a:cubicBezTo>
                      <a:pt x="1957" y="487"/>
                      <a:pt x="1957" y="484"/>
                      <a:pt x="1958" y="482"/>
                    </a:cubicBezTo>
                    <a:cubicBezTo>
                      <a:pt x="1960" y="478"/>
                      <a:pt x="1965" y="475"/>
                      <a:pt x="1964" y="469"/>
                    </a:cubicBezTo>
                    <a:cubicBezTo>
                      <a:pt x="1963" y="467"/>
                      <a:pt x="1961" y="465"/>
                      <a:pt x="1960" y="463"/>
                    </a:cubicBezTo>
                    <a:cubicBezTo>
                      <a:pt x="1958" y="461"/>
                      <a:pt x="1958" y="458"/>
                      <a:pt x="1958" y="456"/>
                    </a:cubicBezTo>
                    <a:cubicBezTo>
                      <a:pt x="1958" y="449"/>
                      <a:pt x="1960" y="442"/>
                      <a:pt x="1961" y="435"/>
                    </a:cubicBezTo>
                    <a:cubicBezTo>
                      <a:pt x="1962" y="431"/>
                      <a:pt x="1963" y="427"/>
                      <a:pt x="1964" y="423"/>
                    </a:cubicBezTo>
                    <a:cubicBezTo>
                      <a:pt x="1965" y="419"/>
                      <a:pt x="1966" y="415"/>
                      <a:pt x="1965" y="411"/>
                    </a:cubicBezTo>
                    <a:cubicBezTo>
                      <a:pt x="1964" y="406"/>
                      <a:pt x="1962" y="402"/>
                      <a:pt x="1959" y="398"/>
                    </a:cubicBezTo>
                    <a:cubicBezTo>
                      <a:pt x="1958" y="395"/>
                      <a:pt x="1955" y="392"/>
                      <a:pt x="1953" y="389"/>
                    </a:cubicBezTo>
                    <a:cubicBezTo>
                      <a:pt x="1952" y="387"/>
                      <a:pt x="1949" y="383"/>
                      <a:pt x="1947" y="386"/>
                    </a:cubicBezTo>
                    <a:cubicBezTo>
                      <a:pt x="1945" y="387"/>
                      <a:pt x="1945" y="389"/>
                      <a:pt x="1944" y="391"/>
                    </a:cubicBezTo>
                    <a:cubicBezTo>
                      <a:pt x="1944" y="394"/>
                      <a:pt x="1943" y="397"/>
                      <a:pt x="1943" y="399"/>
                    </a:cubicBezTo>
                    <a:cubicBezTo>
                      <a:pt x="1943" y="400"/>
                      <a:pt x="1943" y="402"/>
                      <a:pt x="1942" y="401"/>
                    </a:cubicBezTo>
                    <a:cubicBezTo>
                      <a:pt x="1942" y="401"/>
                      <a:pt x="1942" y="400"/>
                      <a:pt x="1941" y="400"/>
                    </a:cubicBezTo>
                    <a:cubicBezTo>
                      <a:pt x="1941" y="399"/>
                      <a:pt x="1941" y="398"/>
                      <a:pt x="1940" y="397"/>
                    </a:cubicBezTo>
                    <a:cubicBezTo>
                      <a:pt x="1940" y="396"/>
                      <a:pt x="1939" y="393"/>
                      <a:pt x="1937" y="393"/>
                    </a:cubicBezTo>
                    <a:cubicBezTo>
                      <a:pt x="1936" y="394"/>
                      <a:pt x="1936" y="397"/>
                      <a:pt x="1935" y="398"/>
                    </a:cubicBezTo>
                    <a:cubicBezTo>
                      <a:pt x="1934" y="403"/>
                      <a:pt x="1935" y="408"/>
                      <a:pt x="1933" y="413"/>
                    </a:cubicBezTo>
                    <a:cubicBezTo>
                      <a:pt x="1932" y="417"/>
                      <a:pt x="1930" y="420"/>
                      <a:pt x="1930" y="424"/>
                    </a:cubicBezTo>
                    <a:cubicBezTo>
                      <a:pt x="1929" y="427"/>
                      <a:pt x="1929" y="429"/>
                      <a:pt x="1928" y="431"/>
                    </a:cubicBezTo>
                    <a:cubicBezTo>
                      <a:pt x="1928" y="432"/>
                      <a:pt x="1927" y="432"/>
                      <a:pt x="1927" y="431"/>
                    </a:cubicBezTo>
                    <a:cubicBezTo>
                      <a:pt x="1926" y="430"/>
                      <a:pt x="1925" y="424"/>
                      <a:pt x="1922" y="425"/>
                    </a:cubicBezTo>
                    <a:cubicBezTo>
                      <a:pt x="1921" y="426"/>
                      <a:pt x="1920" y="428"/>
                      <a:pt x="1919" y="430"/>
                    </a:cubicBezTo>
                    <a:cubicBezTo>
                      <a:pt x="1918" y="432"/>
                      <a:pt x="1917" y="434"/>
                      <a:pt x="1916" y="436"/>
                    </a:cubicBezTo>
                    <a:cubicBezTo>
                      <a:pt x="1915" y="438"/>
                      <a:pt x="1913" y="440"/>
                      <a:pt x="1912" y="442"/>
                    </a:cubicBezTo>
                    <a:cubicBezTo>
                      <a:pt x="1910" y="446"/>
                      <a:pt x="1910" y="450"/>
                      <a:pt x="1909" y="454"/>
                    </a:cubicBezTo>
                    <a:cubicBezTo>
                      <a:pt x="1909" y="457"/>
                      <a:pt x="1908" y="460"/>
                      <a:pt x="1910" y="463"/>
                    </a:cubicBezTo>
                    <a:cubicBezTo>
                      <a:pt x="1911" y="467"/>
                      <a:pt x="1913" y="470"/>
                      <a:pt x="1915" y="473"/>
                    </a:cubicBezTo>
                    <a:cubicBezTo>
                      <a:pt x="1918" y="475"/>
                      <a:pt x="1921" y="477"/>
                      <a:pt x="1924" y="478"/>
                    </a:cubicBezTo>
                    <a:cubicBezTo>
                      <a:pt x="1927" y="479"/>
                      <a:pt x="1930" y="481"/>
                      <a:pt x="1932" y="483"/>
                    </a:cubicBezTo>
                    <a:cubicBezTo>
                      <a:pt x="1933" y="484"/>
                      <a:pt x="1934" y="485"/>
                      <a:pt x="1934" y="485"/>
                    </a:cubicBezTo>
                    <a:cubicBezTo>
                      <a:pt x="1931" y="486"/>
                      <a:pt x="1929" y="484"/>
                      <a:pt x="1926" y="483"/>
                    </a:cubicBezTo>
                    <a:cubicBezTo>
                      <a:pt x="1924" y="483"/>
                      <a:pt x="1921" y="482"/>
                      <a:pt x="1919" y="481"/>
                    </a:cubicBezTo>
                    <a:cubicBezTo>
                      <a:pt x="1917" y="480"/>
                      <a:pt x="1915" y="480"/>
                      <a:pt x="1913" y="479"/>
                    </a:cubicBezTo>
                    <a:cubicBezTo>
                      <a:pt x="1911" y="478"/>
                      <a:pt x="1909" y="478"/>
                      <a:pt x="1907" y="480"/>
                    </a:cubicBezTo>
                    <a:cubicBezTo>
                      <a:pt x="1906" y="481"/>
                      <a:pt x="1904" y="482"/>
                      <a:pt x="1904" y="484"/>
                    </a:cubicBezTo>
                    <a:cubicBezTo>
                      <a:pt x="1903" y="485"/>
                      <a:pt x="1904" y="487"/>
                      <a:pt x="1904" y="489"/>
                    </a:cubicBezTo>
                    <a:cubicBezTo>
                      <a:pt x="1904" y="493"/>
                      <a:pt x="1903" y="498"/>
                      <a:pt x="1903" y="502"/>
                    </a:cubicBezTo>
                    <a:cubicBezTo>
                      <a:pt x="1902" y="507"/>
                      <a:pt x="1901" y="512"/>
                      <a:pt x="1901" y="517"/>
                    </a:cubicBezTo>
                    <a:cubicBezTo>
                      <a:pt x="1901" y="521"/>
                      <a:pt x="1900" y="524"/>
                      <a:pt x="1897" y="526"/>
                    </a:cubicBezTo>
                    <a:cubicBezTo>
                      <a:pt x="1896" y="527"/>
                      <a:pt x="1891" y="531"/>
                      <a:pt x="1889" y="529"/>
                    </a:cubicBezTo>
                    <a:cubicBezTo>
                      <a:pt x="1888" y="527"/>
                      <a:pt x="1889" y="524"/>
                      <a:pt x="1889" y="522"/>
                    </a:cubicBezTo>
                    <a:cubicBezTo>
                      <a:pt x="1890" y="519"/>
                      <a:pt x="1891" y="516"/>
                      <a:pt x="1892" y="513"/>
                    </a:cubicBezTo>
                    <a:cubicBezTo>
                      <a:pt x="1894" y="511"/>
                      <a:pt x="1895" y="508"/>
                      <a:pt x="1896" y="505"/>
                    </a:cubicBezTo>
                    <a:cubicBezTo>
                      <a:pt x="1897" y="502"/>
                      <a:pt x="1897" y="499"/>
                      <a:pt x="1898" y="496"/>
                    </a:cubicBezTo>
                    <a:cubicBezTo>
                      <a:pt x="1898" y="492"/>
                      <a:pt x="1898" y="488"/>
                      <a:pt x="1899" y="483"/>
                    </a:cubicBezTo>
                    <a:cubicBezTo>
                      <a:pt x="1899" y="478"/>
                      <a:pt x="1900" y="473"/>
                      <a:pt x="1899" y="469"/>
                    </a:cubicBezTo>
                    <a:cubicBezTo>
                      <a:pt x="1898" y="463"/>
                      <a:pt x="1897" y="457"/>
                      <a:pt x="1898" y="451"/>
                    </a:cubicBezTo>
                    <a:cubicBezTo>
                      <a:pt x="1898" y="445"/>
                      <a:pt x="1900" y="439"/>
                      <a:pt x="1899" y="433"/>
                    </a:cubicBezTo>
                    <a:cubicBezTo>
                      <a:pt x="1899" y="432"/>
                      <a:pt x="1899" y="431"/>
                      <a:pt x="1899" y="430"/>
                    </a:cubicBezTo>
                    <a:cubicBezTo>
                      <a:pt x="1896" y="429"/>
                      <a:pt x="1893" y="429"/>
                      <a:pt x="1889" y="430"/>
                    </a:cubicBezTo>
                    <a:cubicBezTo>
                      <a:pt x="1885" y="432"/>
                      <a:pt x="1882" y="434"/>
                      <a:pt x="1878" y="436"/>
                    </a:cubicBezTo>
                    <a:cubicBezTo>
                      <a:pt x="1873" y="438"/>
                      <a:pt x="1868" y="439"/>
                      <a:pt x="1863" y="441"/>
                    </a:cubicBezTo>
                    <a:cubicBezTo>
                      <a:pt x="1859" y="443"/>
                      <a:pt x="1854" y="444"/>
                      <a:pt x="1850" y="447"/>
                    </a:cubicBezTo>
                    <a:cubicBezTo>
                      <a:pt x="1843" y="451"/>
                      <a:pt x="1839" y="460"/>
                      <a:pt x="1836" y="468"/>
                    </a:cubicBezTo>
                    <a:cubicBezTo>
                      <a:pt x="1834" y="472"/>
                      <a:pt x="1832" y="476"/>
                      <a:pt x="1831" y="481"/>
                    </a:cubicBezTo>
                    <a:cubicBezTo>
                      <a:pt x="1830" y="486"/>
                      <a:pt x="1829" y="492"/>
                      <a:pt x="1831" y="496"/>
                    </a:cubicBezTo>
                    <a:cubicBezTo>
                      <a:pt x="1833" y="500"/>
                      <a:pt x="1837" y="501"/>
                      <a:pt x="1840" y="499"/>
                    </a:cubicBezTo>
                    <a:cubicBezTo>
                      <a:pt x="1843" y="498"/>
                      <a:pt x="1845" y="495"/>
                      <a:pt x="1848" y="495"/>
                    </a:cubicBezTo>
                    <a:cubicBezTo>
                      <a:pt x="1852" y="496"/>
                      <a:pt x="1855" y="499"/>
                      <a:pt x="1856" y="502"/>
                    </a:cubicBezTo>
                    <a:cubicBezTo>
                      <a:pt x="1858" y="505"/>
                      <a:pt x="1854" y="503"/>
                      <a:pt x="1852" y="502"/>
                    </a:cubicBezTo>
                    <a:cubicBezTo>
                      <a:pt x="1849" y="501"/>
                      <a:pt x="1845" y="501"/>
                      <a:pt x="1843" y="504"/>
                    </a:cubicBezTo>
                    <a:cubicBezTo>
                      <a:pt x="1840" y="508"/>
                      <a:pt x="1840" y="512"/>
                      <a:pt x="1838" y="515"/>
                    </a:cubicBezTo>
                    <a:cubicBezTo>
                      <a:pt x="1837" y="518"/>
                      <a:pt x="1836" y="520"/>
                      <a:pt x="1837" y="523"/>
                    </a:cubicBezTo>
                    <a:cubicBezTo>
                      <a:pt x="1839" y="526"/>
                      <a:pt x="1841" y="530"/>
                      <a:pt x="1844" y="533"/>
                    </a:cubicBezTo>
                    <a:cubicBezTo>
                      <a:pt x="1846" y="535"/>
                      <a:pt x="1848" y="537"/>
                      <a:pt x="1851" y="539"/>
                    </a:cubicBezTo>
                    <a:cubicBezTo>
                      <a:pt x="1853" y="541"/>
                      <a:pt x="1855" y="542"/>
                      <a:pt x="1858" y="542"/>
                    </a:cubicBezTo>
                    <a:cubicBezTo>
                      <a:pt x="1862" y="541"/>
                      <a:pt x="1865" y="540"/>
                      <a:pt x="1869" y="542"/>
                    </a:cubicBezTo>
                    <a:cubicBezTo>
                      <a:pt x="1872" y="543"/>
                      <a:pt x="1874" y="546"/>
                      <a:pt x="1875" y="549"/>
                    </a:cubicBezTo>
                    <a:cubicBezTo>
                      <a:pt x="1876" y="551"/>
                      <a:pt x="1875" y="554"/>
                      <a:pt x="1876" y="556"/>
                    </a:cubicBezTo>
                    <a:cubicBezTo>
                      <a:pt x="1876" y="558"/>
                      <a:pt x="1876" y="560"/>
                      <a:pt x="1876" y="562"/>
                    </a:cubicBezTo>
                    <a:cubicBezTo>
                      <a:pt x="1877" y="566"/>
                      <a:pt x="1878" y="571"/>
                      <a:pt x="1882" y="573"/>
                    </a:cubicBezTo>
                    <a:cubicBezTo>
                      <a:pt x="1884" y="574"/>
                      <a:pt x="1887" y="574"/>
                      <a:pt x="1889" y="576"/>
                    </a:cubicBezTo>
                    <a:cubicBezTo>
                      <a:pt x="1891" y="578"/>
                      <a:pt x="1888" y="581"/>
                      <a:pt x="1885" y="581"/>
                    </a:cubicBezTo>
                    <a:cubicBezTo>
                      <a:pt x="1883" y="581"/>
                      <a:pt x="1881" y="581"/>
                      <a:pt x="1879" y="580"/>
                    </a:cubicBezTo>
                    <a:cubicBezTo>
                      <a:pt x="1877" y="580"/>
                      <a:pt x="1875" y="580"/>
                      <a:pt x="1873" y="580"/>
                    </a:cubicBezTo>
                    <a:cubicBezTo>
                      <a:pt x="1870" y="580"/>
                      <a:pt x="1867" y="580"/>
                      <a:pt x="1865" y="578"/>
                    </a:cubicBezTo>
                    <a:cubicBezTo>
                      <a:pt x="1861" y="576"/>
                      <a:pt x="1867" y="570"/>
                      <a:pt x="1868" y="568"/>
                    </a:cubicBezTo>
                    <a:cubicBezTo>
                      <a:pt x="1870" y="565"/>
                      <a:pt x="1872" y="562"/>
                      <a:pt x="1872" y="559"/>
                    </a:cubicBezTo>
                    <a:cubicBezTo>
                      <a:pt x="1872" y="557"/>
                      <a:pt x="1871" y="556"/>
                      <a:pt x="1871" y="555"/>
                    </a:cubicBezTo>
                    <a:cubicBezTo>
                      <a:pt x="1870" y="554"/>
                      <a:pt x="1870" y="552"/>
                      <a:pt x="1869" y="551"/>
                    </a:cubicBezTo>
                    <a:cubicBezTo>
                      <a:pt x="1868" y="550"/>
                      <a:pt x="1867" y="551"/>
                      <a:pt x="1866" y="550"/>
                    </a:cubicBezTo>
                    <a:cubicBezTo>
                      <a:pt x="1864" y="550"/>
                      <a:pt x="1864" y="549"/>
                      <a:pt x="1862" y="548"/>
                    </a:cubicBezTo>
                    <a:cubicBezTo>
                      <a:pt x="1861" y="548"/>
                      <a:pt x="1859" y="548"/>
                      <a:pt x="1858" y="548"/>
                    </a:cubicBezTo>
                    <a:cubicBezTo>
                      <a:pt x="1855" y="548"/>
                      <a:pt x="1853" y="547"/>
                      <a:pt x="1850" y="546"/>
                    </a:cubicBezTo>
                    <a:cubicBezTo>
                      <a:pt x="1847" y="546"/>
                      <a:pt x="1845" y="545"/>
                      <a:pt x="1843" y="543"/>
                    </a:cubicBezTo>
                    <a:cubicBezTo>
                      <a:pt x="1842" y="541"/>
                      <a:pt x="1841" y="540"/>
                      <a:pt x="1839" y="539"/>
                    </a:cubicBezTo>
                    <a:cubicBezTo>
                      <a:pt x="1838" y="538"/>
                      <a:pt x="1837" y="538"/>
                      <a:pt x="1836" y="537"/>
                    </a:cubicBezTo>
                    <a:cubicBezTo>
                      <a:pt x="1835" y="537"/>
                      <a:pt x="1833" y="536"/>
                      <a:pt x="1833" y="534"/>
                    </a:cubicBezTo>
                    <a:cubicBezTo>
                      <a:pt x="1832" y="533"/>
                      <a:pt x="1832" y="531"/>
                      <a:pt x="1832" y="530"/>
                    </a:cubicBezTo>
                    <a:cubicBezTo>
                      <a:pt x="1831" y="527"/>
                      <a:pt x="1831" y="524"/>
                      <a:pt x="1829" y="521"/>
                    </a:cubicBezTo>
                    <a:cubicBezTo>
                      <a:pt x="1829" y="519"/>
                      <a:pt x="1828" y="518"/>
                      <a:pt x="1827" y="516"/>
                    </a:cubicBezTo>
                    <a:cubicBezTo>
                      <a:pt x="1827" y="514"/>
                      <a:pt x="1826" y="513"/>
                      <a:pt x="1825" y="511"/>
                    </a:cubicBezTo>
                    <a:cubicBezTo>
                      <a:pt x="1825" y="510"/>
                      <a:pt x="1824" y="509"/>
                      <a:pt x="1824" y="508"/>
                    </a:cubicBezTo>
                    <a:cubicBezTo>
                      <a:pt x="1824" y="507"/>
                      <a:pt x="1824" y="506"/>
                      <a:pt x="1824" y="505"/>
                    </a:cubicBezTo>
                    <a:cubicBezTo>
                      <a:pt x="1823" y="503"/>
                      <a:pt x="1823" y="502"/>
                      <a:pt x="1822" y="500"/>
                    </a:cubicBezTo>
                    <a:cubicBezTo>
                      <a:pt x="1821" y="499"/>
                      <a:pt x="1819" y="499"/>
                      <a:pt x="1818" y="499"/>
                    </a:cubicBezTo>
                    <a:cubicBezTo>
                      <a:pt x="1817" y="499"/>
                      <a:pt x="1816" y="500"/>
                      <a:pt x="1815" y="500"/>
                    </a:cubicBezTo>
                    <a:cubicBezTo>
                      <a:pt x="1814" y="500"/>
                      <a:pt x="1813" y="500"/>
                      <a:pt x="1812" y="501"/>
                    </a:cubicBezTo>
                    <a:cubicBezTo>
                      <a:pt x="1810" y="501"/>
                      <a:pt x="1808" y="503"/>
                      <a:pt x="1806" y="503"/>
                    </a:cubicBezTo>
                    <a:cubicBezTo>
                      <a:pt x="1803" y="504"/>
                      <a:pt x="1800" y="506"/>
                      <a:pt x="1797" y="507"/>
                    </a:cubicBezTo>
                    <a:cubicBezTo>
                      <a:pt x="1796" y="508"/>
                      <a:pt x="1794" y="509"/>
                      <a:pt x="1793" y="509"/>
                    </a:cubicBezTo>
                    <a:cubicBezTo>
                      <a:pt x="1789" y="511"/>
                      <a:pt x="1786" y="511"/>
                      <a:pt x="1785" y="515"/>
                    </a:cubicBezTo>
                    <a:cubicBezTo>
                      <a:pt x="1784" y="517"/>
                      <a:pt x="1784" y="520"/>
                      <a:pt x="1784" y="522"/>
                    </a:cubicBezTo>
                    <a:cubicBezTo>
                      <a:pt x="1784" y="524"/>
                      <a:pt x="1784" y="525"/>
                      <a:pt x="1785" y="526"/>
                    </a:cubicBezTo>
                    <a:cubicBezTo>
                      <a:pt x="1785" y="528"/>
                      <a:pt x="1785" y="530"/>
                      <a:pt x="1786" y="531"/>
                    </a:cubicBezTo>
                    <a:cubicBezTo>
                      <a:pt x="1787" y="532"/>
                      <a:pt x="1789" y="533"/>
                      <a:pt x="1791" y="533"/>
                    </a:cubicBezTo>
                    <a:cubicBezTo>
                      <a:pt x="1793" y="534"/>
                      <a:pt x="1795" y="535"/>
                      <a:pt x="1796" y="536"/>
                    </a:cubicBezTo>
                    <a:cubicBezTo>
                      <a:pt x="1797" y="538"/>
                      <a:pt x="1798" y="540"/>
                      <a:pt x="1798" y="541"/>
                    </a:cubicBezTo>
                    <a:cubicBezTo>
                      <a:pt x="1799" y="543"/>
                      <a:pt x="1800" y="545"/>
                      <a:pt x="1802" y="546"/>
                    </a:cubicBezTo>
                    <a:cubicBezTo>
                      <a:pt x="1804" y="548"/>
                      <a:pt x="1807" y="548"/>
                      <a:pt x="1810" y="549"/>
                    </a:cubicBezTo>
                    <a:cubicBezTo>
                      <a:pt x="1813" y="550"/>
                      <a:pt x="1817" y="551"/>
                      <a:pt x="1821" y="552"/>
                    </a:cubicBezTo>
                    <a:cubicBezTo>
                      <a:pt x="1824" y="553"/>
                      <a:pt x="1827" y="555"/>
                      <a:pt x="1830" y="557"/>
                    </a:cubicBezTo>
                    <a:cubicBezTo>
                      <a:pt x="1832" y="559"/>
                      <a:pt x="1835" y="560"/>
                      <a:pt x="1835" y="564"/>
                    </a:cubicBezTo>
                    <a:cubicBezTo>
                      <a:pt x="1835" y="567"/>
                      <a:pt x="1830" y="564"/>
                      <a:pt x="1829" y="563"/>
                    </a:cubicBezTo>
                    <a:cubicBezTo>
                      <a:pt x="1825" y="561"/>
                      <a:pt x="1822" y="562"/>
                      <a:pt x="1818" y="562"/>
                    </a:cubicBezTo>
                    <a:cubicBezTo>
                      <a:pt x="1815" y="562"/>
                      <a:pt x="1812" y="560"/>
                      <a:pt x="1810" y="560"/>
                    </a:cubicBezTo>
                    <a:cubicBezTo>
                      <a:pt x="1807" y="560"/>
                      <a:pt x="1808" y="564"/>
                      <a:pt x="1809" y="565"/>
                    </a:cubicBezTo>
                    <a:cubicBezTo>
                      <a:pt x="1811" y="568"/>
                      <a:pt x="1813" y="570"/>
                      <a:pt x="1813" y="573"/>
                    </a:cubicBezTo>
                    <a:cubicBezTo>
                      <a:pt x="1813" y="574"/>
                      <a:pt x="1813" y="576"/>
                      <a:pt x="1812" y="576"/>
                    </a:cubicBezTo>
                    <a:cubicBezTo>
                      <a:pt x="1810" y="577"/>
                      <a:pt x="1809" y="575"/>
                      <a:pt x="1808" y="574"/>
                    </a:cubicBezTo>
                    <a:cubicBezTo>
                      <a:pt x="1807" y="572"/>
                      <a:pt x="1806" y="569"/>
                      <a:pt x="1805" y="567"/>
                    </a:cubicBezTo>
                    <a:cubicBezTo>
                      <a:pt x="1804" y="565"/>
                      <a:pt x="1803" y="563"/>
                      <a:pt x="1802" y="561"/>
                    </a:cubicBezTo>
                    <a:cubicBezTo>
                      <a:pt x="1800" y="558"/>
                      <a:pt x="1799" y="554"/>
                      <a:pt x="1796" y="552"/>
                    </a:cubicBezTo>
                    <a:cubicBezTo>
                      <a:pt x="1792" y="550"/>
                      <a:pt x="1792" y="556"/>
                      <a:pt x="1792" y="559"/>
                    </a:cubicBezTo>
                    <a:cubicBezTo>
                      <a:pt x="1793" y="562"/>
                      <a:pt x="1794" y="566"/>
                      <a:pt x="1794" y="570"/>
                    </a:cubicBezTo>
                    <a:cubicBezTo>
                      <a:pt x="1794" y="574"/>
                      <a:pt x="1794" y="577"/>
                      <a:pt x="1792" y="580"/>
                    </a:cubicBezTo>
                    <a:cubicBezTo>
                      <a:pt x="1792" y="581"/>
                      <a:pt x="1792" y="583"/>
                      <a:pt x="1791" y="583"/>
                    </a:cubicBezTo>
                    <a:cubicBezTo>
                      <a:pt x="1790" y="585"/>
                      <a:pt x="1790" y="583"/>
                      <a:pt x="1790" y="582"/>
                    </a:cubicBezTo>
                    <a:cubicBezTo>
                      <a:pt x="1789" y="581"/>
                      <a:pt x="1790" y="579"/>
                      <a:pt x="1789" y="578"/>
                    </a:cubicBezTo>
                    <a:cubicBezTo>
                      <a:pt x="1789" y="576"/>
                      <a:pt x="1789" y="575"/>
                      <a:pt x="1789" y="573"/>
                    </a:cubicBezTo>
                    <a:cubicBezTo>
                      <a:pt x="1789" y="571"/>
                      <a:pt x="1789" y="569"/>
                      <a:pt x="1788" y="567"/>
                    </a:cubicBezTo>
                    <a:cubicBezTo>
                      <a:pt x="1788" y="566"/>
                      <a:pt x="1788" y="565"/>
                      <a:pt x="1788" y="564"/>
                    </a:cubicBezTo>
                    <a:cubicBezTo>
                      <a:pt x="1788" y="562"/>
                      <a:pt x="1788" y="560"/>
                      <a:pt x="1788" y="559"/>
                    </a:cubicBezTo>
                    <a:cubicBezTo>
                      <a:pt x="1787" y="556"/>
                      <a:pt x="1787" y="552"/>
                      <a:pt x="1785" y="549"/>
                    </a:cubicBezTo>
                    <a:cubicBezTo>
                      <a:pt x="1782" y="546"/>
                      <a:pt x="1777" y="547"/>
                      <a:pt x="1774" y="544"/>
                    </a:cubicBezTo>
                    <a:cubicBezTo>
                      <a:pt x="1773" y="542"/>
                      <a:pt x="1773" y="540"/>
                      <a:pt x="1773" y="538"/>
                    </a:cubicBezTo>
                    <a:cubicBezTo>
                      <a:pt x="1773" y="535"/>
                      <a:pt x="1774" y="532"/>
                      <a:pt x="1773" y="530"/>
                    </a:cubicBezTo>
                    <a:cubicBezTo>
                      <a:pt x="1771" y="525"/>
                      <a:pt x="1766" y="524"/>
                      <a:pt x="1761" y="524"/>
                    </a:cubicBezTo>
                    <a:cubicBezTo>
                      <a:pt x="1756" y="524"/>
                      <a:pt x="1754" y="528"/>
                      <a:pt x="1753" y="533"/>
                    </a:cubicBezTo>
                    <a:cubicBezTo>
                      <a:pt x="1752" y="539"/>
                      <a:pt x="1753" y="545"/>
                      <a:pt x="1751" y="551"/>
                    </a:cubicBezTo>
                    <a:cubicBezTo>
                      <a:pt x="1749" y="554"/>
                      <a:pt x="1746" y="557"/>
                      <a:pt x="1745" y="560"/>
                    </a:cubicBezTo>
                    <a:cubicBezTo>
                      <a:pt x="1742" y="564"/>
                      <a:pt x="1741" y="567"/>
                      <a:pt x="1740" y="571"/>
                    </a:cubicBezTo>
                    <a:cubicBezTo>
                      <a:pt x="1739" y="575"/>
                      <a:pt x="1738" y="579"/>
                      <a:pt x="1740" y="583"/>
                    </a:cubicBezTo>
                    <a:cubicBezTo>
                      <a:pt x="1741" y="586"/>
                      <a:pt x="1743" y="588"/>
                      <a:pt x="1744" y="591"/>
                    </a:cubicBezTo>
                    <a:cubicBezTo>
                      <a:pt x="1745" y="592"/>
                      <a:pt x="1745" y="594"/>
                      <a:pt x="1745" y="595"/>
                    </a:cubicBezTo>
                    <a:cubicBezTo>
                      <a:pt x="1745" y="597"/>
                      <a:pt x="1745" y="598"/>
                      <a:pt x="1746" y="600"/>
                    </a:cubicBezTo>
                    <a:cubicBezTo>
                      <a:pt x="1747" y="600"/>
                      <a:pt x="1747" y="601"/>
                      <a:pt x="1748" y="602"/>
                    </a:cubicBezTo>
                    <a:cubicBezTo>
                      <a:pt x="1748" y="603"/>
                      <a:pt x="1748" y="604"/>
                      <a:pt x="1748" y="604"/>
                    </a:cubicBezTo>
                    <a:cubicBezTo>
                      <a:pt x="1749" y="606"/>
                      <a:pt x="1751" y="606"/>
                      <a:pt x="1752" y="608"/>
                    </a:cubicBezTo>
                    <a:cubicBezTo>
                      <a:pt x="1752" y="609"/>
                      <a:pt x="1751" y="610"/>
                      <a:pt x="1751" y="612"/>
                    </a:cubicBezTo>
                    <a:cubicBezTo>
                      <a:pt x="1751" y="613"/>
                      <a:pt x="1750" y="614"/>
                      <a:pt x="1750" y="615"/>
                    </a:cubicBezTo>
                    <a:cubicBezTo>
                      <a:pt x="1749" y="618"/>
                      <a:pt x="1747" y="615"/>
                      <a:pt x="1747" y="614"/>
                    </a:cubicBezTo>
                    <a:cubicBezTo>
                      <a:pt x="1746" y="611"/>
                      <a:pt x="1747" y="609"/>
                      <a:pt x="1745" y="607"/>
                    </a:cubicBezTo>
                    <a:cubicBezTo>
                      <a:pt x="1742" y="605"/>
                      <a:pt x="1739" y="607"/>
                      <a:pt x="1737" y="609"/>
                    </a:cubicBezTo>
                    <a:cubicBezTo>
                      <a:pt x="1735" y="610"/>
                      <a:pt x="1734" y="611"/>
                      <a:pt x="1732" y="613"/>
                    </a:cubicBezTo>
                    <a:cubicBezTo>
                      <a:pt x="1732" y="614"/>
                      <a:pt x="1731" y="614"/>
                      <a:pt x="1730" y="614"/>
                    </a:cubicBezTo>
                    <a:cubicBezTo>
                      <a:pt x="1726" y="615"/>
                      <a:pt x="1722" y="615"/>
                      <a:pt x="1718" y="616"/>
                    </a:cubicBezTo>
                    <a:cubicBezTo>
                      <a:pt x="1716" y="616"/>
                      <a:pt x="1714" y="617"/>
                      <a:pt x="1712" y="618"/>
                    </a:cubicBezTo>
                    <a:cubicBezTo>
                      <a:pt x="1710" y="619"/>
                      <a:pt x="1708" y="620"/>
                      <a:pt x="1706" y="621"/>
                    </a:cubicBezTo>
                    <a:cubicBezTo>
                      <a:pt x="1705" y="622"/>
                      <a:pt x="1704" y="623"/>
                      <a:pt x="1705" y="625"/>
                    </a:cubicBezTo>
                    <a:cubicBezTo>
                      <a:pt x="1705" y="627"/>
                      <a:pt x="1707" y="628"/>
                      <a:pt x="1706" y="630"/>
                    </a:cubicBezTo>
                    <a:cubicBezTo>
                      <a:pt x="1706" y="632"/>
                      <a:pt x="1704" y="634"/>
                      <a:pt x="1703" y="636"/>
                    </a:cubicBezTo>
                    <a:cubicBezTo>
                      <a:pt x="1699" y="639"/>
                      <a:pt x="1695" y="641"/>
                      <a:pt x="1693" y="646"/>
                    </a:cubicBezTo>
                    <a:cubicBezTo>
                      <a:pt x="1692" y="647"/>
                      <a:pt x="1692" y="649"/>
                      <a:pt x="1693" y="651"/>
                    </a:cubicBezTo>
                    <a:cubicBezTo>
                      <a:pt x="1694" y="653"/>
                      <a:pt x="1696" y="655"/>
                      <a:pt x="1695" y="657"/>
                    </a:cubicBezTo>
                    <a:cubicBezTo>
                      <a:pt x="1695" y="659"/>
                      <a:pt x="1693" y="659"/>
                      <a:pt x="1692" y="661"/>
                    </a:cubicBezTo>
                    <a:cubicBezTo>
                      <a:pt x="1691" y="662"/>
                      <a:pt x="1691" y="664"/>
                      <a:pt x="1691" y="666"/>
                    </a:cubicBezTo>
                    <a:cubicBezTo>
                      <a:pt x="1691" y="668"/>
                      <a:pt x="1691" y="670"/>
                      <a:pt x="1691" y="672"/>
                    </a:cubicBezTo>
                    <a:cubicBezTo>
                      <a:pt x="1691" y="674"/>
                      <a:pt x="1693" y="674"/>
                      <a:pt x="1695" y="674"/>
                    </a:cubicBezTo>
                    <a:cubicBezTo>
                      <a:pt x="1701" y="674"/>
                      <a:pt x="1704" y="670"/>
                      <a:pt x="1709" y="667"/>
                    </a:cubicBezTo>
                    <a:cubicBezTo>
                      <a:pt x="1713" y="664"/>
                      <a:pt x="1716" y="669"/>
                      <a:pt x="1718" y="672"/>
                    </a:cubicBezTo>
                    <a:cubicBezTo>
                      <a:pt x="1720" y="674"/>
                      <a:pt x="1721" y="676"/>
                      <a:pt x="1722" y="678"/>
                    </a:cubicBezTo>
                    <a:cubicBezTo>
                      <a:pt x="1723" y="680"/>
                      <a:pt x="1723" y="683"/>
                      <a:pt x="1721" y="683"/>
                    </a:cubicBezTo>
                    <a:cubicBezTo>
                      <a:pt x="1716" y="684"/>
                      <a:pt x="1715" y="677"/>
                      <a:pt x="1711" y="676"/>
                    </a:cubicBezTo>
                    <a:cubicBezTo>
                      <a:pt x="1708" y="676"/>
                      <a:pt x="1707" y="677"/>
                      <a:pt x="1705" y="678"/>
                    </a:cubicBezTo>
                    <a:cubicBezTo>
                      <a:pt x="1703" y="680"/>
                      <a:pt x="1702" y="681"/>
                      <a:pt x="1699" y="682"/>
                    </a:cubicBezTo>
                    <a:cubicBezTo>
                      <a:pt x="1697" y="682"/>
                      <a:pt x="1695" y="683"/>
                      <a:pt x="1694" y="684"/>
                    </a:cubicBezTo>
                    <a:cubicBezTo>
                      <a:pt x="1693" y="686"/>
                      <a:pt x="1693" y="689"/>
                      <a:pt x="1693" y="691"/>
                    </a:cubicBezTo>
                    <a:cubicBezTo>
                      <a:pt x="1695" y="697"/>
                      <a:pt x="1701" y="698"/>
                      <a:pt x="1706" y="699"/>
                    </a:cubicBezTo>
                    <a:cubicBezTo>
                      <a:pt x="1708" y="700"/>
                      <a:pt x="1710" y="701"/>
                      <a:pt x="1713" y="702"/>
                    </a:cubicBezTo>
                    <a:cubicBezTo>
                      <a:pt x="1715" y="704"/>
                      <a:pt x="1718" y="704"/>
                      <a:pt x="1720" y="705"/>
                    </a:cubicBezTo>
                    <a:cubicBezTo>
                      <a:pt x="1722" y="705"/>
                      <a:pt x="1725" y="707"/>
                      <a:pt x="1724" y="709"/>
                    </a:cubicBezTo>
                    <a:cubicBezTo>
                      <a:pt x="1723" y="712"/>
                      <a:pt x="1719" y="712"/>
                      <a:pt x="1717" y="712"/>
                    </a:cubicBezTo>
                    <a:cubicBezTo>
                      <a:pt x="1712" y="711"/>
                      <a:pt x="1708" y="707"/>
                      <a:pt x="1703" y="704"/>
                    </a:cubicBezTo>
                    <a:cubicBezTo>
                      <a:pt x="1700" y="701"/>
                      <a:pt x="1696" y="699"/>
                      <a:pt x="1691" y="698"/>
                    </a:cubicBezTo>
                    <a:cubicBezTo>
                      <a:pt x="1687" y="697"/>
                      <a:pt x="1683" y="699"/>
                      <a:pt x="1679" y="701"/>
                    </a:cubicBezTo>
                    <a:cubicBezTo>
                      <a:pt x="1675" y="702"/>
                      <a:pt x="1674" y="705"/>
                      <a:pt x="1673" y="709"/>
                    </a:cubicBezTo>
                    <a:cubicBezTo>
                      <a:pt x="1672" y="711"/>
                      <a:pt x="1671" y="712"/>
                      <a:pt x="1672" y="714"/>
                    </a:cubicBezTo>
                    <a:cubicBezTo>
                      <a:pt x="1673" y="716"/>
                      <a:pt x="1673" y="717"/>
                      <a:pt x="1675" y="717"/>
                    </a:cubicBezTo>
                    <a:cubicBezTo>
                      <a:pt x="1677" y="717"/>
                      <a:pt x="1679" y="716"/>
                      <a:pt x="1681" y="716"/>
                    </a:cubicBezTo>
                    <a:cubicBezTo>
                      <a:pt x="1683" y="716"/>
                      <a:pt x="1687" y="717"/>
                      <a:pt x="1689" y="719"/>
                    </a:cubicBezTo>
                    <a:cubicBezTo>
                      <a:pt x="1691" y="721"/>
                      <a:pt x="1690" y="725"/>
                      <a:pt x="1693" y="727"/>
                    </a:cubicBezTo>
                    <a:cubicBezTo>
                      <a:pt x="1695" y="729"/>
                      <a:pt x="1699" y="728"/>
                      <a:pt x="1702" y="730"/>
                    </a:cubicBezTo>
                    <a:cubicBezTo>
                      <a:pt x="1703" y="731"/>
                      <a:pt x="1702" y="732"/>
                      <a:pt x="1700" y="732"/>
                    </a:cubicBezTo>
                    <a:cubicBezTo>
                      <a:pt x="1698" y="733"/>
                      <a:pt x="1695" y="732"/>
                      <a:pt x="1693" y="732"/>
                    </a:cubicBezTo>
                    <a:cubicBezTo>
                      <a:pt x="1688" y="731"/>
                      <a:pt x="1684" y="729"/>
                      <a:pt x="1680" y="726"/>
                    </a:cubicBezTo>
                    <a:cubicBezTo>
                      <a:pt x="1679" y="724"/>
                      <a:pt x="1678" y="723"/>
                      <a:pt x="1676" y="722"/>
                    </a:cubicBezTo>
                    <a:cubicBezTo>
                      <a:pt x="1674" y="721"/>
                      <a:pt x="1672" y="721"/>
                      <a:pt x="1671" y="721"/>
                    </a:cubicBezTo>
                    <a:cubicBezTo>
                      <a:pt x="1667" y="721"/>
                      <a:pt x="1665" y="723"/>
                      <a:pt x="1662" y="724"/>
                    </a:cubicBezTo>
                    <a:cubicBezTo>
                      <a:pt x="1659" y="726"/>
                      <a:pt x="1658" y="728"/>
                      <a:pt x="1657" y="731"/>
                    </a:cubicBezTo>
                    <a:cubicBezTo>
                      <a:pt x="1657" y="736"/>
                      <a:pt x="1662" y="740"/>
                      <a:pt x="1662" y="745"/>
                    </a:cubicBezTo>
                    <a:cubicBezTo>
                      <a:pt x="1659" y="745"/>
                      <a:pt x="1657" y="745"/>
                      <a:pt x="1656" y="742"/>
                    </a:cubicBezTo>
                    <a:cubicBezTo>
                      <a:pt x="1656" y="740"/>
                      <a:pt x="1655" y="738"/>
                      <a:pt x="1653" y="736"/>
                    </a:cubicBezTo>
                    <a:cubicBezTo>
                      <a:pt x="1652" y="735"/>
                      <a:pt x="1652" y="734"/>
                      <a:pt x="1651" y="733"/>
                    </a:cubicBezTo>
                    <a:cubicBezTo>
                      <a:pt x="1649" y="731"/>
                      <a:pt x="1648" y="729"/>
                      <a:pt x="1646" y="727"/>
                    </a:cubicBezTo>
                    <a:cubicBezTo>
                      <a:pt x="1643" y="726"/>
                      <a:pt x="1640" y="725"/>
                      <a:pt x="1637" y="727"/>
                    </a:cubicBezTo>
                    <a:cubicBezTo>
                      <a:pt x="1634" y="729"/>
                      <a:pt x="1631" y="732"/>
                      <a:pt x="1628" y="734"/>
                    </a:cubicBezTo>
                    <a:cubicBezTo>
                      <a:pt x="1626" y="737"/>
                      <a:pt x="1623" y="738"/>
                      <a:pt x="1621" y="739"/>
                    </a:cubicBezTo>
                    <a:cubicBezTo>
                      <a:pt x="1618" y="740"/>
                      <a:pt x="1615" y="741"/>
                      <a:pt x="1612" y="741"/>
                    </a:cubicBezTo>
                    <a:cubicBezTo>
                      <a:pt x="1611" y="742"/>
                      <a:pt x="1610" y="742"/>
                      <a:pt x="1609" y="743"/>
                    </a:cubicBezTo>
                    <a:cubicBezTo>
                      <a:pt x="1608" y="743"/>
                      <a:pt x="1608" y="744"/>
                      <a:pt x="1607" y="745"/>
                    </a:cubicBezTo>
                    <a:cubicBezTo>
                      <a:pt x="1606" y="746"/>
                      <a:pt x="1606" y="747"/>
                      <a:pt x="1605" y="748"/>
                    </a:cubicBezTo>
                    <a:cubicBezTo>
                      <a:pt x="1605" y="749"/>
                      <a:pt x="1604" y="750"/>
                      <a:pt x="1603" y="751"/>
                    </a:cubicBezTo>
                    <a:cubicBezTo>
                      <a:pt x="1599" y="755"/>
                      <a:pt x="1608" y="759"/>
                      <a:pt x="1604" y="763"/>
                    </a:cubicBezTo>
                    <a:cubicBezTo>
                      <a:pt x="1603" y="765"/>
                      <a:pt x="1599" y="763"/>
                      <a:pt x="1598" y="766"/>
                    </a:cubicBezTo>
                    <a:cubicBezTo>
                      <a:pt x="1598" y="767"/>
                      <a:pt x="1598" y="768"/>
                      <a:pt x="1597" y="768"/>
                    </a:cubicBezTo>
                    <a:cubicBezTo>
                      <a:pt x="1596" y="769"/>
                      <a:pt x="1595" y="769"/>
                      <a:pt x="1594" y="769"/>
                    </a:cubicBezTo>
                    <a:cubicBezTo>
                      <a:pt x="1595" y="762"/>
                      <a:pt x="1596" y="754"/>
                      <a:pt x="1599" y="748"/>
                    </a:cubicBezTo>
                    <a:cubicBezTo>
                      <a:pt x="1601" y="745"/>
                      <a:pt x="1602" y="742"/>
                      <a:pt x="1601" y="739"/>
                    </a:cubicBezTo>
                    <a:cubicBezTo>
                      <a:pt x="1600" y="737"/>
                      <a:pt x="1597" y="734"/>
                      <a:pt x="1599" y="732"/>
                    </a:cubicBezTo>
                    <a:cubicBezTo>
                      <a:pt x="1599" y="731"/>
                      <a:pt x="1601" y="730"/>
                      <a:pt x="1602" y="729"/>
                    </a:cubicBezTo>
                    <a:cubicBezTo>
                      <a:pt x="1603" y="728"/>
                      <a:pt x="1604" y="727"/>
                      <a:pt x="1604" y="726"/>
                    </a:cubicBezTo>
                    <a:cubicBezTo>
                      <a:pt x="1604" y="725"/>
                      <a:pt x="1601" y="725"/>
                      <a:pt x="1601" y="725"/>
                    </a:cubicBezTo>
                    <a:cubicBezTo>
                      <a:pt x="1599" y="725"/>
                      <a:pt x="1597" y="724"/>
                      <a:pt x="1596" y="723"/>
                    </a:cubicBezTo>
                    <a:cubicBezTo>
                      <a:pt x="1593" y="721"/>
                      <a:pt x="1597" y="716"/>
                      <a:pt x="1598" y="714"/>
                    </a:cubicBezTo>
                    <a:cubicBezTo>
                      <a:pt x="1600" y="711"/>
                      <a:pt x="1603" y="709"/>
                      <a:pt x="1603" y="706"/>
                    </a:cubicBezTo>
                    <a:cubicBezTo>
                      <a:pt x="1603" y="703"/>
                      <a:pt x="1601" y="700"/>
                      <a:pt x="1599" y="698"/>
                    </a:cubicBezTo>
                    <a:cubicBezTo>
                      <a:pt x="1598" y="696"/>
                      <a:pt x="1596" y="695"/>
                      <a:pt x="1594" y="695"/>
                    </a:cubicBezTo>
                    <a:cubicBezTo>
                      <a:pt x="1591" y="695"/>
                      <a:pt x="1590" y="693"/>
                      <a:pt x="1589" y="691"/>
                    </a:cubicBezTo>
                    <a:cubicBezTo>
                      <a:pt x="1587" y="688"/>
                      <a:pt x="1586" y="685"/>
                      <a:pt x="1583" y="684"/>
                    </a:cubicBezTo>
                    <a:cubicBezTo>
                      <a:pt x="1581" y="682"/>
                      <a:pt x="1578" y="680"/>
                      <a:pt x="1575" y="679"/>
                    </a:cubicBezTo>
                    <a:cubicBezTo>
                      <a:pt x="1573" y="677"/>
                      <a:pt x="1569" y="673"/>
                      <a:pt x="1566" y="674"/>
                    </a:cubicBezTo>
                    <a:cubicBezTo>
                      <a:pt x="1562" y="676"/>
                      <a:pt x="1568" y="681"/>
                      <a:pt x="1569" y="682"/>
                    </a:cubicBezTo>
                    <a:cubicBezTo>
                      <a:pt x="1571" y="684"/>
                      <a:pt x="1576" y="690"/>
                      <a:pt x="1574" y="693"/>
                    </a:cubicBezTo>
                    <a:cubicBezTo>
                      <a:pt x="1572" y="696"/>
                      <a:pt x="1568" y="691"/>
                      <a:pt x="1566" y="690"/>
                    </a:cubicBezTo>
                    <a:cubicBezTo>
                      <a:pt x="1562" y="687"/>
                      <a:pt x="1558" y="689"/>
                      <a:pt x="1555" y="693"/>
                    </a:cubicBezTo>
                    <a:cubicBezTo>
                      <a:pt x="1553" y="696"/>
                      <a:pt x="1551" y="702"/>
                      <a:pt x="1554" y="706"/>
                    </a:cubicBezTo>
                    <a:cubicBezTo>
                      <a:pt x="1556" y="709"/>
                      <a:pt x="1559" y="711"/>
                      <a:pt x="1561" y="714"/>
                    </a:cubicBezTo>
                    <a:cubicBezTo>
                      <a:pt x="1561" y="715"/>
                      <a:pt x="1562" y="717"/>
                      <a:pt x="1562" y="718"/>
                    </a:cubicBezTo>
                    <a:cubicBezTo>
                      <a:pt x="1560" y="720"/>
                      <a:pt x="1558" y="720"/>
                      <a:pt x="1555" y="720"/>
                    </a:cubicBezTo>
                    <a:cubicBezTo>
                      <a:pt x="1553" y="720"/>
                      <a:pt x="1549" y="720"/>
                      <a:pt x="1548" y="722"/>
                    </a:cubicBezTo>
                    <a:cubicBezTo>
                      <a:pt x="1547" y="725"/>
                      <a:pt x="1547" y="729"/>
                      <a:pt x="1548" y="731"/>
                    </a:cubicBezTo>
                    <a:cubicBezTo>
                      <a:pt x="1548" y="733"/>
                      <a:pt x="1548" y="734"/>
                      <a:pt x="1548" y="736"/>
                    </a:cubicBezTo>
                    <a:cubicBezTo>
                      <a:pt x="1548" y="737"/>
                      <a:pt x="1548" y="738"/>
                      <a:pt x="1549" y="740"/>
                    </a:cubicBezTo>
                    <a:cubicBezTo>
                      <a:pt x="1550" y="741"/>
                      <a:pt x="1551" y="744"/>
                      <a:pt x="1549" y="745"/>
                    </a:cubicBezTo>
                    <a:cubicBezTo>
                      <a:pt x="1547" y="745"/>
                      <a:pt x="1546" y="743"/>
                      <a:pt x="1546" y="742"/>
                    </a:cubicBezTo>
                    <a:cubicBezTo>
                      <a:pt x="1545" y="740"/>
                      <a:pt x="1544" y="738"/>
                      <a:pt x="1544" y="736"/>
                    </a:cubicBezTo>
                    <a:cubicBezTo>
                      <a:pt x="1543" y="734"/>
                      <a:pt x="1541" y="735"/>
                      <a:pt x="1540" y="737"/>
                    </a:cubicBezTo>
                    <a:cubicBezTo>
                      <a:pt x="1539" y="738"/>
                      <a:pt x="1539" y="739"/>
                      <a:pt x="1538" y="740"/>
                    </a:cubicBezTo>
                    <a:cubicBezTo>
                      <a:pt x="1536" y="743"/>
                      <a:pt x="1533" y="744"/>
                      <a:pt x="1530" y="746"/>
                    </a:cubicBezTo>
                    <a:cubicBezTo>
                      <a:pt x="1528" y="747"/>
                      <a:pt x="1526" y="749"/>
                      <a:pt x="1524" y="751"/>
                    </a:cubicBezTo>
                    <a:cubicBezTo>
                      <a:pt x="1523" y="752"/>
                      <a:pt x="1523" y="753"/>
                      <a:pt x="1522" y="755"/>
                    </a:cubicBezTo>
                    <a:cubicBezTo>
                      <a:pt x="1522" y="756"/>
                      <a:pt x="1522" y="756"/>
                      <a:pt x="1522" y="757"/>
                    </a:cubicBezTo>
                    <a:cubicBezTo>
                      <a:pt x="1522" y="759"/>
                      <a:pt x="1521" y="761"/>
                      <a:pt x="1521" y="763"/>
                    </a:cubicBezTo>
                    <a:cubicBezTo>
                      <a:pt x="1520" y="766"/>
                      <a:pt x="1520" y="767"/>
                      <a:pt x="1519" y="769"/>
                    </a:cubicBezTo>
                    <a:cubicBezTo>
                      <a:pt x="1518" y="770"/>
                      <a:pt x="1517" y="773"/>
                      <a:pt x="1515" y="772"/>
                    </a:cubicBezTo>
                    <a:cubicBezTo>
                      <a:pt x="1515" y="769"/>
                      <a:pt x="1516" y="767"/>
                      <a:pt x="1517" y="764"/>
                    </a:cubicBezTo>
                    <a:cubicBezTo>
                      <a:pt x="1517" y="761"/>
                      <a:pt x="1517" y="758"/>
                      <a:pt x="1518" y="755"/>
                    </a:cubicBezTo>
                    <a:cubicBezTo>
                      <a:pt x="1518" y="752"/>
                      <a:pt x="1519" y="748"/>
                      <a:pt x="1521" y="745"/>
                    </a:cubicBezTo>
                    <a:cubicBezTo>
                      <a:pt x="1523" y="743"/>
                      <a:pt x="1525" y="742"/>
                      <a:pt x="1527" y="740"/>
                    </a:cubicBezTo>
                    <a:cubicBezTo>
                      <a:pt x="1530" y="738"/>
                      <a:pt x="1532" y="736"/>
                      <a:pt x="1534" y="734"/>
                    </a:cubicBezTo>
                    <a:cubicBezTo>
                      <a:pt x="1536" y="732"/>
                      <a:pt x="1537" y="730"/>
                      <a:pt x="1538" y="728"/>
                    </a:cubicBezTo>
                    <a:cubicBezTo>
                      <a:pt x="1539" y="726"/>
                      <a:pt x="1541" y="724"/>
                      <a:pt x="1541" y="722"/>
                    </a:cubicBezTo>
                    <a:cubicBezTo>
                      <a:pt x="1541" y="719"/>
                      <a:pt x="1540" y="717"/>
                      <a:pt x="1539" y="715"/>
                    </a:cubicBezTo>
                    <a:cubicBezTo>
                      <a:pt x="1538" y="714"/>
                      <a:pt x="1537" y="713"/>
                      <a:pt x="1537" y="711"/>
                    </a:cubicBezTo>
                    <a:cubicBezTo>
                      <a:pt x="1537" y="710"/>
                      <a:pt x="1537" y="709"/>
                      <a:pt x="1537" y="708"/>
                    </a:cubicBezTo>
                    <a:cubicBezTo>
                      <a:pt x="1536" y="705"/>
                      <a:pt x="1532" y="709"/>
                      <a:pt x="1531" y="710"/>
                    </a:cubicBezTo>
                    <a:cubicBezTo>
                      <a:pt x="1530" y="711"/>
                      <a:pt x="1528" y="716"/>
                      <a:pt x="1527" y="716"/>
                    </a:cubicBezTo>
                    <a:cubicBezTo>
                      <a:pt x="1525" y="715"/>
                      <a:pt x="1527" y="710"/>
                      <a:pt x="1527" y="709"/>
                    </a:cubicBezTo>
                    <a:cubicBezTo>
                      <a:pt x="1529" y="704"/>
                      <a:pt x="1530" y="699"/>
                      <a:pt x="1533" y="694"/>
                    </a:cubicBezTo>
                    <a:cubicBezTo>
                      <a:pt x="1534" y="691"/>
                      <a:pt x="1535" y="688"/>
                      <a:pt x="1534" y="685"/>
                    </a:cubicBezTo>
                    <a:cubicBezTo>
                      <a:pt x="1534" y="684"/>
                      <a:pt x="1533" y="683"/>
                      <a:pt x="1533" y="681"/>
                    </a:cubicBezTo>
                    <a:cubicBezTo>
                      <a:pt x="1532" y="680"/>
                      <a:pt x="1533" y="678"/>
                      <a:pt x="1533" y="677"/>
                    </a:cubicBezTo>
                    <a:cubicBezTo>
                      <a:pt x="1533" y="673"/>
                      <a:pt x="1533" y="668"/>
                      <a:pt x="1530" y="664"/>
                    </a:cubicBezTo>
                    <a:cubicBezTo>
                      <a:pt x="1529" y="662"/>
                      <a:pt x="1527" y="663"/>
                      <a:pt x="1526" y="664"/>
                    </a:cubicBezTo>
                    <a:cubicBezTo>
                      <a:pt x="1524" y="664"/>
                      <a:pt x="1522" y="664"/>
                      <a:pt x="1520" y="664"/>
                    </a:cubicBezTo>
                    <a:cubicBezTo>
                      <a:pt x="1518" y="664"/>
                      <a:pt x="1517" y="665"/>
                      <a:pt x="1515" y="665"/>
                    </a:cubicBezTo>
                    <a:cubicBezTo>
                      <a:pt x="1513" y="665"/>
                      <a:pt x="1511" y="665"/>
                      <a:pt x="1510" y="665"/>
                    </a:cubicBezTo>
                    <a:cubicBezTo>
                      <a:pt x="1508" y="665"/>
                      <a:pt x="1507" y="665"/>
                      <a:pt x="1506" y="665"/>
                    </a:cubicBezTo>
                    <a:cubicBezTo>
                      <a:pt x="1505" y="666"/>
                      <a:pt x="1503" y="667"/>
                      <a:pt x="1503" y="668"/>
                    </a:cubicBezTo>
                    <a:cubicBezTo>
                      <a:pt x="1503" y="670"/>
                      <a:pt x="1502" y="672"/>
                      <a:pt x="1503" y="673"/>
                    </a:cubicBezTo>
                    <a:cubicBezTo>
                      <a:pt x="1503" y="675"/>
                      <a:pt x="1503" y="676"/>
                      <a:pt x="1502" y="677"/>
                    </a:cubicBezTo>
                    <a:cubicBezTo>
                      <a:pt x="1501" y="679"/>
                      <a:pt x="1500" y="680"/>
                      <a:pt x="1499" y="683"/>
                    </a:cubicBezTo>
                    <a:cubicBezTo>
                      <a:pt x="1499" y="683"/>
                      <a:pt x="1500" y="684"/>
                      <a:pt x="1499" y="685"/>
                    </a:cubicBezTo>
                    <a:cubicBezTo>
                      <a:pt x="1499" y="686"/>
                      <a:pt x="1499" y="687"/>
                      <a:pt x="1499" y="688"/>
                    </a:cubicBezTo>
                    <a:cubicBezTo>
                      <a:pt x="1498" y="689"/>
                      <a:pt x="1500" y="690"/>
                      <a:pt x="1501" y="691"/>
                    </a:cubicBezTo>
                    <a:cubicBezTo>
                      <a:pt x="1503" y="692"/>
                      <a:pt x="1505" y="692"/>
                      <a:pt x="1506" y="693"/>
                    </a:cubicBezTo>
                    <a:cubicBezTo>
                      <a:pt x="1507" y="694"/>
                      <a:pt x="1507" y="696"/>
                      <a:pt x="1507" y="697"/>
                    </a:cubicBezTo>
                    <a:cubicBezTo>
                      <a:pt x="1507" y="699"/>
                      <a:pt x="1508" y="700"/>
                      <a:pt x="1506" y="700"/>
                    </a:cubicBezTo>
                    <a:cubicBezTo>
                      <a:pt x="1504" y="701"/>
                      <a:pt x="1501" y="699"/>
                      <a:pt x="1498" y="700"/>
                    </a:cubicBezTo>
                    <a:cubicBezTo>
                      <a:pt x="1497" y="700"/>
                      <a:pt x="1497" y="701"/>
                      <a:pt x="1496" y="702"/>
                    </a:cubicBezTo>
                    <a:cubicBezTo>
                      <a:pt x="1495" y="702"/>
                      <a:pt x="1493" y="703"/>
                      <a:pt x="1492" y="703"/>
                    </a:cubicBezTo>
                    <a:cubicBezTo>
                      <a:pt x="1491" y="704"/>
                      <a:pt x="1489" y="705"/>
                      <a:pt x="1488" y="706"/>
                    </a:cubicBezTo>
                    <a:cubicBezTo>
                      <a:pt x="1486" y="710"/>
                      <a:pt x="1487" y="715"/>
                      <a:pt x="1490" y="717"/>
                    </a:cubicBezTo>
                    <a:cubicBezTo>
                      <a:pt x="1492" y="718"/>
                      <a:pt x="1494" y="720"/>
                      <a:pt x="1497" y="720"/>
                    </a:cubicBezTo>
                    <a:cubicBezTo>
                      <a:pt x="1498" y="720"/>
                      <a:pt x="1500" y="720"/>
                      <a:pt x="1501" y="720"/>
                    </a:cubicBezTo>
                    <a:cubicBezTo>
                      <a:pt x="1502" y="720"/>
                      <a:pt x="1502" y="720"/>
                      <a:pt x="1503" y="720"/>
                    </a:cubicBezTo>
                    <a:cubicBezTo>
                      <a:pt x="1505" y="720"/>
                      <a:pt x="1506" y="722"/>
                      <a:pt x="1507" y="724"/>
                    </a:cubicBezTo>
                    <a:cubicBezTo>
                      <a:pt x="1508" y="725"/>
                      <a:pt x="1508" y="726"/>
                      <a:pt x="1508" y="728"/>
                    </a:cubicBezTo>
                    <a:cubicBezTo>
                      <a:pt x="1507" y="727"/>
                      <a:pt x="1506" y="726"/>
                      <a:pt x="1504" y="726"/>
                    </a:cubicBezTo>
                    <a:cubicBezTo>
                      <a:pt x="1502" y="725"/>
                      <a:pt x="1499" y="726"/>
                      <a:pt x="1496" y="725"/>
                    </a:cubicBezTo>
                    <a:cubicBezTo>
                      <a:pt x="1494" y="725"/>
                      <a:pt x="1488" y="722"/>
                      <a:pt x="1486" y="726"/>
                    </a:cubicBezTo>
                    <a:cubicBezTo>
                      <a:pt x="1485" y="730"/>
                      <a:pt x="1485" y="734"/>
                      <a:pt x="1486" y="738"/>
                    </a:cubicBezTo>
                    <a:cubicBezTo>
                      <a:pt x="1487" y="739"/>
                      <a:pt x="1488" y="741"/>
                      <a:pt x="1489" y="742"/>
                    </a:cubicBezTo>
                    <a:cubicBezTo>
                      <a:pt x="1492" y="744"/>
                      <a:pt x="1494" y="745"/>
                      <a:pt x="1496" y="747"/>
                    </a:cubicBezTo>
                    <a:cubicBezTo>
                      <a:pt x="1497" y="747"/>
                      <a:pt x="1498" y="748"/>
                      <a:pt x="1498" y="749"/>
                    </a:cubicBezTo>
                    <a:cubicBezTo>
                      <a:pt x="1499" y="750"/>
                      <a:pt x="1499" y="751"/>
                      <a:pt x="1500" y="751"/>
                    </a:cubicBezTo>
                    <a:cubicBezTo>
                      <a:pt x="1500" y="753"/>
                      <a:pt x="1497" y="753"/>
                      <a:pt x="1496" y="753"/>
                    </a:cubicBezTo>
                    <a:cubicBezTo>
                      <a:pt x="1494" y="754"/>
                      <a:pt x="1491" y="754"/>
                      <a:pt x="1488" y="754"/>
                    </a:cubicBezTo>
                    <a:cubicBezTo>
                      <a:pt x="1486" y="755"/>
                      <a:pt x="1484" y="755"/>
                      <a:pt x="1483" y="756"/>
                    </a:cubicBezTo>
                    <a:cubicBezTo>
                      <a:pt x="1481" y="757"/>
                      <a:pt x="1479" y="758"/>
                      <a:pt x="1478" y="758"/>
                    </a:cubicBezTo>
                    <a:cubicBezTo>
                      <a:pt x="1476" y="759"/>
                      <a:pt x="1474" y="759"/>
                      <a:pt x="1472" y="759"/>
                    </a:cubicBezTo>
                    <a:cubicBezTo>
                      <a:pt x="1469" y="760"/>
                      <a:pt x="1465" y="762"/>
                      <a:pt x="1463" y="765"/>
                    </a:cubicBezTo>
                    <a:cubicBezTo>
                      <a:pt x="1462" y="766"/>
                      <a:pt x="1461" y="767"/>
                      <a:pt x="1460" y="769"/>
                    </a:cubicBezTo>
                    <a:cubicBezTo>
                      <a:pt x="1460" y="770"/>
                      <a:pt x="1461" y="772"/>
                      <a:pt x="1462" y="773"/>
                    </a:cubicBezTo>
                    <a:cubicBezTo>
                      <a:pt x="1464" y="774"/>
                      <a:pt x="1466" y="775"/>
                      <a:pt x="1468" y="776"/>
                    </a:cubicBezTo>
                    <a:cubicBezTo>
                      <a:pt x="1469" y="776"/>
                      <a:pt x="1471" y="776"/>
                      <a:pt x="1472" y="777"/>
                    </a:cubicBezTo>
                    <a:cubicBezTo>
                      <a:pt x="1472" y="778"/>
                      <a:pt x="1472" y="778"/>
                      <a:pt x="1472" y="778"/>
                    </a:cubicBezTo>
                    <a:cubicBezTo>
                      <a:pt x="1473" y="779"/>
                      <a:pt x="1473" y="780"/>
                      <a:pt x="1472" y="781"/>
                    </a:cubicBezTo>
                    <a:cubicBezTo>
                      <a:pt x="1471" y="782"/>
                      <a:pt x="1470" y="782"/>
                      <a:pt x="1468" y="782"/>
                    </a:cubicBezTo>
                    <a:cubicBezTo>
                      <a:pt x="1467" y="783"/>
                      <a:pt x="1466" y="783"/>
                      <a:pt x="1464" y="784"/>
                    </a:cubicBezTo>
                    <a:cubicBezTo>
                      <a:pt x="1463" y="784"/>
                      <a:pt x="1460" y="785"/>
                      <a:pt x="1459" y="787"/>
                    </a:cubicBezTo>
                    <a:cubicBezTo>
                      <a:pt x="1458" y="788"/>
                      <a:pt x="1461" y="789"/>
                      <a:pt x="1462" y="789"/>
                    </a:cubicBezTo>
                    <a:cubicBezTo>
                      <a:pt x="1464" y="789"/>
                      <a:pt x="1465" y="789"/>
                      <a:pt x="1467" y="788"/>
                    </a:cubicBezTo>
                    <a:cubicBezTo>
                      <a:pt x="1468" y="788"/>
                      <a:pt x="1470" y="787"/>
                      <a:pt x="1471" y="788"/>
                    </a:cubicBezTo>
                    <a:cubicBezTo>
                      <a:pt x="1472" y="788"/>
                      <a:pt x="1472" y="790"/>
                      <a:pt x="1472" y="791"/>
                    </a:cubicBezTo>
                    <a:cubicBezTo>
                      <a:pt x="1471" y="793"/>
                      <a:pt x="1470" y="792"/>
                      <a:pt x="1468" y="792"/>
                    </a:cubicBezTo>
                    <a:cubicBezTo>
                      <a:pt x="1465" y="793"/>
                      <a:pt x="1462" y="796"/>
                      <a:pt x="1461" y="798"/>
                    </a:cubicBezTo>
                    <a:cubicBezTo>
                      <a:pt x="1458" y="800"/>
                      <a:pt x="1457" y="803"/>
                      <a:pt x="1455" y="806"/>
                    </a:cubicBezTo>
                    <a:cubicBezTo>
                      <a:pt x="1454" y="807"/>
                      <a:pt x="1454" y="808"/>
                      <a:pt x="1453" y="810"/>
                    </a:cubicBezTo>
                    <a:cubicBezTo>
                      <a:pt x="1453" y="811"/>
                      <a:pt x="1452" y="812"/>
                      <a:pt x="1451" y="814"/>
                    </a:cubicBezTo>
                    <a:cubicBezTo>
                      <a:pt x="1449" y="815"/>
                      <a:pt x="1447" y="816"/>
                      <a:pt x="1446" y="817"/>
                    </a:cubicBezTo>
                    <a:cubicBezTo>
                      <a:pt x="1444" y="818"/>
                      <a:pt x="1443" y="820"/>
                      <a:pt x="1442" y="822"/>
                    </a:cubicBezTo>
                    <a:cubicBezTo>
                      <a:pt x="1442" y="824"/>
                      <a:pt x="1441" y="825"/>
                      <a:pt x="1440" y="827"/>
                    </a:cubicBezTo>
                    <a:cubicBezTo>
                      <a:pt x="1440" y="829"/>
                      <a:pt x="1439" y="831"/>
                      <a:pt x="1439" y="832"/>
                    </a:cubicBezTo>
                    <a:cubicBezTo>
                      <a:pt x="1444" y="833"/>
                      <a:pt x="1450" y="834"/>
                      <a:pt x="1453" y="831"/>
                    </a:cubicBezTo>
                    <a:cubicBezTo>
                      <a:pt x="1455" y="829"/>
                      <a:pt x="1456" y="827"/>
                      <a:pt x="1458" y="825"/>
                    </a:cubicBezTo>
                    <a:cubicBezTo>
                      <a:pt x="1459" y="824"/>
                      <a:pt x="1461" y="823"/>
                      <a:pt x="1462" y="821"/>
                    </a:cubicBezTo>
                    <a:cubicBezTo>
                      <a:pt x="1463" y="820"/>
                      <a:pt x="1462" y="818"/>
                      <a:pt x="1462" y="817"/>
                    </a:cubicBezTo>
                    <a:cubicBezTo>
                      <a:pt x="1463" y="815"/>
                      <a:pt x="1466" y="815"/>
                      <a:pt x="1468" y="814"/>
                    </a:cubicBezTo>
                    <a:cubicBezTo>
                      <a:pt x="1470" y="813"/>
                      <a:pt x="1470" y="812"/>
                      <a:pt x="1470" y="809"/>
                    </a:cubicBezTo>
                    <a:cubicBezTo>
                      <a:pt x="1470" y="807"/>
                      <a:pt x="1471" y="806"/>
                      <a:pt x="1473" y="805"/>
                    </a:cubicBezTo>
                    <a:cubicBezTo>
                      <a:pt x="1477" y="804"/>
                      <a:pt x="1481" y="803"/>
                      <a:pt x="1484" y="800"/>
                    </a:cubicBezTo>
                    <a:cubicBezTo>
                      <a:pt x="1485" y="799"/>
                      <a:pt x="1485" y="797"/>
                      <a:pt x="1486" y="796"/>
                    </a:cubicBezTo>
                    <a:cubicBezTo>
                      <a:pt x="1486" y="794"/>
                      <a:pt x="1487" y="793"/>
                      <a:pt x="1488" y="792"/>
                    </a:cubicBezTo>
                    <a:cubicBezTo>
                      <a:pt x="1490" y="790"/>
                      <a:pt x="1490" y="788"/>
                      <a:pt x="1491" y="786"/>
                    </a:cubicBezTo>
                    <a:cubicBezTo>
                      <a:pt x="1492" y="785"/>
                      <a:pt x="1493" y="782"/>
                      <a:pt x="1495" y="782"/>
                    </a:cubicBezTo>
                    <a:cubicBezTo>
                      <a:pt x="1496" y="782"/>
                      <a:pt x="1498" y="784"/>
                      <a:pt x="1499" y="785"/>
                    </a:cubicBezTo>
                    <a:cubicBezTo>
                      <a:pt x="1500" y="788"/>
                      <a:pt x="1499" y="791"/>
                      <a:pt x="1498" y="794"/>
                    </a:cubicBezTo>
                    <a:cubicBezTo>
                      <a:pt x="1496" y="797"/>
                      <a:pt x="1493" y="801"/>
                      <a:pt x="1490" y="804"/>
                    </a:cubicBezTo>
                    <a:cubicBezTo>
                      <a:pt x="1487" y="808"/>
                      <a:pt x="1483" y="812"/>
                      <a:pt x="1479" y="815"/>
                    </a:cubicBezTo>
                    <a:cubicBezTo>
                      <a:pt x="1478" y="816"/>
                      <a:pt x="1475" y="817"/>
                      <a:pt x="1476" y="819"/>
                    </a:cubicBezTo>
                    <a:cubicBezTo>
                      <a:pt x="1476" y="821"/>
                      <a:pt x="1479" y="822"/>
                      <a:pt x="1481" y="823"/>
                    </a:cubicBezTo>
                    <a:cubicBezTo>
                      <a:pt x="1484" y="823"/>
                      <a:pt x="1486" y="823"/>
                      <a:pt x="1489" y="822"/>
                    </a:cubicBezTo>
                    <a:cubicBezTo>
                      <a:pt x="1491" y="822"/>
                      <a:pt x="1493" y="822"/>
                      <a:pt x="1494" y="824"/>
                    </a:cubicBezTo>
                    <a:cubicBezTo>
                      <a:pt x="1497" y="827"/>
                      <a:pt x="1496" y="833"/>
                      <a:pt x="1502" y="834"/>
                    </a:cubicBezTo>
                    <a:cubicBezTo>
                      <a:pt x="1507" y="835"/>
                      <a:pt x="1504" y="827"/>
                      <a:pt x="1507" y="824"/>
                    </a:cubicBezTo>
                    <a:cubicBezTo>
                      <a:pt x="1508" y="823"/>
                      <a:pt x="1509" y="823"/>
                      <a:pt x="1511" y="822"/>
                    </a:cubicBezTo>
                    <a:cubicBezTo>
                      <a:pt x="1512" y="821"/>
                      <a:pt x="1512" y="819"/>
                      <a:pt x="1513" y="817"/>
                    </a:cubicBezTo>
                    <a:cubicBezTo>
                      <a:pt x="1513" y="813"/>
                      <a:pt x="1512" y="806"/>
                      <a:pt x="1516" y="805"/>
                    </a:cubicBezTo>
                    <a:cubicBezTo>
                      <a:pt x="1518" y="804"/>
                      <a:pt x="1520" y="804"/>
                      <a:pt x="1522" y="802"/>
                    </a:cubicBezTo>
                    <a:cubicBezTo>
                      <a:pt x="1523" y="801"/>
                      <a:pt x="1524" y="800"/>
                      <a:pt x="1525" y="798"/>
                    </a:cubicBezTo>
                    <a:cubicBezTo>
                      <a:pt x="1525" y="796"/>
                      <a:pt x="1525" y="794"/>
                      <a:pt x="1526" y="792"/>
                    </a:cubicBezTo>
                    <a:cubicBezTo>
                      <a:pt x="1527" y="790"/>
                      <a:pt x="1529" y="793"/>
                      <a:pt x="1529" y="794"/>
                    </a:cubicBezTo>
                    <a:cubicBezTo>
                      <a:pt x="1530" y="798"/>
                      <a:pt x="1530" y="802"/>
                      <a:pt x="1530" y="805"/>
                    </a:cubicBezTo>
                    <a:cubicBezTo>
                      <a:pt x="1530" y="808"/>
                      <a:pt x="1530" y="810"/>
                      <a:pt x="1532" y="812"/>
                    </a:cubicBezTo>
                    <a:cubicBezTo>
                      <a:pt x="1534" y="813"/>
                      <a:pt x="1535" y="813"/>
                      <a:pt x="1537" y="812"/>
                    </a:cubicBezTo>
                    <a:cubicBezTo>
                      <a:pt x="1538" y="810"/>
                      <a:pt x="1539" y="808"/>
                      <a:pt x="1540" y="806"/>
                    </a:cubicBezTo>
                    <a:cubicBezTo>
                      <a:pt x="1543" y="804"/>
                      <a:pt x="1545" y="802"/>
                      <a:pt x="1546" y="798"/>
                    </a:cubicBezTo>
                    <a:cubicBezTo>
                      <a:pt x="1546" y="798"/>
                      <a:pt x="1546" y="797"/>
                      <a:pt x="1546" y="796"/>
                    </a:cubicBezTo>
                    <a:cubicBezTo>
                      <a:pt x="1547" y="795"/>
                      <a:pt x="1547" y="794"/>
                      <a:pt x="1547" y="793"/>
                    </a:cubicBezTo>
                    <a:cubicBezTo>
                      <a:pt x="1547" y="792"/>
                      <a:pt x="1548" y="792"/>
                      <a:pt x="1548" y="791"/>
                    </a:cubicBezTo>
                    <a:cubicBezTo>
                      <a:pt x="1550" y="787"/>
                      <a:pt x="1551" y="783"/>
                      <a:pt x="1551" y="780"/>
                    </a:cubicBezTo>
                    <a:cubicBezTo>
                      <a:pt x="1551" y="778"/>
                      <a:pt x="1551" y="777"/>
                      <a:pt x="1551" y="775"/>
                    </a:cubicBezTo>
                    <a:cubicBezTo>
                      <a:pt x="1551" y="774"/>
                      <a:pt x="1551" y="771"/>
                      <a:pt x="1552" y="771"/>
                    </a:cubicBezTo>
                    <a:cubicBezTo>
                      <a:pt x="1554" y="770"/>
                      <a:pt x="1555" y="771"/>
                      <a:pt x="1556" y="772"/>
                    </a:cubicBezTo>
                    <a:cubicBezTo>
                      <a:pt x="1557" y="773"/>
                      <a:pt x="1558" y="773"/>
                      <a:pt x="1560" y="772"/>
                    </a:cubicBezTo>
                    <a:cubicBezTo>
                      <a:pt x="1561" y="772"/>
                      <a:pt x="1563" y="771"/>
                      <a:pt x="1564" y="770"/>
                    </a:cubicBezTo>
                    <a:cubicBezTo>
                      <a:pt x="1566" y="768"/>
                      <a:pt x="1569" y="768"/>
                      <a:pt x="1572" y="767"/>
                    </a:cubicBezTo>
                    <a:cubicBezTo>
                      <a:pt x="1573" y="766"/>
                      <a:pt x="1575" y="766"/>
                      <a:pt x="1576" y="766"/>
                    </a:cubicBezTo>
                    <a:cubicBezTo>
                      <a:pt x="1579" y="766"/>
                      <a:pt x="1582" y="766"/>
                      <a:pt x="1584" y="766"/>
                    </a:cubicBezTo>
                    <a:cubicBezTo>
                      <a:pt x="1585" y="767"/>
                      <a:pt x="1585" y="767"/>
                      <a:pt x="1586" y="767"/>
                    </a:cubicBezTo>
                    <a:cubicBezTo>
                      <a:pt x="1587" y="767"/>
                      <a:pt x="1588" y="767"/>
                      <a:pt x="1589" y="768"/>
                    </a:cubicBezTo>
                    <a:cubicBezTo>
                      <a:pt x="1589" y="769"/>
                      <a:pt x="1590" y="770"/>
                      <a:pt x="1591" y="770"/>
                    </a:cubicBezTo>
                    <a:cubicBezTo>
                      <a:pt x="1591" y="771"/>
                      <a:pt x="1592" y="772"/>
                      <a:pt x="1593" y="773"/>
                    </a:cubicBezTo>
                    <a:cubicBezTo>
                      <a:pt x="1594" y="775"/>
                      <a:pt x="1594" y="778"/>
                      <a:pt x="1594" y="780"/>
                    </a:cubicBezTo>
                    <a:cubicBezTo>
                      <a:pt x="1594" y="782"/>
                      <a:pt x="1595" y="785"/>
                      <a:pt x="1594" y="787"/>
                    </a:cubicBezTo>
                    <a:cubicBezTo>
                      <a:pt x="1592" y="789"/>
                      <a:pt x="1591" y="787"/>
                      <a:pt x="1590" y="786"/>
                    </a:cubicBezTo>
                    <a:cubicBezTo>
                      <a:pt x="1589" y="784"/>
                      <a:pt x="1589" y="781"/>
                      <a:pt x="1588" y="779"/>
                    </a:cubicBezTo>
                    <a:cubicBezTo>
                      <a:pt x="1588" y="777"/>
                      <a:pt x="1588" y="775"/>
                      <a:pt x="1587" y="774"/>
                    </a:cubicBezTo>
                    <a:cubicBezTo>
                      <a:pt x="1585" y="773"/>
                      <a:pt x="1583" y="772"/>
                      <a:pt x="1581" y="771"/>
                    </a:cubicBezTo>
                    <a:cubicBezTo>
                      <a:pt x="1579" y="771"/>
                      <a:pt x="1577" y="770"/>
                      <a:pt x="1576" y="770"/>
                    </a:cubicBezTo>
                    <a:cubicBezTo>
                      <a:pt x="1572" y="769"/>
                      <a:pt x="1569" y="771"/>
                      <a:pt x="1566" y="773"/>
                    </a:cubicBezTo>
                    <a:cubicBezTo>
                      <a:pt x="1562" y="776"/>
                      <a:pt x="1560" y="780"/>
                      <a:pt x="1558" y="784"/>
                    </a:cubicBezTo>
                    <a:cubicBezTo>
                      <a:pt x="1558" y="786"/>
                      <a:pt x="1556" y="788"/>
                      <a:pt x="1556" y="789"/>
                    </a:cubicBezTo>
                    <a:cubicBezTo>
                      <a:pt x="1556" y="791"/>
                      <a:pt x="1557" y="792"/>
                      <a:pt x="1558" y="793"/>
                    </a:cubicBezTo>
                    <a:cubicBezTo>
                      <a:pt x="1559" y="793"/>
                      <a:pt x="1562" y="794"/>
                      <a:pt x="1562" y="795"/>
                    </a:cubicBezTo>
                    <a:cubicBezTo>
                      <a:pt x="1563" y="796"/>
                      <a:pt x="1562" y="796"/>
                      <a:pt x="1561" y="796"/>
                    </a:cubicBezTo>
                    <a:cubicBezTo>
                      <a:pt x="1558" y="797"/>
                      <a:pt x="1552" y="795"/>
                      <a:pt x="1552" y="800"/>
                    </a:cubicBezTo>
                    <a:cubicBezTo>
                      <a:pt x="1552" y="803"/>
                      <a:pt x="1553" y="809"/>
                      <a:pt x="1556" y="810"/>
                    </a:cubicBezTo>
                    <a:cubicBezTo>
                      <a:pt x="1558" y="812"/>
                      <a:pt x="1563" y="812"/>
                      <a:pt x="1565" y="810"/>
                    </a:cubicBezTo>
                    <a:cubicBezTo>
                      <a:pt x="1568" y="807"/>
                      <a:pt x="1569" y="801"/>
                      <a:pt x="1573" y="800"/>
                    </a:cubicBezTo>
                    <a:cubicBezTo>
                      <a:pt x="1578" y="798"/>
                      <a:pt x="1582" y="801"/>
                      <a:pt x="1586" y="798"/>
                    </a:cubicBezTo>
                    <a:cubicBezTo>
                      <a:pt x="1588" y="797"/>
                      <a:pt x="1589" y="795"/>
                      <a:pt x="1590" y="793"/>
                    </a:cubicBezTo>
                    <a:cubicBezTo>
                      <a:pt x="1591" y="792"/>
                      <a:pt x="1592" y="791"/>
                      <a:pt x="1594" y="792"/>
                    </a:cubicBezTo>
                    <a:cubicBezTo>
                      <a:pt x="1596" y="794"/>
                      <a:pt x="1598" y="798"/>
                      <a:pt x="1602" y="797"/>
                    </a:cubicBezTo>
                    <a:cubicBezTo>
                      <a:pt x="1604" y="797"/>
                      <a:pt x="1605" y="796"/>
                      <a:pt x="1607" y="795"/>
                    </a:cubicBezTo>
                    <a:cubicBezTo>
                      <a:pt x="1610" y="794"/>
                      <a:pt x="1613" y="794"/>
                      <a:pt x="1616" y="794"/>
                    </a:cubicBezTo>
                    <a:cubicBezTo>
                      <a:pt x="1619" y="793"/>
                      <a:pt x="1623" y="794"/>
                      <a:pt x="1626" y="794"/>
                    </a:cubicBezTo>
                    <a:cubicBezTo>
                      <a:pt x="1629" y="794"/>
                      <a:pt x="1632" y="794"/>
                      <a:pt x="1635" y="792"/>
                    </a:cubicBezTo>
                    <a:cubicBezTo>
                      <a:pt x="1640" y="790"/>
                      <a:pt x="1640" y="784"/>
                      <a:pt x="1643" y="780"/>
                    </a:cubicBezTo>
                    <a:cubicBezTo>
                      <a:pt x="1645" y="776"/>
                      <a:pt x="1650" y="780"/>
                      <a:pt x="1652" y="782"/>
                    </a:cubicBezTo>
                    <a:cubicBezTo>
                      <a:pt x="1653" y="783"/>
                      <a:pt x="1655" y="785"/>
                      <a:pt x="1654" y="786"/>
                    </a:cubicBezTo>
                    <a:cubicBezTo>
                      <a:pt x="1653" y="787"/>
                      <a:pt x="1650" y="788"/>
                      <a:pt x="1649" y="788"/>
                    </a:cubicBezTo>
                    <a:cubicBezTo>
                      <a:pt x="1648" y="789"/>
                      <a:pt x="1646" y="791"/>
                      <a:pt x="1647" y="793"/>
                    </a:cubicBezTo>
                    <a:cubicBezTo>
                      <a:pt x="1648" y="794"/>
                      <a:pt x="1651" y="795"/>
                      <a:pt x="1653" y="795"/>
                    </a:cubicBezTo>
                    <a:cubicBezTo>
                      <a:pt x="1655" y="795"/>
                      <a:pt x="1657" y="794"/>
                      <a:pt x="1658" y="794"/>
                    </a:cubicBezTo>
                    <a:cubicBezTo>
                      <a:pt x="1660" y="793"/>
                      <a:pt x="1661" y="793"/>
                      <a:pt x="1662" y="793"/>
                    </a:cubicBezTo>
                    <a:cubicBezTo>
                      <a:pt x="1665" y="793"/>
                      <a:pt x="1669" y="793"/>
                      <a:pt x="1672" y="791"/>
                    </a:cubicBezTo>
                    <a:cubicBezTo>
                      <a:pt x="1676" y="790"/>
                      <a:pt x="1677" y="786"/>
                      <a:pt x="1679" y="783"/>
                    </a:cubicBezTo>
                    <a:cubicBezTo>
                      <a:pt x="1682" y="780"/>
                      <a:pt x="1686" y="779"/>
                      <a:pt x="1689" y="776"/>
                    </a:cubicBezTo>
                    <a:cubicBezTo>
                      <a:pt x="1691" y="775"/>
                      <a:pt x="1693" y="774"/>
                      <a:pt x="1694" y="772"/>
                    </a:cubicBezTo>
                    <a:cubicBezTo>
                      <a:pt x="1696" y="771"/>
                      <a:pt x="1697" y="769"/>
                      <a:pt x="1699" y="769"/>
                    </a:cubicBezTo>
                    <a:cubicBezTo>
                      <a:pt x="1704" y="768"/>
                      <a:pt x="1700" y="778"/>
                      <a:pt x="1699" y="780"/>
                    </a:cubicBezTo>
                    <a:cubicBezTo>
                      <a:pt x="1698" y="783"/>
                      <a:pt x="1697" y="785"/>
                      <a:pt x="1696" y="788"/>
                    </a:cubicBezTo>
                    <a:cubicBezTo>
                      <a:pt x="1695" y="790"/>
                      <a:pt x="1695" y="791"/>
                      <a:pt x="1697" y="792"/>
                    </a:cubicBezTo>
                    <a:cubicBezTo>
                      <a:pt x="1699" y="793"/>
                      <a:pt x="1702" y="794"/>
                      <a:pt x="1705" y="794"/>
                    </a:cubicBezTo>
                    <a:cubicBezTo>
                      <a:pt x="1708" y="795"/>
                      <a:pt x="1710" y="795"/>
                      <a:pt x="1713" y="795"/>
                    </a:cubicBezTo>
                    <a:cubicBezTo>
                      <a:pt x="1717" y="796"/>
                      <a:pt x="1722" y="798"/>
                      <a:pt x="1725" y="801"/>
                    </a:cubicBezTo>
                    <a:cubicBezTo>
                      <a:pt x="1726" y="801"/>
                      <a:pt x="1733" y="807"/>
                      <a:pt x="1729" y="807"/>
                    </a:cubicBezTo>
                    <a:cubicBezTo>
                      <a:pt x="1725" y="807"/>
                      <a:pt x="1721" y="803"/>
                      <a:pt x="1718" y="801"/>
                    </a:cubicBezTo>
                    <a:cubicBezTo>
                      <a:pt x="1711" y="797"/>
                      <a:pt x="1702" y="796"/>
                      <a:pt x="1694" y="796"/>
                    </a:cubicBezTo>
                    <a:cubicBezTo>
                      <a:pt x="1692" y="796"/>
                      <a:pt x="1685" y="795"/>
                      <a:pt x="1686" y="798"/>
                    </a:cubicBezTo>
                    <a:cubicBezTo>
                      <a:pt x="1687" y="801"/>
                      <a:pt x="1689" y="803"/>
                      <a:pt x="1691" y="805"/>
                    </a:cubicBezTo>
                    <a:cubicBezTo>
                      <a:pt x="1693" y="807"/>
                      <a:pt x="1695" y="809"/>
                      <a:pt x="1696" y="812"/>
                    </a:cubicBezTo>
                    <a:cubicBezTo>
                      <a:pt x="1697" y="814"/>
                      <a:pt x="1695" y="814"/>
                      <a:pt x="1694" y="813"/>
                    </a:cubicBezTo>
                    <a:cubicBezTo>
                      <a:pt x="1691" y="812"/>
                      <a:pt x="1689" y="810"/>
                      <a:pt x="1686" y="808"/>
                    </a:cubicBezTo>
                    <a:cubicBezTo>
                      <a:pt x="1685" y="807"/>
                      <a:pt x="1683" y="805"/>
                      <a:pt x="1681" y="804"/>
                    </a:cubicBezTo>
                    <a:cubicBezTo>
                      <a:pt x="1680" y="804"/>
                      <a:pt x="1679" y="805"/>
                      <a:pt x="1679" y="805"/>
                    </a:cubicBezTo>
                    <a:cubicBezTo>
                      <a:pt x="1676" y="807"/>
                      <a:pt x="1672" y="809"/>
                      <a:pt x="1670" y="813"/>
                    </a:cubicBezTo>
                    <a:cubicBezTo>
                      <a:pt x="1669" y="818"/>
                      <a:pt x="1673" y="825"/>
                      <a:pt x="1676" y="829"/>
                    </a:cubicBezTo>
                    <a:cubicBezTo>
                      <a:pt x="1680" y="837"/>
                      <a:pt x="1684" y="846"/>
                      <a:pt x="1683" y="855"/>
                    </a:cubicBezTo>
                    <a:cubicBezTo>
                      <a:pt x="1682" y="857"/>
                      <a:pt x="1681" y="859"/>
                      <a:pt x="1681" y="861"/>
                    </a:cubicBezTo>
                    <a:cubicBezTo>
                      <a:pt x="1678" y="855"/>
                      <a:pt x="1680" y="847"/>
                      <a:pt x="1676" y="841"/>
                    </a:cubicBezTo>
                    <a:cubicBezTo>
                      <a:pt x="1674" y="839"/>
                      <a:pt x="1672" y="837"/>
                      <a:pt x="1671" y="835"/>
                    </a:cubicBezTo>
                    <a:cubicBezTo>
                      <a:pt x="1669" y="832"/>
                      <a:pt x="1669" y="829"/>
                      <a:pt x="1668" y="826"/>
                    </a:cubicBezTo>
                    <a:cubicBezTo>
                      <a:pt x="1668" y="822"/>
                      <a:pt x="1667" y="815"/>
                      <a:pt x="1663" y="814"/>
                    </a:cubicBezTo>
                    <a:cubicBezTo>
                      <a:pt x="1658" y="812"/>
                      <a:pt x="1654" y="812"/>
                      <a:pt x="1649" y="814"/>
                    </a:cubicBezTo>
                    <a:cubicBezTo>
                      <a:pt x="1647" y="815"/>
                      <a:pt x="1645" y="817"/>
                      <a:pt x="1642" y="819"/>
                    </a:cubicBezTo>
                    <a:cubicBezTo>
                      <a:pt x="1641" y="821"/>
                      <a:pt x="1639" y="822"/>
                      <a:pt x="1636" y="823"/>
                    </a:cubicBezTo>
                    <a:cubicBezTo>
                      <a:pt x="1634" y="824"/>
                      <a:pt x="1633" y="825"/>
                      <a:pt x="1631" y="826"/>
                    </a:cubicBezTo>
                    <a:cubicBezTo>
                      <a:pt x="1628" y="824"/>
                      <a:pt x="1629" y="821"/>
                      <a:pt x="1629" y="818"/>
                    </a:cubicBezTo>
                    <a:cubicBezTo>
                      <a:pt x="1628" y="814"/>
                      <a:pt x="1626" y="812"/>
                      <a:pt x="1623" y="810"/>
                    </a:cubicBezTo>
                    <a:cubicBezTo>
                      <a:pt x="1619" y="809"/>
                      <a:pt x="1616" y="807"/>
                      <a:pt x="1612" y="807"/>
                    </a:cubicBezTo>
                    <a:cubicBezTo>
                      <a:pt x="1606" y="806"/>
                      <a:pt x="1600" y="807"/>
                      <a:pt x="1595" y="809"/>
                    </a:cubicBezTo>
                    <a:cubicBezTo>
                      <a:pt x="1590" y="810"/>
                      <a:pt x="1587" y="811"/>
                      <a:pt x="1583" y="813"/>
                    </a:cubicBezTo>
                    <a:cubicBezTo>
                      <a:pt x="1580" y="814"/>
                      <a:pt x="1577" y="816"/>
                      <a:pt x="1575" y="818"/>
                    </a:cubicBezTo>
                    <a:cubicBezTo>
                      <a:pt x="1574" y="821"/>
                      <a:pt x="1572" y="824"/>
                      <a:pt x="1574" y="827"/>
                    </a:cubicBezTo>
                    <a:cubicBezTo>
                      <a:pt x="1576" y="831"/>
                      <a:pt x="1583" y="833"/>
                      <a:pt x="1587" y="834"/>
                    </a:cubicBezTo>
                    <a:cubicBezTo>
                      <a:pt x="1591" y="836"/>
                      <a:pt x="1596" y="837"/>
                      <a:pt x="1600" y="839"/>
                    </a:cubicBezTo>
                    <a:cubicBezTo>
                      <a:pt x="1603" y="840"/>
                      <a:pt x="1606" y="842"/>
                      <a:pt x="1607" y="845"/>
                    </a:cubicBezTo>
                    <a:cubicBezTo>
                      <a:pt x="1609" y="849"/>
                      <a:pt x="1609" y="853"/>
                      <a:pt x="1610" y="857"/>
                    </a:cubicBezTo>
                    <a:cubicBezTo>
                      <a:pt x="1610" y="860"/>
                      <a:pt x="1612" y="863"/>
                      <a:pt x="1615" y="866"/>
                    </a:cubicBezTo>
                    <a:cubicBezTo>
                      <a:pt x="1617" y="868"/>
                      <a:pt x="1620" y="869"/>
                      <a:pt x="1622" y="870"/>
                    </a:cubicBezTo>
                    <a:cubicBezTo>
                      <a:pt x="1623" y="871"/>
                      <a:pt x="1627" y="873"/>
                      <a:pt x="1626" y="875"/>
                    </a:cubicBezTo>
                    <a:cubicBezTo>
                      <a:pt x="1624" y="877"/>
                      <a:pt x="1619" y="872"/>
                      <a:pt x="1618" y="871"/>
                    </a:cubicBezTo>
                    <a:cubicBezTo>
                      <a:pt x="1616" y="870"/>
                      <a:pt x="1615" y="868"/>
                      <a:pt x="1613" y="867"/>
                    </a:cubicBezTo>
                    <a:cubicBezTo>
                      <a:pt x="1612" y="867"/>
                      <a:pt x="1610" y="866"/>
                      <a:pt x="1609" y="866"/>
                    </a:cubicBezTo>
                    <a:cubicBezTo>
                      <a:pt x="1605" y="864"/>
                      <a:pt x="1603" y="860"/>
                      <a:pt x="1602" y="856"/>
                    </a:cubicBezTo>
                    <a:cubicBezTo>
                      <a:pt x="1602" y="853"/>
                      <a:pt x="1603" y="850"/>
                      <a:pt x="1601" y="848"/>
                    </a:cubicBezTo>
                    <a:cubicBezTo>
                      <a:pt x="1599" y="844"/>
                      <a:pt x="1594" y="841"/>
                      <a:pt x="1591" y="839"/>
                    </a:cubicBezTo>
                    <a:cubicBezTo>
                      <a:pt x="1587" y="837"/>
                      <a:pt x="1584" y="836"/>
                      <a:pt x="1581" y="835"/>
                    </a:cubicBezTo>
                    <a:cubicBezTo>
                      <a:pt x="1578" y="834"/>
                      <a:pt x="1575" y="833"/>
                      <a:pt x="1573" y="832"/>
                    </a:cubicBezTo>
                    <a:cubicBezTo>
                      <a:pt x="1570" y="832"/>
                      <a:pt x="1568" y="830"/>
                      <a:pt x="1566" y="830"/>
                    </a:cubicBezTo>
                    <a:cubicBezTo>
                      <a:pt x="1561" y="829"/>
                      <a:pt x="1557" y="833"/>
                      <a:pt x="1557" y="837"/>
                    </a:cubicBezTo>
                    <a:cubicBezTo>
                      <a:pt x="1556" y="845"/>
                      <a:pt x="1567" y="847"/>
                      <a:pt x="1573" y="848"/>
                    </a:cubicBezTo>
                    <a:cubicBezTo>
                      <a:pt x="1575" y="848"/>
                      <a:pt x="1580" y="849"/>
                      <a:pt x="1576" y="851"/>
                    </a:cubicBezTo>
                    <a:cubicBezTo>
                      <a:pt x="1573" y="853"/>
                      <a:pt x="1569" y="853"/>
                      <a:pt x="1566" y="853"/>
                    </a:cubicBezTo>
                    <a:cubicBezTo>
                      <a:pt x="1563" y="853"/>
                      <a:pt x="1561" y="854"/>
                      <a:pt x="1561" y="857"/>
                    </a:cubicBezTo>
                    <a:cubicBezTo>
                      <a:pt x="1561" y="861"/>
                      <a:pt x="1568" y="862"/>
                      <a:pt x="1571" y="862"/>
                    </a:cubicBezTo>
                    <a:cubicBezTo>
                      <a:pt x="1575" y="862"/>
                      <a:pt x="1579" y="862"/>
                      <a:pt x="1583" y="859"/>
                    </a:cubicBezTo>
                    <a:cubicBezTo>
                      <a:pt x="1585" y="858"/>
                      <a:pt x="1589" y="853"/>
                      <a:pt x="1592" y="855"/>
                    </a:cubicBezTo>
                    <a:cubicBezTo>
                      <a:pt x="1593" y="855"/>
                      <a:pt x="1593" y="856"/>
                      <a:pt x="1593" y="857"/>
                    </a:cubicBezTo>
                    <a:cubicBezTo>
                      <a:pt x="1593" y="858"/>
                      <a:pt x="1594" y="860"/>
                      <a:pt x="1594" y="861"/>
                    </a:cubicBezTo>
                    <a:cubicBezTo>
                      <a:pt x="1595" y="862"/>
                      <a:pt x="1599" y="865"/>
                      <a:pt x="1597" y="866"/>
                    </a:cubicBezTo>
                    <a:cubicBezTo>
                      <a:pt x="1595" y="866"/>
                      <a:pt x="1591" y="863"/>
                      <a:pt x="1589" y="866"/>
                    </a:cubicBezTo>
                    <a:cubicBezTo>
                      <a:pt x="1588" y="867"/>
                      <a:pt x="1589" y="871"/>
                      <a:pt x="1586" y="870"/>
                    </a:cubicBezTo>
                    <a:cubicBezTo>
                      <a:pt x="1584" y="870"/>
                      <a:pt x="1582" y="869"/>
                      <a:pt x="1581" y="872"/>
                    </a:cubicBezTo>
                    <a:cubicBezTo>
                      <a:pt x="1581" y="873"/>
                      <a:pt x="1581" y="875"/>
                      <a:pt x="1581" y="875"/>
                    </a:cubicBezTo>
                    <a:cubicBezTo>
                      <a:pt x="1580" y="875"/>
                      <a:pt x="1579" y="874"/>
                      <a:pt x="1579" y="874"/>
                    </a:cubicBezTo>
                    <a:cubicBezTo>
                      <a:pt x="1577" y="873"/>
                      <a:pt x="1575" y="872"/>
                      <a:pt x="1573" y="874"/>
                    </a:cubicBezTo>
                    <a:cubicBezTo>
                      <a:pt x="1572" y="876"/>
                      <a:pt x="1570" y="878"/>
                      <a:pt x="1570" y="880"/>
                    </a:cubicBezTo>
                    <a:cubicBezTo>
                      <a:pt x="1569" y="883"/>
                      <a:pt x="1573" y="886"/>
                      <a:pt x="1575" y="888"/>
                    </a:cubicBezTo>
                    <a:cubicBezTo>
                      <a:pt x="1575" y="889"/>
                      <a:pt x="1576" y="890"/>
                      <a:pt x="1576" y="890"/>
                    </a:cubicBezTo>
                    <a:cubicBezTo>
                      <a:pt x="1578" y="891"/>
                      <a:pt x="1581" y="889"/>
                      <a:pt x="1583" y="888"/>
                    </a:cubicBezTo>
                    <a:cubicBezTo>
                      <a:pt x="1585" y="886"/>
                      <a:pt x="1587" y="885"/>
                      <a:pt x="1589" y="884"/>
                    </a:cubicBezTo>
                    <a:cubicBezTo>
                      <a:pt x="1592" y="883"/>
                      <a:pt x="1594" y="881"/>
                      <a:pt x="1597" y="884"/>
                    </a:cubicBezTo>
                    <a:cubicBezTo>
                      <a:pt x="1599" y="887"/>
                      <a:pt x="1602" y="888"/>
                      <a:pt x="1606" y="889"/>
                    </a:cubicBezTo>
                    <a:cubicBezTo>
                      <a:pt x="1609" y="890"/>
                      <a:pt x="1614" y="891"/>
                      <a:pt x="1615" y="895"/>
                    </a:cubicBezTo>
                    <a:cubicBezTo>
                      <a:pt x="1616" y="900"/>
                      <a:pt x="1609" y="898"/>
                      <a:pt x="1607" y="897"/>
                    </a:cubicBezTo>
                    <a:cubicBezTo>
                      <a:pt x="1603" y="896"/>
                      <a:pt x="1600" y="894"/>
                      <a:pt x="1597" y="891"/>
                    </a:cubicBezTo>
                    <a:cubicBezTo>
                      <a:pt x="1596" y="890"/>
                      <a:pt x="1595" y="889"/>
                      <a:pt x="1594" y="888"/>
                    </a:cubicBezTo>
                    <a:cubicBezTo>
                      <a:pt x="1593" y="888"/>
                      <a:pt x="1592" y="888"/>
                      <a:pt x="1591" y="888"/>
                    </a:cubicBezTo>
                    <a:cubicBezTo>
                      <a:pt x="1588" y="888"/>
                      <a:pt x="1584" y="889"/>
                      <a:pt x="1584" y="892"/>
                    </a:cubicBezTo>
                    <a:cubicBezTo>
                      <a:pt x="1585" y="894"/>
                      <a:pt x="1586" y="896"/>
                      <a:pt x="1584" y="897"/>
                    </a:cubicBezTo>
                    <a:cubicBezTo>
                      <a:pt x="1582" y="899"/>
                      <a:pt x="1581" y="901"/>
                      <a:pt x="1580" y="903"/>
                    </a:cubicBezTo>
                    <a:cubicBezTo>
                      <a:pt x="1580" y="906"/>
                      <a:pt x="1582" y="907"/>
                      <a:pt x="1584" y="908"/>
                    </a:cubicBezTo>
                    <a:cubicBezTo>
                      <a:pt x="1587" y="909"/>
                      <a:pt x="1592" y="908"/>
                      <a:pt x="1593" y="911"/>
                    </a:cubicBezTo>
                    <a:cubicBezTo>
                      <a:pt x="1594" y="912"/>
                      <a:pt x="1593" y="914"/>
                      <a:pt x="1594" y="915"/>
                    </a:cubicBezTo>
                    <a:cubicBezTo>
                      <a:pt x="1594" y="917"/>
                      <a:pt x="1594" y="918"/>
                      <a:pt x="1593" y="919"/>
                    </a:cubicBezTo>
                    <a:cubicBezTo>
                      <a:pt x="1593" y="920"/>
                      <a:pt x="1592" y="922"/>
                      <a:pt x="1591" y="921"/>
                    </a:cubicBezTo>
                    <a:cubicBezTo>
                      <a:pt x="1590" y="921"/>
                      <a:pt x="1590" y="919"/>
                      <a:pt x="1589" y="918"/>
                    </a:cubicBezTo>
                    <a:cubicBezTo>
                      <a:pt x="1588" y="914"/>
                      <a:pt x="1587" y="913"/>
                      <a:pt x="1583" y="911"/>
                    </a:cubicBezTo>
                    <a:cubicBezTo>
                      <a:pt x="1581" y="910"/>
                      <a:pt x="1578" y="910"/>
                      <a:pt x="1576" y="912"/>
                    </a:cubicBezTo>
                    <a:cubicBezTo>
                      <a:pt x="1574" y="915"/>
                      <a:pt x="1577" y="918"/>
                      <a:pt x="1578" y="920"/>
                    </a:cubicBezTo>
                    <a:cubicBezTo>
                      <a:pt x="1581" y="924"/>
                      <a:pt x="1584" y="926"/>
                      <a:pt x="1587" y="930"/>
                    </a:cubicBezTo>
                    <a:cubicBezTo>
                      <a:pt x="1587" y="931"/>
                      <a:pt x="1588" y="932"/>
                      <a:pt x="1588" y="933"/>
                    </a:cubicBezTo>
                    <a:cubicBezTo>
                      <a:pt x="1581" y="931"/>
                      <a:pt x="1579" y="925"/>
                      <a:pt x="1576" y="919"/>
                    </a:cubicBezTo>
                    <a:cubicBezTo>
                      <a:pt x="1574" y="916"/>
                      <a:pt x="1572" y="910"/>
                      <a:pt x="1568" y="909"/>
                    </a:cubicBezTo>
                    <a:cubicBezTo>
                      <a:pt x="1564" y="907"/>
                      <a:pt x="1562" y="914"/>
                      <a:pt x="1565" y="916"/>
                    </a:cubicBezTo>
                    <a:cubicBezTo>
                      <a:pt x="1567" y="918"/>
                      <a:pt x="1569" y="919"/>
                      <a:pt x="1570" y="921"/>
                    </a:cubicBezTo>
                    <a:cubicBezTo>
                      <a:pt x="1571" y="924"/>
                      <a:pt x="1571" y="928"/>
                      <a:pt x="1570" y="931"/>
                    </a:cubicBezTo>
                    <a:cubicBezTo>
                      <a:pt x="1570" y="933"/>
                      <a:pt x="1569" y="936"/>
                      <a:pt x="1570" y="938"/>
                    </a:cubicBezTo>
                    <a:cubicBezTo>
                      <a:pt x="1570" y="940"/>
                      <a:pt x="1572" y="942"/>
                      <a:pt x="1574" y="944"/>
                    </a:cubicBezTo>
                    <a:cubicBezTo>
                      <a:pt x="1576" y="947"/>
                      <a:pt x="1578" y="950"/>
                      <a:pt x="1581" y="952"/>
                    </a:cubicBezTo>
                    <a:cubicBezTo>
                      <a:pt x="1583" y="954"/>
                      <a:pt x="1586" y="955"/>
                      <a:pt x="1588" y="957"/>
                    </a:cubicBezTo>
                    <a:cubicBezTo>
                      <a:pt x="1589" y="958"/>
                      <a:pt x="1592" y="960"/>
                      <a:pt x="1592" y="961"/>
                    </a:cubicBezTo>
                    <a:cubicBezTo>
                      <a:pt x="1591" y="962"/>
                      <a:pt x="1589" y="960"/>
                      <a:pt x="1589" y="960"/>
                    </a:cubicBezTo>
                    <a:cubicBezTo>
                      <a:pt x="1584" y="956"/>
                      <a:pt x="1579" y="952"/>
                      <a:pt x="1574" y="948"/>
                    </a:cubicBezTo>
                    <a:cubicBezTo>
                      <a:pt x="1572" y="946"/>
                      <a:pt x="1570" y="945"/>
                      <a:pt x="1568" y="943"/>
                    </a:cubicBezTo>
                    <a:cubicBezTo>
                      <a:pt x="1566" y="942"/>
                      <a:pt x="1564" y="941"/>
                      <a:pt x="1563" y="939"/>
                    </a:cubicBezTo>
                    <a:cubicBezTo>
                      <a:pt x="1562" y="937"/>
                      <a:pt x="1562" y="934"/>
                      <a:pt x="1562" y="931"/>
                    </a:cubicBezTo>
                    <a:cubicBezTo>
                      <a:pt x="1562" y="928"/>
                      <a:pt x="1562" y="925"/>
                      <a:pt x="1562" y="922"/>
                    </a:cubicBezTo>
                    <a:cubicBezTo>
                      <a:pt x="1562" y="920"/>
                      <a:pt x="1562" y="918"/>
                      <a:pt x="1562" y="916"/>
                    </a:cubicBezTo>
                    <a:cubicBezTo>
                      <a:pt x="1561" y="914"/>
                      <a:pt x="1560" y="912"/>
                      <a:pt x="1559" y="910"/>
                    </a:cubicBezTo>
                    <a:cubicBezTo>
                      <a:pt x="1557" y="908"/>
                      <a:pt x="1556" y="906"/>
                      <a:pt x="1555" y="903"/>
                    </a:cubicBezTo>
                    <a:cubicBezTo>
                      <a:pt x="1555" y="901"/>
                      <a:pt x="1555" y="898"/>
                      <a:pt x="1555" y="896"/>
                    </a:cubicBezTo>
                    <a:cubicBezTo>
                      <a:pt x="1554" y="891"/>
                      <a:pt x="1553" y="887"/>
                      <a:pt x="1555" y="882"/>
                    </a:cubicBezTo>
                    <a:cubicBezTo>
                      <a:pt x="1555" y="880"/>
                      <a:pt x="1555" y="879"/>
                      <a:pt x="1556" y="877"/>
                    </a:cubicBezTo>
                    <a:cubicBezTo>
                      <a:pt x="1556" y="875"/>
                      <a:pt x="1556" y="873"/>
                      <a:pt x="1555" y="871"/>
                    </a:cubicBezTo>
                    <a:cubicBezTo>
                      <a:pt x="1554" y="869"/>
                      <a:pt x="1551" y="869"/>
                      <a:pt x="1549" y="869"/>
                    </a:cubicBezTo>
                    <a:cubicBezTo>
                      <a:pt x="1548" y="868"/>
                      <a:pt x="1544" y="867"/>
                      <a:pt x="1543" y="866"/>
                    </a:cubicBezTo>
                    <a:cubicBezTo>
                      <a:pt x="1542" y="864"/>
                      <a:pt x="1546" y="864"/>
                      <a:pt x="1547" y="863"/>
                    </a:cubicBezTo>
                    <a:cubicBezTo>
                      <a:pt x="1549" y="863"/>
                      <a:pt x="1551" y="863"/>
                      <a:pt x="1552" y="861"/>
                    </a:cubicBezTo>
                    <a:cubicBezTo>
                      <a:pt x="1552" y="859"/>
                      <a:pt x="1552" y="856"/>
                      <a:pt x="1551" y="853"/>
                    </a:cubicBezTo>
                    <a:cubicBezTo>
                      <a:pt x="1550" y="851"/>
                      <a:pt x="1549" y="849"/>
                      <a:pt x="1547" y="848"/>
                    </a:cubicBezTo>
                    <a:cubicBezTo>
                      <a:pt x="1543" y="847"/>
                      <a:pt x="1534" y="848"/>
                      <a:pt x="1534" y="853"/>
                    </a:cubicBezTo>
                    <a:cubicBezTo>
                      <a:pt x="1534" y="855"/>
                      <a:pt x="1536" y="858"/>
                      <a:pt x="1535" y="860"/>
                    </a:cubicBezTo>
                    <a:cubicBezTo>
                      <a:pt x="1535" y="862"/>
                      <a:pt x="1533" y="862"/>
                      <a:pt x="1532" y="863"/>
                    </a:cubicBezTo>
                    <a:cubicBezTo>
                      <a:pt x="1530" y="863"/>
                      <a:pt x="1529" y="863"/>
                      <a:pt x="1528" y="864"/>
                    </a:cubicBezTo>
                    <a:cubicBezTo>
                      <a:pt x="1527" y="865"/>
                      <a:pt x="1528" y="867"/>
                      <a:pt x="1528" y="868"/>
                    </a:cubicBezTo>
                    <a:cubicBezTo>
                      <a:pt x="1528" y="872"/>
                      <a:pt x="1528" y="875"/>
                      <a:pt x="1528" y="878"/>
                    </a:cubicBezTo>
                    <a:cubicBezTo>
                      <a:pt x="1528" y="881"/>
                      <a:pt x="1528" y="883"/>
                      <a:pt x="1526" y="885"/>
                    </a:cubicBezTo>
                    <a:cubicBezTo>
                      <a:pt x="1525" y="887"/>
                      <a:pt x="1522" y="886"/>
                      <a:pt x="1520" y="887"/>
                    </a:cubicBezTo>
                    <a:cubicBezTo>
                      <a:pt x="1517" y="887"/>
                      <a:pt x="1516" y="889"/>
                      <a:pt x="1514" y="890"/>
                    </a:cubicBezTo>
                    <a:cubicBezTo>
                      <a:pt x="1513" y="892"/>
                      <a:pt x="1511" y="892"/>
                      <a:pt x="1510" y="893"/>
                    </a:cubicBezTo>
                    <a:cubicBezTo>
                      <a:pt x="1508" y="894"/>
                      <a:pt x="1506" y="895"/>
                      <a:pt x="1505" y="893"/>
                    </a:cubicBezTo>
                    <a:cubicBezTo>
                      <a:pt x="1504" y="890"/>
                      <a:pt x="1506" y="887"/>
                      <a:pt x="1508" y="885"/>
                    </a:cubicBezTo>
                    <a:cubicBezTo>
                      <a:pt x="1509" y="885"/>
                      <a:pt x="1510" y="884"/>
                      <a:pt x="1511" y="882"/>
                    </a:cubicBezTo>
                    <a:cubicBezTo>
                      <a:pt x="1512" y="881"/>
                      <a:pt x="1511" y="878"/>
                      <a:pt x="1511" y="877"/>
                    </a:cubicBezTo>
                    <a:cubicBezTo>
                      <a:pt x="1511" y="874"/>
                      <a:pt x="1511" y="872"/>
                      <a:pt x="1510" y="870"/>
                    </a:cubicBezTo>
                    <a:cubicBezTo>
                      <a:pt x="1510" y="868"/>
                      <a:pt x="1510" y="867"/>
                      <a:pt x="1508" y="866"/>
                    </a:cubicBezTo>
                    <a:cubicBezTo>
                      <a:pt x="1505" y="865"/>
                      <a:pt x="1501" y="867"/>
                      <a:pt x="1500" y="869"/>
                    </a:cubicBezTo>
                    <a:cubicBezTo>
                      <a:pt x="1499" y="872"/>
                      <a:pt x="1500" y="875"/>
                      <a:pt x="1497" y="877"/>
                    </a:cubicBezTo>
                    <a:cubicBezTo>
                      <a:pt x="1497" y="878"/>
                      <a:pt x="1496" y="878"/>
                      <a:pt x="1495" y="879"/>
                    </a:cubicBezTo>
                    <a:cubicBezTo>
                      <a:pt x="1495" y="880"/>
                      <a:pt x="1495" y="881"/>
                      <a:pt x="1494" y="882"/>
                    </a:cubicBezTo>
                    <a:cubicBezTo>
                      <a:pt x="1494" y="883"/>
                      <a:pt x="1494" y="885"/>
                      <a:pt x="1493" y="885"/>
                    </a:cubicBezTo>
                    <a:cubicBezTo>
                      <a:pt x="1492" y="885"/>
                      <a:pt x="1491" y="883"/>
                      <a:pt x="1491" y="882"/>
                    </a:cubicBezTo>
                    <a:cubicBezTo>
                      <a:pt x="1490" y="880"/>
                      <a:pt x="1491" y="876"/>
                      <a:pt x="1489" y="875"/>
                    </a:cubicBezTo>
                    <a:cubicBezTo>
                      <a:pt x="1487" y="873"/>
                      <a:pt x="1483" y="874"/>
                      <a:pt x="1482" y="876"/>
                    </a:cubicBezTo>
                    <a:cubicBezTo>
                      <a:pt x="1480" y="879"/>
                      <a:pt x="1481" y="883"/>
                      <a:pt x="1481" y="886"/>
                    </a:cubicBezTo>
                    <a:cubicBezTo>
                      <a:pt x="1480" y="889"/>
                      <a:pt x="1477" y="892"/>
                      <a:pt x="1474" y="894"/>
                    </a:cubicBezTo>
                    <a:cubicBezTo>
                      <a:pt x="1472" y="895"/>
                      <a:pt x="1470" y="897"/>
                      <a:pt x="1468" y="898"/>
                    </a:cubicBezTo>
                    <a:cubicBezTo>
                      <a:pt x="1465" y="900"/>
                      <a:pt x="1466" y="902"/>
                      <a:pt x="1468" y="904"/>
                    </a:cubicBezTo>
                    <a:cubicBezTo>
                      <a:pt x="1469" y="905"/>
                      <a:pt x="1470" y="906"/>
                      <a:pt x="1471" y="908"/>
                    </a:cubicBezTo>
                    <a:cubicBezTo>
                      <a:pt x="1472" y="909"/>
                      <a:pt x="1472" y="910"/>
                      <a:pt x="1473" y="911"/>
                    </a:cubicBezTo>
                    <a:cubicBezTo>
                      <a:pt x="1474" y="914"/>
                      <a:pt x="1478" y="914"/>
                      <a:pt x="1480" y="912"/>
                    </a:cubicBezTo>
                    <a:cubicBezTo>
                      <a:pt x="1482" y="909"/>
                      <a:pt x="1482" y="904"/>
                      <a:pt x="1485" y="903"/>
                    </a:cubicBezTo>
                    <a:cubicBezTo>
                      <a:pt x="1486" y="902"/>
                      <a:pt x="1487" y="902"/>
                      <a:pt x="1488" y="902"/>
                    </a:cubicBezTo>
                    <a:cubicBezTo>
                      <a:pt x="1490" y="901"/>
                      <a:pt x="1490" y="900"/>
                      <a:pt x="1491" y="899"/>
                    </a:cubicBezTo>
                    <a:cubicBezTo>
                      <a:pt x="1491" y="898"/>
                      <a:pt x="1492" y="896"/>
                      <a:pt x="1493" y="896"/>
                    </a:cubicBezTo>
                    <a:cubicBezTo>
                      <a:pt x="1494" y="897"/>
                      <a:pt x="1495" y="899"/>
                      <a:pt x="1496" y="900"/>
                    </a:cubicBezTo>
                    <a:cubicBezTo>
                      <a:pt x="1496" y="901"/>
                      <a:pt x="1497" y="902"/>
                      <a:pt x="1499" y="903"/>
                    </a:cubicBezTo>
                    <a:cubicBezTo>
                      <a:pt x="1500" y="904"/>
                      <a:pt x="1502" y="904"/>
                      <a:pt x="1503" y="904"/>
                    </a:cubicBezTo>
                    <a:cubicBezTo>
                      <a:pt x="1507" y="905"/>
                      <a:pt x="1511" y="906"/>
                      <a:pt x="1515" y="906"/>
                    </a:cubicBezTo>
                    <a:cubicBezTo>
                      <a:pt x="1517" y="906"/>
                      <a:pt x="1519" y="905"/>
                      <a:pt x="1521" y="906"/>
                    </a:cubicBezTo>
                    <a:cubicBezTo>
                      <a:pt x="1523" y="906"/>
                      <a:pt x="1525" y="907"/>
                      <a:pt x="1527" y="907"/>
                    </a:cubicBezTo>
                    <a:cubicBezTo>
                      <a:pt x="1529" y="908"/>
                      <a:pt x="1531" y="909"/>
                      <a:pt x="1533" y="910"/>
                    </a:cubicBezTo>
                    <a:cubicBezTo>
                      <a:pt x="1534" y="910"/>
                      <a:pt x="1535" y="910"/>
                      <a:pt x="1536" y="911"/>
                    </a:cubicBezTo>
                    <a:cubicBezTo>
                      <a:pt x="1538" y="914"/>
                      <a:pt x="1536" y="917"/>
                      <a:pt x="1534" y="919"/>
                    </a:cubicBezTo>
                    <a:cubicBezTo>
                      <a:pt x="1533" y="920"/>
                      <a:pt x="1532" y="920"/>
                      <a:pt x="1531" y="921"/>
                    </a:cubicBezTo>
                    <a:cubicBezTo>
                      <a:pt x="1530" y="922"/>
                      <a:pt x="1530" y="924"/>
                      <a:pt x="1530" y="925"/>
                    </a:cubicBezTo>
                    <a:cubicBezTo>
                      <a:pt x="1530" y="930"/>
                      <a:pt x="1531" y="935"/>
                      <a:pt x="1527" y="938"/>
                    </a:cubicBezTo>
                    <a:cubicBezTo>
                      <a:pt x="1526" y="939"/>
                      <a:pt x="1524" y="939"/>
                      <a:pt x="1523" y="938"/>
                    </a:cubicBezTo>
                    <a:cubicBezTo>
                      <a:pt x="1521" y="937"/>
                      <a:pt x="1522" y="934"/>
                      <a:pt x="1522" y="932"/>
                    </a:cubicBezTo>
                    <a:cubicBezTo>
                      <a:pt x="1521" y="928"/>
                      <a:pt x="1521" y="924"/>
                      <a:pt x="1516" y="924"/>
                    </a:cubicBezTo>
                    <a:cubicBezTo>
                      <a:pt x="1512" y="924"/>
                      <a:pt x="1509" y="924"/>
                      <a:pt x="1506" y="925"/>
                    </a:cubicBezTo>
                    <a:cubicBezTo>
                      <a:pt x="1502" y="925"/>
                      <a:pt x="1499" y="927"/>
                      <a:pt x="1497" y="930"/>
                    </a:cubicBezTo>
                    <a:cubicBezTo>
                      <a:pt x="1496" y="932"/>
                      <a:pt x="1495" y="934"/>
                      <a:pt x="1495" y="936"/>
                    </a:cubicBezTo>
                    <a:cubicBezTo>
                      <a:pt x="1494" y="937"/>
                      <a:pt x="1494" y="939"/>
                      <a:pt x="1493" y="939"/>
                    </a:cubicBezTo>
                    <a:cubicBezTo>
                      <a:pt x="1491" y="940"/>
                      <a:pt x="1491" y="936"/>
                      <a:pt x="1490" y="935"/>
                    </a:cubicBezTo>
                    <a:cubicBezTo>
                      <a:pt x="1488" y="933"/>
                      <a:pt x="1484" y="934"/>
                      <a:pt x="1481" y="934"/>
                    </a:cubicBezTo>
                    <a:cubicBezTo>
                      <a:pt x="1479" y="934"/>
                      <a:pt x="1477" y="933"/>
                      <a:pt x="1474" y="934"/>
                    </a:cubicBezTo>
                    <a:cubicBezTo>
                      <a:pt x="1474" y="934"/>
                      <a:pt x="1473" y="934"/>
                      <a:pt x="1472" y="934"/>
                    </a:cubicBezTo>
                    <a:cubicBezTo>
                      <a:pt x="1471" y="935"/>
                      <a:pt x="1471" y="936"/>
                      <a:pt x="1471" y="937"/>
                    </a:cubicBezTo>
                    <a:cubicBezTo>
                      <a:pt x="1471" y="938"/>
                      <a:pt x="1471" y="938"/>
                      <a:pt x="1471" y="938"/>
                    </a:cubicBezTo>
                    <a:cubicBezTo>
                      <a:pt x="1470" y="939"/>
                      <a:pt x="1468" y="938"/>
                      <a:pt x="1468" y="938"/>
                    </a:cubicBezTo>
                    <a:cubicBezTo>
                      <a:pt x="1467" y="939"/>
                      <a:pt x="1467" y="939"/>
                      <a:pt x="1467" y="940"/>
                    </a:cubicBezTo>
                    <a:cubicBezTo>
                      <a:pt x="1467" y="940"/>
                      <a:pt x="1467" y="941"/>
                      <a:pt x="1467" y="942"/>
                    </a:cubicBezTo>
                    <a:cubicBezTo>
                      <a:pt x="1466" y="944"/>
                      <a:pt x="1466" y="945"/>
                      <a:pt x="1464" y="945"/>
                    </a:cubicBezTo>
                    <a:cubicBezTo>
                      <a:pt x="1463" y="946"/>
                      <a:pt x="1462" y="946"/>
                      <a:pt x="1461" y="946"/>
                    </a:cubicBezTo>
                    <a:cubicBezTo>
                      <a:pt x="1461" y="947"/>
                      <a:pt x="1459" y="947"/>
                      <a:pt x="1459" y="946"/>
                    </a:cubicBezTo>
                    <a:cubicBezTo>
                      <a:pt x="1458" y="946"/>
                      <a:pt x="1458" y="945"/>
                      <a:pt x="1457" y="944"/>
                    </a:cubicBezTo>
                    <a:cubicBezTo>
                      <a:pt x="1457" y="942"/>
                      <a:pt x="1455" y="941"/>
                      <a:pt x="1454" y="940"/>
                    </a:cubicBezTo>
                    <a:cubicBezTo>
                      <a:pt x="1453" y="940"/>
                      <a:pt x="1451" y="939"/>
                      <a:pt x="1450" y="939"/>
                    </a:cubicBezTo>
                    <a:cubicBezTo>
                      <a:pt x="1448" y="939"/>
                      <a:pt x="1447" y="940"/>
                      <a:pt x="1446" y="940"/>
                    </a:cubicBezTo>
                    <a:cubicBezTo>
                      <a:pt x="1444" y="940"/>
                      <a:pt x="1442" y="940"/>
                      <a:pt x="1441" y="940"/>
                    </a:cubicBezTo>
                    <a:cubicBezTo>
                      <a:pt x="1439" y="941"/>
                      <a:pt x="1438" y="942"/>
                      <a:pt x="1436" y="943"/>
                    </a:cubicBezTo>
                    <a:cubicBezTo>
                      <a:pt x="1433" y="944"/>
                      <a:pt x="1429" y="943"/>
                      <a:pt x="1425" y="943"/>
                    </a:cubicBezTo>
                    <a:cubicBezTo>
                      <a:pt x="1422" y="943"/>
                      <a:pt x="1421" y="945"/>
                      <a:pt x="1421" y="948"/>
                    </a:cubicBezTo>
                    <a:cubicBezTo>
                      <a:pt x="1421" y="949"/>
                      <a:pt x="1421" y="951"/>
                      <a:pt x="1423" y="952"/>
                    </a:cubicBezTo>
                    <a:cubicBezTo>
                      <a:pt x="1425" y="952"/>
                      <a:pt x="1427" y="950"/>
                      <a:pt x="1429" y="949"/>
                    </a:cubicBezTo>
                    <a:cubicBezTo>
                      <a:pt x="1431" y="948"/>
                      <a:pt x="1434" y="947"/>
                      <a:pt x="1436" y="947"/>
                    </a:cubicBezTo>
                    <a:cubicBezTo>
                      <a:pt x="1439" y="946"/>
                      <a:pt x="1442" y="946"/>
                      <a:pt x="1444" y="947"/>
                    </a:cubicBezTo>
                    <a:cubicBezTo>
                      <a:pt x="1447" y="948"/>
                      <a:pt x="1445" y="950"/>
                      <a:pt x="1443" y="951"/>
                    </a:cubicBezTo>
                    <a:cubicBezTo>
                      <a:pt x="1441" y="953"/>
                      <a:pt x="1437" y="954"/>
                      <a:pt x="1434" y="954"/>
                    </a:cubicBezTo>
                    <a:cubicBezTo>
                      <a:pt x="1432" y="954"/>
                      <a:pt x="1429" y="954"/>
                      <a:pt x="1427" y="954"/>
                    </a:cubicBezTo>
                    <a:cubicBezTo>
                      <a:pt x="1425" y="954"/>
                      <a:pt x="1424" y="955"/>
                      <a:pt x="1422" y="955"/>
                    </a:cubicBezTo>
                    <a:cubicBezTo>
                      <a:pt x="1420" y="956"/>
                      <a:pt x="1419" y="956"/>
                      <a:pt x="1417" y="957"/>
                    </a:cubicBezTo>
                    <a:cubicBezTo>
                      <a:pt x="1416" y="959"/>
                      <a:pt x="1415" y="961"/>
                      <a:pt x="1414" y="962"/>
                    </a:cubicBezTo>
                    <a:cubicBezTo>
                      <a:pt x="1413" y="963"/>
                      <a:pt x="1412" y="965"/>
                      <a:pt x="1413" y="965"/>
                    </a:cubicBezTo>
                    <a:cubicBezTo>
                      <a:pt x="1414" y="966"/>
                      <a:pt x="1416" y="967"/>
                      <a:pt x="1417" y="967"/>
                    </a:cubicBezTo>
                    <a:cubicBezTo>
                      <a:pt x="1419" y="968"/>
                      <a:pt x="1420" y="969"/>
                      <a:pt x="1422" y="970"/>
                    </a:cubicBezTo>
                    <a:cubicBezTo>
                      <a:pt x="1424" y="971"/>
                      <a:pt x="1427" y="971"/>
                      <a:pt x="1429" y="971"/>
                    </a:cubicBezTo>
                    <a:cubicBezTo>
                      <a:pt x="1431" y="971"/>
                      <a:pt x="1433" y="970"/>
                      <a:pt x="1435" y="969"/>
                    </a:cubicBezTo>
                    <a:cubicBezTo>
                      <a:pt x="1436" y="968"/>
                      <a:pt x="1438" y="968"/>
                      <a:pt x="1440" y="969"/>
                    </a:cubicBezTo>
                    <a:cubicBezTo>
                      <a:pt x="1441" y="970"/>
                      <a:pt x="1443" y="971"/>
                      <a:pt x="1442" y="973"/>
                    </a:cubicBezTo>
                    <a:cubicBezTo>
                      <a:pt x="1441" y="974"/>
                      <a:pt x="1440" y="974"/>
                      <a:pt x="1438" y="975"/>
                    </a:cubicBezTo>
                    <a:cubicBezTo>
                      <a:pt x="1437" y="976"/>
                      <a:pt x="1435" y="976"/>
                      <a:pt x="1433" y="977"/>
                    </a:cubicBezTo>
                    <a:cubicBezTo>
                      <a:pt x="1431" y="977"/>
                      <a:pt x="1428" y="978"/>
                      <a:pt x="1426" y="980"/>
                    </a:cubicBezTo>
                    <a:cubicBezTo>
                      <a:pt x="1424" y="980"/>
                      <a:pt x="1422" y="981"/>
                      <a:pt x="1421" y="981"/>
                    </a:cubicBezTo>
                    <a:cubicBezTo>
                      <a:pt x="1419" y="981"/>
                      <a:pt x="1418" y="982"/>
                      <a:pt x="1416" y="982"/>
                    </a:cubicBezTo>
                    <a:cubicBezTo>
                      <a:pt x="1415" y="982"/>
                      <a:pt x="1414" y="983"/>
                      <a:pt x="1413" y="983"/>
                    </a:cubicBezTo>
                    <a:cubicBezTo>
                      <a:pt x="1412" y="985"/>
                      <a:pt x="1416" y="986"/>
                      <a:pt x="1417" y="986"/>
                    </a:cubicBezTo>
                    <a:cubicBezTo>
                      <a:pt x="1418" y="987"/>
                      <a:pt x="1422" y="988"/>
                      <a:pt x="1420" y="989"/>
                    </a:cubicBezTo>
                    <a:cubicBezTo>
                      <a:pt x="1419" y="990"/>
                      <a:pt x="1418" y="990"/>
                      <a:pt x="1417" y="990"/>
                    </a:cubicBezTo>
                    <a:cubicBezTo>
                      <a:pt x="1416" y="990"/>
                      <a:pt x="1415" y="991"/>
                      <a:pt x="1413" y="991"/>
                    </a:cubicBezTo>
                    <a:cubicBezTo>
                      <a:pt x="1412" y="991"/>
                      <a:pt x="1410" y="991"/>
                      <a:pt x="1411" y="993"/>
                    </a:cubicBezTo>
                    <a:cubicBezTo>
                      <a:pt x="1411" y="995"/>
                      <a:pt x="1412" y="997"/>
                      <a:pt x="1413" y="998"/>
                    </a:cubicBezTo>
                    <a:cubicBezTo>
                      <a:pt x="1414" y="1000"/>
                      <a:pt x="1416" y="1000"/>
                      <a:pt x="1418" y="1000"/>
                    </a:cubicBezTo>
                    <a:cubicBezTo>
                      <a:pt x="1421" y="1000"/>
                      <a:pt x="1423" y="1000"/>
                      <a:pt x="1425" y="1000"/>
                    </a:cubicBezTo>
                    <a:cubicBezTo>
                      <a:pt x="1427" y="1000"/>
                      <a:pt x="1428" y="1000"/>
                      <a:pt x="1430" y="999"/>
                    </a:cubicBezTo>
                    <a:cubicBezTo>
                      <a:pt x="1432" y="998"/>
                      <a:pt x="1435" y="996"/>
                      <a:pt x="1437" y="995"/>
                    </a:cubicBezTo>
                    <a:cubicBezTo>
                      <a:pt x="1440" y="993"/>
                      <a:pt x="1443" y="992"/>
                      <a:pt x="1446" y="990"/>
                    </a:cubicBezTo>
                    <a:cubicBezTo>
                      <a:pt x="1447" y="989"/>
                      <a:pt x="1448" y="988"/>
                      <a:pt x="1449" y="987"/>
                    </a:cubicBezTo>
                    <a:cubicBezTo>
                      <a:pt x="1450" y="986"/>
                      <a:pt x="1452" y="985"/>
                      <a:pt x="1453" y="984"/>
                    </a:cubicBezTo>
                    <a:cubicBezTo>
                      <a:pt x="1455" y="983"/>
                      <a:pt x="1456" y="981"/>
                      <a:pt x="1458" y="980"/>
                    </a:cubicBezTo>
                    <a:cubicBezTo>
                      <a:pt x="1459" y="978"/>
                      <a:pt x="1460" y="977"/>
                      <a:pt x="1461" y="975"/>
                    </a:cubicBezTo>
                    <a:cubicBezTo>
                      <a:pt x="1463" y="973"/>
                      <a:pt x="1464" y="972"/>
                      <a:pt x="1466" y="971"/>
                    </a:cubicBezTo>
                    <a:cubicBezTo>
                      <a:pt x="1468" y="971"/>
                      <a:pt x="1470" y="970"/>
                      <a:pt x="1472" y="969"/>
                    </a:cubicBezTo>
                    <a:cubicBezTo>
                      <a:pt x="1474" y="968"/>
                      <a:pt x="1476" y="967"/>
                      <a:pt x="1476" y="965"/>
                    </a:cubicBezTo>
                    <a:cubicBezTo>
                      <a:pt x="1477" y="962"/>
                      <a:pt x="1476" y="959"/>
                      <a:pt x="1476" y="957"/>
                    </a:cubicBezTo>
                    <a:cubicBezTo>
                      <a:pt x="1475" y="955"/>
                      <a:pt x="1475" y="952"/>
                      <a:pt x="1476" y="950"/>
                    </a:cubicBezTo>
                    <a:cubicBezTo>
                      <a:pt x="1477" y="949"/>
                      <a:pt x="1479" y="948"/>
                      <a:pt x="1481" y="948"/>
                    </a:cubicBezTo>
                    <a:cubicBezTo>
                      <a:pt x="1482" y="948"/>
                      <a:pt x="1484" y="948"/>
                      <a:pt x="1484" y="950"/>
                    </a:cubicBezTo>
                    <a:cubicBezTo>
                      <a:pt x="1485" y="951"/>
                      <a:pt x="1484" y="953"/>
                      <a:pt x="1483" y="955"/>
                    </a:cubicBezTo>
                    <a:cubicBezTo>
                      <a:pt x="1483" y="957"/>
                      <a:pt x="1482" y="959"/>
                      <a:pt x="1483" y="961"/>
                    </a:cubicBezTo>
                    <a:cubicBezTo>
                      <a:pt x="1484" y="963"/>
                      <a:pt x="1485" y="964"/>
                      <a:pt x="1487" y="965"/>
                    </a:cubicBezTo>
                    <a:cubicBezTo>
                      <a:pt x="1489" y="966"/>
                      <a:pt x="1492" y="968"/>
                      <a:pt x="1494" y="969"/>
                    </a:cubicBezTo>
                    <a:cubicBezTo>
                      <a:pt x="1496" y="970"/>
                      <a:pt x="1498" y="972"/>
                      <a:pt x="1500" y="974"/>
                    </a:cubicBezTo>
                    <a:cubicBezTo>
                      <a:pt x="1505" y="978"/>
                      <a:pt x="1510" y="982"/>
                      <a:pt x="1515" y="985"/>
                    </a:cubicBezTo>
                    <a:cubicBezTo>
                      <a:pt x="1519" y="988"/>
                      <a:pt x="1522" y="990"/>
                      <a:pt x="1526" y="992"/>
                    </a:cubicBezTo>
                    <a:cubicBezTo>
                      <a:pt x="1527" y="993"/>
                      <a:pt x="1527" y="993"/>
                      <a:pt x="1526" y="994"/>
                    </a:cubicBezTo>
                    <a:cubicBezTo>
                      <a:pt x="1525" y="994"/>
                      <a:pt x="1523" y="995"/>
                      <a:pt x="1521" y="995"/>
                    </a:cubicBezTo>
                    <a:cubicBezTo>
                      <a:pt x="1519" y="995"/>
                      <a:pt x="1517" y="995"/>
                      <a:pt x="1516" y="994"/>
                    </a:cubicBezTo>
                    <a:cubicBezTo>
                      <a:pt x="1514" y="992"/>
                      <a:pt x="1513" y="990"/>
                      <a:pt x="1512" y="988"/>
                    </a:cubicBezTo>
                    <a:cubicBezTo>
                      <a:pt x="1509" y="983"/>
                      <a:pt x="1505" y="980"/>
                      <a:pt x="1500" y="979"/>
                    </a:cubicBezTo>
                    <a:cubicBezTo>
                      <a:pt x="1496" y="978"/>
                      <a:pt x="1492" y="976"/>
                      <a:pt x="1488" y="976"/>
                    </a:cubicBezTo>
                    <a:cubicBezTo>
                      <a:pt x="1486" y="976"/>
                      <a:pt x="1484" y="977"/>
                      <a:pt x="1482" y="978"/>
                    </a:cubicBezTo>
                    <a:cubicBezTo>
                      <a:pt x="1480" y="980"/>
                      <a:pt x="1481" y="982"/>
                      <a:pt x="1483" y="983"/>
                    </a:cubicBezTo>
                    <a:cubicBezTo>
                      <a:pt x="1486" y="985"/>
                      <a:pt x="1489" y="986"/>
                      <a:pt x="1492" y="987"/>
                    </a:cubicBezTo>
                    <a:cubicBezTo>
                      <a:pt x="1494" y="988"/>
                      <a:pt x="1498" y="989"/>
                      <a:pt x="1499" y="991"/>
                    </a:cubicBezTo>
                    <a:cubicBezTo>
                      <a:pt x="1503" y="995"/>
                      <a:pt x="1494" y="997"/>
                      <a:pt x="1491" y="997"/>
                    </a:cubicBezTo>
                    <a:cubicBezTo>
                      <a:pt x="1486" y="996"/>
                      <a:pt x="1482" y="994"/>
                      <a:pt x="1479" y="990"/>
                    </a:cubicBezTo>
                    <a:cubicBezTo>
                      <a:pt x="1477" y="987"/>
                      <a:pt x="1475" y="982"/>
                      <a:pt x="1470" y="982"/>
                    </a:cubicBezTo>
                    <a:cubicBezTo>
                      <a:pt x="1466" y="981"/>
                      <a:pt x="1465" y="986"/>
                      <a:pt x="1463" y="989"/>
                    </a:cubicBezTo>
                    <a:cubicBezTo>
                      <a:pt x="1463" y="991"/>
                      <a:pt x="1462" y="993"/>
                      <a:pt x="1461" y="994"/>
                    </a:cubicBezTo>
                    <a:cubicBezTo>
                      <a:pt x="1460" y="995"/>
                      <a:pt x="1459" y="997"/>
                      <a:pt x="1459" y="998"/>
                    </a:cubicBezTo>
                    <a:cubicBezTo>
                      <a:pt x="1458" y="999"/>
                      <a:pt x="1458" y="1001"/>
                      <a:pt x="1458" y="1002"/>
                    </a:cubicBezTo>
                    <a:cubicBezTo>
                      <a:pt x="1458" y="1003"/>
                      <a:pt x="1457" y="1004"/>
                      <a:pt x="1457" y="1005"/>
                    </a:cubicBezTo>
                    <a:cubicBezTo>
                      <a:pt x="1457" y="1006"/>
                      <a:pt x="1458" y="1007"/>
                      <a:pt x="1459" y="1008"/>
                    </a:cubicBezTo>
                    <a:cubicBezTo>
                      <a:pt x="1460" y="1009"/>
                      <a:pt x="1462" y="1009"/>
                      <a:pt x="1464" y="1009"/>
                    </a:cubicBezTo>
                    <a:cubicBezTo>
                      <a:pt x="1467" y="1010"/>
                      <a:pt x="1470" y="1012"/>
                      <a:pt x="1473" y="1013"/>
                    </a:cubicBezTo>
                    <a:cubicBezTo>
                      <a:pt x="1474" y="1014"/>
                      <a:pt x="1476" y="1015"/>
                      <a:pt x="1476" y="1016"/>
                    </a:cubicBezTo>
                    <a:cubicBezTo>
                      <a:pt x="1476" y="1017"/>
                      <a:pt x="1475" y="1018"/>
                      <a:pt x="1474" y="1018"/>
                    </a:cubicBezTo>
                    <a:cubicBezTo>
                      <a:pt x="1472" y="1018"/>
                      <a:pt x="1470" y="1017"/>
                      <a:pt x="1468" y="1016"/>
                    </a:cubicBezTo>
                    <a:cubicBezTo>
                      <a:pt x="1467" y="1015"/>
                      <a:pt x="1465" y="1014"/>
                      <a:pt x="1462" y="1014"/>
                    </a:cubicBezTo>
                    <a:cubicBezTo>
                      <a:pt x="1461" y="1014"/>
                      <a:pt x="1459" y="1014"/>
                      <a:pt x="1457" y="1014"/>
                    </a:cubicBezTo>
                    <a:cubicBezTo>
                      <a:pt x="1456" y="1014"/>
                      <a:pt x="1454" y="1014"/>
                      <a:pt x="1454" y="1015"/>
                    </a:cubicBezTo>
                    <a:cubicBezTo>
                      <a:pt x="1453" y="1016"/>
                      <a:pt x="1455" y="1017"/>
                      <a:pt x="1455" y="1017"/>
                    </a:cubicBezTo>
                    <a:cubicBezTo>
                      <a:pt x="1457" y="1018"/>
                      <a:pt x="1459" y="1019"/>
                      <a:pt x="1460" y="1020"/>
                    </a:cubicBezTo>
                    <a:cubicBezTo>
                      <a:pt x="1461" y="1022"/>
                      <a:pt x="1460" y="1023"/>
                      <a:pt x="1461" y="1025"/>
                    </a:cubicBezTo>
                    <a:cubicBezTo>
                      <a:pt x="1461" y="1027"/>
                      <a:pt x="1462" y="1030"/>
                      <a:pt x="1464" y="1031"/>
                    </a:cubicBezTo>
                    <a:cubicBezTo>
                      <a:pt x="1468" y="1035"/>
                      <a:pt x="1474" y="1036"/>
                      <a:pt x="1479" y="1037"/>
                    </a:cubicBezTo>
                    <a:cubicBezTo>
                      <a:pt x="1484" y="1039"/>
                      <a:pt x="1489" y="1040"/>
                      <a:pt x="1495" y="1038"/>
                    </a:cubicBezTo>
                    <a:cubicBezTo>
                      <a:pt x="1498" y="1037"/>
                      <a:pt x="1500" y="1035"/>
                      <a:pt x="1502" y="1032"/>
                    </a:cubicBezTo>
                    <a:cubicBezTo>
                      <a:pt x="1504" y="1031"/>
                      <a:pt x="1505" y="1029"/>
                      <a:pt x="1507" y="1027"/>
                    </a:cubicBezTo>
                    <a:cubicBezTo>
                      <a:pt x="1509" y="1026"/>
                      <a:pt x="1511" y="1025"/>
                      <a:pt x="1513" y="1024"/>
                    </a:cubicBezTo>
                    <a:cubicBezTo>
                      <a:pt x="1515" y="1023"/>
                      <a:pt x="1517" y="1022"/>
                      <a:pt x="1519" y="1022"/>
                    </a:cubicBezTo>
                    <a:cubicBezTo>
                      <a:pt x="1520" y="1021"/>
                      <a:pt x="1521" y="1021"/>
                      <a:pt x="1522" y="1022"/>
                    </a:cubicBezTo>
                    <a:cubicBezTo>
                      <a:pt x="1523" y="1023"/>
                      <a:pt x="1524" y="1024"/>
                      <a:pt x="1524" y="1025"/>
                    </a:cubicBezTo>
                    <a:cubicBezTo>
                      <a:pt x="1523" y="1027"/>
                      <a:pt x="1521" y="1028"/>
                      <a:pt x="1519" y="1028"/>
                    </a:cubicBezTo>
                    <a:cubicBezTo>
                      <a:pt x="1517" y="1029"/>
                      <a:pt x="1514" y="1030"/>
                      <a:pt x="1511" y="1031"/>
                    </a:cubicBezTo>
                    <a:cubicBezTo>
                      <a:pt x="1509" y="1031"/>
                      <a:pt x="1508" y="1032"/>
                      <a:pt x="1506" y="1033"/>
                    </a:cubicBezTo>
                    <a:cubicBezTo>
                      <a:pt x="1504" y="1034"/>
                      <a:pt x="1503" y="1036"/>
                      <a:pt x="1501" y="1037"/>
                    </a:cubicBezTo>
                    <a:cubicBezTo>
                      <a:pt x="1499" y="1039"/>
                      <a:pt x="1496" y="1041"/>
                      <a:pt x="1494" y="1044"/>
                    </a:cubicBezTo>
                    <a:cubicBezTo>
                      <a:pt x="1493" y="1045"/>
                      <a:pt x="1492" y="1046"/>
                      <a:pt x="1491" y="1048"/>
                    </a:cubicBezTo>
                    <a:cubicBezTo>
                      <a:pt x="1491" y="1050"/>
                      <a:pt x="1491" y="1052"/>
                      <a:pt x="1491" y="1054"/>
                    </a:cubicBezTo>
                    <a:cubicBezTo>
                      <a:pt x="1492" y="1057"/>
                      <a:pt x="1493" y="1062"/>
                      <a:pt x="1496" y="1064"/>
                    </a:cubicBezTo>
                    <a:cubicBezTo>
                      <a:pt x="1498" y="1064"/>
                      <a:pt x="1506" y="1065"/>
                      <a:pt x="1505" y="1068"/>
                    </a:cubicBezTo>
                    <a:cubicBezTo>
                      <a:pt x="1504" y="1070"/>
                      <a:pt x="1503" y="1070"/>
                      <a:pt x="1502" y="1071"/>
                    </a:cubicBezTo>
                    <a:cubicBezTo>
                      <a:pt x="1500" y="1072"/>
                      <a:pt x="1500" y="1073"/>
                      <a:pt x="1499" y="1074"/>
                    </a:cubicBezTo>
                    <a:cubicBezTo>
                      <a:pt x="1499" y="1075"/>
                      <a:pt x="1499" y="1076"/>
                      <a:pt x="1498" y="1076"/>
                    </a:cubicBezTo>
                    <a:cubicBezTo>
                      <a:pt x="1496" y="1076"/>
                      <a:pt x="1495" y="1074"/>
                      <a:pt x="1494" y="1073"/>
                    </a:cubicBezTo>
                    <a:cubicBezTo>
                      <a:pt x="1493" y="1072"/>
                      <a:pt x="1492" y="1070"/>
                      <a:pt x="1491" y="1069"/>
                    </a:cubicBezTo>
                    <a:cubicBezTo>
                      <a:pt x="1490" y="1067"/>
                      <a:pt x="1489" y="1065"/>
                      <a:pt x="1488" y="1064"/>
                    </a:cubicBezTo>
                    <a:cubicBezTo>
                      <a:pt x="1488" y="1063"/>
                      <a:pt x="1488" y="1062"/>
                      <a:pt x="1488" y="1061"/>
                    </a:cubicBezTo>
                    <a:cubicBezTo>
                      <a:pt x="1488" y="1059"/>
                      <a:pt x="1487" y="1058"/>
                      <a:pt x="1486" y="1057"/>
                    </a:cubicBezTo>
                    <a:cubicBezTo>
                      <a:pt x="1485" y="1056"/>
                      <a:pt x="1485" y="1056"/>
                      <a:pt x="1484" y="1055"/>
                    </a:cubicBezTo>
                    <a:cubicBezTo>
                      <a:pt x="1483" y="1052"/>
                      <a:pt x="1483" y="1049"/>
                      <a:pt x="1483" y="1046"/>
                    </a:cubicBezTo>
                    <a:cubicBezTo>
                      <a:pt x="1481" y="1042"/>
                      <a:pt x="1476" y="1042"/>
                      <a:pt x="1472" y="1042"/>
                    </a:cubicBezTo>
                    <a:cubicBezTo>
                      <a:pt x="1469" y="1042"/>
                      <a:pt x="1466" y="1042"/>
                      <a:pt x="1462" y="1044"/>
                    </a:cubicBezTo>
                    <a:cubicBezTo>
                      <a:pt x="1460" y="1045"/>
                      <a:pt x="1458" y="1047"/>
                      <a:pt x="1457" y="1050"/>
                    </a:cubicBezTo>
                    <a:cubicBezTo>
                      <a:pt x="1457" y="1051"/>
                      <a:pt x="1457" y="1053"/>
                      <a:pt x="1456" y="1054"/>
                    </a:cubicBezTo>
                    <a:cubicBezTo>
                      <a:pt x="1455" y="1055"/>
                      <a:pt x="1453" y="1054"/>
                      <a:pt x="1453" y="1053"/>
                    </a:cubicBezTo>
                    <a:cubicBezTo>
                      <a:pt x="1451" y="1051"/>
                      <a:pt x="1452" y="1045"/>
                      <a:pt x="1455" y="1043"/>
                    </a:cubicBezTo>
                    <a:cubicBezTo>
                      <a:pt x="1456" y="1043"/>
                      <a:pt x="1457" y="1042"/>
                      <a:pt x="1458" y="1041"/>
                    </a:cubicBezTo>
                    <a:cubicBezTo>
                      <a:pt x="1459" y="1040"/>
                      <a:pt x="1459" y="1038"/>
                      <a:pt x="1459" y="1037"/>
                    </a:cubicBezTo>
                    <a:cubicBezTo>
                      <a:pt x="1458" y="1033"/>
                      <a:pt x="1455" y="1032"/>
                      <a:pt x="1452" y="1033"/>
                    </a:cubicBezTo>
                    <a:cubicBezTo>
                      <a:pt x="1449" y="1033"/>
                      <a:pt x="1446" y="1035"/>
                      <a:pt x="1444" y="1037"/>
                    </a:cubicBezTo>
                    <a:cubicBezTo>
                      <a:pt x="1443" y="1038"/>
                      <a:pt x="1442" y="1039"/>
                      <a:pt x="1441" y="1040"/>
                    </a:cubicBezTo>
                    <a:cubicBezTo>
                      <a:pt x="1440" y="1041"/>
                      <a:pt x="1438" y="1041"/>
                      <a:pt x="1437" y="1040"/>
                    </a:cubicBezTo>
                    <a:cubicBezTo>
                      <a:pt x="1436" y="1040"/>
                      <a:pt x="1435" y="1039"/>
                      <a:pt x="1436" y="1038"/>
                    </a:cubicBezTo>
                    <a:cubicBezTo>
                      <a:pt x="1438" y="1037"/>
                      <a:pt x="1439" y="1037"/>
                      <a:pt x="1440" y="1035"/>
                    </a:cubicBezTo>
                    <a:cubicBezTo>
                      <a:pt x="1440" y="1033"/>
                      <a:pt x="1439" y="1032"/>
                      <a:pt x="1439" y="1030"/>
                    </a:cubicBezTo>
                    <a:cubicBezTo>
                      <a:pt x="1439" y="1029"/>
                      <a:pt x="1440" y="1027"/>
                      <a:pt x="1441" y="1028"/>
                    </a:cubicBezTo>
                    <a:cubicBezTo>
                      <a:pt x="1443" y="1029"/>
                      <a:pt x="1443" y="1030"/>
                      <a:pt x="1444" y="1031"/>
                    </a:cubicBezTo>
                    <a:cubicBezTo>
                      <a:pt x="1445" y="1032"/>
                      <a:pt x="1446" y="1031"/>
                      <a:pt x="1447" y="1030"/>
                    </a:cubicBezTo>
                    <a:cubicBezTo>
                      <a:pt x="1449" y="1028"/>
                      <a:pt x="1449" y="1025"/>
                      <a:pt x="1447" y="1023"/>
                    </a:cubicBezTo>
                    <a:cubicBezTo>
                      <a:pt x="1446" y="1022"/>
                      <a:pt x="1445" y="1021"/>
                      <a:pt x="1444" y="1020"/>
                    </a:cubicBezTo>
                    <a:cubicBezTo>
                      <a:pt x="1443" y="1019"/>
                      <a:pt x="1442" y="1018"/>
                      <a:pt x="1440" y="1018"/>
                    </a:cubicBezTo>
                    <a:cubicBezTo>
                      <a:pt x="1436" y="1017"/>
                      <a:pt x="1431" y="1018"/>
                      <a:pt x="1427" y="1021"/>
                    </a:cubicBezTo>
                    <a:cubicBezTo>
                      <a:pt x="1424" y="1023"/>
                      <a:pt x="1420" y="1026"/>
                      <a:pt x="1416" y="1029"/>
                    </a:cubicBezTo>
                    <a:cubicBezTo>
                      <a:pt x="1414" y="1031"/>
                      <a:pt x="1411" y="1033"/>
                      <a:pt x="1409" y="1035"/>
                    </a:cubicBezTo>
                    <a:cubicBezTo>
                      <a:pt x="1408" y="1036"/>
                      <a:pt x="1407" y="1037"/>
                      <a:pt x="1406" y="1038"/>
                    </a:cubicBezTo>
                    <a:cubicBezTo>
                      <a:pt x="1405" y="1040"/>
                      <a:pt x="1403" y="1041"/>
                      <a:pt x="1402" y="1042"/>
                    </a:cubicBezTo>
                    <a:cubicBezTo>
                      <a:pt x="1401" y="1043"/>
                      <a:pt x="1401" y="1044"/>
                      <a:pt x="1401" y="1045"/>
                    </a:cubicBezTo>
                    <a:cubicBezTo>
                      <a:pt x="1402" y="1049"/>
                      <a:pt x="1406" y="1051"/>
                      <a:pt x="1410" y="1052"/>
                    </a:cubicBezTo>
                    <a:cubicBezTo>
                      <a:pt x="1414" y="1053"/>
                      <a:pt x="1419" y="1051"/>
                      <a:pt x="1423" y="1052"/>
                    </a:cubicBezTo>
                    <a:cubicBezTo>
                      <a:pt x="1425" y="1052"/>
                      <a:pt x="1428" y="1052"/>
                      <a:pt x="1431" y="1052"/>
                    </a:cubicBezTo>
                    <a:cubicBezTo>
                      <a:pt x="1431" y="1053"/>
                      <a:pt x="1435" y="1053"/>
                      <a:pt x="1434" y="1054"/>
                    </a:cubicBezTo>
                    <a:cubicBezTo>
                      <a:pt x="1433" y="1055"/>
                      <a:pt x="1432" y="1055"/>
                      <a:pt x="1432" y="1056"/>
                    </a:cubicBezTo>
                    <a:cubicBezTo>
                      <a:pt x="1431" y="1056"/>
                      <a:pt x="1430" y="1057"/>
                      <a:pt x="1429" y="1058"/>
                    </a:cubicBezTo>
                    <a:cubicBezTo>
                      <a:pt x="1427" y="1059"/>
                      <a:pt x="1425" y="1060"/>
                      <a:pt x="1424" y="1062"/>
                    </a:cubicBezTo>
                    <a:cubicBezTo>
                      <a:pt x="1424" y="1063"/>
                      <a:pt x="1423" y="1065"/>
                      <a:pt x="1422" y="1067"/>
                    </a:cubicBezTo>
                    <a:cubicBezTo>
                      <a:pt x="1421" y="1068"/>
                      <a:pt x="1420" y="1067"/>
                      <a:pt x="1419" y="1065"/>
                    </a:cubicBezTo>
                    <a:cubicBezTo>
                      <a:pt x="1419" y="1063"/>
                      <a:pt x="1419" y="1060"/>
                      <a:pt x="1418" y="1058"/>
                    </a:cubicBezTo>
                    <a:cubicBezTo>
                      <a:pt x="1418" y="1056"/>
                      <a:pt x="1415" y="1056"/>
                      <a:pt x="1413" y="1056"/>
                    </a:cubicBezTo>
                    <a:cubicBezTo>
                      <a:pt x="1409" y="1055"/>
                      <a:pt x="1405" y="1056"/>
                      <a:pt x="1401" y="1056"/>
                    </a:cubicBezTo>
                    <a:cubicBezTo>
                      <a:pt x="1399" y="1056"/>
                      <a:pt x="1397" y="1055"/>
                      <a:pt x="1396" y="1056"/>
                    </a:cubicBezTo>
                    <a:cubicBezTo>
                      <a:pt x="1395" y="1056"/>
                      <a:pt x="1394" y="1057"/>
                      <a:pt x="1393" y="1058"/>
                    </a:cubicBezTo>
                    <a:cubicBezTo>
                      <a:pt x="1392" y="1059"/>
                      <a:pt x="1391" y="1061"/>
                      <a:pt x="1391" y="1063"/>
                    </a:cubicBezTo>
                    <a:cubicBezTo>
                      <a:pt x="1391" y="1064"/>
                      <a:pt x="1392" y="1065"/>
                      <a:pt x="1391" y="1066"/>
                    </a:cubicBezTo>
                    <a:cubicBezTo>
                      <a:pt x="1390" y="1067"/>
                      <a:pt x="1390" y="1068"/>
                      <a:pt x="1389" y="1069"/>
                    </a:cubicBezTo>
                    <a:cubicBezTo>
                      <a:pt x="1388" y="1072"/>
                      <a:pt x="1386" y="1074"/>
                      <a:pt x="1385" y="1076"/>
                    </a:cubicBezTo>
                    <a:cubicBezTo>
                      <a:pt x="1384" y="1077"/>
                      <a:pt x="1383" y="1078"/>
                      <a:pt x="1381" y="1079"/>
                    </a:cubicBezTo>
                    <a:cubicBezTo>
                      <a:pt x="1380" y="1080"/>
                      <a:pt x="1378" y="1081"/>
                      <a:pt x="1376" y="1082"/>
                    </a:cubicBezTo>
                    <a:cubicBezTo>
                      <a:pt x="1375" y="1083"/>
                      <a:pt x="1373" y="1084"/>
                      <a:pt x="1372" y="1086"/>
                    </a:cubicBezTo>
                    <a:cubicBezTo>
                      <a:pt x="1371" y="1087"/>
                      <a:pt x="1370" y="1089"/>
                      <a:pt x="1369" y="1090"/>
                    </a:cubicBezTo>
                    <a:cubicBezTo>
                      <a:pt x="1368" y="1091"/>
                      <a:pt x="1368" y="1091"/>
                      <a:pt x="1367" y="1092"/>
                    </a:cubicBezTo>
                    <a:cubicBezTo>
                      <a:pt x="1365" y="1093"/>
                      <a:pt x="1364" y="1095"/>
                      <a:pt x="1363" y="1097"/>
                    </a:cubicBezTo>
                    <a:cubicBezTo>
                      <a:pt x="1362" y="1101"/>
                      <a:pt x="1365" y="1104"/>
                      <a:pt x="1369" y="1104"/>
                    </a:cubicBezTo>
                    <a:cubicBezTo>
                      <a:pt x="1371" y="1104"/>
                      <a:pt x="1373" y="1103"/>
                      <a:pt x="1375" y="1102"/>
                    </a:cubicBezTo>
                    <a:cubicBezTo>
                      <a:pt x="1377" y="1101"/>
                      <a:pt x="1378" y="1099"/>
                      <a:pt x="1380" y="1098"/>
                    </a:cubicBezTo>
                    <a:cubicBezTo>
                      <a:pt x="1382" y="1097"/>
                      <a:pt x="1384" y="1095"/>
                      <a:pt x="1387" y="1095"/>
                    </a:cubicBezTo>
                    <a:cubicBezTo>
                      <a:pt x="1389" y="1095"/>
                      <a:pt x="1392" y="1095"/>
                      <a:pt x="1394" y="1094"/>
                    </a:cubicBezTo>
                    <a:cubicBezTo>
                      <a:pt x="1397" y="1094"/>
                      <a:pt x="1400" y="1092"/>
                      <a:pt x="1403" y="1092"/>
                    </a:cubicBezTo>
                    <a:cubicBezTo>
                      <a:pt x="1404" y="1092"/>
                      <a:pt x="1406" y="1091"/>
                      <a:pt x="1406" y="1092"/>
                    </a:cubicBezTo>
                    <a:cubicBezTo>
                      <a:pt x="1407" y="1093"/>
                      <a:pt x="1407" y="1094"/>
                      <a:pt x="1406" y="1095"/>
                    </a:cubicBezTo>
                    <a:cubicBezTo>
                      <a:pt x="1404" y="1099"/>
                      <a:pt x="1401" y="1101"/>
                      <a:pt x="1398" y="1104"/>
                    </a:cubicBezTo>
                    <a:cubicBezTo>
                      <a:pt x="1397" y="1105"/>
                      <a:pt x="1396" y="1107"/>
                      <a:pt x="1398" y="1108"/>
                    </a:cubicBezTo>
                    <a:cubicBezTo>
                      <a:pt x="1400" y="1110"/>
                      <a:pt x="1403" y="1109"/>
                      <a:pt x="1405" y="1109"/>
                    </a:cubicBezTo>
                    <a:cubicBezTo>
                      <a:pt x="1408" y="1108"/>
                      <a:pt x="1410" y="1106"/>
                      <a:pt x="1411" y="1104"/>
                    </a:cubicBezTo>
                    <a:cubicBezTo>
                      <a:pt x="1413" y="1101"/>
                      <a:pt x="1414" y="1099"/>
                      <a:pt x="1415" y="1096"/>
                    </a:cubicBezTo>
                    <a:cubicBezTo>
                      <a:pt x="1419" y="1092"/>
                      <a:pt x="1425" y="1093"/>
                      <a:pt x="1430" y="1095"/>
                    </a:cubicBezTo>
                    <a:cubicBezTo>
                      <a:pt x="1433" y="1095"/>
                      <a:pt x="1435" y="1095"/>
                      <a:pt x="1438" y="1095"/>
                    </a:cubicBezTo>
                    <a:cubicBezTo>
                      <a:pt x="1440" y="1094"/>
                      <a:pt x="1442" y="1094"/>
                      <a:pt x="1444" y="1093"/>
                    </a:cubicBezTo>
                    <a:cubicBezTo>
                      <a:pt x="1446" y="1092"/>
                      <a:pt x="1448" y="1091"/>
                      <a:pt x="1450" y="1089"/>
                    </a:cubicBezTo>
                    <a:cubicBezTo>
                      <a:pt x="1451" y="1088"/>
                      <a:pt x="1451" y="1085"/>
                      <a:pt x="1453" y="1084"/>
                    </a:cubicBezTo>
                    <a:cubicBezTo>
                      <a:pt x="1454" y="1083"/>
                      <a:pt x="1456" y="1085"/>
                      <a:pt x="1457" y="1086"/>
                    </a:cubicBezTo>
                    <a:cubicBezTo>
                      <a:pt x="1458" y="1088"/>
                      <a:pt x="1458" y="1091"/>
                      <a:pt x="1456" y="1093"/>
                    </a:cubicBezTo>
                    <a:cubicBezTo>
                      <a:pt x="1454" y="1094"/>
                      <a:pt x="1452" y="1095"/>
                      <a:pt x="1449" y="1096"/>
                    </a:cubicBezTo>
                    <a:cubicBezTo>
                      <a:pt x="1447" y="1097"/>
                      <a:pt x="1445" y="1099"/>
                      <a:pt x="1443" y="1100"/>
                    </a:cubicBezTo>
                    <a:cubicBezTo>
                      <a:pt x="1443" y="1100"/>
                      <a:pt x="1439" y="1102"/>
                      <a:pt x="1440" y="1103"/>
                    </a:cubicBezTo>
                    <a:cubicBezTo>
                      <a:pt x="1440" y="1104"/>
                      <a:pt x="1442" y="1104"/>
                      <a:pt x="1442" y="1104"/>
                    </a:cubicBezTo>
                    <a:cubicBezTo>
                      <a:pt x="1444" y="1105"/>
                      <a:pt x="1445" y="1105"/>
                      <a:pt x="1446" y="1105"/>
                    </a:cubicBezTo>
                    <a:cubicBezTo>
                      <a:pt x="1448" y="1106"/>
                      <a:pt x="1450" y="1106"/>
                      <a:pt x="1452" y="1107"/>
                    </a:cubicBezTo>
                    <a:cubicBezTo>
                      <a:pt x="1454" y="1107"/>
                      <a:pt x="1456" y="1106"/>
                      <a:pt x="1458" y="1106"/>
                    </a:cubicBezTo>
                    <a:cubicBezTo>
                      <a:pt x="1460" y="1106"/>
                      <a:pt x="1462" y="1106"/>
                      <a:pt x="1464" y="1107"/>
                    </a:cubicBezTo>
                    <a:cubicBezTo>
                      <a:pt x="1465" y="1107"/>
                      <a:pt x="1466" y="1109"/>
                      <a:pt x="1467" y="1110"/>
                    </a:cubicBezTo>
                    <a:cubicBezTo>
                      <a:pt x="1469" y="1112"/>
                      <a:pt x="1471" y="1110"/>
                      <a:pt x="1473" y="1109"/>
                    </a:cubicBezTo>
                    <a:cubicBezTo>
                      <a:pt x="1474" y="1109"/>
                      <a:pt x="1475" y="1108"/>
                      <a:pt x="1475" y="1108"/>
                    </a:cubicBezTo>
                    <a:cubicBezTo>
                      <a:pt x="1476" y="1108"/>
                      <a:pt x="1477" y="1109"/>
                      <a:pt x="1478" y="1109"/>
                    </a:cubicBezTo>
                    <a:cubicBezTo>
                      <a:pt x="1479" y="1109"/>
                      <a:pt x="1481" y="1109"/>
                      <a:pt x="1482" y="1110"/>
                    </a:cubicBezTo>
                    <a:cubicBezTo>
                      <a:pt x="1484" y="1110"/>
                      <a:pt x="1485" y="1111"/>
                      <a:pt x="1486" y="1112"/>
                    </a:cubicBezTo>
                    <a:cubicBezTo>
                      <a:pt x="1488" y="1112"/>
                      <a:pt x="1490" y="1113"/>
                      <a:pt x="1492" y="1114"/>
                    </a:cubicBezTo>
                    <a:cubicBezTo>
                      <a:pt x="1493" y="1115"/>
                      <a:pt x="1494" y="1116"/>
                      <a:pt x="1492" y="1117"/>
                    </a:cubicBezTo>
                    <a:cubicBezTo>
                      <a:pt x="1491" y="1118"/>
                      <a:pt x="1488" y="1117"/>
                      <a:pt x="1487" y="1117"/>
                    </a:cubicBezTo>
                    <a:cubicBezTo>
                      <a:pt x="1485" y="1116"/>
                      <a:pt x="1483" y="1114"/>
                      <a:pt x="1481" y="1114"/>
                    </a:cubicBezTo>
                    <a:cubicBezTo>
                      <a:pt x="1479" y="1113"/>
                      <a:pt x="1474" y="1113"/>
                      <a:pt x="1472" y="1114"/>
                    </a:cubicBezTo>
                    <a:cubicBezTo>
                      <a:pt x="1469" y="1117"/>
                      <a:pt x="1474" y="1120"/>
                      <a:pt x="1476" y="1122"/>
                    </a:cubicBezTo>
                    <a:cubicBezTo>
                      <a:pt x="1479" y="1124"/>
                      <a:pt x="1481" y="1126"/>
                      <a:pt x="1481" y="1130"/>
                    </a:cubicBezTo>
                    <a:cubicBezTo>
                      <a:pt x="1481" y="1133"/>
                      <a:pt x="1480" y="1137"/>
                      <a:pt x="1480" y="1140"/>
                    </a:cubicBezTo>
                    <a:cubicBezTo>
                      <a:pt x="1480" y="1141"/>
                      <a:pt x="1480" y="1143"/>
                      <a:pt x="1479" y="1144"/>
                    </a:cubicBezTo>
                    <a:cubicBezTo>
                      <a:pt x="1479" y="1145"/>
                      <a:pt x="1477" y="1145"/>
                      <a:pt x="1476" y="1145"/>
                    </a:cubicBezTo>
                    <a:cubicBezTo>
                      <a:pt x="1471" y="1144"/>
                      <a:pt x="1473" y="1138"/>
                      <a:pt x="1473" y="1135"/>
                    </a:cubicBezTo>
                    <a:cubicBezTo>
                      <a:pt x="1474" y="1131"/>
                      <a:pt x="1473" y="1127"/>
                      <a:pt x="1470" y="1123"/>
                    </a:cubicBezTo>
                    <a:cubicBezTo>
                      <a:pt x="1467" y="1120"/>
                      <a:pt x="1462" y="1120"/>
                      <a:pt x="1458" y="1119"/>
                    </a:cubicBezTo>
                    <a:cubicBezTo>
                      <a:pt x="1455" y="1118"/>
                      <a:pt x="1453" y="1117"/>
                      <a:pt x="1451" y="1116"/>
                    </a:cubicBezTo>
                    <a:cubicBezTo>
                      <a:pt x="1449" y="1116"/>
                      <a:pt x="1447" y="1115"/>
                      <a:pt x="1444" y="1115"/>
                    </a:cubicBezTo>
                    <a:cubicBezTo>
                      <a:pt x="1440" y="1114"/>
                      <a:pt x="1437" y="1114"/>
                      <a:pt x="1433" y="1116"/>
                    </a:cubicBezTo>
                    <a:cubicBezTo>
                      <a:pt x="1431" y="1117"/>
                      <a:pt x="1429" y="1118"/>
                      <a:pt x="1428" y="1121"/>
                    </a:cubicBezTo>
                    <a:cubicBezTo>
                      <a:pt x="1428" y="1122"/>
                      <a:pt x="1428" y="1124"/>
                      <a:pt x="1428" y="1126"/>
                    </a:cubicBezTo>
                    <a:cubicBezTo>
                      <a:pt x="1428" y="1128"/>
                      <a:pt x="1427" y="1129"/>
                      <a:pt x="1426" y="1131"/>
                    </a:cubicBezTo>
                    <a:cubicBezTo>
                      <a:pt x="1425" y="1132"/>
                      <a:pt x="1425" y="1134"/>
                      <a:pt x="1425" y="1136"/>
                    </a:cubicBezTo>
                    <a:cubicBezTo>
                      <a:pt x="1426" y="1137"/>
                      <a:pt x="1428" y="1143"/>
                      <a:pt x="1424" y="1141"/>
                    </a:cubicBezTo>
                    <a:cubicBezTo>
                      <a:pt x="1420" y="1140"/>
                      <a:pt x="1419" y="1134"/>
                      <a:pt x="1420" y="1130"/>
                    </a:cubicBezTo>
                    <a:cubicBezTo>
                      <a:pt x="1421" y="1125"/>
                      <a:pt x="1424" y="1121"/>
                      <a:pt x="1427" y="1116"/>
                    </a:cubicBezTo>
                    <a:cubicBezTo>
                      <a:pt x="1428" y="1115"/>
                      <a:pt x="1429" y="1114"/>
                      <a:pt x="1429" y="1112"/>
                    </a:cubicBezTo>
                    <a:cubicBezTo>
                      <a:pt x="1429" y="1110"/>
                      <a:pt x="1427" y="1110"/>
                      <a:pt x="1426" y="1109"/>
                    </a:cubicBezTo>
                    <a:cubicBezTo>
                      <a:pt x="1421" y="1109"/>
                      <a:pt x="1417" y="1110"/>
                      <a:pt x="1413" y="1111"/>
                    </a:cubicBezTo>
                    <a:cubicBezTo>
                      <a:pt x="1412" y="1111"/>
                      <a:pt x="1410" y="1110"/>
                      <a:pt x="1409" y="1111"/>
                    </a:cubicBezTo>
                    <a:cubicBezTo>
                      <a:pt x="1408" y="1112"/>
                      <a:pt x="1407" y="1112"/>
                      <a:pt x="1406" y="1113"/>
                    </a:cubicBezTo>
                    <a:cubicBezTo>
                      <a:pt x="1405" y="1113"/>
                      <a:pt x="1404" y="1114"/>
                      <a:pt x="1404" y="1114"/>
                    </a:cubicBezTo>
                    <a:cubicBezTo>
                      <a:pt x="1402" y="1115"/>
                      <a:pt x="1400" y="1114"/>
                      <a:pt x="1398" y="1114"/>
                    </a:cubicBezTo>
                    <a:cubicBezTo>
                      <a:pt x="1397" y="1114"/>
                      <a:pt x="1396" y="1113"/>
                      <a:pt x="1395" y="1113"/>
                    </a:cubicBezTo>
                    <a:cubicBezTo>
                      <a:pt x="1394" y="1113"/>
                      <a:pt x="1392" y="1113"/>
                      <a:pt x="1390" y="1114"/>
                    </a:cubicBezTo>
                    <a:cubicBezTo>
                      <a:pt x="1389" y="1114"/>
                      <a:pt x="1387" y="1115"/>
                      <a:pt x="1386" y="1117"/>
                    </a:cubicBezTo>
                    <a:cubicBezTo>
                      <a:pt x="1386" y="1118"/>
                      <a:pt x="1387" y="1119"/>
                      <a:pt x="1386" y="1119"/>
                    </a:cubicBezTo>
                    <a:cubicBezTo>
                      <a:pt x="1386" y="1120"/>
                      <a:pt x="1384" y="1120"/>
                      <a:pt x="1384" y="1121"/>
                    </a:cubicBezTo>
                    <a:cubicBezTo>
                      <a:pt x="1381" y="1121"/>
                      <a:pt x="1379" y="1121"/>
                      <a:pt x="1376" y="1122"/>
                    </a:cubicBezTo>
                    <a:cubicBezTo>
                      <a:pt x="1373" y="1122"/>
                      <a:pt x="1371" y="1121"/>
                      <a:pt x="1368" y="1122"/>
                    </a:cubicBezTo>
                    <a:cubicBezTo>
                      <a:pt x="1366" y="1122"/>
                      <a:pt x="1365" y="1123"/>
                      <a:pt x="1364" y="1125"/>
                    </a:cubicBezTo>
                    <a:cubicBezTo>
                      <a:pt x="1363" y="1126"/>
                      <a:pt x="1361" y="1128"/>
                      <a:pt x="1360" y="1129"/>
                    </a:cubicBezTo>
                    <a:cubicBezTo>
                      <a:pt x="1358" y="1130"/>
                      <a:pt x="1358" y="1132"/>
                      <a:pt x="1357" y="1134"/>
                    </a:cubicBezTo>
                    <a:cubicBezTo>
                      <a:pt x="1356" y="1135"/>
                      <a:pt x="1356" y="1136"/>
                      <a:pt x="1355" y="1137"/>
                    </a:cubicBezTo>
                    <a:cubicBezTo>
                      <a:pt x="1354" y="1138"/>
                      <a:pt x="1353" y="1139"/>
                      <a:pt x="1353" y="1140"/>
                    </a:cubicBezTo>
                    <a:cubicBezTo>
                      <a:pt x="1352" y="1142"/>
                      <a:pt x="1351" y="1144"/>
                      <a:pt x="1352" y="1146"/>
                    </a:cubicBezTo>
                    <a:cubicBezTo>
                      <a:pt x="1353" y="1148"/>
                      <a:pt x="1356" y="1148"/>
                      <a:pt x="1358" y="1148"/>
                    </a:cubicBezTo>
                    <a:cubicBezTo>
                      <a:pt x="1362" y="1148"/>
                      <a:pt x="1365" y="1148"/>
                      <a:pt x="1369" y="1149"/>
                    </a:cubicBezTo>
                    <a:cubicBezTo>
                      <a:pt x="1371" y="1150"/>
                      <a:pt x="1374" y="1150"/>
                      <a:pt x="1376" y="1151"/>
                    </a:cubicBezTo>
                    <a:cubicBezTo>
                      <a:pt x="1378" y="1151"/>
                      <a:pt x="1380" y="1152"/>
                      <a:pt x="1382" y="1153"/>
                    </a:cubicBezTo>
                    <a:cubicBezTo>
                      <a:pt x="1385" y="1154"/>
                      <a:pt x="1387" y="1156"/>
                      <a:pt x="1388" y="1158"/>
                    </a:cubicBezTo>
                    <a:cubicBezTo>
                      <a:pt x="1389" y="1159"/>
                      <a:pt x="1390" y="1162"/>
                      <a:pt x="1388" y="1163"/>
                    </a:cubicBezTo>
                    <a:cubicBezTo>
                      <a:pt x="1387" y="1163"/>
                      <a:pt x="1385" y="1161"/>
                      <a:pt x="1383" y="1160"/>
                    </a:cubicBezTo>
                    <a:cubicBezTo>
                      <a:pt x="1381" y="1157"/>
                      <a:pt x="1379" y="1153"/>
                      <a:pt x="1375" y="1153"/>
                    </a:cubicBezTo>
                    <a:cubicBezTo>
                      <a:pt x="1373" y="1152"/>
                      <a:pt x="1371" y="1152"/>
                      <a:pt x="1369" y="1152"/>
                    </a:cubicBezTo>
                    <a:cubicBezTo>
                      <a:pt x="1366" y="1152"/>
                      <a:pt x="1364" y="1152"/>
                      <a:pt x="1362" y="1151"/>
                    </a:cubicBezTo>
                    <a:cubicBezTo>
                      <a:pt x="1361" y="1151"/>
                      <a:pt x="1359" y="1152"/>
                      <a:pt x="1358" y="1152"/>
                    </a:cubicBezTo>
                    <a:cubicBezTo>
                      <a:pt x="1357" y="1152"/>
                      <a:pt x="1355" y="1151"/>
                      <a:pt x="1354" y="1152"/>
                    </a:cubicBezTo>
                    <a:cubicBezTo>
                      <a:pt x="1354" y="1152"/>
                      <a:pt x="1354" y="1153"/>
                      <a:pt x="1354" y="1154"/>
                    </a:cubicBezTo>
                    <a:cubicBezTo>
                      <a:pt x="1353" y="1156"/>
                      <a:pt x="1353" y="1157"/>
                      <a:pt x="1353" y="1158"/>
                    </a:cubicBezTo>
                    <a:cubicBezTo>
                      <a:pt x="1353" y="1161"/>
                      <a:pt x="1353" y="1163"/>
                      <a:pt x="1352" y="1165"/>
                    </a:cubicBezTo>
                    <a:cubicBezTo>
                      <a:pt x="1352" y="1169"/>
                      <a:pt x="1348" y="1177"/>
                      <a:pt x="1343" y="1173"/>
                    </a:cubicBezTo>
                    <a:cubicBezTo>
                      <a:pt x="1342" y="1172"/>
                      <a:pt x="1341" y="1170"/>
                      <a:pt x="1339" y="1168"/>
                    </a:cubicBezTo>
                    <a:cubicBezTo>
                      <a:pt x="1339" y="1167"/>
                      <a:pt x="1337" y="1167"/>
                      <a:pt x="1337" y="1166"/>
                    </a:cubicBezTo>
                    <a:cubicBezTo>
                      <a:pt x="1334" y="1163"/>
                      <a:pt x="1334" y="1158"/>
                      <a:pt x="1332" y="1155"/>
                    </a:cubicBezTo>
                    <a:cubicBezTo>
                      <a:pt x="1331" y="1154"/>
                      <a:pt x="1328" y="1151"/>
                      <a:pt x="1326" y="1153"/>
                    </a:cubicBezTo>
                    <a:cubicBezTo>
                      <a:pt x="1325" y="1155"/>
                      <a:pt x="1325" y="1157"/>
                      <a:pt x="1325" y="1159"/>
                    </a:cubicBezTo>
                    <a:cubicBezTo>
                      <a:pt x="1325" y="1161"/>
                      <a:pt x="1325" y="1164"/>
                      <a:pt x="1325" y="1167"/>
                    </a:cubicBezTo>
                    <a:cubicBezTo>
                      <a:pt x="1325" y="1169"/>
                      <a:pt x="1325" y="1170"/>
                      <a:pt x="1324" y="1172"/>
                    </a:cubicBezTo>
                    <a:cubicBezTo>
                      <a:pt x="1323" y="1174"/>
                      <a:pt x="1322" y="1175"/>
                      <a:pt x="1321" y="1177"/>
                    </a:cubicBezTo>
                    <a:cubicBezTo>
                      <a:pt x="1320" y="1179"/>
                      <a:pt x="1317" y="1183"/>
                      <a:pt x="1314" y="1182"/>
                    </a:cubicBezTo>
                    <a:cubicBezTo>
                      <a:pt x="1312" y="1181"/>
                      <a:pt x="1312" y="1179"/>
                      <a:pt x="1313" y="1177"/>
                    </a:cubicBezTo>
                    <a:cubicBezTo>
                      <a:pt x="1313" y="1176"/>
                      <a:pt x="1314" y="1173"/>
                      <a:pt x="1313" y="1172"/>
                    </a:cubicBezTo>
                    <a:cubicBezTo>
                      <a:pt x="1312" y="1171"/>
                      <a:pt x="1309" y="1171"/>
                      <a:pt x="1308" y="1172"/>
                    </a:cubicBezTo>
                    <a:cubicBezTo>
                      <a:pt x="1306" y="1172"/>
                      <a:pt x="1304" y="1172"/>
                      <a:pt x="1302" y="1173"/>
                    </a:cubicBezTo>
                    <a:cubicBezTo>
                      <a:pt x="1301" y="1173"/>
                      <a:pt x="1299" y="1173"/>
                      <a:pt x="1298" y="1173"/>
                    </a:cubicBezTo>
                    <a:cubicBezTo>
                      <a:pt x="1297" y="1173"/>
                      <a:pt x="1296" y="1174"/>
                      <a:pt x="1294" y="1174"/>
                    </a:cubicBezTo>
                    <a:cubicBezTo>
                      <a:pt x="1293" y="1175"/>
                      <a:pt x="1291" y="1176"/>
                      <a:pt x="1291" y="1177"/>
                    </a:cubicBezTo>
                    <a:cubicBezTo>
                      <a:pt x="1291" y="1179"/>
                      <a:pt x="1292" y="1181"/>
                      <a:pt x="1291" y="1183"/>
                    </a:cubicBezTo>
                    <a:cubicBezTo>
                      <a:pt x="1291" y="1185"/>
                      <a:pt x="1288" y="1184"/>
                      <a:pt x="1287" y="1184"/>
                    </a:cubicBezTo>
                    <a:cubicBezTo>
                      <a:pt x="1285" y="1183"/>
                      <a:pt x="1284" y="1184"/>
                      <a:pt x="1283" y="1184"/>
                    </a:cubicBezTo>
                    <a:cubicBezTo>
                      <a:pt x="1282" y="1185"/>
                      <a:pt x="1281" y="1185"/>
                      <a:pt x="1279" y="1185"/>
                    </a:cubicBezTo>
                    <a:cubicBezTo>
                      <a:pt x="1278" y="1185"/>
                      <a:pt x="1276" y="1185"/>
                      <a:pt x="1275" y="1184"/>
                    </a:cubicBezTo>
                    <a:cubicBezTo>
                      <a:pt x="1272" y="1183"/>
                      <a:pt x="1269" y="1181"/>
                      <a:pt x="1266" y="1183"/>
                    </a:cubicBezTo>
                    <a:cubicBezTo>
                      <a:pt x="1265" y="1184"/>
                      <a:pt x="1264" y="1186"/>
                      <a:pt x="1265" y="1187"/>
                    </a:cubicBezTo>
                    <a:cubicBezTo>
                      <a:pt x="1266" y="1188"/>
                      <a:pt x="1268" y="1189"/>
                      <a:pt x="1268" y="1190"/>
                    </a:cubicBezTo>
                    <a:cubicBezTo>
                      <a:pt x="1269" y="1192"/>
                      <a:pt x="1269" y="1194"/>
                      <a:pt x="1270" y="1195"/>
                    </a:cubicBezTo>
                    <a:cubicBezTo>
                      <a:pt x="1271" y="1197"/>
                      <a:pt x="1273" y="1197"/>
                      <a:pt x="1275" y="1197"/>
                    </a:cubicBezTo>
                    <a:cubicBezTo>
                      <a:pt x="1276" y="1197"/>
                      <a:pt x="1280" y="1196"/>
                      <a:pt x="1281" y="1197"/>
                    </a:cubicBezTo>
                    <a:cubicBezTo>
                      <a:pt x="1281" y="1198"/>
                      <a:pt x="1281" y="1198"/>
                      <a:pt x="1281" y="1199"/>
                    </a:cubicBezTo>
                    <a:cubicBezTo>
                      <a:pt x="1282" y="1200"/>
                      <a:pt x="1282" y="1201"/>
                      <a:pt x="1282" y="1202"/>
                    </a:cubicBezTo>
                    <a:cubicBezTo>
                      <a:pt x="1284" y="1205"/>
                      <a:pt x="1287" y="1207"/>
                      <a:pt x="1289" y="1209"/>
                    </a:cubicBezTo>
                    <a:cubicBezTo>
                      <a:pt x="1291" y="1211"/>
                      <a:pt x="1292" y="1213"/>
                      <a:pt x="1293" y="1215"/>
                    </a:cubicBezTo>
                    <a:cubicBezTo>
                      <a:pt x="1294" y="1221"/>
                      <a:pt x="1300" y="1221"/>
                      <a:pt x="1305" y="1222"/>
                    </a:cubicBezTo>
                    <a:cubicBezTo>
                      <a:pt x="1307" y="1222"/>
                      <a:pt x="1310" y="1223"/>
                      <a:pt x="1311" y="1224"/>
                    </a:cubicBezTo>
                    <a:cubicBezTo>
                      <a:pt x="1312" y="1226"/>
                      <a:pt x="1308" y="1227"/>
                      <a:pt x="1307" y="1227"/>
                    </a:cubicBezTo>
                    <a:cubicBezTo>
                      <a:pt x="1304" y="1227"/>
                      <a:pt x="1301" y="1226"/>
                      <a:pt x="1298" y="1225"/>
                    </a:cubicBezTo>
                    <a:cubicBezTo>
                      <a:pt x="1296" y="1224"/>
                      <a:pt x="1294" y="1223"/>
                      <a:pt x="1291" y="1223"/>
                    </a:cubicBezTo>
                    <a:cubicBezTo>
                      <a:pt x="1287" y="1222"/>
                      <a:pt x="1283" y="1222"/>
                      <a:pt x="1278" y="1222"/>
                    </a:cubicBezTo>
                    <a:cubicBezTo>
                      <a:pt x="1277" y="1222"/>
                      <a:pt x="1277" y="1222"/>
                      <a:pt x="1276" y="1222"/>
                    </a:cubicBezTo>
                    <a:cubicBezTo>
                      <a:pt x="1276" y="1223"/>
                      <a:pt x="1276" y="1223"/>
                      <a:pt x="1276" y="1223"/>
                    </a:cubicBezTo>
                    <a:cubicBezTo>
                      <a:pt x="1274" y="1222"/>
                      <a:pt x="1272" y="1222"/>
                      <a:pt x="1270" y="1222"/>
                    </a:cubicBezTo>
                    <a:cubicBezTo>
                      <a:pt x="1269" y="1222"/>
                      <a:pt x="1267" y="1222"/>
                      <a:pt x="1266" y="1222"/>
                    </a:cubicBezTo>
                    <a:cubicBezTo>
                      <a:pt x="1265" y="1223"/>
                      <a:pt x="1265" y="1226"/>
                      <a:pt x="1265" y="1227"/>
                    </a:cubicBezTo>
                    <a:cubicBezTo>
                      <a:pt x="1265" y="1228"/>
                      <a:pt x="1265" y="1230"/>
                      <a:pt x="1266" y="1231"/>
                    </a:cubicBezTo>
                    <a:cubicBezTo>
                      <a:pt x="1267" y="1231"/>
                      <a:pt x="1267" y="1231"/>
                      <a:pt x="1268" y="1231"/>
                    </a:cubicBezTo>
                    <a:cubicBezTo>
                      <a:pt x="1270" y="1231"/>
                      <a:pt x="1271" y="1232"/>
                      <a:pt x="1272" y="1232"/>
                    </a:cubicBezTo>
                    <a:cubicBezTo>
                      <a:pt x="1275" y="1232"/>
                      <a:pt x="1277" y="1231"/>
                      <a:pt x="1280" y="1232"/>
                    </a:cubicBezTo>
                    <a:cubicBezTo>
                      <a:pt x="1281" y="1232"/>
                      <a:pt x="1282" y="1232"/>
                      <a:pt x="1283" y="1232"/>
                    </a:cubicBezTo>
                    <a:cubicBezTo>
                      <a:pt x="1284" y="1232"/>
                      <a:pt x="1286" y="1233"/>
                      <a:pt x="1286" y="1234"/>
                    </a:cubicBezTo>
                    <a:cubicBezTo>
                      <a:pt x="1286" y="1235"/>
                      <a:pt x="1284" y="1235"/>
                      <a:pt x="1283" y="1236"/>
                    </a:cubicBezTo>
                    <a:cubicBezTo>
                      <a:pt x="1282" y="1236"/>
                      <a:pt x="1280" y="1237"/>
                      <a:pt x="1278" y="1236"/>
                    </a:cubicBezTo>
                    <a:cubicBezTo>
                      <a:pt x="1277" y="1236"/>
                      <a:pt x="1276" y="1236"/>
                      <a:pt x="1274" y="1236"/>
                    </a:cubicBezTo>
                    <a:cubicBezTo>
                      <a:pt x="1273" y="1236"/>
                      <a:pt x="1271" y="1236"/>
                      <a:pt x="1270" y="1236"/>
                    </a:cubicBezTo>
                    <a:cubicBezTo>
                      <a:pt x="1268" y="1237"/>
                      <a:pt x="1266" y="1237"/>
                      <a:pt x="1264" y="1237"/>
                    </a:cubicBezTo>
                    <a:cubicBezTo>
                      <a:pt x="1262" y="1238"/>
                      <a:pt x="1262" y="1239"/>
                      <a:pt x="1264" y="1240"/>
                    </a:cubicBezTo>
                    <a:cubicBezTo>
                      <a:pt x="1266" y="1241"/>
                      <a:pt x="1268" y="1241"/>
                      <a:pt x="1269" y="1243"/>
                    </a:cubicBezTo>
                    <a:cubicBezTo>
                      <a:pt x="1271" y="1244"/>
                      <a:pt x="1272" y="1245"/>
                      <a:pt x="1275" y="1245"/>
                    </a:cubicBezTo>
                    <a:cubicBezTo>
                      <a:pt x="1277" y="1245"/>
                      <a:pt x="1278" y="1244"/>
                      <a:pt x="1280" y="1244"/>
                    </a:cubicBezTo>
                    <a:cubicBezTo>
                      <a:pt x="1282" y="1244"/>
                      <a:pt x="1283" y="1243"/>
                      <a:pt x="1285" y="1243"/>
                    </a:cubicBezTo>
                    <a:cubicBezTo>
                      <a:pt x="1286" y="1243"/>
                      <a:pt x="1288" y="1243"/>
                      <a:pt x="1289" y="1243"/>
                    </a:cubicBezTo>
                    <a:cubicBezTo>
                      <a:pt x="1290" y="1243"/>
                      <a:pt x="1291" y="1242"/>
                      <a:pt x="1292" y="1242"/>
                    </a:cubicBezTo>
                    <a:cubicBezTo>
                      <a:pt x="1293" y="1242"/>
                      <a:pt x="1294" y="1242"/>
                      <a:pt x="1295" y="1242"/>
                    </a:cubicBezTo>
                    <a:cubicBezTo>
                      <a:pt x="1296" y="1242"/>
                      <a:pt x="1297" y="1242"/>
                      <a:pt x="1298" y="1242"/>
                    </a:cubicBezTo>
                    <a:cubicBezTo>
                      <a:pt x="1299" y="1242"/>
                      <a:pt x="1300" y="1243"/>
                      <a:pt x="1300" y="1244"/>
                    </a:cubicBezTo>
                    <a:cubicBezTo>
                      <a:pt x="1300" y="1245"/>
                      <a:pt x="1298" y="1246"/>
                      <a:pt x="1297" y="1246"/>
                    </a:cubicBezTo>
                    <a:cubicBezTo>
                      <a:pt x="1295" y="1246"/>
                      <a:pt x="1294" y="1246"/>
                      <a:pt x="1292" y="1246"/>
                    </a:cubicBezTo>
                    <a:cubicBezTo>
                      <a:pt x="1291" y="1246"/>
                      <a:pt x="1290" y="1246"/>
                      <a:pt x="1288" y="1247"/>
                    </a:cubicBezTo>
                    <a:cubicBezTo>
                      <a:pt x="1287" y="1247"/>
                      <a:pt x="1287" y="1247"/>
                      <a:pt x="1286" y="1248"/>
                    </a:cubicBezTo>
                    <a:cubicBezTo>
                      <a:pt x="1285" y="1249"/>
                      <a:pt x="1285" y="1250"/>
                      <a:pt x="1284" y="1251"/>
                    </a:cubicBezTo>
                    <a:cubicBezTo>
                      <a:pt x="1283" y="1251"/>
                      <a:pt x="1281" y="1251"/>
                      <a:pt x="1280" y="1251"/>
                    </a:cubicBezTo>
                    <a:cubicBezTo>
                      <a:pt x="1277" y="1251"/>
                      <a:pt x="1275" y="1251"/>
                      <a:pt x="1273" y="1251"/>
                    </a:cubicBezTo>
                    <a:cubicBezTo>
                      <a:pt x="1270" y="1251"/>
                      <a:pt x="1268" y="1251"/>
                      <a:pt x="1265" y="1249"/>
                    </a:cubicBezTo>
                    <a:cubicBezTo>
                      <a:pt x="1262" y="1248"/>
                      <a:pt x="1260" y="1245"/>
                      <a:pt x="1257" y="1243"/>
                    </a:cubicBezTo>
                    <a:cubicBezTo>
                      <a:pt x="1253" y="1242"/>
                      <a:pt x="1247" y="1241"/>
                      <a:pt x="1242" y="1241"/>
                    </a:cubicBezTo>
                    <a:cubicBezTo>
                      <a:pt x="1241" y="1241"/>
                      <a:pt x="1240" y="1241"/>
                      <a:pt x="1239" y="1241"/>
                    </a:cubicBezTo>
                    <a:cubicBezTo>
                      <a:pt x="1238" y="1241"/>
                      <a:pt x="1236" y="1241"/>
                      <a:pt x="1235" y="1241"/>
                    </a:cubicBezTo>
                    <a:cubicBezTo>
                      <a:pt x="1233" y="1241"/>
                      <a:pt x="1231" y="1244"/>
                      <a:pt x="1233" y="1245"/>
                    </a:cubicBezTo>
                    <a:cubicBezTo>
                      <a:pt x="1235" y="1246"/>
                      <a:pt x="1237" y="1246"/>
                      <a:pt x="1238" y="1247"/>
                    </a:cubicBezTo>
                    <a:cubicBezTo>
                      <a:pt x="1241" y="1247"/>
                      <a:pt x="1243" y="1248"/>
                      <a:pt x="1245" y="1248"/>
                    </a:cubicBezTo>
                    <a:cubicBezTo>
                      <a:pt x="1248" y="1249"/>
                      <a:pt x="1250" y="1250"/>
                      <a:pt x="1252" y="1251"/>
                    </a:cubicBezTo>
                    <a:cubicBezTo>
                      <a:pt x="1253" y="1252"/>
                      <a:pt x="1254" y="1253"/>
                      <a:pt x="1256" y="1254"/>
                    </a:cubicBezTo>
                    <a:cubicBezTo>
                      <a:pt x="1257" y="1255"/>
                      <a:pt x="1259" y="1256"/>
                      <a:pt x="1259" y="1257"/>
                    </a:cubicBezTo>
                    <a:cubicBezTo>
                      <a:pt x="1259" y="1259"/>
                      <a:pt x="1256" y="1259"/>
                      <a:pt x="1255" y="1259"/>
                    </a:cubicBezTo>
                    <a:cubicBezTo>
                      <a:pt x="1253" y="1259"/>
                      <a:pt x="1251" y="1258"/>
                      <a:pt x="1249" y="1257"/>
                    </a:cubicBezTo>
                    <a:cubicBezTo>
                      <a:pt x="1246" y="1256"/>
                      <a:pt x="1244" y="1255"/>
                      <a:pt x="1241" y="1255"/>
                    </a:cubicBezTo>
                    <a:cubicBezTo>
                      <a:pt x="1239" y="1254"/>
                      <a:pt x="1237" y="1254"/>
                      <a:pt x="1235" y="1254"/>
                    </a:cubicBezTo>
                    <a:cubicBezTo>
                      <a:pt x="1232" y="1253"/>
                      <a:pt x="1226" y="1256"/>
                      <a:pt x="1227" y="1260"/>
                    </a:cubicBezTo>
                    <a:cubicBezTo>
                      <a:pt x="1228" y="1263"/>
                      <a:pt x="1230" y="1263"/>
                      <a:pt x="1233" y="1263"/>
                    </a:cubicBezTo>
                    <a:cubicBezTo>
                      <a:pt x="1235" y="1264"/>
                      <a:pt x="1237" y="1264"/>
                      <a:pt x="1239" y="1266"/>
                    </a:cubicBezTo>
                    <a:cubicBezTo>
                      <a:pt x="1240" y="1268"/>
                      <a:pt x="1237" y="1269"/>
                      <a:pt x="1236" y="1270"/>
                    </a:cubicBezTo>
                    <a:cubicBezTo>
                      <a:pt x="1234" y="1270"/>
                      <a:pt x="1232" y="1271"/>
                      <a:pt x="1231" y="1273"/>
                    </a:cubicBezTo>
                    <a:cubicBezTo>
                      <a:pt x="1231" y="1275"/>
                      <a:pt x="1231" y="1276"/>
                      <a:pt x="1229" y="1278"/>
                    </a:cubicBezTo>
                    <a:cubicBezTo>
                      <a:pt x="1228" y="1279"/>
                      <a:pt x="1227" y="1280"/>
                      <a:pt x="1228" y="1282"/>
                    </a:cubicBezTo>
                    <a:cubicBezTo>
                      <a:pt x="1229" y="1284"/>
                      <a:pt x="1231" y="1285"/>
                      <a:pt x="1234" y="1286"/>
                    </a:cubicBezTo>
                    <a:cubicBezTo>
                      <a:pt x="1236" y="1286"/>
                      <a:pt x="1238" y="1284"/>
                      <a:pt x="1241" y="1284"/>
                    </a:cubicBezTo>
                    <a:cubicBezTo>
                      <a:pt x="1244" y="1282"/>
                      <a:pt x="1247" y="1282"/>
                      <a:pt x="1250" y="1282"/>
                    </a:cubicBezTo>
                    <a:cubicBezTo>
                      <a:pt x="1253" y="1283"/>
                      <a:pt x="1257" y="1283"/>
                      <a:pt x="1259" y="1282"/>
                    </a:cubicBezTo>
                    <a:cubicBezTo>
                      <a:pt x="1262" y="1280"/>
                      <a:pt x="1264" y="1276"/>
                      <a:pt x="1267" y="1274"/>
                    </a:cubicBezTo>
                    <a:cubicBezTo>
                      <a:pt x="1269" y="1272"/>
                      <a:pt x="1272" y="1271"/>
                      <a:pt x="1274" y="1271"/>
                    </a:cubicBezTo>
                    <a:cubicBezTo>
                      <a:pt x="1277" y="1271"/>
                      <a:pt x="1280" y="1272"/>
                      <a:pt x="1282" y="1273"/>
                    </a:cubicBezTo>
                    <a:cubicBezTo>
                      <a:pt x="1283" y="1273"/>
                      <a:pt x="1288" y="1275"/>
                      <a:pt x="1285" y="1277"/>
                    </a:cubicBezTo>
                    <a:cubicBezTo>
                      <a:pt x="1283" y="1277"/>
                      <a:pt x="1281" y="1277"/>
                      <a:pt x="1280" y="1276"/>
                    </a:cubicBezTo>
                    <a:cubicBezTo>
                      <a:pt x="1278" y="1276"/>
                      <a:pt x="1276" y="1276"/>
                      <a:pt x="1275" y="1276"/>
                    </a:cubicBezTo>
                    <a:cubicBezTo>
                      <a:pt x="1274" y="1275"/>
                      <a:pt x="1273" y="1275"/>
                      <a:pt x="1272" y="1276"/>
                    </a:cubicBezTo>
                    <a:cubicBezTo>
                      <a:pt x="1271" y="1276"/>
                      <a:pt x="1270" y="1277"/>
                      <a:pt x="1269" y="1278"/>
                    </a:cubicBezTo>
                    <a:cubicBezTo>
                      <a:pt x="1267" y="1279"/>
                      <a:pt x="1265" y="1280"/>
                      <a:pt x="1263" y="1283"/>
                    </a:cubicBezTo>
                    <a:cubicBezTo>
                      <a:pt x="1262" y="1285"/>
                      <a:pt x="1265" y="1287"/>
                      <a:pt x="1267" y="1289"/>
                    </a:cubicBezTo>
                    <a:cubicBezTo>
                      <a:pt x="1269" y="1290"/>
                      <a:pt x="1272" y="1291"/>
                      <a:pt x="1274" y="1293"/>
                    </a:cubicBezTo>
                    <a:cubicBezTo>
                      <a:pt x="1275" y="1294"/>
                      <a:pt x="1278" y="1298"/>
                      <a:pt x="1275" y="1299"/>
                    </a:cubicBezTo>
                    <a:cubicBezTo>
                      <a:pt x="1274" y="1299"/>
                      <a:pt x="1272" y="1298"/>
                      <a:pt x="1271" y="1297"/>
                    </a:cubicBezTo>
                    <a:cubicBezTo>
                      <a:pt x="1269" y="1296"/>
                      <a:pt x="1267" y="1295"/>
                      <a:pt x="1265" y="1294"/>
                    </a:cubicBezTo>
                    <a:cubicBezTo>
                      <a:pt x="1263" y="1292"/>
                      <a:pt x="1261" y="1291"/>
                      <a:pt x="1258" y="1291"/>
                    </a:cubicBezTo>
                    <a:cubicBezTo>
                      <a:pt x="1255" y="1291"/>
                      <a:pt x="1253" y="1290"/>
                      <a:pt x="1250" y="1290"/>
                    </a:cubicBezTo>
                    <a:cubicBezTo>
                      <a:pt x="1248" y="1290"/>
                      <a:pt x="1246" y="1291"/>
                      <a:pt x="1244" y="1292"/>
                    </a:cubicBezTo>
                    <a:cubicBezTo>
                      <a:pt x="1242" y="1293"/>
                      <a:pt x="1240" y="1292"/>
                      <a:pt x="1237" y="1292"/>
                    </a:cubicBezTo>
                    <a:cubicBezTo>
                      <a:pt x="1235" y="1291"/>
                      <a:pt x="1233" y="1292"/>
                      <a:pt x="1233" y="1295"/>
                    </a:cubicBezTo>
                    <a:cubicBezTo>
                      <a:pt x="1232" y="1297"/>
                      <a:pt x="1231" y="1301"/>
                      <a:pt x="1232" y="1303"/>
                    </a:cubicBezTo>
                    <a:cubicBezTo>
                      <a:pt x="1233" y="1305"/>
                      <a:pt x="1235" y="1306"/>
                      <a:pt x="1237" y="1308"/>
                    </a:cubicBezTo>
                    <a:cubicBezTo>
                      <a:pt x="1239" y="1309"/>
                      <a:pt x="1237" y="1310"/>
                      <a:pt x="1236" y="1311"/>
                    </a:cubicBezTo>
                    <a:cubicBezTo>
                      <a:pt x="1233" y="1312"/>
                      <a:pt x="1231" y="1311"/>
                      <a:pt x="1229" y="1309"/>
                    </a:cubicBezTo>
                    <a:cubicBezTo>
                      <a:pt x="1228" y="1306"/>
                      <a:pt x="1228" y="1303"/>
                      <a:pt x="1228" y="1300"/>
                    </a:cubicBezTo>
                    <a:cubicBezTo>
                      <a:pt x="1227" y="1296"/>
                      <a:pt x="1226" y="1293"/>
                      <a:pt x="1224" y="1290"/>
                    </a:cubicBezTo>
                    <a:cubicBezTo>
                      <a:pt x="1221" y="1287"/>
                      <a:pt x="1218" y="1286"/>
                      <a:pt x="1215" y="1287"/>
                    </a:cubicBezTo>
                    <a:cubicBezTo>
                      <a:pt x="1210" y="1287"/>
                      <a:pt x="1204" y="1290"/>
                      <a:pt x="1204" y="1295"/>
                    </a:cubicBezTo>
                    <a:cubicBezTo>
                      <a:pt x="1205" y="1298"/>
                      <a:pt x="1209" y="1300"/>
                      <a:pt x="1211" y="1301"/>
                    </a:cubicBezTo>
                    <a:cubicBezTo>
                      <a:pt x="1214" y="1303"/>
                      <a:pt x="1218" y="1304"/>
                      <a:pt x="1217" y="1308"/>
                    </a:cubicBezTo>
                    <a:cubicBezTo>
                      <a:pt x="1216" y="1310"/>
                      <a:pt x="1214" y="1312"/>
                      <a:pt x="1215" y="1314"/>
                    </a:cubicBezTo>
                    <a:cubicBezTo>
                      <a:pt x="1216" y="1317"/>
                      <a:pt x="1218" y="1319"/>
                      <a:pt x="1218" y="1322"/>
                    </a:cubicBezTo>
                    <a:cubicBezTo>
                      <a:pt x="1219" y="1325"/>
                      <a:pt x="1216" y="1325"/>
                      <a:pt x="1214" y="1327"/>
                    </a:cubicBezTo>
                    <a:cubicBezTo>
                      <a:pt x="1213" y="1328"/>
                      <a:pt x="1212" y="1330"/>
                      <a:pt x="1211" y="1331"/>
                    </a:cubicBezTo>
                    <a:cubicBezTo>
                      <a:pt x="1210" y="1331"/>
                      <a:pt x="1209" y="1332"/>
                      <a:pt x="1208" y="1333"/>
                    </a:cubicBezTo>
                    <a:cubicBezTo>
                      <a:pt x="1206" y="1334"/>
                      <a:pt x="1203" y="1336"/>
                      <a:pt x="1204" y="1338"/>
                    </a:cubicBezTo>
                    <a:cubicBezTo>
                      <a:pt x="1204" y="1342"/>
                      <a:pt x="1208" y="1345"/>
                      <a:pt x="1210" y="1346"/>
                    </a:cubicBezTo>
                    <a:cubicBezTo>
                      <a:pt x="1213" y="1349"/>
                      <a:pt x="1216" y="1350"/>
                      <a:pt x="1220" y="1350"/>
                    </a:cubicBezTo>
                    <a:cubicBezTo>
                      <a:pt x="1224" y="1350"/>
                      <a:pt x="1229" y="1348"/>
                      <a:pt x="1233" y="1346"/>
                    </a:cubicBezTo>
                    <a:cubicBezTo>
                      <a:pt x="1237" y="1344"/>
                      <a:pt x="1241" y="1341"/>
                      <a:pt x="1246" y="1342"/>
                    </a:cubicBezTo>
                    <a:cubicBezTo>
                      <a:pt x="1250" y="1342"/>
                      <a:pt x="1255" y="1345"/>
                      <a:pt x="1257" y="1350"/>
                    </a:cubicBezTo>
                    <a:cubicBezTo>
                      <a:pt x="1258" y="1356"/>
                      <a:pt x="1249" y="1355"/>
                      <a:pt x="1245" y="1355"/>
                    </a:cubicBezTo>
                    <a:cubicBezTo>
                      <a:pt x="1241" y="1355"/>
                      <a:pt x="1238" y="1354"/>
                      <a:pt x="1234" y="1354"/>
                    </a:cubicBezTo>
                    <a:cubicBezTo>
                      <a:pt x="1231" y="1354"/>
                      <a:pt x="1228" y="1353"/>
                      <a:pt x="1225" y="1354"/>
                    </a:cubicBezTo>
                    <a:cubicBezTo>
                      <a:pt x="1221" y="1356"/>
                      <a:pt x="1220" y="1360"/>
                      <a:pt x="1218" y="1363"/>
                    </a:cubicBezTo>
                    <a:cubicBezTo>
                      <a:pt x="1216" y="1366"/>
                      <a:pt x="1213" y="1368"/>
                      <a:pt x="1210" y="1370"/>
                    </a:cubicBezTo>
                    <a:cubicBezTo>
                      <a:pt x="1207" y="1371"/>
                      <a:pt x="1204" y="1373"/>
                      <a:pt x="1203" y="1376"/>
                    </a:cubicBezTo>
                    <a:cubicBezTo>
                      <a:pt x="1202" y="1378"/>
                      <a:pt x="1202" y="1382"/>
                      <a:pt x="1205" y="1382"/>
                    </a:cubicBezTo>
                    <a:cubicBezTo>
                      <a:pt x="1210" y="1383"/>
                      <a:pt x="1216" y="1379"/>
                      <a:pt x="1221" y="1376"/>
                    </a:cubicBezTo>
                    <a:cubicBezTo>
                      <a:pt x="1226" y="1373"/>
                      <a:pt x="1231" y="1369"/>
                      <a:pt x="1238" y="1368"/>
                    </a:cubicBezTo>
                    <a:cubicBezTo>
                      <a:pt x="1242" y="1367"/>
                      <a:pt x="1246" y="1368"/>
                      <a:pt x="1250" y="1366"/>
                    </a:cubicBezTo>
                    <a:cubicBezTo>
                      <a:pt x="1254" y="1365"/>
                      <a:pt x="1257" y="1362"/>
                      <a:pt x="1260" y="1361"/>
                    </a:cubicBezTo>
                    <a:cubicBezTo>
                      <a:pt x="1263" y="1360"/>
                      <a:pt x="1265" y="1364"/>
                      <a:pt x="1267" y="1365"/>
                    </a:cubicBezTo>
                    <a:cubicBezTo>
                      <a:pt x="1271" y="1368"/>
                      <a:pt x="1275" y="1368"/>
                      <a:pt x="1280" y="1368"/>
                    </a:cubicBezTo>
                    <a:cubicBezTo>
                      <a:pt x="1284" y="1367"/>
                      <a:pt x="1289" y="1366"/>
                      <a:pt x="1294" y="1365"/>
                    </a:cubicBezTo>
                    <a:cubicBezTo>
                      <a:pt x="1297" y="1364"/>
                      <a:pt x="1300" y="1363"/>
                      <a:pt x="1303" y="1362"/>
                    </a:cubicBezTo>
                    <a:cubicBezTo>
                      <a:pt x="1306" y="1360"/>
                      <a:pt x="1309" y="1357"/>
                      <a:pt x="1312" y="1355"/>
                    </a:cubicBezTo>
                    <a:cubicBezTo>
                      <a:pt x="1315" y="1353"/>
                      <a:pt x="1318" y="1351"/>
                      <a:pt x="1322" y="1350"/>
                    </a:cubicBezTo>
                    <a:cubicBezTo>
                      <a:pt x="1325" y="1350"/>
                      <a:pt x="1327" y="1352"/>
                      <a:pt x="1326" y="1355"/>
                    </a:cubicBezTo>
                    <a:cubicBezTo>
                      <a:pt x="1324" y="1359"/>
                      <a:pt x="1320" y="1361"/>
                      <a:pt x="1316" y="1364"/>
                    </a:cubicBezTo>
                    <a:cubicBezTo>
                      <a:pt x="1312" y="1366"/>
                      <a:pt x="1308" y="1369"/>
                      <a:pt x="1304" y="1371"/>
                    </a:cubicBezTo>
                    <a:cubicBezTo>
                      <a:pt x="1301" y="1373"/>
                      <a:pt x="1297" y="1376"/>
                      <a:pt x="1294" y="1376"/>
                    </a:cubicBezTo>
                    <a:cubicBezTo>
                      <a:pt x="1290" y="1377"/>
                      <a:pt x="1287" y="1374"/>
                      <a:pt x="1284" y="1373"/>
                    </a:cubicBezTo>
                    <a:cubicBezTo>
                      <a:pt x="1280" y="1372"/>
                      <a:pt x="1275" y="1373"/>
                      <a:pt x="1271" y="1375"/>
                    </a:cubicBezTo>
                    <a:cubicBezTo>
                      <a:pt x="1270" y="1376"/>
                      <a:pt x="1268" y="1378"/>
                      <a:pt x="1268" y="1380"/>
                    </a:cubicBezTo>
                    <a:cubicBezTo>
                      <a:pt x="1268" y="1382"/>
                      <a:pt x="1270" y="1383"/>
                      <a:pt x="1271" y="1383"/>
                    </a:cubicBezTo>
                    <a:cubicBezTo>
                      <a:pt x="1277" y="1385"/>
                      <a:pt x="1283" y="1384"/>
                      <a:pt x="1288" y="1387"/>
                    </a:cubicBezTo>
                    <a:cubicBezTo>
                      <a:pt x="1290" y="1388"/>
                      <a:pt x="1292" y="1389"/>
                      <a:pt x="1292" y="1391"/>
                    </a:cubicBezTo>
                    <a:cubicBezTo>
                      <a:pt x="1293" y="1393"/>
                      <a:pt x="1292" y="1394"/>
                      <a:pt x="1291" y="1394"/>
                    </a:cubicBezTo>
                    <a:cubicBezTo>
                      <a:pt x="1289" y="1395"/>
                      <a:pt x="1287" y="1394"/>
                      <a:pt x="1285" y="1393"/>
                    </a:cubicBezTo>
                    <a:cubicBezTo>
                      <a:pt x="1283" y="1392"/>
                      <a:pt x="1281" y="1391"/>
                      <a:pt x="1279" y="1390"/>
                    </a:cubicBezTo>
                    <a:cubicBezTo>
                      <a:pt x="1274" y="1389"/>
                      <a:pt x="1269" y="1391"/>
                      <a:pt x="1266" y="1395"/>
                    </a:cubicBezTo>
                    <a:cubicBezTo>
                      <a:pt x="1266" y="1396"/>
                      <a:pt x="1264" y="1398"/>
                      <a:pt x="1263" y="1398"/>
                    </a:cubicBezTo>
                    <a:cubicBezTo>
                      <a:pt x="1263" y="1399"/>
                      <a:pt x="1263" y="1398"/>
                      <a:pt x="1263" y="1397"/>
                    </a:cubicBezTo>
                    <a:cubicBezTo>
                      <a:pt x="1264" y="1394"/>
                      <a:pt x="1264" y="1391"/>
                      <a:pt x="1263" y="1388"/>
                    </a:cubicBezTo>
                    <a:cubicBezTo>
                      <a:pt x="1261" y="1386"/>
                      <a:pt x="1260" y="1383"/>
                      <a:pt x="1261" y="1380"/>
                    </a:cubicBezTo>
                    <a:cubicBezTo>
                      <a:pt x="1261" y="1379"/>
                      <a:pt x="1264" y="1375"/>
                      <a:pt x="1261" y="1374"/>
                    </a:cubicBezTo>
                    <a:cubicBezTo>
                      <a:pt x="1259" y="1373"/>
                      <a:pt x="1257" y="1373"/>
                      <a:pt x="1255" y="1373"/>
                    </a:cubicBezTo>
                    <a:cubicBezTo>
                      <a:pt x="1253" y="1373"/>
                      <a:pt x="1250" y="1373"/>
                      <a:pt x="1247" y="1373"/>
                    </a:cubicBezTo>
                    <a:cubicBezTo>
                      <a:pt x="1243" y="1373"/>
                      <a:pt x="1238" y="1373"/>
                      <a:pt x="1234" y="1375"/>
                    </a:cubicBezTo>
                    <a:cubicBezTo>
                      <a:pt x="1229" y="1377"/>
                      <a:pt x="1224" y="1381"/>
                      <a:pt x="1220" y="1385"/>
                    </a:cubicBezTo>
                    <a:cubicBezTo>
                      <a:pt x="1219" y="1385"/>
                      <a:pt x="1218" y="1387"/>
                      <a:pt x="1217" y="1387"/>
                    </a:cubicBezTo>
                    <a:cubicBezTo>
                      <a:pt x="1216" y="1388"/>
                      <a:pt x="1214" y="1387"/>
                      <a:pt x="1213" y="1387"/>
                    </a:cubicBezTo>
                    <a:cubicBezTo>
                      <a:pt x="1207" y="1387"/>
                      <a:pt x="1203" y="1389"/>
                      <a:pt x="1197" y="1391"/>
                    </a:cubicBezTo>
                    <a:cubicBezTo>
                      <a:pt x="1193" y="1392"/>
                      <a:pt x="1189" y="1392"/>
                      <a:pt x="1185" y="1393"/>
                    </a:cubicBezTo>
                    <a:cubicBezTo>
                      <a:pt x="1181" y="1395"/>
                      <a:pt x="1178" y="1396"/>
                      <a:pt x="1175" y="1399"/>
                    </a:cubicBezTo>
                    <a:cubicBezTo>
                      <a:pt x="1173" y="1400"/>
                      <a:pt x="1172" y="1402"/>
                      <a:pt x="1170" y="1403"/>
                    </a:cubicBezTo>
                    <a:cubicBezTo>
                      <a:pt x="1169" y="1404"/>
                      <a:pt x="1167" y="1405"/>
                      <a:pt x="1166" y="1406"/>
                    </a:cubicBezTo>
                    <a:cubicBezTo>
                      <a:pt x="1165" y="1408"/>
                      <a:pt x="1164" y="1409"/>
                      <a:pt x="1163" y="1410"/>
                    </a:cubicBezTo>
                    <a:cubicBezTo>
                      <a:pt x="1162" y="1412"/>
                      <a:pt x="1162" y="1413"/>
                      <a:pt x="1163" y="1415"/>
                    </a:cubicBezTo>
                    <a:cubicBezTo>
                      <a:pt x="1165" y="1419"/>
                      <a:pt x="1172" y="1420"/>
                      <a:pt x="1176" y="1421"/>
                    </a:cubicBezTo>
                    <a:cubicBezTo>
                      <a:pt x="1178" y="1422"/>
                      <a:pt x="1182" y="1422"/>
                      <a:pt x="1184" y="1421"/>
                    </a:cubicBezTo>
                    <a:cubicBezTo>
                      <a:pt x="1186" y="1420"/>
                      <a:pt x="1188" y="1418"/>
                      <a:pt x="1190" y="1417"/>
                    </a:cubicBezTo>
                    <a:cubicBezTo>
                      <a:pt x="1191" y="1417"/>
                      <a:pt x="1197" y="1416"/>
                      <a:pt x="1196" y="1418"/>
                    </a:cubicBezTo>
                    <a:cubicBezTo>
                      <a:pt x="1196" y="1419"/>
                      <a:pt x="1194" y="1420"/>
                      <a:pt x="1193" y="1421"/>
                    </a:cubicBezTo>
                    <a:cubicBezTo>
                      <a:pt x="1191" y="1422"/>
                      <a:pt x="1190" y="1422"/>
                      <a:pt x="1189" y="1424"/>
                    </a:cubicBezTo>
                    <a:cubicBezTo>
                      <a:pt x="1187" y="1425"/>
                      <a:pt x="1187" y="1426"/>
                      <a:pt x="1188" y="1428"/>
                    </a:cubicBezTo>
                    <a:cubicBezTo>
                      <a:pt x="1188" y="1430"/>
                      <a:pt x="1188" y="1432"/>
                      <a:pt x="1188" y="1434"/>
                    </a:cubicBezTo>
                    <a:cubicBezTo>
                      <a:pt x="1189" y="1436"/>
                      <a:pt x="1190" y="1438"/>
                      <a:pt x="1192" y="1440"/>
                    </a:cubicBezTo>
                    <a:cubicBezTo>
                      <a:pt x="1193" y="1441"/>
                      <a:pt x="1194" y="1443"/>
                      <a:pt x="1195" y="1444"/>
                    </a:cubicBezTo>
                    <a:cubicBezTo>
                      <a:pt x="1197" y="1446"/>
                      <a:pt x="1200" y="1446"/>
                      <a:pt x="1202" y="1448"/>
                    </a:cubicBezTo>
                    <a:cubicBezTo>
                      <a:pt x="1204" y="1449"/>
                      <a:pt x="1206" y="1451"/>
                      <a:pt x="1207" y="1453"/>
                    </a:cubicBezTo>
                    <a:cubicBezTo>
                      <a:pt x="1210" y="1457"/>
                      <a:pt x="1212" y="1461"/>
                      <a:pt x="1213" y="1465"/>
                    </a:cubicBezTo>
                    <a:cubicBezTo>
                      <a:pt x="1214" y="1466"/>
                      <a:pt x="1214" y="1469"/>
                      <a:pt x="1212" y="1469"/>
                    </a:cubicBezTo>
                    <a:cubicBezTo>
                      <a:pt x="1210" y="1470"/>
                      <a:pt x="1209" y="1467"/>
                      <a:pt x="1208" y="1466"/>
                    </a:cubicBezTo>
                    <a:cubicBezTo>
                      <a:pt x="1207" y="1464"/>
                      <a:pt x="1207" y="1462"/>
                      <a:pt x="1204" y="1461"/>
                    </a:cubicBezTo>
                    <a:cubicBezTo>
                      <a:pt x="1203" y="1460"/>
                      <a:pt x="1200" y="1460"/>
                      <a:pt x="1199" y="1458"/>
                    </a:cubicBezTo>
                    <a:cubicBezTo>
                      <a:pt x="1198" y="1456"/>
                      <a:pt x="1197" y="1454"/>
                      <a:pt x="1197" y="1452"/>
                    </a:cubicBezTo>
                    <a:cubicBezTo>
                      <a:pt x="1196" y="1450"/>
                      <a:pt x="1195" y="1449"/>
                      <a:pt x="1193" y="1448"/>
                    </a:cubicBezTo>
                    <a:cubicBezTo>
                      <a:pt x="1189" y="1446"/>
                      <a:pt x="1186" y="1442"/>
                      <a:pt x="1182" y="1441"/>
                    </a:cubicBezTo>
                    <a:cubicBezTo>
                      <a:pt x="1178" y="1440"/>
                      <a:pt x="1175" y="1439"/>
                      <a:pt x="1172" y="1442"/>
                    </a:cubicBezTo>
                    <a:cubicBezTo>
                      <a:pt x="1169" y="1445"/>
                      <a:pt x="1164" y="1446"/>
                      <a:pt x="1161" y="1449"/>
                    </a:cubicBezTo>
                    <a:cubicBezTo>
                      <a:pt x="1160" y="1450"/>
                      <a:pt x="1158" y="1452"/>
                      <a:pt x="1156" y="1453"/>
                    </a:cubicBezTo>
                    <a:cubicBezTo>
                      <a:pt x="1155" y="1454"/>
                      <a:pt x="1153" y="1455"/>
                      <a:pt x="1153" y="1457"/>
                    </a:cubicBezTo>
                    <a:cubicBezTo>
                      <a:pt x="1151" y="1462"/>
                      <a:pt x="1149" y="1466"/>
                      <a:pt x="1151" y="1471"/>
                    </a:cubicBezTo>
                    <a:cubicBezTo>
                      <a:pt x="1151" y="1472"/>
                      <a:pt x="1152" y="1473"/>
                      <a:pt x="1153" y="1474"/>
                    </a:cubicBezTo>
                    <a:cubicBezTo>
                      <a:pt x="1155" y="1475"/>
                      <a:pt x="1157" y="1476"/>
                      <a:pt x="1158" y="1478"/>
                    </a:cubicBezTo>
                    <a:cubicBezTo>
                      <a:pt x="1160" y="1480"/>
                      <a:pt x="1161" y="1482"/>
                      <a:pt x="1160" y="1484"/>
                    </a:cubicBezTo>
                    <a:cubicBezTo>
                      <a:pt x="1160" y="1487"/>
                      <a:pt x="1158" y="1488"/>
                      <a:pt x="1157" y="1486"/>
                    </a:cubicBezTo>
                    <a:cubicBezTo>
                      <a:pt x="1156" y="1484"/>
                      <a:pt x="1155" y="1480"/>
                      <a:pt x="1153" y="1481"/>
                    </a:cubicBezTo>
                    <a:cubicBezTo>
                      <a:pt x="1152" y="1481"/>
                      <a:pt x="1150" y="1484"/>
                      <a:pt x="1149" y="1485"/>
                    </a:cubicBezTo>
                    <a:cubicBezTo>
                      <a:pt x="1148" y="1486"/>
                      <a:pt x="1146" y="1488"/>
                      <a:pt x="1144" y="1489"/>
                    </a:cubicBezTo>
                    <a:cubicBezTo>
                      <a:pt x="1143" y="1491"/>
                      <a:pt x="1141" y="1492"/>
                      <a:pt x="1141" y="1494"/>
                    </a:cubicBezTo>
                    <a:cubicBezTo>
                      <a:pt x="1141" y="1497"/>
                      <a:pt x="1143" y="1498"/>
                      <a:pt x="1144" y="1500"/>
                    </a:cubicBezTo>
                    <a:cubicBezTo>
                      <a:pt x="1147" y="1502"/>
                      <a:pt x="1150" y="1505"/>
                      <a:pt x="1151" y="1508"/>
                    </a:cubicBezTo>
                    <a:cubicBezTo>
                      <a:pt x="1152" y="1511"/>
                      <a:pt x="1152" y="1514"/>
                      <a:pt x="1154" y="1516"/>
                    </a:cubicBezTo>
                    <a:cubicBezTo>
                      <a:pt x="1157" y="1519"/>
                      <a:pt x="1160" y="1521"/>
                      <a:pt x="1163" y="1525"/>
                    </a:cubicBezTo>
                    <a:cubicBezTo>
                      <a:pt x="1163" y="1526"/>
                      <a:pt x="1164" y="1528"/>
                      <a:pt x="1164" y="1529"/>
                    </a:cubicBezTo>
                    <a:cubicBezTo>
                      <a:pt x="1163" y="1530"/>
                      <a:pt x="1162" y="1530"/>
                      <a:pt x="1161" y="1529"/>
                    </a:cubicBezTo>
                    <a:cubicBezTo>
                      <a:pt x="1159" y="1527"/>
                      <a:pt x="1158" y="1524"/>
                      <a:pt x="1156" y="1523"/>
                    </a:cubicBezTo>
                    <a:cubicBezTo>
                      <a:pt x="1154" y="1521"/>
                      <a:pt x="1151" y="1521"/>
                      <a:pt x="1149" y="1520"/>
                    </a:cubicBezTo>
                    <a:cubicBezTo>
                      <a:pt x="1145" y="1518"/>
                      <a:pt x="1145" y="1512"/>
                      <a:pt x="1144" y="1508"/>
                    </a:cubicBezTo>
                    <a:cubicBezTo>
                      <a:pt x="1143" y="1506"/>
                      <a:pt x="1142" y="1504"/>
                      <a:pt x="1141" y="1502"/>
                    </a:cubicBezTo>
                    <a:cubicBezTo>
                      <a:pt x="1139" y="1500"/>
                      <a:pt x="1137" y="1498"/>
                      <a:pt x="1135" y="1497"/>
                    </a:cubicBezTo>
                    <a:cubicBezTo>
                      <a:pt x="1132" y="1496"/>
                      <a:pt x="1130" y="1499"/>
                      <a:pt x="1128" y="1501"/>
                    </a:cubicBezTo>
                    <a:cubicBezTo>
                      <a:pt x="1127" y="1502"/>
                      <a:pt x="1127" y="1504"/>
                      <a:pt x="1126" y="1505"/>
                    </a:cubicBezTo>
                    <a:cubicBezTo>
                      <a:pt x="1125" y="1506"/>
                      <a:pt x="1123" y="1507"/>
                      <a:pt x="1122" y="1508"/>
                    </a:cubicBezTo>
                    <a:cubicBezTo>
                      <a:pt x="1120" y="1510"/>
                      <a:pt x="1118" y="1512"/>
                      <a:pt x="1117" y="1514"/>
                    </a:cubicBezTo>
                    <a:cubicBezTo>
                      <a:pt x="1116" y="1518"/>
                      <a:pt x="1117" y="1522"/>
                      <a:pt x="1117" y="1525"/>
                    </a:cubicBezTo>
                    <a:cubicBezTo>
                      <a:pt x="1117" y="1528"/>
                      <a:pt x="1117" y="1530"/>
                      <a:pt x="1118" y="1533"/>
                    </a:cubicBezTo>
                    <a:cubicBezTo>
                      <a:pt x="1118" y="1534"/>
                      <a:pt x="1119" y="1536"/>
                      <a:pt x="1119" y="1538"/>
                    </a:cubicBezTo>
                    <a:cubicBezTo>
                      <a:pt x="1120" y="1541"/>
                      <a:pt x="1120" y="1543"/>
                      <a:pt x="1123" y="1545"/>
                    </a:cubicBezTo>
                    <a:cubicBezTo>
                      <a:pt x="1126" y="1548"/>
                      <a:pt x="1128" y="1542"/>
                      <a:pt x="1129" y="1540"/>
                    </a:cubicBezTo>
                    <a:cubicBezTo>
                      <a:pt x="1130" y="1539"/>
                      <a:pt x="1131" y="1537"/>
                      <a:pt x="1132" y="1539"/>
                    </a:cubicBezTo>
                    <a:cubicBezTo>
                      <a:pt x="1132" y="1541"/>
                      <a:pt x="1132" y="1543"/>
                      <a:pt x="1131" y="1545"/>
                    </a:cubicBezTo>
                    <a:cubicBezTo>
                      <a:pt x="1130" y="1546"/>
                      <a:pt x="1124" y="1549"/>
                      <a:pt x="1128" y="1552"/>
                    </a:cubicBezTo>
                    <a:cubicBezTo>
                      <a:pt x="1130" y="1553"/>
                      <a:pt x="1134" y="1553"/>
                      <a:pt x="1135" y="1551"/>
                    </a:cubicBezTo>
                    <a:cubicBezTo>
                      <a:pt x="1136" y="1549"/>
                      <a:pt x="1136" y="1547"/>
                      <a:pt x="1137" y="1544"/>
                    </a:cubicBezTo>
                    <a:cubicBezTo>
                      <a:pt x="1137" y="1543"/>
                      <a:pt x="1138" y="1541"/>
                      <a:pt x="1139" y="1541"/>
                    </a:cubicBezTo>
                    <a:cubicBezTo>
                      <a:pt x="1144" y="1541"/>
                      <a:pt x="1142" y="1549"/>
                      <a:pt x="1140" y="1552"/>
                    </a:cubicBezTo>
                    <a:cubicBezTo>
                      <a:pt x="1140" y="1552"/>
                      <a:pt x="1138" y="1553"/>
                      <a:pt x="1138" y="1554"/>
                    </a:cubicBezTo>
                    <a:cubicBezTo>
                      <a:pt x="1137" y="1555"/>
                      <a:pt x="1137" y="1558"/>
                      <a:pt x="1137" y="1560"/>
                    </a:cubicBezTo>
                    <a:cubicBezTo>
                      <a:pt x="1138" y="1561"/>
                      <a:pt x="1138" y="1563"/>
                      <a:pt x="1140" y="1563"/>
                    </a:cubicBezTo>
                    <a:cubicBezTo>
                      <a:pt x="1141" y="1564"/>
                      <a:pt x="1143" y="1564"/>
                      <a:pt x="1143" y="1566"/>
                    </a:cubicBezTo>
                    <a:cubicBezTo>
                      <a:pt x="1144" y="1567"/>
                      <a:pt x="1145" y="1568"/>
                      <a:pt x="1145" y="1569"/>
                    </a:cubicBezTo>
                    <a:cubicBezTo>
                      <a:pt x="1146" y="1570"/>
                      <a:pt x="1148" y="1570"/>
                      <a:pt x="1149" y="1570"/>
                    </a:cubicBezTo>
                    <a:cubicBezTo>
                      <a:pt x="1150" y="1570"/>
                      <a:pt x="1153" y="1569"/>
                      <a:pt x="1154" y="1570"/>
                    </a:cubicBezTo>
                    <a:cubicBezTo>
                      <a:pt x="1155" y="1571"/>
                      <a:pt x="1153" y="1571"/>
                      <a:pt x="1153" y="1572"/>
                    </a:cubicBezTo>
                    <a:cubicBezTo>
                      <a:pt x="1151" y="1572"/>
                      <a:pt x="1150" y="1572"/>
                      <a:pt x="1149" y="1573"/>
                    </a:cubicBezTo>
                    <a:cubicBezTo>
                      <a:pt x="1147" y="1574"/>
                      <a:pt x="1147" y="1576"/>
                      <a:pt x="1147" y="1577"/>
                    </a:cubicBezTo>
                    <a:cubicBezTo>
                      <a:pt x="1146" y="1581"/>
                      <a:pt x="1141" y="1581"/>
                      <a:pt x="1138" y="1579"/>
                    </a:cubicBezTo>
                    <a:cubicBezTo>
                      <a:pt x="1136" y="1577"/>
                      <a:pt x="1137" y="1573"/>
                      <a:pt x="1135" y="1571"/>
                    </a:cubicBezTo>
                    <a:cubicBezTo>
                      <a:pt x="1134" y="1569"/>
                      <a:pt x="1132" y="1567"/>
                      <a:pt x="1129" y="1568"/>
                    </a:cubicBezTo>
                    <a:cubicBezTo>
                      <a:pt x="1126" y="1569"/>
                      <a:pt x="1125" y="1572"/>
                      <a:pt x="1126" y="1575"/>
                    </a:cubicBezTo>
                    <a:cubicBezTo>
                      <a:pt x="1127" y="1577"/>
                      <a:pt x="1128" y="1578"/>
                      <a:pt x="1128" y="1580"/>
                    </a:cubicBezTo>
                    <a:cubicBezTo>
                      <a:pt x="1129" y="1581"/>
                      <a:pt x="1128" y="1582"/>
                      <a:pt x="1128" y="1584"/>
                    </a:cubicBezTo>
                    <a:cubicBezTo>
                      <a:pt x="1127" y="1585"/>
                      <a:pt x="1127" y="1586"/>
                      <a:pt x="1126" y="1588"/>
                    </a:cubicBezTo>
                    <a:cubicBezTo>
                      <a:pt x="1126" y="1589"/>
                      <a:pt x="1126" y="1591"/>
                      <a:pt x="1125" y="1592"/>
                    </a:cubicBezTo>
                    <a:cubicBezTo>
                      <a:pt x="1125" y="1593"/>
                      <a:pt x="1124" y="1594"/>
                      <a:pt x="1123" y="1594"/>
                    </a:cubicBezTo>
                    <a:cubicBezTo>
                      <a:pt x="1120" y="1596"/>
                      <a:pt x="1121" y="1599"/>
                      <a:pt x="1120" y="1601"/>
                    </a:cubicBezTo>
                    <a:cubicBezTo>
                      <a:pt x="1119" y="1607"/>
                      <a:pt x="1113" y="1604"/>
                      <a:pt x="1110" y="1608"/>
                    </a:cubicBezTo>
                    <a:cubicBezTo>
                      <a:pt x="1109" y="1610"/>
                      <a:pt x="1109" y="1612"/>
                      <a:pt x="1108" y="1614"/>
                    </a:cubicBezTo>
                    <a:cubicBezTo>
                      <a:pt x="1107" y="1616"/>
                      <a:pt x="1104" y="1616"/>
                      <a:pt x="1103" y="1618"/>
                    </a:cubicBezTo>
                    <a:cubicBezTo>
                      <a:pt x="1101" y="1620"/>
                      <a:pt x="1102" y="1624"/>
                      <a:pt x="1106" y="1624"/>
                    </a:cubicBezTo>
                    <a:cubicBezTo>
                      <a:pt x="1109" y="1623"/>
                      <a:pt x="1111" y="1620"/>
                      <a:pt x="1115" y="1621"/>
                    </a:cubicBezTo>
                    <a:cubicBezTo>
                      <a:pt x="1118" y="1622"/>
                      <a:pt x="1120" y="1623"/>
                      <a:pt x="1122" y="1624"/>
                    </a:cubicBezTo>
                    <a:cubicBezTo>
                      <a:pt x="1124" y="1625"/>
                      <a:pt x="1127" y="1625"/>
                      <a:pt x="1130" y="1625"/>
                    </a:cubicBezTo>
                    <a:cubicBezTo>
                      <a:pt x="1132" y="1626"/>
                      <a:pt x="1134" y="1625"/>
                      <a:pt x="1136" y="1626"/>
                    </a:cubicBezTo>
                    <a:cubicBezTo>
                      <a:pt x="1138" y="1626"/>
                      <a:pt x="1139" y="1626"/>
                      <a:pt x="1138" y="1628"/>
                    </a:cubicBezTo>
                    <a:cubicBezTo>
                      <a:pt x="1137" y="1629"/>
                      <a:pt x="1136" y="1629"/>
                      <a:pt x="1134" y="1629"/>
                    </a:cubicBezTo>
                    <a:cubicBezTo>
                      <a:pt x="1133" y="1630"/>
                      <a:pt x="1132" y="1629"/>
                      <a:pt x="1131" y="1629"/>
                    </a:cubicBezTo>
                    <a:cubicBezTo>
                      <a:pt x="1128" y="1629"/>
                      <a:pt x="1125" y="1630"/>
                      <a:pt x="1122" y="1629"/>
                    </a:cubicBezTo>
                    <a:cubicBezTo>
                      <a:pt x="1121" y="1628"/>
                      <a:pt x="1119" y="1627"/>
                      <a:pt x="1117" y="1627"/>
                    </a:cubicBezTo>
                    <a:cubicBezTo>
                      <a:pt x="1116" y="1626"/>
                      <a:pt x="1113" y="1626"/>
                      <a:pt x="1113" y="1628"/>
                    </a:cubicBezTo>
                    <a:cubicBezTo>
                      <a:pt x="1113" y="1631"/>
                      <a:pt x="1118" y="1632"/>
                      <a:pt x="1119" y="1634"/>
                    </a:cubicBezTo>
                    <a:cubicBezTo>
                      <a:pt x="1122" y="1636"/>
                      <a:pt x="1116" y="1636"/>
                      <a:pt x="1115" y="1637"/>
                    </a:cubicBezTo>
                    <a:cubicBezTo>
                      <a:pt x="1112" y="1637"/>
                      <a:pt x="1111" y="1638"/>
                      <a:pt x="1110" y="1641"/>
                    </a:cubicBezTo>
                    <a:cubicBezTo>
                      <a:pt x="1110" y="1643"/>
                      <a:pt x="1111" y="1645"/>
                      <a:pt x="1113" y="1645"/>
                    </a:cubicBezTo>
                    <a:cubicBezTo>
                      <a:pt x="1115" y="1646"/>
                      <a:pt x="1121" y="1644"/>
                      <a:pt x="1121" y="1648"/>
                    </a:cubicBezTo>
                    <a:cubicBezTo>
                      <a:pt x="1121" y="1650"/>
                      <a:pt x="1119" y="1652"/>
                      <a:pt x="1119" y="1653"/>
                    </a:cubicBezTo>
                    <a:cubicBezTo>
                      <a:pt x="1119" y="1655"/>
                      <a:pt x="1120" y="1657"/>
                      <a:pt x="1119" y="1659"/>
                    </a:cubicBezTo>
                    <a:cubicBezTo>
                      <a:pt x="1119" y="1661"/>
                      <a:pt x="1117" y="1663"/>
                      <a:pt x="1115" y="1664"/>
                    </a:cubicBezTo>
                    <a:cubicBezTo>
                      <a:pt x="1114" y="1665"/>
                      <a:pt x="1113" y="1666"/>
                      <a:pt x="1111" y="1664"/>
                    </a:cubicBezTo>
                    <a:cubicBezTo>
                      <a:pt x="1110" y="1663"/>
                      <a:pt x="1108" y="1662"/>
                      <a:pt x="1105" y="1663"/>
                    </a:cubicBezTo>
                    <a:cubicBezTo>
                      <a:pt x="1103" y="1664"/>
                      <a:pt x="1103" y="1666"/>
                      <a:pt x="1101" y="1667"/>
                    </a:cubicBezTo>
                    <a:cubicBezTo>
                      <a:pt x="1099" y="1668"/>
                      <a:pt x="1097" y="1668"/>
                      <a:pt x="1095" y="1668"/>
                    </a:cubicBezTo>
                    <a:cubicBezTo>
                      <a:pt x="1093" y="1668"/>
                      <a:pt x="1091" y="1668"/>
                      <a:pt x="1091" y="1671"/>
                    </a:cubicBezTo>
                    <a:cubicBezTo>
                      <a:pt x="1090" y="1674"/>
                      <a:pt x="1091" y="1678"/>
                      <a:pt x="1089" y="1680"/>
                    </a:cubicBezTo>
                    <a:cubicBezTo>
                      <a:pt x="1086" y="1683"/>
                      <a:pt x="1085" y="1680"/>
                      <a:pt x="1084" y="1678"/>
                    </a:cubicBezTo>
                    <a:cubicBezTo>
                      <a:pt x="1084" y="1675"/>
                      <a:pt x="1084" y="1672"/>
                      <a:pt x="1081" y="1671"/>
                    </a:cubicBezTo>
                    <a:cubicBezTo>
                      <a:pt x="1078" y="1671"/>
                      <a:pt x="1076" y="1671"/>
                      <a:pt x="1075" y="1669"/>
                    </a:cubicBezTo>
                    <a:cubicBezTo>
                      <a:pt x="1073" y="1668"/>
                      <a:pt x="1073" y="1666"/>
                      <a:pt x="1071" y="1665"/>
                    </a:cubicBezTo>
                    <a:cubicBezTo>
                      <a:pt x="1069" y="1664"/>
                      <a:pt x="1067" y="1665"/>
                      <a:pt x="1066" y="1665"/>
                    </a:cubicBezTo>
                    <a:cubicBezTo>
                      <a:pt x="1064" y="1664"/>
                      <a:pt x="1064" y="1663"/>
                      <a:pt x="1065" y="1661"/>
                    </a:cubicBezTo>
                    <a:cubicBezTo>
                      <a:pt x="1065" y="1660"/>
                      <a:pt x="1065" y="1659"/>
                      <a:pt x="1064" y="1658"/>
                    </a:cubicBezTo>
                    <a:cubicBezTo>
                      <a:pt x="1062" y="1657"/>
                      <a:pt x="1061" y="1656"/>
                      <a:pt x="1062" y="1654"/>
                    </a:cubicBezTo>
                    <a:cubicBezTo>
                      <a:pt x="1062" y="1652"/>
                      <a:pt x="1062" y="1650"/>
                      <a:pt x="1063" y="1649"/>
                    </a:cubicBezTo>
                    <a:cubicBezTo>
                      <a:pt x="1064" y="1647"/>
                      <a:pt x="1067" y="1648"/>
                      <a:pt x="1069" y="1646"/>
                    </a:cubicBezTo>
                    <a:cubicBezTo>
                      <a:pt x="1070" y="1645"/>
                      <a:pt x="1067" y="1643"/>
                      <a:pt x="1066" y="1642"/>
                    </a:cubicBezTo>
                    <a:cubicBezTo>
                      <a:pt x="1064" y="1640"/>
                      <a:pt x="1062" y="1641"/>
                      <a:pt x="1060" y="1642"/>
                    </a:cubicBezTo>
                    <a:cubicBezTo>
                      <a:pt x="1058" y="1643"/>
                      <a:pt x="1057" y="1645"/>
                      <a:pt x="1057" y="1647"/>
                    </a:cubicBezTo>
                    <a:cubicBezTo>
                      <a:pt x="1056" y="1649"/>
                      <a:pt x="1053" y="1649"/>
                      <a:pt x="1051" y="1650"/>
                    </a:cubicBezTo>
                    <a:cubicBezTo>
                      <a:pt x="1048" y="1651"/>
                      <a:pt x="1049" y="1653"/>
                      <a:pt x="1048" y="1655"/>
                    </a:cubicBezTo>
                    <a:cubicBezTo>
                      <a:pt x="1047" y="1658"/>
                      <a:pt x="1044" y="1658"/>
                      <a:pt x="1042" y="1660"/>
                    </a:cubicBezTo>
                    <a:cubicBezTo>
                      <a:pt x="1041" y="1662"/>
                      <a:pt x="1042" y="1664"/>
                      <a:pt x="1041" y="1666"/>
                    </a:cubicBezTo>
                    <a:cubicBezTo>
                      <a:pt x="1040" y="1667"/>
                      <a:pt x="1039" y="1666"/>
                      <a:pt x="1039" y="1668"/>
                    </a:cubicBezTo>
                    <a:cubicBezTo>
                      <a:pt x="1038" y="1670"/>
                      <a:pt x="1041" y="1671"/>
                      <a:pt x="1042" y="1670"/>
                    </a:cubicBezTo>
                    <a:cubicBezTo>
                      <a:pt x="1043" y="1670"/>
                      <a:pt x="1044" y="1670"/>
                      <a:pt x="1045" y="1669"/>
                    </a:cubicBezTo>
                    <a:cubicBezTo>
                      <a:pt x="1046" y="1669"/>
                      <a:pt x="1048" y="1669"/>
                      <a:pt x="1049" y="1668"/>
                    </a:cubicBezTo>
                    <a:cubicBezTo>
                      <a:pt x="1051" y="1668"/>
                      <a:pt x="1052" y="1668"/>
                      <a:pt x="1054" y="1667"/>
                    </a:cubicBezTo>
                    <a:cubicBezTo>
                      <a:pt x="1054" y="1666"/>
                      <a:pt x="1055" y="1665"/>
                      <a:pt x="1056" y="1665"/>
                    </a:cubicBezTo>
                    <a:cubicBezTo>
                      <a:pt x="1058" y="1664"/>
                      <a:pt x="1058" y="1667"/>
                      <a:pt x="1057" y="1668"/>
                    </a:cubicBezTo>
                    <a:cubicBezTo>
                      <a:pt x="1055" y="1670"/>
                      <a:pt x="1052" y="1670"/>
                      <a:pt x="1050" y="1672"/>
                    </a:cubicBezTo>
                    <a:cubicBezTo>
                      <a:pt x="1046" y="1675"/>
                      <a:pt x="1042" y="1677"/>
                      <a:pt x="1038" y="1678"/>
                    </a:cubicBezTo>
                    <a:cubicBezTo>
                      <a:pt x="1034" y="1680"/>
                      <a:pt x="1029" y="1681"/>
                      <a:pt x="1025" y="1680"/>
                    </a:cubicBezTo>
                    <a:cubicBezTo>
                      <a:pt x="1023" y="1679"/>
                      <a:pt x="1021" y="1679"/>
                      <a:pt x="1019" y="1680"/>
                    </a:cubicBezTo>
                    <a:cubicBezTo>
                      <a:pt x="1017" y="1682"/>
                      <a:pt x="1018" y="1685"/>
                      <a:pt x="1021" y="1685"/>
                    </a:cubicBezTo>
                    <a:cubicBezTo>
                      <a:pt x="1022" y="1685"/>
                      <a:pt x="1023" y="1684"/>
                      <a:pt x="1025" y="1684"/>
                    </a:cubicBezTo>
                    <a:cubicBezTo>
                      <a:pt x="1027" y="1683"/>
                      <a:pt x="1028" y="1683"/>
                      <a:pt x="1030" y="1683"/>
                    </a:cubicBezTo>
                    <a:cubicBezTo>
                      <a:pt x="1031" y="1684"/>
                      <a:pt x="1034" y="1684"/>
                      <a:pt x="1034" y="1685"/>
                    </a:cubicBezTo>
                    <a:cubicBezTo>
                      <a:pt x="1035" y="1687"/>
                      <a:pt x="1032" y="1687"/>
                      <a:pt x="1031" y="1688"/>
                    </a:cubicBezTo>
                    <a:cubicBezTo>
                      <a:pt x="1028" y="1689"/>
                      <a:pt x="1024" y="1688"/>
                      <a:pt x="1020" y="1689"/>
                    </a:cubicBezTo>
                    <a:cubicBezTo>
                      <a:pt x="1018" y="1689"/>
                      <a:pt x="1018" y="1691"/>
                      <a:pt x="1017" y="1693"/>
                    </a:cubicBezTo>
                    <a:cubicBezTo>
                      <a:pt x="1016" y="1695"/>
                      <a:pt x="1012" y="1695"/>
                      <a:pt x="1011" y="1694"/>
                    </a:cubicBezTo>
                    <a:cubicBezTo>
                      <a:pt x="1009" y="1692"/>
                      <a:pt x="1010" y="1689"/>
                      <a:pt x="1007" y="1690"/>
                    </a:cubicBezTo>
                    <a:cubicBezTo>
                      <a:pt x="1004" y="1691"/>
                      <a:pt x="1002" y="1692"/>
                      <a:pt x="1004" y="1695"/>
                    </a:cubicBezTo>
                    <a:cubicBezTo>
                      <a:pt x="1006" y="1697"/>
                      <a:pt x="1009" y="1699"/>
                      <a:pt x="1007" y="1702"/>
                    </a:cubicBezTo>
                    <a:cubicBezTo>
                      <a:pt x="1002" y="1707"/>
                      <a:pt x="999" y="1698"/>
                      <a:pt x="994" y="1698"/>
                    </a:cubicBezTo>
                    <a:cubicBezTo>
                      <a:pt x="989" y="1698"/>
                      <a:pt x="984" y="1701"/>
                      <a:pt x="981" y="1704"/>
                    </a:cubicBezTo>
                    <a:cubicBezTo>
                      <a:pt x="980" y="1705"/>
                      <a:pt x="976" y="1709"/>
                      <a:pt x="976" y="1710"/>
                    </a:cubicBezTo>
                    <a:cubicBezTo>
                      <a:pt x="976" y="1712"/>
                      <a:pt x="982" y="1712"/>
                      <a:pt x="983" y="1713"/>
                    </a:cubicBezTo>
                    <a:cubicBezTo>
                      <a:pt x="987" y="1714"/>
                      <a:pt x="990" y="1714"/>
                      <a:pt x="994" y="1713"/>
                    </a:cubicBezTo>
                    <a:cubicBezTo>
                      <a:pt x="997" y="1713"/>
                      <a:pt x="1000" y="1712"/>
                      <a:pt x="1002" y="1711"/>
                    </a:cubicBezTo>
                    <a:cubicBezTo>
                      <a:pt x="1003" y="1710"/>
                      <a:pt x="1007" y="1708"/>
                      <a:pt x="1007" y="1710"/>
                    </a:cubicBezTo>
                    <a:cubicBezTo>
                      <a:pt x="1008" y="1712"/>
                      <a:pt x="1004" y="1713"/>
                      <a:pt x="1002" y="1714"/>
                    </a:cubicBezTo>
                    <a:cubicBezTo>
                      <a:pt x="999" y="1715"/>
                      <a:pt x="996" y="1717"/>
                      <a:pt x="992" y="1717"/>
                    </a:cubicBezTo>
                    <a:cubicBezTo>
                      <a:pt x="986" y="1717"/>
                      <a:pt x="980" y="1715"/>
                      <a:pt x="974" y="1716"/>
                    </a:cubicBezTo>
                    <a:cubicBezTo>
                      <a:pt x="972" y="1717"/>
                      <a:pt x="970" y="1718"/>
                      <a:pt x="970" y="1719"/>
                    </a:cubicBezTo>
                    <a:cubicBezTo>
                      <a:pt x="970" y="1721"/>
                      <a:pt x="972" y="1723"/>
                      <a:pt x="974" y="1723"/>
                    </a:cubicBezTo>
                    <a:cubicBezTo>
                      <a:pt x="977" y="1725"/>
                      <a:pt x="980" y="1725"/>
                      <a:pt x="983" y="1726"/>
                    </a:cubicBezTo>
                    <a:cubicBezTo>
                      <a:pt x="984" y="1727"/>
                      <a:pt x="987" y="1728"/>
                      <a:pt x="987" y="1730"/>
                    </a:cubicBezTo>
                    <a:cubicBezTo>
                      <a:pt x="986" y="1732"/>
                      <a:pt x="982" y="1734"/>
                      <a:pt x="980" y="1735"/>
                    </a:cubicBezTo>
                    <a:cubicBezTo>
                      <a:pt x="977" y="1737"/>
                      <a:pt x="973" y="1739"/>
                      <a:pt x="970" y="1741"/>
                    </a:cubicBezTo>
                    <a:cubicBezTo>
                      <a:pt x="969" y="1742"/>
                      <a:pt x="967" y="1744"/>
                      <a:pt x="969" y="1745"/>
                    </a:cubicBezTo>
                    <a:cubicBezTo>
                      <a:pt x="971" y="1746"/>
                      <a:pt x="974" y="1745"/>
                      <a:pt x="976" y="1744"/>
                    </a:cubicBezTo>
                    <a:cubicBezTo>
                      <a:pt x="984" y="1742"/>
                      <a:pt x="989" y="1736"/>
                      <a:pt x="996" y="1731"/>
                    </a:cubicBezTo>
                    <a:cubicBezTo>
                      <a:pt x="1000" y="1728"/>
                      <a:pt x="1005" y="1727"/>
                      <a:pt x="1010" y="1724"/>
                    </a:cubicBezTo>
                    <a:cubicBezTo>
                      <a:pt x="1015" y="1721"/>
                      <a:pt x="1019" y="1716"/>
                      <a:pt x="1024" y="1712"/>
                    </a:cubicBezTo>
                    <a:cubicBezTo>
                      <a:pt x="1025" y="1711"/>
                      <a:pt x="1026" y="1711"/>
                      <a:pt x="1027" y="1710"/>
                    </a:cubicBezTo>
                    <a:cubicBezTo>
                      <a:pt x="1029" y="1709"/>
                      <a:pt x="1031" y="1708"/>
                      <a:pt x="1033" y="1707"/>
                    </a:cubicBezTo>
                    <a:cubicBezTo>
                      <a:pt x="1035" y="1706"/>
                      <a:pt x="1037" y="1705"/>
                      <a:pt x="1038" y="1705"/>
                    </a:cubicBezTo>
                    <a:cubicBezTo>
                      <a:pt x="1040" y="1704"/>
                      <a:pt x="1041" y="1703"/>
                      <a:pt x="1043" y="1703"/>
                    </a:cubicBezTo>
                    <a:cubicBezTo>
                      <a:pt x="1044" y="1702"/>
                      <a:pt x="1045" y="1701"/>
                      <a:pt x="1047" y="1701"/>
                    </a:cubicBezTo>
                    <a:cubicBezTo>
                      <a:pt x="1048" y="1700"/>
                      <a:pt x="1050" y="1699"/>
                      <a:pt x="1052" y="1699"/>
                    </a:cubicBezTo>
                    <a:cubicBezTo>
                      <a:pt x="1054" y="1699"/>
                      <a:pt x="1056" y="1698"/>
                      <a:pt x="1057" y="1698"/>
                    </a:cubicBezTo>
                    <a:cubicBezTo>
                      <a:pt x="1059" y="1697"/>
                      <a:pt x="1060" y="1696"/>
                      <a:pt x="1062" y="1695"/>
                    </a:cubicBezTo>
                    <a:cubicBezTo>
                      <a:pt x="1064" y="1695"/>
                      <a:pt x="1065" y="1694"/>
                      <a:pt x="1067" y="1693"/>
                    </a:cubicBezTo>
                    <a:cubicBezTo>
                      <a:pt x="1069" y="1693"/>
                      <a:pt x="1070" y="1691"/>
                      <a:pt x="1071" y="1691"/>
                    </a:cubicBezTo>
                    <a:cubicBezTo>
                      <a:pt x="1072" y="1695"/>
                      <a:pt x="1067" y="1698"/>
                      <a:pt x="1065" y="1699"/>
                    </a:cubicBezTo>
                    <a:cubicBezTo>
                      <a:pt x="1062" y="1701"/>
                      <a:pt x="1057" y="1701"/>
                      <a:pt x="1054" y="1701"/>
                    </a:cubicBezTo>
                    <a:cubicBezTo>
                      <a:pt x="1051" y="1701"/>
                      <a:pt x="1049" y="1702"/>
                      <a:pt x="1047" y="1703"/>
                    </a:cubicBezTo>
                    <a:cubicBezTo>
                      <a:pt x="1046" y="1704"/>
                      <a:pt x="1045" y="1705"/>
                      <a:pt x="1044" y="1706"/>
                    </a:cubicBezTo>
                    <a:cubicBezTo>
                      <a:pt x="1040" y="1708"/>
                      <a:pt x="1036" y="1710"/>
                      <a:pt x="1033" y="1712"/>
                    </a:cubicBezTo>
                    <a:cubicBezTo>
                      <a:pt x="1031" y="1712"/>
                      <a:pt x="1029" y="1713"/>
                      <a:pt x="1027" y="1714"/>
                    </a:cubicBezTo>
                    <a:cubicBezTo>
                      <a:pt x="1025" y="1715"/>
                      <a:pt x="1025" y="1715"/>
                      <a:pt x="1023" y="1716"/>
                    </a:cubicBezTo>
                    <a:cubicBezTo>
                      <a:pt x="1022" y="1717"/>
                      <a:pt x="1021" y="1718"/>
                      <a:pt x="1020" y="1719"/>
                    </a:cubicBezTo>
                    <a:cubicBezTo>
                      <a:pt x="1023" y="1721"/>
                      <a:pt x="1026" y="1719"/>
                      <a:pt x="1029" y="1719"/>
                    </a:cubicBezTo>
                    <a:cubicBezTo>
                      <a:pt x="1031" y="1718"/>
                      <a:pt x="1036" y="1718"/>
                      <a:pt x="1033" y="1721"/>
                    </a:cubicBezTo>
                    <a:cubicBezTo>
                      <a:pt x="1031" y="1722"/>
                      <a:pt x="1027" y="1722"/>
                      <a:pt x="1024" y="1722"/>
                    </a:cubicBezTo>
                    <a:cubicBezTo>
                      <a:pt x="1022" y="1723"/>
                      <a:pt x="1018" y="1723"/>
                      <a:pt x="1018" y="1725"/>
                    </a:cubicBezTo>
                    <a:cubicBezTo>
                      <a:pt x="1017" y="1728"/>
                      <a:pt x="1024" y="1730"/>
                      <a:pt x="1026" y="1731"/>
                    </a:cubicBezTo>
                    <a:cubicBezTo>
                      <a:pt x="1029" y="1732"/>
                      <a:pt x="1032" y="1732"/>
                      <a:pt x="1035" y="1734"/>
                    </a:cubicBezTo>
                    <a:cubicBezTo>
                      <a:pt x="1036" y="1735"/>
                      <a:pt x="1038" y="1737"/>
                      <a:pt x="1035" y="1738"/>
                    </a:cubicBezTo>
                    <a:cubicBezTo>
                      <a:pt x="1031" y="1739"/>
                      <a:pt x="1026" y="1738"/>
                      <a:pt x="1021" y="1738"/>
                    </a:cubicBezTo>
                    <a:cubicBezTo>
                      <a:pt x="1018" y="1738"/>
                      <a:pt x="1016" y="1739"/>
                      <a:pt x="1013" y="1739"/>
                    </a:cubicBezTo>
                    <a:cubicBezTo>
                      <a:pt x="1011" y="1739"/>
                      <a:pt x="1010" y="1739"/>
                      <a:pt x="1010" y="1741"/>
                    </a:cubicBezTo>
                    <a:cubicBezTo>
                      <a:pt x="1009" y="1747"/>
                      <a:pt x="1000" y="1743"/>
                      <a:pt x="996" y="1745"/>
                    </a:cubicBezTo>
                    <a:cubicBezTo>
                      <a:pt x="992" y="1746"/>
                      <a:pt x="991" y="1751"/>
                      <a:pt x="988" y="1753"/>
                    </a:cubicBezTo>
                    <a:cubicBezTo>
                      <a:pt x="987" y="1754"/>
                      <a:pt x="984" y="1754"/>
                      <a:pt x="984" y="1756"/>
                    </a:cubicBezTo>
                    <a:cubicBezTo>
                      <a:pt x="983" y="1758"/>
                      <a:pt x="984" y="1759"/>
                      <a:pt x="983" y="1761"/>
                    </a:cubicBezTo>
                    <a:cubicBezTo>
                      <a:pt x="983" y="1763"/>
                      <a:pt x="981" y="1764"/>
                      <a:pt x="981" y="1766"/>
                    </a:cubicBezTo>
                    <a:cubicBezTo>
                      <a:pt x="981" y="1768"/>
                      <a:pt x="984" y="1770"/>
                      <a:pt x="986" y="1771"/>
                    </a:cubicBezTo>
                    <a:cubicBezTo>
                      <a:pt x="988" y="1774"/>
                      <a:pt x="988" y="1778"/>
                      <a:pt x="989" y="1781"/>
                    </a:cubicBezTo>
                    <a:cubicBezTo>
                      <a:pt x="990" y="1784"/>
                      <a:pt x="995" y="1787"/>
                      <a:pt x="998" y="1789"/>
                    </a:cubicBezTo>
                    <a:cubicBezTo>
                      <a:pt x="999" y="1790"/>
                      <a:pt x="1000" y="1792"/>
                      <a:pt x="1001" y="1791"/>
                    </a:cubicBezTo>
                    <a:cubicBezTo>
                      <a:pt x="1004" y="1791"/>
                      <a:pt x="1003" y="1786"/>
                      <a:pt x="1005" y="1785"/>
                    </a:cubicBezTo>
                    <a:cubicBezTo>
                      <a:pt x="1006" y="1784"/>
                      <a:pt x="1007" y="1789"/>
                      <a:pt x="1008" y="1790"/>
                    </a:cubicBezTo>
                    <a:cubicBezTo>
                      <a:pt x="1008" y="1792"/>
                      <a:pt x="1009" y="1793"/>
                      <a:pt x="1010" y="1793"/>
                    </a:cubicBezTo>
                    <a:cubicBezTo>
                      <a:pt x="1010" y="1794"/>
                      <a:pt x="1011" y="1794"/>
                      <a:pt x="1011" y="1795"/>
                    </a:cubicBezTo>
                    <a:cubicBezTo>
                      <a:pt x="1012" y="1797"/>
                      <a:pt x="1007" y="1797"/>
                      <a:pt x="1006" y="1797"/>
                    </a:cubicBezTo>
                    <a:cubicBezTo>
                      <a:pt x="1003" y="1797"/>
                      <a:pt x="1001" y="1797"/>
                      <a:pt x="1001" y="1800"/>
                    </a:cubicBezTo>
                    <a:cubicBezTo>
                      <a:pt x="1000" y="1803"/>
                      <a:pt x="1000" y="1805"/>
                      <a:pt x="997" y="1804"/>
                    </a:cubicBezTo>
                    <a:cubicBezTo>
                      <a:pt x="995" y="1802"/>
                      <a:pt x="993" y="1800"/>
                      <a:pt x="991" y="1802"/>
                    </a:cubicBezTo>
                    <a:cubicBezTo>
                      <a:pt x="989" y="1803"/>
                      <a:pt x="988" y="1806"/>
                      <a:pt x="987" y="1808"/>
                    </a:cubicBezTo>
                    <a:cubicBezTo>
                      <a:pt x="987" y="1810"/>
                      <a:pt x="986" y="1812"/>
                      <a:pt x="985" y="1814"/>
                    </a:cubicBezTo>
                    <a:cubicBezTo>
                      <a:pt x="984" y="1816"/>
                      <a:pt x="984" y="1817"/>
                      <a:pt x="986" y="1819"/>
                    </a:cubicBezTo>
                    <a:cubicBezTo>
                      <a:pt x="987" y="1820"/>
                      <a:pt x="990" y="1821"/>
                      <a:pt x="988" y="1824"/>
                    </a:cubicBezTo>
                    <a:cubicBezTo>
                      <a:pt x="987" y="1826"/>
                      <a:pt x="985" y="1826"/>
                      <a:pt x="983" y="1825"/>
                    </a:cubicBezTo>
                    <a:cubicBezTo>
                      <a:pt x="980" y="1824"/>
                      <a:pt x="979" y="1823"/>
                      <a:pt x="976" y="1825"/>
                    </a:cubicBezTo>
                    <a:cubicBezTo>
                      <a:pt x="974" y="1827"/>
                      <a:pt x="974" y="1830"/>
                      <a:pt x="973" y="1832"/>
                    </a:cubicBezTo>
                    <a:cubicBezTo>
                      <a:pt x="973" y="1834"/>
                      <a:pt x="971" y="1836"/>
                      <a:pt x="970" y="1838"/>
                    </a:cubicBezTo>
                    <a:cubicBezTo>
                      <a:pt x="968" y="1840"/>
                      <a:pt x="966" y="1839"/>
                      <a:pt x="964" y="1841"/>
                    </a:cubicBezTo>
                    <a:cubicBezTo>
                      <a:pt x="962" y="1842"/>
                      <a:pt x="962" y="1846"/>
                      <a:pt x="961" y="1848"/>
                    </a:cubicBezTo>
                    <a:cubicBezTo>
                      <a:pt x="961" y="1850"/>
                      <a:pt x="959" y="1851"/>
                      <a:pt x="957" y="1848"/>
                    </a:cubicBezTo>
                    <a:cubicBezTo>
                      <a:pt x="953" y="1843"/>
                      <a:pt x="964" y="1838"/>
                      <a:pt x="965" y="1833"/>
                    </a:cubicBezTo>
                    <a:cubicBezTo>
                      <a:pt x="966" y="1831"/>
                      <a:pt x="965" y="1828"/>
                      <a:pt x="964" y="1826"/>
                    </a:cubicBezTo>
                    <a:cubicBezTo>
                      <a:pt x="962" y="1823"/>
                      <a:pt x="960" y="1822"/>
                      <a:pt x="957" y="1822"/>
                    </a:cubicBezTo>
                    <a:cubicBezTo>
                      <a:pt x="954" y="1822"/>
                      <a:pt x="953" y="1822"/>
                      <a:pt x="951" y="1820"/>
                    </a:cubicBezTo>
                    <a:cubicBezTo>
                      <a:pt x="950" y="1818"/>
                      <a:pt x="950" y="1815"/>
                      <a:pt x="950" y="1813"/>
                    </a:cubicBezTo>
                    <a:cubicBezTo>
                      <a:pt x="950" y="1810"/>
                      <a:pt x="949" y="1808"/>
                      <a:pt x="946" y="1807"/>
                    </a:cubicBezTo>
                    <a:cubicBezTo>
                      <a:pt x="944" y="1806"/>
                      <a:pt x="942" y="1806"/>
                      <a:pt x="941" y="1804"/>
                    </a:cubicBezTo>
                    <a:cubicBezTo>
                      <a:pt x="939" y="1798"/>
                      <a:pt x="941" y="1792"/>
                      <a:pt x="939" y="1788"/>
                    </a:cubicBezTo>
                    <a:cubicBezTo>
                      <a:pt x="938" y="1786"/>
                      <a:pt x="936" y="1784"/>
                      <a:pt x="935" y="1782"/>
                    </a:cubicBezTo>
                    <a:cubicBezTo>
                      <a:pt x="934" y="1781"/>
                      <a:pt x="934" y="1778"/>
                      <a:pt x="932" y="1778"/>
                    </a:cubicBezTo>
                    <a:cubicBezTo>
                      <a:pt x="930" y="1778"/>
                      <a:pt x="929" y="1781"/>
                      <a:pt x="928" y="1782"/>
                    </a:cubicBezTo>
                    <a:cubicBezTo>
                      <a:pt x="927" y="1785"/>
                      <a:pt x="925" y="1786"/>
                      <a:pt x="924" y="1788"/>
                    </a:cubicBezTo>
                    <a:cubicBezTo>
                      <a:pt x="922" y="1790"/>
                      <a:pt x="922" y="1793"/>
                      <a:pt x="924" y="1795"/>
                    </a:cubicBezTo>
                    <a:cubicBezTo>
                      <a:pt x="927" y="1797"/>
                      <a:pt x="928" y="1798"/>
                      <a:pt x="927" y="1802"/>
                    </a:cubicBezTo>
                    <a:cubicBezTo>
                      <a:pt x="927" y="1804"/>
                      <a:pt x="926" y="1807"/>
                      <a:pt x="923" y="1807"/>
                    </a:cubicBezTo>
                    <a:cubicBezTo>
                      <a:pt x="921" y="1807"/>
                      <a:pt x="920" y="1807"/>
                      <a:pt x="918" y="1809"/>
                    </a:cubicBezTo>
                    <a:cubicBezTo>
                      <a:pt x="918" y="1810"/>
                      <a:pt x="917" y="1812"/>
                      <a:pt x="917" y="1812"/>
                    </a:cubicBezTo>
                    <a:cubicBezTo>
                      <a:pt x="916" y="1812"/>
                      <a:pt x="915" y="1810"/>
                      <a:pt x="915" y="1809"/>
                    </a:cubicBezTo>
                    <a:cubicBezTo>
                      <a:pt x="914" y="1807"/>
                      <a:pt x="912" y="1805"/>
                      <a:pt x="910" y="1808"/>
                    </a:cubicBezTo>
                    <a:cubicBezTo>
                      <a:pt x="909" y="1810"/>
                      <a:pt x="909" y="1812"/>
                      <a:pt x="908" y="1815"/>
                    </a:cubicBezTo>
                    <a:cubicBezTo>
                      <a:pt x="903" y="1814"/>
                      <a:pt x="898" y="1811"/>
                      <a:pt x="893" y="1812"/>
                    </a:cubicBezTo>
                    <a:cubicBezTo>
                      <a:pt x="890" y="1813"/>
                      <a:pt x="888" y="1815"/>
                      <a:pt x="890" y="1817"/>
                    </a:cubicBezTo>
                    <a:cubicBezTo>
                      <a:pt x="892" y="1820"/>
                      <a:pt x="896" y="1819"/>
                      <a:pt x="898" y="1820"/>
                    </a:cubicBezTo>
                    <a:cubicBezTo>
                      <a:pt x="901" y="1821"/>
                      <a:pt x="903" y="1822"/>
                      <a:pt x="904" y="1825"/>
                    </a:cubicBezTo>
                    <a:cubicBezTo>
                      <a:pt x="904" y="1827"/>
                      <a:pt x="905" y="1831"/>
                      <a:pt x="904" y="1833"/>
                    </a:cubicBezTo>
                    <a:cubicBezTo>
                      <a:pt x="902" y="1835"/>
                      <a:pt x="899" y="1833"/>
                      <a:pt x="897" y="1831"/>
                    </a:cubicBezTo>
                    <a:cubicBezTo>
                      <a:pt x="896" y="1829"/>
                      <a:pt x="896" y="1827"/>
                      <a:pt x="894" y="1825"/>
                    </a:cubicBezTo>
                    <a:cubicBezTo>
                      <a:pt x="891" y="1823"/>
                      <a:pt x="888" y="1822"/>
                      <a:pt x="885" y="1820"/>
                    </a:cubicBezTo>
                    <a:cubicBezTo>
                      <a:pt x="883" y="1817"/>
                      <a:pt x="882" y="1815"/>
                      <a:pt x="878" y="1815"/>
                    </a:cubicBezTo>
                    <a:cubicBezTo>
                      <a:pt x="878" y="1817"/>
                      <a:pt x="877" y="1818"/>
                      <a:pt x="877" y="1820"/>
                    </a:cubicBezTo>
                    <a:cubicBezTo>
                      <a:pt x="878" y="1822"/>
                      <a:pt x="878" y="1824"/>
                      <a:pt x="880" y="1824"/>
                    </a:cubicBezTo>
                    <a:cubicBezTo>
                      <a:pt x="881" y="1825"/>
                      <a:pt x="882" y="1825"/>
                      <a:pt x="882" y="1827"/>
                    </a:cubicBezTo>
                    <a:cubicBezTo>
                      <a:pt x="881" y="1829"/>
                      <a:pt x="880" y="1830"/>
                      <a:pt x="880" y="1831"/>
                    </a:cubicBezTo>
                    <a:cubicBezTo>
                      <a:pt x="876" y="1831"/>
                      <a:pt x="876" y="1826"/>
                      <a:pt x="874" y="1824"/>
                    </a:cubicBezTo>
                    <a:cubicBezTo>
                      <a:pt x="873" y="1822"/>
                      <a:pt x="867" y="1820"/>
                      <a:pt x="866" y="1822"/>
                    </a:cubicBezTo>
                    <a:cubicBezTo>
                      <a:pt x="864" y="1826"/>
                      <a:pt x="868" y="1829"/>
                      <a:pt x="871" y="1830"/>
                    </a:cubicBezTo>
                    <a:cubicBezTo>
                      <a:pt x="874" y="1832"/>
                      <a:pt x="878" y="1833"/>
                      <a:pt x="880" y="1836"/>
                    </a:cubicBezTo>
                    <a:cubicBezTo>
                      <a:pt x="881" y="1837"/>
                      <a:pt x="882" y="1839"/>
                      <a:pt x="882" y="1840"/>
                    </a:cubicBezTo>
                    <a:cubicBezTo>
                      <a:pt x="882" y="1842"/>
                      <a:pt x="879" y="1843"/>
                      <a:pt x="878" y="1842"/>
                    </a:cubicBezTo>
                    <a:cubicBezTo>
                      <a:pt x="876" y="1841"/>
                      <a:pt x="871" y="1831"/>
                      <a:pt x="869" y="1836"/>
                    </a:cubicBezTo>
                    <a:cubicBezTo>
                      <a:pt x="869" y="1837"/>
                      <a:pt x="871" y="1839"/>
                      <a:pt x="870" y="1840"/>
                    </a:cubicBezTo>
                    <a:cubicBezTo>
                      <a:pt x="870" y="1842"/>
                      <a:pt x="868" y="1840"/>
                      <a:pt x="867" y="1839"/>
                    </a:cubicBezTo>
                    <a:cubicBezTo>
                      <a:pt x="866" y="1838"/>
                      <a:pt x="864" y="1836"/>
                      <a:pt x="862" y="1836"/>
                    </a:cubicBezTo>
                    <a:cubicBezTo>
                      <a:pt x="860" y="1837"/>
                      <a:pt x="858" y="1839"/>
                      <a:pt x="859" y="1841"/>
                    </a:cubicBezTo>
                    <a:cubicBezTo>
                      <a:pt x="859" y="1841"/>
                      <a:pt x="860" y="1842"/>
                      <a:pt x="860" y="1843"/>
                    </a:cubicBezTo>
                    <a:cubicBezTo>
                      <a:pt x="860" y="1844"/>
                      <a:pt x="860" y="1845"/>
                      <a:pt x="861" y="1847"/>
                    </a:cubicBezTo>
                    <a:cubicBezTo>
                      <a:pt x="861" y="1848"/>
                      <a:pt x="862" y="1849"/>
                      <a:pt x="862" y="1851"/>
                    </a:cubicBezTo>
                    <a:cubicBezTo>
                      <a:pt x="862" y="1853"/>
                      <a:pt x="862" y="1854"/>
                      <a:pt x="860" y="1855"/>
                    </a:cubicBezTo>
                    <a:cubicBezTo>
                      <a:pt x="858" y="1856"/>
                      <a:pt x="855" y="1857"/>
                      <a:pt x="853" y="1856"/>
                    </a:cubicBezTo>
                    <a:cubicBezTo>
                      <a:pt x="852" y="1856"/>
                      <a:pt x="850" y="1854"/>
                      <a:pt x="848" y="1855"/>
                    </a:cubicBezTo>
                    <a:cubicBezTo>
                      <a:pt x="846" y="1855"/>
                      <a:pt x="845" y="1856"/>
                      <a:pt x="844" y="1857"/>
                    </a:cubicBezTo>
                    <a:cubicBezTo>
                      <a:pt x="843" y="1859"/>
                      <a:pt x="843" y="1860"/>
                      <a:pt x="842" y="1861"/>
                    </a:cubicBezTo>
                    <a:cubicBezTo>
                      <a:pt x="840" y="1862"/>
                      <a:pt x="838" y="1862"/>
                      <a:pt x="837" y="1864"/>
                    </a:cubicBezTo>
                    <a:cubicBezTo>
                      <a:pt x="836" y="1865"/>
                      <a:pt x="835" y="1867"/>
                      <a:pt x="836" y="1868"/>
                    </a:cubicBezTo>
                    <a:cubicBezTo>
                      <a:pt x="836" y="1871"/>
                      <a:pt x="839" y="1872"/>
                      <a:pt x="841" y="1872"/>
                    </a:cubicBezTo>
                    <a:cubicBezTo>
                      <a:pt x="843" y="1873"/>
                      <a:pt x="844" y="1874"/>
                      <a:pt x="845" y="1876"/>
                    </a:cubicBezTo>
                    <a:cubicBezTo>
                      <a:pt x="845" y="1877"/>
                      <a:pt x="846" y="1882"/>
                      <a:pt x="844" y="1880"/>
                    </a:cubicBezTo>
                    <a:cubicBezTo>
                      <a:pt x="843" y="1880"/>
                      <a:pt x="843" y="1879"/>
                      <a:pt x="842" y="1878"/>
                    </a:cubicBezTo>
                    <a:cubicBezTo>
                      <a:pt x="841" y="1876"/>
                      <a:pt x="841" y="1875"/>
                      <a:pt x="839" y="1874"/>
                    </a:cubicBezTo>
                    <a:cubicBezTo>
                      <a:pt x="837" y="1873"/>
                      <a:pt x="835" y="1873"/>
                      <a:pt x="832" y="1873"/>
                    </a:cubicBezTo>
                    <a:cubicBezTo>
                      <a:pt x="831" y="1873"/>
                      <a:pt x="829" y="1873"/>
                      <a:pt x="828" y="1875"/>
                    </a:cubicBezTo>
                    <a:cubicBezTo>
                      <a:pt x="827" y="1877"/>
                      <a:pt x="827" y="1880"/>
                      <a:pt x="827" y="1882"/>
                    </a:cubicBezTo>
                    <a:cubicBezTo>
                      <a:pt x="827" y="1884"/>
                      <a:pt x="827" y="1886"/>
                      <a:pt x="826" y="1886"/>
                    </a:cubicBezTo>
                    <a:cubicBezTo>
                      <a:pt x="824" y="1887"/>
                      <a:pt x="821" y="1887"/>
                      <a:pt x="820" y="1887"/>
                    </a:cubicBezTo>
                    <a:cubicBezTo>
                      <a:pt x="818" y="1888"/>
                      <a:pt x="818" y="1890"/>
                      <a:pt x="818" y="1891"/>
                    </a:cubicBezTo>
                    <a:cubicBezTo>
                      <a:pt x="817" y="1893"/>
                      <a:pt x="817" y="1894"/>
                      <a:pt x="818" y="1896"/>
                    </a:cubicBezTo>
                    <a:cubicBezTo>
                      <a:pt x="819" y="1897"/>
                      <a:pt x="821" y="1898"/>
                      <a:pt x="822" y="1899"/>
                    </a:cubicBezTo>
                    <a:cubicBezTo>
                      <a:pt x="824" y="1900"/>
                      <a:pt x="826" y="1899"/>
                      <a:pt x="828" y="1900"/>
                    </a:cubicBezTo>
                    <a:cubicBezTo>
                      <a:pt x="829" y="1901"/>
                      <a:pt x="825" y="1902"/>
                      <a:pt x="825" y="1902"/>
                    </a:cubicBezTo>
                    <a:cubicBezTo>
                      <a:pt x="824" y="1902"/>
                      <a:pt x="823" y="1902"/>
                      <a:pt x="822" y="1903"/>
                    </a:cubicBezTo>
                    <a:cubicBezTo>
                      <a:pt x="821" y="1903"/>
                      <a:pt x="821" y="1904"/>
                      <a:pt x="820" y="1904"/>
                    </a:cubicBezTo>
                    <a:cubicBezTo>
                      <a:pt x="819" y="1905"/>
                      <a:pt x="818" y="1905"/>
                      <a:pt x="817" y="1904"/>
                    </a:cubicBezTo>
                    <a:cubicBezTo>
                      <a:pt x="815" y="1902"/>
                      <a:pt x="814" y="1900"/>
                      <a:pt x="812" y="1899"/>
                    </a:cubicBezTo>
                    <a:cubicBezTo>
                      <a:pt x="811" y="1898"/>
                      <a:pt x="809" y="1897"/>
                      <a:pt x="807" y="1898"/>
                    </a:cubicBezTo>
                    <a:cubicBezTo>
                      <a:pt x="805" y="1899"/>
                      <a:pt x="804" y="1901"/>
                      <a:pt x="804" y="1902"/>
                    </a:cubicBezTo>
                    <a:cubicBezTo>
                      <a:pt x="804" y="1906"/>
                      <a:pt x="808" y="1909"/>
                      <a:pt x="806" y="1913"/>
                    </a:cubicBezTo>
                    <a:cubicBezTo>
                      <a:pt x="805" y="1914"/>
                      <a:pt x="804" y="1916"/>
                      <a:pt x="802" y="1917"/>
                    </a:cubicBezTo>
                    <a:cubicBezTo>
                      <a:pt x="801" y="1918"/>
                      <a:pt x="800" y="1919"/>
                      <a:pt x="799" y="1920"/>
                    </a:cubicBezTo>
                    <a:cubicBezTo>
                      <a:pt x="797" y="1923"/>
                      <a:pt x="795" y="1926"/>
                      <a:pt x="793" y="1929"/>
                    </a:cubicBezTo>
                    <a:cubicBezTo>
                      <a:pt x="792" y="1930"/>
                      <a:pt x="791" y="1932"/>
                      <a:pt x="792" y="1933"/>
                    </a:cubicBezTo>
                    <a:cubicBezTo>
                      <a:pt x="793" y="1934"/>
                      <a:pt x="795" y="1934"/>
                      <a:pt x="796" y="1933"/>
                    </a:cubicBezTo>
                    <a:cubicBezTo>
                      <a:pt x="798" y="1933"/>
                      <a:pt x="800" y="1932"/>
                      <a:pt x="802" y="1931"/>
                    </a:cubicBezTo>
                    <a:cubicBezTo>
                      <a:pt x="804" y="1931"/>
                      <a:pt x="806" y="1931"/>
                      <a:pt x="808" y="1930"/>
                    </a:cubicBezTo>
                    <a:cubicBezTo>
                      <a:pt x="810" y="1930"/>
                      <a:pt x="812" y="1929"/>
                      <a:pt x="814" y="1928"/>
                    </a:cubicBezTo>
                    <a:cubicBezTo>
                      <a:pt x="816" y="1928"/>
                      <a:pt x="818" y="1927"/>
                      <a:pt x="819" y="1928"/>
                    </a:cubicBezTo>
                    <a:cubicBezTo>
                      <a:pt x="821" y="1930"/>
                      <a:pt x="815" y="1931"/>
                      <a:pt x="814" y="1931"/>
                    </a:cubicBezTo>
                    <a:cubicBezTo>
                      <a:pt x="812" y="1932"/>
                      <a:pt x="809" y="1932"/>
                      <a:pt x="806" y="1934"/>
                    </a:cubicBezTo>
                    <a:cubicBezTo>
                      <a:pt x="803" y="1936"/>
                      <a:pt x="802" y="1939"/>
                      <a:pt x="798" y="1939"/>
                    </a:cubicBezTo>
                    <a:cubicBezTo>
                      <a:pt x="796" y="1940"/>
                      <a:pt x="794" y="1941"/>
                      <a:pt x="792" y="1942"/>
                    </a:cubicBezTo>
                    <a:cubicBezTo>
                      <a:pt x="791" y="1943"/>
                      <a:pt x="790" y="1943"/>
                      <a:pt x="790" y="1944"/>
                    </a:cubicBezTo>
                    <a:cubicBezTo>
                      <a:pt x="789" y="1945"/>
                      <a:pt x="791" y="1945"/>
                      <a:pt x="792" y="1945"/>
                    </a:cubicBezTo>
                    <a:cubicBezTo>
                      <a:pt x="795" y="1945"/>
                      <a:pt x="798" y="1945"/>
                      <a:pt x="801" y="1944"/>
                    </a:cubicBezTo>
                    <a:cubicBezTo>
                      <a:pt x="805" y="1943"/>
                      <a:pt x="808" y="1942"/>
                      <a:pt x="812" y="1941"/>
                    </a:cubicBezTo>
                    <a:cubicBezTo>
                      <a:pt x="814" y="1941"/>
                      <a:pt x="817" y="1939"/>
                      <a:pt x="819" y="1940"/>
                    </a:cubicBezTo>
                    <a:cubicBezTo>
                      <a:pt x="822" y="1940"/>
                      <a:pt x="823" y="1942"/>
                      <a:pt x="822" y="1944"/>
                    </a:cubicBezTo>
                    <a:cubicBezTo>
                      <a:pt x="822" y="1947"/>
                      <a:pt x="820" y="1947"/>
                      <a:pt x="818" y="1946"/>
                    </a:cubicBezTo>
                    <a:cubicBezTo>
                      <a:pt x="816" y="1945"/>
                      <a:pt x="814" y="1944"/>
                      <a:pt x="812" y="1945"/>
                    </a:cubicBezTo>
                    <a:cubicBezTo>
                      <a:pt x="811" y="1945"/>
                      <a:pt x="810" y="1946"/>
                      <a:pt x="809" y="1946"/>
                    </a:cubicBezTo>
                    <a:cubicBezTo>
                      <a:pt x="808" y="1947"/>
                      <a:pt x="807" y="1947"/>
                      <a:pt x="805" y="1947"/>
                    </a:cubicBezTo>
                    <a:cubicBezTo>
                      <a:pt x="802" y="1947"/>
                      <a:pt x="799" y="1948"/>
                      <a:pt x="796" y="1950"/>
                    </a:cubicBezTo>
                    <a:cubicBezTo>
                      <a:pt x="794" y="1952"/>
                      <a:pt x="792" y="1953"/>
                      <a:pt x="789" y="1953"/>
                    </a:cubicBezTo>
                    <a:cubicBezTo>
                      <a:pt x="787" y="1952"/>
                      <a:pt x="785" y="1950"/>
                      <a:pt x="783" y="1949"/>
                    </a:cubicBezTo>
                    <a:cubicBezTo>
                      <a:pt x="782" y="1949"/>
                      <a:pt x="780" y="1949"/>
                      <a:pt x="779" y="1950"/>
                    </a:cubicBezTo>
                    <a:cubicBezTo>
                      <a:pt x="778" y="1950"/>
                      <a:pt x="776" y="1951"/>
                      <a:pt x="775" y="1952"/>
                    </a:cubicBezTo>
                    <a:cubicBezTo>
                      <a:pt x="774" y="1952"/>
                      <a:pt x="774" y="1953"/>
                      <a:pt x="775" y="1954"/>
                    </a:cubicBezTo>
                    <a:cubicBezTo>
                      <a:pt x="775" y="1955"/>
                      <a:pt x="775" y="1956"/>
                      <a:pt x="775" y="1957"/>
                    </a:cubicBezTo>
                    <a:cubicBezTo>
                      <a:pt x="775" y="1959"/>
                      <a:pt x="773" y="1962"/>
                      <a:pt x="771" y="1963"/>
                    </a:cubicBezTo>
                    <a:cubicBezTo>
                      <a:pt x="768" y="1965"/>
                      <a:pt x="764" y="1966"/>
                      <a:pt x="761" y="1967"/>
                    </a:cubicBezTo>
                    <a:cubicBezTo>
                      <a:pt x="758" y="1968"/>
                      <a:pt x="755" y="1968"/>
                      <a:pt x="751" y="1968"/>
                    </a:cubicBezTo>
                    <a:cubicBezTo>
                      <a:pt x="748" y="1968"/>
                      <a:pt x="746" y="1969"/>
                      <a:pt x="744" y="1971"/>
                    </a:cubicBezTo>
                    <a:cubicBezTo>
                      <a:pt x="742" y="1973"/>
                      <a:pt x="741" y="1977"/>
                      <a:pt x="743" y="1979"/>
                    </a:cubicBezTo>
                    <a:cubicBezTo>
                      <a:pt x="744" y="1981"/>
                      <a:pt x="747" y="1981"/>
                      <a:pt x="749" y="1981"/>
                    </a:cubicBezTo>
                    <a:cubicBezTo>
                      <a:pt x="752" y="1982"/>
                      <a:pt x="755" y="1981"/>
                      <a:pt x="757" y="1981"/>
                    </a:cubicBezTo>
                    <a:cubicBezTo>
                      <a:pt x="758" y="1981"/>
                      <a:pt x="762" y="1981"/>
                      <a:pt x="762" y="1982"/>
                    </a:cubicBezTo>
                    <a:cubicBezTo>
                      <a:pt x="763" y="1983"/>
                      <a:pt x="761" y="1985"/>
                      <a:pt x="760" y="1985"/>
                    </a:cubicBezTo>
                    <a:cubicBezTo>
                      <a:pt x="756" y="1987"/>
                      <a:pt x="752" y="1987"/>
                      <a:pt x="747" y="1988"/>
                    </a:cubicBezTo>
                    <a:cubicBezTo>
                      <a:pt x="744" y="1988"/>
                      <a:pt x="741" y="1990"/>
                      <a:pt x="738" y="1992"/>
                    </a:cubicBezTo>
                    <a:cubicBezTo>
                      <a:pt x="736" y="1994"/>
                      <a:pt x="735" y="1997"/>
                      <a:pt x="734" y="2000"/>
                    </a:cubicBezTo>
                    <a:cubicBezTo>
                      <a:pt x="734" y="2001"/>
                      <a:pt x="734" y="2003"/>
                      <a:pt x="733" y="2004"/>
                    </a:cubicBezTo>
                    <a:cubicBezTo>
                      <a:pt x="733" y="2005"/>
                      <a:pt x="733" y="2007"/>
                      <a:pt x="733" y="2008"/>
                    </a:cubicBezTo>
                    <a:cubicBezTo>
                      <a:pt x="733" y="2011"/>
                      <a:pt x="738" y="2009"/>
                      <a:pt x="739" y="2008"/>
                    </a:cubicBezTo>
                    <a:cubicBezTo>
                      <a:pt x="743" y="2006"/>
                      <a:pt x="745" y="2004"/>
                      <a:pt x="747" y="2001"/>
                    </a:cubicBezTo>
                    <a:cubicBezTo>
                      <a:pt x="749" y="1999"/>
                      <a:pt x="752" y="1997"/>
                      <a:pt x="754" y="1997"/>
                    </a:cubicBezTo>
                    <a:cubicBezTo>
                      <a:pt x="756" y="1997"/>
                      <a:pt x="757" y="1998"/>
                      <a:pt x="758" y="1998"/>
                    </a:cubicBezTo>
                    <a:cubicBezTo>
                      <a:pt x="759" y="1999"/>
                      <a:pt x="761" y="1999"/>
                      <a:pt x="762" y="1999"/>
                    </a:cubicBezTo>
                    <a:cubicBezTo>
                      <a:pt x="769" y="1997"/>
                      <a:pt x="773" y="1991"/>
                      <a:pt x="779" y="1988"/>
                    </a:cubicBezTo>
                    <a:cubicBezTo>
                      <a:pt x="781" y="1986"/>
                      <a:pt x="784" y="1984"/>
                      <a:pt x="786" y="1983"/>
                    </a:cubicBezTo>
                    <a:cubicBezTo>
                      <a:pt x="789" y="1981"/>
                      <a:pt x="793" y="1981"/>
                      <a:pt x="796" y="1982"/>
                    </a:cubicBezTo>
                    <a:cubicBezTo>
                      <a:pt x="799" y="1983"/>
                      <a:pt x="793" y="1985"/>
                      <a:pt x="792" y="1986"/>
                    </a:cubicBezTo>
                    <a:cubicBezTo>
                      <a:pt x="791" y="1986"/>
                      <a:pt x="785" y="1988"/>
                      <a:pt x="788" y="1990"/>
                    </a:cubicBezTo>
                    <a:cubicBezTo>
                      <a:pt x="790" y="1991"/>
                      <a:pt x="794" y="1990"/>
                      <a:pt x="796" y="1990"/>
                    </a:cubicBezTo>
                    <a:cubicBezTo>
                      <a:pt x="798" y="1990"/>
                      <a:pt x="797" y="1992"/>
                      <a:pt x="796" y="1993"/>
                    </a:cubicBezTo>
                    <a:cubicBezTo>
                      <a:pt x="795" y="1996"/>
                      <a:pt x="793" y="1997"/>
                      <a:pt x="790" y="1998"/>
                    </a:cubicBezTo>
                    <a:cubicBezTo>
                      <a:pt x="785" y="1998"/>
                      <a:pt x="780" y="1998"/>
                      <a:pt x="775" y="1999"/>
                    </a:cubicBezTo>
                    <a:cubicBezTo>
                      <a:pt x="771" y="1999"/>
                      <a:pt x="767" y="2001"/>
                      <a:pt x="765" y="2004"/>
                    </a:cubicBezTo>
                    <a:cubicBezTo>
                      <a:pt x="763" y="2006"/>
                      <a:pt x="762" y="2008"/>
                      <a:pt x="762" y="2011"/>
                    </a:cubicBezTo>
                    <a:cubicBezTo>
                      <a:pt x="762" y="2013"/>
                      <a:pt x="762" y="2015"/>
                      <a:pt x="762" y="2017"/>
                    </a:cubicBezTo>
                    <a:cubicBezTo>
                      <a:pt x="763" y="2018"/>
                      <a:pt x="764" y="2019"/>
                      <a:pt x="764" y="2020"/>
                    </a:cubicBezTo>
                    <a:cubicBezTo>
                      <a:pt x="765" y="2021"/>
                      <a:pt x="765" y="2022"/>
                      <a:pt x="765" y="2023"/>
                    </a:cubicBezTo>
                    <a:cubicBezTo>
                      <a:pt x="765" y="2024"/>
                      <a:pt x="765" y="2026"/>
                      <a:pt x="766" y="2027"/>
                    </a:cubicBezTo>
                    <a:cubicBezTo>
                      <a:pt x="767" y="2027"/>
                      <a:pt x="768" y="2027"/>
                      <a:pt x="769" y="2028"/>
                    </a:cubicBezTo>
                    <a:cubicBezTo>
                      <a:pt x="770" y="2028"/>
                      <a:pt x="771" y="2028"/>
                      <a:pt x="772" y="2029"/>
                    </a:cubicBezTo>
                    <a:cubicBezTo>
                      <a:pt x="774" y="2032"/>
                      <a:pt x="774" y="2037"/>
                      <a:pt x="774" y="2041"/>
                    </a:cubicBezTo>
                    <a:cubicBezTo>
                      <a:pt x="774" y="2044"/>
                      <a:pt x="773" y="2048"/>
                      <a:pt x="775" y="2052"/>
                    </a:cubicBezTo>
                    <a:cubicBezTo>
                      <a:pt x="775" y="2054"/>
                      <a:pt x="778" y="2055"/>
                      <a:pt x="779" y="2056"/>
                    </a:cubicBezTo>
                    <a:cubicBezTo>
                      <a:pt x="780" y="2057"/>
                      <a:pt x="781" y="2058"/>
                      <a:pt x="782" y="2058"/>
                    </a:cubicBezTo>
                    <a:cubicBezTo>
                      <a:pt x="783" y="2058"/>
                      <a:pt x="785" y="2058"/>
                      <a:pt x="786" y="2058"/>
                    </a:cubicBezTo>
                    <a:cubicBezTo>
                      <a:pt x="788" y="2057"/>
                      <a:pt x="789" y="2057"/>
                      <a:pt x="791" y="2056"/>
                    </a:cubicBezTo>
                    <a:cubicBezTo>
                      <a:pt x="793" y="2056"/>
                      <a:pt x="794" y="2054"/>
                      <a:pt x="795" y="2053"/>
                    </a:cubicBezTo>
                    <a:cubicBezTo>
                      <a:pt x="798" y="2050"/>
                      <a:pt x="801" y="2048"/>
                      <a:pt x="805" y="2046"/>
                    </a:cubicBezTo>
                    <a:cubicBezTo>
                      <a:pt x="808" y="2045"/>
                      <a:pt x="812" y="2044"/>
                      <a:pt x="816" y="2043"/>
                    </a:cubicBezTo>
                    <a:cubicBezTo>
                      <a:pt x="820" y="2042"/>
                      <a:pt x="825" y="2044"/>
                      <a:pt x="829" y="2043"/>
                    </a:cubicBezTo>
                    <a:cubicBezTo>
                      <a:pt x="829" y="2043"/>
                      <a:pt x="830" y="2043"/>
                      <a:pt x="831" y="2042"/>
                    </a:cubicBezTo>
                    <a:cubicBezTo>
                      <a:pt x="832" y="2042"/>
                      <a:pt x="833" y="2042"/>
                      <a:pt x="834" y="2041"/>
                    </a:cubicBezTo>
                    <a:cubicBezTo>
                      <a:pt x="835" y="2040"/>
                      <a:pt x="837" y="2039"/>
                      <a:pt x="839" y="2038"/>
                    </a:cubicBezTo>
                    <a:cubicBezTo>
                      <a:pt x="841" y="2036"/>
                      <a:pt x="843" y="2034"/>
                      <a:pt x="845" y="2032"/>
                    </a:cubicBezTo>
                    <a:cubicBezTo>
                      <a:pt x="847" y="2031"/>
                      <a:pt x="849" y="2030"/>
                      <a:pt x="851" y="2029"/>
                    </a:cubicBezTo>
                    <a:cubicBezTo>
                      <a:pt x="852" y="2028"/>
                      <a:pt x="854" y="2027"/>
                      <a:pt x="855" y="2026"/>
                    </a:cubicBezTo>
                    <a:cubicBezTo>
                      <a:pt x="856" y="2025"/>
                      <a:pt x="857" y="2024"/>
                      <a:pt x="858" y="2023"/>
                    </a:cubicBezTo>
                    <a:cubicBezTo>
                      <a:pt x="860" y="2022"/>
                      <a:pt x="861" y="2022"/>
                      <a:pt x="862" y="2021"/>
                    </a:cubicBezTo>
                    <a:cubicBezTo>
                      <a:pt x="863" y="2021"/>
                      <a:pt x="864" y="2020"/>
                      <a:pt x="865" y="2020"/>
                    </a:cubicBezTo>
                    <a:cubicBezTo>
                      <a:pt x="866" y="2019"/>
                      <a:pt x="867" y="2019"/>
                      <a:pt x="868" y="2018"/>
                    </a:cubicBezTo>
                    <a:cubicBezTo>
                      <a:pt x="869" y="2018"/>
                      <a:pt x="870" y="2017"/>
                      <a:pt x="871" y="2016"/>
                    </a:cubicBezTo>
                    <a:cubicBezTo>
                      <a:pt x="874" y="2015"/>
                      <a:pt x="876" y="2014"/>
                      <a:pt x="878" y="2013"/>
                    </a:cubicBezTo>
                    <a:cubicBezTo>
                      <a:pt x="882" y="2012"/>
                      <a:pt x="885" y="2011"/>
                      <a:pt x="888" y="2009"/>
                    </a:cubicBezTo>
                    <a:cubicBezTo>
                      <a:pt x="891" y="2008"/>
                      <a:pt x="893" y="2007"/>
                      <a:pt x="896" y="2006"/>
                    </a:cubicBezTo>
                    <a:cubicBezTo>
                      <a:pt x="900" y="2005"/>
                      <a:pt x="902" y="2003"/>
                      <a:pt x="905" y="2000"/>
                    </a:cubicBezTo>
                    <a:cubicBezTo>
                      <a:pt x="907" y="1998"/>
                      <a:pt x="909" y="1995"/>
                      <a:pt x="911" y="1993"/>
                    </a:cubicBezTo>
                    <a:cubicBezTo>
                      <a:pt x="913" y="1990"/>
                      <a:pt x="915" y="1988"/>
                      <a:pt x="918" y="1986"/>
                    </a:cubicBezTo>
                    <a:cubicBezTo>
                      <a:pt x="919" y="1984"/>
                      <a:pt x="921" y="1982"/>
                      <a:pt x="922" y="1980"/>
                    </a:cubicBezTo>
                    <a:cubicBezTo>
                      <a:pt x="922" y="1978"/>
                      <a:pt x="921" y="1976"/>
                      <a:pt x="920" y="1975"/>
                    </a:cubicBezTo>
                    <a:cubicBezTo>
                      <a:pt x="918" y="1973"/>
                      <a:pt x="917" y="1971"/>
                      <a:pt x="916" y="1969"/>
                    </a:cubicBezTo>
                    <a:cubicBezTo>
                      <a:pt x="916" y="1967"/>
                      <a:pt x="915" y="1963"/>
                      <a:pt x="912" y="1962"/>
                    </a:cubicBezTo>
                    <a:cubicBezTo>
                      <a:pt x="909" y="1961"/>
                      <a:pt x="905" y="1964"/>
                      <a:pt x="902" y="1965"/>
                    </a:cubicBezTo>
                    <a:cubicBezTo>
                      <a:pt x="897" y="1968"/>
                      <a:pt x="893" y="1971"/>
                      <a:pt x="888" y="1973"/>
                    </a:cubicBezTo>
                    <a:cubicBezTo>
                      <a:pt x="884" y="1976"/>
                      <a:pt x="880" y="1978"/>
                      <a:pt x="876" y="1979"/>
                    </a:cubicBezTo>
                    <a:cubicBezTo>
                      <a:pt x="874" y="1980"/>
                      <a:pt x="872" y="1981"/>
                      <a:pt x="872" y="1978"/>
                    </a:cubicBezTo>
                    <a:cubicBezTo>
                      <a:pt x="872" y="1977"/>
                      <a:pt x="873" y="1976"/>
                      <a:pt x="874" y="1976"/>
                    </a:cubicBezTo>
                    <a:cubicBezTo>
                      <a:pt x="876" y="1974"/>
                      <a:pt x="878" y="1973"/>
                      <a:pt x="880" y="1971"/>
                    </a:cubicBezTo>
                    <a:cubicBezTo>
                      <a:pt x="885" y="1968"/>
                      <a:pt x="890" y="1964"/>
                      <a:pt x="896" y="1962"/>
                    </a:cubicBezTo>
                    <a:cubicBezTo>
                      <a:pt x="898" y="1961"/>
                      <a:pt x="901" y="1960"/>
                      <a:pt x="903" y="1959"/>
                    </a:cubicBezTo>
                    <a:cubicBezTo>
                      <a:pt x="905" y="1958"/>
                      <a:pt x="906" y="1957"/>
                      <a:pt x="907" y="1956"/>
                    </a:cubicBezTo>
                    <a:cubicBezTo>
                      <a:pt x="913" y="1952"/>
                      <a:pt x="919" y="1950"/>
                      <a:pt x="925" y="1947"/>
                    </a:cubicBezTo>
                    <a:cubicBezTo>
                      <a:pt x="927" y="1946"/>
                      <a:pt x="930" y="1945"/>
                      <a:pt x="932" y="1943"/>
                    </a:cubicBezTo>
                    <a:cubicBezTo>
                      <a:pt x="933" y="1942"/>
                      <a:pt x="934" y="1941"/>
                      <a:pt x="935" y="1940"/>
                    </a:cubicBezTo>
                    <a:cubicBezTo>
                      <a:pt x="938" y="1939"/>
                      <a:pt x="941" y="1939"/>
                      <a:pt x="944" y="1937"/>
                    </a:cubicBezTo>
                    <a:cubicBezTo>
                      <a:pt x="945" y="1936"/>
                      <a:pt x="945" y="1934"/>
                      <a:pt x="945" y="1932"/>
                    </a:cubicBezTo>
                    <a:cubicBezTo>
                      <a:pt x="946" y="1929"/>
                      <a:pt x="947" y="1926"/>
                      <a:pt x="947" y="1924"/>
                    </a:cubicBezTo>
                    <a:cubicBezTo>
                      <a:pt x="948" y="1921"/>
                      <a:pt x="951" y="1920"/>
                      <a:pt x="953" y="1918"/>
                    </a:cubicBezTo>
                    <a:cubicBezTo>
                      <a:pt x="955" y="1916"/>
                      <a:pt x="957" y="1914"/>
                      <a:pt x="958" y="1911"/>
                    </a:cubicBezTo>
                    <a:cubicBezTo>
                      <a:pt x="959" y="1910"/>
                      <a:pt x="961" y="1909"/>
                      <a:pt x="962" y="1910"/>
                    </a:cubicBezTo>
                    <a:cubicBezTo>
                      <a:pt x="964" y="1910"/>
                      <a:pt x="966" y="1911"/>
                      <a:pt x="968" y="1912"/>
                    </a:cubicBezTo>
                    <a:cubicBezTo>
                      <a:pt x="969" y="1914"/>
                      <a:pt x="966" y="1915"/>
                      <a:pt x="965" y="1916"/>
                    </a:cubicBezTo>
                    <a:cubicBezTo>
                      <a:pt x="963" y="1917"/>
                      <a:pt x="961" y="1917"/>
                      <a:pt x="959" y="1919"/>
                    </a:cubicBezTo>
                    <a:cubicBezTo>
                      <a:pt x="958" y="1920"/>
                      <a:pt x="957" y="1921"/>
                      <a:pt x="955" y="1921"/>
                    </a:cubicBezTo>
                    <a:cubicBezTo>
                      <a:pt x="953" y="1922"/>
                      <a:pt x="952" y="1924"/>
                      <a:pt x="952" y="1927"/>
                    </a:cubicBezTo>
                    <a:cubicBezTo>
                      <a:pt x="952" y="1930"/>
                      <a:pt x="955" y="1931"/>
                      <a:pt x="959" y="1931"/>
                    </a:cubicBezTo>
                    <a:cubicBezTo>
                      <a:pt x="962" y="1930"/>
                      <a:pt x="964" y="1930"/>
                      <a:pt x="966" y="1933"/>
                    </a:cubicBezTo>
                    <a:cubicBezTo>
                      <a:pt x="966" y="1934"/>
                      <a:pt x="967" y="1935"/>
                      <a:pt x="968" y="1936"/>
                    </a:cubicBezTo>
                    <a:cubicBezTo>
                      <a:pt x="969" y="1936"/>
                      <a:pt x="970" y="1936"/>
                      <a:pt x="971" y="1935"/>
                    </a:cubicBezTo>
                    <a:cubicBezTo>
                      <a:pt x="973" y="1935"/>
                      <a:pt x="976" y="1935"/>
                      <a:pt x="975" y="1938"/>
                    </a:cubicBezTo>
                    <a:cubicBezTo>
                      <a:pt x="974" y="1941"/>
                      <a:pt x="970" y="1941"/>
                      <a:pt x="968" y="1941"/>
                    </a:cubicBezTo>
                    <a:cubicBezTo>
                      <a:pt x="966" y="1941"/>
                      <a:pt x="965" y="1941"/>
                      <a:pt x="964" y="1942"/>
                    </a:cubicBezTo>
                    <a:cubicBezTo>
                      <a:pt x="963" y="1942"/>
                      <a:pt x="962" y="1943"/>
                      <a:pt x="961" y="1944"/>
                    </a:cubicBezTo>
                    <a:cubicBezTo>
                      <a:pt x="958" y="1945"/>
                      <a:pt x="955" y="1945"/>
                      <a:pt x="952" y="1946"/>
                    </a:cubicBezTo>
                    <a:cubicBezTo>
                      <a:pt x="949" y="1948"/>
                      <a:pt x="949" y="1952"/>
                      <a:pt x="948" y="1955"/>
                    </a:cubicBezTo>
                    <a:cubicBezTo>
                      <a:pt x="946" y="1959"/>
                      <a:pt x="940" y="1958"/>
                      <a:pt x="937" y="1959"/>
                    </a:cubicBezTo>
                    <a:cubicBezTo>
                      <a:pt x="934" y="1959"/>
                      <a:pt x="930" y="1960"/>
                      <a:pt x="928" y="1963"/>
                    </a:cubicBezTo>
                    <a:cubicBezTo>
                      <a:pt x="927" y="1966"/>
                      <a:pt x="927" y="1969"/>
                      <a:pt x="927" y="1972"/>
                    </a:cubicBezTo>
                    <a:cubicBezTo>
                      <a:pt x="928" y="1974"/>
                      <a:pt x="929" y="1978"/>
                      <a:pt x="932" y="1978"/>
                    </a:cubicBezTo>
                    <a:cubicBezTo>
                      <a:pt x="935" y="1979"/>
                      <a:pt x="937" y="1976"/>
                      <a:pt x="940" y="1975"/>
                    </a:cubicBezTo>
                    <a:cubicBezTo>
                      <a:pt x="942" y="1973"/>
                      <a:pt x="943" y="1973"/>
                      <a:pt x="946" y="1973"/>
                    </a:cubicBezTo>
                    <a:cubicBezTo>
                      <a:pt x="948" y="1972"/>
                      <a:pt x="951" y="1973"/>
                      <a:pt x="953" y="1971"/>
                    </a:cubicBezTo>
                    <a:cubicBezTo>
                      <a:pt x="954" y="1969"/>
                      <a:pt x="954" y="1967"/>
                      <a:pt x="955" y="1965"/>
                    </a:cubicBezTo>
                    <a:cubicBezTo>
                      <a:pt x="956" y="1963"/>
                      <a:pt x="958" y="1962"/>
                      <a:pt x="959" y="1960"/>
                    </a:cubicBezTo>
                    <a:cubicBezTo>
                      <a:pt x="960" y="1957"/>
                      <a:pt x="961" y="1954"/>
                      <a:pt x="964" y="1953"/>
                    </a:cubicBezTo>
                    <a:cubicBezTo>
                      <a:pt x="965" y="1953"/>
                      <a:pt x="966" y="1953"/>
                      <a:pt x="966" y="1953"/>
                    </a:cubicBezTo>
                    <a:cubicBezTo>
                      <a:pt x="967" y="1954"/>
                      <a:pt x="966" y="1955"/>
                      <a:pt x="966" y="1956"/>
                    </a:cubicBezTo>
                    <a:cubicBezTo>
                      <a:pt x="965" y="1958"/>
                      <a:pt x="962" y="1960"/>
                      <a:pt x="961" y="1962"/>
                    </a:cubicBezTo>
                    <a:cubicBezTo>
                      <a:pt x="961" y="1964"/>
                      <a:pt x="962" y="1966"/>
                      <a:pt x="962" y="1968"/>
                    </a:cubicBezTo>
                    <a:cubicBezTo>
                      <a:pt x="962" y="1971"/>
                      <a:pt x="959" y="1972"/>
                      <a:pt x="957" y="1973"/>
                    </a:cubicBezTo>
                    <a:cubicBezTo>
                      <a:pt x="956" y="1973"/>
                      <a:pt x="953" y="1974"/>
                      <a:pt x="953" y="1976"/>
                    </a:cubicBezTo>
                    <a:cubicBezTo>
                      <a:pt x="954" y="1978"/>
                      <a:pt x="957" y="1980"/>
                      <a:pt x="959" y="1981"/>
                    </a:cubicBezTo>
                    <a:cubicBezTo>
                      <a:pt x="961" y="1981"/>
                      <a:pt x="963" y="1981"/>
                      <a:pt x="964" y="1983"/>
                    </a:cubicBezTo>
                    <a:cubicBezTo>
                      <a:pt x="965" y="1985"/>
                      <a:pt x="966" y="1987"/>
                      <a:pt x="967" y="1989"/>
                    </a:cubicBezTo>
                    <a:cubicBezTo>
                      <a:pt x="969" y="1990"/>
                      <a:pt x="971" y="1990"/>
                      <a:pt x="971" y="1992"/>
                    </a:cubicBezTo>
                    <a:cubicBezTo>
                      <a:pt x="972" y="1995"/>
                      <a:pt x="968" y="1996"/>
                      <a:pt x="966" y="1996"/>
                    </a:cubicBezTo>
                    <a:cubicBezTo>
                      <a:pt x="963" y="1996"/>
                      <a:pt x="960" y="1996"/>
                      <a:pt x="958" y="1998"/>
                    </a:cubicBezTo>
                    <a:cubicBezTo>
                      <a:pt x="957" y="1998"/>
                      <a:pt x="957" y="1999"/>
                      <a:pt x="956" y="2000"/>
                    </a:cubicBezTo>
                    <a:cubicBezTo>
                      <a:pt x="955" y="2000"/>
                      <a:pt x="954" y="2000"/>
                      <a:pt x="954" y="1999"/>
                    </a:cubicBezTo>
                    <a:cubicBezTo>
                      <a:pt x="951" y="1997"/>
                      <a:pt x="948" y="1995"/>
                      <a:pt x="945" y="1996"/>
                    </a:cubicBezTo>
                    <a:cubicBezTo>
                      <a:pt x="943" y="1996"/>
                      <a:pt x="941" y="1997"/>
                      <a:pt x="940" y="1998"/>
                    </a:cubicBezTo>
                    <a:cubicBezTo>
                      <a:pt x="940" y="1999"/>
                      <a:pt x="939" y="1999"/>
                      <a:pt x="939" y="2000"/>
                    </a:cubicBezTo>
                    <a:cubicBezTo>
                      <a:pt x="938" y="2001"/>
                      <a:pt x="937" y="2001"/>
                      <a:pt x="937" y="2002"/>
                    </a:cubicBezTo>
                    <a:cubicBezTo>
                      <a:pt x="936" y="2003"/>
                      <a:pt x="937" y="2004"/>
                      <a:pt x="937" y="2005"/>
                    </a:cubicBezTo>
                    <a:cubicBezTo>
                      <a:pt x="936" y="2006"/>
                      <a:pt x="935" y="2007"/>
                      <a:pt x="935" y="2008"/>
                    </a:cubicBezTo>
                    <a:cubicBezTo>
                      <a:pt x="934" y="2008"/>
                      <a:pt x="933" y="2009"/>
                      <a:pt x="933" y="2010"/>
                    </a:cubicBezTo>
                    <a:cubicBezTo>
                      <a:pt x="933" y="2010"/>
                      <a:pt x="933" y="2011"/>
                      <a:pt x="933" y="2011"/>
                    </a:cubicBezTo>
                    <a:cubicBezTo>
                      <a:pt x="932" y="2013"/>
                      <a:pt x="929" y="2012"/>
                      <a:pt x="928" y="2012"/>
                    </a:cubicBezTo>
                    <a:cubicBezTo>
                      <a:pt x="926" y="2012"/>
                      <a:pt x="924" y="2012"/>
                      <a:pt x="922" y="2012"/>
                    </a:cubicBezTo>
                    <a:cubicBezTo>
                      <a:pt x="921" y="2012"/>
                      <a:pt x="919" y="2012"/>
                      <a:pt x="917" y="2012"/>
                    </a:cubicBezTo>
                    <a:cubicBezTo>
                      <a:pt x="916" y="2012"/>
                      <a:pt x="914" y="2012"/>
                      <a:pt x="912" y="2013"/>
                    </a:cubicBezTo>
                    <a:cubicBezTo>
                      <a:pt x="911" y="2013"/>
                      <a:pt x="910" y="2014"/>
                      <a:pt x="908" y="2014"/>
                    </a:cubicBezTo>
                    <a:cubicBezTo>
                      <a:pt x="907" y="2015"/>
                      <a:pt x="906" y="2015"/>
                      <a:pt x="904" y="2015"/>
                    </a:cubicBezTo>
                    <a:cubicBezTo>
                      <a:pt x="902" y="2016"/>
                      <a:pt x="899" y="2017"/>
                      <a:pt x="896" y="2018"/>
                    </a:cubicBezTo>
                    <a:cubicBezTo>
                      <a:pt x="893" y="2020"/>
                      <a:pt x="889" y="2023"/>
                      <a:pt x="886" y="2025"/>
                    </a:cubicBezTo>
                    <a:cubicBezTo>
                      <a:pt x="882" y="2028"/>
                      <a:pt x="879" y="2032"/>
                      <a:pt x="875" y="2034"/>
                    </a:cubicBezTo>
                    <a:cubicBezTo>
                      <a:pt x="870" y="2037"/>
                      <a:pt x="865" y="2041"/>
                      <a:pt x="863" y="2046"/>
                    </a:cubicBezTo>
                    <a:cubicBezTo>
                      <a:pt x="862" y="2048"/>
                      <a:pt x="861" y="2051"/>
                      <a:pt x="864" y="2051"/>
                    </a:cubicBezTo>
                    <a:cubicBezTo>
                      <a:pt x="866" y="2052"/>
                      <a:pt x="869" y="2050"/>
                      <a:pt x="871" y="2049"/>
                    </a:cubicBezTo>
                    <a:cubicBezTo>
                      <a:pt x="876" y="2046"/>
                      <a:pt x="880" y="2042"/>
                      <a:pt x="885" y="2040"/>
                    </a:cubicBezTo>
                    <a:cubicBezTo>
                      <a:pt x="887" y="2039"/>
                      <a:pt x="889" y="2038"/>
                      <a:pt x="891" y="2038"/>
                    </a:cubicBezTo>
                    <a:cubicBezTo>
                      <a:pt x="893" y="2037"/>
                      <a:pt x="895" y="2036"/>
                      <a:pt x="897" y="2036"/>
                    </a:cubicBezTo>
                    <a:cubicBezTo>
                      <a:pt x="902" y="2036"/>
                      <a:pt x="896" y="2041"/>
                      <a:pt x="895" y="2042"/>
                    </a:cubicBezTo>
                    <a:cubicBezTo>
                      <a:pt x="894" y="2043"/>
                      <a:pt x="892" y="2045"/>
                      <a:pt x="892" y="2046"/>
                    </a:cubicBezTo>
                    <a:cubicBezTo>
                      <a:pt x="893" y="2048"/>
                      <a:pt x="894" y="2048"/>
                      <a:pt x="895" y="2049"/>
                    </a:cubicBezTo>
                    <a:cubicBezTo>
                      <a:pt x="896" y="2051"/>
                      <a:pt x="894" y="2051"/>
                      <a:pt x="893" y="2051"/>
                    </a:cubicBezTo>
                    <a:cubicBezTo>
                      <a:pt x="890" y="2052"/>
                      <a:pt x="887" y="2052"/>
                      <a:pt x="885" y="2052"/>
                    </a:cubicBezTo>
                    <a:cubicBezTo>
                      <a:pt x="883" y="2052"/>
                      <a:pt x="881" y="2053"/>
                      <a:pt x="880" y="2055"/>
                    </a:cubicBezTo>
                    <a:cubicBezTo>
                      <a:pt x="879" y="2056"/>
                      <a:pt x="879" y="2057"/>
                      <a:pt x="879" y="2059"/>
                    </a:cubicBezTo>
                    <a:cubicBezTo>
                      <a:pt x="879" y="2060"/>
                      <a:pt x="878" y="2061"/>
                      <a:pt x="879" y="2062"/>
                    </a:cubicBezTo>
                    <a:cubicBezTo>
                      <a:pt x="879" y="2063"/>
                      <a:pt x="880" y="2064"/>
                      <a:pt x="880" y="2066"/>
                    </a:cubicBezTo>
                    <a:cubicBezTo>
                      <a:pt x="881" y="2067"/>
                      <a:pt x="881" y="2069"/>
                      <a:pt x="881" y="2071"/>
                    </a:cubicBezTo>
                    <a:cubicBezTo>
                      <a:pt x="882" y="2072"/>
                      <a:pt x="883" y="2073"/>
                      <a:pt x="884" y="2073"/>
                    </a:cubicBezTo>
                    <a:cubicBezTo>
                      <a:pt x="886" y="2074"/>
                      <a:pt x="888" y="2073"/>
                      <a:pt x="890" y="2074"/>
                    </a:cubicBezTo>
                    <a:cubicBezTo>
                      <a:pt x="892" y="2074"/>
                      <a:pt x="892" y="2075"/>
                      <a:pt x="891" y="2076"/>
                    </a:cubicBezTo>
                    <a:cubicBezTo>
                      <a:pt x="890" y="2077"/>
                      <a:pt x="888" y="2077"/>
                      <a:pt x="886" y="2077"/>
                    </a:cubicBezTo>
                    <a:cubicBezTo>
                      <a:pt x="885" y="2078"/>
                      <a:pt x="884" y="2078"/>
                      <a:pt x="884" y="2079"/>
                    </a:cubicBezTo>
                    <a:cubicBezTo>
                      <a:pt x="883" y="2080"/>
                      <a:pt x="883" y="2082"/>
                      <a:pt x="883" y="2083"/>
                    </a:cubicBezTo>
                    <a:cubicBezTo>
                      <a:pt x="882" y="2084"/>
                      <a:pt x="880" y="2085"/>
                      <a:pt x="879" y="2084"/>
                    </a:cubicBezTo>
                    <a:cubicBezTo>
                      <a:pt x="877" y="2084"/>
                      <a:pt x="875" y="2082"/>
                      <a:pt x="873" y="2081"/>
                    </a:cubicBezTo>
                    <a:cubicBezTo>
                      <a:pt x="871" y="2080"/>
                      <a:pt x="869" y="2079"/>
                      <a:pt x="867" y="2078"/>
                    </a:cubicBezTo>
                    <a:cubicBezTo>
                      <a:pt x="862" y="2077"/>
                      <a:pt x="858" y="2078"/>
                      <a:pt x="854" y="2078"/>
                    </a:cubicBezTo>
                    <a:cubicBezTo>
                      <a:pt x="852" y="2078"/>
                      <a:pt x="851" y="2079"/>
                      <a:pt x="849" y="2078"/>
                    </a:cubicBezTo>
                    <a:cubicBezTo>
                      <a:pt x="848" y="2078"/>
                      <a:pt x="848" y="2077"/>
                      <a:pt x="847" y="2076"/>
                    </a:cubicBezTo>
                    <a:cubicBezTo>
                      <a:pt x="845" y="2074"/>
                      <a:pt x="842" y="2074"/>
                      <a:pt x="840" y="2074"/>
                    </a:cubicBezTo>
                    <a:cubicBezTo>
                      <a:pt x="837" y="2074"/>
                      <a:pt x="834" y="2072"/>
                      <a:pt x="831" y="2073"/>
                    </a:cubicBezTo>
                    <a:cubicBezTo>
                      <a:pt x="831" y="2074"/>
                      <a:pt x="830" y="2074"/>
                      <a:pt x="829" y="2074"/>
                    </a:cubicBezTo>
                    <a:cubicBezTo>
                      <a:pt x="827" y="2074"/>
                      <a:pt x="825" y="2074"/>
                      <a:pt x="824" y="2074"/>
                    </a:cubicBezTo>
                    <a:cubicBezTo>
                      <a:pt x="823" y="2074"/>
                      <a:pt x="822" y="2074"/>
                      <a:pt x="821" y="2074"/>
                    </a:cubicBezTo>
                    <a:cubicBezTo>
                      <a:pt x="820" y="2073"/>
                      <a:pt x="818" y="2074"/>
                      <a:pt x="818" y="2073"/>
                    </a:cubicBezTo>
                    <a:cubicBezTo>
                      <a:pt x="816" y="2072"/>
                      <a:pt x="815" y="2071"/>
                      <a:pt x="814" y="2070"/>
                    </a:cubicBezTo>
                    <a:cubicBezTo>
                      <a:pt x="813" y="2069"/>
                      <a:pt x="811" y="2067"/>
                      <a:pt x="809" y="2067"/>
                    </a:cubicBezTo>
                    <a:cubicBezTo>
                      <a:pt x="807" y="2067"/>
                      <a:pt x="805" y="2067"/>
                      <a:pt x="802" y="2067"/>
                    </a:cubicBezTo>
                    <a:cubicBezTo>
                      <a:pt x="802" y="2068"/>
                      <a:pt x="801" y="2068"/>
                      <a:pt x="801" y="2069"/>
                    </a:cubicBezTo>
                    <a:cubicBezTo>
                      <a:pt x="800" y="2069"/>
                      <a:pt x="799" y="2069"/>
                      <a:pt x="798" y="2070"/>
                    </a:cubicBezTo>
                    <a:cubicBezTo>
                      <a:pt x="797" y="2070"/>
                      <a:pt x="797" y="2071"/>
                      <a:pt x="796" y="2072"/>
                    </a:cubicBezTo>
                    <a:cubicBezTo>
                      <a:pt x="796" y="2072"/>
                      <a:pt x="795" y="2072"/>
                      <a:pt x="794" y="2072"/>
                    </a:cubicBezTo>
                    <a:cubicBezTo>
                      <a:pt x="793" y="2073"/>
                      <a:pt x="793" y="2073"/>
                      <a:pt x="793" y="2073"/>
                    </a:cubicBezTo>
                    <a:cubicBezTo>
                      <a:pt x="791" y="2074"/>
                      <a:pt x="790" y="2075"/>
                      <a:pt x="789" y="2077"/>
                    </a:cubicBezTo>
                    <a:cubicBezTo>
                      <a:pt x="789" y="2079"/>
                      <a:pt x="788" y="2081"/>
                      <a:pt x="788" y="2083"/>
                    </a:cubicBezTo>
                    <a:cubicBezTo>
                      <a:pt x="788" y="2084"/>
                      <a:pt x="788" y="2085"/>
                      <a:pt x="788" y="2086"/>
                    </a:cubicBezTo>
                    <a:cubicBezTo>
                      <a:pt x="788" y="2087"/>
                      <a:pt x="788" y="2087"/>
                      <a:pt x="789" y="2088"/>
                    </a:cubicBezTo>
                    <a:cubicBezTo>
                      <a:pt x="790" y="2090"/>
                      <a:pt x="790" y="2092"/>
                      <a:pt x="792" y="2093"/>
                    </a:cubicBezTo>
                    <a:cubicBezTo>
                      <a:pt x="793" y="2094"/>
                      <a:pt x="795" y="2095"/>
                      <a:pt x="797" y="2095"/>
                    </a:cubicBezTo>
                    <a:cubicBezTo>
                      <a:pt x="799" y="2095"/>
                      <a:pt x="801" y="2095"/>
                      <a:pt x="803" y="2095"/>
                    </a:cubicBezTo>
                    <a:cubicBezTo>
                      <a:pt x="804" y="2095"/>
                      <a:pt x="808" y="2095"/>
                      <a:pt x="809" y="2096"/>
                    </a:cubicBezTo>
                    <a:cubicBezTo>
                      <a:pt x="811" y="2098"/>
                      <a:pt x="807" y="2099"/>
                      <a:pt x="806" y="2100"/>
                    </a:cubicBezTo>
                    <a:cubicBezTo>
                      <a:pt x="804" y="2100"/>
                      <a:pt x="803" y="2100"/>
                      <a:pt x="801" y="2100"/>
                    </a:cubicBezTo>
                    <a:cubicBezTo>
                      <a:pt x="800" y="2101"/>
                      <a:pt x="799" y="2101"/>
                      <a:pt x="799" y="2101"/>
                    </a:cubicBezTo>
                    <a:cubicBezTo>
                      <a:pt x="796" y="2102"/>
                      <a:pt x="794" y="2103"/>
                      <a:pt x="792" y="2103"/>
                    </a:cubicBezTo>
                    <a:cubicBezTo>
                      <a:pt x="791" y="2102"/>
                      <a:pt x="789" y="2101"/>
                      <a:pt x="788" y="2100"/>
                    </a:cubicBezTo>
                    <a:cubicBezTo>
                      <a:pt x="787" y="2099"/>
                      <a:pt x="786" y="2098"/>
                      <a:pt x="784" y="2097"/>
                    </a:cubicBezTo>
                    <a:cubicBezTo>
                      <a:pt x="783" y="2096"/>
                      <a:pt x="782" y="2096"/>
                      <a:pt x="781" y="2095"/>
                    </a:cubicBezTo>
                    <a:cubicBezTo>
                      <a:pt x="780" y="2095"/>
                      <a:pt x="779" y="2096"/>
                      <a:pt x="779" y="2095"/>
                    </a:cubicBezTo>
                    <a:cubicBezTo>
                      <a:pt x="778" y="2095"/>
                      <a:pt x="778" y="2094"/>
                      <a:pt x="778" y="2093"/>
                    </a:cubicBezTo>
                    <a:cubicBezTo>
                      <a:pt x="778" y="2092"/>
                      <a:pt x="777" y="2091"/>
                      <a:pt x="777" y="2091"/>
                    </a:cubicBezTo>
                    <a:cubicBezTo>
                      <a:pt x="775" y="2089"/>
                      <a:pt x="773" y="2093"/>
                      <a:pt x="773" y="2094"/>
                    </a:cubicBezTo>
                    <a:cubicBezTo>
                      <a:pt x="772" y="2095"/>
                      <a:pt x="772" y="2097"/>
                      <a:pt x="770" y="2097"/>
                    </a:cubicBezTo>
                    <a:cubicBezTo>
                      <a:pt x="769" y="2098"/>
                      <a:pt x="767" y="2098"/>
                      <a:pt x="766" y="2098"/>
                    </a:cubicBezTo>
                    <a:cubicBezTo>
                      <a:pt x="766" y="2098"/>
                      <a:pt x="765" y="2098"/>
                      <a:pt x="765" y="2097"/>
                    </a:cubicBezTo>
                    <a:cubicBezTo>
                      <a:pt x="764" y="2096"/>
                      <a:pt x="764" y="2095"/>
                      <a:pt x="765" y="2094"/>
                    </a:cubicBezTo>
                    <a:cubicBezTo>
                      <a:pt x="765" y="2092"/>
                      <a:pt x="766" y="2092"/>
                      <a:pt x="767" y="2090"/>
                    </a:cubicBezTo>
                    <a:cubicBezTo>
                      <a:pt x="768" y="2089"/>
                      <a:pt x="768" y="2088"/>
                      <a:pt x="769" y="2087"/>
                    </a:cubicBezTo>
                    <a:cubicBezTo>
                      <a:pt x="769" y="2085"/>
                      <a:pt x="770" y="2084"/>
                      <a:pt x="770" y="2083"/>
                    </a:cubicBezTo>
                    <a:cubicBezTo>
                      <a:pt x="771" y="2081"/>
                      <a:pt x="773" y="2080"/>
                      <a:pt x="774" y="2078"/>
                    </a:cubicBezTo>
                    <a:cubicBezTo>
                      <a:pt x="774" y="2078"/>
                      <a:pt x="774" y="2077"/>
                      <a:pt x="774" y="2077"/>
                    </a:cubicBezTo>
                    <a:cubicBezTo>
                      <a:pt x="775" y="2076"/>
                      <a:pt x="775" y="2075"/>
                      <a:pt x="776" y="2075"/>
                    </a:cubicBezTo>
                    <a:cubicBezTo>
                      <a:pt x="777" y="2073"/>
                      <a:pt x="779" y="2072"/>
                      <a:pt x="778" y="2069"/>
                    </a:cubicBezTo>
                    <a:cubicBezTo>
                      <a:pt x="778" y="2068"/>
                      <a:pt x="777" y="2067"/>
                      <a:pt x="776" y="2066"/>
                    </a:cubicBezTo>
                    <a:cubicBezTo>
                      <a:pt x="775" y="2065"/>
                      <a:pt x="774" y="2065"/>
                      <a:pt x="773" y="2064"/>
                    </a:cubicBezTo>
                    <a:cubicBezTo>
                      <a:pt x="771" y="2063"/>
                      <a:pt x="771" y="2062"/>
                      <a:pt x="769" y="2061"/>
                    </a:cubicBezTo>
                    <a:cubicBezTo>
                      <a:pt x="767" y="2059"/>
                      <a:pt x="765" y="2057"/>
                      <a:pt x="764" y="2054"/>
                    </a:cubicBezTo>
                    <a:cubicBezTo>
                      <a:pt x="764" y="2053"/>
                      <a:pt x="764" y="2052"/>
                      <a:pt x="763" y="2050"/>
                    </a:cubicBezTo>
                    <a:cubicBezTo>
                      <a:pt x="763" y="2049"/>
                      <a:pt x="762" y="2049"/>
                      <a:pt x="762" y="2047"/>
                    </a:cubicBezTo>
                    <a:cubicBezTo>
                      <a:pt x="762" y="2046"/>
                      <a:pt x="761" y="2044"/>
                      <a:pt x="760" y="2043"/>
                    </a:cubicBezTo>
                    <a:cubicBezTo>
                      <a:pt x="760" y="2041"/>
                      <a:pt x="759" y="2040"/>
                      <a:pt x="758" y="2039"/>
                    </a:cubicBezTo>
                    <a:cubicBezTo>
                      <a:pt x="757" y="2038"/>
                      <a:pt x="758" y="2036"/>
                      <a:pt x="758" y="2035"/>
                    </a:cubicBezTo>
                    <a:cubicBezTo>
                      <a:pt x="757" y="2033"/>
                      <a:pt x="757" y="2032"/>
                      <a:pt x="756" y="2030"/>
                    </a:cubicBezTo>
                    <a:cubicBezTo>
                      <a:pt x="756" y="2029"/>
                      <a:pt x="755" y="2028"/>
                      <a:pt x="755" y="2027"/>
                    </a:cubicBezTo>
                    <a:cubicBezTo>
                      <a:pt x="754" y="2026"/>
                      <a:pt x="754" y="2025"/>
                      <a:pt x="754" y="2024"/>
                    </a:cubicBezTo>
                    <a:cubicBezTo>
                      <a:pt x="753" y="2023"/>
                      <a:pt x="753" y="2022"/>
                      <a:pt x="753" y="2021"/>
                    </a:cubicBezTo>
                    <a:cubicBezTo>
                      <a:pt x="753" y="2020"/>
                      <a:pt x="753" y="2018"/>
                      <a:pt x="754" y="2017"/>
                    </a:cubicBezTo>
                    <a:cubicBezTo>
                      <a:pt x="754" y="2016"/>
                      <a:pt x="754" y="2015"/>
                      <a:pt x="753" y="2014"/>
                    </a:cubicBezTo>
                    <a:cubicBezTo>
                      <a:pt x="752" y="2011"/>
                      <a:pt x="748" y="2013"/>
                      <a:pt x="747" y="2015"/>
                    </a:cubicBezTo>
                    <a:cubicBezTo>
                      <a:pt x="746" y="2016"/>
                      <a:pt x="745" y="2017"/>
                      <a:pt x="743" y="2018"/>
                    </a:cubicBezTo>
                    <a:cubicBezTo>
                      <a:pt x="742" y="2019"/>
                      <a:pt x="741" y="2018"/>
                      <a:pt x="739" y="2018"/>
                    </a:cubicBezTo>
                    <a:cubicBezTo>
                      <a:pt x="737" y="2019"/>
                      <a:pt x="735" y="2020"/>
                      <a:pt x="733" y="2021"/>
                    </a:cubicBezTo>
                    <a:cubicBezTo>
                      <a:pt x="731" y="2022"/>
                      <a:pt x="730" y="2022"/>
                      <a:pt x="729" y="2023"/>
                    </a:cubicBezTo>
                    <a:cubicBezTo>
                      <a:pt x="729" y="2023"/>
                      <a:pt x="727" y="2025"/>
                      <a:pt x="728" y="2026"/>
                    </a:cubicBezTo>
                    <a:cubicBezTo>
                      <a:pt x="728" y="2026"/>
                      <a:pt x="730" y="2027"/>
                      <a:pt x="731" y="2027"/>
                    </a:cubicBezTo>
                    <a:cubicBezTo>
                      <a:pt x="732" y="2028"/>
                      <a:pt x="733" y="2029"/>
                      <a:pt x="733" y="2031"/>
                    </a:cubicBezTo>
                    <a:cubicBezTo>
                      <a:pt x="733" y="2032"/>
                      <a:pt x="733" y="2034"/>
                      <a:pt x="733" y="2036"/>
                    </a:cubicBezTo>
                    <a:cubicBezTo>
                      <a:pt x="733" y="2037"/>
                      <a:pt x="733" y="2039"/>
                      <a:pt x="733" y="2040"/>
                    </a:cubicBezTo>
                    <a:cubicBezTo>
                      <a:pt x="732" y="2041"/>
                      <a:pt x="732" y="2041"/>
                      <a:pt x="731" y="2040"/>
                    </a:cubicBezTo>
                    <a:cubicBezTo>
                      <a:pt x="730" y="2039"/>
                      <a:pt x="730" y="2037"/>
                      <a:pt x="729" y="2036"/>
                    </a:cubicBezTo>
                    <a:cubicBezTo>
                      <a:pt x="728" y="2033"/>
                      <a:pt x="727" y="2030"/>
                      <a:pt x="725" y="2029"/>
                    </a:cubicBezTo>
                    <a:cubicBezTo>
                      <a:pt x="722" y="2028"/>
                      <a:pt x="719" y="2031"/>
                      <a:pt x="718" y="2033"/>
                    </a:cubicBezTo>
                    <a:cubicBezTo>
                      <a:pt x="718" y="2035"/>
                      <a:pt x="718" y="2036"/>
                      <a:pt x="717" y="2037"/>
                    </a:cubicBezTo>
                    <a:cubicBezTo>
                      <a:pt x="717" y="2039"/>
                      <a:pt x="716" y="2039"/>
                      <a:pt x="715" y="2040"/>
                    </a:cubicBezTo>
                    <a:cubicBezTo>
                      <a:pt x="714" y="2042"/>
                      <a:pt x="713" y="2043"/>
                      <a:pt x="712" y="2045"/>
                    </a:cubicBezTo>
                    <a:cubicBezTo>
                      <a:pt x="712" y="2046"/>
                      <a:pt x="711" y="2047"/>
                      <a:pt x="710" y="2046"/>
                    </a:cubicBezTo>
                    <a:cubicBezTo>
                      <a:pt x="709" y="2046"/>
                      <a:pt x="708" y="2044"/>
                      <a:pt x="708" y="2042"/>
                    </a:cubicBezTo>
                    <a:cubicBezTo>
                      <a:pt x="707" y="2040"/>
                      <a:pt x="709" y="2039"/>
                      <a:pt x="710" y="2037"/>
                    </a:cubicBezTo>
                    <a:cubicBezTo>
                      <a:pt x="710" y="2037"/>
                      <a:pt x="713" y="2035"/>
                      <a:pt x="712" y="2034"/>
                    </a:cubicBezTo>
                    <a:cubicBezTo>
                      <a:pt x="712" y="2033"/>
                      <a:pt x="709" y="2034"/>
                      <a:pt x="708" y="2034"/>
                    </a:cubicBezTo>
                    <a:cubicBezTo>
                      <a:pt x="707" y="2035"/>
                      <a:pt x="705" y="2035"/>
                      <a:pt x="705" y="2037"/>
                    </a:cubicBezTo>
                    <a:cubicBezTo>
                      <a:pt x="704" y="2038"/>
                      <a:pt x="703" y="2039"/>
                      <a:pt x="702" y="2040"/>
                    </a:cubicBezTo>
                    <a:cubicBezTo>
                      <a:pt x="701" y="2042"/>
                      <a:pt x="699" y="2038"/>
                      <a:pt x="697" y="2038"/>
                    </a:cubicBezTo>
                    <a:cubicBezTo>
                      <a:pt x="696" y="2039"/>
                      <a:pt x="693" y="2040"/>
                      <a:pt x="693" y="2042"/>
                    </a:cubicBezTo>
                    <a:cubicBezTo>
                      <a:pt x="693" y="2043"/>
                      <a:pt x="693" y="2044"/>
                      <a:pt x="692" y="2045"/>
                    </a:cubicBezTo>
                    <a:cubicBezTo>
                      <a:pt x="691" y="2046"/>
                      <a:pt x="691" y="2045"/>
                      <a:pt x="690" y="2045"/>
                    </a:cubicBezTo>
                    <a:cubicBezTo>
                      <a:pt x="689" y="2044"/>
                      <a:pt x="688" y="2043"/>
                      <a:pt x="687" y="2043"/>
                    </a:cubicBezTo>
                    <a:cubicBezTo>
                      <a:pt x="686" y="2043"/>
                      <a:pt x="685" y="2044"/>
                      <a:pt x="684" y="2044"/>
                    </a:cubicBezTo>
                    <a:cubicBezTo>
                      <a:pt x="681" y="2045"/>
                      <a:pt x="679" y="2047"/>
                      <a:pt x="681" y="2050"/>
                    </a:cubicBezTo>
                    <a:cubicBezTo>
                      <a:pt x="681" y="2051"/>
                      <a:pt x="682" y="2052"/>
                      <a:pt x="683" y="2053"/>
                    </a:cubicBezTo>
                    <a:cubicBezTo>
                      <a:pt x="684" y="2054"/>
                      <a:pt x="684" y="2055"/>
                      <a:pt x="685" y="2056"/>
                    </a:cubicBezTo>
                    <a:cubicBezTo>
                      <a:pt x="687" y="2059"/>
                      <a:pt x="690" y="2058"/>
                      <a:pt x="693" y="2058"/>
                    </a:cubicBezTo>
                    <a:cubicBezTo>
                      <a:pt x="694" y="2058"/>
                      <a:pt x="696" y="2058"/>
                      <a:pt x="697" y="2057"/>
                    </a:cubicBezTo>
                    <a:cubicBezTo>
                      <a:pt x="697" y="2056"/>
                      <a:pt x="697" y="2055"/>
                      <a:pt x="696" y="2054"/>
                    </a:cubicBezTo>
                    <a:cubicBezTo>
                      <a:pt x="696" y="2053"/>
                      <a:pt x="695" y="2052"/>
                      <a:pt x="695" y="2051"/>
                    </a:cubicBezTo>
                    <a:cubicBezTo>
                      <a:pt x="696" y="2050"/>
                      <a:pt x="697" y="2050"/>
                      <a:pt x="698" y="2051"/>
                    </a:cubicBezTo>
                    <a:cubicBezTo>
                      <a:pt x="699" y="2051"/>
                      <a:pt x="699" y="2053"/>
                      <a:pt x="699" y="2054"/>
                    </a:cubicBezTo>
                    <a:cubicBezTo>
                      <a:pt x="700" y="2055"/>
                      <a:pt x="701" y="2056"/>
                      <a:pt x="702" y="2056"/>
                    </a:cubicBezTo>
                    <a:cubicBezTo>
                      <a:pt x="704" y="2056"/>
                      <a:pt x="705" y="2055"/>
                      <a:pt x="706" y="2055"/>
                    </a:cubicBezTo>
                    <a:cubicBezTo>
                      <a:pt x="708" y="2055"/>
                      <a:pt x="710" y="2055"/>
                      <a:pt x="712" y="2054"/>
                    </a:cubicBezTo>
                    <a:cubicBezTo>
                      <a:pt x="713" y="2054"/>
                      <a:pt x="714" y="2053"/>
                      <a:pt x="715" y="2053"/>
                    </a:cubicBezTo>
                    <a:cubicBezTo>
                      <a:pt x="716" y="2054"/>
                      <a:pt x="717" y="2055"/>
                      <a:pt x="718" y="2055"/>
                    </a:cubicBezTo>
                    <a:cubicBezTo>
                      <a:pt x="719" y="2057"/>
                      <a:pt x="717" y="2058"/>
                      <a:pt x="716" y="2058"/>
                    </a:cubicBezTo>
                    <a:cubicBezTo>
                      <a:pt x="713" y="2059"/>
                      <a:pt x="709" y="2059"/>
                      <a:pt x="706" y="2059"/>
                    </a:cubicBezTo>
                    <a:cubicBezTo>
                      <a:pt x="701" y="2060"/>
                      <a:pt x="696" y="2062"/>
                      <a:pt x="691" y="2063"/>
                    </a:cubicBezTo>
                    <a:cubicBezTo>
                      <a:pt x="688" y="2064"/>
                      <a:pt x="685" y="2063"/>
                      <a:pt x="682" y="2064"/>
                    </a:cubicBezTo>
                    <a:cubicBezTo>
                      <a:pt x="679" y="2065"/>
                      <a:pt x="679" y="2068"/>
                      <a:pt x="679" y="2070"/>
                    </a:cubicBezTo>
                    <a:cubicBezTo>
                      <a:pt x="679" y="2074"/>
                      <a:pt x="682" y="2075"/>
                      <a:pt x="684" y="2076"/>
                    </a:cubicBezTo>
                    <a:cubicBezTo>
                      <a:pt x="685" y="2077"/>
                      <a:pt x="686" y="2077"/>
                      <a:pt x="687" y="2078"/>
                    </a:cubicBezTo>
                    <a:cubicBezTo>
                      <a:pt x="688" y="2078"/>
                      <a:pt x="690" y="2078"/>
                      <a:pt x="691" y="2077"/>
                    </a:cubicBezTo>
                    <a:cubicBezTo>
                      <a:pt x="693" y="2077"/>
                      <a:pt x="695" y="2077"/>
                      <a:pt x="697" y="2077"/>
                    </a:cubicBezTo>
                    <a:cubicBezTo>
                      <a:pt x="699" y="2077"/>
                      <a:pt x="702" y="2077"/>
                      <a:pt x="704" y="2077"/>
                    </a:cubicBezTo>
                    <a:cubicBezTo>
                      <a:pt x="706" y="2077"/>
                      <a:pt x="707" y="2077"/>
                      <a:pt x="709" y="2076"/>
                    </a:cubicBezTo>
                    <a:cubicBezTo>
                      <a:pt x="710" y="2076"/>
                      <a:pt x="711" y="2075"/>
                      <a:pt x="713" y="2075"/>
                    </a:cubicBezTo>
                    <a:cubicBezTo>
                      <a:pt x="714" y="2075"/>
                      <a:pt x="714" y="2075"/>
                      <a:pt x="713" y="2076"/>
                    </a:cubicBezTo>
                    <a:cubicBezTo>
                      <a:pt x="711" y="2077"/>
                      <a:pt x="709" y="2078"/>
                      <a:pt x="707" y="2079"/>
                    </a:cubicBezTo>
                    <a:cubicBezTo>
                      <a:pt x="703" y="2080"/>
                      <a:pt x="700" y="2081"/>
                      <a:pt x="697" y="2081"/>
                    </a:cubicBezTo>
                    <a:cubicBezTo>
                      <a:pt x="694" y="2081"/>
                      <a:pt x="692" y="2082"/>
                      <a:pt x="690" y="2082"/>
                    </a:cubicBezTo>
                    <a:cubicBezTo>
                      <a:pt x="688" y="2082"/>
                      <a:pt x="687" y="2083"/>
                      <a:pt x="686" y="2083"/>
                    </a:cubicBezTo>
                    <a:cubicBezTo>
                      <a:pt x="685" y="2084"/>
                      <a:pt x="684" y="2085"/>
                      <a:pt x="684" y="2086"/>
                    </a:cubicBezTo>
                    <a:cubicBezTo>
                      <a:pt x="683" y="2087"/>
                      <a:pt x="683" y="2088"/>
                      <a:pt x="682" y="2089"/>
                    </a:cubicBezTo>
                    <a:cubicBezTo>
                      <a:pt x="681" y="2089"/>
                      <a:pt x="680" y="2089"/>
                      <a:pt x="679" y="2088"/>
                    </a:cubicBezTo>
                    <a:cubicBezTo>
                      <a:pt x="678" y="2088"/>
                      <a:pt x="678" y="2086"/>
                      <a:pt x="677" y="2086"/>
                    </a:cubicBezTo>
                    <a:cubicBezTo>
                      <a:pt x="676" y="2086"/>
                      <a:pt x="675" y="2087"/>
                      <a:pt x="675" y="2087"/>
                    </a:cubicBezTo>
                    <a:cubicBezTo>
                      <a:pt x="674" y="2088"/>
                      <a:pt x="674" y="2088"/>
                      <a:pt x="674" y="2089"/>
                    </a:cubicBezTo>
                    <a:cubicBezTo>
                      <a:pt x="674" y="2089"/>
                      <a:pt x="673" y="2090"/>
                      <a:pt x="673" y="2090"/>
                    </a:cubicBezTo>
                    <a:cubicBezTo>
                      <a:pt x="672" y="2091"/>
                      <a:pt x="672" y="2092"/>
                      <a:pt x="671" y="2092"/>
                    </a:cubicBezTo>
                    <a:cubicBezTo>
                      <a:pt x="670" y="2093"/>
                      <a:pt x="670" y="2093"/>
                      <a:pt x="669" y="2094"/>
                    </a:cubicBezTo>
                    <a:cubicBezTo>
                      <a:pt x="669" y="2094"/>
                      <a:pt x="668" y="2095"/>
                      <a:pt x="667" y="2095"/>
                    </a:cubicBezTo>
                    <a:cubicBezTo>
                      <a:pt x="666" y="2095"/>
                      <a:pt x="666" y="2095"/>
                      <a:pt x="666" y="2094"/>
                    </a:cubicBezTo>
                    <a:cubicBezTo>
                      <a:pt x="665" y="2093"/>
                      <a:pt x="666" y="2091"/>
                      <a:pt x="667" y="2090"/>
                    </a:cubicBezTo>
                    <a:cubicBezTo>
                      <a:pt x="667" y="2089"/>
                      <a:pt x="668" y="2088"/>
                      <a:pt x="669" y="2087"/>
                    </a:cubicBezTo>
                    <a:cubicBezTo>
                      <a:pt x="671" y="2086"/>
                      <a:pt x="671" y="2083"/>
                      <a:pt x="673" y="2081"/>
                    </a:cubicBezTo>
                    <a:cubicBezTo>
                      <a:pt x="674" y="2079"/>
                      <a:pt x="675" y="2077"/>
                      <a:pt x="675" y="2075"/>
                    </a:cubicBezTo>
                    <a:cubicBezTo>
                      <a:pt x="675" y="2074"/>
                      <a:pt x="675" y="2073"/>
                      <a:pt x="675" y="2071"/>
                    </a:cubicBezTo>
                    <a:cubicBezTo>
                      <a:pt x="674" y="2070"/>
                      <a:pt x="673" y="2070"/>
                      <a:pt x="673" y="2068"/>
                    </a:cubicBezTo>
                    <a:cubicBezTo>
                      <a:pt x="672" y="2067"/>
                      <a:pt x="672" y="2066"/>
                      <a:pt x="672" y="2065"/>
                    </a:cubicBezTo>
                    <a:cubicBezTo>
                      <a:pt x="671" y="2064"/>
                      <a:pt x="670" y="2063"/>
                      <a:pt x="669" y="2062"/>
                    </a:cubicBezTo>
                    <a:cubicBezTo>
                      <a:pt x="668" y="2062"/>
                      <a:pt x="668" y="2061"/>
                      <a:pt x="668" y="2060"/>
                    </a:cubicBezTo>
                    <a:cubicBezTo>
                      <a:pt x="667" y="2059"/>
                      <a:pt x="666" y="2058"/>
                      <a:pt x="665" y="2057"/>
                    </a:cubicBezTo>
                    <a:cubicBezTo>
                      <a:pt x="663" y="2055"/>
                      <a:pt x="662" y="2053"/>
                      <a:pt x="660" y="2052"/>
                    </a:cubicBezTo>
                    <a:cubicBezTo>
                      <a:pt x="659" y="2051"/>
                      <a:pt x="658" y="2050"/>
                      <a:pt x="658" y="2051"/>
                    </a:cubicBezTo>
                    <a:cubicBezTo>
                      <a:pt x="657" y="2051"/>
                      <a:pt x="657" y="2052"/>
                      <a:pt x="656" y="2052"/>
                    </a:cubicBezTo>
                    <a:cubicBezTo>
                      <a:pt x="656" y="2054"/>
                      <a:pt x="655" y="2056"/>
                      <a:pt x="655" y="2058"/>
                    </a:cubicBezTo>
                    <a:cubicBezTo>
                      <a:pt x="655" y="2059"/>
                      <a:pt x="656" y="2060"/>
                      <a:pt x="657" y="2060"/>
                    </a:cubicBezTo>
                    <a:cubicBezTo>
                      <a:pt x="657" y="2061"/>
                      <a:pt x="658" y="2062"/>
                      <a:pt x="658" y="2062"/>
                    </a:cubicBezTo>
                    <a:cubicBezTo>
                      <a:pt x="657" y="2063"/>
                      <a:pt x="653" y="2063"/>
                      <a:pt x="652" y="2063"/>
                    </a:cubicBezTo>
                    <a:cubicBezTo>
                      <a:pt x="652" y="2063"/>
                      <a:pt x="651" y="2062"/>
                      <a:pt x="651" y="2062"/>
                    </a:cubicBezTo>
                    <a:cubicBezTo>
                      <a:pt x="650" y="2062"/>
                      <a:pt x="650" y="2062"/>
                      <a:pt x="649" y="2062"/>
                    </a:cubicBezTo>
                    <a:cubicBezTo>
                      <a:pt x="647" y="2061"/>
                      <a:pt x="646" y="2061"/>
                      <a:pt x="645" y="2062"/>
                    </a:cubicBezTo>
                    <a:cubicBezTo>
                      <a:pt x="645" y="2063"/>
                      <a:pt x="645" y="2067"/>
                      <a:pt x="643" y="2066"/>
                    </a:cubicBezTo>
                    <a:cubicBezTo>
                      <a:pt x="642" y="2066"/>
                      <a:pt x="642" y="2064"/>
                      <a:pt x="642" y="2064"/>
                    </a:cubicBezTo>
                    <a:cubicBezTo>
                      <a:pt x="642" y="2062"/>
                      <a:pt x="642" y="2061"/>
                      <a:pt x="642" y="2060"/>
                    </a:cubicBezTo>
                    <a:cubicBezTo>
                      <a:pt x="642" y="2059"/>
                      <a:pt x="643" y="2057"/>
                      <a:pt x="642" y="2056"/>
                    </a:cubicBezTo>
                    <a:cubicBezTo>
                      <a:pt x="642" y="2055"/>
                      <a:pt x="641" y="2055"/>
                      <a:pt x="640" y="2055"/>
                    </a:cubicBezTo>
                    <a:cubicBezTo>
                      <a:pt x="639" y="2055"/>
                      <a:pt x="638" y="2055"/>
                      <a:pt x="637" y="2055"/>
                    </a:cubicBezTo>
                    <a:cubicBezTo>
                      <a:pt x="637" y="2055"/>
                      <a:pt x="636" y="2055"/>
                      <a:pt x="635" y="2055"/>
                    </a:cubicBezTo>
                    <a:cubicBezTo>
                      <a:pt x="635" y="2055"/>
                      <a:pt x="634" y="2054"/>
                      <a:pt x="633" y="2054"/>
                    </a:cubicBezTo>
                    <a:cubicBezTo>
                      <a:pt x="633" y="2054"/>
                      <a:pt x="632" y="2053"/>
                      <a:pt x="631" y="2053"/>
                    </a:cubicBezTo>
                    <a:cubicBezTo>
                      <a:pt x="631" y="2053"/>
                      <a:pt x="631" y="2053"/>
                      <a:pt x="630" y="2053"/>
                    </a:cubicBezTo>
                    <a:cubicBezTo>
                      <a:pt x="629" y="2054"/>
                      <a:pt x="627" y="2054"/>
                      <a:pt x="626" y="2055"/>
                    </a:cubicBezTo>
                    <a:cubicBezTo>
                      <a:pt x="625" y="2056"/>
                      <a:pt x="623" y="2057"/>
                      <a:pt x="622" y="2058"/>
                    </a:cubicBezTo>
                    <a:cubicBezTo>
                      <a:pt x="621" y="2058"/>
                      <a:pt x="620" y="2059"/>
                      <a:pt x="620" y="2059"/>
                    </a:cubicBezTo>
                    <a:cubicBezTo>
                      <a:pt x="617" y="2062"/>
                      <a:pt x="619" y="2067"/>
                      <a:pt x="619" y="2070"/>
                    </a:cubicBezTo>
                    <a:cubicBezTo>
                      <a:pt x="620" y="2072"/>
                      <a:pt x="621" y="2073"/>
                      <a:pt x="624" y="2073"/>
                    </a:cubicBezTo>
                    <a:cubicBezTo>
                      <a:pt x="625" y="2073"/>
                      <a:pt x="629" y="2072"/>
                      <a:pt x="630" y="2073"/>
                    </a:cubicBezTo>
                    <a:cubicBezTo>
                      <a:pt x="631" y="2075"/>
                      <a:pt x="629" y="2077"/>
                      <a:pt x="628" y="2077"/>
                    </a:cubicBezTo>
                    <a:cubicBezTo>
                      <a:pt x="626" y="2078"/>
                      <a:pt x="623" y="2078"/>
                      <a:pt x="621" y="2078"/>
                    </a:cubicBezTo>
                    <a:cubicBezTo>
                      <a:pt x="619" y="2079"/>
                      <a:pt x="618" y="2079"/>
                      <a:pt x="616" y="2080"/>
                    </a:cubicBezTo>
                    <a:cubicBezTo>
                      <a:pt x="616" y="2080"/>
                      <a:pt x="615" y="2080"/>
                      <a:pt x="615" y="2081"/>
                    </a:cubicBezTo>
                    <a:cubicBezTo>
                      <a:pt x="613" y="2082"/>
                      <a:pt x="611" y="2081"/>
                      <a:pt x="608" y="2081"/>
                    </a:cubicBezTo>
                    <a:cubicBezTo>
                      <a:pt x="606" y="2081"/>
                      <a:pt x="603" y="2081"/>
                      <a:pt x="600" y="2082"/>
                    </a:cubicBezTo>
                    <a:cubicBezTo>
                      <a:pt x="597" y="2082"/>
                      <a:pt x="593" y="2083"/>
                      <a:pt x="592" y="2086"/>
                    </a:cubicBezTo>
                    <a:cubicBezTo>
                      <a:pt x="590" y="2088"/>
                      <a:pt x="590" y="2092"/>
                      <a:pt x="592" y="2094"/>
                    </a:cubicBezTo>
                    <a:cubicBezTo>
                      <a:pt x="593" y="2097"/>
                      <a:pt x="595" y="2098"/>
                      <a:pt x="597" y="2101"/>
                    </a:cubicBezTo>
                    <a:cubicBezTo>
                      <a:pt x="599" y="2104"/>
                      <a:pt x="601" y="2108"/>
                      <a:pt x="603" y="2111"/>
                    </a:cubicBezTo>
                    <a:cubicBezTo>
                      <a:pt x="605" y="2112"/>
                      <a:pt x="606" y="2114"/>
                      <a:pt x="608" y="2115"/>
                    </a:cubicBezTo>
                    <a:cubicBezTo>
                      <a:pt x="611" y="2116"/>
                      <a:pt x="615" y="2115"/>
                      <a:pt x="619" y="2116"/>
                    </a:cubicBezTo>
                    <a:cubicBezTo>
                      <a:pt x="623" y="2116"/>
                      <a:pt x="628" y="2115"/>
                      <a:pt x="632" y="2116"/>
                    </a:cubicBezTo>
                    <a:cubicBezTo>
                      <a:pt x="634" y="2117"/>
                      <a:pt x="635" y="2118"/>
                      <a:pt x="634" y="2120"/>
                    </a:cubicBezTo>
                    <a:cubicBezTo>
                      <a:pt x="632" y="2121"/>
                      <a:pt x="629" y="2121"/>
                      <a:pt x="627" y="2121"/>
                    </a:cubicBezTo>
                    <a:cubicBezTo>
                      <a:pt x="619" y="2120"/>
                      <a:pt x="610" y="2117"/>
                      <a:pt x="602" y="2120"/>
                    </a:cubicBezTo>
                    <a:cubicBezTo>
                      <a:pt x="600" y="2121"/>
                      <a:pt x="597" y="2122"/>
                      <a:pt x="597" y="2124"/>
                    </a:cubicBezTo>
                    <a:cubicBezTo>
                      <a:pt x="596" y="2128"/>
                      <a:pt x="597" y="2131"/>
                      <a:pt x="597" y="2134"/>
                    </a:cubicBezTo>
                    <a:cubicBezTo>
                      <a:pt x="598" y="2137"/>
                      <a:pt x="596" y="2139"/>
                      <a:pt x="594" y="2137"/>
                    </a:cubicBezTo>
                    <a:cubicBezTo>
                      <a:pt x="592" y="2134"/>
                      <a:pt x="590" y="2131"/>
                      <a:pt x="588" y="2128"/>
                    </a:cubicBezTo>
                    <a:cubicBezTo>
                      <a:pt x="586" y="2127"/>
                      <a:pt x="584" y="2126"/>
                      <a:pt x="582" y="2126"/>
                    </a:cubicBezTo>
                    <a:cubicBezTo>
                      <a:pt x="579" y="2125"/>
                      <a:pt x="577" y="2124"/>
                      <a:pt x="575" y="2122"/>
                    </a:cubicBezTo>
                    <a:cubicBezTo>
                      <a:pt x="571" y="2120"/>
                      <a:pt x="567" y="2119"/>
                      <a:pt x="562" y="2121"/>
                    </a:cubicBezTo>
                    <a:cubicBezTo>
                      <a:pt x="560" y="2121"/>
                      <a:pt x="558" y="2123"/>
                      <a:pt x="559" y="2126"/>
                    </a:cubicBezTo>
                    <a:cubicBezTo>
                      <a:pt x="560" y="2128"/>
                      <a:pt x="563" y="2130"/>
                      <a:pt x="564" y="2133"/>
                    </a:cubicBezTo>
                    <a:cubicBezTo>
                      <a:pt x="565" y="2135"/>
                      <a:pt x="565" y="2138"/>
                      <a:pt x="562" y="2137"/>
                    </a:cubicBezTo>
                    <a:cubicBezTo>
                      <a:pt x="560" y="2137"/>
                      <a:pt x="559" y="2134"/>
                      <a:pt x="558" y="2133"/>
                    </a:cubicBezTo>
                    <a:cubicBezTo>
                      <a:pt x="557" y="2131"/>
                      <a:pt x="556" y="2129"/>
                      <a:pt x="554" y="2127"/>
                    </a:cubicBezTo>
                    <a:cubicBezTo>
                      <a:pt x="553" y="2126"/>
                      <a:pt x="553" y="2122"/>
                      <a:pt x="551" y="2121"/>
                    </a:cubicBezTo>
                    <a:cubicBezTo>
                      <a:pt x="549" y="2120"/>
                      <a:pt x="547" y="2123"/>
                      <a:pt x="546" y="2124"/>
                    </a:cubicBezTo>
                    <a:cubicBezTo>
                      <a:pt x="545" y="2127"/>
                      <a:pt x="544" y="2130"/>
                      <a:pt x="545" y="2133"/>
                    </a:cubicBezTo>
                    <a:cubicBezTo>
                      <a:pt x="546" y="2136"/>
                      <a:pt x="547" y="2139"/>
                      <a:pt x="547" y="2142"/>
                    </a:cubicBezTo>
                    <a:cubicBezTo>
                      <a:pt x="547" y="2145"/>
                      <a:pt x="545" y="2149"/>
                      <a:pt x="547" y="2151"/>
                    </a:cubicBezTo>
                    <a:cubicBezTo>
                      <a:pt x="549" y="2152"/>
                      <a:pt x="552" y="2154"/>
                      <a:pt x="555" y="2155"/>
                    </a:cubicBezTo>
                    <a:cubicBezTo>
                      <a:pt x="558" y="2156"/>
                      <a:pt x="562" y="2156"/>
                      <a:pt x="565" y="2157"/>
                    </a:cubicBezTo>
                    <a:cubicBezTo>
                      <a:pt x="567" y="2157"/>
                      <a:pt x="569" y="2157"/>
                      <a:pt x="571" y="2157"/>
                    </a:cubicBezTo>
                    <a:cubicBezTo>
                      <a:pt x="571" y="2157"/>
                      <a:pt x="573" y="2157"/>
                      <a:pt x="574" y="2158"/>
                    </a:cubicBezTo>
                    <a:cubicBezTo>
                      <a:pt x="575" y="2160"/>
                      <a:pt x="571" y="2161"/>
                      <a:pt x="570" y="2161"/>
                    </a:cubicBezTo>
                    <a:cubicBezTo>
                      <a:pt x="567" y="2162"/>
                      <a:pt x="565" y="2161"/>
                      <a:pt x="562" y="2161"/>
                    </a:cubicBezTo>
                    <a:cubicBezTo>
                      <a:pt x="560" y="2161"/>
                      <a:pt x="557" y="2162"/>
                      <a:pt x="557" y="2165"/>
                    </a:cubicBezTo>
                    <a:cubicBezTo>
                      <a:pt x="558" y="2168"/>
                      <a:pt x="562" y="2169"/>
                      <a:pt x="565" y="2170"/>
                    </a:cubicBezTo>
                    <a:cubicBezTo>
                      <a:pt x="568" y="2170"/>
                      <a:pt x="571" y="2170"/>
                      <a:pt x="574" y="2168"/>
                    </a:cubicBezTo>
                    <a:cubicBezTo>
                      <a:pt x="576" y="2167"/>
                      <a:pt x="578" y="2164"/>
                      <a:pt x="580" y="2163"/>
                    </a:cubicBezTo>
                    <a:cubicBezTo>
                      <a:pt x="581" y="2162"/>
                      <a:pt x="586" y="2160"/>
                      <a:pt x="587" y="2162"/>
                    </a:cubicBezTo>
                    <a:cubicBezTo>
                      <a:pt x="588" y="2164"/>
                      <a:pt x="584" y="2166"/>
                      <a:pt x="583" y="2167"/>
                    </a:cubicBezTo>
                    <a:cubicBezTo>
                      <a:pt x="580" y="2168"/>
                      <a:pt x="578" y="2169"/>
                      <a:pt x="575" y="2170"/>
                    </a:cubicBezTo>
                    <a:cubicBezTo>
                      <a:pt x="580" y="2173"/>
                      <a:pt x="585" y="2171"/>
                      <a:pt x="590" y="2171"/>
                    </a:cubicBezTo>
                    <a:cubicBezTo>
                      <a:pt x="591" y="2171"/>
                      <a:pt x="599" y="2171"/>
                      <a:pt x="596" y="2174"/>
                    </a:cubicBezTo>
                    <a:cubicBezTo>
                      <a:pt x="595" y="2175"/>
                      <a:pt x="592" y="2176"/>
                      <a:pt x="590" y="2176"/>
                    </a:cubicBezTo>
                    <a:cubicBezTo>
                      <a:pt x="588" y="2177"/>
                      <a:pt x="585" y="2177"/>
                      <a:pt x="583" y="2177"/>
                    </a:cubicBezTo>
                    <a:cubicBezTo>
                      <a:pt x="580" y="2177"/>
                      <a:pt x="578" y="2177"/>
                      <a:pt x="575" y="2177"/>
                    </a:cubicBezTo>
                    <a:cubicBezTo>
                      <a:pt x="574" y="2176"/>
                      <a:pt x="572" y="2176"/>
                      <a:pt x="571" y="2178"/>
                    </a:cubicBezTo>
                    <a:cubicBezTo>
                      <a:pt x="570" y="2180"/>
                      <a:pt x="572" y="2184"/>
                      <a:pt x="575" y="2185"/>
                    </a:cubicBezTo>
                    <a:cubicBezTo>
                      <a:pt x="578" y="2186"/>
                      <a:pt x="580" y="2189"/>
                      <a:pt x="582" y="2191"/>
                    </a:cubicBezTo>
                    <a:cubicBezTo>
                      <a:pt x="584" y="2193"/>
                      <a:pt x="585" y="2195"/>
                      <a:pt x="587" y="2196"/>
                    </a:cubicBezTo>
                    <a:cubicBezTo>
                      <a:pt x="589" y="2198"/>
                      <a:pt x="591" y="2200"/>
                      <a:pt x="592" y="2203"/>
                    </a:cubicBezTo>
                    <a:cubicBezTo>
                      <a:pt x="593" y="2204"/>
                      <a:pt x="593" y="2208"/>
                      <a:pt x="592" y="2209"/>
                    </a:cubicBezTo>
                    <a:cubicBezTo>
                      <a:pt x="589" y="2211"/>
                      <a:pt x="586" y="2206"/>
                      <a:pt x="585" y="2205"/>
                    </a:cubicBezTo>
                    <a:cubicBezTo>
                      <a:pt x="582" y="2201"/>
                      <a:pt x="580" y="2198"/>
                      <a:pt x="577" y="2194"/>
                    </a:cubicBezTo>
                    <a:cubicBezTo>
                      <a:pt x="576" y="2193"/>
                      <a:pt x="573" y="2190"/>
                      <a:pt x="571" y="2190"/>
                    </a:cubicBezTo>
                    <a:cubicBezTo>
                      <a:pt x="569" y="2191"/>
                      <a:pt x="570" y="2195"/>
                      <a:pt x="571" y="2196"/>
                    </a:cubicBezTo>
                    <a:cubicBezTo>
                      <a:pt x="571" y="2197"/>
                      <a:pt x="573" y="2202"/>
                      <a:pt x="572" y="2203"/>
                    </a:cubicBezTo>
                    <a:cubicBezTo>
                      <a:pt x="571" y="2204"/>
                      <a:pt x="568" y="2199"/>
                      <a:pt x="568" y="2198"/>
                    </a:cubicBezTo>
                    <a:cubicBezTo>
                      <a:pt x="567" y="2196"/>
                      <a:pt x="565" y="2193"/>
                      <a:pt x="563" y="2193"/>
                    </a:cubicBezTo>
                    <a:cubicBezTo>
                      <a:pt x="560" y="2192"/>
                      <a:pt x="558" y="2193"/>
                      <a:pt x="556" y="2193"/>
                    </a:cubicBezTo>
                    <a:cubicBezTo>
                      <a:pt x="553" y="2192"/>
                      <a:pt x="553" y="2190"/>
                      <a:pt x="554" y="2188"/>
                    </a:cubicBezTo>
                    <a:cubicBezTo>
                      <a:pt x="556" y="2186"/>
                      <a:pt x="557" y="2184"/>
                      <a:pt x="558" y="2182"/>
                    </a:cubicBezTo>
                    <a:cubicBezTo>
                      <a:pt x="558" y="2179"/>
                      <a:pt x="556" y="2177"/>
                      <a:pt x="555" y="2174"/>
                    </a:cubicBezTo>
                    <a:cubicBezTo>
                      <a:pt x="554" y="2172"/>
                      <a:pt x="554" y="2169"/>
                      <a:pt x="554" y="2167"/>
                    </a:cubicBezTo>
                    <a:cubicBezTo>
                      <a:pt x="553" y="2164"/>
                      <a:pt x="552" y="2162"/>
                      <a:pt x="550" y="2161"/>
                    </a:cubicBezTo>
                    <a:cubicBezTo>
                      <a:pt x="546" y="2156"/>
                      <a:pt x="542" y="2151"/>
                      <a:pt x="538" y="2147"/>
                    </a:cubicBezTo>
                    <a:cubicBezTo>
                      <a:pt x="536" y="2145"/>
                      <a:pt x="535" y="2144"/>
                      <a:pt x="535" y="2141"/>
                    </a:cubicBezTo>
                    <a:cubicBezTo>
                      <a:pt x="536" y="2139"/>
                      <a:pt x="538" y="2137"/>
                      <a:pt x="538" y="2134"/>
                    </a:cubicBezTo>
                    <a:cubicBezTo>
                      <a:pt x="539" y="2131"/>
                      <a:pt x="536" y="2130"/>
                      <a:pt x="534" y="2130"/>
                    </a:cubicBezTo>
                    <a:cubicBezTo>
                      <a:pt x="531" y="2131"/>
                      <a:pt x="527" y="2132"/>
                      <a:pt x="524" y="2135"/>
                    </a:cubicBezTo>
                    <a:cubicBezTo>
                      <a:pt x="522" y="2136"/>
                      <a:pt x="520" y="2139"/>
                      <a:pt x="518" y="2141"/>
                    </a:cubicBezTo>
                    <a:cubicBezTo>
                      <a:pt x="517" y="2143"/>
                      <a:pt x="515" y="2145"/>
                      <a:pt x="514" y="2146"/>
                    </a:cubicBezTo>
                    <a:cubicBezTo>
                      <a:pt x="512" y="2148"/>
                      <a:pt x="510" y="2150"/>
                      <a:pt x="509" y="2153"/>
                    </a:cubicBezTo>
                    <a:cubicBezTo>
                      <a:pt x="508" y="2154"/>
                      <a:pt x="507" y="2157"/>
                      <a:pt x="510" y="2158"/>
                    </a:cubicBezTo>
                    <a:cubicBezTo>
                      <a:pt x="515" y="2158"/>
                      <a:pt x="518" y="2149"/>
                      <a:pt x="523" y="2155"/>
                    </a:cubicBezTo>
                    <a:cubicBezTo>
                      <a:pt x="525" y="2158"/>
                      <a:pt x="527" y="2162"/>
                      <a:pt x="529" y="2166"/>
                    </a:cubicBezTo>
                    <a:cubicBezTo>
                      <a:pt x="531" y="2169"/>
                      <a:pt x="533" y="2172"/>
                      <a:pt x="535" y="2175"/>
                    </a:cubicBezTo>
                    <a:cubicBezTo>
                      <a:pt x="538" y="2181"/>
                      <a:pt x="536" y="2188"/>
                      <a:pt x="536" y="2194"/>
                    </a:cubicBezTo>
                    <a:cubicBezTo>
                      <a:pt x="536" y="2201"/>
                      <a:pt x="541" y="2207"/>
                      <a:pt x="547" y="2211"/>
                    </a:cubicBezTo>
                    <a:cubicBezTo>
                      <a:pt x="551" y="2213"/>
                      <a:pt x="555" y="2215"/>
                      <a:pt x="558" y="2218"/>
                    </a:cubicBezTo>
                    <a:cubicBezTo>
                      <a:pt x="562" y="2221"/>
                      <a:pt x="565" y="2224"/>
                      <a:pt x="569" y="2228"/>
                    </a:cubicBezTo>
                    <a:cubicBezTo>
                      <a:pt x="571" y="2230"/>
                      <a:pt x="574" y="2233"/>
                      <a:pt x="577" y="2235"/>
                    </a:cubicBezTo>
                    <a:cubicBezTo>
                      <a:pt x="578" y="2237"/>
                      <a:pt x="579" y="2240"/>
                      <a:pt x="579" y="2242"/>
                    </a:cubicBezTo>
                    <a:cubicBezTo>
                      <a:pt x="580" y="2245"/>
                      <a:pt x="580" y="2249"/>
                      <a:pt x="579" y="2251"/>
                    </a:cubicBezTo>
                    <a:cubicBezTo>
                      <a:pt x="578" y="2253"/>
                      <a:pt x="576" y="2250"/>
                      <a:pt x="575" y="2249"/>
                    </a:cubicBezTo>
                    <a:cubicBezTo>
                      <a:pt x="573" y="2245"/>
                      <a:pt x="572" y="2241"/>
                      <a:pt x="570" y="2237"/>
                    </a:cubicBezTo>
                    <a:cubicBezTo>
                      <a:pt x="566" y="2234"/>
                      <a:pt x="562" y="2230"/>
                      <a:pt x="558" y="2226"/>
                    </a:cubicBezTo>
                    <a:cubicBezTo>
                      <a:pt x="552" y="2222"/>
                      <a:pt x="546" y="2218"/>
                      <a:pt x="540" y="2214"/>
                    </a:cubicBezTo>
                    <a:cubicBezTo>
                      <a:pt x="536" y="2211"/>
                      <a:pt x="529" y="2206"/>
                      <a:pt x="529" y="2201"/>
                    </a:cubicBezTo>
                    <a:cubicBezTo>
                      <a:pt x="530" y="2198"/>
                      <a:pt x="530" y="2195"/>
                      <a:pt x="530" y="2193"/>
                    </a:cubicBezTo>
                    <a:cubicBezTo>
                      <a:pt x="530" y="2190"/>
                      <a:pt x="530" y="2186"/>
                      <a:pt x="530" y="2183"/>
                    </a:cubicBezTo>
                    <a:cubicBezTo>
                      <a:pt x="530" y="2178"/>
                      <a:pt x="526" y="2173"/>
                      <a:pt x="523" y="2169"/>
                    </a:cubicBezTo>
                    <a:cubicBezTo>
                      <a:pt x="522" y="2167"/>
                      <a:pt x="520" y="2166"/>
                      <a:pt x="518" y="2165"/>
                    </a:cubicBezTo>
                    <a:cubicBezTo>
                      <a:pt x="514" y="2164"/>
                      <a:pt x="510" y="2164"/>
                      <a:pt x="507" y="2163"/>
                    </a:cubicBezTo>
                    <a:cubicBezTo>
                      <a:pt x="504" y="2163"/>
                      <a:pt x="501" y="2164"/>
                      <a:pt x="499" y="2166"/>
                    </a:cubicBezTo>
                    <a:cubicBezTo>
                      <a:pt x="497" y="2168"/>
                      <a:pt x="496" y="2170"/>
                      <a:pt x="493" y="2172"/>
                    </a:cubicBezTo>
                    <a:cubicBezTo>
                      <a:pt x="492" y="2173"/>
                      <a:pt x="482" y="2178"/>
                      <a:pt x="482" y="2173"/>
                    </a:cubicBezTo>
                    <a:cubicBezTo>
                      <a:pt x="482" y="2170"/>
                      <a:pt x="491" y="2165"/>
                      <a:pt x="486" y="2162"/>
                    </a:cubicBezTo>
                    <a:cubicBezTo>
                      <a:pt x="483" y="2160"/>
                      <a:pt x="479" y="2161"/>
                      <a:pt x="476" y="2163"/>
                    </a:cubicBezTo>
                    <a:cubicBezTo>
                      <a:pt x="475" y="2163"/>
                      <a:pt x="473" y="2164"/>
                      <a:pt x="472" y="2165"/>
                    </a:cubicBezTo>
                    <a:cubicBezTo>
                      <a:pt x="471" y="2167"/>
                      <a:pt x="470" y="2168"/>
                      <a:pt x="468" y="2169"/>
                    </a:cubicBezTo>
                    <a:cubicBezTo>
                      <a:pt x="466" y="2169"/>
                      <a:pt x="464" y="2170"/>
                      <a:pt x="463" y="2170"/>
                    </a:cubicBezTo>
                    <a:cubicBezTo>
                      <a:pt x="461" y="2171"/>
                      <a:pt x="459" y="2171"/>
                      <a:pt x="458" y="2171"/>
                    </a:cubicBezTo>
                    <a:cubicBezTo>
                      <a:pt x="456" y="2171"/>
                      <a:pt x="453" y="2171"/>
                      <a:pt x="451" y="2171"/>
                    </a:cubicBezTo>
                    <a:cubicBezTo>
                      <a:pt x="449" y="2172"/>
                      <a:pt x="445" y="2172"/>
                      <a:pt x="446" y="2169"/>
                    </a:cubicBezTo>
                    <a:cubicBezTo>
                      <a:pt x="446" y="2167"/>
                      <a:pt x="448" y="2167"/>
                      <a:pt x="449" y="2166"/>
                    </a:cubicBezTo>
                    <a:cubicBezTo>
                      <a:pt x="450" y="2165"/>
                      <a:pt x="450" y="2164"/>
                      <a:pt x="449" y="2163"/>
                    </a:cubicBezTo>
                    <a:cubicBezTo>
                      <a:pt x="448" y="2162"/>
                      <a:pt x="446" y="2162"/>
                      <a:pt x="445" y="2161"/>
                    </a:cubicBezTo>
                    <a:cubicBezTo>
                      <a:pt x="444" y="2160"/>
                      <a:pt x="443" y="2160"/>
                      <a:pt x="442" y="2160"/>
                    </a:cubicBezTo>
                    <a:cubicBezTo>
                      <a:pt x="442" y="2159"/>
                      <a:pt x="441" y="2158"/>
                      <a:pt x="441" y="2159"/>
                    </a:cubicBezTo>
                    <a:cubicBezTo>
                      <a:pt x="438" y="2156"/>
                      <a:pt x="436" y="2154"/>
                      <a:pt x="435" y="2149"/>
                    </a:cubicBezTo>
                    <a:cubicBezTo>
                      <a:pt x="435" y="2146"/>
                      <a:pt x="434" y="2143"/>
                      <a:pt x="430" y="2142"/>
                    </a:cubicBezTo>
                    <a:cubicBezTo>
                      <a:pt x="424" y="2141"/>
                      <a:pt x="418" y="2142"/>
                      <a:pt x="413" y="2143"/>
                    </a:cubicBezTo>
                    <a:cubicBezTo>
                      <a:pt x="410" y="2143"/>
                      <a:pt x="407" y="2144"/>
                      <a:pt x="404" y="2146"/>
                    </a:cubicBezTo>
                    <a:cubicBezTo>
                      <a:pt x="402" y="2147"/>
                      <a:pt x="400" y="2148"/>
                      <a:pt x="397" y="2148"/>
                    </a:cubicBezTo>
                    <a:cubicBezTo>
                      <a:pt x="394" y="2148"/>
                      <a:pt x="391" y="2148"/>
                      <a:pt x="388" y="2150"/>
                    </a:cubicBezTo>
                    <a:cubicBezTo>
                      <a:pt x="384" y="2152"/>
                      <a:pt x="381" y="2155"/>
                      <a:pt x="378" y="2159"/>
                    </a:cubicBezTo>
                    <a:cubicBezTo>
                      <a:pt x="377" y="2162"/>
                      <a:pt x="379" y="2162"/>
                      <a:pt x="381" y="2163"/>
                    </a:cubicBezTo>
                    <a:cubicBezTo>
                      <a:pt x="386" y="2165"/>
                      <a:pt x="386" y="2170"/>
                      <a:pt x="387" y="2174"/>
                    </a:cubicBezTo>
                    <a:cubicBezTo>
                      <a:pt x="387" y="2177"/>
                      <a:pt x="386" y="2183"/>
                      <a:pt x="391" y="2183"/>
                    </a:cubicBezTo>
                    <a:cubicBezTo>
                      <a:pt x="396" y="2182"/>
                      <a:pt x="400" y="2179"/>
                      <a:pt x="405" y="2180"/>
                    </a:cubicBezTo>
                    <a:cubicBezTo>
                      <a:pt x="408" y="2180"/>
                      <a:pt x="410" y="2184"/>
                      <a:pt x="408" y="2187"/>
                    </a:cubicBezTo>
                    <a:cubicBezTo>
                      <a:pt x="406" y="2190"/>
                      <a:pt x="401" y="2188"/>
                      <a:pt x="398" y="2187"/>
                    </a:cubicBezTo>
                    <a:cubicBezTo>
                      <a:pt x="394" y="2186"/>
                      <a:pt x="389" y="2185"/>
                      <a:pt x="385" y="2187"/>
                    </a:cubicBezTo>
                    <a:cubicBezTo>
                      <a:pt x="382" y="2189"/>
                      <a:pt x="380" y="2192"/>
                      <a:pt x="379" y="2196"/>
                    </a:cubicBezTo>
                    <a:cubicBezTo>
                      <a:pt x="379" y="2199"/>
                      <a:pt x="378" y="2204"/>
                      <a:pt x="380" y="2207"/>
                    </a:cubicBezTo>
                    <a:cubicBezTo>
                      <a:pt x="383" y="2212"/>
                      <a:pt x="391" y="2211"/>
                      <a:pt x="395" y="2210"/>
                    </a:cubicBezTo>
                    <a:cubicBezTo>
                      <a:pt x="403" y="2209"/>
                      <a:pt x="411" y="2207"/>
                      <a:pt x="420" y="2206"/>
                    </a:cubicBezTo>
                    <a:cubicBezTo>
                      <a:pt x="427" y="2205"/>
                      <a:pt x="435" y="2206"/>
                      <a:pt x="443" y="2206"/>
                    </a:cubicBezTo>
                    <a:cubicBezTo>
                      <a:pt x="446" y="2206"/>
                      <a:pt x="450" y="2206"/>
                      <a:pt x="454" y="2206"/>
                    </a:cubicBezTo>
                    <a:cubicBezTo>
                      <a:pt x="456" y="2205"/>
                      <a:pt x="458" y="2205"/>
                      <a:pt x="460" y="2205"/>
                    </a:cubicBezTo>
                    <a:cubicBezTo>
                      <a:pt x="461" y="2205"/>
                      <a:pt x="463" y="2204"/>
                      <a:pt x="464" y="2205"/>
                    </a:cubicBezTo>
                    <a:cubicBezTo>
                      <a:pt x="465" y="2205"/>
                      <a:pt x="466" y="2207"/>
                      <a:pt x="465" y="2209"/>
                    </a:cubicBezTo>
                    <a:cubicBezTo>
                      <a:pt x="465" y="2210"/>
                      <a:pt x="463" y="2210"/>
                      <a:pt x="462" y="2210"/>
                    </a:cubicBezTo>
                    <a:cubicBezTo>
                      <a:pt x="460" y="2210"/>
                      <a:pt x="458" y="2211"/>
                      <a:pt x="455" y="2212"/>
                    </a:cubicBezTo>
                    <a:cubicBezTo>
                      <a:pt x="453" y="2212"/>
                      <a:pt x="451" y="2213"/>
                      <a:pt x="448" y="2213"/>
                    </a:cubicBezTo>
                    <a:cubicBezTo>
                      <a:pt x="445" y="2213"/>
                      <a:pt x="443" y="2213"/>
                      <a:pt x="440" y="2213"/>
                    </a:cubicBezTo>
                    <a:cubicBezTo>
                      <a:pt x="436" y="2214"/>
                      <a:pt x="428" y="2213"/>
                      <a:pt x="427" y="2218"/>
                    </a:cubicBezTo>
                    <a:cubicBezTo>
                      <a:pt x="426" y="2223"/>
                      <a:pt x="436" y="2223"/>
                      <a:pt x="439" y="2224"/>
                    </a:cubicBezTo>
                    <a:cubicBezTo>
                      <a:pt x="440" y="2224"/>
                      <a:pt x="442" y="2224"/>
                      <a:pt x="444" y="2225"/>
                    </a:cubicBezTo>
                    <a:cubicBezTo>
                      <a:pt x="446" y="2226"/>
                      <a:pt x="449" y="2226"/>
                      <a:pt x="451" y="2226"/>
                    </a:cubicBezTo>
                    <a:cubicBezTo>
                      <a:pt x="455" y="2225"/>
                      <a:pt x="459" y="2224"/>
                      <a:pt x="463" y="2223"/>
                    </a:cubicBezTo>
                    <a:cubicBezTo>
                      <a:pt x="466" y="2221"/>
                      <a:pt x="469" y="2220"/>
                      <a:pt x="473" y="2219"/>
                    </a:cubicBezTo>
                    <a:cubicBezTo>
                      <a:pt x="479" y="2217"/>
                      <a:pt x="485" y="2219"/>
                      <a:pt x="491" y="2218"/>
                    </a:cubicBezTo>
                    <a:cubicBezTo>
                      <a:pt x="493" y="2217"/>
                      <a:pt x="495" y="2216"/>
                      <a:pt x="496" y="2215"/>
                    </a:cubicBezTo>
                    <a:cubicBezTo>
                      <a:pt x="499" y="2214"/>
                      <a:pt x="501" y="2215"/>
                      <a:pt x="503" y="2215"/>
                    </a:cubicBezTo>
                    <a:cubicBezTo>
                      <a:pt x="505" y="2215"/>
                      <a:pt x="507" y="2213"/>
                      <a:pt x="509" y="2214"/>
                    </a:cubicBezTo>
                    <a:cubicBezTo>
                      <a:pt x="511" y="2214"/>
                      <a:pt x="511" y="2215"/>
                      <a:pt x="512" y="2216"/>
                    </a:cubicBezTo>
                    <a:cubicBezTo>
                      <a:pt x="514" y="2220"/>
                      <a:pt x="518" y="2223"/>
                      <a:pt x="521" y="2226"/>
                    </a:cubicBezTo>
                    <a:cubicBezTo>
                      <a:pt x="522" y="2227"/>
                      <a:pt x="528" y="2233"/>
                      <a:pt x="523" y="2233"/>
                    </a:cubicBezTo>
                    <a:cubicBezTo>
                      <a:pt x="521" y="2233"/>
                      <a:pt x="518" y="2231"/>
                      <a:pt x="516" y="2230"/>
                    </a:cubicBezTo>
                    <a:cubicBezTo>
                      <a:pt x="514" y="2228"/>
                      <a:pt x="512" y="2226"/>
                      <a:pt x="511" y="2225"/>
                    </a:cubicBezTo>
                    <a:cubicBezTo>
                      <a:pt x="508" y="2222"/>
                      <a:pt x="505" y="2221"/>
                      <a:pt x="502" y="2221"/>
                    </a:cubicBezTo>
                    <a:cubicBezTo>
                      <a:pt x="500" y="2221"/>
                      <a:pt x="499" y="2222"/>
                      <a:pt x="497" y="2222"/>
                    </a:cubicBezTo>
                    <a:cubicBezTo>
                      <a:pt x="495" y="2222"/>
                      <a:pt x="493" y="2221"/>
                      <a:pt x="491" y="2221"/>
                    </a:cubicBezTo>
                    <a:cubicBezTo>
                      <a:pt x="486" y="2222"/>
                      <a:pt x="482" y="2224"/>
                      <a:pt x="477" y="2225"/>
                    </a:cubicBezTo>
                    <a:cubicBezTo>
                      <a:pt x="475" y="2226"/>
                      <a:pt x="473" y="2226"/>
                      <a:pt x="471" y="2228"/>
                    </a:cubicBezTo>
                    <a:cubicBezTo>
                      <a:pt x="469" y="2229"/>
                      <a:pt x="467" y="2231"/>
                      <a:pt x="465" y="2232"/>
                    </a:cubicBezTo>
                    <a:cubicBezTo>
                      <a:pt x="460" y="2234"/>
                      <a:pt x="455" y="2231"/>
                      <a:pt x="450" y="2232"/>
                    </a:cubicBezTo>
                    <a:cubicBezTo>
                      <a:pt x="448" y="2232"/>
                      <a:pt x="445" y="2233"/>
                      <a:pt x="443" y="2235"/>
                    </a:cubicBezTo>
                    <a:cubicBezTo>
                      <a:pt x="442" y="2236"/>
                      <a:pt x="441" y="2237"/>
                      <a:pt x="442" y="2238"/>
                    </a:cubicBezTo>
                    <a:cubicBezTo>
                      <a:pt x="442" y="2240"/>
                      <a:pt x="443" y="2242"/>
                      <a:pt x="443" y="2243"/>
                    </a:cubicBezTo>
                    <a:cubicBezTo>
                      <a:pt x="444" y="2245"/>
                      <a:pt x="445" y="2246"/>
                      <a:pt x="445" y="2247"/>
                    </a:cubicBezTo>
                    <a:cubicBezTo>
                      <a:pt x="445" y="2248"/>
                      <a:pt x="446" y="2250"/>
                      <a:pt x="444" y="2249"/>
                    </a:cubicBezTo>
                    <a:cubicBezTo>
                      <a:pt x="443" y="2249"/>
                      <a:pt x="442" y="2246"/>
                      <a:pt x="441" y="2245"/>
                    </a:cubicBezTo>
                    <a:cubicBezTo>
                      <a:pt x="441" y="2244"/>
                      <a:pt x="441" y="2243"/>
                      <a:pt x="441" y="2242"/>
                    </a:cubicBezTo>
                    <a:cubicBezTo>
                      <a:pt x="440" y="2241"/>
                      <a:pt x="438" y="2241"/>
                      <a:pt x="437" y="2240"/>
                    </a:cubicBezTo>
                    <a:cubicBezTo>
                      <a:pt x="436" y="2240"/>
                      <a:pt x="434" y="2240"/>
                      <a:pt x="433" y="2241"/>
                    </a:cubicBezTo>
                    <a:cubicBezTo>
                      <a:pt x="431" y="2241"/>
                      <a:pt x="430" y="2242"/>
                      <a:pt x="429" y="2243"/>
                    </a:cubicBezTo>
                    <a:cubicBezTo>
                      <a:pt x="427" y="2245"/>
                      <a:pt x="427" y="2249"/>
                      <a:pt x="428" y="2251"/>
                    </a:cubicBezTo>
                    <a:cubicBezTo>
                      <a:pt x="431" y="2254"/>
                      <a:pt x="435" y="2255"/>
                      <a:pt x="438" y="2258"/>
                    </a:cubicBezTo>
                    <a:cubicBezTo>
                      <a:pt x="439" y="2260"/>
                      <a:pt x="442" y="2264"/>
                      <a:pt x="439" y="2265"/>
                    </a:cubicBezTo>
                    <a:cubicBezTo>
                      <a:pt x="434" y="2269"/>
                      <a:pt x="428" y="2261"/>
                      <a:pt x="426" y="2257"/>
                    </a:cubicBezTo>
                    <a:cubicBezTo>
                      <a:pt x="426" y="2256"/>
                      <a:pt x="425" y="2255"/>
                      <a:pt x="424" y="2254"/>
                    </a:cubicBezTo>
                    <a:cubicBezTo>
                      <a:pt x="424" y="2254"/>
                      <a:pt x="424" y="2252"/>
                      <a:pt x="423" y="2252"/>
                    </a:cubicBezTo>
                    <a:cubicBezTo>
                      <a:pt x="423" y="2247"/>
                      <a:pt x="419" y="2246"/>
                      <a:pt x="416" y="2244"/>
                    </a:cubicBezTo>
                    <a:cubicBezTo>
                      <a:pt x="414" y="2244"/>
                      <a:pt x="413" y="2243"/>
                      <a:pt x="411" y="2242"/>
                    </a:cubicBezTo>
                    <a:cubicBezTo>
                      <a:pt x="409" y="2242"/>
                      <a:pt x="407" y="2242"/>
                      <a:pt x="405" y="2241"/>
                    </a:cubicBezTo>
                    <a:cubicBezTo>
                      <a:pt x="402" y="2241"/>
                      <a:pt x="399" y="2242"/>
                      <a:pt x="396" y="2243"/>
                    </a:cubicBezTo>
                    <a:cubicBezTo>
                      <a:pt x="394" y="2244"/>
                      <a:pt x="394" y="2245"/>
                      <a:pt x="394" y="2248"/>
                    </a:cubicBezTo>
                    <a:cubicBezTo>
                      <a:pt x="394" y="2251"/>
                      <a:pt x="394" y="2254"/>
                      <a:pt x="394" y="2256"/>
                    </a:cubicBezTo>
                    <a:cubicBezTo>
                      <a:pt x="394" y="2258"/>
                      <a:pt x="394" y="2260"/>
                      <a:pt x="392" y="2261"/>
                    </a:cubicBezTo>
                    <a:cubicBezTo>
                      <a:pt x="389" y="2262"/>
                      <a:pt x="388" y="2259"/>
                      <a:pt x="388" y="2257"/>
                    </a:cubicBezTo>
                    <a:cubicBezTo>
                      <a:pt x="388" y="2253"/>
                      <a:pt x="387" y="2250"/>
                      <a:pt x="388" y="2247"/>
                    </a:cubicBezTo>
                    <a:cubicBezTo>
                      <a:pt x="388" y="2244"/>
                      <a:pt x="388" y="2241"/>
                      <a:pt x="387" y="2238"/>
                    </a:cubicBezTo>
                    <a:cubicBezTo>
                      <a:pt x="387" y="2236"/>
                      <a:pt x="387" y="2235"/>
                      <a:pt x="386" y="2233"/>
                    </a:cubicBezTo>
                    <a:cubicBezTo>
                      <a:pt x="385" y="2232"/>
                      <a:pt x="385" y="2230"/>
                      <a:pt x="384" y="2229"/>
                    </a:cubicBezTo>
                    <a:cubicBezTo>
                      <a:pt x="383" y="2227"/>
                      <a:pt x="380" y="2228"/>
                      <a:pt x="379" y="2228"/>
                    </a:cubicBezTo>
                    <a:cubicBezTo>
                      <a:pt x="377" y="2228"/>
                      <a:pt x="375" y="2227"/>
                      <a:pt x="373" y="2228"/>
                    </a:cubicBezTo>
                    <a:cubicBezTo>
                      <a:pt x="371" y="2228"/>
                      <a:pt x="370" y="2229"/>
                      <a:pt x="368" y="2229"/>
                    </a:cubicBezTo>
                    <a:cubicBezTo>
                      <a:pt x="366" y="2230"/>
                      <a:pt x="365" y="2230"/>
                      <a:pt x="364" y="2231"/>
                    </a:cubicBezTo>
                    <a:cubicBezTo>
                      <a:pt x="363" y="2232"/>
                      <a:pt x="364" y="2240"/>
                      <a:pt x="361" y="2239"/>
                    </a:cubicBezTo>
                    <a:cubicBezTo>
                      <a:pt x="359" y="2239"/>
                      <a:pt x="359" y="2237"/>
                      <a:pt x="359" y="2235"/>
                    </a:cubicBezTo>
                    <a:cubicBezTo>
                      <a:pt x="358" y="2234"/>
                      <a:pt x="357" y="2233"/>
                      <a:pt x="356" y="2232"/>
                    </a:cubicBezTo>
                    <a:cubicBezTo>
                      <a:pt x="355" y="2231"/>
                      <a:pt x="354" y="2230"/>
                      <a:pt x="354" y="2228"/>
                    </a:cubicBezTo>
                    <a:cubicBezTo>
                      <a:pt x="353" y="2225"/>
                      <a:pt x="351" y="2225"/>
                      <a:pt x="348" y="2224"/>
                    </a:cubicBezTo>
                    <a:cubicBezTo>
                      <a:pt x="346" y="2224"/>
                      <a:pt x="344" y="2223"/>
                      <a:pt x="342" y="2224"/>
                    </a:cubicBezTo>
                    <a:cubicBezTo>
                      <a:pt x="340" y="2225"/>
                      <a:pt x="338" y="2226"/>
                      <a:pt x="338" y="2228"/>
                    </a:cubicBezTo>
                    <a:cubicBezTo>
                      <a:pt x="337" y="2230"/>
                      <a:pt x="336" y="2232"/>
                      <a:pt x="334" y="2233"/>
                    </a:cubicBezTo>
                    <a:cubicBezTo>
                      <a:pt x="332" y="2234"/>
                      <a:pt x="331" y="2232"/>
                      <a:pt x="331" y="2230"/>
                    </a:cubicBezTo>
                    <a:cubicBezTo>
                      <a:pt x="331" y="2229"/>
                      <a:pt x="331" y="2226"/>
                      <a:pt x="329" y="2227"/>
                    </a:cubicBezTo>
                    <a:cubicBezTo>
                      <a:pt x="328" y="2229"/>
                      <a:pt x="328" y="2231"/>
                      <a:pt x="327" y="2232"/>
                    </a:cubicBezTo>
                    <a:cubicBezTo>
                      <a:pt x="326" y="2234"/>
                      <a:pt x="325" y="2235"/>
                      <a:pt x="324" y="2236"/>
                    </a:cubicBezTo>
                    <a:cubicBezTo>
                      <a:pt x="324" y="2238"/>
                      <a:pt x="325" y="2241"/>
                      <a:pt x="324" y="2242"/>
                    </a:cubicBezTo>
                    <a:cubicBezTo>
                      <a:pt x="324" y="2245"/>
                      <a:pt x="321" y="2242"/>
                      <a:pt x="321" y="2240"/>
                    </a:cubicBezTo>
                    <a:cubicBezTo>
                      <a:pt x="321" y="2239"/>
                      <a:pt x="321" y="2238"/>
                      <a:pt x="321" y="2237"/>
                    </a:cubicBezTo>
                    <a:cubicBezTo>
                      <a:pt x="321" y="2236"/>
                      <a:pt x="320" y="2235"/>
                      <a:pt x="320" y="2234"/>
                    </a:cubicBezTo>
                    <a:cubicBezTo>
                      <a:pt x="320" y="2231"/>
                      <a:pt x="320" y="2228"/>
                      <a:pt x="320" y="2226"/>
                    </a:cubicBezTo>
                    <a:cubicBezTo>
                      <a:pt x="321" y="2224"/>
                      <a:pt x="320" y="2223"/>
                      <a:pt x="319" y="2222"/>
                    </a:cubicBezTo>
                    <a:cubicBezTo>
                      <a:pt x="317" y="2221"/>
                      <a:pt x="316" y="2221"/>
                      <a:pt x="314" y="2221"/>
                    </a:cubicBezTo>
                    <a:cubicBezTo>
                      <a:pt x="311" y="2222"/>
                      <a:pt x="310" y="2223"/>
                      <a:pt x="309" y="2225"/>
                    </a:cubicBezTo>
                    <a:cubicBezTo>
                      <a:pt x="308" y="2227"/>
                      <a:pt x="306" y="2230"/>
                      <a:pt x="305" y="2232"/>
                    </a:cubicBezTo>
                    <a:cubicBezTo>
                      <a:pt x="305" y="2233"/>
                      <a:pt x="305" y="2235"/>
                      <a:pt x="305" y="2236"/>
                    </a:cubicBezTo>
                    <a:cubicBezTo>
                      <a:pt x="305" y="2237"/>
                      <a:pt x="305" y="2238"/>
                      <a:pt x="305" y="2239"/>
                    </a:cubicBezTo>
                    <a:cubicBezTo>
                      <a:pt x="305" y="2240"/>
                      <a:pt x="304" y="2240"/>
                      <a:pt x="304" y="2240"/>
                    </a:cubicBezTo>
                    <a:cubicBezTo>
                      <a:pt x="303" y="2240"/>
                      <a:pt x="302" y="2239"/>
                      <a:pt x="302" y="2238"/>
                    </a:cubicBezTo>
                    <a:cubicBezTo>
                      <a:pt x="302" y="2234"/>
                      <a:pt x="302" y="2226"/>
                      <a:pt x="297" y="2226"/>
                    </a:cubicBezTo>
                    <a:cubicBezTo>
                      <a:pt x="296" y="2226"/>
                      <a:pt x="295" y="2227"/>
                      <a:pt x="295" y="2227"/>
                    </a:cubicBezTo>
                    <a:cubicBezTo>
                      <a:pt x="295" y="2227"/>
                      <a:pt x="295" y="2227"/>
                      <a:pt x="295" y="2227"/>
                    </a:cubicBezTo>
                    <a:cubicBezTo>
                      <a:pt x="293" y="2226"/>
                      <a:pt x="290" y="2225"/>
                      <a:pt x="288" y="2226"/>
                    </a:cubicBezTo>
                    <a:cubicBezTo>
                      <a:pt x="287" y="2226"/>
                      <a:pt x="286" y="2227"/>
                      <a:pt x="285" y="2228"/>
                    </a:cubicBezTo>
                    <a:cubicBezTo>
                      <a:pt x="284" y="2228"/>
                      <a:pt x="283" y="2228"/>
                      <a:pt x="282" y="2229"/>
                    </a:cubicBezTo>
                    <a:cubicBezTo>
                      <a:pt x="280" y="2231"/>
                      <a:pt x="279" y="2235"/>
                      <a:pt x="279" y="2237"/>
                    </a:cubicBezTo>
                    <a:cubicBezTo>
                      <a:pt x="279" y="2238"/>
                      <a:pt x="280" y="2239"/>
                      <a:pt x="280" y="2241"/>
                    </a:cubicBezTo>
                    <a:cubicBezTo>
                      <a:pt x="279" y="2242"/>
                      <a:pt x="277" y="2243"/>
                      <a:pt x="277" y="2244"/>
                    </a:cubicBezTo>
                    <a:cubicBezTo>
                      <a:pt x="277" y="2246"/>
                      <a:pt x="290" y="2245"/>
                      <a:pt x="291" y="2245"/>
                    </a:cubicBezTo>
                    <a:cubicBezTo>
                      <a:pt x="297" y="2245"/>
                      <a:pt x="302" y="2246"/>
                      <a:pt x="308" y="2246"/>
                    </a:cubicBezTo>
                    <a:cubicBezTo>
                      <a:pt x="310" y="2246"/>
                      <a:pt x="314" y="2246"/>
                      <a:pt x="313" y="2249"/>
                    </a:cubicBezTo>
                    <a:cubicBezTo>
                      <a:pt x="313" y="2252"/>
                      <a:pt x="309" y="2250"/>
                      <a:pt x="307" y="2252"/>
                    </a:cubicBezTo>
                    <a:cubicBezTo>
                      <a:pt x="305" y="2253"/>
                      <a:pt x="306" y="2254"/>
                      <a:pt x="307" y="2255"/>
                    </a:cubicBezTo>
                    <a:cubicBezTo>
                      <a:pt x="309" y="2256"/>
                      <a:pt x="311" y="2256"/>
                      <a:pt x="312" y="2256"/>
                    </a:cubicBezTo>
                    <a:cubicBezTo>
                      <a:pt x="317" y="2257"/>
                      <a:pt x="322" y="2259"/>
                      <a:pt x="325" y="2262"/>
                    </a:cubicBezTo>
                    <a:cubicBezTo>
                      <a:pt x="326" y="2264"/>
                      <a:pt x="325" y="2265"/>
                      <a:pt x="323" y="2264"/>
                    </a:cubicBezTo>
                    <a:cubicBezTo>
                      <a:pt x="320" y="2263"/>
                      <a:pt x="317" y="2261"/>
                      <a:pt x="314" y="2260"/>
                    </a:cubicBezTo>
                    <a:cubicBezTo>
                      <a:pt x="312" y="2259"/>
                      <a:pt x="310" y="2260"/>
                      <a:pt x="309" y="2260"/>
                    </a:cubicBezTo>
                    <a:cubicBezTo>
                      <a:pt x="307" y="2259"/>
                      <a:pt x="305" y="2257"/>
                      <a:pt x="303" y="2257"/>
                    </a:cubicBezTo>
                    <a:cubicBezTo>
                      <a:pt x="301" y="2256"/>
                      <a:pt x="299" y="2257"/>
                      <a:pt x="298" y="2259"/>
                    </a:cubicBezTo>
                    <a:cubicBezTo>
                      <a:pt x="296" y="2261"/>
                      <a:pt x="294" y="2262"/>
                      <a:pt x="291" y="2262"/>
                    </a:cubicBezTo>
                    <a:cubicBezTo>
                      <a:pt x="289" y="2262"/>
                      <a:pt x="287" y="2262"/>
                      <a:pt x="285" y="2261"/>
                    </a:cubicBezTo>
                    <a:cubicBezTo>
                      <a:pt x="283" y="2261"/>
                      <a:pt x="280" y="2261"/>
                      <a:pt x="278" y="2261"/>
                    </a:cubicBezTo>
                    <a:cubicBezTo>
                      <a:pt x="277" y="2261"/>
                      <a:pt x="276" y="2261"/>
                      <a:pt x="275" y="2261"/>
                    </a:cubicBezTo>
                    <a:cubicBezTo>
                      <a:pt x="275" y="2262"/>
                      <a:pt x="276" y="2263"/>
                      <a:pt x="277" y="2263"/>
                    </a:cubicBezTo>
                    <a:cubicBezTo>
                      <a:pt x="280" y="2265"/>
                      <a:pt x="283" y="2268"/>
                      <a:pt x="286" y="2270"/>
                    </a:cubicBezTo>
                    <a:cubicBezTo>
                      <a:pt x="288" y="2272"/>
                      <a:pt x="290" y="2273"/>
                      <a:pt x="292" y="2274"/>
                    </a:cubicBezTo>
                    <a:cubicBezTo>
                      <a:pt x="295" y="2275"/>
                      <a:pt x="299" y="2275"/>
                      <a:pt x="303" y="2275"/>
                    </a:cubicBezTo>
                    <a:cubicBezTo>
                      <a:pt x="306" y="2274"/>
                      <a:pt x="309" y="2273"/>
                      <a:pt x="313" y="2272"/>
                    </a:cubicBezTo>
                    <a:cubicBezTo>
                      <a:pt x="315" y="2271"/>
                      <a:pt x="317" y="2270"/>
                      <a:pt x="320" y="2271"/>
                    </a:cubicBezTo>
                    <a:cubicBezTo>
                      <a:pt x="324" y="2271"/>
                      <a:pt x="328" y="2271"/>
                      <a:pt x="331" y="2271"/>
                    </a:cubicBezTo>
                    <a:cubicBezTo>
                      <a:pt x="334" y="2270"/>
                      <a:pt x="337" y="2268"/>
                      <a:pt x="339" y="2268"/>
                    </a:cubicBezTo>
                    <a:cubicBezTo>
                      <a:pt x="342" y="2269"/>
                      <a:pt x="343" y="2272"/>
                      <a:pt x="345" y="2274"/>
                    </a:cubicBezTo>
                    <a:cubicBezTo>
                      <a:pt x="347" y="2276"/>
                      <a:pt x="349" y="2277"/>
                      <a:pt x="351" y="2278"/>
                    </a:cubicBezTo>
                    <a:cubicBezTo>
                      <a:pt x="352" y="2279"/>
                      <a:pt x="352" y="2280"/>
                      <a:pt x="354" y="2280"/>
                    </a:cubicBezTo>
                    <a:cubicBezTo>
                      <a:pt x="355" y="2280"/>
                      <a:pt x="357" y="2280"/>
                      <a:pt x="358" y="2280"/>
                    </a:cubicBezTo>
                    <a:cubicBezTo>
                      <a:pt x="359" y="2280"/>
                      <a:pt x="360" y="2281"/>
                      <a:pt x="361" y="2281"/>
                    </a:cubicBezTo>
                    <a:cubicBezTo>
                      <a:pt x="361" y="2282"/>
                      <a:pt x="361" y="2282"/>
                      <a:pt x="362" y="2283"/>
                    </a:cubicBezTo>
                    <a:cubicBezTo>
                      <a:pt x="362" y="2285"/>
                      <a:pt x="361" y="2288"/>
                      <a:pt x="362" y="2290"/>
                    </a:cubicBezTo>
                    <a:cubicBezTo>
                      <a:pt x="362" y="2292"/>
                      <a:pt x="363" y="2294"/>
                      <a:pt x="363" y="2297"/>
                    </a:cubicBezTo>
                    <a:cubicBezTo>
                      <a:pt x="362" y="2299"/>
                      <a:pt x="361" y="2299"/>
                      <a:pt x="359" y="2301"/>
                    </a:cubicBezTo>
                    <a:cubicBezTo>
                      <a:pt x="357" y="2302"/>
                      <a:pt x="357" y="2306"/>
                      <a:pt x="358" y="2307"/>
                    </a:cubicBezTo>
                    <a:cubicBezTo>
                      <a:pt x="358" y="2309"/>
                      <a:pt x="359" y="2310"/>
                      <a:pt x="360" y="2311"/>
                    </a:cubicBezTo>
                    <a:cubicBezTo>
                      <a:pt x="361" y="2312"/>
                      <a:pt x="362" y="2314"/>
                      <a:pt x="364" y="2315"/>
                    </a:cubicBezTo>
                    <a:cubicBezTo>
                      <a:pt x="365" y="2316"/>
                      <a:pt x="366" y="2317"/>
                      <a:pt x="367" y="2319"/>
                    </a:cubicBezTo>
                    <a:cubicBezTo>
                      <a:pt x="368" y="2320"/>
                      <a:pt x="368" y="2321"/>
                      <a:pt x="369" y="2321"/>
                    </a:cubicBezTo>
                    <a:cubicBezTo>
                      <a:pt x="371" y="2323"/>
                      <a:pt x="374" y="2322"/>
                      <a:pt x="377" y="2322"/>
                    </a:cubicBezTo>
                    <a:cubicBezTo>
                      <a:pt x="378" y="2321"/>
                      <a:pt x="380" y="2321"/>
                      <a:pt x="381" y="2321"/>
                    </a:cubicBezTo>
                    <a:cubicBezTo>
                      <a:pt x="382" y="2321"/>
                      <a:pt x="383" y="2321"/>
                      <a:pt x="384" y="2322"/>
                    </a:cubicBezTo>
                    <a:cubicBezTo>
                      <a:pt x="385" y="2322"/>
                      <a:pt x="385" y="2323"/>
                      <a:pt x="386" y="2324"/>
                    </a:cubicBezTo>
                    <a:cubicBezTo>
                      <a:pt x="387" y="2325"/>
                      <a:pt x="388" y="2325"/>
                      <a:pt x="389" y="2326"/>
                    </a:cubicBezTo>
                    <a:cubicBezTo>
                      <a:pt x="391" y="2327"/>
                      <a:pt x="394" y="2328"/>
                      <a:pt x="397" y="2328"/>
                    </a:cubicBezTo>
                    <a:cubicBezTo>
                      <a:pt x="399" y="2328"/>
                      <a:pt x="402" y="2328"/>
                      <a:pt x="405" y="2328"/>
                    </a:cubicBezTo>
                    <a:cubicBezTo>
                      <a:pt x="406" y="2328"/>
                      <a:pt x="408" y="2328"/>
                      <a:pt x="408" y="2329"/>
                    </a:cubicBezTo>
                    <a:cubicBezTo>
                      <a:pt x="409" y="2329"/>
                      <a:pt x="409" y="2331"/>
                      <a:pt x="409" y="2332"/>
                    </a:cubicBezTo>
                    <a:cubicBezTo>
                      <a:pt x="410" y="2334"/>
                      <a:pt x="410" y="2336"/>
                      <a:pt x="411" y="2338"/>
                    </a:cubicBezTo>
                    <a:cubicBezTo>
                      <a:pt x="409" y="2337"/>
                      <a:pt x="408" y="2335"/>
                      <a:pt x="407" y="2334"/>
                    </a:cubicBezTo>
                    <a:cubicBezTo>
                      <a:pt x="405" y="2332"/>
                      <a:pt x="403" y="2331"/>
                      <a:pt x="400" y="2331"/>
                    </a:cubicBezTo>
                    <a:cubicBezTo>
                      <a:pt x="398" y="2331"/>
                      <a:pt x="396" y="2331"/>
                      <a:pt x="394" y="2332"/>
                    </a:cubicBezTo>
                    <a:cubicBezTo>
                      <a:pt x="392" y="2332"/>
                      <a:pt x="391" y="2333"/>
                      <a:pt x="389" y="2333"/>
                    </a:cubicBezTo>
                    <a:cubicBezTo>
                      <a:pt x="387" y="2333"/>
                      <a:pt x="385" y="2331"/>
                      <a:pt x="384" y="2329"/>
                    </a:cubicBezTo>
                    <a:cubicBezTo>
                      <a:pt x="382" y="2327"/>
                      <a:pt x="380" y="2326"/>
                      <a:pt x="377" y="2326"/>
                    </a:cubicBezTo>
                    <a:cubicBezTo>
                      <a:pt x="374" y="2326"/>
                      <a:pt x="368" y="2324"/>
                      <a:pt x="366" y="2328"/>
                    </a:cubicBezTo>
                    <a:cubicBezTo>
                      <a:pt x="365" y="2331"/>
                      <a:pt x="366" y="2334"/>
                      <a:pt x="366" y="2337"/>
                    </a:cubicBezTo>
                    <a:cubicBezTo>
                      <a:pt x="366" y="2343"/>
                      <a:pt x="365" y="2349"/>
                      <a:pt x="361" y="2355"/>
                    </a:cubicBezTo>
                    <a:cubicBezTo>
                      <a:pt x="361" y="2356"/>
                      <a:pt x="359" y="2357"/>
                      <a:pt x="358" y="2358"/>
                    </a:cubicBezTo>
                    <a:cubicBezTo>
                      <a:pt x="355" y="2359"/>
                      <a:pt x="353" y="2361"/>
                      <a:pt x="354" y="2365"/>
                    </a:cubicBezTo>
                    <a:cubicBezTo>
                      <a:pt x="355" y="2369"/>
                      <a:pt x="359" y="2372"/>
                      <a:pt x="363" y="2373"/>
                    </a:cubicBezTo>
                    <a:cubicBezTo>
                      <a:pt x="368" y="2373"/>
                      <a:pt x="372" y="2372"/>
                      <a:pt x="376" y="2372"/>
                    </a:cubicBezTo>
                    <a:cubicBezTo>
                      <a:pt x="377" y="2371"/>
                      <a:pt x="379" y="2371"/>
                      <a:pt x="379" y="2372"/>
                    </a:cubicBezTo>
                    <a:cubicBezTo>
                      <a:pt x="379" y="2373"/>
                      <a:pt x="376" y="2374"/>
                      <a:pt x="375" y="2374"/>
                    </a:cubicBezTo>
                    <a:cubicBezTo>
                      <a:pt x="371" y="2376"/>
                      <a:pt x="365" y="2377"/>
                      <a:pt x="360" y="2376"/>
                    </a:cubicBezTo>
                    <a:cubicBezTo>
                      <a:pt x="356" y="2374"/>
                      <a:pt x="354" y="2372"/>
                      <a:pt x="350" y="2372"/>
                    </a:cubicBezTo>
                    <a:cubicBezTo>
                      <a:pt x="348" y="2372"/>
                      <a:pt x="346" y="2372"/>
                      <a:pt x="344" y="2372"/>
                    </a:cubicBezTo>
                    <a:cubicBezTo>
                      <a:pt x="343" y="2372"/>
                      <a:pt x="342" y="2372"/>
                      <a:pt x="341" y="2371"/>
                    </a:cubicBezTo>
                    <a:cubicBezTo>
                      <a:pt x="340" y="2370"/>
                      <a:pt x="341" y="2368"/>
                      <a:pt x="342" y="2367"/>
                    </a:cubicBezTo>
                    <a:cubicBezTo>
                      <a:pt x="343" y="2365"/>
                      <a:pt x="345" y="2364"/>
                      <a:pt x="346" y="2362"/>
                    </a:cubicBezTo>
                    <a:cubicBezTo>
                      <a:pt x="350" y="2359"/>
                      <a:pt x="354" y="2357"/>
                      <a:pt x="357" y="2354"/>
                    </a:cubicBezTo>
                    <a:cubicBezTo>
                      <a:pt x="362" y="2349"/>
                      <a:pt x="363" y="2340"/>
                      <a:pt x="362" y="2334"/>
                    </a:cubicBezTo>
                    <a:cubicBezTo>
                      <a:pt x="362" y="2330"/>
                      <a:pt x="361" y="2326"/>
                      <a:pt x="359" y="2322"/>
                    </a:cubicBezTo>
                    <a:cubicBezTo>
                      <a:pt x="356" y="2319"/>
                      <a:pt x="354" y="2316"/>
                      <a:pt x="353" y="2312"/>
                    </a:cubicBezTo>
                    <a:cubicBezTo>
                      <a:pt x="352" y="2308"/>
                      <a:pt x="354" y="2304"/>
                      <a:pt x="355" y="2300"/>
                    </a:cubicBezTo>
                    <a:cubicBezTo>
                      <a:pt x="355" y="2295"/>
                      <a:pt x="353" y="2290"/>
                      <a:pt x="349" y="2287"/>
                    </a:cubicBezTo>
                    <a:cubicBezTo>
                      <a:pt x="346" y="2283"/>
                      <a:pt x="341" y="2281"/>
                      <a:pt x="336" y="2278"/>
                    </a:cubicBezTo>
                    <a:cubicBezTo>
                      <a:pt x="332" y="2276"/>
                      <a:pt x="328" y="2274"/>
                      <a:pt x="323" y="2276"/>
                    </a:cubicBezTo>
                    <a:cubicBezTo>
                      <a:pt x="320" y="2277"/>
                      <a:pt x="317" y="2279"/>
                      <a:pt x="314" y="2280"/>
                    </a:cubicBezTo>
                    <a:cubicBezTo>
                      <a:pt x="310" y="2282"/>
                      <a:pt x="308" y="2286"/>
                      <a:pt x="308" y="2290"/>
                    </a:cubicBezTo>
                    <a:cubicBezTo>
                      <a:pt x="307" y="2290"/>
                      <a:pt x="307" y="2294"/>
                      <a:pt x="306" y="2295"/>
                    </a:cubicBezTo>
                    <a:cubicBezTo>
                      <a:pt x="305" y="2295"/>
                      <a:pt x="305" y="2293"/>
                      <a:pt x="305" y="2292"/>
                    </a:cubicBezTo>
                    <a:cubicBezTo>
                      <a:pt x="303" y="2289"/>
                      <a:pt x="302" y="2284"/>
                      <a:pt x="297" y="2284"/>
                    </a:cubicBezTo>
                    <a:cubicBezTo>
                      <a:pt x="295" y="2284"/>
                      <a:pt x="290" y="2286"/>
                      <a:pt x="289" y="2289"/>
                    </a:cubicBezTo>
                    <a:cubicBezTo>
                      <a:pt x="287" y="2292"/>
                      <a:pt x="290" y="2297"/>
                      <a:pt x="291" y="2300"/>
                    </a:cubicBezTo>
                    <a:cubicBezTo>
                      <a:pt x="293" y="2305"/>
                      <a:pt x="294" y="2309"/>
                      <a:pt x="295" y="2314"/>
                    </a:cubicBezTo>
                    <a:cubicBezTo>
                      <a:pt x="296" y="2318"/>
                      <a:pt x="297" y="2323"/>
                      <a:pt x="299" y="2327"/>
                    </a:cubicBezTo>
                    <a:cubicBezTo>
                      <a:pt x="300" y="2331"/>
                      <a:pt x="303" y="2334"/>
                      <a:pt x="307" y="2336"/>
                    </a:cubicBezTo>
                    <a:cubicBezTo>
                      <a:pt x="308" y="2337"/>
                      <a:pt x="310" y="2338"/>
                      <a:pt x="310" y="2339"/>
                    </a:cubicBezTo>
                    <a:cubicBezTo>
                      <a:pt x="310" y="2340"/>
                      <a:pt x="309" y="2341"/>
                      <a:pt x="309" y="2342"/>
                    </a:cubicBezTo>
                    <a:cubicBezTo>
                      <a:pt x="306" y="2344"/>
                      <a:pt x="305" y="2346"/>
                      <a:pt x="305" y="2349"/>
                    </a:cubicBezTo>
                    <a:cubicBezTo>
                      <a:pt x="306" y="2352"/>
                      <a:pt x="306" y="2355"/>
                      <a:pt x="303" y="2357"/>
                    </a:cubicBezTo>
                    <a:cubicBezTo>
                      <a:pt x="301" y="2358"/>
                      <a:pt x="297" y="2359"/>
                      <a:pt x="299" y="2356"/>
                    </a:cubicBezTo>
                    <a:cubicBezTo>
                      <a:pt x="301" y="2353"/>
                      <a:pt x="302" y="2350"/>
                      <a:pt x="301" y="2347"/>
                    </a:cubicBezTo>
                    <a:cubicBezTo>
                      <a:pt x="300" y="2343"/>
                      <a:pt x="297" y="2341"/>
                      <a:pt x="295" y="2339"/>
                    </a:cubicBezTo>
                    <a:cubicBezTo>
                      <a:pt x="291" y="2335"/>
                      <a:pt x="290" y="2330"/>
                      <a:pt x="289" y="2325"/>
                    </a:cubicBezTo>
                    <a:cubicBezTo>
                      <a:pt x="289" y="2320"/>
                      <a:pt x="290" y="2314"/>
                      <a:pt x="289" y="2309"/>
                    </a:cubicBezTo>
                    <a:cubicBezTo>
                      <a:pt x="289" y="2305"/>
                      <a:pt x="287" y="2302"/>
                      <a:pt x="286" y="2298"/>
                    </a:cubicBezTo>
                    <a:cubicBezTo>
                      <a:pt x="285" y="2295"/>
                      <a:pt x="285" y="2290"/>
                      <a:pt x="281" y="2289"/>
                    </a:cubicBezTo>
                    <a:cubicBezTo>
                      <a:pt x="278" y="2287"/>
                      <a:pt x="274" y="2288"/>
                      <a:pt x="270" y="2289"/>
                    </a:cubicBezTo>
                    <a:cubicBezTo>
                      <a:pt x="267" y="2290"/>
                      <a:pt x="263" y="2291"/>
                      <a:pt x="259" y="2292"/>
                    </a:cubicBezTo>
                    <a:cubicBezTo>
                      <a:pt x="255" y="2294"/>
                      <a:pt x="251" y="2295"/>
                      <a:pt x="248" y="2298"/>
                    </a:cubicBezTo>
                    <a:cubicBezTo>
                      <a:pt x="246" y="2300"/>
                      <a:pt x="244" y="2302"/>
                      <a:pt x="242" y="2304"/>
                    </a:cubicBezTo>
                    <a:cubicBezTo>
                      <a:pt x="240" y="2304"/>
                      <a:pt x="237" y="2305"/>
                      <a:pt x="235" y="2307"/>
                    </a:cubicBezTo>
                    <a:cubicBezTo>
                      <a:pt x="234" y="2308"/>
                      <a:pt x="233" y="2310"/>
                      <a:pt x="231" y="2312"/>
                    </a:cubicBezTo>
                    <a:cubicBezTo>
                      <a:pt x="230" y="2313"/>
                      <a:pt x="229" y="2313"/>
                      <a:pt x="228" y="2315"/>
                    </a:cubicBezTo>
                    <a:cubicBezTo>
                      <a:pt x="228" y="2317"/>
                      <a:pt x="230" y="2319"/>
                      <a:pt x="231" y="2320"/>
                    </a:cubicBezTo>
                    <a:cubicBezTo>
                      <a:pt x="234" y="2321"/>
                      <a:pt x="237" y="2323"/>
                      <a:pt x="238" y="2325"/>
                    </a:cubicBezTo>
                    <a:cubicBezTo>
                      <a:pt x="239" y="2328"/>
                      <a:pt x="237" y="2327"/>
                      <a:pt x="235" y="2326"/>
                    </a:cubicBezTo>
                    <a:cubicBezTo>
                      <a:pt x="233" y="2325"/>
                      <a:pt x="231" y="2323"/>
                      <a:pt x="229" y="2321"/>
                    </a:cubicBezTo>
                    <a:cubicBezTo>
                      <a:pt x="228" y="2321"/>
                      <a:pt x="225" y="2319"/>
                      <a:pt x="224" y="2320"/>
                    </a:cubicBezTo>
                    <a:cubicBezTo>
                      <a:pt x="223" y="2320"/>
                      <a:pt x="224" y="2323"/>
                      <a:pt x="224" y="2324"/>
                    </a:cubicBezTo>
                    <a:cubicBezTo>
                      <a:pt x="225" y="2327"/>
                      <a:pt x="226" y="2330"/>
                      <a:pt x="228" y="2333"/>
                    </a:cubicBezTo>
                    <a:cubicBezTo>
                      <a:pt x="231" y="2336"/>
                      <a:pt x="233" y="2339"/>
                      <a:pt x="236" y="2342"/>
                    </a:cubicBezTo>
                    <a:cubicBezTo>
                      <a:pt x="239" y="2345"/>
                      <a:pt x="241" y="2348"/>
                      <a:pt x="244" y="2352"/>
                    </a:cubicBezTo>
                    <a:cubicBezTo>
                      <a:pt x="246" y="2355"/>
                      <a:pt x="250" y="2357"/>
                      <a:pt x="254" y="2359"/>
                    </a:cubicBezTo>
                    <a:cubicBezTo>
                      <a:pt x="255" y="2360"/>
                      <a:pt x="258" y="2361"/>
                      <a:pt x="258" y="2362"/>
                    </a:cubicBezTo>
                    <a:cubicBezTo>
                      <a:pt x="259" y="2365"/>
                      <a:pt x="255" y="2363"/>
                      <a:pt x="254" y="2363"/>
                    </a:cubicBezTo>
                    <a:cubicBezTo>
                      <a:pt x="253" y="2362"/>
                      <a:pt x="252" y="2361"/>
                      <a:pt x="251" y="2362"/>
                    </a:cubicBezTo>
                    <a:cubicBezTo>
                      <a:pt x="250" y="2362"/>
                      <a:pt x="248" y="2362"/>
                      <a:pt x="247" y="2361"/>
                    </a:cubicBezTo>
                    <a:cubicBezTo>
                      <a:pt x="247" y="2361"/>
                      <a:pt x="246" y="2361"/>
                      <a:pt x="246" y="2361"/>
                    </a:cubicBezTo>
                    <a:cubicBezTo>
                      <a:pt x="246" y="2361"/>
                      <a:pt x="245" y="2361"/>
                      <a:pt x="245" y="2361"/>
                    </a:cubicBezTo>
                    <a:cubicBezTo>
                      <a:pt x="244" y="2360"/>
                      <a:pt x="244" y="2360"/>
                      <a:pt x="243" y="2359"/>
                    </a:cubicBezTo>
                    <a:cubicBezTo>
                      <a:pt x="241" y="2358"/>
                      <a:pt x="238" y="2358"/>
                      <a:pt x="236" y="2359"/>
                    </a:cubicBezTo>
                    <a:cubicBezTo>
                      <a:pt x="234" y="2359"/>
                      <a:pt x="231" y="2360"/>
                      <a:pt x="229" y="2361"/>
                    </a:cubicBezTo>
                    <a:cubicBezTo>
                      <a:pt x="228" y="2361"/>
                      <a:pt x="227" y="2361"/>
                      <a:pt x="227" y="2360"/>
                    </a:cubicBezTo>
                    <a:cubicBezTo>
                      <a:pt x="228" y="2359"/>
                      <a:pt x="229" y="2359"/>
                      <a:pt x="230" y="2358"/>
                    </a:cubicBezTo>
                    <a:cubicBezTo>
                      <a:pt x="231" y="2358"/>
                      <a:pt x="234" y="2357"/>
                      <a:pt x="233" y="2355"/>
                    </a:cubicBezTo>
                    <a:cubicBezTo>
                      <a:pt x="233" y="2353"/>
                      <a:pt x="231" y="2352"/>
                      <a:pt x="230" y="2351"/>
                    </a:cubicBezTo>
                    <a:cubicBezTo>
                      <a:pt x="228" y="2350"/>
                      <a:pt x="228" y="2348"/>
                      <a:pt x="227" y="2347"/>
                    </a:cubicBezTo>
                    <a:cubicBezTo>
                      <a:pt x="227" y="2345"/>
                      <a:pt x="226" y="2344"/>
                      <a:pt x="225" y="2344"/>
                    </a:cubicBezTo>
                    <a:cubicBezTo>
                      <a:pt x="222" y="2343"/>
                      <a:pt x="220" y="2346"/>
                      <a:pt x="218" y="2348"/>
                    </a:cubicBezTo>
                    <a:cubicBezTo>
                      <a:pt x="216" y="2351"/>
                      <a:pt x="213" y="2353"/>
                      <a:pt x="212" y="2356"/>
                    </a:cubicBezTo>
                    <a:cubicBezTo>
                      <a:pt x="211" y="2359"/>
                      <a:pt x="209" y="2360"/>
                      <a:pt x="207" y="2362"/>
                    </a:cubicBezTo>
                    <a:cubicBezTo>
                      <a:pt x="205" y="2363"/>
                      <a:pt x="203" y="2365"/>
                      <a:pt x="201" y="2367"/>
                    </a:cubicBezTo>
                    <a:cubicBezTo>
                      <a:pt x="201" y="2367"/>
                      <a:pt x="200" y="2368"/>
                      <a:pt x="200" y="2367"/>
                    </a:cubicBezTo>
                    <a:cubicBezTo>
                      <a:pt x="199" y="2367"/>
                      <a:pt x="201" y="2365"/>
                      <a:pt x="201" y="2364"/>
                    </a:cubicBezTo>
                    <a:cubicBezTo>
                      <a:pt x="204" y="2361"/>
                      <a:pt x="206" y="2359"/>
                      <a:pt x="208" y="2356"/>
                    </a:cubicBezTo>
                    <a:cubicBezTo>
                      <a:pt x="210" y="2354"/>
                      <a:pt x="213" y="2351"/>
                      <a:pt x="214" y="2348"/>
                    </a:cubicBezTo>
                    <a:cubicBezTo>
                      <a:pt x="216" y="2346"/>
                      <a:pt x="217" y="2344"/>
                      <a:pt x="217" y="2341"/>
                    </a:cubicBezTo>
                    <a:cubicBezTo>
                      <a:pt x="218" y="2338"/>
                      <a:pt x="217" y="2335"/>
                      <a:pt x="216" y="2332"/>
                    </a:cubicBezTo>
                    <a:cubicBezTo>
                      <a:pt x="215" y="2330"/>
                      <a:pt x="215" y="2326"/>
                      <a:pt x="212" y="2326"/>
                    </a:cubicBezTo>
                    <a:cubicBezTo>
                      <a:pt x="210" y="2326"/>
                      <a:pt x="208" y="2327"/>
                      <a:pt x="206" y="2326"/>
                    </a:cubicBezTo>
                    <a:cubicBezTo>
                      <a:pt x="206" y="2325"/>
                      <a:pt x="205" y="2324"/>
                      <a:pt x="205" y="2324"/>
                    </a:cubicBezTo>
                    <a:cubicBezTo>
                      <a:pt x="203" y="2323"/>
                      <a:pt x="202" y="2323"/>
                      <a:pt x="201" y="2324"/>
                    </a:cubicBezTo>
                    <a:cubicBezTo>
                      <a:pt x="199" y="2325"/>
                      <a:pt x="198" y="2327"/>
                      <a:pt x="195" y="2327"/>
                    </a:cubicBezTo>
                    <a:cubicBezTo>
                      <a:pt x="193" y="2327"/>
                      <a:pt x="192" y="2326"/>
                      <a:pt x="190" y="2327"/>
                    </a:cubicBezTo>
                    <a:cubicBezTo>
                      <a:pt x="187" y="2328"/>
                      <a:pt x="186" y="2330"/>
                      <a:pt x="186" y="2332"/>
                    </a:cubicBezTo>
                    <a:cubicBezTo>
                      <a:pt x="186" y="2335"/>
                      <a:pt x="187" y="2339"/>
                      <a:pt x="186" y="2342"/>
                    </a:cubicBezTo>
                    <a:cubicBezTo>
                      <a:pt x="184" y="2345"/>
                      <a:pt x="182" y="2340"/>
                      <a:pt x="182" y="2338"/>
                    </a:cubicBezTo>
                    <a:cubicBezTo>
                      <a:pt x="181" y="2336"/>
                      <a:pt x="181" y="2333"/>
                      <a:pt x="182" y="2331"/>
                    </a:cubicBezTo>
                    <a:cubicBezTo>
                      <a:pt x="182" y="2330"/>
                      <a:pt x="182" y="2327"/>
                      <a:pt x="182" y="2326"/>
                    </a:cubicBezTo>
                    <a:cubicBezTo>
                      <a:pt x="180" y="2324"/>
                      <a:pt x="177" y="2325"/>
                      <a:pt x="175" y="2326"/>
                    </a:cubicBezTo>
                    <a:cubicBezTo>
                      <a:pt x="173" y="2326"/>
                      <a:pt x="172" y="2326"/>
                      <a:pt x="171" y="2324"/>
                    </a:cubicBezTo>
                    <a:cubicBezTo>
                      <a:pt x="169" y="2322"/>
                      <a:pt x="168" y="2319"/>
                      <a:pt x="166" y="2317"/>
                    </a:cubicBezTo>
                    <a:cubicBezTo>
                      <a:pt x="162" y="2313"/>
                      <a:pt x="154" y="2319"/>
                      <a:pt x="151" y="2321"/>
                    </a:cubicBezTo>
                    <a:cubicBezTo>
                      <a:pt x="149" y="2323"/>
                      <a:pt x="148" y="2325"/>
                      <a:pt x="148" y="2327"/>
                    </a:cubicBezTo>
                    <a:cubicBezTo>
                      <a:pt x="148" y="2329"/>
                      <a:pt x="148" y="2331"/>
                      <a:pt x="147" y="2333"/>
                    </a:cubicBezTo>
                    <a:cubicBezTo>
                      <a:pt x="147" y="2335"/>
                      <a:pt x="149" y="2338"/>
                      <a:pt x="150" y="2339"/>
                    </a:cubicBezTo>
                    <a:cubicBezTo>
                      <a:pt x="153" y="2342"/>
                      <a:pt x="156" y="2341"/>
                      <a:pt x="159" y="2341"/>
                    </a:cubicBezTo>
                    <a:cubicBezTo>
                      <a:pt x="163" y="2341"/>
                      <a:pt x="166" y="2342"/>
                      <a:pt x="168" y="2345"/>
                    </a:cubicBezTo>
                    <a:cubicBezTo>
                      <a:pt x="169" y="2346"/>
                      <a:pt x="172" y="2348"/>
                      <a:pt x="171" y="2349"/>
                    </a:cubicBezTo>
                    <a:cubicBezTo>
                      <a:pt x="171" y="2352"/>
                      <a:pt x="168" y="2352"/>
                      <a:pt x="167" y="2351"/>
                    </a:cubicBezTo>
                    <a:cubicBezTo>
                      <a:pt x="165" y="2349"/>
                      <a:pt x="164" y="2347"/>
                      <a:pt x="161" y="2347"/>
                    </a:cubicBezTo>
                    <a:cubicBezTo>
                      <a:pt x="159" y="2347"/>
                      <a:pt x="157" y="2348"/>
                      <a:pt x="156" y="2350"/>
                    </a:cubicBezTo>
                    <a:cubicBezTo>
                      <a:pt x="154" y="2352"/>
                      <a:pt x="154" y="2355"/>
                      <a:pt x="153" y="2358"/>
                    </a:cubicBezTo>
                    <a:cubicBezTo>
                      <a:pt x="152" y="2360"/>
                      <a:pt x="151" y="2361"/>
                      <a:pt x="150" y="2358"/>
                    </a:cubicBezTo>
                    <a:cubicBezTo>
                      <a:pt x="149" y="2356"/>
                      <a:pt x="150" y="2353"/>
                      <a:pt x="151" y="2351"/>
                    </a:cubicBezTo>
                    <a:cubicBezTo>
                      <a:pt x="152" y="2345"/>
                      <a:pt x="145" y="2349"/>
                      <a:pt x="143" y="2345"/>
                    </a:cubicBezTo>
                    <a:cubicBezTo>
                      <a:pt x="142" y="2343"/>
                      <a:pt x="143" y="2340"/>
                      <a:pt x="142" y="2338"/>
                    </a:cubicBezTo>
                    <a:cubicBezTo>
                      <a:pt x="142" y="2336"/>
                      <a:pt x="140" y="2336"/>
                      <a:pt x="138" y="2335"/>
                    </a:cubicBezTo>
                    <a:cubicBezTo>
                      <a:pt x="137" y="2333"/>
                      <a:pt x="137" y="2330"/>
                      <a:pt x="137" y="2328"/>
                    </a:cubicBezTo>
                    <a:cubicBezTo>
                      <a:pt x="137" y="2326"/>
                      <a:pt x="138" y="2325"/>
                      <a:pt x="140" y="2324"/>
                    </a:cubicBezTo>
                    <a:cubicBezTo>
                      <a:pt x="141" y="2322"/>
                      <a:pt x="141" y="2320"/>
                      <a:pt x="140" y="2319"/>
                    </a:cubicBezTo>
                    <a:cubicBezTo>
                      <a:pt x="138" y="2318"/>
                      <a:pt x="134" y="2319"/>
                      <a:pt x="133" y="2318"/>
                    </a:cubicBezTo>
                    <a:cubicBezTo>
                      <a:pt x="131" y="2316"/>
                      <a:pt x="130" y="2314"/>
                      <a:pt x="129" y="2312"/>
                    </a:cubicBezTo>
                    <a:cubicBezTo>
                      <a:pt x="128" y="2311"/>
                      <a:pt x="128" y="2310"/>
                      <a:pt x="127" y="2309"/>
                    </a:cubicBezTo>
                    <a:cubicBezTo>
                      <a:pt x="127" y="2308"/>
                      <a:pt x="126" y="2307"/>
                      <a:pt x="125" y="2306"/>
                    </a:cubicBezTo>
                    <a:cubicBezTo>
                      <a:pt x="123" y="2304"/>
                      <a:pt x="120" y="2306"/>
                      <a:pt x="117" y="2306"/>
                    </a:cubicBezTo>
                    <a:cubicBezTo>
                      <a:pt x="114" y="2307"/>
                      <a:pt x="110" y="2309"/>
                      <a:pt x="107" y="2312"/>
                    </a:cubicBezTo>
                    <a:cubicBezTo>
                      <a:pt x="107" y="2312"/>
                      <a:pt x="107" y="2313"/>
                      <a:pt x="107" y="2314"/>
                    </a:cubicBezTo>
                    <a:cubicBezTo>
                      <a:pt x="107" y="2315"/>
                      <a:pt x="107" y="2317"/>
                      <a:pt x="108" y="2318"/>
                    </a:cubicBezTo>
                    <a:cubicBezTo>
                      <a:pt x="110" y="2319"/>
                      <a:pt x="112" y="2319"/>
                      <a:pt x="112" y="2321"/>
                    </a:cubicBezTo>
                    <a:cubicBezTo>
                      <a:pt x="112" y="2323"/>
                      <a:pt x="111" y="2324"/>
                      <a:pt x="110" y="2325"/>
                    </a:cubicBezTo>
                    <a:cubicBezTo>
                      <a:pt x="109" y="2327"/>
                      <a:pt x="109" y="2329"/>
                      <a:pt x="111" y="2331"/>
                    </a:cubicBezTo>
                    <a:cubicBezTo>
                      <a:pt x="112" y="2333"/>
                      <a:pt x="116" y="2332"/>
                      <a:pt x="118" y="2332"/>
                    </a:cubicBezTo>
                    <a:cubicBezTo>
                      <a:pt x="121" y="2331"/>
                      <a:pt x="124" y="2332"/>
                      <a:pt x="125" y="2334"/>
                    </a:cubicBezTo>
                    <a:cubicBezTo>
                      <a:pt x="128" y="2337"/>
                      <a:pt x="130" y="2341"/>
                      <a:pt x="132" y="2345"/>
                    </a:cubicBezTo>
                    <a:cubicBezTo>
                      <a:pt x="133" y="2347"/>
                      <a:pt x="134" y="2348"/>
                      <a:pt x="135" y="2350"/>
                    </a:cubicBezTo>
                    <a:cubicBezTo>
                      <a:pt x="136" y="2351"/>
                      <a:pt x="137" y="2352"/>
                      <a:pt x="138" y="2353"/>
                    </a:cubicBezTo>
                    <a:cubicBezTo>
                      <a:pt x="139" y="2354"/>
                      <a:pt x="140" y="2356"/>
                      <a:pt x="139" y="2357"/>
                    </a:cubicBezTo>
                    <a:cubicBezTo>
                      <a:pt x="139" y="2357"/>
                      <a:pt x="137" y="2357"/>
                      <a:pt x="137" y="2357"/>
                    </a:cubicBezTo>
                    <a:cubicBezTo>
                      <a:pt x="136" y="2357"/>
                      <a:pt x="135" y="2357"/>
                      <a:pt x="134" y="2357"/>
                    </a:cubicBezTo>
                    <a:cubicBezTo>
                      <a:pt x="133" y="2358"/>
                      <a:pt x="133" y="2359"/>
                      <a:pt x="132" y="2360"/>
                    </a:cubicBezTo>
                    <a:cubicBezTo>
                      <a:pt x="132" y="2361"/>
                      <a:pt x="132" y="2362"/>
                      <a:pt x="130" y="2363"/>
                    </a:cubicBezTo>
                    <a:cubicBezTo>
                      <a:pt x="129" y="2363"/>
                      <a:pt x="128" y="2363"/>
                      <a:pt x="127" y="2363"/>
                    </a:cubicBezTo>
                    <a:cubicBezTo>
                      <a:pt x="126" y="2363"/>
                      <a:pt x="125" y="2363"/>
                      <a:pt x="124" y="2364"/>
                    </a:cubicBezTo>
                    <a:cubicBezTo>
                      <a:pt x="124" y="2364"/>
                      <a:pt x="124" y="2365"/>
                      <a:pt x="124" y="2366"/>
                    </a:cubicBezTo>
                    <a:cubicBezTo>
                      <a:pt x="123" y="2367"/>
                      <a:pt x="121" y="2370"/>
                      <a:pt x="120" y="2368"/>
                    </a:cubicBezTo>
                    <a:cubicBezTo>
                      <a:pt x="120" y="2366"/>
                      <a:pt x="120" y="2363"/>
                      <a:pt x="117" y="2364"/>
                    </a:cubicBezTo>
                    <a:cubicBezTo>
                      <a:pt x="116" y="2365"/>
                      <a:pt x="115" y="2366"/>
                      <a:pt x="114" y="2367"/>
                    </a:cubicBezTo>
                    <a:cubicBezTo>
                      <a:pt x="114" y="2367"/>
                      <a:pt x="114" y="2368"/>
                      <a:pt x="113" y="2369"/>
                    </a:cubicBezTo>
                    <a:cubicBezTo>
                      <a:pt x="113" y="2369"/>
                      <a:pt x="112" y="2370"/>
                      <a:pt x="112" y="2370"/>
                    </a:cubicBezTo>
                    <a:cubicBezTo>
                      <a:pt x="111" y="2369"/>
                      <a:pt x="111" y="2368"/>
                      <a:pt x="111" y="2367"/>
                    </a:cubicBezTo>
                    <a:cubicBezTo>
                      <a:pt x="111" y="2366"/>
                      <a:pt x="113" y="2360"/>
                      <a:pt x="110" y="2361"/>
                    </a:cubicBezTo>
                    <a:cubicBezTo>
                      <a:pt x="108" y="2362"/>
                      <a:pt x="108" y="2365"/>
                      <a:pt x="107" y="2367"/>
                    </a:cubicBezTo>
                    <a:cubicBezTo>
                      <a:pt x="106" y="2368"/>
                      <a:pt x="105" y="2370"/>
                      <a:pt x="103" y="2371"/>
                    </a:cubicBezTo>
                    <a:cubicBezTo>
                      <a:pt x="102" y="2371"/>
                      <a:pt x="101" y="2372"/>
                      <a:pt x="101" y="2374"/>
                    </a:cubicBezTo>
                    <a:cubicBezTo>
                      <a:pt x="101" y="2374"/>
                      <a:pt x="101" y="2374"/>
                      <a:pt x="102" y="2374"/>
                    </a:cubicBezTo>
                    <a:cubicBezTo>
                      <a:pt x="102" y="2375"/>
                      <a:pt x="102" y="2375"/>
                      <a:pt x="102" y="2376"/>
                    </a:cubicBezTo>
                    <a:cubicBezTo>
                      <a:pt x="103" y="2376"/>
                      <a:pt x="104" y="2377"/>
                      <a:pt x="105" y="2378"/>
                    </a:cubicBezTo>
                    <a:cubicBezTo>
                      <a:pt x="107" y="2379"/>
                      <a:pt x="109" y="2381"/>
                      <a:pt x="111" y="2381"/>
                    </a:cubicBezTo>
                    <a:cubicBezTo>
                      <a:pt x="112" y="2381"/>
                      <a:pt x="113" y="2381"/>
                      <a:pt x="114" y="2381"/>
                    </a:cubicBezTo>
                    <a:cubicBezTo>
                      <a:pt x="115" y="2381"/>
                      <a:pt x="116" y="2381"/>
                      <a:pt x="116" y="2380"/>
                    </a:cubicBezTo>
                    <a:cubicBezTo>
                      <a:pt x="118" y="2380"/>
                      <a:pt x="120" y="2380"/>
                      <a:pt x="121" y="2381"/>
                    </a:cubicBezTo>
                    <a:cubicBezTo>
                      <a:pt x="123" y="2382"/>
                      <a:pt x="124" y="2384"/>
                      <a:pt x="125" y="2385"/>
                    </a:cubicBezTo>
                    <a:cubicBezTo>
                      <a:pt x="125" y="2385"/>
                      <a:pt x="125" y="2385"/>
                      <a:pt x="126" y="2385"/>
                    </a:cubicBezTo>
                    <a:cubicBezTo>
                      <a:pt x="126" y="2385"/>
                      <a:pt x="127" y="2385"/>
                      <a:pt x="127" y="2385"/>
                    </a:cubicBezTo>
                    <a:cubicBezTo>
                      <a:pt x="128" y="2385"/>
                      <a:pt x="130" y="2385"/>
                      <a:pt x="131" y="2385"/>
                    </a:cubicBezTo>
                    <a:cubicBezTo>
                      <a:pt x="132" y="2385"/>
                      <a:pt x="132" y="2385"/>
                      <a:pt x="133" y="2385"/>
                    </a:cubicBezTo>
                    <a:cubicBezTo>
                      <a:pt x="136" y="2385"/>
                      <a:pt x="139" y="2385"/>
                      <a:pt x="141" y="2385"/>
                    </a:cubicBezTo>
                    <a:cubicBezTo>
                      <a:pt x="144" y="2386"/>
                      <a:pt x="147" y="2386"/>
                      <a:pt x="150" y="2386"/>
                    </a:cubicBezTo>
                    <a:cubicBezTo>
                      <a:pt x="151" y="2386"/>
                      <a:pt x="153" y="2386"/>
                      <a:pt x="154" y="2386"/>
                    </a:cubicBezTo>
                    <a:cubicBezTo>
                      <a:pt x="155" y="2386"/>
                      <a:pt x="157" y="2386"/>
                      <a:pt x="159" y="2386"/>
                    </a:cubicBezTo>
                    <a:cubicBezTo>
                      <a:pt x="161" y="2387"/>
                      <a:pt x="164" y="2389"/>
                      <a:pt x="167" y="2389"/>
                    </a:cubicBezTo>
                    <a:cubicBezTo>
                      <a:pt x="170" y="2389"/>
                      <a:pt x="172" y="2389"/>
                      <a:pt x="174" y="2390"/>
                    </a:cubicBezTo>
                    <a:cubicBezTo>
                      <a:pt x="177" y="2390"/>
                      <a:pt x="179" y="2392"/>
                      <a:pt x="182" y="2392"/>
                    </a:cubicBezTo>
                    <a:cubicBezTo>
                      <a:pt x="183" y="2393"/>
                      <a:pt x="184" y="2392"/>
                      <a:pt x="185" y="2392"/>
                    </a:cubicBezTo>
                    <a:cubicBezTo>
                      <a:pt x="187" y="2392"/>
                      <a:pt x="188" y="2392"/>
                      <a:pt x="190" y="2392"/>
                    </a:cubicBezTo>
                    <a:cubicBezTo>
                      <a:pt x="191" y="2392"/>
                      <a:pt x="193" y="2392"/>
                      <a:pt x="194" y="2393"/>
                    </a:cubicBezTo>
                    <a:cubicBezTo>
                      <a:pt x="197" y="2394"/>
                      <a:pt x="200" y="2394"/>
                      <a:pt x="203" y="2395"/>
                    </a:cubicBezTo>
                    <a:cubicBezTo>
                      <a:pt x="206" y="2396"/>
                      <a:pt x="208" y="2397"/>
                      <a:pt x="210" y="2398"/>
                    </a:cubicBezTo>
                    <a:cubicBezTo>
                      <a:pt x="211" y="2398"/>
                      <a:pt x="214" y="2399"/>
                      <a:pt x="213" y="2401"/>
                    </a:cubicBezTo>
                    <a:cubicBezTo>
                      <a:pt x="212" y="2402"/>
                      <a:pt x="210" y="2402"/>
                      <a:pt x="209" y="2403"/>
                    </a:cubicBezTo>
                    <a:cubicBezTo>
                      <a:pt x="206" y="2403"/>
                      <a:pt x="204" y="2403"/>
                      <a:pt x="201" y="2404"/>
                    </a:cubicBezTo>
                    <a:cubicBezTo>
                      <a:pt x="198" y="2404"/>
                      <a:pt x="195" y="2404"/>
                      <a:pt x="191" y="2404"/>
                    </a:cubicBezTo>
                    <a:cubicBezTo>
                      <a:pt x="190" y="2404"/>
                      <a:pt x="188" y="2403"/>
                      <a:pt x="187" y="2405"/>
                    </a:cubicBezTo>
                    <a:cubicBezTo>
                      <a:pt x="187" y="2407"/>
                      <a:pt x="191" y="2408"/>
                      <a:pt x="193" y="2408"/>
                    </a:cubicBezTo>
                    <a:cubicBezTo>
                      <a:pt x="196" y="2409"/>
                      <a:pt x="200" y="2409"/>
                      <a:pt x="204" y="2408"/>
                    </a:cubicBezTo>
                    <a:cubicBezTo>
                      <a:pt x="208" y="2408"/>
                      <a:pt x="212" y="2408"/>
                      <a:pt x="216" y="2409"/>
                    </a:cubicBezTo>
                    <a:cubicBezTo>
                      <a:pt x="219" y="2410"/>
                      <a:pt x="222" y="2413"/>
                      <a:pt x="226" y="2414"/>
                    </a:cubicBezTo>
                    <a:cubicBezTo>
                      <a:pt x="229" y="2416"/>
                      <a:pt x="233" y="2416"/>
                      <a:pt x="237" y="2417"/>
                    </a:cubicBezTo>
                    <a:cubicBezTo>
                      <a:pt x="240" y="2417"/>
                      <a:pt x="244" y="2417"/>
                      <a:pt x="248" y="2417"/>
                    </a:cubicBezTo>
                    <a:cubicBezTo>
                      <a:pt x="252" y="2417"/>
                      <a:pt x="255" y="2418"/>
                      <a:pt x="258" y="2421"/>
                    </a:cubicBezTo>
                    <a:cubicBezTo>
                      <a:pt x="261" y="2424"/>
                      <a:pt x="264" y="2427"/>
                      <a:pt x="268" y="2428"/>
                    </a:cubicBezTo>
                    <a:cubicBezTo>
                      <a:pt x="270" y="2429"/>
                      <a:pt x="273" y="2430"/>
                      <a:pt x="276" y="2430"/>
                    </a:cubicBezTo>
                    <a:cubicBezTo>
                      <a:pt x="281" y="2431"/>
                      <a:pt x="283" y="2426"/>
                      <a:pt x="287" y="2424"/>
                    </a:cubicBezTo>
                    <a:cubicBezTo>
                      <a:pt x="290" y="2422"/>
                      <a:pt x="294" y="2422"/>
                      <a:pt x="298" y="2422"/>
                    </a:cubicBezTo>
                    <a:cubicBezTo>
                      <a:pt x="300" y="2422"/>
                      <a:pt x="303" y="2422"/>
                      <a:pt x="306" y="2422"/>
                    </a:cubicBezTo>
                    <a:cubicBezTo>
                      <a:pt x="308" y="2422"/>
                      <a:pt x="309" y="2422"/>
                      <a:pt x="311" y="2423"/>
                    </a:cubicBezTo>
                    <a:cubicBezTo>
                      <a:pt x="312" y="2423"/>
                      <a:pt x="312" y="2424"/>
                      <a:pt x="313" y="2424"/>
                    </a:cubicBezTo>
                    <a:cubicBezTo>
                      <a:pt x="315" y="2425"/>
                      <a:pt x="316" y="2425"/>
                      <a:pt x="318" y="2426"/>
                    </a:cubicBezTo>
                    <a:cubicBezTo>
                      <a:pt x="318" y="2426"/>
                      <a:pt x="319" y="2427"/>
                      <a:pt x="320" y="2428"/>
                    </a:cubicBezTo>
                    <a:cubicBezTo>
                      <a:pt x="320" y="2428"/>
                      <a:pt x="319" y="2429"/>
                      <a:pt x="319" y="2430"/>
                    </a:cubicBezTo>
                    <a:cubicBezTo>
                      <a:pt x="319" y="2430"/>
                      <a:pt x="319" y="2431"/>
                      <a:pt x="319" y="2431"/>
                    </a:cubicBezTo>
                    <a:cubicBezTo>
                      <a:pt x="318" y="2433"/>
                      <a:pt x="315" y="2431"/>
                      <a:pt x="314" y="2431"/>
                    </a:cubicBezTo>
                    <a:cubicBezTo>
                      <a:pt x="312" y="2430"/>
                      <a:pt x="310" y="2428"/>
                      <a:pt x="308" y="2427"/>
                    </a:cubicBezTo>
                    <a:cubicBezTo>
                      <a:pt x="301" y="2423"/>
                      <a:pt x="292" y="2423"/>
                      <a:pt x="286" y="2429"/>
                    </a:cubicBezTo>
                    <a:cubicBezTo>
                      <a:pt x="285" y="2430"/>
                      <a:pt x="284" y="2432"/>
                      <a:pt x="282" y="2433"/>
                    </a:cubicBezTo>
                    <a:cubicBezTo>
                      <a:pt x="281" y="2433"/>
                      <a:pt x="280" y="2434"/>
                      <a:pt x="279" y="2435"/>
                    </a:cubicBezTo>
                    <a:cubicBezTo>
                      <a:pt x="278" y="2435"/>
                      <a:pt x="277" y="2435"/>
                      <a:pt x="276" y="2435"/>
                    </a:cubicBezTo>
                    <a:cubicBezTo>
                      <a:pt x="274" y="2434"/>
                      <a:pt x="272" y="2434"/>
                      <a:pt x="271" y="2434"/>
                    </a:cubicBezTo>
                    <a:cubicBezTo>
                      <a:pt x="267" y="2433"/>
                      <a:pt x="264" y="2431"/>
                      <a:pt x="262" y="2429"/>
                    </a:cubicBezTo>
                    <a:cubicBezTo>
                      <a:pt x="261" y="2427"/>
                      <a:pt x="259" y="2425"/>
                      <a:pt x="257" y="2424"/>
                    </a:cubicBezTo>
                    <a:cubicBezTo>
                      <a:pt x="256" y="2423"/>
                      <a:pt x="254" y="2422"/>
                      <a:pt x="252" y="2422"/>
                    </a:cubicBezTo>
                    <a:cubicBezTo>
                      <a:pt x="250" y="2421"/>
                      <a:pt x="248" y="2422"/>
                      <a:pt x="245" y="2422"/>
                    </a:cubicBezTo>
                    <a:cubicBezTo>
                      <a:pt x="242" y="2422"/>
                      <a:pt x="238" y="2421"/>
                      <a:pt x="235" y="2420"/>
                    </a:cubicBezTo>
                    <a:cubicBezTo>
                      <a:pt x="232" y="2420"/>
                      <a:pt x="228" y="2420"/>
                      <a:pt x="225" y="2420"/>
                    </a:cubicBezTo>
                    <a:cubicBezTo>
                      <a:pt x="224" y="2419"/>
                      <a:pt x="222" y="2419"/>
                      <a:pt x="221" y="2420"/>
                    </a:cubicBezTo>
                    <a:cubicBezTo>
                      <a:pt x="220" y="2422"/>
                      <a:pt x="222" y="2424"/>
                      <a:pt x="223" y="2426"/>
                    </a:cubicBezTo>
                    <a:cubicBezTo>
                      <a:pt x="225" y="2427"/>
                      <a:pt x="228" y="2428"/>
                      <a:pt x="230" y="2430"/>
                    </a:cubicBezTo>
                    <a:cubicBezTo>
                      <a:pt x="232" y="2431"/>
                      <a:pt x="233" y="2433"/>
                      <a:pt x="234" y="2435"/>
                    </a:cubicBezTo>
                    <a:cubicBezTo>
                      <a:pt x="235" y="2437"/>
                      <a:pt x="233" y="2438"/>
                      <a:pt x="232" y="2438"/>
                    </a:cubicBezTo>
                    <a:cubicBezTo>
                      <a:pt x="229" y="2438"/>
                      <a:pt x="227" y="2436"/>
                      <a:pt x="226" y="2434"/>
                    </a:cubicBezTo>
                    <a:cubicBezTo>
                      <a:pt x="224" y="2432"/>
                      <a:pt x="222" y="2429"/>
                      <a:pt x="221" y="2427"/>
                    </a:cubicBezTo>
                    <a:cubicBezTo>
                      <a:pt x="219" y="2425"/>
                      <a:pt x="218" y="2423"/>
                      <a:pt x="217" y="2421"/>
                    </a:cubicBezTo>
                    <a:cubicBezTo>
                      <a:pt x="216" y="2420"/>
                      <a:pt x="215" y="2420"/>
                      <a:pt x="214" y="2420"/>
                    </a:cubicBezTo>
                    <a:cubicBezTo>
                      <a:pt x="213" y="2420"/>
                      <a:pt x="212" y="2421"/>
                      <a:pt x="212" y="2422"/>
                    </a:cubicBezTo>
                    <a:cubicBezTo>
                      <a:pt x="211" y="2423"/>
                      <a:pt x="210" y="2425"/>
                      <a:pt x="209" y="2426"/>
                    </a:cubicBezTo>
                    <a:cubicBezTo>
                      <a:pt x="209" y="2428"/>
                      <a:pt x="208" y="2430"/>
                      <a:pt x="206" y="2432"/>
                    </a:cubicBezTo>
                    <a:cubicBezTo>
                      <a:pt x="206" y="2433"/>
                      <a:pt x="205" y="2434"/>
                      <a:pt x="204" y="2435"/>
                    </a:cubicBezTo>
                    <a:cubicBezTo>
                      <a:pt x="203" y="2435"/>
                      <a:pt x="202" y="2434"/>
                      <a:pt x="202" y="2434"/>
                    </a:cubicBezTo>
                    <a:cubicBezTo>
                      <a:pt x="201" y="2433"/>
                      <a:pt x="202" y="2431"/>
                      <a:pt x="202" y="2430"/>
                    </a:cubicBezTo>
                    <a:cubicBezTo>
                      <a:pt x="203" y="2428"/>
                      <a:pt x="205" y="2425"/>
                      <a:pt x="207" y="2423"/>
                    </a:cubicBezTo>
                    <a:cubicBezTo>
                      <a:pt x="208" y="2422"/>
                      <a:pt x="209" y="2420"/>
                      <a:pt x="209" y="2418"/>
                    </a:cubicBezTo>
                    <a:cubicBezTo>
                      <a:pt x="209" y="2416"/>
                      <a:pt x="209" y="2415"/>
                      <a:pt x="208" y="2414"/>
                    </a:cubicBezTo>
                    <a:cubicBezTo>
                      <a:pt x="206" y="2412"/>
                      <a:pt x="204" y="2412"/>
                      <a:pt x="201" y="2412"/>
                    </a:cubicBezTo>
                    <a:cubicBezTo>
                      <a:pt x="198" y="2411"/>
                      <a:pt x="194" y="2411"/>
                      <a:pt x="190" y="2412"/>
                    </a:cubicBezTo>
                    <a:cubicBezTo>
                      <a:pt x="188" y="2412"/>
                      <a:pt x="186" y="2412"/>
                      <a:pt x="184" y="2413"/>
                    </a:cubicBezTo>
                    <a:cubicBezTo>
                      <a:pt x="182" y="2414"/>
                      <a:pt x="179" y="2414"/>
                      <a:pt x="177" y="2414"/>
                    </a:cubicBezTo>
                    <a:cubicBezTo>
                      <a:pt x="176" y="2415"/>
                      <a:pt x="175" y="2415"/>
                      <a:pt x="174" y="2415"/>
                    </a:cubicBezTo>
                    <a:cubicBezTo>
                      <a:pt x="172" y="2415"/>
                      <a:pt x="171" y="2417"/>
                      <a:pt x="169" y="2416"/>
                    </a:cubicBezTo>
                    <a:cubicBezTo>
                      <a:pt x="168" y="2415"/>
                      <a:pt x="170" y="2413"/>
                      <a:pt x="171" y="2413"/>
                    </a:cubicBezTo>
                    <a:cubicBezTo>
                      <a:pt x="174" y="2412"/>
                      <a:pt x="176" y="2413"/>
                      <a:pt x="179" y="2411"/>
                    </a:cubicBezTo>
                    <a:cubicBezTo>
                      <a:pt x="180" y="2411"/>
                      <a:pt x="182" y="2410"/>
                      <a:pt x="182" y="2408"/>
                    </a:cubicBezTo>
                    <a:cubicBezTo>
                      <a:pt x="182" y="2407"/>
                      <a:pt x="181" y="2406"/>
                      <a:pt x="180" y="2406"/>
                    </a:cubicBezTo>
                    <a:cubicBezTo>
                      <a:pt x="179" y="2405"/>
                      <a:pt x="178" y="2403"/>
                      <a:pt x="176" y="2402"/>
                    </a:cubicBezTo>
                    <a:cubicBezTo>
                      <a:pt x="174" y="2401"/>
                      <a:pt x="172" y="2400"/>
                      <a:pt x="170" y="2399"/>
                    </a:cubicBezTo>
                    <a:cubicBezTo>
                      <a:pt x="166" y="2397"/>
                      <a:pt x="163" y="2395"/>
                      <a:pt x="160" y="2393"/>
                    </a:cubicBezTo>
                    <a:cubicBezTo>
                      <a:pt x="158" y="2393"/>
                      <a:pt x="157" y="2392"/>
                      <a:pt x="155" y="2392"/>
                    </a:cubicBezTo>
                    <a:cubicBezTo>
                      <a:pt x="152" y="2391"/>
                      <a:pt x="149" y="2390"/>
                      <a:pt x="146" y="2390"/>
                    </a:cubicBezTo>
                    <a:cubicBezTo>
                      <a:pt x="143" y="2389"/>
                      <a:pt x="141" y="2389"/>
                      <a:pt x="138" y="2389"/>
                    </a:cubicBezTo>
                    <a:cubicBezTo>
                      <a:pt x="136" y="2390"/>
                      <a:pt x="134" y="2389"/>
                      <a:pt x="133" y="2390"/>
                    </a:cubicBezTo>
                    <a:cubicBezTo>
                      <a:pt x="131" y="2391"/>
                      <a:pt x="129" y="2392"/>
                      <a:pt x="128" y="2393"/>
                    </a:cubicBezTo>
                    <a:cubicBezTo>
                      <a:pt x="127" y="2394"/>
                      <a:pt x="127" y="2396"/>
                      <a:pt x="126" y="2397"/>
                    </a:cubicBezTo>
                    <a:cubicBezTo>
                      <a:pt x="126" y="2399"/>
                      <a:pt x="125" y="2401"/>
                      <a:pt x="124" y="2402"/>
                    </a:cubicBezTo>
                    <a:cubicBezTo>
                      <a:pt x="123" y="2403"/>
                      <a:pt x="122" y="2403"/>
                      <a:pt x="121" y="2403"/>
                    </a:cubicBezTo>
                    <a:cubicBezTo>
                      <a:pt x="119" y="2404"/>
                      <a:pt x="117" y="2405"/>
                      <a:pt x="116" y="2405"/>
                    </a:cubicBezTo>
                    <a:cubicBezTo>
                      <a:pt x="113" y="2406"/>
                      <a:pt x="111" y="2406"/>
                      <a:pt x="109" y="2406"/>
                    </a:cubicBezTo>
                    <a:cubicBezTo>
                      <a:pt x="108" y="2407"/>
                      <a:pt x="106" y="2407"/>
                      <a:pt x="104" y="2408"/>
                    </a:cubicBezTo>
                    <a:cubicBezTo>
                      <a:pt x="102" y="2408"/>
                      <a:pt x="101" y="2408"/>
                      <a:pt x="99" y="2408"/>
                    </a:cubicBezTo>
                    <a:cubicBezTo>
                      <a:pt x="97" y="2408"/>
                      <a:pt x="95" y="2409"/>
                      <a:pt x="94" y="2410"/>
                    </a:cubicBezTo>
                    <a:cubicBezTo>
                      <a:pt x="93" y="2410"/>
                      <a:pt x="91" y="2410"/>
                      <a:pt x="91" y="2412"/>
                    </a:cubicBezTo>
                    <a:cubicBezTo>
                      <a:pt x="91" y="2413"/>
                      <a:pt x="90" y="2414"/>
                      <a:pt x="92" y="2415"/>
                    </a:cubicBezTo>
                    <a:cubicBezTo>
                      <a:pt x="93" y="2415"/>
                      <a:pt x="94" y="2415"/>
                      <a:pt x="95" y="2415"/>
                    </a:cubicBezTo>
                    <a:cubicBezTo>
                      <a:pt x="97" y="2415"/>
                      <a:pt x="99" y="2416"/>
                      <a:pt x="100" y="2416"/>
                    </a:cubicBezTo>
                    <a:cubicBezTo>
                      <a:pt x="104" y="2416"/>
                      <a:pt x="107" y="2415"/>
                      <a:pt x="110" y="2415"/>
                    </a:cubicBezTo>
                    <a:cubicBezTo>
                      <a:pt x="111" y="2415"/>
                      <a:pt x="113" y="2414"/>
                      <a:pt x="114" y="2415"/>
                    </a:cubicBezTo>
                    <a:cubicBezTo>
                      <a:pt x="115" y="2416"/>
                      <a:pt x="113" y="2417"/>
                      <a:pt x="113" y="2417"/>
                    </a:cubicBezTo>
                    <a:cubicBezTo>
                      <a:pt x="110" y="2419"/>
                      <a:pt x="106" y="2418"/>
                      <a:pt x="103" y="2418"/>
                    </a:cubicBezTo>
                    <a:cubicBezTo>
                      <a:pt x="100" y="2418"/>
                      <a:pt x="99" y="2419"/>
                      <a:pt x="97" y="2420"/>
                    </a:cubicBezTo>
                    <a:cubicBezTo>
                      <a:pt x="96" y="2422"/>
                      <a:pt x="96" y="2423"/>
                      <a:pt x="97" y="2425"/>
                    </a:cubicBezTo>
                    <a:cubicBezTo>
                      <a:pt x="98" y="2426"/>
                      <a:pt x="101" y="2427"/>
                      <a:pt x="101" y="2429"/>
                    </a:cubicBezTo>
                    <a:cubicBezTo>
                      <a:pt x="100" y="2430"/>
                      <a:pt x="99" y="2432"/>
                      <a:pt x="97" y="2432"/>
                    </a:cubicBezTo>
                    <a:cubicBezTo>
                      <a:pt x="96" y="2432"/>
                      <a:pt x="94" y="2430"/>
                      <a:pt x="94" y="2429"/>
                    </a:cubicBezTo>
                    <a:cubicBezTo>
                      <a:pt x="93" y="2428"/>
                      <a:pt x="93" y="2427"/>
                      <a:pt x="93" y="2426"/>
                    </a:cubicBezTo>
                    <a:cubicBezTo>
                      <a:pt x="93" y="2426"/>
                      <a:pt x="93" y="2425"/>
                      <a:pt x="92" y="2425"/>
                    </a:cubicBezTo>
                    <a:cubicBezTo>
                      <a:pt x="91" y="2424"/>
                      <a:pt x="90" y="2427"/>
                      <a:pt x="89" y="2427"/>
                    </a:cubicBezTo>
                    <a:cubicBezTo>
                      <a:pt x="89" y="2429"/>
                      <a:pt x="88" y="2428"/>
                      <a:pt x="87" y="2427"/>
                    </a:cubicBezTo>
                    <a:cubicBezTo>
                      <a:pt x="86" y="2425"/>
                      <a:pt x="87" y="2423"/>
                      <a:pt x="87" y="2421"/>
                    </a:cubicBezTo>
                    <a:cubicBezTo>
                      <a:pt x="87" y="2419"/>
                      <a:pt x="87" y="2418"/>
                      <a:pt x="85" y="2417"/>
                    </a:cubicBezTo>
                    <a:cubicBezTo>
                      <a:pt x="83" y="2416"/>
                      <a:pt x="81" y="2416"/>
                      <a:pt x="79" y="2416"/>
                    </a:cubicBezTo>
                    <a:cubicBezTo>
                      <a:pt x="78" y="2417"/>
                      <a:pt x="77" y="2418"/>
                      <a:pt x="76" y="2419"/>
                    </a:cubicBezTo>
                    <a:cubicBezTo>
                      <a:pt x="74" y="2420"/>
                      <a:pt x="73" y="2421"/>
                      <a:pt x="72" y="2422"/>
                    </a:cubicBezTo>
                    <a:cubicBezTo>
                      <a:pt x="70" y="2423"/>
                      <a:pt x="70" y="2426"/>
                      <a:pt x="70" y="2428"/>
                    </a:cubicBezTo>
                    <a:cubicBezTo>
                      <a:pt x="69" y="2430"/>
                      <a:pt x="69" y="2432"/>
                      <a:pt x="69" y="2435"/>
                    </a:cubicBezTo>
                    <a:cubicBezTo>
                      <a:pt x="69" y="2437"/>
                      <a:pt x="69" y="2440"/>
                      <a:pt x="69" y="2442"/>
                    </a:cubicBezTo>
                    <a:cubicBezTo>
                      <a:pt x="70" y="2444"/>
                      <a:pt x="71" y="2446"/>
                      <a:pt x="73" y="2448"/>
                    </a:cubicBezTo>
                    <a:cubicBezTo>
                      <a:pt x="75" y="2449"/>
                      <a:pt x="77" y="2452"/>
                      <a:pt x="80" y="2451"/>
                    </a:cubicBezTo>
                    <a:cubicBezTo>
                      <a:pt x="83" y="2451"/>
                      <a:pt x="85" y="2448"/>
                      <a:pt x="89" y="2448"/>
                    </a:cubicBezTo>
                    <a:cubicBezTo>
                      <a:pt x="92" y="2448"/>
                      <a:pt x="95" y="2449"/>
                      <a:pt x="98" y="2450"/>
                    </a:cubicBezTo>
                    <a:cubicBezTo>
                      <a:pt x="101" y="2450"/>
                      <a:pt x="103" y="2449"/>
                      <a:pt x="106" y="2450"/>
                    </a:cubicBezTo>
                    <a:cubicBezTo>
                      <a:pt x="109" y="2450"/>
                      <a:pt x="111" y="2451"/>
                      <a:pt x="114" y="2452"/>
                    </a:cubicBezTo>
                    <a:cubicBezTo>
                      <a:pt x="116" y="2452"/>
                      <a:pt x="120" y="2452"/>
                      <a:pt x="121" y="2454"/>
                    </a:cubicBezTo>
                    <a:cubicBezTo>
                      <a:pt x="122" y="2455"/>
                      <a:pt x="122" y="2457"/>
                      <a:pt x="121" y="2458"/>
                    </a:cubicBezTo>
                    <a:cubicBezTo>
                      <a:pt x="120" y="2458"/>
                      <a:pt x="119" y="2458"/>
                      <a:pt x="118" y="2458"/>
                    </a:cubicBezTo>
                    <a:cubicBezTo>
                      <a:pt x="116" y="2458"/>
                      <a:pt x="115" y="2458"/>
                      <a:pt x="113" y="2457"/>
                    </a:cubicBezTo>
                    <a:cubicBezTo>
                      <a:pt x="109" y="2457"/>
                      <a:pt x="104" y="2457"/>
                      <a:pt x="100" y="2457"/>
                    </a:cubicBezTo>
                    <a:cubicBezTo>
                      <a:pt x="96" y="2458"/>
                      <a:pt x="93" y="2458"/>
                      <a:pt x="89" y="2457"/>
                    </a:cubicBezTo>
                    <a:cubicBezTo>
                      <a:pt x="85" y="2457"/>
                      <a:pt x="81" y="2457"/>
                      <a:pt x="78" y="2457"/>
                    </a:cubicBezTo>
                    <a:cubicBezTo>
                      <a:pt x="75" y="2457"/>
                      <a:pt x="72" y="2456"/>
                      <a:pt x="70" y="2457"/>
                    </a:cubicBezTo>
                    <a:cubicBezTo>
                      <a:pt x="69" y="2457"/>
                      <a:pt x="66" y="2458"/>
                      <a:pt x="67" y="2459"/>
                    </a:cubicBezTo>
                    <a:cubicBezTo>
                      <a:pt x="68" y="2460"/>
                      <a:pt x="69" y="2460"/>
                      <a:pt x="70" y="2460"/>
                    </a:cubicBezTo>
                    <a:cubicBezTo>
                      <a:pt x="71" y="2460"/>
                      <a:pt x="73" y="2460"/>
                      <a:pt x="74" y="2460"/>
                    </a:cubicBezTo>
                    <a:cubicBezTo>
                      <a:pt x="79" y="2460"/>
                      <a:pt x="83" y="2460"/>
                      <a:pt x="87" y="2460"/>
                    </a:cubicBezTo>
                    <a:cubicBezTo>
                      <a:pt x="92" y="2461"/>
                      <a:pt x="96" y="2460"/>
                      <a:pt x="100" y="2460"/>
                    </a:cubicBezTo>
                    <a:cubicBezTo>
                      <a:pt x="106" y="2460"/>
                      <a:pt x="112" y="2460"/>
                      <a:pt x="117" y="2463"/>
                    </a:cubicBezTo>
                    <a:cubicBezTo>
                      <a:pt x="120" y="2464"/>
                      <a:pt x="126" y="2467"/>
                      <a:pt x="126" y="2471"/>
                    </a:cubicBezTo>
                    <a:cubicBezTo>
                      <a:pt x="125" y="2474"/>
                      <a:pt x="122" y="2474"/>
                      <a:pt x="120" y="2473"/>
                    </a:cubicBezTo>
                    <a:cubicBezTo>
                      <a:pt x="117" y="2471"/>
                      <a:pt x="116" y="2469"/>
                      <a:pt x="114" y="2466"/>
                    </a:cubicBezTo>
                    <a:cubicBezTo>
                      <a:pt x="111" y="2464"/>
                      <a:pt x="108" y="2463"/>
                      <a:pt x="105" y="2463"/>
                    </a:cubicBezTo>
                    <a:cubicBezTo>
                      <a:pt x="102" y="2462"/>
                      <a:pt x="99" y="2462"/>
                      <a:pt x="97" y="2463"/>
                    </a:cubicBezTo>
                    <a:cubicBezTo>
                      <a:pt x="96" y="2463"/>
                      <a:pt x="93" y="2464"/>
                      <a:pt x="93" y="2465"/>
                    </a:cubicBezTo>
                    <a:cubicBezTo>
                      <a:pt x="93" y="2466"/>
                      <a:pt x="95" y="2467"/>
                      <a:pt x="95" y="2467"/>
                    </a:cubicBezTo>
                    <a:cubicBezTo>
                      <a:pt x="97" y="2468"/>
                      <a:pt x="98" y="2469"/>
                      <a:pt x="100" y="2470"/>
                    </a:cubicBezTo>
                    <a:cubicBezTo>
                      <a:pt x="103" y="2471"/>
                      <a:pt x="106" y="2472"/>
                      <a:pt x="109" y="2473"/>
                    </a:cubicBezTo>
                    <a:cubicBezTo>
                      <a:pt x="111" y="2474"/>
                      <a:pt x="113" y="2476"/>
                      <a:pt x="110" y="2478"/>
                    </a:cubicBezTo>
                    <a:cubicBezTo>
                      <a:pt x="107" y="2479"/>
                      <a:pt x="103" y="2477"/>
                      <a:pt x="100" y="2476"/>
                    </a:cubicBezTo>
                    <a:cubicBezTo>
                      <a:pt x="98" y="2474"/>
                      <a:pt x="95" y="2472"/>
                      <a:pt x="92" y="2474"/>
                    </a:cubicBezTo>
                    <a:cubicBezTo>
                      <a:pt x="90" y="2474"/>
                      <a:pt x="90" y="2476"/>
                      <a:pt x="90" y="2478"/>
                    </a:cubicBezTo>
                    <a:cubicBezTo>
                      <a:pt x="91" y="2481"/>
                      <a:pt x="92" y="2484"/>
                      <a:pt x="94" y="2485"/>
                    </a:cubicBezTo>
                    <a:cubicBezTo>
                      <a:pt x="97" y="2487"/>
                      <a:pt x="100" y="2487"/>
                      <a:pt x="103" y="2488"/>
                    </a:cubicBezTo>
                    <a:cubicBezTo>
                      <a:pt x="105" y="2489"/>
                      <a:pt x="106" y="2491"/>
                      <a:pt x="108" y="2492"/>
                    </a:cubicBezTo>
                    <a:cubicBezTo>
                      <a:pt x="111" y="2494"/>
                      <a:pt x="114" y="2494"/>
                      <a:pt x="116" y="2494"/>
                    </a:cubicBezTo>
                    <a:cubicBezTo>
                      <a:pt x="119" y="2495"/>
                      <a:pt x="121" y="2495"/>
                      <a:pt x="124" y="2496"/>
                    </a:cubicBezTo>
                    <a:cubicBezTo>
                      <a:pt x="125" y="2497"/>
                      <a:pt x="126" y="2497"/>
                      <a:pt x="126" y="2498"/>
                    </a:cubicBezTo>
                    <a:cubicBezTo>
                      <a:pt x="126" y="2499"/>
                      <a:pt x="127" y="2500"/>
                      <a:pt x="128" y="2501"/>
                    </a:cubicBezTo>
                    <a:cubicBezTo>
                      <a:pt x="129" y="2502"/>
                      <a:pt x="131" y="2504"/>
                      <a:pt x="134" y="2505"/>
                    </a:cubicBezTo>
                    <a:cubicBezTo>
                      <a:pt x="135" y="2505"/>
                      <a:pt x="136" y="2505"/>
                      <a:pt x="138" y="2505"/>
                    </a:cubicBezTo>
                    <a:cubicBezTo>
                      <a:pt x="140" y="2504"/>
                      <a:pt x="141" y="2502"/>
                      <a:pt x="143" y="2501"/>
                    </a:cubicBezTo>
                    <a:cubicBezTo>
                      <a:pt x="145" y="2500"/>
                      <a:pt x="147" y="2499"/>
                      <a:pt x="149" y="2499"/>
                    </a:cubicBezTo>
                    <a:cubicBezTo>
                      <a:pt x="157" y="2496"/>
                      <a:pt x="168" y="2497"/>
                      <a:pt x="171" y="2506"/>
                    </a:cubicBezTo>
                    <a:cubicBezTo>
                      <a:pt x="172" y="2507"/>
                      <a:pt x="172" y="2508"/>
                      <a:pt x="171" y="2508"/>
                    </a:cubicBezTo>
                    <a:cubicBezTo>
                      <a:pt x="171" y="2508"/>
                      <a:pt x="170" y="2507"/>
                      <a:pt x="170" y="2507"/>
                    </a:cubicBezTo>
                    <a:cubicBezTo>
                      <a:pt x="169" y="2506"/>
                      <a:pt x="169" y="2506"/>
                      <a:pt x="168" y="2505"/>
                    </a:cubicBezTo>
                    <a:cubicBezTo>
                      <a:pt x="165" y="2503"/>
                      <a:pt x="161" y="2499"/>
                      <a:pt x="158" y="2500"/>
                    </a:cubicBezTo>
                    <a:cubicBezTo>
                      <a:pt x="156" y="2501"/>
                      <a:pt x="155" y="2502"/>
                      <a:pt x="154" y="2503"/>
                    </a:cubicBezTo>
                    <a:cubicBezTo>
                      <a:pt x="152" y="2505"/>
                      <a:pt x="151" y="2506"/>
                      <a:pt x="149" y="2507"/>
                    </a:cubicBezTo>
                    <a:cubicBezTo>
                      <a:pt x="146" y="2509"/>
                      <a:pt x="142" y="2509"/>
                      <a:pt x="138" y="2508"/>
                    </a:cubicBezTo>
                    <a:cubicBezTo>
                      <a:pt x="135" y="2508"/>
                      <a:pt x="132" y="2508"/>
                      <a:pt x="129" y="2508"/>
                    </a:cubicBezTo>
                    <a:cubicBezTo>
                      <a:pt x="127" y="2508"/>
                      <a:pt x="126" y="2507"/>
                      <a:pt x="124" y="2507"/>
                    </a:cubicBezTo>
                    <a:cubicBezTo>
                      <a:pt x="123" y="2507"/>
                      <a:pt x="122" y="2506"/>
                      <a:pt x="122" y="2505"/>
                    </a:cubicBezTo>
                    <a:cubicBezTo>
                      <a:pt x="121" y="2503"/>
                      <a:pt x="121" y="2501"/>
                      <a:pt x="120" y="2500"/>
                    </a:cubicBezTo>
                    <a:cubicBezTo>
                      <a:pt x="119" y="2499"/>
                      <a:pt x="118" y="2497"/>
                      <a:pt x="116" y="2497"/>
                    </a:cubicBezTo>
                    <a:cubicBezTo>
                      <a:pt x="114" y="2496"/>
                      <a:pt x="111" y="2498"/>
                      <a:pt x="108" y="2498"/>
                    </a:cubicBezTo>
                    <a:cubicBezTo>
                      <a:pt x="105" y="2498"/>
                      <a:pt x="103" y="2496"/>
                      <a:pt x="100" y="2495"/>
                    </a:cubicBezTo>
                    <a:cubicBezTo>
                      <a:pt x="98" y="2494"/>
                      <a:pt x="95" y="2495"/>
                      <a:pt x="93" y="2496"/>
                    </a:cubicBezTo>
                    <a:cubicBezTo>
                      <a:pt x="91" y="2497"/>
                      <a:pt x="89" y="2499"/>
                      <a:pt x="86" y="2499"/>
                    </a:cubicBezTo>
                    <a:cubicBezTo>
                      <a:pt x="85" y="2499"/>
                      <a:pt x="84" y="2499"/>
                      <a:pt x="83" y="2499"/>
                    </a:cubicBezTo>
                    <a:cubicBezTo>
                      <a:pt x="81" y="2499"/>
                      <a:pt x="79" y="2499"/>
                      <a:pt x="77" y="2499"/>
                    </a:cubicBezTo>
                    <a:cubicBezTo>
                      <a:pt x="72" y="2498"/>
                      <a:pt x="68" y="2499"/>
                      <a:pt x="63" y="2499"/>
                    </a:cubicBezTo>
                    <a:cubicBezTo>
                      <a:pt x="61" y="2499"/>
                      <a:pt x="59" y="2500"/>
                      <a:pt x="59" y="2503"/>
                    </a:cubicBezTo>
                    <a:cubicBezTo>
                      <a:pt x="58" y="2511"/>
                      <a:pt x="69" y="2505"/>
                      <a:pt x="73" y="2505"/>
                    </a:cubicBezTo>
                    <a:cubicBezTo>
                      <a:pt x="76" y="2505"/>
                      <a:pt x="75" y="2508"/>
                      <a:pt x="74" y="2509"/>
                    </a:cubicBezTo>
                    <a:cubicBezTo>
                      <a:pt x="72" y="2511"/>
                      <a:pt x="71" y="2512"/>
                      <a:pt x="69" y="2511"/>
                    </a:cubicBezTo>
                    <a:cubicBezTo>
                      <a:pt x="67" y="2511"/>
                      <a:pt x="65" y="2510"/>
                      <a:pt x="63" y="2511"/>
                    </a:cubicBezTo>
                    <a:cubicBezTo>
                      <a:pt x="61" y="2513"/>
                      <a:pt x="62" y="2515"/>
                      <a:pt x="63" y="2517"/>
                    </a:cubicBezTo>
                    <a:cubicBezTo>
                      <a:pt x="64" y="2519"/>
                      <a:pt x="64" y="2520"/>
                      <a:pt x="65" y="2523"/>
                    </a:cubicBezTo>
                    <a:cubicBezTo>
                      <a:pt x="66" y="2525"/>
                      <a:pt x="67" y="2529"/>
                      <a:pt x="70" y="2530"/>
                    </a:cubicBezTo>
                    <a:cubicBezTo>
                      <a:pt x="72" y="2530"/>
                      <a:pt x="74" y="2529"/>
                      <a:pt x="75" y="2528"/>
                    </a:cubicBezTo>
                    <a:cubicBezTo>
                      <a:pt x="77" y="2527"/>
                      <a:pt x="79" y="2525"/>
                      <a:pt x="80" y="2524"/>
                    </a:cubicBezTo>
                    <a:cubicBezTo>
                      <a:pt x="84" y="2522"/>
                      <a:pt x="88" y="2522"/>
                      <a:pt x="92" y="2522"/>
                    </a:cubicBezTo>
                    <a:cubicBezTo>
                      <a:pt x="97" y="2522"/>
                      <a:pt x="102" y="2522"/>
                      <a:pt x="107" y="2522"/>
                    </a:cubicBezTo>
                    <a:cubicBezTo>
                      <a:pt x="111" y="2522"/>
                      <a:pt x="116" y="2522"/>
                      <a:pt x="121" y="2522"/>
                    </a:cubicBezTo>
                    <a:cubicBezTo>
                      <a:pt x="123" y="2523"/>
                      <a:pt x="126" y="2523"/>
                      <a:pt x="128" y="2524"/>
                    </a:cubicBezTo>
                    <a:cubicBezTo>
                      <a:pt x="132" y="2526"/>
                      <a:pt x="136" y="2528"/>
                      <a:pt x="140" y="2529"/>
                    </a:cubicBezTo>
                    <a:cubicBezTo>
                      <a:pt x="142" y="2530"/>
                      <a:pt x="144" y="2531"/>
                      <a:pt x="145" y="2531"/>
                    </a:cubicBezTo>
                    <a:cubicBezTo>
                      <a:pt x="146" y="2532"/>
                      <a:pt x="147" y="2532"/>
                      <a:pt x="146" y="2533"/>
                    </a:cubicBezTo>
                    <a:cubicBezTo>
                      <a:pt x="145" y="2533"/>
                      <a:pt x="143" y="2532"/>
                      <a:pt x="143" y="2532"/>
                    </a:cubicBezTo>
                    <a:cubicBezTo>
                      <a:pt x="141" y="2531"/>
                      <a:pt x="139" y="2530"/>
                      <a:pt x="137" y="2530"/>
                    </a:cubicBezTo>
                    <a:cubicBezTo>
                      <a:pt x="134" y="2528"/>
                      <a:pt x="130" y="2527"/>
                      <a:pt x="126" y="2527"/>
                    </a:cubicBezTo>
                    <a:cubicBezTo>
                      <a:pt x="123" y="2527"/>
                      <a:pt x="119" y="2526"/>
                      <a:pt x="116" y="2526"/>
                    </a:cubicBezTo>
                    <a:cubicBezTo>
                      <a:pt x="113" y="2525"/>
                      <a:pt x="110" y="2524"/>
                      <a:pt x="107" y="2525"/>
                    </a:cubicBezTo>
                    <a:cubicBezTo>
                      <a:pt x="105" y="2525"/>
                      <a:pt x="102" y="2526"/>
                      <a:pt x="100" y="2527"/>
                    </a:cubicBezTo>
                    <a:cubicBezTo>
                      <a:pt x="99" y="2528"/>
                      <a:pt x="99" y="2529"/>
                      <a:pt x="98" y="2530"/>
                    </a:cubicBezTo>
                    <a:cubicBezTo>
                      <a:pt x="98" y="2532"/>
                      <a:pt x="96" y="2533"/>
                      <a:pt x="95" y="2532"/>
                    </a:cubicBezTo>
                    <a:cubicBezTo>
                      <a:pt x="93" y="2531"/>
                      <a:pt x="93" y="2529"/>
                      <a:pt x="91" y="2528"/>
                    </a:cubicBezTo>
                    <a:cubicBezTo>
                      <a:pt x="89" y="2526"/>
                      <a:pt x="86" y="2526"/>
                      <a:pt x="83" y="2528"/>
                    </a:cubicBezTo>
                    <a:cubicBezTo>
                      <a:pt x="82" y="2529"/>
                      <a:pt x="82" y="2530"/>
                      <a:pt x="81" y="2531"/>
                    </a:cubicBezTo>
                    <a:cubicBezTo>
                      <a:pt x="81" y="2532"/>
                      <a:pt x="81" y="2533"/>
                      <a:pt x="80" y="2534"/>
                    </a:cubicBezTo>
                    <a:cubicBezTo>
                      <a:pt x="79" y="2535"/>
                      <a:pt x="77" y="2534"/>
                      <a:pt x="76" y="2533"/>
                    </a:cubicBezTo>
                    <a:cubicBezTo>
                      <a:pt x="75" y="2533"/>
                      <a:pt x="74" y="2533"/>
                      <a:pt x="73" y="2534"/>
                    </a:cubicBezTo>
                    <a:cubicBezTo>
                      <a:pt x="71" y="2535"/>
                      <a:pt x="69" y="2536"/>
                      <a:pt x="66" y="2536"/>
                    </a:cubicBezTo>
                    <a:cubicBezTo>
                      <a:pt x="64" y="2536"/>
                      <a:pt x="61" y="2537"/>
                      <a:pt x="59" y="2537"/>
                    </a:cubicBezTo>
                    <a:cubicBezTo>
                      <a:pt x="57" y="2537"/>
                      <a:pt x="54" y="2536"/>
                      <a:pt x="52" y="2536"/>
                    </a:cubicBezTo>
                    <a:cubicBezTo>
                      <a:pt x="50" y="2536"/>
                      <a:pt x="48" y="2538"/>
                      <a:pt x="48" y="2540"/>
                    </a:cubicBezTo>
                    <a:cubicBezTo>
                      <a:pt x="47" y="2543"/>
                      <a:pt x="50" y="2543"/>
                      <a:pt x="52" y="2545"/>
                    </a:cubicBezTo>
                    <a:cubicBezTo>
                      <a:pt x="54" y="2546"/>
                      <a:pt x="54" y="2548"/>
                      <a:pt x="56" y="2549"/>
                    </a:cubicBezTo>
                    <a:cubicBezTo>
                      <a:pt x="57" y="2550"/>
                      <a:pt x="58" y="2550"/>
                      <a:pt x="60" y="2550"/>
                    </a:cubicBezTo>
                    <a:cubicBezTo>
                      <a:pt x="60" y="2550"/>
                      <a:pt x="62" y="2551"/>
                      <a:pt x="62" y="2552"/>
                    </a:cubicBezTo>
                    <a:cubicBezTo>
                      <a:pt x="62" y="2553"/>
                      <a:pt x="61" y="2553"/>
                      <a:pt x="60" y="2553"/>
                    </a:cubicBezTo>
                    <a:cubicBezTo>
                      <a:pt x="58" y="2553"/>
                      <a:pt x="51" y="2553"/>
                      <a:pt x="55" y="2556"/>
                    </a:cubicBezTo>
                    <a:cubicBezTo>
                      <a:pt x="58" y="2558"/>
                      <a:pt x="60" y="2558"/>
                      <a:pt x="63" y="2557"/>
                    </a:cubicBezTo>
                    <a:cubicBezTo>
                      <a:pt x="67" y="2557"/>
                      <a:pt x="71" y="2558"/>
                      <a:pt x="74" y="2558"/>
                    </a:cubicBezTo>
                    <a:cubicBezTo>
                      <a:pt x="77" y="2559"/>
                      <a:pt x="80" y="2560"/>
                      <a:pt x="82" y="2561"/>
                    </a:cubicBezTo>
                    <a:cubicBezTo>
                      <a:pt x="85" y="2563"/>
                      <a:pt x="92" y="2567"/>
                      <a:pt x="89" y="2570"/>
                    </a:cubicBezTo>
                    <a:cubicBezTo>
                      <a:pt x="87" y="2572"/>
                      <a:pt x="85" y="2573"/>
                      <a:pt x="83" y="2572"/>
                    </a:cubicBezTo>
                    <a:cubicBezTo>
                      <a:pt x="80" y="2571"/>
                      <a:pt x="79" y="2568"/>
                      <a:pt x="79" y="2565"/>
                    </a:cubicBezTo>
                    <a:cubicBezTo>
                      <a:pt x="77" y="2561"/>
                      <a:pt x="74" y="2559"/>
                      <a:pt x="71" y="2559"/>
                    </a:cubicBezTo>
                    <a:cubicBezTo>
                      <a:pt x="68" y="2559"/>
                      <a:pt x="65" y="2560"/>
                      <a:pt x="63" y="2562"/>
                    </a:cubicBezTo>
                    <a:cubicBezTo>
                      <a:pt x="61" y="2563"/>
                      <a:pt x="60" y="2565"/>
                      <a:pt x="60" y="2568"/>
                    </a:cubicBezTo>
                    <a:cubicBezTo>
                      <a:pt x="60" y="2571"/>
                      <a:pt x="63" y="2572"/>
                      <a:pt x="65" y="2573"/>
                    </a:cubicBezTo>
                    <a:cubicBezTo>
                      <a:pt x="67" y="2574"/>
                      <a:pt x="69" y="2575"/>
                      <a:pt x="71" y="2575"/>
                    </a:cubicBezTo>
                    <a:cubicBezTo>
                      <a:pt x="72" y="2575"/>
                      <a:pt x="73" y="2574"/>
                      <a:pt x="75" y="2574"/>
                    </a:cubicBezTo>
                    <a:cubicBezTo>
                      <a:pt x="77" y="2573"/>
                      <a:pt x="81" y="2576"/>
                      <a:pt x="80" y="2579"/>
                    </a:cubicBezTo>
                    <a:cubicBezTo>
                      <a:pt x="79" y="2581"/>
                      <a:pt x="74" y="2580"/>
                      <a:pt x="74" y="2583"/>
                    </a:cubicBezTo>
                    <a:cubicBezTo>
                      <a:pt x="74" y="2587"/>
                      <a:pt x="77" y="2589"/>
                      <a:pt x="80" y="2588"/>
                    </a:cubicBezTo>
                    <a:cubicBezTo>
                      <a:pt x="84" y="2587"/>
                      <a:pt x="88" y="2585"/>
                      <a:pt x="91" y="2588"/>
                    </a:cubicBezTo>
                    <a:cubicBezTo>
                      <a:pt x="94" y="2590"/>
                      <a:pt x="94" y="2594"/>
                      <a:pt x="95" y="2597"/>
                    </a:cubicBezTo>
                    <a:cubicBezTo>
                      <a:pt x="98" y="2601"/>
                      <a:pt x="102" y="2603"/>
                      <a:pt x="107" y="2602"/>
                    </a:cubicBezTo>
                    <a:cubicBezTo>
                      <a:pt x="111" y="2601"/>
                      <a:pt x="114" y="2598"/>
                      <a:pt x="117" y="2595"/>
                    </a:cubicBezTo>
                    <a:cubicBezTo>
                      <a:pt x="119" y="2593"/>
                      <a:pt x="122" y="2592"/>
                      <a:pt x="124" y="2590"/>
                    </a:cubicBezTo>
                    <a:cubicBezTo>
                      <a:pt x="126" y="2590"/>
                      <a:pt x="127" y="2589"/>
                      <a:pt x="129" y="2589"/>
                    </a:cubicBezTo>
                    <a:cubicBezTo>
                      <a:pt x="131" y="2589"/>
                      <a:pt x="133" y="2589"/>
                      <a:pt x="135" y="2589"/>
                    </a:cubicBezTo>
                    <a:cubicBezTo>
                      <a:pt x="137" y="2590"/>
                      <a:pt x="139" y="2590"/>
                      <a:pt x="141" y="2589"/>
                    </a:cubicBezTo>
                    <a:cubicBezTo>
                      <a:pt x="143" y="2589"/>
                      <a:pt x="145" y="2587"/>
                      <a:pt x="146" y="2586"/>
                    </a:cubicBezTo>
                    <a:cubicBezTo>
                      <a:pt x="148" y="2584"/>
                      <a:pt x="150" y="2583"/>
                      <a:pt x="152" y="2581"/>
                    </a:cubicBezTo>
                    <a:cubicBezTo>
                      <a:pt x="153" y="2580"/>
                      <a:pt x="155" y="2579"/>
                      <a:pt x="157" y="2578"/>
                    </a:cubicBezTo>
                    <a:cubicBezTo>
                      <a:pt x="158" y="2576"/>
                      <a:pt x="158" y="2575"/>
                      <a:pt x="157" y="2573"/>
                    </a:cubicBezTo>
                    <a:cubicBezTo>
                      <a:pt x="157" y="2572"/>
                      <a:pt x="156" y="2570"/>
                      <a:pt x="157" y="2569"/>
                    </a:cubicBezTo>
                    <a:cubicBezTo>
                      <a:pt x="158" y="2568"/>
                      <a:pt x="160" y="2569"/>
                      <a:pt x="161" y="2570"/>
                    </a:cubicBezTo>
                    <a:cubicBezTo>
                      <a:pt x="163" y="2572"/>
                      <a:pt x="163" y="2575"/>
                      <a:pt x="163" y="2577"/>
                    </a:cubicBezTo>
                    <a:cubicBezTo>
                      <a:pt x="163" y="2580"/>
                      <a:pt x="160" y="2587"/>
                      <a:pt x="164" y="2588"/>
                    </a:cubicBezTo>
                    <a:cubicBezTo>
                      <a:pt x="166" y="2589"/>
                      <a:pt x="168" y="2589"/>
                      <a:pt x="170" y="2589"/>
                    </a:cubicBezTo>
                    <a:cubicBezTo>
                      <a:pt x="171" y="2589"/>
                      <a:pt x="173" y="2590"/>
                      <a:pt x="174" y="2590"/>
                    </a:cubicBezTo>
                    <a:cubicBezTo>
                      <a:pt x="177" y="2590"/>
                      <a:pt x="179" y="2588"/>
                      <a:pt x="181" y="2587"/>
                    </a:cubicBezTo>
                    <a:cubicBezTo>
                      <a:pt x="185" y="2585"/>
                      <a:pt x="188" y="2581"/>
                      <a:pt x="192" y="2580"/>
                    </a:cubicBezTo>
                    <a:cubicBezTo>
                      <a:pt x="194" y="2580"/>
                      <a:pt x="195" y="2580"/>
                      <a:pt x="195" y="2582"/>
                    </a:cubicBezTo>
                    <a:cubicBezTo>
                      <a:pt x="195" y="2584"/>
                      <a:pt x="193" y="2585"/>
                      <a:pt x="192" y="2586"/>
                    </a:cubicBezTo>
                    <a:cubicBezTo>
                      <a:pt x="190" y="2587"/>
                      <a:pt x="183" y="2590"/>
                      <a:pt x="187" y="2592"/>
                    </a:cubicBezTo>
                    <a:cubicBezTo>
                      <a:pt x="191" y="2594"/>
                      <a:pt x="195" y="2594"/>
                      <a:pt x="198" y="2592"/>
                    </a:cubicBezTo>
                    <a:cubicBezTo>
                      <a:pt x="201" y="2592"/>
                      <a:pt x="203" y="2592"/>
                      <a:pt x="206" y="2592"/>
                    </a:cubicBezTo>
                    <a:cubicBezTo>
                      <a:pt x="210" y="2593"/>
                      <a:pt x="213" y="2595"/>
                      <a:pt x="214" y="2599"/>
                    </a:cubicBezTo>
                    <a:cubicBezTo>
                      <a:pt x="215" y="2602"/>
                      <a:pt x="216" y="2604"/>
                      <a:pt x="219" y="2605"/>
                    </a:cubicBezTo>
                    <a:cubicBezTo>
                      <a:pt x="222" y="2606"/>
                      <a:pt x="225" y="2607"/>
                      <a:pt x="228" y="2609"/>
                    </a:cubicBezTo>
                    <a:cubicBezTo>
                      <a:pt x="230" y="2610"/>
                      <a:pt x="230" y="2611"/>
                      <a:pt x="232" y="2611"/>
                    </a:cubicBezTo>
                    <a:cubicBezTo>
                      <a:pt x="233" y="2612"/>
                      <a:pt x="235" y="2613"/>
                      <a:pt x="237" y="2613"/>
                    </a:cubicBezTo>
                    <a:cubicBezTo>
                      <a:pt x="239" y="2614"/>
                      <a:pt x="241" y="2614"/>
                      <a:pt x="243" y="2614"/>
                    </a:cubicBezTo>
                    <a:cubicBezTo>
                      <a:pt x="245" y="2614"/>
                      <a:pt x="245" y="2613"/>
                      <a:pt x="245" y="2612"/>
                    </a:cubicBezTo>
                    <a:cubicBezTo>
                      <a:pt x="247" y="2608"/>
                      <a:pt x="251" y="2608"/>
                      <a:pt x="254" y="2605"/>
                    </a:cubicBezTo>
                    <a:cubicBezTo>
                      <a:pt x="257" y="2603"/>
                      <a:pt x="258" y="2600"/>
                      <a:pt x="257" y="2596"/>
                    </a:cubicBezTo>
                    <a:cubicBezTo>
                      <a:pt x="257" y="2594"/>
                      <a:pt x="256" y="2592"/>
                      <a:pt x="256" y="2589"/>
                    </a:cubicBezTo>
                    <a:cubicBezTo>
                      <a:pt x="256" y="2587"/>
                      <a:pt x="256" y="2585"/>
                      <a:pt x="257" y="2583"/>
                    </a:cubicBezTo>
                    <a:cubicBezTo>
                      <a:pt x="257" y="2582"/>
                      <a:pt x="257" y="2580"/>
                      <a:pt x="257" y="2579"/>
                    </a:cubicBezTo>
                    <a:cubicBezTo>
                      <a:pt x="258" y="2578"/>
                      <a:pt x="259" y="2576"/>
                      <a:pt x="259" y="2575"/>
                    </a:cubicBezTo>
                    <a:cubicBezTo>
                      <a:pt x="260" y="2574"/>
                      <a:pt x="262" y="2566"/>
                      <a:pt x="264" y="2569"/>
                    </a:cubicBezTo>
                    <a:cubicBezTo>
                      <a:pt x="266" y="2571"/>
                      <a:pt x="265" y="2575"/>
                      <a:pt x="265" y="2577"/>
                    </a:cubicBezTo>
                    <a:cubicBezTo>
                      <a:pt x="265" y="2578"/>
                      <a:pt x="265" y="2581"/>
                      <a:pt x="267" y="2579"/>
                    </a:cubicBezTo>
                    <a:cubicBezTo>
                      <a:pt x="269" y="2577"/>
                      <a:pt x="271" y="2575"/>
                      <a:pt x="273" y="2572"/>
                    </a:cubicBezTo>
                    <a:cubicBezTo>
                      <a:pt x="275" y="2570"/>
                      <a:pt x="277" y="2568"/>
                      <a:pt x="279" y="2566"/>
                    </a:cubicBezTo>
                    <a:cubicBezTo>
                      <a:pt x="282" y="2563"/>
                      <a:pt x="284" y="2559"/>
                      <a:pt x="286" y="2554"/>
                    </a:cubicBezTo>
                    <a:cubicBezTo>
                      <a:pt x="287" y="2553"/>
                      <a:pt x="292" y="2544"/>
                      <a:pt x="294" y="2545"/>
                    </a:cubicBezTo>
                    <a:cubicBezTo>
                      <a:pt x="295" y="2546"/>
                      <a:pt x="294" y="2551"/>
                      <a:pt x="293" y="2552"/>
                    </a:cubicBezTo>
                    <a:cubicBezTo>
                      <a:pt x="293" y="2555"/>
                      <a:pt x="293" y="2557"/>
                      <a:pt x="291" y="2560"/>
                    </a:cubicBezTo>
                    <a:cubicBezTo>
                      <a:pt x="290" y="2561"/>
                      <a:pt x="289" y="2563"/>
                      <a:pt x="288" y="2564"/>
                    </a:cubicBezTo>
                    <a:cubicBezTo>
                      <a:pt x="286" y="2566"/>
                      <a:pt x="286" y="2568"/>
                      <a:pt x="285" y="2570"/>
                    </a:cubicBezTo>
                    <a:cubicBezTo>
                      <a:pt x="283" y="2574"/>
                      <a:pt x="280" y="2577"/>
                      <a:pt x="276" y="2579"/>
                    </a:cubicBezTo>
                    <a:cubicBezTo>
                      <a:pt x="273" y="2581"/>
                      <a:pt x="272" y="2583"/>
                      <a:pt x="270" y="2586"/>
                    </a:cubicBezTo>
                    <a:cubicBezTo>
                      <a:pt x="269" y="2588"/>
                      <a:pt x="268" y="2591"/>
                      <a:pt x="270" y="2593"/>
                    </a:cubicBezTo>
                    <a:cubicBezTo>
                      <a:pt x="272" y="2595"/>
                      <a:pt x="275" y="2596"/>
                      <a:pt x="278" y="2599"/>
                    </a:cubicBezTo>
                    <a:cubicBezTo>
                      <a:pt x="279" y="2600"/>
                      <a:pt x="280" y="2600"/>
                      <a:pt x="281" y="2601"/>
                    </a:cubicBezTo>
                    <a:cubicBezTo>
                      <a:pt x="283" y="2601"/>
                      <a:pt x="284" y="2601"/>
                      <a:pt x="286" y="2602"/>
                    </a:cubicBezTo>
                    <a:cubicBezTo>
                      <a:pt x="288" y="2602"/>
                      <a:pt x="289" y="2603"/>
                      <a:pt x="291" y="2603"/>
                    </a:cubicBezTo>
                    <a:cubicBezTo>
                      <a:pt x="293" y="2603"/>
                      <a:pt x="295" y="2603"/>
                      <a:pt x="298" y="2603"/>
                    </a:cubicBezTo>
                    <a:cubicBezTo>
                      <a:pt x="301" y="2603"/>
                      <a:pt x="303" y="2605"/>
                      <a:pt x="304" y="2608"/>
                    </a:cubicBezTo>
                    <a:cubicBezTo>
                      <a:pt x="305" y="2609"/>
                      <a:pt x="306" y="2609"/>
                      <a:pt x="307" y="2609"/>
                    </a:cubicBezTo>
                    <a:cubicBezTo>
                      <a:pt x="309" y="2609"/>
                      <a:pt x="310" y="2610"/>
                      <a:pt x="312" y="2610"/>
                    </a:cubicBezTo>
                    <a:cubicBezTo>
                      <a:pt x="312" y="2610"/>
                      <a:pt x="313" y="2610"/>
                      <a:pt x="314" y="2610"/>
                    </a:cubicBezTo>
                    <a:cubicBezTo>
                      <a:pt x="315" y="2610"/>
                      <a:pt x="316" y="2610"/>
                      <a:pt x="318" y="2610"/>
                    </a:cubicBezTo>
                    <a:cubicBezTo>
                      <a:pt x="319" y="2610"/>
                      <a:pt x="320" y="2610"/>
                      <a:pt x="321" y="2610"/>
                    </a:cubicBezTo>
                    <a:cubicBezTo>
                      <a:pt x="322" y="2610"/>
                      <a:pt x="324" y="2609"/>
                      <a:pt x="325" y="2608"/>
                    </a:cubicBezTo>
                    <a:cubicBezTo>
                      <a:pt x="325" y="2607"/>
                      <a:pt x="326" y="2607"/>
                      <a:pt x="327" y="2606"/>
                    </a:cubicBezTo>
                    <a:cubicBezTo>
                      <a:pt x="330" y="2604"/>
                      <a:pt x="333" y="2602"/>
                      <a:pt x="335" y="2601"/>
                    </a:cubicBezTo>
                    <a:cubicBezTo>
                      <a:pt x="337" y="2600"/>
                      <a:pt x="338" y="2599"/>
                      <a:pt x="339" y="2597"/>
                    </a:cubicBezTo>
                    <a:cubicBezTo>
                      <a:pt x="339" y="2597"/>
                      <a:pt x="340" y="2595"/>
                      <a:pt x="341" y="2596"/>
                    </a:cubicBezTo>
                    <a:cubicBezTo>
                      <a:pt x="342" y="2596"/>
                      <a:pt x="342" y="2599"/>
                      <a:pt x="342" y="2600"/>
                    </a:cubicBezTo>
                    <a:cubicBezTo>
                      <a:pt x="341" y="2602"/>
                      <a:pt x="341" y="2604"/>
                      <a:pt x="340" y="2605"/>
                    </a:cubicBezTo>
                    <a:cubicBezTo>
                      <a:pt x="338" y="2609"/>
                      <a:pt x="336" y="2611"/>
                      <a:pt x="332" y="2612"/>
                    </a:cubicBezTo>
                    <a:cubicBezTo>
                      <a:pt x="329" y="2612"/>
                      <a:pt x="326" y="2612"/>
                      <a:pt x="323" y="2613"/>
                    </a:cubicBezTo>
                    <a:cubicBezTo>
                      <a:pt x="321" y="2614"/>
                      <a:pt x="319" y="2616"/>
                      <a:pt x="316" y="2616"/>
                    </a:cubicBezTo>
                    <a:cubicBezTo>
                      <a:pt x="314" y="2616"/>
                      <a:pt x="308" y="2615"/>
                      <a:pt x="307" y="2617"/>
                    </a:cubicBezTo>
                    <a:cubicBezTo>
                      <a:pt x="305" y="2619"/>
                      <a:pt x="305" y="2621"/>
                      <a:pt x="306" y="2622"/>
                    </a:cubicBezTo>
                    <a:cubicBezTo>
                      <a:pt x="307" y="2624"/>
                      <a:pt x="308" y="2626"/>
                      <a:pt x="310" y="2627"/>
                    </a:cubicBezTo>
                    <a:cubicBezTo>
                      <a:pt x="312" y="2629"/>
                      <a:pt x="316" y="2628"/>
                      <a:pt x="318" y="2628"/>
                    </a:cubicBezTo>
                    <a:cubicBezTo>
                      <a:pt x="322" y="2628"/>
                      <a:pt x="324" y="2625"/>
                      <a:pt x="326" y="2623"/>
                    </a:cubicBezTo>
                    <a:cubicBezTo>
                      <a:pt x="329" y="2621"/>
                      <a:pt x="333" y="2620"/>
                      <a:pt x="337" y="2620"/>
                    </a:cubicBezTo>
                    <a:cubicBezTo>
                      <a:pt x="340" y="2619"/>
                      <a:pt x="342" y="2618"/>
                      <a:pt x="344" y="2617"/>
                    </a:cubicBezTo>
                    <a:cubicBezTo>
                      <a:pt x="346" y="2616"/>
                      <a:pt x="348" y="2616"/>
                      <a:pt x="351" y="2616"/>
                    </a:cubicBezTo>
                    <a:cubicBezTo>
                      <a:pt x="353" y="2617"/>
                      <a:pt x="354" y="2618"/>
                      <a:pt x="356" y="2618"/>
                    </a:cubicBezTo>
                    <a:cubicBezTo>
                      <a:pt x="358" y="2619"/>
                      <a:pt x="361" y="2619"/>
                      <a:pt x="363" y="2619"/>
                    </a:cubicBezTo>
                    <a:cubicBezTo>
                      <a:pt x="365" y="2619"/>
                      <a:pt x="367" y="2619"/>
                      <a:pt x="369" y="2619"/>
                    </a:cubicBezTo>
                    <a:cubicBezTo>
                      <a:pt x="371" y="2618"/>
                      <a:pt x="371" y="2615"/>
                      <a:pt x="370" y="2613"/>
                    </a:cubicBezTo>
                    <a:cubicBezTo>
                      <a:pt x="369" y="2609"/>
                      <a:pt x="368" y="2604"/>
                      <a:pt x="366" y="2600"/>
                    </a:cubicBezTo>
                    <a:cubicBezTo>
                      <a:pt x="364" y="2596"/>
                      <a:pt x="364" y="2591"/>
                      <a:pt x="363" y="2587"/>
                    </a:cubicBezTo>
                    <a:cubicBezTo>
                      <a:pt x="362" y="2585"/>
                      <a:pt x="361" y="2583"/>
                      <a:pt x="361" y="2581"/>
                    </a:cubicBezTo>
                    <a:cubicBezTo>
                      <a:pt x="361" y="2579"/>
                      <a:pt x="361" y="2578"/>
                      <a:pt x="363" y="2577"/>
                    </a:cubicBezTo>
                    <a:cubicBezTo>
                      <a:pt x="367" y="2574"/>
                      <a:pt x="366" y="2569"/>
                      <a:pt x="367" y="2565"/>
                    </a:cubicBezTo>
                    <a:cubicBezTo>
                      <a:pt x="367" y="2563"/>
                      <a:pt x="367" y="2560"/>
                      <a:pt x="368" y="2558"/>
                    </a:cubicBezTo>
                    <a:cubicBezTo>
                      <a:pt x="369" y="2556"/>
                      <a:pt x="371" y="2558"/>
                      <a:pt x="373" y="2558"/>
                    </a:cubicBezTo>
                    <a:cubicBezTo>
                      <a:pt x="374" y="2558"/>
                      <a:pt x="374" y="2558"/>
                      <a:pt x="375" y="2558"/>
                    </a:cubicBezTo>
                    <a:cubicBezTo>
                      <a:pt x="376" y="2557"/>
                      <a:pt x="377" y="2557"/>
                      <a:pt x="379" y="2557"/>
                    </a:cubicBezTo>
                    <a:cubicBezTo>
                      <a:pt x="379" y="2556"/>
                      <a:pt x="381" y="2556"/>
                      <a:pt x="382" y="2555"/>
                    </a:cubicBezTo>
                    <a:cubicBezTo>
                      <a:pt x="384" y="2555"/>
                      <a:pt x="384" y="2554"/>
                      <a:pt x="385" y="2553"/>
                    </a:cubicBezTo>
                    <a:cubicBezTo>
                      <a:pt x="387" y="2551"/>
                      <a:pt x="391" y="2550"/>
                      <a:pt x="393" y="2549"/>
                    </a:cubicBezTo>
                    <a:cubicBezTo>
                      <a:pt x="395" y="2548"/>
                      <a:pt x="397" y="2548"/>
                      <a:pt x="398" y="2547"/>
                    </a:cubicBezTo>
                    <a:cubicBezTo>
                      <a:pt x="399" y="2547"/>
                      <a:pt x="400" y="2547"/>
                      <a:pt x="401" y="2546"/>
                    </a:cubicBezTo>
                    <a:cubicBezTo>
                      <a:pt x="403" y="2545"/>
                      <a:pt x="404" y="2545"/>
                      <a:pt x="405" y="2543"/>
                    </a:cubicBezTo>
                    <a:cubicBezTo>
                      <a:pt x="404" y="2547"/>
                      <a:pt x="402" y="2548"/>
                      <a:pt x="399" y="2550"/>
                    </a:cubicBezTo>
                    <a:cubicBezTo>
                      <a:pt x="396" y="2552"/>
                      <a:pt x="392" y="2554"/>
                      <a:pt x="389" y="2557"/>
                    </a:cubicBezTo>
                    <a:cubicBezTo>
                      <a:pt x="387" y="2560"/>
                      <a:pt x="385" y="2562"/>
                      <a:pt x="383" y="2565"/>
                    </a:cubicBezTo>
                    <a:cubicBezTo>
                      <a:pt x="381" y="2567"/>
                      <a:pt x="378" y="2569"/>
                      <a:pt x="376" y="2572"/>
                    </a:cubicBezTo>
                    <a:cubicBezTo>
                      <a:pt x="372" y="2576"/>
                      <a:pt x="368" y="2581"/>
                      <a:pt x="369" y="2587"/>
                    </a:cubicBezTo>
                    <a:cubicBezTo>
                      <a:pt x="370" y="2590"/>
                      <a:pt x="371" y="2592"/>
                      <a:pt x="371" y="2595"/>
                    </a:cubicBezTo>
                    <a:cubicBezTo>
                      <a:pt x="372" y="2597"/>
                      <a:pt x="372" y="2600"/>
                      <a:pt x="373" y="2602"/>
                    </a:cubicBezTo>
                    <a:cubicBezTo>
                      <a:pt x="374" y="2607"/>
                      <a:pt x="378" y="2609"/>
                      <a:pt x="383" y="2609"/>
                    </a:cubicBezTo>
                    <a:cubicBezTo>
                      <a:pt x="387" y="2609"/>
                      <a:pt x="391" y="2608"/>
                      <a:pt x="395" y="2607"/>
                    </a:cubicBezTo>
                    <a:cubicBezTo>
                      <a:pt x="399" y="2607"/>
                      <a:pt x="403" y="2607"/>
                      <a:pt x="406" y="2606"/>
                    </a:cubicBezTo>
                    <a:cubicBezTo>
                      <a:pt x="408" y="2606"/>
                      <a:pt x="418" y="2604"/>
                      <a:pt x="417" y="2608"/>
                    </a:cubicBezTo>
                    <a:cubicBezTo>
                      <a:pt x="416" y="2611"/>
                      <a:pt x="411" y="2613"/>
                      <a:pt x="409" y="2613"/>
                    </a:cubicBezTo>
                    <a:cubicBezTo>
                      <a:pt x="404" y="2615"/>
                      <a:pt x="400" y="2616"/>
                      <a:pt x="395" y="2617"/>
                    </a:cubicBezTo>
                    <a:cubicBezTo>
                      <a:pt x="391" y="2617"/>
                      <a:pt x="388" y="2617"/>
                      <a:pt x="384" y="2618"/>
                    </a:cubicBezTo>
                    <a:cubicBezTo>
                      <a:pt x="381" y="2618"/>
                      <a:pt x="379" y="2620"/>
                      <a:pt x="377" y="2621"/>
                    </a:cubicBezTo>
                    <a:cubicBezTo>
                      <a:pt x="375" y="2622"/>
                      <a:pt x="372" y="2624"/>
                      <a:pt x="371" y="2626"/>
                    </a:cubicBezTo>
                    <a:cubicBezTo>
                      <a:pt x="370" y="2629"/>
                      <a:pt x="372" y="2631"/>
                      <a:pt x="373" y="2633"/>
                    </a:cubicBezTo>
                    <a:cubicBezTo>
                      <a:pt x="373" y="2634"/>
                      <a:pt x="373" y="2635"/>
                      <a:pt x="374" y="2636"/>
                    </a:cubicBezTo>
                    <a:cubicBezTo>
                      <a:pt x="370" y="2637"/>
                      <a:pt x="368" y="2636"/>
                      <a:pt x="366" y="2633"/>
                    </a:cubicBezTo>
                    <a:cubicBezTo>
                      <a:pt x="364" y="2631"/>
                      <a:pt x="362" y="2630"/>
                      <a:pt x="360" y="2629"/>
                    </a:cubicBezTo>
                    <a:cubicBezTo>
                      <a:pt x="359" y="2627"/>
                      <a:pt x="357" y="2626"/>
                      <a:pt x="356" y="2625"/>
                    </a:cubicBezTo>
                    <a:cubicBezTo>
                      <a:pt x="353" y="2624"/>
                      <a:pt x="351" y="2625"/>
                      <a:pt x="349" y="2624"/>
                    </a:cubicBezTo>
                    <a:cubicBezTo>
                      <a:pt x="343" y="2624"/>
                      <a:pt x="339" y="2628"/>
                      <a:pt x="333" y="2629"/>
                    </a:cubicBezTo>
                    <a:cubicBezTo>
                      <a:pt x="332" y="2630"/>
                      <a:pt x="330" y="2630"/>
                      <a:pt x="328" y="2631"/>
                    </a:cubicBezTo>
                    <a:cubicBezTo>
                      <a:pt x="327" y="2632"/>
                      <a:pt x="326" y="2633"/>
                      <a:pt x="325" y="2634"/>
                    </a:cubicBezTo>
                    <a:cubicBezTo>
                      <a:pt x="322" y="2636"/>
                      <a:pt x="320" y="2638"/>
                      <a:pt x="319" y="2642"/>
                    </a:cubicBezTo>
                    <a:cubicBezTo>
                      <a:pt x="319" y="2643"/>
                      <a:pt x="319" y="2644"/>
                      <a:pt x="319" y="2646"/>
                    </a:cubicBezTo>
                    <a:cubicBezTo>
                      <a:pt x="319" y="2648"/>
                      <a:pt x="319" y="2650"/>
                      <a:pt x="319" y="2652"/>
                    </a:cubicBezTo>
                    <a:cubicBezTo>
                      <a:pt x="319" y="2654"/>
                      <a:pt x="318" y="2656"/>
                      <a:pt x="318" y="2658"/>
                    </a:cubicBezTo>
                    <a:cubicBezTo>
                      <a:pt x="319" y="2660"/>
                      <a:pt x="319" y="2662"/>
                      <a:pt x="320" y="2663"/>
                    </a:cubicBezTo>
                    <a:cubicBezTo>
                      <a:pt x="322" y="2665"/>
                      <a:pt x="323" y="2665"/>
                      <a:pt x="325" y="2667"/>
                    </a:cubicBezTo>
                    <a:cubicBezTo>
                      <a:pt x="326" y="2668"/>
                      <a:pt x="328" y="2669"/>
                      <a:pt x="329" y="2671"/>
                    </a:cubicBezTo>
                    <a:cubicBezTo>
                      <a:pt x="330" y="2672"/>
                      <a:pt x="331" y="2673"/>
                      <a:pt x="332" y="2675"/>
                    </a:cubicBezTo>
                    <a:cubicBezTo>
                      <a:pt x="333" y="2677"/>
                      <a:pt x="332" y="2679"/>
                      <a:pt x="330" y="2680"/>
                    </a:cubicBezTo>
                    <a:cubicBezTo>
                      <a:pt x="329" y="2681"/>
                      <a:pt x="327" y="2682"/>
                      <a:pt x="326" y="2684"/>
                    </a:cubicBezTo>
                    <a:cubicBezTo>
                      <a:pt x="325" y="2686"/>
                      <a:pt x="325" y="2689"/>
                      <a:pt x="323" y="2690"/>
                    </a:cubicBezTo>
                    <a:cubicBezTo>
                      <a:pt x="321" y="2691"/>
                      <a:pt x="321" y="2688"/>
                      <a:pt x="322" y="2687"/>
                    </a:cubicBezTo>
                    <a:cubicBezTo>
                      <a:pt x="323" y="2683"/>
                      <a:pt x="326" y="2680"/>
                      <a:pt x="325" y="2675"/>
                    </a:cubicBezTo>
                    <a:cubicBezTo>
                      <a:pt x="324" y="2670"/>
                      <a:pt x="320" y="2668"/>
                      <a:pt x="317" y="2665"/>
                    </a:cubicBezTo>
                    <a:cubicBezTo>
                      <a:pt x="315" y="2664"/>
                      <a:pt x="314" y="2663"/>
                      <a:pt x="313" y="2662"/>
                    </a:cubicBezTo>
                    <a:cubicBezTo>
                      <a:pt x="311" y="2662"/>
                      <a:pt x="308" y="2663"/>
                      <a:pt x="307" y="2664"/>
                    </a:cubicBezTo>
                    <a:cubicBezTo>
                      <a:pt x="305" y="2665"/>
                      <a:pt x="304" y="2666"/>
                      <a:pt x="303" y="2668"/>
                    </a:cubicBezTo>
                    <a:cubicBezTo>
                      <a:pt x="301" y="2669"/>
                      <a:pt x="299" y="2670"/>
                      <a:pt x="297" y="2672"/>
                    </a:cubicBezTo>
                    <a:cubicBezTo>
                      <a:pt x="294" y="2674"/>
                      <a:pt x="291" y="2677"/>
                      <a:pt x="287" y="2679"/>
                    </a:cubicBezTo>
                    <a:cubicBezTo>
                      <a:pt x="286" y="2679"/>
                      <a:pt x="285" y="2679"/>
                      <a:pt x="284" y="2680"/>
                    </a:cubicBezTo>
                    <a:cubicBezTo>
                      <a:pt x="285" y="2669"/>
                      <a:pt x="297" y="2665"/>
                      <a:pt x="305" y="2660"/>
                    </a:cubicBezTo>
                    <a:cubicBezTo>
                      <a:pt x="309" y="2659"/>
                      <a:pt x="311" y="2656"/>
                      <a:pt x="313" y="2653"/>
                    </a:cubicBezTo>
                    <a:cubicBezTo>
                      <a:pt x="314" y="2649"/>
                      <a:pt x="314" y="2644"/>
                      <a:pt x="313" y="2640"/>
                    </a:cubicBezTo>
                    <a:cubicBezTo>
                      <a:pt x="312" y="2636"/>
                      <a:pt x="309" y="2634"/>
                      <a:pt x="305" y="2632"/>
                    </a:cubicBezTo>
                    <a:cubicBezTo>
                      <a:pt x="302" y="2630"/>
                      <a:pt x="301" y="2627"/>
                      <a:pt x="300" y="2623"/>
                    </a:cubicBezTo>
                    <a:cubicBezTo>
                      <a:pt x="298" y="2619"/>
                      <a:pt x="295" y="2615"/>
                      <a:pt x="291" y="2612"/>
                    </a:cubicBezTo>
                    <a:cubicBezTo>
                      <a:pt x="288" y="2611"/>
                      <a:pt x="284" y="2610"/>
                      <a:pt x="281" y="2608"/>
                    </a:cubicBezTo>
                    <a:cubicBezTo>
                      <a:pt x="277" y="2607"/>
                      <a:pt x="272" y="2604"/>
                      <a:pt x="268" y="2605"/>
                    </a:cubicBezTo>
                    <a:cubicBezTo>
                      <a:pt x="264" y="2605"/>
                      <a:pt x="263" y="2609"/>
                      <a:pt x="262" y="2612"/>
                    </a:cubicBezTo>
                    <a:cubicBezTo>
                      <a:pt x="261" y="2615"/>
                      <a:pt x="261" y="2620"/>
                      <a:pt x="257" y="2622"/>
                    </a:cubicBezTo>
                    <a:cubicBezTo>
                      <a:pt x="254" y="2625"/>
                      <a:pt x="250" y="2624"/>
                      <a:pt x="246" y="2624"/>
                    </a:cubicBezTo>
                    <a:cubicBezTo>
                      <a:pt x="242" y="2624"/>
                      <a:pt x="239" y="2624"/>
                      <a:pt x="236" y="2627"/>
                    </a:cubicBezTo>
                    <a:cubicBezTo>
                      <a:pt x="234" y="2628"/>
                      <a:pt x="233" y="2630"/>
                      <a:pt x="231" y="2631"/>
                    </a:cubicBezTo>
                    <a:cubicBezTo>
                      <a:pt x="230" y="2633"/>
                      <a:pt x="230" y="2634"/>
                      <a:pt x="229" y="2635"/>
                    </a:cubicBezTo>
                    <a:cubicBezTo>
                      <a:pt x="228" y="2636"/>
                      <a:pt x="228" y="2636"/>
                      <a:pt x="228" y="2635"/>
                    </a:cubicBezTo>
                    <a:cubicBezTo>
                      <a:pt x="228" y="2633"/>
                      <a:pt x="228" y="2632"/>
                      <a:pt x="228" y="2630"/>
                    </a:cubicBezTo>
                    <a:cubicBezTo>
                      <a:pt x="228" y="2629"/>
                      <a:pt x="228" y="2627"/>
                      <a:pt x="227" y="2626"/>
                    </a:cubicBezTo>
                    <a:cubicBezTo>
                      <a:pt x="226" y="2625"/>
                      <a:pt x="225" y="2626"/>
                      <a:pt x="223" y="2626"/>
                    </a:cubicBezTo>
                    <a:cubicBezTo>
                      <a:pt x="222" y="2626"/>
                      <a:pt x="215" y="2629"/>
                      <a:pt x="215" y="2626"/>
                    </a:cubicBezTo>
                    <a:cubicBezTo>
                      <a:pt x="215" y="2623"/>
                      <a:pt x="220" y="2621"/>
                      <a:pt x="218" y="2618"/>
                    </a:cubicBezTo>
                    <a:cubicBezTo>
                      <a:pt x="217" y="2616"/>
                      <a:pt x="215" y="2615"/>
                      <a:pt x="213" y="2614"/>
                    </a:cubicBezTo>
                    <a:cubicBezTo>
                      <a:pt x="211" y="2612"/>
                      <a:pt x="209" y="2611"/>
                      <a:pt x="206" y="2610"/>
                    </a:cubicBezTo>
                    <a:cubicBezTo>
                      <a:pt x="203" y="2608"/>
                      <a:pt x="200" y="2607"/>
                      <a:pt x="196" y="2607"/>
                    </a:cubicBezTo>
                    <a:cubicBezTo>
                      <a:pt x="194" y="2607"/>
                      <a:pt x="192" y="2607"/>
                      <a:pt x="190" y="2607"/>
                    </a:cubicBezTo>
                    <a:cubicBezTo>
                      <a:pt x="188" y="2607"/>
                      <a:pt x="186" y="2606"/>
                      <a:pt x="184" y="2606"/>
                    </a:cubicBezTo>
                    <a:cubicBezTo>
                      <a:pt x="180" y="2605"/>
                      <a:pt x="177" y="2603"/>
                      <a:pt x="174" y="2601"/>
                    </a:cubicBezTo>
                    <a:cubicBezTo>
                      <a:pt x="173" y="2600"/>
                      <a:pt x="172" y="2599"/>
                      <a:pt x="172" y="2599"/>
                    </a:cubicBezTo>
                    <a:cubicBezTo>
                      <a:pt x="171" y="2598"/>
                      <a:pt x="169" y="2598"/>
                      <a:pt x="168" y="2599"/>
                    </a:cubicBezTo>
                    <a:cubicBezTo>
                      <a:pt x="167" y="2599"/>
                      <a:pt x="166" y="2600"/>
                      <a:pt x="165" y="2600"/>
                    </a:cubicBezTo>
                    <a:cubicBezTo>
                      <a:pt x="164" y="2601"/>
                      <a:pt x="163" y="2601"/>
                      <a:pt x="162" y="2601"/>
                    </a:cubicBezTo>
                    <a:cubicBezTo>
                      <a:pt x="160" y="2603"/>
                      <a:pt x="158" y="2605"/>
                      <a:pt x="157" y="2607"/>
                    </a:cubicBezTo>
                    <a:cubicBezTo>
                      <a:pt x="156" y="2608"/>
                      <a:pt x="155" y="2609"/>
                      <a:pt x="155" y="2610"/>
                    </a:cubicBezTo>
                    <a:cubicBezTo>
                      <a:pt x="154" y="2610"/>
                      <a:pt x="153" y="2612"/>
                      <a:pt x="153" y="2612"/>
                    </a:cubicBezTo>
                    <a:cubicBezTo>
                      <a:pt x="151" y="2613"/>
                      <a:pt x="152" y="2608"/>
                      <a:pt x="152" y="2607"/>
                    </a:cubicBezTo>
                    <a:cubicBezTo>
                      <a:pt x="152" y="2605"/>
                      <a:pt x="151" y="2603"/>
                      <a:pt x="149" y="2602"/>
                    </a:cubicBezTo>
                    <a:cubicBezTo>
                      <a:pt x="148" y="2601"/>
                      <a:pt x="145" y="2602"/>
                      <a:pt x="144" y="2602"/>
                    </a:cubicBezTo>
                    <a:cubicBezTo>
                      <a:pt x="142" y="2602"/>
                      <a:pt x="140" y="2602"/>
                      <a:pt x="138" y="2601"/>
                    </a:cubicBezTo>
                    <a:cubicBezTo>
                      <a:pt x="137" y="2601"/>
                      <a:pt x="136" y="2601"/>
                      <a:pt x="135" y="2602"/>
                    </a:cubicBezTo>
                    <a:cubicBezTo>
                      <a:pt x="134" y="2602"/>
                      <a:pt x="133" y="2602"/>
                      <a:pt x="132" y="2602"/>
                    </a:cubicBezTo>
                    <a:cubicBezTo>
                      <a:pt x="130" y="2603"/>
                      <a:pt x="129" y="2603"/>
                      <a:pt x="128" y="2605"/>
                    </a:cubicBezTo>
                    <a:cubicBezTo>
                      <a:pt x="127" y="2606"/>
                      <a:pt x="128" y="2609"/>
                      <a:pt x="125" y="2610"/>
                    </a:cubicBezTo>
                    <a:cubicBezTo>
                      <a:pt x="123" y="2611"/>
                      <a:pt x="121" y="2610"/>
                      <a:pt x="119" y="2610"/>
                    </a:cubicBezTo>
                    <a:cubicBezTo>
                      <a:pt x="117" y="2610"/>
                      <a:pt x="115" y="2611"/>
                      <a:pt x="113" y="2611"/>
                    </a:cubicBezTo>
                    <a:cubicBezTo>
                      <a:pt x="111" y="2612"/>
                      <a:pt x="110" y="2612"/>
                      <a:pt x="108" y="2612"/>
                    </a:cubicBezTo>
                    <a:cubicBezTo>
                      <a:pt x="106" y="2612"/>
                      <a:pt x="105" y="2613"/>
                      <a:pt x="105" y="2615"/>
                    </a:cubicBezTo>
                    <a:cubicBezTo>
                      <a:pt x="104" y="2617"/>
                      <a:pt x="103" y="2621"/>
                      <a:pt x="101" y="2621"/>
                    </a:cubicBezTo>
                    <a:cubicBezTo>
                      <a:pt x="99" y="2622"/>
                      <a:pt x="99" y="2617"/>
                      <a:pt x="99" y="2616"/>
                    </a:cubicBezTo>
                    <a:cubicBezTo>
                      <a:pt x="99" y="2615"/>
                      <a:pt x="99" y="2614"/>
                      <a:pt x="97" y="2614"/>
                    </a:cubicBezTo>
                    <a:cubicBezTo>
                      <a:pt x="96" y="2614"/>
                      <a:pt x="95" y="2614"/>
                      <a:pt x="94" y="2614"/>
                    </a:cubicBezTo>
                    <a:cubicBezTo>
                      <a:pt x="91" y="2614"/>
                      <a:pt x="87" y="2613"/>
                      <a:pt x="85" y="2611"/>
                    </a:cubicBezTo>
                    <a:cubicBezTo>
                      <a:pt x="84" y="2610"/>
                      <a:pt x="82" y="2609"/>
                      <a:pt x="80" y="2608"/>
                    </a:cubicBezTo>
                    <a:cubicBezTo>
                      <a:pt x="79" y="2606"/>
                      <a:pt x="79" y="2604"/>
                      <a:pt x="78" y="2602"/>
                    </a:cubicBezTo>
                    <a:cubicBezTo>
                      <a:pt x="77" y="2599"/>
                      <a:pt x="75" y="2599"/>
                      <a:pt x="73" y="2599"/>
                    </a:cubicBezTo>
                    <a:cubicBezTo>
                      <a:pt x="70" y="2600"/>
                      <a:pt x="67" y="2600"/>
                      <a:pt x="63" y="2600"/>
                    </a:cubicBezTo>
                    <a:cubicBezTo>
                      <a:pt x="61" y="2600"/>
                      <a:pt x="59" y="2599"/>
                      <a:pt x="57" y="2598"/>
                    </a:cubicBezTo>
                    <a:cubicBezTo>
                      <a:pt x="55" y="2597"/>
                      <a:pt x="53" y="2598"/>
                      <a:pt x="51" y="2600"/>
                    </a:cubicBezTo>
                    <a:cubicBezTo>
                      <a:pt x="50" y="2601"/>
                      <a:pt x="50" y="2603"/>
                      <a:pt x="48" y="2604"/>
                    </a:cubicBezTo>
                    <a:cubicBezTo>
                      <a:pt x="46" y="2606"/>
                      <a:pt x="42" y="2606"/>
                      <a:pt x="41" y="2608"/>
                    </a:cubicBezTo>
                    <a:cubicBezTo>
                      <a:pt x="40" y="2610"/>
                      <a:pt x="41" y="2611"/>
                      <a:pt x="42" y="2613"/>
                    </a:cubicBezTo>
                    <a:cubicBezTo>
                      <a:pt x="44" y="2614"/>
                      <a:pt x="44" y="2616"/>
                      <a:pt x="45" y="2617"/>
                    </a:cubicBezTo>
                    <a:cubicBezTo>
                      <a:pt x="46" y="2620"/>
                      <a:pt x="47" y="2620"/>
                      <a:pt x="50" y="2620"/>
                    </a:cubicBezTo>
                    <a:cubicBezTo>
                      <a:pt x="53" y="2620"/>
                      <a:pt x="56" y="2619"/>
                      <a:pt x="59" y="2619"/>
                    </a:cubicBezTo>
                    <a:cubicBezTo>
                      <a:pt x="61" y="2618"/>
                      <a:pt x="65" y="2617"/>
                      <a:pt x="66" y="2618"/>
                    </a:cubicBezTo>
                    <a:cubicBezTo>
                      <a:pt x="67" y="2618"/>
                      <a:pt x="67" y="2619"/>
                      <a:pt x="68" y="2620"/>
                    </a:cubicBezTo>
                    <a:cubicBezTo>
                      <a:pt x="69" y="2621"/>
                      <a:pt x="70" y="2621"/>
                      <a:pt x="71" y="2622"/>
                    </a:cubicBezTo>
                    <a:cubicBezTo>
                      <a:pt x="72" y="2622"/>
                      <a:pt x="75" y="2622"/>
                      <a:pt x="74" y="2625"/>
                    </a:cubicBezTo>
                    <a:cubicBezTo>
                      <a:pt x="73" y="2628"/>
                      <a:pt x="68" y="2626"/>
                      <a:pt x="65" y="2626"/>
                    </a:cubicBezTo>
                    <a:cubicBezTo>
                      <a:pt x="62" y="2625"/>
                      <a:pt x="59" y="2625"/>
                      <a:pt x="56" y="2627"/>
                    </a:cubicBezTo>
                    <a:cubicBezTo>
                      <a:pt x="54" y="2628"/>
                      <a:pt x="55" y="2630"/>
                      <a:pt x="54" y="2632"/>
                    </a:cubicBezTo>
                    <a:cubicBezTo>
                      <a:pt x="54" y="2633"/>
                      <a:pt x="54" y="2635"/>
                      <a:pt x="54" y="2636"/>
                    </a:cubicBezTo>
                    <a:cubicBezTo>
                      <a:pt x="53" y="2637"/>
                      <a:pt x="53" y="2638"/>
                      <a:pt x="52" y="2639"/>
                    </a:cubicBezTo>
                    <a:cubicBezTo>
                      <a:pt x="52" y="2640"/>
                      <a:pt x="52" y="2641"/>
                      <a:pt x="52" y="2642"/>
                    </a:cubicBezTo>
                    <a:cubicBezTo>
                      <a:pt x="50" y="2639"/>
                      <a:pt x="50" y="2637"/>
                      <a:pt x="50" y="2634"/>
                    </a:cubicBezTo>
                    <a:cubicBezTo>
                      <a:pt x="50" y="2632"/>
                      <a:pt x="51" y="2629"/>
                      <a:pt x="50" y="2627"/>
                    </a:cubicBezTo>
                    <a:cubicBezTo>
                      <a:pt x="49" y="2626"/>
                      <a:pt x="47" y="2626"/>
                      <a:pt x="46" y="2625"/>
                    </a:cubicBezTo>
                    <a:cubicBezTo>
                      <a:pt x="45" y="2625"/>
                      <a:pt x="44" y="2623"/>
                      <a:pt x="43" y="2623"/>
                    </a:cubicBezTo>
                    <a:cubicBezTo>
                      <a:pt x="40" y="2621"/>
                      <a:pt x="36" y="2625"/>
                      <a:pt x="37" y="2628"/>
                    </a:cubicBezTo>
                    <a:cubicBezTo>
                      <a:pt x="37" y="2629"/>
                      <a:pt x="38" y="2631"/>
                      <a:pt x="39" y="2632"/>
                    </a:cubicBezTo>
                    <a:cubicBezTo>
                      <a:pt x="39" y="2635"/>
                      <a:pt x="39" y="2637"/>
                      <a:pt x="39" y="2640"/>
                    </a:cubicBezTo>
                    <a:cubicBezTo>
                      <a:pt x="39" y="2643"/>
                      <a:pt x="40" y="2646"/>
                      <a:pt x="40" y="2649"/>
                    </a:cubicBezTo>
                    <a:cubicBezTo>
                      <a:pt x="40" y="2651"/>
                      <a:pt x="40" y="2654"/>
                      <a:pt x="40" y="2656"/>
                    </a:cubicBezTo>
                    <a:cubicBezTo>
                      <a:pt x="42" y="2660"/>
                      <a:pt x="46" y="2657"/>
                      <a:pt x="49" y="2658"/>
                    </a:cubicBezTo>
                    <a:cubicBezTo>
                      <a:pt x="51" y="2658"/>
                      <a:pt x="51" y="2659"/>
                      <a:pt x="52" y="2661"/>
                    </a:cubicBezTo>
                    <a:cubicBezTo>
                      <a:pt x="52" y="2662"/>
                      <a:pt x="52" y="2663"/>
                      <a:pt x="53" y="2663"/>
                    </a:cubicBezTo>
                    <a:cubicBezTo>
                      <a:pt x="54" y="2663"/>
                      <a:pt x="55" y="2662"/>
                      <a:pt x="55" y="2662"/>
                    </a:cubicBezTo>
                    <a:cubicBezTo>
                      <a:pt x="56" y="2661"/>
                      <a:pt x="57" y="2660"/>
                      <a:pt x="58" y="2659"/>
                    </a:cubicBezTo>
                    <a:cubicBezTo>
                      <a:pt x="60" y="2659"/>
                      <a:pt x="62" y="2658"/>
                      <a:pt x="64" y="2660"/>
                    </a:cubicBezTo>
                    <a:cubicBezTo>
                      <a:pt x="65" y="2661"/>
                      <a:pt x="65" y="2663"/>
                      <a:pt x="66" y="2664"/>
                    </a:cubicBezTo>
                    <a:cubicBezTo>
                      <a:pt x="68" y="2665"/>
                      <a:pt x="71" y="2665"/>
                      <a:pt x="72" y="2665"/>
                    </a:cubicBezTo>
                    <a:cubicBezTo>
                      <a:pt x="75" y="2664"/>
                      <a:pt x="77" y="2663"/>
                      <a:pt x="78" y="2662"/>
                    </a:cubicBezTo>
                    <a:cubicBezTo>
                      <a:pt x="79" y="2660"/>
                      <a:pt x="80" y="2658"/>
                      <a:pt x="81" y="2656"/>
                    </a:cubicBezTo>
                    <a:cubicBezTo>
                      <a:pt x="83" y="2653"/>
                      <a:pt x="87" y="2655"/>
                      <a:pt x="91" y="2654"/>
                    </a:cubicBezTo>
                    <a:cubicBezTo>
                      <a:pt x="93" y="2653"/>
                      <a:pt x="96" y="2648"/>
                      <a:pt x="99" y="2650"/>
                    </a:cubicBezTo>
                    <a:cubicBezTo>
                      <a:pt x="100" y="2651"/>
                      <a:pt x="100" y="2653"/>
                      <a:pt x="101" y="2654"/>
                    </a:cubicBezTo>
                    <a:cubicBezTo>
                      <a:pt x="102" y="2655"/>
                      <a:pt x="103" y="2656"/>
                      <a:pt x="104" y="2656"/>
                    </a:cubicBezTo>
                    <a:cubicBezTo>
                      <a:pt x="105" y="2656"/>
                      <a:pt x="107" y="2656"/>
                      <a:pt x="107" y="2657"/>
                    </a:cubicBezTo>
                    <a:cubicBezTo>
                      <a:pt x="107" y="2658"/>
                      <a:pt x="105" y="2659"/>
                      <a:pt x="104" y="2659"/>
                    </a:cubicBezTo>
                    <a:cubicBezTo>
                      <a:pt x="101" y="2661"/>
                      <a:pt x="99" y="2662"/>
                      <a:pt x="96" y="2660"/>
                    </a:cubicBezTo>
                    <a:cubicBezTo>
                      <a:pt x="93" y="2658"/>
                      <a:pt x="90" y="2656"/>
                      <a:pt x="86" y="2658"/>
                    </a:cubicBezTo>
                    <a:cubicBezTo>
                      <a:pt x="83" y="2659"/>
                      <a:pt x="83" y="2663"/>
                      <a:pt x="81" y="2666"/>
                    </a:cubicBezTo>
                    <a:cubicBezTo>
                      <a:pt x="79" y="2668"/>
                      <a:pt x="77" y="2669"/>
                      <a:pt x="75" y="2671"/>
                    </a:cubicBezTo>
                    <a:cubicBezTo>
                      <a:pt x="73" y="2672"/>
                      <a:pt x="70" y="2673"/>
                      <a:pt x="69" y="2676"/>
                    </a:cubicBezTo>
                    <a:cubicBezTo>
                      <a:pt x="68" y="2679"/>
                      <a:pt x="70" y="2682"/>
                      <a:pt x="72" y="2685"/>
                    </a:cubicBezTo>
                    <a:cubicBezTo>
                      <a:pt x="73" y="2688"/>
                      <a:pt x="74" y="2691"/>
                      <a:pt x="76" y="2694"/>
                    </a:cubicBezTo>
                    <a:cubicBezTo>
                      <a:pt x="78" y="2697"/>
                      <a:pt x="79" y="2700"/>
                      <a:pt x="80" y="2704"/>
                    </a:cubicBezTo>
                    <a:cubicBezTo>
                      <a:pt x="80" y="2706"/>
                      <a:pt x="80" y="2710"/>
                      <a:pt x="77" y="2711"/>
                    </a:cubicBezTo>
                    <a:cubicBezTo>
                      <a:pt x="75" y="2711"/>
                      <a:pt x="74" y="2706"/>
                      <a:pt x="74" y="2705"/>
                    </a:cubicBezTo>
                    <a:cubicBezTo>
                      <a:pt x="73" y="2701"/>
                      <a:pt x="72" y="2698"/>
                      <a:pt x="71" y="2694"/>
                    </a:cubicBezTo>
                    <a:cubicBezTo>
                      <a:pt x="69" y="2689"/>
                      <a:pt x="66" y="2685"/>
                      <a:pt x="61" y="2682"/>
                    </a:cubicBezTo>
                    <a:cubicBezTo>
                      <a:pt x="55" y="2677"/>
                      <a:pt x="48" y="2673"/>
                      <a:pt x="42" y="2668"/>
                    </a:cubicBezTo>
                    <a:cubicBezTo>
                      <a:pt x="39" y="2667"/>
                      <a:pt x="37" y="2666"/>
                      <a:pt x="35" y="2664"/>
                    </a:cubicBezTo>
                    <a:cubicBezTo>
                      <a:pt x="32" y="2662"/>
                      <a:pt x="30" y="2660"/>
                      <a:pt x="28" y="2659"/>
                    </a:cubicBezTo>
                    <a:cubicBezTo>
                      <a:pt x="26" y="2658"/>
                      <a:pt x="22" y="2657"/>
                      <a:pt x="22" y="2660"/>
                    </a:cubicBezTo>
                    <a:cubicBezTo>
                      <a:pt x="22" y="2663"/>
                      <a:pt x="27" y="2665"/>
                      <a:pt x="29" y="2666"/>
                    </a:cubicBezTo>
                    <a:cubicBezTo>
                      <a:pt x="31" y="2667"/>
                      <a:pt x="34" y="2668"/>
                      <a:pt x="35" y="2671"/>
                    </a:cubicBezTo>
                    <a:cubicBezTo>
                      <a:pt x="36" y="2674"/>
                      <a:pt x="37" y="2676"/>
                      <a:pt x="39" y="2679"/>
                    </a:cubicBezTo>
                    <a:cubicBezTo>
                      <a:pt x="40" y="2680"/>
                      <a:pt x="42" y="2681"/>
                      <a:pt x="43" y="2682"/>
                    </a:cubicBezTo>
                    <a:cubicBezTo>
                      <a:pt x="44" y="2683"/>
                      <a:pt x="45" y="2683"/>
                      <a:pt x="46" y="2684"/>
                    </a:cubicBezTo>
                    <a:cubicBezTo>
                      <a:pt x="47" y="2686"/>
                      <a:pt x="46" y="2688"/>
                      <a:pt x="46" y="2690"/>
                    </a:cubicBezTo>
                    <a:cubicBezTo>
                      <a:pt x="46" y="2696"/>
                      <a:pt x="54" y="2698"/>
                      <a:pt x="58" y="2701"/>
                    </a:cubicBezTo>
                    <a:cubicBezTo>
                      <a:pt x="60" y="2702"/>
                      <a:pt x="63" y="2705"/>
                      <a:pt x="63" y="2708"/>
                    </a:cubicBezTo>
                    <a:cubicBezTo>
                      <a:pt x="63" y="2711"/>
                      <a:pt x="59" y="2711"/>
                      <a:pt x="57" y="2711"/>
                    </a:cubicBezTo>
                    <a:cubicBezTo>
                      <a:pt x="54" y="2711"/>
                      <a:pt x="50" y="2711"/>
                      <a:pt x="50" y="2714"/>
                    </a:cubicBezTo>
                    <a:cubicBezTo>
                      <a:pt x="49" y="2716"/>
                      <a:pt x="50" y="2720"/>
                      <a:pt x="50" y="2722"/>
                    </a:cubicBezTo>
                    <a:cubicBezTo>
                      <a:pt x="51" y="2725"/>
                      <a:pt x="50" y="2728"/>
                      <a:pt x="53" y="2731"/>
                    </a:cubicBezTo>
                    <a:cubicBezTo>
                      <a:pt x="55" y="2733"/>
                      <a:pt x="60" y="2733"/>
                      <a:pt x="63" y="2731"/>
                    </a:cubicBezTo>
                    <a:cubicBezTo>
                      <a:pt x="67" y="2730"/>
                      <a:pt x="69" y="2727"/>
                      <a:pt x="72" y="2724"/>
                    </a:cubicBezTo>
                    <a:cubicBezTo>
                      <a:pt x="75" y="2722"/>
                      <a:pt x="78" y="2722"/>
                      <a:pt x="82" y="2722"/>
                    </a:cubicBezTo>
                    <a:cubicBezTo>
                      <a:pt x="86" y="2722"/>
                      <a:pt x="90" y="2722"/>
                      <a:pt x="93" y="2719"/>
                    </a:cubicBezTo>
                    <a:cubicBezTo>
                      <a:pt x="96" y="2716"/>
                      <a:pt x="97" y="2712"/>
                      <a:pt x="98" y="2708"/>
                    </a:cubicBezTo>
                    <a:cubicBezTo>
                      <a:pt x="98" y="2705"/>
                      <a:pt x="99" y="2702"/>
                      <a:pt x="102" y="2701"/>
                    </a:cubicBezTo>
                    <a:cubicBezTo>
                      <a:pt x="105" y="2700"/>
                      <a:pt x="108" y="2701"/>
                      <a:pt x="110" y="2700"/>
                    </a:cubicBezTo>
                    <a:cubicBezTo>
                      <a:pt x="113" y="2699"/>
                      <a:pt x="115" y="2697"/>
                      <a:pt x="116" y="2695"/>
                    </a:cubicBezTo>
                    <a:cubicBezTo>
                      <a:pt x="118" y="2693"/>
                      <a:pt x="121" y="2689"/>
                      <a:pt x="123" y="2690"/>
                    </a:cubicBezTo>
                    <a:cubicBezTo>
                      <a:pt x="127" y="2692"/>
                      <a:pt x="117" y="2701"/>
                      <a:pt x="121" y="2703"/>
                    </a:cubicBezTo>
                    <a:cubicBezTo>
                      <a:pt x="123" y="2704"/>
                      <a:pt x="126" y="2703"/>
                      <a:pt x="128" y="2704"/>
                    </a:cubicBezTo>
                    <a:cubicBezTo>
                      <a:pt x="130" y="2706"/>
                      <a:pt x="128" y="2708"/>
                      <a:pt x="128" y="2709"/>
                    </a:cubicBezTo>
                    <a:cubicBezTo>
                      <a:pt x="127" y="2712"/>
                      <a:pt x="128" y="2714"/>
                      <a:pt x="129" y="2716"/>
                    </a:cubicBezTo>
                    <a:cubicBezTo>
                      <a:pt x="131" y="2719"/>
                      <a:pt x="132" y="2722"/>
                      <a:pt x="134" y="2724"/>
                    </a:cubicBezTo>
                    <a:cubicBezTo>
                      <a:pt x="136" y="2726"/>
                      <a:pt x="138" y="2728"/>
                      <a:pt x="140" y="2729"/>
                    </a:cubicBezTo>
                    <a:cubicBezTo>
                      <a:pt x="135" y="2733"/>
                      <a:pt x="133" y="2726"/>
                      <a:pt x="129" y="2723"/>
                    </a:cubicBezTo>
                    <a:cubicBezTo>
                      <a:pt x="125" y="2719"/>
                      <a:pt x="120" y="2727"/>
                      <a:pt x="119" y="2730"/>
                    </a:cubicBezTo>
                    <a:cubicBezTo>
                      <a:pt x="116" y="2737"/>
                      <a:pt x="115" y="2743"/>
                      <a:pt x="115" y="2750"/>
                    </a:cubicBezTo>
                    <a:cubicBezTo>
                      <a:pt x="114" y="2754"/>
                      <a:pt x="114" y="2758"/>
                      <a:pt x="112" y="2761"/>
                    </a:cubicBezTo>
                    <a:cubicBezTo>
                      <a:pt x="110" y="2766"/>
                      <a:pt x="104" y="2766"/>
                      <a:pt x="100" y="2767"/>
                    </a:cubicBezTo>
                    <a:cubicBezTo>
                      <a:pt x="97" y="2768"/>
                      <a:pt x="96" y="2770"/>
                      <a:pt x="94" y="2771"/>
                    </a:cubicBezTo>
                    <a:cubicBezTo>
                      <a:pt x="91" y="2773"/>
                      <a:pt x="88" y="2773"/>
                      <a:pt x="85" y="2772"/>
                    </a:cubicBezTo>
                    <a:cubicBezTo>
                      <a:pt x="81" y="2770"/>
                      <a:pt x="77" y="2768"/>
                      <a:pt x="75" y="2764"/>
                    </a:cubicBezTo>
                    <a:cubicBezTo>
                      <a:pt x="73" y="2760"/>
                      <a:pt x="71" y="2756"/>
                      <a:pt x="69" y="2752"/>
                    </a:cubicBezTo>
                    <a:cubicBezTo>
                      <a:pt x="67" y="2750"/>
                      <a:pt x="66" y="2747"/>
                      <a:pt x="63" y="2747"/>
                    </a:cubicBezTo>
                    <a:cubicBezTo>
                      <a:pt x="61" y="2746"/>
                      <a:pt x="59" y="2747"/>
                      <a:pt x="57" y="2748"/>
                    </a:cubicBezTo>
                    <a:cubicBezTo>
                      <a:pt x="55" y="2749"/>
                      <a:pt x="54" y="2752"/>
                      <a:pt x="53" y="2755"/>
                    </a:cubicBezTo>
                    <a:cubicBezTo>
                      <a:pt x="53" y="2758"/>
                      <a:pt x="55" y="2760"/>
                      <a:pt x="52" y="2763"/>
                    </a:cubicBezTo>
                    <a:cubicBezTo>
                      <a:pt x="50" y="2765"/>
                      <a:pt x="50" y="2766"/>
                      <a:pt x="49" y="2769"/>
                    </a:cubicBezTo>
                    <a:cubicBezTo>
                      <a:pt x="49" y="2772"/>
                      <a:pt x="48" y="2774"/>
                      <a:pt x="45" y="2773"/>
                    </a:cubicBezTo>
                    <a:cubicBezTo>
                      <a:pt x="43" y="2773"/>
                      <a:pt x="42" y="2773"/>
                      <a:pt x="40" y="2774"/>
                    </a:cubicBezTo>
                    <a:cubicBezTo>
                      <a:pt x="37" y="2775"/>
                      <a:pt x="35" y="2777"/>
                      <a:pt x="35" y="2779"/>
                    </a:cubicBezTo>
                    <a:cubicBezTo>
                      <a:pt x="34" y="2782"/>
                      <a:pt x="35" y="2785"/>
                      <a:pt x="37" y="2787"/>
                    </a:cubicBezTo>
                    <a:cubicBezTo>
                      <a:pt x="38" y="2789"/>
                      <a:pt x="39" y="2789"/>
                      <a:pt x="41" y="2790"/>
                    </a:cubicBezTo>
                    <a:cubicBezTo>
                      <a:pt x="41" y="2791"/>
                      <a:pt x="43" y="2791"/>
                      <a:pt x="43" y="2792"/>
                    </a:cubicBezTo>
                    <a:cubicBezTo>
                      <a:pt x="45" y="2794"/>
                      <a:pt x="40" y="2794"/>
                      <a:pt x="39" y="2794"/>
                    </a:cubicBezTo>
                    <a:cubicBezTo>
                      <a:pt x="36" y="2795"/>
                      <a:pt x="34" y="2795"/>
                      <a:pt x="35" y="2798"/>
                    </a:cubicBezTo>
                    <a:cubicBezTo>
                      <a:pt x="35" y="2800"/>
                      <a:pt x="35" y="2802"/>
                      <a:pt x="36" y="2803"/>
                    </a:cubicBezTo>
                    <a:cubicBezTo>
                      <a:pt x="36" y="2804"/>
                      <a:pt x="36" y="2806"/>
                      <a:pt x="37" y="2807"/>
                    </a:cubicBezTo>
                    <a:cubicBezTo>
                      <a:pt x="38" y="2809"/>
                      <a:pt x="40" y="2810"/>
                      <a:pt x="42" y="2812"/>
                    </a:cubicBezTo>
                    <a:cubicBezTo>
                      <a:pt x="44" y="2814"/>
                      <a:pt x="41" y="2814"/>
                      <a:pt x="39" y="2815"/>
                    </a:cubicBezTo>
                    <a:cubicBezTo>
                      <a:pt x="37" y="2816"/>
                      <a:pt x="35" y="2818"/>
                      <a:pt x="37" y="2820"/>
                    </a:cubicBezTo>
                    <a:cubicBezTo>
                      <a:pt x="39" y="2822"/>
                      <a:pt x="43" y="2820"/>
                      <a:pt x="45" y="2820"/>
                    </a:cubicBezTo>
                    <a:cubicBezTo>
                      <a:pt x="53" y="2818"/>
                      <a:pt x="48" y="2829"/>
                      <a:pt x="50" y="2833"/>
                    </a:cubicBezTo>
                    <a:cubicBezTo>
                      <a:pt x="51" y="2834"/>
                      <a:pt x="52" y="2836"/>
                      <a:pt x="54" y="2837"/>
                    </a:cubicBezTo>
                    <a:cubicBezTo>
                      <a:pt x="55" y="2839"/>
                      <a:pt x="57" y="2840"/>
                      <a:pt x="60" y="2840"/>
                    </a:cubicBezTo>
                    <a:cubicBezTo>
                      <a:pt x="63" y="2840"/>
                      <a:pt x="64" y="2839"/>
                      <a:pt x="65" y="2836"/>
                    </a:cubicBezTo>
                    <a:cubicBezTo>
                      <a:pt x="65" y="2833"/>
                      <a:pt x="66" y="2832"/>
                      <a:pt x="69" y="2832"/>
                    </a:cubicBezTo>
                    <a:cubicBezTo>
                      <a:pt x="72" y="2831"/>
                      <a:pt x="76" y="2830"/>
                      <a:pt x="78" y="2827"/>
                    </a:cubicBezTo>
                    <a:cubicBezTo>
                      <a:pt x="81" y="2824"/>
                      <a:pt x="83" y="2821"/>
                      <a:pt x="85" y="2818"/>
                    </a:cubicBezTo>
                    <a:cubicBezTo>
                      <a:pt x="87" y="2815"/>
                      <a:pt x="88" y="2811"/>
                      <a:pt x="90" y="2808"/>
                    </a:cubicBezTo>
                    <a:cubicBezTo>
                      <a:pt x="92" y="2804"/>
                      <a:pt x="95" y="2801"/>
                      <a:pt x="97" y="2797"/>
                    </a:cubicBezTo>
                    <a:cubicBezTo>
                      <a:pt x="100" y="2794"/>
                      <a:pt x="101" y="2791"/>
                      <a:pt x="103" y="2788"/>
                    </a:cubicBezTo>
                    <a:cubicBezTo>
                      <a:pt x="104" y="2785"/>
                      <a:pt x="107" y="2783"/>
                      <a:pt x="110" y="2784"/>
                    </a:cubicBezTo>
                    <a:cubicBezTo>
                      <a:pt x="112" y="2785"/>
                      <a:pt x="113" y="2787"/>
                      <a:pt x="112" y="2789"/>
                    </a:cubicBezTo>
                    <a:cubicBezTo>
                      <a:pt x="111" y="2792"/>
                      <a:pt x="108" y="2794"/>
                      <a:pt x="105" y="2795"/>
                    </a:cubicBezTo>
                    <a:cubicBezTo>
                      <a:pt x="101" y="2799"/>
                      <a:pt x="95" y="2802"/>
                      <a:pt x="93" y="2807"/>
                    </a:cubicBezTo>
                    <a:cubicBezTo>
                      <a:pt x="92" y="2809"/>
                      <a:pt x="93" y="2812"/>
                      <a:pt x="92" y="2815"/>
                    </a:cubicBezTo>
                    <a:cubicBezTo>
                      <a:pt x="92" y="2816"/>
                      <a:pt x="90" y="2819"/>
                      <a:pt x="91" y="2821"/>
                    </a:cubicBezTo>
                    <a:cubicBezTo>
                      <a:pt x="93" y="2822"/>
                      <a:pt x="97" y="2822"/>
                      <a:pt x="98" y="2824"/>
                    </a:cubicBezTo>
                    <a:cubicBezTo>
                      <a:pt x="99" y="2826"/>
                      <a:pt x="92" y="2828"/>
                      <a:pt x="91" y="2828"/>
                    </a:cubicBezTo>
                    <a:cubicBezTo>
                      <a:pt x="88" y="2829"/>
                      <a:pt x="85" y="2830"/>
                      <a:pt x="83" y="2833"/>
                    </a:cubicBezTo>
                    <a:cubicBezTo>
                      <a:pt x="82" y="2835"/>
                      <a:pt x="82" y="2837"/>
                      <a:pt x="81" y="2839"/>
                    </a:cubicBezTo>
                    <a:cubicBezTo>
                      <a:pt x="79" y="2841"/>
                      <a:pt x="79" y="2844"/>
                      <a:pt x="80" y="2846"/>
                    </a:cubicBezTo>
                    <a:cubicBezTo>
                      <a:pt x="82" y="2849"/>
                      <a:pt x="86" y="2847"/>
                      <a:pt x="88" y="2846"/>
                    </a:cubicBezTo>
                    <a:cubicBezTo>
                      <a:pt x="91" y="2844"/>
                      <a:pt x="94" y="2841"/>
                      <a:pt x="98" y="2840"/>
                    </a:cubicBezTo>
                    <a:cubicBezTo>
                      <a:pt x="100" y="2839"/>
                      <a:pt x="101" y="2841"/>
                      <a:pt x="100" y="2843"/>
                    </a:cubicBezTo>
                    <a:cubicBezTo>
                      <a:pt x="99" y="2845"/>
                      <a:pt x="98" y="2846"/>
                      <a:pt x="97" y="2848"/>
                    </a:cubicBezTo>
                    <a:cubicBezTo>
                      <a:pt x="97" y="2850"/>
                      <a:pt x="97" y="2852"/>
                      <a:pt x="97" y="2854"/>
                    </a:cubicBezTo>
                    <a:cubicBezTo>
                      <a:pt x="97" y="2856"/>
                      <a:pt x="97" y="2858"/>
                      <a:pt x="97" y="2860"/>
                    </a:cubicBezTo>
                    <a:cubicBezTo>
                      <a:pt x="97" y="2864"/>
                      <a:pt x="100" y="2865"/>
                      <a:pt x="103" y="2867"/>
                    </a:cubicBezTo>
                    <a:cubicBezTo>
                      <a:pt x="106" y="2869"/>
                      <a:pt x="100" y="2870"/>
                      <a:pt x="98" y="2870"/>
                    </a:cubicBezTo>
                    <a:cubicBezTo>
                      <a:pt x="95" y="2870"/>
                      <a:pt x="91" y="2871"/>
                      <a:pt x="93" y="2875"/>
                    </a:cubicBezTo>
                    <a:cubicBezTo>
                      <a:pt x="95" y="2878"/>
                      <a:pt x="96" y="2880"/>
                      <a:pt x="97" y="2883"/>
                    </a:cubicBezTo>
                    <a:cubicBezTo>
                      <a:pt x="98" y="2886"/>
                      <a:pt x="99" y="2889"/>
                      <a:pt x="103" y="2890"/>
                    </a:cubicBezTo>
                    <a:cubicBezTo>
                      <a:pt x="107" y="2891"/>
                      <a:pt x="111" y="2888"/>
                      <a:pt x="114" y="2886"/>
                    </a:cubicBezTo>
                    <a:cubicBezTo>
                      <a:pt x="117" y="2883"/>
                      <a:pt x="120" y="2881"/>
                      <a:pt x="122" y="2877"/>
                    </a:cubicBezTo>
                    <a:cubicBezTo>
                      <a:pt x="125" y="2868"/>
                      <a:pt x="119" y="2857"/>
                      <a:pt x="126" y="2850"/>
                    </a:cubicBezTo>
                    <a:cubicBezTo>
                      <a:pt x="128" y="2848"/>
                      <a:pt x="130" y="2847"/>
                      <a:pt x="131" y="2846"/>
                    </a:cubicBezTo>
                    <a:cubicBezTo>
                      <a:pt x="134" y="2843"/>
                      <a:pt x="136" y="2841"/>
                      <a:pt x="139" y="2838"/>
                    </a:cubicBezTo>
                    <a:cubicBezTo>
                      <a:pt x="141" y="2835"/>
                      <a:pt x="144" y="2833"/>
                      <a:pt x="147" y="2830"/>
                    </a:cubicBezTo>
                    <a:cubicBezTo>
                      <a:pt x="148" y="2829"/>
                      <a:pt x="149" y="2828"/>
                      <a:pt x="151" y="2828"/>
                    </a:cubicBezTo>
                    <a:cubicBezTo>
                      <a:pt x="153" y="2828"/>
                      <a:pt x="154" y="2829"/>
                      <a:pt x="155" y="2829"/>
                    </a:cubicBezTo>
                    <a:cubicBezTo>
                      <a:pt x="157" y="2829"/>
                      <a:pt x="159" y="2828"/>
                      <a:pt x="160" y="2827"/>
                    </a:cubicBezTo>
                    <a:cubicBezTo>
                      <a:pt x="164" y="2825"/>
                      <a:pt x="167" y="2823"/>
                      <a:pt x="169" y="2819"/>
                    </a:cubicBezTo>
                    <a:cubicBezTo>
                      <a:pt x="170" y="2816"/>
                      <a:pt x="171" y="2812"/>
                      <a:pt x="170" y="2809"/>
                    </a:cubicBezTo>
                    <a:cubicBezTo>
                      <a:pt x="169" y="2807"/>
                      <a:pt x="169" y="2806"/>
                      <a:pt x="168" y="2805"/>
                    </a:cubicBezTo>
                    <a:cubicBezTo>
                      <a:pt x="167" y="2804"/>
                      <a:pt x="167" y="2803"/>
                      <a:pt x="167" y="2802"/>
                    </a:cubicBezTo>
                    <a:cubicBezTo>
                      <a:pt x="168" y="2800"/>
                      <a:pt x="170" y="2800"/>
                      <a:pt x="171" y="2800"/>
                    </a:cubicBezTo>
                    <a:cubicBezTo>
                      <a:pt x="173" y="2800"/>
                      <a:pt x="176" y="2800"/>
                      <a:pt x="178" y="2800"/>
                    </a:cubicBezTo>
                    <a:cubicBezTo>
                      <a:pt x="180" y="2800"/>
                      <a:pt x="182" y="2799"/>
                      <a:pt x="183" y="2797"/>
                    </a:cubicBezTo>
                    <a:cubicBezTo>
                      <a:pt x="184" y="2796"/>
                      <a:pt x="184" y="2794"/>
                      <a:pt x="183" y="2792"/>
                    </a:cubicBezTo>
                    <a:cubicBezTo>
                      <a:pt x="183" y="2791"/>
                      <a:pt x="183" y="2788"/>
                      <a:pt x="184" y="2787"/>
                    </a:cubicBezTo>
                    <a:cubicBezTo>
                      <a:pt x="184" y="2786"/>
                      <a:pt x="185" y="2787"/>
                      <a:pt x="186" y="2788"/>
                    </a:cubicBezTo>
                    <a:cubicBezTo>
                      <a:pt x="188" y="2790"/>
                      <a:pt x="188" y="2794"/>
                      <a:pt x="192" y="2795"/>
                    </a:cubicBezTo>
                    <a:cubicBezTo>
                      <a:pt x="193" y="2795"/>
                      <a:pt x="195" y="2795"/>
                      <a:pt x="196" y="2795"/>
                    </a:cubicBezTo>
                    <a:cubicBezTo>
                      <a:pt x="198" y="2795"/>
                      <a:pt x="199" y="2795"/>
                      <a:pt x="201" y="2794"/>
                    </a:cubicBezTo>
                    <a:cubicBezTo>
                      <a:pt x="204" y="2794"/>
                      <a:pt x="207" y="2794"/>
                      <a:pt x="210" y="2792"/>
                    </a:cubicBezTo>
                    <a:cubicBezTo>
                      <a:pt x="213" y="2791"/>
                      <a:pt x="215" y="2790"/>
                      <a:pt x="218" y="2790"/>
                    </a:cubicBezTo>
                    <a:cubicBezTo>
                      <a:pt x="222" y="2790"/>
                      <a:pt x="225" y="2790"/>
                      <a:pt x="227" y="2788"/>
                    </a:cubicBezTo>
                    <a:cubicBezTo>
                      <a:pt x="229" y="2787"/>
                      <a:pt x="230" y="2783"/>
                      <a:pt x="232" y="2783"/>
                    </a:cubicBezTo>
                    <a:cubicBezTo>
                      <a:pt x="235" y="2782"/>
                      <a:pt x="237" y="2784"/>
                      <a:pt x="239" y="2784"/>
                    </a:cubicBezTo>
                    <a:cubicBezTo>
                      <a:pt x="242" y="2784"/>
                      <a:pt x="242" y="2782"/>
                      <a:pt x="244" y="2780"/>
                    </a:cubicBezTo>
                    <a:cubicBezTo>
                      <a:pt x="244" y="2780"/>
                      <a:pt x="244" y="2779"/>
                      <a:pt x="244" y="2780"/>
                    </a:cubicBezTo>
                    <a:cubicBezTo>
                      <a:pt x="245" y="2781"/>
                      <a:pt x="245" y="2783"/>
                      <a:pt x="245" y="2784"/>
                    </a:cubicBezTo>
                    <a:cubicBezTo>
                      <a:pt x="245" y="2785"/>
                      <a:pt x="245" y="2790"/>
                      <a:pt x="247" y="2790"/>
                    </a:cubicBezTo>
                    <a:cubicBezTo>
                      <a:pt x="248" y="2790"/>
                      <a:pt x="249" y="2790"/>
                      <a:pt x="250" y="2789"/>
                    </a:cubicBezTo>
                    <a:cubicBezTo>
                      <a:pt x="251" y="2789"/>
                      <a:pt x="252" y="2788"/>
                      <a:pt x="254" y="2788"/>
                    </a:cubicBezTo>
                    <a:cubicBezTo>
                      <a:pt x="256" y="2787"/>
                      <a:pt x="259" y="2787"/>
                      <a:pt x="262" y="2786"/>
                    </a:cubicBezTo>
                    <a:cubicBezTo>
                      <a:pt x="265" y="2785"/>
                      <a:pt x="268" y="2784"/>
                      <a:pt x="271" y="2784"/>
                    </a:cubicBezTo>
                    <a:cubicBezTo>
                      <a:pt x="276" y="2783"/>
                      <a:pt x="280" y="2784"/>
                      <a:pt x="284" y="2785"/>
                    </a:cubicBezTo>
                    <a:cubicBezTo>
                      <a:pt x="288" y="2785"/>
                      <a:pt x="291" y="2785"/>
                      <a:pt x="295" y="2786"/>
                    </a:cubicBezTo>
                    <a:cubicBezTo>
                      <a:pt x="296" y="2786"/>
                      <a:pt x="300" y="2786"/>
                      <a:pt x="300" y="2788"/>
                    </a:cubicBezTo>
                    <a:cubicBezTo>
                      <a:pt x="302" y="2792"/>
                      <a:pt x="288" y="2790"/>
                      <a:pt x="287" y="2790"/>
                    </a:cubicBezTo>
                    <a:cubicBezTo>
                      <a:pt x="283" y="2790"/>
                      <a:pt x="280" y="2790"/>
                      <a:pt x="277" y="2789"/>
                    </a:cubicBezTo>
                    <a:cubicBezTo>
                      <a:pt x="275" y="2789"/>
                      <a:pt x="272" y="2789"/>
                      <a:pt x="270" y="2789"/>
                    </a:cubicBezTo>
                    <a:cubicBezTo>
                      <a:pt x="261" y="2791"/>
                      <a:pt x="253" y="2796"/>
                      <a:pt x="249" y="2803"/>
                    </a:cubicBezTo>
                    <a:cubicBezTo>
                      <a:pt x="247" y="2806"/>
                      <a:pt x="246" y="2809"/>
                      <a:pt x="244" y="2811"/>
                    </a:cubicBezTo>
                    <a:cubicBezTo>
                      <a:pt x="242" y="2814"/>
                      <a:pt x="240" y="2817"/>
                      <a:pt x="238" y="2820"/>
                    </a:cubicBezTo>
                    <a:cubicBezTo>
                      <a:pt x="234" y="2828"/>
                      <a:pt x="231" y="2838"/>
                      <a:pt x="228" y="2848"/>
                    </a:cubicBezTo>
                    <a:cubicBezTo>
                      <a:pt x="225" y="2855"/>
                      <a:pt x="221" y="2862"/>
                      <a:pt x="218" y="2869"/>
                    </a:cubicBezTo>
                    <a:cubicBezTo>
                      <a:pt x="217" y="2871"/>
                      <a:pt x="216" y="2873"/>
                      <a:pt x="215" y="2875"/>
                    </a:cubicBezTo>
                    <a:cubicBezTo>
                      <a:pt x="214" y="2876"/>
                      <a:pt x="213" y="2878"/>
                      <a:pt x="212" y="2879"/>
                    </a:cubicBezTo>
                    <a:cubicBezTo>
                      <a:pt x="210" y="2880"/>
                      <a:pt x="211" y="2876"/>
                      <a:pt x="211" y="2875"/>
                    </a:cubicBezTo>
                    <a:cubicBezTo>
                      <a:pt x="211" y="2866"/>
                      <a:pt x="213" y="2857"/>
                      <a:pt x="216" y="2850"/>
                    </a:cubicBezTo>
                    <a:cubicBezTo>
                      <a:pt x="218" y="2844"/>
                      <a:pt x="221" y="2838"/>
                      <a:pt x="223" y="2832"/>
                    </a:cubicBezTo>
                    <a:cubicBezTo>
                      <a:pt x="225" y="2827"/>
                      <a:pt x="227" y="2822"/>
                      <a:pt x="230" y="2818"/>
                    </a:cubicBezTo>
                    <a:cubicBezTo>
                      <a:pt x="232" y="2814"/>
                      <a:pt x="236" y="2811"/>
                      <a:pt x="236" y="2806"/>
                    </a:cubicBezTo>
                    <a:cubicBezTo>
                      <a:pt x="235" y="2801"/>
                      <a:pt x="231" y="2797"/>
                      <a:pt x="226" y="2798"/>
                    </a:cubicBezTo>
                    <a:cubicBezTo>
                      <a:pt x="225" y="2798"/>
                      <a:pt x="223" y="2799"/>
                      <a:pt x="222" y="2799"/>
                    </a:cubicBezTo>
                    <a:cubicBezTo>
                      <a:pt x="221" y="2800"/>
                      <a:pt x="220" y="2800"/>
                      <a:pt x="219" y="2800"/>
                    </a:cubicBezTo>
                    <a:cubicBezTo>
                      <a:pt x="217" y="2800"/>
                      <a:pt x="214" y="2800"/>
                      <a:pt x="212" y="2801"/>
                    </a:cubicBezTo>
                    <a:cubicBezTo>
                      <a:pt x="211" y="2801"/>
                      <a:pt x="210" y="2802"/>
                      <a:pt x="208" y="2802"/>
                    </a:cubicBezTo>
                    <a:cubicBezTo>
                      <a:pt x="207" y="2803"/>
                      <a:pt x="206" y="2803"/>
                      <a:pt x="204" y="2803"/>
                    </a:cubicBezTo>
                    <a:cubicBezTo>
                      <a:pt x="203" y="2804"/>
                      <a:pt x="201" y="2804"/>
                      <a:pt x="200" y="2805"/>
                    </a:cubicBezTo>
                    <a:cubicBezTo>
                      <a:pt x="196" y="2807"/>
                      <a:pt x="193" y="2809"/>
                      <a:pt x="190" y="2812"/>
                    </a:cubicBezTo>
                    <a:cubicBezTo>
                      <a:pt x="188" y="2814"/>
                      <a:pt x="185" y="2815"/>
                      <a:pt x="183" y="2818"/>
                    </a:cubicBezTo>
                    <a:cubicBezTo>
                      <a:pt x="182" y="2819"/>
                      <a:pt x="182" y="2820"/>
                      <a:pt x="181" y="2821"/>
                    </a:cubicBezTo>
                    <a:cubicBezTo>
                      <a:pt x="180" y="2821"/>
                      <a:pt x="178" y="2822"/>
                      <a:pt x="177" y="2823"/>
                    </a:cubicBezTo>
                    <a:cubicBezTo>
                      <a:pt x="175" y="2824"/>
                      <a:pt x="173" y="2825"/>
                      <a:pt x="172" y="2827"/>
                    </a:cubicBezTo>
                    <a:cubicBezTo>
                      <a:pt x="171" y="2828"/>
                      <a:pt x="169" y="2829"/>
                      <a:pt x="168" y="2830"/>
                    </a:cubicBezTo>
                    <a:cubicBezTo>
                      <a:pt x="167" y="2831"/>
                      <a:pt x="166" y="2831"/>
                      <a:pt x="165" y="2832"/>
                    </a:cubicBezTo>
                    <a:cubicBezTo>
                      <a:pt x="164" y="2833"/>
                      <a:pt x="164" y="2833"/>
                      <a:pt x="163" y="2834"/>
                    </a:cubicBezTo>
                    <a:cubicBezTo>
                      <a:pt x="162" y="2837"/>
                      <a:pt x="159" y="2838"/>
                      <a:pt x="157" y="2841"/>
                    </a:cubicBezTo>
                    <a:cubicBezTo>
                      <a:pt x="156" y="2842"/>
                      <a:pt x="155" y="2844"/>
                      <a:pt x="154" y="2846"/>
                    </a:cubicBezTo>
                    <a:cubicBezTo>
                      <a:pt x="154" y="2848"/>
                      <a:pt x="154" y="2850"/>
                      <a:pt x="154" y="2852"/>
                    </a:cubicBezTo>
                    <a:cubicBezTo>
                      <a:pt x="154" y="2853"/>
                      <a:pt x="153" y="2854"/>
                      <a:pt x="153" y="2855"/>
                    </a:cubicBezTo>
                    <a:cubicBezTo>
                      <a:pt x="153" y="2856"/>
                      <a:pt x="154" y="2856"/>
                      <a:pt x="154" y="2857"/>
                    </a:cubicBezTo>
                    <a:cubicBezTo>
                      <a:pt x="154" y="2859"/>
                      <a:pt x="155" y="2860"/>
                      <a:pt x="156" y="2861"/>
                    </a:cubicBezTo>
                    <a:cubicBezTo>
                      <a:pt x="157" y="2863"/>
                      <a:pt x="158" y="2865"/>
                      <a:pt x="159" y="2865"/>
                    </a:cubicBezTo>
                    <a:cubicBezTo>
                      <a:pt x="164" y="2867"/>
                      <a:pt x="167" y="2861"/>
                      <a:pt x="171" y="2860"/>
                    </a:cubicBezTo>
                    <a:cubicBezTo>
                      <a:pt x="173" y="2860"/>
                      <a:pt x="175" y="2859"/>
                      <a:pt x="176" y="2860"/>
                    </a:cubicBezTo>
                    <a:cubicBezTo>
                      <a:pt x="177" y="2861"/>
                      <a:pt x="178" y="2863"/>
                      <a:pt x="178" y="2864"/>
                    </a:cubicBezTo>
                    <a:cubicBezTo>
                      <a:pt x="177" y="2867"/>
                      <a:pt x="174" y="2867"/>
                      <a:pt x="171" y="2868"/>
                    </a:cubicBezTo>
                    <a:cubicBezTo>
                      <a:pt x="168" y="2868"/>
                      <a:pt x="165" y="2870"/>
                      <a:pt x="162" y="2870"/>
                    </a:cubicBezTo>
                    <a:cubicBezTo>
                      <a:pt x="157" y="2871"/>
                      <a:pt x="152" y="2871"/>
                      <a:pt x="148" y="2874"/>
                    </a:cubicBezTo>
                    <a:cubicBezTo>
                      <a:pt x="145" y="2876"/>
                      <a:pt x="142" y="2879"/>
                      <a:pt x="140" y="2882"/>
                    </a:cubicBezTo>
                    <a:cubicBezTo>
                      <a:pt x="138" y="2884"/>
                      <a:pt x="136" y="2886"/>
                      <a:pt x="134" y="2888"/>
                    </a:cubicBezTo>
                    <a:cubicBezTo>
                      <a:pt x="131" y="2890"/>
                      <a:pt x="128" y="2892"/>
                      <a:pt x="126" y="2896"/>
                    </a:cubicBezTo>
                    <a:cubicBezTo>
                      <a:pt x="125" y="2898"/>
                      <a:pt x="126" y="2903"/>
                      <a:pt x="122" y="2904"/>
                    </a:cubicBezTo>
                    <a:cubicBezTo>
                      <a:pt x="121" y="2905"/>
                      <a:pt x="119" y="2905"/>
                      <a:pt x="117" y="2904"/>
                    </a:cubicBezTo>
                    <a:cubicBezTo>
                      <a:pt x="115" y="2904"/>
                      <a:pt x="113" y="2905"/>
                      <a:pt x="111" y="2904"/>
                    </a:cubicBezTo>
                    <a:cubicBezTo>
                      <a:pt x="110" y="2904"/>
                      <a:pt x="108" y="2904"/>
                      <a:pt x="106" y="2904"/>
                    </a:cubicBezTo>
                    <a:cubicBezTo>
                      <a:pt x="104" y="2905"/>
                      <a:pt x="102" y="2906"/>
                      <a:pt x="100" y="2907"/>
                    </a:cubicBezTo>
                    <a:cubicBezTo>
                      <a:pt x="97" y="2907"/>
                      <a:pt x="96" y="2908"/>
                      <a:pt x="95" y="2910"/>
                    </a:cubicBezTo>
                    <a:cubicBezTo>
                      <a:pt x="94" y="2912"/>
                      <a:pt x="94" y="2913"/>
                      <a:pt x="92" y="2914"/>
                    </a:cubicBezTo>
                    <a:cubicBezTo>
                      <a:pt x="90" y="2915"/>
                      <a:pt x="88" y="2916"/>
                      <a:pt x="87" y="2917"/>
                    </a:cubicBezTo>
                    <a:cubicBezTo>
                      <a:pt x="85" y="2918"/>
                      <a:pt x="83" y="2919"/>
                      <a:pt x="82" y="2921"/>
                    </a:cubicBezTo>
                    <a:cubicBezTo>
                      <a:pt x="81" y="2922"/>
                      <a:pt x="81" y="2922"/>
                      <a:pt x="80" y="2923"/>
                    </a:cubicBezTo>
                    <a:cubicBezTo>
                      <a:pt x="80" y="2924"/>
                      <a:pt x="80" y="2925"/>
                      <a:pt x="79" y="2926"/>
                    </a:cubicBezTo>
                    <a:cubicBezTo>
                      <a:pt x="82" y="2928"/>
                      <a:pt x="84" y="2927"/>
                      <a:pt x="87" y="2928"/>
                    </a:cubicBezTo>
                    <a:cubicBezTo>
                      <a:pt x="90" y="2928"/>
                      <a:pt x="92" y="2930"/>
                      <a:pt x="93" y="2932"/>
                    </a:cubicBezTo>
                    <a:cubicBezTo>
                      <a:pt x="95" y="2934"/>
                      <a:pt x="95" y="2936"/>
                      <a:pt x="97" y="2938"/>
                    </a:cubicBezTo>
                    <a:cubicBezTo>
                      <a:pt x="98" y="2940"/>
                      <a:pt x="100" y="2941"/>
                      <a:pt x="102" y="2943"/>
                    </a:cubicBezTo>
                    <a:cubicBezTo>
                      <a:pt x="103" y="2944"/>
                      <a:pt x="104" y="2948"/>
                      <a:pt x="106" y="2948"/>
                    </a:cubicBezTo>
                    <a:cubicBezTo>
                      <a:pt x="108" y="2949"/>
                      <a:pt x="111" y="2944"/>
                      <a:pt x="113" y="2943"/>
                    </a:cubicBezTo>
                    <a:cubicBezTo>
                      <a:pt x="116" y="2940"/>
                      <a:pt x="119" y="2937"/>
                      <a:pt x="121" y="2932"/>
                    </a:cubicBezTo>
                    <a:cubicBezTo>
                      <a:pt x="121" y="2931"/>
                      <a:pt x="123" y="2928"/>
                      <a:pt x="124" y="2931"/>
                    </a:cubicBezTo>
                    <a:cubicBezTo>
                      <a:pt x="125" y="2935"/>
                      <a:pt x="122" y="2939"/>
                      <a:pt x="120" y="2941"/>
                    </a:cubicBezTo>
                    <a:cubicBezTo>
                      <a:pt x="118" y="2943"/>
                      <a:pt x="118" y="2946"/>
                      <a:pt x="118" y="2949"/>
                    </a:cubicBezTo>
                    <a:cubicBezTo>
                      <a:pt x="119" y="2953"/>
                      <a:pt x="121" y="2954"/>
                      <a:pt x="125" y="2955"/>
                    </a:cubicBezTo>
                    <a:cubicBezTo>
                      <a:pt x="128" y="2955"/>
                      <a:pt x="131" y="2955"/>
                      <a:pt x="134" y="2955"/>
                    </a:cubicBezTo>
                    <a:cubicBezTo>
                      <a:pt x="137" y="2954"/>
                      <a:pt x="140" y="2953"/>
                      <a:pt x="142" y="2952"/>
                    </a:cubicBezTo>
                    <a:cubicBezTo>
                      <a:pt x="149" y="2950"/>
                      <a:pt x="156" y="2946"/>
                      <a:pt x="162" y="2942"/>
                    </a:cubicBezTo>
                    <a:cubicBezTo>
                      <a:pt x="163" y="2941"/>
                      <a:pt x="165" y="2939"/>
                      <a:pt x="166" y="2938"/>
                    </a:cubicBezTo>
                    <a:cubicBezTo>
                      <a:pt x="168" y="2938"/>
                      <a:pt x="170" y="2938"/>
                      <a:pt x="171" y="2938"/>
                    </a:cubicBezTo>
                    <a:cubicBezTo>
                      <a:pt x="171" y="2938"/>
                      <a:pt x="172" y="2938"/>
                      <a:pt x="172" y="2938"/>
                    </a:cubicBezTo>
                    <a:cubicBezTo>
                      <a:pt x="172" y="2938"/>
                      <a:pt x="173" y="2938"/>
                      <a:pt x="173" y="2938"/>
                    </a:cubicBezTo>
                    <a:cubicBezTo>
                      <a:pt x="174" y="2939"/>
                      <a:pt x="173" y="2940"/>
                      <a:pt x="172" y="2940"/>
                    </a:cubicBezTo>
                    <a:cubicBezTo>
                      <a:pt x="170" y="2941"/>
                      <a:pt x="168" y="2942"/>
                      <a:pt x="166" y="2944"/>
                    </a:cubicBezTo>
                    <a:cubicBezTo>
                      <a:pt x="164" y="2945"/>
                      <a:pt x="162" y="2946"/>
                      <a:pt x="160" y="2948"/>
                    </a:cubicBezTo>
                    <a:cubicBezTo>
                      <a:pt x="157" y="2951"/>
                      <a:pt x="153" y="2952"/>
                      <a:pt x="149" y="2954"/>
                    </a:cubicBezTo>
                    <a:cubicBezTo>
                      <a:pt x="147" y="2954"/>
                      <a:pt x="145" y="2955"/>
                      <a:pt x="143" y="2956"/>
                    </a:cubicBezTo>
                    <a:cubicBezTo>
                      <a:pt x="142" y="2958"/>
                      <a:pt x="141" y="2959"/>
                      <a:pt x="139" y="2959"/>
                    </a:cubicBezTo>
                    <a:cubicBezTo>
                      <a:pt x="136" y="2960"/>
                      <a:pt x="133" y="2960"/>
                      <a:pt x="130" y="2961"/>
                    </a:cubicBezTo>
                    <a:cubicBezTo>
                      <a:pt x="128" y="2961"/>
                      <a:pt x="126" y="2962"/>
                      <a:pt x="123" y="2962"/>
                    </a:cubicBezTo>
                    <a:cubicBezTo>
                      <a:pt x="121" y="2961"/>
                      <a:pt x="119" y="2959"/>
                      <a:pt x="117" y="2957"/>
                    </a:cubicBezTo>
                    <a:cubicBezTo>
                      <a:pt x="114" y="2954"/>
                      <a:pt x="110" y="2952"/>
                      <a:pt x="106" y="2956"/>
                    </a:cubicBezTo>
                    <a:cubicBezTo>
                      <a:pt x="104" y="2959"/>
                      <a:pt x="103" y="2960"/>
                      <a:pt x="101" y="2960"/>
                    </a:cubicBezTo>
                    <a:cubicBezTo>
                      <a:pt x="97" y="2961"/>
                      <a:pt x="94" y="2961"/>
                      <a:pt x="92" y="2964"/>
                    </a:cubicBezTo>
                    <a:cubicBezTo>
                      <a:pt x="90" y="2966"/>
                      <a:pt x="88" y="2969"/>
                      <a:pt x="88" y="2972"/>
                    </a:cubicBezTo>
                    <a:cubicBezTo>
                      <a:pt x="87" y="2976"/>
                      <a:pt x="89" y="2977"/>
                      <a:pt x="93" y="2977"/>
                    </a:cubicBezTo>
                    <a:cubicBezTo>
                      <a:pt x="96" y="2977"/>
                      <a:pt x="98" y="2977"/>
                      <a:pt x="101" y="2977"/>
                    </a:cubicBezTo>
                    <a:cubicBezTo>
                      <a:pt x="102" y="2977"/>
                      <a:pt x="105" y="2976"/>
                      <a:pt x="105" y="2977"/>
                    </a:cubicBezTo>
                    <a:cubicBezTo>
                      <a:pt x="106" y="2980"/>
                      <a:pt x="96" y="2981"/>
                      <a:pt x="95" y="2981"/>
                    </a:cubicBezTo>
                    <a:cubicBezTo>
                      <a:pt x="92" y="2981"/>
                      <a:pt x="88" y="2980"/>
                      <a:pt x="87" y="2983"/>
                    </a:cubicBezTo>
                    <a:cubicBezTo>
                      <a:pt x="87" y="2985"/>
                      <a:pt x="86" y="2990"/>
                      <a:pt x="84" y="2987"/>
                    </a:cubicBezTo>
                    <a:cubicBezTo>
                      <a:pt x="81" y="2984"/>
                      <a:pt x="81" y="2980"/>
                      <a:pt x="80" y="2976"/>
                    </a:cubicBezTo>
                    <a:cubicBezTo>
                      <a:pt x="79" y="2974"/>
                      <a:pt x="76" y="2973"/>
                      <a:pt x="74" y="2973"/>
                    </a:cubicBezTo>
                    <a:cubicBezTo>
                      <a:pt x="72" y="2973"/>
                      <a:pt x="69" y="2972"/>
                      <a:pt x="67" y="2971"/>
                    </a:cubicBezTo>
                    <a:cubicBezTo>
                      <a:pt x="65" y="2970"/>
                      <a:pt x="63" y="2968"/>
                      <a:pt x="61" y="2968"/>
                    </a:cubicBezTo>
                    <a:cubicBezTo>
                      <a:pt x="58" y="2969"/>
                      <a:pt x="56" y="2973"/>
                      <a:pt x="56" y="2976"/>
                    </a:cubicBezTo>
                    <a:cubicBezTo>
                      <a:pt x="54" y="2978"/>
                      <a:pt x="55" y="2981"/>
                      <a:pt x="54" y="2985"/>
                    </a:cubicBezTo>
                    <a:cubicBezTo>
                      <a:pt x="54" y="2992"/>
                      <a:pt x="51" y="3000"/>
                      <a:pt x="44" y="3003"/>
                    </a:cubicBezTo>
                    <a:cubicBezTo>
                      <a:pt x="42" y="3004"/>
                      <a:pt x="37" y="3005"/>
                      <a:pt x="37" y="3001"/>
                    </a:cubicBezTo>
                    <a:cubicBezTo>
                      <a:pt x="37" y="2999"/>
                      <a:pt x="41" y="2999"/>
                      <a:pt x="42" y="2998"/>
                    </a:cubicBezTo>
                    <a:cubicBezTo>
                      <a:pt x="45" y="2997"/>
                      <a:pt x="45" y="2993"/>
                      <a:pt x="45" y="2990"/>
                    </a:cubicBezTo>
                    <a:cubicBezTo>
                      <a:pt x="45" y="2987"/>
                      <a:pt x="46" y="2984"/>
                      <a:pt x="46" y="2981"/>
                    </a:cubicBezTo>
                    <a:cubicBezTo>
                      <a:pt x="47" y="2978"/>
                      <a:pt x="48" y="2975"/>
                      <a:pt x="50" y="2972"/>
                    </a:cubicBezTo>
                    <a:cubicBezTo>
                      <a:pt x="52" y="2970"/>
                      <a:pt x="55" y="2967"/>
                      <a:pt x="55" y="2964"/>
                    </a:cubicBezTo>
                    <a:cubicBezTo>
                      <a:pt x="55" y="2961"/>
                      <a:pt x="53" y="2958"/>
                      <a:pt x="53" y="2956"/>
                    </a:cubicBezTo>
                    <a:cubicBezTo>
                      <a:pt x="53" y="2953"/>
                      <a:pt x="53" y="2951"/>
                      <a:pt x="50" y="2952"/>
                    </a:cubicBezTo>
                    <a:cubicBezTo>
                      <a:pt x="47" y="2954"/>
                      <a:pt x="44" y="2957"/>
                      <a:pt x="42" y="2960"/>
                    </a:cubicBezTo>
                    <a:cubicBezTo>
                      <a:pt x="41" y="2962"/>
                      <a:pt x="38" y="2963"/>
                      <a:pt x="37" y="2965"/>
                    </a:cubicBezTo>
                    <a:cubicBezTo>
                      <a:pt x="35" y="2968"/>
                      <a:pt x="37" y="2972"/>
                      <a:pt x="38" y="2975"/>
                    </a:cubicBezTo>
                    <a:cubicBezTo>
                      <a:pt x="38" y="2977"/>
                      <a:pt x="38" y="2982"/>
                      <a:pt x="35" y="2980"/>
                    </a:cubicBezTo>
                    <a:cubicBezTo>
                      <a:pt x="33" y="2979"/>
                      <a:pt x="34" y="2975"/>
                      <a:pt x="32" y="2973"/>
                    </a:cubicBezTo>
                    <a:cubicBezTo>
                      <a:pt x="30" y="2970"/>
                      <a:pt x="27" y="2973"/>
                      <a:pt x="25" y="2975"/>
                    </a:cubicBezTo>
                    <a:cubicBezTo>
                      <a:pt x="23" y="2977"/>
                      <a:pt x="20" y="2978"/>
                      <a:pt x="17" y="2980"/>
                    </a:cubicBezTo>
                    <a:cubicBezTo>
                      <a:pt x="15" y="2981"/>
                      <a:pt x="13" y="2983"/>
                      <a:pt x="11" y="2985"/>
                    </a:cubicBezTo>
                    <a:cubicBezTo>
                      <a:pt x="10" y="2986"/>
                      <a:pt x="10" y="2988"/>
                      <a:pt x="9" y="2989"/>
                    </a:cubicBezTo>
                    <a:cubicBezTo>
                      <a:pt x="7" y="2995"/>
                      <a:pt x="0" y="3000"/>
                      <a:pt x="4" y="3006"/>
                    </a:cubicBezTo>
                    <a:cubicBezTo>
                      <a:pt x="5" y="3008"/>
                      <a:pt x="5" y="3009"/>
                      <a:pt x="3" y="3011"/>
                    </a:cubicBezTo>
                    <a:cubicBezTo>
                      <a:pt x="1" y="3012"/>
                      <a:pt x="0" y="3013"/>
                      <a:pt x="0" y="3015"/>
                    </a:cubicBezTo>
                    <a:cubicBezTo>
                      <a:pt x="0" y="3018"/>
                      <a:pt x="0" y="3021"/>
                      <a:pt x="1" y="3024"/>
                    </a:cubicBezTo>
                    <a:cubicBezTo>
                      <a:pt x="1" y="3026"/>
                      <a:pt x="3" y="3028"/>
                      <a:pt x="4" y="3030"/>
                    </a:cubicBezTo>
                    <a:cubicBezTo>
                      <a:pt x="6" y="3035"/>
                      <a:pt x="4" y="3042"/>
                      <a:pt x="7" y="3047"/>
                    </a:cubicBezTo>
                    <a:cubicBezTo>
                      <a:pt x="8" y="3050"/>
                      <a:pt x="11" y="3049"/>
                      <a:pt x="12" y="3047"/>
                    </a:cubicBezTo>
                    <a:cubicBezTo>
                      <a:pt x="15" y="3045"/>
                      <a:pt x="16" y="3042"/>
                      <a:pt x="16" y="3038"/>
                    </a:cubicBezTo>
                    <a:cubicBezTo>
                      <a:pt x="16" y="3035"/>
                      <a:pt x="15" y="3031"/>
                      <a:pt x="17" y="3029"/>
                    </a:cubicBezTo>
                    <a:cubicBezTo>
                      <a:pt x="21" y="3026"/>
                      <a:pt x="20" y="3033"/>
                      <a:pt x="20" y="3034"/>
                    </a:cubicBezTo>
                    <a:cubicBezTo>
                      <a:pt x="19" y="3038"/>
                      <a:pt x="17" y="3042"/>
                      <a:pt x="16" y="3046"/>
                    </a:cubicBezTo>
                    <a:cubicBezTo>
                      <a:pt x="16" y="3049"/>
                      <a:pt x="15" y="3053"/>
                      <a:pt x="16" y="3056"/>
                    </a:cubicBezTo>
                    <a:cubicBezTo>
                      <a:pt x="17" y="3059"/>
                      <a:pt x="20" y="3059"/>
                      <a:pt x="22" y="3058"/>
                    </a:cubicBezTo>
                    <a:cubicBezTo>
                      <a:pt x="24" y="3056"/>
                      <a:pt x="25" y="3054"/>
                      <a:pt x="25" y="3051"/>
                    </a:cubicBezTo>
                    <a:cubicBezTo>
                      <a:pt x="25" y="3050"/>
                      <a:pt x="26" y="3043"/>
                      <a:pt x="27" y="3044"/>
                    </a:cubicBezTo>
                    <a:cubicBezTo>
                      <a:pt x="28" y="3044"/>
                      <a:pt x="27" y="3048"/>
                      <a:pt x="27" y="3048"/>
                    </a:cubicBezTo>
                    <a:cubicBezTo>
                      <a:pt x="27" y="3051"/>
                      <a:pt x="26" y="3053"/>
                      <a:pt x="26" y="3055"/>
                    </a:cubicBezTo>
                    <a:cubicBezTo>
                      <a:pt x="25" y="3057"/>
                      <a:pt x="24" y="3059"/>
                      <a:pt x="25" y="3061"/>
                    </a:cubicBezTo>
                    <a:cubicBezTo>
                      <a:pt x="25" y="3063"/>
                      <a:pt x="27" y="3065"/>
                      <a:pt x="28" y="3067"/>
                    </a:cubicBezTo>
                    <a:cubicBezTo>
                      <a:pt x="33" y="3069"/>
                      <a:pt x="39" y="3070"/>
                      <a:pt x="43" y="3067"/>
                    </a:cubicBezTo>
                    <a:cubicBezTo>
                      <a:pt x="47" y="3063"/>
                      <a:pt x="49" y="3057"/>
                      <a:pt x="50" y="3052"/>
                    </a:cubicBezTo>
                    <a:cubicBezTo>
                      <a:pt x="50" y="3048"/>
                      <a:pt x="50" y="3045"/>
                      <a:pt x="49" y="3041"/>
                    </a:cubicBezTo>
                    <a:cubicBezTo>
                      <a:pt x="49" y="3039"/>
                      <a:pt x="49" y="3036"/>
                      <a:pt x="49" y="3033"/>
                    </a:cubicBezTo>
                    <a:cubicBezTo>
                      <a:pt x="48" y="3030"/>
                      <a:pt x="48" y="3027"/>
                      <a:pt x="47" y="3024"/>
                    </a:cubicBezTo>
                    <a:cubicBezTo>
                      <a:pt x="47" y="3023"/>
                      <a:pt x="47" y="3021"/>
                      <a:pt x="46" y="3021"/>
                    </a:cubicBezTo>
                    <a:cubicBezTo>
                      <a:pt x="45" y="3021"/>
                      <a:pt x="44" y="3022"/>
                      <a:pt x="43" y="3023"/>
                    </a:cubicBezTo>
                    <a:cubicBezTo>
                      <a:pt x="42" y="3024"/>
                      <a:pt x="36" y="3029"/>
                      <a:pt x="35" y="3028"/>
                    </a:cubicBezTo>
                    <a:cubicBezTo>
                      <a:pt x="34" y="3027"/>
                      <a:pt x="40" y="3022"/>
                      <a:pt x="41" y="3021"/>
                    </a:cubicBezTo>
                    <a:cubicBezTo>
                      <a:pt x="43" y="3020"/>
                      <a:pt x="46" y="3016"/>
                      <a:pt x="49" y="3017"/>
                    </a:cubicBezTo>
                    <a:cubicBezTo>
                      <a:pt x="52" y="3018"/>
                      <a:pt x="54" y="3022"/>
                      <a:pt x="54" y="3024"/>
                    </a:cubicBezTo>
                    <a:cubicBezTo>
                      <a:pt x="55" y="3029"/>
                      <a:pt x="54" y="3033"/>
                      <a:pt x="54" y="3038"/>
                    </a:cubicBezTo>
                    <a:cubicBezTo>
                      <a:pt x="54" y="3043"/>
                      <a:pt x="55" y="3047"/>
                      <a:pt x="54" y="3052"/>
                    </a:cubicBezTo>
                    <a:cubicBezTo>
                      <a:pt x="54" y="3055"/>
                      <a:pt x="52" y="3057"/>
                      <a:pt x="51" y="3059"/>
                    </a:cubicBezTo>
                    <a:cubicBezTo>
                      <a:pt x="49" y="3062"/>
                      <a:pt x="49" y="3065"/>
                      <a:pt x="49" y="3067"/>
                    </a:cubicBezTo>
                    <a:cubicBezTo>
                      <a:pt x="50" y="3069"/>
                      <a:pt x="50" y="3074"/>
                      <a:pt x="53" y="3073"/>
                    </a:cubicBezTo>
                    <a:cubicBezTo>
                      <a:pt x="55" y="3072"/>
                      <a:pt x="57" y="3070"/>
                      <a:pt x="59" y="3069"/>
                    </a:cubicBezTo>
                    <a:cubicBezTo>
                      <a:pt x="61" y="3067"/>
                      <a:pt x="64" y="3065"/>
                      <a:pt x="67" y="3064"/>
                    </a:cubicBezTo>
                    <a:cubicBezTo>
                      <a:pt x="71" y="3063"/>
                      <a:pt x="73" y="3063"/>
                      <a:pt x="77" y="3064"/>
                    </a:cubicBezTo>
                    <a:cubicBezTo>
                      <a:pt x="80" y="3064"/>
                      <a:pt x="83" y="3064"/>
                      <a:pt x="85" y="3063"/>
                    </a:cubicBezTo>
                    <a:cubicBezTo>
                      <a:pt x="88" y="3061"/>
                      <a:pt x="87" y="3059"/>
                      <a:pt x="87" y="3056"/>
                    </a:cubicBezTo>
                    <a:cubicBezTo>
                      <a:pt x="87" y="3053"/>
                      <a:pt x="87" y="3049"/>
                      <a:pt x="86" y="3046"/>
                    </a:cubicBezTo>
                    <a:cubicBezTo>
                      <a:pt x="85" y="3039"/>
                      <a:pt x="79" y="3035"/>
                      <a:pt x="73" y="3037"/>
                    </a:cubicBezTo>
                    <a:cubicBezTo>
                      <a:pt x="70" y="3037"/>
                      <a:pt x="67" y="3038"/>
                      <a:pt x="65" y="3038"/>
                    </a:cubicBezTo>
                    <a:cubicBezTo>
                      <a:pt x="66" y="3037"/>
                      <a:pt x="68" y="3036"/>
                      <a:pt x="71" y="3035"/>
                    </a:cubicBezTo>
                    <a:cubicBezTo>
                      <a:pt x="72" y="3034"/>
                      <a:pt x="74" y="3034"/>
                      <a:pt x="74" y="3033"/>
                    </a:cubicBezTo>
                    <a:cubicBezTo>
                      <a:pt x="75" y="3032"/>
                      <a:pt x="75" y="3030"/>
                      <a:pt x="77" y="3030"/>
                    </a:cubicBezTo>
                    <a:cubicBezTo>
                      <a:pt x="79" y="3030"/>
                      <a:pt x="79" y="3032"/>
                      <a:pt x="81" y="3032"/>
                    </a:cubicBezTo>
                    <a:cubicBezTo>
                      <a:pt x="84" y="3033"/>
                      <a:pt x="85" y="3025"/>
                      <a:pt x="86" y="3023"/>
                    </a:cubicBezTo>
                    <a:cubicBezTo>
                      <a:pt x="86" y="3022"/>
                      <a:pt x="87" y="3020"/>
                      <a:pt x="87" y="3018"/>
                    </a:cubicBezTo>
                    <a:cubicBezTo>
                      <a:pt x="87" y="3017"/>
                      <a:pt x="86" y="3015"/>
                      <a:pt x="86" y="3013"/>
                    </a:cubicBezTo>
                    <a:cubicBezTo>
                      <a:pt x="86" y="3012"/>
                      <a:pt x="86" y="3012"/>
                      <a:pt x="87" y="3012"/>
                    </a:cubicBezTo>
                    <a:cubicBezTo>
                      <a:pt x="88" y="3012"/>
                      <a:pt x="90" y="3012"/>
                      <a:pt x="91" y="3012"/>
                    </a:cubicBezTo>
                    <a:cubicBezTo>
                      <a:pt x="94" y="3013"/>
                      <a:pt x="94" y="3018"/>
                      <a:pt x="93" y="3020"/>
                    </a:cubicBezTo>
                    <a:cubicBezTo>
                      <a:pt x="93" y="3023"/>
                      <a:pt x="93" y="3025"/>
                      <a:pt x="94" y="3027"/>
                    </a:cubicBezTo>
                    <a:cubicBezTo>
                      <a:pt x="94" y="3029"/>
                      <a:pt x="95" y="3031"/>
                      <a:pt x="96" y="3032"/>
                    </a:cubicBezTo>
                    <a:cubicBezTo>
                      <a:pt x="97" y="3032"/>
                      <a:pt x="97" y="3032"/>
                      <a:pt x="97" y="3032"/>
                    </a:cubicBezTo>
                    <a:cubicBezTo>
                      <a:pt x="98" y="3032"/>
                      <a:pt x="99" y="3032"/>
                      <a:pt x="100" y="3032"/>
                    </a:cubicBezTo>
                    <a:cubicBezTo>
                      <a:pt x="102" y="3033"/>
                      <a:pt x="104" y="3032"/>
                      <a:pt x="106" y="3032"/>
                    </a:cubicBezTo>
                    <a:cubicBezTo>
                      <a:pt x="108" y="3031"/>
                      <a:pt x="110" y="3031"/>
                      <a:pt x="112" y="3031"/>
                    </a:cubicBezTo>
                    <a:cubicBezTo>
                      <a:pt x="113" y="3031"/>
                      <a:pt x="114" y="3031"/>
                      <a:pt x="115" y="3031"/>
                    </a:cubicBezTo>
                    <a:cubicBezTo>
                      <a:pt x="116" y="3031"/>
                      <a:pt x="117" y="3031"/>
                      <a:pt x="118" y="3032"/>
                    </a:cubicBezTo>
                    <a:cubicBezTo>
                      <a:pt x="120" y="3032"/>
                      <a:pt x="123" y="3032"/>
                      <a:pt x="126" y="3033"/>
                    </a:cubicBezTo>
                    <a:cubicBezTo>
                      <a:pt x="123" y="3037"/>
                      <a:pt x="117" y="3035"/>
                      <a:pt x="113" y="3035"/>
                    </a:cubicBezTo>
                    <a:cubicBezTo>
                      <a:pt x="109" y="3035"/>
                      <a:pt x="105" y="3034"/>
                      <a:pt x="101" y="3035"/>
                    </a:cubicBezTo>
                    <a:cubicBezTo>
                      <a:pt x="97" y="3036"/>
                      <a:pt x="94" y="3037"/>
                      <a:pt x="93" y="3041"/>
                    </a:cubicBezTo>
                    <a:cubicBezTo>
                      <a:pt x="93" y="3044"/>
                      <a:pt x="93" y="3046"/>
                      <a:pt x="93" y="3049"/>
                    </a:cubicBezTo>
                    <a:cubicBezTo>
                      <a:pt x="93" y="3051"/>
                      <a:pt x="93" y="3054"/>
                      <a:pt x="94" y="3056"/>
                    </a:cubicBezTo>
                    <a:cubicBezTo>
                      <a:pt x="95" y="3062"/>
                      <a:pt x="100" y="3062"/>
                      <a:pt x="104" y="3059"/>
                    </a:cubicBezTo>
                    <a:cubicBezTo>
                      <a:pt x="107" y="3056"/>
                      <a:pt x="107" y="3050"/>
                      <a:pt x="112" y="3049"/>
                    </a:cubicBezTo>
                    <a:cubicBezTo>
                      <a:pt x="117" y="3048"/>
                      <a:pt x="123" y="3051"/>
                      <a:pt x="127" y="3047"/>
                    </a:cubicBezTo>
                    <a:cubicBezTo>
                      <a:pt x="130" y="3045"/>
                      <a:pt x="131" y="3042"/>
                      <a:pt x="133" y="3039"/>
                    </a:cubicBezTo>
                    <a:cubicBezTo>
                      <a:pt x="134" y="3039"/>
                      <a:pt x="135" y="3039"/>
                      <a:pt x="135" y="3038"/>
                    </a:cubicBezTo>
                    <a:cubicBezTo>
                      <a:pt x="136" y="3037"/>
                      <a:pt x="136" y="3036"/>
                      <a:pt x="137" y="3035"/>
                    </a:cubicBezTo>
                    <a:cubicBezTo>
                      <a:pt x="138" y="3033"/>
                      <a:pt x="140" y="3032"/>
                      <a:pt x="141" y="3030"/>
                    </a:cubicBezTo>
                    <a:cubicBezTo>
                      <a:pt x="141" y="3029"/>
                      <a:pt x="142" y="3029"/>
                      <a:pt x="142" y="3029"/>
                    </a:cubicBezTo>
                    <a:cubicBezTo>
                      <a:pt x="142" y="3029"/>
                      <a:pt x="143" y="3029"/>
                      <a:pt x="143" y="3029"/>
                    </a:cubicBezTo>
                    <a:cubicBezTo>
                      <a:pt x="144" y="3028"/>
                      <a:pt x="144" y="3027"/>
                      <a:pt x="145" y="3027"/>
                    </a:cubicBezTo>
                    <a:cubicBezTo>
                      <a:pt x="147" y="3026"/>
                      <a:pt x="148" y="3025"/>
                      <a:pt x="149" y="3022"/>
                    </a:cubicBezTo>
                    <a:cubicBezTo>
                      <a:pt x="150" y="3019"/>
                      <a:pt x="150" y="3015"/>
                      <a:pt x="152" y="3012"/>
                    </a:cubicBezTo>
                    <a:cubicBezTo>
                      <a:pt x="155" y="3008"/>
                      <a:pt x="156" y="3005"/>
                      <a:pt x="157" y="3001"/>
                    </a:cubicBezTo>
                    <a:cubicBezTo>
                      <a:pt x="158" y="2999"/>
                      <a:pt x="159" y="2996"/>
                      <a:pt x="162" y="2996"/>
                    </a:cubicBezTo>
                    <a:cubicBezTo>
                      <a:pt x="164" y="2996"/>
                      <a:pt x="164" y="2997"/>
                      <a:pt x="164" y="2998"/>
                    </a:cubicBezTo>
                    <a:cubicBezTo>
                      <a:pt x="163" y="3001"/>
                      <a:pt x="162" y="3003"/>
                      <a:pt x="161" y="3005"/>
                    </a:cubicBezTo>
                    <a:cubicBezTo>
                      <a:pt x="159" y="3008"/>
                      <a:pt x="158" y="3012"/>
                      <a:pt x="156" y="3015"/>
                    </a:cubicBezTo>
                    <a:cubicBezTo>
                      <a:pt x="155" y="3018"/>
                      <a:pt x="154" y="3020"/>
                      <a:pt x="157" y="3022"/>
                    </a:cubicBezTo>
                    <a:cubicBezTo>
                      <a:pt x="160" y="3023"/>
                      <a:pt x="163" y="3023"/>
                      <a:pt x="166" y="3022"/>
                    </a:cubicBezTo>
                    <a:cubicBezTo>
                      <a:pt x="168" y="3022"/>
                      <a:pt x="171" y="3022"/>
                      <a:pt x="173" y="3022"/>
                    </a:cubicBezTo>
                    <a:cubicBezTo>
                      <a:pt x="175" y="3022"/>
                      <a:pt x="178" y="3023"/>
                      <a:pt x="180" y="3022"/>
                    </a:cubicBezTo>
                    <a:cubicBezTo>
                      <a:pt x="183" y="3022"/>
                      <a:pt x="186" y="3020"/>
                      <a:pt x="190" y="3021"/>
                    </a:cubicBezTo>
                    <a:cubicBezTo>
                      <a:pt x="186" y="3027"/>
                      <a:pt x="178" y="3026"/>
                      <a:pt x="172" y="3027"/>
                    </a:cubicBezTo>
                    <a:cubicBezTo>
                      <a:pt x="168" y="3027"/>
                      <a:pt x="165" y="3027"/>
                      <a:pt x="161" y="3026"/>
                    </a:cubicBezTo>
                    <a:cubicBezTo>
                      <a:pt x="158" y="3026"/>
                      <a:pt x="156" y="3026"/>
                      <a:pt x="154" y="3028"/>
                    </a:cubicBezTo>
                    <a:cubicBezTo>
                      <a:pt x="152" y="3030"/>
                      <a:pt x="151" y="3032"/>
                      <a:pt x="148" y="3033"/>
                    </a:cubicBezTo>
                    <a:cubicBezTo>
                      <a:pt x="145" y="3034"/>
                      <a:pt x="143" y="3035"/>
                      <a:pt x="141" y="3037"/>
                    </a:cubicBezTo>
                    <a:cubicBezTo>
                      <a:pt x="137" y="3042"/>
                      <a:pt x="138" y="3051"/>
                      <a:pt x="130" y="3050"/>
                    </a:cubicBezTo>
                    <a:cubicBezTo>
                      <a:pt x="126" y="3050"/>
                      <a:pt x="124" y="3052"/>
                      <a:pt x="122" y="3055"/>
                    </a:cubicBezTo>
                    <a:cubicBezTo>
                      <a:pt x="119" y="3058"/>
                      <a:pt x="117" y="3059"/>
                      <a:pt x="114" y="3059"/>
                    </a:cubicBezTo>
                    <a:cubicBezTo>
                      <a:pt x="112" y="3060"/>
                      <a:pt x="108" y="3061"/>
                      <a:pt x="108" y="3064"/>
                    </a:cubicBezTo>
                    <a:cubicBezTo>
                      <a:pt x="108" y="3067"/>
                      <a:pt x="113" y="3066"/>
                      <a:pt x="115" y="3067"/>
                    </a:cubicBezTo>
                    <a:cubicBezTo>
                      <a:pt x="118" y="3068"/>
                      <a:pt x="119" y="3071"/>
                      <a:pt x="121" y="3072"/>
                    </a:cubicBezTo>
                    <a:cubicBezTo>
                      <a:pt x="124" y="3073"/>
                      <a:pt x="128" y="3072"/>
                      <a:pt x="130" y="3072"/>
                    </a:cubicBezTo>
                    <a:cubicBezTo>
                      <a:pt x="134" y="3072"/>
                      <a:pt x="134" y="3071"/>
                      <a:pt x="135" y="3068"/>
                    </a:cubicBezTo>
                    <a:cubicBezTo>
                      <a:pt x="136" y="3065"/>
                      <a:pt x="138" y="3064"/>
                      <a:pt x="140" y="3067"/>
                    </a:cubicBezTo>
                    <a:cubicBezTo>
                      <a:pt x="142" y="3070"/>
                      <a:pt x="142" y="3074"/>
                      <a:pt x="139" y="3076"/>
                    </a:cubicBezTo>
                    <a:cubicBezTo>
                      <a:pt x="136" y="3078"/>
                      <a:pt x="131" y="3078"/>
                      <a:pt x="127" y="3078"/>
                    </a:cubicBezTo>
                    <a:cubicBezTo>
                      <a:pt x="125" y="3078"/>
                      <a:pt x="117" y="3077"/>
                      <a:pt x="116" y="3079"/>
                    </a:cubicBezTo>
                    <a:cubicBezTo>
                      <a:pt x="115" y="3082"/>
                      <a:pt x="121" y="3084"/>
                      <a:pt x="122" y="3085"/>
                    </a:cubicBezTo>
                    <a:cubicBezTo>
                      <a:pt x="125" y="3085"/>
                      <a:pt x="129" y="3085"/>
                      <a:pt x="132" y="3085"/>
                    </a:cubicBezTo>
                    <a:cubicBezTo>
                      <a:pt x="136" y="3085"/>
                      <a:pt x="140" y="3085"/>
                      <a:pt x="144" y="3084"/>
                    </a:cubicBezTo>
                    <a:cubicBezTo>
                      <a:pt x="150" y="3082"/>
                      <a:pt x="155" y="3080"/>
                      <a:pt x="161" y="3079"/>
                    </a:cubicBezTo>
                    <a:cubicBezTo>
                      <a:pt x="163" y="3079"/>
                      <a:pt x="169" y="3079"/>
                      <a:pt x="170" y="3080"/>
                    </a:cubicBezTo>
                    <a:cubicBezTo>
                      <a:pt x="171" y="3082"/>
                      <a:pt x="164" y="3082"/>
                      <a:pt x="163" y="3082"/>
                    </a:cubicBezTo>
                    <a:cubicBezTo>
                      <a:pt x="159" y="3083"/>
                      <a:pt x="156" y="3083"/>
                      <a:pt x="153" y="3085"/>
                    </a:cubicBezTo>
                    <a:cubicBezTo>
                      <a:pt x="149" y="3087"/>
                      <a:pt x="145" y="3088"/>
                      <a:pt x="141" y="3090"/>
                    </a:cubicBezTo>
                    <a:cubicBezTo>
                      <a:pt x="137" y="3091"/>
                      <a:pt x="133" y="3091"/>
                      <a:pt x="129" y="3092"/>
                    </a:cubicBezTo>
                    <a:cubicBezTo>
                      <a:pt x="125" y="3092"/>
                      <a:pt x="122" y="3092"/>
                      <a:pt x="120" y="3094"/>
                    </a:cubicBezTo>
                    <a:cubicBezTo>
                      <a:pt x="117" y="3097"/>
                      <a:pt x="115" y="3100"/>
                      <a:pt x="112" y="3103"/>
                    </a:cubicBezTo>
                    <a:cubicBezTo>
                      <a:pt x="110" y="3104"/>
                      <a:pt x="107" y="3105"/>
                      <a:pt x="105" y="3107"/>
                    </a:cubicBezTo>
                    <a:cubicBezTo>
                      <a:pt x="103" y="3108"/>
                      <a:pt x="101" y="3111"/>
                      <a:pt x="103" y="3113"/>
                    </a:cubicBezTo>
                    <a:cubicBezTo>
                      <a:pt x="105" y="3116"/>
                      <a:pt x="109" y="3116"/>
                      <a:pt x="112" y="3117"/>
                    </a:cubicBezTo>
                    <a:cubicBezTo>
                      <a:pt x="115" y="3120"/>
                      <a:pt x="110" y="3121"/>
                      <a:pt x="108" y="3121"/>
                    </a:cubicBezTo>
                    <a:cubicBezTo>
                      <a:pt x="104" y="3122"/>
                      <a:pt x="99" y="3122"/>
                      <a:pt x="95" y="3122"/>
                    </a:cubicBezTo>
                    <a:cubicBezTo>
                      <a:pt x="89" y="3122"/>
                      <a:pt x="80" y="3119"/>
                      <a:pt x="78" y="3127"/>
                    </a:cubicBezTo>
                    <a:cubicBezTo>
                      <a:pt x="77" y="3130"/>
                      <a:pt x="77" y="3135"/>
                      <a:pt x="78" y="3138"/>
                    </a:cubicBezTo>
                    <a:cubicBezTo>
                      <a:pt x="80" y="3142"/>
                      <a:pt x="83" y="3142"/>
                      <a:pt x="87" y="3143"/>
                    </a:cubicBezTo>
                    <a:cubicBezTo>
                      <a:pt x="88" y="3144"/>
                      <a:pt x="91" y="3144"/>
                      <a:pt x="92" y="3146"/>
                    </a:cubicBezTo>
                    <a:cubicBezTo>
                      <a:pt x="93" y="3148"/>
                      <a:pt x="93" y="3152"/>
                      <a:pt x="92" y="3154"/>
                    </a:cubicBezTo>
                    <a:cubicBezTo>
                      <a:pt x="92" y="3156"/>
                      <a:pt x="90" y="3158"/>
                      <a:pt x="89" y="3160"/>
                    </a:cubicBezTo>
                    <a:cubicBezTo>
                      <a:pt x="87" y="3164"/>
                      <a:pt x="88" y="3169"/>
                      <a:pt x="92" y="3172"/>
                    </a:cubicBezTo>
                    <a:cubicBezTo>
                      <a:pt x="94" y="3174"/>
                      <a:pt x="97" y="3173"/>
                      <a:pt x="99" y="3172"/>
                    </a:cubicBezTo>
                    <a:cubicBezTo>
                      <a:pt x="102" y="3171"/>
                      <a:pt x="102" y="3169"/>
                      <a:pt x="104" y="3167"/>
                    </a:cubicBezTo>
                    <a:cubicBezTo>
                      <a:pt x="105" y="3166"/>
                      <a:pt x="106" y="3165"/>
                      <a:pt x="108" y="3164"/>
                    </a:cubicBezTo>
                    <a:cubicBezTo>
                      <a:pt x="109" y="3164"/>
                      <a:pt x="110" y="3163"/>
                      <a:pt x="111" y="3162"/>
                    </a:cubicBezTo>
                    <a:cubicBezTo>
                      <a:pt x="114" y="3160"/>
                      <a:pt x="116" y="3160"/>
                      <a:pt x="119" y="3159"/>
                    </a:cubicBezTo>
                    <a:cubicBezTo>
                      <a:pt x="121" y="3158"/>
                      <a:pt x="122" y="3158"/>
                      <a:pt x="123" y="3158"/>
                    </a:cubicBezTo>
                    <a:cubicBezTo>
                      <a:pt x="125" y="3158"/>
                      <a:pt x="126" y="3157"/>
                      <a:pt x="128" y="3157"/>
                    </a:cubicBezTo>
                    <a:cubicBezTo>
                      <a:pt x="131" y="3156"/>
                      <a:pt x="134" y="3156"/>
                      <a:pt x="137" y="3155"/>
                    </a:cubicBezTo>
                    <a:cubicBezTo>
                      <a:pt x="138" y="3155"/>
                      <a:pt x="140" y="3155"/>
                      <a:pt x="141" y="3154"/>
                    </a:cubicBezTo>
                    <a:cubicBezTo>
                      <a:pt x="143" y="3154"/>
                      <a:pt x="145" y="3153"/>
                      <a:pt x="147" y="3153"/>
                    </a:cubicBezTo>
                    <a:cubicBezTo>
                      <a:pt x="149" y="3153"/>
                      <a:pt x="151" y="3153"/>
                      <a:pt x="153" y="3153"/>
                    </a:cubicBezTo>
                    <a:cubicBezTo>
                      <a:pt x="158" y="3153"/>
                      <a:pt x="162" y="3153"/>
                      <a:pt x="167" y="3152"/>
                    </a:cubicBezTo>
                    <a:cubicBezTo>
                      <a:pt x="170" y="3152"/>
                      <a:pt x="174" y="3151"/>
                      <a:pt x="177" y="3151"/>
                    </a:cubicBezTo>
                    <a:cubicBezTo>
                      <a:pt x="179" y="3151"/>
                      <a:pt x="182" y="3151"/>
                      <a:pt x="183" y="3153"/>
                    </a:cubicBezTo>
                    <a:cubicBezTo>
                      <a:pt x="184" y="3154"/>
                      <a:pt x="181" y="3155"/>
                      <a:pt x="181" y="3155"/>
                    </a:cubicBezTo>
                    <a:cubicBezTo>
                      <a:pt x="175" y="3156"/>
                      <a:pt x="171" y="3153"/>
                      <a:pt x="166" y="3153"/>
                    </a:cubicBezTo>
                    <a:cubicBezTo>
                      <a:pt x="161" y="3153"/>
                      <a:pt x="157" y="3156"/>
                      <a:pt x="152" y="3156"/>
                    </a:cubicBezTo>
                    <a:cubicBezTo>
                      <a:pt x="148" y="3157"/>
                      <a:pt x="144" y="3158"/>
                      <a:pt x="140" y="3159"/>
                    </a:cubicBezTo>
                    <a:cubicBezTo>
                      <a:pt x="135" y="3159"/>
                      <a:pt x="129" y="3159"/>
                      <a:pt x="125" y="3160"/>
                    </a:cubicBezTo>
                    <a:cubicBezTo>
                      <a:pt x="120" y="3161"/>
                      <a:pt x="117" y="3165"/>
                      <a:pt x="113" y="3167"/>
                    </a:cubicBezTo>
                    <a:cubicBezTo>
                      <a:pt x="108" y="3169"/>
                      <a:pt x="102" y="3170"/>
                      <a:pt x="101" y="3176"/>
                    </a:cubicBezTo>
                    <a:cubicBezTo>
                      <a:pt x="99" y="3180"/>
                      <a:pt x="101" y="3187"/>
                      <a:pt x="105" y="3190"/>
                    </a:cubicBezTo>
                    <a:cubicBezTo>
                      <a:pt x="109" y="3194"/>
                      <a:pt x="115" y="3193"/>
                      <a:pt x="120" y="3195"/>
                    </a:cubicBezTo>
                    <a:cubicBezTo>
                      <a:pt x="126" y="3198"/>
                      <a:pt x="115" y="3200"/>
                      <a:pt x="113" y="3201"/>
                    </a:cubicBezTo>
                    <a:cubicBezTo>
                      <a:pt x="106" y="3201"/>
                      <a:pt x="101" y="3198"/>
                      <a:pt x="98" y="3191"/>
                    </a:cubicBezTo>
                    <a:cubicBezTo>
                      <a:pt x="97" y="3186"/>
                      <a:pt x="96" y="3182"/>
                      <a:pt x="90" y="3180"/>
                    </a:cubicBezTo>
                    <a:cubicBezTo>
                      <a:pt x="88" y="3179"/>
                      <a:pt x="86" y="3179"/>
                      <a:pt x="84" y="3177"/>
                    </a:cubicBezTo>
                    <a:cubicBezTo>
                      <a:pt x="81" y="3175"/>
                      <a:pt x="80" y="3173"/>
                      <a:pt x="78" y="3170"/>
                    </a:cubicBezTo>
                    <a:cubicBezTo>
                      <a:pt x="76" y="3166"/>
                      <a:pt x="73" y="3160"/>
                      <a:pt x="67" y="3161"/>
                    </a:cubicBezTo>
                    <a:cubicBezTo>
                      <a:pt x="65" y="3162"/>
                      <a:pt x="64" y="3163"/>
                      <a:pt x="62" y="3163"/>
                    </a:cubicBezTo>
                    <a:cubicBezTo>
                      <a:pt x="60" y="3163"/>
                      <a:pt x="59" y="3163"/>
                      <a:pt x="57" y="3163"/>
                    </a:cubicBezTo>
                    <a:cubicBezTo>
                      <a:pt x="54" y="3163"/>
                      <a:pt x="51" y="3164"/>
                      <a:pt x="50" y="3167"/>
                    </a:cubicBezTo>
                    <a:cubicBezTo>
                      <a:pt x="50" y="3168"/>
                      <a:pt x="49" y="3175"/>
                      <a:pt x="47" y="3174"/>
                    </a:cubicBezTo>
                    <a:cubicBezTo>
                      <a:pt x="44" y="3173"/>
                      <a:pt x="46" y="3167"/>
                      <a:pt x="47" y="3166"/>
                    </a:cubicBezTo>
                    <a:cubicBezTo>
                      <a:pt x="49" y="3161"/>
                      <a:pt x="51" y="3157"/>
                      <a:pt x="50" y="3152"/>
                    </a:cubicBezTo>
                    <a:cubicBezTo>
                      <a:pt x="50" y="3149"/>
                      <a:pt x="49" y="3145"/>
                      <a:pt x="45" y="3145"/>
                    </a:cubicBezTo>
                    <a:cubicBezTo>
                      <a:pt x="41" y="3145"/>
                      <a:pt x="39" y="3143"/>
                      <a:pt x="36" y="3140"/>
                    </a:cubicBezTo>
                    <a:cubicBezTo>
                      <a:pt x="35" y="3138"/>
                      <a:pt x="31" y="3131"/>
                      <a:pt x="28" y="3133"/>
                    </a:cubicBezTo>
                    <a:cubicBezTo>
                      <a:pt x="25" y="3136"/>
                      <a:pt x="25" y="3142"/>
                      <a:pt x="26" y="3146"/>
                    </a:cubicBezTo>
                    <a:cubicBezTo>
                      <a:pt x="28" y="3149"/>
                      <a:pt x="32" y="3151"/>
                      <a:pt x="34" y="3155"/>
                    </a:cubicBezTo>
                    <a:cubicBezTo>
                      <a:pt x="35" y="3157"/>
                      <a:pt x="36" y="3159"/>
                      <a:pt x="35" y="3161"/>
                    </a:cubicBezTo>
                    <a:cubicBezTo>
                      <a:pt x="35" y="3162"/>
                      <a:pt x="35" y="3165"/>
                      <a:pt x="34" y="3165"/>
                    </a:cubicBezTo>
                    <a:cubicBezTo>
                      <a:pt x="31" y="3166"/>
                      <a:pt x="29" y="3157"/>
                      <a:pt x="28" y="3156"/>
                    </a:cubicBezTo>
                    <a:cubicBezTo>
                      <a:pt x="27" y="3154"/>
                      <a:pt x="26" y="3152"/>
                      <a:pt x="24" y="3153"/>
                    </a:cubicBezTo>
                    <a:cubicBezTo>
                      <a:pt x="23" y="3153"/>
                      <a:pt x="22" y="3156"/>
                      <a:pt x="22" y="3158"/>
                    </a:cubicBezTo>
                    <a:cubicBezTo>
                      <a:pt x="22" y="3162"/>
                      <a:pt x="23" y="3168"/>
                      <a:pt x="21" y="3172"/>
                    </a:cubicBezTo>
                    <a:cubicBezTo>
                      <a:pt x="19" y="3176"/>
                      <a:pt x="15" y="3177"/>
                      <a:pt x="13" y="3181"/>
                    </a:cubicBezTo>
                    <a:cubicBezTo>
                      <a:pt x="12" y="3185"/>
                      <a:pt x="14" y="3191"/>
                      <a:pt x="11" y="3194"/>
                    </a:cubicBezTo>
                    <a:cubicBezTo>
                      <a:pt x="9" y="3197"/>
                      <a:pt x="5" y="3198"/>
                      <a:pt x="3" y="3201"/>
                    </a:cubicBezTo>
                    <a:cubicBezTo>
                      <a:pt x="0" y="3206"/>
                      <a:pt x="3" y="3213"/>
                      <a:pt x="4" y="3219"/>
                    </a:cubicBezTo>
                    <a:cubicBezTo>
                      <a:pt x="5" y="3223"/>
                      <a:pt x="6" y="3228"/>
                      <a:pt x="8" y="3232"/>
                    </a:cubicBezTo>
                    <a:cubicBezTo>
                      <a:pt x="10" y="3235"/>
                      <a:pt x="13" y="3239"/>
                      <a:pt x="15" y="3243"/>
                    </a:cubicBezTo>
                    <a:cubicBezTo>
                      <a:pt x="17" y="3247"/>
                      <a:pt x="17" y="3252"/>
                      <a:pt x="19" y="3257"/>
                    </a:cubicBezTo>
                    <a:cubicBezTo>
                      <a:pt x="21" y="3261"/>
                      <a:pt x="24" y="3267"/>
                      <a:pt x="28" y="3270"/>
                    </a:cubicBezTo>
                    <a:cubicBezTo>
                      <a:pt x="30" y="3272"/>
                      <a:pt x="33" y="3274"/>
                      <a:pt x="36" y="3275"/>
                    </a:cubicBezTo>
                    <a:cubicBezTo>
                      <a:pt x="38" y="3277"/>
                      <a:pt x="40" y="3278"/>
                      <a:pt x="42" y="3280"/>
                    </a:cubicBezTo>
                    <a:cubicBezTo>
                      <a:pt x="43" y="3282"/>
                      <a:pt x="44" y="3285"/>
                      <a:pt x="47" y="3286"/>
                    </a:cubicBezTo>
                    <a:cubicBezTo>
                      <a:pt x="49" y="3287"/>
                      <a:pt x="52" y="3287"/>
                      <a:pt x="54" y="3288"/>
                    </a:cubicBezTo>
                    <a:cubicBezTo>
                      <a:pt x="56" y="3289"/>
                      <a:pt x="58" y="3289"/>
                      <a:pt x="60" y="3290"/>
                    </a:cubicBezTo>
                    <a:cubicBezTo>
                      <a:pt x="63" y="3291"/>
                      <a:pt x="64" y="3293"/>
                      <a:pt x="65" y="3296"/>
                    </a:cubicBezTo>
                    <a:cubicBezTo>
                      <a:pt x="67" y="3300"/>
                      <a:pt x="68" y="3303"/>
                      <a:pt x="68" y="3307"/>
                    </a:cubicBezTo>
                    <a:cubicBezTo>
                      <a:pt x="69" y="3313"/>
                      <a:pt x="72" y="3319"/>
                      <a:pt x="77" y="3323"/>
                    </a:cubicBezTo>
                    <a:cubicBezTo>
                      <a:pt x="81" y="3326"/>
                      <a:pt x="85" y="3329"/>
                      <a:pt x="89" y="3331"/>
                    </a:cubicBezTo>
                    <a:cubicBezTo>
                      <a:pt x="94" y="3333"/>
                      <a:pt x="98" y="3335"/>
                      <a:pt x="101" y="3339"/>
                    </a:cubicBezTo>
                    <a:cubicBezTo>
                      <a:pt x="105" y="3342"/>
                      <a:pt x="108" y="3346"/>
                      <a:pt x="113" y="3348"/>
                    </a:cubicBezTo>
                    <a:cubicBezTo>
                      <a:pt x="116" y="3350"/>
                      <a:pt x="119" y="3350"/>
                      <a:pt x="122" y="3351"/>
                    </a:cubicBezTo>
                    <a:cubicBezTo>
                      <a:pt x="126" y="3353"/>
                      <a:pt x="129" y="3353"/>
                      <a:pt x="133" y="3353"/>
                    </a:cubicBezTo>
                    <a:cubicBezTo>
                      <a:pt x="135" y="3353"/>
                      <a:pt x="138" y="3354"/>
                      <a:pt x="140" y="3355"/>
                    </a:cubicBezTo>
                    <a:cubicBezTo>
                      <a:pt x="143" y="3355"/>
                      <a:pt x="146" y="3355"/>
                      <a:pt x="148" y="3358"/>
                    </a:cubicBezTo>
                    <a:cubicBezTo>
                      <a:pt x="149" y="3360"/>
                      <a:pt x="150" y="3362"/>
                      <a:pt x="151" y="3364"/>
                    </a:cubicBezTo>
                    <a:cubicBezTo>
                      <a:pt x="153" y="3368"/>
                      <a:pt x="155" y="3361"/>
                      <a:pt x="155" y="3359"/>
                    </a:cubicBezTo>
                    <a:cubicBezTo>
                      <a:pt x="155" y="3356"/>
                      <a:pt x="154" y="3352"/>
                      <a:pt x="154" y="3349"/>
                    </a:cubicBezTo>
                    <a:cubicBezTo>
                      <a:pt x="154" y="3348"/>
                      <a:pt x="154" y="3346"/>
                      <a:pt x="154" y="3345"/>
                    </a:cubicBezTo>
                    <a:cubicBezTo>
                      <a:pt x="157" y="3347"/>
                      <a:pt x="156" y="3353"/>
                      <a:pt x="157" y="3355"/>
                    </a:cubicBezTo>
                    <a:cubicBezTo>
                      <a:pt x="157" y="3357"/>
                      <a:pt x="157" y="3359"/>
                      <a:pt x="158" y="3360"/>
                    </a:cubicBezTo>
                    <a:cubicBezTo>
                      <a:pt x="158" y="3361"/>
                      <a:pt x="158" y="3363"/>
                      <a:pt x="158" y="3364"/>
                    </a:cubicBezTo>
                    <a:cubicBezTo>
                      <a:pt x="160" y="3367"/>
                      <a:pt x="164" y="3363"/>
                      <a:pt x="166" y="3362"/>
                    </a:cubicBezTo>
                    <a:cubicBezTo>
                      <a:pt x="169" y="3360"/>
                      <a:pt x="172" y="3360"/>
                      <a:pt x="176" y="3360"/>
                    </a:cubicBezTo>
                    <a:cubicBezTo>
                      <a:pt x="178" y="3359"/>
                      <a:pt x="178" y="3359"/>
                      <a:pt x="180" y="3358"/>
                    </a:cubicBezTo>
                    <a:cubicBezTo>
                      <a:pt x="181" y="3357"/>
                      <a:pt x="182" y="3356"/>
                      <a:pt x="183" y="3356"/>
                    </a:cubicBezTo>
                    <a:cubicBezTo>
                      <a:pt x="181" y="3358"/>
                      <a:pt x="179" y="3359"/>
                      <a:pt x="177" y="3360"/>
                    </a:cubicBezTo>
                    <a:cubicBezTo>
                      <a:pt x="174" y="3362"/>
                      <a:pt x="171" y="3364"/>
                      <a:pt x="168" y="3365"/>
                    </a:cubicBezTo>
                    <a:cubicBezTo>
                      <a:pt x="165" y="3366"/>
                      <a:pt x="162" y="3367"/>
                      <a:pt x="159" y="3369"/>
                    </a:cubicBezTo>
                    <a:cubicBezTo>
                      <a:pt x="157" y="3370"/>
                      <a:pt x="156" y="3371"/>
                      <a:pt x="154" y="3373"/>
                    </a:cubicBezTo>
                    <a:cubicBezTo>
                      <a:pt x="152" y="3374"/>
                      <a:pt x="151" y="3376"/>
                      <a:pt x="149" y="3377"/>
                    </a:cubicBezTo>
                    <a:cubicBezTo>
                      <a:pt x="147" y="3378"/>
                      <a:pt x="145" y="3378"/>
                      <a:pt x="144" y="3380"/>
                    </a:cubicBezTo>
                    <a:cubicBezTo>
                      <a:pt x="142" y="3382"/>
                      <a:pt x="142" y="3384"/>
                      <a:pt x="141" y="3386"/>
                    </a:cubicBezTo>
                    <a:cubicBezTo>
                      <a:pt x="140" y="3388"/>
                      <a:pt x="136" y="3388"/>
                      <a:pt x="134" y="3389"/>
                    </a:cubicBezTo>
                    <a:cubicBezTo>
                      <a:pt x="131" y="3390"/>
                      <a:pt x="133" y="3394"/>
                      <a:pt x="135" y="3395"/>
                    </a:cubicBezTo>
                    <a:cubicBezTo>
                      <a:pt x="137" y="3397"/>
                      <a:pt x="140" y="3398"/>
                      <a:pt x="142" y="3401"/>
                    </a:cubicBezTo>
                    <a:cubicBezTo>
                      <a:pt x="142" y="3402"/>
                      <a:pt x="142" y="3403"/>
                      <a:pt x="143" y="3404"/>
                    </a:cubicBezTo>
                    <a:cubicBezTo>
                      <a:pt x="145" y="3407"/>
                      <a:pt x="149" y="3407"/>
                      <a:pt x="152" y="3407"/>
                    </a:cubicBezTo>
                    <a:cubicBezTo>
                      <a:pt x="155" y="3408"/>
                      <a:pt x="158" y="3408"/>
                      <a:pt x="162" y="3408"/>
                    </a:cubicBezTo>
                    <a:cubicBezTo>
                      <a:pt x="164" y="3408"/>
                      <a:pt x="168" y="3409"/>
                      <a:pt x="169" y="3408"/>
                    </a:cubicBezTo>
                    <a:cubicBezTo>
                      <a:pt x="171" y="3407"/>
                      <a:pt x="171" y="3405"/>
                      <a:pt x="170" y="3403"/>
                    </a:cubicBezTo>
                    <a:cubicBezTo>
                      <a:pt x="170" y="3402"/>
                      <a:pt x="169" y="3401"/>
                      <a:pt x="167" y="3401"/>
                    </a:cubicBezTo>
                    <a:cubicBezTo>
                      <a:pt x="164" y="3399"/>
                      <a:pt x="163" y="3396"/>
                      <a:pt x="162" y="3392"/>
                    </a:cubicBezTo>
                    <a:cubicBezTo>
                      <a:pt x="162" y="3390"/>
                      <a:pt x="161" y="3386"/>
                      <a:pt x="163" y="3384"/>
                    </a:cubicBezTo>
                    <a:cubicBezTo>
                      <a:pt x="167" y="3382"/>
                      <a:pt x="168" y="3395"/>
                      <a:pt x="169" y="3396"/>
                    </a:cubicBezTo>
                    <a:cubicBezTo>
                      <a:pt x="169" y="3398"/>
                      <a:pt x="170" y="3400"/>
                      <a:pt x="172" y="3399"/>
                    </a:cubicBezTo>
                    <a:cubicBezTo>
                      <a:pt x="174" y="3398"/>
                      <a:pt x="175" y="3397"/>
                      <a:pt x="176" y="3395"/>
                    </a:cubicBezTo>
                    <a:cubicBezTo>
                      <a:pt x="177" y="3394"/>
                      <a:pt x="178" y="3393"/>
                      <a:pt x="178" y="3392"/>
                    </a:cubicBezTo>
                    <a:cubicBezTo>
                      <a:pt x="179" y="3390"/>
                      <a:pt x="178" y="3388"/>
                      <a:pt x="177" y="3387"/>
                    </a:cubicBezTo>
                    <a:cubicBezTo>
                      <a:pt x="177" y="3386"/>
                      <a:pt x="176" y="3383"/>
                      <a:pt x="178" y="3383"/>
                    </a:cubicBezTo>
                    <a:cubicBezTo>
                      <a:pt x="179" y="3383"/>
                      <a:pt x="182" y="3386"/>
                      <a:pt x="183" y="3387"/>
                    </a:cubicBezTo>
                    <a:cubicBezTo>
                      <a:pt x="185" y="3389"/>
                      <a:pt x="187" y="3391"/>
                      <a:pt x="190" y="3391"/>
                    </a:cubicBezTo>
                    <a:cubicBezTo>
                      <a:pt x="192" y="3391"/>
                      <a:pt x="193" y="3391"/>
                      <a:pt x="195" y="3390"/>
                    </a:cubicBezTo>
                    <a:cubicBezTo>
                      <a:pt x="196" y="3390"/>
                      <a:pt x="198" y="3390"/>
                      <a:pt x="200" y="3390"/>
                    </a:cubicBezTo>
                    <a:cubicBezTo>
                      <a:pt x="202" y="3391"/>
                      <a:pt x="207" y="3391"/>
                      <a:pt x="206" y="3394"/>
                    </a:cubicBezTo>
                    <a:cubicBezTo>
                      <a:pt x="204" y="3398"/>
                      <a:pt x="199" y="3396"/>
                      <a:pt x="196" y="3396"/>
                    </a:cubicBezTo>
                    <a:cubicBezTo>
                      <a:pt x="193" y="3396"/>
                      <a:pt x="190" y="3396"/>
                      <a:pt x="187" y="3396"/>
                    </a:cubicBezTo>
                    <a:cubicBezTo>
                      <a:pt x="184" y="3396"/>
                      <a:pt x="181" y="3395"/>
                      <a:pt x="178" y="3395"/>
                    </a:cubicBezTo>
                    <a:cubicBezTo>
                      <a:pt x="175" y="3395"/>
                      <a:pt x="175" y="3398"/>
                      <a:pt x="175" y="3401"/>
                    </a:cubicBezTo>
                    <a:cubicBezTo>
                      <a:pt x="175" y="3402"/>
                      <a:pt x="175" y="3403"/>
                      <a:pt x="176" y="3404"/>
                    </a:cubicBezTo>
                    <a:cubicBezTo>
                      <a:pt x="178" y="3405"/>
                      <a:pt x="181" y="3405"/>
                      <a:pt x="183" y="3405"/>
                    </a:cubicBezTo>
                    <a:cubicBezTo>
                      <a:pt x="185" y="3405"/>
                      <a:pt x="187" y="3404"/>
                      <a:pt x="189" y="3405"/>
                    </a:cubicBezTo>
                    <a:cubicBezTo>
                      <a:pt x="191" y="3405"/>
                      <a:pt x="191" y="3407"/>
                      <a:pt x="191" y="3409"/>
                    </a:cubicBezTo>
                    <a:cubicBezTo>
                      <a:pt x="191" y="3410"/>
                      <a:pt x="191" y="3412"/>
                      <a:pt x="192" y="3414"/>
                    </a:cubicBezTo>
                    <a:cubicBezTo>
                      <a:pt x="192" y="3412"/>
                      <a:pt x="196" y="3405"/>
                      <a:pt x="199" y="3407"/>
                    </a:cubicBezTo>
                    <a:cubicBezTo>
                      <a:pt x="201" y="3408"/>
                      <a:pt x="195" y="3414"/>
                      <a:pt x="195" y="3415"/>
                    </a:cubicBezTo>
                    <a:cubicBezTo>
                      <a:pt x="193" y="3417"/>
                      <a:pt x="192" y="3421"/>
                      <a:pt x="196" y="3420"/>
                    </a:cubicBezTo>
                    <a:cubicBezTo>
                      <a:pt x="197" y="3420"/>
                      <a:pt x="199" y="3419"/>
                      <a:pt x="200" y="3418"/>
                    </a:cubicBezTo>
                    <a:cubicBezTo>
                      <a:pt x="202" y="3418"/>
                      <a:pt x="203" y="3418"/>
                      <a:pt x="204" y="3418"/>
                    </a:cubicBezTo>
                    <a:cubicBezTo>
                      <a:pt x="208" y="3417"/>
                      <a:pt x="211" y="3414"/>
                      <a:pt x="214" y="3412"/>
                    </a:cubicBezTo>
                    <a:cubicBezTo>
                      <a:pt x="217" y="3410"/>
                      <a:pt x="220" y="3409"/>
                      <a:pt x="223" y="3407"/>
                    </a:cubicBezTo>
                    <a:cubicBezTo>
                      <a:pt x="224" y="3406"/>
                      <a:pt x="225" y="3403"/>
                      <a:pt x="226" y="3405"/>
                    </a:cubicBezTo>
                    <a:cubicBezTo>
                      <a:pt x="227" y="3406"/>
                      <a:pt x="225" y="3410"/>
                      <a:pt x="225" y="3412"/>
                    </a:cubicBezTo>
                    <a:cubicBezTo>
                      <a:pt x="224" y="3415"/>
                      <a:pt x="222" y="3416"/>
                      <a:pt x="218" y="3416"/>
                    </a:cubicBezTo>
                    <a:cubicBezTo>
                      <a:pt x="217" y="3416"/>
                      <a:pt x="216" y="3416"/>
                      <a:pt x="215" y="3416"/>
                    </a:cubicBezTo>
                    <a:cubicBezTo>
                      <a:pt x="213" y="3417"/>
                      <a:pt x="212" y="3418"/>
                      <a:pt x="211" y="3419"/>
                    </a:cubicBezTo>
                    <a:cubicBezTo>
                      <a:pt x="209" y="3420"/>
                      <a:pt x="208" y="3421"/>
                      <a:pt x="206" y="3423"/>
                    </a:cubicBezTo>
                    <a:cubicBezTo>
                      <a:pt x="205" y="3424"/>
                      <a:pt x="204" y="3425"/>
                      <a:pt x="204" y="3426"/>
                    </a:cubicBezTo>
                    <a:cubicBezTo>
                      <a:pt x="202" y="3428"/>
                      <a:pt x="199" y="3430"/>
                      <a:pt x="200" y="3432"/>
                    </a:cubicBezTo>
                    <a:cubicBezTo>
                      <a:pt x="200" y="3434"/>
                      <a:pt x="202" y="3436"/>
                      <a:pt x="204" y="3436"/>
                    </a:cubicBezTo>
                    <a:cubicBezTo>
                      <a:pt x="207" y="3437"/>
                      <a:pt x="208" y="3434"/>
                      <a:pt x="210" y="3433"/>
                    </a:cubicBezTo>
                    <a:cubicBezTo>
                      <a:pt x="211" y="3432"/>
                      <a:pt x="212" y="3432"/>
                      <a:pt x="213" y="3431"/>
                    </a:cubicBezTo>
                    <a:cubicBezTo>
                      <a:pt x="215" y="3431"/>
                      <a:pt x="215" y="3429"/>
                      <a:pt x="216" y="3428"/>
                    </a:cubicBezTo>
                    <a:cubicBezTo>
                      <a:pt x="216" y="3426"/>
                      <a:pt x="217" y="3424"/>
                      <a:pt x="218" y="3423"/>
                    </a:cubicBezTo>
                    <a:cubicBezTo>
                      <a:pt x="220" y="3422"/>
                      <a:pt x="221" y="3422"/>
                      <a:pt x="222" y="3422"/>
                    </a:cubicBezTo>
                    <a:cubicBezTo>
                      <a:pt x="226" y="3422"/>
                      <a:pt x="228" y="3421"/>
                      <a:pt x="231" y="3423"/>
                    </a:cubicBezTo>
                    <a:cubicBezTo>
                      <a:pt x="233" y="3424"/>
                      <a:pt x="235" y="3425"/>
                      <a:pt x="237" y="3427"/>
                    </a:cubicBezTo>
                    <a:cubicBezTo>
                      <a:pt x="240" y="3430"/>
                      <a:pt x="244" y="3431"/>
                      <a:pt x="247" y="3432"/>
                    </a:cubicBezTo>
                    <a:cubicBezTo>
                      <a:pt x="248" y="3433"/>
                      <a:pt x="249" y="3433"/>
                      <a:pt x="250" y="3434"/>
                    </a:cubicBezTo>
                    <a:cubicBezTo>
                      <a:pt x="251" y="3435"/>
                      <a:pt x="251" y="3435"/>
                      <a:pt x="252" y="3436"/>
                    </a:cubicBezTo>
                    <a:cubicBezTo>
                      <a:pt x="254" y="3437"/>
                      <a:pt x="256" y="3438"/>
                      <a:pt x="258" y="3438"/>
                    </a:cubicBezTo>
                    <a:cubicBezTo>
                      <a:pt x="261" y="3439"/>
                      <a:pt x="264" y="3439"/>
                      <a:pt x="267" y="3439"/>
                    </a:cubicBezTo>
                    <a:cubicBezTo>
                      <a:pt x="269" y="3439"/>
                      <a:pt x="270" y="3439"/>
                      <a:pt x="272" y="3439"/>
                    </a:cubicBezTo>
                    <a:cubicBezTo>
                      <a:pt x="273" y="3440"/>
                      <a:pt x="274" y="3441"/>
                      <a:pt x="275" y="3441"/>
                    </a:cubicBezTo>
                    <a:cubicBezTo>
                      <a:pt x="279" y="3443"/>
                      <a:pt x="284" y="3441"/>
                      <a:pt x="288" y="3441"/>
                    </a:cubicBezTo>
                    <a:cubicBezTo>
                      <a:pt x="290" y="3441"/>
                      <a:pt x="292" y="3440"/>
                      <a:pt x="293" y="3440"/>
                    </a:cubicBezTo>
                    <a:cubicBezTo>
                      <a:pt x="295" y="3440"/>
                      <a:pt x="297" y="3439"/>
                      <a:pt x="298" y="3438"/>
                    </a:cubicBezTo>
                    <a:cubicBezTo>
                      <a:pt x="300" y="3438"/>
                      <a:pt x="301" y="3435"/>
                      <a:pt x="301" y="3434"/>
                    </a:cubicBezTo>
                    <a:cubicBezTo>
                      <a:pt x="301" y="3431"/>
                      <a:pt x="302" y="3428"/>
                      <a:pt x="303" y="3426"/>
                    </a:cubicBezTo>
                    <a:cubicBezTo>
                      <a:pt x="304" y="3424"/>
                      <a:pt x="305" y="3423"/>
                      <a:pt x="307" y="3424"/>
                    </a:cubicBezTo>
                    <a:cubicBezTo>
                      <a:pt x="310" y="3424"/>
                      <a:pt x="311" y="3427"/>
                      <a:pt x="312" y="3429"/>
                    </a:cubicBezTo>
                    <a:cubicBezTo>
                      <a:pt x="315" y="3433"/>
                      <a:pt x="319" y="3434"/>
                      <a:pt x="324" y="3432"/>
                    </a:cubicBezTo>
                    <a:cubicBezTo>
                      <a:pt x="327" y="3431"/>
                      <a:pt x="329" y="3429"/>
                      <a:pt x="333" y="3428"/>
                    </a:cubicBezTo>
                    <a:cubicBezTo>
                      <a:pt x="334" y="3428"/>
                      <a:pt x="336" y="3428"/>
                      <a:pt x="337" y="3427"/>
                    </a:cubicBezTo>
                    <a:cubicBezTo>
                      <a:pt x="339" y="3427"/>
                      <a:pt x="341" y="3425"/>
                      <a:pt x="342" y="3424"/>
                    </a:cubicBezTo>
                    <a:cubicBezTo>
                      <a:pt x="343" y="3423"/>
                      <a:pt x="344" y="3422"/>
                      <a:pt x="344" y="3420"/>
                    </a:cubicBezTo>
                    <a:cubicBezTo>
                      <a:pt x="345" y="3419"/>
                      <a:pt x="344" y="3418"/>
                      <a:pt x="345" y="3417"/>
                    </a:cubicBezTo>
                    <a:cubicBezTo>
                      <a:pt x="346" y="3416"/>
                      <a:pt x="347" y="3416"/>
                      <a:pt x="348" y="3415"/>
                    </a:cubicBezTo>
                    <a:cubicBezTo>
                      <a:pt x="351" y="3415"/>
                      <a:pt x="353" y="3414"/>
                      <a:pt x="354" y="3411"/>
                    </a:cubicBezTo>
                    <a:cubicBezTo>
                      <a:pt x="354" y="3410"/>
                      <a:pt x="354" y="3409"/>
                      <a:pt x="354" y="3407"/>
                    </a:cubicBezTo>
                    <a:cubicBezTo>
                      <a:pt x="354" y="3406"/>
                      <a:pt x="354" y="3405"/>
                      <a:pt x="354" y="3404"/>
                    </a:cubicBezTo>
                    <a:cubicBezTo>
                      <a:pt x="355" y="3401"/>
                      <a:pt x="354" y="3398"/>
                      <a:pt x="358" y="3398"/>
                    </a:cubicBezTo>
                    <a:cubicBezTo>
                      <a:pt x="362" y="3397"/>
                      <a:pt x="361" y="3404"/>
                      <a:pt x="361" y="3407"/>
                    </a:cubicBezTo>
                    <a:cubicBezTo>
                      <a:pt x="361" y="3410"/>
                      <a:pt x="360" y="3414"/>
                      <a:pt x="360" y="3418"/>
                    </a:cubicBezTo>
                    <a:cubicBezTo>
                      <a:pt x="360" y="3421"/>
                      <a:pt x="361" y="3422"/>
                      <a:pt x="364" y="3423"/>
                    </a:cubicBezTo>
                    <a:cubicBezTo>
                      <a:pt x="365" y="3424"/>
                      <a:pt x="366" y="3424"/>
                      <a:pt x="367" y="3425"/>
                    </a:cubicBezTo>
                    <a:cubicBezTo>
                      <a:pt x="367" y="3426"/>
                      <a:pt x="368" y="3427"/>
                      <a:pt x="369" y="3428"/>
                    </a:cubicBezTo>
                    <a:cubicBezTo>
                      <a:pt x="371" y="3428"/>
                      <a:pt x="372" y="3427"/>
                      <a:pt x="373" y="3427"/>
                    </a:cubicBezTo>
                    <a:cubicBezTo>
                      <a:pt x="374" y="3427"/>
                      <a:pt x="376" y="3426"/>
                      <a:pt x="377" y="3426"/>
                    </a:cubicBezTo>
                    <a:cubicBezTo>
                      <a:pt x="377" y="3425"/>
                      <a:pt x="377" y="3423"/>
                      <a:pt x="378" y="3422"/>
                    </a:cubicBezTo>
                    <a:cubicBezTo>
                      <a:pt x="378" y="3420"/>
                      <a:pt x="378" y="3418"/>
                      <a:pt x="378" y="3416"/>
                    </a:cubicBezTo>
                    <a:cubicBezTo>
                      <a:pt x="379" y="3412"/>
                      <a:pt x="384" y="3412"/>
                      <a:pt x="386" y="3413"/>
                    </a:cubicBezTo>
                    <a:cubicBezTo>
                      <a:pt x="387" y="3413"/>
                      <a:pt x="389" y="3413"/>
                      <a:pt x="390" y="3413"/>
                    </a:cubicBezTo>
                    <a:cubicBezTo>
                      <a:pt x="391" y="3413"/>
                      <a:pt x="391" y="3411"/>
                      <a:pt x="391" y="3410"/>
                    </a:cubicBezTo>
                    <a:cubicBezTo>
                      <a:pt x="391" y="3407"/>
                      <a:pt x="393" y="3407"/>
                      <a:pt x="396" y="3407"/>
                    </a:cubicBezTo>
                    <a:cubicBezTo>
                      <a:pt x="401" y="3406"/>
                      <a:pt x="397" y="3401"/>
                      <a:pt x="399" y="3398"/>
                    </a:cubicBezTo>
                    <a:cubicBezTo>
                      <a:pt x="400" y="3396"/>
                      <a:pt x="404" y="3396"/>
                      <a:pt x="406" y="3396"/>
                    </a:cubicBezTo>
                    <a:cubicBezTo>
                      <a:pt x="408" y="3396"/>
                      <a:pt x="409" y="3395"/>
                      <a:pt x="410" y="3394"/>
                    </a:cubicBezTo>
                    <a:cubicBezTo>
                      <a:pt x="411" y="3394"/>
                      <a:pt x="412" y="3393"/>
                      <a:pt x="412" y="3392"/>
                    </a:cubicBezTo>
                    <a:cubicBezTo>
                      <a:pt x="413" y="3391"/>
                      <a:pt x="413" y="3390"/>
                      <a:pt x="414" y="3389"/>
                    </a:cubicBezTo>
                    <a:cubicBezTo>
                      <a:pt x="415" y="3388"/>
                      <a:pt x="416" y="3388"/>
                      <a:pt x="417" y="3389"/>
                    </a:cubicBezTo>
                    <a:cubicBezTo>
                      <a:pt x="418" y="3390"/>
                      <a:pt x="418" y="3392"/>
                      <a:pt x="419" y="3393"/>
                    </a:cubicBezTo>
                    <a:cubicBezTo>
                      <a:pt x="421" y="3394"/>
                      <a:pt x="423" y="3393"/>
                      <a:pt x="425" y="3393"/>
                    </a:cubicBezTo>
                    <a:cubicBezTo>
                      <a:pt x="426" y="3392"/>
                      <a:pt x="428" y="3392"/>
                      <a:pt x="429" y="3391"/>
                    </a:cubicBezTo>
                    <a:cubicBezTo>
                      <a:pt x="430" y="3391"/>
                      <a:pt x="431" y="3389"/>
                      <a:pt x="431" y="3388"/>
                    </a:cubicBezTo>
                    <a:cubicBezTo>
                      <a:pt x="430" y="3386"/>
                      <a:pt x="429" y="3383"/>
                      <a:pt x="430" y="3382"/>
                    </a:cubicBezTo>
                    <a:cubicBezTo>
                      <a:pt x="431" y="3381"/>
                      <a:pt x="432" y="3382"/>
                      <a:pt x="433" y="3382"/>
                    </a:cubicBezTo>
                    <a:cubicBezTo>
                      <a:pt x="434" y="3383"/>
                      <a:pt x="435" y="3384"/>
                      <a:pt x="436" y="3384"/>
                    </a:cubicBezTo>
                    <a:cubicBezTo>
                      <a:pt x="438" y="3385"/>
                      <a:pt x="439" y="3381"/>
                      <a:pt x="439" y="3380"/>
                    </a:cubicBezTo>
                    <a:cubicBezTo>
                      <a:pt x="439" y="3378"/>
                      <a:pt x="440" y="3376"/>
                      <a:pt x="441" y="3374"/>
                    </a:cubicBezTo>
                    <a:cubicBezTo>
                      <a:pt x="441" y="3373"/>
                      <a:pt x="441" y="3372"/>
                      <a:pt x="442" y="3371"/>
                    </a:cubicBezTo>
                    <a:cubicBezTo>
                      <a:pt x="443" y="3371"/>
                      <a:pt x="444" y="3371"/>
                      <a:pt x="445" y="3371"/>
                    </a:cubicBezTo>
                    <a:cubicBezTo>
                      <a:pt x="447" y="3371"/>
                      <a:pt x="447" y="3371"/>
                      <a:pt x="448" y="3372"/>
                    </a:cubicBezTo>
                    <a:cubicBezTo>
                      <a:pt x="449" y="3373"/>
                      <a:pt x="450" y="3374"/>
                      <a:pt x="452" y="3373"/>
                    </a:cubicBezTo>
                    <a:cubicBezTo>
                      <a:pt x="453" y="3373"/>
                      <a:pt x="453" y="3370"/>
                      <a:pt x="454" y="3369"/>
                    </a:cubicBezTo>
                    <a:cubicBezTo>
                      <a:pt x="455" y="3368"/>
                      <a:pt x="456" y="3367"/>
                      <a:pt x="457" y="3367"/>
                    </a:cubicBezTo>
                    <a:cubicBezTo>
                      <a:pt x="458" y="3367"/>
                      <a:pt x="459" y="3367"/>
                      <a:pt x="459" y="3367"/>
                    </a:cubicBezTo>
                    <a:cubicBezTo>
                      <a:pt x="460" y="3367"/>
                      <a:pt x="461" y="3366"/>
                      <a:pt x="462" y="3366"/>
                    </a:cubicBezTo>
                    <a:cubicBezTo>
                      <a:pt x="466" y="3365"/>
                      <a:pt x="463" y="3360"/>
                      <a:pt x="464" y="3357"/>
                    </a:cubicBezTo>
                    <a:cubicBezTo>
                      <a:pt x="464" y="3356"/>
                      <a:pt x="466" y="3356"/>
                      <a:pt x="467" y="3356"/>
                    </a:cubicBezTo>
                    <a:cubicBezTo>
                      <a:pt x="469" y="3356"/>
                      <a:pt x="470" y="3355"/>
                      <a:pt x="471" y="3355"/>
                    </a:cubicBezTo>
                    <a:cubicBezTo>
                      <a:pt x="473" y="3354"/>
                      <a:pt x="473" y="3354"/>
                      <a:pt x="473" y="3352"/>
                    </a:cubicBezTo>
                    <a:cubicBezTo>
                      <a:pt x="473" y="3350"/>
                      <a:pt x="474" y="3347"/>
                      <a:pt x="475" y="3345"/>
                    </a:cubicBezTo>
                    <a:cubicBezTo>
                      <a:pt x="475" y="3343"/>
                      <a:pt x="476" y="3343"/>
                      <a:pt x="478" y="3342"/>
                    </a:cubicBezTo>
                    <a:cubicBezTo>
                      <a:pt x="479" y="3342"/>
                      <a:pt x="480" y="3340"/>
                      <a:pt x="482" y="3340"/>
                    </a:cubicBezTo>
                    <a:cubicBezTo>
                      <a:pt x="485" y="3337"/>
                      <a:pt x="487" y="3335"/>
                      <a:pt x="490" y="3332"/>
                    </a:cubicBezTo>
                    <a:cubicBezTo>
                      <a:pt x="491" y="3330"/>
                      <a:pt x="492" y="3328"/>
                      <a:pt x="494" y="3326"/>
                    </a:cubicBezTo>
                    <a:cubicBezTo>
                      <a:pt x="495" y="3325"/>
                      <a:pt x="496" y="3325"/>
                      <a:pt x="497" y="3324"/>
                    </a:cubicBezTo>
                    <a:cubicBezTo>
                      <a:pt x="500" y="3322"/>
                      <a:pt x="504" y="3322"/>
                      <a:pt x="505" y="3319"/>
                    </a:cubicBezTo>
                    <a:cubicBezTo>
                      <a:pt x="507" y="3315"/>
                      <a:pt x="504" y="3312"/>
                      <a:pt x="503" y="3309"/>
                    </a:cubicBezTo>
                    <a:cubicBezTo>
                      <a:pt x="503" y="3308"/>
                      <a:pt x="502" y="3306"/>
                      <a:pt x="503" y="3305"/>
                    </a:cubicBezTo>
                    <a:cubicBezTo>
                      <a:pt x="503" y="3304"/>
                      <a:pt x="505" y="3304"/>
                      <a:pt x="505" y="3304"/>
                    </a:cubicBezTo>
                    <a:cubicBezTo>
                      <a:pt x="506" y="3305"/>
                      <a:pt x="505" y="3306"/>
                      <a:pt x="506" y="3307"/>
                    </a:cubicBezTo>
                    <a:cubicBezTo>
                      <a:pt x="507" y="3308"/>
                      <a:pt x="508" y="3309"/>
                      <a:pt x="510" y="3309"/>
                    </a:cubicBezTo>
                    <a:cubicBezTo>
                      <a:pt x="512" y="3309"/>
                      <a:pt x="513" y="3307"/>
                      <a:pt x="514" y="3306"/>
                    </a:cubicBezTo>
                    <a:cubicBezTo>
                      <a:pt x="515" y="3306"/>
                      <a:pt x="516" y="3305"/>
                      <a:pt x="517" y="3305"/>
                    </a:cubicBezTo>
                    <a:cubicBezTo>
                      <a:pt x="518" y="3305"/>
                      <a:pt x="519" y="3305"/>
                      <a:pt x="521" y="3304"/>
                    </a:cubicBezTo>
                    <a:cubicBezTo>
                      <a:pt x="523" y="3304"/>
                      <a:pt x="525" y="3303"/>
                      <a:pt x="527" y="3303"/>
                    </a:cubicBezTo>
                    <a:cubicBezTo>
                      <a:pt x="528" y="3303"/>
                      <a:pt x="530" y="3302"/>
                      <a:pt x="531" y="3301"/>
                    </a:cubicBezTo>
                    <a:cubicBezTo>
                      <a:pt x="533" y="3300"/>
                      <a:pt x="534" y="3299"/>
                      <a:pt x="536" y="3299"/>
                    </a:cubicBezTo>
                    <a:cubicBezTo>
                      <a:pt x="539" y="3298"/>
                      <a:pt x="542" y="3297"/>
                      <a:pt x="544" y="3294"/>
                    </a:cubicBezTo>
                    <a:cubicBezTo>
                      <a:pt x="545" y="3294"/>
                      <a:pt x="546" y="3292"/>
                      <a:pt x="546" y="3291"/>
                    </a:cubicBezTo>
                    <a:cubicBezTo>
                      <a:pt x="546" y="3290"/>
                      <a:pt x="545" y="3290"/>
                      <a:pt x="543" y="3289"/>
                    </a:cubicBezTo>
                    <a:cubicBezTo>
                      <a:pt x="542" y="3289"/>
                      <a:pt x="540" y="3289"/>
                      <a:pt x="539" y="3289"/>
                    </a:cubicBezTo>
                    <a:cubicBezTo>
                      <a:pt x="538" y="3289"/>
                      <a:pt x="536" y="3290"/>
                      <a:pt x="536" y="3289"/>
                    </a:cubicBezTo>
                    <a:cubicBezTo>
                      <a:pt x="535" y="3288"/>
                      <a:pt x="538" y="3285"/>
                      <a:pt x="539" y="3284"/>
                    </a:cubicBezTo>
                    <a:cubicBezTo>
                      <a:pt x="540" y="3283"/>
                      <a:pt x="545" y="3282"/>
                      <a:pt x="545" y="3281"/>
                    </a:cubicBezTo>
                    <a:cubicBezTo>
                      <a:pt x="544" y="3280"/>
                      <a:pt x="544" y="3281"/>
                      <a:pt x="544" y="3280"/>
                    </a:cubicBezTo>
                    <a:cubicBezTo>
                      <a:pt x="544" y="3280"/>
                      <a:pt x="544" y="3280"/>
                      <a:pt x="544" y="3280"/>
                    </a:cubicBezTo>
                    <a:cubicBezTo>
                      <a:pt x="544" y="3279"/>
                      <a:pt x="544" y="3279"/>
                      <a:pt x="543" y="3279"/>
                    </a:cubicBezTo>
                    <a:cubicBezTo>
                      <a:pt x="543" y="3278"/>
                      <a:pt x="542" y="3278"/>
                      <a:pt x="542" y="3278"/>
                    </a:cubicBezTo>
                    <a:cubicBezTo>
                      <a:pt x="540" y="3278"/>
                      <a:pt x="538" y="3278"/>
                      <a:pt x="537" y="3278"/>
                    </a:cubicBezTo>
                    <a:cubicBezTo>
                      <a:pt x="536" y="3278"/>
                      <a:pt x="535" y="3278"/>
                      <a:pt x="534" y="3278"/>
                    </a:cubicBezTo>
                    <a:cubicBezTo>
                      <a:pt x="532" y="3278"/>
                      <a:pt x="530" y="3279"/>
                      <a:pt x="529" y="3277"/>
                    </a:cubicBezTo>
                    <a:cubicBezTo>
                      <a:pt x="527" y="3276"/>
                      <a:pt x="527" y="3274"/>
                      <a:pt x="529" y="3273"/>
                    </a:cubicBezTo>
                    <a:cubicBezTo>
                      <a:pt x="531" y="3272"/>
                      <a:pt x="533" y="3273"/>
                      <a:pt x="535" y="3273"/>
                    </a:cubicBezTo>
                    <a:cubicBezTo>
                      <a:pt x="536" y="3273"/>
                      <a:pt x="537" y="3274"/>
                      <a:pt x="538" y="3274"/>
                    </a:cubicBezTo>
                    <a:cubicBezTo>
                      <a:pt x="540" y="3274"/>
                      <a:pt x="541" y="3274"/>
                      <a:pt x="542" y="3274"/>
                    </a:cubicBezTo>
                    <a:cubicBezTo>
                      <a:pt x="545" y="3274"/>
                      <a:pt x="548" y="3275"/>
                      <a:pt x="550" y="3275"/>
                    </a:cubicBezTo>
                    <a:cubicBezTo>
                      <a:pt x="551" y="3276"/>
                      <a:pt x="552" y="3276"/>
                      <a:pt x="553" y="3276"/>
                    </a:cubicBezTo>
                    <a:cubicBezTo>
                      <a:pt x="554" y="3276"/>
                      <a:pt x="555" y="3277"/>
                      <a:pt x="556" y="3277"/>
                    </a:cubicBezTo>
                    <a:cubicBezTo>
                      <a:pt x="557" y="3277"/>
                      <a:pt x="558" y="3277"/>
                      <a:pt x="560" y="3277"/>
                    </a:cubicBezTo>
                    <a:cubicBezTo>
                      <a:pt x="560" y="3276"/>
                      <a:pt x="561" y="3277"/>
                      <a:pt x="562" y="3276"/>
                    </a:cubicBezTo>
                    <a:cubicBezTo>
                      <a:pt x="564" y="3276"/>
                      <a:pt x="565" y="3272"/>
                      <a:pt x="566" y="3271"/>
                    </a:cubicBezTo>
                    <a:cubicBezTo>
                      <a:pt x="568" y="3269"/>
                      <a:pt x="569" y="3268"/>
                      <a:pt x="571" y="3266"/>
                    </a:cubicBezTo>
                    <a:cubicBezTo>
                      <a:pt x="574" y="3265"/>
                      <a:pt x="575" y="3262"/>
                      <a:pt x="576" y="3260"/>
                    </a:cubicBezTo>
                    <a:cubicBezTo>
                      <a:pt x="577" y="3258"/>
                      <a:pt x="579" y="3256"/>
                      <a:pt x="580" y="3254"/>
                    </a:cubicBezTo>
                    <a:cubicBezTo>
                      <a:pt x="581" y="3252"/>
                      <a:pt x="578" y="3252"/>
                      <a:pt x="577" y="3252"/>
                    </a:cubicBezTo>
                    <a:cubicBezTo>
                      <a:pt x="575" y="3252"/>
                      <a:pt x="573" y="3253"/>
                      <a:pt x="571" y="3253"/>
                    </a:cubicBezTo>
                    <a:cubicBezTo>
                      <a:pt x="569" y="3253"/>
                      <a:pt x="566" y="3253"/>
                      <a:pt x="564" y="3253"/>
                    </a:cubicBezTo>
                    <a:cubicBezTo>
                      <a:pt x="562" y="3253"/>
                      <a:pt x="561" y="3253"/>
                      <a:pt x="562" y="3251"/>
                    </a:cubicBezTo>
                    <a:cubicBezTo>
                      <a:pt x="562" y="3249"/>
                      <a:pt x="562" y="3246"/>
                      <a:pt x="564" y="3245"/>
                    </a:cubicBezTo>
                    <a:cubicBezTo>
                      <a:pt x="565" y="3245"/>
                      <a:pt x="567" y="3245"/>
                      <a:pt x="568" y="3246"/>
                    </a:cubicBezTo>
                    <a:cubicBezTo>
                      <a:pt x="570" y="3246"/>
                      <a:pt x="570" y="3247"/>
                      <a:pt x="572" y="3246"/>
                    </a:cubicBezTo>
                    <a:cubicBezTo>
                      <a:pt x="573" y="3246"/>
                      <a:pt x="574" y="3245"/>
                      <a:pt x="576" y="3245"/>
                    </a:cubicBezTo>
                    <a:cubicBezTo>
                      <a:pt x="577" y="3245"/>
                      <a:pt x="577" y="3245"/>
                      <a:pt x="578" y="3244"/>
                    </a:cubicBezTo>
                    <a:cubicBezTo>
                      <a:pt x="577" y="3242"/>
                      <a:pt x="578" y="3236"/>
                      <a:pt x="582" y="3239"/>
                    </a:cubicBezTo>
                    <a:cubicBezTo>
                      <a:pt x="583" y="3240"/>
                      <a:pt x="585" y="3241"/>
                      <a:pt x="586" y="3239"/>
                    </a:cubicBezTo>
                    <a:cubicBezTo>
                      <a:pt x="588" y="3238"/>
                      <a:pt x="589" y="3236"/>
                      <a:pt x="591" y="3234"/>
                    </a:cubicBezTo>
                    <a:cubicBezTo>
                      <a:pt x="594" y="3230"/>
                      <a:pt x="600" y="3232"/>
                      <a:pt x="604" y="3232"/>
                    </a:cubicBezTo>
                    <a:cubicBezTo>
                      <a:pt x="608" y="3231"/>
                      <a:pt x="607" y="3226"/>
                      <a:pt x="611" y="3225"/>
                    </a:cubicBezTo>
                    <a:cubicBezTo>
                      <a:pt x="612" y="3225"/>
                      <a:pt x="620" y="3227"/>
                      <a:pt x="621" y="3224"/>
                    </a:cubicBezTo>
                    <a:cubicBezTo>
                      <a:pt x="621" y="3223"/>
                      <a:pt x="619" y="3222"/>
                      <a:pt x="618" y="3220"/>
                    </a:cubicBezTo>
                    <a:cubicBezTo>
                      <a:pt x="618" y="3218"/>
                      <a:pt x="620" y="3218"/>
                      <a:pt x="622" y="3218"/>
                    </a:cubicBezTo>
                    <a:cubicBezTo>
                      <a:pt x="625" y="3217"/>
                      <a:pt x="629" y="3220"/>
                      <a:pt x="631" y="3216"/>
                    </a:cubicBezTo>
                    <a:cubicBezTo>
                      <a:pt x="632" y="3214"/>
                      <a:pt x="632" y="3211"/>
                      <a:pt x="630" y="3209"/>
                    </a:cubicBezTo>
                    <a:cubicBezTo>
                      <a:pt x="629" y="3208"/>
                      <a:pt x="628" y="3208"/>
                      <a:pt x="626" y="3207"/>
                    </a:cubicBezTo>
                    <a:cubicBezTo>
                      <a:pt x="623" y="3206"/>
                      <a:pt x="621" y="3201"/>
                      <a:pt x="619" y="3198"/>
                    </a:cubicBezTo>
                    <a:cubicBezTo>
                      <a:pt x="618" y="3197"/>
                      <a:pt x="617" y="3195"/>
                      <a:pt x="616" y="3194"/>
                    </a:cubicBezTo>
                    <a:cubicBezTo>
                      <a:pt x="615" y="3193"/>
                      <a:pt x="614" y="3191"/>
                      <a:pt x="613" y="3190"/>
                    </a:cubicBezTo>
                    <a:cubicBezTo>
                      <a:pt x="613" y="3187"/>
                      <a:pt x="611" y="3181"/>
                      <a:pt x="616" y="3183"/>
                    </a:cubicBezTo>
                    <a:cubicBezTo>
                      <a:pt x="618" y="3184"/>
                      <a:pt x="619" y="3185"/>
                      <a:pt x="620" y="3187"/>
                    </a:cubicBezTo>
                    <a:cubicBezTo>
                      <a:pt x="621" y="3189"/>
                      <a:pt x="620" y="3192"/>
                      <a:pt x="621" y="3193"/>
                    </a:cubicBezTo>
                    <a:cubicBezTo>
                      <a:pt x="624" y="3197"/>
                      <a:pt x="629" y="3190"/>
                      <a:pt x="631" y="3193"/>
                    </a:cubicBezTo>
                    <a:cubicBezTo>
                      <a:pt x="632" y="3195"/>
                      <a:pt x="633" y="3198"/>
                      <a:pt x="634" y="3200"/>
                    </a:cubicBezTo>
                    <a:cubicBezTo>
                      <a:pt x="635" y="3202"/>
                      <a:pt x="636" y="3204"/>
                      <a:pt x="638" y="3205"/>
                    </a:cubicBezTo>
                    <a:cubicBezTo>
                      <a:pt x="639" y="3207"/>
                      <a:pt x="640" y="3207"/>
                      <a:pt x="641" y="3208"/>
                    </a:cubicBezTo>
                    <a:cubicBezTo>
                      <a:pt x="643" y="3208"/>
                      <a:pt x="645" y="3209"/>
                      <a:pt x="646" y="3211"/>
                    </a:cubicBezTo>
                    <a:cubicBezTo>
                      <a:pt x="648" y="3215"/>
                      <a:pt x="642" y="3219"/>
                      <a:pt x="641" y="3223"/>
                    </a:cubicBezTo>
                    <a:cubicBezTo>
                      <a:pt x="641" y="3229"/>
                      <a:pt x="647" y="3229"/>
                      <a:pt x="651" y="3230"/>
                    </a:cubicBezTo>
                    <a:cubicBezTo>
                      <a:pt x="657" y="3230"/>
                      <a:pt x="663" y="3231"/>
                      <a:pt x="668" y="3230"/>
                    </a:cubicBezTo>
                    <a:cubicBezTo>
                      <a:pt x="670" y="3229"/>
                      <a:pt x="674" y="3229"/>
                      <a:pt x="674" y="3227"/>
                    </a:cubicBezTo>
                    <a:cubicBezTo>
                      <a:pt x="674" y="3226"/>
                      <a:pt x="673" y="3225"/>
                      <a:pt x="673" y="3224"/>
                    </a:cubicBezTo>
                    <a:cubicBezTo>
                      <a:pt x="672" y="3223"/>
                      <a:pt x="671" y="3222"/>
                      <a:pt x="671" y="3220"/>
                    </a:cubicBezTo>
                    <a:cubicBezTo>
                      <a:pt x="670" y="3217"/>
                      <a:pt x="671" y="3213"/>
                      <a:pt x="674" y="3211"/>
                    </a:cubicBezTo>
                    <a:cubicBezTo>
                      <a:pt x="676" y="3209"/>
                      <a:pt x="676" y="3213"/>
                      <a:pt x="677" y="3214"/>
                    </a:cubicBezTo>
                    <a:cubicBezTo>
                      <a:pt x="677" y="3215"/>
                      <a:pt x="677" y="3216"/>
                      <a:pt x="677" y="3217"/>
                    </a:cubicBezTo>
                    <a:cubicBezTo>
                      <a:pt x="678" y="3218"/>
                      <a:pt x="680" y="3220"/>
                      <a:pt x="681" y="3220"/>
                    </a:cubicBezTo>
                    <a:cubicBezTo>
                      <a:pt x="682" y="3220"/>
                      <a:pt x="682" y="3219"/>
                      <a:pt x="683" y="3219"/>
                    </a:cubicBezTo>
                    <a:cubicBezTo>
                      <a:pt x="684" y="3219"/>
                      <a:pt x="684" y="3218"/>
                      <a:pt x="685" y="3218"/>
                    </a:cubicBezTo>
                    <a:cubicBezTo>
                      <a:pt x="685" y="3217"/>
                      <a:pt x="685" y="3216"/>
                      <a:pt x="686" y="3216"/>
                    </a:cubicBezTo>
                    <a:cubicBezTo>
                      <a:pt x="688" y="3215"/>
                      <a:pt x="689" y="3214"/>
                      <a:pt x="691" y="3213"/>
                    </a:cubicBezTo>
                    <a:cubicBezTo>
                      <a:pt x="693" y="3213"/>
                      <a:pt x="695" y="3212"/>
                      <a:pt x="694" y="3215"/>
                    </a:cubicBezTo>
                    <a:cubicBezTo>
                      <a:pt x="694" y="3215"/>
                      <a:pt x="694" y="3216"/>
                      <a:pt x="693" y="3216"/>
                    </a:cubicBezTo>
                    <a:cubicBezTo>
                      <a:pt x="693" y="3216"/>
                      <a:pt x="693" y="3217"/>
                      <a:pt x="693" y="3217"/>
                    </a:cubicBezTo>
                    <a:cubicBezTo>
                      <a:pt x="693" y="3218"/>
                      <a:pt x="692" y="3219"/>
                      <a:pt x="693" y="3219"/>
                    </a:cubicBezTo>
                    <a:cubicBezTo>
                      <a:pt x="693" y="3220"/>
                      <a:pt x="694" y="3220"/>
                      <a:pt x="695" y="3220"/>
                    </a:cubicBezTo>
                    <a:cubicBezTo>
                      <a:pt x="696" y="3220"/>
                      <a:pt x="696" y="3220"/>
                      <a:pt x="697" y="3219"/>
                    </a:cubicBezTo>
                    <a:cubicBezTo>
                      <a:pt x="697" y="3219"/>
                      <a:pt x="698" y="3218"/>
                      <a:pt x="698" y="3218"/>
                    </a:cubicBezTo>
                    <a:cubicBezTo>
                      <a:pt x="699" y="3219"/>
                      <a:pt x="700" y="3219"/>
                      <a:pt x="700" y="3219"/>
                    </a:cubicBezTo>
                    <a:cubicBezTo>
                      <a:pt x="700" y="3218"/>
                      <a:pt x="700" y="3217"/>
                      <a:pt x="701" y="3217"/>
                    </a:cubicBezTo>
                    <a:cubicBezTo>
                      <a:pt x="701" y="3215"/>
                      <a:pt x="701" y="3214"/>
                      <a:pt x="701" y="3213"/>
                    </a:cubicBezTo>
                    <a:cubicBezTo>
                      <a:pt x="701" y="3212"/>
                      <a:pt x="701" y="3211"/>
                      <a:pt x="701" y="3210"/>
                    </a:cubicBezTo>
                    <a:cubicBezTo>
                      <a:pt x="701" y="3205"/>
                      <a:pt x="702" y="3200"/>
                      <a:pt x="702" y="3195"/>
                    </a:cubicBezTo>
                    <a:cubicBezTo>
                      <a:pt x="702" y="3193"/>
                      <a:pt x="702" y="3190"/>
                      <a:pt x="703" y="3189"/>
                    </a:cubicBezTo>
                    <a:cubicBezTo>
                      <a:pt x="705" y="3187"/>
                      <a:pt x="706" y="3189"/>
                      <a:pt x="706" y="3191"/>
                    </a:cubicBezTo>
                    <a:cubicBezTo>
                      <a:pt x="707" y="3192"/>
                      <a:pt x="706" y="3194"/>
                      <a:pt x="706" y="3195"/>
                    </a:cubicBezTo>
                    <a:cubicBezTo>
                      <a:pt x="706" y="3196"/>
                      <a:pt x="707" y="3197"/>
                      <a:pt x="707" y="3198"/>
                    </a:cubicBezTo>
                    <a:cubicBezTo>
                      <a:pt x="708" y="3200"/>
                      <a:pt x="708" y="3201"/>
                      <a:pt x="711" y="3202"/>
                    </a:cubicBezTo>
                    <a:cubicBezTo>
                      <a:pt x="713" y="3202"/>
                      <a:pt x="715" y="3202"/>
                      <a:pt x="715" y="3199"/>
                    </a:cubicBezTo>
                    <a:cubicBezTo>
                      <a:pt x="716" y="3196"/>
                      <a:pt x="715" y="3192"/>
                      <a:pt x="717" y="3189"/>
                    </a:cubicBezTo>
                    <a:cubicBezTo>
                      <a:pt x="718" y="3186"/>
                      <a:pt x="719" y="3185"/>
                      <a:pt x="720" y="3182"/>
                    </a:cubicBezTo>
                    <a:cubicBezTo>
                      <a:pt x="720" y="3179"/>
                      <a:pt x="720" y="3177"/>
                      <a:pt x="721" y="3174"/>
                    </a:cubicBezTo>
                    <a:cubicBezTo>
                      <a:pt x="722" y="3171"/>
                      <a:pt x="722" y="3168"/>
                      <a:pt x="725" y="3165"/>
                    </a:cubicBezTo>
                    <a:cubicBezTo>
                      <a:pt x="726" y="3163"/>
                      <a:pt x="727" y="3162"/>
                      <a:pt x="728" y="3160"/>
                    </a:cubicBezTo>
                    <a:cubicBezTo>
                      <a:pt x="729" y="3159"/>
                      <a:pt x="730" y="3157"/>
                      <a:pt x="732" y="3157"/>
                    </a:cubicBezTo>
                    <a:cubicBezTo>
                      <a:pt x="735" y="3157"/>
                      <a:pt x="737" y="3160"/>
                      <a:pt x="738" y="3162"/>
                    </a:cubicBezTo>
                    <a:cubicBezTo>
                      <a:pt x="741" y="3165"/>
                      <a:pt x="743" y="3163"/>
                      <a:pt x="744" y="3159"/>
                    </a:cubicBezTo>
                    <a:cubicBezTo>
                      <a:pt x="744" y="3158"/>
                      <a:pt x="744" y="3157"/>
                      <a:pt x="745" y="3156"/>
                    </a:cubicBezTo>
                    <a:cubicBezTo>
                      <a:pt x="747" y="3154"/>
                      <a:pt x="748" y="3153"/>
                      <a:pt x="748" y="3151"/>
                    </a:cubicBezTo>
                    <a:cubicBezTo>
                      <a:pt x="749" y="3149"/>
                      <a:pt x="749" y="3146"/>
                      <a:pt x="748" y="3143"/>
                    </a:cubicBezTo>
                    <a:cubicBezTo>
                      <a:pt x="747" y="3142"/>
                      <a:pt x="746" y="3141"/>
                      <a:pt x="745" y="3140"/>
                    </a:cubicBezTo>
                    <a:cubicBezTo>
                      <a:pt x="742" y="3137"/>
                      <a:pt x="743" y="3131"/>
                      <a:pt x="745" y="3128"/>
                    </a:cubicBezTo>
                    <a:cubicBezTo>
                      <a:pt x="747" y="3126"/>
                      <a:pt x="748" y="3125"/>
                      <a:pt x="748" y="3122"/>
                    </a:cubicBezTo>
                    <a:cubicBezTo>
                      <a:pt x="748" y="3120"/>
                      <a:pt x="747" y="3118"/>
                      <a:pt x="746" y="3116"/>
                    </a:cubicBezTo>
                    <a:cubicBezTo>
                      <a:pt x="745" y="3114"/>
                      <a:pt x="745" y="3113"/>
                      <a:pt x="744" y="3111"/>
                    </a:cubicBezTo>
                    <a:cubicBezTo>
                      <a:pt x="744" y="3111"/>
                      <a:pt x="744" y="3108"/>
                      <a:pt x="742" y="3108"/>
                    </a:cubicBezTo>
                    <a:cubicBezTo>
                      <a:pt x="740" y="3108"/>
                      <a:pt x="740" y="3117"/>
                      <a:pt x="737" y="3115"/>
                    </a:cubicBezTo>
                    <a:cubicBezTo>
                      <a:pt x="735" y="3115"/>
                      <a:pt x="734" y="3112"/>
                      <a:pt x="733" y="3110"/>
                    </a:cubicBezTo>
                    <a:cubicBezTo>
                      <a:pt x="732" y="3108"/>
                      <a:pt x="731" y="3107"/>
                      <a:pt x="731" y="3105"/>
                    </a:cubicBezTo>
                    <a:cubicBezTo>
                      <a:pt x="730" y="3103"/>
                      <a:pt x="730" y="3101"/>
                      <a:pt x="729" y="3099"/>
                    </a:cubicBezTo>
                    <a:cubicBezTo>
                      <a:pt x="729" y="3098"/>
                      <a:pt x="728" y="3098"/>
                      <a:pt x="727" y="3097"/>
                    </a:cubicBezTo>
                    <a:cubicBezTo>
                      <a:pt x="723" y="3095"/>
                      <a:pt x="721" y="3091"/>
                      <a:pt x="720" y="3087"/>
                    </a:cubicBezTo>
                    <a:cubicBezTo>
                      <a:pt x="719" y="3086"/>
                      <a:pt x="718" y="3080"/>
                      <a:pt x="721" y="3081"/>
                    </a:cubicBezTo>
                    <a:cubicBezTo>
                      <a:pt x="725" y="3082"/>
                      <a:pt x="728" y="3088"/>
                      <a:pt x="732" y="3086"/>
                    </a:cubicBezTo>
                    <a:cubicBezTo>
                      <a:pt x="734" y="3085"/>
                      <a:pt x="734" y="3079"/>
                      <a:pt x="737" y="3079"/>
                    </a:cubicBezTo>
                    <a:cubicBezTo>
                      <a:pt x="740" y="3079"/>
                      <a:pt x="739" y="3087"/>
                      <a:pt x="740" y="3089"/>
                    </a:cubicBezTo>
                    <a:cubicBezTo>
                      <a:pt x="742" y="3092"/>
                      <a:pt x="749" y="3092"/>
                      <a:pt x="751" y="3091"/>
                    </a:cubicBezTo>
                    <a:cubicBezTo>
                      <a:pt x="753" y="3090"/>
                      <a:pt x="754" y="3089"/>
                      <a:pt x="755" y="3088"/>
                    </a:cubicBezTo>
                    <a:cubicBezTo>
                      <a:pt x="756" y="3087"/>
                      <a:pt x="757" y="3087"/>
                      <a:pt x="758" y="3086"/>
                    </a:cubicBezTo>
                    <a:cubicBezTo>
                      <a:pt x="761" y="3085"/>
                      <a:pt x="764" y="3083"/>
                      <a:pt x="765" y="3081"/>
                    </a:cubicBezTo>
                    <a:cubicBezTo>
                      <a:pt x="766" y="3079"/>
                      <a:pt x="766" y="3077"/>
                      <a:pt x="766" y="3076"/>
                    </a:cubicBezTo>
                    <a:cubicBezTo>
                      <a:pt x="766" y="3073"/>
                      <a:pt x="767" y="3071"/>
                      <a:pt x="767" y="3069"/>
                    </a:cubicBezTo>
                    <a:cubicBezTo>
                      <a:pt x="768" y="3065"/>
                      <a:pt x="768" y="3060"/>
                      <a:pt x="768" y="3056"/>
                    </a:cubicBezTo>
                    <a:cubicBezTo>
                      <a:pt x="767" y="3053"/>
                      <a:pt x="767" y="3051"/>
                      <a:pt x="766" y="3048"/>
                    </a:cubicBezTo>
                    <a:cubicBezTo>
                      <a:pt x="764" y="3045"/>
                      <a:pt x="762" y="3042"/>
                      <a:pt x="761" y="3039"/>
                    </a:cubicBezTo>
                    <a:cubicBezTo>
                      <a:pt x="759" y="3035"/>
                      <a:pt x="758" y="3031"/>
                      <a:pt x="757" y="3027"/>
                    </a:cubicBezTo>
                    <a:cubicBezTo>
                      <a:pt x="756" y="3019"/>
                      <a:pt x="756" y="3007"/>
                      <a:pt x="763" y="3001"/>
                    </a:cubicBezTo>
                    <a:cubicBezTo>
                      <a:pt x="766" y="2999"/>
                      <a:pt x="769" y="2998"/>
                      <a:pt x="773" y="2997"/>
                    </a:cubicBezTo>
                    <a:cubicBezTo>
                      <a:pt x="776" y="2997"/>
                      <a:pt x="780" y="2996"/>
                      <a:pt x="784" y="2996"/>
                    </a:cubicBezTo>
                    <a:cubicBezTo>
                      <a:pt x="787" y="2996"/>
                      <a:pt x="790" y="2997"/>
                      <a:pt x="792" y="3000"/>
                    </a:cubicBezTo>
                    <a:cubicBezTo>
                      <a:pt x="795" y="3003"/>
                      <a:pt x="795" y="3008"/>
                      <a:pt x="796" y="3011"/>
                    </a:cubicBezTo>
                    <a:cubicBezTo>
                      <a:pt x="796" y="3014"/>
                      <a:pt x="796" y="3016"/>
                      <a:pt x="796" y="3018"/>
                    </a:cubicBezTo>
                    <a:cubicBezTo>
                      <a:pt x="795" y="3020"/>
                      <a:pt x="795" y="3022"/>
                      <a:pt x="795" y="3023"/>
                    </a:cubicBezTo>
                    <a:cubicBezTo>
                      <a:pt x="793" y="3025"/>
                      <a:pt x="790" y="3019"/>
                      <a:pt x="789" y="3018"/>
                    </a:cubicBezTo>
                    <a:cubicBezTo>
                      <a:pt x="787" y="3014"/>
                      <a:pt x="785" y="3009"/>
                      <a:pt x="782" y="3006"/>
                    </a:cubicBezTo>
                    <a:cubicBezTo>
                      <a:pt x="779" y="3003"/>
                      <a:pt x="777" y="3005"/>
                      <a:pt x="776" y="3008"/>
                    </a:cubicBezTo>
                    <a:cubicBezTo>
                      <a:pt x="774" y="3012"/>
                      <a:pt x="773" y="3017"/>
                      <a:pt x="771" y="3021"/>
                    </a:cubicBezTo>
                    <a:cubicBezTo>
                      <a:pt x="770" y="3023"/>
                      <a:pt x="769" y="3026"/>
                      <a:pt x="770" y="3029"/>
                    </a:cubicBezTo>
                    <a:cubicBezTo>
                      <a:pt x="771" y="3033"/>
                      <a:pt x="773" y="3036"/>
                      <a:pt x="774" y="3040"/>
                    </a:cubicBezTo>
                    <a:cubicBezTo>
                      <a:pt x="776" y="3047"/>
                      <a:pt x="777" y="3054"/>
                      <a:pt x="778" y="3061"/>
                    </a:cubicBezTo>
                    <a:cubicBezTo>
                      <a:pt x="778" y="3067"/>
                      <a:pt x="778" y="3074"/>
                      <a:pt x="777" y="3080"/>
                    </a:cubicBezTo>
                    <a:cubicBezTo>
                      <a:pt x="777" y="3085"/>
                      <a:pt x="777" y="3089"/>
                      <a:pt x="777" y="3094"/>
                    </a:cubicBezTo>
                    <a:cubicBezTo>
                      <a:pt x="777" y="3097"/>
                      <a:pt x="778" y="3099"/>
                      <a:pt x="778" y="3102"/>
                    </a:cubicBezTo>
                    <a:cubicBezTo>
                      <a:pt x="778" y="3105"/>
                      <a:pt x="778" y="3107"/>
                      <a:pt x="777" y="3110"/>
                    </a:cubicBezTo>
                    <a:cubicBezTo>
                      <a:pt x="777" y="3112"/>
                      <a:pt x="776" y="3113"/>
                      <a:pt x="775" y="3114"/>
                    </a:cubicBezTo>
                    <a:cubicBezTo>
                      <a:pt x="772" y="3117"/>
                      <a:pt x="771" y="3121"/>
                      <a:pt x="772" y="3125"/>
                    </a:cubicBezTo>
                    <a:cubicBezTo>
                      <a:pt x="772" y="3129"/>
                      <a:pt x="773" y="3133"/>
                      <a:pt x="772" y="3136"/>
                    </a:cubicBezTo>
                    <a:cubicBezTo>
                      <a:pt x="772" y="3139"/>
                      <a:pt x="771" y="3142"/>
                      <a:pt x="772" y="3144"/>
                    </a:cubicBezTo>
                    <a:cubicBezTo>
                      <a:pt x="773" y="3148"/>
                      <a:pt x="778" y="3145"/>
                      <a:pt x="780" y="3144"/>
                    </a:cubicBezTo>
                    <a:cubicBezTo>
                      <a:pt x="783" y="3143"/>
                      <a:pt x="786" y="3142"/>
                      <a:pt x="788" y="3144"/>
                    </a:cubicBezTo>
                    <a:cubicBezTo>
                      <a:pt x="790" y="3146"/>
                      <a:pt x="792" y="3149"/>
                      <a:pt x="795" y="3150"/>
                    </a:cubicBezTo>
                    <a:cubicBezTo>
                      <a:pt x="798" y="3151"/>
                      <a:pt x="801" y="3151"/>
                      <a:pt x="804" y="3151"/>
                    </a:cubicBezTo>
                    <a:cubicBezTo>
                      <a:pt x="809" y="3150"/>
                      <a:pt x="813" y="3146"/>
                      <a:pt x="818" y="3145"/>
                    </a:cubicBezTo>
                    <a:cubicBezTo>
                      <a:pt x="820" y="3145"/>
                      <a:pt x="821" y="3146"/>
                      <a:pt x="822" y="3146"/>
                    </a:cubicBezTo>
                    <a:cubicBezTo>
                      <a:pt x="824" y="3146"/>
                      <a:pt x="825" y="3145"/>
                      <a:pt x="826" y="3144"/>
                    </a:cubicBezTo>
                    <a:cubicBezTo>
                      <a:pt x="828" y="3142"/>
                      <a:pt x="830" y="3141"/>
                      <a:pt x="832" y="3139"/>
                    </a:cubicBezTo>
                    <a:cubicBezTo>
                      <a:pt x="834" y="3138"/>
                      <a:pt x="836" y="3138"/>
                      <a:pt x="837" y="3137"/>
                    </a:cubicBezTo>
                    <a:cubicBezTo>
                      <a:pt x="842" y="3135"/>
                      <a:pt x="844" y="3131"/>
                      <a:pt x="846" y="3127"/>
                    </a:cubicBezTo>
                    <a:cubicBezTo>
                      <a:pt x="848" y="3123"/>
                      <a:pt x="851" y="3122"/>
                      <a:pt x="853" y="3118"/>
                    </a:cubicBezTo>
                    <a:cubicBezTo>
                      <a:pt x="853" y="3116"/>
                      <a:pt x="854" y="3114"/>
                      <a:pt x="854" y="3112"/>
                    </a:cubicBezTo>
                    <a:cubicBezTo>
                      <a:pt x="855" y="3110"/>
                      <a:pt x="854" y="3108"/>
                      <a:pt x="855" y="3106"/>
                    </a:cubicBezTo>
                    <a:cubicBezTo>
                      <a:pt x="858" y="3107"/>
                      <a:pt x="856" y="3112"/>
                      <a:pt x="856" y="3115"/>
                    </a:cubicBezTo>
                    <a:cubicBezTo>
                      <a:pt x="855" y="3119"/>
                      <a:pt x="852" y="3123"/>
                      <a:pt x="850" y="3128"/>
                    </a:cubicBezTo>
                    <a:cubicBezTo>
                      <a:pt x="849" y="3130"/>
                      <a:pt x="848" y="3133"/>
                      <a:pt x="846" y="3135"/>
                    </a:cubicBezTo>
                    <a:cubicBezTo>
                      <a:pt x="844" y="3136"/>
                      <a:pt x="842" y="3137"/>
                      <a:pt x="841" y="3139"/>
                    </a:cubicBezTo>
                    <a:cubicBezTo>
                      <a:pt x="839" y="3140"/>
                      <a:pt x="840" y="3143"/>
                      <a:pt x="839" y="3144"/>
                    </a:cubicBezTo>
                    <a:cubicBezTo>
                      <a:pt x="839" y="3147"/>
                      <a:pt x="839" y="3150"/>
                      <a:pt x="841" y="3152"/>
                    </a:cubicBezTo>
                    <a:cubicBezTo>
                      <a:pt x="844" y="3154"/>
                      <a:pt x="847" y="3154"/>
                      <a:pt x="850" y="3156"/>
                    </a:cubicBezTo>
                    <a:cubicBezTo>
                      <a:pt x="851" y="3156"/>
                      <a:pt x="854" y="3158"/>
                      <a:pt x="854" y="3160"/>
                    </a:cubicBezTo>
                    <a:cubicBezTo>
                      <a:pt x="854" y="3163"/>
                      <a:pt x="851" y="3165"/>
                      <a:pt x="850" y="3166"/>
                    </a:cubicBezTo>
                    <a:cubicBezTo>
                      <a:pt x="849" y="3167"/>
                      <a:pt x="845" y="3169"/>
                      <a:pt x="846" y="3166"/>
                    </a:cubicBezTo>
                    <a:cubicBezTo>
                      <a:pt x="847" y="3164"/>
                      <a:pt x="848" y="3162"/>
                      <a:pt x="847" y="3160"/>
                    </a:cubicBezTo>
                    <a:cubicBezTo>
                      <a:pt x="845" y="3159"/>
                      <a:pt x="842" y="3159"/>
                      <a:pt x="840" y="3160"/>
                    </a:cubicBezTo>
                    <a:cubicBezTo>
                      <a:pt x="838" y="3160"/>
                      <a:pt x="837" y="3162"/>
                      <a:pt x="835" y="3163"/>
                    </a:cubicBezTo>
                    <a:cubicBezTo>
                      <a:pt x="833" y="3164"/>
                      <a:pt x="831" y="3165"/>
                      <a:pt x="829" y="3165"/>
                    </a:cubicBezTo>
                    <a:cubicBezTo>
                      <a:pt x="827" y="3164"/>
                      <a:pt x="829" y="3163"/>
                      <a:pt x="830" y="3162"/>
                    </a:cubicBezTo>
                    <a:cubicBezTo>
                      <a:pt x="832" y="3159"/>
                      <a:pt x="835" y="3156"/>
                      <a:pt x="835" y="3152"/>
                    </a:cubicBezTo>
                    <a:cubicBezTo>
                      <a:pt x="835" y="3149"/>
                      <a:pt x="832" y="3149"/>
                      <a:pt x="830" y="3151"/>
                    </a:cubicBezTo>
                    <a:cubicBezTo>
                      <a:pt x="828" y="3153"/>
                      <a:pt x="827" y="3155"/>
                      <a:pt x="824" y="3155"/>
                    </a:cubicBezTo>
                    <a:cubicBezTo>
                      <a:pt x="823" y="3155"/>
                      <a:pt x="821" y="3154"/>
                      <a:pt x="820" y="3153"/>
                    </a:cubicBezTo>
                    <a:cubicBezTo>
                      <a:pt x="819" y="3152"/>
                      <a:pt x="817" y="3151"/>
                      <a:pt x="816" y="3151"/>
                    </a:cubicBezTo>
                    <a:cubicBezTo>
                      <a:pt x="815" y="3151"/>
                      <a:pt x="815" y="3152"/>
                      <a:pt x="815" y="3153"/>
                    </a:cubicBezTo>
                    <a:cubicBezTo>
                      <a:pt x="815" y="3155"/>
                      <a:pt x="815" y="3156"/>
                      <a:pt x="815" y="3158"/>
                    </a:cubicBezTo>
                    <a:cubicBezTo>
                      <a:pt x="815" y="3159"/>
                      <a:pt x="815" y="3161"/>
                      <a:pt x="814" y="3161"/>
                    </a:cubicBezTo>
                    <a:cubicBezTo>
                      <a:pt x="813" y="3161"/>
                      <a:pt x="812" y="3159"/>
                      <a:pt x="812" y="3158"/>
                    </a:cubicBezTo>
                    <a:cubicBezTo>
                      <a:pt x="811" y="3157"/>
                      <a:pt x="810" y="3151"/>
                      <a:pt x="807" y="3152"/>
                    </a:cubicBezTo>
                    <a:cubicBezTo>
                      <a:pt x="806" y="3153"/>
                      <a:pt x="805" y="3155"/>
                      <a:pt x="804" y="3156"/>
                    </a:cubicBezTo>
                    <a:cubicBezTo>
                      <a:pt x="804" y="3156"/>
                      <a:pt x="803" y="3159"/>
                      <a:pt x="803" y="3159"/>
                    </a:cubicBezTo>
                    <a:cubicBezTo>
                      <a:pt x="803" y="3159"/>
                      <a:pt x="803" y="3158"/>
                      <a:pt x="802" y="3157"/>
                    </a:cubicBezTo>
                    <a:cubicBezTo>
                      <a:pt x="802" y="3156"/>
                      <a:pt x="802" y="3155"/>
                      <a:pt x="801" y="3154"/>
                    </a:cubicBezTo>
                    <a:cubicBezTo>
                      <a:pt x="799" y="3152"/>
                      <a:pt x="795" y="3153"/>
                      <a:pt x="793" y="3154"/>
                    </a:cubicBezTo>
                    <a:cubicBezTo>
                      <a:pt x="791" y="3155"/>
                      <a:pt x="789" y="3155"/>
                      <a:pt x="787" y="3156"/>
                    </a:cubicBezTo>
                    <a:cubicBezTo>
                      <a:pt x="784" y="3158"/>
                      <a:pt x="782" y="3161"/>
                      <a:pt x="780" y="3163"/>
                    </a:cubicBezTo>
                    <a:cubicBezTo>
                      <a:pt x="780" y="3164"/>
                      <a:pt x="779" y="3166"/>
                      <a:pt x="779" y="3167"/>
                    </a:cubicBezTo>
                    <a:cubicBezTo>
                      <a:pt x="779" y="3168"/>
                      <a:pt x="780" y="3168"/>
                      <a:pt x="781" y="3168"/>
                    </a:cubicBezTo>
                    <a:cubicBezTo>
                      <a:pt x="783" y="3168"/>
                      <a:pt x="784" y="3167"/>
                      <a:pt x="786" y="3166"/>
                    </a:cubicBezTo>
                    <a:cubicBezTo>
                      <a:pt x="787" y="3166"/>
                      <a:pt x="789" y="3165"/>
                      <a:pt x="790" y="3166"/>
                    </a:cubicBezTo>
                    <a:cubicBezTo>
                      <a:pt x="791" y="3167"/>
                      <a:pt x="790" y="3168"/>
                      <a:pt x="789" y="3169"/>
                    </a:cubicBezTo>
                    <a:cubicBezTo>
                      <a:pt x="789" y="3171"/>
                      <a:pt x="788" y="3172"/>
                      <a:pt x="787" y="3174"/>
                    </a:cubicBezTo>
                    <a:cubicBezTo>
                      <a:pt x="786" y="3175"/>
                      <a:pt x="786" y="3176"/>
                      <a:pt x="786" y="3177"/>
                    </a:cubicBezTo>
                    <a:cubicBezTo>
                      <a:pt x="786" y="3177"/>
                      <a:pt x="786" y="3178"/>
                      <a:pt x="786" y="3179"/>
                    </a:cubicBezTo>
                    <a:cubicBezTo>
                      <a:pt x="787" y="3180"/>
                      <a:pt x="787" y="3182"/>
                      <a:pt x="787" y="3184"/>
                    </a:cubicBezTo>
                    <a:cubicBezTo>
                      <a:pt x="788" y="3187"/>
                      <a:pt x="791" y="3187"/>
                      <a:pt x="793" y="3187"/>
                    </a:cubicBezTo>
                    <a:cubicBezTo>
                      <a:pt x="796" y="3186"/>
                      <a:pt x="799" y="3183"/>
                      <a:pt x="800" y="3180"/>
                    </a:cubicBezTo>
                    <a:cubicBezTo>
                      <a:pt x="802" y="3178"/>
                      <a:pt x="804" y="3174"/>
                      <a:pt x="807" y="3174"/>
                    </a:cubicBezTo>
                    <a:cubicBezTo>
                      <a:pt x="810" y="3174"/>
                      <a:pt x="811" y="3177"/>
                      <a:pt x="811" y="3179"/>
                    </a:cubicBezTo>
                    <a:cubicBezTo>
                      <a:pt x="811" y="3181"/>
                      <a:pt x="811" y="3184"/>
                      <a:pt x="812" y="3186"/>
                    </a:cubicBezTo>
                    <a:cubicBezTo>
                      <a:pt x="813" y="3189"/>
                      <a:pt x="816" y="3190"/>
                      <a:pt x="819" y="3192"/>
                    </a:cubicBezTo>
                    <a:cubicBezTo>
                      <a:pt x="820" y="3193"/>
                      <a:pt x="822" y="3194"/>
                      <a:pt x="823" y="3195"/>
                    </a:cubicBezTo>
                    <a:cubicBezTo>
                      <a:pt x="825" y="3196"/>
                      <a:pt x="825" y="3199"/>
                      <a:pt x="826" y="3200"/>
                    </a:cubicBezTo>
                    <a:cubicBezTo>
                      <a:pt x="826" y="3201"/>
                      <a:pt x="827" y="3201"/>
                      <a:pt x="828" y="3202"/>
                    </a:cubicBezTo>
                    <a:cubicBezTo>
                      <a:pt x="829" y="3202"/>
                      <a:pt x="830" y="3202"/>
                      <a:pt x="830" y="3203"/>
                    </a:cubicBezTo>
                    <a:cubicBezTo>
                      <a:pt x="831" y="3204"/>
                      <a:pt x="831" y="3205"/>
                      <a:pt x="832" y="3204"/>
                    </a:cubicBezTo>
                    <a:cubicBezTo>
                      <a:pt x="834" y="3203"/>
                      <a:pt x="834" y="3201"/>
                      <a:pt x="835" y="3200"/>
                    </a:cubicBezTo>
                    <a:cubicBezTo>
                      <a:pt x="835" y="3199"/>
                      <a:pt x="836" y="3198"/>
                      <a:pt x="837" y="3198"/>
                    </a:cubicBezTo>
                    <a:cubicBezTo>
                      <a:pt x="838" y="3197"/>
                      <a:pt x="839" y="3195"/>
                      <a:pt x="840" y="3193"/>
                    </a:cubicBezTo>
                    <a:cubicBezTo>
                      <a:pt x="840" y="3191"/>
                      <a:pt x="839" y="3188"/>
                      <a:pt x="839" y="3186"/>
                    </a:cubicBezTo>
                    <a:cubicBezTo>
                      <a:pt x="839" y="3186"/>
                      <a:pt x="839" y="3182"/>
                      <a:pt x="840" y="3183"/>
                    </a:cubicBezTo>
                    <a:cubicBezTo>
                      <a:pt x="841" y="3184"/>
                      <a:pt x="841" y="3187"/>
                      <a:pt x="843" y="3187"/>
                    </a:cubicBezTo>
                    <a:cubicBezTo>
                      <a:pt x="844" y="3187"/>
                      <a:pt x="845" y="3186"/>
                      <a:pt x="846" y="3188"/>
                    </a:cubicBezTo>
                    <a:cubicBezTo>
                      <a:pt x="846" y="3190"/>
                      <a:pt x="845" y="3193"/>
                      <a:pt x="843" y="3195"/>
                    </a:cubicBezTo>
                    <a:cubicBezTo>
                      <a:pt x="843" y="3195"/>
                      <a:pt x="842" y="3196"/>
                      <a:pt x="842" y="3197"/>
                    </a:cubicBezTo>
                    <a:cubicBezTo>
                      <a:pt x="842" y="3197"/>
                      <a:pt x="842" y="3198"/>
                      <a:pt x="842" y="3198"/>
                    </a:cubicBezTo>
                    <a:cubicBezTo>
                      <a:pt x="843" y="3201"/>
                      <a:pt x="844" y="3203"/>
                      <a:pt x="844" y="3206"/>
                    </a:cubicBezTo>
                    <a:cubicBezTo>
                      <a:pt x="845" y="3207"/>
                      <a:pt x="845" y="3209"/>
                      <a:pt x="846" y="3210"/>
                    </a:cubicBezTo>
                    <a:cubicBezTo>
                      <a:pt x="848" y="3210"/>
                      <a:pt x="849" y="3209"/>
                      <a:pt x="851" y="3209"/>
                    </a:cubicBezTo>
                    <a:cubicBezTo>
                      <a:pt x="852" y="3208"/>
                      <a:pt x="854" y="3207"/>
                      <a:pt x="856" y="3207"/>
                    </a:cubicBezTo>
                    <a:cubicBezTo>
                      <a:pt x="858" y="3207"/>
                      <a:pt x="859" y="3206"/>
                      <a:pt x="860" y="3205"/>
                    </a:cubicBezTo>
                    <a:cubicBezTo>
                      <a:pt x="862" y="3203"/>
                      <a:pt x="864" y="3202"/>
                      <a:pt x="867" y="3202"/>
                    </a:cubicBezTo>
                    <a:cubicBezTo>
                      <a:pt x="869" y="3203"/>
                      <a:pt x="871" y="3203"/>
                      <a:pt x="874" y="3203"/>
                    </a:cubicBezTo>
                    <a:cubicBezTo>
                      <a:pt x="875" y="3204"/>
                      <a:pt x="876" y="3205"/>
                      <a:pt x="875" y="3206"/>
                    </a:cubicBezTo>
                    <a:cubicBezTo>
                      <a:pt x="874" y="3208"/>
                      <a:pt x="872" y="3209"/>
                      <a:pt x="871" y="3210"/>
                    </a:cubicBezTo>
                    <a:cubicBezTo>
                      <a:pt x="869" y="3210"/>
                      <a:pt x="869" y="3211"/>
                      <a:pt x="868" y="3212"/>
                    </a:cubicBezTo>
                    <a:cubicBezTo>
                      <a:pt x="867" y="3212"/>
                      <a:pt x="867" y="3213"/>
                      <a:pt x="866" y="3213"/>
                    </a:cubicBezTo>
                    <a:cubicBezTo>
                      <a:pt x="878" y="3247"/>
                      <a:pt x="878" y="3247"/>
                      <a:pt x="878" y="3247"/>
                    </a:cubicBezTo>
                    <a:cubicBezTo>
                      <a:pt x="878" y="3272"/>
                      <a:pt x="878" y="3272"/>
                      <a:pt x="878" y="3272"/>
                    </a:cubicBezTo>
                    <a:cubicBezTo>
                      <a:pt x="904" y="3270"/>
                      <a:pt x="904" y="3270"/>
                      <a:pt x="904" y="3270"/>
                    </a:cubicBezTo>
                    <a:cubicBezTo>
                      <a:pt x="946" y="3169"/>
                      <a:pt x="946" y="3169"/>
                      <a:pt x="946" y="3169"/>
                    </a:cubicBezTo>
                    <a:cubicBezTo>
                      <a:pt x="945" y="3166"/>
                      <a:pt x="942" y="3163"/>
                      <a:pt x="941" y="3160"/>
                    </a:cubicBezTo>
                    <a:cubicBezTo>
                      <a:pt x="939" y="3156"/>
                      <a:pt x="939" y="3152"/>
                      <a:pt x="938" y="3148"/>
                    </a:cubicBezTo>
                    <a:cubicBezTo>
                      <a:pt x="937" y="3143"/>
                      <a:pt x="936" y="3138"/>
                      <a:pt x="936" y="3133"/>
                    </a:cubicBezTo>
                    <a:cubicBezTo>
                      <a:pt x="936" y="3130"/>
                      <a:pt x="937" y="3131"/>
                      <a:pt x="938" y="3133"/>
                    </a:cubicBezTo>
                    <a:cubicBezTo>
                      <a:pt x="927" y="3089"/>
                      <a:pt x="927" y="3089"/>
                      <a:pt x="927" y="3089"/>
                    </a:cubicBezTo>
                    <a:cubicBezTo>
                      <a:pt x="955" y="3067"/>
                      <a:pt x="955" y="3067"/>
                      <a:pt x="955" y="3067"/>
                    </a:cubicBezTo>
                    <a:cubicBezTo>
                      <a:pt x="958" y="3017"/>
                      <a:pt x="958" y="3017"/>
                      <a:pt x="958" y="3017"/>
                    </a:cubicBezTo>
                    <a:cubicBezTo>
                      <a:pt x="999" y="3015"/>
                      <a:pt x="999" y="3015"/>
                      <a:pt x="999" y="3015"/>
                    </a:cubicBezTo>
                    <a:cubicBezTo>
                      <a:pt x="1060" y="2953"/>
                      <a:pt x="1060" y="2953"/>
                      <a:pt x="1060" y="2953"/>
                    </a:cubicBezTo>
                    <a:cubicBezTo>
                      <a:pt x="1055" y="2909"/>
                      <a:pt x="1055" y="2909"/>
                      <a:pt x="1055" y="2909"/>
                    </a:cubicBezTo>
                    <a:cubicBezTo>
                      <a:pt x="1076" y="2849"/>
                      <a:pt x="1076" y="2849"/>
                      <a:pt x="1076" y="2849"/>
                    </a:cubicBezTo>
                    <a:cubicBezTo>
                      <a:pt x="1023" y="2727"/>
                      <a:pt x="1023" y="2727"/>
                      <a:pt x="1023" y="2727"/>
                    </a:cubicBezTo>
                    <a:cubicBezTo>
                      <a:pt x="1087" y="2720"/>
                      <a:pt x="1087" y="2720"/>
                      <a:pt x="1087" y="2720"/>
                    </a:cubicBezTo>
                    <a:cubicBezTo>
                      <a:pt x="1122" y="2662"/>
                      <a:pt x="1122" y="2662"/>
                      <a:pt x="1122" y="2662"/>
                    </a:cubicBezTo>
                    <a:cubicBezTo>
                      <a:pt x="1099" y="2599"/>
                      <a:pt x="1099" y="2599"/>
                      <a:pt x="1099" y="2599"/>
                    </a:cubicBezTo>
                    <a:cubicBezTo>
                      <a:pt x="1030" y="2556"/>
                      <a:pt x="1030" y="2556"/>
                      <a:pt x="1030" y="2556"/>
                    </a:cubicBezTo>
                    <a:cubicBezTo>
                      <a:pt x="1041" y="2470"/>
                      <a:pt x="1041" y="2470"/>
                      <a:pt x="1041" y="2470"/>
                    </a:cubicBezTo>
                    <a:cubicBezTo>
                      <a:pt x="1038" y="2468"/>
                      <a:pt x="1037" y="2465"/>
                      <a:pt x="1036" y="2463"/>
                    </a:cubicBezTo>
                    <a:cubicBezTo>
                      <a:pt x="1035" y="2461"/>
                      <a:pt x="1034" y="2460"/>
                      <a:pt x="1033" y="2458"/>
                    </a:cubicBezTo>
                    <a:cubicBezTo>
                      <a:pt x="1033" y="2456"/>
                      <a:pt x="1031" y="2455"/>
                      <a:pt x="1029" y="2454"/>
                    </a:cubicBezTo>
                    <a:cubicBezTo>
                      <a:pt x="1028" y="2453"/>
                      <a:pt x="1025" y="2451"/>
                      <a:pt x="1024" y="2450"/>
                    </a:cubicBezTo>
                    <a:cubicBezTo>
                      <a:pt x="1022" y="2449"/>
                      <a:pt x="1025" y="2448"/>
                      <a:pt x="1026" y="2448"/>
                    </a:cubicBezTo>
                    <a:cubicBezTo>
                      <a:pt x="1027" y="2448"/>
                      <a:pt x="1029" y="2449"/>
                      <a:pt x="1030" y="2450"/>
                    </a:cubicBezTo>
                    <a:cubicBezTo>
                      <a:pt x="1033" y="2452"/>
                      <a:pt x="1035" y="2454"/>
                      <a:pt x="1036" y="2456"/>
                    </a:cubicBezTo>
                    <a:cubicBezTo>
                      <a:pt x="1037" y="2458"/>
                      <a:pt x="1037" y="2461"/>
                      <a:pt x="1038" y="2463"/>
                    </a:cubicBezTo>
                    <a:cubicBezTo>
                      <a:pt x="1039" y="2464"/>
                      <a:pt x="1040" y="2465"/>
                      <a:pt x="1041" y="2466"/>
                    </a:cubicBezTo>
                    <a:cubicBezTo>
                      <a:pt x="1050" y="2394"/>
                      <a:pt x="1050" y="2394"/>
                      <a:pt x="1050" y="2394"/>
                    </a:cubicBezTo>
                    <a:cubicBezTo>
                      <a:pt x="1033" y="2321"/>
                      <a:pt x="1033" y="2321"/>
                      <a:pt x="1033" y="2321"/>
                    </a:cubicBezTo>
                    <a:cubicBezTo>
                      <a:pt x="1058" y="2204"/>
                      <a:pt x="1058" y="2204"/>
                      <a:pt x="1058" y="2204"/>
                    </a:cubicBezTo>
                    <a:cubicBezTo>
                      <a:pt x="1033" y="2142"/>
                      <a:pt x="1033" y="2142"/>
                      <a:pt x="1033" y="2142"/>
                    </a:cubicBezTo>
                    <a:cubicBezTo>
                      <a:pt x="1063" y="2106"/>
                      <a:pt x="1063" y="2106"/>
                      <a:pt x="1063" y="2106"/>
                    </a:cubicBezTo>
                    <a:cubicBezTo>
                      <a:pt x="1059" y="2055"/>
                      <a:pt x="1059" y="2055"/>
                      <a:pt x="1059" y="2055"/>
                    </a:cubicBezTo>
                    <a:cubicBezTo>
                      <a:pt x="1111" y="2009"/>
                      <a:pt x="1111" y="2009"/>
                      <a:pt x="1111" y="2009"/>
                    </a:cubicBezTo>
                    <a:cubicBezTo>
                      <a:pt x="1133" y="1950"/>
                      <a:pt x="1133" y="1950"/>
                      <a:pt x="1133" y="1950"/>
                    </a:cubicBezTo>
                    <a:cubicBezTo>
                      <a:pt x="1209" y="1917"/>
                      <a:pt x="1209" y="1917"/>
                      <a:pt x="1209" y="1917"/>
                    </a:cubicBezTo>
                    <a:cubicBezTo>
                      <a:pt x="1272" y="1956"/>
                      <a:pt x="1272" y="1956"/>
                      <a:pt x="1272" y="1956"/>
                    </a:cubicBezTo>
                    <a:cubicBezTo>
                      <a:pt x="1309" y="1945"/>
                      <a:pt x="1309" y="1945"/>
                      <a:pt x="1309" y="1945"/>
                    </a:cubicBezTo>
                    <a:cubicBezTo>
                      <a:pt x="1306" y="1824"/>
                      <a:pt x="1306" y="1824"/>
                      <a:pt x="1306" y="1824"/>
                    </a:cubicBezTo>
                    <a:cubicBezTo>
                      <a:pt x="1253" y="1797"/>
                      <a:pt x="1253" y="1797"/>
                      <a:pt x="1253" y="1797"/>
                    </a:cubicBezTo>
                    <a:cubicBezTo>
                      <a:pt x="1345" y="1663"/>
                      <a:pt x="1345" y="1663"/>
                      <a:pt x="1345" y="1663"/>
                    </a:cubicBezTo>
                    <a:cubicBezTo>
                      <a:pt x="1380" y="1526"/>
                      <a:pt x="1380" y="1526"/>
                      <a:pt x="1380" y="1526"/>
                    </a:cubicBezTo>
                    <a:cubicBezTo>
                      <a:pt x="1380" y="1518"/>
                      <a:pt x="1380" y="1518"/>
                      <a:pt x="1380" y="1518"/>
                    </a:cubicBezTo>
                    <a:cubicBezTo>
                      <a:pt x="1368" y="1395"/>
                      <a:pt x="1368" y="1395"/>
                      <a:pt x="1368" y="1395"/>
                    </a:cubicBezTo>
                    <a:cubicBezTo>
                      <a:pt x="1454" y="1389"/>
                      <a:pt x="1454" y="1389"/>
                      <a:pt x="1454" y="1389"/>
                    </a:cubicBezTo>
                    <a:cubicBezTo>
                      <a:pt x="1482" y="1355"/>
                      <a:pt x="1482" y="1355"/>
                      <a:pt x="1482" y="1355"/>
                    </a:cubicBezTo>
                    <a:cubicBezTo>
                      <a:pt x="1486" y="1315"/>
                      <a:pt x="1486" y="1315"/>
                      <a:pt x="1486" y="1315"/>
                    </a:cubicBezTo>
                    <a:cubicBezTo>
                      <a:pt x="1553" y="1200"/>
                      <a:pt x="1553" y="1200"/>
                      <a:pt x="1553" y="1200"/>
                    </a:cubicBezTo>
                    <a:cubicBezTo>
                      <a:pt x="1591" y="1174"/>
                      <a:pt x="1591" y="1174"/>
                      <a:pt x="1591" y="1174"/>
                    </a:cubicBezTo>
                    <a:cubicBezTo>
                      <a:pt x="1591" y="1112"/>
                      <a:pt x="1591" y="1112"/>
                      <a:pt x="1591" y="1112"/>
                    </a:cubicBezTo>
                    <a:cubicBezTo>
                      <a:pt x="1568" y="1085"/>
                      <a:pt x="1568" y="1085"/>
                      <a:pt x="1568" y="1085"/>
                    </a:cubicBezTo>
                    <a:cubicBezTo>
                      <a:pt x="1571" y="1050"/>
                      <a:pt x="1571" y="1050"/>
                      <a:pt x="1571" y="1050"/>
                    </a:cubicBezTo>
                    <a:cubicBezTo>
                      <a:pt x="1602" y="1036"/>
                      <a:pt x="1602" y="1036"/>
                      <a:pt x="1602" y="1036"/>
                    </a:cubicBezTo>
                    <a:cubicBezTo>
                      <a:pt x="1628" y="939"/>
                      <a:pt x="1628" y="939"/>
                      <a:pt x="1628" y="939"/>
                    </a:cubicBezTo>
                    <a:cubicBezTo>
                      <a:pt x="1679" y="895"/>
                      <a:pt x="1679" y="895"/>
                      <a:pt x="1679" y="895"/>
                    </a:cubicBezTo>
                    <a:cubicBezTo>
                      <a:pt x="1746" y="917"/>
                      <a:pt x="1746" y="917"/>
                      <a:pt x="1746" y="917"/>
                    </a:cubicBezTo>
                    <a:cubicBezTo>
                      <a:pt x="1776" y="862"/>
                      <a:pt x="1776" y="862"/>
                      <a:pt x="1776" y="862"/>
                    </a:cubicBezTo>
                    <a:cubicBezTo>
                      <a:pt x="1765" y="775"/>
                      <a:pt x="1765" y="775"/>
                      <a:pt x="1765" y="775"/>
                    </a:cubicBezTo>
                    <a:cubicBezTo>
                      <a:pt x="1868" y="772"/>
                      <a:pt x="1868" y="772"/>
                      <a:pt x="1868" y="772"/>
                    </a:cubicBezTo>
                    <a:cubicBezTo>
                      <a:pt x="1944" y="812"/>
                      <a:pt x="1944" y="812"/>
                      <a:pt x="1944" y="812"/>
                    </a:cubicBezTo>
                    <a:cubicBezTo>
                      <a:pt x="1973" y="776"/>
                      <a:pt x="1973" y="776"/>
                      <a:pt x="1973" y="776"/>
                    </a:cubicBezTo>
                    <a:cubicBezTo>
                      <a:pt x="1945" y="756"/>
                      <a:pt x="1945" y="756"/>
                      <a:pt x="1945" y="756"/>
                    </a:cubicBezTo>
                    <a:cubicBezTo>
                      <a:pt x="1991" y="684"/>
                      <a:pt x="1991" y="684"/>
                      <a:pt x="1991" y="684"/>
                    </a:cubicBezTo>
                    <a:cubicBezTo>
                      <a:pt x="1960" y="635"/>
                      <a:pt x="1960" y="635"/>
                      <a:pt x="1960" y="635"/>
                    </a:cubicBezTo>
                    <a:cubicBezTo>
                      <a:pt x="2015" y="611"/>
                      <a:pt x="2015" y="611"/>
                      <a:pt x="2015" y="611"/>
                    </a:cubicBezTo>
                    <a:cubicBezTo>
                      <a:pt x="2027" y="624"/>
                      <a:pt x="2027" y="624"/>
                      <a:pt x="2027" y="624"/>
                    </a:cubicBezTo>
                    <a:cubicBezTo>
                      <a:pt x="2027" y="631"/>
                      <a:pt x="2027" y="631"/>
                      <a:pt x="2027" y="631"/>
                    </a:cubicBezTo>
                    <a:cubicBezTo>
                      <a:pt x="2071" y="615"/>
                      <a:pt x="2071" y="615"/>
                      <a:pt x="2071" y="615"/>
                    </a:cubicBezTo>
                    <a:cubicBezTo>
                      <a:pt x="2048" y="579"/>
                      <a:pt x="2048" y="579"/>
                      <a:pt x="2048" y="579"/>
                    </a:cubicBezTo>
                    <a:cubicBezTo>
                      <a:pt x="2088" y="555"/>
                      <a:pt x="2088" y="555"/>
                      <a:pt x="2088" y="555"/>
                    </a:cubicBezTo>
                    <a:cubicBezTo>
                      <a:pt x="2137" y="575"/>
                      <a:pt x="2137" y="575"/>
                      <a:pt x="2137" y="575"/>
                    </a:cubicBezTo>
                    <a:cubicBezTo>
                      <a:pt x="2192" y="689"/>
                      <a:pt x="2192" y="689"/>
                      <a:pt x="2192" y="689"/>
                    </a:cubicBezTo>
                    <a:cubicBezTo>
                      <a:pt x="2266" y="710"/>
                      <a:pt x="2266" y="710"/>
                      <a:pt x="2266" y="710"/>
                    </a:cubicBezTo>
                    <a:cubicBezTo>
                      <a:pt x="2324" y="688"/>
                      <a:pt x="2324" y="688"/>
                      <a:pt x="2324" y="688"/>
                    </a:cubicBezTo>
                    <a:cubicBezTo>
                      <a:pt x="2342" y="653"/>
                      <a:pt x="2342" y="653"/>
                      <a:pt x="2342" y="653"/>
                    </a:cubicBezTo>
                    <a:cubicBezTo>
                      <a:pt x="2467" y="707"/>
                      <a:pt x="2467" y="707"/>
                      <a:pt x="2467" y="707"/>
                    </a:cubicBezTo>
                    <a:cubicBezTo>
                      <a:pt x="2479" y="643"/>
                      <a:pt x="2479" y="643"/>
                      <a:pt x="2479" y="643"/>
                    </a:cubicBezTo>
                    <a:cubicBezTo>
                      <a:pt x="2514" y="607"/>
                      <a:pt x="2514" y="607"/>
                      <a:pt x="2514" y="607"/>
                    </a:cubicBezTo>
                    <a:cubicBezTo>
                      <a:pt x="2526" y="571"/>
                      <a:pt x="2526" y="571"/>
                      <a:pt x="2526" y="571"/>
                    </a:cubicBezTo>
                    <a:cubicBezTo>
                      <a:pt x="2515" y="552"/>
                      <a:pt x="2515" y="552"/>
                      <a:pt x="2515" y="552"/>
                    </a:cubicBezTo>
                    <a:cubicBezTo>
                      <a:pt x="2509" y="439"/>
                      <a:pt x="2509" y="439"/>
                      <a:pt x="2509" y="439"/>
                    </a:cubicBezTo>
                    <a:cubicBezTo>
                      <a:pt x="2518" y="420"/>
                      <a:pt x="2518" y="420"/>
                      <a:pt x="2518" y="420"/>
                    </a:cubicBezTo>
                    <a:cubicBezTo>
                      <a:pt x="2508" y="398"/>
                      <a:pt x="2508" y="398"/>
                      <a:pt x="2508" y="398"/>
                    </a:cubicBezTo>
                    <a:cubicBezTo>
                      <a:pt x="2528" y="387"/>
                      <a:pt x="2528" y="387"/>
                      <a:pt x="2528" y="387"/>
                    </a:cubicBezTo>
                    <a:cubicBezTo>
                      <a:pt x="2552" y="321"/>
                      <a:pt x="2552" y="321"/>
                      <a:pt x="2552" y="321"/>
                    </a:cubicBezTo>
                    <a:cubicBezTo>
                      <a:pt x="2570" y="317"/>
                      <a:pt x="2570" y="317"/>
                      <a:pt x="2570" y="317"/>
                    </a:cubicBezTo>
                    <a:cubicBezTo>
                      <a:pt x="2589" y="316"/>
                      <a:pt x="2589" y="316"/>
                      <a:pt x="2589" y="316"/>
                    </a:cubicBezTo>
                    <a:cubicBezTo>
                      <a:pt x="2610" y="321"/>
                      <a:pt x="2610" y="321"/>
                      <a:pt x="2610" y="321"/>
                    </a:cubicBezTo>
                    <a:cubicBezTo>
                      <a:pt x="2654" y="272"/>
                      <a:pt x="2654" y="272"/>
                      <a:pt x="2654" y="272"/>
                    </a:cubicBezTo>
                    <a:cubicBezTo>
                      <a:pt x="2683" y="263"/>
                      <a:pt x="2683" y="263"/>
                      <a:pt x="2683" y="263"/>
                    </a:cubicBezTo>
                    <a:cubicBezTo>
                      <a:pt x="2705" y="267"/>
                      <a:pt x="2705" y="267"/>
                      <a:pt x="2705" y="267"/>
                    </a:cubicBezTo>
                    <a:cubicBezTo>
                      <a:pt x="2748" y="321"/>
                      <a:pt x="2748" y="321"/>
                      <a:pt x="2748" y="321"/>
                    </a:cubicBezTo>
                    <a:cubicBezTo>
                      <a:pt x="2830" y="350"/>
                      <a:pt x="2830" y="350"/>
                      <a:pt x="2830" y="350"/>
                    </a:cubicBezTo>
                    <a:cubicBezTo>
                      <a:pt x="2856" y="400"/>
                      <a:pt x="2856" y="400"/>
                      <a:pt x="2856" y="400"/>
                    </a:cubicBezTo>
                    <a:cubicBezTo>
                      <a:pt x="2820" y="470"/>
                      <a:pt x="2820" y="470"/>
                      <a:pt x="2820" y="470"/>
                    </a:cubicBezTo>
                    <a:cubicBezTo>
                      <a:pt x="2839" y="509"/>
                      <a:pt x="2839" y="509"/>
                      <a:pt x="2839" y="509"/>
                    </a:cubicBezTo>
                    <a:cubicBezTo>
                      <a:pt x="2861" y="502"/>
                      <a:pt x="2861" y="502"/>
                      <a:pt x="2861" y="502"/>
                    </a:cubicBezTo>
                    <a:cubicBezTo>
                      <a:pt x="2862" y="428"/>
                      <a:pt x="2862" y="428"/>
                      <a:pt x="2862" y="428"/>
                    </a:cubicBezTo>
                    <a:cubicBezTo>
                      <a:pt x="2915" y="390"/>
                      <a:pt x="2915" y="390"/>
                      <a:pt x="2915" y="390"/>
                    </a:cubicBezTo>
                    <a:cubicBezTo>
                      <a:pt x="2913" y="325"/>
                      <a:pt x="2913" y="325"/>
                      <a:pt x="2913" y="325"/>
                    </a:cubicBezTo>
                    <a:cubicBezTo>
                      <a:pt x="2936" y="331"/>
                      <a:pt x="2936" y="331"/>
                      <a:pt x="2936" y="331"/>
                    </a:cubicBezTo>
                    <a:cubicBezTo>
                      <a:pt x="2952" y="351"/>
                      <a:pt x="2952" y="351"/>
                      <a:pt x="2952" y="351"/>
                    </a:cubicBezTo>
                    <a:cubicBezTo>
                      <a:pt x="2999" y="351"/>
                      <a:pt x="2999" y="351"/>
                      <a:pt x="2999" y="351"/>
                    </a:cubicBezTo>
                    <a:cubicBezTo>
                      <a:pt x="3003" y="324"/>
                      <a:pt x="3003" y="324"/>
                      <a:pt x="3003" y="324"/>
                    </a:cubicBezTo>
                    <a:lnTo>
                      <a:pt x="2994" y="282"/>
                    </a:lnTo>
                    <a:close/>
                    <a:moveTo>
                      <a:pt x="731" y="2960"/>
                    </a:moveTo>
                    <a:cubicBezTo>
                      <a:pt x="731" y="2965"/>
                      <a:pt x="732" y="2970"/>
                      <a:pt x="732" y="2975"/>
                    </a:cubicBezTo>
                    <a:cubicBezTo>
                      <a:pt x="732" y="2976"/>
                      <a:pt x="732" y="2981"/>
                      <a:pt x="731" y="2982"/>
                    </a:cubicBezTo>
                    <a:cubicBezTo>
                      <a:pt x="729" y="2983"/>
                      <a:pt x="728" y="2981"/>
                      <a:pt x="727" y="2979"/>
                    </a:cubicBezTo>
                    <a:cubicBezTo>
                      <a:pt x="726" y="2976"/>
                      <a:pt x="724" y="2974"/>
                      <a:pt x="723" y="2971"/>
                    </a:cubicBezTo>
                    <a:cubicBezTo>
                      <a:pt x="721" y="2967"/>
                      <a:pt x="721" y="2963"/>
                      <a:pt x="716" y="2961"/>
                    </a:cubicBezTo>
                    <a:cubicBezTo>
                      <a:pt x="713" y="2960"/>
                      <a:pt x="706" y="2959"/>
                      <a:pt x="703" y="2961"/>
                    </a:cubicBezTo>
                    <a:cubicBezTo>
                      <a:pt x="699" y="2962"/>
                      <a:pt x="696" y="2966"/>
                      <a:pt x="695" y="2969"/>
                    </a:cubicBezTo>
                    <a:cubicBezTo>
                      <a:pt x="695" y="2971"/>
                      <a:pt x="695" y="2972"/>
                      <a:pt x="693" y="2973"/>
                    </a:cubicBezTo>
                    <a:cubicBezTo>
                      <a:pt x="691" y="2973"/>
                      <a:pt x="690" y="2972"/>
                      <a:pt x="690" y="2970"/>
                    </a:cubicBezTo>
                    <a:cubicBezTo>
                      <a:pt x="690" y="2968"/>
                      <a:pt x="691" y="2965"/>
                      <a:pt x="692" y="2963"/>
                    </a:cubicBezTo>
                    <a:cubicBezTo>
                      <a:pt x="694" y="2959"/>
                      <a:pt x="698" y="2955"/>
                      <a:pt x="701" y="2951"/>
                    </a:cubicBezTo>
                    <a:cubicBezTo>
                      <a:pt x="705" y="2948"/>
                      <a:pt x="710" y="2945"/>
                      <a:pt x="713" y="2942"/>
                    </a:cubicBezTo>
                    <a:cubicBezTo>
                      <a:pt x="716" y="2939"/>
                      <a:pt x="718" y="2935"/>
                      <a:pt x="720" y="2931"/>
                    </a:cubicBezTo>
                    <a:cubicBezTo>
                      <a:pt x="722" y="2929"/>
                      <a:pt x="725" y="2924"/>
                      <a:pt x="728" y="2924"/>
                    </a:cubicBezTo>
                    <a:cubicBezTo>
                      <a:pt x="730" y="2929"/>
                      <a:pt x="723" y="2937"/>
                      <a:pt x="720" y="2941"/>
                    </a:cubicBezTo>
                    <a:cubicBezTo>
                      <a:pt x="718" y="2944"/>
                      <a:pt x="715" y="2950"/>
                      <a:pt x="721" y="2950"/>
                    </a:cubicBezTo>
                    <a:cubicBezTo>
                      <a:pt x="724" y="2950"/>
                      <a:pt x="730" y="2946"/>
                      <a:pt x="732" y="2949"/>
                    </a:cubicBezTo>
                    <a:cubicBezTo>
                      <a:pt x="734" y="2952"/>
                      <a:pt x="731" y="2957"/>
                      <a:pt x="731" y="2960"/>
                    </a:cubicBezTo>
                    <a:close/>
                    <a:moveTo>
                      <a:pt x="762" y="2868"/>
                    </a:moveTo>
                    <a:cubicBezTo>
                      <a:pt x="760" y="2872"/>
                      <a:pt x="759" y="2876"/>
                      <a:pt x="758" y="2880"/>
                    </a:cubicBezTo>
                    <a:cubicBezTo>
                      <a:pt x="756" y="2888"/>
                      <a:pt x="755" y="2895"/>
                      <a:pt x="754" y="2903"/>
                    </a:cubicBezTo>
                    <a:cubicBezTo>
                      <a:pt x="754" y="2904"/>
                      <a:pt x="755" y="2910"/>
                      <a:pt x="753" y="2911"/>
                    </a:cubicBezTo>
                    <a:cubicBezTo>
                      <a:pt x="750" y="2913"/>
                      <a:pt x="750" y="2908"/>
                      <a:pt x="750" y="2907"/>
                    </a:cubicBezTo>
                    <a:cubicBezTo>
                      <a:pt x="748" y="2896"/>
                      <a:pt x="749" y="2883"/>
                      <a:pt x="754" y="2873"/>
                    </a:cubicBezTo>
                    <a:cubicBezTo>
                      <a:pt x="756" y="2868"/>
                      <a:pt x="759" y="2863"/>
                      <a:pt x="759" y="2857"/>
                    </a:cubicBezTo>
                    <a:cubicBezTo>
                      <a:pt x="761" y="2846"/>
                      <a:pt x="749" y="2841"/>
                      <a:pt x="745" y="2832"/>
                    </a:cubicBezTo>
                    <a:cubicBezTo>
                      <a:pt x="740" y="2821"/>
                      <a:pt x="748" y="2812"/>
                      <a:pt x="750" y="2803"/>
                    </a:cubicBezTo>
                    <a:cubicBezTo>
                      <a:pt x="753" y="2791"/>
                      <a:pt x="745" y="2781"/>
                      <a:pt x="739" y="2772"/>
                    </a:cubicBezTo>
                    <a:cubicBezTo>
                      <a:pt x="736" y="2768"/>
                      <a:pt x="733" y="2763"/>
                      <a:pt x="731" y="2758"/>
                    </a:cubicBezTo>
                    <a:cubicBezTo>
                      <a:pt x="730" y="2757"/>
                      <a:pt x="730" y="2754"/>
                      <a:pt x="732" y="2754"/>
                    </a:cubicBezTo>
                    <a:cubicBezTo>
                      <a:pt x="736" y="2755"/>
                      <a:pt x="740" y="2760"/>
                      <a:pt x="742" y="2763"/>
                    </a:cubicBezTo>
                    <a:cubicBezTo>
                      <a:pt x="747" y="2768"/>
                      <a:pt x="751" y="2773"/>
                      <a:pt x="753" y="2779"/>
                    </a:cubicBezTo>
                    <a:cubicBezTo>
                      <a:pt x="758" y="2792"/>
                      <a:pt x="754" y="2803"/>
                      <a:pt x="751" y="2816"/>
                    </a:cubicBezTo>
                    <a:cubicBezTo>
                      <a:pt x="750" y="2820"/>
                      <a:pt x="750" y="2825"/>
                      <a:pt x="752" y="2829"/>
                    </a:cubicBezTo>
                    <a:cubicBezTo>
                      <a:pt x="753" y="2833"/>
                      <a:pt x="757" y="2837"/>
                      <a:pt x="759" y="2841"/>
                    </a:cubicBezTo>
                    <a:cubicBezTo>
                      <a:pt x="765" y="2850"/>
                      <a:pt x="765" y="2858"/>
                      <a:pt x="762" y="2868"/>
                    </a:cubicBezTo>
                    <a:close/>
                    <a:moveTo>
                      <a:pt x="879" y="2837"/>
                    </a:moveTo>
                    <a:cubicBezTo>
                      <a:pt x="877" y="2842"/>
                      <a:pt x="877" y="2846"/>
                      <a:pt x="877" y="2851"/>
                    </a:cubicBezTo>
                    <a:cubicBezTo>
                      <a:pt x="877" y="2856"/>
                      <a:pt x="876" y="2861"/>
                      <a:pt x="876" y="2866"/>
                    </a:cubicBezTo>
                    <a:cubicBezTo>
                      <a:pt x="876" y="2871"/>
                      <a:pt x="876" y="2876"/>
                      <a:pt x="875" y="2881"/>
                    </a:cubicBezTo>
                    <a:cubicBezTo>
                      <a:pt x="874" y="2883"/>
                      <a:pt x="874" y="2885"/>
                      <a:pt x="873" y="2886"/>
                    </a:cubicBezTo>
                    <a:cubicBezTo>
                      <a:pt x="870" y="2883"/>
                      <a:pt x="871" y="2880"/>
                      <a:pt x="870" y="2876"/>
                    </a:cubicBezTo>
                    <a:cubicBezTo>
                      <a:pt x="869" y="2873"/>
                      <a:pt x="868" y="2870"/>
                      <a:pt x="868" y="2867"/>
                    </a:cubicBezTo>
                    <a:cubicBezTo>
                      <a:pt x="867" y="2864"/>
                      <a:pt x="865" y="2860"/>
                      <a:pt x="866" y="2856"/>
                    </a:cubicBezTo>
                    <a:cubicBezTo>
                      <a:pt x="866" y="2851"/>
                      <a:pt x="866" y="2847"/>
                      <a:pt x="866" y="2843"/>
                    </a:cubicBezTo>
                    <a:cubicBezTo>
                      <a:pt x="867" y="2840"/>
                      <a:pt x="867" y="2836"/>
                      <a:pt x="868" y="2833"/>
                    </a:cubicBezTo>
                    <a:cubicBezTo>
                      <a:pt x="868" y="2830"/>
                      <a:pt x="869" y="2828"/>
                      <a:pt x="868" y="2826"/>
                    </a:cubicBezTo>
                    <a:cubicBezTo>
                      <a:pt x="867" y="2823"/>
                      <a:pt x="864" y="2821"/>
                      <a:pt x="863" y="2818"/>
                    </a:cubicBezTo>
                    <a:cubicBezTo>
                      <a:pt x="859" y="2813"/>
                      <a:pt x="857" y="2808"/>
                      <a:pt x="852" y="2805"/>
                    </a:cubicBezTo>
                    <a:cubicBezTo>
                      <a:pt x="846" y="2801"/>
                      <a:pt x="843" y="2795"/>
                      <a:pt x="838" y="2791"/>
                    </a:cubicBezTo>
                    <a:cubicBezTo>
                      <a:pt x="835" y="2788"/>
                      <a:pt x="830" y="2786"/>
                      <a:pt x="827" y="2784"/>
                    </a:cubicBezTo>
                    <a:cubicBezTo>
                      <a:pt x="823" y="2781"/>
                      <a:pt x="820" y="2778"/>
                      <a:pt x="817" y="2776"/>
                    </a:cubicBezTo>
                    <a:cubicBezTo>
                      <a:pt x="812" y="2771"/>
                      <a:pt x="809" y="2767"/>
                      <a:pt x="810" y="2761"/>
                    </a:cubicBezTo>
                    <a:cubicBezTo>
                      <a:pt x="810" y="2757"/>
                      <a:pt x="810" y="2754"/>
                      <a:pt x="810" y="2751"/>
                    </a:cubicBezTo>
                    <a:cubicBezTo>
                      <a:pt x="811" y="2748"/>
                      <a:pt x="810" y="2744"/>
                      <a:pt x="810" y="2741"/>
                    </a:cubicBezTo>
                    <a:cubicBezTo>
                      <a:pt x="809" y="2737"/>
                      <a:pt x="807" y="2734"/>
                      <a:pt x="806" y="2731"/>
                    </a:cubicBezTo>
                    <a:cubicBezTo>
                      <a:pt x="804" y="2727"/>
                      <a:pt x="802" y="2723"/>
                      <a:pt x="799" y="2721"/>
                    </a:cubicBezTo>
                    <a:cubicBezTo>
                      <a:pt x="795" y="2716"/>
                      <a:pt x="788" y="2713"/>
                      <a:pt x="786" y="2706"/>
                    </a:cubicBezTo>
                    <a:cubicBezTo>
                      <a:pt x="791" y="2708"/>
                      <a:pt x="793" y="2710"/>
                      <a:pt x="797" y="2715"/>
                    </a:cubicBezTo>
                    <a:cubicBezTo>
                      <a:pt x="800" y="2719"/>
                      <a:pt x="805" y="2722"/>
                      <a:pt x="808" y="2727"/>
                    </a:cubicBezTo>
                    <a:cubicBezTo>
                      <a:pt x="811" y="2732"/>
                      <a:pt x="814" y="2738"/>
                      <a:pt x="815" y="2744"/>
                    </a:cubicBezTo>
                    <a:cubicBezTo>
                      <a:pt x="817" y="2749"/>
                      <a:pt x="816" y="2755"/>
                      <a:pt x="816" y="2760"/>
                    </a:cubicBezTo>
                    <a:cubicBezTo>
                      <a:pt x="816" y="2764"/>
                      <a:pt x="815" y="2769"/>
                      <a:pt x="818" y="2772"/>
                    </a:cubicBezTo>
                    <a:cubicBezTo>
                      <a:pt x="821" y="2775"/>
                      <a:pt x="827" y="2774"/>
                      <a:pt x="831" y="2776"/>
                    </a:cubicBezTo>
                    <a:cubicBezTo>
                      <a:pt x="835" y="2778"/>
                      <a:pt x="839" y="2781"/>
                      <a:pt x="843" y="2777"/>
                    </a:cubicBezTo>
                    <a:cubicBezTo>
                      <a:pt x="846" y="2774"/>
                      <a:pt x="847" y="2769"/>
                      <a:pt x="847" y="2765"/>
                    </a:cubicBezTo>
                    <a:cubicBezTo>
                      <a:pt x="846" y="2759"/>
                      <a:pt x="842" y="2755"/>
                      <a:pt x="840" y="2749"/>
                    </a:cubicBezTo>
                    <a:cubicBezTo>
                      <a:pt x="840" y="2748"/>
                      <a:pt x="839" y="2746"/>
                      <a:pt x="841" y="2746"/>
                    </a:cubicBezTo>
                    <a:cubicBezTo>
                      <a:pt x="844" y="2746"/>
                      <a:pt x="846" y="2749"/>
                      <a:pt x="847" y="2751"/>
                    </a:cubicBezTo>
                    <a:cubicBezTo>
                      <a:pt x="850" y="2756"/>
                      <a:pt x="849" y="2763"/>
                      <a:pt x="854" y="2767"/>
                    </a:cubicBezTo>
                    <a:cubicBezTo>
                      <a:pt x="857" y="2771"/>
                      <a:pt x="860" y="2772"/>
                      <a:pt x="860" y="2777"/>
                    </a:cubicBezTo>
                    <a:cubicBezTo>
                      <a:pt x="859" y="2781"/>
                      <a:pt x="858" y="2784"/>
                      <a:pt x="860" y="2788"/>
                    </a:cubicBezTo>
                    <a:cubicBezTo>
                      <a:pt x="861" y="2793"/>
                      <a:pt x="865" y="2798"/>
                      <a:pt x="867" y="2803"/>
                    </a:cubicBezTo>
                    <a:cubicBezTo>
                      <a:pt x="870" y="2808"/>
                      <a:pt x="869" y="2813"/>
                      <a:pt x="871" y="2819"/>
                    </a:cubicBezTo>
                    <a:cubicBezTo>
                      <a:pt x="873" y="2823"/>
                      <a:pt x="876" y="2824"/>
                      <a:pt x="878" y="2827"/>
                    </a:cubicBezTo>
                    <a:cubicBezTo>
                      <a:pt x="881" y="2830"/>
                      <a:pt x="880" y="2834"/>
                      <a:pt x="879" y="2837"/>
                    </a:cubicBezTo>
                    <a:close/>
                    <a:moveTo>
                      <a:pt x="1022" y="2428"/>
                    </a:moveTo>
                    <a:cubicBezTo>
                      <a:pt x="1021" y="2430"/>
                      <a:pt x="1018" y="2431"/>
                      <a:pt x="1017" y="2433"/>
                    </a:cubicBezTo>
                    <a:cubicBezTo>
                      <a:pt x="1016" y="2435"/>
                      <a:pt x="1016" y="2438"/>
                      <a:pt x="1016" y="2440"/>
                    </a:cubicBezTo>
                    <a:cubicBezTo>
                      <a:pt x="1014" y="2445"/>
                      <a:pt x="1013" y="2450"/>
                      <a:pt x="1014" y="2455"/>
                    </a:cubicBezTo>
                    <a:cubicBezTo>
                      <a:pt x="1014" y="2458"/>
                      <a:pt x="1015" y="2460"/>
                      <a:pt x="1017" y="2461"/>
                    </a:cubicBezTo>
                    <a:cubicBezTo>
                      <a:pt x="1019" y="2461"/>
                      <a:pt x="1021" y="2462"/>
                      <a:pt x="1022" y="2464"/>
                    </a:cubicBezTo>
                    <a:cubicBezTo>
                      <a:pt x="1023" y="2466"/>
                      <a:pt x="1022" y="2469"/>
                      <a:pt x="1021" y="2472"/>
                    </a:cubicBezTo>
                    <a:cubicBezTo>
                      <a:pt x="1021" y="2474"/>
                      <a:pt x="1020" y="2477"/>
                      <a:pt x="1022" y="2480"/>
                    </a:cubicBezTo>
                    <a:cubicBezTo>
                      <a:pt x="1023" y="2482"/>
                      <a:pt x="1024" y="2483"/>
                      <a:pt x="1025" y="2486"/>
                    </a:cubicBezTo>
                    <a:cubicBezTo>
                      <a:pt x="1026" y="2488"/>
                      <a:pt x="1026" y="2491"/>
                      <a:pt x="1026" y="2493"/>
                    </a:cubicBezTo>
                    <a:cubicBezTo>
                      <a:pt x="1025" y="2495"/>
                      <a:pt x="1025" y="2499"/>
                      <a:pt x="1022" y="2499"/>
                    </a:cubicBezTo>
                    <a:cubicBezTo>
                      <a:pt x="1020" y="2499"/>
                      <a:pt x="1018" y="2496"/>
                      <a:pt x="1017" y="2495"/>
                    </a:cubicBezTo>
                    <a:cubicBezTo>
                      <a:pt x="1015" y="2493"/>
                      <a:pt x="1013" y="2492"/>
                      <a:pt x="1011" y="2492"/>
                    </a:cubicBezTo>
                    <a:cubicBezTo>
                      <a:pt x="1009" y="2492"/>
                      <a:pt x="1006" y="2493"/>
                      <a:pt x="1005" y="2491"/>
                    </a:cubicBezTo>
                    <a:cubicBezTo>
                      <a:pt x="1002" y="2487"/>
                      <a:pt x="1006" y="2482"/>
                      <a:pt x="1007" y="2478"/>
                    </a:cubicBezTo>
                    <a:cubicBezTo>
                      <a:pt x="1009" y="2471"/>
                      <a:pt x="1006" y="2464"/>
                      <a:pt x="1001" y="2460"/>
                    </a:cubicBezTo>
                    <a:cubicBezTo>
                      <a:pt x="999" y="2457"/>
                      <a:pt x="996" y="2456"/>
                      <a:pt x="995" y="2453"/>
                    </a:cubicBezTo>
                    <a:cubicBezTo>
                      <a:pt x="993" y="2451"/>
                      <a:pt x="992" y="2449"/>
                      <a:pt x="991" y="2447"/>
                    </a:cubicBezTo>
                    <a:cubicBezTo>
                      <a:pt x="988" y="2444"/>
                      <a:pt x="981" y="2445"/>
                      <a:pt x="983" y="2440"/>
                    </a:cubicBezTo>
                    <a:cubicBezTo>
                      <a:pt x="984" y="2437"/>
                      <a:pt x="985" y="2435"/>
                      <a:pt x="985" y="2432"/>
                    </a:cubicBezTo>
                    <a:cubicBezTo>
                      <a:pt x="986" y="2430"/>
                      <a:pt x="985" y="2427"/>
                      <a:pt x="988" y="2426"/>
                    </a:cubicBezTo>
                    <a:cubicBezTo>
                      <a:pt x="990" y="2424"/>
                      <a:pt x="995" y="2426"/>
                      <a:pt x="997" y="2427"/>
                    </a:cubicBezTo>
                    <a:cubicBezTo>
                      <a:pt x="999" y="2428"/>
                      <a:pt x="1001" y="2430"/>
                      <a:pt x="1002" y="2431"/>
                    </a:cubicBezTo>
                    <a:cubicBezTo>
                      <a:pt x="1003" y="2432"/>
                      <a:pt x="1004" y="2433"/>
                      <a:pt x="1005" y="2432"/>
                    </a:cubicBezTo>
                    <a:cubicBezTo>
                      <a:pt x="1006" y="2428"/>
                      <a:pt x="1002" y="2425"/>
                      <a:pt x="1003" y="2422"/>
                    </a:cubicBezTo>
                    <a:cubicBezTo>
                      <a:pt x="1004" y="2417"/>
                      <a:pt x="1013" y="2415"/>
                      <a:pt x="1015" y="2410"/>
                    </a:cubicBezTo>
                    <a:cubicBezTo>
                      <a:pt x="1016" y="2408"/>
                      <a:pt x="1016" y="2405"/>
                      <a:pt x="1016" y="2403"/>
                    </a:cubicBezTo>
                    <a:cubicBezTo>
                      <a:pt x="1016" y="2401"/>
                      <a:pt x="1016" y="2398"/>
                      <a:pt x="1015" y="2395"/>
                    </a:cubicBezTo>
                    <a:cubicBezTo>
                      <a:pt x="1014" y="2393"/>
                      <a:pt x="1013" y="2391"/>
                      <a:pt x="1012" y="2388"/>
                    </a:cubicBezTo>
                    <a:cubicBezTo>
                      <a:pt x="1011" y="2384"/>
                      <a:pt x="1011" y="2380"/>
                      <a:pt x="1010" y="2377"/>
                    </a:cubicBezTo>
                    <a:cubicBezTo>
                      <a:pt x="1010" y="2374"/>
                      <a:pt x="1008" y="2370"/>
                      <a:pt x="1009" y="2367"/>
                    </a:cubicBezTo>
                    <a:cubicBezTo>
                      <a:pt x="1010" y="2365"/>
                      <a:pt x="1012" y="2364"/>
                      <a:pt x="1014" y="2365"/>
                    </a:cubicBezTo>
                    <a:cubicBezTo>
                      <a:pt x="1016" y="2367"/>
                      <a:pt x="1016" y="2372"/>
                      <a:pt x="1016" y="2374"/>
                    </a:cubicBezTo>
                    <a:cubicBezTo>
                      <a:pt x="1017" y="2381"/>
                      <a:pt x="1019" y="2387"/>
                      <a:pt x="1021" y="2394"/>
                    </a:cubicBezTo>
                    <a:cubicBezTo>
                      <a:pt x="1022" y="2400"/>
                      <a:pt x="1025" y="2406"/>
                      <a:pt x="1026" y="2412"/>
                    </a:cubicBezTo>
                    <a:cubicBezTo>
                      <a:pt x="1027" y="2417"/>
                      <a:pt x="1028" y="2424"/>
                      <a:pt x="1022" y="2428"/>
                    </a:cubicBezTo>
                    <a:close/>
                    <a:moveTo>
                      <a:pt x="1087" y="1894"/>
                    </a:moveTo>
                    <a:cubicBezTo>
                      <a:pt x="1085" y="1895"/>
                      <a:pt x="1083" y="1897"/>
                      <a:pt x="1081" y="1898"/>
                    </a:cubicBezTo>
                    <a:cubicBezTo>
                      <a:pt x="1069" y="1905"/>
                      <a:pt x="1056" y="1909"/>
                      <a:pt x="1043" y="1911"/>
                    </a:cubicBezTo>
                    <a:cubicBezTo>
                      <a:pt x="1038" y="1912"/>
                      <a:pt x="1032" y="1914"/>
                      <a:pt x="1027" y="1916"/>
                    </a:cubicBezTo>
                    <a:cubicBezTo>
                      <a:pt x="1024" y="1916"/>
                      <a:pt x="1022" y="1916"/>
                      <a:pt x="1019" y="1917"/>
                    </a:cubicBezTo>
                    <a:cubicBezTo>
                      <a:pt x="1014" y="1917"/>
                      <a:pt x="1009" y="1918"/>
                      <a:pt x="1004" y="1920"/>
                    </a:cubicBezTo>
                    <a:cubicBezTo>
                      <a:pt x="1002" y="1920"/>
                      <a:pt x="999" y="1922"/>
                      <a:pt x="999" y="1919"/>
                    </a:cubicBezTo>
                    <a:cubicBezTo>
                      <a:pt x="999" y="1917"/>
                      <a:pt x="1002" y="1914"/>
                      <a:pt x="1004" y="1913"/>
                    </a:cubicBezTo>
                    <a:cubicBezTo>
                      <a:pt x="1009" y="1909"/>
                      <a:pt x="1016" y="1908"/>
                      <a:pt x="1021" y="1906"/>
                    </a:cubicBezTo>
                    <a:cubicBezTo>
                      <a:pt x="1027" y="1905"/>
                      <a:pt x="1032" y="1903"/>
                      <a:pt x="1037" y="1900"/>
                    </a:cubicBezTo>
                    <a:cubicBezTo>
                      <a:pt x="1042" y="1897"/>
                      <a:pt x="1048" y="1897"/>
                      <a:pt x="1054" y="1896"/>
                    </a:cubicBezTo>
                    <a:cubicBezTo>
                      <a:pt x="1056" y="1896"/>
                      <a:pt x="1058" y="1896"/>
                      <a:pt x="1061" y="1895"/>
                    </a:cubicBezTo>
                    <a:cubicBezTo>
                      <a:pt x="1064" y="1895"/>
                      <a:pt x="1068" y="1894"/>
                      <a:pt x="1071" y="1893"/>
                    </a:cubicBezTo>
                    <a:cubicBezTo>
                      <a:pt x="1077" y="1892"/>
                      <a:pt x="1081" y="1887"/>
                      <a:pt x="1087" y="1886"/>
                    </a:cubicBezTo>
                    <a:cubicBezTo>
                      <a:pt x="1094" y="1886"/>
                      <a:pt x="1090" y="1892"/>
                      <a:pt x="1087" y="1894"/>
                    </a:cubicBezTo>
                    <a:close/>
                    <a:moveTo>
                      <a:pt x="1169" y="1621"/>
                    </a:moveTo>
                    <a:cubicBezTo>
                      <a:pt x="1167" y="1623"/>
                      <a:pt x="1165" y="1625"/>
                      <a:pt x="1162" y="1627"/>
                    </a:cubicBezTo>
                    <a:cubicBezTo>
                      <a:pt x="1161" y="1628"/>
                      <a:pt x="1160" y="1628"/>
                      <a:pt x="1159" y="1629"/>
                    </a:cubicBezTo>
                    <a:cubicBezTo>
                      <a:pt x="1158" y="1631"/>
                      <a:pt x="1157" y="1632"/>
                      <a:pt x="1156" y="1633"/>
                    </a:cubicBezTo>
                    <a:cubicBezTo>
                      <a:pt x="1151" y="1639"/>
                      <a:pt x="1145" y="1645"/>
                      <a:pt x="1140" y="1651"/>
                    </a:cubicBezTo>
                    <a:cubicBezTo>
                      <a:pt x="1136" y="1654"/>
                      <a:pt x="1132" y="1651"/>
                      <a:pt x="1128" y="1651"/>
                    </a:cubicBezTo>
                    <a:cubicBezTo>
                      <a:pt x="1127" y="1648"/>
                      <a:pt x="1134" y="1644"/>
                      <a:pt x="1136" y="1643"/>
                    </a:cubicBezTo>
                    <a:cubicBezTo>
                      <a:pt x="1140" y="1639"/>
                      <a:pt x="1144" y="1635"/>
                      <a:pt x="1148" y="1632"/>
                    </a:cubicBezTo>
                    <a:cubicBezTo>
                      <a:pt x="1152" y="1628"/>
                      <a:pt x="1156" y="1626"/>
                      <a:pt x="1160" y="1623"/>
                    </a:cubicBezTo>
                    <a:cubicBezTo>
                      <a:pt x="1165" y="1620"/>
                      <a:pt x="1169" y="1617"/>
                      <a:pt x="1173" y="1614"/>
                    </a:cubicBezTo>
                    <a:cubicBezTo>
                      <a:pt x="1173" y="1614"/>
                      <a:pt x="1173" y="1614"/>
                      <a:pt x="1173" y="1614"/>
                    </a:cubicBezTo>
                    <a:cubicBezTo>
                      <a:pt x="1173" y="1614"/>
                      <a:pt x="1173" y="1614"/>
                      <a:pt x="1174" y="1614"/>
                    </a:cubicBezTo>
                    <a:cubicBezTo>
                      <a:pt x="1176" y="1613"/>
                      <a:pt x="1178" y="1611"/>
                      <a:pt x="1180" y="1609"/>
                    </a:cubicBezTo>
                    <a:cubicBezTo>
                      <a:pt x="1181" y="1613"/>
                      <a:pt x="1172" y="1619"/>
                      <a:pt x="1169" y="1621"/>
                    </a:cubicBezTo>
                    <a:close/>
                    <a:moveTo>
                      <a:pt x="1251" y="1784"/>
                    </a:moveTo>
                    <a:cubicBezTo>
                      <a:pt x="1250" y="1783"/>
                      <a:pt x="1249" y="1783"/>
                      <a:pt x="1248" y="1782"/>
                    </a:cubicBezTo>
                    <a:cubicBezTo>
                      <a:pt x="1246" y="1782"/>
                      <a:pt x="1244" y="1781"/>
                      <a:pt x="1243" y="1781"/>
                    </a:cubicBezTo>
                    <a:cubicBezTo>
                      <a:pt x="1240" y="1779"/>
                      <a:pt x="1239" y="1778"/>
                      <a:pt x="1236" y="1777"/>
                    </a:cubicBezTo>
                    <a:cubicBezTo>
                      <a:pt x="1233" y="1775"/>
                      <a:pt x="1229" y="1775"/>
                      <a:pt x="1225" y="1775"/>
                    </a:cubicBezTo>
                    <a:cubicBezTo>
                      <a:pt x="1223" y="1775"/>
                      <a:pt x="1222" y="1775"/>
                      <a:pt x="1220" y="1776"/>
                    </a:cubicBezTo>
                    <a:cubicBezTo>
                      <a:pt x="1216" y="1776"/>
                      <a:pt x="1212" y="1778"/>
                      <a:pt x="1210" y="1781"/>
                    </a:cubicBezTo>
                    <a:cubicBezTo>
                      <a:pt x="1207" y="1783"/>
                      <a:pt x="1204" y="1784"/>
                      <a:pt x="1200" y="1783"/>
                    </a:cubicBezTo>
                    <a:cubicBezTo>
                      <a:pt x="1200" y="1781"/>
                      <a:pt x="1204" y="1779"/>
                      <a:pt x="1205" y="1778"/>
                    </a:cubicBezTo>
                    <a:cubicBezTo>
                      <a:pt x="1202" y="1778"/>
                      <a:pt x="1199" y="1777"/>
                      <a:pt x="1199" y="1774"/>
                    </a:cubicBezTo>
                    <a:cubicBezTo>
                      <a:pt x="1199" y="1771"/>
                      <a:pt x="1201" y="1768"/>
                      <a:pt x="1203" y="1766"/>
                    </a:cubicBezTo>
                    <a:cubicBezTo>
                      <a:pt x="1206" y="1764"/>
                      <a:pt x="1210" y="1764"/>
                      <a:pt x="1213" y="1763"/>
                    </a:cubicBezTo>
                    <a:cubicBezTo>
                      <a:pt x="1215" y="1762"/>
                      <a:pt x="1218" y="1760"/>
                      <a:pt x="1220" y="1759"/>
                    </a:cubicBezTo>
                    <a:cubicBezTo>
                      <a:pt x="1223" y="1757"/>
                      <a:pt x="1225" y="1754"/>
                      <a:pt x="1228" y="1756"/>
                    </a:cubicBezTo>
                    <a:cubicBezTo>
                      <a:pt x="1230" y="1757"/>
                      <a:pt x="1233" y="1760"/>
                      <a:pt x="1234" y="1762"/>
                    </a:cubicBezTo>
                    <a:cubicBezTo>
                      <a:pt x="1239" y="1767"/>
                      <a:pt x="1243" y="1771"/>
                      <a:pt x="1248" y="1774"/>
                    </a:cubicBezTo>
                    <a:cubicBezTo>
                      <a:pt x="1251" y="1776"/>
                      <a:pt x="1255" y="1778"/>
                      <a:pt x="1256" y="1781"/>
                    </a:cubicBezTo>
                    <a:cubicBezTo>
                      <a:pt x="1257" y="1786"/>
                      <a:pt x="1254" y="1787"/>
                      <a:pt x="1251" y="1784"/>
                    </a:cubicBezTo>
                    <a:close/>
                    <a:moveTo>
                      <a:pt x="1266" y="1774"/>
                    </a:moveTo>
                    <a:cubicBezTo>
                      <a:pt x="1265" y="1776"/>
                      <a:pt x="1262" y="1775"/>
                      <a:pt x="1260" y="1774"/>
                    </a:cubicBezTo>
                    <a:cubicBezTo>
                      <a:pt x="1258" y="1772"/>
                      <a:pt x="1257" y="1770"/>
                      <a:pt x="1255" y="1769"/>
                    </a:cubicBezTo>
                    <a:cubicBezTo>
                      <a:pt x="1253" y="1766"/>
                      <a:pt x="1251" y="1764"/>
                      <a:pt x="1249" y="1762"/>
                    </a:cubicBezTo>
                    <a:cubicBezTo>
                      <a:pt x="1247" y="1760"/>
                      <a:pt x="1247" y="1757"/>
                      <a:pt x="1245" y="1755"/>
                    </a:cubicBezTo>
                    <a:cubicBezTo>
                      <a:pt x="1244" y="1754"/>
                      <a:pt x="1243" y="1753"/>
                      <a:pt x="1242" y="1751"/>
                    </a:cubicBezTo>
                    <a:cubicBezTo>
                      <a:pt x="1241" y="1748"/>
                      <a:pt x="1241" y="1744"/>
                      <a:pt x="1241" y="1741"/>
                    </a:cubicBezTo>
                    <a:cubicBezTo>
                      <a:pt x="1240" y="1737"/>
                      <a:pt x="1236" y="1736"/>
                      <a:pt x="1232" y="1735"/>
                    </a:cubicBezTo>
                    <a:cubicBezTo>
                      <a:pt x="1231" y="1734"/>
                      <a:pt x="1229" y="1734"/>
                      <a:pt x="1227" y="1734"/>
                    </a:cubicBezTo>
                    <a:cubicBezTo>
                      <a:pt x="1227" y="1733"/>
                      <a:pt x="1226" y="1733"/>
                      <a:pt x="1225" y="1732"/>
                    </a:cubicBezTo>
                    <a:cubicBezTo>
                      <a:pt x="1224" y="1732"/>
                      <a:pt x="1224" y="1732"/>
                      <a:pt x="1223" y="1731"/>
                    </a:cubicBezTo>
                    <a:cubicBezTo>
                      <a:pt x="1223" y="1727"/>
                      <a:pt x="1228" y="1728"/>
                      <a:pt x="1231" y="1728"/>
                    </a:cubicBezTo>
                    <a:cubicBezTo>
                      <a:pt x="1233" y="1728"/>
                      <a:pt x="1235" y="1729"/>
                      <a:pt x="1236" y="1729"/>
                    </a:cubicBezTo>
                    <a:cubicBezTo>
                      <a:pt x="1238" y="1729"/>
                      <a:pt x="1238" y="1728"/>
                      <a:pt x="1239" y="1727"/>
                    </a:cubicBezTo>
                    <a:cubicBezTo>
                      <a:pt x="1241" y="1724"/>
                      <a:pt x="1245" y="1725"/>
                      <a:pt x="1247" y="1728"/>
                    </a:cubicBezTo>
                    <a:cubicBezTo>
                      <a:pt x="1248" y="1731"/>
                      <a:pt x="1248" y="1734"/>
                      <a:pt x="1248" y="1736"/>
                    </a:cubicBezTo>
                    <a:cubicBezTo>
                      <a:pt x="1248" y="1740"/>
                      <a:pt x="1249" y="1743"/>
                      <a:pt x="1251" y="1745"/>
                    </a:cubicBezTo>
                    <a:cubicBezTo>
                      <a:pt x="1254" y="1748"/>
                      <a:pt x="1256" y="1749"/>
                      <a:pt x="1258" y="1752"/>
                    </a:cubicBezTo>
                    <a:cubicBezTo>
                      <a:pt x="1260" y="1755"/>
                      <a:pt x="1261" y="1757"/>
                      <a:pt x="1262" y="1760"/>
                    </a:cubicBezTo>
                    <a:cubicBezTo>
                      <a:pt x="1263" y="1763"/>
                      <a:pt x="1266" y="1764"/>
                      <a:pt x="1267" y="1768"/>
                    </a:cubicBezTo>
                    <a:cubicBezTo>
                      <a:pt x="1267" y="1770"/>
                      <a:pt x="1267" y="1772"/>
                      <a:pt x="1266" y="1774"/>
                    </a:cubicBezTo>
                    <a:close/>
                    <a:moveTo>
                      <a:pt x="1351" y="1469"/>
                    </a:moveTo>
                    <a:cubicBezTo>
                      <a:pt x="1344" y="1473"/>
                      <a:pt x="1334" y="1471"/>
                      <a:pt x="1328" y="1477"/>
                    </a:cubicBezTo>
                    <a:cubicBezTo>
                      <a:pt x="1326" y="1479"/>
                      <a:pt x="1327" y="1481"/>
                      <a:pt x="1328" y="1483"/>
                    </a:cubicBezTo>
                    <a:cubicBezTo>
                      <a:pt x="1329" y="1485"/>
                      <a:pt x="1329" y="1488"/>
                      <a:pt x="1329" y="1491"/>
                    </a:cubicBezTo>
                    <a:cubicBezTo>
                      <a:pt x="1328" y="1494"/>
                      <a:pt x="1326" y="1496"/>
                      <a:pt x="1323" y="1497"/>
                    </a:cubicBezTo>
                    <a:cubicBezTo>
                      <a:pt x="1321" y="1498"/>
                      <a:pt x="1317" y="1498"/>
                      <a:pt x="1317" y="1501"/>
                    </a:cubicBezTo>
                    <a:cubicBezTo>
                      <a:pt x="1317" y="1504"/>
                      <a:pt x="1320" y="1507"/>
                      <a:pt x="1321" y="1509"/>
                    </a:cubicBezTo>
                    <a:cubicBezTo>
                      <a:pt x="1322" y="1512"/>
                      <a:pt x="1322" y="1515"/>
                      <a:pt x="1322" y="1518"/>
                    </a:cubicBezTo>
                    <a:cubicBezTo>
                      <a:pt x="1322" y="1521"/>
                      <a:pt x="1322" y="1523"/>
                      <a:pt x="1318" y="1523"/>
                    </a:cubicBezTo>
                    <a:cubicBezTo>
                      <a:pt x="1313" y="1523"/>
                      <a:pt x="1308" y="1523"/>
                      <a:pt x="1303" y="1523"/>
                    </a:cubicBezTo>
                    <a:cubicBezTo>
                      <a:pt x="1298" y="1522"/>
                      <a:pt x="1294" y="1522"/>
                      <a:pt x="1289" y="1522"/>
                    </a:cubicBezTo>
                    <a:cubicBezTo>
                      <a:pt x="1286" y="1522"/>
                      <a:pt x="1285" y="1521"/>
                      <a:pt x="1284" y="1518"/>
                    </a:cubicBezTo>
                    <a:cubicBezTo>
                      <a:pt x="1288" y="1518"/>
                      <a:pt x="1295" y="1519"/>
                      <a:pt x="1299" y="1515"/>
                    </a:cubicBezTo>
                    <a:cubicBezTo>
                      <a:pt x="1302" y="1513"/>
                      <a:pt x="1303" y="1509"/>
                      <a:pt x="1302" y="1505"/>
                    </a:cubicBezTo>
                    <a:cubicBezTo>
                      <a:pt x="1302" y="1503"/>
                      <a:pt x="1302" y="1501"/>
                      <a:pt x="1301" y="1499"/>
                    </a:cubicBezTo>
                    <a:cubicBezTo>
                      <a:pt x="1300" y="1497"/>
                      <a:pt x="1298" y="1496"/>
                      <a:pt x="1297" y="1495"/>
                    </a:cubicBezTo>
                    <a:cubicBezTo>
                      <a:pt x="1294" y="1493"/>
                      <a:pt x="1294" y="1490"/>
                      <a:pt x="1292" y="1487"/>
                    </a:cubicBezTo>
                    <a:cubicBezTo>
                      <a:pt x="1291" y="1485"/>
                      <a:pt x="1290" y="1484"/>
                      <a:pt x="1290" y="1483"/>
                    </a:cubicBezTo>
                    <a:cubicBezTo>
                      <a:pt x="1289" y="1481"/>
                      <a:pt x="1290" y="1479"/>
                      <a:pt x="1290" y="1478"/>
                    </a:cubicBezTo>
                    <a:cubicBezTo>
                      <a:pt x="1292" y="1477"/>
                      <a:pt x="1293" y="1477"/>
                      <a:pt x="1295" y="1479"/>
                    </a:cubicBezTo>
                    <a:cubicBezTo>
                      <a:pt x="1296" y="1480"/>
                      <a:pt x="1297" y="1481"/>
                      <a:pt x="1297" y="1483"/>
                    </a:cubicBezTo>
                    <a:cubicBezTo>
                      <a:pt x="1298" y="1484"/>
                      <a:pt x="1299" y="1486"/>
                      <a:pt x="1300" y="1488"/>
                    </a:cubicBezTo>
                    <a:cubicBezTo>
                      <a:pt x="1301" y="1489"/>
                      <a:pt x="1303" y="1489"/>
                      <a:pt x="1305" y="1490"/>
                    </a:cubicBezTo>
                    <a:cubicBezTo>
                      <a:pt x="1307" y="1490"/>
                      <a:pt x="1309" y="1491"/>
                      <a:pt x="1311" y="1489"/>
                    </a:cubicBezTo>
                    <a:cubicBezTo>
                      <a:pt x="1313" y="1488"/>
                      <a:pt x="1313" y="1486"/>
                      <a:pt x="1314" y="1485"/>
                    </a:cubicBezTo>
                    <a:cubicBezTo>
                      <a:pt x="1315" y="1484"/>
                      <a:pt x="1317" y="1483"/>
                      <a:pt x="1319" y="1482"/>
                    </a:cubicBezTo>
                    <a:cubicBezTo>
                      <a:pt x="1321" y="1481"/>
                      <a:pt x="1325" y="1479"/>
                      <a:pt x="1324" y="1476"/>
                    </a:cubicBezTo>
                    <a:cubicBezTo>
                      <a:pt x="1324" y="1474"/>
                      <a:pt x="1321" y="1472"/>
                      <a:pt x="1322" y="1469"/>
                    </a:cubicBezTo>
                    <a:cubicBezTo>
                      <a:pt x="1323" y="1466"/>
                      <a:pt x="1329" y="1465"/>
                      <a:pt x="1332" y="1465"/>
                    </a:cubicBezTo>
                    <a:cubicBezTo>
                      <a:pt x="1337" y="1464"/>
                      <a:pt x="1341" y="1465"/>
                      <a:pt x="1346" y="1464"/>
                    </a:cubicBezTo>
                    <a:cubicBezTo>
                      <a:pt x="1348" y="1463"/>
                      <a:pt x="1353" y="1459"/>
                      <a:pt x="1355" y="1461"/>
                    </a:cubicBezTo>
                    <a:cubicBezTo>
                      <a:pt x="1358" y="1464"/>
                      <a:pt x="1353" y="1468"/>
                      <a:pt x="1351" y="146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5" name="Rectangle 2928">
                <a:extLst>
                  <a:ext uri="{FF2B5EF4-FFF2-40B4-BE49-F238E27FC236}">
                    <a16:creationId xmlns:a16="http://schemas.microsoft.com/office/drawing/2014/main" id="{A183E313-503E-4C14-B582-205D23E3F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658"/>
                <a:ext cx="1" cy="1"/>
              </a:xfrm>
              <a:prstGeom prst="rect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6" name="Freeform 2929">
                <a:extLst>
                  <a:ext uri="{FF2B5EF4-FFF2-40B4-BE49-F238E27FC236}">
                    <a16:creationId xmlns:a16="http://schemas.microsoft.com/office/drawing/2014/main" id="{63C6EFE5-1C99-4ECA-B43F-587987CDF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082"/>
                <a:ext cx="0" cy="0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1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7" name="Freeform 2930">
                <a:extLst>
                  <a:ext uri="{FF2B5EF4-FFF2-40B4-BE49-F238E27FC236}">
                    <a16:creationId xmlns:a16="http://schemas.microsoft.com/office/drawing/2014/main" id="{FA8831E3-A9A7-4D95-8345-4EE2AEA62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429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8" name="Line 2931">
                <a:extLst>
                  <a:ext uri="{FF2B5EF4-FFF2-40B4-BE49-F238E27FC236}">
                    <a16:creationId xmlns:a16="http://schemas.microsoft.com/office/drawing/2014/main" id="{ED4A3DBA-C6B8-4FD2-B7FC-EE67154623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0" y="1429"/>
                <a:ext cx="0" cy="2"/>
              </a:xfrm>
              <a:prstGeom prst="line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9" name="Freeform 2932">
                <a:extLst>
                  <a:ext uri="{FF2B5EF4-FFF2-40B4-BE49-F238E27FC236}">
                    <a16:creationId xmlns:a16="http://schemas.microsoft.com/office/drawing/2014/main" id="{FD822E1F-CBCC-4D46-BF17-FA259E0CC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700"/>
                <a:ext cx="3" cy="15"/>
              </a:xfrm>
              <a:custGeom>
                <a:avLst/>
                <a:gdLst>
                  <a:gd name="T0" fmla="*/ 3 w 3"/>
                  <a:gd name="T1" fmla="*/ 15 h 15"/>
                  <a:gd name="T2" fmla="*/ 0 w 3"/>
                  <a:gd name="T3" fmla="*/ 0 h 15"/>
                  <a:gd name="T4" fmla="*/ 3 w 3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5">
                    <a:moveTo>
                      <a:pt x="3" y="15"/>
                    </a:moveTo>
                    <a:lnTo>
                      <a:pt x="0" y="0"/>
                    </a:lnTo>
                    <a:lnTo>
                      <a:pt x="3" y="1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0" name="Line 2933">
                <a:extLst>
                  <a:ext uri="{FF2B5EF4-FFF2-40B4-BE49-F238E27FC236}">
                    <a16:creationId xmlns:a16="http://schemas.microsoft.com/office/drawing/2014/main" id="{A4FD4031-3A4D-4832-A77F-7713039DA8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278" y="1700"/>
                <a:ext cx="3" cy="15"/>
              </a:xfrm>
              <a:prstGeom prst="line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1" name="Freeform 2934">
                <a:extLst>
                  <a:ext uri="{FF2B5EF4-FFF2-40B4-BE49-F238E27FC236}">
                    <a16:creationId xmlns:a16="http://schemas.microsoft.com/office/drawing/2014/main" id="{A48A2408-FC61-418B-8F53-F215E0477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731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2" name="Line 2935">
                <a:extLst>
                  <a:ext uri="{FF2B5EF4-FFF2-40B4-BE49-F238E27FC236}">
                    <a16:creationId xmlns:a16="http://schemas.microsoft.com/office/drawing/2014/main" id="{24C60D74-14A9-42E5-81D8-264CF2477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248" y="1731"/>
                <a:ext cx="1" cy="2"/>
              </a:xfrm>
              <a:prstGeom prst="line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3" name="Freeform 2936">
                <a:extLst>
                  <a:ext uri="{FF2B5EF4-FFF2-40B4-BE49-F238E27FC236}">
                    <a16:creationId xmlns:a16="http://schemas.microsoft.com/office/drawing/2014/main" id="{9DE59D98-C1C1-4C11-B9FB-793289066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8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4" name="Line 2937">
                <a:extLst>
                  <a:ext uri="{FF2B5EF4-FFF2-40B4-BE49-F238E27FC236}">
                    <a16:creationId xmlns:a16="http://schemas.microsoft.com/office/drawing/2014/main" id="{747E7250-44F2-4EEB-8EB7-532C0A3A4F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8" y="869"/>
                <a:ext cx="0" cy="1"/>
              </a:xfrm>
              <a:prstGeom prst="line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5" name="Freeform 2938">
                <a:extLst>
                  <a:ext uri="{FF2B5EF4-FFF2-40B4-BE49-F238E27FC236}">
                    <a16:creationId xmlns:a16="http://schemas.microsoft.com/office/drawing/2014/main" id="{E39CAD00-0976-47C8-BA14-E776B1BA0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632"/>
                <a:ext cx="58" cy="80"/>
              </a:xfrm>
              <a:custGeom>
                <a:avLst/>
                <a:gdLst>
                  <a:gd name="T0" fmla="*/ 135 w 144"/>
                  <a:gd name="T1" fmla="*/ 139 h 195"/>
                  <a:gd name="T2" fmla="*/ 105 w 144"/>
                  <a:gd name="T3" fmla="*/ 169 h 195"/>
                  <a:gd name="T4" fmla="*/ 105 w 144"/>
                  <a:gd name="T5" fmla="*/ 195 h 195"/>
                  <a:gd name="T6" fmla="*/ 98 w 144"/>
                  <a:gd name="T7" fmla="*/ 195 h 195"/>
                  <a:gd name="T8" fmla="*/ 74 w 144"/>
                  <a:gd name="T9" fmla="*/ 177 h 195"/>
                  <a:gd name="T10" fmla="*/ 45 w 144"/>
                  <a:gd name="T11" fmla="*/ 188 h 195"/>
                  <a:gd name="T12" fmla="*/ 27 w 144"/>
                  <a:gd name="T13" fmla="*/ 186 h 195"/>
                  <a:gd name="T14" fmla="*/ 7 w 144"/>
                  <a:gd name="T15" fmla="*/ 156 h 195"/>
                  <a:gd name="T16" fmla="*/ 15 w 144"/>
                  <a:gd name="T17" fmla="*/ 155 h 195"/>
                  <a:gd name="T18" fmla="*/ 27 w 144"/>
                  <a:gd name="T19" fmla="*/ 119 h 195"/>
                  <a:gd name="T20" fmla="*/ 0 w 144"/>
                  <a:gd name="T21" fmla="*/ 82 h 195"/>
                  <a:gd name="T22" fmla="*/ 8 w 144"/>
                  <a:gd name="T23" fmla="*/ 57 h 195"/>
                  <a:gd name="T24" fmla="*/ 55 w 144"/>
                  <a:gd name="T25" fmla="*/ 0 h 195"/>
                  <a:gd name="T26" fmla="*/ 80 w 144"/>
                  <a:gd name="T27" fmla="*/ 2 h 195"/>
                  <a:gd name="T28" fmla="*/ 88 w 144"/>
                  <a:gd name="T29" fmla="*/ 9 h 195"/>
                  <a:gd name="T30" fmla="*/ 81 w 144"/>
                  <a:gd name="T31" fmla="*/ 37 h 195"/>
                  <a:gd name="T32" fmla="*/ 101 w 144"/>
                  <a:gd name="T33" fmla="*/ 74 h 195"/>
                  <a:gd name="T34" fmla="*/ 121 w 144"/>
                  <a:gd name="T35" fmla="*/ 93 h 195"/>
                  <a:gd name="T36" fmla="*/ 144 w 144"/>
                  <a:gd name="T37" fmla="*/ 107 h 195"/>
                  <a:gd name="T38" fmla="*/ 135 w 144"/>
                  <a:gd name="T39" fmla="*/ 139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4" h="195">
                    <a:moveTo>
                      <a:pt x="135" y="139"/>
                    </a:moveTo>
                    <a:cubicBezTo>
                      <a:pt x="105" y="169"/>
                      <a:pt x="105" y="169"/>
                      <a:pt x="105" y="169"/>
                    </a:cubicBezTo>
                    <a:cubicBezTo>
                      <a:pt x="105" y="195"/>
                      <a:pt x="105" y="195"/>
                      <a:pt x="105" y="195"/>
                    </a:cubicBezTo>
                    <a:cubicBezTo>
                      <a:pt x="98" y="195"/>
                      <a:pt x="98" y="195"/>
                      <a:pt x="98" y="195"/>
                    </a:cubicBezTo>
                    <a:cubicBezTo>
                      <a:pt x="74" y="177"/>
                      <a:pt x="74" y="177"/>
                      <a:pt x="74" y="177"/>
                    </a:cubicBezTo>
                    <a:cubicBezTo>
                      <a:pt x="45" y="188"/>
                      <a:pt x="45" y="188"/>
                      <a:pt x="45" y="188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7" y="156"/>
                      <a:pt x="7" y="156"/>
                      <a:pt x="7" y="156"/>
                    </a:cubicBezTo>
                    <a:cubicBezTo>
                      <a:pt x="15" y="155"/>
                      <a:pt x="15" y="155"/>
                      <a:pt x="15" y="155"/>
                    </a:cubicBezTo>
                    <a:cubicBezTo>
                      <a:pt x="27" y="119"/>
                      <a:pt x="27" y="119"/>
                      <a:pt x="27" y="119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8" y="57"/>
                      <a:pt x="8" y="57"/>
                      <a:pt x="8" y="57"/>
                    </a:cubicBezTo>
                    <a:cubicBezTo>
                      <a:pt x="8" y="57"/>
                      <a:pt x="30" y="46"/>
                      <a:pt x="55" y="0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101" y="74"/>
                      <a:pt x="101" y="74"/>
                      <a:pt x="101" y="74"/>
                    </a:cubicBezTo>
                    <a:cubicBezTo>
                      <a:pt x="121" y="93"/>
                      <a:pt x="121" y="93"/>
                      <a:pt x="121" y="93"/>
                    </a:cubicBezTo>
                    <a:cubicBezTo>
                      <a:pt x="144" y="107"/>
                      <a:pt x="144" y="107"/>
                      <a:pt x="144" y="107"/>
                    </a:cubicBezTo>
                    <a:lnTo>
                      <a:pt x="135" y="13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6" name="Freeform 2939">
                <a:extLst>
                  <a:ext uri="{FF2B5EF4-FFF2-40B4-BE49-F238E27FC236}">
                    <a16:creationId xmlns:a16="http://schemas.microsoft.com/office/drawing/2014/main" id="{F6EC8A7E-8399-43C3-AF2D-3EA47C91E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321"/>
                <a:ext cx="2" cy="2"/>
              </a:xfrm>
              <a:custGeom>
                <a:avLst/>
                <a:gdLst>
                  <a:gd name="T0" fmla="*/ 0 w 7"/>
                  <a:gd name="T1" fmla="*/ 2 h 5"/>
                  <a:gd name="T2" fmla="*/ 3 w 7"/>
                  <a:gd name="T3" fmla="*/ 1 h 5"/>
                  <a:gd name="T4" fmla="*/ 6 w 7"/>
                  <a:gd name="T5" fmla="*/ 1 h 5"/>
                  <a:gd name="T6" fmla="*/ 5 w 7"/>
                  <a:gd name="T7" fmla="*/ 4 h 5"/>
                  <a:gd name="T8" fmla="*/ 1 w 7"/>
                  <a:gd name="T9" fmla="*/ 5 h 5"/>
                  <a:gd name="T10" fmla="*/ 0 w 7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4" y="1"/>
                      <a:pt x="6" y="0"/>
                      <a:pt x="6" y="1"/>
                    </a:cubicBezTo>
                    <a:cubicBezTo>
                      <a:pt x="7" y="2"/>
                      <a:pt x="6" y="3"/>
                      <a:pt x="5" y="4"/>
                    </a:cubicBezTo>
                    <a:cubicBezTo>
                      <a:pt x="5" y="5"/>
                      <a:pt x="2" y="5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7" name="Freeform 2940">
                <a:extLst>
                  <a:ext uri="{FF2B5EF4-FFF2-40B4-BE49-F238E27FC236}">
                    <a16:creationId xmlns:a16="http://schemas.microsoft.com/office/drawing/2014/main" id="{D924FF5F-32B5-4F5C-B693-260336FB2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304"/>
                <a:ext cx="2" cy="1"/>
              </a:xfrm>
              <a:custGeom>
                <a:avLst/>
                <a:gdLst>
                  <a:gd name="T0" fmla="*/ 0 w 5"/>
                  <a:gd name="T1" fmla="*/ 3 h 4"/>
                  <a:gd name="T2" fmla="*/ 1 w 5"/>
                  <a:gd name="T3" fmla="*/ 1 h 4"/>
                  <a:gd name="T4" fmla="*/ 3 w 5"/>
                  <a:gd name="T5" fmla="*/ 0 h 4"/>
                  <a:gd name="T6" fmla="*/ 4 w 5"/>
                  <a:gd name="T7" fmla="*/ 3 h 4"/>
                  <a:gd name="T8" fmla="*/ 2 w 5"/>
                  <a:gd name="T9" fmla="*/ 4 h 4"/>
                  <a:gd name="T10" fmla="*/ 0 w 5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1"/>
                      <a:pt x="3" y="0"/>
                      <a:pt x="3" y="0"/>
                    </a:cubicBezTo>
                    <a:cubicBezTo>
                      <a:pt x="4" y="1"/>
                      <a:pt x="4" y="3"/>
                      <a:pt x="4" y="3"/>
                    </a:cubicBezTo>
                    <a:cubicBezTo>
                      <a:pt x="5" y="3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8" name="Freeform 2941">
                <a:extLst>
                  <a:ext uri="{FF2B5EF4-FFF2-40B4-BE49-F238E27FC236}">
                    <a16:creationId xmlns:a16="http://schemas.microsoft.com/office/drawing/2014/main" id="{91E66B4E-CE7A-403A-802C-201C11DDD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299"/>
                <a:ext cx="4" cy="2"/>
              </a:xfrm>
              <a:custGeom>
                <a:avLst/>
                <a:gdLst>
                  <a:gd name="T0" fmla="*/ 3 w 9"/>
                  <a:gd name="T1" fmla="*/ 1 h 6"/>
                  <a:gd name="T2" fmla="*/ 6 w 9"/>
                  <a:gd name="T3" fmla="*/ 2 h 6"/>
                  <a:gd name="T4" fmla="*/ 8 w 9"/>
                  <a:gd name="T5" fmla="*/ 3 h 6"/>
                  <a:gd name="T6" fmla="*/ 2 w 9"/>
                  <a:gd name="T7" fmla="*/ 5 h 6"/>
                  <a:gd name="T8" fmla="*/ 0 w 9"/>
                  <a:gd name="T9" fmla="*/ 3 h 6"/>
                  <a:gd name="T10" fmla="*/ 3 w 9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3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2"/>
                      <a:pt x="8" y="2"/>
                      <a:pt x="8" y="3"/>
                    </a:cubicBezTo>
                    <a:cubicBezTo>
                      <a:pt x="9" y="5"/>
                      <a:pt x="4" y="6"/>
                      <a:pt x="2" y="5"/>
                    </a:cubicBezTo>
                    <a:cubicBezTo>
                      <a:pt x="2" y="5"/>
                      <a:pt x="0" y="5"/>
                      <a:pt x="0" y="3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9" name="Freeform 2942">
                <a:extLst>
                  <a:ext uri="{FF2B5EF4-FFF2-40B4-BE49-F238E27FC236}">
                    <a16:creationId xmlns:a16="http://schemas.microsoft.com/office/drawing/2014/main" id="{F5F980AD-D5E1-428F-858C-7D536B1B2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401"/>
                <a:ext cx="6" cy="3"/>
              </a:xfrm>
              <a:custGeom>
                <a:avLst/>
                <a:gdLst>
                  <a:gd name="T0" fmla="*/ 3 w 14"/>
                  <a:gd name="T1" fmla="*/ 7 h 7"/>
                  <a:gd name="T2" fmla="*/ 1 w 14"/>
                  <a:gd name="T3" fmla="*/ 5 h 7"/>
                  <a:gd name="T4" fmla="*/ 3 w 14"/>
                  <a:gd name="T5" fmla="*/ 2 h 7"/>
                  <a:gd name="T6" fmla="*/ 7 w 14"/>
                  <a:gd name="T7" fmla="*/ 2 h 7"/>
                  <a:gd name="T8" fmla="*/ 14 w 14"/>
                  <a:gd name="T9" fmla="*/ 3 h 7"/>
                  <a:gd name="T10" fmla="*/ 10 w 14"/>
                  <a:gd name="T11" fmla="*/ 7 h 7"/>
                  <a:gd name="T12" fmla="*/ 3 w 14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7">
                    <a:moveTo>
                      <a:pt x="3" y="7"/>
                    </a:moveTo>
                    <a:cubicBezTo>
                      <a:pt x="2" y="7"/>
                      <a:pt x="2" y="6"/>
                      <a:pt x="1" y="5"/>
                    </a:cubicBezTo>
                    <a:cubicBezTo>
                      <a:pt x="0" y="4"/>
                      <a:pt x="2" y="2"/>
                      <a:pt x="3" y="2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9" y="1"/>
                      <a:pt x="14" y="0"/>
                      <a:pt x="14" y="3"/>
                    </a:cubicBezTo>
                    <a:cubicBezTo>
                      <a:pt x="14" y="5"/>
                      <a:pt x="12" y="7"/>
                      <a:pt x="10" y="7"/>
                    </a:cubicBezTo>
                    <a:cubicBezTo>
                      <a:pt x="8" y="7"/>
                      <a:pt x="5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40" name="Freeform 2943">
                <a:extLst>
                  <a:ext uri="{FF2B5EF4-FFF2-40B4-BE49-F238E27FC236}">
                    <a16:creationId xmlns:a16="http://schemas.microsoft.com/office/drawing/2014/main" id="{211B6720-1CE0-454C-BFCD-B90B60CE2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33"/>
                <a:ext cx="8" cy="9"/>
              </a:xfrm>
              <a:custGeom>
                <a:avLst/>
                <a:gdLst>
                  <a:gd name="T0" fmla="*/ 6 w 18"/>
                  <a:gd name="T1" fmla="*/ 12 h 21"/>
                  <a:gd name="T2" fmla="*/ 4 w 18"/>
                  <a:gd name="T3" fmla="*/ 8 h 21"/>
                  <a:gd name="T4" fmla="*/ 3 w 18"/>
                  <a:gd name="T5" fmla="*/ 1 h 21"/>
                  <a:gd name="T6" fmla="*/ 9 w 18"/>
                  <a:gd name="T7" fmla="*/ 3 h 21"/>
                  <a:gd name="T8" fmla="*/ 14 w 18"/>
                  <a:gd name="T9" fmla="*/ 7 h 21"/>
                  <a:gd name="T10" fmla="*/ 17 w 18"/>
                  <a:gd name="T11" fmla="*/ 17 h 21"/>
                  <a:gd name="T12" fmla="*/ 7 w 18"/>
                  <a:gd name="T13" fmla="*/ 17 h 21"/>
                  <a:gd name="T14" fmla="*/ 6 w 18"/>
                  <a:gd name="T15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1">
                    <a:moveTo>
                      <a:pt x="6" y="12"/>
                    </a:moveTo>
                    <a:cubicBezTo>
                      <a:pt x="6" y="11"/>
                      <a:pt x="5" y="9"/>
                      <a:pt x="4" y="8"/>
                    </a:cubicBezTo>
                    <a:cubicBezTo>
                      <a:pt x="3" y="6"/>
                      <a:pt x="0" y="1"/>
                      <a:pt x="3" y="1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11" y="4"/>
                      <a:pt x="13" y="5"/>
                      <a:pt x="14" y="7"/>
                    </a:cubicBezTo>
                    <a:cubicBezTo>
                      <a:pt x="17" y="9"/>
                      <a:pt x="18" y="14"/>
                      <a:pt x="17" y="17"/>
                    </a:cubicBezTo>
                    <a:cubicBezTo>
                      <a:pt x="15" y="21"/>
                      <a:pt x="10" y="19"/>
                      <a:pt x="7" y="17"/>
                    </a:cubicBezTo>
                    <a:cubicBezTo>
                      <a:pt x="5" y="16"/>
                      <a:pt x="6" y="15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41" name="Freeform 2944">
                <a:extLst>
                  <a:ext uri="{FF2B5EF4-FFF2-40B4-BE49-F238E27FC236}">
                    <a16:creationId xmlns:a16="http://schemas.microsoft.com/office/drawing/2014/main" id="{5FB24BC7-2443-4323-9CF4-3692418E3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9"/>
                <a:ext cx="9" cy="6"/>
              </a:xfrm>
              <a:custGeom>
                <a:avLst/>
                <a:gdLst>
                  <a:gd name="T0" fmla="*/ 9 w 23"/>
                  <a:gd name="T1" fmla="*/ 9 h 15"/>
                  <a:gd name="T2" fmla="*/ 5 w 23"/>
                  <a:gd name="T3" fmla="*/ 9 h 15"/>
                  <a:gd name="T4" fmla="*/ 0 w 23"/>
                  <a:gd name="T5" fmla="*/ 9 h 15"/>
                  <a:gd name="T6" fmla="*/ 5 w 23"/>
                  <a:gd name="T7" fmla="*/ 6 h 15"/>
                  <a:gd name="T8" fmla="*/ 10 w 23"/>
                  <a:gd name="T9" fmla="*/ 3 h 15"/>
                  <a:gd name="T10" fmla="*/ 14 w 23"/>
                  <a:gd name="T11" fmla="*/ 1 h 15"/>
                  <a:gd name="T12" fmla="*/ 23 w 23"/>
                  <a:gd name="T13" fmla="*/ 4 h 15"/>
                  <a:gd name="T14" fmla="*/ 22 w 23"/>
                  <a:gd name="T15" fmla="*/ 7 h 15"/>
                  <a:gd name="T16" fmla="*/ 22 w 23"/>
                  <a:gd name="T17" fmla="*/ 11 h 15"/>
                  <a:gd name="T18" fmla="*/ 19 w 23"/>
                  <a:gd name="T19" fmla="*/ 14 h 15"/>
                  <a:gd name="T20" fmla="*/ 15 w 23"/>
                  <a:gd name="T21" fmla="*/ 10 h 15"/>
                  <a:gd name="T22" fmla="*/ 9 w 23"/>
                  <a:gd name="T23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9" y="9"/>
                    </a:moveTo>
                    <a:cubicBezTo>
                      <a:pt x="7" y="10"/>
                      <a:pt x="6" y="10"/>
                      <a:pt x="5" y="9"/>
                    </a:cubicBezTo>
                    <a:cubicBezTo>
                      <a:pt x="3" y="9"/>
                      <a:pt x="1" y="10"/>
                      <a:pt x="0" y="9"/>
                    </a:cubicBezTo>
                    <a:cubicBezTo>
                      <a:pt x="1" y="8"/>
                      <a:pt x="3" y="7"/>
                      <a:pt x="5" y="6"/>
                    </a:cubicBezTo>
                    <a:cubicBezTo>
                      <a:pt x="7" y="6"/>
                      <a:pt x="9" y="5"/>
                      <a:pt x="10" y="3"/>
                    </a:cubicBezTo>
                    <a:cubicBezTo>
                      <a:pt x="11" y="2"/>
                      <a:pt x="12" y="1"/>
                      <a:pt x="14" y="1"/>
                    </a:cubicBezTo>
                    <a:cubicBezTo>
                      <a:pt x="16" y="0"/>
                      <a:pt x="23" y="0"/>
                      <a:pt x="23" y="4"/>
                    </a:cubicBezTo>
                    <a:cubicBezTo>
                      <a:pt x="22" y="5"/>
                      <a:pt x="22" y="6"/>
                      <a:pt x="22" y="7"/>
                    </a:cubicBezTo>
                    <a:cubicBezTo>
                      <a:pt x="22" y="9"/>
                      <a:pt x="22" y="10"/>
                      <a:pt x="22" y="11"/>
                    </a:cubicBezTo>
                    <a:cubicBezTo>
                      <a:pt x="22" y="13"/>
                      <a:pt x="21" y="15"/>
                      <a:pt x="19" y="14"/>
                    </a:cubicBezTo>
                    <a:cubicBezTo>
                      <a:pt x="17" y="13"/>
                      <a:pt x="17" y="11"/>
                      <a:pt x="15" y="10"/>
                    </a:cubicBezTo>
                    <a:cubicBezTo>
                      <a:pt x="13" y="8"/>
                      <a:pt x="11" y="9"/>
                      <a:pt x="9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42" name="Freeform 2945">
                <a:extLst>
                  <a:ext uri="{FF2B5EF4-FFF2-40B4-BE49-F238E27FC236}">
                    <a16:creationId xmlns:a16="http://schemas.microsoft.com/office/drawing/2014/main" id="{5365297F-5C02-4C58-AFCF-63C9821B5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572"/>
                <a:ext cx="5" cy="3"/>
              </a:xfrm>
              <a:custGeom>
                <a:avLst/>
                <a:gdLst>
                  <a:gd name="T0" fmla="*/ 0 w 14"/>
                  <a:gd name="T1" fmla="*/ 4 h 8"/>
                  <a:gd name="T2" fmla="*/ 6 w 14"/>
                  <a:gd name="T3" fmla="*/ 1 h 8"/>
                  <a:gd name="T4" fmla="*/ 13 w 14"/>
                  <a:gd name="T5" fmla="*/ 2 h 8"/>
                  <a:gd name="T6" fmla="*/ 11 w 14"/>
                  <a:gd name="T7" fmla="*/ 6 h 8"/>
                  <a:gd name="T8" fmla="*/ 5 w 14"/>
                  <a:gd name="T9" fmla="*/ 7 h 8"/>
                  <a:gd name="T10" fmla="*/ 1 w 14"/>
                  <a:gd name="T11" fmla="*/ 6 h 8"/>
                  <a:gd name="T12" fmla="*/ 0 w 14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0" y="4"/>
                    </a:moveTo>
                    <a:cubicBezTo>
                      <a:pt x="0" y="2"/>
                      <a:pt x="4" y="1"/>
                      <a:pt x="6" y="1"/>
                    </a:cubicBezTo>
                    <a:cubicBezTo>
                      <a:pt x="8" y="0"/>
                      <a:pt x="12" y="0"/>
                      <a:pt x="13" y="2"/>
                    </a:cubicBezTo>
                    <a:cubicBezTo>
                      <a:pt x="14" y="4"/>
                      <a:pt x="13" y="6"/>
                      <a:pt x="11" y="6"/>
                    </a:cubicBezTo>
                    <a:cubicBezTo>
                      <a:pt x="9" y="7"/>
                      <a:pt x="7" y="8"/>
                      <a:pt x="5" y="7"/>
                    </a:cubicBezTo>
                    <a:cubicBezTo>
                      <a:pt x="4" y="6"/>
                      <a:pt x="2" y="6"/>
                      <a:pt x="1" y="6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43" name="Freeform 2946">
                <a:extLst>
                  <a:ext uri="{FF2B5EF4-FFF2-40B4-BE49-F238E27FC236}">
                    <a16:creationId xmlns:a16="http://schemas.microsoft.com/office/drawing/2014/main" id="{6A753D94-7EBA-418A-AEE0-4DEF19774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592"/>
                <a:ext cx="3" cy="4"/>
              </a:xfrm>
              <a:custGeom>
                <a:avLst/>
                <a:gdLst>
                  <a:gd name="T0" fmla="*/ 2 w 8"/>
                  <a:gd name="T1" fmla="*/ 9 h 9"/>
                  <a:gd name="T2" fmla="*/ 0 w 8"/>
                  <a:gd name="T3" fmla="*/ 3 h 9"/>
                  <a:gd name="T4" fmla="*/ 2 w 8"/>
                  <a:gd name="T5" fmla="*/ 1 h 9"/>
                  <a:gd name="T6" fmla="*/ 5 w 8"/>
                  <a:gd name="T7" fmla="*/ 0 h 9"/>
                  <a:gd name="T8" fmla="*/ 8 w 8"/>
                  <a:gd name="T9" fmla="*/ 1 h 9"/>
                  <a:gd name="T10" fmla="*/ 7 w 8"/>
                  <a:gd name="T11" fmla="*/ 5 h 9"/>
                  <a:gd name="T12" fmla="*/ 4 w 8"/>
                  <a:gd name="T13" fmla="*/ 8 h 9"/>
                  <a:gd name="T14" fmla="*/ 2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9"/>
                      <a:pt x="0" y="5"/>
                      <a:pt x="0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6" y="6"/>
                      <a:pt x="5" y="7"/>
                      <a:pt x="4" y="8"/>
                    </a:cubicBezTo>
                    <a:cubicBezTo>
                      <a:pt x="4" y="9"/>
                      <a:pt x="3" y="9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44" name="Freeform 2947">
                <a:extLst>
                  <a:ext uri="{FF2B5EF4-FFF2-40B4-BE49-F238E27FC236}">
                    <a16:creationId xmlns:a16="http://schemas.microsoft.com/office/drawing/2014/main" id="{EED835F9-8695-4C1B-8589-95CC3B15C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598"/>
                <a:ext cx="4" cy="3"/>
              </a:xfrm>
              <a:custGeom>
                <a:avLst/>
                <a:gdLst>
                  <a:gd name="T0" fmla="*/ 0 w 8"/>
                  <a:gd name="T1" fmla="*/ 3 h 8"/>
                  <a:gd name="T2" fmla="*/ 4 w 8"/>
                  <a:gd name="T3" fmla="*/ 1 h 8"/>
                  <a:gd name="T4" fmla="*/ 8 w 8"/>
                  <a:gd name="T5" fmla="*/ 3 h 8"/>
                  <a:gd name="T6" fmla="*/ 5 w 8"/>
                  <a:gd name="T7" fmla="*/ 7 h 8"/>
                  <a:gd name="T8" fmla="*/ 3 w 8"/>
                  <a:gd name="T9" fmla="*/ 8 h 8"/>
                  <a:gd name="T10" fmla="*/ 1 w 8"/>
                  <a:gd name="T11" fmla="*/ 7 h 8"/>
                  <a:gd name="T12" fmla="*/ 0 w 8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2"/>
                      <a:pt x="8" y="3"/>
                    </a:cubicBezTo>
                    <a:cubicBezTo>
                      <a:pt x="8" y="5"/>
                      <a:pt x="7" y="6"/>
                      <a:pt x="5" y="7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45" name="Freeform 2948">
                <a:extLst>
                  <a:ext uri="{FF2B5EF4-FFF2-40B4-BE49-F238E27FC236}">
                    <a16:creationId xmlns:a16="http://schemas.microsoft.com/office/drawing/2014/main" id="{3C6C395D-8C72-4628-8F49-C3C436A66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588"/>
                <a:ext cx="15" cy="9"/>
              </a:xfrm>
              <a:custGeom>
                <a:avLst/>
                <a:gdLst>
                  <a:gd name="T0" fmla="*/ 27 w 35"/>
                  <a:gd name="T1" fmla="*/ 12 h 22"/>
                  <a:gd name="T2" fmla="*/ 28 w 35"/>
                  <a:gd name="T3" fmla="*/ 11 h 22"/>
                  <a:gd name="T4" fmla="*/ 31 w 35"/>
                  <a:gd name="T5" fmla="*/ 9 h 22"/>
                  <a:gd name="T6" fmla="*/ 33 w 35"/>
                  <a:gd name="T7" fmla="*/ 8 h 22"/>
                  <a:gd name="T8" fmla="*/ 34 w 35"/>
                  <a:gd name="T9" fmla="*/ 6 h 22"/>
                  <a:gd name="T10" fmla="*/ 35 w 35"/>
                  <a:gd name="T11" fmla="*/ 4 h 22"/>
                  <a:gd name="T12" fmla="*/ 33 w 35"/>
                  <a:gd name="T13" fmla="*/ 1 h 22"/>
                  <a:gd name="T14" fmla="*/ 31 w 35"/>
                  <a:gd name="T15" fmla="*/ 1 h 22"/>
                  <a:gd name="T16" fmla="*/ 29 w 35"/>
                  <a:gd name="T17" fmla="*/ 0 h 22"/>
                  <a:gd name="T18" fmla="*/ 26 w 35"/>
                  <a:gd name="T19" fmla="*/ 3 h 22"/>
                  <a:gd name="T20" fmla="*/ 21 w 35"/>
                  <a:gd name="T21" fmla="*/ 7 h 22"/>
                  <a:gd name="T22" fmla="*/ 18 w 35"/>
                  <a:gd name="T23" fmla="*/ 8 h 22"/>
                  <a:gd name="T24" fmla="*/ 14 w 35"/>
                  <a:gd name="T25" fmla="*/ 7 h 22"/>
                  <a:gd name="T26" fmla="*/ 10 w 35"/>
                  <a:gd name="T27" fmla="*/ 8 h 22"/>
                  <a:gd name="T28" fmla="*/ 3 w 35"/>
                  <a:gd name="T29" fmla="*/ 9 h 22"/>
                  <a:gd name="T30" fmla="*/ 2 w 35"/>
                  <a:gd name="T31" fmla="*/ 11 h 22"/>
                  <a:gd name="T32" fmla="*/ 1 w 35"/>
                  <a:gd name="T33" fmla="*/ 15 h 22"/>
                  <a:gd name="T34" fmla="*/ 8 w 35"/>
                  <a:gd name="T35" fmla="*/ 18 h 22"/>
                  <a:gd name="T36" fmla="*/ 13 w 35"/>
                  <a:gd name="T37" fmla="*/ 21 h 22"/>
                  <a:gd name="T38" fmla="*/ 19 w 35"/>
                  <a:gd name="T39" fmla="*/ 22 h 22"/>
                  <a:gd name="T40" fmla="*/ 24 w 35"/>
                  <a:gd name="T41" fmla="*/ 22 h 22"/>
                  <a:gd name="T42" fmla="*/ 26 w 35"/>
                  <a:gd name="T43" fmla="*/ 20 h 22"/>
                  <a:gd name="T44" fmla="*/ 27 w 35"/>
                  <a:gd name="T45" fmla="*/ 16 h 22"/>
                  <a:gd name="T46" fmla="*/ 27 w 35"/>
                  <a:gd name="T47" fmla="*/ 14 h 22"/>
                  <a:gd name="T48" fmla="*/ 27 w 35"/>
                  <a:gd name="T49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22">
                    <a:moveTo>
                      <a:pt x="27" y="12"/>
                    </a:moveTo>
                    <a:cubicBezTo>
                      <a:pt x="27" y="12"/>
                      <a:pt x="28" y="11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9"/>
                      <a:pt x="32" y="9"/>
                      <a:pt x="33" y="8"/>
                    </a:cubicBezTo>
                    <a:cubicBezTo>
                      <a:pt x="33" y="7"/>
                      <a:pt x="34" y="7"/>
                      <a:pt x="34" y="6"/>
                    </a:cubicBezTo>
                    <a:cubicBezTo>
                      <a:pt x="35" y="6"/>
                      <a:pt x="35" y="5"/>
                      <a:pt x="35" y="4"/>
                    </a:cubicBezTo>
                    <a:cubicBezTo>
                      <a:pt x="35" y="3"/>
                      <a:pt x="34" y="2"/>
                      <a:pt x="33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0" y="1"/>
                      <a:pt x="29" y="0"/>
                      <a:pt x="29" y="0"/>
                    </a:cubicBezTo>
                    <a:cubicBezTo>
                      <a:pt x="28" y="1"/>
                      <a:pt x="27" y="2"/>
                      <a:pt x="26" y="3"/>
                    </a:cubicBezTo>
                    <a:cubicBezTo>
                      <a:pt x="25" y="4"/>
                      <a:pt x="23" y="5"/>
                      <a:pt x="21" y="7"/>
                    </a:cubicBezTo>
                    <a:cubicBezTo>
                      <a:pt x="20" y="7"/>
                      <a:pt x="19" y="8"/>
                      <a:pt x="18" y="8"/>
                    </a:cubicBezTo>
                    <a:cubicBezTo>
                      <a:pt x="17" y="8"/>
                      <a:pt x="15" y="7"/>
                      <a:pt x="14" y="7"/>
                    </a:cubicBezTo>
                    <a:cubicBezTo>
                      <a:pt x="13" y="7"/>
                      <a:pt x="12" y="8"/>
                      <a:pt x="10" y="8"/>
                    </a:cubicBezTo>
                    <a:cubicBezTo>
                      <a:pt x="8" y="8"/>
                      <a:pt x="5" y="8"/>
                      <a:pt x="3" y="9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1" y="12"/>
                      <a:pt x="0" y="14"/>
                      <a:pt x="1" y="15"/>
                    </a:cubicBezTo>
                    <a:cubicBezTo>
                      <a:pt x="1" y="19"/>
                      <a:pt x="5" y="18"/>
                      <a:pt x="8" y="18"/>
                    </a:cubicBezTo>
                    <a:cubicBezTo>
                      <a:pt x="10" y="18"/>
                      <a:pt x="12" y="19"/>
                      <a:pt x="13" y="21"/>
                    </a:cubicBezTo>
                    <a:cubicBezTo>
                      <a:pt x="15" y="22"/>
                      <a:pt x="17" y="22"/>
                      <a:pt x="19" y="22"/>
                    </a:cubicBezTo>
                    <a:cubicBezTo>
                      <a:pt x="20" y="22"/>
                      <a:pt x="22" y="22"/>
                      <a:pt x="24" y="22"/>
                    </a:cubicBezTo>
                    <a:cubicBezTo>
                      <a:pt x="25" y="22"/>
                      <a:pt x="26" y="22"/>
                      <a:pt x="26" y="20"/>
                    </a:cubicBezTo>
                    <a:cubicBezTo>
                      <a:pt x="27" y="19"/>
                      <a:pt x="27" y="17"/>
                      <a:pt x="27" y="16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27" y="13"/>
                      <a:pt x="26" y="12"/>
                      <a:pt x="2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46" name="Freeform 2949">
                <a:extLst>
                  <a:ext uri="{FF2B5EF4-FFF2-40B4-BE49-F238E27FC236}">
                    <a16:creationId xmlns:a16="http://schemas.microsoft.com/office/drawing/2014/main" id="{3262579C-AA0F-4F45-8301-FBA428C40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286"/>
                <a:ext cx="12" cy="30"/>
              </a:xfrm>
              <a:custGeom>
                <a:avLst/>
                <a:gdLst>
                  <a:gd name="T0" fmla="*/ 22 w 28"/>
                  <a:gd name="T1" fmla="*/ 54 h 75"/>
                  <a:gd name="T2" fmla="*/ 21 w 28"/>
                  <a:gd name="T3" fmla="*/ 53 h 75"/>
                  <a:gd name="T4" fmla="*/ 18 w 28"/>
                  <a:gd name="T5" fmla="*/ 51 h 75"/>
                  <a:gd name="T6" fmla="*/ 18 w 28"/>
                  <a:gd name="T7" fmla="*/ 50 h 75"/>
                  <a:gd name="T8" fmla="*/ 19 w 28"/>
                  <a:gd name="T9" fmla="*/ 49 h 75"/>
                  <a:gd name="T10" fmla="*/ 22 w 28"/>
                  <a:gd name="T11" fmla="*/ 50 h 75"/>
                  <a:gd name="T12" fmla="*/ 25 w 28"/>
                  <a:gd name="T13" fmla="*/ 50 h 75"/>
                  <a:gd name="T14" fmla="*/ 27 w 28"/>
                  <a:gd name="T15" fmla="*/ 50 h 75"/>
                  <a:gd name="T16" fmla="*/ 28 w 28"/>
                  <a:gd name="T17" fmla="*/ 48 h 75"/>
                  <a:gd name="T18" fmla="*/ 26 w 28"/>
                  <a:gd name="T19" fmla="*/ 42 h 75"/>
                  <a:gd name="T20" fmla="*/ 26 w 28"/>
                  <a:gd name="T21" fmla="*/ 39 h 75"/>
                  <a:gd name="T22" fmla="*/ 22 w 28"/>
                  <a:gd name="T23" fmla="*/ 38 h 75"/>
                  <a:gd name="T24" fmla="*/ 19 w 28"/>
                  <a:gd name="T25" fmla="*/ 39 h 75"/>
                  <a:gd name="T26" fmla="*/ 17 w 28"/>
                  <a:gd name="T27" fmla="*/ 37 h 75"/>
                  <a:gd name="T28" fmla="*/ 15 w 28"/>
                  <a:gd name="T29" fmla="*/ 35 h 75"/>
                  <a:gd name="T30" fmla="*/ 15 w 28"/>
                  <a:gd name="T31" fmla="*/ 32 h 75"/>
                  <a:gd name="T32" fmla="*/ 17 w 28"/>
                  <a:gd name="T33" fmla="*/ 31 h 75"/>
                  <a:gd name="T34" fmla="*/ 19 w 28"/>
                  <a:gd name="T35" fmla="*/ 32 h 75"/>
                  <a:gd name="T36" fmla="*/ 20 w 28"/>
                  <a:gd name="T37" fmla="*/ 34 h 75"/>
                  <a:gd name="T38" fmla="*/ 21 w 28"/>
                  <a:gd name="T39" fmla="*/ 35 h 75"/>
                  <a:gd name="T40" fmla="*/ 22 w 28"/>
                  <a:gd name="T41" fmla="*/ 35 h 75"/>
                  <a:gd name="T42" fmla="*/ 23 w 28"/>
                  <a:gd name="T43" fmla="*/ 36 h 75"/>
                  <a:gd name="T44" fmla="*/ 25 w 28"/>
                  <a:gd name="T45" fmla="*/ 34 h 75"/>
                  <a:gd name="T46" fmla="*/ 27 w 28"/>
                  <a:gd name="T47" fmla="*/ 32 h 75"/>
                  <a:gd name="T48" fmla="*/ 26 w 28"/>
                  <a:gd name="T49" fmla="*/ 28 h 75"/>
                  <a:gd name="T50" fmla="*/ 24 w 28"/>
                  <a:gd name="T51" fmla="*/ 26 h 75"/>
                  <a:gd name="T52" fmla="*/ 22 w 28"/>
                  <a:gd name="T53" fmla="*/ 24 h 75"/>
                  <a:gd name="T54" fmla="*/ 21 w 28"/>
                  <a:gd name="T55" fmla="*/ 22 h 75"/>
                  <a:gd name="T56" fmla="*/ 20 w 28"/>
                  <a:gd name="T57" fmla="*/ 20 h 75"/>
                  <a:gd name="T58" fmla="*/ 18 w 28"/>
                  <a:gd name="T59" fmla="*/ 18 h 75"/>
                  <a:gd name="T60" fmla="*/ 15 w 28"/>
                  <a:gd name="T61" fmla="*/ 16 h 75"/>
                  <a:gd name="T62" fmla="*/ 14 w 28"/>
                  <a:gd name="T63" fmla="*/ 15 h 75"/>
                  <a:gd name="T64" fmla="*/ 14 w 28"/>
                  <a:gd name="T65" fmla="*/ 13 h 75"/>
                  <a:gd name="T66" fmla="*/ 14 w 28"/>
                  <a:gd name="T67" fmla="*/ 11 h 75"/>
                  <a:gd name="T68" fmla="*/ 14 w 28"/>
                  <a:gd name="T69" fmla="*/ 7 h 75"/>
                  <a:gd name="T70" fmla="*/ 11 w 28"/>
                  <a:gd name="T71" fmla="*/ 2 h 75"/>
                  <a:gd name="T72" fmla="*/ 6 w 28"/>
                  <a:gd name="T73" fmla="*/ 3 h 75"/>
                  <a:gd name="T74" fmla="*/ 3 w 28"/>
                  <a:gd name="T75" fmla="*/ 10 h 75"/>
                  <a:gd name="T76" fmla="*/ 3 w 28"/>
                  <a:gd name="T77" fmla="*/ 16 h 75"/>
                  <a:gd name="T78" fmla="*/ 1 w 28"/>
                  <a:gd name="T79" fmla="*/ 18 h 75"/>
                  <a:gd name="T80" fmla="*/ 1 w 28"/>
                  <a:gd name="T81" fmla="*/ 21 h 75"/>
                  <a:gd name="T82" fmla="*/ 0 w 28"/>
                  <a:gd name="T83" fmla="*/ 24 h 75"/>
                  <a:gd name="T84" fmla="*/ 0 w 28"/>
                  <a:gd name="T85" fmla="*/ 27 h 75"/>
                  <a:gd name="T86" fmla="*/ 2 w 28"/>
                  <a:gd name="T87" fmla="*/ 29 h 75"/>
                  <a:gd name="T88" fmla="*/ 4 w 28"/>
                  <a:gd name="T89" fmla="*/ 32 h 75"/>
                  <a:gd name="T90" fmla="*/ 3 w 28"/>
                  <a:gd name="T91" fmla="*/ 39 h 75"/>
                  <a:gd name="T92" fmla="*/ 1 w 28"/>
                  <a:gd name="T93" fmla="*/ 40 h 75"/>
                  <a:gd name="T94" fmla="*/ 1 w 28"/>
                  <a:gd name="T95" fmla="*/ 42 h 75"/>
                  <a:gd name="T96" fmla="*/ 2 w 28"/>
                  <a:gd name="T97" fmla="*/ 48 h 75"/>
                  <a:gd name="T98" fmla="*/ 6 w 28"/>
                  <a:gd name="T99" fmla="*/ 50 h 75"/>
                  <a:gd name="T100" fmla="*/ 9 w 28"/>
                  <a:gd name="T101" fmla="*/ 53 h 75"/>
                  <a:gd name="T102" fmla="*/ 10 w 28"/>
                  <a:gd name="T103" fmla="*/ 56 h 75"/>
                  <a:gd name="T104" fmla="*/ 9 w 28"/>
                  <a:gd name="T105" fmla="*/ 59 h 75"/>
                  <a:gd name="T106" fmla="*/ 10 w 28"/>
                  <a:gd name="T107" fmla="*/ 67 h 75"/>
                  <a:gd name="T108" fmla="*/ 17 w 28"/>
                  <a:gd name="T109" fmla="*/ 74 h 75"/>
                  <a:gd name="T110" fmla="*/ 22 w 28"/>
                  <a:gd name="T111" fmla="*/ 74 h 75"/>
                  <a:gd name="T112" fmla="*/ 26 w 28"/>
                  <a:gd name="T113" fmla="*/ 68 h 75"/>
                  <a:gd name="T114" fmla="*/ 26 w 28"/>
                  <a:gd name="T115" fmla="*/ 61 h 75"/>
                  <a:gd name="T116" fmla="*/ 26 w 28"/>
                  <a:gd name="T117" fmla="*/ 59 h 75"/>
                  <a:gd name="T118" fmla="*/ 25 w 28"/>
                  <a:gd name="T119" fmla="*/ 58 h 75"/>
                  <a:gd name="T120" fmla="*/ 24 w 28"/>
                  <a:gd name="T121" fmla="*/ 55 h 75"/>
                  <a:gd name="T122" fmla="*/ 22 w 28"/>
                  <a:gd name="T123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" h="75">
                    <a:moveTo>
                      <a:pt x="22" y="54"/>
                    </a:moveTo>
                    <a:cubicBezTo>
                      <a:pt x="22" y="53"/>
                      <a:pt x="22" y="53"/>
                      <a:pt x="21" y="53"/>
                    </a:cubicBezTo>
                    <a:cubicBezTo>
                      <a:pt x="20" y="52"/>
                      <a:pt x="19" y="52"/>
                      <a:pt x="18" y="51"/>
                    </a:cubicBezTo>
                    <a:cubicBezTo>
                      <a:pt x="18" y="51"/>
                      <a:pt x="17" y="50"/>
                      <a:pt x="18" y="50"/>
                    </a:cubicBezTo>
                    <a:cubicBezTo>
                      <a:pt x="18" y="49"/>
                      <a:pt x="19" y="49"/>
                      <a:pt x="19" y="49"/>
                    </a:cubicBezTo>
                    <a:cubicBezTo>
                      <a:pt x="20" y="49"/>
                      <a:pt x="21" y="50"/>
                      <a:pt x="22" y="50"/>
                    </a:cubicBezTo>
                    <a:cubicBezTo>
                      <a:pt x="23" y="50"/>
                      <a:pt x="24" y="50"/>
                      <a:pt x="25" y="50"/>
                    </a:cubicBezTo>
                    <a:cubicBezTo>
                      <a:pt x="26" y="51"/>
                      <a:pt x="27" y="51"/>
                      <a:pt x="27" y="50"/>
                    </a:cubicBezTo>
                    <a:cubicBezTo>
                      <a:pt x="28" y="50"/>
                      <a:pt x="28" y="49"/>
                      <a:pt x="28" y="48"/>
                    </a:cubicBezTo>
                    <a:cubicBezTo>
                      <a:pt x="28" y="46"/>
                      <a:pt x="26" y="44"/>
                      <a:pt x="26" y="42"/>
                    </a:cubicBezTo>
                    <a:cubicBezTo>
                      <a:pt x="26" y="41"/>
                      <a:pt x="27" y="40"/>
                      <a:pt x="26" y="39"/>
                    </a:cubicBezTo>
                    <a:cubicBezTo>
                      <a:pt x="25" y="38"/>
                      <a:pt x="23" y="38"/>
                      <a:pt x="22" y="38"/>
                    </a:cubicBezTo>
                    <a:cubicBezTo>
                      <a:pt x="21" y="39"/>
                      <a:pt x="20" y="39"/>
                      <a:pt x="19" y="39"/>
                    </a:cubicBezTo>
                    <a:cubicBezTo>
                      <a:pt x="18" y="38"/>
                      <a:pt x="17" y="38"/>
                      <a:pt x="17" y="37"/>
                    </a:cubicBezTo>
                    <a:cubicBezTo>
                      <a:pt x="16" y="36"/>
                      <a:pt x="15" y="36"/>
                      <a:pt x="15" y="35"/>
                    </a:cubicBezTo>
                    <a:cubicBezTo>
                      <a:pt x="15" y="34"/>
                      <a:pt x="15" y="33"/>
                      <a:pt x="15" y="32"/>
                    </a:cubicBezTo>
                    <a:cubicBezTo>
                      <a:pt x="16" y="32"/>
                      <a:pt x="16" y="31"/>
                      <a:pt x="17" y="31"/>
                    </a:cubicBezTo>
                    <a:cubicBezTo>
                      <a:pt x="18" y="31"/>
                      <a:pt x="18" y="31"/>
                      <a:pt x="19" y="32"/>
                    </a:cubicBezTo>
                    <a:cubicBezTo>
                      <a:pt x="19" y="33"/>
                      <a:pt x="20" y="33"/>
                      <a:pt x="20" y="34"/>
                    </a:cubicBezTo>
                    <a:cubicBezTo>
                      <a:pt x="20" y="34"/>
                      <a:pt x="20" y="35"/>
                      <a:pt x="21" y="35"/>
                    </a:cubicBezTo>
                    <a:cubicBezTo>
                      <a:pt x="21" y="35"/>
                      <a:pt x="21" y="35"/>
                      <a:pt x="22" y="35"/>
                    </a:cubicBezTo>
                    <a:cubicBezTo>
                      <a:pt x="22" y="35"/>
                      <a:pt x="22" y="35"/>
                      <a:pt x="23" y="36"/>
                    </a:cubicBezTo>
                    <a:cubicBezTo>
                      <a:pt x="24" y="36"/>
                      <a:pt x="25" y="35"/>
                      <a:pt x="25" y="34"/>
                    </a:cubicBezTo>
                    <a:cubicBezTo>
                      <a:pt x="26" y="34"/>
                      <a:pt x="26" y="33"/>
                      <a:pt x="27" y="32"/>
                    </a:cubicBezTo>
                    <a:cubicBezTo>
                      <a:pt x="27" y="31"/>
                      <a:pt x="26" y="29"/>
                      <a:pt x="26" y="28"/>
                    </a:cubicBezTo>
                    <a:cubicBezTo>
                      <a:pt x="25" y="27"/>
                      <a:pt x="25" y="27"/>
                      <a:pt x="24" y="26"/>
                    </a:cubicBezTo>
                    <a:cubicBezTo>
                      <a:pt x="23" y="25"/>
                      <a:pt x="23" y="24"/>
                      <a:pt x="22" y="24"/>
                    </a:cubicBezTo>
                    <a:cubicBezTo>
                      <a:pt x="22" y="23"/>
                      <a:pt x="21" y="22"/>
                      <a:pt x="21" y="22"/>
                    </a:cubicBezTo>
                    <a:cubicBezTo>
                      <a:pt x="21" y="21"/>
                      <a:pt x="20" y="21"/>
                      <a:pt x="20" y="20"/>
                    </a:cubicBezTo>
                    <a:cubicBezTo>
                      <a:pt x="20" y="19"/>
                      <a:pt x="18" y="19"/>
                      <a:pt x="18" y="18"/>
                    </a:cubicBezTo>
                    <a:cubicBezTo>
                      <a:pt x="17" y="17"/>
                      <a:pt x="16" y="16"/>
                      <a:pt x="15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5"/>
                      <a:pt x="13" y="3"/>
                      <a:pt x="11" y="2"/>
                    </a:cubicBezTo>
                    <a:cubicBezTo>
                      <a:pt x="10" y="0"/>
                      <a:pt x="7" y="1"/>
                      <a:pt x="6" y="3"/>
                    </a:cubicBezTo>
                    <a:cubicBezTo>
                      <a:pt x="4" y="5"/>
                      <a:pt x="3" y="7"/>
                      <a:pt x="3" y="10"/>
                    </a:cubicBezTo>
                    <a:cubicBezTo>
                      <a:pt x="3" y="12"/>
                      <a:pt x="4" y="14"/>
                      <a:pt x="3" y="16"/>
                    </a:cubicBezTo>
                    <a:cubicBezTo>
                      <a:pt x="2" y="17"/>
                      <a:pt x="2" y="17"/>
                      <a:pt x="1" y="18"/>
                    </a:cubicBezTo>
                    <a:cubicBezTo>
                      <a:pt x="1" y="19"/>
                      <a:pt x="1" y="20"/>
                      <a:pt x="1" y="21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8"/>
                      <a:pt x="2" y="29"/>
                    </a:cubicBezTo>
                    <a:cubicBezTo>
                      <a:pt x="3" y="30"/>
                      <a:pt x="4" y="31"/>
                      <a:pt x="4" y="32"/>
                    </a:cubicBezTo>
                    <a:cubicBezTo>
                      <a:pt x="6" y="35"/>
                      <a:pt x="5" y="38"/>
                      <a:pt x="3" y="39"/>
                    </a:cubicBezTo>
                    <a:cubicBezTo>
                      <a:pt x="2" y="39"/>
                      <a:pt x="2" y="40"/>
                      <a:pt x="1" y="40"/>
                    </a:cubicBezTo>
                    <a:cubicBezTo>
                      <a:pt x="1" y="41"/>
                      <a:pt x="1" y="42"/>
                      <a:pt x="1" y="42"/>
                    </a:cubicBezTo>
                    <a:cubicBezTo>
                      <a:pt x="1" y="44"/>
                      <a:pt x="1" y="46"/>
                      <a:pt x="2" y="48"/>
                    </a:cubicBezTo>
                    <a:cubicBezTo>
                      <a:pt x="3" y="48"/>
                      <a:pt x="5" y="49"/>
                      <a:pt x="6" y="50"/>
                    </a:cubicBezTo>
                    <a:cubicBezTo>
                      <a:pt x="7" y="51"/>
                      <a:pt x="8" y="52"/>
                      <a:pt x="9" y="53"/>
                    </a:cubicBezTo>
                    <a:cubicBezTo>
                      <a:pt x="9" y="54"/>
                      <a:pt x="10" y="55"/>
                      <a:pt x="10" y="56"/>
                    </a:cubicBezTo>
                    <a:cubicBezTo>
                      <a:pt x="10" y="57"/>
                      <a:pt x="9" y="58"/>
                      <a:pt x="9" y="59"/>
                    </a:cubicBezTo>
                    <a:cubicBezTo>
                      <a:pt x="9" y="62"/>
                      <a:pt x="9" y="65"/>
                      <a:pt x="10" y="67"/>
                    </a:cubicBezTo>
                    <a:cubicBezTo>
                      <a:pt x="11" y="71"/>
                      <a:pt x="14" y="73"/>
                      <a:pt x="17" y="74"/>
                    </a:cubicBezTo>
                    <a:cubicBezTo>
                      <a:pt x="19" y="75"/>
                      <a:pt x="20" y="75"/>
                      <a:pt x="22" y="74"/>
                    </a:cubicBezTo>
                    <a:cubicBezTo>
                      <a:pt x="24" y="72"/>
                      <a:pt x="25" y="70"/>
                      <a:pt x="26" y="68"/>
                    </a:cubicBezTo>
                    <a:cubicBezTo>
                      <a:pt x="26" y="66"/>
                      <a:pt x="26" y="63"/>
                      <a:pt x="26" y="61"/>
                    </a:cubicBezTo>
                    <a:cubicBezTo>
                      <a:pt x="26" y="61"/>
                      <a:pt x="26" y="60"/>
                      <a:pt x="26" y="59"/>
                    </a:cubicBezTo>
                    <a:cubicBezTo>
                      <a:pt x="26" y="58"/>
                      <a:pt x="26" y="58"/>
                      <a:pt x="25" y="58"/>
                    </a:cubicBezTo>
                    <a:cubicBezTo>
                      <a:pt x="25" y="57"/>
                      <a:pt x="24" y="56"/>
                      <a:pt x="24" y="55"/>
                    </a:cubicBezTo>
                    <a:cubicBezTo>
                      <a:pt x="23" y="55"/>
                      <a:pt x="23" y="54"/>
                      <a:pt x="22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47" name="Freeform 2950">
                <a:extLst>
                  <a:ext uri="{FF2B5EF4-FFF2-40B4-BE49-F238E27FC236}">
                    <a16:creationId xmlns:a16="http://schemas.microsoft.com/office/drawing/2014/main" id="{3B572284-61F4-4A91-B85D-59B028805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74"/>
                <a:ext cx="3" cy="4"/>
              </a:xfrm>
              <a:custGeom>
                <a:avLst/>
                <a:gdLst>
                  <a:gd name="T0" fmla="*/ 0 w 7"/>
                  <a:gd name="T1" fmla="*/ 5 h 8"/>
                  <a:gd name="T2" fmla="*/ 0 w 7"/>
                  <a:gd name="T3" fmla="*/ 5 h 8"/>
                  <a:gd name="T4" fmla="*/ 0 w 7"/>
                  <a:gd name="T5" fmla="*/ 3 h 8"/>
                  <a:gd name="T6" fmla="*/ 2 w 7"/>
                  <a:gd name="T7" fmla="*/ 2 h 8"/>
                  <a:gd name="T8" fmla="*/ 2 w 7"/>
                  <a:gd name="T9" fmla="*/ 1 h 8"/>
                  <a:gd name="T10" fmla="*/ 3 w 7"/>
                  <a:gd name="T11" fmla="*/ 1 h 8"/>
                  <a:gd name="T12" fmla="*/ 6 w 7"/>
                  <a:gd name="T13" fmla="*/ 1 h 8"/>
                  <a:gd name="T14" fmla="*/ 7 w 7"/>
                  <a:gd name="T15" fmla="*/ 4 h 8"/>
                  <a:gd name="T16" fmla="*/ 7 w 7"/>
                  <a:gd name="T17" fmla="*/ 5 h 8"/>
                  <a:gd name="T18" fmla="*/ 7 w 7"/>
                  <a:gd name="T19" fmla="*/ 7 h 8"/>
                  <a:gd name="T20" fmla="*/ 6 w 7"/>
                  <a:gd name="T21" fmla="*/ 8 h 8"/>
                  <a:gd name="T22" fmla="*/ 5 w 7"/>
                  <a:gd name="T23" fmla="*/ 8 h 8"/>
                  <a:gd name="T24" fmla="*/ 2 w 7"/>
                  <a:gd name="T25" fmla="*/ 7 h 8"/>
                  <a:gd name="T26" fmla="*/ 0 w 7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1" y="7"/>
                      <a:pt x="1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48" name="Freeform 2951">
                <a:extLst>
                  <a:ext uri="{FF2B5EF4-FFF2-40B4-BE49-F238E27FC236}">
                    <a16:creationId xmlns:a16="http://schemas.microsoft.com/office/drawing/2014/main" id="{B7986B40-58A6-4E4E-8A3E-0CD686401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9"/>
                <a:ext cx="12" cy="21"/>
              </a:xfrm>
              <a:custGeom>
                <a:avLst/>
                <a:gdLst>
                  <a:gd name="T0" fmla="*/ 10 w 29"/>
                  <a:gd name="T1" fmla="*/ 29 h 52"/>
                  <a:gd name="T2" fmla="*/ 10 w 29"/>
                  <a:gd name="T3" fmla="*/ 29 h 52"/>
                  <a:gd name="T4" fmla="*/ 9 w 29"/>
                  <a:gd name="T5" fmla="*/ 29 h 52"/>
                  <a:gd name="T6" fmla="*/ 9 w 29"/>
                  <a:gd name="T7" fmla="*/ 29 h 52"/>
                  <a:gd name="T8" fmla="*/ 8 w 29"/>
                  <a:gd name="T9" fmla="*/ 28 h 52"/>
                  <a:gd name="T10" fmla="*/ 7 w 29"/>
                  <a:gd name="T11" fmla="*/ 28 h 52"/>
                  <a:gd name="T12" fmla="*/ 7 w 29"/>
                  <a:gd name="T13" fmla="*/ 28 h 52"/>
                  <a:gd name="T14" fmla="*/ 5 w 29"/>
                  <a:gd name="T15" fmla="*/ 29 h 52"/>
                  <a:gd name="T16" fmla="*/ 5 w 29"/>
                  <a:gd name="T17" fmla="*/ 30 h 52"/>
                  <a:gd name="T18" fmla="*/ 4 w 29"/>
                  <a:gd name="T19" fmla="*/ 31 h 52"/>
                  <a:gd name="T20" fmla="*/ 2 w 29"/>
                  <a:gd name="T21" fmla="*/ 30 h 52"/>
                  <a:gd name="T22" fmla="*/ 2 w 29"/>
                  <a:gd name="T23" fmla="*/ 30 h 52"/>
                  <a:gd name="T24" fmla="*/ 1 w 29"/>
                  <a:gd name="T25" fmla="*/ 29 h 52"/>
                  <a:gd name="T26" fmla="*/ 0 w 29"/>
                  <a:gd name="T27" fmla="*/ 27 h 52"/>
                  <a:gd name="T28" fmla="*/ 0 w 29"/>
                  <a:gd name="T29" fmla="*/ 23 h 52"/>
                  <a:gd name="T30" fmla="*/ 1 w 29"/>
                  <a:gd name="T31" fmla="*/ 21 h 52"/>
                  <a:gd name="T32" fmla="*/ 2 w 29"/>
                  <a:gd name="T33" fmla="*/ 19 h 52"/>
                  <a:gd name="T34" fmla="*/ 2 w 29"/>
                  <a:gd name="T35" fmla="*/ 17 h 52"/>
                  <a:gd name="T36" fmla="*/ 2 w 29"/>
                  <a:gd name="T37" fmla="*/ 13 h 52"/>
                  <a:gd name="T38" fmla="*/ 2 w 29"/>
                  <a:gd name="T39" fmla="*/ 10 h 52"/>
                  <a:gd name="T40" fmla="*/ 1 w 29"/>
                  <a:gd name="T41" fmla="*/ 9 h 52"/>
                  <a:gd name="T42" fmla="*/ 1 w 29"/>
                  <a:gd name="T43" fmla="*/ 7 h 52"/>
                  <a:gd name="T44" fmla="*/ 1 w 29"/>
                  <a:gd name="T45" fmla="*/ 3 h 52"/>
                  <a:gd name="T46" fmla="*/ 2 w 29"/>
                  <a:gd name="T47" fmla="*/ 1 h 52"/>
                  <a:gd name="T48" fmla="*/ 4 w 29"/>
                  <a:gd name="T49" fmla="*/ 2 h 52"/>
                  <a:gd name="T50" fmla="*/ 6 w 29"/>
                  <a:gd name="T51" fmla="*/ 4 h 52"/>
                  <a:gd name="T52" fmla="*/ 9 w 29"/>
                  <a:gd name="T53" fmla="*/ 8 h 52"/>
                  <a:gd name="T54" fmla="*/ 14 w 29"/>
                  <a:gd name="T55" fmla="*/ 11 h 52"/>
                  <a:gd name="T56" fmla="*/ 18 w 29"/>
                  <a:gd name="T57" fmla="*/ 12 h 52"/>
                  <a:gd name="T58" fmla="*/ 21 w 29"/>
                  <a:gd name="T59" fmla="*/ 15 h 52"/>
                  <a:gd name="T60" fmla="*/ 23 w 29"/>
                  <a:gd name="T61" fmla="*/ 19 h 52"/>
                  <a:gd name="T62" fmla="*/ 27 w 29"/>
                  <a:gd name="T63" fmla="*/ 23 h 52"/>
                  <a:gd name="T64" fmla="*/ 29 w 29"/>
                  <a:gd name="T65" fmla="*/ 27 h 52"/>
                  <a:gd name="T66" fmla="*/ 29 w 29"/>
                  <a:gd name="T67" fmla="*/ 32 h 52"/>
                  <a:gd name="T68" fmla="*/ 28 w 29"/>
                  <a:gd name="T69" fmla="*/ 37 h 52"/>
                  <a:gd name="T70" fmla="*/ 26 w 29"/>
                  <a:gd name="T71" fmla="*/ 42 h 52"/>
                  <a:gd name="T72" fmla="*/ 24 w 29"/>
                  <a:gd name="T73" fmla="*/ 46 h 52"/>
                  <a:gd name="T74" fmla="*/ 22 w 29"/>
                  <a:gd name="T75" fmla="*/ 49 h 52"/>
                  <a:gd name="T76" fmla="*/ 18 w 29"/>
                  <a:gd name="T77" fmla="*/ 44 h 52"/>
                  <a:gd name="T78" fmla="*/ 14 w 29"/>
                  <a:gd name="T79" fmla="*/ 38 h 52"/>
                  <a:gd name="T80" fmla="*/ 12 w 29"/>
                  <a:gd name="T81" fmla="*/ 36 h 52"/>
                  <a:gd name="T82" fmla="*/ 11 w 29"/>
                  <a:gd name="T83" fmla="*/ 33 h 52"/>
                  <a:gd name="T84" fmla="*/ 10 w 29"/>
                  <a:gd name="T85" fmla="*/ 31 h 52"/>
                  <a:gd name="T86" fmla="*/ 10 w 29"/>
                  <a:gd name="T87" fmla="*/ 2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" h="52">
                    <a:moveTo>
                      <a:pt x="10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8"/>
                      <a:pt x="8" y="28"/>
                    </a:cubicBezTo>
                    <a:cubicBezTo>
                      <a:pt x="8" y="28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1"/>
                      <a:pt x="3" y="3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" y="30"/>
                      <a:pt x="1" y="30"/>
                      <a:pt x="1" y="29"/>
                    </a:cubicBezTo>
                    <a:cubicBezTo>
                      <a:pt x="0" y="29"/>
                      <a:pt x="0" y="28"/>
                      <a:pt x="0" y="27"/>
                    </a:cubicBezTo>
                    <a:cubicBezTo>
                      <a:pt x="0" y="26"/>
                      <a:pt x="0" y="24"/>
                      <a:pt x="0" y="23"/>
                    </a:cubicBezTo>
                    <a:cubicBezTo>
                      <a:pt x="0" y="22"/>
                      <a:pt x="1" y="22"/>
                      <a:pt x="1" y="21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2" y="18"/>
                      <a:pt x="2" y="17"/>
                      <a:pt x="2" y="17"/>
                    </a:cubicBezTo>
                    <a:cubicBezTo>
                      <a:pt x="2" y="16"/>
                      <a:pt x="2" y="15"/>
                      <a:pt x="2" y="13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5"/>
                      <a:pt x="8" y="7"/>
                      <a:pt x="9" y="8"/>
                    </a:cubicBezTo>
                    <a:cubicBezTo>
                      <a:pt x="10" y="9"/>
                      <a:pt x="12" y="10"/>
                      <a:pt x="14" y="11"/>
                    </a:cubicBezTo>
                    <a:cubicBezTo>
                      <a:pt x="15" y="11"/>
                      <a:pt x="17" y="11"/>
                      <a:pt x="18" y="12"/>
                    </a:cubicBezTo>
                    <a:cubicBezTo>
                      <a:pt x="19" y="13"/>
                      <a:pt x="20" y="14"/>
                      <a:pt x="21" y="15"/>
                    </a:cubicBezTo>
                    <a:cubicBezTo>
                      <a:pt x="21" y="17"/>
                      <a:pt x="22" y="18"/>
                      <a:pt x="23" y="19"/>
                    </a:cubicBezTo>
                    <a:cubicBezTo>
                      <a:pt x="24" y="20"/>
                      <a:pt x="26" y="21"/>
                      <a:pt x="27" y="23"/>
                    </a:cubicBezTo>
                    <a:cubicBezTo>
                      <a:pt x="28" y="24"/>
                      <a:pt x="29" y="25"/>
                      <a:pt x="29" y="27"/>
                    </a:cubicBezTo>
                    <a:cubicBezTo>
                      <a:pt x="29" y="28"/>
                      <a:pt x="29" y="30"/>
                      <a:pt x="29" y="32"/>
                    </a:cubicBezTo>
                    <a:cubicBezTo>
                      <a:pt x="29" y="34"/>
                      <a:pt x="29" y="35"/>
                      <a:pt x="28" y="37"/>
                    </a:cubicBezTo>
                    <a:cubicBezTo>
                      <a:pt x="28" y="39"/>
                      <a:pt x="27" y="40"/>
                      <a:pt x="26" y="42"/>
                    </a:cubicBezTo>
                    <a:cubicBezTo>
                      <a:pt x="25" y="43"/>
                      <a:pt x="24" y="44"/>
                      <a:pt x="24" y="46"/>
                    </a:cubicBezTo>
                    <a:cubicBezTo>
                      <a:pt x="23" y="47"/>
                      <a:pt x="23" y="48"/>
                      <a:pt x="22" y="49"/>
                    </a:cubicBezTo>
                    <a:cubicBezTo>
                      <a:pt x="20" y="52"/>
                      <a:pt x="18" y="46"/>
                      <a:pt x="18" y="44"/>
                    </a:cubicBezTo>
                    <a:cubicBezTo>
                      <a:pt x="17" y="42"/>
                      <a:pt x="15" y="40"/>
                      <a:pt x="14" y="38"/>
                    </a:cubicBezTo>
                    <a:cubicBezTo>
                      <a:pt x="13" y="37"/>
                      <a:pt x="13" y="37"/>
                      <a:pt x="12" y="36"/>
                    </a:cubicBezTo>
                    <a:cubicBezTo>
                      <a:pt x="12" y="35"/>
                      <a:pt x="11" y="34"/>
                      <a:pt x="11" y="33"/>
                    </a:cubicBezTo>
                    <a:cubicBezTo>
                      <a:pt x="11" y="32"/>
                      <a:pt x="11" y="32"/>
                      <a:pt x="10" y="31"/>
                    </a:cubicBezTo>
                    <a:cubicBezTo>
                      <a:pt x="10" y="30"/>
                      <a:pt x="10" y="30"/>
                      <a:pt x="10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49" name="Freeform 2952">
                <a:extLst>
                  <a:ext uri="{FF2B5EF4-FFF2-40B4-BE49-F238E27FC236}">
                    <a16:creationId xmlns:a16="http://schemas.microsoft.com/office/drawing/2014/main" id="{2E68E584-1019-49A7-A143-23BCE7FBA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0"/>
                <a:ext cx="4" cy="3"/>
              </a:xfrm>
              <a:custGeom>
                <a:avLst/>
                <a:gdLst>
                  <a:gd name="T0" fmla="*/ 5 w 9"/>
                  <a:gd name="T1" fmla="*/ 8 h 8"/>
                  <a:gd name="T2" fmla="*/ 3 w 9"/>
                  <a:gd name="T3" fmla="*/ 7 h 8"/>
                  <a:gd name="T4" fmla="*/ 1 w 9"/>
                  <a:gd name="T5" fmla="*/ 6 h 8"/>
                  <a:gd name="T6" fmla="*/ 0 w 9"/>
                  <a:gd name="T7" fmla="*/ 3 h 8"/>
                  <a:gd name="T8" fmla="*/ 0 w 9"/>
                  <a:gd name="T9" fmla="*/ 0 h 8"/>
                  <a:gd name="T10" fmla="*/ 3 w 9"/>
                  <a:gd name="T11" fmla="*/ 0 h 8"/>
                  <a:gd name="T12" fmla="*/ 4 w 9"/>
                  <a:gd name="T13" fmla="*/ 0 h 8"/>
                  <a:gd name="T14" fmla="*/ 6 w 9"/>
                  <a:gd name="T15" fmla="*/ 2 h 8"/>
                  <a:gd name="T16" fmla="*/ 7 w 9"/>
                  <a:gd name="T17" fmla="*/ 4 h 8"/>
                  <a:gd name="T18" fmla="*/ 7 w 9"/>
                  <a:gd name="T19" fmla="*/ 7 h 8"/>
                  <a:gd name="T20" fmla="*/ 5 w 9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4" y="8"/>
                      <a:pt x="4" y="7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5"/>
                      <a:pt x="9" y="6"/>
                      <a:pt x="7" y="7"/>
                    </a:cubicBezTo>
                    <a:cubicBezTo>
                      <a:pt x="7" y="8"/>
                      <a:pt x="6" y="8"/>
                      <a:pt x="5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50" name="Freeform 2953">
                <a:extLst>
                  <a:ext uri="{FF2B5EF4-FFF2-40B4-BE49-F238E27FC236}">
                    <a16:creationId xmlns:a16="http://schemas.microsoft.com/office/drawing/2014/main" id="{D7172467-3771-4F53-82E3-7BB2AEFAD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254"/>
                <a:ext cx="3" cy="5"/>
              </a:xfrm>
              <a:custGeom>
                <a:avLst/>
                <a:gdLst>
                  <a:gd name="T0" fmla="*/ 1 w 7"/>
                  <a:gd name="T1" fmla="*/ 4 h 14"/>
                  <a:gd name="T2" fmla="*/ 1 w 7"/>
                  <a:gd name="T3" fmla="*/ 1 h 14"/>
                  <a:gd name="T4" fmla="*/ 5 w 7"/>
                  <a:gd name="T5" fmla="*/ 0 h 14"/>
                  <a:gd name="T6" fmla="*/ 6 w 7"/>
                  <a:gd name="T7" fmla="*/ 5 h 14"/>
                  <a:gd name="T8" fmla="*/ 6 w 7"/>
                  <a:gd name="T9" fmla="*/ 6 h 14"/>
                  <a:gd name="T10" fmla="*/ 7 w 7"/>
                  <a:gd name="T11" fmla="*/ 7 h 14"/>
                  <a:gd name="T12" fmla="*/ 7 w 7"/>
                  <a:gd name="T13" fmla="*/ 10 h 14"/>
                  <a:gd name="T14" fmla="*/ 7 w 7"/>
                  <a:gd name="T15" fmla="*/ 12 h 14"/>
                  <a:gd name="T16" fmla="*/ 5 w 7"/>
                  <a:gd name="T17" fmla="*/ 14 h 14"/>
                  <a:gd name="T18" fmla="*/ 2 w 7"/>
                  <a:gd name="T19" fmla="*/ 13 h 14"/>
                  <a:gd name="T20" fmla="*/ 1 w 7"/>
                  <a:gd name="T21" fmla="*/ 11 h 14"/>
                  <a:gd name="T22" fmla="*/ 1 w 7"/>
                  <a:gd name="T23" fmla="*/ 8 h 14"/>
                  <a:gd name="T24" fmla="*/ 1 w 7"/>
                  <a:gd name="T2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1" y="4"/>
                    </a:moveTo>
                    <a:cubicBezTo>
                      <a:pt x="1" y="3"/>
                      <a:pt x="1" y="2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4"/>
                      <a:pt x="7" y="14"/>
                      <a:pt x="5" y="14"/>
                    </a:cubicBezTo>
                    <a:cubicBezTo>
                      <a:pt x="4" y="14"/>
                      <a:pt x="3" y="13"/>
                      <a:pt x="2" y="13"/>
                    </a:cubicBezTo>
                    <a:cubicBezTo>
                      <a:pt x="2" y="12"/>
                      <a:pt x="1" y="12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7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51" name="Freeform 2954">
                <a:extLst>
                  <a:ext uri="{FF2B5EF4-FFF2-40B4-BE49-F238E27FC236}">
                    <a16:creationId xmlns:a16="http://schemas.microsoft.com/office/drawing/2014/main" id="{C2A7E8FB-BC50-4FF7-9B18-E781CB083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226"/>
                <a:ext cx="7" cy="4"/>
              </a:xfrm>
              <a:custGeom>
                <a:avLst/>
                <a:gdLst>
                  <a:gd name="T0" fmla="*/ 10 w 19"/>
                  <a:gd name="T1" fmla="*/ 8 h 10"/>
                  <a:gd name="T2" fmla="*/ 8 w 19"/>
                  <a:gd name="T3" fmla="*/ 8 h 10"/>
                  <a:gd name="T4" fmla="*/ 7 w 19"/>
                  <a:gd name="T5" fmla="*/ 7 h 10"/>
                  <a:gd name="T6" fmla="*/ 5 w 19"/>
                  <a:gd name="T7" fmla="*/ 6 h 10"/>
                  <a:gd name="T8" fmla="*/ 3 w 19"/>
                  <a:gd name="T9" fmla="*/ 6 h 10"/>
                  <a:gd name="T10" fmla="*/ 1 w 19"/>
                  <a:gd name="T11" fmla="*/ 4 h 10"/>
                  <a:gd name="T12" fmla="*/ 0 w 19"/>
                  <a:gd name="T13" fmla="*/ 2 h 10"/>
                  <a:gd name="T14" fmla="*/ 2 w 19"/>
                  <a:gd name="T15" fmla="*/ 1 h 10"/>
                  <a:gd name="T16" fmla="*/ 8 w 19"/>
                  <a:gd name="T17" fmla="*/ 1 h 10"/>
                  <a:gd name="T18" fmla="*/ 13 w 19"/>
                  <a:gd name="T19" fmla="*/ 3 h 10"/>
                  <a:gd name="T20" fmla="*/ 14 w 19"/>
                  <a:gd name="T21" fmla="*/ 4 h 10"/>
                  <a:gd name="T22" fmla="*/ 16 w 19"/>
                  <a:gd name="T23" fmla="*/ 5 h 10"/>
                  <a:gd name="T24" fmla="*/ 17 w 19"/>
                  <a:gd name="T25" fmla="*/ 6 h 10"/>
                  <a:gd name="T26" fmla="*/ 18 w 19"/>
                  <a:gd name="T27" fmla="*/ 7 h 10"/>
                  <a:gd name="T28" fmla="*/ 18 w 19"/>
                  <a:gd name="T29" fmla="*/ 8 h 10"/>
                  <a:gd name="T30" fmla="*/ 18 w 19"/>
                  <a:gd name="T31" fmla="*/ 9 h 10"/>
                  <a:gd name="T32" fmla="*/ 15 w 19"/>
                  <a:gd name="T33" fmla="*/ 10 h 10"/>
                  <a:gd name="T34" fmla="*/ 14 w 19"/>
                  <a:gd name="T35" fmla="*/ 9 h 10"/>
                  <a:gd name="T36" fmla="*/ 12 w 19"/>
                  <a:gd name="T37" fmla="*/ 9 h 10"/>
                  <a:gd name="T38" fmla="*/ 10 w 19"/>
                  <a:gd name="T3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10">
                    <a:moveTo>
                      <a:pt x="10" y="8"/>
                    </a:moveTo>
                    <a:cubicBezTo>
                      <a:pt x="9" y="8"/>
                      <a:pt x="8" y="8"/>
                      <a:pt x="8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1"/>
                      <a:pt x="11" y="2"/>
                      <a:pt x="13" y="3"/>
                    </a:cubicBezTo>
                    <a:cubicBezTo>
                      <a:pt x="13" y="3"/>
                      <a:pt x="13" y="4"/>
                      <a:pt x="14" y="4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6" y="10"/>
                      <a:pt x="15" y="10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1" y="9"/>
                      <a:pt x="10" y="8"/>
                      <a:pt x="10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52" name="Freeform 2955">
                <a:extLst>
                  <a:ext uri="{FF2B5EF4-FFF2-40B4-BE49-F238E27FC236}">
                    <a16:creationId xmlns:a16="http://schemas.microsoft.com/office/drawing/2014/main" id="{0234E2FB-77D9-48FF-9519-E9DEA452E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228"/>
                <a:ext cx="18" cy="17"/>
              </a:xfrm>
              <a:custGeom>
                <a:avLst/>
                <a:gdLst>
                  <a:gd name="T0" fmla="*/ 3 w 46"/>
                  <a:gd name="T1" fmla="*/ 12 h 42"/>
                  <a:gd name="T2" fmla="*/ 2 w 46"/>
                  <a:gd name="T3" fmla="*/ 11 h 42"/>
                  <a:gd name="T4" fmla="*/ 1 w 46"/>
                  <a:gd name="T5" fmla="*/ 10 h 42"/>
                  <a:gd name="T6" fmla="*/ 0 w 46"/>
                  <a:gd name="T7" fmla="*/ 9 h 42"/>
                  <a:gd name="T8" fmla="*/ 0 w 46"/>
                  <a:gd name="T9" fmla="*/ 6 h 42"/>
                  <a:gd name="T10" fmla="*/ 0 w 46"/>
                  <a:gd name="T11" fmla="*/ 3 h 42"/>
                  <a:gd name="T12" fmla="*/ 2 w 46"/>
                  <a:gd name="T13" fmla="*/ 1 h 42"/>
                  <a:gd name="T14" fmla="*/ 4 w 46"/>
                  <a:gd name="T15" fmla="*/ 2 h 42"/>
                  <a:gd name="T16" fmla="*/ 6 w 46"/>
                  <a:gd name="T17" fmla="*/ 5 h 42"/>
                  <a:gd name="T18" fmla="*/ 10 w 46"/>
                  <a:gd name="T19" fmla="*/ 8 h 42"/>
                  <a:gd name="T20" fmla="*/ 15 w 46"/>
                  <a:gd name="T21" fmla="*/ 7 h 42"/>
                  <a:gd name="T22" fmla="*/ 20 w 46"/>
                  <a:gd name="T23" fmla="*/ 7 h 42"/>
                  <a:gd name="T24" fmla="*/ 25 w 46"/>
                  <a:gd name="T25" fmla="*/ 7 h 42"/>
                  <a:gd name="T26" fmla="*/ 27 w 46"/>
                  <a:gd name="T27" fmla="*/ 9 h 42"/>
                  <a:gd name="T28" fmla="*/ 30 w 46"/>
                  <a:gd name="T29" fmla="*/ 12 h 42"/>
                  <a:gd name="T30" fmla="*/ 33 w 46"/>
                  <a:gd name="T31" fmla="*/ 16 h 42"/>
                  <a:gd name="T32" fmla="*/ 39 w 46"/>
                  <a:gd name="T33" fmla="*/ 23 h 42"/>
                  <a:gd name="T34" fmla="*/ 44 w 46"/>
                  <a:gd name="T35" fmla="*/ 28 h 42"/>
                  <a:gd name="T36" fmla="*/ 45 w 46"/>
                  <a:gd name="T37" fmla="*/ 32 h 42"/>
                  <a:gd name="T38" fmla="*/ 43 w 46"/>
                  <a:gd name="T39" fmla="*/ 34 h 42"/>
                  <a:gd name="T40" fmla="*/ 41 w 46"/>
                  <a:gd name="T41" fmla="*/ 37 h 42"/>
                  <a:gd name="T42" fmla="*/ 38 w 46"/>
                  <a:gd name="T43" fmla="*/ 39 h 42"/>
                  <a:gd name="T44" fmla="*/ 34 w 46"/>
                  <a:gd name="T45" fmla="*/ 39 h 42"/>
                  <a:gd name="T46" fmla="*/ 30 w 46"/>
                  <a:gd name="T47" fmla="*/ 39 h 42"/>
                  <a:gd name="T48" fmla="*/ 28 w 46"/>
                  <a:gd name="T49" fmla="*/ 41 h 42"/>
                  <a:gd name="T50" fmla="*/ 22 w 46"/>
                  <a:gd name="T51" fmla="*/ 38 h 42"/>
                  <a:gd name="T52" fmla="*/ 19 w 46"/>
                  <a:gd name="T53" fmla="*/ 36 h 42"/>
                  <a:gd name="T54" fmla="*/ 15 w 46"/>
                  <a:gd name="T55" fmla="*/ 35 h 42"/>
                  <a:gd name="T56" fmla="*/ 12 w 46"/>
                  <a:gd name="T57" fmla="*/ 35 h 42"/>
                  <a:gd name="T58" fmla="*/ 9 w 46"/>
                  <a:gd name="T59" fmla="*/ 34 h 42"/>
                  <a:gd name="T60" fmla="*/ 7 w 46"/>
                  <a:gd name="T61" fmla="*/ 33 h 42"/>
                  <a:gd name="T62" fmla="*/ 6 w 46"/>
                  <a:gd name="T63" fmla="*/ 32 h 42"/>
                  <a:gd name="T64" fmla="*/ 4 w 46"/>
                  <a:gd name="T65" fmla="*/ 30 h 42"/>
                  <a:gd name="T66" fmla="*/ 3 w 46"/>
                  <a:gd name="T67" fmla="*/ 28 h 42"/>
                  <a:gd name="T68" fmla="*/ 2 w 46"/>
                  <a:gd name="T69" fmla="*/ 26 h 42"/>
                  <a:gd name="T70" fmla="*/ 0 w 46"/>
                  <a:gd name="T71" fmla="*/ 23 h 42"/>
                  <a:gd name="T72" fmla="*/ 0 w 46"/>
                  <a:gd name="T73" fmla="*/ 22 h 42"/>
                  <a:gd name="T74" fmla="*/ 1 w 46"/>
                  <a:gd name="T75" fmla="*/ 22 h 42"/>
                  <a:gd name="T76" fmla="*/ 5 w 46"/>
                  <a:gd name="T77" fmla="*/ 23 h 42"/>
                  <a:gd name="T78" fmla="*/ 7 w 46"/>
                  <a:gd name="T79" fmla="*/ 22 h 42"/>
                  <a:gd name="T80" fmla="*/ 6 w 46"/>
                  <a:gd name="T81" fmla="*/ 19 h 42"/>
                  <a:gd name="T82" fmla="*/ 5 w 46"/>
                  <a:gd name="T83" fmla="*/ 17 h 42"/>
                  <a:gd name="T84" fmla="*/ 4 w 46"/>
                  <a:gd name="T85" fmla="*/ 15 h 42"/>
                  <a:gd name="T86" fmla="*/ 4 w 46"/>
                  <a:gd name="T87" fmla="*/ 13 h 42"/>
                  <a:gd name="T88" fmla="*/ 3 w 46"/>
                  <a:gd name="T89" fmla="*/ 13 h 42"/>
                  <a:gd name="T90" fmla="*/ 3 w 46"/>
                  <a:gd name="T91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42">
                    <a:moveTo>
                      <a:pt x="3" y="12"/>
                    </a:moveTo>
                    <a:cubicBezTo>
                      <a:pt x="3" y="11"/>
                      <a:pt x="2" y="11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6"/>
                      <a:pt x="8" y="7"/>
                      <a:pt x="10" y="8"/>
                    </a:cubicBezTo>
                    <a:cubicBezTo>
                      <a:pt x="11" y="8"/>
                      <a:pt x="13" y="8"/>
                      <a:pt x="15" y="7"/>
                    </a:cubicBezTo>
                    <a:cubicBezTo>
                      <a:pt x="17" y="7"/>
                      <a:pt x="19" y="7"/>
                      <a:pt x="20" y="7"/>
                    </a:cubicBezTo>
                    <a:cubicBezTo>
                      <a:pt x="22" y="7"/>
                      <a:pt x="23" y="7"/>
                      <a:pt x="25" y="7"/>
                    </a:cubicBezTo>
                    <a:cubicBezTo>
                      <a:pt x="26" y="8"/>
                      <a:pt x="26" y="8"/>
                      <a:pt x="27" y="9"/>
                    </a:cubicBezTo>
                    <a:cubicBezTo>
                      <a:pt x="28" y="10"/>
                      <a:pt x="29" y="11"/>
                      <a:pt x="30" y="12"/>
                    </a:cubicBezTo>
                    <a:cubicBezTo>
                      <a:pt x="31" y="13"/>
                      <a:pt x="32" y="15"/>
                      <a:pt x="33" y="16"/>
                    </a:cubicBezTo>
                    <a:cubicBezTo>
                      <a:pt x="35" y="19"/>
                      <a:pt x="36" y="21"/>
                      <a:pt x="39" y="23"/>
                    </a:cubicBezTo>
                    <a:cubicBezTo>
                      <a:pt x="40" y="25"/>
                      <a:pt x="42" y="26"/>
                      <a:pt x="44" y="28"/>
                    </a:cubicBezTo>
                    <a:cubicBezTo>
                      <a:pt x="44" y="29"/>
                      <a:pt x="46" y="31"/>
                      <a:pt x="45" y="32"/>
                    </a:cubicBezTo>
                    <a:cubicBezTo>
                      <a:pt x="45" y="33"/>
                      <a:pt x="44" y="34"/>
                      <a:pt x="43" y="34"/>
                    </a:cubicBezTo>
                    <a:cubicBezTo>
                      <a:pt x="42" y="35"/>
                      <a:pt x="41" y="36"/>
                      <a:pt x="41" y="37"/>
                    </a:cubicBezTo>
                    <a:cubicBezTo>
                      <a:pt x="40" y="38"/>
                      <a:pt x="39" y="38"/>
                      <a:pt x="38" y="39"/>
                    </a:cubicBezTo>
                    <a:cubicBezTo>
                      <a:pt x="37" y="39"/>
                      <a:pt x="36" y="39"/>
                      <a:pt x="34" y="39"/>
                    </a:cubicBezTo>
                    <a:cubicBezTo>
                      <a:pt x="33" y="39"/>
                      <a:pt x="32" y="39"/>
                      <a:pt x="30" y="39"/>
                    </a:cubicBezTo>
                    <a:cubicBezTo>
                      <a:pt x="29" y="40"/>
                      <a:pt x="29" y="41"/>
                      <a:pt x="28" y="41"/>
                    </a:cubicBezTo>
                    <a:cubicBezTo>
                      <a:pt x="25" y="42"/>
                      <a:pt x="23" y="40"/>
                      <a:pt x="22" y="38"/>
                    </a:cubicBezTo>
                    <a:cubicBezTo>
                      <a:pt x="21" y="37"/>
                      <a:pt x="20" y="37"/>
                      <a:pt x="19" y="36"/>
                    </a:cubicBezTo>
                    <a:cubicBezTo>
                      <a:pt x="17" y="36"/>
                      <a:pt x="16" y="35"/>
                      <a:pt x="15" y="35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11" y="34"/>
                      <a:pt x="10" y="34"/>
                      <a:pt x="9" y="34"/>
                    </a:cubicBezTo>
                    <a:cubicBezTo>
                      <a:pt x="9" y="33"/>
                      <a:pt x="8" y="33"/>
                      <a:pt x="7" y="33"/>
                    </a:cubicBezTo>
                    <a:cubicBezTo>
                      <a:pt x="7" y="33"/>
                      <a:pt x="6" y="32"/>
                      <a:pt x="6" y="32"/>
                    </a:cubicBezTo>
                    <a:cubicBezTo>
                      <a:pt x="5" y="32"/>
                      <a:pt x="4" y="31"/>
                      <a:pt x="4" y="30"/>
                    </a:cubicBezTo>
                    <a:cubicBezTo>
                      <a:pt x="4" y="30"/>
                      <a:pt x="4" y="29"/>
                      <a:pt x="3" y="28"/>
                    </a:cubicBezTo>
                    <a:cubicBezTo>
                      <a:pt x="3" y="27"/>
                      <a:pt x="2" y="27"/>
                      <a:pt x="2" y="26"/>
                    </a:cubicBezTo>
                    <a:cubicBezTo>
                      <a:pt x="1" y="25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3" y="22"/>
                      <a:pt x="4" y="23"/>
                      <a:pt x="5" y="23"/>
                    </a:cubicBezTo>
                    <a:cubicBezTo>
                      <a:pt x="6" y="23"/>
                      <a:pt x="7" y="23"/>
                      <a:pt x="7" y="22"/>
                    </a:cubicBezTo>
                    <a:cubicBezTo>
                      <a:pt x="7" y="21"/>
                      <a:pt x="6" y="20"/>
                      <a:pt x="6" y="19"/>
                    </a:cubicBezTo>
                    <a:cubicBezTo>
                      <a:pt x="5" y="18"/>
                      <a:pt x="5" y="18"/>
                      <a:pt x="5" y="17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4" y="14"/>
                      <a:pt x="4" y="14"/>
                      <a:pt x="4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53" name="Freeform 2956">
                <a:extLst>
                  <a:ext uri="{FF2B5EF4-FFF2-40B4-BE49-F238E27FC236}">
                    <a16:creationId xmlns:a16="http://schemas.microsoft.com/office/drawing/2014/main" id="{141D9766-C37F-4E8B-906F-0B88A7F4C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230"/>
                <a:ext cx="6" cy="6"/>
              </a:xfrm>
              <a:custGeom>
                <a:avLst/>
                <a:gdLst>
                  <a:gd name="T0" fmla="*/ 1 w 15"/>
                  <a:gd name="T1" fmla="*/ 6 h 14"/>
                  <a:gd name="T2" fmla="*/ 1 w 15"/>
                  <a:gd name="T3" fmla="*/ 5 h 14"/>
                  <a:gd name="T4" fmla="*/ 3 w 15"/>
                  <a:gd name="T5" fmla="*/ 4 h 14"/>
                  <a:gd name="T6" fmla="*/ 5 w 15"/>
                  <a:gd name="T7" fmla="*/ 4 h 14"/>
                  <a:gd name="T8" fmla="*/ 7 w 15"/>
                  <a:gd name="T9" fmla="*/ 3 h 14"/>
                  <a:gd name="T10" fmla="*/ 8 w 15"/>
                  <a:gd name="T11" fmla="*/ 2 h 14"/>
                  <a:gd name="T12" fmla="*/ 9 w 15"/>
                  <a:gd name="T13" fmla="*/ 1 h 14"/>
                  <a:gd name="T14" fmla="*/ 12 w 15"/>
                  <a:gd name="T15" fmla="*/ 1 h 14"/>
                  <a:gd name="T16" fmla="*/ 13 w 15"/>
                  <a:gd name="T17" fmla="*/ 1 h 14"/>
                  <a:gd name="T18" fmla="*/ 14 w 15"/>
                  <a:gd name="T19" fmla="*/ 2 h 14"/>
                  <a:gd name="T20" fmla="*/ 15 w 15"/>
                  <a:gd name="T21" fmla="*/ 3 h 14"/>
                  <a:gd name="T22" fmla="*/ 14 w 15"/>
                  <a:gd name="T23" fmla="*/ 7 h 14"/>
                  <a:gd name="T24" fmla="*/ 9 w 15"/>
                  <a:gd name="T25" fmla="*/ 9 h 14"/>
                  <a:gd name="T26" fmla="*/ 7 w 15"/>
                  <a:gd name="T27" fmla="*/ 12 h 14"/>
                  <a:gd name="T28" fmla="*/ 5 w 15"/>
                  <a:gd name="T29" fmla="*/ 13 h 14"/>
                  <a:gd name="T30" fmla="*/ 3 w 15"/>
                  <a:gd name="T31" fmla="*/ 14 h 14"/>
                  <a:gd name="T32" fmla="*/ 1 w 15"/>
                  <a:gd name="T33" fmla="*/ 13 h 14"/>
                  <a:gd name="T34" fmla="*/ 0 w 15"/>
                  <a:gd name="T35" fmla="*/ 12 h 14"/>
                  <a:gd name="T36" fmla="*/ 0 w 15"/>
                  <a:gd name="T37" fmla="*/ 12 h 14"/>
                  <a:gd name="T38" fmla="*/ 0 w 15"/>
                  <a:gd name="T39" fmla="*/ 10 h 14"/>
                  <a:gd name="T40" fmla="*/ 0 w 15"/>
                  <a:gd name="T41" fmla="*/ 10 h 14"/>
                  <a:gd name="T42" fmla="*/ 1 w 15"/>
                  <a:gd name="T43" fmla="*/ 9 h 14"/>
                  <a:gd name="T44" fmla="*/ 1 w 15"/>
                  <a:gd name="T45" fmla="*/ 8 h 14"/>
                  <a:gd name="T46" fmla="*/ 1 w 15"/>
                  <a:gd name="T4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4">
                    <a:moveTo>
                      <a:pt x="1" y="6"/>
                    </a:moveTo>
                    <a:cubicBezTo>
                      <a:pt x="1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1" y="0"/>
                      <a:pt x="12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5" y="6"/>
                      <a:pt x="14" y="7"/>
                    </a:cubicBezTo>
                    <a:cubicBezTo>
                      <a:pt x="13" y="8"/>
                      <a:pt x="11" y="9"/>
                      <a:pt x="9" y="9"/>
                    </a:cubicBezTo>
                    <a:cubicBezTo>
                      <a:pt x="8" y="10"/>
                      <a:pt x="7" y="11"/>
                      <a:pt x="7" y="12"/>
                    </a:cubicBezTo>
                    <a:cubicBezTo>
                      <a:pt x="6" y="12"/>
                      <a:pt x="6" y="13"/>
                      <a:pt x="5" y="13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1" y="13"/>
                      <a:pt x="0" y="13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54" name="Freeform 2957">
                <a:extLst>
                  <a:ext uri="{FF2B5EF4-FFF2-40B4-BE49-F238E27FC236}">
                    <a16:creationId xmlns:a16="http://schemas.microsoft.com/office/drawing/2014/main" id="{419EB445-8E40-4783-8C90-E5E0A8E48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225"/>
                <a:ext cx="6" cy="4"/>
              </a:xfrm>
              <a:custGeom>
                <a:avLst/>
                <a:gdLst>
                  <a:gd name="T0" fmla="*/ 1 w 15"/>
                  <a:gd name="T1" fmla="*/ 9 h 10"/>
                  <a:gd name="T2" fmla="*/ 1 w 15"/>
                  <a:gd name="T3" fmla="*/ 7 h 10"/>
                  <a:gd name="T4" fmla="*/ 2 w 15"/>
                  <a:gd name="T5" fmla="*/ 6 h 10"/>
                  <a:gd name="T6" fmla="*/ 3 w 15"/>
                  <a:gd name="T7" fmla="*/ 5 h 10"/>
                  <a:gd name="T8" fmla="*/ 3 w 15"/>
                  <a:gd name="T9" fmla="*/ 4 h 10"/>
                  <a:gd name="T10" fmla="*/ 3 w 15"/>
                  <a:gd name="T11" fmla="*/ 3 h 10"/>
                  <a:gd name="T12" fmla="*/ 3 w 15"/>
                  <a:gd name="T13" fmla="*/ 2 h 10"/>
                  <a:gd name="T14" fmla="*/ 4 w 15"/>
                  <a:gd name="T15" fmla="*/ 2 h 10"/>
                  <a:gd name="T16" fmla="*/ 4 w 15"/>
                  <a:gd name="T17" fmla="*/ 1 h 10"/>
                  <a:gd name="T18" fmla="*/ 5 w 15"/>
                  <a:gd name="T19" fmla="*/ 0 h 10"/>
                  <a:gd name="T20" fmla="*/ 9 w 15"/>
                  <a:gd name="T21" fmla="*/ 0 h 10"/>
                  <a:gd name="T22" fmla="*/ 10 w 15"/>
                  <a:gd name="T23" fmla="*/ 1 h 10"/>
                  <a:gd name="T24" fmla="*/ 11 w 15"/>
                  <a:gd name="T25" fmla="*/ 2 h 10"/>
                  <a:gd name="T26" fmla="*/ 13 w 15"/>
                  <a:gd name="T27" fmla="*/ 5 h 10"/>
                  <a:gd name="T28" fmla="*/ 14 w 15"/>
                  <a:gd name="T29" fmla="*/ 6 h 10"/>
                  <a:gd name="T30" fmla="*/ 15 w 15"/>
                  <a:gd name="T31" fmla="*/ 7 h 10"/>
                  <a:gd name="T32" fmla="*/ 15 w 15"/>
                  <a:gd name="T33" fmla="*/ 8 h 10"/>
                  <a:gd name="T34" fmla="*/ 14 w 15"/>
                  <a:gd name="T35" fmla="*/ 9 h 10"/>
                  <a:gd name="T36" fmla="*/ 13 w 15"/>
                  <a:gd name="T37" fmla="*/ 10 h 10"/>
                  <a:gd name="T38" fmla="*/ 9 w 15"/>
                  <a:gd name="T39" fmla="*/ 10 h 10"/>
                  <a:gd name="T40" fmla="*/ 8 w 15"/>
                  <a:gd name="T41" fmla="*/ 10 h 10"/>
                  <a:gd name="T42" fmla="*/ 8 w 15"/>
                  <a:gd name="T43" fmla="*/ 10 h 10"/>
                  <a:gd name="T44" fmla="*/ 7 w 15"/>
                  <a:gd name="T45" fmla="*/ 10 h 10"/>
                  <a:gd name="T46" fmla="*/ 6 w 15"/>
                  <a:gd name="T47" fmla="*/ 10 h 10"/>
                  <a:gd name="T48" fmla="*/ 3 w 15"/>
                  <a:gd name="T49" fmla="*/ 10 h 10"/>
                  <a:gd name="T50" fmla="*/ 2 w 15"/>
                  <a:gd name="T51" fmla="*/ 9 h 10"/>
                  <a:gd name="T52" fmla="*/ 1 w 15"/>
                  <a:gd name="T5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" h="10">
                    <a:moveTo>
                      <a:pt x="1" y="9"/>
                    </a:moveTo>
                    <a:cubicBezTo>
                      <a:pt x="1" y="8"/>
                      <a:pt x="0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3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6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5" y="7"/>
                      <a:pt x="15" y="7"/>
                      <a:pt x="15" y="8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4" y="9"/>
                      <a:pt x="13" y="10"/>
                      <a:pt x="13" y="10"/>
                    </a:cubicBezTo>
                    <a:cubicBezTo>
                      <a:pt x="12" y="10"/>
                      <a:pt x="11" y="10"/>
                      <a:pt x="9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4" y="10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55" name="Freeform 2958">
                <a:extLst>
                  <a:ext uri="{FF2B5EF4-FFF2-40B4-BE49-F238E27FC236}">
                    <a16:creationId xmlns:a16="http://schemas.microsoft.com/office/drawing/2014/main" id="{EFCC6F5E-5A3C-4E12-9AF2-3979A0435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217"/>
                <a:ext cx="6" cy="15"/>
              </a:xfrm>
              <a:custGeom>
                <a:avLst/>
                <a:gdLst>
                  <a:gd name="T0" fmla="*/ 1 w 14"/>
                  <a:gd name="T1" fmla="*/ 22 h 37"/>
                  <a:gd name="T2" fmla="*/ 1 w 14"/>
                  <a:gd name="T3" fmla="*/ 16 h 37"/>
                  <a:gd name="T4" fmla="*/ 0 w 14"/>
                  <a:gd name="T5" fmla="*/ 7 h 37"/>
                  <a:gd name="T6" fmla="*/ 0 w 14"/>
                  <a:gd name="T7" fmla="*/ 3 h 37"/>
                  <a:gd name="T8" fmla="*/ 0 w 14"/>
                  <a:gd name="T9" fmla="*/ 1 h 37"/>
                  <a:gd name="T10" fmla="*/ 3 w 14"/>
                  <a:gd name="T11" fmla="*/ 0 h 37"/>
                  <a:gd name="T12" fmla="*/ 6 w 14"/>
                  <a:gd name="T13" fmla="*/ 2 h 37"/>
                  <a:gd name="T14" fmla="*/ 8 w 14"/>
                  <a:gd name="T15" fmla="*/ 7 h 37"/>
                  <a:gd name="T16" fmla="*/ 8 w 14"/>
                  <a:gd name="T17" fmla="*/ 11 h 37"/>
                  <a:gd name="T18" fmla="*/ 9 w 14"/>
                  <a:gd name="T19" fmla="*/ 15 h 37"/>
                  <a:gd name="T20" fmla="*/ 10 w 14"/>
                  <a:gd name="T21" fmla="*/ 20 h 37"/>
                  <a:gd name="T22" fmla="*/ 11 w 14"/>
                  <a:gd name="T23" fmla="*/ 23 h 37"/>
                  <a:gd name="T24" fmla="*/ 11 w 14"/>
                  <a:gd name="T25" fmla="*/ 24 h 37"/>
                  <a:gd name="T26" fmla="*/ 13 w 14"/>
                  <a:gd name="T27" fmla="*/ 26 h 37"/>
                  <a:gd name="T28" fmla="*/ 14 w 14"/>
                  <a:gd name="T29" fmla="*/ 30 h 37"/>
                  <a:gd name="T30" fmla="*/ 11 w 14"/>
                  <a:gd name="T31" fmla="*/ 35 h 37"/>
                  <a:gd name="T32" fmla="*/ 7 w 14"/>
                  <a:gd name="T33" fmla="*/ 37 h 37"/>
                  <a:gd name="T34" fmla="*/ 4 w 14"/>
                  <a:gd name="T35" fmla="*/ 35 h 37"/>
                  <a:gd name="T36" fmla="*/ 2 w 14"/>
                  <a:gd name="T37" fmla="*/ 31 h 37"/>
                  <a:gd name="T38" fmla="*/ 2 w 14"/>
                  <a:gd name="T39" fmla="*/ 29 h 37"/>
                  <a:gd name="T40" fmla="*/ 1 w 14"/>
                  <a:gd name="T41" fmla="*/ 27 h 37"/>
                  <a:gd name="T42" fmla="*/ 1 w 14"/>
                  <a:gd name="T43" fmla="*/ 24 h 37"/>
                  <a:gd name="T44" fmla="*/ 1 w 14"/>
                  <a:gd name="T45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37">
                    <a:moveTo>
                      <a:pt x="1" y="22"/>
                    </a:moveTo>
                    <a:cubicBezTo>
                      <a:pt x="1" y="20"/>
                      <a:pt x="1" y="18"/>
                      <a:pt x="1" y="16"/>
                    </a:cubicBezTo>
                    <a:cubicBezTo>
                      <a:pt x="1" y="13"/>
                      <a:pt x="0" y="10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3"/>
                      <a:pt x="8" y="5"/>
                      <a:pt x="8" y="7"/>
                    </a:cubicBezTo>
                    <a:cubicBezTo>
                      <a:pt x="8" y="8"/>
                      <a:pt x="8" y="10"/>
                      <a:pt x="8" y="11"/>
                    </a:cubicBezTo>
                    <a:cubicBezTo>
                      <a:pt x="8" y="13"/>
                      <a:pt x="9" y="14"/>
                      <a:pt x="9" y="15"/>
                    </a:cubicBezTo>
                    <a:cubicBezTo>
                      <a:pt x="10" y="17"/>
                      <a:pt x="10" y="18"/>
                      <a:pt x="10" y="20"/>
                    </a:cubicBezTo>
                    <a:cubicBezTo>
                      <a:pt x="10" y="21"/>
                      <a:pt x="10" y="22"/>
                      <a:pt x="11" y="23"/>
                    </a:cubicBezTo>
                    <a:cubicBezTo>
                      <a:pt x="11" y="23"/>
                      <a:pt x="11" y="24"/>
                      <a:pt x="11" y="24"/>
                    </a:cubicBezTo>
                    <a:cubicBezTo>
                      <a:pt x="12" y="25"/>
                      <a:pt x="12" y="25"/>
                      <a:pt x="13" y="26"/>
                    </a:cubicBezTo>
                    <a:cubicBezTo>
                      <a:pt x="14" y="27"/>
                      <a:pt x="14" y="28"/>
                      <a:pt x="14" y="30"/>
                    </a:cubicBezTo>
                    <a:cubicBezTo>
                      <a:pt x="13" y="31"/>
                      <a:pt x="12" y="33"/>
                      <a:pt x="11" y="35"/>
                    </a:cubicBezTo>
                    <a:cubicBezTo>
                      <a:pt x="10" y="36"/>
                      <a:pt x="9" y="37"/>
                      <a:pt x="7" y="37"/>
                    </a:cubicBezTo>
                    <a:cubicBezTo>
                      <a:pt x="6" y="37"/>
                      <a:pt x="5" y="36"/>
                      <a:pt x="4" y="35"/>
                    </a:cubicBezTo>
                    <a:cubicBezTo>
                      <a:pt x="3" y="34"/>
                      <a:pt x="3" y="33"/>
                      <a:pt x="2" y="31"/>
                    </a:cubicBezTo>
                    <a:cubicBezTo>
                      <a:pt x="2" y="31"/>
                      <a:pt x="2" y="30"/>
                      <a:pt x="2" y="29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1" y="26"/>
                      <a:pt x="1" y="25"/>
                      <a:pt x="1" y="24"/>
                    </a:cubicBezTo>
                    <a:cubicBezTo>
                      <a:pt x="1" y="23"/>
                      <a:pt x="1" y="22"/>
                      <a:pt x="1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56" name="Freeform 2959">
                <a:extLst>
                  <a:ext uri="{FF2B5EF4-FFF2-40B4-BE49-F238E27FC236}">
                    <a16:creationId xmlns:a16="http://schemas.microsoft.com/office/drawing/2014/main" id="{0ED38CE5-BD13-4DCC-900C-703896234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9"/>
                <a:ext cx="11" cy="22"/>
              </a:xfrm>
              <a:custGeom>
                <a:avLst/>
                <a:gdLst>
                  <a:gd name="T0" fmla="*/ 13 w 26"/>
                  <a:gd name="T1" fmla="*/ 22 h 55"/>
                  <a:gd name="T2" fmla="*/ 13 w 26"/>
                  <a:gd name="T3" fmla="*/ 19 h 55"/>
                  <a:gd name="T4" fmla="*/ 13 w 26"/>
                  <a:gd name="T5" fmla="*/ 11 h 55"/>
                  <a:gd name="T6" fmla="*/ 13 w 26"/>
                  <a:gd name="T7" fmla="*/ 7 h 55"/>
                  <a:gd name="T8" fmla="*/ 15 w 26"/>
                  <a:gd name="T9" fmla="*/ 3 h 55"/>
                  <a:gd name="T10" fmla="*/ 16 w 26"/>
                  <a:gd name="T11" fmla="*/ 1 h 55"/>
                  <a:gd name="T12" fmla="*/ 17 w 26"/>
                  <a:gd name="T13" fmla="*/ 2 h 55"/>
                  <a:gd name="T14" fmla="*/ 18 w 26"/>
                  <a:gd name="T15" fmla="*/ 4 h 55"/>
                  <a:gd name="T16" fmla="*/ 19 w 26"/>
                  <a:gd name="T17" fmla="*/ 8 h 55"/>
                  <a:gd name="T18" fmla="*/ 20 w 26"/>
                  <a:gd name="T19" fmla="*/ 14 h 55"/>
                  <a:gd name="T20" fmla="*/ 20 w 26"/>
                  <a:gd name="T21" fmla="*/ 19 h 55"/>
                  <a:gd name="T22" fmla="*/ 20 w 26"/>
                  <a:gd name="T23" fmla="*/ 25 h 55"/>
                  <a:gd name="T24" fmla="*/ 24 w 26"/>
                  <a:gd name="T25" fmla="*/ 30 h 55"/>
                  <a:gd name="T26" fmla="*/ 26 w 26"/>
                  <a:gd name="T27" fmla="*/ 34 h 55"/>
                  <a:gd name="T28" fmla="*/ 23 w 26"/>
                  <a:gd name="T29" fmla="*/ 38 h 55"/>
                  <a:gd name="T30" fmla="*/ 19 w 26"/>
                  <a:gd name="T31" fmla="*/ 41 h 55"/>
                  <a:gd name="T32" fmla="*/ 19 w 26"/>
                  <a:gd name="T33" fmla="*/ 46 h 55"/>
                  <a:gd name="T34" fmla="*/ 18 w 26"/>
                  <a:gd name="T35" fmla="*/ 52 h 55"/>
                  <a:gd name="T36" fmla="*/ 15 w 26"/>
                  <a:gd name="T37" fmla="*/ 54 h 55"/>
                  <a:gd name="T38" fmla="*/ 11 w 26"/>
                  <a:gd name="T39" fmla="*/ 54 h 55"/>
                  <a:gd name="T40" fmla="*/ 10 w 26"/>
                  <a:gd name="T41" fmla="*/ 51 h 55"/>
                  <a:gd name="T42" fmla="*/ 10 w 26"/>
                  <a:gd name="T43" fmla="*/ 49 h 55"/>
                  <a:gd name="T44" fmla="*/ 10 w 26"/>
                  <a:gd name="T45" fmla="*/ 48 h 55"/>
                  <a:gd name="T46" fmla="*/ 10 w 26"/>
                  <a:gd name="T47" fmla="*/ 46 h 55"/>
                  <a:gd name="T48" fmla="*/ 10 w 26"/>
                  <a:gd name="T49" fmla="*/ 44 h 55"/>
                  <a:gd name="T50" fmla="*/ 9 w 26"/>
                  <a:gd name="T51" fmla="*/ 43 h 55"/>
                  <a:gd name="T52" fmla="*/ 9 w 26"/>
                  <a:gd name="T53" fmla="*/ 43 h 55"/>
                  <a:gd name="T54" fmla="*/ 8 w 26"/>
                  <a:gd name="T55" fmla="*/ 43 h 55"/>
                  <a:gd name="T56" fmla="*/ 7 w 26"/>
                  <a:gd name="T57" fmla="*/ 44 h 55"/>
                  <a:gd name="T58" fmla="*/ 7 w 26"/>
                  <a:gd name="T59" fmla="*/ 45 h 55"/>
                  <a:gd name="T60" fmla="*/ 6 w 26"/>
                  <a:gd name="T61" fmla="*/ 47 h 55"/>
                  <a:gd name="T62" fmla="*/ 5 w 26"/>
                  <a:gd name="T63" fmla="*/ 49 h 55"/>
                  <a:gd name="T64" fmla="*/ 4 w 26"/>
                  <a:gd name="T65" fmla="*/ 49 h 55"/>
                  <a:gd name="T66" fmla="*/ 2 w 26"/>
                  <a:gd name="T67" fmla="*/ 47 h 55"/>
                  <a:gd name="T68" fmla="*/ 1 w 26"/>
                  <a:gd name="T69" fmla="*/ 46 h 55"/>
                  <a:gd name="T70" fmla="*/ 0 w 26"/>
                  <a:gd name="T71" fmla="*/ 41 h 55"/>
                  <a:gd name="T72" fmla="*/ 0 w 26"/>
                  <a:gd name="T73" fmla="*/ 38 h 55"/>
                  <a:gd name="T74" fmla="*/ 0 w 26"/>
                  <a:gd name="T75" fmla="*/ 36 h 55"/>
                  <a:gd name="T76" fmla="*/ 1 w 26"/>
                  <a:gd name="T77" fmla="*/ 35 h 55"/>
                  <a:gd name="T78" fmla="*/ 3 w 26"/>
                  <a:gd name="T79" fmla="*/ 34 h 55"/>
                  <a:gd name="T80" fmla="*/ 9 w 26"/>
                  <a:gd name="T81" fmla="*/ 31 h 55"/>
                  <a:gd name="T82" fmla="*/ 12 w 26"/>
                  <a:gd name="T83" fmla="*/ 27 h 55"/>
                  <a:gd name="T84" fmla="*/ 13 w 26"/>
                  <a:gd name="T85" fmla="*/ 2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55">
                    <a:moveTo>
                      <a:pt x="13" y="22"/>
                    </a:move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6"/>
                      <a:pt x="13" y="14"/>
                      <a:pt x="13" y="11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4" y="6"/>
                      <a:pt x="14" y="4"/>
                      <a:pt x="15" y="3"/>
                    </a:cubicBezTo>
                    <a:cubicBezTo>
                      <a:pt x="15" y="2"/>
                      <a:pt x="15" y="0"/>
                      <a:pt x="16" y="1"/>
                    </a:cubicBezTo>
                    <a:cubicBezTo>
                      <a:pt x="17" y="1"/>
                      <a:pt x="17" y="2"/>
                      <a:pt x="17" y="2"/>
                    </a:cubicBezTo>
                    <a:cubicBezTo>
                      <a:pt x="18" y="3"/>
                      <a:pt x="18" y="4"/>
                      <a:pt x="18" y="4"/>
                    </a:cubicBezTo>
                    <a:cubicBezTo>
                      <a:pt x="19" y="6"/>
                      <a:pt x="19" y="7"/>
                      <a:pt x="19" y="8"/>
                    </a:cubicBezTo>
                    <a:cubicBezTo>
                      <a:pt x="20" y="10"/>
                      <a:pt x="20" y="12"/>
                      <a:pt x="20" y="14"/>
                    </a:cubicBezTo>
                    <a:cubicBezTo>
                      <a:pt x="20" y="16"/>
                      <a:pt x="20" y="18"/>
                      <a:pt x="20" y="19"/>
                    </a:cubicBezTo>
                    <a:cubicBezTo>
                      <a:pt x="19" y="21"/>
                      <a:pt x="19" y="23"/>
                      <a:pt x="20" y="25"/>
                    </a:cubicBezTo>
                    <a:cubicBezTo>
                      <a:pt x="21" y="27"/>
                      <a:pt x="22" y="29"/>
                      <a:pt x="24" y="30"/>
                    </a:cubicBezTo>
                    <a:cubicBezTo>
                      <a:pt x="25" y="31"/>
                      <a:pt x="26" y="32"/>
                      <a:pt x="26" y="34"/>
                    </a:cubicBezTo>
                    <a:cubicBezTo>
                      <a:pt x="26" y="36"/>
                      <a:pt x="25" y="37"/>
                      <a:pt x="23" y="38"/>
                    </a:cubicBezTo>
                    <a:cubicBezTo>
                      <a:pt x="22" y="39"/>
                      <a:pt x="20" y="39"/>
                      <a:pt x="19" y="41"/>
                    </a:cubicBezTo>
                    <a:cubicBezTo>
                      <a:pt x="18" y="43"/>
                      <a:pt x="19" y="45"/>
                      <a:pt x="19" y="46"/>
                    </a:cubicBezTo>
                    <a:cubicBezTo>
                      <a:pt x="19" y="48"/>
                      <a:pt x="19" y="50"/>
                      <a:pt x="18" y="52"/>
                    </a:cubicBezTo>
                    <a:cubicBezTo>
                      <a:pt x="17" y="53"/>
                      <a:pt x="16" y="54"/>
                      <a:pt x="15" y="54"/>
                    </a:cubicBezTo>
                    <a:cubicBezTo>
                      <a:pt x="14" y="55"/>
                      <a:pt x="12" y="55"/>
                      <a:pt x="11" y="54"/>
                    </a:cubicBezTo>
                    <a:cubicBezTo>
                      <a:pt x="10" y="53"/>
                      <a:pt x="11" y="52"/>
                      <a:pt x="10" y="51"/>
                    </a:cubicBezTo>
                    <a:cubicBezTo>
                      <a:pt x="10" y="50"/>
                      <a:pt x="10" y="50"/>
                      <a:pt x="10" y="49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6"/>
                    </a:cubicBezTo>
                    <a:cubicBezTo>
                      <a:pt x="10" y="46"/>
                      <a:pt x="10" y="45"/>
                      <a:pt x="10" y="44"/>
                    </a:cubicBezTo>
                    <a:cubicBezTo>
                      <a:pt x="10" y="44"/>
                      <a:pt x="10" y="43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8" y="42"/>
                      <a:pt x="8" y="42"/>
                      <a:pt x="8" y="43"/>
                    </a:cubicBezTo>
                    <a:cubicBezTo>
                      <a:pt x="8" y="43"/>
                      <a:pt x="7" y="43"/>
                      <a:pt x="7" y="44"/>
                    </a:cubicBezTo>
                    <a:cubicBezTo>
                      <a:pt x="7" y="44"/>
                      <a:pt x="7" y="45"/>
                      <a:pt x="7" y="45"/>
                    </a:cubicBezTo>
                    <a:cubicBezTo>
                      <a:pt x="7" y="46"/>
                      <a:pt x="6" y="46"/>
                      <a:pt x="6" y="47"/>
                    </a:cubicBezTo>
                    <a:cubicBezTo>
                      <a:pt x="6" y="47"/>
                      <a:pt x="6" y="49"/>
                      <a:pt x="5" y="49"/>
                    </a:cubicBezTo>
                    <a:cubicBezTo>
                      <a:pt x="5" y="49"/>
                      <a:pt x="4" y="49"/>
                      <a:pt x="4" y="49"/>
                    </a:cubicBezTo>
                    <a:cubicBezTo>
                      <a:pt x="3" y="48"/>
                      <a:pt x="3" y="47"/>
                      <a:pt x="2" y="47"/>
                    </a:cubicBezTo>
                    <a:cubicBezTo>
                      <a:pt x="2" y="46"/>
                      <a:pt x="1" y="46"/>
                      <a:pt x="1" y="46"/>
                    </a:cubicBezTo>
                    <a:cubicBezTo>
                      <a:pt x="0" y="44"/>
                      <a:pt x="0" y="43"/>
                      <a:pt x="0" y="41"/>
                    </a:cubicBezTo>
                    <a:cubicBezTo>
                      <a:pt x="0" y="40"/>
                      <a:pt x="0" y="39"/>
                      <a:pt x="0" y="38"/>
                    </a:cubicBezTo>
                    <a:cubicBezTo>
                      <a:pt x="0" y="37"/>
                      <a:pt x="0" y="37"/>
                      <a:pt x="0" y="36"/>
                    </a:cubicBezTo>
                    <a:cubicBezTo>
                      <a:pt x="1" y="36"/>
                      <a:pt x="1" y="35"/>
                      <a:pt x="1" y="35"/>
                    </a:cubicBezTo>
                    <a:cubicBezTo>
                      <a:pt x="2" y="34"/>
                      <a:pt x="2" y="34"/>
                      <a:pt x="3" y="34"/>
                    </a:cubicBezTo>
                    <a:cubicBezTo>
                      <a:pt x="5" y="33"/>
                      <a:pt x="7" y="33"/>
                      <a:pt x="9" y="31"/>
                    </a:cubicBezTo>
                    <a:cubicBezTo>
                      <a:pt x="10" y="30"/>
                      <a:pt x="11" y="28"/>
                      <a:pt x="12" y="27"/>
                    </a:cubicBezTo>
                    <a:cubicBezTo>
                      <a:pt x="13" y="25"/>
                      <a:pt x="13" y="24"/>
                      <a:pt x="1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57" name="Freeform 2960">
                <a:extLst>
                  <a:ext uri="{FF2B5EF4-FFF2-40B4-BE49-F238E27FC236}">
                    <a16:creationId xmlns:a16="http://schemas.microsoft.com/office/drawing/2014/main" id="{B1C54602-D180-4BFE-A4C2-3A7B6BD1C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7"/>
                <a:ext cx="4" cy="13"/>
              </a:xfrm>
              <a:custGeom>
                <a:avLst/>
                <a:gdLst>
                  <a:gd name="T0" fmla="*/ 8 w 10"/>
                  <a:gd name="T1" fmla="*/ 27 h 32"/>
                  <a:gd name="T2" fmla="*/ 6 w 10"/>
                  <a:gd name="T3" fmla="*/ 31 h 32"/>
                  <a:gd name="T4" fmla="*/ 4 w 10"/>
                  <a:gd name="T5" fmla="*/ 31 h 32"/>
                  <a:gd name="T6" fmla="*/ 2 w 10"/>
                  <a:gd name="T7" fmla="*/ 29 h 32"/>
                  <a:gd name="T8" fmla="*/ 1 w 10"/>
                  <a:gd name="T9" fmla="*/ 23 h 32"/>
                  <a:gd name="T10" fmla="*/ 1 w 10"/>
                  <a:gd name="T11" fmla="*/ 15 h 32"/>
                  <a:gd name="T12" fmla="*/ 0 w 10"/>
                  <a:gd name="T13" fmla="*/ 12 h 32"/>
                  <a:gd name="T14" fmla="*/ 0 w 10"/>
                  <a:gd name="T15" fmla="*/ 8 h 32"/>
                  <a:gd name="T16" fmla="*/ 0 w 10"/>
                  <a:gd name="T17" fmla="*/ 5 h 32"/>
                  <a:gd name="T18" fmla="*/ 1 w 10"/>
                  <a:gd name="T19" fmla="*/ 3 h 32"/>
                  <a:gd name="T20" fmla="*/ 3 w 10"/>
                  <a:gd name="T21" fmla="*/ 0 h 32"/>
                  <a:gd name="T22" fmla="*/ 6 w 10"/>
                  <a:gd name="T23" fmla="*/ 1 h 32"/>
                  <a:gd name="T24" fmla="*/ 8 w 10"/>
                  <a:gd name="T25" fmla="*/ 4 h 32"/>
                  <a:gd name="T26" fmla="*/ 10 w 10"/>
                  <a:gd name="T27" fmla="*/ 12 h 32"/>
                  <a:gd name="T28" fmla="*/ 10 w 10"/>
                  <a:gd name="T29" fmla="*/ 14 h 32"/>
                  <a:gd name="T30" fmla="*/ 10 w 10"/>
                  <a:gd name="T31" fmla="*/ 20 h 32"/>
                  <a:gd name="T32" fmla="*/ 9 w 10"/>
                  <a:gd name="T33" fmla="*/ 21 h 32"/>
                  <a:gd name="T34" fmla="*/ 9 w 10"/>
                  <a:gd name="T35" fmla="*/ 24 h 32"/>
                  <a:gd name="T36" fmla="*/ 8 w 10"/>
                  <a:gd name="T3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32">
                    <a:moveTo>
                      <a:pt x="8" y="27"/>
                    </a:moveTo>
                    <a:cubicBezTo>
                      <a:pt x="8" y="28"/>
                      <a:pt x="8" y="32"/>
                      <a:pt x="6" y="31"/>
                    </a:cubicBezTo>
                    <a:cubicBezTo>
                      <a:pt x="5" y="31"/>
                      <a:pt x="4" y="31"/>
                      <a:pt x="4" y="31"/>
                    </a:cubicBezTo>
                    <a:cubicBezTo>
                      <a:pt x="3" y="31"/>
                      <a:pt x="3" y="30"/>
                      <a:pt x="2" y="29"/>
                    </a:cubicBezTo>
                    <a:cubicBezTo>
                      <a:pt x="1" y="27"/>
                      <a:pt x="1" y="25"/>
                      <a:pt x="1" y="23"/>
                    </a:cubicBezTo>
                    <a:cubicBezTo>
                      <a:pt x="1" y="20"/>
                      <a:pt x="1" y="18"/>
                      <a:pt x="1" y="15"/>
                    </a:cubicBezTo>
                    <a:cubicBezTo>
                      <a:pt x="1" y="14"/>
                      <a:pt x="1" y="13"/>
                      <a:pt x="0" y="12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4" y="0"/>
                      <a:pt x="6" y="0"/>
                      <a:pt x="6" y="1"/>
                    </a:cubicBezTo>
                    <a:cubicBezTo>
                      <a:pt x="7" y="2"/>
                      <a:pt x="7" y="3"/>
                      <a:pt x="8" y="4"/>
                    </a:cubicBezTo>
                    <a:cubicBezTo>
                      <a:pt x="9" y="7"/>
                      <a:pt x="9" y="10"/>
                      <a:pt x="10" y="12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6"/>
                      <a:pt x="10" y="18"/>
                      <a:pt x="10" y="20"/>
                    </a:cubicBezTo>
                    <a:cubicBezTo>
                      <a:pt x="10" y="20"/>
                      <a:pt x="9" y="21"/>
                      <a:pt x="9" y="21"/>
                    </a:cubicBezTo>
                    <a:cubicBezTo>
                      <a:pt x="9" y="22"/>
                      <a:pt x="9" y="23"/>
                      <a:pt x="9" y="24"/>
                    </a:cubicBezTo>
                    <a:cubicBezTo>
                      <a:pt x="9" y="25"/>
                      <a:pt x="8" y="26"/>
                      <a:pt x="8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58" name="Freeform 2961">
                <a:extLst>
                  <a:ext uri="{FF2B5EF4-FFF2-40B4-BE49-F238E27FC236}">
                    <a16:creationId xmlns:a16="http://schemas.microsoft.com/office/drawing/2014/main" id="{83C7407B-16D8-4F97-9C89-A1A8AD87E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215"/>
                <a:ext cx="4" cy="17"/>
              </a:xfrm>
              <a:custGeom>
                <a:avLst/>
                <a:gdLst>
                  <a:gd name="T0" fmla="*/ 10 w 11"/>
                  <a:gd name="T1" fmla="*/ 36 h 43"/>
                  <a:gd name="T2" fmla="*/ 11 w 11"/>
                  <a:gd name="T3" fmla="*/ 33 h 43"/>
                  <a:gd name="T4" fmla="*/ 10 w 11"/>
                  <a:gd name="T5" fmla="*/ 28 h 43"/>
                  <a:gd name="T6" fmla="*/ 9 w 11"/>
                  <a:gd name="T7" fmla="*/ 24 h 43"/>
                  <a:gd name="T8" fmla="*/ 8 w 11"/>
                  <a:gd name="T9" fmla="*/ 19 h 43"/>
                  <a:gd name="T10" fmla="*/ 7 w 11"/>
                  <a:gd name="T11" fmla="*/ 15 h 43"/>
                  <a:gd name="T12" fmla="*/ 5 w 11"/>
                  <a:gd name="T13" fmla="*/ 8 h 43"/>
                  <a:gd name="T14" fmla="*/ 5 w 11"/>
                  <a:gd name="T15" fmla="*/ 5 h 43"/>
                  <a:gd name="T16" fmla="*/ 5 w 11"/>
                  <a:gd name="T17" fmla="*/ 3 h 43"/>
                  <a:gd name="T18" fmla="*/ 2 w 11"/>
                  <a:gd name="T19" fmla="*/ 1 h 43"/>
                  <a:gd name="T20" fmla="*/ 0 w 11"/>
                  <a:gd name="T21" fmla="*/ 3 h 43"/>
                  <a:gd name="T22" fmla="*/ 0 w 11"/>
                  <a:gd name="T23" fmla="*/ 9 h 43"/>
                  <a:gd name="T24" fmla="*/ 1 w 11"/>
                  <a:gd name="T25" fmla="*/ 14 h 43"/>
                  <a:gd name="T26" fmla="*/ 1 w 11"/>
                  <a:gd name="T27" fmla="*/ 25 h 43"/>
                  <a:gd name="T28" fmla="*/ 1 w 11"/>
                  <a:gd name="T29" fmla="*/ 32 h 43"/>
                  <a:gd name="T30" fmla="*/ 1 w 11"/>
                  <a:gd name="T31" fmla="*/ 36 h 43"/>
                  <a:gd name="T32" fmla="*/ 2 w 11"/>
                  <a:gd name="T33" fmla="*/ 39 h 43"/>
                  <a:gd name="T34" fmla="*/ 3 w 11"/>
                  <a:gd name="T35" fmla="*/ 42 h 43"/>
                  <a:gd name="T36" fmla="*/ 7 w 11"/>
                  <a:gd name="T37" fmla="*/ 43 h 43"/>
                  <a:gd name="T38" fmla="*/ 9 w 11"/>
                  <a:gd name="T39" fmla="*/ 41 h 43"/>
                  <a:gd name="T40" fmla="*/ 9 w 11"/>
                  <a:gd name="T41" fmla="*/ 39 h 43"/>
                  <a:gd name="T42" fmla="*/ 10 w 11"/>
                  <a:gd name="T43" fmla="*/ 3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43">
                    <a:moveTo>
                      <a:pt x="10" y="36"/>
                    </a:moveTo>
                    <a:cubicBezTo>
                      <a:pt x="10" y="35"/>
                      <a:pt x="11" y="34"/>
                      <a:pt x="11" y="33"/>
                    </a:cubicBezTo>
                    <a:cubicBezTo>
                      <a:pt x="11" y="31"/>
                      <a:pt x="11" y="30"/>
                      <a:pt x="10" y="28"/>
                    </a:cubicBezTo>
                    <a:cubicBezTo>
                      <a:pt x="10" y="27"/>
                      <a:pt x="9" y="25"/>
                      <a:pt x="9" y="24"/>
                    </a:cubicBezTo>
                    <a:cubicBezTo>
                      <a:pt x="9" y="22"/>
                      <a:pt x="9" y="20"/>
                      <a:pt x="8" y="19"/>
                    </a:cubicBezTo>
                    <a:cubicBezTo>
                      <a:pt x="8" y="17"/>
                      <a:pt x="7" y="16"/>
                      <a:pt x="7" y="15"/>
                    </a:cubicBezTo>
                    <a:cubicBezTo>
                      <a:pt x="5" y="13"/>
                      <a:pt x="5" y="11"/>
                      <a:pt x="5" y="8"/>
                    </a:cubicBezTo>
                    <a:cubicBezTo>
                      <a:pt x="5" y="7"/>
                      <a:pt x="5" y="6"/>
                      <a:pt x="5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1" y="11"/>
                      <a:pt x="1" y="12"/>
                      <a:pt x="1" y="14"/>
                    </a:cubicBezTo>
                    <a:cubicBezTo>
                      <a:pt x="2" y="18"/>
                      <a:pt x="1" y="22"/>
                      <a:pt x="1" y="25"/>
                    </a:cubicBezTo>
                    <a:cubicBezTo>
                      <a:pt x="0" y="28"/>
                      <a:pt x="1" y="30"/>
                      <a:pt x="1" y="32"/>
                    </a:cubicBezTo>
                    <a:cubicBezTo>
                      <a:pt x="1" y="34"/>
                      <a:pt x="1" y="35"/>
                      <a:pt x="1" y="36"/>
                    </a:cubicBezTo>
                    <a:cubicBezTo>
                      <a:pt x="1" y="37"/>
                      <a:pt x="1" y="38"/>
                      <a:pt x="2" y="39"/>
                    </a:cubicBezTo>
                    <a:cubicBezTo>
                      <a:pt x="2" y="40"/>
                      <a:pt x="3" y="41"/>
                      <a:pt x="3" y="42"/>
                    </a:cubicBezTo>
                    <a:cubicBezTo>
                      <a:pt x="4" y="43"/>
                      <a:pt x="6" y="43"/>
                      <a:pt x="7" y="43"/>
                    </a:cubicBezTo>
                    <a:cubicBezTo>
                      <a:pt x="8" y="42"/>
                      <a:pt x="8" y="41"/>
                      <a:pt x="9" y="41"/>
                    </a:cubicBezTo>
                    <a:cubicBezTo>
                      <a:pt x="9" y="40"/>
                      <a:pt x="9" y="40"/>
                      <a:pt x="9" y="39"/>
                    </a:cubicBezTo>
                    <a:cubicBezTo>
                      <a:pt x="10" y="38"/>
                      <a:pt x="10" y="37"/>
                      <a:pt x="10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59" name="Freeform 2962">
                <a:extLst>
                  <a:ext uri="{FF2B5EF4-FFF2-40B4-BE49-F238E27FC236}">
                    <a16:creationId xmlns:a16="http://schemas.microsoft.com/office/drawing/2014/main" id="{09FC3156-E384-4AB8-A0DB-B7E4D42E7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215"/>
                <a:ext cx="20" cy="35"/>
              </a:xfrm>
              <a:custGeom>
                <a:avLst/>
                <a:gdLst>
                  <a:gd name="T0" fmla="*/ 31 w 50"/>
                  <a:gd name="T1" fmla="*/ 66 h 86"/>
                  <a:gd name="T2" fmla="*/ 31 w 50"/>
                  <a:gd name="T3" fmla="*/ 55 h 86"/>
                  <a:gd name="T4" fmla="*/ 31 w 50"/>
                  <a:gd name="T5" fmla="*/ 53 h 86"/>
                  <a:gd name="T6" fmla="*/ 32 w 50"/>
                  <a:gd name="T7" fmla="*/ 54 h 86"/>
                  <a:gd name="T8" fmla="*/ 34 w 50"/>
                  <a:gd name="T9" fmla="*/ 63 h 86"/>
                  <a:gd name="T10" fmla="*/ 31 w 50"/>
                  <a:gd name="T11" fmla="*/ 72 h 86"/>
                  <a:gd name="T12" fmla="*/ 29 w 50"/>
                  <a:gd name="T13" fmla="*/ 77 h 86"/>
                  <a:gd name="T14" fmla="*/ 32 w 50"/>
                  <a:gd name="T15" fmla="*/ 83 h 86"/>
                  <a:gd name="T16" fmla="*/ 35 w 50"/>
                  <a:gd name="T17" fmla="*/ 85 h 86"/>
                  <a:gd name="T18" fmla="*/ 37 w 50"/>
                  <a:gd name="T19" fmla="*/ 83 h 86"/>
                  <a:gd name="T20" fmla="*/ 40 w 50"/>
                  <a:gd name="T21" fmla="*/ 80 h 86"/>
                  <a:gd name="T22" fmla="*/ 43 w 50"/>
                  <a:gd name="T23" fmla="*/ 75 h 86"/>
                  <a:gd name="T24" fmla="*/ 43 w 50"/>
                  <a:gd name="T25" fmla="*/ 68 h 86"/>
                  <a:gd name="T26" fmla="*/ 42 w 50"/>
                  <a:gd name="T27" fmla="*/ 66 h 86"/>
                  <a:gd name="T28" fmla="*/ 44 w 50"/>
                  <a:gd name="T29" fmla="*/ 66 h 86"/>
                  <a:gd name="T30" fmla="*/ 47 w 50"/>
                  <a:gd name="T31" fmla="*/ 68 h 86"/>
                  <a:gd name="T32" fmla="*/ 49 w 50"/>
                  <a:gd name="T33" fmla="*/ 68 h 86"/>
                  <a:gd name="T34" fmla="*/ 47 w 50"/>
                  <a:gd name="T35" fmla="*/ 63 h 86"/>
                  <a:gd name="T36" fmla="*/ 42 w 50"/>
                  <a:gd name="T37" fmla="*/ 54 h 86"/>
                  <a:gd name="T38" fmla="*/ 41 w 50"/>
                  <a:gd name="T39" fmla="*/ 51 h 86"/>
                  <a:gd name="T40" fmla="*/ 40 w 50"/>
                  <a:gd name="T41" fmla="*/ 49 h 86"/>
                  <a:gd name="T42" fmla="*/ 41 w 50"/>
                  <a:gd name="T43" fmla="*/ 49 h 86"/>
                  <a:gd name="T44" fmla="*/ 44 w 50"/>
                  <a:gd name="T45" fmla="*/ 52 h 86"/>
                  <a:gd name="T46" fmla="*/ 48 w 50"/>
                  <a:gd name="T47" fmla="*/ 54 h 86"/>
                  <a:gd name="T48" fmla="*/ 49 w 50"/>
                  <a:gd name="T49" fmla="*/ 52 h 86"/>
                  <a:gd name="T50" fmla="*/ 46 w 50"/>
                  <a:gd name="T51" fmla="*/ 47 h 86"/>
                  <a:gd name="T52" fmla="*/ 42 w 50"/>
                  <a:gd name="T53" fmla="*/ 42 h 86"/>
                  <a:gd name="T54" fmla="*/ 39 w 50"/>
                  <a:gd name="T55" fmla="*/ 37 h 86"/>
                  <a:gd name="T56" fmla="*/ 41 w 50"/>
                  <a:gd name="T57" fmla="*/ 30 h 86"/>
                  <a:gd name="T58" fmla="*/ 40 w 50"/>
                  <a:gd name="T59" fmla="*/ 25 h 86"/>
                  <a:gd name="T60" fmla="*/ 37 w 50"/>
                  <a:gd name="T61" fmla="*/ 19 h 86"/>
                  <a:gd name="T62" fmla="*/ 31 w 50"/>
                  <a:gd name="T63" fmla="*/ 15 h 86"/>
                  <a:gd name="T64" fmla="*/ 26 w 50"/>
                  <a:gd name="T65" fmla="*/ 20 h 86"/>
                  <a:gd name="T66" fmla="*/ 21 w 50"/>
                  <a:gd name="T67" fmla="*/ 20 h 86"/>
                  <a:gd name="T68" fmla="*/ 23 w 50"/>
                  <a:gd name="T69" fmla="*/ 15 h 86"/>
                  <a:gd name="T70" fmla="*/ 27 w 50"/>
                  <a:gd name="T71" fmla="*/ 8 h 86"/>
                  <a:gd name="T72" fmla="*/ 25 w 50"/>
                  <a:gd name="T73" fmla="*/ 2 h 86"/>
                  <a:gd name="T74" fmla="*/ 19 w 50"/>
                  <a:gd name="T75" fmla="*/ 0 h 86"/>
                  <a:gd name="T76" fmla="*/ 12 w 50"/>
                  <a:gd name="T77" fmla="*/ 0 h 86"/>
                  <a:gd name="T78" fmla="*/ 5 w 50"/>
                  <a:gd name="T79" fmla="*/ 0 h 86"/>
                  <a:gd name="T80" fmla="*/ 1 w 50"/>
                  <a:gd name="T81" fmla="*/ 2 h 86"/>
                  <a:gd name="T82" fmla="*/ 2 w 50"/>
                  <a:gd name="T83" fmla="*/ 9 h 86"/>
                  <a:gd name="T84" fmla="*/ 5 w 50"/>
                  <a:gd name="T85" fmla="*/ 17 h 86"/>
                  <a:gd name="T86" fmla="*/ 6 w 50"/>
                  <a:gd name="T87" fmla="*/ 24 h 86"/>
                  <a:gd name="T88" fmla="*/ 10 w 50"/>
                  <a:gd name="T89" fmla="*/ 38 h 86"/>
                  <a:gd name="T90" fmla="*/ 15 w 50"/>
                  <a:gd name="T91" fmla="*/ 50 h 86"/>
                  <a:gd name="T92" fmla="*/ 18 w 50"/>
                  <a:gd name="T93" fmla="*/ 54 h 86"/>
                  <a:gd name="T94" fmla="*/ 20 w 50"/>
                  <a:gd name="T95" fmla="*/ 57 h 86"/>
                  <a:gd name="T96" fmla="*/ 21 w 50"/>
                  <a:gd name="T97" fmla="*/ 61 h 86"/>
                  <a:gd name="T98" fmla="*/ 22 w 50"/>
                  <a:gd name="T99" fmla="*/ 64 h 86"/>
                  <a:gd name="T100" fmla="*/ 23 w 50"/>
                  <a:gd name="T101" fmla="*/ 65 h 86"/>
                  <a:gd name="T102" fmla="*/ 24 w 50"/>
                  <a:gd name="T103" fmla="*/ 69 h 86"/>
                  <a:gd name="T104" fmla="*/ 27 w 50"/>
                  <a:gd name="T105" fmla="*/ 73 h 86"/>
                  <a:gd name="T106" fmla="*/ 29 w 50"/>
                  <a:gd name="T107" fmla="*/ 71 h 86"/>
                  <a:gd name="T108" fmla="*/ 30 w 50"/>
                  <a:gd name="T109" fmla="*/ 69 h 86"/>
                  <a:gd name="T110" fmla="*/ 31 w 50"/>
                  <a:gd name="T111" fmla="*/ 6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" h="86">
                    <a:moveTo>
                      <a:pt x="31" y="66"/>
                    </a:moveTo>
                    <a:cubicBezTo>
                      <a:pt x="32" y="62"/>
                      <a:pt x="32" y="59"/>
                      <a:pt x="31" y="55"/>
                    </a:cubicBezTo>
                    <a:cubicBezTo>
                      <a:pt x="31" y="55"/>
                      <a:pt x="31" y="53"/>
                      <a:pt x="31" y="53"/>
                    </a:cubicBezTo>
                    <a:cubicBezTo>
                      <a:pt x="31" y="53"/>
                      <a:pt x="32" y="54"/>
                      <a:pt x="32" y="54"/>
                    </a:cubicBezTo>
                    <a:cubicBezTo>
                      <a:pt x="34" y="56"/>
                      <a:pt x="35" y="60"/>
                      <a:pt x="34" y="63"/>
                    </a:cubicBezTo>
                    <a:cubicBezTo>
                      <a:pt x="34" y="66"/>
                      <a:pt x="33" y="69"/>
                      <a:pt x="31" y="72"/>
                    </a:cubicBezTo>
                    <a:cubicBezTo>
                      <a:pt x="30" y="74"/>
                      <a:pt x="28" y="76"/>
                      <a:pt x="29" y="77"/>
                    </a:cubicBezTo>
                    <a:cubicBezTo>
                      <a:pt x="30" y="79"/>
                      <a:pt x="31" y="81"/>
                      <a:pt x="32" y="83"/>
                    </a:cubicBezTo>
                    <a:cubicBezTo>
                      <a:pt x="32" y="84"/>
                      <a:pt x="33" y="86"/>
                      <a:pt x="35" y="85"/>
                    </a:cubicBezTo>
                    <a:cubicBezTo>
                      <a:pt x="36" y="84"/>
                      <a:pt x="36" y="83"/>
                      <a:pt x="37" y="83"/>
                    </a:cubicBezTo>
                    <a:cubicBezTo>
                      <a:pt x="38" y="82"/>
                      <a:pt x="39" y="81"/>
                      <a:pt x="40" y="80"/>
                    </a:cubicBezTo>
                    <a:cubicBezTo>
                      <a:pt x="41" y="78"/>
                      <a:pt x="43" y="77"/>
                      <a:pt x="43" y="75"/>
                    </a:cubicBezTo>
                    <a:cubicBezTo>
                      <a:pt x="44" y="73"/>
                      <a:pt x="43" y="71"/>
                      <a:pt x="43" y="68"/>
                    </a:cubicBezTo>
                    <a:cubicBezTo>
                      <a:pt x="43" y="68"/>
                      <a:pt x="42" y="66"/>
                      <a:pt x="42" y="66"/>
                    </a:cubicBezTo>
                    <a:cubicBezTo>
                      <a:pt x="43" y="65"/>
                      <a:pt x="43" y="66"/>
                      <a:pt x="44" y="66"/>
                    </a:cubicBezTo>
                    <a:cubicBezTo>
                      <a:pt x="45" y="66"/>
                      <a:pt x="46" y="67"/>
                      <a:pt x="47" y="68"/>
                    </a:cubicBezTo>
                    <a:cubicBezTo>
                      <a:pt x="47" y="68"/>
                      <a:pt x="48" y="69"/>
                      <a:pt x="49" y="68"/>
                    </a:cubicBezTo>
                    <a:cubicBezTo>
                      <a:pt x="50" y="68"/>
                      <a:pt x="47" y="63"/>
                      <a:pt x="47" y="63"/>
                    </a:cubicBezTo>
                    <a:cubicBezTo>
                      <a:pt x="45" y="60"/>
                      <a:pt x="43" y="57"/>
                      <a:pt x="42" y="54"/>
                    </a:cubicBezTo>
                    <a:cubicBezTo>
                      <a:pt x="42" y="53"/>
                      <a:pt x="41" y="52"/>
                      <a:pt x="41" y="51"/>
                    </a:cubicBezTo>
                    <a:cubicBezTo>
                      <a:pt x="40" y="50"/>
                      <a:pt x="40" y="49"/>
                      <a:pt x="40" y="49"/>
                    </a:cubicBezTo>
                    <a:cubicBezTo>
                      <a:pt x="40" y="48"/>
                      <a:pt x="41" y="49"/>
                      <a:pt x="41" y="49"/>
                    </a:cubicBezTo>
                    <a:cubicBezTo>
                      <a:pt x="42" y="50"/>
                      <a:pt x="43" y="51"/>
                      <a:pt x="44" y="52"/>
                    </a:cubicBezTo>
                    <a:cubicBezTo>
                      <a:pt x="45" y="53"/>
                      <a:pt x="46" y="54"/>
                      <a:pt x="48" y="54"/>
                    </a:cubicBezTo>
                    <a:cubicBezTo>
                      <a:pt x="49" y="54"/>
                      <a:pt x="49" y="53"/>
                      <a:pt x="49" y="52"/>
                    </a:cubicBezTo>
                    <a:cubicBezTo>
                      <a:pt x="48" y="50"/>
                      <a:pt x="47" y="48"/>
                      <a:pt x="46" y="47"/>
                    </a:cubicBezTo>
                    <a:cubicBezTo>
                      <a:pt x="45" y="45"/>
                      <a:pt x="44" y="44"/>
                      <a:pt x="42" y="42"/>
                    </a:cubicBezTo>
                    <a:cubicBezTo>
                      <a:pt x="41" y="41"/>
                      <a:pt x="39" y="39"/>
                      <a:pt x="39" y="37"/>
                    </a:cubicBezTo>
                    <a:cubicBezTo>
                      <a:pt x="40" y="35"/>
                      <a:pt x="41" y="33"/>
                      <a:pt x="41" y="30"/>
                    </a:cubicBezTo>
                    <a:cubicBezTo>
                      <a:pt x="41" y="29"/>
                      <a:pt x="41" y="27"/>
                      <a:pt x="40" y="25"/>
                    </a:cubicBezTo>
                    <a:cubicBezTo>
                      <a:pt x="39" y="23"/>
                      <a:pt x="38" y="21"/>
                      <a:pt x="37" y="19"/>
                    </a:cubicBezTo>
                    <a:cubicBezTo>
                      <a:pt x="36" y="17"/>
                      <a:pt x="34" y="15"/>
                      <a:pt x="31" y="15"/>
                    </a:cubicBezTo>
                    <a:cubicBezTo>
                      <a:pt x="29" y="16"/>
                      <a:pt x="28" y="19"/>
                      <a:pt x="26" y="20"/>
                    </a:cubicBezTo>
                    <a:cubicBezTo>
                      <a:pt x="24" y="21"/>
                      <a:pt x="22" y="22"/>
                      <a:pt x="21" y="20"/>
                    </a:cubicBezTo>
                    <a:cubicBezTo>
                      <a:pt x="20" y="18"/>
                      <a:pt x="22" y="16"/>
                      <a:pt x="23" y="15"/>
                    </a:cubicBezTo>
                    <a:cubicBezTo>
                      <a:pt x="24" y="12"/>
                      <a:pt x="26" y="10"/>
                      <a:pt x="27" y="8"/>
                    </a:cubicBezTo>
                    <a:cubicBezTo>
                      <a:pt x="27" y="6"/>
                      <a:pt x="27" y="4"/>
                      <a:pt x="25" y="2"/>
                    </a:cubicBezTo>
                    <a:cubicBezTo>
                      <a:pt x="24" y="1"/>
                      <a:pt x="21" y="1"/>
                      <a:pt x="19" y="0"/>
                    </a:cubicBezTo>
                    <a:cubicBezTo>
                      <a:pt x="17" y="0"/>
                      <a:pt x="14" y="0"/>
                      <a:pt x="12" y="0"/>
                    </a:cubicBezTo>
                    <a:cubicBezTo>
                      <a:pt x="10" y="0"/>
                      <a:pt x="8" y="0"/>
                      <a:pt x="5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5"/>
                      <a:pt x="1" y="7"/>
                      <a:pt x="2" y="9"/>
                    </a:cubicBezTo>
                    <a:cubicBezTo>
                      <a:pt x="3" y="12"/>
                      <a:pt x="5" y="14"/>
                      <a:pt x="5" y="17"/>
                    </a:cubicBezTo>
                    <a:cubicBezTo>
                      <a:pt x="6" y="19"/>
                      <a:pt x="6" y="21"/>
                      <a:pt x="6" y="24"/>
                    </a:cubicBezTo>
                    <a:cubicBezTo>
                      <a:pt x="6" y="29"/>
                      <a:pt x="8" y="33"/>
                      <a:pt x="10" y="38"/>
                    </a:cubicBezTo>
                    <a:cubicBezTo>
                      <a:pt x="12" y="42"/>
                      <a:pt x="13" y="46"/>
                      <a:pt x="15" y="50"/>
                    </a:cubicBezTo>
                    <a:cubicBezTo>
                      <a:pt x="16" y="51"/>
                      <a:pt x="17" y="52"/>
                      <a:pt x="18" y="54"/>
                    </a:cubicBezTo>
                    <a:cubicBezTo>
                      <a:pt x="19" y="55"/>
                      <a:pt x="19" y="56"/>
                      <a:pt x="20" y="57"/>
                    </a:cubicBezTo>
                    <a:cubicBezTo>
                      <a:pt x="20" y="59"/>
                      <a:pt x="21" y="60"/>
                      <a:pt x="21" y="61"/>
                    </a:cubicBezTo>
                    <a:cubicBezTo>
                      <a:pt x="22" y="62"/>
                      <a:pt x="22" y="63"/>
                      <a:pt x="22" y="64"/>
                    </a:cubicBezTo>
                    <a:cubicBezTo>
                      <a:pt x="22" y="64"/>
                      <a:pt x="23" y="65"/>
                      <a:pt x="23" y="65"/>
                    </a:cubicBezTo>
                    <a:cubicBezTo>
                      <a:pt x="23" y="67"/>
                      <a:pt x="24" y="68"/>
                      <a:pt x="24" y="69"/>
                    </a:cubicBezTo>
                    <a:cubicBezTo>
                      <a:pt x="25" y="70"/>
                      <a:pt x="25" y="73"/>
                      <a:pt x="27" y="73"/>
                    </a:cubicBezTo>
                    <a:cubicBezTo>
                      <a:pt x="28" y="73"/>
                      <a:pt x="28" y="72"/>
                      <a:pt x="29" y="71"/>
                    </a:cubicBezTo>
                    <a:cubicBezTo>
                      <a:pt x="29" y="70"/>
                      <a:pt x="30" y="70"/>
                      <a:pt x="30" y="69"/>
                    </a:cubicBezTo>
                    <a:cubicBezTo>
                      <a:pt x="31" y="68"/>
                      <a:pt x="31" y="67"/>
                      <a:pt x="31" y="6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60" name="Freeform 2963">
                <a:extLst>
                  <a:ext uri="{FF2B5EF4-FFF2-40B4-BE49-F238E27FC236}">
                    <a16:creationId xmlns:a16="http://schemas.microsoft.com/office/drawing/2014/main" id="{C0DFCC6B-E507-4994-99AF-B51315117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215"/>
                <a:ext cx="21" cy="46"/>
              </a:xfrm>
              <a:custGeom>
                <a:avLst/>
                <a:gdLst>
                  <a:gd name="T0" fmla="*/ 47 w 52"/>
                  <a:gd name="T1" fmla="*/ 63 h 112"/>
                  <a:gd name="T2" fmla="*/ 45 w 52"/>
                  <a:gd name="T3" fmla="*/ 63 h 112"/>
                  <a:gd name="T4" fmla="*/ 45 w 52"/>
                  <a:gd name="T5" fmla="*/ 56 h 112"/>
                  <a:gd name="T6" fmla="*/ 42 w 52"/>
                  <a:gd name="T7" fmla="*/ 47 h 112"/>
                  <a:gd name="T8" fmla="*/ 40 w 52"/>
                  <a:gd name="T9" fmla="*/ 43 h 112"/>
                  <a:gd name="T10" fmla="*/ 37 w 52"/>
                  <a:gd name="T11" fmla="*/ 41 h 112"/>
                  <a:gd name="T12" fmla="*/ 35 w 52"/>
                  <a:gd name="T13" fmla="*/ 38 h 112"/>
                  <a:gd name="T14" fmla="*/ 36 w 52"/>
                  <a:gd name="T15" fmla="*/ 33 h 112"/>
                  <a:gd name="T16" fmla="*/ 35 w 52"/>
                  <a:gd name="T17" fmla="*/ 28 h 112"/>
                  <a:gd name="T18" fmla="*/ 35 w 52"/>
                  <a:gd name="T19" fmla="*/ 22 h 112"/>
                  <a:gd name="T20" fmla="*/ 34 w 52"/>
                  <a:gd name="T21" fmla="*/ 18 h 112"/>
                  <a:gd name="T22" fmla="*/ 35 w 52"/>
                  <a:gd name="T23" fmla="*/ 16 h 112"/>
                  <a:gd name="T24" fmla="*/ 31 w 52"/>
                  <a:gd name="T25" fmla="*/ 10 h 112"/>
                  <a:gd name="T26" fmla="*/ 28 w 52"/>
                  <a:gd name="T27" fmla="*/ 5 h 112"/>
                  <a:gd name="T28" fmla="*/ 17 w 52"/>
                  <a:gd name="T29" fmla="*/ 2 h 112"/>
                  <a:gd name="T30" fmla="*/ 15 w 52"/>
                  <a:gd name="T31" fmla="*/ 14 h 112"/>
                  <a:gd name="T32" fmla="*/ 5 w 52"/>
                  <a:gd name="T33" fmla="*/ 23 h 112"/>
                  <a:gd name="T34" fmla="*/ 6 w 52"/>
                  <a:gd name="T35" fmla="*/ 40 h 112"/>
                  <a:gd name="T36" fmla="*/ 16 w 52"/>
                  <a:gd name="T37" fmla="*/ 49 h 112"/>
                  <a:gd name="T38" fmla="*/ 26 w 52"/>
                  <a:gd name="T39" fmla="*/ 58 h 112"/>
                  <a:gd name="T40" fmla="*/ 31 w 52"/>
                  <a:gd name="T41" fmla="*/ 63 h 112"/>
                  <a:gd name="T42" fmla="*/ 31 w 52"/>
                  <a:gd name="T43" fmla="*/ 75 h 112"/>
                  <a:gd name="T44" fmla="*/ 32 w 52"/>
                  <a:gd name="T45" fmla="*/ 83 h 112"/>
                  <a:gd name="T46" fmla="*/ 30 w 52"/>
                  <a:gd name="T47" fmla="*/ 88 h 112"/>
                  <a:gd name="T48" fmla="*/ 34 w 52"/>
                  <a:gd name="T49" fmla="*/ 93 h 112"/>
                  <a:gd name="T50" fmla="*/ 39 w 52"/>
                  <a:gd name="T51" fmla="*/ 99 h 112"/>
                  <a:gd name="T52" fmla="*/ 42 w 52"/>
                  <a:gd name="T53" fmla="*/ 104 h 112"/>
                  <a:gd name="T54" fmla="*/ 46 w 52"/>
                  <a:gd name="T55" fmla="*/ 109 h 112"/>
                  <a:gd name="T56" fmla="*/ 49 w 52"/>
                  <a:gd name="T57" fmla="*/ 111 h 112"/>
                  <a:gd name="T58" fmla="*/ 51 w 52"/>
                  <a:gd name="T59" fmla="*/ 102 h 112"/>
                  <a:gd name="T60" fmla="*/ 52 w 52"/>
                  <a:gd name="T61" fmla="*/ 90 h 112"/>
                  <a:gd name="T62" fmla="*/ 52 w 52"/>
                  <a:gd name="T63" fmla="*/ 83 h 112"/>
                  <a:gd name="T64" fmla="*/ 51 w 52"/>
                  <a:gd name="T65" fmla="*/ 70 h 112"/>
                  <a:gd name="T66" fmla="*/ 49 w 52"/>
                  <a:gd name="T67" fmla="*/ 64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2" h="112">
                    <a:moveTo>
                      <a:pt x="48" y="63"/>
                    </a:move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6" y="63"/>
                    </a:cubicBezTo>
                    <a:cubicBezTo>
                      <a:pt x="46" y="63"/>
                      <a:pt x="46" y="63"/>
                      <a:pt x="45" y="63"/>
                    </a:cubicBezTo>
                    <a:cubicBezTo>
                      <a:pt x="44" y="62"/>
                      <a:pt x="44" y="61"/>
                      <a:pt x="45" y="60"/>
                    </a:cubicBezTo>
                    <a:cubicBezTo>
                      <a:pt x="45" y="59"/>
                      <a:pt x="45" y="58"/>
                      <a:pt x="45" y="56"/>
                    </a:cubicBezTo>
                    <a:cubicBezTo>
                      <a:pt x="46" y="54"/>
                      <a:pt x="44" y="51"/>
                      <a:pt x="43" y="49"/>
                    </a:cubicBezTo>
                    <a:cubicBezTo>
                      <a:pt x="43" y="49"/>
                      <a:pt x="42" y="48"/>
                      <a:pt x="42" y="47"/>
                    </a:cubicBezTo>
                    <a:cubicBezTo>
                      <a:pt x="42" y="47"/>
                      <a:pt x="42" y="46"/>
                      <a:pt x="42" y="45"/>
                    </a:cubicBezTo>
                    <a:cubicBezTo>
                      <a:pt x="41" y="44"/>
                      <a:pt x="41" y="43"/>
                      <a:pt x="40" y="43"/>
                    </a:cubicBezTo>
                    <a:cubicBezTo>
                      <a:pt x="40" y="42"/>
                      <a:pt x="39" y="42"/>
                      <a:pt x="38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1"/>
                      <a:pt x="36" y="41"/>
                      <a:pt x="36" y="40"/>
                    </a:cubicBezTo>
                    <a:cubicBezTo>
                      <a:pt x="35" y="39"/>
                      <a:pt x="35" y="39"/>
                      <a:pt x="35" y="38"/>
                    </a:cubicBezTo>
                    <a:cubicBezTo>
                      <a:pt x="35" y="37"/>
                      <a:pt x="36" y="37"/>
                      <a:pt x="36" y="36"/>
                    </a:cubicBezTo>
                    <a:cubicBezTo>
                      <a:pt x="36" y="35"/>
                      <a:pt x="36" y="34"/>
                      <a:pt x="36" y="33"/>
                    </a:cubicBezTo>
                    <a:cubicBezTo>
                      <a:pt x="36" y="32"/>
                      <a:pt x="36" y="31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5" y="27"/>
                      <a:pt x="35" y="26"/>
                      <a:pt x="35" y="24"/>
                    </a:cubicBezTo>
                    <a:cubicBezTo>
                      <a:pt x="35" y="24"/>
                      <a:pt x="35" y="23"/>
                      <a:pt x="35" y="22"/>
                    </a:cubicBezTo>
                    <a:cubicBezTo>
                      <a:pt x="35" y="21"/>
                      <a:pt x="34" y="20"/>
                      <a:pt x="34" y="19"/>
                    </a:cubicBezTo>
                    <a:cubicBezTo>
                      <a:pt x="34" y="19"/>
                      <a:pt x="34" y="18"/>
                      <a:pt x="34" y="18"/>
                    </a:cubicBezTo>
                    <a:cubicBezTo>
                      <a:pt x="35" y="18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5"/>
                      <a:pt x="34" y="14"/>
                      <a:pt x="33" y="13"/>
                    </a:cubicBezTo>
                    <a:cubicBezTo>
                      <a:pt x="32" y="12"/>
                      <a:pt x="32" y="11"/>
                      <a:pt x="31" y="10"/>
                    </a:cubicBezTo>
                    <a:cubicBezTo>
                      <a:pt x="31" y="9"/>
                      <a:pt x="30" y="8"/>
                      <a:pt x="29" y="7"/>
                    </a:cubicBezTo>
                    <a:cubicBezTo>
                      <a:pt x="29" y="7"/>
                      <a:pt x="28" y="6"/>
                      <a:pt x="28" y="5"/>
                    </a:cubicBezTo>
                    <a:cubicBezTo>
                      <a:pt x="27" y="3"/>
                      <a:pt x="25" y="1"/>
                      <a:pt x="23" y="0"/>
                    </a:cubicBezTo>
                    <a:cubicBezTo>
                      <a:pt x="21" y="0"/>
                      <a:pt x="19" y="0"/>
                      <a:pt x="17" y="2"/>
                    </a:cubicBezTo>
                    <a:cubicBezTo>
                      <a:pt x="15" y="3"/>
                      <a:pt x="15" y="6"/>
                      <a:pt x="15" y="8"/>
                    </a:cubicBezTo>
                    <a:cubicBezTo>
                      <a:pt x="16" y="10"/>
                      <a:pt x="17" y="13"/>
                      <a:pt x="15" y="14"/>
                    </a:cubicBezTo>
                    <a:cubicBezTo>
                      <a:pt x="13" y="16"/>
                      <a:pt x="10" y="15"/>
                      <a:pt x="8" y="17"/>
                    </a:cubicBezTo>
                    <a:cubicBezTo>
                      <a:pt x="7" y="19"/>
                      <a:pt x="6" y="21"/>
                      <a:pt x="5" y="23"/>
                    </a:cubicBezTo>
                    <a:cubicBezTo>
                      <a:pt x="5" y="24"/>
                      <a:pt x="3" y="25"/>
                      <a:pt x="2" y="27"/>
                    </a:cubicBezTo>
                    <a:cubicBezTo>
                      <a:pt x="0" y="31"/>
                      <a:pt x="4" y="37"/>
                      <a:pt x="6" y="40"/>
                    </a:cubicBezTo>
                    <a:cubicBezTo>
                      <a:pt x="8" y="43"/>
                      <a:pt x="10" y="45"/>
                      <a:pt x="13" y="47"/>
                    </a:cubicBezTo>
                    <a:cubicBezTo>
                      <a:pt x="14" y="47"/>
                      <a:pt x="15" y="48"/>
                      <a:pt x="16" y="49"/>
                    </a:cubicBezTo>
                    <a:cubicBezTo>
                      <a:pt x="17" y="50"/>
                      <a:pt x="17" y="51"/>
                      <a:pt x="18" y="52"/>
                    </a:cubicBezTo>
                    <a:cubicBezTo>
                      <a:pt x="21" y="55"/>
                      <a:pt x="23" y="56"/>
                      <a:pt x="26" y="58"/>
                    </a:cubicBezTo>
                    <a:cubicBezTo>
                      <a:pt x="28" y="58"/>
                      <a:pt x="29" y="59"/>
                      <a:pt x="30" y="60"/>
                    </a:cubicBezTo>
                    <a:cubicBezTo>
                      <a:pt x="30" y="61"/>
                      <a:pt x="30" y="62"/>
                      <a:pt x="31" y="63"/>
                    </a:cubicBezTo>
                    <a:cubicBezTo>
                      <a:pt x="31" y="66"/>
                      <a:pt x="31" y="69"/>
                      <a:pt x="31" y="72"/>
                    </a:cubicBezTo>
                    <a:cubicBezTo>
                      <a:pt x="31" y="73"/>
                      <a:pt x="31" y="74"/>
                      <a:pt x="31" y="75"/>
                    </a:cubicBezTo>
                    <a:cubicBezTo>
                      <a:pt x="31" y="76"/>
                      <a:pt x="31" y="77"/>
                      <a:pt x="32" y="78"/>
                    </a:cubicBezTo>
                    <a:cubicBezTo>
                      <a:pt x="33" y="79"/>
                      <a:pt x="34" y="81"/>
                      <a:pt x="32" y="83"/>
                    </a:cubicBezTo>
                    <a:cubicBezTo>
                      <a:pt x="32" y="84"/>
                      <a:pt x="31" y="85"/>
                      <a:pt x="30" y="86"/>
                    </a:cubicBezTo>
                    <a:cubicBezTo>
                      <a:pt x="30" y="87"/>
                      <a:pt x="29" y="87"/>
                      <a:pt x="30" y="88"/>
                    </a:cubicBezTo>
                    <a:cubicBezTo>
                      <a:pt x="30" y="89"/>
                      <a:pt x="31" y="89"/>
                      <a:pt x="31" y="90"/>
                    </a:cubicBezTo>
                    <a:cubicBezTo>
                      <a:pt x="32" y="91"/>
                      <a:pt x="33" y="92"/>
                      <a:pt x="34" y="93"/>
                    </a:cubicBezTo>
                    <a:cubicBezTo>
                      <a:pt x="35" y="94"/>
                      <a:pt x="36" y="96"/>
                      <a:pt x="37" y="97"/>
                    </a:cubicBezTo>
                    <a:cubicBezTo>
                      <a:pt x="38" y="98"/>
                      <a:pt x="38" y="99"/>
                      <a:pt x="39" y="99"/>
                    </a:cubicBezTo>
                    <a:cubicBezTo>
                      <a:pt x="39" y="100"/>
                      <a:pt x="40" y="101"/>
                      <a:pt x="40" y="101"/>
                    </a:cubicBezTo>
                    <a:cubicBezTo>
                      <a:pt x="41" y="102"/>
                      <a:pt x="42" y="103"/>
                      <a:pt x="42" y="104"/>
                    </a:cubicBezTo>
                    <a:cubicBezTo>
                      <a:pt x="42" y="104"/>
                      <a:pt x="43" y="105"/>
                      <a:pt x="43" y="105"/>
                    </a:cubicBezTo>
                    <a:cubicBezTo>
                      <a:pt x="44" y="106"/>
                      <a:pt x="45" y="108"/>
                      <a:pt x="46" y="109"/>
                    </a:cubicBezTo>
                    <a:cubicBezTo>
                      <a:pt x="46" y="110"/>
                      <a:pt x="47" y="110"/>
                      <a:pt x="47" y="111"/>
                    </a:cubicBezTo>
                    <a:cubicBezTo>
                      <a:pt x="48" y="112"/>
                      <a:pt x="48" y="112"/>
                      <a:pt x="49" y="111"/>
                    </a:cubicBezTo>
                    <a:cubicBezTo>
                      <a:pt x="51" y="110"/>
                      <a:pt x="50" y="107"/>
                      <a:pt x="50" y="105"/>
                    </a:cubicBezTo>
                    <a:cubicBezTo>
                      <a:pt x="51" y="104"/>
                      <a:pt x="51" y="103"/>
                      <a:pt x="51" y="102"/>
                    </a:cubicBezTo>
                    <a:cubicBezTo>
                      <a:pt x="51" y="101"/>
                      <a:pt x="51" y="99"/>
                      <a:pt x="52" y="98"/>
                    </a:cubicBezTo>
                    <a:cubicBezTo>
                      <a:pt x="52" y="96"/>
                      <a:pt x="52" y="93"/>
                      <a:pt x="52" y="90"/>
                    </a:cubicBezTo>
                    <a:cubicBezTo>
                      <a:pt x="51" y="89"/>
                      <a:pt x="51" y="88"/>
                      <a:pt x="51" y="86"/>
                    </a:cubicBezTo>
                    <a:cubicBezTo>
                      <a:pt x="51" y="85"/>
                      <a:pt x="51" y="84"/>
                      <a:pt x="52" y="83"/>
                    </a:cubicBezTo>
                    <a:cubicBezTo>
                      <a:pt x="52" y="81"/>
                      <a:pt x="52" y="79"/>
                      <a:pt x="52" y="77"/>
                    </a:cubicBezTo>
                    <a:cubicBezTo>
                      <a:pt x="51" y="74"/>
                      <a:pt x="51" y="72"/>
                      <a:pt x="51" y="70"/>
                    </a:cubicBezTo>
                    <a:cubicBezTo>
                      <a:pt x="50" y="68"/>
                      <a:pt x="50" y="67"/>
                      <a:pt x="49" y="65"/>
                    </a:cubicBezTo>
                    <a:cubicBezTo>
                      <a:pt x="49" y="65"/>
                      <a:pt x="49" y="64"/>
                      <a:pt x="49" y="64"/>
                    </a:cubicBezTo>
                    <a:cubicBezTo>
                      <a:pt x="49" y="63"/>
                      <a:pt x="48" y="63"/>
                      <a:pt x="48" y="6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61" name="Freeform 2964">
                <a:extLst>
                  <a:ext uri="{FF2B5EF4-FFF2-40B4-BE49-F238E27FC236}">
                    <a16:creationId xmlns:a16="http://schemas.microsoft.com/office/drawing/2014/main" id="{3BD55380-F17B-4715-A29D-88CF919D2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580"/>
                <a:ext cx="5" cy="6"/>
              </a:xfrm>
              <a:custGeom>
                <a:avLst/>
                <a:gdLst>
                  <a:gd name="T0" fmla="*/ 2 w 13"/>
                  <a:gd name="T1" fmla="*/ 13 h 13"/>
                  <a:gd name="T2" fmla="*/ 0 w 13"/>
                  <a:gd name="T3" fmla="*/ 10 h 13"/>
                  <a:gd name="T4" fmla="*/ 1 w 13"/>
                  <a:gd name="T5" fmla="*/ 7 h 13"/>
                  <a:gd name="T6" fmla="*/ 6 w 13"/>
                  <a:gd name="T7" fmla="*/ 6 h 13"/>
                  <a:gd name="T8" fmla="*/ 10 w 13"/>
                  <a:gd name="T9" fmla="*/ 0 h 13"/>
                  <a:gd name="T10" fmla="*/ 11 w 13"/>
                  <a:gd name="T11" fmla="*/ 2 h 13"/>
                  <a:gd name="T12" fmla="*/ 12 w 13"/>
                  <a:gd name="T13" fmla="*/ 5 h 13"/>
                  <a:gd name="T14" fmla="*/ 11 w 13"/>
                  <a:gd name="T15" fmla="*/ 11 h 13"/>
                  <a:gd name="T16" fmla="*/ 2 w 13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2" y="13"/>
                    </a:moveTo>
                    <a:cubicBezTo>
                      <a:pt x="1" y="12"/>
                      <a:pt x="1" y="11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3" y="6"/>
                      <a:pt x="4" y="7"/>
                      <a:pt x="6" y="6"/>
                    </a:cubicBezTo>
                    <a:cubicBezTo>
                      <a:pt x="7" y="4"/>
                      <a:pt x="7" y="1"/>
                      <a:pt x="10" y="0"/>
                    </a:cubicBezTo>
                    <a:cubicBezTo>
                      <a:pt x="11" y="0"/>
                      <a:pt x="11" y="2"/>
                      <a:pt x="11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3" y="8"/>
                      <a:pt x="13" y="10"/>
                      <a:pt x="11" y="11"/>
                    </a:cubicBezTo>
                    <a:cubicBezTo>
                      <a:pt x="9" y="13"/>
                      <a:pt x="5" y="13"/>
                      <a:pt x="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62" name="Freeform 2965">
                <a:extLst>
                  <a:ext uri="{FF2B5EF4-FFF2-40B4-BE49-F238E27FC236}">
                    <a16:creationId xmlns:a16="http://schemas.microsoft.com/office/drawing/2014/main" id="{ECC83DCD-3168-40F9-AEFE-02C9532FF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578"/>
                <a:ext cx="11" cy="11"/>
              </a:xfrm>
              <a:custGeom>
                <a:avLst/>
                <a:gdLst>
                  <a:gd name="T0" fmla="*/ 21 w 26"/>
                  <a:gd name="T1" fmla="*/ 21 h 26"/>
                  <a:gd name="T2" fmla="*/ 17 w 26"/>
                  <a:gd name="T3" fmla="*/ 22 h 26"/>
                  <a:gd name="T4" fmla="*/ 15 w 26"/>
                  <a:gd name="T5" fmla="*/ 25 h 26"/>
                  <a:gd name="T6" fmla="*/ 10 w 26"/>
                  <a:gd name="T7" fmla="*/ 20 h 26"/>
                  <a:gd name="T8" fmla="*/ 6 w 26"/>
                  <a:gd name="T9" fmla="*/ 19 h 26"/>
                  <a:gd name="T10" fmla="*/ 4 w 26"/>
                  <a:gd name="T11" fmla="*/ 16 h 26"/>
                  <a:gd name="T12" fmla="*/ 1 w 26"/>
                  <a:gd name="T13" fmla="*/ 9 h 26"/>
                  <a:gd name="T14" fmla="*/ 7 w 26"/>
                  <a:gd name="T15" fmla="*/ 0 h 26"/>
                  <a:gd name="T16" fmla="*/ 12 w 26"/>
                  <a:gd name="T17" fmla="*/ 2 h 26"/>
                  <a:gd name="T18" fmla="*/ 18 w 26"/>
                  <a:gd name="T19" fmla="*/ 1 h 26"/>
                  <a:gd name="T20" fmla="*/ 22 w 26"/>
                  <a:gd name="T21" fmla="*/ 0 h 26"/>
                  <a:gd name="T22" fmla="*/ 25 w 26"/>
                  <a:gd name="T23" fmla="*/ 1 h 26"/>
                  <a:gd name="T24" fmla="*/ 26 w 26"/>
                  <a:gd name="T25" fmla="*/ 6 h 26"/>
                  <a:gd name="T26" fmla="*/ 21 w 26"/>
                  <a:gd name="T27" fmla="*/ 9 h 26"/>
                  <a:gd name="T28" fmla="*/ 16 w 26"/>
                  <a:gd name="T29" fmla="*/ 9 h 26"/>
                  <a:gd name="T30" fmla="*/ 19 w 26"/>
                  <a:gd name="T31" fmla="*/ 15 h 26"/>
                  <a:gd name="T32" fmla="*/ 22 w 26"/>
                  <a:gd name="T33" fmla="*/ 16 h 26"/>
                  <a:gd name="T34" fmla="*/ 22 w 26"/>
                  <a:gd name="T35" fmla="*/ 18 h 26"/>
                  <a:gd name="T36" fmla="*/ 21 w 26"/>
                  <a:gd name="T37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6">
                    <a:moveTo>
                      <a:pt x="21" y="21"/>
                    </a:moveTo>
                    <a:cubicBezTo>
                      <a:pt x="19" y="21"/>
                      <a:pt x="18" y="21"/>
                      <a:pt x="17" y="22"/>
                    </a:cubicBezTo>
                    <a:cubicBezTo>
                      <a:pt x="16" y="23"/>
                      <a:pt x="17" y="24"/>
                      <a:pt x="15" y="25"/>
                    </a:cubicBezTo>
                    <a:cubicBezTo>
                      <a:pt x="12" y="26"/>
                      <a:pt x="11" y="23"/>
                      <a:pt x="10" y="20"/>
                    </a:cubicBezTo>
                    <a:cubicBezTo>
                      <a:pt x="8" y="19"/>
                      <a:pt x="8" y="19"/>
                      <a:pt x="6" y="19"/>
                    </a:cubicBezTo>
                    <a:cubicBezTo>
                      <a:pt x="4" y="19"/>
                      <a:pt x="4" y="17"/>
                      <a:pt x="4" y="16"/>
                    </a:cubicBezTo>
                    <a:cubicBezTo>
                      <a:pt x="3" y="14"/>
                      <a:pt x="1" y="12"/>
                      <a:pt x="1" y="9"/>
                    </a:cubicBezTo>
                    <a:cubicBezTo>
                      <a:pt x="0" y="6"/>
                      <a:pt x="3" y="0"/>
                      <a:pt x="7" y="0"/>
                    </a:cubicBezTo>
                    <a:cubicBezTo>
                      <a:pt x="9" y="1"/>
                      <a:pt x="10" y="2"/>
                      <a:pt x="12" y="2"/>
                    </a:cubicBezTo>
                    <a:cubicBezTo>
                      <a:pt x="15" y="2"/>
                      <a:pt x="16" y="2"/>
                      <a:pt x="18" y="1"/>
                    </a:cubicBezTo>
                    <a:cubicBezTo>
                      <a:pt x="19" y="0"/>
                      <a:pt x="21" y="0"/>
                      <a:pt x="22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6" y="3"/>
                      <a:pt x="26" y="5"/>
                      <a:pt x="26" y="6"/>
                    </a:cubicBezTo>
                    <a:cubicBezTo>
                      <a:pt x="25" y="8"/>
                      <a:pt x="23" y="8"/>
                      <a:pt x="21" y="9"/>
                    </a:cubicBezTo>
                    <a:cubicBezTo>
                      <a:pt x="20" y="9"/>
                      <a:pt x="17" y="8"/>
                      <a:pt x="16" y="9"/>
                    </a:cubicBezTo>
                    <a:cubicBezTo>
                      <a:pt x="14" y="11"/>
                      <a:pt x="17" y="14"/>
                      <a:pt x="19" y="15"/>
                    </a:cubicBezTo>
                    <a:cubicBezTo>
                      <a:pt x="20" y="15"/>
                      <a:pt x="21" y="15"/>
                      <a:pt x="22" y="16"/>
                    </a:cubicBezTo>
                    <a:cubicBezTo>
                      <a:pt x="23" y="16"/>
                      <a:pt x="22" y="17"/>
                      <a:pt x="22" y="18"/>
                    </a:cubicBezTo>
                    <a:cubicBezTo>
                      <a:pt x="22" y="20"/>
                      <a:pt x="22" y="20"/>
                      <a:pt x="21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63" name="Freeform 2966">
                <a:extLst>
                  <a:ext uri="{FF2B5EF4-FFF2-40B4-BE49-F238E27FC236}">
                    <a16:creationId xmlns:a16="http://schemas.microsoft.com/office/drawing/2014/main" id="{7F7FCA0B-A9C1-4566-A3AE-C27F3D896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567"/>
                <a:ext cx="5" cy="4"/>
              </a:xfrm>
              <a:custGeom>
                <a:avLst/>
                <a:gdLst>
                  <a:gd name="T0" fmla="*/ 5 w 12"/>
                  <a:gd name="T1" fmla="*/ 1 h 12"/>
                  <a:gd name="T2" fmla="*/ 8 w 12"/>
                  <a:gd name="T3" fmla="*/ 1 h 12"/>
                  <a:gd name="T4" fmla="*/ 11 w 12"/>
                  <a:gd name="T5" fmla="*/ 1 h 12"/>
                  <a:gd name="T6" fmla="*/ 12 w 12"/>
                  <a:gd name="T7" fmla="*/ 4 h 12"/>
                  <a:gd name="T8" fmla="*/ 12 w 12"/>
                  <a:gd name="T9" fmla="*/ 8 h 12"/>
                  <a:gd name="T10" fmla="*/ 11 w 12"/>
                  <a:gd name="T11" fmla="*/ 11 h 12"/>
                  <a:gd name="T12" fmla="*/ 6 w 12"/>
                  <a:gd name="T13" fmla="*/ 11 h 12"/>
                  <a:gd name="T14" fmla="*/ 2 w 12"/>
                  <a:gd name="T15" fmla="*/ 10 h 12"/>
                  <a:gd name="T16" fmla="*/ 0 w 12"/>
                  <a:gd name="T17" fmla="*/ 4 h 12"/>
                  <a:gd name="T18" fmla="*/ 1 w 12"/>
                  <a:gd name="T19" fmla="*/ 1 h 12"/>
                  <a:gd name="T20" fmla="*/ 5 w 12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5" y="1"/>
                    </a:moveTo>
                    <a:cubicBezTo>
                      <a:pt x="6" y="0"/>
                      <a:pt x="7" y="1"/>
                      <a:pt x="8" y="1"/>
                    </a:cubicBezTo>
                    <a:cubicBezTo>
                      <a:pt x="9" y="1"/>
                      <a:pt x="10" y="0"/>
                      <a:pt x="11" y="1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5"/>
                      <a:pt x="12" y="7"/>
                      <a:pt x="12" y="8"/>
                    </a:cubicBezTo>
                    <a:cubicBezTo>
                      <a:pt x="12" y="9"/>
                      <a:pt x="12" y="10"/>
                      <a:pt x="11" y="11"/>
                    </a:cubicBezTo>
                    <a:cubicBezTo>
                      <a:pt x="10" y="12"/>
                      <a:pt x="7" y="11"/>
                      <a:pt x="6" y="11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64" name="Freeform 2967">
                <a:extLst>
                  <a:ext uri="{FF2B5EF4-FFF2-40B4-BE49-F238E27FC236}">
                    <a16:creationId xmlns:a16="http://schemas.microsoft.com/office/drawing/2014/main" id="{445EC695-618F-4F1A-BC76-9130E2FDE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567"/>
                <a:ext cx="4" cy="4"/>
              </a:xfrm>
              <a:custGeom>
                <a:avLst/>
                <a:gdLst>
                  <a:gd name="T0" fmla="*/ 9 w 11"/>
                  <a:gd name="T1" fmla="*/ 0 h 10"/>
                  <a:gd name="T2" fmla="*/ 11 w 11"/>
                  <a:gd name="T3" fmla="*/ 3 h 10"/>
                  <a:gd name="T4" fmla="*/ 9 w 11"/>
                  <a:gd name="T5" fmla="*/ 5 h 10"/>
                  <a:gd name="T6" fmla="*/ 9 w 11"/>
                  <a:gd name="T7" fmla="*/ 8 h 10"/>
                  <a:gd name="T8" fmla="*/ 8 w 11"/>
                  <a:gd name="T9" fmla="*/ 9 h 10"/>
                  <a:gd name="T10" fmla="*/ 6 w 11"/>
                  <a:gd name="T11" fmla="*/ 9 h 10"/>
                  <a:gd name="T12" fmla="*/ 4 w 11"/>
                  <a:gd name="T13" fmla="*/ 10 h 10"/>
                  <a:gd name="T14" fmla="*/ 1 w 11"/>
                  <a:gd name="T15" fmla="*/ 9 h 10"/>
                  <a:gd name="T16" fmla="*/ 0 w 11"/>
                  <a:gd name="T17" fmla="*/ 7 h 10"/>
                  <a:gd name="T18" fmla="*/ 2 w 11"/>
                  <a:gd name="T19" fmla="*/ 6 h 10"/>
                  <a:gd name="T20" fmla="*/ 3 w 11"/>
                  <a:gd name="T21" fmla="*/ 3 h 10"/>
                  <a:gd name="T22" fmla="*/ 4 w 11"/>
                  <a:gd name="T23" fmla="*/ 1 h 10"/>
                  <a:gd name="T24" fmla="*/ 5 w 11"/>
                  <a:gd name="T25" fmla="*/ 0 h 10"/>
                  <a:gd name="T26" fmla="*/ 9 w 11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9" y="0"/>
                    </a:moveTo>
                    <a:cubicBezTo>
                      <a:pt x="10" y="1"/>
                      <a:pt x="11" y="2"/>
                      <a:pt x="11" y="3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3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65" name="Freeform 2968">
                <a:extLst>
                  <a:ext uri="{FF2B5EF4-FFF2-40B4-BE49-F238E27FC236}">
                    <a16:creationId xmlns:a16="http://schemas.microsoft.com/office/drawing/2014/main" id="{C555A6C6-C5D8-49AA-8D6E-A3E02812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62"/>
                <a:ext cx="5" cy="3"/>
              </a:xfrm>
              <a:custGeom>
                <a:avLst/>
                <a:gdLst>
                  <a:gd name="T0" fmla="*/ 5 w 12"/>
                  <a:gd name="T1" fmla="*/ 9 h 9"/>
                  <a:gd name="T2" fmla="*/ 4 w 12"/>
                  <a:gd name="T3" fmla="*/ 9 h 9"/>
                  <a:gd name="T4" fmla="*/ 3 w 12"/>
                  <a:gd name="T5" fmla="*/ 8 h 9"/>
                  <a:gd name="T6" fmla="*/ 1 w 12"/>
                  <a:gd name="T7" fmla="*/ 7 h 9"/>
                  <a:gd name="T8" fmla="*/ 1 w 12"/>
                  <a:gd name="T9" fmla="*/ 4 h 9"/>
                  <a:gd name="T10" fmla="*/ 3 w 12"/>
                  <a:gd name="T11" fmla="*/ 2 h 9"/>
                  <a:gd name="T12" fmla="*/ 5 w 12"/>
                  <a:gd name="T13" fmla="*/ 0 h 9"/>
                  <a:gd name="T14" fmla="*/ 11 w 12"/>
                  <a:gd name="T15" fmla="*/ 2 h 9"/>
                  <a:gd name="T16" fmla="*/ 12 w 12"/>
                  <a:gd name="T17" fmla="*/ 5 h 9"/>
                  <a:gd name="T18" fmla="*/ 11 w 12"/>
                  <a:gd name="T19" fmla="*/ 7 h 9"/>
                  <a:gd name="T20" fmla="*/ 8 w 12"/>
                  <a:gd name="T21" fmla="*/ 8 h 9"/>
                  <a:gd name="T22" fmla="*/ 6 w 12"/>
                  <a:gd name="T23" fmla="*/ 9 h 9"/>
                  <a:gd name="T24" fmla="*/ 6 w 12"/>
                  <a:gd name="T25" fmla="*/ 9 h 9"/>
                  <a:gd name="T26" fmla="*/ 5 w 12"/>
                  <a:gd name="T2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9">
                    <a:moveTo>
                      <a:pt x="5" y="9"/>
                    </a:moveTo>
                    <a:cubicBezTo>
                      <a:pt x="5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7" y="0"/>
                      <a:pt x="10" y="0"/>
                      <a:pt x="11" y="2"/>
                    </a:cubicBezTo>
                    <a:cubicBezTo>
                      <a:pt x="12" y="3"/>
                      <a:pt x="12" y="3"/>
                      <a:pt x="12" y="5"/>
                    </a:cubicBezTo>
                    <a:cubicBezTo>
                      <a:pt x="12" y="6"/>
                      <a:pt x="12" y="7"/>
                      <a:pt x="11" y="7"/>
                    </a:cubicBezTo>
                    <a:cubicBezTo>
                      <a:pt x="10" y="7"/>
                      <a:pt x="9" y="8"/>
                      <a:pt x="8" y="8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66" name="Freeform 2969">
                <a:extLst>
                  <a:ext uri="{FF2B5EF4-FFF2-40B4-BE49-F238E27FC236}">
                    <a16:creationId xmlns:a16="http://schemas.microsoft.com/office/drawing/2014/main" id="{49715951-1D38-46B9-BB2E-5848EFA90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48"/>
                <a:ext cx="19" cy="9"/>
              </a:xfrm>
              <a:custGeom>
                <a:avLst/>
                <a:gdLst>
                  <a:gd name="T0" fmla="*/ 6 w 48"/>
                  <a:gd name="T1" fmla="*/ 21 h 22"/>
                  <a:gd name="T2" fmla="*/ 2 w 48"/>
                  <a:gd name="T3" fmla="*/ 20 h 22"/>
                  <a:gd name="T4" fmla="*/ 5 w 48"/>
                  <a:gd name="T5" fmla="*/ 15 h 22"/>
                  <a:gd name="T6" fmla="*/ 10 w 48"/>
                  <a:gd name="T7" fmla="*/ 12 h 22"/>
                  <a:gd name="T8" fmla="*/ 15 w 48"/>
                  <a:gd name="T9" fmla="*/ 9 h 22"/>
                  <a:gd name="T10" fmla="*/ 20 w 48"/>
                  <a:gd name="T11" fmla="*/ 7 h 22"/>
                  <a:gd name="T12" fmla="*/ 21 w 48"/>
                  <a:gd name="T13" fmla="*/ 4 h 22"/>
                  <a:gd name="T14" fmla="*/ 22 w 48"/>
                  <a:gd name="T15" fmla="*/ 1 h 22"/>
                  <a:gd name="T16" fmla="*/ 28 w 48"/>
                  <a:gd name="T17" fmla="*/ 0 h 22"/>
                  <a:gd name="T18" fmla="*/ 30 w 48"/>
                  <a:gd name="T19" fmla="*/ 1 h 22"/>
                  <a:gd name="T20" fmla="*/ 28 w 48"/>
                  <a:gd name="T21" fmla="*/ 4 h 22"/>
                  <a:gd name="T22" fmla="*/ 27 w 48"/>
                  <a:gd name="T23" fmla="*/ 7 h 22"/>
                  <a:gd name="T24" fmla="*/ 34 w 48"/>
                  <a:gd name="T25" fmla="*/ 5 h 22"/>
                  <a:gd name="T26" fmla="*/ 39 w 48"/>
                  <a:gd name="T27" fmla="*/ 4 h 22"/>
                  <a:gd name="T28" fmla="*/ 42 w 48"/>
                  <a:gd name="T29" fmla="*/ 4 h 22"/>
                  <a:gd name="T30" fmla="*/ 44 w 48"/>
                  <a:gd name="T31" fmla="*/ 3 h 22"/>
                  <a:gd name="T32" fmla="*/ 48 w 48"/>
                  <a:gd name="T33" fmla="*/ 6 h 22"/>
                  <a:gd name="T34" fmla="*/ 42 w 48"/>
                  <a:gd name="T35" fmla="*/ 8 h 22"/>
                  <a:gd name="T36" fmla="*/ 36 w 48"/>
                  <a:gd name="T37" fmla="*/ 12 h 22"/>
                  <a:gd name="T38" fmla="*/ 31 w 48"/>
                  <a:gd name="T39" fmla="*/ 15 h 22"/>
                  <a:gd name="T40" fmla="*/ 22 w 48"/>
                  <a:gd name="T41" fmla="*/ 13 h 22"/>
                  <a:gd name="T42" fmla="*/ 17 w 48"/>
                  <a:gd name="T43" fmla="*/ 14 h 22"/>
                  <a:gd name="T44" fmla="*/ 13 w 48"/>
                  <a:gd name="T45" fmla="*/ 16 h 22"/>
                  <a:gd name="T46" fmla="*/ 11 w 48"/>
                  <a:gd name="T47" fmla="*/ 17 h 22"/>
                  <a:gd name="T48" fmla="*/ 9 w 48"/>
                  <a:gd name="T49" fmla="*/ 19 h 22"/>
                  <a:gd name="T50" fmla="*/ 6 w 48"/>
                  <a:gd name="T51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22">
                    <a:moveTo>
                      <a:pt x="6" y="21"/>
                    </a:moveTo>
                    <a:cubicBezTo>
                      <a:pt x="5" y="22"/>
                      <a:pt x="3" y="21"/>
                      <a:pt x="2" y="20"/>
                    </a:cubicBezTo>
                    <a:cubicBezTo>
                      <a:pt x="0" y="18"/>
                      <a:pt x="4" y="16"/>
                      <a:pt x="5" y="15"/>
                    </a:cubicBezTo>
                    <a:cubicBezTo>
                      <a:pt x="7" y="14"/>
                      <a:pt x="9" y="14"/>
                      <a:pt x="10" y="12"/>
                    </a:cubicBezTo>
                    <a:cubicBezTo>
                      <a:pt x="11" y="10"/>
                      <a:pt x="13" y="9"/>
                      <a:pt x="15" y="9"/>
                    </a:cubicBezTo>
                    <a:cubicBezTo>
                      <a:pt x="17" y="8"/>
                      <a:pt x="19" y="9"/>
                      <a:pt x="20" y="7"/>
                    </a:cubicBezTo>
                    <a:cubicBezTo>
                      <a:pt x="21" y="6"/>
                      <a:pt x="21" y="5"/>
                      <a:pt x="21" y="4"/>
                    </a:cubicBezTo>
                    <a:cubicBezTo>
                      <a:pt x="21" y="3"/>
                      <a:pt x="22" y="2"/>
                      <a:pt x="22" y="1"/>
                    </a:cubicBezTo>
                    <a:cubicBezTo>
                      <a:pt x="23" y="0"/>
                      <a:pt x="27" y="0"/>
                      <a:pt x="28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0" y="2"/>
                      <a:pt x="28" y="3"/>
                      <a:pt x="28" y="4"/>
                    </a:cubicBezTo>
                    <a:cubicBezTo>
                      <a:pt x="26" y="5"/>
                      <a:pt x="25" y="7"/>
                      <a:pt x="27" y="7"/>
                    </a:cubicBezTo>
                    <a:cubicBezTo>
                      <a:pt x="30" y="8"/>
                      <a:pt x="32" y="7"/>
                      <a:pt x="34" y="5"/>
                    </a:cubicBezTo>
                    <a:cubicBezTo>
                      <a:pt x="35" y="4"/>
                      <a:pt x="37" y="4"/>
                      <a:pt x="39" y="4"/>
                    </a:cubicBezTo>
                    <a:cubicBezTo>
                      <a:pt x="40" y="4"/>
                      <a:pt x="41" y="4"/>
                      <a:pt x="42" y="4"/>
                    </a:cubicBezTo>
                    <a:cubicBezTo>
                      <a:pt x="43" y="3"/>
                      <a:pt x="43" y="3"/>
                      <a:pt x="44" y="3"/>
                    </a:cubicBezTo>
                    <a:cubicBezTo>
                      <a:pt x="46" y="2"/>
                      <a:pt x="48" y="4"/>
                      <a:pt x="48" y="6"/>
                    </a:cubicBezTo>
                    <a:cubicBezTo>
                      <a:pt x="48" y="9"/>
                      <a:pt x="44" y="8"/>
                      <a:pt x="42" y="8"/>
                    </a:cubicBezTo>
                    <a:cubicBezTo>
                      <a:pt x="40" y="8"/>
                      <a:pt x="37" y="9"/>
                      <a:pt x="36" y="12"/>
                    </a:cubicBezTo>
                    <a:cubicBezTo>
                      <a:pt x="34" y="13"/>
                      <a:pt x="33" y="15"/>
                      <a:pt x="31" y="15"/>
                    </a:cubicBezTo>
                    <a:cubicBezTo>
                      <a:pt x="28" y="15"/>
                      <a:pt x="25" y="14"/>
                      <a:pt x="22" y="13"/>
                    </a:cubicBezTo>
                    <a:cubicBezTo>
                      <a:pt x="20" y="13"/>
                      <a:pt x="18" y="13"/>
                      <a:pt x="17" y="14"/>
                    </a:cubicBezTo>
                    <a:cubicBezTo>
                      <a:pt x="15" y="14"/>
                      <a:pt x="15" y="15"/>
                      <a:pt x="13" y="16"/>
                    </a:cubicBezTo>
                    <a:cubicBezTo>
                      <a:pt x="12" y="16"/>
                      <a:pt x="12" y="16"/>
                      <a:pt x="11" y="17"/>
                    </a:cubicBezTo>
                    <a:cubicBezTo>
                      <a:pt x="10" y="18"/>
                      <a:pt x="9" y="18"/>
                      <a:pt x="9" y="19"/>
                    </a:cubicBezTo>
                    <a:cubicBezTo>
                      <a:pt x="8" y="20"/>
                      <a:pt x="7" y="21"/>
                      <a:pt x="6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67" name="Freeform 2970">
                <a:extLst>
                  <a:ext uri="{FF2B5EF4-FFF2-40B4-BE49-F238E27FC236}">
                    <a16:creationId xmlns:a16="http://schemas.microsoft.com/office/drawing/2014/main" id="{AF3AAF6C-1CEC-4A8D-9A8C-D1135F94B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40"/>
                <a:ext cx="5" cy="5"/>
              </a:xfrm>
              <a:custGeom>
                <a:avLst/>
                <a:gdLst>
                  <a:gd name="T0" fmla="*/ 0 w 12"/>
                  <a:gd name="T1" fmla="*/ 6 h 11"/>
                  <a:gd name="T2" fmla="*/ 4 w 12"/>
                  <a:gd name="T3" fmla="*/ 2 h 11"/>
                  <a:gd name="T4" fmla="*/ 7 w 12"/>
                  <a:gd name="T5" fmla="*/ 1 h 11"/>
                  <a:gd name="T6" fmla="*/ 10 w 12"/>
                  <a:gd name="T7" fmla="*/ 1 h 11"/>
                  <a:gd name="T8" fmla="*/ 12 w 12"/>
                  <a:gd name="T9" fmla="*/ 3 h 11"/>
                  <a:gd name="T10" fmla="*/ 9 w 12"/>
                  <a:gd name="T11" fmla="*/ 5 h 11"/>
                  <a:gd name="T12" fmla="*/ 6 w 12"/>
                  <a:gd name="T13" fmla="*/ 8 h 11"/>
                  <a:gd name="T14" fmla="*/ 5 w 12"/>
                  <a:gd name="T15" fmla="*/ 10 h 11"/>
                  <a:gd name="T16" fmla="*/ 2 w 12"/>
                  <a:gd name="T17" fmla="*/ 10 h 11"/>
                  <a:gd name="T18" fmla="*/ 0 w 12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0"/>
                      <a:pt x="10" y="0"/>
                      <a:pt x="10" y="1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4"/>
                      <a:pt x="10" y="5"/>
                      <a:pt x="9" y="5"/>
                    </a:cubicBezTo>
                    <a:cubicBezTo>
                      <a:pt x="8" y="6"/>
                      <a:pt x="7" y="6"/>
                      <a:pt x="6" y="8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9"/>
                      <a:pt x="0" y="8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68" name="Freeform 2971">
                <a:extLst>
                  <a:ext uri="{FF2B5EF4-FFF2-40B4-BE49-F238E27FC236}">
                    <a16:creationId xmlns:a16="http://schemas.microsoft.com/office/drawing/2014/main" id="{0F1EF178-F52D-464E-A051-D9AA81B1F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551"/>
                <a:ext cx="7" cy="11"/>
              </a:xfrm>
              <a:custGeom>
                <a:avLst/>
                <a:gdLst>
                  <a:gd name="T0" fmla="*/ 11 w 16"/>
                  <a:gd name="T1" fmla="*/ 3 h 29"/>
                  <a:gd name="T2" fmla="*/ 13 w 16"/>
                  <a:gd name="T3" fmla="*/ 1 h 29"/>
                  <a:gd name="T4" fmla="*/ 16 w 16"/>
                  <a:gd name="T5" fmla="*/ 5 h 29"/>
                  <a:gd name="T6" fmla="*/ 14 w 16"/>
                  <a:gd name="T7" fmla="*/ 10 h 29"/>
                  <a:gd name="T8" fmla="*/ 11 w 16"/>
                  <a:gd name="T9" fmla="*/ 16 h 29"/>
                  <a:gd name="T10" fmla="*/ 11 w 16"/>
                  <a:gd name="T11" fmla="*/ 27 h 29"/>
                  <a:gd name="T12" fmla="*/ 6 w 16"/>
                  <a:gd name="T13" fmla="*/ 26 h 29"/>
                  <a:gd name="T14" fmla="*/ 5 w 16"/>
                  <a:gd name="T15" fmla="*/ 21 h 29"/>
                  <a:gd name="T16" fmla="*/ 0 w 16"/>
                  <a:gd name="T17" fmla="*/ 17 h 29"/>
                  <a:gd name="T18" fmla="*/ 3 w 16"/>
                  <a:gd name="T19" fmla="*/ 13 h 29"/>
                  <a:gd name="T20" fmla="*/ 7 w 16"/>
                  <a:gd name="T21" fmla="*/ 13 h 29"/>
                  <a:gd name="T22" fmla="*/ 8 w 16"/>
                  <a:gd name="T23" fmla="*/ 11 h 29"/>
                  <a:gd name="T24" fmla="*/ 10 w 16"/>
                  <a:gd name="T25" fmla="*/ 7 h 29"/>
                  <a:gd name="T26" fmla="*/ 11 w 16"/>
                  <a:gd name="T27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9">
                    <a:moveTo>
                      <a:pt x="11" y="3"/>
                    </a:moveTo>
                    <a:cubicBezTo>
                      <a:pt x="12" y="2"/>
                      <a:pt x="12" y="1"/>
                      <a:pt x="13" y="1"/>
                    </a:cubicBezTo>
                    <a:cubicBezTo>
                      <a:pt x="15" y="0"/>
                      <a:pt x="16" y="3"/>
                      <a:pt x="16" y="5"/>
                    </a:cubicBezTo>
                    <a:cubicBezTo>
                      <a:pt x="16" y="7"/>
                      <a:pt x="16" y="9"/>
                      <a:pt x="14" y="10"/>
                    </a:cubicBezTo>
                    <a:cubicBezTo>
                      <a:pt x="12" y="12"/>
                      <a:pt x="11" y="14"/>
                      <a:pt x="11" y="16"/>
                    </a:cubicBezTo>
                    <a:cubicBezTo>
                      <a:pt x="11" y="20"/>
                      <a:pt x="12" y="24"/>
                      <a:pt x="11" y="27"/>
                    </a:cubicBezTo>
                    <a:cubicBezTo>
                      <a:pt x="9" y="28"/>
                      <a:pt x="7" y="29"/>
                      <a:pt x="6" y="26"/>
                    </a:cubicBezTo>
                    <a:cubicBezTo>
                      <a:pt x="6" y="24"/>
                      <a:pt x="7" y="21"/>
                      <a:pt x="5" y="21"/>
                    </a:cubicBezTo>
                    <a:cubicBezTo>
                      <a:pt x="3" y="20"/>
                      <a:pt x="1" y="19"/>
                      <a:pt x="0" y="17"/>
                    </a:cubicBezTo>
                    <a:cubicBezTo>
                      <a:pt x="0" y="15"/>
                      <a:pt x="1" y="13"/>
                      <a:pt x="3" y="13"/>
                    </a:cubicBezTo>
                    <a:cubicBezTo>
                      <a:pt x="4" y="13"/>
                      <a:pt x="6" y="14"/>
                      <a:pt x="7" y="13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9" y="10"/>
                      <a:pt x="10" y="9"/>
                      <a:pt x="10" y="7"/>
                    </a:cubicBezTo>
                    <a:cubicBezTo>
                      <a:pt x="11" y="6"/>
                      <a:pt x="11" y="4"/>
                      <a:pt x="1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69" name="Freeform 2972">
                <a:extLst>
                  <a:ext uri="{FF2B5EF4-FFF2-40B4-BE49-F238E27FC236}">
                    <a16:creationId xmlns:a16="http://schemas.microsoft.com/office/drawing/2014/main" id="{B2B2F47B-9430-4011-B892-97064864F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534"/>
                <a:ext cx="4" cy="6"/>
              </a:xfrm>
              <a:custGeom>
                <a:avLst/>
                <a:gdLst>
                  <a:gd name="T0" fmla="*/ 6 w 11"/>
                  <a:gd name="T1" fmla="*/ 12 h 15"/>
                  <a:gd name="T2" fmla="*/ 4 w 11"/>
                  <a:gd name="T3" fmla="*/ 15 h 15"/>
                  <a:gd name="T4" fmla="*/ 1 w 11"/>
                  <a:gd name="T5" fmla="*/ 14 h 15"/>
                  <a:gd name="T6" fmla="*/ 0 w 11"/>
                  <a:gd name="T7" fmla="*/ 10 h 15"/>
                  <a:gd name="T8" fmla="*/ 1 w 11"/>
                  <a:gd name="T9" fmla="*/ 6 h 15"/>
                  <a:gd name="T10" fmla="*/ 3 w 11"/>
                  <a:gd name="T11" fmla="*/ 3 h 15"/>
                  <a:gd name="T12" fmla="*/ 6 w 11"/>
                  <a:gd name="T13" fmla="*/ 2 h 15"/>
                  <a:gd name="T14" fmla="*/ 6 w 11"/>
                  <a:gd name="T15" fmla="*/ 1 h 15"/>
                  <a:gd name="T16" fmla="*/ 8 w 11"/>
                  <a:gd name="T17" fmla="*/ 0 h 15"/>
                  <a:gd name="T18" fmla="*/ 10 w 11"/>
                  <a:gd name="T19" fmla="*/ 0 h 15"/>
                  <a:gd name="T20" fmla="*/ 11 w 11"/>
                  <a:gd name="T21" fmla="*/ 3 h 15"/>
                  <a:gd name="T22" fmla="*/ 7 w 11"/>
                  <a:gd name="T23" fmla="*/ 6 h 15"/>
                  <a:gd name="T24" fmla="*/ 6 w 11"/>
                  <a:gd name="T25" fmla="*/ 8 h 15"/>
                  <a:gd name="T26" fmla="*/ 6 w 11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6" y="12"/>
                    </a:moveTo>
                    <a:cubicBezTo>
                      <a:pt x="6" y="13"/>
                      <a:pt x="5" y="14"/>
                      <a:pt x="4" y="15"/>
                    </a:cubicBezTo>
                    <a:cubicBezTo>
                      <a:pt x="3" y="15"/>
                      <a:pt x="1" y="15"/>
                      <a:pt x="1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9"/>
                      <a:pt x="1" y="8"/>
                      <a:pt x="1" y="6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0"/>
                      <a:pt x="11" y="2"/>
                      <a:pt x="11" y="3"/>
                    </a:cubicBezTo>
                    <a:cubicBezTo>
                      <a:pt x="10" y="4"/>
                      <a:pt x="8" y="5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9"/>
                      <a:pt x="6" y="11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70" name="Freeform 2973">
                <a:extLst>
                  <a:ext uri="{FF2B5EF4-FFF2-40B4-BE49-F238E27FC236}">
                    <a16:creationId xmlns:a16="http://schemas.microsoft.com/office/drawing/2014/main" id="{D68F18E8-6FCA-4F8D-936C-B0A806E8E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536"/>
                <a:ext cx="8" cy="13"/>
              </a:xfrm>
              <a:custGeom>
                <a:avLst/>
                <a:gdLst>
                  <a:gd name="T0" fmla="*/ 14 w 20"/>
                  <a:gd name="T1" fmla="*/ 6 h 33"/>
                  <a:gd name="T2" fmla="*/ 15 w 20"/>
                  <a:gd name="T3" fmla="*/ 3 h 33"/>
                  <a:gd name="T4" fmla="*/ 15 w 20"/>
                  <a:gd name="T5" fmla="*/ 1 h 33"/>
                  <a:gd name="T6" fmla="*/ 12 w 20"/>
                  <a:gd name="T7" fmla="*/ 0 h 33"/>
                  <a:gd name="T8" fmla="*/ 8 w 20"/>
                  <a:gd name="T9" fmla="*/ 4 h 33"/>
                  <a:gd name="T10" fmla="*/ 4 w 20"/>
                  <a:gd name="T11" fmla="*/ 6 h 33"/>
                  <a:gd name="T12" fmla="*/ 1 w 20"/>
                  <a:gd name="T13" fmla="*/ 7 h 33"/>
                  <a:gd name="T14" fmla="*/ 1 w 20"/>
                  <a:gd name="T15" fmla="*/ 13 h 33"/>
                  <a:gd name="T16" fmla="*/ 0 w 20"/>
                  <a:gd name="T17" fmla="*/ 20 h 33"/>
                  <a:gd name="T18" fmla="*/ 3 w 20"/>
                  <a:gd name="T19" fmla="*/ 23 h 33"/>
                  <a:gd name="T20" fmla="*/ 8 w 20"/>
                  <a:gd name="T21" fmla="*/ 23 h 33"/>
                  <a:gd name="T22" fmla="*/ 11 w 20"/>
                  <a:gd name="T23" fmla="*/ 20 h 33"/>
                  <a:gd name="T24" fmla="*/ 13 w 20"/>
                  <a:gd name="T25" fmla="*/ 24 h 33"/>
                  <a:gd name="T26" fmla="*/ 14 w 20"/>
                  <a:gd name="T27" fmla="*/ 28 h 33"/>
                  <a:gd name="T28" fmla="*/ 15 w 20"/>
                  <a:gd name="T29" fmla="*/ 32 h 33"/>
                  <a:gd name="T30" fmla="*/ 19 w 20"/>
                  <a:gd name="T31" fmla="*/ 32 h 33"/>
                  <a:gd name="T32" fmla="*/ 20 w 20"/>
                  <a:gd name="T33" fmla="*/ 27 h 33"/>
                  <a:gd name="T34" fmla="*/ 20 w 20"/>
                  <a:gd name="T35" fmla="*/ 21 h 33"/>
                  <a:gd name="T36" fmla="*/ 19 w 20"/>
                  <a:gd name="T37" fmla="*/ 17 h 33"/>
                  <a:gd name="T38" fmla="*/ 13 w 20"/>
                  <a:gd name="T39" fmla="*/ 15 h 33"/>
                  <a:gd name="T40" fmla="*/ 11 w 20"/>
                  <a:gd name="T41" fmla="*/ 13 h 33"/>
                  <a:gd name="T42" fmla="*/ 11 w 20"/>
                  <a:gd name="T43" fmla="*/ 8 h 33"/>
                  <a:gd name="T44" fmla="*/ 12 w 20"/>
                  <a:gd name="T45" fmla="*/ 7 h 33"/>
                  <a:gd name="T46" fmla="*/ 14 w 20"/>
                  <a:gd name="T4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3">
                    <a:moveTo>
                      <a:pt x="14" y="6"/>
                    </a:moveTo>
                    <a:cubicBezTo>
                      <a:pt x="15" y="5"/>
                      <a:pt x="15" y="4"/>
                      <a:pt x="15" y="3"/>
                    </a:cubicBezTo>
                    <a:cubicBezTo>
                      <a:pt x="15" y="3"/>
                      <a:pt x="15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0" y="1"/>
                      <a:pt x="9" y="3"/>
                      <a:pt x="8" y="4"/>
                    </a:cubicBezTo>
                    <a:cubicBezTo>
                      <a:pt x="7" y="5"/>
                      <a:pt x="6" y="5"/>
                      <a:pt x="4" y="6"/>
                    </a:cubicBezTo>
                    <a:cubicBezTo>
                      <a:pt x="3" y="6"/>
                      <a:pt x="1" y="6"/>
                      <a:pt x="1" y="7"/>
                    </a:cubicBezTo>
                    <a:cubicBezTo>
                      <a:pt x="0" y="9"/>
                      <a:pt x="1" y="11"/>
                      <a:pt x="1" y="13"/>
                    </a:cubicBezTo>
                    <a:cubicBezTo>
                      <a:pt x="1" y="15"/>
                      <a:pt x="0" y="17"/>
                      <a:pt x="0" y="20"/>
                    </a:cubicBezTo>
                    <a:cubicBezTo>
                      <a:pt x="0" y="21"/>
                      <a:pt x="2" y="23"/>
                      <a:pt x="3" y="23"/>
                    </a:cubicBezTo>
                    <a:cubicBezTo>
                      <a:pt x="5" y="24"/>
                      <a:pt x="6" y="24"/>
                      <a:pt x="8" y="23"/>
                    </a:cubicBezTo>
                    <a:cubicBezTo>
                      <a:pt x="9" y="23"/>
                      <a:pt x="10" y="20"/>
                      <a:pt x="11" y="20"/>
                    </a:cubicBezTo>
                    <a:cubicBezTo>
                      <a:pt x="13" y="21"/>
                      <a:pt x="13" y="23"/>
                      <a:pt x="13" y="24"/>
                    </a:cubicBezTo>
                    <a:cubicBezTo>
                      <a:pt x="14" y="25"/>
                      <a:pt x="14" y="27"/>
                      <a:pt x="14" y="28"/>
                    </a:cubicBezTo>
                    <a:cubicBezTo>
                      <a:pt x="14" y="29"/>
                      <a:pt x="14" y="31"/>
                      <a:pt x="15" y="32"/>
                    </a:cubicBezTo>
                    <a:cubicBezTo>
                      <a:pt x="16" y="32"/>
                      <a:pt x="17" y="33"/>
                      <a:pt x="19" y="32"/>
                    </a:cubicBezTo>
                    <a:cubicBezTo>
                      <a:pt x="20" y="31"/>
                      <a:pt x="20" y="29"/>
                      <a:pt x="20" y="27"/>
                    </a:cubicBezTo>
                    <a:cubicBezTo>
                      <a:pt x="20" y="25"/>
                      <a:pt x="20" y="23"/>
                      <a:pt x="20" y="21"/>
                    </a:cubicBezTo>
                    <a:cubicBezTo>
                      <a:pt x="20" y="20"/>
                      <a:pt x="20" y="18"/>
                      <a:pt x="19" y="17"/>
                    </a:cubicBezTo>
                    <a:cubicBezTo>
                      <a:pt x="17" y="16"/>
                      <a:pt x="14" y="16"/>
                      <a:pt x="13" y="15"/>
                    </a:cubicBezTo>
                    <a:cubicBezTo>
                      <a:pt x="12" y="14"/>
                      <a:pt x="11" y="14"/>
                      <a:pt x="11" y="13"/>
                    </a:cubicBezTo>
                    <a:cubicBezTo>
                      <a:pt x="11" y="11"/>
                      <a:pt x="10" y="9"/>
                      <a:pt x="11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3" y="6"/>
                      <a:pt x="14" y="6"/>
                      <a:pt x="1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71" name="Freeform 2974">
                <a:extLst>
                  <a:ext uri="{FF2B5EF4-FFF2-40B4-BE49-F238E27FC236}">
                    <a16:creationId xmlns:a16="http://schemas.microsoft.com/office/drawing/2014/main" id="{96F95B1E-5ECA-4E33-B4A1-D95F7CAF8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551"/>
                <a:ext cx="10" cy="11"/>
              </a:xfrm>
              <a:custGeom>
                <a:avLst/>
                <a:gdLst>
                  <a:gd name="T0" fmla="*/ 8 w 25"/>
                  <a:gd name="T1" fmla="*/ 17 h 26"/>
                  <a:gd name="T2" fmla="*/ 7 w 25"/>
                  <a:gd name="T3" fmla="*/ 17 h 26"/>
                  <a:gd name="T4" fmla="*/ 5 w 25"/>
                  <a:gd name="T5" fmla="*/ 15 h 26"/>
                  <a:gd name="T6" fmla="*/ 4 w 25"/>
                  <a:gd name="T7" fmla="*/ 15 h 26"/>
                  <a:gd name="T8" fmla="*/ 3 w 25"/>
                  <a:gd name="T9" fmla="*/ 13 h 26"/>
                  <a:gd name="T10" fmla="*/ 1 w 25"/>
                  <a:gd name="T11" fmla="*/ 13 h 26"/>
                  <a:gd name="T12" fmla="*/ 0 w 25"/>
                  <a:gd name="T13" fmla="*/ 10 h 26"/>
                  <a:gd name="T14" fmla="*/ 2 w 25"/>
                  <a:gd name="T15" fmla="*/ 2 h 26"/>
                  <a:gd name="T16" fmla="*/ 5 w 25"/>
                  <a:gd name="T17" fmla="*/ 0 h 26"/>
                  <a:gd name="T18" fmla="*/ 9 w 25"/>
                  <a:gd name="T19" fmla="*/ 2 h 26"/>
                  <a:gd name="T20" fmla="*/ 10 w 25"/>
                  <a:gd name="T21" fmla="*/ 6 h 26"/>
                  <a:gd name="T22" fmla="*/ 13 w 25"/>
                  <a:gd name="T23" fmla="*/ 8 h 26"/>
                  <a:gd name="T24" fmla="*/ 17 w 25"/>
                  <a:gd name="T25" fmla="*/ 8 h 26"/>
                  <a:gd name="T26" fmla="*/ 20 w 25"/>
                  <a:gd name="T27" fmla="*/ 10 h 26"/>
                  <a:gd name="T28" fmla="*/ 21 w 25"/>
                  <a:gd name="T29" fmla="*/ 13 h 26"/>
                  <a:gd name="T30" fmla="*/ 24 w 25"/>
                  <a:gd name="T31" fmla="*/ 16 h 26"/>
                  <a:gd name="T32" fmla="*/ 25 w 25"/>
                  <a:gd name="T33" fmla="*/ 21 h 26"/>
                  <a:gd name="T34" fmla="*/ 21 w 25"/>
                  <a:gd name="T35" fmla="*/ 23 h 26"/>
                  <a:gd name="T36" fmla="*/ 18 w 25"/>
                  <a:gd name="T37" fmla="*/ 20 h 26"/>
                  <a:gd name="T38" fmla="*/ 15 w 25"/>
                  <a:gd name="T39" fmla="*/ 21 h 26"/>
                  <a:gd name="T40" fmla="*/ 14 w 25"/>
                  <a:gd name="T41" fmla="*/ 25 h 26"/>
                  <a:gd name="T42" fmla="*/ 11 w 25"/>
                  <a:gd name="T43" fmla="*/ 23 h 26"/>
                  <a:gd name="T44" fmla="*/ 10 w 25"/>
                  <a:gd name="T45" fmla="*/ 20 h 26"/>
                  <a:gd name="T46" fmla="*/ 8 w 25"/>
                  <a:gd name="T4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26">
                    <a:moveTo>
                      <a:pt x="8" y="17"/>
                    </a:moveTo>
                    <a:cubicBezTo>
                      <a:pt x="8" y="17"/>
                      <a:pt x="7" y="18"/>
                      <a:pt x="7" y="17"/>
                    </a:cubicBezTo>
                    <a:cubicBezTo>
                      <a:pt x="6" y="17"/>
                      <a:pt x="6" y="16"/>
                      <a:pt x="5" y="15"/>
                    </a:cubicBezTo>
                    <a:cubicBezTo>
                      <a:pt x="5" y="15"/>
                      <a:pt x="5" y="15"/>
                      <a:pt x="4" y="15"/>
                    </a:cubicBezTo>
                    <a:cubicBezTo>
                      <a:pt x="4" y="14"/>
                      <a:pt x="3" y="14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7"/>
                      <a:pt x="0" y="3"/>
                      <a:pt x="2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0"/>
                      <a:pt x="9" y="1"/>
                      <a:pt x="9" y="2"/>
                    </a:cubicBezTo>
                    <a:cubicBezTo>
                      <a:pt x="10" y="3"/>
                      <a:pt x="10" y="5"/>
                      <a:pt x="10" y="6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5" y="8"/>
                      <a:pt x="16" y="8"/>
                      <a:pt x="17" y="8"/>
                    </a:cubicBezTo>
                    <a:cubicBezTo>
                      <a:pt x="18" y="8"/>
                      <a:pt x="20" y="9"/>
                      <a:pt x="20" y="10"/>
                    </a:cubicBezTo>
                    <a:cubicBezTo>
                      <a:pt x="21" y="11"/>
                      <a:pt x="20" y="12"/>
                      <a:pt x="21" y="13"/>
                    </a:cubicBezTo>
                    <a:cubicBezTo>
                      <a:pt x="22" y="14"/>
                      <a:pt x="24" y="15"/>
                      <a:pt x="24" y="16"/>
                    </a:cubicBezTo>
                    <a:cubicBezTo>
                      <a:pt x="25" y="17"/>
                      <a:pt x="25" y="19"/>
                      <a:pt x="25" y="21"/>
                    </a:cubicBezTo>
                    <a:cubicBezTo>
                      <a:pt x="25" y="23"/>
                      <a:pt x="23" y="23"/>
                      <a:pt x="21" y="23"/>
                    </a:cubicBezTo>
                    <a:cubicBezTo>
                      <a:pt x="19" y="23"/>
                      <a:pt x="19" y="21"/>
                      <a:pt x="18" y="20"/>
                    </a:cubicBezTo>
                    <a:cubicBezTo>
                      <a:pt x="17" y="19"/>
                      <a:pt x="15" y="20"/>
                      <a:pt x="15" y="21"/>
                    </a:cubicBezTo>
                    <a:cubicBezTo>
                      <a:pt x="14" y="22"/>
                      <a:pt x="15" y="24"/>
                      <a:pt x="14" y="25"/>
                    </a:cubicBezTo>
                    <a:cubicBezTo>
                      <a:pt x="13" y="26"/>
                      <a:pt x="12" y="24"/>
                      <a:pt x="11" y="23"/>
                    </a:cubicBezTo>
                    <a:cubicBezTo>
                      <a:pt x="11" y="22"/>
                      <a:pt x="10" y="21"/>
                      <a:pt x="10" y="20"/>
                    </a:cubicBezTo>
                    <a:cubicBezTo>
                      <a:pt x="10" y="19"/>
                      <a:pt x="9" y="18"/>
                      <a:pt x="8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72" name="Freeform 2975">
                <a:extLst>
                  <a:ext uri="{FF2B5EF4-FFF2-40B4-BE49-F238E27FC236}">
                    <a16:creationId xmlns:a16="http://schemas.microsoft.com/office/drawing/2014/main" id="{BF7D1D1F-F231-4458-ADC2-CFADC94BB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567"/>
                <a:ext cx="8" cy="7"/>
              </a:xfrm>
              <a:custGeom>
                <a:avLst/>
                <a:gdLst>
                  <a:gd name="T0" fmla="*/ 2 w 21"/>
                  <a:gd name="T1" fmla="*/ 11 h 17"/>
                  <a:gd name="T2" fmla="*/ 0 w 21"/>
                  <a:gd name="T3" fmla="*/ 7 h 17"/>
                  <a:gd name="T4" fmla="*/ 5 w 21"/>
                  <a:gd name="T5" fmla="*/ 6 h 17"/>
                  <a:gd name="T6" fmla="*/ 10 w 21"/>
                  <a:gd name="T7" fmla="*/ 6 h 17"/>
                  <a:gd name="T8" fmla="*/ 12 w 21"/>
                  <a:gd name="T9" fmla="*/ 6 h 17"/>
                  <a:gd name="T10" fmla="*/ 14 w 21"/>
                  <a:gd name="T11" fmla="*/ 4 h 17"/>
                  <a:gd name="T12" fmla="*/ 16 w 21"/>
                  <a:gd name="T13" fmla="*/ 2 h 17"/>
                  <a:gd name="T14" fmla="*/ 17 w 21"/>
                  <a:gd name="T15" fmla="*/ 1 h 17"/>
                  <a:gd name="T16" fmla="*/ 19 w 21"/>
                  <a:gd name="T17" fmla="*/ 2 h 17"/>
                  <a:gd name="T18" fmla="*/ 19 w 21"/>
                  <a:gd name="T19" fmla="*/ 7 h 17"/>
                  <a:gd name="T20" fmla="*/ 17 w 21"/>
                  <a:gd name="T21" fmla="*/ 11 h 17"/>
                  <a:gd name="T22" fmla="*/ 15 w 21"/>
                  <a:gd name="T23" fmla="*/ 16 h 17"/>
                  <a:gd name="T24" fmla="*/ 13 w 21"/>
                  <a:gd name="T25" fmla="*/ 17 h 17"/>
                  <a:gd name="T26" fmla="*/ 9 w 21"/>
                  <a:gd name="T27" fmla="*/ 16 h 17"/>
                  <a:gd name="T28" fmla="*/ 7 w 21"/>
                  <a:gd name="T29" fmla="*/ 14 h 17"/>
                  <a:gd name="T30" fmla="*/ 5 w 21"/>
                  <a:gd name="T31" fmla="*/ 13 h 17"/>
                  <a:gd name="T32" fmla="*/ 4 w 21"/>
                  <a:gd name="T33" fmla="*/ 12 h 17"/>
                  <a:gd name="T34" fmla="*/ 2 w 21"/>
                  <a:gd name="T3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7">
                    <a:moveTo>
                      <a:pt x="2" y="11"/>
                    </a:moveTo>
                    <a:cubicBezTo>
                      <a:pt x="1" y="11"/>
                      <a:pt x="0" y="9"/>
                      <a:pt x="0" y="7"/>
                    </a:cubicBezTo>
                    <a:cubicBezTo>
                      <a:pt x="1" y="5"/>
                      <a:pt x="4" y="5"/>
                      <a:pt x="5" y="6"/>
                    </a:cubicBezTo>
                    <a:cubicBezTo>
                      <a:pt x="7" y="6"/>
                      <a:pt x="8" y="5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2"/>
                      <a:pt x="16" y="2"/>
                    </a:cubicBezTo>
                    <a:cubicBezTo>
                      <a:pt x="16" y="1"/>
                      <a:pt x="17" y="0"/>
                      <a:pt x="17" y="1"/>
                    </a:cubicBezTo>
                    <a:cubicBezTo>
                      <a:pt x="18" y="1"/>
                      <a:pt x="19" y="2"/>
                      <a:pt x="19" y="2"/>
                    </a:cubicBezTo>
                    <a:cubicBezTo>
                      <a:pt x="20" y="4"/>
                      <a:pt x="21" y="6"/>
                      <a:pt x="19" y="7"/>
                    </a:cubicBezTo>
                    <a:cubicBezTo>
                      <a:pt x="18" y="8"/>
                      <a:pt x="17" y="9"/>
                      <a:pt x="17" y="11"/>
                    </a:cubicBezTo>
                    <a:cubicBezTo>
                      <a:pt x="16" y="13"/>
                      <a:pt x="16" y="14"/>
                      <a:pt x="15" y="16"/>
                    </a:cubicBezTo>
                    <a:cubicBezTo>
                      <a:pt x="14" y="16"/>
                      <a:pt x="13" y="17"/>
                      <a:pt x="13" y="17"/>
                    </a:cubicBezTo>
                    <a:cubicBezTo>
                      <a:pt x="11" y="17"/>
                      <a:pt x="10" y="16"/>
                      <a:pt x="9" y="16"/>
                    </a:cubicBezTo>
                    <a:cubicBezTo>
                      <a:pt x="9" y="15"/>
                      <a:pt x="8" y="14"/>
                      <a:pt x="7" y="14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4" y="13"/>
                      <a:pt x="5" y="12"/>
                      <a:pt x="4" y="12"/>
                    </a:cubicBezTo>
                    <a:cubicBezTo>
                      <a:pt x="4" y="11"/>
                      <a:pt x="3" y="11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73" name="Freeform 2976">
                <a:extLst>
                  <a:ext uri="{FF2B5EF4-FFF2-40B4-BE49-F238E27FC236}">
                    <a16:creationId xmlns:a16="http://schemas.microsoft.com/office/drawing/2014/main" id="{117C2D28-B5DC-4858-8EB2-79DDA3E23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576"/>
                <a:ext cx="18" cy="17"/>
              </a:xfrm>
              <a:custGeom>
                <a:avLst/>
                <a:gdLst>
                  <a:gd name="T0" fmla="*/ 8 w 44"/>
                  <a:gd name="T1" fmla="*/ 29 h 41"/>
                  <a:gd name="T2" fmla="*/ 7 w 44"/>
                  <a:gd name="T3" fmla="*/ 27 h 41"/>
                  <a:gd name="T4" fmla="*/ 4 w 44"/>
                  <a:gd name="T5" fmla="*/ 23 h 41"/>
                  <a:gd name="T6" fmla="*/ 3 w 44"/>
                  <a:gd name="T7" fmla="*/ 17 h 41"/>
                  <a:gd name="T8" fmla="*/ 2 w 44"/>
                  <a:gd name="T9" fmla="*/ 11 h 41"/>
                  <a:gd name="T10" fmla="*/ 0 w 44"/>
                  <a:gd name="T11" fmla="*/ 7 h 41"/>
                  <a:gd name="T12" fmla="*/ 4 w 44"/>
                  <a:gd name="T13" fmla="*/ 2 h 41"/>
                  <a:gd name="T14" fmla="*/ 12 w 44"/>
                  <a:gd name="T15" fmla="*/ 0 h 41"/>
                  <a:gd name="T16" fmla="*/ 19 w 44"/>
                  <a:gd name="T17" fmla="*/ 4 h 41"/>
                  <a:gd name="T18" fmla="*/ 22 w 44"/>
                  <a:gd name="T19" fmla="*/ 11 h 41"/>
                  <a:gd name="T20" fmla="*/ 25 w 44"/>
                  <a:gd name="T21" fmla="*/ 13 h 41"/>
                  <a:gd name="T22" fmla="*/ 27 w 44"/>
                  <a:gd name="T23" fmla="*/ 17 h 41"/>
                  <a:gd name="T24" fmla="*/ 27 w 44"/>
                  <a:gd name="T25" fmla="*/ 26 h 41"/>
                  <a:gd name="T26" fmla="*/ 30 w 44"/>
                  <a:gd name="T27" fmla="*/ 30 h 41"/>
                  <a:gd name="T28" fmla="*/ 33 w 44"/>
                  <a:gd name="T29" fmla="*/ 30 h 41"/>
                  <a:gd name="T30" fmla="*/ 37 w 44"/>
                  <a:gd name="T31" fmla="*/ 30 h 41"/>
                  <a:gd name="T32" fmla="*/ 43 w 44"/>
                  <a:gd name="T33" fmla="*/ 31 h 41"/>
                  <a:gd name="T34" fmla="*/ 41 w 44"/>
                  <a:gd name="T35" fmla="*/ 37 h 41"/>
                  <a:gd name="T36" fmla="*/ 39 w 44"/>
                  <a:gd name="T37" fmla="*/ 39 h 41"/>
                  <a:gd name="T38" fmla="*/ 37 w 44"/>
                  <a:gd name="T39" fmla="*/ 40 h 41"/>
                  <a:gd name="T40" fmla="*/ 34 w 44"/>
                  <a:gd name="T41" fmla="*/ 37 h 41"/>
                  <a:gd name="T42" fmla="*/ 30 w 44"/>
                  <a:gd name="T43" fmla="*/ 34 h 41"/>
                  <a:gd name="T44" fmla="*/ 23 w 44"/>
                  <a:gd name="T45" fmla="*/ 35 h 41"/>
                  <a:gd name="T46" fmla="*/ 20 w 44"/>
                  <a:gd name="T47" fmla="*/ 35 h 41"/>
                  <a:gd name="T48" fmla="*/ 17 w 44"/>
                  <a:gd name="T49" fmla="*/ 37 h 41"/>
                  <a:gd name="T50" fmla="*/ 12 w 44"/>
                  <a:gd name="T51" fmla="*/ 39 h 41"/>
                  <a:gd name="T52" fmla="*/ 8 w 44"/>
                  <a:gd name="T53" fmla="*/ 35 h 41"/>
                  <a:gd name="T54" fmla="*/ 9 w 44"/>
                  <a:gd name="T55" fmla="*/ 33 h 41"/>
                  <a:gd name="T56" fmla="*/ 8 w 44"/>
                  <a:gd name="T5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4" h="41">
                    <a:moveTo>
                      <a:pt x="8" y="29"/>
                    </a:moveTo>
                    <a:cubicBezTo>
                      <a:pt x="8" y="28"/>
                      <a:pt x="8" y="28"/>
                      <a:pt x="7" y="27"/>
                    </a:cubicBezTo>
                    <a:cubicBezTo>
                      <a:pt x="5" y="26"/>
                      <a:pt x="5" y="24"/>
                      <a:pt x="4" y="23"/>
                    </a:cubicBezTo>
                    <a:cubicBezTo>
                      <a:pt x="4" y="21"/>
                      <a:pt x="3" y="19"/>
                      <a:pt x="3" y="17"/>
                    </a:cubicBezTo>
                    <a:cubicBezTo>
                      <a:pt x="3" y="15"/>
                      <a:pt x="3" y="13"/>
                      <a:pt x="2" y="11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6" y="0"/>
                      <a:pt x="10" y="0"/>
                      <a:pt x="12" y="0"/>
                    </a:cubicBezTo>
                    <a:cubicBezTo>
                      <a:pt x="16" y="0"/>
                      <a:pt x="18" y="1"/>
                      <a:pt x="19" y="4"/>
                    </a:cubicBezTo>
                    <a:cubicBezTo>
                      <a:pt x="20" y="7"/>
                      <a:pt x="20" y="10"/>
                      <a:pt x="22" y="11"/>
                    </a:cubicBezTo>
                    <a:cubicBezTo>
                      <a:pt x="23" y="12"/>
                      <a:pt x="24" y="13"/>
                      <a:pt x="25" y="13"/>
                    </a:cubicBezTo>
                    <a:cubicBezTo>
                      <a:pt x="26" y="14"/>
                      <a:pt x="26" y="16"/>
                      <a:pt x="27" y="17"/>
                    </a:cubicBezTo>
                    <a:cubicBezTo>
                      <a:pt x="28" y="20"/>
                      <a:pt x="27" y="23"/>
                      <a:pt x="27" y="26"/>
                    </a:cubicBezTo>
                    <a:cubicBezTo>
                      <a:pt x="27" y="28"/>
                      <a:pt x="27" y="30"/>
                      <a:pt x="30" y="30"/>
                    </a:cubicBezTo>
                    <a:cubicBezTo>
                      <a:pt x="31" y="30"/>
                      <a:pt x="32" y="30"/>
                      <a:pt x="33" y="30"/>
                    </a:cubicBezTo>
                    <a:cubicBezTo>
                      <a:pt x="34" y="30"/>
                      <a:pt x="36" y="30"/>
                      <a:pt x="37" y="30"/>
                    </a:cubicBezTo>
                    <a:cubicBezTo>
                      <a:pt x="38" y="30"/>
                      <a:pt x="41" y="29"/>
                      <a:pt x="43" y="31"/>
                    </a:cubicBezTo>
                    <a:cubicBezTo>
                      <a:pt x="44" y="33"/>
                      <a:pt x="42" y="35"/>
                      <a:pt x="41" y="37"/>
                    </a:cubicBezTo>
                    <a:cubicBezTo>
                      <a:pt x="40" y="38"/>
                      <a:pt x="40" y="38"/>
                      <a:pt x="39" y="39"/>
                    </a:cubicBezTo>
                    <a:cubicBezTo>
                      <a:pt x="38" y="40"/>
                      <a:pt x="38" y="41"/>
                      <a:pt x="37" y="40"/>
                    </a:cubicBezTo>
                    <a:cubicBezTo>
                      <a:pt x="36" y="40"/>
                      <a:pt x="35" y="38"/>
                      <a:pt x="34" y="37"/>
                    </a:cubicBezTo>
                    <a:cubicBezTo>
                      <a:pt x="33" y="36"/>
                      <a:pt x="32" y="34"/>
                      <a:pt x="30" y="34"/>
                    </a:cubicBezTo>
                    <a:cubicBezTo>
                      <a:pt x="28" y="33"/>
                      <a:pt x="25" y="35"/>
                      <a:pt x="23" y="35"/>
                    </a:cubicBezTo>
                    <a:cubicBezTo>
                      <a:pt x="22" y="35"/>
                      <a:pt x="21" y="35"/>
                      <a:pt x="20" y="35"/>
                    </a:cubicBezTo>
                    <a:cubicBezTo>
                      <a:pt x="19" y="35"/>
                      <a:pt x="18" y="36"/>
                      <a:pt x="17" y="37"/>
                    </a:cubicBezTo>
                    <a:cubicBezTo>
                      <a:pt x="16" y="38"/>
                      <a:pt x="13" y="41"/>
                      <a:pt x="12" y="39"/>
                    </a:cubicBezTo>
                    <a:cubicBezTo>
                      <a:pt x="10" y="38"/>
                      <a:pt x="8" y="37"/>
                      <a:pt x="8" y="35"/>
                    </a:cubicBezTo>
                    <a:cubicBezTo>
                      <a:pt x="8" y="34"/>
                      <a:pt x="9" y="34"/>
                      <a:pt x="9" y="33"/>
                    </a:cubicBezTo>
                    <a:cubicBezTo>
                      <a:pt x="9" y="32"/>
                      <a:pt x="9" y="31"/>
                      <a:pt x="8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74" name="Freeform 2977">
                <a:extLst>
                  <a:ext uri="{FF2B5EF4-FFF2-40B4-BE49-F238E27FC236}">
                    <a16:creationId xmlns:a16="http://schemas.microsoft.com/office/drawing/2014/main" id="{130D6853-84A9-4B1F-AC74-BC57F18CA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91"/>
                <a:ext cx="7" cy="3"/>
              </a:xfrm>
              <a:custGeom>
                <a:avLst/>
                <a:gdLst>
                  <a:gd name="T0" fmla="*/ 6 w 16"/>
                  <a:gd name="T1" fmla="*/ 0 h 6"/>
                  <a:gd name="T2" fmla="*/ 7 w 16"/>
                  <a:gd name="T3" fmla="*/ 0 h 6"/>
                  <a:gd name="T4" fmla="*/ 8 w 16"/>
                  <a:gd name="T5" fmla="*/ 0 h 6"/>
                  <a:gd name="T6" fmla="*/ 9 w 16"/>
                  <a:gd name="T7" fmla="*/ 0 h 6"/>
                  <a:gd name="T8" fmla="*/ 10 w 16"/>
                  <a:gd name="T9" fmla="*/ 0 h 6"/>
                  <a:gd name="T10" fmla="*/ 12 w 16"/>
                  <a:gd name="T11" fmla="*/ 2 h 6"/>
                  <a:gd name="T12" fmla="*/ 14 w 16"/>
                  <a:gd name="T13" fmla="*/ 3 h 6"/>
                  <a:gd name="T14" fmla="*/ 13 w 16"/>
                  <a:gd name="T15" fmla="*/ 6 h 6"/>
                  <a:gd name="T16" fmla="*/ 8 w 16"/>
                  <a:gd name="T17" fmla="*/ 6 h 6"/>
                  <a:gd name="T18" fmla="*/ 5 w 16"/>
                  <a:gd name="T19" fmla="*/ 6 h 6"/>
                  <a:gd name="T20" fmla="*/ 2 w 16"/>
                  <a:gd name="T21" fmla="*/ 6 h 6"/>
                  <a:gd name="T22" fmla="*/ 0 w 16"/>
                  <a:gd name="T23" fmla="*/ 4 h 6"/>
                  <a:gd name="T24" fmla="*/ 1 w 16"/>
                  <a:gd name="T25" fmla="*/ 3 h 6"/>
                  <a:gd name="T26" fmla="*/ 2 w 16"/>
                  <a:gd name="T27" fmla="*/ 2 h 6"/>
                  <a:gd name="T28" fmla="*/ 3 w 16"/>
                  <a:gd name="T29" fmla="*/ 1 h 6"/>
                  <a:gd name="T30" fmla="*/ 6 w 16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6">
                    <a:moveTo>
                      <a:pt x="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2" y="1"/>
                      <a:pt x="12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6" y="4"/>
                      <a:pt x="15" y="5"/>
                      <a:pt x="13" y="6"/>
                    </a:cubicBezTo>
                    <a:cubicBezTo>
                      <a:pt x="11" y="6"/>
                      <a:pt x="9" y="6"/>
                      <a:pt x="8" y="6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75" name="Freeform 2978">
                <a:extLst>
                  <a:ext uri="{FF2B5EF4-FFF2-40B4-BE49-F238E27FC236}">
                    <a16:creationId xmlns:a16="http://schemas.microsoft.com/office/drawing/2014/main" id="{FD144B2A-C1EE-48C9-AC63-42FF45084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589"/>
                <a:ext cx="10" cy="14"/>
              </a:xfrm>
              <a:custGeom>
                <a:avLst/>
                <a:gdLst>
                  <a:gd name="T0" fmla="*/ 10 w 25"/>
                  <a:gd name="T1" fmla="*/ 32 h 33"/>
                  <a:gd name="T2" fmla="*/ 8 w 25"/>
                  <a:gd name="T3" fmla="*/ 33 h 33"/>
                  <a:gd name="T4" fmla="*/ 4 w 25"/>
                  <a:gd name="T5" fmla="*/ 33 h 33"/>
                  <a:gd name="T6" fmla="*/ 2 w 25"/>
                  <a:gd name="T7" fmla="*/ 29 h 33"/>
                  <a:gd name="T8" fmla="*/ 1 w 25"/>
                  <a:gd name="T9" fmla="*/ 26 h 33"/>
                  <a:gd name="T10" fmla="*/ 2 w 25"/>
                  <a:gd name="T11" fmla="*/ 24 h 33"/>
                  <a:gd name="T12" fmla="*/ 3 w 25"/>
                  <a:gd name="T13" fmla="*/ 22 h 33"/>
                  <a:gd name="T14" fmla="*/ 4 w 25"/>
                  <a:gd name="T15" fmla="*/ 19 h 33"/>
                  <a:gd name="T16" fmla="*/ 2 w 25"/>
                  <a:gd name="T17" fmla="*/ 16 h 33"/>
                  <a:gd name="T18" fmla="*/ 2 w 25"/>
                  <a:gd name="T19" fmla="*/ 13 h 33"/>
                  <a:gd name="T20" fmla="*/ 7 w 25"/>
                  <a:gd name="T21" fmla="*/ 11 h 33"/>
                  <a:gd name="T22" fmla="*/ 10 w 25"/>
                  <a:gd name="T23" fmla="*/ 7 h 33"/>
                  <a:gd name="T24" fmla="*/ 13 w 25"/>
                  <a:gd name="T25" fmla="*/ 3 h 33"/>
                  <a:gd name="T26" fmla="*/ 16 w 25"/>
                  <a:gd name="T27" fmla="*/ 2 h 33"/>
                  <a:gd name="T28" fmla="*/ 19 w 25"/>
                  <a:gd name="T29" fmla="*/ 0 h 33"/>
                  <a:gd name="T30" fmla="*/ 23 w 25"/>
                  <a:gd name="T31" fmla="*/ 0 h 33"/>
                  <a:gd name="T32" fmla="*/ 25 w 25"/>
                  <a:gd name="T33" fmla="*/ 2 h 33"/>
                  <a:gd name="T34" fmla="*/ 24 w 25"/>
                  <a:gd name="T35" fmla="*/ 6 h 33"/>
                  <a:gd name="T36" fmla="*/ 19 w 25"/>
                  <a:gd name="T37" fmla="*/ 10 h 33"/>
                  <a:gd name="T38" fmla="*/ 15 w 25"/>
                  <a:gd name="T39" fmla="*/ 14 h 33"/>
                  <a:gd name="T40" fmla="*/ 13 w 25"/>
                  <a:gd name="T41" fmla="*/ 17 h 33"/>
                  <a:gd name="T42" fmla="*/ 11 w 25"/>
                  <a:gd name="T43" fmla="*/ 21 h 33"/>
                  <a:gd name="T44" fmla="*/ 10 w 25"/>
                  <a:gd name="T45" fmla="*/ 26 h 33"/>
                  <a:gd name="T46" fmla="*/ 10 w 25"/>
                  <a:gd name="T47" fmla="*/ 29 h 33"/>
                  <a:gd name="T48" fmla="*/ 10 w 25"/>
                  <a:gd name="T49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5" h="33">
                    <a:moveTo>
                      <a:pt x="10" y="32"/>
                    </a:moveTo>
                    <a:cubicBezTo>
                      <a:pt x="9" y="33"/>
                      <a:pt x="9" y="33"/>
                      <a:pt x="8" y="33"/>
                    </a:cubicBezTo>
                    <a:cubicBezTo>
                      <a:pt x="7" y="33"/>
                      <a:pt x="6" y="33"/>
                      <a:pt x="4" y="33"/>
                    </a:cubicBezTo>
                    <a:cubicBezTo>
                      <a:pt x="3" y="32"/>
                      <a:pt x="2" y="31"/>
                      <a:pt x="2" y="29"/>
                    </a:cubicBezTo>
                    <a:cubicBezTo>
                      <a:pt x="1" y="28"/>
                      <a:pt x="0" y="27"/>
                      <a:pt x="1" y="26"/>
                    </a:cubicBezTo>
                    <a:cubicBezTo>
                      <a:pt x="1" y="25"/>
                      <a:pt x="2" y="25"/>
                      <a:pt x="2" y="24"/>
                    </a:cubicBezTo>
                    <a:cubicBezTo>
                      <a:pt x="2" y="24"/>
                      <a:pt x="3" y="23"/>
                      <a:pt x="3" y="22"/>
                    </a:cubicBezTo>
                    <a:cubicBezTo>
                      <a:pt x="3" y="21"/>
                      <a:pt x="4" y="20"/>
                      <a:pt x="4" y="19"/>
                    </a:cubicBezTo>
                    <a:cubicBezTo>
                      <a:pt x="5" y="18"/>
                      <a:pt x="3" y="17"/>
                      <a:pt x="2" y="16"/>
                    </a:cubicBezTo>
                    <a:cubicBezTo>
                      <a:pt x="1" y="16"/>
                      <a:pt x="1" y="14"/>
                      <a:pt x="2" y="13"/>
                    </a:cubicBezTo>
                    <a:cubicBezTo>
                      <a:pt x="4" y="12"/>
                      <a:pt x="6" y="12"/>
                      <a:pt x="7" y="11"/>
                    </a:cubicBezTo>
                    <a:cubicBezTo>
                      <a:pt x="9" y="10"/>
                      <a:pt x="9" y="8"/>
                      <a:pt x="10" y="7"/>
                    </a:cubicBezTo>
                    <a:cubicBezTo>
                      <a:pt x="10" y="5"/>
                      <a:pt x="11" y="3"/>
                      <a:pt x="13" y="3"/>
                    </a:cubicBezTo>
                    <a:cubicBezTo>
                      <a:pt x="14" y="2"/>
                      <a:pt x="15" y="3"/>
                      <a:pt x="16" y="2"/>
                    </a:cubicBezTo>
                    <a:cubicBezTo>
                      <a:pt x="17" y="2"/>
                      <a:pt x="18" y="0"/>
                      <a:pt x="19" y="0"/>
                    </a:cubicBezTo>
                    <a:cubicBezTo>
                      <a:pt x="20" y="0"/>
                      <a:pt x="22" y="0"/>
                      <a:pt x="23" y="0"/>
                    </a:cubicBezTo>
                    <a:cubicBezTo>
                      <a:pt x="24" y="0"/>
                      <a:pt x="25" y="0"/>
                      <a:pt x="25" y="2"/>
                    </a:cubicBezTo>
                    <a:cubicBezTo>
                      <a:pt x="25" y="3"/>
                      <a:pt x="25" y="5"/>
                      <a:pt x="24" y="6"/>
                    </a:cubicBezTo>
                    <a:cubicBezTo>
                      <a:pt x="23" y="8"/>
                      <a:pt x="20" y="9"/>
                      <a:pt x="19" y="10"/>
                    </a:cubicBezTo>
                    <a:cubicBezTo>
                      <a:pt x="17" y="11"/>
                      <a:pt x="16" y="13"/>
                      <a:pt x="15" y="14"/>
                    </a:cubicBezTo>
                    <a:cubicBezTo>
                      <a:pt x="15" y="15"/>
                      <a:pt x="14" y="16"/>
                      <a:pt x="13" y="17"/>
                    </a:cubicBezTo>
                    <a:cubicBezTo>
                      <a:pt x="12" y="18"/>
                      <a:pt x="12" y="19"/>
                      <a:pt x="11" y="21"/>
                    </a:cubicBezTo>
                    <a:cubicBezTo>
                      <a:pt x="11" y="23"/>
                      <a:pt x="10" y="24"/>
                      <a:pt x="10" y="26"/>
                    </a:cubicBezTo>
                    <a:cubicBezTo>
                      <a:pt x="10" y="27"/>
                      <a:pt x="10" y="28"/>
                      <a:pt x="10" y="29"/>
                    </a:cubicBezTo>
                    <a:cubicBezTo>
                      <a:pt x="10" y="30"/>
                      <a:pt x="10" y="31"/>
                      <a:pt x="10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76" name="Freeform 2979">
                <a:extLst>
                  <a:ext uri="{FF2B5EF4-FFF2-40B4-BE49-F238E27FC236}">
                    <a16:creationId xmlns:a16="http://schemas.microsoft.com/office/drawing/2014/main" id="{33311A25-C45F-437F-900A-5E43684C4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54"/>
                <a:ext cx="25" cy="26"/>
              </a:xfrm>
              <a:custGeom>
                <a:avLst/>
                <a:gdLst>
                  <a:gd name="T0" fmla="*/ 37 w 63"/>
                  <a:gd name="T1" fmla="*/ 61 h 64"/>
                  <a:gd name="T2" fmla="*/ 40 w 63"/>
                  <a:gd name="T3" fmla="*/ 61 h 64"/>
                  <a:gd name="T4" fmla="*/ 45 w 63"/>
                  <a:gd name="T5" fmla="*/ 60 h 64"/>
                  <a:gd name="T6" fmla="*/ 51 w 63"/>
                  <a:gd name="T7" fmla="*/ 58 h 64"/>
                  <a:gd name="T8" fmla="*/ 57 w 63"/>
                  <a:gd name="T9" fmla="*/ 56 h 64"/>
                  <a:gd name="T10" fmla="*/ 62 w 63"/>
                  <a:gd name="T11" fmla="*/ 53 h 64"/>
                  <a:gd name="T12" fmla="*/ 61 w 63"/>
                  <a:gd name="T13" fmla="*/ 48 h 64"/>
                  <a:gd name="T14" fmla="*/ 54 w 63"/>
                  <a:gd name="T15" fmla="*/ 48 h 64"/>
                  <a:gd name="T16" fmla="*/ 46 w 63"/>
                  <a:gd name="T17" fmla="*/ 49 h 64"/>
                  <a:gd name="T18" fmla="*/ 40 w 63"/>
                  <a:gd name="T19" fmla="*/ 48 h 64"/>
                  <a:gd name="T20" fmla="*/ 37 w 63"/>
                  <a:gd name="T21" fmla="*/ 44 h 64"/>
                  <a:gd name="T22" fmla="*/ 43 w 63"/>
                  <a:gd name="T23" fmla="*/ 39 h 64"/>
                  <a:gd name="T24" fmla="*/ 51 w 63"/>
                  <a:gd name="T25" fmla="*/ 35 h 64"/>
                  <a:gd name="T26" fmla="*/ 54 w 63"/>
                  <a:gd name="T27" fmla="*/ 29 h 64"/>
                  <a:gd name="T28" fmla="*/ 53 w 63"/>
                  <a:gd name="T29" fmla="*/ 24 h 64"/>
                  <a:gd name="T30" fmla="*/ 49 w 63"/>
                  <a:gd name="T31" fmla="*/ 19 h 64"/>
                  <a:gd name="T32" fmla="*/ 47 w 63"/>
                  <a:gd name="T33" fmla="*/ 13 h 64"/>
                  <a:gd name="T34" fmla="*/ 42 w 63"/>
                  <a:gd name="T35" fmla="*/ 10 h 64"/>
                  <a:gd name="T36" fmla="*/ 38 w 63"/>
                  <a:gd name="T37" fmla="*/ 4 h 64"/>
                  <a:gd name="T38" fmla="*/ 31 w 63"/>
                  <a:gd name="T39" fmla="*/ 0 h 64"/>
                  <a:gd name="T40" fmla="*/ 23 w 63"/>
                  <a:gd name="T41" fmla="*/ 1 h 64"/>
                  <a:gd name="T42" fmla="*/ 15 w 63"/>
                  <a:gd name="T43" fmla="*/ 5 h 64"/>
                  <a:gd name="T44" fmla="*/ 11 w 63"/>
                  <a:gd name="T45" fmla="*/ 9 h 64"/>
                  <a:gd name="T46" fmla="*/ 10 w 63"/>
                  <a:gd name="T47" fmla="*/ 16 h 64"/>
                  <a:gd name="T48" fmla="*/ 10 w 63"/>
                  <a:gd name="T49" fmla="*/ 23 h 64"/>
                  <a:gd name="T50" fmla="*/ 5 w 63"/>
                  <a:gd name="T51" fmla="*/ 26 h 64"/>
                  <a:gd name="T52" fmla="*/ 2 w 63"/>
                  <a:gd name="T53" fmla="*/ 42 h 64"/>
                  <a:gd name="T54" fmla="*/ 5 w 63"/>
                  <a:gd name="T55" fmla="*/ 47 h 64"/>
                  <a:gd name="T56" fmla="*/ 9 w 63"/>
                  <a:gd name="T57" fmla="*/ 46 h 64"/>
                  <a:gd name="T58" fmla="*/ 14 w 63"/>
                  <a:gd name="T59" fmla="*/ 43 h 64"/>
                  <a:gd name="T60" fmla="*/ 13 w 63"/>
                  <a:gd name="T61" fmla="*/ 36 h 64"/>
                  <a:gd name="T62" fmla="*/ 14 w 63"/>
                  <a:gd name="T63" fmla="*/ 34 h 64"/>
                  <a:gd name="T64" fmla="*/ 16 w 63"/>
                  <a:gd name="T65" fmla="*/ 34 h 64"/>
                  <a:gd name="T66" fmla="*/ 22 w 63"/>
                  <a:gd name="T67" fmla="*/ 33 h 64"/>
                  <a:gd name="T68" fmla="*/ 23 w 63"/>
                  <a:gd name="T69" fmla="*/ 27 h 64"/>
                  <a:gd name="T70" fmla="*/ 26 w 63"/>
                  <a:gd name="T71" fmla="*/ 30 h 64"/>
                  <a:gd name="T72" fmla="*/ 24 w 63"/>
                  <a:gd name="T73" fmla="*/ 38 h 64"/>
                  <a:gd name="T74" fmla="*/ 19 w 63"/>
                  <a:gd name="T75" fmla="*/ 42 h 64"/>
                  <a:gd name="T76" fmla="*/ 14 w 63"/>
                  <a:gd name="T77" fmla="*/ 46 h 64"/>
                  <a:gd name="T78" fmla="*/ 15 w 63"/>
                  <a:gd name="T79" fmla="*/ 52 h 64"/>
                  <a:gd name="T80" fmla="*/ 15 w 63"/>
                  <a:gd name="T81" fmla="*/ 56 h 64"/>
                  <a:gd name="T82" fmla="*/ 16 w 63"/>
                  <a:gd name="T83" fmla="*/ 60 h 64"/>
                  <a:gd name="T84" fmla="*/ 18 w 63"/>
                  <a:gd name="T85" fmla="*/ 61 h 64"/>
                  <a:gd name="T86" fmla="*/ 23 w 63"/>
                  <a:gd name="T87" fmla="*/ 62 h 64"/>
                  <a:gd name="T88" fmla="*/ 25 w 63"/>
                  <a:gd name="T89" fmla="*/ 62 h 64"/>
                  <a:gd name="T90" fmla="*/ 27 w 63"/>
                  <a:gd name="T91" fmla="*/ 63 h 64"/>
                  <a:gd name="T92" fmla="*/ 30 w 63"/>
                  <a:gd name="T93" fmla="*/ 64 h 64"/>
                  <a:gd name="T94" fmla="*/ 34 w 63"/>
                  <a:gd name="T95" fmla="*/ 63 h 64"/>
                  <a:gd name="T96" fmla="*/ 37 w 63"/>
                  <a:gd name="T97" fmla="*/ 6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3" h="64">
                    <a:moveTo>
                      <a:pt x="37" y="61"/>
                    </a:moveTo>
                    <a:cubicBezTo>
                      <a:pt x="38" y="61"/>
                      <a:pt x="39" y="61"/>
                      <a:pt x="40" y="61"/>
                    </a:cubicBezTo>
                    <a:cubicBezTo>
                      <a:pt x="42" y="60"/>
                      <a:pt x="43" y="60"/>
                      <a:pt x="45" y="60"/>
                    </a:cubicBezTo>
                    <a:cubicBezTo>
                      <a:pt x="47" y="59"/>
                      <a:pt x="49" y="58"/>
                      <a:pt x="51" y="58"/>
                    </a:cubicBezTo>
                    <a:cubicBezTo>
                      <a:pt x="53" y="58"/>
                      <a:pt x="55" y="57"/>
                      <a:pt x="57" y="56"/>
                    </a:cubicBezTo>
                    <a:cubicBezTo>
                      <a:pt x="59" y="55"/>
                      <a:pt x="61" y="55"/>
                      <a:pt x="62" y="53"/>
                    </a:cubicBezTo>
                    <a:cubicBezTo>
                      <a:pt x="63" y="52"/>
                      <a:pt x="62" y="49"/>
                      <a:pt x="61" y="48"/>
                    </a:cubicBezTo>
                    <a:cubicBezTo>
                      <a:pt x="59" y="47"/>
                      <a:pt x="56" y="48"/>
                      <a:pt x="54" y="48"/>
                    </a:cubicBezTo>
                    <a:cubicBezTo>
                      <a:pt x="51" y="49"/>
                      <a:pt x="49" y="49"/>
                      <a:pt x="46" y="49"/>
                    </a:cubicBezTo>
                    <a:cubicBezTo>
                      <a:pt x="44" y="48"/>
                      <a:pt x="42" y="49"/>
                      <a:pt x="40" y="48"/>
                    </a:cubicBezTo>
                    <a:cubicBezTo>
                      <a:pt x="39" y="47"/>
                      <a:pt x="37" y="46"/>
                      <a:pt x="37" y="44"/>
                    </a:cubicBezTo>
                    <a:cubicBezTo>
                      <a:pt x="37" y="41"/>
                      <a:pt x="41" y="40"/>
                      <a:pt x="43" y="39"/>
                    </a:cubicBezTo>
                    <a:cubicBezTo>
                      <a:pt x="46" y="38"/>
                      <a:pt x="49" y="37"/>
                      <a:pt x="51" y="35"/>
                    </a:cubicBezTo>
                    <a:cubicBezTo>
                      <a:pt x="52" y="33"/>
                      <a:pt x="53" y="31"/>
                      <a:pt x="54" y="29"/>
                    </a:cubicBezTo>
                    <a:cubicBezTo>
                      <a:pt x="54" y="27"/>
                      <a:pt x="55" y="26"/>
                      <a:pt x="53" y="24"/>
                    </a:cubicBezTo>
                    <a:cubicBezTo>
                      <a:pt x="51" y="23"/>
                      <a:pt x="50" y="22"/>
                      <a:pt x="49" y="19"/>
                    </a:cubicBezTo>
                    <a:cubicBezTo>
                      <a:pt x="48" y="17"/>
                      <a:pt x="48" y="15"/>
                      <a:pt x="47" y="13"/>
                    </a:cubicBezTo>
                    <a:cubicBezTo>
                      <a:pt x="45" y="12"/>
                      <a:pt x="43" y="11"/>
                      <a:pt x="42" y="10"/>
                    </a:cubicBezTo>
                    <a:cubicBezTo>
                      <a:pt x="40" y="8"/>
                      <a:pt x="40" y="6"/>
                      <a:pt x="38" y="4"/>
                    </a:cubicBezTo>
                    <a:cubicBezTo>
                      <a:pt x="36" y="2"/>
                      <a:pt x="33" y="0"/>
                      <a:pt x="31" y="0"/>
                    </a:cubicBezTo>
                    <a:cubicBezTo>
                      <a:pt x="28" y="0"/>
                      <a:pt x="25" y="0"/>
                      <a:pt x="23" y="1"/>
                    </a:cubicBezTo>
                    <a:cubicBezTo>
                      <a:pt x="20" y="2"/>
                      <a:pt x="17" y="3"/>
                      <a:pt x="15" y="5"/>
                    </a:cubicBezTo>
                    <a:cubicBezTo>
                      <a:pt x="13" y="6"/>
                      <a:pt x="12" y="7"/>
                      <a:pt x="11" y="9"/>
                    </a:cubicBezTo>
                    <a:cubicBezTo>
                      <a:pt x="9" y="11"/>
                      <a:pt x="10" y="14"/>
                      <a:pt x="10" y="16"/>
                    </a:cubicBezTo>
                    <a:cubicBezTo>
                      <a:pt x="11" y="18"/>
                      <a:pt x="11" y="21"/>
                      <a:pt x="10" y="23"/>
                    </a:cubicBezTo>
                    <a:cubicBezTo>
                      <a:pt x="9" y="25"/>
                      <a:pt x="7" y="25"/>
                      <a:pt x="5" y="26"/>
                    </a:cubicBezTo>
                    <a:cubicBezTo>
                      <a:pt x="0" y="29"/>
                      <a:pt x="1" y="37"/>
                      <a:pt x="2" y="42"/>
                    </a:cubicBezTo>
                    <a:cubicBezTo>
                      <a:pt x="2" y="44"/>
                      <a:pt x="3" y="46"/>
                      <a:pt x="5" y="47"/>
                    </a:cubicBezTo>
                    <a:cubicBezTo>
                      <a:pt x="6" y="47"/>
                      <a:pt x="8" y="46"/>
                      <a:pt x="9" y="46"/>
                    </a:cubicBezTo>
                    <a:cubicBezTo>
                      <a:pt x="11" y="45"/>
                      <a:pt x="13" y="45"/>
                      <a:pt x="14" y="43"/>
                    </a:cubicBezTo>
                    <a:cubicBezTo>
                      <a:pt x="15" y="41"/>
                      <a:pt x="14" y="38"/>
                      <a:pt x="13" y="36"/>
                    </a:cubicBezTo>
                    <a:cubicBezTo>
                      <a:pt x="13" y="36"/>
                      <a:pt x="13" y="34"/>
                      <a:pt x="14" y="34"/>
                    </a:cubicBezTo>
                    <a:cubicBezTo>
                      <a:pt x="14" y="33"/>
                      <a:pt x="16" y="34"/>
                      <a:pt x="16" y="34"/>
                    </a:cubicBezTo>
                    <a:cubicBezTo>
                      <a:pt x="18" y="35"/>
                      <a:pt x="21" y="36"/>
                      <a:pt x="22" y="33"/>
                    </a:cubicBezTo>
                    <a:cubicBezTo>
                      <a:pt x="22" y="31"/>
                      <a:pt x="21" y="28"/>
                      <a:pt x="23" y="27"/>
                    </a:cubicBezTo>
                    <a:cubicBezTo>
                      <a:pt x="25" y="25"/>
                      <a:pt x="26" y="29"/>
                      <a:pt x="26" y="30"/>
                    </a:cubicBezTo>
                    <a:cubicBezTo>
                      <a:pt x="25" y="33"/>
                      <a:pt x="25" y="35"/>
                      <a:pt x="24" y="38"/>
                    </a:cubicBezTo>
                    <a:cubicBezTo>
                      <a:pt x="23" y="40"/>
                      <a:pt x="21" y="41"/>
                      <a:pt x="19" y="42"/>
                    </a:cubicBezTo>
                    <a:cubicBezTo>
                      <a:pt x="17" y="42"/>
                      <a:pt x="15" y="43"/>
                      <a:pt x="14" y="46"/>
                    </a:cubicBezTo>
                    <a:cubicBezTo>
                      <a:pt x="14" y="48"/>
                      <a:pt x="14" y="50"/>
                      <a:pt x="15" y="52"/>
                    </a:cubicBezTo>
                    <a:cubicBezTo>
                      <a:pt x="15" y="54"/>
                      <a:pt x="15" y="55"/>
                      <a:pt x="15" y="56"/>
                    </a:cubicBezTo>
                    <a:cubicBezTo>
                      <a:pt x="16" y="58"/>
                      <a:pt x="16" y="59"/>
                      <a:pt x="16" y="60"/>
                    </a:cubicBezTo>
                    <a:cubicBezTo>
                      <a:pt x="17" y="61"/>
                      <a:pt x="18" y="61"/>
                      <a:pt x="18" y="61"/>
                    </a:cubicBezTo>
                    <a:cubicBezTo>
                      <a:pt x="20" y="61"/>
                      <a:pt x="21" y="62"/>
                      <a:pt x="23" y="62"/>
                    </a:cubicBezTo>
                    <a:cubicBezTo>
                      <a:pt x="23" y="62"/>
                      <a:pt x="24" y="62"/>
                      <a:pt x="25" y="62"/>
                    </a:cubicBezTo>
                    <a:cubicBezTo>
                      <a:pt x="25" y="62"/>
                      <a:pt x="26" y="63"/>
                      <a:pt x="27" y="63"/>
                    </a:cubicBezTo>
                    <a:cubicBezTo>
                      <a:pt x="28" y="63"/>
                      <a:pt x="29" y="64"/>
                      <a:pt x="30" y="64"/>
                    </a:cubicBezTo>
                    <a:cubicBezTo>
                      <a:pt x="32" y="64"/>
                      <a:pt x="32" y="63"/>
                      <a:pt x="34" y="63"/>
                    </a:cubicBezTo>
                    <a:cubicBezTo>
                      <a:pt x="35" y="62"/>
                      <a:pt x="36" y="62"/>
                      <a:pt x="37" y="6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77" name="Freeform 2980">
                <a:extLst>
                  <a:ext uri="{FF2B5EF4-FFF2-40B4-BE49-F238E27FC236}">
                    <a16:creationId xmlns:a16="http://schemas.microsoft.com/office/drawing/2014/main" id="{740CDA96-86CD-4430-BB88-D62DB8F77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555"/>
                <a:ext cx="5" cy="5"/>
              </a:xfrm>
              <a:custGeom>
                <a:avLst/>
                <a:gdLst>
                  <a:gd name="T0" fmla="*/ 3 w 12"/>
                  <a:gd name="T1" fmla="*/ 11 h 11"/>
                  <a:gd name="T2" fmla="*/ 1 w 12"/>
                  <a:gd name="T3" fmla="*/ 9 h 11"/>
                  <a:gd name="T4" fmla="*/ 2 w 12"/>
                  <a:gd name="T5" fmla="*/ 4 h 11"/>
                  <a:gd name="T6" fmla="*/ 7 w 12"/>
                  <a:gd name="T7" fmla="*/ 0 h 11"/>
                  <a:gd name="T8" fmla="*/ 10 w 12"/>
                  <a:gd name="T9" fmla="*/ 1 h 11"/>
                  <a:gd name="T10" fmla="*/ 11 w 12"/>
                  <a:gd name="T11" fmla="*/ 3 h 11"/>
                  <a:gd name="T12" fmla="*/ 11 w 12"/>
                  <a:gd name="T13" fmla="*/ 6 h 11"/>
                  <a:gd name="T14" fmla="*/ 8 w 12"/>
                  <a:gd name="T15" fmla="*/ 9 h 11"/>
                  <a:gd name="T16" fmla="*/ 3 w 12"/>
                  <a:gd name="T1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2" y="11"/>
                      <a:pt x="2" y="10"/>
                      <a:pt x="1" y="9"/>
                    </a:cubicBezTo>
                    <a:cubicBezTo>
                      <a:pt x="0" y="8"/>
                      <a:pt x="1" y="5"/>
                      <a:pt x="2" y="4"/>
                    </a:cubicBezTo>
                    <a:cubicBezTo>
                      <a:pt x="3" y="2"/>
                      <a:pt x="5" y="1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7"/>
                      <a:pt x="9" y="8"/>
                      <a:pt x="8" y="9"/>
                    </a:cubicBezTo>
                    <a:cubicBezTo>
                      <a:pt x="6" y="10"/>
                      <a:pt x="5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78" name="Freeform 2981">
                <a:extLst>
                  <a:ext uri="{FF2B5EF4-FFF2-40B4-BE49-F238E27FC236}">
                    <a16:creationId xmlns:a16="http://schemas.microsoft.com/office/drawing/2014/main" id="{A9B051BA-4A00-43F2-B091-BE5823A74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84"/>
                <a:ext cx="4" cy="6"/>
              </a:xfrm>
              <a:custGeom>
                <a:avLst/>
                <a:gdLst>
                  <a:gd name="T0" fmla="*/ 3 w 11"/>
                  <a:gd name="T1" fmla="*/ 12 h 14"/>
                  <a:gd name="T2" fmla="*/ 0 w 11"/>
                  <a:gd name="T3" fmla="*/ 6 h 14"/>
                  <a:gd name="T4" fmla="*/ 0 w 11"/>
                  <a:gd name="T5" fmla="*/ 3 h 14"/>
                  <a:gd name="T6" fmla="*/ 3 w 11"/>
                  <a:gd name="T7" fmla="*/ 2 h 14"/>
                  <a:gd name="T8" fmla="*/ 10 w 11"/>
                  <a:gd name="T9" fmla="*/ 1 h 14"/>
                  <a:gd name="T10" fmla="*/ 10 w 11"/>
                  <a:gd name="T11" fmla="*/ 5 h 14"/>
                  <a:gd name="T12" fmla="*/ 11 w 11"/>
                  <a:gd name="T13" fmla="*/ 10 h 14"/>
                  <a:gd name="T14" fmla="*/ 9 w 11"/>
                  <a:gd name="T15" fmla="*/ 13 h 14"/>
                  <a:gd name="T16" fmla="*/ 6 w 11"/>
                  <a:gd name="T17" fmla="*/ 14 h 14"/>
                  <a:gd name="T18" fmla="*/ 3 w 11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3" y="12"/>
                    </a:moveTo>
                    <a:cubicBezTo>
                      <a:pt x="1" y="10"/>
                      <a:pt x="0" y="8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0" y="2"/>
                      <a:pt x="10" y="4"/>
                      <a:pt x="10" y="5"/>
                    </a:cubicBezTo>
                    <a:cubicBezTo>
                      <a:pt x="11" y="7"/>
                      <a:pt x="11" y="8"/>
                      <a:pt x="11" y="10"/>
                    </a:cubicBezTo>
                    <a:cubicBezTo>
                      <a:pt x="11" y="11"/>
                      <a:pt x="10" y="12"/>
                      <a:pt x="9" y="13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5" y="13"/>
                      <a:pt x="3" y="13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79" name="Freeform 2982">
                <a:extLst>
                  <a:ext uri="{FF2B5EF4-FFF2-40B4-BE49-F238E27FC236}">
                    <a16:creationId xmlns:a16="http://schemas.microsoft.com/office/drawing/2014/main" id="{C734BDF4-251D-4B94-848A-2F7C08EFF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468"/>
                <a:ext cx="5" cy="5"/>
              </a:xfrm>
              <a:custGeom>
                <a:avLst/>
                <a:gdLst>
                  <a:gd name="T0" fmla="*/ 1 w 11"/>
                  <a:gd name="T1" fmla="*/ 3 h 10"/>
                  <a:gd name="T2" fmla="*/ 5 w 11"/>
                  <a:gd name="T3" fmla="*/ 4 h 10"/>
                  <a:gd name="T4" fmla="*/ 10 w 11"/>
                  <a:gd name="T5" fmla="*/ 7 h 10"/>
                  <a:gd name="T6" fmla="*/ 9 w 11"/>
                  <a:gd name="T7" fmla="*/ 10 h 10"/>
                  <a:gd name="T8" fmla="*/ 1 w 11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3"/>
                    </a:moveTo>
                    <a:cubicBezTo>
                      <a:pt x="1" y="0"/>
                      <a:pt x="4" y="3"/>
                      <a:pt x="5" y="4"/>
                    </a:cubicBezTo>
                    <a:cubicBezTo>
                      <a:pt x="6" y="5"/>
                      <a:pt x="9" y="5"/>
                      <a:pt x="10" y="7"/>
                    </a:cubicBezTo>
                    <a:cubicBezTo>
                      <a:pt x="11" y="8"/>
                      <a:pt x="10" y="10"/>
                      <a:pt x="9" y="10"/>
                    </a:cubicBezTo>
                    <a:cubicBezTo>
                      <a:pt x="5" y="10"/>
                      <a:pt x="0" y="7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80" name="Freeform 2983">
                <a:extLst>
                  <a:ext uri="{FF2B5EF4-FFF2-40B4-BE49-F238E27FC236}">
                    <a16:creationId xmlns:a16="http://schemas.microsoft.com/office/drawing/2014/main" id="{9F93196A-3423-451A-A7F6-CF83D736C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444"/>
                <a:ext cx="21" cy="29"/>
              </a:xfrm>
              <a:custGeom>
                <a:avLst/>
                <a:gdLst>
                  <a:gd name="T0" fmla="*/ 11 w 51"/>
                  <a:gd name="T1" fmla="*/ 31 h 72"/>
                  <a:gd name="T2" fmla="*/ 7 w 51"/>
                  <a:gd name="T3" fmla="*/ 31 h 72"/>
                  <a:gd name="T4" fmla="*/ 1 w 51"/>
                  <a:gd name="T5" fmla="*/ 27 h 72"/>
                  <a:gd name="T6" fmla="*/ 9 w 51"/>
                  <a:gd name="T7" fmla="*/ 24 h 72"/>
                  <a:gd name="T8" fmla="*/ 12 w 51"/>
                  <a:gd name="T9" fmla="*/ 17 h 72"/>
                  <a:gd name="T10" fmla="*/ 15 w 51"/>
                  <a:gd name="T11" fmla="*/ 17 h 72"/>
                  <a:gd name="T12" fmla="*/ 17 w 51"/>
                  <a:gd name="T13" fmla="*/ 20 h 72"/>
                  <a:gd name="T14" fmla="*/ 18 w 51"/>
                  <a:gd name="T15" fmla="*/ 25 h 72"/>
                  <a:gd name="T16" fmla="*/ 22 w 51"/>
                  <a:gd name="T17" fmla="*/ 28 h 72"/>
                  <a:gd name="T18" fmla="*/ 24 w 51"/>
                  <a:gd name="T19" fmla="*/ 30 h 72"/>
                  <a:gd name="T20" fmla="*/ 29 w 51"/>
                  <a:gd name="T21" fmla="*/ 31 h 72"/>
                  <a:gd name="T22" fmla="*/ 31 w 51"/>
                  <a:gd name="T23" fmla="*/ 30 h 72"/>
                  <a:gd name="T24" fmla="*/ 29 w 51"/>
                  <a:gd name="T25" fmla="*/ 29 h 72"/>
                  <a:gd name="T26" fmla="*/ 26 w 51"/>
                  <a:gd name="T27" fmla="*/ 27 h 72"/>
                  <a:gd name="T28" fmla="*/ 23 w 51"/>
                  <a:gd name="T29" fmla="*/ 24 h 72"/>
                  <a:gd name="T30" fmla="*/ 20 w 51"/>
                  <a:gd name="T31" fmla="*/ 21 h 72"/>
                  <a:gd name="T32" fmla="*/ 26 w 51"/>
                  <a:gd name="T33" fmla="*/ 16 h 72"/>
                  <a:gd name="T34" fmla="*/ 32 w 51"/>
                  <a:gd name="T35" fmla="*/ 9 h 72"/>
                  <a:gd name="T36" fmla="*/ 33 w 51"/>
                  <a:gd name="T37" fmla="*/ 6 h 72"/>
                  <a:gd name="T38" fmla="*/ 36 w 51"/>
                  <a:gd name="T39" fmla="*/ 3 h 72"/>
                  <a:gd name="T40" fmla="*/ 43 w 51"/>
                  <a:gd name="T41" fmla="*/ 7 h 72"/>
                  <a:gd name="T42" fmla="*/ 47 w 51"/>
                  <a:gd name="T43" fmla="*/ 3 h 72"/>
                  <a:gd name="T44" fmla="*/ 49 w 51"/>
                  <a:gd name="T45" fmla="*/ 1 h 72"/>
                  <a:gd name="T46" fmla="*/ 51 w 51"/>
                  <a:gd name="T47" fmla="*/ 6 h 72"/>
                  <a:gd name="T48" fmla="*/ 47 w 51"/>
                  <a:gd name="T49" fmla="*/ 14 h 72"/>
                  <a:gd name="T50" fmla="*/ 45 w 51"/>
                  <a:gd name="T51" fmla="*/ 17 h 72"/>
                  <a:gd name="T52" fmla="*/ 45 w 51"/>
                  <a:gd name="T53" fmla="*/ 21 h 72"/>
                  <a:gd name="T54" fmla="*/ 43 w 51"/>
                  <a:gd name="T55" fmla="*/ 25 h 72"/>
                  <a:gd name="T56" fmla="*/ 39 w 51"/>
                  <a:gd name="T57" fmla="*/ 26 h 72"/>
                  <a:gd name="T58" fmla="*/ 38 w 51"/>
                  <a:gd name="T59" fmla="*/ 30 h 72"/>
                  <a:gd name="T60" fmla="*/ 40 w 51"/>
                  <a:gd name="T61" fmla="*/ 33 h 72"/>
                  <a:gd name="T62" fmla="*/ 39 w 51"/>
                  <a:gd name="T63" fmla="*/ 37 h 72"/>
                  <a:gd name="T64" fmla="*/ 39 w 51"/>
                  <a:gd name="T65" fmla="*/ 40 h 72"/>
                  <a:gd name="T66" fmla="*/ 36 w 51"/>
                  <a:gd name="T67" fmla="*/ 42 h 72"/>
                  <a:gd name="T68" fmla="*/ 33 w 51"/>
                  <a:gd name="T69" fmla="*/ 50 h 72"/>
                  <a:gd name="T70" fmla="*/ 29 w 51"/>
                  <a:gd name="T71" fmla="*/ 58 h 72"/>
                  <a:gd name="T72" fmla="*/ 27 w 51"/>
                  <a:gd name="T73" fmla="*/ 62 h 72"/>
                  <a:gd name="T74" fmla="*/ 24 w 51"/>
                  <a:gd name="T75" fmla="*/ 65 h 72"/>
                  <a:gd name="T76" fmla="*/ 19 w 51"/>
                  <a:gd name="T77" fmla="*/ 71 h 72"/>
                  <a:gd name="T78" fmla="*/ 12 w 51"/>
                  <a:gd name="T79" fmla="*/ 67 h 72"/>
                  <a:gd name="T80" fmla="*/ 21 w 51"/>
                  <a:gd name="T81" fmla="*/ 62 h 72"/>
                  <a:gd name="T82" fmla="*/ 20 w 51"/>
                  <a:gd name="T83" fmla="*/ 54 h 72"/>
                  <a:gd name="T84" fmla="*/ 19 w 51"/>
                  <a:gd name="T85" fmla="*/ 49 h 72"/>
                  <a:gd name="T86" fmla="*/ 22 w 51"/>
                  <a:gd name="T87" fmla="*/ 45 h 72"/>
                  <a:gd name="T88" fmla="*/ 23 w 51"/>
                  <a:gd name="T89" fmla="*/ 40 h 72"/>
                  <a:gd name="T90" fmla="*/ 20 w 51"/>
                  <a:gd name="T91" fmla="*/ 36 h 72"/>
                  <a:gd name="T92" fmla="*/ 16 w 51"/>
                  <a:gd name="T93" fmla="*/ 41 h 72"/>
                  <a:gd name="T94" fmla="*/ 13 w 51"/>
                  <a:gd name="T95" fmla="*/ 41 h 72"/>
                  <a:gd name="T96" fmla="*/ 13 w 51"/>
                  <a:gd name="T97" fmla="*/ 35 h 72"/>
                  <a:gd name="T98" fmla="*/ 11 w 51"/>
                  <a:gd name="T99" fmla="*/ 3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1" h="72">
                    <a:moveTo>
                      <a:pt x="11" y="31"/>
                    </a:moveTo>
                    <a:cubicBezTo>
                      <a:pt x="10" y="30"/>
                      <a:pt x="8" y="31"/>
                      <a:pt x="7" y="31"/>
                    </a:cubicBezTo>
                    <a:cubicBezTo>
                      <a:pt x="5" y="31"/>
                      <a:pt x="0" y="30"/>
                      <a:pt x="1" y="27"/>
                    </a:cubicBezTo>
                    <a:cubicBezTo>
                      <a:pt x="2" y="24"/>
                      <a:pt x="6" y="25"/>
                      <a:pt x="9" y="24"/>
                    </a:cubicBezTo>
                    <a:cubicBezTo>
                      <a:pt x="13" y="24"/>
                      <a:pt x="11" y="19"/>
                      <a:pt x="12" y="17"/>
                    </a:cubicBezTo>
                    <a:cubicBezTo>
                      <a:pt x="13" y="16"/>
                      <a:pt x="14" y="16"/>
                      <a:pt x="15" y="17"/>
                    </a:cubicBezTo>
                    <a:cubicBezTo>
                      <a:pt x="17" y="17"/>
                      <a:pt x="17" y="19"/>
                      <a:pt x="17" y="20"/>
                    </a:cubicBezTo>
                    <a:cubicBezTo>
                      <a:pt x="17" y="22"/>
                      <a:pt x="17" y="24"/>
                      <a:pt x="18" y="25"/>
                    </a:cubicBezTo>
                    <a:cubicBezTo>
                      <a:pt x="19" y="27"/>
                      <a:pt x="20" y="27"/>
                      <a:pt x="22" y="28"/>
                    </a:cubicBezTo>
                    <a:cubicBezTo>
                      <a:pt x="22" y="29"/>
                      <a:pt x="23" y="30"/>
                      <a:pt x="24" y="30"/>
                    </a:cubicBezTo>
                    <a:cubicBezTo>
                      <a:pt x="26" y="31"/>
                      <a:pt x="27" y="31"/>
                      <a:pt x="29" y="31"/>
                    </a:cubicBezTo>
                    <a:cubicBezTo>
                      <a:pt x="29" y="31"/>
                      <a:pt x="31" y="31"/>
                      <a:pt x="31" y="30"/>
                    </a:cubicBezTo>
                    <a:cubicBezTo>
                      <a:pt x="30" y="30"/>
                      <a:pt x="29" y="29"/>
                      <a:pt x="29" y="29"/>
                    </a:cubicBezTo>
                    <a:cubicBezTo>
                      <a:pt x="28" y="28"/>
                      <a:pt x="27" y="28"/>
                      <a:pt x="26" y="27"/>
                    </a:cubicBezTo>
                    <a:cubicBezTo>
                      <a:pt x="25" y="26"/>
                      <a:pt x="24" y="25"/>
                      <a:pt x="23" y="24"/>
                    </a:cubicBezTo>
                    <a:cubicBezTo>
                      <a:pt x="22" y="23"/>
                      <a:pt x="20" y="22"/>
                      <a:pt x="20" y="21"/>
                    </a:cubicBezTo>
                    <a:cubicBezTo>
                      <a:pt x="19" y="18"/>
                      <a:pt x="24" y="17"/>
                      <a:pt x="26" y="16"/>
                    </a:cubicBezTo>
                    <a:cubicBezTo>
                      <a:pt x="29" y="15"/>
                      <a:pt x="32" y="12"/>
                      <a:pt x="32" y="9"/>
                    </a:cubicBezTo>
                    <a:cubicBezTo>
                      <a:pt x="32" y="8"/>
                      <a:pt x="32" y="7"/>
                      <a:pt x="33" y="6"/>
                    </a:cubicBezTo>
                    <a:cubicBezTo>
                      <a:pt x="33" y="4"/>
                      <a:pt x="35" y="4"/>
                      <a:pt x="36" y="3"/>
                    </a:cubicBezTo>
                    <a:cubicBezTo>
                      <a:pt x="39" y="3"/>
                      <a:pt x="41" y="5"/>
                      <a:pt x="43" y="7"/>
                    </a:cubicBezTo>
                    <a:cubicBezTo>
                      <a:pt x="46" y="11"/>
                      <a:pt x="46" y="5"/>
                      <a:pt x="47" y="3"/>
                    </a:cubicBezTo>
                    <a:cubicBezTo>
                      <a:pt x="47" y="1"/>
                      <a:pt x="48" y="0"/>
                      <a:pt x="49" y="1"/>
                    </a:cubicBezTo>
                    <a:cubicBezTo>
                      <a:pt x="50" y="2"/>
                      <a:pt x="51" y="4"/>
                      <a:pt x="51" y="6"/>
                    </a:cubicBezTo>
                    <a:cubicBezTo>
                      <a:pt x="51" y="9"/>
                      <a:pt x="50" y="12"/>
                      <a:pt x="47" y="14"/>
                    </a:cubicBezTo>
                    <a:cubicBezTo>
                      <a:pt x="46" y="15"/>
                      <a:pt x="45" y="15"/>
                      <a:pt x="45" y="17"/>
                    </a:cubicBezTo>
                    <a:cubicBezTo>
                      <a:pt x="45" y="18"/>
                      <a:pt x="45" y="20"/>
                      <a:pt x="45" y="21"/>
                    </a:cubicBezTo>
                    <a:cubicBezTo>
                      <a:pt x="45" y="22"/>
                      <a:pt x="44" y="24"/>
                      <a:pt x="43" y="25"/>
                    </a:cubicBezTo>
                    <a:cubicBezTo>
                      <a:pt x="42" y="25"/>
                      <a:pt x="40" y="26"/>
                      <a:pt x="39" y="26"/>
                    </a:cubicBezTo>
                    <a:cubicBezTo>
                      <a:pt x="38" y="27"/>
                      <a:pt x="37" y="28"/>
                      <a:pt x="38" y="30"/>
                    </a:cubicBezTo>
                    <a:cubicBezTo>
                      <a:pt x="38" y="31"/>
                      <a:pt x="40" y="32"/>
                      <a:pt x="40" y="33"/>
                    </a:cubicBezTo>
                    <a:cubicBezTo>
                      <a:pt x="40" y="35"/>
                      <a:pt x="39" y="36"/>
                      <a:pt x="39" y="37"/>
                    </a:cubicBezTo>
                    <a:cubicBezTo>
                      <a:pt x="38" y="38"/>
                      <a:pt x="39" y="39"/>
                      <a:pt x="39" y="40"/>
                    </a:cubicBezTo>
                    <a:cubicBezTo>
                      <a:pt x="39" y="41"/>
                      <a:pt x="37" y="42"/>
                      <a:pt x="36" y="42"/>
                    </a:cubicBezTo>
                    <a:cubicBezTo>
                      <a:pt x="36" y="45"/>
                      <a:pt x="35" y="47"/>
                      <a:pt x="33" y="50"/>
                    </a:cubicBezTo>
                    <a:cubicBezTo>
                      <a:pt x="31" y="52"/>
                      <a:pt x="30" y="55"/>
                      <a:pt x="29" y="58"/>
                    </a:cubicBezTo>
                    <a:cubicBezTo>
                      <a:pt x="28" y="59"/>
                      <a:pt x="28" y="61"/>
                      <a:pt x="27" y="62"/>
                    </a:cubicBezTo>
                    <a:cubicBezTo>
                      <a:pt x="26" y="63"/>
                      <a:pt x="25" y="64"/>
                      <a:pt x="24" y="65"/>
                    </a:cubicBezTo>
                    <a:cubicBezTo>
                      <a:pt x="22" y="67"/>
                      <a:pt x="22" y="70"/>
                      <a:pt x="19" y="71"/>
                    </a:cubicBezTo>
                    <a:cubicBezTo>
                      <a:pt x="16" y="72"/>
                      <a:pt x="12" y="71"/>
                      <a:pt x="12" y="67"/>
                    </a:cubicBezTo>
                    <a:cubicBezTo>
                      <a:pt x="13" y="63"/>
                      <a:pt x="18" y="64"/>
                      <a:pt x="21" y="62"/>
                    </a:cubicBezTo>
                    <a:cubicBezTo>
                      <a:pt x="24" y="61"/>
                      <a:pt x="22" y="56"/>
                      <a:pt x="20" y="54"/>
                    </a:cubicBezTo>
                    <a:cubicBezTo>
                      <a:pt x="19" y="52"/>
                      <a:pt x="19" y="51"/>
                      <a:pt x="19" y="49"/>
                    </a:cubicBezTo>
                    <a:cubicBezTo>
                      <a:pt x="19" y="48"/>
                      <a:pt x="20" y="46"/>
                      <a:pt x="22" y="45"/>
                    </a:cubicBezTo>
                    <a:cubicBezTo>
                      <a:pt x="23" y="43"/>
                      <a:pt x="23" y="42"/>
                      <a:pt x="23" y="40"/>
                    </a:cubicBezTo>
                    <a:cubicBezTo>
                      <a:pt x="23" y="38"/>
                      <a:pt x="22" y="35"/>
                      <a:pt x="20" y="36"/>
                    </a:cubicBezTo>
                    <a:cubicBezTo>
                      <a:pt x="18" y="36"/>
                      <a:pt x="17" y="39"/>
                      <a:pt x="16" y="41"/>
                    </a:cubicBezTo>
                    <a:cubicBezTo>
                      <a:pt x="15" y="42"/>
                      <a:pt x="13" y="43"/>
                      <a:pt x="13" y="41"/>
                    </a:cubicBezTo>
                    <a:cubicBezTo>
                      <a:pt x="12" y="39"/>
                      <a:pt x="12" y="37"/>
                      <a:pt x="13" y="35"/>
                    </a:cubicBezTo>
                    <a:cubicBezTo>
                      <a:pt x="13" y="34"/>
                      <a:pt x="12" y="32"/>
                      <a:pt x="11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81" name="Freeform 2984">
                <a:extLst>
                  <a:ext uri="{FF2B5EF4-FFF2-40B4-BE49-F238E27FC236}">
                    <a16:creationId xmlns:a16="http://schemas.microsoft.com/office/drawing/2014/main" id="{0A274344-F100-44C0-A44F-B94B29281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27"/>
                <a:ext cx="14" cy="19"/>
              </a:xfrm>
              <a:custGeom>
                <a:avLst/>
                <a:gdLst>
                  <a:gd name="T0" fmla="*/ 16 w 34"/>
                  <a:gd name="T1" fmla="*/ 41 h 48"/>
                  <a:gd name="T2" fmla="*/ 19 w 34"/>
                  <a:gd name="T3" fmla="*/ 44 h 48"/>
                  <a:gd name="T4" fmla="*/ 17 w 34"/>
                  <a:gd name="T5" fmla="*/ 48 h 48"/>
                  <a:gd name="T6" fmla="*/ 13 w 34"/>
                  <a:gd name="T7" fmla="*/ 45 h 48"/>
                  <a:gd name="T8" fmla="*/ 10 w 34"/>
                  <a:gd name="T9" fmla="*/ 43 h 48"/>
                  <a:gd name="T10" fmla="*/ 7 w 34"/>
                  <a:gd name="T11" fmla="*/ 45 h 48"/>
                  <a:gd name="T12" fmla="*/ 4 w 34"/>
                  <a:gd name="T13" fmla="*/ 43 h 48"/>
                  <a:gd name="T14" fmla="*/ 3 w 34"/>
                  <a:gd name="T15" fmla="*/ 39 h 48"/>
                  <a:gd name="T16" fmla="*/ 3 w 34"/>
                  <a:gd name="T17" fmla="*/ 31 h 48"/>
                  <a:gd name="T18" fmla="*/ 7 w 34"/>
                  <a:gd name="T19" fmla="*/ 29 h 48"/>
                  <a:gd name="T20" fmla="*/ 7 w 34"/>
                  <a:gd name="T21" fmla="*/ 25 h 48"/>
                  <a:gd name="T22" fmla="*/ 9 w 34"/>
                  <a:gd name="T23" fmla="*/ 22 h 48"/>
                  <a:gd name="T24" fmla="*/ 12 w 34"/>
                  <a:gd name="T25" fmla="*/ 18 h 48"/>
                  <a:gd name="T26" fmla="*/ 12 w 34"/>
                  <a:gd name="T27" fmla="*/ 12 h 48"/>
                  <a:gd name="T28" fmla="*/ 14 w 34"/>
                  <a:gd name="T29" fmla="*/ 9 h 48"/>
                  <a:gd name="T30" fmla="*/ 18 w 34"/>
                  <a:gd name="T31" fmla="*/ 5 h 48"/>
                  <a:gd name="T32" fmla="*/ 21 w 34"/>
                  <a:gd name="T33" fmla="*/ 1 h 48"/>
                  <a:gd name="T34" fmla="*/ 23 w 34"/>
                  <a:gd name="T35" fmla="*/ 4 h 48"/>
                  <a:gd name="T36" fmla="*/ 22 w 34"/>
                  <a:gd name="T37" fmla="*/ 9 h 48"/>
                  <a:gd name="T38" fmla="*/ 25 w 34"/>
                  <a:gd name="T39" fmla="*/ 5 h 48"/>
                  <a:gd name="T40" fmla="*/ 29 w 34"/>
                  <a:gd name="T41" fmla="*/ 4 h 48"/>
                  <a:gd name="T42" fmla="*/ 31 w 34"/>
                  <a:gd name="T43" fmla="*/ 6 h 48"/>
                  <a:gd name="T44" fmla="*/ 32 w 34"/>
                  <a:gd name="T45" fmla="*/ 7 h 48"/>
                  <a:gd name="T46" fmla="*/ 31 w 34"/>
                  <a:gd name="T47" fmla="*/ 11 h 48"/>
                  <a:gd name="T48" fmla="*/ 31 w 34"/>
                  <a:gd name="T49" fmla="*/ 15 h 48"/>
                  <a:gd name="T50" fmla="*/ 32 w 34"/>
                  <a:gd name="T51" fmla="*/ 20 h 48"/>
                  <a:gd name="T52" fmla="*/ 31 w 34"/>
                  <a:gd name="T53" fmla="*/ 23 h 48"/>
                  <a:gd name="T54" fmla="*/ 29 w 34"/>
                  <a:gd name="T55" fmla="*/ 21 h 48"/>
                  <a:gd name="T56" fmla="*/ 26 w 34"/>
                  <a:gd name="T57" fmla="*/ 18 h 48"/>
                  <a:gd name="T58" fmla="*/ 24 w 34"/>
                  <a:gd name="T59" fmla="*/ 23 h 48"/>
                  <a:gd name="T60" fmla="*/ 21 w 34"/>
                  <a:gd name="T61" fmla="*/ 27 h 48"/>
                  <a:gd name="T62" fmla="*/ 24 w 34"/>
                  <a:gd name="T63" fmla="*/ 27 h 48"/>
                  <a:gd name="T64" fmla="*/ 26 w 34"/>
                  <a:gd name="T65" fmla="*/ 26 h 48"/>
                  <a:gd name="T66" fmla="*/ 28 w 34"/>
                  <a:gd name="T67" fmla="*/ 30 h 48"/>
                  <a:gd name="T68" fmla="*/ 25 w 34"/>
                  <a:gd name="T69" fmla="*/ 31 h 48"/>
                  <a:gd name="T70" fmla="*/ 22 w 34"/>
                  <a:gd name="T71" fmla="*/ 32 h 48"/>
                  <a:gd name="T72" fmla="*/ 19 w 34"/>
                  <a:gd name="T73" fmla="*/ 36 h 48"/>
                  <a:gd name="T74" fmla="*/ 15 w 34"/>
                  <a:gd name="T75" fmla="*/ 38 h 48"/>
                  <a:gd name="T76" fmla="*/ 14 w 34"/>
                  <a:gd name="T77" fmla="*/ 40 h 48"/>
                  <a:gd name="T78" fmla="*/ 16 w 34"/>
                  <a:gd name="T79" fmla="*/ 4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48">
                    <a:moveTo>
                      <a:pt x="16" y="41"/>
                    </a:moveTo>
                    <a:cubicBezTo>
                      <a:pt x="17" y="41"/>
                      <a:pt x="18" y="42"/>
                      <a:pt x="19" y="44"/>
                    </a:cubicBezTo>
                    <a:cubicBezTo>
                      <a:pt x="19" y="45"/>
                      <a:pt x="19" y="47"/>
                      <a:pt x="17" y="48"/>
                    </a:cubicBezTo>
                    <a:cubicBezTo>
                      <a:pt x="16" y="48"/>
                      <a:pt x="14" y="46"/>
                      <a:pt x="13" y="45"/>
                    </a:cubicBezTo>
                    <a:cubicBezTo>
                      <a:pt x="12" y="44"/>
                      <a:pt x="11" y="43"/>
                      <a:pt x="10" y="43"/>
                    </a:cubicBezTo>
                    <a:cubicBezTo>
                      <a:pt x="9" y="43"/>
                      <a:pt x="8" y="45"/>
                      <a:pt x="7" y="45"/>
                    </a:cubicBezTo>
                    <a:cubicBezTo>
                      <a:pt x="6" y="45"/>
                      <a:pt x="4" y="43"/>
                      <a:pt x="4" y="43"/>
                    </a:cubicBezTo>
                    <a:cubicBezTo>
                      <a:pt x="3" y="42"/>
                      <a:pt x="3" y="40"/>
                      <a:pt x="3" y="39"/>
                    </a:cubicBezTo>
                    <a:cubicBezTo>
                      <a:pt x="2" y="36"/>
                      <a:pt x="0" y="33"/>
                      <a:pt x="3" y="31"/>
                    </a:cubicBezTo>
                    <a:cubicBezTo>
                      <a:pt x="4" y="31"/>
                      <a:pt x="6" y="30"/>
                      <a:pt x="7" y="29"/>
                    </a:cubicBezTo>
                    <a:cubicBezTo>
                      <a:pt x="8" y="28"/>
                      <a:pt x="7" y="26"/>
                      <a:pt x="7" y="25"/>
                    </a:cubicBezTo>
                    <a:cubicBezTo>
                      <a:pt x="7" y="23"/>
                      <a:pt x="8" y="23"/>
                      <a:pt x="9" y="22"/>
                    </a:cubicBezTo>
                    <a:cubicBezTo>
                      <a:pt x="11" y="21"/>
                      <a:pt x="11" y="20"/>
                      <a:pt x="12" y="18"/>
                    </a:cubicBezTo>
                    <a:cubicBezTo>
                      <a:pt x="12" y="16"/>
                      <a:pt x="11" y="14"/>
                      <a:pt x="12" y="12"/>
                    </a:cubicBezTo>
                    <a:cubicBezTo>
                      <a:pt x="12" y="10"/>
                      <a:pt x="13" y="9"/>
                      <a:pt x="14" y="9"/>
                    </a:cubicBezTo>
                    <a:cubicBezTo>
                      <a:pt x="15" y="7"/>
                      <a:pt x="17" y="7"/>
                      <a:pt x="18" y="5"/>
                    </a:cubicBezTo>
                    <a:cubicBezTo>
                      <a:pt x="19" y="3"/>
                      <a:pt x="20" y="1"/>
                      <a:pt x="21" y="1"/>
                    </a:cubicBezTo>
                    <a:cubicBezTo>
                      <a:pt x="23" y="0"/>
                      <a:pt x="24" y="2"/>
                      <a:pt x="23" y="4"/>
                    </a:cubicBezTo>
                    <a:cubicBezTo>
                      <a:pt x="23" y="6"/>
                      <a:pt x="22" y="7"/>
                      <a:pt x="22" y="9"/>
                    </a:cubicBezTo>
                    <a:cubicBezTo>
                      <a:pt x="25" y="9"/>
                      <a:pt x="24" y="7"/>
                      <a:pt x="25" y="5"/>
                    </a:cubicBezTo>
                    <a:cubicBezTo>
                      <a:pt x="26" y="4"/>
                      <a:pt x="28" y="4"/>
                      <a:pt x="29" y="4"/>
                    </a:cubicBezTo>
                    <a:cubicBezTo>
                      <a:pt x="29" y="5"/>
                      <a:pt x="30" y="5"/>
                      <a:pt x="31" y="6"/>
                    </a:cubicBezTo>
                    <a:cubicBezTo>
                      <a:pt x="31" y="6"/>
                      <a:pt x="32" y="6"/>
                      <a:pt x="32" y="7"/>
                    </a:cubicBezTo>
                    <a:cubicBezTo>
                      <a:pt x="34" y="8"/>
                      <a:pt x="32" y="10"/>
                      <a:pt x="31" y="11"/>
                    </a:cubicBezTo>
                    <a:cubicBezTo>
                      <a:pt x="30" y="12"/>
                      <a:pt x="30" y="13"/>
                      <a:pt x="31" y="15"/>
                    </a:cubicBezTo>
                    <a:cubicBezTo>
                      <a:pt x="32" y="16"/>
                      <a:pt x="32" y="18"/>
                      <a:pt x="32" y="20"/>
                    </a:cubicBezTo>
                    <a:cubicBezTo>
                      <a:pt x="32" y="21"/>
                      <a:pt x="32" y="23"/>
                      <a:pt x="31" y="23"/>
                    </a:cubicBezTo>
                    <a:cubicBezTo>
                      <a:pt x="30" y="24"/>
                      <a:pt x="29" y="22"/>
                      <a:pt x="29" y="21"/>
                    </a:cubicBezTo>
                    <a:cubicBezTo>
                      <a:pt x="29" y="20"/>
                      <a:pt x="28" y="17"/>
                      <a:pt x="26" y="18"/>
                    </a:cubicBezTo>
                    <a:cubicBezTo>
                      <a:pt x="24" y="19"/>
                      <a:pt x="24" y="22"/>
                      <a:pt x="24" y="23"/>
                    </a:cubicBezTo>
                    <a:cubicBezTo>
                      <a:pt x="24" y="25"/>
                      <a:pt x="21" y="25"/>
                      <a:pt x="21" y="27"/>
                    </a:cubicBezTo>
                    <a:cubicBezTo>
                      <a:pt x="22" y="27"/>
                      <a:pt x="24" y="28"/>
                      <a:pt x="24" y="27"/>
                    </a:cubicBezTo>
                    <a:cubicBezTo>
                      <a:pt x="25" y="27"/>
                      <a:pt x="26" y="26"/>
                      <a:pt x="26" y="26"/>
                    </a:cubicBezTo>
                    <a:cubicBezTo>
                      <a:pt x="28" y="25"/>
                      <a:pt x="28" y="29"/>
                      <a:pt x="28" y="30"/>
                    </a:cubicBezTo>
                    <a:cubicBezTo>
                      <a:pt x="27" y="31"/>
                      <a:pt x="26" y="31"/>
                      <a:pt x="25" y="31"/>
                    </a:cubicBezTo>
                    <a:cubicBezTo>
                      <a:pt x="24" y="31"/>
                      <a:pt x="23" y="31"/>
                      <a:pt x="22" y="32"/>
                    </a:cubicBezTo>
                    <a:cubicBezTo>
                      <a:pt x="21" y="33"/>
                      <a:pt x="19" y="34"/>
                      <a:pt x="19" y="36"/>
                    </a:cubicBezTo>
                    <a:cubicBezTo>
                      <a:pt x="18" y="36"/>
                      <a:pt x="16" y="37"/>
                      <a:pt x="15" y="38"/>
                    </a:cubicBezTo>
                    <a:cubicBezTo>
                      <a:pt x="14" y="38"/>
                      <a:pt x="14" y="39"/>
                      <a:pt x="14" y="40"/>
                    </a:cubicBezTo>
                    <a:cubicBezTo>
                      <a:pt x="14" y="41"/>
                      <a:pt x="15" y="40"/>
                      <a:pt x="16" y="4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82" name="Freeform 2985">
                <a:extLst>
                  <a:ext uri="{FF2B5EF4-FFF2-40B4-BE49-F238E27FC236}">
                    <a16:creationId xmlns:a16="http://schemas.microsoft.com/office/drawing/2014/main" id="{E5EA0FD5-EEAC-4215-9957-C386FDD80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49"/>
                <a:ext cx="9" cy="8"/>
              </a:xfrm>
              <a:custGeom>
                <a:avLst/>
                <a:gdLst>
                  <a:gd name="T0" fmla="*/ 7 w 21"/>
                  <a:gd name="T1" fmla="*/ 15 h 20"/>
                  <a:gd name="T2" fmla="*/ 8 w 21"/>
                  <a:gd name="T3" fmla="*/ 18 h 20"/>
                  <a:gd name="T4" fmla="*/ 5 w 21"/>
                  <a:gd name="T5" fmla="*/ 19 h 20"/>
                  <a:gd name="T6" fmla="*/ 2 w 21"/>
                  <a:gd name="T7" fmla="*/ 14 h 20"/>
                  <a:gd name="T8" fmla="*/ 2 w 21"/>
                  <a:gd name="T9" fmla="*/ 10 h 20"/>
                  <a:gd name="T10" fmla="*/ 1 w 21"/>
                  <a:gd name="T11" fmla="*/ 6 h 20"/>
                  <a:gd name="T12" fmla="*/ 4 w 21"/>
                  <a:gd name="T13" fmla="*/ 2 h 20"/>
                  <a:gd name="T14" fmla="*/ 7 w 21"/>
                  <a:gd name="T15" fmla="*/ 1 h 20"/>
                  <a:gd name="T16" fmla="*/ 11 w 21"/>
                  <a:gd name="T17" fmla="*/ 0 h 20"/>
                  <a:gd name="T18" fmla="*/ 16 w 21"/>
                  <a:gd name="T19" fmla="*/ 5 h 20"/>
                  <a:gd name="T20" fmla="*/ 17 w 21"/>
                  <a:gd name="T21" fmla="*/ 12 h 20"/>
                  <a:gd name="T22" fmla="*/ 20 w 21"/>
                  <a:gd name="T23" fmla="*/ 14 h 20"/>
                  <a:gd name="T24" fmla="*/ 16 w 21"/>
                  <a:gd name="T25" fmla="*/ 20 h 20"/>
                  <a:gd name="T26" fmla="*/ 12 w 21"/>
                  <a:gd name="T27" fmla="*/ 16 h 20"/>
                  <a:gd name="T28" fmla="*/ 10 w 21"/>
                  <a:gd name="T29" fmla="*/ 13 h 20"/>
                  <a:gd name="T30" fmla="*/ 8 w 21"/>
                  <a:gd name="T31" fmla="*/ 11 h 20"/>
                  <a:gd name="T32" fmla="*/ 7 w 21"/>
                  <a:gd name="T3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0">
                    <a:moveTo>
                      <a:pt x="7" y="15"/>
                    </a:moveTo>
                    <a:cubicBezTo>
                      <a:pt x="8" y="16"/>
                      <a:pt x="9" y="17"/>
                      <a:pt x="8" y="18"/>
                    </a:cubicBezTo>
                    <a:cubicBezTo>
                      <a:pt x="8" y="19"/>
                      <a:pt x="6" y="20"/>
                      <a:pt x="5" y="19"/>
                    </a:cubicBezTo>
                    <a:cubicBezTo>
                      <a:pt x="2" y="19"/>
                      <a:pt x="1" y="16"/>
                      <a:pt x="2" y="14"/>
                    </a:cubicBezTo>
                    <a:cubicBezTo>
                      <a:pt x="2" y="13"/>
                      <a:pt x="2" y="11"/>
                      <a:pt x="2" y="10"/>
                    </a:cubicBezTo>
                    <a:cubicBezTo>
                      <a:pt x="1" y="9"/>
                      <a:pt x="1" y="8"/>
                      <a:pt x="1" y="6"/>
                    </a:cubicBezTo>
                    <a:cubicBezTo>
                      <a:pt x="0" y="4"/>
                      <a:pt x="1" y="2"/>
                      <a:pt x="4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3" y="1"/>
                      <a:pt x="16" y="3"/>
                      <a:pt x="16" y="5"/>
                    </a:cubicBezTo>
                    <a:cubicBezTo>
                      <a:pt x="17" y="8"/>
                      <a:pt x="14" y="11"/>
                      <a:pt x="17" y="12"/>
                    </a:cubicBezTo>
                    <a:cubicBezTo>
                      <a:pt x="19" y="12"/>
                      <a:pt x="20" y="13"/>
                      <a:pt x="20" y="14"/>
                    </a:cubicBezTo>
                    <a:cubicBezTo>
                      <a:pt x="21" y="17"/>
                      <a:pt x="19" y="20"/>
                      <a:pt x="16" y="20"/>
                    </a:cubicBezTo>
                    <a:cubicBezTo>
                      <a:pt x="14" y="19"/>
                      <a:pt x="13" y="17"/>
                      <a:pt x="12" y="16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10" y="13"/>
                      <a:pt x="9" y="11"/>
                      <a:pt x="8" y="11"/>
                    </a:cubicBezTo>
                    <a:cubicBezTo>
                      <a:pt x="6" y="11"/>
                      <a:pt x="7" y="14"/>
                      <a:pt x="7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83" name="Freeform 2986">
                <a:extLst>
                  <a:ext uri="{FF2B5EF4-FFF2-40B4-BE49-F238E27FC236}">
                    <a16:creationId xmlns:a16="http://schemas.microsoft.com/office/drawing/2014/main" id="{FB483DC7-99B0-4DE3-900B-C305941DA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436"/>
                <a:ext cx="9" cy="16"/>
              </a:xfrm>
              <a:custGeom>
                <a:avLst/>
                <a:gdLst>
                  <a:gd name="T0" fmla="*/ 4 w 22"/>
                  <a:gd name="T1" fmla="*/ 32 h 38"/>
                  <a:gd name="T2" fmla="*/ 1 w 22"/>
                  <a:gd name="T3" fmla="*/ 27 h 38"/>
                  <a:gd name="T4" fmla="*/ 1 w 22"/>
                  <a:gd name="T5" fmla="*/ 22 h 38"/>
                  <a:gd name="T6" fmla="*/ 1 w 22"/>
                  <a:gd name="T7" fmla="*/ 18 h 38"/>
                  <a:gd name="T8" fmla="*/ 4 w 22"/>
                  <a:gd name="T9" fmla="*/ 11 h 38"/>
                  <a:gd name="T10" fmla="*/ 6 w 22"/>
                  <a:gd name="T11" fmla="*/ 5 h 38"/>
                  <a:gd name="T12" fmla="*/ 14 w 22"/>
                  <a:gd name="T13" fmla="*/ 1 h 38"/>
                  <a:gd name="T14" fmla="*/ 20 w 22"/>
                  <a:gd name="T15" fmla="*/ 4 h 38"/>
                  <a:gd name="T16" fmla="*/ 21 w 22"/>
                  <a:gd name="T17" fmla="*/ 10 h 38"/>
                  <a:gd name="T18" fmla="*/ 19 w 22"/>
                  <a:gd name="T19" fmla="*/ 18 h 38"/>
                  <a:gd name="T20" fmla="*/ 19 w 22"/>
                  <a:gd name="T21" fmla="*/ 25 h 38"/>
                  <a:gd name="T22" fmla="*/ 15 w 22"/>
                  <a:gd name="T23" fmla="*/ 27 h 38"/>
                  <a:gd name="T24" fmla="*/ 12 w 22"/>
                  <a:gd name="T25" fmla="*/ 20 h 38"/>
                  <a:gd name="T26" fmla="*/ 12 w 22"/>
                  <a:gd name="T27" fmla="*/ 18 h 38"/>
                  <a:gd name="T28" fmla="*/ 10 w 22"/>
                  <a:gd name="T29" fmla="*/ 19 h 38"/>
                  <a:gd name="T30" fmla="*/ 10 w 22"/>
                  <a:gd name="T31" fmla="*/ 25 h 38"/>
                  <a:gd name="T32" fmla="*/ 12 w 22"/>
                  <a:gd name="T33" fmla="*/ 29 h 38"/>
                  <a:gd name="T34" fmla="*/ 17 w 22"/>
                  <a:gd name="T35" fmla="*/ 31 h 38"/>
                  <a:gd name="T36" fmla="*/ 20 w 22"/>
                  <a:gd name="T37" fmla="*/ 36 h 38"/>
                  <a:gd name="T38" fmla="*/ 15 w 22"/>
                  <a:gd name="T39" fmla="*/ 37 h 38"/>
                  <a:gd name="T40" fmla="*/ 12 w 22"/>
                  <a:gd name="T41" fmla="*/ 36 h 38"/>
                  <a:gd name="T42" fmla="*/ 9 w 22"/>
                  <a:gd name="T43" fmla="*/ 35 h 38"/>
                  <a:gd name="T44" fmla="*/ 4 w 22"/>
                  <a:gd name="T45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38">
                    <a:moveTo>
                      <a:pt x="4" y="32"/>
                    </a:moveTo>
                    <a:cubicBezTo>
                      <a:pt x="3" y="31"/>
                      <a:pt x="2" y="29"/>
                      <a:pt x="1" y="27"/>
                    </a:cubicBezTo>
                    <a:cubicBezTo>
                      <a:pt x="1" y="25"/>
                      <a:pt x="1" y="24"/>
                      <a:pt x="1" y="22"/>
                    </a:cubicBezTo>
                    <a:cubicBezTo>
                      <a:pt x="1" y="21"/>
                      <a:pt x="0" y="19"/>
                      <a:pt x="1" y="18"/>
                    </a:cubicBezTo>
                    <a:cubicBezTo>
                      <a:pt x="2" y="15"/>
                      <a:pt x="3" y="13"/>
                      <a:pt x="4" y="11"/>
                    </a:cubicBezTo>
                    <a:cubicBezTo>
                      <a:pt x="5" y="9"/>
                      <a:pt x="6" y="7"/>
                      <a:pt x="6" y="5"/>
                    </a:cubicBezTo>
                    <a:cubicBezTo>
                      <a:pt x="7" y="2"/>
                      <a:pt x="11" y="0"/>
                      <a:pt x="14" y="1"/>
                    </a:cubicBezTo>
                    <a:cubicBezTo>
                      <a:pt x="16" y="2"/>
                      <a:pt x="18" y="3"/>
                      <a:pt x="20" y="4"/>
                    </a:cubicBezTo>
                    <a:cubicBezTo>
                      <a:pt x="22" y="6"/>
                      <a:pt x="21" y="8"/>
                      <a:pt x="21" y="10"/>
                    </a:cubicBezTo>
                    <a:cubicBezTo>
                      <a:pt x="20" y="13"/>
                      <a:pt x="19" y="15"/>
                      <a:pt x="19" y="18"/>
                    </a:cubicBezTo>
                    <a:cubicBezTo>
                      <a:pt x="19" y="20"/>
                      <a:pt x="19" y="23"/>
                      <a:pt x="19" y="25"/>
                    </a:cubicBezTo>
                    <a:cubicBezTo>
                      <a:pt x="18" y="27"/>
                      <a:pt x="17" y="27"/>
                      <a:pt x="15" y="27"/>
                    </a:cubicBezTo>
                    <a:cubicBezTo>
                      <a:pt x="12" y="25"/>
                      <a:pt x="12" y="23"/>
                      <a:pt x="12" y="20"/>
                    </a:cubicBezTo>
                    <a:cubicBezTo>
                      <a:pt x="12" y="20"/>
                      <a:pt x="12" y="18"/>
                      <a:pt x="12" y="18"/>
                    </a:cubicBezTo>
                    <a:cubicBezTo>
                      <a:pt x="11" y="17"/>
                      <a:pt x="10" y="18"/>
                      <a:pt x="10" y="19"/>
                    </a:cubicBezTo>
                    <a:cubicBezTo>
                      <a:pt x="9" y="21"/>
                      <a:pt x="10" y="23"/>
                      <a:pt x="10" y="25"/>
                    </a:cubicBezTo>
                    <a:cubicBezTo>
                      <a:pt x="10" y="27"/>
                      <a:pt x="10" y="28"/>
                      <a:pt x="12" y="29"/>
                    </a:cubicBezTo>
                    <a:cubicBezTo>
                      <a:pt x="13" y="30"/>
                      <a:pt x="16" y="30"/>
                      <a:pt x="17" y="31"/>
                    </a:cubicBezTo>
                    <a:cubicBezTo>
                      <a:pt x="18" y="32"/>
                      <a:pt x="20" y="34"/>
                      <a:pt x="20" y="36"/>
                    </a:cubicBezTo>
                    <a:cubicBezTo>
                      <a:pt x="19" y="38"/>
                      <a:pt x="17" y="37"/>
                      <a:pt x="15" y="37"/>
                    </a:cubicBezTo>
                    <a:cubicBezTo>
                      <a:pt x="14" y="37"/>
                      <a:pt x="13" y="37"/>
                      <a:pt x="12" y="36"/>
                    </a:cubicBezTo>
                    <a:cubicBezTo>
                      <a:pt x="11" y="36"/>
                      <a:pt x="10" y="35"/>
                      <a:pt x="9" y="35"/>
                    </a:cubicBezTo>
                    <a:cubicBezTo>
                      <a:pt x="7" y="34"/>
                      <a:pt x="5" y="34"/>
                      <a:pt x="4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84" name="Freeform 2987">
                <a:extLst>
                  <a:ext uri="{FF2B5EF4-FFF2-40B4-BE49-F238E27FC236}">
                    <a16:creationId xmlns:a16="http://schemas.microsoft.com/office/drawing/2014/main" id="{ECD3B1D2-2955-4BDC-B433-8F756289A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446"/>
                <a:ext cx="10" cy="16"/>
              </a:xfrm>
              <a:custGeom>
                <a:avLst/>
                <a:gdLst>
                  <a:gd name="T0" fmla="*/ 1 w 24"/>
                  <a:gd name="T1" fmla="*/ 11 h 41"/>
                  <a:gd name="T2" fmla="*/ 2 w 24"/>
                  <a:gd name="T3" fmla="*/ 8 h 41"/>
                  <a:gd name="T4" fmla="*/ 2 w 24"/>
                  <a:gd name="T5" fmla="*/ 7 h 41"/>
                  <a:gd name="T6" fmla="*/ 3 w 24"/>
                  <a:gd name="T7" fmla="*/ 5 h 41"/>
                  <a:gd name="T8" fmla="*/ 5 w 24"/>
                  <a:gd name="T9" fmla="*/ 2 h 41"/>
                  <a:gd name="T10" fmla="*/ 6 w 24"/>
                  <a:gd name="T11" fmla="*/ 0 h 41"/>
                  <a:gd name="T12" fmla="*/ 7 w 24"/>
                  <a:gd name="T13" fmla="*/ 1 h 41"/>
                  <a:gd name="T14" fmla="*/ 8 w 24"/>
                  <a:gd name="T15" fmla="*/ 1 h 41"/>
                  <a:gd name="T16" fmla="*/ 10 w 24"/>
                  <a:gd name="T17" fmla="*/ 3 h 41"/>
                  <a:gd name="T18" fmla="*/ 12 w 24"/>
                  <a:gd name="T19" fmla="*/ 5 h 41"/>
                  <a:gd name="T20" fmla="*/ 13 w 24"/>
                  <a:gd name="T21" fmla="*/ 8 h 41"/>
                  <a:gd name="T22" fmla="*/ 16 w 24"/>
                  <a:gd name="T23" fmla="*/ 12 h 41"/>
                  <a:gd name="T24" fmla="*/ 20 w 24"/>
                  <a:gd name="T25" fmla="*/ 15 h 41"/>
                  <a:gd name="T26" fmla="*/ 22 w 24"/>
                  <a:gd name="T27" fmla="*/ 16 h 41"/>
                  <a:gd name="T28" fmla="*/ 23 w 24"/>
                  <a:gd name="T29" fmla="*/ 17 h 41"/>
                  <a:gd name="T30" fmla="*/ 22 w 24"/>
                  <a:gd name="T31" fmla="*/ 23 h 41"/>
                  <a:gd name="T32" fmla="*/ 19 w 24"/>
                  <a:gd name="T33" fmla="*/ 27 h 41"/>
                  <a:gd name="T34" fmla="*/ 17 w 24"/>
                  <a:gd name="T35" fmla="*/ 27 h 41"/>
                  <a:gd name="T36" fmla="*/ 17 w 24"/>
                  <a:gd name="T37" fmla="*/ 29 h 41"/>
                  <a:gd name="T38" fmla="*/ 18 w 24"/>
                  <a:gd name="T39" fmla="*/ 34 h 41"/>
                  <a:gd name="T40" fmla="*/ 18 w 24"/>
                  <a:gd name="T41" fmla="*/ 37 h 41"/>
                  <a:gd name="T42" fmla="*/ 18 w 24"/>
                  <a:gd name="T43" fmla="*/ 39 h 41"/>
                  <a:gd name="T44" fmla="*/ 15 w 24"/>
                  <a:gd name="T45" fmla="*/ 41 h 41"/>
                  <a:gd name="T46" fmla="*/ 13 w 24"/>
                  <a:gd name="T47" fmla="*/ 41 h 41"/>
                  <a:gd name="T48" fmla="*/ 11 w 24"/>
                  <a:gd name="T49" fmla="*/ 39 h 41"/>
                  <a:gd name="T50" fmla="*/ 7 w 24"/>
                  <a:gd name="T51" fmla="*/ 37 h 41"/>
                  <a:gd name="T52" fmla="*/ 7 w 24"/>
                  <a:gd name="T53" fmla="*/ 39 h 41"/>
                  <a:gd name="T54" fmla="*/ 5 w 24"/>
                  <a:gd name="T55" fmla="*/ 40 h 41"/>
                  <a:gd name="T56" fmla="*/ 3 w 24"/>
                  <a:gd name="T57" fmla="*/ 41 h 41"/>
                  <a:gd name="T58" fmla="*/ 2 w 24"/>
                  <a:gd name="T59" fmla="*/ 39 h 41"/>
                  <a:gd name="T60" fmla="*/ 0 w 24"/>
                  <a:gd name="T61" fmla="*/ 35 h 41"/>
                  <a:gd name="T62" fmla="*/ 0 w 24"/>
                  <a:gd name="T63" fmla="*/ 26 h 41"/>
                  <a:gd name="T64" fmla="*/ 0 w 24"/>
                  <a:gd name="T65" fmla="*/ 23 h 41"/>
                  <a:gd name="T66" fmla="*/ 0 w 24"/>
                  <a:gd name="T67" fmla="*/ 21 h 41"/>
                  <a:gd name="T68" fmla="*/ 1 w 24"/>
                  <a:gd name="T69" fmla="*/ 15 h 41"/>
                  <a:gd name="T70" fmla="*/ 1 w 24"/>
                  <a:gd name="T71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41">
                    <a:moveTo>
                      <a:pt x="1" y="11"/>
                    </a:moveTo>
                    <a:cubicBezTo>
                      <a:pt x="1" y="10"/>
                      <a:pt x="1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4" y="4"/>
                      <a:pt x="4" y="3"/>
                      <a:pt x="5" y="2"/>
                    </a:cubicBezTo>
                    <a:cubicBezTo>
                      <a:pt x="5" y="2"/>
                      <a:pt x="5" y="0"/>
                      <a:pt x="6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1" y="4"/>
                      <a:pt x="12" y="4"/>
                      <a:pt x="12" y="5"/>
                    </a:cubicBezTo>
                    <a:cubicBezTo>
                      <a:pt x="13" y="6"/>
                      <a:pt x="13" y="7"/>
                      <a:pt x="13" y="8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7" y="13"/>
                      <a:pt x="19" y="14"/>
                      <a:pt x="20" y="15"/>
                    </a:cubicBezTo>
                    <a:cubicBezTo>
                      <a:pt x="21" y="15"/>
                      <a:pt x="21" y="15"/>
                      <a:pt x="22" y="16"/>
                    </a:cubicBezTo>
                    <a:cubicBezTo>
                      <a:pt x="22" y="16"/>
                      <a:pt x="23" y="17"/>
                      <a:pt x="23" y="17"/>
                    </a:cubicBezTo>
                    <a:cubicBezTo>
                      <a:pt x="24" y="19"/>
                      <a:pt x="23" y="22"/>
                      <a:pt x="22" y="23"/>
                    </a:cubicBezTo>
                    <a:cubicBezTo>
                      <a:pt x="22" y="25"/>
                      <a:pt x="20" y="26"/>
                      <a:pt x="19" y="27"/>
                    </a:cubicBezTo>
                    <a:cubicBezTo>
                      <a:pt x="18" y="27"/>
                      <a:pt x="18" y="27"/>
                      <a:pt x="17" y="27"/>
                    </a:cubicBezTo>
                    <a:cubicBezTo>
                      <a:pt x="17" y="28"/>
                      <a:pt x="17" y="29"/>
                      <a:pt x="17" y="29"/>
                    </a:cubicBezTo>
                    <a:cubicBezTo>
                      <a:pt x="18" y="31"/>
                      <a:pt x="18" y="33"/>
                      <a:pt x="18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8" y="38"/>
                      <a:pt x="18" y="39"/>
                      <a:pt x="18" y="39"/>
                    </a:cubicBezTo>
                    <a:cubicBezTo>
                      <a:pt x="17" y="40"/>
                      <a:pt x="15" y="41"/>
                      <a:pt x="15" y="41"/>
                    </a:cubicBezTo>
                    <a:cubicBezTo>
                      <a:pt x="14" y="41"/>
                      <a:pt x="13" y="41"/>
                      <a:pt x="13" y="41"/>
                    </a:cubicBezTo>
                    <a:cubicBezTo>
                      <a:pt x="12" y="41"/>
                      <a:pt x="11" y="39"/>
                      <a:pt x="11" y="39"/>
                    </a:cubicBezTo>
                    <a:cubicBezTo>
                      <a:pt x="10" y="38"/>
                      <a:pt x="8" y="35"/>
                      <a:pt x="7" y="37"/>
                    </a:cubicBezTo>
                    <a:cubicBezTo>
                      <a:pt x="7" y="37"/>
                      <a:pt x="7" y="38"/>
                      <a:pt x="7" y="39"/>
                    </a:cubicBezTo>
                    <a:cubicBezTo>
                      <a:pt x="7" y="39"/>
                      <a:pt x="6" y="40"/>
                      <a:pt x="5" y="40"/>
                    </a:cubicBezTo>
                    <a:cubicBezTo>
                      <a:pt x="5" y="41"/>
                      <a:pt x="4" y="41"/>
                      <a:pt x="3" y="41"/>
                    </a:cubicBezTo>
                    <a:cubicBezTo>
                      <a:pt x="3" y="41"/>
                      <a:pt x="2" y="40"/>
                      <a:pt x="2" y="39"/>
                    </a:cubicBezTo>
                    <a:cubicBezTo>
                      <a:pt x="1" y="38"/>
                      <a:pt x="0" y="36"/>
                      <a:pt x="0" y="35"/>
                    </a:cubicBezTo>
                    <a:cubicBezTo>
                      <a:pt x="0" y="32"/>
                      <a:pt x="0" y="29"/>
                      <a:pt x="0" y="26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2"/>
                      <a:pt x="0" y="22"/>
                      <a:pt x="0" y="21"/>
                    </a:cubicBezTo>
                    <a:cubicBezTo>
                      <a:pt x="0" y="19"/>
                      <a:pt x="1" y="17"/>
                      <a:pt x="1" y="15"/>
                    </a:cubicBezTo>
                    <a:cubicBezTo>
                      <a:pt x="1" y="14"/>
                      <a:pt x="1" y="13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85" name="Freeform 2988">
                <a:extLst>
                  <a:ext uri="{FF2B5EF4-FFF2-40B4-BE49-F238E27FC236}">
                    <a16:creationId xmlns:a16="http://schemas.microsoft.com/office/drawing/2014/main" id="{EDE6111F-9823-42B4-BAB4-D894FFAAA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476"/>
                <a:ext cx="8" cy="5"/>
              </a:xfrm>
              <a:custGeom>
                <a:avLst/>
                <a:gdLst>
                  <a:gd name="T0" fmla="*/ 9 w 19"/>
                  <a:gd name="T1" fmla="*/ 13 h 13"/>
                  <a:gd name="T2" fmla="*/ 4 w 19"/>
                  <a:gd name="T3" fmla="*/ 13 h 13"/>
                  <a:gd name="T4" fmla="*/ 3 w 19"/>
                  <a:gd name="T5" fmla="*/ 12 h 13"/>
                  <a:gd name="T6" fmla="*/ 1 w 19"/>
                  <a:gd name="T7" fmla="*/ 11 h 13"/>
                  <a:gd name="T8" fmla="*/ 1 w 19"/>
                  <a:gd name="T9" fmla="*/ 8 h 13"/>
                  <a:gd name="T10" fmla="*/ 4 w 19"/>
                  <a:gd name="T11" fmla="*/ 5 h 13"/>
                  <a:gd name="T12" fmla="*/ 6 w 19"/>
                  <a:gd name="T13" fmla="*/ 3 h 13"/>
                  <a:gd name="T14" fmla="*/ 8 w 19"/>
                  <a:gd name="T15" fmla="*/ 2 h 13"/>
                  <a:gd name="T16" fmla="*/ 13 w 19"/>
                  <a:gd name="T17" fmla="*/ 1 h 13"/>
                  <a:gd name="T18" fmla="*/ 16 w 19"/>
                  <a:gd name="T19" fmla="*/ 1 h 13"/>
                  <a:gd name="T20" fmla="*/ 18 w 19"/>
                  <a:gd name="T21" fmla="*/ 2 h 13"/>
                  <a:gd name="T22" fmla="*/ 18 w 19"/>
                  <a:gd name="T23" fmla="*/ 4 h 13"/>
                  <a:gd name="T24" fmla="*/ 17 w 19"/>
                  <a:gd name="T25" fmla="*/ 6 h 13"/>
                  <a:gd name="T26" fmla="*/ 13 w 19"/>
                  <a:gd name="T27" fmla="*/ 10 h 13"/>
                  <a:gd name="T28" fmla="*/ 9 w 19"/>
                  <a:gd name="T2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9" y="13"/>
                    </a:moveTo>
                    <a:cubicBezTo>
                      <a:pt x="7" y="13"/>
                      <a:pt x="6" y="13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6"/>
                      <a:pt x="2" y="5"/>
                      <a:pt x="4" y="5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10" y="2"/>
                      <a:pt x="11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7" y="0"/>
                      <a:pt x="18" y="1"/>
                      <a:pt x="18" y="2"/>
                    </a:cubicBezTo>
                    <a:cubicBezTo>
                      <a:pt x="19" y="3"/>
                      <a:pt x="19" y="4"/>
                      <a:pt x="18" y="4"/>
                    </a:cubicBezTo>
                    <a:cubicBezTo>
                      <a:pt x="18" y="5"/>
                      <a:pt x="18" y="5"/>
                      <a:pt x="17" y="6"/>
                    </a:cubicBezTo>
                    <a:cubicBezTo>
                      <a:pt x="16" y="7"/>
                      <a:pt x="15" y="8"/>
                      <a:pt x="13" y="10"/>
                    </a:cubicBezTo>
                    <a:cubicBezTo>
                      <a:pt x="12" y="11"/>
                      <a:pt x="10" y="12"/>
                      <a:pt x="9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86" name="Freeform 2989">
                <a:extLst>
                  <a:ext uri="{FF2B5EF4-FFF2-40B4-BE49-F238E27FC236}">
                    <a16:creationId xmlns:a16="http://schemas.microsoft.com/office/drawing/2014/main" id="{69577647-001B-4F02-86E2-629196318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473"/>
                <a:ext cx="5" cy="2"/>
              </a:xfrm>
              <a:custGeom>
                <a:avLst/>
                <a:gdLst>
                  <a:gd name="T0" fmla="*/ 5 w 12"/>
                  <a:gd name="T1" fmla="*/ 0 h 7"/>
                  <a:gd name="T2" fmla="*/ 10 w 12"/>
                  <a:gd name="T3" fmla="*/ 0 h 7"/>
                  <a:gd name="T4" fmla="*/ 12 w 12"/>
                  <a:gd name="T5" fmla="*/ 3 h 7"/>
                  <a:gd name="T6" fmla="*/ 9 w 12"/>
                  <a:gd name="T7" fmla="*/ 7 h 7"/>
                  <a:gd name="T8" fmla="*/ 3 w 12"/>
                  <a:gd name="T9" fmla="*/ 6 h 7"/>
                  <a:gd name="T10" fmla="*/ 2 w 12"/>
                  <a:gd name="T11" fmla="*/ 1 h 7"/>
                  <a:gd name="T12" fmla="*/ 5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5" y="0"/>
                    </a:moveTo>
                    <a:cubicBezTo>
                      <a:pt x="7" y="0"/>
                      <a:pt x="9" y="0"/>
                      <a:pt x="10" y="0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5"/>
                      <a:pt x="11" y="6"/>
                      <a:pt x="9" y="7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2" y="5"/>
                      <a:pt x="0" y="3"/>
                      <a:pt x="2" y="1"/>
                    </a:cubicBezTo>
                    <a:cubicBezTo>
                      <a:pt x="3" y="1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87" name="Freeform 2990">
                <a:extLst>
                  <a:ext uri="{FF2B5EF4-FFF2-40B4-BE49-F238E27FC236}">
                    <a16:creationId xmlns:a16="http://schemas.microsoft.com/office/drawing/2014/main" id="{064C02F1-5415-4691-84AE-6F4D20FF6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61"/>
                <a:ext cx="40" cy="66"/>
              </a:xfrm>
              <a:custGeom>
                <a:avLst/>
                <a:gdLst>
                  <a:gd name="T0" fmla="*/ 57 w 97"/>
                  <a:gd name="T1" fmla="*/ 27 h 162"/>
                  <a:gd name="T2" fmla="*/ 58 w 97"/>
                  <a:gd name="T3" fmla="*/ 19 h 162"/>
                  <a:gd name="T4" fmla="*/ 68 w 97"/>
                  <a:gd name="T5" fmla="*/ 10 h 162"/>
                  <a:gd name="T6" fmla="*/ 68 w 97"/>
                  <a:gd name="T7" fmla="*/ 2 h 162"/>
                  <a:gd name="T8" fmla="*/ 81 w 97"/>
                  <a:gd name="T9" fmla="*/ 6 h 162"/>
                  <a:gd name="T10" fmla="*/ 79 w 97"/>
                  <a:gd name="T11" fmla="*/ 16 h 162"/>
                  <a:gd name="T12" fmla="*/ 74 w 97"/>
                  <a:gd name="T13" fmla="*/ 20 h 162"/>
                  <a:gd name="T14" fmla="*/ 86 w 97"/>
                  <a:gd name="T15" fmla="*/ 22 h 162"/>
                  <a:gd name="T16" fmla="*/ 92 w 97"/>
                  <a:gd name="T17" fmla="*/ 24 h 162"/>
                  <a:gd name="T18" fmla="*/ 88 w 97"/>
                  <a:gd name="T19" fmla="*/ 31 h 162"/>
                  <a:gd name="T20" fmla="*/ 76 w 97"/>
                  <a:gd name="T21" fmla="*/ 38 h 162"/>
                  <a:gd name="T22" fmla="*/ 86 w 97"/>
                  <a:gd name="T23" fmla="*/ 46 h 162"/>
                  <a:gd name="T24" fmla="*/ 72 w 97"/>
                  <a:gd name="T25" fmla="*/ 57 h 162"/>
                  <a:gd name="T26" fmla="*/ 77 w 97"/>
                  <a:gd name="T27" fmla="*/ 61 h 162"/>
                  <a:gd name="T28" fmla="*/ 68 w 97"/>
                  <a:gd name="T29" fmla="*/ 66 h 162"/>
                  <a:gd name="T30" fmla="*/ 70 w 97"/>
                  <a:gd name="T31" fmla="*/ 82 h 162"/>
                  <a:gd name="T32" fmla="*/ 85 w 97"/>
                  <a:gd name="T33" fmla="*/ 97 h 162"/>
                  <a:gd name="T34" fmla="*/ 68 w 97"/>
                  <a:gd name="T35" fmla="*/ 98 h 162"/>
                  <a:gd name="T36" fmla="*/ 56 w 97"/>
                  <a:gd name="T37" fmla="*/ 99 h 162"/>
                  <a:gd name="T38" fmla="*/ 53 w 97"/>
                  <a:gd name="T39" fmla="*/ 114 h 162"/>
                  <a:gd name="T40" fmla="*/ 49 w 97"/>
                  <a:gd name="T41" fmla="*/ 122 h 162"/>
                  <a:gd name="T42" fmla="*/ 50 w 97"/>
                  <a:gd name="T43" fmla="*/ 130 h 162"/>
                  <a:gd name="T44" fmla="*/ 39 w 97"/>
                  <a:gd name="T45" fmla="*/ 137 h 162"/>
                  <a:gd name="T46" fmla="*/ 36 w 97"/>
                  <a:gd name="T47" fmla="*/ 147 h 162"/>
                  <a:gd name="T48" fmla="*/ 32 w 97"/>
                  <a:gd name="T49" fmla="*/ 161 h 162"/>
                  <a:gd name="T50" fmla="*/ 27 w 97"/>
                  <a:gd name="T51" fmla="*/ 152 h 162"/>
                  <a:gd name="T52" fmla="*/ 20 w 97"/>
                  <a:gd name="T53" fmla="*/ 144 h 162"/>
                  <a:gd name="T54" fmla="*/ 31 w 97"/>
                  <a:gd name="T55" fmla="*/ 125 h 162"/>
                  <a:gd name="T56" fmla="*/ 39 w 97"/>
                  <a:gd name="T57" fmla="*/ 111 h 162"/>
                  <a:gd name="T58" fmla="*/ 40 w 97"/>
                  <a:gd name="T59" fmla="*/ 106 h 162"/>
                  <a:gd name="T60" fmla="*/ 39 w 97"/>
                  <a:gd name="T61" fmla="*/ 101 h 162"/>
                  <a:gd name="T62" fmla="*/ 49 w 97"/>
                  <a:gd name="T63" fmla="*/ 95 h 162"/>
                  <a:gd name="T64" fmla="*/ 46 w 97"/>
                  <a:gd name="T65" fmla="*/ 82 h 162"/>
                  <a:gd name="T66" fmla="*/ 51 w 97"/>
                  <a:gd name="T67" fmla="*/ 71 h 162"/>
                  <a:gd name="T68" fmla="*/ 48 w 97"/>
                  <a:gd name="T69" fmla="*/ 66 h 162"/>
                  <a:gd name="T70" fmla="*/ 42 w 97"/>
                  <a:gd name="T71" fmla="*/ 66 h 162"/>
                  <a:gd name="T72" fmla="*/ 42 w 97"/>
                  <a:gd name="T73" fmla="*/ 65 h 162"/>
                  <a:gd name="T74" fmla="*/ 39 w 97"/>
                  <a:gd name="T75" fmla="*/ 63 h 162"/>
                  <a:gd name="T76" fmla="*/ 39 w 97"/>
                  <a:gd name="T77" fmla="*/ 71 h 162"/>
                  <a:gd name="T78" fmla="*/ 33 w 97"/>
                  <a:gd name="T79" fmla="*/ 74 h 162"/>
                  <a:gd name="T80" fmla="*/ 24 w 97"/>
                  <a:gd name="T81" fmla="*/ 78 h 162"/>
                  <a:gd name="T82" fmla="*/ 18 w 97"/>
                  <a:gd name="T83" fmla="*/ 67 h 162"/>
                  <a:gd name="T84" fmla="*/ 24 w 97"/>
                  <a:gd name="T85" fmla="*/ 55 h 162"/>
                  <a:gd name="T86" fmla="*/ 18 w 97"/>
                  <a:gd name="T87" fmla="*/ 61 h 162"/>
                  <a:gd name="T88" fmla="*/ 13 w 97"/>
                  <a:gd name="T89" fmla="*/ 64 h 162"/>
                  <a:gd name="T90" fmla="*/ 13 w 97"/>
                  <a:gd name="T91" fmla="*/ 57 h 162"/>
                  <a:gd name="T92" fmla="*/ 5 w 97"/>
                  <a:gd name="T93" fmla="*/ 50 h 162"/>
                  <a:gd name="T94" fmla="*/ 5 w 97"/>
                  <a:gd name="T95" fmla="*/ 40 h 162"/>
                  <a:gd name="T96" fmla="*/ 16 w 97"/>
                  <a:gd name="T97" fmla="*/ 34 h 162"/>
                  <a:gd name="T98" fmla="*/ 28 w 97"/>
                  <a:gd name="T99" fmla="*/ 33 h 162"/>
                  <a:gd name="T100" fmla="*/ 34 w 97"/>
                  <a:gd name="T101" fmla="*/ 45 h 162"/>
                  <a:gd name="T102" fmla="*/ 39 w 97"/>
                  <a:gd name="T103" fmla="*/ 39 h 162"/>
                  <a:gd name="T104" fmla="*/ 47 w 97"/>
                  <a:gd name="T105" fmla="*/ 45 h 162"/>
                  <a:gd name="T106" fmla="*/ 52 w 97"/>
                  <a:gd name="T107" fmla="*/ 39 h 162"/>
                  <a:gd name="T108" fmla="*/ 57 w 97"/>
                  <a:gd name="T109" fmla="*/ 3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7" h="162">
                    <a:moveTo>
                      <a:pt x="61" y="31"/>
                    </a:moveTo>
                    <a:cubicBezTo>
                      <a:pt x="62" y="30"/>
                      <a:pt x="62" y="30"/>
                      <a:pt x="61" y="29"/>
                    </a:cubicBezTo>
                    <a:cubicBezTo>
                      <a:pt x="60" y="28"/>
                      <a:pt x="58" y="28"/>
                      <a:pt x="57" y="27"/>
                    </a:cubicBezTo>
                    <a:cubicBezTo>
                      <a:pt x="56" y="26"/>
                      <a:pt x="54" y="25"/>
                      <a:pt x="54" y="23"/>
                    </a:cubicBezTo>
                    <a:cubicBezTo>
                      <a:pt x="54" y="22"/>
                      <a:pt x="55" y="22"/>
                      <a:pt x="56" y="21"/>
                    </a:cubicBezTo>
                    <a:cubicBezTo>
                      <a:pt x="57" y="20"/>
                      <a:pt x="58" y="20"/>
                      <a:pt x="58" y="19"/>
                    </a:cubicBezTo>
                    <a:cubicBezTo>
                      <a:pt x="59" y="18"/>
                      <a:pt x="58" y="16"/>
                      <a:pt x="58" y="15"/>
                    </a:cubicBezTo>
                    <a:cubicBezTo>
                      <a:pt x="59" y="12"/>
                      <a:pt x="61" y="11"/>
                      <a:pt x="64" y="10"/>
                    </a:cubicBezTo>
                    <a:cubicBezTo>
                      <a:pt x="65" y="10"/>
                      <a:pt x="67" y="10"/>
                      <a:pt x="68" y="10"/>
                    </a:cubicBezTo>
                    <a:cubicBezTo>
                      <a:pt x="69" y="10"/>
                      <a:pt x="71" y="10"/>
                      <a:pt x="71" y="9"/>
                    </a:cubicBezTo>
                    <a:cubicBezTo>
                      <a:pt x="73" y="8"/>
                      <a:pt x="69" y="5"/>
                      <a:pt x="68" y="4"/>
                    </a:cubicBezTo>
                    <a:cubicBezTo>
                      <a:pt x="68" y="3"/>
                      <a:pt x="67" y="3"/>
                      <a:pt x="68" y="2"/>
                    </a:cubicBezTo>
                    <a:cubicBezTo>
                      <a:pt x="68" y="1"/>
                      <a:pt x="70" y="1"/>
                      <a:pt x="71" y="1"/>
                    </a:cubicBezTo>
                    <a:cubicBezTo>
                      <a:pt x="73" y="0"/>
                      <a:pt x="76" y="0"/>
                      <a:pt x="78" y="1"/>
                    </a:cubicBezTo>
                    <a:cubicBezTo>
                      <a:pt x="80" y="2"/>
                      <a:pt x="82" y="3"/>
                      <a:pt x="81" y="6"/>
                    </a:cubicBezTo>
                    <a:cubicBezTo>
                      <a:pt x="81" y="7"/>
                      <a:pt x="81" y="9"/>
                      <a:pt x="81" y="11"/>
                    </a:cubicBezTo>
                    <a:cubicBezTo>
                      <a:pt x="81" y="12"/>
                      <a:pt x="81" y="13"/>
                      <a:pt x="81" y="14"/>
                    </a:cubicBezTo>
                    <a:cubicBezTo>
                      <a:pt x="81" y="15"/>
                      <a:pt x="80" y="16"/>
                      <a:pt x="79" y="16"/>
                    </a:cubicBezTo>
                    <a:cubicBezTo>
                      <a:pt x="78" y="16"/>
                      <a:pt x="76" y="17"/>
                      <a:pt x="74" y="18"/>
                    </a:cubicBezTo>
                    <a:cubicBezTo>
                      <a:pt x="74" y="18"/>
                      <a:pt x="71" y="19"/>
                      <a:pt x="71" y="19"/>
                    </a:cubicBezTo>
                    <a:cubicBezTo>
                      <a:pt x="71" y="20"/>
                      <a:pt x="74" y="20"/>
                      <a:pt x="74" y="20"/>
                    </a:cubicBezTo>
                    <a:cubicBezTo>
                      <a:pt x="76" y="20"/>
                      <a:pt x="77" y="20"/>
                      <a:pt x="78" y="21"/>
                    </a:cubicBezTo>
                    <a:cubicBezTo>
                      <a:pt x="79" y="21"/>
                      <a:pt x="79" y="22"/>
                      <a:pt x="80" y="23"/>
                    </a:cubicBezTo>
                    <a:cubicBezTo>
                      <a:pt x="81" y="25"/>
                      <a:pt x="85" y="23"/>
                      <a:pt x="86" y="22"/>
                    </a:cubicBezTo>
                    <a:cubicBezTo>
                      <a:pt x="88" y="20"/>
                      <a:pt x="90" y="18"/>
                      <a:pt x="92" y="16"/>
                    </a:cubicBezTo>
                    <a:cubicBezTo>
                      <a:pt x="94" y="16"/>
                      <a:pt x="97" y="14"/>
                      <a:pt x="97" y="17"/>
                    </a:cubicBezTo>
                    <a:cubicBezTo>
                      <a:pt x="97" y="20"/>
                      <a:pt x="94" y="22"/>
                      <a:pt x="92" y="24"/>
                    </a:cubicBezTo>
                    <a:cubicBezTo>
                      <a:pt x="91" y="25"/>
                      <a:pt x="89" y="25"/>
                      <a:pt x="88" y="26"/>
                    </a:cubicBezTo>
                    <a:cubicBezTo>
                      <a:pt x="87" y="27"/>
                      <a:pt x="86" y="28"/>
                      <a:pt x="86" y="29"/>
                    </a:cubicBezTo>
                    <a:cubicBezTo>
                      <a:pt x="86" y="30"/>
                      <a:pt x="87" y="30"/>
                      <a:pt x="88" y="31"/>
                    </a:cubicBezTo>
                    <a:cubicBezTo>
                      <a:pt x="89" y="31"/>
                      <a:pt x="90" y="32"/>
                      <a:pt x="91" y="33"/>
                    </a:cubicBezTo>
                    <a:cubicBezTo>
                      <a:pt x="92" y="36"/>
                      <a:pt x="89" y="38"/>
                      <a:pt x="86" y="38"/>
                    </a:cubicBezTo>
                    <a:cubicBezTo>
                      <a:pt x="83" y="38"/>
                      <a:pt x="78" y="36"/>
                      <a:pt x="76" y="38"/>
                    </a:cubicBezTo>
                    <a:cubicBezTo>
                      <a:pt x="74" y="39"/>
                      <a:pt x="74" y="41"/>
                      <a:pt x="75" y="42"/>
                    </a:cubicBezTo>
                    <a:cubicBezTo>
                      <a:pt x="76" y="44"/>
                      <a:pt x="79" y="44"/>
                      <a:pt x="81" y="44"/>
                    </a:cubicBezTo>
                    <a:cubicBezTo>
                      <a:pt x="82" y="44"/>
                      <a:pt x="84" y="44"/>
                      <a:pt x="86" y="46"/>
                    </a:cubicBezTo>
                    <a:cubicBezTo>
                      <a:pt x="87" y="47"/>
                      <a:pt x="86" y="48"/>
                      <a:pt x="86" y="49"/>
                    </a:cubicBezTo>
                    <a:cubicBezTo>
                      <a:pt x="84" y="53"/>
                      <a:pt x="81" y="53"/>
                      <a:pt x="78" y="53"/>
                    </a:cubicBezTo>
                    <a:cubicBezTo>
                      <a:pt x="76" y="53"/>
                      <a:pt x="70" y="54"/>
                      <a:pt x="72" y="57"/>
                    </a:cubicBezTo>
                    <a:cubicBezTo>
                      <a:pt x="73" y="58"/>
                      <a:pt x="75" y="58"/>
                      <a:pt x="77" y="58"/>
                    </a:cubicBezTo>
                    <a:cubicBezTo>
                      <a:pt x="77" y="59"/>
                      <a:pt x="80" y="59"/>
                      <a:pt x="80" y="59"/>
                    </a:cubicBezTo>
                    <a:cubicBezTo>
                      <a:pt x="80" y="60"/>
                      <a:pt x="78" y="61"/>
                      <a:pt x="77" y="61"/>
                    </a:cubicBezTo>
                    <a:cubicBezTo>
                      <a:pt x="76" y="62"/>
                      <a:pt x="74" y="63"/>
                      <a:pt x="73" y="65"/>
                    </a:cubicBezTo>
                    <a:cubicBezTo>
                      <a:pt x="72" y="65"/>
                      <a:pt x="71" y="66"/>
                      <a:pt x="70" y="66"/>
                    </a:cubicBezTo>
                    <a:cubicBezTo>
                      <a:pt x="69" y="66"/>
                      <a:pt x="69" y="66"/>
                      <a:pt x="68" y="66"/>
                    </a:cubicBezTo>
                    <a:cubicBezTo>
                      <a:pt x="65" y="65"/>
                      <a:pt x="62" y="66"/>
                      <a:pt x="62" y="69"/>
                    </a:cubicBezTo>
                    <a:cubicBezTo>
                      <a:pt x="62" y="72"/>
                      <a:pt x="66" y="73"/>
                      <a:pt x="67" y="75"/>
                    </a:cubicBezTo>
                    <a:cubicBezTo>
                      <a:pt x="69" y="77"/>
                      <a:pt x="68" y="81"/>
                      <a:pt x="70" y="82"/>
                    </a:cubicBezTo>
                    <a:cubicBezTo>
                      <a:pt x="72" y="85"/>
                      <a:pt x="76" y="83"/>
                      <a:pt x="79" y="86"/>
                    </a:cubicBezTo>
                    <a:cubicBezTo>
                      <a:pt x="81" y="87"/>
                      <a:pt x="79" y="91"/>
                      <a:pt x="81" y="93"/>
                    </a:cubicBezTo>
                    <a:cubicBezTo>
                      <a:pt x="82" y="94"/>
                      <a:pt x="87" y="95"/>
                      <a:pt x="85" y="97"/>
                    </a:cubicBezTo>
                    <a:cubicBezTo>
                      <a:pt x="83" y="99"/>
                      <a:pt x="79" y="98"/>
                      <a:pt x="77" y="99"/>
                    </a:cubicBezTo>
                    <a:cubicBezTo>
                      <a:pt x="74" y="100"/>
                      <a:pt x="75" y="103"/>
                      <a:pt x="73" y="105"/>
                    </a:cubicBezTo>
                    <a:cubicBezTo>
                      <a:pt x="69" y="106"/>
                      <a:pt x="69" y="100"/>
                      <a:pt x="68" y="98"/>
                    </a:cubicBezTo>
                    <a:cubicBezTo>
                      <a:pt x="68" y="97"/>
                      <a:pt x="68" y="96"/>
                      <a:pt x="67" y="95"/>
                    </a:cubicBezTo>
                    <a:cubicBezTo>
                      <a:pt x="65" y="95"/>
                      <a:pt x="64" y="95"/>
                      <a:pt x="62" y="95"/>
                    </a:cubicBezTo>
                    <a:cubicBezTo>
                      <a:pt x="60" y="96"/>
                      <a:pt x="57" y="96"/>
                      <a:pt x="56" y="99"/>
                    </a:cubicBezTo>
                    <a:cubicBezTo>
                      <a:pt x="56" y="102"/>
                      <a:pt x="56" y="104"/>
                      <a:pt x="56" y="107"/>
                    </a:cubicBezTo>
                    <a:cubicBezTo>
                      <a:pt x="55" y="107"/>
                      <a:pt x="54" y="109"/>
                      <a:pt x="54" y="110"/>
                    </a:cubicBezTo>
                    <a:cubicBezTo>
                      <a:pt x="53" y="111"/>
                      <a:pt x="53" y="113"/>
                      <a:pt x="53" y="114"/>
                    </a:cubicBezTo>
                    <a:cubicBezTo>
                      <a:pt x="53" y="116"/>
                      <a:pt x="53" y="118"/>
                      <a:pt x="52" y="119"/>
                    </a:cubicBezTo>
                    <a:cubicBezTo>
                      <a:pt x="52" y="120"/>
                      <a:pt x="52" y="120"/>
                      <a:pt x="51" y="120"/>
                    </a:cubicBezTo>
                    <a:cubicBezTo>
                      <a:pt x="50" y="120"/>
                      <a:pt x="49" y="121"/>
                      <a:pt x="49" y="122"/>
                    </a:cubicBezTo>
                    <a:cubicBezTo>
                      <a:pt x="48" y="124"/>
                      <a:pt x="48" y="125"/>
                      <a:pt x="48" y="126"/>
                    </a:cubicBezTo>
                    <a:cubicBezTo>
                      <a:pt x="48" y="127"/>
                      <a:pt x="48" y="128"/>
                      <a:pt x="49" y="129"/>
                    </a:cubicBezTo>
                    <a:cubicBezTo>
                      <a:pt x="49" y="129"/>
                      <a:pt x="50" y="129"/>
                      <a:pt x="50" y="130"/>
                    </a:cubicBezTo>
                    <a:cubicBezTo>
                      <a:pt x="51" y="131"/>
                      <a:pt x="49" y="132"/>
                      <a:pt x="48" y="132"/>
                    </a:cubicBezTo>
                    <a:cubicBezTo>
                      <a:pt x="46" y="132"/>
                      <a:pt x="45" y="131"/>
                      <a:pt x="44" y="132"/>
                    </a:cubicBezTo>
                    <a:cubicBezTo>
                      <a:pt x="42" y="133"/>
                      <a:pt x="40" y="135"/>
                      <a:pt x="39" y="137"/>
                    </a:cubicBezTo>
                    <a:cubicBezTo>
                      <a:pt x="39" y="138"/>
                      <a:pt x="39" y="139"/>
                      <a:pt x="39" y="140"/>
                    </a:cubicBezTo>
                    <a:cubicBezTo>
                      <a:pt x="39" y="140"/>
                      <a:pt x="38" y="141"/>
                      <a:pt x="38" y="142"/>
                    </a:cubicBezTo>
                    <a:cubicBezTo>
                      <a:pt x="37" y="143"/>
                      <a:pt x="36" y="145"/>
                      <a:pt x="36" y="147"/>
                    </a:cubicBezTo>
                    <a:cubicBezTo>
                      <a:pt x="36" y="148"/>
                      <a:pt x="36" y="149"/>
                      <a:pt x="36" y="150"/>
                    </a:cubicBezTo>
                    <a:cubicBezTo>
                      <a:pt x="36" y="153"/>
                      <a:pt x="34" y="155"/>
                      <a:pt x="34" y="158"/>
                    </a:cubicBezTo>
                    <a:cubicBezTo>
                      <a:pt x="33" y="159"/>
                      <a:pt x="33" y="161"/>
                      <a:pt x="32" y="161"/>
                    </a:cubicBezTo>
                    <a:cubicBezTo>
                      <a:pt x="31" y="162"/>
                      <a:pt x="30" y="161"/>
                      <a:pt x="29" y="160"/>
                    </a:cubicBezTo>
                    <a:cubicBezTo>
                      <a:pt x="28" y="158"/>
                      <a:pt x="28" y="157"/>
                      <a:pt x="28" y="155"/>
                    </a:cubicBezTo>
                    <a:cubicBezTo>
                      <a:pt x="28" y="154"/>
                      <a:pt x="28" y="152"/>
                      <a:pt x="27" y="152"/>
                    </a:cubicBezTo>
                    <a:cubicBezTo>
                      <a:pt x="25" y="152"/>
                      <a:pt x="24" y="152"/>
                      <a:pt x="22" y="152"/>
                    </a:cubicBezTo>
                    <a:cubicBezTo>
                      <a:pt x="21" y="152"/>
                      <a:pt x="20" y="151"/>
                      <a:pt x="20" y="149"/>
                    </a:cubicBezTo>
                    <a:cubicBezTo>
                      <a:pt x="20" y="148"/>
                      <a:pt x="19" y="146"/>
                      <a:pt x="20" y="144"/>
                    </a:cubicBezTo>
                    <a:cubicBezTo>
                      <a:pt x="20" y="142"/>
                      <a:pt x="22" y="142"/>
                      <a:pt x="23" y="141"/>
                    </a:cubicBezTo>
                    <a:cubicBezTo>
                      <a:pt x="26" y="140"/>
                      <a:pt x="30" y="139"/>
                      <a:pt x="30" y="136"/>
                    </a:cubicBezTo>
                    <a:cubicBezTo>
                      <a:pt x="31" y="133"/>
                      <a:pt x="29" y="129"/>
                      <a:pt x="31" y="125"/>
                    </a:cubicBezTo>
                    <a:cubicBezTo>
                      <a:pt x="31" y="124"/>
                      <a:pt x="32" y="123"/>
                      <a:pt x="33" y="123"/>
                    </a:cubicBezTo>
                    <a:cubicBezTo>
                      <a:pt x="35" y="122"/>
                      <a:pt x="36" y="121"/>
                      <a:pt x="36" y="120"/>
                    </a:cubicBezTo>
                    <a:cubicBezTo>
                      <a:pt x="38" y="117"/>
                      <a:pt x="37" y="113"/>
                      <a:pt x="39" y="111"/>
                    </a:cubicBezTo>
                    <a:cubicBezTo>
                      <a:pt x="41" y="110"/>
                      <a:pt x="42" y="109"/>
                      <a:pt x="43" y="107"/>
                    </a:cubicBezTo>
                    <a:cubicBezTo>
                      <a:pt x="43" y="106"/>
                      <a:pt x="44" y="105"/>
                      <a:pt x="43" y="104"/>
                    </a:cubicBezTo>
                    <a:cubicBezTo>
                      <a:pt x="42" y="104"/>
                      <a:pt x="40" y="105"/>
                      <a:pt x="40" y="106"/>
                    </a:cubicBezTo>
                    <a:cubicBezTo>
                      <a:pt x="39" y="107"/>
                      <a:pt x="38" y="108"/>
                      <a:pt x="37" y="108"/>
                    </a:cubicBezTo>
                    <a:cubicBezTo>
                      <a:pt x="36" y="107"/>
                      <a:pt x="36" y="105"/>
                      <a:pt x="36" y="104"/>
                    </a:cubicBezTo>
                    <a:cubicBezTo>
                      <a:pt x="37" y="103"/>
                      <a:pt x="38" y="102"/>
                      <a:pt x="39" y="101"/>
                    </a:cubicBezTo>
                    <a:cubicBezTo>
                      <a:pt x="40" y="100"/>
                      <a:pt x="41" y="99"/>
                      <a:pt x="42" y="98"/>
                    </a:cubicBezTo>
                    <a:cubicBezTo>
                      <a:pt x="43" y="97"/>
                      <a:pt x="44" y="96"/>
                      <a:pt x="46" y="96"/>
                    </a:cubicBezTo>
                    <a:cubicBezTo>
                      <a:pt x="47" y="96"/>
                      <a:pt x="48" y="96"/>
                      <a:pt x="49" y="95"/>
                    </a:cubicBezTo>
                    <a:cubicBezTo>
                      <a:pt x="50" y="93"/>
                      <a:pt x="50" y="90"/>
                      <a:pt x="50" y="88"/>
                    </a:cubicBezTo>
                    <a:cubicBezTo>
                      <a:pt x="50" y="86"/>
                      <a:pt x="49" y="86"/>
                      <a:pt x="48" y="85"/>
                    </a:cubicBezTo>
                    <a:cubicBezTo>
                      <a:pt x="46" y="85"/>
                      <a:pt x="46" y="83"/>
                      <a:pt x="46" y="82"/>
                    </a:cubicBezTo>
                    <a:cubicBezTo>
                      <a:pt x="46" y="81"/>
                      <a:pt x="46" y="79"/>
                      <a:pt x="47" y="77"/>
                    </a:cubicBezTo>
                    <a:cubicBezTo>
                      <a:pt x="48" y="77"/>
                      <a:pt x="49" y="76"/>
                      <a:pt x="49" y="76"/>
                    </a:cubicBezTo>
                    <a:cubicBezTo>
                      <a:pt x="50" y="74"/>
                      <a:pt x="50" y="72"/>
                      <a:pt x="51" y="71"/>
                    </a:cubicBezTo>
                    <a:cubicBezTo>
                      <a:pt x="52" y="69"/>
                      <a:pt x="53" y="67"/>
                      <a:pt x="53" y="65"/>
                    </a:cubicBezTo>
                    <a:cubicBezTo>
                      <a:pt x="54" y="63"/>
                      <a:pt x="51" y="64"/>
                      <a:pt x="50" y="65"/>
                    </a:cubicBezTo>
                    <a:cubicBezTo>
                      <a:pt x="49" y="65"/>
                      <a:pt x="49" y="66"/>
                      <a:pt x="48" y="66"/>
                    </a:cubicBezTo>
                    <a:cubicBezTo>
                      <a:pt x="47" y="67"/>
                      <a:pt x="47" y="68"/>
                      <a:pt x="45" y="69"/>
                    </a:cubicBezTo>
                    <a:cubicBezTo>
                      <a:pt x="45" y="69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3" y="63"/>
                    </a:cubicBezTo>
                    <a:cubicBezTo>
                      <a:pt x="43" y="62"/>
                      <a:pt x="44" y="60"/>
                      <a:pt x="42" y="60"/>
                    </a:cubicBezTo>
                    <a:cubicBezTo>
                      <a:pt x="41" y="60"/>
                      <a:pt x="40" y="62"/>
                      <a:pt x="39" y="63"/>
                    </a:cubicBezTo>
                    <a:cubicBezTo>
                      <a:pt x="39" y="64"/>
                      <a:pt x="39" y="65"/>
                      <a:pt x="39" y="66"/>
                    </a:cubicBezTo>
                    <a:cubicBezTo>
                      <a:pt x="39" y="67"/>
                      <a:pt x="39" y="69"/>
                      <a:pt x="39" y="70"/>
                    </a:cubicBezTo>
                    <a:cubicBezTo>
                      <a:pt x="39" y="70"/>
                      <a:pt x="39" y="70"/>
                      <a:pt x="39" y="71"/>
                    </a:cubicBezTo>
                    <a:cubicBezTo>
                      <a:pt x="39" y="71"/>
                      <a:pt x="39" y="72"/>
                      <a:pt x="39" y="73"/>
                    </a:cubicBezTo>
                    <a:cubicBezTo>
                      <a:pt x="39" y="74"/>
                      <a:pt x="38" y="75"/>
                      <a:pt x="38" y="76"/>
                    </a:cubicBezTo>
                    <a:cubicBezTo>
                      <a:pt x="36" y="77"/>
                      <a:pt x="33" y="76"/>
                      <a:pt x="33" y="74"/>
                    </a:cubicBezTo>
                    <a:cubicBezTo>
                      <a:pt x="30" y="74"/>
                      <a:pt x="30" y="78"/>
                      <a:pt x="29" y="80"/>
                    </a:cubicBezTo>
                    <a:cubicBezTo>
                      <a:pt x="28" y="81"/>
                      <a:pt x="27" y="81"/>
                      <a:pt x="26" y="81"/>
                    </a:cubicBezTo>
                    <a:cubicBezTo>
                      <a:pt x="24" y="81"/>
                      <a:pt x="24" y="79"/>
                      <a:pt x="24" y="78"/>
                    </a:cubicBezTo>
                    <a:cubicBezTo>
                      <a:pt x="24" y="76"/>
                      <a:pt x="24" y="75"/>
                      <a:pt x="22" y="75"/>
                    </a:cubicBezTo>
                    <a:cubicBezTo>
                      <a:pt x="21" y="74"/>
                      <a:pt x="21" y="74"/>
                      <a:pt x="20" y="73"/>
                    </a:cubicBezTo>
                    <a:cubicBezTo>
                      <a:pt x="18" y="72"/>
                      <a:pt x="17" y="69"/>
                      <a:pt x="18" y="67"/>
                    </a:cubicBezTo>
                    <a:cubicBezTo>
                      <a:pt x="19" y="64"/>
                      <a:pt x="24" y="66"/>
                      <a:pt x="26" y="63"/>
                    </a:cubicBezTo>
                    <a:cubicBezTo>
                      <a:pt x="26" y="61"/>
                      <a:pt x="26" y="59"/>
                      <a:pt x="25" y="58"/>
                    </a:cubicBezTo>
                    <a:cubicBezTo>
                      <a:pt x="25" y="57"/>
                      <a:pt x="25" y="55"/>
                      <a:pt x="24" y="55"/>
                    </a:cubicBezTo>
                    <a:cubicBezTo>
                      <a:pt x="23" y="54"/>
                      <a:pt x="22" y="55"/>
                      <a:pt x="21" y="56"/>
                    </a:cubicBezTo>
                    <a:cubicBezTo>
                      <a:pt x="21" y="58"/>
                      <a:pt x="21" y="59"/>
                      <a:pt x="21" y="60"/>
                    </a:cubicBezTo>
                    <a:cubicBezTo>
                      <a:pt x="20" y="61"/>
                      <a:pt x="19" y="61"/>
                      <a:pt x="18" y="61"/>
                    </a:cubicBezTo>
                    <a:cubicBezTo>
                      <a:pt x="17" y="61"/>
                      <a:pt x="17" y="60"/>
                      <a:pt x="16" y="60"/>
                    </a:cubicBezTo>
                    <a:cubicBezTo>
                      <a:pt x="15" y="61"/>
                      <a:pt x="15" y="62"/>
                      <a:pt x="15" y="63"/>
                    </a:cubicBezTo>
                    <a:cubicBezTo>
                      <a:pt x="15" y="64"/>
                      <a:pt x="14" y="64"/>
                      <a:pt x="13" y="64"/>
                    </a:cubicBezTo>
                    <a:cubicBezTo>
                      <a:pt x="12" y="64"/>
                      <a:pt x="10" y="63"/>
                      <a:pt x="11" y="61"/>
                    </a:cubicBezTo>
                    <a:cubicBezTo>
                      <a:pt x="11" y="61"/>
                      <a:pt x="12" y="60"/>
                      <a:pt x="12" y="59"/>
                    </a:cubicBezTo>
                    <a:cubicBezTo>
                      <a:pt x="12" y="59"/>
                      <a:pt x="13" y="58"/>
                      <a:pt x="13" y="57"/>
                    </a:cubicBezTo>
                    <a:cubicBezTo>
                      <a:pt x="11" y="57"/>
                      <a:pt x="11" y="58"/>
                      <a:pt x="10" y="59"/>
                    </a:cubicBezTo>
                    <a:cubicBezTo>
                      <a:pt x="9" y="60"/>
                      <a:pt x="8" y="61"/>
                      <a:pt x="7" y="60"/>
                    </a:cubicBezTo>
                    <a:cubicBezTo>
                      <a:pt x="3" y="58"/>
                      <a:pt x="7" y="52"/>
                      <a:pt x="5" y="50"/>
                    </a:cubicBezTo>
                    <a:cubicBezTo>
                      <a:pt x="4" y="48"/>
                      <a:pt x="3" y="49"/>
                      <a:pt x="2" y="48"/>
                    </a:cubicBezTo>
                    <a:cubicBezTo>
                      <a:pt x="0" y="47"/>
                      <a:pt x="1" y="45"/>
                      <a:pt x="2" y="44"/>
                    </a:cubicBezTo>
                    <a:cubicBezTo>
                      <a:pt x="3" y="43"/>
                      <a:pt x="5" y="42"/>
                      <a:pt x="5" y="40"/>
                    </a:cubicBezTo>
                    <a:cubicBezTo>
                      <a:pt x="6" y="39"/>
                      <a:pt x="5" y="37"/>
                      <a:pt x="6" y="35"/>
                    </a:cubicBezTo>
                    <a:cubicBezTo>
                      <a:pt x="7" y="32"/>
                      <a:pt x="11" y="30"/>
                      <a:pt x="14" y="32"/>
                    </a:cubicBezTo>
                    <a:cubicBezTo>
                      <a:pt x="15" y="32"/>
                      <a:pt x="16" y="33"/>
                      <a:pt x="16" y="34"/>
                    </a:cubicBezTo>
                    <a:cubicBezTo>
                      <a:pt x="17" y="36"/>
                      <a:pt x="17" y="37"/>
                      <a:pt x="17" y="38"/>
                    </a:cubicBezTo>
                    <a:cubicBezTo>
                      <a:pt x="19" y="40"/>
                      <a:pt x="25" y="40"/>
                      <a:pt x="26" y="37"/>
                    </a:cubicBezTo>
                    <a:cubicBezTo>
                      <a:pt x="27" y="36"/>
                      <a:pt x="26" y="34"/>
                      <a:pt x="28" y="33"/>
                    </a:cubicBezTo>
                    <a:cubicBezTo>
                      <a:pt x="29" y="32"/>
                      <a:pt x="32" y="33"/>
                      <a:pt x="33" y="35"/>
                    </a:cubicBezTo>
                    <a:cubicBezTo>
                      <a:pt x="34" y="36"/>
                      <a:pt x="32" y="38"/>
                      <a:pt x="32" y="40"/>
                    </a:cubicBezTo>
                    <a:cubicBezTo>
                      <a:pt x="32" y="41"/>
                      <a:pt x="32" y="45"/>
                      <a:pt x="34" y="45"/>
                    </a:cubicBezTo>
                    <a:cubicBezTo>
                      <a:pt x="34" y="45"/>
                      <a:pt x="35" y="43"/>
                      <a:pt x="35" y="43"/>
                    </a:cubicBezTo>
                    <a:cubicBezTo>
                      <a:pt x="36" y="42"/>
                      <a:pt x="38" y="42"/>
                      <a:pt x="39" y="42"/>
                    </a:cubicBezTo>
                    <a:cubicBezTo>
                      <a:pt x="39" y="41"/>
                      <a:pt x="39" y="40"/>
                      <a:pt x="39" y="39"/>
                    </a:cubicBezTo>
                    <a:cubicBezTo>
                      <a:pt x="39" y="38"/>
                      <a:pt x="40" y="38"/>
                      <a:pt x="41" y="38"/>
                    </a:cubicBezTo>
                    <a:cubicBezTo>
                      <a:pt x="44" y="38"/>
                      <a:pt x="43" y="41"/>
                      <a:pt x="45" y="43"/>
                    </a:cubicBezTo>
                    <a:cubicBezTo>
                      <a:pt x="45" y="44"/>
                      <a:pt x="46" y="45"/>
                      <a:pt x="47" y="45"/>
                    </a:cubicBezTo>
                    <a:cubicBezTo>
                      <a:pt x="48" y="46"/>
                      <a:pt x="50" y="45"/>
                      <a:pt x="51" y="45"/>
                    </a:cubicBezTo>
                    <a:cubicBezTo>
                      <a:pt x="52" y="44"/>
                      <a:pt x="52" y="44"/>
                      <a:pt x="52" y="43"/>
                    </a:cubicBezTo>
                    <a:cubicBezTo>
                      <a:pt x="52" y="41"/>
                      <a:pt x="52" y="40"/>
                      <a:pt x="52" y="39"/>
                    </a:cubicBezTo>
                    <a:cubicBezTo>
                      <a:pt x="51" y="38"/>
                      <a:pt x="50" y="37"/>
                      <a:pt x="51" y="36"/>
                    </a:cubicBezTo>
                    <a:cubicBezTo>
                      <a:pt x="51" y="35"/>
                      <a:pt x="52" y="34"/>
                      <a:pt x="53" y="34"/>
                    </a:cubicBezTo>
                    <a:cubicBezTo>
                      <a:pt x="54" y="33"/>
                      <a:pt x="55" y="32"/>
                      <a:pt x="57" y="32"/>
                    </a:cubicBezTo>
                    <a:cubicBezTo>
                      <a:pt x="58" y="31"/>
                      <a:pt x="60" y="31"/>
                      <a:pt x="61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88" name="Freeform 2991">
                <a:extLst>
                  <a:ext uri="{FF2B5EF4-FFF2-40B4-BE49-F238E27FC236}">
                    <a16:creationId xmlns:a16="http://schemas.microsoft.com/office/drawing/2014/main" id="{E0DACF70-95EA-4B94-A535-07B633FFB1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83" y="1914"/>
                <a:ext cx="169" cy="137"/>
              </a:xfrm>
              <a:custGeom>
                <a:avLst/>
                <a:gdLst>
                  <a:gd name="T0" fmla="*/ 413 w 416"/>
                  <a:gd name="T1" fmla="*/ 198 h 336"/>
                  <a:gd name="T2" fmla="*/ 367 w 416"/>
                  <a:gd name="T3" fmla="*/ 180 h 336"/>
                  <a:gd name="T4" fmla="*/ 393 w 416"/>
                  <a:gd name="T5" fmla="*/ 165 h 336"/>
                  <a:gd name="T6" fmla="*/ 396 w 416"/>
                  <a:gd name="T7" fmla="*/ 135 h 336"/>
                  <a:gd name="T8" fmla="*/ 391 w 416"/>
                  <a:gd name="T9" fmla="*/ 147 h 336"/>
                  <a:gd name="T10" fmla="*/ 379 w 416"/>
                  <a:gd name="T11" fmla="*/ 117 h 336"/>
                  <a:gd name="T12" fmla="*/ 372 w 416"/>
                  <a:gd name="T13" fmla="*/ 99 h 336"/>
                  <a:gd name="T14" fmla="*/ 376 w 416"/>
                  <a:gd name="T15" fmla="*/ 78 h 336"/>
                  <a:gd name="T16" fmla="*/ 364 w 416"/>
                  <a:gd name="T17" fmla="*/ 66 h 336"/>
                  <a:gd name="T18" fmla="*/ 372 w 416"/>
                  <a:gd name="T19" fmla="*/ 50 h 336"/>
                  <a:gd name="T20" fmla="*/ 361 w 416"/>
                  <a:gd name="T21" fmla="*/ 24 h 336"/>
                  <a:gd name="T22" fmla="*/ 320 w 416"/>
                  <a:gd name="T23" fmla="*/ 11 h 336"/>
                  <a:gd name="T24" fmla="*/ 287 w 416"/>
                  <a:gd name="T25" fmla="*/ 9 h 336"/>
                  <a:gd name="T26" fmla="*/ 259 w 416"/>
                  <a:gd name="T27" fmla="*/ 13 h 336"/>
                  <a:gd name="T28" fmla="*/ 234 w 416"/>
                  <a:gd name="T29" fmla="*/ 8 h 336"/>
                  <a:gd name="T30" fmla="*/ 202 w 416"/>
                  <a:gd name="T31" fmla="*/ 30 h 336"/>
                  <a:gd name="T32" fmla="*/ 157 w 416"/>
                  <a:gd name="T33" fmla="*/ 28 h 336"/>
                  <a:gd name="T34" fmla="*/ 142 w 416"/>
                  <a:gd name="T35" fmla="*/ 63 h 336"/>
                  <a:gd name="T36" fmla="*/ 96 w 416"/>
                  <a:gd name="T37" fmla="*/ 85 h 336"/>
                  <a:gd name="T38" fmla="*/ 56 w 416"/>
                  <a:gd name="T39" fmla="*/ 94 h 336"/>
                  <a:gd name="T40" fmla="*/ 66 w 416"/>
                  <a:gd name="T41" fmla="*/ 119 h 336"/>
                  <a:gd name="T42" fmla="*/ 8 w 416"/>
                  <a:gd name="T43" fmla="*/ 152 h 336"/>
                  <a:gd name="T44" fmla="*/ 31 w 416"/>
                  <a:gd name="T45" fmla="*/ 213 h 336"/>
                  <a:gd name="T46" fmla="*/ 76 w 416"/>
                  <a:gd name="T47" fmla="*/ 248 h 336"/>
                  <a:gd name="T48" fmla="*/ 110 w 416"/>
                  <a:gd name="T49" fmla="*/ 261 h 336"/>
                  <a:gd name="T50" fmla="*/ 137 w 416"/>
                  <a:gd name="T51" fmla="*/ 220 h 336"/>
                  <a:gd name="T52" fmla="*/ 174 w 416"/>
                  <a:gd name="T53" fmla="*/ 195 h 336"/>
                  <a:gd name="T54" fmla="*/ 193 w 416"/>
                  <a:gd name="T55" fmla="*/ 254 h 336"/>
                  <a:gd name="T56" fmla="*/ 214 w 416"/>
                  <a:gd name="T57" fmla="*/ 284 h 336"/>
                  <a:gd name="T58" fmla="*/ 236 w 416"/>
                  <a:gd name="T59" fmla="*/ 309 h 336"/>
                  <a:gd name="T60" fmla="*/ 271 w 416"/>
                  <a:gd name="T61" fmla="*/ 313 h 336"/>
                  <a:gd name="T62" fmla="*/ 288 w 416"/>
                  <a:gd name="T63" fmla="*/ 332 h 336"/>
                  <a:gd name="T64" fmla="*/ 323 w 416"/>
                  <a:gd name="T65" fmla="*/ 317 h 336"/>
                  <a:gd name="T66" fmla="*/ 336 w 416"/>
                  <a:gd name="T67" fmla="*/ 295 h 336"/>
                  <a:gd name="T68" fmla="*/ 341 w 416"/>
                  <a:gd name="T69" fmla="*/ 289 h 336"/>
                  <a:gd name="T70" fmla="*/ 364 w 416"/>
                  <a:gd name="T71" fmla="*/ 296 h 336"/>
                  <a:gd name="T72" fmla="*/ 388 w 416"/>
                  <a:gd name="T73" fmla="*/ 286 h 336"/>
                  <a:gd name="T74" fmla="*/ 378 w 416"/>
                  <a:gd name="T75" fmla="*/ 263 h 336"/>
                  <a:gd name="T76" fmla="*/ 387 w 416"/>
                  <a:gd name="T77" fmla="*/ 245 h 336"/>
                  <a:gd name="T78" fmla="*/ 381 w 416"/>
                  <a:gd name="T79" fmla="*/ 215 h 336"/>
                  <a:gd name="T80" fmla="*/ 402 w 416"/>
                  <a:gd name="T81" fmla="*/ 230 h 336"/>
                  <a:gd name="T82" fmla="*/ 393 w 416"/>
                  <a:gd name="T83" fmla="*/ 273 h 336"/>
                  <a:gd name="T84" fmla="*/ 412 w 416"/>
                  <a:gd name="T85" fmla="*/ 252 h 336"/>
                  <a:gd name="T86" fmla="*/ 51 w 416"/>
                  <a:gd name="T87" fmla="*/ 150 h 336"/>
                  <a:gd name="T88" fmla="*/ 67 w 416"/>
                  <a:gd name="T89" fmla="*/ 155 h 336"/>
                  <a:gd name="T90" fmla="*/ 89 w 416"/>
                  <a:gd name="T91" fmla="*/ 235 h 336"/>
                  <a:gd name="T92" fmla="*/ 80 w 416"/>
                  <a:gd name="T93" fmla="*/ 229 h 336"/>
                  <a:gd name="T94" fmla="*/ 79 w 416"/>
                  <a:gd name="T95" fmla="*/ 211 h 336"/>
                  <a:gd name="T96" fmla="*/ 310 w 416"/>
                  <a:gd name="T97" fmla="*/ 157 h 336"/>
                  <a:gd name="T98" fmla="*/ 298 w 416"/>
                  <a:gd name="T99" fmla="*/ 184 h 336"/>
                  <a:gd name="T100" fmla="*/ 273 w 416"/>
                  <a:gd name="T101" fmla="*/ 206 h 336"/>
                  <a:gd name="T102" fmla="*/ 243 w 416"/>
                  <a:gd name="T103" fmla="*/ 189 h 336"/>
                  <a:gd name="T104" fmla="*/ 255 w 416"/>
                  <a:gd name="T105" fmla="*/ 172 h 336"/>
                  <a:gd name="T106" fmla="*/ 260 w 416"/>
                  <a:gd name="T107" fmla="*/ 155 h 336"/>
                  <a:gd name="T108" fmla="*/ 274 w 416"/>
                  <a:gd name="T109" fmla="*/ 134 h 336"/>
                  <a:gd name="T110" fmla="*/ 285 w 416"/>
                  <a:gd name="T111" fmla="*/ 117 h 336"/>
                  <a:gd name="T112" fmla="*/ 299 w 416"/>
                  <a:gd name="T113" fmla="*/ 150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16" h="336">
                    <a:moveTo>
                      <a:pt x="414" y="235"/>
                    </a:moveTo>
                    <a:cubicBezTo>
                      <a:pt x="413" y="233"/>
                      <a:pt x="413" y="231"/>
                      <a:pt x="414" y="229"/>
                    </a:cubicBezTo>
                    <a:cubicBezTo>
                      <a:pt x="414" y="228"/>
                      <a:pt x="415" y="226"/>
                      <a:pt x="415" y="225"/>
                    </a:cubicBezTo>
                    <a:cubicBezTo>
                      <a:pt x="416" y="223"/>
                      <a:pt x="416" y="221"/>
                      <a:pt x="416" y="220"/>
                    </a:cubicBezTo>
                    <a:cubicBezTo>
                      <a:pt x="415" y="218"/>
                      <a:pt x="414" y="217"/>
                      <a:pt x="413" y="215"/>
                    </a:cubicBezTo>
                    <a:cubicBezTo>
                      <a:pt x="412" y="214"/>
                      <a:pt x="412" y="212"/>
                      <a:pt x="412" y="210"/>
                    </a:cubicBezTo>
                    <a:cubicBezTo>
                      <a:pt x="412" y="208"/>
                      <a:pt x="412" y="206"/>
                      <a:pt x="413" y="204"/>
                    </a:cubicBezTo>
                    <a:cubicBezTo>
                      <a:pt x="413" y="202"/>
                      <a:pt x="413" y="200"/>
                      <a:pt x="413" y="198"/>
                    </a:cubicBezTo>
                    <a:cubicBezTo>
                      <a:pt x="412" y="197"/>
                      <a:pt x="412" y="196"/>
                      <a:pt x="412" y="194"/>
                    </a:cubicBezTo>
                    <a:cubicBezTo>
                      <a:pt x="411" y="193"/>
                      <a:pt x="411" y="193"/>
                      <a:pt x="411" y="192"/>
                    </a:cubicBezTo>
                    <a:cubicBezTo>
                      <a:pt x="410" y="191"/>
                      <a:pt x="409" y="190"/>
                      <a:pt x="408" y="190"/>
                    </a:cubicBezTo>
                    <a:cubicBezTo>
                      <a:pt x="407" y="189"/>
                      <a:pt x="405" y="188"/>
                      <a:pt x="403" y="187"/>
                    </a:cubicBezTo>
                    <a:cubicBezTo>
                      <a:pt x="399" y="186"/>
                      <a:pt x="395" y="186"/>
                      <a:pt x="391" y="185"/>
                    </a:cubicBezTo>
                    <a:cubicBezTo>
                      <a:pt x="388" y="185"/>
                      <a:pt x="386" y="184"/>
                      <a:pt x="383" y="183"/>
                    </a:cubicBezTo>
                    <a:cubicBezTo>
                      <a:pt x="379" y="183"/>
                      <a:pt x="375" y="182"/>
                      <a:pt x="371" y="182"/>
                    </a:cubicBezTo>
                    <a:cubicBezTo>
                      <a:pt x="369" y="181"/>
                      <a:pt x="368" y="181"/>
                      <a:pt x="367" y="180"/>
                    </a:cubicBezTo>
                    <a:cubicBezTo>
                      <a:pt x="367" y="179"/>
                      <a:pt x="367" y="178"/>
                      <a:pt x="367" y="177"/>
                    </a:cubicBezTo>
                    <a:cubicBezTo>
                      <a:pt x="368" y="175"/>
                      <a:pt x="369" y="174"/>
                      <a:pt x="371" y="173"/>
                    </a:cubicBezTo>
                    <a:cubicBezTo>
                      <a:pt x="373" y="171"/>
                      <a:pt x="375" y="170"/>
                      <a:pt x="377" y="169"/>
                    </a:cubicBezTo>
                    <a:cubicBezTo>
                      <a:pt x="378" y="169"/>
                      <a:pt x="380" y="169"/>
                      <a:pt x="381" y="168"/>
                    </a:cubicBezTo>
                    <a:cubicBezTo>
                      <a:pt x="382" y="168"/>
                      <a:pt x="383" y="168"/>
                      <a:pt x="383" y="167"/>
                    </a:cubicBezTo>
                    <a:cubicBezTo>
                      <a:pt x="384" y="167"/>
                      <a:pt x="385" y="166"/>
                      <a:pt x="387" y="166"/>
                    </a:cubicBezTo>
                    <a:cubicBezTo>
                      <a:pt x="388" y="166"/>
                      <a:pt x="389" y="166"/>
                      <a:pt x="390" y="166"/>
                    </a:cubicBezTo>
                    <a:cubicBezTo>
                      <a:pt x="391" y="166"/>
                      <a:pt x="392" y="166"/>
                      <a:pt x="393" y="165"/>
                    </a:cubicBezTo>
                    <a:cubicBezTo>
                      <a:pt x="394" y="165"/>
                      <a:pt x="395" y="163"/>
                      <a:pt x="396" y="162"/>
                    </a:cubicBezTo>
                    <a:cubicBezTo>
                      <a:pt x="397" y="162"/>
                      <a:pt x="397" y="161"/>
                      <a:pt x="398" y="160"/>
                    </a:cubicBezTo>
                    <a:cubicBezTo>
                      <a:pt x="398" y="160"/>
                      <a:pt x="398" y="159"/>
                      <a:pt x="399" y="158"/>
                    </a:cubicBezTo>
                    <a:cubicBezTo>
                      <a:pt x="399" y="157"/>
                      <a:pt x="400" y="156"/>
                      <a:pt x="400" y="155"/>
                    </a:cubicBezTo>
                    <a:cubicBezTo>
                      <a:pt x="401" y="154"/>
                      <a:pt x="401" y="153"/>
                      <a:pt x="401" y="151"/>
                    </a:cubicBezTo>
                    <a:cubicBezTo>
                      <a:pt x="401" y="149"/>
                      <a:pt x="400" y="146"/>
                      <a:pt x="400" y="144"/>
                    </a:cubicBezTo>
                    <a:cubicBezTo>
                      <a:pt x="400" y="143"/>
                      <a:pt x="399" y="142"/>
                      <a:pt x="399" y="140"/>
                    </a:cubicBezTo>
                    <a:cubicBezTo>
                      <a:pt x="398" y="139"/>
                      <a:pt x="398" y="136"/>
                      <a:pt x="396" y="135"/>
                    </a:cubicBezTo>
                    <a:cubicBezTo>
                      <a:pt x="395" y="134"/>
                      <a:pt x="393" y="134"/>
                      <a:pt x="391" y="135"/>
                    </a:cubicBezTo>
                    <a:cubicBezTo>
                      <a:pt x="390" y="135"/>
                      <a:pt x="389" y="136"/>
                      <a:pt x="388" y="137"/>
                    </a:cubicBezTo>
                    <a:cubicBezTo>
                      <a:pt x="388" y="138"/>
                      <a:pt x="389" y="139"/>
                      <a:pt x="389" y="140"/>
                    </a:cubicBezTo>
                    <a:cubicBezTo>
                      <a:pt x="390" y="142"/>
                      <a:pt x="391" y="142"/>
                      <a:pt x="392" y="143"/>
                    </a:cubicBezTo>
                    <a:cubicBezTo>
                      <a:pt x="393" y="144"/>
                      <a:pt x="394" y="145"/>
                      <a:pt x="395" y="147"/>
                    </a:cubicBezTo>
                    <a:cubicBezTo>
                      <a:pt x="395" y="148"/>
                      <a:pt x="396" y="150"/>
                      <a:pt x="395" y="152"/>
                    </a:cubicBezTo>
                    <a:cubicBezTo>
                      <a:pt x="394" y="152"/>
                      <a:pt x="393" y="151"/>
                      <a:pt x="393" y="150"/>
                    </a:cubicBezTo>
                    <a:cubicBezTo>
                      <a:pt x="393" y="149"/>
                      <a:pt x="392" y="148"/>
                      <a:pt x="391" y="147"/>
                    </a:cubicBezTo>
                    <a:cubicBezTo>
                      <a:pt x="389" y="146"/>
                      <a:pt x="387" y="145"/>
                      <a:pt x="385" y="143"/>
                    </a:cubicBezTo>
                    <a:cubicBezTo>
                      <a:pt x="384" y="142"/>
                      <a:pt x="384" y="139"/>
                      <a:pt x="385" y="137"/>
                    </a:cubicBezTo>
                    <a:cubicBezTo>
                      <a:pt x="386" y="136"/>
                      <a:pt x="387" y="135"/>
                      <a:pt x="386" y="133"/>
                    </a:cubicBezTo>
                    <a:cubicBezTo>
                      <a:pt x="386" y="132"/>
                      <a:pt x="386" y="131"/>
                      <a:pt x="386" y="129"/>
                    </a:cubicBezTo>
                    <a:cubicBezTo>
                      <a:pt x="386" y="128"/>
                      <a:pt x="386" y="127"/>
                      <a:pt x="385" y="125"/>
                    </a:cubicBezTo>
                    <a:cubicBezTo>
                      <a:pt x="385" y="124"/>
                      <a:pt x="385" y="122"/>
                      <a:pt x="384" y="121"/>
                    </a:cubicBezTo>
                    <a:cubicBezTo>
                      <a:pt x="382" y="121"/>
                      <a:pt x="380" y="122"/>
                      <a:pt x="379" y="121"/>
                    </a:cubicBezTo>
                    <a:cubicBezTo>
                      <a:pt x="378" y="120"/>
                      <a:pt x="378" y="118"/>
                      <a:pt x="379" y="117"/>
                    </a:cubicBezTo>
                    <a:cubicBezTo>
                      <a:pt x="380" y="115"/>
                      <a:pt x="382" y="114"/>
                      <a:pt x="383" y="112"/>
                    </a:cubicBezTo>
                    <a:cubicBezTo>
                      <a:pt x="383" y="110"/>
                      <a:pt x="382" y="109"/>
                      <a:pt x="383" y="108"/>
                    </a:cubicBezTo>
                    <a:cubicBezTo>
                      <a:pt x="383" y="107"/>
                      <a:pt x="383" y="107"/>
                      <a:pt x="382" y="106"/>
                    </a:cubicBezTo>
                    <a:cubicBezTo>
                      <a:pt x="381" y="105"/>
                      <a:pt x="380" y="104"/>
                      <a:pt x="379" y="103"/>
                    </a:cubicBezTo>
                    <a:cubicBezTo>
                      <a:pt x="379" y="103"/>
                      <a:pt x="378" y="103"/>
                      <a:pt x="378" y="103"/>
                    </a:cubicBezTo>
                    <a:cubicBezTo>
                      <a:pt x="377" y="102"/>
                      <a:pt x="377" y="102"/>
                      <a:pt x="376" y="102"/>
                    </a:cubicBezTo>
                    <a:cubicBezTo>
                      <a:pt x="376" y="101"/>
                      <a:pt x="375" y="101"/>
                      <a:pt x="375" y="100"/>
                    </a:cubicBezTo>
                    <a:cubicBezTo>
                      <a:pt x="374" y="100"/>
                      <a:pt x="373" y="99"/>
                      <a:pt x="372" y="99"/>
                    </a:cubicBezTo>
                    <a:cubicBezTo>
                      <a:pt x="372" y="98"/>
                      <a:pt x="371" y="98"/>
                      <a:pt x="371" y="98"/>
                    </a:cubicBezTo>
                    <a:cubicBezTo>
                      <a:pt x="370" y="98"/>
                      <a:pt x="370" y="97"/>
                      <a:pt x="370" y="97"/>
                    </a:cubicBezTo>
                    <a:cubicBezTo>
                      <a:pt x="369" y="96"/>
                      <a:pt x="369" y="95"/>
                      <a:pt x="369" y="94"/>
                    </a:cubicBezTo>
                    <a:cubicBezTo>
                      <a:pt x="368" y="93"/>
                      <a:pt x="368" y="92"/>
                      <a:pt x="369" y="91"/>
                    </a:cubicBezTo>
                    <a:cubicBezTo>
                      <a:pt x="369" y="88"/>
                      <a:pt x="371" y="87"/>
                      <a:pt x="372" y="85"/>
                    </a:cubicBezTo>
                    <a:cubicBezTo>
                      <a:pt x="373" y="84"/>
                      <a:pt x="374" y="83"/>
                      <a:pt x="374" y="82"/>
                    </a:cubicBezTo>
                    <a:cubicBezTo>
                      <a:pt x="375" y="82"/>
                      <a:pt x="375" y="81"/>
                      <a:pt x="376" y="80"/>
                    </a:cubicBezTo>
                    <a:cubicBezTo>
                      <a:pt x="376" y="79"/>
                      <a:pt x="376" y="79"/>
                      <a:pt x="376" y="78"/>
                    </a:cubicBezTo>
                    <a:cubicBezTo>
                      <a:pt x="376" y="77"/>
                      <a:pt x="376" y="76"/>
                      <a:pt x="375" y="76"/>
                    </a:cubicBezTo>
                    <a:cubicBezTo>
                      <a:pt x="375" y="75"/>
                      <a:pt x="375" y="75"/>
                      <a:pt x="374" y="75"/>
                    </a:cubicBezTo>
                    <a:cubicBezTo>
                      <a:pt x="374" y="74"/>
                      <a:pt x="373" y="74"/>
                      <a:pt x="373" y="74"/>
                    </a:cubicBezTo>
                    <a:cubicBezTo>
                      <a:pt x="372" y="74"/>
                      <a:pt x="371" y="74"/>
                      <a:pt x="370" y="74"/>
                    </a:cubicBezTo>
                    <a:cubicBezTo>
                      <a:pt x="368" y="74"/>
                      <a:pt x="366" y="74"/>
                      <a:pt x="364" y="73"/>
                    </a:cubicBezTo>
                    <a:cubicBezTo>
                      <a:pt x="363" y="72"/>
                      <a:pt x="363" y="72"/>
                      <a:pt x="363" y="71"/>
                    </a:cubicBezTo>
                    <a:cubicBezTo>
                      <a:pt x="363" y="70"/>
                      <a:pt x="363" y="69"/>
                      <a:pt x="363" y="68"/>
                    </a:cubicBezTo>
                    <a:cubicBezTo>
                      <a:pt x="362" y="67"/>
                      <a:pt x="363" y="66"/>
                      <a:pt x="364" y="66"/>
                    </a:cubicBezTo>
                    <a:cubicBezTo>
                      <a:pt x="364" y="65"/>
                      <a:pt x="365" y="65"/>
                      <a:pt x="365" y="65"/>
                    </a:cubicBezTo>
                    <a:cubicBezTo>
                      <a:pt x="366" y="64"/>
                      <a:pt x="366" y="64"/>
                      <a:pt x="367" y="63"/>
                    </a:cubicBezTo>
                    <a:cubicBezTo>
                      <a:pt x="367" y="63"/>
                      <a:pt x="367" y="62"/>
                      <a:pt x="367" y="61"/>
                    </a:cubicBezTo>
                    <a:cubicBezTo>
                      <a:pt x="368" y="60"/>
                      <a:pt x="368" y="60"/>
                      <a:pt x="368" y="59"/>
                    </a:cubicBezTo>
                    <a:cubicBezTo>
                      <a:pt x="368" y="58"/>
                      <a:pt x="368" y="57"/>
                      <a:pt x="369" y="56"/>
                    </a:cubicBezTo>
                    <a:cubicBezTo>
                      <a:pt x="369" y="55"/>
                      <a:pt x="369" y="54"/>
                      <a:pt x="370" y="54"/>
                    </a:cubicBezTo>
                    <a:cubicBezTo>
                      <a:pt x="370" y="53"/>
                      <a:pt x="370" y="52"/>
                      <a:pt x="371" y="51"/>
                    </a:cubicBezTo>
                    <a:cubicBezTo>
                      <a:pt x="371" y="51"/>
                      <a:pt x="372" y="50"/>
                      <a:pt x="372" y="50"/>
                    </a:cubicBezTo>
                    <a:cubicBezTo>
                      <a:pt x="372" y="48"/>
                      <a:pt x="373" y="47"/>
                      <a:pt x="373" y="45"/>
                    </a:cubicBezTo>
                    <a:cubicBezTo>
                      <a:pt x="373" y="44"/>
                      <a:pt x="373" y="43"/>
                      <a:pt x="373" y="41"/>
                    </a:cubicBezTo>
                    <a:cubicBezTo>
                      <a:pt x="373" y="40"/>
                      <a:pt x="373" y="39"/>
                      <a:pt x="372" y="37"/>
                    </a:cubicBezTo>
                    <a:cubicBezTo>
                      <a:pt x="372" y="36"/>
                      <a:pt x="372" y="36"/>
                      <a:pt x="371" y="35"/>
                    </a:cubicBezTo>
                    <a:cubicBezTo>
                      <a:pt x="371" y="34"/>
                      <a:pt x="371" y="34"/>
                      <a:pt x="370" y="33"/>
                    </a:cubicBezTo>
                    <a:cubicBezTo>
                      <a:pt x="369" y="31"/>
                      <a:pt x="367" y="30"/>
                      <a:pt x="366" y="28"/>
                    </a:cubicBezTo>
                    <a:cubicBezTo>
                      <a:pt x="365" y="27"/>
                      <a:pt x="364" y="26"/>
                      <a:pt x="363" y="25"/>
                    </a:cubicBezTo>
                    <a:cubicBezTo>
                      <a:pt x="362" y="25"/>
                      <a:pt x="361" y="24"/>
                      <a:pt x="361" y="24"/>
                    </a:cubicBezTo>
                    <a:cubicBezTo>
                      <a:pt x="359" y="24"/>
                      <a:pt x="358" y="25"/>
                      <a:pt x="356" y="26"/>
                    </a:cubicBezTo>
                    <a:cubicBezTo>
                      <a:pt x="355" y="26"/>
                      <a:pt x="354" y="26"/>
                      <a:pt x="353" y="26"/>
                    </a:cubicBezTo>
                    <a:cubicBezTo>
                      <a:pt x="352" y="26"/>
                      <a:pt x="350" y="26"/>
                      <a:pt x="348" y="26"/>
                    </a:cubicBezTo>
                    <a:cubicBezTo>
                      <a:pt x="347" y="26"/>
                      <a:pt x="346" y="26"/>
                      <a:pt x="345" y="25"/>
                    </a:cubicBezTo>
                    <a:cubicBezTo>
                      <a:pt x="344" y="24"/>
                      <a:pt x="343" y="23"/>
                      <a:pt x="343" y="22"/>
                    </a:cubicBezTo>
                    <a:cubicBezTo>
                      <a:pt x="341" y="19"/>
                      <a:pt x="338" y="17"/>
                      <a:pt x="336" y="15"/>
                    </a:cubicBezTo>
                    <a:cubicBezTo>
                      <a:pt x="332" y="13"/>
                      <a:pt x="329" y="11"/>
                      <a:pt x="325" y="11"/>
                    </a:cubicBezTo>
                    <a:cubicBezTo>
                      <a:pt x="324" y="11"/>
                      <a:pt x="322" y="11"/>
                      <a:pt x="320" y="11"/>
                    </a:cubicBezTo>
                    <a:cubicBezTo>
                      <a:pt x="319" y="11"/>
                      <a:pt x="318" y="10"/>
                      <a:pt x="318" y="9"/>
                    </a:cubicBezTo>
                    <a:cubicBezTo>
                      <a:pt x="317" y="7"/>
                      <a:pt x="316" y="6"/>
                      <a:pt x="315" y="4"/>
                    </a:cubicBezTo>
                    <a:cubicBezTo>
                      <a:pt x="313" y="3"/>
                      <a:pt x="311" y="2"/>
                      <a:pt x="309" y="2"/>
                    </a:cubicBezTo>
                    <a:cubicBezTo>
                      <a:pt x="307" y="2"/>
                      <a:pt x="305" y="3"/>
                      <a:pt x="304" y="4"/>
                    </a:cubicBezTo>
                    <a:cubicBezTo>
                      <a:pt x="303" y="5"/>
                      <a:pt x="302" y="6"/>
                      <a:pt x="302" y="7"/>
                    </a:cubicBezTo>
                    <a:cubicBezTo>
                      <a:pt x="302" y="8"/>
                      <a:pt x="301" y="9"/>
                      <a:pt x="300" y="10"/>
                    </a:cubicBezTo>
                    <a:cubicBezTo>
                      <a:pt x="299" y="10"/>
                      <a:pt x="297" y="10"/>
                      <a:pt x="296" y="10"/>
                    </a:cubicBezTo>
                    <a:cubicBezTo>
                      <a:pt x="293" y="10"/>
                      <a:pt x="290" y="10"/>
                      <a:pt x="287" y="9"/>
                    </a:cubicBezTo>
                    <a:cubicBezTo>
                      <a:pt x="284" y="9"/>
                      <a:pt x="280" y="9"/>
                      <a:pt x="277" y="10"/>
                    </a:cubicBezTo>
                    <a:cubicBezTo>
                      <a:pt x="276" y="10"/>
                      <a:pt x="275" y="10"/>
                      <a:pt x="273" y="11"/>
                    </a:cubicBezTo>
                    <a:cubicBezTo>
                      <a:pt x="272" y="11"/>
                      <a:pt x="271" y="11"/>
                      <a:pt x="270" y="11"/>
                    </a:cubicBezTo>
                    <a:cubicBezTo>
                      <a:pt x="269" y="12"/>
                      <a:pt x="269" y="14"/>
                      <a:pt x="268" y="16"/>
                    </a:cubicBezTo>
                    <a:cubicBezTo>
                      <a:pt x="268" y="16"/>
                      <a:pt x="267" y="17"/>
                      <a:pt x="267" y="17"/>
                    </a:cubicBezTo>
                    <a:cubicBezTo>
                      <a:pt x="266" y="17"/>
                      <a:pt x="265" y="16"/>
                      <a:pt x="265" y="15"/>
                    </a:cubicBezTo>
                    <a:cubicBezTo>
                      <a:pt x="265" y="14"/>
                      <a:pt x="264" y="14"/>
                      <a:pt x="263" y="13"/>
                    </a:cubicBezTo>
                    <a:cubicBezTo>
                      <a:pt x="262" y="13"/>
                      <a:pt x="261" y="13"/>
                      <a:pt x="259" y="13"/>
                    </a:cubicBezTo>
                    <a:cubicBezTo>
                      <a:pt x="259" y="13"/>
                      <a:pt x="258" y="13"/>
                      <a:pt x="258" y="13"/>
                    </a:cubicBezTo>
                    <a:cubicBezTo>
                      <a:pt x="257" y="13"/>
                      <a:pt x="257" y="13"/>
                      <a:pt x="257" y="13"/>
                    </a:cubicBezTo>
                    <a:cubicBezTo>
                      <a:pt x="254" y="12"/>
                      <a:pt x="252" y="10"/>
                      <a:pt x="250" y="10"/>
                    </a:cubicBezTo>
                    <a:cubicBezTo>
                      <a:pt x="248" y="9"/>
                      <a:pt x="246" y="8"/>
                      <a:pt x="245" y="7"/>
                    </a:cubicBezTo>
                    <a:cubicBezTo>
                      <a:pt x="243" y="5"/>
                      <a:pt x="243" y="3"/>
                      <a:pt x="242" y="2"/>
                    </a:cubicBezTo>
                    <a:cubicBezTo>
                      <a:pt x="241" y="1"/>
                      <a:pt x="239" y="0"/>
                      <a:pt x="238" y="1"/>
                    </a:cubicBezTo>
                    <a:cubicBezTo>
                      <a:pt x="237" y="1"/>
                      <a:pt x="237" y="2"/>
                      <a:pt x="236" y="3"/>
                    </a:cubicBezTo>
                    <a:cubicBezTo>
                      <a:pt x="235" y="5"/>
                      <a:pt x="235" y="6"/>
                      <a:pt x="234" y="8"/>
                    </a:cubicBezTo>
                    <a:cubicBezTo>
                      <a:pt x="233" y="9"/>
                      <a:pt x="232" y="10"/>
                      <a:pt x="231" y="11"/>
                    </a:cubicBezTo>
                    <a:cubicBezTo>
                      <a:pt x="230" y="12"/>
                      <a:pt x="230" y="13"/>
                      <a:pt x="230" y="13"/>
                    </a:cubicBezTo>
                    <a:cubicBezTo>
                      <a:pt x="229" y="14"/>
                      <a:pt x="229" y="15"/>
                      <a:pt x="228" y="16"/>
                    </a:cubicBezTo>
                    <a:cubicBezTo>
                      <a:pt x="227" y="19"/>
                      <a:pt x="225" y="21"/>
                      <a:pt x="223" y="22"/>
                    </a:cubicBezTo>
                    <a:cubicBezTo>
                      <a:pt x="221" y="24"/>
                      <a:pt x="220" y="25"/>
                      <a:pt x="218" y="27"/>
                    </a:cubicBezTo>
                    <a:cubicBezTo>
                      <a:pt x="217" y="28"/>
                      <a:pt x="216" y="30"/>
                      <a:pt x="215" y="32"/>
                    </a:cubicBezTo>
                    <a:cubicBezTo>
                      <a:pt x="213" y="33"/>
                      <a:pt x="210" y="33"/>
                      <a:pt x="208" y="32"/>
                    </a:cubicBezTo>
                    <a:cubicBezTo>
                      <a:pt x="206" y="32"/>
                      <a:pt x="203" y="32"/>
                      <a:pt x="202" y="30"/>
                    </a:cubicBezTo>
                    <a:cubicBezTo>
                      <a:pt x="200" y="29"/>
                      <a:pt x="200" y="27"/>
                      <a:pt x="199" y="25"/>
                    </a:cubicBezTo>
                    <a:cubicBezTo>
                      <a:pt x="197" y="24"/>
                      <a:pt x="196" y="23"/>
                      <a:pt x="194" y="22"/>
                    </a:cubicBezTo>
                    <a:cubicBezTo>
                      <a:pt x="192" y="22"/>
                      <a:pt x="190" y="22"/>
                      <a:pt x="188" y="22"/>
                    </a:cubicBezTo>
                    <a:cubicBezTo>
                      <a:pt x="186" y="22"/>
                      <a:pt x="184" y="22"/>
                      <a:pt x="184" y="20"/>
                    </a:cubicBezTo>
                    <a:cubicBezTo>
                      <a:pt x="184" y="20"/>
                      <a:pt x="184" y="20"/>
                      <a:pt x="184" y="20"/>
                    </a:cubicBezTo>
                    <a:cubicBezTo>
                      <a:pt x="179" y="22"/>
                      <a:pt x="179" y="22"/>
                      <a:pt x="179" y="22"/>
                    </a:cubicBezTo>
                    <a:cubicBezTo>
                      <a:pt x="172" y="20"/>
                      <a:pt x="172" y="20"/>
                      <a:pt x="172" y="20"/>
                    </a:cubicBezTo>
                    <a:cubicBezTo>
                      <a:pt x="157" y="28"/>
                      <a:pt x="157" y="28"/>
                      <a:pt x="157" y="28"/>
                    </a:cubicBezTo>
                    <a:cubicBezTo>
                      <a:pt x="157" y="34"/>
                      <a:pt x="157" y="34"/>
                      <a:pt x="157" y="34"/>
                    </a:cubicBezTo>
                    <a:cubicBezTo>
                      <a:pt x="154" y="39"/>
                      <a:pt x="154" y="39"/>
                      <a:pt x="154" y="39"/>
                    </a:cubicBezTo>
                    <a:cubicBezTo>
                      <a:pt x="154" y="45"/>
                      <a:pt x="154" y="45"/>
                      <a:pt x="154" y="45"/>
                    </a:cubicBezTo>
                    <a:cubicBezTo>
                      <a:pt x="146" y="45"/>
                      <a:pt x="146" y="45"/>
                      <a:pt x="146" y="45"/>
                    </a:cubicBezTo>
                    <a:cubicBezTo>
                      <a:pt x="144" y="50"/>
                      <a:pt x="144" y="50"/>
                      <a:pt x="144" y="50"/>
                    </a:cubicBezTo>
                    <a:cubicBezTo>
                      <a:pt x="145" y="52"/>
                      <a:pt x="145" y="52"/>
                      <a:pt x="145" y="52"/>
                    </a:cubicBezTo>
                    <a:cubicBezTo>
                      <a:pt x="142" y="55"/>
                      <a:pt x="142" y="55"/>
                      <a:pt x="142" y="55"/>
                    </a:cubicBezTo>
                    <a:cubicBezTo>
                      <a:pt x="142" y="63"/>
                      <a:pt x="142" y="63"/>
                      <a:pt x="142" y="63"/>
                    </a:cubicBezTo>
                    <a:cubicBezTo>
                      <a:pt x="130" y="74"/>
                      <a:pt x="130" y="74"/>
                      <a:pt x="130" y="74"/>
                    </a:cubicBezTo>
                    <a:cubicBezTo>
                      <a:pt x="123" y="74"/>
                      <a:pt x="123" y="74"/>
                      <a:pt x="123" y="74"/>
                    </a:cubicBezTo>
                    <a:cubicBezTo>
                      <a:pt x="119" y="78"/>
                      <a:pt x="119" y="78"/>
                      <a:pt x="119" y="78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115" y="90"/>
                      <a:pt x="115" y="90"/>
                      <a:pt x="115" y="90"/>
                    </a:cubicBezTo>
                    <a:cubicBezTo>
                      <a:pt x="109" y="89"/>
                      <a:pt x="109" y="89"/>
                      <a:pt x="109" y="89"/>
                    </a:cubicBezTo>
                    <a:cubicBezTo>
                      <a:pt x="102" y="82"/>
                      <a:pt x="102" y="82"/>
                      <a:pt x="102" y="82"/>
                    </a:cubicBezTo>
                    <a:cubicBezTo>
                      <a:pt x="96" y="85"/>
                      <a:pt x="96" y="85"/>
                      <a:pt x="96" y="85"/>
                    </a:cubicBezTo>
                    <a:cubicBezTo>
                      <a:pt x="87" y="86"/>
                      <a:pt x="87" y="86"/>
                      <a:pt x="87" y="86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75" y="77"/>
                      <a:pt x="75" y="77"/>
                      <a:pt x="75" y="77"/>
                    </a:cubicBezTo>
                    <a:cubicBezTo>
                      <a:pt x="71" y="77"/>
                      <a:pt x="71" y="77"/>
                      <a:pt x="71" y="77"/>
                    </a:cubicBezTo>
                    <a:cubicBezTo>
                      <a:pt x="64" y="84"/>
                      <a:pt x="64" y="84"/>
                      <a:pt x="64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60" y="98"/>
                      <a:pt x="60" y="98"/>
                      <a:pt x="60" y="98"/>
                    </a:cubicBezTo>
                    <a:cubicBezTo>
                      <a:pt x="61" y="104"/>
                      <a:pt x="61" y="104"/>
                      <a:pt x="61" y="104"/>
                    </a:cubicBezTo>
                    <a:cubicBezTo>
                      <a:pt x="69" y="106"/>
                      <a:pt x="69" y="106"/>
                      <a:pt x="69" y="106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83" y="112"/>
                      <a:pt x="83" y="112"/>
                      <a:pt x="83" y="112"/>
                    </a:cubicBezTo>
                    <a:cubicBezTo>
                      <a:pt x="86" y="115"/>
                      <a:pt x="86" y="115"/>
                      <a:pt x="86" y="115"/>
                    </a:cubicBezTo>
                    <a:cubicBezTo>
                      <a:pt x="80" y="119"/>
                      <a:pt x="80" y="119"/>
                      <a:pt x="80" y="119"/>
                    </a:cubicBezTo>
                    <a:cubicBezTo>
                      <a:pt x="66" y="119"/>
                      <a:pt x="66" y="119"/>
                      <a:pt x="66" y="119"/>
                    </a:cubicBezTo>
                    <a:cubicBezTo>
                      <a:pt x="56" y="130"/>
                      <a:pt x="56" y="130"/>
                      <a:pt x="56" y="130"/>
                    </a:cubicBezTo>
                    <a:cubicBezTo>
                      <a:pt x="39" y="125"/>
                      <a:pt x="39" y="125"/>
                      <a:pt x="39" y="125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8" y="152"/>
                      <a:pt x="8" y="152"/>
                      <a:pt x="8" y="152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18" y="167"/>
                      <a:pt x="18" y="167"/>
                      <a:pt x="18" y="167"/>
                    </a:cubicBezTo>
                    <a:cubicBezTo>
                      <a:pt x="21" y="176"/>
                      <a:pt x="21" y="176"/>
                      <a:pt x="21" y="176"/>
                    </a:cubicBezTo>
                    <a:cubicBezTo>
                      <a:pt x="22" y="185"/>
                      <a:pt x="22" y="185"/>
                      <a:pt x="22" y="185"/>
                    </a:cubicBezTo>
                    <a:cubicBezTo>
                      <a:pt x="33" y="189"/>
                      <a:pt x="33" y="189"/>
                      <a:pt x="33" y="18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0" y="207"/>
                      <a:pt x="30" y="207"/>
                      <a:pt x="30" y="207"/>
                    </a:cubicBezTo>
                    <a:cubicBezTo>
                      <a:pt x="31" y="213"/>
                      <a:pt x="31" y="213"/>
                      <a:pt x="31" y="213"/>
                    </a:cubicBezTo>
                    <a:cubicBezTo>
                      <a:pt x="35" y="216"/>
                      <a:pt x="35" y="216"/>
                      <a:pt x="35" y="216"/>
                    </a:cubicBezTo>
                    <a:cubicBezTo>
                      <a:pt x="46" y="216"/>
                      <a:pt x="46" y="216"/>
                      <a:pt x="46" y="216"/>
                    </a:cubicBezTo>
                    <a:cubicBezTo>
                      <a:pt x="48" y="221"/>
                      <a:pt x="48" y="221"/>
                      <a:pt x="48" y="221"/>
                    </a:cubicBezTo>
                    <a:cubicBezTo>
                      <a:pt x="56" y="221"/>
                      <a:pt x="56" y="221"/>
                      <a:pt x="56" y="22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8"/>
                      <a:pt x="60" y="238"/>
                      <a:pt x="60" y="238"/>
                    </a:cubicBezTo>
                    <a:cubicBezTo>
                      <a:pt x="68" y="248"/>
                      <a:pt x="68" y="248"/>
                      <a:pt x="68" y="248"/>
                    </a:cubicBezTo>
                    <a:cubicBezTo>
                      <a:pt x="76" y="248"/>
                      <a:pt x="76" y="248"/>
                      <a:pt x="76" y="248"/>
                    </a:cubicBezTo>
                    <a:cubicBezTo>
                      <a:pt x="78" y="251"/>
                      <a:pt x="78" y="251"/>
                      <a:pt x="78" y="251"/>
                    </a:cubicBezTo>
                    <a:cubicBezTo>
                      <a:pt x="82" y="251"/>
                      <a:pt x="82" y="251"/>
                      <a:pt x="82" y="251"/>
                    </a:cubicBezTo>
                    <a:cubicBezTo>
                      <a:pt x="86" y="247"/>
                      <a:pt x="86" y="247"/>
                      <a:pt x="86" y="247"/>
                    </a:cubicBezTo>
                    <a:cubicBezTo>
                      <a:pt x="93" y="247"/>
                      <a:pt x="93" y="247"/>
                      <a:pt x="93" y="247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98" y="253"/>
                      <a:pt x="98" y="253"/>
                      <a:pt x="98" y="253"/>
                    </a:cubicBezTo>
                    <a:cubicBezTo>
                      <a:pt x="102" y="259"/>
                      <a:pt x="102" y="259"/>
                      <a:pt x="102" y="259"/>
                    </a:cubicBezTo>
                    <a:cubicBezTo>
                      <a:pt x="110" y="261"/>
                      <a:pt x="110" y="261"/>
                      <a:pt x="110" y="261"/>
                    </a:cubicBezTo>
                    <a:cubicBezTo>
                      <a:pt x="120" y="252"/>
                      <a:pt x="120" y="252"/>
                      <a:pt x="120" y="252"/>
                    </a:cubicBezTo>
                    <a:cubicBezTo>
                      <a:pt x="120" y="245"/>
                      <a:pt x="120" y="245"/>
                      <a:pt x="120" y="245"/>
                    </a:cubicBezTo>
                    <a:cubicBezTo>
                      <a:pt x="125" y="240"/>
                      <a:pt x="125" y="240"/>
                      <a:pt x="125" y="240"/>
                    </a:cubicBezTo>
                    <a:cubicBezTo>
                      <a:pt x="140" y="239"/>
                      <a:pt x="140" y="239"/>
                      <a:pt x="140" y="239"/>
                    </a:cubicBezTo>
                    <a:cubicBezTo>
                      <a:pt x="143" y="232"/>
                      <a:pt x="143" y="232"/>
                      <a:pt x="143" y="232"/>
                    </a:cubicBezTo>
                    <a:cubicBezTo>
                      <a:pt x="138" y="226"/>
                      <a:pt x="138" y="226"/>
                      <a:pt x="138" y="226"/>
                    </a:cubicBezTo>
                    <a:cubicBezTo>
                      <a:pt x="138" y="223"/>
                      <a:pt x="138" y="223"/>
                      <a:pt x="138" y="223"/>
                    </a:cubicBezTo>
                    <a:cubicBezTo>
                      <a:pt x="137" y="220"/>
                      <a:pt x="137" y="220"/>
                      <a:pt x="137" y="220"/>
                    </a:cubicBezTo>
                    <a:cubicBezTo>
                      <a:pt x="139" y="215"/>
                      <a:pt x="139" y="215"/>
                      <a:pt x="139" y="215"/>
                    </a:cubicBezTo>
                    <a:cubicBezTo>
                      <a:pt x="141" y="215"/>
                      <a:pt x="141" y="215"/>
                      <a:pt x="141" y="215"/>
                    </a:cubicBezTo>
                    <a:cubicBezTo>
                      <a:pt x="142" y="210"/>
                      <a:pt x="142" y="210"/>
                      <a:pt x="142" y="210"/>
                    </a:cubicBezTo>
                    <a:cubicBezTo>
                      <a:pt x="154" y="209"/>
                      <a:pt x="154" y="209"/>
                      <a:pt x="154" y="209"/>
                    </a:cubicBezTo>
                    <a:cubicBezTo>
                      <a:pt x="157" y="202"/>
                      <a:pt x="157" y="202"/>
                      <a:pt x="157" y="202"/>
                    </a:cubicBezTo>
                    <a:cubicBezTo>
                      <a:pt x="163" y="201"/>
                      <a:pt x="163" y="201"/>
                      <a:pt x="163" y="201"/>
                    </a:cubicBezTo>
                    <a:cubicBezTo>
                      <a:pt x="168" y="195"/>
                      <a:pt x="168" y="195"/>
                      <a:pt x="168" y="195"/>
                    </a:cubicBezTo>
                    <a:cubicBezTo>
                      <a:pt x="174" y="195"/>
                      <a:pt x="174" y="195"/>
                      <a:pt x="174" y="195"/>
                    </a:cubicBezTo>
                    <a:cubicBezTo>
                      <a:pt x="187" y="210"/>
                      <a:pt x="187" y="210"/>
                      <a:pt x="187" y="210"/>
                    </a:cubicBezTo>
                    <a:cubicBezTo>
                      <a:pt x="186" y="219"/>
                      <a:pt x="186" y="219"/>
                      <a:pt x="186" y="219"/>
                    </a:cubicBezTo>
                    <a:cubicBezTo>
                      <a:pt x="191" y="220"/>
                      <a:pt x="191" y="220"/>
                      <a:pt x="191" y="220"/>
                    </a:cubicBezTo>
                    <a:cubicBezTo>
                      <a:pt x="191" y="234"/>
                      <a:pt x="191" y="234"/>
                      <a:pt x="191" y="234"/>
                    </a:cubicBezTo>
                    <a:cubicBezTo>
                      <a:pt x="187" y="239"/>
                      <a:pt x="187" y="239"/>
                      <a:pt x="187" y="239"/>
                    </a:cubicBezTo>
                    <a:cubicBezTo>
                      <a:pt x="188" y="242"/>
                      <a:pt x="188" y="242"/>
                      <a:pt x="188" y="242"/>
                    </a:cubicBezTo>
                    <a:cubicBezTo>
                      <a:pt x="194" y="245"/>
                      <a:pt x="194" y="245"/>
                      <a:pt x="194" y="245"/>
                    </a:cubicBezTo>
                    <a:cubicBezTo>
                      <a:pt x="193" y="254"/>
                      <a:pt x="193" y="254"/>
                      <a:pt x="193" y="254"/>
                    </a:cubicBezTo>
                    <a:cubicBezTo>
                      <a:pt x="197" y="262"/>
                      <a:pt x="197" y="262"/>
                      <a:pt x="197" y="262"/>
                    </a:cubicBezTo>
                    <a:cubicBezTo>
                      <a:pt x="204" y="269"/>
                      <a:pt x="204" y="269"/>
                      <a:pt x="204" y="269"/>
                    </a:cubicBezTo>
                    <a:cubicBezTo>
                      <a:pt x="205" y="268"/>
                      <a:pt x="205" y="268"/>
                      <a:pt x="205" y="268"/>
                    </a:cubicBezTo>
                    <a:cubicBezTo>
                      <a:pt x="208" y="266"/>
                      <a:pt x="208" y="266"/>
                      <a:pt x="208" y="266"/>
                    </a:cubicBezTo>
                    <a:cubicBezTo>
                      <a:pt x="212" y="266"/>
                      <a:pt x="212" y="266"/>
                      <a:pt x="212" y="266"/>
                    </a:cubicBezTo>
                    <a:cubicBezTo>
                      <a:pt x="213" y="272"/>
                      <a:pt x="213" y="272"/>
                      <a:pt x="213" y="272"/>
                    </a:cubicBezTo>
                    <a:cubicBezTo>
                      <a:pt x="216" y="274"/>
                      <a:pt x="216" y="274"/>
                      <a:pt x="216" y="274"/>
                    </a:cubicBezTo>
                    <a:cubicBezTo>
                      <a:pt x="214" y="284"/>
                      <a:pt x="214" y="284"/>
                      <a:pt x="214" y="284"/>
                    </a:cubicBezTo>
                    <a:cubicBezTo>
                      <a:pt x="207" y="294"/>
                      <a:pt x="207" y="294"/>
                      <a:pt x="207" y="294"/>
                    </a:cubicBezTo>
                    <a:cubicBezTo>
                      <a:pt x="205" y="299"/>
                      <a:pt x="205" y="299"/>
                      <a:pt x="205" y="299"/>
                    </a:cubicBezTo>
                    <a:cubicBezTo>
                      <a:pt x="207" y="306"/>
                      <a:pt x="207" y="306"/>
                      <a:pt x="207" y="306"/>
                    </a:cubicBezTo>
                    <a:cubicBezTo>
                      <a:pt x="209" y="310"/>
                      <a:pt x="209" y="310"/>
                      <a:pt x="209" y="310"/>
                    </a:cubicBezTo>
                    <a:cubicBezTo>
                      <a:pt x="215" y="310"/>
                      <a:pt x="215" y="310"/>
                      <a:pt x="215" y="310"/>
                    </a:cubicBezTo>
                    <a:cubicBezTo>
                      <a:pt x="216" y="309"/>
                      <a:pt x="216" y="309"/>
                      <a:pt x="216" y="309"/>
                    </a:cubicBezTo>
                    <a:cubicBezTo>
                      <a:pt x="221" y="310"/>
                      <a:pt x="221" y="310"/>
                      <a:pt x="221" y="310"/>
                    </a:cubicBezTo>
                    <a:cubicBezTo>
                      <a:pt x="236" y="309"/>
                      <a:pt x="236" y="309"/>
                      <a:pt x="236" y="309"/>
                    </a:cubicBezTo>
                    <a:cubicBezTo>
                      <a:pt x="240" y="314"/>
                      <a:pt x="240" y="314"/>
                      <a:pt x="240" y="314"/>
                    </a:cubicBezTo>
                    <a:cubicBezTo>
                      <a:pt x="250" y="313"/>
                      <a:pt x="250" y="313"/>
                      <a:pt x="250" y="313"/>
                    </a:cubicBezTo>
                    <a:cubicBezTo>
                      <a:pt x="251" y="301"/>
                      <a:pt x="251" y="301"/>
                      <a:pt x="251" y="301"/>
                    </a:cubicBezTo>
                    <a:cubicBezTo>
                      <a:pt x="256" y="308"/>
                      <a:pt x="256" y="308"/>
                      <a:pt x="256" y="308"/>
                    </a:cubicBezTo>
                    <a:cubicBezTo>
                      <a:pt x="262" y="305"/>
                      <a:pt x="262" y="305"/>
                      <a:pt x="262" y="305"/>
                    </a:cubicBezTo>
                    <a:cubicBezTo>
                      <a:pt x="268" y="311"/>
                      <a:pt x="268" y="311"/>
                      <a:pt x="268" y="311"/>
                    </a:cubicBezTo>
                    <a:cubicBezTo>
                      <a:pt x="268" y="311"/>
                      <a:pt x="268" y="311"/>
                      <a:pt x="269" y="311"/>
                    </a:cubicBezTo>
                    <a:cubicBezTo>
                      <a:pt x="270" y="311"/>
                      <a:pt x="270" y="312"/>
                      <a:pt x="271" y="313"/>
                    </a:cubicBezTo>
                    <a:cubicBezTo>
                      <a:pt x="272" y="313"/>
                      <a:pt x="273" y="314"/>
                      <a:pt x="273" y="315"/>
                    </a:cubicBezTo>
                    <a:cubicBezTo>
                      <a:pt x="274" y="316"/>
                      <a:pt x="275" y="317"/>
                      <a:pt x="275" y="318"/>
                    </a:cubicBezTo>
                    <a:cubicBezTo>
                      <a:pt x="277" y="319"/>
                      <a:pt x="278" y="321"/>
                      <a:pt x="279" y="322"/>
                    </a:cubicBezTo>
                    <a:cubicBezTo>
                      <a:pt x="280" y="323"/>
                      <a:pt x="280" y="323"/>
                      <a:pt x="281" y="323"/>
                    </a:cubicBezTo>
                    <a:cubicBezTo>
                      <a:pt x="282" y="323"/>
                      <a:pt x="283" y="323"/>
                      <a:pt x="283" y="324"/>
                    </a:cubicBezTo>
                    <a:cubicBezTo>
                      <a:pt x="284" y="325"/>
                      <a:pt x="285" y="325"/>
                      <a:pt x="286" y="326"/>
                    </a:cubicBezTo>
                    <a:cubicBezTo>
                      <a:pt x="286" y="326"/>
                      <a:pt x="287" y="327"/>
                      <a:pt x="287" y="328"/>
                    </a:cubicBezTo>
                    <a:cubicBezTo>
                      <a:pt x="288" y="329"/>
                      <a:pt x="288" y="331"/>
                      <a:pt x="288" y="332"/>
                    </a:cubicBezTo>
                    <a:cubicBezTo>
                      <a:pt x="288" y="333"/>
                      <a:pt x="288" y="334"/>
                      <a:pt x="289" y="335"/>
                    </a:cubicBezTo>
                    <a:cubicBezTo>
                      <a:pt x="290" y="335"/>
                      <a:pt x="290" y="336"/>
                      <a:pt x="291" y="336"/>
                    </a:cubicBezTo>
                    <a:cubicBezTo>
                      <a:pt x="294" y="335"/>
                      <a:pt x="296" y="335"/>
                      <a:pt x="298" y="335"/>
                    </a:cubicBezTo>
                    <a:cubicBezTo>
                      <a:pt x="300" y="334"/>
                      <a:pt x="301" y="334"/>
                      <a:pt x="303" y="333"/>
                    </a:cubicBezTo>
                    <a:cubicBezTo>
                      <a:pt x="305" y="332"/>
                      <a:pt x="307" y="330"/>
                      <a:pt x="309" y="329"/>
                    </a:cubicBezTo>
                    <a:cubicBezTo>
                      <a:pt x="311" y="328"/>
                      <a:pt x="312" y="327"/>
                      <a:pt x="314" y="326"/>
                    </a:cubicBezTo>
                    <a:cubicBezTo>
                      <a:pt x="316" y="324"/>
                      <a:pt x="317" y="323"/>
                      <a:pt x="318" y="322"/>
                    </a:cubicBezTo>
                    <a:cubicBezTo>
                      <a:pt x="320" y="321"/>
                      <a:pt x="321" y="319"/>
                      <a:pt x="323" y="317"/>
                    </a:cubicBezTo>
                    <a:cubicBezTo>
                      <a:pt x="323" y="317"/>
                      <a:pt x="324" y="316"/>
                      <a:pt x="325" y="315"/>
                    </a:cubicBezTo>
                    <a:cubicBezTo>
                      <a:pt x="325" y="314"/>
                      <a:pt x="326" y="313"/>
                      <a:pt x="326" y="313"/>
                    </a:cubicBezTo>
                    <a:cubicBezTo>
                      <a:pt x="327" y="311"/>
                      <a:pt x="327" y="310"/>
                      <a:pt x="328" y="308"/>
                    </a:cubicBezTo>
                    <a:cubicBezTo>
                      <a:pt x="329" y="307"/>
                      <a:pt x="329" y="306"/>
                      <a:pt x="330" y="304"/>
                    </a:cubicBezTo>
                    <a:cubicBezTo>
                      <a:pt x="330" y="303"/>
                      <a:pt x="330" y="302"/>
                      <a:pt x="330" y="301"/>
                    </a:cubicBezTo>
                    <a:cubicBezTo>
                      <a:pt x="330" y="299"/>
                      <a:pt x="330" y="298"/>
                      <a:pt x="330" y="297"/>
                    </a:cubicBezTo>
                    <a:cubicBezTo>
                      <a:pt x="331" y="296"/>
                      <a:pt x="332" y="295"/>
                      <a:pt x="333" y="295"/>
                    </a:cubicBezTo>
                    <a:cubicBezTo>
                      <a:pt x="334" y="295"/>
                      <a:pt x="335" y="295"/>
                      <a:pt x="336" y="295"/>
                    </a:cubicBezTo>
                    <a:cubicBezTo>
                      <a:pt x="337" y="294"/>
                      <a:pt x="337" y="293"/>
                      <a:pt x="338" y="292"/>
                    </a:cubicBezTo>
                    <a:cubicBezTo>
                      <a:pt x="338" y="291"/>
                      <a:pt x="337" y="289"/>
                      <a:pt x="337" y="288"/>
                    </a:cubicBezTo>
                    <a:cubicBezTo>
                      <a:pt x="337" y="286"/>
                      <a:pt x="338" y="285"/>
                      <a:pt x="339" y="284"/>
                    </a:cubicBezTo>
                    <a:cubicBezTo>
                      <a:pt x="340" y="283"/>
                      <a:pt x="341" y="283"/>
                      <a:pt x="341" y="282"/>
                    </a:cubicBezTo>
                    <a:cubicBezTo>
                      <a:pt x="342" y="282"/>
                      <a:pt x="342" y="282"/>
                      <a:pt x="343" y="282"/>
                    </a:cubicBezTo>
                    <a:cubicBezTo>
                      <a:pt x="344" y="282"/>
                      <a:pt x="344" y="283"/>
                      <a:pt x="344" y="284"/>
                    </a:cubicBezTo>
                    <a:cubicBezTo>
                      <a:pt x="344" y="285"/>
                      <a:pt x="343" y="286"/>
                      <a:pt x="342" y="286"/>
                    </a:cubicBezTo>
                    <a:cubicBezTo>
                      <a:pt x="342" y="287"/>
                      <a:pt x="341" y="288"/>
                      <a:pt x="341" y="289"/>
                    </a:cubicBezTo>
                    <a:cubicBezTo>
                      <a:pt x="341" y="289"/>
                      <a:pt x="342" y="290"/>
                      <a:pt x="343" y="290"/>
                    </a:cubicBezTo>
                    <a:cubicBezTo>
                      <a:pt x="344" y="290"/>
                      <a:pt x="345" y="291"/>
                      <a:pt x="346" y="291"/>
                    </a:cubicBezTo>
                    <a:cubicBezTo>
                      <a:pt x="347" y="290"/>
                      <a:pt x="348" y="290"/>
                      <a:pt x="348" y="290"/>
                    </a:cubicBezTo>
                    <a:cubicBezTo>
                      <a:pt x="349" y="290"/>
                      <a:pt x="349" y="290"/>
                      <a:pt x="350" y="290"/>
                    </a:cubicBezTo>
                    <a:cubicBezTo>
                      <a:pt x="351" y="291"/>
                      <a:pt x="352" y="291"/>
                      <a:pt x="353" y="291"/>
                    </a:cubicBezTo>
                    <a:cubicBezTo>
                      <a:pt x="355" y="291"/>
                      <a:pt x="356" y="291"/>
                      <a:pt x="357" y="291"/>
                    </a:cubicBezTo>
                    <a:cubicBezTo>
                      <a:pt x="359" y="292"/>
                      <a:pt x="361" y="292"/>
                      <a:pt x="362" y="293"/>
                    </a:cubicBezTo>
                    <a:cubicBezTo>
                      <a:pt x="363" y="294"/>
                      <a:pt x="364" y="295"/>
                      <a:pt x="364" y="296"/>
                    </a:cubicBezTo>
                    <a:cubicBezTo>
                      <a:pt x="366" y="298"/>
                      <a:pt x="367" y="299"/>
                      <a:pt x="369" y="300"/>
                    </a:cubicBezTo>
                    <a:cubicBezTo>
                      <a:pt x="370" y="300"/>
                      <a:pt x="371" y="299"/>
                      <a:pt x="372" y="299"/>
                    </a:cubicBezTo>
                    <a:cubicBezTo>
                      <a:pt x="373" y="298"/>
                      <a:pt x="374" y="298"/>
                      <a:pt x="375" y="297"/>
                    </a:cubicBezTo>
                    <a:cubicBezTo>
                      <a:pt x="376" y="296"/>
                      <a:pt x="377" y="295"/>
                      <a:pt x="377" y="293"/>
                    </a:cubicBezTo>
                    <a:cubicBezTo>
                      <a:pt x="378" y="292"/>
                      <a:pt x="379" y="291"/>
                      <a:pt x="380" y="291"/>
                    </a:cubicBezTo>
                    <a:cubicBezTo>
                      <a:pt x="382" y="290"/>
                      <a:pt x="383" y="289"/>
                      <a:pt x="384" y="288"/>
                    </a:cubicBezTo>
                    <a:cubicBezTo>
                      <a:pt x="385" y="288"/>
                      <a:pt x="385" y="288"/>
                      <a:pt x="385" y="287"/>
                    </a:cubicBezTo>
                    <a:cubicBezTo>
                      <a:pt x="386" y="287"/>
                      <a:pt x="387" y="286"/>
                      <a:pt x="388" y="286"/>
                    </a:cubicBezTo>
                    <a:cubicBezTo>
                      <a:pt x="389" y="285"/>
                      <a:pt x="391" y="285"/>
                      <a:pt x="391" y="283"/>
                    </a:cubicBezTo>
                    <a:cubicBezTo>
                      <a:pt x="391" y="281"/>
                      <a:pt x="393" y="278"/>
                      <a:pt x="392" y="275"/>
                    </a:cubicBezTo>
                    <a:cubicBezTo>
                      <a:pt x="392" y="274"/>
                      <a:pt x="392" y="273"/>
                      <a:pt x="391" y="271"/>
                    </a:cubicBezTo>
                    <a:cubicBezTo>
                      <a:pt x="391" y="270"/>
                      <a:pt x="391" y="269"/>
                      <a:pt x="390" y="268"/>
                    </a:cubicBezTo>
                    <a:cubicBezTo>
                      <a:pt x="390" y="267"/>
                      <a:pt x="390" y="266"/>
                      <a:pt x="390" y="265"/>
                    </a:cubicBezTo>
                    <a:cubicBezTo>
                      <a:pt x="390" y="264"/>
                      <a:pt x="389" y="262"/>
                      <a:pt x="388" y="262"/>
                    </a:cubicBezTo>
                    <a:cubicBezTo>
                      <a:pt x="387" y="262"/>
                      <a:pt x="385" y="263"/>
                      <a:pt x="384" y="263"/>
                    </a:cubicBezTo>
                    <a:cubicBezTo>
                      <a:pt x="382" y="263"/>
                      <a:pt x="380" y="263"/>
                      <a:pt x="378" y="263"/>
                    </a:cubicBezTo>
                    <a:cubicBezTo>
                      <a:pt x="377" y="264"/>
                      <a:pt x="376" y="264"/>
                      <a:pt x="375" y="264"/>
                    </a:cubicBezTo>
                    <a:cubicBezTo>
                      <a:pt x="374" y="264"/>
                      <a:pt x="373" y="265"/>
                      <a:pt x="372" y="264"/>
                    </a:cubicBezTo>
                    <a:cubicBezTo>
                      <a:pt x="372" y="264"/>
                      <a:pt x="372" y="264"/>
                      <a:pt x="372" y="263"/>
                    </a:cubicBezTo>
                    <a:cubicBezTo>
                      <a:pt x="373" y="263"/>
                      <a:pt x="374" y="262"/>
                      <a:pt x="374" y="261"/>
                    </a:cubicBezTo>
                    <a:cubicBezTo>
                      <a:pt x="375" y="260"/>
                      <a:pt x="377" y="259"/>
                      <a:pt x="378" y="257"/>
                    </a:cubicBezTo>
                    <a:cubicBezTo>
                      <a:pt x="379" y="255"/>
                      <a:pt x="380" y="253"/>
                      <a:pt x="381" y="251"/>
                    </a:cubicBezTo>
                    <a:cubicBezTo>
                      <a:pt x="382" y="250"/>
                      <a:pt x="383" y="249"/>
                      <a:pt x="384" y="247"/>
                    </a:cubicBezTo>
                    <a:cubicBezTo>
                      <a:pt x="385" y="246"/>
                      <a:pt x="386" y="246"/>
                      <a:pt x="387" y="245"/>
                    </a:cubicBezTo>
                    <a:cubicBezTo>
                      <a:pt x="387" y="244"/>
                      <a:pt x="388" y="243"/>
                      <a:pt x="389" y="243"/>
                    </a:cubicBezTo>
                    <a:cubicBezTo>
                      <a:pt x="390" y="241"/>
                      <a:pt x="389" y="239"/>
                      <a:pt x="388" y="238"/>
                    </a:cubicBezTo>
                    <a:cubicBezTo>
                      <a:pt x="388" y="237"/>
                      <a:pt x="386" y="234"/>
                      <a:pt x="388" y="233"/>
                    </a:cubicBezTo>
                    <a:cubicBezTo>
                      <a:pt x="388" y="233"/>
                      <a:pt x="389" y="232"/>
                      <a:pt x="389" y="232"/>
                    </a:cubicBezTo>
                    <a:cubicBezTo>
                      <a:pt x="390" y="231"/>
                      <a:pt x="390" y="230"/>
                      <a:pt x="390" y="229"/>
                    </a:cubicBezTo>
                    <a:cubicBezTo>
                      <a:pt x="389" y="227"/>
                      <a:pt x="387" y="227"/>
                      <a:pt x="385" y="227"/>
                    </a:cubicBezTo>
                    <a:cubicBezTo>
                      <a:pt x="383" y="226"/>
                      <a:pt x="382" y="225"/>
                      <a:pt x="381" y="223"/>
                    </a:cubicBezTo>
                    <a:cubicBezTo>
                      <a:pt x="380" y="221"/>
                      <a:pt x="381" y="218"/>
                      <a:pt x="381" y="215"/>
                    </a:cubicBezTo>
                    <a:cubicBezTo>
                      <a:pt x="382" y="213"/>
                      <a:pt x="382" y="211"/>
                      <a:pt x="383" y="210"/>
                    </a:cubicBezTo>
                    <a:cubicBezTo>
                      <a:pt x="383" y="208"/>
                      <a:pt x="384" y="206"/>
                      <a:pt x="385" y="205"/>
                    </a:cubicBezTo>
                    <a:cubicBezTo>
                      <a:pt x="387" y="204"/>
                      <a:pt x="389" y="209"/>
                      <a:pt x="389" y="210"/>
                    </a:cubicBezTo>
                    <a:cubicBezTo>
                      <a:pt x="390" y="212"/>
                      <a:pt x="390" y="213"/>
                      <a:pt x="391" y="214"/>
                    </a:cubicBezTo>
                    <a:cubicBezTo>
                      <a:pt x="392" y="215"/>
                      <a:pt x="393" y="216"/>
                      <a:pt x="393" y="217"/>
                    </a:cubicBezTo>
                    <a:cubicBezTo>
                      <a:pt x="394" y="220"/>
                      <a:pt x="395" y="224"/>
                      <a:pt x="397" y="226"/>
                    </a:cubicBezTo>
                    <a:cubicBezTo>
                      <a:pt x="398" y="227"/>
                      <a:pt x="399" y="227"/>
                      <a:pt x="400" y="228"/>
                    </a:cubicBezTo>
                    <a:cubicBezTo>
                      <a:pt x="401" y="228"/>
                      <a:pt x="401" y="229"/>
                      <a:pt x="402" y="230"/>
                    </a:cubicBezTo>
                    <a:cubicBezTo>
                      <a:pt x="402" y="234"/>
                      <a:pt x="401" y="238"/>
                      <a:pt x="400" y="241"/>
                    </a:cubicBezTo>
                    <a:cubicBezTo>
                      <a:pt x="399" y="244"/>
                      <a:pt x="399" y="247"/>
                      <a:pt x="398" y="250"/>
                    </a:cubicBezTo>
                    <a:cubicBezTo>
                      <a:pt x="398" y="251"/>
                      <a:pt x="397" y="252"/>
                      <a:pt x="396" y="253"/>
                    </a:cubicBezTo>
                    <a:cubicBezTo>
                      <a:pt x="395" y="253"/>
                      <a:pt x="394" y="253"/>
                      <a:pt x="393" y="254"/>
                    </a:cubicBezTo>
                    <a:cubicBezTo>
                      <a:pt x="390" y="255"/>
                      <a:pt x="390" y="258"/>
                      <a:pt x="391" y="261"/>
                    </a:cubicBezTo>
                    <a:cubicBezTo>
                      <a:pt x="391" y="262"/>
                      <a:pt x="391" y="263"/>
                      <a:pt x="391" y="265"/>
                    </a:cubicBezTo>
                    <a:cubicBezTo>
                      <a:pt x="392" y="266"/>
                      <a:pt x="391" y="267"/>
                      <a:pt x="392" y="268"/>
                    </a:cubicBezTo>
                    <a:cubicBezTo>
                      <a:pt x="392" y="270"/>
                      <a:pt x="392" y="272"/>
                      <a:pt x="393" y="273"/>
                    </a:cubicBezTo>
                    <a:cubicBezTo>
                      <a:pt x="393" y="275"/>
                      <a:pt x="394" y="277"/>
                      <a:pt x="395" y="277"/>
                    </a:cubicBezTo>
                    <a:cubicBezTo>
                      <a:pt x="396" y="278"/>
                      <a:pt x="397" y="277"/>
                      <a:pt x="397" y="277"/>
                    </a:cubicBezTo>
                    <a:cubicBezTo>
                      <a:pt x="398" y="275"/>
                      <a:pt x="399" y="274"/>
                      <a:pt x="400" y="273"/>
                    </a:cubicBezTo>
                    <a:cubicBezTo>
                      <a:pt x="401" y="271"/>
                      <a:pt x="402" y="270"/>
                      <a:pt x="403" y="269"/>
                    </a:cubicBezTo>
                    <a:cubicBezTo>
                      <a:pt x="404" y="268"/>
                      <a:pt x="405" y="268"/>
                      <a:pt x="406" y="266"/>
                    </a:cubicBezTo>
                    <a:cubicBezTo>
                      <a:pt x="406" y="265"/>
                      <a:pt x="406" y="263"/>
                      <a:pt x="406" y="262"/>
                    </a:cubicBezTo>
                    <a:cubicBezTo>
                      <a:pt x="406" y="260"/>
                      <a:pt x="407" y="258"/>
                      <a:pt x="408" y="256"/>
                    </a:cubicBezTo>
                    <a:cubicBezTo>
                      <a:pt x="409" y="254"/>
                      <a:pt x="410" y="253"/>
                      <a:pt x="412" y="252"/>
                    </a:cubicBezTo>
                    <a:cubicBezTo>
                      <a:pt x="413" y="251"/>
                      <a:pt x="415" y="250"/>
                      <a:pt x="415" y="248"/>
                    </a:cubicBezTo>
                    <a:cubicBezTo>
                      <a:pt x="416" y="246"/>
                      <a:pt x="415" y="244"/>
                      <a:pt x="415" y="242"/>
                    </a:cubicBezTo>
                    <a:cubicBezTo>
                      <a:pt x="415" y="240"/>
                      <a:pt x="414" y="237"/>
                      <a:pt x="414" y="235"/>
                    </a:cubicBezTo>
                    <a:close/>
                    <a:moveTo>
                      <a:pt x="70" y="180"/>
                    </a:moveTo>
                    <a:cubicBezTo>
                      <a:pt x="70" y="177"/>
                      <a:pt x="70" y="174"/>
                      <a:pt x="69" y="171"/>
                    </a:cubicBezTo>
                    <a:cubicBezTo>
                      <a:pt x="68" y="169"/>
                      <a:pt x="66" y="167"/>
                      <a:pt x="64" y="165"/>
                    </a:cubicBezTo>
                    <a:cubicBezTo>
                      <a:pt x="61" y="163"/>
                      <a:pt x="58" y="160"/>
                      <a:pt x="56" y="157"/>
                    </a:cubicBezTo>
                    <a:cubicBezTo>
                      <a:pt x="54" y="155"/>
                      <a:pt x="53" y="152"/>
                      <a:pt x="51" y="150"/>
                    </a:cubicBezTo>
                    <a:cubicBezTo>
                      <a:pt x="48" y="147"/>
                      <a:pt x="44" y="146"/>
                      <a:pt x="41" y="146"/>
                    </a:cubicBezTo>
                    <a:cubicBezTo>
                      <a:pt x="39" y="146"/>
                      <a:pt x="36" y="145"/>
                      <a:pt x="34" y="145"/>
                    </a:cubicBezTo>
                    <a:cubicBezTo>
                      <a:pt x="33" y="145"/>
                      <a:pt x="31" y="144"/>
                      <a:pt x="29" y="144"/>
                    </a:cubicBezTo>
                    <a:cubicBezTo>
                      <a:pt x="27" y="142"/>
                      <a:pt x="30" y="140"/>
                      <a:pt x="31" y="139"/>
                    </a:cubicBezTo>
                    <a:cubicBezTo>
                      <a:pt x="33" y="138"/>
                      <a:pt x="34" y="135"/>
                      <a:pt x="37" y="134"/>
                    </a:cubicBezTo>
                    <a:cubicBezTo>
                      <a:pt x="38" y="134"/>
                      <a:pt x="39" y="134"/>
                      <a:pt x="41" y="134"/>
                    </a:cubicBezTo>
                    <a:cubicBezTo>
                      <a:pt x="50" y="133"/>
                      <a:pt x="70" y="131"/>
                      <a:pt x="68" y="147"/>
                    </a:cubicBezTo>
                    <a:cubicBezTo>
                      <a:pt x="67" y="149"/>
                      <a:pt x="66" y="152"/>
                      <a:pt x="67" y="155"/>
                    </a:cubicBezTo>
                    <a:cubicBezTo>
                      <a:pt x="68" y="158"/>
                      <a:pt x="70" y="160"/>
                      <a:pt x="71" y="162"/>
                    </a:cubicBezTo>
                    <a:cubicBezTo>
                      <a:pt x="75" y="170"/>
                      <a:pt x="72" y="178"/>
                      <a:pt x="73" y="186"/>
                    </a:cubicBezTo>
                    <a:cubicBezTo>
                      <a:pt x="74" y="190"/>
                      <a:pt x="75" y="194"/>
                      <a:pt x="77" y="198"/>
                    </a:cubicBezTo>
                    <a:cubicBezTo>
                      <a:pt x="77" y="199"/>
                      <a:pt x="79" y="203"/>
                      <a:pt x="77" y="203"/>
                    </a:cubicBezTo>
                    <a:cubicBezTo>
                      <a:pt x="75" y="204"/>
                      <a:pt x="73" y="200"/>
                      <a:pt x="73" y="199"/>
                    </a:cubicBezTo>
                    <a:cubicBezTo>
                      <a:pt x="71" y="196"/>
                      <a:pt x="70" y="193"/>
                      <a:pt x="70" y="190"/>
                    </a:cubicBezTo>
                    <a:cubicBezTo>
                      <a:pt x="70" y="187"/>
                      <a:pt x="70" y="183"/>
                      <a:pt x="70" y="180"/>
                    </a:cubicBezTo>
                    <a:close/>
                    <a:moveTo>
                      <a:pt x="89" y="235"/>
                    </a:moveTo>
                    <a:cubicBezTo>
                      <a:pt x="89" y="236"/>
                      <a:pt x="88" y="238"/>
                      <a:pt x="89" y="239"/>
                    </a:cubicBezTo>
                    <a:cubicBezTo>
                      <a:pt x="89" y="240"/>
                      <a:pt x="89" y="241"/>
                      <a:pt x="89" y="241"/>
                    </a:cubicBezTo>
                    <a:cubicBezTo>
                      <a:pt x="89" y="242"/>
                      <a:pt x="88" y="243"/>
                      <a:pt x="88" y="244"/>
                    </a:cubicBezTo>
                    <a:cubicBezTo>
                      <a:pt x="88" y="245"/>
                      <a:pt x="86" y="244"/>
                      <a:pt x="86" y="244"/>
                    </a:cubicBezTo>
                    <a:cubicBezTo>
                      <a:pt x="85" y="244"/>
                      <a:pt x="85" y="243"/>
                      <a:pt x="85" y="243"/>
                    </a:cubicBezTo>
                    <a:cubicBezTo>
                      <a:pt x="84" y="242"/>
                      <a:pt x="85" y="240"/>
                      <a:pt x="85" y="239"/>
                    </a:cubicBezTo>
                    <a:cubicBezTo>
                      <a:pt x="85" y="237"/>
                      <a:pt x="84" y="236"/>
                      <a:pt x="83" y="234"/>
                    </a:cubicBezTo>
                    <a:cubicBezTo>
                      <a:pt x="82" y="232"/>
                      <a:pt x="81" y="231"/>
                      <a:pt x="80" y="229"/>
                    </a:cubicBezTo>
                    <a:cubicBezTo>
                      <a:pt x="79" y="228"/>
                      <a:pt x="79" y="226"/>
                      <a:pt x="79" y="225"/>
                    </a:cubicBezTo>
                    <a:cubicBezTo>
                      <a:pt x="78" y="224"/>
                      <a:pt x="78" y="223"/>
                      <a:pt x="77" y="222"/>
                    </a:cubicBezTo>
                    <a:cubicBezTo>
                      <a:pt x="77" y="222"/>
                      <a:pt x="76" y="222"/>
                      <a:pt x="75" y="221"/>
                    </a:cubicBezTo>
                    <a:cubicBezTo>
                      <a:pt x="74" y="221"/>
                      <a:pt x="73" y="218"/>
                      <a:pt x="72" y="216"/>
                    </a:cubicBezTo>
                    <a:cubicBezTo>
                      <a:pt x="72" y="215"/>
                      <a:pt x="72" y="215"/>
                      <a:pt x="73" y="214"/>
                    </a:cubicBezTo>
                    <a:cubicBezTo>
                      <a:pt x="73" y="213"/>
                      <a:pt x="74" y="212"/>
                      <a:pt x="75" y="212"/>
                    </a:cubicBezTo>
                    <a:cubicBezTo>
                      <a:pt x="76" y="212"/>
                      <a:pt x="77" y="214"/>
                      <a:pt x="78" y="214"/>
                    </a:cubicBezTo>
                    <a:cubicBezTo>
                      <a:pt x="79" y="214"/>
                      <a:pt x="79" y="212"/>
                      <a:pt x="79" y="211"/>
                    </a:cubicBezTo>
                    <a:cubicBezTo>
                      <a:pt x="80" y="211"/>
                      <a:pt x="82" y="213"/>
                      <a:pt x="83" y="214"/>
                    </a:cubicBezTo>
                    <a:cubicBezTo>
                      <a:pt x="83" y="215"/>
                      <a:pt x="84" y="216"/>
                      <a:pt x="84" y="218"/>
                    </a:cubicBezTo>
                    <a:cubicBezTo>
                      <a:pt x="83" y="219"/>
                      <a:pt x="83" y="219"/>
                      <a:pt x="83" y="220"/>
                    </a:cubicBezTo>
                    <a:cubicBezTo>
                      <a:pt x="82" y="221"/>
                      <a:pt x="83" y="223"/>
                      <a:pt x="83" y="224"/>
                    </a:cubicBezTo>
                    <a:cubicBezTo>
                      <a:pt x="84" y="225"/>
                      <a:pt x="86" y="225"/>
                      <a:pt x="87" y="226"/>
                    </a:cubicBezTo>
                    <a:cubicBezTo>
                      <a:pt x="89" y="227"/>
                      <a:pt x="90" y="229"/>
                      <a:pt x="90" y="231"/>
                    </a:cubicBezTo>
                    <a:cubicBezTo>
                      <a:pt x="90" y="233"/>
                      <a:pt x="90" y="234"/>
                      <a:pt x="89" y="235"/>
                    </a:cubicBezTo>
                    <a:close/>
                    <a:moveTo>
                      <a:pt x="310" y="157"/>
                    </a:moveTo>
                    <a:cubicBezTo>
                      <a:pt x="309" y="158"/>
                      <a:pt x="308" y="159"/>
                      <a:pt x="307" y="160"/>
                    </a:cubicBezTo>
                    <a:cubicBezTo>
                      <a:pt x="307" y="161"/>
                      <a:pt x="306" y="163"/>
                      <a:pt x="305" y="163"/>
                    </a:cubicBezTo>
                    <a:cubicBezTo>
                      <a:pt x="304" y="164"/>
                      <a:pt x="303" y="164"/>
                      <a:pt x="302" y="164"/>
                    </a:cubicBezTo>
                    <a:cubicBezTo>
                      <a:pt x="301" y="164"/>
                      <a:pt x="300" y="165"/>
                      <a:pt x="299" y="165"/>
                    </a:cubicBezTo>
                    <a:cubicBezTo>
                      <a:pt x="297" y="167"/>
                      <a:pt x="294" y="166"/>
                      <a:pt x="292" y="167"/>
                    </a:cubicBezTo>
                    <a:cubicBezTo>
                      <a:pt x="291" y="168"/>
                      <a:pt x="290" y="170"/>
                      <a:pt x="291" y="172"/>
                    </a:cubicBezTo>
                    <a:cubicBezTo>
                      <a:pt x="293" y="174"/>
                      <a:pt x="297" y="171"/>
                      <a:pt x="299" y="174"/>
                    </a:cubicBezTo>
                    <a:cubicBezTo>
                      <a:pt x="300" y="176"/>
                      <a:pt x="300" y="182"/>
                      <a:pt x="298" y="184"/>
                    </a:cubicBezTo>
                    <a:cubicBezTo>
                      <a:pt x="297" y="185"/>
                      <a:pt x="295" y="185"/>
                      <a:pt x="294" y="185"/>
                    </a:cubicBezTo>
                    <a:cubicBezTo>
                      <a:pt x="292" y="186"/>
                      <a:pt x="291" y="186"/>
                      <a:pt x="290" y="186"/>
                    </a:cubicBezTo>
                    <a:cubicBezTo>
                      <a:pt x="288" y="187"/>
                      <a:pt x="286" y="186"/>
                      <a:pt x="284" y="188"/>
                    </a:cubicBezTo>
                    <a:cubicBezTo>
                      <a:pt x="283" y="189"/>
                      <a:pt x="282" y="192"/>
                      <a:pt x="282" y="194"/>
                    </a:cubicBezTo>
                    <a:cubicBezTo>
                      <a:pt x="281" y="195"/>
                      <a:pt x="281" y="195"/>
                      <a:pt x="280" y="196"/>
                    </a:cubicBezTo>
                    <a:cubicBezTo>
                      <a:pt x="280" y="198"/>
                      <a:pt x="280" y="199"/>
                      <a:pt x="280" y="200"/>
                    </a:cubicBezTo>
                    <a:cubicBezTo>
                      <a:pt x="279" y="202"/>
                      <a:pt x="279" y="204"/>
                      <a:pt x="278" y="205"/>
                    </a:cubicBezTo>
                    <a:cubicBezTo>
                      <a:pt x="277" y="206"/>
                      <a:pt x="275" y="206"/>
                      <a:pt x="273" y="206"/>
                    </a:cubicBezTo>
                    <a:cubicBezTo>
                      <a:pt x="271" y="206"/>
                      <a:pt x="269" y="207"/>
                      <a:pt x="268" y="206"/>
                    </a:cubicBezTo>
                    <a:cubicBezTo>
                      <a:pt x="266" y="205"/>
                      <a:pt x="265" y="203"/>
                      <a:pt x="265" y="201"/>
                    </a:cubicBezTo>
                    <a:cubicBezTo>
                      <a:pt x="265" y="199"/>
                      <a:pt x="267" y="198"/>
                      <a:pt x="264" y="197"/>
                    </a:cubicBezTo>
                    <a:cubicBezTo>
                      <a:pt x="262" y="197"/>
                      <a:pt x="259" y="197"/>
                      <a:pt x="257" y="197"/>
                    </a:cubicBezTo>
                    <a:cubicBezTo>
                      <a:pt x="256" y="197"/>
                      <a:pt x="254" y="198"/>
                      <a:pt x="253" y="197"/>
                    </a:cubicBezTo>
                    <a:cubicBezTo>
                      <a:pt x="251" y="196"/>
                      <a:pt x="250" y="194"/>
                      <a:pt x="249" y="193"/>
                    </a:cubicBezTo>
                    <a:cubicBezTo>
                      <a:pt x="247" y="193"/>
                      <a:pt x="246" y="193"/>
                      <a:pt x="244" y="192"/>
                    </a:cubicBezTo>
                    <a:cubicBezTo>
                      <a:pt x="244" y="191"/>
                      <a:pt x="243" y="190"/>
                      <a:pt x="243" y="189"/>
                    </a:cubicBezTo>
                    <a:cubicBezTo>
                      <a:pt x="243" y="189"/>
                      <a:pt x="243" y="188"/>
                      <a:pt x="243" y="187"/>
                    </a:cubicBezTo>
                    <a:cubicBezTo>
                      <a:pt x="243" y="186"/>
                      <a:pt x="243" y="186"/>
                      <a:pt x="243" y="185"/>
                    </a:cubicBezTo>
                    <a:cubicBezTo>
                      <a:pt x="244" y="184"/>
                      <a:pt x="244" y="184"/>
                      <a:pt x="244" y="183"/>
                    </a:cubicBezTo>
                    <a:cubicBezTo>
                      <a:pt x="244" y="182"/>
                      <a:pt x="244" y="182"/>
                      <a:pt x="244" y="181"/>
                    </a:cubicBezTo>
                    <a:cubicBezTo>
                      <a:pt x="243" y="180"/>
                      <a:pt x="242" y="179"/>
                      <a:pt x="243" y="177"/>
                    </a:cubicBezTo>
                    <a:cubicBezTo>
                      <a:pt x="244" y="175"/>
                      <a:pt x="246" y="175"/>
                      <a:pt x="248" y="175"/>
                    </a:cubicBezTo>
                    <a:cubicBezTo>
                      <a:pt x="250" y="174"/>
                      <a:pt x="252" y="174"/>
                      <a:pt x="253" y="173"/>
                    </a:cubicBezTo>
                    <a:cubicBezTo>
                      <a:pt x="254" y="173"/>
                      <a:pt x="255" y="173"/>
                      <a:pt x="255" y="172"/>
                    </a:cubicBezTo>
                    <a:cubicBezTo>
                      <a:pt x="256" y="172"/>
                      <a:pt x="255" y="171"/>
                      <a:pt x="256" y="171"/>
                    </a:cubicBezTo>
                    <a:cubicBezTo>
                      <a:pt x="258" y="170"/>
                      <a:pt x="261" y="169"/>
                      <a:pt x="263" y="167"/>
                    </a:cubicBezTo>
                    <a:cubicBezTo>
                      <a:pt x="263" y="167"/>
                      <a:pt x="264" y="166"/>
                      <a:pt x="264" y="166"/>
                    </a:cubicBezTo>
                    <a:cubicBezTo>
                      <a:pt x="265" y="165"/>
                      <a:pt x="265" y="165"/>
                      <a:pt x="264" y="164"/>
                    </a:cubicBezTo>
                    <a:cubicBezTo>
                      <a:pt x="264" y="164"/>
                      <a:pt x="264" y="164"/>
                      <a:pt x="264" y="163"/>
                    </a:cubicBezTo>
                    <a:cubicBezTo>
                      <a:pt x="264" y="162"/>
                      <a:pt x="265" y="161"/>
                      <a:pt x="264" y="160"/>
                    </a:cubicBezTo>
                    <a:cubicBezTo>
                      <a:pt x="264" y="160"/>
                      <a:pt x="263" y="160"/>
                      <a:pt x="262" y="159"/>
                    </a:cubicBezTo>
                    <a:cubicBezTo>
                      <a:pt x="261" y="158"/>
                      <a:pt x="260" y="157"/>
                      <a:pt x="260" y="155"/>
                    </a:cubicBezTo>
                    <a:cubicBezTo>
                      <a:pt x="259" y="154"/>
                      <a:pt x="259" y="153"/>
                      <a:pt x="259" y="153"/>
                    </a:cubicBezTo>
                    <a:cubicBezTo>
                      <a:pt x="260" y="152"/>
                      <a:pt x="262" y="151"/>
                      <a:pt x="262" y="150"/>
                    </a:cubicBezTo>
                    <a:cubicBezTo>
                      <a:pt x="264" y="149"/>
                      <a:pt x="265" y="148"/>
                      <a:pt x="265" y="146"/>
                    </a:cubicBezTo>
                    <a:cubicBezTo>
                      <a:pt x="265" y="145"/>
                      <a:pt x="265" y="143"/>
                      <a:pt x="265" y="142"/>
                    </a:cubicBezTo>
                    <a:cubicBezTo>
                      <a:pt x="265" y="141"/>
                      <a:pt x="266" y="140"/>
                      <a:pt x="267" y="140"/>
                    </a:cubicBezTo>
                    <a:cubicBezTo>
                      <a:pt x="267" y="139"/>
                      <a:pt x="268" y="138"/>
                      <a:pt x="269" y="138"/>
                    </a:cubicBezTo>
                    <a:cubicBezTo>
                      <a:pt x="270" y="137"/>
                      <a:pt x="272" y="138"/>
                      <a:pt x="273" y="136"/>
                    </a:cubicBezTo>
                    <a:cubicBezTo>
                      <a:pt x="273" y="135"/>
                      <a:pt x="273" y="135"/>
                      <a:pt x="274" y="134"/>
                    </a:cubicBezTo>
                    <a:cubicBezTo>
                      <a:pt x="275" y="134"/>
                      <a:pt x="275" y="134"/>
                      <a:pt x="276" y="133"/>
                    </a:cubicBezTo>
                    <a:cubicBezTo>
                      <a:pt x="276" y="132"/>
                      <a:pt x="276" y="131"/>
                      <a:pt x="276" y="131"/>
                    </a:cubicBezTo>
                    <a:cubicBezTo>
                      <a:pt x="277" y="130"/>
                      <a:pt x="277" y="130"/>
                      <a:pt x="277" y="129"/>
                    </a:cubicBezTo>
                    <a:cubicBezTo>
                      <a:pt x="278" y="128"/>
                      <a:pt x="278" y="126"/>
                      <a:pt x="278" y="124"/>
                    </a:cubicBezTo>
                    <a:cubicBezTo>
                      <a:pt x="278" y="123"/>
                      <a:pt x="278" y="121"/>
                      <a:pt x="278" y="121"/>
                    </a:cubicBezTo>
                    <a:cubicBezTo>
                      <a:pt x="279" y="120"/>
                      <a:pt x="279" y="120"/>
                      <a:pt x="280" y="120"/>
                    </a:cubicBezTo>
                    <a:cubicBezTo>
                      <a:pt x="281" y="118"/>
                      <a:pt x="281" y="116"/>
                      <a:pt x="282" y="115"/>
                    </a:cubicBezTo>
                    <a:cubicBezTo>
                      <a:pt x="284" y="113"/>
                      <a:pt x="285" y="116"/>
                      <a:pt x="285" y="117"/>
                    </a:cubicBezTo>
                    <a:cubicBezTo>
                      <a:pt x="284" y="120"/>
                      <a:pt x="282" y="122"/>
                      <a:pt x="281" y="125"/>
                    </a:cubicBezTo>
                    <a:cubicBezTo>
                      <a:pt x="281" y="128"/>
                      <a:pt x="282" y="130"/>
                      <a:pt x="281" y="132"/>
                    </a:cubicBezTo>
                    <a:cubicBezTo>
                      <a:pt x="279" y="135"/>
                      <a:pt x="279" y="137"/>
                      <a:pt x="279" y="140"/>
                    </a:cubicBezTo>
                    <a:cubicBezTo>
                      <a:pt x="279" y="142"/>
                      <a:pt x="279" y="145"/>
                      <a:pt x="279" y="147"/>
                    </a:cubicBezTo>
                    <a:cubicBezTo>
                      <a:pt x="279" y="149"/>
                      <a:pt x="281" y="150"/>
                      <a:pt x="282" y="151"/>
                    </a:cubicBezTo>
                    <a:cubicBezTo>
                      <a:pt x="283" y="151"/>
                      <a:pt x="284" y="152"/>
                      <a:pt x="285" y="152"/>
                    </a:cubicBezTo>
                    <a:cubicBezTo>
                      <a:pt x="287" y="152"/>
                      <a:pt x="289" y="151"/>
                      <a:pt x="290" y="151"/>
                    </a:cubicBezTo>
                    <a:cubicBezTo>
                      <a:pt x="293" y="150"/>
                      <a:pt x="296" y="149"/>
                      <a:pt x="299" y="150"/>
                    </a:cubicBezTo>
                    <a:cubicBezTo>
                      <a:pt x="300" y="150"/>
                      <a:pt x="301" y="150"/>
                      <a:pt x="302" y="149"/>
                    </a:cubicBezTo>
                    <a:cubicBezTo>
                      <a:pt x="303" y="149"/>
                      <a:pt x="302" y="147"/>
                      <a:pt x="303" y="147"/>
                    </a:cubicBezTo>
                    <a:cubicBezTo>
                      <a:pt x="305" y="145"/>
                      <a:pt x="308" y="148"/>
                      <a:pt x="308" y="150"/>
                    </a:cubicBezTo>
                    <a:cubicBezTo>
                      <a:pt x="309" y="151"/>
                      <a:pt x="309" y="152"/>
                      <a:pt x="309" y="153"/>
                    </a:cubicBezTo>
                    <a:cubicBezTo>
                      <a:pt x="309" y="155"/>
                      <a:pt x="310" y="156"/>
                      <a:pt x="310" y="15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89" name="Freeform 2992">
                <a:extLst>
                  <a:ext uri="{FF2B5EF4-FFF2-40B4-BE49-F238E27FC236}">
                    <a16:creationId xmlns:a16="http://schemas.microsoft.com/office/drawing/2014/main" id="{34EF6B4B-F548-403F-8FA9-1F3C2CCF1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13"/>
                <a:ext cx="8" cy="7"/>
              </a:xfrm>
              <a:custGeom>
                <a:avLst/>
                <a:gdLst>
                  <a:gd name="T0" fmla="*/ 7 w 20"/>
                  <a:gd name="T1" fmla="*/ 6 h 17"/>
                  <a:gd name="T2" fmla="*/ 4 w 20"/>
                  <a:gd name="T3" fmla="*/ 6 h 17"/>
                  <a:gd name="T4" fmla="*/ 1 w 20"/>
                  <a:gd name="T5" fmla="*/ 3 h 17"/>
                  <a:gd name="T6" fmla="*/ 0 w 20"/>
                  <a:gd name="T7" fmla="*/ 2 h 17"/>
                  <a:gd name="T8" fmla="*/ 1 w 20"/>
                  <a:gd name="T9" fmla="*/ 1 h 17"/>
                  <a:gd name="T10" fmla="*/ 4 w 20"/>
                  <a:gd name="T11" fmla="*/ 0 h 17"/>
                  <a:gd name="T12" fmla="*/ 7 w 20"/>
                  <a:gd name="T13" fmla="*/ 0 h 17"/>
                  <a:gd name="T14" fmla="*/ 10 w 20"/>
                  <a:gd name="T15" fmla="*/ 0 h 17"/>
                  <a:gd name="T16" fmla="*/ 14 w 20"/>
                  <a:gd name="T17" fmla="*/ 2 h 17"/>
                  <a:gd name="T18" fmla="*/ 17 w 20"/>
                  <a:gd name="T19" fmla="*/ 5 h 17"/>
                  <a:gd name="T20" fmla="*/ 19 w 20"/>
                  <a:gd name="T21" fmla="*/ 10 h 17"/>
                  <a:gd name="T22" fmla="*/ 18 w 20"/>
                  <a:gd name="T23" fmla="*/ 13 h 17"/>
                  <a:gd name="T24" fmla="*/ 15 w 20"/>
                  <a:gd name="T25" fmla="*/ 15 h 17"/>
                  <a:gd name="T26" fmla="*/ 14 w 20"/>
                  <a:gd name="T27" fmla="*/ 16 h 17"/>
                  <a:gd name="T28" fmla="*/ 11 w 20"/>
                  <a:gd name="T29" fmla="*/ 17 h 17"/>
                  <a:gd name="T30" fmla="*/ 12 w 20"/>
                  <a:gd name="T31" fmla="*/ 11 h 17"/>
                  <a:gd name="T32" fmla="*/ 11 w 20"/>
                  <a:gd name="T33" fmla="*/ 7 h 17"/>
                  <a:gd name="T34" fmla="*/ 7 w 20"/>
                  <a:gd name="T3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7">
                    <a:moveTo>
                      <a:pt x="7" y="6"/>
                    </a:moveTo>
                    <a:cubicBezTo>
                      <a:pt x="6" y="6"/>
                      <a:pt x="5" y="6"/>
                      <a:pt x="4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2"/>
                      <a:pt x="16" y="4"/>
                      <a:pt x="17" y="5"/>
                    </a:cubicBezTo>
                    <a:cubicBezTo>
                      <a:pt x="19" y="6"/>
                      <a:pt x="20" y="7"/>
                      <a:pt x="19" y="10"/>
                    </a:cubicBezTo>
                    <a:cubicBezTo>
                      <a:pt x="19" y="11"/>
                      <a:pt x="18" y="12"/>
                      <a:pt x="18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5" y="15"/>
                      <a:pt x="15" y="16"/>
                      <a:pt x="14" y="16"/>
                    </a:cubicBezTo>
                    <a:cubicBezTo>
                      <a:pt x="13" y="16"/>
                      <a:pt x="12" y="17"/>
                      <a:pt x="11" y="17"/>
                    </a:cubicBezTo>
                    <a:cubicBezTo>
                      <a:pt x="11" y="15"/>
                      <a:pt x="11" y="13"/>
                      <a:pt x="12" y="11"/>
                    </a:cubicBezTo>
                    <a:cubicBezTo>
                      <a:pt x="13" y="9"/>
                      <a:pt x="13" y="8"/>
                      <a:pt x="11" y="7"/>
                    </a:cubicBezTo>
                    <a:cubicBezTo>
                      <a:pt x="10" y="6"/>
                      <a:pt x="8" y="7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0" name="Freeform 2993">
                <a:extLst>
                  <a:ext uri="{FF2B5EF4-FFF2-40B4-BE49-F238E27FC236}">
                    <a16:creationId xmlns:a16="http://schemas.microsoft.com/office/drawing/2014/main" id="{53B87231-A515-4B7C-B25D-254A8765D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37"/>
                <a:ext cx="35" cy="34"/>
              </a:xfrm>
              <a:custGeom>
                <a:avLst/>
                <a:gdLst>
                  <a:gd name="T0" fmla="*/ 12 w 88"/>
                  <a:gd name="T1" fmla="*/ 59 h 82"/>
                  <a:gd name="T2" fmla="*/ 18 w 88"/>
                  <a:gd name="T3" fmla="*/ 44 h 82"/>
                  <a:gd name="T4" fmla="*/ 30 w 88"/>
                  <a:gd name="T5" fmla="*/ 35 h 82"/>
                  <a:gd name="T6" fmla="*/ 45 w 88"/>
                  <a:gd name="T7" fmla="*/ 24 h 82"/>
                  <a:gd name="T8" fmla="*/ 53 w 88"/>
                  <a:gd name="T9" fmla="*/ 14 h 82"/>
                  <a:gd name="T10" fmla="*/ 63 w 88"/>
                  <a:gd name="T11" fmla="*/ 4 h 82"/>
                  <a:gd name="T12" fmla="*/ 76 w 88"/>
                  <a:gd name="T13" fmla="*/ 2 h 82"/>
                  <a:gd name="T14" fmla="*/ 85 w 88"/>
                  <a:gd name="T15" fmla="*/ 2 h 82"/>
                  <a:gd name="T16" fmla="*/ 82 w 88"/>
                  <a:gd name="T17" fmla="*/ 14 h 82"/>
                  <a:gd name="T18" fmla="*/ 78 w 88"/>
                  <a:gd name="T19" fmla="*/ 24 h 82"/>
                  <a:gd name="T20" fmla="*/ 86 w 88"/>
                  <a:gd name="T21" fmla="*/ 33 h 82"/>
                  <a:gd name="T22" fmla="*/ 81 w 88"/>
                  <a:gd name="T23" fmla="*/ 42 h 82"/>
                  <a:gd name="T24" fmla="*/ 72 w 88"/>
                  <a:gd name="T25" fmla="*/ 50 h 82"/>
                  <a:gd name="T26" fmla="*/ 63 w 88"/>
                  <a:gd name="T27" fmla="*/ 60 h 82"/>
                  <a:gd name="T28" fmla="*/ 55 w 88"/>
                  <a:gd name="T29" fmla="*/ 64 h 82"/>
                  <a:gd name="T30" fmla="*/ 41 w 88"/>
                  <a:gd name="T31" fmla="*/ 72 h 82"/>
                  <a:gd name="T32" fmla="*/ 30 w 88"/>
                  <a:gd name="T33" fmla="*/ 78 h 82"/>
                  <a:gd name="T34" fmla="*/ 22 w 88"/>
                  <a:gd name="T35" fmla="*/ 82 h 82"/>
                  <a:gd name="T36" fmla="*/ 19 w 88"/>
                  <a:gd name="T37" fmla="*/ 81 h 82"/>
                  <a:gd name="T38" fmla="*/ 16 w 88"/>
                  <a:gd name="T39" fmla="*/ 78 h 82"/>
                  <a:gd name="T40" fmla="*/ 16 w 88"/>
                  <a:gd name="T41" fmla="*/ 78 h 82"/>
                  <a:gd name="T42" fmla="*/ 16 w 88"/>
                  <a:gd name="T43" fmla="*/ 77 h 82"/>
                  <a:gd name="T44" fmla="*/ 16 w 88"/>
                  <a:gd name="T45" fmla="*/ 76 h 82"/>
                  <a:gd name="T46" fmla="*/ 13 w 88"/>
                  <a:gd name="T47" fmla="*/ 75 h 82"/>
                  <a:gd name="T48" fmla="*/ 8 w 88"/>
                  <a:gd name="T49" fmla="*/ 76 h 82"/>
                  <a:gd name="T50" fmla="*/ 3 w 88"/>
                  <a:gd name="T51" fmla="*/ 77 h 82"/>
                  <a:gd name="T52" fmla="*/ 0 w 88"/>
                  <a:gd name="T53" fmla="*/ 75 h 82"/>
                  <a:gd name="T54" fmla="*/ 3 w 88"/>
                  <a:gd name="T55" fmla="*/ 72 h 82"/>
                  <a:gd name="T56" fmla="*/ 9 w 88"/>
                  <a:gd name="T57" fmla="*/ 64 h 82"/>
                  <a:gd name="T58" fmla="*/ 12 w 88"/>
                  <a:gd name="T59" fmla="*/ 59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8" h="82">
                    <a:moveTo>
                      <a:pt x="12" y="59"/>
                    </a:moveTo>
                    <a:cubicBezTo>
                      <a:pt x="14" y="54"/>
                      <a:pt x="15" y="48"/>
                      <a:pt x="18" y="44"/>
                    </a:cubicBezTo>
                    <a:cubicBezTo>
                      <a:pt x="21" y="39"/>
                      <a:pt x="26" y="37"/>
                      <a:pt x="30" y="35"/>
                    </a:cubicBezTo>
                    <a:cubicBezTo>
                      <a:pt x="36" y="32"/>
                      <a:pt x="40" y="28"/>
                      <a:pt x="45" y="24"/>
                    </a:cubicBezTo>
                    <a:cubicBezTo>
                      <a:pt x="48" y="21"/>
                      <a:pt x="51" y="17"/>
                      <a:pt x="53" y="14"/>
                    </a:cubicBezTo>
                    <a:cubicBezTo>
                      <a:pt x="55" y="9"/>
                      <a:pt x="58" y="6"/>
                      <a:pt x="63" y="4"/>
                    </a:cubicBezTo>
                    <a:cubicBezTo>
                      <a:pt x="67" y="3"/>
                      <a:pt x="72" y="3"/>
                      <a:pt x="76" y="2"/>
                    </a:cubicBezTo>
                    <a:cubicBezTo>
                      <a:pt x="79" y="2"/>
                      <a:pt x="82" y="0"/>
                      <a:pt x="85" y="2"/>
                    </a:cubicBezTo>
                    <a:cubicBezTo>
                      <a:pt x="88" y="5"/>
                      <a:pt x="84" y="11"/>
                      <a:pt x="82" y="14"/>
                    </a:cubicBezTo>
                    <a:cubicBezTo>
                      <a:pt x="79" y="17"/>
                      <a:pt x="74" y="20"/>
                      <a:pt x="78" y="24"/>
                    </a:cubicBezTo>
                    <a:cubicBezTo>
                      <a:pt x="80" y="27"/>
                      <a:pt x="85" y="29"/>
                      <a:pt x="86" y="33"/>
                    </a:cubicBezTo>
                    <a:cubicBezTo>
                      <a:pt x="86" y="36"/>
                      <a:pt x="83" y="39"/>
                      <a:pt x="81" y="42"/>
                    </a:cubicBezTo>
                    <a:cubicBezTo>
                      <a:pt x="78" y="45"/>
                      <a:pt x="75" y="47"/>
                      <a:pt x="72" y="50"/>
                    </a:cubicBezTo>
                    <a:cubicBezTo>
                      <a:pt x="69" y="53"/>
                      <a:pt x="66" y="56"/>
                      <a:pt x="63" y="60"/>
                    </a:cubicBezTo>
                    <a:cubicBezTo>
                      <a:pt x="61" y="62"/>
                      <a:pt x="58" y="63"/>
                      <a:pt x="55" y="64"/>
                    </a:cubicBezTo>
                    <a:cubicBezTo>
                      <a:pt x="50" y="67"/>
                      <a:pt x="46" y="70"/>
                      <a:pt x="41" y="72"/>
                    </a:cubicBezTo>
                    <a:cubicBezTo>
                      <a:pt x="38" y="74"/>
                      <a:pt x="34" y="76"/>
                      <a:pt x="30" y="78"/>
                    </a:cubicBezTo>
                    <a:cubicBezTo>
                      <a:pt x="28" y="80"/>
                      <a:pt x="26" y="82"/>
                      <a:pt x="22" y="82"/>
                    </a:cubicBezTo>
                    <a:cubicBezTo>
                      <a:pt x="21" y="82"/>
                      <a:pt x="19" y="82"/>
                      <a:pt x="19" y="81"/>
                    </a:cubicBezTo>
                    <a:cubicBezTo>
                      <a:pt x="18" y="80"/>
                      <a:pt x="17" y="79"/>
                      <a:pt x="16" y="78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6" y="78"/>
                      <a:pt x="16" y="77"/>
                      <a:pt x="16" y="77"/>
                    </a:cubicBezTo>
                    <a:cubicBezTo>
                      <a:pt x="16" y="77"/>
                      <a:pt x="16" y="76"/>
                      <a:pt x="16" y="76"/>
                    </a:cubicBezTo>
                    <a:cubicBezTo>
                      <a:pt x="15" y="75"/>
                      <a:pt x="14" y="75"/>
                      <a:pt x="13" y="75"/>
                    </a:cubicBezTo>
                    <a:cubicBezTo>
                      <a:pt x="11" y="75"/>
                      <a:pt x="9" y="75"/>
                      <a:pt x="8" y="76"/>
                    </a:cubicBezTo>
                    <a:cubicBezTo>
                      <a:pt x="6" y="76"/>
                      <a:pt x="5" y="77"/>
                      <a:pt x="3" y="77"/>
                    </a:cubicBezTo>
                    <a:cubicBezTo>
                      <a:pt x="2" y="77"/>
                      <a:pt x="1" y="77"/>
                      <a:pt x="0" y="75"/>
                    </a:cubicBezTo>
                    <a:cubicBezTo>
                      <a:pt x="0" y="74"/>
                      <a:pt x="2" y="73"/>
                      <a:pt x="3" y="72"/>
                    </a:cubicBezTo>
                    <a:cubicBezTo>
                      <a:pt x="5" y="69"/>
                      <a:pt x="7" y="66"/>
                      <a:pt x="9" y="64"/>
                    </a:cubicBezTo>
                    <a:cubicBezTo>
                      <a:pt x="10" y="62"/>
                      <a:pt x="11" y="60"/>
                      <a:pt x="12" y="5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1" name="Freeform 2994">
                <a:extLst>
                  <a:ext uri="{FF2B5EF4-FFF2-40B4-BE49-F238E27FC236}">
                    <a16:creationId xmlns:a16="http://schemas.microsoft.com/office/drawing/2014/main" id="{49A9E1FA-4B87-48E8-B662-5D921F859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882"/>
                <a:ext cx="17" cy="34"/>
              </a:xfrm>
              <a:custGeom>
                <a:avLst/>
                <a:gdLst>
                  <a:gd name="T0" fmla="*/ 1 w 44"/>
                  <a:gd name="T1" fmla="*/ 56 h 82"/>
                  <a:gd name="T2" fmla="*/ 0 w 44"/>
                  <a:gd name="T3" fmla="*/ 51 h 82"/>
                  <a:gd name="T4" fmla="*/ 0 w 44"/>
                  <a:gd name="T5" fmla="*/ 48 h 82"/>
                  <a:gd name="T6" fmla="*/ 5 w 44"/>
                  <a:gd name="T7" fmla="*/ 44 h 82"/>
                  <a:gd name="T8" fmla="*/ 6 w 44"/>
                  <a:gd name="T9" fmla="*/ 36 h 82"/>
                  <a:gd name="T10" fmla="*/ 3 w 44"/>
                  <a:gd name="T11" fmla="*/ 27 h 82"/>
                  <a:gd name="T12" fmla="*/ 3 w 44"/>
                  <a:gd name="T13" fmla="*/ 20 h 82"/>
                  <a:gd name="T14" fmla="*/ 8 w 44"/>
                  <a:gd name="T15" fmla="*/ 11 h 82"/>
                  <a:gd name="T16" fmla="*/ 16 w 44"/>
                  <a:gd name="T17" fmla="*/ 4 h 82"/>
                  <a:gd name="T18" fmla="*/ 23 w 44"/>
                  <a:gd name="T19" fmla="*/ 2 h 82"/>
                  <a:gd name="T20" fmla="*/ 31 w 44"/>
                  <a:gd name="T21" fmla="*/ 1 h 82"/>
                  <a:gd name="T22" fmla="*/ 37 w 44"/>
                  <a:gd name="T23" fmla="*/ 6 h 82"/>
                  <a:gd name="T24" fmla="*/ 42 w 44"/>
                  <a:gd name="T25" fmla="*/ 16 h 82"/>
                  <a:gd name="T26" fmla="*/ 43 w 44"/>
                  <a:gd name="T27" fmla="*/ 26 h 82"/>
                  <a:gd name="T28" fmla="*/ 42 w 44"/>
                  <a:gd name="T29" fmla="*/ 37 h 82"/>
                  <a:gd name="T30" fmla="*/ 37 w 44"/>
                  <a:gd name="T31" fmla="*/ 43 h 82"/>
                  <a:gd name="T32" fmla="*/ 41 w 44"/>
                  <a:gd name="T33" fmla="*/ 48 h 82"/>
                  <a:gd name="T34" fmla="*/ 41 w 44"/>
                  <a:gd name="T35" fmla="*/ 54 h 82"/>
                  <a:gd name="T36" fmla="*/ 38 w 44"/>
                  <a:gd name="T37" fmla="*/ 54 h 82"/>
                  <a:gd name="T38" fmla="*/ 35 w 44"/>
                  <a:gd name="T39" fmla="*/ 55 h 82"/>
                  <a:gd name="T40" fmla="*/ 38 w 44"/>
                  <a:gd name="T41" fmla="*/ 61 h 82"/>
                  <a:gd name="T42" fmla="*/ 40 w 44"/>
                  <a:gd name="T43" fmla="*/ 61 h 82"/>
                  <a:gd name="T44" fmla="*/ 38 w 44"/>
                  <a:gd name="T45" fmla="*/ 65 h 82"/>
                  <a:gd name="T46" fmla="*/ 37 w 44"/>
                  <a:gd name="T47" fmla="*/ 72 h 82"/>
                  <a:gd name="T48" fmla="*/ 36 w 44"/>
                  <a:gd name="T49" fmla="*/ 76 h 82"/>
                  <a:gd name="T50" fmla="*/ 30 w 44"/>
                  <a:gd name="T51" fmla="*/ 81 h 82"/>
                  <a:gd name="T52" fmla="*/ 22 w 44"/>
                  <a:gd name="T53" fmla="*/ 79 h 82"/>
                  <a:gd name="T54" fmla="*/ 18 w 44"/>
                  <a:gd name="T55" fmla="*/ 77 h 82"/>
                  <a:gd name="T56" fmla="*/ 11 w 44"/>
                  <a:gd name="T57" fmla="*/ 75 h 82"/>
                  <a:gd name="T58" fmla="*/ 8 w 44"/>
                  <a:gd name="T59" fmla="*/ 74 h 82"/>
                  <a:gd name="T60" fmla="*/ 9 w 44"/>
                  <a:gd name="T61" fmla="*/ 71 h 82"/>
                  <a:gd name="T62" fmla="*/ 2 w 44"/>
                  <a:gd name="T63" fmla="*/ 63 h 82"/>
                  <a:gd name="T64" fmla="*/ 1 w 44"/>
                  <a:gd name="T65" fmla="*/ 5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82">
                    <a:moveTo>
                      <a:pt x="1" y="56"/>
                    </a:moveTo>
                    <a:cubicBezTo>
                      <a:pt x="1" y="54"/>
                      <a:pt x="1" y="53"/>
                      <a:pt x="0" y="51"/>
                    </a:cubicBezTo>
                    <a:cubicBezTo>
                      <a:pt x="0" y="50"/>
                      <a:pt x="0" y="49"/>
                      <a:pt x="0" y="48"/>
                    </a:cubicBezTo>
                    <a:cubicBezTo>
                      <a:pt x="1" y="46"/>
                      <a:pt x="3" y="45"/>
                      <a:pt x="5" y="44"/>
                    </a:cubicBezTo>
                    <a:cubicBezTo>
                      <a:pt x="7" y="41"/>
                      <a:pt x="6" y="39"/>
                      <a:pt x="6" y="36"/>
                    </a:cubicBezTo>
                    <a:cubicBezTo>
                      <a:pt x="5" y="33"/>
                      <a:pt x="4" y="30"/>
                      <a:pt x="3" y="27"/>
                    </a:cubicBezTo>
                    <a:cubicBezTo>
                      <a:pt x="3" y="25"/>
                      <a:pt x="2" y="22"/>
                      <a:pt x="3" y="20"/>
                    </a:cubicBezTo>
                    <a:cubicBezTo>
                      <a:pt x="4" y="16"/>
                      <a:pt x="6" y="14"/>
                      <a:pt x="8" y="11"/>
                    </a:cubicBezTo>
                    <a:cubicBezTo>
                      <a:pt x="11" y="9"/>
                      <a:pt x="13" y="6"/>
                      <a:pt x="16" y="4"/>
                    </a:cubicBezTo>
                    <a:cubicBezTo>
                      <a:pt x="18" y="3"/>
                      <a:pt x="21" y="3"/>
                      <a:pt x="23" y="2"/>
                    </a:cubicBezTo>
                    <a:cubicBezTo>
                      <a:pt x="25" y="0"/>
                      <a:pt x="28" y="0"/>
                      <a:pt x="31" y="1"/>
                    </a:cubicBezTo>
                    <a:cubicBezTo>
                      <a:pt x="33" y="2"/>
                      <a:pt x="35" y="4"/>
                      <a:pt x="37" y="6"/>
                    </a:cubicBezTo>
                    <a:cubicBezTo>
                      <a:pt x="39" y="9"/>
                      <a:pt x="41" y="13"/>
                      <a:pt x="42" y="16"/>
                    </a:cubicBezTo>
                    <a:cubicBezTo>
                      <a:pt x="43" y="20"/>
                      <a:pt x="43" y="23"/>
                      <a:pt x="43" y="26"/>
                    </a:cubicBezTo>
                    <a:cubicBezTo>
                      <a:pt x="43" y="30"/>
                      <a:pt x="43" y="34"/>
                      <a:pt x="42" y="37"/>
                    </a:cubicBezTo>
                    <a:cubicBezTo>
                      <a:pt x="41" y="39"/>
                      <a:pt x="37" y="40"/>
                      <a:pt x="37" y="43"/>
                    </a:cubicBezTo>
                    <a:cubicBezTo>
                      <a:pt x="36" y="45"/>
                      <a:pt x="40" y="47"/>
                      <a:pt x="41" y="48"/>
                    </a:cubicBezTo>
                    <a:cubicBezTo>
                      <a:pt x="43" y="49"/>
                      <a:pt x="44" y="52"/>
                      <a:pt x="41" y="54"/>
                    </a:cubicBezTo>
                    <a:cubicBezTo>
                      <a:pt x="40" y="54"/>
                      <a:pt x="39" y="54"/>
                      <a:pt x="38" y="54"/>
                    </a:cubicBezTo>
                    <a:cubicBezTo>
                      <a:pt x="37" y="55"/>
                      <a:pt x="36" y="54"/>
                      <a:pt x="35" y="55"/>
                    </a:cubicBezTo>
                    <a:cubicBezTo>
                      <a:pt x="34" y="57"/>
                      <a:pt x="36" y="61"/>
                      <a:pt x="38" y="61"/>
                    </a:cubicBezTo>
                    <a:cubicBezTo>
                      <a:pt x="39" y="61"/>
                      <a:pt x="40" y="60"/>
                      <a:pt x="40" y="61"/>
                    </a:cubicBezTo>
                    <a:cubicBezTo>
                      <a:pt x="39" y="63"/>
                      <a:pt x="38" y="64"/>
                      <a:pt x="38" y="65"/>
                    </a:cubicBezTo>
                    <a:cubicBezTo>
                      <a:pt x="37" y="67"/>
                      <a:pt x="38" y="70"/>
                      <a:pt x="37" y="72"/>
                    </a:cubicBezTo>
                    <a:cubicBezTo>
                      <a:pt x="37" y="73"/>
                      <a:pt x="37" y="75"/>
                      <a:pt x="36" y="76"/>
                    </a:cubicBezTo>
                    <a:cubicBezTo>
                      <a:pt x="36" y="79"/>
                      <a:pt x="33" y="80"/>
                      <a:pt x="30" y="81"/>
                    </a:cubicBezTo>
                    <a:cubicBezTo>
                      <a:pt x="27" y="82"/>
                      <a:pt x="25" y="80"/>
                      <a:pt x="22" y="79"/>
                    </a:cubicBezTo>
                    <a:cubicBezTo>
                      <a:pt x="21" y="78"/>
                      <a:pt x="19" y="78"/>
                      <a:pt x="18" y="77"/>
                    </a:cubicBezTo>
                    <a:cubicBezTo>
                      <a:pt x="15" y="76"/>
                      <a:pt x="13" y="76"/>
                      <a:pt x="11" y="75"/>
                    </a:cubicBezTo>
                    <a:cubicBezTo>
                      <a:pt x="10" y="75"/>
                      <a:pt x="8" y="75"/>
                      <a:pt x="8" y="74"/>
                    </a:cubicBezTo>
                    <a:cubicBezTo>
                      <a:pt x="8" y="73"/>
                      <a:pt x="9" y="72"/>
                      <a:pt x="9" y="71"/>
                    </a:cubicBezTo>
                    <a:cubicBezTo>
                      <a:pt x="10" y="67"/>
                      <a:pt x="5" y="65"/>
                      <a:pt x="2" y="63"/>
                    </a:cubicBezTo>
                    <a:cubicBezTo>
                      <a:pt x="0" y="61"/>
                      <a:pt x="1" y="58"/>
                      <a:pt x="1" y="5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2" name="Freeform 2995">
                <a:extLst>
                  <a:ext uri="{FF2B5EF4-FFF2-40B4-BE49-F238E27FC236}">
                    <a16:creationId xmlns:a16="http://schemas.microsoft.com/office/drawing/2014/main" id="{D62E15A3-2791-4F9D-850B-0AD6B12C2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905"/>
                <a:ext cx="2" cy="3"/>
              </a:xfrm>
              <a:custGeom>
                <a:avLst/>
                <a:gdLst>
                  <a:gd name="T0" fmla="*/ 4 w 5"/>
                  <a:gd name="T1" fmla="*/ 3 h 9"/>
                  <a:gd name="T2" fmla="*/ 4 w 5"/>
                  <a:gd name="T3" fmla="*/ 7 h 9"/>
                  <a:gd name="T4" fmla="*/ 0 w 5"/>
                  <a:gd name="T5" fmla="*/ 6 h 9"/>
                  <a:gd name="T6" fmla="*/ 4 w 5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4" y="3"/>
                    </a:moveTo>
                    <a:cubicBezTo>
                      <a:pt x="5" y="4"/>
                      <a:pt x="5" y="6"/>
                      <a:pt x="4" y="7"/>
                    </a:cubicBezTo>
                    <a:cubicBezTo>
                      <a:pt x="3" y="9"/>
                      <a:pt x="0" y="8"/>
                      <a:pt x="0" y="6"/>
                    </a:cubicBezTo>
                    <a:cubicBezTo>
                      <a:pt x="0" y="5"/>
                      <a:pt x="2" y="0"/>
                      <a:pt x="4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3" name="Freeform 2996">
                <a:extLst>
                  <a:ext uri="{FF2B5EF4-FFF2-40B4-BE49-F238E27FC236}">
                    <a16:creationId xmlns:a16="http://schemas.microsoft.com/office/drawing/2014/main" id="{1E98CF2A-7703-4F9F-AD9F-6C0C1E7C9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863"/>
                <a:ext cx="10" cy="24"/>
              </a:xfrm>
              <a:custGeom>
                <a:avLst/>
                <a:gdLst>
                  <a:gd name="T0" fmla="*/ 11 w 25"/>
                  <a:gd name="T1" fmla="*/ 46 h 59"/>
                  <a:gd name="T2" fmla="*/ 10 w 25"/>
                  <a:gd name="T3" fmla="*/ 44 h 59"/>
                  <a:gd name="T4" fmla="*/ 8 w 25"/>
                  <a:gd name="T5" fmla="*/ 42 h 59"/>
                  <a:gd name="T6" fmla="*/ 6 w 25"/>
                  <a:gd name="T7" fmla="*/ 38 h 59"/>
                  <a:gd name="T8" fmla="*/ 5 w 25"/>
                  <a:gd name="T9" fmla="*/ 35 h 59"/>
                  <a:gd name="T10" fmla="*/ 6 w 25"/>
                  <a:gd name="T11" fmla="*/ 33 h 59"/>
                  <a:gd name="T12" fmla="*/ 5 w 25"/>
                  <a:gd name="T13" fmla="*/ 27 h 59"/>
                  <a:gd name="T14" fmla="*/ 9 w 25"/>
                  <a:gd name="T15" fmla="*/ 25 h 59"/>
                  <a:gd name="T16" fmla="*/ 9 w 25"/>
                  <a:gd name="T17" fmla="*/ 21 h 59"/>
                  <a:gd name="T18" fmla="*/ 2 w 25"/>
                  <a:gd name="T19" fmla="*/ 16 h 59"/>
                  <a:gd name="T20" fmla="*/ 1 w 25"/>
                  <a:gd name="T21" fmla="*/ 7 h 59"/>
                  <a:gd name="T22" fmla="*/ 6 w 25"/>
                  <a:gd name="T23" fmla="*/ 1 h 59"/>
                  <a:gd name="T24" fmla="*/ 12 w 25"/>
                  <a:gd name="T25" fmla="*/ 6 h 59"/>
                  <a:gd name="T26" fmla="*/ 15 w 25"/>
                  <a:gd name="T27" fmla="*/ 10 h 59"/>
                  <a:gd name="T28" fmla="*/ 19 w 25"/>
                  <a:gd name="T29" fmla="*/ 13 h 59"/>
                  <a:gd name="T30" fmla="*/ 19 w 25"/>
                  <a:gd name="T31" fmla="*/ 17 h 59"/>
                  <a:gd name="T32" fmla="*/ 18 w 25"/>
                  <a:gd name="T33" fmla="*/ 23 h 59"/>
                  <a:gd name="T34" fmla="*/ 20 w 25"/>
                  <a:gd name="T35" fmla="*/ 27 h 59"/>
                  <a:gd name="T36" fmla="*/ 23 w 25"/>
                  <a:gd name="T37" fmla="*/ 29 h 59"/>
                  <a:gd name="T38" fmla="*/ 22 w 25"/>
                  <a:gd name="T39" fmla="*/ 37 h 59"/>
                  <a:gd name="T40" fmla="*/ 22 w 25"/>
                  <a:gd name="T41" fmla="*/ 41 h 59"/>
                  <a:gd name="T42" fmla="*/ 22 w 25"/>
                  <a:gd name="T43" fmla="*/ 46 h 59"/>
                  <a:gd name="T44" fmla="*/ 19 w 25"/>
                  <a:gd name="T45" fmla="*/ 53 h 59"/>
                  <a:gd name="T46" fmla="*/ 18 w 25"/>
                  <a:gd name="T47" fmla="*/ 56 h 59"/>
                  <a:gd name="T48" fmla="*/ 12 w 25"/>
                  <a:gd name="T49" fmla="*/ 57 h 59"/>
                  <a:gd name="T50" fmla="*/ 11 w 25"/>
                  <a:gd name="T51" fmla="*/ 52 h 59"/>
                  <a:gd name="T52" fmla="*/ 11 w 25"/>
                  <a:gd name="T53" fmla="*/ 4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59">
                    <a:moveTo>
                      <a:pt x="11" y="46"/>
                    </a:moveTo>
                    <a:cubicBezTo>
                      <a:pt x="11" y="46"/>
                      <a:pt x="11" y="44"/>
                      <a:pt x="10" y="44"/>
                    </a:cubicBezTo>
                    <a:cubicBezTo>
                      <a:pt x="10" y="43"/>
                      <a:pt x="8" y="43"/>
                      <a:pt x="8" y="42"/>
                    </a:cubicBezTo>
                    <a:cubicBezTo>
                      <a:pt x="7" y="41"/>
                      <a:pt x="6" y="39"/>
                      <a:pt x="6" y="38"/>
                    </a:cubicBezTo>
                    <a:cubicBezTo>
                      <a:pt x="5" y="37"/>
                      <a:pt x="5" y="36"/>
                      <a:pt x="5" y="35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6" y="31"/>
                      <a:pt x="3" y="28"/>
                      <a:pt x="5" y="27"/>
                    </a:cubicBezTo>
                    <a:cubicBezTo>
                      <a:pt x="6" y="26"/>
                      <a:pt x="8" y="26"/>
                      <a:pt x="9" y="25"/>
                    </a:cubicBezTo>
                    <a:cubicBezTo>
                      <a:pt x="9" y="24"/>
                      <a:pt x="9" y="22"/>
                      <a:pt x="9" y="21"/>
                    </a:cubicBezTo>
                    <a:cubicBezTo>
                      <a:pt x="6" y="20"/>
                      <a:pt x="3" y="19"/>
                      <a:pt x="2" y="16"/>
                    </a:cubicBezTo>
                    <a:cubicBezTo>
                      <a:pt x="1" y="13"/>
                      <a:pt x="0" y="10"/>
                      <a:pt x="1" y="7"/>
                    </a:cubicBezTo>
                    <a:cubicBezTo>
                      <a:pt x="1" y="4"/>
                      <a:pt x="3" y="2"/>
                      <a:pt x="6" y="1"/>
                    </a:cubicBezTo>
                    <a:cubicBezTo>
                      <a:pt x="9" y="0"/>
                      <a:pt x="10" y="4"/>
                      <a:pt x="12" y="6"/>
                    </a:cubicBezTo>
                    <a:cubicBezTo>
                      <a:pt x="13" y="7"/>
                      <a:pt x="14" y="8"/>
                      <a:pt x="15" y="10"/>
                    </a:cubicBezTo>
                    <a:cubicBezTo>
                      <a:pt x="16" y="11"/>
                      <a:pt x="18" y="11"/>
                      <a:pt x="19" y="13"/>
                    </a:cubicBezTo>
                    <a:cubicBezTo>
                      <a:pt x="20" y="14"/>
                      <a:pt x="20" y="16"/>
                      <a:pt x="19" y="17"/>
                    </a:cubicBezTo>
                    <a:cubicBezTo>
                      <a:pt x="19" y="19"/>
                      <a:pt x="18" y="21"/>
                      <a:pt x="18" y="23"/>
                    </a:cubicBezTo>
                    <a:cubicBezTo>
                      <a:pt x="18" y="25"/>
                      <a:pt x="19" y="26"/>
                      <a:pt x="20" y="27"/>
                    </a:cubicBezTo>
                    <a:cubicBezTo>
                      <a:pt x="21" y="27"/>
                      <a:pt x="22" y="28"/>
                      <a:pt x="23" y="29"/>
                    </a:cubicBezTo>
                    <a:cubicBezTo>
                      <a:pt x="25" y="32"/>
                      <a:pt x="23" y="34"/>
                      <a:pt x="22" y="37"/>
                    </a:cubicBezTo>
                    <a:cubicBezTo>
                      <a:pt x="22" y="38"/>
                      <a:pt x="22" y="40"/>
                      <a:pt x="22" y="41"/>
                    </a:cubicBezTo>
                    <a:cubicBezTo>
                      <a:pt x="22" y="43"/>
                      <a:pt x="23" y="45"/>
                      <a:pt x="22" y="46"/>
                    </a:cubicBezTo>
                    <a:cubicBezTo>
                      <a:pt x="21" y="49"/>
                      <a:pt x="17" y="49"/>
                      <a:pt x="19" y="53"/>
                    </a:cubicBezTo>
                    <a:cubicBezTo>
                      <a:pt x="19" y="54"/>
                      <a:pt x="19" y="55"/>
                      <a:pt x="18" y="56"/>
                    </a:cubicBezTo>
                    <a:cubicBezTo>
                      <a:pt x="17" y="58"/>
                      <a:pt x="13" y="59"/>
                      <a:pt x="12" y="57"/>
                    </a:cubicBezTo>
                    <a:cubicBezTo>
                      <a:pt x="11" y="55"/>
                      <a:pt x="11" y="54"/>
                      <a:pt x="11" y="52"/>
                    </a:cubicBezTo>
                    <a:cubicBezTo>
                      <a:pt x="12" y="50"/>
                      <a:pt x="12" y="48"/>
                      <a:pt x="11" y="4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4" name="Freeform 2997">
                <a:extLst>
                  <a:ext uri="{FF2B5EF4-FFF2-40B4-BE49-F238E27FC236}">
                    <a16:creationId xmlns:a16="http://schemas.microsoft.com/office/drawing/2014/main" id="{540CB7A9-5C99-4E5C-99E9-89F3E613A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881"/>
                <a:ext cx="4" cy="6"/>
              </a:xfrm>
              <a:custGeom>
                <a:avLst/>
                <a:gdLst>
                  <a:gd name="T0" fmla="*/ 1 w 10"/>
                  <a:gd name="T1" fmla="*/ 7 h 13"/>
                  <a:gd name="T2" fmla="*/ 3 w 10"/>
                  <a:gd name="T3" fmla="*/ 4 h 13"/>
                  <a:gd name="T4" fmla="*/ 5 w 10"/>
                  <a:gd name="T5" fmla="*/ 2 h 13"/>
                  <a:gd name="T6" fmla="*/ 6 w 10"/>
                  <a:gd name="T7" fmla="*/ 0 h 13"/>
                  <a:gd name="T8" fmla="*/ 9 w 10"/>
                  <a:gd name="T9" fmla="*/ 0 h 13"/>
                  <a:gd name="T10" fmla="*/ 10 w 10"/>
                  <a:gd name="T11" fmla="*/ 4 h 13"/>
                  <a:gd name="T12" fmla="*/ 8 w 10"/>
                  <a:gd name="T13" fmla="*/ 8 h 13"/>
                  <a:gd name="T14" fmla="*/ 5 w 10"/>
                  <a:gd name="T15" fmla="*/ 12 h 13"/>
                  <a:gd name="T16" fmla="*/ 2 w 10"/>
                  <a:gd name="T17" fmla="*/ 12 h 13"/>
                  <a:gd name="T18" fmla="*/ 1 w 10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1" y="7"/>
                    </a:moveTo>
                    <a:cubicBezTo>
                      <a:pt x="2" y="6"/>
                      <a:pt x="3" y="5"/>
                      <a:pt x="3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9" y="0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9"/>
                      <a:pt x="6" y="11"/>
                      <a:pt x="5" y="12"/>
                    </a:cubicBezTo>
                    <a:cubicBezTo>
                      <a:pt x="4" y="12"/>
                      <a:pt x="2" y="13"/>
                      <a:pt x="2" y="12"/>
                    </a:cubicBezTo>
                    <a:cubicBezTo>
                      <a:pt x="0" y="10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5" name="Freeform 2998">
                <a:extLst>
                  <a:ext uri="{FF2B5EF4-FFF2-40B4-BE49-F238E27FC236}">
                    <a16:creationId xmlns:a16="http://schemas.microsoft.com/office/drawing/2014/main" id="{E7F08C96-4E27-4BD5-A714-9115087D0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876"/>
                <a:ext cx="3" cy="3"/>
              </a:xfrm>
              <a:custGeom>
                <a:avLst/>
                <a:gdLst>
                  <a:gd name="T0" fmla="*/ 1 w 7"/>
                  <a:gd name="T1" fmla="*/ 2 h 7"/>
                  <a:gd name="T2" fmla="*/ 7 w 7"/>
                  <a:gd name="T3" fmla="*/ 3 h 7"/>
                  <a:gd name="T4" fmla="*/ 6 w 7"/>
                  <a:gd name="T5" fmla="*/ 1 h 7"/>
                  <a:gd name="T6" fmla="*/ 1 w 7"/>
                  <a:gd name="T7" fmla="*/ 1 h 7"/>
                  <a:gd name="T8" fmla="*/ 1 w 7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6"/>
                      <a:pt x="7" y="7"/>
                      <a:pt x="7" y="3"/>
                    </a:cubicBezTo>
                    <a:cubicBezTo>
                      <a:pt x="7" y="3"/>
                      <a:pt x="7" y="2"/>
                      <a:pt x="6" y="1"/>
                    </a:cubicBezTo>
                    <a:cubicBezTo>
                      <a:pt x="5" y="1"/>
                      <a:pt x="3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6" name="Freeform 2999">
                <a:extLst>
                  <a:ext uri="{FF2B5EF4-FFF2-40B4-BE49-F238E27FC236}">
                    <a16:creationId xmlns:a16="http://schemas.microsoft.com/office/drawing/2014/main" id="{931D5214-9A1F-4409-B445-8326B62ED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873"/>
                <a:ext cx="5" cy="8"/>
              </a:xfrm>
              <a:custGeom>
                <a:avLst/>
                <a:gdLst>
                  <a:gd name="T0" fmla="*/ 4 w 12"/>
                  <a:gd name="T1" fmla="*/ 16 h 20"/>
                  <a:gd name="T2" fmla="*/ 3 w 12"/>
                  <a:gd name="T3" fmla="*/ 18 h 20"/>
                  <a:gd name="T4" fmla="*/ 2 w 12"/>
                  <a:gd name="T5" fmla="*/ 20 h 20"/>
                  <a:gd name="T6" fmla="*/ 0 w 12"/>
                  <a:gd name="T7" fmla="*/ 18 h 20"/>
                  <a:gd name="T8" fmla="*/ 0 w 12"/>
                  <a:gd name="T9" fmla="*/ 17 h 20"/>
                  <a:gd name="T10" fmla="*/ 1 w 12"/>
                  <a:gd name="T11" fmla="*/ 14 h 20"/>
                  <a:gd name="T12" fmla="*/ 1 w 12"/>
                  <a:gd name="T13" fmla="*/ 10 h 20"/>
                  <a:gd name="T14" fmla="*/ 3 w 12"/>
                  <a:gd name="T15" fmla="*/ 9 h 20"/>
                  <a:gd name="T16" fmla="*/ 5 w 12"/>
                  <a:gd name="T17" fmla="*/ 7 h 20"/>
                  <a:gd name="T18" fmla="*/ 6 w 12"/>
                  <a:gd name="T19" fmla="*/ 3 h 20"/>
                  <a:gd name="T20" fmla="*/ 7 w 12"/>
                  <a:gd name="T21" fmla="*/ 1 h 20"/>
                  <a:gd name="T22" fmla="*/ 10 w 12"/>
                  <a:gd name="T23" fmla="*/ 1 h 20"/>
                  <a:gd name="T24" fmla="*/ 12 w 12"/>
                  <a:gd name="T25" fmla="*/ 1 h 20"/>
                  <a:gd name="T26" fmla="*/ 12 w 12"/>
                  <a:gd name="T27" fmla="*/ 3 h 20"/>
                  <a:gd name="T28" fmla="*/ 9 w 12"/>
                  <a:gd name="T29" fmla="*/ 6 h 20"/>
                  <a:gd name="T30" fmla="*/ 8 w 12"/>
                  <a:gd name="T31" fmla="*/ 9 h 20"/>
                  <a:gd name="T32" fmla="*/ 7 w 12"/>
                  <a:gd name="T33" fmla="*/ 13 h 20"/>
                  <a:gd name="T34" fmla="*/ 4 w 12"/>
                  <a:gd name="T3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" h="20">
                    <a:moveTo>
                      <a:pt x="4" y="16"/>
                    </a:moveTo>
                    <a:cubicBezTo>
                      <a:pt x="4" y="17"/>
                      <a:pt x="4" y="18"/>
                      <a:pt x="3" y="18"/>
                    </a:cubicBezTo>
                    <a:cubicBezTo>
                      <a:pt x="3" y="19"/>
                      <a:pt x="2" y="19"/>
                      <a:pt x="2" y="20"/>
                    </a:cubicBezTo>
                    <a:cubicBezTo>
                      <a:pt x="1" y="20"/>
                      <a:pt x="1" y="19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1" y="13"/>
                      <a:pt x="0" y="11"/>
                      <a:pt x="1" y="10"/>
                    </a:cubicBezTo>
                    <a:cubicBezTo>
                      <a:pt x="1" y="10"/>
                      <a:pt x="3" y="9"/>
                      <a:pt x="3" y="9"/>
                    </a:cubicBezTo>
                    <a:cubicBezTo>
                      <a:pt x="4" y="8"/>
                      <a:pt x="4" y="8"/>
                      <a:pt x="5" y="7"/>
                    </a:cubicBezTo>
                    <a:cubicBezTo>
                      <a:pt x="5" y="6"/>
                      <a:pt x="5" y="4"/>
                      <a:pt x="6" y="3"/>
                    </a:cubicBezTo>
                    <a:cubicBezTo>
                      <a:pt x="6" y="3"/>
                      <a:pt x="7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1" y="4"/>
                      <a:pt x="10" y="4"/>
                      <a:pt x="9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4"/>
                      <a:pt x="5" y="15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7" name="Freeform 3000">
                <a:extLst>
                  <a:ext uri="{FF2B5EF4-FFF2-40B4-BE49-F238E27FC236}">
                    <a16:creationId xmlns:a16="http://schemas.microsoft.com/office/drawing/2014/main" id="{B940EBC6-78C9-4A6E-908C-2AA047768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844"/>
                <a:ext cx="33" cy="35"/>
              </a:xfrm>
              <a:custGeom>
                <a:avLst/>
                <a:gdLst>
                  <a:gd name="T0" fmla="*/ 0 w 81"/>
                  <a:gd name="T1" fmla="*/ 47 h 87"/>
                  <a:gd name="T2" fmla="*/ 4 w 81"/>
                  <a:gd name="T3" fmla="*/ 40 h 87"/>
                  <a:gd name="T4" fmla="*/ 12 w 81"/>
                  <a:gd name="T5" fmla="*/ 33 h 87"/>
                  <a:gd name="T6" fmla="*/ 16 w 81"/>
                  <a:gd name="T7" fmla="*/ 28 h 87"/>
                  <a:gd name="T8" fmla="*/ 20 w 81"/>
                  <a:gd name="T9" fmla="*/ 24 h 87"/>
                  <a:gd name="T10" fmla="*/ 15 w 81"/>
                  <a:gd name="T11" fmla="*/ 22 h 87"/>
                  <a:gd name="T12" fmla="*/ 20 w 81"/>
                  <a:gd name="T13" fmla="*/ 19 h 87"/>
                  <a:gd name="T14" fmla="*/ 21 w 81"/>
                  <a:gd name="T15" fmla="*/ 13 h 87"/>
                  <a:gd name="T16" fmla="*/ 23 w 81"/>
                  <a:gd name="T17" fmla="*/ 10 h 87"/>
                  <a:gd name="T18" fmla="*/ 27 w 81"/>
                  <a:gd name="T19" fmla="*/ 5 h 87"/>
                  <a:gd name="T20" fmla="*/ 30 w 81"/>
                  <a:gd name="T21" fmla="*/ 9 h 87"/>
                  <a:gd name="T22" fmla="*/ 38 w 81"/>
                  <a:gd name="T23" fmla="*/ 6 h 87"/>
                  <a:gd name="T24" fmla="*/ 43 w 81"/>
                  <a:gd name="T25" fmla="*/ 4 h 87"/>
                  <a:gd name="T26" fmla="*/ 44 w 81"/>
                  <a:gd name="T27" fmla="*/ 7 h 87"/>
                  <a:gd name="T28" fmla="*/ 40 w 81"/>
                  <a:gd name="T29" fmla="*/ 19 h 87"/>
                  <a:gd name="T30" fmla="*/ 46 w 81"/>
                  <a:gd name="T31" fmla="*/ 11 h 87"/>
                  <a:gd name="T32" fmla="*/ 48 w 81"/>
                  <a:gd name="T33" fmla="*/ 9 h 87"/>
                  <a:gd name="T34" fmla="*/ 53 w 81"/>
                  <a:gd name="T35" fmla="*/ 8 h 87"/>
                  <a:gd name="T36" fmla="*/ 57 w 81"/>
                  <a:gd name="T37" fmla="*/ 7 h 87"/>
                  <a:gd name="T38" fmla="*/ 66 w 81"/>
                  <a:gd name="T39" fmla="*/ 2 h 87"/>
                  <a:gd name="T40" fmla="*/ 80 w 81"/>
                  <a:gd name="T41" fmla="*/ 2 h 87"/>
                  <a:gd name="T42" fmla="*/ 74 w 81"/>
                  <a:gd name="T43" fmla="*/ 12 h 87"/>
                  <a:gd name="T44" fmla="*/ 74 w 81"/>
                  <a:gd name="T45" fmla="*/ 25 h 87"/>
                  <a:gd name="T46" fmla="*/ 72 w 81"/>
                  <a:gd name="T47" fmla="*/ 41 h 87"/>
                  <a:gd name="T48" fmla="*/ 75 w 81"/>
                  <a:gd name="T49" fmla="*/ 50 h 87"/>
                  <a:gd name="T50" fmla="*/ 75 w 81"/>
                  <a:gd name="T51" fmla="*/ 57 h 87"/>
                  <a:gd name="T52" fmla="*/ 73 w 81"/>
                  <a:gd name="T53" fmla="*/ 65 h 87"/>
                  <a:gd name="T54" fmla="*/ 65 w 81"/>
                  <a:gd name="T55" fmla="*/ 74 h 87"/>
                  <a:gd name="T56" fmla="*/ 57 w 81"/>
                  <a:gd name="T57" fmla="*/ 78 h 87"/>
                  <a:gd name="T58" fmla="*/ 46 w 81"/>
                  <a:gd name="T59" fmla="*/ 78 h 87"/>
                  <a:gd name="T60" fmla="*/ 37 w 81"/>
                  <a:gd name="T61" fmla="*/ 81 h 87"/>
                  <a:gd name="T62" fmla="*/ 26 w 81"/>
                  <a:gd name="T63" fmla="*/ 86 h 87"/>
                  <a:gd name="T64" fmla="*/ 23 w 81"/>
                  <a:gd name="T65" fmla="*/ 73 h 87"/>
                  <a:gd name="T66" fmla="*/ 34 w 81"/>
                  <a:gd name="T67" fmla="*/ 67 h 87"/>
                  <a:gd name="T68" fmla="*/ 38 w 81"/>
                  <a:gd name="T69" fmla="*/ 63 h 87"/>
                  <a:gd name="T70" fmla="*/ 36 w 81"/>
                  <a:gd name="T71" fmla="*/ 54 h 87"/>
                  <a:gd name="T72" fmla="*/ 33 w 81"/>
                  <a:gd name="T73" fmla="*/ 50 h 87"/>
                  <a:gd name="T74" fmla="*/ 32 w 81"/>
                  <a:gd name="T75" fmla="*/ 41 h 87"/>
                  <a:gd name="T76" fmla="*/ 44 w 81"/>
                  <a:gd name="T77" fmla="*/ 38 h 87"/>
                  <a:gd name="T78" fmla="*/ 41 w 81"/>
                  <a:gd name="T79" fmla="*/ 33 h 87"/>
                  <a:gd name="T80" fmla="*/ 35 w 81"/>
                  <a:gd name="T81" fmla="*/ 28 h 87"/>
                  <a:gd name="T82" fmla="*/ 31 w 81"/>
                  <a:gd name="T83" fmla="*/ 31 h 87"/>
                  <a:gd name="T84" fmla="*/ 28 w 81"/>
                  <a:gd name="T85" fmla="*/ 37 h 87"/>
                  <a:gd name="T86" fmla="*/ 19 w 81"/>
                  <a:gd name="T87" fmla="*/ 45 h 87"/>
                  <a:gd name="T88" fmla="*/ 11 w 81"/>
                  <a:gd name="T89" fmla="*/ 49 h 87"/>
                  <a:gd name="T90" fmla="*/ 6 w 81"/>
                  <a:gd name="T91" fmla="*/ 5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1" h="87">
                    <a:moveTo>
                      <a:pt x="2" y="51"/>
                    </a:moveTo>
                    <a:cubicBezTo>
                      <a:pt x="0" y="51"/>
                      <a:pt x="0" y="48"/>
                      <a:pt x="0" y="47"/>
                    </a:cubicBezTo>
                    <a:cubicBezTo>
                      <a:pt x="0" y="45"/>
                      <a:pt x="0" y="45"/>
                      <a:pt x="1" y="43"/>
                    </a:cubicBezTo>
                    <a:cubicBezTo>
                      <a:pt x="2" y="41"/>
                      <a:pt x="2" y="40"/>
                      <a:pt x="4" y="40"/>
                    </a:cubicBezTo>
                    <a:cubicBezTo>
                      <a:pt x="8" y="40"/>
                      <a:pt x="6" y="37"/>
                      <a:pt x="7" y="36"/>
                    </a:cubicBezTo>
                    <a:cubicBezTo>
                      <a:pt x="8" y="34"/>
                      <a:pt x="10" y="34"/>
                      <a:pt x="12" y="33"/>
                    </a:cubicBezTo>
                    <a:cubicBezTo>
                      <a:pt x="14" y="32"/>
                      <a:pt x="13" y="30"/>
                      <a:pt x="15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7" y="28"/>
                      <a:pt x="18" y="27"/>
                      <a:pt x="19" y="27"/>
                    </a:cubicBezTo>
                    <a:cubicBezTo>
                      <a:pt x="19" y="26"/>
                      <a:pt x="20" y="25"/>
                      <a:pt x="20" y="24"/>
                    </a:cubicBezTo>
                    <a:cubicBezTo>
                      <a:pt x="20" y="23"/>
                      <a:pt x="19" y="23"/>
                      <a:pt x="18" y="23"/>
                    </a:cubicBezTo>
                    <a:cubicBezTo>
                      <a:pt x="17" y="22"/>
                      <a:pt x="16" y="23"/>
                      <a:pt x="15" y="22"/>
                    </a:cubicBezTo>
                    <a:cubicBezTo>
                      <a:pt x="15" y="22"/>
                      <a:pt x="16" y="20"/>
                      <a:pt x="16" y="19"/>
                    </a:cubicBezTo>
                    <a:cubicBezTo>
                      <a:pt x="17" y="19"/>
                      <a:pt x="19" y="19"/>
                      <a:pt x="20" y="19"/>
                    </a:cubicBezTo>
                    <a:cubicBezTo>
                      <a:pt x="21" y="19"/>
                      <a:pt x="21" y="18"/>
                      <a:pt x="20" y="17"/>
                    </a:cubicBezTo>
                    <a:cubicBezTo>
                      <a:pt x="20" y="15"/>
                      <a:pt x="20" y="14"/>
                      <a:pt x="21" y="13"/>
                    </a:cubicBezTo>
                    <a:cubicBezTo>
                      <a:pt x="21" y="12"/>
                      <a:pt x="22" y="12"/>
                      <a:pt x="22" y="12"/>
                    </a:cubicBezTo>
                    <a:cubicBezTo>
                      <a:pt x="22" y="11"/>
                      <a:pt x="23" y="10"/>
                      <a:pt x="23" y="10"/>
                    </a:cubicBezTo>
                    <a:cubicBezTo>
                      <a:pt x="23" y="8"/>
                      <a:pt x="22" y="7"/>
                      <a:pt x="22" y="6"/>
                    </a:cubicBezTo>
                    <a:cubicBezTo>
                      <a:pt x="24" y="5"/>
                      <a:pt x="25" y="5"/>
                      <a:pt x="27" y="5"/>
                    </a:cubicBezTo>
                    <a:cubicBezTo>
                      <a:pt x="28" y="5"/>
                      <a:pt x="28" y="5"/>
                      <a:pt x="28" y="7"/>
                    </a:cubicBezTo>
                    <a:cubicBezTo>
                      <a:pt x="29" y="8"/>
                      <a:pt x="29" y="8"/>
                      <a:pt x="30" y="9"/>
                    </a:cubicBezTo>
                    <a:cubicBezTo>
                      <a:pt x="31" y="9"/>
                      <a:pt x="32" y="9"/>
                      <a:pt x="33" y="8"/>
                    </a:cubicBezTo>
                    <a:cubicBezTo>
                      <a:pt x="34" y="6"/>
                      <a:pt x="36" y="6"/>
                      <a:pt x="38" y="6"/>
                    </a:cubicBezTo>
                    <a:cubicBezTo>
                      <a:pt x="39" y="5"/>
                      <a:pt x="40" y="6"/>
                      <a:pt x="41" y="6"/>
                    </a:cubicBezTo>
                    <a:cubicBezTo>
                      <a:pt x="42" y="5"/>
                      <a:pt x="42" y="4"/>
                      <a:pt x="43" y="4"/>
                    </a:cubicBezTo>
                    <a:cubicBezTo>
                      <a:pt x="43" y="3"/>
                      <a:pt x="44" y="3"/>
                      <a:pt x="45" y="3"/>
                    </a:cubicBezTo>
                    <a:cubicBezTo>
                      <a:pt x="46" y="4"/>
                      <a:pt x="44" y="7"/>
                      <a:pt x="44" y="7"/>
                    </a:cubicBezTo>
                    <a:cubicBezTo>
                      <a:pt x="43" y="10"/>
                      <a:pt x="41" y="12"/>
                      <a:pt x="40" y="14"/>
                    </a:cubicBezTo>
                    <a:cubicBezTo>
                      <a:pt x="39" y="16"/>
                      <a:pt x="38" y="18"/>
                      <a:pt x="40" y="19"/>
                    </a:cubicBezTo>
                    <a:cubicBezTo>
                      <a:pt x="43" y="22"/>
                      <a:pt x="42" y="15"/>
                      <a:pt x="44" y="14"/>
                    </a:cubicBezTo>
                    <a:cubicBezTo>
                      <a:pt x="44" y="13"/>
                      <a:pt x="45" y="11"/>
                      <a:pt x="46" y="11"/>
                    </a:cubicBezTo>
                    <a:cubicBezTo>
                      <a:pt x="46" y="11"/>
                      <a:pt x="47" y="11"/>
                      <a:pt x="47" y="11"/>
                    </a:cubicBezTo>
                    <a:cubicBezTo>
                      <a:pt x="48" y="11"/>
                      <a:pt x="48" y="10"/>
                      <a:pt x="48" y="9"/>
                    </a:cubicBezTo>
                    <a:cubicBezTo>
                      <a:pt x="49" y="8"/>
                      <a:pt x="50" y="8"/>
                      <a:pt x="51" y="8"/>
                    </a:cubicBezTo>
                    <a:cubicBezTo>
                      <a:pt x="51" y="8"/>
                      <a:pt x="52" y="8"/>
                      <a:pt x="53" y="8"/>
                    </a:cubicBezTo>
                    <a:cubicBezTo>
                      <a:pt x="53" y="8"/>
                      <a:pt x="54" y="8"/>
                      <a:pt x="54" y="7"/>
                    </a:cubicBezTo>
                    <a:cubicBezTo>
                      <a:pt x="55" y="7"/>
                      <a:pt x="56" y="7"/>
                      <a:pt x="57" y="7"/>
                    </a:cubicBezTo>
                    <a:cubicBezTo>
                      <a:pt x="59" y="6"/>
                      <a:pt x="60" y="5"/>
                      <a:pt x="62" y="4"/>
                    </a:cubicBezTo>
                    <a:cubicBezTo>
                      <a:pt x="63" y="4"/>
                      <a:pt x="64" y="2"/>
                      <a:pt x="66" y="2"/>
                    </a:cubicBezTo>
                    <a:cubicBezTo>
                      <a:pt x="69" y="0"/>
                      <a:pt x="73" y="0"/>
                      <a:pt x="76" y="0"/>
                    </a:cubicBezTo>
                    <a:cubicBezTo>
                      <a:pt x="77" y="0"/>
                      <a:pt x="79" y="1"/>
                      <a:pt x="80" y="2"/>
                    </a:cubicBezTo>
                    <a:cubicBezTo>
                      <a:pt x="81" y="4"/>
                      <a:pt x="79" y="6"/>
                      <a:pt x="78" y="8"/>
                    </a:cubicBezTo>
                    <a:cubicBezTo>
                      <a:pt x="76" y="9"/>
                      <a:pt x="74" y="10"/>
                      <a:pt x="74" y="12"/>
                    </a:cubicBezTo>
                    <a:cubicBezTo>
                      <a:pt x="73" y="13"/>
                      <a:pt x="74" y="14"/>
                      <a:pt x="75" y="16"/>
                    </a:cubicBezTo>
                    <a:cubicBezTo>
                      <a:pt x="76" y="18"/>
                      <a:pt x="75" y="22"/>
                      <a:pt x="74" y="25"/>
                    </a:cubicBezTo>
                    <a:cubicBezTo>
                      <a:pt x="73" y="28"/>
                      <a:pt x="70" y="30"/>
                      <a:pt x="70" y="33"/>
                    </a:cubicBezTo>
                    <a:cubicBezTo>
                      <a:pt x="71" y="36"/>
                      <a:pt x="70" y="40"/>
                      <a:pt x="72" y="41"/>
                    </a:cubicBezTo>
                    <a:cubicBezTo>
                      <a:pt x="73" y="42"/>
                      <a:pt x="74" y="43"/>
                      <a:pt x="75" y="44"/>
                    </a:cubicBezTo>
                    <a:cubicBezTo>
                      <a:pt x="76" y="46"/>
                      <a:pt x="76" y="48"/>
                      <a:pt x="75" y="50"/>
                    </a:cubicBezTo>
                    <a:cubicBezTo>
                      <a:pt x="75" y="52"/>
                      <a:pt x="74" y="53"/>
                      <a:pt x="74" y="54"/>
                    </a:cubicBezTo>
                    <a:cubicBezTo>
                      <a:pt x="73" y="55"/>
                      <a:pt x="74" y="56"/>
                      <a:pt x="75" y="57"/>
                    </a:cubicBezTo>
                    <a:cubicBezTo>
                      <a:pt x="75" y="58"/>
                      <a:pt x="76" y="60"/>
                      <a:pt x="76" y="61"/>
                    </a:cubicBezTo>
                    <a:cubicBezTo>
                      <a:pt x="75" y="63"/>
                      <a:pt x="74" y="63"/>
                      <a:pt x="73" y="65"/>
                    </a:cubicBezTo>
                    <a:cubicBezTo>
                      <a:pt x="71" y="67"/>
                      <a:pt x="72" y="71"/>
                      <a:pt x="69" y="72"/>
                    </a:cubicBezTo>
                    <a:cubicBezTo>
                      <a:pt x="67" y="73"/>
                      <a:pt x="66" y="73"/>
                      <a:pt x="65" y="74"/>
                    </a:cubicBezTo>
                    <a:cubicBezTo>
                      <a:pt x="64" y="75"/>
                      <a:pt x="63" y="77"/>
                      <a:pt x="62" y="77"/>
                    </a:cubicBezTo>
                    <a:cubicBezTo>
                      <a:pt x="60" y="78"/>
                      <a:pt x="59" y="77"/>
                      <a:pt x="57" y="78"/>
                    </a:cubicBezTo>
                    <a:cubicBezTo>
                      <a:pt x="56" y="78"/>
                      <a:pt x="55" y="79"/>
                      <a:pt x="53" y="79"/>
                    </a:cubicBezTo>
                    <a:cubicBezTo>
                      <a:pt x="51" y="81"/>
                      <a:pt x="48" y="80"/>
                      <a:pt x="46" y="78"/>
                    </a:cubicBezTo>
                    <a:cubicBezTo>
                      <a:pt x="44" y="76"/>
                      <a:pt x="41" y="74"/>
                      <a:pt x="39" y="76"/>
                    </a:cubicBezTo>
                    <a:cubicBezTo>
                      <a:pt x="37" y="77"/>
                      <a:pt x="37" y="79"/>
                      <a:pt x="37" y="81"/>
                    </a:cubicBezTo>
                    <a:cubicBezTo>
                      <a:pt x="36" y="82"/>
                      <a:pt x="35" y="83"/>
                      <a:pt x="33" y="84"/>
                    </a:cubicBezTo>
                    <a:cubicBezTo>
                      <a:pt x="31" y="85"/>
                      <a:pt x="28" y="87"/>
                      <a:pt x="26" y="86"/>
                    </a:cubicBezTo>
                    <a:cubicBezTo>
                      <a:pt x="23" y="85"/>
                      <a:pt x="21" y="82"/>
                      <a:pt x="21" y="79"/>
                    </a:cubicBezTo>
                    <a:cubicBezTo>
                      <a:pt x="20" y="76"/>
                      <a:pt x="21" y="75"/>
                      <a:pt x="23" y="73"/>
                    </a:cubicBezTo>
                    <a:cubicBezTo>
                      <a:pt x="25" y="70"/>
                      <a:pt x="27" y="68"/>
                      <a:pt x="31" y="67"/>
                    </a:cubicBezTo>
                    <a:cubicBezTo>
                      <a:pt x="32" y="67"/>
                      <a:pt x="33" y="67"/>
                      <a:pt x="34" y="67"/>
                    </a:cubicBezTo>
                    <a:cubicBezTo>
                      <a:pt x="35" y="66"/>
                      <a:pt x="35" y="65"/>
                      <a:pt x="36" y="65"/>
                    </a:cubicBezTo>
                    <a:cubicBezTo>
                      <a:pt x="37" y="64"/>
                      <a:pt x="38" y="65"/>
                      <a:pt x="38" y="63"/>
                    </a:cubicBezTo>
                    <a:cubicBezTo>
                      <a:pt x="38" y="62"/>
                      <a:pt x="37" y="59"/>
                      <a:pt x="37" y="57"/>
                    </a:cubicBezTo>
                    <a:cubicBezTo>
                      <a:pt x="37" y="56"/>
                      <a:pt x="37" y="55"/>
                      <a:pt x="36" y="54"/>
                    </a:cubicBezTo>
                    <a:cubicBezTo>
                      <a:pt x="36" y="54"/>
                      <a:pt x="34" y="54"/>
                      <a:pt x="33" y="53"/>
                    </a:cubicBezTo>
                    <a:cubicBezTo>
                      <a:pt x="33" y="52"/>
                      <a:pt x="33" y="51"/>
                      <a:pt x="33" y="50"/>
                    </a:cubicBezTo>
                    <a:cubicBezTo>
                      <a:pt x="33" y="49"/>
                      <a:pt x="32" y="48"/>
                      <a:pt x="32" y="47"/>
                    </a:cubicBezTo>
                    <a:cubicBezTo>
                      <a:pt x="31" y="46"/>
                      <a:pt x="30" y="43"/>
                      <a:pt x="32" y="41"/>
                    </a:cubicBezTo>
                    <a:cubicBezTo>
                      <a:pt x="33" y="40"/>
                      <a:pt x="36" y="40"/>
                      <a:pt x="38" y="39"/>
                    </a:cubicBezTo>
                    <a:cubicBezTo>
                      <a:pt x="40" y="38"/>
                      <a:pt x="42" y="39"/>
                      <a:pt x="44" y="38"/>
                    </a:cubicBezTo>
                    <a:cubicBezTo>
                      <a:pt x="46" y="38"/>
                      <a:pt x="49" y="37"/>
                      <a:pt x="47" y="34"/>
                    </a:cubicBezTo>
                    <a:cubicBezTo>
                      <a:pt x="46" y="32"/>
                      <a:pt x="42" y="35"/>
                      <a:pt x="41" y="33"/>
                    </a:cubicBezTo>
                    <a:cubicBezTo>
                      <a:pt x="40" y="32"/>
                      <a:pt x="41" y="31"/>
                      <a:pt x="40" y="30"/>
                    </a:cubicBezTo>
                    <a:cubicBezTo>
                      <a:pt x="38" y="29"/>
                      <a:pt x="36" y="29"/>
                      <a:pt x="35" y="28"/>
                    </a:cubicBezTo>
                    <a:cubicBezTo>
                      <a:pt x="34" y="28"/>
                      <a:pt x="34" y="29"/>
                      <a:pt x="33" y="30"/>
                    </a:cubicBezTo>
                    <a:cubicBezTo>
                      <a:pt x="33" y="30"/>
                      <a:pt x="32" y="30"/>
                      <a:pt x="31" y="31"/>
                    </a:cubicBezTo>
                    <a:cubicBezTo>
                      <a:pt x="31" y="32"/>
                      <a:pt x="31" y="33"/>
                      <a:pt x="31" y="34"/>
                    </a:cubicBezTo>
                    <a:cubicBezTo>
                      <a:pt x="30" y="35"/>
                      <a:pt x="29" y="36"/>
                      <a:pt x="28" y="37"/>
                    </a:cubicBezTo>
                    <a:cubicBezTo>
                      <a:pt x="27" y="38"/>
                      <a:pt x="26" y="39"/>
                      <a:pt x="25" y="40"/>
                    </a:cubicBezTo>
                    <a:cubicBezTo>
                      <a:pt x="23" y="42"/>
                      <a:pt x="22" y="44"/>
                      <a:pt x="19" y="45"/>
                    </a:cubicBezTo>
                    <a:cubicBezTo>
                      <a:pt x="17" y="46"/>
                      <a:pt x="16" y="49"/>
                      <a:pt x="13" y="49"/>
                    </a:cubicBezTo>
                    <a:cubicBezTo>
                      <a:pt x="13" y="49"/>
                      <a:pt x="12" y="49"/>
                      <a:pt x="11" y="49"/>
                    </a:cubicBezTo>
                    <a:cubicBezTo>
                      <a:pt x="11" y="49"/>
                      <a:pt x="11" y="49"/>
                      <a:pt x="10" y="49"/>
                    </a:cubicBezTo>
                    <a:cubicBezTo>
                      <a:pt x="9" y="50"/>
                      <a:pt x="8" y="50"/>
                      <a:pt x="6" y="50"/>
                    </a:cubicBezTo>
                    <a:cubicBezTo>
                      <a:pt x="5" y="50"/>
                      <a:pt x="3" y="51"/>
                      <a:pt x="2" y="5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8" name="Freeform 3001">
                <a:extLst>
                  <a:ext uri="{FF2B5EF4-FFF2-40B4-BE49-F238E27FC236}">
                    <a16:creationId xmlns:a16="http://schemas.microsoft.com/office/drawing/2014/main" id="{BF50EF71-E63E-47CC-BC20-D6AC57C46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32"/>
                <a:ext cx="2" cy="3"/>
              </a:xfrm>
              <a:custGeom>
                <a:avLst/>
                <a:gdLst>
                  <a:gd name="T0" fmla="*/ 1 w 7"/>
                  <a:gd name="T1" fmla="*/ 8 h 8"/>
                  <a:gd name="T2" fmla="*/ 1 w 7"/>
                  <a:gd name="T3" fmla="*/ 6 h 8"/>
                  <a:gd name="T4" fmla="*/ 0 w 7"/>
                  <a:gd name="T5" fmla="*/ 3 h 8"/>
                  <a:gd name="T6" fmla="*/ 5 w 7"/>
                  <a:gd name="T7" fmla="*/ 1 h 8"/>
                  <a:gd name="T8" fmla="*/ 5 w 7"/>
                  <a:gd name="T9" fmla="*/ 7 h 8"/>
                  <a:gd name="T10" fmla="*/ 1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1" y="7"/>
                      <a:pt x="1" y="7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6" y="6"/>
                      <a:pt x="5" y="7"/>
                    </a:cubicBezTo>
                    <a:cubicBezTo>
                      <a:pt x="4" y="8"/>
                      <a:pt x="2" y="8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9" name="Freeform 3002">
                <a:extLst>
                  <a:ext uri="{FF2B5EF4-FFF2-40B4-BE49-F238E27FC236}">
                    <a16:creationId xmlns:a16="http://schemas.microsoft.com/office/drawing/2014/main" id="{09107D32-000E-4D8D-A7C1-FB34C16CE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823"/>
                <a:ext cx="8" cy="9"/>
              </a:xfrm>
              <a:custGeom>
                <a:avLst/>
                <a:gdLst>
                  <a:gd name="T0" fmla="*/ 0 w 21"/>
                  <a:gd name="T1" fmla="*/ 16 h 22"/>
                  <a:gd name="T2" fmla="*/ 1 w 21"/>
                  <a:gd name="T3" fmla="*/ 11 h 22"/>
                  <a:gd name="T4" fmla="*/ 6 w 21"/>
                  <a:gd name="T5" fmla="*/ 8 h 22"/>
                  <a:gd name="T6" fmla="*/ 8 w 21"/>
                  <a:gd name="T7" fmla="*/ 5 h 22"/>
                  <a:gd name="T8" fmla="*/ 10 w 21"/>
                  <a:gd name="T9" fmla="*/ 4 h 22"/>
                  <a:gd name="T10" fmla="*/ 15 w 21"/>
                  <a:gd name="T11" fmla="*/ 2 h 22"/>
                  <a:gd name="T12" fmla="*/ 17 w 21"/>
                  <a:gd name="T13" fmla="*/ 0 h 22"/>
                  <a:gd name="T14" fmla="*/ 20 w 21"/>
                  <a:gd name="T15" fmla="*/ 0 h 22"/>
                  <a:gd name="T16" fmla="*/ 19 w 21"/>
                  <a:gd name="T17" fmla="*/ 7 h 22"/>
                  <a:gd name="T18" fmla="*/ 15 w 21"/>
                  <a:gd name="T19" fmla="*/ 10 h 22"/>
                  <a:gd name="T20" fmla="*/ 12 w 21"/>
                  <a:gd name="T21" fmla="*/ 12 h 22"/>
                  <a:gd name="T22" fmla="*/ 10 w 21"/>
                  <a:gd name="T23" fmla="*/ 20 h 22"/>
                  <a:gd name="T24" fmla="*/ 6 w 21"/>
                  <a:gd name="T25" fmla="*/ 22 h 22"/>
                  <a:gd name="T26" fmla="*/ 1 w 21"/>
                  <a:gd name="T27" fmla="*/ 21 h 22"/>
                  <a:gd name="T28" fmla="*/ 0 w 21"/>
                  <a:gd name="T29" fmla="*/ 18 h 22"/>
                  <a:gd name="T30" fmla="*/ 0 w 21"/>
                  <a:gd name="T31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0" y="16"/>
                    </a:moveTo>
                    <a:cubicBezTo>
                      <a:pt x="0" y="14"/>
                      <a:pt x="0" y="13"/>
                      <a:pt x="1" y="11"/>
                    </a:cubicBez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8" y="7"/>
                      <a:pt x="8" y="5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12" y="4"/>
                      <a:pt x="15" y="3"/>
                      <a:pt x="15" y="2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0"/>
                      <a:pt x="20" y="0"/>
                    </a:cubicBezTo>
                    <a:cubicBezTo>
                      <a:pt x="21" y="2"/>
                      <a:pt x="20" y="6"/>
                      <a:pt x="19" y="7"/>
                    </a:cubicBezTo>
                    <a:cubicBezTo>
                      <a:pt x="18" y="8"/>
                      <a:pt x="16" y="9"/>
                      <a:pt x="15" y="10"/>
                    </a:cubicBezTo>
                    <a:cubicBezTo>
                      <a:pt x="14" y="11"/>
                      <a:pt x="13" y="11"/>
                      <a:pt x="12" y="12"/>
                    </a:cubicBezTo>
                    <a:cubicBezTo>
                      <a:pt x="10" y="13"/>
                      <a:pt x="10" y="17"/>
                      <a:pt x="10" y="20"/>
                    </a:cubicBezTo>
                    <a:cubicBezTo>
                      <a:pt x="9" y="22"/>
                      <a:pt x="8" y="22"/>
                      <a:pt x="6" y="22"/>
                    </a:cubicBezTo>
                    <a:cubicBezTo>
                      <a:pt x="4" y="22"/>
                      <a:pt x="3" y="22"/>
                      <a:pt x="1" y="21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0" y="17"/>
                      <a:pt x="0" y="17"/>
                      <a:pt x="0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0" name="Freeform 3003">
                <a:extLst>
                  <a:ext uri="{FF2B5EF4-FFF2-40B4-BE49-F238E27FC236}">
                    <a16:creationId xmlns:a16="http://schemas.microsoft.com/office/drawing/2014/main" id="{B6DD3873-DB6A-48BA-A838-A34255BC7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830"/>
                <a:ext cx="33" cy="32"/>
              </a:xfrm>
              <a:custGeom>
                <a:avLst/>
                <a:gdLst>
                  <a:gd name="T0" fmla="*/ 27 w 83"/>
                  <a:gd name="T1" fmla="*/ 28 h 78"/>
                  <a:gd name="T2" fmla="*/ 27 w 83"/>
                  <a:gd name="T3" fmla="*/ 25 h 78"/>
                  <a:gd name="T4" fmla="*/ 30 w 83"/>
                  <a:gd name="T5" fmla="*/ 22 h 78"/>
                  <a:gd name="T6" fmla="*/ 37 w 83"/>
                  <a:gd name="T7" fmla="*/ 18 h 78"/>
                  <a:gd name="T8" fmla="*/ 52 w 83"/>
                  <a:gd name="T9" fmla="*/ 10 h 78"/>
                  <a:gd name="T10" fmla="*/ 59 w 83"/>
                  <a:gd name="T11" fmla="*/ 9 h 78"/>
                  <a:gd name="T12" fmla="*/ 63 w 83"/>
                  <a:gd name="T13" fmla="*/ 7 h 78"/>
                  <a:gd name="T14" fmla="*/ 67 w 83"/>
                  <a:gd name="T15" fmla="*/ 5 h 78"/>
                  <a:gd name="T16" fmla="*/ 67 w 83"/>
                  <a:gd name="T17" fmla="*/ 5 h 78"/>
                  <a:gd name="T18" fmla="*/ 69 w 83"/>
                  <a:gd name="T19" fmla="*/ 5 h 78"/>
                  <a:gd name="T20" fmla="*/ 71 w 83"/>
                  <a:gd name="T21" fmla="*/ 4 h 78"/>
                  <a:gd name="T22" fmla="*/ 76 w 83"/>
                  <a:gd name="T23" fmla="*/ 2 h 78"/>
                  <a:gd name="T24" fmla="*/ 78 w 83"/>
                  <a:gd name="T25" fmla="*/ 0 h 78"/>
                  <a:gd name="T26" fmla="*/ 80 w 83"/>
                  <a:gd name="T27" fmla="*/ 0 h 78"/>
                  <a:gd name="T28" fmla="*/ 83 w 83"/>
                  <a:gd name="T29" fmla="*/ 4 h 78"/>
                  <a:gd name="T30" fmla="*/ 82 w 83"/>
                  <a:gd name="T31" fmla="*/ 8 h 78"/>
                  <a:gd name="T32" fmla="*/ 79 w 83"/>
                  <a:gd name="T33" fmla="*/ 13 h 78"/>
                  <a:gd name="T34" fmla="*/ 75 w 83"/>
                  <a:gd name="T35" fmla="*/ 18 h 78"/>
                  <a:gd name="T36" fmla="*/ 57 w 83"/>
                  <a:gd name="T37" fmla="*/ 33 h 78"/>
                  <a:gd name="T38" fmla="*/ 42 w 83"/>
                  <a:gd name="T39" fmla="*/ 48 h 78"/>
                  <a:gd name="T40" fmla="*/ 27 w 83"/>
                  <a:gd name="T41" fmla="*/ 62 h 78"/>
                  <a:gd name="T42" fmla="*/ 16 w 83"/>
                  <a:gd name="T43" fmla="*/ 75 h 78"/>
                  <a:gd name="T44" fmla="*/ 2 w 83"/>
                  <a:gd name="T45" fmla="*/ 71 h 78"/>
                  <a:gd name="T46" fmla="*/ 2 w 83"/>
                  <a:gd name="T47" fmla="*/ 57 h 78"/>
                  <a:gd name="T48" fmla="*/ 11 w 83"/>
                  <a:gd name="T49" fmla="*/ 41 h 78"/>
                  <a:gd name="T50" fmla="*/ 29 w 83"/>
                  <a:gd name="T51" fmla="*/ 37 h 78"/>
                  <a:gd name="T52" fmla="*/ 40 w 83"/>
                  <a:gd name="T53" fmla="*/ 37 h 78"/>
                  <a:gd name="T54" fmla="*/ 45 w 83"/>
                  <a:gd name="T55" fmla="*/ 35 h 78"/>
                  <a:gd name="T56" fmla="*/ 47 w 83"/>
                  <a:gd name="T57" fmla="*/ 35 h 78"/>
                  <a:gd name="T58" fmla="*/ 47 w 83"/>
                  <a:gd name="T59" fmla="*/ 33 h 78"/>
                  <a:gd name="T60" fmla="*/ 41 w 83"/>
                  <a:gd name="T61" fmla="*/ 35 h 78"/>
                  <a:gd name="T62" fmla="*/ 33 w 83"/>
                  <a:gd name="T63" fmla="*/ 36 h 78"/>
                  <a:gd name="T64" fmla="*/ 27 w 83"/>
                  <a:gd name="T65" fmla="*/ 33 h 78"/>
                  <a:gd name="T66" fmla="*/ 27 w 83"/>
                  <a:gd name="T67" fmla="*/ 2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" h="78">
                    <a:moveTo>
                      <a:pt x="27" y="28"/>
                    </a:moveTo>
                    <a:cubicBezTo>
                      <a:pt x="27" y="27"/>
                      <a:pt x="26" y="26"/>
                      <a:pt x="27" y="25"/>
                    </a:cubicBezTo>
                    <a:cubicBezTo>
                      <a:pt x="28" y="24"/>
                      <a:pt x="29" y="23"/>
                      <a:pt x="30" y="22"/>
                    </a:cubicBezTo>
                    <a:cubicBezTo>
                      <a:pt x="32" y="20"/>
                      <a:pt x="34" y="19"/>
                      <a:pt x="37" y="18"/>
                    </a:cubicBezTo>
                    <a:cubicBezTo>
                      <a:pt x="41" y="14"/>
                      <a:pt x="47" y="12"/>
                      <a:pt x="52" y="10"/>
                    </a:cubicBezTo>
                    <a:cubicBezTo>
                      <a:pt x="54" y="10"/>
                      <a:pt x="57" y="9"/>
                      <a:pt x="59" y="9"/>
                    </a:cubicBezTo>
                    <a:cubicBezTo>
                      <a:pt x="61" y="8"/>
                      <a:pt x="62" y="8"/>
                      <a:pt x="63" y="7"/>
                    </a:cubicBezTo>
                    <a:cubicBezTo>
                      <a:pt x="64" y="6"/>
                      <a:pt x="66" y="6"/>
                      <a:pt x="67" y="5"/>
                    </a:cubicBezTo>
                    <a:cubicBezTo>
                      <a:pt x="68" y="5"/>
                      <a:pt x="67" y="5"/>
                      <a:pt x="67" y="5"/>
                    </a:cubicBezTo>
                    <a:cubicBezTo>
                      <a:pt x="68" y="5"/>
                      <a:pt x="68" y="5"/>
                      <a:pt x="69" y="5"/>
                    </a:cubicBezTo>
                    <a:cubicBezTo>
                      <a:pt x="69" y="5"/>
                      <a:pt x="70" y="4"/>
                      <a:pt x="71" y="4"/>
                    </a:cubicBezTo>
                    <a:cubicBezTo>
                      <a:pt x="72" y="3"/>
                      <a:pt x="74" y="3"/>
                      <a:pt x="76" y="2"/>
                    </a:cubicBezTo>
                    <a:cubicBezTo>
                      <a:pt x="76" y="1"/>
                      <a:pt x="77" y="0"/>
                      <a:pt x="78" y="0"/>
                    </a:cubicBezTo>
                    <a:cubicBezTo>
                      <a:pt x="79" y="0"/>
                      <a:pt x="80" y="0"/>
                      <a:pt x="80" y="0"/>
                    </a:cubicBezTo>
                    <a:cubicBezTo>
                      <a:pt x="83" y="0"/>
                      <a:pt x="83" y="2"/>
                      <a:pt x="83" y="4"/>
                    </a:cubicBezTo>
                    <a:cubicBezTo>
                      <a:pt x="83" y="6"/>
                      <a:pt x="83" y="7"/>
                      <a:pt x="82" y="8"/>
                    </a:cubicBezTo>
                    <a:cubicBezTo>
                      <a:pt x="82" y="10"/>
                      <a:pt x="81" y="12"/>
                      <a:pt x="79" y="13"/>
                    </a:cubicBezTo>
                    <a:cubicBezTo>
                      <a:pt x="77" y="14"/>
                      <a:pt x="76" y="16"/>
                      <a:pt x="75" y="18"/>
                    </a:cubicBezTo>
                    <a:cubicBezTo>
                      <a:pt x="69" y="23"/>
                      <a:pt x="63" y="28"/>
                      <a:pt x="57" y="33"/>
                    </a:cubicBezTo>
                    <a:cubicBezTo>
                      <a:pt x="52" y="38"/>
                      <a:pt x="47" y="43"/>
                      <a:pt x="42" y="48"/>
                    </a:cubicBezTo>
                    <a:cubicBezTo>
                      <a:pt x="37" y="53"/>
                      <a:pt x="32" y="57"/>
                      <a:pt x="27" y="62"/>
                    </a:cubicBezTo>
                    <a:cubicBezTo>
                      <a:pt x="23" y="66"/>
                      <a:pt x="20" y="72"/>
                      <a:pt x="16" y="75"/>
                    </a:cubicBezTo>
                    <a:cubicBezTo>
                      <a:pt x="11" y="78"/>
                      <a:pt x="5" y="75"/>
                      <a:pt x="2" y="71"/>
                    </a:cubicBezTo>
                    <a:cubicBezTo>
                      <a:pt x="0" y="66"/>
                      <a:pt x="0" y="62"/>
                      <a:pt x="2" y="57"/>
                    </a:cubicBezTo>
                    <a:cubicBezTo>
                      <a:pt x="4" y="51"/>
                      <a:pt x="6" y="45"/>
                      <a:pt x="11" y="41"/>
                    </a:cubicBezTo>
                    <a:cubicBezTo>
                      <a:pt x="16" y="36"/>
                      <a:pt x="23" y="37"/>
                      <a:pt x="29" y="37"/>
                    </a:cubicBezTo>
                    <a:cubicBezTo>
                      <a:pt x="33" y="38"/>
                      <a:pt x="37" y="38"/>
                      <a:pt x="40" y="37"/>
                    </a:cubicBezTo>
                    <a:cubicBezTo>
                      <a:pt x="42" y="37"/>
                      <a:pt x="43" y="36"/>
                      <a:pt x="45" y="35"/>
                    </a:cubicBezTo>
                    <a:cubicBezTo>
                      <a:pt x="46" y="35"/>
                      <a:pt x="46" y="35"/>
                      <a:pt x="47" y="35"/>
                    </a:cubicBezTo>
                    <a:cubicBezTo>
                      <a:pt x="47" y="35"/>
                      <a:pt x="48" y="33"/>
                      <a:pt x="47" y="33"/>
                    </a:cubicBezTo>
                    <a:cubicBezTo>
                      <a:pt x="45" y="33"/>
                      <a:pt x="43" y="34"/>
                      <a:pt x="41" y="35"/>
                    </a:cubicBezTo>
                    <a:cubicBezTo>
                      <a:pt x="38" y="36"/>
                      <a:pt x="36" y="36"/>
                      <a:pt x="33" y="36"/>
                    </a:cubicBezTo>
                    <a:cubicBezTo>
                      <a:pt x="31" y="35"/>
                      <a:pt x="28" y="35"/>
                      <a:pt x="27" y="33"/>
                    </a:cubicBezTo>
                    <a:cubicBezTo>
                      <a:pt x="26" y="31"/>
                      <a:pt x="27" y="29"/>
                      <a:pt x="27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1" name="Freeform 3004">
                <a:extLst>
                  <a:ext uri="{FF2B5EF4-FFF2-40B4-BE49-F238E27FC236}">
                    <a16:creationId xmlns:a16="http://schemas.microsoft.com/office/drawing/2014/main" id="{4CD94A1D-15E4-4B96-A9D6-95621206A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824"/>
                <a:ext cx="6" cy="5"/>
              </a:xfrm>
              <a:custGeom>
                <a:avLst/>
                <a:gdLst>
                  <a:gd name="T0" fmla="*/ 4 w 15"/>
                  <a:gd name="T1" fmla="*/ 10 h 12"/>
                  <a:gd name="T2" fmla="*/ 2 w 15"/>
                  <a:gd name="T3" fmla="*/ 10 h 12"/>
                  <a:gd name="T4" fmla="*/ 1 w 15"/>
                  <a:gd name="T5" fmla="*/ 6 h 12"/>
                  <a:gd name="T6" fmla="*/ 6 w 15"/>
                  <a:gd name="T7" fmla="*/ 4 h 12"/>
                  <a:gd name="T8" fmla="*/ 10 w 15"/>
                  <a:gd name="T9" fmla="*/ 1 h 12"/>
                  <a:gd name="T10" fmla="*/ 14 w 15"/>
                  <a:gd name="T11" fmla="*/ 2 h 12"/>
                  <a:gd name="T12" fmla="*/ 14 w 15"/>
                  <a:gd name="T13" fmla="*/ 7 h 12"/>
                  <a:gd name="T14" fmla="*/ 13 w 15"/>
                  <a:gd name="T15" fmla="*/ 11 h 12"/>
                  <a:gd name="T16" fmla="*/ 8 w 15"/>
                  <a:gd name="T17" fmla="*/ 11 h 12"/>
                  <a:gd name="T18" fmla="*/ 7 w 15"/>
                  <a:gd name="T19" fmla="*/ 11 h 12"/>
                  <a:gd name="T20" fmla="*/ 4 w 15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4" y="10"/>
                    </a:moveTo>
                    <a:cubicBezTo>
                      <a:pt x="3" y="10"/>
                      <a:pt x="2" y="11"/>
                      <a:pt x="2" y="10"/>
                    </a:cubicBezTo>
                    <a:cubicBezTo>
                      <a:pt x="1" y="9"/>
                      <a:pt x="0" y="7"/>
                      <a:pt x="1" y="6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8" y="3"/>
                      <a:pt x="9" y="2"/>
                      <a:pt x="10" y="1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4" y="9"/>
                      <a:pt x="14" y="10"/>
                      <a:pt x="13" y="11"/>
                    </a:cubicBezTo>
                    <a:cubicBezTo>
                      <a:pt x="11" y="11"/>
                      <a:pt x="9" y="12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2" name="Freeform 3005">
                <a:extLst>
                  <a:ext uri="{FF2B5EF4-FFF2-40B4-BE49-F238E27FC236}">
                    <a16:creationId xmlns:a16="http://schemas.microsoft.com/office/drawing/2014/main" id="{7C270EB6-B4C3-4792-9581-16503740D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813"/>
                <a:ext cx="7" cy="13"/>
              </a:xfrm>
              <a:custGeom>
                <a:avLst/>
                <a:gdLst>
                  <a:gd name="T0" fmla="*/ 3 w 17"/>
                  <a:gd name="T1" fmla="*/ 28 h 32"/>
                  <a:gd name="T2" fmla="*/ 1 w 17"/>
                  <a:gd name="T3" fmla="*/ 30 h 32"/>
                  <a:gd name="T4" fmla="*/ 1 w 17"/>
                  <a:gd name="T5" fmla="*/ 26 h 32"/>
                  <a:gd name="T6" fmla="*/ 1 w 17"/>
                  <a:gd name="T7" fmla="*/ 22 h 32"/>
                  <a:gd name="T8" fmla="*/ 3 w 17"/>
                  <a:gd name="T9" fmla="*/ 18 h 32"/>
                  <a:gd name="T10" fmla="*/ 6 w 17"/>
                  <a:gd name="T11" fmla="*/ 15 h 32"/>
                  <a:gd name="T12" fmla="*/ 7 w 17"/>
                  <a:gd name="T13" fmla="*/ 11 h 32"/>
                  <a:gd name="T14" fmla="*/ 10 w 17"/>
                  <a:gd name="T15" fmla="*/ 8 h 32"/>
                  <a:gd name="T16" fmla="*/ 11 w 17"/>
                  <a:gd name="T17" fmla="*/ 1 h 32"/>
                  <a:gd name="T18" fmla="*/ 17 w 17"/>
                  <a:gd name="T19" fmla="*/ 3 h 32"/>
                  <a:gd name="T20" fmla="*/ 15 w 17"/>
                  <a:gd name="T21" fmla="*/ 6 h 32"/>
                  <a:gd name="T22" fmla="*/ 14 w 17"/>
                  <a:gd name="T23" fmla="*/ 10 h 32"/>
                  <a:gd name="T24" fmla="*/ 11 w 17"/>
                  <a:gd name="T25" fmla="*/ 14 h 32"/>
                  <a:gd name="T26" fmla="*/ 8 w 17"/>
                  <a:gd name="T27" fmla="*/ 17 h 32"/>
                  <a:gd name="T28" fmla="*/ 8 w 17"/>
                  <a:gd name="T29" fmla="*/ 21 h 32"/>
                  <a:gd name="T30" fmla="*/ 9 w 17"/>
                  <a:gd name="T31" fmla="*/ 24 h 32"/>
                  <a:gd name="T32" fmla="*/ 12 w 17"/>
                  <a:gd name="T33" fmla="*/ 27 h 32"/>
                  <a:gd name="T34" fmla="*/ 10 w 17"/>
                  <a:gd name="T35" fmla="*/ 31 h 32"/>
                  <a:gd name="T36" fmla="*/ 7 w 17"/>
                  <a:gd name="T37" fmla="*/ 31 h 32"/>
                  <a:gd name="T38" fmla="*/ 3 w 17"/>
                  <a:gd name="T39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32">
                    <a:moveTo>
                      <a:pt x="3" y="28"/>
                    </a:moveTo>
                    <a:cubicBezTo>
                      <a:pt x="3" y="29"/>
                      <a:pt x="2" y="30"/>
                      <a:pt x="1" y="30"/>
                    </a:cubicBezTo>
                    <a:cubicBezTo>
                      <a:pt x="0" y="29"/>
                      <a:pt x="0" y="27"/>
                      <a:pt x="1" y="26"/>
                    </a:cubicBezTo>
                    <a:cubicBezTo>
                      <a:pt x="1" y="24"/>
                      <a:pt x="1" y="23"/>
                      <a:pt x="1" y="22"/>
                    </a:cubicBezTo>
                    <a:cubicBezTo>
                      <a:pt x="2" y="20"/>
                      <a:pt x="2" y="19"/>
                      <a:pt x="3" y="18"/>
                    </a:cubicBezTo>
                    <a:cubicBezTo>
                      <a:pt x="4" y="17"/>
                      <a:pt x="6" y="17"/>
                      <a:pt x="6" y="15"/>
                    </a:cubicBezTo>
                    <a:cubicBezTo>
                      <a:pt x="7" y="14"/>
                      <a:pt x="7" y="12"/>
                      <a:pt x="7" y="11"/>
                    </a:cubicBezTo>
                    <a:cubicBezTo>
                      <a:pt x="8" y="10"/>
                      <a:pt x="9" y="9"/>
                      <a:pt x="10" y="8"/>
                    </a:cubicBezTo>
                    <a:cubicBezTo>
                      <a:pt x="11" y="6"/>
                      <a:pt x="8" y="2"/>
                      <a:pt x="11" y="1"/>
                    </a:cubicBezTo>
                    <a:cubicBezTo>
                      <a:pt x="12" y="0"/>
                      <a:pt x="16" y="1"/>
                      <a:pt x="17" y="3"/>
                    </a:cubicBezTo>
                    <a:cubicBezTo>
                      <a:pt x="17" y="5"/>
                      <a:pt x="16" y="5"/>
                      <a:pt x="15" y="6"/>
                    </a:cubicBezTo>
                    <a:cubicBezTo>
                      <a:pt x="14" y="7"/>
                      <a:pt x="14" y="8"/>
                      <a:pt x="14" y="10"/>
                    </a:cubicBezTo>
                    <a:cubicBezTo>
                      <a:pt x="14" y="11"/>
                      <a:pt x="12" y="13"/>
                      <a:pt x="11" y="14"/>
                    </a:cubicBezTo>
                    <a:cubicBezTo>
                      <a:pt x="10" y="14"/>
                      <a:pt x="9" y="15"/>
                      <a:pt x="8" y="17"/>
                    </a:cubicBezTo>
                    <a:cubicBezTo>
                      <a:pt x="8" y="18"/>
                      <a:pt x="8" y="20"/>
                      <a:pt x="8" y="21"/>
                    </a:cubicBezTo>
                    <a:cubicBezTo>
                      <a:pt x="8" y="23"/>
                      <a:pt x="8" y="24"/>
                      <a:pt x="9" y="24"/>
                    </a:cubicBez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9"/>
                      <a:pt x="11" y="30"/>
                      <a:pt x="10" y="31"/>
                    </a:cubicBezTo>
                    <a:cubicBezTo>
                      <a:pt x="9" y="32"/>
                      <a:pt x="8" y="31"/>
                      <a:pt x="7" y="31"/>
                    </a:cubicBezTo>
                    <a:cubicBezTo>
                      <a:pt x="7" y="29"/>
                      <a:pt x="5" y="27"/>
                      <a:pt x="3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3" name="Freeform 3006">
                <a:extLst>
                  <a:ext uri="{FF2B5EF4-FFF2-40B4-BE49-F238E27FC236}">
                    <a16:creationId xmlns:a16="http://schemas.microsoft.com/office/drawing/2014/main" id="{FAA73014-BDBC-425E-9836-DF2BE64C7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804"/>
                <a:ext cx="7" cy="4"/>
              </a:xfrm>
              <a:custGeom>
                <a:avLst/>
                <a:gdLst>
                  <a:gd name="T0" fmla="*/ 7 w 17"/>
                  <a:gd name="T1" fmla="*/ 8 h 10"/>
                  <a:gd name="T2" fmla="*/ 6 w 17"/>
                  <a:gd name="T3" fmla="*/ 9 h 10"/>
                  <a:gd name="T4" fmla="*/ 4 w 17"/>
                  <a:gd name="T5" fmla="*/ 8 h 10"/>
                  <a:gd name="T6" fmla="*/ 1 w 17"/>
                  <a:gd name="T7" fmla="*/ 7 h 10"/>
                  <a:gd name="T8" fmla="*/ 2 w 17"/>
                  <a:gd name="T9" fmla="*/ 4 h 10"/>
                  <a:gd name="T10" fmla="*/ 6 w 17"/>
                  <a:gd name="T11" fmla="*/ 3 h 10"/>
                  <a:gd name="T12" fmla="*/ 8 w 17"/>
                  <a:gd name="T13" fmla="*/ 2 h 10"/>
                  <a:gd name="T14" fmla="*/ 12 w 17"/>
                  <a:gd name="T15" fmla="*/ 0 h 10"/>
                  <a:gd name="T16" fmla="*/ 15 w 17"/>
                  <a:gd name="T17" fmla="*/ 0 h 10"/>
                  <a:gd name="T18" fmla="*/ 15 w 17"/>
                  <a:gd name="T19" fmla="*/ 3 h 10"/>
                  <a:gd name="T20" fmla="*/ 13 w 17"/>
                  <a:gd name="T21" fmla="*/ 3 h 10"/>
                  <a:gd name="T22" fmla="*/ 12 w 17"/>
                  <a:gd name="T23" fmla="*/ 4 h 10"/>
                  <a:gd name="T24" fmla="*/ 7 w 17"/>
                  <a:gd name="T2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7" y="8"/>
                    </a:moveTo>
                    <a:cubicBezTo>
                      <a:pt x="7" y="9"/>
                      <a:pt x="7" y="9"/>
                      <a:pt x="6" y="9"/>
                    </a:cubicBezTo>
                    <a:cubicBezTo>
                      <a:pt x="4" y="10"/>
                      <a:pt x="5" y="8"/>
                      <a:pt x="4" y="8"/>
                    </a:cubicBezTo>
                    <a:cubicBezTo>
                      <a:pt x="4" y="6"/>
                      <a:pt x="2" y="8"/>
                      <a:pt x="1" y="7"/>
                    </a:cubicBezTo>
                    <a:cubicBezTo>
                      <a:pt x="0" y="6"/>
                      <a:pt x="2" y="5"/>
                      <a:pt x="2" y="4"/>
                    </a:cubicBezTo>
                    <a:cubicBezTo>
                      <a:pt x="3" y="4"/>
                      <a:pt x="5" y="4"/>
                      <a:pt x="6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3" y="0"/>
                      <a:pt x="15" y="0"/>
                      <a:pt x="15" y="0"/>
                    </a:cubicBezTo>
                    <a:cubicBezTo>
                      <a:pt x="17" y="1"/>
                      <a:pt x="17" y="3"/>
                      <a:pt x="15" y="3"/>
                    </a:cubicBezTo>
                    <a:cubicBezTo>
                      <a:pt x="15" y="3"/>
                      <a:pt x="14" y="3"/>
                      <a:pt x="13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1" y="6"/>
                      <a:pt x="9" y="7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4" name="Freeform 3007">
                <a:extLst>
                  <a:ext uri="{FF2B5EF4-FFF2-40B4-BE49-F238E27FC236}">
                    <a16:creationId xmlns:a16="http://schemas.microsoft.com/office/drawing/2014/main" id="{82FD1533-A759-4413-B89B-4F3EBD8D0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791"/>
                <a:ext cx="11" cy="7"/>
              </a:xfrm>
              <a:custGeom>
                <a:avLst/>
                <a:gdLst>
                  <a:gd name="T0" fmla="*/ 3 w 26"/>
                  <a:gd name="T1" fmla="*/ 17 h 17"/>
                  <a:gd name="T2" fmla="*/ 1 w 26"/>
                  <a:gd name="T3" fmla="*/ 13 h 17"/>
                  <a:gd name="T4" fmla="*/ 7 w 26"/>
                  <a:gd name="T5" fmla="*/ 9 h 17"/>
                  <a:gd name="T6" fmla="*/ 12 w 26"/>
                  <a:gd name="T7" fmla="*/ 7 h 17"/>
                  <a:gd name="T8" fmla="*/ 14 w 26"/>
                  <a:gd name="T9" fmla="*/ 6 h 17"/>
                  <a:gd name="T10" fmla="*/ 16 w 26"/>
                  <a:gd name="T11" fmla="*/ 5 h 17"/>
                  <a:gd name="T12" fmla="*/ 21 w 26"/>
                  <a:gd name="T13" fmla="*/ 2 h 17"/>
                  <a:gd name="T14" fmla="*/ 25 w 26"/>
                  <a:gd name="T15" fmla="*/ 1 h 17"/>
                  <a:gd name="T16" fmla="*/ 25 w 26"/>
                  <a:gd name="T17" fmla="*/ 4 h 17"/>
                  <a:gd name="T18" fmla="*/ 19 w 26"/>
                  <a:gd name="T19" fmla="*/ 8 h 17"/>
                  <a:gd name="T20" fmla="*/ 16 w 26"/>
                  <a:gd name="T21" fmla="*/ 9 h 17"/>
                  <a:gd name="T22" fmla="*/ 11 w 26"/>
                  <a:gd name="T23" fmla="*/ 13 h 17"/>
                  <a:gd name="T24" fmla="*/ 7 w 26"/>
                  <a:gd name="T25" fmla="*/ 16 h 17"/>
                  <a:gd name="T26" fmla="*/ 5 w 26"/>
                  <a:gd name="T27" fmla="*/ 16 h 17"/>
                  <a:gd name="T28" fmla="*/ 3 w 26"/>
                  <a:gd name="T2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7">
                    <a:moveTo>
                      <a:pt x="3" y="17"/>
                    </a:moveTo>
                    <a:cubicBezTo>
                      <a:pt x="1" y="17"/>
                      <a:pt x="0" y="14"/>
                      <a:pt x="1" y="13"/>
                    </a:cubicBezTo>
                    <a:cubicBezTo>
                      <a:pt x="1" y="11"/>
                      <a:pt x="5" y="10"/>
                      <a:pt x="7" y="9"/>
                    </a:cubicBezTo>
                    <a:cubicBezTo>
                      <a:pt x="8" y="9"/>
                      <a:pt x="10" y="8"/>
                      <a:pt x="12" y="7"/>
                    </a:cubicBezTo>
                    <a:cubicBezTo>
                      <a:pt x="12" y="7"/>
                      <a:pt x="13" y="6"/>
                      <a:pt x="14" y="6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8" y="4"/>
                      <a:pt x="19" y="4"/>
                      <a:pt x="21" y="2"/>
                    </a:cubicBezTo>
                    <a:cubicBezTo>
                      <a:pt x="22" y="1"/>
                      <a:pt x="23" y="0"/>
                      <a:pt x="25" y="1"/>
                    </a:cubicBezTo>
                    <a:cubicBezTo>
                      <a:pt x="26" y="1"/>
                      <a:pt x="26" y="3"/>
                      <a:pt x="25" y="4"/>
                    </a:cubicBezTo>
                    <a:cubicBezTo>
                      <a:pt x="23" y="6"/>
                      <a:pt x="21" y="7"/>
                      <a:pt x="19" y="8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5" y="11"/>
                      <a:pt x="13" y="12"/>
                      <a:pt x="11" y="13"/>
                    </a:cubicBezTo>
                    <a:cubicBezTo>
                      <a:pt x="10" y="14"/>
                      <a:pt x="8" y="16"/>
                      <a:pt x="7" y="16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7"/>
                      <a:pt x="3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5" name="Freeform 3008">
                <a:extLst>
                  <a:ext uri="{FF2B5EF4-FFF2-40B4-BE49-F238E27FC236}">
                    <a16:creationId xmlns:a16="http://schemas.microsoft.com/office/drawing/2014/main" id="{819B3B5B-10FC-4763-A42F-DDA8E9011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22"/>
                <a:ext cx="2" cy="2"/>
              </a:xfrm>
              <a:custGeom>
                <a:avLst/>
                <a:gdLst>
                  <a:gd name="T0" fmla="*/ 1 w 7"/>
                  <a:gd name="T1" fmla="*/ 5 h 5"/>
                  <a:gd name="T2" fmla="*/ 0 w 7"/>
                  <a:gd name="T3" fmla="*/ 4 h 5"/>
                  <a:gd name="T4" fmla="*/ 1 w 7"/>
                  <a:gd name="T5" fmla="*/ 1 h 5"/>
                  <a:gd name="T6" fmla="*/ 5 w 7"/>
                  <a:gd name="T7" fmla="*/ 1 h 5"/>
                  <a:gd name="T8" fmla="*/ 7 w 7"/>
                  <a:gd name="T9" fmla="*/ 2 h 5"/>
                  <a:gd name="T10" fmla="*/ 5 w 7"/>
                  <a:gd name="T11" fmla="*/ 5 h 5"/>
                  <a:gd name="T12" fmla="*/ 4 w 7"/>
                  <a:gd name="T13" fmla="*/ 5 h 5"/>
                  <a:gd name="T14" fmla="*/ 3 w 7"/>
                  <a:gd name="T15" fmla="*/ 5 h 5"/>
                  <a:gd name="T16" fmla="*/ 1 w 7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4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6" name="Freeform 3009">
                <a:extLst>
                  <a:ext uri="{FF2B5EF4-FFF2-40B4-BE49-F238E27FC236}">
                    <a16:creationId xmlns:a16="http://schemas.microsoft.com/office/drawing/2014/main" id="{E40CF010-76A3-4F01-8A7C-BB5A0D496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818"/>
                <a:ext cx="2" cy="3"/>
              </a:xfrm>
              <a:custGeom>
                <a:avLst/>
                <a:gdLst>
                  <a:gd name="T0" fmla="*/ 4 w 6"/>
                  <a:gd name="T1" fmla="*/ 4 h 7"/>
                  <a:gd name="T2" fmla="*/ 1 w 6"/>
                  <a:gd name="T3" fmla="*/ 7 h 7"/>
                  <a:gd name="T4" fmla="*/ 1 w 6"/>
                  <a:gd name="T5" fmla="*/ 4 h 7"/>
                  <a:gd name="T6" fmla="*/ 3 w 6"/>
                  <a:gd name="T7" fmla="*/ 2 h 7"/>
                  <a:gd name="T8" fmla="*/ 6 w 6"/>
                  <a:gd name="T9" fmla="*/ 1 h 7"/>
                  <a:gd name="T10" fmla="*/ 4 w 6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4" y="4"/>
                    </a:moveTo>
                    <a:cubicBezTo>
                      <a:pt x="3" y="4"/>
                      <a:pt x="3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7" name="Freeform 3010">
                <a:extLst>
                  <a:ext uri="{FF2B5EF4-FFF2-40B4-BE49-F238E27FC236}">
                    <a16:creationId xmlns:a16="http://schemas.microsoft.com/office/drawing/2014/main" id="{01F96241-1405-4553-AE09-E4C580117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21"/>
                <a:ext cx="2" cy="2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3 w 4"/>
                  <a:gd name="T5" fmla="*/ 1 h 5"/>
                  <a:gd name="T6" fmla="*/ 4 w 4"/>
                  <a:gd name="T7" fmla="*/ 4 h 5"/>
                  <a:gd name="T8" fmla="*/ 1 w 4"/>
                  <a:gd name="T9" fmla="*/ 4 h 5"/>
                  <a:gd name="T10" fmla="*/ 0 w 4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2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8" name="Freeform 3011">
                <a:extLst>
                  <a:ext uri="{FF2B5EF4-FFF2-40B4-BE49-F238E27FC236}">
                    <a16:creationId xmlns:a16="http://schemas.microsoft.com/office/drawing/2014/main" id="{63051E63-0BC6-4E46-B8F7-A59DF5A85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18"/>
                <a:ext cx="1" cy="3"/>
              </a:xfrm>
              <a:custGeom>
                <a:avLst/>
                <a:gdLst>
                  <a:gd name="T0" fmla="*/ 2 w 4"/>
                  <a:gd name="T1" fmla="*/ 2 h 6"/>
                  <a:gd name="T2" fmla="*/ 2 w 4"/>
                  <a:gd name="T3" fmla="*/ 2 h 6"/>
                  <a:gd name="T4" fmla="*/ 3 w 4"/>
                  <a:gd name="T5" fmla="*/ 1 h 6"/>
                  <a:gd name="T6" fmla="*/ 4 w 4"/>
                  <a:gd name="T7" fmla="*/ 2 h 6"/>
                  <a:gd name="T8" fmla="*/ 2 w 4"/>
                  <a:gd name="T9" fmla="*/ 6 h 6"/>
                  <a:gd name="T10" fmla="*/ 2 w 4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6"/>
                      <a:pt x="2" y="6"/>
                    </a:cubicBezTo>
                    <a:cubicBezTo>
                      <a:pt x="0" y="6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9" name="Freeform 3012">
                <a:extLst>
                  <a:ext uri="{FF2B5EF4-FFF2-40B4-BE49-F238E27FC236}">
                    <a16:creationId xmlns:a16="http://schemas.microsoft.com/office/drawing/2014/main" id="{E779A022-D012-4C51-B293-21DFEAFF1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96"/>
                <a:ext cx="5" cy="4"/>
              </a:xfrm>
              <a:custGeom>
                <a:avLst/>
                <a:gdLst>
                  <a:gd name="T0" fmla="*/ 7 w 11"/>
                  <a:gd name="T1" fmla="*/ 6 h 10"/>
                  <a:gd name="T2" fmla="*/ 7 w 11"/>
                  <a:gd name="T3" fmla="*/ 6 h 10"/>
                  <a:gd name="T4" fmla="*/ 7 w 11"/>
                  <a:gd name="T5" fmla="*/ 7 h 10"/>
                  <a:gd name="T6" fmla="*/ 6 w 11"/>
                  <a:gd name="T7" fmla="*/ 9 h 10"/>
                  <a:gd name="T8" fmla="*/ 2 w 11"/>
                  <a:gd name="T9" fmla="*/ 8 h 10"/>
                  <a:gd name="T10" fmla="*/ 4 w 11"/>
                  <a:gd name="T11" fmla="*/ 5 h 10"/>
                  <a:gd name="T12" fmla="*/ 5 w 11"/>
                  <a:gd name="T13" fmla="*/ 2 h 10"/>
                  <a:gd name="T14" fmla="*/ 7 w 11"/>
                  <a:gd name="T15" fmla="*/ 1 h 10"/>
                  <a:gd name="T16" fmla="*/ 9 w 11"/>
                  <a:gd name="T17" fmla="*/ 0 h 10"/>
                  <a:gd name="T18" fmla="*/ 10 w 11"/>
                  <a:gd name="T19" fmla="*/ 5 h 10"/>
                  <a:gd name="T20" fmla="*/ 7 w 11"/>
                  <a:gd name="T2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0"/>
                      <a:pt x="3" y="9"/>
                      <a:pt x="2" y="8"/>
                    </a:cubicBezTo>
                    <a:cubicBezTo>
                      <a:pt x="0" y="7"/>
                      <a:pt x="4" y="6"/>
                      <a:pt x="4" y="5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1"/>
                      <a:pt x="11" y="3"/>
                      <a:pt x="10" y="5"/>
                    </a:cubicBezTo>
                    <a:cubicBezTo>
                      <a:pt x="10" y="5"/>
                      <a:pt x="8" y="5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10" name="Freeform 3013">
                <a:extLst>
                  <a:ext uri="{FF2B5EF4-FFF2-40B4-BE49-F238E27FC236}">
                    <a16:creationId xmlns:a16="http://schemas.microsoft.com/office/drawing/2014/main" id="{DA42CFCD-17F3-4682-969D-CF0F5123F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769"/>
                <a:ext cx="48" cy="41"/>
              </a:xfrm>
              <a:custGeom>
                <a:avLst/>
                <a:gdLst>
                  <a:gd name="T0" fmla="*/ 14 w 116"/>
                  <a:gd name="T1" fmla="*/ 71 h 101"/>
                  <a:gd name="T2" fmla="*/ 18 w 116"/>
                  <a:gd name="T3" fmla="*/ 80 h 101"/>
                  <a:gd name="T4" fmla="*/ 27 w 116"/>
                  <a:gd name="T5" fmla="*/ 77 h 101"/>
                  <a:gd name="T6" fmla="*/ 39 w 116"/>
                  <a:gd name="T7" fmla="*/ 81 h 101"/>
                  <a:gd name="T8" fmla="*/ 54 w 116"/>
                  <a:gd name="T9" fmla="*/ 80 h 101"/>
                  <a:gd name="T10" fmla="*/ 65 w 116"/>
                  <a:gd name="T11" fmla="*/ 76 h 101"/>
                  <a:gd name="T12" fmla="*/ 55 w 116"/>
                  <a:gd name="T13" fmla="*/ 72 h 101"/>
                  <a:gd name="T14" fmla="*/ 41 w 116"/>
                  <a:gd name="T15" fmla="*/ 72 h 101"/>
                  <a:gd name="T16" fmla="*/ 35 w 116"/>
                  <a:gd name="T17" fmla="*/ 64 h 101"/>
                  <a:gd name="T18" fmla="*/ 47 w 116"/>
                  <a:gd name="T19" fmla="*/ 55 h 101"/>
                  <a:gd name="T20" fmla="*/ 60 w 116"/>
                  <a:gd name="T21" fmla="*/ 54 h 101"/>
                  <a:gd name="T22" fmla="*/ 69 w 116"/>
                  <a:gd name="T23" fmla="*/ 48 h 101"/>
                  <a:gd name="T24" fmla="*/ 57 w 116"/>
                  <a:gd name="T25" fmla="*/ 46 h 101"/>
                  <a:gd name="T26" fmla="*/ 47 w 116"/>
                  <a:gd name="T27" fmla="*/ 37 h 101"/>
                  <a:gd name="T28" fmla="*/ 40 w 116"/>
                  <a:gd name="T29" fmla="*/ 26 h 101"/>
                  <a:gd name="T30" fmla="*/ 28 w 116"/>
                  <a:gd name="T31" fmla="*/ 15 h 101"/>
                  <a:gd name="T32" fmla="*/ 33 w 116"/>
                  <a:gd name="T33" fmla="*/ 8 h 101"/>
                  <a:gd name="T34" fmla="*/ 48 w 116"/>
                  <a:gd name="T35" fmla="*/ 12 h 101"/>
                  <a:gd name="T36" fmla="*/ 51 w 116"/>
                  <a:gd name="T37" fmla="*/ 2 h 101"/>
                  <a:gd name="T38" fmla="*/ 72 w 116"/>
                  <a:gd name="T39" fmla="*/ 9 h 101"/>
                  <a:gd name="T40" fmla="*/ 75 w 116"/>
                  <a:gd name="T41" fmla="*/ 17 h 101"/>
                  <a:gd name="T42" fmla="*/ 79 w 116"/>
                  <a:gd name="T43" fmla="*/ 36 h 101"/>
                  <a:gd name="T44" fmla="*/ 86 w 116"/>
                  <a:gd name="T45" fmla="*/ 43 h 101"/>
                  <a:gd name="T46" fmla="*/ 112 w 116"/>
                  <a:gd name="T47" fmla="*/ 68 h 101"/>
                  <a:gd name="T48" fmla="*/ 116 w 116"/>
                  <a:gd name="T49" fmla="*/ 76 h 101"/>
                  <a:gd name="T50" fmla="*/ 111 w 116"/>
                  <a:gd name="T51" fmla="*/ 78 h 101"/>
                  <a:gd name="T52" fmla="*/ 110 w 116"/>
                  <a:gd name="T53" fmla="*/ 86 h 101"/>
                  <a:gd name="T54" fmla="*/ 100 w 116"/>
                  <a:gd name="T55" fmla="*/ 84 h 101"/>
                  <a:gd name="T56" fmla="*/ 92 w 116"/>
                  <a:gd name="T57" fmla="*/ 90 h 101"/>
                  <a:gd name="T58" fmla="*/ 103 w 116"/>
                  <a:gd name="T59" fmla="*/ 93 h 101"/>
                  <a:gd name="T60" fmla="*/ 92 w 116"/>
                  <a:gd name="T61" fmla="*/ 98 h 101"/>
                  <a:gd name="T62" fmla="*/ 74 w 116"/>
                  <a:gd name="T63" fmla="*/ 100 h 101"/>
                  <a:gd name="T64" fmla="*/ 79 w 116"/>
                  <a:gd name="T65" fmla="*/ 93 h 101"/>
                  <a:gd name="T66" fmla="*/ 73 w 116"/>
                  <a:gd name="T67" fmla="*/ 88 h 101"/>
                  <a:gd name="T68" fmla="*/ 65 w 116"/>
                  <a:gd name="T69" fmla="*/ 95 h 101"/>
                  <a:gd name="T70" fmla="*/ 55 w 116"/>
                  <a:gd name="T71" fmla="*/ 93 h 101"/>
                  <a:gd name="T72" fmla="*/ 46 w 116"/>
                  <a:gd name="T73" fmla="*/ 94 h 101"/>
                  <a:gd name="T74" fmla="*/ 38 w 116"/>
                  <a:gd name="T75" fmla="*/ 91 h 101"/>
                  <a:gd name="T76" fmla="*/ 33 w 116"/>
                  <a:gd name="T77" fmla="*/ 94 h 101"/>
                  <a:gd name="T78" fmla="*/ 24 w 116"/>
                  <a:gd name="T79" fmla="*/ 90 h 101"/>
                  <a:gd name="T80" fmla="*/ 20 w 116"/>
                  <a:gd name="T81" fmla="*/ 87 h 101"/>
                  <a:gd name="T82" fmla="*/ 16 w 116"/>
                  <a:gd name="T83" fmla="*/ 89 h 101"/>
                  <a:gd name="T84" fmla="*/ 12 w 116"/>
                  <a:gd name="T85" fmla="*/ 91 h 101"/>
                  <a:gd name="T86" fmla="*/ 5 w 116"/>
                  <a:gd name="T87" fmla="*/ 84 h 101"/>
                  <a:gd name="T88" fmla="*/ 0 w 116"/>
                  <a:gd name="T89" fmla="*/ 81 h 101"/>
                  <a:gd name="T90" fmla="*/ 4 w 116"/>
                  <a:gd name="T91" fmla="*/ 7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6" h="101">
                    <a:moveTo>
                      <a:pt x="6" y="71"/>
                    </a:moveTo>
                    <a:cubicBezTo>
                      <a:pt x="7" y="70"/>
                      <a:pt x="9" y="71"/>
                      <a:pt x="11" y="71"/>
                    </a:cubicBezTo>
                    <a:cubicBezTo>
                      <a:pt x="12" y="71"/>
                      <a:pt x="13" y="70"/>
                      <a:pt x="14" y="71"/>
                    </a:cubicBezTo>
                    <a:cubicBezTo>
                      <a:pt x="16" y="71"/>
                      <a:pt x="17" y="71"/>
                      <a:pt x="17" y="73"/>
                    </a:cubicBezTo>
                    <a:cubicBezTo>
                      <a:pt x="17" y="74"/>
                      <a:pt x="17" y="75"/>
                      <a:pt x="17" y="76"/>
                    </a:cubicBezTo>
                    <a:cubicBezTo>
                      <a:pt x="17" y="77"/>
                      <a:pt x="17" y="79"/>
                      <a:pt x="18" y="80"/>
                    </a:cubicBezTo>
                    <a:cubicBezTo>
                      <a:pt x="18" y="81"/>
                      <a:pt x="21" y="81"/>
                      <a:pt x="21" y="79"/>
                    </a:cubicBezTo>
                    <a:cubicBezTo>
                      <a:pt x="21" y="78"/>
                      <a:pt x="21" y="76"/>
                      <a:pt x="23" y="76"/>
                    </a:cubicBezTo>
                    <a:cubicBezTo>
                      <a:pt x="24" y="76"/>
                      <a:pt x="26" y="76"/>
                      <a:pt x="27" y="77"/>
                    </a:cubicBezTo>
                    <a:cubicBezTo>
                      <a:pt x="27" y="77"/>
                      <a:pt x="27" y="78"/>
                      <a:pt x="27" y="79"/>
                    </a:cubicBezTo>
                    <a:cubicBezTo>
                      <a:pt x="27" y="81"/>
                      <a:pt x="30" y="81"/>
                      <a:pt x="31" y="81"/>
                    </a:cubicBezTo>
                    <a:cubicBezTo>
                      <a:pt x="34" y="80"/>
                      <a:pt x="37" y="80"/>
                      <a:pt x="39" y="81"/>
                    </a:cubicBezTo>
                    <a:cubicBezTo>
                      <a:pt x="41" y="81"/>
                      <a:pt x="42" y="81"/>
                      <a:pt x="43" y="80"/>
                    </a:cubicBezTo>
                    <a:cubicBezTo>
                      <a:pt x="45" y="80"/>
                      <a:pt x="47" y="80"/>
                      <a:pt x="49" y="80"/>
                    </a:cubicBezTo>
                    <a:cubicBezTo>
                      <a:pt x="51" y="81"/>
                      <a:pt x="53" y="81"/>
                      <a:pt x="54" y="80"/>
                    </a:cubicBezTo>
                    <a:cubicBezTo>
                      <a:pt x="56" y="80"/>
                      <a:pt x="57" y="79"/>
                      <a:pt x="57" y="78"/>
                    </a:cubicBezTo>
                    <a:cubicBezTo>
                      <a:pt x="58" y="77"/>
                      <a:pt x="59" y="77"/>
                      <a:pt x="60" y="77"/>
                    </a:cubicBezTo>
                    <a:cubicBezTo>
                      <a:pt x="62" y="76"/>
                      <a:pt x="64" y="77"/>
                      <a:pt x="65" y="76"/>
                    </a:cubicBezTo>
                    <a:cubicBezTo>
                      <a:pt x="66" y="74"/>
                      <a:pt x="65" y="73"/>
                      <a:pt x="64" y="72"/>
                    </a:cubicBezTo>
                    <a:cubicBezTo>
                      <a:pt x="62" y="72"/>
                      <a:pt x="60" y="71"/>
                      <a:pt x="59" y="72"/>
                    </a:cubicBezTo>
                    <a:cubicBezTo>
                      <a:pt x="58" y="72"/>
                      <a:pt x="56" y="72"/>
                      <a:pt x="55" y="72"/>
                    </a:cubicBezTo>
                    <a:cubicBezTo>
                      <a:pt x="53" y="72"/>
                      <a:pt x="51" y="72"/>
                      <a:pt x="50" y="73"/>
                    </a:cubicBezTo>
                    <a:cubicBezTo>
                      <a:pt x="48" y="73"/>
                      <a:pt x="47" y="74"/>
                      <a:pt x="46" y="74"/>
                    </a:cubicBezTo>
                    <a:cubicBezTo>
                      <a:pt x="44" y="74"/>
                      <a:pt x="43" y="73"/>
                      <a:pt x="41" y="72"/>
                    </a:cubicBezTo>
                    <a:cubicBezTo>
                      <a:pt x="40" y="72"/>
                      <a:pt x="38" y="72"/>
                      <a:pt x="37" y="72"/>
                    </a:cubicBezTo>
                    <a:cubicBezTo>
                      <a:pt x="34" y="72"/>
                      <a:pt x="29" y="70"/>
                      <a:pt x="32" y="67"/>
                    </a:cubicBezTo>
                    <a:cubicBezTo>
                      <a:pt x="33" y="66"/>
                      <a:pt x="34" y="66"/>
                      <a:pt x="35" y="64"/>
                    </a:cubicBezTo>
                    <a:cubicBezTo>
                      <a:pt x="36" y="63"/>
                      <a:pt x="37" y="63"/>
                      <a:pt x="39" y="62"/>
                    </a:cubicBezTo>
                    <a:cubicBezTo>
                      <a:pt x="41" y="62"/>
                      <a:pt x="43" y="62"/>
                      <a:pt x="44" y="61"/>
                    </a:cubicBezTo>
                    <a:cubicBezTo>
                      <a:pt x="46" y="60"/>
                      <a:pt x="46" y="57"/>
                      <a:pt x="47" y="55"/>
                    </a:cubicBezTo>
                    <a:cubicBezTo>
                      <a:pt x="47" y="53"/>
                      <a:pt x="49" y="52"/>
                      <a:pt x="51" y="52"/>
                    </a:cubicBezTo>
                    <a:cubicBezTo>
                      <a:pt x="53" y="52"/>
                      <a:pt x="54" y="54"/>
                      <a:pt x="56" y="54"/>
                    </a:cubicBezTo>
                    <a:cubicBezTo>
                      <a:pt x="57" y="55"/>
                      <a:pt x="59" y="54"/>
                      <a:pt x="60" y="54"/>
                    </a:cubicBezTo>
                    <a:cubicBezTo>
                      <a:pt x="61" y="53"/>
                      <a:pt x="63" y="52"/>
                      <a:pt x="65" y="52"/>
                    </a:cubicBezTo>
                    <a:cubicBezTo>
                      <a:pt x="66" y="52"/>
                      <a:pt x="68" y="53"/>
                      <a:pt x="69" y="52"/>
                    </a:cubicBezTo>
                    <a:cubicBezTo>
                      <a:pt x="70" y="51"/>
                      <a:pt x="70" y="49"/>
                      <a:pt x="69" y="48"/>
                    </a:cubicBezTo>
                    <a:cubicBezTo>
                      <a:pt x="68" y="47"/>
                      <a:pt x="67" y="47"/>
                      <a:pt x="65" y="47"/>
                    </a:cubicBezTo>
                    <a:cubicBezTo>
                      <a:pt x="64" y="48"/>
                      <a:pt x="63" y="48"/>
                      <a:pt x="61" y="47"/>
                    </a:cubicBezTo>
                    <a:cubicBezTo>
                      <a:pt x="60" y="47"/>
                      <a:pt x="59" y="46"/>
                      <a:pt x="57" y="46"/>
                    </a:cubicBezTo>
                    <a:cubicBezTo>
                      <a:pt x="55" y="46"/>
                      <a:pt x="54" y="47"/>
                      <a:pt x="52" y="47"/>
                    </a:cubicBezTo>
                    <a:cubicBezTo>
                      <a:pt x="49" y="46"/>
                      <a:pt x="52" y="41"/>
                      <a:pt x="50" y="40"/>
                    </a:cubicBezTo>
                    <a:cubicBezTo>
                      <a:pt x="48" y="39"/>
                      <a:pt x="47" y="38"/>
                      <a:pt x="47" y="37"/>
                    </a:cubicBezTo>
                    <a:cubicBezTo>
                      <a:pt x="46" y="36"/>
                      <a:pt x="46" y="34"/>
                      <a:pt x="45" y="33"/>
                    </a:cubicBezTo>
                    <a:cubicBezTo>
                      <a:pt x="45" y="32"/>
                      <a:pt x="43" y="31"/>
                      <a:pt x="43" y="30"/>
                    </a:cubicBezTo>
                    <a:cubicBezTo>
                      <a:pt x="42" y="28"/>
                      <a:pt x="41" y="27"/>
                      <a:pt x="40" y="26"/>
                    </a:cubicBezTo>
                    <a:cubicBezTo>
                      <a:pt x="38" y="24"/>
                      <a:pt x="36" y="24"/>
                      <a:pt x="34" y="25"/>
                    </a:cubicBezTo>
                    <a:cubicBezTo>
                      <a:pt x="33" y="25"/>
                      <a:pt x="31" y="25"/>
                      <a:pt x="29" y="24"/>
                    </a:cubicBezTo>
                    <a:cubicBezTo>
                      <a:pt x="26" y="23"/>
                      <a:pt x="25" y="18"/>
                      <a:pt x="28" y="15"/>
                    </a:cubicBezTo>
                    <a:cubicBezTo>
                      <a:pt x="29" y="14"/>
                      <a:pt x="31" y="14"/>
                      <a:pt x="33" y="14"/>
                    </a:cubicBezTo>
                    <a:cubicBezTo>
                      <a:pt x="34" y="14"/>
                      <a:pt x="36" y="13"/>
                      <a:pt x="36" y="12"/>
                    </a:cubicBezTo>
                    <a:cubicBezTo>
                      <a:pt x="35" y="10"/>
                      <a:pt x="33" y="10"/>
                      <a:pt x="33" y="8"/>
                    </a:cubicBezTo>
                    <a:cubicBezTo>
                      <a:pt x="31" y="4"/>
                      <a:pt x="40" y="4"/>
                      <a:pt x="42" y="4"/>
                    </a:cubicBezTo>
                    <a:cubicBezTo>
                      <a:pt x="44" y="4"/>
                      <a:pt x="46" y="5"/>
                      <a:pt x="46" y="7"/>
                    </a:cubicBezTo>
                    <a:cubicBezTo>
                      <a:pt x="47" y="8"/>
                      <a:pt x="47" y="10"/>
                      <a:pt x="48" y="12"/>
                    </a:cubicBezTo>
                    <a:cubicBezTo>
                      <a:pt x="49" y="13"/>
                      <a:pt x="51" y="14"/>
                      <a:pt x="52" y="12"/>
                    </a:cubicBezTo>
                    <a:cubicBezTo>
                      <a:pt x="53" y="11"/>
                      <a:pt x="51" y="8"/>
                      <a:pt x="51" y="7"/>
                    </a:cubicBezTo>
                    <a:cubicBezTo>
                      <a:pt x="50" y="5"/>
                      <a:pt x="49" y="3"/>
                      <a:pt x="51" y="2"/>
                    </a:cubicBezTo>
                    <a:cubicBezTo>
                      <a:pt x="54" y="0"/>
                      <a:pt x="58" y="1"/>
                      <a:pt x="61" y="1"/>
                    </a:cubicBezTo>
                    <a:cubicBezTo>
                      <a:pt x="64" y="2"/>
                      <a:pt x="67" y="2"/>
                      <a:pt x="69" y="4"/>
                    </a:cubicBezTo>
                    <a:cubicBezTo>
                      <a:pt x="71" y="5"/>
                      <a:pt x="72" y="6"/>
                      <a:pt x="72" y="9"/>
                    </a:cubicBezTo>
                    <a:cubicBezTo>
                      <a:pt x="73" y="10"/>
                      <a:pt x="73" y="11"/>
                      <a:pt x="73" y="13"/>
                    </a:cubicBezTo>
                    <a:cubicBezTo>
                      <a:pt x="73" y="14"/>
                      <a:pt x="73" y="15"/>
                      <a:pt x="74" y="16"/>
                    </a:cubicBezTo>
                    <a:cubicBezTo>
                      <a:pt x="74" y="17"/>
                      <a:pt x="75" y="17"/>
                      <a:pt x="75" y="17"/>
                    </a:cubicBezTo>
                    <a:cubicBezTo>
                      <a:pt x="77" y="18"/>
                      <a:pt x="78" y="21"/>
                      <a:pt x="79" y="23"/>
                    </a:cubicBezTo>
                    <a:cubicBezTo>
                      <a:pt x="80" y="25"/>
                      <a:pt x="79" y="29"/>
                      <a:pt x="79" y="32"/>
                    </a:cubicBezTo>
                    <a:cubicBezTo>
                      <a:pt x="79" y="33"/>
                      <a:pt x="79" y="35"/>
                      <a:pt x="79" y="36"/>
                    </a:cubicBezTo>
                    <a:cubicBezTo>
                      <a:pt x="78" y="38"/>
                      <a:pt x="78" y="41"/>
                      <a:pt x="79" y="42"/>
                    </a:cubicBezTo>
                    <a:cubicBezTo>
                      <a:pt x="80" y="43"/>
                      <a:pt x="81" y="43"/>
                      <a:pt x="82" y="43"/>
                    </a:cubicBezTo>
                    <a:cubicBezTo>
                      <a:pt x="83" y="43"/>
                      <a:pt x="85" y="43"/>
                      <a:pt x="86" y="43"/>
                    </a:cubicBezTo>
                    <a:cubicBezTo>
                      <a:pt x="88" y="44"/>
                      <a:pt x="90" y="45"/>
                      <a:pt x="92" y="46"/>
                    </a:cubicBezTo>
                    <a:cubicBezTo>
                      <a:pt x="100" y="50"/>
                      <a:pt x="105" y="57"/>
                      <a:pt x="110" y="65"/>
                    </a:cubicBezTo>
                    <a:cubicBezTo>
                      <a:pt x="110" y="66"/>
                      <a:pt x="111" y="67"/>
                      <a:pt x="112" y="68"/>
                    </a:cubicBezTo>
                    <a:cubicBezTo>
                      <a:pt x="112" y="69"/>
                      <a:pt x="112" y="69"/>
                      <a:pt x="112" y="70"/>
                    </a:cubicBezTo>
                    <a:cubicBezTo>
                      <a:pt x="112" y="72"/>
                      <a:pt x="115" y="71"/>
                      <a:pt x="116" y="72"/>
                    </a:cubicBezTo>
                    <a:cubicBezTo>
                      <a:pt x="116" y="73"/>
                      <a:pt x="116" y="75"/>
                      <a:pt x="116" y="76"/>
                    </a:cubicBezTo>
                    <a:cubicBezTo>
                      <a:pt x="116" y="77"/>
                      <a:pt x="116" y="79"/>
                      <a:pt x="115" y="79"/>
                    </a:cubicBezTo>
                    <a:cubicBezTo>
                      <a:pt x="114" y="79"/>
                      <a:pt x="114" y="78"/>
                      <a:pt x="113" y="78"/>
                    </a:cubicBezTo>
                    <a:cubicBezTo>
                      <a:pt x="112" y="77"/>
                      <a:pt x="111" y="77"/>
                      <a:pt x="111" y="78"/>
                    </a:cubicBezTo>
                    <a:cubicBezTo>
                      <a:pt x="110" y="79"/>
                      <a:pt x="111" y="79"/>
                      <a:pt x="111" y="80"/>
                    </a:cubicBezTo>
                    <a:cubicBezTo>
                      <a:pt x="111" y="81"/>
                      <a:pt x="111" y="82"/>
                      <a:pt x="111" y="84"/>
                    </a:cubicBezTo>
                    <a:cubicBezTo>
                      <a:pt x="111" y="85"/>
                      <a:pt x="111" y="85"/>
                      <a:pt x="110" y="86"/>
                    </a:cubicBezTo>
                    <a:cubicBezTo>
                      <a:pt x="109" y="86"/>
                      <a:pt x="107" y="86"/>
                      <a:pt x="106" y="86"/>
                    </a:cubicBezTo>
                    <a:cubicBezTo>
                      <a:pt x="105" y="86"/>
                      <a:pt x="105" y="83"/>
                      <a:pt x="104" y="82"/>
                    </a:cubicBezTo>
                    <a:cubicBezTo>
                      <a:pt x="103" y="81"/>
                      <a:pt x="101" y="83"/>
                      <a:pt x="100" y="84"/>
                    </a:cubicBezTo>
                    <a:cubicBezTo>
                      <a:pt x="98" y="85"/>
                      <a:pt x="96" y="86"/>
                      <a:pt x="94" y="86"/>
                    </a:cubicBezTo>
                    <a:cubicBezTo>
                      <a:pt x="92" y="86"/>
                      <a:pt x="90" y="86"/>
                      <a:pt x="89" y="87"/>
                    </a:cubicBezTo>
                    <a:cubicBezTo>
                      <a:pt x="86" y="89"/>
                      <a:pt x="91" y="90"/>
                      <a:pt x="92" y="90"/>
                    </a:cubicBezTo>
                    <a:cubicBezTo>
                      <a:pt x="94" y="90"/>
                      <a:pt x="96" y="90"/>
                      <a:pt x="98" y="90"/>
                    </a:cubicBezTo>
                    <a:cubicBezTo>
                      <a:pt x="99" y="90"/>
                      <a:pt x="101" y="90"/>
                      <a:pt x="102" y="90"/>
                    </a:cubicBezTo>
                    <a:cubicBezTo>
                      <a:pt x="102" y="91"/>
                      <a:pt x="103" y="92"/>
                      <a:pt x="103" y="93"/>
                    </a:cubicBezTo>
                    <a:cubicBezTo>
                      <a:pt x="103" y="94"/>
                      <a:pt x="101" y="95"/>
                      <a:pt x="100" y="95"/>
                    </a:cubicBezTo>
                    <a:cubicBezTo>
                      <a:pt x="98" y="95"/>
                      <a:pt x="97" y="95"/>
                      <a:pt x="95" y="96"/>
                    </a:cubicBezTo>
                    <a:cubicBezTo>
                      <a:pt x="94" y="96"/>
                      <a:pt x="93" y="97"/>
                      <a:pt x="92" y="98"/>
                    </a:cubicBezTo>
                    <a:cubicBezTo>
                      <a:pt x="89" y="99"/>
                      <a:pt x="87" y="99"/>
                      <a:pt x="84" y="100"/>
                    </a:cubicBezTo>
                    <a:cubicBezTo>
                      <a:pt x="82" y="101"/>
                      <a:pt x="79" y="100"/>
                      <a:pt x="77" y="100"/>
                    </a:cubicBezTo>
                    <a:cubicBezTo>
                      <a:pt x="76" y="100"/>
                      <a:pt x="75" y="101"/>
                      <a:pt x="74" y="100"/>
                    </a:cubicBezTo>
                    <a:cubicBezTo>
                      <a:pt x="74" y="99"/>
                      <a:pt x="73" y="98"/>
                      <a:pt x="74" y="98"/>
                    </a:cubicBezTo>
                    <a:cubicBezTo>
                      <a:pt x="74" y="96"/>
                      <a:pt x="75" y="96"/>
                      <a:pt x="76" y="96"/>
                    </a:cubicBezTo>
                    <a:cubicBezTo>
                      <a:pt x="78" y="95"/>
                      <a:pt x="79" y="95"/>
                      <a:pt x="79" y="93"/>
                    </a:cubicBezTo>
                    <a:cubicBezTo>
                      <a:pt x="79" y="92"/>
                      <a:pt x="80" y="90"/>
                      <a:pt x="79" y="88"/>
                    </a:cubicBezTo>
                    <a:cubicBezTo>
                      <a:pt x="79" y="87"/>
                      <a:pt x="77" y="87"/>
                      <a:pt x="76" y="87"/>
                    </a:cubicBezTo>
                    <a:cubicBezTo>
                      <a:pt x="74" y="87"/>
                      <a:pt x="73" y="87"/>
                      <a:pt x="73" y="88"/>
                    </a:cubicBezTo>
                    <a:cubicBezTo>
                      <a:pt x="73" y="90"/>
                      <a:pt x="72" y="90"/>
                      <a:pt x="71" y="90"/>
                    </a:cubicBezTo>
                    <a:cubicBezTo>
                      <a:pt x="69" y="91"/>
                      <a:pt x="68" y="91"/>
                      <a:pt x="67" y="92"/>
                    </a:cubicBezTo>
                    <a:cubicBezTo>
                      <a:pt x="67" y="93"/>
                      <a:pt x="66" y="95"/>
                      <a:pt x="65" y="95"/>
                    </a:cubicBezTo>
                    <a:cubicBezTo>
                      <a:pt x="64" y="96"/>
                      <a:pt x="62" y="95"/>
                      <a:pt x="61" y="95"/>
                    </a:cubicBezTo>
                    <a:cubicBezTo>
                      <a:pt x="60" y="94"/>
                      <a:pt x="60" y="92"/>
                      <a:pt x="58" y="92"/>
                    </a:cubicBezTo>
                    <a:cubicBezTo>
                      <a:pt x="57" y="92"/>
                      <a:pt x="56" y="93"/>
                      <a:pt x="55" y="93"/>
                    </a:cubicBezTo>
                    <a:cubicBezTo>
                      <a:pt x="54" y="94"/>
                      <a:pt x="54" y="95"/>
                      <a:pt x="53" y="95"/>
                    </a:cubicBezTo>
                    <a:cubicBezTo>
                      <a:pt x="53" y="95"/>
                      <a:pt x="52" y="95"/>
                      <a:pt x="51" y="95"/>
                    </a:cubicBezTo>
                    <a:cubicBezTo>
                      <a:pt x="49" y="95"/>
                      <a:pt x="47" y="95"/>
                      <a:pt x="46" y="94"/>
                    </a:cubicBezTo>
                    <a:cubicBezTo>
                      <a:pt x="45" y="93"/>
                      <a:pt x="45" y="92"/>
                      <a:pt x="45" y="92"/>
                    </a:cubicBezTo>
                    <a:cubicBezTo>
                      <a:pt x="44" y="91"/>
                      <a:pt x="44" y="90"/>
                      <a:pt x="43" y="90"/>
                    </a:cubicBezTo>
                    <a:cubicBezTo>
                      <a:pt x="41" y="90"/>
                      <a:pt x="39" y="90"/>
                      <a:pt x="38" y="91"/>
                    </a:cubicBezTo>
                    <a:cubicBezTo>
                      <a:pt x="37" y="91"/>
                      <a:pt x="37" y="92"/>
                      <a:pt x="37" y="92"/>
                    </a:cubicBezTo>
                    <a:cubicBezTo>
                      <a:pt x="36" y="93"/>
                      <a:pt x="36" y="94"/>
                      <a:pt x="35" y="94"/>
                    </a:cubicBezTo>
                    <a:cubicBezTo>
                      <a:pt x="34" y="94"/>
                      <a:pt x="34" y="94"/>
                      <a:pt x="33" y="94"/>
                    </a:cubicBezTo>
                    <a:cubicBezTo>
                      <a:pt x="32" y="93"/>
                      <a:pt x="30" y="93"/>
                      <a:pt x="30" y="92"/>
                    </a:cubicBezTo>
                    <a:cubicBezTo>
                      <a:pt x="29" y="92"/>
                      <a:pt x="28" y="91"/>
                      <a:pt x="27" y="90"/>
                    </a:cubicBezTo>
                    <a:cubicBezTo>
                      <a:pt x="26" y="90"/>
                      <a:pt x="25" y="90"/>
                      <a:pt x="24" y="90"/>
                    </a:cubicBezTo>
                    <a:cubicBezTo>
                      <a:pt x="22" y="90"/>
                      <a:pt x="21" y="89"/>
                      <a:pt x="21" y="88"/>
                    </a:cubicBezTo>
                    <a:cubicBezTo>
                      <a:pt x="21" y="88"/>
                      <a:pt x="21" y="87"/>
                      <a:pt x="21" y="88"/>
                    </a:cubicBezTo>
                    <a:cubicBezTo>
                      <a:pt x="21" y="88"/>
                      <a:pt x="20" y="87"/>
                      <a:pt x="20" y="87"/>
                    </a:cubicBezTo>
                    <a:cubicBezTo>
                      <a:pt x="20" y="87"/>
                      <a:pt x="19" y="87"/>
                      <a:pt x="19" y="86"/>
                    </a:cubicBezTo>
                    <a:cubicBezTo>
                      <a:pt x="19" y="86"/>
                      <a:pt x="19" y="87"/>
                      <a:pt x="18" y="87"/>
                    </a:cubicBezTo>
                    <a:cubicBezTo>
                      <a:pt x="18" y="87"/>
                      <a:pt x="17" y="88"/>
                      <a:pt x="16" y="89"/>
                    </a:cubicBezTo>
                    <a:cubicBezTo>
                      <a:pt x="16" y="89"/>
                      <a:pt x="16" y="90"/>
                      <a:pt x="16" y="91"/>
                    </a:cubicBezTo>
                    <a:cubicBezTo>
                      <a:pt x="16" y="92"/>
                      <a:pt x="15" y="94"/>
                      <a:pt x="14" y="93"/>
                    </a:cubicBezTo>
                    <a:cubicBezTo>
                      <a:pt x="13" y="92"/>
                      <a:pt x="13" y="91"/>
                      <a:pt x="12" y="91"/>
                    </a:cubicBezTo>
                    <a:cubicBezTo>
                      <a:pt x="11" y="90"/>
                      <a:pt x="9" y="91"/>
                      <a:pt x="8" y="90"/>
                    </a:cubicBezTo>
                    <a:cubicBezTo>
                      <a:pt x="8" y="89"/>
                      <a:pt x="7" y="89"/>
                      <a:pt x="6" y="88"/>
                    </a:cubicBezTo>
                    <a:cubicBezTo>
                      <a:pt x="6" y="86"/>
                      <a:pt x="6" y="85"/>
                      <a:pt x="5" y="84"/>
                    </a:cubicBezTo>
                    <a:cubicBezTo>
                      <a:pt x="4" y="83"/>
                      <a:pt x="3" y="84"/>
                      <a:pt x="2" y="84"/>
                    </a:cubicBezTo>
                    <a:cubicBezTo>
                      <a:pt x="1" y="84"/>
                      <a:pt x="0" y="84"/>
                      <a:pt x="0" y="83"/>
                    </a:cubicBezTo>
                    <a:cubicBezTo>
                      <a:pt x="0" y="82"/>
                      <a:pt x="0" y="81"/>
                      <a:pt x="0" y="81"/>
                    </a:cubicBezTo>
                    <a:cubicBezTo>
                      <a:pt x="0" y="80"/>
                      <a:pt x="1" y="81"/>
                      <a:pt x="1" y="80"/>
                    </a:cubicBezTo>
                    <a:cubicBezTo>
                      <a:pt x="1" y="80"/>
                      <a:pt x="2" y="80"/>
                      <a:pt x="2" y="80"/>
                    </a:cubicBezTo>
                    <a:cubicBezTo>
                      <a:pt x="3" y="79"/>
                      <a:pt x="4" y="79"/>
                      <a:pt x="4" y="78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" y="75"/>
                      <a:pt x="4" y="71"/>
                      <a:pt x="6" y="7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11" name="Freeform 3014">
                <a:extLst>
                  <a:ext uri="{FF2B5EF4-FFF2-40B4-BE49-F238E27FC236}">
                    <a16:creationId xmlns:a16="http://schemas.microsoft.com/office/drawing/2014/main" id="{E433E0F1-5C40-44F5-84FB-0DB0B962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783"/>
                <a:ext cx="9" cy="5"/>
              </a:xfrm>
              <a:custGeom>
                <a:avLst/>
                <a:gdLst>
                  <a:gd name="T0" fmla="*/ 3 w 21"/>
                  <a:gd name="T1" fmla="*/ 5 h 14"/>
                  <a:gd name="T2" fmla="*/ 1 w 21"/>
                  <a:gd name="T3" fmla="*/ 2 h 14"/>
                  <a:gd name="T4" fmla="*/ 0 w 21"/>
                  <a:gd name="T5" fmla="*/ 0 h 14"/>
                  <a:gd name="T6" fmla="*/ 2 w 21"/>
                  <a:gd name="T7" fmla="*/ 0 h 14"/>
                  <a:gd name="T8" fmla="*/ 5 w 21"/>
                  <a:gd name="T9" fmla="*/ 2 h 14"/>
                  <a:gd name="T10" fmla="*/ 8 w 21"/>
                  <a:gd name="T11" fmla="*/ 3 h 14"/>
                  <a:gd name="T12" fmla="*/ 12 w 21"/>
                  <a:gd name="T13" fmla="*/ 4 h 14"/>
                  <a:gd name="T14" fmla="*/ 16 w 21"/>
                  <a:gd name="T15" fmla="*/ 5 h 14"/>
                  <a:gd name="T16" fmla="*/ 19 w 21"/>
                  <a:gd name="T17" fmla="*/ 8 h 14"/>
                  <a:gd name="T18" fmla="*/ 21 w 21"/>
                  <a:gd name="T19" fmla="*/ 12 h 14"/>
                  <a:gd name="T20" fmla="*/ 18 w 21"/>
                  <a:gd name="T21" fmla="*/ 13 h 14"/>
                  <a:gd name="T22" fmla="*/ 15 w 21"/>
                  <a:gd name="T23" fmla="*/ 13 h 14"/>
                  <a:gd name="T24" fmla="*/ 13 w 21"/>
                  <a:gd name="T25" fmla="*/ 12 h 14"/>
                  <a:gd name="T26" fmla="*/ 10 w 21"/>
                  <a:gd name="T27" fmla="*/ 10 h 14"/>
                  <a:gd name="T28" fmla="*/ 9 w 21"/>
                  <a:gd name="T29" fmla="*/ 8 h 14"/>
                  <a:gd name="T30" fmla="*/ 6 w 21"/>
                  <a:gd name="T31" fmla="*/ 7 h 14"/>
                  <a:gd name="T32" fmla="*/ 3 w 21"/>
                  <a:gd name="T3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4">
                    <a:moveTo>
                      <a:pt x="3" y="5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9" y="3"/>
                      <a:pt x="11" y="3"/>
                      <a:pt x="12" y="4"/>
                    </a:cubicBezTo>
                    <a:cubicBezTo>
                      <a:pt x="14" y="4"/>
                      <a:pt x="15" y="4"/>
                      <a:pt x="16" y="5"/>
                    </a:cubicBezTo>
                    <a:cubicBezTo>
                      <a:pt x="17" y="6"/>
                      <a:pt x="18" y="7"/>
                      <a:pt x="19" y="8"/>
                    </a:cubicBezTo>
                    <a:cubicBezTo>
                      <a:pt x="20" y="8"/>
                      <a:pt x="21" y="10"/>
                      <a:pt x="21" y="12"/>
                    </a:cubicBezTo>
                    <a:cubicBezTo>
                      <a:pt x="21" y="14"/>
                      <a:pt x="19" y="13"/>
                      <a:pt x="18" y="13"/>
                    </a:cubicBezTo>
                    <a:cubicBezTo>
                      <a:pt x="17" y="13"/>
                      <a:pt x="16" y="13"/>
                      <a:pt x="15" y="13"/>
                    </a:cubicBezTo>
                    <a:cubicBezTo>
                      <a:pt x="14" y="13"/>
                      <a:pt x="13" y="13"/>
                      <a:pt x="13" y="12"/>
                    </a:cubicBezTo>
                    <a:cubicBezTo>
                      <a:pt x="12" y="12"/>
                      <a:pt x="11" y="11"/>
                      <a:pt x="10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8"/>
                      <a:pt x="7" y="8"/>
                      <a:pt x="6" y="7"/>
                    </a:cubicBezTo>
                    <a:cubicBezTo>
                      <a:pt x="5" y="7"/>
                      <a:pt x="4" y="6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12" name="Freeform 3015">
                <a:extLst>
                  <a:ext uri="{FF2B5EF4-FFF2-40B4-BE49-F238E27FC236}">
                    <a16:creationId xmlns:a16="http://schemas.microsoft.com/office/drawing/2014/main" id="{28E8E06B-39F0-48BB-A432-F0A65AF9B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67"/>
                <a:ext cx="4" cy="4"/>
              </a:xfrm>
              <a:custGeom>
                <a:avLst/>
                <a:gdLst>
                  <a:gd name="T0" fmla="*/ 2 w 10"/>
                  <a:gd name="T1" fmla="*/ 3 h 9"/>
                  <a:gd name="T2" fmla="*/ 3 w 10"/>
                  <a:gd name="T3" fmla="*/ 2 h 9"/>
                  <a:gd name="T4" fmla="*/ 6 w 10"/>
                  <a:gd name="T5" fmla="*/ 0 h 9"/>
                  <a:gd name="T6" fmla="*/ 8 w 10"/>
                  <a:gd name="T7" fmla="*/ 1 h 9"/>
                  <a:gd name="T8" fmla="*/ 10 w 10"/>
                  <a:gd name="T9" fmla="*/ 3 h 9"/>
                  <a:gd name="T10" fmla="*/ 10 w 10"/>
                  <a:gd name="T11" fmla="*/ 6 h 9"/>
                  <a:gd name="T12" fmla="*/ 5 w 10"/>
                  <a:gd name="T13" fmla="*/ 9 h 9"/>
                  <a:gd name="T14" fmla="*/ 1 w 10"/>
                  <a:gd name="T15" fmla="*/ 6 h 9"/>
                  <a:gd name="T16" fmla="*/ 2 w 10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2" y="3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9" y="7"/>
                      <a:pt x="8" y="9"/>
                      <a:pt x="5" y="9"/>
                    </a:cubicBezTo>
                    <a:cubicBezTo>
                      <a:pt x="4" y="9"/>
                      <a:pt x="1" y="8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13" name="Freeform 3016">
                <a:extLst>
                  <a:ext uri="{FF2B5EF4-FFF2-40B4-BE49-F238E27FC236}">
                    <a16:creationId xmlns:a16="http://schemas.microsoft.com/office/drawing/2014/main" id="{B73513C1-E0DE-42FF-A17A-3C8A9CA9D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757"/>
                <a:ext cx="19" cy="10"/>
              </a:xfrm>
              <a:custGeom>
                <a:avLst/>
                <a:gdLst>
                  <a:gd name="T0" fmla="*/ 3 w 48"/>
                  <a:gd name="T1" fmla="*/ 19 h 24"/>
                  <a:gd name="T2" fmla="*/ 9 w 48"/>
                  <a:gd name="T3" fmla="*/ 19 h 24"/>
                  <a:gd name="T4" fmla="*/ 13 w 48"/>
                  <a:gd name="T5" fmla="*/ 18 h 24"/>
                  <a:gd name="T6" fmla="*/ 15 w 48"/>
                  <a:gd name="T7" fmla="*/ 15 h 24"/>
                  <a:gd name="T8" fmla="*/ 19 w 48"/>
                  <a:gd name="T9" fmla="*/ 13 h 24"/>
                  <a:gd name="T10" fmla="*/ 21 w 48"/>
                  <a:gd name="T11" fmla="*/ 10 h 24"/>
                  <a:gd name="T12" fmla="*/ 24 w 48"/>
                  <a:gd name="T13" fmla="*/ 9 h 24"/>
                  <a:gd name="T14" fmla="*/ 26 w 48"/>
                  <a:gd name="T15" fmla="*/ 9 h 24"/>
                  <a:gd name="T16" fmla="*/ 33 w 48"/>
                  <a:gd name="T17" fmla="*/ 9 h 24"/>
                  <a:gd name="T18" fmla="*/ 34 w 48"/>
                  <a:gd name="T19" fmla="*/ 5 h 24"/>
                  <a:gd name="T20" fmla="*/ 36 w 48"/>
                  <a:gd name="T21" fmla="*/ 5 h 24"/>
                  <a:gd name="T22" fmla="*/ 38 w 48"/>
                  <a:gd name="T23" fmla="*/ 3 h 24"/>
                  <a:gd name="T24" fmla="*/ 41 w 48"/>
                  <a:gd name="T25" fmla="*/ 1 h 24"/>
                  <a:gd name="T26" fmla="*/ 47 w 48"/>
                  <a:gd name="T27" fmla="*/ 2 h 24"/>
                  <a:gd name="T28" fmla="*/ 46 w 48"/>
                  <a:gd name="T29" fmla="*/ 9 h 24"/>
                  <a:gd name="T30" fmla="*/ 41 w 48"/>
                  <a:gd name="T31" fmla="*/ 12 h 24"/>
                  <a:gd name="T32" fmla="*/ 41 w 48"/>
                  <a:gd name="T33" fmla="*/ 15 h 24"/>
                  <a:gd name="T34" fmla="*/ 38 w 48"/>
                  <a:gd name="T35" fmla="*/ 15 h 24"/>
                  <a:gd name="T36" fmla="*/ 35 w 48"/>
                  <a:gd name="T37" fmla="*/ 19 h 24"/>
                  <a:gd name="T38" fmla="*/ 29 w 48"/>
                  <a:gd name="T39" fmla="*/ 20 h 24"/>
                  <a:gd name="T40" fmla="*/ 28 w 48"/>
                  <a:gd name="T41" fmla="*/ 23 h 24"/>
                  <a:gd name="T42" fmla="*/ 24 w 48"/>
                  <a:gd name="T43" fmla="*/ 24 h 24"/>
                  <a:gd name="T44" fmla="*/ 18 w 48"/>
                  <a:gd name="T45" fmla="*/ 24 h 24"/>
                  <a:gd name="T46" fmla="*/ 12 w 48"/>
                  <a:gd name="T47" fmla="*/ 24 h 24"/>
                  <a:gd name="T48" fmla="*/ 6 w 48"/>
                  <a:gd name="T49" fmla="*/ 23 h 24"/>
                  <a:gd name="T50" fmla="*/ 3 w 48"/>
                  <a:gd name="T51" fmla="*/ 22 h 24"/>
                  <a:gd name="T52" fmla="*/ 0 w 48"/>
                  <a:gd name="T53" fmla="*/ 21 h 24"/>
                  <a:gd name="T54" fmla="*/ 3 w 48"/>
                  <a:gd name="T55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" h="24">
                    <a:moveTo>
                      <a:pt x="3" y="19"/>
                    </a:moveTo>
                    <a:cubicBezTo>
                      <a:pt x="5" y="18"/>
                      <a:pt x="9" y="19"/>
                      <a:pt x="9" y="19"/>
                    </a:cubicBezTo>
                    <a:cubicBezTo>
                      <a:pt x="10" y="19"/>
                      <a:pt x="12" y="18"/>
                      <a:pt x="13" y="18"/>
                    </a:cubicBezTo>
                    <a:cubicBezTo>
                      <a:pt x="14" y="17"/>
                      <a:pt x="14" y="16"/>
                      <a:pt x="15" y="15"/>
                    </a:cubicBezTo>
                    <a:cubicBezTo>
                      <a:pt x="16" y="13"/>
                      <a:pt x="18" y="14"/>
                      <a:pt x="19" y="13"/>
                    </a:cubicBezTo>
                    <a:cubicBezTo>
                      <a:pt x="21" y="13"/>
                      <a:pt x="21" y="11"/>
                      <a:pt x="21" y="10"/>
                    </a:cubicBezTo>
                    <a:cubicBezTo>
                      <a:pt x="22" y="10"/>
                      <a:pt x="23" y="9"/>
                      <a:pt x="24" y="9"/>
                    </a:cubicBezTo>
                    <a:cubicBezTo>
                      <a:pt x="25" y="9"/>
                      <a:pt x="25" y="9"/>
                      <a:pt x="26" y="9"/>
                    </a:cubicBezTo>
                    <a:cubicBezTo>
                      <a:pt x="28" y="9"/>
                      <a:pt x="30" y="9"/>
                      <a:pt x="33" y="9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6" y="5"/>
                    </a:cubicBezTo>
                    <a:cubicBezTo>
                      <a:pt x="37" y="5"/>
                      <a:pt x="38" y="4"/>
                      <a:pt x="38" y="3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3" y="0"/>
                      <a:pt x="46" y="0"/>
                      <a:pt x="47" y="2"/>
                    </a:cubicBezTo>
                    <a:cubicBezTo>
                      <a:pt x="48" y="4"/>
                      <a:pt x="48" y="8"/>
                      <a:pt x="46" y="9"/>
                    </a:cubicBezTo>
                    <a:cubicBezTo>
                      <a:pt x="45" y="10"/>
                      <a:pt x="42" y="10"/>
                      <a:pt x="41" y="12"/>
                    </a:cubicBezTo>
                    <a:cubicBezTo>
                      <a:pt x="41" y="13"/>
                      <a:pt x="41" y="14"/>
                      <a:pt x="41" y="15"/>
                    </a:cubicBezTo>
                    <a:cubicBezTo>
                      <a:pt x="40" y="15"/>
                      <a:pt x="39" y="15"/>
                      <a:pt x="38" y="15"/>
                    </a:cubicBezTo>
                    <a:cubicBezTo>
                      <a:pt x="36" y="16"/>
                      <a:pt x="37" y="18"/>
                      <a:pt x="35" y="19"/>
                    </a:cubicBezTo>
                    <a:cubicBezTo>
                      <a:pt x="33" y="19"/>
                      <a:pt x="30" y="18"/>
                      <a:pt x="29" y="20"/>
                    </a:cubicBezTo>
                    <a:cubicBezTo>
                      <a:pt x="29" y="22"/>
                      <a:pt x="29" y="23"/>
                      <a:pt x="28" y="23"/>
                    </a:cubicBezTo>
                    <a:cubicBezTo>
                      <a:pt x="27" y="24"/>
                      <a:pt x="25" y="24"/>
                      <a:pt x="24" y="24"/>
                    </a:cubicBezTo>
                    <a:cubicBezTo>
                      <a:pt x="22" y="24"/>
                      <a:pt x="20" y="24"/>
                      <a:pt x="18" y="24"/>
                    </a:cubicBezTo>
                    <a:cubicBezTo>
                      <a:pt x="16" y="24"/>
                      <a:pt x="14" y="24"/>
                      <a:pt x="12" y="24"/>
                    </a:cubicBezTo>
                    <a:cubicBezTo>
                      <a:pt x="10" y="24"/>
                      <a:pt x="8" y="23"/>
                      <a:pt x="6" y="23"/>
                    </a:cubicBezTo>
                    <a:cubicBezTo>
                      <a:pt x="5" y="23"/>
                      <a:pt x="4" y="23"/>
                      <a:pt x="3" y="22"/>
                    </a:cubicBezTo>
                    <a:cubicBezTo>
                      <a:pt x="2" y="22"/>
                      <a:pt x="1" y="22"/>
                      <a:pt x="0" y="21"/>
                    </a:cubicBezTo>
                    <a:cubicBezTo>
                      <a:pt x="0" y="20"/>
                      <a:pt x="1" y="19"/>
                      <a:pt x="3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14" name="Freeform 3017">
                <a:extLst>
                  <a:ext uri="{FF2B5EF4-FFF2-40B4-BE49-F238E27FC236}">
                    <a16:creationId xmlns:a16="http://schemas.microsoft.com/office/drawing/2014/main" id="{20C63935-6E84-4FE1-A004-3F8DB9040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746"/>
                <a:ext cx="4" cy="4"/>
              </a:xfrm>
              <a:custGeom>
                <a:avLst/>
                <a:gdLst>
                  <a:gd name="T0" fmla="*/ 1 w 11"/>
                  <a:gd name="T1" fmla="*/ 4 h 11"/>
                  <a:gd name="T2" fmla="*/ 0 w 11"/>
                  <a:gd name="T3" fmla="*/ 2 h 11"/>
                  <a:gd name="T4" fmla="*/ 2 w 11"/>
                  <a:gd name="T5" fmla="*/ 1 h 11"/>
                  <a:gd name="T6" fmla="*/ 5 w 11"/>
                  <a:gd name="T7" fmla="*/ 1 h 11"/>
                  <a:gd name="T8" fmla="*/ 9 w 11"/>
                  <a:gd name="T9" fmla="*/ 0 h 11"/>
                  <a:gd name="T10" fmla="*/ 10 w 11"/>
                  <a:gd name="T11" fmla="*/ 6 h 11"/>
                  <a:gd name="T12" fmla="*/ 10 w 11"/>
                  <a:gd name="T13" fmla="*/ 9 h 11"/>
                  <a:gd name="T14" fmla="*/ 5 w 11"/>
                  <a:gd name="T15" fmla="*/ 8 h 11"/>
                  <a:gd name="T16" fmla="*/ 4 w 11"/>
                  <a:gd name="T17" fmla="*/ 6 h 11"/>
                  <a:gd name="T18" fmla="*/ 3 w 11"/>
                  <a:gd name="T19" fmla="*/ 5 h 11"/>
                  <a:gd name="T20" fmla="*/ 1 w 11"/>
                  <a:gd name="T2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1" y="1"/>
                      <a:pt x="10" y="4"/>
                      <a:pt x="10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5" y="7"/>
                      <a:pt x="5" y="6"/>
                      <a:pt x="4" y="6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15" name="Freeform 3018">
                <a:extLst>
                  <a:ext uri="{FF2B5EF4-FFF2-40B4-BE49-F238E27FC236}">
                    <a16:creationId xmlns:a16="http://schemas.microsoft.com/office/drawing/2014/main" id="{E9DDECEE-4447-4678-8D31-002485A6C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738"/>
                <a:ext cx="7" cy="8"/>
              </a:xfrm>
              <a:custGeom>
                <a:avLst/>
                <a:gdLst>
                  <a:gd name="T0" fmla="*/ 6 w 17"/>
                  <a:gd name="T1" fmla="*/ 19 h 19"/>
                  <a:gd name="T2" fmla="*/ 5 w 17"/>
                  <a:gd name="T3" fmla="*/ 18 h 19"/>
                  <a:gd name="T4" fmla="*/ 4 w 17"/>
                  <a:gd name="T5" fmla="*/ 17 h 19"/>
                  <a:gd name="T6" fmla="*/ 3 w 17"/>
                  <a:gd name="T7" fmla="*/ 15 h 19"/>
                  <a:gd name="T8" fmla="*/ 1 w 17"/>
                  <a:gd name="T9" fmla="*/ 14 h 19"/>
                  <a:gd name="T10" fmla="*/ 0 w 17"/>
                  <a:gd name="T11" fmla="*/ 12 h 19"/>
                  <a:gd name="T12" fmla="*/ 0 w 17"/>
                  <a:gd name="T13" fmla="*/ 9 h 19"/>
                  <a:gd name="T14" fmla="*/ 0 w 17"/>
                  <a:gd name="T15" fmla="*/ 7 h 19"/>
                  <a:gd name="T16" fmla="*/ 3 w 17"/>
                  <a:gd name="T17" fmla="*/ 6 h 19"/>
                  <a:gd name="T18" fmla="*/ 8 w 17"/>
                  <a:gd name="T19" fmla="*/ 5 h 19"/>
                  <a:gd name="T20" fmla="*/ 9 w 17"/>
                  <a:gd name="T21" fmla="*/ 3 h 19"/>
                  <a:gd name="T22" fmla="*/ 11 w 17"/>
                  <a:gd name="T23" fmla="*/ 1 h 19"/>
                  <a:gd name="T24" fmla="*/ 16 w 17"/>
                  <a:gd name="T25" fmla="*/ 2 h 19"/>
                  <a:gd name="T26" fmla="*/ 17 w 17"/>
                  <a:gd name="T27" fmla="*/ 8 h 19"/>
                  <a:gd name="T28" fmla="*/ 13 w 17"/>
                  <a:gd name="T29" fmla="*/ 11 h 19"/>
                  <a:gd name="T30" fmla="*/ 9 w 17"/>
                  <a:gd name="T31" fmla="*/ 18 h 19"/>
                  <a:gd name="T32" fmla="*/ 6 w 17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9">
                    <a:moveTo>
                      <a:pt x="6" y="19"/>
                    </a:moveTo>
                    <a:cubicBezTo>
                      <a:pt x="6" y="18"/>
                      <a:pt x="6" y="18"/>
                      <a:pt x="5" y="18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3" y="17"/>
                      <a:pt x="4" y="16"/>
                      <a:pt x="3" y="15"/>
                    </a:cubicBezTo>
                    <a:cubicBezTo>
                      <a:pt x="3" y="15"/>
                      <a:pt x="2" y="15"/>
                      <a:pt x="1" y="14"/>
                    </a:cubicBezTo>
                    <a:cubicBezTo>
                      <a:pt x="1" y="13"/>
                      <a:pt x="0" y="12"/>
                      <a:pt x="0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8" y="7"/>
                      <a:pt x="8" y="5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2"/>
                      <a:pt x="10" y="1"/>
                      <a:pt x="11" y="1"/>
                    </a:cubicBezTo>
                    <a:cubicBezTo>
                      <a:pt x="12" y="0"/>
                      <a:pt x="15" y="1"/>
                      <a:pt x="16" y="2"/>
                    </a:cubicBezTo>
                    <a:cubicBezTo>
                      <a:pt x="17" y="4"/>
                      <a:pt x="17" y="6"/>
                      <a:pt x="17" y="8"/>
                    </a:cubicBezTo>
                    <a:cubicBezTo>
                      <a:pt x="16" y="10"/>
                      <a:pt x="14" y="10"/>
                      <a:pt x="13" y="11"/>
                    </a:cubicBezTo>
                    <a:cubicBezTo>
                      <a:pt x="12" y="14"/>
                      <a:pt x="13" y="18"/>
                      <a:pt x="9" y="18"/>
                    </a:cubicBezTo>
                    <a:cubicBezTo>
                      <a:pt x="8" y="19"/>
                      <a:pt x="7" y="19"/>
                      <a:pt x="6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16" name="Freeform 3019">
                <a:extLst>
                  <a:ext uri="{FF2B5EF4-FFF2-40B4-BE49-F238E27FC236}">
                    <a16:creationId xmlns:a16="http://schemas.microsoft.com/office/drawing/2014/main" id="{CD14CD77-6BCC-4A8A-A981-35E0A06DB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17"/>
                <a:ext cx="9" cy="4"/>
              </a:xfrm>
              <a:custGeom>
                <a:avLst/>
                <a:gdLst>
                  <a:gd name="T0" fmla="*/ 0 w 21"/>
                  <a:gd name="T1" fmla="*/ 2 h 10"/>
                  <a:gd name="T2" fmla="*/ 5 w 21"/>
                  <a:gd name="T3" fmla="*/ 0 h 10"/>
                  <a:gd name="T4" fmla="*/ 11 w 21"/>
                  <a:gd name="T5" fmla="*/ 0 h 10"/>
                  <a:gd name="T6" fmla="*/ 13 w 21"/>
                  <a:gd name="T7" fmla="*/ 0 h 10"/>
                  <a:gd name="T8" fmla="*/ 16 w 21"/>
                  <a:gd name="T9" fmla="*/ 0 h 10"/>
                  <a:gd name="T10" fmla="*/ 20 w 21"/>
                  <a:gd name="T11" fmla="*/ 2 h 10"/>
                  <a:gd name="T12" fmla="*/ 20 w 21"/>
                  <a:gd name="T13" fmla="*/ 5 h 10"/>
                  <a:gd name="T14" fmla="*/ 20 w 21"/>
                  <a:gd name="T15" fmla="*/ 8 h 10"/>
                  <a:gd name="T16" fmla="*/ 19 w 21"/>
                  <a:gd name="T17" fmla="*/ 10 h 10"/>
                  <a:gd name="T18" fmla="*/ 15 w 21"/>
                  <a:gd name="T19" fmla="*/ 9 h 10"/>
                  <a:gd name="T20" fmla="*/ 14 w 21"/>
                  <a:gd name="T21" fmla="*/ 7 h 10"/>
                  <a:gd name="T22" fmla="*/ 10 w 21"/>
                  <a:gd name="T23" fmla="*/ 6 h 10"/>
                  <a:gd name="T24" fmla="*/ 7 w 21"/>
                  <a:gd name="T25" fmla="*/ 6 h 10"/>
                  <a:gd name="T26" fmla="*/ 4 w 21"/>
                  <a:gd name="T27" fmla="*/ 5 h 10"/>
                  <a:gd name="T28" fmla="*/ 3 w 21"/>
                  <a:gd name="T29" fmla="*/ 5 h 10"/>
                  <a:gd name="T30" fmla="*/ 1 w 21"/>
                  <a:gd name="T31" fmla="*/ 4 h 10"/>
                  <a:gd name="T32" fmla="*/ 0 w 21"/>
                  <a:gd name="T3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0">
                    <a:moveTo>
                      <a:pt x="0" y="2"/>
                    </a:moveTo>
                    <a:cubicBezTo>
                      <a:pt x="1" y="1"/>
                      <a:pt x="4" y="0"/>
                      <a:pt x="5" y="0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7" y="0"/>
                      <a:pt x="19" y="1"/>
                      <a:pt x="20" y="2"/>
                    </a:cubicBezTo>
                    <a:cubicBezTo>
                      <a:pt x="20" y="3"/>
                      <a:pt x="20" y="4"/>
                      <a:pt x="20" y="5"/>
                    </a:cubicBezTo>
                    <a:cubicBezTo>
                      <a:pt x="20" y="6"/>
                      <a:pt x="21" y="7"/>
                      <a:pt x="20" y="8"/>
                    </a:cubicBezTo>
                    <a:cubicBezTo>
                      <a:pt x="20" y="9"/>
                      <a:pt x="20" y="10"/>
                      <a:pt x="19" y="10"/>
                    </a:cubicBezTo>
                    <a:cubicBezTo>
                      <a:pt x="17" y="10"/>
                      <a:pt x="16" y="10"/>
                      <a:pt x="15" y="9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3" y="6"/>
                      <a:pt x="11" y="6"/>
                      <a:pt x="10" y="6"/>
                    </a:cubicBezTo>
                    <a:cubicBezTo>
                      <a:pt x="9" y="6"/>
                      <a:pt x="8" y="6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17" name="Freeform 3020">
                <a:extLst>
                  <a:ext uri="{FF2B5EF4-FFF2-40B4-BE49-F238E27FC236}">
                    <a16:creationId xmlns:a16="http://schemas.microsoft.com/office/drawing/2014/main" id="{2B3BC840-7060-4FB5-B1CD-7CD8A5EB9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22"/>
                <a:ext cx="12" cy="14"/>
              </a:xfrm>
              <a:custGeom>
                <a:avLst/>
                <a:gdLst>
                  <a:gd name="T0" fmla="*/ 5 w 31"/>
                  <a:gd name="T1" fmla="*/ 18 h 34"/>
                  <a:gd name="T2" fmla="*/ 1 w 31"/>
                  <a:gd name="T3" fmla="*/ 15 h 34"/>
                  <a:gd name="T4" fmla="*/ 0 w 31"/>
                  <a:gd name="T5" fmla="*/ 8 h 34"/>
                  <a:gd name="T6" fmla="*/ 0 w 31"/>
                  <a:gd name="T7" fmla="*/ 8 h 34"/>
                  <a:gd name="T8" fmla="*/ 1 w 31"/>
                  <a:gd name="T9" fmla="*/ 8 h 34"/>
                  <a:gd name="T10" fmla="*/ 1 w 31"/>
                  <a:gd name="T11" fmla="*/ 7 h 34"/>
                  <a:gd name="T12" fmla="*/ 2 w 31"/>
                  <a:gd name="T13" fmla="*/ 6 h 34"/>
                  <a:gd name="T14" fmla="*/ 6 w 31"/>
                  <a:gd name="T15" fmla="*/ 6 h 34"/>
                  <a:gd name="T16" fmla="*/ 8 w 31"/>
                  <a:gd name="T17" fmla="*/ 6 h 34"/>
                  <a:gd name="T18" fmla="*/ 9 w 31"/>
                  <a:gd name="T19" fmla="*/ 4 h 34"/>
                  <a:gd name="T20" fmla="*/ 10 w 31"/>
                  <a:gd name="T21" fmla="*/ 1 h 34"/>
                  <a:gd name="T22" fmla="*/ 16 w 31"/>
                  <a:gd name="T23" fmla="*/ 0 h 34"/>
                  <a:gd name="T24" fmla="*/ 22 w 31"/>
                  <a:gd name="T25" fmla="*/ 1 h 34"/>
                  <a:gd name="T26" fmla="*/ 24 w 31"/>
                  <a:gd name="T27" fmla="*/ 4 h 34"/>
                  <a:gd name="T28" fmla="*/ 29 w 31"/>
                  <a:gd name="T29" fmla="*/ 7 h 34"/>
                  <a:gd name="T30" fmla="*/ 30 w 31"/>
                  <a:gd name="T31" fmla="*/ 10 h 34"/>
                  <a:gd name="T32" fmla="*/ 29 w 31"/>
                  <a:gd name="T33" fmla="*/ 14 h 34"/>
                  <a:gd name="T34" fmla="*/ 29 w 31"/>
                  <a:gd name="T35" fmla="*/ 19 h 34"/>
                  <a:gd name="T36" fmla="*/ 27 w 31"/>
                  <a:gd name="T37" fmla="*/ 22 h 34"/>
                  <a:gd name="T38" fmla="*/ 25 w 31"/>
                  <a:gd name="T39" fmla="*/ 26 h 34"/>
                  <a:gd name="T40" fmla="*/ 22 w 31"/>
                  <a:gd name="T41" fmla="*/ 29 h 34"/>
                  <a:gd name="T42" fmla="*/ 19 w 31"/>
                  <a:gd name="T43" fmla="*/ 31 h 34"/>
                  <a:gd name="T44" fmla="*/ 15 w 31"/>
                  <a:gd name="T45" fmla="*/ 34 h 34"/>
                  <a:gd name="T46" fmla="*/ 11 w 31"/>
                  <a:gd name="T47" fmla="*/ 33 h 34"/>
                  <a:gd name="T48" fmla="*/ 9 w 31"/>
                  <a:gd name="T49" fmla="*/ 29 h 34"/>
                  <a:gd name="T50" fmla="*/ 9 w 31"/>
                  <a:gd name="T51" fmla="*/ 28 h 34"/>
                  <a:gd name="T52" fmla="*/ 6 w 31"/>
                  <a:gd name="T53" fmla="*/ 26 h 34"/>
                  <a:gd name="T54" fmla="*/ 5 w 31"/>
                  <a:gd name="T55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34">
                    <a:moveTo>
                      <a:pt x="5" y="18"/>
                    </a:moveTo>
                    <a:cubicBezTo>
                      <a:pt x="4" y="17"/>
                      <a:pt x="2" y="16"/>
                      <a:pt x="1" y="15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3" y="6"/>
                      <a:pt x="4" y="6"/>
                      <a:pt x="6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10" y="1"/>
                    </a:cubicBezTo>
                    <a:cubicBezTo>
                      <a:pt x="12" y="0"/>
                      <a:pt x="15" y="0"/>
                      <a:pt x="16" y="0"/>
                    </a:cubicBezTo>
                    <a:cubicBezTo>
                      <a:pt x="18" y="0"/>
                      <a:pt x="21" y="0"/>
                      <a:pt x="22" y="1"/>
                    </a:cubicBezTo>
                    <a:cubicBezTo>
                      <a:pt x="23" y="2"/>
                      <a:pt x="24" y="3"/>
                      <a:pt x="24" y="4"/>
                    </a:cubicBezTo>
                    <a:cubicBezTo>
                      <a:pt x="25" y="6"/>
                      <a:pt x="27" y="6"/>
                      <a:pt x="29" y="7"/>
                    </a:cubicBezTo>
                    <a:cubicBezTo>
                      <a:pt x="30" y="8"/>
                      <a:pt x="31" y="8"/>
                      <a:pt x="30" y="10"/>
                    </a:cubicBezTo>
                    <a:cubicBezTo>
                      <a:pt x="30" y="11"/>
                      <a:pt x="29" y="12"/>
                      <a:pt x="29" y="14"/>
                    </a:cubicBezTo>
                    <a:cubicBezTo>
                      <a:pt x="28" y="15"/>
                      <a:pt x="29" y="17"/>
                      <a:pt x="29" y="19"/>
                    </a:cubicBezTo>
                    <a:cubicBezTo>
                      <a:pt x="29" y="21"/>
                      <a:pt x="28" y="22"/>
                      <a:pt x="27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4" y="27"/>
                      <a:pt x="24" y="29"/>
                      <a:pt x="22" y="29"/>
                    </a:cubicBezTo>
                    <a:cubicBezTo>
                      <a:pt x="21" y="30"/>
                      <a:pt x="20" y="30"/>
                      <a:pt x="19" y="31"/>
                    </a:cubicBezTo>
                    <a:cubicBezTo>
                      <a:pt x="18" y="32"/>
                      <a:pt x="17" y="33"/>
                      <a:pt x="15" y="34"/>
                    </a:cubicBezTo>
                    <a:cubicBezTo>
                      <a:pt x="14" y="34"/>
                      <a:pt x="12" y="34"/>
                      <a:pt x="11" y="33"/>
                    </a:cubicBezTo>
                    <a:cubicBezTo>
                      <a:pt x="10" y="32"/>
                      <a:pt x="10" y="30"/>
                      <a:pt x="9" y="29"/>
                    </a:cubicBezTo>
                    <a:cubicBezTo>
                      <a:pt x="9" y="29"/>
                      <a:pt x="9" y="28"/>
                      <a:pt x="9" y="28"/>
                    </a:cubicBezTo>
                    <a:cubicBezTo>
                      <a:pt x="8" y="27"/>
                      <a:pt x="7" y="26"/>
                      <a:pt x="6" y="26"/>
                    </a:cubicBezTo>
                    <a:cubicBezTo>
                      <a:pt x="4" y="24"/>
                      <a:pt x="7" y="20"/>
                      <a:pt x="5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18" name="Freeform 3021">
                <a:extLst>
                  <a:ext uri="{FF2B5EF4-FFF2-40B4-BE49-F238E27FC236}">
                    <a16:creationId xmlns:a16="http://schemas.microsoft.com/office/drawing/2014/main" id="{322F6F07-70AD-4F59-924E-E1311D3EF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701"/>
                <a:ext cx="3" cy="2"/>
              </a:xfrm>
              <a:custGeom>
                <a:avLst/>
                <a:gdLst>
                  <a:gd name="T0" fmla="*/ 2 w 6"/>
                  <a:gd name="T1" fmla="*/ 3 h 4"/>
                  <a:gd name="T2" fmla="*/ 1 w 6"/>
                  <a:gd name="T3" fmla="*/ 0 h 4"/>
                  <a:gd name="T4" fmla="*/ 5 w 6"/>
                  <a:gd name="T5" fmla="*/ 2 h 4"/>
                  <a:gd name="T6" fmla="*/ 4 w 6"/>
                  <a:gd name="T7" fmla="*/ 4 h 4"/>
                  <a:gd name="T8" fmla="*/ 2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2" y="0"/>
                      <a:pt x="5" y="2"/>
                      <a:pt x="5" y="2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19" name="Freeform 3022">
                <a:extLst>
                  <a:ext uri="{FF2B5EF4-FFF2-40B4-BE49-F238E27FC236}">
                    <a16:creationId xmlns:a16="http://schemas.microsoft.com/office/drawing/2014/main" id="{6CF6C83E-30CE-46BB-A52B-67DEE1CEB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675"/>
                <a:ext cx="5" cy="6"/>
              </a:xfrm>
              <a:custGeom>
                <a:avLst/>
                <a:gdLst>
                  <a:gd name="T0" fmla="*/ 8 w 11"/>
                  <a:gd name="T1" fmla="*/ 8 h 15"/>
                  <a:gd name="T2" fmla="*/ 9 w 11"/>
                  <a:gd name="T3" fmla="*/ 6 h 15"/>
                  <a:gd name="T4" fmla="*/ 11 w 11"/>
                  <a:gd name="T5" fmla="*/ 4 h 15"/>
                  <a:gd name="T6" fmla="*/ 11 w 11"/>
                  <a:gd name="T7" fmla="*/ 1 h 15"/>
                  <a:gd name="T8" fmla="*/ 9 w 11"/>
                  <a:gd name="T9" fmla="*/ 0 h 15"/>
                  <a:gd name="T10" fmla="*/ 6 w 11"/>
                  <a:gd name="T11" fmla="*/ 2 h 15"/>
                  <a:gd name="T12" fmla="*/ 4 w 11"/>
                  <a:gd name="T13" fmla="*/ 5 h 15"/>
                  <a:gd name="T14" fmla="*/ 4 w 11"/>
                  <a:gd name="T15" fmla="*/ 8 h 15"/>
                  <a:gd name="T16" fmla="*/ 1 w 11"/>
                  <a:gd name="T17" fmla="*/ 11 h 15"/>
                  <a:gd name="T18" fmla="*/ 1 w 11"/>
                  <a:gd name="T19" fmla="*/ 15 h 15"/>
                  <a:gd name="T20" fmla="*/ 3 w 11"/>
                  <a:gd name="T21" fmla="*/ 15 h 15"/>
                  <a:gd name="T22" fmla="*/ 4 w 11"/>
                  <a:gd name="T23" fmla="*/ 14 h 15"/>
                  <a:gd name="T24" fmla="*/ 5 w 11"/>
                  <a:gd name="T25" fmla="*/ 13 h 15"/>
                  <a:gd name="T26" fmla="*/ 6 w 11"/>
                  <a:gd name="T27" fmla="*/ 11 h 15"/>
                  <a:gd name="T28" fmla="*/ 8 w 11"/>
                  <a:gd name="T2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5">
                    <a:moveTo>
                      <a:pt x="8" y="8"/>
                    </a:moveTo>
                    <a:cubicBezTo>
                      <a:pt x="8" y="7"/>
                      <a:pt x="8" y="7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5" y="8"/>
                      <a:pt x="4" y="8"/>
                    </a:cubicBezTo>
                    <a:cubicBezTo>
                      <a:pt x="3" y="9"/>
                      <a:pt x="1" y="10"/>
                      <a:pt x="1" y="11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2"/>
                      <a:pt x="6" y="12"/>
                      <a:pt x="6" y="11"/>
                    </a:cubicBezTo>
                    <a:cubicBezTo>
                      <a:pt x="7" y="10"/>
                      <a:pt x="7" y="9"/>
                      <a:pt x="8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20" name="Freeform 3023">
                <a:extLst>
                  <a:ext uri="{FF2B5EF4-FFF2-40B4-BE49-F238E27FC236}">
                    <a16:creationId xmlns:a16="http://schemas.microsoft.com/office/drawing/2014/main" id="{96265937-C5CF-4118-A55A-D9CE2C778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686"/>
                <a:ext cx="7" cy="14"/>
              </a:xfrm>
              <a:custGeom>
                <a:avLst/>
                <a:gdLst>
                  <a:gd name="T0" fmla="*/ 15 w 17"/>
                  <a:gd name="T1" fmla="*/ 0 h 33"/>
                  <a:gd name="T2" fmla="*/ 17 w 17"/>
                  <a:gd name="T3" fmla="*/ 3 h 33"/>
                  <a:gd name="T4" fmla="*/ 16 w 17"/>
                  <a:gd name="T5" fmla="*/ 5 h 33"/>
                  <a:gd name="T6" fmla="*/ 15 w 17"/>
                  <a:gd name="T7" fmla="*/ 6 h 33"/>
                  <a:gd name="T8" fmla="*/ 13 w 17"/>
                  <a:gd name="T9" fmla="*/ 11 h 33"/>
                  <a:gd name="T10" fmla="*/ 13 w 17"/>
                  <a:gd name="T11" fmla="*/ 19 h 33"/>
                  <a:gd name="T12" fmla="*/ 13 w 17"/>
                  <a:gd name="T13" fmla="*/ 26 h 33"/>
                  <a:gd name="T14" fmla="*/ 8 w 17"/>
                  <a:gd name="T15" fmla="*/ 32 h 33"/>
                  <a:gd name="T16" fmla="*/ 1 w 17"/>
                  <a:gd name="T17" fmla="*/ 30 h 33"/>
                  <a:gd name="T18" fmla="*/ 0 w 17"/>
                  <a:gd name="T19" fmla="*/ 24 h 33"/>
                  <a:gd name="T20" fmla="*/ 1 w 17"/>
                  <a:gd name="T21" fmla="*/ 19 h 33"/>
                  <a:gd name="T22" fmla="*/ 3 w 17"/>
                  <a:gd name="T23" fmla="*/ 17 h 33"/>
                  <a:gd name="T24" fmla="*/ 4 w 17"/>
                  <a:gd name="T25" fmla="*/ 9 h 33"/>
                  <a:gd name="T26" fmla="*/ 5 w 17"/>
                  <a:gd name="T27" fmla="*/ 4 h 33"/>
                  <a:gd name="T28" fmla="*/ 7 w 17"/>
                  <a:gd name="T29" fmla="*/ 1 h 33"/>
                  <a:gd name="T30" fmla="*/ 9 w 17"/>
                  <a:gd name="T31" fmla="*/ 1 h 33"/>
                  <a:gd name="T32" fmla="*/ 12 w 17"/>
                  <a:gd name="T33" fmla="*/ 0 h 33"/>
                  <a:gd name="T34" fmla="*/ 14 w 17"/>
                  <a:gd name="T35" fmla="*/ 0 h 33"/>
                  <a:gd name="T36" fmla="*/ 15 w 17"/>
                  <a:gd name="T3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33">
                    <a:moveTo>
                      <a:pt x="15" y="0"/>
                    </a:moveTo>
                    <a:cubicBezTo>
                      <a:pt x="16" y="0"/>
                      <a:pt x="16" y="2"/>
                      <a:pt x="17" y="3"/>
                    </a:cubicBezTo>
                    <a:cubicBezTo>
                      <a:pt x="17" y="4"/>
                      <a:pt x="17" y="4"/>
                      <a:pt x="16" y="5"/>
                    </a:cubicBezTo>
                    <a:cubicBezTo>
                      <a:pt x="16" y="5"/>
                      <a:pt x="16" y="5"/>
                      <a:pt x="15" y="6"/>
                    </a:cubicBezTo>
                    <a:cubicBezTo>
                      <a:pt x="14" y="7"/>
                      <a:pt x="13" y="9"/>
                      <a:pt x="13" y="11"/>
                    </a:cubicBezTo>
                    <a:cubicBezTo>
                      <a:pt x="13" y="14"/>
                      <a:pt x="13" y="16"/>
                      <a:pt x="13" y="19"/>
                    </a:cubicBezTo>
                    <a:cubicBezTo>
                      <a:pt x="13" y="21"/>
                      <a:pt x="14" y="24"/>
                      <a:pt x="13" y="26"/>
                    </a:cubicBezTo>
                    <a:cubicBezTo>
                      <a:pt x="13" y="30"/>
                      <a:pt x="10" y="31"/>
                      <a:pt x="8" y="32"/>
                    </a:cubicBezTo>
                    <a:cubicBezTo>
                      <a:pt x="5" y="33"/>
                      <a:pt x="2" y="33"/>
                      <a:pt x="1" y="30"/>
                    </a:cubicBezTo>
                    <a:cubicBezTo>
                      <a:pt x="0" y="28"/>
                      <a:pt x="0" y="26"/>
                      <a:pt x="0" y="24"/>
                    </a:cubicBezTo>
                    <a:cubicBezTo>
                      <a:pt x="0" y="23"/>
                      <a:pt x="0" y="21"/>
                      <a:pt x="1" y="19"/>
                    </a:cubicBezTo>
                    <a:cubicBezTo>
                      <a:pt x="1" y="18"/>
                      <a:pt x="3" y="18"/>
                      <a:pt x="3" y="17"/>
                    </a:cubicBezTo>
                    <a:cubicBezTo>
                      <a:pt x="4" y="14"/>
                      <a:pt x="4" y="11"/>
                      <a:pt x="4" y="9"/>
                    </a:cubicBezTo>
                    <a:cubicBezTo>
                      <a:pt x="4" y="7"/>
                      <a:pt x="4" y="5"/>
                      <a:pt x="5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1"/>
                      <a:pt x="11" y="1"/>
                      <a:pt x="12" y="0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21" name="Freeform 3024">
                <a:extLst>
                  <a:ext uri="{FF2B5EF4-FFF2-40B4-BE49-F238E27FC236}">
                    <a16:creationId xmlns:a16="http://schemas.microsoft.com/office/drawing/2014/main" id="{A792131F-F3B9-49DD-AD28-64D218672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683"/>
                <a:ext cx="2" cy="3"/>
              </a:xfrm>
              <a:custGeom>
                <a:avLst/>
                <a:gdLst>
                  <a:gd name="T0" fmla="*/ 2 w 5"/>
                  <a:gd name="T1" fmla="*/ 8 h 8"/>
                  <a:gd name="T2" fmla="*/ 0 w 5"/>
                  <a:gd name="T3" fmla="*/ 4 h 8"/>
                  <a:gd name="T4" fmla="*/ 1 w 5"/>
                  <a:gd name="T5" fmla="*/ 2 h 8"/>
                  <a:gd name="T6" fmla="*/ 1 w 5"/>
                  <a:gd name="T7" fmla="*/ 0 h 8"/>
                  <a:gd name="T8" fmla="*/ 4 w 5"/>
                  <a:gd name="T9" fmla="*/ 0 h 8"/>
                  <a:gd name="T10" fmla="*/ 5 w 5"/>
                  <a:gd name="T11" fmla="*/ 3 h 8"/>
                  <a:gd name="T12" fmla="*/ 3 w 5"/>
                  <a:gd name="T13" fmla="*/ 8 h 8"/>
                  <a:gd name="T14" fmla="*/ 2 w 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1" y="7"/>
                      <a:pt x="0" y="5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5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22" name="Freeform 3025">
                <a:extLst>
                  <a:ext uri="{FF2B5EF4-FFF2-40B4-BE49-F238E27FC236}">
                    <a16:creationId xmlns:a16="http://schemas.microsoft.com/office/drawing/2014/main" id="{2F3F4CAF-3566-4807-ABD5-C32DC28EE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702"/>
                <a:ext cx="6" cy="5"/>
              </a:xfrm>
              <a:custGeom>
                <a:avLst/>
                <a:gdLst>
                  <a:gd name="T0" fmla="*/ 3 w 14"/>
                  <a:gd name="T1" fmla="*/ 7 h 12"/>
                  <a:gd name="T2" fmla="*/ 0 w 14"/>
                  <a:gd name="T3" fmla="*/ 5 h 12"/>
                  <a:gd name="T4" fmla="*/ 4 w 14"/>
                  <a:gd name="T5" fmla="*/ 0 h 12"/>
                  <a:gd name="T6" fmla="*/ 6 w 14"/>
                  <a:gd name="T7" fmla="*/ 0 h 12"/>
                  <a:gd name="T8" fmla="*/ 9 w 14"/>
                  <a:gd name="T9" fmla="*/ 0 h 12"/>
                  <a:gd name="T10" fmla="*/ 10 w 14"/>
                  <a:gd name="T11" fmla="*/ 2 h 12"/>
                  <a:gd name="T12" fmla="*/ 12 w 14"/>
                  <a:gd name="T13" fmla="*/ 4 h 12"/>
                  <a:gd name="T14" fmla="*/ 14 w 14"/>
                  <a:gd name="T15" fmla="*/ 7 h 12"/>
                  <a:gd name="T16" fmla="*/ 12 w 14"/>
                  <a:gd name="T17" fmla="*/ 11 h 12"/>
                  <a:gd name="T18" fmla="*/ 9 w 14"/>
                  <a:gd name="T19" fmla="*/ 12 h 12"/>
                  <a:gd name="T20" fmla="*/ 6 w 14"/>
                  <a:gd name="T21" fmla="*/ 11 h 12"/>
                  <a:gd name="T22" fmla="*/ 5 w 14"/>
                  <a:gd name="T23" fmla="*/ 10 h 12"/>
                  <a:gd name="T24" fmla="*/ 5 w 14"/>
                  <a:gd name="T25" fmla="*/ 8 h 12"/>
                  <a:gd name="T26" fmla="*/ 3 w 14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3" y="7"/>
                    </a:moveTo>
                    <a:cubicBezTo>
                      <a:pt x="1" y="7"/>
                      <a:pt x="0" y="6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0" y="1"/>
                      <a:pt x="10" y="2"/>
                    </a:cubicBezTo>
                    <a:cubicBezTo>
                      <a:pt x="10" y="4"/>
                      <a:pt x="11" y="4"/>
                      <a:pt x="12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2" y="11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6" y="11"/>
                      <a:pt x="5" y="11"/>
                      <a:pt x="5" y="10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4" y="7"/>
                      <a:pt x="3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23" name="Freeform 3026">
                <a:extLst>
                  <a:ext uri="{FF2B5EF4-FFF2-40B4-BE49-F238E27FC236}">
                    <a16:creationId xmlns:a16="http://schemas.microsoft.com/office/drawing/2014/main" id="{26B56383-0FC6-4198-87DF-73DF65BF6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55"/>
                <a:ext cx="58" cy="77"/>
              </a:xfrm>
              <a:custGeom>
                <a:avLst/>
                <a:gdLst>
                  <a:gd name="T0" fmla="*/ 113 w 143"/>
                  <a:gd name="T1" fmla="*/ 137 h 189"/>
                  <a:gd name="T2" fmla="*/ 134 w 143"/>
                  <a:gd name="T3" fmla="*/ 141 h 189"/>
                  <a:gd name="T4" fmla="*/ 136 w 143"/>
                  <a:gd name="T5" fmla="*/ 155 h 189"/>
                  <a:gd name="T6" fmla="*/ 114 w 143"/>
                  <a:gd name="T7" fmla="*/ 161 h 189"/>
                  <a:gd name="T8" fmla="*/ 104 w 143"/>
                  <a:gd name="T9" fmla="*/ 175 h 189"/>
                  <a:gd name="T10" fmla="*/ 93 w 143"/>
                  <a:gd name="T11" fmla="*/ 183 h 189"/>
                  <a:gd name="T12" fmla="*/ 74 w 143"/>
                  <a:gd name="T13" fmla="*/ 189 h 189"/>
                  <a:gd name="T14" fmla="*/ 79 w 143"/>
                  <a:gd name="T15" fmla="*/ 171 h 189"/>
                  <a:gd name="T16" fmla="*/ 94 w 143"/>
                  <a:gd name="T17" fmla="*/ 158 h 189"/>
                  <a:gd name="T18" fmla="*/ 100 w 143"/>
                  <a:gd name="T19" fmla="*/ 153 h 189"/>
                  <a:gd name="T20" fmla="*/ 90 w 143"/>
                  <a:gd name="T21" fmla="*/ 144 h 189"/>
                  <a:gd name="T22" fmla="*/ 81 w 143"/>
                  <a:gd name="T23" fmla="*/ 149 h 189"/>
                  <a:gd name="T24" fmla="*/ 71 w 143"/>
                  <a:gd name="T25" fmla="*/ 150 h 189"/>
                  <a:gd name="T26" fmla="*/ 67 w 143"/>
                  <a:gd name="T27" fmla="*/ 138 h 189"/>
                  <a:gd name="T28" fmla="*/ 59 w 143"/>
                  <a:gd name="T29" fmla="*/ 148 h 189"/>
                  <a:gd name="T30" fmla="*/ 51 w 143"/>
                  <a:gd name="T31" fmla="*/ 144 h 189"/>
                  <a:gd name="T32" fmla="*/ 49 w 143"/>
                  <a:gd name="T33" fmla="*/ 138 h 189"/>
                  <a:gd name="T34" fmla="*/ 49 w 143"/>
                  <a:gd name="T35" fmla="*/ 131 h 189"/>
                  <a:gd name="T36" fmla="*/ 38 w 143"/>
                  <a:gd name="T37" fmla="*/ 123 h 189"/>
                  <a:gd name="T38" fmla="*/ 38 w 143"/>
                  <a:gd name="T39" fmla="*/ 117 h 189"/>
                  <a:gd name="T40" fmla="*/ 34 w 143"/>
                  <a:gd name="T41" fmla="*/ 103 h 189"/>
                  <a:gd name="T42" fmla="*/ 42 w 143"/>
                  <a:gd name="T43" fmla="*/ 91 h 189"/>
                  <a:gd name="T44" fmla="*/ 53 w 143"/>
                  <a:gd name="T45" fmla="*/ 103 h 189"/>
                  <a:gd name="T46" fmla="*/ 44 w 143"/>
                  <a:gd name="T47" fmla="*/ 86 h 189"/>
                  <a:gd name="T48" fmla="*/ 37 w 143"/>
                  <a:gd name="T49" fmla="*/ 70 h 189"/>
                  <a:gd name="T50" fmla="*/ 34 w 143"/>
                  <a:gd name="T51" fmla="*/ 67 h 189"/>
                  <a:gd name="T52" fmla="*/ 24 w 143"/>
                  <a:gd name="T53" fmla="*/ 76 h 189"/>
                  <a:gd name="T54" fmla="*/ 10 w 143"/>
                  <a:gd name="T55" fmla="*/ 73 h 189"/>
                  <a:gd name="T56" fmla="*/ 1 w 143"/>
                  <a:gd name="T57" fmla="*/ 51 h 189"/>
                  <a:gd name="T58" fmla="*/ 10 w 143"/>
                  <a:gd name="T59" fmla="*/ 32 h 189"/>
                  <a:gd name="T60" fmla="*/ 19 w 143"/>
                  <a:gd name="T61" fmla="*/ 38 h 189"/>
                  <a:gd name="T62" fmla="*/ 26 w 143"/>
                  <a:gd name="T63" fmla="*/ 52 h 189"/>
                  <a:gd name="T64" fmla="*/ 26 w 143"/>
                  <a:gd name="T65" fmla="*/ 46 h 189"/>
                  <a:gd name="T66" fmla="*/ 33 w 143"/>
                  <a:gd name="T67" fmla="*/ 40 h 189"/>
                  <a:gd name="T68" fmla="*/ 33 w 143"/>
                  <a:gd name="T69" fmla="*/ 30 h 189"/>
                  <a:gd name="T70" fmla="*/ 31 w 143"/>
                  <a:gd name="T71" fmla="*/ 20 h 189"/>
                  <a:gd name="T72" fmla="*/ 38 w 143"/>
                  <a:gd name="T73" fmla="*/ 10 h 189"/>
                  <a:gd name="T74" fmla="*/ 42 w 143"/>
                  <a:gd name="T75" fmla="*/ 22 h 189"/>
                  <a:gd name="T76" fmla="*/ 46 w 143"/>
                  <a:gd name="T77" fmla="*/ 33 h 189"/>
                  <a:gd name="T78" fmla="*/ 53 w 143"/>
                  <a:gd name="T79" fmla="*/ 48 h 189"/>
                  <a:gd name="T80" fmla="*/ 60 w 143"/>
                  <a:gd name="T81" fmla="*/ 43 h 189"/>
                  <a:gd name="T82" fmla="*/ 69 w 143"/>
                  <a:gd name="T83" fmla="*/ 56 h 189"/>
                  <a:gd name="T84" fmla="*/ 65 w 143"/>
                  <a:gd name="T85" fmla="*/ 39 h 189"/>
                  <a:gd name="T86" fmla="*/ 67 w 143"/>
                  <a:gd name="T87" fmla="*/ 25 h 189"/>
                  <a:gd name="T88" fmla="*/ 71 w 143"/>
                  <a:gd name="T89" fmla="*/ 10 h 189"/>
                  <a:gd name="T90" fmla="*/ 86 w 143"/>
                  <a:gd name="T91" fmla="*/ 0 h 189"/>
                  <a:gd name="T92" fmla="*/ 96 w 143"/>
                  <a:gd name="T93" fmla="*/ 23 h 189"/>
                  <a:gd name="T94" fmla="*/ 96 w 143"/>
                  <a:gd name="T95" fmla="*/ 52 h 189"/>
                  <a:gd name="T96" fmla="*/ 87 w 143"/>
                  <a:gd name="T97" fmla="*/ 76 h 189"/>
                  <a:gd name="T98" fmla="*/ 87 w 143"/>
                  <a:gd name="T99" fmla="*/ 89 h 189"/>
                  <a:gd name="T100" fmla="*/ 85 w 143"/>
                  <a:gd name="T101" fmla="*/ 100 h 189"/>
                  <a:gd name="T102" fmla="*/ 82 w 143"/>
                  <a:gd name="T103" fmla="*/ 110 h 189"/>
                  <a:gd name="T104" fmla="*/ 90 w 143"/>
                  <a:gd name="T105" fmla="*/ 12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3" h="189">
                    <a:moveTo>
                      <a:pt x="100" y="129"/>
                    </a:moveTo>
                    <a:cubicBezTo>
                      <a:pt x="102" y="129"/>
                      <a:pt x="103" y="129"/>
                      <a:pt x="103" y="131"/>
                    </a:cubicBezTo>
                    <a:cubicBezTo>
                      <a:pt x="103" y="133"/>
                      <a:pt x="103" y="133"/>
                      <a:pt x="105" y="134"/>
                    </a:cubicBezTo>
                    <a:cubicBezTo>
                      <a:pt x="106" y="135"/>
                      <a:pt x="107" y="136"/>
                      <a:pt x="108" y="137"/>
                    </a:cubicBezTo>
                    <a:cubicBezTo>
                      <a:pt x="109" y="138"/>
                      <a:pt x="111" y="137"/>
                      <a:pt x="113" y="137"/>
                    </a:cubicBezTo>
                    <a:cubicBezTo>
                      <a:pt x="115" y="136"/>
                      <a:pt x="117" y="138"/>
                      <a:pt x="120" y="138"/>
                    </a:cubicBezTo>
                    <a:cubicBezTo>
                      <a:pt x="122" y="138"/>
                      <a:pt x="122" y="136"/>
                      <a:pt x="123" y="135"/>
                    </a:cubicBezTo>
                    <a:cubicBezTo>
                      <a:pt x="124" y="134"/>
                      <a:pt x="126" y="134"/>
                      <a:pt x="128" y="134"/>
                    </a:cubicBezTo>
                    <a:cubicBezTo>
                      <a:pt x="130" y="134"/>
                      <a:pt x="132" y="135"/>
                      <a:pt x="132" y="137"/>
                    </a:cubicBezTo>
                    <a:cubicBezTo>
                      <a:pt x="132" y="138"/>
                      <a:pt x="132" y="141"/>
                      <a:pt x="134" y="141"/>
                    </a:cubicBezTo>
                    <a:cubicBezTo>
                      <a:pt x="135" y="142"/>
                      <a:pt x="137" y="141"/>
                      <a:pt x="138" y="142"/>
                    </a:cubicBezTo>
                    <a:cubicBezTo>
                      <a:pt x="139" y="142"/>
                      <a:pt x="141" y="142"/>
                      <a:pt x="142" y="144"/>
                    </a:cubicBezTo>
                    <a:cubicBezTo>
                      <a:pt x="143" y="145"/>
                      <a:pt x="141" y="147"/>
                      <a:pt x="140" y="148"/>
                    </a:cubicBezTo>
                    <a:cubicBezTo>
                      <a:pt x="139" y="149"/>
                      <a:pt x="137" y="149"/>
                      <a:pt x="137" y="150"/>
                    </a:cubicBezTo>
                    <a:cubicBezTo>
                      <a:pt x="137" y="152"/>
                      <a:pt x="137" y="154"/>
                      <a:pt x="136" y="155"/>
                    </a:cubicBezTo>
                    <a:cubicBezTo>
                      <a:pt x="134" y="156"/>
                      <a:pt x="132" y="155"/>
                      <a:pt x="131" y="156"/>
                    </a:cubicBezTo>
                    <a:cubicBezTo>
                      <a:pt x="129" y="157"/>
                      <a:pt x="128" y="159"/>
                      <a:pt x="127" y="160"/>
                    </a:cubicBezTo>
                    <a:cubicBezTo>
                      <a:pt x="126" y="161"/>
                      <a:pt x="124" y="161"/>
                      <a:pt x="122" y="161"/>
                    </a:cubicBezTo>
                    <a:cubicBezTo>
                      <a:pt x="120" y="160"/>
                      <a:pt x="119" y="161"/>
                      <a:pt x="117" y="161"/>
                    </a:cubicBezTo>
                    <a:cubicBezTo>
                      <a:pt x="116" y="161"/>
                      <a:pt x="115" y="160"/>
                      <a:pt x="114" y="161"/>
                    </a:cubicBezTo>
                    <a:cubicBezTo>
                      <a:pt x="113" y="161"/>
                      <a:pt x="113" y="162"/>
                      <a:pt x="113" y="163"/>
                    </a:cubicBezTo>
                    <a:cubicBezTo>
                      <a:pt x="113" y="165"/>
                      <a:pt x="113" y="166"/>
                      <a:pt x="112" y="167"/>
                    </a:cubicBezTo>
                    <a:cubicBezTo>
                      <a:pt x="112" y="168"/>
                      <a:pt x="110" y="169"/>
                      <a:pt x="110" y="170"/>
                    </a:cubicBezTo>
                    <a:cubicBezTo>
                      <a:pt x="109" y="171"/>
                      <a:pt x="110" y="173"/>
                      <a:pt x="108" y="174"/>
                    </a:cubicBezTo>
                    <a:cubicBezTo>
                      <a:pt x="107" y="176"/>
                      <a:pt x="105" y="175"/>
                      <a:pt x="104" y="175"/>
                    </a:cubicBezTo>
                    <a:cubicBezTo>
                      <a:pt x="103" y="175"/>
                      <a:pt x="101" y="175"/>
                      <a:pt x="100" y="176"/>
                    </a:cubicBezTo>
                    <a:cubicBezTo>
                      <a:pt x="99" y="176"/>
                      <a:pt x="99" y="177"/>
                      <a:pt x="99" y="178"/>
                    </a:cubicBezTo>
                    <a:cubicBezTo>
                      <a:pt x="99" y="178"/>
                      <a:pt x="98" y="179"/>
                      <a:pt x="98" y="179"/>
                    </a:cubicBezTo>
                    <a:cubicBezTo>
                      <a:pt x="97" y="180"/>
                      <a:pt x="96" y="179"/>
                      <a:pt x="95" y="180"/>
                    </a:cubicBezTo>
                    <a:cubicBezTo>
                      <a:pt x="94" y="181"/>
                      <a:pt x="94" y="182"/>
                      <a:pt x="93" y="183"/>
                    </a:cubicBezTo>
                    <a:cubicBezTo>
                      <a:pt x="93" y="184"/>
                      <a:pt x="92" y="184"/>
                      <a:pt x="91" y="184"/>
                    </a:cubicBezTo>
                    <a:cubicBezTo>
                      <a:pt x="89" y="185"/>
                      <a:pt x="88" y="186"/>
                      <a:pt x="87" y="187"/>
                    </a:cubicBezTo>
                    <a:cubicBezTo>
                      <a:pt x="86" y="188"/>
                      <a:pt x="84" y="189"/>
                      <a:pt x="83" y="189"/>
                    </a:cubicBezTo>
                    <a:cubicBezTo>
                      <a:pt x="82" y="189"/>
                      <a:pt x="81" y="189"/>
                      <a:pt x="80" y="189"/>
                    </a:cubicBezTo>
                    <a:cubicBezTo>
                      <a:pt x="78" y="189"/>
                      <a:pt x="76" y="189"/>
                      <a:pt x="74" y="189"/>
                    </a:cubicBezTo>
                    <a:cubicBezTo>
                      <a:pt x="73" y="188"/>
                      <a:pt x="73" y="188"/>
                      <a:pt x="72" y="187"/>
                    </a:cubicBezTo>
                    <a:cubicBezTo>
                      <a:pt x="72" y="185"/>
                      <a:pt x="73" y="182"/>
                      <a:pt x="73" y="180"/>
                    </a:cubicBezTo>
                    <a:cubicBezTo>
                      <a:pt x="73" y="178"/>
                      <a:pt x="73" y="177"/>
                      <a:pt x="74" y="176"/>
                    </a:cubicBezTo>
                    <a:cubicBezTo>
                      <a:pt x="75" y="175"/>
                      <a:pt x="76" y="175"/>
                      <a:pt x="77" y="175"/>
                    </a:cubicBezTo>
                    <a:cubicBezTo>
                      <a:pt x="78" y="174"/>
                      <a:pt x="78" y="172"/>
                      <a:pt x="79" y="171"/>
                    </a:cubicBezTo>
                    <a:cubicBezTo>
                      <a:pt x="79" y="169"/>
                      <a:pt x="80" y="168"/>
                      <a:pt x="81" y="167"/>
                    </a:cubicBezTo>
                    <a:cubicBezTo>
                      <a:pt x="83" y="166"/>
                      <a:pt x="83" y="165"/>
                      <a:pt x="84" y="164"/>
                    </a:cubicBezTo>
                    <a:cubicBezTo>
                      <a:pt x="85" y="162"/>
                      <a:pt x="86" y="161"/>
                      <a:pt x="88" y="161"/>
                    </a:cubicBezTo>
                    <a:cubicBezTo>
                      <a:pt x="89" y="161"/>
                      <a:pt x="91" y="161"/>
                      <a:pt x="92" y="160"/>
                    </a:cubicBezTo>
                    <a:cubicBezTo>
                      <a:pt x="93" y="159"/>
                      <a:pt x="93" y="158"/>
                      <a:pt x="94" y="158"/>
                    </a:cubicBezTo>
                    <a:cubicBezTo>
                      <a:pt x="97" y="157"/>
                      <a:pt x="100" y="156"/>
                      <a:pt x="103" y="156"/>
                    </a:cubicBezTo>
                    <a:cubicBezTo>
                      <a:pt x="105" y="157"/>
                      <a:pt x="107" y="157"/>
                      <a:pt x="108" y="154"/>
                    </a:cubicBezTo>
                    <a:cubicBezTo>
                      <a:pt x="108" y="154"/>
                      <a:pt x="108" y="152"/>
                      <a:pt x="107" y="152"/>
                    </a:cubicBezTo>
                    <a:cubicBezTo>
                      <a:pt x="106" y="152"/>
                      <a:pt x="105" y="154"/>
                      <a:pt x="104" y="154"/>
                    </a:cubicBezTo>
                    <a:cubicBezTo>
                      <a:pt x="103" y="155"/>
                      <a:pt x="101" y="154"/>
                      <a:pt x="100" y="153"/>
                    </a:cubicBezTo>
                    <a:cubicBezTo>
                      <a:pt x="98" y="152"/>
                      <a:pt x="97" y="152"/>
                      <a:pt x="95" y="152"/>
                    </a:cubicBezTo>
                    <a:cubicBezTo>
                      <a:pt x="94" y="152"/>
                      <a:pt x="93" y="152"/>
                      <a:pt x="91" y="152"/>
                    </a:cubicBezTo>
                    <a:cubicBezTo>
                      <a:pt x="90" y="152"/>
                      <a:pt x="89" y="152"/>
                      <a:pt x="88" y="151"/>
                    </a:cubicBezTo>
                    <a:cubicBezTo>
                      <a:pt x="87" y="150"/>
                      <a:pt x="88" y="149"/>
                      <a:pt x="88" y="148"/>
                    </a:cubicBezTo>
                    <a:cubicBezTo>
                      <a:pt x="89" y="147"/>
                      <a:pt x="90" y="146"/>
                      <a:pt x="90" y="144"/>
                    </a:cubicBezTo>
                    <a:cubicBezTo>
                      <a:pt x="90" y="142"/>
                      <a:pt x="90" y="139"/>
                      <a:pt x="89" y="138"/>
                    </a:cubicBezTo>
                    <a:cubicBezTo>
                      <a:pt x="88" y="136"/>
                      <a:pt x="87" y="138"/>
                      <a:pt x="86" y="139"/>
                    </a:cubicBezTo>
                    <a:cubicBezTo>
                      <a:pt x="86" y="141"/>
                      <a:pt x="86" y="142"/>
                      <a:pt x="86" y="144"/>
                    </a:cubicBezTo>
                    <a:cubicBezTo>
                      <a:pt x="86" y="146"/>
                      <a:pt x="85" y="147"/>
                      <a:pt x="84" y="147"/>
                    </a:cubicBezTo>
                    <a:cubicBezTo>
                      <a:pt x="83" y="148"/>
                      <a:pt x="81" y="148"/>
                      <a:pt x="81" y="149"/>
                    </a:cubicBezTo>
                    <a:cubicBezTo>
                      <a:pt x="80" y="150"/>
                      <a:pt x="81" y="151"/>
                      <a:pt x="80" y="152"/>
                    </a:cubicBezTo>
                    <a:cubicBezTo>
                      <a:pt x="79" y="153"/>
                      <a:pt x="78" y="153"/>
                      <a:pt x="77" y="154"/>
                    </a:cubicBezTo>
                    <a:cubicBezTo>
                      <a:pt x="76" y="155"/>
                      <a:pt x="76" y="156"/>
                      <a:pt x="75" y="157"/>
                    </a:cubicBezTo>
                    <a:cubicBezTo>
                      <a:pt x="73" y="158"/>
                      <a:pt x="69" y="158"/>
                      <a:pt x="69" y="155"/>
                    </a:cubicBezTo>
                    <a:cubicBezTo>
                      <a:pt x="68" y="153"/>
                      <a:pt x="69" y="151"/>
                      <a:pt x="71" y="150"/>
                    </a:cubicBezTo>
                    <a:cubicBezTo>
                      <a:pt x="71" y="150"/>
                      <a:pt x="72" y="149"/>
                      <a:pt x="72" y="149"/>
                    </a:cubicBezTo>
                    <a:cubicBezTo>
                      <a:pt x="73" y="147"/>
                      <a:pt x="73" y="145"/>
                      <a:pt x="73" y="143"/>
                    </a:cubicBezTo>
                    <a:cubicBezTo>
                      <a:pt x="73" y="142"/>
                      <a:pt x="72" y="141"/>
                      <a:pt x="71" y="141"/>
                    </a:cubicBezTo>
                    <a:cubicBezTo>
                      <a:pt x="70" y="140"/>
                      <a:pt x="67" y="141"/>
                      <a:pt x="68" y="139"/>
                    </a:cubicBezTo>
                    <a:cubicBezTo>
                      <a:pt x="68" y="139"/>
                      <a:pt x="68" y="138"/>
                      <a:pt x="67" y="138"/>
                    </a:cubicBezTo>
                    <a:cubicBezTo>
                      <a:pt x="67" y="138"/>
                      <a:pt x="66" y="138"/>
                      <a:pt x="65" y="139"/>
                    </a:cubicBezTo>
                    <a:cubicBezTo>
                      <a:pt x="65" y="140"/>
                      <a:pt x="65" y="141"/>
                      <a:pt x="65" y="142"/>
                    </a:cubicBezTo>
                    <a:cubicBezTo>
                      <a:pt x="65" y="145"/>
                      <a:pt x="62" y="143"/>
                      <a:pt x="61" y="145"/>
                    </a:cubicBezTo>
                    <a:cubicBezTo>
                      <a:pt x="60" y="145"/>
                      <a:pt x="61" y="146"/>
                      <a:pt x="60" y="147"/>
                    </a:cubicBezTo>
                    <a:cubicBezTo>
                      <a:pt x="60" y="148"/>
                      <a:pt x="60" y="148"/>
                      <a:pt x="59" y="148"/>
                    </a:cubicBezTo>
                    <a:cubicBezTo>
                      <a:pt x="58" y="148"/>
                      <a:pt x="57" y="148"/>
                      <a:pt x="56" y="149"/>
                    </a:cubicBezTo>
                    <a:cubicBezTo>
                      <a:pt x="56" y="149"/>
                      <a:pt x="55" y="150"/>
                      <a:pt x="55" y="150"/>
                    </a:cubicBezTo>
                    <a:cubicBezTo>
                      <a:pt x="54" y="152"/>
                      <a:pt x="52" y="153"/>
                      <a:pt x="50" y="152"/>
                    </a:cubicBezTo>
                    <a:cubicBezTo>
                      <a:pt x="48" y="152"/>
                      <a:pt x="48" y="150"/>
                      <a:pt x="48" y="148"/>
                    </a:cubicBezTo>
                    <a:cubicBezTo>
                      <a:pt x="48" y="146"/>
                      <a:pt x="50" y="145"/>
                      <a:pt x="51" y="144"/>
                    </a:cubicBezTo>
                    <a:cubicBezTo>
                      <a:pt x="53" y="143"/>
                      <a:pt x="53" y="142"/>
                      <a:pt x="54" y="141"/>
                    </a:cubicBezTo>
                    <a:cubicBezTo>
                      <a:pt x="55" y="141"/>
                      <a:pt x="57" y="140"/>
                      <a:pt x="56" y="139"/>
                    </a:cubicBezTo>
                    <a:cubicBezTo>
                      <a:pt x="55" y="139"/>
                      <a:pt x="54" y="139"/>
                      <a:pt x="53" y="139"/>
                    </a:cubicBezTo>
                    <a:cubicBezTo>
                      <a:pt x="53" y="139"/>
                      <a:pt x="52" y="139"/>
                      <a:pt x="51" y="138"/>
                    </a:cubicBezTo>
                    <a:cubicBezTo>
                      <a:pt x="51" y="138"/>
                      <a:pt x="50" y="138"/>
                      <a:pt x="49" y="138"/>
                    </a:cubicBezTo>
                    <a:cubicBezTo>
                      <a:pt x="48" y="138"/>
                      <a:pt x="48" y="139"/>
                      <a:pt x="47" y="140"/>
                    </a:cubicBezTo>
                    <a:cubicBezTo>
                      <a:pt x="47" y="141"/>
                      <a:pt x="46" y="142"/>
                      <a:pt x="44" y="142"/>
                    </a:cubicBezTo>
                    <a:cubicBezTo>
                      <a:pt x="43" y="142"/>
                      <a:pt x="42" y="141"/>
                      <a:pt x="42" y="139"/>
                    </a:cubicBezTo>
                    <a:cubicBezTo>
                      <a:pt x="41" y="136"/>
                      <a:pt x="45" y="136"/>
                      <a:pt x="47" y="135"/>
                    </a:cubicBezTo>
                    <a:cubicBezTo>
                      <a:pt x="48" y="135"/>
                      <a:pt x="49" y="133"/>
                      <a:pt x="49" y="131"/>
                    </a:cubicBezTo>
                    <a:cubicBezTo>
                      <a:pt x="48" y="129"/>
                      <a:pt x="45" y="131"/>
                      <a:pt x="44" y="132"/>
                    </a:cubicBezTo>
                    <a:cubicBezTo>
                      <a:pt x="43" y="133"/>
                      <a:pt x="41" y="134"/>
                      <a:pt x="40" y="133"/>
                    </a:cubicBezTo>
                    <a:cubicBezTo>
                      <a:pt x="39" y="131"/>
                      <a:pt x="38" y="129"/>
                      <a:pt x="39" y="127"/>
                    </a:cubicBezTo>
                    <a:cubicBezTo>
                      <a:pt x="39" y="127"/>
                      <a:pt x="39" y="126"/>
                      <a:pt x="39" y="125"/>
                    </a:cubicBezTo>
                    <a:cubicBezTo>
                      <a:pt x="39" y="125"/>
                      <a:pt x="38" y="124"/>
                      <a:pt x="38" y="123"/>
                    </a:cubicBezTo>
                    <a:cubicBezTo>
                      <a:pt x="38" y="122"/>
                      <a:pt x="41" y="122"/>
                      <a:pt x="42" y="121"/>
                    </a:cubicBezTo>
                    <a:cubicBezTo>
                      <a:pt x="43" y="120"/>
                      <a:pt x="44" y="119"/>
                      <a:pt x="44" y="118"/>
                    </a:cubicBezTo>
                    <a:cubicBezTo>
                      <a:pt x="44" y="117"/>
                      <a:pt x="44" y="115"/>
                      <a:pt x="43" y="115"/>
                    </a:cubicBezTo>
                    <a:cubicBezTo>
                      <a:pt x="42" y="115"/>
                      <a:pt x="41" y="116"/>
                      <a:pt x="41" y="116"/>
                    </a:cubicBezTo>
                    <a:cubicBezTo>
                      <a:pt x="40" y="117"/>
                      <a:pt x="39" y="117"/>
                      <a:pt x="38" y="117"/>
                    </a:cubicBezTo>
                    <a:cubicBezTo>
                      <a:pt x="37" y="117"/>
                      <a:pt x="35" y="117"/>
                      <a:pt x="35" y="116"/>
                    </a:cubicBezTo>
                    <a:cubicBezTo>
                      <a:pt x="34" y="115"/>
                      <a:pt x="34" y="114"/>
                      <a:pt x="34" y="113"/>
                    </a:cubicBezTo>
                    <a:cubicBezTo>
                      <a:pt x="34" y="111"/>
                      <a:pt x="34" y="110"/>
                      <a:pt x="34" y="109"/>
                    </a:cubicBezTo>
                    <a:cubicBezTo>
                      <a:pt x="34" y="108"/>
                      <a:pt x="33" y="107"/>
                      <a:pt x="33" y="106"/>
                    </a:cubicBezTo>
                    <a:cubicBezTo>
                      <a:pt x="33" y="105"/>
                      <a:pt x="34" y="104"/>
                      <a:pt x="34" y="103"/>
                    </a:cubicBezTo>
                    <a:cubicBezTo>
                      <a:pt x="34" y="102"/>
                      <a:pt x="32" y="101"/>
                      <a:pt x="32" y="100"/>
                    </a:cubicBezTo>
                    <a:cubicBezTo>
                      <a:pt x="31" y="99"/>
                      <a:pt x="31" y="98"/>
                      <a:pt x="32" y="97"/>
                    </a:cubicBezTo>
                    <a:cubicBezTo>
                      <a:pt x="33" y="96"/>
                      <a:pt x="34" y="96"/>
                      <a:pt x="35" y="95"/>
                    </a:cubicBezTo>
                    <a:cubicBezTo>
                      <a:pt x="36" y="94"/>
                      <a:pt x="36" y="93"/>
                      <a:pt x="38" y="92"/>
                    </a:cubicBezTo>
                    <a:cubicBezTo>
                      <a:pt x="39" y="92"/>
                      <a:pt x="41" y="91"/>
                      <a:pt x="42" y="91"/>
                    </a:cubicBezTo>
                    <a:cubicBezTo>
                      <a:pt x="43" y="92"/>
                      <a:pt x="44" y="93"/>
                      <a:pt x="44" y="94"/>
                    </a:cubicBezTo>
                    <a:cubicBezTo>
                      <a:pt x="45" y="95"/>
                      <a:pt x="46" y="95"/>
                      <a:pt x="47" y="95"/>
                    </a:cubicBezTo>
                    <a:cubicBezTo>
                      <a:pt x="49" y="96"/>
                      <a:pt x="48" y="99"/>
                      <a:pt x="49" y="100"/>
                    </a:cubicBezTo>
                    <a:cubicBezTo>
                      <a:pt x="49" y="101"/>
                      <a:pt x="48" y="104"/>
                      <a:pt x="50" y="105"/>
                    </a:cubicBezTo>
                    <a:cubicBezTo>
                      <a:pt x="51" y="105"/>
                      <a:pt x="53" y="104"/>
                      <a:pt x="53" y="103"/>
                    </a:cubicBezTo>
                    <a:cubicBezTo>
                      <a:pt x="53" y="101"/>
                      <a:pt x="51" y="100"/>
                      <a:pt x="51" y="99"/>
                    </a:cubicBezTo>
                    <a:cubicBezTo>
                      <a:pt x="50" y="98"/>
                      <a:pt x="50" y="97"/>
                      <a:pt x="50" y="96"/>
                    </a:cubicBezTo>
                    <a:cubicBezTo>
                      <a:pt x="49" y="95"/>
                      <a:pt x="48" y="94"/>
                      <a:pt x="48" y="93"/>
                    </a:cubicBezTo>
                    <a:cubicBezTo>
                      <a:pt x="47" y="92"/>
                      <a:pt x="48" y="91"/>
                      <a:pt x="47" y="90"/>
                    </a:cubicBezTo>
                    <a:cubicBezTo>
                      <a:pt x="47" y="88"/>
                      <a:pt x="45" y="87"/>
                      <a:pt x="44" y="86"/>
                    </a:cubicBezTo>
                    <a:cubicBezTo>
                      <a:pt x="42" y="86"/>
                      <a:pt x="40" y="85"/>
                      <a:pt x="38" y="85"/>
                    </a:cubicBezTo>
                    <a:cubicBezTo>
                      <a:pt x="37" y="84"/>
                      <a:pt x="37" y="83"/>
                      <a:pt x="37" y="81"/>
                    </a:cubicBezTo>
                    <a:cubicBezTo>
                      <a:pt x="37" y="80"/>
                      <a:pt x="37" y="78"/>
                      <a:pt x="37" y="76"/>
                    </a:cubicBezTo>
                    <a:cubicBezTo>
                      <a:pt x="38" y="74"/>
                      <a:pt x="38" y="72"/>
                      <a:pt x="38" y="70"/>
                    </a:cubicBezTo>
                    <a:cubicBezTo>
                      <a:pt x="38" y="69"/>
                      <a:pt x="38" y="69"/>
                      <a:pt x="37" y="70"/>
                    </a:cubicBezTo>
                    <a:cubicBezTo>
                      <a:pt x="36" y="71"/>
                      <a:pt x="37" y="74"/>
                      <a:pt x="35" y="74"/>
                    </a:cubicBezTo>
                    <a:cubicBezTo>
                      <a:pt x="35" y="75"/>
                      <a:pt x="34" y="74"/>
                      <a:pt x="34" y="74"/>
                    </a:cubicBezTo>
                    <a:cubicBezTo>
                      <a:pt x="33" y="74"/>
                      <a:pt x="33" y="73"/>
                      <a:pt x="33" y="72"/>
                    </a:cubicBezTo>
                    <a:cubicBezTo>
                      <a:pt x="33" y="71"/>
                      <a:pt x="33" y="71"/>
                      <a:pt x="33" y="70"/>
                    </a:cubicBezTo>
                    <a:cubicBezTo>
                      <a:pt x="33" y="69"/>
                      <a:pt x="34" y="68"/>
                      <a:pt x="34" y="67"/>
                    </a:cubicBezTo>
                    <a:cubicBezTo>
                      <a:pt x="34" y="66"/>
                      <a:pt x="34" y="66"/>
                      <a:pt x="33" y="66"/>
                    </a:cubicBezTo>
                    <a:cubicBezTo>
                      <a:pt x="32" y="66"/>
                      <a:pt x="30" y="66"/>
                      <a:pt x="30" y="67"/>
                    </a:cubicBezTo>
                    <a:cubicBezTo>
                      <a:pt x="30" y="67"/>
                      <a:pt x="29" y="68"/>
                      <a:pt x="29" y="69"/>
                    </a:cubicBezTo>
                    <a:cubicBezTo>
                      <a:pt x="29" y="70"/>
                      <a:pt x="27" y="71"/>
                      <a:pt x="26" y="72"/>
                    </a:cubicBezTo>
                    <a:cubicBezTo>
                      <a:pt x="24" y="73"/>
                      <a:pt x="24" y="74"/>
                      <a:pt x="24" y="76"/>
                    </a:cubicBezTo>
                    <a:cubicBezTo>
                      <a:pt x="24" y="78"/>
                      <a:pt x="25" y="81"/>
                      <a:pt x="23" y="82"/>
                    </a:cubicBezTo>
                    <a:cubicBezTo>
                      <a:pt x="22" y="83"/>
                      <a:pt x="20" y="81"/>
                      <a:pt x="19" y="81"/>
                    </a:cubicBezTo>
                    <a:cubicBezTo>
                      <a:pt x="18" y="81"/>
                      <a:pt x="17" y="81"/>
                      <a:pt x="16" y="81"/>
                    </a:cubicBezTo>
                    <a:cubicBezTo>
                      <a:pt x="14" y="80"/>
                      <a:pt x="14" y="77"/>
                      <a:pt x="13" y="76"/>
                    </a:cubicBezTo>
                    <a:cubicBezTo>
                      <a:pt x="13" y="74"/>
                      <a:pt x="11" y="73"/>
                      <a:pt x="10" y="73"/>
                    </a:cubicBezTo>
                    <a:cubicBezTo>
                      <a:pt x="8" y="72"/>
                      <a:pt x="7" y="72"/>
                      <a:pt x="6" y="70"/>
                    </a:cubicBezTo>
                    <a:cubicBezTo>
                      <a:pt x="6" y="69"/>
                      <a:pt x="6" y="68"/>
                      <a:pt x="5" y="67"/>
                    </a:cubicBezTo>
                    <a:cubicBezTo>
                      <a:pt x="4" y="66"/>
                      <a:pt x="3" y="65"/>
                      <a:pt x="3" y="64"/>
                    </a:cubicBezTo>
                    <a:cubicBezTo>
                      <a:pt x="3" y="62"/>
                      <a:pt x="4" y="60"/>
                      <a:pt x="5" y="59"/>
                    </a:cubicBezTo>
                    <a:cubicBezTo>
                      <a:pt x="6" y="55"/>
                      <a:pt x="2" y="54"/>
                      <a:pt x="1" y="51"/>
                    </a:cubicBezTo>
                    <a:cubicBezTo>
                      <a:pt x="0" y="49"/>
                      <a:pt x="1" y="46"/>
                      <a:pt x="2" y="45"/>
                    </a:cubicBezTo>
                    <a:cubicBezTo>
                      <a:pt x="4" y="43"/>
                      <a:pt x="6" y="42"/>
                      <a:pt x="8" y="42"/>
                    </a:cubicBezTo>
                    <a:cubicBezTo>
                      <a:pt x="9" y="41"/>
                      <a:pt x="11" y="41"/>
                      <a:pt x="11" y="39"/>
                    </a:cubicBezTo>
                    <a:cubicBezTo>
                      <a:pt x="11" y="38"/>
                      <a:pt x="10" y="37"/>
                      <a:pt x="10" y="36"/>
                    </a:cubicBezTo>
                    <a:cubicBezTo>
                      <a:pt x="10" y="35"/>
                      <a:pt x="10" y="33"/>
                      <a:pt x="10" y="32"/>
                    </a:cubicBezTo>
                    <a:cubicBezTo>
                      <a:pt x="10" y="31"/>
                      <a:pt x="10" y="31"/>
                      <a:pt x="10" y="30"/>
                    </a:cubicBezTo>
                    <a:cubicBezTo>
                      <a:pt x="12" y="28"/>
                      <a:pt x="14" y="30"/>
                      <a:pt x="15" y="32"/>
                    </a:cubicBezTo>
                    <a:cubicBezTo>
                      <a:pt x="15" y="33"/>
                      <a:pt x="15" y="34"/>
                      <a:pt x="15" y="36"/>
                    </a:cubicBezTo>
                    <a:cubicBezTo>
                      <a:pt x="15" y="37"/>
                      <a:pt x="16" y="37"/>
                      <a:pt x="17" y="38"/>
                    </a:cubicBezTo>
                    <a:cubicBezTo>
                      <a:pt x="17" y="38"/>
                      <a:pt x="18" y="38"/>
                      <a:pt x="19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20" y="43"/>
                      <a:pt x="19" y="45"/>
                      <a:pt x="20" y="47"/>
                    </a:cubicBezTo>
                    <a:cubicBezTo>
                      <a:pt x="20" y="48"/>
                      <a:pt x="21" y="51"/>
                      <a:pt x="23" y="51"/>
                    </a:cubicBezTo>
                    <a:cubicBezTo>
                      <a:pt x="23" y="51"/>
                      <a:pt x="24" y="51"/>
                      <a:pt x="24" y="51"/>
                    </a:cubicBezTo>
                    <a:cubicBezTo>
                      <a:pt x="25" y="51"/>
                      <a:pt x="25" y="52"/>
                      <a:pt x="26" y="52"/>
                    </a:cubicBezTo>
                    <a:cubicBezTo>
                      <a:pt x="26" y="53"/>
                      <a:pt x="27" y="57"/>
                      <a:pt x="28" y="57"/>
                    </a:cubicBezTo>
                    <a:cubicBezTo>
                      <a:pt x="29" y="56"/>
                      <a:pt x="29" y="54"/>
                      <a:pt x="29" y="53"/>
                    </a:cubicBezTo>
                    <a:cubicBezTo>
                      <a:pt x="29" y="52"/>
                      <a:pt x="29" y="51"/>
                      <a:pt x="29" y="50"/>
                    </a:cubicBezTo>
                    <a:cubicBezTo>
                      <a:pt x="28" y="49"/>
                      <a:pt x="28" y="49"/>
                      <a:pt x="28" y="48"/>
                    </a:cubicBezTo>
                    <a:cubicBezTo>
                      <a:pt x="27" y="47"/>
                      <a:pt x="26" y="47"/>
                      <a:pt x="26" y="46"/>
                    </a:cubicBezTo>
                    <a:cubicBezTo>
                      <a:pt x="25" y="46"/>
                      <a:pt x="25" y="45"/>
                      <a:pt x="25" y="44"/>
                    </a:cubicBezTo>
                    <a:cubicBezTo>
                      <a:pt x="25" y="43"/>
                      <a:pt x="25" y="42"/>
                      <a:pt x="25" y="41"/>
                    </a:cubicBezTo>
                    <a:cubicBezTo>
                      <a:pt x="25" y="38"/>
                      <a:pt x="26" y="38"/>
                      <a:pt x="28" y="38"/>
                    </a:cubicBezTo>
                    <a:cubicBezTo>
                      <a:pt x="29" y="38"/>
                      <a:pt x="30" y="38"/>
                      <a:pt x="31" y="38"/>
                    </a:cubicBezTo>
                    <a:cubicBezTo>
                      <a:pt x="32" y="38"/>
                      <a:pt x="33" y="39"/>
                      <a:pt x="33" y="40"/>
                    </a:cubicBezTo>
                    <a:cubicBezTo>
                      <a:pt x="34" y="40"/>
                      <a:pt x="35" y="41"/>
                      <a:pt x="36" y="41"/>
                    </a:cubicBezTo>
                    <a:cubicBezTo>
                      <a:pt x="37" y="40"/>
                      <a:pt x="37" y="39"/>
                      <a:pt x="37" y="38"/>
                    </a:cubicBezTo>
                    <a:cubicBezTo>
                      <a:pt x="37" y="36"/>
                      <a:pt x="36" y="35"/>
                      <a:pt x="35" y="34"/>
                    </a:cubicBezTo>
                    <a:cubicBezTo>
                      <a:pt x="34" y="33"/>
                      <a:pt x="33" y="33"/>
                      <a:pt x="33" y="32"/>
                    </a:cubicBezTo>
                    <a:cubicBezTo>
                      <a:pt x="33" y="32"/>
                      <a:pt x="33" y="31"/>
                      <a:pt x="33" y="30"/>
                    </a:cubicBezTo>
                    <a:cubicBezTo>
                      <a:pt x="33" y="29"/>
                      <a:pt x="33" y="28"/>
                      <a:pt x="32" y="27"/>
                    </a:cubicBezTo>
                    <a:cubicBezTo>
                      <a:pt x="32" y="27"/>
                      <a:pt x="31" y="27"/>
                      <a:pt x="30" y="27"/>
                    </a:cubicBezTo>
                    <a:cubicBezTo>
                      <a:pt x="28" y="26"/>
                      <a:pt x="29" y="25"/>
                      <a:pt x="29" y="23"/>
                    </a:cubicBezTo>
                    <a:cubicBezTo>
                      <a:pt x="29" y="23"/>
                      <a:pt x="29" y="21"/>
                      <a:pt x="29" y="21"/>
                    </a:cubicBezTo>
                    <a:cubicBezTo>
                      <a:pt x="30" y="20"/>
                      <a:pt x="31" y="20"/>
                      <a:pt x="31" y="20"/>
                    </a:cubicBezTo>
                    <a:cubicBezTo>
                      <a:pt x="33" y="20"/>
                      <a:pt x="33" y="19"/>
                      <a:pt x="33" y="18"/>
                    </a:cubicBezTo>
                    <a:cubicBezTo>
                      <a:pt x="34" y="17"/>
                      <a:pt x="34" y="16"/>
                      <a:pt x="34" y="14"/>
                    </a:cubicBezTo>
                    <a:cubicBezTo>
                      <a:pt x="34" y="14"/>
                      <a:pt x="34" y="13"/>
                      <a:pt x="35" y="13"/>
                    </a:cubicBezTo>
                    <a:cubicBezTo>
                      <a:pt x="35" y="12"/>
                      <a:pt x="35" y="12"/>
                      <a:pt x="36" y="11"/>
                    </a:cubicBezTo>
                    <a:cubicBezTo>
                      <a:pt x="36" y="11"/>
                      <a:pt x="37" y="10"/>
                      <a:pt x="38" y="10"/>
                    </a:cubicBezTo>
                    <a:cubicBezTo>
                      <a:pt x="38" y="10"/>
                      <a:pt x="39" y="11"/>
                      <a:pt x="39" y="12"/>
                    </a:cubicBezTo>
                    <a:cubicBezTo>
                      <a:pt x="40" y="13"/>
                      <a:pt x="39" y="14"/>
                      <a:pt x="39" y="14"/>
                    </a:cubicBezTo>
                    <a:cubicBezTo>
                      <a:pt x="40" y="15"/>
                      <a:pt x="40" y="16"/>
                      <a:pt x="41" y="16"/>
                    </a:cubicBezTo>
                    <a:cubicBezTo>
                      <a:pt x="42" y="16"/>
                      <a:pt x="42" y="17"/>
                      <a:pt x="42" y="18"/>
                    </a:cubicBezTo>
                    <a:cubicBezTo>
                      <a:pt x="42" y="19"/>
                      <a:pt x="42" y="21"/>
                      <a:pt x="42" y="22"/>
                    </a:cubicBezTo>
                    <a:cubicBezTo>
                      <a:pt x="42" y="23"/>
                      <a:pt x="42" y="25"/>
                      <a:pt x="41" y="26"/>
                    </a:cubicBezTo>
                    <a:cubicBezTo>
                      <a:pt x="41" y="27"/>
                      <a:pt x="41" y="28"/>
                      <a:pt x="41" y="29"/>
                    </a:cubicBezTo>
                    <a:cubicBezTo>
                      <a:pt x="42" y="30"/>
                      <a:pt x="44" y="29"/>
                      <a:pt x="45" y="30"/>
                    </a:cubicBezTo>
                    <a:cubicBezTo>
                      <a:pt x="46" y="30"/>
                      <a:pt x="46" y="31"/>
                      <a:pt x="46" y="32"/>
                    </a:cubicBezTo>
                    <a:cubicBezTo>
                      <a:pt x="46" y="32"/>
                      <a:pt x="46" y="33"/>
                      <a:pt x="46" y="33"/>
                    </a:cubicBezTo>
                    <a:cubicBezTo>
                      <a:pt x="48" y="34"/>
                      <a:pt x="50" y="35"/>
                      <a:pt x="50" y="37"/>
                    </a:cubicBezTo>
                    <a:cubicBezTo>
                      <a:pt x="50" y="39"/>
                      <a:pt x="50" y="42"/>
                      <a:pt x="50" y="44"/>
                    </a:cubicBezTo>
                    <a:cubicBezTo>
                      <a:pt x="50" y="45"/>
                      <a:pt x="50" y="46"/>
                      <a:pt x="51" y="46"/>
                    </a:cubicBezTo>
                    <a:cubicBezTo>
                      <a:pt x="52" y="46"/>
                      <a:pt x="52" y="45"/>
                      <a:pt x="53" y="45"/>
                    </a:cubicBezTo>
                    <a:cubicBezTo>
                      <a:pt x="54" y="47"/>
                      <a:pt x="54" y="47"/>
                      <a:pt x="53" y="48"/>
                    </a:cubicBezTo>
                    <a:cubicBezTo>
                      <a:pt x="52" y="49"/>
                      <a:pt x="52" y="50"/>
                      <a:pt x="53" y="51"/>
                    </a:cubicBezTo>
                    <a:cubicBezTo>
                      <a:pt x="54" y="51"/>
                      <a:pt x="55" y="49"/>
                      <a:pt x="55" y="48"/>
                    </a:cubicBezTo>
                    <a:cubicBezTo>
                      <a:pt x="56" y="47"/>
                      <a:pt x="56" y="47"/>
                      <a:pt x="57" y="46"/>
                    </a:cubicBezTo>
                    <a:cubicBezTo>
                      <a:pt x="57" y="46"/>
                      <a:pt x="58" y="46"/>
                      <a:pt x="59" y="46"/>
                    </a:cubicBezTo>
                    <a:cubicBezTo>
                      <a:pt x="60" y="45"/>
                      <a:pt x="59" y="44"/>
                      <a:pt x="60" y="43"/>
                    </a:cubicBezTo>
                    <a:cubicBezTo>
                      <a:pt x="61" y="42"/>
                      <a:pt x="63" y="44"/>
                      <a:pt x="63" y="45"/>
                    </a:cubicBezTo>
                    <a:cubicBezTo>
                      <a:pt x="64" y="47"/>
                      <a:pt x="63" y="49"/>
                      <a:pt x="63" y="50"/>
                    </a:cubicBezTo>
                    <a:cubicBezTo>
                      <a:pt x="63" y="51"/>
                      <a:pt x="64" y="52"/>
                      <a:pt x="65" y="52"/>
                    </a:cubicBezTo>
                    <a:cubicBezTo>
                      <a:pt x="66" y="53"/>
                      <a:pt x="66" y="54"/>
                      <a:pt x="67" y="55"/>
                    </a:cubicBezTo>
                    <a:cubicBezTo>
                      <a:pt x="67" y="56"/>
                      <a:pt x="67" y="57"/>
                      <a:pt x="69" y="56"/>
                    </a:cubicBezTo>
                    <a:cubicBezTo>
                      <a:pt x="70" y="56"/>
                      <a:pt x="71" y="54"/>
                      <a:pt x="70" y="53"/>
                    </a:cubicBezTo>
                    <a:cubicBezTo>
                      <a:pt x="70" y="52"/>
                      <a:pt x="68" y="51"/>
                      <a:pt x="68" y="50"/>
                    </a:cubicBezTo>
                    <a:cubicBezTo>
                      <a:pt x="67" y="49"/>
                      <a:pt x="67" y="48"/>
                      <a:pt x="66" y="47"/>
                    </a:cubicBezTo>
                    <a:cubicBezTo>
                      <a:pt x="66" y="45"/>
                      <a:pt x="66" y="43"/>
                      <a:pt x="65" y="42"/>
                    </a:cubicBezTo>
                    <a:cubicBezTo>
                      <a:pt x="65" y="40"/>
                      <a:pt x="65" y="40"/>
                      <a:pt x="65" y="39"/>
                    </a:cubicBezTo>
                    <a:cubicBezTo>
                      <a:pt x="66" y="37"/>
                      <a:pt x="66" y="35"/>
                      <a:pt x="66" y="34"/>
                    </a:cubicBezTo>
                    <a:cubicBezTo>
                      <a:pt x="66" y="32"/>
                      <a:pt x="66" y="32"/>
                      <a:pt x="67" y="31"/>
                    </a:cubicBezTo>
                    <a:cubicBezTo>
                      <a:pt x="68" y="30"/>
                      <a:pt x="69" y="30"/>
                      <a:pt x="70" y="29"/>
                    </a:cubicBezTo>
                    <a:cubicBezTo>
                      <a:pt x="71" y="28"/>
                      <a:pt x="71" y="27"/>
                      <a:pt x="70" y="26"/>
                    </a:cubicBezTo>
                    <a:cubicBezTo>
                      <a:pt x="69" y="26"/>
                      <a:pt x="68" y="26"/>
                      <a:pt x="67" y="25"/>
                    </a:cubicBezTo>
                    <a:cubicBezTo>
                      <a:pt x="67" y="24"/>
                      <a:pt x="67" y="23"/>
                      <a:pt x="67" y="22"/>
                    </a:cubicBezTo>
                    <a:cubicBezTo>
                      <a:pt x="67" y="20"/>
                      <a:pt x="67" y="19"/>
                      <a:pt x="67" y="17"/>
                    </a:cubicBezTo>
                    <a:cubicBezTo>
                      <a:pt x="67" y="16"/>
                      <a:pt x="67" y="15"/>
                      <a:pt x="67" y="14"/>
                    </a:cubicBezTo>
                    <a:cubicBezTo>
                      <a:pt x="67" y="13"/>
                      <a:pt x="68" y="13"/>
                      <a:pt x="69" y="12"/>
                    </a:cubicBezTo>
                    <a:cubicBezTo>
                      <a:pt x="70" y="12"/>
                      <a:pt x="70" y="11"/>
                      <a:pt x="71" y="10"/>
                    </a:cubicBezTo>
                    <a:cubicBezTo>
                      <a:pt x="72" y="8"/>
                      <a:pt x="72" y="5"/>
                      <a:pt x="75" y="5"/>
                    </a:cubicBezTo>
                    <a:cubicBezTo>
                      <a:pt x="76" y="5"/>
                      <a:pt x="78" y="5"/>
                      <a:pt x="79" y="5"/>
                    </a:cubicBezTo>
                    <a:cubicBezTo>
                      <a:pt x="80" y="5"/>
                      <a:pt x="81" y="5"/>
                      <a:pt x="82" y="4"/>
                    </a:cubicBezTo>
                    <a:cubicBezTo>
                      <a:pt x="83" y="3"/>
                      <a:pt x="83" y="2"/>
                      <a:pt x="83" y="2"/>
                    </a:cubicBezTo>
                    <a:cubicBezTo>
                      <a:pt x="84" y="1"/>
                      <a:pt x="85" y="0"/>
                      <a:pt x="86" y="0"/>
                    </a:cubicBezTo>
                    <a:cubicBezTo>
                      <a:pt x="89" y="0"/>
                      <a:pt x="91" y="1"/>
                      <a:pt x="91" y="4"/>
                    </a:cubicBezTo>
                    <a:cubicBezTo>
                      <a:pt x="91" y="4"/>
                      <a:pt x="91" y="5"/>
                      <a:pt x="91" y="6"/>
                    </a:cubicBezTo>
                    <a:cubicBezTo>
                      <a:pt x="91" y="7"/>
                      <a:pt x="92" y="7"/>
                      <a:pt x="93" y="8"/>
                    </a:cubicBezTo>
                    <a:cubicBezTo>
                      <a:pt x="96" y="10"/>
                      <a:pt x="95" y="12"/>
                      <a:pt x="95" y="15"/>
                    </a:cubicBezTo>
                    <a:cubicBezTo>
                      <a:pt x="94" y="18"/>
                      <a:pt x="94" y="21"/>
                      <a:pt x="96" y="23"/>
                    </a:cubicBezTo>
                    <a:cubicBezTo>
                      <a:pt x="97" y="24"/>
                      <a:pt x="98" y="24"/>
                      <a:pt x="98" y="24"/>
                    </a:cubicBezTo>
                    <a:cubicBezTo>
                      <a:pt x="99" y="25"/>
                      <a:pt x="100" y="26"/>
                      <a:pt x="100" y="27"/>
                    </a:cubicBezTo>
                    <a:cubicBezTo>
                      <a:pt x="102" y="33"/>
                      <a:pt x="101" y="40"/>
                      <a:pt x="99" y="46"/>
                    </a:cubicBezTo>
                    <a:cubicBezTo>
                      <a:pt x="99" y="47"/>
                      <a:pt x="99" y="49"/>
                      <a:pt x="98" y="50"/>
                    </a:cubicBezTo>
                    <a:cubicBezTo>
                      <a:pt x="97" y="50"/>
                      <a:pt x="97" y="51"/>
                      <a:pt x="96" y="52"/>
                    </a:cubicBezTo>
                    <a:cubicBezTo>
                      <a:pt x="94" y="54"/>
                      <a:pt x="95" y="57"/>
                      <a:pt x="94" y="60"/>
                    </a:cubicBezTo>
                    <a:cubicBezTo>
                      <a:pt x="94" y="61"/>
                      <a:pt x="94" y="63"/>
                      <a:pt x="93" y="64"/>
                    </a:cubicBezTo>
                    <a:cubicBezTo>
                      <a:pt x="93" y="64"/>
                      <a:pt x="92" y="65"/>
                      <a:pt x="92" y="66"/>
                    </a:cubicBezTo>
                    <a:cubicBezTo>
                      <a:pt x="91" y="67"/>
                      <a:pt x="91" y="70"/>
                      <a:pt x="90" y="72"/>
                    </a:cubicBezTo>
                    <a:cubicBezTo>
                      <a:pt x="90" y="73"/>
                      <a:pt x="88" y="74"/>
                      <a:pt x="87" y="76"/>
                    </a:cubicBezTo>
                    <a:cubicBezTo>
                      <a:pt x="86" y="77"/>
                      <a:pt x="86" y="78"/>
                      <a:pt x="84" y="79"/>
                    </a:cubicBezTo>
                    <a:cubicBezTo>
                      <a:pt x="83" y="80"/>
                      <a:pt x="80" y="81"/>
                      <a:pt x="81" y="82"/>
                    </a:cubicBezTo>
                    <a:cubicBezTo>
                      <a:pt x="81" y="82"/>
                      <a:pt x="83" y="82"/>
                      <a:pt x="83" y="83"/>
                    </a:cubicBezTo>
                    <a:cubicBezTo>
                      <a:pt x="85" y="83"/>
                      <a:pt x="87" y="83"/>
                      <a:pt x="87" y="85"/>
                    </a:cubicBezTo>
                    <a:cubicBezTo>
                      <a:pt x="87" y="86"/>
                      <a:pt x="88" y="88"/>
                      <a:pt x="87" y="89"/>
                    </a:cubicBezTo>
                    <a:cubicBezTo>
                      <a:pt x="87" y="89"/>
                      <a:pt x="86" y="89"/>
                      <a:pt x="86" y="89"/>
                    </a:cubicBezTo>
                    <a:cubicBezTo>
                      <a:pt x="86" y="90"/>
                      <a:pt x="85" y="90"/>
                      <a:pt x="85" y="91"/>
                    </a:cubicBezTo>
                    <a:cubicBezTo>
                      <a:pt x="84" y="91"/>
                      <a:pt x="84" y="92"/>
                      <a:pt x="84" y="93"/>
                    </a:cubicBezTo>
                    <a:cubicBezTo>
                      <a:pt x="83" y="94"/>
                      <a:pt x="83" y="96"/>
                      <a:pt x="83" y="98"/>
                    </a:cubicBezTo>
                    <a:cubicBezTo>
                      <a:pt x="83" y="99"/>
                      <a:pt x="84" y="100"/>
                      <a:pt x="85" y="100"/>
                    </a:cubicBezTo>
                    <a:cubicBezTo>
                      <a:pt x="86" y="101"/>
                      <a:pt x="85" y="102"/>
                      <a:pt x="85" y="103"/>
                    </a:cubicBezTo>
                    <a:cubicBezTo>
                      <a:pt x="85" y="105"/>
                      <a:pt x="85" y="106"/>
                      <a:pt x="84" y="106"/>
                    </a:cubicBezTo>
                    <a:cubicBezTo>
                      <a:pt x="83" y="107"/>
                      <a:pt x="82" y="108"/>
                      <a:pt x="81" y="108"/>
                    </a:cubicBezTo>
                    <a:cubicBezTo>
                      <a:pt x="80" y="108"/>
                      <a:pt x="79" y="108"/>
                      <a:pt x="79" y="109"/>
                    </a:cubicBezTo>
                    <a:cubicBezTo>
                      <a:pt x="78" y="111"/>
                      <a:pt x="81" y="110"/>
                      <a:pt x="82" y="110"/>
                    </a:cubicBezTo>
                    <a:cubicBezTo>
                      <a:pt x="83" y="110"/>
                      <a:pt x="84" y="110"/>
                      <a:pt x="85" y="110"/>
                    </a:cubicBezTo>
                    <a:cubicBezTo>
                      <a:pt x="87" y="110"/>
                      <a:pt x="90" y="110"/>
                      <a:pt x="90" y="113"/>
                    </a:cubicBezTo>
                    <a:cubicBezTo>
                      <a:pt x="90" y="115"/>
                      <a:pt x="90" y="118"/>
                      <a:pt x="88" y="119"/>
                    </a:cubicBezTo>
                    <a:cubicBezTo>
                      <a:pt x="87" y="119"/>
                      <a:pt x="84" y="120"/>
                      <a:pt x="85" y="122"/>
                    </a:cubicBezTo>
                    <a:cubicBezTo>
                      <a:pt x="86" y="124"/>
                      <a:pt x="89" y="123"/>
                      <a:pt x="90" y="123"/>
                    </a:cubicBezTo>
                    <a:cubicBezTo>
                      <a:pt x="93" y="123"/>
                      <a:pt x="95" y="124"/>
                      <a:pt x="96" y="126"/>
                    </a:cubicBezTo>
                    <a:cubicBezTo>
                      <a:pt x="97" y="127"/>
                      <a:pt x="98" y="129"/>
                      <a:pt x="100" y="1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24" name="Freeform 3027">
                <a:extLst>
                  <a:ext uri="{FF2B5EF4-FFF2-40B4-BE49-F238E27FC236}">
                    <a16:creationId xmlns:a16="http://schemas.microsoft.com/office/drawing/2014/main" id="{E76C7E3E-F224-4A2E-B8AC-5B5CAA572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653"/>
                <a:ext cx="1" cy="2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4 h 5"/>
                  <a:gd name="T4" fmla="*/ 1 w 3"/>
                  <a:gd name="T5" fmla="*/ 1 h 5"/>
                  <a:gd name="T6" fmla="*/ 3 w 3"/>
                  <a:gd name="T7" fmla="*/ 4 h 5"/>
                  <a:gd name="T8" fmla="*/ 1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3"/>
                      <a:pt x="3" y="4"/>
                    </a:cubicBezTo>
                    <a:cubicBezTo>
                      <a:pt x="3" y="4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25" name="Freeform 3028">
                <a:extLst>
                  <a:ext uri="{FF2B5EF4-FFF2-40B4-BE49-F238E27FC236}">
                    <a16:creationId xmlns:a16="http://schemas.microsoft.com/office/drawing/2014/main" id="{7DE0ED40-7FE6-4482-A1D8-545C12799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48"/>
                <a:ext cx="4" cy="3"/>
              </a:xfrm>
              <a:custGeom>
                <a:avLst/>
                <a:gdLst>
                  <a:gd name="T0" fmla="*/ 1 w 10"/>
                  <a:gd name="T1" fmla="*/ 3 h 8"/>
                  <a:gd name="T2" fmla="*/ 1 w 10"/>
                  <a:gd name="T3" fmla="*/ 0 h 8"/>
                  <a:gd name="T4" fmla="*/ 5 w 10"/>
                  <a:gd name="T5" fmla="*/ 0 h 8"/>
                  <a:gd name="T6" fmla="*/ 7 w 10"/>
                  <a:gd name="T7" fmla="*/ 2 h 8"/>
                  <a:gd name="T8" fmla="*/ 9 w 10"/>
                  <a:gd name="T9" fmla="*/ 4 h 8"/>
                  <a:gd name="T10" fmla="*/ 10 w 10"/>
                  <a:gd name="T11" fmla="*/ 6 h 8"/>
                  <a:gd name="T12" fmla="*/ 6 w 10"/>
                  <a:gd name="T13" fmla="*/ 7 h 8"/>
                  <a:gd name="T14" fmla="*/ 4 w 10"/>
                  <a:gd name="T15" fmla="*/ 5 h 8"/>
                  <a:gd name="T16" fmla="*/ 1 w 10"/>
                  <a:gd name="T1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8" y="2"/>
                      <a:pt x="8" y="3"/>
                      <a:pt x="9" y="4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8"/>
                      <a:pt x="7" y="8"/>
                      <a:pt x="6" y="7"/>
                    </a:cubicBezTo>
                    <a:cubicBezTo>
                      <a:pt x="5" y="7"/>
                      <a:pt x="5" y="6"/>
                      <a:pt x="4" y="5"/>
                    </a:cubicBezTo>
                    <a:cubicBezTo>
                      <a:pt x="2" y="5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26" name="Freeform 3029">
                <a:extLst>
                  <a:ext uri="{FF2B5EF4-FFF2-40B4-BE49-F238E27FC236}">
                    <a16:creationId xmlns:a16="http://schemas.microsoft.com/office/drawing/2014/main" id="{EC01AA11-5A3D-43A3-9B0C-769904347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42"/>
                <a:ext cx="3" cy="2"/>
              </a:xfrm>
              <a:custGeom>
                <a:avLst/>
                <a:gdLst>
                  <a:gd name="T0" fmla="*/ 3 w 6"/>
                  <a:gd name="T1" fmla="*/ 1 h 6"/>
                  <a:gd name="T2" fmla="*/ 6 w 6"/>
                  <a:gd name="T3" fmla="*/ 4 h 6"/>
                  <a:gd name="T4" fmla="*/ 2 w 6"/>
                  <a:gd name="T5" fmla="*/ 6 h 6"/>
                  <a:gd name="T6" fmla="*/ 0 w 6"/>
                  <a:gd name="T7" fmla="*/ 2 h 6"/>
                  <a:gd name="T8" fmla="*/ 3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2"/>
                      <a:pt x="6" y="3"/>
                      <a:pt x="6" y="4"/>
                    </a:cubicBezTo>
                    <a:cubicBezTo>
                      <a:pt x="6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27" name="Freeform 3030">
                <a:extLst>
                  <a:ext uri="{FF2B5EF4-FFF2-40B4-BE49-F238E27FC236}">
                    <a16:creationId xmlns:a16="http://schemas.microsoft.com/office/drawing/2014/main" id="{12E420DC-FDB0-4704-9670-A94AC03C2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50"/>
                <a:ext cx="1" cy="2"/>
              </a:xfrm>
              <a:custGeom>
                <a:avLst/>
                <a:gdLst>
                  <a:gd name="T0" fmla="*/ 2 w 2"/>
                  <a:gd name="T1" fmla="*/ 2 h 5"/>
                  <a:gd name="T2" fmla="*/ 0 w 2"/>
                  <a:gd name="T3" fmla="*/ 5 h 5"/>
                  <a:gd name="T4" fmla="*/ 0 w 2"/>
                  <a:gd name="T5" fmla="*/ 3 h 5"/>
                  <a:gd name="T6" fmla="*/ 0 w 2"/>
                  <a:gd name="T7" fmla="*/ 2 h 5"/>
                  <a:gd name="T8" fmla="*/ 2 w 2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2"/>
                    </a:moveTo>
                    <a:cubicBezTo>
                      <a:pt x="2" y="3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28" name="Freeform 3031">
                <a:extLst>
                  <a:ext uri="{FF2B5EF4-FFF2-40B4-BE49-F238E27FC236}">
                    <a16:creationId xmlns:a16="http://schemas.microsoft.com/office/drawing/2014/main" id="{5A03626D-2816-4D5E-9EC1-338ECB280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38"/>
                <a:ext cx="4" cy="3"/>
              </a:xfrm>
              <a:custGeom>
                <a:avLst/>
                <a:gdLst>
                  <a:gd name="T0" fmla="*/ 0 w 10"/>
                  <a:gd name="T1" fmla="*/ 2 h 6"/>
                  <a:gd name="T2" fmla="*/ 0 w 10"/>
                  <a:gd name="T3" fmla="*/ 1 h 6"/>
                  <a:gd name="T4" fmla="*/ 0 w 10"/>
                  <a:gd name="T5" fmla="*/ 0 h 6"/>
                  <a:gd name="T6" fmla="*/ 1 w 10"/>
                  <a:gd name="T7" fmla="*/ 0 h 6"/>
                  <a:gd name="T8" fmla="*/ 5 w 10"/>
                  <a:gd name="T9" fmla="*/ 0 h 6"/>
                  <a:gd name="T10" fmla="*/ 8 w 10"/>
                  <a:gd name="T11" fmla="*/ 0 h 6"/>
                  <a:gd name="T12" fmla="*/ 9 w 10"/>
                  <a:gd name="T13" fmla="*/ 3 h 6"/>
                  <a:gd name="T14" fmla="*/ 6 w 10"/>
                  <a:gd name="T15" fmla="*/ 6 h 6"/>
                  <a:gd name="T16" fmla="*/ 5 w 10"/>
                  <a:gd name="T17" fmla="*/ 6 h 6"/>
                  <a:gd name="T18" fmla="*/ 5 w 10"/>
                  <a:gd name="T19" fmla="*/ 5 h 6"/>
                  <a:gd name="T20" fmla="*/ 3 w 10"/>
                  <a:gd name="T21" fmla="*/ 4 h 6"/>
                  <a:gd name="T22" fmla="*/ 2 w 10"/>
                  <a:gd name="T23" fmla="*/ 4 h 6"/>
                  <a:gd name="T24" fmla="*/ 0 w 10"/>
                  <a:gd name="T2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1"/>
                      <a:pt x="10" y="2"/>
                      <a:pt x="9" y="3"/>
                    </a:cubicBezTo>
                    <a:cubicBezTo>
                      <a:pt x="9" y="5"/>
                      <a:pt x="7" y="5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29" name="Freeform 3032">
                <a:extLst>
                  <a:ext uri="{FF2B5EF4-FFF2-40B4-BE49-F238E27FC236}">
                    <a16:creationId xmlns:a16="http://schemas.microsoft.com/office/drawing/2014/main" id="{BECC9707-DDC0-4762-9D9D-47F8B3DA4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603"/>
                <a:ext cx="3" cy="2"/>
              </a:xfrm>
              <a:custGeom>
                <a:avLst/>
                <a:gdLst>
                  <a:gd name="T0" fmla="*/ 3 w 8"/>
                  <a:gd name="T1" fmla="*/ 5 h 5"/>
                  <a:gd name="T2" fmla="*/ 1 w 8"/>
                  <a:gd name="T3" fmla="*/ 5 h 5"/>
                  <a:gd name="T4" fmla="*/ 1 w 8"/>
                  <a:gd name="T5" fmla="*/ 1 h 5"/>
                  <a:gd name="T6" fmla="*/ 4 w 8"/>
                  <a:gd name="T7" fmla="*/ 0 h 5"/>
                  <a:gd name="T8" fmla="*/ 8 w 8"/>
                  <a:gd name="T9" fmla="*/ 1 h 5"/>
                  <a:gd name="T10" fmla="*/ 5 w 8"/>
                  <a:gd name="T11" fmla="*/ 3 h 5"/>
                  <a:gd name="T12" fmla="*/ 3 w 8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2" y="5"/>
                      <a:pt x="2" y="5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8" y="0"/>
                      <a:pt x="8" y="1"/>
                    </a:cubicBezTo>
                    <a:cubicBezTo>
                      <a:pt x="7" y="2"/>
                      <a:pt x="6" y="3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30" name="Freeform 3033">
                <a:extLst>
                  <a:ext uri="{FF2B5EF4-FFF2-40B4-BE49-F238E27FC236}">
                    <a16:creationId xmlns:a16="http://schemas.microsoft.com/office/drawing/2014/main" id="{821B11BB-BBE6-4A05-9A8B-4B0EB94AB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99"/>
                <a:ext cx="2" cy="1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4 w 4"/>
                  <a:gd name="T7" fmla="*/ 3 h 4"/>
                  <a:gd name="T8" fmla="*/ 2 w 4"/>
                  <a:gd name="T9" fmla="*/ 4 h 4"/>
                  <a:gd name="T10" fmla="*/ 1 w 4"/>
                  <a:gd name="T11" fmla="*/ 3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31" name="Freeform 3034">
                <a:extLst>
                  <a:ext uri="{FF2B5EF4-FFF2-40B4-BE49-F238E27FC236}">
                    <a16:creationId xmlns:a16="http://schemas.microsoft.com/office/drawing/2014/main" id="{CE7C0B61-86AF-4A19-8C47-7D01C56FA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604"/>
                <a:ext cx="3" cy="3"/>
              </a:xfrm>
              <a:custGeom>
                <a:avLst/>
                <a:gdLst>
                  <a:gd name="T0" fmla="*/ 4 w 7"/>
                  <a:gd name="T1" fmla="*/ 7 h 7"/>
                  <a:gd name="T2" fmla="*/ 1 w 7"/>
                  <a:gd name="T3" fmla="*/ 6 h 7"/>
                  <a:gd name="T4" fmla="*/ 0 w 7"/>
                  <a:gd name="T5" fmla="*/ 4 h 7"/>
                  <a:gd name="T6" fmla="*/ 2 w 7"/>
                  <a:gd name="T7" fmla="*/ 2 h 7"/>
                  <a:gd name="T8" fmla="*/ 4 w 7"/>
                  <a:gd name="T9" fmla="*/ 0 h 7"/>
                  <a:gd name="T10" fmla="*/ 4 w 7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2" y="3"/>
                      <a:pt x="2" y="2"/>
                    </a:cubicBezTo>
                    <a:cubicBezTo>
                      <a:pt x="3" y="1"/>
                      <a:pt x="2" y="0"/>
                      <a:pt x="4" y="0"/>
                    </a:cubicBezTo>
                    <a:cubicBezTo>
                      <a:pt x="7" y="0"/>
                      <a:pt x="7" y="6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32" name="Freeform 3035">
                <a:extLst>
                  <a:ext uri="{FF2B5EF4-FFF2-40B4-BE49-F238E27FC236}">
                    <a16:creationId xmlns:a16="http://schemas.microsoft.com/office/drawing/2014/main" id="{62E93394-3983-4119-8F95-4A0AB44CA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21"/>
                <a:ext cx="4" cy="5"/>
              </a:xfrm>
              <a:custGeom>
                <a:avLst/>
                <a:gdLst>
                  <a:gd name="T0" fmla="*/ 1 w 8"/>
                  <a:gd name="T1" fmla="*/ 9 h 14"/>
                  <a:gd name="T2" fmla="*/ 2 w 8"/>
                  <a:gd name="T3" fmla="*/ 4 h 14"/>
                  <a:gd name="T4" fmla="*/ 7 w 8"/>
                  <a:gd name="T5" fmla="*/ 2 h 14"/>
                  <a:gd name="T6" fmla="*/ 8 w 8"/>
                  <a:gd name="T7" fmla="*/ 6 h 14"/>
                  <a:gd name="T8" fmla="*/ 5 w 8"/>
                  <a:gd name="T9" fmla="*/ 9 h 14"/>
                  <a:gd name="T10" fmla="*/ 3 w 8"/>
                  <a:gd name="T11" fmla="*/ 13 h 14"/>
                  <a:gd name="T12" fmla="*/ 1 w 8"/>
                  <a:gd name="T13" fmla="*/ 12 h 14"/>
                  <a:gd name="T14" fmla="*/ 1 w 8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4">
                    <a:moveTo>
                      <a:pt x="1" y="9"/>
                    </a:moveTo>
                    <a:cubicBezTo>
                      <a:pt x="1" y="7"/>
                      <a:pt x="1" y="5"/>
                      <a:pt x="2" y="4"/>
                    </a:cubicBezTo>
                    <a:cubicBezTo>
                      <a:pt x="3" y="2"/>
                      <a:pt x="6" y="0"/>
                      <a:pt x="7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8"/>
                      <a:pt x="6" y="8"/>
                      <a:pt x="5" y="9"/>
                    </a:cubicBezTo>
                    <a:cubicBezTo>
                      <a:pt x="4" y="10"/>
                      <a:pt x="4" y="12"/>
                      <a:pt x="3" y="13"/>
                    </a:cubicBezTo>
                    <a:cubicBezTo>
                      <a:pt x="2" y="14"/>
                      <a:pt x="1" y="13"/>
                      <a:pt x="1" y="12"/>
                    </a:cubicBezTo>
                    <a:cubicBezTo>
                      <a:pt x="0" y="11"/>
                      <a:pt x="1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33" name="Freeform 3036">
                <a:extLst>
                  <a:ext uri="{FF2B5EF4-FFF2-40B4-BE49-F238E27FC236}">
                    <a16:creationId xmlns:a16="http://schemas.microsoft.com/office/drawing/2014/main" id="{FF49CFA6-1B0A-49ED-AECF-A866BFDDE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19"/>
                <a:ext cx="4" cy="2"/>
              </a:xfrm>
              <a:custGeom>
                <a:avLst/>
                <a:gdLst>
                  <a:gd name="T0" fmla="*/ 2 w 11"/>
                  <a:gd name="T1" fmla="*/ 5 h 5"/>
                  <a:gd name="T2" fmla="*/ 2 w 11"/>
                  <a:gd name="T3" fmla="*/ 5 h 5"/>
                  <a:gd name="T4" fmla="*/ 0 w 11"/>
                  <a:gd name="T5" fmla="*/ 2 h 5"/>
                  <a:gd name="T6" fmla="*/ 4 w 11"/>
                  <a:gd name="T7" fmla="*/ 0 h 5"/>
                  <a:gd name="T8" fmla="*/ 8 w 11"/>
                  <a:gd name="T9" fmla="*/ 1 h 5"/>
                  <a:gd name="T10" fmla="*/ 10 w 11"/>
                  <a:gd name="T11" fmla="*/ 4 h 5"/>
                  <a:gd name="T12" fmla="*/ 7 w 11"/>
                  <a:gd name="T13" fmla="*/ 5 h 5"/>
                  <a:gd name="T14" fmla="*/ 2 w 11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3" y="0"/>
                      <a:pt x="4" y="0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1"/>
                      <a:pt x="11" y="2"/>
                      <a:pt x="10" y="4"/>
                    </a:cubicBezTo>
                    <a:cubicBezTo>
                      <a:pt x="10" y="5"/>
                      <a:pt x="8" y="5"/>
                      <a:pt x="7" y="5"/>
                    </a:cubicBezTo>
                    <a:cubicBezTo>
                      <a:pt x="6" y="5"/>
                      <a:pt x="3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34" name="Freeform 3037">
                <a:extLst>
                  <a:ext uri="{FF2B5EF4-FFF2-40B4-BE49-F238E27FC236}">
                    <a16:creationId xmlns:a16="http://schemas.microsoft.com/office/drawing/2014/main" id="{E2E0E6A8-1B90-43D2-BD18-6EC265EC4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716"/>
                <a:ext cx="2" cy="4"/>
              </a:xfrm>
              <a:custGeom>
                <a:avLst/>
                <a:gdLst>
                  <a:gd name="T0" fmla="*/ 0 w 6"/>
                  <a:gd name="T1" fmla="*/ 5 h 9"/>
                  <a:gd name="T2" fmla="*/ 1 w 6"/>
                  <a:gd name="T3" fmla="*/ 2 h 9"/>
                  <a:gd name="T4" fmla="*/ 3 w 6"/>
                  <a:gd name="T5" fmla="*/ 1 h 9"/>
                  <a:gd name="T6" fmla="*/ 4 w 6"/>
                  <a:gd name="T7" fmla="*/ 3 h 9"/>
                  <a:gd name="T8" fmla="*/ 4 w 6"/>
                  <a:gd name="T9" fmla="*/ 8 h 9"/>
                  <a:gd name="T10" fmla="*/ 0 w 6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5" y="4"/>
                      <a:pt x="6" y="7"/>
                      <a:pt x="4" y="8"/>
                    </a:cubicBezTo>
                    <a:cubicBezTo>
                      <a:pt x="1" y="9"/>
                      <a:pt x="1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35" name="Freeform 3038">
                <a:extLst>
                  <a:ext uri="{FF2B5EF4-FFF2-40B4-BE49-F238E27FC236}">
                    <a16:creationId xmlns:a16="http://schemas.microsoft.com/office/drawing/2014/main" id="{92A5C205-73B0-4A80-816F-AE2A7A816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02"/>
                <a:ext cx="13" cy="13"/>
              </a:xfrm>
              <a:custGeom>
                <a:avLst/>
                <a:gdLst>
                  <a:gd name="T0" fmla="*/ 2 w 31"/>
                  <a:gd name="T1" fmla="*/ 32 h 33"/>
                  <a:gd name="T2" fmla="*/ 1 w 31"/>
                  <a:gd name="T3" fmla="*/ 29 h 33"/>
                  <a:gd name="T4" fmla="*/ 3 w 31"/>
                  <a:gd name="T5" fmla="*/ 25 h 33"/>
                  <a:gd name="T6" fmla="*/ 3 w 31"/>
                  <a:gd name="T7" fmla="*/ 20 h 33"/>
                  <a:gd name="T8" fmla="*/ 8 w 31"/>
                  <a:gd name="T9" fmla="*/ 18 h 33"/>
                  <a:gd name="T10" fmla="*/ 12 w 31"/>
                  <a:gd name="T11" fmla="*/ 14 h 33"/>
                  <a:gd name="T12" fmla="*/ 13 w 31"/>
                  <a:gd name="T13" fmla="*/ 8 h 33"/>
                  <a:gd name="T14" fmla="*/ 19 w 31"/>
                  <a:gd name="T15" fmla="*/ 8 h 33"/>
                  <a:gd name="T16" fmla="*/ 25 w 31"/>
                  <a:gd name="T17" fmla="*/ 7 h 33"/>
                  <a:gd name="T18" fmla="*/ 26 w 31"/>
                  <a:gd name="T19" fmla="*/ 2 h 33"/>
                  <a:gd name="T20" fmla="*/ 30 w 31"/>
                  <a:gd name="T21" fmla="*/ 4 h 33"/>
                  <a:gd name="T22" fmla="*/ 27 w 31"/>
                  <a:gd name="T23" fmla="*/ 10 h 33"/>
                  <a:gd name="T24" fmla="*/ 28 w 31"/>
                  <a:gd name="T25" fmla="*/ 15 h 33"/>
                  <a:gd name="T26" fmla="*/ 30 w 31"/>
                  <a:gd name="T27" fmla="*/ 20 h 33"/>
                  <a:gd name="T28" fmla="*/ 28 w 31"/>
                  <a:gd name="T29" fmla="*/ 21 h 33"/>
                  <a:gd name="T30" fmla="*/ 26 w 31"/>
                  <a:gd name="T31" fmla="*/ 21 h 33"/>
                  <a:gd name="T32" fmla="*/ 25 w 31"/>
                  <a:gd name="T33" fmla="*/ 23 h 33"/>
                  <a:gd name="T34" fmla="*/ 21 w 31"/>
                  <a:gd name="T35" fmla="*/ 26 h 33"/>
                  <a:gd name="T36" fmla="*/ 17 w 31"/>
                  <a:gd name="T37" fmla="*/ 27 h 33"/>
                  <a:gd name="T38" fmla="*/ 14 w 31"/>
                  <a:gd name="T39" fmla="*/ 26 h 33"/>
                  <a:gd name="T40" fmla="*/ 9 w 31"/>
                  <a:gd name="T41" fmla="*/ 26 h 33"/>
                  <a:gd name="T42" fmla="*/ 8 w 31"/>
                  <a:gd name="T43" fmla="*/ 28 h 33"/>
                  <a:gd name="T44" fmla="*/ 8 w 31"/>
                  <a:gd name="T45" fmla="*/ 29 h 33"/>
                  <a:gd name="T46" fmla="*/ 6 w 31"/>
                  <a:gd name="T47" fmla="*/ 31 h 33"/>
                  <a:gd name="T48" fmla="*/ 5 w 31"/>
                  <a:gd name="T49" fmla="*/ 32 h 33"/>
                  <a:gd name="T50" fmla="*/ 2 w 31"/>
                  <a:gd name="T51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3">
                    <a:moveTo>
                      <a:pt x="2" y="32"/>
                    </a:moveTo>
                    <a:cubicBezTo>
                      <a:pt x="1" y="31"/>
                      <a:pt x="0" y="30"/>
                      <a:pt x="1" y="29"/>
                    </a:cubicBezTo>
                    <a:cubicBezTo>
                      <a:pt x="3" y="28"/>
                      <a:pt x="4" y="27"/>
                      <a:pt x="3" y="25"/>
                    </a:cubicBezTo>
                    <a:cubicBezTo>
                      <a:pt x="2" y="23"/>
                      <a:pt x="1" y="22"/>
                      <a:pt x="3" y="20"/>
                    </a:cubicBezTo>
                    <a:cubicBezTo>
                      <a:pt x="4" y="19"/>
                      <a:pt x="6" y="18"/>
                      <a:pt x="8" y="18"/>
                    </a:cubicBezTo>
                    <a:cubicBezTo>
                      <a:pt x="10" y="17"/>
                      <a:pt x="11" y="16"/>
                      <a:pt x="12" y="14"/>
                    </a:cubicBezTo>
                    <a:cubicBezTo>
                      <a:pt x="12" y="13"/>
                      <a:pt x="11" y="9"/>
                      <a:pt x="13" y="8"/>
                    </a:cubicBezTo>
                    <a:cubicBezTo>
                      <a:pt x="15" y="7"/>
                      <a:pt x="17" y="8"/>
                      <a:pt x="19" y="8"/>
                    </a:cubicBezTo>
                    <a:cubicBezTo>
                      <a:pt x="21" y="8"/>
                      <a:pt x="23" y="8"/>
                      <a:pt x="25" y="7"/>
                    </a:cubicBezTo>
                    <a:cubicBezTo>
                      <a:pt x="26" y="6"/>
                      <a:pt x="26" y="4"/>
                      <a:pt x="26" y="2"/>
                    </a:cubicBezTo>
                    <a:cubicBezTo>
                      <a:pt x="27" y="0"/>
                      <a:pt x="29" y="2"/>
                      <a:pt x="30" y="4"/>
                    </a:cubicBezTo>
                    <a:cubicBezTo>
                      <a:pt x="30" y="7"/>
                      <a:pt x="28" y="8"/>
                      <a:pt x="27" y="10"/>
                    </a:cubicBezTo>
                    <a:cubicBezTo>
                      <a:pt x="26" y="12"/>
                      <a:pt x="26" y="14"/>
                      <a:pt x="28" y="15"/>
                    </a:cubicBezTo>
                    <a:cubicBezTo>
                      <a:pt x="29" y="17"/>
                      <a:pt x="30" y="18"/>
                      <a:pt x="30" y="20"/>
                    </a:cubicBezTo>
                    <a:cubicBezTo>
                      <a:pt x="31" y="22"/>
                      <a:pt x="30" y="23"/>
                      <a:pt x="28" y="21"/>
                    </a:cubicBezTo>
                    <a:cubicBezTo>
                      <a:pt x="27" y="21"/>
                      <a:pt x="26" y="20"/>
                      <a:pt x="26" y="21"/>
                    </a:cubicBezTo>
                    <a:cubicBezTo>
                      <a:pt x="25" y="21"/>
                      <a:pt x="25" y="23"/>
                      <a:pt x="25" y="23"/>
                    </a:cubicBezTo>
                    <a:cubicBezTo>
                      <a:pt x="25" y="26"/>
                      <a:pt x="24" y="26"/>
                      <a:pt x="21" y="26"/>
                    </a:cubicBezTo>
                    <a:cubicBezTo>
                      <a:pt x="19" y="25"/>
                      <a:pt x="19" y="26"/>
                      <a:pt x="17" y="27"/>
                    </a:cubicBezTo>
                    <a:cubicBezTo>
                      <a:pt x="16" y="28"/>
                      <a:pt x="15" y="27"/>
                      <a:pt x="14" y="26"/>
                    </a:cubicBezTo>
                    <a:cubicBezTo>
                      <a:pt x="12" y="25"/>
                      <a:pt x="10" y="25"/>
                      <a:pt x="9" y="26"/>
                    </a:cubicBezTo>
                    <a:cubicBezTo>
                      <a:pt x="8" y="27"/>
                      <a:pt x="8" y="27"/>
                      <a:pt x="8" y="28"/>
                    </a:cubicBezTo>
                    <a:cubicBezTo>
                      <a:pt x="8" y="29"/>
                      <a:pt x="8" y="28"/>
                      <a:pt x="8" y="29"/>
                    </a:cubicBezTo>
                    <a:cubicBezTo>
                      <a:pt x="7" y="30"/>
                      <a:pt x="7" y="30"/>
                      <a:pt x="6" y="31"/>
                    </a:cubicBezTo>
                    <a:cubicBezTo>
                      <a:pt x="6" y="31"/>
                      <a:pt x="5" y="32"/>
                      <a:pt x="5" y="32"/>
                    </a:cubicBezTo>
                    <a:cubicBezTo>
                      <a:pt x="4" y="33"/>
                      <a:pt x="3" y="33"/>
                      <a:pt x="2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36" name="Freeform 3039">
                <a:extLst>
                  <a:ext uri="{FF2B5EF4-FFF2-40B4-BE49-F238E27FC236}">
                    <a16:creationId xmlns:a16="http://schemas.microsoft.com/office/drawing/2014/main" id="{B7A79952-2453-48E4-969F-C559FEED9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702"/>
                <a:ext cx="3" cy="2"/>
              </a:xfrm>
              <a:custGeom>
                <a:avLst/>
                <a:gdLst>
                  <a:gd name="T0" fmla="*/ 1 w 7"/>
                  <a:gd name="T1" fmla="*/ 4 h 5"/>
                  <a:gd name="T2" fmla="*/ 0 w 7"/>
                  <a:gd name="T3" fmla="*/ 4 h 5"/>
                  <a:gd name="T4" fmla="*/ 0 w 7"/>
                  <a:gd name="T5" fmla="*/ 3 h 5"/>
                  <a:gd name="T6" fmla="*/ 1 w 7"/>
                  <a:gd name="T7" fmla="*/ 2 h 5"/>
                  <a:gd name="T8" fmla="*/ 3 w 7"/>
                  <a:gd name="T9" fmla="*/ 0 h 5"/>
                  <a:gd name="T10" fmla="*/ 7 w 7"/>
                  <a:gd name="T11" fmla="*/ 1 h 5"/>
                  <a:gd name="T12" fmla="*/ 7 w 7"/>
                  <a:gd name="T13" fmla="*/ 4 h 5"/>
                  <a:gd name="T14" fmla="*/ 4 w 7"/>
                  <a:gd name="T15" fmla="*/ 4 h 5"/>
                  <a:gd name="T16" fmla="*/ 1 w 7"/>
                  <a:gd name="T1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4"/>
                      <a:pt x="5" y="4"/>
                      <a:pt x="4" y="4"/>
                    </a:cubicBezTo>
                    <a:cubicBezTo>
                      <a:pt x="2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37" name="Freeform 3040">
                <a:extLst>
                  <a:ext uri="{FF2B5EF4-FFF2-40B4-BE49-F238E27FC236}">
                    <a16:creationId xmlns:a16="http://schemas.microsoft.com/office/drawing/2014/main" id="{9B181E17-9966-4965-9E1D-ECA61A441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707"/>
                <a:ext cx="2" cy="2"/>
              </a:xfrm>
              <a:custGeom>
                <a:avLst/>
                <a:gdLst>
                  <a:gd name="T0" fmla="*/ 2 w 5"/>
                  <a:gd name="T1" fmla="*/ 1 h 5"/>
                  <a:gd name="T2" fmla="*/ 5 w 5"/>
                  <a:gd name="T3" fmla="*/ 2 h 5"/>
                  <a:gd name="T4" fmla="*/ 2 w 5"/>
                  <a:gd name="T5" fmla="*/ 5 h 5"/>
                  <a:gd name="T6" fmla="*/ 2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38" name="Freeform 3041">
                <a:extLst>
                  <a:ext uri="{FF2B5EF4-FFF2-40B4-BE49-F238E27FC236}">
                    <a16:creationId xmlns:a16="http://schemas.microsoft.com/office/drawing/2014/main" id="{7FE4D449-5401-4FCB-B867-A4036E12C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667"/>
                <a:ext cx="17" cy="36"/>
              </a:xfrm>
              <a:custGeom>
                <a:avLst/>
                <a:gdLst>
                  <a:gd name="T0" fmla="*/ 22 w 42"/>
                  <a:gd name="T1" fmla="*/ 75 h 89"/>
                  <a:gd name="T2" fmla="*/ 22 w 42"/>
                  <a:gd name="T3" fmla="*/ 77 h 89"/>
                  <a:gd name="T4" fmla="*/ 22 w 42"/>
                  <a:gd name="T5" fmla="*/ 80 h 89"/>
                  <a:gd name="T6" fmla="*/ 21 w 42"/>
                  <a:gd name="T7" fmla="*/ 83 h 89"/>
                  <a:gd name="T8" fmla="*/ 18 w 42"/>
                  <a:gd name="T9" fmla="*/ 82 h 89"/>
                  <a:gd name="T10" fmla="*/ 17 w 42"/>
                  <a:gd name="T11" fmla="*/ 81 h 89"/>
                  <a:gd name="T12" fmla="*/ 16 w 42"/>
                  <a:gd name="T13" fmla="*/ 80 h 89"/>
                  <a:gd name="T14" fmla="*/ 16 w 42"/>
                  <a:gd name="T15" fmla="*/ 80 h 89"/>
                  <a:gd name="T16" fmla="*/ 11 w 42"/>
                  <a:gd name="T17" fmla="*/ 86 h 89"/>
                  <a:gd name="T18" fmla="*/ 10 w 42"/>
                  <a:gd name="T19" fmla="*/ 89 h 89"/>
                  <a:gd name="T20" fmla="*/ 9 w 42"/>
                  <a:gd name="T21" fmla="*/ 85 h 89"/>
                  <a:gd name="T22" fmla="*/ 8 w 42"/>
                  <a:gd name="T23" fmla="*/ 78 h 89"/>
                  <a:gd name="T24" fmla="*/ 3 w 42"/>
                  <a:gd name="T25" fmla="*/ 76 h 89"/>
                  <a:gd name="T26" fmla="*/ 0 w 42"/>
                  <a:gd name="T27" fmla="*/ 71 h 89"/>
                  <a:gd name="T28" fmla="*/ 1 w 42"/>
                  <a:gd name="T29" fmla="*/ 62 h 89"/>
                  <a:gd name="T30" fmla="*/ 1 w 42"/>
                  <a:gd name="T31" fmla="*/ 53 h 89"/>
                  <a:gd name="T32" fmla="*/ 4 w 42"/>
                  <a:gd name="T33" fmla="*/ 39 h 89"/>
                  <a:gd name="T34" fmla="*/ 11 w 42"/>
                  <a:gd name="T35" fmla="*/ 28 h 89"/>
                  <a:gd name="T36" fmla="*/ 18 w 42"/>
                  <a:gd name="T37" fmla="*/ 17 h 89"/>
                  <a:gd name="T38" fmla="*/ 19 w 42"/>
                  <a:gd name="T39" fmla="*/ 8 h 89"/>
                  <a:gd name="T40" fmla="*/ 20 w 42"/>
                  <a:gd name="T41" fmla="*/ 2 h 89"/>
                  <a:gd name="T42" fmla="*/ 26 w 42"/>
                  <a:gd name="T43" fmla="*/ 0 h 89"/>
                  <a:gd name="T44" fmla="*/ 33 w 42"/>
                  <a:gd name="T45" fmla="*/ 2 h 89"/>
                  <a:gd name="T46" fmla="*/ 38 w 42"/>
                  <a:gd name="T47" fmla="*/ 10 h 89"/>
                  <a:gd name="T48" fmla="*/ 41 w 42"/>
                  <a:gd name="T49" fmla="*/ 18 h 89"/>
                  <a:gd name="T50" fmla="*/ 38 w 42"/>
                  <a:gd name="T51" fmla="*/ 21 h 89"/>
                  <a:gd name="T52" fmla="*/ 32 w 42"/>
                  <a:gd name="T53" fmla="*/ 15 h 89"/>
                  <a:gd name="T54" fmla="*/ 25 w 42"/>
                  <a:gd name="T55" fmla="*/ 6 h 89"/>
                  <a:gd name="T56" fmla="*/ 22 w 42"/>
                  <a:gd name="T57" fmla="*/ 7 h 89"/>
                  <a:gd name="T58" fmla="*/ 29 w 42"/>
                  <a:gd name="T59" fmla="*/ 17 h 89"/>
                  <a:gd name="T60" fmla="*/ 38 w 42"/>
                  <a:gd name="T61" fmla="*/ 25 h 89"/>
                  <a:gd name="T62" fmla="*/ 39 w 42"/>
                  <a:gd name="T63" fmla="*/ 36 h 89"/>
                  <a:gd name="T64" fmla="*/ 32 w 42"/>
                  <a:gd name="T65" fmla="*/ 40 h 89"/>
                  <a:gd name="T66" fmla="*/ 27 w 42"/>
                  <a:gd name="T67" fmla="*/ 45 h 89"/>
                  <a:gd name="T68" fmla="*/ 24 w 42"/>
                  <a:gd name="T69" fmla="*/ 45 h 89"/>
                  <a:gd name="T70" fmla="*/ 18 w 42"/>
                  <a:gd name="T71" fmla="*/ 43 h 89"/>
                  <a:gd name="T72" fmla="*/ 16 w 42"/>
                  <a:gd name="T73" fmla="*/ 39 h 89"/>
                  <a:gd name="T74" fmla="*/ 14 w 42"/>
                  <a:gd name="T75" fmla="*/ 36 h 89"/>
                  <a:gd name="T76" fmla="*/ 13 w 42"/>
                  <a:gd name="T77" fmla="*/ 41 h 89"/>
                  <a:gd name="T78" fmla="*/ 18 w 42"/>
                  <a:gd name="T79" fmla="*/ 47 h 89"/>
                  <a:gd name="T80" fmla="*/ 24 w 42"/>
                  <a:gd name="T81" fmla="*/ 50 h 89"/>
                  <a:gd name="T82" fmla="*/ 24 w 42"/>
                  <a:gd name="T83" fmla="*/ 58 h 89"/>
                  <a:gd name="T84" fmla="*/ 23 w 42"/>
                  <a:gd name="T85" fmla="*/ 65 h 89"/>
                  <a:gd name="T86" fmla="*/ 17 w 42"/>
                  <a:gd name="T87" fmla="*/ 65 h 89"/>
                  <a:gd name="T88" fmla="*/ 10 w 42"/>
                  <a:gd name="T89" fmla="*/ 64 h 89"/>
                  <a:gd name="T90" fmla="*/ 10 w 42"/>
                  <a:gd name="T91" fmla="*/ 68 h 89"/>
                  <a:gd name="T92" fmla="*/ 15 w 42"/>
                  <a:gd name="T93" fmla="*/ 70 h 89"/>
                  <a:gd name="T94" fmla="*/ 18 w 42"/>
                  <a:gd name="T95" fmla="*/ 70 h 89"/>
                  <a:gd name="T96" fmla="*/ 22 w 42"/>
                  <a:gd name="T97" fmla="*/ 70 h 89"/>
                  <a:gd name="T98" fmla="*/ 22 w 42"/>
                  <a:gd name="T99" fmla="*/ 71 h 89"/>
                  <a:gd name="T100" fmla="*/ 23 w 42"/>
                  <a:gd name="T101" fmla="*/ 71 h 89"/>
                  <a:gd name="T102" fmla="*/ 23 w 42"/>
                  <a:gd name="T103" fmla="*/ 72 h 89"/>
                  <a:gd name="T104" fmla="*/ 23 w 42"/>
                  <a:gd name="T105" fmla="*/ 72 h 89"/>
                  <a:gd name="T106" fmla="*/ 22 w 42"/>
                  <a:gd name="T107" fmla="*/ 7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" h="89">
                    <a:moveTo>
                      <a:pt x="22" y="75"/>
                    </a:moveTo>
                    <a:cubicBezTo>
                      <a:pt x="22" y="76"/>
                      <a:pt x="22" y="76"/>
                      <a:pt x="22" y="77"/>
                    </a:cubicBezTo>
                    <a:cubicBezTo>
                      <a:pt x="21" y="78"/>
                      <a:pt x="22" y="79"/>
                      <a:pt x="22" y="80"/>
                    </a:cubicBezTo>
                    <a:cubicBezTo>
                      <a:pt x="22" y="81"/>
                      <a:pt x="22" y="83"/>
                      <a:pt x="21" y="83"/>
                    </a:cubicBezTo>
                    <a:cubicBezTo>
                      <a:pt x="20" y="84"/>
                      <a:pt x="19" y="83"/>
                      <a:pt x="18" y="82"/>
                    </a:cubicBezTo>
                    <a:cubicBezTo>
                      <a:pt x="18" y="82"/>
                      <a:pt x="17" y="81"/>
                      <a:pt x="17" y="81"/>
                    </a:cubicBezTo>
                    <a:cubicBezTo>
                      <a:pt x="17" y="80"/>
                      <a:pt x="17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3" y="81"/>
                      <a:pt x="13" y="84"/>
                      <a:pt x="11" y="86"/>
                    </a:cubicBezTo>
                    <a:cubicBezTo>
                      <a:pt x="11" y="87"/>
                      <a:pt x="10" y="88"/>
                      <a:pt x="10" y="89"/>
                    </a:cubicBezTo>
                    <a:cubicBezTo>
                      <a:pt x="8" y="89"/>
                      <a:pt x="9" y="86"/>
                      <a:pt x="9" y="85"/>
                    </a:cubicBezTo>
                    <a:cubicBezTo>
                      <a:pt x="9" y="83"/>
                      <a:pt x="9" y="80"/>
                      <a:pt x="8" y="78"/>
                    </a:cubicBezTo>
                    <a:cubicBezTo>
                      <a:pt x="6" y="77"/>
                      <a:pt x="4" y="76"/>
                      <a:pt x="3" y="76"/>
                    </a:cubicBezTo>
                    <a:cubicBezTo>
                      <a:pt x="1" y="75"/>
                      <a:pt x="0" y="73"/>
                      <a:pt x="0" y="71"/>
                    </a:cubicBezTo>
                    <a:cubicBezTo>
                      <a:pt x="0" y="68"/>
                      <a:pt x="0" y="65"/>
                      <a:pt x="1" y="62"/>
                    </a:cubicBezTo>
                    <a:cubicBezTo>
                      <a:pt x="1" y="59"/>
                      <a:pt x="1" y="56"/>
                      <a:pt x="1" y="53"/>
                    </a:cubicBezTo>
                    <a:cubicBezTo>
                      <a:pt x="2" y="49"/>
                      <a:pt x="3" y="44"/>
                      <a:pt x="4" y="39"/>
                    </a:cubicBezTo>
                    <a:cubicBezTo>
                      <a:pt x="5" y="35"/>
                      <a:pt x="8" y="32"/>
                      <a:pt x="11" y="28"/>
                    </a:cubicBezTo>
                    <a:cubicBezTo>
                      <a:pt x="14" y="25"/>
                      <a:pt x="17" y="22"/>
                      <a:pt x="18" y="17"/>
                    </a:cubicBezTo>
                    <a:cubicBezTo>
                      <a:pt x="19" y="14"/>
                      <a:pt x="19" y="11"/>
                      <a:pt x="19" y="8"/>
                    </a:cubicBezTo>
                    <a:cubicBezTo>
                      <a:pt x="19" y="6"/>
                      <a:pt x="18" y="3"/>
                      <a:pt x="20" y="2"/>
                    </a:cubicBezTo>
                    <a:cubicBezTo>
                      <a:pt x="21" y="0"/>
                      <a:pt x="24" y="0"/>
                      <a:pt x="26" y="0"/>
                    </a:cubicBezTo>
                    <a:cubicBezTo>
                      <a:pt x="28" y="0"/>
                      <a:pt x="31" y="1"/>
                      <a:pt x="33" y="2"/>
                    </a:cubicBezTo>
                    <a:cubicBezTo>
                      <a:pt x="35" y="4"/>
                      <a:pt x="37" y="7"/>
                      <a:pt x="38" y="10"/>
                    </a:cubicBezTo>
                    <a:cubicBezTo>
                      <a:pt x="39" y="12"/>
                      <a:pt x="41" y="15"/>
                      <a:pt x="41" y="18"/>
                    </a:cubicBezTo>
                    <a:cubicBezTo>
                      <a:pt x="41" y="20"/>
                      <a:pt x="40" y="22"/>
                      <a:pt x="38" y="21"/>
                    </a:cubicBezTo>
                    <a:cubicBezTo>
                      <a:pt x="36" y="20"/>
                      <a:pt x="34" y="17"/>
                      <a:pt x="32" y="15"/>
                    </a:cubicBezTo>
                    <a:cubicBezTo>
                      <a:pt x="30" y="12"/>
                      <a:pt x="28" y="8"/>
                      <a:pt x="25" y="6"/>
                    </a:cubicBezTo>
                    <a:cubicBezTo>
                      <a:pt x="24" y="5"/>
                      <a:pt x="22" y="4"/>
                      <a:pt x="22" y="7"/>
                    </a:cubicBezTo>
                    <a:cubicBezTo>
                      <a:pt x="21" y="11"/>
                      <a:pt x="26" y="15"/>
                      <a:pt x="29" y="17"/>
                    </a:cubicBezTo>
                    <a:cubicBezTo>
                      <a:pt x="33" y="19"/>
                      <a:pt x="36" y="21"/>
                      <a:pt x="38" y="25"/>
                    </a:cubicBezTo>
                    <a:cubicBezTo>
                      <a:pt x="40" y="28"/>
                      <a:pt x="42" y="33"/>
                      <a:pt x="39" y="36"/>
                    </a:cubicBezTo>
                    <a:cubicBezTo>
                      <a:pt x="37" y="38"/>
                      <a:pt x="34" y="39"/>
                      <a:pt x="32" y="40"/>
                    </a:cubicBezTo>
                    <a:cubicBezTo>
                      <a:pt x="30" y="41"/>
                      <a:pt x="29" y="43"/>
                      <a:pt x="27" y="45"/>
                    </a:cubicBezTo>
                    <a:cubicBezTo>
                      <a:pt x="26" y="46"/>
                      <a:pt x="25" y="46"/>
                      <a:pt x="24" y="45"/>
                    </a:cubicBezTo>
                    <a:cubicBezTo>
                      <a:pt x="22" y="45"/>
                      <a:pt x="20" y="44"/>
                      <a:pt x="18" y="43"/>
                    </a:cubicBezTo>
                    <a:cubicBezTo>
                      <a:pt x="17" y="42"/>
                      <a:pt x="16" y="41"/>
                      <a:pt x="16" y="39"/>
                    </a:cubicBezTo>
                    <a:cubicBezTo>
                      <a:pt x="16" y="38"/>
                      <a:pt x="15" y="36"/>
                      <a:pt x="14" y="36"/>
                    </a:cubicBezTo>
                    <a:cubicBezTo>
                      <a:pt x="12" y="37"/>
                      <a:pt x="13" y="40"/>
                      <a:pt x="13" y="41"/>
                    </a:cubicBezTo>
                    <a:cubicBezTo>
                      <a:pt x="14" y="44"/>
                      <a:pt x="16" y="46"/>
                      <a:pt x="18" y="47"/>
                    </a:cubicBezTo>
                    <a:cubicBezTo>
                      <a:pt x="20" y="47"/>
                      <a:pt x="23" y="48"/>
                      <a:pt x="24" y="50"/>
                    </a:cubicBezTo>
                    <a:cubicBezTo>
                      <a:pt x="25" y="52"/>
                      <a:pt x="24" y="56"/>
                      <a:pt x="24" y="58"/>
                    </a:cubicBezTo>
                    <a:cubicBezTo>
                      <a:pt x="24" y="61"/>
                      <a:pt x="23" y="63"/>
                      <a:pt x="23" y="65"/>
                    </a:cubicBezTo>
                    <a:cubicBezTo>
                      <a:pt x="21" y="67"/>
                      <a:pt x="19" y="66"/>
                      <a:pt x="17" y="65"/>
                    </a:cubicBezTo>
                    <a:cubicBezTo>
                      <a:pt x="15" y="63"/>
                      <a:pt x="12" y="62"/>
                      <a:pt x="10" y="64"/>
                    </a:cubicBezTo>
                    <a:cubicBezTo>
                      <a:pt x="9" y="65"/>
                      <a:pt x="9" y="67"/>
                      <a:pt x="10" y="68"/>
                    </a:cubicBezTo>
                    <a:cubicBezTo>
                      <a:pt x="11" y="69"/>
                      <a:pt x="13" y="69"/>
                      <a:pt x="15" y="70"/>
                    </a:cubicBezTo>
                    <a:cubicBezTo>
                      <a:pt x="16" y="70"/>
                      <a:pt x="17" y="70"/>
                      <a:pt x="18" y="70"/>
                    </a:cubicBezTo>
                    <a:cubicBezTo>
                      <a:pt x="19" y="70"/>
                      <a:pt x="21" y="69"/>
                      <a:pt x="22" y="70"/>
                    </a:cubicBezTo>
                    <a:cubicBezTo>
                      <a:pt x="22" y="70"/>
                      <a:pt x="22" y="71"/>
                      <a:pt x="22" y="71"/>
                    </a:cubicBezTo>
                    <a:cubicBezTo>
                      <a:pt x="22" y="71"/>
                      <a:pt x="22" y="71"/>
                      <a:pt x="23" y="71"/>
                    </a:cubicBezTo>
                    <a:cubicBezTo>
                      <a:pt x="23" y="71"/>
                      <a:pt x="23" y="72"/>
                      <a:pt x="23" y="72"/>
                    </a:cubicBezTo>
                    <a:cubicBezTo>
                      <a:pt x="23" y="72"/>
                      <a:pt x="23" y="72"/>
                      <a:pt x="23" y="72"/>
                    </a:cubicBezTo>
                    <a:cubicBezTo>
                      <a:pt x="23" y="73"/>
                      <a:pt x="22" y="74"/>
                      <a:pt x="22" y="7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39" name="Freeform 3042">
                <a:extLst>
                  <a:ext uri="{FF2B5EF4-FFF2-40B4-BE49-F238E27FC236}">
                    <a16:creationId xmlns:a16="http://schemas.microsoft.com/office/drawing/2014/main" id="{B0C76B0F-9173-40E8-81A2-B00415EEE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658"/>
                <a:ext cx="11" cy="14"/>
              </a:xfrm>
              <a:custGeom>
                <a:avLst/>
                <a:gdLst>
                  <a:gd name="T0" fmla="*/ 17 w 27"/>
                  <a:gd name="T1" fmla="*/ 18 h 35"/>
                  <a:gd name="T2" fmla="*/ 20 w 27"/>
                  <a:gd name="T3" fmla="*/ 19 h 35"/>
                  <a:gd name="T4" fmla="*/ 23 w 27"/>
                  <a:gd name="T5" fmla="*/ 22 h 35"/>
                  <a:gd name="T6" fmla="*/ 24 w 27"/>
                  <a:gd name="T7" fmla="*/ 26 h 35"/>
                  <a:gd name="T8" fmla="*/ 22 w 27"/>
                  <a:gd name="T9" fmla="*/ 34 h 35"/>
                  <a:gd name="T10" fmla="*/ 19 w 27"/>
                  <a:gd name="T11" fmla="*/ 27 h 35"/>
                  <a:gd name="T12" fmla="*/ 15 w 27"/>
                  <a:gd name="T13" fmla="*/ 24 h 35"/>
                  <a:gd name="T14" fmla="*/ 11 w 27"/>
                  <a:gd name="T15" fmla="*/ 21 h 35"/>
                  <a:gd name="T16" fmla="*/ 7 w 27"/>
                  <a:gd name="T17" fmla="*/ 18 h 35"/>
                  <a:gd name="T18" fmla="*/ 1 w 27"/>
                  <a:gd name="T19" fmla="*/ 12 h 35"/>
                  <a:gd name="T20" fmla="*/ 3 w 27"/>
                  <a:gd name="T21" fmla="*/ 3 h 35"/>
                  <a:gd name="T22" fmla="*/ 14 w 27"/>
                  <a:gd name="T23" fmla="*/ 3 h 35"/>
                  <a:gd name="T24" fmla="*/ 18 w 27"/>
                  <a:gd name="T25" fmla="*/ 4 h 35"/>
                  <a:gd name="T26" fmla="*/ 20 w 27"/>
                  <a:gd name="T27" fmla="*/ 6 h 35"/>
                  <a:gd name="T28" fmla="*/ 22 w 27"/>
                  <a:gd name="T29" fmla="*/ 7 h 35"/>
                  <a:gd name="T30" fmla="*/ 26 w 27"/>
                  <a:gd name="T31" fmla="*/ 11 h 35"/>
                  <a:gd name="T32" fmla="*/ 27 w 27"/>
                  <a:gd name="T33" fmla="*/ 12 h 35"/>
                  <a:gd name="T34" fmla="*/ 23 w 27"/>
                  <a:gd name="T35" fmla="*/ 13 h 35"/>
                  <a:gd name="T36" fmla="*/ 19 w 27"/>
                  <a:gd name="T37" fmla="*/ 12 h 35"/>
                  <a:gd name="T38" fmla="*/ 17 w 27"/>
                  <a:gd name="T39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35">
                    <a:moveTo>
                      <a:pt x="17" y="18"/>
                    </a:moveTo>
                    <a:cubicBezTo>
                      <a:pt x="17" y="18"/>
                      <a:pt x="19" y="19"/>
                      <a:pt x="20" y="19"/>
                    </a:cubicBezTo>
                    <a:cubicBezTo>
                      <a:pt x="22" y="19"/>
                      <a:pt x="22" y="20"/>
                      <a:pt x="23" y="22"/>
                    </a:cubicBezTo>
                    <a:cubicBezTo>
                      <a:pt x="24" y="24"/>
                      <a:pt x="24" y="25"/>
                      <a:pt x="24" y="26"/>
                    </a:cubicBezTo>
                    <a:cubicBezTo>
                      <a:pt x="24" y="28"/>
                      <a:pt x="25" y="35"/>
                      <a:pt x="22" y="34"/>
                    </a:cubicBezTo>
                    <a:cubicBezTo>
                      <a:pt x="20" y="33"/>
                      <a:pt x="20" y="29"/>
                      <a:pt x="19" y="27"/>
                    </a:cubicBezTo>
                    <a:cubicBezTo>
                      <a:pt x="19" y="25"/>
                      <a:pt x="17" y="25"/>
                      <a:pt x="15" y="24"/>
                    </a:cubicBezTo>
                    <a:cubicBezTo>
                      <a:pt x="13" y="23"/>
                      <a:pt x="12" y="22"/>
                      <a:pt x="11" y="21"/>
                    </a:cubicBezTo>
                    <a:cubicBezTo>
                      <a:pt x="10" y="20"/>
                      <a:pt x="9" y="19"/>
                      <a:pt x="7" y="18"/>
                    </a:cubicBezTo>
                    <a:cubicBezTo>
                      <a:pt x="5" y="16"/>
                      <a:pt x="2" y="14"/>
                      <a:pt x="1" y="12"/>
                    </a:cubicBezTo>
                    <a:cubicBezTo>
                      <a:pt x="0" y="9"/>
                      <a:pt x="1" y="5"/>
                      <a:pt x="3" y="3"/>
                    </a:cubicBezTo>
                    <a:cubicBezTo>
                      <a:pt x="6" y="0"/>
                      <a:pt x="10" y="2"/>
                      <a:pt x="14" y="3"/>
                    </a:cubicBezTo>
                    <a:cubicBezTo>
                      <a:pt x="15" y="3"/>
                      <a:pt x="17" y="3"/>
                      <a:pt x="18" y="4"/>
                    </a:cubicBezTo>
                    <a:cubicBezTo>
                      <a:pt x="19" y="5"/>
                      <a:pt x="19" y="6"/>
                      <a:pt x="20" y="6"/>
                    </a:cubicBezTo>
                    <a:cubicBezTo>
                      <a:pt x="20" y="7"/>
                      <a:pt x="21" y="7"/>
                      <a:pt x="22" y="7"/>
                    </a:cubicBezTo>
                    <a:cubicBezTo>
                      <a:pt x="23" y="8"/>
                      <a:pt x="25" y="9"/>
                      <a:pt x="26" y="11"/>
                    </a:cubicBezTo>
                    <a:cubicBezTo>
                      <a:pt x="27" y="11"/>
                      <a:pt x="27" y="12"/>
                      <a:pt x="27" y="12"/>
                    </a:cubicBezTo>
                    <a:cubicBezTo>
                      <a:pt x="26" y="14"/>
                      <a:pt x="24" y="13"/>
                      <a:pt x="23" y="13"/>
                    </a:cubicBezTo>
                    <a:cubicBezTo>
                      <a:pt x="22" y="13"/>
                      <a:pt x="20" y="12"/>
                      <a:pt x="19" y="12"/>
                    </a:cubicBezTo>
                    <a:cubicBezTo>
                      <a:pt x="16" y="12"/>
                      <a:pt x="15" y="15"/>
                      <a:pt x="17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40" name="Freeform 3043">
                <a:extLst>
                  <a:ext uri="{FF2B5EF4-FFF2-40B4-BE49-F238E27FC236}">
                    <a16:creationId xmlns:a16="http://schemas.microsoft.com/office/drawing/2014/main" id="{710F9F94-AD8D-4C00-BB06-410FDEAEF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9"/>
                <a:ext cx="3" cy="2"/>
              </a:xfrm>
              <a:custGeom>
                <a:avLst/>
                <a:gdLst>
                  <a:gd name="T0" fmla="*/ 1 w 6"/>
                  <a:gd name="T1" fmla="*/ 3 h 6"/>
                  <a:gd name="T2" fmla="*/ 1 w 6"/>
                  <a:gd name="T3" fmla="*/ 1 h 6"/>
                  <a:gd name="T4" fmla="*/ 5 w 6"/>
                  <a:gd name="T5" fmla="*/ 1 h 6"/>
                  <a:gd name="T6" fmla="*/ 6 w 6"/>
                  <a:gd name="T7" fmla="*/ 4 h 6"/>
                  <a:gd name="T8" fmla="*/ 4 w 6"/>
                  <a:gd name="T9" fmla="*/ 6 h 6"/>
                  <a:gd name="T10" fmla="*/ 1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3" y="6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41" name="Freeform 3044">
                <a:extLst>
                  <a:ext uri="{FF2B5EF4-FFF2-40B4-BE49-F238E27FC236}">
                    <a16:creationId xmlns:a16="http://schemas.microsoft.com/office/drawing/2014/main" id="{344A3EF2-AE49-430A-9E68-A7C6B490A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61"/>
                <a:ext cx="3" cy="2"/>
              </a:xfrm>
              <a:custGeom>
                <a:avLst/>
                <a:gdLst>
                  <a:gd name="T0" fmla="*/ 1 w 7"/>
                  <a:gd name="T1" fmla="*/ 1 h 7"/>
                  <a:gd name="T2" fmla="*/ 4 w 7"/>
                  <a:gd name="T3" fmla="*/ 0 h 7"/>
                  <a:gd name="T4" fmla="*/ 4 w 7"/>
                  <a:gd name="T5" fmla="*/ 0 h 7"/>
                  <a:gd name="T6" fmla="*/ 6 w 7"/>
                  <a:gd name="T7" fmla="*/ 5 h 7"/>
                  <a:gd name="T8" fmla="*/ 1 w 7"/>
                  <a:gd name="T9" fmla="*/ 5 h 7"/>
                  <a:gd name="T10" fmla="*/ 1 w 7"/>
                  <a:gd name="T1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7" y="4"/>
                      <a:pt x="6" y="5"/>
                    </a:cubicBezTo>
                    <a:cubicBezTo>
                      <a:pt x="5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42" name="Freeform 3045">
                <a:extLst>
                  <a:ext uri="{FF2B5EF4-FFF2-40B4-BE49-F238E27FC236}">
                    <a16:creationId xmlns:a16="http://schemas.microsoft.com/office/drawing/2014/main" id="{B6D64F64-921E-42A7-99D2-C2BE867D6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52"/>
                <a:ext cx="3" cy="4"/>
              </a:xfrm>
              <a:custGeom>
                <a:avLst/>
                <a:gdLst>
                  <a:gd name="T0" fmla="*/ 5 w 6"/>
                  <a:gd name="T1" fmla="*/ 5 h 12"/>
                  <a:gd name="T2" fmla="*/ 5 w 6"/>
                  <a:gd name="T3" fmla="*/ 3 h 12"/>
                  <a:gd name="T4" fmla="*/ 4 w 6"/>
                  <a:gd name="T5" fmla="*/ 0 h 12"/>
                  <a:gd name="T6" fmla="*/ 2 w 6"/>
                  <a:gd name="T7" fmla="*/ 0 h 12"/>
                  <a:gd name="T8" fmla="*/ 0 w 6"/>
                  <a:gd name="T9" fmla="*/ 2 h 12"/>
                  <a:gd name="T10" fmla="*/ 0 w 6"/>
                  <a:gd name="T11" fmla="*/ 5 h 12"/>
                  <a:gd name="T12" fmla="*/ 0 w 6"/>
                  <a:gd name="T13" fmla="*/ 9 h 12"/>
                  <a:gd name="T14" fmla="*/ 2 w 6"/>
                  <a:gd name="T15" fmla="*/ 11 h 12"/>
                  <a:gd name="T16" fmla="*/ 4 w 6"/>
                  <a:gd name="T17" fmla="*/ 12 h 12"/>
                  <a:gd name="T18" fmla="*/ 5 w 6"/>
                  <a:gd name="T19" fmla="*/ 10 h 12"/>
                  <a:gd name="T20" fmla="*/ 6 w 6"/>
                  <a:gd name="T21" fmla="*/ 7 h 12"/>
                  <a:gd name="T22" fmla="*/ 6 w 6"/>
                  <a:gd name="T23" fmla="*/ 6 h 12"/>
                  <a:gd name="T24" fmla="*/ 5 w 6"/>
                  <a:gd name="T2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2">
                    <a:moveTo>
                      <a:pt x="5" y="5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1"/>
                      <a:pt x="4" y="10"/>
                      <a:pt x="5" y="10"/>
                    </a:cubicBezTo>
                    <a:cubicBezTo>
                      <a:pt x="5" y="9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43" name="Freeform 3046">
                <a:extLst>
                  <a:ext uri="{FF2B5EF4-FFF2-40B4-BE49-F238E27FC236}">
                    <a16:creationId xmlns:a16="http://schemas.microsoft.com/office/drawing/2014/main" id="{375733E7-6AB2-4060-81AE-FD9519F26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3"/>
                <a:ext cx="4" cy="5"/>
              </a:xfrm>
              <a:custGeom>
                <a:avLst/>
                <a:gdLst>
                  <a:gd name="T0" fmla="*/ 10 w 11"/>
                  <a:gd name="T1" fmla="*/ 9 h 11"/>
                  <a:gd name="T2" fmla="*/ 10 w 11"/>
                  <a:gd name="T3" fmla="*/ 7 h 11"/>
                  <a:gd name="T4" fmla="*/ 10 w 11"/>
                  <a:gd name="T5" fmla="*/ 5 h 11"/>
                  <a:gd name="T6" fmla="*/ 11 w 11"/>
                  <a:gd name="T7" fmla="*/ 3 h 11"/>
                  <a:gd name="T8" fmla="*/ 11 w 11"/>
                  <a:gd name="T9" fmla="*/ 2 h 11"/>
                  <a:gd name="T10" fmla="*/ 7 w 11"/>
                  <a:gd name="T11" fmla="*/ 3 h 11"/>
                  <a:gd name="T12" fmla="*/ 6 w 11"/>
                  <a:gd name="T13" fmla="*/ 6 h 11"/>
                  <a:gd name="T14" fmla="*/ 3 w 11"/>
                  <a:gd name="T15" fmla="*/ 7 h 11"/>
                  <a:gd name="T16" fmla="*/ 1 w 11"/>
                  <a:gd name="T17" fmla="*/ 9 h 11"/>
                  <a:gd name="T18" fmla="*/ 3 w 11"/>
                  <a:gd name="T19" fmla="*/ 11 h 11"/>
                  <a:gd name="T20" fmla="*/ 7 w 11"/>
                  <a:gd name="T21" fmla="*/ 10 h 11"/>
                  <a:gd name="T22" fmla="*/ 10 w 1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1">
                    <a:moveTo>
                      <a:pt x="10" y="9"/>
                    </a:moveTo>
                    <a:cubicBezTo>
                      <a:pt x="10" y="8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4"/>
                      <a:pt x="11" y="3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0" y="0"/>
                      <a:pt x="7" y="1"/>
                      <a:pt x="7" y="3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6" y="7"/>
                      <a:pt x="4" y="7"/>
                      <a:pt x="3" y="7"/>
                    </a:cubicBezTo>
                    <a:cubicBezTo>
                      <a:pt x="2" y="8"/>
                      <a:pt x="1" y="7"/>
                      <a:pt x="1" y="9"/>
                    </a:cubicBezTo>
                    <a:cubicBezTo>
                      <a:pt x="0" y="10"/>
                      <a:pt x="2" y="10"/>
                      <a:pt x="3" y="11"/>
                    </a:cubicBezTo>
                    <a:cubicBezTo>
                      <a:pt x="5" y="11"/>
                      <a:pt x="5" y="11"/>
                      <a:pt x="7" y="10"/>
                    </a:cubicBezTo>
                    <a:cubicBezTo>
                      <a:pt x="8" y="10"/>
                      <a:pt x="9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44" name="Freeform 3047">
                <a:extLst>
                  <a:ext uri="{FF2B5EF4-FFF2-40B4-BE49-F238E27FC236}">
                    <a16:creationId xmlns:a16="http://schemas.microsoft.com/office/drawing/2014/main" id="{8122766D-A540-4A7D-8D24-A9BABA414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5"/>
                <a:ext cx="6" cy="4"/>
              </a:xfrm>
              <a:custGeom>
                <a:avLst/>
                <a:gdLst>
                  <a:gd name="T0" fmla="*/ 4 w 13"/>
                  <a:gd name="T1" fmla="*/ 10 h 10"/>
                  <a:gd name="T2" fmla="*/ 1 w 13"/>
                  <a:gd name="T3" fmla="*/ 9 h 10"/>
                  <a:gd name="T4" fmla="*/ 0 w 13"/>
                  <a:gd name="T5" fmla="*/ 7 h 10"/>
                  <a:gd name="T6" fmla="*/ 3 w 13"/>
                  <a:gd name="T7" fmla="*/ 6 h 10"/>
                  <a:gd name="T8" fmla="*/ 8 w 13"/>
                  <a:gd name="T9" fmla="*/ 2 h 10"/>
                  <a:gd name="T10" fmla="*/ 13 w 13"/>
                  <a:gd name="T11" fmla="*/ 2 h 10"/>
                  <a:gd name="T12" fmla="*/ 13 w 13"/>
                  <a:gd name="T13" fmla="*/ 5 h 10"/>
                  <a:gd name="T14" fmla="*/ 10 w 13"/>
                  <a:gd name="T15" fmla="*/ 8 h 10"/>
                  <a:gd name="T16" fmla="*/ 7 w 13"/>
                  <a:gd name="T17" fmla="*/ 10 h 10"/>
                  <a:gd name="T18" fmla="*/ 4 w 13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6"/>
                      <a:pt x="2" y="6"/>
                      <a:pt x="3" y="6"/>
                    </a:cubicBezTo>
                    <a:cubicBezTo>
                      <a:pt x="5" y="6"/>
                      <a:pt x="6" y="3"/>
                      <a:pt x="8" y="2"/>
                    </a:cubicBezTo>
                    <a:cubicBezTo>
                      <a:pt x="9" y="1"/>
                      <a:pt x="12" y="0"/>
                      <a:pt x="13" y="2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9" y="8"/>
                      <a:pt x="8" y="9"/>
                      <a:pt x="7" y="10"/>
                    </a:cubicBezTo>
                    <a:cubicBezTo>
                      <a:pt x="6" y="10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45" name="Freeform 3048">
                <a:extLst>
                  <a:ext uri="{FF2B5EF4-FFF2-40B4-BE49-F238E27FC236}">
                    <a16:creationId xmlns:a16="http://schemas.microsoft.com/office/drawing/2014/main" id="{25FFF538-7347-41E4-9987-2CFDC769F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638"/>
                <a:ext cx="23" cy="18"/>
              </a:xfrm>
              <a:custGeom>
                <a:avLst/>
                <a:gdLst>
                  <a:gd name="T0" fmla="*/ 21 w 56"/>
                  <a:gd name="T1" fmla="*/ 40 h 44"/>
                  <a:gd name="T2" fmla="*/ 22 w 56"/>
                  <a:gd name="T3" fmla="*/ 33 h 44"/>
                  <a:gd name="T4" fmla="*/ 19 w 56"/>
                  <a:gd name="T5" fmla="*/ 30 h 44"/>
                  <a:gd name="T6" fmla="*/ 16 w 56"/>
                  <a:gd name="T7" fmla="*/ 25 h 44"/>
                  <a:gd name="T8" fmla="*/ 13 w 56"/>
                  <a:gd name="T9" fmla="*/ 21 h 44"/>
                  <a:gd name="T10" fmla="*/ 9 w 56"/>
                  <a:gd name="T11" fmla="*/ 23 h 44"/>
                  <a:gd name="T12" fmla="*/ 4 w 56"/>
                  <a:gd name="T13" fmla="*/ 23 h 44"/>
                  <a:gd name="T14" fmla="*/ 2 w 56"/>
                  <a:gd name="T15" fmla="*/ 18 h 44"/>
                  <a:gd name="T16" fmla="*/ 1 w 56"/>
                  <a:gd name="T17" fmla="*/ 15 h 44"/>
                  <a:gd name="T18" fmla="*/ 1 w 56"/>
                  <a:gd name="T19" fmla="*/ 13 h 44"/>
                  <a:gd name="T20" fmla="*/ 4 w 56"/>
                  <a:gd name="T21" fmla="*/ 10 h 44"/>
                  <a:gd name="T22" fmla="*/ 9 w 56"/>
                  <a:gd name="T23" fmla="*/ 5 h 44"/>
                  <a:gd name="T24" fmla="*/ 14 w 56"/>
                  <a:gd name="T25" fmla="*/ 0 h 44"/>
                  <a:gd name="T26" fmla="*/ 17 w 56"/>
                  <a:gd name="T27" fmla="*/ 5 h 44"/>
                  <a:gd name="T28" fmla="*/ 20 w 56"/>
                  <a:gd name="T29" fmla="*/ 10 h 44"/>
                  <a:gd name="T30" fmla="*/ 25 w 56"/>
                  <a:gd name="T31" fmla="*/ 8 h 44"/>
                  <a:gd name="T32" fmla="*/ 30 w 56"/>
                  <a:gd name="T33" fmla="*/ 5 h 44"/>
                  <a:gd name="T34" fmla="*/ 34 w 56"/>
                  <a:gd name="T35" fmla="*/ 9 h 44"/>
                  <a:gd name="T36" fmla="*/ 37 w 56"/>
                  <a:gd name="T37" fmla="*/ 13 h 44"/>
                  <a:gd name="T38" fmla="*/ 42 w 56"/>
                  <a:gd name="T39" fmla="*/ 12 h 44"/>
                  <a:gd name="T40" fmla="*/ 47 w 56"/>
                  <a:gd name="T41" fmla="*/ 8 h 44"/>
                  <a:gd name="T42" fmla="*/ 56 w 56"/>
                  <a:gd name="T43" fmla="*/ 9 h 44"/>
                  <a:gd name="T44" fmla="*/ 53 w 56"/>
                  <a:gd name="T45" fmla="*/ 13 h 44"/>
                  <a:gd name="T46" fmla="*/ 49 w 56"/>
                  <a:gd name="T47" fmla="*/ 17 h 44"/>
                  <a:gd name="T48" fmla="*/ 37 w 56"/>
                  <a:gd name="T49" fmla="*/ 20 h 44"/>
                  <a:gd name="T50" fmla="*/ 32 w 56"/>
                  <a:gd name="T51" fmla="*/ 23 h 44"/>
                  <a:gd name="T52" fmla="*/ 33 w 56"/>
                  <a:gd name="T53" fmla="*/ 28 h 44"/>
                  <a:gd name="T54" fmla="*/ 41 w 56"/>
                  <a:gd name="T55" fmla="*/ 27 h 44"/>
                  <a:gd name="T56" fmla="*/ 46 w 56"/>
                  <a:gd name="T57" fmla="*/ 23 h 44"/>
                  <a:gd name="T58" fmla="*/ 51 w 56"/>
                  <a:gd name="T59" fmla="*/ 26 h 44"/>
                  <a:gd name="T60" fmla="*/ 52 w 56"/>
                  <a:gd name="T61" fmla="*/ 30 h 44"/>
                  <a:gd name="T62" fmla="*/ 55 w 56"/>
                  <a:gd name="T63" fmla="*/ 34 h 44"/>
                  <a:gd name="T64" fmla="*/ 55 w 56"/>
                  <a:gd name="T65" fmla="*/ 39 h 44"/>
                  <a:gd name="T66" fmla="*/ 50 w 56"/>
                  <a:gd name="T67" fmla="*/ 40 h 44"/>
                  <a:gd name="T68" fmla="*/ 44 w 56"/>
                  <a:gd name="T69" fmla="*/ 39 h 44"/>
                  <a:gd name="T70" fmla="*/ 39 w 56"/>
                  <a:gd name="T71" fmla="*/ 36 h 44"/>
                  <a:gd name="T72" fmla="*/ 37 w 56"/>
                  <a:gd name="T73" fmla="*/ 35 h 44"/>
                  <a:gd name="T74" fmla="*/ 33 w 56"/>
                  <a:gd name="T75" fmla="*/ 34 h 44"/>
                  <a:gd name="T76" fmla="*/ 28 w 56"/>
                  <a:gd name="T77" fmla="*/ 36 h 44"/>
                  <a:gd name="T78" fmla="*/ 26 w 56"/>
                  <a:gd name="T79" fmla="*/ 43 h 44"/>
                  <a:gd name="T80" fmla="*/ 23 w 56"/>
                  <a:gd name="T81" fmla="*/ 43 h 44"/>
                  <a:gd name="T82" fmla="*/ 21 w 56"/>
                  <a:gd name="T83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44">
                    <a:moveTo>
                      <a:pt x="21" y="40"/>
                    </a:moveTo>
                    <a:cubicBezTo>
                      <a:pt x="21" y="37"/>
                      <a:pt x="22" y="35"/>
                      <a:pt x="22" y="33"/>
                    </a:cubicBezTo>
                    <a:cubicBezTo>
                      <a:pt x="22" y="31"/>
                      <a:pt x="20" y="31"/>
                      <a:pt x="19" y="30"/>
                    </a:cubicBezTo>
                    <a:cubicBezTo>
                      <a:pt x="17" y="29"/>
                      <a:pt x="17" y="27"/>
                      <a:pt x="16" y="25"/>
                    </a:cubicBezTo>
                    <a:cubicBezTo>
                      <a:pt x="16" y="24"/>
                      <a:pt x="15" y="22"/>
                      <a:pt x="13" y="21"/>
                    </a:cubicBezTo>
                    <a:cubicBezTo>
                      <a:pt x="12" y="21"/>
                      <a:pt x="10" y="23"/>
                      <a:pt x="9" y="23"/>
                    </a:cubicBezTo>
                    <a:cubicBezTo>
                      <a:pt x="7" y="24"/>
                      <a:pt x="5" y="25"/>
                      <a:pt x="4" y="23"/>
                    </a:cubicBezTo>
                    <a:cubicBezTo>
                      <a:pt x="2" y="22"/>
                      <a:pt x="3" y="20"/>
                      <a:pt x="2" y="18"/>
                    </a:cubicBezTo>
                    <a:cubicBezTo>
                      <a:pt x="2" y="17"/>
                      <a:pt x="2" y="16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11"/>
                      <a:pt x="3" y="11"/>
                      <a:pt x="4" y="10"/>
                    </a:cubicBezTo>
                    <a:cubicBezTo>
                      <a:pt x="7" y="9"/>
                      <a:pt x="8" y="7"/>
                      <a:pt x="9" y="5"/>
                    </a:cubicBezTo>
                    <a:cubicBezTo>
                      <a:pt x="10" y="3"/>
                      <a:pt x="11" y="0"/>
                      <a:pt x="14" y="0"/>
                    </a:cubicBezTo>
                    <a:cubicBezTo>
                      <a:pt x="17" y="1"/>
                      <a:pt x="17" y="3"/>
                      <a:pt x="17" y="5"/>
                    </a:cubicBezTo>
                    <a:cubicBezTo>
                      <a:pt x="17" y="7"/>
                      <a:pt x="18" y="9"/>
                      <a:pt x="20" y="10"/>
                    </a:cubicBezTo>
                    <a:cubicBezTo>
                      <a:pt x="22" y="10"/>
                      <a:pt x="24" y="9"/>
                      <a:pt x="25" y="8"/>
                    </a:cubicBezTo>
                    <a:cubicBezTo>
                      <a:pt x="27" y="6"/>
                      <a:pt x="28" y="5"/>
                      <a:pt x="30" y="5"/>
                    </a:cubicBezTo>
                    <a:cubicBezTo>
                      <a:pt x="32" y="6"/>
                      <a:pt x="33" y="7"/>
                      <a:pt x="34" y="9"/>
                    </a:cubicBezTo>
                    <a:cubicBezTo>
                      <a:pt x="34" y="10"/>
                      <a:pt x="35" y="12"/>
                      <a:pt x="37" y="13"/>
                    </a:cubicBezTo>
                    <a:cubicBezTo>
                      <a:pt x="38" y="13"/>
                      <a:pt x="40" y="13"/>
                      <a:pt x="42" y="12"/>
                    </a:cubicBezTo>
                    <a:cubicBezTo>
                      <a:pt x="43" y="10"/>
                      <a:pt x="45" y="9"/>
                      <a:pt x="47" y="8"/>
                    </a:cubicBezTo>
                    <a:cubicBezTo>
                      <a:pt x="49" y="6"/>
                      <a:pt x="55" y="4"/>
                      <a:pt x="56" y="9"/>
                    </a:cubicBezTo>
                    <a:cubicBezTo>
                      <a:pt x="56" y="11"/>
                      <a:pt x="54" y="12"/>
                      <a:pt x="53" y="13"/>
                    </a:cubicBezTo>
                    <a:cubicBezTo>
                      <a:pt x="51" y="14"/>
                      <a:pt x="50" y="15"/>
                      <a:pt x="49" y="17"/>
                    </a:cubicBezTo>
                    <a:cubicBezTo>
                      <a:pt x="47" y="22"/>
                      <a:pt x="41" y="19"/>
                      <a:pt x="37" y="20"/>
                    </a:cubicBezTo>
                    <a:cubicBezTo>
                      <a:pt x="35" y="21"/>
                      <a:pt x="33" y="22"/>
                      <a:pt x="32" y="23"/>
                    </a:cubicBezTo>
                    <a:cubicBezTo>
                      <a:pt x="30" y="25"/>
                      <a:pt x="31" y="27"/>
                      <a:pt x="33" y="28"/>
                    </a:cubicBezTo>
                    <a:cubicBezTo>
                      <a:pt x="36" y="30"/>
                      <a:pt x="39" y="29"/>
                      <a:pt x="41" y="27"/>
                    </a:cubicBezTo>
                    <a:cubicBezTo>
                      <a:pt x="42" y="25"/>
                      <a:pt x="44" y="23"/>
                      <a:pt x="46" y="23"/>
                    </a:cubicBezTo>
                    <a:cubicBezTo>
                      <a:pt x="48" y="22"/>
                      <a:pt x="51" y="24"/>
                      <a:pt x="51" y="26"/>
                    </a:cubicBezTo>
                    <a:cubicBezTo>
                      <a:pt x="52" y="27"/>
                      <a:pt x="51" y="29"/>
                      <a:pt x="52" y="30"/>
                    </a:cubicBezTo>
                    <a:cubicBezTo>
                      <a:pt x="53" y="32"/>
                      <a:pt x="54" y="32"/>
                      <a:pt x="55" y="34"/>
                    </a:cubicBezTo>
                    <a:cubicBezTo>
                      <a:pt x="56" y="36"/>
                      <a:pt x="56" y="38"/>
                      <a:pt x="55" y="39"/>
                    </a:cubicBezTo>
                    <a:cubicBezTo>
                      <a:pt x="53" y="41"/>
                      <a:pt x="52" y="40"/>
                      <a:pt x="50" y="40"/>
                    </a:cubicBezTo>
                    <a:cubicBezTo>
                      <a:pt x="48" y="39"/>
                      <a:pt x="46" y="39"/>
                      <a:pt x="44" y="39"/>
                    </a:cubicBezTo>
                    <a:cubicBezTo>
                      <a:pt x="42" y="39"/>
                      <a:pt x="41" y="38"/>
                      <a:pt x="39" y="36"/>
                    </a:cubicBezTo>
                    <a:cubicBezTo>
                      <a:pt x="39" y="36"/>
                      <a:pt x="38" y="35"/>
                      <a:pt x="37" y="35"/>
                    </a:cubicBezTo>
                    <a:cubicBezTo>
                      <a:pt x="36" y="34"/>
                      <a:pt x="34" y="34"/>
                      <a:pt x="33" y="34"/>
                    </a:cubicBezTo>
                    <a:cubicBezTo>
                      <a:pt x="31" y="34"/>
                      <a:pt x="29" y="34"/>
                      <a:pt x="28" y="36"/>
                    </a:cubicBezTo>
                    <a:cubicBezTo>
                      <a:pt x="27" y="38"/>
                      <a:pt x="27" y="41"/>
                      <a:pt x="26" y="43"/>
                    </a:cubicBezTo>
                    <a:cubicBezTo>
                      <a:pt x="25" y="44"/>
                      <a:pt x="24" y="44"/>
                      <a:pt x="23" y="43"/>
                    </a:cubicBezTo>
                    <a:cubicBezTo>
                      <a:pt x="22" y="42"/>
                      <a:pt x="21" y="41"/>
                      <a:pt x="21" y="4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46" name="Freeform 3049">
                <a:extLst>
                  <a:ext uri="{FF2B5EF4-FFF2-40B4-BE49-F238E27FC236}">
                    <a16:creationId xmlns:a16="http://schemas.microsoft.com/office/drawing/2014/main" id="{F2640693-7E5F-4DC9-B44B-51498C621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45"/>
                <a:ext cx="5" cy="5"/>
              </a:xfrm>
              <a:custGeom>
                <a:avLst/>
                <a:gdLst>
                  <a:gd name="T0" fmla="*/ 0 w 12"/>
                  <a:gd name="T1" fmla="*/ 3 h 11"/>
                  <a:gd name="T2" fmla="*/ 1 w 12"/>
                  <a:gd name="T3" fmla="*/ 1 h 11"/>
                  <a:gd name="T4" fmla="*/ 2 w 12"/>
                  <a:gd name="T5" fmla="*/ 1 h 11"/>
                  <a:gd name="T6" fmla="*/ 4 w 12"/>
                  <a:gd name="T7" fmla="*/ 0 h 11"/>
                  <a:gd name="T8" fmla="*/ 7 w 12"/>
                  <a:gd name="T9" fmla="*/ 0 h 11"/>
                  <a:gd name="T10" fmla="*/ 11 w 12"/>
                  <a:gd name="T11" fmla="*/ 0 h 11"/>
                  <a:gd name="T12" fmla="*/ 12 w 12"/>
                  <a:gd name="T13" fmla="*/ 4 h 11"/>
                  <a:gd name="T14" fmla="*/ 12 w 12"/>
                  <a:gd name="T15" fmla="*/ 5 h 11"/>
                  <a:gd name="T16" fmla="*/ 11 w 12"/>
                  <a:gd name="T17" fmla="*/ 6 h 11"/>
                  <a:gd name="T18" fmla="*/ 11 w 12"/>
                  <a:gd name="T19" fmla="*/ 8 h 11"/>
                  <a:gd name="T20" fmla="*/ 8 w 12"/>
                  <a:gd name="T21" fmla="*/ 10 h 11"/>
                  <a:gd name="T22" fmla="*/ 6 w 12"/>
                  <a:gd name="T23" fmla="*/ 10 h 11"/>
                  <a:gd name="T24" fmla="*/ 1 w 12"/>
                  <a:gd name="T25" fmla="*/ 9 h 11"/>
                  <a:gd name="T26" fmla="*/ 1 w 12"/>
                  <a:gd name="T27" fmla="*/ 5 h 11"/>
                  <a:gd name="T28" fmla="*/ 0 w 12"/>
                  <a:gd name="T2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1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10" y="0"/>
                      <a:pt x="11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7" y="10"/>
                      <a:pt x="7" y="10"/>
                      <a:pt x="6" y="10"/>
                    </a:cubicBezTo>
                    <a:cubicBezTo>
                      <a:pt x="4" y="11"/>
                      <a:pt x="2" y="10"/>
                      <a:pt x="1" y="9"/>
                    </a:cubicBezTo>
                    <a:cubicBezTo>
                      <a:pt x="1" y="8"/>
                      <a:pt x="2" y="5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47" name="Freeform 3050">
                <a:extLst>
                  <a:ext uri="{FF2B5EF4-FFF2-40B4-BE49-F238E27FC236}">
                    <a16:creationId xmlns:a16="http://schemas.microsoft.com/office/drawing/2014/main" id="{A46F2C81-8B87-4FA8-8AE5-CA2C783E6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35"/>
                <a:ext cx="6" cy="3"/>
              </a:xfrm>
              <a:custGeom>
                <a:avLst/>
                <a:gdLst>
                  <a:gd name="T0" fmla="*/ 1 w 15"/>
                  <a:gd name="T1" fmla="*/ 7 h 8"/>
                  <a:gd name="T2" fmla="*/ 0 w 15"/>
                  <a:gd name="T3" fmla="*/ 6 h 8"/>
                  <a:gd name="T4" fmla="*/ 1 w 15"/>
                  <a:gd name="T5" fmla="*/ 4 h 8"/>
                  <a:gd name="T6" fmla="*/ 3 w 15"/>
                  <a:gd name="T7" fmla="*/ 2 h 8"/>
                  <a:gd name="T8" fmla="*/ 6 w 15"/>
                  <a:gd name="T9" fmla="*/ 1 h 8"/>
                  <a:gd name="T10" fmla="*/ 13 w 15"/>
                  <a:gd name="T11" fmla="*/ 1 h 8"/>
                  <a:gd name="T12" fmla="*/ 13 w 15"/>
                  <a:gd name="T13" fmla="*/ 6 h 8"/>
                  <a:gd name="T14" fmla="*/ 10 w 15"/>
                  <a:gd name="T15" fmla="*/ 7 h 8"/>
                  <a:gd name="T16" fmla="*/ 6 w 15"/>
                  <a:gd name="T17" fmla="*/ 7 h 8"/>
                  <a:gd name="T18" fmla="*/ 1 w 15"/>
                  <a:gd name="T1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8">
                    <a:moveTo>
                      <a:pt x="1" y="7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3"/>
                      <a:pt x="3" y="4"/>
                      <a:pt x="3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4" y="2"/>
                      <a:pt x="15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4" y="8"/>
                      <a:pt x="3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48" name="Freeform 3051">
                <a:extLst>
                  <a:ext uri="{FF2B5EF4-FFF2-40B4-BE49-F238E27FC236}">
                    <a16:creationId xmlns:a16="http://schemas.microsoft.com/office/drawing/2014/main" id="{DD68438C-3FB5-4656-B886-C1F7C7728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29"/>
                <a:ext cx="4" cy="3"/>
              </a:xfrm>
              <a:custGeom>
                <a:avLst/>
                <a:gdLst>
                  <a:gd name="T0" fmla="*/ 0 w 9"/>
                  <a:gd name="T1" fmla="*/ 3 h 9"/>
                  <a:gd name="T2" fmla="*/ 3 w 9"/>
                  <a:gd name="T3" fmla="*/ 1 h 9"/>
                  <a:gd name="T4" fmla="*/ 6 w 9"/>
                  <a:gd name="T5" fmla="*/ 0 h 9"/>
                  <a:gd name="T6" fmla="*/ 8 w 9"/>
                  <a:gd name="T7" fmla="*/ 3 h 9"/>
                  <a:gd name="T8" fmla="*/ 8 w 9"/>
                  <a:gd name="T9" fmla="*/ 8 h 9"/>
                  <a:gd name="T10" fmla="*/ 2 w 9"/>
                  <a:gd name="T11" fmla="*/ 8 h 9"/>
                  <a:gd name="T12" fmla="*/ 1 w 9"/>
                  <a:gd name="T13" fmla="*/ 6 h 9"/>
                  <a:gd name="T14" fmla="*/ 0 w 9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9" y="4"/>
                      <a:pt x="9" y="7"/>
                      <a:pt x="8" y="8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49" name="Freeform 3052">
                <a:extLst>
                  <a:ext uri="{FF2B5EF4-FFF2-40B4-BE49-F238E27FC236}">
                    <a16:creationId xmlns:a16="http://schemas.microsoft.com/office/drawing/2014/main" id="{D89317AD-CE38-4D3C-B1B8-26497CC06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634"/>
                <a:ext cx="4" cy="4"/>
              </a:xfrm>
              <a:custGeom>
                <a:avLst/>
                <a:gdLst>
                  <a:gd name="T0" fmla="*/ 1 w 9"/>
                  <a:gd name="T1" fmla="*/ 7 h 10"/>
                  <a:gd name="T2" fmla="*/ 3 w 9"/>
                  <a:gd name="T3" fmla="*/ 4 h 10"/>
                  <a:gd name="T4" fmla="*/ 3 w 9"/>
                  <a:gd name="T5" fmla="*/ 2 h 10"/>
                  <a:gd name="T6" fmla="*/ 7 w 9"/>
                  <a:gd name="T7" fmla="*/ 0 h 10"/>
                  <a:gd name="T8" fmla="*/ 8 w 9"/>
                  <a:gd name="T9" fmla="*/ 2 h 10"/>
                  <a:gd name="T10" fmla="*/ 5 w 9"/>
                  <a:gd name="T11" fmla="*/ 7 h 10"/>
                  <a:gd name="T12" fmla="*/ 4 w 9"/>
                  <a:gd name="T13" fmla="*/ 9 h 10"/>
                  <a:gd name="T14" fmla="*/ 2 w 9"/>
                  <a:gd name="T15" fmla="*/ 9 h 10"/>
                  <a:gd name="T16" fmla="*/ 1 w 9"/>
                  <a:gd name="T1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1" y="6"/>
                      <a:pt x="2" y="5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9" y="4"/>
                      <a:pt x="6" y="5"/>
                      <a:pt x="5" y="7"/>
                    </a:cubicBezTo>
                    <a:cubicBezTo>
                      <a:pt x="5" y="8"/>
                      <a:pt x="5" y="8"/>
                      <a:pt x="4" y="9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9"/>
                      <a:pt x="0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50" name="Freeform 3053">
                <a:extLst>
                  <a:ext uri="{FF2B5EF4-FFF2-40B4-BE49-F238E27FC236}">
                    <a16:creationId xmlns:a16="http://schemas.microsoft.com/office/drawing/2014/main" id="{7B071511-9C5A-4C55-9EFA-5DC00FF04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626"/>
                <a:ext cx="4" cy="3"/>
              </a:xfrm>
              <a:custGeom>
                <a:avLst/>
                <a:gdLst>
                  <a:gd name="T0" fmla="*/ 3 w 9"/>
                  <a:gd name="T1" fmla="*/ 1 h 7"/>
                  <a:gd name="T2" fmla="*/ 7 w 9"/>
                  <a:gd name="T3" fmla="*/ 1 h 7"/>
                  <a:gd name="T4" fmla="*/ 6 w 9"/>
                  <a:gd name="T5" fmla="*/ 6 h 7"/>
                  <a:gd name="T6" fmla="*/ 1 w 9"/>
                  <a:gd name="T7" fmla="*/ 4 h 7"/>
                  <a:gd name="T8" fmla="*/ 3 w 9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4" y="0"/>
                      <a:pt x="6" y="0"/>
                      <a:pt x="7" y="1"/>
                    </a:cubicBezTo>
                    <a:cubicBezTo>
                      <a:pt x="9" y="2"/>
                      <a:pt x="7" y="5"/>
                      <a:pt x="6" y="6"/>
                    </a:cubicBezTo>
                    <a:cubicBezTo>
                      <a:pt x="4" y="7"/>
                      <a:pt x="1" y="7"/>
                      <a:pt x="1" y="4"/>
                    </a:cubicBezTo>
                    <a:cubicBezTo>
                      <a:pt x="0" y="3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51" name="Freeform 3054">
                <a:extLst>
                  <a:ext uri="{FF2B5EF4-FFF2-40B4-BE49-F238E27FC236}">
                    <a16:creationId xmlns:a16="http://schemas.microsoft.com/office/drawing/2014/main" id="{BDCF0FE3-B8BE-4052-824F-9F6BD6B921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67" y="1572"/>
                <a:ext cx="71" cy="68"/>
              </a:xfrm>
              <a:custGeom>
                <a:avLst/>
                <a:gdLst>
                  <a:gd name="T0" fmla="*/ 169 w 175"/>
                  <a:gd name="T1" fmla="*/ 2 h 168"/>
                  <a:gd name="T2" fmla="*/ 148 w 175"/>
                  <a:gd name="T3" fmla="*/ 11 h 168"/>
                  <a:gd name="T4" fmla="*/ 102 w 175"/>
                  <a:gd name="T5" fmla="*/ 27 h 168"/>
                  <a:gd name="T6" fmla="*/ 79 w 175"/>
                  <a:gd name="T7" fmla="*/ 47 h 168"/>
                  <a:gd name="T8" fmla="*/ 80 w 175"/>
                  <a:gd name="T9" fmla="*/ 66 h 168"/>
                  <a:gd name="T10" fmla="*/ 66 w 175"/>
                  <a:gd name="T11" fmla="*/ 55 h 168"/>
                  <a:gd name="T12" fmla="*/ 60 w 175"/>
                  <a:gd name="T13" fmla="*/ 66 h 168"/>
                  <a:gd name="T14" fmla="*/ 57 w 175"/>
                  <a:gd name="T15" fmla="*/ 57 h 168"/>
                  <a:gd name="T16" fmla="*/ 52 w 175"/>
                  <a:gd name="T17" fmla="*/ 41 h 168"/>
                  <a:gd name="T18" fmla="*/ 39 w 175"/>
                  <a:gd name="T19" fmla="*/ 36 h 168"/>
                  <a:gd name="T20" fmla="*/ 42 w 175"/>
                  <a:gd name="T21" fmla="*/ 46 h 168"/>
                  <a:gd name="T22" fmla="*/ 45 w 175"/>
                  <a:gd name="T23" fmla="*/ 59 h 168"/>
                  <a:gd name="T24" fmla="*/ 37 w 175"/>
                  <a:gd name="T25" fmla="*/ 51 h 168"/>
                  <a:gd name="T26" fmla="*/ 25 w 175"/>
                  <a:gd name="T27" fmla="*/ 55 h 168"/>
                  <a:gd name="T28" fmla="*/ 20 w 175"/>
                  <a:gd name="T29" fmla="*/ 69 h 168"/>
                  <a:gd name="T30" fmla="*/ 30 w 175"/>
                  <a:gd name="T31" fmla="*/ 79 h 168"/>
                  <a:gd name="T32" fmla="*/ 24 w 175"/>
                  <a:gd name="T33" fmla="*/ 91 h 168"/>
                  <a:gd name="T34" fmla="*/ 11 w 175"/>
                  <a:gd name="T35" fmla="*/ 82 h 168"/>
                  <a:gd name="T36" fmla="*/ 10 w 175"/>
                  <a:gd name="T37" fmla="*/ 89 h 168"/>
                  <a:gd name="T38" fmla="*/ 16 w 175"/>
                  <a:gd name="T39" fmla="*/ 105 h 168"/>
                  <a:gd name="T40" fmla="*/ 36 w 175"/>
                  <a:gd name="T41" fmla="*/ 119 h 168"/>
                  <a:gd name="T42" fmla="*/ 41 w 175"/>
                  <a:gd name="T43" fmla="*/ 129 h 168"/>
                  <a:gd name="T44" fmla="*/ 28 w 175"/>
                  <a:gd name="T45" fmla="*/ 131 h 168"/>
                  <a:gd name="T46" fmla="*/ 15 w 175"/>
                  <a:gd name="T47" fmla="*/ 133 h 168"/>
                  <a:gd name="T48" fmla="*/ 7 w 175"/>
                  <a:gd name="T49" fmla="*/ 140 h 168"/>
                  <a:gd name="T50" fmla="*/ 3 w 175"/>
                  <a:gd name="T51" fmla="*/ 154 h 168"/>
                  <a:gd name="T52" fmla="*/ 7 w 175"/>
                  <a:gd name="T53" fmla="*/ 161 h 168"/>
                  <a:gd name="T54" fmla="*/ 14 w 175"/>
                  <a:gd name="T55" fmla="*/ 166 h 168"/>
                  <a:gd name="T56" fmla="*/ 29 w 175"/>
                  <a:gd name="T57" fmla="*/ 156 h 168"/>
                  <a:gd name="T58" fmla="*/ 36 w 175"/>
                  <a:gd name="T59" fmla="*/ 149 h 168"/>
                  <a:gd name="T60" fmla="*/ 43 w 175"/>
                  <a:gd name="T61" fmla="*/ 153 h 168"/>
                  <a:gd name="T62" fmla="*/ 45 w 175"/>
                  <a:gd name="T63" fmla="*/ 139 h 168"/>
                  <a:gd name="T64" fmla="*/ 58 w 175"/>
                  <a:gd name="T65" fmla="*/ 140 h 168"/>
                  <a:gd name="T66" fmla="*/ 63 w 175"/>
                  <a:gd name="T67" fmla="*/ 141 h 168"/>
                  <a:gd name="T68" fmla="*/ 64 w 175"/>
                  <a:gd name="T69" fmla="*/ 129 h 168"/>
                  <a:gd name="T70" fmla="*/ 62 w 175"/>
                  <a:gd name="T71" fmla="*/ 110 h 168"/>
                  <a:gd name="T72" fmla="*/ 72 w 175"/>
                  <a:gd name="T73" fmla="*/ 102 h 168"/>
                  <a:gd name="T74" fmla="*/ 81 w 175"/>
                  <a:gd name="T75" fmla="*/ 102 h 168"/>
                  <a:gd name="T76" fmla="*/ 68 w 175"/>
                  <a:gd name="T77" fmla="*/ 116 h 168"/>
                  <a:gd name="T78" fmla="*/ 76 w 175"/>
                  <a:gd name="T79" fmla="*/ 126 h 168"/>
                  <a:gd name="T80" fmla="*/ 83 w 175"/>
                  <a:gd name="T81" fmla="*/ 139 h 168"/>
                  <a:gd name="T82" fmla="*/ 88 w 175"/>
                  <a:gd name="T83" fmla="*/ 133 h 168"/>
                  <a:gd name="T84" fmla="*/ 96 w 175"/>
                  <a:gd name="T85" fmla="*/ 135 h 168"/>
                  <a:gd name="T86" fmla="*/ 101 w 175"/>
                  <a:gd name="T87" fmla="*/ 121 h 168"/>
                  <a:gd name="T88" fmla="*/ 93 w 175"/>
                  <a:gd name="T89" fmla="*/ 115 h 168"/>
                  <a:gd name="T90" fmla="*/ 114 w 175"/>
                  <a:gd name="T91" fmla="*/ 121 h 168"/>
                  <a:gd name="T92" fmla="*/ 118 w 175"/>
                  <a:gd name="T93" fmla="*/ 108 h 168"/>
                  <a:gd name="T94" fmla="*/ 104 w 175"/>
                  <a:gd name="T95" fmla="*/ 97 h 168"/>
                  <a:gd name="T96" fmla="*/ 93 w 175"/>
                  <a:gd name="T97" fmla="*/ 95 h 168"/>
                  <a:gd name="T98" fmla="*/ 98 w 175"/>
                  <a:gd name="T99" fmla="*/ 95 h 168"/>
                  <a:gd name="T100" fmla="*/ 108 w 175"/>
                  <a:gd name="T101" fmla="*/ 92 h 168"/>
                  <a:gd name="T102" fmla="*/ 115 w 175"/>
                  <a:gd name="T103" fmla="*/ 87 h 168"/>
                  <a:gd name="T104" fmla="*/ 131 w 175"/>
                  <a:gd name="T105" fmla="*/ 76 h 168"/>
                  <a:gd name="T106" fmla="*/ 140 w 175"/>
                  <a:gd name="T107" fmla="*/ 63 h 168"/>
                  <a:gd name="T108" fmla="*/ 167 w 175"/>
                  <a:gd name="T109" fmla="*/ 38 h 168"/>
                  <a:gd name="T110" fmla="*/ 72 w 175"/>
                  <a:gd name="T111" fmla="*/ 89 h 168"/>
                  <a:gd name="T112" fmla="*/ 61 w 175"/>
                  <a:gd name="T113" fmla="*/ 93 h 168"/>
                  <a:gd name="T114" fmla="*/ 57 w 175"/>
                  <a:gd name="T115" fmla="*/ 98 h 168"/>
                  <a:gd name="T116" fmla="*/ 51 w 175"/>
                  <a:gd name="T117" fmla="*/ 99 h 168"/>
                  <a:gd name="T118" fmla="*/ 58 w 175"/>
                  <a:gd name="T119" fmla="*/ 88 h 168"/>
                  <a:gd name="T120" fmla="*/ 62 w 175"/>
                  <a:gd name="T121" fmla="*/ 82 h 168"/>
                  <a:gd name="T122" fmla="*/ 67 w 175"/>
                  <a:gd name="T123" fmla="*/ 83 h 168"/>
                  <a:gd name="T124" fmla="*/ 72 w 175"/>
                  <a:gd name="T125" fmla="*/ 89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5" h="168">
                    <a:moveTo>
                      <a:pt x="175" y="8"/>
                    </a:moveTo>
                    <a:cubicBezTo>
                      <a:pt x="175" y="6"/>
                      <a:pt x="174" y="3"/>
                      <a:pt x="173" y="1"/>
                    </a:cubicBezTo>
                    <a:cubicBezTo>
                      <a:pt x="172" y="0"/>
                      <a:pt x="170" y="1"/>
                      <a:pt x="169" y="2"/>
                    </a:cubicBezTo>
                    <a:cubicBezTo>
                      <a:pt x="167" y="3"/>
                      <a:pt x="165" y="5"/>
                      <a:pt x="163" y="6"/>
                    </a:cubicBezTo>
                    <a:cubicBezTo>
                      <a:pt x="161" y="8"/>
                      <a:pt x="158" y="8"/>
                      <a:pt x="156" y="9"/>
                    </a:cubicBezTo>
                    <a:cubicBezTo>
                      <a:pt x="153" y="10"/>
                      <a:pt x="150" y="10"/>
                      <a:pt x="148" y="11"/>
                    </a:cubicBezTo>
                    <a:cubicBezTo>
                      <a:pt x="144" y="12"/>
                      <a:pt x="141" y="13"/>
                      <a:pt x="138" y="15"/>
                    </a:cubicBezTo>
                    <a:cubicBezTo>
                      <a:pt x="133" y="18"/>
                      <a:pt x="128" y="21"/>
                      <a:pt x="122" y="24"/>
                    </a:cubicBezTo>
                    <a:cubicBezTo>
                      <a:pt x="115" y="26"/>
                      <a:pt x="109" y="27"/>
                      <a:pt x="102" y="27"/>
                    </a:cubicBezTo>
                    <a:cubicBezTo>
                      <a:pt x="98" y="27"/>
                      <a:pt x="94" y="27"/>
                      <a:pt x="90" y="28"/>
                    </a:cubicBezTo>
                    <a:cubicBezTo>
                      <a:pt x="86" y="28"/>
                      <a:pt x="83" y="29"/>
                      <a:pt x="81" y="32"/>
                    </a:cubicBezTo>
                    <a:cubicBezTo>
                      <a:pt x="76" y="36"/>
                      <a:pt x="77" y="42"/>
                      <a:pt x="79" y="47"/>
                    </a:cubicBezTo>
                    <a:cubicBezTo>
                      <a:pt x="80" y="49"/>
                      <a:pt x="81" y="51"/>
                      <a:pt x="81" y="53"/>
                    </a:cubicBezTo>
                    <a:cubicBezTo>
                      <a:pt x="82" y="54"/>
                      <a:pt x="82" y="56"/>
                      <a:pt x="82" y="58"/>
                    </a:cubicBezTo>
                    <a:cubicBezTo>
                      <a:pt x="82" y="60"/>
                      <a:pt x="83" y="67"/>
                      <a:pt x="80" y="66"/>
                    </a:cubicBezTo>
                    <a:cubicBezTo>
                      <a:pt x="78" y="65"/>
                      <a:pt x="76" y="63"/>
                      <a:pt x="75" y="62"/>
                    </a:cubicBezTo>
                    <a:cubicBezTo>
                      <a:pt x="73" y="60"/>
                      <a:pt x="71" y="58"/>
                      <a:pt x="69" y="56"/>
                    </a:cubicBezTo>
                    <a:cubicBezTo>
                      <a:pt x="68" y="56"/>
                      <a:pt x="67" y="54"/>
                      <a:pt x="66" y="55"/>
                    </a:cubicBezTo>
                    <a:cubicBezTo>
                      <a:pt x="65" y="55"/>
                      <a:pt x="63" y="55"/>
                      <a:pt x="62" y="55"/>
                    </a:cubicBezTo>
                    <a:cubicBezTo>
                      <a:pt x="61" y="56"/>
                      <a:pt x="61" y="58"/>
                      <a:pt x="61" y="59"/>
                    </a:cubicBezTo>
                    <a:cubicBezTo>
                      <a:pt x="60" y="61"/>
                      <a:pt x="61" y="64"/>
                      <a:pt x="60" y="66"/>
                    </a:cubicBezTo>
                    <a:cubicBezTo>
                      <a:pt x="60" y="67"/>
                      <a:pt x="59" y="68"/>
                      <a:pt x="58" y="66"/>
                    </a:cubicBezTo>
                    <a:cubicBezTo>
                      <a:pt x="57" y="65"/>
                      <a:pt x="57" y="63"/>
                      <a:pt x="57" y="61"/>
                    </a:cubicBezTo>
                    <a:cubicBezTo>
                      <a:pt x="57" y="60"/>
                      <a:pt x="57" y="58"/>
                      <a:pt x="57" y="57"/>
                    </a:cubicBezTo>
                    <a:cubicBezTo>
                      <a:pt x="56" y="56"/>
                      <a:pt x="55" y="55"/>
                      <a:pt x="54" y="54"/>
                    </a:cubicBezTo>
                    <a:cubicBezTo>
                      <a:pt x="53" y="51"/>
                      <a:pt x="56" y="49"/>
                      <a:pt x="56" y="46"/>
                    </a:cubicBezTo>
                    <a:cubicBezTo>
                      <a:pt x="57" y="43"/>
                      <a:pt x="55" y="41"/>
                      <a:pt x="52" y="41"/>
                    </a:cubicBezTo>
                    <a:cubicBezTo>
                      <a:pt x="51" y="40"/>
                      <a:pt x="50" y="40"/>
                      <a:pt x="49" y="39"/>
                    </a:cubicBezTo>
                    <a:cubicBezTo>
                      <a:pt x="48" y="39"/>
                      <a:pt x="48" y="38"/>
                      <a:pt x="47" y="37"/>
                    </a:cubicBezTo>
                    <a:cubicBezTo>
                      <a:pt x="45" y="36"/>
                      <a:pt x="41" y="34"/>
                      <a:pt x="39" y="36"/>
                    </a:cubicBezTo>
                    <a:cubicBezTo>
                      <a:pt x="38" y="37"/>
                      <a:pt x="38" y="39"/>
                      <a:pt x="38" y="40"/>
                    </a:cubicBezTo>
                    <a:cubicBezTo>
                      <a:pt x="38" y="42"/>
                      <a:pt x="38" y="43"/>
                      <a:pt x="39" y="44"/>
                    </a:cubicBezTo>
                    <a:cubicBezTo>
                      <a:pt x="40" y="45"/>
                      <a:pt x="41" y="45"/>
                      <a:pt x="42" y="46"/>
                    </a:cubicBezTo>
                    <a:cubicBezTo>
                      <a:pt x="43" y="47"/>
                      <a:pt x="43" y="47"/>
                      <a:pt x="44" y="48"/>
                    </a:cubicBezTo>
                    <a:cubicBezTo>
                      <a:pt x="45" y="51"/>
                      <a:pt x="47" y="54"/>
                      <a:pt x="46" y="57"/>
                    </a:cubicBezTo>
                    <a:cubicBezTo>
                      <a:pt x="46" y="57"/>
                      <a:pt x="45" y="60"/>
                      <a:pt x="45" y="59"/>
                    </a:cubicBezTo>
                    <a:cubicBezTo>
                      <a:pt x="44" y="59"/>
                      <a:pt x="44" y="56"/>
                      <a:pt x="44" y="56"/>
                    </a:cubicBezTo>
                    <a:cubicBezTo>
                      <a:pt x="44" y="54"/>
                      <a:pt x="43" y="52"/>
                      <a:pt x="42" y="51"/>
                    </a:cubicBezTo>
                    <a:cubicBezTo>
                      <a:pt x="40" y="51"/>
                      <a:pt x="39" y="51"/>
                      <a:pt x="37" y="51"/>
                    </a:cubicBezTo>
                    <a:cubicBezTo>
                      <a:pt x="35" y="50"/>
                      <a:pt x="34" y="45"/>
                      <a:pt x="31" y="46"/>
                    </a:cubicBezTo>
                    <a:cubicBezTo>
                      <a:pt x="29" y="47"/>
                      <a:pt x="30" y="50"/>
                      <a:pt x="28" y="52"/>
                    </a:cubicBezTo>
                    <a:cubicBezTo>
                      <a:pt x="27" y="53"/>
                      <a:pt x="26" y="54"/>
                      <a:pt x="25" y="55"/>
                    </a:cubicBezTo>
                    <a:cubicBezTo>
                      <a:pt x="24" y="56"/>
                      <a:pt x="24" y="58"/>
                      <a:pt x="24" y="60"/>
                    </a:cubicBezTo>
                    <a:cubicBezTo>
                      <a:pt x="24" y="61"/>
                      <a:pt x="24" y="63"/>
                      <a:pt x="23" y="64"/>
                    </a:cubicBezTo>
                    <a:cubicBezTo>
                      <a:pt x="22" y="66"/>
                      <a:pt x="20" y="67"/>
                      <a:pt x="20" y="69"/>
                    </a:cubicBezTo>
                    <a:cubicBezTo>
                      <a:pt x="18" y="72"/>
                      <a:pt x="21" y="76"/>
                      <a:pt x="25" y="76"/>
                    </a:cubicBezTo>
                    <a:cubicBezTo>
                      <a:pt x="26" y="76"/>
                      <a:pt x="28" y="75"/>
                      <a:pt x="29" y="76"/>
                    </a:cubicBezTo>
                    <a:cubicBezTo>
                      <a:pt x="30" y="76"/>
                      <a:pt x="30" y="78"/>
                      <a:pt x="30" y="79"/>
                    </a:cubicBezTo>
                    <a:cubicBezTo>
                      <a:pt x="30" y="80"/>
                      <a:pt x="29" y="82"/>
                      <a:pt x="28" y="83"/>
                    </a:cubicBezTo>
                    <a:cubicBezTo>
                      <a:pt x="27" y="83"/>
                      <a:pt x="26" y="83"/>
                      <a:pt x="25" y="83"/>
                    </a:cubicBezTo>
                    <a:cubicBezTo>
                      <a:pt x="22" y="84"/>
                      <a:pt x="24" y="89"/>
                      <a:pt x="24" y="91"/>
                    </a:cubicBezTo>
                    <a:cubicBezTo>
                      <a:pt x="22" y="94"/>
                      <a:pt x="16" y="94"/>
                      <a:pt x="15" y="91"/>
                    </a:cubicBezTo>
                    <a:cubicBezTo>
                      <a:pt x="14" y="89"/>
                      <a:pt x="15" y="87"/>
                      <a:pt x="15" y="86"/>
                    </a:cubicBezTo>
                    <a:cubicBezTo>
                      <a:pt x="14" y="84"/>
                      <a:pt x="13" y="83"/>
                      <a:pt x="11" y="82"/>
                    </a:cubicBezTo>
                    <a:cubicBezTo>
                      <a:pt x="10" y="82"/>
                      <a:pt x="8" y="81"/>
                      <a:pt x="7" y="82"/>
                    </a:cubicBezTo>
                    <a:cubicBezTo>
                      <a:pt x="6" y="83"/>
                      <a:pt x="7" y="84"/>
                      <a:pt x="7" y="85"/>
                    </a:cubicBezTo>
                    <a:cubicBezTo>
                      <a:pt x="8" y="86"/>
                      <a:pt x="9" y="88"/>
                      <a:pt x="10" y="89"/>
                    </a:cubicBezTo>
                    <a:cubicBezTo>
                      <a:pt x="11" y="89"/>
                      <a:pt x="12" y="90"/>
                      <a:pt x="13" y="91"/>
                    </a:cubicBezTo>
                    <a:cubicBezTo>
                      <a:pt x="14" y="93"/>
                      <a:pt x="14" y="96"/>
                      <a:pt x="14" y="99"/>
                    </a:cubicBezTo>
                    <a:cubicBezTo>
                      <a:pt x="14" y="101"/>
                      <a:pt x="15" y="103"/>
                      <a:pt x="16" y="105"/>
                    </a:cubicBezTo>
                    <a:cubicBezTo>
                      <a:pt x="19" y="108"/>
                      <a:pt x="22" y="107"/>
                      <a:pt x="25" y="108"/>
                    </a:cubicBezTo>
                    <a:cubicBezTo>
                      <a:pt x="28" y="109"/>
                      <a:pt x="30" y="110"/>
                      <a:pt x="31" y="113"/>
                    </a:cubicBezTo>
                    <a:cubicBezTo>
                      <a:pt x="31" y="116"/>
                      <a:pt x="34" y="117"/>
                      <a:pt x="36" y="119"/>
                    </a:cubicBezTo>
                    <a:cubicBezTo>
                      <a:pt x="38" y="120"/>
                      <a:pt x="41" y="121"/>
                      <a:pt x="42" y="123"/>
                    </a:cubicBezTo>
                    <a:cubicBezTo>
                      <a:pt x="43" y="124"/>
                      <a:pt x="44" y="125"/>
                      <a:pt x="44" y="127"/>
                    </a:cubicBezTo>
                    <a:cubicBezTo>
                      <a:pt x="44" y="128"/>
                      <a:pt x="42" y="128"/>
                      <a:pt x="41" y="129"/>
                    </a:cubicBezTo>
                    <a:cubicBezTo>
                      <a:pt x="38" y="129"/>
                      <a:pt x="35" y="128"/>
                      <a:pt x="33" y="126"/>
                    </a:cubicBezTo>
                    <a:cubicBezTo>
                      <a:pt x="31" y="125"/>
                      <a:pt x="27" y="123"/>
                      <a:pt x="25" y="125"/>
                    </a:cubicBezTo>
                    <a:cubicBezTo>
                      <a:pt x="22" y="126"/>
                      <a:pt x="27" y="130"/>
                      <a:pt x="28" y="131"/>
                    </a:cubicBezTo>
                    <a:cubicBezTo>
                      <a:pt x="28" y="132"/>
                      <a:pt x="28" y="133"/>
                      <a:pt x="27" y="134"/>
                    </a:cubicBezTo>
                    <a:cubicBezTo>
                      <a:pt x="26" y="134"/>
                      <a:pt x="25" y="133"/>
                      <a:pt x="24" y="133"/>
                    </a:cubicBezTo>
                    <a:cubicBezTo>
                      <a:pt x="21" y="131"/>
                      <a:pt x="17" y="130"/>
                      <a:pt x="15" y="133"/>
                    </a:cubicBezTo>
                    <a:cubicBezTo>
                      <a:pt x="15" y="134"/>
                      <a:pt x="14" y="136"/>
                      <a:pt x="14" y="136"/>
                    </a:cubicBezTo>
                    <a:cubicBezTo>
                      <a:pt x="13" y="137"/>
                      <a:pt x="12" y="138"/>
                      <a:pt x="11" y="138"/>
                    </a:cubicBezTo>
                    <a:cubicBezTo>
                      <a:pt x="10" y="139"/>
                      <a:pt x="8" y="140"/>
                      <a:pt x="7" y="140"/>
                    </a:cubicBezTo>
                    <a:cubicBezTo>
                      <a:pt x="6" y="141"/>
                      <a:pt x="5" y="141"/>
                      <a:pt x="4" y="142"/>
                    </a:cubicBezTo>
                    <a:cubicBezTo>
                      <a:pt x="1" y="143"/>
                      <a:pt x="0" y="146"/>
                      <a:pt x="0" y="149"/>
                    </a:cubicBezTo>
                    <a:cubicBezTo>
                      <a:pt x="0" y="151"/>
                      <a:pt x="1" y="153"/>
                      <a:pt x="3" y="154"/>
                    </a:cubicBezTo>
                    <a:cubicBezTo>
                      <a:pt x="3" y="155"/>
                      <a:pt x="4" y="156"/>
                      <a:pt x="4" y="157"/>
                    </a:cubicBezTo>
                    <a:cubicBezTo>
                      <a:pt x="5" y="157"/>
                      <a:pt x="5" y="158"/>
                      <a:pt x="6" y="159"/>
                    </a:cubicBezTo>
                    <a:cubicBezTo>
                      <a:pt x="6" y="160"/>
                      <a:pt x="7" y="160"/>
                      <a:pt x="7" y="161"/>
                    </a:cubicBezTo>
                    <a:cubicBezTo>
                      <a:pt x="7" y="163"/>
                      <a:pt x="7" y="165"/>
                      <a:pt x="8" y="167"/>
                    </a:cubicBezTo>
                    <a:cubicBezTo>
                      <a:pt x="9" y="168"/>
                      <a:pt x="10" y="168"/>
                      <a:pt x="11" y="168"/>
                    </a:cubicBezTo>
                    <a:cubicBezTo>
                      <a:pt x="13" y="168"/>
                      <a:pt x="13" y="167"/>
                      <a:pt x="14" y="166"/>
                    </a:cubicBezTo>
                    <a:cubicBezTo>
                      <a:pt x="16" y="164"/>
                      <a:pt x="21" y="165"/>
                      <a:pt x="21" y="161"/>
                    </a:cubicBezTo>
                    <a:cubicBezTo>
                      <a:pt x="20" y="159"/>
                      <a:pt x="21" y="158"/>
                      <a:pt x="23" y="157"/>
                    </a:cubicBezTo>
                    <a:cubicBezTo>
                      <a:pt x="25" y="156"/>
                      <a:pt x="27" y="156"/>
                      <a:pt x="29" y="156"/>
                    </a:cubicBezTo>
                    <a:cubicBezTo>
                      <a:pt x="30" y="156"/>
                      <a:pt x="32" y="156"/>
                      <a:pt x="33" y="155"/>
                    </a:cubicBezTo>
                    <a:cubicBezTo>
                      <a:pt x="34" y="154"/>
                      <a:pt x="33" y="152"/>
                      <a:pt x="34" y="150"/>
                    </a:cubicBezTo>
                    <a:cubicBezTo>
                      <a:pt x="34" y="149"/>
                      <a:pt x="35" y="147"/>
                      <a:pt x="36" y="149"/>
                    </a:cubicBezTo>
                    <a:cubicBezTo>
                      <a:pt x="37" y="150"/>
                      <a:pt x="37" y="153"/>
                      <a:pt x="38" y="155"/>
                    </a:cubicBezTo>
                    <a:cubicBezTo>
                      <a:pt x="39" y="156"/>
                      <a:pt x="40" y="155"/>
                      <a:pt x="41" y="154"/>
                    </a:cubicBezTo>
                    <a:cubicBezTo>
                      <a:pt x="42" y="153"/>
                      <a:pt x="42" y="152"/>
                      <a:pt x="43" y="153"/>
                    </a:cubicBezTo>
                    <a:cubicBezTo>
                      <a:pt x="44" y="154"/>
                      <a:pt x="45" y="155"/>
                      <a:pt x="47" y="155"/>
                    </a:cubicBezTo>
                    <a:cubicBezTo>
                      <a:pt x="48" y="155"/>
                      <a:pt x="49" y="153"/>
                      <a:pt x="49" y="152"/>
                    </a:cubicBezTo>
                    <a:cubicBezTo>
                      <a:pt x="51" y="147"/>
                      <a:pt x="45" y="144"/>
                      <a:pt x="45" y="139"/>
                    </a:cubicBezTo>
                    <a:cubicBezTo>
                      <a:pt x="44" y="138"/>
                      <a:pt x="45" y="136"/>
                      <a:pt x="46" y="135"/>
                    </a:cubicBezTo>
                    <a:cubicBezTo>
                      <a:pt x="48" y="135"/>
                      <a:pt x="50" y="135"/>
                      <a:pt x="51" y="136"/>
                    </a:cubicBezTo>
                    <a:cubicBezTo>
                      <a:pt x="54" y="137"/>
                      <a:pt x="57" y="138"/>
                      <a:pt x="58" y="140"/>
                    </a:cubicBezTo>
                    <a:cubicBezTo>
                      <a:pt x="59" y="142"/>
                      <a:pt x="57" y="148"/>
                      <a:pt x="62" y="147"/>
                    </a:cubicBezTo>
                    <a:cubicBezTo>
                      <a:pt x="63" y="147"/>
                      <a:pt x="63" y="146"/>
                      <a:pt x="63" y="145"/>
                    </a:cubicBezTo>
                    <a:cubicBezTo>
                      <a:pt x="63" y="143"/>
                      <a:pt x="63" y="142"/>
                      <a:pt x="63" y="141"/>
                    </a:cubicBezTo>
                    <a:cubicBezTo>
                      <a:pt x="64" y="140"/>
                      <a:pt x="65" y="139"/>
                      <a:pt x="65" y="138"/>
                    </a:cubicBezTo>
                    <a:cubicBezTo>
                      <a:pt x="65" y="136"/>
                      <a:pt x="65" y="135"/>
                      <a:pt x="64" y="134"/>
                    </a:cubicBezTo>
                    <a:cubicBezTo>
                      <a:pt x="64" y="132"/>
                      <a:pt x="64" y="131"/>
                      <a:pt x="64" y="129"/>
                    </a:cubicBezTo>
                    <a:cubicBezTo>
                      <a:pt x="64" y="127"/>
                      <a:pt x="64" y="125"/>
                      <a:pt x="63" y="123"/>
                    </a:cubicBezTo>
                    <a:cubicBezTo>
                      <a:pt x="63" y="121"/>
                      <a:pt x="63" y="119"/>
                      <a:pt x="62" y="116"/>
                    </a:cubicBezTo>
                    <a:cubicBezTo>
                      <a:pt x="62" y="114"/>
                      <a:pt x="62" y="112"/>
                      <a:pt x="62" y="110"/>
                    </a:cubicBezTo>
                    <a:cubicBezTo>
                      <a:pt x="63" y="108"/>
                      <a:pt x="63" y="108"/>
                      <a:pt x="64" y="107"/>
                    </a:cubicBezTo>
                    <a:cubicBezTo>
                      <a:pt x="65" y="106"/>
                      <a:pt x="66" y="105"/>
                      <a:pt x="67" y="104"/>
                    </a:cubicBezTo>
                    <a:cubicBezTo>
                      <a:pt x="69" y="103"/>
                      <a:pt x="71" y="103"/>
                      <a:pt x="72" y="102"/>
                    </a:cubicBezTo>
                    <a:cubicBezTo>
                      <a:pt x="75" y="101"/>
                      <a:pt x="77" y="100"/>
                      <a:pt x="79" y="99"/>
                    </a:cubicBezTo>
                    <a:cubicBezTo>
                      <a:pt x="80" y="98"/>
                      <a:pt x="84" y="97"/>
                      <a:pt x="85" y="99"/>
                    </a:cubicBezTo>
                    <a:cubicBezTo>
                      <a:pt x="85" y="101"/>
                      <a:pt x="82" y="102"/>
                      <a:pt x="81" y="102"/>
                    </a:cubicBezTo>
                    <a:cubicBezTo>
                      <a:pt x="78" y="104"/>
                      <a:pt x="73" y="105"/>
                      <a:pt x="70" y="107"/>
                    </a:cubicBezTo>
                    <a:cubicBezTo>
                      <a:pt x="69" y="108"/>
                      <a:pt x="69" y="109"/>
                      <a:pt x="68" y="111"/>
                    </a:cubicBezTo>
                    <a:cubicBezTo>
                      <a:pt x="68" y="113"/>
                      <a:pt x="68" y="114"/>
                      <a:pt x="68" y="116"/>
                    </a:cubicBezTo>
                    <a:cubicBezTo>
                      <a:pt x="67" y="119"/>
                      <a:pt x="66" y="122"/>
                      <a:pt x="67" y="125"/>
                    </a:cubicBezTo>
                    <a:cubicBezTo>
                      <a:pt x="67" y="128"/>
                      <a:pt x="68" y="132"/>
                      <a:pt x="70" y="133"/>
                    </a:cubicBezTo>
                    <a:cubicBezTo>
                      <a:pt x="74" y="134"/>
                      <a:pt x="73" y="127"/>
                      <a:pt x="76" y="126"/>
                    </a:cubicBezTo>
                    <a:cubicBezTo>
                      <a:pt x="78" y="126"/>
                      <a:pt x="78" y="130"/>
                      <a:pt x="77" y="131"/>
                    </a:cubicBezTo>
                    <a:cubicBezTo>
                      <a:pt x="77" y="133"/>
                      <a:pt x="77" y="136"/>
                      <a:pt x="78" y="138"/>
                    </a:cubicBezTo>
                    <a:cubicBezTo>
                      <a:pt x="79" y="139"/>
                      <a:pt x="81" y="139"/>
                      <a:pt x="83" y="139"/>
                    </a:cubicBezTo>
                    <a:cubicBezTo>
                      <a:pt x="85" y="139"/>
                      <a:pt x="85" y="136"/>
                      <a:pt x="85" y="134"/>
                    </a:cubicBezTo>
                    <a:cubicBezTo>
                      <a:pt x="85" y="134"/>
                      <a:pt x="86" y="128"/>
                      <a:pt x="87" y="129"/>
                    </a:cubicBezTo>
                    <a:cubicBezTo>
                      <a:pt x="88" y="130"/>
                      <a:pt x="88" y="132"/>
                      <a:pt x="88" y="133"/>
                    </a:cubicBezTo>
                    <a:cubicBezTo>
                      <a:pt x="89" y="134"/>
                      <a:pt x="89" y="135"/>
                      <a:pt x="89" y="136"/>
                    </a:cubicBezTo>
                    <a:cubicBezTo>
                      <a:pt x="89" y="138"/>
                      <a:pt x="91" y="138"/>
                      <a:pt x="92" y="137"/>
                    </a:cubicBezTo>
                    <a:cubicBezTo>
                      <a:pt x="93" y="137"/>
                      <a:pt x="95" y="136"/>
                      <a:pt x="96" y="135"/>
                    </a:cubicBezTo>
                    <a:cubicBezTo>
                      <a:pt x="97" y="134"/>
                      <a:pt x="98" y="132"/>
                      <a:pt x="99" y="131"/>
                    </a:cubicBezTo>
                    <a:cubicBezTo>
                      <a:pt x="100" y="130"/>
                      <a:pt x="101" y="128"/>
                      <a:pt x="101" y="127"/>
                    </a:cubicBezTo>
                    <a:cubicBezTo>
                      <a:pt x="101" y="125"/>
                      <a:pt x="101" y="123"/>
                      <a:pt x="101" y="121"/>
                    </a:cubicBezTo>
                    <a:cubicBezTo>
                      <a:pt x="99" y="120"/>
                      <a:pt x="96" y="120"/>
                      <a:pt x="94" y="120"/>
                    </a:cubicBezTo>
                    <a:cubicBezTo>
                      <a:pt x="93" y="120"/>
                      <a:pt x="89" y="120"/>
                      <a:pt x="89" y="118"/>
                    </a:cubicBezTo>
                    <a:cubicBezTo>
                      <a:pt x="89" y="116"/>
                      <a:pt x="92" y="115"/>
                      <a:pt x="93" y="115"/>
                    </a:cubicBezTo>
                    <a:cubicBezTo>
                      <a:pt x="97" y="114"/>
                      <a:pt x="99" y="115"/>
                      <a:pt x="102" y="118"/>
                    </a:cubicBezTo>
                    <a:cubicBezTo>
                      <a:pt x="103" y="119"/>
                      <a:pt x="105" y="120"/>
                      <a:pt x="107" y="121"/>
                    </a:cubicBezTo>
                    <a:cubicBezTo>
                      <a:pt x="109" y="121"/>
                      <a:pt x="112" y="121"/>
                      <a:pt x="114" y="121"/>
                    </a:cubicBezTo>
                    <a:cubicBezTo>
                      <a:pt x="116" y="120"/>
                      <a:pt x="116" y="119"/>
                      <a:pt x="115" y="117"/>
                    </a:cubicBezTo>
                    <a:cubicBezTo>
                      <a:pt x="114" y="116"/>
                      <a:pt x="112" y="115"/>
                      <a:pt x="111" y="114"/>
                    </a:cubicBezTo>
                    <a:cubicBezTo>
                      <a:pt x="109" y="111"/>
                      <a:pt x="116" y="109"/>
                      <a:pt x="118" y="108"/>
                    </a:cubicBezTo>
                    <a:cubicBezTo>
                      <a:pt x="119" y="106"/>
                      <a:pt x="119" y="104"/>
                      <a:pt x="119" y="102"/>
                    </a:cubicBezTo>
                    <a:cubicBezTo>
                      <a:pt x="119" y="100"/>
                      <a:pt x="119" y="99"/>
                      <a:pt x="117" y="98"/>
                    </a:cubicBezTo>
                    <a:cubicBezTo>
                      <a:pt x="113" y="97"/>
                      <a:pt x="108" y="98"/>
                      <a:pt x="104" y="97"/>
                    </a:cubicBezTo>
                    <a:cubicBezTo>
                      <a:pt x="102" y="97"/>
                      <a:pt x="100" y="97"/>
                      <a:pt x="98" y="97"/>
                    </a:cubicBezTo>
                    <a:cubicBezTo>
                      <a:pt x="97" y="97"/>
                      <a:pt x="95" y="98"/>
                      <a:pt x="94" y="97"/>
                    </a:cubicBezTo>
                    <a:cubicBezTo>
                      <a:pt x="93" y="96"/>
                      <a:pt x="92" y="95"/>
                      <a:pt x="93" y="95"/>
                    </a:cubicBezTo>
                    <a:cubicBezTo>
                      <a:pt x="93" y="95"/>
                      <a:pt x="94" y="95"/>
                      <a:pt x="95" y="95"/>
                    </a:cubicBezTo>
                    <a:cubicBezTo>
                      <a:pt x="96" y="95"/>
                      <a:pt x="96" y="95"/>
                      <a:pt x="97" y="95"/>
                    </a:cubicBezTo>
                    <a:cubicBezTo>
                      <a:pt x="98" y="95"/>
                      <a:pt x="98" y="95"/>
                      <a:pt x="98" y="95"/>
                    </a:cubicBezTo>
                    <a:cubicBezTo>
                      <a:pt x="99" y="95"/>
                      <a:pt x="99" y="95"/>
                      <a:pt x="100" y="96"/>
                    </a:cubicBezTo>
                    <a:cubicBezTo>
                      <a:pt x="101" y="96"/>
                      <a:pt x="103" y="95"/>
                      <a:pt x="104" y="94"/>
                    </a:cubicBezTo>
                    <a:cubicBezTo>
                      <a:pt x="105" y="94"/>
                      <a:pt x="106" y="93"/>
                      <a:pt x="108" y="92"/>
                    </a:cubicBezTo>
                    <a:cubicBezTo>
                      <a:pt x="109" y="92"/>
                      <a:pt x="110" y="91"/>
                      <a:pt x="111" y="90"/>
                    </a:cubicBezTo>
                    <a:cubicBezTo>
                      <a:pt x="112" y="90"/>
                      <a:pt x="112" y="89"/>
                      <a:pt x="112" y="88"/>
                    </a:cubicBezTo>
                    <a:cubicBezTo>
                      <a:pt x="113" y="87"/>
                      <a:pt x="114" y="87"/>
                      <a:pt x="115" y="87"/>
                    </a:cubicBezTo>
                    <a:cubicBezTo>
                      <a:pt x="118" y="87"/>
                      <a:pt x="122" y="91"/>
                      <a:pt x="124" y="88"/>
                    </a:cubicBezTo>
                    <a:cubicBezTo>
                      <a:pt x="125" y="85"/>
                      <a:pt x="125" y="83"/>
                      <a:pt x="126" y="81"/>
                    </a:cubicBezTo>
                    <a:cubicBezTo>
                      <a:pt x="127" y="79"/>
                      <a:pt x="128" y="77"/>
                      <a:pt x="131" y="76"/>
                    </a:cubicBezTo>
                    <a:cubicBezTo>
                      <a:pt x="132" y="75"/>
                      <a:pt x="135" y="75"/>
                      <a:pt x="137" y="74"/>
                    </a:cubicBezTo>
                    <a:cubicBezTo>
                      <a:pt x="138" y="73"/>
                      <a:pt x="139" y="72"/>
                      <a:pt x="139" y="70"/>
                    </a:cubicBezTo>
                    <a:cubicBezTo>
                      <a:pt x="139" y="67"/>
                      <a:pt x="139" y="65"/>
                      <a:pt x="140" y="63"/>
                    </a:cubicBezTo>
                    <a:cubicBezTo>
                      <a:pt x="141" y="60"/>
                      <a:pt x="143" y="59"/>
                      <a:pt x="146" y="57"/>
                    </a:cubicBezTo>
                    <a:cubicBezTo>
                      <a:pt x="152" y="55"/>
                      <a:pt x="159" y="54"/>
                      <a:pt x="163" y="49"/>
                    </a:cubicBezTo>
                    <a:cubicBezTo>
                      <a:pt x="166" y="46"/>
                      <a:pt x="166" y="41"/>
                      <a:pt x="167" y="38"/>
                    </a:cubicBezTo>
                    <a:cubicBezTo>
                      <a:pt x="169" y="33"/>
                      <a:pt x="172" y="29"/>
                      <a:pt x="174" y="24"/>
                    </a:cubicBezTo>
                    <a:cubicBezTo>
                      <a:pt x="175" y="19"/>
                      <a:pt x="175" y="13"/>
                      <a:pt x="175" y="8"/>
                    </a:cubicBezTo>
                    <a:close/>
                    <a:moveTo>
                      <a:pt x="72" y="89"/>
                    </a:moveTo>
                    <a:cubicBezTo>
                      <a:pt x="70" y="89"/>
                      <a:pt x="67" y="90"/>
                      <a:pt x="64" y="91"/>
                    </a:cubicBezTo>
                    <a:cubicBezTo>
                      <a:pt x="63" y="91"/>
                      <a:pt x="63" y="92"/>
                      <a:pt x="63" y="92"/>
                    </a:cubicBezTo>
                    <a:cubicBezTo>
                      <a:pt x="62" y="92"/>
                      <a:pt x="62" y="93"/>
                      <a:pt x="61" y="93"/>
                    </a:cubicBezTo>
                    <a:cubicBezTo>
                      <a:pt x="61" y="94"/>
                      <a:pt x="61" y="94"/>
                      <a:pt x="60" y="94"/>
                    </a:cubicBezTo>
                    <a:cubicBezTo>
                      <a:pt x="59" y="95"/>
                      <a:pt x="59" y="96"/>
                      <a:pt x="58" y="97"/>
                    </a:cubicBezTo>
                    <a:cubicBezTo>
                      <a:pt x="58" y="98"/>
                      <a:pt x="58" y="98"/>
                      <a:pt x="57" y="98"/>
                    </a:cubicBezTo>
                    <a:cubicBezTo>
                      <a:pt x="57" y="99"/>
                      <a:pt x="56" y="99"/>
                      <a:pt x="56" y="100"/>
                    </a:cubicBezTo>
                    <a:cubicBezTo>
                      <a:pt x="55" y="100"/>
                      <a:pt x="54" y="101"/>
                      <a:pt x="54" y="101"/>
                    </a:cubicBezTo>
                    <a:cubicBezTo>
                      <a:pt x="53" y="101"/>
                      <a:pt x="52" y="100"/>
                      <a:pt x="51" y="99"/>
                    </a:cubicBezTo>
                    <a:cubicBezTo>
                      <a:pt x="51" y="98"/>
                      <a:pt x="51" y="97"/>
                      <a:pt x="52" y="96"/>
                    </a:cubicBezTo>
                    <a:cubicBezTo>
                      <a:pt x="53" y="95"/>
                      <a:pt x="54" y="93"/>
                      <a:pt x="56" y="92"/>
                    </a:cubicBezTo>
                    <a:cubicBezTo>
                      <a:pt x="56" y="90"/>
                      <a:pt x="57" y="89"/>
                      <a:pt x="58" y="88"/>
                    </a:cubicBezTo>
                    <a:cubicBezTo>
                      <a:pt x="59" y="87"/>
                      <a:pt x="59" y="87"/>
                      <a:pt x="60" y="86"/>
                    </a:cubicBezTo>
                    <a:cubicBezTo>
                      <a:pt x="61" y="85"/>
                      <a:pt x="62" y="85"/>
                      <a:pt x="62" y="84"/>
                    </a:cubicBezTo>
                    <a:cubicBezTo>
                      <a:pt x="62" y="83"/>
                      <a:pt x="62" y="82"/>
                      <a:pt x="62" y="82"/>
                    </a:cubicBezTo>
                    <a:cubicBezTo>
                      <a:pt x="63" y="81"/>
                      <a:pt x="64" y="81"/>
                      <a:pt x="65" y="81"/>
                    </a:cubicBezTo>
                    <a:cubicBezTo>
                      <a:pt x="65" y="81"/>
                      <a:pt x="65" y="81"/>
                      <a:pt x="66" y="82"/>
                    </a:cubicBezTo>
                    <a:cubicBezTo>
                      <a:pt x="66" y="82"/>
                      <a:pt x="66" y="83"/>
                      <a:pt x="67" y="83"/>
                    </a:cubicBezTo>
                    <a:cubicBezTo>
                      <a:pt x="69" y="84"/>
                      <a:pt x="72" y="82"/>
                      <a:pt x="75" y="84"/>
                    </a:cubicBezTo>
                    <a:cubicBezTo>
                      <a:pt x="75" y="84"/>
                      <a:pt x="76" y="86"/>
                      <a:pt x="76" y="86"/>
                    </a:cubicBezTo>
                    <a:cubicBezTo>
                      <a:pt x="76" y="89"/>
                      <a:pt x="74" y="90"/>
                      <a:pt x="72" y="8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52" name="Freeform 3055">
                <a:extLst>
                  <a:ext uri="{FF2B5EF4-FFF2-40B4-BE49-F238E27FC236}">
                    <a16:creationId xmlns:a16="http://schemas.microsoft.com/office/drawing/2014/main" id="{DD0F3075-1284-4011-9551-A4F1F5B74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19"/>
                <a:ext cx="5" cy="4"/>
              </a:xfrm>
              <a:custGeom>
                <a:avLst/>
                <a:gdLst>
                  <a:gd name="T0" fmla="*/ 4 w 12"/>
                  <a:gd name="T1" fmla="*/ 8 h 9"/>
                  <a:gd name="T2" fmla="*/ 4 w 12"/>
                  <a:gd name="T3" fmla="*/ 8 h 9"/>
                  <a:gd name="T4" fmla="*/ 3 w 12"/>
                  <a:gd name="T5" fmla="*/ 8 h 9"/>
                  <a:gd name="T6" fmla="*/ 0 w 12"/>
                  <a:gd name="T7" fmla="*/ 7 h 9"/>
                  <a:gd name="T8" fmla="*/ 0 w 12"/>
                  <a:gd name="T9" fmla="*/ 5 h 9"/>
                  <a:gd name="T10" fmla="*/ 4 w 12"/>
                  <a:gd name="T11" fmla="*/ 4 h 9"/>
                  <a:gd name="T12" fmla="*/ 5 w 12"/>
                  <a:gd name="T13" fmla="*/ 2 h 9"/>
                  <a:gd name="T14" fmla="*/ 7 w 12"/>
                  <a:gd name="T15" fmla="*/ 1 h 9"/>
                  <a:gd name="T16" fmla="*/ 11 w 12"/>
                  <a:gd name="T17" fmla="*/ 3 h 9"/>
                  <a:gd name="T18" fmla="*/ 10 w 12"/>
                  <a:gd name="T19" fmla="*/ 8 h 9"/>
                  <a:gd name="T20" fmla="*/ 7 w 12"/>
                  <a:gd name="T21" fmla="*/ 9 h 9"/>
                  <a:gd name="T22" fmla="*/ 4 w 12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2" y="8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4"/>
                      <a:pt x="3" y="5"/>
                      <a:pt x="4" y="4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9" y="0"/>
                      <a:pt x="11" y="2"/>
                      <a:pt x="11" y="3"/>
                    </a:cubicBezTo>
                    <a:cubicBezTo>
                      <a:pt x="11" y="5"/>
                      <a:pt x="12" y="7"/>
                      <a:pt x="10" y="8"/>
                    </a:cubicBezTo>
                    <a:cubicBezTo>
                      <a:pt x="9" y="8"/>
                      <a:pt x="8" y="9"/>
                      <a:pt x="7" y="9"/>
                    </a:cubicBezTo>
                    <a:cubicBezTo>
                      <a:pt x="6" y="9"/>
                      <a:pt x="5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53" name="Freeform 3056">
                <a:extLst>
                  <a:ext uri="{FF2B5EF4-FFF2-40B4-BE49-F238E27FC236}">
                    <a16:creationId xmlns:a16="http://schemas.microsoft.com/office/drawing/2014/main" id="{342AD6DD-B13C-4828-8C3A-F5B385194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86"/>
                <a:ext cx="5" cy="8"/>
              </a:xfrm>
              <a:custGeom>
                <a:avLst/>
                <a:gdLst>
                  <a:gd name="T0" fmla="*/ 12 w 13"/>
                  <a:gd name="T1" fmla="*/ 13 h 18"/>
                  <a:gd name="T2" fmla="*/ 11 w 13"/>
                  <a:gd name="T3" fmla="*/ 12 h 18"/>
                  <a:gd name="T4" fmla="*/ 10 w 13"/>
                  <a:gd name="T5" fmla="*/ 11 h 18"/>
                  <a:gd name="T6" fmla="*/ 9 w 13"/>
                  <a:gd name="T7" fmla="*/ 10 h 18"/>
                  <a:gd name="T8" fmla="*/ 9 w 13"/>
                  <a:gd name="T9" fmla="*/ 9 h 18"/>
                  <a:gd name="T10" fmla="*/ 9 w 13"/>
                  <a:gd name="T11" fmla="*/ 6 h 18"/>
                  <a:gd name="T12" fmla="*/ 9 w 13"/>
                  <a:gd name="T13" fmla="*/ 1 h 18"/>
                  <a:gd name="T14" fmla="*/ 7 w 13"/>
                  <a:gd name="T15" fmla="*/ 0 h 18"/>
                  <a:gd name="T16" fmla="*/ 3 w 13"/>
                  <a:gd name="T17" fmla="*/ 2 h 18"/>
                  <a:gd name="T18" fmla="*/ 3 w 13"/>
                  <a:gd name="T19" fmla="*/ 4 h 18"/>
                  <a:gd name="T20" fmla="*/ 2 w 13"/>
                  <a:gd name="T21" fmla="*/ 6 h 18"/>
                  <a:gd name="T22" fmla="*/ 2 w 13"/>
                  <a:gd name="T23" fmla="*/ 10 h 18"/>
                  <a:gd name="T24" fmla="*/ 7 w 13"/>
                  <a:gd name="T25" fmla="*/ 13 h 18"/>
                  <a:gd name="T26" fmla="*/ 8 w 13"/>
                  <a:gd name="T27" fmla="*/ 15 h 18"/>
                  <a:gd name="T28" fmla="*/ 9 w 13"/>
                  <a:gd name="T29" fmla="*/ 17 h 18"/>
                  <a:gd name="T30" fmla="*/ 12 w 13"/>
                  <a:gd name="T31" fmla="*/ 18 h 18"/>
                  <a:gd name="T32" fmla="*/ 12 w 13"/>
                  <a:gd name="T33" fmla="*/ 15 h 18"/>
                  <a:gd name="T34" fmla="*/ 12 w 13"/>
                  <a:gd name="T3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8">
                    <a:moveTo>
                      <a:pt x="12" y="13"/>
                    </a:moveTo>
                    <a:cubicBezTo>
                      <a:pt x="11" y="13"/>
                      <a:pt x="11" y="12"/>
                      <a:pt x="11" y="12"/>
                    </a:cubicBezTo>
                    <a:cubicBezTo>
                      <a:pt x="11" y="12"/>
                      <a:pt x="11" y="11"/>
                      <a:pt x="10" y="11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4"/>
                      <a:pt x="9" y="3"/>
                      <a:pt x="9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1" y="7"/>
                      <a:pt x="0" y="9"/>
                      <a:pt x="2" y="10"/>
                    </a:cubicBezTo>
                    <a:cubicBezTo>
                      <a:pt x="3" y="11"/>
                      <a:pt x="5" y="12"/>
                      <a:pt x="7" y="13"/>
                    </a:cubicBezTo>
                    <a:cubicBezTo>
                      <a:pt x="7" y="13"/>
                      <a:pt x="8" y="14"/>
                      <a:pt x="8" y="15"/>
                    </a:cubicBezTo>
                    <a:cubicBezTo>
                      <a:pt x="8" y="16"/>
                      <a:pt x="8" y="16"/>
                      <a:pt x="9" y="17"/>
                    </a:cubicBezTo>
                    <a:cubicBezTo>
                      <a:pt x="9" y="18"/>
                      <a:pt x="11" y="18"/>
                      <a:pt x="12" y="18"/>
                    </a:cubicBezTo>
                    <a:cubicBezTo>
                      <a:pt x="13" y="17"/>
                      <a:pt x="12" y="16"/>
                      <a:pt x="12" y="15"/>
                    </a:cubicBezTo>
                    <a:cubicBezTo>
                      <a:pt x="12" y="14"/>
                      <a:pt x="12" y="14"/>
                      <a:pt x="1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54" name="Freeform 3057">
                <a:extLst>
                  <a:ext uri="{FF2B5EF4-FFF2-40B4-BE49-F238E27FC236}">
                    <a16:creationId xmlns:a16="http://schemas.microsoft.com/office/drawing/2014/main" id="{CFF67634-207C-4A84-8C0B-2EBB7F02F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600"/>
                <a:ext cx="10" cy="6"/>
              </a:xfrm>
              <a:custGeom>
                <a:avLst/>
                <a:gdLst>
                  <a:gd name="T0" fmla="*/ 7 w 24"/>
                  <a:gd name="T1" fmla="*/ 14 h 15"/>
                  <a:gd name="T2" fmla="*/ 6 w 24"/>
                  <a:gd name="T3" fmla="*/ 14 h 15"/>
                  <a:gd name="T4" fmla="*/ 2 w 24"/>
                  <a:gd name="T5" fmla="*/ 15 h 15"/>
                  <a:gd name="T6" fmla="*/ 0 w 24"/>
                  <a:gd name="T7" fmla="*/ 10 h 15"/>
                  <a:gd name="T8" fmla="*/ 3 w 24"/>
                  <a:gd name="T9" fmla="*/ 5 h 15"/>
                  <a:gd name="T10" fmla="*/ 7 w 24"/>
                  <a:gd name="T11" fmla="*/ 5 h 15"/>
                  <a:gd name="T12" fmla="*/ 12 w 24"/>
                  <a:gd name="T13" fmla="*/ 5 h 15"/>
                  <a:gd name="T14" fmla="*/ 14 w 24"/>
                  <a:gd name="T15" fmla="*/ 4 h 15"/>
                  <a:gd name="T16" fmla="*/ 16 w 24"/>
                  <a:gd name="T17" fmla="*/ 2 h 15"/>
                  <a:gd name="T18" fmla="*/ 20 w 24"/>
                  <a:gd name="T19" fmla="*/ 0 h 15"/>
                  <a:gd name="T20" fmla="*/ 24 w 24"/>
                  <a:gd name="T21" fmla="*/ 1 h 15"/>
                  <a:gd name="T22" fmla="*/ 23 w 24"/>
                  <a:gd name="T23" fmla="*/ 4 h 15"/>
                  <a:gd name="T24" fmla="*/ 21 w 24"/>
                  <a:gd name="T25" fmla="*/ 6 h 15"/>
                  <a:gd name="T26" fmla="*/ 20 w 24"/>
                  <a:gd name="T27" fmla="*/ 8 h 15"/>
                  <a:gd name="T28" fmla="*/ 19 w 24"/>
                  <a:gd name="T29" fmla="*/ 12 h 15"/>
                  <a:gd name="T30" fmla="*/ 13 w 24"/>
                  <a:gd name="T31" fmla="*/ 14 h 15"/>
                  <a:gd name="T32" fmla="*/ 7 w 24"/>
                  <a:gd name="T3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7" y="14"/>
                    </a:move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4" y="15"/>
                      <a:pt x="2" y="15"/>
                    </a:cubicBezTo>
                    <a:cubicBezTo>
                      <a:pt x="0" y="14"/>
                      <a:pt x="0" y="12"/>
                      <a:pt x="0" y="10"/>
                    </a:cubicBezTo>
                    <a:cubicBezTo>
                      <a:pt x="1" y="8"/>
                      <a:pt x="1" y="6"/>
                      <a:pt x="3" y="5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9" y="5"/>
                      <a:pt x="10" y="5"/>
                      <a:pt x="12" y="5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3"/>
                      <a:pt x="16" y="2"/>
                    </a:cubicBezTo>
                    <a:cubicBezTo>
                      <a:pt x="17" y="1"/>
                      <a:pt x="19" y="1"/>
                      <a:pt x="20" y="0"/>
                    </a:cubicBezTo>
                    <a:cubicBezTo>
                      <a:pt x="22" y="0"/>
                      <a:pt x="24" y="0"/>
                      <a:pt x="24" y="1"/>
                    </a:cubicBezTo>
                    <a:cubicBezTo>
                      <a:pt x="24" y="2"/>
                      <a:pt x="24" y="3"/>
                      <a:pt x="23" y="4"/>
                    </a:cubicBezTo>
                    <a:cubicBezTo>
                      <a:pt x="23" y="5"/>
                      <a:pt x="22" y="5"/>
                      <a:pt x="21" y="6"/>
                    </a:cubicBezTo>
                    <a:cubicBezTo>
                      <a:pt x="21" y="6"/>
                      <a:pt x="20" y="7"/>
                      <a:pt x="20" y="8"/>
                    </a:cubicBezTo>
                    <a:cubicBezTo>
                      <a:pt x="20" y="9"/>
                      <a:pt x="20" y="10"/>
                      <a:pt x="19" y="12"/>
                    </a:cubicBezTo>
                    <a:cubicBezTo>
                      <a:pt x="18" y="14"/>
                      <a:pt x="15" y="14"/>
                      <a:pt x="13" y="14"/>
                    </a:cubicBezTo>
                    <a:cubicBezTo>
                      <a:pt x="11" y="14"/>
                      <a:pt x="9" y="14"/>
                      <a:pt x="7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55" name="Freeform 3058">
                <a:extLst>
                  <a:ext uri="{FF2B5EF4-FFF2-40B4-BE49-F238E27FC236}">
                    <a16:creationId xmlns:a16="http://schemas.microsoft.com/office/drawing/2014/main" id="{D696086B-2C62-4383-B2B2-A9CA4BC6C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632"/>
                <a:ext cx="5" cy="3"/>
              </a:xfrm>
              <a:custGeom>
                <a:avLst/>
                <a:gdLst>
                  <a:gd name="T0" fmla="*/ 0 w 11"/>
                  <a:gd name="T1" fmla="*/ 3 h 6"/>
                  <a:gd name="T2" fmla="*/ 1 w 11"/>
                  <a:gd name="T3" fmla="*/ 0 h 6"/>
                  <a:gd name="T4" fmla="*/ 4 w 11"/>
                  <a:gd name="T5" fmla="*/ 1 h 6"/>
                  <a:gd name="T6" fmla="*/ 8 w 11"/>
                  <a:gd name="T7" fmla="*/ 1 h 6"/>
                  <a:gd name="T8" fmla="*/ 10 w 11"/>
                  <a:gd name="T9" fmla="*/ 2 h 6"/>
                  <a:gd name="T10" fmla="*/ 9 w 11"/>
                  <a:gd name="T11" fmla="*/ 6 h 6"/>
                  <a:gd name="T12" fmla="*/ 3 w 11"/>
                  <a:gd name="T13" fmla="*/ 6 h 6"/>
                  <a:gd name="T14" fmla="*/ 0 w 11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1"/>
                      <a:pt x="6" y="1"/>
                      <a:pt x="8" y="1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3"/>
                      <a:pt x="11" y="5"/>
                      <a:pt x="9" y="6"/>
                    </a:cubicBezTo>
                    <a:cubicBezTo>
                      <a:pt x="7" y="6"/>
                      <a:pt x="5" y="6"/>
                      <a:pt x="3" y="6"/>
                    </a:cubicBezTo>
                    <a:cubicBezTo>
                      <a:pt x="2" y="6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56" name="Freeform 3059">
                <a:extLst>
                  <a:ext uri="{FF2B5EF4-FFF2-40B4-BE49-F238E27FC236}">
                    <a16:creationId xmlns:a16="http://schemas.microsoft.com/office/drawing/2014/main" id="{3AAC74EF-6DB4-4912-81D7-BFBA1930D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476"/>
                <a:ext cx="4" cy="6"/>
              </a:xfrm>
              <a:custGeom>
                <a:avLst/>
                <a:gdLst>
                  <a:gd name="T0" fmla="*/ 7 w 8"/>
                  <a:gd name="T1" fmla="*/ 12 h 15"/>
                  <a:gd name="T2" fmla="*/ 3 w 8"/>
                  <a:gd name="T3" fmla="*/ 15 h 15"/>
                  <a:gd name="T4" fmla="*/ 1 w 8"/>
                  <a:gd name="T5" fmla="*/ 9 h 15"/>
                  <a:gd name="T6" fmla="*/ 3 w 8"/>
                  <a:gd name="T7" fmla="*/ 3 h 15"/>
                  <a:gd name="T8" fmla="*/ 7 w 8"/>
                  <a:gd name="T9" fmla="*/ 1 h 15"/>
                  <a:gd name="T10" fmla="*/ 8 w 8"/>
                  <a:gd name="T11" fmla="*/ 6 h 15"/>
                  <a:gd name="T12" fmla="*/ 8 w 8"/>
                  <a:gd name="T13" fmla="*/ 8 h 15"/>
                  <a:gd name="T14" fmla="*/ 8 w 8"/>
                  <a:gd name="T15" fmla="*/ 9 h 15"/>
                  <a:gd name="T16" fmla="*/ 7 w 8"/>
                  <a:gd name="T1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7" y="12"/>
                    </a:moveTo>
                    <a:cubicBezTo>
                      <a:pt x="6" y="13"/>
                      <a:pt x="5" y="14"/>
                      <a:pt x="3" y="15"/>
                    </a:cubicBezTo>
                    <a:cubicBezTo>
                      <a:pt x="0" y="15"/>
                      <a:pt x="1" y="11"/>
                      <a:pt x="1" y="9"/>
                    </a:cubicBezTo>
                    <a:cubicBezTo>
                      <a:pt x="1" y="7"/>
                      <a:pt x="2" y="5"/>
                      <a:pt x="3" y="3"/>
                    </a:cubicBezTo>
                    <a:cubicBezTo>
                      <a:pt x="3" y="2"/>
                      <a:pt x="5" y="0"/>
                      <a:pt x="7" y="1"/>
                    </a:cubicBezTo>
                    <a:cubicBezTo>
                      <a:pt x="7" y="2"/>
                      <a:pt x="7" y="5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9"/>
                      <a:pt x="8" y="9"/>
                    </a:cubicBezTo>
                    <a:cubicBezTo>
                      <a:pt x="8" y="10"/>
                      <a:pt x="7" y="11"/>
                      <a:pt x="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57" name="Freeform 3060">
                <a:extLst>
                  <a:ext uri="{FF2B5EF4-FFF2-40B4-BE49-F238E27FC236}">
                    <a16:creationId xmlns:a16="http://schemas.microsoft.com/office/drawing/2014/main" id="{BD41B345-7A77-4EC3-87DA-2AFF6401D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476"/>
                <a:ext cx="30" cy="19"/>
              </a:xfrm>
              <a:custGeom>
                <a:avLst/>
                <a:gdLst>
                  <a:gd name="T0" fmla="*/ 24 w 74"/>
                  <a:gd name="T1" fmla="*/ 30 h 46"/>
                  <a:gd name="T2" fmla="*/ 19 w 74"/>
                  <a:gd name="T3" fmla="*/ 23 h 46"/>
                  <a:gd name="T4" fmla="*/ 13 w 74"/>
                  <a:gd name="T5" fmla="*/ 18 h 46"/>
                  <a:gd name="T6" fmla="*/ 5 w 74"/>
                  <a:gd name="T7" fmla="*/ 15 h 46"/>
                  <a:gd name="T8" fmla="*/ 1 w 74"/>
                  <a:gd name="T9" fmla="*/ 10 h 46"/>
                  <a:gd name="T10" fmla="*/ 10 w 74"/>
                  <a:gd name="T11" fmla="*/ 6 h 46"/>
                  <a:gd name="T12" fmla="*/ 20 w 74"/>
                  <a:gd name="T13" fmla="*/ 5 h 46"/>
                  <a:gd name="T14" fmla="*/ 31 w 74"/>
                  <a:gd name="T15" fmla="*/ 5 h 46"/>
                  <a:gd name="T16" fmla="*/ 38 w 74"/>
                  <a:gd name="T17" fmla="*/ 1 h 46"/>
                  <a:gd name="T18" fmla="*/ 43 w 74"/>
                  <a:gd name="T19" fmla="*/ 6 h 46"/>
                  <a:gd name="T20" fmla="*/ 48 w 74"/>
                  <a:gd name="T21" fmla="*/ 3 h 46"/>
                  <a:gd name="T22" fmla="*/ 52 w 74"/>
                  <a:gd name="T23" fmla="*/ 2 h 46"/>
                  <a:gd name="T24" fmla="*/ 55 w 74"/>
                  <a:gd name="T25" fmla="*/ 6 h 46"/>
                  <a:gd name="T26" fmla="*/ 62 w 74"/>
                  <a:gd name="T27" fmla="*/ 12 h 46"/>
                  <a:gd name="T28" fmla="*/ 73 w 74"/>
                  <a:gd name="T29" fmla="*/ 24 h 46"/>
                  <a:gd name="T30" fmla="*/ 69 w 74"/>
                  <a:gd name="T31" fmla="*/ 28 h 46"/>
                  <a:gd name="T32" fmla="*/ 60 w 74"/>
                  <a:gd name="T33" fmla="*/ 30 h 46"/>
                  <a:gd name="T34" fmla="*/ 55 w 74"/>
                  <a:gd name="T35" fmla="*/ 40 h 46"/>
                  <a:gd name="T36" fmla="*/ 41 w 74"/>
                  <a:gd name="T37" fmla="*/ 44 h 46"/>
                  <a:gd name="T38" fmla="*/ 35 w 74"/>
                  <a:gd name="T39" fmla="*/ 42 h 46"/>
                  <a:gd name="T40" fmla="*/ 28 w 74"/>
                  <a:gd name="T41" fmla="*/ 38 h 46"/>
                  <a:gd name="T42" fmla="*/ 24 w 74"/>
                  <a:gd name="T43" fmla="*/ 3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4" h="46">
                    <a:moveTo>
                      <a:pt x="24" y="30"/>
                    </a:moveTo>
                    <a:cubicBezTo>
                      <a:pt x="22" y="28"/>
                      <a:pt x="21" y="25"/>
                      <a:pt x="19" y="23"/>
                    </a:cubicBezTo>
                    <a:cubicBezTo>
                      <a:pt x="17" y="21"/>
                      <a:pt x="15" y="20"/>
                      <a:pt x="13" y="18"/>
                    </a:cubicBezTo>
                    <a:cubicBezTo>
                      <a:pt x="10" y="16"/>
                      <a:pt x="8" y="15"/>
                      <a:pt x="5" y="15"/>
                    </a:cubicBezTo>
                    <a:cubicBezTo>
                      <a:pt x="2" y="14"/>
                      <a:pt x="0" y="13"/>
                      <a:pt x="1" y="10"/>
                    </a:cubicBezTo>
                    <a:cubicBezTo>
                      <a:pt x="2" y="7"/>
                      <a:pt x="7" y="6"/>
                      <a:pt x="10" y="6"/>
                    </a:cubicBezTo>
                    <a:cubicBezTo>
                      <a:pt x="13" y="5"/>
                      <a:pt x="17" y="5"/>
                      <a:pt x="20" y="5"/>
                    </a:cubicBezTo>
                    <a:cubicBezTo>
                      <a:pt x="24" y="5"/>
                      <a:pt x="28" y="7"/>
                      <a:pt x="31" y="5"/>
                    </a:cubicBezTo>
                    <a:cubicBezTo>
                      <a:pt x="34" y="5"/>
                      <a:pt x="35" y="1"/>
                      <a:pt x="38" y="1"/>
                    </a:cubicBezTo>
                    <a:cubicBezTo>
                      <a:pt x="41" y="0"/>
                      <a:pt x="42" y="4"/>
                      <a:pt x="43" y="6"/>
                    </a:cubicBezTo>
                    <a:cubicBezTo>
                      <a:pt x="44" y="9"/>
                      <a:pt x="47" y="4"/>
                      <a:pt x="48" y="3"/>
                    </a:cubicBezTo>
                    <a:cubicBezTo>
                      <a:pt x="50" y="2"/>
                      <a:pt x="51" y="1"/>
                      <a:pt x="52" y="2"/>
                    </a:cubicBezTo>
                    <a:cubicBezTo>
                      <a:pt x="54" y="2"/>
                      <a:pt x="55" y="5"/>
                      <a:pt x="55" y="6"/>
                    </a:cubicBezTo>
                    <a:cubicBezTo>
                      <a:pt x="57" y="9"/>
                      <a:pt x="58" y="12"/>
                      <a:pt x="62" y="12"/>
                    </a:cubicBezTo>
                    <a:cubicBezTo>
                      <a:pt x="68" y="12"/>
                      <a:pt x="73" y="17"/>
                      <a:pt x="73" y="24"/>
                    </a:cubicBezTo>
                    <a:cubicBezTo>
                      <a:pt x="74" y="27"/>
                      <a:pt x="72" y="28"/>
                      <a:pt x="69" y="28"/>
                    </a:cubicBezTo>
                    <a:cubicBezTo>
                      <a:pt x="66" y="28"/>
                      <a:pt x="62" y="27"/>
                      <a:pt x="60" y="30"/>
                    </a:cubicBezTo>
                    <a:cubicBezTo>
                      <a:pt x="58" y="33"/>
                      <a:pt x="57" y="37"/>
                      <a:pt x="55" y="40"/>
                    </a:cubicBezTo>
                    <a:cubicBezTo>
                      <a:pt x="52" y="44"/>
                      <a:pt x="46" y="46"/>
                      <a:pt x="41" y="44"/>
                    </a:cubicBezTo>
                    <a:cubicBezTo>
                      <a:pt x="39" y="44"/>
                      <a:pt x="37" y="43"/>
                      <a:pt x="35" y="42"/>
                    </a:cubicBezTo>
                    <a:cubicBezTo>
                      <a:pt x="32" y="41"/>
                      <a:pt x="30" y="40"/>
                      <a:pt x="28" y="38"/>
                    </a:cubicBezTo>
                    <a:cubicBezTo>
                      <a:pt x="26" y="36"/>
                      <a:pt x="25" y="33"/>
                      <a:pt x="24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58" name="Freeform 3061">
                <a:extLst>
                  <a:ext uri="{FF2B5EF4-FFF2-40B4-BE49-F238E27FC236}">
                    <a16:creationId xmlns:a16="http://schemas.microsoft.com/office/drawing/2014/main" id="{09A39154-473F-4B91-8085-EBF30855F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437"/>
                <a:ext cx="11" cy="10"/>
              </a:xfrm>
              <a:custGeom>
                <a:avLst/>
                <a:gdLst>
                  <a:gd name="T0" fmla="*/ 4 w 29"/>
                  <a:gd name="T1" fmla="*/ 16 h 26"/>
                  <a:gd name="T2" fmla="*/ 1 w 29"/>
                  <a:gd name="T3" fmla="*/ 10 h 26"/>
                  <a:gd name="T4" fmla="*/ 2 w 29"/>
                  <a:gd name="T5" fmla="*/ 3 h 26"/>
                  <a:gd name="T6" fmla="*/ 6 w 29"/>
                  <a:gd name="T7" fmla="*/ 1 h 26"/>
                  <a:gd name="T8" fmla="*/ 13 w 29"/>
                  <a:gd name="T9" fmla="*/ 5 h 26"/>
                  <a:gd name="T10" fmla="*/ 20 w 29"/>
                  <a:gd name="T11" fmla="*/ 9 h 26"/>
                  <a:gd name="T12" fmla="*/ 28 w 29"/>
                  <a:gd name="T13" fmla="*/ 14 h 26"/>
                  <a:gd name="T14" fmla="*/ 27 w 29"/>
                  <a:gd name="T15" fmla="*/ 21 h 26"/>
                  <a:gd name="T16" fmla="*/ 22 w 29"/>
                  <a:gd name="T17" fmla="*/ 26 h 26"/>
                  <a:gd name="T18" fmla="*/ 12 w 29"/>
                  <a:gd name="T19" fmla="*/ 23 h 26"/>
                  <a:gd name="T20" fmla="*/ 4 w 29"/>
                  <a:gd name="T21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26">
                    <a:moveTo>
                      <a:pt x="4" y="16"/>
                    </a:moveTo>
                    <a:cubicBezTo>
                      <a:pt x="3" y="14"/>
                      <a:pt x="1" y="12"/>
                      <a:pt x="1" y="10"/>
                    </a:cubicBezTo>
                    <a:cubicBezTo>
                      <a:pt x="0" y="8"/>
                      <a:pt x="1" y="5"/>
                      <a:pt x="2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9" y="1"/>
                      <a:pt x="11" y="4"/>
                      <a:pt x="13" y="5"/>
                    </a:cubicBezTo>
                    <a:cubicBezTo>
                      <a:pt x="15" y="7"/>
                      <a:pt x="18" y="8"/>
                      <a:pt x="20" y="9"/>
                    </a:cubicBezTo>
                    <a:cubicBezTo>
                      <a:pt x="23" y="10"/>
                      <a:pt x="26" y="11"/>
                      <a:pt x="28" y="14"/>
                    </a:cubicBezTo>
                    <a:cubicBezTo>
                      <a:pt x="29" y="16"/>
                      <a:pt x="27" y="19"/>
                      <a:pt x="27" y="21"/>
                    </a:cubicBezTo>
                    <a:cubicBezTo>
                      <a:pt x="26" y="23"/>
                      <a:pt x="25" y="26"/>
                      <a:pt x="22" y="26"/>
                    </a:cubicBezTo>
                    <a:cubicBezTo>
                      <a:pt x="18" y="25"/>
                      <a:pt x="15" y="24"/>
                      <a:pt x="12" y="23"/>
                    </a:cubicBezTo>
                    <a:cubicBezTo>
                      <a:pt x="10" y="21"/>
                      <a:pt x="5" y="19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59" name="Freeform 3062">
                <a:extLst>
                  <a:ext uri="{FF2B5EF4-FFF2-40B4-BE49-F238E27FC236}">
                    <a16:creationId xmlns:a16="http://schemas.microsoft.com/office/drawing/2014/main" id="{61F30985-BC44-4269-A384-23774DA6FB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1" y="1582"/>
                <a:ext cx="536" cy="922"/>
              </a:xfrm>
              <a:custGeom>
                <a:avLst/>
                <a:gdLst>
                  <a:gd name="T0" fmla="*/ 1070 w 1317"/>
                  <a:gd name="T1" fmla="*/ 1671 h 2266"/>
                  <a:gd name="T2" fmla="*/ 1124 w 1317"/>
                  <a:gd name="T3" fmla="*/ 1495 h 2266"/>
                  <a:gd name="T4" fmla="*/ 997 w 1317"/>
                  <a:gd name="T5" fmla="*/ 1158 h 2266"/>
                  <a:gd name="T6" fmla="*/ 946 w 1317"/>
                  <a:gd name="T7" fmla="*/ 838 h 2266"/>
                  <a:gd name="T8" fmla="*/ 800 w 1317"/>
                  <a:gd name="T9" fmla="*/ 732 h 2266"/>
                  <a:gd name="T10" fmla="*/ 885 w 1317"/>
                  <a:gd name="T11" fmla="*/ 647 h 2266"/>
                  <a:gd name="T12" fmla="*/ 1052 w 1317"/>
                  <a:gd name="T13" fmla="*/ 355 h 2266"/>
                  <a:gd name="T14" fmla="*/ 791 w 1317"/>
                  <a:gd name="T15" fmla="*/ 285 h 2266"/>
                  <a:gd name="T16" fmla="*/ 881 w 1317"/>
                  <a:gd name="T17" fmla="*/ 186 h 2266"/>
                  <a:gd name="T18" fmla="*/ 796 w 1317"/>
                  <a:gd name="T19" fmla="*/ 60 h 2266"/>
                  <a:gd name="T20" fmla="*/ 708 w 1317"/>
                  <a:gd name="T21" fmla="*/ 43 h 2266"/>
                  <a:gd name="T22" fmla="*/ 636 w 1317"/>
                  <a:gd name="T23" fmla="*/ 115 h 2266"/>
                  <a:gd name="T24" fmla="*/ 569 w 1317"/>
                  <a:gd name="T25" fmla="*/ 162 h 2266"/>
                  <a:gd name="T26" fmla="*/ 571 w 1317"/>
                  <a:gd name="T27" fmla="*/ 298 h 2266"/>
                  <a:gd name="T28" fmla="*/ 530 w 1317"/>
                  <a:gd name="T29" fmla="*/ 397 h 2266"/>
                  <a:gd name="T30" fmla="*/ 413 w 1317"/>
                  <a:gd name="T31" fmla="*/ 435 h 2266"/>
                  <a:gd name="T32" fmla="*/ 525 w 1317"/>
                  <a:gd name="T33" fmla="*/ 491 h 2266"/>
                  <a:gd name="T34" fmla="*/ 524 w 1317"/>
                  <a:gd name="T35" fmla="*/ 549 h 2266"/>
                  <a:gd name="T36" fmla="*/ 439 w 1317"/>
                  <a:gd name="T37" fmla="*/ 708 h 2266"/>
                  <a:gd name="T38" fmla="*/ 526 w 1317"/>
                  <a:gd name="T39" fmla="*/ 627 h 2266"/>
                  <a:gd name="T40" fmla="*/ 545 w 1317"/>
                  <a:gd name="T41" fmla="*/ 672 h 2266"/>
                  <a:gd name="T42" fmla="*/ 594 w 1317"/>
                  <a:gd name="T43" fmla="*/ 653 h 2266"/>
                  <a:gd name="T44" fmla="*/ 505 w 1317"/>
                  <a:gd name="T45" fmla="*/ 855 h 2266"/>
                  <a:gd name="T46" fmla="*/ 527 w 1317"/>
                  <a:gd name="T47" fmla="*/ 1026 h 2266"/>
                  <a:gd name="T48" fmla="*/ 664 w 1317"/>
                  <a:gd name="T49" fmla="*/ 1005 h 2266"/>
                  <a:gd name="T50" fmla="*/ 655 w 1317"/>
                  <a:gd name="T51" fmla="*/ 1229 h 2266"/>
                  <a:gd name="T52" fmla="*/ 682 w 1317"/>
                  <a:gd name="T53" fmla="*/ 1359 h 2266"/>
                  <a:gd name="T54" fmla="*/ 442 w 1317"/>
                  <a:gd name="T55" fmla="*/ 1382 h 2266"/>
                  <a:gd name="T56" fmla="*/ 350 w 1317"/>
                  <a:gd name="T57" fmla="*/ 1520 h 2266"/>
                  <a:gd name="T58" fmla="*/ 253 w 1317"/>
                  <a:gd name="T59" fmla="*/ 1706 h 2266"/>
                  <a:gd name="T60" fmla="*/ 214 w 1317"/>
                  <a:gd name="T61" fmla="*/ 1791 h 2266"/>
                  <a:gd name="T62" fmla="*/ 288 w 1317"/>
                  <a:gd name="T63" fmla="*/ 1804 h 2266"/>
                  <a:gd name="T64" fmla="*/ 353 w 1317"/>
                  <a:gd name="T65" fmla="*/ 1870 h 2266"/>
                  <a:gd name="T66" fmla="*/ 618 w 1317"/>
                  <a:gd name="T67" fmla="*/ 1890 h 2266"/>
                  <a:gd name="T68" fmla="*/ 473 w 1317"/>
                  <a:gd name="T69" fmla="*/ 2007 h 2266"/>
                  <a:gd name="T70" fmla="*/ 253 w 1317"/>
                  <a:gd name="T71" fmla="*/ 2001 h 2266"/>
                  <a:gd name="T72" fmla="*/ 40 w 1317"/>
                  <a:gd name="T73" fmla="*/ 2196 h 2266"/>
                  <a:gd name="T74" fmla="*/ 245 w 1317"/>
                  <a:gd name="T75" fmla="*/ 2192 h 2266"/>
                  <a:gd name="T76" fmla="*/ 345 w 1317"/>
                  <a:gd name="T77" fmla="*/ 2211 h 2266"/>
                  <a:gd name="T78" fmla="*/ 605 w 1317"/>
                  <a:gd name="T79" fmla="*/ 2182 h 2266"/>
                  <a:gd name="T80" fmla="*/ 766 w 1317"/>
                  <a:gd name="T81" fmla="*/ 2184 h 2266"/>
                  <a:gd name="T82" fmla="*/ 916 w 1317"/>
                  <a:gd name="T83" fmla="*/ 2235 h 2266"/>
                  <a:gd name="T84" fmla="*/ 1079 w 1317"/>
                  <a:gd name="T85" fmla="*/ 2097 h 2266"/>
                  <a:gd name="T86" fmla="*/ 1176 w 1317"/>
                  <a:gd name="T87" fmla="*/ 2022 h 2266"/>
                  <a:gd name="T88" fmla="*/ 1290 w 1317"/>
                  <a:gd name="T89" fmla="*/ 1868 h 2266"/>
                  <a:gd name="T90" fmla="*/ 861 w 1317"/>
                  <a:gd name="T91" fmla="*/ 510 h 2266"/>
                  <a:gd name="T92" fmla="*/ 903 w 1317"/>
                  <a:gd name="T93" fmla="*/ 100 h 2266"/>
                  <a:gd name="T94" fmla="*/ 803 w 1317"/>
                  <a:gd name="T95" fmla="*/ 105 h 2266"/>
                  <a:gd name="T96" fmla="*/ 509 w 1317"/>
                  <a:gd name="T97" fmla="*/ 591 h 2266"/>
                  <a:gd name="T98" fmla="*/ 512 w 1317"/>
                  <a:gd name="T99" fmla="*/ 1009 h 2266"/>
                  <a:gd name="T100" fmla="*/ 626 w 1317"/>
                  <a:gd name="T101" fmla="*/ 982 h 2266"/>
                  <a:gd name="T102" fmla="*/ 767 w 1317"/>
                  <a:gd name="T103" fmla="*/ 210 h 2266"/>
                  <a:gd name="T104" fmla="*/ 717 w 1317"/>
                  <a:gd name="T105" fmla="*/ 120 h 2266"/>
                  <a:gd name="T106" fmla="*/ 672 w 1317"/>
                  <a:gd name="T107" fmla="*/ 179 h 2266"/>
                  <a:gd name="T108" fmla="*/ 653 w 1317"/>
                  <a:gd name="T109" fmla="*/ 247 h 2266"/>
                  <a:gd name="T110" fmla="*/ 649 w 1317"/>
                  <a:gd name="T111" fmla="*/ 410 h 2266"/>
                  <a:gd name="T112" fmla="*/ 617 w 1317"/>
                  <a:gd name="T113" fmla="*/ 302 h 2266"/>
                  <a:gd name="T114" fmla="*/ 577 w 1317"/>
                  <a:gd name="T115" fmla="*/ 214 h 2266"/>
                  <a:gd name="T116" fmla="*/ 634 w 1317"/>
                  <a:gd name="T117" fmla="*/ 615 h 2266"/>
                  <a:gd name="T118" fmla="*/ 720 w 1317"/>
                  <a:gd name="T119" fmla="*/ 881 h 2266"/>
                  <a:gd name="T120" fmla="*/ 436 w 1317"/>
                  <a:gd name="T121" fmla="*/ 1553 h 2266"/>
                  <a:gd name="T122" fmla="*/ 459 w 1317"/>
                  <a:gd name="T123" fmla="*/ 1507 h 2266"/>
                  <a:gd name="T124" fmla="*/ 517 w 1317"/>
                  <a:gd name="T125" fmla="*/ 1575 h 2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17" h="2266">
                    <a:moveTo>
                      <a:pt x="1316" y="1814"/>
                    </a:moveTo>
                    <a:cubicBezTo>
                      <a:pt x="1316" y="1813"/>
                      <a:pt x="1316" y="1811"/>
                      <a:pt x="1316" y="1809"/>
                    </a:cubicBezTo>
                    <a:cubicBezTo>
                      <a:pt x="1316" y="1808"/>
                      <a:pt x="1315" y="1807"/>
                      <a:pt x="1315" y="1806"/>
                    </a:cubicBezTo>
                    <a:cubicBezTo>
                      <a:pt x="1315" y="1803"/>
                      <a:pt x="1314" y="1799"/>
                      <a:pt x="1314" y="1796"/>
                    </a:cubicBezTo>
                    <a:cubicBezTo>
                      <a:pt x="1313" y="1793"/>
                      <a:pt x="1312" y="1791"/>
                      <a:pt x="1311" y="1788"/>
                    </a:cubicBezTo>
                    <a:cubicBezTo>
                      <a:pt x="1310" y="1787"/>
                      <a:pt x="1310" y="1786"/>
                      <a:pt x="1310" y="1785"/>
                    </a:cubicBezTo>
                    <a:cubicBezTo>
                      <a:pt x="1309" y="1784"/>
                      <a:pt x="1309" y="1783"/>
                      <a:pt x="1308" y="1782"/>
                    </a:cubicBezTo>
                    <a:cubicBezTo>
                      <a:pt x="1307" y="1781"/>
                      <a:pt x="1307" y="1781"/>
                      <a:pt x="1306" y="1780"/>
                    </a:cubicBezTo>
                    <a:cubicBezTo>
                      <a:pt x="1305" y="1779"/>
                      <a:pt x="1305" y="1778"/>
                      <a:pt x="1304" y="1777"/>
                    </a:cubicBezTo>
                    <a:cubicBezTo>
                      <a:pt x="1302" y="1775"/>
                      <a:pt x="1301" y="1772"/>
                      <a:pt x="1299" y="1769"/>
                    </a:cubicBezTo>
                    <a:cubicBezTo>
                      <a:pt x="1298" y="1768"/>
                      <a:pt x="1296" y="1766"/>
                      <a:pt x="1295" y="1764"/>
                    </a:cubicBezTo>
                    <a:cubicBezTo>
                      <a:pt x="1295" y="1762"/>
                      <a:pt x="1293" y="1761"/>
                      <a:pt x="1292" y="1759"/>
                    </a:cubicBezTo>
                    <a:cubicBezTo>
                      <a:pt x="1292" y="1758"/>
                      <a:pt x="1291" y="1757"/>
                      <a:pt x="1290" y="1756"/>
                    </a:cubicBezTo>
                    <a:cubicBezTo>
                      <a:pt x="1290" y="1756"/>
                      <a:pt x="1289" y="1756"/>
                      <a:pt x="1289" y="1755"/>
                    </a:cubicBezTo>
                    <a:cubicBezTo>
                      <a:pt x="1287" y="1752"/>
                      <a:pt x="1284" y="1748"/>
                      <a:pt x="1282" y="1744"/>
                    </a:cubicBezTo>
                    <a:cubicBezTo>
                      <a:pt x="1281" y="1742"/>
                      <a:pt x="1279" y="1741"/>
                      <a:pt x="1278" y="1739"/>
                    </a:cubicBezTo>
                    <a:cubicBezTo>
                      <a:pt x="1274" y="1734"/>
                      <a:pt x="1269" y="1730"/>
                      <a:pt x="1263" y="1727"/>
                    </a:cubicBezTo>
                    <a:cubicBezTo>
                      <a:pt x="1255" y="1723"/>
                      <a:pt x="1246" y="1723"/>
                      <a:pt x="1238" y="1719"/>
                    </a:cubicBezTo>
                    <a:cubicBezTo>
                      <a:pt x="1233" y="1716"/>
                      <a:pt x="1229" y="1713"/>
                      <a:pt x="1224" y="1712"/>
                    </a:cubicBezTo>
                    <a:cubicBezTo>
                      <a:pt x="1219" y="1710"/>
                      <a:pt x="1214" y="1711"/>
                      <a:pt x="1208" y="1710"/>
                    </a:cubicBezTo>
                    <a:cubicBezTo>
                      <a:pt x="1207" y="1710"/>
                      <a:pt x="1205" y="1710"/>
                      <a:pt x="1204" y="1709"/>
                    </a:cubicBezTo>
                    <a:cubicBezTo>
                      <a:pt x="1203" y="1708"/>
                      <a:pt x="1203" y="1707"/>
                      <a:pt x="1202" y="1706"/>
                    </a:cubicBezTo>
                    <a:cubicBezTo>
                      <a:pt x="1200" y="1703"/>
                      <a:pt x="1197" y="1702"/>
                      <a:pt x="1194" y="1702"/>
                    </a:cubicBezTo>
                    <a:cubicBezTo>
                      <a:pt x="1191" y="1701"/>
                      <a:pt x="1189" y="1702"/>
                      <a:pt x="1187" y="1701"/>
                    </a:cubicBezTo>
                    <a:cubicBezTo>
                      <a:pt x="1184" y="1700"/>
                      <a:pt x="1181" y="1699"/>
                      <a:pt x="1179" y="1698"/>
                    </a:cubicBezTo>
                    <a:cubicBezTo>
                      <a:pt x="1175" y="1698"/>
                      <a:pt x="1172" y="1697"/>
                      <a:pt x="1169" y="1696"/>
                    </a:cubicBezTo>
                    <a:cubicBezTo>
                      <a:pt x="1166" y="1695"/>
                      <a:pt x="1163" y="1693"/>
                      <a:pt x="1160" y="1692"/>
                    </a:cubicBezTo>
                    <a:cubicBezTo>
                      <a:pt x="1158" y="1690"/>
                      <a:pt x="1154" y="1689"/>
                      <a:pt x="1152" y="1691"/>
                    </a:cubicBezTo>
                    <a:cubicBezTo>
                      <a:pt x="1150" y="1692"/>
                      <a:pt x="1148" y="1694"/>
                      <a:pt x="1147" y="1696"/>
                    </a:cubicBezTo>
                    <a:cubicBezTo>
                      <a:pt x="1143" y="1701"/>
                      <a:pt x="1138" y="1705"/>
                      <a:pt x="1136" y="1711"/>
                    </a:cubicBezTo>
                    <a:cubicBezTo>
                      <a:pt x="1135" y="1713"/>
                      <a:pt x="1134" y="1716"/>
                      <a:pt x="1133" y="1718"/>
                    </a:cubicBezTo>
                    <a:cubicBezTo>
                      <a:pt x="1132" y="1720"/>
                      <a:pt x="1130" y="1722"/>
                      <a:pt x="1128" y="1723"/>
                    </a:cubicBezTo>
                    <a:cubicBezTo>
                      <a:pt x="1126" y="1723"/>
                      <a:pt x="1125" y="1724"/>
                      <a:pt x="1123" y="1724"/>
                    </a:cubicBezTo>
                    <a:cubicBezTo>
                      <a:pt x="1122" y="1725"/>
                      <a:pt x="1121" y="1725"/>
                      <a:pt x="1120" y="1726"/>
                    </a:cubicBezTo>
                    <a:cubicBezTo>
                      <a:pt x="1120" y="1727"/>
                      <a:pt x="1120" y="1727"/>
                      <a:pt x="1119" y="1728"/>
                    </a:cubicBezTo>
                    <a:cubicBezTo>
                      <a:pt x="1119" y="1728"/>
                      <a:pt x="1118" y="1729"/>
                      <a:pt x="1118" y="1729"/>
                    </a:cubicBezTo>
                    <a:cubicBezTo>
                      <a:pt x="1117" y="1729"/>
                      <a:pt x="1117" y="1729"/>
                      <a:pt x="1116" y="1730"/>
                    </a:cubicBezTo>
                    <a:cubicBezTo>
                      <a:pt x="1114" y="1730"/>
                      <a:pt x="1114" y="1728"/>
                      <a:pt x="1114" y="1726"/>
                    </a:cubicBezTo>
                    <a:cubicBezTo>
                      <a:pt x="1113" y="1726"/>
                      <a:pt x="1113" y="1725"/>
                      <a:pt x="1112" y="1725"/>
                    </a:cubicBezTo>
                    <a:cubicBezTo>
                      <a:pt x="1111" y="1724"/>
                      <a:pt x="1111" y="1724"/>
                      <a:pt x="1110" y="1724"/>
                    </a:cubicBezTo>
                    <a:cubicBezTo>
                      <a:pt x="1109" y="1724"/>
                      <a:pt x="1108" y="1724"/>
                      <a:pt x="1107" y="1724"/>
                    </a:cubicBezTo>
                    <a:cubicBezTo>
                      <a:pt x="1106" y="1723"/>
                      <a:pt x="1106" y="1723"/>
                      <a:pt x="1105" y="1723"/>
                    </a:cubicBezTo>
                    <a:cubicBezTo>
                      <a:pt x="1103" y="1724"/>
                      <a:pt x="1103" y="1725"/>
                      <a:pt x="1102" y="1726"/>
                    </a:cubicBezTo>
                    <a:cubicBezTo>
                      <a:pt x="1101" y="1726"/>
                      <a:pt x="1100" y="1724"/>
                      <a:pt x="1101" y="1723"/>
                    </a:cubicBezTo>
                    <a:cubicBezTo>
                      <a:pt x="1101" y="1722"/>
                      <a:pt x="1101" y="1722"/>
                      <a:pt x="1100" y="1722"/>
                    </a:cubicBezTo>
                    <a:cubicBezTo>
                      <a:pt x="1100" y="1721"/>
                      <a:pt x="1099" y="1721"/>
                      <a:pt x="1098" y="1721"/>
                    </a:cubicBezTo>
                    <a:cubicBezTo>
                      <a:pt x="1097" y="1721"/>
                      <a:pt x="1097" y="1721"/>
                      <a:pt x="1096" y="1721"/>
                    </a:cubicBezTo>
                    <a:cubicBezTo>
                      <a:pt x="1095" y="1721"/>
                      <a:pt x="1095" y="1722"/>
                      <a:pt x="1094" y="1723"/>
                    </a:cubicBezTo>
                    <a:cubicBezTo>
                      <a:pt x="1094" y="1724"/>
                      <a:pt x="1092" y="1725"/>
                      <a:pt x="1091" y="1726"/>
                    </a:cubicBezTo>
                    <a:cubicBezTo>
                      <a:pt x="1091" y="1727"/>
                      <a:pt x="1090" y="1728"/>
                      <a:pt x="1089" y="1728"/>
                    </a:cubicBezTo>
                    <a:cubicBezTo>
                      <a:pt x="1090" y="1725"/>
                      <a:pt x="1093" y="1723"/>
                      <a:pt x="1094" y="1720"/>
                    </a:cubicBezTo>
                    <a:cubicBezTo>
                      <a:pt x="1094" y="1718"/>
                      <a:pt x="1094" y="1716"/>
                      <a:pt x="1094" y="1714"/>
                    </a:cubicBezTo>
                    <a:cubicBezTo>
                      <a:pt x="1094" y="1712"/>
                      <a:pt x="1093" y="1710"/>
                      <a:pt x="1093" y="1709"/>
                    </a:cubicBezTo>
                    <a:cubicBezTo>
                      <a:pt x="1093" y="1707"/>
                      <a:pt x="1092" y="1706"/>
                      <a:pt x="1091" y="1704"/>
                    </a:cubicBezTo>
                    <a:cubicBezTo>
                      <a:pt x="1091" y="1702"/>
                      <a:pt x="1090" y="1701"/>
                      <a:pt x="1088" y="1700"/>
                    </a:cubicBezTo>
                    <a:cubicBezTo>
                      <a:pt x="1086" y="1699"/>
                      <a:pt x="1085" y="1697"/>
                      <a:pt x="1083" y="1695"/>
                    </a:cubicBezTo>
                    <a:cubicBezTo>
                      <a:pt x="1082" y="1694"/>
                      <a:pt x="1080" y="1694"/>
                      <a:pt x="1079" y="1693"/>
                    </a:cubicBezTo>
                    <a:cubicBezTo>
                      <a:pt x="1078" y="1693"/>
                      <a:pt x="1077" y="1693"/>
                      <a:pt x="1076" y="1693"/>
                    </a:cubicBezTo>
                    <a:cubicBezTo>
                      <a:pt x="1074" y="1693"/>
                      <a:pt x="1073" y="1693"/>
                      <a:pt x="1072" y="1693"/>
                    </a:cubicBezTo>
                    <a:cubicBezTo>
                      <a:pt x="1071" y="1692"/>
                      <a:pt x="1070" y="1692"/>
                      <a:pt x="1069" y="1692"/>
                    </a:cubicBezTo>
                    <a:cubicBezTo>
                      <a:pt x="1068" y="1692"/>
                      <a:pt x="1067" y="1693"/>
                      <a:pt x="1065" y="1693"/>
                    </a:cubicBezTo>
                    <a:cubicBezTo>
                      <a:pt x="1064" y="1693"/>
                      <a:pt x="1063" y="1693"/>
                      <a:pt x="1062" y="1693"/>
                    </a:cubicBezTo>
                    <a:cubicBezTo>
                      <a:pt x="1061" y="1694"/>
                      <a:pt x="1059" y="1695"/>
                      <a:pt x="1058" y="1696"/>
                    </a:cubicBezTo>
                    <a:cubicBezTo>
                      <a:pt x="1057" y="1696"/>
                      <a:pt x="1056" y="1696"/>
                      <a:pt x="1055" y="1697"/>
                    </a:cubicBezTo>
                    <a:cubicBezTo>
                      <a:pt x="1052" y="1698"/>
                      <a:pt x="1050" y="1699"/>
                      <a:pt x="1047" y="1701"/>
                    </a:cubicBezTo>
                    <a:cubicBezTo>
                      <a:pt x="1046" y="1702"/>
                      <a:pt x="1046" y="1703"/>
                      <a:pt x="1045" y="1704"/>
                    </a:cubicBezTo>
                    <a:cubicBezTo>
                      <a:pt x="1044" y="1705"/>
                      <a:pt x="1042" y="1706"/>
                      <a:pt x="1040" y="1706"/>
                    </a:cubicBezTo>
                    <a:cubicBezTo>
                      <a:pt x="1040" y="1705"/>
                      <a:pt x="1041" y="1705"/>
                      <a:pt x="1042" y="1704"/>
                    </a:cubicBezTo>
                    <a:cubicBezTo>
                      <a:pt x="1043" y="1704"/>
                      <a:pt x="1044" y="1703"/>
                      <a:pt x="1044" y="1703"/>
                    </a:cubicBezTo>
                    <a:cubicBezTo>
                      <a:pt x="1046" y="1701"/>
                      <a:pt x="1048" y="1699"/>
                      <a:pt x="1050" y="1698"/>
                    </a:cubicBezTo>
                    <a:cubicBezTo>
                      <a:pt x="1053" y="1696"/>
                      <a:pt x="1056" y="1694"/>
                      <a:pt x="1060" y="1693"/>
                    </a:cubicBezTo>
                    <a:cubicBezTo>
                      <a:pt x="1064" y="1692"/>
                      <a:pt x="1067" y="1691"/>
                      <a:pt x="1071" y="1689"/>
                    </a:cubicBezTo>
                    <a:cubicBezTo>
                      <a:pt x="1072" y="1688"/>
                      <a:pt x="1074" y="1687"/>
                      <a:pt x="1075" y="1685"/>
                    </a:cubicBezTo>
                    <a:cubicBezTo>
                      <a:pt x="1075" y="1683"/>
                      <a:pt x="1074" y="1682"/>
                      <a:pt x="1073" y="1680"/>
                    </a:cubicBezTo>
                    <a:cubicBezTo>
                      <a:pt x="1072" y="1678"/>
                      <a:pt x="1072" y="1676"/>
                      <a:pt x="1071" y="1674"/>
                    </a:cubicBezTo>
                    <a:cubicBezTo>
                      <a:pt x="1071" y="1673"/>
                      <a:pt x="1070" y="1672"/>
                      <a:pt x="1070" y="1671"/>
                    </a:cubicBezTo>
                    <a:cubicBezTo>
                      <a:pt x="1069" y="1670"/>
                      <a:pt x="1068" y="1669"/>
                      <a:pt x="1069" y="1668"/>
                    </a:cubicBezTo>
                    <a:cubicBezTo>
                      <a:pt x="1069" y="1667"/>
                      <a:pt x="1070" y="1668"/>
                      <a:pt x="1070" y="1669"/>
                    </a:cubicBezTo>
                    <a:cubicBezTo>
                      <a:pt x="1071" y="1669"/>
                      <a:pt x="1071" y="1670"/>
                      <a:pt x="1071" y="1671"/>
                    </a:cubicBezTo>
                    <a:cubicBezTo>
                      <a:pt x="1072" y="1673"/>
                      <a:pt x="1073" y="1675"/>
                      <a:pt x="1074" y="1676"/>
                    </a:cubicBezTo>
                    <a:cubicBezTo>
                      <a:pt x="1076" y="1677"/>
                      <a:pt x="1076" y="1678"/>
                      <a:pt x="1077" y="1679"/>
                    </a:cubicBezTo>
                    <a:cubicBezTo>
                      <a:pt x="1078" y="1680"/>
                      <a:pt x="1078" y="1682"/>
                      <a:pt x="1079" y="1682"/>
                    </a:cubicBezTo>
                    <a:cubicBezTo>
                      <a:pt x="1081" y="1682"/>
                      <a:pt x="1082" y="1680"/>
                      <a:pt x="1083" y="1679"/>
                    </a:cubicBezTo>
                    <a:cubicBezTo>
                      <a:pt x="1084" y="1677"/>
                      <a:pt x="1085" y="1675"/>
                      <a:pt x="1086" y="1674"/>
                    </a:cubicBezTo>
                    <a:cubicBezTo>
                      <a:pt x="1088" y="1672"/>
                      <a:pt x="1092" y="1669"/>
                      <a:pt x="1095" y="1668"/>
                    </a:cubicBezTo>
                    <a:cubicBezTo>
                      <a:pt x="1096" y="1667"/>
                      <a:pt x="1098" y="1667"/>
                      <a:pt x="1100" y="1666"/>
                    </a:cubicBezTo>
                    <a:cubicBezTo>
                      <a:pt x="1102" y="1665"/>
                      <a:pt x="1103" y="1663"/>
                      <a:pt x="1105" y="1662"/>
                    </a:cubicBezTo>
                    <a:cubicBezTo>
                      <a:pt x="1106" y="1661"/>
                      <a:pt x="1108" y="1660"/>
                      <a:pt x="1109" y="1659"/>
                    </a:cubicBezTo>
                    <a:cubicBezTo>
                      <a:pt x="1111" y="1658"/>
                      <a:pt x="1112" y="1657"/>
                      <a:pt x="1114" y="1656"/>
                    </a:cubicBezTo>
                    <a:cubicBezTo>
                      <a:pt x="1115" y="1655"/>
                      <a:pt x="1117" y="1655"/>
                      <a:pt x="1118" y="1654"/>
                    </a:cubicBezTo>
                    <a:cubicBezTo>
                      <a:pt x="1120" y="1654"/>
                      <a:pt x="1121" y="1653"/>
                      <a:pt x="1123" y="1652"/>
                    </a:cubicBezTo>
                    <a:cubicBezTo>
                      <a:pt x="1125" y="1650"/>
                      <a:pt x="1129" y="1650"/>
                      <a:pt x="1132" y="1649"/>
                    </a:cubicBezTo>
                    <a:cubicBezTo>
                      <a:pt x="1136" y="1647"/>
                      <a:pt x="1137" y="1642"/>
                      <a:pt x="1138" y="1638"/>
                    </a:cubicBezTo>
                    <a:cubicBezTo>
                      <a:pt x="1139" y="1635"/>
                      <a:pt x="1140" y="1632"/>
                      <a:pt x="1140" y="1628"/>
                    </a:cubicBezTo>
                    <a:cubicBezTo>
                      <a:pt x="1140" y="1627"/>
                      <a:pt x="1140" y="1626"/>
                      <a:pt x="1140" y="1624"/>
                    </a:cubicBezTo>
                    <a:cubicBezTo>
                      <a:pt x="1140" y="1623"/>
                      <a:pt x="1141" y="1621"/>
                      <a:pt x="1141" y="1620"/>
                    </a:cubicBezTo>
                    <a:cubicBezTo>
                      <a:pt x="1141" y="1618"/>
                      <a:pt x="1141" y="1617"/>
                      <a:pt x="1141" y="1615"/>
                    </a:cubicBezTo>
                    <a:cubicBezTo>
                      <a:pt x="1142" y="1613"/>
                      <a:pt x="1142" y="1612"/>
                      <a:pt x="1142" y="1610"/>
                    </a:cubicBezTo>
                    <a:cubicBezTo>
                      <a:pt x="1142" y="1607"/>
                      <a:pt x="1142" y="1604"/>
                      <a:pt x="1141" y="1602"/>
                    </a:cubicBezTo>
                    <a:cubicBezTo>
                      <a:pt x="1140" y="1598"/>
                      <a:pt x="1139" y="1594"/>
                      <a:pt x="1139" y="1590"/>
                    </a:cubicBezTo>
                    <a:cubicBezTo>
                      <a:pt x="1138" y="1586"/>
                      <a:pt x="1138" y="1583"/>
                      <a:pt x="1138" y="1579"/>
                    </a:cubicBezTo>
                    <a:cubicBezTo>
                      <a:pt x="1138" y="1576"/>
                      <a:pt x="1137" y="1574"/>
                      <a:pt x="1137" y="1571"/>
                    </a:cubicBezTo>
                    <a:cubicBezTo>
                      <a:pt x="1135" y="1566"/>
                      <a:pt x="1135" y="1560"/>
                      <a:pt x="1132" y="1555"/>
                    </a:cubicBezTo>
                    <a:cubicBezTo>
                      <a:pt x="1132" y="1554"/>
                      <a:pt x="1131" y="1553"/>
                      <a:pt x="1131" y="1552"/>
                    </a:cubicBezTo>
                    <a:cubicBezTo>
                      <a:pt x="1131" y="1551"/>
                      <a:pt x="1131" y="1550"/>
                      <a:pt x="1131" y="1549"/>
                    </a:cubicBezTo>
                    <a:cubicBezTo>
                      <a:pt x="1130" y="1547"/>
                      <a:pt x="1130" y="1545"/>
                      <a:pt x="1129" y="1543"/>
                    </a:cubicBezTo>
                    <a:cubicBezTo>
                      <a:pt x="1129" y="1541"/>
                      <a:pt x="1127" y="1539"/>
                      <a:pt x="1126" y="1538"/>
                    </a:cubicBezTo>
                    <a:cubicBezTo>
                      <a:pt x="1125" y="1536"/>
                      <a:pt x="1123" y="1535"/>
                      <a:pt x="1122" y="1533"/>
                    </a:cubicBezTo>
                    <a:cubicBezTo>
                      <a:pt x="1120" y="1532"/>
                      <a:pt x="1118" y="1530"/>
                      <a:pt x="1116" y="1529"/>
                    </a:cubicBezTo>
                    <a:cubicBezTo>
                      <a:pt x="1115" y="1527"/>
                      <a:pt x="1113" y="1526"/>
                      <a:pt x="1112" y="1525"/>
                    </a:cubicBezTo>
                    <a:cubicBezTo>
                      <a:pt x="1112" y="1524"/>
                      <a:pt x="1111" y="1523"/>
                      <a:pt x="1110" y="1522"/>
                    </a:cubicBezTo>
                    <a:cubicBezTo>
                      <a:pt x="1109" y="1519"/>
                      <a:pt x="1108" y="1516"/>
                      <a:pt x="1106" y="1513"/>
                    </a:cubicBezTo>
                    <a:cubicBezTo>
                      <a:pt x="1104" y="1510"/>
                      <a:pt x="1102" y="1507"/>
                      <a:pt x="1100" y="1504"/>
                    </a:cubicBezTo>
                    <a:cubicBezTo>
                      <a:pt x="1099" y="1503"/>
                      <a:pt x="1098" y="1502"/>
                      <a:pt x="1097" y="1502"/>
                    </a:cubicBezTo>
                    <a:cubicBezTo>
                      <a:pt x="1097" y="1501"/>
                      <a:pt x="1096" y="1500"/>
                      <a:pt x="1095" y="1500"/>
                    </a:cubicBezTo>
                    <a:cubicBezTo>
                      <a:pt x="1094" y="1498"/>
                      <a:pt x="1092" y="1497"/>
                      <a:pt x="1090" y="1495"/>
                    </a:cubicBezTo>
                    <a:cubicBezTo>
                      <a:pt x="1089" y="1493"/>
                      <a:pt x="1088" y="1491"/>
                      <a:pt x="1086" y="1489"/>
                    </a:cubicBezTo>
                    <a:cubicBezTo>
                      <a:pt x="1086" y="1488"/>
                      <a:pt x="1086" y="1486"/>
                      <a:pt x="1086" y="1485"/>
                    </a:cubicBezTo>
                    <a:cubicBezTo>
                      <a:pt x="1085" y="1484"/>
                      <a:pt x="1084" y="1483"/>
                      <a:pt x="1084" y="1482"/>
                    </a:cubicBezTo>
                    <a:cubicBezTo>
                      <a:pt x="1083" y="1479"/>
                      <a:pt x="1081" y="1477"/>
                      <a:pt x="1080" y="1475"/>
                    </a:cubicBezTo>
                    <a:cubicBezTo>
                      <a:pt x="1080" y="1472"/>
                      <a:pt x="1079" y="1470"/>
                      <a:pt x="1079" y="1468"/>
                    </a:cubicBezTo>
                    <a:cubicBezTo>
                      <a:pt x="1078" y="1467"/>
                      <a:pt x="1078" y="1466"/>
                      <a:pt x="1077" y="1465"/>
                    </a:cubicBezTo>
                    <a:cubicBezTo>
                      <a:pt x="1076" y="1464"/>
                      <a:pt x="1075" y="1464"/>
                      <a:pt x="1073" y="1464"/>
                    </a:cubicBezTo>
                    <a:cubicBezTo>
                      <a:pt x="1071" y="1463"/>
                      <a:pt x="1069" y="1462"/>
                      <a:pt x="1067" y="1461"/>
                    </a:cubicBezTo>
                    <a:cubicBezTo>
                      <a:pt x="1065" y="1461"/>
                      <a:pt x="1063" y="1460"/>
                      <a:pt x="1060" y="1460"/>
                    </a:cubicBezTo>
                    <a:cubicBezTo>
                      <a:pt x="1058" y="1460"/>
                      <a:pt x="1056" y="1460"/>
                      <a:pt x="1053" y="1461"/>
                    </a:cubicBezTo>
                    <a:cubicBezTo>
                      <a:pt x="1052" y="1462"/>
                      <a:pt x="1050" y="1461"/>
                      <a:pt x="1048" y="1461"/>
                    </a:cubicBezTo>
                    <a:cubicBezTo>
                      <a:pt x="1046" y="1461"/>
                      <a:pt x="1044" y="1461"/>
                      <a:pt x="1042" y="1462"/>
                    </a:cubicBezTo>
                    <a:cubicBezTo>
                      <a:pt x="1040" y="1462"/>
                      <a:pt x="1039" y="1462"/>
                      <a:pt x="1037" y="1461"/>
                    </a:cubicBezTo>
                    <a:cubicBezTo>
                      <a:pt x="1035" y="1460"/>
                      <a:pt x="1034" y="1458"/>
                      <a:pt x="1032" y="1457"/>
                    </a:cubicBezTo>
                    <a:cubicBezTo>
                      <a:pt x="1028" y="1454"/>
                      <a:pt x="1024" y="1452"/>
                      <a:pt x="1019" y="1454"/>
                    </a:cubicBezTo>
                    <a:cubicBezTo>
                      <a:pt x="1018" y="1455"/>
                      <a:pt x="1016" y="1457"/>
                      <a:pt x="1014" y="1457"/>
                    </a:cubicBezTo>
                    <a:cubicBezTo>
                      <a:pt x="1013" y="1457"/>
                      <a:pt x="1013" y="1454"/>
                      <a:pt x="1013" y="1453"/>
                    </a:cubicBezTo>
                    <a:cubicBezTo>
                      <a:pt x="1013" y="1451"/>
                      <a:pt x="1014" y="1449"/>
                      <a:pt x="1016" y="1448"/>
                    </a:cubicBezTo>
                    <a:cubicBezTo>
                      <a:pt x="1018" y="1446"/>
                      <a:pt x="1021" y="1447"/>
                      <a:pt x="1023" y="1447"/>
                    </a:cubicBezTo>
                    <a:cubicBezTo>
                      <a:pt x="1025" y="1447"/>
                      <a:pt x="1027" y="1447"/>
                      <a:pt x="1029" y="1448"/>
                    </a:cubicBezTo>
                    <a:cubicBezTo>
                      <a:pt x="1032" y="1449"/>
                      <a:pt x="1034" y="1451"/>
                      <a:pt x="1036" y="1453"/>
                    </a:cubicBezTo>
                    <a:cubicBezTo>
                      <a:pt x="1038" y="1455"/>
                      <a:pt x="1040" y="1457"/>
                      <a:pt x="1043" y="1458"/>
                    </a:cubicBezTo>
                    <a:cubicBezTo>
                      <a:pt x="1045" y="1458"/>
                      <a:pt x="1047" y="1457"/>
                      <a:pt x="1049" y="1457"/>
                    </a:cubicBezTo>
                    <a:cubicBezTo>
                      <a:pt x="1054" y="1456"/>
                      <a:pt x="1058" y="1457"/>
                      <a:pt x="1063" y="1457"/>
                    </a:cubicBezTo>
                    <a:cubicBezTo>
                      <a:pt x="1066" y="1457"/>
                      <a:pt x="1069" y="1456"/>
                      <a:pt x="1072" y="1456"/>
                    </a:cubicBezTo>
                    <a:cubicBezTo>
                      <a:pt x="1075" y="1455"/>
                      <a:pt x="1077" y="1456"/>
                      <a:pt x="1080" y="1457"/>
                    </a:cubicBezTo>
                    <a:cubicBezTo>
                      <a:pt x="1081" y="1458"/>
                      <a:pt x="1083" y="1459"/>
                      <a:pt x="1085" y="1460"/>
                    </a:cubicBezTo>
                    <a:cubicBezTo>
                      <a:pt x="1086" y="1460"/>
                      <a:pt x="1087" y="1462"/>
                      <a:pt x="1088" y="1463"/>
                    </a:cubicBezTo>
                    <a:cubicBezTo>
                      <a:pt x="1089" y="1464"/>
                      <a:pt x="1089" y="1465"/>
                      <a:pt x="1089" y="1466"/>
                    </a:cubicBezTo>
                    <a:cubicBezTo>
                      <a:pt x="1090" y="1470"/>
                      <a:pt x="1090" y="1474"/>
                      <a:pt x="1092" y="1478"/>
                    </a:cubicBezTo>
                    <a:cubicBezTo>
                      <a:pt x="1092" y="1480"/>
                      <a:pt x="1093" y="1480"/>
                      <a:pt x="1095" y="1480"/>
                    </a:cubicBezTo>
                    <a:cubicBezTo>
                      <a:pt x="1097" y="1481"/>
                      <a:pt x="1097" y="1482"/>
                      <a:pt x="1097" y="1484"/>
                    </a:cubicBezTo>
                    <a:cubicBezTo>
                      <a:pt x="1098" y="1486"/>
                      <a:pt x="1098" y="1489"/>
                      <a:pt x="1099" y="1490"/>
                    </a:cubicBezTo>
                    <a:cubicBezTo>
                      <a:pt x="1101" y="1492"/>
                      <a:pt x="1103" y="1493"/>
                      <a:pt x="1105" y="1493"/>
                    </a:cubicBezTo>
                    <a:cubicBezTo>
                      <a:pt x="1108" y="1494"/>
                      <a:pt x="1111" y="1495"/>
                      <a:pt x="1113" y="1495"/>
                    </a:cubicBezTo>
                    <a:cubicBezTo>
                      <a:pt x="1117" y="1495"/>
                      <a:pt x="1120" y="1493"/>
                      <a:pt x="1124" y="1495"/>
                    </a:cubicBezTo>
                    <a:cubicBezTo>
                      <a:pt x="1126" y="1496"/>
                      <a:pt x="1129" y="1499"/>
                      <a:pt x="1131" y="1501"/>
                    </a:cubicBezTo>
                    <a:cubicBezTo>
                      <a:pt x="1132" y="1503"/>
                      <a:pt x="1136" y="1508"/>
                      <a:pt x="1137" y="1506"/>
                    </a:cubicBezTo>
                    <a:cubicBezTo>
                      <a:pt x="1140" y="1503"/>
                      <a:pt x="1137" y="1497"/>
                      <a:pt x="1136" y="1494"/>
                    </a:cubicBezTo>
                    <a:cubicBezTo>
                      <a:pt x="1134" y="1488"/>
                      <a:pt x="1132" y="1482"/>
                      <a:pt x="1129" y="1476"/>
                    </a:cubicBezTo>
                    <a:cubicBezTo>
                      <a:pt x="1127" y="1472"/>
                      <a:pt x="1126" y="1469"/>
                      <a:pt x="1124" y="1465"/>
                    </a:cubicBezTo>
                    <a:cubicBezTo>
                      <a:pt x="1123" y="1462"/>
                      <a:pt x="1122" y="1459"/>
                      <a:pt x="1122" y="1455"/>
                    </a:cubicBezTo>
                    <a:cubicBezTo>
                      <a:pt x="1120" y="1449"/>
                      <a:pt x="1117" y="1443"/>
                      <a:pt x="1114" y="1436"/>
                    </a:cubicBezTo>
                    <a:cubicBezTo>
                      <a:pt x="1114" y="1435"/>
                      <a:pt x="1114" y="1434"/>
                      <a:pt x="1113" y="1433"/>
                    </a:cubicBezTo>
                    <a:cubicBezTo>
                      <a:pt x="1113" y="1432"/>
                      <a:pt x="1113" y="1431"/>
                      <a:pt x="1113" y="1430"/>
                    </a:cubicBezTo>
                    <a:cubicBezTo>
                      <a:pt x="1113" y="1427"/>
                      <a:pt x="1113" y="1425"/>
                      <a:pt x="1113" y="1422"/>
                    </a:cubicBezTo>
                    <a:cubicBezTo>
                      <a:pt x="1113" y="1420"/>
                      <a:pt x="1113" y="1419"/>
                      <a:pt x="1113" y="1418"/>
                    </a:cubicBezTo>
                    <a:cubicBezTo>
                      <a:pt x="1113" y="1416"/>
                      <a:pt x="1112" y="1414"/>
                      <a:pt x="1112" y="1413"/>
                    </a:cubicBezTo>
                    <a:cubicBezTo>
                      <a:pt x="1111" y="1408"/>
                      <a:pt x="1110" y="1402"/>
                      <a:pt x="1110" y="1397"/>
                    </a:cubicBezTo>
                    <a:cubicBezTo>
                      <a:pt x="1111" y="1395"/>
                      <a:pt x="1110" y="1393"/>
                      <a:pt x="1111" y="1391"/>
                    </a:cubicBezTo>
                    <a:cubicBezTo>
                      <a:pt x="1111" y="1388"/>
                      <a:pt x="1112" y="1386"/>
                      <a:pt x="1112" y="1384"/>
                    </a:cubicBezTo>
                    <a:cubicBezTo>
                      <a:pt x="1112" y="1382"/>
                      <a:pt x="1112" y="1378"/>
                      <a:pt x="1114" y="1377"/>
                    </a:cubicBezTo>
                    <a:cubicBezTo>
                      <a:pt x="1114" y="1376"/>
                      <a:pt x="1115" y="1376"/>
                      <a:pt x="1115" y="1375"/>
                    </a:cubicBezTo>
                    <a:cubicBezTo>
                      <a:pt x="1116" y="1375"/>
                      <a:pt x="1117" y="1374"/>
                      <a:pt x="1117" y="1373"/>
                    </a:cubicBezTo>
                    <a:cubicBezTo>
                      <a:pt x="1119" y="1371"/>
                      <a:pt x="1120" y="1370"/>
                      <a:pt x="1122" y="1369"/>
                    </a:cubicBezTo>
                    <a:cubicBezTo>
                      <a:pt x="1124" y="1368"/>
                      <a:pt x="1127" y="1369"/>
                      <a:pt x="1129" y="1368"/>
                    </a:cubicBezTo>
                    <a:cubicBezTo>
                      <a:pt x="1130" y="1368"/>
                      <a:pt x="1131" y="1368"/>
                      <a:pt x="1132" y="1368"/>
                    </a:cubicBezTo>
                    <a:cubicBezTo>
                      <a:pt x="1133" y="1368"/>
                      <a:pt x="1134" y="1368"/>
                      <a:pt x="1135" y="1368"/>
                    </a:cubicBezTo>
                    <a:cubicBezTo>
                      <a:pt x="1136" y="1366"/>
                      <a:pt x="1134" y="1364"/>
                      <a:pt x="1133" y="1363"/>
                    </a:cubicBezTo>
                    <a:cubicBezTo>
                      <a:pt x="1132" y="1361"/>
                      <a:pt x="1131" y="1360"/>
                      <a:pt x="1129" y="1360"/>
                    </a:cubicBezTo>
                    <a:cubicBezTo>
                      <a:pt x="1128" y="1359"/>
                      <a:pt x="1126" y="1359"/>
                      <a:pt x="1125" y="1358"/>
                    </a:cubicBezTo>
                    <a:cubicBezTo>
                      <a:pt x="1124" y="1357"/>
                      <a:pt x="1123" y="1355"/>
                      <a:pt x="1122" y="1354"/>
                    </a:cubicBezTo>
                    <a:cubicBezTo>
                      <a:pt x="1120" y="1352"/>
                      <a:pt x="1118" y="1351"/>
                      <a:pt x="1117" y="1349"/>
                    </a:cubicBezTo>
                    <a:cubicBezTo>
                      <a:pt x="1114" y="1346"/>
                      <a:pt x="1110" y="1343"/>
                      <a:pt x="1112" y="1338"/>
                    </a:cubicBezTo>
                    <a:cubicBezTo>
                      <a:pt x="1113" y="1337"/>
                      <a:pt x="1113" y="1336"/>
                      <a:pt x="1113" y="1334"/>
                    </a:cubicBezTo>
                    <a:cubicBezTo>
                      <a:pt x="1113" y="1332"/>
                      <a:pt x="1112" y="1329"/>
                      <a:pt x="1110" y="1328"/>
                    </a:cubicBezTo>
                    <a:cubicBezTo>
                      <a:pt x="1108" y="1326"/>
                      <a:pt x="1104" y="1327"/>
                      <a:pt x="1103" y="1324"/>
                    </a:cubicBezTo>
                    <a:cubicBezTo>
                      <a:pt x="1102" y="1323"/>
                      <a:pt x="1102" y="1322"/>
                      <a:pt x="1102" y="1321"/>
                    </a:cubicBezTo>
                    <a:cubicBezTo>
                      <a:pt x="1101" y="1319"/>
                      <a:pt x="1101" y="1318"/>
                      <a:pt x="1101" y="1317"/>
                    </a:cubicBezTo>
                    <a:cubicBezTo>
                      <a:pt x="1100" y="1316"/>
                      <a:pt x="1100" y="1316"/>
                      <a:pt x="1100" y="1315"/>
                    </a:cubicBezTo>
                    <a:cubicBezTo>
                      <a:pt x="1100" y="1314"/>
                      <a:pt x="1100" y="1313"/>
                      <a:pt x="1100" y="1312"/>
                    </a:cubicBezTo>
                    <a:cubicBezTo>
                      <a:pt x="1100" y="1311"/>
                      <a:pt x="1099" y="1309"/>
                      <a:pt x="1099" y="1308"/>
                    </a:cubicBezTo>
                    <a:cubicBezTo>
                      <a:pt x="1098" y="1305"/>
                      <a:pt x="1099" y="1302"/>
                      <a:pt x="1098" y="1299"/>
                    </a:cubicBezTo>
                    <a:cubicBezTo>
                      <a:pt x="1098" y="1297"/>
                      <a:pt x="1098" y="1295"/>
                      <a:pt x="1098" y="1293"/>
                    </a:cubicBezTo>
                    <a:cubicBezTo>
                      <a:pt x="1097" y="1292"/>
                      <a:pt x="1098" y="1290"/>
                      <a:pt x="1098" y="1289"/>
                    </a:cubicBezTo>
                    <a:cubicBezTo>
                      <a:pt x="1098" y="1287"/>
                      <a:pt x="1098" y="1284"/>
                      <a:pt x="1097" y="1282"/>
                    </a:cubicBezTo>
                    <a:cubicBezTo>
                      <a:pt x="1097" y="1281"/>
                      <a:pt x="1096" y="1279"/>
                      <a:pt x="1095" y="1278"/>
                    </a:cubicBezTo>
                    <a:cubicBezTo>
                      <a:pt x="1095" y="1277"/>
                      <a:pt x="1094" y="1277"/>
                      <a:pt x="1093" y="1277"/>
                    </a:cubicBezTo>
                    <a:cubicBezTo>
                      <a:pt x="1092" y="1276"/>
                      <a:pt x="1091" y="1275"/>
                      <a:pt x="1090" y="1274"/>
                    </a:cubicBezTo>
                    <a:cubicBezTo>
                      <a:pt x="1089" y="1273"/>
                      <a:pt x="1088" y="1272"/>
                      <a:pt x="1088" y="1271"/>
                    </a:cubicBezTo>
                    <a:cubicBezTo>
                      <a:pt x="1088" y="1269"/>
                      <a:pt x="1089" y="1267"/>
                      <a:pt x="1089" y="1264"/>
                    </a:cubicBezTo>
                    <a:cubicBezTo>
                      <a:pt x="1089" y="1263"/>
                      <a:pt x="1089" y="1261"/>
                      <a:pt x="1088" y="1259"/>
                    </a:cubicBezTo>
                    <a:cubicBezTo>
                      <a:pt x="1087" y="1257"/>
                      <a:pt x="1085" y="1255"/>
                      <a:pt x="1083" y="1253"/>
                    </a:cubicBezTo>
                    <a:cubicBezTo>
                      <a:pt x="1081" y="1251"/>
                      <a:pt x="1078" y="1250"/>
                      <a:pt x="1077" y="1247"/>
                    </a:cubicBezTo>
                    <a:cubicBezTo>
                      <a:pt x="1076" y="1246"/>
                      <a:pt x="1076" y="1245"/>
                      <a:pt x="1075" y="1245"/>
                    </a:cubicBezTo>
                    <a:cubicBezTo>
                      <a:pt x="1074" y="1243"/>
                      <a:pt x="1073" y="1241"/>
                      <a:pt x="1071" y="1240"/>
                    </a:cubicBezTo>
                    <a:cubicBezTo>
                      <a:pt x="1069" y="1238"/>
                      <a:pt x="1068" y="1236"/>
                      <a:pt x="1065" y="1235"/>
                    </a:cubicBezTo>
                    <a:cubicBezTo>
                      <a:pt x="1064" y="1234"/>
                      <a:pt x="1063" y="1234"/>
                      <a:pt x="1062" y="1233"/>
                    </a:cubicBezTo>
                    <a:cubicBezTo>
                      <a:pt x="1061" y="1232"/>
                      <a:pt x="1061" y="1232"/>
                      <a:pt x="1061" y="1231"/>
                    </a:cubicBezTo>
                    <a:cubicBezTo>
                      <a:pt x="1061" y="1229"/>
                      <a:pt x="1060" y="1228"/>
                      <a:pt x="1059" y="1227"/>
                    </a:cubicBezTo>
                    <a:cubicBezTo>
                      <a:pt x="1058" y="1225"/>
                      <a:pt x="1056" y="1223"/>
                      <a:pt x="1055" y="1222"/>
                    </a:cubicBezTo>
                    <a:cubicBezTo>
                      <a:pt x="1050" y="1218"/>
                      <a:pt x="1043" y="1218"/>
                      <a:pt x="1038" y="1215"/>
                    </a:cubicBezTo>
                    <a:cubicBezTo>
                      <a:pt x="1036" y="1213"/>
                      <a:pt x="1034" y="1212"/>
                      <a:pt x="1032" y="1210"/>
                    </a:cubicBezTo>
                    <a:cubicBezTo>
                      <a:pt x="1031" y="1210"/>
                      <a:pt x="1030" y="1209"/>
                      <a:pt x="1029" y="1208"/>
                    </a:cubicBezTo>
                    <a:cubicBezTo>
                      <a:pt x="1028" y="1208"/>
                      <a:pt x="1027" y="1207"/>
                      <a:pt x="1026" y="1206"/>
                    </a:cubicBezTo>
                    <a:cubicBezTo>
                      <a:pt x="1026" y="1205"/>
                      <a:pt x="1025" y="1205"/>
                      <a:pt x="1024" y="1204"/>
                    </a:cubicBezTo>
                    <a:cubicBezTo>
                      <a:pt x="1023" y="1203"/>
                      <a:pt x="1023" y="1202"/>
                      <a:pt x="1023" y="1202"/>
                    </a:cubicBezTo>
                    <a:cubicBezTo>
                      <a:pt x="1022" y="1200"/>
                      <a:pt x="1021" y="1197"/>
                      <a:pt x="1020" y="1196"/>
                    </a:cubicBezTo>
                    <a:cubicBezTo>
                      <a:pt x="1018" y="1195"/>
                      <a:pt x="1016" y="1194"/>
                      <a:pt x="1015" y="1193"/>
                    </a:cubicBezTo>
                    <a:cubicBezTo>
                      <a:pt x="1013" y="1193"/>
                      <a:pt x="1012" y="1192"/>
                      <a:pt x="1010" y="1192"/>
                    </a:cubicBezTo>
                    <a:cubicBezTo>
                      <a:pt x="1009" y="1192"/>
                      <a:pt x="1007" y="1193"/>
                      <a:pt x="1007" y="1195"/>
                    </a:cubicBezTo>
                    <a:cubicBezTo>
                      <a:pt x="1005" y="1196"/>
                      <a:pt x="1005" y="1198"/>
                      <a:pt x="1003" y="1198"/>
                    </a:cubicBezTo>
                    <a:cubicBezTo>
                      <a:pt x="1003" y="1197"/>
                      <a:pt x="1005" y="1194"/>
                      <a:pt x="1004" y="1193"/>
                    </a:cubicBezTo>
                    <a:cubicBezTo>
                      <a:pt x="1003" y="1192"/>
                      <a:pt x="1001" y="1193"/>
                      <a:pt x="999" y="1193"/>
                    </a:cubicBezTo>
                    <a:cubicBezTo>
                      <a:pt x="998" y="1192"/>
                      <a:pt x="996" y="1192"/>
                      <a:pt x="995" y="1191"/>
                    </a:cubicBezTo>
                    <a:cubicBezTo>
                      <a:pt x="993" y="1190"/>
                      <a:pt x="996" y="1189"/>
                      <a:pt x="997" y="1189"/>
                    </a:cubicBezTo>
                    <a:cubicBezTo>
                      <a:pt x="999" y="1189"/>
                      <a:pt x="1002" y="1190"/>
                      <a:pt x="1004" y="1188"/>
                    </a:cubicBezTo>
                    <a:cubicBezTo>
                      <a:pt x="1005" y="1186"/>
                      <a:pt x="1005" y="1183"/>
                      <a:pt x="1003" y="1181"/>
                    </a:cubicBezTo>
                    <a:cubicBezTo>
                      <a:pt x="1002" y="1180"/>
                      <a:pt x="1001" y="1178"/>
                      <a:pt x="1002" y="1176"/>
                    </a:cubicBezTo>
                    <a:cubicBezTo>
                      <a:pt x="1003" y="1174"/>
                      <a:pt x="1004" y="1173"/>
                      <a:pt x="1004" y="1171"/>
                    </a:cubicBezTo>
                    <a:cubicBezTo>
                      <a:pt x="1004" y="1169"/>
                      <a:pt x="1002" y="1167"/>
                      <a:pt x="1001" y="1165"/>
                    </a:cubicBezTo>
                    <a:cubicBezTo>
                      <a:pt x="1000" y="1163"/>
                      <a:pt x="998" y="1161"/>
                      <a:pt x="997" y="1158"/>
                    </a:cubicBezTo>
                    <a:cubicBezTo>
                      <a:pt x="996" y="1157"/>
                      <a:pt x="996" y="1156"/>
                      <a:pt x="996" y="1155"/>
                    </a:cubicBezTo>
                    <a:cubicBezTo>
                      <a:pt x="996" y="1154"/>
                      <a:pt x="996" y="1153"/>
                      <a:pt x="995" y="1153"/>
                    </a:cubicBezTo>
                    <a:cubicBezTo>
                      <a:pt x="995" y="1150"/>
                      <a:pt x="993" y="1148"/>
                      <a:pt x="992" y="1146"/>
                    </a:cubicBezTo>
                    <a:cubicBezTo>
                      <a:pt x="992" y="1143"/>
                      <a:pt x="992" y="1140"/>
                      <a:pt x="993" y="1138"/>
                    </a:cubicBezTo>
                    <a:cubicBezTo>
                      <a:pt x="993" y="1135"/>
                      <a:pt x="993" y="1132"/>
                      <a:pt x="993" y="1128"/>
                    </a:cubicBezTo>
                    <a:cubicBezTo>
                      <a:pt x="992" y="1126"/>
                      <a:pt x="993" y="1124"/>
                      <a:pt x="993" y="1121"/>
                    </a:cubicBezTo>
                    <a:cubicBezTo>
                      <a:pt x="993" y="1119"/>
                      <a:pt x="994" y="1117"/>
                      <a:pt x="994" y="1115"/>
                    </a:cubicBezTo>
                    <a:cubicBezTo>
                      <a:pt x="994" y="1111"/>
                      <a:pt x="993" y="1108"/>
                      <a:pt x="993" y="1105"/>
                    </a:cubicBezTo>
                    <a:cubicBezTo>
                      <a:pt x="993" y="1104"/>
                      <a:pt x="993" y="1102"/>
                      <a:pt x="995" y="1101"/>
                    </a:cubicBezTo>
                    <a:cubicBezTo>
                      <a:pt x="995" y="1101"/>
                      <a:pt x="996" y="1101"/>
                      <a:pt x="997" y="1101"/>
                    </a:cubicBezTo>
                    <a:cubicBezTo>
                      <a:pt x="998" y="1100"/>
                      <a:pt x="998" y="1096"/>
                      <a:pt x="998" y="1095"/>
                    </a:cubicBezTo>
                    <a:cubicBezTo>
                      <a:pt x="998" y="1092"/>
                      <a:pt x="998" y="1089"/>
                      <a:pt x="996" y="1087"/>
                    </a:cubicBezTo>
                    <a:cubicBezTo>
                      <a:pt x="995" y="1087"/>
                      <a:pt x="994" y="1086"/>
                      <a:pt x="994" y="1085"/>
                    </a:cubicBezTo>
                    <a:cubicBezTo>
                      <a:pt x="993" y="1085"/>
                      <a:pt x="993" y="1083"/>
                      <a:pt x="993" y="1082"/>
                    </a:cubicBezTo>
                    <a:cubicBezTo>
                      <a:pt x="993" y="1082"/>
                      <a:pt x="993" y="1082"/>
                      <a:pt x="993" y="1082"/>
                    </a:cubicBezTo>
                    <a:cubicBezTo>
                      <a:pt x="993" y="1081"/>
                      <a:pt x="993" y="1080"/>
                      <a:pt x="993" y="1079"/>
                    </a:cubicBezTo>
                    <a:cubicBezTo>
                      <a:pt x="993" y="1077"/>
                      <a:pt x="993" y="1075"/>
                      <a:pt x="993" y="1073"/>
                    </a:cubicBezTo>
                    <a:cubicBezTo>
                      <a:pt x="992" y="1072"/>
                      <a:pt x="991" y="1071"/>
                      <a:pt x="990" y="1070"/>
                    </a:cubicBezTo>
                    <a:cubicBezTo>
                      <a:pt x="989" y="1068"/>
                      <a:pt x="989" y="1066"/>
                      <a:pt x="991" y="1063"/>
                    </a:cubicBezTo>
                    <a:cubicBezTo>
                      <a:pt x="992" y="1062"/>
                      <a:pt x="991" y="1062"/>
                      <a:pt x="990" y="1061"/>
                    </a:cubicBezTo>
                    <a:cubicBezTo>
                      <a:pt x="989" y="1060"/>
                      <a:pt x="988" y="1059"/>
                      <a:pt x="987" y="1058"/>
                    </a:cubicBezTo>
                    <a:cubicBezTo>
                      <a:pt x="987" y="1057"/>
                      <a:pt x="987" y="1056"/>
                      <a:pt x="987" y="1056"/>
                    </a:cubicBezTo>
                    <a:cubicBezTo>
                      <a:pt x="987" y="1055"/>
                      <a:pt x="986" y="1054"/>
                      <a:pt x="986" y="1052"/>
                    </a:cubicBezTo>
                    <a:cubicBezTo>
                      <a:pt x="986" y="1051"/>
                      <a:pt x="987" y="1050"/>
                      <a:pt x="987" y="1049"/>
                    </a:cubicBezTo>
                    <a:cubicBezTo>
                      <a:pt x="986" y="1048"/>
                      <a:pt x="986" y="1046"/>
                      <a:pt x="984" y="1046"/>
                    </a:cubicBezTo>
                    <a:cubicBezTo>
                      <a:pt x="983" y="1045"/>
                      <a:pt x="982" y="1045"/>
                      <a:pt x="981" y="1045"/>
                    </a:cubicBezTo>
                    <a:cubicBezTo>
                      <a:pt x="979" y="1043"/>
                      <a:pt x="980" y="1041"/>
                      <a:pt x="982" y="1040"/>
                    </a:cubicBezTo>
                    <a:cubicBezTo>
                      <a:pt x="982" y="1039"/>
                      <a:pt x="982" y="1039"/>
                      <a:pt x="983" y="1039"/>
                    </a:cubicBezTo>
                    <a:cubicBezTo>
                      <a:pt x="983" y="1039"/>
                      <a:pt x="984" y="1039"/>
                      <a:pt x="984" y="1039"/>
                    </a:cubicBezTo>
                    <a:cubicBezTo>
                      <a:pt x="985" y="1038"/>
                      <a:pt x="984" y="1037"/>
                      <a:pt x="984" y="1036"/>
                    </a:cubicBezTo>
                    <a:cubicBezTo>
                      <a:pt x="984" y="1035"/>
                      <a:pt x="985" y="1034"/>
                      <a:pt x="986" y="1033"/>
                    </a:cubicBezTo>
                    <a:cubicBezTo>
                      <a:pt x="986" y="1033"/>
                      <a:pt x="986" y="1032"/>
                      <a:pt x="987" y="1031"/>
                    </a:cubicBezTo>
                    <a:cubicBezTo>
                      <a:pt x="987" y="1031"/>
                      <a:pt x="988" y="1031"/>
                      <a:pt x="988" y="1031"/>
                    </a:cubicBezTo>
                    <a:cubicBezTo>
                      <a:pt x="989" y="1031"/>
                      <a:pt x="989" y="1031"/>
                      <a:pt x="989" y="1030"/>
                    </a:cubicBezTo>
                    <a:cubicBezTo>
                      <a:pt x="989" y="1028"/>
                      <a:pt x="989" y="1027"/>
                      <a:pt x="989" y="1025"/>
                    </a:cubicBezTo>
                    <a:cubicBezTo>
                      <a:pt x="989" y="1022"/>
                      <a:pt x="988" y="1020"/>
                      <a:pt x="986" y="1017"/>
                    </a:cubicBezTo>
                    <a:cubicBezTo>
                      <a:pt x="985" y="1015"/>
                      <a:pt x="986" y="1013"/>
                      <a:pt x="985" y="1010"/>
                    </a:cubicBezTo>
                    <a:cubicBezTo>
                      <a:pt x="985" y="1008"/>
                      <a:pt x="984" y="1005"/>
                      <a:pt x="987" y="1004"/>
                    </a:cubicBezTo>
                    <a:cubicBezTo>
                      <a:pt x="987" y="1003"/>
                      <a:pt x="988" y="1003"/>
                      <a:pt x="989" y="1003"/>
                    </a:cubicBezTo>
                    <a:cubicBezTo>
                      <a:pt x="989" y="1002"/>
                      <a:pt x="989" y="1002"/>
                      <a:pt x="989" y="1001"/>
                    </a:cubicBezTo>
                    <a:cubicBezTo>
                      <a:pt x="989" y="1001"/>
                      <a:pt x="989" y="1000"/>
                      <a:pt x="989" y="1000"/>
                    </a:cubicBezTo>
                    <a:cubicBezTo>
                      <a:pt x="990" y="999"/>
                      <a:pt x="990" y="998"/>
                      <a:pt x="990" y="997"/>
                    </a:cubicBezTo>
                    <a:cubicBezTo>
                      <a:pt x="991" y="995"/>
                      <a:pt x="991" y="994"/>
                      <a:pt x="991" y="993"/>
                    </a:cubicBezTo>
                    <a:cubicBezTo>
                      <a:pt x="991" y="991"/>
                      <a:pt x="991" y="990"/>
                      <a:pt x="990" y="989"/>
                    </a:cubicBezTo>
                    <a:cubicBezTo>
                      <a:pt x="989" y="988"/>
                      <a:pt x="988" y="987"/>
                      <a:pt x="987" y="987"/>
                    </a:cubicBezTo>
                    <a:cubicBezTo>
                      <a:pt x="987" y="986"/>
                      <a:pt x="986" y="986"/>
                      <a:pt x="986" y="986"/>
                    </a:cubicBezTo>
                    <a:cubicBezTo>
                      <a:pt x="984" y="984"/>
                      <a:pt x="985" y="982"/>
                      <a:pt x="986" y="981"/>
                    </a:cubicBezTo>
                    <a:cubicBezTo>
                      <a:pt x="987" y="979"/>
                      <a:pt x="987" y="977"/>
                      <a:pt x="986" y="975"/>
                    </a:cubicBezTo>
                    <a:cubicBezTo>
                      <a:pt x="986" y="973"/>
                      <a:pt x="989" y="971"/>
                      <a:pt x="991" y="971"/>
                    </a:cubicBezTo>
                    <a:cubicBezTo>
                      <a:pt x="992" y="971"/>
                      <a:pt x="993" y="971"/>
                      <a:pt x="993" y="970"/>
                    </a:cubicBezTo>
                    <a:cubicBezTo>
                      <a:pt x="994" y="966"/>
                      <a:pt x="992" y="961"/>
                      <a:pt x="995" y="958"/>
                    </a:cubicBezTo>
                    <a:cubicBezTo>
                      <a:pt x="996" y="956"/>
                      <a:pt x="996" y="954"/>
                      <a:pt x="996" y="952"/>
                    </a:cubicBezTo>
                    <a:cubicBezTo>
                      <a:pt x="995" y="950"/>
                      <a:pt x="995" y="949"/>
                      <a:pt x="995" y="947"/>
                    </a:cubicBezTo>
                    <a:cubicBezTo>
                      <a:pt x="995" y="946"/>
                      <a:pt x="995" y="945"/>
                      <a:pt x="995" y="944"/>
                    </a:cubicBezTo>
                    <a:cubicBezTo>
                      <a:pt x="995" y="943"/>
                      <a:pt x="995" y="942"/>
                      <a:pt x="995" y="940"/>
                    </a:cubicBezTo>
                    <a:cubicBezTo>
                      <a:pt x="994" y="939"/>
                      <a:pt x="994" y="938"/>
                      <a:pt x="994" y="937"/>
                    </a:cubicBezTo>
                    <a:cubicBezTo>
                      <a:pt x="994" y="934"/>
                      <a:pt x="994" y="931"/>
                      <a:pt x="994" y="928"/>
                    </a:cubicBezTo>
                    <a:cubicBezTo>
                      <a:pt x="994" y="924"/>
                      <a:pt x="993" y="921"/>
                      <a:pt x="990" y="919"/>
                    </a:cubicBezTo>
                    <a:cubicBezTo>
                      <a:pt x="989" y="918"/>
                      <a:pt x="988" y="917"/>
                      <a:pt x="987" y="916"/>
                    </a:cubicBezTo>
                    <a:cubicBezTo>
                      <a:pt x="986" y="914"/>
                      <a:pt x="986" y="913"/>
                      <a:pt x="984" y="912"/>
                    </a:cubicBezTo>
                    <a:cubicBezTo>
                      <a:pt x="983" y="911"/>
                      <a:pt x="982" y="911"/>
                      <a:pt x="981" y="911"/>
                    </a:cubicBezTo>
                    <a:cubicBezTo>
                      <a:pt x="980" y="911"/>
                      <a:pt x="980" y="912"/>
                      <a:pt x="979" y="912"/>
                    </a:cubicBezTo>
                    <a:cubicBezTo>
                      <a:pt x="977" y="912"/>
                      <a:pt x="978" y="908"/>
                      <a:pt x="979" y="907"/>
                    </a:cubicBezTo>
                    <a:cubicBezTo>
                      <a:pt x="980" y="905"/>
                      <a:pt x="979" y="903"/>
                      <a:pt x="977" y="902"/>
                    </a:cubicBezTo>
                    <a:cubicBezTo>
                      <a:pt x="975" y="900"/>
                      <a:pt x="974" y="902"/>
                      <a:pt x="972" y="902"/>
                    </a:cubicBezTo>
                    <a:cubicBezTo>
                      <a:pt x="970" y="902"/>
                      <a:pt x="969" y="901"/>
                      <a:pt x="969" y="900"/>
                    </a:cubicBezTo>
                    <a:cubicBezTo>
                      <a:pt x="968" y="899"/>
                      <a:pt x="966" y="896"/>
                      <a:pt x="966" y="894"/>
                    </a:cubicBezTo>
                    <a:cubicBezTo>
                      <a:pt x="966" y="893"/>
                      <a:pt x="966" y="892"/>
                      <a:pt x="966" y="891"/>
                    </a:cubicBezTo>
                    <a:cubicBezTo>
                      <a:pt x="966" y="889"/>
                      <a:pt x="966" y="888"/>
                      <a:pt x="965" y="886"/>
                    </a:cubicBezTo>
                    <a:cubicBezTo>
                      <a:pt x="962" y="881"/>
                      <a:pt x="960" y="876"/>
                      <a:pt x="957" y="871"/>
                    </a:cubicBezTo>
                    <a:cubicBezTo>
                      <a:pt x="956" y="869"/>
                      <a:pt x="956" y="867"/>
                      <a:pt x="955" y="864"/>
                    </a:cubicBezTo>
                    <a:cubicBezTo>
                      <a:pt x="954" y="863"/>
                      <a:pt x="954" y="861"/>
                      <a:pt x="953" y="859"/>
                    </a:cubicBezTo>
                    <a:cubicBezTo>
                      <a:pt x="953" y="857"/>
                      <a:pt x="952" y="856"/>
                      <a:pt x="952" y="854"/>
                    </a:cubicBezTo>
                    <a:cubicBezTo>
                      <a:pt x="952" y="853"/>
                      <a:pt x="952" y="852"/>
                      <a:pt x="951" y="851"/>
                    </a:cubicBezTo>
                    <a:cubicBezTo>
                      <a:pt x="951" y="849"/>
                      <a:pt x="949" y="846"/>
                      <a:pt x="948" y="845"/>
                    </a:cubicBezTo>
                    <a:cubicBezTo>
                      <a:pt x="946" y="843"/>
                      <a:pt x="945" y="840"/>
                      <a:pt x="946" y="838"/>
                    </a:cubicBezTo>
                    <a:cubicBezTo>
                      <a:pt x="946" y="837"/>
                      <a:pt x="947" y="836"/>
                      <a:pt x="947" y="834"/>
                    </a:cubicBezTo>
                    <a:cubicBezTo>
                      <a:pt x="947" y="833"/>
                      <a:pt x="947" y="831"/>
                      <a:pt x="946" y="830"/>
                    </a:cubicBezTo>
                    <a:cubicBezTo>
                      <a:pt x="945" y="829"/>
                      <a:pt x="944" y="829"/>
                      <a:pt x="943" y="829"/>
                    </a:cubicBezTo>
                    <a:cubicBezTo>
                      <a:pt x="940" y="829"/>
                      <a:pt x="938" y="828"/>
                      <a:pt x="938" y="825"/>
                    </a:cubicBezTo>
                    <a:cubicBezTo>
                      <a:pt x="939" y="822"/>
                      <a:pt x="940" y="819"/>
                      <a:pt x="938" y="817"/>
                    </a:cubicBezTo>
                    <a:cubicBezTo>
                      <a:pt x="936" y="816"/>
                      <a:pt x="936" y="813"/>
                      <a:pt x="934" y="812"/>
                    </a:cubicBezTo>
                    <a:cubicBezTo>
                      <a:pt x="932" y="811"/>
                      <a:pt x="930" y="811"/>
                      <a:pt x="928" y="810"/>
                    </a:cubicBezTo>
                    <a:cubicBezTo>
                      <a:pt x="926" y="809"/>
                      <a:pt x="925" y="809"/>
                      <a:pt x="923" y="808"/>
                    </a:cubicBezTo>
                    <a:cubicBezTo>
                      <a:pt x="921" y="808"/>
                      <a:pt x="920" y="807"/>
                      <a:pt x="918" y="807"/>
                    </a:cubicBezTo>
                    <a:cubicBezTo>
                      <a:pt x="916" y="806"/>
                      <a:pt x="914" y="806"/>
                      <a:pt x="913" y="805"/>
                    </a:cubicBezTo>
                    <a:cubicBezTo>
                      <a:pt x="912" y="804"/>
                      <a:pt x="911" y="802"/>
                      <a:pt x="910" y="801"/>
                    </a:cubicBezTo>
                    <a:cubicBezTo>
                      <a:pt x="909" y="799"/>
                      <a:pt x="908" y="797"/>
                      <a:pt x="907" y="794"/>
                    </a:cubicBezTo>
                    <a:cubicBezTo>
                      <a:pt x="906" y="792"/>
                      <a:pt x="905" y="791"/>
                      <a:pt x="903" y="789"/>
                    </a:cubicBezTo>
                    <a:cubicBezTo>
                      <a:pt x="901" y="787"/>
                      <a:pt x="898" y="786"/>
                      <a:pt x="896" y="784"/>
                    </a:cubicBezTo>
                    <a:cubicBezTo>
                      <a:pt x="894" y="783"/>
                      <a:pt x="892" y="782"/>
                      <a:pt x="890" y="782"/>
                    </a:cubicBezTo>
                    <a:cubicBezTo>
                      <a:pt x="888" y="781"/>
                      <a:pt x="887" y="780"/>
                      <a:pt x="885" y="779"/>
                    </a:cubicBezTo>
                    <a:cubicBezTo>
                      <a:pt x="883" y="779"/>
                      <a:pt x="880" y="778"/>
                      <a:pt x="879" y="777"/>
                    </a:cubicBezTo>
                    <a:cubicBezTo>
                      <a:pt x="878" y="775"/>
                      <a:pt x="878" y="772"/>
                      <a:pt x="878" y="770"/>
                    </a:cubicBezTo>
                    <a:cubicBezTo>
                      <a:pt x="879" y="768"/>
                      <a:pt x="879" y="767"/>
                      <a:pt x="878" y="765"/>
                    </a:cubicBezTo>
                    <a:cubicBezTo>
                      <a:pt x="876" y="762"/>
                      <a:pt x="874" y="761"/>
                      <a:pt x="871" y="760"/>
                    </a:cubicBezTo>
                    <a:cubicBezTo>
                      <a:pt x="869" y="759"/>
                      <a:pt x="867" y="759"/>
                      <a:pt x="865" y="757"/>
                    </a:cubicBezTo>
                    <a:cubicBezTo>
                      <a:pt x="863" y="756"/>
                      <a:pt x="860" y="755"/>
                      <a:pt x="857" y="754"/>
                    </a:cubicBezTo>
                    <a:cubicBezTo>
                      <a:pt x="855" y="754"/>
                      <a:pt x="853" y="753"/>
                      <a:pt x="851" y="754"/>
                    </a:cubicBezTo>
                    <a:cubicBezTo>
                      <a:pt x="849" y="755"/>
                      <a:pt x="847" y="756"/>
                      <a:pt x="845" y="757"/>
                    </a:cubicBezTo>
                    <a:cubicBezTo>
                      <a:pt x="842" y="759"/>
                      <a:pt x="840" y="761"/>
                      <a:pt x="837" y="763"/>
                    </a:cubicBezTo>
                    <a:cubicBezTo>
                      <a:pt x="835" y="764"/>
                      <a:pt x="834" y="764"/>
                      <a:pt x="834" y="766"/>
                    </a:cubicBezTo>
                    <a:cubicBezTo>
                      <a:pt x="834" y="768"/>
                      <a:pt x="834" y="771"/>
                      <a:pt x="831" y="771"/>
                    </a:cubicBezTo>
                    <a:cubicBezTo>
                      <a:pt x="831" y="771"/>
                      <a:pt x="830" y="771"/>
                      <a:pt x="829" y="771"/>
                    </a:cubicBezTo>
                    <a:cubicBezTo>
                      <a:pt x="827" y="771"/>
                      <a:pt x="826" y="771"/>
                      <a:pt x="825" y="771"/>
                    </a:cubicBezTo>
                    <a:cubicBezTo>
                      <a:pt x="822" y="771"/>
                      <a:pt x="819" y="772"/>
                      <a:pt x="816" y="772"/>
                    </a:cubicBezTo>
                    <a:cubicBezTo>
                      <a:pt x="815" y="772"/>
                      <a:pt x="813" y="772"/>
                      <a:pt x="811" y="772"/>
                    </a:cubicBezTo>
                    <a:cubicBezTo>
                      <a:pt x="810" y="772"/>
                      <a:pt x="808" y="773"/>
                      <a:pt x="806" y="773"/>
                    </a:cubicBezTo>
                    <a:cubicBezTo>
                      <a:pt x="804" y="774"/>
                      <a:pt x="802" y="774"/>
                      <a:pt x="800" y="774"/>
                    </a:cubicBezTo>
                    <a:cubicBezTo>
                      <a:pt x="796" y="775"/>
                      <a:pt x="792" y="775"/>
                      <a:pt x="789" y="773"/>
                    </a:cubicBezTo>
                    <a:cubicBezTo>
                      <a:pt x="786" y="772"/>
                      <a:pt x="785" y="769"/>
                      <a:pt x="783" y="766"/>
                    </a:cubicBezTo>
                    <a:cubicBezTo>
                      <a:pt x="782" y="765"/>
                      <a:pt x="781" y="763"/>
                      <a:pt x="780" y="761"/>
                    </a:cubicBezTo>
                    <a:cubicBezTo>
                      <a:pt x="778" y="760"/>
                      <a:pt x="777" y="758"/>
                      <a:pt x="776" y="757"/>
                    </a:cubicBezTo>
                    <a:cubicBezTo>
                      <a:pt x="775" y="755"/>
                      <a:pt x="775" y="753"/>
                      <a:pt x="773" y="752"/>
                    </a:cubicBezTo>
                    <a:cubicBezTo>
                      <a:pt x="772" y="751"/>
                      <a:pt x="770" y="750"/>
                      <a:pt x="769" y="749"/>
                    </a:cubicBezTo>
                    <a:cubicBezTo>
                      <a:pt x="767" y="748"/>
                      <a:pt x="765" y="748"/>
                      <a:pt x="762" y="748"/>
                    </a:cubicBezTo>
                    <a:cubicBezTo>
                      <a:pt x="760" y="748"/>
                      <a:pt x="758" y="748"/>
                      <a:pt x="757" y="747"/>
                    </a:cubicBezTo>
                    <a:cubicBezTo>
                      <a:pt x="755" y="746"/>
                      <a:pt x="753" y="745"/>
                      <a:pt x="752" y="744"/>
                    </a:cubicBezTo>
                    <a:cubicBezTo>
                      <a:pt x="749" y="743"/>
                      <a:pt x="747" y="743"/>
                      <a:pt x="745" y="742"/>
                    </a:cubicBezTo>
                    <a:cubicBezTo>
                      <a:pt x="743" y="741"/>
                      <a:pt x="742" y="739"/>
                      <a:pt x="741" y="738"/>
                    </a:cubicBezTo>
                    <a:cubicBezTo>
                      <a:pt x="739" y="736"/>
                      <a:pt x="736" y="735"/>
                      <a:pt x="734" y="735"/>
                    </a:cubicBezTo>
                    <a:cubicBezTo>
                      <a:pt x="732" y="734"/>
                      <a:pt x="731" y="734"/>
                      <a:pt x="730" y="734"/>
                    </a:cubicBezTo>
                    <a:cubicBezTo>
                      <a:pt x="729" y="733"/>
                      <a:pt x="727" y="734"/>
                      <a:pt x="726" y="733"/>
                    </a:cubicBezTo>
                    <a:cubicBezTo>
                      <a:pt x="725" y="733"/>
                      <a:pt x="723" y="731"/>
                      <a:pt x="722" y="730"/>
                    </a:cubicBezTo>
                    <a:cubicBezTo>
                      <a:pt x="722" y="729"/>
                      <a:pt x="721" y="728"/>
                      <a:pt x="721" y="727"/>
                    </a:cubicBezTo>
                    <a:cubicBezTo>
                      <a:pt x="720" y="724"/>
                      <a:pt x="720" y="722"/>
                      <a:pt x="718" y="720"/>
                    </a:cubicBezTo>
                    <a:cubicBezTo>
                      <a:pt x="717" y="720"/>
                      <a:pt x="716" y="719"/>
                      <a:pt x="715" y="718"/>
                    </a:cubicBezTo>
                    <a:cubicBezTo>
                      <a:pt x="715" y="717"/>
                      <a:pt x="715" y="716"/>
                      <a:pt x="715" y="715"/>
                    </a:cubicBezTo>
                    <a:cubicBezTo>
                      <a:pt x="716" y="714"/>
                      <a:pt x="715" y="713"/>
                      <a:pt x="715" y="711"/>
                    </a:cubicBezTo>
                    <a:cubicBezTo>
                      <a:pt x="714" y="710"/>
                      <a:pt x="714" y="709"/>
                      <a:pt x="714" y="708"/>
                    </a:cubicBezTo>
                    <a:cubicBezTo>
                      <a:pt x="713" y="708"/>
                      <a:pt x="713" y="707"/>
                      <a:pt x="712" y="706"/>
                    </a:cubicBezTo>
                    <a:cubicBezTo>
                      <a:pt x="712" y="706"/>
                      <a:pt x="713" y="706"/>
                      <a:pt x="714" y="706"/>
                    </a:cubicBezTo>
                    <a:cubicBezTo>
                      <a:pt x="714" y="707"/>
                      <a:pt x="714" y="707"/>
                      <a:pt x="714" y="707"/>
                    </a:cubicBezTo>
                    <a:cubicBezTo>
                      <a:pt x="715" y="708"/>
                      <a:pt x="716" y="709"/>
                      <a:pt x="716" y="710"/>
                    </a:cubicBezTo>
                    <a:cubicBezTo>
                      <a:pt x="718" y="712"/>
                      <a:pt x="719" y="714"/>
                      <a:pt x="720" y="716"/>
                    </a:cubicBezTo>
                    <a:cubicBezTo>
                      <a:pt x="722" y="719"/>
                      <a:pt x="726" y="721"/>
                      <a:pt x="729" y="722"/>
                    </a:cubicBezTo>
                    <a:cubicBezTo>
                      <a:pt x="731" y="722"/>
                      <a:pt x="733" y="723"/>
                      <a:pt x="735" y="723"/>
                    </a:cubicBezTo>
                    <a:cubicBezTo>
                      <a:pt x="737" y="724"/>
                      <a:pt x="739" y="725"/>
                      <a:pt x="741" y="726"/>
                    </a:cubicBezTo>
                    <a:cubicBezTo>
                      <a:pt x="745" y="728"/>
                      <a:pt x="748" y="732"/>
                      <a:pt x="752" y="735"/>
                    </a:cubicBezTo>
                    <a:cubicBezTo>
                      <a:pt x="754" y="737"/>
                      <a:pt x="756" y="739"/>
                      <a:pt x="758" y="740"/>
                    </a:cubicBezTo>
                    <a:cubicBezTo>
                      <a:pt x="759" y="740"/>
                      <a:pt x="760" y="741"/>
                      <a:pt x="761" y="741"/>
                    </a:cubicBezTo>
                    <a:cubicBezTo>
                      <a:pt x="762" y="741"/>
                      <a:pt x="763" y="741"/>
                      <a:pt x="764" y="741"/>
                    </a:cubicBezTo>
                    <a:cubicBezTo>
                      <a:pt x="766" y="740"/>
                      <a:pt x="768" y="741"/>
                      <a:pt x="771" y="740"/>
                    </a:cubicBezTo>
                    <a:cubicBezTo>
                      <a:pt x="772" y="739"/>
                      <a:pt x="774" y="739"/>
                      <a:pt x="775" y="738"/>
                    </a:cubicBezTo>
                    <a:cubicBezTo>
                      <a:pt x="776" y="738"/>
                      <a:pt x="778" y="739"/>
                      <a:pt x="779" y="738"/>
                    </a:cubicBezTo>
                    <a:cubicBezTo>
                      <a:pt x="779" y="738"/>
                      <a:pt x="780" y="737"/>
                      <a:pt x="780" y="737"/>
                    </a:cubicBezTo>
                    <a:cubicBezTo>
                      <a:pt x="781" y="736"/>
                      <a:pt x="781" y="736"/>
                      <a:pt x="782" y="735"/>
                    </a:cubicBezTo>
                    <a:cubicBezTo>
                      <a:pt x="783" y="734"/>
                      <a:pt x="785" y="733"/>
                      <a:pt x="786" y="734"/>
                    </a:cubicBezTo>
                    <a:cubicBezTo>
                      <a:pt x="787" y="735"/>
                      <a:pt x="787" y="736"/>
                      <a:pt x="788" y="736"/>
                    </a:cubicBezTo>
                    <a:cubicBezTo>
                      <a:pt x="789" y="736"/>
                      <a:pt x="790" y="737"/>
                      <a:pt x="790" y="737"/>
                    </a:cubicBezTo>
                    <a:cubicBezTo>
                      <a:pt x="793" y="738"/>
                      <a:pt x="797" y="738"/>
                      <a:pt x="799" y="736"/>
                    </a:cubicBezTo>
                    <a:cubicBezTo>
                      <a:pt x="801" y="735"/>
                      <a:pt x="800" y="733"/>
                      <a:pt x="800" y="732"/>
                    </a:cubicBezTo>
                    <a:cubicBezTo>
                      <a:pt x="801" y="730"/>
                      <a:pt x="802" y="729"/>
                      <a:pt x="803" y="728"/>
                    </a:cubicBezTo>
                    <a:cubicBezTo>
                      <a:pt x="805" y="728"/>
                      <a:pt x="807" y="727"/>
                      <a:pt x="808" y="725"/>
                    </a:cubicBezTo>
                    <a:cubicBezTo>
                      <a:pt x="809" y="724"/>
                      <a:pt x="809" y="724"/>
                      <a:pt x="810" y="724"/>
                    </a:cubicBezTo>
                    <a:cubicBezTo>
                      <a:pt x="811" y="723"/>
                      <a:pt x="811" y="723"/>
                      <a:pt x="812" y="723"/>
                    </a:cubicBezTo>
                    <a:cubicBezTo>
                      <a:pt x="815" y="722"/>
                      <a:pt x="819" y="722"/>
                      <a:pt x="821" y="721"/>
                    </a:cubicBezTo>
                    <a:cubicBezTo>
                      <a:pt x="822" y="720"/>
                      <a:pt x="823" y="719"/>
                      <a:pt x="824" y="718"/>
                    </a:cubicBezTo>
                    <a:cubicBezTo>
                      <a:pt x="825" y="716"/>
                      <a:pt x="828" y="715"/>
                      <a:pt x="830" y="714"/>
                    </a:cubicBezTo>
                    <a:cubicBezTo>
                      <a:pt x="833" y="712"/>
                      <a:pt x="836" y="711"/>
                      <a:pt x="838" y="709"/>
                    </a:cubicBezTo>
                    <a:cubicBezTo>
                      <a:pt x="839" y="709"/>
                      <a:pt x="839" y="708"/>
                      <a:pt x="840" y="708"/>
                    </a:cubicBezTo>
                    <a:cubicBezTo>
                      <a:pt x="841" y="708"/>
                      <a:pt x="843" y="709"/>
                      <a:pt x="844" y="709"/>
                    </a:cubicBezTo>
                    <a:cubicBezTo>
                      <a:pt x="846" y="710"/>
                      <a:pt x="848" y="711"/>
                      <a:pt x="850" y="712"/>
                    </a:cubicBezTo>
                    <a:cubicBezTo>
                      <a:pt x="851" y="713"/>
                      <a:pt x="852" y="715"/>
                      <a:pt x="853" y="716"/>
                    </a:cubicBezTo>
                    <a:cubicBezTo>
                      <a:pt x="855" y="719"/>
                      <a:pt x="860" y="720"/>
                      <a:pt x="863" y="720"/>
                    </a:cubicBezTo>
                    <a:cubicBezTo>
                      <a:pt x="865" y="719"/>
                      <a:pt x="867" y="719"/>
                      <a:pt x="868" y="718"/>
                    </a:cubicBezTo>
                    <a:cubicBezTo>
                      <a:pt x="870" y="717"/>
                      <a:pt x="872" y="716"/>
                      <a:pt x="874" y="716"/>
                    </a:cubicBezTo>
                    <a:cubicBezTo>
                      <a:pt x="878" y="715"/>
                      <a:pt x="881" y="716"/>
                      <a:pt x="885" y="714"/>
                    </a:cubicBezTo>
                    <a:cubicBezTo>
                      <a:pt x="886" y="713"/>
                      <a:pt x="887" y="712"/>
                      <a:pt x="889" y="711"/>
                    </a:cubicBezTo>
                    <a:cubicBezTo>
                      <a:pt x="890" y="711"/>
                      <a:pt x="892" y="710"/>
                      <a:pt x="894" y="710"/>
                    </a:cubicBezTo>
                    <a:cubicBezTo>
                      <a:pt x="897" y="709"/>
                      <a:pt x="900" y="708"/>
                      <a:pt x="899" y="704"/>
                    </a:cubicBezTo>
                    <a:cubicBezTo>
                      <a:pt x="897" y="699"/>
                      <a:pt x="894" y="695"/>
                      <a:pt x="890" y="692"/>
                    </a:cubicBezTo>
                    <a:cubicBezTo>
                      <a:pt x="887" y="690"/>
                      <a:pt x="883" y="689"/>
                      <a:pt x="880" y="687"/>
                    </a:cubicBezTo>
                    <a:cubicBezTo>
                      <a:pt x="877" y="685"/>
                      <a:pt x="875" y="683"/>
                      <a:pt x="873" y="680"/>
                    </a:cubicBezTo>
                    <a:cubicBezTo>
                      <a:pt x="871" y="678"/>
                      <a:pt x="869" y="676"/>
                      <a:pt x="867" y="675"/>
                    </a:cubicBezTo>
                    <a:cubicBezTo>
                      <a:pt x="865" y="674"/>
                      <a:pt x="861" y="675"/>
                      <a:pt x="861" y="673"/>
                    </a:cubicBezTo>
                    <a:cubicBezTo>
                      <a:pt x="862" y="669"/>
                      <a:pt x="867" y="670"/>
                      <a:pt x="869" y="671"/>
                    </a:cubicBezTo>
                    <a:cubicBezTo>
                      <a:pt x="870" y="671"/>
                      <a:pt x="871" y="671"/>
                      <a:pt x="872" y="671"/>
                    </a:cubicBezTo>
                    <a:cubicBezTo>
                      <a:pt x="873" y="671"/>
                      <a:pt x="873" y="670"/>
                      <a:pt x="873" y="669"/>
                    </a:cubicBezTo>
                    <a:cubicBezTo>
                      <a:pt x="874" y="667"/>
                      <a:pt x="877" y="666"/>
                      <a:pt x="877" y="664"/>
                    </a:cubicBezTo>
                    <a:cubicBezTo>
                      <a:pt x="877" y="664"/>
                      <a:pt x="877" y="664"/>
                      <a:pt x="877" y="663"/>
                    </a:cubicBezTo>
                    <a:cubicBezTo>
                      <a:pt x="877" y="663"/>
                      <a:pt x="877" y="662"/>
                      <a:pt x="877" y="662"/>
                    </a:cubicBezTo>
                    <a:cubicBezTo>
                      <a:pt x="877" y="660"/>
                      <a:pt x="878" y="658"/>
                      <a:pt x="878" y="656"/>
                    </a:cubicBezTo>
                    <a:cubicBezTo>
                      <a:pt x="878" y="654"/>
                      <a:pt x="876" y="654"/>
                      <a:pt x="874" y="654"/>
                    </a:cubicBezTo>
                    <a:cubicBezTo>
                      <a:pt x="872" y="655"/>
                      <a:pt x="871" y="655"/>
                      <a:pt x="871" y="653"/>
                    </a:cubicBezTo>
                    <a:cubicBezTo>
                      <a:pt x="870" y="651"/>
                      <a:pt x="870" y="650"/>
                      <a:pt x="868" y="649"/>
                    </a:cubicBezTo>
                    <a:cubicBezTo>
                      <a:pt x="866" y="649"/>
                      <a:pt x="865" y="649"/>
                      <a:pt x="863" y="649"/>
                    </a:cubicBezTo>
                    <a:cubicBezTo>
                      <a:pt x="861" y="649"/>
                      <a:pt x="859" y="649"/>
                      <a:pt x="858" y="649"/>
                    </a:cubicBezTo>
                    <a:cubicBezTo>
                      <a:pt x="856" y="650"/>
                      <a:pt x="855" y="651"/>
                      <a:pt x="854" y="652"/>
                    </a:cubicBezTo>
                    <a:cubicBezTo>
                      <a:pt x="852" y="653"/>
                      <a:pt x="849" y="653"/>
                      <a:pt x="846" y="652"/>
                    </a:cubicBezTo>
                    <a:cubicBezTo>
                      <a:pt x="845" y="652"/>
                      <a:pt x="844" y="652"/>
                      <a:pt x="842" y="652"/>
                    </a:cubicBezTo>
                    <a:cubicBezTo>
                      <a:pt x="841" y="652"/>
                      <a:pt x="840" y="653"/>
                      <a:pt x="839" y="653"/>
                    </a:cubicBezTo>
                    <a:cubicBezTo>
                      <a:pt x="837" y="654"/>
                      <a:pt x="835" y="655"/>
                      <a:pt x="834" y="656"/>
                    </a:cubicBezTo>
                    <a:cubicBezTo>
                      <a:pt x="832" y="656"/>
                      <a:pt x="831" y="658"/>
                      <a:pt x="829" y="658"/>
                    </a:cubicBezTo>
                    <a:cubicBezTo>
                      <a:pt x="828" y="658"/>
                      <a:pt x="826" y="657"/>
                      <a:pt x="825" y="657"/>
                    </a:cubicBezTo>
                    <a:cubicBezTo>
                      <a:pt x="822" y="657"/>
                      <a:pt x="820" y="658"/>
                      <a:pt x="817" y="659"/>
                    </a:cubicBezTo>
                    <a:cubicBezTo>
                      <a:pt x="815" y="661"/>
                      <a:pt x="814" y="661"/>
                      <a:pt x="812" y="661"/>
                    </a:cubicBezTo>
                    <a:cubicBezTo>
                      <a:pt x="810" y="660"/>
                      <a:pt x="808" y="660"/>
                      <a:pt x="807" y="660"/>
                    </a:cubicBezTo>
                    <a:cubicBezTo>
                      <a:pt x="806" y="660"/>
                      <a:pt x="805" y="660"/>
                      <a:pt x="805" y="660"/>
                    </a:cubicBezTo>
                    <a:cubicBezTo>
                      <a:pt x="804" y="660"/>
                      <a:pt x="803" y="661"/>
                      <a:pt x="803" y="660"/>
                    </a:cubicBezTo>
                    <a:cubicBezTo>
                      <a:pt x="802" y="660"/>
                      <a:pt x="803" y="659"/>
                      <a:pt x="802" y="658"/>
                    </a:cubicBezTo>
                    <a:cubicBezTo>
                      <a:pt x="802" y="657"/>
                      <a:pt x="802" y="657"/>
                      <a:pt x="801" y="656"/>
                    </a:cubicBezTo>
                    <a:cubicBezTo>
                      <a:pt x="800" y="655"/>
                      <a:pt x="799" y="654"/>
                      <a:pt x="797" y="653"/>
                    </a:cubicBezTo>
                    <a:cubicBezTo>
                      <a:pt x="797" y="653"/>
                      <a:pt x="797" y="653"/>
                      <a:pt x="796" y="652"/>
                    </a:cubicBezTo>
                    <a:cubicBezTo>
                      <a:pt x="796" y="651"/>
                      <a:pt x="795" y="651"/>
                      <a:pt x="795" y="650"/>
                    </a:cubicBezTo>
                    <a:cubicBezTo>
                      <a:pt x="794" y="649"/>
                      <a:pt x="796" y="649"/>
                      <a:pt x="796" y="649"/>
                    </a:cubicBezTo>
                    <a:cubicBezTo>
                      <a:pt x="796" y="650"/>
                      <a:pt x="796" y="651"/>
                      <a:pt x="797" y="652"/>
                    </a:cubicBezTo>
                    <a:cubicBezTo>
                      <a:pt x="798" y="653"/>
                      <a:pt x="800" y="654"/>
                      <a:pt x="801" y="654"/>
                    </a:cubicBezTo>
                    <a:cubicBezTo>
                      <a:pt x="803" y="654"/>
                      <a:pt x="804" y="655"/>
                      <a:pt x="805" y="655"/>
                    </a:cubicBezTo>
                    <a:cubicBezTo>
                      <a:pt x="807" y="656"/>
                      <a:pt x="808" y="656"/>
                      <a:pt x="810" y="657"/>
                    </a:cubicBezTo>
                    <a:cubicBezTo>
                      <a:pt x="812" y="657"/>
                      <a:pt x="813" y="657"/>
                      <a:pt x="815" y="656"/>
                    </a:cubicBezTo>
                    <a:cubicBezTo>
                      <a:pt x="816" y="656"/>
                      <a:pt x="817" y="654"/>
                      <a:pt x="818" y="652"/>
                    </a:cubicBezTo>
                    <a:cubicBezTo>
                      <a:pt x="820" y="651"/>
                      <a:pt x="822" y="650"/>
                      <a:pt x="823" y="649"/>
                    </a:cubicBezTo>
                    <a:cubicBezTo>
                      <a:pt x="825" y="648"/>
                      <a:pt x="827" y="648"/>
                      <a:pt x="829" y="647"/>
                    </a:cubicBezTo>
                    <a:cubicBezTo>
                      <a:pt x="831" y="646"/>
                      <a:pt x="833" y="645"/>
                      <a:pt x="835" y="644"/>
                    </a:cubicBezTo>
                    <a:cubicBezTo>
                      <a:pt x="836" y="643"/>
                      <a:pt x="838" y="643"/>
                      <a:pt x="840" y="643"/>
                    </a:cubicBezTo>
                    <a:cubicBezTo>
                      <a:pt x="843" y="642"/>
                      <a:pt x="844" y="641"/>
                      <a:pt x="847" y="641"/>
                    </a:cubicBezTo>
                    <a:cubicBezTo>
                      <a:pt x="848" y="641"/>
                      <a:pt x="849" y="642"/>
                      <a:pt x="851" y="642"/>
                    </a:cubicBezTo>
                    <a:cubicBezTo>
                      <a:pt x="854" y="644"/>
                      <a:pt x="857" y="644"/>
                      <a:pt x="860" y="644"/>
                    </a:cubicBezTo>
                    <a:cubicBezTo>
                      <a:pt x="862" y="644"/>
                      <a:pt x="864" y="644"/>
                      <a:pt x="866" y="644"/>
                    </a:cubicBezTo>
                    <a:cubicBezTo>
                      <a:pt x="868" y="644"/>
                      <a:pt x="869" y="644"/>
                      <a:pt x="870" y="644"/>
                    </a:cubicBezTo>
                    <a:cubicBezTo>
                      <a:pt x="872" y="644"/>
                      <a:pt x="873" y="644"/>
                      <a:pt x="875" y="644"/>
                    </a:cubicBezTo>
                    <a:cubicBezTo>
                      <a:pt x="876" y="645"/>
                      <a:pt x="878" y="645"/>
                      <a:pt x="879" y="645"/>
                    </a:cubicBezTo>
                    <a:cubicBezTo>
                      <a:pt x="880" y="645"/>
                      <a:pt x="881" y="644"/>
                      <a:pt x="882" y="644"/>
                    </a:cubicBezTo>
                    <a:cubicBezTo>
                      <a:pt x="883" y="644"/>
                      <a:pt x="882" y="644"/>
                      <a:pt x="883" y="644"/>
                    </a:cubicBezTo>
                    <a:cubicBezTo>
                      <a:pt x="883" y="644"/>
                      <a:pt x="884" y="644"/>
                      <a:pt x="884" y="644"/>
                    </a:cubicBezTo>
                    <a:cubicBezTo>
                      <a:pt x="885" y="644"/>
                      <a:pt x="886" y="644"/>
                      <a:pt x="886" y="645"/>
                    </a:cubicBezTo>
                    <a:cubicBezTo>
                      <a:pt x="886" y="646"/>
                      <a:pt x="885" y="646"/>
                      <a:pt x="885" y="647"/>
                    </a:cubicBezTo>
                    <a:cubicBezTo>
                      <a:pt x="885" y="648"/>
                      <a:pt x="885" y="648"/>
                      <a:pt x="886" y="648"/>
                    </a:cubicBezTo>
                    <a:cubicBezTo>
                      <a:pt x="888" y="649"/>
                      <a:pt x="889" y="649"/>
                      <a:pt x="891" y="649"/>
                    </a:cubicBezTo>
                    <a:cubicBezTo>
                      <a:pt x="892" y="649"/>
                      <a:pt x="893" y="649"/>
                      <a:pt x="894" y="649"/>
                    </a:cubicBezTo>
                    <a:cubicBezTo>
                      <a:pt x="895" y="648"/>
                      <a:pt x="895" y="647"/>
                      <a:pt x="895" y="646"/>
                    </a:cubicBezTo>
                    <a:cubicBezTo>
                      <a:pt x="896" y="645"/>
                      <a:pt x="896" y="645"/>
                      <a:pt x="898" y="644"/>
                    </a:cubicBezTo>
                    <a:cubicBezTo>
                      <a:pt x="899" y="644"/>
                      <a:pt x="900" y="644"/>
                      <a:pt x="901" y="644"/>
                    </a:cubicBezTo>
                    <a:cubicBezTo>
                      <a:pt x="903" y="643"/>
                      <a:pt x="906" y="643"/>
                      <a:pt x="907" y="642"/>
                    </a:cubicBezTo>
                    <a:cubicBezTo>
                      <a:pt x="909" y="641"/>
                      <a:pt x="909" y="640"/>
                      <a:pt x="910" y="639"/>
                    </a:cubicBezTo>
                    <a:cubicBezTo>
                      <a:pt x="911" y="637"/>
                      <a:pt x="912" y="636"/>
                      <a:pt x="913" y="635"/>
                    </a:cubicBezTo>
                    <a:cubicBezTo>
                      <a:pt x="915" y="632"/>
                      <a:pt x="920" y="633"/>
                      <a:pt x="923" y="632"/>
                    </a:cubicBezTo>
                    <a:cubicBezTo>
                      <a:pt x="925" y="632"/>
                      <a:pt x="926" y="632"/>
                      <a:pt x="927" y="632"/>
                    </a:cubicBezTo>
                    <a:cubicBezTo>
                      <a:pt x="929" y="631"/>
                      <a:pt x="930" y="631"/>
                      <a:pt x="931" y="629"/>
                    </a:cubicBezTo>
                    <a:cubicBezTo>
                      <a:pt x="932" y="628"/>
                      <a:pt x="932" y="627"/>
                      <a:pt x="933" y="626"/>
                    </a:cubicBezTo>
                    <a:cubicBezTo>
                      <a:pt x="933" y="625"/>
                      <a:pt x="934" y="625"/>
                      <a:pt x="935" y="624"/>
                    </a:cubicBezTo>
                    <a:cubicBezTo>
                      <a:pt x="935" y="623"/>
                      <a:pt x="936" y="623"/>
                      <a:pt x="937" y="623"/>
                    </a:cubicBezTo>
                    <a:cubicBezTo>
                      <a:pt x="937" y="622"/>
                      <a:pt x="937" y="622"/>
                      <a:pt x="937" y="622"/>
                    </a:cubicBezTo>
                    <a:cubicBezTo>
                      <a:pt x="937" y="620"/>
                      <a:pt x="937" y="619"/>
                      <a:pt x="937" y="617"/>
                    </a:cubicBezTo>
                    <a:cubicBezTo>
                      <a:pt x="937" y="616"/>
                      <a:pt x="937" y="615"/>
                      <a:pt x="937" y="615"/>
                    </a:cubicBezTo>
                    <a:cubicBezTo>
                      <a:pt x="938" y="613"/>
                      <a:pt x="938" y="612"/>
                      <a:pt x="938" y="611"/>
                    </a:cubicBezTo>
                    <a:cubicBezTo>
                      <a:pt x="938" y="610"/>
                      <a:pt x="938" y="608"/>
                      <a:pt x="940" y="608"/>
                    </a:cubicBezTo>
                    <a:cubicBezTo>
                      <a:pt x="941" y="607"/>
                      <a:pt x="943" y="607"/>
                      <a:pt x="945" y="607"/>
                    </a:cubicBezTo>
                    <a:cubicBezTo>
                      <a:pt x="946" y="607"/>
                      <a:pt x="948" y="607"/>
                      <a:pt x="949" y="606"/>
                    </a:cubicBezTo>
                    <a:cubicBezTo>
                      <a:pt x="950" y="605"/>
                      <a:pt x="950" y="604"/>
                      <a:pt x="950" y="602"/>
                    </a:cubicBezTo>
                    <a:cubicBezTo>
                      <a:pt x="951" y="600"/>
                      <a:pt x="950" y="599"/>
                      <a:pt x="951" y="597"/>
                    </a:cubicBezTo>
                    <a:cubicBezTo>
                      <a:pt x="952" y="596"/>
                      <a:pt x="952" y="595"/>
                      <a:pt x="953" y="594"/>
                    </a:cubicBezTo>
                    <a:cubicBezTo>
                      <a:pt x="954" y="593"/>
                      <a:pt x="956" y="593"/>
                      <a:pt x="957" y="591"/>
                    </a:cubicBezTo>
                    <a:cubicBezTo>
                      <a:pt x="957" y="590"/>
                      <a:pt x="957" y="589"/>
                      <a:pt x="957" y="587"/>
                    </a:cubicBezTo>
                    <a:cubicBezTo>
                      <a:pt x="957" y="586"/>
                      <a:pt x="959" y="585"/>
                      <a:pt x="959" y="584"/>
                    </a:cubicBezTo>
                    <a:cubicBezTo>
                      <a:pt x="961" y="583"/>
                      <a:pt x="962" y="583"/>
                      <a:pt x="963" y="582"/>
                    </a:cubicBezTo>
                    <a:cubicBezTo>
                      <a:pt x="965" y="582"/>
                      <a:pt x="966" y="582"/>
                      <a:pt x="968" y="581"/>
                    </a:cubicBezTo>
                    <a:cubicBezTo>
                      <a:pt x="970" y="581"/>
                      <a:pt x="972" y="581"/>
                      <a:pt x="973" y="580"/>
                    </a:cubicBezTo>
                    <a:cubicBezTo>
                      <a:pt x="975" y="579"/>
                      <a:pt x="977" y="578"/>
                      <a:pt x="978" y="577"/>
                    </a:cubicBezTo>
                    <a:cubicBezTo>
                      <a:pt x="980" y="575"/>
                      <a:pt x="981" y="574"/>
                      <a:pt x="983" y="572"/>
                    </a:cubicBezTo>
                    <a:cubicBezTo>
                      <a:pt x="984" y="571"/>
                      <a:pt x="986" y="570"/>
                      <a:pt x="987" y="569"/>
                    </a:cubicBezTo>
                    <a:cubicBezTo>
                      <a:pt x="989" y="567"/>
                      <a:pt x="990" y="567"/>
                      <a:pt x="992" y="565"/>
                    </a:cubicBezTo>
                    <a:cubicBezTo>
                      <a:pt x="994" y="564"/>
                      <a:pt x="995" y="562"/>
                      <a:pt x="996" y="560"/>
                    </a:cubicBezTo>
                    <a:cubicBezTo>
                      <a:pt x="997" y="559"/>
                      <a:pt x="998" y="557"/>
                      <a:pt x="998" y="556"/>
                    </a:cubicBezTo>
                    <a:cubicBezTo>
                      <a:pt x="1000" y="552"/>
                      <a:pt x="1000" y="547"/>
                      <a:pt x="1001" y="543"/>
                    </a:cubicBezTo>
                    <a:cubicBezTo>
                      <a:pt x="1003" y="540"/>
                      <a:pt x="1005" y="538"/>
                      <a:pt x="1007" y="535"/>
                    </a:cubicBezTo>
                    <a:cubicBezTo>
                      <a:pt x="1009" y="534"/>
                      <a:pt x="1010" y="533"/>
                      <a:pt x="1011" y="531"/>
                    </a:cubicBezTo>
                    <a:cubicBezTo>
                      <a:pt x="1012" y="530"/>
                      <a:pt x="1013" y="528"/>
                      <a:pt x="1014" y="527"/>
                    </a:cubicBezTo>
                    <a:cubicBezTo>
                      <a:pt x="1016" y="525"/>
                      <a:pt x="1019" y="522"/>
                      <a:pt x="1021" y="520"/>
                    </a:cubicBezTo>
                    <a:cubicBezTo>
                      <a:pt x="1022" y="519"/>
                      <a:pt x="1023" y="517"/>
                      <a:pt x="1023" y="517"/>
                    </a:cubicBezTo>
                    <a:cubicBezTo>
                      <a:pt x="1024" y="516"/>
                      <a:pt x="1025" y="515"/>
                      <a:pt x="1026" y="514"/>
                    </a:cubicBezTo>
                    <a:cubicBezTo>
                      <a:pt x="1026" y="513"/>
                      <a:pt x="1027" y="510"/>
                      <a:pt x="1028" y="510"/>
                    </a:cubicBezTo>
                    <a:cubicBezTo>
                      <a:pt x="1029" y="509"/>
                      <a:pt x="1030" y="510"/>
                      <a:pt x="1031" y="509"/>
                    </a:cubicBezTo>
                    <a:cubicBezTo>
                      <a:pt x="1033" y="507"/>
                      <a:pt x="1033" y="503"/>
                      <a:pt x="1033" y="500"/>
                    </a:cubicBezTo>
                    <a:cubicBezTo>
                      <a:pt x="1033" y="498"/>
                      <a:pt x="1033" y="497"/>
                      <a:pt x="1033" y="496"/>
                    </a:cubicBezTo>
                    <a:cubicBezTo>
                      <a:pt x="1033" y="494"/>
                      <a:pt x="1033" y="492"/>
                      <a:pt x="1034" y="490"/>
                    </a:cubicBezTo>
                    <a:cubicBezTo>
                      <a:pt x="1034" y="488"/>
                      <a:pt x="1035" y="487"/>
                      <a:pt x="1036" y="485"/>
                    </a:cubicBezTo>
                    <a:cubicBezTo>
                      <a:pt x="1038" y="482"/>
                      <a:pt x="1040" y="479"/>
                      <a:pt x="1041" y="476"/>
                    </a:cubicBezTo>
                    <a:cubicBezTo>
                      <a:pt x="1043" y="473"/>
                      <a:pt x="1045" y="469"/>
                      <a:pt x="1048" y="466"/>
                    </a:cubicBezTo>
                    <a:cubicBezTo>
                      <a:pt x="1050" y="464"/>
                      <a:pt x="1052" y="462"/>
                      <a:pt x="1054" y="459"/>
                    </a:cubicBezTo>
                    <a:cubicBezTo>
                      <a:pt x="1055" y="456"/>
                      <a:pt x="1055" y="454"/>
                      <a:pt x="1058" y="454"/>
                    </a:cubicBezTo>
                    <a:cubicBezTo>
                      <a:pt x="1061" y="454"/>
                      <a:pt x="1062" y="453"/>
                      <a:pt x="1063" y="451"/>
                    </a:cubicBezTo>
                    <a:cubicBezTo>
                      <a:pt x="1066" y="448"/>
                      <a:pt x="1069" y="445"/>
                      <a:pt x="1073" y="443"/>
                    </a:cubicBezTo>
                    <a:cubicBezTo>
                      <a:pt x="1075" y="442"/>
                      <a:pt x="1078" y="441"/>
                      <a:pt x="1079" y="440"/>
                    </a:cubicBezTo>
                    <a:cubicBezTo>
                      <a:pt x="1081" y="438"/>
                      <a:pt x="1082" y="435"/>
                      <a:pt x="1085" y="434"/>
                    </a:cubicBezTo>
                    <a:cubicBezTo>
                      <a:pt x="1086" y="433"/>
                      <a:pt x="1087" y="432"/>
                      <a:pt x="1088" y="432"/>
                    </a:cubicBezTo>
                    <a:cubicBezTo>
                      <a:pt x="1089" y="431"/>
                      <a:pt x="1089" y="430"/>
                      <a:pt x="1090" y="429"/>
                    </a:cubicBezTo>
                    <a:cubicBezTo>
                      <a:pt x="1092" y="428"/>
                      <a:pt x="1095" y="428"/>
                      <a:pt x="1096" y="426"/>
                    </a:cubicBezTo>
                    <a:cubicBezTo>
                      <a:pt x="1098" y="424"/>
                      <a:pt x="1095" y="421"/>
                      <a:pt x="1096" y="419"/>
                    </a:cubicBezTo>
                    <a:cubicBezTo>
                      <a:pt x="1097" y="417"/>
                      <a:pt x="1100" y="416"/>
                      <a:pt x="1098" y="414"/>
                    </a:cubicBezTo>
                    <a:cubicBezTo>
                      <a:pt x="1097" y="412"/>
                      <a:pt x="1094" y="411"/>
                      <a:pt x="1096" y="408"/>
                    </a:cubicBezTo>
                    <a:cubicBezTo>
                      <a:pt x="1097" y="406"/>
                      <a:pt x="1099" y="404"/>
                      <a:pt x="1098" y="401"/>
                    </a:cubicBezTo>
                    <a:cubicBezTo>
                      <a:pt x="1097" y="398"/>
                      <a:pt x="1095" y="396"/>
                      <a:pt x="1096" y="393"/>
                    </a:cubicBezTo>
                    <a:cubicBezTo>
                      <a:pt x="1097" y="390"/>
                      <a:pt x="1098" y="387"/>
                      <a:pt x="1097" y="384"/>
                    </a:cubicBezTo>
                    <a:cubicBezTo>
                      <a:pt x="1096" y="381"/>
                      <a:pt x="1094" y="378"/>
                      <a:pt x="1093" y="375"/>
                    </a:cubicBezTo>
                    <a:cubicBezTo>
                      <a:pt x="1092" y="373"/>
                      <a:pt x="1092" y="370"/>
                      <a:pt x="1091" y="368"/>
                    </a:cubicBezTo>
                    <a:cubicBezTo>
                      <a:pt x="1090" y="365"/>
                      <a:pt x="1088" y="363"/>
                      <a:pt x="1085" y="363"/>
                    </a:cubicBezTo>
                    <a:cubicBezTo>
                      <a:pt x="1083" y="362"/>
                      <a:pt x="1082" y="362"/>
                      <a:pt x="1081" y="361"/>
                    </a:cubicBezTo>
                    <a:cubicBezTo>
                      <a:pt x="1080" y="360"/>
                      <a:pt x="1080" y="358"/>
                      <a:pt x="1079" y="356"/>
                    </a:cubicBezTo>
                    <a:cubicBezTo>
                      <a:pt x="1077" y="355"/>
                      <a:pt x="1076" y="356"/>
                      <a:pt x="1074" y="356"/>
                    </a:cubicBezTo>
                    <a:cubicBezTo>
                      <a:pt x="1072" y="356"/>
                      <a:pt x="1070" y="353"/>
                      <a:pt x="1068" y="352"/>
                    </a:cubicBezTo>
                    <a:cubicBezTo>
                      <a:pt x="1066" y="351"/>
                      <a:pt x="1060" y="350"/>
                      <a:pt x="1057" y="353"/>
                    </a:cubicBezTo>
                    <a:cubicBezTo>
                      <a:pt x="1056" y="354"/>
                      <a:pt x="1055" y="355"/>
                      <a:pt x="1052" y="355"/>
                    </a:cubicBezTo>
                    <a:cubicBezTo>
                      <a:pt x="1050" y="355"/>
                      <a:pt x="1049" y="353"/>
                      <a:pt x="1047" y="352"/>
                    </a:cubicBezTo>
                    <a:cubicBezTo>
                      <a:pt x="1047" y="351"/>
                      <a:pt x="1046" y="352"/>
                      <a:pt x="1045" y="352"/>
                    </a:cubicBezTo>
                    <a:cubicBezTo>
                      <a:pt x="1044" y="352"/>
                      <a:pt x="1043" y="352"/>
                      <a:pt x="1042" y="351"/>
                    </a:cubicBezTo>
                    <a:cubicBezTo>
                      <a:pt x="1040" y="350"/>
                      <a:pt x="1040" y="347"/>
                      <a:pt x="1037" y="346"/>
                    </a:cubicBezTo>
                    <a:cubicBezTo>
                      <a:pt x="1036" y="346"/>
                      <a:pt x="1035" y="346"/>
                      <a:pt x="1034" y="347"/>
                    </a:cubicBezTo>
                    <a:cubicBezTo>
                      <a:pt x="1033" y="347"/>
                      <a:pt x="1033" y="348"/>
                      <a:pt x="1033" y="349"/>
                    </a:cubicBezTo>
                    <a:cubicBezTo>
                      <a:pt x="1031" y="350"/>
                      <a:pt x="1029" y="350"/>
                      <a:pt x="1027" y="350"/>
                    </a:cubicBezTo>
                    <a:cubicBezTo>
                      <a:pt x="1025" y="350"/>
                      <a:pt x="1022" y="351"/>
                      <a:pt x="1020" y="350"/>
                    </a:cubicBezTo>
                    <a:cubicBezTo>
                      <a:pt x="1018" y="349"/>
                      <a:pt x="1017" y="347"/>
                      <a:pt x="1015" y="347"/>
                    </a:cubicBezTo>
                    <a:cubicBezTo>
                      <a:pt x="1013" y="347"/>
                      <a:pt x="1012" y="347"/>
                      <a:pt x="1010" y="346"/>
                    </a:cubicBezTo>
                    <a:cubicBezTo>
                      <a:pt x="1008" y="346"/>
                      <a:pt x="1006" y="344"/>
                      <a:pt x="1004" y="344"/>
                    </a:cubicBezTo>
                    <a:cubicBezTo>
                      <a:pt x="1003" y="343"/>
                      <a:pt x="1002" y="343"/>
                      <a:pt x="1000" y="343"/>
                    </a:cubicBezTo>
                    <a:cubicBezTo>
                      <a:pt x="999" y="342"/>
                      <a:pt x="997" y="341"/>
                      <a:pt x="996" y="339"/>
                    </a:cubicBezTo>
                    <a:cubicBezTo>
                      <a:pt x="993" y="337"/>
                      <a:pt x="992" y="334"/>
                      <a:pt x="988" y="334"/>
                    </a:cubicBezTo>
                    <a:cubicBezTo>
                      <a:pt x="986" y="333"/>
                      <a:pt x="984" y="333"/>
                      <a:pt x="983" y="333"/>
                    </a:cubicBezTo>
                    <a:cubicBezTo>
                      <a:pt x="981" y="333"/>
                      <a:pt x="980" y="333"/>
                      <a:pt x="979" y="332"/>
                    </a:cubicBezTo>
                    <a:cubicBezTo>
                      <a:pt x="978" y="332"/>
                      <a:pt x="977" y="332"/>
                      <a:pt x="976" y="331"/>
                    </a:cubicBezTo>
                    <a:cubicBezTo>
                      <a:pt x="975" y="331"/>
                      <a:pt x="974" y="330"/>
                      <a:pt x="973" y="330"/>
                    </a:cubicBezTo>
                    <a:cubicBezTo>
                      <a:pt x="971" y="329"/>
                      <a:pt x="970" y="329"/>
                      <a:pt x="969" y="328"/>
                    </a:cubicBezTo>
                    <a:cubicBezTo>
                      <a:pt x="968" y="328"/>
                      <a:pt x="967" y="327"/>
                      <a:pt x="966" y="326"/>
                    </a:cubicBezTo>
                    <a:cubicBezTo>
                      <a:pt x="964" y="324"/>
                      <a:pt x="962" y="324"/>
                      <a:pt x="960" y="323"/>
                    </a:cubicBezTo>
                    <a:cubicBezTo>
                      <a:pt x="958" y="323"/>
                      <a:pt x="956" y="323"/>
                      <a:pt x="954" y="323"/>
                    </a:cubicBezTo>
                    <a:cubicBezTo>
                      <a:pt x="952" y="323"/>
                      <a:pt x="950" y="323"/>
                      <a:pt x="948" y="324"/>
                    </a:cubicBezTo>
                    <a:cubicBezTo>
                      <a:pt x="946" y="325"/>
                      <a:pt x="943" y="325"/>
                      <a:pt x="941" y="325"/>
                    </a:cubicBezTo>
                    <a:cubicBezTo>
                      <a:pt x="940" y="326"/>
                      <a:pt x="938" y="326"/>
                      <a:pt x="936" y="326"/>
                    </a:cubicBezTo>
                    <a:cubicBezTo>
                      <a:pt x="931" y="325"/>
                      <a:pt x="928" y="322"/>
                      <a:pt x="924" y="320"/>
                    </a:cubicBezTo>
                    <a:cubicBezTo>
                      <a:pt x="920" y="319"/>
                      <a:pt x="918" y="317"/>
                      <a:pt x="916" y="314"/>
                    </a:cubicBezTo>
                    <a:cubicBezTo>
                      <a:pt x="913" y="311"/>
                      <a:pt x="910" y="309"/>
                      <a:pt x="907" y="307"/>
                    </a:cubicBezTo>
                    <a:cubicBezTo>
                      <a:pt x="904" y="305"/>
                      <a:pt x="901" y="302"/>
                      <a:pt x="898" y="301"/>
                    </a:cubicBezTo>
                    <a:cubicBezTo>
                      <a:pt x="896" y="300"/>
                      <a:pt x="894" y="299"/>
                      <a:pt x="892" y="298"/>
                    </a:cubicBezTo>
                    <a:cubicBezTo>
                      <a:pt x="889" y="298"/>
                      <a:pt x="887" y="299"/>
                      <a:pt x="884" y="299"/>
                    </a:cubicBezTo>
                    <a:cubicBezTo>
                      <a:pt x="881" y="299"/>
                      <a:pt x="877" y="298"/>
                      <a:pt x="875" y="300"/>
                    </a:cubicBezTo>
                    <a:cubicBezTo>
                      <a:pt x="873" y="302"/>
                      <a:pt x="871" y="303"/>
                      <a:pt x="870" y="305"/>
                    </a:cubicBezTo>
                    <a:cubicBezTo>
                      <a:pt x="868" y="306"/>
                      <a:pt x="867" y="306"/>
                      <a:pt x="865" y="306"/>
                    </a:cubicBezTo>
                    <a:cubicBezTo>
                      <a:pt x="862" y="306"/>
                      <a:pt x="860" y="306"/>
                      <a:pt x="857" y="307"/>
                    </a:cubicBezTo>
                    <a:cubicBezTo>
                      <a:pt x="856" y="308"/>
                      <a:pt x="856" y="309"/>
                      <a:pt x="854" y="310"/>
                    </a:cubicBezTo>
                    <a:cubicBezTo>
                      <a:pt x="853" y="311"/>
                      <a:pt x="851" y="312"/>
                      <a:pt x="850" y="311"/>
                    </a:cubicBezTo>
                    <a:cubicBezTo>
                      <a:pt x="849" y="311"/>
                      <a:pt x="848" y="311"/>
                      <a:pt x="848" y="310"/>
                    </a:cubicBezTo>
                    <a:cubicBezTo>
                      <a:pt x="848" y="309"/>
                      <a:pt x="849" y="308"/>
                      <a:pt x="849" y="308"/>
                    </a:cubicBezTo>
                    <a:cubicBezTo>
                      <a:pt x="850" y="306"/>
                      <a:pt x="847" y="304"/>
                      <a:pt x="846" y="304"/>
                    </a:cubicBezTo>
                    <a:cubicBezTo>
                      <a:pt x="844" y="303"/>
                      <a:pt x="841" y="302"/>
                      <a:pt x="839" y="303"/>
                    </a:cubicBezTo>
                    <a:cubicBezTo>
                      <a:pt x="837" y="303"/>
                      <a:pt x="836" y="305"/>
                      <a:pt x="835" y="307"/>
                    </a:cubicBezTo>
                    <a:cubicBezTo>
                      <a:pt x="834" y="307"/>
                      <a:pt x="833" y="307"/>
                      <a:pt x="832" y="307"/>
                    </a:cubicBezTo>
                    <a:cubicBezTo>
                      <a:pt x="831" y="307"/>
                      <a:pt x="830" y="307"/>
                      <a:pt x="829" y="307"/>
                    </a:cubicBezTo>
                    <a:cubicBezTo>
                      <a:pt x="827" y="307"/>
                      <a:pt x="825" y="308"/>
                      <a:pt x="823" y="309"/>
                    </a:cubicBezTo>
                    <a:cubicBezTo>
                      <a:pt x="821" y="310"/>
                      <a:pt x="819" y="311"/>
                      <a:pt x="817" y="312"/>
                    </a:cubicBezTo>
                    <a:cubicBezTo>
                      <a:pt x="815" y="312"/>
                      <a:pt x="812" y="312"/>
                      <a:pt x="810" y="312"/>
                    </a:cubicBezTo>
                    <a:cubicBezTo>
                      <a:pt x="808" y="311"/>
                      <a:pt x="807" y="310"/>
                      <a:pt x="805" y="309"/>
                    </a:cubicBezTo>
                    <a:cubicBezTo>
                      <a:pt x="802" y="308"/>
                      <a:pt x="799" y="308"/>
                      <a:pt x="795" y="307"/>
                    </a:cubicBezTo>
                    <a:cubicBezTo>
                      <a:pt x="793" y="306"/>
                      <a:pt x="786" y="303"/>
                      <a:pt x="785" y="307"/>
                    </a:cubicBezTo>
                    <a:cubicBezTo>
                      <a:pt x="785" y="309"/>
                      <a:pt x="785" y="311"/>
                      <a:pt x="784" y="313"/>
                    </a:cubicBezTo>
                    <a:cubicBezTo>
                      <a:pt x="782" y="315"/>
                      <a:pt x="779" y="316"/>
                      <a:pt x="777" y="317"/>
                    </a:cubicBezTo>
                    <a:cubicBezTo>
                      <a:pt x="774" y="318"/>
                      <a:pt x="771" y="320"/>
                      <a:pt x="769" y="321"/>
                    </a:cubicBezTo>
                    <a:cubicBezTo>
                      <a:pt x="767" y="323"/>
                      <a:pt x="765" y="324"/>
                      <a:pt x="762" y="325"/>
                    </a:cubicBezTo>
                    <a:cubicBezTo>
                      <a:pt x="758" y="326"/>
                      <a:pt x="755" y="322"/>
                      <a:pt x="751" y="322"/>
                    </a:cubicBezTo>
                    <a:cubicBezTo>
                      <a:pt x="746" y="322"/>
                      <a:pt x="742" y="325"/>
                      <a:pt x="738" y="323"/>
                    </a:cubicBezTo>
                    <a:cubicBezTo>
                      <a:pt x="736" y="322"/>
                      <a:pt x="735" y="321"/>
                      <a:pt x="734" y="320"/>
                    </a:cubicBezTo>
                    <a:cubicBezTo>
                      <a:pt x="732" y="318"/>
                      <a:pt x="730" y="317"/>
                      <a:pt x="729" y="316"/>
                    </a:cubicBezTo>
                    <a:cubicBezTo>
                      <a:pt x="727" y="313"/>
                      <a:pt x="736" y="314"/>
                      <a:pt x="737" y="314"/>
                    </a:cubicBezTo>
                    <a:cubicBezTo>
                      <a:pt x="739" y="315"/>
                      <a:pt x="740" y="317"/>
                      <a:pt x="742" y="317"/>
                    </a:cubicBezTo>
                    <a:cubicBezTo>
                      <a:pt x="744" y="319"/>
                      <a:pt x="747" y="319"/>
                      <a:pt x="750" y="319"/>
                    </a:cubicBezTo>
                    <a:cubicBezTo>
                      <a:pt x="752" y="319"/>
                      <a:pt x="755" y="319"/>
                      <a:pt x="758" y="318"/>
                    </a:cubicBezTo>
                    <a:cubicBezTo>
                      <a:pt x="760" y="318"/>
                      <a:pt x="762" y="317"/>
                      <a:pt x="761" y="315"/>
                    </a:cubicBezTo>
                    <a:cubicBezTo>
                      <a:pt x="761" y="314"/>
                      <a:pt x="760" y="313"/>
                      <a:pt x="759" y="312"/>
                    </a:cubicBezTo>
                    <a:cubicBezTo>
                      <a:pt x="759" y="311"/>
                      <a:pt x="758" y="310"/>
                      <a:pt x="758" y="309"/>
                    </a:cubicBezTo>
                    <a:cubicBezTo>
                      <a:pt x="758" y="308"/>
                      <a:pt x="758" y="308"/>
                      <a:pt x="758" y="309"/>
                    </a:cubicBezTo>
                    <a:cubicBezTo>
                      <a:pt x="759" y="309"/>
                      <a:pt x="760" y="309"/>
                      <a:pt x="761" y="310"/>
                    </a:cubicBezTo>
                    <a:cubicBezTo>
                      <a:pt x="763" y="310"/>
                      <a:pt x="765" y="310"/>
                      <a:pt x="767" y="309"/>
                    </a:cubicBezTo>
                    <a:cubicBezTo>
                      <a:pt x="769" y="307"/>
                      <a:pt x="770" y="306"/>
                      <a:pt x="772" y="306"/>
                    </a:cubicBezTo>
                    <a:cubicBezTo>
                      <a:pt x="774" y="306"/>
                      <a:pt x="778" y="308"/>
                      <a:pt x="779" y="306"/>
                    </a:cubicBezTo>
                    <a:cubicBezTo>
                      <a:pt x="781" y="305"/>
                      <a:pt x="780" y="302"/>
                      <a:pt x="780" y="301"/>
                    </a:cubicBezTo>
                    <a:cubicBezTo>
                      <a:pt x="781" y="299"/>
                      <a:pt x="783" y="298"/>
                      <a:pt x="785" y="297"/>
                    </a:cubicBezTo>
                    <a:cubicBezTo>
                      <a:pt x="787" y="296"/>
                      <a:pt x="790" y="294"/>
                      <a:pt x="792" y="292"/>
                    </a:cubicBezTo>
                    <a:cubicBezTo>
                      <a:pt x="793" y="291"/>
                      <a:pt x="794" y="290"/>
                      <a:pt x="795" y="289"/>
                    </a:cubicBezTo>
                    <a:cubicBezTo>
                      <a:pt x="796" y="289"/>
                      <a:pt x="797" y="288"/>
                      <a:pt x="797" y="287"/>
                    </a:cubicBezTo>
                    <a:cubicBezTo>
                      <a:pt x="797" y="285"/>
                      <a:pt x="792" y="285"/>
                      <a:pt x="791" y="285"/>
                    </a:cubicBezTo>
                    <a:cubicBezTo>
                      <a:pt x="787" y="285"/>
                      <a:pt x="783" y="285"/>
                      <a:pt x="779" y="285"/>
                    </a:cubicBezTo>
                    <a:cubicBezTo>
                      <a:pt x="776" y="285"/>
                      <a:pt x="775" y="285"/>
                      <a:pt x="774" y="283"/>
                    </a:cubicBezTo>
                    <a:cubicBezTo>
                      <a:pt x="770" y="277"/>
                      <a:pt x="763" y="279"/>
                      <a:pt x="757" y="282"/>
                    </a:cubicBezTo>
                    <a:cubicBezTo>
                      <a:pt x="754" y="283"/>
                      <a:pt x="750" y="285"/>
                      <a:pt x="747" y="287"/>
                    </a:cubicBezTo>
                    <a:cubicBezTo>
                      <a:pt x="745" y="289"/>
                      <a:pt x="743" y="291"/>
                      <a:pt x="740" y="293"/>
                    </a:cubicBezTo>
                    <a:cubicBezTo>
                      <a:pt x="738" y="294"/>
                      <a:pt x="736" y="295"/>
                      <a:pt x="733" y="295"/>
                    </a:cubicBezTo>
                    <a:cubicBezTo>
                      <a:pt x="734" y="292"/>
                      <a:pt x="737" y="290"/>
                      <a:pt x="739" y="288"/>
                    </a:cubicBezTo>
                    <a:cubicBezTo>
                      <a:pt x="742" y="286"/>
                      <a:pt x="745" y="284"/>
                      <a:pt x="748" y="282"/>
                    </a:cubicBezTo>
                    <a:cubicBezTo>
                      <a:pt x="751" y="281"/>
                      <a:pt x="753" y="280"/>
                      <a:pt x="756" y="278"/>
                    </a:cubicBezTo>
                    <a:cubicBezTo>
                      <a:pt x="758" y="276"/>
                      <a:pt x="760" y="274"/>
                      <a:pt x="763" y="272"/>
                    </a:cubicBezTo>
                    <a:cubicBezTo>
                      <a:pt x="766" y="271"/>
                      <a:pt x="770" y="270"/>
                      <a:pt x="773" y="272"/>
                    </a:cubicBezTo>
                    <a:cubicBezTo>
                      <a:pt x="776" y="273"/>
                      <a:pt x="778" y="275"/>
                      <a:pt x="781" y="274"/>
                    </a:cubicBezTo>
                    <a:cubicBezTo>
                      <a:pt x="784" y="273"/>
                      <a:pt x="786" y="270"/>
                      <a:pt x="788" y="269"/>
                    </a:cubicBezTo>
                    <a:cubicBezTo>
                      <a:pt x="792" y="267"/>
                      <a:pt x="796" y="268"/>
                      <a:pt x="800" y="269"/>
                    </a:cubicBezTo>
                    <a:cubicBezTo>
                      <a:pt x="801" y="269"/>
                      <a:pt x="803" y="269"/>
                      <a:pt x="803" y="270"/>
                    </a:cubicBezTo>
                    <a:cubicBezTo>
                      <a:pt x="803" y="271"/>
                      <a:pt x="800" y="273"/>
                      <a:pt x="799" y="273"/>
                    </a:cubicBezTo>
                    <a:cubicBezTo>
                      <a:pt x="797" y="274"/>
                      <a:pt x="792" y="278"/>
                      <a:pt x="795" y="280"/>
                    </a:cubicBezTo>
                    <a:cubicBezTo>
                      <a:pt x="797" y="281"/>
                      <a:pt x="800" y="281"/>
                      <a:pt x="803" y="281"/>
                    </a:cubicBezTo>
                    <a:cubicBezTo>
                      <a:pt x="805" y="282"/>
                      <a:pt x="807" y="279"/>
                      <a:pt x="809" y="278"/>
                    </a:cubicBezTo>
                    <a:cubicBezTo>
                      <a:pt x="811" y="275"/>
                      <a:pt x="813" y="272"/>
                      <a:pt x="816" y="270"/>
                    </a:cubicBezTo>
                    <a:cubicBezTo>
                      <a:pt x="820" y="267"/>
                      <a:pt x="824" y="265"/>
                      <a:pt x="828" y="262"/>
                    </a:cubicBezTo>
                    <a:cubicBezTo>
                      <a:pt x="830" y="259"/>
                      <a:pt x="833" y="256"/>
                      <a:pt x="836" y="254"/>
                    </a:cubicBezTo>
                    <a:cubicBezTo>
                      <a:pt x="838" y="253"/>
                      <a:pt x="843" y="250"/>
                      <a:pt x="843" y="247"/>
                    </a:cubicBezTo>
                    <a:cubicBezTo>
                      <a:pt x="842" y="244"/>
                      <a:pt x="836" y="247"/>
                      <a:pt x="834" y="248"/>
                    </a:cubicBezTo>
                    <a:cubicBezTo>
                      <a:pt x="831" y="249"/>
                      <a:pt x="827" y="252"/>
                      <a:pt x="823" y="252"/>
                    </a:cubicBezTo>
                    <a:cubicBezTo>
                      <a:pt x="822" y="252"/>
                      <a:pt x="820" y="252"/>
                      <a:pt x="819" y="251"/>
                    </a:cubicBezTo>
                    <a:cubicBezTo>
                      <a:pt x="819" y="250"/>
                      <a:pt x="818" y="250"/>
                      <a:pt x="818" y="249"/>
                    </a:cubicBezTo>
                    <a:cubicBezTo>
                      <a:pt x="818" y="249"/>
                      <a:pt x="818" y="248"/>
                      <a:pt x="818" y="248"/>
                    </a:cubicBezTo>
                    <a:cubicBezTo>
                      <a:pt x="818" y="247"/>
                      <a:pt x="819" y="247"/>
                      <a:pt x="819" y="247"/>
                    </a:cubicBezTo>
                    <a:cubicBezTo>
                      <a:pt x="819" y="246"/>
                      <a:pt x="817" y="245"/>
                      <a:pt x="817" y="245"/>
                    </a:cubicBezTo>
                    <a:cubicBezTo>
                      <a:pt x="815" y="244"/>
                      <a:pt x="813" y="244"/>
                      <a:pt x="812" y="244"/>
                    </a:cubicBezTo>
                    <a:cubicBezTo>
                      <a:pt x="810" y="244"/>
                      <a:pt x="809" y="246"/>
                      <a:pt x="808" y="246"/>
                    </a:cubicBezTo>
                    <a:cubicBezTo>
                      <a:pt x="806" y="246"/>
                      <a:pt x="804" y="246"/>
                      <a:pt x="803" y="246"/>
                    </a:cubicBezTo>
                    <a:cubicBezTo>
                      <a:pt x="801" y="246"/>
                      <a:pt x="799" y="245"/>
                      <a:pt x="799" y="243"/>
                    </a:cubicBezTo>
                    <a:cubicBezTo>
                      <a:pt x="798" y="242"/>
                      <a:pt x="798" y="241"/>
                      <a:pt x="796" y="241"/>
                    </a:cubicBezTo>
                    <a:cubicBezTo>
                      <a:pt x="794" y="240"/>
                      <a:pt x="792" y="241"/>
                      <a:pt x="791" y="240"/>
                    </a:cubicBezTo>
                    <a:cubicBezTo>
                      <a:pt x="789" y="240"/>
                      <a:pt x="789" y="238"/>
                      <a:pt x="789" y="237"/>
                    </a:cubicBezTo>
                    <a:cubicBezTo>
                      <a:pt x="789" y="235"/>
                      <a:pt x="788" y="233"/>
                      <a:pt x="786" y="232"/>
                    </a:cubicBezTo>
                    <a:cubicBezTo>
                      <a:pt x="785" y="232"/>
                      <a:pt x="784" y="231"/>
                      <a:pt x="782" y="231"/>
                    </a:cubicBezTo>
                    <a:cubicBezTo>
                      <a:pt x="780" y="230"/>
                      <a:pt x="779" y="230"/>
                      <a:pt x="777" y="230"/>
                    </a:cubicBezTo>
                    <a:cubicBezTo>
                      <a:pt x="775" y="229"/>
                      <a:pt x="773" y="228"/>
                      <a:pt x="771" y="228"/>
                    </a:cubicBezTo>
                    <a:cubicBezTo>
                      <a:pt x="771" y="228"/>
                      <a:pt x="771" y="228"/>
                      <a:pt x="770" y="227"/>
                    </a:cubicBezTo>
                    <a:cubicBezTo>
                      <a:pt x="768" y="227"/>
                      <a:pt x="769" y="225"/>
                      <a:pt x="768" y="224"/>
                    </a:cubicBezTo>
                    <a:cubicBezTo>
                      <a:pt x="768" y="223"/>
                      <a:pt x="768" y="221"/>
                      <a:pt x="769" y="222"/>
                    </a:cubicBezTo>
                    <a:cubicBezTo>
                      <a:pt x="770" y="222"/>
                      <a:pt x="771" y="223"/>
                      <a:pt x="772" y="223"/>
                    </a:cubicBezTo>
                    <a:cubicBezTo>
                      <a:pt x="773" y="224"/>
                      <a:pt x="774" y="224"/>
                      <a:pt x="775" y="224"/>
                    </a:cubicBezTo>
                    <a:cubicBezTo>
                      <a:pt x="777" y="224"/>
                      <a:pt x="778" y="223"/>
                      <a:pt x="780" y="224"/>
                    </a:cubicBezTo>
                    <a:cubicBezTo>
                      <a:pt x="781" y="224"/>
                      <a:pt x="783" y="225"/>
                      <a:pt x="784" y="226"/>
                    </a:cubicBezTo>
                    <a:cubicBezTo>
                      <a:pt x="787" y="228"/>
                      <a:pt x="789" y="229"/>
                      <a:pt x="792" y="229"/>
                    </a:cubicBezTo>
                    <a:cubicBezTo>
                      <a:pt x="794" y="230"/>
                      <a:pt x="795" y="229"/>
                      <a:pt x="797" y="231"/>
                    </a:cubicBezTo>
                    <a:cubicBezTo>
                      <a:pt x="798" y="231"/>
                      <a:pt x="799" y="232"/>
                      <a:pt x="800" y="232"/>
                    </a:cubicBezTo>
                    <a:cubicBezTo>
                      <a:pt x="802" y="232"/>
                      <a:pt x="803" y="231"/>
                      <a:pt x="804" y="232"/>
                    </a:cubicBezTo>
                    <a:cubicBezTo>
                      <a:pt x="805" y="232"/>
                      <a:pt x="807" y="232"/>
                      <a:pt x="808" y="233"/>
                    </a:cubicBezTo>
                    <a:cubicBezTo>
                      <a:pt x="809" y="233"/>
                      <a:pt x="811" y="235"/>
                      <a:pt x="812" y="234"/>
                    </a:cubicBezTo>
                    <a:cubicBezTo>
                      <a:pt x="813" y="234"/>
                      <a:pt x="814" y="232"/>
                      <a:pt x="814" y="231"/>
                    </a:cubicBezTo>
                    <a:cubicBezTo>
                      <a:pt x="815" y="230"/>
                      <a:pt x="815" y="229"/>
                      <a:pt x="816" y="229"/>
                    </a:cubicBezTo>
                    <a:cubicBezTo>
                      <a:pt x="818" y="228"/>
                      <a:pt x="818" y="227"/>
                      <a:pt x="818" y="225"/>
                    </a:cubicBezTo>
                    <a:cubicBezTo>
                      <a:pt x="818" y="224"/>
                      <a:pt x="818" y="223"/>
                      <a:pt x="818" y="221"/>
                    </a:cubicBezTo>
                    <a:cubicBezTo>
                      <a:pt x="817" y="220"/>
                      <a:pt x="817" y="219"/>
                      <a:pt x="817" y="219"/>
                    </a:cubicBezTo>
                    <a:cubicBezTo>
                      <a:pt x="815" y="217"/>
                      <a:pt x="813" y="218"/>
                      <a:pt x="811" y="218"/>
                    </a:cubicBezTo>
                    <a:cubicBezTo>
                      <a:pt x="809" y="217"/>
                      <a:pt x="809" y="216"/>
                      <a:pt x="808" y="214"/>
                    </a:cubicBezTo>
                    <a:cubicBezTo>
                      <a:pt x="808" y="213"/>
                      <a:pt x="809" y="212"/>
                      <a:pt x="809" y="211"/>
                    </a:cubicBezTo>
                    <a:cubicBezTo>
                      <a:pt x="812" y="210"/>
                      <a:pt x="814" y="212"/>
                      <a:pt x="815" y="213"/>
                    </a:cubicBezTo>
                    <a:cubicBezTo>
                      <a:pt x="816" y="215"/>
                      <a:pt x="819" y="216"/>
                      <a:pt x="820" y="215"/>
                    </a:cubicBezTo>
                    <a:cubicBezTo>
                      <a:pt x="821" y="214"/>
                      <a:pt x="821" y="213"/>
                      <a:pt x="821" y="213"/>
                    </a:cubicBezTo>
                    <a:cubicBezTo>
                      <a:pt x="822" y="212"/>
                      <a:pt x="822" y="212"/>
                      <a:pt x="823" y="211"/>
                    </a:cubicBezTo>
                    <a:cubicBezTo>
                      <a:pt x="824" y="210"/>
                      <a:pt x="825" y="209"/>
                      <a:pt x="827" y="209"/>
                    </a:cubicBezTo>
                    <a:cubicBezTo>
                      <a:pt x="829" y="209"/>
                      <a:pt x="831" y="209"/>
                      <a:pt x="833" y="209"/>
                    </a:cubicBezTo>
                    <a:cubicBezTo>
                      <a:pt x="836" y="209"/>
                      <a:pt x="838" y="209"/>
                      <a:pt x="841" y="209"/>
                    </a:cubicBezTo>
                    <a:cubicBezTo>
                      <a:pt x="842" y="209"/>
                      <a:pt x="842" y="209"/>
                      <a:pt x="843" y="209"/>
                    </a:cubicBezTo>
                    <a:cubicBezTo>
                      <a:pt x="845" y="209"/>
                      <a:pt x="845" y="206"/>
                      <a:pt x="845" y="205"/>
                    </a:cubicBezTo>
                    <a:cubicBezTo>
                      <a:pt x="846" y="203"/>
                      <a:pt x="848" y="201"/>
                      <a:pt x="850" y="200"/>
                    </a:cubicBezTo>
                    <a:cubicBezTo>
                      <a:pt x="852" y="198"/>
                      <a:pt x="855" y="197"/>
                      <a:pt x="857" y="195"/>
                    </a:cubicBezTo>
                    <a:cubicBezTo>
                      <a:pt x="859" y="194"/>
                      <a:pt x="861" y="192"/>
                      <a:pt x="864" y="191"/>
                    </a:cubicBezTo>
                    <a:cubicBezTo>
                      <a:pt x="866" y="190"/>
                      <a:pt x="869" y="190"/>
                      <a:pt x="872" y="189"/>
                    </a:cubicBezTo>
                    <a:cubicBezTo>
                      <a:pt x="875" y="189"/>
                      <a:pt x="878" y="187"/>
                      <a:pt x="881" y="186"/>
                    </a:cubicBezTo>
                    <a:cubicBezTo>
                      <a:pt x="883" y="185"/>
                      <a:pt x="885" y="185"/>
                      <a:pt x="887" y="184"/>
                    </a:cubicBezTo>
                    <a:cubicBezTo>
                      <a:pt x="890" y="183"/>
                      <a:pt x="892" y="181"/>
                      <a:pt x="895" y="181"/>
                    </a:cubicBezTo>
                    <a:cubicBezTo>
                      <a:pt x="896" y="180"/>
                      <a:pt x="897" y="180"/>
                      <a:pt x="898" y="179"/>
                    </a:cubicBezTo>
                    <a:cubicBezTo>
                      <a:pt x="901" y="178"/>
                      <a:pt x="903" y="177"/>
                      <a:pt x="905" y="175"/>
                    </a:cubicBezTo>
                    <a:cubicBezTo>
                      <a:pt x="906" y="174"/>
                      <a:pt x="907" y="174"/>
                      <a:pt x="908" y="173"/>
                    </a:cubicBezTo>
                    <a:cubicBezTo>
                      <a:pt x="910" y="172"/>
                      <a:pt x="911" y="171"/>
                      <a:pt x="912" y="170"/>
                    </a:cubicBezTo>
                    <a:cubicBezTo>
                      <a:pt x="915" y="168"/>
                      <a:pt x="919" y="166"/>
                      <a:pt x="921" y="163"/>
                    </a:cubicBezTo>
                    <a:cubicBezTo>
                      <a:pt x="923" y="161"/>
                      <a:pt x="924" y="160"/>
                      <a:pt x="925" y="159"/>
                    </a:cubicBezTo>
                    <a:cubicBezTo>
                      <a:pt x="927" y="158"/>
                      <a:pt x="928" y="156"/>
                      <a:pt x="930" y="155"/>
                    </a:cubicBezTo>
                    <a:cubicBezTo>
                      <a:pt x="933" y="154"/>
                      <a:pt x="937" y="154"/>
                      <a:pt x="941" y="154"/>
                    </a:cubicBezTo>
                    <a:cubicBezTo>
                      <a:pt x="944" y="154"/>
                      <a:pt x="947" y="154"/>
                      <a:pt x="949" y="153"/>
                    </a:cubicBezTo>
                    <a:cubicBezTo>
                      <a:pt x="953" y="153"/>
                      <a:pt x="956" y="152"/>
                      <a:pt x="959" y="151"/>
                    </a:cubicBezTo>
                    <a:cubicBezTo>
                      <a:pt x="962" y="151"/>
                      <a:pt x="965" y="149"/>
                      <a:pt x="967" y="146"/>
                    </a:cubicBezTo>
                    <a:cubicBezTo>
                      <a:pt x="968" y="145"/>
                      <a:pt x="968" y="143"/>
                      <a:pt x="969" y="141"/>
                    </a:cubicBezTo>
                    <a:cubicBezTo>
                      <a:pt x="970" y="139"/>
                      <a:pt x="972" y="138"/>
                      <a:pt x="974" y="136"/>
                    </a:cubicBezTo>
                    <a:cubicBezTo>
                      <a:pt x="977" y="133"/>
                      <a:pt x="982" y="131"/>
                      <a:pt x="985" y="127"/>
                    </a:cubicBezTo>
                    <a:cubicBezTo>
                      <a:pt x="987" y="124"/>
                      <a:pt x="988" y="120"/>
                      <a:pt x="988" y="117"/>
                    </a:cubicBezTo>
                    <a:cubicBezTo>
                      <a:pt x="989" y="114"/>
                      <a:pt x="987" y="113"/>
                      <a:pt x="985" y="112"/>
                    </a:cubicBezTo>
                    <a:cubicBezTo>
                      <a:pt x="982" y="111"/>
                      <a:pt x="980" y="110"/>
                      <a:pt x="980" y="107"/>
                    </a:cubicBezTo>
                    <a:cubicBezTo>
                      <a:pt x="979" y="104"/>
                      <a:pt x="980" y="101"/>
                      <a:pt x="982" y="98"/>
                    </a:cubicBezTo>
                    <a:cubicBezTo>
                      <a:pt x="983" y="96"/>
                      <a:pt x="986" y="96"/>
                      <a:pt x="988" y="94"/>
                    </a:cubicBezTo>
                    <a:cubicBezTo>
                      <a:pt x="991" y="93"/>
                      <a:pt x="992" y="90"/>
                      <a:pt x="993" y="88"/>
                    </a:cubicBezTo>
                    <a:cubicBezTo>
                      <a:pt x="995" y="84"/>
                      <a:pt x="997" y="82"/>
                      <a:pt x="1000" y="80"/>
                    </a:cubicBezTo>
                    <a:cubicBezTo>
                      <a:pt x="1002" y="78"/>
                      <a:pt x="1005" y="75"/>
                      <a:pt x="1004" y="72"/>
                    </a:cubicBezTo>
                    <a:cubicBezTo>
                      <a:pt x="1003" y="69"/>
                      <a:pt x="998" y="69"/>
                      <a:pt x="996" y="69"/>
                    </a:cubicBezTo>
                    <a:cubicBezTo>
                      <a:pt x="992" y="69"/>
                      <a:pt x="989" y="68"/>
                      <a:pt x="986" y="65"/>
                    </a:cubicBezTo>
                    <a:cubicBezTo>
                      <a:pt x="984" y="63"/>
                      <a:pt x="982" y="61"/>
                      <a:pt x="978" y="61"/>
                    </a:cubicBezTo>
                    <a:cubicBezTo>
                      <a:pt x="974" y="61"/>
                      <a:pt x="970" y="62"/>
                      <a:pt x="966" y="60"/>
                    </a:cubicBezTo>
                    <a:cubicBezTo>
                      <a:pt x="963" y="60"/>
                      <a:pt x="962" y="57"/>
                      <a:pt x="961" y="55"/>
                    </a:cubicBezTo>
                    <a:cubicBezTo>
                      <a:pt x="960" y="53"/>
                      <a:pt x="959" y="50"/>
                      <a:pt x="956" y="51"/>
                    </a:cubicBezTo>
                    <a:cubicBezTo>
                      <a:pt x="954" y="52"/>
                      <a:pt x="952" y="56"/>
                      <a:pt x="952" y="59"/>
                    </a:cubicBezTo>
                    <a:cubicBezTo>
                      <a:pt x="953" y="61"/>
                      <a:pt x="956" y="62"/>
                      <a:pt x="957" y="65"/>
                    </a:cubicBezTo>
                    <a:cubicBezTo>
                      <a:pt x="958" y="67"/>
                      <a:pt x="957" y="71"/>
                      <a:pt x="954" y="71"/>
                    </a:cubicBezTo>
                    <a:cubicBezTo>
                      <a:pt x="952" y="71"/>
                      <a:pt x="951" y="70"/>
                      <a:pt x="950" y="69"/>
                    </a:cubicBezTo>
                    <a:cubicBezTo>
                      <a:pt x="949" y="68"/>
                      <a:pt x="949" y="67"/>
                      <a:pt x="949" y="66"/>
                    </a:cubicBezTo>
                    <a:cubicBezTo>
                      <a:pt x="948" y="65"/>
                      <a:pt x="947" y="65"/>
                      <a:pt x="946" y="65"/>
                    </a:cubicBezTo>
                    <a:cubicBezTo>
                      <a:pt x="945" y="64"/>
                      <a:pt x="945" y="63"/>
                      <a:pt x="944" y="62"/>
                    </a:cubicBezTo>
                    <a:cubicBezTo>
                      <a:pt x="943" y="62"/>
                      <a:pt x="942" y="63"/>
                      <a:pt x="941" y="63"/>
                    </a:cubicBezTo>
                    <a:cubicBezTo>
                      <a:pt x="940" y="63"/>
                      <a:pt x="939" y="63"/>
                      <a:pt x="938" y="64"/>
                    </a:cubicBezTo>
                    <a:cubicBezTo>
                      <a:pt x="937" y="65"/>
                      <a:pt x="937" y="66"/>
                      <a:pt x="935" y="66"/>
                    </a:cubicBezTo>
                    <a:cubicBezTo>
                      <a:pt x="931" y="65"/>
                      <a:pt x="932" y="62"/>
                      <a:pt x="931" y="59"/>
                    </a:cubicBezTo>
                    <a:cubicBezTo>
                      <a:pt x="931" y="56"/>
                      <a:pt x="927" y="57"/>
                      <a:pt x="925" y="57"/>
                    </a:cubicBezTo>
                    <a:cubicBezTo>
                      <a:pt x="923" y="58"/>
                      <a:pt x="921" y="58"/>
                      <a:pt x="920" y="56"/>
                    </a:cubicBezTo>
                    <a:cubicBezTo>
                      <a:pt x="918" y="55"/>
                      <a:pt x="916" y="54"/>
                      <a:pt x="914" y="55"/>
                    </a:cubicBezTo>
                    <a:cubicBezTo>
                      <a:pt x="913" y="55"/>
                      <a:pt x="912" y="56"/>
                      <a:pt x="911" y="56"/>
                    </a:cubicBezTo>
                    <a:cubicBezTo>
                      <a:pt x="911" y="57"/>
                      <a:pt x="909" y="57"/>
                      <a:pt x="908" y="57"/>
                    </a:cubicBezTo>
                    <a:cubicBezTo>
                      <a:pt x="907" y="57"/>
                      <a:pt x="906" y="57"/>
                      <a:pt x="905" y="57"/>
                    </a:cubicBezTo>
                    <a:cubicBezTo>
                      <a:pt x="904" y="58"/>
                      <a:pt x="903" y="59"/>
                      <a:pt x="902" y="60"/>
                    </a:cubicBezTo>
                    <a:cubicBezTo>
                      <a:pt x="901" y="61"/>
                      <a:pt x="899" y="62"/>
                      <a:pt x="897" y="62"/>
                    </a:cubicBezTo>
                    <a:cubicBezTo>
                      <a:pt x="895" y="62"/>
                      <a:pt x="894" y="62"/>
                      <a:pt x="893" y="62"/>
                    </a:cubicBezTo>
                    <a:cubicBezTo>
                      <a:pt x="892" y="63"/>
                      <a:pt x="890" y="63"/>
                      <a:pt x="889" y="63"/>
                    </a:cubicBezTo>
                    <a:cubicBezTo>
                      <a:pt x="888" y="63"/>
                      <a:pt x="887" y="62"/>
                      <a:pt x="886" y="62"/>
                    </a:cubicBezTo>
                    <a:cubicBezTo>
                      <a:pt x="885" y="62"/>
                      <a:pt x="883" y="61"/>
                      <a:pt x="882" y="61"/>
                    </a:cubicBezTo>
                    <a:cubicBezTo>
                      <a:pt x="880" y="61"/>
                      <a:pt x="879" y="60"/>
                      <a:pt x="878" y="58"/>
                    </a:cubicBezTo>
                    <a:cubicBezTo>
                      <a:pt x="876" y="57"/>
                      <a:pt x="875" y="57"/>
                      <a:pt x="873" y="57"/>
                    </a:cubicBezTo>
                    <a:cubicBezTo>
                      <a:pt x="871" y="56"/>
                      <a:pt x="869" y="56"/>
                      <a:pt x="868" y="54"/>
                    </a:cubicBezTo>
                    <a:cubicBezTo>
                      <a:pt x="867" y="52"/>
                      <a:pt x="868" y="49"/>
                      <a:pt x="866" y="48"/>
                    </a:cubicBezTo>
                    <a:cubicBezTo>
                      <a:pt x="864" y="46"/>
                      <a:pt x="862" y="47"/>
                      <a:pt x="861" y="48"/>
                    </a:cubicBezTo>
                    <a:cubicBezTo>
                      <a:pt x="861" y="49"/>
                      <a:pt x="860" y="50"/>
                      <a:pt x="860" y="50"/>
                    </a:cubicBezTo>
                    <a:cubicBezTo>
                      <a:pt x="859" y="51"/>
                      <a:pt x="858" y="51"/>
                      <a:pt x="857" y="52"/>
                    </a:cubicBezTo>
                    <a:cubicBezTo>
                      <a:pt x="855" y="52"/>
                      <a:pt x="854" y="53"/>
                      <a:pt x="853" y="53"/>
                    </a:cubicBezTo>
                    <a:cubicBezTo>
                      <a:pt x="852" y="53"/>
                      <a:pt x="851" y="53"/>
                      <a:pt x="851" y="53"/>
                    </a:cubicBezTo>
                    <a:cubicBezTo>
                      <a:pt x="850" y="51"/>
                      <a:pt x="851" y="48"/>
                      <a:pt x="848" y="48"/>
                    </a:cubicBezTo>
                    <a:cubicBezTo>
                      <a:pt x="846" y="48"/>
                      <a:pt x="844" y="51"/>
                      <a:pt x="843" y="52"/>
                    </a:cubicBezTo>
                    <a:cubicBezTo>
                      <a:pt x="840" y="54"/>
                      <a:pt x="839" y="48"/>
                      <a:pt x="836" y="50"/>
                    </a:cubicBezTo>
                    <a:cubicBezTo>
                      <a:pt x="834" y="51"/>
                      <a:pt x="834" y="53"/>
                      <a:pt x="833" y="54"/>
                    </a:cubicBezTo>
                    <a:cubicBezTo>
                      <a:pt x="833" y="56"/>
                      <a:pt x="832" y="56"/>
                      <a:pt x="830" y="55"/>
                    </a:cubicBezTo>
                    <a:cubicBezTo>
                      <a:pt x="829" y="55"/>
                      <a:pt x="827" y="55"/>
                      <a:pt x="827" y="53"/>
                    </a:cubicBezTo>
                    <a:cubicBezTo>
                      <a:pt x="827" y="51"/>
                      <a:pt x="827" y="49"/>
                      <a:pt x="825" y="48"/>
                    </a:cubicBezTo>
                    <a:cubicBezTo>
                      <a:pt x="823" y="47"/>
                      <a:pt x="820" y="47"/>
                      <a:pt x="818" y="47"/>
                    </a:cubicBezTo>
                    <a:cubicBezTo>
                      <a:pt x="816" y="48"/>
                      <a:pt x="814" y="49"/>
                      <a:pt x="812" y="50"/>
                    </a:cubicBezTo>
                    <a:cubicBezTo>
                      <a:pt x="809" y="53"/>
                      <a:pt x="807" y="55"/>
                      <a:pt x="804" y="57"/>
                    </a:cubicBezTo>
                    <a:cubicBezTo>
                      <a:pt x="802" y="59"/>
                      <a:pt x="800" y="60"/>
                      <a:pt x="798" y="62"/>
                    </a:cubicBezTo>
                    <a:cubicBezTo>
                      <a:pt x="797" y="63"/>
                      <a:pt x="796" y="64"/>
                      <a:pt x="794" y="65"/>
                    </a:cubicBezTo>
                    <a:cubicBezTo>
                      <a:pt x="793" y="66"/>
                      <a:pt x="793" y="65"/>
                      <a:pt x="794" y="64"/>
                    </a:cubicBezTo>
                    <a:cubicBezTo>
                      <a:pt x="794" y="63"/>
                      <a:pt x="795" y="61"/>
                      <a:pt x="796" y="60"/>
                    </a:cubicBezTo>
                    <a:cubicBezTo>
                      <a:pt x="798" y="57"/>
                      <a:pt x="800" y="55"/>
                      <a:pt x="802" y="53"/>
                    </a:cubicBezTo>
                    <a:cubicBezTo>
                      <a:pt x="804" y="51"/>
                      <a:pt x="804" y="48"/>
                      <a:pt x="805" y="45"/>
                    </a:cubicBezTo>
                    <a:cubicBezTo>
                      <a:pt x="806" y="44"/>
                      <a:pt x="806" y="42"/>
                      <a:pt x="805" y="40"/>
                    </a:cubicBezTo>
                    <a:cubicBezTo>
                      <a:pt x="804" y="38"/>
                      <a:pt x="803" y="35"/>
                      <a:pt x="801" y="33"/>
                    </a:cubicBezTo>
                    <a:cubicBezTo>
                      <a:pt x="798" y="31"/>
                      <a:pt x="795" y="29"/>
                      <a:pt x="791" y="29"/>
                    </a:cubicBezTo>
                    <a:cubicBezTo>
                      <a:pt x="788" y="29"/>
                      <a:pt x="785" y="30"/>
                      <a:pt x="784" y="33"/>
                    </a:cubicBezTo>
                    <a:cubicBezTo>
                      <a:pt x="782" y="36"/>
                      <a:pt x="782" y="39"/>
                      <a:pt x="780" y="42"/>
                    </a:cubicBezTo>
                    <a:cubicBezTo>
                      <a:pt x="780" y="43"/>
                      <a:pt x="779" y="44"/>
                      <a:pt x="778" y="44"/>
                    </a:cubicBezTo>
                    <a:cubicBezTo>
                      <a:pt x="777" y="45"/>
                      <a:pt x="776" y="45"/>
                      <a:pt x="776" y="45"/>
                    </a:cubicBezTo>
                    <a:cubicBezTo>
                      <a:pt x="774" y="46"/>
                      <a:pt x="774" y="49"/>
                      <a:pt x="775" y="50"/>
                    </a:cubicBezTo>
                    <a:cubicBezTo>
                      <a:pt x="775" y="52"/>
                      <a:pt x="776" y="54"/>
                      <a:pt x="775" y="55"/>
                    </a:cubicBezTo>
                    <a:cubicBezTo>
                      <a:pt x="774" y="58"/>
                      <a:pt x="772" y="61"/>
                      <a:pt x="770" y="62"/>
                    </a:cubicBezTo>
                    <a:cubicBezTo>
                      <a:pt x="768" y="63"/>
                      <a:pt x="770" y="59"/>
                      <a:pt x="770" y="58"/>
                    </a:cubicBezTo>
                    <a:cubicBezTo>
                      <a:pt x="771" y="56"/>
                      <a:pt x="773" y="53"/>
                      <a:pt x="772" y="51"/>
                    </a:cubicBezTo>
                    <a:cubicBezTo>
                      <a:pt x="772" y="48"/>
                      <a:pt x="770" y="49"/>
                      <a:pt x="768" y="50"/>
                    </a:cubicBezTo>
                    <a:cubicBezTo>
                      <a:pt x="766" y="51"/>
                      <a:pt x="763" y="53"/>
                      <a:pt x="760" y="53"/>
                    </a:cubicBezTo>
                    <a:cubicBezTo>
                      <a:pt x="759" y="53"/>
                      <a:pt x="759" y="53"/>
                      <a:pt x="759" y="52"/>
                    </a:cubicBezTo>
                    <a:cubicBezTo>
                      <a:pt x="759" y="52"/>
                      <a:pt x="759" y="51"/>
                      <a:pt x="759" y="51"/>
                    </a:cubicBezTo>
                    <a:cubicBezTo>
                      <a:pt x="760" y="50"/>
                      <a:pt x="760" y="50"/>
                      <a:pt x="760" y="49"/>
                    </a:cubicBezTo>
                    <a:cubicBezTo>
                      <a:pt x="761" y="49"/>
                      <a:pt x="762" y="48"/>
                      <a:pt x="762" y="47"/>
                    </a:cubicBezTo>
                    <a:cubicBezTo>
                      <a:pt x="762" y="47"/>
                      <a:pt x="762" y="46"/>
                      <a:pt x="763" y="46"/>
                    </a:cubicBezTo>
                    <a:cubicBezTo>
                      <a:pt x="763" y="45"/>
                      <a:pt x="763" y="45"/>
                      <a:pt x="763" y="44"/>
                    </a:cubicBezTo>
                    <a:cubicBezTo>
                      <a:pt x="764" y="44"/>
                      <a:pt x="764" y="43"/>
                      <a:pt x="764" y="43"/>
                    </a:cubicBezTo>
                    <a:cubicBezTo>
                      <a:pt x="765" y="43"/>
                      <a:pt x="765" y="43"/>
                      <a:pt x="766" y="43"/>
                    </a:cubicBezTo>
                    <a:cubicBezTo>
                      <a:pt x="766" y="42"/>
                      <a:pt x="767" y="42"/>
                      <a:pt x="767" y="41"/>
                    </a:cubicBezTo>
                    <a:cubicBezTo>
                      <a:pt x="768" y="40"/>
                      <a:pt x="768" y="40"/>
                      <a:pt x="768" y="39"/>
                    </a:cubicBezTo>
                    <a:cubicBezTo>
                      <a:pt x="768" y="39"/>
                      <a:pt x="769" y="39"/>
                      <a:pt x="769" y="39"/>
                    </a:cubicBezTo>
                    <a:cubicBezTo>
                      <a:pt x="770" y="39"/>
                      <a:pt x="770" y="38"/>
                      <a:pt x="771" y="38"/>
                    </a:cubicBezTo>
                    <a:cubicBezTo>
                      <a:pt x="771" y="38"/>
                      <a:pt x="771" y="37"/>
                      <a:pt x="772" y="37"/>
                    </a:cubicBezTo>
                    <a:cubicBezTo>
                      <a:pt x="772" y="36"/>
                      <a:pt x="772" y="35"/>
                      <a:pt x="772" y="35"/>
                    </a:cubicBezTo>
                    <a:cubicBezTo>
                      <a:pt x="772" y="34"/>
                      <a:pt x="773" y="34"/>
                      <a:pt x="773" y="33"/>
                    </a:cubicBezTo>
                    <a:cubicBezTo>
                      <a:pt x="773" y="33"/>
                      <a:pt x="773" y="32"/>
                      <a:pt x="773" y="31"/>
                    </a:cubicBezTo>
                    <a:cubicBezTo>
                      <a:pt x="773" y="31"/>
                      <a:pt x="773" y="30"/>
                      <a:pt x="773" y="29"/>
                    </a:cubicBezTo>
                    <a:cubicBezTo>
                      <a:pt x="772" y="29"/>
                      <a:pt x="772" y="28"/>
                      <a:pt x="771" y="28"/>
                    </a:cubicBezTo>
                    <a:cubicBezTo>
                      <a:pt x="771" y="27"/>
                      <a:pt x="770" y="27"/>
                      <a:pt x="770" y="27"/>
                    </a:cubicBezTo>
                    <a:cubicBezTo>
                      <a:pt x="770" y="27"/>
                      <a:pt x="769" y="26"/>
                      <a:pt x="769" y="26"/>
                    </a:cubicBezTo>
                    <a:cubicBezTo>
                      <a:pt x="769" y="25"/>
                      <a:pt x="768" y="25"/>
                      <a:pt x="768" y="25"/>
                    </a:cubicBezTo>
                    <a:cubicBezTo>
                      <a:pt x="768" y="24"/>
                      <a:pt x="768" y="23"/>
                      <a:pt x="768" y="23"/>
                    </a:cubicBezTo>
                    <a:cubicBezTo>
                      <a:pt x="768" y="22"/>
                      <a:pt x="768" y="22"/>
                      <a:pt x="767" y="21"/>
                    </a:cubicBezTo>
                    <a:cubicBezTo>
                      <a:pt x="767" y="21"/>
                      <a:pt x="767" y="20"/>
                      <a:pt x="767" y="20"/>
                    </a:cubicBezTo>
                    <a:cubicBezTo>
                      <a:pt x="766" y="19"/>
                      <a:pt x="765" y="19"/>
                      <a:pt x="764" y="19"/>
                    </a:cubicBezTo>
                    <a:cubicBezTo>
                      <a:pt x="764" y="19"/>
                      <a:pt x="763" y="19"/>
                      <a:pt x="763" y="19"/>
                    </a:cubicBezTo>
                    <a:cubicBezTo>
                      <a:pt x="762" y="19"/>
                      <a:pt x="762" y="19"/>
                      <a:pt x="761" y="19"/>
                    </a:cubicBezTo>
                    <a:cubicBezTo>
                      <a:pt x="760" y="19"/>
                      <a:pt x="757" y="20"/>
                      <a:pt x="758" y="22"/>
                    </a:cubicBezTo>
                    <a:cubicBezTo>
                      <a:pt x="758" y="23"/>
                      <a:pt x="760" y="24"/>
                      <a:pt x="761" y="25"/>
                    </a:cubicBezTo>
                    <a:cubicBezTo>
                      <a:pt x="761" y="27"/>
                      <a:pt x="760" y="28"/>
                      <a:pt x="759" y="29"/>
                    </a:cubicBezTo>
                    <a:cubicBezTo>
                      <a:pt x="758" y="29"/>
                      <a:pt x="758" y="30"/>
                      <a:pt x="758" y="30"/>
                    </a:cubicBezTo>
                    <a:cubicBezTo>
                      <a:pt x="757" y="31"/>
                      <a:pt x="758" y="32"/>
                      <a:pt x="757" y="33"/>
                    </a:cubicBezTo>
                    <a:cubicBezTo>
                      <a:pt x="756" y="33"/>
                      <a:pt x="755" y="33"/>
                      <a:pt x="755" y="32"/>
                    </a:cubicBezTo>
                    <a:cubicBezTo>
                      <a:pt x="754" y="32"/>
                      <a:pt x="755" y="30"/>
                      <a:pt x="755" y="30"/>
                    </a:cubicBezTo>
                    <a:cubicBezTo>
                      <a:pt x="755" y="29"/>
                      <a:pt x="754" y="28"/>
                      <a:pt x="754" y="27"/>
                    </a:cubicBezTo>
                    <a:cubicBezTo>
                      <a:pt x="754" y="26"/>
                      <a:pt x="754" y="25"/>
                      <a:pt x="754" y="24"/>
                    </a:cubicBezTo>
                    <a:cubicBezTo>
                      <a:pt x="755" y="21"/>
                      <a:pt x="757" y="18"/>
                      <a:pt x="756" y="14"/>
                    </a:cubicBezTo>
                    <a:cubicBezTo>
                      <a:pt x="756" y="12"/>
                      <a:pt x="754" y="13"/>
                      <a:pt x="753" y="12"/>
                    </a:cubicBezTo>
                    <a:cubicBezTo>
                      <a:pt x="752" y="11"/>
                      <a:pt x="752" y="10"/>
                      <a:pt x="751" y="9"/>
                    </a:cubicBezTo>
                    <a:cubicBezTo>
                      <a:pt x="751" y="8"/>
                      <a:pt x="751" y="7"/>
                      <a:pt x="750" y="7"/>
                    </a:cubicBezTo>
                    <a:cubicBezTo>
                      <a:pt x="749" y="6"/>
                      <a:pt x="747" y="6"/>
                      <a:pt x="745" y="6"/>
                    </a:cubicBezTo>
                    <a:cubicBezTo>
                      <a:pt x="744" y="6"/>
                      <a:pt x="743" y="6"/>
                      <a:pt x="743" y="6"/>
                    </a:cubicBezTo>
                    <a:cubicBezTo>
                      <a:pt x="742" y="6"/>
                      <a:pt x="741" y="5"/>
                      <a:pt x="741" y="4"/>
                    </a:cubicBezTo>
                    <a:cubicBezTo>
                      <a:pt x="740" y="2"/>
                      <a:pt x="739" y="0"/>
                      <a:pt x="737" y="0"/>
                    </a:cubicBezTo>
                    <a:cubicBezTo>
                      <a:pt x="735" y="0"/>
                      <a:pt x="733" y="2"/>
                      <a:pt x="733" y="3"/>
                    </a:cubicBezTo>
                    <a:cubicBezTo>
                      <a:pt x="731" y="5"/>
                      <a:pt x="731" y="8"/>
                      <a:pt x="730" y="10"/>
                    </a:cubicBezTo>
                    <a:cubicBezTo>
                      <a:pt x="729" y="11"/>
                      <a:pt x="728" y="11"/>
                      <a:pt x="727" y="12"/>
                    </a:cubicBezTo>
                    <a:cubicBezTo>
                      <a:pt x="726" y="13"/>
                      <a:pt x="726" y="14"/>
                      <a:pt x="726" y="15"/>
                    </a:cubicBezTo>
                    <a:cubicBezTo>
                      <a:pt x="726" y="16"/>
                      <a:pt x="726" y="18"/>
                      <a:pt x="725" y="19"/>
                    </a:cubicBezTo>
                    <a:cubicBezTo>
                      <a:pt x="725" y="20"/>
                      <a:pt x="725" y="21"/>
                      <a:pt x="725" y="22"/>
                    </a:cubicBezTo>
                    <a:cubicBezTo>
                      <a:pt x="724" y="23"/>
                      <a:pt x="723" y="23"/>
                      <a:pt x="723" y="22"/>
                    </a:cubicBezTo>
                    <a:cubicBezTo>
                      <a:pt x="722" y="22"/>
                      <a:pt x="722" y="21"/>
                      <a:pt x="722" y="20"/>
                    </a:cubicBezTo>
                    <a:cubicBezTo>
                      <a:pt x="721" y="17"/>
                      <a:pt x="716" y="19"/>
                      <a:pt x="714" y="19"/>
                    </a:cubicBezTo>
                    <a:cubicBezTo>
                      <a:pt x="713" y="20"/>
                      <a:pt x="713" y="21"/>
                      <a:pt x="712" y="22"/>
                    </a:cubicBezTo>
                    <a:cubicBezTo>
                      <a:pt x="711" y="23"/>
                      <a:pt x="709" y="25"/>
                      <a:pt x="709" y="27"/>
                    </a:cubicBezTo>
                    <a:cubicBezTo>
                      <a:pt x="709" y="30"/>
                      <a:pt x="710" y="33"/>
                      <a:pt x="711" y="35"/>
                    </a:cubicBezTo>
                    <a:cubicBezTo>
                      <a:pt x="714" y="38"/>
                      <a:pt x="718" y="39"/>
                      <a:pt x="720" y="42"/>
                    </a:cubicBezTo>
                    <a:cubicBezTo>
                      <a:pt x="720" y="44"/>
                      <a:pt x="721" y="46"/>
                      <a:pt x="719" y="47"/>
                    </a:cubicBezTo>
                    <a:cubicBezTo>
                      <a:pt x="718" y="48"/>
                      <a:pt x="716" y="47"/>
                      <a:pt x="715" y="46"/>
                    </a:cubicBezTo>
                    <a:cubicBezTo>
                      <a:pt x="712" y="44"/>
                      <a:pt x="711" y="41"/>
                      <a:pt x="708" y="43"/>
                    </a:cubicBezTo>
                    <a:cubicBezTo>
                      <a:pt x="705" y="44"/>
                      <a:pt x="706" y="47"/>
                      <a:pt x="708" y="49"/>
                    </a:cubicBezTo>
                    <a:cubicBezTo>
                      <a:pt x="709" y="50"/>
                      <a:pt x="711" y="51"/>
                      <a:pt x="711" y="54"/>
                    </a:cubicBezTo>
                    <a:cubicBezTo>
                      <a:pt x="711" y="55"/>
                      <a:pt x="711" y="56"/>
                      <a:pt x="711" y="57"/>
                    </a:cubicBezTo>
                    <a:cubicBezTo>
                      <a:pt x="712" y="58"/>
                      <a:pt x="713" y="59"/>
                      <a:pt x="713" y="60"/>
                    </a:cubicBezTo>
                    <a:cubicBezTo>
                      <a:pt x="713" y="61"/>
                      <a:pt x="712" y="61"/>
                      <a:pt x="711" y="61"/>
                    </a:cubicBezTo>
                    <a:cubicBezTo>
                      <a:pt x="710" y="61"/>
                      <a:pt x="709" y="60"/>
                      <a:pt x="708" y="59"/>
                    </a:cubicBezTo>
                    <a:cubicBezTo>
                      <a:pt x="708" y="58"/>
                      <a:pt x="708" y="57"/>
                      <a:pt x="707" y="56"/>
                    </a:cubicBezTo>
                    <a:cubicBezTo>
                      <a:pt x="707" y="55"/>
                      <a:pt x="706" y="54"/>
                      <a:pt x="705" y="54"/>
                    </a:cubicBezTo>
                    <a:cubicBezTo>
                      <a:pt x="704" y="54"/>
                      <a:pt x="702" y="54"/>
                      <a:pt x="702" y="53"/>
                    </a:cubicBezTo>
                    <a:cubicBezTo>
                      <a:pt x="701" y="52"/>
                      <a:pt x="701" y="51"/>
                      <a:pt x="700" y="50"/>
                    </a:cubicBezTo>
                    <a:cubicBezTo>
                      <a:pt x="700" y="49"/>
                      <a:pt x="698" y="48"/>
                      <a:pt x="697" y="49"/>
                    </a:cubicBezTo>
                    <a:cubicBezTo>
                      <a:pt x="696" y="49"/>
                      <a:pt x="696" y="50"/>
                      <a:pt x="696" y="51"/>
                    </a:cubicBezTo>
                    <a:cubicBezTo>
                      <a:pt x="696" y="53"/>
                      <a:pt x="697" y="54"/>
                      <a:pt x="696" y="56"/>
                    </a:cubicBezTo>
                    <a:cubicBezTo>
                      <a:pt x="696" y="57"/>
                      <a:pt x="694" y="57"/>
                      <a:pt x="693" y="57"/>
                    </a:cubicBezTo>
                    <a:cubicBezTo>
                      <a:pt x="693" y="57"/>
                      <a:pt x="692" y="58"/>
                      <a:pt x="692" y="58"/>
                    </a:cubicBezTo>
                    <a:cubicBezTo>
                      <a:pt x="692" y="59"/>
                      <a:pt x="692" y="60"/>
                      <a:pt x="692" y="61"/>
                    </a:cubicBezTo>
                    <a:cubicBezTo>
                      <a:pt x="692" y="64"/>
                      <a:pt x="692" y="67"/>
                      <a:pt x="691" y="70"/>
                    </a:cubicBezTo>
                    <a:cubicBezTo>
                      <a:pt x="691" y="74"/>
                      <a:pt x="691" y="77"/>
                      <a:pt x="691" y="80"/>
                    </a:cubicBezTo>
                    <a:cubicBezTo>
                      <a:pt x="692" y="83"/>
                      <a:pt x="694" y="85"/>
                      <a:pt x="696" y="87"/>
                    </a:cubicBezTo>
                    <a:cubicBezTo>
                      <a:pt x="698" y="88"/>
                      <a:pt x="701" y="88"/>
                      <a:pt x="703" y="90"/>
                    </a:cubicBezTo>
                    <a:cubicBezTo>
                      <a:pt x="704" y="90"/>
                      <a:pt x="705" y="91"/>
                      <a:pt x="706" y="92"/>
                    </a:cubicBezTo>
                    <a:cubicBezTo>
                      <a:pt x="707" y="92"/>
                      <a:pt x="708" y="92"/>
                      <a:pt x="708" y="93"/>
                    </a:cubicBezTo>
                    <a:cubicBezTo>
                      <a:pt x="710" y="94"/>
                      <a:pt x="710" y="96"/>
                      <a:pt x="711" y="98"/>
                    </a:cubicBezTo>
                    <a:cubicBezTo>
                      <a:pt x="712" y="99"/>
                      <a:pt x="712" y="101"/>
                      <a:pt x="712" y="103"/>
                    </a:cubicBezTo>
                    <a:cubicBezTo>
                      <a:pt x="712" y="104"/>
                      <a:pt x="711" y="104"/>
                      <a:pt x="710" y="104"/>
                    </a:cubicBezTo>
                    <a:cubicBezTo>
                      <a:pt x="709" y="103"/>
                      <a:pt x="708" y="102"/>
                      <a:pt x="707" y="101"/>
                    </a:cubicBezTo>
                    <a:cubicBezTo>
                      <a:pt x="706" y="99"/>
                      <a:pt x="705" y="96"/>
                      <a:pt x="703" y="95"/>
                    </a:cubicBezTo>
                    <a:cubicBezTo>
                      <a:pt x="702" y="94"/>
                      <a:pt x="699" y="95"/>
                      <a:pt x="698" y="94"/>
                    </a:cubicBezTo>
                    <a:cubicBezTo>
                      <a:pt x="697" y="93"/>
                      <a:pt x="696" y="92"/>
                      <a:pt x="695" y="92"/>
                    </a:cubicBezTo>
                    <a:cubicBezTo>
                      <a:pt x="694" y="91"/>
                      <a:pt x="692" y="90"/>
                      <a:pt x="691" y="90"/>
                    </a:cubicBezTo>
                    <a:cubicBezTo>
                      <a:pt x="688" y="90"/>
                      <a:pt x="685" y="89"/>
                      <a:pt x="683" y="89"/>
                    </a:cubicBezTo>
                    <a:cubicBezTo>
                      <a:pt x="681" y="89"/>
                      <a:pt x="680" y="90"/>
                      <a:pt x="678" y="88"/>
                    </a:cubicBezTo>
                    <a:cubicBezTo>
                      <a:pt x="678" y="88"/>
                      <a:pt x="677" y="87"/>
                      <a:pt x="676" y="86"/>
                    </a:cubicBezTo>
                    <a:cubicBezTo>
                      <a:pt x="675" y="86"/>
                      <a:pt x="674" y="86"/>
                      <a:pt x="673" y="85"/>
                    </a:cubicBezTo>
                    <a:cubicBezTo>
                      <a:pt x="672" y="85"/>
                      <a:pt x="671" y="84"/>
                      <a:pt x="671" y="83"/>
                    </a:cubicBezTo>
                    <a:cubicBezTo>
                      <a:pt x="670" y="82"/>
                      <a:pt x="670" y="81"/>
                      <a:pt x="669" y="81"/>
                    </a:cubicBezTo>
                    <a:cubicBezTo>
                      <a:pt x="668" y="81"/>
                      <a:pt x="668" y="83"/>
                      <a:pt x="667" y="83"/>
                    </a:cubicBezTo>
                    <a:cubicBezTo>
                      <a:pt x="667" y="84"/>
                      <a:pt x="666" y="85"/>
                      <a:pt x="666" y="85"/>
                    </a:cubicBezTo>
                    <a:cubicBezTo>
                      <a:pt x="665" y="86"/>
                      <a:pt x="662" y="85"/>
                      <a:pt x="661" y="85"/>
                    </a:cubicBezTo>
                    <a:cubicBezTo>
                      <a:pt x="659" y="84"/>
                      <a:pt x="659" y="81"/>
                      <a:pt x="658" y="79"/>
                    </a:cubicBezTo>
                    <a:cubicBezTo>
                      <a:pt x="657" y="77"/>
                      <a:pt x="655" y="77"/>
                      <a:pt x="653" y="78"/>
                    </a:cubicBezTo>
                    <a:cubicBezTo>
                      <a:pt x="653" y="79"/>
                      <a:pt x="653" y="79"/>
                      <a:pt x="652" y="80"/>
                    </a:cubicBezTo>
                    <a:cubicBezTo>
                      <a:pt x="652" y="81"/>
                      <a:pt x="652" y="82"/>
                      <a:pt x="651" y="82"/>
                    </a:cubicBezTo>
                    <a:cubicBezTo>
                      <a:pt x="651" y="83"/>
                      <a:pt x="650" y="85"/>
                      <a:pt x="651" y="86"/>
                    </a:cubicBezTo>
                    <a:cubicBezTo>
                      <a:pt x="651" y="87"/>
                      <a:pt x="652" y="88"/>
                      <a:pt x="653" y="88"/>
                    </a:cubicBezTo>
                    <a:cubicBezTo>
                      <a:pt x="655" y="90"/>
                      <a:pt x="654" y="93"/>
                      <a:pt x="655" y="96"/>
                    </a:cubicBezTo>
                    <a:cubicBezTo>
                      <a:pt x="655" y="98"/>
                      <a:pt x="656" y="99"/>
                      <a:pt x="657" y="100"/>
                    </a:cubicBezTo>
                    <a:cubicBezTo>
                      <a:pt x="658" y="101"/>
                      <a:pt x="659" y="101"/>
                      <a:pt x="660" y="102"/>
                    </a:cubicBezTo>
                    <a:cubicBezTo>
                      <a:pt x="660" y="105"/>
                      <a:pt x="658" y="107"/>
                      <a:pt x="660" y="109"/>
                    </a:cubicBezTo>
                    <a:cubicBezTo>
                      <a:pt x="661" y="110"/>
                      <a:pt x="662" y="110"/>
                      <a:pt x="662" y="112"/>
                    </a:cubicBezTo>
                    <a:cubicBezTo>
                      <a:pt x="663" y="113"/>
                      <a:pt x="662" y="114"/>
                      <a:pt x="661" y="114"/>
                    </a:cubicBezTo>
                    <a:cubicBezTo>
                      <a:pt x="661" y="115"/>
                      <a:pt x="660" y="115"/>
                      <a:pt x="660" y="116"/>
                    </a:cubicBezTo>
                    <a:cubicBezTo>
                      <a:pt x="660" y="117"/>
                      <a:pt x="660" y="117"/>
                      <a:pt x="659" y="118"/>
                    </a:cubicBezTo>
                    <a:cubicBezTo>
                      <a:pt x="659" y="119"/>
                      <a:pt x="659" y="120"/>
                      <a:pt x="658" y="121"/>
                    </a:cubicBezTo>
                    <a:cubicBezTo>
                      <a:pt x="658" y="121"/>
                      <a:pt x="658" y="123"/>
                      <a:pt x="657" y="123"/>
                    </a:cubicBezTo>
                    <a:cubicBezTo>
                      <a:pt x="657" y="123"/>
                      <a:pt x="656" y="123"/>
                      <a:pt x="656" y="123"/>
                    </a:cubicBezTo>
                    <a:cubicBezTo>
                      <a:pt x="655" y="124"/>
                      <a:pt x="655" y="124"/>
                      <a:pt x="654" y="124"/>
                    </a:cubicBezTo>
                    <a:cubicBezTo>
                      <a:pt x="653" y="124"/>
                      <a:pt x="653" y="126"/>
                      <a:pt x="652" y="127"/>
                    </a:cubicBezTo>
                    <a:cubicBezTo>
                      <a:pt x="651" y="128"/>
                      <a:pt x="650" y="127"/>
                      <a:pt x="649" y="129"/>
                    </a:cubicBezTo>
                    <a:cubicBezTo>
                      <a:pt x="649" y="130"/>
                      <a:pt x="648" y="132"/>
                      <a:pt x="648" y="134"/>
                    </a:cubicBezTo>
                    <a:cubicBezTo>
                      <a:pt x="648" y="135"/>
                      <a:pt x="649" y="135"/>
                      <a:pt x="650" y="136"/>
                    </a:cubicBezTo>
                    <a:cubicBezTo>
                      <a:pt x="651" y="136"/>
                      <a:pt x="652" y="136"/>
                      <a:pt x="653" y="137"/>
                    </a:cubicBezTo>
                    <a:cubicBezTo>
                      <a:pt x="654" y="138"/>
                      <a:pt x="654" y="139"/>
                      <a:pt x="655" y="140"/>
                    </a:cubicBezTo>
                    <a:cubicBezTo>
                      <a:pt x="656" y="141"/>
                      <a:pt x="657" y="141"/>
                      <a:pt x="658" y="141"/>
                    </a:cubicBezTo>
                    <a:cubicBezTo>
                      <a:pt x="659" y="141"/>
                      <a:pt x="660" y="142"/>
                      <a:pt x="661" y="143"/>
                    </a:cubicBezTo>
                    <a:cubicBezTo>
                      <a:pt x="662" y="144"/>
                      <a:pt x="663" y="148"/>
                      <a:pt x="660" y="147"/>
                    </a:cubicBezTo>
                    <a:cubicBezTo>
                      <a:pt x="659" y="146"/>
                      <a:pt x="657" y="146"/>
                      <a:pt x="656" y="145"/>
                    </a:cubicBezTo>
                    <a:cubicBezTo>
                      <a:pt x="655" y="145"/>
                      <a:pt x="653" y="144"/>
                      <a:pt x="652" y="144"/>
                    </a:cubicBezTo>
                    <a:cubicBezTo>
                      <a:pt x="650" y="143"/>
                      <a:pt x="650" y="140"/>
                      <a:pt x="649" y="139"/>
                    </a:cubicBezTo>
                    <a:cubicBezTo>
                      <a:pt x="647" y="137"/>
                      <a:pt x="645" y="138"/>
                      <a:pt x="644" y="136"/>
                    </a:cubicBezTo>
                    <a:cubicBezTo>
                      <a:pt x="642" y="135"/>
                      <a:pt x="641" y="133"/>
                      <a:pt x="641" y="131"/>
                    </a:cubicBezTo>
                    <a:cubicBezTo>
                      <a:pt x="641" y="129"/>
                      <a:pt x="641" y="128"/>
                      <a:pt x="641" y="126"/>
                    </a:cubicBezTo>
                    <a:cubicBezTo>
                      <a:pt x="641" y="124"/>
                      <a:pt x="641" y="123"/>
                      <a:pt x="640" y="121"/>
                    </a:cubicBezTo>
                    <a:cubicBezTo>
                      <a:pt x="640" y="120"/>
                      <a:pt x="640" y="120"/>
                      <a:pt x="640" y="119"/>
                    </a:cubicBezTo>
                    <a:cubicBezTo>
                      <a:pt x="640" y="118"/>
                      <a:pt x="640" y="117"/>
                      <a:pt x="639" y="117"/>
                    </a:cubicBezTo>
                    <a:cubicBezTo>
                      <a:pt x="639" y="115"/>
                      <a:pt x="637" y="115"/>
                      <a:pt x="636" y="115"/>
                    </a:cubicBezTo>
                    <a:cubicBezTo>
                      <a:pt x="636" y="115"/>
                      <a:pt x="635" y="115"/>
                      <a:pt x="635" y="114"/>
                    </a:cubicBezTo>
                    <a:cubicBezTo>
                      <a:pt x="634" y="114"/>
                      <a:pt x="634" y="114"/>
                      <a:pt x="634" y="114"/>
                    </a:cubicBezTo>
                    <a:cubicBezTo>
                      <a:pt x="633" y="115"/>
                      <a:pt x="632" y="115"/>
                      <a:pt x="631" y="115"/>
                    </a:cubicBezTo>
                    <a:cubicBezTo>
                      <a:pt x="629" y="117"/>
                      <a:pt x="630" y="119"/>
                      <a:pt x="630" y="122"/>
                    </a:cubicBezTo>
                    <a:cubicBezTo>
                      <a:pt x="631" y="123"/>
                      <a:pt x="631" y="124"/>
                      <a:pt x="631" y="124"/>
                    </a:cubicBezTo>
                    <a:cubicBezTo>
                      <a:pt x="631" y="126"/>
                      <a:pt x="631" y="128"/>
                      <a:pt x="631" y="130"/>
                    </a:cubicBezTo>
                    <a:cubicBezTo>
                      <a:pt x="631" y="131"/>
                      <a:pt x="631" y="131"/>
                      <a:pt x="631" y="132"/>
                    </a:cubicBezTo>
                    <a:cubicBezTo>
                      <a:pt x="631" y="133"/>
                      <a:pt x="632" y="134"/>
                      <a:pt x="632" y="134"/>
                    </a:cubicBezTo>
                    <a:cubicBezTo>
                      <a:pt x="633" y="135"/>
                      <a:pt x="634" y="136"/>
                      <a:pt x="635" y="137"/>
                    </a:cubicBezTo>
                    <a:cubicBezTo>
                      <a:pt x="636" y="137"/>
                      <a:pt x="637" y="137"/>
                      <a:pt x="638" y="138"/>
                    </a:cubicBezTo>
                    <a:cubicBezTo>
                      <a:pt x="640" y="139"/>
                      <a:pt x="639" y="143"/>
                      <a:pt x="639" y="145"/>
                    </a:cubicBezTo>
                    <a:cubicBezTo>
                      <a:pt x="639" y="147"/>
                      <a:pt x="639" y="148"/>
                      <a:pt x="641" y="149"/>
                    </a:cubicBezTo>
                    <a:cubicBezTo>
                      <a:pt x="641" y="150"/>
                      <a:pt x="643" y="150"/>
                      <a:pt x="644" y="151"/>
                    </a:cubicBezTo>
                    <a:cubicBezTo>
                      <a:pt x="647" y="152"/>
                      <a:pt x="646" y="156"/>
                      <a:pt x="648" y="158"/>
                    </a:cubicBezTo>
                    <a:cubicBezTo>
                      <a:pt x="649" y="158"/>
                      <a:pt x="650" y="159"/>
                      <a:pt x="651" y="159"/>
                    </a:cubicBezTo>
                    <a:cubicBezTo>
                      <a:pt x="651" y="160"/>
                      <a:pt x="652" y="161"/>
                      <a:pt x="652" y="162"/>
                    </a:cubicBezTo>
                    <a:cubicBezTo>
                      <a:pt x="652" y="163"/>
                      <a:pt x="652" y="164"/>
                      <a:pt x="653" y="165"/>
                    </a:cubicBezTo>
                    <a:cubicBezTo>
                      <a:pt x="653" y="166"/>
                      <a:pt x="654" y="167"/>
                      <a:pt x="654" y="168"/>
                    </a:cubicBezTo>
                    <a:cubicBezTo>
                      <a:pt x="654" y="170"/>
                      <a:pt x="654" y="172"/>
                      <a:pt x="654" y="175"/>
                    </a:cubicBezTo>
                    <a:cubicBezTo>
                      <a:pt x="654" y="176"/>
                      <a:pt x="653" y="178"/>
                      <a:pt x="655" y="179"/>
                    </a:cubicBezTo>
                    <a:cubicBezTo>
                      <a:pt x="655" y="180"/>
                      <a:pt x="656" y="180"/>
                      <a:pt x="656" y="180"/>
                    </a:cubicBezTo>
                    <a:cubicBezTo>
                      <a:pt x="657" y="181"/>
                      <a:pt x="657" y="181"/>
                      <a:pt x="658" y="182"/>
                    </a:cubicBezTo>
                    <a:cubicBezTo>
                      <a:pt x="658" y="183"/>
                      <a:pt x="659" y="185"/>
                      <a:pt x="660" y="186"/>
                    </a:cubicBezTo>
                    <a:cubicBezTo>
                      <a:pt x="660" y="187"/>
                      <a:pt x="662" y="187"/>
                      <a:pt x="662" y="189"/>
                    </a:cubicBezTo>
                    <a:cubicBezTo>
                      <a:pt x="663" y="190"/>
                      <a:pt x="663" y="192"/>
                      <a:pt x="663" y="194"/>
                    </a:cubicBezTo>
                    <a:cubicBezTo>
                      <a:pt x="663" y="196"/>
                      <a:pt x="663" y="199"/>
                      <a:pt x="663" y="201"/>
                    </a:cubicBezTo>
                    <a:cubicBezTo>
                      <a:pt x="662" y="202"/>
                      <a:pt x="662" y="205"/>
                      <a:pt x="661" y="204"/>
                    </a:cubicBezTo>
                    <a:cubicBezTo>
                      <a:pt x="660" y="204"/>
                      <a:pt x="660" y="202"/>
                      <a:pt x="660" y="202"/>
                    </a:cubicBezTo>
                    <a:cubicBezTo>
                      <a:pt x="660" y="200"/>
                      <a:pt x="660" y="199"/>
                      <a:pt x="660" y="198"/>
                    </a:cubicBezTo>
                    <a:cubicBezTo>
                      <a:pt x="660" y="195"/>
                      <a:pt x="660" y="193"/>
                      <a:pt x="659" y="191"/>
                    </a:cubicBezTo>
                    <a:cubicBezTo>
                      <a:pt x="659" y="190"/>
                      <a:pt x="657" y="189"/>
                      <a:pt x="656" y="188"/>
                    </a:cubicBezTo>
                    <a:cubicBezTo>
                      <a:pt x="655" y="186"/>
                      <a:pt x="655" y="183"/>
                      <a:pt x="654" y="181"/>
                    </a:cubicBezTo>
                    <a:cubicBezTo>
                      <a:pt x="653" y="180"/>
                      <a:pt x="651" y="179"/>
                      <a:pt x="649" y="178"/>
                    </a:cubicBezTo>
                    <a:cubicBezTo>
                      <a:pt x="646" y="175"/>
                      <a:pt x="644" y="170"/>
                      <a:pt x="640" y="170"/>
                    </a:cubicBezTo>
                    <a:cubicBezTo>
                      <a:pt x="639" y="170"/>
                      <a:pt x="638" y="171"/>
                      <a:pt x="636" y="170"/>
                    </a:cubicBezTo>
                    <a:cubicBezTo>
                      <a:pt x="635" y="170"/>
                      <a:pt x="634" y="170"/>
                      <a:pt x="634" y="171"/>
                    </a:cubicBezTo>
                    <a:cubicBezTo>
                      <a:pt x="633" y="175"/>
                      <a:pt x="635" y="178"/>
                      <a:pt x="637" y="181"/>
                    </a:cubicBezTo>
                    <a:cubicBezTo>
                      <a:pt x="638" y="182"/>
                      <a:pt x="639" y="182"/>
                      <a:pt x="640" y="183"/>
                    </a:cubicBezTo>
                    <a:cubicBezTo>
                      <a:pt x="641" y="184"/>
                      <a:pt x="642" y="185"/>
                      <a:pt x="643" y="186"/>
                    </a:cubicBezTo>
                    <a:cubicBezTo>
                      <a:pt x="643" y="188"/>
                      <a:pt x="643" y="190"/>
                      <a:pt x="641" y="190"/>
                    </a:cubicBezTo>
                    <a:cubicBezTo>
                      <a:pt x="639" y="190"/>
                      <a:pt x="638" y="188"/>
                      <a:pt x="638" y="186"/>
                    </a:cubicBezTo>
                    <a:cubicBezTo>
                      <a:pt x="636" y="184"/>
                      <a:pt x="634" y="184"/>
                      <a:pt x="633" y="183"/>
                    </a:cubicBezTo>
                    <a:cubicBezTo>
                      <a:pt x="630" y="182"/>
                      <a:pt x="630" y="180"/>
                      <a:pt x="629" y="177"/>
                    </a:cubicBezTo>
                    <a:cubicBezTo>
                      <a:pt x="629" y="175"/>
                      <a:pt x="627" y="175"/>
                      <a:pt x="625" y="173"/>
                    </a:cubicBezTo>
                    <a:cubicBezTo>
                      <a:pt x="623" y="172"/>
                      <a:pt x="623" y="169"/>
                      <a:pt x="621" y="167"/>
                    </a:cubicBezTo>
                    <a:cubicBezTo>
                      <a:pt x="620" y="165"/>
                      <a:pt x="617" y="165"/>
                      <a:pt x="616" y="167"/>
                    </a:cubicBezTo>
                    <a:cubicBezTo>
                      <a:pt x="615" y="170"/>
                      <a:pt x="617" y="173"/>
                      <a:pt x="616" y="175"/>
                    </a:cubicBezTo>
                    <a:cubicBezTo>
                      <a:pt x="615" y="177"/>
                      <a:pt x="613" y="176"/>
                      <a:pt x="612" y="176"/>
                    </a:cubicBezTo>
                    <a:cubicBezTo>
                      <a:pt x="611" y="176"/>
                      <a:pt x="610" y="178"/>
                      <a:pt x="609" y="178"/>
                    </a:cubicBezTo>
                    <a:cubicBezTo>
                      <a:pt x="607" y="178"/>
                      <a:pt x="605" y="176"/>
                      <a:pt x="604" y="175"/>
                    </a:cubicBezTo>
                    <a:cubicBezTo>
                      <a:pt x="603" y="174"/>
                      <a:pt x="602" y="173"/>
                      <a:pt x="602" y="171"/>
                    </a:cubicBezTo>
                    <a:cubicBezTo>
                      <a:pt x="602" y="169"/>
                      <a:pt x="602" y="167"/>
                      <a:pt x="602" y="165"/>
                    </a:cubicBezTo>
                    <a:cubicBezTo>
                      <a:pt x="601" y="163"/>
                      <a:pt x="601" y="161"/>
                      <a:pt x="600" y="159"/>
                    </a:cubicBezTo>
                    <a:cubicBezTo>
                      <a:pt x="599" y="157"/>
                      <a:pt x="599" y="155"/>
                      <a:pt x="597" y="154"/>
                    </a:cubicBezTo>
                    <a:cubicBezTo>
                      <a:pt x="596" y="152"/>
                      <a:pt x="593" y="153"/>
                      <a:pt x="591" y="154"/>
                    </a:cubicBezTo>
                    <a:cubicBezTo>
                      <a:pt x="589" y="155"/>
                      <a:pt x="589" y="158"/>
                      <a:pt x="589" y="160"/>
                    </a:cubicBezTo>
                    <a:cubicBezTo>
                      <a:pt x="588" y="163"/>
                      <a:pt x="587" y="165"/>
                      <a:pt x="588" y="168"/>
                    </a:cubicBezTo>
                    <a:cubicBezTo>
                      <a:pt x="590" y="171"/>
                      <a:pt x="592" y="173"/>
                      <a:pt x="593" y="176"/>
                    </a:cubicBezTo>
                    <a:cubicBezTo>
                      <a:pt x="593" y="177"/>
                      <a:pt x="594" y="178"/>
                      <a:pt x="594" y="178"/>
                    </a:cubicBezTo>
                    <a:cubicBezTo>
                      <a:pt x="595" y="180"/>
                      <a:pt x="596" y="180"/>
                      <a:pt x="596" y="181"/>
                    </a:cubicBezTo>
                    <a:cubicBezTo>
                      <a:pt x="597" y="183"/>
                      <a:pt x="598" y="184"/>
                      <a:pt x="597" y="185"/>
                    </a:cubicBezTo>
                    <a:cubicBezTo>
                      <a:pt x="596" y="186"/>
                      <a:pt x="594" y="186"/>
                      <a:pt x="593" y="186"/>
                    </a:cubicBezTo>
                    <a:cubicBezTo>
                      <a:pt x="592" y="186"/>
                      <a:pt x="591" y="186"/>
                      <a:pt x="590" y="186"/>
                    </a:cubicBezTo>
                    <a:cubicBezTo>
                      <a:pt x="589" y="186"/>
                      <a:pt x="588" y="187"/>
                      <a:pt x="588" y="189"/>
                    </a:cubicBezTo>
                    <a:cubicBezTo>
                      <a:pt x="587" y="190"/>
                      <a:pt x="587" y="191"/>
                      <a:pt x="587" y="192"/>
                    </a:cubicBezTo>
                    <a:cubicBezTo>
                      <a:pt x="586" y="193"/>
                      <a:pt x="585" y="194"/>
                      <a:pt x="583" y="193"/>
                    </a:cubicBezTo>
                    <a:cubicBezTo>
                      <a:pt x="583" y="193"/>
                      <a:pt x="582" y="193"/>
                      <a:pt x="582" y="193"/>
                    </a:cubicBezTo>
                    <a:cubicBezTo>
                      <a:pt x="581" y="193"/>
                      <a:pt x="581" y="193"/>
                      <a:pt x="581" y="193"/>
                    </a:cubicBezTo>
                    <a:cubicBezTo>
                      <a:pt x="580" y="192"/>
                      <a:pt x="580" y="192"/>
                      <a:pt x="579" y="191"/>
                    </a:cubicBezTo>
                    <a:cubicBezTo>
                      <a:pt x="579" y="191"/>
                      <a:pt x="578" y="190"/>
                      <a:pt x="578" y="189"/>
                    </a:cubicBezTo>
                    <a:cubicBezTo>
                      <a:pt x="578" y="188"/>
                      <a:pt x="578" y="187"/>
                      <a:pt x="578" y="186"/>
                    </a:cubicBezTo>
                    <a:cubicBezTo>
                      <a:pt x="578" y="185"/>
                      <a:pt x="578" y="183"/>
                      <a:pt x="578" y="181"/>
                    </a:cubicBezTo>
                    <a:cubicBezTo>
                      <a:pt x="578" y="179"/>
                      <a:pt x="578" y="177"/>
                      <a:pt x="578" y="175"/>
                    </a:cubicBezTo>
                    <a:cubicBezTo>
                      <a:pt x="579" y="173"/>
                      <a:pt x="579" y="171"/>
                      <a:pt x="578" y="169"/>
                    </a:cubicBezTo>
                    <a:cubicBezTo>
                      <a:pt x="578" y="167"/>
                      <a:pt x="577" y="165"/>
                      <a:pt x="576" y="164"/>
                    </a:cubicBezTo>
                    <a:cubicBezTo>
                      <a:pt x="574" y="162"/>
                      <a:pt x="572" y="162"/>
                      <a:pt x="569" y="162"/>
                    </a:cubicBezTo>
                    <a:cubicBezTo>
                      <a:pt x="568" y="161"/>
                      <a:pt x="567" y="161"/>
                      <a:pt x="566" y="161"/>
                    </a:cubicBezTo>
                    <a:cubicBezTo>
                      <a:pt x="565" y="161"/>
                      <a:pt x="565" y="162"/>
                      <a:pt x="564" y="162"/>
                    </a:cubicBezTo>
                    <a:cubicBezTo>
                      <a:pt x="563" y="163"/>
                      <a:pt x="563" y="163"/>
                      <a:pt x="562" y="164"/>
                    </a:cubicBezTo>
                    <a:cubicBezTo>
                      <a:pt x="561" y="165"/>
                      <a:pt x="560" y="167"/>
                      <a:pt x="559" y="169"/>
                    </a:cubicBezTo>
                    <a:cubicBezTo>
                      <a:pt x="559" y="171"/>
                      <a:pt x="559" y="173"/>
                      <a:pt x="559" y="176"/>
                    </a:cubicBezTo>
                    <a:cubicBezTo>
                      <a:pt x="559" y="178"/>
                      <a:pt x="558" y="180"/>
                      <a:pt x="557" y="181"/>
                    </a:cubicBezTo>
                    <a:cubicBezTo>
                      <a:pt x="556" y="183"/>
                      <a:pt x="555" y="185"/>
                      <a:pt x="555" y="187"/>
                    </a:cubicBezTo>
                    <a:cubicBezTo>
                      <a:pt x="555" y="189"/>
                      <a:pt x="555" y="191"/>
                      <a:pt x="557" y="192"/>
                    </a:cubicBezTo>
                    <a:cubicBezTo>
                      <a:pt x="558" y="193"/>
                      <a:pt x="559" y="194"/>
                      <a:pt x="560" y="195"/>
                    </a:cubicBezTo>
                    <a:cubicBezTo>
                      <a:pt x="561" y="197"/>
                      <a:pt x="562" y="198"/>
                      <a:pt x="564" y="199"/>
                    </a:cubicBezTo>
                    <a:cubicBezTo>
                      <a:pt x="565" y="200"/>
                      <a:pt x="568" y="200"/>
                      <a:pt x="569" y="202"/>
                    </a:cubicBezTo>
                    <a:cubicBezTo>
                      <a:pt x="570" y="204"/>
                      <a:pt x="569" y="208"/>
                      <a:pt x="568" y="210"/>
                    </a:cubicBezTo>
                    <a:cubicBezTo>
                      <a:pt x="568" y="210"/>
                      <a:pt x="567" y="212"/>
                      <a:pt x="566" y="212"/>
                    </a:cubicBezTo>
                    <a:cubicBezTo>
                      <a:pt x="566" y="212"/>
                      <a:pt x="566" y="210"/>
                      <a:pt x="566" y="210"/>
                    </a:cubicBezTo>
                    <a:cubicBezTo>
                      <a:pt x="565" y="207"/>
                      <a:pt x="564" y="204"/>
                      <a:pt x="561" y="203"/>
                    </a:cubicBezTo>
                    <a:cubicBezTo>
                      <a:pt x="558" y="202"/>
                      <a:pt x="555" y="203"/>
                      <a:pt x="552" y="205"/>
                    </a:cubicBezTo>
                    <a:cubicBezTo>
                      <a:pt x="551" y="206"/>
                      <a:pt x="551" y="207"/>
                      <a:pt x="550" y="209"/>
                    </a:cubicBezTo>
                    <a:cubicBezTo>
                      <a:pt x="550" y="211"/>
                      <a:pt x="548" y="212"/>
                      <a:pt x="547" y="214"/>
                    </a:cubicBezTo>
                    <a:cubicBezTo>
                      <a:pt x="545" y="215"/>
                      <a:pt x="546" y="216"/>
                      <a:pt x="547" y="217"/>
                    </a:cubicBezTo>
                    <a:cubicBezTo>
                      <a:pt x="548" y="219"/>
                      <a:pt x="549" y="221"/>
                      <a:pt x="550" y="222"/>
                    </a:cubicBezTo>
                    <a:cubicBezTo>
                      <a:pt x="551" y="224"/>
                      <a:pt x="552" y="225"/>
                      <a:pt x="553" y="227"/>
                    </a:cubicBezTo>
                    <a:cubicBezTo>
                      <a:pt x="554" y="229"/>
                      <a:pt x="554" y="231"/>
                      <a:pt x="554" y="234"/>
                    </a:cubicBezTo>
                    <a:cubicBezTo>
                      <a:pt x="554" y="236"/>
                      <a:pt x="554" y="237"/>
                      <a:pt x="556" y="238"/>
                    </a:cubicBezTo>
                    <a:cubicBezTo>
                      <a:pt x="558" y="238"/>
                      <a:pt x="560" y="239"/>
                      <a:pt x="560" y="241"/>
                    </a:cubicBezTo>
                    <a:cubicBezTo>
                      <a:pt x="561" y="243"/>
                      <a:pt x="560" y="246"/>
                      <a:pt x="561" y="247"/>
                    </a:cubicBezTo>
                    <a:cubicBezTo>
                      <a:pt x="563" y="248"/>
                      <a:pt x="565" y="248"/>
                      <a:pt x="567" y="248"/>
                    </a:cubicBezTo>
                    <a:cubicBezTo>
                      <a:pt x="569" y="248"/>
                      <a:pt x="570" y="249"/>
                      <a:pt x="571" y="250"/>
                    </a:cubicBezTo>
                    <a:cubicBezTo>
                      <a:pt x="573" y="251"/>
                      <a:pt x="575" y="251"/>
                      <a:pt x="577" y="252"/>
                    </a:cubicBezTo>
                    <a:cubicBezTo>
                      <a:pt x="579" y="253"/>
                      <a:pt x="579" y="255"/>
                      <a:pt x="578" y="257"/>
                    </a:cubicBezTo>
                    <a:cubicBezTo>
                      <a:pt x="578" y="258"/>
                      <a:pt x="578" y="262"/>
                      <a:pt x="576" y="261"/>
                    </a:cubicBezTo>
                    <a:cubicBezTo>
                      <a:pt x="575" y="261"/>
                      <a:pt x="574" y="260"/>
                      <a:pt x="574" y="259"/>
                    </a:cubicBezTo>
                    <a:cubicBezTo>
                      <a:pt x="573" y="258"/>
                      <a:pt x="571" y="257"/>
                      <a:pt x="570" y="256"/>
                    </a:cubicBezTo>
                    <a:cubicBezTo>
                      <a:pt x="568" y="255"/>
                      <a:pt x="565" y="255"/>
                      <a:pt x="563" y="256"/>
                    </a:cubicBezTo>
                    <a:cubicBezTo>
                      <a:pt x="561" y="256"/>
                      <a:pt x="558" y="257"/>
                      <a:pt x="556" y="255"/>
                    </a:cubicBezTo>
                    <a:cubicBezTo>
                      <a:pt x="555" y="254"/>
                      <a:pt x="555" y="253"/>
                      <a:pt x="554" y="251"/>
                    </a:cubicBezTo>
                    <a:cubicBezTo>
                      <a:pt x="553" y="249"/>
                      <a:pt x="551" y="249"/>
                      <a:pt x="549" y="249"/>
                    </a:cubicBezTo>
                    <a:cubicBezTo>
                      <a:pt x="547" y="248"/>
                      <a:pt x="546" y="246"/>
                      <a:pt x="545" y="244"/>
                    </a:cubicBezTo>
                    <a:cubicBezTo>
                      <a:pt x="545" y="242"/>
                      <a:pt x="545" y="240"/>
                      <a:pt x="544" y="238"/>
                    </a:cubicBezTo>
                    <a:cubicBezTo>
                      <a:pt x="543" y="237"/>
                      <a:pt x="542" y="237"/>
                      <a:pt x="541" y="236"/>
                    </a:cubicBezTo>
                    <a:cubicBezTo>
                      <a:pt x="540" y="235"/>
                      <a:pt x="538" y="233"/>
                      <a:pt x="537" y="233"/>
                    </a:cubicBezTo>
                    <a:cubicBezTo>
                      <a:pt x="535" y="234"/>
                      <a:pt x="535" y="236"/>
                      <a:pt x="534" y="237"/>
                    </a:cubicBezTo>
                    <a:cubicBezTo>
                      <a:pt x="533" y="239"/>
                      <a:pt x="532" y="240"/>
                      <a:pt x="530" y="241"/>
                    </a:cubicBezTo>
                    <a:cubicBezTo>
                      <a:pt x="529" y="243"/>
                      <a:pt x="528" y="245"/>
                      <a:pt x="528" y="248"/>
                    </a:cubicBezTo>
                    <a:cubicBezTo>
                      <a:pt x="527" y="249"/>
                      <a:pt x="528" y="251"/>
                      <a:pt x="526" y="252"/>
                    </a:cubicBezTo>
                    <a:cubicBezTo>
                      <a:pt x="525" y="254"/>
                      <a:pt x="524" y="255"/>
                      <a:pt x="524" y="257"/>
                    </a:cubicBezTo>
                    <a:cubicBezTo>
                      <a:pt x="523" y="259"/>
                      <a:pt x="524" y="260"/>
                      <a:pt x="523" y="262"/>
                    </a:cubicBezTo>
                    <a:cubicBezTo>
                      <a:pt x="523" y="263"/>
                      <a:pt x="523" y="265"/>
                      <a:pt x="524" y="266"/>
                    </a:cubicBezTo>
                    <a:cubicBezTo>
                      <a:pt x="525" y="267"/>
                      <a:pt x="526" y="267"/>
                      <a:pt x="527" y="267"/>
                    </a:cubicBezTo>
                    <a:cubicBezTo>
                      <a:pt x="529" y="268"/>
                      <a:pt x="529" y="272"/>
                      <a:pt x="527" y="273"/>
                    </a:cubicBezTo>
                    <a:cubicBezTo>
                      <a:pt x="527" y="274"/>
                      <a:pt x="526" y="274"/>
                      <a:pt x="525" y="276"/>
                    </a:cubicBezTo>
                    <a:cubicBezTo>
                      <a:pt x="525" y="277"/>
                      <a:pt x="526" y="278"/>
                      <a:pt x="526" y="280"/>
                    </a:cubicBezTo>
                    <a:cubicBezTo>
                      <a:pt x="526" y="281"/>
                      <a:pt x="525" y="283"/>
                      <a:pt x="524" y="284"/>
                    </a:cubicBezTo>
                    <a:cubicBezTo>
                      <a:pt x="523" y="285"/>
                      <a:pt x="522" y="285"/>
                      <a:pt x="523" y="287"/>
                    </a:cubicBezTo>
                    <a:cubicBezTo>
                      <a:pt x="523" y="288"/>
                      <a:pt x="525" y="288"/>
                      <a:pt x="525" y="289"/>
                    </a:cubicBezTo>
                    <a:cubicBezTo>
                      <a:pt x="525" y="290"/>
                      <a:pt x="525" y="291"/>
                      <a:pt x="526" y="292"/>
                    </a:cubicBezTo>
                    <a:cubicBezTo>
                      <a:pt x="526" y="294"/>
                      <a:pt x="528" y="294"/>
                      <a:pt x="529" y="295"/>
                    </a:cubicBezTo>
                    <a:cubicBezTo>
                      <a:pt x="531" y="295"/>
                      <a:pt x="533" y="295"/>
                      <a:pt x="534" y="295"/>
                    </a:cubicBezTo>
                    <a:cubicBezTo>
                      <a:pt x="536" y="295"/>
                      <a:pt x="537" y="295"/>
                      <a:pt x="538" y="293"/>
                    </a:cubicBezTo>
                    <a:cubicBezTo>
                      <a:pt x="538" y="292"/>
                      <a:pt x="538" y="292"/>
                      <a:pt x="539" y="291"/>
                    </a:cubicBezTo>
                    <a:cubicBezTo>
                      <a:pt x="540" y="291"/>
                      <a:pt x="541" y="291"/>
                      <a:pt x="542" y="291"/>
                    </a:cubicBezTo>
                    <a:cubicBezTo>
                      <a:pt x="544" y="291"/>
                      <a:pt x="546" y="292"/>
                      <a:pt x="547" y="290"/>
                    </a:cubicBezTo>
                    <a:cubicBezTo>
                      <a:pt x="548" y="289"/>
                      <a:pt x="548" y="287"/>
                      <a:pt x="549" y="285"/>
                    </a:cubicBezTo>
                    <a:cubicBezTo>
                      <a:pt x="550" y="284"/>
                      <a:pt x="554" y="283"/>
                      <a:pt x="555" y="285"/>
                    </a:cubicBezTo>
                    <a:cubicBezTo>
                      <a:pt x="555" y="287"/>
                      <a:pt x="555" y="288"/>
                      <a:pt x="556" y="290"/>
                    </a:cubicBezTo>
                    <a:cubicBezTo>
                      <a:pt x="556" y="291"/>
                      <a:pt x="556" y="293"/>
                      <a:pt x="554" y="293"/>
                    </a:cubicBezTo>
                    <a:cubicBezTo>
                      <a:pt x="553" y="294"/>
                      <a:pt x="552" y="294"/>
                      <a:pt x="551" y="295"/>
                    </a:cubicBezTo>
                    <a:cubicBezTo>
                      <a:pt x="550" y="295"/>
                      <a:pt x="549" y="295"/>
                      <a:pt x="549" y="296"/>
                    </a:cubicBezTo>
                    <a:cubicBezTo>
                      <a:pt x="549" y="298"/>
                      <a:pt x="553" y="298"/>
                      <a:pt x="554" y="299"/>
                    </a:cubicBezTo>
                    <a:cubicBezTo>
                      <a:pt x="555" y="299"/>
                      <a:pt x="555" y="299"/>
                      <a:pt x="556" y="299"/>
                    </a:cubicBezTo>
                    <a:cubicBezTo>
                      <a:pt x="557" y="300"/>
                      <a:pt x="558" y="301"/>
                      <a:pt x="559" y="301"/>
                    </a:cubicBezTo>
                    <a:cubicBezTo>
                      <a:pt x="560" y="301"/>
                      <a:pt x="561" y="300"/>
                      <a:pt x="561" y="299"/>
                    </a:cubicBezTo>
                    <a:cubicBezTo>
                      <a:pt x="563" y="297"/>
                      <a:pt x="564" y="297"/>
                      <a:pt x="567" y="296"/>
                    </a:cubicBezTo>
                    <a:cubicBezTo>
                      <a:pt x="569" y="295"/>
                      <a:pt x="571" y="294"/>
                      <a:pt x="572" y="292"/>
                    </a:cubicBezTo>
                    <a:cubicBezTo>
                      <a:pt x="573" y="291"/>
                      <a:pt x="574" y="288"/>
                      <a:pt x="576" y="289"/>
                    </a:cubicBezTo>
                    <a:cubicBezTo>
                      <a:pt x="577" y="291"/>
                      <a:pt x="577" y="295"/>
                      <a:pt x="575" y="296"/>
                    </a:cubicBezTo>
                    <a:cubicBezTo>
                      <a:pt x="574" y="297"/>
                      <a:pt x="572" y="297"/>
                      <a:pt x="571" y="298"/>
                    </a:cubicBezTo>
                    <a:cubicBezTo>
                      <a:pt x="570" y="299"/>
                      <a:pt x="570" y="299"/>
                      <a:pt x="569" y="300"/>
                    </a:cubicBezTo>
                    <a:cubicBezTo>
                      <a:pt x="567" y="303"/>
                      <a:pt x="565" y="303"/>
                      <a:pt x="562" y="303"/>
                    </a:cubicBezTo>
                    <a:cubicBezTo>
                      <a:pt x="560" y="304"/>
                      <a:pt x="558" y="305"/>
                      <a:pt x="556" y="304"/>
                    </a:cubicBezTo>
                    <a:cubicBezTo>
                      <a:pt x="553" y="304"/>
                      <a:pt x="551" y="303"/>
                      <a:pt x="548" y="304"/>
                    </a:cubicBezTo>
                    <a:cubicBezTo>
                      <a:pt x="548" y="304"/>
                      <a:pt x="547" y="306"/>
                      <a:pt x="546" y="305"/>
                    </a:cubicBezTo>
                    <a:cubicBezTo>
                      <a:pt x="545" y="304"/>
                      <a:pt x="544" y="303"/>
                      <a:pt x="543" y="302"/>
                    </a:cubicBezTo>
                    <a:cubicBezTo>
                      <a:pt x="541" y="302"/>
                      <a:pt x="539" y="302"/>
                      <a:pt x="538" y="304"/>
                    </a:cubicBezTo>
                    <a:cubicBezTo>
                      <a:pt x="537" y="304"/>
                      <a:pt x="537" y="305"/>
                      <a:pt x="536" y="306"/>
                    </a:cubicBezTo>
                    <a:cubicBezTo>
                      <a:pt x="534" y="307"/>
                      <a:pt x="533" y="307"/>
                      <a:pt x="531" y="308"/>
                    </a:cubicBezTo>
                    <a:cubicBezTo>
                      <a:pt x="530" y="309"/>
                      <a:pt x="530" y="310"/>
                      <a:pt x="530" y="312"/>
                    </a:cubicBezTo>
                    <a:cubicBezTo>
                      <a:pt x="529" y="314"/>
                      <a:pt x="531" y="315"/>
                      <a:pt x="533" y="316"/>
                    </a:cubicBezTo>
                    <a:cubicBezTo>
                      <a:pt x="535" y="317"/>
                      <a:pt x="537" y="316"/>
                      <a:pt x="540" y="316"/>
                    </a:cubicBezTo>
                    <a:cubicBezTo>
                      <a:pt x="541" y="316"/>
                      <a:pt x="542" y="317"/>
                      <a:pt x="543" y="318"/>
                    </a:cubicBezTo>
                    <a:cubicBezTo>
                      <a:pt x="544" y="320"/>
                      <a:pt x="545" y="321"/>
                      <a:pt x="546" y="322"/>
                    </a:cubicBezTo>
                    <a:cubicBezTo>
                      <a:pt x="549" y="323"/>
                      <a:pt x="551" y="323"/>
                      <a:pt x="553" y="323"/>
                    </a:cubicBezTo>
                    <a:cubicBezTo>
                      <a:pt x="555" y="323"/>
                      <a:pt x="557" y="324"/>
                      <a:pt x="558" y="323"/>
                    </a:cubicBezTo>
                    <a:cubicBezTo>
                      <a:pt x="560" y="321"/>
                      <a:pt x="561" y="320"/>
                      <a:pt x="563" y="319"/>
                    </a:cubicBezTo>
                    <a:cubicBezTo>
                      <a:pt x="565" y="319"/>
                      <a:pt x="567" y="318"/>
                      <a:pt x="569" y="318"/>
                    </a:cubicBezTo>
                    <a:cubicBezTo>
                      <a:pt x="570" y="318"/>
                      <a:pt x="572" y="318"/>
                      <a:pt x="572" y="320"/>
                    </a:cubicBezTo>
                    <a:cubicBezTo>
                      <a:pt x="573" y="320"/>
                      <a:pt x="573" y="322"/>
                      <a:pt x="572" y="322"/>
                    </a:cubicBezTo>
                    <a:cubicBezTo>
                      <a:pt x="571" y="322"/>
                      <a:pt x="569" y="321"/>
                      <a:pt x="568" y="321"/>
                    </a:cubicBezTo>
                    <a:cubicBezTo>
                      <a:pt x="566" y="321"/>
                      <a:pt x="565" y="321"/>
                      <a:pt x="563" y="322"/>
                    </a:cubicBezTo>
                    <a:cubicBezTo>
                      <a:pt x="562" y="322"/>
                      <a:pt x="560" y="322"/>
                      <a:pt x="559" y="323"/>
                    </a:cubicBezTo>
                    <a:cubicBezTo>
                      <a:pt x="558" y="324"/>
                      <a:pt x="559" y="325"/>
                      <a:pt x="559" y="326"/>
                    </a:cubicBezTo>
                    <a:cubicBezTo>
                      <a:pt x="559" y="327"/>
                      <a:pt x="558" y="328"/>
                      <a:pt x="558" y="329"/>
                    </a:cubicBezTo>
                    <a:cubicBezTo>
                      <a:pt x="558" y="330"/>
                      <a:pt x="558" y="334"/>
                      <a:pt x="559" y="334"/>
                    </a:cubicBezTo>
                    <a:cubicBezTo>
                      <a:pt x="560" y="334"/>
                      <a:pt x="560" y="333"/>
                      <a:pt x="561" y="334"/>
                    </a:cubicBezTo>
                    <a:cubicBezTo>
                      <a:pt x="562" y="335"/>
                      <a:pt x="562" y="336"/>
                      <a:pt x="563" y="337"/>
                    </a:cubicBezTo>
                    <a:cubicBezTo>
                      <a:pt x="564" y="338"/>
                      <a:pt x="565" y="338"/>
                      <a:pt x="566" y="339"/>
                    </a:cubicBezTo>
                    <a:cubicBezTo>
                      <a:pt x="567" y="340"/>
                      <a:pt x="568" y="341"/>
                      <a:pt x="568" y="342"/>
                    </a:cubicBezTo>
                    <a:cubicBezTo>
                      <a:pt x="568" y="344"/>
                      <a:pt x="566" y="344"/>
                      <a:pt x="565" y="344"/>
                    </a:cubicBezTo>
                    <a:cubicBezTo>
                      <a:pt x="563" y="342"/>
                      <a:pt x="562" y="340"/>
                      <a:pt x="560" y="338"/>
                    </a:cubicBezTo>
                    <a:cubicBezTo>
                      <a:pt x="559" y="337"/>
                      <a:pt x="558" y="336"/>
                      <a:pt x="557" y="336"/>
                    </a:cubicBezTo>
                    <a:cubicBezTo>
                      <a:pt x="556" y="335"/>
                      <a:pt x="555" y="334"/>
                      <a:pt x="555" y="333"/>
                    </a:cubicBezTo>
                    <a:cubicBezTo>
                      <a:pt x="555" y="332"/>
                      <a:pt x="555" y="331"/>
                      <a:pt x="555" y="331"/>
                    </a:cubicBezTo>
                    <a:cubicBezTo>
                      <a:pt x="554" y="330"/>
                      <a:pt x="554" y="329"/>
                      <a:pt x="554" y="329"/>
                    </a:cubicBezTo>
                    <a:cubicBezTo>
                      <a:pt x="553" y="327"/>
                      <a:pt x="551" y="326"/>
                      <a:pt x="550" y="326"/>
                    </a:cubicBezTo>
                    <a:cubicBezTo>
                      <a:pt x="548" y="326"/>
                      <a:pt x="546" y="327"/>
                      <a:pt x="545" y="327"/>
                    </a:cubicBezTo>
                    <a:cubicBezTo>
                      <a:pt x="543" y="327"/>
                      <a:pt x="542" y="326"/>
                      <a:pt x="541" y="326"/>
                    </a:cubicBezTo>
                    <a:cubicBezTo>
                      <a:pt x="540" y="327"/>
                      <a:pt x="539" y="327"/>
                      <a:pt x="538" y="327"/>
                    </a:cubicBezTo>
                    <a:cubicBezTo>
                      <a:pt x="534" y="329"/>
                      <a:pt x="536" y="332"/>
                      <a:pt x="536" y="335"/>
                    </a:cubicBezTo>
                    <a:cubicBezTo>
                      <a:pt x="535" y="338"/>
                      <a:pt x="532" y="338"/>
                      <a:pt x="531" y="340"/>
                    </a:cubicBezTo>
                    <a:cubicBezTo>
                      <a:pt x="530" y="341"/>
                      <a:pt x="530" y="342"/>
                      <a:pt x="529" y="342"/>
                    </a:cubicBezTo>
                    <a:cubicBezTo>
                      <a:pt x="528" y="343"/>
                      <a:pt x="526" y="344"/>
                      <a:pt x="525" y="345"/>
                    </a:cubicBezTo>
                    <a:cubicBezTo>
                      <a:pt x="524" y="345"/>
                      <a:pt x="523" y="347"/>
                      <a:pt x="523" y="348"/>
                    </a:cubicBezTo>
                    <a:cubicBezTo>
                      <a:pt x="523" y="350"/>
                      <a:pt x="524" y="351"/>
                      <a:pt x="526" y="351"/>
                    </a:cubicBezTo>
                    <a:cubicBezTo>
                      <a:pt x="527" y="351"/>
                      <a:pt x="529" y="351"/>
                      <a:pt x="531" y="353"/>
                    </a:cubicBezTo>
                    <a:cubicBezTo>
                      <a:pt x="532" y="354"/>
                      <a:pt x="533" y="355"/>
                      <a:pt x="535" y="355"/>
                    </a:cubicBezTo>
                    <a:cubicBezTo>
                      <a:pt x="536" y="356"/>
                      <a:pt x="538" y="356"/>
                      <a:pt x="539" y="358"/>
                    </a:cubicBezTo>
                    <a:cubicBezTo>
                      <a:pt x="540" y="359"/>
                      <a:pt x="540" y="361"/>
                      <a:pt x="541" y="362"/>
                    </a:cubicBezTo>
                    <a:cubicBezTo>
                      <a:pt x="541" y="369"/>
                      <a:pt x="550" y="369"/>
                      <a:pt x="555" y="369"/>
                    </a:cubicBezTo>
                    <a:cubicBezTo>
                      <a:pt x="556" y="369"/>
                      <a:pt x="558" y="369"/>
                      <a:pt x="558" y="369"/>
                    </a:cubicBezTo>
                    <a:cubicBezTo>
                      <a:pt x="559" y="370"/>
                      <a:pt x="560" y="371"/>
                      <a:pt x="559" y="372"/>
                    </a:cubicBezTo>
                    <a:cubicBezTo>
                      <a:pt x="559" y="373"/>
                      <a:pt x="557" y="373"/>
                      <a:pt x="556" y="374"/>
                    </a:cubicBezTo>
                    <a:cubicBezTo>
                      <a:pt x="554" y="374"/>
                      <a:pt x="552" y="374"/>
                      <a:pt x="550" y="374"/>
                    </a:cubicBezTo>
                    <a:cubicBezTo>
                      <a:pt x="548" y="374"/>
                      <a:pt x="546" y="373"/>
                      <a:pt x="544" y="373"/>
                    </a:cubicBezTo>
                    <a:cubicBezTo>
                      <a:pt x="543" y="374"/>
                      <a:pt x="542" y="374"/>
                      <a:pt x="541" y="374"/>
                    </a:cubicBezTo>
                    <a:cubicBezTo>
                      <a:pt x="540" y="374"/>
                      <a:pt x="538" y="373"/>
                      <a:pt x="537" y="372"/>
                    </a:cubicBezTo>
                    <a:cubicBezTo>
                      <a:pt x="536" y="371"/>
                      <a:pt x="536" y="370"/>
                      <a:pt x="536" y="369"/>
                    </a:cubicBezTo>
                    <a:cubicBezTo>
                      <a:pt x="535" y="366"/>
                      <a:pt x="532" y="364"/>
                      <a:pt x="529" y="361"/>
                    </a:cubicBezTo>
                    <a:cubicBezTo>
                      <a:pt x="526" y="359"/>
                      <a:pt x="523" y="357"/>
                      <a:pt x="519" y="358"/>
                    </a:cubicBezTo>
                    <a:cubicBezTo>
                      <a:pt x="517" y="358"/>
                      <a:pt x="515" y="358"/>
                      <a:pt x="514" y="359"/>
                    </a:cubicBezTo>
                    <a:cubicBezTo>
                      <a:pt x="512" y="359"/>
                      <a:pt x="512" y="361"/>
                      <a:pt x="511" y="362"/>
                    </a:cubicBezTo>
                    <a:cubicBezTo>
                      <a:pt x="509" y="365"/>
                      <a:pt x="505" y="363"/>
                      <a:pt x="503" y="365"/>
                    </a:cubicBezTo>
                    <a:cubicBezTo>
                      <a:pt x="502" y="367"/>
                      <a:pt x="502" y="371"/>
                      <a:pt x="502" y="374"/>
                    </a:cubicBezTo>
                    <a:cubicBezTo>
                      <a:pt x="503" y="375"/>
                      <a:pt x="504" y="377"/>
                      <a:pt x="505" y="378"/>
                    </a:cubicBezTo>
                    <a:cubicBezTo>
                      <a:pt x="507" y="378"/>
                      <a:pt x="508" y="378"/>
                      <a:pt x="510" y="378"/>
                    </a:cubicBezTo>
                    <a:cubicBezTo>
                      <a:pt x="511" y="377"/>
                      <a:pt x="512" y="377"/>
                      <a:pt x="513" y="378"/>
                    </a:cubicBezTo>
                    <a:cubicBezTo>
                      <a:pt x="514" y="378"/>
                      <a:pt x="514" y="379"/>
                      <a:pt x="513" y="380"/>
                    </a:cubicBezTo>
                    <a:cubicBezTo>
                      <a:pt x="513" y="381"/>
                      <a:pt x="513" y="383"/>
                      <a:pt x="513" y="384"/>
                    </a:cubicBezTo>
                    <a:cubicBezTo>
                      <a:pt x="513" y="385"/>
                      <a:pt x="513" y="386"/>
                      <a:pt x="513" y="387"/>
                    </a:cubicBezTo>
                    <a:cubicBezTo>
                      <a:pt x="514" y="388"/>
                      <a:pt x="514" y="388"/>
                      <a:pt x="515" y="389"/>
                    </a:cubicBezTo>
                    <a:cubicBezTo>
                      <a:pt x="516" y="390"/>
                      <a:pt x="516" y="391"/>
                      <a:pt x="516" y="391"/>
                    </a:cubicBezTo>
                    <a:cubicBezTo>
                      <a:pt x="518" y="397"/>
                      <a:pt x="524" y="394"/>
                      <a:pt x="528" y="394"/>
                    </a:cubicBezTo>
                    <a:cubicBezTo>
                      <a:pt x="529" y="394"/>
                      <a:pt x="535" y="396"/>
                      <a:pt x="533" y="397"/>
                    </a:cubicBezTo>
                    <a:cubicBezTo>
                      <a:pt x="532" y="397"/>
                      <a:pt x="531" y="397"/>
                      <a:pt x="530" y="397"/>
                    </a:cubicBezTo>
                    <a:cubicBezTo>
                      <a:pt x="528" y="397"/>
                      <a:pt x="527" y="397"/>
                      <a:pt x="525" y="397"/>
                    </a:cubicBezTo>
                    <a:cubicBezTo>
                      <a:pt x="522" y="397"/>
                      <a:pt x="519" y="399"/>
                      <a:pt x="516" y="399"/>
                    </a:cubicBezTo>
                    <a:cubicBezTo>
                      <a:pt x="513" y="399"/>
                      <a:pt x="512" y="398"/>
                      <a:pt x="511" y="395"/>
                    </a:cubicBezTo>
                    <a:cubicBezTo>
                      <a:pt x="511" y="394"/>
                      <a:pt x="511" y="394"/>
                      <a:pt x="510" y="393"/>
                    </a:cubicBezTo>
                    <a:cubicBezTo>
                      <a:pt x="509" y="393"/>
                      <a:pt x="508" y="392"/>
                      <a:pt x="507" y="391"/>
                    </a:cubicBezTo>
                    <a:cubicBezTo>
                      <a:pt x="506" y="390"/>
                      <a:pt x="506" y="388"/>
                      <a:pt x="506" y="387"/>
                    </a:cubicBezTo>
                    <a:cubicBezTo>
                      <a:pt x="506" y="386"/>
                      <a:pt x="506" y="384"/>
                      <a:pt x="505" y="383"/>
                    </a:cubicBezTo>
                    <a:cubicBezTo>
                      <a:pt x="505" y="382"/>
                      <a:pt x="504" y="382"/>
                      <a:pt x="503" y="382"/>
                    </a:cubicBezTo>
                    <a:cubicBezTo>
                      <a:pt x="502" y="381"/>
                      <a:pt x="500" y="380"/>
                      <a:pt x="499" y="380"/>
                    </a:cubicBezTo>
                    <a:cubicBezTo>
                      <a:pt x="496" y="378"/>
                      <a:pt x="493" y="379"/>
                      <a:pt x="491" y="381"/>
                    </a:cubicBezTo>
                    <a:cubicBezTo>
                      <a:pt x="488" y="383"/>
                      <a:pt x="486" y="384"/>
                      <a:pt x="486" y="388"/>
                    </a:cubicBezTo>
                    <a:cubicBezTo>
                      <a:pt x="486" y="389"/>
                      <a:pt x="486" y="391"/>
                      <a:pt x="487" y="392"/>
                    </a:cubicBezTo>
                    <a:cubicBezTo>
                      <a:pt x="488" y="393"/>
                      <a:pt x="490" y="393"/>
                      <a:pt x="491" y="393"/>
                    </a:cubicBezTo>
                    <a:cubicBezTo>
                      <a:pt x="494" y="393"/>
                      <a:pt x="497" y="392"/>
                      <a:pt x="499" y="395"/>
                    </a:cubicBezTo>
                    <a:cubicBezTo>
                      <a:pt x="500" y="396"/>
                      <a:pt x="500" y="396"/>
                      <a:pt x="501" y="397"/>
                    </a:cubicBezTo>
                    <a:cubicBezTo>
                      <a:pt x="502" y="397"/>
                      <a:pt x="504" y="398"/>
                      <a:pt x="505" y="398"/>
                    </a:cubicBezTo>
                    <a:cubicBezTo>
                      <a:pt x="506" y="398"/>
                      <a:pt x="506" y="398"/>
                      <a:pt x="507" y="399"/>
                    </a:cubicBezTo>
                    <a:cubicBezTo>
                      <a:pt x="507" y="400"/>
                      <a:pt x="508" y="401"/>
                      <a:pt x="508" y="402"/>
                    </a:cubicBezTo>
                    <a:cubicBezTo>
                      <a:pt x="511" y="404"/>
                      <a:pt x="514" y="403"/>
                      <a:pt x="517" y="403"/>
                    </a:cubicBezTo>
                    <a:cubicBezTo>
                      <a:pt x="519" y="403"/>
                      <a:pt x="521" y="403"/>
                      <a:pt x="523" y="405"/>
                    </a:cubicBezTo>
                    <a:cubicBezTo>
                      <a:pt x="524" y="405"/>
                      <a:pt x="524" y="406"/>
                      <a:pt x="525" y="406"/>
                    </a:cubicBezTo>
                    <a:cubicBezTo>
                      <a:pt x="526" y="406"/>
                      <a:pt x="527" y="406"/>
                      <a:pt x="528" y="407"/>
                    </a:cubicBezTo>
                    <a:cubicBezTo>
                      <a:pt x="530" y="408"/>
                      <a:pt x="528" y="410"/>
                      <a:pt x="526" y="410"/>
                    </a:cubicBezTo>
                    <a:cubicBezTo>
                      <a:pt x="525" y="410"/>
                      <a:pt x="524" y="409"/>
                      <a:pt x="523" y="408"/>
                    </a:cubicBezTo>
                    <a:cubicBezTo>
                      <a:pt x="522" y="407"/>
                      <a:pt x="521" y="407"/>
                      <a:pt x="519" y="407"/>
                    </a:cubicBezTo>
                    <a:cubicBezTo>
                      <a:pt x="516" y="407"/>
                      <a:pt x="512" y="408"/>
                      <a:pt x="509" y="407"/>
                    </a:cubicBezTo>
                    <a:cubicBezTo>
                      <a:pt x="507" y="405"/>
                      <a:pt x="505" y="403"/>
                      <a:pt x="503" y="402"/>
                    </a:cubicBezTo>
                    <a:cubicBezTo>
                      <a:pt x="501" y="401"/>
                      <a:pt x="498" y="401"/>
                      <a:pt x="495" y="399"/>
                    </a:cubicBezTo>
                    <a:cubicBezTo>
                      <a:pt x="495" y="399"/>
                      <a:pt x="494" y="398"/>
                      <a:pt x="493" y="397"/>
                    </a:cubicBezTo>
                    <a:cubicBezTo>
                      <a:pt x="493" y="396"/>
                      <a:pt x="492" y="396"/>
                      <a:pt x="491" y="396"/>
                    </a:cubicBezTo>
                    <a:cubicBezTo>
                      <a:pt x="490" y="396"/>
                      <a:pt x="489" y="396"/>
                      <a:pt x="488" y="396"/>
                    </a:cubicBezTo>
                    <a:cubicBezTo>
                      <a:pt x="488" y="395"/>
                      <a:pt x="487" y="394"/>
                      <a:pt x="486" y="393"/>
                    </a:cubicBezTo>
                    <a:cubicBezTo>
                      <a:pt x="484" y="392"/>
                      <a:pt x="483" y="394"/>
                      <a:pt x="483" y="396"/>
                    </a:cubicBezTo>
                    <a:cubicBezTo>
                      <a:pt x="482" y="398"/>
                      <a:pt x="479" y="397"/>
                      <a:pt x="478" y="399"/>
                    </a:cubicBezTo>
                    <a:cubicBezTo>
                      <a:pt x="477" y="400"/>
                      <a:pt x="477" y="401"/>
                      <a:pt x="478" y="403"/>
                    </a:cubicBezTo>
                    <a:cubicBezTo>
                      <a:pt x="478" y="404"/>
                      <a:pt x="479" y="405"/>
                      <a:pt x="480" y="406"/>
                    </a:cubicBezTo>
                    <a:cubicBezTo>
                      <a:pt x="480" y="408"/>
                      <a:pt x="476" y="407"/>
                      <a:pt x="475" y="406"/>
                    </a:cubicBezTo>
                    <a:cubicBezTo>
                      <a:pt x="474" y="406"/>
                      <a:pt x="473" y="405"/>
                      <a:pt x="471" y="406"/>
                    </a:cubicBezTo>
                    <a:cubicBezTo>
                      <a:pt x="470" y="407"/>
                      <a:pt x="469" y="408"/>
                      <a:pt x="470" y="409"/>
                    </a:cubicBezTo>
                    <a:cubicBezTo>
                      <a:pt x="470" y="411"/>
                      <a:pt x="472" y="411"/>
                      <a:pt x="473" y="412"/>
                    </a:cubicBezTo>
                    <a:cubicBezTo>
                      <a:pt x="477" y="413"/>
                      <a:pt x="481" y="412"/>
                      <a:pt x="485" y="412"/>
                    </a:cubicBezTo>
                    <a:cubicBezTo>
                      <a:pt x="487" y="412"/>
                      <a:pt x="488" y="412"/>
                      <a:pt x="490" y="412"/>
                    </a:cubicBezTo>
                    <a:cubicBezTo>
                      <a:pt x="491" y="413"/>
                      <a:pt x="492" y="413"/>
                      <a:pt x="493" y="414"/>
                    </a:cubicBezTo>
                    <a:cubicBezTo>
                      <a:pt x="495" y="416"/>
                      <a:pt x="491" y="417"/>
                      <a:pt x="490" y="417"/>
                    </a:cubicBezTo>
                    <a:cubicBezTo>
                      <a:pt x="488" y="417"/>
                      <a:pt x="486" y="417"/>
                      <a:pt x="486" y="419"/>
                    </a:cubicBezTo>
                    <a:cubicBezTo>
                      <a:pt x="486" y="421"/>
                      <a:pt x="488" y="422"/>
                      <a:pt x="488" y="423"/>
                    </a:cubicBezTo>
                    <a:cubicBezTo>
                      <a:pt x="488" y="425"/>
                      <a:pt x="486" y="426"/>
                      <a:pt x="485" y="426"/>
                    </a:cubicBezTo>
                    <a:cubicBezTo>
                      <a:pt x="482" y="426"/>
                      <a:pt x="480" y="426"/>
                      <a:pt x="478" y="426"/>
                    </a:cubicBezTo>
                    <a:cubicBezTo>
                      <a:pt x="477" y="426"/>
                      <a:pt x="475" y="425"/>
                      <a:pt x="474" y="425"/>
                    </a:cubicBezTo>
                    <a:cubicBezTo>
                      <a:pt x="472" y="425"/>
                      <a:pt x="471" y="425"/>
                      <a:pt x="470" y="426"/>
                    </a:cubicBezTo>
                    <a:cubicBezTo>
                      <a:pt x="468" y="426"/>
                      <a:pt x="468" y="427"/>
                      <a:pt x="468" y="428"/>
                    </a:cubicBezTo>
                    <a:cubicBezTo>
                      <a:pt x="468" y="429"/>
                      <a:pt x="469" y="430"/>
                      <a:pt x="469" y="431"/>
                    </a:cubicBezTo>
                    <a:cubicBezTo>
                      <a:pt x="470" y="431"/>
                      <a:pt x="473" y="432"/>
                      <a:pt x="471" y="433"/>
                    </a:cubicBezTo>
                    <a:cubicBezTo>
                      <a:pt x="469" y="433"/>
                      <a:pt x="469" y="431"/>
                      <a:pt x="468" y="431"/>
                    </a:cubicBezTo>
                    <a:cubicBezTo>
                      <a:pt x="466" y="431"/>
                      <a:pt x="465" y="431"/>
                      <a:pt x="465" y="432"/>
                    </a:cubicBezTo>
                    <a:cubicBezTo>
                      <a:pt x="464" y="434"/>
                      <a:pt x="465" y="434"/>
                      <a:pt x="466" y="435"/>
                    </a:cubicBezTo>
                    <a:cubicBezTo>
                      <a:pt x="468" y="436"/>
                      <a:pt x="469" y="438"/>
                      <a:pt x="467" y="439"/>
                    </a:cubicBezTo>
                    <a:cubicBezTo>
                      <a:pt x="466" y="440"/>
                      <a:pt x="465" y="439"/>
                      <a:pt x="464" y="440"/>
                    </a:cubicBezTo>
                    <a:cubicBezTo>
                      <a:pt x="464" y="441"/>
                      <a:pt x="465" y="442"/>
                      <a:pt x="465" y="443"/>
                    </a:cubicBezTo>
                    <a:cubicBezTo>
                      <a:pt x="465" y="444"/>
                      <a:pt x="464" y="447"/>
                      <a:pt x="463" y="446"/>
                    </a:cubicBezTo>
                    <a:cubicBezTo>
                      <a:pt x="462" y="446"/>
                      <a:pt x="462" y="445"/>
                      <a:pt x="462" y="445"/>
                    </a:cubicBezTo>
                    <a:cubicBezTo>
                      <a:pt x="462" y="444"/>
                      <a:pt x="462" y="443"/>
                      <a:pt x="461" y="443"/>
                    </a:cubicBezTo>
                    <a:cubicBezTo>
                      <a:pt x="460" y="442"/>
                      <a:pt x="458" y="443"/>
                      <a:pt x="457" y="442"/>
                    </a:cubicBezTo>
                    <a:cubicBezTo>
                      <a:pt x="456" y="441"/>
                      <a:pt x="456" y="438"/>
                      <a:pt x="456" y="437"/>
                    </a:cubicBezTo>
                    <a:cubicBezTo>
                      <a:pt x="456" y="435"/>
                      <a:pt x="456" y="433"/>
                      <a:pt x="454" y="432"/>
                    </a:cubicBezTo>
                    <a:cubicBezTo>
                      <a:pt x="453" y="432"/>
                      <a:pt x="452" y="432"/>
                      <a:pt x="451" y="433"/>
                    </a:cubicBezTo>
                    <a:cubicBezTo>
                      <a:pt x="451" y="434"/>
                      <a:pt x="450" y="435"/>
                      <a:pt x="450" y="435"/>
                    </a:cubicBezTo>
                    <a:cubicBezTo>
                      <a:pt x="449" y="436"/>
                      <a:pt x="447" y="435"/>
                      <a:pt x="446" y="435"/>
                    </a:cubicBezTo>
                    <a:cubicBezTo>
                      <a:pt x="445" y="435"/>
                      <a:pt x="443" y="435"/>
                      <a:pt x="442" y="435"/>
                    </a:cubicBezTo>
                    <a:cubicBezTo>
                      <a:pt x="440" y="435"/>
                      <a:pt x="439" y="435"/>
                      <a:pt x="437" y="435"/>
                    </a:cubicBezTo>
                    <a:cubicBezTo>
                      <a:pt x="436" y="435"/>
                      <a:pt x="434" y="435"/>
                      <a:pt x="434" y="434"/>
                    </a:cubicBezTo>
                    <a:cubicBezTo>
                      <a:pt x="434" y="434"/>
                      <a:pt x="434" y="433"/>
                      <a:pt x="433" y="433"/>
                    </a:cubicBezTo>
                    <a:cubicBezTo>
                      <a:pt x="432" y="432"/>
                      <a:pt x="431" y="432"/>
                      <a:pt x="430" y="432"/>
                    </a:cubicBezTo>
                    <a:cubicBezTo>
                      <a:pt x="428" y="432"/>
                      <a:pt x="425" y="431"/>
                      <a:pt x="423" y="431"/>
                    </a:cubicBezTo>
                    <a:cubicBezTo>
                      <a:pt x="421" y="431"/>
                      <a:pt x="420" y="431"/>
                      <a:pt x="418" y="433"/>
                    </a:cubicBezTo>
                    <a:cubicBezTo>
                      <a:pt x="417" y="434"/>
                      <a:pt x="415" y="434"/>
                      <a:pt x="413" y="435"/>
                    </a:cubicBezTo>
                    <a:cubicBezTo>
                      <a:pt x="411" y="435"/>
                      <a:pt x="411" y="437"/>
                      <a:pt x="411" y="438"/>
                    </a:cubicBezTo>
                    <a:cubicBezTo>
                      <a:pt x="410" y="441"/>
                      <a:pt x="411" y="443"/>
                      <a:pt x="413" y="444"/>
                    </a:cubicBezTo>
                    <a:cubicBezTo>
                      <a:pt x="414" y="445"/>
                      <a:pt x="415" y="445"/>
                      <a:pt x="416" y="446"/>
                    </a:cubicBezTo>
                    <a:cubicBezTo>
                      <a:pt x="417" y="446"/>
                      <a:pt x="418" y="447"/>
                      <a:pt x="419" y="448"/>
                    </a:cubicBezTo>
                    <a:cubicBezTo>
                      <a:pt x="420" y="449"/>
                      <a:pt x="421" y="450"/>
                      <a:pt x="422" y="450"/>
                    </a:cubicBezTo>
                    <a:cubicBezTo>
                      <a:pt x="423" y="450"/>
                      <a:pt x="424" y="450"/>
                      <a:pt x="425" y="450"/>
                    </a:cubicBezTo>
                    <a:cubicBezTo>
                      <a:pt x="427" y="449"/>
                      <a:pt x="430" y="450"/>
                      <a:pt x="431" y="452"/>
                    </a:cubicBezTo>
                    <a:cubicBezTo>
                      <a:pt x="433" y="453"/>
                      <a:pt x="433" y="455"/>
                      <a:pt x="435" y="455"/>
                    </a:cubicBezTo>
                    <a:cubicBezTo>
                      <a:pt x="436" y="455"/>
                      <a:pt x="437" y="455"/>
                      <a:pt x="438" y="455"/>
                    </a:cubicBezTo>
                    <a:cubicBezTo>
                      <a:pt x="438" y="456"/>
                      <a:pt x="439" y="456"/>
                      <a:pt x="440" y="457"/>
                    </a:cubicBezTo>
                    <a:cubicBezTo>
                      <a:pt x="442" y="459"/>
                      <a:pt x="445" y="459"/>
                      <a:pt x="448" y="459"/>
                    </a:cubicBezTo>
                    <a:cubicBezTo>
                      <a:pt x="449" y="459"/>
                      <a:pt x="450" y="458"/>
                      <a:pt x="451" y="459"/>
                    </a:cubicBezTo>
                    <a:cubicBezTo>
                      <a:pt x="451" y="460"/>
                      <a:pt x="451" y="461"/>
                      <a:pt x="451" y="462"/>
                    </a:cubicBezTo>
                    <a:cubicBezTo>
                      <a:pt x="451" y="464"/>
                      <a:pt x="455" y="464"/>
                      <a:pt x="457" y="464"/>
                    </a:cubicBezTo>
                    <a:cubicBezTo>
                      <a:pt x="459" y="464"/>
                      <a:pt x="461" y="464"/>
                      <a:pt x="463" y="464"/>
                    </a:cubicBezTo>
                    <a:cubicBezTo>
                      <a:pt x="465" y="464"/>
                      <a:pt x="466" y="463"/>
                      <a:pt x="468" y="462"/>
                    </a:cubicBezTo>
                    <a:cubicBezTo>
                      <a:pt x="469" y="460"/>
                      <a:pt x="471" y="458"/>
                      <a:pt x="474" y="458"/>
                    </a:cubicBezTo>
                    <a:cubicBezTo>
                      <a:pt x="475" y="458"/>
                      <a:pt x="476" y="459"/>
                      <a:pt x="477" y="460"/>
                    </a:cubicBezTo>
                    <a:cubicBezTo>
                      <a:pt x="478" y="460"/>
                      <a:pt x="479" y="461"/>
                      <a:pt x="479" y="462"/>
                    </a:cubicBezTo>
                    <a:cubicBezTo>
                      <a:pt x="481" y="463"/>
                      <a:pt x="483" y="464"/>
                      <a:pt x="485" y="465"/>
                    </a:cubicBezTo>
                    <a:cubicBezTo>
                      <a:pt x="487" y="467"/>
                      <a:pt x="490" y="468"/>
                      <a:pt x="491" y="470"/>
                    </a:cubicBezTo>
                    <a:cubicBezTo>
                      <a:pt x="492" y="471"/>
                      <a:pt x="493" y="471"/>
                      <a:pt x="494" y="472"/>
                    </a:cubicBezTo>
                    <a:cubicBezTo>
                      <a:pt x="495" y="473"/>
                      <a:pt x="497" y="474"/>
                      <a:pt x="499" y="474"/>
                    </a:cubicBezTo>
                    <a:cubicBezTo>
                      <a:pt x="500" y="474"/>
                      <a:pt x="501" y="475"/>
                      <a:pt x="502" y="475"/>
                    </a:cubicBezTo>
                    <a:cubicBezTo>
                      <a:pt x="503" y="475"/>
                      <a:pt x="504" y="475"/>
                      <a:pt x="504" y="476"/>
                    </a:cubicBezTo>
                    <a:cubicBezTo>
                      <a:pt x="505" y="477"/>
                      <a:pt x="503" y="477"/>
                      <a:pt x="503" y="477"/>
                    </a:cubicBezTo>
                    <a:cubicBezTo>
                      <a:pt x="501" y="478"/>
                      <a:pt x="499" y="477"/>
                      <a:pt x="497" y="478"/>
                    </a:cubicBezTo>
                    <a:cubicBezTo>
                      <a:pt x="495" y="478"/>
                      <a:pt x="493" y="478"/>
                      <a:pt x="491" y="476"/>
                    </a:cubicBezTo>
                    <a:cubicBezTo>
                      <a:pt x="490" y="475"/>
                      <a:pt x="490" y="473"/>
                      <a:pt x="488" y="473"/>
                    </a:cubicBezTo>
                    <a:cubicBezTo>
                      <a:pt x="486" y="473"/>
                      <a:pt x="484" y="473"/>
                      <a:pt x="483" y="472"/>
                    </a:cubicBezTo>
                    <a:cubicBezTo>
                      <a:pt x="482" y="470"/>
                      <a:pt x="481" y="469"/>
                      <a:pt x="480" y="468"/>
                    </a:cubicBezTo>
                    <a:cubicBezTo>
                      <a:pt x="477" y="465"/>
                      <a:pt x="473" y="464"/>
                      <a:pt x="470" y="465"/>
                    </a:cubicBezTo>
                    <a:cubicBezTo>
                      <a:pt x="468" y="466"/>
                      <a:pt x="467" y="467"/>
                      <a:pt x="465" y="468"/>
                    </a:cubicBezTo>
                    <a:cubicBezTo>
                      <a:pt x="464" y="469"/>
                      <a:pt x="462" y="470"/>
                      <a:pt x="460" y="470"/>
                    </a:cubicBezTo>
                    <a:cubicBezTo>
                      <a:pt x="458" y="469"/>
                      <a:pt x="456" y="469"/>
                      <a:pt x="455" y="470"/>
                    </a:cubicBezTo>
                    <a:cubicBezTo>
                      <a:pt x="454" y="472"/>
                      <a:pt x="457" y="473"/>
                      <a:pt x="458" y="474"/>
                    </a:cubicBezTo>
                    <a:cubicBezTo>
                      <a:pt x="459" y="475"/>
                      <a:pt x="459" y="476"/>
                      <a:pt x="459" y="477"/>
                    </a:cubicBezTo>
                    <a:cubicBezTo>
                      <a:pt x="459" y="478"/>
                      <a:pt x="459" y="479"/>
                      <a:pt x="458" y="480"/>
                    </a:cubicBezTo>
                    <a:cubicBezTo>
                      <a:pt x="456" y="480"/>
                      <a:pt x="455" y="476"/>
                      <a:pt x="454" y="475"/>
                    </a:cubicBezTo>
                    <a:cubicBezTo>
                      <a:pt x="453" y="474"/>
                      <a:pt x="453" y="474"/>
                      <a:pt x="452" y="474"/>
                    </a:cubicBezTo>
                    <a:cubicBezTo>
                      <a:pt x="452" y="473"/>
                      <a:pt x="451" y="472"/>
                      <a:pt x="451" y="472"/>
                    </a:cubicBezTo>
                    <a:cubicBezTo>
                      <a:pt x="450" y="470"/>
                      <a:pt x="450" y="467"/>
                      <a:pt x="448" y="467"/>
                    </a:cubicBezTo>
                    <a:cubicBezTo>
                      <a:pt x="446" y="467"/>
                      <a:pt x="445" y="467"/>
                      <a:pt x="443" y="467"/>
                    </a:cubicBezTo>
                    <a:cubicBezTo>
                      <a:pt x="442" y="467"/>
                      <a:pt x="441" y="467"/>
                      <a:pt x="439" y="467"/>
                    </a:cubicBezTo>
                    <a:cubicBezTo>
                      <a:pt x="439" y="467"/>
                      <a:pt x="439" y="467"/>
                      <a:pt x="438" y="468"/>
                    </a:cubicBezTo>
                    <a:cubicBezTo>
                      <a:pt x="438" y="468"/>
                      <a:pt x="438" y="468"/>
                      <a:pt x="438" y="469"/>
                    </a:cubicBezTo>
                    <a:cubicBezTo>
                      <a:pt x="437" y="470"/>
                      <a:pt x="436" y="471"/>
                      <a:pt x="436" y="473"/>
                    </a:cubicBezTo>
                    <a:cubicBezTo>
                      <a:pt x="436" y="474"/>
                      <a:pt x="436" y="475"/>
                      <a:pt x="437" y="477"/>
                    </a:cubicBezTo>
                    <a:cubicBezTo>
                      <a:pt x="437" y="478"/>
                      <a:pt x="437" y="480"/>
                      <a:pt x="437" y="481"/>
                    </a:cubicBezTo>
                    <a:cubicBezTo>
                      <a:pt x="437" y="482"/>
                      <a:pt x="438" y="483"/>
                      <a:pt x="438" y="485"/>
                    </a:cubicBezTo>
                    <a:cubicBezTo>
                      <a:pt x="439" y="487"/>
                      <a:pt x="441" y="489"/>
                      <a:pt x="441" y="491"/>
                    </a:cubicBezTo>
                    <a:cubicBezTo>
                      <a:pt x="440" y="493"/>
                      <a:pt x="442" y="495"/>
                      <a:pt x="444" y="496"/>
                    </a:cubicBezTo>
                    <a:cubicBezTo>
                      <a:pt x="445" y="497"/>
                      <a:pt x="447" y="496"/>
                      <a:pt x="449" y="498"/>
                    </a:cubicBezTo>
                    <a:cubicBezTo>
                      <a:pt x="450" y="499"/>
                      <a:pt x="450" y="501"/>
                      <a:pt x="452" y="502"/>
                    </a:cubicBezTo>
                    <a:cubicBezTo>
                      <a:pt x="453" y="503"/>
                      <a:pt x="454" y="504"/>
                      <a:pt x="456" y="504"/>
                    </a:cubicBezTo>
                    <a:cubicBezTo>
                      <a:pt x="457" y="504"/>
                      <a:pt x="459" y="505"/>
                      <a:pt x="460" y="504"/>
                    </a:cubicBezTo>
                    <a:cubicBezTo>
                      <a:pt x="462" y="504"/>
                      <a:pt x="463" y="502"/>
                      <a:pt x="464" y="502"/>
                    </a:cubicBezTo>
                    <a:cubicBezTo>
                      <a:pt x="465" y="501"/>
                      <a:pt x="466" y="502"/>
                      <a:pt x="465" y="503"/>
                    </a:cubicBezTo>
                    <a:cubicBezTo>
                      <a:pt x="464" y="504"/>
                      <a:pt x="462" y="505"/>
                      <a:pt x="463" y="507"/>
                    </a:cubicBezTo>
                    <a:cubicBezTo>
                      <a:pt x="463" y="508"/>
                      <a:pt x="463" y="510"/>
                      <a:pt x="465" y="510"/>
                    </a:cubicBezTo>
                    <a:cubicBezTo>
                      <a:pt x="466" y="510"/>
                      <a:pt x="468" y="510"/>
                      <a:pt x="468" y="512"/>
                    </a:cubicBezTo>
                    <a:cubicBezTo>
                      <a:pt x="469" y="514"/>
                      <a:pt x="468" y="516"/>
                      <a:pt x="470" y="518"/>
                    </a:cubicBezTo>
                    <a:cubicBezTo>
                      <a:pt x="471" y="520"/>
                      <a:pt x="474" y="520"/>
                      <a:pt x="477" y="520"/>
                    </a:cubicBezTo>
                    <a:cubicBezTo>
                      <a:pt x="479" y="520"/>
                      <a:pt x="481" y="519"/>
                      <a:pt x="482" y="517"/>
                    </a:cubicBezTo>
                    <a:cubicBezTo>
                      <a:pt x="483" y="517"/>
                      <a:pt x="483" y="516"/>
                      <a:pt x="484" y="515"/>
                    </a:cubicBezTo>
                    <a:cubicBezTo>
                      <a:pt x="484" y="515"/>
                      <a:pt x="485" y="514"/>
                      <a:pt x="486" y="514"/>
                    </a:cubicBezTo>
                    <a:cubicBezTo>
                      <a:pt x="489" y="513"/>
                      <a:pt x="491" y="512"/>
                      <a:pt x="492" y="509"/>
                    </a:cubicBezTo>
                    <a:cubicBezTo>
                      <a:pt x="493" y="508"/>
                      <a:pt x="493" y="507"/>
                      <a:pt x="494" y="507"/>
                    </a:cubicBezTo>
                    <a:cubicBezTo>
                      <a:pt x="494" y="506"/>
                      <a:pt x="495" y="505"/>
                      <a:pt x="496" y="505"/>
                    </a:cubicBezTo>
                    <a:cubicBezTo>
                      <a:pt x="498" y="504"/>
                      <a:pt x="501" y="504"/>
                      <a:pt x="502" y="502"/>
                    </a:cubicBezTo>
                    <a:cubicBezTo>
                      <a:pt x="503" y="501"/>
                      <a:pt x="503" y="499"/>
                      <a:pt x="504" y="498"/>
                    </a:cubicBezTo>
                    <a:cubicBezTo>
                      <a:pt x="504" y="496"/>
                      <a:pt x="507" y="497"/>
                      <a:pt x="508" y="497"/>
                    </a:cubicBezTo>
                    <a:cubicBezTo>
                      <a:pt x="510" y="496"/>
                      <a:pt x="512" y="495"/>
                      <a:pt x="514" y="493"/>
                    </a:cubicBezTo>
                    <a:cubicBezTo>
                      <a:pt x="515" y="493"/>
                      <a:pt x="515" y="493"/>
                      <a:pt x="516" y="493"/>
                    </a:cubicBezTo>
                    <a:cubicBezTo>
                      <a:pt x="517" y="493"/>
                      <a:pt x="519" y="493"/>
                      <a:pt x="520" y="492"/>
                    </a:cubicBezTo>
                    <a:cubicBezTo>
                      <a:pt x="522" y="492"/>
                      <a:pt x="523" y="491"/>
                      <a:pt x="525" y="491"/>
                    </a:cubicBezTo>
                    <a:cubicBezTo>
                      <a:pt x="526" y="491"/>
                      <a:pt x="528" y="491"/>
                      <a:pt x="528" y="489"/>
                    </a:cubicBezTo>
                    <a:cubicBezTo>
                      <a:pt x="528" y="488"/>
                      <a:pt x="529" y="487"/>
                      <a:pt x="530" y="486"/>
                    </a:cubicBezTo>
                    <a:cubicBezTo>
                      <a:pt x="531" y="486"/>
                      <a:pt x="531" y="485"/>
                      <a:pt x="532" y="485"/>
                    </a:cubicBezTo>
                    <a:cubicBezTo>
                      <a:pt x="532" y="484"/>
                      <a:pt x="533" y="484"/>
                      <a:pt x="533" y="483"/>
                    </a:cubicBezTo>
                    <a:cubicBezTo>
                      <a:pt x="534" y="482"/>
                      <a:pt x="535" y="482"/>
                      <a:pt x="536" y="482"/>
                    </a:cubicBezTo>
                    <a:cubicBezTo>
                      <a:pt x="538" y="482"/>
                      <a:pt x="541" y="482"/>
                      <a:pt x="543" y="482"/>
                    </a:cubicBezTo>
                    <a:cubicBezTo>
                      <a:pt x="544" y="482"/>
                      <a:pt x="545" y="482"/>
                      <a:pt x="545" y="481"/>
                    </a:cubicBezTo>
                    <a:cubicBezTo>
                      <a:pt x="546" y="481"/>
                      <a:pt x="547" y="481"/>
                      <a:pt x="548" y="480"/>
                    </a:cubicBezTo>
                    <a:cubicBezTo>
                      <a:pt x="549" y="480"/>
                      <a:pt x="549" y="479"/>
                      <a:pt x="549" y="479"/>
                    </a:cubicBezTo>
                    <a:cubicBezTo>
                      <a:pt x="549" y="477"/>
                      <a:pt x="550" y="475"/>
                      <a:pt x="552" y="474"/>
                    </a:cubicBezTo>
                    <a:cubicBezTo>
                      <a:pt x="553" y="472"/>
                      <a:pt x="555" y="471"/>
                      <a:pt x="557" y="469"/>
                    </a:cubicBezTo>
                    <a:cubicBezTo>
                      <a:pt x="560" y="467"/>
                      <a:pt x="564" y="466"/>
                      <a:pt x="567" y="464"/>
                    </a:cubicBezTo>
                    <a:cubicBezTo>
                      <a:pt x="570" y="462"/>
                      <a:pt x="574" y="459"/>
                      <a:pt x="572" y="456"/>
                    </a:cubicBezTo>
                    <a:cubicBezTo>
                      <a:pt x="570" y="452"/>
                      <a:pt x="565" y="452"/>
                      <a:pt x="562" y="450"/>
                    </a:cubicBezTo>
                    <a:cubicBezTo>
                      <a:pt x="558" y="449"/>
                      <a:pt x="555" y="447"/>
                      <a:pt x="551" y="445"/>
                    </a:cubicBezTo>
                    <a:cubicBezTo>
                      <a:pt x="551" y="444"/>
                      <a:pt x="549" y="443"/>
                      <a:pt x="550" y="443"/>
                    </a:cubicBezTo>
                    <a:cubicBezTo>
                      <a:pt x="550" y="442"/>
                      <a:pt x="551" y="443"/>
                      <a:pt x="551" y="443"/>
                    </a:cubicBezTo>
                    <a:cubicBezTo>
                      <a:pt x="552" y="443"/>
                      <a:pt x="553" y="443"/>
                      <a:pt x="554" y="443"/>
                    </a:cubicBezTo>
                    <a:cubicBezTo>
                      <a:pt x="559" y="444"/>
                      <a:pt x="563" y="447"/>
                      <a:pt x="568" y="449"/>
                    </a:cubicBezTo>
                    <a:cubicBezTo>
                      <a:pt x="570" y="450"/>
                      <a:pt x="572" y="451"/>
                      <a:pt x="574" y="452"/>
                    </a:cubicBezTo>
                    <a:cubicBezTo>
                      <a:pt x="575" y="453"/>
                      <a:pt x="577" y="454"/>
                      <a:pt x="578" y="455"/>
                    </a:cubicBezTo>
                    <a:cubicBezTo>
                      <a:pt x="579" y="458"/>
                      <a:pt x="578" y="461"/>
                      <a:pt x="576" y="463"/>
                    </a:cubicBezTo>
                    <a:cubicBezTo>
                      <a:pt x="574" y="465"/>
                      <a:pt x="573" y="466"/>
                      <a:pt x="571" y="467"/>
                    </a:cubicBezTo>
                    <a:cubicBezTo>
                      <a:pt x="569" y="469"/>
                      <a:pt x="567" y="470"/>
                      <a:pt x="565" y="472"/>
                    </a:cubicBezTo>
                    <a:cubicBezTo>
                      <a:pt x="564" y="473"/>
                      <a:pt x="562" y="474"/>
                      <a:pt x="561" y="475"/>
                    </a:cubicBezTo>
                    <a:cubicBezTo>
                      <a:pt x="559" y="476"/>
                      <a:pt x="557" y="477"/>
                      <a:pt x="556" y="478"/>
                    </a:cubicBezTo>
                    <a:cubicBezTo>
                      <a:pt x="554" y="479"/>
                      <a:pt x="549" y="483"/>
                      <a:pt x="552" y="486"/>
                    </a:cubicBezTo>
                    <a:cubicBezTo>
                      <a:pt x="553" y="487"/>
                      <a:pt x="555" y="487"/>
                      <a:pt x="556" y="488"/>
                    </a:cubicBezTo>
                    <a:cubicBezTo>
                      <a:pt x="558" y="489"/>
                      <a:pt x="560" y="490"/>
                      <a:pt x="561" y="491"/>
                    </a:cubicBezTo>
                    <a:cubicBezTo>
                      <a:pt x="563" y="492"/>
                      <a:pt x="565" y="493"/>
                      <a:pt x="567" y="493"/>
                    </a:cubicBezTo>
                    <a:cubicBezTo>
                      <a:pt x="570" y="494"/>
                      <a:pt x="573" y="493"/>
                      <a:pt x="576" y="493"/>
                    </a:cubicBezTo>
                    <a:cubicBezTo>
                      <a:pt x="579" y="492"/>
                      <a:pt x="582" y="492"/>
                      <a:pt x="584" y="492"/>
                    </a:cubicBezTo>
                    <a:cubicBezTo>
                      <a:pt x="586" y="493"/>
                      <a:pt x="587" y="494"/>
                      <a:pt x="586" y="495"/>
                    </a:cubicBezTo>
                    <a:cubicBezTo>
                      <a:pt x="584" y="497"/>
                      <a:pt x="582" y="497"/>
                      <a:pt x="580" y="497"/>
                    </a:cubicBezTo>
                    <a:cubicBezTo>
                      <a:pt x="577" y="498"/>
                      <a:pt x="575" y="498"/>
                      <a:pt x="572" y="497"/>
                    </a:cubicBezTo>
                    <a:cubicBezTo>
                      <a:pt x="568" y="497"/>
                      <a:pt x="564" y="495"/>
                      <a:pt x="559" y="494"/>
                    </a:cubicBezTo>
                    <a:cubicBezTo>
                      <a:pt x="554" y="493"/>
                      <a:pt x="548" y="492"/>
                      <a:pt x="543" y="492"/>
                    </a:cubicBezTo>
                    <a:cubicBezTo>
                      <a:pt x="541" y="492"/>
                      <a:pt x="539" y="492"/>
                      <a:pt x="537" y="493"/>
                    </a:cubicBezTo>
                    <a:cubicBezTo>
                      <a:pt x="536" y="494"/>
                      <a:pt x="536" y="496"/>
                      <a:pt x="535" y="497"/>
                    </a:cubicBezTo>
                    <a:cubicBezTo>
                      <a:pt x="534" y="500"/>
                      <a:pt x="530" y="502"/>
                      <a:pt x="527" y="504"/>
                    </a:cubicBezTo>
                    <a:cubicBezTo>
                      <a:pt x="526" y="505"/>
                      <a:pt x="524" y="507"/>
                      <a:pt x="523" y="508"/>
                    </a:cubicBezTo>
                    <a:cubicBezTo>
                      <a:pt x="522" y="510"/>
                      <a:pt x="521" y="510"/>
                      <a:pt x="520" y="512"/>
                    </a:cubicBezTo>
                    <a:cubicBezTo>
                      <a:pt x="519" y="513"/>
                      <a:pt x="519" y="514"/>
                      <a:pt x="519" y="514"/>
                    </a:cubicBezTo>
                    <a:cubicBezTo>
                      <a:pt x="517" y="516"/>
                      <a:pt x="514" y="516"/>
                      <a:pt x="513" y="517"/>
                    </a:cubicBezTo>
                    <a:cubicBezTo>
                      <a:pt x="511" y="519"/>
                      <a:pt x="515" y="522"/>
                      <a:pt x="516" y="523"/>
                    </a:cubicBezTo>
                    <a:cubicBezTo>
                      <a:pt x="518" y="524"/>
                      <a:pt x="520" y="524"/>
                      <a:pt x="523" y="523"/>
                    </a:cubicBezTo>
                    <a:cubicBezTo>
                      <a:pt x="526" y="523"/>
                      <a:pt x="529" y="523"/>
                      <a:pt x="532" y="523"/>
                    </a:cubicBezTo>
                    <a:cubicBezTo>
                      <a:pt x="533" y="523"/>
                      <a:pt x="535" y="523"/>
                      <a:pt x="536" y="523"/>
                    </a:cubicBezTo>
                    <a:cubicBezTo>
                      <a:pt x="537" y="524"/>
                      <a:pt x="535" y="524"/>
                      <a:pt x="535" y="525"/>
                    </a:cubicBezTo>
                    <a:cubicBezTo>
                      <a:pt x="533" y="525"/>
                      <a:pt x="531" y="525"/>
                      <a:pt x="529" y="525"/>
                    </a:cubicBezTo>
                    <a:cubicBezTo>
                      <a:pt x="527" y="525"/>
                      <a:pt x="525" y="525"/>
                      <a:pt x="524" y="526"/>
                    </a:cubicBezTo>
                    <a:cubicBezTo>
                      <a:pt x="523" y="526"/>
                      <a:pt x="523" y="527"/>
                      <a:pt x="522" y="528"/>
                    </a:cubicBezTo>
                    <a:cubicBezTo>
                      <a:pt x="521" y="529"/>
                      <a:pt x="520" y="529"/>
                      <a:pt x="518" y="530"/>
                    </a:cubicBezTo>
                    <a:cubicBezTo>
                      <a:pt x="516" y="530"/>
                      <a:pt x="513" y="529"/>
                      <a:pt x="512" y="527"/>
                    </a:cubicBezTo>
                    <a:cubicBezTo>
                      <a:pt x="511" y="526"/>
                      <a:pt x="511" y="525"/>
                      <a:pt x="510" y="525"/>
                    </a:cubicBezTo>
                    <a:cubicBezTo>
                      <a:pt x="509" y="524"/>
                      <a:pt x="507" y="525"/>
                      <a:pt x="506" y="525"/>
                    </a:cubicBezTo>
                    <a:cubicBezTo>
                      <a:pt x="504" y="526"/>
                      <a:pt x="503" y="528"/>
                      <a:pt x="502" y="529"/>
                    </a:cubicBezTo>
                    <a:cubicBezTo>
                      <a:pt x="501" y="530"/>
                      <a:pt x="501" y="532"/>
                      <a:pt x="502" y="532"/>
                    </a:cubicBezTo>
                    <a:cubicBezTo>
                      <a:pt x="504" y="533"/>
                      <a:pt x="507" y="530"/>
                      <a:pt x="508" y="532"/>
                    </a:cubicBezTo>
                    <a:cubicBezTo>
                      <a:pt x="509" y="535"/>
                      <a:pt x="509" y="540"/>
                      <a:pt x="512" y="541"/>
                    </a:cubicBezTo>
                    <a:cubicBezTo>
                      <a:pt x="514" y="542"/>
                      <a:pt x="516" y="541"/>
                      <a:pt x="517" y="541"/>
                    </a:cubicBezTo>
                    <a:cubicBezTo>
                      <a:pt x="519" y="541"/>
                      <a:pt x="520" y="541"/>
                      <a:pt x="521" y="542"/>
                    </a:cubicBezTo>
                    <a:cubicBezTo>
                      <a:pt x="523" y="543"/>
                      <a:pt x="524" y="544"/>
                      <a:pt x="525" y="545"/>
                    </a:cubicBezTo>
                    <a:cubicBezTo>
                      <a:pt x="526" y="546"/>
                      <a:pt x="528" y="546"/>
                      <a:pt x="529" y="547"/>
                    </a:cubicBezTo>
                    <a:cubicBezTo>
                      <a:pt x="530" y="547"/>
                      <a:pt x="531" y="548"/>
                      <a:pt x="533" y="548"/>
                    </a:cubicBezTo>
                    <a:cubicBezTo>
                      <a:pt x="533" y="549"/>
                      <a:pt x="534" y="549"/>
                      <a:pt x="535" y="549"/>
                    </a:cubicBezTo>
                    <a:cubicBezTo>
                      <a:pt x="537" y="549"/>
                      <a:pt x="538" y="548"/>
                      <a:pt x="539" y="547"/>
                    </a:cubicBezTo>
                    <a:cubicBezTo>
                      <a:pt x="540" y="546"/>
                      <a:pt x="542" y="545"/>
                      <a:pt x="543" y="544"/>
                    </a:cubicBezTo>
                    <a:cubicBezTo>
                      <a:pt x="545" y="543"/>
                      <a:pt x="547" y="542"/>
                      <a:pt x="548" y="541"/>
                    </a:cubicBezTo>
                    <a:cubicBezTo>
                      <a:pt x="549" y="540"/>
                      <a:pt x="550" y="539"/>
                      <a:pt x="552" y="538"/>
                    </a:cubicBezTo>
                    <a:cubicBezTo>
                      <a:pt x="552" y="537"/>
                      <a:pt x="554" y="536"/>
                      <a:pt x="555" y="536"/>
                    </a:cubicBezTo>
                    <a:cubicBezTo>
                      <a:pt x="557" y="536"/>
                      <a:pt x="552" y="541"/>
                      <a:pt x="551" y="542"/>
                    </a:cubicBezTo>
                    <a:cubicBezTo>
                      <a:pt x="549" y="544"/>
                      <a:pt x="547" y="546"/>
                      <a:pt x="544" y="547"/>
                    </a:cubicBezTo>
                    <a:cubicBezTo>
                      <a:pt x="542" y="549"/>
                      <a:pt x="539" y="550"/>
                      <a:pt x="536" y="552"/>
                    </a:cubicBezTo>
                    <a:cubicBezTo>
                      <a:pt x="534" y="553"/>
                      <a:pt x="532" y="554"/>
                      <a:pt x="530" y="554"/>
                    </a:cubicBezTo>
                    <a:cubicBezTo>
                      <a:pt x="527" y="554"/>
                      <a:pt x="526" y="550"/>
                      <a:pt x="524" y="549"/>
                    </a:cubicBezTo>
                    <a:cubicBezTo>
                      <a:pt x="521" y="545"/>
                      <a:pt x="516" y="545"/>
                      <a:pt x="512" y="544"/>
                    </a:cubicBezTo>
                    <a:cubicBezTo>
                      <a:pt x="510" y="544"/>
                      <a:pt x="508" y="543"/>
                      <a:pt x="505" y="543"/>
                    </a:cubicBezTo>
                    <a:cubicBezTo>
                      <a:pt x="503" y="543"/>
                      <a:pt x="500" y="543"/>
                      <a:pt x="497" y="543"/>
                    </a:cubicBezTo>
                    <a:cubicBezTo>
                      <a:pt x="495" y="544"/>
                      <a:pt x="494" y="544"/>
                      <a:pt x="493" y="546"/>
                    </a:cubicBezTo>
                    <a:cubicBezTo>
                      <a:pt x="492" y="548"/>
                      <a:pt x="492" y="550"/>
                      <a:pt x="490" y="551"/>
                    </a:cubicBezTo>
                    <a:cubicBezTo>
                      <a:pt x="488" y="552"/>
                      <a:pt x="486" y="553"/>
                      <a:pt x="485" y="554"/>
                    </a:cubicBezTo>
                    <a:cubicBezTo>
                      <a:pt x="483" y="556"/>
                      <a:pt x="482" y="557"/>
                      <a:pt x="480" y="559"/>
                    </a:cubicBezTo>
                    <a:cubicBezTo>
                      <a:pt x="480" y="559"/>
                      <a:pt x="478" y="561"/>
                      <a:pt x="479" y="562"/>
                    </a:cubicBezTo>
                    <a:cubicBezTo>
                      <a:pt x="479" y="563"/>
                      <a:pt x="481" y="563"/>
                      <a:pt x="482" y="563"/>
                    </a:cubicBezTo>
                    <a:cubicBezTo>
                      <a:pt x="483" y="563"/>
                      <a:pt x="491" y="563"/>
                      <a:pt x="491" y="563"/>
                    </a:cubicBezTo>
                    <a:cubicBezTo>
                      <a:pt x="491" y="564"/>
                      <a:pt x="488" y="565"/>
                      <a:pt x="487" y="565"/>
                    </a:cubicBezTo>
                    <a:cubicBezTo>
                      <a:pt x="486" y="565"/>
                      <a:pt x="484" y="566"/>
                      <a:pt x="482" y="566"/>
                    </a:cubicBezTo>
                    <a:cubicBezTo>
                      <a:pt x="481" y="566"/>
                      <a:pt x="480" y="566"/>
                      <a:pt x="479" y="566"/>
                    </a:cubicBezTo>
                    <a:cubicBezTo>
                      <a:pt x="478" y="566"/>
                      <a:pt x="478" y="565"/>
                      <a:pt x="477" y="565"/>
                    </a:cubicBezTo>
                    <a:cubicBezTo>
                      <a:pt x="475" y="564"/>
                      <a:pt x="470" y="563"/>
                      <a:pt x="470" y="566"/>
                    </a:cubicBezTo>
                    <a:cubicBezTo>
                      <a:pt x="469" y="567"/>
                      <a:pt x="470" y="569"/>
                      <a:pt x="470" y="570"/>
                    </a:cubicBezTo>
                    <a:cubicBezTo>
                      <a:pt x="470" y="571"/>
                      <a:pt x="470" y="573"/>
                      <a:pt x="469" y="574"/>
                    </a:cubicBezTo>
                    <a:cubicBezTo>
                      <a:pt x="468" y="576"/>
                      <a:pt x="467" y="578"/>
                      <a:pt x="465" y="580"/>
                    </a:cubicBezTo>
                    <a:cubicBezTo>
                      <a:pt x="464" y="581"/>
                      <a:pt x="462" y="584"/>
                      <a:pt x="463" y="586"/>
                    </a:cubicBezTo>
                    <a:cubicBezTo>
                      <a:pt x="465" y="587"/>
                      <a:pt x="466" y="587"/>
                      <a:pt x="468" y="587"/>
                    </a:cubicBezTo>
                    <a:cubicBezTo>
                      <a:pt x="469" y="587"/>
                      <a:pt x="470" y="587"/>
                      <a:pt x="471" y="586"/>
                    </a:cubicBezTo>
                    <a:cubicBezTo>
                      <a:pt x="472" y="586"/>
                      <a:pt x="474" y="586"/>
                      <a:pt x="475" y="586"/>
                    </a:cubicBezTo>
                    <a:cubicBezTo>
                      <a:pt x="475" y="586"/>
                      <a:pt x="476" y="587"/>
                      <a:pt x="476" y="587"/>
                    </a:cubicBezTo>
                    <a:cubicBezTo>
                      <a:pt x="477" y="587"/>
                      <a:pt x="478" y="588"/>
                      <a:pt x="479" y="588"/>
                    </a:cubicBezTo>
                    <a:cubicBezTo>
                      <a:pt x="479" y="589"/>
                      <a:pt x="478" y="590"/>
                      <a:pt x="477" y="590"/>
                    </a:cubicBezTo>
                    <a:cubicBezTo>
                      <a:pt x="476" y="592"/>
                      <a:pt x="474" y="591"/>
                      <a:pt x="473" y="591"/>
                    </a:cubicBezTo>
                    <a:cubicBezTo>
                      <a:pt x="471" y="591"/>
                      <a:pt x="469" y="591"/>
                      <a:pt x="467" y="592"/>
                    </a:cubicBezTo>
                    <a:cubicBezTo>
                      <a:pt x="466" y="593"/>
                      <a:pt x="466" y="594"/>
                      <a:pt x="466" y="596"/>
                    </a:cubicBezTo>
                    <a:cubicBezTo>
                      <a:pt x="466" y="598"/>
                      <a:pt x="464" y="600"/>
                      <a:pt x="463" y="601"/>
                    </a:cubicBezTo>
                    <a:cubicBezTo>
                      <a:pt x="462" y="602"/>
                      <a:pt x="461" y="603"/>
                      <a:pt x="461" y="604"/>
                    </a:cubicBezTo>
                    <a:cubicBezTo>
                      <a:pt x="460" y="605"/>
                      <a:pt x="459" y="606"/>
                      <a:pt x="458" y="606"/>
                    </a:cubicBezTo>
                    <a:cubicBezTo>
                      <a:pt x="457" y="608"/>
                      <a:pt x="456" y="610"/>
                      <a:pt x="455" y="612"/>
                    </a:cubicBezTo>
                    <a:cubicBezTo>
                      <a:pt x="454" y="613"/>
                      <a:pt x="451" y="616"/>
                      <a:pt x="454" y="616"/>
                    </a:cubicBezTo>
                    <a:cubicBezTo>
                      <a:pt x="455" y="616"/>
                      <a:pt x="456" y="614"/>
                      <a:pt x="457" y="613"/>
                    </a:cubicBezTo>
                    <a:cubicBezTo>
                      <a:pt x="458" y="612"/>
                      <a:pt x="460" y="611"/>
                      <a:pt x="461" y="610"/>
                    </a:cubicBezTo>
                    <a:cubicBezTo>
                      <a:pt x="462" y="608"/>
                      <a:pt x="464" y="607"/>
                      <a:pt x="466" y="605"/>
                    </a:cubicBezTo>
                    <a:cubicBezTo>
                      <a:pt x="467" y="605"/>
                      <a:pt x="468" y="605"/>
                      <a:pt x="469" y="606"/>
                    </a:cubicBezTo>
                    <a:cubicBezTo>
                      <a:pt x="469" y="607"/>
                      <a:pt x="469" y="609"/>
                      <a:pt x="468" y="610"/>
                    </a:cubicBezTo>
                    <a:cubicBezTo>
                      <a:pt x="466" y="613"/>
                      <a:pt x="464" y="615"/>
                      <a:pt x="462" y="617"/>
                    </a:cubicBezTo>
                    <a:cubicBezTo>
                      <a:pt x="460" y="619"/>
                      <a:pt x="458" y="621"/>
                      <a:pt x="457" y="624"/>
                    </a:cubicBezTo>
                    <a:cubicBezTo>
                      <a:pt x="457" y="626"/>
                      <a:pt x="458" y="626"/>
                      <a:pt x="459" y="628"/>
                    </a:cubicBezTo>
                    <a:cubicBezTo>
                      <a:pt x="460" y="629"/>
                      <a:pt x="460" y="632"/>
                      <a:pt x="458" y="633"/>
                    </a:cubicBezTo>
                    <a:cubicBezTo>
                      <a:pt x="455" y="635"/>
                      <a:pt x="455" y="631"/>
                      <a:pt x="454" y="630"/>
                    </a:cubicBezTo>
                    <a:cubicBezTo>
                      <a:pt x="452" y="629"/>
                      <a:pt x="448" y="629"/>
                      <a:pt x="446" y="631"/>
                    </a:cubicBezTo>
                    <a:cubicBezTo>
                      <a:pt x="445" y="632"/>
                      <a:pt x="444" y="634"/>
                      <a:pt x="443" y="636"/>
                    </a:cubicBezTo>
                    <a:cubicBezTo>
                      <a:pt x="442" y="637"/>
                      <a:pt x="440" y="639"/>
                      <a:pt x="439" y="641"/>
                    </a:cubicBezTo>
                    <a:cubicBezTo>
                      <a:pt x="436" y="643"/>
                      <a:pt x="434" y="647"/>
                      <a:pt x="431" y="650"/>
                    </a:cubicBezTo>
                    <a:cubicBezTo>
                      <a:pt x="428" y="653"/>
                      <a:pt x="425" y="655"/>
                      <a:pt x="422" y="658"/>
                    </a:cubicBezTo>
                    <a:cubicBezTo>
                      <a:pt x="421" y="659"/>
                      <a:pt x="420" y="660"/>
                      <a:pt x="420" y="661"/>
                    </a:cubicBezTo>
                    <a:cubicBezTo>
                      <a:pt x="420" y="662"/>
                      <a:pt x="421" y="662"/>
                      <a:pt x="422" y="662"/>
                    </a:cubicBezTo>
                    <a:cubicBezTo>
                      <a:pt x="424" y="662"/>
                      <a:pt x="425" y="660"/>
                      <a:pt x="426" y="659"/>
                    </a:cubicBezTo>
                    <a:cubicBezTo>
                      <a:pt x="428" y="657"/>
                      <a:pt x="429" y="655"/>
                      <a:pt x="431" y="653"/>
                    </a:cubicBezTo>
                    <a:cubicBezTo>
                      <a:pt x="434" y="650"/>
                      <a:pt x="438" y="647"/>
                      <a:pt x="442" y="644"/>
                    </a:cubicBezTo>
                    <a:cubicBezTo>
                      <a:pt x="442" y="643"/>
                      <a:pt x="444" y="641"/>
                      <a:pt x="445" y="642"/>
                    </a:cubicBezTo>
                    <a:cubicBezTo>
                      <a:pt x="446" y="642"/>
                      <a:pt x="445" y="644"/>
                      <a:pt x="445" y="644"/>
                    </a:cubicBezTo>
                    <a:cubicBezTo>
                      <a:pt x="443" y="648"/>
                      <a:pt x="439" y="651"/>
                      <a:pt x="436" y="654"/>
                    </a:cubicBezTo>
                    <a:cubicBezTo>
                      <a:pt x="433" y="657"/>
                      <a:pt x="430" y="661"/>
                      <a:pt x="427" y="664"/>
                    </a:cubicBezTo>
                    <a:cubicBezTo>
                      <a:pt x="426" y="666"/>
                      <a:pt x="424" y="668"/>
                      <a:pt x="423" y="671"/>
                    </a:cubicBezTo>
                    <a:cubicBezTo>
                      <a:pt x="423" y="673"/>
                      <a:pt x="424" y="675"/>
                      <a:pt x="426" y="674"/>
                    </a:cubicBezTo>
                    <a:cubicBezTo>
                      <a:pt x="430" y="673"/>
                      <a:pt x="433" y="670"/>
                      <a:pt x="436" y="668"/>
                    </a:cubicBezTo>
                    <a:cubicBezTo>
                      <a:pt x="436" y="668"/>
                      <a:pt x="438" y="667"/>
                      <a:pt x="439" y="668"/>
                    </a:cubicBezTo>
                    <a:cubicBezTo>
                      <a:pt x="440" y="669"/>
                      <a:pt x="438" y="670"/>
                      <a:pt x="437" y="671"/>
                    </a:cubicBezTo>
                    <a:cubicBezTo>
                      <a:pt x="437" y="672"/>
                      <a:pt x="436" y="673"/>
                      <a:pt x="435" y="673"/>
                    </a:cubicBezTo>
                    <a:cubicBezTo>
                      <a:pt x="434" y="674"/>
                      <a:pt x="433" y="674"/>
                      <a:pt x="433" y="675"/>
                    </a:cubicBezTo>
                    <a:cubicBezTo>
                      <a:pt x="428" y="678"/>
                      <a:pt x="426" y="682"/>
                      <a:pt x="423" y="686"/>
                    </a:cubicBezTo>
                    <a:cubicBezTo>
                      <a:pt x="421" y="689"/>
                      <a:pt x="420" y="691"/>
                      <a:pt x="418" y="693"/>
                    </a:cubicBezTo>
                    <a:cubicBezTo>
                      <a:pt x="417" y="695"/>
                      <a:pt x="415" y="697"/>
                      <a:pt x="415" y="699"/>
                    </a:cubicBezTo>
                    <a:cubicBezTo>
                      <a:pt x="415" y="703"/>
                      <a:pt x="420" y="703"/>
                      <a:pt x="422" y="706"/>
                    </a:cubicBezTo>
                    <a:cubicBezTo>
                      <a:pt x="422" y="707"/>
                      <a:pt x="422" y="709"/>
                      <a:pt x="424" y="710"/>
                    </a:cubicBezTo>
                    <a:cubicBezTo>
                      <a:pt x="426" y="711"/>
                      <a:pt x="429" y="710"/>
                      <a:pt x="431" y="709"/>
                    </a:cubicBezTo>
                    <a:cubicBezTo>
                      <a:pt x="435" y="707"/>
                      <a:pt x="438" y="705"/>
                      <a:pt x="441" y="702"/>
                    </a:cubicBezTo>
                    <a:cubicBezTo>
                      <a:pt x="444" y="700"/>
                      <a:pt x="447" y="698"/>
                      <a:pt x="450" y="697"/>
                    </a:cubicBezTo>
                    <a:cubicBezTo>
                      <a:pt x="450" y="698"/>
                      <a:pt x="449" y="699"/>
                      <a:pt x="448" y="700"/>
                    </a:cubicBezTo>
                    <a:cubicBezTo>
                      <a:pt x="447" y="702"/>
                      <a:pt x="446" y="703"/>
                      <a:pt x="444" y="705"/>
                    </a:cubicBezTo>
                    <a:cubicBezTo>
                      <a:pt x="443" y="705"/>
                      <a:pt x="442" y="706"/>
                      <a:pt x="441" y="707"/>
                    </a:cubicBezTo>
                    <a:cubicBezTo>
                      <a:pt x="441" y="707"/>
                      <a:pt x="440" y="708"/>
                      <a:pt x="439" y="708"/>
                    </a:cubicBezTo>
                    <a:cubicBezTo>
                      <a:pt x="436" y="709"/>
                      <a:pt x="434" y="711"/>
                      <a:pt x="432" y="712"/>
                    </a:cubicBezTo>
                    <a:cubicBezTo>
                      <a:pt x="430" y="714"/>
                      <a:pt x="428" y="714"/>
                      <a:pt x="426" y="716"/>
                    </a:cubicBezTo>
                    <a:cubicBezTo>
                      <a:pt x="425" y="716"/>
                      <a:pt x="424" y="717"/>
                      <a:pt x="423" y="718"/>
                    </a:cubicBezTo>
                    <a:cubicBezTo>
                      <a:pt x="422" y="718"/>
                      <a:pt x="422" y="719"/>
                      <a:pt x="421" y="719"/>
                    </a:cubicBezTo>
                    <a:cubicBezTo>
                      <a:pt x="417" y="721"/>
                      <a:pt x="413" y="724"/>
                      <a:pt x="410" y="726"/>
                    </a:cubicBezTo>
                    <a:cubicBezTo>
                      <a:pt x="409" y="727"/>
                      <a:pt x="408" y="727"/>
                      <a:pt x="407" y="729"/>
                    </a:cubicBezTo>
                    <a:cubicBezTo>
                      <a:pt x="406" y="730"/>
                      <a:pt x="405" y="730"/>
                      <a:pt x="404" y="731"/>
                    </a:cubicBezTo>
                    <a:cubicBezTo>
                      <a:pt x="404" y="733"/>
                      <a:pt x="403" y="734"/>
                      <a:pt x="403" y="735"/>
                    </a:cubicBezTo>
                    <a:cubicBezTo>
                      <a:pt x="403" y="736"/>
                      <a:pt x="402" y="737"/>
                      <a:pt x="402" y="738"/>
                    </a:cubicBezTo>
                    <a:cubicBezTo>
                      <a:pt x="402" y="739"/>
                      <a:pt x="401" y="740"/>
                      <a:pt x="400" y="742"/>
                    </a:cubicBezTo>
                    <a:cubicBezTo>
                      <a:pt x="400" y="743"/>
                      <a:pt x="399" y="744"/>
                      <a:pt x="398" y="745"/>
                    </a:cubicBezTo>
                    <a:cubicBezTo>
                      <a:pt x="398" y="746"/>
                      <a:pt x="397" y="747"/>
                      <a:pt x="396" y="748"/>
                    </a:cubicBezTo>
                    <a:cubicBezTo>
                      <a:pt x="395" y="749"/>
                      <a:pt x="394" y="750"/>
                      <a:pt x="394" y="751"/>
                    </a:cubicBezTo>
                    <a:cubicBezTo>
                      <a:pt x="393" y="752"/>
                      <a:pt x="392" y="753"/>
                      <a:pt x="392" y="753"/>
                    </a:cubicBezTo>
                    <a:cubicBezTo>
                      <a:pt x="391" y="754"/>
                      <a:pt x="391" y="756"/>
                      <a:pt x="390" y="757"/>
                    </a:cubicBezTo>
                    <a:cubicBezTo>
                      <a:pt x="389" y="759"/>
                      <a:pt x="388" y="762"/>
                      <a:pt x="387" y="765"/>
                    </a:cubicBezTo>
                    <a:cubicBezTo>
                      <a:pt x="386" y="768"/>
                      <a:pt x="385" y="772"/>
                      <a:pt x="385" y="776"/>
                    </a:cubicBezTo>
                    <a:cubicBezTo>
                      <a:pt x="384" y="780"/>
                      <a:pt x="383" y="783"/>
                      <a:pt x="380" y="787"/>
                    </a:cubicBezTo>
                    <a:cubicBezTo>
                      <a:pt x="378" y="790"/>
                      <a:pt x="375" y="792"/>
                      <a:pt x="372" y="795"/>
                    </a:cubicBezTo>
                    <a:cubicBezTo>
                      <a:pt x="369" y="797"/>
                      <a:pt x="366" y="798"/>
                      <a:pt x="363" y="801"/>
                    </a:cubicBezTo>
                    <a:cubicBezTo>
                      <a:pt x="361" y="804"/>
                      <a:pt x="359" y="807"/>
                      <a:pt x="358" y="811"/>
                    </a:cubicBezTo>
                    <a:cubicBezTo>
                      <a:pt x="357" y="815"/>
                      <a:pt x="357" y="819"/>
                      <a:pt x="358" y="822"/>
                    </a:cubicBezTo>
                    <a:cubicBezTo>
                      <a:pt x="360" y="825"/>
                      <a:pt x="364" y="826"/>
                      <a:pt x="368" y="827"/>
                    </a:cubicBezTo>
                    <a:cubicBezTo>
                      <a:pt x="372" y="827"/>
                      <a:pt x="377" y="827"/>
                      <a:pt x="381" y="827"/>
                    </a:cubicBezTo>
                    <a:cubicBezTo>
                      <a:pt x="384" y="827"/>
                      <a:pt x="387" y="828"/>
                      <a:pt x="390" y="828"/>
                    </a:cubicBezTo>
                    <a:cubicBezTo>
                      <a:pt x="398" y="828"/>
                      <a:pt x="402" y="818"/>
                      <a:pt x="401" y="812"/>
                    </a:cubicBezTo>
                    <a:cubicBezTo>
                      <a:pt x="401" y="808"/>
                      <a:pt x="399" y="805"/>
                      <a:pt x="397" y="802"/>
                    </a:cubicBezTo>
                    <a:cubicBezTo>
                      <a:pt x="396" y="800"/>
                      <a:pt x="396" y="799"/>
                      <a:pt x="398" y="798"/>
                    </a:cubicBezTo>
                    <a:cubicBezTo>
                      <a:pt x="401" y="796"/>
                      <a:pt x="404" y="795"/>
                      <a:pt x="406" y="793"/>
                    </a:cubicBezTo>
                    <a:cubicBezTo>
                      <a:pt x="409" y="790"/>
                      <a:pt x="411" y="788"/>
                      <a:pt x="413" y="785"/>
                    </a:cubicBezTo>
                    <a:cubicBezTo>
                      <a:pt x="414" y="782"/>
                      <a:pt x="416" y="779"/>
                      <a:pt x="418" y="776"/>
                    </a:cubicBezTo>
                    <a:cubicBezTo>
                      <a:pt x="420" y="773"/>
                      <a:pt x="422" y="770"/>
                      <a:pt x="424" y="766"/>
                    </a:cubicBezTo>
                    <a:cubicBezTo>
                      <a:pt x="426" y="763"/>
                      <a:pt x="427" y="759"/>
                      <a:pt x="428" y="756"/>
                    </a:cubicBezTo>
                    <a:cubicBezTo>
                      <a:pt x="429" y="752"/>
                      <a:pt x="430" y="749"/>
                      <a:pt x="432" y="746"/>
                    </a:cubicBezTo>
                    <a:cubicBezTo>
                      <a:pt x="433" y="744"/>
                      <a:pt x="434" y="742"/>
                      <a:pt x="435" y="741"/>
                    </a:cubicBezTo>
                    <a:cubicBezTo>
                      <a:pt x="436" y="740"/>
                      <a:pt x="438" y="738"/>
                      <a:pt x="439" y="737"/>
                    </a:cubicBezTo>
                    <a:cubicBezTo>
                      <a:pt x="440" y="735"/>
                      <a:pt x="441" y="734"/>
                      <a:pt x="442" y="733"/>
                    </a:cubicBezTo>
                    <a:cubicBezTo>
                      <a:pt x="443" y="731"/>
                      <a:pt x="444" y="730"/>
                      <a:pt x="446" y="728"/>
                    </a:cubicBezTo>
                    <a:cubicBezTo>
                      <a:pt x="449" y="727"/>
                      <a:pt x="451" y="726"/>
                      <a:pt x="454" y="725"/>
                    </a:cubicBezTo>
                    <a:cubicBezTo>
                      <a:pt x="457" y="725"/>
                      <a:pt x="459" y="724"/>
                      <a:pt x="461" y="724"/>
                    </a:cubicBezTo>
                    <a:cubicBezTo>
                      <a:pt x="462" y="724"/>
                      <a:pt x="463" y="724"/>
                      <a:pt x="463" y="723"/>
                    </a:cubicBezTo>
                    <a:cubicBezTo>
                      <a:pt x="464" y="722"/>
                      <a:pt x="464" y="721"/>
                      <a:pt x="465" y="720"/>
                    </a:cubicBezTo>
                    <a:cubicBezTo>
                      <a:pt x="465" y="719"/>
                      <a:pt x="465" y="718"/>
                      <a:pt x="465" y="717"/>
                    </a:cubicBezTo>
                    <a:cubicBezTo>
                      <a:pt x="465" y="716"/>
                      <a:pt x="465" y="715"/>
                      <a:pt x="465" y="714"/>
                    </a:cubicBezTo>
                    <a:cubicBezTo>
                      <a:pt x="465" y="712"/>
                      <a:pt x="465" y="711"/>
                      <a:pt x="465" y="709"/>
                    </a:cubicBezTo>
                    <a:cubicBezTo>
                      <a:pt x="464" y="707"/>
                      <a:pt x="463" y="706"/>
                      <a:pt x="463" y="704"/>
                    </a:cubicBezTo>
                    <a:cubicBezTo>
                      <a:pt x="463" y="704"/>
                      <a:pt x="462" y="703"/>
                      <a:pt x="462" y="702"/>
                    </a:cubicBezTo>
                    <a:cubicBezTo>
                      <a:pt x="462" y="701"/>
                      <a:pt x="463" y="700"/>
                      <a:pt x="462" y="700"/>
                    </a:cubicBezTo>
                    <a:cubicBezTo>
                      <a:pt x="462" y="699"/>
                      <a:pt x="461" y="698"/>
                      <a:pt x="461" y="698"/>
                    </a:cubicBezTo>
                    <a:cubicBezTo>
                      <a:pt x="461" y="697"/>
                      <a:pt x="460" y="697"/>
                      <a:pt x="460" y="696"/>
                    </a:cubicBezTo>
                    <a:cubicBezTo>
                      <a:pt x="459" y="696"/>
                      <a:pt x="459" y="694"/>
                      <a:pt x="459" y="693"/>
                    </a:cubicBezTo>
                    <a:cubicBezTo>
                      <a:pt x="460" y="691"/>
                      <a:pt x="460" y="689"/>
                      <a:pt x="461" y="687"/>
                    </a:cubicBezTo>
                    <a:cubicBezTo>
                      <a:pt x="461" y="685"/>
                      <a:pt x="461" y="683"/>
                      <a:pt x="461" y="681"/>
                    </a:cubicBezTo>
                    <a:cubicBezTo>
                      <a:pt x="461" y="679"/>
                      <a:pt x="461" y="678"/>
                      <a:pt x="461" y="676"/>
                    </a:cubicBezTo>
                    <a:cubicBezTo>
                      <a:pt x="461" y="674"/>
                      <a:pt x="463" y="672"/>
                      <a:pt x="462" y="670"/>
                    </a:cubicBezTo>
                    <a:cubicBezTo>
                      <a:pt x="462" y="669"/>
                      <a:pt x="461" y="669"/>
                      <a:pt x="461" y="668"/>
                    </a:cubicBezTo>
                    <a:cubicBezTo>
                      <a:pt x="460" y="668"/>
                      <a:pt x="460" y="667"/>
                      <a:pt x="460" y="667"/>
                    </a:cubicBezTo>
                    <a:cubicBezTo>
                      <a:pt x="461" y="666"/>
                      <a:pt x="461" y="665"/>
                      <a:pt x="461" y="665"/>
                    </a:cubicBezTo>
                    <a:cubicBezTo>
                      <a:pt x="462" y="664"/>
                      <a:pt x="463" y="664"/>
                      <a:pt x="463" y="663"/>
                    </a:cubicBezTo>
                    <a:cubicBezTo>
                      <a:pt x="465" y="662"/>
                      <a:pt x="464" y="660"/>
                      <a:pt x="464" y="658"/>
                    </a:cubicBezTo>
                    <a:cubicBezTo>
                      <a:pt x="465" y="656"/>
                      <a:pt x="466" y="655"/>
                      <a:pt x="467" y="654"/>
                    </a:cubicBezTo>
                    <a:cubicBezTo>
                      <a:pt x="468" y="653"/>
                      <a:pt x="468" y="653"/>
                      <a:pt x="469" y="653"/>
                    </a:cubicBezTo>
                    <a:cubicBezTo>
                      <a:pt x="470" y="654"/>
                      <a:pt x="469" y="656"/>
                      <a:pt x="471" y="657"/>
                    </a:cubicBezTo>
                    <a:cubicBezTo>
                      <a:pt x="473" y="658"/>
                      <a:pt x="475" y="658"/>
                      <a:pt x="477" y="658"/>
                    </a:cubicBezTo>
                    <a:cubicBezTo>
                      <a:pt x="479" y="658"/>
                      <a:pt x="480" y="657"/>
                      <a:pt x="480" y="655"/>
                    </a:cubicBezTo>
                    <a:cubicBezTo>
                      <a:pt x="480" y="655"/>
                      <a:pt x="480" y="654"/>
                      <a:pt x="481" y="653"/>
                    </a:cubicBezTo>
                    <a:cubicBezTo>
                      <a:pt x="481" y="653"/>
                      <a:pt x="482" y="653"/>
                      <a:pt x="482" y="652"/>
                    </a:cubicBezTo>
                    <a:cubicBezTo>
                      <a:pt x="483" y="651"/>
                      <a:pt x="483" y="650"/>
                      <a:pt x="483" y="649"/>
                    </a:cubicBezTo>
                    <a:cubicBezTo>
                      <a:pt x="483" y="648"/>
                      <a:pt x="482" y="647"/>
                      <a:pt x="482" y="646"/>
                    </a:cubicBezTo>
                    <a:cubicBezTo>
                      <a:pt x="482" y="644"/>
                      <a:pt x="482" y="641"/>
                      <a:pt x="483" y="639"/>
                    </a:cubicBezTo>
                    <a:cubicBezTo>
                      <a:pt x="484" y="638"/>
                      <a:pt x="487" y="635"/>
                      <a:pt x="487" y="638"/>
                    </a:cubicBezTo>
                    <a:cubicBezTo>
                      <a:pt x="487" y="641"/>
                      <a:pt x="485" y="643"/>
                      <a:pt x="486" y="646"/>
                    </a:cubicBezTo>
                    <a:cubicBezTo>
                      <a:pt x="487" y="649"/>
                      <a:pt x="493" y="645"/>
                      <a:pt x="494" y="644"/>
                    </a:cubicBezTo>
                    <a:cubicBezTo>
                      <a:pt x="498" y="641"/>
                      <a:pt x="501" y="638"/>
                      <a:pt x="505" y="635"/>
                    </a:cubicBezTo>
                    <a:cubicBezTo>
                      <a:pt x="508" y="633"/>
                      <a:pt x="511" y="632"/>
                      <a:pt x="514" y="632"/>
                    </a:cubicBezTo>
                    <a:cubicBezTo>
                      <a:pt x="518" y="631"/>
                      <a:pt x="522" y="630"/>
                      <a:pt x="526" y="627"/>
                    </a:cubicBezTo>
                    <a:cubicBezTo>
                      <a:pt x="529" y="624"/>
                      <a:pt x="530" y="621"/>
                      <a:pt x="532" y="617"/>
                    </a:cubicBezTo>
                    <a:cubicBezTo>
                      <a:pt x="534" y="614"/>
                      <a:pt x="536" y="611"/>
                      <a:pt x="539" y="612"/>
                    </a:cubicBezTo>
                    <a:cubicBezTo>
                      <a:pt x="542" y="612"/>
                      <a:pt x="544" y="614"/>
                      <a:pt x="546" y="614"/>
                    </a:cubicBezTo>
                    <a:cubicBezTo>
                      <a:pt x="549" y="615"/>
                      <a:pt x="552" y="613"/>
                      <a:pt x="554" y="612"/>
                    </a:cubicBezTo>
                    <a:cubicBezTo>
                      <a:pt x="555" y="611"/>
                      <a:pt x="559" y="609"/>
                      <a:pt x="558" y="612"/>
                    </a:cubicBezTo>
                    <a:cubicBezTo>
                      <a:pt x="557" y="615"/>
                      <a:pt x="553" y="617"/>
                      <a:pt x="551" y="619"/>
                    </a:cubicBezTo>
                    <a:cubicBezTo>
                      <a:pt x="547" y="620"/>
                      <a:pt x="544" y="620"/>
                      <a:pt x="540" y="620"/>
                    </a:cubicBezTo>
                    <a:cubicBezTo>
                      <a:pt x="537" y="620"/>
                      <a:pt x="535" y="621"/>
                      <a:pt x="534" y="623"/>
                    </a:cubicBezTo>
                    <a:cubicBezTo>
                      <a:pt x="532" y="626"/>
                      <a:pt x="530" y="630"/>
                      <a:pt x="527" y="632"/>
                    </a:cubicBezTo>
                    <a:cubicBezTo>
                      <a:pt x="522" y="637"/>
                      <a:pt x="514" y="635"/>
                      <a:pt x="508" y="639"/>
                    </a:cubicBezTo>
                    <a:cubicBezTo>
                      <a:pt x="505" y="641"/>
                      <a:pt x="503" y="644"/>
                      <a:pt x="501" y="646"/>
                    </a:cubicBezTo>
                    <a:cubicBezTo>
                      <a:pt x="501" y="647"/>
                      <a:pt x="500" y="648"/>
                      <a:pt x="499" y="648"/>
                    </a:cubicBezTo>
                    <a:cubicBezTo>
                      <a:pt x="498" y="648"/>
                      <a:pt x="497" y="648"/>
                      <a:pt x="496" y="648"/>
                    </a:cubicBezTo>
                    <a:cubicBezTo>
                      <a:pt x="494" y="649"/>
                      <a:pt x="493" y="649"/>
                      <a:pt x="491" y="650"/>
                    </a:cubicBezTo>
                    <a:cubicBezTo>
                      <a:pt x="490" y="650"/>
                      <a:pt x="489" y="651"/>
                      <a:pt x="489" y="652"/>
                    </a:cubicBezTo>
                    <a:cubicBezTo>
                      <a:pt x="488" y="653"/>
                      <a:pt x="487" y="655"/>
                      <a:pt x="487" y="656"/>
                    </a:cubicBezTo>
                    <a:cubicBezTo>
                      <a:pt x="487" y="657"/>
                      <a:pt x="486" y="658"/>
                      <a:pt x="485" y="659"/>
                    </a:cubicBezTo>
                    <a:cubicBezTo>
                      <a:pt x="485" y="660"/>
                      <a:pt x="484" y="661"/>
                      <a:pt x="482" y="662"/>
                    </a:cubicBezTo>
                    <a:cubicBezTo>
                      <a:pt x="481" y="663"/>
                      <a:pt x="481" y="664"/>
                      <a:pt x="480" y="664"/>
                    </a:cubicBezTo>
                    <a:cubicBezTo>
                      <a:pt x="480" y="665"/>
                      <a:pt x="479" y="666"/>
                      <a:pt x="479" y="666"/>
                    </a:cubicBezTo>
                    <a:cubicBezTo>
                      <a:pt x="479" y="667"/>
                      <a:pt x="479" y="668"/>
                      <a:pt x="478" y="669"/>
                    </a:cubicBezTo>
                    <a:cubicBezTo>
                      <a:pt x="478" y="669"/>
                      <a:pt x="477" y="670"/>
                      <a:pt x="477" y="671"/>
                    </a:cubicBezTo>
                    <a:cubicBezTo>
                      <a:pt x="477" y="672"/>
                      <a:pt x="476" y="673"/>
                      <a:pt x="476" y="673"/>
                    </a:cubicBezTo>
                    <a:cubicBezTo>
                      <a:pt x="476" y="674"/>
                      <a:pt x="476" y="675"/>
                      <a:pt x="475" y="676"/>
                    </a:cubicBezTo>
                    <a:cubicBezTo>
                      <a:pt x="475" y="677"/>
                      <a:pt x="475" y="679"/>
                      <a:pt x="475" y="680"/>
                    </a:cubicBezTo>
                    <a:cubicBezTo>
                      <a:pt x="475" y="681"/>
                      <a:pt x="474" y="681"/>
                      <a:pt x="473" y="682"/>
                    </a:cubicBezTo>
                    <a:cubicBezTo>
                      <a:pt x="473" y="682"/>
                      <a:pt x="472" y="682"/>
                      <a:pt x="472" y="683"/>
                    </a:cubicBezTo>
                    <a:cubicBezTo>
                      <a:pt x="471" y="684"/>
                      <a:pt x="471" y="684"/>
                      <a:pt x="471" y="685"/>
                    </a:cubicBezTo>
                    <a:cubicBezTo>
                      <a:pt x="471" y="687"/>
                      <a:pt x="471" y="689"/>
                      <a:pt x="471" y="691"/>
                    </a:cubicBezTo>
                    <a:cubicBezTo>
                      <a:pt x="471" y="693"/>
                      <a:pt x="472" y="694"/>
                      <a:pt x="473" y="696"/>
                    </a:cubicBezTo>
                    <a:cubicBezTo>
                      <a:pt x="473" y="698"/>
                      <a:pt x="472" y="701"/>
                      <a:pt x="474" y="702"/>
                    </a:cubicBezTo>
                    <a:cubicBezTo>
                      <a:pt x="474" y="703"/>
                      <a:pt x="475" y="703"/>
                      <a:pt x="476" y="703"/>
                    </a:cubicBezTo>
                    <a:cubicBezTo>
                      <a:pt x="477" y="704"/>
                      <a:pt x="478" y="704"/>
                      <a:pt x="479" y="705"/>
                    </a:cubicBezTo>
                    <a:cubicBezTo>
                      <a:pt x="480" y="707"/>
                      <a:pt x="480" y="709"/>
                      <a:pt x="481" y="711"/>
                    </a:cubicBezTo>
                    <a:cubicBezTo>
                      <a:pt x="482" y="712"/>
                      <a:pt x="484" y="713"/>
                      <a:pt x="485" y="712"/>
                    </a:cubicBezTo>
                    <a:cubicBezTo>
                      <a:pt x="485" y="711"/>
                      <a:pt x="485" y="710"/>
                      <a:pt x="485" y="709"/>
                    </a:cubicBezTo>
                    <a:cubicBezTo>
                      <a:pt x="485" y="707"/>
                      <a:pt x="485" y="706"/>
                      <a:pt x="485" y="704"/>
                    </a:cubicBezTo>
                    <a:cubicBezTo>
                      <a:pt x="485" y="702"/>
                      <a:pt x="485" y="700"/>
                      <a:pt x="485" y="698"/>
                    </a:cubicBezTo>
                    <a:cubicBezTo>
                      <a:pt x="485" y="696"/>
                      <a:pt x="485" y="695"/>
                      <a:pt x="486" y="693"/>
                    </a:cubicBezTo>
                    <a:cubicBezTo>
                      <a:pt x="487" y="692"/>
                      <a:pt x="488" y="691"/>
                      <a:pt x="490" y="690"/>
                    </a:cubicBezTo>
                    <a:cubicBezTo>
                      <a:pt x="491" y="689"/>
                      <a:pt x="493" y="688"/>
                      <a:pt x="494" y="686"/>
                    </a:cubicBezTo>
                    <a:cubicBezTo>
                      <a:pt x="495" y="685"/>
                      <a:pt x="495" y="682"/>
                      <a:pt x="496" y="681"/>
                    </a:cubicBezTo>
                    <a:cubicBezTo>
                      <a:pt x="499" y="682"/>
                      <a:pt x="497" y="687"/>
                      <a:pt x="499" y="689"/>
                    </a:cubicBezTo>
                    <a:cubicBezTo>
                      <a:pt x="500" y="690"/>
                      <a:pt x="502" y="691"/>
                      <a:pt x="503" y="693"/>
                    </a:cubicBezTo>
                    <a:cubicBezTo>
                      <a:pt x="505" y="694"/>
                      <a:pt x="506" y="696"/>
                      <a:pt x="506" y="698"/>
                    </a:cubicBezTo>
                    <a:cubicBezTo>
                      <a:pt x="507" y="699"/>
                      <a:pt x="507" y="700"/>
                      <a:pt x="508" y="700"/>
                    </a:cubicBezTo>
                    <a:cubicBezTo>
                      <a:pt x="510" y="700"/>
                      <a:pt x="511" y="698"/>
                      <a:pt x="511" y="696"/>
                    </a:cubicBezTo>
                    <a:cubicBezTo>
                      <a:pt x="511" y="695"/>
                      <a:pt x="511" y="693"/>
                      <a:pt x="511" y="692"/>
                    </a:cubicBezTo>
                    <a:cubicBezTo>
                      <a:pt x="511" y="691"/>
                      <a:pt x="511" y="689"/>
                      <a:pt x="510" y="688"/>
                    </a:cubicBezTo>
                    <a:cubicBezTo>
                      <a:pt x="509" y="685"/>
                      <a:pt x="507" y="683"/>
                      <a:pt x="508" y="680"/>
                    </a:cubicBezTo>
                    <a:cubicBezTo>
                      <a:pt x="508" y="679"/>
                      <a:pt x="509" y="674"/>
                      <a:pt x="511" y="675"/>
                    </a:cubicBezTo>
                    <a:cubicBezTo>
                      <a:pt x="512" y="676"/>
                      <a:pt x="512" y="680"/>
                      <a:pt x="512" y="682"/>
                    </a:cubicBezTo>
                    <a:cubicBezTo>
                      <a:pt x="512" y="683"/>
                      <a:pt x="512" y="685"/>
                      <a:pt x="513" y="686"/>
                    </a:cubicBezTo>
                    <a:cubicBezTo>
                      <a:pt x="515" y="687"/>
                      <a:pt x="515" y="689"/>
                      <a:pt x="515" y="690"/>
                    </a:cubicBezTo>
                    <a:cubicBezTo>
                      <a:pt x="514" y="692"/>
                      <a:pt x="514" y="695"/>
                      <a:pt x="514" y="697"/>
                    </a:cubicBezTo>
                    <a:cubicBezTo>
                      <a:pt x="513" y="698"/>
                      <a:pt x="513" y="700"/>
                      <a:pt x="513" y="702"/>
                    </a:cubicBezTo>
                    <a:cubicBezTo>
                      <a:pt x="513" y="704"/>
                      <a:pt x="514" y="706"/>
                      <a:pt x="514" y="708"/>
                    </a:cubicBezTo>
                    <a:cubicBezTo>
                      <a:pt x="515" y="710"/>
                      <a:pt x="515" y="711"/>
                      <a:pt x="516" y="712"/>
                    </a:cubicBezTo>
                    <a:cubicBezTo>
                      <a:pt x="518" y="713"/>
                      <a:pt x="519" y="713"/>
                      <a:pt x="520" y="712"/>
                    </a:cubicBezTo>
                    <a:cubicBezTo>
                      <a:pt x="521" y="712"/>
                      <a:pt x="521" y="711"/>
                      <a:pt x="521" y="711"/>
                    </a:cubicBezTo>
                    <a:cubicBezTo>
                      <a:pt x="522" y="710"/>
                      <a:pt x="522" y="710"/>
                      <a:pt x="523" y="709"/>
                    </a:cubicBezTo>
                    <a:cubicBezTo>
                      <a:pt x="524" y="709"/>
                      <a:pt x="525" y="708"/>
                      <a:pt x="525" y="707"/>
                    </a:cubicBezTo>
                    <a:cubicBezTo>
                      <a:pt x="526" y="706"/>
                      <a:pt x="526" y="705"/>
                      <a:pt x="527" y="705"/>
                    </a:cubicBezTo>
                    <a:cubicBezTo>
                      <a:pt x="528" y="703"/>
                      <a:pt x="529" y="703"/>
                      <a:pt x="530" y="702"/>
                    </a:cubicBezTo>
                    <a:cubicBezTo>
                      <a:pt x="531" y="701"/>
                      <a:pt x="531" y="700"/>
                      <a:pt x="532" y="699"/>
                    </a:cubicBezTo>
                    <a:cubicBezTo>
                      <a:pt x="532" y="698"/>
                      <a:pt x="532" y="696"/>
                      <a:pt x="532" y="695"/>
                    </a:cubicBezTo>
                    <a:cubicBezTo>
                      <a:pt x="533" y="694"/>
                      <a:pt x="534" y="693"/>
                      <a:pt x="535" y="693"/>
                    </a:cubicBezTo>
                    <a:cubicBezTo>
                      <a:pt x="536" y="692"/>
                      <a:pt x="539" y="691"/>
                      <a:pt x="539" y="689"/>
                    </a:cubicBezTo>
                    <a:cubicBezTo>
                      <a:pt x="539" y="688"/>
                      <a:pt x="538" y="688"/>
                      <a:pt x="537" y="688"/>
                    </a:cubicBezTo>
                    <a:cubicBezTo>
                      <a:pt x="537" y="687"/>
                      <a:pt x="536" y="687"/>
                      <a:pt x="536" y="686"/>
                    </a:cubicBezTo>
                    <a:cubicBezTo>
                      <a:pt x="534" y="685"/>
                      <a:pt x="534" y="682"/>
                      <a:pt x="534" y="680"/>
                    </a:cubicBezTo>
                    <a:cubicBezTo>
                      <a:pt x="537" y="682"/>
                      <a:pt x="537" y="686"/>
                      <a:pt x="539" y="687"/>
                    </a:cubicBezTo>
                    <a:cubicBezTo>
                      <a:pt x="542" y="688"/>
                      <a:pt x="542" y="684"/>
                      <a:pt x="542" y="682"/>
                    </a:cubicBezTo>
                    <a:cubicBezTo>
                      <a:pt x="543" y="681"/>
                      <a:pt x="543" y="680"/>
                      <a:pt x="544" y="678"/>
                    </a:cubicBezTo>
                    <a:cubicBezTo>
                      <a:pt x="544" y="677"/>
                      <a:pt x="544" y="677"/>
                      <a:pt x="544" y="676"/>
                    </a:cubicBezTo>
                    <a:cubicBezTo>
                      <a:pt x="544" y="675"/>
                      <a:pt x="544" y="673"/>
                      <a:pt x="545" y="672"/>
                    </a:cubicBezTo>
                    <a:cubicBezTo>
                      <a:pt x="545" y="670"/>
                      <a:pt x="545" y="669"/>
                      <a:pt x="546" y="668"/>
                    </a:cubicBezTo>
                    <a:cubicBezTo>
                      <a:pt x="547" y="667"/>
                      <a:pt x="548" y="666"/>
                      <a:pt x="548" y="665"/>
                    </a:cubicBezTo>
                    <a:cubicBezTo>
                      <a:pt x="549" y="665"/>
                      <a:pt x="550" y="664"/>
                      <a:pt x="550" y="664"/>
                    </a:cubicBezTo>
                    <a:cubicBezTo>
                      <a:pt x="550" y="663"/>
                      <a:pt x="550" y="662"/>
                      <a:pt x="550" y="661"/>
                    </a:cubicBezTo>
                    <a:cubicBezTo>
                      <a:pt x="551" y="660"/>
                      <a:pt x="552" y="658"/>
                      <a:pt x="552" y="657"/>
                    </a:cubicBezTo>
                    <a:cubicBezTo>
                      <a:pt x="552" y="656"/>
                      <a:pt x="551" y="655"/>
                      <a:pt x="551" y="654"/>
                    </a:cubicBezTo>
                    <a:cubicBezTo>
                      <a:pt x="551" y="653"/>
                      <a:pt x="550" y="652"/>
                      <a:pt x="551" y="651"/>
                    </a:cubicBezTo>
                    <a:cubicBezTo>
                      <a:pt x="551" y="650"/>
                      <a:pt x="553" y="649"/>
                      <a:pt x="554" y="647"/>
                    </a:cubicBezTo>
                    <a:cubicBezTo>
                      <a:pt x="554" y="647"/>
                      <a:pt x="554" y="646"/>
                      <a:pt x="554" y="645"/>
                    </a:cubicBezTo>
                    <a:cubicBezTo>
                      <a:pt x="554" y="644"/>
                      <a:pt x="554" y="643"/>
                      <a:pt x="555" y="642"/>
                    </a:cubicBezTo>
                    <a:cubicBezTo>
                      <a:pt x="556" y="642"/>
                      <a:pt x="557" y="643"/>
                      <a:pt x="557" y="643"/>
                    </a:cubicBezTo>
                    <a:cubicBezTo>
                      <a:pt x="557" y="645"/>
                      <a:pt x="556" y="646"/>
                      <a:pt x="555" y="647"/>
                    </a:cubicBezTo>
                    <a:cubicBezTo>
                      <a:pt x="555" y="648"/>
                      <a:pt x="554" y="648"/>
                      <a:pt x="553" y="649"/>
                    </a:cubicBezTo>
                    <a:cubicBezTo>
                      <a:pt x="553" y="651"/>
                      <a:pt x="553" y="652"/>
                      <a:pt x="553" y="653"/>
                    </a:cubicBezTo>
                    <a:cubicBezTo>
                      <a:pt x="554" y="654"/>
                      <a:pt x="553" y="655"/>
                      <a:pt x="554" y="656"/>
                    </a:cubicBezTo>
                    <a:cubicBezTo>
                      <a:pt x="555" y="657"/>
                      <a:pt x="556" y="656"/>
                      <a:pt x="557" y="656"/>
                    </a:cubicBezTo>
                    <a:cubicBezTo>
                      <a:pt x="558" y="655"/>
                      <a:pt x="559" y="654"/>
                      <a:pt x="560" y="653"/>
                    </a:cubicBezTo>
                    <a:cubicBezTo>
                      <a:pt x="562" y="652"/>
                      <a:pt x="563" y="651"/>
                      <a:pt x="564" y="650"/>
                    </a:cubicBezTo>
                    <a:cubicBezTo>
                      <a:pt x="567" y="648"/>
                      <a:pt x="570" y="645"/>
                      <a:pt x="573" y="643"/>
                    </a:cubicBezTo>
                    <a:cubicBezTo>
                      <a:pt x="574" y="642"/>
                      <a:pt x="575" y="641"/>
                      <a:pt x="577" y="639"/>
                    </a:cubicBezTo>
                    <a:cubicBezTo>
                      <a:pt x="577" y="639"/>
                      <a:pt x="578" y="638"/>
                      <a:pt x="579" y="638"/>
                    </a:cubicBezTo>
                    <a:cubicBezTo>
                      <a:pt x="577" y="641"/>
                      <a:pt x="575" y="643"/>
                      <a:pt x="572" y="645"/>
                    </a:cubicBezTo>
                    <a:cubicBezTo>
                      <a:pt x="570" y="647"/>
                      <a:pt x="567" y="649"/>
                      <a:pt x="565" y="651"/>
                    </a:cubicBezTo>
                    <a:cubicBezTo>
                      <a:pt x="564" y="653"/>
                      <a:pt x="562" y="656"/>
                      <a:pt x="560" y="657"/>
                    </a:cubicBezTo>
                    <a:cubicBezTo>
                      <a:pt x="559" y="658"/>
                      <a:pt x="557" y="660"/>
                      <a:pt x="556" y="661"/>
                    </a:cubicBezTo>
                    <a:cubicBezTo>
                      <a:pt x="554" y="662"/>
                      <a:pt x="553" y="664"/>
                      <a:pt x="552" y="666"/>
                    </a:cubicBezTo>
                    <a:cubicBezTo>
                      <a:pt x="550" y="668"/>
                      <a:pt x="549" y="671"/>
                      <a:pt x="549" y="674"/>
                    </a:cubicBezTo>
                    <a:cubicBezTo>
                      <a:pt x="549" y="677"/>
                      <a:pt x="549" y="681"/>
                      <a:pt x="549" y="684"/>
                    </a:cubicBezTo>
                    <a:cubicBezTo>
                      <a:pt x="549" y="686"/>
                      <a:pt x="549" y="688"/>
                      <a:pt x="550" y="690"/>
                    </a:cubicBezTo>
                    <a:cubicBezTo>
                      <a:pt x="552" y="691"/>
                      <a:pt x="556" y="692"/>
                      <a:pt x="558" y="691"/>
                    </a:cubicBezTo>
                    <a:cubicBezTo>
                      <a:pt x="560" y="690"/>
                      <a:pt x="562" y="689"/>
                      <a:pt x="561" y="687"/>
                    </a:cubicBezTo>
                    <a:cubicBezTo>
                      <a:pt x="560" y="685"/>
                      <a:pt x="558" y="683"/>
                      <a:pt x="557" y="681"/>
                    </a:cubicBezTo>
                    <a:cubicBezTo>
                      <a:pt x="556" y="677"/>
                      <a:pt x="557" y="673"/>
                      <a:pt x="558" y="670"/>
                    </a:cubicBezTo>
                    <a:cubicBezTo>
                      <a:pt x="558" y="669"/>
                      <a:pt x="558" y="666"/>
                      <a:pt x="559" y="666"/>
                    </a:cubicBezTo>
                    <a:cubicBezTo>
                      <a:pt x="559" y="665"/>
                      <a:pt x="560" y="667"/>
                      <a:pt x="560" y="668"/>
                    </a:cubicBezTo>
                    <a:cubicBezTo>
                      <a:pt x="561" y="672"/>
                      <a:pt x="560" y="677"/>
                      <a:pt x="561" y="682"/>
                    </a:cubicBezTo>
                    <a:cubicBezTo>
                      <a:pt x="561" y="683"/>
                      <a:pt x="562" y="684"/>
                      <a:pt x="563" y="685"/>
                    </a:cubicBezTo>
                    <a:cubicBezTo>
                      <a:pt x="563" y="686"/>
                      <a:pt x="564" y="686"/>
                      <a:pt x="565" y="687"/>
                    </a:cubicBezTo>
                    <a:cubicBezTo>
                      <a:pt x="568" y="688"/>
                      <a:pt x="569" y="690"/>
                      <a:pt x="570" y="693"/>
                    </a:cubicBezTo>
                    <a:cubicBezTo>
                      <a:pt x="571" y="695"/>
                      <a:pt x="572" y="698"/>
                      <a:pt x="574" y="700"/>
                    </a:cubicBezTo>
                    <a:cubicBezTo>
                      <a:pt x="575" y="701"/>
                      <a:pt x="576" y="703"/>
                      <a:pt x="577" y="704"/>
                    </a:cubicBezTo>
                    <a:cubicBezTo>
                      <a:pt x="578" y="705"/>
                      <a:pt x="579" y="706"/>
                      <a:pt x="581" y="707"/>
                    </a:cubicBezTo>
                    <a:cubicBezTo>
                      <a:pt x="581" y="706"/>
                      <a:pt x="581" y="705"/>
                      <a:pt x="581" y="704"/>
                    </a:cubicBezTo>
                    <a:cubicBezTo>
                      <a:pt x="581" y="702"/>
                      <a:pt x="581" y="702"/>
                      <a:pt x="581" y="702"/>
                    </a:cubicBezTo>
                    <a:cubicBezTo>
                      <a:pt x="581" y="701"/>
                      <a:pt x="581" y="700"/>
                      <a:pt x="581" y="699"/>
                    </a:cubicBezTo>
                    <a:cubicBezTo>
                      <a:pt x="581" y="698"/>
                      <a:pt x="581" y="697"/>
                      <a:pt x="581" y="697"/>
                    </a:cubicBezTo>
                    <a:cubicBezTo>
                      <a:pt x="581" y="696"/>
                      <a:pt x="582" y="695"/>
                      <a:pt x="582" y="695"/>
                    </a:cubicBezTo>
                    <a:cubicBezTo>
                      <a:pt x="582" y="693"/>
                      <a:pt x="582" y="691"/>
                      <a:pt x="583" y="689"/>
                    </a:cubicBezTo>
                    <a:cubicBezTo>
                      <a:pt x="583" y="688"/>
                      <a:pt x="583" y="687"/>
                      <a:pt x="583" y="686"/>
                    </a:cubicBezTo>
                    <a:cubicBezTo>
                      <a:pt x="585" y="682"/>
                      <a:pt x="587" y="678"/>
                      <a:pt x="588" y="673"/>
                    </a:cubicBezTo>
                    <a:cubicBezTo>
                      <a:pt x="588" y="666"/>
                      <a:pt x="588" y="659"/>
                      <a:pt x="589" y="652"/>
                    </a:cubicBezTo>
                    <a:cubicBezTo>
                      <a:pt x="589" y="649"/>
                      <a:pt x="589" y="646"/>
                      <a:pt x="589" y="643"/>
                    </a:cubicBezTo>
                    <a:cubicBezTo>
                      <a:pt x="589" y="639"/>
                      <a:pt x="588" y="636"/>
                      <a:pt x="588" y="633"/>
                    </a:cubicBezTo>
                    <a:cubicBezTo>
                      <a:pt x="587" y="630"/>
                      <a:pt x="588" y="627"/>
                      <a:pt x="590" y="624"/>
                    </a:cubicBezTo>
                    <a:cubicBezTo>
                      <a:pt x="591" y="622"/>
                      <a:pt x="592" y="619"/>
                      <a:pt x="593" y="617"/>
                    </a:cubicBezTo>
                    <a:cubicBezTo>
                      <a:pt x="593" y="614"/>
                      <a:pt x="595" y="613"/>
                      <a:pt x="597" y="611"/>
                    </a:cubicBezTo>
                    <a:cubicBezTo>
                      <a:pt x="597" y="611"/>
                      <a:pt x="597" y="611"/>
                      <a:pt x="597" y="611"/>
                    </a:cubicBezTo>
                    <a:cubicBezTo>
                      <a:pt x="597" y="611"/>
                      <a:pt x="597" y="611"/>
                      <a:pt x="597" y="611"/>
                    </a:cubicBezTo>
                    <a:cubicBezTo>
                      <a:pt x="597" y="610"/>
                      <a:pt x="597" y="610"/>
                      <a:pt x="597" y="610"/>
                    </a:cubicBezTo>
                    <a:cubicBezTo>
                      <a:pt x="598" y="610"/>
                      <a:pt x="598" y="610"/>
                      <a:pt x="598" y="609"/>
                    </a:cubicBezTo>
                    <a:cubicBezTo>
                      <a:pt x="599" y="609"/>
                      <a:pt x="599" y="608"/>
                      <a:pt x="600" y="608"/>
                    </a:cubicBezTo>
                    <a:cubicBezTo>
                      <a:pt x="601" y="608"/>
                      <a:pt x="604" y="607"/>
                      <a:pt x="605" y="608"/>
                    </a:cubicBezTo>
                    <a:cubicBezTo>
                      <a:pt x="607" y="609"/>
                      <a:pt x="604" y="611"/>
                      <a:pt x="603" y="611"/>
                    </a:cubicBezTo>
                    <a:cubicBezTo>
                      <a:pt x="603" y="612"/>
                      <a:pt x="602" y="612"/>
                      <a:pt x="601" y="612"/>
                    </a:cubicBezTo>
                    <a:cubicBezTo>
                      <a:pt x="599" y="613"/>
                      <a:pt x="597" y="617"/>
                      <a:pt x="596" y="618"/>
                    </a:cubicBezTo>
                    <a:cubicBezTo>
                      <a:pt x="595" y="621"/>
                      <a:pt x="594" y="624"/>
                      <a:pt x="596" y="627"/>
                    </a:cubicBezTo>
                    <a:cubicBezTo>
                      <a:pt x="600" y="631"/>
                      <a:pt x="604" y="623"/>
                      <a:pt x="608" y="623"/>
                    </a:cubicBezTo>
                    <a:cubicBezTo>
                      <a:pt x="610" y="624"/>
                      <a:pt x="613" y="626"/>
                      <a:pt x="615" y="628"/>
                    </a:cubicBezTo>
                    <a:cubicBezTo>
                      <a:pt x="617" y="630"/>
                      <a:pt x="621" y="631"/>
                      <a:pt x="624" y="633"/>
                    </a:cubicBezTo>
                    <a:cubicBezTo>
                      <a:pt x="630" y="636"/>
                      <a:pt x="631" y="642"/>
                      <a:pt x="633" y="648"/>
                    </a:cubicBezTo>
                    <a:cubicBezTo>
                      <a:pt x="629" y="647"/>
                      <a:pt x="628" y="643"/>
                      <a:pt x="626" y="641"/>
                    </a:cubicBezTo>
                    <a:cubicBezTo>
                      <a:pt x="623" y="637"/>
                      <a:pt x="619" y="634"/>
                      <a:pt x="615" y="632"/>
                    </a:cubicBezTo>
                    <a:cubicBezTo>
                      <a:pt x="611" y="630"/>
                      <a:pt x="604" y="628"/>
                      <a:pt x="601" y="632"/>
                    </a:cubicBezTo>
                    <a:cubicBezTo>
                      <a:pt x="599" y="634"/>
                      <a:pt x="599" y="636"/>
                      <a:pt x="598" y="637"/>
                    </a:cubicBezTo>
                    <a:cubicBezTo>
                      <a:pt x="597" y="638"/>
                      <a:pt x="595" y="639"/>
                      <a:pt x="594" y="640"/>
                    </a:cubicBezTo>
                    <a:cubicBezTo>
                      <a:pt x="592" y="644"/>
                      <a:pt x="594" y="649"/>
                      <a:pt x="594" y="653"/>
                    </a:cubicBezTo>
                    <a:cubicBezTo>
                      <a:pt x="594" y="655"/>
                      <a:pt x="594" y="657"/>
                      <a:pt x="595" y="660"/>
                    </a:cubicBezTo>
                    <a:cubicBezTo>
                      <a:pt x="596" y="661"/>
                      <a:pt x="597" y="663"/>
                      <a:pt x="598" y="665"/>
                    </a:cubicBezTo>
                    <a:cubicBezTo>
                      <a:pt x="600" y="669"/>
                      <a:pt x="602" y="672"/>
                      <a:pt x="603" y="677"/>
                    </a:cubicBezTo>
                    <a:cubicBezTo>
                      <a:pt x="604" y="678"/>
                      <a:pt x="605" y="681"/>
                      <a:pt x="603" y="682"/>
                    </a:cubicBezTo>
                    <a:cubicBezTo>
                      <a:pt x="602" y="684"/>
                      <a:pt x="600" y="683"/>
                      <a:pt x="599" y="684"/>
                    </a:cubicBezTo>
                    <a:cubicBezTo>
                      <a:pt x="594" y="684"/>
                      <a:pt x="590" y="684"/>
                      <a:pt x="587" y="688"/>
                    </a:cubicBezTo>
                    <a:cubicBezTo>
                      <a:pt x="586" y="689"/>
                      <a:pt x="585" y="690"/>
                      <a:pt x="585" y="691"/>
                    </a:cubicBezTo>
                    <a:cubicBezTo>
                      <a:pt x="584" y="693"/>
                      <a:pt x="583" y="695"/>
                      <a:pt x="583" y="697"/>
                    </a:cubicBezTo>
                    <a:cubicBezTo>
                      <a:pt x="583" y="698"/>
                      <a:pt x="583" y="698"/>
                      <a:pt x="583" y="699"/>
                    </a:cubicBezTo>
                    <a:cubicBezTo>
                      <a:pt x="582" y="700"/>
                      <a:pt x="583" y="701"/>
                      <a:pt x="583" y="702"/>
                    </a:cubicBezTo>
                    <a:cubicBezTo>
                      <a:pt x="583" y="702"/>
                      <a:pt x="583" y="702"/>
                      <a:pt x="583" y="702"/>
                    </a:cubicBezTo>
                    <a:cubicBezTo>
                      <a:pt x="583" y="703"/>
                      <a:pt x="583" y="704"/>
                      <a:pt x="583" y="705"/>
                    </a:cubicBezTo>
                    <a:cubicBezTo>
                      <a:pt x="583" y="706"/>
                      <a:pt x="583" y="708"/>
                      <a:pt x="584" y="709"/>
                    </a:cubicBezTo>
                    <a:cubicBezTo>
                      <a:pt x="584" y="710"/>
                      <a:pt x="585" y="710"/>
                      <a:pt x="585" y="710"/>
                    </a:cubicBezTo>
                    <a:cubicBezTo>
                      <a:pt x="586" y="711"/>
                      <a:pt x="587" y="711"/>
                      <a:pt x="588" y="712"/>
                    </a:cubicBezTo>
                    <a:cubicBezTo>
                      <a:pt x="589" y="713"/>
                      <a:pt x="591" y="714"/>
                      <a:pt x="592" y="715"/>
                    </a:cubicBezTo>
                    <a:cubicBezTo>
                      <a:pt x="593" y="715"/>
                      <a:pt x="595" y="716"/>
                      <a:pt x="595" y="717"/>
                    </a:cubicBezTo>
                    <a:cubicBezTo>
                      <a:pt x="596" y="719"/>
                      <a:pt x="592" y="719"/>
                      <a:pt x="591" y="719"/>
                    </a:cubicBezTo>
                    <a:cubicBezTo>
                      <a:pt x="590" y="718"/>
                      <a:pt x="589" y="717"/>
                      <a:pt x="588" y="717"/>
                    </a:cubicBezTo>
                    <a:cubicBezTo>
                      <a:pt x="587" y="716"/>
                      <a:pt x="586" y="716"/>
                      <a:pt x="585" y="716"/>
                    </a:cubicBezTo>
                    <a:cubicBezTo>
                      <a:pt x="584" y="715"/>
                      <a:pt x="583" y="715"/>
                      <a:pt x="582" y="714"/>
                    </a:cubicBezTo>
                    <a:cubicBezTo>
                      <a:pt x="581" y="714"/>
                      <a:pt x="580" y="714"/>
                      <a:pt x="579" y="714"/>
                    </a:cubicBezTo>
                    <a:cubicBezTo>
                      <a:pt x="577" y="714"/>
                      <a:pt x="576" y="713"/>
                      <a:pt x="575" y="712"/>
                    </a:cubicBezTo>
                    <a:cubicBezTo>
                      <a:pt x="572" y="710"/>
                      <a:pt x="570" y="709"/>
                      <a:pt x="567" y="707"/>
                    </a:cubicBezTo>
                    <a:cubicBezTo>
                      <a:pt x="565" y="705"/>
                      <a:pt x="562" y="703"/>
                      <a:pt x="560" y="702"/>
                    </a:cubicBezTo>
                    <a:cubicBezTo>
                      <a:pt x="559" y="701"/>
                      <a:pt x="558" y="700"/>
                      <a:pt x="557" y="700"/>
                    </a:cubicBezTo>
                    <a:cubicBezTo>
                      <a:pt x="555" y="698"/>
                      <a:pt x="554" y="698"/>
                      <a:pt x="552" y="697"/>
                    </a:cubicBezTo>
                    <a:cubicBezTo>
                      <a:pt x="550" y="697"/>
                      <a:pt x="549" y="697"/>
                      <a:pt x="547" y="697"/>
                    </a:cubicBezTo>
                    <a:cubicBezTo>
                      <a:pt x="547" y="697"/>
                      <a:pt x="546" y="697"/>
                      <a:pt x="545" y="697"/>
                    </a:cubicBezTo>
                    <a:cubicBezTo>
                      <a:pt x="542" y="698"/>
                      <a:pt x="541" y="701"/>
                      <a:pt x="541" y="703"/>
                    </a:cubicBezTo>
                    <a:cubicBezTo>
                      <a:pt x="541" y="704"/>
                      <a:pt x="540" y="705"/>
                      <a:pt x="540" y="707"/>
                    </a:cubicBezTo>
                    <a:cubicBezTo>
                      <a:pt x="539" y="708"/>
                      <a:pt x="538" y="709"/>
                      <a:pt x="537" y="710"/>
                    </a:cubicBezTo>
                    <a:cubicBezTo>
                      <a:pt x="535" y="712"/>
                      <a:pt x="533" y="713"/>
                      <a:pt x="533" y="715"/>
                    </a:cubicBezTo>
                    <a:cubicBezTo>
                      <a:pt x="532" y="716"/>
                      <a:pt x="533" y="717"/>
                      <a:pt x="532" y="718"/>
                    </a:cubicBezTo>
                    <a:cubicBezTo>
                      <a:pt x="532" y="720"/>
                      <a:pt x="532" y="721"/>
                      <a:pt x="532" y="722"/>
                    </a:cubicBezTo>
                    <a:cubicBezTo>
                      <a:pt x="531" y="723"/>
                      <a:pt x="531" y="724"/>
                      <a:pt x="531" y="725"/>
                    </a:cubicBezTo>
                    <a:cubicBezTo>
                      <a:pt x="531" y="728"/>
                      <a:pt x="532" y="730"/>
                      <a:pt x="532" y="732"/>
                    </a:cubicBezTo>
                    <a:cubicBezTo>
                      <a:pt x="532" y="734"/>
                      <a:pt x="532" y="735"/>
                      <a:pt x="532" y="737"/>
                    </a:cubicBezTo>
                    <a:cubicBezTo>
                      <a:pt x="532" y="739"/>
                      <a:pt x="531" y="741"/>
                      <a:pt x="531" y="743"/>
                    </a:cubicBezTo>
                    <a:cubicBezTo>
                      <a:pt x="531" y="744"/>
                      <a:pt x="530" y="745"/>
                      <a:pt x="530" y="746"/>
                    </a:cubicBezTo>
                    <a:cubicBezTo>
                      <a:pt x="530" y="747"/>
                      <a:pt x="530" y="747"/>
                      <a:pt x="529" y="748"/>
                    </a:cubicBezTo>
                    <a:cubicBezTo>
                      <a:pt x="528" y="749"/>
                      <a:pt x="527" y="750"/>
                      <a:pt x="526" y="750"/>
                    </a:cubicBezTo>
                    <a:cubicBezTo>
                      <a:pt x="525" y="751"/>
                      <a:pt x="524" y="752"/>
                      <a:pt x="523" y="753"/>
                    </a:cubicBezTo>
                    <a:cubicBezTo>
                      <a:pt x="522" y="756"/>
                      <a:pt x="521" y="758"/>
                      <a:pt x="520" y="761"/>
                    </a:cubicBezTo>
                    <a:cubicBezTo>
                      <a:pt x="520" y="763"/>
                      <a:pt x="520" y="765"/>
                      <a:pt x="521" y="766"/>
                    </a:cubicBezTo>
                    <a:cubicBezTo>
                      <a:pt x="521" y="768"/>
                      <a:pt x="522" y="769"/>
                      <a:pt x="523" y="770"/>
                    </a:cubicBezTo>
                    <a:cubicBezTo>
                      <a:pt x="523" y="771"/>
                      <a:pt x="524" y="772"/>
                      <a:pt x="525" y="773"/>
                    </a:cubicBezTo>
                    <a:cubicBezTo>
                      <a:pt x="526" y="774"/>
                      <a:pt x="526" y="776"/>
                      <a:pt x="527" y="778"/>
                    </a:cubicBezTo>
                    <a:cubicBezTo>
                      <a:pt x="527" y="778"/>
                      <a:pt x="527" y="779"/>
                      <a:pt x="528" y="779"/>
                    </a:cubicBezTo>
                    <a:cubicBezTo>
                      <a:pt x="529" y="780"/>
                      <a:pt x="529" y="781"/>
                      <a:pt x="530" y="782"/>
                    </a:cubicBezTo>
                    <a:cubicBezTo>
                      <a:pt x="532" y="784"/>
                      <a:pt x="535" y="785"/>
                      <a:pt x="537" y="787"/>
                    </a:cubicBezTo>
                    <a:cubicBezTo>
                      <a:pt x="538" y="788"/>
                      <a:pt x="540" y="789"/>
                      <a:pt x="540" y="790"/>
                    </a:cubicBezTo>
                    <a:cubicBezTo>
                      <a:pt x="541" y="791"/>
                      <a:pt x="541" y="792"/>
                      <a:pt x="541" y="793"/>
                    </a:cubicBezTo>
                    <a:cubicBezTo>
                      <a:pt x="542" y="794"/>
                      <a:pt x="543" y="796"/>
                      <a:pt x="543" y="797"/>
                    </a:cubicBezTo>
                    <a:cubicBezTo>
                      <a:pt x="544" y="800"/>
                      <a:pt x="546" y="804"/>
                      <a:pt x="544" y="806"/>
                    </a:cubicBezTo>
                    <a:cubicBezTo>
                      <a:pt x="542" y="808"/>
                      <a:pt x="541" y="810"/>
                      <a:pt x="541" y="812"/>
                    </a:cubicBezTo>
                    <a:cubicBezTo>
                      <a:pt x="541" y="813"/>
                      <a:pt x="542" y="814"/>
                      <a:pt x="542" y="815"/>
                    </a:cubicBezTo>
                    <a:cubicBezTo>
                      <a:pt x="543" y="815"/>
                      <a:pt x="543" y="816"/>
                      <a:pt x="543" y="817"/>
                    </a:cubicBezTo>
                    <a:cubicBezTo>
                      <a:pt x="544" y="818"/>
                      <a:pt x="545" y="818"/>
                      <a:pt x="545" y="819"/>
                    </a:cubicBezTo>
                    <a:cubicBezTo>
                      <a:pt x="545" y="821"/>
                      <a:pt x="545" y="822"/>
                      <a:pt x="545" y="823"/>
                    </a:cubicBezTo>
                    <a:cubicBezTo>
                      <a:pt x="545" y="823"/>
                      <a:pt x="545" y="823"/>
                      <a:pt x="545" y="824"/>
                    </a:cubicBezTo>
                    <a:cubicBezTo>
                      <a:pt x="544" y="824"/>
                      <a:pt x="544" y="825"/>
                      <a:pt x="544" y="826"/>
                    </a:cubicBezTo>
                    <a:cubicBezTo>
                      <a:pt x="543" y="828"/>
                      <a:pt x="543" y="829"/>
                      <a:pt x="542" y="831"/>
                    </a:cubicBezTo>
                    <a:cubicBezTo>
                      <a:pt x="541" y="834"/>
                      <a:pt x="538" y="834"/>
                      <a:pt x="535" y="836"/>
                    </a:cubicBezTo>
                    <a:cubicBezTo>
                      <a:pt x="534" y="838"/>
                      <a:pt x="533" y="838"/>
                      <a:pt x="532" y="838"/>
                    </a:cubicBezTo>
                    <a:cubicBezTo>
                      <a:pt x="530" y="839"/>
                      <a:pt x="528" y="839"/>
                      <a:pt x="526" y="839"/>
                    </a:cubicBezTo>
                    <a:cubicBezTo>
                      <a:pt x="525" y="839"/>
                      <a:pt x="524" y="840"/>
                      <a:pt x="523" y="840"/>
                    </a:cubicBezTo>
                    <a:cubicBezTo>
                      <a:pt x="522" y="840"/>
                      <a:pt x="521" y="840"/>
                      <a:pt x="520" y="840"/>
                    </a:cubicBezTo>
                    <a:cubicBezTo>
                      <a:pt x="519" y="841"/>
                      <a:pt x="518" y="842"/>
                      <a:pt x="517" y="843"/>
                    </a:cubicBezTo>
                    <a:cubicBezTo>
                      <a:pt x="516" y="845"/>
                      <a:pt x="514" y="845"/>
                      <a:pt x="513" y="847"/>
                    </a:cubicBezTo>
                    <a:cubicBezTo>
                      <a:pt x="513" y="848"/>
                      <a:pt x="513" y="848"/>
                      <a:pt x="513" y="848"/>
                    </a:cubicBezTo>
                    <a:cubicBezTo>
                      <a:pt x="513" y="849"/>
                      <a:pt x="512" y="849"/>
                      <a:pt x="512" y="850"/>
                    </a:cubicBezTo>
                    <a:cubicBezTo>
                      <a:pt x="511" y="851"/>
                      <a:pt x="511" y="852"/>
                      <a:pt x="510" y="852"/>
                    </a:cubicBezTo>
                    <a:cubicBezTo>
                      <a:pt x="510" y="853"/>
                      <a:pt x="509" y="854"/>
                      <a:pt x="509" y="854"/>
                    </a:cubicBezTo>
                    <a:cubicBezTo>
                      <a:pt x="508" y="854"/>
                      <a:pt x="507" y="855"/>
                      <a:pt x="507" y="855"/>
                    </a:cubicBezTo>
                    <a:cubicBezTo>
                      <a:pt x="506" y="855"/>
                      <a:pt x="506" y="855"/>
                      <a:pt x="505" y="855"/>
                    </a:cubicBezTo>
                    <a:cubicBezTo>
                      <a:pt x="503" y="856"/>
                      <a:pt x="501" y="857"/>
                      <a:pt x="500" y="857"/>
                    </a:cubicBezTo>
                    <a:cubicBezTo>
                      <a:pt x="498" y="858"/>
                      <a:pt x="497" y="860"/>
                      <a:pt x="497" y="862"/>
                    </a:cubicBezTo>
                    <a:cubicBezTo>
                      <a:pt x="497" y="864"/>
                      <a:pt x="497" y="866"/>
                      <a:pt x="497" y="868"/>
                    </a:cubicBezTo>
                    <a:cubicBezTo>
                      <a:pt x="497" y="870"/>
                      <a:pt x="497" y="872"/>
                      <a:pt x="496" y="874"/>
                    </a:cubicBezTo>
                    <a:cubicBezTo>
                      <a:pt x="495" y="876"/>
                      <a:pt x="493" y="877"/>
                      <a:pt x="492" y="879"/>
                    </a:cubicBezTo>
                    <a:cubicBezTo>
                      <a:pt x="491" y="880"/>
                      <a:pt x="490" y="881"/>
                      <a:pt x="489" y="883"/>
                    </a:cubicBezTo>
                    <a:cubicBezTo>
                      <a:pt x="488" y="884"/>
                      <a:pt x="487" y="886"/>
                      <a:pt x="486" y="887"/>
                    </a:cubicBezTo>
                    <a:cubicBezTo>
                      <a:pt x="484" y="888"/>
                      <a:pt x="483" y="888"/>
                      <a:pt x="481" y="889"/>
                    </a:cubicBezTo>
                    <a:cubicBezTo>
                      <a:pt x="478" y="891"/>
                      <a:pt x="476" y="893"/>
                      <a:pt x="473" y="895"/>
                    </a:cubicBezTo>
                    <a:cubicBezTo>
                      <a:pt x="472" y="896"/>
                      <a:pt x="470" y="897"/>
                      <a:pt x="468" y="898"/>
                    </a:cubicBezTo>
                    <a:cubicBezTo>
                      <a:pt x="467" y="898"/>
                      <a:pt x="466" y="899"/>
                      <a:pt x="465" y="899"/>
                    </a:cubicBezTo>
                    <a:cubicBezTo>
                      <a:pt x="464" y="899"/>
                      <a:pt x="464" y="899"/>
                      <a:pt x="463" y="899"/>
                    </a:cubicBezTo>
                    <a:cubicBezTo>
                      <a:pt x="461" y="900"/>
                      <a:pt x="460" y="902"/>
                      <a:pt x="459" y="904"/>
                    </a:cubicBezTo>
                    <a:cubicBezTo>
                      <a:pt x="459" y="906"/>
                      <a:pt x="458" y="908"/>
                      <a:pt x="457" y="910"/>
                    </a:cubicBezTo>
                    <a:cubicBezTo>
                      <a:pt x="455" y="912"/>
                      <a:pt x="454" y="913"/>
                      <a:pt x="452" y="915"/>
                    </a:cubicBezTo>
                    <a:cubicBezTo>
                      <a:pt x="451" y="916"/>
                      <a:pt x="450" y="918"/>
                      <a:pt x="448" y="919"/>
                    </a:cubicBezTo>
                    <a:cubicBezTo>
                      <a:pt x="446" y="922"/>
                      <a:pt x="443" y="924"/>
                      <a:pt x="442" y="928"/>
                    </a:cubicBezTo>
                    <a:cubicBezTo>
                      <a:pt x="442" y="930"/>
                      <a:pt x="443" y="931"/>
                      <a:pt x="443" y="933"/>
                    </a:cubicBezTo>
                    <a:cubicBezTo>
                      <a:pt x="444" y="934"/>
                      <a:pt x="443" y="935"/>
                      <a:pt x="443" y="936"/>
                    </a:cubicBezTo>
                    <a:cubicBezTo>
                      <a:pt x="442" y="938"/>
                      <a:pt x="442" y="939"/>
                      <a:pt x="442" y="940"/>
                    </a:cubicBezTo>
                    <a:cubicBezTo>
                      <a:pt x="443" y="942"/>
                      <a:pt x="443" y="942"/>
                      <a:pt x="444" y="943"/>
                    </a:cubicBezTo>
                    <a:cubicBezTo>
                      <a:pt x="445" y="944"/>
                      <a:pt x="445" y="945"/>
                      <a:pt x="445" y="946"/>
                    </a:cubicBezTo>
                    <a:cubicBezTo>
                      <a:pt x="445" y="947"/>
                      <a:pt x="446" y="948"/>
                      <a:pt x="446" y="949"/>
                    </a:cubicBezTo>
                    <a:cubicBezTo>
                      <a:pt x="446" y="951"/>
                      <a:pt x="447" y="953"/>
                      <a:pt x="447" y="955"/>
                    </a:cubicBezTo>
                    <a:cubicBezTo>
                      <a:pt x="447" y="957"/>
                      <a:pt x="446" y="959"/>
                      <a:pt x="444" y="960"/>
                    </a:cubicBezTo>
                    <a:cubicBezTo>
                      <a:pt x="442" y="961"/>
                      <a:pt x="439" y="960"/>
                      <a:pt x="438" y="959"/>
                    </a:cubicBezTo>
                    <a:cubicBezTo>
                      <a:pt x="437" y="958"/>
                      <a:pt x="437" y="955"/>
                      <a:pt x="436" y="954"/>
                    </a:cubicBezTo>
                    <a:cubicBezTo>
                      <a:pt x="436" y="952"/>
                      <a:pt x="435" y="950"/>
                      <a:pt x="435" y="949"/>
                    </a:cubicBezTo>
                    <a:cubicBezTo>
                      <a:pt x="436" y="946"/>
                      <a:pt x="437" y="943"/>
                      <a:pt x="437" y="940"/>
                    </a:cubicBezTo>
                    <a:cubicBezTo>
                      <a:pt x="436" y="937"/>
                      <a:pt x="437" y="933"/>
                      <a:pt x="436" y="930"/>
                    </a:cubicBezTo>
                    <a:cubicBezTo>
                      <a:pt x="436" y="927"/>
                      <a:pt x="433" y="926"/>
                      <a:pt x="430" y="926"/>
                    </a:cubicBezTo>
                    <a:cubicBezTo>
                      <a:pt x="428" y="926"/>
                      <a:pt x="424" y="927"/>
                      <a:pt x="423" y="930"/>
                    </a:cubicBezTo>
                    <a:cubicBezTo>
                      <a:pt x="421" y="932"/>
                      <a:pt x="421" y="936"/>
                      <a:pt x="419" y="938"/>
                    </a:cubicBezTo>
                    <a:cubicBezTo>
                      <a:pt x="418" y="941"/>
                      <a:pt x="417" y="943"/>
                      <a:pt x="416" y="946"/>
                    </a:cubicBezTo>
                    <a:cubicBezTo>
                      <a:pt x="414" y="948"/>
                      <a:pt x="414" y="951"/>
                      <a:pt x="415" y="954"/>
                    </a:cubicBezTo>
                    <a:cubicBezTo>
                      <a:pt x="416" y="957"/>
                      <a:pt x="418" y="959"/>
                      <a:pt x="418" y="962"/>
                    </a:cubicBezTo>
                    <a:cubicBezTo>
                      <a:pt x="418" y="965"/>
                      <a:pt x="417" y="968"/>
                      <a:pt x="418" y="971"/>
                    </a:cubicBezTo>
                    <a:cubicBezTo>
                      <a:pt x="420" y="977"/>
                      <a:pt x="425" y="981"/>
                      <a:pt x="429" y="985"/>
                    </a:cubicBezTo>
                    <a:cubicBezTo>
                      <a:pt x="431" y="987"/>
                      <a:pt x="434" y="990"/>
                      <a:pt x="434" y="994"/>
                    </a:cubicBezTo>
                    <a:cubicBezTo>
                      <a:pt x="434" y="996"/>
                      <a:pt x="432" y="998"/>
                      <a:pt x="432" y="1001"/>
                    </a:cubicBezTo>
                    <a:cubicBezTo>
                      <a:pt x="432" y="1004"/>
                      <a:pt x="433" y="1007"/>
                      <a:pt x="433" y="1010"/>
                    </a:cubicBezTo>
                    <a:cubicBezTo>
                      <a:pt x="433" y="1012"/>
                      <a:pt x="433" y="1014"/>
                      <a:pt x="432" y="1015"/>
                    </a:cubicBezTo>
                    <a:cubicBezTo>
                      <a:pt x="432" y="1016"/>
                      <a:pt x="431" y="1017"/>
                      <a:pt x="430" y="1018"/>
                    </a:cubicBezTo>
                    <a:cubicBezTo>
                      <a:pt x="429" y="1019"/>
                      <a:pt x="428" y="1022"/>
                      <a:pt x="428" y="1023"/>
                    </a:cubicBezTo>
                    <a:cubicBezTo>
                      <a:pt x="428" y="1024"/>
                      <a:pt x="429" y="1025"/>
                      <a:pt x="429" y="1026"/>
                    </a:cubicBezTo>
                    <a:cubicBezTo>
                      <a:pt x="429" y="1026"/>
                      <a:pt x="430" y="1027"/>
                      <a:pt x="430" y="1027"/>
                    </a:cubicBezTo>
                    <a:cubicBezTo>
                      <a:pt x="431" y="1029"/>
                      <a:pt x="433" y="1028"/>
                      <a:pt x="434" y="1030"/>
                    </a:cubicBezTo>
                    <a:cubicBezTo>
                      <a:pt x="434" y="1031"/>
                      <a:pt x="433" y="1032"/>
                      <a:pt x="434" y="1032"/>
                    </a:cubicBezTo>
                    <a:cubicBezTo>
                      <a:pt x="434" y="1033"/>
                      <a:pt x="435" y="1033"/>
                      <a:pt x="435" y="1033"/>
                    </a:cubicBezTo>
                    <a:cubicBezTo>
                      <a:pt x="437" y="1034"/>
                      <a:pt x="437" y="1038"/>
                      <a:pt x="439" y="1037"/>
                    </a:cubicBezTo>
                    <a:cubicBezTo>
                      <a:pt x="440" y="1035"/>
                      <a:pt x="440" y="1034"/>
                      <a:pt x="441" y="1032"/>
                    </a:cubicBezTo>
                    <a:cubicBezTo>
                      <a:pt x="442" y="1030"/>
                      <a:pt x="443" y="1028"/>
                      <a:pt x="444" y="1027"/>
                    </a:cubicBezTo>
                    <a:cubicBezTo>
                      <a:pt x="445" y="1025"/>
                      <a:pt x="445" y="1023"/>
                      <a:pt x="443" y="1021"/>
                    </a:cubicBezTo>
                    <a:cubicBezTo>
                      <a:pt x="442" y="1020"/>
                      <a:pt x="441" y="1019"/>
                      <a:pt x="441" y="1016"/>
                    </a:cubicBezTo>
                    <a:cubicBezTo>
                      <a:pt x="441" y="1013"/>
                      <a:pt x="441" y="1009"/>
                      <a:pt x="441" y="1006"/>
                    </a:cubicBezTo>
                    <a:cubicBezTo>
                      <a:pt x="440" y="1002"/>
                      <a:pt x="441" y="998"/>
                      <a:pt x="442" y="994"/>
                    </a:cubicBezTo>
                    <a:cubicBezTo>
                      <a:pt x="443" y="992"/>
                      <a:pt x="444" y="989"/>
                      <a:pt x="445" y="987"/>
                    </a:cubicBezTo>
                    <a:cubicBezTo>
                      <a:pt x="447" y="985"/>
                      <a:pt x="450" y="983"/>
                      <a:pt x="453" y="982"/>
                    </a:cubicBezTo>
                    <a:cubicBezTo>
                      <a:pt x="455" y="980"/>
                      <a:pt x="458" y="980"/>
                      <a:pt x="460" y="980"/>
                    </a:cubicBezTo>
                    <a:cubicBezTo>
                      <a:pt x="462" y="980"/>
                      <a:pt x="464" y="979"/>
                      <a:pt x="465" y="981"/>
                    </a:cubicBezTo>
                    <a:cubicBezTo>
                      <a:pt x="467" y="983"/>
                      <a:pt x="466" y="986"/>
                      <a:pt x="467" y="988"/>
                    </a:cubicBezTo>
                    <a:cubicBezTo>
                      <a:pt x="468" y="991"/>
                      <a:pt x="471" y="991"/>
                      <a:pt x="474" y="992"/>
                    </a:cubicBezTo>
                    <a:cubicBezTo>
                      <a:pt x="477" y="994"/>
                      <a:pt x="478" y="997"/>
                      <a:pt x="480" y="999"/>
                    </a:cubicBezTo>
                    <a:cubicBezTo>
                      <a:pt x="482" y="1002"/>
                      <a:pt x="484" y="1004"/>
                      <a:pt x="486" y="1006"/>
                    </a:cubicBezTo>
                    <a:cubicBezTo>
                      <a:pt x="488" y="1008"/>
                      <a:pt x="489" y="1009"/>
                      <a:pt x="491" y="1011"/>
                    </a:cubicBezTo>
                    <a:cubicBezTo>
                      <a:pt x="492" y="1013"/>
                      <a:pt x="493" y="1017"/>
                      <a:pt x="493" y="1020"/>
                    </a:cubicBezTo>
                    <a:cubicBezTo>
                      <a:pt x="494" y="1023"/>
                      <a:pt x="494" y="1026"/>
                      <a:pt x="497" y="1029"/>
                    </a:cubicBezTo>
                    <a:cubicBezTo>
                      <a:pt x="499" y="1031"/>
                      <a:pt x="500" y="1033"/>
                      <a:pt x="502" y="1035"/>
                    </a:cubicBezTo>
                    <a:cubicBezTo>
                      <a:pt x="503" y="1038"/>
                      <a:pt x="504" y="1039"/>
                      <a:pt x="506" y="1041"/>
                    </a:cubicBezTo>
                    <a:cubicBezTo>
                      <a:pt x="508" y="1043"/>
                      <a:pt x="509" y="1045"/>
                      <a:pt x="511" y="1046"/>
                    </a:cubicBezTo>
                    <a:cubicBezTo>
                      <a:pt x="512" y="1046"/>
                      <a:pt x="513" y="1046"/>
                      <a:pt x="514" y="1047"/>
                    </a:cubicBezTo>
                    <a:cubicBezTo>
                      <a:pt x="516" y="1047"/>
                      <a:pt x="516" y="1047"/>
                      <a:pt x="518" y="1047"/>
                    </a:cubicBezTo>
                    <a:cubicBezTo>
                      <a:pt x="519" y="1046"/>
                      <a:pt x="520" y="1046"/>
                      <a:pt x="520" y="1044"/>
                    </a:cubicBezTo>
                    <a:cubicBezTo>
                      <a:pt x="523" y="1044"/>
                      <a:pt x="525" y="1043"/>
                      <a:pt x="526" y="1041"/>
                    </a:cubicBezTo>
                    <a:cubicBezTo>
                      <a:pt x="527" y="1038"/>
                      <a:pt x="526" y="1036"/>
                      <a:pt x="526" y="1033"/>
                    </a:cubicBezTo>
                    <a:cubicBezTo>
                      <a:pt x="526" y="1031"/>
                      <a:pt x="528" y="1029"/>
                      <a:pt x="527" y="1026"/>
                    </a:cubicBezTo>
                    <a:cubicBezTo>
                      <a:pt x="527" y="1025"/>
                      <a:pt x="527" y="1024"/>
                      <a:pt x="527" y="1023"/>
                    </a:cubicBezTo>
                    <a:cubicBezTo>
                      <a:pt x="528" y="1022"/>
                      <a:pt x="529" y="1022"/>
                      <a:pt x="530" y="1021"/>
                    </a:cubicBezTo>
                    <a:cubicBezTo>
                      <a:pt x="533" y="1019"/>
                      <a:pt x="535" y="1017"/>
                      <a:pt x="533" y="1014"/>
                    </a:cubicBezTo>
                    <a:cubicBezTo>
                      <a:pt x="531" y="1013"/>
                      <a:pt x="529" y="1012"/>
                      <a:pt x="528" y="1011"/>
                    </a:cubicBezTo>
                    <a:cubicBezTo>
                      <a:pt x="526" y="1009"/>
                      <a:pt x="525" y="1006"/>
                      <a:pt x="525" y="1004"/>
                    </a:cubicBezTo>
                    <a:cubicBezTo>
                      <a:pt x="525" y="1002"/>
                      <a:pt x="524" y="1000"/>
                      <a:pt x="524" y="998"/>
                    </a:cubicBezTo>
                    <a:cubicBezTo>
                      <a:pt x="524" y="997"/>
                      <a:pt x="524" y="995"/>
                      <a:pt x="525" y="994"/>
                    </a:cubicBezTo>
                    <a:cubicBezTo>
                      <a:pt x="526" y="994"/>
                      <a:pt x="527" y="994"/>
                      <a:pt x="528" y="993"/>
                    </a:cubicBezTo>
                    <a:cubicBezTo>
                      <a:pt x="529" y="992"/>
                      <a:pt x="530" y="991"/>
                      <a:pt x="531" y="990"/>
                    </a:cubicBezTo>
                    <a:cubicBezTo>
                      <a:pt x="532" y="989"/>
                      <a:pt x="532" y="989"/>
                      <a:pt x="533" y="991"/>
                    </a:cubicBezTo>
                    <a:cubicBezTo>
                      <a:pt x="533" y="993"/>
                      <a:pt x="533" y="995"/>
                      <a:pt x="533" y="997"/>
                    </a:cubicBezTo>
                    <a:cubicBezTo>
                      <a:pt x="533" y="998"/>
                      <a:pt x="534" y="999"/>
                      <a:pt x="535" y="1000"/>
                    </a:cubicBezTo>
                    <a:cubicBezTo>
                      <a:pt x="537" y="1001"/>
                      <a:pt x="538" y="1001"/>
                      <a:pt x="539" y="1003"/>
                    </a:cubicBezTo>
                    <a:cubicBezTo>
                      <a:pt x="542" y="1005"/>
                      <a:pt x="542" y="1009"/>
                      <a:pt x="545" y="1010"/>
                    </a:cubicBezTo>
                    <a:cubicBezTo>
                      <a:pt x="546" y="1010"/>
                      <a:pt x="548" y="1011"/>
                      <a:pt x="549" y="1011"/>
                    </a:cubicBezTo>
                    <a:cubicBezTo>
                      <a:pt x="550" y="1011"/>
                      <a:pt x="551" y="1011"/>
                      <a:pt x="552" y="1010"/>
                    </a:cubicBezTo>
                    <a:cubicBezTo>
                      <a:pt x="552" y="1009"/>
                      <a:pt x="553" y="1007"/>
                      <a:pt x="555" y="1007"/>
                    </a:cubicBezTo>
                    <a:cubicBezTo>
                      <a:pt x="556" y="1007"/>
                      <a:pt x="556" y="1008"/>
                      <a:pt x="556" y="1009"/>
                    </a:cubicBezTo>
                    <a:cubicBezTo>
                      <a:pt x="555" y="1012"/>
                      <a:pt x="551" y="1015"/>
                      <a:pt x="553" y="1018"/>
                    </a:cubicBezTo>
                    <a:cubicBezTo>
                      <a:pt x="554" y="1020"/>
                      <a:pt x="555" y="1020"/>
                      <a:pt x="556" y="1022"/>
                    </a:cubicBezTo>
                    <a:cubicBezTo>
                      <a:pt x="557" y="1023"/>
                      <a:pt x="557" y="1024"/>
                      <a:pt x="557" y="1025"/>
                    </a:cubicBezTo>
                    <a:cubicBezTo>
                      <a:pt x="557" y="1027"/>
                      <a:pt x="557" y="1032"/>
                      <a:pt x="560" y="1033"/>
                    </a:cubicBezTo>
                    <a:cubicBezTo>
                      <a:pt x="561" y="1033"/>
                      <a:pt x="562" y="1032"/>
                      <a:pt x="563" y="1033"/>
                    </a:cubicBezTo>
                    <a:cubicBezTo>
                      <a:pt x="564" y="1033"/>
                      <a:pt x="565" y="1035"/>
                      <a:pt x="566" y="1035"/>
                    </a:cubicBezTo>
                    <a:cubicBezTo>
                      <a:pt x="568" y="1037"/>
                      <a:pt x="569" y="1034"/>
                      <a:pt x="570" y="1032"/>
                    </a:cubicBezTo>
                    <a:cubicBezTo>
                      <a:pt x="571" y="1030"/>
                      <a:pt x="572" y="1027"/>
                      <a:pt x="573" y="1025"/>
                    </a:cubicBezTo>
                    <a:cubicBezTo>
                      <a:pt x="573" y="1023"/>
                      <a:pt x="576" y="1022"/>
                      <a:pt x="578" y="1022"/>
                    </a:cubicBezTo>
                    <a:cubicBezTo>
                      <a:pt x="578" y="1024"/>
                      <a:pt x="578" y="1026"/>
                      <a:pt x="578" y="1027"/>
                    </a:cubicBezTo>
                    <a:cubicBezTo>
                      <a:pt x="577" y="1029"/>
                      <a:pt x="576" y="1030"/>
                      <a:pt x="574" y="1031"/>
                    </a:cubicBezTo>
                    <a:cubicBezTo>
                      <a:pt x="573" y="1032"/>
                      <a:pt x="573" y="1033"/>
                      <a:pt x="573" y="1035"/>
                    </a:cubicBezTo>
                    <a:cubicBezTo>
                      <a:pt x="573" y="1037"/>
                      <a:pt x="574" y="1037"/>
                      <a:pt x="576" y="1037"/>
                    </a:cubicBezTo>
                    <a:cubicBezTo>
                      <a:pt x="577" y="1038"/>
                      <a:pt x="578" y="1039"/>
                      <a:pt x="580" y="1040"/>
                    </a:cubicBezTo>
                    <a:cubicBezTo>
                      <a:pt x="581" y="1040"/>
                      <a:pt x="582" y="1040"/>
                      <a:pt x="583" y="1041"/>
                    </a:cubicBezTo>
                    <a:cubicBezTo>
                      <a:pt x="584" y="1042"/>
                      <a:pt x="586" y="1043"/>
                      <a:pt x="587" y="1042"/>
                    </a:cubicBezTo>
                    <a:cubicBezTo>
                      <a:pt x="589" y="1041"/>
                      <a:pt x="589" y="1039"/>
                      <a:pt x="591" y="1039"/>
                    </a:cubicBezTo>
                    <a:cubicBezTo>
                      <a:pt x="593" y="1039"/>
                      <a:pt x="595" y="1041"/>
                      <a:pt x="597" y="1040"/>
                    </a:cubicBezTo>
                    <a:cubicBezTo>
                      <a:pt x="599" y="1039"/>
                      <a:pt x="600" y="1038"/>
                      <a:pt x="602" y="1037"/>
                    </a:cubicBezTo>
                    <a:cubicBezTo>
                      <a:pt x="604" y="1036"/>
                      <a:pt x="610" y="1038"/>
                      <a:pt x="610" y="1034"/>
                    </a:cubicBezTo>
                    <a:cubicBezTo>
                      <a:pt x="610" y="1032"/>
                      <a:pt x="608" y="1031"/>
                      <a:pt x="608" y="1029"/>
                    </a:cubicBezTo>
                    <a:cubicBezTo>
                      <a:pt x="608" y="1027"/>
                      <a:pt x="610" y="1027"/>
                      <a:pt x="611" y="1026"/>
                    </a:cubicBezTo>
                    <a:cubicBezTo>
                      <a:pt x="611" y="1025"/>
                      <a:pt x="611" y="1021"/>
                      <a:pt x="613" y="1023"/>
                    </a:cubicBezTo>
                    <a:cubicBezTo>
                      <a:pt x="614" y="1024"/>
                      <a:pt x="614" y="1025"/>
                      <a:pt x="614" y="1026"/>
                    </a:cubicBezTo>
                    <a:cubicBezTo>
                      <a:pt x="614" y="1027"/>
                      <a:pt x="613" y="1029"/>
                      <a:pt x="613" y="1030"/>
                    </a:cubicBezTo>
                    <a:cubicBezTo>
                      <a:pt x="615" y="1031"/>
                      <a:pt x="616" y="1027"/>
                      <a:pt x="616" y="1026"/>
                    </a:cubicBezTo>
                    <a:cubicBezTo>
                      <a:pt x="616" y="1024"/>
                      <a:pt x="615" y="1021"/>
                      <a:pt x="617" y="1019"/>
                    </a:cubicBezTo>
                    <a:cubicBezTo>
                      <a:pt x="619" y="1017"/>
                      <a:pt x="619" y="1022"/>
                      <a:pt x="619" y="1023"/>
                    </a:cubicBezTo>
                    <a:cubicBezTo>
                      <a:pt x="619" y="1025"/>
                      <a:pt x="619" y="1027"/>
                      <a:pt x="620" y="1028"/>
                    </a:cubicBezTo>
                    <a:cubicBezTo>
                      <a:pt x="621" y="1029"/>
                      <a:pt x="622" y="1029"/>
                      <a:pt x="623" y="1029"/>
                    </a:cubicBezTo>
                    <a:cubicBezTo>
                      <a:pt x="623" y="1029"/>
                      <a:pt x="623" y="1028"/>
                      <a:pt x="623" y="1027"/>
                    </a:cubicBezTo>
                    <a:cubicBezTo>
                      <a:pt x="624" y="1027"/>
                      <a:pt x="626" y="1028"/>
                      <a:pt x="627" y="1027"/>
                    </a:cubicBezTo>
                    <a:cubicBezTo>
                      <a:pt x="627" y="1026"/>
                      <a:pt x="627" y="1025"/>
                      <a:pt x="628" y="1024"/>
                    </a:cubicBezTo>
                    <a:cubicBezTo>
                      <a:pt x="629" y="1023"/>
                      <a:pt x="631" y="1024"/>
                      <a:pt x="632" y="1024"/>
                    </a:cubicBezTo>
                    <a:cubicBezTo>
                      <a:pt x="634" y="1024"/>
                      <a:pt x="635" y="1024"/>
                      <a:pt x="637" y="1024"/>
                    </a:cubicBezTo>
                    <a:cubicBezTo>
                      <a:pt x="639" y="1025"/>
                      <a:pt x="638" y="1028"/>
                      <a:pt x="641" y="1027"/>
                    </a:cubicBezTo>
                    <a:cubicBezTo>
                      <a:pt x="642" y="1027"/>
                      <a:pt x="643" y="1027"/>
                      <a:pt x="644" y="1028"/>
                    </a:cubicBezTo>
                    <a:cubicBezTo>
                      <a:pt x="645" y="1029"/>
                      <a:pt x="645" y="1030"/>
                      <a:pt x="646" y="1031"/>
                    </a:cubicBezTo>
                    <a:cubicBezTo>
                      <a:pt x="647" y="1031"/>
                      <a:pt x="649" y="1031"/>
                      <a:pt x="650" y="1030"/>
                    </a:cubicBezTo>
                    <a:cubicBezTo>
                      <a:pt x="650" y="1030"/>
                      <a:pt x="650" y="1029"/>
                      <a:pt x="650" y="1029"/>
                    </a:cubicBezTo>
                    <a:cubicBezTo>
                      <a:pt x="651" y="1028"/>
                      <a:pt x="652" y="1029"/>
                      <a:pt x="652" y="1029"/>
                    </a:cubicBezTo>
                    <a:cubicBezTo>
                      <a:pt x="653" y="1028"/>
                      <a:pt x="653" y="1028"/>
                      <a:pt x="653" y="1027"/>
                    </a:cubicBezTo>
                    <a:cubicBezTo>
                      <a:pt x="653" y="1027"/>
                      <a:pt x="653" y="1026"/>
                      <a:pt x="653" y="1026"/>
                    </a:cubicBezTo>
                    <a:cubicBezTo>
                      <a:pt x="654" y="1025"/>
                      <a:pt x="655" y="1025"/>
                      <a:pt x="656" y="1024"/>
                    </a:cubicBezTo>
                    <a:cubicBezTo>
                      <a:pt x="657" y="1024"/>
                      <a:pt x="657" y="1023"/>
                      <a:pt x="657" y="1022"/>
                    </a:cubicBezTo>
                    <a:cubicBezTo>
                      <a:pt x="657" y="1021"/>
                      <a:pt x="656" y="1020"/>
                      <a:pt x="657" y="1019"/>
                    </a:cubicBezTo>
                    <a:cubicBezTo>
                      <a:pt x="658" y="1018"/>
                      <a:pt x="658" y="1017"/>
                      <a:pt x="657" y="1017"/>
                    </a:cubicBezTo>
                    <a:cubicBezTo>
                      <a:pt x="656" y="1016"/>
                      <a:pt x="656" y="1016"/>
                      <a:pt x="656" y="1014"/>
                    </a:cubicBezTo>
                    <a:cubicBezTo>
                      <a:pt x="656" y="1013"/>
                      <a:pt x="657" y="1013"/>
                      <a:pt x="658" y="1012"/>
                    </a:cubicBezTo>
                    <a:cubicBezTo>
                      <a:pt x="659" y="1012"/>
                      <a:pt x="660" y="1011"/>
                      <a:pt x="659" y="1010"/>
                    </a:cubicBezTo>
                    <a:cubicBezTo>
                      <a:pt x="659" y="1009"/>
                      <a:pt x="658" y="1008"/>
                      <a:pt x="658" y="1007"/>
                    </a:cubicBezTo>
                    <a:cubicBezTo>
                      <a:pt x="657" y="1006"/>
                      <a:pt x="657" y="1005"/>
                      <a:pt x="657" y="1005"/>
                    </a:cubicBezTo>
                    <a:cubicBezTo>
                      <a:pt x="657" y="1003"/>
                      <a:pt x="657" y="1002"/>
                      <a:pt x="658" y="1001"/>
                    </a:cubicBezTo>
                    <a:cubicBezTo>
                      <a:pt x="659" y="1000"/>
                      <a:pt x="659" y="1001"/>
                      <a:pt x="660" y="1002"/>
                    </a:cubicBezTo>
                    <a:cubicBezTo>
                      <a:pt x="660" y="1003"/>
                      <a:pt x="661" y="1003"/>
                      <a:pt x="662" y="1001"/>
                    </a:cubicBezTo>
                    <a:cubicBezTo>
                      <a:pt x="662" y="1000"/>
                      <a:pt x="662" y="997"/>
                      <a:pt x="662" y="996"/>
                    </a:cubicBezTo>
                    <a:cubicBezTo>
                      <a:pt x="663" y="995"/>
                      <a:pt x="664" y="998"/>
                      <a:pt x="664" y="999"/>
                    </a:cubicBezTo>
                    <a:cubicBezTo>
                      <a:pt x="663" y="1001"/>
                      <a:pt x="663" y="1003"/>
                      <a:pt x="664" y="1005"/>
                    </a:cubicBezTo>
                    <a:cubicBezTo>
                      <a:pt x="664" y="1005"/>
                      <a:pt x="664" y="1006"/>
                      <a:pt x="664" y="1006"/>
                    </a:cubicBezTo>
                    <a:cubicBezTo>
                      <a:pt x="665" y="1006"/>
                      <a:pt x="666" y="1006"/>
                      <a:pt x="666" y="1007"/>
                    </a:cubicBezTo>
                    <a:cubicBezTo>
                      <a:pt x="667" y="1008"/>
                      <a:pt x="667" y="1009"/>
                      <a:pt x="667" y="1010"/>
                    </a:cubicBezTo>
                    <a:cubicBezTo>
                      <a:pt x="667" y="1011"/>
                      <a:pt x="668" y="1012"/>
                      <a:pt x="670" y="1012"/>
                    </a:cubicBezTo>
                    <a:cubicBezTo>
                      <a:pt x="672" y="1011"/>
                      <a:pt x="675" y="1013"/>
                      <a:pt x="678" y="1011"/>
                    </a:cubicBezTo>
                    <a:cubicBezTo>
                      <a:pt x="679" y="1011"/>
                      <a:pt x="679" y="1009"/>
                      <a:pt x="681" y="1009"/>
                    </a:cubicBezTo>
                    <a:cubicBezTo>
                      <a:pt x="681" y="1008"/>
                      <a:pt x="683" y="1008"/>
                      <a:pt x="684" y="1009"/>
                    </a:cubicBezTo>
                    <a:cubicBezTo>
                      <a:pt x="685" y="1010"/>
                      <a:pt x="684" y="1012"/>
                      <a:pt x="687" y="1012"/>
                    </a:cubicBezTo>
                    <a:cubicBezTo>
                      <a:pt x="687" y="1012"/>
                      <a:pt x="688" y="1012"/>
                      <a:pt x="688" y="1013"/>
                    </a:cubicBezTo>
                    <a:cubicBezTo>
                      <a:pt x="689" y="1013"/>
                      <a:pt x="689" y="1014"/>
                      <a:pt x="689" y="1014"/>
                    </a:cubicBezTo>
                    <a:cubicBezTo>
                      <a:pt x="690" y="1015"/>
                      <a:pt x="692" y="1015"/>
                      <a:pt x="693" y="1014"/>
                    </a:cubicBezTo>
                    <a:cubicBezTo>
                      <a:pt x="695" y="1014"/>
                      <a:pt x="697" y="1014"/>
                      <a:pt x="698" y="1014"/>
                    </a:cubicBezTo>
                    <a:cubicBezTo>
                      <a:pt x="700" y="1014"/>
                      <a:pt x="700" y="1015"/>
                      <a:pt x="701" y="1016"/>
                    </a:cubicBezTo>
                    <a:cubicBezTo>
                      <a:pt x="701" y="1018"/>
                      <a:pt x="703" y="1018"/>
                      <a:pt x="704" y="1019"/>
                    </a:cubicBezTo>
                    <a:cubicBezTo>
                      <a:pt x="704" y="1020"/>
                      <a:pt x="705" y="1022"/>
                      <a:pt x="707" y="1022"/>
                    </a:cubicBezTo>
                    <a:cubicBezTo>
                      <a:pt x="708" y="1023"/>
                      <a:pt x="709" y="1022"/>
                      <a:pt x="710" y="1022"/>
                    </a:cubicBezTo>
                    <a:cubicBezTo>
                      <a:pt x="711" y="1021"/>
                      <a:pt x="713" y="1020"/>
                      <a:pt x="714" y="1020"/>
                    </a:cubicBezTo>
                    <a:cubicBezTo>
                      <a:pt x="715" y="1021"/>
                      <a:pt x="716" y="1022"/>
                      <a:pt x="717" y="1023"/>
                    </a:cubicBezTo>
                    <a:cubicBezTo>
                      <a:pt x="718" y="1023"/>
                      <a:pt x="719" y="1024"/>
                      <a:pt x="719" y="1024"/>
                    </a:cubicBezTo>
                    <a:cubicBezTo>
                      <a:pt x="720" y="1024"/>
                      <a:pt x="720" y="1024"/>
                      <a:pt x="721" y="1024"/>
                    </a:cubicBezTo>
                    <a:cubicBezTo>
                      <a:pt x="722" y="1024"/>
                      <a:pt x="723" y="1025"/>
                      <a:pt x="724" y="1025"/>
                    </a:cubicBezTo>
                    <a:cubicBezTo>
                      <a:pt x="725" y="1026"/>
                      <a:pt x="727" y="1025"/>
                      <a:pt x="729" y="1025"/>
                    </a:cubicBezTo>
                    <a:cubicBezTo>
                      <a:pt x="731" y="1024"/>
                      <a:pt x="733" y="1024"/>
                      <a:pt x="735" y="1024"/>
                    </a:cubicBezTo>
                    <a:cubicBezTo>
                      <a:pt x="736" y="1024"/>
                      <a:pt x="738" y="1025"/>
                      <a:pt x="738" y="1025"/>
                    </a:cubicBezTo>
                    <a:cubicBezTo>
                      <a:pt x="738" y="1026"/>
                      <a:pt x="736" y="1026"/>
                      <a:pt x="736" y="1026"/>
                    </a:cubicBezTo>
                    <a:cubicBezTo>
                      <a:pt x="734" y="1027"/>
                      <a:pt x="730" y="1025"/>
                      <a:pt x="729" y="1027"/>
                    </a:cubicBezTo>
                    <a:cubicBezTo>
                      <a:pt x="729" y="1028"/>
                      <a:pt x="729" y="1030"/>
                      <a:pt x="729" y="1031"/>
                    </a:cubicBezTo>
                    <a:cubicBezTo>
                      <a:pt x="730" y="1032"/>
                      <a:pt x="732" y="1031"/>
                      <a:pt x="733" y="1031"/>
                    </a:cubicBezTo>
                    <a:cubicBezTo>
                      <a:pt x="734" y="1031"/>
                      <a:pt x="735" y="1031"/>
                      <a:pt x="736" y="1032"/>
                    </a:cubicBezTo>
                    <a:cubicBezTo>
                      <a:pt x="737" y="1032"/>
                      <a:pt x="737" y="1033"/>
                      <a:pt x="738" y="1033"/>
                    </a:cubicBezTo>
                    <a:cubicBezTo>
                      <a:pt x="740" y="1034"/>
                      <a:pt x="743" y="1032"/>
                      <a:pt x="743" y="1035"/>
                    </a:cubicBezTo>
                    <a:cubicBezTo>
                      <a:pt x="743" y="1039"/>
                      <a:pt x="740" y="1036"/>
                      <a:pt x="739" y="1035"/>
                    </a:cubicBezTo>
                    <a:cubicBezTo>
                      <a:pt x="735" y="1034"/>
                      <a:pt x="732" y="1035"/>
                      <a:pt x="729" y="1035"/>
                    </a:cubicBezTo>
                    <a:cubicBezTo>
                      <a:pt x="727" y="1035"/>
                      <a:pt x="726" y="1034"/>
                      <a:pt x="725" y="1034"/>
                    </a:cubicBezTo>
                    <a:cubicBezTo>
                      <a:pt x="723" y="1034"/>
                      <a:pt x="722" y="1035"/>
                      <a:pt x="721" y="1035"/>
                    </a:cubicBezTo>
                    <a:cubicBezTo>
                      <a:pt x="720" y="1034"/>
                      <a:pt x="718" y="1033"/>
                      <a:pt x="717" y="1031"/>
                    </a:cubicBezTo>
                    <a:cubicBezTo>
                      <a:pt x="716" y="1030"/>
                      <a:pt x="715" y="1028"/>
                      <a:pt x="714" y="1027"/>
                    </a:cubicBezTo>
                    <a:cubicBezTo>
                      <a:pt x="711" y="1026"/>
                      <a:pt x="708" y="1027"/>
                      <a:pt x="706" y="1027"/>
                    </a:cubicBezTo>
                    <a:cubicBezTo>
                      <a:pt x="703" y="1027"/>
                      <a:pt x="701" y="1027"/>
                      <a:pt x="699" y="1027"/>
                    </a:cubicBezTo>
                    <a:cubicBezTo>
                      <a:pt x="698" y="1027"/>
                      <a:pt x="696" y="1027"/>
                      <a:pt x="695" y="1028"/>
                    </a:cubicBezTo>
                    <a:cubicBezTo>
                      <a:pt x="694" y="1030"/>
                      <a:pt x="695" y="1032"/>
                      <a:pt x="697" y="1033"/>
                    </a:cubicBezTo>
                    <a:cubicBezTo>
                      <a:pt x="700" y="1034"/>
                      <a:pt x="702" y="1036"/>
                      <a:pt x="699" y="1038"/>
                    </a:cubicBezTo>
                    <a:cubicBezTo>
                      <a:pt x="698" y="1040"/>
                      <a:pt x="695" y="1041"/>
                      <a:pt x="693" y="1039"/>
                    </a:cubicBezTo>
                    <a:cubicBezTo>
                      <a:pt x="691" y="1038"/>
                      <a:pt x="690" y="1036"/>
                      <a:pt x="687" y="1035"/>
                    </a:cubicBezTo>
                    <a:cubicBezTo>
                      <a:pt x="685" y="1034"/>
                      <a:pt x="683" y="1035"/>
                      <a:pt x="681" y="1036"/>
                    </a:cubicBezTo>
                    <a:cubicBezTo>
                      <a:pt x="676" y="1040"/>
                      <a:pt x="673" y="1046"/>
                      <a:pt x="670" y="1051"/>
                    </a:cubicBezTo>
                    <a:cubicBezTo>
                      <a:pt x="669" y="1052"/>
                      <a:pt x="668" y="1053"/>
                      <a:pt x="667" y="1054"/>
                    </a:cubicBezTo>
                    <a:cubicBezTo>
                      <a:pt x="666" y="1055"/>
                      <a:pt x="666" y="1057"/>
                      <a:pt x="666" y="1059"/>
                    </a:cubicBezTo>
                    <a:cubicBezTo>
                      <a:pt x="664" y="1062"/>
                      <a:pt x="663" y="1065"/>
                      <a:pt x="662" y="1067"/>
                    </a:cubicBezTo>
                    <a:cubicBezTo>
                      <a:pt x="660" y="1071"/>
                      <a:pt x="657" y="1072"/>
                      <a:pt x="654" y="1073"/>
                    </a:cubicBezTo>
                    <a:cubicBezTo>
                      <a:pt x="649" y="1075"/>
                      <a:pt x="648" y="1079"/>
                      <a:pt x="644" y="1082"/>
                    </a:cubicBezTo>
                    <a:cubicBezTo>
                      <a:pt x="643" y="1083"/>
                      <a:pt x="641" y="1084"/>
                      <a:pt x="639" y="1085"/>
                    </a:cubicBezTo>
                    <a:cubicBezTo>
                      <a:pt x="638" y="1086"/>
                      <a:pt x="637" y="1088"/>
                      <a:pt x="636" y="1090"/>
                    </a:cubicBezTo>
                    <a:cubicBezTo>
                      <a:pt x="634" y="1093"/>
                      <a:pt x="635" y="1098"/>
                      <a:pt x="633" y="1101"/>
                    </a:cubicBezTo>
                    <a:cubicBezTo>
                      <a:pt x="632" y="1103"/>
                      <a:pt x="630" y="1105"/>
                      <a:pt x="629" y="1108"/>
                    </a:cubicBezTo>
                    <a:cubicBezTo>
                      <a:pt x="628" y="1110"/>
                      <a:pt x="627" y="1112"/>
                      <a:pt x="625" y="1114"/>
                    </a:cubicBezTo>
                    <a:cubicBezTo>
                      <a:pt x="624" y="1116"/>
                      <a:pt x="623" y="1117"/>
                      <a:pt x="621" y="1119"/>
                    </a:cubicBezTo>
                    <a:cubicBezTo>
                      <a:pt x="619" y="1120"/>
                      <a:pt x="618" y="1121"/>
                      <a:pt x="617" y="1123"/>
                    </a:cubicBezTo>
                    <a:cubicBezTo>
                      <a:pt x="616" y="1128"/>
                      <a:pt x="620" y="1131"/>
                      <a:pt x="622" y="1134"/>
                    </a:cubicBezTo>
                    <a:cubicBezTo>
                      <a:pt x="623" y="1136"/>
                      <a:pt x="624" y="1139"/>
                      <a:pt x="625" y="1141"/>
                    </a:cubicBezTo>
                    <a:cubicBezTo>
                      <a:pt x="626" y="1143"/>
                      <a:pt x="627" y="1145"/>
                      <a:pt x="628" y="1148"/>
                    </a:cubicBezTo>
                    <a:cubicBezTo>
                      <a:pt x="630" y="1152"/>
                      <a:pt x="631" y="1156"/>
                      <a:pt x="632" y="1161"/>
                    </a:cubicBezTo>
                    <a:cubicBezTo>
                      <a:pt x="632" y="1163"/>
                      <a:pt x="632" y="1166"/>
                      <a:pt x="632" y="1169"/>
                    </a:cubicBezTo>
                    <a:cubicBezTo>
                      <a:pt x="632" y="1170"/>
                      <a:pt x="632" y="1172"/>
                      <a:pt x="633" y="1174"/>
                    </a:cubicBezTo>
                    <a:cubicBezTo>
                      <a:pt x="634" y="1175"/>
                      <a:pt x="635" y="1174"/>
                      <a:pt x="637" y="1174"/>
                    </a:cubicBezTo>
                    <a:cubicBezTo>
                      <a:pt x="638" y="1173"/>
                      <a:pt x="639" y="1172"/>
                      <a:pt x="640" y="1174"/>
                    </a:cubicBezTo>
                    <a:cubicBezTo>
                      <a:pt x="640" y="1175"/>
                      <a:pt x="639" y="1177"/>
                      <a:pt x="638" y="1178"/>
                    </a:cubicBezTo>
                    <a:cubicBezTo>
                      <a:pt x="636" y="1182"/>
                      <a:pt x="635" y="1186"/>
                      <a:pt x="635" y="1191"/>
                    </a:cubicBezTo>
                    <a:cubicBezTo>
                      <a:pt x="634" y="1195"/>
                      <a:pt x="635" y="1198"/>
                      <a:pt x="636" y="1202"/>
                    </a:cubicBezTo>
                    <a:cubicBezTo>
                      <a:pt x="638" y="1207"/>
                      <a:pt x="640" y="1211"/>
                      <a:pt x="642" y="1216"/>
                    </a:cubicBezTo>
                    <a:cubicBezTo>
                      <a:pt x="644" y="1219"/>
                      <a:pt x="647" y="1222"/>
                      <a:pt x="651" y="1222"/>
                    </a:cubicBezTo>
                    <a:cubicBezTo>
                      <a:pt x="656" y="1222"/>
                      <a:pt x="657" y="1216"/>
                      <a:pt x="659" y="1213"/>
                    </a:cubicBezTo>
                    <a:cubicBezTo>
                      <a:pt x="660" y="1212"/>
                      <a:pt x="663" y="1209"/>
                      <a:pt x="665" y="1209"/>
                    </a:cubicBezTo>
                    <a:cubicBezTo>
                      <a:pt x="667" y="1209"/>
                      <a:pt x="665" y="1213"/>
                      <a:pt x="665" y="1214"/>
                    </a:cubicBezTo>
                    <a:cubicBezTo>
                      <a:pt x="663" y="1217"/>
                      <a:pt x="661" y="1221"/>
                      <a:pt x="659" y="1224"/>
                    </a:cubicBezTo>
                    <a:cubicBezTo>
                      <a:pt x="658" y="1226"/>
                      <a:pt x="657" y="1228"/>
                      <a:pt x="655" y="1229"/>
                    </a:cubicBezTo>
                    <a:cubicBezTo>
                      <a:pt x="652" y="1231"/>
                      <a:pt x="648" y="1232"/>
                      <a:pt x="646" y="1236"/>
                    </a:cubicBezTo>
                    <a:cubicBezTo>
                      <a:pt x="644" y="1240"/>
                      <a:pt x="647" y="1246"/>
                      <a:pt x="647" y="1251"/>
                    </a:cubicBezTo>
                    <a:cubicBezTo>
                      <a:pt x="647" y="1252"/>
                      <a:pt x="647" y="1255"/>
                      <a:pt x="648" y="1256"/>
                    </a:cubicBezTo>
                    <a:cubicBezTo>
                      <a:pt x="649" y="1257"/>
                      <a:pt x="650" y="1255"/>
                      <a:pt x="651" y="1254"/>
                    </a:cubicBezTo>
                    <a:cubicBezTo>
                      <a:pt x="651" y="1253"/>
                      <a:pt x="655" y="1246"/>
                      <a:pt x="657" y="1249"/>
                    </a:cubicBezTo>
                    <a:cubicBezTo>
                      <a:pt x="658" y="1251"/>
                      <a:pt x="657" y="1256"/>
                      <a:pt x="660" y="1256"/>
                    </a:cubicBezTo>
                    <a:cubicBezTo>
                      <a:pt x="663" y="1257"/>
                      <a:pt x="666" y="1251"/>
                      <a:pt x="668" y="1250"/>
                    </a:cubicBezTo>
                    <a:cubicBezTo>
                      <a:pt x="670" y="1248"/>
                      <a:pt x="673" y="1247"/>
                      <a:pt x="676" y="1245"/>
                    </a:cubicBezTo>
                    <a:cubicBezTo>
                      <a:pt x="678" y="1242"/>
                      <a:pt x="679" y="1239"/>
                      <a:pt x="681" y="1236"/>
                    </a:cubicBezTo>
                    <a:cubicBezTo>
                      <a:pt x="681" y="1235"/>
                      <a:pt x="682" y="1234"/>
                      <a:pt x="683" y="1233"/>
                    </a:cubicBezTo>
                    <a:cubicBezTo>
                      <a:pt x="686" y="1230"/>
                      <a:pt x="686" y="1227"/>
                      <a:pt x="687" y="1224"/>
                    </a:cubicBezTo>
                    <a:cubicBezTo>
                      <a:pt x="688" y="1223"/>
                      <a:pt x="688" y="1219"/>
                      <a:pt x="690" y="1220"/>
                    </a:cubicBezTo>
                    <a:cubicBezTo>
                      <a:pt x="693" y="1220"/>
                      <a:pt x="691" y="1225"/>
                      <a:pt x="690" y="1227"/>
                    </a:cubicBezTo>
                    <a:cubicBezTo>
                      <a:pt x="690" y="1228"/>
                      <a:pt x="689" y="1229"/>
                      <a:pt x="689" y="1230"/>
                    </a:cubicBezTo>
                    <a:cubicBezTo>
                      <a:pt x="689" y="1231"/>
                      <a:pt x="690" y="1231"/>
                      <a:pt x="690" y="1232"/>
                    </a:cubicBezTo>
                    <a:cubicBezTo>
                      <a:pt x="692" y="1234"/>
                      <a:pt x="693" y="1236"/>
                      <a:pt x="691" y="1239"/>
                    </a:cubicBezTo>
                    <a:cubicBezTo>
                      <a:pt x="690" y="1240"/>
                      <a:pt x="687" y="1243"/>
                      <a:pt x="689" y="1245"/>
                    </a:cubicBezTo>
                    <a:cubicBezTo>
                      <a:pt x="691" y="1246"/>
                      <a:pt x="694" y="1246"/>
                      <a:pt x="696" y="1245"/>
                    </a:cubicBezTo>
                    <a:cubicBezTo>
                      <a:pt x="701" y="1244"/>
                      <a:pt x="706" y="1241"/>
                      <a:pt x="710" y="1237"/>
                    </a:cubicBezTo>
                    <a:cubicBezTo>
                      <a:pt x="712" y="1236"/>
                      <a:pt x="714" y="1235"/>
                      <a:pt x="716" y="1235"/>
                    </a:cubicBezTo>
                    <a:cubicBezTo>
                      <a:pt x="719" y="1234"/>
                      <a:pt x="720" y="1233"/>
                      <a:pt x="722" y="1233"/>
                    </a:cubicBezTo>
                    <a:cubicBezTo>
                      <a:pt x="724" y="1232"/>
                      <a:pt x="729" y="1232"/>
                      <a:pt x="729" y="1235"/>
                    </a:cubicBezTo>
                    <a:cubicBezTo>
                      <a:pt x="728" y="1237"/>
                      <a:pt x="725" y="1237"/>
                      <a:pt x="724" y="1237"/>
                    </a:cubicBezTo>
                    <a:cubicBezTo>
                      <a:pt x="722" y="1238"/>
                      <a:pt x="719" y="1238"/>
                      <a:pt x="717" y="1238"/>
                    </a:cubicBezTo>
                    <a:cubicBezTo>
                      <a:pt x="716" y="1238"/>
                      <a:pt x="714" y="1238"/>
                      <a:pt x="714" y="1239"/>
                    </a:cubicBezTo>
                    <a:cubicBezTo>
                      <a:pt x="713" y="1240"/>
                      <a:pt x="712" y="1241"/>
                      <a:pt x="712" y="1242"/>
                    </a:cubicBezTo>
                    <a:cubicBezTo>
                      <a:pt x="712" y="1244"/>
                      <a:pt x="712" y="1245"/>
                      <a:pt x="712" y="1246"/>
                    </a:cubicBezTo>
                    <a:cubicBezTo>
                      <a:pt x="713" y="1247"/>
                      <a:pt x="714" y="1248"/>
                      <a:pt x="715" y="1248"/>
                    </a:cubicBezTo>
                    <a:cubicBezTo>
                      <a:pt x="718" y="1249"/>
                      <a:pt x="716" y="1252"/>
                      <a:pt x="716" y="1254"/>
                    </a:cubicBezTo>
                    <a:cubicBezTo>
                      <a:pt x="716" y="1256"/>
                      <a:pt x="719" y="1255"/>
                      <a:pt x="721" y="1257"/>
                    </a:cubicBezTo>
                    <a:cubicBezTo>
                      <a:pt x="722" y="1259"/>
                      <a:pt x="718" y="1260"/>
                      <a:pt x="717" y="1261"/>
                    </a:cubicBezTo>
                    <a:cubicBezTo>
                      <a:pt x="715" y="1262"/>
                      <a:pt x="714" y="1264"/>
                      <a:pt x="712" y="1265"/>
                    </a:cubicBezTo>
                    <a:cubicBezTo>
                      <a:pt x="709" y="1265"/>
                      <a:pt x="706" y="1265"/>
                      <a:pt x="703" y="1267"/>
                    </a:cubicBezTo>
                    <a:cubicBezTo>
                      <a:pt x="700" y="1269"/>
                      <a:pt x="699" y="1274"/>
                      <a:pt x="696" y="1277"/>
                    </a:cubicBezTo>
                    <a:cubicBezTo>
                      <a:pt x="694" y="1279"/>
                      <a:pt x="694" y="1281"/>
                      <a:pt x="694" y="1283"/>
                    </a:cubicBezTo>
                    <a:cubicBezTo>
                      <a:pt x="695" y="1286"/>
                      <a:pt x="698" y="1288"/>
                      <a:pt x="701" y="1287"/>
                    </a:cubicBezTo>
                    <a:cubicBezTo>
                      <a:pt x="703" y="1286"/>
                      <a:pt x="704" y="1283"/>
                      <a:pt x="705" y="1281"/>
                    </a:cubicBezTo>
                    <a:cubicBezTo>
                      <a:pt x="706" y="1278"/>
                      <a:pt x="709" y="1276"/>
                      <a:pt x="712" y="1276"/>
                    </a:cubicBezTo>
                    <a:cubicBezTo>
                      <a:pt x="715" y="1275"/>
                      <a:pt x="712" y="1278"/>
                      <a:pt x="711" y="1278"/>
                    </a:cubicBezTo>
                    <a:cubicBezTo>
                      <a:pt x="708" y="1280"/>
                      <a:pt x="706" y="1282"/>
                      <a:pt x="706" y="1285"/>
                    </a:cubicBezTo>
                    <a:cubicBezTo>
                      <a:pt x="706" y="1287"/>
                      <a:pt x="708" y="1291"/>
                      <a:pt x="705" y="1291"/>
                    </a:cubicBezTo>
                    <a:cubicBezTo>
                      <a:pt x="703" y="1291"/>
                      <a:pt x="699" y="1290"/>
                      <a:pt x="698" y="1291"/>
                    </a:cubicBezTo>
                    <a:cubicBezTo>
                      <a:pt x="697" y="1293"/>
                      <a:pt x="700" y="1296"/>
                      <a:pt x="701" y="1297"/>
                    </a:cubicBezTo>
                    <a:cubicBezTo>
                      <a:pt x="702" y="1299"/>
                      <a:pt x="699" y="1300"/>
                      <a:pt x="697" y="1301"/>
                    </a:cubicBezTo>
                    <a:cubicBezTo>
                      <a:pt x="696" y="1302"/>
                      <a:pt x="693" y="1304"/>
                      <a:pt x="691" y="1302"/>
                    </a:cubicBezTo>
                    <a:cubicBezTo>
                      <a:pt x="689" y="1301"/>
                      <a:pt x="689" y="1299"/>
                      <a:pt x="687" y="1298"/>
                    </a:cubicBezTo>
                    <a:cubicBezTo>
                      <a:pt x="685" y="1297"/>
                      <a:pt x="682" y="1298"/>
                      <a:pt x="680" y="1299"/>
                    </a:cubicBezTo>
                    <a:cubicBezTo>
                      <a:pt x="675" y="1302"/>
                      <a:pt x="674" y="1308"/>
                      <a:pt x="675" y="1313"/>
                    </a:cubicBezTo>
                    <a:cubicBezTo>
                      <a:pt x="675" y="1316"/>
                      <a:pt x="678" y="1322"/>
                      <a:pt x="682" y="1322"/>
                    </a:cubicBezTo>
                    <a:cubicBezTo>
                      <a:pt x="685" y="1323"/>
                      <a:pt x="688" y="1321"/>
                      <a:pt x="691" y="1322"/>
                    </a:cubicBezTo>
                    <a:cubicBezTo>
                      <a:pt x="692" y="1322"/>
                      <a:pt x="696" y="1325"/>
                      <a:pt x="693" y="1325"/>
                    </a:cubicBezTo>
                    <a:cubicBezTo>
                      <a:pt x="690" y="1326"/>
                      <a:pt x="687" y="1324"/>
                      <a:pt x="685" y="1324"/>
                    </a:cubicBezTo>
                    <a:cubicBezTo>
                      <a:pt x="683" y="1323"/>
                      <a:pt x="680" y="1324"/>
                      <a:pt x="678" y="1323"/>
                    </a:cubicBezTo>
                    <a:cubicBezTo>
                      <a:pt x="674" y="1322"/>
                      <a:pt x="673" y="1316"/>
                      <a:pt x="673" y="1313"/>
                    </a:cubicBezTo>
                    <a:cubicBezTo>
                      <a:pt x="672" y="1311"/>
                      <a:pt x="673" y="1309"/>
                      <a:pt x="673" y="1307"/>
                    </a:cubicBezTo>
                    <a:cubicBezTo>
                      <a:pt x="674" y="1305"/>
                      <a:pt x="674" y="1302"/>
                      <a:pt x="672" y="1301"/>
                    </a:cubicBezTo>
                    <a:cubicBezTo>
                      <a:pt x="667" y="1298"/>
                      <a:pt x="666" y="1308"/>
                      <a:pt x="664" y="1311"/>
                    </a:cubicBezTo>
                    <a:cubicBezTo>
                      <a:pt x="664" y="1313"/>
                      <a:pt x="662" y="1315"/>
                      <a:pt x="662" y="1317"/>
                    </a:cubicBezTo>
                    <a:cubicBezTo>
                      <a:pt x="662" y="1319"/>
                      <a:pt x="661" y="1322"/>
                      <a:pt x="661" y="1324"/>
                    </a:cubicBezTo>
                    <a:cubicBezTo>
                      <a:pt x="660" y="1327"/>
                      <a:pt x="658" y="1329"/>
                      <a:pt x="658" y="1332"/>
                    </a:cubicBezTo>
                    <a:cubicBezTo>
                      <a:pt x="658" y="1334"/>
                      <a:pt x="658" y="1336"/>
                      <a:pt x="658" y="1338"/>
                    </a:cubicBezTo>
                    <a:cubicBezTo>
                      <a:pt x="658" y="1342"/>
                      <a:pt x="658" y="1348"/>
                      <a:pt x="662" y="1350"/>
                    </a:cubicBezTo>
                    <a:cubicBezTo>
                      <a:pt x="664" y="1351"/>
                      <a:pt x="668" y="1352"/>
                      <a:pt x="671" y="1352"/>
                    </a:cubicBezTo>
                    <a:cubicBezTo>
                      <a:pt x="673" y="1352"/>
                      <a:pt x="675" y="1353"/>
                      <a:pt x="677" y="1354"/>
                    </a:cubicBezTo>
                    <a:cubicBezTo>
                      <a:pt x="683" y="1355"/>
                      <a:pt x="690" y="1354"/>
                      <a:pt x="696" y="1354"/>
                    </a:cubicBezTo>
                    <a:cubicBezTo>
                      <a:pt x="700" y="1354"/>
                      <a:pt x="705" y="1356"/>
                      <a:pt x="709" y="1357"/>
                    </a:cubicBezTo>
                    <a:cubicBezTo>
                      <a:pt x="711" y="1358"/>
                      <a:pt x="712" y="1358"/>
                      <a:pt x="714" y="1360"/>
                    </a:cubicBezTo>
                    <a:cubicBezTo>
                      <a:pt x="713" y="1360"/>
                      <a:pt x="712" y="1360"/>
                      <a:pt x="710" y="1360"/>
                    </a:cubicBezTo>
                    <a:cubicBezTo>
                      <a:pt x="708" y="1360"/>
                      <a:pt x="707" y="1359"/>
                      <a:pt x="704" y="1359"/>
                    </a:cubicBezTo>
                    <a:cubicBezTo>
                      <a:pt x="702" y="1358"/>
                      <a:pt x="700" y="1357"/>
                      <a:pt x="698" y="1356"/>
                    </a:cubicBezTo>
                    <a:cubicBezTo>
                      <a:pt x="696" y="1355"/>
                      <a:pt x="695" y="1356"/>
                      <a:pt x="693" y="1356"/>
                    </a:cubicBezTo>
                    <a:cubicBezTo>
                      <a:pt x="692" y="1356"/>
                      <a:pt x="691" y="1356"/>
                      <a:pt x="690" y="1356"/>
                    </a:cubicBezTo>
                    <a:cubicBezTo>
                      <a:pt x="688" y="1357"/>
                      <a:pt x="688" y="1360"/>
                      <a:pt x="688" y="1362"/>
                    </a:cubicBezTo>
                    <a:cubicBezTo>
                      <a:pt x="688" y="1362"/>
                      <a:pt x="688" y="1365"/>
                      <a:pt x="687" y="1364"/>
                    </a:cubicBezTo>
                    <a:cubicBezTo>
                      <a:pt x="685" y="1363"/>
                      <a:pt x="687" y="1359"/>
                      <a:pt x="684" y="1358"/>
                    </a:cubicBezTo>
                    <a:cubicBezTo>
                      <a:pt x="683" y="1358"/>
                      <a:pt x="682" y="1359"/>
                      <a:pt x="682" y="1359"/>
                    </a:cubicBezTo>
                    <a:cubicBezTo>
                      <a:pt x="680" y="1360"/>
                      <a:pt x="679" y="1360"/>
                      <a:pt x="677" y="1360"/>
                    </a:cubicBezTo>
                    <a:cubicBezTo>
                      <a:pt x="676" y="1360"/>
                      <a:pt x="675" y="1360"/>
                      <a:pt x="674" y="1361"/>
                    </a:cubicBezTo>
                    <a:cubicBezTo>
                      <a:pt x="673" y="1361"/>
                      <a:pt x="673" y="1361"/>
                      <a:pt x="672" y="1361"/>
                    </a:cubicBezTo>
                    <a:cubicBezTo>
                      <a:pt x="670" y="1361"/>
                      <a:pt x="669" y="1361"/>
                      <a:pt x="667" y="1361"/>
                    </a:cubicBezTo>
                    <a:cubicBezTo>
                      <a:pt x="666" y="1362"/>
                      <a:pt x="665" y="1361"/>
                      <a:pt x="665" y="1362"/>
                    </a:cubicBezTo>
                    <a:cubicBezTo>
                      <a:pt x="663" y="1362"/>
                      <a:pt x="663" y="1364"/>
                      <a:pt x="662" y="1365"/>
                    </a:cubicBezTo>
                    <a:cubicBezTo>
                      <a:pt x="660" y="1366"/>
                      <a:pt x="659" y="1367"/>
                      <a:pt x="657" y="1368"/>
                    </a:cubicBezTo>
                    <a:cubicBezTo>
                      <a:pt x="655" y="1371"/>
                      <a:pt x="652" y="1373"/>
                      <a:pt x="649" y="1376"/>
                    </a:cubicBezTo>
                    <a:cubicBezTo>
                      <a:pt x="647" y="1378"/>
                      <a:pt x="644" y="1381"/>
                      <a:pt x="642" y="1383"/>
                    </a:cubicBezTo>
                    <a:cubicBezTo>
                      <a:pt x="640" y="1386"/>
                      <a:pt x="638" y="1388"/>
                      <a:pt x="637" y="1390"/>
                    </a:cubicBezTo>
                    <a:cubicBezTo>
                      <a:pt x="634" y="1396"/>
                      <a:pt x="633" y="1402"/>
                      <a:pt x="636" y="1408"/>
                    </a:cubicBezTo>
                    <a:cubicBezTo>
                      <a:pt x="637" y="1411"/>
                      <a:pt x="638" y="1413"/>
                      <a:pt x="638" y="1416"/>
                    </a:cubicBezTo>
                    <a:cubicBezTo>
                      <a:pt x="638" y="1420"/>
                      <a:pt x="638" y="1423"/>
                      <a:pt x="639" y="1426"/>
                    </a:cubicBezTo>
                    <a:cubicBezTo>
                      <a:pt x="639" y="1429"/>
                      <a:pt x="640" y="1432"/>
                      <a:pt x="641" y="1435"/>
                    </a:cubicBezTo>
                    <a:cubicBezTo>
                      <a:pt x="641" y="1438"/>
                      <a:pt x="641" y="1441"/>
                      <a:pt x="643" y="1444"/>
                    </a:cubicBezTo>
                    <a:cubicBezTo>
                      <a:pt x="644" y="1447"/>
                      <a:pt x="646" y="1450"/>
                      <a:pt x="648" y="1453"/>
                    </a:cubicBezTo>
                    <a:cubicBezTo>
                      <a:pt x="650" y="1455"/>
                      <a:pt x="652" y="1457"/>
                      <a:pt x="654" y="1460"/>
                    </a:cubicBezTo>
                    <a:cubicBezTo>
                      <a:pt x="655" y="1462"/>
                      <a:pt x="658" y="1463"/>
                      <a:pt x="660" y="1463"/>
                    </a:cubicBezTo>
                    <a:cubicBezTo>
                      <a:pt x="662" y="1464"/>
                      <a:pt x="667" y="1465"/>
                      <a:pt x="668" y="1467"/>
                    </a:cubicBezTo>
                    <a:cubicBezTo>
                      <a:pt x="669" y="1470"/>
                      <a:pt x="658" y="1470"/>
                      <a:pt x="657" y="1471"/>
                    </a:cubicBezTo>
                    <a:cubicBezTo>
                      <a:pt x="652" y="1471"/>
                      <a:pt x="648" y="1470"/>
                      <a:pt x="646" y="1466"/>
                    </a:cubicBezTo>
                    <a:cubicBezTo>
                      <a:pt x="644" y="1463"/>
                      <a:pt x="643" y="1459"/>
                      <a:pt x="642" y="1455"/>
                    </a:cubicBezTo>
                    <a:cubicBezTo>
                      <a:pt x="641" y="1454"/>
                      <a:pt x="641" y="1452"/>
                      <a:pt x="640" y="1450"/>
                    </a:cubicBezTo>
                    <a:cubicBezTo>
                      <a:pt x="640" y="1448"/>
                      <a:pt x="639" y="1447"/>
                      <a:pt x="639" y="1445"/>
                    </a:cubicBezTo>
                    <a:cubicBezTo>
                      <a:pt x="638" y="1443"/>
                      <a:pt x="637" y="1440"/>
                      <a:pt x="638" y="1438"/>
                    </a:cubicBezTo>
                    <a:cubicBezTo>
                      <a:pt x="638" y="1436"/>
                      <a:pt x="638" y="1435"/>
                      <a:pt x="637" y="1433"/>
                    </a:cubicBezTo>
                    <a:cubicBezTo>
                      <a:pt x="637" y="1432"/>
                      <a:pt x="637" y="1430"/>
                      <a:pt x="637" y="1429"/>
                    </a:cubicBezTo>
                    <a:cubicBezTo>
                      <a:pt x="636" y="1427"/>
                      <a:pt x="632" y="1428"/>
                      <a:pt x="631" y="1428"/>
                    </a:cubicBezTo>
                    <a:cubicBezTo>
                      <a:pt x="628" y="1428"/>
                      <a:pt x="625" y="1429"/>
                      <a:pt x="623" y="1429"/>
                    </a:cubicBezTo>
                    <a:cubicBezTo>
                      <a:pt x="620" y="1430"/>
                      <a:pt x="617" y="1431"/>
                      <a:pt x="614" y="1432"/>
                    </a:cubicBezTo>
                    <a:cubicBezTo>
                      <a:pt x="611" y="1433"/>
                      <a:pt x="611" y="1436"/>
                      <a:pt x="610" y="1439"/>
                    </a:cubicBezTo>
                    <a:cubicBezTo>
                      <a:pt x="610" y="1440"/>
                      <a:pt x="610" y="1442"/>
                      <a:pt x="610" y="1443"/>
                    </a:cubicBezTo>
                    <a:cubicBezTo>
                      <a:pt x="610" y="1445"/>
                      <a:pt x="611" y="1446"/>
                      <a:pt x="612" y="1447"/>
                    </a:cubicBezTo>
                    <a:cubicBezTo>
                      <a:pt x="614" y="1449"/>
                      <a:pt x="614" y="1452"/>
                      <a:pt x="615" y="1455"/>
                    </a:cubicBezTo>
                    <a:cubicBezTo>
                      <a:pt x="615" y="1459"/>
                      <a:pt x="617" y="1462"/>
                      <a:pt x="617" y="1465"/>
                    </a:cubicBezTo>
                    <a:cubicBezTo>
                      <a:pt x="617" y="1467"/>
                      <a:pt x="617" y="1471"/>
                      <a:pt x="614" y="1472"/>
                    </a:cubicBezTo>
                    <a:cubicBezTo>
                      <a:pt x="612" y="1474"/>
                      <a:pt x="609" y="1469"/>
                      <a:pt x="608" y="1467"/>
                    </a:cubicBezTo>
                    <a:cubicBezTo>
                      <a:pt x="606" y="1465"/>
                      <a:pt x="603" y="1463"/>
                      <a:pt x="601" y="1460"/>
                    </a:cubicBezTo>
                    <a:cubicBezTo>
                      <a:pt x="599" y="1458"/>
                      <a:pt x="598" y="1455"/>
                      <a:pt x="596" y="1452"/>
                    </a:cubicBezTo>
                    <a:cubicBezTo>
                      <a:pt x="595" y="1450"/>
                      <a:pt x="595" y="1449"/>
                      <a:pt x="594" y="1448"/>
                    </a:cubicBezTo>
                    <a:cubicBezTo>
                      <a:pt x="593" y="1447"/>
                      <a:pt x="592" y="1446"/>
                      <a:pt x="591" y="1445"/>
                    </a:cubicBezTo>
                    <a:cubicBezTo>
                      <a:pt x="589" y="1443"/>
                      <a:pt x="589" y="1439"/>
                      <a:pt x="587" y="1437"/>
                    </a:cubicBezTo>
                    <a:cubicBezTo>
                      <a:pt x="584" y="1435"/>
                      <a:pt x="580" y="1436"/>
                      <a:pt x="577" y="1436"/>
                    </a:cubicBezTo>
                    <a:cubicBezTo>
                      <a:pt x="574" y="1437"/>
                      <a:pt x="572" y="1436"/>
                      <a:pt x="570" y="1437"/>
                    </a:cubicBezTo>
                    <a:cubicBezTo>
                      <a:pt x="563" y="1437"/>
                      <a:pt x="556" y="1438"/>
                      <a:pt x="549" y="1439"/>
                    </a:cubicBezTo>
                    <a:cubicBezTo>
                      <a:pt x="548" y="1439"/>
                      <a:pt x="546" y="1440"/>
                      <a:pt x="545" y="1439"/>
                    </a:cubicBezTo>
                    <a:cubicBezTo>
                      <a:pt x="543" y="1439"/>
                      <a:pt x="542" y="1438"/>
                      <a:pt x="540" y="1438"/>
                    </a:cubicBezTo>
                    <a:cubicBezTo>
                      <a:pt x="537" y="1438"/>
                      <a:pt x="534" y="1438"/>
                      <a:pt x="530" y="1437"/>
                    </a:cubicBezTo>
                    <a:cubicBezTo>
                      <a:pt x="528" y="1437"/>
                      <a:pt x="527" y="1436"/>
                      <a:pt x="525" y="1435"/>
                    </a:cubicBezTo>
                    <a:cubicBezTo>
                      <a:pt x="523" y="1435"/>
                      <a:pt x="522" y="1435"/>
                      <a:pt x="522" y="1434"/>
                    </a:cubicBezTo>
                    <a:cubicBezTo>
                      <a:pt x="519" y="1431"/>
                      <a:pt x="518" y="1428"/>
                      <a:pt x="515" y="1426"/>
                    </a:cubicBezTo>
                    <a:cubicBezTo>
                      <a:pt x="514" y="1424"/>
                      <a:pt x="512" y="1423"/>
                      <a:pt x="511" y="1422"/>
                    </a:cubicBezTo>
                    <a:cubicBezTo>
                      <a:pt x="510" y="1422"/>
                      <a:pt x="508" y="1421"/>
                      <a:pt x="507" y="1421"/>
                    </a:cubicBezTo>
                    <a:cubicBezTo>
                      <a:pt x="506" y="1420"/>
                      <a:pt x="506" y="1419"/>
                      <a:pt x="505" y="1419"/>
                    </a:cubicBezTo>
                    <a:cubicBezTo>
                      <a:pt x="503" y="1417"/>
                      <a:pt x="501" y="1417"/>
                      <a:pt x="500" y="1420"/>
                    </a:cubicBezTo>
                    <a:cubicBezTo>
                      <a:pt x="500" y="1422"/>
                      <a:pt x="502" y="1425"/>
                      <a:pt x="501" y="1427"/>
                    </a:cubicBezTo>
                    <a:cubicBezTo>
                      <a:pt x="501" y="1430"/>
                      <a:pt x="499" y="1432"/>
                      <a:pt x="497" y="1430"/>
                    </a:cubicBezTo>
                    <a:cubicBezTo>
                      <a:pt x="496" y="1429"/>
                      <a:pt x="495" y="1428"/>
                      <a:pt x="493" y="1428"/>
                    </a:cubicBezTo>
                    <a:cubicBezTo>
                      <a:pt x="492" y="1427"/>
                      <a:pt x="491" y="1428"/>
                      <a:pt x="490" y="1429"/>
                    </a:cubicBezTo>
                    <a:cubicBezTo>
                      <a:pt x="487" y="1430"/>
                      <a:pt x="485" y="1431"/>
                      <a:pt x="481" y="1431"/>
                    </a:cubicBezTo>
                    <a:cubicBezTo>
                      <a:pt x="479" y="1431"/>
                      <a:pt x="476" y="1432"/>
                      <a:pt x="474" y="1433"/>
                    </a:cubicBezTo>
                    <a:cubicBezTo>
                      <a:pt x="471" y="1435"/>
                      <a:pt x="470" y="1437"/>
                      <a:pt x="467" y="1437"/>
                    </a:cubicBezTo>
                    <a:cubicBezTo>
                      <a:pt x="463" y="1438"/>
                      <a:pt x="461" y="1436"/>
                      <a:pt x="458" y="1435"/>
                    </a:cubicBezTo>
                    <a:cubicBezTo>
                      <a:pt x="456" y="1435"/>
                      <a:pt x="452" y="1435"/>
                      <a:pt x="451" y="1433"/>
                    </a:cubicBezTo>
                    <a:cubicBezTo>
                      <a:pt x="450" y="1431"/>
                      <a:pt x="454" y="1430"/>
                      <a:pt x="456" y="1429"/>
                    </a:cubicBezTo>
                    <a:cubicBezTo>
                      <a:pt x="458" y="1429"/>
                      <a:pt x="460" y="1428"/>
                      <a:pt x="461" y="1426"/>
                    </a:cubicBezTo>
                    <a:cubicBezTo>
                      <a:pt x="463" y="1423"/>
                      <a:pt x="465" y="1422"/>
                      <a:pt x="468" y="1420"/>
                    </a:cubicBezTo>
                    <a:cubicBezTo>
                      <a:pt x="470" y="1418"/>
                      <a:pt x="472" y="1415"/>
                      <a:pt x="468" y="1413"/>
                    </a:cubicBezTo>
                    <a:cubicBezTo>
                      <a:pt x="463" y="1411"/>
                      <a:pt x="457" y="1414"/>
                      <a:pt x="452" y="1414"/>
                    </a:cubicBezTo>
                    <a:cubicBezTo>
                      <a:pt x="449" y="1414"/>
                      <a:pt x="447" y="1413"/>
                      <a:pt x="447" y="1410"/>
                    </a:cubicBezTo>
                    <a:cubicBezTo>
                      <a:pt x="446" y="1407"/>
                      <a:pt x="447" y="1403"/>
                      <a:pt x="447" y="1399"/>
                    </a:cubicBezTo>
                    <a:cubicBezTo>
                      <a:pt x="447" y="1398"/>
                      <a:pt x="447" y="1396"/>
                      <a:pt x="447" y="1395"/>
                    </a:cubicBezTo>
                    <a:cubicBezTo>
                      <a:pt x="446" y="1394"/>
                      <a:pt x="444" y="1395"/>
                      <a:pt x="443" y="1394"/>
                    </a:cubicBezTo>
                    <a:cubicBezTo>
                      <a:pt x="442" y="1394"/>
                      <a:pt x="442" y="1393"/>
                      <a:pt x="442" y="1393"/>
                    </a:cubicBezTo>
                    <a:cubicBezTo>
                      <a:pt x="441" y="1391"/>
                      <a:pt x="442" y="1390"/>
                      <a:pt x="442" y="1389"/>
                    </a:cubicBezTo>
                    <a:cubicBezTo>
                      <a:pt x="444" y="1386"/>
                      <a:pt x="443" y="1384"/>
                      <a:pt x="442" y="1382"/>
                    </a:cubicBezTo>
                    <a:cubicBezTo>
                      <a:pt x="440" y="1379"/>
                      <a:pt x="436" y="1378"/>
                      <a:pt x="433" y="1377"/>
                    </a:cubicBezTo>
                    <a:cubicBezTo>
                      <a:pt x="429" y="1375"/>
                      <a:pt x="425" y="1373"/>
                      <a:pt x="421" y="1372"/>
                    </a:cubicBezTo>
                    <a:cubicBezTo>
                      <a:pt x="418" y="1371"/>
                      <a:pt x="414" y="1371"/>
                      <a:pt x="410" y="1371"/>
                    </a:cubicBezTo>
                    <a:cubicBezTo>
                      <a:pt x="406" y="1371"/>
                      <a:pt x="402" y="1370"/>
                      <a:pt x="399" y="1371"/>
                    </a:cubicBezTo>
                    <a:cubicBezTo>
                      <a:pt x="395" y="1372"/>
                      <a:pt x="395" y="1374"/>
                      <a:pt x="394" y="1378"/>
                    </a:cubicBezTo>
                    <a:cubicBezTo>
                      <a:pt x="394" y="1379"/>
                      <a:pt x="393" y="1381"/>
                      <a:pt x="392" y="1383"/>
                    </a:cubicBezTo>
                    <a:cubicBezTo>
                      <a:pt x="391" y="1384"/>
                      <a:pt x="390" y="1385"/>
                      <a:pt x="389" y="1387"/>
                    </a:cubicBezTo>
                    <a:cubicBezTo>
                      <a:pt x="388" y="1390"/>
                      <a:pt x="391" y="1392"/>
                      <a:pt x="392" y="1395"/>
                    </a:cubicBezTo>
                    <a:cubicBezTo>
                      <a:pt x="392" y="1397"/>
                      <a:pt x="388" y="1398"/>
                      <a:pt x="386" y="1397"/>
                    </a:cubicBezTo>
                    <a:cubicBezTo>
                      <a:pt x="385" y="1396"/>
                      <a:pt x="385" y="1395"/>
                      <a:pt x="385" y="1394"/>
                    </a:cubicBezTo>
                    <a:cubicBezTo>
                      <a:pt x="384" y="1393"/>
                      <a:pt x="383" y="1392"/>
                      <a:pt x="382" y="1391"/>
                    </a:cubicBezTo>
                    <a:cubicBezTo>
                      <a:pt x="381" y="1390"/>
                      <a:pt x="381" y="1389"/>
                      <a:pt x="380" y="1388"/>
                    </a:cubicBezTo>
                    <a:cubicBezTo>
                      <a:pt x="379" y="1387"/>
                      <a:pt x="379" y="1386"/>
                      <a:pt x="377" y="1385"/>
                    </a:cubicBezTo>
                    <a:cubicBezTo>
                      <a:pt x="373" y="1383"/>
                      <a:pt x="369" y="1389"/>
                      <a:pt x="369" y="1393"/>
                    </a:cubicBezTo>
                    <a:cubicBezTo>
                      <a:pt x="368" y="1395"/>
                      <a:pt x="369" y="1396"/>
                      <a:pt x="371" y="1397"/>
                    </a:cubicBezTo>
                    <a:cubicBezTo>
                      <a:pt x="373" y="1397"/>
                      <a:pt x="375" y="1397"/>
                      <a:pt x="377" y="1398"/>
                    </a:cubicBezTo>
                    <a:cubicBezTo>
                      <a:pt x="378" y="1399"/>
                      <a:pt x="378" y="1402"/>
                      <a:pt x="379" y="1404"/>
                    </a:cubicBezTo>
                    <a:cubicBezTo>
                      <a:pt x="379" y="1406"/>
                      <a:pt x="379" y="1409"/>
                      <a:pt x="381" y="1411"/>
                    </a:cubicBezTo>
                    <a:cubicBezTo>
                      <a:pt x="383" y="1412"/>
                      <a:pt x="384" y="1410"/>
                      <a:pt x="385" y="1409"/>
                    </a:cubicBezTo>
                    <a:cubicBezTo>
                      <a:pt x="386" y="1409"/>
                      <a:pt x="387" y="1407"/>
                      <a:pt x="388" y="1407"/>
                    </a:cubicBezTo>
                    <a:cubicBezTo>
                      <a:pt x="389" y="1407"/>
                      <a:pt x="389" y="1409"/>
                      <a:pt x="389" y="1410"/>
                    </a:cubicBezTo>
                    <a:cubicBezTo>
                      <a:pt x="389" y="1412"/>
                      <a:pt x="390" y="1413"/>
                      <a:pt x="390" y="1414"/>
                    </a:cubicBezTo>
                    <a:cubicBezTo>
                      <a:pt x="391" y="1415"/>
                      <a:pt x="392" y="1417"/>
                      <a:pt x="393" y="1418"/>
                    </a:cubicBezTo>
                    <a:cubicBezTo>
                      <a:pt x="393" y="1420"/>
                      <a:pt x="393" y="1422"/>
                      <a:pt x="393" y="1424"/>
                    </a:cubicBezTo>
                    <a:cubicBezTo>
                      <a:pt x="392" y="1425"/>
                      <a:pt x="392" y="1427"/>
                      <a:pt x="392" y="1428"/>
                    </a:cubicBezTo>
                    <a:cubicBezTo>
                      <a:pt x="392" y="1430"/>
                      <a:pt x="394" y="1432"/>
                      <a:pt x="395" y="1433"/>
                    </a:cubicBezTo>
                    <a:cubicBezTo>
                      <a:pt x="396" y="1434"/>
                      <a:pt x="398" y="1436"/>
                      <a:pt x="399" y="1436"/>
                    </a:cubicBezTo>
                    <a:cubicBezTo>
                      <a:pt x="401" y="1437"/>
                      <a:pt x="402" y="1436"/>
                      <a:pt x="403" y="1435"/>
                    </a:cubicBezTo>
                    <a:cubicBezTo>
                      <a:pt x="405" y="1434"/>
                      <a:pt x="406" y="1433"/>
                      <a:pt x="408" y="1433"/>
                    </a:cubicBezTo>
                    <a:cubicBezTo>
                      <a:pt x="409" y="1433"/>
                      <a:pt x="411" y="1434"/>
                      <a:pt x="410" y="1435"/>
                    </a:cubicBezTo>
                    <a:cubicBezTo>
                      <a:pt x="409" y="1437"/>
                      <a:pt x="407" y="1438"/>
                      <a:pt x="405" y="1438"/>
                    </a:cubicBezTo>
                    <a:cubicBezTo>
                      <a:pt x="404" y="1439"/>
                      <a:pt x="402" y="1440"/>
                      <a:pt x="402" y="1442"/>
                    </a:cubicBezTo>
                    <a:cubicBezTo>
                      <a:pt x="401" y="1444"/>
                      <a:pt x="406" y="1446"/>
                      <a:pt x="408" y="1447"/>
                    </a:cubicBezTo>
                    <a:cubicBezTo>
                      <a:pt x="409" y="1447"/>
                      <a:pt x="409" y="1449"/>
                      <a:pt x="410" y="1450"/>
                    </a:cubicBezTo>
                    <a:cubicBezTo>
                      <a:pt x="411" y="1451"/>
                      <a:pt x="414" y="1451"/>
                      <a:pt x="415" y="1449"/>
                    </a:cubicBezTo>
                    <a:cubicBezTo>
                      <a:pt x="415" y="1449"/>
                      <a:pt x="415" y="1448"/>
                      <a:pt x="416" y="1448"/>
                    </a:cubicBezTo>
                    <a:cubicBezTo>
                      <a:pt x="416" y="1448"/>
                      <a:pt x="417" y="1448"/>
                      <a:pt x="418" y="1448"/>
                    </a:cubicBezTo>
                    <a:cubicBezTo>
                      <a:pt x="419" y="1448"/>
                      <a:pt x="420" y="1448"/>
                      <a:pt x="421" y="1448"/>
                    </a:cubicBezTo>
                    <a:cubicBezTo>
                      <a:pt x="422" y="1448"/>
                      <a:pt x="422" y="1448"/>
                      <a:pt x="423" y="1448"/>
                    </a:cubicBezTo>
                    <a:cubicBezTo>
                      <a:pt x="424" y="1447"/>
                      <a:pt x="424" y="1447"/>
                      <a:pt x="425" y="1447"/>
                    </a:cubicBezTo>
                    <a:cubicBezTo>
                      <a:pt x="426" y="1446"/>
                      <a:pt x="426" y="1446"/>
                      <a:pt x="427" y="1445"/>
                    </a:cubicBezTo>
                    <a:cubicBezTo>
                      <a:pt x="428" y="1444"/>
                      <a:pt x="429" y="1444"/>
                      <a:pt x="430" y="1444"/>
                    </a:cubicBezTo>
                    <a:cubicBezTo>
                      <a:pt x="431" y="1443"/>
                      <a:pt x="432" y="1443"/>
                      <a:pt x="433" y="1443"/>
                    </a:cubicBezTo>
                    <a:cubicBezTo>
                      <a:pt x="434" y="1446"/>
                      <a:pt x="430" y="1446"/>
                      <a:pt x="428" y="1447"/>
                    </a:cubicBezTo>
                    <a:cubicBezTo>
                      <a:pt x="427" y="1447"/>
                      <a:pt x="424" y="1448"/>
                      <a:pt x="423" y="1450"/>
                    </a:cubicBezTo>
                    <a:cubicBezTo>
                      <a:pt x="423" y="1451"/>
                      <a:pt x="423" y="1451"/>
                      <a:pt x="422" y="1452"/>
                    </a:cubicBezTo>
                    <a:cubicBezTo>
                      <a:pt x="421" y="1452"/>
                      <a:pt x="420" y="1452"/>
                      <a:pt x="418" y="1452"/>
                    </a:cubicBezTo>
                    <a:cubicBezTo>
                      <a:pt x="417" y="1452"/>
                      <a:pt x="415" y="1453"/>
                      <a:pt x="415" y="1455"/>
                    </a:cubicBezTo>
                    <a:cubicBezTo>
                      <a:pt x="415" y="1456"/>
                      <a:pt x="414" y="1458"/>
                      <a:pt x="413" y="1456"/>
                    </a:cubicBezTo>
                    <a:cubicBezTo>
                      <a:pt x="412" y="1454"/>
                      <a:pt x="411" y="1453"/>
                      <a:pt x="409" y="1454"/>
                    </a:cubicBezTo>
                    <a:cubicBezTo>
                      <a:pt x="407" y="1454"/>
                      <a:pt x="407" y="1456"/>
                      <a:pt x="408" y="1458"/>
                    </a:cubicBezTo>
                    <a:cubicBezTo>
                      <a:pt x="408" y="1460"/>
                      <a:pt x="408" y="1462"/>
                      <a:pt x="408" y="1464"/>
                    </a:cubicBezTo>
                    <a:cubicBezTo>
                      <a:pt x="408" y="1467"/>
                      <a:pt x="408" y="1468"/>
                      <a:pt x="406" y="1470"/>
                    </a:cubicBezTo>
                    <a:cubicBezTo>
                      <a:pt x="404" y="1472"/>
                      <a:pt x="402" y="1475"/>
                      <a:pt x="400" y="1477"/>
                    </a:cubicBezTo>
                    <a:cubicBezTo>
                      <a:pt x="398" y="1479"/>
                      <a:pt x="397" y="1481"/>
                      <a:pt x="395" y="1480"/>
                    </a:cubicBezTo>
                    <a:cubicBezTo>
                      <a:pt x="393" y="1480"/>
                      <a:pt x="391" y="1480"/>
                      <a:pt x="390" y="1480"/>
                    </a:cubicBezTo>
                    <a:cubicBezTo>
                      <a:pt x="388" y="1480"/>
                      <a:pt x="386" y="1481"/>
                      <a:pt x="384" y="1482"/>
                    </a:cubicBezTo>
                    <a:cubicBezTo>
                      <a:pt x="383" y="1482"/>
                      <a:pt x="382" y="1483"/>
                      <a:pt x="380" y="1484"/>
                    </a:cubicBezTo>
                    <a:cubicBezTo>
                      <a:pt x="379" y="1485"/>
                      <a:pt x="377" y="1486"/>
                      <a:pt x="376" y="1487"/>
                    </a:cubicBezTo>
                    <a:cubicBezTo>
                      <a:pt x="375" y="1488"/>
                      <a:pt x="374" y="1489"/>
                      <a:pt x="372" y="1490"/>
                    </a:cubicBezTo>
                    <a:cubicBezTo>
                      <a:pt x="369" y="1491"/>
                      <a:pt x="366" y="1489"/>
                      <a:pt x="363" y="1488"/>
                    </a:cubicBezTo>
                    <a:cubicBezTo>
                      <a:pt x="360" y="1488"/>
                      <a:pt x="357" y="1488"/>
                      <a:pt x="355" y="1490"/>
                    </a:cubicBezTo>
                    <a:cubicBezTo>
                      <a:pt x="354" y="1491"/>
                      <a:pt x="353" y="1492"/>
                      <a:pt x="352" y="1493"/>
                    </a:cubicBezTo>
                    <a:cubicBezTo>
                      <a:pt x="351" y="1495"/>
                      <a:pt x="350" y="1495"/>
                      <a:pt x="349" y="1495"/>
                    </a:cubicBezTo>
                    <a:cubicBezTo>
                      <a:pt x="346" y="1496"/>
                      <a:pt x="343" y="1496"/>
                      <a:pt x="341" y="1498"/>
                    </a:cubicBezTo>
                    <a:cubicBezTo>
                      <a:pt x="340" y="1499"/>
                      <a:pt x="340" y="1499"/>
                      <a:pt x="340" y="1500"/>
                    </a:cubicBezTo>
                    <a:cubicBezTo>
                      <a:pt x="340" y="1503"/>
                      <a:pt x="335" y="1503"/>
                      <a:pt x="333" y="1504"/>
                    </a:cubicBezTo>
                    <a:cubicBezTo>
                      <a:pt x="331" y="1504"/>
                      <a:pt x="329" y="1506"/>
                      <a:pt x="329" y="1508"/>
                    </a:cubicBezTo>
                    <a:cubicBezTo>
                      <a:pt x="328" y="1509"/>
                      <a:pt x="328" y="1510"/>
                      <a:pt x="328" y="1511"/>
                    </a:cubicBezTo>
                    <a:cubicBezTo>
                      <a:pt x="327" y="1513"/>
                      <a:pt x="326" y="1513"/>
                      <a:pt x="325" y="1514"/>
                    </a:cubicBezTo>
                    <a:cubicBezTo>
                      <a:pt x="323" y="1515"/>
                      <a:pt x="321" y="1516"/>
                      <a:pt x="321" y="1519"/>
                    </a:cubicBezTo>
                    <a:cubicBezTo>
                      <a:pt x="321" y="1522"/>
                      <a:pt x="323" y="1521"/>
                      <a:pt x="325" y="1522"/>
                    </a:cubicBezTo>
                    <a:cubicBezTo>
                      <a:pt x="328" y="1522"/>
                      <a:pt x="329" y="1523"/>
                      <a:pt x="331" y="1522"/>
                    </a:cubicBezTo>
                    <a:cubicBezTo>
                      <a:pt x="333" y="1520"/>
                      <a:pt x="335" y="1521"/>
                      <a:pt x="337" y="1522"/>
                    </a:cubicBezTo>
                    <a:cubicBezTo>
                      <a:pt x="340" y="1522"/>
                      <a:pt x="342" y="1522"/>
                      <a:pt x="344" y="1521"/>
                    </a:cubicBezTo>
                    <a:cubicBezTo>
                      <a:pt x="346" y="1520"/>
                      <a:pt x="348" y="1518"/>
                      <a:pt x="350" y="1520"/>
                    </a:cubicBezTo>
                    <a:cubicBezTo>
                      <a:pt x="350" y="1520"/>
                      <a:pt x="351" y="1521"/>
                      <a:pt x="352" y="1521"/>
                    </a:cubicBezTo>
                    <a:cubicBezTo>
                      <a:pt x="353" y="1522"/>
                      <a:pt x="354" y="1522"/>
                      <a:pt x="355" y="1523"/>
                    </a:cubicBezTo>
                    <a:cubicBezTo>
                      <a:pt x="357" y="1524"/>
                      <a:pt x="356" y="1527"/>
                      <a:pt x="357" y="1529"/>
                    </a:cubicBezTo>
                    <a:cubicBezTo>
                      <a:pt x="357" y="1531"/>
                      <a:pt x="357" y="1533"/>
                      <a:pt x="359" y="1532"/>
                    </a:cubicBezTo>
                    <a:cubicBezTo>
                      <a:pt x="360" y="1531"/>
                      <a:pt x="361" y="1531"/>
                      <a:pt x="362" y="1531"/>
                    </a:cubicBezTo>
                    <a:cubicBezTo>
                      <a:pt x="363" y="1531"/>
                      <a:pt x="364" y="1531"/>
                      <a:pt x="365" y="1530"/>
                    </a:cubicBezTo>
                    <a:cubicBezTo>
                      <a:pt x="367" y="1528"/>
                      <a:pt x="365" y="1524"/>
                      <a:pt x="365" y="1522"/>
                    </a:cubicBezTo>
                    <a:cubicBezTo>
                      <a:pt x="365" y="1520"/>
                      <a:pt x="366" y="1519"/>
                      <a:pt x="368" y="1519"/>
                    </a:cubicBezTo>
                    <a:cubicBezTo>
                      <a:pt x="370" y="1518"/>
                      <a:pt x="370" y="1516"/>
                      <a:pt x="371" y="1515"/>
                    </a:cubicBezTo>
                    <a:cubicBezTo>
                      <a:pt x="373" y="1513"/>
                      <a:pt x="376" y="1513"/>
                      <a:pt x="378" y="1513"/>
                    </a:cubicBezTo>
                    <a:cubicBezTo>
                      <a:pt x="381" y="1513"/>
                      <a:pt x="382" y="1513"/>
                      <a:pt x="384" y="1511"/>
                    </a:cubicBezTo>
                    <a:cubicBezTo>
                      <a:pt x="385" y="1510"/>
                      <a:pt x="386" y="1509"/>
                      <a:pt x="387" y="1509"/>
                    </a:cubicBezTo>
                    <a:cubicBezTo>
                      <a:pt x="388" y="1510"/>
                      <a:pt x="389" y="1511"/>
                      <a:pt x="390" y="1512"/>
                    </a:cubicBezTo>
                    <a:cubicBezTo>
                      <a:pt x="391" y="1512"/>
                      <a:pt x="392" y="1513"/>
                      <a:pt x="393" y="1513"/>
                    </a:cubicBezTo>
                    <a:cubicBezTo>
                      <a:pt x="395" y="1513"/>
                      <a:pt x="399" y="1513"/>
                      <a:pt x="400" y="1511"/>
                    </a:cubicBezTo>
                    <a:cubicBezTo>
                      <a:pt x="401" y="1510"/>
                      <a:pt x="400" y="1509"/>
                      <a:pt x="401" y="1509"/>
                    </a:cubicBezTo>
                    <a:cubicBezTo>
                      <a:pt x="402" y="1508"/>
                      <a:pt x="405" y="1510"/>
                      <a:pt x="406" y="1510"/>
                    </a:cubicBezTo>
                    <a:cubicBezTo>
                      <a:pt x="407" y="1511"/>
                      <a:pt x="408" y="1511"/>
                      <a:pt x="409" y="1511"/>
                    </a:cubicBezTo>
                    <a:cubicBezTo>
                      <a:pt x="410" y="1511"/>
                      <a:pt x="412" y="1510"/>
                      <a:pt x="413" y="1510"/>
                    </a:cubicBezTo>
                    <a:cubicBezTo>
                      <a:pt x="415" y="1510"/>
                      <a:pt x="416" y="1510"/>
                      <a:pt x="417" y="1511"/>
                    </a:cubicBezTo>
                    <a:cubicBezTo>
                      <a:pt x="419" y="1513"/>
                      <a:pt x="418" y="1516"/>
                      <a:pt x="422" y="1516"/>
                    </a:cubicBezTo>
                    <a:cubicBezTo>
                      <a:pt x="423" y="1516"/>
                      <a:pt x="425" y="1516"/>
                      <a:pt x="426" y="1516"/>
                    </a:cubicBezTo>
                    <a:cubicBezTo>
                      <a:pt x="427" y="1516"/>
                      <a:pt x="428" y="1515"/>
                      <a:pt x="429" y="1515"/>
                    </a:cubicBezTo>
                    <a:cubicBezTo>
                      <a:pt x="430" y="1514"/>
                      <a:pt x="431" y="1515"/>
                      <a:pt x="432" y="1515"/>
                    </a:cubicBezTo>
                    <a:cubicBezTo>
                      <a:pt x="433" y="1516"/>
                      <a:pt x="434" y="1516"/>
                      <a:pt x="435" y="1517"/>
                    </a:cubicBezTo>
                    <a:cubicBezTo>
                      <a:pt x="436" y="1518"/>
                      <a:pt x="437" y="1519"/>
                      <a:pt x="436" y="1520"/>
                    </a:cubicBezTo>
                    <a:cubicBezTo>
                      <a:pt x="436" y="1521"/>
                      <a:pt x="433" y="1520"/>
                      <a:pt x="432" y="1520"/>
                    </a:cubicBezTo>
                    <a:cubicBezTo>
                      <a:pt x="429" y="1520"/>
                      <a:pt x="425" y="1520"/>
                      <a:pt x="425" y="1523"/>
                    </a:cubicBezTo>
                    <a:cubicBezTo>
                      <a:pt x="424" y="1527"/>
                      <a:pt x="427" y="1531"/>
                      <a:pt x="424" y="1535"/>
                    </a:cubicBezTo>
                    <a:cubicBezTo>
                      <a:pt x="423" y="1536"/>
                      <a:pt x="422" y="1536"/>
                      <a:pt x="422" y="1537"/>
                    </a:cubicBezTo>
                    <a:cubicBezTo>
                      <a:pt x="422" y="1538"/>
                      <a:pt x="421" y="1539"/>
                      <a:pt x="421" y="1540"/>
                    </a:cubicBezTo>
                    <a:cubicBezTo>
                      <a:pt x="420" y="1540"/>
                      <a:pt x="418" y="1541"/>
                      <a:pt x="418" y="1542"/>
                    </a:cubicBezTo>
                    <a:cubicBezTo>
                      <a:pt x="418" y="1544"/>
                      <a:pt x="419" y="1545"/>
                      <a:pt x="419" y="1546"/>
                    </a:cubicBezTo>
                    <a:cubicBezTo>
                      <a:pt x="421" y="1548"/>
                      <a:pt x="420" y="1550"/>
                      <a:pt x="421" y="1553"/>
                    </a:cubicBezTo>
                    <a:cubicBezTo>
                      <a:pt x="421" y="1553"/>
                      <a:pt x="422" y="1554"/>
                      <a:pt x="423" y="1555"/>
                    </a:cubicBezTo>
                    <a:cubicBezTo>
                      <a:pt x="423" y="1556"/>
                      <a:pt x="424" y="1557"/>
                      <a:pt x="424" y="1558"/>
                    </a:cubicBezTo>
                    <a:cubicBezTo>
                      <a:pt x="424" y="1561"/>
                      <a:pt x="423" y="1564"/>
                      <a:pt x="424" y="1567"/>
                    </a:cubicBezTo>
                    <a:cubicBezTo>
                      <a:pt x="426" y="1570"/>
                      <a:pt x="428" y="1569"/>
                      <a:pt x="431" y="1569"/>
                    </a:cubicBezTo>
                    <a:cubicBezTo>
                      <a:pt x="432" y="1568"/>
                      <a:pt x="438" y="1567"/>
                      <a:pt x="436" y="1569"/>
                    </a:cubicBezTo>
                    <a:cubicBezTo>
                      <a:pt x="434" y="1571"/>
                      <a:pt x="430" y="1571"/>
                      <a:pt x="428" y="1572"/>
                    </a:cubicBezTo>
                    <a:cubicBezTo>
                      <a:pt x="425" y="1573"/>
                      <a:pt x="424" y="1576"/>
                      <a:pt x="422" y="1577"/>
                    </a:cubicBezTo>
                    <a:cubicBezTo>
                      <a:pt x="420" y="1579"/>
                      <a:pt x="417" y="1578"/>
                      <a:pt x="415" y="1579"/>
                    </a:cubicBezTo>
                    <a:cubicBezTo>
                      <a:pt x="413" y="1581"/>
                      <a:pt x="413" y="1584"/>
                      <a:pt x="412" y="1586"/>
                    </a:cubicBezTo>
                    <a:cubicBezTo>
                      <a:pt x="411" y="1587"/>
                      <a:pt x="410" y="1588"/>
                      <a:pt x="409" y="1590"/>
                    </a:cubicBezTo>
                    <a:cubicBezTo>
                      <a:pt x="409" y="1591"/>
                      <a:pt x="408" y="1593"/>
                      <a:pt x="408" y="1594"/>
                    </a:cubicBezTo>
                    <a:cubicBezTo>
                      <a:pt x="409" y="1596"/>
                      <a:pt x="409" y="1596"/>
                      <a:pt x="410" y="1597"/>
                    </a:cubicBezTo>
                    <a:cubicBezTo>
                      <a:pt x="411" y="1598"/>
                      <a:pt x="408" y="1601"/>
                      <a:pt x="408" y="1603"/>
                    </a:cubicBezTo>
                    <a:cubicBezTo>
                      <a:pt x="408" y="1604"/>
                      <a:pt x="409" y="1605"/>
                      <a:pt x="410" y="1606"/>
                    </a:cubicBezTo>
                    <a:cubicBezTo>
                      <a:pt x="411" y="1608"/>
                      <a:pt x="411" y="1609"/>
                      <a:pt x="412" y="1611"/>
                    </a:cubicBezTo>
                    <a:cubicBezTo>
                      <a:pt x="412" y="1612"/>
                      <a:pt x="412" y="1614"/>
                      <a:pt x="413" y="1615"/>
                    </a:cubicBezTo>
                    <a:cubicBezTo>
                      <a:pt x="415" y="1616"/>
                      <a:pt x="417" y="1616"/>
                      <a:pt x="419" y="1615"/>
                    </a:cubicBezTo>
                    <a:cubicBezTo>
                      <a:pt x="421" y="1615"/>
                      <a:pt x="431" y="1614"/>
                      <a:pt x="430" y="1617"/>
                    </a:cubicBezTo>
                    <a:cubicBezTo>
                      <a:pt x="430" y="1619"/>
                      <a:pt x="425" y="1621"/>
                      <a:pt x="423" y="1621"/>
                    </a:cubicBezTo>
                    <a:cubicBezTo>
                      <a:pt x="420" y="1622"/>
                      <a:pt x="418" y="1621"/>
                      <a:pt x="416" y="1619"/>
                    </a:cubicBezTo>
                    <a:cubicBezTo>
                      <a:pt x="415" y="1618"/>
                      <a:pt x="414" y="1617"/>
                      <a:pt x="413" y="1617"/>
                    </a:cubicBezTo>
                    <a:cubicBezTo>
                      <a:pt x="412" y="1618"/>
                      <a:pt x="411" y="1620"/>
                      <a:pt x="411" y="1621"/>
                    </a:cubicBezTo>
                    <a:cubicBezTo>
                      <a:pt x="410" y="1625"/>
                      <a:pt x="410" y="1628"/>
                      <a:pt x="408" y="1632"/>
                    </a:cubicBezTo>
                    <a:cubicBezTo>
                      <a:pt x="405" y="1636"/>
                      <a:pt x="402" y="1640"/>
                      <a:pt x="400" y="1644"/>
                    </a:cubicBezTo>
                    <a:cubicBezTo>
                      <a:pt x="397" y="1650"/>
                      <a:pt x="395" y="1655"/>
                      <a:pt x="391" y="1660"/>
                    </a:cubicBezTo>
                    <a:cubicBezTo>
                      <a:pt x="387" y="1665"/>
                      <a:pt x="382" y="1668"/>
                      <a:pt x="378" y="1672"/>
                    </a:cubicBezTo>
                    <a:cubicBezTo>
                      <a:pt x="373" y="1676"/>
                      <a:pt x="369" y="1680"/>
                      <a:pt x="364" y="1682"/>
                    </a:cubicBezTo>
                    <a:cubicBezTo>
                      <a:pt x="359" y="1684"/>
                      <a:pt x="354" y="1684"/>
                      <a:pt x="349" y="1686"/>
                    </a:cubicBezTo>
                    <a:cubicBezTo>
                      <a:pt x="348" y="1687"/>
                      <a:pt x="347" y="1687"/>
                      <a:pt x="345" y="1687"/>
                    </a:cubicBezTo>
                    <a:cubicBezTo>
                      <a:pt x="344" y="1687"/>
                      <a:pt x="342" y="1686"/>
                      <a:pt x="341" y="1686"/>
                    </a:cubicBezTo>
                    <a:cubicBezTo>
                      <a:pt x="337" y="1685"/>
                      <a:pt x="335" y="1687"/>
                      <a:pt x="332" y="1689"/>
                    </a:cubicBezTo>
                    <a:cubicBezTo>
                      <a:pt x="329" y="1691"/>
                      <a:pt x="325" y="1692"/>
                      <a:pt x="322" y="1693"/>
                    </a:cubicBezTo>
                    <a:cubicBezTo>
                      <a:pt x="319" y="1694"/>
                      <a:pt x="317" y="1697"/>
                      <a:pt x="313" y="1697"/>
                    </a:cubicBezTo>
                    <a:cubicBezTo>
                      <a:pt x="306" y="1698"/>
                      <a:pt x="301" y="1691"/>
                      <a:pt x="294" y="1691"/>
                    </a:cubicBezTo>
                    <a:cubicBezTo>
                      <a:pt x="292" y="1691"/>
                      <a:pt x="290" y="1691"/>
                      <a:pt x="287" y="1692"/>
                    </a:cubicBezTo>
                    <a:cubicBezTo>
                      <a:pt x="285" y="1693"/>
                      <a:pt x="282" y="1692"/>
                      <a:pt x="280" y="1693"/>
                    </a:cubicBezTo>
                    <a:cubicBezTo>
                      <a:pt x="278" y="1694"/>
                      <a:pt x="278" y="1696"/>
                      <a:pt x="276" y="1695"/>
                    </a:cubicBezTo>
                    <a:cubicBezTo>
                      <a:pt x="271" y="1694"/>
                      <a:pt x="271" y="1701"/>
                      <a:pt x="268" y="1703"/>
                    </a:cubicBezTo>
                    <a:cubicBezTo>
                      <a:pt x="267" y="1703"/>
                      <a:pt x="267" y="1703"/>
                      <a:pt x="266" y="1704"/>
                    </a:cubicBezTo>
                    <a:cubicBezTo>
                      <a:pt x="265" y="1705"/>
                      <a:pt x="265" y="1705"/>
                      <a:pt x="264" y="1706"/>
                    </a:cubicBezTo>
                    <a:cubicBezTo>
                      <a:pt x="262" y="1706"/>
                      <a:pt x="260" y="1706"/>
                      <a:pt x="258" y="1706"/>
                    </a:cubicBezTo>
                    <a:cubicBezTo>
                      <a:pt x="257" y="1706"/>
                      <a:pt x="254" y="1706"/>
                      <a:pt x="253" y="1706"/>
                    </a:cubicBezTo>
                    <a:cubicBezTo>
                      <a:pt x="252" y="1707"/>
                      <a:pt x="251" y="1708"/>
                      <a:pt x="251" y="1709"/>
                    </a:cubicBezTo>
                    <a:cubicBezTo>
                      <a:pt x="251" y="1710"/>
                      <a:pt x="251" y="1710"/>
                      <a:pt x="251" y="1711"/>
                    </a:cubicBezTo>
                    <a:cubicBezTo>
                      <a:pt x="250" y="1713"/>
                      <a:pt x="247" y="1714"/>
                      <a:pt x="246" y="1714"/>
                    </a:cubicBezTo>
                    <a:cubicBezTo>
                      <a:pt x="243" y="1714"/>
                      <a:pt x="244" y="1711"/>
                      <a:pt x="243" y="1709"/>
                    </a:cubicBezTo>
                    <a:cubicBezTo>
                      <a:pt x="242" y="1708"/>
                      <a:pt x="242" y="1708"/>
                      <a:pt x="240" y="1708"/>
                    </a:cubicBezTo>
                    <a:cubicBezTo>
                      <a:pt x="239" y="1709"/>
                      <a:pt x="239" y="1709"/>
                      <a:pt x="238" y="1710"/>
                    </a:cubicBezTo>
                    <a:cubicBezTo>
                      <a:pt x="237" y="1712"/>
                      <a:pt x="237" y="1712"/>
                      <a:pt x="235" y="1712"/>
                    </a:cubicBezTo>
                    <a:cubicBezTo>
                      <a:pt x="234" y="1712"/>
                      <a:pt x="234" y="1713"/>
                      <a:pt x="233" y="1713"/>
                    </a:cubicBezTo>
                    <a:cubicBezTo>
                      <a:pt x="232" y="1713"/>
                      <a:pt x="230" y="1713"/>
                      <a:pt x="229" y="1713"/>
                    </a:cubicBezTo>
                    <a:cubicBezTo>
                      <a:pt x="228" y="1712"/>
                      <a:pt x="229" y="1712"/>
                      <a:pt x="229" y="1711"/>
                    </a:cubicBezTo>
                    <a:cubicBezTo>
                      <a:pt x="228" y="1710"/>
                      <a:pt x="227" y="1709"/>
                      <a:pt x="227" y="1708"/>
                    </a:cubicBezTo>
                    <a:cubicBezTo>
                      <a:pt x="226" y="1708"/>
                      <a:pt x="226" y="1707"/>
                      <a:pt x="226" y="1706"/>
                    </a:cubicBezTo>
                    <a:cubicBezTo>
                      <a:pt x="225" y="1705"/>
                      <a:pt x="222" y="1705"/>
                      <a:pt x="221" y="1705"/>
                    </a:cubicBezTo>
                    <a:cubicBezTo>
                      <a:pt x="218" y="1705"/>
                      <a:pt x="219" y="1702"/>
                      <a:pt x="217" y="1702"/>
                    </a:cubicBezTo>
                    <a:cubicBezTo>
                      <a:pt x="216" y="1701"/>
                      <a:pt x="214" y="1700"/>
                      <a:pt x="212" y="1702"/>
                    </a:cubicBezTo>
                    <a:cubicBezTo>
                      <a:pt x="211" y="1703"/>
                      <a:pt x="212" y="1705"/>
                      <a:pt x="212" y="1707"/>
                    </a:cubicBezTo>
                    <a:cubicBezTo>
                      <a:pt x="211" y="1708"/>
                      <a:pt x="211" y="1708"/>
                      <a:pt x="210" y="1709"/>
                    </a:cubicBezTo>
                    <a:cubicBezTo>
                      <a:pt x="209" y="1709"/>
                      <a:pt x="209" y="1710"/>
                      <a:pt x="208" y="1712"/>
                    </a:cubicBezTo>
                    <a:cubicBezTo>
                      <a:pt x="208" y="1713"/>
                      <a:pt x="208" y="1715"/>
                      <a:pt x="206" y="1715"/>
                    </a:cubicBezTo>
                    <a:cubicBezTo>
                      <a:pt x="205" y="1716"/>
                      <a:pt x="204" y="1717"/>
                      <a:pt x="202" y="1717"/>
                    </a:cubicBezTo>
                    <a:cubicBezTo>
                      <a:pt x="201" y="1717"/>
                      <a:pt x="200" y="1717"/>
                      <a:pt x="199" y="1717"/>
                    </a:cubicBezTo>
                    <a:cubicBezTo>
                      <a:pt x="198" y="1716"/>
                      <a:pt x="197" y="1715"/>
                      <a:pt x="196" y="1715"/>
                    </a:cubicBezTo>
                    <a:cubicBezTo>
                      <a:pt x="195" y="1715"/>
                      <a:pt x="194" y="1716"/>
                      <a:pt x="193" y="1717"/>
                    </a:cubicBezTo>
                    <a:cubicBezTo>
                      <a:pt x="191" y="1718"/>
                      <a:pt x="190" y="1714"/>
                      <a:pt x="188" y="1715"/>
                    </a:cubicBezTo>
                    <a:cubicBezTo>
                      <a:pt x="187" y="1715"/>
                      <a:pt x="187" y="1716"/>
                      <a:pt x="186" y="1717"/>
                    </a:cubicBezTo>
                    <a:cubicBezTo>
                      <a:pt x="186" y="1718"/>
                      <a:pt x="185" y="1718"/>
                      <a:pt x="183" y="1719"/>
                    </a:cubicBezTo>
                    <a:cubicBezTo>
                      <a:pt x="181" y="1719"/>
                      <a:pt x="178" y="1718"/>
                      <a:pt x="176" y="1719"/>
                    </a:cubicBezTo>
                    <a:cubicBezTo>
                      <a:pt x="175" y="1720"/>
                      <a:pt x="174" y="1721"/>
                      <a:pt x="173" y="1721"/>
                    </a:cubicBezTo>
                    <a:cubicBezTo>
                      <a:pt x="172" y="1721"/>
                      <a:pt x="171" y="1720"/>
                      <a:pt x="170" y="1720"/>
                    </a:cubicBezTo>
                    <a:cubicBezTo>
                      <a:pt x="167" y="1719"/>
                      <a:pt x="169" y="1723"/>
                      <a:pt x="168" y="1724"/>
                    </a:cubicBezTo>
                    <a:cubicBezTo>
                      <a:pt x="167" y="1725"/>
                      <a:pt x="166" y="1725"/>
                      <a:pt x="166" y="1726"/>
                    </a:cubicBezTo>
                    <a:cubicBezTo>
                      <a:pt x="165" y="1726"/>
                      <a:pt x="164" y="1728"/>
                      <a:pt x="164" y="1728"/>
                    </a:cubicBezTo>
                    <a:cubicBezTo>
                      <a:pt x="163" y="1728"/>
                      <a:pt x="162" y="1727"/>
                      <a:pt x="162" y="1727"/>
                    </a:cubicBezTo>
                    <a:cubicBezTo>
                      <a:pt x="161" y="1726"/>
                      <a:pt x="159" y="1725"/>
                      <a:pt x="158" y="1726"/>
                    </a:cubicBezTo>
                    <a:cubicBezTo>
                      <a:pt x="157" y="1728"/>
                      <a:pt x="156" y="1732"/>
                      <a:pt x="159" y="1733"/>
                    </a:cubicBezTo>
                    <a:cubicBezTo>
                      <a:pt x="160" y="1733"/>
                      <a:pt x="161" y="1733"/>
                      <a:pt x="162" y="1733"/>
                    </a:cubicBezTo>
                    <a:cubicBezTo>
                      <a:pt x="163" y="1733"/>
                      <a:pt x="164" y="1733"/>
                      <a:pt x="165" y="1733"/>
                    </a:cubicBezTo>
                    <a:cubicBezTo>
                      <a:pt x="167" y="1734"/>
                      <a:pt x="168" y="1734"/>
                      <a:pt x="169" y="1734"/>
                    </a:cubicBezTo>
                    <a:cubicBezTo>
                      <a:pt x="170" y="1733"/>
                      <a:pt x="172" y="1733"/>
                      <a:pt x="173" y="1733"/>
                    </a:cubicBezTo>
                    <a:cubicBezTo>
                      <a:pt x="175" y="1733"/>
                      <a:pt x="176" y="1734"/>
                      <a:pt x="177" y="1735"/>
                    </a:cubicBezTo>
                    <a:cubicBezTo>
                      <a:pt x="179" y="1736"/>
                      <a:pt x="180" y="1736"/>
                      <a:pt x="181" y="1737"/>
                    </a:cubicBezTo>
                    <a:cubicBezTo>
                      <a:pt x="182" y="1737"/>
                      <a:pt x="183" y="1738"/>
                      <a:pt x="185" y="1739"/>
                    </a:cubicBezTo>
                    <a:cubicBezTo>
                      <a:pt x="186" y="1740"/>
                      <a:pt x="187" y="1740"/>
                      <a:pt x="188" y="1740"/>
                    </a:cubicBezTo>
                    <a:cubicBezTo>
                      <a:pt x="191" y="1741"/>
                      <a:pt x="191" y="1744"/>
                      <a:pt x="192" y="1747"/>
                    </a:cubicBezTo>
                    <a:cubicBezTo>
                      <a:pt x="192" y="1752"/>
                      <a:pt x="195" y="1758"/>
                      <a:pt x="190" y="1763"/>
                    </a:cubicBezTo>
                    <a:cubicBezTo>
                      <a:pt x="188" y="1765"/>
                      <a:pt x="187" y="1763"/>
                      <a:pt x="185" y="1762"/>
                    </a:cubicBezTo>
                    <a:cubicBezTo>
                      <a:pt x="183" y="1762"/>
                      <a:pt x="180" y="1762"/>
                      <a:pt x="178" y="1763"/>
                    </a:cubicBezTo>
                    <a:cubicBezTo>
                      <a:pt x="177" y="1764"/>
                      <a:pt x="176" y="1765"/>
                      <a:pt x="175" y="1766"/>
                    </a:cubicBezTo>
                    <a:cubicBezTo>
                      <a:pt x="173" y="1766"/>
                      <a:pt x="172" y="1765"/>
                      <a:pt x="170" y="1765"/>
                    </a:cubicBezTo>
                    <a:cubicBezTo>
                      <a:pt x="168" y="1765"/>
                      <a:pt x="167" y="1768"/>
                      <a:pt x="165" y="1769"/>
                    </a:cubicBezTo>
                    <a:cubicBezTo>
                      <a:pt x="164" y="1769"/>
                      <a:pt x="164" y="1769"/>
                      <a:pt x="164" y="1770"/>
                    </a:cubicBezTo>
                    <a:cubicBezTo>
                      <a:pt x="164" y="1771"/>
                      <a:pt x="164" y="1772"/>
                      <a:pt x="164" y="1772"/>
                    </a:cubicBezTo>
                    <a:cubicBezTo>
                      <a:pt x="164" y="1773"/>
                      <a:pt x="164" y="1773"/>
                      <a:pt x="164" y="1773"/>
                    </a:cubicBezTo>
                    <a:cubicBezTo>
                      <a:pt x="165" y="1773"/>
                      <a:pt x="165" y="1773"/>
                      <a:pt x="165" y="1774"/>
                    </a:cubicBezTo>
                    <a:cubicBezTo>
                      <a:pt x="165" y="1775"/>
                      <a:pt x="166" y="1775"/>
                      <a:pt x="167" y="1774"/>
                    </a:cubicBezTo>
                    <a:cubicBezTo>
                      <a:pt x="168" y="1774"/>
                      <a:pt x="169" y="1774"/>
                      <a:pt x="170" y="1775"/>
                    </a:cubicBezTo>
                    <a:cubicBezTo>
                      <a:pt x="171" y="1777"/>
                      <a:pt x="170" y="1777"/>
                      <a:pt x="170" y="1778"/>
                    </a:cubicBezTo>
                    <a:cubicBezTo>
                      <a:pt x="170" y="1779"/>
                      <a:pt x="171" y="1779"/>
                      <a:pt x="171" y="1780"/>
                    </a:cubicBezTo>
                    <a:cubicBezTo>
                      <a:pt x="170" y="1781"/>
                      <a:pt x="169" y="1782"/>
                      <a:pt x="170" y="1783"/>
                    </a:cubicBezTo>
                    <a:cubicBezTo>
                      <a:pt x="171" y="1784"/>
                      <a:pt x="172" y="1784"/>
                      <a:pt x="173" y="1785"/>
                    </a:cubicBezTo>
                    <a:cubicBezTo>
                      <a:pt x="175" y="1786"/>
                      <a:pt x="175" y="1785"/>
                      <a:pt x="176" y="1783"/>
                    </a:cubicBezTo>
                    <a:cubicBezTo>
                      <a:pt x="176" y="1782"/>
                      <a:pt x="175" y="1779"/>
                      <a:pt x="177" y="1778"/>
                    </a:cubicBezTo>
                    <a:cubicBezTo>
                      <a:pt x="178" y="1778"/>
                      <a:pt x="178" y="1779"/>
                      <a:pt x="179" y="1779"/>
                    </a:cubicBezTo>
                    <a:cubicBezTo>
                      <a:pt x="180" y="1780"/>
                      <a:pt x="181" y="1780"/>
                      <a:pt x="182" y="1780"/>
                    </a:cubicBezTo>
                    <a:cubicBezTo>
                      <a:pt x="184" y="1780"/>
                      <a:pt x="185" y="1781"/>
                      <a:pt x="186" y="1779"/>
                    </a:cubicBezTo>
                    <a:cubicBezTo>
                      <a:pt x="186" y="1779"/>
                      <a:pt x="185" y="1777"/>
                      <a:pt x="187" y="1777"/>
                    </a:cubicBezTo>
                    <a:cubicBezTo>
                      <a:pt x="188" y="1778"/>
                      <a:pt x="187" y="1782"/>
                      <a:pt x="187" y="1783"/>
                    </a:cubicBezTo>
                    <a:cubicBezTo>
                      <a:pt x="188" y="1786"/>
                      <a:pt x="191" y="1784"/>
                      <a:pt x="193" y="1785"/>
                    </a:cubicBezTo>
                    <a:cubicBezTo>
                      <a:pt x="194" y="1785"/>
                      <a:pt x="196" y="1786"/>
                      <a:pt x="197" y="1786"/>
                    </a:cubicBezTo>
                    <a:cubicBezTo>
                      <a:pt x="198" y="1787"/>
                      <a:pt x="199" y="1787"/>
                      <a:pt x="201" y="1787"/>
                    </a:cubicBezTo>
                    <a:cubicBezTo>
                      <a:pt x="201" y="1788"/>
                      <a:pt x="201" y="1790"/>
                      <a:pt x="202" y="1791"/>
                    </a:cubicBezTo>
                    <a:cubicBezTo>
                      <a:pt x="202" y="1791"/>
                      <a:pt x="204" y="1791"/>
                      <a:pt x="204" y="1791"/>
                    </a:cubicBezTo>
                    <a:cubicBezTo>
                      <a:pt x="206" y="1791"/>
                      <a:pt x="208" y="1791"/>
                      <a:pt x="209" y="1791"/>
                    </a:cubicBezTo>
                    <a:cubicBezTo>
                      <a:pt x="210" y="1791"/>
                      <a:pt x="211" y="1791"/>
                      <a:pt x="212" y="1791"/>
                    </a:cubicBezTo>
                    <a:cubicBezTo>
                      <a:pt x="212" y="1791"/>
                      <a:pt x="212" y="1791"/>
                      <a:pt x="213" y="1791"/>
                    </a:cubicBezTo>
                    <a:cubicBezTo>
                      <a:pt x="213" y="1791"/>
                      <a:pt x="213" y="1791"/>
                      <a:pt x="214" y="1791"/>
                    </a:cubicBezTo>
                    <a:cubicBezTo>
                      <a:pt x="214" y="1791"/>
                      <a:pt x="215" y="1791"/>
                      <a:pt x="215" y="1791"/>
                    </a:cubicBezTo>
                    <a:cubicBezTo>
                      <a:pt x="216" y="1791"/>
                      <a:pt x="216" y="1791"/>
                      <a:pt x="217" y="1791"/>
                    </a:cubicBezTo>
                    <a:cubicBezTo>
                      <a:pt x="217" y="1790"/>
                      <a:pt x="218" y="1790"/>
                      <a:pt x="218" y="1790"/>
                    </a:cubicBezTo>
                    <a:cubicBezTo>
                      <a:pt x="219" y="1790"/>
                      <a:pt x="220" y="1790"/>
                      <a:pt x="220" y="1789"/>
                    </a:cubicBezTo>
                    <a:cubicBezTo>
                      <a:pt x="221" y="1789"/>
                      <a:pt x="221" y="1788"/>
                      <a:pt x="221" y="1787"/>
                    </a:cubicBezTo>
                    <a:cubicBezTo>
                      <a:pt x="221" y="1787"/>
                      <a:pt x="221" y="1786"/>
                      <a:pt x="221" y="1786"/>
                    </a:cubicBezTo>
                    <a:cubicBezTo>
                      <a:pt x="221" y="1785"/>
                      <a:pt x="221" y="1785"/>
                      <a:pt x="221" y="1785"/>
                    </a:cubicBezTo>
                    <a:cubicBezTo>
                      <a:pt x="221" y="1784"/>
                      <a:pt x="221" y="1784"/>
                      <a:pt x="221" y="1783"/>
                    </a:cubicBezTo>
                    <a:cubicBezTo>
                      <a:pt x="221" y="1781"/>
                      <a:pt x="222" y="1779"/>
                      <a:pt x="223" y="1777"/>
                    </a:cubicBezTo>
                    <a:cubicBezTo>
                      <a:pt x="224" y="1776"/>
                      <a:pt x="224" y="1775"/>
                      <a:pt x="225" y="1775"/>
                    </a:cubicBezTo>
                    <a:cubicBezTo>
                      <a:pt x="226" y="1775"/>
                      <a:pt x="228" y="1774"/>
                      <a:pt x="229" y="1775"/>
                    </a:cubicBezTo>
                    <a:cubicBezTo>
                      <a:pt x="229" y="1776"/>
                      <a:pt x="227" y="1777"/>
                      <a:pt x="226" y="1778"/>
                    </a:cubicBezTo>
                    <a:cubicBezTo>
                      <a:pt x="225" y="1779"/>
                      <a:pt x="224" y="1780"/>
                      <a:pt x="223" y="1781"/>
                    </a:cubicBezTo>
                    <a:cubicBezTo>
                      <a:pt x="222" y="1783"/>
                      <a:pt x="223" y="1785"/>
                      <a:pt x="223" y="1787"/>
                    </a:cubicBezTo>
                    <a:cubicBezTo>
                      <a:pt x="223" y="1789"/>
                      <a:pt x="223" y="1791"/>
                      <a:pt x="225" y="1790"/>
                    </a:cubicBezTo>
                    <a:cubicBezTo>
                      <a:pt x="226" y="1790"/>
                      <a:pt x="227" y="1789"/>
                      <a:pt x="228" y="1790"/>
                    </a:cubicBezTo>
                    <a:cubicBezTo>
                      <a:pt x="230" y="1791"/>
                      <a:pt x="227" y="1792"/>
                      <a:pt x="226" y="1792"/>
                    </a:cubicBezTo>
                    <a:cubicBezTo>
                      <a:pt x="225" y="1792"/>
                      <a:pt x="225" y="1792"/>
                      <a:pt x="225" y="1792"/>
                    </a:cubicBezTo>
                    <a:cubicBezTo>
                      <a:pt x="224" y="1793"/>
                      <a:pt x="224" y="1793"/>
                      <a:pt x="224" y="1794"/>
                    </a:cubicBezTo>
                    <a:cubicBezTo>
                      <a:pt x="224" y="1794"/>
                      <a:pt x="224" y="1794"/>
                      <a:pt x="224" y="1794"/>
                    </a:cubicBezTo>
                    <a:cubicBezTo>
                      <a:pt x="224" y="1794"/>
                      <a:pt x="223" y="1793"/>
                      <a:pt x="223" y="1793"/>
                    </a:cubicBezTo>
                    <a:cubicBezTo>
                      <a:pt x="223" y="1792"/>
                      <a:pt x="223" y="1792"/>
                      <a:pt x="223" y="1792"/>
                    </a:cubicBezTo>
                    <a:cubicBezTo>
                      <a:pt x="223" y="1791"/>
                      <a:pt x="222" y="1791"/>
                      <a:pt x="222" y="1791"/>
                    </a:cubicBezTo>
                    <a:cubicBezTo>
                      <a:pt x="221" y="1791"/>
                      <a:pt x="220" y="1791"/>
                      <a:pt x="220" y="1792"/>
                    </a:cubicBezTo>
                    <a:cubicBezTo>
                      <a:pt x="219" y="1792"/>
                      <a:pt x="218" y="1792"/>
                      <a:pt x="218" y="1792"/>
                    </a:cubicBezTo>
                    <a:cubicBezTo>
                      <a:pt x="217" y="1792"/>
                      <a:pt x="217" y="1792"/>
                      <a:pt x="217" y="1792"/>
                    </a:cubicBezTo>
                    <a:cubicBezTo>
                      <a:pt x="216" y="1792"/>
                      <a:pt x="216" y="1793"/>
                      <a:pt x="216" y="1793"/>
                    </a:cubicBezTo>
                    <a:cubicBezTo>
                      <a:pt x="216" y="1793"/>
                      <a:pt x="216" y="1793"/>
                      <a:pt x="216" y="1793"/>
                    </a:cubicBezTo>
                    <a:cubicBezTo>
                      <a:pt x="215" y="1793"/>
                      <a:pt x="215" y="1793"/>
                      <a:pt x="215" y="1793"/>
                    </a:cubicBezTo>
                    <a:cubicBezTo>
                      <a:pt x="214" y="1793"/>
                      <a:pt x="214" y="1793"/>
                      <a:pt x="214" y="1793"/>
                    </a:cubicBezTo>
                    <a:cubicBezTo>
                      <a:pt x="213" y="1793"/>
                      <a:pt x="213" y="1793"/>
                      <a:pt x="212" y="1793"/>
                    </a:cubicBezTo>
                    <a:cubicBezTo>
                      <a:pt x="211" y="1793"/>
                      <a:pt x="209" y="1793"/>
                      <a:pt x="207" y="1793"/>
                    </a:cubicBezTo>
                    <a:cubicBezTo>
                      <a:pt x="207" y="1793"/>
                      <a:pt x="206" y="1794"/>
                      <a:pt x="205" y="1794"/>
                    </a:cubicBezTo>
                    <a:cubicBezTo>
                      <a:pt x="205" y="1794"/>
                      <a:pt x="205" y="1795"/>
                      <a:pt x="205" y="1795"/>
                    </a:cubicBezTo>
                    <a:cubicBezTo>
                      <a:pt x="205" y="1795"/>
                      <a:pt x="204" y="1796"/>
                      <a:pt x="204" y="1796"/>
                    </a:cubicBezTo>
                    <a:cubicBezTo>
                      <a:pt x="205" y="1796"/>
                      <a:pt x="206" y="1797"/>
                      <a:pt x="206" y="1797"/>
                    </a:cubicBezTo>
                    <a:cubicBezTo>
                      <a:pt x="207" y="1797"/>
                      <a:pt x="208" y="1797"/>
                      <a:pt x="208" y="1798"/>
                    </a:cubicBezTo>
                    <a:cubicBezTo>
                      <a:pt x="207" y="1798"/>
                      <a:pt x="206" y="1797"/>
                      <a:pt x="205" y="1797"/>
                    </a:cubicBezTo>
                    <a:cubicBezTo>
                      <a:pt x="204" y="1796"/>
                      <a:pt x="203" y="1796"/>
                      <a:pt x="202" y="1796"/>
                    </a:cubicBezTo>
                    <a:cubicBezTo>
                      <a:pt x="201" y="1795"/>
                      <a:pt x="201" y="1795"/>
                      <a:pt x="201" y="1794"/>
                    </a:cubicBezTo>
                    <a:cubicBezTo>
                      <a:pt x="201" y="1793"/>
                      <a:pt x="201" y="1792"/>
                      <a:pt x="201" y="1792"/>
                    </a:cubicBezTo>
                    <a:cubicBezTo>
                      <a:pt x="199" y="1791"/>
                      <a:pt x="197" y="1790"/>
                      <a:pt x="195" y="1790"/>
                    </a:cubicBezTo>
                    <a:cubicBezTo>
                      <a:pt x="194" y="1790"/>
                      <a:pt x="193" y="1790"/>
                      <a:pt x="193" y="1791"/>
                    </a:cubicBezTo>
                    <a:cubicBezTo>
                      <a:pt x="192" y="1792"/>
                      <a:pt x="192" y="1793"/>
                      <a:pt x="191" y="1792"/>
                    </a:cubicBezTo>
                    <a:cubicBezTo>
                      <a:pt x="190" y="1792"/>
                      <a:pt x="189" y="1791"/>
                      <a:pt x="188" y="1790"/>
                    </a:cubicBezTo>
                    <a:cubicBezTo>
                      <a:pt x="187" y="1789"/>
                      <a:pt x="186" y="1788"/>
                      <a:pt x="185" y="1788"/>
                    </a:cubicBezTo>
                    <a:cubicBezTo>
                      <a:pt x="180" y="1789"/>
                      <a:pt x="182" y="1793"/>
                      <a:pt x="185" y="1795"/>
                    </a:cubicBezTo>
                    <a:cubicBezTo>
                      <a:pt x="187" y="1795"/>
                      <a:pt x="188" y="1795"/>
                      <a:pt x="188" y="1797"/>
                    </a:cubicBezTo>
                    <a:cubicBezTo>
                      <a:pt x="189" y="1799"/>
                      <a:pt x="188" y="1800"/>
                      <a:pt x="187" y="1801"/>
                    </a:cubicBezTo>
                    <a:cubicBezTo>
                      <a:pt x="186" y="1802"/>
                      <a:pt x="185" y="1803"/>
                      <a:pt x="185" y="1805"/>
                    </a:cubicBezTo>
                    <a:cubicBezTo>
                      <a:pt x="185" y="1807"/>
                      <a:pt x="186" y="1808"/>
                      <a:pt x="188" y="1808"/>
                    </a:cubicBezTo>
                    <a:cubicBezTo>
                      <a:pt x="190" y="1809"/>
                      <a:pt x="192" y="1809"/>
                      <a:pt x="193" y="1810"/>
                    </a:cubicBezTo>
                    <a:cubicBezTo>
                      <a:pt x="195" y="1811"/>
                      <a:pt x="197" y="1812"/>
                      <a:pt x="198" y="1813"/>
                    </a:cubicBezTo>
                    <a:cubicBezTo>
                      <a:pt x="202" y="1816"/>
                      <a:pt x="204" y="1818"/>
                      <a:pt x="208" y="1818"/>
                    </a:cubicBezTo>
                    <a:cubicBezTo>
                      <a:pt x="210" y="1818"/>
                      <a:pt x="212" y="1817"/>
                      <a:pt x="212" y="1816"/>
                    </a:cubicBezTo>
                    <a:cubicBezTo>
                      <a:pt x="213" y="1814"/>
                      <a:pt x="213" y="1812"/>
                      <a:pt x="215" y="1811"/>
                    </a:cubicBezTo>
                    <a:cubicBezTo>
                      <a:pt x="217" y="1810"/>
                      <a:pt x="219" y="1810"/>
                      <a:pt x="221" y="1810"/>
                    </a:cubicBezTo>
                    <a:cubicBezTo>
                      <a:pt x="222" y="1810"/>
                      <a:pt x="224" y="1809"/>
                      <a:pt x="225" y="1809"/>
                    </a:cubicBezTo>
                    <a:cubicBezTo>
                      <a:pt x="228" y="1810"/>
                      <a:pt x="227" y="1815"/>
                      <a:pt x="230" y="1815"/>
                    </a:cubicBezTo>
                    <a:cubicBezTo>
                      <a:pt x="234" y="1816"/>
                      <a:pt x="238" y="1814"/>
                      <a:pt x="242" y="1814"/>
                    </a:cubicBezTo>
                    <a:cubicBezTo>
                      <a:pt x="243" y="1815"/>
                      <a:pt x="245" y="1815"/>
                      <a:pt x="246" y="1814"/>
                    </a:cubicBezTo>
                    <a:cubicBezTo>
                      <a:pt x="247" y="1813"/>
                      <a:pt x="247" y="1812"/>
                      <a:pt x="247" y="1810"/>
                    </a:cubicBezTo>
                    <a:cubicBezTo>
                      <a:pt x="248" y="1810"/>
                      <a:pt x="248" y="1809"/>
                      <a:pt x="248" y="1809"/>
                    </a:cubicBezTo>
                    <a:cubicBezTo>
                      <a:pt x="248" y="1808"/>
                      <a:pt x="249" y="1807"/>
                      <a:pt x="249" y="1807"/>
                    </a:cubicBezTo>
                    <a:cubicBezTo>
                      <a:pt x="249" y="1807"/>
                      <a:pt x="250" y="1806"/>
                      <a:pt x="250" y="1806"/>
                    </a:cubicBezTo>
                    <a:cubicBezTo>
                      <a:pt x="251" y="1805"/>
                      <a:pt x="251" y="1803"/>
                      <a:pt x="251" y="1802"/>
                    </a:cubicBezTo>
                    <a:cubicBezTo>
                      <a:pt x="251" y="1801"/>
                      <a:pt x="250" y="1800"/>
                      <a:pt x="251" y="1798"/>
                    </a:cubicBezTo>
                    <a:cubicBezTo>
                      <a:pt x="251" y="1796"/>
                      <a:pt x="257" y="1797"/>
                      <a:pt x="258" y="1797"/>
                    </a:cubicBezTo>
                    <a:cubicBezTo>
                      <a:pt x="260" y="1798"/>
                      <a:pt x="262" y="1798"/>
                      <a:pt x="263" y="1798"/>
                    </a:cubicBezTo>
                    <a:cubicBezTo>
                      <a:pt x="264" y="1798"/>
                      <a:pt x="265" y="1798"/>
                      <a:pt x="267" y="1798"/>
                    </a:cubicBezTo>
                    <a:cubicBezTo>
                      <a:pt x="268" y="1798"/>
                      <a:pt x="268" y="1799"/>
                      <a:pt x="268" y="1799"/>
                    </a:cubicBezTo>
                    <a:cubicBezTo>
                      <a:pt x="269" y="1800"/>
                      <a:pt x="270" y="1800"/>
                      <a:pt x="271" y="1800"/>
                    </a:cubicBezTo>
                    <a:cubicBezTo>
                      <a:pt x="272" y="1799"/>
                      <a:pt x="274" y="1799"/>
                      <a:pt x="275" y="1799"/>
                    </a:cubicBezTo>
                    <a:cubicBezTo>
                      <a:pt x="276" y="1799"/>
                      <a:pt x="278" y="1799"/>
                      <a:pt x="279" y="1799"/>
                    </a:cubicBezTo>
                    <a:cubicBezTo>
                      <a:pt x="280" y="1800"/>
                      <a:pt x="282" y="1801"/>
                      <a:pt x="284" y="1802"/>
                    </a:cubicBezTo>
                    <a:cubicBezTo>
                      <a:pt x="285" y="1802"/>
                      <a:pt x="287" y="1803"/>
                      <a:pt x="288" y="1804"/>
                    </a:cubicBezTo>
                    <a:cubicBezTo>
                      <a:pt x="290" y="1804"/>
                      <a:pt x="291" y="1804"/>
                      <a:pt x="293" y="1805"/>
                    </a:cubicBezTo>
                    <a:cubicBezTo>
                      <a:pt x="294" y="1805"/>
                      <a:pt x="295" y="1805"/>
                      <a:pt x="295" y="1803"/>
                    </a:cubicBezTo>
                    <a:cubicBezTo>
                      <a:pt x="296" y="1802"/>
                      <a:pt x="295" y="1800"/>
                      <a:pt x="294" y="1799"/>
                    </a:cubicBezTo>
                    <a:cubicBezTo>
                      <a:pt x="294" y="1799"/>
                      <a:pt x="292" y="1798"/>
                      <a:pt x="293" y="1797"/>
                    </a:cubicBezTo>
                    <a:cubicBezTo>
                      <a:pt x="293" y="1797"/>
                      <a:pt x="294" y="1797"/>
                      <a:pt x="294" y="1796"/>
                    </a:cubicBezTo>
                    <a:cubicBezTo>
                      <a:pt x="295" y="1796"/>
                      <a:pt x="295" y="1795"/>
                      <a:pt x="295" y="1795"/>
                    </a:cubicBezTo>
                    <a:cubicBezTo>
                      <a:pt x="295" y="1794"/>
                      <a:pt x="295" y="1793"/>
                      <a:pt x="296" y="1793"/>
                    </a:cubicBezTo>
                    <a:cubicBezTo>
                      <a:pt x="296" y="1793"/>
                      <a:pt x="297" y="1794"/>
                      <a:pt x="297" y="1794"/>
                    </a:cubicBezTo>
                    <a:cubicBezTo>
                      <a:pt x="298" y="1796"/>
                      <a:pt x="298" y="1798"/>
                      <a:pt x="299" y="1799"/>
                    </a:cubicBezTo>
                    <a:cubicBezTo>
                      <a:pt x="300" y="1800"/>
                      <a:pt x="302" y="1801"/>
                      <a:pt x="303" y="1799"/>
                    </a:cubicBezTo>
                    <a:cubicBezTo>
                      <a:pt x="304" y="1799"/>
                      <a:pt x="304" y="1798"/>
                      <a:pt x="305" y="1798"/>
                    </a:cubicBezTo>
                    <a:cubicBezTo>
                      <a:pt x="306" y="1797"/>
                      <a:pt x="308" y="1797"/>
                      <a:pt x="308" y="1798"/>
                    </a:cubicBezTo>
                    <a:cubicBezTo>
                      <a:pt x="310" y="1800"/>
                      <a:pt x="307" y="1802"/>
                      <a:pt x="306" y="1803"/>
                    </a:cubicBezTo>
                    <a:cubicBezTo>
                      <a:pt x="305" y="1805"/>
                      <a:pt x="306" y="1806"/>
                      <a:pt x="307" y="1807"/>
                    </a:cubicBezTo>
                    <a:cubicBezTo>
                      <a:pt x="308" y="1808"/>
                      <a:pt x="310" y="1808"/>
                      <a:pt x="311" y="1810"/>
                    </a:cubicBezTo>
                    <a:cubicBezTo>
                      <a:pt x="312" y="1810"/>
                      <a:pt x="312" y="1811"/>
                      <a:pt x="312" y="1812"/>
                    </a:cubicBezTo>
                    <a:cubicBezTo>
                      <a:pt x="312" y="1813"/>
                      <a:pt x="311" y="1814"/>
                      <a:pt x="310" y="1814"/>
                    </a:cubicBezTo>
                    <a:cubicBezTo>
                      <a:pt x="309" y="1814"/>
                      <a:pt x="308" y="1813"/>
                      <a:pt x="307" y="1812"/>
                    </a:cubicBezTo>
                    <a:cubicBezTo>
                      <a:pt x="306" y="1811"/>
                      <a:pt x="305" y="1810"/>
                      <a:pt x="304" y="1810"/>
                    </a:cubicBezTo>
                    <a:cubicBezTo>
                      <a:pt x="301" y="1809"/>
                      <a:pt x="301" y="1812"/>
                      <a:pt x="302" y="1814"/>
                    </a:cubicBezTo>
                    <a:cubicBezTo>
                      <a:pt x="303" y="1815"/>
                      <a:pt x="304" y="1816"/>
                      <a:pt x="304" y="1816"/>
                    </a:cubicBezTo>
                    <a:cubicBezTo>
                      <a:pt x="305" y="1817"/>
                      <a:pt x="306" y="1818"/>
                      <a:pt x="307" y="1819"/>
                    </a:cubicBezTo>
                    <a:cubicBezTo>
                      <a:pt x="307" y="1821"/>
                      <a:pt x="307" y="1822"/>
                      <a:pt x="307" y="1824"/>
                    </a:cubicBezTo>
                    <a:cubicBezTo>
                      <a:pt x="308" y="1825"/>
                      <a:pt x="308" y="1826"/>
                      <a:pt x="308" y="1826"/>
                    </a:cubicBezTo>
                    <a:cubicBezTo>
                      <a:pt x="309" y="1827"/>
                      <a:pt x="310" y="1827"/>
                      <a:pt x="311" y="1828"/>
                    </a:cubicBezTo>
                    <a:cubicBezTo>
                      <a:pt x="312" y="1828"/>
                      <a:pt x="312" y="1828"/>
                      <a:pt x="313" y="1828"/>
                    </a:cubicBezTo>
                    <a:cubicBezTo>
                      <a:pt x="314" y="1829"/>
                      <a:pt x="316" y="1829"/>
                      <a:pt x="317" y="1829"/>
                    </a:cubicBezTo>
                    <a:cubicBezTo>
                      <a:pt x="318" y="1829"/>
                      <a:pt x="320" y="1829"/>
                      <a:pt x="321" y="1829"/>
                    </a:cubicBezTo>
                    <a:cubicBezTo>
                      <a:pt x="323" y="1829"/>
                      <a:pt x="326" y="1829"/>
                      <a:pt x="328" y="1829"/>
                    </a:cubicBezTo>
                    <a:cubicBezTo>
                      <a:pt x="330" y="1829"/>
                      <a:pt x="331" y="1831"/>
                      <a:pt x="331" y="1833"/>
                    </a:cubicBezTo>
                    <a:cubicBezTo>
                      <a:pt x="332" y="1834"/>
                      <a:pt x="333" y="1836"/>
                      <a:pt x="334" y="1837"/>
                    </a:cubicBezTo>
                    <a:cubicBezTo>
                      <a:pt x="334" y="1839"/>
                      <a:pt x="336" y="1839"/>
                      <a:pt x="338" y="1839"/>
                    </a:cubicBezTo>
                    <a:cubicBezTo>
                      <a:pt x="338" y="1839"/>
                      <a:pt x="339" y="1839"/>
                      <a:pt x="340" y="1838"/>
                    </a:cubicBezTo>
                    <a:cubicBezTo>
                      <a:pt x="341" y="1838"/>
                      <a:pt x="342" y="1838"/>
                      <a:pt x="343" y="1838"/>
                    </a:cubicBezTo>
                    <a:cubicBezTo>
                      <a:pt x="343" y="1838"/>
                      <a:pt x="344" y="1838"/>
                      <a:pt x="344" y="1838"/>
                    </a:cubicBezTo>
                    <a:cubicBezTo>
                      <a:pt x="345" y="1838"/>
                      <a:pt x="346" y="1839"/>
                      <a:pt x="346" y="1840"/>
                    </a:cubicBezTo>
                    <a:cubicBezTo>
                      <a:pt x="346" y="1841"/>
                      <a:pt x="343" y="1841"/>
                      <a:pt x="342" y="1842"/>
                    </a:cubicBezTo>
                    <a:cubicBezTo>
                      <a:pt x="340" y="1842"/>
                      <a:pt x="339" y="1843"/>
                      <a:pt x="337" y="1843"/>
                    </a:cubicBezTo>
                    <a:cubicBezTo>
                      <a:pt x="334" y="1843"/>
                      <a:pt x="332" y="1844"/>
                      <a:pt x="329" y="1844"/>
                    </a:cubicBezTo>
                    <a:cubicBezTo>
                      <a:pt x="328" y="1844"/>
                      <a:pt x="326" y="1844"/>
                      <a:pt x="325" y="1844"/>
                    </a:cubicBezTo>
                    <a:cubicBezTo>
                      <a:pt x="325" y="1844"/>
                      <a:pt x="324" y="1844"/>
                      <a:pt x="324" y="1843"/>
                    </a:cubicBezTo>
                    <a:cubicBezTo>
                      <a:pt x="323" y="1843"/>
                      <a:pt x="323" y="1843"/>
                      <a:pt x="322" y="1843"/>
                    </a:cubicBezTo>
                    <a:cubicBezTo>
                      <a:pt x="322" y="1842"/>
                      <a:pt x="321" y="1842"/>
                      <a:pt x="320" y="1842"/>
                    </a:cubicBezTo>
                    <a:cubicBezTo>
                      <a:pt x="320" y="1842"/>
                      <a:pt x="319" y="1841"/>
                      <a:pt x="319" y="1841"/>
                    </a:cubicBezTo>
                    <a:cubicBezTo>
                      <a:pt x="318" y="1840"/>
                      <a:pt x="317" y="1840"/>
                      <a:pt x="317" y="1840"/>
                    </a:cubicBezTo>
                    <a:cubicBezTo>
                      <a:pt x="316" y="1840"/>
                      <a:pt x="315" y="1840"/>
                      <a:pt x="314" y="1840"/>
                    </a:cubicBezTo>
                    <a:cubicBezTo>
                      <a:pt x="314" y="1840"/>
                      <a:pt x="313" y="1841"/>
                      <a:pt x="313" y="1841"/>
                    </a:cubicBezTo>
                    <a:cubicBezTo>
                      <a:pt x="313" y="1842"/>
                      <a:pt x="313" y="1842"/>
                      <a:pt x="312" y="1843"/>
                    </a:cubicBezTo>
                    <a:cubicBezTo>
                      <a:pt x="312" y="1844"/>
                      <a:pt x="311" y="1843"/>
                      <a:pt x="310" y="1844"/>
                    </a:cubicBezTo>
                    <a:cubicBezTo>
                      <a:pt x="309" y="1844"/>
                      <a:pt x="308" y="1844"/>
                      <a:pt x="308" y="1844"/>
                    </a:cubicBezTo>
                    <a:cubicBezTo>
                      <a:pt x="307" y="1844"/>
                      <a:pt x="306" y="1844"/>
                      <a:pt x="305" y="1845"/>
                    </a:cubicBezTo>
                    <a:cubicBezTo>
                      <a:pt x="304" y="1845"/>
                      <a:pt x="304" y="1848"/>
                      <a:pt x="304" y="1849"/>
                    </a:cubicBezTo>
                    <a:cubicBezTo>
                      <a:pt x="304" y="1850"/>
                      <a:pt x="304" y="1850"/>
                      <a:pt x="304" y="1851"/>
                    </a:cubicBezTo>
                    <a:cubicBezTo>
                      <a:pt x="305" y="1852"/>
                      <a:pt x="304" y="1854"/>
                      <a:pt x="304" y="1856"/>
                    </a:cubicBezTo>
                    <a:cubicBezTo>
                      <a:pt x="303" y="1857"/>
                      <a:pt x="303" y="1857"/>
                      <a:pt x="305" y="1858"/>
                    </a:cubicBezTo>
                    <a:cubicBezTo>
                      <a:pt x="306" y="1859"/>
                      <a:pt x="307" y="1859"/>
                      <a:pt x="308" y="1860"/>
                    </a:cubicBezTo>
                    <a:cubicBezTo>
                      <a:pt x="308" y="1860"/>
                      <a:pt x="309" y="1860"/>
                      <a:pt x="309" y="1861"/>
                    </a:cubicBezTo>
                    <a:cubicBezTo>
                      <a:pt x="309" y="1862"/>
                      <a:pt x="309" y="1862"/>
                      <a:pt x="310" y="1863"/>
                    </a:cubicBezTo>
                    <a:cubicBezTo>
                      <a:pt x="310" y="1863"/>
                      <a:pt x="311" y="1863"/>
                      <a:pt x="312" y="1863"/>
                    </a:cubicBezTo>
                    <a:cubicBezTo>
                      <a:pt x="313" y="1863"/>
                      <a:pt x="313" y="1864"/>
                      <a:pt x="313" y="1865"/>
                    </a:cubicBezTo>
                    <a:cubicBezTo>
                      <a:pt x="313" y="1865"/>
                      <a:pt x="313" y="1867"/>
                      <a:pt x="314" y="1867"/>
                    </a:cubicBezTo>
                    <a:cubicBezTo>
                      <a:pt x="315" y="1867"/>
                      <a:pt x="316" y="1867"/>
                      <a:pt x="317" y="1868"/>
                    </a:cubicBezTo>
                    <a:cubicBezTo>
                      <a:pt x="318" y="1868"/>
                      <a:pt x="319" y="1868"/>
                      <a:pt x="321" y="1868"/>
                    </a:cubicBezTo>
                    <a:cubicBezTo>
                      <a:pt x="322" y="1868"/>
                      <a:pt x="323" y="1868"/>
                      <a:pt x="325" y="1868"/>
                    </a:cubicBezTo>
                    <a:cubicBezTo>
                      <a:pt x="326" y="1868"/>
                      <a:pt x="328" y="1868"/>
                      <a:pt x="329" y="1868"/>
                    </a:cubicBezTo>
                    <a:cubicBezTo>
                      <a:pt x="330" y="1867"/>
                      <a:pt x="331" y="1866"/>
                      <a:pt x="331" y="1865"/>
                    </a:cubicBezTo>
                    <a:cubicBezTo>
                      <a:pt x="331" y="1864"/>
                      <a:pt x="332" y="1864"/>
                      <a:pt x="333" y="1864"/>
                    </a:cubicBezTo>
                    <a:cubicBezTo>
                      <a:pt x="334" y="1863"/>
                      <a:pt x="334" y="1863"/>
                      <a:pt x="335" y="1863"/>
                    </a:cubicBezTo>
                    <a:cubicBezTo>
                      <a:pt x="336" y="1864"/>
                      <a:pt x="336" y="1864"/>
                      <a:pt x="337" y="1865"/>
                    </a:cubicBezTo>
                    <a:cubicBezTo>
                      <a:pt x="338" y="1866"/>
                      <a:pt x="340" y="1866"/>
                      <a:pt x="341" y="1866"/>
                    </a:cubicBezTo>
                    <a:cubicBezTo>
                      <a:pt x="342" y="1866"/>
                      <a:pt x="343" y="1865"/>
                      <a:pt x="345" y="1866"/>
                    </a:cubicBezTo>
                    <a:cubicBezTo>
                      <a:pt x="346" y="1866"/>
                      <a:pt x="347" y="1867"/>
                      <a:pt x="348" y="1868"/>
                    </a:cubicBezTo>
                    <a:cubicBezTo>
                      <a:pt x="348" y="1869"/>
                      <a:pt x="349" y="1870"/>
                      <a:pt x="350" y="1870"/>
                    </a:cubicBezTo>
                    <a:cubicBezTo>
                      <a:pt x="350" y="1870"/>
                      <a:pt x="351" y="1870"/>
                      <a:pt x="351" y="1870"/>
                    </a:cubicBezTo>
                    <a:cubicBezTo>
                      <a:pt x="351" y="1870"/>
                      <a:pt x="352" y="1871"/>
                      <a:pt x="352" y="1871"/>
                    </a:cubicBezTo>
                    <a:cubicBezTo>
                      <a:pt x="352" y="1871"/>
                      <a:pt x="353" y="1870"/>
                      <a:pt x="353" y="1870"/>
                    </a:cubicBezTo>
                    <a:cubicBezTo>
                      <a:pt x="354" y="1869"/>
                      <a:pt x="354" y="1868"/>
                      <a:pt x="355" y="1868"/>
                    </a:cubicBezTo>
                    <a:cubicBezTo>
                      <a:pt x="355" y="1868"/>
                      <a:pt x="355" y="1868"/>
                      <a:pt x="355" y="1868"/>
                    </a:cubicBezTo>
                    <a:cubicBezTo>
                      <a:pt x="355" y="1867"/>
                      <a:pt x="356" y="1866"/>
                      <a:pt x="356" y="1865"/>
                    </a:cubicBezTo>
                    <a:cubicBezTo>
                      <a:pt x="357" y="1864"/>
                      <a:pt x="357" y="1864"/>
                      <a:pt x="358" y="1863"/>
                    </a:cubicBezTo>
                    <a:cubicBezTo>
                      <a:pt x="360" y="1861"/>
                      <a:pt x="364" y="1860"/>
                      <a:pt x="367" y="1861"/>
                    </a:cubicBezTo>
                    <a:cubicBezTo>
                      <a:pt x="368" y="1861"/>
                      <a:pt x="369" y="1862"/>
                      <a:pt x="370" y="1862"/>
                    </a:cubicBezTo>
                    <a:cubicBezTo>
                      <a:pt x="371" y="1863"/>
                      <a:pt x="372" y="1862"/>
                      <a:pt x="373" y="1862"/>
                    </a:cubicBezTo>
                    <a:cubicBezTo>
                      <a:pt x="375" y="1863"/>
                      <a:pt x="375" y="1863"/>
                      <a:pt x="377" y="1863"/>
                    </a:cubicBezTo>
                    <a:cubicBezTo>
                      <a:pt x="377" y="1863"/>
                      <a:pt x="379" y="1864"/>
                      <a:pt x="379" y="1863"/>
                    </a:cubicBezTo>
                    <a:cubicBezTo>
                      <a:pt x="380" y="1863"/>
                      <a:pt x="380" y="1862"/>
                      <a:pt x="381" y="1862"/>
                    </a:cubicBezTo>
                    <a:cubicBezTo>
                      <a:pt x="381" y="1861"/>
                      <a:pt x="381" y="1861"/>
                      <a:pt x="381" y="1860"/>
                    </a:cubicBezTo>
                    <a:cubicBezTo>
                      <a:pt x="382" y="1859"/>
                      <a:pt x="382" y="1861"/>
                      <a:pt x="382" y="1862"/>
                    </a:cubicBezTo>
                    <a:cubicBezTo>
                      <a:pt x="382" y="1863"/>
                      <a:pt x="382" y="1864"/>
                      <a:pt x="381" y="1865"/>
                    </a:cubicBezTo>
                    <a:cubicBezTo>
                      <a:pt x="381" y="1866"/>
                      <a:pt x="380" y="1869"/>
                      <a:pt x="381" y="1870"/>
                    </a:cubicBezTo>
                    <a:cubicBezTo>
                      <a:pt x="382" y="1871"/>
                      <a:pt x="383" y="1871"/>
                      <a:pt x="384" y="1872"/>
                    </a:cubicBezTo>
                    <a:cubicBezTo>
                      <a:pt x="384" y="1873"/>
                      <a:pt x="385" y="1874"/>
                      <a:pt x="385" y="1875"/>
                    </a:cubicBezTo>
                    <a:cubicBezTo>
                      <a:pt x="386" y="1876"/>
                      <a:pt x="386" y="1877"/>
                      <a:pt x="386" y="1878"/>
                    </a:cubicBezTo>
                    <a:cubicBezTo>
                      <a:pt x="385" y="1880"/>
                      <a:pt x="386" y="1882"/>
                      <a:pt x="386" y="1884"/>
                    </a:cubicBezTo>
                    <a:cubicBezTo>
                      <a:pt x="386" y="1885"/>
                      <a:pt x="386" y="1887"/>
                      <a:pt x="385" y="1889"/>
                    </a:cubicBezTo>
                    <a:cubicBezTo>
                      <a:pt x="385" y="1890"/>
                      <a:pt x="385" y="1892"/>
                      <a:pt x="385" y="1894"/>
                    </a:cubicBezTo>
                    <a:cubicBezTo>
                      <a:pt x="385" y="1894"/>
                      <a:pt x="385" y="1895"/>
                      <a:pt x="385" y="1895"/>
                    </a:cubicBezTo>
                    <a:cubicBezTo>
                      <a:pt x="386" y="1896"/>
                      <a:pt x="386" y="1897"/>
                      <a:pt x="386" y="1897"/>
                    </a:cubicBezTo>
                    <a:cubicBezTo>
                      <a:pt x="387" y="1898"/>
                      <a:pt x="387" y="1898"/>
                      <a:pt x="387" y="1898"/>
                    </a:cubicBezTo>
                    <a:cubicBezTo>
                      <a:pt x="389" y="1898"/>
                      <a:pt x="389" y="1900"/>
                      <a:pt x="389" y="1901"/>
                    </a:cubicBezTo>
                    <a:cubicBezTo>
                      <a:pt x="390" y="1902"/>
                      <a:pt x="390" y="1904"/>
                      <a:pt x="391" y="1905"/>
                    </a:cubicBezTo>
                    <a:cubicBezTo>
                      <a:pt x="392" y="1906"/>
                      <a:pt x="394" y="1906"/>
                      <a:pt x="395" y="1907"/>
                    </a:cubicBezTo>
                    <a:cubicBezTo>
                      <a:pt x="397" y="1907"/>
                      <a:pt x="399" y="1908"/>
                      <a:pt x="401" y="1909"/>
                    </a:cubicBezTo>
                    <a:cubicBezTo>
                      <a:pt x="402" y="1910"/>
                      <a:pt x="402" y="1911"/>
                      <a:pt x="403" y="1913"/>
                    </a:cubicBezTo>
                    <a:cubicBezTo>
                      <a:pt x="403" y="1915"/>
                      <a:pt x="403" y="1917"/>
                      <a:pt x="404" y="1918"/>
                    </a:cubicBezTo>
                    <a:cubicBezTo>
                      <a:pt x="405" y="1919"/>
                      <a:pt x="407" y="1920"/>
                      <a:pt x="407" y="1921"/>
                    </a:cubicBezTo>
                    <a:cubicBezTo>
                      <a:pt x="408" y="1922"/>
                      <a:pt x="408" y="1923"/>
                      <a:pt x="408" y="1924"/>
                    </a:cubicBezTo>
                    <a:cubicBezTo>
                      <a:pt x="409" y="1925"/>
                      <a:pt x="409" y="1927"/>
                      <a:pt x="409" y="1928"/>
                    </a:cubicBezTo>
                    <a:cubicBezTo>
                      <a:pt x="409" y="1929"/>
                      <a:pt x="408" y="1930"/>
                      <a:pt x="409" y="1931"/>
                    </a:cubicBezTo>
                    <a:cubicBezTo>
                      <a:pt x="409" y="1932"/>
                      <a:pt x="410" y="1932"/>
                      <a:pt x="411" y="1933"/>
                    </a:cubicBezTo>
                    <a:cubicBezTo>
                      <a:pt x="412" y="1934"/>
                      <a:pt x="414" y="1934"/>
                      <a:pt x="416" y="1935"/>
                    </a:cubicBezTo>
                    <a:cubicBezTo>
                      <a:pt x="418" y="1935"/>
                      <a:pt x="421" y="1935"/>
                      <a:pt x="422" y="1937"/>
                    </a:cubicBezTo>
                    <a:cubicBezTo>
                      <a:pt x="423" y="1938"/>
                      <a:pt x="424" y="1938"/>
                      <a:pt x="425" y="1939"/>
                    </a:cubicBezTo>
                    <a:cubicBezTo>
                      <a:pt x="426" y="1939"/>
                      <a:pt x="428" y="1940"/>
                      <a:pt x="429" y="1940"/>
                    </a:cubicBezTo>
                    <a:cubicBezTo>
                      <a:pt x="430" y="1940"/>
                      <a:pt x="431" y="1940"/>
                      <a:pt x="432" y="1941"/>
                    </a:cubicBezTo>
                    <a:cubicBezTo>
                      <a:pt x="433" y="1942"/>
                      <a:pt x="434" y="1943"/>
                      <a:pt x="435" y="1944"/>
                    </a:cubicBezTo>
                    <a:cubicBezTo>
                      <a:pt x="437" y="1946"/>
                      <a:pt x="440" y="1947"/>
                      <a:pt x="442" y="1947"/>
                    </a:cubicBezTo>
                    <a:cubicBezTo>
                      <a:pt x="444" y="1948"/>
                      <a:pt x="447" y="1947"/>
                      <a:pt x="449" y="1947"/>
                    </a:cubicBezTo>
                    <a:cubicBezTo>
                      <a:pt x="450" y="1947"/>
                      <a:pt x="453" y="1948"/>
                      <a:pt x="454" y="1947"/>
                    </a:cubicBezTo>
                    <a:cubicBezTo>
                      <a:pt x="455" y="1946"/>
                      <a:pt x="456" y="1945"/>
                      <a:pt x="456" y="1944"/>
                    </a:cubicBezTo>
                    <a:cubicBezTo>
                      <a:pt x="457" y="1943"/>
                      <a:pt x="459" y="1943"/>
                      <a:pt x="460" y="1943"/>
                    </a:cubicBezTo>
                    <a:cubicBezTo>
                      <a:pt x="461" y="1944"/>
                      <a:pt x="462" y="1946"/>
                      <a:pt x="464" y="1947"/>
                    </a:cubicBezTo>
                    <a:cubicBezTo>
                      <a:pt x="465" y="1947"/>
                      <a:pt x="466" y="1947"/>
                      <a:pt x="467" y="1948"/>
                    </a:cubicBezTo>
                    <a:cubicBezTo>
                      <a:pt x="468" y="1948"/>
                      <a:pt x="469" y="1948"/>
                      <a:pt x="470" y="1948"/>
                    </a:cubicBezTo>
                    <a:cubicBezTo>
                      <a:pt x="471" y="1948"/>
                      <a:pt x="472" y="1948"/>
                      <a:pt x="473" y="1948"/>
                    </a:cubicBezTo>
                    <a:cubicBezTo>
                      <a:pt x="474" y="1948"/>
                      <a:pt x="475" y="1947"/>
                      <a:pt x="475" y="1945"/>
                    </a:cubicBezTo>
                    <a:cubicBezTo>
                      <a:pt x="476" y="1944"/>
                      <a:pt x="476" y="1942"/>
                      <a:pt x="476" y="1941"/>
                    </a:cubicBezTo>
                    <a:cubicBezTo>
                      <a:pt x="476" y="1940"/>
                      <a:pt x="476" y="1938"/>
                      <a:pt x="477" y="1937"/>
                    </a:cubicBezTo>
                    <a:cubicBezTo>
                      <a:pt x="477" y="1935"/>
                      <a:pt x="478" y="1934"/>
                      <a:pt x="478" y="1933"/>
                    </a:cubicBezTo>
                    <a:cubicBezTo>
                      <a:pt x="479" y="1932"/>
                      <a:pt x="479" y="1931"/>
                      <a:pt x="480" y="1930"/>
                    </a:cubicBezTo>
                    <a:cubicBezTo>
                      <a:pt x="481" y="1929"/>
                      <a:pt x="481" y="1928"/>
                      <a:pt x="482" y="1928"/>
                    </a:cubicBezTo>
                    <a:cubicBezTo>
                      <a:pt x="483" y="1927"/>
                      <a:pt x="484" y="1926"/>
                      <a:pt x="485" y="1926"/>
                    </a:cubicBezTo>
                    <a:cubicBezTo>
                      <a:pt x="487" y="1924"/>
                      <a:pt x="488" y="1923"/>
                      <a:pt x="489" y="1922"/>
                    </a:cubicBezTo>
                    <a:cubicBezTo>
                      <a:pt x="490" y="1921"/>
                      <a:pt x="491" y="1921"/>
                      <a:pt x="493" y="1921"/>
                    </a:cubicBezTo>
                    <a:cubicBezTo>
                      <a:pt x="493" y="1920"/>
                      <a:pt x="494" y="1920"/>
                      <a:pt x="495" y="1921"/>
                    </a:cubicBezTo>
                    <a:cubicBezTo>
                      <a:pt x="495" y="1921"/>
                      <a:pt x="495" y="1922"/>
                      <a:pt x="496" y="1922"/>
                    </a:cubicBezTo>
                    <a:cubicBezTo>
                      <a:pt x="497" y="1922"/>
                      <a:pt x="497" y="1923"/>
                      <a:pt x="498" y="1923"/>
                    </a:cubicBezTo>
                    <a:cubicBezTo>
                      <a:pt x="500" y="1923"/>
                      <a:pt x="502" y="1923"/>
                      <a:pt x="504" y="1923"/>
                    </a:cubicBezTo>
                    <a:cubicBezTo>
                      <a:pt x="506" y="1924"/>
                      <a:pt x="508" y="1924"/>
                      <a:pt x="510" y="1923"/>
                    </a:cubicBezTo>
                    <a:cubicBezTo>
                      <a:pt x="511" y="1923"/>
                      <a:pt x="512" y="1922"/>
                      <a:pt x="512" y="1922"/>
                    </a:cubicBezTo>
                    <a:cubicBezTo>
                      <a:pt x="512" y="1922"/>
                      <a:pt x="513" y="1921"/>
                      <a:pt x="513" y="1921"/>
                    </a:cubicBezTo>
                    <a:cubicBezTo>
                      <a:pt x="514" y="1920"/>
                      <a:pt x="517" y="1921"/>
                      <a:pt x="518" y="1921"/>
                    </a:cubicBezTo>
                    <a:cubicBezTo>
                      <a:pt x="521" y="1922"/>
                      <a:pt x="525" y="1923"/>
                      <a:pt x="529" y="1923"/>
                    </a:cubicBezTo>
                    <a:cubicBezTo>
                      <a:pt x="533" y="1923"/>
                      <a:pt x="537" y="1924"/>
                      <a:pt x="542" y="1924"/>
                    </a:cubicBezTo>
                    <a:cubicBezTo>
                      <a:pt x="545" y="1924"/>
                      <a:pt x="549" y="1924"/>
                      <a:pt x="552" y="1924"/>
                    </a:cubicBezTo>
                    <a:cubicBezTo>
                      <a:pt x="560" y="1923"/>
                      <a:pt x="566" y="1920"/>
                      <a:pt x="572" y="1915"/>
                    </a:cubicBezTo>
                    <a:cubicBezTo>
                      <a:pt x="577" y="1911"/>
                      <a:pt x="582" y="1906"/>
                      <a:pt x="588" y="1904"/>
                    </a:cubicBezTo>
                    <a:cubicBezTo>
                      <a:pt x="591" y="1903"/>
                      <a:pt x="593" y="1902"/>
                      <a:pt x="595" y="1901"/>
                    </a:cubicBezTo>
                    <a:cubicBezTo>
                      <a:pt x="597" y="1899"/>
                      <a:pt x="599" y="1898"/>
                      <a:pt x="601" y="1897"/>
                    </a:cubicBezTo>
                    <a:cubicBezTo>
                      <a:pt x="604" y="1896"/>
                      <a:pt x="606" y="1896"/>
                      <a:pt x="609" y="1895"/>
                    </a:cubicBezTo>
                    <a:cubicBezTo>
                      <a:pt x="611" y="1894"/>
                      <a:pt x="613" y="1892"/>
                      <a:pt x="615" y="1891"/>
                    </a:cubicBezTo>
                    <a:cubicBezTo>
                      <a:pt x="616" y="1891"/>
                      <a:pt x="617" y="1890"/>
                      <a:pt x="618" y="1890"/>
                    </a:cubicBezTo>
                    <a:cubicBezTo>
                      <a:pt x="618" y="1889"/>
                      <a:pt x="619" y="1889"/>
                      <a:pt x="620" y="1888"/>
                    </a:cubicBezTo>
                    <a:cubicBezTo>
                      <a:pt x="620" y="1886"/>
                      <a:pt x="618" y="1884"/>
                      <a:pt x="618" y="1883"/>
                    </a:cubicBezTo>
                    <a:cubicBezTo>
                      <a:pt x="617" y="1881"/>
                      <a:pt x="617" y="1878"/>
                      <a:pt x="619" y="1877"/>
                    </a:cubicBezTo>
                    <a:cubicBezTo>
                      <a:pt x="620" y="1877"/>
                      <a:pt x="623" y="1876"/>
                      <a:pt x="624" y="1877"/>
                    </a:cubicBezTo>
                    <a:cubicBezTo>
                      <a:pt x="625" y="1877"/>
                      <a:pt x="625" y="1878"/>
                      <a:pt x="625" y="1878"/>
                    </a:cubicBezTo>
                    <a:cubicBezTo>
                      <a:pt x="626" y="1879"/>
                      <a:pt x="626" y="1880"/>
                      <a:pt x="627" y="1881"/>
                    </a:cubicBezTo>
                    <a:cubicBezTo>
                      <a:pt x="628" y="1881"/>
                      <a:pt x="630" y="1880"/>
                      <a:pt x="630" y="1879"/>
                    </a:cubicBezTo>
                    <a:cubicBezTo>
                      <a:pt x="630" y="1878"/>
                      <a:pt x="630" y="1878"/>
                      <a:pt x="631" y="1877"/>
                    </a:cubicBezTo>
                    <a:cubicBezTo>
                      <a:pt x="631" y="1877"/>
                      <a:pt x="631" y="1876"/>
                      <a:pt x="632" y="1876"/>
                    </a:cubicBezTo>
                    <a:cubicBezTo>
                      <a:pt x="632" y="1875"/>
                      <a:pt x="633" y="1875"/>
                      <a:pt x="633" y="1874"/>
                    </a:cubicBezTo>
                    <a:cubicBezTo>
                      <a:pt x="634" y="1872"/>
                      <a:pt x="636" y="1870"/>
                      <a:pt x="638" y="1871"/>
                    </a:cubicBezTo>
                    <a:cubicBezTo>
                      <a:pt x="640" y="1871"/>
                      <a:pt x="641" y="1872"/>
                      <a:pt x="642" y="1873"/>
                    </a:cubicBezTo>
                    <a:cubicBezTo>
                      <a:pt x="643" y="1873"/>
                      <a:pt x="644" y="1874"/>
                      <a:pt x="645" y="1873"/>
                    </a:cubicBezTo>
                    <a:cubicBezTo>
                      <a:pt x="646" y="1873"/>
                      <a:pt x="646" y="1872"/>
                      <a:pt x="646" y="1871"/>
                    </a:cubicBezTo>
                    <a:cubicBezTo>
                      <a:pt x="646" y="1870"/>
                      <a:pt x="647" y="1869"/>
                      <a:pt x="648" y="1869"/>
                    </a:cubicBezTo>
                    <a:cubicBezTo>
                      <a:pt x="648" y="1869"/>
                      <a:pt x="649" y="1868"/>
                      <a:pt x="649" y="1868"/>
                    </a:cubicBezTo>
                    <a:cubicBezTo>
                      <a:pt x="650" y="1867"/>
                      <a:pt x="650" y="1866"/>
                      <a:pt x="650" y="1866"/>
                    </a:cubicBezTo>
                    <a:cubicBezTo>
                      <a:pt x="651" y="1866"/>
                      <a:pt x="651" y="1868"/>
                      <a:pt x="651" y="1868"/>
                    </a:cubicBezTo>
                    <a:cubicBezTo>
                      <a:pt x="651" y="1869"/>
                      <a:pt x="650" y="1870"/>
                      <a:pt x="649" y="1870"/>
                    </a:cubicBezTo>
                    <a:cubicBezTo>
                      <a:pt x="648" y="1871"/>
                      <a:pt x="648" y="1871"/>
                      <a:pt x="648" y="1872"/>
                    </a:cubicBezTo>
                    <a:cubicBezTo>
                      <a:pt x="647" y="1873"/>
                      <a:pt x="647" y="1875"/>
                      <a:pt x="645" y="1875"/>
                    </a:cubicBezTo>
                    <a:cubicBezTo>
                      <a:pt x="644" y="1876"/>
                      <a:pt x="642" y="1876"/>
                      <a:pt x="641" y="1875"/>
                    </a:cubicBezTo>
                    <a:cubicBezTo>
                      <a:pt x="640" y="1875"/>
                      <a:pt x="640" y="1874"/>
                      <a:pt x="639" y="1873"/>
                    </a:cubicBezTo>
                    <a:cubicBezTo>
                      <a:pt x="638" y="1872"/>
                      <a:pt x="636" y="1873"/>
                      <a:pt x="635" y="1874"/>
                    </a:cubicBezTo>
                    <a:cubicBezTo>
                      <a:pt x="634" y="1875"/>
                      <a:pt x="633" y="1877"/>
                      <a:pt x="632" y="1878"/>
                    </a:cubicBezTo>
                    <a:cubicBezTo>
                      <a:pt x="632" y="1879"/>
                      <a:pt x="631" y="1880"/>
                      <a:pt x="630" y="1881"/>
                    </a:cubicBezTo>
                    <a:cubicBezTo>
                      <a:pt x="630" y="1882"/>
                      <a:pt x="630" y="1882"/>
                      <a:pt x="629" y="1883"/>
                    </a:cubicBezTo>
                    <a:cubicBezTo>
                      <a:pt x="628" y="1883"/>
                      <a:pt x="628" y="1883"/>
                      <a:pt x="627" y="1883"/>
                    </a:cubicBezTo>
                    <a:cubicBezTo>
                      <a:pt x="626" y="1883"/>
                      <a:pt x="625" y="1881"/>
                      <a:pt x="625" y="1881"/>
                    </a:cubicBezTo>
                    <a:cubicBezTo>
                      <a:pt x="625" y="1880"/>
                      <a:pt x="624" y="1879"/>
                      <a:pt x="623" y="1879"/>
                    </a:cubicBezTo>
                    <a:cubicBezTo>
                      <a:pt x="622" y="1878"/>
                      <a:pt x="620" y="1879"/>
                      <a:pt x="619" y="1880"/>
                    </a:cubicBezTo>
                    <a:cubicBezTo>
                      <a:pt x="619" y="1882"/>
                      <a:pt x="620" y="1883"/>
                      <a:pt x="621" y="1884"/>
                    </a:cubicBezTo>
                    <a:cubicBezTo>
                      <a:pt x="623" y="1885"/>
                      <a:pt x="624" y="1886"/>
                      <a:pt x="624" y="1888"/>
                    </a:cubicBezTo>
                    <a:cubicBezTo>
                      <a:pt x="624" y="1890"/>
                      <a:pt x="623" y="1892"/>
                      <a:pt x="622" y="1893"/>
                    </a:cubicBezTo>
                    <a:cubicBezTo>
                      <a:pt x="621" y="1895"/>
                      <a:pt x="619" y="1895"/>
                      <a:pt x="618" y="1896"/>
                    </a:cubicBezTo>
                    <a:cubicBezTo>
                      <a:pt x="614" y="1896"/>
                      <a:pt x="610" y="1896"/>
                      <a:pt x="607" y="1900"/>
                    </a:cubicBezTo>
                    <a:cubicBezTo>
                      <a:pt x="606" y="1901"/>
                      <a:pt x="605" y="1903"/>
                      <a:pt x="603" y="1904"/>
                    </a:cubicBezTo>
                    <a:cubicBezTo>
                      <a:pt x="602" y="1905"/>
                      <a:pt x="601" y="1906"/>
                      <a:pt x="599" y="1906"/>
                    </a:cubicBezTo>
                    <a:cubicBezTo>
                      <a:pt x="597" y="1906"/>
                      <a:pt x="595" y="1906"/>
                      <a:pt x="594" y="1907"/>
                    </a:cubicBezTo>
                    <a:cubicBezTo>
                      <a:pt x="592" y="1908"/>
                      <a:pt x="591" y="1910"/>
                      <a:pt x="589" y="1911"/>
                    </a:cubicBezTo>
                    <a:cubicBezTo>
                      <a:pt x="588" y="1912"/>
                      <a:pt x="587" y="1913"/>
                      <a:pt x="586" y="1915"/>
                    </a:cubicBezTo>
                    <a:cubicBezTo>
                      <a:pt x="584" y="1917"/>
                      <a:pt x="583" y="1918"/>
                      <a:pt x="581" y="1920"/>
                    </a:cubicBezTo>
                    <a:cubicBezTo>
                      <a:pt x="577" y="1924"/>
                      <a:pt x="573" y="1926"/>
                      <a:pt x="569" y="1929"/>
                    </a:cubicBezTo>
                    <a:cubicBezTo>
                      <a:pt x="567" y="1931"/>
                      <a:pt x="566" y="1933"/>
                      <a:pt x="564" y="1935"/>
                    </a:cubicBezTo>
                    <a:cubicBezTo>
                      <a:pt x="562" y="1936"/>
                      <a:pt x="560" y="1938"/>
                      <a:pt x="558" y="1940"/>
                    </a:cubicBezTo>
                    <a:cubicBezTo>
                      <a:pt x="558" y="1941"/>
                      <a:pt x="556" y="1942"/>
                      <a:pt x="556" y="1943"/>
                    </a:cubicBezTo>
                    <a:cubicBezTo>
                      <a:pt x="556" y="1944"/>
                      <a:pt x="555" y="1945"/>
                      <a:pt x="556" y="1946"/>
                    </a:cubicBezTo>
                    <a:cubicBezTo>
                      <a:pt x="556" y="1947"/>
                      <a:pt x="556" y="1948"/>
                      <a:pt x="557" y="1949"/>
                    </a:cubicBezTo>
                    <a:cubicBezTo>
                      <a:pt x="558" y="1949"/>
                      <a:pt x="561" y="1952"/>
                      <a:pt x="559" y="1953"/>
                    </a:cubicBezTo>
                    <a:cubicBezTo>
                      <a:pt x="558" y="1953"/>
                      <a:pt x="557" y="1952"/>
                      <a:pt x="557" y="1951"/>
                    </a:cubicBezTo>
                    <a:cubicBezTo>
                      <a:pt x="556" y="1951"/>
                      <a:pt x="555" y="1950"/>
                      <a:pt x="554" y="1949"/>
                    </a:cubicBezTo>
                    <a:cubicBezTo>
                      <a:pt x="552" y="1948"/>
                      <a:pt x="551" y="1949"/>
                      <a:pt x="549" y="1949"/>
                    </a:cubicBezTo>
                    <a:cubicBezTo>
                      <a:pt x="547" y="1949"/>
                      <a:pt x="545" y="1948"/>
                      <a:pt x="543" y="1949"/>
                    </a:cubicBezTo>
                    <a:cubicBezTo>
                      <a:pt x="540" y="1949"/>
                      <a:pt x="538" y="1950"/>
                      <a:pt x="536" y="1951"/>
                    </a:cubicBezTo>
                    <a:cubicBezTo>
                      <a:pt x="533" y="1952"/>
                      <a:pt x="531" y="1954"/>
                      <a:pt x="529" y="1956"/>
                    </a:cubicBezTo>
                    <a:cubicBezTo>
                      <a:pt x="528" y="1958"/>
                      <a:pt x="525" y="1959"/>
                      <a:pt x="524" y="1960"/>
                    </a:cubicBezTo>
                    <a:cubicBezTo>
                      <a:pt x="523" y="1961"/>
                      <a:pt x="522" y="1962"/>
                      <a:pt x="522" y="1963"/>
                    </a:cubicBezTo>
                    <a:cubicBezTo>
                      <a:pt x="521" y="1964"/>
                      <a:pt x="521" y="1965"/>
                      <a:pt x="520" y="1966"/>
                    </a:cubicBezTo>
                    <a:cubicBezTo>
                      <a:pt x="519" y="1967"/>
                      <a:pt x="517" y="1967"/>
                      <a:pt x="516" y="1966"/>
                    </a:cubicBezTo>
                    <a:cubicBezTo>
                      <a:pt x="515" y="1965"/>
                      <a:pt x="514" y="1965"/>
                      <a:pt x="512" y="1965"/>
                    </a:cubicBezTo>
                    <a:cubicBezTo>
                      <a:pt x="510" y="1966"/>
                      <a:pt x="509" y="1967"/>
                      <a:pt x="508" y="1969"/>
                    </a:cubicBezTo>
                    <a:cubicBezTo>
                      <a:pt x="507" y="1970"/>
                      <a:pt x="506" y="1971"/>
                      <a:pt x="505" y="1973"/>
                    </a:cubicBezTo>
                    <a:cubicBezTo>
                      <a:pt x="504" y="1974"/>
                      <a:pt x="504" y="1976"/>
                      <a:pt x="503" y="1978"/>
                    </a:cubicBezTo>
                    <a:cubicBezTo>
                      <a:pt x="503" y="1979"/>
                      <a:pt x="502" y="1980"/>
                      <a:pt x="501" y="1981"/>
                    </a:cubicBezTo>
                    <a:cubicBezTo>
                      <a:pt x="500" y="1981"/>
                      <a:pt x="499" y="1981"/>
                      <a:pt x="498" y="1981"/>
                    </a:cubicBezTo>
                    <a:cubicBezTo>
                      <a:pt x="494" y="1981"/>
                      <a:pt x="493" y="1985"/>
                      <a:pt x="493" y="1988"/>
                    </a:cubicBezTo>
                    <a:cubicBezTo>
                      <a:pt x="493" y="1990"/>
                      <a:pt x="493" y="1992"/>
                      <a:pt x="493" y="1994"/>
                    </a:cubicBezTo>
                    <a:cubicBezTo>
                      <a:pt x="493" y="1997"/>
                      <a:pt x="494" y="2000"/>
                      <a:pt x="494" y="2002"/>
                    </a:cubicBezTo>
                    <a:cubicBezTo>
                      <a:pt x="494" y="2004"/>
                      <a:pt x="495" y="2006"/>
                      <a:pt x="493" y="2007"/>
                    </a:cubicBezTo>
                    <a:cubicBezTo>
                      <a:pt x="492" y="2007"/>
                      <a:pt x="491" y="2007"/>
                      <a:pt x="489" y="2007"/>
                    </a:cubicBezTo>
                    <a:cubicBezTo>
                      <a:pt x="488" y="2007"/>
                      <a:pt x="486" y="2008"/>
                      <a:pt x="485" y="2008"/>
                    </a:cubicBezTo>
                    <a:cubicBezTo>
                      <a:pt x="484" y="2008"/>
                      <a:pt x="482" y="2008"/>
                      <a:pt x="481" y="2007"/>
                    </a:cubicBezTo>
                    <a:cubicBezTo>
                      <a:pt x="480" y="2007"/>
                      <a:pt x="480" y="2007"/>
                      <a:pt x="479" y="2007"/>
                    </a:cubicBezTo>
                    <a:cubicBezTo>
                      <a:pt x="479" y="2008"/>
                      <a:pt x="478" y="2008"/>
                      <a:pt x="478" y="2008"/>
                    </a:cubicBezTo>
                    <a:cubicBezTo>
                      <a:pt x="477" y="2008"/>
                      <a:pt x="476" y="2009"/>
                      <a:pt x="476" y="2009"/>
                    </a:cubicBezTo>
                    <a:cubicBezTo>
                      <a:pt x="475" y="2008"/>
                      <a:pt x="474" y="2007"/>
                      <a:pt x="473" y="2007"/>
                    </a:cubicBezTo>
                    <a:cubicBezTo>
                      <a:pt x="471" y="2006"/>
                      <a:pt x="470" y="2005"/>
                      <a:pt x="468" y="2005"/>
                    </a:cubicBezTo>
                    <a:cubicBezTo>
                      <a:pt x="465" y="2005"/>
                      <a:pt x="462" y="2004"/>
                      <a:pt x="460" y="2005"/>
                    </a:cubicBezTo>
                    <a:cubicBezTo>
                      <a:pt x="459" y="2005"/>
                      <a:pt x="458" y="2005"/>
                      <a:pt x="458" y="2006"/>
                    </a:cubicBezTo>
                    <a:cubicBezTo>
                      <a:pt x="457" y="2006"/>
                      <a:pt x="457" y="2007"/>
                      <a:pt x="456" y="2007"/>
                    </a:cubicBezTo>
                    <a:cubicBezTo>
                      <a:pt x="454" y="2007"/>
                      <a:pt x="452" y="2006"/>
                      <a:pt x="451" y="2007"/>
                    </a:cubicBezTo>
                    <a:cubicBezTo>
                      <a:pt x="450" y="2007"/>
                      <a:pt x="449" y="2007"/>
                      <a:pt x="447" y="2007"/>
                    </a:cubicBezTo>
                    <a:cubicBezTo>
                      <a:pt x="447" y="2007"/>
                      <a:pt x="445" y="2008"/>
                      <a:pt x="445" y="2007"/>
                    </a:cubicBezTo>
                    <a:cubicBezTo>
                      <a:pt x="445" y="2007"/>
                      <a:pt x="445" y="2006"/>
                      <a:pt x="445" y="2006"/>
                    </a:cubicBezTo>
                    <a:cubicBezTo>
                      <a:pt x="444" y="2005"/>
                      <a:pt x="443" y="2005"/>
                      <a:pt x="442" y="2005"/>
                    </a:cubicBezTo>
                    <a:cubicBezTo>
                      <a:pt x="440" y="2004"/>
                      <a:pt x="438" y="2004"/>
                      <a:pt x="435" y="2004"/>
                    </a:cubicBezTo>
                    <a:cubicBezTo>
                      <a:pt x="434" y="2004"/>
                      <a:pt x="433" y="2004"/>
                      <a:pt x="433" y="2004"/>
                    </a:cubicBezTo>
                    <a:cubicBezTo>
                      <a:pt x="432" y="2003"/>
                      <a:pt x="431" y="2003"/>
                      <a:pt x="430" y="2002"/>
                    </a:cubicBezTo>
                    <a:cubicBezTo>
                      <a:pt x="429" y="2002"/>
                      <a:pt x="428" y="2001"/>
                      <a:pt x="427" y="2000"/>
                    </a:cubicBezTo>
                    <a:cubicBezTo>
                      <a:pt x="427" y="2000"/>
                      <a:pt x="426" y="1999"/>
                      <a:pt x="426" y="1998"/>
                    </a:cubicBezTo>
                    <a:cubicBezTo>
                      <a:pt x="425" y="1997"/>
                      <a:pt x="424" y="1995"/>
                      <a:pt x="423" y="1994"/>
                    </a:cubicBezTo>
                    <a:cubicBezTo>
                      <a:pt x="421" y="1991"/>
                      <a:pt x="420" y="1989"/>
                      <a:pt x="419" y="1987"/>
                    </a:cubicBezTo>
                    <a:cubicBezTo>
                      <a:pt x="418" y="1986"/>
                      <a:pt x="417" y="1986"/>
                      <a:pt x="417" y="1986"/>
                    </a:cubicBezTo>
                    <a:cubicBezTo>
                      <a:pt x="415" y="1985"/>
                      <a:pt x="414" y="1985"/>
                      <a:pt x="413" y="1984"/>
                    </a:cubicBezTo>
                    <a:cubicBezTo>
                      <a:pt x="412" y="1984"/>
                      <a:pt x="411" y="1983"/>
                      <a:pt x="410" y="1983"/>
                    </a:cubicBezTo>
                    <a:cubicBezTo>
                      <a:pt x="409" y="1982"/>
                      <a:pt x="408" y="1981"/>
                      <a:pt x="407" y="1981"/>
                    </a:cubicBezTo>
                    <a:cubicBezTo>
                      <a:pt x="405" y="1981"/>
                      <a:pt x="404" y="1981"/>
                      <a:pt x="402" y="1981"/>
                    </a:cubicBezTo>
                    <a:cubicBezTo>
                      <a:pt x="400" y="1981"/>
                      <a:pt x="398" y="1981"/>
                      <a:pt x="395" y="1981"/>
                    </a:cubicBezTo>
                    <a:cubicBezTo>
                      <a:pt x="393" y="1981"/>
                      <a:pt x="391" y="1980"/>
                      <a:pt x="389" y="1980"/>
                    </a:cubicBezTo>
                    <a:cubicBezTo>
                      <a:pt x="388" y="1980"/>
                      <a:pt x="386" y="1979"/>
                      <a:pt x="385" y="1979"/>
                    </a:cubicBezTo>
                    <a:cubicBezTo>
                      <a:pt x="384" y="1979"/>
                      <a:pt x="383" y="1979"/>
                      <a:pt x="382" y="1978"/>
                    </a:cubicBezTo>
                    <a:cubicBezTo>
                      <a:pt x="382" y="1978"/>
                      <a:pt x="381" y="1977"/>
                      <a:pt x="381" y="1977"/>
                    </a:cubicBezTo>
                    <a:cubicBezTo>
                      <a:pt x="380" y="1976"/>
                      <a:pt x="379" y="1976"/>
                      <a:pt x="378" y="1975"/>
                    </a:cubicBezTo>
                    <a:cubicBezTo>
                      <a:pt x="378" y="1974"/>
                      <a:pt x="378" y="1974"/>
                      <a:pt x="378" y="1973"/>
                    </a:cubicBezTo>
                    <a:cubicBezTo>
                      <a:pt x="377" y="1972"/>
                      <a:pt x="376" y="1972"/>
                      <a:pt x="376" y="1972"/>
                    </a:cubicBezTo>
                    <a:cubicBezTo>
                      <a:pt x="373" y="1971"/>
                      <a:pt x="370" y="1971"/>
                      <a:pt x="367" y="1971"/>
                    </a:cubicBezTo>
                    <a:cubicBezTo>
                      <a:pt x="364" y="1971"/>
                      <a:pt x="362" y="1972"/>
                      <a:pt x="359" y="1971"/>
                    </a:cubicBezTo>
                    <a:cubicBezTo>
                      <a:pt x="358" y="1971"/>
                      <a:pt x="357" y="1971"/>
                      <a:pt x="356" y="1970"/>
                    </a:cubicBezTo>
                    <a:cubicBezTo>
                      <a:pt x="352" y="1969"/>
                      <a:pt x="347" y="1969"/>
                      <a:pt x="342" y="1970"/>
                    </a:cubicBezTo>
                    <a:cubicBezTo>
                      <a:pt x="341" y="1970"/>
                      <a:pt x="339" y="1971"/>
                      <a:pt x="337" y="1971"/>
                    </a:cubicBezTo>
                    <a:cubicBezTo>
                      <a:pt x="336" y="1972"/>
                      <a:pt x="334" y="1971"/>
                      <a:pt x="332" y="1971"/>
                    </a:cubicBezTo>
                    <a:cubicBezTo>
                      <a:pt x="331" y="1970"/>
                      <a:pt x="329" y="1969"/>
                      <a:pt x="327" y="1967"/>
                    </a:cubicBezTo>
                    <a:cubicBezTo>
                      <a:pt x="325" y="1966"/>
                      <a:pt x="323" y="1966"/>
                      <a:pt x="321" y="1966"/>
                    </a:cubicBezTo>
                    <a:cubicBezTo>
                      <a:pt x="318" y="1966"/>
                      <a:pt x="315" y="1966"/>
                      <a:pt x="312" y="1967"/>
                    </a:cubicBezTo>
                    <a:cubicBezTo>
                      <a:pt x="311" y="1967"/>
                      <a:pt x="309" y="1967"/>
                      <a:pt x="307" y="1968"/>
                    </a:cubicBezTo>
                    <a:cubicBezTo>
                      <a:pt x="305" y="1968"/>
                      <a:pt x="302" y="1969"/>
                      <a:pt x="301" y="1971"/>
                    </a:cubicBezTo>
                    <a:cubicBezTo>
                      <a:pt x="301" y="1973"/>
                      <a:pt x="303" y="1975"/>
                      <a:pt x="302" y="1977"/>
                    </a:cubicBezTo>
                    <a:cubicBezTo>
                      <a:pt x="301" y="1978"/>
                      <a:pt x="299" y="1978"/>
                      <a:pt x="297" y="1978"/>
                    </a:cubicBezTo>
                    <a:cubicBezTo>
                      <a:pt x="296" y="1979"/>
                      <a:pt x="294" y="1979"/>
                      <a:pt x="294" y="1980"/>
                    </a:cubicBezTo>
                    <a:cubicBezTo>
                      <a:pt x="294" y="1981"/>
                      <a:pt x="295" y="1983"/>
                      <a:pt x="295" y="1983"/>
                    </a:cubicBezTo>
                    <a:cubicBezTo>
                      <a:pt x="296" y="1984"/>
                      <a:pt x="298" y="1985"/>
                      <a:pt x="298" y="1986"/>
                    </a:cubicBezTo>
                    <a:cubicBezTo>
                      <a:pt x="299" y="1987"/>
                      <a:pt x="298" y="1988"/>
                      <a:pt x="297" y="1989"/>
                    </a:cubicBezTo>
                    <a:cubicBezTo>
                      <a:pt x="296" y="1991"/>
                      <a:pt x="295" y="1992"/>
                      <a:pt x="295" y="1994"/>
                    </a:cubicBezTo>
                    <a:cubicBezTo>
                      <a:pt x="295" y="1997"/>
                      <a:pt x="297" y="2000"/>
                      <a:pt x="301" y="2000"/>
                    </a:cubicBezTo>
                    <a:cubicBezTo>
                      <a:pt x="303" y="1999"/>
                      <a:pt x="305" y="1997"/>
                      <a:pt x="308" y="1997"/>
                    </a:cubicBezTo>
                    <a:cubicBezTo>
                      <a:pt x="310" y="1997"/>
                      <a:pt x="312" y="1997"/>
                      <a:pt x="314" y="1998"/>
                    </a:cubicBezTo>
                    <a:cubicBezTo>
                      <a:pt x="317" y="1999"/>
                      <a:pt x="319" y="1999"/>
                      <a:pt x="320" y="2001"/>
                    </a:cubicBezTo>
                    <a:cubicBezTo>
                      <a:pt x="321" y="2002"/>
                      <a:pt x="321" y="2003"/>
                      <a:pt x="321" y="2005"/>
                    </a:cubicBezTo>
                    <a:cubicBezTo>
                      <a:pt x="321" y="2005"/>
                      <a:pt x="321" y="2007"/>
                      <a:pt x="320" y="2007"/>
                    </a:cubicBezTo>
                    <a:cubicBezTo>
                      <a:pt x="319" y="2008"/>
                      <a:pt x="319" y="2007"/>
                      <a:pt x="319" y="2006"/>
                    </a:cubicBezTo>
                    <a:cubicBezTo>
                      <a:pt x="318" y="2005"/>
                      <a:pt x="318" y="2004"/>
                      <a:pt x="317" y="2003"/>
                    </a:cubicBezTo>
                    <a:cubicBezTo>
                      <a:pt x="317" y="2002"/>
                      <a:pt x="315" y="2002"/>
                      <a:pt x="314" y="2002"/>
                    </a:cubicBezTo>
                    <a:cubicBezTo>
                      <a:pt x="313" y="2002"/>
                      <a:pt x="312" y="2001"/>
                      <a:pt x="311" y="2001"/>
                    </a:cubicBezTo>
                    <a:cubicBezTo>
                      <a:pt x="310" y="2000"/>
                      <a:pt x="309" y="1999"/>
                      <a:pt x="308" y="1999"/>
                    </a:cubicBezTo>
                    <a:cubicBezTo>
                      <a:pt x="307" y="1999"/>
                      <a:pt x="305" y="2000"/>
                      <a:pt x="304" y="2001"/>
                    </a:cubicBezTo>
                    <a:cubicBezTo>
                      <a:pt x="301" y="2003"/>
                      <a:pt x="298" y="2006"/>
                      <a:pt x="297" y="2009"/>
                    </a:cubicBezTo>
                    <a:cubicBezTo>
                      <a:pt x="297" y="2011"/>
                      <a:pt x="296" y="2014"/>
                      <a:pt x="296" y="2017"/>
                    </a:cubicBezTo>
                    <a:cubicBezTo>
                      <a:pt x="296" y="2018"/>
                      <a:pt x="296" y="2018"/>
                      <a:pt x="296" y="2019"/>
                    </a:cubicBezTo>
                    <a:cubicBezTo>
                      <a:pt x="295" y="2019"/>
                      <a:pt x="295" y="2018"/>
                      <a:pt x="295" y="2018"/>
                    </a:cubicBezTo>
                    <a:cubicBezTo>
                      <a:pt x="295" y="2018"/>
                      <a:pt x="295" y="2017"/>
                      <a:pt x="295" y="2017"/>
                    </a:cubicBezTo>
                    <a:cubicBezTo>
                      <a:pt x="294" y="2016"/>
                      <a:pt x="295" y="2015"/>
                      <a:pt x="295" y="2014"/>
                    </a:cubicBezTo>
                    <a:cubicBezTo>
                      <a:pt x="295" y="2014"/>
                      <a:pt x="295" y="2014"/>
                      <a:pt x="295" y="2014"/>
                    </a:cubicBezTo>
                    <a:cubicBezTo>
                      <a:pt x="295" y="2013"/>
                      <a:pt x="295" y="2011"/>
                      <a:pt x="296" y="2010"/>
                    </a:cubicBezTo>
                    <a:cubicBezTo>
                      <a:pt x="296" y="2008"/>
                      <a:pt x="297" y="2007"/>
                      <a:pt x="297" y="2005"/>
                    </a:cubicBezTo>
                    <a:cubicBezTo>
                      <a:pt x="298" y="2003"/>
                      <a:pt x="296" y="2004"/>
                      <a:pt x="294" y="2004"/>
                    </a:cubicBezTo>
                    <a:cubicBezTo>
                      <a:pt x="293" y="2004"/>
                      <a:pt x="291" y="2004"/>
                      <a:pt x="289" y="2005"/>
                    </a:cubicBezTo>
                    <a:cubicBezTo>
                      <a:pt x="288" y="2006"/>
                      <a:pt x="286" y="2008"/>
                      <a:pt x="285" y="2009"/>
                    </a:cubicBezTo>
                    <a:cubicBezTo>
                      <a:pt x="284" y="2012"/>
                      <a:pt x="283" y="2013"/>
                      <a:pt x="280" y="2013"/>
                    </a:cubicBezTo>
                    <a:cubicBezTo>
                      <a:pt x="275" y="2014"/>
                      <a:pt x="269" y="2013"/>
                      <a:pt x="264" y="2010"/>
                    </a:cubicBezTo>
                    <a:cubicBezTo>
                      <a:pt x="263" y="2010"/>
                      <a:pt x="262" y="2009"/>
                      <a:pt x="261" y="2008"/>
                    </a:cubicBezTo>
                    <a:cubicBezTo>
                      <a:pt x="260" y="2006"/>
                      <a:pt x="259" y="2005"/>
                      <a:pt x="258" y="2004"/>
                    </a:cubicBezTo>
                    <a:cubicBezTo>
                      <a:pt x="256" y="2002"/>
                      <a:pt x="255" y="2001"/>
                      <a:pt x="253" y="2001"/>
                    </a:cubicBezTo>
                    <a:cubicBezTo>
                      <a:pt x="252" y="2001"/>
                      <a:pt x="250" y="2000"/>
                      <a:pt x="249" y="2001"/>
                    </a:cubicBezTo>
                    <a:cubicBezTo>
                      <a:pt x="248" y="2002"/>
                      <a:pt x="246" y="2003"/>
                      <a:pt x="245" y="2003"/>
                    </a:cubicBezTo>
                    <a:cubicBezTo>
                      <a:pt x="244" y="2004"/>
                      <a:pt x="243" y="2005"/>
                      <a:pt x="243" y="2006"/>
                    </a:cubicBezTo>
                    <a:cubicBezTo>
                      <a:pt x="240" y="2008"/>
                      <a:pt x="241" y="2012"/>
                      <a:pt x="239" y="2014"/>
                    </a:cubicBezTo>
                    <a:cubicBezTo>
                      <a:pt x="239" y="2015"/>
                      <a:pt x="238" y="2016"/>
                      <a:pt x="238" y="2016"/>
                    </a:cubicBezTo>
                    <a:cubicBezTo>
                      <a:pt x="238" y="2017"/>
                      <a:pt x="238" y="2017"/>
                      <a:pt x="237" y="2018"/>
                    </a:cubicBezTo>
                    <a:cubicBezTo>
                      <a:pt x="237" y="2019"/>
                      <a:pt x="236" y="2020"/>
                      <a:pt x="236" y="2021"/>
                    </a:cubicBezTo>
                    <a:cubicBezTo>
                      <a:pt x="235" y="2022"/>
                      <a:pt x="235" y="2023"/>
                      <a:pt x="234" y="2024"/>
                    </a:cubicBezTo>
                    <a:cubicBezTo>
                      <a:pt x="234" y="2025"/>
                      <a:pt x="234" y="2026"/>
                      <a:pt x="233" y="2026"/>
                    </a:cubicBezTo>
                    <a:cubicBezTo>
                      <a:pt x="232" y="2029"/>
                      <a:pt x="231" y="2031"/>
                      <a:pt x="231" y="2034"/>
                    </a:cubicBezTo>
                    <a:cubicBezTo>
                      <a:pt x="231" y="2036"/>
                      <a:pt x="231" y="2037"/>
                      <a:pt x="230" y="2039"/>
                    </a:cubicBezTo>
                    <a:cubicBezTo>
                      <a:pt x="230" y="2040"/>
                      <a:pt x="230" y="2042"/>
                      <a:pt x="230" y="2044"/>
                    </a:cubicBezTo>
                    <a:cubicBezTo>
                      <a:pt x="229" y="2045"/>
                      <a:pt x="229" y="2046"/>
                      <a:pt x="229" y="2047"/>
                    </a:cubicBezTo>
                    <a:cubicBezTo>
                      <a:pt x="229" y="2048"/>
                      <a:pt x="228" y="2048"/>
                      <a:pt x="228" y="2049"/>
                    </a:cubicBezTo>
                    <a:cubicBezTo>
                      <a:pt x="227" y="2050"/>
                      <a:pt x="227" y="2052"/>
                      <a:pt x="226" y="2053"/>
                    </a:cubicBezTo>
                    <a:cubicBezTo>
                      <a:pt x="225" y="2055"/>
                      <a:pt x="224" y="2057"/>
                      <a:pt x="223" y="2059"/>
                    </a:cubicBezTo>
                    <a:cubicBezTo>
                      <a:pt x="222" y="2060"/>
                      <a:pt x="221" y="2062"/>
                      <a:pt x="219" y="2063"/>
                    </a:cubicBezTo>
                    <a:cubicBezTo>
                      <a:pt x="218" y="2064"/>
                      <a:pt x="216" y="2065"/>
                      <a:pt x="214" y="2066"/>
                    </a:cubicBezTo>
                    <a:cubicBezTo>
                      <a:pt x="213" y="2066"/>
                      <a:pt x="213" y="2067"/>
                      <a:pt x="212" y="2067"/>
                    </a:cubicBezTo>
                    <a:cubicBezTo>
                      <a:pt x="210" y="2067"/>
                      <a:pt x="209" y="2068"/>
                      <a:pt x="208" y="2069"/>
                    </a:cubicBezTo>
                    <a:cubicBezTo>
                      <a:pt x="206" y="2070"/>
                      <a:pt x="205" y="2071"/>
                      <a:pt x="204" y="2074"/>
                    </a:cubicBezTo>
                    <a:cubicBezTo>
                      <a:pt x="202" y="2077"/>
                      <a:pt x="199" y="2077"/>
                      <a:pt x="197" y="2079"/>
                    </a:cubicBezTo>
                    <a:cubicBezTo>
                      <a:pt x="194" y="2080"/>
                      <a:pt x="191" y="2082"/>
                      <a:pt x="188" y="2084"/>
                    </a:cubicBezTo>
                    <a:cubicBezTo>
                      <a:pt x="186" y="2085"/>
                      <a:pt x="185" y="2085"/>
                      <a:pt x="185" y="2087"/>
                    </a:cubicBezTo>
                    <a:cubicBezTo>
                      <a:pt x="184" y="2089"/>
                      <a:pt x="184" y="2090"/>
                      <a:pt x="183" y="2091"/>
                    </a:cubicBezTo>
                    <a:cubicBezTo>
                      <a:pt x="181" y="2092"/>
                      <a:pt x="181" y="2092"/>
                      <a:pt x="180" y="2094"/>
                    </a:cubicBezTo>
                    <a:cubicBezTo>
                      <a:pt x="180" y="2096"/>
                      <a:pt x="180" y="2098"/>
                      <a:pt x="178" y="2098"/>
                    </a:cubicBezTo>
                    <a:cubicBezTo>
                      <a:pt x="171" y="2100"/>
                      <a:pt x="164" y="2099"/>
                      <a:pt x="157" y="2099"/>
                    </a:cubicBezTo>
                    <a:cubicBezTo>
                      <a:pt x="153" y="2100"/>
                      <a:pt x="153" y="2105"/>
                      <a:pt x="153" y="2108"/>
                    </a:cubicBezTo>
                    <a:cubicBezTo>
                      <a:pt x="153" y="2112"/>
                      <a:pt x="159" y="2111"/>
                      <a:pt x="161" y="2113"/>
                    </a:cubicBezTo>
                    <a:cubicBezTo>
                      <a:pt x="163" y="2114"/>
                      <a:pt x="167" y="2119"/>
                      <a:pt x="165" y="2121"/>
                    </a:cubicBezTo>
                    <a:cubicBezTo>
                      <a:pt x="163" y="2122"/>
                      <a:pt x="162" y="2120"/>
                      <a:pt x="161" y="2119"/>
                    </a:cubicBezTo>
                    <a:cubicBezTo>
                      <a:pt x="160" y="2117"/>
                      <a:pt x="159" y="2117"/>
                      <a:pt x="157" y="2116"/>
                    </a:cubicBezTo>
                    <a:cubicBezTo>
                      <a:pt x="154" y="2115"/>
                      <a:pt x="152" y="2112"/>
                      <a:pt x="151" y="2109"/>
                    </a:cubicBezTo>
                    <a:cubicBezTo>
                      <a:pt x="151" y="2107"/>
                      <a:pt x="152" y="2105"/>
                      <a:pt x="150" y="2104"/>
                    </a:cubicBezTo>
                    <a:cubicBezTo>
                      <a:pt x="149" y="2103"/>
                      <a:pt x="147" y="2102"/>
                      <a:pt x="146" y="2103"/>
                    </a:cubicBezTo>
                    <a:cubicBezTo>
                      <a:pt x="145" y="2105"/>
                      <a:pt x="145" y="2107"/>
                      <a:pt x="144" y="2108"/>
                    </a:cubicBezTo>
                    <a:cubicBezTo>
                      <a:pt x="142" y="2108"/>
                      <a:pt x="140" y="2108"/>
                      <a:pt x="139" y="2108"/>
                    </a:cubicBezTo>
                    <a:cubicBezTo>
                      <a:pt x="137" y="2109"/>
                      <a:pt x="135" y="2110"/>
                      <a:pt x="134" y="2111"/>
                    </a:cubicBezTo>
                    <a:cubicBezTo>
                      <a:pt x="133" y="2113"/>
                      <a:pt x="133" y="2114"/>
                      <a:pt x="133" y="2116"/>
                    </a:cubicBezTo>
                    <a:cubicBezTo>
                      <a:pt x="133" y="2120"/>
                      <a:pt x="129" y="2120"/>
                      <a:pt x="128" y="2124"/>
                    </a:cubicBezTo>
                    <a:cubicBezTo>
                      <a:pt x="128" y="2126"/>
                      <a:pt x="128" y="2128"/>
                      <a:pt x="128" y="2130"/>
                    </a:cubicBezTo>
                    <a:cubicBezTo>
                      <a:pt x="127" y="2131"/>
                      <a:pt x="125" y="2131"/>
                      <a:pt x="124" y="2132"/>
                    </a:cubicBezTo>
                    <a:cubicBezTo>
                      <a:pt x="123" y="2132"/>
                      <a:pt x="122" y="2134"/>
                      <a:pt x="121" y="2135"/>
                    </a:cubicBezTo>
                    <a:cubicBezTo>
                      <a:pt x="120" y="2136"/>
                      <a:pt x="118" y="2135"/>
                      <a:pt x="116" y="2135"/>
                    </a:cubicBezTo>
                    <a:cubicBezTo>
                      <a:pt x="112" y="2136"/>
                      <a:pt x="109" y="2135"/>
                      <a:pt x="106" y="2138"/>
                    </a:cubicBezTo>
                    <a:cubicBezTo>
                      <a:pt x="105" y="2140"/>
                      <a:pt x="105" y="2141"/>
                      <a:pt x="105" y="2143"/>
                    </a:cubicBezTo>
                    <a:cubicBezTo>
                      <a:pt x="106" y="2145"/>
                      <a:pt x="105" y="2146"/>
                      <a:pt x="105" y="2148"/>
                    </a:cubicBezTo>
                    <a:cubicBezTo>
                      <a:pt x="104" y="2149"/>
                      <a:pt x="103" y="2152"/>
                      <a:pt x="102" y="2152"/>
                    </a:cubicBezTo>
                    <a:cubicBezTo>
                      <a:pt x="100" y="2152"/>
                      <a:pt x="98" y="2151"/>
                      <a:pt x="97" y="2153"/>
                    </a:cubicBezTo>
                    <a:cubicBezTo>
                      <a:pt x="95" y="2158"/>
                      <a:pt x="88" y="2158"/>
                      <a:pt x="85" y="2162"/>
                    </a:cubicBezTo>
                    <a:cubicBezTo>
                      <a:pt x="84" y="2164"/>
                      <a:pt x="83" y="2165"/>
                      <a:pt x="81" y="2165"/>
                    </a:cubicBezTo>
                    <a:cubicBezTo>
                      <a:pt x="79" y="2166"/>
                      <a:pt x="77" y="2165"/>
                      <a:pt x="75" y="2166"/>
                    </a:cubicBezTo>
                    <a:cubicBezTo>
                      <a:pt x="73" y="2167"/>
                      <a:pt x="73" y="2168"/>
                      <a:pt x="72" y="2169"/>
                    </a:cubicBezTo>
                    <a:cubicBezTo>
                      <a:pt x="71" y="2170"/>
                      <a:pt x="69" y="2170"/>
                      <a:pt x="67" y="2170"/>
                    </a:cubicBezTo>
                    <a:cubicBezTo>
                      <a:pt x="65" y="2170"/>
                      <a:pt x="64" y="2171"/>
                      <a:pt x="62" y="2171"/>
                    </a:cubicBezTo>
                    <a:cubicBezTo>
                      <a:pt x="58" y="2172"/>
                      <a:pt x="55" y="2172"/>
                      <a:pt x="55" y="2176"/>
                    </a:cubicBezTo>
                    <a:cubicBezTo>
                      <a:pt x="55" y="2177"/>
                      <a:pt x="55" y="2178"/>
                      <a:pt x="54" y="2178"/>
                    </a:cubicBezTo>
                    <a:cubicBezTo>
                      <a:pt x="54" y="2179"/>
                      <a:pt x="53" y="2179"/>
                      <a:pt x="52" y="2180"/>
                    </a:cubicBezTo>
                    <a:cubicBezTo>
                      <a:pt x="51" y="2182"/>
                      <a:pt x="53" y="2183"/>
                      <a:pt x="49" y="2183"/>
                    </a:cubicBezTo>
                    <a:cubicBezTo>
                      <a:pt x="49" y="2181"/>
                      <a:pt x="49" y="2180"/>
                      <a:pt x="47" y="2178"/>
                    </a:cubicBezTo>
                    <a:cubicBezTo>
                      <a:pt x="45" y="2177"/>
                      <a:pt x="45" y="2175"/>
                      <a:pt x="43" y="2173"/>
                    </a:cubicBezTo>
                    <a:cubicBezTo>
                      <a:pt x="42" y="2171"/>
                      <a:pt x="39" y="2172"/>
                      <a:pt x="37" y="2172"/>
                    </a:cubicBezTo>
                    <a:cubicBezTo>
                      <a:pt x="35" y="2172"/>
                      <a:pt x="33" y="2172"/>
                      <a:pt x="31" y="2174"/>
                    </a:cubicBezTo>
                    <a:cubicBezTo>
                      <a:pt x="29" y="2175"/>
                      <a:pt x="28" y="2176"/>
                      <a:pt x="25" y="2176"/>
                    </a:cubicBezTo>
                    <a:cubicBezTo>
                      <a:pt x="22" y="2176"/>
                      <a:pt x="20" y="2176"/>
                      <a:pt x="18" y="2178"/>
                    </a:cubicBezTo>
                    <a:cubicBezTo>
                      <a:pt x="15" y="2179"/>
                      <a:pt x="13" y="2180"/>
                      <a:pt x="11" y="2180"/>
                    </a:cubicBezTo>
                    <a:cubicBezTo>
                      <a:pt x="8" y="2180"/>
                      <a:pt x="6" y="2181"/>
                      <a:pt x="5" y="2183"/>
                    </a:cubicBezTo>
                    <a:cubicBezTo>
                      <a:pt x="2" y="2188"/>
                      <a:pt x="5" y="2193"/>
                      <a:pt x="5" y="2198"/>
                    </a:cubicBezTo>
                    <a:cubicBezTo>
                      <a:pt x="2" y="2198"/>
                      <a:pt x="2" y="2201"/>
                      <a:pt x="2" y="2203"/>
                    </a:cubicBezTo>
                    <a:cubicBezTo>
                      <a:pt x="1" y="2205"/>
                      <a:pt x="0" y="2207"/>
                      <a:pt x="1" y="2209"/>
                    </a:cubicBezTo>
                    <a:cubicBezTo>
                      <a:pt x="5" y="2210"/>
                      <a:pt x="8" y="2211"/>
                      <a:pt x="13" y="2211"/>
                    </a:cubicBezTo>
                    <a:cubicBezTo>
                      <a:pt x="16" y="2211"/>
                      <a:pt x="19" y="2211"/>
                      <a:pt x="22" y="2210"/>
                    </a:cubicBezTo>
                    <a:cubicBezTo>
                      <a:pt x="26" y="2208"/>
                      <a:pt x="25" y="2205"/>
                      <a:pt x="25" y="2201"/>
                    </a:cubicBezTo>
                    <a:cubicBezTo>
                      <a:pt x="25" y="2197"/>
                      <a:pt x="27" y="2194"/>
                      <a:pt x="31" y="2194"/>
                    </a:cubicBezTo>
                    <a:cubicBezTo>
                      <a:pt x="34" y="2195"/>
                      <a:pt x="38" y="2194"/>
                      <a:pt x="40" y="2196"/>
                    </a:cubicBezTo>
                    <a:cubicBezTo>
                      <a:pt x="42" y="2198"/>
                      <a:pt x="41" y="2201"/>
                      <a:pt x="44" y="2203"/>
                    </a:cubicBezTo>
                    <a:cubicBezTo>
                      <a:pt x="47" y="2205"/>
                      <a:pt x="50" y="2207"/>
                      <a:pt x="53" y="2208"/>
                    </a:cubicBezTo>
                    <a:cubicBezTo>
                      <a:pt x="57" y="2210"/>
                      <a:pt x="61" y="2211"/>
                      <a:pt x="62" y="2215"/>
                    </a:cubicBezTo>
                    <a:cubicBezTo>
                      <a:pt x="64" y="2220"/>
                      <a:pt x="64" y="2224"/>
                      <a:pt x="65" y="2229"/>
                    </a:cubicBezTo>
                    <a:cubicBezTo>
                      <a:pt x="66" y="2233"/>
                      <a:pt x="68" y="2237"/>
                      <a:pt x="65" y="2240"/>
                    </a:cubicBezTo>
                    <a:cubicBezTo>
                      <a:pt x="66" y="2241"/>
                      <a:pt x="68" y="2241"/>
                      <a:pt x="68" y="2242"/>
                    </a:cubicBezTo>
                    <a:cubicBezTo>
                      <a:pt x="68" y="2243"/>
                      <a:pt x="67" y="2245"/>
                      <a:pt x="68" y="2246"/>
                    </a:cubicBezTo>
                    <a:cubicBezTo>
                      <a:pt x="68" y="2247"/>
                      <a:pt x="70" y="2248"/>
                      <a:pt x="70" y="2248"/>
                    </a:cubicBezTo>
                    <a:cubicBezTo>
                      <a:pt x="72" y="2249"/>
                      <a:pt x="72" y="2247"/>
                      <a:pt x="73" y="2246"/>
                    </a:cubicBezTo>
                    <a:cubicBezTo>
                      <a:pt x="74" y="2244"/>
                      <a:pt x="74" y="2241"/>
                      <a:pt x="77" y="2241"/>
                    </a:cubicBezTo>
                    <a:cubicBezTo>
                      <a:pt x="80" y="2241"/>
                      <a:pt x="82" y="2241"/>
                      <a:pt x="85" y="2242"/>
                    </a:cubicBezTo>
                    <a:cubicBezTo>
                      <a:pt x="86" y="2242"/>
                      <a:pt x="90" y="2242"/>
                      <a:pt x="91" y="2241"/>
                    </a:cubicBezTo>
                    <a:cubicBezTo>
                      <a:pt x="92" y="2240"/>
                      <a:pt x="91" y="2238"/>
                      <a:pt x="91" y="2237"/>
                    </a:cubicBezTo>
                    <a:cubicBezTo>
                      <a:pt x="93" y="2237"/>
                      <a:pt x="93" y="2235"/>
                      <a:pt x="93" y="2234"/>
                    </a:cubicBezTo>
                    <a:cubicBezTo>
                      <a:pt x="93" y="2233"/>
                      <a:pt x="94" y="2231"/>
                      <a:pt x="95" y="2230"/>
                    </a:cubicBezTo>
                    <a:cubicBezTo>
                      <a:pt x="96" y="2227"/>
                      <a:pt x="97" y="2224"/>
                      <a:pt x="97" y="2221"/>
                    </a:cubicBezTo>
                    <a:cubicBezTo>
                      <a:pt x="95" y="2220"/>
                      <a:pt x="93" y="2223"/>
                      <a:pt x="92" y="2222"/>
                    </a:cubicBezTo>
                    <a:cubicBezTo>
                      <a:pt x="92" y="2221"/>
                      <a:pt x="92" y="2220"/>
                      <a:pt x="91" y="2219"/>
                    </a:cubicBezTo>
                    <a:cubicBezTo>
                      <a:pt x="91" y="2219"/>
                      <a:pt x="89" y="2219"/>
                      <a:pt x="89" y="2219"/>
                    </a:cubicBezTo>
                    <a:cubicBezTo>
                      <a:pt x="87" y="2220"/>
                      <a:pt x="80" y="2220"/>
                      <a:pt x="80" y="2217"/>
                    </a:cubicBezTo>
                    <a:cubicBezTo>
                      <a:pt x="82" y="2217"/>
                      <a:pt x="84" y="2217"/>
                      <a:pt x="86" y="2217"/>
                    </a:cubicBezTo>
                    <a:cubicBezTo>
                      <a:pt x="87" y="2217"/>
                      <a:pt x="91" y="2218"/>
                      <a:pt x="91" y="2217"/>
                    </a:cubicBezTo>
                    <a:cubicBezTo>
                      <a:pt x="92" y="2217"/>
                      <a:pt x="94" y="2218"/>
                      <a:pt x="95" y="2218"/>
                    </a:cubicBezTo>
                    <a:cubicBezTo>
                      <a:pt x="96" y="2217"/>
                      <a:pt x="97" y="2216"/>
                      <a:pt x="97" y="2215"/>
                    </a:cubicBezTo>
                    <a:cubicBezTo>
                      <a:pt x="97" y="2212"/>
                      <a:pt x="98" y="2213"/>
                      <a:pt x="99" y="2212"/>
                    </a:cubicBezTo>
                    <a:cubicBezTo>
                      <a:pt x="100" y="2211"/>
                      <a:pt x="102" y="2210"/>
                      <a:pt x="102" y="2209"/>
                    </a:cubicBezTo>
                    <a:cubicBezTo>
                      <a:pt x="102" y="2208"/>
                      <a:pt x="102" y="2208"/>
                      <a:pt x="102" y="2207"/>
                    </a:cubicBezTo>
                    <a:cubicBezTo>
                      <a:pt x="103" y="2206"/>
                      <a:pt x="103" y="2206"/>
                      <a:pt x="104" y="2206"/>
                    </a:cubicBezTo>
                    <a:cubicBezTo>
                      <a:pt x="105" y="2205"/>
                      <a:pt x="105" y="2204"/>
                      <a:pt x="104" y="2203"/>
                    </a:cubicBezTo>
                    <a:cubicBezTo>
                      <a:pt x="103" y="2201"/>
                      <a:pt x="102" y="2202"/>
                      <a:pt x="101" y="2200"/>
                    </a:cubicBezTo>
                    <a:cubicBezTo>
                      <a:pt x="101" y="2199"/>
                      <a:pt x="101" y="2198"/>
                      <a:pt x="103" y="2197"/>
                    </a:cubicBezTo>
                    <a:cubicBezTo>
                      <a:pt x="104" y="2197"/>
                      <a:pt x="105" y="2197"/>
                      <a:pt x="104" y="2195"/>
                    </a:cubicBezTo>
                    <a:cubicBezTo>
                      <a:pt x="103" y="2194"/>
                      <a:pt x="102" y="2193"/>
                      <a:pt x="102" y="2191"/>
                    </a:cubicBezTo>
                    <a:cubicBezTo>
                      <a:pt x="106" y="2190"/>
                      <a:pt x="111" y="2192"/>
                      <a:pt x="113" y="2190"/>
                    </a:cubicBezTo>
                    <a:cubicBezTo>
                      <a:pt x="114" y="2189"/>
                      <a:pt x="114" y="2189"/>
                      <a:pt x="114" y="2188"/>
                    </a:cubicBezTo>
                    <a:cubicBezTo>
                      <a:pt x="114" y="2186"/>
                      <a:pt x="114" y="2185"/>
                      <a:pt x="114" y="2183"/>
                    </a:cubicBezTo>
                    <a:cubicBezTo>
                      <a:pt x="115" y="2181"/>
                      <a:pt x="117" y="2177"/>
                      <a:pt x="118" y="2181"/>
                    </a:cubicBezTo>
                    <a:cubicBezTo>
                      <a:pt x="119" y="2183"/>
                      <a:pt x="118" y="2186"/>
                      <a:pt x="118" y="2188"/>
                    </a:cubicBezTo>
                    <a:cubicBezTo>
                      <a:pt x="120" y="2189"/>
                      <a:pt x="124" y="2189"/>
                      <a:pt x="122" y="2192"/>
                    </a:cubicBezTo>
                    <a:cubicBezTo>
                      <a:pt x="120" y="2194"/>
                      <a:pt x="117" y="2192"/>
                      <a:pt x="115" y="2192"/>
                    </a:cubicBezTo>
                    <a:cubicBezTo>
                      <a:pt x="113" y="2193"/>
                      <a:pt x="114" y="2198"/>
                      <a:pt x="114" y="2200"/>
                    </a:cubicBezTo>
                    <a:cubicBezTo>
                      <a:pt x="114" y="2202"/>
                      <a:pt x="116" y="2205"/>
                      <a:pt x="118" y="2204"/>
                    </a:cubicBezTo>
                    <a:cubicBezTo>
                      <a:pt x="119" y="2203"/>
                      <a:pt x="119" y="2201"/>
                      <a:pt x="120" y="2200"/>
                    </a:cubicBezTo>
                    <a:cubicBezTo>
                      <a:pt x="121" y="2197"/>
                      <a:pt x="127" y="2199"/>
                      <a:pt x="130" y="2199"/>
                    </a:cubicBezTo>
                    <a:cubicBezTo>
                      <a:pt x="131" y="2199"/>
                      <a:pt x="132" y="2199"/>
                      <a:pt x="133" y="2198"/>
                    </a:cubicBezTo>
                    <a:cubicBezTo>
                      <a:pt x="134" y="2197"/>
                      <a:pt x="135" y="2196"/>
                      <a:pt x="136" y="2195"/>
                    </a:cubicBezTo>
                    <a:cubicBezTo>
                      <a:pt x="137" y="2194"/>
                      <a:pt x="137" y="2194"/>
                      <a:pt x="139" y="2194"/>
                    </a:cubicBezTo>
                    <a:cubicBezTo>
                      <a:pt x="141" y="2193"/>
                      <a:pt x="142" y="2193"/>
                      <a:pt x="144" y="2193"/>
                    </a:cubicBezTo>
                    <a:cubicBezTo>
                      <a:pt x="144" y="2193"/>
                      <a:pt x="146" y="2193"/>
                      <a:pt x="146" y="2193"/>
                    </a:cubicBezTo>
                    <a:cubicBezTo>
                      <a:pt x="147" y="2194"/>
                      <a:pt x="147" y="2194"/>
                      <a:pt x="147" y="2195"/>
                    </a:cubicBezTo>
                    <a:cubicBezTo>
                      <a:pt x="148" y="2196"/>
                      <a:pt x="149" y="2196"/>
                      <a:pt x="150" y="2196"/>
                    </a:cubicBezTo>
                    <a:cubicBezTo>
                      <a:pt x="151" y="2195"/>
                      <a:pt x="151" y="2194"/>
                      <a:pt x="151" y="2193"/>
                    </a:cubicBezTo>
                    <a:cubicBezTo>
                      <a:pt x="151" y="2191"/>
                      <a:pt x="152" y="2190"/>
                      <a:pt x="152" y="2189"/>
                    </a:cubicBezTo>
                    <a:cubicBezTo>
                      <a:pt x="152" y="2188"/>
                      <a:pt x="152" y="2187"/>
                      <a:pt x="153" y="2185"/>
                    </a:cubicBezTo>
                    <a:cubicBezTo>
                      <a:pt x="154" y="2183"/>
                      <a:pt x="155" y="2180"/>
                      <a:pt x="157" y="2180"/>
                    </a:cubicBezTo>
                    <a:cubicBezTo>
                      <a:pt x="158" y="2179"/>
                      <a:pt x="160" y="2180"/>
                      <a:pt x="161" y="2179"/>
                    </a:cubicBezTo>
                    <a:cubicBezTo>
                      <a:pt x="162" y="2178"/>
                      <a:pt x="162" y="2176"/>
                      <a:pt x="162" y="2175"/>
                    </a:cubicBezTo>
                    <a:cubicBezTo>
                      <a:pt x="163" y="2172"/>
                      <a:pt x="164" y="2171"/>
                      <a:pt x="167" y="2170"/>
                    </a:cubicBezTo>
                    <a:cubicBezTo>
                      <a:pt x="169" y="2169"/>
                      <a:pt x="173" y="2169"/>
                      <a:pt x="174" y="2172"/>
                    </a:cubicBezTo>
                    <a:cubicBezTo>
                      <a:pt x="175" y="2174"/>
                      <a:pt x="175" y="2177"/>
                      <a:pt x="178" y="2176"/>
                    </a:cubicBezTo>
                    <a:cubicBezTo>
                      <a:pt x="180" y="2176"/>
                      <a:pt x="182" y="2172"/>
                      <a:pt x="182" y="2170"/>
                    </a:cubicBezTo>
                    <a:cubicBezTo>
                      <a:pt x="182" y="2168"/>
                      <a:pt x="182" y="2168"/>
                      <a:pt x="183" y="2166"/>
                    </a:cubicBezTo>
                    <a:cubicBezTo>
                      <a:pt x="183" y="2165"/>
                      <a:pt x="183" y="2160"/>
                      <a:pt x="185" y="2162"/>
                    </a:cubicBezTo>
                    <a:cubicBezTo>
                      <a:pt x="187" y="2163"/>
                      <a:pt x="185" y="2168"/>
                      <a:pt x="185" y="2170"/>
                    </a:cubicBezTo>
                    <a:cubicBezTo>
                      <a:pt x="186" y="2172"/>
                      <a:pt x="185" y="2175"/>
                      <a:pt x="186" y="2177"/>
                    </a:cubicBezTo>
                    <a:cubicBezTo>
                      <a:pt x="188" y="2180"/>
                      <a:pt x="192" y="2179"/>
                      <a:pt x="195" y="2180"/>
                    </a:cubicBezTo>
                    <a:cubicBezTo>
                      <a:pt x="198" y="2180"/>
                      <a:pt x="200" y="2181"/>
                      <a:pt x="203" y="2181"/>
                    </a:cubicBezTo>
                    <a:cubicBezTo>
                      <a:pt x="204" y="2181"/>
                      <a:pt x="205" y="2181"/>
                      <a:pt x="206" y="2180"/>
                    </a:cubicBezTo>
                    <a:cubicBezTo>
                      <a:pt x="207" y="2179"/>
                      <a:pt x="207" y="2178"/>
                      <a:pt x="208" y="2176"/>
                    </a:cubicBezTo>
                    <a:cubicBezTo>
                      <a:pt x="210" y="2173"/>
                      <a:pt x="214" y="2174"/>
                      <a:pt x="217" y="2175"/>
                    </a:cubicBezTo>
                    <a:cubicBezTo>
                      <a:pt x="218" y="2175"/>
                      <a:pt x="220" y="2175"/>
                      <a:pt x="221" y="2176"/>
                    </a:cubicBezTo>
                    <a:cubicBezTo>
                      <a:pt x="222" y="2177"/>
                      <a:pt x="222" y="2178"/>
                      <a:pt x="223" y="2179"/>
                    </a:cubicBezTo>
                    <a:cubicBezTo>
                      <a:pt x="224" y="2181"/>
                      <a:pt x="228" y="2181"/>
                      <a:pt x="231" y="2181"/>
                    </a:cubicBezTo>
                    <a:cubicBezTo>
                      <a:pt x="234" y="2180"/>
                      <a:pt x="233" y="2183"/>
                      <a:pt x="235" y="2184"/>
                    </a:cubicBezTo>
                    <a:cubicBezTo>
                      <a:pt x="237" y="2185"/>
                      <a:pt x="240" y="2184"/>
                      <a:pt x="242" y="2185"/>
                    </a:cubicBezTo>
                    <a:cubicBezTo>
                      <a:pt x="244" y="2187"/>
                      <a:pt x="243" y="2190"/>
                      <a:pt x="245" y="2192"/>
                    </a:cubicBezTo>
                    <a:cubicBezTo>
                      <a:pt x="246" y="2193"/>
                      <a:pt x="248" y="2196"/>
                      <a:pt x="250" y="2195"/>
                    </a:cubicBezTo>
                    <a:cubicBezTo>
                      <a:pt x="252" y="2194"/>
                      <a:pt x="249" y="2190"/>
                      <a:pt x="248" y="2189"/>
                    </a:cubicBezTo>
                    <a:cubicBezTo>
                      <a:pt x="247" y="2186"/>
                      <a:pt x="248" y="2184"/>
                      <a:pt x="248" y="2182"/>
                    </a:cubicBezTo>
                    <a:cubicBezTo>
                      <a:pt x="247" y="2179"/>
                      <a:pt x="245" y="2178"/>
                      <a:pt x="242" y="2178"/>
                    </a:cubicBezTo>
                    <a:cubicBezTo>
                      <a:pt x="241" y="2178"/>
                      <a:pt x="239" y="2177"/>
                      <a:pt x="238" y="2177"/>
                    </a:cubicBezTo>
                    <a:cubicBezTo>
                      <a:pt x="238" y="2176"/>
                      <a:pt x="238" y="2175"/>
                      <a:pt x="237" y="2174"/>
                    </a:cubicBezTo>
                    <a:cubicBezTo>
                      <a:pt x="237" y="2173"/>
                      <a:pt x="236" y="2172"/>
                      <a:pt x="237" y="2172"/>
                    </a:cubicBezTo>
                    <a:cubicBezTo>
                      <a:pt x="238" y="2171"/>
                      <a:pt x="239" y="2171"/>
                      <a:pt x="240" y="2171"/>
                    </a:cubicBezTo>
                    <a:cubicBezTo>
                      <a:pt x="242" y="2172"/>
                      <a:pt x="243" y="2173"/>
                      <a:pt x="245" y="2174"/>
                    </a:cubicBezTo>
                    <a:cubicBezTo>
                      <a:pt x="246" y="2176"/>
                      <a:pt x="248" y="2175"/>
                      <a:pt x="250" y="2175"/>
                    </a:cubicBezTo>
                    <a:cubicBezTo>
                      <a:pt x="253" y="2173"/>
                      <a:pt x="252" y="2171"/>
                      <a:pt x="252" y="2169"/>
                    </a:cubicBezTo>
                    <a:cubicBezTo>
                      <a:pt x="252" y="2166"/>
                      <a:pt x="254" y="2166"/>
                      <a:pt x="255" y="2164"/>
                    </a:cubicBezTo>
                    <a:cubicBezTo>
                      <a:pt x="257" y="2162"/>
                      <a:pt x="254" y="2159"/>
                      <a:pt x="253" y="2157"/>
                    </a:cubicBezTo>
                    <a:cubicBezTo>
                      <a:pt x="251" y="2154"/>
                      <a:pt x="253" y="2153"/>
                      <a:pt x="255" y="2151"/>
                    </a:cubicBezTo>
                    <a:cubicBezTo>
                      <a:pt x="257" y="2151"/>
                      <a:pt x="257" y="2150"/>
                      <a:pt x="258" y="2149"/>
                    </a:cubicBezTo>
                    <a:cubicBezTo>
                      <a:pt x="259" y="2148"/>
                      <a:pt x="259" y="2148"/>
                      <a:pt x="260" y="2148"/>
                    </a:cubicBezTo>
                    <a:cubicBezTo>
                      <a:pt x="262" y="2148"/>
                      <a:pt x="262" y="2149"/>
                      <a:pt x="262" y="2150"/>
                    </a:cubicBezTo>
                    <a:cubicBezTo>
                      <a:pt x="262" y="2151"/>
                      <a:pt x="260" y="2152"/>
                      <a:pt x="259" y="2153"/>
                    </a:cubicBezTo>
                    <a:cubicBezTo>
                      <a:pt x="258" y="2153"/>
                      <a:pt x="256" y="2154"/>
                      <a:pt x="255" y="2155"/>
                    </a:cubicBezTo>
                    <a:cubicBezTo>
                      <a:pt x="255" y="2156"/>
                      <a:pt x="255" y="2159"/>
                      <a:pt x="256" y="2160"/>
                    </a:cubicBezTo>
                    <a:cubicBezTo>
                      <a:pt x="256" y="2161"/>
                      <a:pt x="256" y="2164"/>
                      <a:pt x="257" y="2165"/>
                    </a:cubicBezTo>
                    <a:cubicBezTo>
                      <a:pt x="258" y="2166"/>
                      <a:pt x="259" y="2164"/>
                      <a:pt x="260" y="2164"/>
                    </a:cubicBezTo>
                    <a:cubicBezTo>
                      <a:pt x="261" y="2163"/>
                      <a:pt x="263" y="2162"/>
                      <a:pt x="264" y="2164"/>
                    </a:cubicBezTo>
                    <a:cubicBezTo>
                      <a:pt x="264" y="2165"/>
                      <a:pt x="263" y="2166"/>
                      <a:pt x="262" y="2167"/>
                    </a:cubicBezTo>
                    <a:cubicBezTo>
                      <a:pt x="259" y="2168"/>
                      <a:pt x="255" y="2167"/>
                      <a:pt x="254" y="2171"/>
                    </a:cubicBezTo>
                    <a:cubicBezTo>
                      <a:pt x="254" y="2174"/>
                      <a:pt x="255" y="2177"/>
                      <a:pt x="255" y="2180"/>
                    </a:cubicBezTo>
                    <a:cubicBezTo>
                      <a:pt x="255" y="2181"/>
                      <a:pt x="256" y="2183"/>
                      <a:pt x="257" y="2184"/>
                    </a:cubicBezTo>
                    <a:cubicBezTo>
                      <a:pt x="258" y="2185"/>
                      <a:pt x="259" y="2184"/>
                      <a:pt x="260" y="2184"/>
                    </a:cubicBezTo>
                    <a:cubicBezTo>
                      <a:pt x="263" y="2185"/>
                      <a:pt x="267" y="2187"/>
                      <a:pt x="265" y="2190"/>
                    </a:cubicBezTo>
                    <a:cubicBezTo>
                      <a:pt x="263" y="2192"/>
                      <a:pt x="259" y="2193"/>
                      <a:pt x="261" y="2197"/>
                    </a:cubicBezTo>
                    <a:cubicBezTo>
                      <a:pt x="261" y="2199"/>
                      <a:pt x="264" y="2201"/>
                      <a:pt x="266" y="2202"/>
                    </a:cubicBezTo>
                    <a:cubicBezTo>
                      <a:pt x="269" y="2204"/>
                      <a:pt x="270" y="2201"/>
                      <a:pt x="273" y="2199"/>
                    </a:cubicBezTo>
                    <a:cubicBezTo>
                      <a:pt x="274" y="2199"/>
                      <a:pt x="275" y="2199"/>
                      <a:pt x="275" y="2200"/>
                    </a:cubicBezTo>
                    <a:cubicBezTo>
                      <a:pt x="275" y="2201"/>
                      <a:pt x="273" y="2202"/>
                      <a:pt x="272" y="2203"/>
                    </a:cubicBezTo>
                    <a:cubicBezTo>
                      <a:pt x="272" y="2204"/>
                      <a:pt x="270" y="2204"/>
                      <a:pt x="270" y="2205"/>
                    </a:cubicBezTo>
                    <a:cubicBezTo>
                      <a:pt x="270" y="2206"/>
                      <a:pt x="271" y="2207"/>
                      <a:pt x="272" y="2208"/>
                    </a:cubicBezTo>
                    <a:cubicBezTo>
                      <a:pt x="274" y="2208"/>
                      <a:pt x="275" y="2208"/>
                      <a:pt x="277" y="2207"/>
                    </a:cubicBezTo>
                    <a:cubicBezTo>
                      <a:pt x="279" y="2207"/>
                      <a:pt x="281" y="2207"/>
                      <a:pt x="283" y="2208"/>
                    </a:cubicBezTo>
                    <a:cubicBezTo>
                      <a:pt x="284" y="2208"/>
                      <a:pt x="286" y="2209"/>
                      <a:pt x="287" y="2208"/>
                    </a:cubicBezTo>
                    <a:cubicBezTo>
                      <a:pt x="288" y="2208"/>
                      <a:pt x="288" y="2206"/>
                      <a:pt x="289" y="2205"/>
                    </a:cubicBezTo>
                    <a:cubicBezTo>
                      <a:pt x="289" y="2204"/>
                      <a:pt x="290" y="2203"/>
                      <a:pt x="291" y="2203"/>
                    </a:cubicBezTo>
                    <a:cubicBezTo>
                      <a:pt x="292" y="2204"/>
                      <a:pt x="289" y="2206"/>
                      <a:pt x="289" y="2208"/>
                    </a:cubicBezTo>
                    <a:cubicBezTo>
                      <a:pt x="289" y="2209"/>
                      <a:pt x="288" y="2211"/>
                      <a:pt x="288" y="2212"/>
                    </a:cubicBezTo>
                    <a:cubicBezTo>
                      <a:pt x="288" y="2213"/>
                      <a:pt x="288" y="2214"/>
                      <a:pt x="289" y="2214"/>
                    </a:cubicBezTo>
                    <a:cubicBezTo>
                      <a:pt x="289" y="2216"/>
                      <a:pt x="292" y="2215"/>
                      <a:pt x="293" y="2216"/>
                    </a:cubicBezTo>
                    <a:cubicBezTo>
                      <a:pt x="293" y="2217"/>
                      <a:pt x="293" y="2218"/>
                      <a:pt x="294" y="2218"/>
                    </a:cubicBezTo>
                    <a:cubicBezTo>
                      <a:pt x="295" y="2219"/>
                      <a:pt x="296" y="2218"/>
                      <a:pt x="297" y="2217"/>
                    </a:cubicBezTo>
                    <a:cubicBezTo>
                      <a:pt x="298" y="2216"/>
                      <a:pt x="299" y="2213"/>
                      <a:pt x="301" y="2213"/>
                    </a:cubicBezTo>
                    <a:cubicBezTo>
                      <a:pt x="305" y="2213"/>
                      <a:pt x="300" y="2217"/>
                      <a:pt x="299" y="2218"/>
                    </a:cubicBezTo>
                    <a:cubicBezTo>
                      <a:pt x="298" y="2219"/>
                      <a:pt x="298" y="2219"/>
                      <a:pt x="297" y="2220"/>
                    </a:cubicBezTo>
                    <a:cubicBezTo>
                      <a:pt x="297" y="2220"/>
                      <a:pt x="296" y="2221"/>
                      <a:pt x="295" y="2222"/>
                    </a:cubicBezTo>
                    <a:cubicBezTo>
                      <a:pt x="295" y="2224"/>
                      <a:pt x="298" y="2225"/>
                      <a:pt x="297" y="2227"/>
                    </a:cubicBezTo>
                    <a:cubicBezTo>
                      <a:pt x="296" y="2228"/>
                      <a:pt x="295" y="2228"/>
                      <a:pt x="295" y="2230"/>
                    </a:cubicBezTo>
                    <a:cubicBezTo>
                      <a:pt x="295" y="2231"/>
                      <a:pt x="296" y="2232"/>
                      <a:pt x="296" y="2233"/>
                    </a:cubicBezTo>
                    <a:cubicBezTo>
                      <a:pt x="297" y="2234"/>
                      <a:pt x="298" y="2233"/>
                      <a:pt x="298" y="2234"/>
                    </a:cubicBezTo>
                    <a:cubicBezTo>
                      <a:pt x="299" y="2235"/>
                      <a:pt x="298" y="2236"/>
                      <a:pt x="299" y="2238"/>
                    </a:cubicBezTo>
                    <a:cubicBezTo>
                      <a:pt x="300" y="2239"/>
                      <a:pt x="301" y="2240"/>
                      <a:pt x="302" y="2241"/>
                    </a:cubicBezTo>
                    <a:cubicBezTo>
                      <a:pt x="304" y="2242"/>
                      <a:pt x="305" y="2241"/>
                      <a:pt x="306" y="2239"/>
                    </a:cubicBezTo>
                    <a:cubicBezTo>
                      <a:pt x="306" y="2238"/>
                      <a:pt x="306" y="2236"/>
                      <a:pt x="307" y="2235"/>
                    </a:cubicBezTo>
                    <a:cubicBezTo>
                      <a:pt x="308" y="2235"/>
                      <a:pt x="308" y="2234"/>
                      <a:pt x="309" y="2234"/>
                    </a:cubicBezTo>
                    <a:cubicBezTo>
                      <a:pt x="310" y="2232"/>
                      <a:pt x="309" y="2229"/>
                      <a:pt x="310" y="2227"/>
                    </a:cubicBezTo>
                    <a:cubicBezTo>
                      <a:pt x="311" y="2224"/>
                      <a:pt x="312" y="2228"/>
                      <a:pt x="313" y="2229"/>
                    </a:cubicBezTo>
                    <a:cubicBezTo>
                      <a:pt x="313" y="2230"/>
                      <a:pt x="314" y="2230"/>
                      <a:pt x="315" y="2231"/>
                    </a:cubicBezTo>
                    <a:cubicBezTo>
                      <a:pt x="315" y="2231"/>
                      <a:pt x="315" y="2231"/>
                      <a:pt x="314" y="2232"/>
                    </a:cubicBezTo>
                    <a:cubicBezTo>
                      <a:pt x="314" y="2232"/>
                      <a:pt x="313" y="2233"/>
                      <a:pt x="313" y="2234"/>
                    </a:cubicBezTo>
                    <a:cubicBezTo>
                      <a:pt x="313" y="2235"/>
                      <a:pt x="314" y="2235"/>
                      <a:pt x="314" y="2236"/>
                    </a:cubicBezTo>
                    <a:cubicBezTo>
                      <a:pt x="314" y="2237"/>
                      <a:pt x="310" y="2237"/>
                      <a:pt x="309" y="2238"/>
                    </a:cubicBezTo>
                    <a:cubicBezTo>
                      <a:pt x="307" y="2239"/>
                      <a:pt x="309" y="2241"/>
                      <a:pt x="310" y="2242"/>
                    </a:cubicBezTo>
                    <a:cubicBezTo>
                      <a:pt x="311" y="2243"/>
                      <a:pt x="313" y="2245"/>
                      <a:pt x="315" y="2245"/>
                    </a:cubicBezTo>
                    <a:cubicBezTo>
                      <a:pt x="316" y="2245"/>
                      <a:pt x="317" y="2245"/>
                      <a:pt x="318" y="2244"/>
                    </a:cubicBezTo>
                    <a:cubicBezTo>
                      <a:pt x="319" y="2244"/>
                      <a:pt x="320" y="2244"/>
                      <a:pt x="321" y="2244"/>
                    </a:cubicBezTo>
                    <a:cubicBezTo>
                      <a:pt x="324" y="2244"/>
                      <a:pt x="325" y="2244"/>
                      <a:pt x="326" y="2241"/>
                    </a:cubicBezTo>
                    <a:cubicBezTo>
                      <a:pt x="326" y="2239"/>
                      <a:pt x="326" y="2237"/>
                      <a:pt x="327" y="2235"/>
                    </a:cubicBezTo>
                    <a:cubicBezTo>
                      <a:pt x="328" y="2231"/>
                      <a:pt x="331" y="2226"/>
                      <a:pt x="335" y="2224"/>
                    </a:cubicBezTo>
                    <a:cubicBezTo>
                      <a:pt x="339" y="2222"/>
                      <a:pt x="345" y="2222"/>
                      <a:pt x="345" y="2216"/>
                    </a:cubicBezTo>
                    <a:cubicBezTo>
                      <a:pt x="345" y="2214"/>
                      <a:pt x="345" y="2213"/>
                      <a:pt x="345" y="2211"/>
                    </a:cubicBezTo>
                    <a:cubicBezTo>
                      <a:pt x="346" y="2208"/>
                      <a:pt x="346" y="2205"/>
                      <a:pt x="343" y="2203"/>
                    </a:cubicBezTo>
                    <a:cubicBezTo>
                      <a:pt x="342" y="2202"/>
                      <a:pt x="339" y="2200"/>
                      <a:pt x="338" y="2198"/>
                    </a:cubicBezTo>
                    <a:cubicBezTo>
                      <a:pt x="337" y="2196"/>
                      <a:pt x="337" y="2194"/>
                      <a:pt x="336" y="2192"/>
                    </a:cubicBezTo>
                    <a:cubicBezTo>
                      <a:pt x="335" y="2191"/>
                      <a:pt x="335" y="2190"/>
                      <a:pt x="335" y="2189"/>
                    </a:cubicBezTo>
                    <a:cubicBezTo>
                      <a:pt x="335" y="2188"/>
                      <a:pt x="335" y="2186"/>
                      <a:pt x="337" y="2187"/>
                    </a:cubicBezTo>
                    <a:cubicBezTo>
                      <a:pt x="337" y="2188"/>
                      <a:pt x="337" y="2190"/>
                      <a:pt x="337" y="2191"/>
                    </a:cubicBezTo>
                    <a:cubicBezTo>
                      <a:pt x="338" y="2193"/>
                      <a:pt x="339" y="2194"/>
                      <a:pt x="341" y="2195"/>
                    </a:cubicBezTo>
                    <a:cubicBezTo>
                      <a:pt x="342" y="2197"/>
                      <a:pt x="345" y="2198"/>
                      <a:pt x="346" y="2201"/>
                    </a:cubicBezTo>
                    <a:cubicBezTo>
                      <a:pt x="347" y="2203"/>
                      <a:pt x="347" y="2206"/>
                      <a:pt x="347" y="2208"/>
                    </a:cubicBezTo>
                    <a:cubicBezTo>
                      <a:pt x="347" y="2211"/>
                      <a:pt x="347" y="2213"/>
                      <a:pt x="349" y="2215"/>
                    </a:cubicBezTo>
                    <a:cubicBezTo>
                      <a:pt x="350" y="2216"/>
                      <a:pt x="353" y="2216"/>
                      <a:pt x="355" y="2215"/>
                    </a:cubicBezTo>
                    <a:cubicBezTo>
                      <a:pt x="357" y="2213"/>
                      <a:pt x="356" y="2210"/>
                      <a:pt x="356" y="2208"/>
                    </a:cubicBezTo>
                    <a:cubicBezTo>
                      <a:pt x="357" y="2205"/>
                      <a:pt x="358" y="2204"/>
                      <a:pt x="360" y="2203"/>
                    </a:cubicBezTo>
                    <a:cubicBezTo>
                      <a:pt x="362" y="2201"/>
                      <a:pt x="363" y="2198"/>
                      <a:pt x="364" y="2196"/>
                    </a:cubicBezTo>
                    <a:cubicBezTo>
                      <a:pt x="364" y="2193"/>
                      <a:pt x="364" y="2190"/>
                      <a:pt x="365" y="2188"/>
                    </a:cubicBezTo>
                    <a:cubicBezTo>
                      <a:pt x="366" y="2184"/>
                      <a:pt x="367" y="2180"/>
                      <a:pt x="368" y="2177"/>
                    </a:cubicBezTo>
                    <a:cubicBezTo>
                      <a:pt x="368" y="2176"/>
                      <a:pt x="368" y="2175"/>
                      <a:pt x="368" y="2174"/>
                    </a:cubicBezTo>
                    <a:cubicBezTo>
                      <a:pt x="368" y="2173"/>
                      <a:pt x="369" y="2172"/>
                      <a:pt x="370" y="2171"/>
                    </a:cubicBezTo>
                    <a:cubicBezTo>
                      <a:pt x="371" y="2169"/>
                      <a:pt x="370" y="2168"/>
                      <a:pt x="370" y="2166"/>
                    </a:cubicBezTo>
                    <a:cubicBezTo>
                      <a:pt x="370" y="2165"/>
                      <a:pt x="372" y="2164"/>
                      <a:pt x="373" y="2163"/>
                    </a:cubicBezTo>
                    <a:cubicBezTo>
                      <a:pt x="376" y="2160"/>
                      <a:pt x="380" y="2158"/>
                      <a:pt x="383" y="2155"/>
                    </a:cubicBezTo>
                    <a:cubicBezTo>
                      <a:pt x="385" y="2152"/>
                      <a:pt x="385" y="2149"/>
                      <a:pt x="385" y="2146"/>
                    </a:cubicBezTo>
                    <a:cubicBezTo>
                      <a:pt x="386" y="2143"/>
                      <a:pt x="386" y="2141"/>
                      <a:pt x="386" y="2138"/>
                    </a:cubicBezTo>
                    <a:cubicBezTo>
                      <a:pt x="386" y="2136"/>
                      <a:pt x="385" y="2134"/>
                      <a:pt x="386" y="2133"/>
                    </a:cubicBezTo>
                    <a:cubicBezTo>
                      <a:pt x="386" y="2131"/>
                      <a:pt x="387" y="2133"/>
                      <a:pt x="388" y="2134"/>
                    </a:cubicBezTo>
                    <a:cubicBezTo>
                      <a:pt x="388" y="2137"/>
                      <a:pt x="389" y="2140"/>
                      <a:pt x="389" y="2143"/>
                    </a:cubicBezTo>
                    <a:cubicBezTo>
                      <a:pt x="389" y="2145"/>
                      <a:pt x="388" y="2147"/>
                      <a:pt x="388" y="2149"/>
                    </a:cubicBezTo>
                    <a:cubicBezTo>
                      <a:pt x="388" y="2150"/>
                      <a:pt x="390" y="2151"/>
                      <a:pt x="391" y="2152"/>
                    </a:cubicBezTo>
                    <a:cubicBezTo>
                      <a:pt x="395" y="2153"/>
                      <a:pt x="399" y="2153"/>
                      <a:pt x="403" y="2151"/>
                    </a:cubicBezTo>
                    <a:cubicBezTo>
                      <a:pt x="405" y="2150"/>
                      <a:pt x="407" y="2150"/>
                      <a:pt x="408" y="2149"/>
                    </a:cubicBezTo>
                    <a:cubicBezTo>
                      <a:pt x="409" y="2148"/>
                      <a:pt x="410" y="2147"/>
                      <a:pt x="411" y="2146"/>
                    </a:cubicBezTo>
                    <a:cubicBezTo>
                      <a:pt x="412" y="2145"/>
                      <a:pt x="414" y="2144"/>
                      <a:pt x="415" y="2143"/>
                    </a:cubicBezTo>
                    <a:cubicBezTo>
                      <a:pt x="417" y="2141"/>
                      <a:pt x="418" y="2141"/>
                      <a:pt x="420" y="2141"/>
                    </a:cubicBezTo>
                    <a:cubicBezTo>
                      <a:pt x="424" y="2140"/>
                      <a:pt x="427" y="2140"/>
                      <a:pt x="430" y="2141"/>
                    </a:cubicBezTo>
                    <a:cubicBezTo>
                      <a:pt x="432" y="2142"/>
                      <a:pt x="434" y="2143"/>
                      <a:pt x="436" y="2144"/>
                    </a:cubicBezTo>
                    <a:cubicBezTo>
                      <a:pt x="438" y="2144"/>
                      <a:pt x="441" y="2145"/>
                      <a:pt x="443" y="2144"/>
                    </a:cubicBezTo>
                    <a:cubicBezTo>
                      <a:pt x="445" y="2144"/>
                      <a:pt x="446" y="2142"/>
                      <a:pt x="447" y="2140"/>
                    </a:cubicBezTo>
                    <a:cubicBezTo>
                      <a:pt x="448" y="2139"/>
                      <a:pt x="450" y="2137"/>
                      <a:pt x="451" y="2137"/>
                    </a:cubicBezTo>
                    <a:cubicBezTo>
                      <a:pt x="453" y="2138"/>
                      <a:pt x="452" y="2141"/>
                      <a:pt x="452" y="2142"/>
                    </a:cubicBezTo>
                    <a:cubicBezTo>
                      <a:pt x="453" y="2144"/>
                      <a:pt x="457" y="2144"/>
                      <a:pt x="458" y="2144"/>
                    </a:cubicBezTo>
                    <a:cubicBezTo>
                      <a:pt x="460" y="2144"/>
                      <a:pt x="464" y="2145"/>
                      <a:pt x="465" y="2144"/>
                    </a:cubicBezTo>
                    <a:cubicBezTo>
                      <a:pt x="466" y="2143"/>
                      <a:pt x="465" y="2141"/>
                      <a:pt x="467" y="2140"/>
                    </a:cubicBezTo>
                    <a:cubicBezTo>
                      <a:pt x="469" y="2140"/>
                      <a:pt x="471" y="2141"/>
                      <a:pt x="472" y="2141"/>
                    </a:cubicBezTo>
                    <a:cubicBezTo>
                      <a:pt x="475" y="2142"/>
                      <a:pt x="477" y="2142"/>
                      <a:pt x="479" y="2142"/>
                    </a:cubicBezTo>
                    <a:cubicBezTo>
                      <a:pt x="481" y="2143"/>
                      <a:pt x="483" y="2144"/>
                      <a:pt x="484" y="2145"/>
                    </a:cubicBezTo>
                    <a:cubicBezTo>
                      <a:pt x="489" y="2147"/>
                      <a:pt x="493" y="2151"/>
                      <a:pt x="497" y="2154"/>
                    </a:cubicBezTo>
                    <a:cubicBezTo>
                      <a:pt x="499" y="2156"/>
                      <a:pt x="501" y="2157"/>
                      <a:pt x="503" y="2159"/>
                    </a:cubicBezTo>
                    <a:cubicBezTo>
                      <a:pt x="506" y="2161"/>
                      <a:pt x="507" y="2162"/>
                      <a:pt x="509" y="2165"/>
                    </a:cubicBezTo>
                    <a:cubicBezTo>
                      <a:pt x="510" y="2169"/>
                      <a:pt x="513" y="2171"/>
                      <a:pt x="516" y="2174"/>
                    </a:cubicBezTo>
                    <a:cubicBezTo>
                      <a:pt x="519" y="2176"/>
                      <a:pt x="523" y="2177"/>
                      <a:pt x="524" y="2181"/>
                    </a:cubicBezTo>
                    <a:cubicBezTo>
                      <a:pt x="525" y="2182"/>
                      <a:pt x="525" y="2183"/>
                      <a:pt x="525" y="2184"/>
                    </a:cubicBezTo>
                    <a:cubicBezTo>
                      <a:pt x="525" y="2185"/>
                      <a:pt x="526" y="2186"/>
                      <a:pt x="526" y="2187"/>
                    </a:cubicBezTo>
                    <a:cubicBezTo>
                      <a:pt x="527" y="2189"/>
                      <a:pt x="527" y="2192"/>
                      <a:pt x="529" y="2192"/>
                    </a:cubicBezTo>
                    <a:cubicBezTo>
                      <a:pt x="531" y="2193"/>
                      <a:pt x="532" y="2193"/>
                      <a:pt x="534" y="2192"/>
                    </a:cubicBezTo>
                    <a:cubicBezTo>
                      <a:pt x="535" y="2191"/>
                      <a:pt x="537" y="2190"/>
                      <a:pt x="538" y="2188"/>
                    </a:cubicBezTo>
                    <a:cubicBezTo>
                      <a:pt x="539" y="2187"/>
                      <a:pt x="541" y="2186"/>
                      <a:pt x="543" y="2185"/>
                    </a:cubicBezTo>
                    <a:cubicBezTo>
                      <a:pt x="545" y="2185"/>
                      <a:pt x="547" y="2186"/>
                      <a:pt x="550" y="2187"/>
                    </a:cubicBezTo>
                    <a:cubicBezTo>
                      <a:pt x="552" y="2187"/>
                      <a:pt x="555" y="2188"/>
                      <a:pt x="557" y="2190"/>
                    </a:cubicBezTo>
                    <a:cubicBezTo>
                      <a:pt x="562" y="2192"/>
                      <a:pt x="565" y="2196"/>
                      <a:pt x="569" y="2198"/>
                    </a:cubicBezTo>
                    <a:cubicBezTo>
                      <a:pt x="570" y="2198"/>
                      <a:pt x="571" y="2198"/>
                      <a:pt x="572" y="2198"/>
                    </a:cubicBezTo>
                    <a:cubicBezTo>
                      <a:pt x="574" y="2199"/>
                      <a:pt x="575" y="2199"/>
                      <a:pt x="577" y="2199"/>
                    </a:cubicBezTo>
                    <a:cubicBezTo>
                      <a:pt x="579" y="2200"/>
                      <a:pt x="582" y="2202"/>
                      <a:pt x="584" y="2203"/>
                    </a:cubicBezTo>
                    <a:cubicBezTo>
                      <a:pt x="586" y="2205"/>
                      <a:pt x="588" y="2206"/>
                      <a:pt x="590" y="2208"/>
                    </a:cubicBezTo>
                    <a:cubicBezTo>
                      <a:pt x="591" y="2209"/>
                      <a:pt x="591" y="2210"/>
                      <a:pt x="592" y="2210"/>
                    </a:cubicBezTo>
                    <a:cubicBezTo>
                      <a:pt x="593" y="2211"/>
                      <a:pt x="593" y="2211"/>
                      <a:pt x="594" y="2211"/>
                    </a:cubicBezTo>
                    <a:cubicBezTo>
                      <a:pt x="597" y="2211"/>
                      <a:pt x="599" y="2212"/>
                      <a:pt x="602" y="2212"/>
                    </a:cubicBezTo>
                    <a:cubicBezTo>
                      <a:pt x="603" y="2211"/>
                      <a:pt x="606" y="2211"/>
                      <a:pt x="607" y="2211"/>
                    </a:cubicBezTo>
                    <a:cubicBezTo>
                      <a:pt x="609" y="2211"/>
                      <a:pt x="611" y="2212"/>
                      <a:pt x="613" y="2211"/>
                    </a:cubicBezTo>
                    <a:cubicBezTo>
                      <a:pt x="614" y="2209"/>
                      <a:pt x="612" y="2207"/>
                      <a:pt x="613" y="2206"/>
                    </a:cubicBezTo>
                    <a:cubicBezTo>
                      <a:pt x="614" y="2204"/>
                      <a:pt x="616" y="2205"/>
                      <a:pt x="616" y="2202"/>
                    </a:cubicBezTo>
                    <a:cubicBezTo>
                      <a:pt x="616" y="2200"/>
                      <a:pt x="616" y="2198"/>
                      <a:pt x="615" y="2196"/>
                    </a:cubicBezTo>
                    <a:cubicBezTo>
                      <a:pt x="614" y="2195"/>
                      <a:pt x="612" y="2194"/>
                      <a:pt x="612" y="2193"/>
                    </a:cubicBezTo>
                    <a:cubicBezTo>
                      <a:pt x="611" y="2192"/>
                      <a:pt x="612" y="2190"/>
                      <a:pt x="610" y="2189"/>
                    </a:cubicBezTo>
                    <a:cubicBezTo>
                      <a:pt x="608" y="2189"/>
                      <a:pt x="606" y="2190"/>
                      <a:pt x="606" y="2188"/>
                    </a:cubicBezTo>
                    <a:cubicBezTo>
                      <a:pt x="605" y="2186"/>
                      <a:pt x="607" y="2185"/>
                      <a:pt x="607" y="2184"/>
                    </a:cubicBezTo>
                    <a:cubicBezTo>
                      <a:pt x="606" y="2183"/>
                      <a:pt x="606" y="2182"/>
                      <a:pt x="605" y="2182"/>
                    </a:cubicBezTo>
                    <a:cubicBezTo>
                      <a:pt x="604" y="2182"/>
                      <a:pt x="604" y="2184"/>
                      <a:pt x="603" y="2184"/>
                    </a:cubicBezTo>
                    <a:cubicBezTo>
                      <a:pt x="603" y="2185"/>
                      <a:pt x="603" y="2186"/>
                      <a:pt x="602" y="2186"/>
                    </a:cubicBezTo>
                    <a:cubicBezTo>
                      <a:pt x="601" y="2185"/>
                      <a:pt x="599" y="2185"/>
                      <a:pt x="598" y="2184"/>
                    </a:cubicBezTo>
                    <a:cubicBezTo>
                      <a:pt x="598" y="2184"/>
                      <a:pt x="597" y="2183"/>
                      <a:pt x="597" y="2182"/>
                    </a:cubicBezTo>
                    <a:cubicBezTo>
                      <a:pt x="597" y="2181"/>
                      <a:pt x="598" y="2180"/>
                      <a:pt x="599" y="2180"/>
                    </a:cubicBezTo>
                    <a:cubicBezTo>
                      <a:pt x="601" y="2179"/>
                      <a:pt x="603" y="2181"/>
                      <a:pt x="605" y="2180"/>
                    </a:cubicBezTo>
                    <a:cubicBezTo>
                      <a:pt x="606" y="2178"/>
                      <a:pt x="609" y="2177"/>
                      <a:pt x="610" y="2178"/>
                    </a:cubicBezTo>
                    <a:cubicBezTo>
                      <a:pt x="612" y="2179"/>
                      <a:pt x="611" y="2183"/>
                      <a:pt x="614" y="2182"/>
                    </a:cubicBezTo>
                    <a:cubicBezTo>
                      <a:pt x="614" y="2181"/>
                      <a:pt x="615" y="2181"/>
                      <a:pt x="616" y="2181"/>
                    </a:cubicBezTo>
                    <a:cubicBezTo>
                      <a:pt x="617" y="2181"/>
                      <a:pt x="618" y="2182"/>
                      <a:pt x="618" y="2183"/>
                    </a:cubicBezTo>
                    <a:cubicBezTo>
                      <a:pt x="619" y="2185"/>
                      <a:pt x="617" y="2187"/>
                      <a:pt x="619" y="2189"/>
                    </a:cubicBezTo>
                    <a:cubicBezTo>
                      <a:pt x="620" y="2190"/>
                      <a:pt x="624" y="2190"/>
                      <a:pt x="625" y="2188"/>
                    </a:cubicBezTo>
                    <a:cubicBezTo>
                      <a:pt x="625" y="2187"/>
                      <a:pt x="625" y="2186"/>
                      <a:pt x="625" y="2185"/>
                    </a:cubicBezTo>
                    <a:cubicBezTo>
                      <a:pt x="626" y="2184"/>
                      <a:pt x="627" y="2184"/>
                      <a:pt x="628" y="2184"/>
                    </a:cubicBezTo>
                    <a:cubicBezTo>
                      <a:pt x="630" y="2184"/>
                      <a:pt x="632" y="2185"/>
                      <a:pt x="634" y="2184"/>
                    </a:cubicBezTo>
                    <a:cubicBezTo>
                      <a:pt x="635" y="2184"/>
                      <a:pt x="636" y="2184"/>
                      <a:pt x="636" y="2183"/>
                    </a:cubicBezTo>
                    <a:cubicBezTo>
                      <a:pt x="638" y="2183"/>
                      <a:pt x="641" y="2182"/>
                      <a:pt x="642" y="2184"/>
                    </a:cubicBezTo>
                    <a:cubicBezTo>
                      <a:pt x="642" y="2184"/>
                      <a:pt x="643" y="2185"/>
                      <a:pt x="643" y="2186"/>
                    </a:cubicBezTo>
                    <a:cubicBezTo>
                      <a:pt x="644" y="2187"/>
                      <a:pt x="645" y="2187"/>
                      <a:pt x="646" y="2188"/>
                    </a:cubicBezTo>
                    <a:cubicBezTo>
                      <a:pt x="647" y="2188"/>
                      <a:pt x="648" y="2188"/>
                      <a:pt x="649" y="2188"/>
                    </a:cubicBezTo>
                    <a:cubicBezTo>
                      <a:pt x="650" y="2187"/>
                      <a:pt x="650" y="2186"/>
                      <a:pt x="651" y="2186"/>
                    </a:cubicBezTo>
                    <a:cubicBezTo>
                      <a:pt x="651" y="2186"/>
                      <a:pt x="653" y="2186"/>
                      <a:pt x="653" y="2186"/>
                    </a:cubicBezTo>
                    <a:cubicBezTo>
                      <a:pt x="654" y="2186"/>
                      <a:pt x="655" y="2187"/>
                      <a:pt x="656" y="2187"/>
                    </a:cubicBezTo>
                    <a:cubicBezTo>
                      <a:pt x="657" y="2187"/>
                      <a:pt x="658" y="2187"/>
                      <a:pt x="659" y="2187"/>
                    </a:cubicBezTo>
                    <a:cubicBezTo>
                      <a:pt x="660" y="2187"/>
                      <a:pt x="661" y="2186"/>
                      <a:pt x="662" y="2186"/>
                    </a:cubicBezTo>
                    <a:cubicBezTo>
                      <a:pt x="663" y="2185"/>
                      <a:pt x="666" y="2187"/>
                      <a:pt x="666" y="2188"/>
                    </a:cubicBezTo>
                    <a:cubicBezTo>
                      <a:pt x="666" y="2189"/>
                      <a:pt x="666" y="2190"/>
                      <a:pt x="667" y="2191"/>
                    </a:cubicBezTo>
                    <a:cubicBezTo>
                      <a:pt x="668" y="2191"/>
                      <a:pt x="670" y="2191"/>
                      <a:pt x="671" y="2191"/>
                    </a:cubicBezTo>
                    <a:cubicBezTo>
                      <a:pt x="674" y="2191"/>
                      <a:pt x="675" y="2193"/>
                      <a:pt x="676" y="2195"/>
                    </a:cubicBezTo>
                    <a:cubicBezTo>
                      <a:pt x="677" y="2197"/>
                      <a:pt x="678" y="2198"/>
                      <a:pt x="680" y="2198"/>
                    </a:cubicBezTo>
                    <a:cubicBezTo>
                      <a:pt x="682" y="2197"/>
                      <a:pt x="683" y="2196"/>
                      <a:pt x="683" y="2194"/>
                    </a:cubicBezTo>
                    <a:cubicBezTo>
                      <a:pt x="684" y="2193"/>
                      <a:pt x="684" y="2192"/>
                      <a:pt x="685" y="2192"/>
                    </a:cubicBezTo>
                    <a:cubicBezTo>
                      <a:pt x="686" y="2192"/>
                      <a:pt x="687" y="2193"/>
                      <a:pt x="688" y="2192"/>
                    </a:cubicBezTo>
                    <a:cubicBezTo>
                      <a:pt x="688" y="2191"/>
                      <a:pt x="688" y="2190"/>
                      <a:pt x="688" y="2189"/>
                    </a:cubicBezTo>
                    <a:cubicBezTo>
                      <a:pt x="688" y="2188"/>
                      <a:pt x="690" y="2187"/>
                      <a:pt x="690" y="2188"/>
                    </a:cubicBezTo>
                    <a:cubicBezTo>
                      <a:pt x="691" y="2188"/>
                      <a:pt x="691" y="2189"/>
                      <a:pt x="691" y="2189"/>
                    </a:cubicBezTo>
                    <a:cubicBezTo>
                      <a:pt x="692" y="2189"/>
                      <a:pt x="693" y="2189"/>
                      <a:pt x="693" y="2189"/>
                    </a:cubicBezTo>
                    <a:cubicBezTo>
                      <a:pt x="695" y="2190"/>
                      <a:pt x="696" y="2189"/>
                      <a:pt x="697" y="2189"/>
                    </a:cubicBezTo>
                    <a:cubicBezTo>
                      <a:pt x="700" y="2189"/>
                      <a:pt x="703" y="2189"/>
                      <a:pt x="705" y="2189"/>
                    </a:cubicBezTo>
                    <a:cubicBezTo>
                      <a:pt x="706" y="2189"/>
                      <a:pt x="707" y="2189"/>
                      <a:pt x="708" y="2189"/>
                    </a:cubicBezTo>
                    <a:cubicBezTo>
                      <a:pt x="709" y="2189"/>
                      <a:pt x="708" y="2188"/>
                      <a:pt x="708" y="2187"/>
                    </a:cubicBezTo>
                    <a:cubicBezTo>
                      <a:pt x="708" y="2185"/>
                      <a:pt x="708" y="2184"/>
                      <a:pt x="707" y="2182"/>
                    </a:cubicBezTo>
                    <a:cubicBezTo>
                      <a:pt x="706" y="2179"/>
                      <a:pt x="709" y="2179"/>
                      <a:pt x="710" y="2181"/>
                    </a:cubicBezTo>
                    <a:cubicBezTo>
                      <a:pt x="710" y="2183"/>
                      <a:pt x="710" y="2186"/>
                      <a:pt x="712" y="2186"/>
                    </a:cubicBezTo>
                    <a:cubicBezTo>
                      <a:pt x="714" y="2186"/>
                      <a:pt x="715" y="2186"/>
                      <a:pt x="716" y="2185"/>
                    </a:cubicBezTo>
                    <a:cubicBezTo>
                      <a:pt x="717" y="2184"/>
                      <a:pt x="718" y="2183"/>
                      <a:pt x="720" y="2183"/>
                    </a:cubicBezTo>
                    <a:cubicBezTo>
                      <a:pt x="721" y="2184"/>
                      <a:pt x="723" y="2185"/>
                      <a:pt x="724" y="2184"/>
                    </a:cubicBezTo>
                    <a:cubicBezTo>
                      <a:pt x="725" y="2183"/>
                      <a:pt x="724" y="2181"/>
                      <a:pt x="725" y="2180"/>
                    </a:cubicBezTo>
                    <a:cubicBezTo>
                      <a:pt x="725" y="2179"/>
                      <a:pt x="726" y="2178"/>
                      <a:pt x="725" y="2176"/>
                    </a:cubicBezTo>
                    <a:cubicBezTo>
                      <a:pt x="725" y="2174"/>
                      <a:pt x="725" y="2173"/>
                      <a:pt x="723" y="2171"/>
                    </a:cubicBezTo>
                    <a:cubicBezTo>
                      <a:pt x="722" y="2169"/>
                      <a:pt x="718" y="2168"/>
                      <a:pt x="717" y="2165"/>
                    </a:cubicBezTo>
                    <a:cubicBezTo>
                      <a:pt x="717" y="2164"/>
                      <a:pt x="717" y="2163"/>
                      <a:pt x="716" y="2162"/>
                    </a:cubicBezTo>
                    <a:cubicBezTo>
                      <a:pt x="716" y="2161"/>
                      <a:pt x="715" y="2160"/>
                      <a:pt x="715" y="2158"/>
                    </a:cubicBezTo>
                    <a:cubicBezTo>
                      <a:pt x="713" y="2156"/>
                      <a:pt x="712" y="2153"/>
                      <a:pt x="710" y="2150"/>
                    </a:cubicBezTo>
                    <a:cubicBezTo>
                      <a:pt x="709" y="2149"/>
                      <a:pt x="706" y="2146"/>
                      <a:pt x="709" y="2145"/>
                    </a:cubicBezTo>
                    <a:cubicBezTo>
                      <a:pt x="711" y="2144"/>
                      <a:pt x="713" y="2152"/>
                      <a:pt x="714" y="2153"/>
                    </a:cubicBezTo>
                    <a:cubicBezTo>
                      <a:pt x="715" y="2156"/>
                      <a:pt x="716" y="2156"/>
                      <a:pt x="718" y="2158"/>
                    </a:cubicBezTo>
                    <a:cubicBezTo>
                      <a:pt x="719" y="2159"/>
                      <a:pt x="719" y="2159"/>
                      <a:pt x="720" y="2160"/>
                    </a:cubicBezTo>
                    <a:cubicBezTo>
                      <a:pt x="721" y="2160"/>
                      <a:pt x="722" y="2160"/>
                      <a:pt x="722" y="2161"/>
                    </a:cubicBezTo>
                    <a:cubicBezTo>
                      <a:pt x="724" y="2162"/>
                      <a:pt x="722" y="2166"/>
                      <a:pt x="724" y="2167"/>
                    </a:cubicBezTo>
                    <a:cubicBezTo>
                      <a:pt x="726" y="2169"/>
                      <a:pt x="729" y="2165"/>
                      <a:pt x="731" y="2164"/>
                    </a:cubicBezTo>
                    <a:cubicBezTo>
                      <a:pt x="731" y="2164"/>
                      <a:pt x="732" y="2163"/>
                      <a:pt x="732" y="2164"/>
                    </a:cubicBezTo>
                    <a:cubicBezTo>
                      <a:pt x="732" y="2164"/>
                      <a:pt x="731" y="2167"/>
                      <a:pt x="731" y="2167"/>
                    </a:cubicBezTo>
                    <a:cubicBezTo>
                      <a:pt x="730" y="2170"/>
                      <a:pt x="727" y="2173"/>
                      <a:pt x="729" y="2175"/>
                    </a:cubicBezTo>
                    <a:cubicBezTo>
                      <a:pt x="730" y="2176"/>
                      <a:pt x="731" y="2177"/>
                      <a:pt x="732" y="2178"/>
                    </a:cubicBezTo>
                    <a:cubicBezTo>
                      <a:pt x="733" y="2179"/>
                      <a:pt x="733" y="2181"/>
                      <a:pt x="734" y="2182"/>
                    </a:cubicBezTo>
                    <a:cubicBezTo>
                      <a:pt x="736" y="2184"/>
                      <a:pt x="739" y="2185"/>
                      <a:pt x="741" y="2188"/>
                    </a:cubicBezTo>
                    <a:cubicBezTo>
                      <a:pt x="743" y="2190"/>
                      <a:pt x="751" y="2203"/>
                      <a:pt x="754" y="2196"/>
                    </a:cubicBezTo>
                    <a:cubicBezTo>
                      <a:pt x="755" y="2193"/>
                      <a:pt x="755" y="2190"/>
                      <a:pt x="753" y="2188"/>
                    </a:cubicBezTo>
                    <a:cubicBezTo>
                      <a:pt x="752" y="2186"/>
                      <a:pt x="752" y="2185"/>
                      <a:pt x="752" y="2183"/>
                    </a:cubicBezTo>
                    <a:cubicBezTo>
                      <a:pt x="752" y="2183"/>
                      <a:pt x="752" y="2180"/>
                      <a:pt x="753" y="2180"/>
                    </a:cubicBezTo>
                    <a:cubicBezTo>
                      <a:pt x="754" y="2180"/>
                      <a:pt x="756" y="2186"/>
                      <a:pt x="757" y="2187"/>
                    </a:cubicBezTo>
                    <a:cubicBezTo>
                      <a:pt x="758" y="2189"/>
                      <a:pt x="758" y="2191"/>
                      <a:pt x="760" y="2192"/>
                    </a:cubicBezTo>
                    <a:cubicBezTo>
                      <a:pt x="761" y="2194"/>
                      <a:pt x="763" y="2193"/>
                      <a:pt x="764" y="2191"/>
                    </a:cubicBezTo>
                    <a:cubicBezTo>
                      <a:pt x="764" y="2190"/>
                      <a:pt x="764" y="2189"/>
                      <a:pt x="763" y="2187"/>
                    </a:cubicBezTo>
                    <a:cubicBezTo>
                      <a:pt x="763" y="2185"/>
                      <a:pt x="764" y="2184"/>
                      <a:pt x="766" y="2184"/>
                    </a:cubicBezTo>
                    <a:cubicBezTo>
                      <a:pt x="768" y="2184"/>
                      <a:pt x="769" y="2185"/>
                      <a:pt x="769" y="2187"/>
                    </a:cubicBezTo>
                    <a:cubicBezTo>
                      <a:pt x="770" y="2189"/>
                      <a:pt x="770" y="2190"/>
                      <a:pt x="772" y="2190"/>
                    </a:cubicBezTo>
                    <a:cubicBezTo>
                      <a:pt x="774" y="2191"/>
                      <a:pt x="772" y="2195"/>
                      <a:pt x="771" y="2197"/>
                    </a:cubicBezTo>
                    <a:cubicBezTo>
                      <a:pt x="771" y="2199"/>
                      <a:pt x="774" y="2204"/>
                      <a:pt x="776" y="2201"/>
                    </a:cubicBezTo>
                    <a:cubicBezTo>
                      <a:pt x="778" y="2199"/>
                      <a:pt x="776" y="2195"/>
                      <a:pt x="780" y="2193"/>
                    </a:cubicBezTo>
                    <a:cubicBezTo>
                      <a:pt x="782" y="2192"/>
                      <a:pt x="782" y="2195"/>
                      <a:pt x="782" y="2197"/>
                    </a:cubicBezTo>
                    <a:cubicBezTo>
                      <a:pt x="782" y="2198"/>
                      <a:pt x="783" y="2199"/>
                      <a:pt x="784" y="2198"/>
                    </a:cubicBezTo>
                    <a:cubicBezTo>
                      <a:pt x="785" y="2197"/>
                      <a:pt x="785" y="2195"/>
                      <a:pt x="785" y="2195"/>
                    </a:cubicBezTo>
                    <a:cubicBezTo>
                      <a:pt x="785" y="2193"/>
                      <a:pt x="783" y="2192"/>
                      <a:pt x="784" y="2191"/>
                    </a:cubicBezTo>
                    <a:cubicBezTo>
                      <a:pt x="784" y="2190"/>
                      <a:pt x="787" y="2189"/>
                      <a:pt x="788" y="2190"/>
                    </a:cubicBezTo>
                    <a:cubicBezTo>
                      <a:pt x="789" y="2191"/>
                      <a:pt x="789" y="2193"/>
                      <a:pt x="789" y="2195"/>
                    </a:cubicBezTo>
                    <a:cubicBezTo>
                      <a:pt x="789" y="2196"/>
                      <a:pt x="790" y="2198"/>
                      <a:pt x="791" y="2199"/>
                    </a:cubicBezTo>
                    <a:cubicBezTo>
                      <a:pt x="793" y="2199"/>
                      <a:pt x="793" y="2196"/>
                      <a:pt x="793" y="2195"/>
                    </a:cubicBezTo>
                    <a:cubicBezTo>
                      <a:pt x="795" y="2194"/>
                      <a:pt x="796" y="2195"/>
                      <a:pt x="795" y="2196"/>
                    </a:cubicBezTo>
                    <a:cubicBezTo>
                      <a:pt x="795" y="2198"/>
                      <a:pt x="793" y="2199"/>
                      <a:pt x="794" y="2201"/>
                    </a:cubicBezTo>
                    <a:cubicBezTo>
                      <a:pt x="794" y="2203"/>
                      <a:pt x="795" y="2203"/>
                      <a:pt x="795" y="2205"/>
                    </a:cubicBezTo>
                    <a:cubicBezTo>
                      <a:pt x="793" y="2205"/>
                      <a:pt x="792" y="2204"/>
                      <a:pt x="791" y="2203"/>
                    </a:cubicBezTo>
                    <a:cubicBezTo>
                      <a:pt x="789" y="2201"/>
                      <a:pt x="786" y="2207"/>
                      <a:pt x="788" y="2209"/>
                    </a:cubicBezTo>
                    <a:cubicBezTo>
                      <a:pt x="789" y="2210"/>
                      <a:pt x="789" y="2211"/>
                      <a:pt x="790" y="2212"/>
                    </a:cubicBezTo>
                    <a:cubicBezTo>
                      <a:pt x="791" y="2213"/>
                      <a:pt x="792" y="2214"/>
                      <a:pt x="793" y="2214"/>
                    </a:cubicBezTo>
                    <a:cubicBezTo>
                      <a:pt x="794" y="2215"/>
                      <a:pt x="795" y="2215"/>
                      <a:pt x="795" y="2217"/>
                    </a:cubicBezTo>
                    <a:cubicBezTo>
                      <a:pt x="795" y="2218"/>
                      <a:pt x="796" y="2220"/>
                      <a:pt x="797" y="2221"/>
                    </a:cubicBezTo>
                    <a:cubicBezTo>
                      <a:pt x="797" y="2222"/>
                      <a:pt x="797" y="2225"/>
                      <a:pt x="798" y="2225"/>
                    </a:cubicBezTo>
                    <a:cubicBezTo>
                      <a:pt x="799" y="2226"/>
                      <a:pt x="801" y="2225"/>
                      <a:pt x="802" y="2224"/>
                    </a:cubicBezTo>
                    <a:cubicBezTo>
                      <a:pt x="803" y="2223"/>
                      <a:pt x="803" y="2221"/>
                      <a:pt x="803" y="2220"/>
                    </a:cubicBezTo>
                    <a:cubicBezTo>
                      <a:pt x="803" y="2219"/>
                      <a:pt x="803" y="2217"/>
                      <a:pt x="804" y="2216"/>
                    </a:cubicBezTo>
                    <a:cubicBezTo>
                      <a:pt x="805" y="2215"/>
                      <a:pt x="806" y="2216"/>
                      <a:pt x="808" y="2216"/>
                    </a:cubicBezTo>
                    <a:cubicBezTo>
                      <a:pt x="811" y="2217"/>
                      <a:pt x="815" y="2216"/>
                      <a:pt x="819" y="2215"/>
                    </a:cubicBezTo>
                    <a:cubicBezTo>
                      <a:pt x="821" y="2215"/>
                      <a:pt x="823" y="2215"/>
                      <a:pt x="826" y="2215"/>
                    </a:cubicBezTo>
                    <a:cubicBezTo>
                      <a:pt x="828" y="2215"/>
                      <a:pt x="831" y="2215"/>
                      <a:pt x="834" y="2216"/>
                    </a:cubicBezTo>
                    <a:cubicBezTo>
                      <a:pt x="836" y="2216"/>
                      <a:pt x="838" y="2214"/>
                      <a:pt x="840" y="2213"/>
                    </a:cubicBezTo>
                    <a:cubicBezTo>
                      <a:pt x="839" y="2211"/>
                      <a:pt x="839" y="2206"/>
                      <a:pt x="839" y="2205"/>
                    </a:cubicBezTo>
                    <a:cubicBezTo>
                      <a:pt x="841" y="2202"/>
                      <a:pt x="844" y="2202"/>
                      <a:pt x="845" y="2200"/>
                    </a:cubicBezTo>
                    <a:cubicBezTo>
                      <a:pt x="847" y="2198"/>
                      <a:pt x="847" y="2196"/>
                      <a:pt x="846" y="2193"/>
                    </a:cubicBezTo>
                    <a:cubicBezTo>
                      <a:pt x="845" y="2192"/>
                      <a:pt x="845" y="2191"/>
                      <a:pt x="846" y="2190"/>
                    </a:cubicBezTo>
                    <a:cubicBezTo>
                      <a:pt x="846" y="2189"/>
                      <a:pt x="847" y="2188"/>
                      <a:pt x="847" y="2188"/>
                    </a:cubicBezTo>
                    <a:cubicBezTo>
                      <a:pt x="848" y="2187"/>
                      <a:pt x="848" y="2186"/>
                      <a:pt x="848" y="2186"/>
                    </a:cubicBezTo>
                    <a:cubicBezTo>
                      <a:pt x="849" y="2185"/>
                      <a:pt x="851" y="2185"/>
                      <a:pt x="852" y="2184"/>
                    </a:cubicBezTo>
                    <a:cubicBezTo>
                      <a:pt x="854" y="2184"/>
                      <a:pt x="855" y="2183"/>
                      <a:pt x="857" y="2183"/>
                    </a:cubicBezTo>
                    <a:cubicBezTo>
                      <a:pt x="857" y="2183"/>
                      <a:pt x="857" y="2183"/>
                      <a:pt x="857" y="2183"/>
                    </a:cubicBezTo>
                    <a:cubicBezTo>
                      <a:pt x="858" y="2184"/>
                      <a:pt x="859" y="2180"/>
                      <a:pt x="860" y="2180"/>
                    </a:cubicBezTo>
                    <a:cubicBezTo>
                      <a:pt x="861" y="2179"/>
                      <a:pt x="862" y="2180"/>
                      <a:pt x="861" y="2181"/>
                    </a:cubicBezTo>
                    <a:cubicBezTo>
                      <a:pt x="861" y="2182"/>
                      <a:pt x="860" y="2182"/>
                      <a:pt x="860" y="2183"/>
                    </a:cubicBezTo>
                    <a:cubicBezTo>
                      <a:pt x="859" y="2184"/>
                      <a:pt x="858" y="2185"/>
                      <a:pt x="857" y="2185"/>
                    </a:cubicBezTo>
                    <a:cubicBezTo>
                      <a:pt x="855" y="2185"/>
                      <a:pt x="854" y="2186"/>
                      <a:pt x="853" y="2186"/>
                    </a:cubicBezTo>
                    <a:cubicBezTo>
                      <a:pt x="852" y="2186"/>
                      <a:pt x="853" y="2186"/>
                      <a:pt x="852" y="2186"/>
                    </a:cubicBezTo>
                    <a:cubicBezTo>
                      <a:pt x="852" y="2186"/>
                      <a:pt x="851" y="2186"/>
                      <a:pt x="850" y="2187"/>
                    </a:cubicBezTo>
                    <a:cubicBezTo>
                      <a:pt x="849" y="2187"/>
                      <a:pt x="849" y="2189"/>
                      <a:pt x="848" y="2190"/>
                    </a:cubicBezTo>
                    <a:cubicBezTo>
                      <a:pt x="847" y="2191"/>
                      <a:pt x="847" y="2191"/>
                      <a:pt x="847" y="2192"/>
                    </a:cubicBezTo>
                    <a:cubicBezTo>
                      <a:pt x="847" y="2193"/>
                      <a:pt x="847" y="2194"/>
                      <a:pt x="848" y="2194"/>
                    </a:cubicBezTo>
                    <a:cubicBezTo>
                      <a:pt x="848" y="2196"/>
                      <a:pt x="848" y="2197"/>
                      <a:pt x="847" y="2199"/>
                    </a:cubicBezTo>
                    <a:cubicBezTo>
                      <a:pt x="846" y="2202"/>
                      <a:pt x="843" y="2204"/>
                      <a:pt x="842" y="2207"/>
                    </a:cubicBezTo>
                    <a:cubicBezTo>
                      <a:pt x="841" y="2210"/>
                      <a:pt x="841" y="2214"/>
                      <a:pt x="844" y="2215"/>
                    </a:cubicBezTo>
                    <a:cubicBezTo>
                      <a:pt x="847" y="2216"/>
                      <a:pt x="851" y="2215"/>
                      <a:pt x="854" y="2217"/>
                    </a:cubicBezTo>
                    <a:cubicBezTo>
                      <a:pt x="857" y="2218"/>
                      <a:pt x="860" y="2219"/>
                      <a:pt x="863" y="2219"/>
                    </a:cubicBezTo>
                    <a:cubicBezTo>
                      <a:pt x="865" y="2219"/>
                      <a:pt x="867" y="2218"/>
                      <a:pt x="869" y="2218"/>
                    </a:cubicBezTo>
                    <a:cubicBezTo>
                      <a:pt x="871" y="2218"/>
                      <a:pt x="873" y="2218"/>
                      <a:pt x="875" y="2219"/>
                    </a:cubicBezTo>
                    <a:cubicBezTo>
                      <a:pt x="876" y="2219"/>
                      <a:pt x="878" y="2220"/>
                      <a:pt x="880" y="2220"/>
                    </a:cubicBezTo>
                    <a:cubicBezTo>
                      <a:pt x="883" y="2219"/>
                      <a:pt x="882" y="2212"/>
                      <a:pt x="882" y="2210"/>
                    </a:cubicBezTo>
                    <a:cubicBezTo>
                      <a:pt x="883" y="2206"/>
                      <a:pt x="883" y="2203"/>
                      <a:pt x="885" y="2199"/>
                    </a:cubicBezTo>
                    <a:cubicBezTo>
                      <a:pt x="887" y="2197"/>
                      <a:pt x="885" y="2193"/>
                      <a:pt x="887" y="2190"/>
                    </a:cubicBezTo>
                    <a:cubicBezTo>
                      <a:pt x="887" y="2189"/>
                      <a:pt x="888" y="2187"/>
                      <a:pt x="890" y="2187"/>
                    </a:cubicBezTo>
                    <a:cubicBezTo>
                      <a:pt x="891" y="2187"/>
                      <a:pt x="890" y="2188"/>
                      <a:pt x="890" y="2189"/>
                    </a:cubicBezTo>
                    <a:cubicBezTo>
                      <a:pt x="889" y="2190"/>
                      <a:pt x="888" y="2192"/>
                      <a:pt x="888" y="2193"/>
                    </a:cubicBezTo>
                    <a:cubicBezTo>
                      <a:pt x="888" y="2194"/>
                      <a:pt x="888" y="2196"/>
                      <a:pt x="888" y="2197"/>
                    </a:cubicBezTo>
                    <a:cubicBezTo>
                      <a:pt x="887" y="2199"/>
                      <a:pt x="887" y="2200"/>
                      <a:pt x="886" y="2201"/>
                    </a:cubicBezTo>
                    <a:cubicBezTo>
                      <a:pt x="885" y="2202"/>
                      <a:pt x="885" y="2204"/>
                      <a:pt x="884" y="2206"/>
                    </a:cubicBezTo>
                    <a:cubicBezTo>
                      <a:pt x="884" y="2208"/>
                      <a:pt x="884" y="2210"/>
                      <a:pt x="883" y="2212"/>
                    </a:cubicBezTo>
                    <a:cubicBezTo>
                      <a:pt x="883" y="2214"/>
                      <a:pt x="882" y="2216"/>
                      <a:pt x="883" y="2217"/>
                    </a:cubicBezTo>
                    <a:cubicBezTo>
                      <a:pt x="883" y="2219"/>
                      <a:pt x="885" y="2219"/>
                      <a:pt x="886" y="2219"/>
                    </a:cubicBezTo>
                    <a:cubicBezTo>
                      <a:pt x="888" y="2219"/>
                      <a:pt x="890" y="2218"/>
                      <a:pt x="892" y="2219"/>
                    </a:cubicBezTo>
                    <a:cubicBezTo>
                      <a:pt x="896" y="2222"/>
                      <a:pt x="890" y="2227"/>
                      <a:pt x="891" y="2231"/>
                    </a:cubicBezTo>
                    <a:cubicBezTo>
                      <a:pt x="892" y="2233"/>
                      <a:pt x="895" y="2234"/>
                      <a:pt x="897" y="2235"/>
                    </a:cubicBezTo>
                    <a:cubicBezTo>
                      <a:pt x="900" y="2235"/>
                      <a:pt x="902" y="2235"/>
                      <a:pt x="905" y="2235"/>
                    </a:cubicBezTo>
                    <a:cubicBezTo>
                      <a:pt x="907" y="2234"/>
                      <a:pt x="909" y="2233"/>
                      <a:pt x="910" y="2233"/>
                    </a:cubicBezTo>
                    <a:cubicBezTo>
                      <a:pt x="912" y="2233"/>
                      <a:pt x="914" y="2234"/>
                      <a:pt x="916" y="2235"/>
                    </a:cubicBezTo>
                    <a:cubicBezTo>
                      <a:pt x="920" y="2237"/>
                      <a:pt x="923" y="2240"/>
                      <a:pt x="927" y="2242"/>
                    </a:cubicBezTo>
                    <a:cubicBezTo>
                      <a:pt x="929" y="2243"/>
                      <a:pt x="931" y="2243"/>
                      <a:pt x="933" y="2243"/>
                    </a:cubicBezTo>
                    <a:cubicBezTo>
                      <a:pt x="934" y="2244"/>
                      <a:pt x="935" y="2245"/>
                      <a:pt x="936" y="2246"/>
                    </a:cubicBezTo>
                    <a:cubicBezTo>
                      <a:pt x="938" y="2248"/>
                      <a:pt x="938" y="2250"/>
                      <a:pt x="940" y="2252"/>
                    </a:cubicBezTo>
                    <a:cubicBezTo>
                      <a:pt x="941" y="2253"/>
                      <a:pt x="943" y="2253"/>
                      <a:pt x="945" y="2254"/>
                    </a:cubicBezTo>
                    <a:cubicBezTo>
                      <a:pt x="949" y="2256"/>
                      <a:pt x="950" y="2260"/>
                      <a:pt x="953" y="2262"/>
                    </a:cubicBezTo>
                    <a:cubicBezTo>
                      <a:pt x="955" y="2265"/>
                      <a:pt x="960" y="2266"/>
                      <a:pt x="963" y="2264"/>
                    </a:cubicBezTo>
                    <a:cubicBezTo>
                      <a:pt x="964" y="2263"/>
                      <a:pt x="965" y="2262"/>
                      <a:pt x="966" y="2260"/>
                    </a:cubicBezTo>
                    <a:cubicBezTo>
                      <a:pt x="967" y="2259"/>
                      <a:pt x="969" y="2258"/>
                      <a:pt x="971" y="2257"/>
                    </a:cubicBezTo>
                    <a:cubicBezTo>
                      <a:pt x="972" y="2255"/>
                      <a:pt x="974" y="2254"/>
                      <a:pt x="975" y="2252"/>
                    </a:cubicBezTo>
                    <a:cubicBezTo>
                      <a:pt x="977" y="2251"/>
                      <a:pt x="978" y="2250"/>
                      <a:pt x="979" y="2249"/>
                    </a:cubicBezTo>
                    <a:cubicBezTo>
                      <a:pt x="981" y="2248"/>
                      <a:pt x="982" y="2248"/>
                      <a:pt x="984" y="2248"/>
                    </a:cubicBezTo>
                    <a:cubicBezTo>
                      <a:pt x="986" y="2247"/>
                      <a:pt x="988" y="2246"/>
                      <a:pt x="991" y="2246"/>
                    </a:cubicBezTo>
                    <a:cubicBezTo>
                      <a:pt x="992" y="2246"/>
                      <a:pt x="992" y="2246"/>
                      <a:pt x="993" y="2246"/>
                    </a:cubicBezTo>
                    <a:cubicBezTo>
                      <a:pt x="994" y="2246"/>
                      <a:pt x="994" y="2246"/>
                      <a:pt x="995" y="2246"/>
                    </a:cubicBezTo>
                    <a:cubicBezTo>
                      <a:pt x="997" y="2246"/>
                      <a:pt x="1000" y="2245"/>
                      <a:pt x="1003" y="2246"/>
                    </a:cubicBezTo>
                    <a:cubicBezTo>
                      <a:pt x="1005" y="2246"/>
                      <a:pt x="1007" y="2246"/>
                      <a:pt x="1009" y="2246"/>
                    </a:cubicBezTo>
                    <a:cubicBezTo>
                      <a:pt x="1010" y="2246"/>
                      <a:pt x="1011" y="2246"/>
                      <a:pt x="1013" y="2246"/>
                    </a:cubicBezTo>
                    <a:cubicBezTo>
                      <a:pt x="1016" y="2247"/>
                      <a:pt x="1020" y="2247"/>
                      <a:pt x="1023" y="2247"/>
                    </a:cubicBezTo>
                    <a:cubicBezTo>
                      <a:pt x="1025" y="2248"/>
                      <a:pt x="1028" y="2248"/>
                      <a:pt x="1030" y="2247"/>
                    </a:cubicBezTo>
                    <a:cubicBezTo>
                      <a:pt x="1032" y="2246"/>
                      <a:pt x="1034" y="2244"/>
                      <a:pt x="1036" y="2242"/>
                    </a:cubicBezTo>
                    <a:cubicBezTo>
                      <a:pt x="1037" y="2241"/>
                      <a:pt x="1038" y="2241"/>
                      <a:pt x="1039" y="2240"/>
                    </a:cubicBezTo>
                    <a:cubicBezTo>
                      <a:pt x="1040" y="2240"/>
                      <a:pt x="1041" y="2240"/>
                      <a:pt x="1042" y="2239"/>
                    </a:cubicBezTo>
                    <a:cubicBezTo>
                      <a:pt x="1043" y="2239"/>
                      <a:pt x="1044" y="2239"/>
                      <a:pt x="1045" y="2238"/>
                    </a:cubicBezTo>
                    <a:cubicBezTo>
                      <a:pt x="1046" y="2238"/>
                      <a:pt x="1047" y="2237"/>
                      <a:pt x="1048" y="2237"/>
                    </a:cubicBezTo>
                    <a:cubicBezTo>
                      <a:pt x="1050" y="2236"/>
                      <a:pt x="1052" y="2234"/>
                      <a:pt x="1052" y="2232"/>
                    </a:cubicBezTo>
                    <a:cubicBezTo>
                      <a:pt x="1051" y="2230"/>
                      <a:pt x="1051" y="2229"/>
                      <a:pt x="1050" y="2227"/>
                    </a:cubicBezTo>
                    <a:cubicBezTo>
                      <a:pt x="1053" y="2229"/>
                      <a:pt x="1054" y="2231"/>
                      <a:pt x="1056" y="2233"/>
                    </a:cubicBezTo>
                    <a:cubicBezTo>
                      <a:pt x="1058" y="2236"/>
                      <a:pt x="1060" y="2237"/>
                      <a:pt x="1063" y="2238"/>
                    </a:cubicBezTo>
                    <a:cubicBezTo>
                      <a:pt x="1068" y="2240"/>
                      <a:pt x="1071" y="2244"/>
                      <a:pt x="1076" y="2246"/>
                    </a:cubicBezTo>
                    <a:cubicBezTo>
                      <a:pt x="1081" y="2248"/>
                      <a:pt x="1085" y="2244"/>
                      <a:pt x="1085" y="2239"/>
                    </a:cubicBezTo>
                    <a:cubicBezTo>
                      <a:pt x="1085" y="2236"/>
                      <a:pt x="1085" y="2234"/>
                      <a:pt x="1086" y="2231"/>
                    </a:cubicBezTo>
                    <a:cubicBezTo>
                      <a:pt x="1087" y="2228"/>
                      <a:pt x="1088" y="2225"/>
                      <a:pt x="1090" y="2223"/>
                    </a:cubicBezTo>
                    <a:cubicBezTo>
                      <a:pt x="1092" y="2221"/>
                      <a:pt x="1094" y="2219"/>
                      <a:pt x="1096" y="2217"/>
                    </a:cubicBezTo>
                    <a:cubicBezTo>
                      <a:pt x="1097" y="2216"/>
                      <a:pt x="1098" y="2216"/>
                      <a:pt x="1099" y="2215"/>
                    </a:cubicBezTo>
                    <a:cubicBezTo>
                      <a:pt x="1101" y="2214"/>
                      <a:pt x="1103" y="2213"/>
                      <a:pt x="1105" y="2213"/>
                    </a:cubicBezTo>
                    <a:cubicBezTo>
                      <a:pt x="1107" y="2212"/>
                      <a:pt x="1109" y="2212"/>
                      <a:pt x="1111" y="2211"/>
                    </a:cubicBezTo>
                    <a:cubicBezTo>
                      <a:pt x="1117" y="2212"/>
                      <a:pt x="1122" y="2211"/>
                      <a:pt x="1128" y="2210"/>
                    </a:cubicBezTo>
                    <a:cubicBezTo>
                      <a:pt x="1134" y="2209"/>
                      <a:pt x="1139" y="2208"/>
                      <a:pt x="1145" y="2207"/>
                    </a:cubicBezTo>
                    <a:cubicBezTo>
                      <a:pt x="1149" y="2207"/>
                      <a:pt x="1154" y="2207"/>
                      <a:pt x="1158" y="2205"/>
                    </a:cubicBezTo>
                    <a:cubicBezTo>
                      <a:pt x="1161" y="2204"/>
                      <a:pt x="1165" y="2201"/>
                      <a:pt x="1166" y="2197"/>
                    </a:cubicBezTo>
                    <a:cubicBezTo>
                      <a:pt x="1168" y="2194"/>
                      <a:pt x="1167" y="2190"/>
                      <a:pt x="1168" y="2187"/>
                    </a:cubicBezTo>
                    <a:cubicBezTo>
                      <a:pt x="1168" y="2182"/>
                      <a:pt x="1170" y="2177"/>
                      <a:pt x="1170" y="2173"/>
                    </a:cubicBezTo>
                    <a:cubicBezTo>
                      <a:pt x="1171" y="2169"/>
                      <a:pt x="1169" y="2166"/>
                      <a:pt x="1166" y="2164"/>
                    </a:cubicBezTo>
                    <a:cubicBezTo>
                      <a:pt x="1163" y="2161"/>
                      <a:pt x="1161" y="2156"/>
                      <a:pt x="1157" y="2153"/>
                    </a:cubicBezTo>
                    <a:cubicBezTo>
                      <a:pt x="1153" y="2150"/>
                      <a:pt x="1147" y="2150"/>
                      <a:pt x="1142" y="2151"/>
                    </a:cubicBezTo>
                    <a:cubicBezTo>
                      <a:pt x="1140" y="2152"/>
                      <a:pt x="1138" y="2153"/>
                      <a:pt x="1136" y="2153"/>
                    </a:cubicBezTo>
                    <a:cubicBezTo>
                      <a:pt x="1135" y="2153"/>
                      <a:pt x="1134" y="2153"/>
                      <a:pt x="1135" y="2152"/>
                    </a:cubicBezTo>
                    <a:cubicBezTo>
                      <a:pt x="1138" y="2149"/>
                      <a:pt x="1145" y="2148"/>
                      <a:pt x="1149" y="2148"/>
                    </a:cubicBezTo>
                    <a:cubicBezTo>
                      <a:pt x="1154" y="2148"/>
                      <a:pt x="1158" y="2151"/>
                      <a:pt x="1163" y="2153"/>
                    </a:cubicBezTo>
                    <a:cubicBezTo>
                      <a:pt x="1167" y="2155"/>
                      <a:pt x="1171" y="2155"/>
                      <a:pt x="1175" y="2155"/>
                    </a:cubicBezTo>
                    <a:cubicBezTo>
                      <a:pt x="1178" y="2155"/>
                      <a:pt x="1182" y="2155"/>
                      <a:pt x="1184" y="2153"/>
                    </a:cubicBezTo>
                    <a:cubicBezTo>
                      <a:pt x="1187" y="2150"/>
                      <a:pt x="1187" y="2145"/>
                      <a:pt x="1186" y="2142"/>
                    </a:cubicBezTo>
                    <a:cubicBezTo>
                      <a:pt x="1184" y="2137"/>
                      <a:pt x="1178" y="2137"/>
                      <a:pt x="1173" y="2137"/>
                    </a:cubicBezTo>
                    <a:cubicBezTo>
                      <a:pt x="1167" y="2138"/>
                      <a:pt x="1162" y="2139"/>
                      <a:pt x="1156" y="2137"/>
                    </a:cubicBezTo>
                    <a:cubicBezTo>
                      <a:pt x="1151" y="2135"/>
                      <a:pt x="1145" y="2132"/>
                      <a:pt x="1139" y="2132"/>
                    </a:cubicBezTo>
                    <a:cubicBezTo>
                      <a:pt x="1133" y="2131"/>
                      <a:pt x="1126" y="2132"/>
                      <a:pt x="1119" y="2133"/>
                    </a:cubicBezTo>
                    <a:cubicBezTo>
                      <a:pt x="1116" y="2133"/>
                      <a:pt x="1112" y="2133"/>
                      <a:pt x="1108" y="2134"/>
                    </a:cubicBezTo>
                    <a:cubicBezTo>
                      <a:pt x="1107" y="2134"/>
                      <a:pt x="1106" y="2135"/>
                      <a:pt x="1105" y="2135"/>
                    </a:cubicBezTo>
                    <a:cubicBezTo>
                      <a:pt x="1105" y="2137"/>
                      <a:pt x="1104" y="2137"/>
                      <a:pt x="1102" y="2138"/>
                    </a:cubicBezTo>
                    <a:cubicBezTo>
                      <a:pt x="1100" y="2138"/>
                      <a:pt x="1098" y="2135"/>
                      <a:pt x="1097" y="2134"/>
                    </a:cubicBezTo>
                    <a:cubicBezTo>
                      <a:pt x="1095" y="2131"/>
                      <a:pt x="1094" y="2129"/>
                      <a:pt x="1092" y="2128"/>
                    </a:cubicBezTo>
                    <a:cubicBezTo>
                      <a:pt x="1089" y="2126"/>
                      <a:pt x="1087" y="2125"/>
                      <a:pt x="1085" y="2124"/>
                    </a:cubicBezTo>
                    <a:cubicBezTo>
                      <a:pt x="1083" y="2121"/>
                      <a:pt x="1083" y="2118"/>
                      <a:pt x="1080" y="2116"/>
                    </a:cubicBezTo>
                    <a:cubicBezTo>
                      <a:pt x="1077" y="2114"/>
                      <a:pt x="1073" y="2114"/>
                      <a:pt x="1070" y="2114"/>
                    </a:cubicBezTo>
                    <a:cubicBezTo>
                      <a:pt x="1067" y="2114"/>
                      <a:pt x="1065" y="2113"/>
                      <a:pt x="1063" y="2112"/>
                    </a:cubicBezTo>
                    <a:cubicBezTo>
                      <a:pt x="1062" y="2111"/>
                      <a:pt x="1062" y="2110"/>
                      <a:pt x="1062" y="2108"/>
                    </a:cubicBezTo>
                    <a:cubicBezTo>
                      <a:pt x="1062" y="2107"/>
                      <a:pt x="1060" y="2106"/>
                      <a:pt x="1059" y="2105"/>
                    </a:cubicBezTo>
                    <a:cubicBezTo>
                      <a:pt x="1057" y="2104"/>
                      <a:pt x="1054" y="2102"/>
                      <a:pt x="1051" y="2102"/>
                    </a:cubicBezTo>
                    <a:cubicBezTo>
                      <a:pt x="1050" y="2102"/>
                      <a:pt x="1046" y="2103"/>
                      <a:pt x="1047" y="2100"/>
                    </a:cubicBezTo>
                    <a:cubicBezTo>
                      <a:pt x="1047" y="2099"/>
                      <a:pt x="1052" y="2099"/>
                      <a:pt x="1054" y="2099"/>
                    </a:cubicBezTo>
                    <a:cubicBezTo>
                      <a:pt x="1056" y="2098"/>
                      <a:pt x="1059" y="2099"/>
                      <a:pt x="1061" y="2099"/>
                    </a:cubicBezTo>
                    <a:cubicBezTo>
                      <a:pt x="1062" y="2098"/>
                      <a:pt x="1063" y="2098"/>
                      <a:pt x="1063" y="2097"/>
                    </a:cubicBezTo>
                    <a:cubicBezTo>
                      <a:pt x="1064" y="2096"/>
                      <a:pt x="1065" y="2096"/>
                      <a:pt x="1067" y="2095"/>
                    </a:cubicBezTo>
                    <a:cubicBezTo>
                      <a:pt x="1069" y="2095"/>
                      <a:pt x="1070" y="2096"/>
                      <a:pt x="1072" y="2098"/>
                    </a:cubicBezTo>
                    <a:cubicBezTo>
                      <a:pt x="1075" y="2099"/>
                      <a:pt x="1077" y="2099"/>
                      <a:pt x="1079" y="2097"/>
                    </a:cubicBezTo>
                    <a:cubicBezTo>
                      <a:pt x="1081" y="2095"/>
                      <a:pt x="1080" y="2092"/>
                      <a:pt x="1078" y="2090"/>
                    </a:cubicBezTo>
                    <a:cubicBezTo>
                      <a:pt x="1077" y="2087"/>
                      <a:pt x="1073" y="2087"/>
                      <a:pt x="1070" y="2086"/>
                    </a:cubicBezTo>
                    <a:cubicBezTo>
                      <a:pt x="1068" y="2086"/>
                      <a:pt x="1065" y="2085"/>
                      <a:pt x="1062" y="2084"/>
                    </a:cubicBezTo>
                    <a:cubicBezTo>
                      <a:pt x="1060" y="2082"/>
                      <a:pt x="1058" y="2081"/>
                      <a:pt x="1056" y="2080"/>
                    </a:cubicBezTo>
                    <a:cubicBezTo>
                      <a:pt x="1053" y="2079"/>
                      <a:pt x="1050" y="2078"/>
                      <a:pt x="1047" y="2078"/>
                    </a:cubicBezTo>
                    <a:cubicBezTo>
                      <a:pt x="1046" y="2077"/>
                      <a:pt x="1044" y="2077"/>
                      <a:pt x="1043" y="2077"/>
                    </a:cubicBezTo>
                    <a:cubicBezTo>
                      <a:pt x="1042" y="2078"/>
                      <a:pt x="1041" y="2079"/>
                      <a:pt x="1041" y="2080"/>
                    </a:cubicBezTo>
                    <a:cubicBezTo>
                      <a:pt x="1039" y="2081"/>
                      <a:pt x="1037" y="2080"/>
                      <a:pt x="1039" y="2078"/>
                    </a:cubicBezTo>
                    <a:cubicBezTo>
                      <a:pt x="1040" y="2076"/>
                      <a:pt x="1043" y="2076"/>
                      <a:pt x="1044" y="2074"/>
                    </a:cubicBezTo>
                    <a:cubicBezTo>
                      <a:pt x="1045" y="2072"/>
                      <a:pt x="1047" y="2071"/>
                      <a:pt x="1049" y="2071"/>
                    </a:cubicBezTo>
                    <a:cubicBezTo>
                      <a:pt x="1051" y="2071"/>
                      <a:pt x="1052" y="2072"/>
                      <a:pt x="1053" y="2072"/>
                    </a:cubicBezTo>
                    <a:cubicBezTo>
                      <a:pt x="1054" y="2072"/>
                      <a:pt x="1056" y="2072"/>
                      <a:pt x="1057" y="2072"/>
                    </a:cubicBezTo>
                    <a:cubicBezTo>
                      <a:pt x="1058" y="2072"/>
                      <a:pt x="1059" y="2073"/>
                      <a:pt x="1060" y="2074"/>
                    </a:cubicBezTo>
                    <a:cubicBezTo>
                      <a:pt x="1062" y="2075"/>
                      <a:pt x="1063" y="2076"/>
                      <a:pt x="1065" y="2076"/>
                    </a:cubicBezTo>
                    <a:cubicBezTo>
                      <a:pt x="1066" y="2076"/>
                      <a:pt x="1068" y="2076"/>
                      <a:pt x="1069" y="2074"/>
                    </a:cubicBezTo>
                    <a:cubicBezTo>
                      <a:pt x="1069" y="2073"/>
                      <a:pt x="1068" y="2072"/>
                      <a:pt x="1068" y="2071"/>
                    </a:cubicBezTo>
                    <a:cubicBezTo>
                      <a:pt x="1065" y="2069"/>
                      <a:pt x="1062" y="2067"/>
                      <a:pt x="1059" y="2067"/>
                    </a:cubicBezTo>
                    <a:cubicBezTo>
                      <a:pt x="1057" y="2067"/>
                      <a:pt x="1056" y="2068"/>
                      <a:pt x="1054" y="2067"/>
                    </a:cubicBezTo>
                    <a:cubicBezTo>
                      <a:pt x="1055" y="2066"/>
                      <a:pt x="1056" y="2066"/>
                      <a:pt x="1057" y="2066"/>
                    </a:cubicBezTo>
                    <a:cubicBezTo>
                      <a:pt x="1059" y="2066"/>
                      <a:pt x="1060" y="2066"/>
                      <a:pt x="1061" y="2066"/>
                    </a:cubicBezTo>
                    <a:cubicBezTo>
                      <a:pt x="1064" y="2066"/>
                      <a:pt x="1066" y="2068"/>
                      <a:pt x="1068" y="2068"/>
                    </a:cubicBezTo>
                    <a:cubicBezTo>
                      <a:pt x="1072" y="2070"/>
                      <a:pt x="1076" y="2068"/>
                      <a:pt x="1079" y="2070"/>
                    </a:cubicBezTo>
                    <a:cubicBezTo>
                      <a:pt x="1084" y="2073"/>
                      <a:pt x="1087" y="2078"/>
                      <a:pt x="1093" y="2079"/>
                    </a:cubicBezTo>
                    <a:cubicBezTo>
                      <a:pt x="1096" y="2080"/>
                      <a:pt x="1100" y="2079"/>
                      <a:pt x="1103" y="2077"/>
                    </a:cubicBezTo>
                    <a:cubicBezTo>
                      <a:pt x="1106" y="2073"/>
                      <a:pt x="1103" y="2068"/>
                      <a:pt x="1100" y="2066"/>
                    </a:cubicBezTo>
                    <a:cubicBezTo>
                      <a:pt x="1099" y="2065"/>
                      <a:pt x="1097" y="2063"/>
                      <a:pt x="1097" y="2062"/>
                    </a:cubicBezTo>
                    <a:cubicBezTo>
                      <a:pt x="1098" y="2061"/>
                      <a:pt x="1101" y="2062"/>
                      <a:pt x="1101" y="2062"/>
                    </a:cubicBezTo>
                    <a:cubicBezTo>
                      <a:pt x="1103" y="2062"/>
                      <a:pt x="1110" y="2064"/>
                      <a:pt x="1110" y="2061"/>
                    </a:cubicBezTo>
                    <a:cubicBezTo>
                      <a:pt x="1111" y="2058"/>
                      <a:pt x="1105" y="2055"/>
                      <a:pt x="1103" y="2054"/>
                    </a:cubicBezTo>
                    <a:cubicBezTo>
                      <a:pt x="1099" y="2051"/>
                      <a:pt x="1095" y="2049"/>
                      <a:pt x="1090" y="2048"/>
                    </a:cubicBezTo>
                    <a:cubicBezTo>
                      <a:pt x="1085" y="2047"/>
                      <a:pt x="1080" y="2046"/>
                      <a:pt x="1074" y="2046"/>
                    </a:cubicBezTo>
                    <a:cubicBezTo>
                      <a:pt x="1072" y="2046"/>
                      <a:pt x="1071" y="2047"/>
                      <a:pt x="1069" y="2047"/>
                    </a:cubicBezTo>
                    <a:cubicBezTo>
                      <a:pt x="1067" y="2048"/>
                      <a:pt x="1067" y="2047"/>
                      <a:pt x="1068" y="2046"/>
                    </a:cubicBezTo>
                    <a:cubicBezTo>
                      <a:pt x="1070" y="2045"/>
                      <a:pt x="1072" y="2045"/>
                      <a:pt x="1074" y="2045"/>
                    </a:cubicBezTo>
                    <a:cubicBezTo>
                      <a:pt x="1076" y="2044"/>
                      <a:pt x="1078" y="2044"/>
                      <a:pt x="1080" y="2044"/>
                    </a:cubicBezTo>
                    <a:cubicBezTo>
                      <a:pt x="1084" y="2044"/>
                      <a:pt x="1088" y="2044"/>
                      <a:pt x="1092" y="2045"/>
                    </a:cubicBezTo>
                    <a:cubicBezTo>
                      <a:pt x="1098" y="2046"/>
                      <a:pt x="1104" y="2050"/>
                      <a:pt x="1108" y="2054"/>
                    </a:cubicBezTo>
                    <a:cubicBezTo>
                      <a:pt x="1111" y="2055"/>
                      <a:pt x="1113" y="2057"/>
                      <a:pt x="1116" y="2058"/>
                    </a:cubicBezTo>
                    <a:cubicBezTo>
                      <a:pt x="1118" y="2058"/>
                      <a:pt x="1120" y="2057"/>
                      <a:pt x="1122" y="2055"/>
                    </a:cubicBezTo>
                    <a:cubicBezTo>
                      <a:pt x="1125" y="2054"/>
                      <a:pt x="1127" y="2052"/>
                      <a:pt x="1128" y="2050"/>
                    </a:cubicBezTo>
                    <a:cubicBezTo>
                      <a:pt x="1129" y="2047"/>
                      <a:pt x="1129" y="2044"/>
                      <a:pt x="1129" y="2041"/>
                    </a:cubicBezTo>
                    <a:cubicBezTo>
                      <a:pt x="1129" y="2038"/>
                      <a:pt x="1131" y="2036"/>
                      <a:pt x="1132" y="2033"/>
                    </a:cubicBezTo>
                    <a:cubicBezTo>
                      <a:pt x="1132" y="2031"/>
                      <a:pt x="1132" y="2027"/>
                      <a:pt x="1129" y="2026"/>
                    </a:cubicBezTo>
                    <a:cubicBezTo>
                      <a:pt x="1126" y="2026"/>
                      <a:pt x="1124" y="2028"/>
                      <a:pt x="1123" y="2030"/>
                    </a:cubicBezTo>
                    <a:cubicBezTo>
                      <a:pt x="1121" y="2032"/>
                      <a:pt x="1120" y="2033"/>
                      <a:pt x="1118" y="2032"/>
                    </a:cubicBezTo>
                    <a:cubicBezTo>
                      <a:pt x="1115" y="2030"/>
                      <a:pt x="1113" y="2028"/>
                      <a:pt x="1110" y="2030"/>
                    </a:cubicBezTo>
                    <a:cubicBezTo>
                      <a:pt x="1108" y="2031"/>
                      <a:pt x="1106" y="2035"/>
                      <a:pt x="1103" y="2034"/>
                    </a:cubicBezTo>
                    <a:cubicBezTo>
                      <a:pt x="1101" y="2034"/>
                      <a:pt x="1100" y="2030"/>
                      <a:pt x="1099" y="2029"/>
                    </a:cubicBezTo>
                    <a:cubicBezTo>
                      <a:pt x="1098" y="2027"/>
                      <a:pt x="1095" y="2025"/>
                      <a:pt x="1096" y="2023"/>
                    </a:cubicBezTo>
                    <a:cubicBezTo>
                      <a:pt x="1096" y="2019"/>
                      <a:pt x="1103" y="2020"/>
                      <a:pt x="1105" y="2021"/>
                    </a:cubicBezTo>
                    <a:cubicBezTo>
                      <a:pt x="1108" y="2022"/>
                      <a:pt x="1111" y="2024"/>
                      <a:pt x="1115" y="2023"/>
                    </a:cubicBezTo>
                    <a:cubicBezTo>
                      <a:pt x="1116" y="2023"/>
                      <a:pt x="1121" y="2023"/>
                      <a:pt x="1121" y="2021"/>
                    </a:cubicBezTo>
                    <a:cubicBezTo>
                      <a:pt x="1122" y="2019"/>
                      <a:pt x="1119" y="2017"/>
                      <a:pt x="1121" y="2015"/>
                    </a:cubicBezTo>
                    <a:cubicBezTo>
                      <a:pt x="1123" y="2013"/>
                      <a:pt x="1126" y="2014"/>
                      <a:pt x="1129" y="2014"/>
                    </a:cubicBezTo>
                    <a:cubicBezTo>
                      <a:pt x="1129" y="2014"/>
                      <a:pt x="1129" y="2014"/>
                      <a:pt x="1129" y="2014"/>
                    </a:cubicBezTo>
                    <a:cubicBezTo>
                      <a:pt x="1129" y="2014"/>
                      <a:pt x="1130" y="2014"/>
                      <a:pt x="1130" y="2014"/>
                    </a:cubicBezTo>
                    <a:cubicBezTo>
                      <a:pt x="1130" y="2014"/>
                      <a:pt x="1131" y="2013"/>
                      <a:pt x="1131" y="2013"/>
                    </a:cubicBezTo>
                    <a:cubicBezTo>
                      <a:pt x="1132" y="2013"/>
                      <a:pt x="1133" y="2013"/>
                      <a:pt x="1133" y="2012"/>
                    </a:cubicBezTo>
                    <a:cubicBezTo>
                      <a:pt x="1134" y="2011"/>
                      <a:pt x="1135" y="2011"/>
                      <a:pt x="1136" y="2010"/>
                    </a:cubicBezTo>
                    <a:cubicBezTo>
                      <a:pt x="1138" y="2010"/>
                      <a:pt x="1139" y="2009"/>
                      <a:pt x="1140" y="2009"/>
                    </a:cubicBezTo>
                    <a:cubicBezTo>
                      <a:pt x="1141" y="2008"/>
                      <a:pt x="1142" y="2008"/>
                      <a:pt x="1143" y="2007"/>
                    </a:cubicBezTo>
                    <a:cubicBezTo>
                      <a:pt x="1143" y="2006"/>
                      <a:pt x="1143" y="2006"/>
                      <a:pt x="1143" y="2005"/>
                    </a:cubicBezTo>
                    <a:cubicBezTo>
                      <a:pt x="1142" y="2004"/>
                      <a:pt x="1141" y="2003"/>
                      <a:pt x="1140" y="2003"/>
                    </a:cubicBezTo>
                    <a:cubicBezTo>
                      <a:pt x="1138" y="2003"/>
                      <a:pt x="1137" y="2002"/>
                      <a:pt x="1138" y="2001"/>
                    </a:cubicBezTo>
                    <a:cubicBezTo>
                      <a:pt x="1139" y="2000"/>
                      <a:pt x="1143" y="2000"/>
                      <a:pt x="1142" y="1998"/>
                    </a:cubicBezTo>
                    <a:cubicBezTo>
                      <a:pt x="1142" y="1997"/>
                      <a:pt x="1140" y="1996"/>
                      <a:pt x="1141" y="1994"/>
                    </a:cubicBezTo>
                    <a:cubicBezTo>
                      <a:pt x="1143" y="1993"/>
                      <a:pt x="1144" y="1995"/>
                      <a:pt x="1144" y="1996"/>
                    </a:cubicBezTo>
                    <a:cubicBezTo>
                      <a:pt x="1145" y="1998"/>
                      <a:pt x="1146" y="1999"/>
                      <a:pt x="1147" y="2001"/>
                    </a:cubicBezTo>
                    <a:cubicBezTo>
                      <a:pt x="1148" y="2002"/>
                      <a:pt x="1150" y="2003"/>
                      <a:pt x="1150" y="2004"/>
                    </a:cubicBezTo>
                    <a:cubicBezTo>
                      <a:pt x="1150" y="2006"/>
                      <a:pt x="1148" y="2005"/>
                      <a:pt x="1147" y="2006"/>
                    </a:cubicBezTo>
                    <a:cubicBezTo>
                      <a:pt x="1145" y="2010"/>
                      <a:pt x="1153" y="2010"/>
                      <a:pt x="1150" y="2014"/>
                    </a:cubicBezTo>
                    <a:cubicBezTo>
                      <a:pt x="1152" y="2015"/>
                      <a:pt x="1153" y="2015"/>
                      <a:pt x="1155" y="2013"/>
                    </a:cubicBezTo>
                    <a:cubicBezTo>
                      <a:pt x="1157" y="2012"/>
                      <a:pt x="1158" y="2011"/>
                      <a:pt x="1159" y="2013"/>
                    </a:cubicBezTo>
                    <a:cubicBezTo>
                      <a:pt x="1161" y="2019"/>
                      <a:pt x="1150" y="2018"/>
                      <a:pt x="1153" y="2023"/>
                    </a:cubicBezTo>
                    <a:cubicBezTo>
                      <a:pt x="1156" y="2028"/>
                      <a:pt x="1164" y="2027"/>
                      <a:pt x="1169" y="2027"/>
                    </a:cubicBezTo>
                    <a:cubicBezTo>
                      <a:pt x="1172" y="2026"/>
                      <a:pt x="1174" y="2024"/>
                      <a:pt x="1176" y="2022"/>
                    </a:cubicBezTo>
                    <a:cubicBezTo>
                      <a:pt x="1178" y="2020"/>
                      <a:pt x="1180" y="2021"/>
                      <a:pt x="1183" y="2021"/>
                    </a:cubicBezTo>
                    <a:cubicBezTo>
                      <a:pt x="1185" y="2021"/>
                      <a:pt x="1188" y="2020"/>
                      <a:pt x="1189" y="2018"/>
                    </a:cubicBezTo>
                    <a:cubicBezTo>
                      <a:pt x="1190" y="2017"/>
                      <a:pt x="1191" y="2016"/>
                      <a:pt x="1192" y="2014"/>
                    </a:cubicBezTo>
                    <a:cubicBezTo>
                      <a:pt x="1193" y="2013"/>
                      <a:pt x="1195" y="2010"/>
                      <a:pt x="1194" y="2009"/>
                    </a:cubicBezTo>
                    <a:cubicBezTo>
                      <a:pt x="1192" y="2007"/>
                      <a:pt x="1190" y="2010"/>
                      <a:pt x="1189" y="2010"/>
                    </a:cubicBezTo>
                    <a:cubicBezTo>
                      <a:pt x="1188" y="2011"/>
                      <a:pt x="1187" y="2009"/>
                      <a:pt x="1187" y="2008"/>
                    </a:cubicBezTo>
                    <a:cubicBezTo>
                      <a:pt x="1185" y="2006"/>
                      <a:pt x="1184" y="2007"/>
                      <a:pt x="1182" y="2006"/>
                    </a:cubicBezTo>
                    <a:cubicBezTo>
                      <a:pt x="1180" y="2005"/>
                      <a:pt x="1182" y="2002"/>
                      <a:pt x="1183" y="2001"/>
                    </a:cubicBezTo>
                    <a:cubicBezTo>
                      <a:pt x="1184" y="1998"/>
                      <a:pt x="1187" y="1998"/>
                      <a:pt x="1189" y="1998"/>
                    </a:cubicBezTo>
                    <a:cubicBezTo>
                      <a:pt x="1191" y="1999"/>
                      <a:pt x="1192" y="1998"/>
                      <a:pt x="1194" y="1997"/>
                    </a:cubicBezTo>
                    <a:cubicBezTo>
                      <a:pt x="1195" y="1995"/>
                      <a:pt x="1196" y="1994"/>
                      <a:pt x="1197" y="1993"/>
                    </a:cubicBezTo>
                    <a:cubicBezTo>
                      <a:pt x="1198" y="1991"/>
                      <a:pt x="1199" y="1990"/>
                      <a:pt x="1197" y="1989"/>
                    </a:cubicBezTo>
                    <a:cubicBezTo>
                      <a:pt x="1196" y="1987"/>
                      <a:pt x="1193" y="1988"/>
                      <a:pt x="1191" y="1987"/>
                    </a:cubicBezTo>
                    <a:cubicBezTo>
                      <a:pt x="1188" y="1987"/>
                      <a:pt x="1184" y="1987"/>
                      <a:pt x="1181" y="1984"/>
                    </a:cubicBezTo>
                    <a:cubicBezTo>
                      <a:pt x="1180" y="1984"/>
                      <a:pt x="1180" y="1982"/>
                      <a:pt x="1178" y="1982"/>
                    </a:cubicBezTo>
                    <a:cubicBezTo>
                      <a:pt x="1177" y="1982"/>
                      <a:pt x="1175" y="1981"/>
                      <a:pt x="1174" y="1981"/>
                    </a:cubicBezTo>
                    <a:cubicBezTo>
                      <a:pt x="1173" y="1980"/>
                      <a:pt x="1170" y="1981"/>
                      <a:pt x="1170" y="1979"/>
                    </a:cubicBezTo>
                    <a:cubicBezTo>
                      <a:pt x="1174" y="1979"/>
                      <a:pt x="1179" y="1979"/>
                      <a:pt x="1183" y="1981"/>
                    </a:cubicBezTo>
                    <a:cubicBezTo>
                      <a:pt x="1187" y="1982"/>
                      <a:pt x="1190" y="1986"/>
                      <a:pt x="1195" y="1985"/>
                    </a:cubicBezTo>
                    <a:cubicBezTo>
                      <a:pt x="1199" y="1984"/>
                      <a:pt x="1200" y="1980"/>
                      <a:pt x="1198" y="1977"/>
                    </a:cubicBezTo>
                    <a:cubicBezTo>
                      <a:pt x="1196" y="1973"/>
                      <a:pt x="1192" y="1971"/>
                      <a:pt x="1189" y="1968"/>
                    </a:cubicBezTo>
                    <a:cubicBezTo>
                      <a:pt x="1186" y="1964"/>
                      <a:pt x="1186" y="1960"/>
                      <a:pt x="1186" y="1955"/>
                    </a:cubicBezTo>
                    <a:cubicBezTo>
                      <a:pt x="1187" y="1957"/>
                      <a:pt x="1188" y="1959"/>
                      <a:pt x="1188" y="1961"/>
                    </a:cubicBezTo>
                    <a:cubicBezTo>
                      <a:pt x="1188" y="1962"/>
                      <a:pt x="1189" y="1964"/>
                      <a:pt x="1189" y="1965"/>
                    </a:cubicBezTo>
                    <a:cubicBezTo>
                      <a:pt x="1191" y="1967"/>
                      <a:pt x="1193" y="1969"/>
                      <a:pt x="1195" y="1970"/>
                    </a:cubicBezTo>
                    <a:cubicBezTo>
                      <a:pt x="1197" y="1972"/>
                      <a:pt x="1200" y="1973"/>
                      <a:pt x="1201" y="1976"/>
                    </a:cubicBezTo>
                    <a:cubicBezTo>
                      <a:pt x="1202" y="1979"/>
                      <a:pt x="1201" y="1982"/>
                      <a:pt x="1202" y="1985"/>
                    </a:cubicBezTo>
                    <a:cubicBezTo>
                      <a:pt x="1203" y="1987"/>
                      <a:pt x="1205" y="1991"/>
                      <a:pt x="1207" y="1991"/>
                    </a:cubicBezTo>
                    <a:cubicBezTo>
                      <a:pt x="1210" y="1991"/>
                      <a:pt x="1214" y="1988"/>
                      <a:pt x="1216" y="1986"/>
                    </a:cubicBezTo>
                    <a:cubicBezTo>
                      <a:pt x="1218" y="1983"/>
                      <a:pt x="1217" y="1981"/>
                      <a:pt x="1216" y="1979"/>
                    </a:cubicBezTo>
                    <a:cubicBezTo>
                      <a:pt x="1214" y="1977"/>
                      <a:pt x="1214" y="1974"/>
                      <a:pt x="1215" y="1972"/>
                    </a:cubicBezTo>
                    <a:cubicBezTo>
                      <a:pt x="1215" y="1969"/>
                      <a:pt x="1216" y="1966"/>
                      <a:pt x="1215" y="1963"/>
                    </a:cubicBezTo>
                    <a:cubicBezTo>
                      <a:pt x="1214" y="1961"/>
                      <a:pt x="1212" y="1958"/>
                      <a:pt x="1213" y="1956"/>
                    </a:cubicBezTo>
                    <a:cubicBezTo>
                      <a:pt x="1214" y="1953"/>
                      <a:pt x="1216" y="1951"/>
                      <a:pt x="1218" y="1950"/>
                    </a:cubicBezTo>
                    <a:cubicBezTo>
                      <a:pt x="1221" y="1948"/>
                      <a:pt x="1222" y="1950"/>
                      <a:pt x="1220" y="1952"/>
                    </a:cubicBezTo>
                    <a:cubicBezTo>
                      <a:pt x="1218" y="1954"/>
                      <a:pt x="1215" y="1955"/>
                      <a:pt x="1215" y="1958"/>
                    </a:cubicBezTo>
                    <a:cubicBezTo>
                      <a:pt x="1215" y="1961"/>
                      <a:pt x="1217" y="1963"/>
                      <a:pt x="1217" y="1966"/>
                    </a:cubicBezTo>
                    <a:cubicBezTo>
                      <a:pt x="1218" y="1968"/>
                      <a:pt x="1216" y="1971"/>
                      <a:pt x="1217" y="1974"/>
                    </a:cubicBezTo>
                    <a:cubicBezTo>
                      <a:pt x="1217" y="1976"/>
                      <a:pt x="1219" y="1979"/>
                      <a:pt x="1221" y="1980"/>
                    </a:cubicBezTo>
                    <a:cubicBezTo>
                      <a:pt x="1224" y="1982"/>
                      <a:pt x="1226" y="1977"/>
                      <a:pt x="1227" y="1975"/>
                    </a:cubicBezTo>
                    <a:cubicBezTo>
                      <a:pt x="1230" y="1972"/>
                      <a:pt x="1234" y="1972"/>
                      <a:pt x="1236" y="1970"/>
                    </a:cubicBezTo>
                    <a:cubicBezTo>
                      <a:pt x="1239" y="1967"/>
                      <a:pt x="1237" y="1963"/>
                      <a:pt x="1238" y="1959"/>
                    </a:cubicBezTo>
                    <a:cubicBezTo>
                      <a:pt x="1240" y="1955"/>
                      <a:pt x="1241" y="1962"/>
                      <a:pt x="1242" y="1963"/>
                    </a:cubicBezTo>
                    <a:cubicBezTo>
                      <a:pt x="1243" y="1963"/>
                      <a:pt x="1245" y="1963"/>
                      <a:pt x="1246" y="1963"/>
                    </a:cubicBezTo>
                    <a:cubicBezTo>
                      <a:pt x="1247" y="1963"/>
                      <a:pt x="1249" y="1963"/>
                      <a:pt x="1251" y="1962"/>
                    </a:cubicBezTo>
                    <a:cubicBezTo>
                      <a:pt x="1251" y="1962"/>
                      <a:pt x="1252" y="1962"/>
                      <a:pt x="1252" y="1962"/>
                    </a:cubicBezTo>
                    <a:cubicBezTo>
                      <a:pt x="1253" y="1961"/>
                      <a:pt x="1253" y="1960"/>
                      <a:pt x="1253" y="1959"/>
                    </a:cubicBezTo>
                    <a:cubicBezTo>
                      <a:pt x="1254" y="1958"/>
                      <a:pt x="1257" y="1958"/>
                      <a:pt x="1258" y="1956"/>
                    </a:cubicBezTo>
                    <a:cubicBezTo>
                      <a:pt x="1258" y="1955"/>
                      <a:pt x="1258" y="1951"/>
                      <a:pt x="1258" y="1950"/>
                    </a:cubicBezTo>
                    <a:cubicBezTo>
                      <a:pt x="1257" y="1948"/>
                      <a:pt x="1255" y="1947"/>
                      <a:pt x="1254" y="1946"/>
                    </a:cubicBezTo>
                    <a:cubicBezTo>
                      <a:pt x="1252" y="1945"/>
                      <a:pt x="1250" y="1944"/>
                      <a:pt x="1250" y="1942"/>
                    </a:cubicBezTo>
                    <a:cubicBezTo>
                      <a:pt x="1249" y="1940"/>
                      <a:pt x="1251" y="1940"/>
                      <a:pt x="1253" y="1941"/>
                    </a:cubicBezTo>
                    <a:cubicBezTo>
                      <a:pt x="1255" y="1942"/>
                      <a:pt x="1257" y="1943"/>
                      <a:pt x="1259" y="1944"/>
                    </a:cubicBezTo>
                    <a:cubicBezTo>
                      <a:pt x="1260" y="1945"/>
                      <a:pt x="1260" y="1947"/>
                      <a:pt x="1263" y="1948"/>
                    </a:cubicBezTo>
                    <a:cubicBezTo>
                      <a:pt x="1267" y="1949"/>
                      <a:pt x="1269" y="1941"/>
                      <a:pt x="1269" y="1938"/>
                    </a:cubicBezTo>
                    <a:cubicBezTo>
                      <a:pt x="1269" y="1936"/>
                      <a:pt x="1270" y="1934"/>
                      <a:pt x="1271" y="1932"/>
                    </a:cubicBezTo>
                    <a:cubicBezTo>
                      <a:pt x="1272" y="1931"/>
                      <a:pt x="1272" y="1930"/>
                      <a:pt x="1273" y="1929"/>
                    </a:cubicBezTo>
                    <a:cubicBezTo>
                      <a:pt x="1273" y="1928"/>
                      <a:pt x="1273" y="1928"/>
                      <a:pt x="1273" y="1927"/>
                    </a:cubicBezTo>
                    <a:cubicBezTo>
                      <a:pt x="1274" y="1925"/>
                      <a:pt x="1275" y="1923"/>
                      <a:pt x="1275" y="1921"/>
                    </a:cubicBezTo>
                    <a:cubicBezTo>
                      <a:pt x="1276" y="1919"/>
                      <a:pt x="1276" y="1917"/>
                      <a:pt x="1276" y="1915"/>
                    </a:cubicBezTo>
                    <a:cubicBezTo>
                      <a:pt x="1277" y="1913"/>
                      <a:pt x="1277" y="1912"/>
                      <a:pt x="1279" y="1911"/>
                    </a:cubicBezTo>
                    <a:cubicBezTo>
                      <a:pt x="1280" y="1911"/>
                      <a:pt x="1281" y="1909"/>
                      <a:pt x="1281" y="1908"/>
                    </a:cubicBezTo>
                    <a:cubicBezTo>
                      <a:pt x="1281" y="1906"/>
                      <a:pt x="1278" y="1905"/>
                      <a:pt x="1277" y="1905"/>
                    </a:cubicBezTo>
                    <a:cubicBezTo>
                      <a:pt x="1276" y="1905"/>
                      <a:pt x="1275" y="1905"/>
                      <a:pt x="1274" y="1904"/>
                    </a:cubicBezTo>
                    <a:cubicBezTo>
                      <a:pt x="1274" y="1903"/>
                      <a:pt x="1275" y="1902"/>
                      <a:pt x="1276" y="1902"/>
                    </a:cubicBezTo>
                    <a:cubicBezTo>
                      <a:pt x="1278" y="1902"/>
                      <a:pt x="1280" y="1903"/>
                      <a:pt x="1281" y="1904"/>
                    </a:cubicBezTo>
                    <a:cubicBezTo>
                      <a:pt x="1284" y="1906"/>
                      <a:pt x="1287" y="1906"/>
                      <a:pt x="1288" y="1903"/>
                    </a:cubicBezTo>
                    <a:cubicBezTo>
                      <a:pt x="1290" y="1900"/>
                      <a:pt x="1292" y="1898"/>
                      <a:pt x="1294" y="1896"/>
                    </a:cubicBezTo>
                    <a:cubicBezTo>
                      <a:pt x="1295" y="1895"/>
                      <a:pt x="1297" y="1893"/>
                      <a:pt x="1298" y="1892"/>
                    </a:cubicBezTo>
                    <a:cubicBezTo>
                      <a:pt x="1300" y="1890"/>
                      <a:pt x="1301" y="1887"/>
                      <a:pt x="1302" y="1885"/>
                    </a:cubicBezTo>
                    <a:cubicBezTo>
                      <a:pt x="1303" y="1883"/>
                      <a:pt x="1304" y="1880"/>
                      <a:pt x="1305" y="1877"/>
                    </a:cubicBezTo>
                    <a:cubicBezTo>
                      <a:pt x="1305" y="1875"/>
                      <a:pt x="1306" y="1873"/>
                      <a:pt x="1306" y="1871"/>
                    </a:cubicBezTo>
                    <a:cubicBezTo>
                      <a:pt x="1304" y="1870"/>
                      <a:pt x="1302" y="1870"/>
                      <a:pt x="1300" y="1870"/>
                    </a:cubicBezTo>
                    <a:cubicBezTo>
                      <a:pt x="1299" y="1870"/>
                      <a:pt x="1298" y="1870"/>
                      <a:pt x="1297" y="1868"/>
                    </a:cubicBezTo>
                    <a:cubicBezTo>
                      <a:pt x="1297" y="1867"/>
                      <a:pt x="1297" y="1867"/>
                      <a:pt x="1295" y="1867"/>
                    </a:cubicBezTo>
                    <a:cubicBezTo>
                      <a:pt x="1293" y="1866"/>
                      <a:pt x="1292" y="1868"/>
                      <a:pt x="1290" y="1868"/>
                    </a:cubicBezTo>
                    <a:cubicBezTo>
                      <a:pt x="1287" y="1869"/>
                      <a:pt x="1287" y="1867"/>
                      <a:pt x="1285" y="1866"/>
                    </a:cubicBezTo>
                    <a:cubicBezTo>
                      <a:pt x="1283" y="1865"/>
                      <a:pt x="1280" y="1866"/>
                      <a:pt x="1278" y="1865"/>
                    </a:cubicBezTo>
                    <a:cubicBezTo>
                      <a:pt x="1278" y="1864"/>
                      <a:pt x="1279" y="1862"/>
                      <a:pt x="1281" y="1863"/>
                    </a:cubicBezTo>
                    <a:cubicBezTo>
                      <a:pt x="1282" y="1863"/>
                      <a:pt x="1283" y="1864"/>
                      <a:pt x="1285" y="1865"/>
                    </a:cubicBezTo>
                    <a:cubicBezTo>
                      <a:pt x="1286" y="1865"/>
                      <a:pt x="1288" y="1865"/>
                      <a:pt x="1290" y="1865"/>
                    </a:cubicBezTo>
                    <a:cubicBezTo>
                      <a:pt x="1292" y="1865"/>
                      <a:pt x="1294" y="1866"/>
                      <a:pt x="1296" y="1866"/>
                    </a:cubicBezTo>
                    <a:cubicBezTo>
                      <a:pt x="1296" y="1866"/>
                      <a:pt x="1296" y="1860"/>
                      <a:pt x="1296" y="1860"/>
                    </a:cubicBezTo>
                    <a:cubicBezTo>
                      <a:pt x="1295" y="1858"/>
                      <a:pt x="1295" y="1856"/>
                      <a:pt x="1294" y="1854"/>
                    </a:cubicBezTo>
                    <a:cubicBezTo>
                      <a:pt x="1293" y="1852"/>
                      <a:pt x="1293" y="1850"/>
                      <a:pt x="1291" y="1848"/>
                    </a:cubicBezTo>
                    <a:cubicBezTo>
                      <a:pt x="1290" y="1846"/>
                      <a:pt x="1289" y="1845"/>
                      <a:pt x="1287" y="1844"/>
                    </a:cubicBezTo>
                    <a:cubicBezTo>
                      <a:pt x="1285" y="1844"/>
                      <a:pt x="1283" y="1842"/>
                      <a:pt x="1282" y="1841"/>
                    </a:cubicBezTo>
                    <a:cubicBezTo>
                      <a:pt x="1280" y="1841"/>
                      <a:pt x="1279" y="1840"/>
                      <a:pt x="1278" y="1841"/>
                    </a:cubicBezTo>
                    <a:cubicBezTo>
                      <a:pt x="1277" y="1841"/>
                      <a:pt x="1276" y="1841"/>
                      <a:pt x="1275" y="1842"/>
                    </a:cubicBezTo>
                    <a:cubicBezTo>
                      <a:pt x="1275" y="1842"/>
                      <a:pt x="1274" y="1843"/>
                      <a:pt x="1273" y="1843"/>
                    </a:cubicBezTo>
                    <a:cubicBezTo>
                      <a:pt x="1273" y="1840"/>
                      <a:pt x="1279" y="1839"/>
                      <a:pt x="1276" y="1836"/>
                    </a:cubicBezTo>
                    <a:cubicBezTo>
                      <a:pt x="1274" y="1834"/>
                      <a:pt x="1273" y="1834"/>
                      <a:pt x="1272" y="1832"/>
                    </a:cubicBezTo>
                    <a:cubicBezTo>
                      <a:pt x="1272" y="1830"/>
                      <a:pt x="1271" y="1828"/>
                      <a:pt x="1270" y="1826"/>
                    </a:cubicBezTo>
                    <a:cubicBezTo>
                      <a:pt x="1269" y="1824"/>
                      <a:pt x="1267" y="1822"/>
                      <a:pt x="1266" y="1821"/>
                    </a:cubicBezTo>
                    <a:cubicBezTo>
                      <a:pt x="1266" y="1820"/>
                      <a:pt x="1265" y="1820"/>
                      <a:pt x="1264" y="1820"/>
                    </a:cubicBezTo>
                    <a:cubicBezTo>
                      <a:pt x="1264" y="1819"/>
                      <a:pt x="1263" y="1818"/>
                      <a:pt x="1262" y="1818"/>
                    </a:cubicBezTo>
                    <a:cubicBezTo>
                      <a:pt x="1261" y="1818"/>
                      <a:pt x="1260" y="1817"/>
                      <a:pt x="1260" y="1817"/>
                    </a:cubicBezTo>
                    <a:cubicBezTo>
                      <a:pt x="1258" y="1817"/>
                      <a:pt x="1257" y="1815"/>
                      <a:pt x="1255" y="1815"/>
                    </a:cubicBezTo>
                    <a:cubicBezTo>
                      <a:pt x="1253" y="1814"/>
                      <a:pt x="1252" y="1813"/>
                      <a:pt x="1251" y="1813"/>
                    </a:cubicBezTo>
                    <a:cubicBezTo>
                      <a:pt x="1250" y="1813"/>
                      <a:pt x="1247" y="1812"/>
                      <a:pt x="1247" y="1811"/>
                    </a:cubicBezTo>
                    <a:cubicBezTo>
                      <a:pt x="1247" y="1809"/>
                      <a:pt x="1250" y="1811"/>
                      <a:pt x="1251" y="1811"/>
                    </a:cubicBezTo>
                    <a:cubicBezTo>
                      <a:pt x="1252" y="1812"/>
                      <a:pt x="1254" y="1812"/>
                      <a:pt x="1255" y="1813"/>
                    </a:cubicBezTo>
                    <a:cubicBezTo>
                      <a:pt x="1257" y="1813"/>
                      <a:pt x="1259" y="1814"/>
                      <a:pt x="1260" y="1815"/>
                    </a:cubicBezTo>
                    <a:cubicBezTo>
                      <a:pt x="1262" y="1816"/>
                      <a:pt x="1264" y="1817"/>
                      <a:pt x="1265" y="1819"/>
                    </a:cubicBezTo>
                    <a:cubicBezTo>
                      <a:pt x="1266" y="1820"/>
                      <a:pt x="1267" y="1821"/>
                      <a:pt x="1269" y="1821"/>
                    </a:cubicBezTo>
                    <a:cubicBezTo>
                      <a:pt x="1270" y="1822"/>
                      <a:pt x="1271" y="1822"/>
                      <a:pt x="1271" y="1823"/>
                    </a:cubicBezTo>
                    <a:cubicBezTo>
                      <a:pt x="1273" y="1826"/>
                      <a:pt x="1273" y="1829"/>
                      <a:pt x="1274" y="1832"/>
                    </a:cubicBezTo>
                    <a:cubicBezTo>
                      <a:pt x="1275" y="1833"/>
                      <a:pt x="1276" y="1835"/>
                      <a:pt x="1277" y="1836"/>
                    </a:cubicBezTo>
                    <a:cubicBezTo>
                      <a:pt x="1280" y="1838"/>
                      <a:pt x="1285" y="1841"/>
                      <a:pt x="1289" y="1841"/>
                    </a:cubicBezTo>
                    <a:cubicBezTo>
                      <a:pt x="1292" y="1840"/>
                      <a:pt x="1294" y="1839"/>
                      <a:pt x="1296" y="1837"/>
                    </a:cubicBezTo>
                    <a:cubicBezTo>
                      <a:pt x="1297" y="1836"/>
                      <a:pt x="1299" y="1834"/>
                      <a:pt x="1300" y="1833"/>
                    </a:cubicBezTo>
                    <a:cubicBezTo>
                      <a:pt x="1302" y="1832"/>
                      <a:pt x="1304" y="1831"/>
                      <a:pt x="1305" y="1829"/>
                    </a:cubicBezTo>
                    <a:cubicBezTo>
                      <a:pt x="1306" y="1827"/>
                      <a:pt x="1304" y="1826"/>
                      <a:pt x="1302" y="1825"/>
                    </a:cubicBezTo>
                    <a:cubicBezTo>
                      <a:pt x="1300" y="1824"/>
                      <a:pt x="1298" y="1825"/>
                      <a:pt x="1295" y="1825"/>
                    </a:cubicBezTo>
                    <a:cubicBezTo>
                      <a:pt x="1293" y="1824"/>
                      <a:pt x="1292" y="1823"/>
                      <a:pt x="1291" y="1820"/>
                    </a:cubicBezTo>
                    <a:cubicBezTo>
                      <a:pt x="1289" y="1816"/>
                      <a:pt x="1290" y="1812"/>
                      <a:pt x="1288" y="1808"/>
                    </a:cubicBezTo>
                    <a:cubicBezTo>
                      <a:pt x="1286" y="1806"/>
                      <a:pt x="1285" y="1804"/>
                      <a:pt x="1283" y="1803"/>
                    </a:cubicBezTo>
                    <a:cubicBezTo>
                      <a:pt x="1282" y="1803"/>
                      <a:pt x="1281" y="1802"/>
                      <a:pt x="1280" y="1802"/>
                    </a:cubicBezTo>
                    <a:cubicBezTo>
                      <a:pt x="1279" y="1801"/>
                      <a:pt x="1278" y="1801"/>
                      <a:pt x="1276" y="1800"/>
                    </a:cubicBezTo>
                    <a:cubicBezTo>
                      <a:pt x="1276" y="1800"/>
                      <a:pt x="1275" y="1800"/>
                      <a:pt x="1274" y="1799"/>
                    </a:cubicBezTo>
                    <a:cubicBezTo>
                      <a:pt x="1273" y="1799"/>
                      <a:pt x="1272" y="1799"/>
                      <a:pt x="1273" y="1799"/>
                    </a:cubicBezTo>
                    <a:cubicBezTo>
                      <a:pt x="1274" y="1798"/>
                      <a:pt x="1276" y="1799"/>
                      <a:pt x="1277" y="1799"/>
                    </a:cubicBezTo>
                    <a:cubicBezTo>
                      <a:pt x="1279" y="1799"/>
                      <a:pt x="1281" y="1798"/>
                      <a:pt x="1282" y="1800"/>
                    </a:cubicBezTo>
                    <a:cubicBezTo>
                      <a:pt x="1283" y="1801"/>
                      <a:pt x="1284" y="1803"/>
                      <a:pt x="1285" y="1803"/>
                    </a:cubicBezTo>
                    <a:cubicBezTo>
                      <a:pt x="1286" y="1803"/>
                      <a:pt x="1285" y="1801"/>
                      <a:pt x="1285" y="1800"/>
                    </a:cubicBezTo>
                    <a:cubicBezTo>
                      <a:pt x="1284" y="1800"/>
                      <a:pt x="1284" y="1799"/>
                      <a:pt x="1284" y="1798"/>
                    </a:cubicBezTo>
                    <a:cubicBezTo>
                      <a:pt x="1284" y="1798"/>
                      <a:pt x="1284" y="1795"/>
                      <a:pt x="1285" y="1795"/>
                    </a:cubicBezTo>
                    <a:cubicBezTo>
                      <a:pt x="1286" y="1796"/>
                      <a:pt x="1286" y="1797"/>
                      <a:pt x="1286" y="1797"/>
                    </a:cubicBezTo>
                    <a:cubicBezTo>
                      <a:pt x="1286" y="1798"/>
                      <a:pt x="1286" y="1798"/>
                      <a:pt x="1286" y="1799"/>
                    </a:cubicBezTo>
                    <a:cubicBezTo>
                      <a:pt x="1287" y="1800"/>
                      <a:pt x="1287" y="1801"/>
                      <a:pt x="1287" y="1802"/>
                    </a:cubicBezTo>
                    <a:cubicBezTo>
                      <a:pt x="1288" y="1803"/>
                      <a:pt x="1287" y="1804"/>
                      <a:pt x="1287" y="1804"/>
                    </a:cubicBezTo>
                    <a:cubicBezTo>
                      <a:pt x="1288" y="1806"/>
                      <a:pt x="1291" y="1805"/>
                      <a:pt x="1291" y="1804"/>
                    </a:cubicBezTo>
                    <a:cubicBezTo>
                      <a:pt x="1293" y="1803"/>
                      <a:pt x="1294" y="1802"/>
                      <a:pt x="1296" y="1802"/>
                    </a:cubicBezTo>
                    <a:cubicBezTo>
                      <a:pt x="1298" y="1801"/>
                      <a:pt x="1300" y="1801"/>
                      <a:pt x="1301" y="1800"/>
                    </a:cubicBezTo>
                    <a:cubicBezTo>
                      <a:pt x="1302" y="1800"/>
                      <a:pt x="1303" y="1800"/>
                      <a:pt x="1304" y="1800"/>
                    </a:cubicBezTo>
                    <a:cubicBezTo>
                      <a:pt x="1305" y="1801"/>
                      <a:pt x="1303" y="1801"/>
                      <a:pt x="1303" y="1801"/>
                    </a:cubicBezTo>
                    <a:cubicBezTo>
                      <a:pt x="1302" y="1802"/>
                      <a:pt x="1301" y="1802"/>
                      <a:pt x="1300" y="1802"/>
                    </a:cubicBezTo>
                    <a:cubicBezTo>
                      <a:pt x="1299" y="1803"/>
                      <a:pt x="1298" y="1803"/>
                      <a:pt x="1297" y="1803"/>
                    </a:cubicBezTo>
                    <a:cubicBezTo>
                      <a:pt x="1296" y="1803"/>
                      <a:pt x="1294" y="1804"/>
                      <a:pt x="1293" y="1805"/>
                    </a:cubicBezTo>
                    <a:cubicBezTo>
                      <a:pt x="1291" y="1806"/>
                      <a:pt x="1290" y="1807"/>
                      <a:pt x="1290" y="1810"/>
                    </a:cubicBezTo>
                    <a:cubicBezTo>
                      <a:pt x="1290" y="1812"/>
                      <a:pt x="1291" y="1814"/>
                      <a:pt x="1291" y="1816"/>
                    </a:cubicBezTo>
                    <a:cubicBezTo>
                      <a:pt x="1293" y="1820"/>
                      <a:pt x="1295" y="1823"/>
                      <a:pt x="1299" y="1824"/>
                    </a:cubicBezTo>
                    <a:cubicBezTo>
                      <a:pt x="1301" y="1824"/>
                      <a:pt x="1303" y="1824"/>
                      <a:pt x="1305" y="1825"/>
                    </a:cubicBezTo>
                    <a:cubicBezTo>
                      <a:pt x="1307" y="1826"/>
                      <a:pt x="1307" y="1828"/>
                      <a:pt x="1308" y="1829"/>
                    </a:cubicBezTo>
                    <a:cubicBezTo>
                      <a:pt x="1309" y="1831"/>
                      <a:pt x="1311" y="1833"/>
                      <a:pt x="1313" y="1833"/>
                    </a:cubicBezTo>
                    <a:cubicBezTo>
                      <a:pt x="1315" y="1833"/>
                      <a:pt x="1316" y="1830"/>
                      <a:pt x="1316" y="1828"/>
                    </a:cubicBezTo>
                    <a:cubicBezTo>
                      <a:pt x="1315" y="1827"/>
                      <a:pt x="1316" y="1826"/>
                      <a:pt x="1316" y="1825"/>
                    </a:cubicBezTo>
                    <a:cubicBezTo>
                      <a:pt x="1316" y="1823"/>
                      <a:pt x="1316" y="1822"/>
                      <a:pt x="1316" y="1820"/>
                    </a:cubicBezTo>
                    <a:cubicBezTo>
                      <a:pt x="1317" y="1818"/>
                      <a:pt x="1317" y="1816"/>
                      <a:pt x="1316" y="1814"/>
                    </a:cubicBezTo>
                    <a:close/>
                    <a:moveTo>
                      <a:pt x="857" y="511"/>
                    </a:moveTo>
                    <a:cubicBezTo>
                      <a:pt x="857" y="511"/>
                      <a:pt x="858" y="511"/>
                      <a:pt x="859" y="511"/>
                    </a:cubicBezTo>
                    <a:cubicBezTo>
                      <a:pt x="860" y="511"/>
                      <a:pt x="861" y="511"/>
                      <a:pt x="861" y="510"/>
                    </a:cubicBezTo>
                    <a:cubicBezTo>
                      <a:pt x="862" y="510"/>
                      <a:pt x="862" y="510"/>
                      <a:pt x="862" y="509"/>
                    </a:cubicBezTo>
                    <a:cubicBezTo>
                      <a:pt x="863" y="509"/>
                      <a:pt x="865" y="509"/>
                      <a:pt x="865" y="511"/>
                    </a:cubicBezTo>
                    <a:cubicBezTo>
                      <a:pt x="865" y="511"/>
                      <a:pt x="865" y="511"/>
                      <a:pt x="865" y="511"/>
                    </a:cubicBezTo>
                    <a:cubicBezTo>
                      <a:pt x="865" y="512"/>
                      <a:pt x="864" y="512"/>
                      <a:pt x="864" y="512"/>
                    </a:cubicBezTo>
                    <a:cubicBezTo>
                      <a:pt x="864" y="513"/>
                      <a:pt x="864" y="513"/>
                      <a:pt x="864" y="513"/>
                    </a:cubicBezTo>
                    <a:cubicBezTo>
                      <a:pt x="864" y="513"/>
                      <a:pt x="864" y="513"/>
                      <a:pt x="863" y="513"/>
                    </a:cubicBezTo>
                    <a:cubicBezTo>
                      <a:pt x="862" y="513"/>
                      <a:pt x="860" y="513"/>
                      <a:pt x="859" y="513"/>
                    </a:cubicBezTo>
                    <a:cubicBezTo>
                      <a:pt x="858" y="513"/>
                      <a:pt x="855" y="511"/>
                      <a:pt x="857" y="511"/>
                    </a:cubicBezTo>
                    <a:close/>
                    <a:moveTo>
                      <a:pt x="842" y="559"/>
                    </a:moveTo>
                    <a:cubicBezTo>
                      <a:pt x="842" y="559"/>
                      <a:pt x="842" y="559"/>
                      <a:pt x="842" y="559"/>
                    </a:cubicBezTo>
                    <a:cubicBezTo>
                      <a:pt x="842" y="559"/>
                      <a:pt x="843" y="561"/>
                      <a:pt x="843" y="561"/>
                    </a:cubicBezTo>
                    <a:cubicBezTo>
                      <a:pt x="844" y="563"/>
                      <a:pt x="842" y="571"/>
                      <a:pt x="839" y="566"/>
                    </a:cubicBezTo>
                    <a:cubicBezTo>
                      <a:pt x="837" y="563"/>
                      <a:pt x="837" y="558"/>
                      <a:pt x="842" y="559"/>
                    </a:cubicBezTo>
                    <a:close/>
                    <a:moveTo>
                      <a:pt x="774" y="694"/>
                    </a:moveTo>
                    <a:cubicBezTo>
                      <a:pt x="775" y="693"/>
                      <a:pt x="776" y="693"/>
                      <a:pt x="776" y="692"/>
                    </a:cubicBezTo>
                    <a:cubicBezTo>
                      <a:pt x="775" y="690"/>
                      <a:pt x="775" y="690"/>
                      <a:pt x="776" y="689"/>
                    </a:cubicBezTo>
                    <a:cubicBezTo>
                      <a:pt x="777" y="688"/>
                      <a:pt x="778" y="687"/>
                      <a:pt x="779" y="687"/>
                    </a:cubicBezTo>
                    <a:cubicBezTo>
                      <a:pt x="783" y="688"/>
                      <a:pt x="781" y="691"/>
                      <a:pt x="783" y="693"/>
                    </a:cubicBezTo>
                    <a:cubicBezTo>
                      <a:pt x="784" y="694"/>
                      <a:pt x="787" y="697"/>
                      <a:pt x="785" y="699"/>
                    </a:cubicBezTo>
                    <a:cubicBezTo>
                      <a:pt x="784" y="701"/>
                      <a:pt x="781" y="699"/>
                      <a:pt x="779" y="699"/>
                    </a:cubicBezTo>
                    <a:cubicBezTo>
                      <a:pt x="777" y="699"/>
                      <a:pt x="775" y="699"/>
                      <a:pt x="774" y="697"/>
                    </a:cubicBezTo>
                    <a:cubicBezTo>
                      <a:pt x="774" y="696"/>
                      <a:pt x="774" y="695"/>
                      <a:pt x="774" y="694"/>
                    </a:cubicBezTo>
                    <a:close/>
                    <a:moveTo>
                      <a:pt x="971" y="130"/>
                    </a:moveTo>
                    <a:cubicBezTo>
                      <a:pt x="971" y="129"/>
                      <a:pt x="972" y="129"/>
                      <a:pt x="972" y="129"/>
                    </a:cubicBezTo>
                    <a:cubicBezTo>
                      <a:pt x="974" y="129"/>
                      <a:pt x="974" y="131"/>
                      <a:pt x="974" y="132"/>
                    </a:cubicBezTo>
                    <a:cubicBezTo>
                      <a:pt x="973" y="132"/>
                      <a:pt x="972" y="133"/>
                      <a:pt x="970" y="132"/>
                    </a:cubicBezTo>
                    <a:cubicBezTo>
                      <a:pt x="971" y="131"/>
                      <a:pt x="970" y="131"/>
                      <a:pt x="971" y="130"/>
                    </a:cubicBezTo>
                    <a:close/>
                    <a:moveTo>
                      <a:pt x="966" y="72"/>
                    </a:moveTo>
                    <a:cubicBezTo>
                      <a:pt x="968" y="71"/>
                      <a:pt x="968" y="72"/>
                      <a:pt x="969" y="73"/>
                    </a:cubicBezTo>
                    <a:cubicBezTo>
                      <a:pt x="969" y="74"/>
                      <a:pt x="969" y="75"/>
                      <a:pt x="969" y="76"/>
                    </a:cubicBezTo>
                    <a:cubicBezTo>
                      <a:pt x="968" y="77"/>
                      <a:pt x="966" y="75"/>
                      <a:pt x="965" y="75"/>
                    </a:cubicBezTo>
                    <a:cubicBezTo>
                      <a:pt x="965" y="74"/>
                      <a:pt x="965" y="72"/>
                      <a:pt x="966" y="72"/>
                    </a:cubicBezTo>
                    <a:close/>
                    <a:moveTo>
                      <a:pt x="962" y="134"/>
                    </a:moveTo>
                    <a:cubicBezTo>
                      <a:pt x="964" y="132"/>
                      <a:pt x="965" y="133"/>
                      <a:pt x="965" y="135"/>
                    </a:cubicBezTo>
                    <a:cubicBezTo>
                      <a:pt x="965" y="137"/>
                      <a:pt x="964" y="137"/>
                      <a:pt x="962" y="136"/>
                    </a:cubicBezTo>
                    <a:cubicBezTo>
                      <a:pt x="962" y="136"/>
                      <a:pt x="962" y="135"/>
                      <a:pt x="962" y="134"/>
                    </a:cubicBezTo>
                    <a:close/>
                    <a:moveTo>
                      <a:pt x="945" y="90"/>
                    </a:moveTo>
                    <a:cubicBezTo>
                      <a:pt x="946" y="88"/>
                      <a:pt x="947" y="90"/>
                      <a:pt x="948" y="91"/>
                    </a:cubicBezTo>
                    <a:cubicBezTo>
                      <a:pt x="948" y="92"/>
                      <a:pt x="948" y="94"/>
                      <a:pt x="949" y="95"/>
                    </a:cubicBezTo>
                    <a:cubicBezTo>
                      <a:pt x="949" y="97"/>
                      <a:pt x="952" y="99"/>
                      <a:pt x="954" y="100"/>
                    </a:cubicBezTo>
                    <a:cubicBezTo>
                      <a:pt x="955" y="101"/>
                      <a:pt x="957" y="102"/>
                      <a:pt x="956" y="103"/>
                    </a:cubicBezTo>
                    <a:cubicBezTo>
                      <a:pt x="955" y="106"/>
                      <a:pt x="952" y="104"/>
                      <a:pt x="951" y="103"/>
                    </a:cubicBezTo>
                    <a:cubicBezTo>
                      <a:pt x="949" y="101"/>
                      <a:pt x="948" y="99"/>
                      <a:pt x="947" y="96"/>
                    </a:cubicBezTo>
                    <a:cubicBezTo>
                      <a:pt x="946" y="95"/>
                      <a:pt x="944" y="91"/>
                      <a:pt x="945" y="90"/>
                    </a:cubicBezTo>
                    <a:close/>
                    <a:moveTo>
                      <a:pt x="925" y="123"/>
                    </a:moveTo>
                    <a:cubicBezTo>
                      <a:pt x="926" y="123"/>
                      <a:pt x="926" y="123"/>
                      <a:pt x="926" y="124"/>
                    </a:cubicBezTo>
                    <a:cubicBezTo>
                      <a:pt x="927" y="127"/>
                      <a:pt x="930" y="127"/>
                      <a:pt x="931" y="129"/>
                    </a:cubicBezTo>
                    <a:cubicBezTo>
                      <a:pt x="933" y="130"/>
                      <a:pt x="933" y="133"/>
                      <a:pt x="931" y="133"/>
                    </a:cubicBezTo>
                    <a:cubicBezTo>
                      <a:pt x="929" y="134"/>
                      <a:pt x="928" y="132"/>
                      <a:pt x="927" y="130"/>
                    </a:cubicBezTo>
                    <a:cubicBezTo>
                      <a:pt x="927" y="129"/>
                      <a:pt x="926" y="128"/>
                      <a:pt x="925" y="127"/>
                    </a:cubicBezTo>
                    <a:cubicBezTo>
                      <a:pt x="925" y="126"/>
                      <a:pt x="924" y="125"/>
                      <a:pt x="923" y="124"/>
                    </a:cubicBezTo>
                    <a:cubicBezTo>
                      <a:pt x="923" y="123"/>
                      <a:pt x="924" y="122"/>
                      <a:pt x="925" y="123"/>
                    </a:cubicBezTo>
                    <a:close/>
                    <a:moveTo>
                      <a:pt x="918" y="79"/>
                    </a:moveTo>
                    <a:cubicBezTo>
                      <a:pt x="918" y="81"/>
                      <a:pt x="920" y="80"/>
                      <a:pt x="921" y="83"/>
                    </a:cubicBezTo>
                    <a:cubicBezTo>
                      <a:pt x="921" y="84"/>
                      <a:pt x="922" y="87"/>
                      <a:pt x="922" y="88"/>
                    </a:cubicBezTo>
                    <a:cubicBezTo>
                      <a:pt x="921" y="90"/>
                      <a:pt x="920" y="91"/>
                      <a:pt x="919" y="90"/>
                    </a:cubicBezTo>
                    <a:cubicBezTo>
                      <a:pt x="918" y="88"/>
                      <a:pt x="918" y="87"/>
                      <a:pt x="917" y="85"/>
                    </a:cubicBezTo>
                    <a:cubicBezTo>
                      <a:pt x="917" y="83"/>
                      <a:pt x="917" y="83"/>
                      <a:pt x="915" y="82"/>
                    </a:cubicBezTo>
                    <a:cubicBezTo>
                      <a:pt x="913" y="79"/>
                      <a:pt x="916" y="75"/>
                      <a:pt x="918" y="79"/>
                    </a:cubicBezTo>
                    <a:close/>
                    <a:moveTo>
                      <a:pt x="912" y="131"/>
                    </a:moveTo>
                    <a:cubicBezTo>
                      <a:pt x="912" y="131"/>
                      <a:pt x="912" y="131"/>
                      <a:pt x="911" y="131"/>
                    </a:cubicBezTo>
                    <a:cubicBezTo>
                      <a:pt x="911" y="131"/>
                      <a:pt x="910" y="132"/>
                      <a:pt x="910" y="132"/>
                    </a:cubicBezTo>
                    <a:cubicBezTo>
                      <a:pt x="910" y="132"/>
                      <a:pt x="909" y="129"/>
                      <a:pt x="909" y="129"/>
                    </a:cubicBezTo>
                    <a:cubicBezTo>
                      <a:pt x="910" y="127"/>
                      <a:pt x="912" y="129"/>
                      <a:pt x="913" y="129"/>
                    </a:cubicBezTo>
                    <a:cubicBezTo>
                      <a:pt x="914" y="129"/>
                      <a:pt x="913" y="131"/>
                      <a:pt x="912" y="131"/>
                    </a:cubicBezTo>
                    <a:close/>
                    <a:moveTo>
                      <a:pt x="908" y="116"/>
                    </a:moveTo>
                    <a:cubicBezTo>
                      <a:pt x="909" y="115"/>
                      <a:pt x="910" y="115"/>
                      <a:pt x="910" y="114"/>
                    </a:cubicBezTo>
                    <a:cubicBezTo>
                      <a:pt x="911" y="114"/>
                      <a:pt x="912" y="114"/>
                      <a:pt x="913" y="114"/>
                    </a:cubicBezTo>
                    <a:cubicBezTo>
                      <a:pt x="914" y="115"/>
                      <a:pt x="914" y="117"/>
                      <a:pt x="913" y="118"/>
                    </a:cubicBezTo>
                    <a:cubicBezTo>
                      <a:pt x="913" y="119"/>
                      <a:pt x="911" y="119"/>
                      <a:pt x="911" y="119"/>
                    </a:cubicBezTo>
                    <a:cubicBezTo>
                      <a:pt x="910" y="119"/>
                      <a:pt x="909" y="118"/>
                      <a:pt x="909" y="118"/>
                    </a:cubicBezTo>
                    <a:cubicBezTo>
                      <a:pt x="909" y="117"/>
                      <a:pt x="908" y="116"/>
                      <a:pt x="908" y="116"/>
                    </a:cubicBezTo>
                    <a:close/>
                    <a:moveTo>
                      <a:pt x="899" y="97"/>
                    </a:moveTo>
                    <a:cubicBezTo>
                      <a:pt x="900" y="95"/>
                      <a:pt x="903" y="96"/>
                      <a:pt x="904" y="96"/>
                    </a:cubicBezTo>
                    <a:cubicBezTo>
                      <a:pt x="904" y="96"/>
                      <a:pt x="904" y="98"/>
                      <a:pt x="904" y="99"/>
                    </a:cubicBezTo>
                    <a:cubicBezTo>
                      <a:pt x="904" y="99"/>
                      <a:pt x="904" y="100"/>
                      <a:pt x="903" y="100"/>
                    </a:cubicBezTo>
                    <a:cubicBezTo>
                      <a:pt x="901" y="101"/>
                      <a:pt x="900" y="101"/>
                      <a:pt x="899" y="99"/>
                    </a:cubicBezTo>
                    <a:cubicBezTo>
                      <a:pt x="899" y="99"/>
                      <a:pt x="899" y="97"/>
                      <a:pt x="899" y="97"/>
                    </a:cubicBezTo>
                    <a:close/>
                    <a:moveTo>
                      <a:pt x="853" y="122"/>
                    </a:moveTo>
                    <a:cubicBezTo>
                      <a:pt x="854" y="121"/>
                      <a:pt x="856" y="121"/>
                      <a:pt x="856" y="123"/>
                    </a:cubicBezTo>
                    <a:cubicBezTo>
                      <a:pt x="856" y="123"/>
                      <a:pt x="856" y="123"/>
                      <a:pt x="856" y="124"/>
                    </a:cubicBezTo>
                    <a:cubicBezTo>
                      <a:pt x="856" y="125"/>
                      <a:pt x="856" y="125"/>
                      <a:pt x="856" y="125"/>
                    </a:cubicBezTo>
                    <a:cubicBezTo>
                      <a:pt x="857" y="128"/>
                      <a:pt x="852" y="128"/>
                      <a:pt x="852" y="126"/>
                    </a:cubicBezTo>
                    <a:cubicBezTo>
                      <a:pt x="852" y="125"/>
                      <a:pt x="853" y="123"/>
                      <a:pt x="853" y="122"/>
                    </a:cubicBezTo>
                    <a:close/>
                    <a:moveTo>
                      <a:pt x="847" y="110"/>
                    </a:moveTo>
                    <a:cubicBezTo>
                      <a:pt x="848" y="112"/>
                      <a:pt x="844" y="115"/>
                      <a:pt x="842" y="112"/>
                    </a:cubicBezTo>
                    <a:cubicBezTo>
                      <a:pt x="841" y="111"/>
                      <a:pt x="841" y="109"/>
                      <a:pt x="843" y="108"/>
                    </a:cubicBezTo>
                    <a:cubicBezTo>
                      <a:pt x="845" y="107"/>
                      <a:pt x="847" y="108"/>
                      <a:pt x="847" y="110"/>
                    </a:cubicBezTo>
                    <a:close/>
                    <a:moveTo>
                      <a:pt x="840" y="62"/>
                    </a:moveTo>
                    <a:cubicBezTo>
                      <a:pt x="840" y="62"/>
                      <a:pt x="841" y="61"/>
                      <a:pt x="842" y="61"/>
                    </a:cubicBezTo>
                    <a:cubicBezTo>
                      <a:pt x="844" y="60"/>
                      <a:pt x="844" y="62"/>
                      <a:pt x="845" y="64"/>
                    </a:cubicBezTo>
                    <a:cubicBezTo>
                      <a:pt x="846" y="65"/>
                      <a:pt x="842" y="66"/>
                      <a:pt x="842" y="65"/>
                    </a:cubicBezTo>
                    <a:cubicBezTo>
                      <a:pt x="840" y="65"/>
                      <a:pt x="839" y="64"/>
                      <a:pt x="840" y="62"/>
                    </a:cubicBezTo>
                    <a:close/>
                    <a:moveTo>
                      <a:pt x="831" y="193"/>
                    </a:moveTo>
                    <a:cubicBezTo>
                      <a:pt x="831" y="191"/>
                      <a:pt x="829" y="189"/>
                      <a:pt x="829" y="188"/>
                    </a:cubicBezTo>
                    <a:cubicBezTo>
                      <a:pt x="829" y="186"/>
                      <a:pt x="831" y="184"/>
                      <a:pt x="833" y="185"/>
                    </a:cubicBezTo>
                    <a:cubicBezTo>
                      <a:pt x="834" y="186"/>
                      <a:pt x="834" y="188"/>
                      <a:pt x="835" y="189"/>
                    </a:cubicBezTo>
                    <a:cubicBezTo>
                      <a:pt x="835" y="189"/>
                      <a:pt x="837" y="190"/>
                      <a:pt x="837" y="190"/>
                    </a:cubicBezTo>
                    <a:cubicBezTo>
                      <a:pt x="838" y="194"/>
                      <a:pt x="833" y="197"/>
                      <a:pt x="831" y="193"/>
                    </a:cubicBezTo>
                    <a:close/>
                    <a:moveTo>
                      <a:pt x="825" y="114"/>
                    </a:moveTo>
                    <a:cubicBezTo>
                      <a:pt x="826" y="113"/>
                      <a:pt x="828" y="113"/>
                      <a:pt x="828" y="115"/>
                    </a:cubicBezTo>
                    <a:cubicBezTo>
                      <a:pt x="829" y="116"/>
                      <a:pt x="828" y="118"/>
                      <a:pt x="830" y="119"/>
                    </a:cubicBezTo>
                    <a:cubicBezTo>
                      <a:pt x="832" y="119"/>
                      <a:pt x="832" y="119"/>
                      <a:pt x="833" y="120"/>
                    </a:cubicBezTo>
                    <a:cubicBezTo>
                      <a:pt x="834" y="122"/>
                      <a:pt x="835" y="122"/>
                      <a:pt x="836" y="123"/>
                    </a:cubicBezTo>
                    <a:cubicBezTo>
                      <a:pt x="838" y="124"/>
                      <a:pt x="837" y="125"/>
                      <a:pt x="836" y="126"/>
                    </a:cubicBezTo>
                    <a:cubicBezTo>
                      <a:pt x="834" y="128"/>
                      <a:pt x="833" y="127"/>
                      <a:pt x="831" y="126"/>
                    </a:cubicBezTo>
                    <a:cubicBezTo>
                      <a:pt x="829" y="126"/>
                      <a:pt x="827" y="127"/>
                      <a:pt x="825" y="126"/>
                    </a:cubicBezTo>
                    <a:cubicBezTo>
                      <a:pt x="822" y="126"/>
                      <a:pt x="824" y="122"/>
                      <a:pt x="823" y="120"/>
                    </a:cubicBezTo>
                    <a:cubicBezTo>
                      <a:pt x="823" y="118"/>
                      <a:pt x="823" y="116"/>
                      <a:pt x="825" y="114"/>
                    </a:cubicBezTo>
                    <a:close/>
                    <a:moveTo>
                      <a:pt x="817" y="121"/>
                    </a:moveTo>
                    <a:cubicBezTo>
                      <a:pt x="818" y="121"/>
                      <a:pt x="818" y="121"/>
                      <a:pt x="819" y="121"/>
                    </a:cubicBezTo>
                    <a:cubicBezTo>
                      <a:pt x="819" y="122"/>
                      <a:pt x="819" y="123"/>
                      <a:pt x="819" y="124"/>
                    </a:cubicBezTo>
                    <a:cubicBezTo>
                      <a:pt x="819" y="125"/>
                      <a:pt x="818" y="126"/>
                      <a:pt x="817" y="127"/>
                    </a:cubicBezTo>
                    <a:cubicBezTo>
                      <a:pt x="817" y="127"/>
                      <a:pt x="816" y="127"/>
                      <a:pt x="815" y="127"/>
                    </a:cubicBezTo>
                    <a:cubicBezTo>
                      <a:pt x="814" y="126"/>
                      <a:pt x="814" y="126"/>
                      <a:pt x="814" y="125"/>
                    </a:cubicBezTo>
                    <a:cubicBezTo>
                      <a:pt x="814" y="123"/>
                      <a:pt x="816" y="121"/>
                      <a:pt x="817" y="121"/>
                    </a:cubicBezTo>
                    <a:close/>
                    <a:moveTo>
                      <a:pt x="810" y="91"/>
                    </a:moveTo>
                    <a:cubicBezTo>
                      <a:pt x="811" y="90"/>
                      <a:pt x="813" y="90"/>
                      <a:pt x="814" y="91"/>
                    </a:cubicBezTo>
                    <a:cubicBezTo>
                      <a:pt x="815" y="92"/>
                      <a:pt x="812" y="95"/>
                      <a:pt x="811" y="95"/>
                    </a:cubicBezTo>
                    <a:cubicBezTo>
                      <a:pt x="808" y="95"/>
                      <a:pt x="809" y="92"/>
                      <a:pt x="810" y="91"/>
                    </a:cubicBezTo>
                    <a:close/>
                    <a:moveTo>
                      <a:pt x="783" y="203"/>
                    </a:moveTo>
                    <a:cubicBezTo>
                      <a:pt x="782" y="202"/>
                      <a:pt x="782" y="201"/>
                      <a:pt x="782" y="200"/>
                    </a:cubicBezTo>
                    <a:cubicBezTo>
                      <a:pt x="783" y="199"/>
                      <a:pt x="784" y="199"/>
                      <a:pt x="785" y="199"/>
                    </a:cubicBezTo>
                    <a:cubicBezTo>
                      <a:pt x="785" y="200"/>
                      <a:pt x="786" y="202"/>
                      <a:pt x="786" y="203"/>
                    </a:cubicBezTo>
                    <a:cubicBezTo>
                      <a:pt x="787" y="205"/>
                      <a:pt x="784" y="203"/>
                      <a:pt x="783" y="203"/>
                    </a:cubicBezTo>
                    <a:close/>
                    <a:moveTo>
                      <a:pt x="804" y="127"/>
                    </a:moveTo>
                    <a:cubicBezTo>
                      <a:pt x="802" y="129"/>
                      <a:pt x="799" y="129"/>
                      <a:pt x="797" y="131"/>
                    </a:cubicBezTo>
                    <a:cubicBezTo>
                      <a:pt x="796" y="132"/>
                      <a:pt x="794" y="133"/>
                      <a:pt x="792" y="133"/>
                    </a:cubicBezTo>
                    <a:cubicBezTo>
                      <a:pt x="791" y="133"/>
                      <a:pt x="789" y="132"/>
                      <a:pt x="788" y="132"/>
                    </a:cubicBezTo>
                    <a:cubicBezTo>
                      <a:pt x="788" y="132"/>
                      <a:pt x="788" y="132"/>
                      <a:pt x="787" y="132"/>
                    </a:cubicBezTo>
                    <a:cubicBezTo>
                      <a:pt x="786" y="132"/>
                      <a:pt x="784" y="132"/>
                      <a:pt x="783" y="132"/>
                    </a:cubicBezTo>
                    <a:cubicBezTo>
                      <a:pt x="781" y="131"/>
                      <a:pt x="782" y="129"/>
                      <a:pt x="784" y="128"/>
                    </a:cubicBezTo>
                    <a:cubicBezTo>
                      <a:pt x="785" y="128"/>
                      <a:pt x="787" y="128"/>
                      <a:pt x="788" y="128"/>
                    </a:cubicBezTo>
                    <a:cubicBezTo>
                      <a:pt x="790" y="128"/>
                      <a:pt x="792" y="128"/>
                      <a:pt x="793" y="127"/>
                    </a:cubicBezTo>
                    <a:cubicBezTo>
                      <a:pt x="795" y="127"/>
                      <a:pt x="795" y="126"/>
                      <a:pt x="796" y="125"/>
                    </a:cubicBezTo>
                    <a:cubicBezTo>
                      <a:pt x="797" y="124"/>
                      <a:pt x="800" y="123"/>
                      <a:pt x="802" y="124"/>
                    </a:cubicBezTo>
                    <a:cubicBezTo>
                      <a:pt x="804" y="124"/>
                      <a:pt x="805" y="126"/>
                      <a:pt x="804" y="127"/>
                    </a:cubicBezTo>
                    <a:close/>
                    <a:moveTo>
                      <a:pt x="800" y="77"/>
                    </a:moveTo>
                    <a:cubicBezTo>
                      <a:pt x="801" y="74"/>
                      <a:pt x="802" y="73"/>
                      <a:pt x="803" y="72"/>
                    </a:cubicBezTo>
                    <a:cubicBezTo>
                      <a:pt x="804" y="70"/>
                      <a:pt x="806" y="67"/>
                      <a:pt x="808" y="69"/>
                    </a:cubicBezTo>
                    <a:cubicBezTo>
                      <a:pt x="809" y="70"/>
                      <a:pt x="809" y="73"/>
                      <a:pt x="808" y="75"/>
                    </a:cubicBezTo>
                    <a:cubicBezTo>
                      <a:pt x="807" y="76"/>
                      <a:pt x="807" y="76"/>
                      <a:pt x="806" y="77"/>
                    </a:cubicBezTo>
                    <a:cubicBezTo>
                      <a:pt x="806" y="79"/>
                      <a:pt x="807" y="80"/>
                      <a:pt x="807" y="82"/>
                    </a:cubicBezTo>
                    <a:cubicBezTo>
                      <a:pt x="806" y="84"/>
                      <a:pt x="805" y="86"/>
                      <a:pt x="805" y="89"/>
                    </a:cubicBezTo>
                    <a:cubicBezTo>
                      <a:pt x="805" y="92"/>
                      <a:pt x="805" y="94"/>
                      <a:pt x="805" y="97"/>
                    </a:cubicBezTo>
                    <a:cubicBezTo>
                      <a:pt x="805" y="99"/>
                      <a:pt x="803" y="100"/>
                      <a:pt x="801" y="98"/>
                    </a:cubicBezTo>
                    <a:cubicBezTo>
                      <a:pt x="800" y="97"/>
                      <a:pt x="801" y="93"/>
                      <a:pt x="801" y="92"/>
                    </a:cubicBezTo>
                    <a:cubicBezTo>
                      <a:pt x="801" y="89"/>
                      <a:pt x="801" y="87"/>
                      <a:pt x="801" y="84"/>
                    </a:cubicBezTo>
                    <a:cubicBezTo>
                      <a:pt x="800" y="82"/>
                      <a:pt x="800" y="79"/>
                      <a:pt x="800" y="77"/>
                    </a:cubicBezTo>
                    <a:close/>
                    <a:moveTo>
                      <a:pt x="795" y="108"/>
                    </a:moveTo>
                    <a:cubicBezTo>
                      <a:pt x="796" y="108"/>
                      <a:pt x="797" y="106"/>
                      <a:pt x="798" y="106"/>
                    </a:cubicBezTo>
                    <a:cubicBezTo>
                      <a:pt x="799" y="105"/>
                      <a:pt x="801" y="105"/>
                      <a:pt x="803" y="105"/>
                    </a:cubicBezTo>
                    <a:cubicBezTo>
                      <a:pt x="804" y="105"/>
                      <a:pt x="806" y="105"/>
                      <a:pt x="808" y="106"/>
                    </a:cubicBezTo>
                    <a:cubicBezTo>
                      <a:pt x="809" y="106"/>
                      <a:pt x="810" y="108"/>
                      <a:pt x="808" y="109"/>
                    </a:cubicBezTo>
                    <a:cubicBezTo>
                      <a:pt x="807" y="110"/>
                      <a:pt x="805" y="109"/>
                      <a:pt x="803" y="109"/>
                    </a:cubicBezTo>
                    <a:cubicBezTo>
                      <a:pt x="801" y="109"/>
                      <a:pt x="800" y="110"/>
                      <a:pt x="799" y="112"/>
                    </a:cubicBezTo>
                    <a:cubicBezTo>
                      <a:pt x="798" y="114"/>
                      <a:pt x="796" y="115"/>
                      <a:pt x="793" y="114"/>
                    </a:cubicBezTo>
                    <a:cubicBezTo>
                      <a:pt x="792" y="114"/>
                      <a:pt x="787" y="113"/>
                      <a:pt x="787" y="112"/>
                    </a:cubicBezTo>
                    <a:cubicBezTo>
                      <a:pt x="786" y="110"/>
                      <a:pt x="789" y="109"/>
                      <a:pt x="790" y="109"/>
                    </a:cubicBezTo>
                    <a:cubicBezTo>
                      <a:pt x="791" y="109"/>
                      <a:pt x="793" y="109"/>
                      <a:pt x="795" y="108"/>
                    </a:cubicBezTo>
                    <a:close/>
                    <a:moveTo>
                      <a:pt x="784" y="77"/>
                    </a:moveTo>
                    <a:cubicBezTo>
                      <a:pt x="786" y="76"/>
                      <a:pt x="787" y="76"/>
                      <a:pt x="789" y="77"/>
                    </a:cubicBezTo>
                    <a:cubicBezTo>
                      <a:pt x="790" y="78"/>
                      <a:pt x="790" y="80"/>
                      <a:pt x="788" y="81"/>
                    </a:cubicBezTo>
                    <a:cubicBezTo>
                      <a:pt x="787" y="82"/>
                      <a:pt x="785" y="83"/>
                      <a:pt x="784" y="82"/>
                    </a:cubicBezTo>
                    <a:cubicBezTo>
                      <a:pt x="782" y="82"/>
                      <a:pt x="781" y="80"/>
                      <a:pt x="781" y="79"/>
                    </a:cubicBezTo>
                    <a:cubicBezTo>
                      <a:pt x="781" y="77"/>
                      <a:pt x="783" y="77"/>
                      <a:pt x="784" y="77"/>
                    </a:cubicBezTo>
                    <a:close/>
                    <a:moveTo>
                      <a:pt x="477" y="442"/>
                    </a:moveTo>
                    <a:cubicBezTo>
                      <a:pt x="477" y="441"/>
                      <a:pt x="476" y="440"/>
                      <a:pt x="475" y="440"/>
                    </a:cubicBezTo>
                    <a:cubicBezTo>
                      <a:pt x="474" y="439"/>
                      <a:pt x="473" y="440"/>
                      <a:pt x="472" y="439"/>
                    </a:cubicBezTo>
                    <a:cubicBezTo>
                      <a:pt x="470" y="439"/>
                      <a:pt x="470" y="438"/>
                      <a:pt x="471" y="436"/>
                    </a:cubicBezTo>
                    <a:cubicBezTo>
                      <a:pt x="471" y="436"/>
                      <a:pt x="472" y="435"/>
                      <a:pt x="473" y="435"/>
                    </a:cubicBezTo>
                    <a:cubicBezTo>
                      <a:pt x="474" y="435"/>
                      <a:pt x="474" y="434"/>
                      <a:pt x="475" y="434"/>
                    </a:cubicBezTo>
                    <a:cubicBezTo>
                      <a:pt x="477" y="433"/>
                      <a:pt x="478" y="436"/>
                      <a:pt x="478" y="437"/>
                    </a:cubicBezTo>
                    <a:cubicBezTo>
                      <a:pt x="478" y="438"/>
                      <a:pt x="480" y="442"/>
                      <a:pt x="477" y="442"/>
                    </a:cubicBezTo>
                    <a:close/>
                    <a:moveTo>
                      <a:pt x="465" y="491"/>
                    </a:moveTo>
                    <a:cubicBezTo>
                      <a:pt x="465" y="491"/>
                      <a:pt x="463" y="491"/>
                      <a:pt x="462" y="491"/>
                    </a:cubicBezTo>
                    <a:cubicBezTo>
                      <a:pt x="461" y="490"/>
                      <a:pt x="461" y="490"/>
                      <a:pt x="460" y="489"/>
                    </a:cubicBezTo>
                    <a:cubicBezTo>
                      <a:pt x="460" y="487"/>
                      <a:pt x="463" y="487"/>
                      <a:pt x="464" y="487"/>
                    </a:cubicBezTo>
                    <a:cubicBezTo>
                      <a:pt x="466" y="487"/>
                      <a:pt x="467" y="486"/>
                      <a:pt x="468" y="488"/>
                    </a:cubicBezTo>
                    <a:cubicBezTo>
                      <a:pt x="470" y="490"/>
                      <a:pt x="467" y="491"/>
                      <a:pt x="465" y="491"/>
                    </a:cubicBezTo>
                    <a:close/>
                    <a:moveTo>
                      <a:pt x="509" y="422"/>
                    </a:moveTo>
                    <a:cubicBezTo>
                      <a:pt x="510" y="421"/>
                      <a:pt x="512" y="421"/>
                      <a:pt x="514" y="421"/>
                    </a:cubicBezTo>
                    <a:cubicBezTo>
                      <a:pt x="515" y="422"/>
                      <a:pt x="517" y="422"/>
                      <a:pt x="517" y="424"/>
                    </a:cubicBezTo>
                    <a:cubicBezTo>
                      <a:pt x="517" y="425"/>
                      <a:pt x="516" y="426"/>
                      <a:pt x="515" y="426"/>
                    </a:cubicBezTo>
                    <a:cubicBezTo>
                      <a:pt x="513" y="426"/>
                      <a:pt x="512" y="426"/>
                      <a:pt x="511" y="425"/>
                    </a:cubicBezTo>
                    <a:cubicBezTo>
                      <a:pt x="510" y="424"/>
                      <a:pt x="508" y="424"/>
                      <a:pt x="509" y="422"/>
                    </a:cubicBezTo>
                    <a:close/>
                    <a:moveTo>
                      <a:pt x="496" y="421"/>
                    </a:moveTo>
                    <a:cubicBezTo>
                      <a:pt x="497" y="421"/>
                      <a:pt x="497" y="419"/>
                      <a:pt x="499" y="419"/>
                    </a:cubicBezTo>
                    <a:cubicBezTo>
                      <a:pt x="500" y="419"/>
                      <a:pt x="502" y="420"/>
                      <a:pt x="501" y="422"/>
                    </a:cubicBezTo>
                    <a:cubicBezTo>
                      <a:pt x="500" y="423"/>
                      <a:pt x="493" y="427"/>
                      <a:pt x="492" y="425"/>
                    </a:cubicBezTo>
                    <a:cubicBezTo>
                      <a:pt x="491" y="424"/>
                      <a:pt x="495" y="422"/>
                      <a:pt x="496" y="421"/>
                    </a:cubicBezTo>
                    <a:close/>
                    <a:moveTo>
                      <a:pt x="530" y="437"/>
                    </a:moveTo>
                    <a:cubicBezTo>
                      <a:pt x="529" y="438"/>
                      <a:pt x="527" y="438"/>
                      <a:pt x="526" y="439"/>
                    </a:cubicBezTo>
                    <a:cubicBezTo>
                      <a:pt x="524" y="441"/>
                      <a:pt x="522" y="443"/>
                      <a:pt x="519" y="444"/>
                    </a:cubicBezTo>
                    <a:cubicBezTo>
                      <a:pt x="514" y="446"/>
                      <a:pt x="509" y="447"/>
                      <a:pt x="505" y="450"/>
                    </a:cubicBezTo>
                    <a:cubicBezTo>
                      <a:pt x="501" y="454"/>
                      <a:pt x="495" y="454"/>
                      <a:pt x="490" y="454"/>
                    </a:cubicBezTo>
                    <a:cubicBezTo>
                      <a:pt x="488" y="454"/>
                      <a:pt x="483" y="455"/>
                      <a:pt x="485" y="452"/>
                    </a:cubicBezTo>
                    <a:cubicBezTo>
                      <a:pt x="486" y="450"/>
                      <a:pt x="488" y="450"/>
                      <a:pt x="490" y="449"/>
                    </a:cubicBezTo>
                    <a:cubicBezTo>
                      <a:pt x="498" y="449"/>
                      <a:pt x="505" y="443"/>
                      <a:pt x="513" y="441"/>
                    </a:cubicBezTo>
                    <a:cubicBezTo>
                      <a:pt x="515" y="440"/>
                      <a:pt x="517" y="440"/>
                      <a:pt x="519" y="439"/>
                    </a:cubicBezTo>
                    <a:cubicBezTo>
                      <a:pt x="521" y="438"/>
                      <a:pt x="522" y="437"/>
                      <a:pt x="524" y="436"/>
                    </a:cubicBezTo>
                    <a:cubicBezTo>
                      <a:pt x="526" y="435"/>
                      <a:pt x="528" y="435"/>
                      <a:pt x="530" y="434"/>
                    </a:cubicBezTo>
                    <a:cubicBezTo>
                      <a:pt x="531" y="434"/>
                      <a:pt x="533" y="432"/>
                      <a:pt x="533" y="435"/>
                    </a:cubicBezTo>
                    <a:cubicBezTo>
                      <a:pt x="532" y="435"/>
                      <a:pt x="531" y="437"/>
                      <a:pt x="530" y="437"/>
                    </a:cubicBezTo>
                    <a:close/>
                    <a:moveTo>
                      <a:pt x="519" y="674"/>
                    </a:moveTo>
                    <a:cubicBezTo>
                      <a:pt x="519" y="675"/>
                      <a:pt x="516" y="673"/>
                      <a:pt x="515" y="672"/>
                    </a:cubicBezTo>
                    <a:cubicBezTo>
                      <a:pt x="514" y="671"/>
                      <a:pt x="515" y="669"/>
                      <a:pt x="517" y="669"/>
                    </a:cubicBezTo>
                    <a:cubicBezTo>
                      <a:pt x="518" y="669"/>
                      <a:pt x="519" y="671"/>
                      <a:pt x="520" y="672"/>
                    </a:cubicBezTo>
                    <a:cubicBezTo>
                      <a:pt x="519" y="673"/>
                      <a:pt x="519" y="673"/>
                      <a:pt x="519" y="674"/>
                    </a:cubicBezTo>
                    <a:close/>
                    <a:moveTo>
                      <a:pt x="540" y="648"/>
                    </a:moveTo>
                    <a:cubicBezTo>
                      <a:pt x="539" y="650"/>
                      <a:pt x="539" y="653"/>
                      <a:pt x="538" y="655"/>
                    </a:cubicBezTo>
                    <a:cubicBezTo>
                      <a:pt x="538" y="658"/>
                      <a:pt x="537" y="661"/>
                      <a:pt x="536" y="663"/>
                    </a:cubicBezTo>
                    <a:cubicBezTo>
                      <a:pt x="536" y="664"/>
                      <a:pt x="536" y="666"/>
                      <a:pt x="535" y="667"/>
                    </a:cubicBezTo>
                    <a:cubicBezTo>
                      <a:pt x="535" y="668"/>
                      <a:pt x="534" y="667"/>
                      <a:pt x="533" y="667"/>
                    </a:cubicBezTo>
                    <a:cubicBezTo>
                      <a:pt x="532" y="665"/>
                      <a:pt x="532" y="663"/>
                      <a:pt x="533" y="660"/>
                    </a:cubicBezTo>
                    <a:cubicBezTo>
                      <a:pt x="534" y="658"/>
                      <a:pt x="534" y="655"/>
                      <a:pt x="535" y="653"/>
                    </a:cubicBezTo>
                    <a:cubicBezTo>
                      <a:pt x="535" y="652"/>
                      <a:pt x="535" y="651"/>
                      <a:pt x="535" y="650"/>
                    </a:cubicBezTo>
                    <a:cubicBezTo>
                      <a:pt x="535" y="649"/>
                      <a:pt x="535" y="648"/>
                      <a:pt x="535" y="647"/>
                    </a:cubicBezTo>
                    <a:cubicBezTo>
                      <a:pt x="534" y="644"/>
                      <a:pt x="538" y="644"/>
                      <a:pt x="539" y="645"/>
                    </a:cubicBezTo>
                    <a:cubicBezTo>
                      <a:pt x="540" y="646"/>
                      <a:pt x="540" y="646"/>
                      <a:pt x="540" y="648"/>
                    </a:cubicBezTo>
                    <a:close/>
                    <a:moveTo>
                      <a:pt x="521" y="568"/>
                    </a:moveTo>
                    <a:cubicBezTo>
                      <a:pt x="522" y="567"/>
                      <a:pt x="525" y="568"/>
                      <a:pt x="526" y="568"/>
                    </a:cubicBezTo>
                    <a:cubicBezTo>
                      <a:pt x="527" y="568"/>
                      <a:pt x="528" y="569"/>
                      <a:pt x="528" y="570"/>
                    </a:cubicBezTo>
                    <a:cubicBezTo>
                      <a:pt x="527" y="571"/>
                      <a:pt x="525" y="572"/>
                      <a:pt x="525" y="572"/>
                    </a:cubicBezTo>
                    <a:cubicBezTo>
                      <a:pt x="523" y="573"/>
                      <a:pt x="521" y="575"/>
                      <a:pt x="520" y="574"/>
                    </a:cubicBezTo>
                    <a:cubicBezTo>
                      <a:pt x="518" y="573"/>
                      <a:pt x="519" y="569"/>
                      <a:pt x="521" y="568"/>
                    </a:cubicBezTo>
                    <a:close/>
                    <a:moveTo>
                      <a:pt x="508" y="589"/>
                    </a:moveTo>
                    <a:cubicBezTo>
                      <a:pt x="508" y="589"/>
                      <a:pt x="509" y="591"/>
                      <a:pt x="509" y="591"/>
                    </a:cubicBezTo>
                    <a:cubicBezTo>
                      <a:pt x="509" y="592"/>
                      <a:pt x="508" y="592"/>
                      <a:pt x="508" y="592"/>
                    </a:cubicBezTo>
                    <a:cubicBezTo>
                      <a:pt x="507" y="593"/>
                      <a:pt x="506" y="593"/>
                      <a:pt x="505" y="593"/>
                    </a:cubicBezTo>
                    <a:cubicBezTo>
                      <a:pt x="505" y="593"/>
                      <a:pt x="505" y="593"/>
                      <a:pt x="504" y="593"/>
                    </a:cubicBezTo>
                    <a:cubicBezTo>
                      <a:pt x="502" y="593"/>
                      <a:pt x="500" y="593"/>
                      <a:pt x="499" y="593"/>
                    </a:cubicBezTo>
                    <a:cubicBezTo>
                      <a:pt x="497" y="593"/>
                      <a:pt x="496" y="593"/>
                      <a:pt x="495" y="593"/>
                    </a:cubicBezTo>
                    <a:cubicBezTo>
                      <a:pt x="495" y="593"/>
                      <a:pt x="494" y="593"/>
                      <a:pt x="494" y="592"/>
                    </a:cubicBezTo>
                    <a:cubicBezTo>
                      <a:pt x="494" y="592"/>
                      <a:pt x="494" y="592"/>
                      <a:pt x="494" y="591"/>
                    </a:cubicBezTo>
                    <a:cubicBezTo>
                      <a:pt x="494" y="591"/>
                      <a:pt x="494" y="591"/>
                      <a:pt x="494" y="590"/>
                    </a:cubicBezTo>
                    <a:cubicBezTo>
                      <a:pt x="494" y="589"/>
                      <a:pt x="495" y="589"/>
                      <a:pt x="497" y="588"/>
                    </a:cubicBezTo>
                    <a:cubicBezTo>
                      <a:pt x="499" y="588"/>
                      <a:pt x="500" y="590"/>
                      <a:pt x="502" y="589"/>
                    </a:cubicBezTo>
                    <a:cubicBezTo>
                      <a:pt x="504" y="589"/>
                      <a:pt x="506" y="588"/>
                      <a:pt x="508" y="589"/>
                    </a:cubicBezTo>
                    <a:close/>
                    <a:moveTo>
                      <a:pt x="498" y="558"/>
                    </a:moveTo>
                    <a:cubicBezTo>
                      <a:pt x="500" y="557"/>
                      <a:pt x="501" y="556"/>
                      <a:pt x="502" y="556"/>
                    </a:cubicBezTo>
                    <a:cubicBezTo>
                      <a:pt x="503" y="556"/>
                      <a:pt x="505" y="555"/>
                      <a:pt x="505" y="556"/>
                    </a:cubicBezTo>
                    <a:cubicBezTo>
                      <a:pt x="506" y="557"/>
                      <a:pt x="500" y="559"/>
                      <a:pt x="499" y="560"/>
                    </a:cubicBezTo>
                    <a:cubicBezTo>
                      <a:pt x="498" y="560"/>
                      <a:pt x="497" y="561"/>
                      <a:pt x="496" y="560"/>
                    </a:cubicBezTo>
                    <a:cubicBezTo>
                      <a:pt x="496" y="559"/>
                      <a:pt x="498" y="558"/>
                      <a:pt x="498" y="558"/>
                    </a:cubicBezTo>
                    <a:close/>
                    <a:moveTo>
                      <a:pt x="492" y="572"/>
                    </a:moveTo>
                    <a:cubicBezTo>
                      <a:pt x="493" y="571"/>
                      <a:pt x="495" y="572"/>
                      <a:pt x="497" y="573"/>
                    </a:cubicBezTo>
                    <a:cubicBezTo>
                      <a:pt x="498" y="573"/>
                      <a:pt x="499" y="574"/>
                      <a:pt x="499" y="575"/>
                    </a:cubicBezTo>
                    <a:cubicBezTo>
                      <a:pt x="500" y="578"/>
                      <a:pt x="495" y="576"/>
                      <a:pt x="494" y="575"/>
                    </a:cubicBezTo>
                    <a:cubicBezTo>
                      <a:pt x="493" y="575"/>
                      <a:pt x="491" y="573"/>
                      <a:pt x="492" y="572"/>
                    </a:cubicBezTo>
                    <a:close/>
                    <a:moveTo>
                      <a:pt x="549" y="578"/>
                    </a:moveTo>
                    <a:cubicBezTo>
                      <a:pt x="546" y="580"/>
                      <a:pt x="543" y="580"/>
                      <a:pt x="539" y="581"/>
                    </a:cubicBezTo>
                    <a:cubicBezTo>
                      <a:pt x="535" y="582"/>
                      <a:pt x="531" y="582"/>
                      <a:pt x="527" y="583"/>
                    </a:cubicBezTo>
                    <a:cubicBezTo>
                      <a:pt x="526" y="583"/>
                      <a:pt x="525" y="583"/>
                      <a:pt x="524" y="584"/>
                    </a:cubicBezTo>
                    <a:cubicBezTo>
                      <a:pt x="520" y="586"/>
                      <a:pt x="517" y="592"/>
                      <a:pt x="516" y="596"/>
                    </a:cubicBezTo>
                    <a:cubicBezTo>
                      <a:pt x="515" y="598"/>
                      <a:pt x="515" y="599"/>
                      <a:pt x="514" y="601"/>
                    </a:cubicBezTo>
                    <a:cubicBezTo>
                      <a:pt x="512" y="603"/>
                      <a:pt x="510" y="604"/>
                      <a:pt x="508" y="605"/>
                    </a:cubicBezTo>
                    <a:cubicBezTo>
                      <a:pt x="506" y="607"/>
                      <a:pt x="503" y="608"/>
                      <a:pt x="501" y="609"/>
                    </a:cubicBezTo>
                    <a:cubicBezTo>
                      <a:pt x="497" y="610"/>
                      <a:pt x="493" y="612"/>
                      <a:pt x="490" y="613"/>
                    </a:cubicBezTo>
                    <a:cubicBezTo>
                      <a:pt x="488" y="613"/>
                      <a:pt x="486" y="615"/>
                      <a:pt x="484" y="614"/>
                    </a:cubicBezTo>
                    <a:cubicBezTo>
                      <a:pt x="482" y="614"/>
                      <a:pt x="482" y="612"/>
                      <a:pt x="484" y="611"/>
                    </a:cubicBezTo>
                    <a:cubicBezTo>
                      <a:pt x="486" y="609"/>
                      <a:pt x="489" y="608"/>
                      <a:pt x="492" y="607"/>
                    </a:cubicBezTo>
                    <a:cubicBezTo>
                      <a:pt x="494" y="607"/>
                      <a:pt x="497" y="605"/>
                      <a:pt x="499" y="604"/>
                    </a:cubicBezTo>
                    <a:cubicBezTo>
                      <a:pt x="502" y="604"/>
                      <a:pt x="504" y="603"/>
                      <a:pt x="506" y="602"/>
                    </a:cubicBezTo>
                    <a:cubicBezTo>
                      <a:pt x="509" y="599"/>
                      <a:pt x="512" y="595"/>
                      <a:pt x="514" y="592"/>
                    </a:cubicBezTo>
                    <a:cubicBezTo>
                      <a:pt x="518" y="588"/>
                      <a:pt x="520" y="582"/>
                      <a:pt x="526" y="581"/>
                    </a:cubicBezTo>
                    <a:cubicBezTo>
                      <a:pt x="528" y="581"/>
                      <a:pt x="531" y="580"/>
                      <a:pt x="533" y="580"/>
                    </a:cubicBezTo>
                    <a:cubicBezTo>
                      <a:pt x="534" y="580"/>
                      <a:pt x="536" y="579"/>
                      <a:pt x="537" y="579"/>
                    </a:cubicBezTo>
                    <a:cubicBezTo>
                      <a:pt x="538" y="578"/>
                      <a:pt x="540" y="578"/>
                      <a:pt x="541" y="577"/>
                    </a:cubicBezTo>
                    <a:cubicBezTo>
                      <a:pt x="543" y="576"/>
                      <a:pt x="541" y="573"/>
                      <a:pt x="545" y="573"/>
                    </a:cubicBezTo>
                    <a:cubicBezTo>
                      <a:pt x="546" y="572"/>
                      <a:pt x="547" y="573"/>
                      <a:pt x="548" y="573"/>
                    </a:cubicBezTo>
                    <a:cubicBezTo>
                      <a:pt x="549" y="573"/>
                      <a:pt x="551" y="572"/>
                      <a:pt x="552" y="572"/>
                    </a:cubicBezTo>
                    <a:cubicBezTo>
                      <a:pt x="553" y="571"/>
                      <a:pt x="555" y="570"/>
                      <a:pt x="556" y="571"/>
                    </a:cubicBezTo>
                    <a:cubicBezTo>
                      <a:pt x="558" y="572"/>
                      <a:pt x="557" y="574"/>
                      <a:pt x="556" y="575"/>
                    </a:cubicBezTo>
                    <a:cubicBezTo>
                      <a:pt x="554" y="577"/>
                      <a:pt x="551" y="577"/>
                      <a:pt x="549" y="578"/>
                    </a:cubicBezTo>
                    <a:close/>
                    <a:moveTo>
                      <a:pt x="563" y="591"/>
                    </a:moveTo>
                    <a:cubicBezTo>
                      <a:pt x="562" y="591"/>
                      <a:pt x="557" y="592"/>
                      <a:pt x="557" y="590"/>
                    </a:cubicBezTo>
                    <a:cubicBezTo>
                      <a:pt x="557" y="590"/>
                      <a:pt x="558" y="589"/>
                      <a:pt x="559" y="589"/>
                    </a:cubicBezTo>
                    <a:cubicBezTo>
                      <a:pt x="559" y="589"/>
                      <a:pt x="561" y="589"/>
                      <a:pt x="561" y="589"/>
                    </a:cubicBezTo>
                    <a:cubicBezTo>
                      <a:pt x="562" y="589"/>
                      <a:pt x="565" y="588"/>
                      <a:pt x="566" y="590"/>
                    </a:cubicBezTo>
                    <a:cubicBezTo>
                      <a:pt x="566" y="591"/>
                      <a:pt x="564" y="591"/>
                      <a:pt x="563" y="591"/>
                    </a:cubicBezTo>
                    <a:close/>
                    <a:moveTo>
                      <a:pt x="584" y="620"/>
                    </a:moveTo>
                    <a:cubicBezTo>
                      <a:pt x="583" y="621"/>
                      <a:pt x="581" y="620"/>
                      <a:pt x="580" y="620"/>
                    </a:cubicBezTo>
                    <a:cubicBezTo>
                      <a:pt x="579" y="619"/>
                      <a:pt x="580" y="618"/>
                      <a:pt x="580" y="617"/>
                    </a:cubicBezTo>
                    <a:cubicBezTo>
                      <a:pt x="580" y="615"/>
                      <a:pt x="579" y="614"/>
                      <a:pt x="579" y="613"/>
                    </a:cubicBezTo>
                    <a:cubicBezTo>
                      <a:pt x="580" y="612"/>
                      <a:pt x="582" y="613"/>
                      <a:pt x="583" y="614"/>
                    </a:cubicBezTo>
                    <a:cubicBezTo>
                      <a:pt x="583" y="615"/>
                      <a:pt x="586" y="619"/>
                      <a:pt x="584" y="620"/>
                    </a:cubicBezTo>
                    <a:close/>
                    <a:moveTo>
                      <a:pt x="457" y="946"/>
                    </a:moveTo>
                    <a:cubicBezTo>
                      <a:pt x="455" y="945"/>
                      <a:pt x="455" y="942"/>
                      <a:pt x="456" y="941"/>
                    </a:cubicBezTo>
                    <a:cubicBezTo>
                      <a:pt x="457" y="941"/>
                      <a:pt x="459" y="941"/>
                      <a:pt x="459" y="942"/>
                    </a:cubicBezTo>
                    <a:cubicBezTo>
                      <a:pt x="460" y="943"/>
                      <a:pt x="458" y="946"/>
                      <a:pt x="457" y="946"/>
                    </a:cubicBezTo>
                    <a:close/>
                    <a:moveTo>
                      <a:pt x="492" y="994"/>
                    </a:moveTo>
                    <a:cubicBezTo>
                      <a:pt x="490" y="995"/>
                      <a:pt x="486" y="993"/>
                      <a:pt x="485" y="991"/>
                    </a:cubicBezTo>
                    <a:cubicBezTo>
                      <a:pt x="484" y="990"/>
                      <a:pt x="487" y="989"/>
                      <a:pt x="488" y="990"/>
                    </a:cubicBezTo>
                    <a:cubicBezTo>
                      <a:pt x="489" y="991"/>
                      <a:pt x="489" y="993"/>
                      <a:pt x="491" y="992"/>
                    </a:cubicBezTo>
                    <a:cubicBezTo>
                      <a:pt x="491" y="992"/>
                      <a:pt x="492" y="991"/>
                      <a:pt x="492" y="992"/>
                    </a:cubicBezTo>
                    <a:cubicBezTo>
                      <a:pt x="493" y="993"/>
                      <a:pt x="492" y="994"/>
                      <a:pt x="492" y="994"/>
                    </a:cubicBezTo>
                    <a:close/>
                    <a:moveTo>
                      <a:pt x="513" y="1014"/>
                    </a:moveTo>
                    <a:cubicBezTo>
                      <a:pt x="512" y="1015"/>
                      <a:pt x="510" y="1012"/>
                      <a:pt x="510" y="1012"/>
                    </a:cubicBezTo>
                    <a:cubicBezTo>
                      <a:pt x="510" y="1010"/>
                      <a:pt x="508" y="1009"/>
                      <a:pt x="508" y="1008"/>
                    </a:cubicBezTo>
                    <a:cubicBezTo>
                      <a:pt x="507" y="1008"/>
                      <a:pt x="506" y="1007"/>
                      <a:pt x="507" y="1006"/>
                    </a:cubicBezTo>
                    <a:cubicBezTo>
                      <a:pt x="507" y="1006"/>
                      <a:pt x="508" y="1006"/>
                      <a:pt x="509" y="1006"/>
                    </a:cubicBezTo>
                    <a:cubicBezTo>
                      <a:pt x="510" y="1006"/>
                      <a:pt x="510" y="1006"/>
                      <a:pt x="511" y="1007"/>
                    </a:cubicBezTo>
                    <a:cubicBezTo>
                      <a:pt x="511" y="1008"/>
                      <a:pt x="512" y="1008"/>
                      <a:pt x="512" y="1009"/>
                    </a:cubicBezTo>
                    <a:cubicBezTo>
                      <a:pt x="512" y="1010"/>
                      <a:pt x="512" y="1011"/>
                      <a:pt x="513" y="1012"/>
                    </a:cubicBezTo>
                    <a:cubicBezTo>
                      <a:pt x="513" y="1012"/>
                      <a:pt x="514" y="1014"/>
                      <a:pt x="513" y="1014"/>
                    </a:cubicBezTo>
                    <a:close/>
                    <a:moveTo>
                      <a:pt x="528" y="983"/>
                    </a:moveTo>
                    <a:cubicBezTo>
                      <a:pt x="528" y="981"/>
                      <a:pt x="528" y="980"/>
                      <a:pt x="527" y="978"/>
                    </a:cubicBezTo>
                    <a:cubicBezTo>
                      <a:pt x="526" y="978"/>
                      <a:pt x="524" y="976"/>
                      <a:pt x="524" y="975"/>
                    </a:cubicBezTo>
                    <a:cubicBezTo>
                      <a:pt x="525" y="974"/>
                      <a:pt x="526" y="974"/>
                      <a:pt x="527" y="974"/>
                    </a:cubicBezTo>
                    <a:cubicBezTo>
                      <a:pt x="528" y="975"/>
                      <a:pt x="529" y="975"/>
                      <a:pt x="530" y="977"/>
                    </a:cubicBezTo>
                    <a:cubicBezTo>
                      <a:pt x="531" y="978"/>
                      <a:pt x="531" y="979"/>
                      <a:pt x="531" y="980"/>
                    </a:cubicBezTo>
                    <a:cubicBezTo>
                      <a:pt x="531" y="981"/>
                      <a:pt x="531" y="982"/>
                      <a:pt x="531" y="983"/>
                    </a:cubicBezTo>
                    <a:cubicBezTo>
                      <a:pt x="531" y="985"/>
                      <a:pt x="529" y="985"/>
                      <a:pt x="528" y="983"/>
                    </a:cubicBezTo>
                    <a:close/>
                    <a:moveTo>
                      <a:pt x="547" y="941"/>
                    </a:moveTo>
                    <a:cubicBezTo>
                      <a:pt x="547" y="942"/>
                      <a:pt x="547" y="943"/>
                      <a:pt x="546" y="943"/>
                    </a:cubicBezTo>
                    <a:cubicBezTo>
                      <a:pt x="546" y="943"/>
                      <a:pt x="546" y="943"/>
                      <a:pt x="545" y="943"/>
                    </a:cubicBezTo>
                    <a:cubicBezTo>
                      <a:pt x="544" y="944"/>
                      <a:pt x="543" y="944"/>
                      <a:pt x="543" y="942"/>
                    </a:cubicBezTo>
                    <a:cubicBezTo>
                      <a:pt x="543" y="941"/>
                      <a:pt x="545" y="940"/>
                      <a:pt x="545" y="939"/>
                    </a:cubicBezTo>
                    <a:cubicBezTo>
                      <a:pt x="547" y="937"/>
                      <a:pt x="548" y="939"/>
                      <a:pt x="547" y="941"/>
                    </a:cubicBezTo>
                    <a:close/>
                    <a:moveTo>
                      <a:pt x="546" y="899"/>
                    </a:moveTo>
                    <a:cubicBezTo>
                      <a:pt x="545" y="898"/>
                      <a:pt x="545" y="897"/>
                      <a:pt x="544" y="896"/>
                    </a:cubicBezTo>
                    <a:cubicBezTo>
                      <a:pt x="543" y="896"/>
                      <a:pt x="542" y="898"/>
                      <a:pt x="541" y="896"/>
                    </a:cubicBezTo>
                    <a:cubicBezTo>
                      <a:pt x="539" y="893"/>
                      <a:pt x="546" y="892"/>
                      <a:pt x="548" y="893"/>
                    </a:cubicBezTo>
                    <a:cubicBezTo>
                      <a:pt x="552" y="895"/>
                      <a:pt x="548" y="898"/>
                      <a:pt x="546" y="899"/>
                    </a:cubicBezTo>
                    <a:close/>
                    <a:moveTo>
                      <a:pt x="557" y="971"/>
                    </a:moveTo>
                    <a:cubicBezTo>
                      <a:pt x="556" y="971"/>
                      <a:pt x="556" y="970"/>
                      <a:pt x="555" y="969"/>
                    </a:cubicBezTo>
                    <a:cubicBezTo>
                      <a:pt x="555" y="968"/>
                      <a:pt x="555" y="968"/>
                      <a:pt x="555" y="967"/>
                    </a:cubicBezTo>
                    <a:cubicBezTo>
                      <a:pt x="556" y="966"/>
                      <a:pt x="557" y="965"/>
                      <a:pt x="558" y="966"/>
                    </a:cubicBezTo>
                    <a:cubicBezTo>
                      <a:pt x="559" y="967"/>
                      <a:pt x="560" y="969"/>
                      <a:pt x="560" y="970"/>
                    </a:cubicBezTo>
                    <a:cubicBezTo>
                      <a:pt x="560" y="971"/>
                      <a:pt x="559" y="972"/>
                      <a:pt x="557" y="971"/>
                    </a:cubicBezTo>
                    <a:close/>
                    <a:moveTo>
                      <a:pt x="567" y="952"/>
                    </a:moveTo>
                    <a:cubicBezTo>
                      <a:pt x="567" y="953"/>
                      <a:pt x="566" y="953"/>
                      <a:pt x="566" y="953"/>
                    </a:cubicBezTo>
                    <a:cubicBezTo>
                      <a:pt x="565" y="953"/>
                      <a:pt x="565" y="953"/>
                      <a:pt x="564" y="954"/>
                    </a:cubicBezTo>
                    <a:cubicBezTo>
                      <a:pt x="563" y="954"/>
                      <a:pt x="562" y="955"/>
                      <a:pt x="562" y="956"/>
                    </a:cubicBezTo>
                    <a:cubicBezTo>
                      <a:pt x="561" y="956"/>
                      <a:pt x="561" y="957"/>
                      <a:pt x="560" y="956"/>
                    </a:cubicBezTo>
                    <a:cubicBezTo>
                      <a:pt x="558" y="955"/>
                      <a:pt x="561" y="953"/>
                      <a:pt x="561" y="952"/>
                    </a:cubicBezTo>
                    <a:cubicBezTo>
                      <a:pt x="561" y="951"/>
                      <a:pt x="560" y="951"/>
                      <a:pt x="560" y="950"/>
                    </a:cubicBezTo>
                    <a:cubicBezTo>
                      <a:pt x="561" y="949"/>
                      <a:pt x="562" y="949"/>
                      <a:pt x="563" y="949"/>
                    </a:cubicBezTo>
                    <a:cubicBezTo>
                      <a:pt x="564" y="949"/>
                      <a:pt x="564" y="949"/>
                      <a:pt x="564" y="950"/>
                    </a:cubicBezTo>
                    <a:cubicBezTo>
                      <a:pt x="565" y="950"/>
                      <a:pt x="566" y="950"/>
                      <a:pt x="566" y="951"/>
                    </a:cubicBezTo>
                    <a:cubicBezTo>
                      <a:pt x="567" y="951"/>
                      <a:pt x="568" y="952"/>
                      <a:pt x="567" y="952"/>
                    </a:cubicBezTo>
                    <a:close/>
                    <a:moveTo>
                      <a:pt x="568" y="900"/>
                    </a:moveTo>
                    <a:cubicBezTo>
                      <a:pt x="568" y="902"/>
                      <a:pt x="566" y="902"/>
                      <a:pt x="565" y="903"/>
                    </a:cubicBezTo>
                    <a:cubicBezTo>
                      <a:pt x="563" y="905"/>
                      <a:pt x="561" y="908"/>
                      <a:pt x="559" y="910"/>
                    </a:cubicBezTo>
                    <a:cubicBezTo>
                      <a:pt x="557" y="911"/>
                      <a:pt x="555" y="916"/>
                      <a:pt x="553" y="915"/>
                    </a:cubicBezTo>
                    <a:cubicBezTo>
                      <a:pt x="554" y="912"/>
                      <a:pt x="556" y="909"/>
                      <a:pt x="558" y="906"/>
                    </a:cubicBezTo>
                    <a:cubicBezTo>
                      <a:pt x="558" y="903"/>
                      <a:pt x="560" y="901"/>
                      <a:pt x="560" y="898"/>
                    </a:cubicBezTo>
                    <a:cubicBezTo>
                      <a:pt x="560" y="896"/>
                      <a:pt x="559" y="891"/>
                      <a:pt x="561" y="890"/>
                    </a:cubicBezTo>
                    <a:cubicBezTo>
                      <a:pt x="563" y="889"/>
                      <a:pt x="563" y="892"/>
                      <a:pt x="563" y="893"/>
                    </a:cubicBezTo>
                    <a:cubicBezTo>
                      <a:pt x="564" y="895"/>
                      <a:pt x="565" y="895"/>
                      <a:pt x="566" y="895"/>
                    </a:cubicBezTo>
                    <a:cubicBezTo>
                      <a:pt x="569" y="895"/>
                      <a:pt x="569" y="899"/>
                      <a:pt x="568" y="900"/>
                    </a:cubicBezTo>
                    <a:close/>
                    <a:moveTo>
                      <a:pt x="586" y="969"/>
                    </a:moveTo>
                    <a:cubicBezTo>
                      <a:pt x="584" y="969"/>
                      <a:pt x="584" y="968"/>
                      <a:pt x="584" y="966"/>
                    </a:cubicBezTo>
                    <a:cubicBezTo>
                      <a:pt x="583" y="965"/>
                      <a:pt x="582" y="963"/>
                      <a:pt x="583" y="961"/>
                    </a:cubicBezTo>
                    <a:cubicBezTo>
                      <a:pt x="583" y="960"/>
                      <a:pt x="585" y="960"/>
                      <a:pt x="586" y="961"/>
                    </a:cubicBezTo>
                    <a:cubicBezTo>
                      <a:pt x="587" y="961"/>
                      <a:pt x="587" y="962"/>
                      <a:pt x="587" y="962"/>
                    </a:cubicBezTo>
                    <a:cubicBezTo>
                      <a:pt x="588" y="963"/>
                      <a:pt x="589" y="963"/>
                      <a:pt x="589" y="964"/>
                    </a:cubicBezTo>
                    <a:cubicBezTo>
                      <a:pt x="589" y="964"/>
                      <a:pt x="589" y="966"/>
                      <a:pt x="589" y="966"/>
                    </a:cubicBezTo>
                    <a:cubicBezTo>
                      <a:pt x="589" y="966"/>
                      <a:pt x="589" y="967"/>
                      <a:pt x="588" y="967"/>
                    </a:cubicBezTo>
                    <a:cubicBezTo>
                      <a:pt x="588" y="969"/>
                      <a:pt x="588" y="969"/>
                      <a:pt x="586" y="969"/>
                    </a:cubicBezTo>
                    <a:close/>
                    <a:moveTo>
                      <a:pt x="601" y="991"/>
                    </a:moveTo>
                    <a:cubicBezTo>
                      <a:pt x="599" y="994"/>
                      <a:pt x="598" y="989"/>
                      <a:pt x="597" y="988"/>
                    </a:cubicBezTo>
                    <a:cubicBezTo>
                      <a:pt x="596" y="985"/>
                      <a:pt x="594" y="982"/>
                      <a:pt x="592" y="979"/>
                    </a:cubicBezTo>
                    <a:cubicBezTo>
                      <a:pt x="591" y="978"/>
                      <a:pt x="590" y="977"/>
                      <a:pt x="589" y="976"/>
                    </a:cubicBezTo>
                    <a:cubicBezTo>
                      <a:pt x="589" y="975"/>
                      <a:pt x="588" y="974"/>
                      <a:pt x="589" y="974"/>
                    </a:cubicBezTo>
                    <a:cubicBezTo>
                      <a:pt x="590" y="974"/>
                      <a:pt x="592" y="975"/>
                      <a:pt x="592" y="975"/>
                    </a:cubicBezTo>
                    <a:cubicBezTo>
                      <a:pt x="593" y="976"/>
                      <a:pt x="594" y="976"/>
                      <a:pt x="595" y="977"/>
                    </a:cubicBezTo>
                    <a:cubicBezTo>
                      <a:pt x="598" y="978"/>
                      <a:pt x="599" y="981"/>
                      <a:pt x="600" y="984"/>
                    </a:cubicBezTo>
                    <a:cubicBezTo>
                      <a:pt x="600" y="986"/>
                      <a:pt x="603" y="989"/>
                      <a:pt x="601" y="991"/>
                    </a:cubicBezTo>
                    <a:close/>
                    <a:moveTo>
                      <a:pt x="619" y="655"/>
                    </a:moveTo>
                    <a:cubicBezTo>
                      <a:pt x="618" y="654"/>
                      <a:pt x="617" y="655"/>
                      <a:pt x="617" y="654"/>
                    </a:cubicBezTo>
                    <a:cubicBezTo>
                      <a:pt x="616" y="653"/>
                      <a:pt x="616" y="651"/>
                      <a:pt x="617" y="651"/>
                    </a:cubicBezTo>
                    <a:cubicBezTo>
                      <a:pt x="618" y="650"/>
                      <a:pt x="619" y="651"/>
                      <a:pt x="619" y="652"/>
                    </a:cubicBezTo>
                    <a:cubicBezTo>
                      <a:pt x="620" y="652"/>
                      <a:pt x="620" y="653"/>
                      <a:pt x="621" y="653"/>
                    </a:cubicBezTo>
                    <a:cubicBezTo>
                      <a:pt x="622" y="654"/>
                      <a:pt x="623" y="653"/>
                      <a:pt x="623" y="654"/>
                    </a:cubicBezTo>
                    <a:cubicBezTo>
                      <a:pt x="624" y="654"/>
                      <a:pt x="627" y="656"/>
                      <a:pt x="626" y="657"/>
                    </a:cubicBezTo>
                    <a:cubicBezTo>
                      <a:pt x="624" y="657"/>
                      <a:pt x="623" y="657"/>
                      <a:pt x="622" y="657"/>
                    </a:cubicBezTo>
                    <a:cubicBezTo>
                      <a:pt x="620" y="656"/>
                      <a:pt x="620" y="655"/>
                      <a:pt x="619" y="655"/>
                    </a:cubicBezTo>
                    <a:close/>
                    <a:moveTo>
                      <a:pt x="626" y="982"/>
                    </a:moveTo>
                    <a:cubicBezTo>
                      <a:pt x="626" y="982"/>
                      <a:pt x="626" y="982"/>
                      <a:pt x="626" y="982"/>
                    </a:cubicBezTo>
                    <a:cubicBezTo>
                      <a:pt x="626" y="983"/>
                      <a:pt x="625" y="983"/>
                      <a:pt x="625" y="983"/>
                    </a:cubicBezTo>
                    <a:cubicBezTo>
                      <a:pt x="625" y="983"/>
                      <a:pt x="625" y="983"/>
                      <a:pt x="625" y="983"/>
                    </a:cubicBezTo>
                    <a:cubicBezTo>
                      <a:pt x="624" y="984"/>
                      <a:pt x="623" y="984"/>
                      <a:pt x="623" y="984"/>
                    </a:cubicBezTo>
                    <a:cubicBezTo>
                      <a:pt x="622" y="983"/>
                      <a:pt x="621" y="982"/>
                      <a:pt x="620" y="981"/>
                    </a:cubicBezTo>
                    <a:cubicBezTo>
                      <a:pt x="620" y="979"/>
                      <a:pt x="622" y="978"/>
                      <a:pt x="624" y="978"/>
                    </a:cubicBezTo>
                    <a:cubicBezTo>
                      <a:pt x="624" y="978"/>
                      <a:pt x="624" y="979"/>
                      <a:pt x="625" y="979"/>
                    </a:cubicBezTo>
                    <a:cubicBezTo>
                      <a:pt x="625" y="979"/>
                      <a:pt x="625" y="979"/>
                      <a:pt x="625" y="979"/>
                    </a:cubicBezTo>
                    <a:cubicBezTo>
                      <a:pt x="626" y="980"/>
                      <a:pt x="626" y="980"/>
                      <a:pt x="626" y="981"/>
                    </a:cubicBezTo>
                    <a:cubicBezTo>
                      <a:pt x="626" y="981"/>
                      <a:pt x="626" y="981"/>
                      <a:pt x="626" y="982"/>
                    </a:cubicBezTo>
                    <a:close/>
                    <a:moveTo>
                      <a:pt x="631" y="984"/>
                    </a:moveTo>
                    <a:cubicBezTo>
                      <a:pt x="631" y="984"/>
                      <a:pt x="630" y="984"/>
                      <a:pt x="630" y="983"/>
                    </a:cubicBezTo>
                    <a:cubicBezTo>
                      <a:pt x="629" y="983"/>
                      <a:pt x="630" y="982"/>
                      <a:pt x="630" y="982"/>
                    </a:cubicBezTo>
                    <a:cubicBezTo>
                      <a:pt x="630" y="981"/>
                      <a:pt x="631" y="981"/>
                      <a:pt x="632" y="982"/>
                    </a:cubicBezTo>
                    <a:cubicBezTo>
                      <a:pt x="632" y="982"/>
                      <a:pt x="632" y="983"/>
                      <a:pt x="631" y="984"/>
                    </a:cubicBezTo>
                    <a:close/>
                    <a:moveTo>
                      <a:pt x="725" y="468"/>
                    </a:moveTo>
                    <a:cubicBezTo>
                      <a:pt x="724" y="468"/>
                      <a:pt x="723" y="466"/>
                      <a:pt x="723" y="465"/>
                    </a:cubicBezTo>
                    <a:cubicBezTo>
                      <a:pt x="724" y="464"/>
                      <a:pt x="725" y="464"/>
                      <a:pt x="726" y="464"/>
                    </a:cubicBezTo>
                    <a:cubicBezTo>
                      <a:pt x="727" y="464"/>
                      <a:pt x="729" y="464"/>
                      <a:pt x="729" y="465"/>
                    </a:cubicBezTo>
                    <a:cubicBezTo>
                      <a:pt x="730" y="466"/>
                      <a:pt x="729" y="468"/>
                      <a:pt x="728" y="468"/>
                    </a:cubicBezTo>
                    <a:cubicBezTo>
                      <a:pt x="727" y="469"/>
                      <a:pt x="725" y="469"/>
                      <a:pt x="725" y="468"/>
                    </a:cubicBezTo>
                    <a:close/>
                    <a:moveTo>
                      <a:pt x="730" y="360"/>
                    </a:moveTo>
                    <a:cubicBezTo>
                      <a:pt x="730" y="359"/>
                      <a:pt x="729" y="359"/>
                      <a:pt x="729" y="358"/>
                    </a:cubicBezTo>
                    <a:cubicBezTo>
                      <a:pt x="728" y="356"/>
                      <a:pt x="731" y="356"/>
                      <a:pt x="732" y="355"/>
                    </a:cubicBezTo>
                    <a:cubicBezTo>
                      <a:pt x="734" y="355"/>
                      <a:pt x="736" y="355"/>
                      <a:pt x="738" y="355"/>
                    </a:cubicBezTo>
                    <a:cubicBezTo>
                      <a:pt x="739" y="355"/>
                      <a:pt x="740" y="355"/>
                      <a:pt x="741" y="356"/>
                    </a:cubicBezTo>
                    <a:cubicBezTo>
                      <a:pt x="744" y="360"/>
                      <a:pt x="732" y="361"/>
                      <a:pt x="730" y="360"/>
                    </a:cubicBezTo>
                    <a:close/>
                    <a:moveTo>
                      <a:pt x="731" y="368"/>
                    </a:moveTo>
                    <a:cubicBezTo>
                      <a:pt x="730" y="368"/>
                      <a:pt x="729" y="365"/>
                      <a:pt x="731" y="364"/>
                    </a:cubicBezTo>
                    <a:cubicBezTo>
                      <a:pt x="732" y="364"/>
                      <a:pt x="734" y="365"/>
                      <a:pt x="734" y="366"/>
                    </a:cubicBezTo>
                    <a:cubicBezTo>
                      <a:pt x="735" y="368"/>
                      <a:pt x="732" y="368"/>
                      <a:pt x="731" y="368"/>
                    </a:cubicBezTo>
                    <a:close/>
                    <a:moveTo>
                      <a:pt x="735" y="594"/>
                    </a:moveTo>
                    <a:cubicBezTo>
                      <a:pt x="734" y="594"/>
                      <a:pt x="735" y="593"/>
                      <a:pt x="734" y="592"/>
                    </a:cubicBezTo>
                    <a:cubicBezTo>
                      <a:pt x="734" y="591"/>
                      <a:pt x="733" y="591"/>
                      <a:pt x="732" y="591"/>
                    </a:cubicBezTo>
                    <a:cubicBezTo>
                      <a:pt x="731" y="589"/>
                      <a:pt x="732" y="587"/>
                      <a:pt x="733" y="587"/>
                    </a:cubicBezTo>
                    <a:cubicBezTo>
                      <a:pt x="735" y="587"/>
                      <a:pt x="735" y="589"/>
                      <a:pt x="735" y="590"/>
                    </a:cubicBezTo>
                    <a:cubicBezTo>
                      <a:pt x="736" y="591"/>
                      <a:pt x="737" y="593"/>
                      <a:pt x="738" y="594"/>
                    </a:cubicBezTo>
                    <a:cubicBezTo>
                      <a:pt x="738" y="596"/>
                      <a:pt x="735" y="595"/>
                      <a:pt x="735" y="594"/>
                    </a:cubicBezTo>
                    <a:close/>
                    <a:moveTo>
                      <a:pt x="752" y="539"/>
                    </a:moveTo>
                    <a:cubicBezTo>
                      <a:pt x="753" y="540"/>
                      <a:pt x="753" y="541"/>
                      <a:pt x="752" y="542"/>
                    </a:cubicBezTo>
                    <a:cubicBezTo>
                      <a:pt x="751" y="543"/>
                      <a:pt x="748" y="542"/>
                      <a:pt x="747" y="541"/>
                    </a:cubicBezTo>
                    <a:cubicBezTo>
                      <a:pt x="745" y="541"/>
                      <a:pt x="743" y="541"/>
                      <a:pt x="740" y="541"/>
                    </a:cubicBezTo>
                    <a:cubicBezTo>
                      <a:pt x="739" y="541"/>
                      <a:pt x="738" y="541"/>
                      <a:pt x="737" y="541"/>
                    </a:cubicBezTo>
                    <a:cubicBezTo>
                      <a:pt x="735" y="540"/>
                      <a:pt x="732" y="539"/>
                      <a:pt x="730" y="539"/>
                    </a:cubicBezTo>
                    <a:cubicBezTo>
                      <a:pt x="728" y="539"/>
                      <a:pt x="726" y="538"/>
                      <a:pt x="727" y="536"/>
                    </a:cubicBezTo>
                    <a:cubicBezTo>
                      <a:pt x="728" y="534"/>
                      <a:pt x="731" y="536"/>
                      <a:pt x="733" y="536"/>
                    </a:cubicBezTo>
                    <a:cubicBezTo>
                      <a:pt x="735" y="537"/>
                      <a:pt x="738" y="536"/>
                      <a:pt x="740" y="537"/>
                    </a:cubicBezTo>
                    <a:cubicBezTo>
                      <a:pt x="741" y="537"/>
                      <a:pt x="742" y="537"/>
                      <a:pt x="743" y="537"/>
                    </a:cubicBezTo>
                    <a:cubicBezTo>
                      <a:pt x="745" y="538"/>
                      <a:pt x="746" y="538"/>
                      <a:pt x="748" y="538"/>
                    </a:cubicBezTo>
                    <a:cubicBezTo>
                      <a:pt x="749" y="538"/>
                      <a:pt x="751" y="538"/>
                      <a:pt x="752" y="539"/>
                    </a:cubicBezTo>
                    <a:close/>
                    <a:moveTo>
                      <a:pt x="744" y="470"/>
                    </a:moveTo>
                    <a:cubicBezTo>
                      <a:pt x="744" y="472"/>
                      <a:pt x="739" y="473"/>
                      <a:pt x="738" y="473"/>
                    </a:cubicBezTo>
                    <a:cubicBezTo>
                      <a:pt x="737" y="472"/>
                      <a:pt x="735" y="471"/>
                      <a:pt x="734" y="470"/>
                    </a:cubicBezTo>
                    <a:cubicBezTo>
                      <a:pt x="733" y="469"/>
                      <a:pt x="735" y="468"/>
                      <a:pt x="736" y="468"/>
                    </a:cubicBezTo>
                    <a:cubicBezTo>
                      <a:pt x="738" y="468"/>
                      <a:pt x="740" y="468"/>
                      <a:pt x="741" y="468"/>
                    </a:cubicBezTo>
                    <a:cubicBezTo>
                      <a:pt x="742" y="468"/>
                      <a:pt x="744" y="469"/>
                      <a:pt x="744" y="470"/>
                    </a:cubicBezTo>
                    <a:close/>
                    <a:moveTo>
                      <a:pt x="738" y="258"/>
                    </a:moveTo>
                    <a:cubicBezTo>
                      <a:pt x="738" y="261"/>
                      <a:pt x="734" y="259"/>
                      <a:pt x="733" y="258"/>
                    </a:cubicBezTo>
                    <a:cubicBezTo>
                      <a:pt x="731" y="256"/>
                      <a:pt x="730" y="254"/>
                      <a:pt x="728" y="252"/>
                    </a:cubicBezTo>
                    <a:cubicBezTo>
                      <a:pt x="728" y="251"/>
                      <a:pt x="725" y="249"/>
                      <a:pt x="725" y="247"/>
                    </a:cubicBezTo>
                    <a:cubicBezTo>
                      <a:pt x="725" y="246"/>
                      <a:pt x="727" y="246"/>
                      <a:pt x="728" y="246"/>
                    </a:cubicBezTo>
                    <a:cubicBezTo>
                      <a:pt x="731" y="247"/>
                      <a:pt x="732" y="248"/>
                      <a:pt x="733" y="251"/>
                    </a:cubicBezTo>
                    <a:cubicBezTo>
                      <a:pt x="734" y="252"/>
                      <a:pt x="734" y="253"/>
                      <a:pt x="735" y="253"/>
                    </a:cubicBezTo>
                    <a:cubicBezTo>
                      <a:pt x="736" y="254"/>
                      <a:pt x="737" y="254"/>
                      <a:pt x="738" y="255"/>
                    </a:cubicBezTo>
                    <a:cubicBezTo>
                      <a:pt x="738" y="256"/>
                      <a:pt x="739" y="257"/>
                      <a:pt x="738" y="258"/>
                    </a:cubicBezTo>
                    <a:close/>
                    <a:moveTo>
                      <a:pt x="741" y="250"/>
                    </a:moveTo>
                    <a:cubicBezTo>
                      <a:pt x="740" y="251"/>
                      <a:pt x="739" y="250"/>
                      <a:pt x="738" y="248"/>
                    </a:cubicBezTo>
                    <a:cubicBezTo>
                      <a:pt x="738" y="247"/>
                      <a:pt x="739" y="245"/>
                      <a:pt x="741" y="245"/>
                    </a:cubicBezTo>
                    <a:cubicBezTo>
                      <a:pt x="742" y="245"/>
                      <a:pt x="743" y="246"/>
                      <a:pt x="743" y="248"/>
                    </a:cubicBezTo>
                    <a:cubicBezTo>
                      <a:pt x="744" y="249"/>
                      <a:pt x="742" y="250"/>
                      <a:pt x="741" y="250"/>
                    </a:cubicBezTo>
                    <a:close/>
                    <a:moveTo>
                      <a:pt x="766" y="213"/>
                    </a:moveTo>
                    <a:cubicBezTo>
                      <a:pt x="764" y="211"/>
                      <a:pt x="764" y="209"/>
                      <a:pt x="763" y="208"/>
                    </a:cubicBezTo>
                    <a:cubicBezTo>
                      <a:pt x="762" y="207"/>
                      <a:pt x="761" y="206"/>
                      <a:pt x="760" y="205"/>
                    </a:cubicBezTo>
                    <a:cubicBezTo>
                      <a:pt x="760" y="203"/>
                      <a:pt x="761" y="201"/>
                      <a:pt x="762" y="202"/>
                    </a:cubicBezTo>
                    <a:cubicBezTo>
                      <a:pt x="763" y="202"/>
                      <a:pt x="764" y="204"/>
                      <a:pt x="765" y="204"/>
                    </a:cubicBezTo>
                    <a:cubicBezTo>
                      <a:pt x="766" y="206"/>
                      <a:pt x="766" y="208"/>
                      <a:pt x="767" y="210"/>
                    </a:cubicBezTo>
                    <a:cubicBezTo>
                      <a:pt x="767" y="212"/>
                      <a:pt x="767" y="215"/>
                      <a:pt x="766" y="213"/>
                    </a:cubicBezTo>
                    <a:close/>
                    <a:moveTo>
                      <a:pt x="769" y="92"/>
                    </a:moveTo>
                    <a:cubicBezTo>
                      <a:pt x="769" y="91"/>
                      <a:pt x="770" y="90"/>
                      <a:pt x="771" y="90"/>
                    </a:cubicBezTo>
                    <a:cubicBezTo>
                      <a:pt x="771" y="89"/>
                      <a:pt x="771" y="88"/>
                      <a:pt x="772" y="87"/>
                    </a:cubicBezTo>
                    <a:cubicBezTo>
                      <a:pt x="773" y="85"/>
                      <a:pt x="776" y="85"/>
                      <a:pt x="777" y="87"/>
                    </a:cubicBezTo>
                    <a:cubicBezTo>
                      <a:pt x="778" y="87"/>
                      <a:pt x="778" y="88"/>
                      <a:pt x="778" y="88"/>
                    </a:cubicBezTo>
                    <a:cubicBezTo>
                      <a:pt x="778" y="89"/>
                      <a:pt x="777" y="89"/>
                      <a:pt x="777" y="90"/>
                    </a:cubicBezTo>
                    <a:cubicBezTo>
                      <a:pt x="776" y="90"/>
                      <a:pt x="776" y="91"/>
                      <a:pt x="776" y="92"/>
                    </a:cubicBezTo>
                    <a:cubicBezTo>
                      <a:pt x="776" y="93"/>
                      <a:pt x="776" y="93"/>
                      <a:pt x="775" y="93"/>
                    </a:cubicBezTo>
                    <a:cubicBezTo>
                      <a:pt x="774" y="94"/>
                      <a:pt x="772" y="95"/>
                      <a:pt x="771" y="96"/>
                    </a:cubicBezTo>
                    <a:cubicBezTo>
                      <a:pt x="771" y="97"/>
                      <a:pt x="770" y="98"/>
                      <a:pt x="768" y="97"/>
                    </a:cubicBezTo>
                    <a:cubicBezTo>
                      <a:pt x="767" y="96"/>
                      <a:pt x="768" y="93"/>
                      <a:pt x="769" y="92"/>
                    </a:cubicBezTo>
                    <a:close/>
                    <a:moveTo>
                      <a:pt x="750" y="115"/>
                    </a:moveTo>
                    <a:cubicBezTo>
                      <a:pt x="750" y="115"/>
                      <a:pt x="751" y="115"/>
                      <a:pt x="751" y="115"/>
                    </a:cubicBezTo>
                    <a:cubicBezTo>
                      <a:pt x="753" y="115"/>
                      <a:pt x="753" y="119"/>
                      <a:pt x="751" y="120"/>
                    </a:cubicBezTo>
                    <a:cubicBezTo>
                      <a:pt x="751" y="120"/>
                      <a:pt x="750" y="120"/>
                      <a:pt x="749" y="119"/>
                    </a:cubicBezTo>
                    <a:cubicBezTo>
                      <a:pt x="747" y="118"/>
                      <a:pt x="748" y="116"/>
                      <a:pt x="750" y="115"/>
                    </a:cubicBezTo>
                    <a:close/>
                    <a:moveTo>
                      <a:pt x="740" y="103"/>
                    </a:moveTo>
                    <a:cubicBezTo>
                      <a:pt x="742" y="104"/>
                      <a:pt x="742" y="105"/>
                      <a:pt x="742" y="106"/>
                    </a:cubicBezTo>
                    <a:cubicBezTo>
                      <a:pt x="742" y="108"/>
                      <a:pt x="745" y="113"/>
                      <a:pt x="741" y="113"/>
                    </a:cubicBezTo>
                    <a:cubicBezTo>
                      <a:pt x="739" y="112"/>
                      <a:pt x="738" y="108"/>
                      <a:pt x="738" y="106"/>
                    </a:cubicBezTo>
                    <a:cubicBezTo>
                      <a:pt x="738" y="105"/>
                      <a:pt x="738" y="102"/>
                      <a:pt x="740" y="103"/>
                    </a:cubicBezTo>
                    <a:close/>
                    <a:moveTo>
                      <a:pt x="736" y="117"/>
                    </a:moveTo>
                    <a:cubicBezTo>
                      <a:pt x="740" y="117"/>
                      <a:pt x="740" y="126"/>
                      <a:pt x="741" y="128"/>
                    </a:cubicBezTo>
                    <a:cubicBezTo>
                      <a:pt x="743" y="134"/>
                      <a:pt x="748" y="138"/>
                      <a:pt x="753" y="142"/>
                    </a:cubicBezTo>
                    <a:cubicBezTo>
                      <a:pt x="757" y="145"/>
                      <a:pt x="759" y="149"/>
                      <a:pt x="761" y="154"/>
                    </a:cubicBezTo>
                    <a:cubicBezTo>
                      <a:pt x="763" y="157"/>
                      <a:pt x="765" y="161"/>
                      <a:pt x="765" y="165"/>
                    </a:cubicBezTo>
                    <a:cubicBezTo>
                      <a:pt x="766" y="167"/>
                      <a:pt x="766" y="169"/>
                      <a:pt x="767" y="171"/>
                    </a:cubicBezTo>
                    <a:cubicBezTo>
                      <a:pt x="768" y="173"/>
                      <a:pt x="769" y="174"/>
                      <a:pt x="770" y="176"/>
                    </a:cubicBezTo>
                    <a:cubicBezTo>
                      <a:pt x="772" y="181"/>
                      <a:pt x="766" y="180"/>
                      <a:pt x="763" y="179"/>
                    </a:cubicBezTo>
                    <a:cubicBezTo>
                      <a:pt x="763" y="177"/>
                      <a:pt x="762" y="176"/>
                      <a:pt x="762" y="174"/>
                    </a:cubicBezTo>
                    <a:cubicBezTo>
                      <a:pt x="763" y="172"/>
                      <a:pt x="762" y="170"/>
                      <a:pt x="761" y="168"/>
                    </a:cubicBezTo>
                    <a:cubicBezTo>
                      <a:pt x="760" y="165"/>
                      <a:pt x="759" y="161"/>
                      <a:pt x="757" y="158"/>
                    </a:cubicBezTo>
                    <a:cubicBezTo>
                      <a:pt x="754" y="152"/>
                      <a:pt x="749" y="148"/>
                      <a:pt x="745" y="142"/>
                    </a:cubicBezTo>
                    <a:cubicBezTo>
                      <a:pt x="742" y="138"/>
                      <a:pt x="739" y="132"/>
                      <a:pt x="737" y="127"/>
                    </a:cubicBezTo>
                    <a:cubicBezTo>
                      <a:pt x="735" y="126"/>
                      <a:pt x="732" y="118"/>
                      <a:pt x="736" y="117"/>
                    </a:cubicBezTo>
                    <a:close/>
                    <a:moveTo>
                      <a:pt x="742" y="185"/>
                    </a:moveTo>
                    <a:cubicBezTo>
                      <a:pt x="744" y="188"/>
                      <a:pt x="747" y="191"/>
                      <a:pt x="749" y="194"/>
                    </a:cubicBezTo>
                    <a:cubicBezTo>
                      <a:pt x="750" y="196"/>
                      <a:pt x="751" y="197"/>
                      <a:pt x="752" y="199"/>
                    </a:cubicBezTo>
                    <a:cubicBezTo>
                      <a:pt x="753" y="200"/>
                      <a:pt x="754" y="201"/>
                      <a:pt x="755" y="203"/>
                    </a:cubicBezTo>
                    <a:cubicBezTo>
                      <a:pt x="756" y="205"/>
                      <a:pt x="757" y="207"/>
                      <a:pt x="758" y="209"/>
                    </a:cubicBezTo>
                    <a:cubicBezTo>
                      <a:pt x="758" y="210"/>
                      <a:pt x="759" y="213"/>
                      <a:pt x="760" y="213"/>
                    </a:cubicBezTo>
                    <a:cubicBezTo>
                      <a:pt x="760" y="213"/>
                      <a:pt x="761" y="215"/>
                      <a:pt x="760" y="215"/>
                    </a:cubicBezTo>
                    <a:cubicBezTo>
                      <a:pt x="758" y="218"/>
                      <a:pt x="756" y="214"/>
                      <a:pt x="755" y="212"/>
                    </a:cubicBezTo>
                    <a:cubicBezTo>
                      <a:pt x="753" y="209"/>
                      <a:pt x="751" y="205"/>
                      <a:pt x="749" y="201"/>
                    </a:cubicBezTo>
                    <a:cubicBezTo>
                      <a:pt x="747" y="197"/>
                      <a:pt x="745" y="195"/>
                      <a:pt x="742" y="193"/>
                    </a:cubicBezTo>
                    <a:cubicBezTo>
                      <a:pt x="740" y="191"/>
                      <a:pt x="739" y="188"/>
                      <a:pt x="737" y="186"/>
                    </a:cubicBezTo>
                    <a:cubicBezTo>
                      <a:pt x="734" y="184"/>
                      <a:pt x="732" y="181"/>
                      <a:pt x="729" y="178"/>
                    </a:cubicBezTo>
                    <a:cubicBezTo>
                      <a:pt x="728" y="177"/>
                      <a:pt x="727" y="175"/>
                      <a:pt x="726" y="174"/>
                    </a:cubicBezTo>
                    <a:cubicBezTo>
                      <a:pt x="725" y="173"/>
                      <a:pt x="724" y="172"/>
                      <a:pt x="724" y="170"/>
                    </a:cubicBezTo>
                    <a:cubicBezTo>
                      <a:pt x="728" y="170"/>
                      <a:pt x="730" y="169"/>
                      <a:pt x="734" y="172"/>
                    </a:cubicBezTo>
                    <a:cubicBezTo>
                      <a:pt x="738" y="176"/>
                      <a:pt x="740" y="181"/>
                      <a:pt x="742" y="185"/>
                    </a:cubicBezTo>
                    <a:close/>
                    <a:moveTo>
                      <a:pt x="733" y="93"/>
                    </a:moveTo>
                    <a:cubicBezTo>
                      <a:pt x="733" y="94"/>
                      <a:pt x="734" y="97"/>
                      <a:pt x="733" y="98"/>
                    </a:cubicBezTo>
                    <a:cubicBezTo>
                      <a:pt x="732" y="98"/>
                      <a:pt x="731" y="97"/>
                      <a:pt x="730" y="96"/>
                    </a:cubicBezTo>
                    <a:cubicBezTo>
                      <a:pt x="730" y="94"/>
                      <a:pt x="729" y="93"/>
                      <a:pt x="728" y="91"/>
                    </a:cubicBezTo>
                    <a:cubicBezTo>
                      <a:pt x="727" y="90"/>
                      <a:pt x="726" y="89"/>
                      <a:pt x="725" y="88"/>
                    </a:cubicBezTo>
                    <a:cubicBezTo>
                      <a:pt x="725" y="88"/>
                      <a:pt x="723" y="86"/>
                      <a:pt x="724" y="85"/>
                    </a:cubicBezTo>
                    <a:cubicBezTo>
                      <a:pt x="725" y="85"/>
                      <a:pt x="726" y="84"/>
                      <a:pt x="727" y="85"/>
                    </a:cubicBezTo>
                    <a:cubicBezTo>
                      <a:pt x="728" y="85"/>
                      <a:pt x="729" y="87"/>
                      <a:pt x="729" y="88"/>
                    </a:cubicBezTo>
                    <a:cubicBezTo>
                      <a:pt x="730" y="88"/>
                      <a:pt x="731" y="89"/>
                      <a:pt x="732" y="90"/>
                    </a:cubicBezTo>
                    <a:cubicBezTo>
                      <a:pt x="733" y="91"/>
                      <a:pt x="733" y="92"/>
                      <a:pt x="733" y="93"/>
                    </a:cubicBezTo>
                    <a:close/>
                    <a:moveTo>
                      <a:pt x="721" y="73"/>
                    </a:moveTo>
                    <a:cubicBezTo>
                      <a:pt x="723" y="72"/>
                      <a:pt x="725" y="72"/>
                      <a:pt x="727" y="72"/>
                    </a:cubicBezTo>
                    <a:cubicBezTo>
                      <a:pt x="731" y="73"/>
                      <a:pt x="730" y="77"/>
                      <a:pt x="728" y="79"/>
                    </a:cubicBezTo>
                    <a:cubicBezTo>
                      <a:pt x="727" y="80"/>
                      <a:pt x="725" y="81"/>
                      <a:pt x="724" y="82"/>
                    </a:cubicBezTo>
                    <a:cubicBezTo>
                      <a:pt x="722" y="82"/>
                      <a:pt x="721" y="79"/>
                      <a:pt x="720" y="77"/>
                    </a:cubicBezTo>
                    <a:cubicBezTo>
                      <a:pt x="720" y="75"/>
                      <a:pt x="719" y="74"/>
                      <a:pt x="721" y="73"/>
                    </a:cubicBezTo>
                    <a:close/>
                    <a:moveTo>
                      <a:pt x="715" y="85"/>
                    </a:moveTo>
                    <a:cubicBezTo>
                      <a:pt x="717" y="84"/>
                      <a:pt x="719" y="88"/>
                      <a:pt x="720" y="89"/>
                    </a:cubicBezTo>
                    <a:cubicBezTo>
                      <a:pt x="721" y="89"/>
                      <a:pt x="719" y="92"/>
                      <a:pt x="718" y="92"/>
                    </a:cubicBezTo>
                    <a:cubicBezTo>
                      <a:pt x="718" y="92"/>
                      <a:pt x="716" y="92"/>
                      <a:pt x="715" y="91"/>
                    </a:cubicBezTo>
                    <a:cubicBezTo>
                      <a:pt x="714" y="91"/>
                      <a:pt x="714" y="89"/>
                      <a:pt x="714" y="88"/>
                    </a:cubicBezTo>
                    <a:cubicBezTo>
                      <a:pt x="714" y="87"/>
                      <a:pt x="714" y="85"/>
                      <a:pt x="715" y="85"/>
                    </a:cubicBezTo>
                    <a:close/>
                    <a:moveTo>
                      <a:pt x="717" y="122"/>
                    </a:moveTo>
                    <a:cubicBezTo>
                      <a:pt x="715" y="122"/>
                      <a:pt x="715" y="119"/>
                      <a:pt x="717" y="120"/>
                    </a:cubicBezTo>
                    <a:cubicBezTo>
                      <a:pt x="717" y="120"/>
                      <a:pt x="717" y="120"/>
                      <a:pt x="717" y="120"/>
                    </a:cubicBezTo>
                    <a:cubicBezTo>
                      <a:pt x="718" y="120"/>
                      <a:pt x="719" y="122"/>
                      <a:pt x="717" y="122"/>
                    </a:cubicBezTo>
                    <a:close/>
                    <a:moveTo>
                      <a:pt x="705" y="163"/>
                    </a:moveTo>
                    <a:cubicBezTo>
                      <a:pt x="705" y="161"/>
                      <a:pt x="711" y="161"/>
                      <a:pt x="710" y="164"/>
                    </a:cubicBezTo>
                    <a:cubicBezTo>
                      <a:pt x="710" y="165"/>
                      <a:pt x="708" y="166"/>
                      <a:pt x="707" y="166"/>
                    </a:cubicBezTo>
                    <a:cubicBezTo>
                      <a:pt x="706" y="166"/>
                      <a:pt x="704" y="164"/>
                      <a:pt x="705" y="163"/>
                    </a:cubicBezTo>
                    <a:close/>
                    <a:moveTo>
                      <a:pt x="721" y="349"/>
                    </a:moveTo>
                    <a:cubicBezTo>
                      <a:pt x="726" y="345"/>
                      <a:pt x="731" y="339"/>
                      <a:pt x="737" y="336"/>
                    </a:cubicBezTo>
                    <a:cubicBezTo>
                      <a:pt x="737" y="336"/>
                      <a:pt x="740" y="334"/>
                      <a:pt x="741" y="335"/>
                    </a:cubicBezTo>
                    <a:cubicBezTo>
                      <a:pt x="742" y="336"/>
                      <a:pt x="740" y="338"/>
                      <a:pt x="739" y="339"/>
                    </a:cubicBezTo>
                    <a:cubicBezTo>
                      <a:pt x="735" y="345"/>
                      <a:pt x="728" y="349"/>
                      <a:pt x="723" y="354"/>
                    </a:cubicBezTo>
                    <a:cubicBezTo>
                      <a:pt x="717" y="358"/>
                      <a:pt x="712" y="361"/>
                      <a:pt x="707" y="365"/>
                    </a:cubicBezTo>
                    <a:cubicBezTo>
                      <a:pt x="704" y="368"/>
                      <a:pt x="702" y="370"/>
                      <a:pt x="699" y="372"/>
                    </a:cubicBezTo>
                    <a:cubicBezTo>
                      <a:pt x="695" y="375"/>
                      <a:pt x="690" y="379"/>
                      <a:pt x="685" y="383"/>
                    </a:cubicBezTo>
                    <a:cubicBezTo>
                      <a:pt x="683" y="385"/>
                      <a:pt x="681" y="387"/>
                      <a:pt x="679" y="389"/>
                    </a:cubicBezTo>
                    <a:cubicBezTo>
                      <a:pt x="677" y="391"/>
                      <a:pt x="675" y="392"/>
                      <a:pt x="673" y="393"/>
                    </a:cubicBezTo>
                    <a:cubicBezTo>
                      <a:pt x="672" y="394"/>
                      <a:pt x="670" y="395"/>
                      <a:pt x="669" y="397"/>
                    </a:cubicBezTo>
                    <a:cubicBezTo>
                      <a:pt x="667" y="398"/>
                      <a:pt x="665" y="399"/>
                      <a:pt x="663" y="400"/>
                    </a:cubicBezTo>
                    <a:cubicBezTo>
                      <a:pt x="663" y="400"/>
                      <a:pt x="663" y="400"/>
                      <a:pt x="663" y="400"/>
                    </a:cubicBezTo>
                    <a:cubicBezTo>
                      <a:pt x="663" y="401"/>
                      <a:pt x="662" y="401"/>
                      <a:pt x="662" y="401"/>
                    </a:cubicBezTo>
                    <a:cubicBezTo>
                      <a:pt x="662" y="401"/>
                      <a:pt x="661" y="401"/>
                      <a:pt x="661" y="401"/>
                    </a:cubicBezTo>
                    <a:cubicBezTo>
                      <a:pt x="660" y="401"/>
                      <a:pt x="660" y="399"/>
                      <a:pt x="660" y="398"/>
                    </a:cubicBezTo>
                    <a:cubicBezTo>
                      <a:pt x="661" y="396"/>
                      <a:pt x="664" y="394"/>
                      <a:pt x="666" y="392"/>
                    </a:cubicBezTo>
                    <a:cubicBezTo>
                      <a:pt x="669" y="391"/>
                      <a:pt x="671" y="388"/>
                      <a:pt x="673" y="387"/>
                    </a:cubicBezTo>
                    <a:cubicBezTo>
                      <a:pt x="679" y="383"/>
                      <a:pt x="684" y="379"/>
                      <a:pt x="690" y="375"/>
                    </a:cubicBezTo>
                    <a:cubicBezTo>
                      <a:pt x="700" y="366"/>
                      <a:pt x="712" y="359"/>
                      <a:pt x="721" y="349"/>
                    </a:cubicBezTo>
                    <a:close/>
                    <a:moveTo>
                      <a:pt x="671" y="496"/>
                    </a:moveTo>
                    <a:cubicBezTo>
                      <a:pt x="674" y="493"/>
                      <a:pt x="678" y="490"/>
                      <a:pt x="680" y="487"/>
                    </a:cubicBezTo>
                    <a:cubicBezTo>
                      <a:pt x="682" y="483"/>
                      <a:pt x="685" y="480"/>
                      <a:pt x="688" y="478"/>
                    </a:cubicBezTo>
                    <a:cubicBezTo>
                      <a:pt x="690" y="477"/>
                      <a:pt x="693" y="475"/>
                      <a:pt x="695" y="474"/>
                    </a:cubicBezTo>
                    <a:cubicBezTo>
                      <a:pt x="696" y="473"/>
                      <a:pt x="697" y="472"/>
                      <a:pt x="698" y="471"/>
                    </a:cubicBezTo>
                    <a:cubicBezTo>
                      <a:pt x="699" y="470"/>
                      <a:pt x="706" y="467"/>
                      <a:pt x="705" y="471"/>
                    </a:cubicBezTo>
                    <a:cubicBezTo>
                      <a:pt x="705" y="472"/>
                      <a:pt x="703" y="473"/>
                      <a:pt x="702" y="474"/>
                    </a:cubicBezTo>
                    <a:cubicBezTo>
                      <a:pt x="700" y="475"/>
                      <a:pt x="698" y="477"/>
                      <a:pt x="696" y="478"/>
                    </a:cubicBezTo>
                    <a:cubicBezTo>
                      <a:pt x="692" y="480"/>
                      <a:pt x="689" y="483"/>
                      <a:pt x="686" y="486"/>
                    </a:cubicBezTo>
                    <a:cubicBezTo>
                      <a:pt x="684" y="489"/>
                      <a:pt x="682" y="493"/>
                      <a:pt x="679" y="495"/>
                    </a:cubicBezTo>
                    <a:cubicBezTo>
                      <a:pt x="678" y="496"/>
                      <a:pt x="677" y="497"/>
                      <a:pt x="676" y="499"/>
                    </a:cubicBezTo>
                    <a:cubicBezTo>
                      <a:pt x="675" y="500"/>
                      <a:pt x="675" y="501"/>
                      <a:pt x="674" y="502"/>
                    </a:cubicBezTo>
                    <a:cubicBezTo>
                      <a:pt x="672" y="504"/>
                      <a:pt x="670" y="506"/>
                      <a:pt x="668" y="507"/>
                    </a:cubicBezTo>
                    <a:cubicBezTo>
                      <a:pt x="666" y="508"/>
                      <a:pt x="663" y="511"/>
                      <a:pt x="663" y="507"/>
                    </a:cubicBezTo>
                    <a:cubicBezTo>
                      <a:pt x="663" y="503"/>
                      <a:pt x="668" y="499"/>
                      <a:pt x="671" y="496"/>
                    </a:cubicBezTo>
                    <a:close/>
                    <a:moveTo>
                      <a:pt x="663" y="460"/>
                    </a:moveTo>
                    <a:cubicBezTo>
                      <a:pt x="661" y="460"/>
                      <a:pt x="662" y="457"/>
                      <a:pt x="663" y="457"/>
                    </a:cubicBezTo>
                    <a:cubicBezTo>
                      <a:pt x="664" y="456"/>
                      <a:pt x="666" y="456"/>
                      <a:pt x="667" y="456"/>
                    </a:cubicBezTo>
                    <a:cubicBezTo>
                      <a:pt x="670" y="455"/>
                      <a:pt x="671" y="453"/>
                      <a:pt x="674" y="452"/>
                    </a:cubicBezTo>
                    <a:cubicBezTo>
                      <a:pt x="675" y="451"/>
                      <a:pt x="677" y="451"/>
                      <a:pt x="679" y="451"/>
                    </a:cubicBezTo>
                    <a:cubicBezTo>
                      <a:pt x="680" y="450"/>
                      <a:pt x="682" y="450"/>
                      <a:pt x="684" y="450"/>
                    </a:cubicBezTo>
                    <a:cubicBezTo>
                      <a:pt x="686" y="450"/>
                      <a:pt x="689" y="449"/>
                      <a:pt x="690" y="451"/>
                    </a:cubicBezTo>
                    <a:cubicBezTo>
                      <a:pt x="693" y="455"/>
                      <a:pt x="683" y="455"/>
                      <a:pt x="681" y="455"/>
                    </a:cubicBezTo>
                    <a:cubicBezTo>
                      <a:pt x="678" y="456"/>
                      <a:pt x="674" y="456"/>
                      <a:pt x="673" y="459"/>
                    </a:cubicBezTo>
                    <a:cubicBezTo>
                      <a:pt x="672" y="460"/>
                      <a:pt x="670" y="460"/>
                      <a:pt x="668" y="460"/>
                    </a:cubicBezTo>
                    <a:cubicBezTo>
                      <a:pt x="667" y="460"/>
                      <a:pt x="667" y="460"/>
                      <a:pt x="666" y="460"/>
                    </a:cubicBezTo>
                    <a:cubicBezTo>
                      <a:pt x="665" y="460"/>
                      <a:pt x="664" y="461"/>
                      <a:pt x="663" y="460"/>
                    </a:cubicBezTo>
                    <a:close/>
                    <a:moveTo>
                      <a:pt x="706" y="377"/>
                    </a:moveTo>
                    <a:cubicBezTo>
                      <a:pt x="707" y="377"/>
                      <a:pt x="708" y="377"/>
                      <a:pt x="709" y="376"/>
                    </a:cubicBezTo>
                    <a:cubicBezTo>
                      <a:pt x="710" y="375"/>
                      <a:pt x="710" y="375"/>
                      <a:pt x="711" y="374"/>
                    </a:cubicBezTo>
                    <a:cubicBezTo>
                      <a:pt x="712" y="374"/>
                      <a:pt x="715" y="374"/>
                      <a:pt x="715" y="376"/>
                    </a:cubicBezTo>
                    <a:cubicBezTo>
                      <a:pt x="716" y="377"/>
                      <a:pt x="714" y="377"/>
                      <a:pt x="714" y="378"/>
                    </a:cubicBezTo>
                    <a:cubicBezTo>
                      <a:pt x="711" y="379"/>
                      <a:pt x="710" y="382"/>
                      <a:pt x="707" y="383"/>
                    </a:cubicBezTo>
                    <a:cubicBezTo>
                      <a:pt x="706" y="383"/>
                      <a:pt x="704" y="383"/>
                      <a:pt x="704" y="381"/>
                    </a:cubicBezTo>
                    <a:cubicBezTo>
                      <a:pt x="703" y="379"/>
                      <a:pt x="705" y="377"/>
                      <a:pt x="706" y="377"/>
                    </a:cubicBezTo>
                    <a:close/>
                    <a:moveTo>
                      <a:pt x="698" y="500"/>
                    </a:moveTo>
                    <a:cubicBezTo>
                      <a:pt x="698" y="498"/>
                      <a:pt x="699" y="497"/>
                      <a:pt x="701" y="497"/>
                    </a:cubicBezTo>
                    <a:cubicBezTo>
                      <a:pt x="703" y="497"/>
                      <a:pt x="705" y="497"/>
                      <a:pt x="704" y="499"/>
                    </a:cubicBezTo>
                    <a:cubicBezTo>
                      <a:pt x="704" y="501"/>
                      <a:pt x="702" y="502"/>
                      <a:pt x="701" y="503"/>
                    </a:cubicBezTo>
                    <a:cubicBezTo>
                      <a:pt x="700" y="504"/>
                      <a:pt x="699" y="506"/>
                      <a:pt x="698" y="504"/>
                    </a:cubicBezTo>
                    <a:cubicBezTo>
                      <a:pt x="697" y="503"/>
                      <a:pt x="698" y="501"/>
                      <a:pt x="698" y="500"/>
                    </a:cubicBezTo>
                    <a:close/>
                    <a:moveTo>
                      <a:pt x="707" y="514"/>
                    </a:moveTo>
                    <a:cubicBezTo>
                      <a:pt x="709" y="514"/>
                      <a:pt x="712" y="513"/>
                      <a:pt x="713" y="514"/>
                    </a:cubicBezTo>
                    <a:cubicBezTo>
                      <a:pt x="714" y="514"/>
                      <a:pt x="716" y="516"/>
                      <a:pt x="716" y="517"/>
                    </a:cubicBezTo>
                    <a:cubicBezTo>
                      <a:pt x="715" y="518"/>
                      <a:pt x="711" y="517"/>
                      <a:pt x="710" y="517"/>
                    </a:cubicBezTo>
                    <a:cubicBezTo>
                      <a:pt x="708" y="517"/>
                      <a:pt x="706" y="518"/>
                      <a:pt x="704" y="516"/>
                    </a:cubicBezTo>
                    <a:cubicBezTo>
                      <a:pt x="703" y="514"/>
                      <a:pt x="706" y="514"/>
                      <a:pt x="707" y="514"/>
                    </a:cubicBezTo>
                    <a:close/>
                    <a:moveTo>
                      <a:pt x="667" y="179"/>
                    </a:moveTo>
                    <a:cubicBezTo>
                      <a:pt x="668" y="178"/>
                      <a:pt x="670" y="177"/>
                      <a:pt x="671" y="177"/>
                    </a:cubicBezTo>
                    <a:cubicBezTo>
                      <a:pt x="671" y="178"/>
                      <a:pt x="671" y="179"/>
                      <a:pt x="672" y="179"/>
                    </a:cubicBezTo>
                    <a:cubicBezTo>
                      <a:pt x="672" y="180"/>
                      <a:pt x="673" y="180"/>
                      <a:pt x="674" y="181"/>
                    </a:cubicBezTo>
                    <a:cubicBezTo>
                      <a:pt x="674" y="182"/>
                      <a:pt x="673" y="184"/>
                      <a:pt x="672" y="184"/>
                    </a:cubicBezTo>
                    <a:cubicBezTo>
                      <a:pt x="671" y="185"/>
                      <a:pt x="669" y="184"/>
                      <a:pt x="668" y="184"/>
                    </a:cubicBezTo>
                    <a:cubicBezTo>
                      <a:pt x="667" y="183"/>
                      <a:pt x="668" y="182"/>
                      <a:pt x="667" y="182"/>
                    </a:cubicBezTo>
                    <a:cubicBezTo>
                      <a:pt x="667" y="182"/>
                      <a:pt x="666" y="181"/>
                      <a:pt x="666" y="181"/>
                    </a:cubicBezTo>
                    <a:cubicBezTo>
                      <a:pt x="666" y="180"/>
                      <a:pt x="666" y="179"/>
                      <a:pt x="667" y="179"/>
                    </a:cubicBezTo>
                    <a:close/>
                    <a:moveTo>
                      <a:pt x="664" y="170"/>
                    </a:moveTo>
                    <a:cubicBezTo>
                      <a:pt x="663" y="169"/>
                      <a:pt x="663" y="167"/>
                      <a:pt x="664" y="166"/>
                    </a:cubicBezTo>
                    <a:cubicBezTo>
                      <a:pt x="665" y="166"/>
                      <a:pt x="665" y="166"/>
                      <a:pt x="665" y="166"/>
                    </a:cubicBezTo>
                    <a:cubicBezTo>
                      <a:pt x="667" y="165"/>
                      <a:pt x="670" y="167"/>
                      <a:pt x="669" y="169"/>
                    </a:cubicBezTo>
                    <a:cubicBezTo>
                      <a:pt x="668" y="170"/>
                      <a:pt x="665" y="171"/>
                      <a:pt x="664" y="170"/>
                    </a:cubicBezTo>
                    <a:close/>
                    <a:moveTo>
                      <a:pt x="673" y="267"/>
                    </a:moveTo>
                    <a:cubicBezTo>
                      <a:pt x="673" y="268"/>
                      <a:pt x="672" y="269"/>
                      <a:pt x="672" y="270"/>
                    </a:cubicBezTo>
                    <a:cubicBezTo>
                      <a:pt x="672" y="270"/>
                      <a:pt x="672" y="270"/>
                      <a:pt x="671" y="270"/>
                    </a:cubicBezTo>
                    <a:cubicBezTo>
                      <a:pt x="671" y="270"/>
                      <a:pt x="669" y="270"/>
                      <a:pt x="669" y="270"/>
                    </a:cubicBezTo>
                    <a:cubicBezTo>
                      <a:pt x="669" y="269"/>
                      <a:pt x="668" y="269"/>
                      <a:pt x="669" y="268"/>
                    </a:cubicBezTo>
                    <a:cubicBezTo>
                      <a:pt x="669" y="267"/>
                      <a:pt x="670" y="267"/>
                      <a:pt x="671" y="266"/>
                    </a:cubicBezTo>
                    <a:cubicBezTo>
                      <a:pt x="671" y="266"/>
                      <a:pt x="673" y="266"/>
                      <a:pt x="673" y="267"/>
                    </a:cubicBezTo>
                    <a:close/>
                    <a:moveTo>
                      <a:pt x="687" y="265"/>
                    </a:moveTo>
                    <a:cubicBezTo>
                      <a:pt x="688" y="266"/>
                      <a:pt x="690" y="266"/>
                      <a:pt x="691" y="267"/>
                    </a:cubicBezTo>
                    <a:cubicBezTo>
                      <a:pt x="691" y="268"/>
                      <a:pt x="692" y="268"/>
                      <a:pt x="692" y="269"/>
                    </a:cubicBezTo>
                    <a:cubicBezTo>
                      <a:pt x="693" y="269"/>
                      <a:pt x="694" y="269"/>
                      <a:pt x="695" y="270"/>
                    </a:cubicBezTo>
                    <a:cubicBezTo>
                      <a:pt x="696" y="271"/>
                      <a:pt x="696" y="272"/>
                      <a:pt x="696" y="274"/>
                    </a:cubicBezTo>
                    <a:cubicBezTo>
                      <a:pt x="695" y="276"/>
                      <a:pt x="697" y="277"/>
                      <a:pt x="696" y="279"/>
                    </a:cubicBezTo>
                    <a:cubicBezTo>
                      <a:pt x="696" y="280"/>
                      <a:pt x="695" y="282"/>
                      <a:pt x="694" y="282"/>
                    </a:cubicBezTo>
                    <a:cubicBezTo>
                      <a:pt x="691" y="283"/>
                      <a:pt x="692" y="279"/>
                      <a:pt x="692" y="277"/>
                    </a:cubicBezTo>
                    <a:cubicBezTo>
                      <a:pt x="692" y="275"/>
                      <a:pt x="692" y="275"/>
                      <a:pt x="691" y="273"/>
                    </a:cubicBezTo>
                    <a:cubicBezTo>
                      <a:pt x="691" y="272"/>
                      <a:pt x="690" y="272"/>
                      <a:pt x="689" y="272"/>
                    </a:cubicBezTo>
                    <a:cubicBezTo>
                      <a:pt x="688" y="271"/>
                      <a:pt x="687" y="271"/>
                      <a:pt x="687" y="271"/>
                    </a:cubicBezTo>
                    <a:cubicBezTo>
                      <a:pt x="685" y="270"/>
                      <a:pt x="683" y="271"/>
                      <a:pt x="682" y="270"/>
                    </a:cubicBezTo>
                    <a:cubicBezTo>
                      <a:pt x="681" y="269"/>
                      <a:pt x="680" y="268"/>
                      <a:pt x="681" y="267"/>
                    </a:cubicBezTo>
                    <a:cubicBezTo>
                      <a:pt x="682" y="265"/>
                      <a:pt x="685" y="265"/>
                      <a:pt x="687" y="265"/>
                    </a:cubicBezTo>
                    <a:close/>
                    <a:moveTo>
                      <a:pt x="683" y="237"/>
                    </a:moveTo>
                    <a:cubicBezTo>
                      <a:pt x="684" y="236"/>
                      <a:pt x="686" y="237"/>
                      <a:pt x="686" y="238"/>
                    </a:cubicBezTo>
                    <a:cubicBezTo>
                      <a:pt x="687" y="240"/>
                      <a:pt x="687" y="240"/>
                      <a:pt x="688" y="241"/>
                    </a:cubicBezTo>
                    <a:cubicBezTo>
                      <a:pt x="689" y="241"/>
                      <a:pt x="689" y="241"/>
                      <a:pt x="690" y="241"/>
                    </a:cubicBezTo>
                    <a:cubicBezTo>
                      <a:pt x="690" y="242"/>
                      <a:pt x="692" y="245"/>
                      <a:pt x="691" y="246"/>
                    </a:cubicBezTo>
                    <a:cubicBezTo>
                      <a:pt x="690" y="248"/>
                      <a:pt x="687" y="245"/>
                      <a:pt x="687" y="244"/>
                    </a:cubicBezTo>
                    <a:cubicBezTo>
                      <a:pt x="687" y="244"/>
                      <a:pt x="687" y="243"/>
                      <a:pt x="686" y="242"/>
                    </a:cubicBezTo>
                    <a:cubicBezTo>
                      <a:pt x="685" y="242"/>
                      <a:pt x="684" y="242"/>
                      <a:pt x="683" y="242"/>
                    </a:cubicBezTo>
                    <a:cubicBezTo>
                      <a:pt x="682" y="241"/>
                      <a:pt x="682" y="239"/>
                      <a:pt x="683" y="237"/>
                    </a:cubicBezTo>
                    <a:close/>
                    <a:moveTo>
                      <a:pt x="696" y="227"/>
                    </a:moveTo>
                    <a:cubicBezTo>
                      <a:pt x="695" y="226"/>
                      <a:pt x="697" y="224"/>
                      <a:pt x="699" y="225"/>
                    </a:cubicBezTo>
                    <a:cubicBezTo>
                      <a:pt x="700" y="226"/>
                      <a:pt x="700" y="228"/>
                      <a:pt x="700" y="229"/>
                    </a:cubicBezTo>
                    <a:cubicBezTo>
                      <a:pt x="700" y="231"/>
                      <a:pt x="700" y="234"/>
                      <a:pt x="698" y="235"/>
                    </a:cubicBezTo>
                    <a:cubicBezTo>
                      <a:pt x="696" y="236"/>
                      <a:pt x="695" y="236"/>
                      <a:pt x="695" y="234"/>
                    </a:cubicBezTo>
                    <a:cubicBezTo>
                      <a:pt x="695" y="232"/>
                      <a:pt x="696" y="231"/>
                      <a:pt x="696" y="230"/>
                    </a:cubicBezTo>
                    <a:cubicBezTo>
                      <a:pt x="696" y="229"/>
                      <a:pt x="696" y="228"/>
                      <a:pt x="696" y="227"/>
                    </a:cubicBezTo>
                    <a:close/>
                    <a:moveTo>
                      <a:pt x="693" y="154"/>
                    </a:moveTo>
                    <a:cubicBezTo>
                      <a:pt x="693" y="154"/>
                      <a:pt x="692" y="153"/>
                      <a:pt x="691" y="152"/>
                    </a:cubicBezTo>
                    <a:cubicBezTo>
                      <a:pt x="691" y="151"/>
                      <a:pt x="691" y="150"/>
                      <a:pt x="691" y="149"/>
                    </a:cubicBezTo>
                    <a:cubicBezTo>
                      <a:pt x="692" y="148"/>
                      <a:pt x="693" y="148"/>
                      <a:pt x="694" y="147"/>
                    </a:cubicBezTo>
                    <a:cubicBezTo>
                      <a:pt x="696" y="147"/>
                      <a:pt x="698" y="148"/>
                      <a:pt x="699" y="149"/>
                    </a:cubicBezTo>
                    <a:cubicBezTo>
                      <a:pt x="700" y="149"/>
                      <a:pt x="701" y="150"/>
                      <a:pt x="701" y="150"/>
                    </a:cubicBezTo>
                    <a:cubicBezTo>
                      <a:pt x="701" y="152"/>
                      <a:pt x="695" y="154"/>
                      <a:pt x="693" y="154"/>
                    </a:cubicBezTo>
                    <a:close/>
                    <a:moveTo>
                      <a:pt x="683" y="107"/>
                    </a:moveTo>
                    <a:cubicBezTo>
                      <a:pt x="684" y="105"/>
                      <a:pt x="686" y="105"/>
                      <a:pt x="687" y="105"/>
                    </a:cubicBezTo>
                    <a:cubicBezTo>
                      <a:pt x="689" y="106"/>
                      <a:pt x="690" y="108"/>
                      <a:pt x="691" y="110"/>
                    </a:cubicBezTo>
                    <a:cubicBezTo>
                      <a:pt x="693" y="111"/>
                      <a:pt x="694" y="111"/>
                      <a:pt x="696" y="112"/>
                    </a:cubicBezTo>
                    <a:cubicBezTo>
                      <a:pt x="697" y="113"/>
                      <a:pt x="698" y="115"/>
                      <a:pt x="699" y="116"/>
                    </a:cubicBezTo>
                    <a:cubicBezTo>
                      <a:pt x="701" y="117"/>
                      <a:pt x="702" y="118"/>
                      <a:pt x="701" y="120"/>
                    </a:cubicBezTo>
                    <a:cubicBezTo>
                      <a:pt x="701" y="123"/>
                      <a:pt x="699" y="122"/>
                      <a:pt x="697" y="121"/>
                    </a:cubicBezTo>
                    <a:cubicBezTo>
                      <a:pt x="695" y="120"/>
                      <a:pt x="694" y="119"/>
                      <a:pt x="693" y="117"/>
                    </a:cubicBezTo>
                    <a:cubicBezTo>
                      <a:pt x="692" y="114"/>
                      <a:pt x="687" y="113"/>
                      <a:pt x="685" y="111"/>
                    </a:cubicBezTo>
                    <a:cubicBezTo>
                      <a:pt x="683" y="110"/>
                      <a:pt x="682" y="108"/>
                      <a:pt x="683" y="107"/>
                    </a:cubicBezTo>
                    <a:close/>
                    <a:moveTo>
                      <a:pt x="659" y="129"/>
                    </a:moveTo>
                    <a:cubicBezTo>
                      <a:pt x="662" y="127"/>
                      <a:pt x="668" y="132"/>
                      <a:pt x="670" y="133"/>
                    </a:cubicBezTo>
                    <a:cubicBezTo>
                      <a:pt x="672" y="133"/>
                      <a:pt x="675" y="133"/>
                      <a:pt x="677" y="134"/>
                    </a:cubicBezTo>
                    <a:cubicBezTo>
                      <a:pt x="679" y="134"/>
                      <a:pt x="680" y="135"/>
                      <a:pt x="682" y="136"/>
                    </a:cubicBezTo>
                    <a:cubicBezTo>
                      <a:pt x="684" y="138"/>
                      <a:pt x="686" y="137"/>
                      <a:pt x="688" y="138"/>
                    </a:cubicBezTo>
                    <a:cubicBezTo>
                      <a:pt x="689" y="139"/>
                      <a:pt x="691" y="141"/>
                      <a:pt x="689" y="142"/>
                    </a:cubicBezTo>
                    <a:cubicBezTo>
                      <a:pt x="688" y="143"/>
                      <a:pt x="685" y="142"/>
                      <a:pt x="683" y="141"/>
                    </a:cubicBezTo>
                    <a:cubicBezTo>
                      <a:pt x="681" y="140"/>
                      <a:pt x="676" y="139"/>
                      <a:pt x="673" y="138"/>
                    </a:cubicBezTo>
                    <a:cubicBezTo>
                      <a:pt x="671" y="137"/>
                      <a:pt x="669" y="137"/>
                      <a:pt x="666" y="136"/>
                    </a:cubicBezTo>
                    <a:cubicBezTo>
                      <a:pt x="665" y="135"/>
                      <a:pt x="656" y="132"/>
                      <a:pt x="659" y="129"/>
                    </a:cubicBezTo>
                    <a:close/>
                    <a:moveTo>
                      <a:pt x="653" y="247"/>
                    </a:moveTo>
                    <a:cubicBezTo>
                      <a:pt x="654" y="250"/>
                      <a:pt x="658" y="251"/>
                      <a:pt x="662" y="250"/>
                    </a:cubicBezTo>
                    <a:cubicBezTo>
                      <a:pt x="663" y="250"/>
                      <a:pt x="667" y="250"/>
                      <a:pt x="669" y="251"/>
                    </a:cubicBezTo>
                    <a:cubicBezTo>
                      <a:pt x="670" y="253"/>
                      <a:pt x="668" y="254"/>
                      <a:pt x="666" y="255"/>
                    </a:cubicBezTo>
                    <a:cubicBezTo>
                      <a:pt x="664" y="256"/>
                      <a:pt x="662" y="256"/>
                      <a:pt x="660" y="256"/>
                    </a:cubicBezTo>
                    <a:cubicBezTo>
                      <a:pt x="658" y="255"/>
                      <a:pt x="657" y="255"/>
                      <a:pt x="655" y="255"/>
                    </a:cubicBezTo>
                    <a:cubicBezTo>
                      <a:pt x="654" y="254"/>
                      <a:pt x="653" y="254"/>
                      <a:pt x="652" y="253"/>
                    </a:cubicBezTo>
                    <a:cubicBezTo>
                      <a:pt x="652" y="252"/>
                      <a:pt x="651" y="252"/>
                      <a:pt x="651" y="251"/>
                    </a:cubicBezTo>
                    <a:cubicBezTo>
                      <a:pt x="650" y="250"/>
                      <a:pt x="650" y="249"/>
                      <a:pt x="649" y="248"/>
                    </a:cubicBezTo>
                    <a:cubicBezTo>
                      <a:pt x="647" y="247"/>
                      <a:pt x="645" y="246"/>
                      <a:pt x="645" y="244"/>
                    </a:cubicBezTo>
                    <a:cubicBezTo>
                      <a:pt x="645" y="243"/>
                      <a:pt x="646" y="242"/>
                      <a:pt x="647" y="242"/>
                    </a:cubicBezTo>
                    <a:cubicBezTo>
                      <a:pt x="650" y="241"/>
                      <a:pt x="651" y="244"/>
                      <a:pt x="653" y="247"/>
                    </a:cubicBezTo>
                    <a:close/>
                    <a:moveTo>
                      <a:pt x="645" y="492"/>
                    </a:moveTo>
                    <a:cubicBezTo>
                      <a:pt x="643" y="492"/>
                      <a:pt x="641" y="493"/>
                      <a:pt x="639" y="492"/>
                    </a:cubicBezTo>
                    <a:cubicBezTo>
                      <a:pt x="638" y="492"/>
                      <a:pt x="638" y="490"/>
                      <a:pt x="639" y="490"/>
                    </a:cubicBezTo>
                    <a:cubicBezTo>
                      <a:pt x="640" y="488"/>
                      <a:pt x="642" y="488"/>
                      <a:pt x="644" y="488"/>
                    </a:cubicBezTo>
                    <a:cubicBezTo>
                      <a:pt x="646" y="488"/>
                      <a:pt x="647" y="489"/>
                      <a:pt x="648" y="491"/>
                    </a:cubicBezTo>
                    <a:cubicBezTo>
                      <a:pt x="649" y="493"/>
                      <a:pt x="646" y="492"/>
                      <a:pt x="645" y="492"/>
                    </a:cubicBezTo>
                    <a:close/>
                    <a:moveTo>
                      <a:pt x="649" y="520"/>
                    </a:moveTo>
                    <a:cubicBezTo>
                      <a:pt x="649" y="520"/>
                      <a:pt x="649" y="521"/>
                      <a:pt x="649" y="521"/>
                    </a:cubicBezTo>
                    <a:cubicBezTo>
                      <a:pt x="649" y="521"/>
                      <a:pt x="651" y="521"/>
                      <a:pt x="651" y="521"/>
                    </a:cubicBezTo>
                    <a:cubicBezTo>
                      <a:pt x="652" y="523"/>
                      <a:pt x="649" y="523"/>
                      <a:pt x="648" y="523"/>
                    </a:cubicBezTo>
                    <a:cubicBezTo>
                      <a:pt x="645" y="524"/>
                      <a:pt x="647" y="519"/>
                      <a:pt x="649" y="520"/>
                    </a:cubicBezTo>
                    <a:close/>
                    <a:moveTo>
                      <a:pt x="623" y="558"/>
                    </a:moveTo>
                    <a:cubicBezTo>
                      <a:pt x="625" y="558"/>
                      <a:pt x="625" y="556"/>
                      <a:pt x="626" y="554"/>
                    </a:cubicBezTo>
                    <a:cubicBezTo>
                      <a:pt x="627" y="553"/>
                      <a:pt x="629" y="552"/>
                      <a:pt x="631" y="552"/>
                    </a:cubicBezTo>
                    <a:cubicBezTo>
                      <a:pt x="631" y="555"/>
                      <a:pt x="635" y="553"/>
                      <a:pt x="636" y="553"/>
                    </a:cubicBezTo>
                    <a:cubicBezTo>
                      <a:pt x="638" y="553"/>
                      <a:pt x="642" y="556"/>
                      <a:pt x="640" y="558"/>
                    </a:cubicBezTo>
                    <a:cubicBezTo>
                      <a:pt x="639" y="558"/>
                      <a:pt x="637" y="558"/>
                      <a:pt x="636" y="558"/>
                    </a:cubicBezTo>
                    <a:cubicBezTo>
                      <a:pt x="633" y="558"/>
                      <a:pt x="629" y="558"/>
                      <a:pt x="626" y="559"/>
                    </a:cubicBezTo>
                    <a:cubicBezTo>
                      <a:pt x="625" y="559"/>
                      <a:pt x="625" y="559"/>
                      <a:pt x="624" y="560"/>
                    </a:cubicBezTo>
                    <a:cubicBezTo>
                      <a:pt x="623" y="560"/>
                      <a:pt x="623" y="561"/>
                      <a:pt x="622" y="561"/>
                    </a:cubicBezTo>
                    <a:cubicBezTo>
                      <a:pt x="621" y="562"/>
                      <a:pt x="621" y="561"/>
                      <a:pt x="621" y="560"/>
                    </a:cubicBezTo>
                    <a:cubicBezTo>
                      <a:pt x="621" y="559"/>
                      <a:pt x="622" y="559"/>
                      <a:pt x="623" y="558"/>
                    </a:cubicBezTo>
                    <a:close/>
                    <a:moveTo>
                      <a:pt x="621" y="521"/>
                    </a:moveTo>
                    <a:cubicBezTo>
                      <a:pt x="621" y="520"/>
                      <a:pt x="626" y="520"/>
                      <a:pt x="626" y="522"/>
                    </a:cubicBezTo>
                    <a:cubicBezTo>
                      <a:pt x="626" y="525"/>
                      <a:pt x="621" y="525"/>
                      <a:pt x="621" y="523"/>
                    </a:cubicBezTo>
                    <a:cubicBezTo>
                      <a:pt x="621" y="522"/>
                      <a:pt x="621" y="521"/>
                      <a:pt x="621" y="521"/>
                    </a:cubicBezTo>
                    <a:close/>
                    <a:moveTo>
                      <a:pt x="639" y="519"/>
                    </a:moveTo>
                    <a:cubicBezTo>
                      <a:pt x="639" y="520"/>
                      <a:pt x="638" y="520"/>
                      <a:pt x="638" y="521"/>
                    </a:cubicBezTo>
                    <a:cubicBezTo>
                      <a:pt x="638" y="521"/>
                      <a:pt x="637" y="522"/>
                      <a:pt x="637" y="522"/>
                    </a:cubicBezTo>
                    <a:cubicBezTo>
                      <a:pt x="636" y="523"/>
                      <a:pt x="634" y="524"/>
                      <a:pt x="633" y="524"/>
                    </a:cubicBezTo>
                    <a:cubicBezTo>
                      <a:pt x="632" y="525"/>
                      <a:pt x="631" y="525"/>
                      <a:pt x="630" y="525"/>
                    </a:cubicBezTo>
                    <a:cubicBezTo>
                      <a:pt x="630" y="525"/>
                      <a:pt x="630" y="524"/>
                      <a:pt x="630" y="524"/>
                    </a:cubicBezTo>
                    <a:cubicBezTo>
                      <a:pt x="630" y="523"/>
                      <a:pt x="630" y="523"/>
                      <a:pt x="631" y="523"/>
                    </a:cubicBezTo>
                    <a:cubicBezTo>
                      <a:pt x="631" y="522"/>
                      <a:pt x="632" y="522"/>
                      <a:pt x="632" y="522"/>
                    </a:cubicBezTo>
                    <a:cubicBezTo>
                      <a:pt x="633" y="521"/>
                      <a:pt x="633" y="521"/>
                      <a:pt x="634" y="521"/>
                    </a:cubicBezTo>
                    <a:cubicBezTo>
                      <a:pt x="635" y="520"/>
                      <a:pt x="635" y="520"/>
                      <a:pt x="636" y="519"/>
                    </a:cubicBezTo>
                    <a:cubicBezTo>
                      <a:pt x="637" y="518"/>
                      <a:pt x="638" y="518"/>
                      <a:pt x="639" y="517"/>
                    </a:cubicBezTo>
                    <a:cubicBezTo>
                      <a:pt x="639" y="517"/>
                      <a:pt x="640" y="516"/>
                      <a:pt x="641" y="517"/>
                    </a:cubicBezTo>
                    <a:cubicBezTo>
                      <a:pt x="641" y="517"/>
                      <a:pt x="641" y="518"/>
                      <a:pt x="641" y="518"/>
                    </a:cubicBezTo>
                    <a:cubicBezTo>
                      <a:pt x="640" y="519"/>
                      <a:pt x="640" y="519"/>
                      <a:pt x="639" y="519"/>
                    </a:cubicBezTo>
                    <a:close/>
                    <a:moveTo>
                      <a:pt x="628" y="486"/>
                    </a:moveTo>
                    <a:cubicBezTo>
                      <a:pt x="627" y="487"/>
                      <a:pt x="624" y="488"/>
                      <a:pt x="624" y="487"/>
                    </a:cubicBezTo>
                    <a:cubicBezTo>
                      <a:pt x="623" y="486"/>
                      <a:pt x="624" y="485"/>
                      <a:pt x="624" y="485"/>
                    </a:cubicBezTo>
                    <a:cubicBezTo>
                      <a:pt x="624" y="483"/>
                      <a:pt x="625" y="482"/>
                      <a:pt x="626" y="481"/>
                    </a:cubicBezTo>
                    <a:cubicBezTo>
                      <a:pt x="627" y="479"/>
                      <a:pt x="629" y="477"/>
                      <a:pt x="631" y="475"/>
                    </a:cubicBezTo>
                    <a:cubicBezTo>
                      <a:pt x="632" y="473"/>
                      <a:pt x="633" y="471"/>
                      <a:pt x="635" y="470"/>
                    </a:cubicBezTo>
                    <a:cubicBezTo>
                      <a:pt x="635" y="469"/>
                      <a:pt x="637" y="468"/>
                      <a:pt x="638" y="469"/>
                    </a:cubicBezTo>
                    <a:cubicBezTo>
                      <a:pt x="640" y="471"/>
                      <a:pt x="637" y="473"/>
                      <a:pt x="636" y="475"/>
                    </a:cubicBezTo>
                    <a:cubicBezTo>
                      <a:pt x="635" y="477"/>
                      <a:pt x="633" y="479"/>
                      <a:pt x="632" y="481"/>
                    </a:cubicBezTo>
                    <a:cubicBezTo>
                      <a:pt x="631" y="482"/>
                      <a:pt x="629" y="485"/>
                      <a:pt x="628" y="486"/>
                    </a:cubicBezTo>
                    <a:close/>
                    <a:moveTo>
                      <a:pt x="642" y="414"/>
                    </a:moveTo>
                    <a:cubicBezTo>
                      <a:pt x="640" y="416"/>
                      <a:pt x="638" y="417"/>
                      <a:pt x="636" y="419"/>
                    </a:cubicBezTo>
                    <a:cubicBezTo>
                      <a:pt x="633" y="421"/>
                      <a:pt x="630" y="422"/>
                      <a:pt x="627" y="425"/>
                    </a:cubicBezTo>
                    <a:cubicBezTo>
                      <a:pt x="625" y="427"/>
                      <a:pt x="623" y="429"/>
                      <a:pt x="621" y="431"/>
                    </a:cubicBezTo>
                    <a:cubicBezTo>
                      <a:pt x="618" y="433"/>
                      <a:pt x="616" y="435"/>
                      <a:pt x="613" y="436"/>
                    </a:cubicBezTo>
                    <a:cubicBezTo>
                      <a:pt x="613" y="437"/>
                      <a:pt x="612" y="437"/>
                      <a:pt x="611" y="438"/>
                    </a:cubicBezTo>
                    <a:cubicBezTo>
                      <a:pt x="610" y="439"/>
                      <a:pt x="609" y="440"/>
                      <a:pt x="607" y="440"/>
                    </a:cubicBezTo>
                    <a:cubicBezTo>
                      <a:pt x="605" y="440"/>
                      <a:pt x="607" y="436"/>
                      <a:pt x="608" y="435"/>
                    </a:cubicBezTo>
                    <a:cubicBezTo>
                      <a:pt x="610" y="432"/>
                      <a:pt x="613" y="430"/>
                      <a:pt x="616" y="428"/>
                    </a:cubicBezTo>
                    <a:cubicBezTo>
                      <a:pt x="619" y="426"/>
                      <a:pt x="622" y="424"/>
                      <a:pt x="626" y="421"/>
                    </a:cubicBezTo>
                    <a:cubicBezTo>
                      <a:pt x="628" y="419"/>
                      <a:pt x="631" y="417"/>
                      <a:pt x="634" y="415"/>
                    </a:cubicBezTo>
                    <a:cubicBezTo>
                      <a:pt x="637" y="413"/>
                      <a:pt x="641" y="410"/>
                      <a:pt x="644" y="408"/>
                    </a:cubicBezTo>
                    <a:cubicBezTo>
                      <a:pt x="648" y="406"/>
                      <a:pt x="651" y="403"/>
                      <a:pt x="654" y="402"/>
                    </a:cubicBezTo>
                    <a:cubicBezTo>
                      <a:pt x="655" y="404"/>
                      <a:pt x="655" y="405"/>
                      <a:pt x="653" y="407"/>
                    </a:cubicBezTo>
                    <a:cubicBezTo>
                      <a:pt x="652" y="408"/>
                      <a:pt x="651" y="409"/>
                      <a:pt x="649" y="410"/>
                    </a:cubicBezTo>
                    <a:cubicBezTo>
                      <a:pt x="647" y="411"/>
                      <a:pt x="644" y="412"/>
                      <a:pt x="642" y="414"/>
                    </a:cubicBezTo>
                    <a:close/>
                    <a:moveTo>
                      <a:pt x="604" y="303"/>
                    </a:moveTo>
                    <a:cubicBezTo>
                      <a:pt x="605" y="303"/>
                      <a:pt x="608" y="304"/>
                      <a:pt x="607" y="306"/>
                    </a:cubicBezTo>
                    <a:cubicBezTo>
                      <a:pt x="607" y="307"/>
                      <a:pt x="606" y="307"/>
                      <a:pt x="606" y="308"/>
                    </a:cubicBezTo>
                    <a:cubicBezTo>
                      <a:pt x="605" y="308"/>
                      <a:pt x="605" y="308"/>
                      <a:pt x="604" y="308"/>
                    </a:cubicBezTo>
                    <a:cubicBezTo>
                      <a:pt x="602" y="309"/>
                      <a:pt x="601" y="303"/>
                      <a:pt x="604" y="303"/>
                    </a:cubicBezTo>
                    <a:close/>
                    <a:moveTo>
                      <a:pt x="602" y="257"/>
                    </a:moveTo>
                    <a:cubicBezTo>
                      <a:pt x="603" y="256"/>
                      <a:pt x="605" y="256"/>
                      <a:pt x="606" y="257"/>
                    </a:cubicBezTo>
                    <a:cubicBezTo>
                      <a:pt x="607" y="257"/>
                      <a:pt x="606" y="259"/>
                      <a:pt x="607" y="259"/>
                    </a:cubicBezTo>
                    <a:cubicBezTo>
                      <a:pt x="607" y="261"/>
                      <a:pt x="608" y="266"/>
                      <a:pt x="605" y="265"/>
                    </a:cubicBezTo>
                    <a:cubicBezTo>
                      <a:pt x="603" y="265"/>
                      <a:pt x="602" y="262"/>
                      <a:pt x="602" y="261"/>
                    </a:cubicBezTo>
                    <a:cubicBezTo>
                      <a:pt x="602" y="260"/>
                      <a:pt x="602" y="258"/>
                      <a:pt x="602" y="257"/>
                    </a:cubicBezTo>
                    <a:close/>
                    <a:moveTo>
                      <a:pt x="615" y="327"/>
                    </a:moveTo>
                    <a:cubicBezTo>
                      <a:pt x="620" y="327"/>
                      <a:pt x="625" y="330"/>
                      <a:pt x="630" y="331"/>
                    </a:cubicBezTo>
                    <a:cubicBezTo>
                      <a:pt x="632" y="331"/>
                      <a:pt x="635" y="331"/>
                      <a:pt x="638" y="332"/>
                    </a:cubicBezTo>
                    <a:cubicBezTo>
                      <a:pt x="639" y="332"/>
                      <a:pt x="640" y="334"/>
                      <a:pt x="638" y="335"/>
                    </a:cubicBezTo>
                    <a:cubicBezTo>
                      <a:pt x="637" y="337"/>
                      <a:pt x="634" y="336"/>
                      <a:pt x="632" y="336"/>
                    </a:cubicBezTo>
                    <a:cubicBezTo>
                      <a:pt x="629" y="335"/>
                      <a:pt x="626" y="335"/>
                      <a:pt x="623" y="334"/>
                    </a:cubicBezTo>
                    <a:cubicBezTo>
                      <a:pt x="621" y="334"/>
                      <a:pt x="619" y="333"/>
                      <a:pt x="617" y="333"/>
                    </a:cubicBezTo>
                    <a:cubicBezTo>
                      <a:pt x="615" y="332"/>
                      <a:pt x="612" y="332"/>
                      <a:pt x="610" y="332"/>
                    </a:cubicBezTo>
                    <a:cubicBezTo>
                      <a:pt x="608" y="331"/>
                      <a:pt x="605" y="330"/>
                      <a:pt x="608" y="329"/>
                    </a:cubicBezTo>
                    <a:cubicBezTo>
                      <a:pt x="610" y="327"/>
                      <a:pt x="613" y="327"/>
                      <a:pt x="615" y="327"/>
                    </a:cubicBezTo>
                    <a:close/>
                    <a:moveTo>
                      <a:pt x="611" y="310"/>
                    </a:moveTo>
                    <a:cubicBezTo>
                      <a:pt x="611" y="309"/>
                      <a:pt x="612" y="308"/>
                      <a:pt x="613" y="308"/>
                    </a:cubicBezTo>
                    <a:cubicBezTo>
                      <a:pt x="614" y="308"/>
                      <a:pt x="615" y="308"/>
                      <a:pt x="615" y="308"/>
                    </a:cubicBezTo>
                    <a:cubicBezTo>
                      <a:pt x="616" y="309"/>
                      <a:pt x="617" y="310"/>
                      <a:pt x="616" y="311"/>
                    </a:cubicBezTo>
                    <a:cubicBezTo>
                      <a:pt x="615" y="312"/>
                      <a:pt x="610" y="313"/>
                      <a:pt x="611" y="310"/>
                    </a:cubicBezTo>
                    <a:close/>
                    <a:moveTo>
                      <a:pt x="634" y="405"/>
                    </a:moveTo>
                    <a:cubicBezTo>
                      <a:pt x="632" y="408"/>
                      <a:pt x="626" y="406"/>
                      <a:pt x="623" y="404"/>
                    </a:cubicBezTo>
                    <a:cubicBezTo>
                      <a:pt x="622" y="404"/>
                      <a:pt x="621" y="402"/>
                      <a:pt x="619" y="402"/>
                    </a:cubicBezTo>
                    <a:cubicBezTo>
                      <a:pt x="616" y="401"/>
                      <a:pt x="614" y="401"/>
                      <a:pt x="611" y="401"/>
                    </a:cubicBezTo>
                    <a:cubicBezTo>
                      <a:pt x="610" y="401"/>
                      <a:pt x="608" y="400"/>
                      <a:pt x="608" y="399"/>
                    </a:cubicBezTo>
                    <a:cubicBezTo>
                      <a:pt x="608" y="397"/>
                      <a:pt x="611" y="397"/>
                      <a:pt x="611" y="397"/>
                    </a:cubicBezTo>
                    <a:cubicBezTo>
                      <a:pt x="615" y="397"/>
                      <a:pt x="620" y="398"/>
                      <a:pt x="623" y="400"/>
                    </a:cubicBezTo>
                    <a:cubicBezTo>
                      <a:pt x="625" y="401"/>
                      <a:pt x="626" y="402"/>
                      <a:pt x="627" y="402"/>
                    </a:cubicBezTo>
                    <a:cubicBezTo>
                      <a:pt x="629" y="403"/>
                      <a:pt x="630" y="403"/>
                      <a:pt x="632" y="403"/>
                    </a:cubicBezTo>
                    <a:cubicBezTo>
                      <a:pt x="633" y="403"/>
                      <a:pt x="635" y="404"/>
                      <a:pt x="634" y="405"/>
                    </a:cubicBezTo>
                    <a:close/>
                    <a:moveTo>
                      <a:pt x="610" y="378"/>
                    </a:moveTo>
                    <a:cubicBezTo>
                      <a:pt x="611" y="378"/>
                      <a:pt x="619" y="379"/>
                      <a:pt x="618" y="382"/>
                    </a:cubicBezTo>
                    <a:cubicBezTo>
                      <a:pt x="617" y="383"/>
                      <a:pt x="612" y="382"/>
                      <a:pt x="610" y="382"/>
                    </a:cubicBezTo>
                    <a:cubicBezTo>
                      <a:pt x="608" y="382"/>
                      <a:pt x="606" y="382"/>
                      <a:pt x="605" y="381"/>
                    </a:cubicBezTo>
                    <a:cubicBezTo>
                      <a:pt x="604" y="381"/>
                      <a:pt x="604" y="380"/>
                      <a:pt x="603" y="380"/>
                    </a:cubicBezTo>
                    <a:cubicBezTo>
                      <a:pt x="601" y="379"/>
                      <a:pt x="600" y="378"/>
                      <a:pt x="599" y="376"/>
                    </a:cubicBezTo>
                    <a:cubicBezTo>
                      <a:pt x="598" y="375"/>
                      <a:pt x="596" y="374"/>
                      <a:pt x="595" y="373"/>
                    </a:cubicBezTo>
                    <a:cubicBezTo>
                      <a:pt x="594" y="372"/>
                      <a:pt x="594" y="371"/>
                      <a:pt x="594" y="370"/>
                    </a:cubicBezTo>
                    <a:cubicBezTo>
                      <a:pt x="595" y="369"/>
                      <a:pt x="596" y="370"/>
                      <a:pt x="597" y="371"/>
                    </a:cubicBezTo>
                    <a:cubicBezTo>
                      <a:pt x="597" y="371"/>
                      <a:pt x="597" y="372"/>
                      <a:pt x="598" y="372"/>
                    </a:cubicBezTo>
                    <a:cubicBezTo>
                      <a:pt x="601" y="376"/>
                      <a:pt x="605" y="377"/>
                      <a:pt x="610" y="378"/>
                    </a:cubicBezTo>
                    <a:close/>
                    <a:moveTo>
                      <a:pt x="600" y="389"/>
                    </a:moveTo>
                    <a:cubicBezTo>
                      <a:pt x="601" y="387"/>
                      <a:pt x="608" y="388"/>
                      <a:pt x="609" y="388"/>
                    </a:cubicBezTo>
                    <a:cubicBezTo>
                      <a:pt x="612" y="388"/>
                      <a:pt x="614" y="386"/>
                      <a:pt x="617" y="387"/>
                    </a:cubicBezTo>
                    <a:cubicBezTo>
                      <a:pt x="620" y="388"/>
                      <a:pt x="621" y="389"/>
                      <a:pt x="619" y="391"/>
                    </a:cubicBezTo>
                    <a:cubicBezTo>
                      <a:pt x="616" y="393"/>
                      <a:pt x="614" y="394"/>
                      <a:pt x="611" y="394"/>
                    </a:cubicBezTo>
                    <a:cubicBezTo>
                      <a:pt x="609" y="394"/>
                      <a:pt x="607" y="393"/>
                      <a:pt x="605" y="392"/>
                    </a:cubicBezTo>
                    <a:cubicBezTo>
                      <a:pt x="604" y="391"/>
                      <a:pt x="599" y="391"/>
                      <a:pt x="600" y="389"/>
                    </a:cubicBezTo>
                    <a:close/>
                    <a:moveTo>
                      <a:pt x="653" y="289"/>
                    </a:moveTo>
                    <a:cubicBezTo>
                      <a:pt x="651" y="288"/>
                      <a:pt x="650" y="287"/>
                      <a:pt x="650" y="285"/>
                    </a:cubicBezTo>
                    <a:cubicBezTo>
                      <a:pt x="651" y="284"/>
                      <a:pt x="653" y="284"/>
                      <a:pt x="654" y="284"/>
                    </a:cubicBezTo>
                    <a:cubicBezTo>
                      <a:pt x="656" y="284"/>
                      <a:pt x="657" y="284"/>
                      <a:pt x="658" y="285"/>
                    </a:cubicBezTo>
                    <a:cubicBezTo>
                      <a:pt x="658" y="286"/>
                      <a:pt x="659" y="288"/>
                      <a:pt x="657" y="288"/>
                    </a:cubicBezTo>
                    <a:cubicBezTo>
                      <a:pt x="656" y="289"/>
                      <a:pt x="654" y="289"/>
                      <a:pt x="653" y="289"/>
                    </a:cubicBezTo>
                    <a:close/>
                    <a:moveTo>
                      <a:pt x="643" y="225"/>
                    </a:moveTo>
                    <a:cubicBezTo>
                      <a:pt x="644" y="224"/>
                      <a:pt x="648" y="223"/>
                      <a:pt x="649" y="224"/>
                    </a:cubicBezTo>
                    <a:cubicBezTo>
                      <a:pt x="649" y="225"/>
                      <a:pt x="650" y="226"/>
                      <a:pt x="650" y="227"/>
                    </a:cubicBezTo>
                    <a:cubicBezTo>
                      <a:pt x="649" y="227"/>
                      <a:pt x="648" y="228"/>
                      <a:pt x="647" y="228"/>
                    </a:cubicBezTo>
                    <a:cubicBezTo>
                      <a:pt x="646" y="228"/>
                      <a:pt x="646" y="228"/>
                      <a:pt x="645" y="228"/>
                    </a:cubicBezTo>
                    <a:cubicBezTo>
                      <a:pt x="643" y="228"/>
                      <a:pt x="642" y="226"/>
                      <a:pt x="643" y="225"/>
                    </a:cubicBezTo>
                    <a:close/>
                    <a:moveTo>
                      <a:pt x="642" y="310"/>
                    </a:moveTo>
                    <a:cubicBezTo>
                      <a:pt x="643" y="311"/>
                      <a:pt x="641" y="311"/>
                      <a:pt x="641" y="312"/>
                    </a:cubicBezTo>
                    <a:cubicBezTo>
                      <a:pt x="640" y="313"/>
                      <a:pt x="640" y="314"/>
                      <a:pt x="640" y="315"/>
                    </a:cubicBezTo>
                    <a:cubicBezTo>
                      <a:pt x="639" y="316"/>
                      <a:pt x="637" y="316"/>
                      <a:pt x="637" y="315"/>
                    </a:cubicBezTo>
                    <a:cubicBezTo>
                      <a:pt x="635" y="314"/>
                      <a:pt x="638" y="309"/>
                      <a:pt x="634" y="309"/>
                    </a:cubicBezTo>
                    <a:cubicBezTo>
                      <a:pt x="632" y="309"/>
                      <a:pt x="630" y="309"/>
                      <a:pt x="628" y="309"/>
                    </a:cubicBezTo>
                    <a:cubicBezTo>
                      <a:pt x="626" y="308"/>
                      <a:pt x="623" y="309"/>
                      <a:pt x="622" y="307"/>
                    </a:cubicBezTo>
                    <a:cubicBezTo>
                      <a:pt x="621" y="306"/>
                      <a:pt x="621" y="304"/>
                      <a:pt x="619" y="303"/>
                    </a:cubicBezTo>
                    <a:cubicBezTo>
                      <a:pt x="618" y="303"/>
                      <a:pt x="617" y="303"/>
                      <a:pt x="617" y="302"/>
                    </a:cubicBezTo>
                    <a:cubicBezTo>
                      <a:pt x="616" y="301"/>
                      <a:pt x="616" y="299"/>
                      <a:pt x="617" y="298"/>
                    </a:cubicBezTo>
                    <a:cubicBezTo>
                      <a:pt x="620" y="296"/>
                      <a:pt x="621" y="301"/>
                      <a:pt x="622" y="303"/>
                    </a:cubicBezTo>
                    <a:cubicBezTo>
                      <a:pt x="624" y="304"/>
                      <a:pt x="627" y="303"/>
                      <a:pt x="629" y="303"/>
                    </a:cubicBezTo>
                    <a:cubicBezTo>
                      <a:pt x="631" y="303"/>
                      <a:pt x="632" y="303"/>
                      <a:pt x="633" y="303"/>
                    </a:cubicBezTo>
                    <a:cubicBezTo>
                      <a:pt x="634" y="303"/>
                      <a:pt x="635" y="302"/>
                      <a:pt x="636" y="303"/>
                    </a:cubicBezTo>
                    <a:cubicBezTo>
                      <a:pt x="639" y="303"/>
                      <a:pt x="637" y="307"/>
                      <a:pt x="639" y="308"/>
                    </a:cubicBezTo>
                    <a:cubicBezTo>
                      <a:pt x="640" y="308"/>
                      <a:pt x="642" y="308"/>
                      <a:pt x="642" y="310"/>
                    </a:cubicBezTo>
                    <a:close/>
                    <a:moveTo>
                      <a:pt x="621" y="271"/>
                    </a:moveTo>
                    <a:cubicBezTo>
                      <a:pt x="622" y="270"/>
                      <a:pt x="625" y="270"/>
                      <a:pt x="625" y="271"/>
                    </a:cubicBezTo>
                    <a:cubicBezTo>
                      <a:pt x="627" y="272"/>
                      <a:pt x="625" y="274"/>
                      <a:pt x="627" y="274"/>
                    </a:cubicBezTo>
                    <a:cubicBezTo>
                      <a:pt x="628" y="274"/>
                      <a:pt x="630" y="275"/>
                      <a:pt x="630" y="276"/>
                    </a:cubicBezTo>
                    <a:cubicBezTo>
                      <a:pt x="630" y="279"/>
                      <a:pt x="627" y="278"/>
                      <a:pt x="625" y="278"/>
                    </a:cubicBezTo>
                    <a:cubicBezTo>
                      <a:pt x="623" y="279"/>
                      <a:pt x="621" y="279"/>
                      <a:pt x="621" y="276"/>
                    </a:cubicBezTo>
                    <a:cubicBezTo>
                      <a:pt x="620" y="275"/>
                      <a:pt x="621" y="275"/>
                      <a:pt x="621" y="274"/>
                    </a:cubicBezTo>
                    <a:cubicBezTo>
                      <a:pt x="621" y="273"/>
                      <a:pt x="620" y="272"/>
                      <a:pt x="621" y="271"/>
                    </a:cubicBezTo>
                    <a:close/>
                    <a:moveTo>
                      <a:pt x="635" y="260"/>
                    </a:moveTo>
                    <a:cubicBezTo>
                      <a:pt x="638" y="260"/>
                      <a:pt x="637" y="263"/>
                      <a:pt x="638" y="265"/>
                    </a:cubicBezTo>
                    <a:cubicBezTo>
                      <a:pt x="639" y="266"/>
                      <a:pt x="640" y="270"/>
                      <a:pt x="637" y="270"/>
                    </a:cubicBezTo>
                    <a:cubicBezTo>
                      <a:pt x="636" y="270"/>
                      <a:pt x="635" y="267"/>
                      <a:pt x="634" y="266"/>
                    </a:cubicBezTo>
                    <a:cubicBezTo>
                      <a:pt x="633" y="264"/>
                      <a:pt x="630" y="263"/>
                      <a:pt x="628" y="264"/>
                    </a:cubicBezTo>
                    <a:cubicBezTo>
                      <a:pt x="627" y="264"/>
                      <a:pt x="627" y="264"/>
                      <a:pt x="626" y="264"/>
                    </a:cubicBezTo>
                    <a:cubicBezTo>
                      <a:pt x="625" y="264"/>
                      <a:pt x="624" y="263"/>
                      <a:pt x="624" y="262"/>
                    </a:cubicBezTo>
                    <a:cubicBezTo>
                      <a:pt x="624" y="261"/>
                      <a:pt x="626" y="260"/>
                      <a:pt x="627" y="260"/>
                    </a:cubicBezTo>
                    <a:cubicBezTo>
                      <a:pt x="630" y="259"/>
                      <a:pt x="632" y="261"/>
                      <a:pt x="635" y="260"/>
                    </a:cubicBezTo>
                    <a:close/>
                    <a:moveTo>
                      <a:pt x="624" y="195"/>
                    </a:moveTo>
                    <a:cubicBezTo>
                      <a:pt x="625" y="194"/>
                      <a:pt x="627" y="195"/>
                      <a:pt x="627" y="196"/>
                    </a:cubicBezTo>
                    <a:cubicBezTo>
                      <a:pt x="627" y="198"/>
                      <a:pt x="627" y="198"/>
                      <a:pt x="628" y="199"/>
                    </a:cubicBezTo>
                    <a:cubicBezTo>
                      <a:pt x="629" y="199"/>
                      <a:pt x="630" y="200"/>
                      <a:pt x="631" y="200"/>
                    </a:cubicBezTo>
                    <a:cubicBezTo>
                      <a:pt x="631" y="201"/>
                      <a:pt x="631" y="202"/>
                      <a:pt x="631" y="203"/>
                    </a:cubicBezTo>
                    <a:cubicBezTo>
                      <a:pt x="631" y="207"/>
                      <a:pt x="627" y="207"/>
                      <a:pt x="626" y="204"/>
                    </a:cubicBezTo>
                    <a:cubicBezTo>
                      <a:pt x="625" y="203"/>
                      <a:pt x="626" y="202"/>
                      <a:pt x="625" y="201"/>
                    </a:cubicBezTo>
                    <a:cubicBezTo>
                      <a:pt x="624" y="200"/>
                      <a:pt x="622" y="199"/>
                      <a:pt x="621" y="197"/>
                    </a:cubicBezTo>
                    <a:cubicBezTo>
                      <a:pt x="621" y="196"/>
                      <a:pt x="622" y="195"/>
                      <a:pt x="624" y="195"/>
                    </a:cubicBezTo>
                    <a:close/>
                    <a:moveTo>
                      <a:pt x="618" y="223"/>
                    </a:moveTo>
                    <a:cubicBezTo>
                      <a:pt x="620" y="224"/>
                      <a:pt x="619" y="225"/>
                      <a:pt x="620" y="226"/>
                    </a:cubicBezTo>
                    <a:cubicBezTo>
                      <a:pt x="620" y="227"/>
                      <a:pt x="622" y="227"/>
                      <a:pt x="622" y="227"/>
                    </a:cubicBezTo>
                    <a:cubicBezTo>
                      <a:pt x="624" y="228"/>
                      <a:pt x="627" y="229"/>
                      <a:pt x="625" y="231"/>
                    </a:cubicBezTo>
                    <a:cubicBezTo>
                      <a:pt x="625" y="233"/>
                      <a:pt x="622" y="232"/>
                      <a:pt x="620" y="232"/>
                    </a:cubicBezTo>
                    <a:cubicBezTo>
                      <a:pt x="619" y="232"/>
                      <a:pt x="618" y="232"/>
                      <a:pt x="617" y="231"/>
                    </a:cubicBezTo>
                    <a:cubicBezTo>
                      <a:pt x="616" y="230"/>
                      <a:pt x="616" y="229"/>
                      <a:pt x="615" y="228"/>
                    </a:cubicBezTo>
                    <a:cubicBezTo>
                      <a:pt x="614" y="228"/>
                      <a:pt x="613" y="228"/>
                      <a:pt x="612" y="228"/>
                    </a:cubicBezTo>
                    <a:cubicBezTo>
                      <a:pt x="611" y="228"/>
                      <a:pt x="610" y="226"/>
                      <a:pt x="611" y="225"/>
                    </a:cubicBezTo>
                    <a:cubicBezTo>
                      <a:pt x="612" y="223"/>
                      <a:pt x="616" y="223"/>
                      <a:pt x="618" y="223"/>
                    </a:cubicBezTo>
                    <a:close/>
                    <a:moveTo>
                      <a:pt x="601" y="191"/>
                    </a:moveTo>
                    <a:cubicBezTo>
                      <a:pt x="602" y="190"/>
                      <a:pt x="604" y="190"/>
                      <a:pt x="605" y="190"/>
                    </a:cubicBezTo>
                    <a:cubicBezTo>
                      <a:pt x="606" y="191"/>
                      <a:pt x="606" y="191"/>
                      <a:pt x="606" y="192"/>
                    </a:cubicBezTo>
                    <a:cubicBezTo>
                      <a:pt x="606" y="193"/>
                      <a:pt x="606" y="194"/>
                      <a:pt x="606" y="195"/>
                    </a:cubicBezTo>
                    <a:cubicBezTo>
                      <a:pt x="606" y="196"/>
                      <a:pt x="606" y="196"/>
                      <a:pt x="606" y="197"/>
                    </a:cubicBezTo>
                    <a:cubicBezTo>
                      <a:pt x="606" y="198"/>
                      <a:pt x="606" y="198"/>
                      <a:pt x="606" y="199"/>
                    </a:cubicBezTo>
                    <a:cubicBezTo>
                      <a:pt x="606" y="200"/>
                      <a:pt x="605" y="202"/>
                      <a:pt x="605" y="203"/>
                    </a:cubicBezTo>
                    <a:cubicBezTo>
                      <a:pt x="605" y="205"/>
                      <a:pt x="607" y="207"/>
                      <a:pt x="608" y="209"/>
                    </a:cubicBezTo>
                    <a:cubicBezTo>
                      <a:pt x="609" y="210"/>
                      <a:pt x="611" y="210"/>
                      <a:pt x="612" y="212"/>
                    </a:cubicBezTo>
                    <a:cubicBezTo>
                      <a:pt x="612" y="214"/>
                      <a:pt x="612" y="217"/>
                      <a:pt x="609" y="216"/>
                    </a:cubicBezTo>
                    <a:cubicBezTo>
                      <a:pt x="608" y="215"/>
                      <a:pt x="606" y="213"/>
                      <a:pt x="605" y="211"/>
                    </a:cubicBezTo>
                    <a:cubicBezTo>
                      <a:pt x="605" y="211"/>
                      <a:pt x="605" y="210"/>
                      <a:pt x="605" y="209"/>
                    </a:cubicBezTo>
                    <a:cubicBezTo>
                      <a:pt x="605" y="208"/>
                      <a:pt x="604" y="208"/>
                      <a:pt x="603" y="208"/>
                    </a:cubicBezTo>
                    <a:cubicBezTo>
                      <a:pt x="601" y="205"/>
                      <a:pt x="602" y="201"/>
                      <a:pt x="601" y="198"/>
                    </a:cubicBezTo>
                    <a:cubicBezTo>
                      <a:pt x="601" y="196"/>
                      <a:pt x="600" y="193"/>
                      <a:pt x="601" y="191"/>
                    </a:cubicBezTo>
                    <a:close/>
                    <a:moveTo>
                      <a:pt x="594" y="280"/>
                    </a:moveTo>
                    <a:cubicBezTo>
                      <a:pt x="595" y="280"/>
                      <a:pt x="596" y="280"/>
                      <a:pt x="598" y="280"/>
                    </a:cubicBezTo>
                    <a:cubicBezTo>
                      <a:pt x="599" y="280"/>
                      <a:pt x="600" y="280"/>
                      <a:pt x="601" y="281"/>
                    </a:cubicBezTo>
                    <a:cubicBezTo>
                      <a:pt x="602" y="281"/>
                      <a:pt x="602" y="283"/>
                      <a:pt x="601" y="284"/>
                    </a:cubicBezTo>
                    <a:cubicBezTo>
                      <a:pt x="600" y="284"/>
                      <a:pt x="599" y="284"/>
                      <a:pt x="598" y="284"/>
                    </a:cubicBezTo>
                    <a:cubicBezTo>
                      <a:pt x="597" y="285"/>
                      <a:pt x="596" y="285"/>
                      <a:pt x="595" y="285"/>
                    </a:cubicBezTo>
                    <a:cubicBezTo>
                      <a:pt x="593" y="285"/>
                      <a:pt x="593" y="284"/>
                      <a:pt x="592" y="282"/>
                    </a:cubicBezTo>
                    <a:cubicBezTo>
                      <a:pt x="592" y="282"/>
                      <a:pt x="592" y="280"/>
                      <a:pt x="594" y="280"/>
                    </a:cubicBezTo>
                    <a:close/>
                    <a:moveTo>
                      <a:pt x="575" y="237"/>
                    </a:moveTo>
                    <a:cubicBezTo>
                      <a:pt x="574" y="236"/>
                      <a:pt x="573" y="234"/>
                      <a:pt x="573" y="233"/>
                    </a:cubicBezTo>
                    <a:cubicBezTo>
                      <a:pt x="573" y="232"/>
                      <a:pt x="576" y="231"/>
                      <a:pt x="577" y="232"/>
                    </a:cubicBezTo>
                    <a:cubicBezTo>
                      <a:pt x="578" y="232"/>
                      <a:pt x="578" y="235"/>
                      <a:pt x="578" y="236"/>
                    </a:cubicBezTo>
                    <a:cubicBezTo>
                      <a:pt x="578" y="237"/>
                      <a:pt x="575" y="237"/>
                      <a:pt x="575" y="237"/>
                    </a:cubicBezTo>
                    <a:close/>
                    <a:moveTo>
                      <a:pt x="577" y="222"/>
                    </a:moveTo>
                    <a:cubicBezTo>
                      <a:pt x="576" y="223"/>
                      <a:pt x="574" y="222"/>
                      <a:pt x="574" y="220"/>
                    </a:cubicBezTo>
                    <a:cubicBezTo>
                      <a:pt x="573" y="219"/>
                      <a:pt x="573" y="216"/>
                      <a:pt x="574" y="214"/>
                    </a:cubicBezTo>
                    <a:cubicBezTo>
                      <a:pt x="574" y="214"/>
                      <a:pt x="575" y="212"/>
                      <a:pt x="576" y="212"/>
                    </a:cubicBezTo>
                    <a:cubicBezTo>
                      <a:pt x="577" y="212"/>
                      <a:pt x="577" y="213"/>
                      <a:pt x="577" y="214"/>
                    </a:cubicBezTo>
                    <a:cubicBezTo>
                      <a:pt x="578" y="216"/>
                      <a:pt x="581" y="220"/>
                      <a:pt x="577" y="222"/>
                    </a:cubicBezTo>
                    <a:close/>
                    <a:moveTo>
                      <a:pt x="556" y="393"/>
                    </a:moveTo>
                    <a:cubicBezTo>
                      <a:pt x="554" y="392"/>
                      <a:pt x="553" y="392"/>
                      <a:pt x="553" y="391"/>
                    </a:cubicBezTo>
                    <a:cubicBezTo>
                      <a:pt x="554" y="389"/>
                      <a:pt x="556" y="390"/>
                      <a:pt x="558" y="389"/>
                    </a:cubicBezTo>
                    <a:cubicBezTo>
                      <a:pt x="559" y="389"/>
                      <a:pt x="560" y="389"/>
                      <a:pt x="562" y="389"/>
                    </a:cubicBezTo>
                    <a:cubicBezTo>
                      <a:pt x="563" y="389"/>
                      <a:pt x="565" y="388"/>
                      <a:pt x="566" y="388"/>
                    </a:cubicBezTo>
                    <a:cubicBezTo>
                      <a:pt x="568" y="388"/>
                      <a:pt x="570" y="387"/>
                      <a:pt x="570" y="385"/>
                    </a:cubicBezTo>
                    <a:cubicBezTo>
                      <a:pt x="571" y="384"/>
                      <a:pt x="571" y="383"/>
                      <a:pt x="572" y="382"/>
                    </a:cubicBezTo>
                    <a:cubicBezTo>
                      <a:pt x="574" y="380"/>
                      <a:pt x="576" y="378"/>
                      <a:pt x="577" y="381"/>
                    </a:cubicBezTo>
                    <a:cubicBezTo>
                      <a:pt x="578" y="383"/>
                      <a:pt x="577" y="383"/>
                      <a:pt x="577" y="385"/>
                    </a:cubicBezTo>
                    <a:cubicBezTo>
                      <a:pt x="577" y="386"/>
                      <a:pt x="578" y="387"/>
                      <a:pt x="579" y="387"/>
                    </a:cubicBezTo>
                    <a:cubicBezTo>
                      <a:pt x="582" y="389"/>
                      <a:pt x="588" y="393"/>
                      <a:pt x="586" y="397"/>
                    </a:cubicBezTo>
                    <a:cubicBezTo>
                      <a:pt x="585" y="399"/>
                      <a:pt x="584" y="398"/>
                      <a:pt x="583" y="397"/>
                    </a:cubicBezTo>
                    <a:cubicBezTo>
                      <a:pt x="581" y="395"/>
                      <a:pt x="578" y="394"/>
                      <a:pt x="576" y="392"/>
                    </a:cubicBezTo>
                    <a:cubicBezTo>
                      <a:pt x="573" y="389"/>
                      <a:pt x="566" y="392"/>
                      <a:pt x="563" y="392"/>
                    </a:cubicBezTo>
                    <a:cubicBezTo>
                      <a:pt x="560" y="392"/>
                      <a:pt x="558" y="393"/>
                      <a:pt x="556" y="393"/>
                    </a:cubicBezTo>
                    <a:close/>
                    <a:moveTo>
                      <a:pt x="595" y="430"/>
                    </a:moveTo>
                    <a:cubicBezTo>
                      <a:pt x="592" y="429"/>
                      <a:pt x="590" y="426"/>
                      <a:pt x="588" y="424"/>
                    </a:cubicBezTo>
                    <a:cubicBezTo>
                      <a:pt x="586" y="422"/>
                      <a:pt x="584" y="421"/>
                      <a:pt x="581" y="420"/>
                    </a:cubicBezTo>
                    <a:cubicBezTo>
                      <a:pt x="580" y="419"/>
                      <a:pt x="578" y="417"/>
                      <a:pt x="575" y="417"/>
                    </a:cubicBezTo>
                    <a:cubicBezTo>
                      <a:pt x="572" y="417"/>
                      <a:pt x="569" y="417"/>
                      <a:pt x="566" y="417"/>
                    </a:cubicBezTo>
                    <a:cubicBezTo>
                      <a:pt x="564" y="417"/>
                      <a:pt x="562" y="417"/>
                      <a:pt x="561" y="416"/>
                    </a:cubicBezTo>
                    <a:cubicBezTo>
                      <a:pt x="560" y="415"/>
                      <a:pt x="559" y="413"/>
                      <a:pt x="561" y="412"/>
                    </a:cubicBezTo>
                    <a:cubicBezTo>
                      <a:pt x="564" y="412"/>
                      <a:pt x="566" y="413"/>
                      <a:pt x="569" y="413"/>
                    </a:cubicBezTo>
                    <a:cubicBezTo>
                      <a:pt x="571" y="413"/>
                      <a:pt x="573" y="412"/>
                      <a:pt x="575" y="411"/>
                    </a:cubicBezTo>
                    <a:cubicBezTo>
                      <a:pt x="577" y="410"/>
                      <a:pt x="578" y="409"/>
                      <a:pt x="580" y="409"/>
                    </a:cubicBezTo>
                    <a:cubicBezTo>
                      <a:pt x="581" y="412"/>
                      <a:pt x="577" y="413"/>
                      <a:pt x="580" y="415"/>
                    </a:cubicBezTo>
                    <a:cubicBezTo>
                      <a:pt x="583" y="417"/>
                      <a:pt x="586" y="418"/>
                      <a:pt x="588" y="418"/>
                    </a:cubicBezTo>
                    <a:cubicBezTo>
                      <a:pt x="591" y="419"/>
                      <a:pt x="593" y="419"/>
                      <a:pt x="595" y="421"/>
                    </a:cubicBezTo>
                    <a:cubicBezTo>
                      <a:pt x="597" y="423"/>
                      <a:pt x="599" y="425"/>
                      <a:pt x="600" y="428"/>
                    </a:cubicBezTo>
                    <a:cubicBezTo>
                      <a:pt x="601" y="432"/>
                      <a:pt x="597" y="431"/>
                      <a:pt x="595" y="430"/>
                    </a:cubicBezTo>
                    <a:close/>
                    <a:moveTo>
                      <a:pt x="608" y="544"/>
                    </a:moveTo>
                    <a:cubicBezTo>
                      <a:pt x="608" y="546"/>
                      <a:pt x="605" y="548"/>
                      <a:pt x="603" y="548"/>
                    </a:cubicBezTo>
                    <a:cubicBezTo>
                      <a:pt x="602" y="549"/>
                      <a:pt x="600" y="548"/>
                      <a:pt x="599" y="546"/>
                    </a:cubicBezTo>
                    <a:cubicBezTo>
                      <a:pt x="599" y="545"/>
                      <a:pt x="600" y="545"/>
                      <a:pt x="600" y="544"/>
                    </a:cubicBezTo>
                    <a:cubicBezTo>
                      <a:pt x="601" y="544"/>
                      <a:pt x="602" y="544"/>
                      <a:pt x="603" y="544"/>
                    </a:cubicBezTo>
                    <a:cubicBezTo>
                      <a:pt x="604" y="543"/>
                      <a:pt x="606" y="541"/>
                      <a:pt x="607" y="542"/>
                    </a:cubicBezTo>
                    <a:cubicBezTo>
                      <a:pt x="608" y="542"/>
                      <a:pt x="608" y="543"/>
                      <a:pt x="608" y="544"/>
                    </a:cubicBezTo>
                    <a:close/>
                    <a:moveTo>
                      <a:pt x="611" y="506"/>
                    </a:moveTo>
                    <a:cubicBezTo>
                      <a:pt x="609" y="506"/>
                      <a:pt x="607" y="506"/>
                      <a:pt x="605" y="505"/>
                    </a:cubicBezTo>
                    <a:cubicBezTo>
                      <a:pt x="603" y="504"/>
                      <a:pt x="606" y="503"/>
                      <a:pt x="607" y="503"/>
                    </a:cubicBezTo>
                    <a:cubicBezTo>
                      <a:pt x="609" y="503"/>
                      <a:pt x="611" y="503"/>
                      <a:pt x="613" y="503"/>
                    </a:cubicBezTo>
                    <a:cubicBezTo>
                      <a:pt x="616" y="503"/>
                      <a:pt x="619" y="504"/>
                      <a:pt x="622" y="505"/>
                    </a:cubicBezTo>
                    <a:cubicBezTo>
                      <a:pt x="624" y="506"/>
                      <a:pt x="631" y="506"/>
                      <a:pt x="630" y="509"/>
                    </a:cubicBezTo>
                    <a:cubicBezTo>
                      <a:pt x="629" y="512"/>
                      <a:pt x="622" y="509"/>
                      <a:pt x="621" y="508"/>
                    </a:cubicBezTo>
                    <a:cubicBezTo>
                      <a:pt x="619" y="507"/>
                      <a:pt x="618" y="505"/>
                      <a:pt x="616" y="505"/>
                    </a:cubicBezTo>
                    <a:cubicBezTo>
                      <a:pt x="614" y="505"/>
                      <a:pt x="613" y="506"/>
                      <a:pt x="611" y="506"/>
                    </a:cubicBezTo>
                    <a:close/>
                    <a:moveTo>
                      <a:pt x="624" y="594"/>
                    </a:moveTo>
                    <a:cubicBezTo>
                      <a:pt x="623" y="595"/>
                      <a:pt x="622" y="596"/>
                      <a:pt x="621" y="596"/>
                    </a:cubicBezTo>
                    <a:cubicBezTo>
                      <a:pt x="620" y="595"/>
                      <a:pt x="617" y="595"/>
                      <a:pt x="616" y="594"/>
                    </a:cubicBezTo>
                    <a:cubicBezTo>
                      <a:pt x="615" y="594"/>
                      <a:pt x="614" y="592"/>
                      <a:pt x="615" y="592"/>
                    </a:cubicBezTo>
                    <a:cubicBezTo>
                      <a:pt x="616" y="591"/>
                      <a:pt x="618" y="592"/>
                      <a:pt x="619" y="591"/>
                    </a:cubicBezTo>
                    <a:cubicBezTo>
                      <a:pt x="621" y="591"/>
                      <a:pt x="621" y="590"/>
                      <a:pt x="622" y="589"/>
                    </a:cubicBezTo>
                    <a:cubicBezTo>
                      <a:pt x="623" y="589"/>
                      <a:pt x="624" y="588"/>
                      <a:pt x="625" y="588"/>
                    </a:cubicBezTo>
                    <a:cubicBezTo>
                      <a:pt x="627" y="588"/>
                      <a:pt x="628" y="588"/>
                      <a:pt x="629" y="589"/>
                    </a:cubicBezTo>
                    <a:cubicBezTo>
                      <a:pt x="630" y="590"/>
                      <a:pt x="630" y="591"/>
                      <a:pt x="628" y="592"/>
                    </a:cubicBezTo>
                    <a:cubicBezTo>
                      <a:pt x="626" y="593"/>
                      <a:pt x="625" y="593"/>
                      <a:pt x="624" y="594"/>
                    </a:cubicBezTo>
                    <a:close/>
                    <a:moveTo>
                      <a:pt x="635" y="638"/>
                    </a:moveTo>
                    <a:cubicBezTo>
                      <a:pt x="634" y="638"/>
                      <a:pt x="634" y="636"/>
                      <a:pt x="634" y="635"/>
                    </a:cubicBezTo>
                    <a:cubicBezTo>
                      <a:pt x="634" y="633"/>
                      <a:pt x="637" y="633"/>
                      <a:pt x="637" y="634"/>
                    </a:cubicBezTo>
                    <a:cubicBezTo>
                      <a:pt x="638" y="634"/>
                      <a:pt x="639" y="636"/>
                      <a:pt x="640" y="637"/>
                    </a:cubicBezTo>
                    <a:cubicBezTo>
                      <a:pt x="638" y="638"/>
                      <a:pt x="636" y="640"/>
                      <a:pt x="635" y="638"/>
                    </a:cubicBezTo>
                    <a:close/>
                    <a:moveTo>
                      <a:pt x="643" y="982"/>
                    </a:moveTo>
                    <a:cubicBezTo>
                      <a:pt x="643" y="982"/>
                      <a:pt x="643" y="983"/>
                      <a:pt x="643" y="983"/>
                    </a:cubicBezTo>
                    <a:cubicBezTo>
                      <a:pt x="643" y="983"/>
                      <a:pt x="643" y="983"/>
                      <a:pt x="643" y="983"/>
                    </a:cubicBezTo>
                    <a:cubicBezTo>
                      <a:pt x="642" y="983"/>
                      <a:pt x="641" y="983"/>
                      <a:pt x="641" y="983"/>
                    </a:cubicBezTo>
                    <a:cubicBezTo>
                      <a:pt x="641" y="982"/>
                      <a:pt x="640" y="982"/>
                      <a:pt x="640" y="982"/>
                    </a:cubicBezTo>
                    <a:cubicBezTo>
                      <a:pt x="640" y="982"/>
                      <a:pt x="640" y="982"/>
                      <a:pt x="640" y="981"/>
                    </a:cubicBezTo>
                    <a:cubicBezTo>
                      <a:pt x="640" y="980"/>
                      <a:pt x="640" y="980"/>
                      <a:pt x="640" y="979"/>
                    </a:cubicBezTo>
                    <a:cubicBezTo>
                      <a:pt x="641" y="979"/>
                      <a:pt x="641" y="979"/>
                      <a:pt x="641" y="979"/>
                    </a:cubicBezTo>
                    <a:cubicBezTo>
                      <a:pt x="642" y="979"/>
                      <a:pt x="643" y="978"/>
                      <a:pt x="643" y="979"/>
                    </a:cubicBezTo>
                    <a:cubicBezTo>
                      <a:pt x="644" y="979"/>
                      <a:pt x="644" y="980"/>
                      <a:pt x="644" y="981"/>
                    </a:cubicBezTo>
                    <a:cubicBezTo>
                      <a:pt x="644" y="981"/>
                      <a:pt x="644" y="982"/>
                      <a:pt x="643" y="982"/>
                    </a:cubicBezTo>
                    <a:close/>
                    <a:moveTo>
                      <a:pt x="646" y="612"/>
                    </a:moveTo>
                    <a:cubicBezTo>
                      <a:pt x="646" y="614"/>
                      <a:pt x="643" y="614"/>
                      <a:pt x="641" y="614"/>
                    </a:cubicBezTo>
                    <a:cubicBezTo>
                      <a:pt x="639" y="615"/>
                      <a:pt x="637" y="615"/>
                      <a:pt x="634" y="615"/>
                    </a:cubicBezTo>
                    <a:cubicBezTo>
                      <a:pt x="633" y="615"/>
                      <a:pt x="631" y="615"/>
                      <a:pt x="630" y="614"/>
                    </a:cubicBezTo>
                    <a:cubicBezTo>
                      <a:pt x="628" y="614"/>
                      <a:pt x="627" y="611"/>
                      <a:pt x="628" y="610"/>
                    </a:cubicBezTo>
                    <a:cubicBezTo>
                      <a:pt x="630" y="609"/>
                      <a:pt x="634" y="609"/>
                      <a:pt x="635" y="609"/>
                    </a:cubicBezTo>
                    <a:cubicBezTo>
                      <a:pt x="638" y="609"/>
                      <a:pt x="642" y="608"/>
                      <a:pt x="644" y="609"/>
                    </a:cubicBezTo>
                    <a:cubicBezTo>
                      <a:pt x="645" y="610"/>
                      <a:pt x="646" y="611"/>
                      <a:pt x="646" y="612"/>
                    </a:cubicBezTo>
                    <a:close/>
                    <a:moveTo>
                      <a:pt x="654" y="641"/>
                    </a:moveTo>
                    <a:cubicBezTo>
                      <a:pt x="652" y="643"/>
                      <a:pt x="650" y="639"/>
                      <a:pt x="650" y="637"/>
                    </a:cubicBezTo>
                    <a:cubicBezTo>
                      <a:pt x="650" y="635"/>
                      <a:pt x="650" y="633"/>
                      <a:pt x="650" y="631"/>
                    </a:cubicBezTo>
                    <a:cubicBezTo>
                      <a:pt x="650" y="630"/>
                      <a:pt x="650" y="628"/>
                      <a:pt x="650" y="626"/>
                    </a:cubicBezTo>
                    <a:cubicBezTo>
                      <a:pt x="651" y="624"/>
                      <a:pt x="653" y="626"/>
                      <a:pt x="654" y="628"/>
                    </a:cubicBezTo>
                    <a:cubicBezTo>
                      <a:pt x="655" y="630"/>
                      <a:pt x="654" y="633"/>
                      <a:pt x="655" y="635"/>
                    </a:cubicBezTo>
                    <a:cubicBezTo>
                      <a:pt x="655" y="637"/>
                      <a:pt x="655" y="640"/>
                      <a:pt x="654" y="641"/>
                    </a:cubicBezTo>
                    <a:close/>
                    <a:moveTo>
                      <a:pt x="655" y="552"/>
                    </a:moveTo>
                    <a:cubicBezTo>
                      <a:pt x="654" y="553"/>
                      <a:pt x="651" y="551"/>
                      <a:pt x="650" y="550"/>
                    </a:cubicBezTo>
                    <a:cubicBezTo>
                      <a:pt x="649" y="550"/>
                      <a:pt x="649" y="550"/>
                      <a:pt x="648" y="549"/>
                    </a:cubicBezTo>
                    <a:cubicBezTo>
                      <a:pt x="647" y="549"/>
                      <a:pt x="647" y="549"/>
                      <a:pt x="646" y="549"/>
                    </a:cubicBezTo>
                    <a:cubicBezTo>
                      <a:pt x="644" y="549"/>
                      <a:pt x="645" y="546"/>
                      <a:pt x="646" y="546"/>
                    </a:cubicBezTo>
                    <a:cubicBezTo>
                      <a:pt x="648" y="546"/>
                      <a:pt x="650" y="547"/>
                      <a:pt x="652" y="547"/>
                    </a:cubicBezTo>
                    <a:cubicBezTo>
                      <a:pt x="654" y="547"/>
                      <a:pt x="656" y="547"/>
                      <a:pt x="656" y="550"/>
                    </a:cubicBezTo>
                    <a:cubicBezTo>
                      <a:pt x="656" y="551"/>
                      <a:pt x="656" y="552"/>
                      <a:pt x="655" y="552"/>
                    </a:cubicBezTo>
                    <a:close/>
                    <a:moveTo>
                      <a:pt x="654" y="464"/>
                    </a:moveTo>
                    <a:cubicBezTo>
                      <a:pt x="653" y="464"/>
                      <a:pt x="651" y="465"/>
                      <a:pt x="649" y="464"/>
                    </a:cubicBezTo>
                    <a:cubicBezTo>
                      <a:pt x="648" y="464"/>
                      <a:pt x="648" y="464"/>
                      <a:pt x="647" y="463"/>
                    </a:cubicBezTo>
                    <a:cubicBezTo>
                      <a:pt x="646" y="463"/>
                      <a:pt x="645" y="463"/>
                      <a:pt x="645" y="463"/>
                    </a:cubicBezTo>
                    <a:cubicBezTo>
                      <a:pt x="642" y="460"/>
                      <a:pt x="647" y="459"/>
                      <a:pt x="648" y="459"/>
                    </a:cubicBezTo>
                    <a:cubicBezTo>
                      <a:pt x="651" y="459"/>
                      <a:pt x="653" y="459"/>
                      <a:pt x="656" y="459"/>
                    </a:cubicBezTo>
                    <a:cubicBezTo>
                      <a:pt x="657" y="459"/>
                      <a:pt x="657" y="460"/>
                      <a:pt x="658" y="461"/>
                    </a:cubicBezTo>
                    <a:cubicBezTo>
                      <a:pt x="659" y="464"/>
                      <a:pt x="657" y="463"/>
                      <a:pt x="654" y="464"/>
                    </a:cubicBezTo>
                    <a:close/>
                    <a:moveTo>
                      <a:pt x="675" y="615"/>
                    </a:moveTo>
                    <a:cubicBezTo>
                      <a:pt x="673" y="615"/>
                      <a:pt x="670" y="615"/>
                      <a:pt x="668" y="615"/>
                    </a:cubicBezTo>
                    <a:cubicBezTo>
                      <a:pt x="666" y="615"/>
                      <a:pt x="662" y="615"/>
                      <a:pt x="662" y="612"/>
                    </a:cubicBezTo>
                    <a:cubicBezTo>
                      <a:pt x="662" y="609"/>
                      <a:pt x="668" y="609"/>
                      <a:pt x="670" y="609"/>
                    </a:cubicBezTo>
                    <a:cubicBezTo>
                      <a:pt x="673" y="609"/>
                      <a:pt x="676" y="609"/>
                      <a:pt x="679" y="610"/>
                    </a:cubicBezTo>
                    <a:cubicBezTo>
                      <a:pt x="680" y="611"/>
                      <a:pt x="682" y="612"/>
                      <a:pt x="683" y="613"/>
                    </a:cubicBezTo>
                    <a:cubicBezTo>
                      <a:pt x="685" y="615"/>
                      <a:pt x="680" y="615"/>
                      <a:pt x="679" y="615"/>
                    </a:cubicBezTo>
                    <a:cubicBezTo>
                      <a:pt x="677" y="615"/>
                      <a:pt x="676" y="615"/>
                      <a:pt x="675" y="615"/>
                    </a:cubicBezTo>
                    <a:close/>
                    <a:moveTo>
                      <a:pt x="682" y="908"/>
                    </a:moveTo>
                    <a:cubicBezTo>
                      <a:pt x="681" y="908"/>
                      <a:pt x="680" y="908"/>
                      <a:pt x="679" y="908"/>
                    </a:cubicBezTo>
                    <a:cubicBezTo>
                      <a:pt x="678" y="907"/>
                      <a:pt x="679" y="906"/>
                      <a:pt x="680" y="905"/>
                    </a:cubicBezTo>
                    <a:cubicBezTo>
                      <a:pt x="681" y="905"/>
                      <a:pt x="682" y="905"/>
                      <a:pt x="683" y="904"/>
                    </a:cubicBezTo>
                    <a:cubicBezTo>
                      <a:pt x="684" y="900"/>
                      <a:pt x="685" y="904"/>
                      <a:pt x="685" y="906"/>
                    </a:cubicBezTo>
                    <a:cubicBezTo>
                      <a:pt x="685" y="906"/>
                      <a:pt x="683" y="908"/>
                      <a:pt x="682" y="908"/>
                    </a:cubicBezTo>
                    <a:close/>
                    <a:moveTo>
                      <a:pt x="698" y="604"/>
                    </a:moveTo>
                    <a:cubicBezTo>
                      <a:pt x="698" y="607"/>
                      <a:pt x="693" y="604"/>
                      <a:pt x="692" y="603"/>
                    </a:cubicBezTo>
                    <a:cubicBezTo>
                      <a:pt x="691" y="602"/>
                      <a:pt x="692" y="600"/>
                      <a:pt x="693" y="600"/>
                    </a:cubicBezTo>
                    <a:cubicBezTo>
                      <a:pt x="695" y="598"/>
                      <a:pt x="695" y="600"/>
                      <a:pt x="696" y="601"/>
                    </a:cubicBezTo>
                    <a:cubicBezTo>
                      <a:pt x="697" y="602"/>
                      <a:pt x="699" y="603"/>
                      <a:pt x="698" y="604"/>
                    </a:cubicBezTo>
                    <a:close/>
                    <a:moveTo>
                      <a:pt x="707" y="535"/>
                    </a:moveTo>
                    <a:cubicBezTo>
                      <a:pt x="704" y="535"/>
                      <a:pt x="700" y="535"/>
                      <a:pt x="697" y="534"/>
                    </a:cubicBezTo>
                    <a:cubicBezTo>
                      <a:pt x="694" y="534"/>
                      <a:pt x="692" y="533"/>
                      <a:pt x="690" y="533"/>
                    </a:cubicBezTo>
                    <a:cubicBezTo>
                      <a:pt x="686" y="533"/>
                      <a:pt x="684" y="537"/>
                      <a:pt x="680" y="534"/>
                    </a:cubicBezTo>
                    <a:cubicBezTo>
                      <a:pt x="678" y="533"/>
                      <a:pt x="677" y="531"/>
                      <a:pt x="675" y="530"/>
                    </a:cubicBezTo>
                    <a:cubicBezTo>
                      <a:pt x="672" y="529"/>
                      <a:pt x="671" y="530"/>
                      <a:pt x="668" y="530"/>
                    </a:cubicBezTo>
                    <a:cubicBezTo>
                      <a:pt x="664" y="530"/>
                      <a:pt x="661" y="530"/>
                      <a:pt x="659" y="526"/>
                    </a:cubicBezTo>
                    <a:cubicBezTo>
                      <a:pt x="657" y="524"/>
                      <a:pt x="657" y="523"/>
                      <a:pt x="660" y="522"/>
                    </a:cubicBezTo>
                    <a:cubicBezTo>
                      <a:pt x="662" y="520"/>
                      <a:pt x="666" y="520"/>
                      <a:pt x="669" y="520"/>
                    </a:cubicBezTo>
                    <a:cubicBezTo>
                      <a:pt x="675" y="521"/>
                      <a:pt x="680" y="524"/>
                      <a:pt x="686" y="526"/>
                    </a:cubicBezTo>
                    <a:cubicBezTo>
                      <a:pt x="688" y="526"/>
                      <a:pt x="689" y="526"/>
                      <a:pt x="691" y="527"/>
                    </a:cubicBezTo>
                    <a:cubicBezTo>
                      <a:pt x="693" y="528"/>
                      <a:pt x="694" y="529"/>
                      <a:pt x="696" y="529"/>
                    </a:cubicBezTo>
                    <a:cubicBezTo>
                      <a:pt x="698" y="530"/>
                      <a:pt x="700" y="531"/>
                      <a:pt x="702" y="530"/>
                    </a:cubicBezTo>
                    <a:cubicBezTo>
                      <a:pt x="704" y="530"/>
                      <a:pt x="706" y="529"/>
                      <a:pt x="708" y="529"/>
                    </a:cubicBezTo>
                    <a:cubicBezTo>
                      <a:pt x="711" y="529"/>
                      <a:pt x="715" y="530"/>
                      <a:pt x="718" y="532"/>
                    </a:cubicBezTo>
                    <a:cubicBezTo>
                      <a:pt x="720" y="533"/>
                      <a:pt x="720" y="534"/>
                      <a:pt x="719" y="535"/>
                    </a:cubicBezTo>
                    <a:cubicBezTo>
                      <a:pt x="715" y="536"/>
                      <a:pt x="711" y="536"/>
                      <a:pt x="707" y="535"/>
                    </a:cubicBezTo>
                    <a:close/>
                    <a:moveTo>
                      <a:pt x="713" y="606"/>
                    </a:moveTo>
                    <a:cubicBezTo>
                      <a:pt x="713" y="606"/>
                      <a:pt x="714" y="607"/>
                      <a:pt x="715" y="607"/>
                    </a:cubicBezTo>
                    <a:cubicBezTo>
                      <a:pt x="716" y="608"/>
                      <a:pt x="715" y="608"/>
                      <a:pt x="716" y="609"/>
                    </a:cubicBezTo>
                    <a:cubicBezTo>
                      <a:pt x="716" y="611"/>
                      <a:pt x="718" y="612"/>
                      <a:pt x="719" y="613"/>
                    </a:cubicBezTo>
                    <a:cubicBezTo>
                      <a:pt x="719" y="613"/>
                      <a:pt x="719" y="613"/>
                      <a:pt x="719" y="613"/>
                    </a:cubicBezTo>
                    <a:cubicBezTo>
                      <a:pt x="720" y="615"/>
                      <a:pt x="717" y="614"/>
                      <a:pt x="717" y="615"/>
                    </a:cubicBezTo>
                    <a:cubicBezTo>
                      <a:pt x="717" y="615"/>
                      <a:pt x="717" y="616"/>
                      <a:pt x="716" y="616"/>
                    </a:cubicBezTo>
                    <a:cubicBezTo>
                      <a:pt x="716" y="616"/>
                      <a:pt x="716" y="616"/>
                      <a:pt x="715" y="616"/>
                    </a:cubicBezTo>
                    <a:cubicBezTo>
                      <a:pt x="714" y="615"/>
                      <a:pt x="711" y="607"/>
                      <a:pt x="713" y="606"/>
                    </a:cubicBezTo>
                    <a:close/>
                    <a:moveTo>
                      <a:pt x="716" y="887"/>
                    </a:moveTo>
                    <a:cubicBezTo>
                      <a:pt x="715" y="886"/>
                      <a:pt x="715" y="884"/>
                      <a:pt x="716" y="883"/>
                    </a:cubicBezTo>
                    <a:cubicBezTo>
                      <a:pt x="717" y="882"/>
                      <a:pt x="719" y="881"/>
                      <a:pt x="720" y="881"/>
                    </a:cubicBezTo>
                    <a:cubicBezTo>
                      <a:pt x="720" y="882"/>
                      <a:pt x="720" y="885"/>
                      <a:pt x="720" y="886"/>
                    </a:cubicBezTo>
                    <a:cubicBezTo>
                      <a:pt x="719" y="887"/>
                      <a:pt x="717" y="889"/>
                      <a:pt x="716" y="887"/>
                    </a:cubicBezTo>
                    <a:close/>
                    <a:moveTo>
                      <a:pt x="727" y="884"/>
                    </a:moveTo>
                    <a:cubicBezTo>
                      <a:pt x="726" y="884"/>
                      <a:pt x="724" y="882"/>
                      <a:pt x="723" y="882"/>
                    </a:cubicBezTo>
                    <a:cubicBezTo>
                      <a:pt x="724" y="880"/>
                      <a:pt x="722" y="878"/>
                      <a:pt x="723" y="877"/>
                    </a:cubicBezTo>
                    <a:cubicBezTo>
                      <a:pt x="724" y="874"/>
                      <a:pt x="725" y="878"/>
                      <a:pt x="726" y="879"/>
                    </a:cubicBezTo>
                    <a:cubicBezTo>
                      <a:pt x="727" y="881"/>
                      <a:pt x="729" y="880"/>
                      <a:pt x="729" y="882"/>
                    </a:cubicBezTo>
                    <a:cubicBezTo>
                      <a:pt x="729" y="883"/>
                      <a:pt x="729" y="884"/>
                      <a:pt x="727" y="884"/>
                    </a:cubicBezTo>
                    <a:close/>
                    <a:moveTo>
                      <a:pt x="420" y="1484"/>
                    </a:moveTo>
                    <a:cubicBezTo>
                      <a:pt x="420" y="1484"/>
                      <a:pt x="419" y="1484"/>
                      <a:pt x="419" y="1484"/>
                    </a:cubicBezTo>
                    <a:cubicBezTo>
                      <a:pt x="419" y="1484"/>
                      <a:pt x="419" y="1484"/>
                      <a:pt x="419" y="1485"/>
                    </a:cubicBezTo>
                    <a:cubicBezTo>
                      <a:pt x="419" y="1485"/>
                      <a:pt x="418" y="1485"/>
                      <a:pt x="418" y="1484"/>
                    </a:cubicBezTo>
                    <a:cubicBezTo>
                      <a:pt x="418" y="1484"/>
                      <a:pt x="418" y="1483"/>
                      <a:pt x="418" y="1482"/>
                    </a:cubicBezTo>
                    <a:cubicBezTo>
                      <a:pt x="418" y="1481"/>
                      <a:pt x="419" y="1481"/>
                      <a:pt x="420" y="1481"/>
                    </a:cubicBezTo>
                    <a:cubicBezTo>
                      <a:pt x="420" y="1481"/>
                      <a:pt x="420" y="1482"/>
                      <a:pt x="420" y="1482"/>
                    </a:cubicBezTo>
                    <a:cubicBezTo>
                      <a:pt x="420" y="1483"/>
                      <a:pt x="420" y="1483"/>
                      <a:pt x="420" y="1484"/>
                    </a:cubicBezTo>
                    <a:close/>
                    <a:moveTo>
                      <a:pt x="425" y="1477"/>
                    </a:moveTo>
                    <a:cubicBezTo>
                      <a:pt x="424" y="1477"/>
                      <a:pt x="424" y="1476"/>
                      <a:pt x="424" y="1475"/>
                    </a:cubicBezTo>
                    <a:cubicBezTo>
                      <a:pt x="424" y="1475"/>
                      <a:pt x="425" y="1475"/>
                      <a:pt x="426" y="1475"/>
                    </a:cubicBezTo>
                    <a:cubicBezTo>
                      <a:pt x="426" y="1475"/>
                      <a:pt x="427" y="1475"/>
                      <a:pt x="427" y="1475"/>
                    </a:cubicBezTo>
                    <a:cubicBezTo>
                      <a:pt x="428" y="1477"/>
                      <a:pt x="425" y="1477"/>
                      <a:pt x="425" y="1477"/>
                    </a:cubicBezTo>
                    <a:close/>
                    <a:moveTo>
                      <a:pt x="433" y="1499"/>
                    </a:moveTo>
                    <a:cubicBezTo>
                      <a:pt x="432" y="1499"/>
                      <a:pt x="432" y="1500"/>
                      <a:pt x="431" y="1500"/>
                    </a:cubicBezTo>
                    <a:cubicBezTo>
                      <a:pt x="430" y="1500"/>
                      <a:pt x="430" y="1500"/>
                      <a:pt x="430" y="1499"/>
                    </a:cubicBezTo>
                    <a:cubicBezTo>
                      <a:pt x="430" y="1499"/>
                      <a:pt x="430" y="1498"/>
                      <a:pt x="431" y="1498"/>
                    </a:cubicBezTo>
                    <a:cubicBezTo>
                      <a:pt x="431" y="1498"/>
                      <a:pt x="431" y="1498"/>
                      <a:pt x="431" y="1498"/>
                    </a:cubicBezTo>
                    <a:cubicBezTo>
                      <a:pt x="432" y="1497"/>
                      <a:pt x="432" y="1497"/>
                      <a:pt x="433" y="1498"/>
                    </a:cubicBezTo>
                    <a:cubicBezTo>
                      <a:pt x="433" y="1498"/>
                      <a:pt x="433" y="1499"/>
                      <a:pt x="433" y="1499"/>
                    </a:cubicBezTo>
                    <a:close/>
                    <a:moveTo>
                      <a:pt x="425" y="1657"/>
                    </a:moveTo>
                    <a:cubicBezTo>
                      <a:pt x="425" y="1656"/>
                      <a:pt x="426" y="1657"/>
                      <a:pt x="426" y="1657"/>
                    </a:cubicBezTo>
                    <a:cubicBezTo>
                      <a:pt x="427" y="1658"/>
                      <a:pt x="427" y="1658"/>
                      <a:pt x="427" y="1659"/>
                    </a:cubicBezTo>
                    <a:cubicBezTo>
                      <a:pt x="427" y="1662"/>
                      <a:pt x="423" y="1658"/>
                      <a:pt x="425" y="1657"/>
                    </a:cubicBezTo>
                    <a:close/>
                    <a:moveTo>
                      <a:pt x="423" y="1669"/>
                    </a:moveTo>
                    <a:cubicBezTo>
                      <a:pt x="423" y="1668"/>
                      <a:pt x="424" y="1668"/>
                      <a:pt x="425" y="1668"/>
                    </a:cubicBezTo>
                    <a:cubicBezTo>
                      <a:pt x="426" y="1668"/>
                      <a:pt x="429" y="1669"/>
                      <a:pt x="429" y="1670"/>
                    </a:cubicBezTo>
                    <a:cubicBezTo>
                      <a:pt x="429" y="1671"/>
                      <a:pt x="424" y="1670"/>
                      <a:pt x="423" y="1669"/>
                    </a:cubicBezTo>
                    <a:close/>
                    <a:moveTo>
                      <a:pt x="451" y="1479"/>
                    </a:moveTo>
                    <a:cubicBezTo>
                      <a:pt x="452" y="1477"/>
                      <a:pt x="453" y="1477"/>
                      <a:pt x="454" y="1478"/>
                    </a:cubicBezTo>
                    <a:cubicBezTo>
                      <a:pt x="455" y="1478"/>
                      <a:pt x="457" y="1477"/>
                      <a:pt x="457" y="1479"/>
                    </a:cubicBezTo>
                    <a:cubicBezTo>
                      <a:pt x="457" y="1479"/>
                      <a:pt x="455" y="1479"/>
                      <a:pt x="455" y="1479"/>
                    </a:cubicBezTo>
                    <a:cubicBezTo>
                      <a:pt x="454" y="1480"/>
                      <a:pt x="454" y="1480"/>
                      <a:pt x="453" y="1481"/>
                    </a:cubicBezTo>
                    <a:cubicBezTo>
                      <a:pt x="452" y="1482"/>
                      <a:pt x="451" y="1482"/>
                      <a:pt x="451" y="1481"/>
                    </a:cubicBezTo>
                    <a:cubicBezTo>
                      <a:pt x="451" y="1480"/>
                      <a:pt x="451" y="1479"/>
                      <a:pt x="451" y="1479"/>
                    </a:cubicBezTo>
                    <a:close/>
                    <a:moveTo>
                      <a:pt x="448" y="1490"/>
                    </a:moveTo>
                    <a:cubicBezTo>
                      <a:pt x="449" y="1490"/>
                      <a:pt x="449" y="1490"/>
                      <a:pt x="449" y="1491"/>
                    </a:cubicBezTo>
                    <a:cubicBezTo>
                      <a:pt x="449" y="1492"/>
                      <a:pt x="448" y="1492"/>
                      <a:pt x="447" y="1491"/>
                    </a:cubicBezTo>
                    <a:cubicBezTo>
                      <a:pt x="447" y="1491"/>
                      <a:pt x="446" y="1491"/>
                      <a:pt x="447" y="1490"/>
                    </a:cubicBezTo>
                    <a:cubicBezTo>
                      <a:pt x="447" y="1490"/>
                      <a:pt x="448" y="1490"/>
                      <a:pt x="448" y="1490"/>
                    </a:cubicBezTo>
                    <a:close/>
                    <a:moveTo>
                      <a:pt x="449" y="1554"/>
                    </a:moveTo>
                    <a:cubicBezTo>
                      <a:pt x="449" y="1554"/>
                      <a:pt x="448" y="1555"/>
                      <a:pt x="448" y="1555"/>
                    </a:cubicBezTo>
                    <a:cubicBezTo>
                      <a:pt x="447" y="1555"/>
                      <a:pt x="447" y="1555"/>
                      <a:pt x="446" y="1555"/>
                    </a:cubicBezTo>
                    <a:cubicBezTo>
                      <a:pt x="446" y="1555"/>
                      <a:pt x="446" y="1554"/>
                      <a:pt x="446" y="1554"/>
                    </a:cubicBezTo>
                    <a:cubicBezTo>
                      <a:pt x="446" y="1553"/>
                      <a:pt x="446" y="1553"/>
                      <a:pt x="446" y="1553"/>
                    </a:cubicBezTo>
                    <a:cubicBezTo>
                      <a:pt x="446" y="1553"/>
                      <a:pt x="446" y="1553"/>
                      <a:pt x="446" y="1552"/>
                    </a:cubicBezTo>
                    <a:cubicBezTo>
                      <a:pt x="447" y="1552"/>
                      <a:pt x="447" y="1552"/>
                      <a:pt x="448" y="1552"/>
                    </a:cubicBezTo>
                    <a:cubicBezTo>
                      <a:pt x="448" y="1553"/>
                      <a:pt x="449" y="1553"/>
                      <a:pt x="449" y="1554"/>
                    </a:cubicBezTo>
                    <a:close/>
                    <a:moveTo>
                      <a:pt x="447" y="1517"/>
                    </a:moveTo>
                    <a:cubicBezTo>
                      <a:pt x="448" y="1518"/>
                      <a:pt x="446" y="1518"/>
                      <a:pt x="445" y="1518"/>
                    </a:cubicBezTo>
                    <a:cubicBezTo>
                      <a:pt x="444" y="1517"/>
                      <a:pt x="440" y="1517"/>
                      <a:pt x="440" y="1516"/>
                    </a:cubicBezTo>
                    <a:cubicBezTo>
                      <a:pt x="440" y="1515"/>
                      <a:pt x="443" y="1516"/>
                      <a:pt x="443" y="1516"/>
                    </a:cubicBezTo>
                    <a:cubicBezTo>
                      <a:pt x="445" y="1516"/>
                      <a:pt x="446" y="1516"/>
                      <a:pt x="447" y="1517"/>
                    </a:cubicBezTo>
                    <a:close/>
                    <a:moveTo>
                      <a:pt x="442" y="1552"/>
                    </a:moveTo>
                    <a:cubicBezTo>
                      <a:pt x="442" y="1552"/>
                      <a:pt x="441" y="1552"/>
                      <a:pt x="441" y="1552"/>
                    </a:cubicBezTo>
                    <a:cubicBezTo>
                      <a:pt x="441" y="1552"/>
                      <a:pt x="441" y="1553"/>
                      <a:pt x="441" y="1553"/>
                    </a:cubicBezTo>
                    <a:cubicBezTo>
                      <a:pt x="441" y="1553"/>
                      <a:pt x="441" y="1553"/>
                      <a:pt x="440" y="1553"/>
                    </a:cubicBezTo>
                    <a:cubicBezTo>
                      <a:pt x="440" y="1553"/>
                      <a:pt x="439" y="1552"/>
                      <a:pt x="439" y="1552"/>
                    </a:cubicBezTo>
                    <a:cubicBezTo>
                      <a:pt x="439" y="1551"/>
                      <a:pt x="440" y="1551"/>
                      <a:pt x="441" y="1551"/>
                    </a:cubicBezTo>
                    <a:cubicBezTo>
                      <a:pt x="441" y="1551"/>
                      <a:pt x="442" y="1551"/>
                      <a:pt x="442" y="1552"/>
                    </a:cubicBezTo>
                    <a:close/>
                    <a:moveTo>
                      <a:pt x="443" y="1465"/>
                    </a:moveTo>
                    <a:cubicBezTo>
                      <a:pt x="444" y="1466"/>
                      <a:pt x="444" y="1467"/>
                      <a:pt x="444" y="1467"/>
                    </a:cubicBezTo>
                    <a:cubicBezTo>
                      <a:pt x="442" y="1468"/>
                      <a:pt x="439" y="1467"/>
                      <a:pt x="440" y="1465"/>
                    </a:cubicBezTo>
                    <a:cubicBezTo>
                      <a:pt x="441" y="1465"/>
                      <a:pt x="442" y="1465"/>
                      <a:pt x="443" y="1465"/>
                    </a:cubicBezTo>
                    <a:close/>
                    <a:moveTo>
                      <a:pt x="436" y="1555"/>
                    </a:moveTo>
                    <a:cubicBezTo>
                      <a:pt x="436" y="1555"/>
                      <a:pt x="435" y="1555"/>
                      <a:pt x="435" y="1554"/>
                    </a:cubicBezTo>
                    <a:cubicBezTo>
                      <a:pt x="435" y="1554"/>
                      <a:pt x="435" y="1554"/>
                      <a:pt x="435" y="1553"/>
                    </a:cubicBezTo>
                    <a:cubicBezTo>
                      <a:pt x="435" y="1553"/>
                      <a:pt x="436" y="1553"/>
                      <a:pt x="436" y="1553"/>
                    </a:cubicBezTo>
                    <a:cubicBezTo>
                      <a:pt x="437" y="1553"/>
                      <a:pt x="437" y="1554"/>
                      <a:pt x="437" y="1554"/>
                    </a:cubicBezTo>
                    <a:cubicBezTo>
                      <a:pt x="437" y="1554"/>
                      <a:pt x="437" y="1555"/>
                      <a:pt x="436" y="1555"/>
                    </a:cubicBezTo>
                    <a:close/>
                    <a:moveTo>
                      <a:pt x="436" y="1475"/>
                    </a:moveTo>
                    <a:cubicBezTo>
                      <a:pt x="436" y="1474"/>
                      <a:pt x="437" y="1473"/>
                      <a:pt x="437" y="1473"/>
                    </a:cubicBezTo>
                    <a:cubicBezTo>
                      <a:pt x="439" y="1472"/>
                      <a:pt x="439" y="1473"/>
                      <a:pt x="440" y="1474"/>
                    </a:cubicBezTo>
                    <a:cubicBezTo>
                      <a:pt x="440" y="1475"/>
                      <a:pt x="440" y="1476"/>
                      <a:pt x="439" y="1477"/>
                    </a:cubicBezTo>
                    <a:cubicBezTo>
                      <a:pt x="438" y="1477"/>
                      <a:pt x="438" y="1477"/>
                      <a:pt x="437" y="1477"/>
                    </a:cubicBezTo>
                    <a:cubicBezTo>
                      <a:pt x="437" y="1477"/>
                      <a:pt x="437" y="1477"/>
                      <a:pt x="437" y="1477"/>
                    </a:cubicBezTo>
                    <a:cubicBezTo>
                      <a:pt x="436" y="1476"/>
                      <a:pt x="436" y="1475"/>
                      <a:pt x="436" y="1475"/>
                    </a:cubicBezTo>
                    <a:close/>
                    <a:moveTo>
                      <a:pt x="435" y="1647"/>
                    </a:moveTo>
                    <a:cubicBezTo>
                      <a:pt x="435" y="1648"/>
                      <a:pt x="434" y="1648"/>
                      <a:pt x="434" y="1648"/>
                    </a:cubicBezTo>
                    <a:cubicBezTo>
                      <a:pt x="434" y="1649"/>
                      <a:pt x="434" y="1650"/>
                      <a:pt x="433" y="1650"/>
                    </a:cubicBezTo>
                    <a:cubicBezTo>
                      <a:pt x="433" y="1650"/>
                      <a:pt x="430" y="1649"/>
                      <a:pt x="430" y="1649"/>
                    </a:cubicBezTo>
                    <a:cubicBezTo>
                      <a:pt x="430" y="1648"/>
                      <a:pt x="432" y="1648"/>
                      <a:pt x="432" y="1647"/>
                    </a:cubicBezTo>
                    <a:cubicBezTo>
                      <a:pt x="433" y="1647"/>
                      <a:pt x="432" y="1645"/>
                      <a:pt x="433" y="1645"/>
                    </a:cubicBezTo>
                    <a:cubicBezTo>
                      <a:pt x="435" y="1645"/>
                      <a:pt x="435" y="1646"/>
                      <a:pt x="435" y="1647"/>
                    </a:cubicBezTo>
                    <a:close/>
                    <a:moveTo>
                      <a:pt x="435" y="1576"/>
                    </a:moveTo>
                    <a:cubicBezTo>
                      <a:pt x="436" y="1575"/>
                      <a:pt x="436" y="1575"/>
                      <a:pt x="437" y="1575"/>
                    </a:cubicBezTo>
                    <a:cubicBezTo>
                      <a:pt x="437" y="1574"/>
                      <a:pt x="438" y="1574"/>
                      <a:pt x="439" y="1575"/>
                    </a:cubicBezTo>
                    <a:cubicBezTo>
                      <a:pt x="440" y="1576"/>
                      <a:pt x="434" y="1579"/>
                      <a:pt x="435" y="1576"/>
                    </a:cubicBezTo>
                    <a:close/>
                    <a:moveTo>
                      <a:pt x="439" y="1693"/>
                    </a:moveTo>
                    <a:cubicBezTo>
                      <a:pt x="438" y="1692"/>
                      <a:pt x="435" y="1690"/>
                      <a:pt x="438" y="1690"/>
                    </a:cubicBezTo>
                    <a:cubicBezTo>
                      <a:pt x="440" y="1690"/>
                      <a:pt x="441" y="1693"/>
                      <a:pt x="439" y="1693"/>
                    </a:cubicBezTo>
                    <a:close/>
                    <a:moveTo>
                      <a:pt x="437" y="1654"/>
                    </a:moveTo>
                    <a:cubicBezTo>
                      <a:pt x="437" y="1653"/>
                      <a:pt x="441" y="1653"/>
                      <a:pt x="441" y="1653"/>
                    </a:cubicBezTo>
                    <a:cubicBezTo>
                      <a:pt x="442" y="1654"/>
                      <a:pt x="435" y="1658"/>
                      <a:pt x="437" y="1654"/>
                    </a:cubicBezTo>
                    <a:close/>
                    <a:moveTo>
                      <a:pt x="446" y="1645"/>
                    </a:moveTo>
                    <a:cubicBezTo>
                      <a:pt x="445" y="1646"/>
                      <a:pt x="443" y="1646"/>
                      <a:pt x="443" y="1646"/>
                    </a:cubicBezTo>
                    <a:cubicBezTo>
                      <a:pt x="441" y="1646"/>
                      <a:pt x="438" y="1645"/>
                      <a:pt x="438" y="1643"/>
                    </a:cubicBezTo>
                    <a:cubicBezTo>
                      <a:pt x="438" y="1642"/>
                      <a:pt x="438" y="1641"/>
                      <a:pt x="439" y="1641"/>
                    </a:cubicBezTo>
                    <a:cubicBezTo>
                      <a:pt x="440" y="1640"/>
                      <a:pt x="441" y="1639"/>
                      <a:pt x="441" y="1639"/>
                    </a:cubicBezTo>
                    <a:cubicBezTo>
                      <a:pt x="442" y="1639"/>
                      <a:pt x="444" y="1640"/>
                      <a:pt x="444" y="1640"/>
                    </a:cubicBezTo>
                    <a:cubicBezTo>
                      <a:pt x="444" y="1641"/>
                      <a:pt x="444" y="1642"/>
                      <a:pt x="445" y="1643"/>
                    </a:cubicBezTo>
                    <a:cubicBezTo>
                      <a:pt x="445" y="1643"/>
                      <a:pt x="446" y="1645"/>
                      <a:pt x="446" y="1645"/>
                    </a:cubicBezTo>
                    <a:close/>
                    <a:moveTo>
                      <a:pt x="449" y="1589"/>
                    </a:moveTo>
                    <a:cubicBezTo>
                      <a:pt x="448" y="1589"/>
                      <a:pt x="448" y="1589"/>
                      <a:pt x="448" y="1590"/>
                    </a:cubicBezTo>
                    <a:cubicBezTo>
                      <a:pt x="447" y="1591"/>
                      <a:pt x="446" y="1591"/>
                      <a:pt x="446" y="1590"/>
                    </a:cubicBezTo>
                    <a:cubicBezTo>
                      <a:pt x="445" y="1589"/>
                      <a:pt x="447" y="1587"/>
                      <a:pt x="447" y="1587"/>
                    </a:cubicBezTo>
                    <a:cubicBezTo>
                      <a:pt x="448" y="1586"/>
                      <a:pt x="450" y="1586"/>
                      <a:pt x="450" y="1587"/>
                    </a:cubicBezTo>
                    <a:cubicBezTo>
                      <a:pt x="451" y="1588"/>
                      <a:pt x="450" y="1589"/>
                      <a:pt x="449" y="1589"/>
                    </a:cubicBezTo>
                    <a:close/>
                    <a:moveTo>
                      <a:pt x="447" y="1583"/>
                    </a:moveTo>
                    <a:cubicBezTo>
                      <a:pt x="446" y="1583"/>
                      <a:pt x="446" y="1582"/>
                      <a:pt x="447" y="1581"/>
                    </a:cubicBezTo>
                    <a:cubicBezTo>
                      <a:pt x="448" y="1581"/>
                      <a:pt x="449" y="1581"/>
                      <a:pt x="450" y="1582"/>
                    </a:cubicBezTo>
                    <a:cubicBezTo>
                      <a:pt x="452" y="1583"/>
                      <a:pt x="448" y="1583"/>
                      <a:pt x="447" y="1583"/>
                    </a:cubicBezTo>
                    <a:close/>
                    <a:moveTo>
                      <a:pt x="446" y="1573"/>
                    </a:moveTo>
                    <a:cubicBezTo>
                      <a:pt x="446" y="1572"/>
                      <a:pt x="447" y="1572"/>
                      <a:pt x="448" y="1572"/>
                    </a:cubicBezTo>
                    <a:cubicBezTo>
                      <a:pt x="449" y="1572"/>
                      <a:pt x="451" y="1572"/>
                      <a:pt x="451" y="1573"/>
                    </a:cubicBezTo>
                    <a:cubicBezTo>
                      <a:pt x="452" y="1574"/>
                      <a:pt x="446" y="1575"/>
                      <a:pt x="446" y="1573"/>
                    </a:cubicBezTo>
                    <a:close/>
                    <a:moveTo>
                      <a:pt x="450" y="1567"/>
                    </a:moveTo>
                    <a:cubicBezTo>
                      <a:pt x="449" y="1567"/>
                      <a:pt x="447" y="1567"/>
                      <a:pt x="446" y="1567"/>
                    </a:cubicBezTo>
                    <a:cubicBezTo>
                      <a:pt x="445" y="1567"/>
                      <a:pt x="445" y="1567"/>
                      <a:pt x="444" y="1567"/>
                    </a:cubicBezTo>
                    <a:cubicBezTo>
                      <a:pt x="444" y="1567"/>
                      <a:pt x="443" y="1567"/>
                      <a:pt x="443" y="1566"/>
                    </a:cubicBezTo>
                    <a:cubicBezTo>
                      <a:pt x="443" y="1565"/>
                      <a:pt x="446" y="1565"/>
                      <a:pt x="446" y="1565"/>
                    </a:cubicBezTo>
                    <a:cubicBezTo>
                      <a:pt x="448" y="1565"/>
                      <a:pt x="449" y="1565"/>
                      <a:pt x="450" y="1566"/>
                    </a:cubicBezTo>
                    <a:cubicBezTo>
                      <a:pt x="452" y="1566"/>
                      <a:pt x="452" y="1567"/>
                      <a:pt x="450" y="1567"/>
                    </a:cubicBezTo>
                    <a:close/>
                    <a:moveTo>
                      <a:pt x="451" y="1487"/>
                    </a:moveTo>
                    <a:cubicBezTo>
                      <a:pt x="451" y="1485"/>
                      <a:pt x="454" y="1484"/>
                      <a:pt x="456" y="1484"/>
                    </a:cubicBezTo>
                    <a:cubicBezTo>
                      <a:pt x="457" y="1484"/>
                      <a:pt x="458" y="1485"/>
                      <a:pt x="457" y="1486"/>
                    </a:cubicBezTo>
                    <a:cubicBezTo>
                      <a:pt x="457" y="1487"/>
                      <a:pt x="456" y="1488"/>
                      <a:pt x="455" y="1489"/>
                    </a:cubicBezTo>
                    <a:cubicBezTo>
                      <a:pt x="454" y="1489"/>
                      <a:pt x="451" y="1489"/>
                      <a:pt x="451" y="1487"/>
                    </a:cubicBezTo>
                    <a:close/>
                    <a:moveTo>
                      <a:pt x="457" y="1704"/>
                    </a:moveTo>
                    <a:cubicBezTo>
                      <a:pt x="457" y="1705"/>
                      <a:pt x="455" y="1705"/>
                      <a:pt x="454" y="1705"/>
                    </a:cubicBezTo>
                    <a:cubicBezTo>
                      <a:pt x="454" y="1704"/>
                      <a:pt x="454" y="1703"/>
                      <a:pt x="454" y="1702"/>
                    </a:cubicBezTo>
                    <a:cubicBezTo>
                      <a:pt x="453" y="1701"/>
                      <a:pt x="453" y="1701"/>
                      <a:pt x="453" y="1700"/>
                    </a:cubicBezTo>
                    <a:cubicBezTo>
                      <a:pt x="454" y="1698"/>
                      <a:pt x="454" y="1700"/>
                      <a:pt x="455" y="1701"/>
                    </a:cubicBezTo>
                    <a:cubicBezTo>
                      <a:pt x="456" y="1701"/>
                      <a:pt x="457" y="1701"/>
                      <a:pt x="457" y="1702"/>
                    </a:cubicBezTo>
                    <a:cubicBezTo>
                      <a:pt x="458" y="1702"/>
                      <a:pt x="458" y="1704"/>
                      <a:pt x="457" y="1704"/>
                    </a:cubicBezTo>
                    <a:close/>
                    <a:moveTo>
                      <a:pt x="460" y="1525"/>
                    </a:moveTo>
                    <a:cubicBezTo>
                      <a:pt x="460" y="1526"/>
                      <a:pt x="459" y="1527"/>
                      <a:pt x="459" y="1528"/>
                    </a:cubicBezTo>
                    <a:cubicBezTo>
                      <a:pt x="459" y="1531"/>
                      <a:pt x="457" y="1528"/>
                      <a:pt x="456" y="1527"/>
                    </a:cubicBezTo>
                    <a:cubicBezTo>
                      <a:pt x="455" y="1526"/>
                      <a:pt x="454" y="1525"/>
                      <a:pt x="454" y="1524"/>
                    </a:cubicBezTo>
                    <a:cubicBezTo>
                      <a:pt x="455" y="1523"/>
                      <a:pt x="454" y="1521"/>
                      <a:pt x="456" y="1521"/>
                    </a:cubicBezTo>
                    <a:cubicBezTo>
                      <a:pt x="456" y="1520"/>
                      <a:pt x="457" y="1521"/>
                      <a:pt x="458" y="1521"/>
                    </a:cubicBezTo>
                    <a:cubicBezTo>
                      <a:pt x="460" y="1521"/>
                      <a:pt x="460" y="1523"/>
                      <a:pt x="460" y="1525"/>
                    </a:cubicBezTo>
                    <a:close/>
                    <a:moveTo>
                      <a:pt x="459" y="1507"/>
                    </a:moveTo>
                    <a:cubicBezTo>
                      <a:pt x="459" y="1507"/>
                      <a:pt x="459" y="1507"/>
                      <a:pt x="459" y="1507"/>
                    </a:cubicBezTo>
                    <a:cubicBezTo>
                      <a:pt x="458" y="1507"/>
                      <a:pt x="458" y="1507"/>
                      <a:pt x="458" y="1507"/>
                    </a:cubicBezTo>
                    <a:cubicBezTo>
                      <a:pt x="457" y="1507"/>
                      <a:pt x="456" y="1507"/>
                      <a:pt x="456" y="1507"/>
                    </a:cubicBezTo>
                    <a:cubicBezTo>
                      <a:pt x="455" y="1506"/>
                      <a:pt x="455" y="1504"/>
                      <a:pt x="457" y="1504"/>
                    </a:cubicBezTo>
                    <a:cubicBezTo>
                      <a:pt x="457" y="1504"/>
                      <a:pt x="457" y="1505"/>
                      <a:pt x="458" y="1505"/>
                    </a:cubicBezTo>
                    <a:cubicBezTo>
                      <a:pt x="458" y="1505"/>
                      <a:pt x="459" y="1505"/>
                      <a:pt x="460" y="1506"/>
                    </a:cubicBezTo>
                    <a:cubicBezTo>
                      <a:pt x="460" y="1506"/>
                      <a:pt x="460" y="1506"/>
                      <a:pt x="460" y="1507"/>
                    </a:cubicBezTo>
                    <a:cubicBezTo>
                      <a:pt x="460" y="1507"/>
                      <a:pt x="460" y="1507"/>
                      <a:pt x="459" y="1507"/>
                    </a:cubicBezTo>
                    <a:close/>
                    <a:moveTo>
                      <a:pt x="471" y="1506"/>
                    </a:moveTo>
                    <a:cubicBezTo>
                      <a:pt x="471" y="1508"/>
                      <a:pt x="468" y="1509"/>
                      <a:pt x="468" y="1507"/>
                    </a:cubicBezTo>
                    <a:cubicBezTo>
                      <a:pt x="468" y="1505"/>
                      <a:pt x="470" y="1505"/>
                      <a:pt x="471" y="1506"/>
                    </a:cubicBezTo>
                    <a:close/>
                    <a:moveTo>
                      <a:pt x="468" y="1711"/>
                    </a:moveTo>
                    <a:cubicBezTo>
                      <a:pt x="466" y="1712"/>
                      <a:pt x="464" y="1710"/>
                      <a:pt x="464" y="1708"/>
                    </a:cubicBezTo>
                    <a:cubicBezTo>
                      <a:pt x="464" y="1706"/>
                      <a:pt x="466" y="1704"/>
                      <a:pt x="466" y="1702"/>
                    </a:cubicBezTo>
                    <a:cubicBezTo>
                      <a:pt x="467" y="1701"/>
                      <a:pt x="466" y="1700"/>
                      <a:pt x="465" y="1698"/>
                    </a:cubicBezTo>
                    <a:cubicBezTo>
                      <a:pt x="464" y="1697"/>
                      <a:pt x="463" y="1694"/>
                      <a:pt x="465" y="1693"/>
                    </a:cubicBezTo>
                    <a:cubicBezTo>
                      <a:pt x="465" y="1692"/>
                      <a:pt x="467" y="1692"/>
                      <a:pt x="468" y="1693"/>
                    </a:cubicBezTo>
                    <a:cubicBezTo>
                      <a:pt x="469" y="1695"/>
                      <a:pt x="468" y="1697"/>
                      <a:pt x="468" y="1698"/>
                    </a:cubicBezTo>
                    <a:cubicBezTo>
                      <a:pt x="468" y="1699"/>
                      <a:pt x="469" y="1700"/>
                      <a:pt x="469" y="1701"/>
                    </a:cubicBezTo>
                    <a:cubicBezTo>
                      <a:pt x="470" y="1702"/>
                      <a:pt x="469" y="1704"/>
                      <a:pt x="469" y="1706"/>
                    </a:cubicBezTo>
                    <a:cubicBezTo>
                      <a:pt x="469" y="1707"/>
                      <a:pt x="470" y="1710"/>
                      <a:pt x="468" y="1711"/>
                    </a:cubicBezTo>
                    <a:close/>
                    <a:moveTo>
                      <a:pt x="471" y="1513"/>
                    </a:moveTo>
                    <a:cubicBezTo>
                      <a:pt x="471" y="1513"/>
                      <a:pt x="473" y="1514"/>
                      <a:pt x="473" y="1514"/>
                    </a:cubicBezTo>
                    <a:cubicBezTo>
                      <a:pt x="473" y="1515"/>
                      <a:pt x="472" y="1515"/>
                      <a:pt x="471" y="1515"/>
                    </a:cubicBezTo>
                    <a:cubicBezTo>
                      <a:pt x="470" y="1515"/>
                      <a:pt x="469" y="1514"/>
                      <a:pt x="471" y="1513"/>
                    </a:cubicBezTo>
                    <a:close/>
                    <a:moveTo>
                      <a:pt x="472" y="1526"/>
                    </a:moveTo>
                    <a:cubicBezTo>
                      <a:pt x="472" y="1525"/>
                      <a:pt x="472" y="1525"/>
                      <a:pt x="473" y="1525"/>
                    </a:cubicBezTo>
                    <a:cubicBezTo>
                      <a:pt x="474" y="1524"/>
                      <a:pt x="475" y="1525"/>
                      <a:pt x="476" y="1525"/>
                    </a:cubicBezTo>
                    <a:cubicBezTo>
                      <a:pt x="477" y="1525"/>
                      <a:pt x="478" y="1525"/>
                      <a:pt x="478" y="1526"/>
                    </a:cubicBezTo>
                    <a:cubicBezTo>
                      <a:pt x="477" y="1527"/>
                      <a:pt x="473" y="1527"/>
                      <a:pt x="472" y="1526"/>
                    </a:cubicBezTo>
                    <a:close/>
                    <a:moveTo>
                      <a:pt x="482" y="1653"/>
                    </a:moveTo>
                    <a:cubicBezTo>
                      <a:pt x="480" y="1654"/>
                      <a:pt x="480" y="1654"/>
                      <a:pt x="479" y="1653"/>
                    </a:cubicBezTo>
                    <a:cubicBezTo>
                      <a:pt x="479" y="1652"/>
                      <a:pt x="477" y="1650"/>
                      <a:pt x="476" y="1648"/>
                    </a:cubicBezTo>
                    <a:cubicBezTo>
                      <a:pt x="475" y="1647"/>
                      <a:pt x="475" y="1646"/>
                      <a:pt x="476" y="1645"/>
                    </a:cubicBezTo>
                    <a:cubicBezTo>
                      <a:pt x="478" y="1642"/>
                      <a:pt x="478" y="1647"/>
                      <a:pt x="479" y="1648"/>
                    </a:cubicBezTo>
                    <a:cubicBezTo>
                      <a:pt x="480" y="1649"/>
                      <a:pt x="482" y="1649"/>
                      <a:pt x="483" y="1650"/>
                    </a:cubicBezTo>
                    <a:cubicBezTo>
                      <a:pt x="483" y="1651"/>
                      <a:pt x="482" y="1652"/>
                      <a:pt x="482" y="1653"/>
                    </a:cubicBezTo>
                    <a:close/>
                    <a:moveTo>
                      <a:pt x="482" y="1469"/>
                    </a:moveTo>
                    <a:cubicBezTo>
                      <a:pt x="481" y="1468"/>
                      <a:pt x="481" y="1468"/>
                      <a:pt x="481" y="1467"/>
                    </a:cubicBezTo>
                    <a:cubicBezTo>
                      <a:pt x="480" y="1466"/>
                      <a:pt x="479" y="1465"/>
                      <a:pt x="479" y="1463"/>
                    </a:cubicBezTo>
                    <a:cubicBezTo>
                      <a:pt x="480" y="1462"/>
                      <a:pt x="480" y="1460"/>
                      <a:pt x="480" y="1459"/>
                    </a:cubicBezTo>
                    <a:cubicBezTo>
                      <a:pt x="481" y="1457"/>
                      <a:pt x="483" y="1458"/>
                      <a:pt x="483" y="1460"/>
                    </a:cubicBezTo>
                    <a:cubicBezTo>
                      <a:pt x="483" y="1462"/>
                      <a:pt x="483" y="1464"/>
                      <a:pt x="483" y="1466"/>
                    </a:cubicBezTo>
                    <a:cubicBezTo>
                      <a:pt x="483" y="1467"/>
                      <a:pt x="483" y="1469"/>
                      <a:pt x="482" y="1469"/>
                    </a:cubicBezTo>
                    <a:close/>
                    <a:moveTo>
                      <a:pt x="501" y="1443"/>
                    </a:moveTo>
                    <a:cubicBezTo>
                      <a:pt x="501" y="1442"/>
                      <a:pt x="502" y="1441"/>
                      <a:pt x="503" y="1440"/>
                    </a:cubicBezTo>
                    <a:cubicBezTo>
                      <a:pt x="503" y="1439"/>
                      <a:pt x="503" y="1437"/>
                      <a:pt x="504" y="1436"/>
                    </a:cubicBezTo>
                    <a:cubicBezTo>
                      <a:pt x="504" y="1435"/>
                      <a:pt x="505" y="1432"/>
                      <a:pt x="506" y="1434"/>
                    </a:cubicBezTo>
                    <a:cubicBezTo>
                      <a:pt x="507" y="1434"/>
                      <a:pt x="507" y="1436"/>
                      <a:pt x="507" y="1437"/>
                    </a:cubicBezTo>
                    <a:cubicBezTo>
                      <a:pt x="507" y="1439"/>
                      <a:pt x="507" y="1440"/>
                      <a:pt x="505" y="1441"/>
                    </a:cubicBezTo>
                    <a:cubicBezTo>
                      <a:pt x="505" y="1442"/>
                      <a:pt x="504" y="1442"/>
                      <a:pt x="504" y="1442"/>
                    </a:cubicBezTo>
                    <a:cubicBezTo>
                      <a:pt x="503" y="1442"/>
                      <a:pt x="503" y="1443"/>
                      <a:pt x="503" y="1443"/>
                    </a:cubicBezTo>
                    <a:cubicBezTo>
                      <a:pt x="503" y="1444"/>
                      <a:pt x="502" y="1446"/>
                      <a:pt x="501" y="1446"/>
                    </a:cubicBezTo>
                    <a:cubicBezTo>
                      <a:pt x="499" y="1446"/>
                      <a:pt x="500" y="1443"/>
                      <a:pt x="501" y="1443"/>
                    </a:cubicBezTo>
                    <a:close/>
                    <a:moveTo>
                      <a:pt x="493" y="1531"/>
                    </a:moveTo>
                    <a:cubicBezTo>
                      <a:pt x="492" y="1530"/>
                      <a:pt x="494" y="1529"/>
                      <a:pt x="495" y="1530"/>
                    </a:cubicBezTo>
                    <a:cubicBezTo>
                      <a:pt x="496" y="1530"/>
                      <a:pt x="496" y="1531"/>
                      <a:pt x="496" y="1531"/>
                    </a:cubicBezTo>
                    <a:cubicBezTo>
                      <a:pt x="496" y="1532"/>
                      <a:pt x="494" y="1532"/>
                      <a:pt x="493" y="1531"/>
                    </a:cubicBezTo>
                    <a:close/>
                    <a:moveTo>
                      <a:pt x="497" y="1522"/>
                    </a:moveTo>
                    <a:cubicBezTo>
                      <a:pt x="498" y="1522"/>
                      <a:pt x="499" y="1523"/>
                      <a:pt x="500" y="1524"/>
                    </a:cubicBezTo>
                    <a:cubicBezTo>
                      <a:pt x="501" y="1525"/>
                      <a:pt x="503" y="1525"/>
                      <a:pt x="504" y="1526"/>
                    </a:cubicBezTo>
                    <a:cubicBezTo>
                      <a:pt x="505" y="1527"/>
                      <a:pt x="504" y="1528"/>
                      <a:pt x="503" y="1528"/>
                    </a:cubicBezTo>
                    <a:cubicBezTo>
                      <a:pt x="501" y="1529"/>
                      <a:pt x="500" y="1528"/>
                      <a:pt x="498" y="1527"/>
                    </a:cubicBezTo>
                    <a:cubicBezTo>
                      <a:pt x="497" y="1526"/>
                      <a:pt x="493" y="1523"/>
                      <a:pt x="497" y="1522"/>
                    </a:cubicBezTo>
                    <a:close/>
                    <a:moveTo>
                      <a:pt x="509" y="1545"/>
                    </a:moveTo>
                    <a:cubicBezTo>
                      <a:pt x="507" y="1546"/>
                      <a:pt x="506" y="1547"/>
                      <a:pt x="504" y="1549"/>
                    </a:cubicBezTo>
                    <a:cubicBezTo>
                      <a:pt x="504" y="1549"/>
                      <a:pt x="503" y="1550"/>
                      <a:pt x="502" y="1550"/>
                    </a:cubicBezTo>
                    <a:cubicBezTo>
                      <a:pt x="501" y="1550"/>
                      <a:pt x="501" y="1549"/>
                      <a:pt x="502" y="1548"/>
                    </a:cubicBezTo>
                    <a:cubicBezTo>
                      <a:pt x="502" y="1547"/>
                      <a:pt x="503" y="1546"/>
                      <a:pt x="504" y="1545"/>
                    </a:cubicBezTo>
                    <a:cubicBezTo>
                      <a:pt x="505" y="1543"/>
                      <a:pt x="509" y="1542"/>
                      <a:pt x="511" y="1542"/>
                    </a:cubicBezTo>
                    <a:cubicBezTo>
                      <a:pt x="512" y="1543"/>
                      <a:pt x="510" y="1545"/>
                      <a:pt x="509" y="1545"/>
                    </a:cubicBezTo>
                    <a:close/>
                    <a:moveTo>
                      <a:pt x="523" y="1583"/>
                    </a:moveTo>
                    <a:cubicBezTo>
                      <a:pt x="521" y="1583"/>
                      <a:pt x="518" y="1580"/>
                      <a:pt x="517" y="1579"/>
                    </a:cubicBezTo>
                    <a:cubicBezTo>
                      <a:pt x="516" y="1577"/>
                      <a:pt x="515" y="1576"/>
                      <a:pt x="514" y="1574"/>
                    </a:cubicBezTo>
                    <a:cubicBezTo>
                      <a:pt x="513" y="1573"/>
                      <a:pt x="512" y="1568"/>
                      <a:pt x="515" y="1570"/>
                    </a:cubicBezTo>
                    <a:cubicBezTo>
                      <a:pt x="516" y="1571"/>
                      <a:pt x="515" y="1573"/>
                      <a:pt x="516" y="1574"/>
                    </a:cubicBezTo>
                    <a:cubicBezTo>
                      <a:pt x="516" y="1574"/>
                      <a:pt x="517" y="1574"/>
                      <a:pt x="517" y="1575"/>
                    </a:cubicBezTo>
                    <a:cubicBezTo>
                      <a:pt x="518" y="1575"/>
                      <a:pt x="518" y="1576"/>
                      <a:pt x="518" y="1576"/>
                    </a:cubicBezTo>
                    <a:cubicBezTo>
                      <a:pt x="519" y="1577"/>
                      <a:pt x="520" y="1578"/>
                      <a:pt x="521" y="1578"/>
                    </a:cubicBezTo>
                    <a:cubicBezTo>
                      <a:pt x="522" y="1579"/>
                      <a:pt x="523" y="1579"/>
                      <a:pt x="524" y="1580"/>
                    </a:cubicBezTo>
                    <a:cubicBezTo>
                      <a:pt x="524" y="1581"/>
                      <a:pt x="525" y="1582"/>
                      <a:pt x="523" y="1583"/>
                    </a:cubicBezTo>
                    <a:close/>
                    <a:moveTo>
                      <a:pt x="530" y="1503"/>
                    </a:moveTo>
                    <a:cubicBezTo>
                      <a:pt x="529" y="1504"/>
                      <a:pt x="528" y="1504"/>
                      <a:pt x="527" y="1503"/>
                    </a:cubicBezTo>
                    <a:cubicBezTo>
                      <a:pt x="527" y="1503"/>
                      <a:pt x="526" y="1501"/>
                      <a:pt x="527" y="1501"/>
                    </a:cubicBezTo>
                    <a:cubicBezTo>
                      <a:pt x="527" y="1500"/>
                      <a:pt x="528" y="1499"/>
                      <a:pt x="529" y="1499"/>
                    </a:cubicBezTo>
                    <a:cubicBezTo>
                      <a:pt x="529" y="1499"/>
                      <a:pt x="531" y="1499"/>
                      <a:pt x="531" y="1499"/>
                    </a:cubicBezTo>
                    <a:cubicBezTo>
                      <a:pt x="534" y="1501"/>
                      <a:pt x="531" y="1502"/>
                      <a:pt x="530" y="1503"/>
                    </a:cubicBezTo>
                    <a:close/>
                    <a:moveTo>
                      <a:pt x="746" y="884"/>
                    </a:moveTo>
                    <a:cubicBezTo>
                      <a:pt x="744" y="886"/>
                      <a:pt x="742" y="884"/>
                      <a:pt x="740" y="885"/>
                    </a:cubicBezTo>
                    <a:cubicBezTo>
                      <a:pt x="739" y="885"/>
                      <a:pt x="737" y="888"/>
                      <a:pt x="736" y="887"/>
                    </a:cubicBezTo>
                    <a:cubicBezTo>
                      <a:pt x="735" y="886"/>
                      <a:pt x="735" y="884"/>
                      <a:pt x="736" y="884"/>
                    </a:cubicBezTo>
                    <a:cubicBezTo>
                      <a:pt x="736" y="883"/>
                      <a:pt x="738" y="882"/>
                      <a:pt x="739" y="882"/>
                    </a:cubicBezTo>
                    <a:cubicBezTo>
                      <a:pt x="740" y="882"/>
                      <a:pt x="741" y="882"/>
                      <a:pt x="742" y="882"/>
                    </a:cubicBezTo>
                    <a:cubicBezTo>
                      <a:pt x="743" y="882"/>
                      <a:pt x="744" y="881"/>
                      <a:pt x="745" y="881"/>
                    </a:cubicBezTo>
                    <a:cubicBezTo>
                      <a:pt x="747" y="881"/>
                      <a:pt x="746" y="883"/>
                      <a:pt x="746" y="884"/>
                    </a:cubicBezTo>
                    <a:close/>
                    <a:moveTo>
                      <a:pt x="760" y="889"/>
                    </a:moveTo>
                    <a:cubicBezTo>
                      <a:pt x="758" y="889"/>
                      <a:pt x="754" y="889"/>
                      <a:pt x="753" y="890"/>
                    </a:cubicBezTo>
                    <a:cubicBezTo>
                      <a:pt x="752" y="891"/>
                      <a:pt x="752" y="893"/>
                      <a:pt x="750" y="893"/>
                    </a:cubicBezTo>
                    <a:cubicBezTo>
                      <a:pt x="750" y="892"/>
                      <a:pt x="750" y="890"/>
                      <a:pt x="750" y="889"/>
                    </a:cubicBezTo>
                    <a:cubicBezTo>
                      <a:pt x="751" y="888"/>
                      <a:pt x="752" y="887"/>
                      <a:pt x="753" y="886"/>
                    </a:cubicBezTo>
                    <a:cubicBezTo>
                      <a:pt x="754" y="884"/>
                      <a:pt x="756" y="884"/>
                      <a:pt x="758" y="885"/>
                    </a:cubicBezTo>
                    <a:cubicBezTo>
                      <a:pt x="760" y="885"/>
                      <a:pt x="762" y="884"/>
                      <a:pt x="763" y="886"/>
                    </a:cubicBezTo>
                    <a:cubicBezTo>
                      <a:pt x="763" y="888"/>
                      <a:pt x="761" y="889"/>
                      <a:pt x="760" y="88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60" name="Freeform 3063">
                <a:extLst>
                  <a:ext uri="{FF2B5EF4-FFF2-40B4-BE49-F238E27FC236}">
                    <a16:creationId xmlns:a16="http://schemas.microsoft.com/office/drawing/2014/main" id="{08765F97-E451-466A-8249-F6A1793F9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745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61" name="Freeform 3064">
                <a:extLst>
                  <a:ext uri="{FF2B5EF4-FFF2-40B4-BE49-F238E27FC236}">
                    <a16:creationId xmlns:a16="http://schemas.microsoft.com/office/drawing/2014/main" id="{92227E07-C715-4A84-83A1-790449C26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482"/>
                <a:ext cx="5" cy="6"/>
              </a:xfrm>
              <a:custGeom>
                <a:avLst/>
                <a:gdLst>
                  <a:gd name="T0" fmla="*/ 5 w 14"/>
                  <a:gd name="T1" fmla="*/ 11 h 13"/>
                  <a:gd name="T2" fmla="*/ 7 w 14"/>
                  <a:gd name="T3" fmla="*/ 9 h 13"/>
                  <a:gd name="T4" fmla="*/ 9 w 14"/>
                  <a:gd name="T5" fmla="*/ 9 h 13"/>
                  <a:gd name="T6" fmla="*/ 11 w 14"/>
                  <a:gd name="T7" fmla="*/ 7 h 13"/>
                  <a:gd name="T8" fmla="*/ 11 w 14"/>
                  <a:gd name="T9" fmla="*/ 7 h 13"/>
                  <a:gd name="T10" fmla="*/ 13 w 14"/>
                  <a:gd name="T11" fmla="*/ 3 h 13"/>
                  <a:gd name="T12" fmla="*/ 14 w 14"/>
                  <a:gd name="T13" fmla="*/ 1 h 13"/>
                  <a:gd name="T14" fmla="*/ 12 w 14"/>
                  <a:gd name="T15" fmla="*/ 0 h 13"/>
                  <a:gd name="T16" fmla="*/ 9 w 14"/>
                  <a:gd name="T17" fmla="*/ 1 h 13"/>
                  <a:gd name="T18" fmla="*/ 7 w 14"/>
                  <a:gd name="T19" fmla="*/ 4 h 13"/>
                  <a:gd name="T20" fmla="*/ 7 w 14"/>
                  <a:gd name="T21" fmla="*/ 4 h 13"/>
                  <a:gd name="T22" fmla="*/ 5 w 14"/>
                  <a:gd name="T23" fmla="*/ 5 h 13"/>
                  <a:gd name="T24" fmla="*/ 3 w 14"/>
                  <a:gd name="T25" fmla="*/ 7 h 13"/>
                  <a:gd name="T26" fmla="*/ 2 w 14"/>
                  <a:gd name="T27" fmla="*/ 9 h 13"/>
                  <a:gd name="T28" fmla="*/ 1 w 14"/>
                  <a:gd name="T29" fmla="*/ 10 h 13"/>
                  <a:gd name="T30" fmla="*/ 1 w 14"/>
                  <a:gd name="T31" fmla="*/ 13 h 13"/>
                  <a:gd name="T32" fmla="*/ 2 w 14"/>
                  <a:gd name="T33" fmla="*/ 13 h 13"/>
                  <a:gd name="T34" fmla="*/ 3 w 14"/>
                  <a:gd name="T35" fmla="*/ 13 h 13"/>
                  <a:gd name="T36" fmla="*/ 5 w 14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3">
                    <a:moveTo>
                      <a:pt x="5" y="11"/>
                    </a:moveTo>
                    <a:cubicBezTo>
                      <a:pt x="5" y="10"/>
                      <a:pt x="6" y="10"/>
                      <a:pt x="7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10" y="8"/>
                      <a:pt x="10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3" y="3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  <a:cubicBezTo>
                      <a:pt x="9" y="2"/>
                      <a:pt x="8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5" y="5"/>
                      <a:pt x="5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3" y="7"/>
                      <a:pt x="3" y="8"/>
                      <a:pt x="2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11"/>
                      <a:pt x="0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1"/>
                      <a:pt x="5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62" name="Freeform 3065">
                <a:extLst>
                  <a:ext uri="{FF2B5EF4-FFF2-40B4-BE49-F238E27FC236}">
                    <a16:creationId xmlns:a16="http://schemas.microsoft.com/office/drawing/2014/main" id="{DABC56FB-C2B6-4D72-AB45-D54CB73D3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89"/>
                <a:ext cx="5" cy="4"/>
              </a:xfrm>
              <a:custGeom>
                <a:avLst/>
                <a:gdLst>
                  <a:gd name="T0" fmla="*/ 7 w 13"/>
                  <a:gd name="T1" fmla="*/ 7 h 10"/>
                  <a:gd name="T2" fmla="*/ 4 w 13"/>
                  <a:gd name="T3" fmla="*/ 8 h 10"/>
                  <a:gd name="T4" fmla="*/ 3 w 13"/>
                  <a:gd name="T5" fmla="*/ 9 h 10"/>
                  <a:gd name="T6" fmla="*/ 3 w 13"/>
                  <a:gd name="T7" fmla="*/ 10 h 10"/>
                  <a:gd name="T8" fmla="*/ 1 w 13"/>
                  <a:gd name="T9" fmla="*/ 9 h 10"/>
                  <a:gd name="T10" fmla="*/ 1 w 13"/>
                  <a:gd name="T11" fmla="*/ 7 h 10"/>
                  <a:gd name="T12" fmla="*/ 1 w 13"/>
                  <a:gd name="T13" fmla="*/ 7 h 10"/>
                  <a:gd name="T14" fmla="*/ 2 w 13"/>
                  <a:gd name="T15" fmla="*/ 6 h 10"/>
                  <a:gd name="T16" fmla="*/ 2 w 13"/>
                  <a:gd name="T17" fmla="*/ 6 h 10"/>
                  <a:gd name="T18" fmla="*/ 3 w 13"/>
                  <a:gd name="T19" fmla="*/ 5 h 10"/>
                  <a:gd name="T20" fmla="*/ 5 w 13"/>
                  <a:gd name="T21" fmla="*/ 4 h 10"/>
                  <a:gd name="T22" fmla="*/ 6 w 13"/>
                  <a:gd name="T23" fmla="*/ 3 h 10"/>
                  <a:gd name="T24" fmla="*/ 9 w 13"/>
                  <a:gd name="T25" fmla="*/ 1 h 10"/>
                  <a:gd name="T26" fmla="*/ 11 w 13"/>
                  <a:gd name="T27" fmla="*/ 0 h 10"/>
                  <a:gd name="T28" fmla="*/ 12 w 13"/>
                  <a:gd name="T29" fmla="*/ 0 h 10"/>
                  <a:gd name="T30" fmla="*/ 13 w 13"/>
                  <a:gd name="T31" fmla="*/ 1 h 10"/>
                  <a:gd name="T32" fmla="*/ 13 w 13"/>
                  <a:gd name="T33" fmla="*/ 3 h 10"/>
                  <a:gd name="T34" fmla="*/ 11 w 13"/>
                  <a:gd name="T35" fmla="*/ 4 h 10"/>
                  <a:gd name="T36" fmla="*/ 11 w 13"/>
                  <a:gd name="T37" fmla="*/ 4 h 10"/>
                  <a:gd name="T38" fmla="*/ 10 w 13"/>
                  <a:gd name="T39" fmla="*/ 4 h 10"/>
                  <a:gd name="T40" fmla="*/ 10 w 13"/>
                  <a:gd name="T41" fmla="*/ 5 h 10"/>
                  <a:gd name="T42" fmla="*/ 9 w 13"/>
                  <a:gd name="T43" fmla="*/ 6 h 10"/>
                  <a:gd name="T44" fmla="*/ 8 w 13"/>
                  <a:gd name="T45" fmla="*/ 6 h 10"/>
                  <a:gd name="T46" fmla="*/ 7 w 13"/>
                  <a:gd name="T4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10">
                    <a:moveTo>
                      <a:pt x="7" y="7"/>
                    </a:moveTo>
                    <a:cubicBezTo>
                      <a:pt x="6" y="7"/>
                      <a:pt x="5" y="7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3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6"/>
                      <a:pt x="7" y="7"/>
                      <a:pt x="7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63" name="Freeform 3066">
                <a:extLst>
                  <a:ext uri="{FF2B5EF4-FFF2-40B4-BE49-F238E27FC236}">
                    <a16:creationId xmlns:a16="http://schemas.microsoft.com/office/drawing/2014/main" id="{2EC2690A-51EB-473C-95C1-07237074B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78"/>
                <a:ext cx="5" cy="8"/>
              </a:xfrm>
              <a:custGeom>
                <a:avLst/>
                <a:gdLst>
                  <a:gd name="T0" fmla="*/ 11 w 13"/>
                  <a:gd name="T1" fmla="*/ 9 h 18"/>
                  <a:gd name="T2" fmla="*/ 11 w 13"/>
                  <a:gd name="T3" fmla="*/ 9 h 18"/>
                  <a:gd name="T4" fmla="*/ 11 w 13"/>
                  <a:gd name="T5" fmla="*/ 8 h 18"/>
                  <a:gd name="T6" fmla="*/ 11 w 13"/>
                  <a:gd name="T7" fmla="*/ 1 h 18"/>
                  <a:gd name="T8" fmla="*/ 7 w 13"/>
                  <a:gd name="T9" fmla="*/ 1 h 18"/>
                  <a:gd name="T10" fmla="*/ 8 w 13"/>
                  <a:gd name="T11" fmla="*/ 4 h 18"/>
                  <a:gd name="T12" fmla="*/ 6 w 13"/>
                  <a:gd name="T13" fmla="*/ 8 h 18"/>
                  <a:gd name="T14" fmla="*/ 3 w 13"/>
                  <a:gd name="T15" fmla="*/ 11 h 18"/>
                  <a:gd name="T16" fmla="*/ 0 w 13"/>
                  <a:gd name="T17" fmla="*/ 16 h 18"/>
                  <a:gd name="T18" fmla="*/ 4 w 13"/>
                  <a:gd name="T19" fmla="*/ 17 h 18"/>
                  <a:gd name="T20" fmla="*/ 6 w 13"/>
                  <a:gd name="T21" fmla="*/ 15 h 18"/>
                  <a:gd name="T22" fmla="*/ 7 w 13"/>
                  <a:gd name="T23" fmla="*/ 12 h 18"/>
                  <a:gd name="T24" fmla="*/ 11 w 13"/>
                  <a:gd name="T2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8"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2" y="6"/>
                      <a:pt x="13" y="3"/>
                      <a:pt x="11" y="1"/>
                    </a:cubicBezTo>
                    <a:cubicBezTo>
                      <a:pt x="10" y="0"/>
                      <a:pt x="8" y="0"/>
                      <a:pt x="7" y="1"/>
                    </a:cubicBezTo>
                    <a:cubicBezTo>
                      <a:pt x="6" y="2"/>
                      <a:pt x="7" y="3"/>
                      <a:pt x="8" y="4"/>
                    </a:cubicBezTo>
                    <a:cubicBezTo>
                      <a:pt x="9" y="5"/>
                      <a:pt x="7" y="7"/>
                      <a:pt x="6" y="8"/>
                    </a:cubicBezTo>
                    <a:cubicBezTo>
                      <a:pt x="5" y="9"/>
                      <a:pt x="5" y="10"/>
                      <a:pt x="3" y="11"/>
                    </a:cubicBezTo>
                    <a:cubicBezTo>
                      <a:pt x="2" y="12"/>
                      <a:pt x="0" y="14"/>
                      <a:pt x="0" y="16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5" y="16"/>
                      <a:pt x="5" y="16"/>
                      <a:pt x="6" y="15"/>
                    </a:cubicBezTo>
                    <a:cubicBezTo>
                      <a:pt x="6" y="14"/>
                      <a:pt x="7" y="13"/>
                      <a:pt x="7" y="12"/>
                    </a:cubicBezTo>
                    <a:cubicBezTo>
                      <a:pt x="8" y="10"/>
                      <a:pt x="9" y="10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64" name="Freeform 3067">
                <a:extLst>
                  <a:ext uri="{FF2B5EF4-FFF2-40B4-BE49-F238E27FC236}">
                    <a16:creationId xmlns:a16="http://schemas.microsoft.com/office/drawing/2014/main" id="{8DEEB3A3-2FFA-4533-8213-8D8F0EC6D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86"/>
                <a:ext cx="2" cy="4"/>
              </a:xfrm>
              <a:custGeom>
                <a:avLst/>
                <a:gdLst>
                  <a:gd name="T0" fmla="*/ 2 w 4"/>
                  <a:gd name="T1" fmla="*/ 9 h 9"/>
                  <a:gd name="T2" fmla="*/ 4 w 4"/>
                  <a:gd name="T3" fmla="*/ 6 h 9"/>
                  <a:gd name="T4" fmla="*/ 3 w 4"/>
                  <a:gd name="T5" fmla="*/ 3 h 9"/>
                  <a:gd name="T6" fmla="*/ 3 w 4"/>
                  <a:gd name="T7" fmla="*/ 1 h 9"/>
                  <a:gd name="T8" fmla="*/ 2 w 4"/>
                  <a:gd name="T9" fmla="*/ 0 h 9"/>
                  <a:gd name="T10" fmla="*/ 1 w 4"/>
                  <a:gd name="T11" fmla="*/ 1 h 9"/>
                  <a:gd name="T12" fmla="*/ 0 w 4"/>
                  <a:gd name="T13" fmla="*/ 1 h 9"/>
                  <a:gd name="T14" fmla="*/ 0 w 4"/>
                  <a:gd name="T15" fmla="*/ 2 h 9"/>
                  <a:gd name="T16" fmla="*/ 0 w 4"/>
                  <a:gd name="T17" fmla="*/ 4 h 9"/>
                  <a:gd name="T18" fmla="*/ 0 w 4"/>
                  <a:gd name="T19" fmla="*/ 5 h 9"/>
                  <a:gd name="T20" fmla="*/ 1 w 4"/>
                  <a:gd name="T21" fmla="*/ 7 h 9"/>
                  <a:gd name="T22" fmla="*/ 2 w 4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4" y="9"/>
                      <a:pt x="4" y="7"/>
                      <a:pt x="4" y="6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0" y="6"/>
                      <a:pt x="1" y="7"/>
                    </a:cubicBezTo>
                    <a:cubicBezTo>
                      <a:pt x="1" y="7"/>
                      <a:pt x="2" y="8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1876" name="Group 3269">
              <a:extLst>
                <a:ext uri="{FF2B5EF4-FFF2-40B4-BE49-F238E27FC236}">
                  <a16:creationId xmlns:a16="http://schemas.microsoft.com/office/drawing/2014/main" id="{75CB0AF8-0A15-4DB0-B8D6-DA03191B83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2" y="1215"/>
              <a:ext cx="647" cy="1386"/>
              <a:chOff x="1962" y="1215"/>
              <a:chExt cx="647" cy="1386"/>
            </a:xfrm>
            <a:grpFill/>
          </p:grpSpPr>
          <p:sp>
            <p:nvSpPr>
              <p:cNvPr id="4082" name="Freeform 3069">
                <a:extLst>
                  <a:ext uri="{FF2B5EF4-FFF2-40B4-BE49-F238E27FC236}">
                    <a16:creationId xmlns:a16="http://schemas.microsoft.com/office/drawing/2014/main" id="{9234F49B-2F23-4AE0-A495-19E3DF91C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78"/>
                <a:ext cx="6" cy="7"/>
              </a:xfrm>
              <a:custGeom>
                <a:avLst/>
                <a:gdLst>
                  <a:gd name="T0" fmla="*/ 10 w 13"/>
                  <a:gd name="T1" fmla="*/ 9 h 17"/>
                  <a:gd name="T2" fmla="*/ 7 w 13"/>
                  <a:gd name="T3" fmla="*/ 6 h 17"/>
                  <a:gd name="T4" fmla="*/ 3 w 13"/>
                  <a:gd name="T5" fmla="*/ 5 h 17"/>
                  <a:gd name="T6" fmla="*/ 0 w 13"/>
                  <a:gd name="T7" fmla="*/ 5 h 17"/>
                  <a:gd name="T8" fmla="*/ 1 w 13"/>
                  <a:gd name="T9" fmla="*/ 2 h 17"/>
                  <a:gd name="T10" fmla="*/ 4 w 13"/>
                  <a:gd name="T11" fmla="*/ 0 h 17"/>
                  <a:gd name="T12" fmla="*/ 7 w 13"/>
                  <a:gd name="T13" fmla="*/ 0 h 17"/>
                  <a:gd name="T14" fmla="*/ 9 w 13"/>
                  <a:gd name="T15" fmla="*/ 0 h 17"/>
                  <a:gd name="T16" fmla="*/ 12 w 13"/>
                  <a:gd name="T17" fmla="*/ 2 h 17"/>
                  <a:gd name="T18" fmla="*/ 12 w 13"/>
                  <a:gd name="T19" fmla="*/ 6 h 17"/>
                  <a:gd name="T20" fmla="*/ 13 w 13"/>
                  <a:gd name="T21" fmla="*/ 8 h 17"/>
                  <a:gd name="T22" fmla="*/ 13 w 13"/>
                  <a:gd name="T23" fmla="*/ 11 h 17"/>
                  <a:gd name="T24" fmla="*/ 13 w 13"/>
                  <a:gd name="T25" fmla="*/ 15 h 17"/>
                  <a:gd name="T26" fmla="*/ 12 w 13"/>
                  <a:gd name="T27" fmla="*/ 17 h 17"/>
                  <a:gd name="T28" fmla="*/ 11 w 13"/>
                  <a:gd name="T29" fmla="*/ 16 h 17"/>
                  <a:gd name="T30" fmla="*/ 10 w 13"/>
                  <a:gd name="T31" fmla="*/ 13 h 17"/>
                  <a:gd name="T32" fmla="*/ 10 w 13"/>
                  <a:gd name="T3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7">
                    <a:moveTo>
                      <a:pt x="10" y="9"/>
                    </a:moveTo>
                    <a:cubicBezTo>
                      <a:pt x="9" y="7"/>
                      <a:pt x="8" y="7"/>
                      <a:pt x="7" y="6"/>
                    </a:cubicBezTo>
                    <a:cubicBezTo>
                      <a:pt x="6" y="6"/>
                      <a:pt x="4" y="5"/>
                      <a:pt x="3" y="5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2" y="1"/>
                      <a:pt x="12" y="2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12"/>
                      <a:pt x="13" y="13"/>
                      <a:pt x="13" y="15"/>
                    </a:cubicBezTo>
                    <a:cubicBezTo>
                      <a:pt x="13" y="15"/>
                      <a:pt x="13" y="17"/>
                      <a:pt x="12" y="17"/>
                    </a:cubicBezTo>
                    <a:cubicBezTo>
                      <a:pt x="12" y="17"/>
                      <a:pt x="11" y="16"/>
                      <a:pt x="11" y="16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11"/>
                      <a:pt x="10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3" name="Freeform 3070">
                <a:extLst>
                  <a:ext uri="{FF2B5EF4-FFF2-40B4-BE49-F238E27FC236}">
                    <a16:creationId xmlns:a16="http://schemas.microsoft.com/office/drawing/2014/main" id="{3108A227-436E-4C87-A823-C9199E055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478"/>
                <a:ext cx="7" cy="6"/>
              </a:xfrm>
              <a:custGeom>
                <a:avLst/>
                <a:gdLst>
                  <a:gd name="T0" fmla="*/ 6 w 17"/>
                  <a:gd name="T1" fmla="*/ 13 h 16"/>
                  <a:gd name="T2" fmla="*/ 3 w 17"/>
                  <a:gd name="T3" fmla="*/ 13 h 16"/>
                  <a:gd name="T4" fmla="*/ 1 w 17"/>
                  <a:gd name="T5" fmla="*/ 13 h 16"/>
                  <a:gd name="T6" fmla="*/ 0 w 17"/>
                  <a:gd name="T7" fmla="*/ 11 h 16"/>
                  <a:gd name="T8" fmla="*/ 2 w 17"/>
                  <a:gd name="T9" fmla="*/ 9 h 16"/>
                  <a:gd name="T10" fmla="*/ 7 w 17"/>
                  <a:gd name="T11" fmla="*/ 6 h 16"/>
                  <a:gd name="T12" fmla="*/ 10 w 17"/>
                  <a:gd name="T13" fmla="*/ 2 h 16"/>
                  <a:gd name="T14" fmla="*/ 10 w 17"/>
                  <a:gd name="T15" fmla="*/ 2 h 16"/>
                  <a:gd name="T16" fmla="*/ 13 w 17"/>
                  <a:gd name="T17" fmla="*/ 0 h 16"/>
                  <a:gd name="T18" fmla="*/ 17 w 17"/>
                  <a:gd name="T19" fmla="*/ 2 h 16"/>
                  <a:gd name="T20" fmla="*/ 14 w 17"/>
                  <a:gd name="T21" fmla="*/ 6 h 16"/>
                  <a:gd name="T22" fmla="*/ 15 w 17"/>
                  <a:gd name="T23" fmla="*/ 11 h 16"/>
                  <a:gd name="T24" fmla="*/ 15 w 17"/>
                  <a:gd name="T25" fmla="*/ 15 h 16"/>
                  <a:gd name="T26" fmla="*/ 14 w 17"/>
                  <a:gd name="T27" fmla="*/ 16 h 16"/>
                  <a:gd name="T28" fmla="*/ 12 w 17"/>
                  <a:gd name="T29" fmla="*/ 14 h 16"/>
                  <a:gd name="T30" fmla="*/ 11 w 17"/>
                  <a:gd name="T31" fmla="*/ 13 h 16"/>
                  <a:gd name="T32" fmla="*/ 6 w 17"/>
                  <a:gd name="T33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6">
                    <a:moveTo>
                      <a:pt x="6" y="13"/>
                    </a:moveTo>
                    <a:cubicBezTo>
                      <a:pt x="5" y="13"/>
                      <a:pt x="4" y="13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2"/>
                      <a:pt x="0" y="12"/>
                      <a:pt x="0" y="11"/>
                    </a:cubicBezTo>
                    <a:cubicBezTo>
                      <a:pt x="0" y="10"/>
                      <a:pt x="1" y="9"/>
                      <a:pt x="2" y="9"/>
                    </a:cubicBezTo>
                    <a:cubicBezTo>
                      <a:pt x="3" y="8"/>
                      <a:pt x="5" y="7"/>
                      <a:pt x="7" y="6"/>
                    </a:cubicBezTo>
                    <a:cubicBezTo>
                      <a:pt x="9" y="5"/>
                      <a:pt x="10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1"/>
                      <a:pt x="12" y="0"/>
                      <a:pt x="13" y="0"/>
                    </a:cubicBezTo>
                    <a:cubicBezTo>
                      <a:pt x="15" y="0"/>
                      <a:pt x="17" y="0"/>
                      <a:pt x="17" y="2"/>
                    </a:cubicBezTo>
                    <a:cubicBezTo>
                      <a:pt x="17" y="4"/>
                      <a:pt x="15" y="5"/>
                      <a:pt x="14" y="6"/>
                    </a:cubicBezTo>
                    <a:cubicBezTo>
                      <a:pt x="14" y="8"/>
                      <a:pt x="14" y="10"/>
                      <a:pt x="15" y="11"/>
                    </a:cubicBezTo>
                    <a:cubicBezTo>
                      <a:pt x="15" y="12"/>
                      <a:pt x="15" y="14"/>
                      <a:pt x="15" y="15"/>
                    </a:cubicBezTo>
                    <a:cubicBezTo>
                      <a:pt x="14" y="15"/>
                      <a:pt x="14" y="16"/>
                      <a:pt x="14" y="16"/>
                    </a:cubicBezTo>
                    <a:cubicBezTo>
                      <a:pt x="13" y="16"/>
                      <a:pt x="13" y="15"/>
                      <a:pt x="12" y="14"/>
                    </a:cubicBezTo>
                    <a:cubicBezTo>
                      <a:pt x="12" y="14"/>
                      <a:pt x="12" y="13"/>
                      <a:pt x="11" y="13"/>
                    </a:cubicBezTo>
                    <a:cubicBezTo>
                      <a:pt x="10" y="12"/>
                      <a:pt x="8" y="13"/>
                      <a:pt x="6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4" name="Freeform 3071">
                <a:extLst>
                  <a:ext uri="{FF2B5EF4-FFF2-40B4-BE49-F238E27FC236}">
                    <a16:creationId xmlns:a16="http://schemas.microsoft.com/office/drawing/2014/main" id="{9F3F106B-DB78-437F-AACC-86E988313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33"/>
                <a:ext cx="8" cy="9"/>
              </a:xfrm>
              <a:custGeom>
                <a:avLst/>
                <a:gdLst>
                  <a:gd name="T0" fmla="*/ 6 w 18"/>
                  <a:gd name="T1" fmla="*/ 12 h 21"/>
                  <a:gd name="T2" fmla="*/ 4 w 18"/>
                  <a:gd name="T3" fmla="*/ 8 h 21"/>
                  <a:gd name="T4" fmla="*/ 3 w 18"/>
                  <a:gd name="T5" fmla="*/ 1 h 21"/>
                  <a:gd name="T6" fmla="*/ 9 w 18"/>
                  <a:gd name="T7" fmla="*/ 3 h 21"/>
                  <a:gd name="T8" fmla="*/ 14 w 18"/>
                  <a:gd name="T9" fmla="*/ 7 h 21"/>
                  <a:gd name="T10" fmla="*/ 17 w 18"/>
                  <a:gd name="T11" fmla="*/ 17 h 21"/>
                  <a:gd name="T12" fmla="*/ 7 w 18"/>
                  <a:gd name="T13" fmla="*/ 17 h 21"/>
                  <a:gd name="T14" fmla="*/ 6 w 18"/>
                  <a:gd name="T15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1">
                    <a:moveTo>
                      <a:pt x="6" y="12"/>
                    </a:moveTo>
                    <a:cubicBezTo>
                      <a:pt x="6" y="11"/>
                      <a:pt x="5" y="9"/>
                      <a:pt x="4" y="8"/>
                    </a:cubicBezTo>
                    <a:cubicBezTo>
                      <a:pt x="3" y="6"/>
                      <a:pt x="0" y="1"/>
                      <a:pt x="3" y="1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11" y="4"/>
                      <a:pt x="13" y="5"/>
                      <a:pt x="14" y="7"/>
                    </a:cubicBezTo>
                    <a:cubicBezTo>
                      <a:pt x="17" y="9"/>
                      <a:pt x="18" y="14"/>
                      <a:pt x="17" y="17"/>
                    </a:cubicBezTo>
                    <a:cubicBezTo>
                      <a:pt x="15" y="21"/>
                      <a:pt x="10" y="19"/>
                      <a:pt x="7" y="17"/>
                    </a:cubicBezTo>
                    <a:cubicBezTo>
                      <a:pt x="5" y="16"/>
                      <a:pt x="6" y="15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5" name="Freeform 3072">
                <a:extLst>
                  <a:ext uri="{FF2B5EF4-FFF2-40B4-BE49-F238E27FC236}">
                    <a16:creationId xmlns:a16="http://schemas.microsoft.com/office/drawing/2014/main" id="{4B9388DA-C910-4518-8470-725BD9E6E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9"/>
                <a:ext cx="9" cy="6"/>
              </a:xfrm>
              <a:custGeom>
                <a:avLst/>
                <a:gdLst>
                  <a:gd name="T0" fmla="*/ 9 w 23"/>
                  <a:gd name="T1" fmla="*/ 9 h 15"/>
                  <a:gd name="T2" fmla="*/ 5 w 23"/>
                  <a:gd name="T3" fmla="*/ 9 h 15"/>
                  <a:gd name="T4" fmla="*/ 0 w 23"/>
                  <a:gd name="T5" fmla="*/ 9 h 15"/>
                  <a:gd name="T6" fmla="*/ 5 w 23"/>
                  <a:gd name="T7" fmla="*/ 6 h 15"/>
                  <a:gd name="T8" fmla="*/ 10 w 23"/>
                  <a:gd name="T9" fmla="*/ 3 h 15"/>
                  <a:gd name="T10" fmla="*/ 14 w 23"/>
                  <a:gd name="T11" fmla="*/ 1 h 15"/>
                  <a:gd name="T12" fmla="*/ 23 w 23"/>
                  <a:gd name="T13" fmla="*/ 4 h 15"/>
                  <a:gd name="T14" fmla="*/ 22 w 23"/>
                  <a:gd name="T15" fmla="*/ 7 h 15"/>
                  <a:gd name="T16" fmla="*/ 22 w 23"/>
                  <a:gd name="T17" fmla="*/ 11 h 15"/>
                  <a:gd name="T18" fmla="*/ 19 w 23"/>
                  <a:gd name="T19" fmla="*/ 14 h 15"/>
                  <a:gd name="T20" fmla="*/ 15 w 23"/>
                  <a:gd name="T21" fmla="*/ 10 h 15"/>
                  <a:gd name="T22" fmla="*/ 9 w 23"/>
                  <a:gd name="T23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9" y="9"/>
                    </a:moveTo>
                    <a:cubicBezTo>
                      <a:pt x="7" y="10"/>
                      <a:pt x="6" y="10"/>
                      <a:pt x="5" y="9"/>
                    </a:cubicBezTo>
                    <a:cubicBezTo>
                      <a:pt x="3" y="9"/>
                      <a:pt x="1" y="10"/>
                      <a:pt x="0" y="9"/>
                    </a:cubicBezTo>
                    <a:cubicBezTo>
                      <a:pt x="1" y="8"/>
                      <a:pt x="3" y="7"/>
                      <a:pt x="5" y="6"/>
                    </a:cubicBezTo>
                    <a:cubicBezTo>
                      <a:pt x="7" y="6"/>
                      <a:pt x="9" y="5"/>
                      <a:pt x="10" y="3"/>
                    </a:cubicBezTo>
                    <a:cubicBezTo>
                      <a:pt x="11" y="2"/>
                      <a:pt x="12" y="1"/>
                      <a:pt x="14" y="1"/>
                    </a:cubicBezTo>
                    <a:cubicBezTo>
                      <a:pt x="16" y="0"/>
                      <a:pt x="23" y="0"/>
                      <a:pt x="23" y="4"/>
                    </a:cubicBezTo>
                    <a:cubicBezTo>
                      <a:pt x="22" y="5"/>
                      <a:pt x="22" y="6"/>
                      <a:pt x="22" y="7"/>
                    </a:cubicBezTo>
                    <a:cubicBezTo>
                      <a:pt x="22" y="9"/>
                      <a:pt x="22" y="10"/>
                      <a:pt x="22" y="11"/>
                    </a:cubicBezTo>
                    <a:cubicBezTo>
                      <a:pt x="22" y="13"/>
                      <a:pt x="21" y="15"/>
                      <a:pt x="19" y="14"/>
                    </a:cubicBezTo>
                    <a:cubicBezTo>
                      <a:pt x="17" y="13"/>
                      <a:pt x="17" y="11"/>
                      <a:pt x="15" y="10"/>
                    </a:cubicBezTo>
                    <a:cubicBezTo>
                      <a:pt x="13" y="8"/>
                      <a:pt x="11" y="9"/>
                      <a:pt x="9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6" name="Freeform 3073">
                <a:extLst>
                  <a:ext uri="{FF2B5EF4-FFF2-40B4-BE49-F238E27FC236}">
                    <a16:creationId xmlns:a16="http://schemas.microsoft.com/office/drawing/2014/main" id="{97B9130C-F7CD-4670-97EC-347253FF0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572"/>
                <a:ext cx="5" cy="3"/>
              </a:xfrm>
              <a:custGeom>
                <a:avLst/>
                <a:gdLst>
                  <a:gd name="T0" fmla="*/ 0 w 14"/>
                  <a:gd name="T1" fmla="*/ 4 h 8"/>
                  <a:gd name="T2" fmla="*/ 6 w 14"/>
                  <a:gd name="T3" fmla="*/ 1 h 8"/>
                  <a:gd name="T4" fmla="*/ 13 w 14"/>
                  <a:gd name="T5" fmla="*/ 2 h 8"/>
                  <a:gd name="T6" fmla="*/ 11 w 14"/>
                  <a:gd name="T7" fmla="*/ 6 h 8"/>
                  <a:gd name="T8" fmla="*/ 5 w 14"/>
                  <a:gd name="T9" fmla="*/ 7 h 8"/>
                  <a:gd name="T10" fmla="*/ 1 w 14"/>
                  <a:gd name="T11" fmla="*/ 6 h 8"/>
                  <a:gd name="T12" fmla="*/ 0 w 14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0" y="4"/>
                    </a:moveTo>
                    <a:cubicBezTo>
                      <a:pt x="0" y="2"/>
                      <a:pt x="4" y="1"/>
                      <a:pt x="6" y="1"/>
                    </a:cubicBezTo>
                    <a:cubicBezTo>
                      <a:pt x="8" y="0"/>
                      <a:pt x="12" y="0"/>
                      <a:pt x="13" y="2"/>
                    </a:cubicBezTo>
                    <a:cubicBezTo>
                      <a:pt x="14" y="4"/>
                      <a:pt x="13" y="6"/>
                      <a:pt x="11" y="6"/>
                    </a:cubicBezTo>
                    <a:cubicBezTo>
                      <a:pt x="9" y="7"/>
                      <a:pt x="7" y="8"/>
                      <a:pt x="5" y="7"/>
                    </a:cubicBezTo>
                    <a:cubicBezTo>
                      <a:pt x="4" y="6"/>
                      <a:pt x="2" y="6"/>
                      <a:pt x="1" y="6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7" name="Freeform 3074">
                <a:extLst>
                  <a:ext uri="{FF2B5EF4-FFF2-40B4-BE49-F238E27FC236}">
                    <a16:creationId xmlns:a16="http://schemas.microsoft.com/office/drawing/2014/main" id="{29E8DC76-B099-417D-8F03-77EBD0CB1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592"/>
                <a:ext cx="3" cy="4"/>
              </a:xfrm>
              <a:custGeom>
                <a:avLst/>
                <a:gdLst>
                  <a:gd name="T0" fmla="*/ 2 w 8"/>
                  <a:gd name="T1" fmla="*/ 9 h 9"/>
                  <a:gd name="T2" fmla="*/ 0 w 8"/>
                  <a:gd name="T3" fmla="*/ 3 h 9"/>
                  <a:gd name="T4" fmla="*/ 2 w 8"/>
                  <a:gd name="T5" fmla="*/ 1 h 9"/>
                  <a:gd name="T6" fmla="*/ 5 w 8"/>
                  <a:gd name="T7" fmla="*/ 0 h 9"/>
                  <a:gd name="T8" fmla="*/ 8 w 8"/>
                  <a:gd name="T9" fmla="*/ 1 h 9"/>
                  <a:gd name="T10" fmla="*/ 7 w 8"/>
                  <a:gd name="T11" fmla="*/ 5 h 9"/>
                  <a:gd name="T12" fmla="*/ 4 w 8"/>
                  <a:gd name="T13" fmla="*/ 8 h 9"/>
                  <a:gd name="T14" fmla="*/ 2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9"/>
                      <a:pt x="0" y="5"/>
                      <a:pt x="0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6" y="6"/>
                      <a:pt x="5" y="7"/>
                      <a:pt x="4" y="8"/>
                    </a:cubicBezTo>
                    <a:cubicBezTo>
                      <a:pt x="4" y="9"/>
                      <a:pt x="3" y="9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8" name="Freeform 3075">
                <a:extLst>
                  <a:ext uri="{FF2B5EF4-FFF2-40B4-BE49-F238E27FC236}">
                    <a16:creationId xmlns:a16="http://schemas.microsoft.com/office/drawing/2014/main" id="{5B54DADA-A5A7-4DF9-92C9-AE9BB6646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598"/>
                <a:ext cx="4" cy="3"/>
              </a:xfrm>
              <a:custGeom>
                <a:avLst/>
                <a:gdLst>
                  <a:gd name="T0" fmla="*/ 0 w 8"/>
                  <a:gd name="T1" fmla="*/ 3 h 8"/>
                  <a:gd name="T2" fmla="*/ 4 w 8"/>
                  <a:gd name="T3" fmla="*/ 1 h 8"/>
                  <a:gd name="T4" fmla="*/ 8 w 8"/>
                  <a:gd name="T5" fmla="*/ 3 h 8"/>
                  <a:gd name="T6" fmla="*/ 5 w 8"/>
                  <a:gd name="T7" fmla="*/ 7 h 8"/>
                  <a:gd name="T8" fmla="*/ 3 w 8"/>
                  <a:gd name="T9" fmla="*/ 8 h 8"/>
                  <a:gd name="T10" fmla="*/ 1 w 8"/>
                  <a:gd name="T11" fmla="*/ 7 h 8"/>
                  <a:gd name="T12" fmla="*/ 0 w 8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2"/>
                      <a:pt x="8" y="3"/>
                    </a:cubicBezTo>
                    <a:cubicBezTo>
                      <a:pt x="8" y="5"/>
                      <a:pt x="7" y="6"/>
                      <a:pt x="5" y="7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9" name="Freeform 3076">
                <a:extLst>
                  <a:ext uri="{FF2B5EF4-FFF2-40B4-BE49-F238E27FC236}">
                    <a16:creationId xmlns:a16="http://schemas.microsoft.com/office/drawing/2014/main" id="{6F639543-89AC-4ABA-B8DC-187C1FC91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588"/>
                <a:ext cx="15" cy="9"/>
              </a:xfrm>
              <a:custGeom>
                <a:avLst/>
                <a:gdLst>
                  <a:gd name="T0" fmla="*/ 27 w 35"/>
                  <a:gd name="T1" fmla="*/ 12 h 22"/>
                  <a:gd name="T2" fmla="*/ 28 w 35"/>
                  <a:gd name="T3" fmla="*/ 11 h 22"/>
                  <a:gd name="T4" fmla="*/ 31 w 35"/>
                  <a:gd name="T5" fmla="*/ 9 h 22"/>
                  <a:gd name="T6" fmla="*/ 33 w 35"/>
                  <a:gd name="T7" fmla="*/ 8 h 22"/>
                  <a:gd name="T8" fmla="*/ 34 w 35"/>
                  <a:gd name="T9" fmla="*/ 6 h 22"/>
                  <a:gd name="T10" fmla="*/ 35 w 35"/>
                  <a:gd name="T11" fmla="*/ 4 h 22"/>
                  <a:gd name="T12" fmla="*/ 33 w 35"/>
                  <a:gd name="T13" fmla="*/ 1 h 22"/>
                  <a:gd name="T14" fmla="*/ 31 w 35"/>
                  <a:gd name="T15" fmla="*/ 1 h 22"/>
                  <a:gd name="T16" fmla="*/ 29 w 35"/>
                  <a:gd name="T17" fmla="*/ 0 h 22"/>
                  <a:gd name="T18" fmla="*/ 26 w 35"/>
                  <a:gd name="T19" fmla="*/ 3 h 22"/>
                  <a:gd name="T20" fmla="*/ 21 w 35"/>
                  <a:gd name="T21" fmla="*/ 7 h 22"/>
                  <a:gd name="T22" fmla="*/ 18 w 35"/>
                  <a:gd name="T23" fmla="*/ 8 h 22"/>
                  <a:gd name="T24" fmla="*/ 14 w 35"/>
                  <a:gd name="T25" fmla="*/ 7 h 22"/>
                  <a:gd name="T26" fmla="*/ 10 w 35"/>
                  <a:gd name="T27" fmla="*/ 8 h 22"/>
                  <a:gd name="T28" fmla="*/ 3 w 35"/>
                  <a:gd name="T29" fmla="*/ 9 h 22"/>
                  <a:gd name="T30" fmla="*/ 2 w 35"/>
                  <a:gd name="T31" fmla="*/ 11 h 22"/>
                  <a:gd name="T32" fmla="*/ 1 w 35"/>
                  <a:gd name="T33" fmla="*/ 15 h 22"/>
                  <a:gd name="T34" fmla="*/ 8 w 35"/>
                  <a:gd name="T35" fmla="*/ 18 h 22"/>
                  <a:gd name="T36" fmla="*/ 13 w 35"/>
                  <a:gd name="T37" fmla="*/ 21 h 22"/>
                  <a:gd name="T38" fmla="*/ 19 w 35"/>
                  <a:gd name="T39" fmla="*/ 22 h 22"/>
                  <a:gd name="T40" fmla="*/ 24 w 35"/>
                  <a:gd name="T41" fmla="*/ 22 h 22"/>
                  <a:gd name="T42" fmla="*/ 26 w 35"/>
                  <a:gd name="T43" fmla="*/ 20 h 22"/>
                  <a:gd name="T44" fmla="*/ 27 w 35"/>
                  <a:gd name="T45" fmla="*/ 16 h 22"/>
                  <a:gd name="T46" fmla="*/ 27 w 35"/>
                  <a:gd name="T47" fmla="*/ 14 h 22"/>
                  <a:gd name="T48" fmla="*/ 27 w 35"/>
                  <a:gd name="T49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22">
                    <a:moveTo>
                      <a:pt x="27" y="12"/>
                    </a:moveTo>
                    <a:cubicBezTo>
                      <a:pt x="27" y="12"/>
                      <a:pt x="28" y="11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9"/>
                      <a:pt x="32" y="9"/>
                      <a:pt x="33" y="8"/>
                    </a:cubicBezTo>
                    <a:cubicBezTo>
                      <a:pt x="33" y="7"/>
                      <a:pt x="34" y="7"/>
                      <a:pt x="34" y="6"/>
                    </a:cubicBezTo>
                    <a:cubicBezTo>
                      <a:pt x="35" y="6"/>
                      <a:pt x="35" y="5"/>
                      <a:pt x="35" y="4"/>
                    </a:cubicBezTo>
                    <a:cubicBezTo>
                      <a:pt x="35" y="3"/>
                      <a:pt x="34" y="2"/>
                      <a:pt x="33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0" y="1"/>
                      <a:pt x="29" y="0"/>
                      <a:pt x="29" y="0"/>
                    </a:cubicBezTo>
                    <a:cubicBezTo>
                      <a:pt x="28" y="1"/>
                      <a:pt x="27" y="2"/>
                      <a:pt x="26" y="3"/>
                    </a:cubicBezTo>
                    <a:cubicBezTo>
                      <a:pt x="25" y="4"/>
                      <a:pt x="23" y="5"/>
                      <a:pt x="21" y="7"/>
                    </a:cubicBezTo>
                    <a:cubicBezTo>
                      <a:pt x="20" y="7"/>
                      <a:pt x="19" y="8"/>
                      <a:pt x="18" y="8"/>
                    </a:cubicBezTo>
                    <a:cubicBezTo>
                      <a:pt x="17" y="8"/>
                      <a:pt x="15" y="7"/>
                      <a:pt x="14" y="7"/>
                    </a:cubicBezTo>
                    <a:cubicBezTo>
                      <a:pt x="13" y="7"/>
                      <a:pt x="12" y="8"/>
                      <a:pt x="10" y="8"/>
                    </a:cubicBezTo>
                    <a:cubicBezTo>
                      <a:pt x="8" y="8"/>
                      <a:pt x="5" y="8"/>
                      <a:pt x="3" y="9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1" y="12"/>
                      <a:pt x="0" y="14"/>
                      <a:pt x="1" y="15"/>
                    </a:cubicBezTo>
                    <a:cubicBezTo>
                      <a:pt x="1" y="19"/>
                      <a:pt x="5" y="18"/>
                      <a:pt x="8" y="18"/>
                    </a:cubicBezTo>
                    <a:cubicBezTo>
                      <a:pt x="10" y="18"/>
                      <a:pt x="12" y="19"/>
                      <a:pt x="13" y="21"/>
                    </a:cubicBezTo>
                    <a:cubicBezTo>
                      <a:pt x="15" y="22"/>
                      <a:pt x="17" y="22"/>
                      <a:pt x="19" y="22"/>
                    </a:cubicBezTo>
                    <a:cubicBezTo>
                      <a:pt x="20" y="22"/>
                      <a:pt x="22" y="22"/>
                      <a:pt x="24" y="22"/>
                    </a:cubicBezTo>
                    <a:cubicBezTo>
                      <a:pt x="25" y="22"/>
                      <a:pt x="26" y="22"/>
                      <a:pt x="26" y="20"/>
                    </a:cubicBezTo>
                    <a:cubicBezTo>
                      <a:pt x="27" y="19"/>
                      <a:pt x="27" y="17"/>
                      <a:pt x="27" y="16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27" y="13"/>
                      <a:pt x="26" y="12"/>
                      <a:pt x="2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0" name="Freeform 3077">
                <a:extLst>
                  <a:ext uri="{FF2B5EF4-FFF2-40B4-BE49-F238E27FC236}">
                    <a16:creationId xmlns:a16="http://schemas.microsoft.com/office/drawing/2014/main" id="{415F7299-2009-4C0B-88C5-8A7F5C53D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286"/>
                <a:ext cx="12" cy="30"/>
              </a:xfrm>
              <a:custGeom>
                <a:avLst/>
                <a:gdLst>
                  <a:gd name="T0" fmla="*/ 22 w 28"/>
                  <a:gd name="T1" fmla="*/ 54 h 75"/>
                  <a:gd name="T2" fmla="*/ 21 w 28"/>
                  <a:gd name="T3" fmla="*/ 53 h 75"/>
                  <a:gd name="T4" fmla="*/ 18 w 28"/>
                  <a:gd name="T5" fmla="*/ 51 h 75"/>
                  <a:gd name="T6" fmla="*/ 18 w 28"/>
                  <a:gd name="T7" fmla="*/ 50 h 75"/>
                  <a:gd name="T8" fmla="*/ 19 w 28"/>
                  <a:gd name="T9" fmla="*/ 49 h 75"/>
                  <a:gd name="T10" fmla="*/ 22 w 28"/>
                  <a:gd name="T11" fmla="*/ 50 h 75"/>
                  <a:gd name="T12" fmla="*/ 25 w 28"/>
                  <a:gd name="T13" fmla="*/ 50 h 75"/>
                  <a:gd name="T14" fmla="*/ 27 w 28"/>
                  <a:gd name="T15" fmla="*/ 50 h 75"/>
                  <a:gd name="T16" fmla="*/ 28 w 28"/>
                  <a:gd name="T17" fmla="*/ 48 h 75"/>
                  <a:gd name="T18" fmla="*/ 26 w 28"/>
                  <a:gd name="T19" fmla="*/ 42 h 75"/>
                  <a:gd name="T20" fmla="*/ 26 w 28"/>
                  <a:gd name="T21" fmla="*/ 39 h 75"/>
                  <a:gd name="T22" fmla="*/ 22 w 28"/>
                  <a:gd name="T23" fmla="*/ 38 h 75"/>
                  <a:gd name="T24" fmla="*/ 19 w 28"/>
                  <a:gd name="T25" fmla="*/ 39 h 75"/>
                  <a:gd name="T26" fmla="*/ 17 w 28"/>
                  <a:gd name="T27" fmla="*/ 37 h 75"/>
                  <a:gd name="T28" fmla="*/ 15 w 28"/>
                  <a:gd name="T29" fmla="*/ 35 h 75"/>
                  <a:gd name="T30" fmla="*/ 15 w 28"/>
                  <a:gd name="T31" fmla="*/ 32 h 75"/>
                  <a:gd name="T32" fmla="*/ 17 w 28"/>
                  <a:gd name="T33" fmla="*/ 31 h 75"/>
                  <a:gd name="T34" fmla="*/ 19 w 28"/>
                  <a:gd name="T35" fmla="*/ 32 h 75"/>
                  <a:gd name="T36" fmla="*/ 20 w 28"/>
                  <a:gd name="T37" fmla="*/ 34 h 75"/>
                  <a:gd name="T38" fmla="*/ 21 w 28"/>
                  <a:gd name="T39" fmla="*/ 35 h 75"/>
                  <a:gd name="T40" fmla="*/ 22 w 28"/>
                  <a:gd name="T41" fmla="*/ 35 h 75"/>
                  <a:gd name="T42" fmla="*/ 23 w 28"/>
                  <a:gd name="T43" fmla="*/ 36 h 75"/>
                  <a:gd name="T44" fmla="*/ 25 w 28"/>
                  <a:gd name="T45" fmla="*/ 34 h 75"/>
                  <a:gd name="T46" fmla="*/ 27 w 28"/>
                  <a:gd name="T47" fmla="*/ 32 h 75"/>
                  <a:gd name="T48" fmla="*/ 26 w 28"/>
                  <a:gd name="T49" fmla="*/ 28 h 75"/>
                  <a:gd name="T50" fmla="*/ 24 w 28"/>
                  <a:gd name="T51" fmla="*/ 26 h 75"/>
                  <a:gd name="T52" fmla="*/ 22 w 28"/>
                  <a:gd name="T53" fmla="*/ 24 h 75"/>
                  <a:gd name="T54" fmla="*/ 21 w 28"/>
                  <a:gd name="T55" fmla="*/ 22 h 75"/>
                  <a:gd name="T56" fmla="*/ 20 w 28"/>
                  <a:gd name="T57" fmla="*/ 20 h 75"/>
                  <a:gd name="T58" fmla="*/ 18 w 28"/>
                  <a:gd name="T59" fmla="*/ 18 h 75"/>
                  <a:gd name="T60" fmla="*/ 15 w 28"/>
                  <a:gd name="T61" fmla="*/ 16 h 75"/>
                  <a:gd name="T62" fmla="*/ 14 w 28"/>
                  <a:gd name="T63" fmla="*/ 15 h 75"/>
                  <a:gd name="T64" fmla="*/ 14 w 28"/>
                  <a:gd name="T65" fmla="*/ 13 h 75"/>
                  <a:gd name="T66" fmla="*/ 14 w 28"/>
                  <a:gd name="T67" fmla="*/ 11 h 75"/>
                  <a:gd name="T68" fmla="*/ 14 w 28"/>
                  <a:gd name="T69" fmla="*/ 7 h 75"/>
                  <a:gd name="T70" fmla="*/ 11 w 28"/>
                  <a:gd name="T71" fmla="*/ 2 h 75"/>
                  <a:gd name="T72" fmla="*/ 6 w 28"/>
                  <a:gd name="T73" fmla="*/ 3 h 75"/>
                  <a:gd name="T74" fmla="*/ 3 w 28"/>
                  <a:gd name="T75" fmla="*/ 10 h 75"/>
                  <a:gd name="T76" fmla="*/ 3 w 28"/>
                  <a:gd name="T77" fmla="*/ 16 h 75"/>
                  <a:gd name="T78" fmla="*/ 1 w 28"/>
                  <a:gd name="T79" fmla="*/ 18 h 75"/>
                  <a:gd name="T80" fmla="*/ 1 w 28"/>
                  <a:gd name="T81" fmla="*/ 21 h 75"/>
                  <a:gd name="T82" fmla="*/ 0 w 28"/>
                  <a:gd name="T83" fmla="*/ 24 h 75"/>
                  <a:gd name="T84" fmla="*/ 0 w 28"/>
                  <a:gd name="T85" fmla="*/ 27 h 75"/>
                  <a:gd name="T86" fmla="*/ 2 w 28"/>
                  <a:gd name="T87" fmla="*/ 29 h 75"/>
                  <a:gd name="T88" fmla="*/ 4 w 28"/>
                  <a:gd name="T89" fmla="*/ 32 h 75"/>
                  <a:gd name="T90" fmla="*/ 3 w 28"/>
                  <a:gd name="T91" fmla="*/ 39 h 75"/>
                  <a:gd name="T92" fmla="*/ 1 w 28"/>
                  <a:gd name="T93" fmla="*/ 40 h 75"/>
                  <a:gd name="T94" fmla="*/ 1 w 28"/>
                  <a:gd name="T95" fmla="*/ 42 h 75"/>
                  <a:gd name="T96" fmla="*/ 2 w 28"/>
                  <a:gd name="T97" fmla="*/ 48 h 75"/>
                  <a:gd name="T98" fmla="*/ 6 w 28"/>
                  <a:gd name="T99" fmla="*/ 50 h 75"/>
                  <a:gd name="T100" fmla="*/ 9 w 28"/>
                  <a:gd name="T101" fmla="*/ 53 h 75"/>
                  <a:gd name="T102" fmla="*/ 10 w 28"/>
                  <a:gd name="T103" fmla="*/ 56 h 75"/>
                  <a:gd name="T104" fmla="*/ 9 w 28"/>
                  <a:gd name="T105" fmla="*/ 59 h 75"/>
                  <a:gd name="T106" fmla="*/ 10 w 28"/>
                  <a:gd name="T107" fmla="*/ 67 h 75"/>
                  <a:gd name="T108" fmla="*/ 17 w 28"/>
                  <a:gd name="T109" fmla="*/ 74 h 75"/>
                  <a:gd name="T110" fmla="*/ 22 w 28"/>
                  <a:gd name="T111" fmla="*/ 74 h 75"/>
                  <a:gd name="T112" fmla="*/ 26 w 28"/>
                  <a:gd name="T113" fmla="*/ 68 h 75"/>
                  <a:gd name="T114" fmla="*/ 26 w 28"/>
                  <a:gd name="T115" fmla="*/ 61 h 75"/>
                  <a:gd name="T116" fmla="*/ 26 w 28"/>
                  <a:gd name="T117" fmla="*/ 59 h 75"/>
                  <a:gd name="T118" fmla="*/ 25 w 28"/>
                  <a:gd name="T119" fmla="*/ 58 h 75"/>
                  <a:gd name="T120" fmla="*/ 24 w 28"/>
                  <a:gd name="T121" fmla="*/ 55 h 75"/>
                  <a:gd name="T122" fmla="*/ 22 w 28"/>
                  <a:gd name="T123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" h="75">
                    <a:moveTo>
                      <a:pt x="22" y="54"/>
                    </a:moveTo>
                    <a:cubicBezTo>
                      <a:pt x="22" y="53"/>
                      <a:pt x="22" y="53"/>
                      <a:pt x="21" y="53"/>
                    </a:cubicBezTo>
                    <a:cubicBezTo>
                      <a:pt x="20" y="52"/>
                      <a:pt x="19" y="52"/>
                      <a:pt x="18" y="51"/>
                    </a:cubicBezTo>
                    <a:cubicBezTo>
                      <a:pt x="18" y="51"/>
                      <a:pt x="17" y="50"/>
                      <a:pt x="18" y="50"/>
                    </a:cubicBezTo>
                    <a:cubicBezTo>
                      <a:pt x="18" y="49"/>
                      <a:pt x="19" y="49"/>
                      <a:pt x="19" y="49"/>
                    </a:cubicBezTo>
                    <a:cubicBezTo>
                      <a:pt x="20" y="49"/>
                      <a:pt x="21" y="50"/>
                      <a:pt x="22" y="50"/>
                    </a:cubicBezTo>
                    <a:cubicBezTo>
                      <a:pt x="23" y="50"/>
                      <a:pt x="24" y="50"/>
                      <a:pt x="25" y="50"/>
                    </a:cubicBezTo>
                    <a:cubicBezTo>
                      <a:pt x="26" y="51"/>
                      <a:pt x="27" y="51"/>
                      <a:pt x="27" y="50"/>
                    </a:cubicBezTo>
                    <a:cubicBezTo>
                      <a:pt x="28" y="50"/>
                      <a:pt x="28" y="49"/>
                      <a:pt x="28" y="48"/>
                    </a:cubicBezTo>
                    <a:cubicBezTo>
                      <a:pt x="28" y="46"/>
                      <a:pt x="26" y="44"/>
                      <a:pt x="26" y="42"/>
                    </a:cubicBezTo>
                    <a:cubicBezTo>
                      <a:pt x="26" y="41"/>
                      <a:pt x="27" y="40"/>
                      <a:pt x="26" y="39"/>
                    </a:cubicBezTo>
                    <a:cubicBezTo>
                      <a:pt x="25" y="38"/>
                      <a:pt x="23" y="38"/>
                      <a:pt x="22" y="38"/>
                    </a:cubicBezTo>
                    <a:cubicBezTo>
                      <a:pt x="21" y="39"/>
                      <a:pt x="20" y="39"/>
                      <a:pt x="19" y="39"/>
                    </a:cubicBezTo>
                    <a:cubicBezTo>
                      <a:pt x="18" y="38"/>
                      <a:pt x="17" y="38"/>
                      <a:pt x="17" y="37"/>
                    </a:cubicBezTo>
                    <a:cubicBezTo>
                      <a:pt x="16" y="36"/>
                      <a:pt x="15" y="36"/>
                      <a:pt x="15" y="35"/>
                    </a:cubicBezTo>
                    <a:cubicBezTo>
                      <a:pt x="15" y="34"/>
                      <a:pt x="15" y="33"/>
                      <a:pt x="15" y="32"/>
                    </a:cubicBezTo>
                    <a:cubicBezTo>
                      <a:pt x="16" y="32"/>
                      <a:pt x="16" y="31"/>
                      <a:pt x="17" y="31"/>
                    </a:cubicBezTo>
                    <a:cubicBezTo>
                      <a:pt x="18" y="31"/>
                      <a:pt x="18" y="31"/>
                      <a:pt x="19" y="32"/>
                    </a:cubicBezTo>
                    <a:cubicBezTo>
                      <a:pt x="19" y="33"/>
                      <a:pt x="20" y="33"/>
                      <a:pt x="20" y="34"/>
                    </a:cubicBezTo>
                    <a:cubicBezTo>
                      <a:pt x="20" y="34"/>
                      <a:pt x="20" y="35"/>
                      <a:pt x="21" y="35"/>
                    </a:cubicBezTo>
                    <a:cubicBezTo>
                      <a:pt x="21" y="35"/>
                      <a:pt x="21" y="35"/>
                      <a:pt x="22" y="35"/>
                    </a:cubicBezTo>
                    <a:cubicBezTo>
                      <a:pt x="22" y="35"/>
                      <a:pt x="22" y="35"/>
                      <a:pt x="23" y="36"/>
                    </a:cubicBezTo>
                    <a:cubicBezTo>
                      <a:pt x="24" y="36"/>
                      <a:pt x="25" y="35"/>
                      <a:pt x="25" y="34"/>
                    </a:cubicBezTo>
                    <a:cubicBezTo>
                      <a:pt x="26" y="34"/>
                      <a:pt x="26" y="33"/>
                      <a:pt x="27" y="32"/>
                    </a:cubicBezTo>
                    <a:cubicBezTo>
                      <a:pt x="27" y="31"/>
                      <a:pt x="26" y="29"/>
                      <a:pt x="26" y="28"/>
                    </a:cubicBezTo>
                    <a:cubicBezTo>
                      <a:pt x="25" y="27"/>
                      <a:pt x="25" y="27"/>
                      <a:pt x="24" y="26"/>
                    </a:cubicBezTo>
                    <a:cubicBezTo>
                      <a:pt x="23" y="25"/>
                      <a:pt x="23" y="24"/>
                      <a:pt x="22" y="24"/>
                    </a:cubicBezTo>
                    <a:cubicBezTo>
                      <a:pt x="22" y="23"/>
                      <a:pt x="21" y="22"/>
                      <a:pt x="21" y="22"/>
                    </a:cubicBezTo>
                    <a:cubicBezTo>
                      <a:pt x="21" y="21"/>
                      <a:pt x="20" y="21"/>
                      <a:pt x="20" y="20"/>
                    </a:cubicBezTo>
                    <a:cubicBezTo>
                      <a:pt x="20" y="19"/>
                      <a:pt x="18" y="19"/>
                      <a:pt x="18" y="18"/>
                    </a:cubicBezTo>
                    <a:cubicBezTo>
                      <a:pt x="17" y="17"/>
                      <a:pt x="16" y="16"/>
                      <a:pt x="15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5"/>
                      <a:pt x="13" y="3"/>
                      <a:pt x="11" y="2"/>
                    </a:cubicBezTo>
                    <a:cubicBezTo>
                      <a:pt x="10" y="0"/>
                      <a:pt x="7" y="1"/>
                      <a:pt x="6" y="3"/>
                    </a:cubicBezTo>
                    <a:cubicBezTo>
                      <a:pt x="4" y="5"/>
                      <a:pt x="3" y="7"/>
                      <a:pt x="3" y="10"/>
                    </a:cubicBezTo>
                    <a:cubicBezTo>
                      <a:pt x="3" y="12"/>
                      <a:pt x="4" y="14"/>
                      <a:pt x="3" y="16"/>
                    </a:cubicBezTo>
                    <a:cubicBezTo>
                      <a:pt x="2" y="17"/>
                      <a:pt x="2" y="17"/>
                      <a:pt x="1" y="18"/>
                    </a:cubicBezTo>
                    <a:cubicBezTo>
                      <a:pt x="1" y="19"/>
                      <a:pt x="1" y="20"/>
                      <a:pt x="1" y="21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8"/>
                      <a:pt x="2" y="29"/>
                    </a:cubicBezTo>
                    <a:cubicBezTo>
                      <a:pt x="3" y="30"/>
                      <a:pt x="4" y="31"/>
                      <a:pt x="4" y="32"/>
                    </a:cubicBezTo>
                    <a:cubicBezTo>
                      <a:pt x="6" y="35"/>
                      <a:pt x="5" y="38"/>
                      <a:pt x="3" y="39"/>
                    </a:cubicBezTo>
                    <a:cubicBezTo>
                      <a:pt x="2" y="39"/>
                      <a:pt x="2" y="40"/>
                      <a:pt x="1" y="40"/>
                    </a:cubicBezTo>
                    <a:cubicBezTo>
                      <a:pt x="1" y="41"/>
                      <a:pt x="1" y="42"/>
                      <a:pt x="1" y="42"/>
                    </a:cubicBezTo>
                    <a:cubicBezTo>
                      <a:pt x="1" y="44"/>
                      <a:pt x="1" y="46"/>
                      <a:pt x="2" y="48"/>
                    </a:cubicBezTo>
                    <a:cubicBezTo>
                      <a:pt x="3" y="48"/>
                      <a:pt x="5" y="49"/>
                      <a:pt x="6" y="50"/>
                    </a:cubicBezTo>
                    <a:cubicBezTo>
                      <a:pt x="7" y="51"/>
                      <a:pt x="8" y="52"/>
                      <a:pt x="9" y="53"/>
                    </a:cubicBezTo>
                    <a:cubicBezTo>
                      <a:pt x="9" y="54"/>
                      <a:pt x="10" y="55"/>
                      <a:pt x="10" y="56"/>
                    </a:cubicBezTo>
                    <a:cubicBezTo>
                      <a:pt x="10" y="57"/>
                      <a:pt x="9" y="58"/>
                      <a:pt x="9" y="59"/>
                    </a:cubicBezTo>
                    <a:cubicBezTo>
                      <a:pt x="9" y="62"/>
                      <a:pt x="9" y="65"/>
                      <a:pt x="10" y="67"/>
                    </a:cubicBezTo>
                    <a:cubicBezTo>
                      <a:pt x="11" y="71"/>
                      <a:pt x="14" y="73"/>
                      <a:pt x="17" y="74"/>
                    </a:cubicBezTo>
                    <a:cubicBezTo>
                      <a:pt x="19" y="75"/>
                      <a:pt x="20" y="75"/>
                      <a:pt x="22" y="74"/>
                    </a:cubicBezTo>
                    <a:cubicBezTo>
                      <a:pt x="24" y="72"/>
                      <a:pt x="25" y="70"/>
                      <a:pt x="26" y="68"/>
                    </a:cubicBezTo>
                    <a:cubicBezTo>
                      <a:pt x="26" y="66"/>
                      <a:pt x="26" y="63"/>
                      <a:pt x="26" y="61"/>
                    </a:cubicBezTo>
                    <a:cubicBezTo>
                      <a:pt x="26" y="61"/>
                      <a:pt x="26" y="60"/>
                      <a:pt x="26" y="59"/>
                    </a:cubicBezTo>
                    <a:cubicBezTo>
                      <a:pt x="26" y="58"/>
                      <a:pt x="26" y="58"/>
                      <a:pt x="25" y="58"/>
                    </a:cubicBezTo>
                    <a:cubicBezTo>
                      <a:pt x="25" y="57"/>
                      <a:pt x="24" y="56"/>
                      <a:pt x="24" y="55"/>
                    </a:cubicBezTo>
                    <a:cubicBezTo>
                      <a:pt x="23" y="55"/>
                      <a:pt x="23" y="54"/>
                      <a:pt x="22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1" name="Freeform 3078">
                <a:extLst>
                  <a:ext uri="{FF2B5EF4-FFF2-40B4-BE49-F238E27FC236}">
                    <a16:creationId xmlns:a16="http://schemas.microsoft.com/office/drawing/2014/main" id="{094AD3FB-609B-4B25-A6AA-04222D93F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74"/>
                <a:ext cx="3" cy="4"/>
              </a:xfrm>
              <a:custGeom>
                <a:avLst/>
                <a:gdLst>
                  <a:gd name="T0" fmla="*/ 0 w 7"/>
                  <a:gd name="T1" fmla="*/ 5 h 8"/>
                  <a:gd name="T2" fmla="*/ 0 w 7"/>
                  <a:gd name="T3" fmla="*/ 5 h 8"/>
                  <a:gd name="T4" fmla="*/ 0 w 7"/>
                  <a:gd name="T5" fmla="*/ 3 h 8"/>
                  <a:gd name="T6" fmla="*/ 2 w 7"/>
                  <a:gd name="T7" fmla="*/ 2 h 8"/>
                  <a:gd name="T8" fmla="*/ 2 w 7"/>
                  <a:gd name="T9" fmla="*/ 1 h 8"/>
                  <a:gd name="T10" fmla="*/ 3 w 7"/>
                  <a:gd name="T11" fmla="*/ 1 h 8"/>
                  <a:gd name="T12" fmla="*/ 6 w 7"/>
                  <a:gd name="T13" fmla="*/ 1 h 8"/>
                  <a:gd name="T14" fmla="*/ 7 w 7"/>
                  <a:gd name="T15" fmla="*/ 4 h 8"/>
                  <a:gd name="T16" fmla="*/ 7 w 7"/>
                  <a:gd name="T17" fmla="*/ 5 h 8"/>
                  <a:gd name="T18" fmla="*/ 7 w 7"/>
                  <a:gd name="T19" fmla="*/ 7 h 8"/>
                  <a:gd name="T20" fmla="*/ 6 w 7"/>
                  <a:gd name="T21" fmla="*/ 8 h 8"/>
                  <a:gd name="T22" fmla="*/ 5 w 7"/>
                  <a:gd name="T23" fmla="*/ 8 h 8"/>
                  <a:gd name="T24" fmla="*/ 2 w 7"/>
                  <a:gd name="T25" fmla="*/ 7 h 8"/>
                  <a:gd name="T26" fmla="*/ 0 w 7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1" y="7"/>
                      <a:pt x="1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2" name="Freeform 3079">
                <a:extLst>
                  <a:ext uri="{FF2B5EF4-FFF2-40B4-BE49-F238E27FC236}">
                    <a16:creationId xmlns:a16="http://schemas.microsoft.com/office/drawing/2014/main" id="{9D0EEA0A-32A4-47F7-A489-97A64A6E9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9"/>
                <a:ext cx="12" cy="21"/>
              </a:xfrm>
              <a:custGeom>
                <a:avLst/>
                <a:gdLst>
                  <a:gd name="T0" fmla="*/ 10 w 29"/>
                  <a:gd name="T1" fmla="*/ 29 h 52"/>
                  <a:gd name="T2" fmla="*/ 10 w 29"/>
                  <a:gd name="T3" fmla="*/ 29 h 52"/>
                  <a:gd name="T4" fmla="*/ 9 w 29"/>
                  <a:gd name="T5" fmla="*/ 29 h 52"/>
                  <a:gd name="T6" fmla="*/ 9 w 29"/>
                  <a:gd name="T7" fmla="*/ 29 h 52"/>
                  <a:gd name="T8" fmla="*/ 8 w 29"/>
                  <a:gd name="T9" fmla="*/ 28 h 52"/>
                  <a:gd name="T10" fmla="*/ 7 w 29"/>
                  <a:gd name="T11" fmla="*/ 28 h 52"/>
                  <a:gd name="T12" fmla="*/ 7 w 29"/>
                  <a:gd name="T13" fmla="*/ 28 h 52"/>
                  <a:gd name="T14" fmla="*/ 5 w 29"/>
                  <a:gd name="T15" fmla="*/ 29 h 52"/>
                  <a:gd name="T16" fmla="*/ 5 w 29"/>
                  <a:gd name="T17" fmla="*/ 30 h 52"/>
                  <a:gd name="T18" fmla="*/ 4 w 29"/>
                  <a:gd name="T19" fmla="*/ 31 h 52"/>
                  <a:gd name="T20" fmla="*/ 2 w 29"/>
                  <a:gd name="T21" fmla="*/ 30 h 52"/>
                  <a:gd name="T22" fmla="*/ 2 w 29"/>
                  <a:gd name="T23" fmla="*/ 30 h 52"/>
                  <a:gd name="T24" fmla="*/ 1 w 29"/>
                  <a:gd name="T25" fmla="*/ 29 h 52"/>
                  <a:gd name="T26" fmla="*/ 0 w 29"/>
                  <a:gd name="T27" fmla="*/ 27 h 52"/>
                  <a:gd name="T28" fmla="*/ 0 w 29"/>
                  <a:gd name="T29" fmla="*/ 23 h 52"/>
                  <a:gd name="T30" fmla="*/ 1 w 29"/>
                  <a:gd name="T31" fmla="*/ 21 h 52"/>
                  <a:gd name="T32" fmla="*/ 2 w 29"/>
                  <a:gd name="T33" fmla="*/ 19 h 52"/>
                  <a:gd name="T34" fmla="*/ 2 w 29"/>
                  <a:gd name="T35" fmla="*/ 17 h 52"/>
                  <a:gd name="T36" fmla="*/ 2 w 29"/>
                  <a:gd name="T37" fmla="*/ 13 h 52"/>
                  <a:gd name="T38" fmla="*/ 2 w 29"/>
                  <a:gd name="T39" fmla="*/ 10 h 52"/>
                  <a:gd name="T40" fmla="*/ 1 w 29"/>
                  <a:gd name="T41" fmla="*/ 9 h 52"/>
                  <a:gd name="T42" fmla="*/ 1 w 29"/>
                  <a:gd name="T43" fmla="*/ 7 h 52"/>
                  <a:gd name="T44" fmla="*/ 1 w 29"/>
                  <a:gd name="T45" fmla="*/ 3 h 52"/>
                  <a:gd name="T46" fmla="*/ 2 w 29"/>
                  <a:gd name="T47" fmla="*/ 1 h 52"/>
                  <a:gd name="T48" fmla="*/ 4 w 29"/>
                  <a:gd name="T49" fmla="*/ 2 h 52"/>
                  <a:gd name="T50" fmla="*/ 6 w 29"/>
                  <a:gd name="T51" fmla="*/ 4 h 52"/>
                  <a:gd name="T52" fmla="*/ 9 w 29"/>
                  <a:gd name="T53" fmla="*/ 8 h 52"/>
                  <a:gd name="T54" fmla="*/ 14 w 29"/>
                  <a:gd name="T55" fmla="*/ 11 h 52"/>
                  <a:gd name="T56" fmla="*/ 18 w 29"/>
                  <a:gd name="T57" fmla="*/ 12 h 52"/>
                  <a:gd name="T58" fmla="*/ 21 w 29"/>
                  <a:gd name="T59" fmla="*/ 15 h 52"/>
                  <a:gd name="T60" fmla="*/ 23 w 29"/>
                  <a:gd name="T61" fmla="*/ 19 h 52"/>
                  <a:gd name="T62" fmla="*/ 27 w 29"/>
                  <a:gd name="T63" fmla="*/ 23 h 52"/>
                  <a:gd name="T64" fmla="*/ 29 w 29"/>
                  <a:gd name="T65" fmla="*/ 27 h 52"/>
                  <a:gd name="T66" fmla="*/ 29 w 29"/>
                  <a:gd name="T67" fmla="*/ 32 h 52"/>
                  <a:gd name="T68" fmla="*/ 28 w 29"/>
                  <a:gd name="T69" fmla="*/ 37 h 52"/>
                  <a:gd name="T70" fmla="*/ 26 w 29"/>
                  <a:gd name="T71" fmla="*/ 42 h 52"/>
                  <a:gd name="T72" fmla="*/ 24 w 29"/>
                  <a:gd name="T73" fmla="*/ 46 h 52"/>
                  <a:gd name="T74" fmla="*/ 22 w 29"/>
                  <a:gd name="T75" fmla="*/ 49 h 52"/>
                  <a:gd name="T76" fmla="*/ 18 w 29"/>
                  <a:gd name="T77" fmla="*/ 44 h 52"/>
                  <a:gd name="T78" fmla="*/ 14 w 29"/>
                  <a:gd name="T79" fmla="*/ 38 h 52"/>
                  <a:gd name="T80" fmla="*/ 12 w 29"/>
                  <a:gd name="T81" fmla="*/ 36 h 52"/>
                  <a:gd name="T82" fmla="*/ 11 w 29"/>
                  <a:gd name="T83" fmla="*/ 33 h 52"/>
                  <a:gd name="T84" fmla="*/ 10 w 29"/>
                  <a:gd name="T85" fmla="*/ 31 h 52"/>
                  <a:gd name="T86" fmla="*/ 10 w 29"/>
                  <a:gd name="T87" fmla="*/ 2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" h="52">
                    <a:moveTo>
                      <a:pt x="10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8"/>
                      <a:pt x="8" y="28"/>
                    </a:cubicBezTo>
                    <a:cubicBezTo>
                      <a:pt x="8" y="28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1"/>
                      <a:pt x="3" y="3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" y="30"/>
                      <a:pt x="1" y="30"/>
                      <a:pt x="1" y="29"/>
                    </a:cubicBezTo>
                    <a:cubicBezTo>
                      <a:pt x="0" y="29"/>
                      <a:pt x="0" y="28"/>
                      <a:pt x="0" y="27"/>
                    </a:cubicBezTo>
                    <a:cubicBezTo>
                      <a:pt x="0" y="26"/>
                      <a:pt x="0" y="24"/>
                      <a:pt x="0" y="23"/>
                    </a:cubicBezTo>
                    <a:cubicBezTo>
                      <a:pt x="0" y="22"/>
                      <a:pt x="1" y="22"/>
                      <a:pt x="1" y="21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2" y="18"/>
                      <a:pt x="2" y="17"/>
                      <a:pt x="2" y="17"/>
                    </a:cubicBezTo>
                    <a:cubicBezTo>
                      <a:pt x="2" y="16"/>
                      <a:pt x="2" y="15"/>
                      <a:pt x="2" y="13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5"/>
                      <a:pt x="8" y="7"/>
                      <a:pt x="9" y="8"/>
                    </a:cubicBezTo>
                    <a:cubicBezTo>
                      <a:pt x="10" y="9"/>
                      <a:pt x="12" y="10"/>
                      <a:pt x="14" y="11"/>
                    </a:cubicBezTo>
                    <a:cubicBezTo>
                      <a:pt x="15" y="11"/>
                      <a:pt x="17" y="11"/>
                      <a:pt x="18" y="12"/>
                    </a:cubicBezTo>
                    <a:cubicBezTo>
                      <a:pt x="19" y="13"/>
                      <a:pt x="20" y="14"/>
                      <a:pt x="21" y="15"/>
                    </a:cubicBezTo>
                    <a:cubicBezTo>
                      <a:pt x="21" y="17"/>
                      <a:pt x="22" y="18"/>
                      <a:pt x="23" y="19"/>
                    </a:cubicBezTo>
                    <a:cubicBezTo>
                      <a:pt x="24" y="20"/>
                      <a:pt x="26" y="21"/>
                      <a:pt x="27" y="23"/>
                    </a:cubicBezTo>
                    <a:cubicBezTo>
                      <a:pt x="28" y="24"/>
                      <a:pt x="29" y="25"/>
                      <a:pt x="29" y="27"/>
                    </a:cubicBezTo>
                    <a:cubicBezTo>
                      <a:pt x="29" y="28"/>
                      <a:pt x="29" y="30"/>
                      <a:pt x="29" y="32"/>
                    </a:cubicBezTo>
                    <a:cubicBezTo>
                      <a:pt x="29" y="34"/>
                      <a:pt x="29" y="35"/>
                      <a:pt x="28" y="37"/>
                    </a:cubicBezTo>
                    <a:cubicBezTo>
                      <a:pt x="28" y="39"/>
                      <a:pt x="27" y="40"/>
                      <a:pt x="26" y="42"/>
                    </a:cubicBezTo>
                    <a:cubicBezTo>
                      <a:pt x="25" y="43"/>
                      <a:pt x="24" y="44"/>
                      <a:pt x="24" y="46"/>
                    </a:cubicBezTo>
                    <a:cubicBezTo>
                      <a:pt x="23" y="47"/>
                      <a:pt x="23" y="48"/>
                      <a:pt x="22" y="49"/>
                    </a:cubicBezTo>
                    <a:cubicBezTo>
                      <a:pt x="20" y="52"/>
                      <a:pt x="18" y="46"/>
                      <a:pt x="18" y="44"/>
                    </a:cubicBezTo>
                    <a:cubicBezTo>
                      <a:pt x="17" y="42"/>
                      <a:pt x="15" y="40"/>
                      <a:pt x="14" y="38"/>
                    </a:cubicBezTo>
                    <a:cubicBezTo>
                      <a:pt x="13" y="37"/>
                      <a:pt x="13" y="37"/>
                      <a:pt x="12" y="36"/>
                    </a:cubicBezTo>
                    <a:cubicBezTo>
                      <a:pt x="12" y="35"/>
                      <a:pt x="11" y="34"/>
                      <a:pt x="11" y="33"/>
                    </a:cubicBezTo>
                    <a:cubicBezTo>
                      <a:pt x="11" y="32"/>
                      <a:pt x="11" y="32"/>
                      <a:pt x="10" y="31"/>
                    </a:cubicBezTo>
                    <a:cubicBezTo>
                      <a:pt x="10" y="30"/>
                      <a:pt x="10" y="30"/>
                      <a:pt x="10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3" name="Freeform 3080">
                <a:extLst>
                  <a:ext uri="{FF2B5EF4-FFF2-40B4-BE49-F238E27FC236}">
                    <a16:creationId xmlns:a16="http://schemas.microsoft.com/office/drawing/2014/main" id="{2D6AAE38-FD0D-4DE6-9498-4B680884A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0"/>
                <a:ext cx="4" cy="3"/>
              </a:xfrm>
              <a:custGeom>
                <a:avLst/>
                <a:gdLst>
                  <a:gd name="T0" fmla="*/ 5 w 9"/>
                  <a:gd name="T1" fmla="*/ 8 h 8"/>
                  <a:gd name="T2" fmla="*/ 3 w 9"/>
                  <a:gd name="T3" fmla="*/ 7 h 8"/>
                  <a:gd name="T4" fmla="*/ 1 w 9"/>
                  <a:gd name="T5" fmla="*/ 6 h 8"/>
                  <a:gd name="T6" fmla="*/ 0 w 9"/>
                  <a:gd name="T7" fmla="*/ 3 h 8"/>
                  <a:gd name="T8" fmla="*/ 0 w 9"/>
                  <a:gd name="T9" fmla="*/ 0 h 8"/>
                  <a:gd name="T10" fmla="*/ 3 w 9"/>
                  <a:gd name="T11" fmla="*/ 0 h 8"/>
                  <a:gd name="T12" fmla="*/ 4 w 9"/>
                  <a:gd name="T13" fmla="*/ 0 h 8"/>
                  <a:gd name="T14" fmla="*/ 6 w 9"/>
                  <a:gd name="T15" fmla="*/ 2 h 8"/>
                  <a:gd name="T16" fmla="*/ 7 w 9"/>
                  <a:gd name="T17" fmla="*/ 4 h 8"/>
                  <a:gd name="T18" fmla="*/ 7 w 9"/>
                  <a:gd name="T19" fmla="*/ 7 h 8"/>
                  <a:gd name="T20" fmla="*/ 5 w 9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4" y="8"/>
                      <a:pt x="4" y="7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5"/>
                      <a:pt x="9" y="6"/>
                      <a:pt x="7" y="7"/>
                    </a:cubicBezTo>
                    <a:cubicBezTo>
                      <a:pt x="7" y="8"/>
                      <a:pt x="6" y="8"/>
                      <a:pt x="5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4" name="Freeform 3081">
                <a:extLst>
                  <a:ext uri="{FF2B5EF4-FFF2-40B4-BE49-F238E27FC236}">
                    <a16:creationId xmlns:a16="http://schemas.microsoft.com/office/drawing/2014/main" id="{BB859949-6E61-4611-8437-70DE98769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254"/>
                <a:ext cx="3" cy="5"/>
              </a:xfrm>
              <a:custGeom>
                <a:avLst/>
                <a:gdLst>
                  <a:gd name="T0" fmla="*/ 1 w 7"/>
                  <a:gd name="T1" fmla="*/ 4 h 14"/>
                  <a:gd name="T2" fmla="*/ 1 w 7"/>
                  <a:gd name="T3" fmla="*/ 1 h 14"/>
                  <a:gd name="T4" fmla="*/ 5 w 7"/>
                  <a:gd name="T5" fmla="*/ 0 h 14"/>
                  <a:gd name="T6" fmla="*/ 6 w 7"/>
                  <a:gd name="T7" fmla="*/ 5 h 14"/>
                  <a:gd name="T8" fmla="*/ 6 w 7"/>
                  <a:gd name="T9" fmla="*/ 6 h 14"/>
                  <a:gd name="T10" fmla="*/ 7 w 7"/>
                  <a:gd name="T11" fmla="*/ 7 h 14"/>
                  <a:gd name="T12" fmla="*/ 7 w 7"/>
                  <a:gd name="T13" fmla="*/ 10 h 14"/>
                  <a:gd name="T14" fmla="*/ 7 w 7"/>
                  <a:gd name="T15" fmla="*/ 12 h 14"/>
                  <a:gd name="T16" fmla="*/ 5 w 7"/>
                  <a:gd name="T17" fmla="*/ 14 h 14"/>
                  <a:gd name="T18" fmla="*/ 2 w 7"/>
                  <a:gd name="T19" fmla="*/ 13 h 14"/>
                  <a:gd name="T20" fmla="*/ 1 w 7"/>
                  <a:gd name="T21" fmla="*/ 11 h 14"/>
                  <a:gd name="T22" fmla="*/ 1 w 7"/>
                  <a:gd name="T23" fmla="*/ 8 h 14"/>
                  <a:gd name="T24" fmla="*/ 1 w 7"/>
                  <a:gd name="T2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1" y="4"/>
                    </a:moveTo>
                    <a:cubicBezTo>
                      <a:pt x="1" y="3"/>
                      <a:pt x="1" y="2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4"/>
                      <a:pt x="7" y="14"/>
                      <a:pt x="5" y="14"/>
                    </a:cubicBezTo>
                    <a:cubicBezTo>
                      <a:pt x="4" y="14"/>
                      <a:pt x="3" y="13"/>
                      <a:pt x="2" y="13"/>
                    </a:cubicBezTo>
                    <a:cubicBezTo>
                      <a:pt x="2" y="12"/>
                      <a:pt x="1" y="12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7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5" name="Freeform 3082">
                <a:extLst>
                  <a:ext uri="{FF2B5EF4-FFF2-40B4-BE49-F238E27FC236}">
                    <a16:creationId xmlns:a16="http://schemas.microsoft.com/office/drawing/2014/main" id="{9BEE6F42-CE54-4218-8903-A1E70739E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226"/>
                <a:ext cx="7" cy="4"/>
              </a:xfrm>
              <a:custGeom>
                <a:avLst/>
                <a:gdLst>
                  <a:gd name="T0" fmla="*/ 10 w 19"/>
                  <a:gd name="T1" fmla="*/ 8 h 10"/>
                  <a:gd name="T2" fmla="*/ 8 w 19"/>
                  <a:gd name="T3" fmla="*/ 8 h 10"/>
                  <a:gd name="T4" fmla="*/ 7 w 19"/>
                  <a:gd name="T5" fmla="*/ 7 h 10"/>
                  <a:gd name="T6" fmla="*/ 5 w 19"/>
                  <a:gd name="T7" fmla="*/ 6 h 10"/>
                  <a:gd name="T8" fmla="*/ 3 w 19"/>
                  <a:gd name="T9" fmla="*/ 6 h 10"/>
                  <a:gd name="T10" fmla="*/ 1 w 19"/>
                  <a:gd name="T11" fmla="*/ 4 h 10"/>
                  <a:gd name="T12" fmla="*/ 0 w 19"/>
                  <a:gd name="T13" fmla="*/ 2 h 10"/>
                  <a:gd name="T14" fmla="*/ 2 w 19"/>
                  <a:gd name="T15" fmla="*/ 1 h 10"/>
                  <a:gd name="T16" fmla="*/ 8 w 19"/>
                  <a:gd name="T17" fmla="*/ 1 h 10"/>
                  <a:gd name="T18" fmla="*/ 13 w 19"/>
                  <a:gd name="T19" fmla="*/ 3 h 10"/>
                  <a:gd name="T20" fmla="*/ 14 w 19"/>
                  <a:gd name="T21" fmla="*/ 4 h 10"/>
                  <a:gd name="T22" fmla="*/ 16 w 19"/>
                  <a:gd name="T23" fmla="*/ 5 h 10"/>
                  <a:gd name="T24" fmla="*/ 17 w 19"/>
                  <a:gd name="T25" fmla="*/ 6 h 10"/>
                  <a:gd name="T26" fmla="*/ 18 w 19"/>
                  <a:gd name="T27" fmla="*/ 7 h 10"/>
                  <a:gd name="T28" fmla="*/ 18 w 19"/>
                  <a:gd name="T29" fmla="*/ 8 h 10"/>
                  <a:gd name="T30" fmla="*/ 18 w 19"/>
                  <a:gd name="T31" fmla="*/ 9 h 10"/>
                  <a:gd name="T32" fmla="*/ 15 w 19"/>
                  <a:gd name="T33" fmla="*/ 10 h 10"/>
                  <a:gd name="T34" fmla="*/ 14 w 19"/>
                  <a:gd name="T35" fmla="*/ 9 h 10"/>
                  <a:gd name="T36" fmla="*/ 12 w 19"/>
                  <a:gd name="T37" fmla="*/ 9 h 10"/>
                  <a:gd name="T38" fmla="*/ 10 w 19"/>
                  <a:gd name="T3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10">
                    <a:moveTo>
                      <a:pt x="10" y="8"/>
                    </a:moveTo>
                    <a:cubicBezTo>
                      <a:pt x="9" y="8"/>
                      <a:pt x="8" y="8"/>
                      <a:pt x="8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1"/>
                      <a:pt x="11" y="2"/>
                      <a:pt x="13" y="3"/>
                    </a:cubicBezTo>
                    <a:cubicBezTo>
                      <a:pt x="13" y="3"/>
                      <a:pt x="13" y="4"/>
                      <a:pt x="14" y="4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6" y="10"/>
                      <a:pt x="15" y="10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1" y="9"/>
                      <a:pt x="10" y="8"/>
                      <a:pt x="10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6" name="Freeform 3083">
                <a:extLst>
                  <a:ext uri="{FF2B5EF4-FFF2-40B4-BE49-F238E27FC236}">
                    <a16:creationId xmlns:a16="http://schemas.microsoft.com/office/drawing/2014/main" id="{E1D740AF-D9EE-4277-9BB7-3651BCA4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228"/>
                <a:ext cx="18" cy="17"/>
              </a:xfrm>
              <a:custGeom>
                <a:avLst/>
                <a:gdLst>
                  <a:gd name="T0" fmla="*/ 3 w 46"/>
                  <a:gd name="T1" fmla="*/ 12 h 42"/>
                  <a:gd name="T2" fmla="*/ 2 w 46"/>
                  <a:gd name="T3" fmla="*/ 11 h 42"/>
                  <a:gd name="T4" fmla="*/ 1 w 46"/>
                  <a:gd name="T5" fmla="*/ 10 h 42"/>
                  <a:gd name="T6" fmla="*/ 0 w 46"/>
                  <a:gd name="T7" fmla="*/ 9 h 42"/>
                  <a:gd name="T8" fmla="*/ 0 w 46"/>
                  <a:gd name="T9" fmla="*/ 6 h 42"/>
                  <a:gd name="T10" fmla="*/ 0 w 46"/>
                  <a:gd name="T11" fmla="*/ 3 h 42"/>
                  <a:gd name="T12" fmla="*/ 2 w 46"/>
                  <a:gd name="T13" fmla="*/ 1 h 42"/>
                  <a:gd name="T14" fmla="*/ 4 w 46"/>
                  <a:gd name="T15" fmla="*/ 2 h 42"/>
                  <a:gd name="T16" fmla="*/ 6 w 46"/>
                  <a:gd name="T17" fmla="*/ 5 h 42"/>
                  <a:gd name="T18" fmla="*/ 10 w 46"/>
                  <a:gd name="T19" fmla="*/ 8 h 42"/>
                  <a:gd name="T20" fmla="*/ 15 w 46"/>
                  <a:gd name="T21" fmla="*/ 7 h 42"/>
                  <a:gd name="T22" fmla="*/ 20 w 46"/>
                  <a:gd name="T23" fmla="*/ 7 h 42"/>
                  <a:gd name="T24" fmla="*/ 25 w 46"/>
                  <a:gd name="T25" fmla="*/ 7 h 42"/>
                  <a:gd name="T26" fmla="*/ 27 w 46"/>
                  <a:gd name="T27" fmla="*/ 9 h 42"/>
                  <a:gd name="T28" fmla="*/ 30 w 46"/>
                  <a:gd name="T29" fmla="*/ 12 h 42"/>
                  <a:gd name="T30" fmla="*/ 33 w 46"/>
                  <a:gd name="T31" fmla="*/ 16 h 42"/>
                  <a:gd name="T32" fmla="*/ 39 w 46"/>
                  <a:gd name="T33" fmla="*/ 23 h 42"/>
                  <a:gd name="T34" fmla="*/ 44 w 46"/>
                  <a:gd name="T35" fmla="*/ 28 h 42"/>
                  <a:gd name="T36" fmla="*/ 45 w 46"/>
                  <a:gd name="T37" fmla="*/ 32 h 42"/>
                  <a:gd name="T38" fmla="*/ 43 w 46"/>
                  <a:gd name="T39" fmla="*/ 34 h 42"/>
                  <a:gd name="T40" fmla="*/ 41 w 46"/>
                  <a:gd name="T41" fmla="*/ 37 h 42"/>
                  <a:gd name="T42" fmla="*/ 38 w 46"/>
                  <a:gd name="T43" fmla="*/ 39 h 42"/>
                  <a:gd name="T44" fmla="*/ 34 w 46"/>
                  <a:gd name="T45" fmla="*/ 39 h 42"/>
                  <a:gd name="T46" fmla="*/ 30 w 46"/>
                  <a:gd name="T47" fmla="*/ 39 h 42"/>
                  <a:gd name="T48" fmla="*/ 28 w 46"/>
                  <a:gd name="T49" fmla="*/ 41 h 42"/>
                  <a:gd name="T50" fmla="*/ 22 w 46"/>
                  <a:gd name="T51" fmla="*/ 38 h 42"/>
                  <a:gd name="T52" fmla="*/ 19 w 46"/>
                  <a:gd name="T53" fmla="*/ 36 h 42"/>
                  <a:gd name="T54" fmla="*/ 15 w 46"/>
                  <a:gd name="T55" fmla="*/ 35 h 42"/>
                  <a:gd name="T56" fmla="*/ 12 w 46"/>
                  <a:gd name="T57" fmla="*/ 35 h 42"/>
                  <a:gd name="T58" fmla="*/ 9 w 46"/>
                  <a:gd name="T59" fmla="*/ 34 h 42"/>
                  <a:gd name="T60" fmla="*/ 7 w 46"/>
                  <a:gd name="T61" fmla="*/ 33 h 42"/>
                  <a:gd name="T62" fmla="*/ 6 w 46"/>
                  <a:gd name="T63" fmla="*/ 32 h 42"/>
                  <a:gd name="T64" fmla="*/ 4 w 46"/>
                  <a:gd name="T65" fmla="*/ 30 h 42"/>
                  <a:gd name="T66" fmla="*/ 3 w 46"/>
                  <a:gd name="T67" fmla="*/ 28 h 42"/>
                  <a:gd name="T68" fmla="*/ 2 w 46"/>
                  <a:gd name="T69" fmla="*/ 26 h 42"/>
                  <a:gd name="T70" fmla="*/ 0 w 46"/>
                  <a:gd name="T71" fmla="*/ 23 h 42"/>
                  <a:gd name="T72" fmla="*/ 0 w 46"/>
                  <a:gd name="T73" fmla="*/ 22 h 42"/>
                  <a:gd name="T74" fmla="*/ 1 w 46"/>
                  <a:gd name="T75" fmla="*/ 22 h 42"/>
                  <a:gd name="T76" fmla="*/ 5 w 46"/>
                  <a:gd name="T77" fmla="*/ 23 h 42"/>
                  <a:gd name="T78" fmla="*/ 7 w 46"/>
                  <a:gd name="T79" fmla="*/ 22 h 42"/>
                  <a:gd name="T80" fmla="*/ 6 w 46"/>
                  <a:gd name="T81" fmla="*/ 19 h 42"/>
                  <a:gd name="T82" fmla="*/ 5 w 46"/>
                  <a:gd name="T83" fmla="*/ 17 h 42"/>
                  <a:gd name="T84" fmla="*/ 4 w 46"/>
                  <a:gd name="T85" fmla="*/ 15 h 42"/>
                  <a:gd name="T86" fmla="*/ 4 w 46"/>
                  <a:gd name="T87" fmla="*/ 13 h 42"/>
                  <a:gd name="T88" fmla="*/ 3 w 46"/>
                  <a:gd name="T89" fmla="*/ 13 h 42"/>
                  <a:gd name="T90" fmla="*/ 3 w 46"/>
                  <a:gd name="T91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42">
                    <a:moveTo>
                      <a:pt x="3" y="12"/>
                    </a:moveTo>
                    <a:cubicBezTo>
                      <a:pt x="3" y="11"/>
                      <a:pt x="2" y="11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6"/>
                      <a:pt x="8" y="7"/>
                      <a:pt x="10" y="8"/>
                    </a:cubicBezTo>
                    <a:cubicBezTo>
                      <a:pt x="11" y="8"/>
                      <a:pt x="13" y="8"/>
                      <a:pt x="15" y="7"/>
                    </a:cubicBezTo>
                    <a:cubicBezTo>
                      <a:pt x="17" y="7"/>
                      <a:pt x="19" y="7"/>
                      <a:pt x="20" y="7"/>
                    </a:cubicBezTo>
                    <a:cubicBezTo>
                      <a:pt x="22" y="7"/>
                      <a:pt x="23" y="7"/>
                      <a:pt x="25" y="7"/>
                    </a:cubicBezTo>
                    <a:cubicBezTo>
                      <a:pt x="26" y="8"/>
                      <a:pt x="26" y="8"/>
                      <a:pt x="27" y="9"/>
                    </a:cubicBezTo>
                    <a:cubicBezTo>
                      <a:pt x="28" y="10"/>
                      <a:pt x="29" y="11"/>
                      <a:pt x="30" y="12"/>
                    </a:cubicBezTo>
                    <a:cubicBezTo>
                      <a:pt x="31" y="13"/>
                      <a:pt x="32" y="15"/>
                      <a:pt x="33" y="16"/>
                    </a:cubicBezTo>
                    <a:cubicBezTo>
                      <a:pt x="35" y="19"/>
                      <a:pt x="36" y="21"/>
                      <a:pt x="39" y="23"/>
                    </a:cubicBezTo>
                    <a:cubicBezTo>
                      <a:pt x="40" y="25"/>
                      <a:pt x="42" y="26"/>
                      <a:pt x="44" y="28"/>
                    </a:cubicBezTo>
                    <a:cubicBezTo>
                      <a:pt x="44" y="29"/>
                      <a:pt x="46" y="31"/>
                      <a:pt x="45" y="32"/>
                    </a:cubicBezTo>
                    <a:cubicBezTo>
                      <a:pt x="45" y="33"/>
                      <a:pt x="44" y="34"/>
                      <a:pt x="43" y="34"/>
                    </a:cubicBezTo>
                    <a:cubicBezTo>
                      <a:pt x="42" y="35"/>
                      <a:pt x="41" y="36"/>
                      <a:pt x="41" y="37"/>
                    </a:cubicBezTo>
                    <a:cubicBezTo>
                      <a:pt x="40" y="38"/>
                      <a:pt x="39" y="38"/>
                      <a:pt x="38" y="39"/>
                    </a:cubicBezTo>
                    <a:cubicBezTo>
                      <a:pt x="37" y="39"/>
                      <a:pt x="36" y="39"/>
                      <a:pt x="34" y="39"/>
                    </a:cubicBezTo>
                    <a:cubicBezTo>
                      <a:pt x="33" y="39"/>
                      <a:pt x="32" y="39"/>
                      <a:pt x="30" y="39"/>
                    </a:cubicBezTo>
                    <a:cubicBezTo>
                      <a:pt x="29" y="40"/>
                      <a:pt x="29" y="41"/>
                      <a:pt x="28" y="41"/>
                    </a:cubicBezTo>
                    <a:cubicBezTo>
                      <a:pt x="25" y="42"/>
                      <a:pt x="23" y="40"/>
                      <a:pt x="22" y="38"/>
                    </a:cubicBezTo>
                    <a:cubicBezTo>
                      <a:pt x="21" y="37"/>
                      <a:pt x="20" y="37"/>
                      <a:pt x="19" y="36"/>
                    </a:cubicBezTo>
                    <a:cubicBezTo>
                      <a:pt x="17" y="36"/>
                      <a:pt x="16" y="35"/>
                      <a:pt x="15" y="35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11" y="34"/>
                      <a:pt x="10" y="34"/>
                      <a:pt x="9" y="34"/>
                    </a:cubicBezTo>
                    <a:cubicBezTo>
                      <a:pt x="9" y="33"/>
                      <a:pt x="8" y="33"/>
                      <a:pt x="7" y="33"/>
                    </a:cubicBezTo>
                    <a:cubicBezTo>
                      <a:pt x="7" y="33"/>
                      <a:pt x="6" y="32"/>
                      <a:pt x="6" y="32"/>
                    </a:cubicBezTo>
                    <a:cubicBezTo>
                      <a:pt x="5" y="32"/>
                      <a:pt x="4" y="31"/>
                      <a:pt x="4" y="30"/>
                    </a:cubicBezTo>
                    <a:cubicBezTo>
                      <a:pt x="4" y="30"/>
                      <a:pt x="4" y="29"/>
                      <a:pt x="3" y="28"/>
                    </a:cubicBezTo>
                    <a:cubicBezTo>
                      <a:pt x="3" y="27"/>
                      <a:pt x="2" y="27"/>
                      <a:pt x="2" y="26"/>
                    </a:cubicBezTo>
                    <a:cubicBezTo>
                      <a:pt x="1" y="25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3" y="22"/>
                      <a:pt x="4" y="23"/>
                      <a:pt x="5" y="23"/>
                    </a:cubicBezTo>
                    <a:cubicBezTo>
                      <a:pt x="6" y="23"/>
                      <a:pt x="7" y="23"/>
                      <a:pt x="7" y="22"/>
                    </a:cubicBezTo>
                    <a:cubicBezTo>
                      <a:pt x="7" y="21"/>
                      <a:pt x="6" y="20"/>
                      <a:pt x="6" y="19"/>
                    </a:cubicBezTo>
                    <a:cubicBezTo>
                      <a:pt x="5" y="18"/>
                      <a:pt x="5" y="18"/>
                      <a:pt x="5" y="17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4" y="14"/>
                      <a:pt x="4" y="14"/>
                      <a:pt x="4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7" name="Freeform 3084">
                <a:extLst>
                  <a:ext uri="{FF2B5EF4-FFF2-40B4-BE49-F238E27FC236}">
                    <a16:creationId xmlns:a16="http://schemas.microsoft.com/office/drawing/2014/main" id="{DB385667-AB40-40DA-B3A0-5BC5503A1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230"/>
                <a:ext cx="6" cy="6"/>
              </a:xfrm>
              <a:custGeom>
                <a:avLst/>
                <a:gdLst>
                  <a:gd name="T0" fmla="*/ 1 w 15"/>
                  <a:gd name="T1" fmla="*/ 6 h 14"/>
                  <a:gd name="T2" fmla="*/ 1 w 15"/>
                  <a:gd name="T3" fmla="*/ 5 h 14"/>
                  <a:gd name="T4" fmla="*/ 3 w 15"/>
                  <a:gd name="T5" fmla="*/ 4 h 14"/>
                  <a:gd name="T6" fmla="*/ 5 w 15"/>
                  <a:gd name="T7" fmla="*/ 4 h 14"/>
                  <a:gd name="T8" fmla="*/ 7 w 15"/>
                  <a:gd name="T9" fmla="*/ 3 h 14"/>
                  <a:gd name="T10" fmla="*/ 8 w 15"/>
                  <a:gd name="T11" fmla="*/ 2 h 14"/>
                  <a:gd name="T12" fmla="*/ 9 w 15"/>
                  <a:gd name="T13" fmla="*/ 1 h 14"/>
                  <a:gd name="T14" fmla="*/ 12 w 15"/>
                  <a:gd name="T15" fmla="*/ 1 h 14"/>
                  <a:gd name="T16" fmla="*/ 13 w 15"/>
                  <a:gd name="T17" fmla="*/ 1 h 14"/>
                  <a:gd name="T18" fmla="*/ 14 w 15"/>
                  <a:gd name="T19" fmla="*/ 2 h 14"/>
                  <a:gd name="T20" fmla="*/ 15 w 15"/>
                  <a:gd name="T21" fmla="*/ 3 h 14"/>
                  <a:gd name="T22" fmla="*/ 14 w 15"/>
                  <a:gd name="T23" fmla="*/ 7 h 14"/>
                  <a:gd name="T24" fmla="*/ 9 w 15"/>
                  <a:gd name="T25" fmla="*/ 9 h 14"/>
                  <a:gd name="T26" fmla="*/ 7 w 15"/>
                  <a:gd name="T27" fmla="*/ 12 h 14"/>
                  <a:gd name="T28" fmla="*/ 5 w 15"/>
                  <a:gd name="T29" fmla="*/ 13 h 14"/>
                  <a:gd name="T30" fmla="*/ 3 w 15"/>
                  <a:gd name="T31" fmla="*/ 14 h 14"/>
                  <a:gd name="T32" fmla="*/ 1 w 15"/>
                  <a:gd name="T33" fmla="*/ 13 h 14"/>
                  <a:gd name="T34" fmla="*/ 0 w 15"/>
                  <a:gd name="T35" fmla="*/ 12 h 14"/>
                  <a:gd name="T36" fmla="*/ 0 w 15"/>
                  <a:gd name="T37" fmla="*/ 12 h 14"/>
                  <a:gd name="T38" fmla="*/ 0 w 15"/>
                  <a:gd name="T39" fmla="*/ 10 h 14"/>
                  <a:gd name="T40" fmla="*/ 0 w 15"/>
                  <a:gd name="T41" fmla="*/ 10 h 14"/>
                  <a:gd name="T42" fmla="*/ 1 w 15"/>
                  <a:gd name="T43" fmla="*/ 9 h 14"/>
                  <a:gd name="T44" fmla="*/ 1 w 15"/>
                  <a:gd name="T45" fmla="*/ 8 h 14"/>
                  <a:gd name="T46" fmla="*/ 1 w 15"/>
                  <a:gd name="T4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4">
                    <a:moveTo>
                      <a:pt x="1" y="6"/>
                    </a:moveTo>
                    <a:cubicBezTo>
                      <a:pt x="1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1" y="0"/>
                      <a:pt x="12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5" y="6"/>
                      <a:pt x="14" y="7"/>
                    </a:cubicBezTo>
                    <a:cubicBezTo>
                      <a:pt x="13" y="8"/>
                      <a:pt x="11" y="9"/>
                      <a:pt x="9" y="9"/>
                    </a:cubicBezTo>
                    <a:cubicBezTo>
                      <a:pt x="8" y="10"/>
                      <a:pt x="7" y="11"/>
                      <a:pt x="7" y="12"/>
                    </a:cubicBezTo>
                    <a:cubicBezTo>
                      <a:pt x="6" y="12"/>
                      <a:pt x="6" y="13"/>
                      <a:pt x="5" y="13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1" y="13"/>
                      <a:pt x="0" y="13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8" name="Freeform 3085">
                <a:extLst>
                  <a:ext uri="{FF2B5EF4-FFF2-40B4-BE49-F238E27FC236}">
                    <a16:creationId xmlns:a16="http://schemas.microsoft.com/office/drawing/2014/main" id="{46503679-33F4-4895-9128-716BCB17B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225"/>
                <a:ext cx="6" cy="4"/>
              </a:xfrm>
              <a:custGeom>
                <a:avLst/>
                <a:gdLst>
                  <a:gd name="T0" fmla="*/ 1 w 15"/>
                  <a:gd name="T1" fmla="*/ 9 h 10"/>
                  <a:gd name="T2" fmla="*/ 1 w 15"/>
                  <a:gd name="T3" fmla="*/ 7 h 10"/>
                  <a:gd name="T4" fmla="*/ 2 w 15"/>
                  <a:gd name="T5" fmla="*/ 6 h 10"/>
                  <a:gd name="T6" fmla="*/ 3 w 15"/>
                  <a:gd name="T7" fmla="*/ 5 h 10"/>
                  <a:gd name="T8" fmla="*/ 3 w 15"/>
                  <a:gd name="T9" fmla="*/ 4 h 10"/>
                  <a:gd name="T10" fmla="*/ 3 w 15"/>
                  <a:gd name="T11" fmla="*/ 3 h 10"/>
                  <a:gd name="T12" fmla="*/ 3 w 15"/>
                  <a:gd name="T13" fmla="*/ 2 h 10"/>
                  <a:gd name="T14" fmla="*/ 4 w 15"/>
                  <a:gd name="T15" fmla="*/ 2 h 10"/>
                  <a:gd name="T16" fmla="*/ 4 w 15"/>
                  <a:gd name="T17" fmla="*/ 1 h 10"/>
                  <a:gd name="T18" fmla="*/ 5 w 15"/>
                  <a:gd name="T19" fmla="*/ 0 h 10"/>
                  <a:gd name="T20" fmla="*/ 9 w 15"/>
                  <a:gd name="T21" fmla="*/ 0 h 10"/>
                  <a:gd name="T22" fmla="*/ 10 w 15"/>
                  <a:gd name="T23" fmla="*/ 1 h 10"/>
                  <a:gd name="T24" fmla="*/ 11 w 15"/>
                  <a:gd name="T25" fmla="*/ 2 h 10"/>
                  <a:gd name="T26" fmla="*/ 13 w 15"/>
                  <a:gd name="T27" fmla="*/ 5 h 10"/>
                  <a:gd name="T28" fmla="*/ 14 w 15"/>
                  <a:gd name="T29" fmla="*/ 6 h 10"/>
                  <a:gd name="T30" fmla="*/ 15 w 15"/>
                  <a:gd name="T31" fmla="*/ 7 h 10"/>
                  <a:gd name="T32" fmla="*/ 15 w 15"/>
                  <a:gd name="T33" fmla="*/ 8 h 10"/>
                  <a:gd name="T34" fmla="*/ 14 w 15"/>
                  <a:gd name="T35" fmla="*/ 9 h 10"/>
                  <a:gd name="T36" fmla="*/ 13 w 15"/>
                  <a:gd name="T37" fmla="*/ 10 h 10"/>
                  <a:gd name="T38" fmla="*/ 9 w 15"/>
                  <a:gd name="T39" fmla="*/ 10 h 10"/>
                  <a:gd name="T40" fmla="*/ 8 w 15"/>
                  <a:gd name="T41" fmla="*/ 10 h 10"/>
                  <a:gd name="T42" fmla="*/ 8 w 15"/>
                  <a:gd name="T43" fmla="*/ 10 h 10"/>
                  <a:gd name="T44" fmla="*/ 7 w 15"/>
                  <a:gd name="T45" fmla="*/ 10 h 10"/>
                  <a:gd name="T46" fmla="*/ 6 w 15"/>
                  <a:gd name="T47" fmla="*/ 10 h 10"/>
                  <a:gd name="T48" fmla="*/ 3 w 15"/>
                  <a:gd name="T49" fmla="*/ 10 h 10"/>
                  <a:gd name="T50" fmla="*/ 2 w 15"/>
                  <a:gd name="T51" fmla="*/ 9 h 10"/>
                  <a:gd name="T52" fmla="*/ 1 w 15"/>
                  <a:gd name="T5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" h="10">
                    <a:moveTo>
                      <a:pt x="1" y="9"/>
                    </a:moveTo>
                    <a:cubicBezTo>
                      <a:pt x="1" y="8"/>
                      <a:pt x="0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3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6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5" y="7"/>
                      <a:pt x="15" y="7"/>
                      <a:pt x="15" y="8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4" y="9"/>
                      <a:pt x="13" y="10"/>
                      <a:pt x="13" y="10"/>
                    </a:cubicBezTo>
                    <a:cubicBezTo>
                      <a:pt x="12" y="10"/>
                      <a:pt x="11" y="10"/>
                      <a:pt x="9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4" y="10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9" name="Freeform 3086">
                <a:extLst>
                  <a:ext uri="{FF2B5EF4-FFF2-40B4-BE49-F238E27FC236}">
                    <a16:creationId xmlns:a16="http://schemas.microsoft.com/office/drawing/2014/main" id="{26052B74-0B29-45DF-90B4-177650F98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217"/>
                <a:ext cx="6" cy="15"/>
              </a:xfrm>
              <a:custGeom>
                <a:avLst/>
                <a:gdLst>
                  <a:gd name="T0" fmla="*/ 1 w 14"/>
                  <a:gd name="T1" fmla="*/ 22 h 37"/>
                  <a:gd name="T2" fmla="*/ 1 w 14"/>
                  <a:gd name="T3" fmla="*/ 16 h 37"/>
                  <a:gd name="T4" fmla="*/ 0 w 14"/>
                  <a:gd name="T5" fmla="*/ 7 h 37"/>
                  <a:gd name="T6" fmla="*/ 0 w 14"/>
                  <a:gd name="T7" fmla="*/ 3 h 37"/>
                  <a:gd name="T8" fmla="*/ 0 w 14"/>
                  <a:gd name="T9" fmla="*/ 1 h 37"/>
                  <a:gd name="T10" fmla="*/ 3 w 14"/>
                  <a:gd name="T11" fmla="*/ 0 h 37"/>
                  <a:gd name="T12" fmla="*/ 6 w 14"/>
                  <a:gd name="T13" fmla="*/ 2 h 37"/>
                  <a:gd name="T14" fmla="*/ 8 w 14"/>
                  <a:gd name="T15" fmla="*/ 7 h 37"/>
                  <a:gd name="T16" fmla="*/ 8 w 14"/>
                  <a:gd name="T17" fmla="*/ 11 h 37"/>
                  <a:gd name="T18" fmla="*/ 9 w 14"/>
                  <a:gd name="T19" fmla="*/ 15 h 37"/>
                  <a:gd name="T20" fmla="*/ 10 w 14"/>
                  <a:gd name="T21" fmla="*/ 20 h 37"/>
                  <a:gd name="T22" fmla="*/ 11 w 14"/>
                  <a:gd name="T23" fmla="*/ 23 h 37"/>
                  <a:gd name="T24" fmla="*/ 11 w 14"/>
                  <a:gd name="T25" fmla="*/ 24 h 37"/>
                  <a:gd name="T26" fmla="*/ 13 w 14"/>
                  <a:gd name="T27" fmla="*/ 26 h 37"/>
                  <a:gd name="T28" fmla="*/ 14 w 14"/>
                  <a:gd name="T29" fmla="*/ 30 h 37"/>
                  <a:gd name="T30" fmla="*/ 11 w 14"/>
                  <a:gd name="T31" fmla="*/ 35 h 37"/>
                  <a:gd name="T32" fmla="*/ 7 w 14"/>
                  <a:gd name="T33" fmla="*/ 37 h 37"/>
                  <a:gd name="T34" fmla="*/ 4 w 14"/>
                  <a:gd name="T35" fmla="*/ 35 h 37"/>
                  <a:gd name="T36" fmla="*/ 2 w 14"/>
                  <a:gd name="T37" fmla="*/ 31 h 37"/>
                  <a:gd name="T38" fmla="*/ 2 w 14"/>
                  <a:gd name="T39" fmla="*/ 29 h 37"/>
                  <a:gd name="T40" fmla="*/ 1 w 14"/>
                  <a:gd name="T41" fmla="*/ 27 h 37"/>
                  <a:gd name="T42" fmla="*/ 1 w 14"/>
                  <a:gd name="T43" fmla="*/ 24 h 37"/>
                  <a:gd name="T44" fmla="*/ 1 w 14"/>
                  <a:gd name="T45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37">
                    <a:moveTo>
                      <a:pt x="1" y="22"/>
                    </a:moveTo>
                    <a:cubicBezTo>
                      <a:pt x="1" y="20"/>
                      <a:pt x="1" y="18"/>
                      <a:pt x="1" y="16"/>
                    </a:cubicBezTo>
                    <a:cubicBezTo>
                      <a:pt x="1" y="13"/>
                      <a:pt x="0" y="10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3"/>
                      <a:pt x="8" y="5"/>
                      <a:pt x="8" y="7"/>
                    </a:cubicBezTo>
                    <a:cubicBezTo>
                      <a:pt x="8" y="8"/>
                      <a:pt x="8" y="10"/>
                      <a:pt x="8" y="11"/>
                    </a:cubicBezTo>
                    <a:cubicBezTo>
                      <a:pt x="8" y="13"/>
                      <a:pt x="9" y="14"/>
                      <a:pt x="9" y="15"/>
                    </a:cubicBezTo>
                    <a:cubicBezTo>
                      <a:pt x="10" y="17"/>
                      <a:pt x="10" y="18"/>
                      <a:pt x="10" y="20"/>
                    </a:cubicBezTo>
                    <a:cubicBezTo>
                      <a:pt x="10" y="21"/>
                      <a:pt x="10" y="22"/>
                      <a:pt x="11" y="23"/>
                    </a:cubicBezTo>
                    <a:cubicBezTo>
                      <a:pt x="11" y="23"/>
                      <a:pt x="11" y="24"/>
                      <a:pt x="11" y="24"/>
                    </a:cubicBezTo>
                    <a:cubicBezTo>
                      <a:pt x="12" y="25"/>
                      <a:pt x="12" y="25"/>
                      <a:pt x="13" y="26"/>
                    </a:cubicBezTo>
                    <a:cubicBezTo>
                      <a:pt x="14" y="27"/>
                      <a:pt x="14" y="28"/>
                      <a:pt x="14" y="30"/>
                    </a:cubicBezTo>
                    <a:cubicBezTo>
                      <a:pt x="13" y="31"/>
                      <a:pt x="12" y="33"/>
                      <a:pt x="11" y="35"/>
                    </a:cubicBezTo>
                    <a:cubicBezTo>
                      <a:pt x="10" y="36"/>
                      <a:pt x="9" y="37"/>
                      <a:pt x="7" y="37"/>
                    </a:cubicBezTo>
                    <a:cubicBezTo>
                      <a:pt x="6" y="37"/>
                      <a:pt x="5" y="36"/>
                      <a:pt x="4" y="35"/>
                    </a:cubicBezTo>
                    <a:cubicBezTo>
                      <a:pt x="3" y="34"/>
                      <a:pt x="3" y="33"/>
                      <a:pt x="2" y="31"/>
                    </a:cubicBezTo>
                    <a:cubicBezTo>
                      <a:pt x="2" y="31"/>
                      <a:pt x="2" y="30"/>
                      <a:pt x="2" y="29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1" y="26"/>
                      <a:pt x="1" y="25"/>
                      <a:pt x="1" y="24"/>
                    </a:cubicBezTo>
                    <a:cubicBezTo>
                      <a:pt x="1" y="23"/>
                      <a:pt x="1" y="22"/>
                      <a:pt x="1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0" name="Freeform 3087">
                <a:extLst>
                  <a:ext uri="{FF2B5EF4-FFF2-40B4-BE49-F238E27FC236}">
                    <a16:creationId xmlns:a16="http://schemas.microsoft.com/office/drawing/2014/main" id="{1C560079-BC09-495B-8CEE-2A9ADCF05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9"/>
                <a:ext cx="11" cy="22"/>
              </a:xfrm>
              <a:custGeom>
                <a:avLst/>
                <a:gdLst>
                  <a:gd name="T0" fmla="*/ 13 w 26"/>
                  <a:gd name="T1" fmla="*/ 22 h 55"/>
                  <a:gd name="T2" fmla="*/ 13 w 26"/>
                  <a:gd name="T3" fmla="*/ 19 h 55"/>
                  <a:gd name="T4" fmla="*/ 13 w 26"/>
                  <a:gd name="T5" fmla="*/ 11 h 55"/>
                  <a:gd name="T6" fmla="*/ 13 w 26"/>
                  <a:gd name="T7" fmla="*/ 7 h 55"/>
                  <a:gd name="T8" fmla="*/ 15 w 26"/>
                  <a:gd name="T9" fmla="*/ 3 h 55"/>
                  <a:gd name="T10" fmla="*/ 16 w 26"/>
                  <a:gd name="T11" fmla="*/ 1 h 55"/>
                  <a:gd name="T12" fmla="*/ 17 w 26"/>
                  <a:gd name="T13" fmla="*/ 2 h 55"/>
                  <a:gd name="T14" fmla="*/ 18 w 26"/>
                  <a:gd name="T15" fmla="*/ 4 h 55"/>
                  <a:gd name="T16" fmla="*/ 19 w 26"/>
                  <a:gd name="T17" fmla="*/ 8 h 55"/>
                  <a:gd name="T18" fmla="*/ 20 w 26"/>
                  <a:gd name="T19" fmla="*/ 14 h 55"/>
                  <a:gd name="T20" fmla="*/ 20 w 26"/>
                  <a:gd name="T21" fmla="*/ 19 h 55"/>
                  <a:gd name="T22" fmla="*/ 20 w 26"/>
                  <a:gd name="T23" fmla="*/ 25 h 55"/>
                  <a:gd name="T24" fmla="*/ 24 w 26"/>
                  <a:gd name="T25" fmla="*/ 30 h 55"/>
                  <a:gd name="T26" fmla="*/ 26 w 26"/>
                  <a:gd name="T27" fmla="*/ 34 h 55"/>
                  <a:gd name="T28" fmla="*/ 23 w 26"/>
                  <a:gd name="T29" fmla="*/ 38 h 55"/>
                  <a:gd name="T30" fmla="*/ 19 w 26"/>
                  <a:gd name="T31" fmla="*/ 41 h 55"/>
                  <a:gd name="T32" fmla="*/ 19 w 26"/>
                  <a:gd name="T33" fmla="*/ 46 h 55"/>
                  <a:gd name="T34" fmla="*/ 18 w 26"/>
                  <a:gd name="T35" fmla="*/ 52 h 55"/>
                  <a:gd name="T36" fmla="*/ 15 w 26"/>
                  <a:gd name="T37" fmla="*/ 54 h 55"/>
                  <a:gd name="T38" fmla="*/ 11 w 26"/>
                  <a:gd name="T39" fmla="*/ 54 h 55"/>
                  <a:gd name="T40" fmla="*/ 10 w 26"/>
                  <a:gd name="T41" fmla="*/ 51 h 55"/>
                  <a:gd name="T42" fmla="*/ 10 w 26"/>
                  <a:gd name="T43" fmla="*/ 49 h 55"/>
                  <a:gd name="T44" fmla="*/ 10 w 26"/>
                  <a:gd name="T45" fmla="*/ 48 h 55"/>
                  <a:gd name="T46" fmla="*/ 10 w 26"/>
                  <a:gd name="T47" fmla="*/ 46 h 55"/>
                  <a:gd name="T48" fmla="*/ 10 w 26"/>
                  <a:gd name="T49" fmla="*/ 44 h 55"/>
                  <a:gd name="T50" fmla="*/ 9 w 26"/>
                  <a:gd name="T51" fmla="*/ 43 h 55"/>
                  <a:gd name="T52" fmla="*/ 9 w 26"/>
                  <a:gd name="T53" fmla="*/ 43 h 55"/>
                  <a:gd name="T54" fmla="*/ 8 w 26"/>
                  <a:gd name="T55" fmla="*/ 43 h 55"/>
                  <a:gd name="T56" fmla="*/ 7 w 26"/>
                  <a:gd name="T57" fmla="*/ 44 h 55"/>
                  <a:gd name="T58" fmla="*/ 7 w 26"/>
                  <a:gd name="T59" fmla="*/ 45 h 55"/>
                  <a:gd name="T60" fmla="*/ 6 w 26"/>
                  <a:gd name="T61" fmla="*/ 47 h 55"/>
                  <a:gd name="T62" fmla="*/ 5 w 26"/>
                  <a:gd name="T63" fmla="*/ 49 h 55"/>
                  <a:gd name="T64" fmla="*/ 4 w 26"/>
                  <a:gd name="T65" fmla="*/ 49 h 55"/>
                  <a:gd name="T66" fmla="*/ 2 w 26"/>
                  <a:gd name="T67" fmla="*/ 47 h 55"/>
                  <a:gd name="T68" fmla="*/ 1 w 26"/>
                  <a:gd name="T69" fmla="*/ 46 h 55"/>
                  <a:gd name="T70" fmla="*/ 0 w 26"/>
                  <a:gd name="T71" fmla="*/ 41 h 55"/>
                  <a:gd name="T72" fmla="*/ 0 w 26"/>
                  <a:gd name="T73" fmla="*/ 38 h 55"/>
                  <a:gd name="T74" fmla="*/ 0 w 26"/>
                  <a:gd name="T75" fmla="*/ 36 h 55"/>
                  <a:gd name="T76" fmla="*/ 1 w 26"/>
                  <a:gd name="T77" fmla="*/ 35 h 55"/>
                  <a:gd name="T78" fmla="*/ 3 w 26"/>
                  <a:gd name="T79" fmla="*/ 34 h 55"/>
                  <a:gd name="T80" fmla="*/ 9 w 26"/>
                  <a:gd name="T81" fmla="*/ 31 h 55"/>
                  <a:gd name="T82" fmla="*/ 12 w 26"/>
                  <a:gd name="T83" fmla="*/ 27 h 55"/>
                  <a:gd name="T84" fmla="*/ 13 w 26"/>
                  <a:gd name="T85" fmla="*/ 2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55">
                    <a:moveTo>
                      <a:pt x="13" y="22"/>
                    </a:move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6"/>
                      <a:pt x="13" y="14"/>
                      <a:pt x="13" y="11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4" y="6"/>
                      <a:pt x="14" y="4"/>
                      <a:pt x="15" y="3"/>
                    </a:cubicBezTo>
                    <a:cubicBezTo>
                      <a:pt x="15" y="2"/>
                      <a:pt x="15" y="0"/>
                      <a:pt x="16" y="1"/>
                    </a:cubicBezTo>
                    <a:cubicBezTo>
                      <a:pt x="17" y="1"/>
                      <a:pt x="17" y="2"/>
                      <a:pt x="17" y="2"/>
                    </a:cubicBezTo>
                    <a:cubicBezTo>
                      <a:pt x="18" y="3"/>
                      <a:pt x="18" y="4"/>
                      <a:pt x="18" y="4"/>
                    </a:cubicBezTo>
                    <a:cubicBezTo>
                      <a:pt x="19" y="6"/>
                      <a:pt x="19" y="7"/>
                      <a:pt x="19" y="8"/>
                    </a:cubicBezTo>
                    <a:cubicBezTo>
                      <a:pt x="20" y="10"/>
                      <a:pt x="20" y="12"/>
                      <a:pt x="20" y="14"/>
                    </a:cubicBezTo>
                    <a:cubicBezTo>
                      <a:pt x="20" y="16"/>
                      <a:pt x="20" y="18"/>
                      <a:pt x="20" y="19"/>
                    </a:cubicBezTo>
                    <a:cubicBezTo>
                      <a:pt x="19" y="21"/>
                      <a:pt x="19" y="23"/>
                      <a:pt x="20" y="25"/>
                    </a:cubicBezTo>
                    <a:cubicBezTo>
                      <a:pt x="21" y="27"/>
                      <a:pt x="22" y="29"/>
                      <a:pt x="24" y="30"/>
                    </a:cubicBezTo>
                    <a:cubicBezTo>
                      <a:pt x="25" y="31"/>
                      <a:pt x="26" y="32"/>
                      <a:pt x="26" y="34"/>
                    </a:cubicBezTo>
                    <a:cubicBezTo>
                      <a:pt x="26" y="36"/>
                      <a:pt x="25" y="37"/>
                      <a:pt x="23" y="38"/>
                    </a:cubicBezTo>
                    <a:cubicBezTo>
                      <a:pt x="22" y="39"/>
                      <a:pt x="20" y="39"/>
                      <a:pt x="19" y="41"/>
                    </a:cubicBezTo>
                    <a:cubicBezTo>
                      <a:pt x="18" y="43"/>
                      <a:pt x="19" y="45"/>
                      <a:pt x="19" y="46"/>
                    </a:cubicBezTo>
                    <a:cubicBezTo>
                      <a:pt x="19" y="48"/>
                      <a:pt x="19" y="50"/>
                      <a:pt x="18" y="52"/>
                    </a:cubicBezTo>
                    <a:cubicBezTo>
                      <a:pt x="17" y="53"/>
                      <a:pt x="16" y="54"/>
                      <a:pt x="15" y="54"/>
                    </a:cubicBezTo>
                    <a:cubicBezTo>
                      <a:pt x="14" y="55"/>
                      <a:pt x="12" y="55"/>
                      <a:pt x="11" y="54"/>
                    </a:cubicBezTo>
                    <a:cubicBezTo>
                      <a:pt x="10" y="53"/>
                      <a:pt x="11" y="52"/>
                      <a:pt x="10" y="51"/>
                    </a:cubicBezTo>
                    <a:cubicBezTo>
                      <a:pt x="10" y="50"/>
                      <a:pt x="10" y="50"/>
                      <a:pt x="10" y="49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6"/>
                    </a:cubicBezTo>
                    <a:cubicBezTo>
                      <a:pt x="10" y="46"/>
                      <a:pt x="10" y="45"/>
                      <a:pt x="10" y="44"/>
                    </a:cubicBezTo>
                    <a:cubicBezTo>
                      <a:pt x="10" y="44"/>
                      <a:pt x="10" y="43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8" y="42"/>
                      <a:pt x="8" y="42"/>
                      <a:pt x="8" y="43"/>
                    </a:cubicBezTo>
                    <a:cubicBezTo>
                      <a:pt x="8" y="43"/>
                      <a:pt x="7" y="43"/>
                      <a:pt x="7" y="44"/>
                    </a:cubicBezTo>
                    <a:cubicBezTo>
                      <a:pt x="7" y="44"/>
                      <a:pt x="7" y="45"/>
                      <a:pt x="7" y="45"/>
                    </a:cubicBezTo>
                    <a:cubicBezTo>
                      <a:pt x="7" y="46"/>
                      <a:pt x="6" y="46"/>
                      <a:pt x="6" y="47"/>
                    </a:cubicBezTo>
                    <a:cubicBezTo>
                      <a:pt x="6" y="47"/>
                      <a:pt x="6" y="49"/>
                      <a:pt x="5" y="49"/>
                    </a:cubicBezTo>
                    <a:cubicBezTo>
                      <a:pt x="5" y="49"/>
                      <a:pt x="4" y="49"/>
                      <a:pt x="4" y="49"/>
                    </a:cubicBezTo>
                    <a:cubicBezTo>
                      <a:pt x="3" y="48"/>
                      <a:pt x="3" y="47"/>
                      <a:pt x="2" y="47"/>
                    </a:cubicBezTo>
                    <a:cubicBezTo>
                      <a:pt x="2" y="46"/>
                      <a:pt x="1" y="46"/>
                      <a:pt x="1" y="46"/>
                    </a:cubicBezTo>
                    <a:cubicBezTo>
                      <a:pt x="0" y="44"/>
                      <a:pt x="0" y="43"/>
                      <a:pt x="0" y="41"/>
                    </a:cubicBezTo>
                    <a:cubicBezTo>
                      <a:pt x="0" y="40"/>
                      <a:pt x="0" y="39"/>
                      <a:pt x="0" y="38"/>
                    </a:cubicBezTo>
                    <a:cubicBezTo>
                      <a:pt x="0" y="37"/>
                      <a:pt x="0" y="37"/>
                      <a:pt x="0" y="36"/>
                    </a:cubicBezTo>
                    <a:cubicBezTo>
                      <a:pt x="1" y="36"/>
                      <a:pt x="1" y="35"/>
                      <a:pt x="1" y="35"/>
                    </a:cubicBezTo>
                    <a:cubicBezTo>
                      <a:pt x="2" y="34"/>
                      <a:pt x="2" y="34"/>
                      <a:pt x="3" y="34"/>
                    </a:cubicBezTo>
                    <a:cubicBezTo>
                      <a:pt x="5" y="33"/>
                      <a:pt x="7" y="33"/>
                      <a:pt x="9" y="31"/>
                    </a:cubicBezTo>
                    <a:cubicBezTo>
                      <a:pt x="10" y="30"/>
                      <a:pt x="11" y="28"/>
                      <a:pt x="12" y="27"/>
                    </a:cubicBezTo>
                    <a:cubicBezTo>
                      <a:pt x="13" y="25"/>
                      <a:pt x="13" y="24"/>
                      <a:pt x="1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1" name="Freeform 3088">
                <a:extLst>
                  <a:ext uri="{FF2B5EF4-FFF2-40B4-BE49-F238E27FC236}">
                    <a16:creationId xmlns:a16="http://schemas.microsoft.com/office/drawing/2014/main" id="{8C70ACDC-B339-496C-8F39-3BEBBB94C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7"/>
                <a:ext cx="4" cy="13"/>
              </a:xfrm>
              <a:custGeom>
                <a:avLst/>
                <a:gdLst>
                  <a:gd name="T0" fmla="*/ 8 w 10"/>
                  <a:gd name="T1" fmla="*/ 27 h 32"/>
                  <a:gd name="T2" fmla="*/ 6 w 10"/>
                  <a:gd name="T3" fmla="*/ 31 h 32"/>
                  <a:gd name="T4" fmla="*/ 4 w 10"/>
                  <a:gd name="T5" fmla="*/ 31 h 32"/>
                  <a:gd name="T6" fmla="*/ 2 w 10"/>
                  <a:gd name="T7" fmla="*/ 29 h 32"/>
                  <a:gd name="T8" fmla="*/ 1 w 10"/>
                  <a:gd name="T9" fmla="*/ 23 h 32"/>
                  <a:gd name="T10" fmla="*/ 1 w 10"/>
                  <a:gd name="T11" fmla="*/ 15 h 32"/>
                  <a:gd name="T12" fmla="*/ 0 w 10"/>
                  <a:gd name="T13" fmla="*/ 12 h 32"/>
                  <a:gd name="T14" fmla="*/ 0 w 10"/>
                  <a:gd name="T15" fmla="*/ 8 h 32"/>
                  <a:gd name="T16" fmla="*/ 0 w 10"/>
                  <a:gd name="T17" fmla="*/ 5 h 32"/>
                  <a:gd name="T18" fmla="*/ 1 w 10"/>
                  <a:gd name="T19" fmla="*/ 3 h 32"/>
                  <a:gd name="T20" fmla="*/ 3 w 10"/>
                  <a:gd name="T21" fmla="*/ 0 h 32"/>
                  <a:gd name="T22" fmla="*/ 6 w 10"/>
                  <a:gd name="T23" fmla="*/ 1 h 32"/>
                  <a:gd name="T24" fmla="*/ 8 w 10"/>
                  <a:gd name="T25" fmla="*/ 4 h 32"/>
                  <a:gd name="T26" fmla="*/ 10 w 10"/>
                  <a:gd name="T27" fmla="*/ 12 h 32"/>
                  <a:gd name="T28" fmla="*/ 10 w 10"/>
                  <a:gd name="T29" fmla="*/ 14 h 32"/>
                  <a:gd name="T30" fmla="*/ 10 w 10"/>
                  <a:gd name="T31" fmla="*/ 20 h 32"/>
                  <a:gd name="T32" fmla="*/ 9 w 10"/>
                  <a:gd name="T33" fmla="*/ 21 h 32"/>
                  <a:gd name="T34" fmla="*/ 9 w 10"/>
                  <a:gd name="T35" fmla="*/ 24 h 32"/>
                  <a:gd name="T36" fmla="*/ 8 w 10"/>
                  <a:gd name="T3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32">
                    <a:moveTo>
                      <a:pt x="8" y="27"/>
                    </a:moveTo>
                    <a:cubicBezTo>
                      <a:pt x="8" y="28"/>
                      <a:pt x="8" y="32"/>
                      <a:pt x="6" y="31"/>
                    </a:cubicBezTo>
                    <a:cubicBezTo>
                      <a:pt x="5" y="31"/>
                      <a:pt x="4" y="31"/>
                      <a:pt x="4" y="31"/>
                    </a:cubicBezTo>
                    <a:cubicBezTo>
                      <a:pt x="3" y="31"/>
                      <a:pt x="3" y="30"/>
                      <a:pt x="2" y="29"/>
                    </a:cubicBezTo>
                    <a:cubicBezTo>
                      <a:pt x="1" y="27"/>
                      <a:pt x="1" y="25"/>
                      <a:pt x="1" y="23"/>
                    </a:cubicBezTo>
                    <a:cubicBezTo>
                      <a:pt x="1" y="20"/>
                      <a:pt x="1" y="18"/>
                      <a:pt x="1" y="15"/>
                    </a:cubicBezTo>
                    <a:cubicBezTo>
                      <a:pt x="1" y="14"/>
                      <a:pt x="1" y="13"/>
                      <a:pt x="0" y="12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4" y="0"/>
                      <a:pt x="6" y="0"/>
                      <a:pt x="6" y="1"/>
                    </a:cubicBezTo>
                    <a:cubicBezTo>
                      <a:pt x="7" y="2"/>
                      <a:pt x="7" y="3"/>
                      <a:pt x="8" y="4"/>
                    </a:cubicBezTo>
                    <a:cubicBezTo>
                      <a:pt x="9" y="7"/>
                      <a:pt x="9" y="10"/>
                      <a:pt x="10" y="12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6"/>
                      <a:pt x="10" y="18"/>
                      <a:pt x="10" y="20"/>
                    </a:cubicBezTo>
                    <a:cubicBezTo>
                      <a:pt x="10" y="20"/>
                      <a:pt x="9" y="21"/>
                      <a:pt x="9" y="21"/>
                    </a:cubicBezTo>
                    <a:cubicBezTo>
                      <a:pt x="9" y="22"/>
                      <a:pt x="9" y="23"/>
                      <a:pt x="9" y="24"/>
                    </a:cubicBezTo>
                    <a:cubicBezTo>
                      <a:pt x="9" y="25"/>
                      <a:pt x="8" y="26"/>
                      <a:pt x="8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2" name="Freeform 3089">
                <a:extLst>
                  <a:ext uri="{FF2B5EF4-FFF2-40B4-BE49-F238E27FC236}">
                    <a16:creationId xmlns:a16="http://schemas.microsoft.com/office/drawing/2014/main" id="{A282011C-027B-4B74-BA61-3BC6D9802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215"/>
                <a:ext cx="4" cy="17"/>
              </a:xfrm>
              <a:custGeom>
                <a:avLst/>
                <a:gdLst>
                  <a:gd name="T0" fmla="*/ 10 w 11"/>
                  <a:gd name="T1" fmla="*/ 36 h 43"/>
                  <a:gd name="T2" fmla="*/ 11 w 11"/>
                  <a:gd name="T3" fmla="*/ 33 h 43"/>
                  <a:gd name="T4" fmla="*/ 10 w 11"/>
                  <a:gd name="T5" fmla="*/ 28 h 43"/>
                  <a:gd name="T6" fmla="*/ 9 w 11"/>
                  <a:gd name="T7" fmla="*/ 24 h 43"/>
                  <a:gd name="T8" fmla="*/ 8 w 11"/>
                  <a:gd name="T9" fmla="*/ 19 h 43"/>
                  <a:gd name="T10" fmla="*/ 7 w 11"/>
                  <a:gd name="T11" fmla="*/ 15 h 43"/>
                  <a:gd name="T12" fmla="*/ 5 w 11"/>
                  <a:gd name="T13" fmla="*/ 8 h 43"/>
                  <a:gd name="T14" fmla="*/ 5 w 11"/>
                  <a:gd name="T15" fmla="*/ 5 h 43"/>
                  <a:gd name="T16" fmla="*/ 5 w 11"/>
                  <a:gd name="T17" fmla="*/ 3 h 43"/>
                  <a:gd name="T18" fmla="*/ 2 w 11"/>
                  <a:gd name="T19" fmla="*/ 1 h 43"/>
                  <a:gd name="T20" fmla="*/ 0 w 11"/>
                  <a:gd name="T21" fmla="*/ 3 h 43"/>
                  <a:gd name="T22" fmla="*/ 0 w 11"/>
                  <a:gd name="T23" fmla="*/ 9 h 43"/>
                  <a:gd name="T24" fmla="*/ 1 w 11"/>
                  <a:gd name="T25" fmla="*/ 14 h 43"/>
                  <a:gd name="T26" fmla="*/ 1 w 11"/>
                  <a:gd name="T27" fmla="*/ 25 h 43"/>
                  <a:gd name="T28" fmla="*/ 1 w 11"/>
                  <a:gd name="T29" fmla="*/ 32 h 43"/>
                  <a:gd name="T30" fmla="*/ 1 w 11"/>
                  <a:gd name="T31" fmla="*/ 36 h 43"/>
                  <a:gd name="T32" fmla="*/ 2 w 11"/>
                  <a:gd name="T33" fmla="*/ 39 h 43"/>
                  <a:gd name="T34" fmla="*/ 3 w 11"/>
                  <a:gd name="T35" fmla="*/ 42 h 43"/>
                  <a:gd name="T36" fmla="*/ 7 w 11"/>
                  <a:gd name="T37" fmla="*/ 43 h 43"/>
                  <a:gd name="T38" fmla="*/ 9 w 11"/>
                  <a:gd name="T39" fmla="*/ 41 h 43"/>
                  <a:gd name="T40" fmla="*/ 9 w 11"/>
                  <a:gd name="T41" fmla="*/ 39 h 43"/>
                  <a:gd name="T42" fmla="*/ 10 w 11"/>
                  <a:gd name="T43" fmla="*/ 3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43">
                    <a:moveTo>
                      <a:pt x="10" y="36"/>
                    </a:moveTo>
                    <a:cubicBezTo>
                      <a:pt x="10" y="35"/>
                      <a:pt x="11" y="34"/>
                      <a:pt x="11" y="33"/>
                    </a:cubicBezTo>
                    <a:cubicBezTo>
                      <a:pt x="11" y="31"/>
                      <a:pt x="11" y="30"/>
                      <a:pt x="10" y="28"/>
                    </a:cubicBezTo>
                    <a:cubicBezTo>
                      <a:pt x="10" y="27"/>
                      <a:pt x="9" y="25"/>
                      <a:pt x="9" y="24"/>
                    </a:cubicBezTo>
                    <a:cubicBezTo>
                      <a:pt x="9" y="22"/>
                      <a:pt x="9" y="20"/>
                      <a:pt x="8" y="19"/>
                    </a:cubicBezTo>
                    <a:cubicBezTo>
                      <a:pt x="8" y="17"/>
                      <a:pt x="7" y="16"/>
                      <a:pt x="7" y="15"/>
                    </a:cubicBezTo>
                    <a:cubicBezTo>
                      <a:pt x="5" y="13"/>
                      <a:pt x="5" y="11"/>
                      <a:pt x="5" y="8"/>
                    </a:cubicBezTo>
                    <a:cubicBezTo>
                      <a:pt x="5" y="7"/>
                      <a:pt x="5" y="6"/>
                      <a:pt x="5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1" y="11"/>
                      <a:pt x="1" y="12"/>
                      <a:pt x="1" y="14"/>
                    </a:cubicBezTo>
                    <a:cubicBezTo>
                      <a:pt x="2" y="18"/>
                      <a:pt x="1" y="22"/>
                      <a:pt x="1" y="25"/>
                    </a:cubicBezTo>
                    <a:cubicBezTo>
                      <a:pt x="0" y="28"/>
                      <a:pt x="1" y="30"/>
                      <a:pt x="1" y="32"/>
                    </a:cubicBezTo>
                    <a:cubicBezTo>
                      <a:pt x="1" y="34"/>
                      <a:pt x="1" y="35"/>
                      <a:pt x="1" y="36"/>
                    </a:cubicBezTo>
                    <a:cubicBezTo>
                      <a:pt x="1" y="37"/>
                      <a:pt x="1" y="38"/>
                      <a:pt x="2" y="39"/>
                    </a:cubicBezTo>
                    <a:cubicBezTo>
                      <a:pt x="2" y="40"/>
                      <a:pt x="3" y="41"/>
                      <a:pt x="3" y="42"/>
                    </a:cubicBezTo>
                    <a:cubicBezTo>
                      <a:pt x="4" y="43"/>
                      <a:pt x="6" y="43"/>
                      <a:pt x="7" y="43"/>
                    </a:cubicBezTo>
                    <a:cubicBezTo>
                      <a:pt x="8" y="42"/>
                      <a:pt x="8" y="41"/>
                      <a:pt x="9" y="41"/>
                    </a:cubicBezTo>
                    <a:cubicBezTo>
                      <a:pt x="9" y="40"/>
                      <a:pt x="9" y="40"/>
                      <a:pt x="9" y="39"/>
                    </a:cubicBezTo>
                    <a:cubicBezTo>
                      <a:pt x="10" y="38"/>
                      <a:pt x="10" y="37"/>
                      <a:pt x="10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3" name="Freeform 3090">
                <a:extLst>
                  <a:ext uri="{FF2B5EF4-FFF2-40B4-BE49-F238E27FC236}">
                    <a16:creationId xmlns:a16="http://schemas.microsoft.com/office/drawing/2014/main" id="{5D692406-B4B0-4D38-B39F-57D4095A5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215"/>
                <a:ext cx="20" cy="35"/>
              </a:xfrm>
              <a:custGeom>
                <a:avLst/>
                <a:gdLst>
                  <a:gd name="T0" fmla="*/ 31 w 50"/>
                  <a:gd name="T1" fmla="*/ 66 h 86"/>
                  <a:gd name="T2" fmla="*/ 31 w 50"/>
                  <a:gd name="T3" fmla="*/ 55 h 86"/>
                  <a:gd name="T4" fmla="*/ 31 w 50"/>
                  <a:gd name="T5" fmla="*/ 53 h 86"/>
                  <a:gd name="T6" fmla="*/ 32 w 50"/>
                  <a:gd name="T7" fmla="*/ 54 h 86"/>
                  <a:gd name="T8" fmla="*/ 34 w 50"/>
                  <a:gd name="T9" fmla="*/ 63 h 86"/>
                  <a:gd name="T10" fmla="*/ 31 w 50"/>
                  <a:gd name="T11" fmla="*/ 72 h 86"/>
                  <a:gd name="T12" fmla="*/ 29 w 50"/>
                  <a:gd name="T13" fmla="*/ 77 h 86"/>
                  <a:gd name="T14" fmla="*/ 32 w 50"/>
                  <a:gd name="T15" fmla="*/ 83 h 86"/>
                  <a:gd name="T16" fmla="*/ 35 w 50"/>
                  <a:gd name="T17" fmla="*/ 85 h 86"/>
                  <a:gd name="T18" fmla="*/ 37 w 50"/>
                  <a:gd name="T19" fmla="*/ 83 h 86"/>
                  <a:gd name="T20" fmla="*/ 40 w 50"/>
                  <a:gd name="T21" fmla="*/ 80 h 86"/>
                  <a:gd name="T22" fmla="*/ 43 w 50"/>
                  <a:gd name="T23" fmla="*/ 75 h 86"/>
                  <a:gd name="T24" fmla="*/ 43 w 50"/>
                  <a:gd name="T25" fmla="*/ 68 h 86"/>
                  <a:gd name="T26" fmla="*/ 42 w 50"/>
                  <a:gd name="T27" fmla="*/ 66 h 86"/>
                  <a:gd name="T28" fmla="*/ 44 w 50"/>
                  <a:gd name="T29" fmla="*/ 66 h 86"/>
                  <a:gd name="T30" fmla="*/ 47 w 50"/>
                  <a:gd name="T31" fmla="*/ 68 h 86"/>
                  <a:gd name="T32" fmla="*/ 49 w 50"/>
                  <a:gd name="T33" fmla="*/ 68 h 86"/>
                  <a:gd name="T34" fmla="*/ 47 w 50"/>
                  <a:gd name="T35" fmla="*/ 63 h 86"/>
                  <a:gd name="T36" fmla="*/ 42 w 50"/>
                  <a:gd name="T37" fmla="*/ 54 h 86"/>
                  <a:gd name="T38" fmla="*/ 41 w 50"/>
                  <a:gd name="T39" fmla="*/ 51 h 86"/>
                  <a:gd name="T40" fmla="*/ 40 w 50"/>
                  <a:gd name="T41" fmla="*/ 49 h 86"/>
                  <a:gd name="T42" fmla="*/ 41 w 50"/>
                  <a:gd name="T43" fmla="*/ 49 h 86"/>
                  <a:gd name="T44" fmla="*/ 44 w 50"/>
                  <a:gd name="T45" fmla="*/ 52 h 86"/>
                  <a:gd name="T46" fmla="*/ 48 w 50"/>
                  <a:gd name="T47" fmla="*/ 54 h 86"/>
                  <a:gd name="T48" fmla="*/ 49 w 50"/>
                  <a:gd name="T49" fmla="*/ 52 h 86"/>
                  <a:gd name="T50" fmla="*/ 46 w 50"/>
                  <a:gd name="T51" fmla="*/ 47 h 86"/>
                  <a:gd name="T52" fmla="*/ 42 w 50"/>
                  <a:gd name="T53" fmla="*/ 42 h 86"/>
                  <a:gd name="T54" fmla="*/ 39 w 50"/>
                  <a:gd name="T55" fmla="*/ 37 h 86"/>
                  <a:gd name="T56" fmla="*/ 41 w 50"/>
                  <a:gd name="T57" fmla="*/ 30 h 86"/>
                  <a:gd name="T58" fmla="*/ 40 w 50"/>
                  <a:gd name="T59" fmla="*/ 25 h 86"/>
                  <a:gd name="T60" fmla="*/ 37 w 50"/>
                  <a:gd name="T61" fmla="*/ 19 h 86"/>
                  <a:gd name="T62" fmla="*/ 31 w 50"/>
                  <a:gd name="T63" fmla="*/ 15 h 86"/>
                  <a:gd name="T64" fmla="*/ 26 w 50"/>
                  <a:gd name="T65" fmla="*/ 20 h 86"/>
                  <a:gd name="T66" fmla="*/ 21 w 50"/>
                  <a:gd name="T67" fmla="*/ 20 h 86"/>
                  <a:gd name="T68" fmla="*/ 23 w 50"/>
                  <a:gd name="T69" fmla="*/ 15 h 86"/>
                  <a:gd name="T70" fmla="*/ 27 w 50"/>
                  <a:gd name="T71" fmla="*/ 8 h 86"/>
                  <a:gd name="T72" fmla="*/ 25 w 50"/>
                  <a:gd name="T73" fmla="*/ 2 h 86"/>
                  <a:gd name="T74" fmla="*/ 19 w 50"/>
                  <a:gd name="T75" fmla="*/ 0 h 86"/>
                  <a:gd name="T76" fmla="*/ 12 w 50"/>
                  <a:gd name="T77" fmla="*/ 0 h 86"/>
                  <a:gd name="T78" fmla="*/ 5 w 50"/>
                  <a:gd name="T79" fmla="*/ 0 h 86"/>
                  <a:gd name="T80" fmla="*/ 1 w 50"/>
                  <a:gd name="T81" fmla="*/ 2 h 86"/>
                  <a:gd name="T82" fmla="*/ 2 w 50"/>
                  <a:gd name="T83" fmla="*/ 9 h 86"/>
                  <a:gd name="T84" fmla="*/ 5 w 50"/>
                  <a:gd name="T85" fmla="*/ 17 h 86"/>
                  <a:gd name="T86" fmla="*/ 6 w 50"/>
                  <a:gd name="T87" fmla="*/ 24 h 86"/>
                  <a:gd name="T88" fmla="*/ 10 w 50"/>
                  <a:gd name="T89" fmla="*/ 38 h 86"/>
                  <a:gd name="T90" fmla="*/ 15 w 50"/>
                  <a:gd name="T91" fmla="*/ 50 h 86"/>
                  <a:gd name="T92" fmla="*/ 18 w 50"/>
                  <a:gd name="T93" fmla="*/ 54 h 86"/>
                  <a:gd name="T94" fmla="*/ 20 w 50"/>
                  <a:gd name="T95" fmla="*/ 57 h 86"/>
                  <a:gd name="T96" fmla="*/ 21 w 50"/>
                  <a:gd name="T97" fmla="*/ 61 h 86"/>
                  <a:gd name="T98" fmla="*/ 22 w 50"/>
                  <a:gd name="T99" fmla="*/ 64 h 86"/>
                  <a:gd name="T100" fmla="*/ 23 w 50"/>
                  <a:gd name="T101" fmla="*/ 65 h 86"/>
                  <a:gd name="T102" fmla="*/ 24 w 50"/>
                  <a:gd name="T103" fmla="*/ 69 h 86"/>
                  <a:gd name="T104" fmla="*/ 27 w 50"/>
                  <a:gd name="T105" fmla="*/ 73 h 86"/>
                  <a:gd name="T106" fmla="*/ 29 w 50"/>
                  <a:gd name="T107" fmla="*/ 71 h 86"/>
                  <a:gd name="T108" fmla="*/ 30 w 50"/>
                  <a:gd name="T109" fmla="*/ 69 h 86"/>
                  <a:gd name="T110" fmla="*/ 31 w 50"/>
                  <a:gd name="T111" fmla="*/ 6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" h="86">
                    <a:moveTo>
                      <a:pt x="31" y="66"/>
                    </a:moveTo>
                    <a:cubicBezTo>
                      <a:pt x="32" y="62"/>
                      <a:pt x="32" y="59"/>
                      <a:pt x="31" y="55"/>
                    </a:cubicBezTo>
                    <a:cubicBezTo>
                      <a:pt x="31" y="55"/>
                      <a:pt x="31" y="53"/>
                      <a:pt x="31" y="53"/>
                    </a:cubicBezTo>
                    <a:cubicBezTo>
                      <a:pt x="31" y="53"/>
                      <a:pt x="32" y="54"/>
                      <a:pt x="32" y="54"/>
                    </a:cubicBezTo>
                    <a:cubicBezTo>
                      <a:pt x="34" y="56"/>
                      <a:pt x="35" y="60"/>
                      <a:pt x="34" y="63"/>
                    </a:cubicBezTo>
                    <a:cubicBezTo>
                      <a:pt x="34" y="66"/>
                      <a:pt x="33" y="69"/>
                      <a:pt x="31" y="72"/>
                    </a:cubicBezTo>
                    <a:cubicBezTo>
                      <a:pt x="30" y="74"/>
                      <a:pt x="28" y="76"/>
                      <a:pt x="29" y="77"/>
                    </a:cubicBezTo>
                    <a:cubicBezTo>
                      <a:pt x="30" y="79"/>
                      <a:pt x="31" y="81"/>
                      <a:pt x="32" y="83"/>
                    </a:cubicBezTo>
                    <a:cubicBezTo>
                      <a:pt x="32" y="84"/>
                      <a:pt x="33" y="86"/>
                      <a:pt x="35" y="85"/>
                    </a:cubicBezTo>
                    <a:cubicBezTo>
                      <a:pt x="36" y="84"/>
                      <a:pt x="36" y="83"/>
                      <a:pt x="37" y="83"/>
                    </a:cubicBezTo>
                    <a:cubicBezTo>
                      <a:pt x="38" y="82"/>
                      <a:pt x="39" y="81"/>
                      <a:pt x="40" y="80"/>
                    </a:cubicBezTo>
                    <a:cubicBezTo>
                      <a:pt x="41" y="78"/>
                      <a:pt x="43" y="77"/>
                      <a:pt x="43" y="75"/>
                    </a:cubicBezTo>
                    <a:cubicBezTo>
                      <a:pt x="44" y="73"/>
                      <a:pt x="43" y="71"/>
                      <a:pt x="43" y="68"/>
                    </a:cubicBezTo>
                    <a:cubicBezTo>
                      <a:pt x="43" y="68"/>
                      <a:pt x="42" y="66"/>
                      <a:pt x="42" y="66"/>
                    </a:cubicBezTo>
                    <a:cubicBezTo>
                      <a:pt x="43" y="65"/>
                      <a:pt x="43" y="66"/>
                      <a:pt x="44" y="66"/>
                    </a:cubicBezTo>
                    <a:cubicBezTo>
                      <a:pt x="45" y="66"/>
                      <a:pt x="46" y="67"/>
                      <a:pt x="47" y="68"/>
                    </a:cubicBezTo>
                    <a:cubicBezTo>
                      <a:pt x="47" y="68"/>
                      <a:pt x="48" y="69"/>
                      <a:pt x="49" y="68"/>
                    </a:cubicBezTo>
                    <a:cubicBezTo>
                      <a:pt x="50" y="68"/>
                      <a:pt x="47" y="63"/>
                      <a:pt x="47" y="63"/>
                    </a:cubicBezTo>
                    <a:cubicBezTo>
                      <a:pt x="45" y="60"/>
                      <a:pt x="43" y="57"/>
                      <a:pt x="42" y="54"/>
                    </a:cubicBezTo>
                    <a:cubicBezTo>
                      <a:pt x="42" y="53"/>
                      <a:pt x="41" y="52"/>
                      <a:pt x="41" y="51"/>
                    </a:cubicBezTo>
                    <a:cubicBezTo>
                      <a:pt x="40" y="50"/>
                      <a:pt x="40" y="49"/>
                      <a:pt x="40" y="49"/>
                    </a:cubicBezTo>
                    <a:cubicBezTo>
                      <a:pt x="40" y="48"/>
                      <a:pt x="41" y="49"/>
                      <a:pt x="41" y="49"/>
                    </a:cubicBezTo>
                    <a:cubicBezTo>
                      <a:pt x="42" y="50"/>
                      <a:pt x="43" y="51"/>
                      <a:pt x="44" y="52"/>
                    </a:cubicBezTo>
                    <a:cubicBezTo>
                      <a:pt x="45" y="53"/>
                      <a:pt x="46" y="54"/>
                      <a:pt x="48" y="54"/>
                    </a:cubicBezTo>
                    <a:cubicBezTo>
                      <a:pt x="49" y="54"/>
                      <a:pt x="49" y="53"/>
                      <a:pt x="49" y="52"/>
                    </a:cubicBezTo>
                    <a:cubicBezTo>
                      <a:pt x="48" y="50"/>
                      <a:pt x="47" y="48"/>
                      <a:pt x="46" y="47"/>
                    </a:cubicBezTo>
                    <a:cubicBezTo>
                      <a:pt x="45" y="45"/>
                      <a:pt x="44" y="44"/>
                      <a:pt x="42" y="42"/>
                    </a:cubicBezTo>
                    <a:cubicBezTo>
                      <a:pt x="41" y="41"/>
                      <a:pt x="39" y="39"/>
                      <a:pt x="39" y="37"/>
                    </a:cubicBezTo>
                    <a:cubicBezTo>
                      <a:pt x="40" y="35"/>
                      <a:pt x="41" y="33"/>
                      <a:pt x="41" y="30"/>
                    </a:cubicBezTo>
                    <a:cubicBezTo>
                      <a:pt x="41" y="29"/>
                      <a:pt x="41" y="27"/>
                      <a:pt x="40" y="25"/>
                    </a:cubicBezTo>
                    <a:cubicBezTo>
                      <a:pt x="39" y="23"/>
                      <a:pt x="38" y="21"/>
                      <a:pt x="37" y="19"/>
                    </a:cubicBezTo>
                    <a:cubicBezTo>
                      <a:pt x="36" y="17"/>
                      <a:pt x="34" y="15"/>
                      <a:pt x="31" y="15"/>
                    </a:cubicBezTo>
                    <a:cubicBezTo>
                      <a:pt x="29" y="16"/>
                      <a:pt x="28" y="19"/>
                      <a:pt x="26" y="20"/>
                    </a:cubicBezTo>
                    <a:cubicBezTo>
                      <a:pt x="24" y="21"/>
                      <a:pt x="22" y="22"/>
                      <a:pt x="21" y="20"/>
                    </a:cubicBezTo>
                    <a:cubicBezTo>
                      <a:pt x="20" y="18"/>
                      <a:pt x="22" y="16"/>
                      <a:pt x="23" y="15"/>
                    </a:cubicBezTo>
                    <a:cubicBezTo>
                      <a:pt x="24" y="12"/>
                      <a:pt x="26" y="10"/>
                      <a:pt x="27" y="8"/>
                    </a:cubicBezTo>
                    <a:cubicBezTo>
                      <a:pt x="27" y="6"/>
                      <a:pt x="27" y="4"/>
                      <a:pt x="25" y="2"/>
                    </a:cubicBezTo>
                    <a:cubicBezTo>
                      <a:pt x="24" y="1"/>
                      <a:pt x="21" y="1"/>
                      <a:pt x="19" y="0"/>
                    </a:cubicBezTo>
                    <a:cubicBezTo>
                      <a:pt x="17" y="0"/>
                      <a:pt x="14" y="0"/>
                      <a:pt x="12" y="0"/>
                    </a:cubicBezTo>
                    <a:cubicBezTo>
                      <a:pt x="10" y="0"/>
                      <a:pt x="8" y="0"/>
                      <a:pt x="5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5"/>
                      <a:pt x="1" y="7"/>
                      <a:pt x="2" y="9"/>
                    </a:cubicBezTo>
                    <a:cubicBezTo>
                      <a:pt x="3" y="12"/>
                      <a:pt x="5" y="14"/>
                      <a:pt x="5" y="17"/>
                    </a:cubicBezTo>
                    <a:cubicBezTo>
                      <a:pt x="6" y="19"/>
                      <a:pt x="6" y="21"/>
                      <a:pt x="6" y="24"/>
                    </a:cubicBezTo>
                    <a:cubicBezTo>
                      <a:pt x="6" y="29"/>
                      <a:pt x="8" y="33"/>
                      <a:pt x="10" y="38"/>
                    </a:cubicBezTo>
                    <a:cubicBezTo>
                      <a:pt x="12" y="42"/>
                      <a:pt x="13" y="46"/>
                      <a:pt x="15" y="50"/>
                    </a:cubicBezTo>
                    <a:cubicBezTo>
                      <a:pt x="16" y="51"/>
                      <a:pt x="17" y="52"/>
                      <a:pt x="18" y="54"/>
                    </a:cubicBezTo>
                    <a:cubicBezTo>
                      <a:pt x="19" y="55"/>
                      <a:pt x="19" y="56"/>
                      <a:pt x="20" y="57"/>
                    </a:cubicBezTo>
                    <a:cubicBezTo>
                      <a:pt x="20" y="59"/>
                      <a:pt x="21" y="60"/>
                      <a:pt x="21" y="61"/>
                    </a:cubicBezTo>
                    <a:cubicBezTo>
                      <a:pt x="22" y="62"/>
                      <a:pt x="22" y="63"/>
                      <a:pt x="22" y="64"/>
                    </a:cubicBezTo>
                    <a:cubicBezTo>
                      <a:pt x="22" y="64"/>
                      <a:pt x="23" y="65"/>
                      <a:pt x="23" y="65"/>
                    </a:cubicBezTo>
                    <a:cubicBezTo>
                      <a:pt x="23" y="67"/>
                      <a:pt x="24" y="68"/>
                      <a:pt x="24" y="69"/>
                    </a:cubicBezTo>
                    <a:cubicBezTo>
                      <a:pt x="25" y="70"/>
                      <a:pt x="25" y="73"/>
                      <a:pt x="27" y="73"/>
                    </a:cubicBezTo>
                    <a:cubicBezTo>
                      <a:pt x="28" y="73"/>
                      <a:pt x="28" y="72"/>
                      <a:pt x="29" y="71"/>
                    </a:cubicBezTo>
                    <a:cubicBezTo>
                      <a:pt x="29" y="70"/>
                      <a:pt x="30" y="70"/>
                      <a:pt x="30" y="69"/>
                    </a:cubicBezTo>
                    <a:cubicBezTo>
                      <a:pt x="31" y="68"/>
                      <a:pt x="31" y="67"/>
                      <a:pt x="31" y="6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4" name="Freeform 3091">
                <a:extLst>
                  <a:ext uri="{FF2B5EF4-FFF2-40B4-BE49-F238E27FC236}">
                    <a16:creationId xmlns:a16="http://schemas.microsoft.com/office/drawing/2014/main" id="{8569094C-37EA-4DF2-962C-E4792127A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215"/>
                <a:ext cx="21" cy="46"/>
              </a:xfrm>
              <a:custGeom>
                <a:avLst/>
                <a:gdLst>
                  <a:gd name="T0" fmla="*/ 47 w 52"/>
                  <a:gd name="T1" fmla="*/ 63 h 112"/>
                  <a:gd name="T2" fmla="*/ 45 w 52"/>
                  <a:gd name="T3" fmla="*/ 63 h 112"/>
                  <a:gd name="T4" fmla="*/ 45 w 52"/>
                  <a:gd name="T5" fmla="*/ 56 h 112"/>
                  <a:gd name="T6" fmla="*/ 42 w 52"/>
                  <a:gd name="T7" fmla="*/ 47 h 112"/>
                  <a:gd name="T8" fmla="*/ 40 w 52"/>
                  <a:gd name="T9" fmla="*/ 43 h 112"/>
                  <a:gd name="T10" fmla="*/ 37 w 52"/>
                  <a:gd name="T11" fmla="*/ 41 h 112"/>
                  <a:gd name="T12" fmla="*/ 35 w 52"/>
                  <a:gd name="T13" fmla="*/ 38 h 112"/>
                  <a:gd name="T14" fmla="*/ 36 w 52"/>
                  <a:gd name="T15" fmla="*/ 33 h 112"/>
                  <a:gd name="T16" fmla="*/ 35 w 52"/>
                  <a:gd name="T17" fmla="*/ 28 h 112"/>
                  <a:gd name="T18" fmla="*/ 35 w 52"/>
                  <a:gd name="T19" fmla="*/ 22 h 112"/>
                  <a:gd name="T20" fmla="*/ 34 w 52"/>
                  <a:gd name="T21" fmla="*/ 18 h 112"/>
                  <a:gd name="T22" fmla="*/ 35 w 52"/>
                  <a:gd name="T23" fmla="*/ 16 h 112"/>
                  <a:gd name="T24" fmla="*/ 31 w 52"/>
                  <a:gd name="T25" fmla="*/ 10 h 112"/>
                  <a:gd name="T26" fmla="*/ 28 w 52"/>
                  <a:gd name="T27" fmla="*/ 5 h 112"/>
                  <a:gd name="T28" fmla="*/ 17 w 52"/>
                  <a:gd name="T29" fmla="*/ 2 h 112"/>
                  <a:gd name="T30" fmla="*/ 15 w 52"/>
                  <a:gd name="T31" fmla="*/ 14 h 112"/>
                  <a:gd name="T32" fmla="*/ 5 w 52"/>
                  <a:gd name="T33" fmla="*/ 23 h 112"/>
                  <a:gd name="T34" fmla="*/ 6 w 52"/>
                  <a:gd name="T35" fmla="*/ 40 h 112"/>
                  <a:gd name="T36" fmla="*/ 16 w 52"/>
                  <a:gd name="T37" fmla="*/ 49 h 112"/>
                  <a:gd name="T38" fmla="*/ 26 w 52"/>
                  <a:gd name="T39" fmla="*/ 58 h 112"/>
                  <a:gd name="T40" fmla="*/ 31 w 52"/>
                  <a:gd name="T41" fmla="*/ 63 h 112"/>
                  <a:gd name="T42" fmla="*/ 31 w 52"/>
                  <a:gd name="T43" fmla="*/ 75 h 112"/>
                  <a:gd name="T44" fmla="*/ 32 w 52"/>
                  <a:gd name="T45" fmla="*/ 83 h 112"/>
                  <a:gd name="T46" fmla="*/ 30 w 52"/>
                  <a:gd name="T47" fmla="*/ 88 h 112"/>
                  <a:gd name="T48" fmla="*/ 34 w 52"/>
                  <a:gd name="T49" fmla="*/ 93 h 112"/>
                  <a:gd name="T50" fmla="*/ 39 w 52"/>
                  <a:gd name="T51" fmla="*/ 99 h 112"/>
                  <a:gd name="T52" fmla="*/ 42 w 52"/>
                  <a:gd name="T53" fmla="*/ 104 h 112"/>
                  <a:gd name="T54" fmla="*/ 46 w 52"/>
                  <a:gd name="T55" fmla="*/ 109 h 112"/>
                  <a:gd name="T56" fmla="*/ 49 w 52"/>
                  <a:gd name="T57" fmla="*/ 111 h 112"/>
                  <a:gd name="T58" fmla="*/ 51 w 52"/>
                  <a:gd name="T59" fmla="*/ 102 h 112"/>
                  <a:gd name="T60" fmla="*/ 52 w 52"/>
                  <a:gd name="T61" fmla="*/ 90 h 112"/>
                  <a:gd name="T62" fmla="*/ 52 w 52"/>
                  <a:gd name="T63" fmla="*/ 83 h 112"/>
                  <a:gd name="T64" fmla="*/ 51 w 52"/>
                  <a:gd name="T65" fmla="*/ 70 h 112"/>
                  <a:gd name="T66" fmla="*/ 49 w 52"/>
                  <a:gd name="T67" fmla="*/ 64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2" h="112">
                    <a:moveTo>
                      <a:pt x="48" y="63"/>
                    </a:move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6" y="63"/>
                    </a:cubicBezTo>
                    <a:cubicBezTo>
                      <a:pt x="46" y="63"/>
                      <a:pt x="46" y="63"/>
                      <a:pt x="45" y="63"/>
                    </a:cubicBezTo>
                    <a:cubicBezTo>
                      <a:pt x="44" y="62"/>
                      <a:pt x="44" y="61"/>
                      <a:pt x="45" y="60"/>
                    </a:cubicBezTo>
                    <a:cubicBezTo>
                      <a:pt x="45" y="59"/>
                      <a:pt x="45" y="58"/>
                      <a:pt x="45" y="56"/>
                    </a:cubicBezTo>
                    <a:cubicBezTo>
                      <a:pt x="46" y="54"/>
                      <a:pt x="44" y="51"/>
                      <a:pt x="43" y="49"/>
                    </a:cubicBezTo>
                    <a:cubicBezTo>
                      <a:pt x="43" y="49"/>
                      <a:pt x="42" y="48"/>
                      <a:pt x="42" y="47"/>
                    </a:cubicBezTo>
                    <a:cubicBezTo>
                      <a:pt x="42" y="47"/>
                      <a:pt x="42" y="46"/>
                      <a:pt x="42" y="45"/>
                    </a:cubicBezTo>
                    <a:cubicBezTo>
                      <a:pt x="41" y="44"/>
                      <a:pt x="41" y="43"/>
                      <a:pt x="40" y="43"/>
                    </a:cubicBezTo>
                    <a:cubicBezTo>
                      <a:pt x="40" y="42"/>
                      <a:pt x="39" y="42"/>
                      <a:pt x="38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1"/>
                      <a:pt x="36" y="41"/>
                      <a:pt x="36" y="40"/>
                    </a:cubicBezTo>
                    <a:cubicBezTo>
                      <a:pt x="35" y="39"/>
                      <a:pt x="35" y="39"/>
                      <a:pt x="35" y="38"/>
                    </a:cubicBezTo>
                    <a:cubicBezTo>
                      <a:pt x="35" y="37"/>
                      <a:pt x="36" y="37"/>
                      <a:pt x="36" y="36"/>
                    </a:cubicBezTo>
                    <a:cubicBezTo>
                      <a:pt x="36" y="35"/>
                      <a:pt x="36" y="34"/>
                      <a:pt x="36" y="33"/>
                    </a:cubicBezTo>
                    <a:cubicBezTo>
                      <a:pt x="36" y="32"/>
                      <a:pt x="36" y="31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5" y="27"/>
                      <a:pt x="35" y="26"/>
                      <a:pt x="35" y="24"/>
                    </a:cubicBezTo>
                    <a:cubicBezTo>
                      <a:pt x="35" y="24"/>
                      <a:pt x="35" y="23"/>
                      <a:pt x="35" y="22"/>
                    </a:cubicBezTo>
                    <a:cubicBezTo>
                      <a:pt x="35" y="21"/>
                      <a:pt x="34" y="20"/>
                      <a:pt x="34" y="19"/>
                    </a:cubicBezTo>
                    <a:cubicBezTo>
                      <a:pt x="34" y="19"/>
                      <a:pt x="34" y="18"/>
                      <a:pt x="34" y="18"/>
                    </a:cubicBezTo>
                    <a:cubicBezTo>
                      <a:pt x="35" y="18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5"/>
                      <a:pt x="34" y="14"/>
                      <a:pt x="33" y="13"/>
                    </a:cubicBezTo>
                    <a:cubicBezTo>
                      <a:pt x="32" y="12"/>
                      <a:pt x="32" y="11"/>
                      <a:pt x="31" y="10"/>
                    </a:cubicBezTo>
                    <a:cubicBezTo>
                      <a:pt x="31" y="9"/>
                      <a:pt x="30" y="8"/>
                      <a:pt x="29" y="7"/>
                    </a:cubicBezTo>
                    <a:cubicBezTo>
                      <a:pt x="29" y="7"/>
                      <a:pt x="28" y="6"/>
                      <a:pt x="28" y="5"/>
                    </a:cubicBezTo>
                    <a:cubicBezTo>
                      <a:pt x="27" y="3"/>
                      <a:pt x="25" y="1"/>
                      <a:pt x="23" y="0"/>
                    </a:cubicBezTo>
                    <a:cubicBezTo>
                      <a:pt x="21" y="0"/>
                      <a:pt x="19" y="0"/>
                      <a:pt x="17" y="2"/>
                    </a:cubicBezTo>
                    <a:cubicBezTo>
                      <a:pt x="15" y="3"/>
                      <a:pt x="15" y="6"/>
                      <a:pt x="15" y="8"/>
                    </a:cubicBezTo>
                    <a:cubicBezTo>
                      <a:pt x="16" y="10"/>
                      <a:pt x="17" y="13"/>
                      <a:pt x="15" y="14"/>
                    </a:cubicBezTo>
                    <a:cubicBezTo>
                      <a:pt x="13" y="16"/>
                      <a:pt x="10" y="15"/>
                      <a:pt x="8" y="17"/>
                    </a:cubicBezTo>
                    <a:cubicBezTo>
                      <a:pt x="7" y="19"/>
                      <a:pt x="6" y="21"/>
                      <a:pt x="5" y="23"/>
                    </a:cubicBezTo>
                    <a:cubicBezTo>
                      <a:pt x="5" y="24"/>
                      <a:pt x="3" y="25"/>
                      <a:pt x="2" y="27"/>
                    </a:cubicBezTo>
                    <a:cubicBezTo>
                      <a:pt x="0" y="31"/>
                      <a:pt x="4" y="37"/>
                      <a:pt x="6" y="40"/>
                    </a:cubicBezTo>
                    <a:cubicBezTo>
                      <a:pt x="8" y="43"/>
                      <a:pt x="10" y="45"/>
                      <a:pt x="13" y="47"/>
                    </a:cubicBezTo>
                    <a:cubicBezTo>
                      <a:pt x="14" y="47"/>
                      <a:pt x="15" y="48"/>
                      <a:pt x="16" y="49"/>
                    </a:cubicBezTo>
                    <a:cubicBezTo>
                      <a:pt x="17" y="50"/>
                      <a:pt x="17" y="51"/>
                      <a:pt x="18" y="52"/>
                    </a:cubicBezTo>
                    <a:cubicBezTo>
                      <a:pt x="21" y="55"/>
                      <a:pt x="23" y="56"/>
                      <a:pt x="26" y="58"/>
                    </a:cubicBezTo>
                    <a:cubicBezTo>
                      <a:pt x="28" y="58"/>
                      <a:pt x="29" y="59"/>
                      <a:pt x="30" y="60"/>
                    </a:cubicBezTo>
                    <a:cubicBezTo>
                      <a:pt x="30" y="61"/>
                      <a:pt x="30" y="62"/>
                      <a:pt x="31" y="63"/>
                    </a:cubicBezTo>
                    <a:cubicBezTo>
                      <a:pt x="31" y="66"/>
                      <a:pt x="31" y="69"/>
                      <a:pt x="31" y="72"/>
                    </a:cubicBezTo>
                    <a:cubicBezTo>
                      <a:pt x="31" y="73"/>
                      <a:pt x="31" y="74"/>
                      <a:pt x="31" y="75"/>
                    </a:cubicBezTo>
                    <a:cubicBezTo>
                      <a:pt x="31" y="76"/>
                      <a:pt x="31" y="77"/>
                      <a:pt x="32" y="78"/>
                    </a:cubicBezTo>
                    <a:cubicBezTo>
                      <a:pt x="33" y="79"/>
                      <a:pt x="34" y="81"/>
                      <a:pt x="32" y="83"/>
                    </a:cubicBezTo>
                    <a:cubicBezTo>
                      <a:pt x="32" y="84"/>
                      <a:pt x="31" y="85"/>
                      <a:pt x="30" y="86"/>
                    </a:cubicBezTo>
                    <a:cubicBezTo>
                      <a:pt x="30" y="87"/>
                      <a:pt x="29" y="87"/>
                      <a:pt x="30" y="88"/>
                    </a:cubicBezTo>
                    <a:cubicBezTo>
                      <a:pt x="30" y="89"/>
                      <a:pt x="31" y="89"/>
                      <a:pt x="31" y="90"/>
                    </a:cubicBezTo>
                    <a:cubicBezTo>
                      <a:pt x="32" y="91"/>
                      <a:pt x="33" y="92"/>
                      <a:pt x="34" y="93"/>
                    </a:cubicBezTo>
                    <a:cubicBezTo>
                      <a:pt x="35" y="94"/>
                      <a:pt x="36" y="96"/>
                      <a:pt x="37" y="97"/>
                    </a:cubicBezTo>
                    <a:cubicBezTo>
                      <a:pt x="38" y="98"/>
                      <a:pt x="38" y="99"/>
                      <a:pt x="39" y="99"/>
                    </a:cubicBezTo>
                    <a:cubicBezTo>
                      <a:pt x="39" y="100"/>
                      <a:pt x="40" y="101"/>
                      <a:pt x="40" y="101"/>
                    </a:cubicBezTo>
                    <a:cubicBezTo>
                      <a:pt x="41" y="102"/>
                      <a:pt x="42" y="103"/>
                      <a:pt x="42" y="104"/>
                    </a:cubicBezTo>
                    <a:cubicBezTo>
                      <a:pt x="42" y="104"/>
                      <a:pt x="43" y="105"/>
                      <a:pt x="43" y="105"/>
                    </a:cubicBezTo>
                    <a:cubicBezTo>
                      <a:pt x="44" y="106"/>
                      <a:pt x="45" y="108"/>
                      <a:pt x="46" y="109"/>
                    </a:cubicBezTo>
                    <a:cubicBezTo>
                      <a:pt x="46" y="110"/>
                      <a:pt x="47" y="110"/>
                      <a:pt x="47" y="111"/>
                    </a:cubicBezTo>
                    <a:cubicBezTo>
                      <a:pt x="48" y="112"/>
                      <a:pt x="48" y="112"/>
                      <a:pt x="49" y="111"/>
                    </a:cubicBezTo>
                    <a:cubicBezTo>
                      <a:pt x="51" y="110"/>
                      <a:pt x="50" y="107"/>
                      <a:pt x="50" y="105"/>
                    </a:cubicBezTo>
                    <a:cubicBezTo>
                      <a:pt x="51" y="104"/>
                      <a:pt x="51" y="103"/>
                      <a:pt x="51" y="102"/>
                    </a:cubicBezTo>
                    <a:cubicBezTo>
                      <a:pt x="51" y="101"/>
                      <a:pt x="51" y="99"/>
                      <a:pt x="52" y="98"/>
                    </a:cubicBezTo>
                    <a:cubicBezTo>
                      <a:pt x="52" y="96"/>
                      <a:pt x="52" y="93"/>
                      <a:pt x="52" y="90"/>
                    </a:cubicBezTo>
                    <a:cubicBezTo>
                      <a:pt x="51" y="89"/>
                      <a:pt x="51" y="88"/>
                      <a:pt x="51" y="86"/>
                    </a:cubicBezTo>
                    <a:cubicBezTo>
                      <a:pt x="51" y="85"/>
                      <a:pt x="51" y="84"/>
                      <a:pt x="52" y="83"/>
                    </a:cubicBezTo>
                    <a:cubicBezTo>
                      <a:pt x="52" y="81"/>
                      <a:pt x="52" y="79"/>
                      <a:pt x="52" y="77"/>
                    </a:cubicBezTo>
                    <a:cubicBezTo>
                      <a:pt x="51" y="74"/>
                      <a:pt x="51" y="72"/>
                      <a:pt x="51" y="70"/>
                    </a:cubicBezTo>
                    <a:cubicBezTo>
                      <a:pt x="50" y="68"/>
                      <a:pt x="50" y="67"/>
                      <a:pt x="49" y="65"/>
                    </a:cubicBezTo>
                    <a:cubicBezTo>
                      <a:pt x="49" y="65"/>
                      <a:pt x="49" y="64"/>
                      <a:pt x="49" y="64"/>
                    </a:cubicBezTo>
                    <a:cubicBezTo>
                      <a:pt x="49" y="63"/>
                      <a:pt x="48" y="63"/>
                      <a:pt x="48" y="6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5" name="Freeform 3092">
                <a:extLst>
                  <a:ext uri="{FF2B5EF4-FFF2-40B4-BE49-F238E27FC236}">
                    <a16:creationId xmlns:a16="http://schemas.microsoft.com/office/drawing/2014/main" id="{54635E88-EDDD-40B4-9A13-EA7E84483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580"/>
                <a:ext cx="5" cy="6"/>
              </a:xfrm>
              <a:custGeom>
                <a:avLst/>
                <a:gdLst>
                  <a:gd name="T0" fmla="*/ 2 w 13"/>
                  <a:gd name="T1" fmla="*/ 13 h 13"/>
                  <a:gd name="T2" fmla="*/ 0 w 13"/>
                  <a:gd name="T3" fmla="*/ 10 h 13"/>
                  <a:gd name="T4" fmla="*/ 1 w 13"/>
                  <a:gd name="T5" fmla="*/ 7 h 13"/>
                  <a:gd name="T6" fmla="*/ 6 w 13"/>
                  <a:gd name="T7" fmla="*/ 6 h 13"/>
                  <a:gd name="T8" fmla="*/ 10 w 13"/>
                  <a:gd name="T9" fmla="*/ 0 h 13"/>
                  <a:gd name="T10" fmla="*/ 11 w 13"/>
                  <a:gd name="T11" fmla="*/ 2 h 13"/>
                  <a:gd name="T12" fmla="*/ 12 w 13"/>
                  <a:gd name="T13" fmla="*/ 5 h 13"/>
                  <a:gd name="T14" fmla="*/ 11 w 13"/>
                  <a:gd name="T15" fmla="*/ 11 h 13"/>
                  <a:gd name="T16" fmla="*/ 2 w 13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2" y="13"/>
                    </a:moveTo>
                    <a:cubicBezTo>
                      <a:pt x="1" y="12"/>
                      <a:pt x="1" y="11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3" y="6"/>
                      <a:pt x="4" y="7"/>
                      <a:pt x="6" y="6"/>
                    </a:cubicBezTo>
                    <a:cubicBezTo>
                      <a:pt x="7" y="4"/>
                      <a:pt x="7" y="1"/>
                      <a:pt x="10" y="0"/>
                    </a:cubicBezTo>
                    <a:cubicBezTo>
                      <a:pt x="11" y="0"/>
                      <a:pt x="11" y="2"/>
                      <a:pt x="11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3" y="8"/>
                      <a:pt x="13" y="10"/>
                      <a:pt x="11" y="11"/>
                    </a:cubicBezTo>
                    <a:cubicBezTo>
                      <a:pt x="9" y="13"/>
                      <a:pt x="5" y="13"/>
                      <a:pt x="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6" name="Freeform 3093">
                <a:extLst>
                  <a:ext uri="{FF2B5EF4-FFF2-40B4-BE49-F238E27FC236}">
                    <a16:creationId xmlns:a16="http://schemas.microsoft.com/office/drawing/2014/main" id="{5C184314-0E54-480C-8BFE-16C7A200C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578"/>
                <a:ext cx="11" cy="11"/>
              </a:xfrm>
              <a:custGeom>
                <a:avLst/>
                <a:gdLst>
                  <a:gd name="T0" fmla="*/ 21 w 26"/>
                  <a:gd name="T1" fmla="*/ 21 h 26"/>
                  <a:gd name="T2" fmla="*/ 17 w 26"/>
                  <a:gd name="T3" fmla="*/ 22 h 26"/>
                  <a:gd name="T4" fmla="*/ 15 w 26"/>
                  <a:gd name="T5" fmla="*/ 25 h 26"/>
                  <a:gd name="T6" fmla="*/ 10 w 26"/>
                  <a:gd name="T7" fmla="*/ 20 h 26"/>
                  <a:gd name="T8" fmla="*/ 6 w 26"/>
                  <a:gd name="T9" fmla="*/ 19 h 26"/>
                  <a:gd name="T10" fmla="*/ 4 w 26"/>
                  <a:gd name="T11" fmla="*/ 16 h 26"/>
                  <a:gd name="T12" fmla="*/ 1 w 26"/>
                  <a:gd name="T13" fmla="*/ 9 h 26"/>
                  <a:gd name="T14" fmla="*/ 7 w 26"/>
                  <a:gd name="T15" fmla="*/ 0 h 26"/>
                  <a:gd name="T16" fmla="*/ 12 w 26"/>
                  <a:gd name="T17" fmla="*/ 2 h 26"/>
                  <a:gd name="T18" fmla="*/ 18 w 26"/>
                  <a:gd name="T19" fmla="*/ 1 h 26"/>
                  <a:gd name="T20" fmla="*/ 22 w 26"/>
                  <a:gd name="T21" fmla="*/ 0 h 26"/>
                  <a:gd name="T22" fmla="*/ 25 w 26"/>
                  <a:gd name="T23" fmla="*/ 1 h 26"/>
                  <a:gd name="T24" fmla="*/ 26 w 26"/>
                  <a:gd name="T25" fmla="*/ 6 h 26"/>
                  <a:gd name="T26" fmla="*/ 21 w 26"/>
                  <a:gd name="T27" fmla="*/ 9 h 26"/>
                  <a:gd name="T28" fmla="*/ 16 w 26"/>
                  <a:gd name="T29" fmla="*/ 9 h 26"/>
                  <a:gd name="T30" fmla="*/ 19 w 26"/>
                  <a:gd name="T31" fmla="*/ 15 h 26"/>
                  <a:gd name="T32" fmla="*/ 22 w 26"/>
                  <a:gd name="T33" fmla="*/ 16 h 26"/>
                  <a:gd name="T34" fmla="*/ 22 w 26"/>
                  <a:gd name="T35" fmla="*/ 18 h 26"/>
                  <a:gd name="T36" fmla="*/ 21 w 26"/>
                  <a:gd name="T37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6">
                    <a:moveTo>
                      <a:pt x="21" y="21"/>
                    </a:moveTo>
                    <a:cubicBezTo>
                      <a:pt x="19" y="21"/>
                      <a:pt x="18" y="21"/>
                      <a:pt x="17" y="22"/>
                    </a:cubicBezTo>
                    <a:cubicBezTo>
                      <a:pt x="16" y="23"/>
                      <a:pt x="17" y="24"/>
                      <a:pt x="15" y="25"/>
                    </a:cubicBezTo>
                    <a:cubicBezTo>
                      <a:pt x="12" y="26"/>
                      <a:pt x="11" y="23"/>
                      <a:pt x="10" y="20"/>
                    </a:cubicBezTo>
                    <a:cubicBezTo>
                      <a:pt x="8" y="19"/>
                      <a:pt x="8" y="19"/>
                      <a:pt x="6" y="19"/>
                    </a:cubicBezTo>
                    <a:cubicBezTo>
                      <a:pt x="4" y="19"/>
                      <a:pt x="4" y="17"/>
                      <a:pt x="4" y="16"/>
                    </a:cubicBezTo>
                    <a:cubicBezTo>
                      <a:pt x="3" y="14"/>
                      <a:pt x="1" y="12"/>
                      <a:pt x="1" y="9"/>
                    </a:cubicBezTo>
                    <a:cubicBezTo>
                      <a:pt x="0" y="6"/>
                      <a:pt x="3" y="0"/>
                      <a:pt x="7" y="0"/>
                    </a:cubicBezTo>
                    <a:cubicBezTo>
                      <a:pt x="9" y="1"/>
                      <a:pt x="10" y="2"/>
                      <a:pt x="12" y="2"/>
                    </a:cubicBezTo>
                    <a:cubicBezTo>
                      <a:pt x="15" y="2"/>
                      <a:pt x="16" y="2"/>
                      <a:pt x="18" y="1"/>
                    </a:cubicBezTo>
                    <a:cubicBezTo>
                      <a:pt x="19" y="0"/>
                      <a:pt x="21" y="0"/>
                      <a:pt x="22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6" y="3"/>
                      <a:pt x="26" y="5"/>
                      <a:pt x="26" y="6"/>
                    </a:cubicBezTo>
                    <a:cubicBezTo>
                      <a:pt x="25" y="8"/>
                      <a:pt x="23" y="8"/>
                      <a:pt x="21" y="9"/>
                    </a:cubicBezTo>
                    <a:cubicBezTo>
                      <a:pt x="20" y="9"/>
                      <a:pt x="17" y="8"/>
                      <a:pt x="16" y="9"/>
                    </a:cubicBezTo>
                    <a:cubicBezTo>
                      <a:pt x="14" y="11"/>
                      <a:pt x="17" y="14"/>
                      <a:pt x="19" y="15"/>
                    </a:cubicBezTo>
                    <a:cubicBezTo>
                      <a:pt x="20" y="15"/>
                      <a:pt x="21" y="15"/>
                      <a:pt x="22" y="16"/>
                    </a:cubicBezTo>
                    <a:cubicBezTo>
                      <a:pt x="23" y="16"/>
                      <a:pt x="22" y="17"/>
                      <a:pt x="22" y="18"/>
                    </a:cubicBezTo>
                    <a:cubicBezTo>
                      <a:pt x="22" y="20"/>
                      <a:pt x="22" y="20"/>
                      <a:pt x="21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7" name="Freeform 3094">
                <a:extLst>
                  <a:ext uri="{FF2B5EF4-FFF2-40B4-BE49-F238E27FC236}">
                    <a16:creationId xmlns:a16="http://schemas.microsoft.com/office/drawing/2014/main" id="{0036F81D-1390-4CF8-94B9-3E988D87B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567"/>
                <a:ext cx="5" cy="4"/>
              </a:xfrm>
              <a:custGeom>
                <a:avLst/>
                <a:gdLst>
                  <a:gd name="T0" fmla="*/ 5 w 12"/>
                  <a:gd name="T1" fmla="*/ 1 h 12"/>
                  <a:gd name="T2" fmla="*/ 8 w 12"/>
                  <a:gd name="T3" fmla="*/ 1 h 12"/>
                  <a:gd name="T4" fmla="*/ 11 w 12"/>
                  <a:gd name="T5" fmla="*/ 1 h 12"/>
                  <a:gd name="T6" fmla="*/ 12 w 12"/>
                  <a:gd name="T7" fmla="*/ 4 h 12"/>
                  <a:gd name="T8" fmla="*/ 12 w 12"/>
                  <a:gd name="T9" fmla="*/ 8 h 12"/>
                  <a:gd name="T10" fmla="*/ 11 w 12"/>
                  <a:gd name="T11" fmla="*/ 11 h 12"/>
                  <a:gd name="T12" fmla="*/ 6 w 12"/>
                  <a:gd name="T13" fmla="*/ 11 h 12"/>
                  <a:gd name="T14" fmla="*/ 2 w 12"/>
                  <a:gd name="T15" fmla="*/ 10 h 12"/>
                  <a:gd name="T16" fmla="*/ 0 w 12"/>
                  <a:gd name="T17" fmla="*/ 4 h 12"/>
                  <a:gd name="T18" fmla="*/ 1 w 12"/>
                  <a:gd name="T19" fmla="*/ 1 h 12"/>
                  <a:gd name="T20" fmla="*/ 5 w 12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5" y="1"/>
                    </a:moveTo>
                    <a:cubicBezTo>
                      <a:pt x="6" y="0"/>
                      <a:pt x="7" y="1"/>
                      <a:pt x="8" y="1"/>
                    </a:cubicBezTo>
                    <a:cubicBezTo>
                      <a:pt x="9" y="1"/>
                      <a:pt x="10" y="0"/>
                      <a:pt x="11" y="1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5"/>
                      <a:pt x="12" y="7"/>
                      <a:pt x="12" y="8"/>
                    </a:cubicBezTo>
                    <a:cubicBezTo>
                      <a:pt x="12" y="9"/>
                      <a:pt x="12" y="10"/>
                      <a:pt x="11" y="11"/>
                    </a:cubicBezTo>
                    <a:cubicBezTo>
                      <a:pt x="10" y="12"/>
                      <a:pt x="7" y="11"/>
                      <a:pt x="6" y="11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8" name="Freeform 3095">
                <a:extLst>
                  <a:ext uri="{FF2B5EF4-FFF2-40B4-BE49-F238E27FC236}">
                    <a16:creationId xmlns:a16="http://schemas.microsoft.com/office/drawing/2014/main" id="{B1EA7DAC-816B-4260-94CF-886548C78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567"/>
                <a:ext cx="4" cy="4"/>
              </a:xfrm>
              <a:custGeom>
                <a:avLst/>
                <a:gdLst>
                  <a:gd name="T0" fmla="*/ 9 w 11"/>
                  <a:gd name="T1" fmla="*/ 0 h 10"/>
                  <a:gd name="T2" fmla="*/ 11 w 11"/>
                  <a:gd name="T3" fmla="*/ 3 h 10"/>
                  <a:gd name="T4" fmla="*/ 9 w 11"/>
                  <a:gd name="T5" fmla="*/ 5 h 10"/>
                  <a:gd name="T6" fmla="*/ 9 w 11"/>
                  <a:gd name="T7" fmla="*/ 8 h 10"/>
                  <a:gd name="T8" fmla="*/ 8 w 11"/>
                  <a:gd name="T9" fmla="*/ 9 h 10"/>
                  <a:gd name="T10" fmla="*/ 6 w 11"/>
                  <a:gd name="T11" fmla="*/ 9 h 10"/>
                  <a:gd name="T12" fmla="*/ 4 w 11"/>
                  <a:gd name="T13" fmla="*/ 10 h 10"/>
                  <a:gd name="T14" fmla="*/ 1 w 11"/>
                  <a:gd name="T15" fmla="*/ 9 h 10"/>
                  <a:gd name="T16" fmla="*/ 0 w 11"/>
                  <a:gd name="T17" fmla="*/ 7 h 10"/>
                  <a:gd name="T18" fmla="*/ 2 w 11"/>
                  <a:gd name="T19" fmla="*/ 6 h 10"/>
                  <a:gd name="T20" fmla="*/ 3 w 11"/>
                  <a:gd name="T21" fmla="*/ 3 h 10"/>
                  <a:gd name="T22" fmla="*/ 4 w 11"/>
                  <a:gd name="T23" fmla="*/ 1 h 10"/>
                  <a:gd name="T24" fmla="*/ 5 w 11"/>
                  <a:gd name="T25" fmla="*/ 0 h 10"/>
                  <a:gd name="T26" fmla="*/ 9 w 11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9" y="0"/>
                    </a:moveTo>
                    <a:cubicBezTo>
                      <a:pt x="10" y="1"/>
                      <a:pt x="11" y="2"/>
                      <a:pt x="11" y="3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3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9" name="Freeform 3096">
                <a:extLst>
                  <a:ext uri="{FF2B5EF4-FFF2-40B4-BE49-F238E27FC236}">
                    <a16:creationId xmlns:a16="http://schemas.microsoft.com/office/drawing/2014/main" id="{7FCE6105-061C-4505-8F63-F1208440B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62"/>
                <a:ext cx="5" cy="3"/>
              </a:xfrm>
              <a:custGeom>
                <a:avLst/>
                <a:gdLst>
                  <a:gd name="T0" fmla="*/ 5 w 12"/>
                  <a:gd name="T1" fmla="*/ 9 h 9"/>
                  <a:gd name="T2" fmla="*/ 4 w 12"/>
                  <a:gd name="T3" fmla="*/ 9 h 9"/>
                  <a:gd name="T4" fmla="*/ 3 w 12"/>
                  <a:gd name="T5" fmla="*/ 8 h 9"/>
                  <a:gd name="T6" fmla="*/ 1 w 12"/>
                  <a:gd name="T7" fmla="*/ 7 h 9"/>
                  <a:gd name="T8" fmla="*/ 1 w 12"/>
                  <a:gd name="T9" fmla="*/ 4 h 9"/>
                  <a:gd name="T10" fmla="*/ 3 w 12"/>
                  <a:gd name="T11" fmla="*/ 2 h 9"/>
                  <a:gd name="T12" fmla="*/ 5 w 12"/>
                  <a:gd name="T13" fmla="*/ 0 h 9"/>
                  <a:gd name="T14" fmla="*/ 11 w 12"/>
                  <a:gd name="T15" fmla="*/ 2 h 9"/>
                  <a:gd name="T16" fmla="*/ 12 w 12"/>
                  <a:gd name="T17" fmla="*/ 5 h 9"/>
                  <a:gd name="T18" fmla="*/ 11 w 12"/>
                  <a:gd name="T19" fmla="*/ 7 h 9"/>
                  <a:gd name="T20" fmla="*/ 8 w 12"/>
                  <a:gd name="T21" fmla="*/ 8 h 9"/>
                  <a:gd name="T22" fmla="*/ 6 w 12"/>
                  <a:gd name="T23" fmla="*/ 9 h 9"/>
                  <a:gd name="T24" fmla="*/ 6 w 12"/>
                  <a:gd name="T25" fmla="*/ 9 h 9"/>
                  <a:gd name="T26" fmla="*/ 5 w 12"/>
                  <a:gd name="T2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9">
                    <a:moveTo>
                      <a:pt x="5" y="9"/>
                    </a:moveTo>
                    <a:cubicBezTo>
                      <a:pt x="5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7" y="0"/>
                      <a:pt x="10" y="0"/>
                      <a:pt x="11" y="2"/>
                    </a:cubicBezTo>
                    <a:cubicBezTo>
                      <a:pt x="12" y="3"/>
                      <a:pt x="12" y="3"/>
                      <a:pt x="12" y="5"/>
                    </a:cubicBezTo>
                    <a:cubicBezTo>
                      <a:pt x="12" y="6"/>
                      <a:pt x="12" y="7"/>
                      <a:pt x="11" y="7"/>
                    </a:cubicBezTo>
                    <a:cubicBezTo>
                      <a:pt x="10" y="7"/>
                      <a:pt x="9" y="8"/>
                      <a:pt x="8" y="8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0" name="Freeform 3097">
                <a:extLst>
                  <a:ext uri="{FF2B5EF4-FFF2-40B4-BE49-F238E27FC236}">
                    <a16:creationId xmlns:a16="http://schemas.microsoft.com/office/drawing/2014/main" id="{F6C99CCF-ED11-49CF-90A0-8B12EA6BA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48"/>
                <a:ext cx="19" cy="9"/>
              </a:xfrm>
              <a:custGeom>
                <a:avLst/>
                <a:gdLst>
                  <a:gd name="T0" fmla="*/ 6 w 48"/>
                  <a:gd name="T1" fmla="*/ 21 h 22"/>
                  <a:gd name="T2" fmla="*/ 2 w 48"/>
                  <a:gd name="T3" fmla="*/ 20 h 22"/>
                  <a:gd name="T4" fmla="*/ 5 w 48"/>
                  <a:gd name="T5" fmla="*/ 15 h 22"/>
                  <a:gd name="T6" fmla="*/ 10 w 48"/>
                  <a:gd name="T7" fmla="*/ 12 h 22"/>
                  <a:gd name="T8" fmla="*/ 15 w 48"/>
                  <a:gd name="T9" fmla="*/ 9 h 22"/>
                  <a:gd name="T10" fmla="*/ 20 w 48"/>
                  <a:gd name="T11" fmla="*/ 7 h 22"/>
                  <a:gd name="T12" fmla="*/ 21 w 48"/>
                  <a:gd name="T13" fmla="*/ 4 h 22"/>
                  <a:gd name="T14" fmla="*/ 22 w 48"/>
                  <a:gd name="T15" fmla="*/ 1 h 22"/>
                  <a:gd name="T16" fmla="*/ 28 w 48"/>
                  <a:gd name="T17" fmla="*/ 0 h 22"/>
                  <a:gd name="T18" fmla="*/ 30 w 48"/>
                  <a:gd name="T19" fmla="*/ 1 h 22"/>
                  <a:gd name="T20" fmla="*/ 28 w 48"/>
                  <a:gd name="T21" fmla="*/ 4 h 22"/>
                  <a:gd name="T22" fmla="*/ 27 w 48"/>
                  <a:gd name="T23" fmla="*/ 7 h 22"/>
                  <a:gd name="T24" fmla="*/ 34 w 48"/>
                  <a:gd name="T25" fmla="*/ 5 h 22"/>
                  <a:gd name="T26" fmla="*/ 39 w 48"/>
                  <a:gd name="T27" fmla="*/ 4 h 22"/>
                  <a:gd name="T28" fmla="*/ 42 w 48"/>
                  <a:gd name="T29" fmla="*/ 4 h 22"/>
                  <a:gd name="T30" fmla="*/ 44 w 48"/>
                  <a:gd name="T31" fmla="*/ 3 h 22"/>
                  <a:gd name="T32" fmla="*/ 48 w 48"/>
                  <a:gd name="T33" fmla="*/ 6 h 22"/>
                  <a:gd name="T34" fmla="*/ 42 w 48"/>
                  <a:gd name="T35" fmla="*/ 8 h 22"/>
                  <a:gd name="T36" fmla="*/ 36 w 48"/>
                  <a:gd name="T37" fmla="*/ 12 h 22"/>
                  <a:gd name="T38" fmla="*/ 31 w 48"/>
                  <a:gd name="T39" fmla="*/ 15 h 22"/>
                  <a:gd name="T40" fmla="*/ 22 w 48"/>
                  <a:gd name="T41" fmla="*/ 13 h 22"/>
                  <a:gd name="T42" fmla="*/ 17 w 48"/>
                  <a:gd name="T43" fmla="*/ 14 h 22"/>
                  <a:gd name="T44" fmla="*/ 13 w 48"/>
                  <a:gd name="T45" fmla="*/ 16 h 22"/>
                  <a:gd name="T46" fmla="*/ 11 w 48"/>
                  <a:gd name="T47" fmla="*/ 17 h 22"/>
                  <a:gd name="T48" fmla="*/ 9 w 48"/>
                  <a:gd name="T49" fmla="*/ 19 h 22"/>
                  <a:gd name="T50" fmla="*/ 6 w 48"/>
                  <a:gd name="T51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22">
                    <a:moveTo>
                      <a:pt x="6" y="21"/>
                    </a:moveTo>
                    <a:cubicBezTo>
                      <a:pt x="5" y="22"/>
                      <a:pt x="3" y="21"/>
                      <a:pt x="2" y="20"/>
                    </a:cubicBezTo>
                    <a:cubicBezTo>
                      <a:pt x="0" y="18"/>
                      <a:pt x="4" y="16"/>
                      <a:pt x="5" y="15"/>
                    </a:cubicBezTo>
                    <a:cubicBezTo>
                      <a:pt x="7" y="14"/>
                      <a:pt x="9" y="14"/>
                      <a:pt x="10" y="12"/>
                    </a:cubicBezTo>
                    <a:cubicBezTo>
                      <a:pt x="11" y="10"/>
                      <a:pt x="13" y="9"/>
                      <a:pt x="15" y="9"/>
                    </a:cubicBezTo>
                    <a:cubicBezTo>
                      <a:pt x="17" y="8"/>
                      <a:pt x="19" y="9"/>
                      <a:pt x="20" y="7"/>
                    </a:cubicBezTo>
                    <a:cubicBezTo>
                      <a:pt x="21" y="6"/>
                      <a:pt x="21" y="5"/>
                      <a:pt x="21" y="4"/>
                    </a:cubicBezTo>
                    <a:cubicBezTo>
                      <a:pt x="21" y="3"/>
                      <a:pt x="22" y="2"/>
                      <a:pt x="22" y="1"/>
                    </a:cubicBezTo>
                    <a:cubicBezTo>
                      <a:pt x="23" y="0"/>
                      <a:pt x="27" y="0"/>
                      <a:pt x="28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0" y="2"/>
                      <a:pt x="28" y="3"/>
                      <a:pt x="28" y="4"/>
                    </a:cubicBezTo>
                    <a:cubicBezTo>
                      <a:pt x="26" y="5"/>
                      <a:pt x="25" y="7"/>
                      <a:pt x="27" y="7"/>
                    </a:cubicBezTo>
                    <a:cubicBezTo>
                      <a:pt x="30" y="8"/>
                      <a:pt x="32" y="7"/>
                      <a:pt x="34" y="5"/>
                    </a:cubicBezTo>
                    <a:cubicBezTo>
                      <a:pt x="35" y="4"/>
                      <a:pt x="37" y="4"/>
                      <a:pt x="39" y="4"/>
                    </a:cubicBezTo>
                    <a:cubicBezTo>
                      <a:pt x="40" y="4"/>
                      <a:pt x="41" y="4"/>
                      <a:pt x="42" y="4"/>
                    </a:cubicBezTo>
                    <a:cubicBezTo>
                      <a:pt x="43" y="3"/>
                      <a:pt x="43" y="3"/>
                      <a:pt x="44" y="3"/>
                    </a:cubicBezTo>
                    <a:cubicBezTo>
                      <a:pt x="46" y="2"/>
                      <a:pt x="48" y="4"/>
                      <a:pt x="48" y="6"/>
                    </a:cubicBezTo>
                    <a:cubicBezTo>
                      <a:pt x="48" y="9"/>
                      <a:pt x="44" y="8"/>
                      <a:pt x="42" y="8"/>
                    </a:cubicBezTo>
                    <a:cubicBezTo>
                      <a:pt x="40" y="8"/>
                      <a:pt x="37" y="9"/>
                      <a:pt x="36" y="12"/>
                    </a:cubicBezTo>
                    <a:cubicBezTo>
                      <a:pt x="34" y="13"/>
                      <a:pt x="33" y="15"/>
                      <a:pt x="31" y="15"/>
                    </a:cubicBezTo>
                    <a:cubicBezTo>
                      <a:pt x="28" y="15"/>
                      <a:pt x="25" y="14"/>
                      <a:pt x="22" y="13"/>
                    </a:cubicBezTo>
                    <a:cubicBezTo>
                      <a:pt x="20" y="13"/>
                      <a:pt x="18" y="13"/>
                      <a:pt x="17" y="14"/>
                    </a:cubicBezTo>
                    <a:cubicBezTo>
                      <a:pt x="15" y="14"/>
                      <a:pt x="15" y="15"/>
                      <a:pt x="13" y="16"/>
                    </a:cubicBezTo>
                    <a:cubicBezTo>
                      <a:pt x="12" y="16"/>
                      <a:pt x="12" y="16"/>
                      <a:pt x="11" y="17"/>
                    </a:cubicBezTo>
                    <a:cubicBezTo>
                      <a:pt x="10" y="18"/>
                      <a:pt x="9" y="18"/>
                      <a:pt x="9" y="19"/>
                    </a:cubicBezTo>
                    <a:cubicBezTo>
                      <a:pt x="8" y="20"/>
                      <a:pt x="7" y="21"/>
                      <a:pt x="6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1" name="Freeform 3098">
                <a:extLst>
                  <a:ext uri="{FF2B5EF4-FFF2-40B4-BE49-F238E27FC236}">
                    <a16:creationId xmlns:a16="http://schemas.microsoft.com/office/drawing/2014/main" id="{C447852E-B74E-42DE-9C6A-492CFDB80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40"/>
                <a:ext cx="5" cy="5"/>
              </a:xfrm>
              <a:custGeom>
                <a:avLst/>
                <a:gdLst>
                  <a:gd name="T0" fmla="*/ 0 w 12"/>
                  <a:gd name="T1" fmla="*/ 6 h 11"/>
                  <a:gd name="T2" fmla="*/ 4 w 12"/>
                  <a:gd name="T3" fmla="*/ 2 h 11"/>
                  <a:gd name="T4" fmla="*/ 7 w 12"/>
                  <a:gd name="T5" fmla="*/ 1 h 11"/>
                  <a:gd name="T6" fmla="*/ 10 w 12"/>
                  <a:gd name="T7" fmla="*/ 1 h 11"/>
                  <a:gd name="T8" fmla="*/ 12 w 12"/>
                  <a:gd name="T9" fmla="*/ 3 h 11"/>
                  <a:gd name="T10" fmla="*/ 9 w 12"/>
                  <a:gd name="T11" fmla="*/ 5 h 11"/>
                  <a:gd name="T12" fmla="*/ 6 w 12"/>
                  <a:gd name="T13" fmla="*/ 8 h 11"/>
                  <a:gd name="T14" fmla="*/ 5 w 12"/>
                  <a:gd name="T15" fmla="*/ 10 h 11"/>
                  <a:gd name="T16" fmla="*/ 2 w 12"/>
                  <a:gd name="T17" fmla="*/ 10 h 11"/>
                  <a:gd name="T18" fmla="*/ 0 w 12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0"/>
                      <a:pt x="10" y="0"/>
                      <a:pt x="10" y="1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4"/>
                      <a:pt x="10" y="5"/>
                      <a:pt x="9" y="5"/>
                    </a:cubicBezTo>
                    <a:cubicBezTo>
                      <a:pt x="8" y="6"/>
                      <a:pt x="7" y="6"/>
                      <a:pt x="6" y="8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9"/>
                      <a:pt x="0" y="8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2" name="Freeform 3099">
                <a:extLst>
                  <a:ext uri="{FF2B5EF4-FFF2-40B4-BE49-F238E27FC236}">
                    <a16:creationId xmlns:a16="http://schemas.microsoft.com/office/drawing/2014/main" id="{C9FB0AB7-9AE2-41A1-9F38-ED297DBBA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551"/>
                <a:ext cx="7" cy="11"/>
              </a:xfrm>
              <a:custGeom>
                <a:avLst/>
                <a:gdLst>
                  <a:gd name="T0" fmla="*/ 11 w 16"/>
                  <a:gd name="T1" fmla="*/ 3 h 29"/>
                  <a:gd name="T2" fmla="*/ 13 w 16"/>
                  <a:gd name="T3" fmla="*/ 1 h 29"/>
                  <a:gd name="T4" fmla="*/ 16 w 16"/>
                  <a:gd name="T5" fmla="*/ 5 h 29"/>
                  <a:gd name="T6" fmla="*/ 14 w 16"/>
                  <a:gd name="T7" fmla="*/ 10 h 29"/>
                  <a:gd name="T8" fmla="*/ 11 w 16"/>
                  <a:gd name="T9" fmla="*/ 16 h 29"/>
                  <a:gd name="T10" fmla="*/ 11 w 16"/>
                  <a:gd name="T11" fmla="*/ 27 h 29"/>
                  <a:gd name="T12" fmla="*/ 6 w 16"/>
                  <a:gd name="T13" fmla="*/ 26 h 29"/>
                  <a:gd name="T14" fmla="*/ 5 w 16"/>
                  <a:gd name="T15" fmla="*/ 21 h 29"/>
                  <a:gd name="T16" fmla="*/ 0 w 16"/>
                  <a:gd name="T17" fmla="*/ 17 h 29"/>
                  <a:gd name="T18" fmla="*/ 3 w 16"/>
                  <a:gd name="T19" fmla="*/ 13 h 29"/>
                  <a:gd name="T20" fmla="*/ 7 w 16"/>
                  <a:gd name="T21" fmla="*/ 13 h 29"/>
                  <a:gd name="T22" fmla="*/ 8 w 16"/>
                  <a:gd name="T23" fmla="*/ 11 h 29"/>
                  <a:gd name="T24" fmla="*/ 10 w 16"/>
                  <a:gd name="T25" fmla="*/ 7 h 29"/>
                  <a:gd name="T26" fmla="*/ 11 w 16"/>
                  <a:gd name="T27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9">
                    <a:moveTo>
                      <a:pt x="11" y="3"/>
                    </a:moveTo>
                    <a:cubicBezTo>
                      <a:pt x="12" y="2"/>
                      <a:pt x="12" y="1"/>
                      <a:pt x="13" y="1"/>
                    </a:cubicBezTo>
                    <a:cubicBezTo>
                      <a:pt x="15" y="0"/>
                      <a:pt x="16" y="3"/>
                      <a:pt x="16" y="5"/>
                    </a:cubicBezTo>
                    <a:cubicBezTo>
                      <a:pt x="16" y="7"/>
                      <a:pt x="16" y="9"/>
                      <a:pt x="14" y="10"/>
                    </a:cubicBezTo>
                    <a:cubicBezTo>
                      <a:pt x="12" y="12"/>
                      <a:pt x="11" y="14"/>
                      <a:pt x="11" y="16"/>
                    </a:cubicBezTo>
                    <a:cubicBezTo>
                      <a:pt x="11" y="20"/>
                      <a:pt x="12" y="24"/>
                      <a:pt x="11" y="27"/>
                    </a:cubicBezTo>
                    <a:cubicBezTo>
                      <a:pt x="9" y="28"/>
                      <a:pt x="7" y="29"/>
                      <a:pt x="6" y="26"/>
                    </a:cubicBezTo>
                    <a:cubicBezTo>
                      <a:pt x="6" y="24"/>
                      <a:pt x="7" y="21"/>
                      <a:pt x="5" y="21"/>
                    </a:cubicBezTo>
                    <a:cubicBezTo>
                      <a:pt x="3" y="20"/>
                      <a:pt x="1" y="19"/>
                      <a:pt x="0" y="17"/>
                    </a:cubicBezTo>
                    <a:cubicBezTo>
                      <a:pt x="0" y="15"/>
                      <a:pt x="1" y="13"/>
                      <a:pt x="3" y="13"/>
                    </a:cubicBezTo>
                    <a:cubicBezTo>
                      <a:pt x="4" y="13"/>
                      <a:pt x="6" y="14"/>
                      <a:pt x="7" y="13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9" y="10"/>
                      <a:pt x="10" y="9"/>
                      <a:pt x="10" y="7"/>
                    </a:cubicBezTo>
                    <a:cubicBezTo>
                      <a:pt x="11" y="6"/>
                      <a:pt x="11" y="4"/>
                      <a:pt x="1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3" name="Freeform 3100">
                <a:extLst>
                  <a:ext uri="{FF2B5EF4-FFF2-40B4-BE49-F238E27FC236}">
                    <a16:creationId xmlns:a16="http://schemas.microsoft.com/office/drawing/2014/main" id="{68837583-2A6D-4352-A279-DEB5D3F0F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534"/>
                <a:ext cx="4" cy="6"/>
              </a:xfrm>
              <a:custGeom>
                <a:avLst/>
                <a:gdLst>
                  <a:gd name="T0" fmla="*/ 6 w 11"/>
                  <a:gd name="T1" fmla="*/ 12 h 15"/>
                  <a:gd name="T2" fmla="*/ 4 w 11"/>
                  <a:gd name="T3" fmla="*/ 15 h 15"/>
                  <a:gd name="T4" fmla="*/ 1 w 11"/>
                  <a:gd name="T5" fmla="*/ 14 h 15"/>
                  <a:gd name="T6" fmla="*/ 0 w 11"/>
                  <a:gd name="T7" fmla="*/ 10 h 15"/>
                  <a:gd name="T8" fmla="*/ 1 w 11"/>
                  <a:gd name="T9" fmla="*/ 6 h 15"/>
                  <a:gd name="T10" fmla="*/ 3 w 11"/>
                  <a:gd name="T11" fmla="*/ 3 h 15"/>
                  <a:gd name="T12" fmla="*/ 6 w 11"/>
                  <a:gd name="T13" fmla="*/ 2 h 15"/>
                  <a:gd name="T14" fmla="*/ 6 w 11"/>
                  <a:gd name="T15" fmla="*/ 1 h 15"/>
                  <a:gd name="T16" fmla="*/ 8 w 11"/>
                  <a:gd name="T17" fmla="*/ 0 h 15"/>
                  <a:gd name="T18" fmla="*/ 10 w 11"/>
                  <a:gd name="T19" fmla="*/ 0 h 15"/>
                  <a:gd name="T20" fmla="*/ 11 w 11"/>
                  <a:gd name="T21" fmla="*/ 3 h 15"/>
                  <a:gd name="T22" fmla="*/ 7 w 11"/>
                  <a:gd name="T23" fmla="*/ 6 h 15"/>
                  <a:gd name="T24" fmla="*/ 6 w 11"/>
                  <a:gd name="T25" fmla="*/ 8 h 15"/>
                  <a:gd name="T26" fmla="*/ 6 w 11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6" y="12"/>
                    </a:moveTo>
                    <a:cubicBezTo>
                      <a:pt x="6" y="13"/>
                      <a:pt x="5" y="14"/>
                      <a:pt x="4" y="15"/>
                    </a:cubicBezTo>
                    <a:cubicBezTo>
                      <a:pt x="3" y="15"/>
                      <a:pt x="1" y="15"/>
                      <a:pt x="1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9"/>
                      <a:pt x="1" y="8"/>
                      <a:pt x="1" y="6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0"/>
                      <a:pt x="11" y="2"/>
                      <a:pt x="11" y="3"/>
                    </a:cubicBezTo>
                    <a:cubicBezTo>
                      <a:pt x="10" y="4"/>
                      <a:pt x="8" y="5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9"/>
                      <a:pt x="6" y="11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4" name="Freeform 3101">
                <a:extLst>
                  <a:ext uri="{FF2B5EF4-FFF2-40B4-BE49-F238E27FC236}">
                    <a16:creationId xmlns:a16="http://schemas.microsoft.com/office/drawing/2014/main" id="{F034FE3E-E751-4114-BCBF-7CF778861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536"/>
                <a:ext cx="8" cy="13"/>
              </a:xfrm>
              <a:custGeom>
                <a:avLst/>
                <a:gdLst>
                  <a:gd name="T0" fmla="*/ 14 w 20"/>
                  <a:gd name="T1" fmla="*/ 6 h 33"/>
                  <a:gd name="T2" fmla="*/ 15 w 20"/>
                  <a:gd name="T3" fmla="*/ 3 h 33"/>
                  <a:gd name="T4" fmla="*/ 15 w 20"/>
                  <a:gd name="T5" fmla="*/ 1 h 33"/>
                  <a:gd name="T6" fmla="*/ 12 w 20"/>
                  <a:gd name="T7" fmla="*/ 0 h 33"/>
                  <a:gd name="T8" fmla="*/ 8 w 20"/>
                  <a:gd name="T9" fmla="*/ 4 h 33"/>
                  <a:gd name="T10" fmla="*/ 4 w 20"/>
                  <a:gd name="T11" fmla="*/ 6 h 33"/>
                  <a:gd name="T12" fmla="*/ 1 w 20"/>
                  <a:gd name="T13" fmla="*/ 7 h 33"/>
                  <a:gd name="T14" fmla="*/ 1 w 20"/>
                  <a:gd name="T15" fmla="*/ 13 h 33"/>
                  <a:gd name="T16" fmla="*/ 0 w 20"/>
                  <a:gd name="T17" fmla="*/ 20 h 33"/>
                  <a:gd name="T18" fmla="*/ 3 w 20"/>
                  <a:gd name="T19" fmla="*/ 23 h 33"/>
                  <a:gd name="T20" fmla="*/ 8 w 20"/>
                  <a:gd name="T21" fmla="*/ 23 h 33"/>
                  <a:gd name="T22" fmla="*/ 11 w 20"/>
                  <a:gd name="T23" fmla="*/ 20 h 33"/>
                  <a:gd name="T24" fmla="*/ 13 w 20"/>
                  <a:gd name="T25" fmla="*/ 24 h 33"/>
                  <a:gd name="T26" fmla="*/ 14 w 20"/>
                  <a:gd name="T27" fmla="*/ 28 h 33"/>
                  <a:gd name="T28" fmla="*/ 15 w 20"/>
                  <a:gd name="T29" fmla="*/ 32 h 33"/>
                  <a:gd name="T30" fmla="*/ 19 w 20"/>
                  <a:gd name="T31" fmla="*/ 32 h 33"/>
                  <a:gd name="T32" fmla="*/ 20 w 20"/>
                  <a:gd name="T33" fmla="*/ 27 h 33"/>
                  <a:gd name="T34" fmla="*/ 20 w 20"/>
                  <a:gd name="T35" fmla="*/ 21 h 33"/>
                  <a:gd name="T36" fmla="*/ 19 w 20"/>
                  <a:gd name="T37" fmla="*/ 17 h 33"/>
                  <a:gd name="T38" fmla="*/ 13 w 20"/>
                  <a:gd name="T39" fmla="*/ 15 h 33"/>
                  <a:gd name="T40" fmla="*/ 11 w 20"/>
                  <a:gd name="T41" fmla="*/ 13 h 33"/>
                  <a:gd name="T42" fmla="*/ 11 w 20"/>
                  <a:gd name="T43" fmla="*/ 8 h 33"/>
                  <a:gd name="T44" fmla="*/ 12 w 20"/>
                  <a:gd name="T45" fmla="*/ 7 h 33"/>
                  <a:gd name="T46" fmla="*/ 14 w 20"/>
                  <a:gd name="T4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3">
                    <a:moveTo>
                      <a:pt x="14" y="6"/>
                    </a:moveTo>
                    <a:cubicBezTo>
                      <a:pt x="15" y="5"/>
                      <a:pt x="15" y="4"/>
                      <a:pt x="15" y="3"/>
                    </a:cubicBezTo>
                    <a:cubicBezTo>
                      <a:pt x="15" y="3"/>
                      <a:pt x="15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0" y="1"/>
                      <a:pt x="9" y="3"/>
                      <a:pt x="8" y="4"/>
                    </a:cubicBezTo>
                    <a:cubicBezTo>
                      <a:pt x="7" y="5"/>
                      <a:pt x="6" y="5"/>
                      <a:pt x="4" y="6"/>
                    </a:cubicBezTo>
                    <a:cubicBezTo>
                      <a:pt x="3" y="6"/>
                      <a:pt x="1" y="6"/>
                      <a:pt x="1" y="7"/>
                    </a:cubicBezTo>
                    <a:cubicBezTo>
                      <a:pt x="0" y="9"/>
                      <a:pt x="1" y="11"/>
                      <a:pt x="1" y="13"/>
                    </a:cubicBezTo>
                    <a:cubicBezTo>
                      <a:pt x="1" y="15"/>
                      <a:pt x="0" y="17"/>
                      <a:pt x="0" y="20"/>
                    </a:cubicBezTo>
                    <a:cubicBezTo>
                      <a:pt x="0" y="21"/>
                      <a:pt x="2" y="23"/>
                      <a:pt x="3" y="23"/>
                    </a:cubicBezTo>
                    <a:cubicBezTo>
                      <a:pt x="5" y="24"/>
                      <a:pt x="6" y="24"/>
                      <a:pt x="8" y="23"/>
                    </a:cubicBezTo>
                    <a:cubicBezTo>
                      <a:pt x="9" y="23"/>
                      <a:pt x="10" y="20"/>
                      <a:pt x="11" y="20"/>
                    </a:cubicBezTo>
                    <a:cubicBezTo>
                      <a:pt x="13" y="21"/>
                      <a:pt x="13" y="23"/>
                      <a:pt x="13" y="24"/>
                    </a:cubicBezTo>
                    <a:cubicBezTo>
                      <a:pt x="14" y="25"/>
                      <a:pt x="14" y="27"/>
                      <a:pt x="14" y="28"/>
                    </a:cubicBezTo>
                    <a:cubicBezTo>
                      <a:pt x="14" y="29"/>
                      <a:pt x="14" y="31"/>
                      <a:pt x="15" y="32"/>
                    </a:cubicBezTo>
                    <a:cubicBezTo>
                      <a:pt x="16" y="32"/>
                      <a:pt x="17" y="33"/>
                      <a:pt x="19" y="32"/>
                    </a:cubicBezTo>
                    <a:cubicBezTo>
                      <a:pt x="20" y="31"/>
                      <a:pt x="20" y="29"/>
                      <a:pt x="20" y="27"/>
                    </a:cubicBezTo>
                    <a:cubicBezTo>
                      <a:pt x="20" y="25"/>
                      <a:pt x="20" y="23"/>
                      <a:pt x="20" y="21"/>
                    </a:cubicBezTo>
                    <a:cubicBezTo>
                      <a:pt x="20" y="20"/>
                      <a:pt x="20" y="18"/>
                      <a:pt x="19" y="17"/>
                    </a:cubicBezTo>
                    <a:cubicBezTo>
                      <a:pt x="17" y="16"/>
                      <a:pt x="14" y="16"/>
                      <a:pt x="13" y="15"/>
                    </a:cubicBezTo>
                    <a:cubicBezTo>
                      <a:pt x="12" y="14"/>
                      <a:pt x="11" y="14"/>
                      <a:pt x="11" y="13"/>
                    </a:cubicBezTo>
                    <a:cubicBezTo>
                      <a:pt x="11" y="11"/>
                      <a:pt x="10" y="9"/>
                      <a:pt x="11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3" y="6"/>
                      <a:pt x="14" y="6"/>
                      <a:pt x="1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5" name="Freeform 3102">
                <a:extLst>
                  <a:ext uri="{FF2B5EF4-FFF2-40B4-BE49-F238E27FC236}">
                    <a16:creationId xmlns:a16="http://schemas.microsoft.com/office/drawing/2014/main" id="{25891F1B-F2C2-4F1E-A944-0E16F7540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551"/>
                <a:ext cx="10" cy="11"/>
              </a:xfrm>
              <a:custGeom>
                <a:avLst/>
                <a:gdLst>
                  <a:gd name="T0" fmla="*/ 8 w 25"/>
                  <a:gd name="T1" fmla="*/ 17 h 26"/>
                  <a:gd name="T2" fmla="*/ 7 w 25"/>
                  <a:gd name="T3" fmla="*/ 17 h 26"/>
                  <a:gd name="T4" fmla="*/ 5 w 25"/>
                  <a:gd name="T5" fmla="*/ 15 h 26"/>
                  <a:gd name="T6" fmla="*/ 4 w 25"/>
                  <a:gd name="T7" fmla="*/ 15 h 26"/>
                  <a:gd name="T8" fmla="*/ 3 w 25"/>
                  <a:gd name="T9" fmla="*/ 13 h 26"/>
                  <a:gd name="T10" fmla="*/ 1 w 25"/>
                  <a:gd name="T11" fmla="*/ 13 h 26"/>
                  <a:gd name="T12" fmla="*/ 0 w 25"/>
                  <a:gd name="T13" fmla="*/ 10 h 26"/>
                  <a:gd name="T14" fmla="*/ 2 w 25"/>
                  <a:gd name="T15" fmla="*/ 2 h 26"/>
                  <a:gd name="T16" fmla="*/ 5 w 25"/>
                  <a:gd name="T17" fmla="*/ 0 h 26"/>
                  <a:gd name="T18" fmla="*/ 9 w 25"/>
                  <a:gd name="T19" fmla="*/ 2 h 26"/>
                  <a:gd name="T20" fmla="*/ 10 w 25"/>
                  <a:gd name="T21" fmla="*/ 6 h 26"/>
                  <a:gd name="T22" fmla="*/ 13 w 25"/>
                  <a:gd name="T23" fmla="*/ 8 h 26"/>
                  <a:gd name="T24" fmla="*/ 17 w 25"/>
                  <a:gd name="T25" fmla="*/ 8 h 26"/>
                  <a:gd name="T26" fmla="*/ 20 w 25"/>
                  <a:gd name="T27" fmla="*/ 10 h 26"/>
                  <a:gd name="T28" fmla="*/ 21 w 25"/>
                  <a:gd name="T29" fmla="*/ 13 h 26"/>
                  <a:gd name="T30" fmla="*/ 24 w 25"/>
                  <a:gd name="T31" fmla="*/ 16 h 26"/>
                  <a:gd name="T32" fmla="*/ 25 w 25"/>
                  <a:gd name="T33" fmla="*/ 21 h 26"/>
                  <a:gd name="T34" fmla="*/ 21 w 25"/>
                  <a:gd name="T35" fmla="*/ 23 h 26"/>
                  <a:gd name="T36" fmla="*/ 18 w 25"/>
                  <a:gd name="T37" fmla="*/ 20 h 26"/>
                  <a:gd name="T38" fmla="*/ 15 w 25"/>
                  <a:gd name="T39" fmla="*/ 21 h 26"/>
                  <a:gd name="T40" fmla="*/ 14 w 25"/>
                  <a:gd name="T41" fmla="*/ 25 h 26"/>
                  <a:gd name="T42" fmla="*/ 11 w 25"/>
                  <a:gd name="T43" fmla="*/ 23 h 26"/>
                  <a:gd name="T44" fmla="*/ 10 w 25"/>
                  <a:gd name="T45" fmla="*/ 20 h 26"/>
                  <a:gd name="T46" fmla="*/ 8 w 25"/>
                  <a:gd name="T4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26">
                    <a:moveTo>
                      <a:pt x="8" y="17"/>
                    </a:moveTo>
                    <a:cubicBezTo>
                      <a:pt x="8" y="17"/>
                      <a:pt x="7" y="18"/>
                      <a:pt x="7" y="17"/>
                    </a:cubicBezTo>
                    <a:cubicBezTo>
                      <a:pt x="6" y="17"/>
                      <a:pt x="6" y="16"/>
                      <a:pt x="5" y="15"/>
                    </a:cubicBezTo>
                    <a:cubicBezTo>
                      <a:pt x="5" y="15"/>
                      <a:pt x="5" y="15"/>
                      <a:pt x="4" y="15"/>
                    </a:cubicBezTo>
                    <a:cubicBezTo>
                      <a:pt x="4" y="14"/>
                      <a:pt x="3" y="14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7"/>
                      <a:pt x="0" y="3"/>
                      <a:pt x="2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0"/>
                      <a:pt x="9" y="1"/>
                      <a:pt x="9" y="2"/>
                    </a:cubicBezTo>
                    <a:cubicBezTo>
                      <a:pt x="10" y="3"/>
                      <a:pt x="10" y="5"/>
                      <a:pt x="10" y="6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5" y="8"/>
                      <a:pt x="16" y="8"/>
                      <a:pt x="17" y="8"/>
                    </a:cubicBezTo>
                    <a:cubicBezTo>
                      <a:pt x="18" y="8"/>
                      <a:pt x="20" y="9"/>
                      <a:pt x="20" y="10"/>
                    </a:cubicBezTo>
                    <a:cubicBezTo>
                      <a:pt x="21" y="11"/>
                      <a:pt x="20" y="12"/>
                      <a:pt x="21" y="13"/>
                    </a:cubicBezTo>
                    <a:cubicBezTo>
                      <a:pt x="22" y="14"/>
                      <a:pt x="24" y="15"/>
                      <a:pt x="24" y="16"/>
                    </a:cubicBezTo>
                    <a:cubicBezTo>
                      <a:pt x="25" y="17"/>
                      <a:pt x="25" y="19"/>
                      <a:pt x="25" y="21"/>
                    </a:cubicBezTo>
                    <a:cubicBezTo>
                      <a:pt x="25" y="23"/>
                      <a:pt x="23" y="23"/>
                      <a:pt x="21" y="23"/>
                    </a:cubicBezTo>
                    <a:cubicBezTo>
                      <a:pt x="19" y="23"/>
                      <a:pt x="19" y="21"/>
                      <a:pt x="18" y="20"/>
                    </a:cubicBezTo>
                    <a:cubicBezTo>
                      <a:pt x="17" y="19"/>
                      <a:pt x="15" y="20"/>
                      <a:pt x="15" y="21"/>
                    </a:cubicBezTo>
                    <a:cubicBezTo>
                      <a:pt x="14" y="22"/>
                      <a:pt x="15" y="24"/>
                      <a:pt x="14" y="25"/>
                    </a:cubicBezTo>
                    <a:cubicBezTo>
                      <a:pt x="13" y="26"/>
                      <a:pt x="12" y="24"/>
                      <a:pt x="11" y="23"/>
                    </a:cubicBezTo>
                    <a:cubicBezTo>
                      <a:pt x="11" y="22"/>
                      <a:pt x="10" y="21"/>
                      <a:pt x="10" y="20"/>
                    </a:cubicBezTo>
                    <a:cubicBezTo>
                      <a:pt x="10" y="19"/>
                      <a:pt x="9" y="18"/>
                      <a:pt x="8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6" name="Freeform 3103">
                <a:extLst>
                  <a:ext uri="{FF2B5EF4-FFF2-40B4-BE49-F238E27FC236}">
                    <a16:creationId xmlns:a16="http://schemas.microsoft.com/office/drawing/2014/main" id="{F636F513-42FF-4561-AE6A-29032F550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567"/>
                <a:ext cx="8" cy="7"/>
              </a:xfrm>
              <a:custGeom>
                <a:avLst/>
                <a:gdLst>
                  <a:gd name="T0" fmla="*/ 2 w 21"/>
                  <a:gd name="T1" fmla="*/ 11 h 17"/>
                  <a:gd name="T2" fmla="*/ 0 w 21"/>
                  <a:gd name="T3" fmla="*/ 7 h 17"/>
                  <a:gd name="T4" fmla="*/ 5 w 21"/>
                  <a:gd name="T5" fmla="*/ 6 h 17"/>
                  <a:gd name="T6" fmla="*/ 10 w 21"/>
                  <a:gd name="T7" fmla="*/ 6 h 17"/>
                  <a:gd name="T8" fmla="*/ 12 w 21"/>
                  <a:gd name="T9" fmla="*/ 6 h 17"/>
                  <a:gd name="T10" fmla="*/ 14 w 21"/>
                  <a:gd name="T11" fmla="*/ 4 h 17"/>
                  <a:gd name="T12" fmla="*/ 16 w 21"/>
                  <a:gd name="T13" fmla="*/ 2 h 17"/>
                  <a:gd name="T14" fmla="*/ 17 w 21"/>
                  <a:gd name="T15" fmla="*/ 1 h 17"/>
                  <a:gd name="T16" fmla="*/ 19 w 21"/>
                  <a:gd name="T17" fmla="*/ 2 h 17"/>
                  <a:gd name="T18" fmla="*/ 19 w 21"/>
                  <a:gd name="T19" fmla="*/ 7 h 17"/>
                  <a:gd name="T20" fmla="*/ 17 w 21"/>
                  <a:gd name="T21" fmla="*/ 11 h 17"/>
                  <a:gd name="T22" fmla="*/ 15 w 21"/>
                  <a:gd name="T23" fmla="*/ 16 h 17"/>
                  <a:gd name="T24" fmla="*/ 13 w 21"/>
                  <a:gd name="T25" fmla="*/ 17 h 17"/>
                  <a:gd name="T26" fmla="*/ 9 w 21"/>
                  <a:gd name="T27" fmla="*/ 16 h 17"/>
                  <a:gd name="T28" fmla="*/ 7 w 21"/>
                  <a:gd name="T29" fmla="*/ 14 h 17"/>
                  <a:gd name="T30" fmla="*/ 5 w 21"/>
                  <a:gd name="T31" fmla="*/ 13 h 17"/>
                  <a:gd name="T32" fmla="*/ 4 w 21"/>
                  <a:gd name="T33" fmla="*/ 12 h 17"/>
                  <a:gd name="T34" fmla="*/ 2 w 21"/>
                  <a:gd name="T3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7">
                    <a:moveTo>
                      <a:pt x="2" y="11"/>
                    </a:moveTo>
                    <a:cubicBezTo>
                      <a:pt x="1" y="11"/>
                      <a:pt x="0" y="9"/>
                      <a:pt x="0" y="7"/>
                    </a:cubicBezTo>
                    <a:cubicBezTo>
                      <a:pt x="1" y="5"/>
                      <a:pt x="4" y="5"/>
                      <a:pt x="5" y="6"/>
                    </a:cubicBezTo>
                    <a:cubicBezTo>
                      <a:pt x="7" y="6"/>
                      <a:pt x="8" y="5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2"/>
                      <a:pt x="16" y="2"/>
                    </a:cubicBezTo>
                    <a:cubicBezTo>
                      <a:pt x="16" y="1"/>
                      <a:pt x="17" y="0"/>
                      <a:pt x="17" y="1"/>
                    </a:cubicBezTo>
                    <a:cubicBezTo>
                      <a:pt x="18" y="1"/>
                      <a:pt x="19" y="2"/>
                      <a:pt x="19" y="2"/>
                    </a:cubicBezTo>
                    <a:cubicBezTo>
                      <a:pt x="20" y="4"/>
                      <a:pt x="21" y="6"/>
                      <a:pt x="19" y="7"/>
                    </a:cubicBezTo>
                    <a:cubicBezTo>
                      <a:pt x="18" y="8"/>
                      <a:pt x="17" y="9"/>
                      <a:pt x="17" y="11"/>
                    </a:cubicBezTo>
                    <a:cubicBezTo>
                      <a:pt x="16" y="13"/>
                      <a:pt x="16" y="14"/>
                      <a:pt x="15" y="16"/>
                    </a:cubicBezTo>
                    <a:cubicBezTo>
                      <a:pt x="14" y="16"/>
                      <a:pt x="13" y="17"/>
                      <a:pt x="13" y="17"/>
                    </a:cubicBezTo>
                    <a:cubicBezTo>
                      <a:pt x="11" y="17"/>
                      <a:pt x="10" y="16"/>
                      <a:pt x="9" y="16"/>
                    </a:cubicBezTo>
                    <a:cubicBezTo>
                      <a:pt x="9" y="15"/>
                      <a:pt x="8" y="14"/>
                      <a:pt x="7" y="14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4" y="13"/>
                      <a:pt x="5" y="12"/>
                      <a:pt x="4" y="12"/>
                    </a:cubicBezTo>
                    <a:cubicBezTo>
                      <a:pt x="4" y="11"/>
                      <a:pt x="3" y="11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7" name="Freeform 3104">
                <a:extLst>
                  <a:ext uri="{FF2B5EF4-FFF2-40B4-BE49-F238E27FC236}">
                    <a16:creationId xmlns:a16="http://schemas.microsoft.com/office/drawing/2014/main" id="{3C41ACF9-D1FC-4330-AA61-92151FA3D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576"/>
                <a:ext cx="18" cy="17"/>
              </a:xfrm>
              <a:custGeom>
                <a:avLst/>
                <a:gdLst>
                  <a:gd name="T0" fmla="*/ 8 w 44"/>
                  <a:gd name="T1" fmla="*/ 29 h 41"/>
                  <a:gd name="T2" fmla="*/ 7 w 44"/>
                  <a:gd name="T3" fmla="*/ 27 h 41"/>
                  <a:gd name="T4" fmla="*/ 4 w 44"/>
                  <a:gd name="T5" fmla="*/ 23 h 41"/>
                  <a:gd name="T6" fmla="*/ 3 w 44"/>
                  <a:gd name="T7" fmla="*/ 17 h 41"/>
                  <a:gd name="T8" fmla="*/ 2 w 44"/>
                  <a:gd name="T9" fmla="*/ 11 h 41"/>
                  <a:gd name="T10" fmla="*/ 0 w 44"/>
                  <a:gd name="T11" fmla="*/ 7 h 41"/>
                  <a:gd name="T12" fmla="*/ 4 w 44"/>
                  <a:gd name="T13" fmla="*/ 2 h 41"/>
                  <a:gd name="T14" fmla="*/ 12 w 44"/>
                  <a:gd name="T15" fmla="*/ 0 h 41"/>
                  <a:gd name="T16" fmla="*/ 19 w 44"/>
                  <a:gd name="T17" fmla="*/ 4 h 41"/>
                  <a:gd name="T18" fmla="*/ 22 w 44"/>
                  <a:gd name="T19" fmla="*/ 11 h 41"/>
                  <a:gd name="T20" fmla="*/ 25 w 44"/>
                  <a:gd name="T21" fmla="*/ 13 h 41"/>
                  <a:gd name="T22" fmla="*/ 27 w 44"/>
                  <a:gd name="T23" fmla="*/ 17 h 41"/>
                  <a:gd name="T24" fmla="*/ 27 w 44"/>
                  <a:gd name="T25" fmla="*/ 26 h 41"/>
                  <a:gd name="T26" fmla="*/ 30 w 44"/>
                  <a:gd name="T27" fmla="*/ 30 h 41"/>
                  <a:gd name="T28" fmla="*/ 33 w 44"/>
                  <a:gd name="T29" fmla="*/ 30 h 41"/>
                  <a:gd name="T30" fmla="*/ 37 w 44"/>
                  <a:gd name="T31" fmla="*/ 30 h 41"/>
                  <a:gd name="T32" fmla="*/ 43 w 44"/>
                  <a:gd name="T33" fmla="*/ 31 h 41"/>
                  <a:gd name="T34" fmla="*/ 41 w 44"/>
                  <a:gd name="T35" fmla="*/ 37 h 41"/>
                  <a:gd name="T36" fmla="*/ 39 w 44"/>
                  <a:gd name="T37" fmla="*/ 39 h 41"/>
                  <a:gd name="T38" fmla="*/ 37 w 44"/>
                  <a:gd name="T39" fmla="*/ 40 h 41"/>
                  <a:gd name="T40" fmla="*/ 34 w 44"/>
                  <a:gd name="T41" fmla="*/ 37 h 41"/>
                  <a:gd name="T42" fmla="*/ 30 w 44"/>
                  <a:gd name="T43" fmla="*/ 34 h 41"/>
                  <a:gd name="T44" fmla="*/ 23 w 44"/>
                  <a:gd name="T45" fmla="*/ 35 h 41"/>
                  <a:gd name="T46" fmla="*/ 20 w 44"/>
                  <a:gd name="T47" fmla="*/ 35 h 41"/>
                  <a:gd name="T48" fmla="*/ 17 w 44"/>
                  <a:gd name="T49" fmla="*/ 37 h 41"/>
                  <a:gd name="T50" fmla="*/ 12 w 44"/>
                  <a:gd name="T51" fmla="*/ 39 h 41"/>
                  <a:gd name="T52" fmla="*/ 8 w 44"/>
                  <a:gd name="T53" fmla="*/ 35 h 41"/>
                  <a:gd name="T54" fmla="*/ 9 w 44"/>
                  <a:gd name="T55" fmla="*/ 33 h 41"/>
                  <a:gd name="T56" fmla="*/ 8 w 44"/>
                  <a:gd name="T5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4" h="41">
                    <a:moveTo>
                      <a:pt x="8" y="29"/>
                    </a:moveTo>
                    <a:cubicBezTo>
                      <a:pt x="8" y="28"/>
                      <a:pt x="8" y="28"/>
                      <a:pt x="7" y="27"/>
                    </a:cubicBezTo>
                    <a:cubicBezTo>
                      <a:pt x="5" y="26"/>
                      <a:pt x="5" y="24"/>
                      <a:pt x="4" y="23"/>
                    </a:cubicBezTo>
                    <a:cubicBezTo>
                      <a:pt x="4" y="21"/>
                      <a:pt x="3" y="19"/>
                      <a:pt x="3" y="17"/>
                    </a:cubicBezTo>
                    <a:cubicBezTo>
                      <a:pt x="3" y="15"/>
                      <a:pt x="3" y="13"/>
                      <a:pt x="2" y="11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6" y="0"/>
                      <a:pt x="10" y="0"/>
                      <a:pt x="12" y="0"/>
                    </a:cubicBezTo>
                    <a:cubicBezTo>
                      <a:pt x="16" y="0"/>
                      <a:pt x="18" y="1"/>
                      <a:pt x="19" y="4"/>
                    </a:cubicBezTo>
                    <a:cubicBezTo>
                      <a:pt x="20" y="7"/>
                      <a:pt x="20" y="10"/>
                      <a:pt x="22" y="11"/>
                    </a:cubicBezTo>
                    <a:cubicBezTo>
                      <a:pt x="23" y="12"/>
                      <a:pt x="24" y="13"/>
                      <a:pt x="25" y="13"/>
                    </a:cubicBezTo>
                    <a:cubicBezTo>
                      <a:pt x="26" y="14"/>
                      <a:pt x="26" y="16"/>
                      <a:pt x="27" y="17"/>
                    </a:cubicBezTo>
                    <a:cubicBezTo>
                      <a:pt x="28" y="20"/>
                      <a:pt x="27" y="23"/>
                      <a:pt x="27" y="26"/>
                    </a:cubicBezTo>
                    <a:cubicBezTo>
                      <a:pt x="27" y="28"/>
                      <a:pt x="27" y="30"/>
                      <a:pt x="30" y="30"/>
                    </a:cubicBezTo>
                    <a:cubicBezTo>
                      <a:pt x="31" y="30"/>
                      <a:pt x="32" y="30"/>
                      <a:pt x="33" y="30"/>
                    </a:cubicBezTo>
                    <a:cubicBezTo>
                      <a:pt x="34" y="30"/>
                      <a:pt x="36" y="30"/>
                      <a:pt x="37" y="30"/>
                    </a:cubicBezTo>
                    <a:cubicBezTo>
                      <a:pt x="38" y="30"/>
                      <a:pt x="41" y="29"/>
                      <a:pt x="43" y="31"/>
                    </a:cubicBezTo>
                    <a:cubicBezTo>
                      <a:pt x="44" y="33"/>
                      <a:pt x="42" y="35"/>
                      <a:pt x="41" y="37"/>
                    </a:cubicBezTo>
                    <a:cubicBezTo>
                      <a:pt x="40" y="38"/>
                      <a:pt x="40" y="38"/>
                      <a:pt x="39" y="39"/>
                    </a:cubicBezTo>
                    <a:cubicBezTo>
                      <a:pt x="38" y="40"/>
                      <a:pt x="38" y="41"/>
                      <a:pt x="37" y="40"/>
                    </a:cubicBezTo>
                    <a:cubicBezTo>
                      <a:pt x="36" y="40"/>
                      <a:pt x="35" y="38"/>
                      <a:pt x="34" y="37"/>
                    </a:cubicBezTo>
                    <a:cubicBezTo>
                      <a:pt x="33" y="36"/>
                      <a:pt x="32" y="34"/>
                      <a:pt x="30" y="34"/>
                    </a:cubicBezTo>
                    <a:cubicBezTo>
                      <a:pt x="28" y="33"/>
                      <a:pt x="25" y="35"/>
                      <a:pt x="23" y="35"/>
                    </a:cubicBezTo>
                    <a:cubicBezTo>
                      <a:pt x="22" y="35"/>
                      <a:pt x="21" y="35"/>
                      <a:pt x="20" y="35"/>
                    </a:cubicBezTo>
                    <a:cubicBezTo>
                      <a:pt x="19" y="35"/>
                      <a:pt x="18" y="36"/>
                      <a:pt x="17" y="37"/>
                    </a:cubicBezTo>
                    <a:cubicBezTo>
                      <a:pt x="16" y="38"/>
                      <a:pt x="13" y="41"/>
                      <a:pt x="12" y="39"/>
                    </a:cubicBezTo>
                    <a:cubicBezTo>
                      <a:pt x="10" y="38"/>
                      <a:pt x="8" y="37"/>
                      <a:pt x="8" y="35"/>
                    </a:cubicBezTo>
                    <a:cubicBezTo>
                      <a:pt x="8" y="34"/>
                      <a:pt x="9" y="34"/>
                      <a:pt x="9" y="33"/>
                    </a:cubicBezTo>
                    <a:cubicBezTo>
                      <a:pt x="9" y="32"/>
                      <a:pt x="9" y="31"/>
                      <a:pt x="8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8" name="Freeform 3105">
                <a:extLst>
                  <a:ext uri="{FF2B5EF4-FFF2-40B4-BE49-F238E27FC236}">
                    <a16:creationId xmlns:a16="http://schemas.microsoft.com/office/drawing/2014/main" id="{A5BECF82-8031-4FA9-8912-2F034C5EC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91"/>
                <a:ext cx="7" cy="3"/>
              </a:xfrm>
              <a:custGeom>
                <a:avLst/>
                <a:gdLst>
                  <a:gd name="T0" fmla="*/ 6 w 16"/>
                  <a:gd name="T1" fmla="*/ 0 h 6"/>
                  <a:gd name="T2" fmla="*/ 7 w 16"/>
                  <a:gd name="T3" fmla="*/ 0 h 6"/>
                  <a:gd name="T4" fmla="*/ 8 w 16"/>
                  <a:gd name="T5" fmla="*/ 0 h 6"/>
                  <a:gd name="T6" fmla="*/ 9 w 16"/>
                  <a:gd name="T7" fmla="*/ 0 h 6"/>
                  <a:gd name="T8" fmla="*/ 10 w 16"/>
                  <a:gd name="T9" fmla="*/ 0 h 6"/>
                  <a:gd name="T10" fmla="*/ 12 w 16"/>
                  <a:gd name="T11" fmla="*/ 2 h 6"/>
                  <a:gd name="T12" fmla="*/ 14 w 16"/>
                  <a:gd name="T13" fmla="*/ 3 h 6"/>
                  <a:gd name="T14" fmla="*/ 13 w 16"/>
                  <a:gd name="T15" fmla="*/ 6 h 6"/>
                  <a:gd name="T16" fmla="*/ 8 w 16"/>
                  <a:gd name="T17" fmla="*/ 6 h 6"/>
                  <a:gd name="T18" fmla="*/ 5 w 16"/>
                  <a:gd name="T19" fmla="*/ 6 h 6"/>
                  <a:gd name="T20" fmla="*/ 2 w 16"/>
                  <a:gd name="T21" fmla="*/ 6 h 6"/>
                  <a:gd name="T22" fmla="*/ 0 w 16"/>
                  <a:gd name="T23" fmla="*/ 4 h 6"/>
                  <a:gd name="T24" fmla="*/ 1 w 16"/>
                  <a:gd name="T25" fmla="*/ 3 h 6"/>
                  <a:gd name="T26" fmla="*/ 2 w 16"/>
                  <a:gd name="T27" fmla="*/ 2 h 6"/>
                  <a:gd name="T28" fmla="*/ 3 w 16"/>
                  <a:gd name="T29" fmla="*/ 1 h 6"/>
                  <a:gd name="T30" fmla="*/ 6 w 16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6">
                    <a:moveTo>
                      <a:pt x="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2" y="1"/>
                      <a:pt x="12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6" y="4"/>
                      <a:pt x="15" y="5"/>
                      <a:pt x="13" y="6"/>
                    </a:cubicBezTo>
                    <a:cubicBezTo>
                      <a:pt x="11" y="6"/>
                      <a:pt x="9" y="6"/>
                      <a:pt x="8" y="6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9" name="Freeform 3106">
                <a:extLst>
                  <a:ext uri="{FF2B5EF4-FFF2-40B4-BE49-F238E27FC236}">
                    <a16:creationId xmlns:a16="http://schemas.microsoft.com/office/drawing/2014/main" id="{F0CBF28B-B750-4977-BC50-C006896BA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589"/>
                <a:ext cx="10" cy="14"/>
              </a:xfrm>
              <a:custGeom>
                <a:avLst/>
                <a:gdLst>
                  <a:gd name="T0" fmla="*/ 10 w 25"/>
                  <a:gd name="T1" fmla="*/ 32 h 33"/>
                  <a:gd name="T2" fmla="*/ 8 w 25"/>
                  <a:gd name="T3" fmla="*/ 33 h 33"/>
                  <a:gd name="T4" fmla="*/ 4 w 25"/>
                  <a:gd name="T5" fmla="*/ 33 h 33"/>
                  <a:gd name="T6" fmla="*/ 2 w 25"/>
                  <a:gd name="T7" fmla="*/ 29 h 33"/>
                  <a:gd name="T8" fmla="*/ 1 w 25"/>
                  <a:gd name="T9" fmla="*/ 26 h 33"/>
                  <a:gd name="T10" fmla="*/ 2 w 25"/>
                  <a:gd name="T11" fmla="*/ 24 h 33"/>
                  <a:gd name="T12" fmla="*/ 3 w 25"/>
                  <a:gd name="T13" fmla="*/ 22 h 33"/>
                  <a:gd name="T14" fmla="*/ 4 w 25"/>
                  <a:gd name="T15" fmla="*/ 19 h 33"/>
                  <a:gd name="T16" fmla="*/ 2 w 25"/>
                  <a:gd name="T17" fmla="*/ 16 h 33"/>
                  <a:gd name="T18" fmla="*/ 2 w 25"/>
                  <a:gd name="T19" fmla="*/ 13 h 33"/>
                  <a:gd name="T20" fmla="*/ 7 w 25"/>
                  <a:gd name="T21" fmla="*/ 11 h 33"/>
                  <a:gd name="T22" fmla="*/ 10 w 25"/>
                  <a:gd name="T23" fmla="*/ 7 h 33"/>
                  <a:gd name="T24" fmla="*/ 13 w 25"/>
                  <a:gd name="T25" fmla="*/ 3 h 33"/>
                  <a:gd name="T26" fmla="*/ 16 w 25"/>
                  <a:gd name="T27" fmla="*/ 2 h 33"/>
                  <a:gd name="T28" fmla="*/ 19 w 25"/>
                  <a:gd name="T29" fmla="*/ 0 h 33"/>
                  <a:gd name="T30" fmla="*/ 23 w 25"/>
                  <a:gd name="T31" fmla="*/ 0 h 33"/>
                  <a:gd name="T32" fmla="*/ 25 w 25"/>
                  <a:gd name="T33" fmla="*/ 2 h 33"/>
                  <a:gd name="T34" fmla="*/ 24 w 25"/>
                  <a:gd name="T35" fmla="*/ 6 h 33"/>
                  <a:gd name="T36" fmla="*/ 19 w 25"/>
                  <a:gd name="T37" fmla="*/ 10 h 33"/>
                  <a:gd name="T38" fmla="*/ 15 w 25"/>
                  <a:gd name="T39" fmla="*/ 14 h 33"/>
                  <a:gd name="T40" fmla="*/ 13 w 25"/>
                  <a:gd name="T41" fmla="*/ 17 h 33"/>
                  <a:gd name="T42" fmla="*/ 11 w 25"/>
                  <a:gd name="T43" fmla="*/ 21 h 33"/>
                  <a:gd name="T44" fmla="*/ 10 w 25"/>
                  <a:gd name="T45" fmla="*/ 26 h 33"/>
                  <a:gd name="T46" fmla="*/ 10 w 25"/>
                  <a:gd name="T47" fmla="*/ 29 h 33"/>
                  <a:gd name="T48" fmla="*/ 10 w 25"/>
                  <a:gd name="T49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5" h="33">
                    <a:moveTo>
                      <a:pt x="10" y="32"/>
                    </a:moveTo>
                    <a:cubicBezTo>
                      <a:pt x="9" y="33"/>
                      <a:pt x="9" y="33"/>
                      <a:pt x="8" y="33"/>
                    </a:cubicBezTo>
                    <a:cubicBezTo>
                      <a:pt x="7" y="33"/>
                      <a:pt x="6" y="33"/>
                      <a:pt x="4" y="33"/>
                    </a:cubicBezTo>
                    <a:cubicBezTo>
                      <a:pt x="3" y="32"/>
                      <a:pt x="2" y="31"/>
                      <a:pt x="2" y="29"/>
                    </a:cubicBezTo>
                    <a:cubicBezTo>
                      <a:pt x="1" y="28"/>
                      <a:pt x="0" y="27"/>
                      <a:pt x="1" y="26"/>
                    </a:cubicBezTo>
                    <a:cubicBezTo>
                      <a:pt x="1" y="25"/>
                      <a:pt x="2" y="25"/>
                      <a:pt x="2" y="24"/>
                    </a:cubicBezTo>
                    <a:cubicBezTo>
                      <a:pt x="2" y="24"/>
                      <a:pt x="3" y="23"/>
                      <a:pt x="3" y="22"/>
                    </a:cubicBezTo>
                    <a:cubicBezTo>
                      <a:pt x="3" y="21"/>
                      <a:pt x="4" y="20"/>
                      <a:pt x="4" y="19"/>
                    </a:cubicBezTo>
                    <a:cubicBezTo>
                      <a:pt x="5" y="18"/>
                      <a:pt x="3" y="17"/>
                      <a:pt x="2" y="16"/>
                    </a:cubicBezTo>
                    <a:cubicBezTo>
                      <a:pt x="1" y="16"/>
                      <a:pt x="1" y="14"/>
                      <a:pt x="2" y="13"/>
                    </a:cubicBezTo>
                    <a:cubicBezTo>
                      <a:pt x="4" y="12"/>
                      <a:pt x="6" y="12"/>
                      <a:pt x="7" y="11"/>
                    </a:cubicBezTo>
                    <a:cubicBezTo>
                      <a:pt x="9" y="10"/>
                      <a:pt x="9" y="8"/>
                      <a:pt x="10" y="7"/>
                    </a:cubicBezTo>
                    <a:cubicBezTo>
                      <a:pt x="10" y="5"/>
                      <a:pt x="11" y="3"/>
                      <a:pt x="13" y="3"/>
                    </a:cubicBezTo>
                    <a:cubicBezTo>
                      <a:pt x="14" y="2"/>
                      <a:pt x="15" y="3"/>
                      <a:pt x="16" y="2"/>
                    </a:cubicBezTo>
                    <a:cubicBezTo>
                      <a:pt x="17" y="2"/>
                      <a:pt x="18" y="0"/>
                      <a:pt x="19" y="0"/>
                    </a:cubicBezTo>
                    <a:cubicBezTo>
                      <a:pt x="20" y="0"/>
                      <a:pt x="22" y="0"/>
                      <a:pt x="23" y="0"/>
                    </a:cubicBezTo>
                    <a:cubicBezTo>
                      <a:pt x="24" y="0"/>
                      <a:pt x="25" y="0"/>
                      <a:pt x="25" y="2"/>
                    </a:cubicBezTo>
                    <a:cubicBezTo>
                      <a:pt x="25" y="3"/>
                      <a:pt x="25" y="5"/>
                      <a:pt x="24" y="6"/>
                    </a:cubicBezTo>
                    <a:cubicBezTo>
                      <a:pt x="23" y="8"/>
                      <a:pt x="20" y="9"/>
                      <a:pt x="19" y="10"/>
                    </a:cubicBezTo>
                    <a:cubicBezTo>
                      <a:pt x="17" y="11"/>
                      <a:pt x="16" y="13"/>
                      <a:pt x="15" y="14"/>
                    </a:cubicBezTo>
                    <a:cubicBezTo>
                      <a:pt x="15" y="15"/>
                      <a:pt x="14" y="16"/>
                      <a:pt x="13" y="17"/>
                    </a:cubicBezTo>
                    <a:cubicBezTo>
                      <a:pt x="12" y="18"/>
                      <a:pt x="12" y="19"/>
                      <a:pt x="11" y="21"/>
                    </a:cubicBezTo>
                    <a:cubicBezTo>
                      <a:pt x="11" y="23"/>
                      <a:pt x="10" y="24"/>
                      <a:pt x="10" y="26"/>
                    </a:cubicBezTo>
                    <a:cubicBezTo>
                      <a:pt x="10" y="27"/>
                      <a:pt x="10" y="28"/>
                      <a:pt x="10" y="29"/>
                    </a:cubicBezTo>
                    <a:cubicBezTo>
                      <a:pt x="10" y="30"/>
                      <a:pt x="10" y="31"/>
                      <a:pt x="10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0" name="Freeform 3107">
                <a:extLst>
                  <a:ext uri="{FF2B5EF4-FFF2-40B4-BE49-F238E27FC236}">
                    <a16:creationId xmlns:a16="http://schemas.microsoft.com/office/drawing/2014/main" id="{D42343D3-72C7-4A0F-A776-222A86515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54"/>
                <a:ext cx="25" cy="26"/>
              </a:xfrm>
              <a:custGeom>
                <a:avLst/>
                <a:gdLst>
                  <a:gd name="T0" fmla="*/ 37 w 63"/>
                  <a:gd name="T1" fmla="*/ 61 h 64"/>
                  <a:gd name="T2" fmla="*/ 40 w 63"/>
                  <a:gd name="T3" fmla="*/ 61 h 64"/>
                  <a:gd name="T4" fmla="*/ 45 w 63"/>
                  <a:gd name="T5" fmla="*/ 60 h 64"/>
                  <a:gd name="T6" fmla="*/ 51 w 63"/>
                  <a:gd name="T7" fmla="*/ 58 h 64"/>
                  <a:gd name="T8" fmla="*/ 57 w 63"/>
                  <a:gd name="T9" fmla="*/ 56 h 64"/>
                  <a:gd name="T10" fmla="*/ 62 w 63"/>
                  <a:gd name="T11" fmla="*/ 53 h 64"/>
                  <a:gd name="T12" fmla="*/ 61 w 63"/>
                  <a:gd name="T13" fmla="*/ 48 h 64"/>
                  <a:gd name="T14" fmla="*/ 54 w 63"/>
                  <a:gd name="T15" fmla="*/ 48 h 64"/>
                  <a:gd name="T16" fmla="*/ 46 w 63"/>
                  <a:gd name="T17" fmla="*/ 49 h 64"/>
                  <a:gd name="T18" fmla="*/ 40 w 63"/>
                  <a:gd name="T19" fmla="*/ 48 h 64"/>
                  <a:gd name="T20" fmla="*/ 37 w 63"/>
                  <a:gd name="T21" fmla="*/ 44 h 64"/>
                  <a:gd name="T22" fmla="*/ 43 w 63"/>
                  <a:gd name="T23" fmla="*/ 39 h 64"/>
                  <a:gd name="T24" fmla="*/ 51 w 63"/>
                  <a:gd name="T25" fmla="*/ 35 h 64"/>
                  <a:gd name="T26" fmla="*/ 54 w 63"/>
                  <a:gd name="T27" fmla="*/ 29 h 64"/>
                  <a:gd name="T28" fmla="*/ 53 w 63"/>
                  <a:gd name="T29" fmla="*/ 24 h 64"/>
                  <a:gd name="T30" fmla="*/ 49 w 63"/>
                  <a:gd name="T31" fmla="*/ 19 h 64"/>
                  <a:gd name="T32" fmla="*/ 47 w 63"/>
                  <a:gd name="T33" fmla="*/ 13 h 64"/>
                  <a:gd name="T34" fmla="*/ 42 w 63"/>
                  <a:gd name="T35" fmla="*/ 10 h 64"/>
                  <a:gd name="T36" fmla="*/ 38 w 63"/>
                  <a:gd name="T37" fmla="*/ 4 h 64"/>
                  <a:gd name="T38" fmla="*/ 31 w 63"/>
                  <a:gd name="T39" fmla="*/ 0 h 64"/>
                  <a:gd name="T40" fmla="*/ 23 w 63"/>
                  <a:gd name="T41" fmla="*/ 1 h 64"/>
                  <a:gd name="T42" fmla="*/ 15 w 63"/>
                  <a:gd name="T43" fmla="*/ 5 h 64"/>
                  <a:gd name="T44" fmla="*/ 11 w 63"/>
                  <a:gd name="T45" fmla="*/ 9 h 64"/>
                  <a:gd name="T46" fmla="*/ 10 w 63"/>
                  <a:gd name="T47" fmla="*/ 16 h 64"/>
                  <a:gd name="T48" fmla="*/ 10 w 63"/>
                  <a:gd name="T49" fmla="*/ 23 h 64"/>
                  <a:gd name="T50" fmla="*/ 5 w 63"/>
                  <a:gd name="T51" fmla="*/ 26 h 64"/>
                  <a:gd name="T52" fmla="*/ 2 w 63"/>
                  <a:gd name="T53" fmla="*/ 42 h 64"/>
                  <a:gd name="T54" fmla="*/ 5 w 63"/>
                  <a:gd name="T55" fmla="*/ 47 h 64"/>
                  <a:gd name="T56" fmla="*/ 9 w 63"/>
                  <a:gd name="T57" fmla="*/ 46 h 64"/>
                  <a:gd name="T58" fmla="*/ 14 w 63"/>
                  <a:gd name="T59" fmla="*/ 43 h 64"/>
                  <a:gd name="T60" fmla="*/ 13 w 63"/>
                  <a:gd name="T61" fmla="*/ 36 h 64"/>
                  <a:gd name="T62" fmla="*/ 14 w 63"/>
                  <a:gd name="T63" fmla="*/ 34 h 64"/>
                  <a:gd name="T64" fmla="*/ 16 w 63"/>
                  <a:gd name="T65" fmla="*/ 34 h 64"/>
                  <a:gd name="T66" fmla="*/ 22 w 63"/>
                  <a:gd name="T67" fmla="*/ 33 h 64"/>
                  <a:gd name="T68" fmla="*/ 23 w 63"/>
                  <a:gd name="T69" fmla="*/ 27 h 64"/>
                  <a:gd name="T70" fmla="*/ 26 w 63"/>
                  <a:gd name="T71" fmla="*/ 30 h 64"/>
                  <a:gd name="T72" fmla="*/ 24 w 63"/>
                  <a:gd name="T73" fmla="*/ 38 h 64"/>
                  <a:gd name="T74" fmla="*/ 19 w 63"/>
                  <a:gd name="T75" fmla="*/ 42 h 64"/>
                  <a:gd name="T76" fmla="*/ 14 w 63"/>
                  <a:gd name="T77" fmla="*/ 46 h 64"/>
                  <a:gd name="T78" fmla="*/ 15 w 63"/>
                  <a:gd name="T79" fmla="*/ 52 h 64"/>
                  <a:gd name="T80" fmla="*/ 15 w 63"/>
                  <a:gd name="T81" fmla="*/ 56 h 64"/>
                  <a:gd name="T82" fmla="*/ 16 w 63"/>
                  <a:gd name="T83" fmla="*/ 60 h 64"/>
                  <a:gd name="T84" fmla="*/ 18 w 63"/>
                  <a:gd name="T85" fmla="*/ 61 h 64"/>
                  <a:gd name="T86" fmla="*/ 23 w 63"/>
                  <a:gd name="T87" fmla="*/ 62 h 64"/>
                  <a:gd name="T88" fmla="*/ 25 w 63"/>
                  <a:gd name="T89" fmla="*/ 62 h 64"/>
                  <a:gd name="T90" fmla="*/ 27 w 63"/>
                  <a:gd name="T91" fmla="*/ 63 h 64"/>
                  <a:gd name="T92" fmla="*/ 30 w 63"/>
                  <a:gd name="T93" fmla="*/ 64 h 64"/>
                  <a:gd name="T94" fmla="*/ 34 w 63"/>
                  <a:gd name="T95" fmla="*/ 63 h 64"/>
                  <a:gd name="T96" fmla="*/ 37 w 63"/>
                  <a:gd name="T97" fmla="*/ 6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3" h="64">
                    <a:moveTo>
                      <a:pt x="37" y="61"/>
                    </a:moveTo>
                    <a:cubicBezTo>
                      <a:pt x="38" y="61"/>
                      <a:pt x="39" y="61"/>
                      <a:pt x="40" y="61"/>
                    </a:cubicBezTo>
                    <a:cubicBezTo>
                      <a:pt x="42" y="60"/>
                      <a:pt x="43" y="60"/>
                      <a:pt x="45" y="60"/>
                    </a:cubicBezTo>
                    <a:cubicBezTo>
                      <a:pt x="47" y="59"/>
                      <a:pt x="49" y="58"/>
                      <a:pt x="51" y="58"/>
                    </a:cubicBezTo>
                    <a:cubicBezTo>
                      <a:pt x="53" y="58"/>
                      <a:pt x="55" y="57"/>
                      <a:pt x="57" y="56"/>
                    </a:cubicBezTo>
                    <a:cubicBezTo>
                      <a:pt x="59" y="55"/>
                      <a:pt x="61" y="55"/>
                      <a:pt x="62" y="53"/>
                    </a:cubicBezTo>
                    <a:cubicBezTo>
                      <a:pt x="63" y="52"/>
                      <a:pt x="62" y="49"/>
                      <a:pt x="61" y="48"/>
                    </a:cubicBezTo>
                    <a:cubicBezTo>
                      <a:pt x="59" y="47"/>
                      <a:pt x="56" y="48"/>
                      <a:pt x="54" y="48"/>
                    </a:cubicBezTo>
                    <a:cubicBezTo>
                      <a:pt x="51" y="49"/>
                      <a:pt x="49" y="49"/>
                      <a:pt x="46" y="49"/>
                    </a:cubicBezTo>
                    <a:cubicBezTo>
                      <a:pt x="44" y="48"/>
                      <a:pt x="42" y="49"/>
                      <a:pt x="40" y="48"/>
                    </a:cubicBezTo>
                    <a:cubicBezTo>
                      <a:pt x="39" y="47"/>
                      <a:pt x="37" y="46"/>
                      <a:pt x="37" y="44"/>
                    </a:cubicBezTo>
                    <a:cubicBezTo>
                      <a:pt x="37" y="41"/>
                      <a:pt x="41" y="40"/>
                      <a:pt x="43" y="39"/>
                    </a:cubicBezTo>
                    <a:cubicBezTo>
                      <a:pt x="46" y="38"/>
                      <a:pt x="49" y="37"/>
                      <a:pt x="51" y="35"/>
                    </a:cubicBezTo>
                    <a:cubicBezTo>
                      <a:pt x="52" y="33"/>
                      <a:pt x="53" y="31"/>
                      <a:pt x="54" y="29"/>
                    </a:cubicBezTo>
                    <a:cubicBezTo>
                      <a:pt x="54" y="27"/>
                      <a:pt x="55" y="26"/>
                      <a:pt x="53" y="24"/>
                    </a:cubicBezTo>
                    <a:cubicBezTo>
                      <a:pt x="51" y="23"/>
                      <a:pt x="50" y="22"/>
                      <a:pt x="49" y="19"/>
                    </a:cubicBezTo>
                    <a:cubicBezTo>
                      <a:pt x="48" y="17"/>
                      <a:pt x="48" y="15"/>
                      <a:pt x="47" y="13"/>
                    </a:cubicBezTo>
                    <a:cubicBezTo>
                      <a:pt x="45" y="12"/>
                      <a:pt x="43" y="11"/>
                      <a:pt x="42" y="10"/>
                    </a:cubicBezTo>
                    <a:cubicBezTo>
                      <a:pt x="40" y="8"/>
                      <a:pt x="40" y="6"/>
                      <a:pt x="38" y="4"/>
                    </a:cubicBezTo>
                    <a:cubicBezTo>
                      <a:pt x="36" y="2"/>
                      <a:pt x="33" y="0"/>
                      <a:pt x="31" y="0"/>
                    </a:cubicBezTo>
                    <a:cubicBezTo>
                      <a:pt x="28" y="0"/>
                      <a:pt x="25" y="0"/>
                      <a:pt x="23" y="1"/>
                    </a:cubicBezTo>
                    <a:cubicBezTo>
                      <a:pt x="20" y="2"/>
                      <a:pt x="17" y="3"/>
                      <a:pt x="15" y="5"/>
                    </a:cubicBezTo>
                    <a:cubicBezTo>
                      <a:pt x="13" y="6"/>
                      <a:pt x="12" y="7"/>
                      <a:pt x="11" y="9"/>
                    </a:cubicBezTo>
                    <a:cubicBezTo>
                      <a:pt x="9" y="11"/>
                      <a:pt x="10" y="14"/>
                      <a:pt x="10" y="16"/>
                    </a:cubicBezTo>
                    <a:cubicBezTo>
                      <a:pt x="11" y="18"/>
                      <a:pt x="11" y="21"/>
                      <a:pt x="10" y="23"/>
                    </a:cubicBezTo>
                    <a:cubicBezTo>
                      <a:pt x="9" y="25"/>
                      <a:pt x="7" y="25"/>
                      <a:pt x="5" y="26"/>
                    </a:cubicBezTo>
                    <a:cubicBezTo>
                      <a:pt x="0" y="29"/>
                      <a:pt x="1" y="37"/>
                      <a:pt x="2" y="42"/>
                    </a:cubicBezTo>
                    <a:cubicBezTo>
                      <a:pt x="2" y="44"/>
                      <a:pt x="3" y="46"/>
                      <a:pt x="5" y="47"/>
                    </a:cubicBezTo>
                    <a:cubicBezTo>
                      <a:pt x="6" y="47"/>
                      <a:pt x="8" y="46"/>
                      <a:pt x="9" y="46"/>
                    </a:cubicBezTo>
                    <a:cubicBezTo>
                      <a:pt x="11" y="45"/>
                      <a:pt x="13" y="45"/>
                      <a:pt x="14" y="43"/>
                    </a:cubicBezTo>
                    <a:cubicBezTo>
                      <a:pt x="15" y="41"/>
                      <a:pt x="14" y="38"/>
                      <a:pt x="13" y="36"/>
                    </a:cubicBezTo>
                    <a:cubicBezTo>
                      <a:pt x="13" y="36"/>
                      <a:pt x="13" y="34"/>
                      <a:pt x="14" y="34"/>
                    </a:cubicBezTo>
                    <a:cubicBezTo>
                      <a:pt x="14" y="33"/>
                      <a:pt x="16" y="34"/>
                      <a:pt x="16" y="34"/>
                    </a:cubicBezTo>
                    <a:cubicBezTo>
                      <a:pt x="18" y="35"/>
                      <a:pt x="21" y="36"/>
                      <a:pt x="22" y="33"/>
                    </a:cubicBezTo>
                    <a:cubicBezTo>
                      <a:pt x="22" y="31"/>
                      <a:pt x="21" y="28"/>
                      <a:pt x="23" y="27"/>
                    </a:cubicBezTo>
                    <a:cubicBezTo>
                      <a:pt x="25" y="25"/>
                      <a:pt x="26" y="29"/>
                      <a:pt x="26" y="30"/>
                    </a:cubicBezTo>
                    <a:cubicBezTo>
                      <a:pt x="25" y="33"/>
                      <a:pt x="25" y="35"/>
                      <a:pt x="24" y="38"/>
                    </a:cubicBezTo>
                    <a:cubicBezTo>
                      <a:pt x="23" y="40"/>
                      <a:pt x="21" y="41"/>
                      <a:pt x="19" y="42"/>
                    </a:cubicBezTo>
                    <a:cubicBezTo>
                      <a:pt x="17" y="42"/>
                      <a:pt x="15" y="43"/>
                      <a:pt x="14" y="46"/>
                    </a:cubicBezTo>
                    <a:cubicBezTo>
                      <a:pt x="14" y="48"/>
                      <a:pt x="14" y="50"/>
                      <a:pt x="15" y="52"/>
                    </a:cubicBezTo>
                    <a:cubicBezTo>
                      <a:pt x="15" y="54"/>
                      <a:pt x="15" y="55"/>
                      <a:pt x="15" y="56"/>
                    </a:cubicBezTo>
                    <a:cubicBezTo>
                      <a:pt x="16" y="58"/>
                      <a:pt x="16" y="59"/>
                      <a:pt x="16" y="60"/>
                    </a:cubicBezTo>
                    <a:cubicBezTo>
                      <a:pt x="17" y="61"/>
                      <a:pt x="18" y="61"/>
                      <a:pt x="18" y="61"/>
                    </a:cubicBezTo>
                    <a:cubicBezTo>
                      <a:pt x="20" y="61"/>
                      <a:pt x="21" y="62"/>
                      <a:pt x="23" y="62"/>
                    </a:cubicBezTo>
                    <a:cubicBezTo>
                      <a:pt x="23" y="62"/>
                      <a:pt x="24" y="62"/>
                      <a:pt x="25" y="62"/>
                    </a:cubicBezTo>
                    <a:cubicBezTo>
                      <a:pt x="25" y="62"/>
                      <a:pt x="26" y="63"/>
                      <a:pt x="27" y="63"/>
                    </a:cubicBezTo>
                    <a:cubicBezTo>
                      <a:pt x="28" y="63"/>
                      <a:pt x="29" y="64"/>
                      <a:pt x="30" y="64"/>
                    </a:cubicBezTo>
                    <a:cubicBezTo>
                      <a:pt x="32" y="64"/>
                      <a:pt x="32" y="63"/>
                      <a:pt x="34" y="63"/>
                    </a:cubicBezTo>
                    <a:cubicBezTo>
                      <a:pt x="35" y="62"/>
                      <a:pt x="36" y="62"/>
                      <a:pt x="37" y="6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1" name="Freeform 3108">
                <a:extLst>
                  <a:ext uri="{FF2B5EF4-FFF2-40B4-BE49-F238E27FC236}">
                    <a16:creationId xmlns:a16="http://schemas.microsoft.com/office/drawing/2014/main" id="{0698CA2A-4339-47C2-AD85-A54592560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555"/>
                <a:ext cx="5" cy="5"/>
              </a:xfrm>
              <a:custGeom>
                <a:avLst/>
                <a:gdLst>
                  <a:gd name="T0" fmla="*/ 3 w 12"/>
                  <a:gd name="T1" fmla="*/ 11 h 11"/>
                  <a:gd name="T2" fmla="*/ 1 w 12"/>
                  <a:gd name="T3" fmla="*/ 9 h 11"/>
                  <a:gd name="T4" fmla="*/ 2 w 12"/>
                  <a:gd name="T5" fmla="*/ 4 h 11"/>
                  <a:gd name="T6" fmla="*/ 7 w 12"/>
                  <a:gd name="T7" fmla="*/ 0 h 11"/>
                  <a:gd name="T8" fmla="*/ 10 w 12"/>
                  <a:gd name="T9" fmla="*/ 1 h 11"/>
                  <a:gd name="T10" fmla="*/ 11 w 12"/>
                  <a:gd name="T11" fmla="*/ 3 h 11"/>
                  <a:gd name="T12" fmla="*/ 11 w 12"/>
                  <a:gd name="T13" fmla="*/ 6 h 11"/>
                  <a:gd name="T14" fmla="*/ 8 w 12"/>
                  <a:gd name="T15" fmla="*/ 9 h 11"/>
                  <a:gd name="T16" fmla="*/ 3 w 12"/>
                  <a:gd name="T1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2" y="11"/>
                      <a:pt x="2" y="10"/>
                      <a:pt x="1" y="9"/>
                    </a:cubicBezTo>
                    <a:cubicBezTo>
                      <a:pt x="0" y="8"/>
                      <a:pt x="1" y="5"/>
                      <a:pt x="2" y="4"/>
                    </a:cubicBezTo>
                    <a:cubicBezTo>
                      <a:pt x="3" y="2"/>
                      <a:pt x="5" y="1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7"/>
                      <a:pt x="9" y="8"/>
                      <a:pt x="8" y="9"/>
                    </a:cubicBezTo>
                    <a:cubicBezTo>
                      <a:pt x="6" y="10"/>
                      <a:pt x="5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2" name="Freeform 3109">
                <a:extLst>
                  <a:ext uri="{FF2B5EF4-FFF2-40B4-BE49-F238E27FC236}">
                    <a16:creationId xmlns:a16="http://schemas.microsoft.com/office/drawing/2014/main" id="{69ED0F87-665E-48D2-B3CE-C9BD00279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84"/>
                <a:ext cx="4" cy="6"/>
              </a:xfrm>
              <a:custGeom>
                <a:avLst/>
                <a:gdLst>
                  <a:gd name="T0" fmla="*/ 3 w 11"/>
                  <a:gd name="T1" fmla="*/ 12 h 14"/>
                  <a:gd name="T2" fmla="*/ 0 w 11"/>
                  <a:gd name="T3" fmla="*/ 6 h 14"/>
                  <a:gd name="T4" fmla="*/ 0 w 11"/>
                  <a:gd name="T5" fmla="*/ 3 h 14"/>
                  <a:gd name="T6" fmla="*/ 3 w 11"/>
                  <a:gd name="T7" fmla="*/ 2 h 14"/>
                  <a:gd name="T8" fmla="*/ 10 w 11"/>
                  <a:gd name="T9" fmla="*/ 1 h 14"/>
                  <a:gd name="T10" fmla="*/ 10 w 11"/>
                  <a:gd name="T11" fmla="*/ 5 h 14"/>
                  <a:gd name="T12" fmla="*/ 11 w 11"/>
                  <a:gd name="T13" fmla="*/ 10 h 14"/>
                  <a:gd name="T14" fmla="*/ 9 w 11"/>
                  <a:gd name="T15" fmla="*/ 13 h 14"/>
                  <a:gd name="T16" fmla="*/ 6 w 11"/>
                  <a:gd name="T17" fmla="*/ 14 h 14"/>
                  <a:gd name="T18" fmla="*/ 3 w 11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3" y="12"/>
                    </a:moveTo>
                    <a:cubicBezTo>
                      <a:pt x="1" y="10"/>
                      <a:pt x="0" y="8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0" y="2"/>
                      <a:pt x="10" y="4"/>
                      <a:pt x="10" y="5"/>
                    </a:cubicBezTo>
                    <a:cubicBezTo>
                      <a:pt x="11" y="7"/>
                      <a:pt x="11" y="8"/>
                      <a:pt x="11" y="10"/>
                    </a:cubicBezTo>
                    <a:cubicBezTo>
                      <a:pt x="11" y="11"/>
                      <a:pt x="10" y="12"/>
                      <a:pt x="9" y="13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5" y="13"/>
                      <a:pt x="3" y="13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3" name="Freeform 3110">
                <a:extLst>
                  <a:ext uri="{FF2B5EF4-FFF2-40B4-BE49-F238E27FC236}">
                    <a16:creationId xmlns:a16="http://schemas.microsoft.com/office/drawing/2014/main" id="{69D6534D-3DCE-4D9D-B251-A30D27274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468"/>
                <a:ext cx="5" cy="5"/>
              </a:xfrm>
              <a:custGeom>
                <a:avLst/>
                <a:gdLst>
                  <a:gd name="T0" fmla="*/ 1 w 11"/>
                  <a:gd name="T1" fmla="*/ 3 h 10"/>
                  <a:gd name="T2" fmla="*/ 5 w 11"/>
                  <a:gd name="T3" fmla="*/ 4 h 10"/>
                  <a:gd name="T4" fmla="*/ 10 w 11"/>
                  <a:gd name="T5" fmla="*/ 7 h 10"/>
                  <a:gd name="T6" fmla="*/ 9 w 11"/>
                  <a:gd name="T7" fmla="*/ 10 h 10"/>
                  <a:gd name="T8" fmla="*/ 1 w 11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3"/>
                    </a:moveTo>
                    <a:cubicBezTo>
                      <a:pt x="1" y="0"/>
                      <a:pt x="4" y="3"/>
                      <a:pt x="5" y="4"/>
                    </a:cubicBezTo>
                    <a:cubicBezTo>
                      <a:pt x="6" y="5"/>
                      <a:pt x="9" y="5"/>
                      <a:pt x="10" y="7"/>
                    </a:cubicBezTo>
                    <a:cubicBezTo>
                      <a:pt x="11" y="8"/>
                      <a:pt x="10" y="10"/>
                      <a:pt x="9" y="10"/>
                    </a:cubicBezTo>
                    <a:cubicBezTo>
                      <a:pt x="5" y="10"/>
                      <a:pt x="0" y="7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4" name="Freeform 3111">
                <a:extLst>
                  <a:ext uri="{FF2B5EF4-FFF2-40B4-BE49-F238E27FC236}">
                    <a16:creationId xmlns:a16="http://schemas.microsoft.com/office/drawing/2014/main" id="{7E74A846-552C-4AFC-9270-099DCE85F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444"/>
                <a:ext cx="21" cy="29"/>
              </a:xfrm>
              <a:custGeom>
                <a:avLst/>
                <a:gdLst>
                  <a:gd name="T0" fmla="*/ 11 w 51"/>
                  <a:gd name="T1" fmla="*/ 31 h 72"/>
                  <a:gd name="T2" fmla="*/ 7 w 51"/>
                  <a:gd name="T3" fmla="*/ 31 h 72"/>
                  <a:gd name="T4" fmla="*/ 1 w 51"/>
                  <a:gd name="T5" fmla="*/ 27 h 72"/>
                  <a:gd name="T6" fmla="*/ 9 w 51"/>
                  <a:gd name="T7" fmla="*/ 24 h 72"/>
                  <a:gd name="T8" fmla="*/ 12 w 51"/>
                  <a:gd name="T9" fmla="*/ 17 h 72"/>
                  <a:gd name="T10" fmla="*/ 15 w 51"/>
                  <a:gd name="T11" fmla="*/ 17 h 72"/>
                  <a:gd name="T12" fmla="*/ 17 w 51"/>
                  <a:gd name="T13" fmla="*/ 20 h 72"/>
                  <a:gd name="T14" fmla="*/ 18 w 51"/>
                  <a:gd name="T15" fmla="*/ 25 h 72"/>
                  <a:gd name="T16" fmla="*/ 22 w 51"/>
                  <a:gd name="T17" fmla="*/ 28 h 72"/>
                  <a:gd name="T18" fmla="*/ 24 w 51"/>
                  <a:gd name="T19" fmla="*/ 30 h 72"/>
                  <a:gd name="T20" fmla="*/ 29 w 51"/>
                  <a:gd name="T21" fmla="*/ 31 h 72"/>
                  <a:gd name="T22" fmla="*/ 31 w 51"/>
                  <a:gd name="T23" fmla="*/ 30 h 72"/>
                  <a:gd name="T24" fmla="*/ 29 w 51"/>
                  <a:gd name="T25" fmla="*/ 29 h 72"/>
                  <a:gd name="T26" fmla="*/ 26 w 51"/>
                  <a:gd name="T27" fmla="*/ 27 h 72"/>
                  <a:gd name="T28" fmla="*/ 23 w 51"/>
                  <a:gd name="T29" fmla="*/ 24 h 72"/>
                  <a:gd name="T30" fmla="*/ 20 w 51"/>
                  <a:gd name="T31" fmla="*/ 21 h 72"/>
                  <a:gd name="T32" fmla="*/ 26 w 51"/>
                  <a:gd name="T33" fmla="*/ 16 h 72"/>
                  <a:gd name="T34" fmla="*/ 32 w 51"/>
                  <a:gd name="T35" fmla="*/ 9 h 72"/>
                  <a:gd name="T36" fmla="*/ 33 w 51"/>
                  <a:gd name="T37" fmla="*/ 6 h 72"/>
                  <a:gd name="T38" fmla="*/ 36 w 51"/>
                  <a:gd name="T39" fmla="*/ 3 h 72"/>
                  <a:gd name="T40" fmla="*/ 43 w 51"/>
                  <a:gd name="T41" fmla="*/ 7 h 72"/>
                  <a:gd name="T42" fmla="*/ 47 w 51"/>
                  <a:gd name="T43" fmla="*/ 3 h 72"/>
                  <a:gd name="T44" fmla="*/ 49 w 51"/>
                  <a:gd name="T45" fmla="*/ 1 h 72"/>
                  <a:gd name="T46" fmla="*/ 51 w 51"/>
                  <a:gd name="T47" fmla="*/ 6 h 72"/>
                  <a:gd name="T48" fmla="*/ 47 w 51"/>
                  <a:gd name="T49" fmla="*/ 14 h 72"/>
                  <a:gd name="T50" fmla="*/ 45 w 51"/>
                  <a:gd name="T51" fmla="*/ 17 h 72"/>
                  <a:gd name="T52" fmla="*/ 45 w 51"/>
                  <a:gd name="T53" fmla="*/ 21 h 72"/>
                  <a:gd name="T54" fmla="*/ 43 w 51"/>
                  <a:gd name="T55" fmla="*/ 25 h 72"/>
                  <a:gd name="T56" fmla="*/ 39 w 51"/>
                  <a:gd name="T57" fmla="*/ 26 h 72"/>
                  <a:gd name="T58" fmla="*/ 38 w 51"/>
                  <a:gd name="T59" fmla="*/ 30 h 72"/>
                  <a:gd name="T60" fmla="*/ 40 w 51"/>
                  <a:gd name="T61" fmla="*/ 33 h 72"/>
                  <a:gd name="T62" fmla="*/ 39 w 51"/>
                  <a:gd name="T63" fmla="*/ 37 h 72"/>
                  <a:gd name="T64" fmla="*/ 39 w 51"/>
                  <a:gd name="T65" fmla="*/ 40 h 72"/>
                  <a:gd name="T66" fmla="*/ 36 w 51"/>
                  <a:gd name="T67" fmla="*/ 42 h 72"/>
                  <a:gd name="T68" fmla="*/ 33 w 51"/>
                  <a:gd name="T69" fmla="*/ 50 h 72"/>
                  <a:gd name="T70" fmla="*/ 29 w 51"/>
                  <a:gd name="T71" fmla="*/ 58 h 72"/>
                  <a:gd name="T72" fmla="*/ 27 w 51"/>
                  <a:gd name="T73" fmla="*/ 62 h 72"/>
                  <a:gd name="T74" fmla="*/ 24 w 51"/>
                  <a:gd name="T75" fmla="*/ 65 h 72"/>
                  <a:gd name="T76" fmla="*/ 19 w 51"/>
                  <a:gd name="T77" fmla="*/ 71 h 72"/>
                  <a:gd name="T78" fmla="*/ 12 w 51"/>
                  <a:gd name="T79" fmla="*/ 67 h 72"/>
                  <a:gd name="T80" fmla="*/ 21 w 51"/>
                  <a:gd name="T81" fmla="*/ 62 h 72"/>
                  <a:gd name="T82" fmla="*/ 20 w 51"/>
                  <a:gd name="T83" fmla="*/ 54 h 72"/>
                  <a:gd name="T84" fmla="*/ 19 w 51"/>
                  <a:gd name="T85" fmla="*/ 49 h 72"/>
                  <a:gd name="T86" fmla="*/ 22 w 51"/>
                  <a:gd name="T87" fmla="*/ 45 h 72"/>
                  <a:gd name="T88" fmla="*/ 23 w 51"/>
                  <a:gd name="T89" fmla="*/ 40 h 72"/>
                  <a:gd name="T90" fmla="*/ 20 w 51"/>
                  <a:gd name="T91" fmla="*/ 36 h 72"/>
                  <a:gd name="T92" fmla="*/ 16 w 51"/>
                  <a:gd name="T93" fmla="*/ 41 h 72"/>
                  <a:gd name="T94" fmla="*/ 13 w 51"/>
                  <a:gd name="T95" fmla="*/ 41 h 72"/>
                  <a:gd name="T96" fmla="*/ 13 w 51"/>
                  <a:gd name="T97" fmla="*/ 35 h 72"/>
                  <a:gd name="T98" fmla="*/ 11 w 51"/>
                  <a:gd name="T99" fmla="*/ 3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1" h="72">
                    <a:moveTo>
                      <a:pt x="11" y="31"/>
                    </a:moveTo>
                    <a:cubicBezTo>
                      <a:pt x="10" y="30"/>
                      <a:pt x="8" y="31"/>
                      <a:pt x="7" y="31"/>
                    </a:cubicBezTo>
                    <a:cubicBezTo>
                      <a:pt x="5" y="31"/>
                      <a:pt x="0" y="30"/>
                      <a:pt x="1" y="27"/>
                    </a:cubicBezTo>
                    <a:cubicBezTo>
                      <a:pt x="2" y="24"/>
                      <a:pt x="6" y="25"/>
                      <a:pt x="9" y="24"/>
                    </a:cubicBezTo>
                    <a:cubicBezTo>
                      <a:pt x="13" y="24"/>
                      <a:pt x="11" y="19"/>
                      <a:pt x="12" y="17"/>
                    </a:cubicBezTo>
                    <a:cubicBezTo>
                      <a:pt x="13" y="16"/>
                      <a:pt x="14" y="16"/>
                      <a:pt x="15" y="17"/>
                    </a:cubicBezTo>
                    <a:cubicBezTo>
                      <a:pt x="17" y="17"/>
                      <a:pt x="17" y="19"/>
                      <a:pt x="17" y="20"/>
                    </a:cubicBezTo>
                    <a:cubicBezTo>
                      <a:pt x="17" y="22"/>
                      <a:pt x="17" y="24"/>
                      <a:pt x="18" y="25"/>
                    </a:cubicBezTo>
                    <a:cubicBezTo>
                      <a:pt x="19" y="27"/>
                      <a:pt x="20" y="27"/>
                      <a:pt x="22" y="28"/>
                    </a:cubicBezTo>
                    <a:cubicBezTo>
                      <a:pt x="22" y="29"/>
                      <a:pt x="23" y="30"/>
                      <a:pt x="24" y="30"/>
                    </a:cubicBezTo>
                    <a:cubicBezTo>
                      <a:pt x="26" y="31"/>
                      <a:pt x="27" y="31"/>
                      <a:pt x="29" y="31"/>
                    </a:cubicBezTo>
                    <a:cubicBezTo>
                      <a:pt x="29" y="31"/>
                      <a:pt x="31" y="31"/>
                      <a:pt x="31" y="30"/>
                    </a:cubicBezTo>
                    <a:cubicBezTo>
                      <a:pt x="30" y="30"/>
                      <a:pt x="29" y="29"/>
                      <a:pt x="29" y="29"/>
                    </a:cubicBezTo>
                    <a:cubicBezTo>
                      <a:pt x="28" y="28"/>
                      <a:pt x="27" y="28"/>
                      <a:pt x="26" y="27"/>
                    </a:cubicBezTo>
                    <a:cubicBezTo>
                      <a:pt x="25" y="26"/>
                      <a:pt x="24" y="25"/>
                      <a:pt x="23" y="24"/>
                    </a:cubicBezTo>
                    <a:cubicBezTo>
                      <a:pt x="22" y="23"/>
                      <a:pt x="20" y="22"/>
                      <a:pt x="20" y="21"/>
                    </a:cubicBezTo>
                    <a:cubicBezTo>
                      <a:pt x="19" y="18"/>
                      <a:pt x="24" y="17"/>
                      <a:pt x="26" y="16"/>
                    </a:cubicBezTo>
                    <a:cubicBezTo>
                      <a:pt x="29" y="15"/>
                      <a:pt x="32" y="12"/>
                      <a:pt x="32" y="9"/>
                    </a:cubicBezTo>
                    <a:cubicBezTo>
                      <a:pt x="32" y="8"/>
                      <a:pt x="32" y="7"/>
                      <a:pt x="33" y="6"/>
                    </a:cubicBezTo>
                    <a:cubicBezTo>
                      <a:pt x="33" y="4"/>
                      <a:pt x="35" y="4"/>
                      <a:pt x="36" y="3"/>
                    </a:cubicBezTo>
                    <a:cubicBezTo>
                      <a:pt x="39" y="3"/>
                      <a:pt x="41" y="5"/>
                      <a:pt x="43" y="7"/>
                    </a:cubicBezTo>
                    <a:cubicBezTo>
                      <a:pt x="46" y="11"/>
                      <a:pt x="46" y="5"/>
                      <a:pt x="47" y="3"/>
                    </a:cubicBezTo>
                    <a:cubicBezTo>
                      <a:pt x="47" y="1"/>
                      <a:pt x="48" y="0"/>
                      <a:pt x="49" y="1"/>
                    </a:cubicBezTo>
                    <a:cubicBezTo>
                      <a:pt x="50" y="2"/>
                      <a:pt x="51" y="4"/>
                      <a:pt x="51" y="6"/>
                    </a:cubicBezTo>
                    <a:cubicBezTo>
                      <a:pt x="51" y="9"/>
                      <a:pt x="50" y="12"/>
                      <a:pt x="47" y="14"/>
                    </a:cubicBezTo>
                    <a:cubicBezTo>
                      <a:pt x="46" y="15"/>
                      <a:pt x="45" y="15"/>
                      <a:pt x="45" y="17"/>
                    </a:cubicBezTo>
                    <a:cubicBezTo>
                      <a:pt x="45" y="18"/>
                      <a:pt x="45" y="20"/>
                      <a:pt x="45" y="21"/>
                    </a:cubicBezTo>
                    <a:cubicBezTo>
                      <a:pt x="45" y="22"/>
                      <a:pt x="44" y="24"/>
                      <a:pt x="43" y="25"/>
                    </a:cubicBezTo>
                    <a:cubicBezTo>
                      <a:pt x="42" y="25"/>
                      <a:pt x="40" y="26"/>
                      <a:pt x="39" y="26"/>
                    </a:cubicBezTo>
                    <a:cubicBezTo>
                      <a:pt x="38" y="27"/>
                      <a:pt x="37" y="28"/>
                      <a:pt x="38" y="30"/>
                    </a:cubicBezTo>
                    <a:cubicBezTo>
                      <a:pt x="38" y="31"/>
                      <a:pt x="40" y="32"/>
                      <a:pt x="40" y="33"/>
                    </a:cubicBezTo>
                    <a:cubicBezTo>
                      <a:pt x="40" y="35"/>
                      <a:pt x="39" y="36"/>
                      <a:pt x="39" y="37"/>
                    </a:cubicBezTo>
                    <a:cubicBezTo>
                      <a:pt x="38" y="38"/>
                      <a:pt x="39" y="39"/>
                      <a:pt x="39" y="40"/>
                    </a:cubicBezTo>
                    <a:cubicBezTo>
                      <a:pt x="39" y="41"/>
                      <a:pt x="37" y="42"/>
                      <a:pt x="36" y="42"/>
                    </a:cubicBezTo>
                    <a:cubicBezTo>
                      <a:pt x="36" y="45"/>
                      <a:pt x="35" y="47"/>
                      <a:pt x="33" y="50"/>
                    </a:cubicBezTo>
                    <a:cubicBezTo>
                      <a:pt x="31" y="52"/>
                      <a:pt x="30" y="55"/>
                      <a:pt x="29" y="58"/>
                    </a:cubicBezTo>
                    <a:cubicBezTo>
                      <a:pt x="28" y="59"/>
                      <a:pt x="28" y="61"/>
                      <a:pt x="27" y="62"/>
                    </a:cubicBezTo>
                    <a:cubicBezTo>
                      <a:pt x="26" y="63"/>
                      <a:pt x="25" y="64"/>
                      <a:pt x="24" y="65"/>
                    </a:cubicBezTo>
                    <a:cubicBezTo>
                      <a:pt x="22" y="67"/>
                      <a:pt x="22" y="70"/>
                      <a:pt x="19" y="71"/>
                    </a:cubicBezTo>
                    <a:cubicBezTo>
                      <a:pt x="16" y="72"/>
                      <a:pt x="12" y="71"/>
                      <a:pt x="12" y="67"/>
                    </a:cubicBezTo>
                    <a:cubicBezTo>
                      <a:pt x="13" y="63"/>
                      <a:pt x="18" y="64"/>
                      <a:pt x="21" y="62"/>
                    </a:cubicBezTo>
                    <a:cubicBezTo>
                      <a:pt x="24" y="61"/>
                      <a:pt x="22" y="56"/>
                      <a:pt x="20" y="54"/>
                    </a:cubicBezTo>
                    <a:cubicBezTo>
                      <a:pt x="19" y="52"/>
                      <a:pt x="19" y="51"/>
                      <a:pt x="19" y="49"/>
                    </a:cubicBezTo>
                    <a:cubicBezTo>
                      <a:pt x="19" y="48"/>
                      <a:pt x="20" y="46"/>
                      <a:pt x="22" y="45"/>
                    </a:cubicBezTo>
                    <a:cubicBezTo>
                      <a:pt x="23" y="43"/>
                      <a:pt x="23" y="42"/>
                      <a:pt x="23" y="40"/>
                    </a:cubicBezTo>
                    <a:cubicBezTo>
                      <a:pt x="23" y="38"/>
                      <a:pt x="22" y="35"/>
                      <a:pt x="20" y="36"/>
                    </a:cubicBezTo>
                    <a:cubicBezTo>
                      <a:pt x="18" y="36"/>
                      <a:pt x="17" y="39"/>
                      <a:pt x="16" y="41"/>
                    </a:cubicBezTo>
                    <a:cubicBezTo>
                      <a:pt x="15" y="42"/>
                      <a:pt x="13" y="43"/>
                      <a:pt x="13" y="41"/>
                    </a:cubicBezTo>
                    <a:cubicBezTo>
                      <a:pt x="12" y="39"/>
                      <a:pt x="12" y="37"/>
                      <a:pt x="13" y="35"/>
                    </a:cubicBezTo>
                    <a:cubicBezTo>
                      <a:pt x="13" y="34"/>
                      <a:pt x="12" y="32"/>
                      <a:pt x="11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5" name="Freeform 3112">
                <a:extLst>
                  <a:ext uri="{FF2B5EF4-FFF2-40B4-BE49-F238E27FC236}">
                    <a16:creationId xmlns:a16="http://schemas.microsoft.com/office/drawing/2014/main" id="{4B7A913D-09BD-417C-92D5-410C8B01F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27"/>
                <a:ext cx="14" cy="19"/>
              </a:xfrm>
              <a:custGeom>
                <a:avLst/>
                <a:gdLst>
                  <a:gd name="T0" fmla="*/ 16 w 34"/>
                  <a:gd name="T1" fmla="*/ 41 h 48"/>
                  <a:gd name="T2" fmla="*/ 19 w 34"/>
                  <a:gd name="T3" fmla="*/ 44 h 48"/>
                  <a:gd name="T4" fmla="*/ 17 w 34"/>
                  <a:gd name="T5" fmla="*/ 48 h 48"/>
                  <a:gd name="T6" fmla="*/ 13 w 34"/>
                  <a:gd name="T7" fmla="*/ 45 h 48"/>
                  <a:gd name="T8" fmla="*/ 10 w 34"/>
                  <a:gd name="T9" fmla="*/ 43 h 48"/>
                  <a:gd name="T10" fmla="*/ 7 w 34"/>
                  <a:gd name="T11" fmla="*/ 45 h 48"/>
                  <a:gd name="T12" fmla="*/ 4 w 34"/>
                  <a:gd name="T13" fmla="*/ 43 h 48"/>
                  <a:gd name="T14" fmla="*/ 3 w 34"/>
                  <a:gd name="T15" fmla="*/ 39 h 48"/>
                  <a:gd name="T16" fmla="*/ 3 w 34"/>
                  <a:gd name="T17" fmla="*/ 31 h 48"/>
                  <a:gd name="T18" fmla="*/ 7 w 34"/>
                  <a:gd name="T19" fmla="*/ 29 h 48"/>
                  <a:gd name="T20" fmla="*/ 7 w 34"/>
                  <a:gd name="T21" fmla="*/ 25 h 48"/>
                  <a:gd name="T22" fmla="*/ 9 w 34"/>
                  <a:gd name="T23" fmla="*/ 22 h 48"/>
                  <a:gd name="T24" fmla="*/ 12 w 34"/>
                  <a:gd name="T25" fmla="*/ 18 h 48"/>
                  <a:gd name="T26" fmla="*/ 12 w 34"/>
                  <a:gd name="T27" fmla="*/ 12 h 48"/>
                  <a:gd name="T28" fmla="*/ 14 w 34"/>
                  <a:gd name="T29" fmla="*/ 9 h 48"/>
                  <a:gd name="T30" fmla="*/ 18 w 34"/>
                  <a:gd name="T31" fmla="*/ 5 h 48"/>
                  <a:gd name="T32" fmla="*/ 21 w 34"/>
                  <a:gd name="T33" fmla="*/ 1 h 48"/>
                  <a:gd name="T34" fmla="*/ 23 w 34"/>
                  <a:gd name="T35" fmla="*/ 4 h 48"/>
                  <a:gd name="T36" fmla="*/ 22 w 34"/>
                  <a:gd name="T37" fmla="*/ 9 h 48"/>
                  <a:gd name="T38" fmla="*/ 25 w 34"/>
                  <a:gd name="T39" fmla="*/ 5 h 48"/>
                  <a:gd name="T40" fmla="*/ 29 w 34"/>
                  <a:gd name="T41" fmla="*/ 4 h 48"/>
                  <a:gd name="T42" fmla="*/ 31 w 34"/>
                  <a:gd name="T43" fmla="*/ 6 h 48"/>
                  <a:gd name="T44" fmla="*/ 32 w 34"/>
                  <a:gd name="T45" fmla="*/ 7 h 48"/>
                  <a:gd name="T46" fmla="*/ 31 w 34"/>
                  <a:gd name="T47" fmla="*/ 11 h 48"/>
                  <a:gd name="T48" fmla="*/ 31 w 34"/>
                  <a:gd name="T49" fmla="*/ 15 h 48"/>
                  <a:gd name="T50" fmla="*/ 32 w 34"/>
                  <a:gd name="T51" fmla="*/ 20 h 48"/>
                  <a:gd name="T52" fmla="*/ 31 w 34"/>
                  <a:gd name="T53" fmla="*/ 23 h 48"/>
                  <a:gd name="T54" fmla="*/ 29 w 34"/>
                  <a:gd name="T55" fmla="*/ 21 h 48"/>
                  <a:gd name="T56" fmla="*/ 26 w 34"/>
                  <a:gd name="T57" fmla="*/ 18 h 48"/>
                  <a:gd name="T58" fmla="*/ 24 w 34"/>
                  <a:gd name="T59" fmla="*/ 23 h 48"/>
                  <a:gd name="T60" fmla="*/ 21 w 34"/>
                  <a:gd name="T61" fmla="*/ 27 h 48"/>
                  <a:gd name="T62" fmla="*/ 24 w 34"/>
                  <a:gd name="T63" fmla="*/ 27 h 48"/>
                  <a:gd name="T64" fmla="*/ 26 w 34"/>
                  <a:gd name="T65" fmla="*/ 26 h 48"/>
                  <a:gd name="T66" fmla="*/ 28 w 34"/>
                  <a:gd name="T67" fmla="*/ 30 h 48"/>
                  <a:gd name="T68" fmla="*/ 25 w 34"/>
                  <a:gd name="T69" fmla="*/ 31 h 48"/>
                  <a:gd name="T70" fmla="*/ 22 w 34"/>
                  <a:gd name="T71" fmla="*/ 32 h 48"/>
                  <a:gd name="T72" fmla="*/ 19 w 34"/>
                  <a:gd name="T73" fmla="*/ 36 h 48"/>
                  <a:gd name="T74" fmla="*/ 15 w 34"/>
                  <a:gd name="T75" fmla="*/ 38 h 48"/>
                  <a:gd name="T76" fmla="*/ 14 w 34"/>
                  <a:gd name="T77" fmla="*/ 40 h 48"/>
                  <a:gd name="T78" fmla="*/ 16 w 34"/>
                  <a:gd name="T79" fmla="*/ 4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48">
                    <a:moveTo>
                      <a:pt x="16" y="41"/>
                    </a:moveTo>
                    <a:cubicBezTo>
                      <a:pt x="17" y="41"/>
                      <a:pt x="18" y="42"/>
                      <a:pt x="19" y="44"/>
                    </a:cubicBezTo>
                    <a:cubicBezTo>
                      <a:pt x="19" y="45"/>
                      <a:pt x="19" y="47"/>
                      <a:pt x="17" y="48"/>
                    </a:cubicBezTo>
                    <a:cubicBezTo>
                      <a:pt x="16" y="48"/>
                      <a:pt x="14" y="46"/>
                      <a:pt x="13" y="45"/>
                    </a:cubicBezTo>
                    <a:cubicBezTo>
                      <a:pt x="12" y="44"/>
                      <a:pt x="11" y="43"/>
                      <a:pt x="10" y="43"/>
                    </a:cubicBezTo>
                    <a:cubicBezTo>
                      <a:pt x="9" y="43"/>
                      <a:pt x="8" y="45"/>
                      <a:pt x="7" y="45"/>
                    </a:cubicBezTo>
                    <a:cubicBezTo>
                      <a:pt x="6" y="45"/>
                      <a:pt x="4" y="43"/>
                      <a:pt x="4" y="43"/>
                    </a:cubicBezTo>
                    <a:cubicBezTo>
                      <a:pt x="3" y="42"/>
                      <a:pt x="3" y="40"/>
                      <a:pt x="3" y="39"/>
                    </a:cubicBezTo>
                    <a:cubicBezTo>
                      <a:pt x="2" y="36"/>
                      <a:pt x="0" y="33"/>
                      <a:pt x="3" y="31"/>
                    </a:cubicBezTo>
                    <a:cubicBezTo>
                      <a:pt x="4" y="31"/>
                      <a:pt x="6" y="30"/>
                      <a:pt x="7" y="29"/>
                    </a:cubicBezTo>
                    <a:cubicBezTo>
                      <a:pt x="8" y="28"/>
                      <a:pt x="7" y="26"/>
                      <a:pt x="7" y="25"/>
                    </a:cubicBezTo>
                    <a:cubicBezTo>
                      <a:pt x="7" y="23"/>
                      <a:pt x="8" y="23"/>
                      <a:pt x="9" y="22"/>
                    </a:cubicBezTo>
                    <a:cubicBezTo>
                      <a:pt x="11" y="21"/>
                      <a:pt x="11" y="20"/>
                      <a:pt x="12" y="18"/>
                    </a:cubicBezTo>
                    <a:cubicBezTo>
                      <a:pt x="12" y="16"/>
                      <a:pt x="11" y="14"/>
                      <a:pt x="12" y="12"/>
                    </a:cubicBezTo>
                    <a:cubicBezTo>
                      <a:pt x="12" y="10"/>
                      <a:pt x="13" y="9"/>
                      <a:pt x="14" y="9"/>
                    </a:cubicBezTo>
                    <a:cubicBezTo>
                      <a:pt x="15" y="7"/>
                      <a:pt x="17" y="7"/>
                      <a:pt x="18" y="5"/>
                    </a:cubicBezTo>
                    <a:cubicBezTo>
                      <a:pt x="19" y="3"/>
                      <a:pt x="20" y="1"/>
                      <a:pt x="21" y="1"/>
                    </a:cubicBezTo>
                    <a:cubicBezTo>
                      <a:pt x="23" y="0"/>
                      <a:pt x="24" y="2"/>
                      <a:pt x="23" y="4"/>
                    </a:cubicBezTo>
                    <a:cubicBezTo>
                      <a:pt x="23" y="6"/>
                      <a:pt x="22" y="7"/>
                      <a:pt x="22" y="9"/>
                    </a:cubicBezTo>
                    <a:cubicBezTo>
                      <a:pt x="25" y="9"/>
                      <a:pt x="24" y="7"/>
                      <a:pt x="25" y="5"/>
                    </a:cubicBezTo>
                    <a:cubicBezTo>
                      <a:pt x="26" y="4"/>
                      <a:pt x="28" y="4"/>
                      <a:pt x="29" y="4"/>
                    </a:cubicBezTo>
                    <a:cubicBezTo>
                      <a:pt x="29" y="5"/>
                      <a:pt x="30" y="5"/>
                      <a:pt x="31" y="6"/>
                    </a:cubicBezTo>
                    <a:cubicBezTo>
                      <a:pt x="31" y="6"/>
                      <a:pt x="32" y="6"/>
                      <a:pt x="32" y="7"/>
                    </a:cubicBezTo>
                    <a:cubicBezTo>
                      <a:pt x="34" y="8"/>
                      <a:pt x="32" y="10"/>
                      <a:pt x="31" y="11"/>
                    </a:cubicBezTo>
                    <a:cubicBezTo>
                      <a:pt x="30" y="12"/>
                      <a:pt x="30" y="13"/>
                      <a:pt x="31" y="15"/>
                    </a:cubicBezTo>
                    <a:cubicBezTo>
                      <a:pt x="32" y="16"/>
                      <a:pt x="32" y="18"/>
                      <a:pt x="32" y="20"/>
                    </a:cubicBezTo>
                    <a:cubicBezTo>
                      <a:pt x="32" y="21"/>
                      <a:pt x="32" y="23"/>
                      <a:pt x="31" y="23"/>
                    </a:cubicBezTo>
                    <a:cubicBezTo>
                      <a:pt x="30" y="24"/>
                      <a:pt x="29" y="22"/>
                      <a:pt x="29" y="21"/>
                    </a:cubicBezTo>
                    <a:cubicBezTo>
                      <a:pt x="29" y="20"/>
                      <a:pt x="28" y="17"/>
                      <a:pt x="26" y="18"/>
                    </a:cubicBezTo>
                    <a:cubicBezTo>
                      <a:pt x="24" y="19"/>
                      <a:pt x="24" y="22"/>
                      <a:pt x="24" y="23"/>
                    </a:cubicBezTo>
                    <a:cubicBezTo>
                      <a:pt x="24" y="25"/>
                      <a:pt x="21" y="25"/>
                      <a:pt x="21" y="27"/>
                    </a:cubicBezTo>
                    <a:cubicBezTo>
                      <a:pt x="22" y="27"/>
                      <a:pt x="24" y="28"/>
                      <a:pt x="24" y="27"/>
                    </a:cubicBezTo>
                    <a:cubicBezTo>
                      <a:pt x="25" y="27"/>
                      <a:pt x="26" y="26"/>
                      <a:pt x="26" y="26"/>
                    </a:cubicBezTo>
                    <a:cubicBezTo>
                      <a:pt x="28" y="25"/>
                      <a:pt x="28" y="29"/>
                      <a:pt x="28" y="30"/>
                    </a:cubicBezTo>
                    <a:cubicBezTo>
                      <a:pt x="27" y="31"/>
                      <a:pt x="26" y="31"/>
                      <a:pt x="25" y="31"/>
                    </a:cubicBezTo>
                    <a:cubicBezTo>
                      <a:pt x="24" y="31"/>
                      <a:pt x="23" y="31"/>
                      <a:pt x="22" y="32"/>
                    </a:cubicBezTo>
                    <a:cubicBezTo>
                      <a:pt x="21" y="33"/>
                      <a:pt x="19" y="34"/>
                      <a:pt x="19" y="36"/>
                    </a:cubicBezTo>
                    <a:cubicBezTo>
                      <a:pt x="18" y="36"/>
                      <a:pt x="16" y="37"/>
                      <a:pt x="15" y="38"/>
                    </a:cubicBezTo>
                    <a:cubicBezTo>
                      <a:pt x="14" y="38"/>
                      <a:pt x="14" y="39"/>
                      <a:pt x="14" y="40"/>
                    </a:cubicBezTo>
                    <a:cubicBezTo>
                      <a:pt x="14" y="41"/>
                      <a:pt x="15" y="40"/>
                      <a:pt x="16" y="4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6" name="Freeform 3113">
                <a:extLst>
                  <a:ext uri="{FF2B5EF4-FFF2-40B4-BE49-F238E27FC236}">
                    <a16:creationId xmlns:a16="http://schemas.microsoft.com/office/drawing/2014/main" id="{6CD71F65-9B31-40A5-A1BC-1AAE08588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49"/>
                <a:ext cx="9" cy="8"/>
              </a:xfrm>
              <a:custGeom>
                <a:avLst/>
                <a:gdLst>
                  <a:gd name="T0" fmla="*/ 7 w 21"/>
                  <a:gd name="T1" fmla="*/ 15 h 20"/>
                  <a:gd name="T2" fmla="*/ 8 w 21"/>
                  <a:gd name="T3" fmla="*/ 18 h 20"/>
                  <a:gd name="T4" fmla="*/ 5 w 21"/>
                  <a:gd name="T5" fmla="*/ 19 h 20"/>
                  <a:gd name="T6" fmla="*/ 2 w 21"/>
                  <a:gd name="T7" fmla="*/ 14 h 20"/>
                  <a:gd name="T8" fmla="*/ 2 w 21"/>
                  <a:gd name="T9" fmla="*/ 10 h 20"/>
                  <a:gd name="T10" fmla="*/ 1 w 21"/>
                  <a:gd name="T11" fmla="*/ 6 h 20"/>
                  <a:gd name="T12" fmla="*/ 4 w 21"/>
                  <a:gd name="T13" fmla="*/ 2 h 20"/>
                  <a:gd name="T14" fmla="*/ 7 w 21"/>
                  <a:gd name="T15" fmla="*/ 1 h 20"/>
                  <a:gd name="T16" fmla="*/ 11 w 21"/>
                  <a:gd name="T17" fmla="*/ 0 h 20"/>
                  <a:gd name="T18" fmla="*/ 16 w 21"/>
                  <a:gd name="T19" fmla="*/ 5 h 20"/>
                  <a:gd name="T20" fmla="*/ 17 w 21"/>
                  <a:gd name="T21" fmla="*/ 12 h 20"/>
                  <a:gd name="T22" fmla="*/ 20 w 21"/>
                  <a:gd name="T23" fmla="*/ 14 h 20"/>
                  <a:gd name="T24" fmla="*/ 16 w 21"/>
                  <a:gd name="T25" fmla="*/ 20 h 20"/>
                  <a:gd name="T26" fmla="*/ 12 w 21"/>
                  <a:gd name="T27" fmla="*/ 16 h 20"/>
                  <a:gd name="T28" fmla="*/ 10 w 21"/>
                  <a:gd name="T29" fmla="*/ 13 h 20"/>
                  <a:gd name="T30" fmla="*/ 8 w 21"/>
                  <a:gd name="T31" fmla="*/ 11 h 20"/>
                  <a:gd name="T32" fmla="*/ 7 w 21"/>
                  <a:gd name="T3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0">
                    <a:moveTo>
                      <a:pt x="7" y="15"/>
                    </a:moveTo>
                    <a:cubicBezTo>
                      <a:pt x="8" y="16"/>
                      <a:pt x="9" y="17"/>
                      <a:pt x="8" y="18"/>
                    </a:cubicBezTo>
                    <a:cubicBezTo>
                      <a:pt x="8" y="19"/>
                      <a:pt x="6" y="20"/>
                      <a:pt x="5" y="19"/>
                    </a:cubicBezTo>
                    <a:cubicBezTo>
                      <a:pt x="2" y="19"/>
                      <a:pt x="1" y="16"/>
                      <a:pt x="2" y="14"/>
                    </a:cubicBezTo>
                    <a:cubicBezTo>
                      <a:pt x="2" y="13"/>
                      <a:pt x="2" y="11"/>
                      <a:pt x="2" y="10"/>
                    </a:cubicBezTo>
                    <a:cubicBezTo>
                      <a:pt x="1" y="9"/>
                      <a:pt x="1" y="8"/>
                      <a:pt x="1" y="6"/>
                    </a:cubicBezTo>
                    <a:cubicBezTo>
                      <a:pt x="0" y="4"/>
                      <a:pt x="1" y="2"/>
                      <a:pt x="4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3" y="1"/>
                      <a:pt x="16" y="3"/>
                      <a:pt x="16" y="5"/>
                    </a:cubicBezTo>
                    <a:cubicBezTo>
                      <a:pt x="17" y="8"/>
                      <a:pt x="14" y="11"/>
                      <a:pt x="17" y="12"/>
                    </a:cubicBezTo>
                    <a:cubicBezTo>
                      <a:pt x="19" y="12"/>
                      <a:pt x="20" y="13"/>
                      <a:pt x="20" y="14"/>
                    </a:cubicBezTo>
                    <a:cubicBezTo>
                      <a:pt x="21" y="17"/>
                      <a:pt x="19" y="20"/>
                      <a:pt x="16" y="20"/>
                    </a:cubicBezTo>
                    <a:cubicBezTo>
                      <a:pt x="14" y="19"/>
                      <a:pt x="13" y="17"/>
                      <a:pt x="12" y="16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10" y="13"/>
                      <a:pt x="9" y="11"/>
                      <a:pt x="8" y="11"/>
                    </a:cubicBezTo>
                    <a:cubicBezTo>
                      <a:pt x="6" y="11"/>
                      <a:pt x="7" y="14"/>
                      <a:pt x="7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7" name="Freeform 3114">
                <a:extLst>
                  <a:ext uri="{FF2B5EF4-FFF2-40B4-BE49-F238E27FC236}">
                    <a16:creationId xmlns:a16="http://schemas.microsoft.com/office/drawing/2014/main" id="{62F6C92E-24A1-4356-95A5-9FF605648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436"/>
                <a:ext cx="9" cy="16"/>
              </a:xfrm>
              <a:custGeom>
                <a:avLst/>
                <a:gdLst>
                  <a:gd name="T0" fmla="*/ 4 w 22"/>
                  <a:gd name="T1" fmla="*/ 32 h 38"/>
                  <a:gd name="T2" fmla="*/ 1 w 22"/>
                  <a:gd name="T3" fmla="*/ 27 h 38"/>
                  <a:gd name="T4" fmla="*/ 1 w 22"/>
                  <a:gd name="T5" fmla="*/ 22 h 38"/>
                  <a:gd name="T6" fmla="*/ 1 w 22"/>
                  <a:gd name="T7" fmla="*/ 18 h 38"/>
                  <a:gd name="T8" fmla="*/ 4 w 22"/>
                  <a:gd name="T9" fmla="*/ 11 h 38"/>
                  <a:gd name="T10" fmla="*/ 6 w 22"/>
                  <a:gd name="T11" fmla="*/ 5 h 38"/>
                  <a:gd name="T12" fmla="*/ 14 w 22"/>
                  <a:gd name="T13" fmla="*/ 1 h 38"/>
                  <a:gd name="T14" fmla="*/ 20 w 22"/>
                  <a:gd name="T15" fmla="*/ 4 h 38"/>
                  <a:gd name="T16" fmla="*/ 21 w 22"/>
                  <a:gd name="T17" fmla="*/ 10 h 38"/>
                  <a:gd name="T18" fmla="*/ 19 w 22"/>
                  <a:gd name="T19" fmla="*/ 18 h 38"/>
                  <a:gd name="T20" fmla="*/ 19 w 22"/>
                  <a:gd name="T21" fmla="*/ 25 h 38"/>
                  <a:gd name="T22" fmla="*/ 15 w 22"/>
                  <a:gd name="T23" fmla="*/ 27 h 38"/>
                  <a:gd name="T24" fmla="*/ 12 w 22"/>
                  <a:gd name="T25" fmla="*/ 20 h 38"/>
                  <a:gd name="T26" fmla="*/ 12 w 22"/>
                  <a:gd name="T27" fmla="*/ 18 h 38"/>
                  <a:gd name="T28" fmla="*/ 10 w 22"/>
                  <a:gd name="T29" fmla="*/ 19 h 38"/>
                  <a:gd name="T30" fmla="*/ 10 w 22"/>
                  <a:gd name="T31" fmla="*/ 25 h 38"/>
                  <a:gd name="T32" fmla="*/ 12 w 22"/>
                  <a:gd name="T33" fmla="*/ 29 h 38"/>
                  <a:gd name="T34" fmla="*/ 17 w 22"/>
                  <a:gd name="T35" fmla="*/ 31 h 38"/>
                  <a:gd name="T36" fmla="*/ 20 w 22"/>
                  <a:gd name="T37" fmla="*/ 36 h 38"/>
                  <a:gd name="T38" fmla="*/ 15 w 22"/>
                  <a:gd name="T39" fmla="*/ 37 h 38"/>
                  <a:gd name="T40" fmla="*/ 12 w 22"/>
                  <a:gd name="T41" fmla="*/ 36 h 38"/>
                  <a:gd name="T42" fmla="*/ 9 w 22"/>
                  <a:gd name="T43" fmla="*/ 35 h 38"/>
                  <a:gd name="T44" fmla="*/ 4 w 22"/>
                  <a:gd name="T45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38">
                    <a:moveTo>
                      <a:pt x="4" y="32"/>
                    </a:moveTo>
                    <a:cubicBezTo>
                      <a:pt x="3" y="31"/>
                      <a:pt x="2" y="29"/>
                      <a:pt x="1" y="27"/>
                    </a:cubicBezTo>
                    <a:cubicBezTo>
                      <a:pt x="1" y="25"/>
                      <a:pt x="1" y="24"/>
                      <a:pt x="1" y="22"/>
                    </a:cubicBezTo>
                    <a:cubicBezTo>
                      <a:pt x="1" y="21"/>
                      <a:pt x="0" y="19"/>
                      <a:pt x="1" y="18"/>
                    </a:cubicBezTo>
                    <a:cubicBezTo>
                      <a:pt x="2" y="15"/>
                      <a:pt x="3" y="13"/>
                      <a:pt x="4" y="11"/>
                    </a:cubicBezTo>
                    <a:cubicBezTo>
                      <a:pt x="5" y="9"/>
                      <a:pt x="6" y="7"/>
                      <a:pt x="6" y="5"/>
                    </a:cubicBezTo>
                    <a:cubicBezTo>
                      <a:pt x="7" y="2"/>
                      <a:pt x="11" y="0"/>
                      <a:pt x="14" y="1"/>
                    </a:cubicBezTo>
                    <a:cubicBezTo>
                      <a:pt x="16" y="2"/>
                      <a:pt x="18" y="3"/>
                      <a:pt x="20" y="4"/>
                    </a:cubicBezTo>
                    <a:cubicBezTo>
                      <a:pt x="22" y="6"/>
                      <a:pt x="21" y="8"/>
                      <a:pt x="21" y="10"/>
                    </a:cubicBezTo>
                    <a:cubicBezTo>
                      <a:pt x="20" y="13"/>
                      <a:pt x="19" y="15"/>
                      <a:pt x="19" y="18"/>
                    </a:cubicBezTo>
                    <a:cubicBezTo>
                      <a:pt x="19" y="20"/>
                      <a:pt x="19" y="23"/>
                      <a:pt x="19" y="25"/>
                    </a:cubicBezTo>
                    <a:cubicBezTo>
                      <a:pt x="18" y="27"/>
                      <a:pt x="17" y="27"/>
                      <a:pt x="15" y="27"/>
                    </a:cubicBezTo>
                    <a:cubicBezTo>
                      <a:pt x="12" y="25"/>
                      <a:pt x="12" y="23"/>
                      <a:pt x="12" y="20"/>
                    </a:cubicBezTo>
                    <a:cubicBezTo>
                      <a:pt x="12" y="20"/>
                      <a:pt x="12" y="18"/>
                      <a:pt x="12" y="18"/>
                    </a:cubicBezTo>
                    <a:cubicBezTo>
                      <a:pt x="11" y="17"/>
                      <a:pt x="10" y="18"/>
                      <a:pt x="10" y="19"/>
                    </a:cubicBezTo>
                    <a:cubicBezTo>
                      <a:pt x="9" y="21"/>
                      <a:pt x="10" y="23"/>
                      <a:pt x="10" y="25"/>
                    </a:cubicBezTo>
                    <a:cubicBezTo>
                      <a:pt x="10" y="27"/>
                      <a:pt x="10" y="28"/>
                      <a:pt x="12" y="29"/>
                    </a:cubicBezTo>
                    <a:cubicBezTo>
                      <a:pt x="13" y="30"/>
                      <a:pt x="16" y="30"/>
                      <a:pt x="17" y="31"/>
                    </a:cubicBezTo>
                    <a:cubicBezTo>
                      <a:pt x="18" y="32"/>
                      <a:pt x="20" y="34"/>
                      <a:pt x="20" y="36"/>
                    </a:cubicBezTo>
                    <a:cubicBezTo>
                      <a:pt x="19" y="38"/>
                      <a:pt x="17" y="37"/>
                      <a:pt x="15" y="37"/>
                    </a:cubicBezTo>
                    <a:cubicBezTo>
                      <a:pt x="14" y="37"/>
                      <a:pt x="13" y="37"/>
                      <a:pt x="12" y="36"/>
                    </a:cubicBezTo>
                    <a:cubicBezTo>
                      <a:pt x="11" y="36"/>
                      <a:pt x="10" y="35"/>
                      <a:pt x="9" y="35"/>
                    </a:cubicBezTo>
                    <a:cubicBezTo>
                      <a:pt x="7" y="34"/>
                      <a:pt x="5" y="34"/>
                      <a:pt x="4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8" name="Freeform 3115">
                <a:extLst>
                  <a:ext uri="{FF2B5EF4-FFF2-40B4-BE49-F238E27FC236}">
                    <a16:creationId xmlns:a16="http://schemas.microsoft.com/office/drawing/2014/main" id="{15D44CC8-D915-45F9-AD85-31E3EB02E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446"/>
                <a:ext cx="10" cy="16"/>
              </a:xfrm>
              <a:custGeom>
                <a:avLst/>
                <a:gdLst>
                  <a:gd name="T0" fmla="*/ 1 w 24"/>
                  <a:gd name="T1" fmla="*/ 11 h 41"/>
                  <a:gd name="T2" fmla="*/ 2 w 24"/>
                  <a:gd name="T3" fmla="*/ 8 h 41"/>
                  <a:gd name="T4" fmla="*/ 2 w 24"/>
                  <a:gd name="T5" fmla="*/ 7 h 41"/>
                  <a:gd name="T6" fmla="*/ 3 w 24"/>
                  <a:gd name="T7" fmla="*/ 5 h 41"/>
                  <a:gd name="T8" fmla="*/ 5 w 24"/>
                  <a:gd name="T9" fmla="*/ 2 h 41"/>
                  <a:gd name="T10" fmla="*/ 6 w 24"/>
                  <a:gd name="T11" fmla="*/ 0 h 41"/>
                  <a:gd name="T12" fmla="*/ 7 w 24"/>
                  <a:gd name="T13" fmla="*/ 1 h 41"/>
                  <a:gd name="T14" fmla="*/ 8 w 24"/>
                  <a:gd name="T15" fmla="*/ 1 h 41"/>
                  <a:gd name="T16" fmla="*/ 10 w 24"/>
                  <a:gd name="T17" fmla="*/ 3 h 41"/>
                  <a:gd name="T18" fmla="*/ 12 w 24"/>
                  <a:gd name="T19" fmla="*/ 5 h 41"/>
                  <a:gd name="T20" fmla="*/ 13 w 24"/>
                  <a:gd name="T21" fmla="*/ 8 h 41"/>
                  <a:gd name="T22" fmla="*/ 16 w 24"/>
                  <a:gd name="T23" fmla="*/ 12 h 41"/>
                  <a:gd name="T24" fmla="*/ 20 w 24"/>
                  <a:gd name="T25" fmla="*/ 15 h 41"/>
                  <a:gd name="T26" fmla="*/ 22 w 24"/>
                  <a:gd name="T27" fmla="*/ 16 h 41"/>
                  <a:gd name="T28" fmla="*/ 23 w 24"/>
                  <a:gd name="T29" fmla="*/ 17 h 41"/>
                  <a:gd name="T30" fmla="*/ 22 w 24"/>
                  <a:gd name="T31" fmla="*/ 23 h 41"/>
                  <a:gd name="T32" fmla="*/ 19 w 24"/>
                  <a:gd name="T33" fmla="*/ 27 h 41"/>
                  <a:gd name="T34" fmla="*/ 17 w 24"/>
                  <a:gd name="T35" fmla="*/ 27 h 41"/>
                  <a:gd name="T36" fmla="*/ 17 w 24"/>
                  <a:gd name="T37" fmla="*/ 29 h 41"/>
                  <a:gd name="T38" fmla="*/ 18 w 24"/>
                  <a:gd name="T39" fmla="*/ 34 h 41"/>
                  <a:gd name="T40" fmla="*/ 18 w 24"/>
                  <a:gd name="T41" fmla="*/ 37 h 41"/>
                  <a:gd name="T42" fmla="*/ 18 w 24"/>
                  <a:gd name="T43" fmla="*/ 39 h 41"/>
                  <a:gd name="T44" fmla="*/ 15 w 24"/>
                  <a:gd name="T45" fmla="*/ 41 h 41"/>
                  <a:gd name="T46" fmla="*/ 13 w 24"/>
                  <a:gd name="T47" fmla="*/ 41 h 41"/>
                  <a:gd name="T48" fmla="*/ 11 w 24"/>
                  <a:gd name="T49" fmla="*/ 39 h 41"/>
                  <a:gd name="T50" fmla="*/ 7 w 24"/>
                  <a:gd name="T51" fmla="*/ 37 h 41"/>
                  <a:gd name="T52" fmla="*/ 7 w 24"/>
                  <a:gd name="T53" fmla="*/ 39 h 41"/>
                  <a:gd name="T54" fmla="*/ 5 w 24"/>
                  <a:gd name="T55" fmla="*/ 40 h 41"/>
                  <a:gd name="T56" fmla="*/ 3 w 24"/>
                  <a:gd name="T57" fmla="*/ 41 h 41"/>
                  <a:gd name="T58" fmla="*/ 2 w 24"/>
                  <a:gd name="T59" fmla="*/ 39 h 41"/>
                  <a:gd name="T60" fmla="*/ 0 w 24"/>
                  <a:gd name="T61" fmla="*/ 35 h 41"/>
                  <a:gd name="T62" fmla="*/ 0 w 24"/>
                  <a:gd name="T63" fmla="*/ 26 h 41"/>
                  <a:gd name="T64" fmla="*/ 0 w 24"/>
                  <a:gd name="T65" fmla="*/ 23 h 41"/>
                  <a:gd name="T66" fmla="*/ 0 w 24"/>
                  <a:gd name="T67" fmla="*/ 21 h 41"/>
                  <a:gd name="T68" fmla="*/ 1 w 24"/>
                  <a:gd name="T69" fmla="*/ 15 h 41"/>
                  <a:gd name="T70" fmla="*/ 1 w 24"/>
                  <a:gd name="T71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41">
                    <a:moveTo>
                      <a:pt x="1" y="11"/>
                    </a:moveTo>
                    <a:cubicBezTo>
                      <a:pt x="1" y="10"/>
                      <a:pt x="1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4" y="4"/>
                      <a:pt x="4" y="3"/>
                      <a:pt x="5" y="2"/>
                    </a:cubicBezTo>
                    <a:cubicBezTo>
                      <a:pt x="5" y="2"/>
                      <a:pt x="5" y="0"/>
                      <a:pt x="6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1" y="4"/>
                      <a:pt x="12" y="4"/>
                      <a:pt x="12" y="5"/>
                    </a:cubicBezTo>
                    <a:cubicBezTo>
                      <a:pt x="13" y="6"/>
                      <a:pt x="13" y="7"/>
                      <a:pt x="13" y="8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7" y="13"/>
                      <a:pt x="19" y="14"/>
                      <a:pt x="20" y="15"/>
                    </a:cubicBezTo>
                    <a:cubicBezTo>
                      <a:pt x="21" y="15"/>
                      <a:pt x="21" y="15"/>
                      <a:pt x="22" y="16"/>
                    </a:cubicBezTo>
                    <a:cubicBezTo>
                      <a:pt x="22" y="16"/>
                      <a:pt x="23" y="17"/>
                      <a:pt x="23" y="17"/>
                    </a:cubicBezTo>
                    <a:cubicBezTo>
                      <a:pt x="24" y="19"/>
                      <a:pt x="23" y="22"/>
                      <a:pt x="22" y="23"/>
                    </a:cubicBezTo>
                    <a:cubicBezTo>
                      <a:pt x="22" y="25"/>
                      <a:pt x="20" y="26"/>
                      <a:pt x="19" y="27"/>
                    </a:cubicBezTo>
                    <a:cubicBezTo>
                      <a:pt x="18" y="27"/>
                      <a:pt x="18" y="27"/>
                      <a:pt x="17" y="27"/>
                    </a:cubicBezTo>
                    <a:cubicBezTo>
                      <a:pt x="17" y="28"/>
                      <a:pt x="17" y="29"/>
                      <a:pt x="17" y="29"/>
                    </a:cubicBezTo>
                    <a:cubicBezTo>
                      <a:pt x="18" y="31"/>
                      <a:pt x="18" y="33"/>
                      <a:pt x="18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8" y="38"/>
                      <a:pt x="18" y="39"/>
                      <a:pt x="18" y="39"/>
                    </a:cubicBezTo>
                    <a:cubicBezTo>
                      <a:pt x="17" y="40"/>
                      <a:pt x="15" y="41"/>
                      <a:pt x="15" y="41"/>
                    </a:cubicBezTo>
                    <a:cubicBezTo>
                      <a:pt x="14" y="41"/>
                      <a:pt x="13" y="41"/>
                      <a:pt x="13" y="41"/>
                    </a:cubicBezTo>
                    <a:cubicBezTo>
                      <a:pt x="12" y="41"/>
                      <a:pt x="11" y="39"/>
                      <a:pt x="11" y="39"/>
                    </a:cubicBezTo>
                    <a:cubicBezTo>
                      <a:pt x="10" y="38"/>
                      <a:pt x="8" y="35"/>
                      <a:pt x="7" y="37"/>
                    </a:cubicBezTo>
                    <a:cubicBezTo>
                      <a:pt x="7" y="37"/>
                      <a:pt x="7" y="38"/>
                      <a:pt x="7" y="39"/>
                    </a:cubicBezTo>
                    <a:cubicBezTo>
                      <a:pt x="7" y="39"/>
                      <a:pt x="6" y="40"/>
                      <a:pt x="5" y="40"/>
                    </a:cubicBezTo>
                    <a:cubicBezTo>
                      <a:pt x="5" y="41"/>
                      <a:pt x="4" y="41"/>
                      <a:pt x="3" y="41"/>
                    </a:cubicBezTo>
                    <a:cubicBezTo>
                      <a:pt x="3" y="41"/>
                      <a:pt x="2" y="40"/>
                      <a:pt x="2" y="39"/>
                    </a:cubicBezTo>
                    <a:cubicBezTo>
                      <a:pt x="1" y="38"/>
                      <a:pt x="0" y="36"/>
                      <a:pt x="0" y="35"/>
                    </a:cubicBezTo>
                    <a:cubicBezTo>
                      <a:pt x="0" y="32"/>
                      <a:pt x="0" y="29"/>
                      <a:pt x="0" y="26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2"/>
                      <a:pt x="0" y="22"/>
                      <a:pt x="0" y="21"/>
                    </a:cubicBezTo>
                    <a:cubicBezTo>
                      <a:pt x="0" y="19"/>
                      <a:pt x="1" y="17"/>
                      <a:pt x="1" y="15"/>
                    </a:cubicBezTo>
                    <a:cubicBezTo>
                      <a:pt x="1" y="14"/>
                      <a:pt x="1" y="13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9" name="Freeform 3116">
                <a:extLst>
                  <a:ext uri="{FF2B5EF4-FFF2-40B4-BE49-F238E27FC236}">
                    <a16:creationId xmlns:a16="http://schemas.microsoft.com/office/drawing/2014/main" id="{A6E10491-A574-4D6A-AA6F-DAF0CABA0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476"/>
                <a:ext cx="8" cy="5"/>
              </a:xfrm>
              <a:custGeom>
                <a:avLst/>
                <a:gdLst>
                  <a:gd name="T0" fmla="*/ 9 w 19"/>
                  <a:gd name="T1" fmla="*/ 13 h 13"/>
                  <a:gd name="T2" fmla="*/ 4 w 19"/>
                  <a:gd name="T3" fmla="*/ 13 h 13"/>
                  <a:gd name="T4" fmla="*/ 3 w 19"/>
                  <a:gd name="T5" fmla="*/ 12 h 13"/>
                  <a:gd name="T6" fmla="*/ 1 w 19"/>
                  <a:gd name="T7" fmla="*/ 11 h 13"/>
                  <a:gd name="T8" fmla="*/ 1 w 19"/>
                  <a:gd name="T9" fmla="*/ 8 h 13"/>
                  <a:gd name="T10" fmla="*/ 4 w 19"/>
                  <a:gd name="T11" fmla="*/ 5 h 13"/>
                  <a:gd name="T12" fmla="*/ 6 w 19"/>
                  <a:gd name="T13" fmla="*/ 3 h 13"/>
                  <a:gd name="T14" fmla="*/ 8 w 19"/>
                  <a:gd name="T15" fmla="*/ 2 h 13"/>
                  <a:gd name="T16" fmla="*/ 13 w 19"/>
                  <a:gd name="T17" fmla="*/ 1 h 13"/>
                  <a:gd name="T18" fmla="*/ 16 w 19"/>
                  <a:gd name="T19" fmla="*/ 1 h 13"/>
                  <a:gd name="T20" fmla="*/ 18 w 19"/>
                  <a:gd name="T21" fmla="*/ 2 h 13"/>
                  <a:gd name="T22" fmla="*/ 18 w 19"/>
                  <a:gd name="T23" fmla="*/ 4 h 13"/>
                  <a:gd name="T24" fmla="*/ 17 w 19"/>
                  <a:gd name="T25" fmla="*/ 6 h 13"/>
                  <a:gd name="T26" fmla="*/ 13 w 19"/>
                  <a:gd name="T27" fmla="*/ 10 h 13"/>
                  <a:gd name="T28" fmla="*/ 9 w 19"/>
                  <a:gd name="T2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9" y="13"/>
                    </a:moveTo>
                    <a:cubicBezTo>
                      <a:pt x="7" y="13"/>
                      <a:pt x="6" y="13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6"/>
                      <a:pt x="2" y="5"/>
                      <a:pt x="4" y="5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10" y="2"/>
                      <a:pt x="11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7" y="0"/>
                      <a:pt x="18" y="1"/>
                      <a:pt x="18" y="2"/>
                    </a:cubicBezTo>
                    <a:cubicBezTo>
                      <a:pt x="19" y="3"/>
                      <a:pt x="19" y="4"/>
                      <a:pt x="18" y="4"/>
                    </a:cubicBezTo>
                    <a:cubicBezTo>
                      <a:pt x="18" y="5"/>
                      <a:pt x="18" y="5"/>
                      <a:pt x="17" y="6"/>
                    </a:cubicBezTo>
                    <a:cubicBezTo>
                      <a:pt x="16" y="7"/>
                      <a:pt x="15" y="8"/>
                      <a:pt x="13" y="10"/>
                    </a:cubicBezTo>
                    <a:cubicBezTo>
                      <a:pt x="12" y="11"/>
                      <a:pt x="10" y="12"/>
                      <a:pt x="9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0" name="Freeform 3117">
                <a:extLst>
                  <a:ext uri="{FF2B5EF4-FFF2-40B4-BE49-F238E27FC236}">
                    <a16:creationId xmlns:a16="http://schemas.microsoft.com/office/drawing/2014/main" id="{1B6C3A4F-0249-4AAD-BD42-75FFFE13D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473"/>
                <a:ext cx="5" cy="2"/>
              </a:xfrm>
              <a:custGeom>
                <a:avLst/>
                <a:gdLst>
                  <a:gd name="T0" fmla="*/ 5 w 12"/>
                  <a:gd name="T1" fmla="*/ 0 h 7"/>
                  <a:gd name="T2" fmla="*/ 10 w 12"/>
                  <a:gd name="T3" fmla="*/ 0 h 7"/>
                  <a:gd name="T4" fmla="*/ 12 w 12"/>
                  <a:gd name="T5" fmla="*/ 3 h 7"/>
                  <a:gd name="T6" fmla="*/ 9 w 12"/>
                  <a:gd name="T7" fmla="*/ 7 h 7"/>
                  <a:gd name="T8" fmla="*/ 3 w 12"/>
                  <a:gd name="T9" fmla="*/ 6 h 7"/>
                  <a:gd name="T10" fmla="*/ 2 w 12"/>
                  <a:gd name="T11" fmla="*/ 1 h 7"/>
                  <a:gd name="T12" fmla="*/ 5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5" y="0"/>
                    </a:moveTo>
                    <a:cubicBezTo>
                      <a:pt x="7" y="0"/>
                      <a:pt x="9" y="0"/>
                      <a:pt x="10" y="0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5"/>
                      <a:pt x="11" y="6"/>
                      <a:pt x="9" y="7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2" y="5"/>
                      <a:pt x="0" y="3"/>
                      <a:pt x="2" y="1"/>
                    </a:cubicBezTo>
                    <a:cubicBezTo>
                      <a:pt x="3" y="1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1" name="Freeform 3118">
                <a:extLst>
                  <a:ext uri="{FF2B5EF4-FFF2-40B4-BE49-F238E27FC236}">
                    <a16:creationId xmlns:a16="http://schemas.microsoft.com/office/drawing/2014/main" id="{C3360F0B-2B54-4207-9DD0-0ACF3A04F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61"/>
                <a:ext cx="40" cy="66"/>
              </a:xfrm>
              <a:custGeom>
                <a:avLst/>
                <a:gdLst>
                  <a:gd name="T0" fmla="*/ 57 w 97"/>
                  <a:gd name="T1" fmla="*/ 27 h 162"/>
                  <a:gd name="T2" fmla="*/ 58 w 97"/>
                  <a:gd name="T3" fmla="*/ 19 h 162"/>
                  <a:gd name="T4" fmla="*/ 68 w 97"/>
                  <a:gd name="T5" fmla="*/ 10 h 162"/>
                  <a:gd name="T6" fmla="*/ 68 w 97"/>
                  <a:gd name="T7" fmla="*/ 2 h 162"/>
                  <a:gd name="T8" fmla="*/ 81 w 97"/>
                  <a:gd name="T9" fmla="*/ 6 h 162"/>
                  <a:gd name="T10" fmla="*/ 79 w 97"/>
                  <a:gd name="T11" fmla="*/ 16 h 162"/>
                  <a:gd name="T12" fmla="*/ 74 w 97"/>
                  <a:gd name="T13" fmla="*/ 20 h 162"/>
                  <a:gd name="T14" fmla="*/ 86 w 97"/>
                  <a:gd name="T15" fmla="*/ 22 h 162"/>
                  <a:gd name="T16" fmla="*/ 92 w 97"/>
                  <a:gd name="T17" fmla="*/ 24 h 162"/>
                  <a:gd name="T18" fmla="*/ 88 w 97"/>
                  <a:gd name="T19" fmla="*/ 31 h 162"/>
                  <a:gd name="T20" fmla="*/ 76 w 97"/>
                  <a:gd name="T21" fmla="*/ 38 h 162"/>
                  <a:gd name="T22" fmla="*/ 86 w 97"/>
                  <a:gd name="T23" fmla="*/ 46 h 162"/>
                  <a:gd name="T24" fmla="*/ 72 w 97"/>
                  <a:gd name="T25" fmla="*/ 57 h 162"/>
                  <a:gd name="T26" fmla="*/ 77 w 97"/>
                  <a:gd name="T27" fmla="*/ 61 h 162"/>
                  <a:gd name="T28" fmla="*/ 68 w 97"/>
                  <a:gd name="T29" fmla="*/ 66 h 162"/>
                  <a:gd name="T30" fmla="*/ 70 w 97"/>
                  <a:gd name="T31" fmla="*/ 82 h 162"/>
                  <a:gd name="T32" fmla="*/ 85 w 97"/>
                  <a:gd name="T33" fmla="*/ 97 h 162"/>
                  <a:gd name="T34" fmla="*/ 68 w 97"/>
                  <a:gd name="T35" fmla="*/ 98 h 162"/>
                  <a:gd name="T36" fmla="*/ 56 w 97"/>
                  <a:gd name="T37" fmla="*/ 99 h 162"/>
                  <a:gd name="T38" fmla="*/ 53 w 97"/>
                  <a:gd name="T39" fmla="*/ 114 h 162"/>
                  <a:gd name="T40" fmla="*/ 49 w 97"/>
                  <a:gd name="T41" fmla="*/ 122 h 162"/>
                  <a:gd name="T42" fmla="*/ 50 w 97"/>
                  <a:gd name="T43" fmla="*/ 130 h 162"/>
                  <a:gd name="T44" fmla="*/ 39 w 97"/>
                  <a:gd name="T45" fmla="*/ 137 h 162"/>
                  <a:gd name="T46" fmla="*/ 36 w 97"/>
                  <a:gd name="T47" fmla="*/ 147 h 162"/>
                  <a:gd name="T48" fmla="*/ 32 w 97"/>
                  <a:gd name="T49" fmla="*/ 161 h 162"/>
                  <a:gd name="T50" fmla="*/ 27 w 97"/>
                  <a:gd name="T51" fmla="*/ 152 h 162"/>
                  <a:gd name="T52" fmla="*/ 20 w 97"/>
                  <a:gd name="T53" fmla="*/ 144 h 162"/>
                  <a:gd name="T54" fmla="*/ 31 w 97"/>
                  <a:gd name="T55" fmla="*/ 125 h 162"/>
                  <a:gd name="T56" fmla="*/ 39 w 97"/>
                  <a:gd name="T57" fmla="*/ 111 h 162"/>
                  <a:gd name="T58" fmla="*/ 40 w 97"/>
                  <a:gd name="T59" fmla="*/ 106 h 162"/>
                  <a:gd name="T60" fmla="*/ 39 w 97"/>
                  <a:gd name="T61" fmla="*/ 101 h 162"/>
                  <a:gd name="T62" fmla="*/ 49 w 97"/>
                  <a:gd name="T63" fmla="*/ 95 h 162"/>
                  <a:gd name="T64" fmla="*/ 46 w 97"/>
                  <a:gd name="T65" fmla="*/ 82 h 162"/>
                  <a:gd name="T66" fmla="*/ 51 w 97"/>
                  <a:gd name="T67" fmla="*/ 71 h 162"/>
                  <a:gd name="T68" fmla="*/ 48 w 97"/>
                  <a:gd name="T69" fmla="*/ 66 h 162"/>
                  <a:gd name="T70" fmla="*/ 42 w 97"/>
                  <a:gd name="T71" fmla="*/ 66 h 162"/>
                  <a:gd name="T72" fmla="*/ 42 w 97"/>
                  <a:gd name="T73" fmla="*/ 65 h 162"/>
                  <a:gd name="T74" fmla="*/ 39 w 97"/>
                  <a:gd name="T75" fmla="*/ 63 h 162"/>
                  <a:gd name="T76" fmla="*/ 39 w 97"/>
                  <a:gd name="T77" fmla="*/ 71 h 162"/>
                  <a:gd name="T78" fmla="*/ 33 w 97"/>
                  <a:gd name="T79" fmla="*/ 74 h 162"/>
                  <a:gd name="T80" fmla="*/ 24 w 97"/>
                  <a:gd name="T81" fmla="*/ 78 h 162"/>
                  <a:gd name="T82" fmla="*/ 18 w 97"/>
                  <a:gd name="T83" fmla="*/ 67 h 162"/>
                  <a:gd name="T84" fmla="*/ 24 w 97"/>
                  <a:gd name="T85" fmla="*/ 55 h 162"/>
                  <a:gd name="T86" fmla="*/ 18 w 97"/>
                  <a:gd name="T87" fmla="*/ 61 h 162"/>
                  <a:gd name="T88" fmla="*/ 13 w 97"/>
                  <a:gd name="T89" fmla="*/ 64 h 162"/>
                  <a:gd name="T90" fmla="*/ 13 w 97"/>
                  <a:gd name="T91" fmla="*/ 57 h 162"/>
                  <a:gd name="T92" fmla="*/ 5 w 97"/>
                  <a:gd name="T93" fmla="*/ 50 h 162"/>
                  <a:gd name="T94" fmla="*/ 5 w 97"/>
                  <a:gd name="T95" fmla="*/ 40 h 162"/>
                  <a:gd name="T96" fmla="*/ 16 w 97"/>
                  <a:gd name="T97" fmla="*/ 34 h 162"/>
                  <a:gd name="T98" fmla="*/ 28 w 97"/>
                  <a:gd name="T99" fmla="*/ 33 h 162"/>
                  <a:gd name="T100" fmla="*/ 34 w 97"/>
                  <a:gd name="T101" fmla="*/ 45 h 162"/>
                  <a:gd name="T102" fmla="*/ 39 w 97"/>
                  <a:gd name="T103" fmla="*/ 39 h 162"/>
                  <a:gd name="T104" fmla="*/ 47 w 97"/>
                  <a:gd name="T105" fmla="*/ 45 h 162"/>
                  <a:gd name="T106" fmla="*/ 52 w 97"/>
                  <a:gd name="T107" fmla="*/ 39 h 162"/>
                  <a:gd name="T108" fmla="*/ 57 w 97"/>
                  <a:gd name="T109" fmla="*/ 3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7" h="162">
                    <a:moveTo>
                      <a:pt x="61" y="31"/>
                    </a:moveTo>
                    <a:cubicBezTo>
                      <a:pt x="62" y="30"/>
                      <a:pt x="62" y="30"/>
                      <a:pt x="61" y="29"/>
                    </a:cubicBezTo>
                    <a:cubicBezTo>
                      <a:pt x="60" y="28"/>
                      <a:pt x="58" y="28"/>
                      <a:pt x="57" y="27"/>
                    </a:cubicBezTo>
                    <a:cubicBezTo>
                      <a:pt x="56" y="26"/>
                      <a:pt x="54" y="25"/>
                      <a:pt x="54" y="23"/>
                    </a:cubicBezTo>
                    <a:cubicBezTo>
                      <a:pt x="54" y="22"/>
                      <a:pt x="55" y="22"/>
                      <a:pt x="56" y="21"/>
                    </a:cubicBezTo>
                    <a:cubicBezTo>
                      <a:pt x="57" y="20"/>
                      <a:pt x="58" y="20"/>
                      <a:pt x="58" y="19"/>
                    </a:cubicBezTo>
                    <a:cubicBezTo>
                      <a:pt x="59" y="18"/>
                      <a:pt x="58" y="16"/>
                      <a:pt x="58" y="15"/>
                    </a:cubicBezTo>
                    <a:cubicBezTo>
                      <a:pt x="59" y="12"/>
                      <a:pt x="61" y="11"/>
                      <a:pt x="64" y="10"/>
                    </a:cubicBezTo>
                    <a:cubicBezTo>
                      <a:pt x="65" y="10"/>
                      <a:pt x="67" y="10"/>
                      <a:pt x="68" y="10"/>
                    </a:cubicBezTo>
                    <a:cubicBezTo>
                      <a:pt x="69" y="10"/>
                      <a:pt x="71" y="10"/>
                      <a:pt x="71" y="9"/>
                    </a:cubicBezTo>
                    <a:cubicBezTo>
                      <a:pt x="73" y="8"/>
                      <a:pt x="69" y="5"/>
                      <a:pt x="68" y="4"/>
                    </a:cubicBezTo>
                    <a:cubicBezTo>
                      <a:pt x="68" y="3"/>
                      <a:pt x="67" y="3"/>
                      <a:pt x="68" y="2"/>
                    </a:cubicBezTo>
                    <a:cubicBezTo>
                      <a:pt x="68" y="1"/>
                      <a:pt x="70" y="1"/>
                      <a:pt x="71" y="1"/>
                    </a:cubicBezTo>
                    <a:cubicBezTo>
                      <a:pt x="73" y="0"/>
                      <a:pt x="76" y="0"/>
                      <a:pt x="78" y="1"/>
                    </a:cubicBezTo>
                    <a:cubicBezTo>
                      <a:pt x="80" y="2"/>
                      <a:pt x="82" y="3"/>
                      <a:pt x="81" y="6"/>
                    </a:cubicBezTo>
                    <a:cubicBezTo>
                      <a:pt x="81" y="7"/>
                      <a:pt x="81" y="9"/>
                      <a:pt x="81" y="11"/>
                    </a:cubicBezTo>
                    <a:cubicBezTo>
                      <a:pt x="81" y="12"/>
                      <a:pt x="81" y="13"/>
                      <a:pt x="81" y="14"/>
                    </a:cubicBezTo>
                    <a:cubicBezTo>
                      <a:pt x="81" y="15"/>
                      <a:pt x="80" y="16"/>
                      <a:pt x="79" y="16"/>
                    </a:cubicBezTo>
                    <a:cubicBezTo>
                      <a:pt x="78" y="16"/>
                      <a:pt x="76" y="17"/>
                      <a:pt x="74" y="18"/>
                    </a:cubicBezTo>
                    <a:cubicBezTo>
                      <a:pt x="74" y="18"/>
                      <a:pt x="71" y="19"/>
                      <a:pt x="71" y="19"/>
                    </a:cubicBezTo>
                    <a:cubicBezTo>
                      <a:pt x="71" y="20"/>
                      <a:pt x="74" y="20"/>
                      <a:pt x="74" y="20"/>
                    </a:cubicBezTo>
                    <a:cubicBezTo>
                      <a:pt x="76" y="20"/>
                      <a:pt x="77" y="20"/>
                      <a:pt x="78" y="21"/>
                    </a:cubicBezTo>
                    <a:cubicBezTo>
                      <a:pt x="79" y="21"/>
                      <a:pt x="79" y="22"/>
                      <a:pt x="80" y="23"/>
                    </a:cubicBezTo>
                    <a:cubicBezTo>
                      <a:pt x="81" y="25"/>
                      <a:pt x="85" y="23"/>
                      <a:pt x="86" y="22"/>
                    </a:cubicBezTo>
                    <a:cubicBezTo>
                      <a:pt x="88" y="20"/>
                      <a:pt x="90" y="18"/>
                      <a:pt x="92" y="16"/>
                    </a:cubicBezTo>
                    <a:cubicBezTo>
                      <a:pt x="94" y="16"/>
                      <a:pt x="97" y="14"/>
                      <a:pt x="97" y="17"/>
                    </a:cubicBezTo>
                    <a:cubicBezTo>
                      <a:pt x="97" y="20"/>
                      <a:pt x="94" y="22"/>
                      <a:pt x="92" y="24"/>
                    </a:cubicBezTo>
                    <a:cubicBezTo>
                      <a:pt x="91" y="25"/>
                      <a:pt x="89" y="25"/>
                      <a:pt x="88" y="26"/>
                    </a:cubicBezTo>
                    <a:cubicBezTo>
                      <a:pt x="87" y="27"/>
                      <a:pt x="86" y="28"/>
                      <a:pt x="86" y="29"/>
                    </a:cubicBezTo>
                    <a:cubicBezTo>
                      <a:pt x="86" y="30"/>
                      <a:pt x="87" y="30"/>
                      <a:pt x="88" y="31"/>
                    </a:cubicBezTo>
                    <a:cubicBezTo>
                      <a:pt x="89" y="31"/>
                      <a:pt x="90" y="32"/>
                      <a:pt x="91" y="33"/>
                    </a:cubicBezTo>
                    <a:cubicBezTo>
                      <a:pt x="92" y="36"/>
                      <a:pt x="89" y="38"/>
                      <a:pt x="86" y="38"/>
                    </a:cubicBezTo>
                    <a:cubicBezTo>
                      <a:pt x="83" y="38"/>
                      <a:pt x="78" y="36"/>
                      <a:pt x="76" y="38"/>
                    </a:cubicBezTo>
                    <a:cubicBezTo>
                      <a:pt x="74" y="39"/>
                      <a:pt x="74" y="41"/>
                      <a:pt x="75" y="42"/>
                    </a:cubicBezTo>
                    <a:cubicBezTo>
                      <a:pt x="76" y="44"/>
                      <a:pt x="79" y="44"/>
                      <a:pt x="81" y="44"/>
                    </a:cubicBezTo>
                    <a:cubicBezTo>
                      <a:pt x="82" y="44"/>
                      <a:pt x="84" y="44"/>
                      <a:pt x="86" y="46"/>
                    </a:cubicBezTo>
                    <a:cubicBezTo>
                      <a:pt x="87" y="47"/>
                      <a:pt x="86" y="48"/>
                      <a:pt x="86" y="49"/>
                    </a:cubicBezTo>
                    <a:cubicBezTo>
                      <a:pt x="84" y="53"/>
                      <a:pt x="81" y="53"/>
                      <a:pt x="78" y="53"/>
                    </a:cubicBezTo>
                    <a:cubicBezTo>
                      <a:pt x="76" y="53"/>
                      <a:pt x="70" y="54"/>
                      <a:pt x="72" y="57"/>
                    </a:cubicBezTo>
                    <a:cubicBezTo>
                      <a:pt x="73" y="58"/>
                      <a:pt x="75" y="58"/>
                      <a:pt x="77" y="58"/>
                    </a:cubicBezTo>
                    <a:cubicBezTo>
                      <a:pt x="77" y="59"/>
                      <a:pt x="80" y="59"/>
                      <a:pt x="80" y="59"/>
                    </a:cubicBezTo>
                    <a:cubicBezTo>
                      <a:pt x="80" y="60"/>
                      <a:pt x="78" y="61"/>
                      <a:pt x="77" y="61"/>
                    </a:cubicBezTo>
                    <a:cubicBezTo>
                      <a:pt x="76" y="62"/>
                      <a:pt x="74" y="63"/>
                      <a:pt x="73" y="65"/>
                    </a:cubicBezTo>
                    <a:cubicBezTo>
                      <a:pt x="72" y="65"/>
                      <a:pt x="71" y="66"/>
                      <a:pt x="70" y="66"/>
                    </a:cubicBezTo>
                    <a:cubicBezTo>
                      <a:pt x="69" y="66"/>
                      <a:pt x="69" y="66"/>
                      <a:pt x="68" y="66"/>
                    </a:cubicBezTo>
                    <a:cubicBezTo>
                      <a:pt x="65" y="65"/>
                      <a:pt x="62" y="66"/>
                      <a:pt x="62" y="69"/>
                    </a:cubicBezTo>
                    <a:cubicBezTo>
                      <a:pt x="62" y="72"/>
                      <a:pt x="66" y="73"/>
                      <a:pt x="67" y="75"/>
                    </a:cubicBezTo>
                    <a:cubicBezTo>
                      <a:pt x="69" y="77"/>
                      <a:pt x="68" y="81"/>
                      <a:pt x="70" y="82"/>
                    </a:cubicBezTo>
                    <a:cubicBezTo>
                      <a:pt x="72" y="85"/>
                      <a:pt x="76" y="83"/>
                      <a:pt x="79" y="86"/>
                    </a:cubicBezTo>
                    <a:cubicBezTo>
                      <a:pt x="81" y="87"/>
                      <a:pt x="79" y="91"/>
                      <a:pt x="81" y="93"/>
                    </a:cubicBezTo>
                    <a:cubicBezTo>
                      <a:pt x="82" y="94"/>
                      <a:pt x="87" y="95"/>
                      <a:pt x="85" y="97"/>
                    </a:cubicBezTo>
                    <a:cubicBezTo>
                      <a:pt x="83" y="99"/>
                      <a:pt x="79" y="98"/>
                      <a:pt x="77" y="99"/>
                    </a:cubicBezTo>
                    <a:cubicBezTo>
                      <a:pt x="74" y="100"/>
                      <a:pt x="75" y="103"/>
                      <a:pt x="73" y="105"/>
                    </a:cubicBezTo>
                    <a:cubicBezTo>
                      <a:pt x="69" y="106"/>
                      <a:pt x="69" y="100"/>
                      <a:pt x="68" y="98"/>
                    </a:cubicBezTo>
                    <a:cubicBezTo>
                      <a:pt x="68" y="97"/>
                      <a:pt x="68" y="96"/>
                      <a:pt x="67" y="95"/>
                    </a:cubicBezTo>
                    <a:cubicBezTo>
                      <a:pt x="65" y="95"/>
                      <a:pt x="64" y="95"/>
                      <a:pt x="62" y="95"/>
                    </a:cubicBezTo>
                    <a:cubicBezTo>
                      <a:pt x="60" y="96"/>
                      <a:pt x="57" y="96"/>
                      <a:pt x="56" y="99"/>
                    </a:cubicBezTo>
                    <a:cubicBezTo>
                      <a:pt x="56" y="102"/>
                      <a:pt x="56" y="104"/>
                      <a:pt x="56" y="107"/>
                    </a:cubicBezTo>
                    <a:cubicBezTo>
                      <a:pt x="55" y="107"/>
                      <a:pt x="54" y="109"/>
                      <a:pt x="54" y="110"/>
                    </a:cubicBezTo>
                    <a:cubicBezTo>
                      <a:pt x="53" y="111"/>
                      <a:pt x="53" y="113"/>
                      <a:pt x="53" y="114"/>
                    </a:cubicBezTo>
                    <a:cubicBezTo>
                      <a:pt x="53" y="116"/>
                      <a:pt x="53" y="118"/>
                      <a:pt x="52" y="119"/>
                    </a:cubicBezTo>
                    <a:cubicBezTo>
                      <a:pt x="52" y="120"/>
                      <a:pt x="52" y="120"/>
                      <a:pt x="51" y="120"/>
                    </a:cubicBezTo>
                    <a:cubicBezTo>
                      <a:pt x="50" y="120"/>
                      <a:pt x="49" y="121"/>
                      <a:pt x="49" y="122"/>
                    </a:cubicBezTo>
                    <a:cubicBezTo>
                      <a:pt x="48" y="124"/>
                      <a:pt x="48" y="125"/>
                      <a:pt x="48" y="126"/>
                    </a:cubicBezTo>
                    <a:cubicBezTo>
                      <a:pt x="48" y="127"/>
                      <a:pt x="48" y="128"/>
                      <a:pt x="49" y="129"/>
                    </a:cubicBezTo>
                    <a:cubicBezTo>
                      <a:pt x="49" y="129"/>
                      <a:pt x="50" y="129"/>
                      <a:pt x="50" y="130"/>
                    </a:cubicBezTo>
                    <a:cubicBezTo>
                      <a:pt x="51" y="131"/>
                      <a:pt x="49" y="132"/>
                      <a:pt x="48" y="132"/>
                    </a:cubicBezTo>
                    <a:cubicBezTo>
                      <a:pt x="46" y="132"/>
                      <a:pt x="45" y="131"/>
                      <a:pt x="44" y="132"/>
                    </a:cubicBezTo>
                    <a:cubicBezTo>
                      <a:pt x="42" y="133"/>
                      <a:pt x="40" y="135"/>
                      <a:pt x="39" y="137"/>
                    </a:cubicBezTo>
                    <a:cubicBezTo>
                      <a:pt x="39" y="138"/>
                      <a:pt x="39" y="139"/>
                      <a:pt x="39" y="140"/>
                    </a:cubicBezTo>
                    <a:cubicBezTo>
                      <a:pt x="39" y="140"/>
                      <a:pt x="38" y="141"/>
                      <a:pt x="38" y="142"/>
                    </a:cubicBezTo>
                    <a:cubicBezTo>
                      <a:pt x="37" y="143"/>
                      <a:pt x="36" y="145"/>
                      <a:pt x="36" y="147"/>
                    </a:cubicBezTo>
                    <a:cubicBezTo>
                      <a:pt x="36" y="148"/>
                      <a:pt x="36" y="149"/>
                      <a:pt x="36" y="150"/>
                    </a:cubicBezTo>
                    <a:cubicBezTo>
                      <a:pt x="36" y="153"/>
                      <a:pt x="34" y="155"/>
                      <a:pt x="34" y="158"/>
                    </a:cubicBezTo>
                    <a:cubicBezTo>
                      <a:pt x="33" y="159"/>
                      <a:pt x="33" y="161"/>
                      <a:pt x="32" y="161"/>
                    </a:cubicBezTo>
                    <a:cubicBezTo>
                      <a:pt x="31" y="162"/>
                      <a:pt x="30" y="161"/>
                      <a:pt x="29" y="160"/>
                    </a:cubicBezTo>
                    <a:cubicBezTo>
                      <a:pt x="28" y="158"/>
                      <a:pt x="28" y="157"/>
                      <a:pt x="28" y="155"/>
                    </a:cubicBezTo>
                    <a:cubicBezTo>
                      <a:pt x="28" y="154"/>
                      <a:pt x="28" y="152"/>
                      <a:pt x="27" y="152"/>
                    </a:cubicBezTo>
                    <a:cubicBezTo>
                      <a:pt x="25" y="152"/>
                      <a:pt x="24" y="152"/>
                      <a:pt x="22" y="152"/>
                    </a:cubicBezTo>
                    <a:cubicBezTo>
                      <a:pt x="21" y="152"/>
                      <a:pt x="20" y="151"/>
                      <a:pt x="20" y="149"/>
                    </a:cubicBezTo>
                    <a:cubicBezTo>
                      <a:pt x="20" y="148"/>
                      <a:pt x="19" y="146"/>
                      <a:pt x="20" y="144"/>
                    </a:cubicBezTo>
                    <a:cubicBezTo>
                      <a:pt x="20" y="142"/>
                      <a:pt x="22" y="142"/>
                      <a:pt x="23" y="141"/>
                    </a:cubicBezTo>
                    <a:cubicBezTo>
                      <a:pt x="26" y="140"/>
                      <a:pt x="30" y="139"/>
                      <a:pt x="30" y="136"/>
                    </a:cubicBezTo>
                    <a:cubicBezTo>
                      <a:pt x="31" y="133"/>
                      <a:pt x="29" y="129"/>
                      <a:pt x="31" y="125"/>
                    </a:cubicBezTo>
                    <a:cubicBezTo>
                      <a:pt x="31" y="124"/>
                      <a:pt x="32" y="123"/>
                      <a:pt x="33" y="123"/>
                    </a:cubicBezTo>
                    <a:cubicBezTo>
                      <a:pt x="35" y="122"/>
                      <a:pt x="36" y="121"/>
                      <a:pt x="36" y="120"/>
                    </a:cubicBezTo>
                    <a:cubicBezTo>
                      <a:pt x="38" y="117"/>
                      <a:pt x="37" y="113"/>
                      <a:pt x="39" y="111"/>
                    </a:cubicBezTo>
                    <a:cubicBezTo>
                      <a:pt x="41" y="110"/>
                      <a:pt x="42" y="109"/>
                      <a:pt x="43" y="107"/>
                    </a:cubicBezTo>
                    <a:cubicBezTo>
                      <a:pt x="43" y="106"/>
                      <a:pt x="44" y="105"/>
                      <a:pt x="43" y="104"/>
                    </a:cubicBezTo>
                    <a:cubicBezTo>
                      <a:pt x="42" y="104"/>
                      <a:pt x="40" y="105"/>
                      <a:pt x="40" y="106"/>
                    </a:cubicBezTo>
                    <a:cubicBezTo>
                      <a:pt x="39" y="107"/>
                      <a:pt x="38" y="108"/>
                      <a:pt x="37" y="108"/>
                    </a:cubicBezTo>
                    <a:cubicBezTo>
                      <a:pt x="36" y="107"/>
                      <a:pt x="36" y="105"/>
                      <a:pt x="36" y="104"/>
                    </a:cubicBezTo>
                    <a:cubicBezTo>
                      <a:pt x="37" y="103"/>
                      <a:pt x="38" y="102"/>
                      <a:pt x="39" y="101"/>
                    </a:cubicBezTo>
                    <a:cubicBezTo>
                      <a:pt x="40" y="100"/>
                      <a:pt x="41" y="99"/>
                      <a:pt x="42" y="98"/>
                    </a:cubicBezTo>
                    <a:cubicBezTo>
                      <a:pt x="43" y="97"/>
                      <a:pt x="44" y="96"/>
                      <a:pt x="46" y="96"/>
                    </a:cubicBezTo>
                    <a:cubicBezTo>
                      <a:pt x="47" y="96"/>
                      <a:pt x="48" y="96"/>
                      <a:pt x="49" y="95"/>
                    </a:cubicBezTo>
                    <a:cubicBezTo>
                      <a:pt x="50" y="93"/>
                      <a:pt x="50" y="90"/>
                      <a:pt x="50" y="88"/>
                    </a:cubicBezTo>
                    <a:cubicBezTo>
                      <a:pt x="50" y="86"/>
                      <a:pt x="49" y="86"/>
                      <a:pt x="48" y="85"/>
                    </a:cubicBezTo>
                    <a:cubicBezTo>
                      <a:pt x="46" y="85"/>
                      <a:pt x="46" y="83"/>
                      <a:pt x="46" y="82"/>
                    </a:cubicBezTo>
                    <a:cubicBezTo>
                      <a:pt x="46" y="81"/>
                      <a:pt x="46" y="79"/>
                      <a:pt x="47" y="77"/>
                    </a:cubicBezTo>
                    <a:cubicBezTo>
                      <a:pt x="48" y="77"/>
                      <a:pt x="49" y="76"/>
                      <a:pt x="49" y="76"/>
                    </a:cubicBezTo>
                    <a:cubicBezTo>
                      <a:pt x="50" y="74"/>
                      <a:pt x="50" y="72"/>
                      <a:pt x="51" y="71"/>
                    </a:cubicBezTo>
                    <a:cubicBezTo>
                      <a:pt x="52" y="69"/>
                      <a:pt x="53" y="67"/>
                      <a:pt x="53" y="65"/>
                    </a:cubicBezTo>
                    <a:cubicBezTo>
                      <a:pt x="54" y="63"/>
                      <a:pt x="51" y="64"/>
                      <a:pt x="50" y="65"/>
                    </a:cubicBezTo>
                    <a:cubicBezTo>
                      <a:pt x="49" y="65"/>
                      <a:pt x="49" y="66"/>
                      <a:pt x="48" y="66"/>
                    </a:cubicBezTo>
                    <a:cubicBezTo>
                      <a:pt x="47" y="67"/>
                      <a:pt x="47" y="68"/>
                      <a:pt x="45" y="69"/>
                    </a:cubicBezTo>
                    <a:cubicBezTo>
                      <a:pt x="45" y="69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3" y="63"/>
                    </a:cubicBezTo>
                    <a:cubicBezTo>
                      <a:pt x="43" y="62"/>
                      <a:pt x="44" y="60"/>
                      <a:pt x="42" y="60"/>
                    </a:cubicBezTo>
                    <a:cubicBezTo>
                      <a:pt x="41" y="60"/>
                      <a:pt x="40" y="62"/>
                      <a:pt x="39" y="63"/>
                    </a:cubicBezTo>
                    <a:cubicBezTo>
                      <a:pt x="39" y="64"/>
                      <a:pt x="39" y="65"/>
                      <a:pt x="39" y="66"/>
                    </a:cubicBezTo>
                    <a:cubicBezTo>
                      <a:pt x="39" y="67"/>
                      <a:pt x="39" y="69"/>
                      <a:pt x="39" y="70"/>
                    </a:cubicBezTo>
                    <a:cubicBezTo>
                      <a:pt x="39" y="70"/>
                      <a:pt x="39" y="70"/>
                      <a:pt x="39" y="71"/>
                    </a:cubicBezTo>
                    <a:cubicBezTo>
                      <a:pt x="39" y="71"/>
                      <a:pt x="39" y="72"/>
                      <a:pt x="39" y="73"/>
                    </a:cubicBezTo>
                    <a:cubicBezTo>
                      <a:pt x="39" y="74"/>
                      <a:pt x="38" y="75"/>
                      <a:pt x="38" y="76"/>
                    </a:cubicBezTo>
                    <a:cubicBezTo>
                      <a:pt x="36" y="77"/>
                      <a:pt x="33" y="76"/>
                      <a:pt x="33" y="74"/>
                    </a:cubicBezTo>
                    <a:cubicBezTo>
                      <a:pt x="30" y="74"/>
                      <a:pt x="30" y="78"/>
                      <a:pt x="29" y="80"/>
                    </a:cubicBezTo>
                    <a:cubicBezTo>
                      <a:pt x="28" y="81"/>
                      <a:pt x="27" y="81"/>
                      <a:pt x="26" y="81"/>
                    </a:cubicBezTo>
                    <a:cubicBezTo>
                      <a:pt x="24" y="81"/>
                      <a:pt x="24" y="79"/>
                      <a:pt x="24" y="78"/>
                    </a:cubicBezTo>
                    <a:cubicBezTo>
                      <a:pt x="24" y="76"/>
                      <a:pt x="24" y="75"/>
                      <a:pt x="22" y="75"/>
                    </a:cubicBezTo>
                    <a:cubicBezTo>
                      <a:pt x="21" y="74"/>
                      <a:pt x="21" y="74"/>
                      <a:pt x="20" y="73"/>
                    </a:cubicBezTo>
                    <a:cubicBezTo>
                      <a:pt x="18" y="72"/>
                      <a:pt x="17" y="69"/>
                      <a:pt x="18" y="67"/>
                    </a:cubicBezTo>
                    <a:cubicBezTo>
                      <a:pt x="19" y="64"/>
                      <a:pt x="24" y="66"/>
                      <a:pt x="26" y="63"/>
                    </a:cubicBezTo>
                    <a:cubicBezTo>
                      <a:pt x="26" y="61"/>
                      <a:pt x="26" y="59"/>
                      <a:pt x="25" y="58"/>
                    </a:cubicBezTo>
                    <a:cubicBezTo>
                      <a:pt x="25" y="57"/>
                      <a:pt x="25" y="55"/>
                      <a:pt x="24" y="55"/>
                    </a:cubicBezTo>
                    <a:cubicBezTo>
                      <a:pt x="23" y="54"/>
                      <a:pt x="22" y="55"/>
                      <a:pt x="21" y="56"/>
                    </a:cubicBezTo>
                    <a:cubicBezTo>
                      <a:pt x="21" y="58"/>
                      <a:pt x="21" y="59"/>
                      <a:pt x="21" y="60"/>
                    </a:cubicBezTo>
                    <a:cubicBezTo>
                      <a:pt x="20" y="61"/>
                      <a:pt x="19" y="61"/>
                      <a:pt x="18" y="61"/>
                    </a:cubicBezTo>
                    <a:cubicBezTo>
                      <a:pt x="17" y="61"/>
                      <a:pt x="17" y="60"/>
                      <a:pt x="16" y="60"/>
                    </a:cubicBezTo>
                    <a:cubicBezTo>
                      <a:pt x="15" y="61"/>
                      <a:pt x="15" y="62"/>
                      <a:pt x="15" y="63"/>
                    </a:cubicBezTo>
                    <a:cubicBezTo>
                      <a:pt x="15" y="64"/>
                      <a:pt x="14" y="64"/>
                      <a:pt x="13" y="64"/>
                    </a:cubicBezTo>
                    <a:cubicBezTo>
                      <a:pt x="12" y="64"/>
                      <a:pt x="10" y="63"/>
                      <a:pt x="11" y="61"/>
                    </a:cubicBezTo>
                    <a:cubicBezTo>
                      <a:pt x="11" y="61"/>
                      <a:pt x="12" y="60"/>
                      <a:pt x="12" y="59"/>
                    </a:cubicBezTo>
                    <a:cubicBezTo>
                      <a:pt x="12" y="59"/>
                      <a:pt x="13" y="58"/>
                      <a:pt x="13" y="57"/>
                    </a:cubicBezTo>
                    <a:cubicBezTo>
                      <a:pt x="11" y="57"/>
                      <a:pt x="11" y="58"/>
                      <a:pt x="10" y="59"/>
                    </a:cubicBezTo>
                    <a:cubicBezTo>
                      <a:pt x="9" y="60"/>
                      <a:pt x="8" y="61"/>
                      <a:pt x="7" y="60"/>
                    </a:cubicBezTo>
                    <a:cubicBezTo>
                      <a:pt x="3" y="58"/>
                      <a:pt x="7" y="52"/>
                      <a:pt x="5" y="50"/>
                    </a:cubicBezTo>
                    <a:cubicBezTo>
                      <a:pt x="4" y="48"/>
                      <a:pt x="3" y="49"/>
                      <a:pt x="2" y="48"/>
                    </a:cubicBezTo>
                    <a:cubicBezTo>
                      <a:pt x="0" y="47"/>
                      <a:pt x="1" y="45"/>
                      <a:pt x="2" y="44"/>
                    </a:cubicBezTo>
                    <a:cubicBezTo>
                      <a:pt x="3" y="43"/>
                      <a:pt x="5" y="42"/>
                      <a:pt x="5" y="40"/>
                    </a:cubicBezTo>
                    <a:cubicBezTo>
                      <a:pt x="6" y="39"/>
                      <a:pt x="5" y="37"/>
                      <a:pt x="6" y="35"/>
                    </a:cubicBezTo>
                    <a:cubicBezTo>
                      <a:pt x="7" y="32"/>
                      <a:pt x="11" y="30"/>
                      <a:pt x="14" y="32"/>
                    </a:cubicBezTo>
                    <a:cubicBezTo>
                      <a:pt x="15" y="32"/>
                      <a:pt x="16" y="33"/>
                      <a:pt x="16" y="34"/>
                    </a:cubicBezTo>
                    <a:cubicBezTo>
                      <a:pt x="17" y="36"/>
                      <a:pt x="17" y="37"/>
                      <a:pt x="17" y="38"/>
                    </a:cubicBezTo>
                    <a:cubicBezTo>
                      <a:pt x="19" y="40"/>
                      <a:pt x="25" y="40"/>
                      <a:pt x="26" y="37"/>
                    </a:cubicBezTo>
                    <a:cubicBezTo>
                      <a:pt x="27" y="36"/>
                      <a:pt x="26" y="34"/>
                      <a:pt x="28" y="33"/>
                    </a:cubicBezTo>
                    <a:cubicBezTo>
                      <a:pt x="29" y="32"/>
                      <a:pt x="32" y="33"/>
                      <a:pt x="33" y="35"/>
                    </a:cubicBezTo>
                    <a:cubicBezTo>
                      <a:pt x="34" y="36"/>
                      <a:pt x="32" y="38"/>
                      <a:pt x="32" y="40"/>
                    </a:cubicBezTo>
                    <a:cubicBezTo>
                      <a:pt x="32" y="41"/>
                      <a:pt x="32" y="45"/>
                      <a:pt x="34" y="45"/>
                    </a:cubicBezTo>
                    <a:cubicBezTo>
                      <a:pt x="34" y="45"/>
                      <a:pt x="35" y="43"/>
                      <a:pt x="35" y="43"/>
                    </a:cubicBezTo>
                    <a:cubicBezTo>
                      <a:pt x="36" y="42"/>
                      <a:pt x="38" y="42"/>
                      <a:pt x="39" y="42"/>
                    </a:cubicBezTo>
                    <a:cubicBezTo>
                      <a:pt x="39" y="41"/>
                      <a:pt x="39" y="40"/>
                      <a:pt x="39" y="39"/>
                    </a:cubicBezTo>
                    <a:cubicBezTo>
                      <a:pt x="39" y="38"/>
                      <a:pt x="40" y="38"/>
                      <a:pt x="41" y="38"/>
                    </a:cubicBezTo>
                    <a:cubicBezTo>
                      <a:pt x="44" y="38"/>
                      <a:pt x="43" y="41"/>
                      <a:pt x="45" y="43"/>
                    </a:cubicBezTo>
                    <a:cubicBezTo>
                      <a:pt x="45" y="44"/>
                      <a:pt x="46" y="45"/>
                      <a:pt x="47" y="45"/>
                    </a:cubicBezTo>
                    <a:cubicBezTo>
                      <a:pt x="48" y="46"/>
                      <a:pt x="50" y="45"/>
                      <a:pt x="51" y="45"/>
                    </a:cubicBezTo>
                    <a:cubicBezTo>
                      <a:pt x="52" y="44"/>
                      <a:pt x="52" y="44"/>
                      <a:pt x="52" y="43"/>
                    </a:cubicBezTo>
                    <a:cubicBezTo>
                      <a:pt x="52" y="41"/>
                      <a:pt x="52" y="40"/>
                      <a:pt x="52" y="39"/>
                    </a:cubicBezTo>
                    <a:cubicBezTo>
                      <a:pt x="51" y="38"/>
                      <a:pt x="50" y="37"/>
                      <a:pt x="51" y="36"/>
                    </a:cubicBezTo>
                    <a:cubicBezTo>
                      <a:pt x="51" y="35"/>
                      <a:pt x="52" y="34"/>
                      <a:pt x="53" y="34"/>
                    </a:cubicBezTo>
                    <a:cubicBezTo>
                      <a:pt x="54" y="33"/>
                      <a:pt x="55" y="32"/>
                      <a:pt x="57" y="32"/>
                    </a:cubicBezTo>
                    <a:cubicBezTo>
                      <a:pt x="58" y="31"/>
                      <a:pt x="60" y="31"/>
                      <a:pt x="61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2" name="Freeform 3120">
                <a:extLst>
                  <a:ext uri="{FF2B5EF4-FFF2-40B4-BE49-F238E27FC236}">
                    <a16:creationId xmlns:a16="http://schemas.microsoft.com/office/drawing/2014/main" id="{A0414850-F16F-4E84-853E-9A06070B3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13"/>
                <a:ext cx="8" cy="7"/>
              </a:xfrm>
              <a:custGeom>
                <a:avLst/>
                <a:gdLst>
                  <a:gd name="T0" fmla="*/ 7 w 20"/>
                  <a:gd name="T1" fmla="*/ 6 h 17"/>
                  <a:gd name="T2" fmla="*/ 4 w 20"/>
                  <a:gd name="T3" fmla="*/ 6 h 17"/>
                  <a:gd name="T4" fmla="*/ 1 w 20"/>
                  <a:gd name="T5" fmla="*/ 3 h 17"/>
                  <a:gd name="T6" fmla="*/ 0 w 20"/>
                  <a:gd name="T7" fmla="*/ 2 h 17"/>
                  <a:gd name="T8" fmla="*/ 1 w 20"/>
                  <a:gd name="T9" fmla="*/ 1 h 17"/>
                  <a:gd name="T10" fmla="*/ 4 w 20"/>
                  <a:gd name="T11" fmla="*/ 0 h 17"/>
                  <a:gd name="T12" fmla="*/ 7 w 20"/>
                  <a:gd name="T13" fmla="*/ 0 h 17"/>
                  <a:gd name="T14" fmla="*/ 10 w 20"/>
                  <a:gd name="T15" fmla="*/ 0 h 17"/>
                  <a:gd name="T16" fmla="*/ 14 w 20"/>
                  <a:gd name="T17" fmla="*/ 2 h 17"/>
                  <a:gd name="T18" fmla="*/ 17 w 20"/>
                  <a:gd name="T19" fmla="*/ 5 h 17"/>
                  <a:gd name="T20" fmla="*/ 19 w 20"/>
                  <a:gd name="T21" fmla="*/ 10 h 17"/>
                  <a:gd name="T22" fmla="*/ 18 w 20"/>
                  <a:gd name="T23" fmla="*/ 13 h 17"/>
                  <a:gd name="T24" fmla="*/ 15 w 20"/>
                  <a:gd name="T25" fmla="*/ 15 h 17"/>
                  <a:gd name="T26" fmla="*/ 14 w 20"/>
                  <a:gd name="T27" fmla="*/ 16 h 17"/>
                  <a:gd name="T28" fmla="*/ 11 w 20"/>
                  <a:gd name="T29" fmla="*/ 17 h 17"/>
                  <a:gd name="T30" fmla="*/ 12 w 20"/>
                  <a:gd name="T31" fmla="*/ 11 h 17"/>
                  <a:gd name="T32" fmla="*/ 11 w 20"/>
                  <a:gd name="T33" fmla="*/ 7 h 17"/>
                  <a:gd name="T34" fmla="*/ 7 w 20"/>
                  <a:gd name="T3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7">
                    <a:moveTo>
                      <a:pt x="7" y="6"/>
                    </a:moveTo>
                    <a:cubicBezTo>
                      <a:pt x="6" y="6"/>
                      <a:pt x="5" y="6"/>
                      <a:pt x="4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2"/>
                      <a:pt x="16" y="4"/>
                      <a:pt x="17" y="5"/>
                    </a:cubicBezTo>
                    <a:cubicBezTo>
                      <a:pt x="19" y="6"/>
                      <a:pt x="20" y="7"/>
                      <a:pt x="19" y="10"/>
                    </a:cubicBezTo>
                    <a:cubicBezTo>
                      <a:pt x="19" y="11"/>
                      <a:pt x="18" y="12"/>
                      <a:pt x="18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5" y="15"/>
                      <a:pt x="15" y="16"/>
                      <a:pt x="14" y="16"/>
                    </a:cubicBezTo>
                    <a:cubicBezTo>
                      <a:pt x="13" y="16"/>
                      <a:pt x="12" y="17"/>
                      <a:pt x="11" y="17"/>
                    </a:cubicBezTo>
                    <a:cubicBezTo>
                      <a:pt x="11" y="15"/>
                      <a:pt x="11" y="13"/>
                      <a:pt x="12" y="11"/>
                    </a:cubicBezTo>
                    <a:cubicBezTo>
                      <a:pt x="13" y="9"/>
                      <a:pt x="13" y="8"/>
                      <a:pt x="11" y="7"/>
                    </a:cubicBezTo>
                    <a:cubicBezTo>
                      <a:pt x="10" y="6"/>
                      <a:pt x="8" y="7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3" name="Freeform 3123">
                <a:extLst>
                  <a:ext uri="{FF2B5EF4-FFF2-40B4-BE49-F238E27FC236}">
                    <a16:creationId xmlns:a16="http://schemas.microsoft.com/office/drawing/2014/main" id="{3D1E699A-28C4-4F66-8BD8-DD7F440EF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905"/>
                <a:ext cx="2" cy="3"/>
              </a:xfrm>
              <a:custGeom>
                <a:avLst/>
                <a:gdLst>
                  <a:gd name="T0" fmla="*/ 4 w 5"/>
                  <a:gd name="T1" fmla="*/ 3 h 9"/>
                  <a:gd name="T2" fmla="*/ 4 w 5"/>
                  <a:gd name="T3" fmla="*/ 7 h 9"/>
                  <a:gd name="T4" fmla="*/ 0 w 5"/>
                  <a:gd name="T5" fmla="*/ 6 h 9"/>
                  <a:gd name="T6" fmla="*/ 4 w 5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4" y="3"/>
                    </a:moveTo>
                    <a:cubicBezTo>
                      <a:pt x="5" y="4"/>
                      <a:pt x="5" y="6"/>
                      <a:pt x="4" y="7"/>
                    </a:cubicBezTo>
                    <a:cubicBezTo>
                      <a:pt x="3" y="9"/>
                      <a:pt x="0" y="8"/>
                      <a:pt x="0" y="6"/>
                    </a:cubicBezTo>
                    <a:cubicBezTo>
                      <a:pt x="0" y="5"/>
                      <a:pt x="2" y="0"/>
                      <a:pt x="4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4" name="Freeform 3124">
                <a:extLst>
                  <a:ext uri="{FF2B5EF4-FFF2-40B4-BE49-F238E27FC236}">
                    <a16:creationId xmlns:a16="http://schemas.microsoft.com/office/drawing/2014/main" id="{2D93C4B6-8877-47A3-9004-CC1E43491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863"/>
                <a:ext cx="10" cy="24"/>
              </a:xfrm>
              <a:custGeom>
                <a:avLst/>
                <a:gdLst>
                  <a:gd name="T0" fmla="*/ 11 w 25"/>
                  <a:gd name="T1" fmla="*/ 46 h 59"/>
                  <a:gd name="T2" fmla="*/ 10 w 25"/>
                  <a:gd name="T3" fmla="*/ 44 h 59"/>
                  <a:gd name="T4" fmla="*/ 8 w 25"/>
                  <a:gd name="T5" fmla="*/ 42 h 59"/>
                  <a:gd name="T6" fmla="*/ 6 w 25"/>
                  <a:gd name="T7" fmla="*/ 38 h 59"/>
                  <a:gd name="T8" fmla="*/ 5 w 25"/>
                  <a:gd name="T9" fmla="*/ 35 h 59"/>
                  <a:gd name="T10" fmla="*/ 6 w 25"/>
                  <a:gd name="T11" fmla="*/ 33 h 59"/>
                  <a:gd name="T12" fmla="*/ 5 w 25"/>
                  <a:gd name="T13" fmla="*/ 27 h 59"/>
                  <a:gd name="T14" fmla="*/ 9 w 25"/>
                  <a:gd name="T15" fmla="*/ 25 h 59"/>
                  <a:gd name="T16" fmla="*/ 9 w 25"/>
                  <a:gd name="T17" fmla="*/ 21 h 59"/>
                  <a:gd name="T18" fmla="*/ 2 w 25"/>
                  <a:gd name="T19" fmla="*/ 16 h 59"/>
                  <a:gd name="T20" fmla="*/ 1 w 25"/>
                  <a:gd name="T21" fmla="*/ 7 h 59"/>
                  <a:gd name="T22" fmla="*/ 6 w 25"/>
                  <a:gd name="T23" fmla="*/ 1 h 59"/>
                  <a:gd name="T24" fmla="*/ 12 w 25"/>
                  <a:gd name="T25" fmla="*/ 6 h 59"/>
                  <a:gd name="T26" fmla="*/ 15 w 25"/>
                  <a:gd name="T27" fmla="*/ 10 h 59"/>
                  <a:gd name="T28" fmla="*/ 19 w 25"/>
                  <a:gd name="T29" fmla="*/ 13 h 59"/>
                  <a:gd name="T30" fmla="*/ 19 w 25"/>
                  <a:gd name="T31" fmla="*/ 17 h 59"/>
                  <a:gd name="T32" fmla="*/ 18 w 25"/>
                  <a:gd name="T33" fmla="*/ 23 h 59"/>
                  <a:gd name="T34" fmla="*/ 20 w 25"/>
                  <a:gd name="T35" fmla="*/ 27 h 59"/>
                  <a:gd name="T36" fmla="*/ 23 w 25"/>
                  <a:gd name="T37" fmla="*/ 29 h 59"/>
                  <a:gd name="T38" fmla="*/ 22 w 25"/>
                  <a:gd name="T39" fmla="*/ 37 h 59"/>
                  <a:gd name="T40" fmla="*/ 22 w 25"/>
                  <a:gd name="T41" fmla="*/ 41 h 59"/>
                  <a:gd name="T42" fmla="*/ 22 w 25"/>
                  <a:gd name="T43" fmla="*/ 46 h 59"/>
                  <a:gd name="T44" fmla="*/ 19 w 25"/>
                  <a:gd name="T45" fmla="*/ 53 h 59"/>
                  <a:gd name="T46" fmla="*/ 18 w 25"/>
                  <a:gd name="T47" fmla="*/ 56 h 59"/>
                  <a:gd name="T48" fmla="*/ 12 w 25"/>
                  <a:gd name="T49" fmla="*/ 57 h 59"/>
                  <a:gd name="T50" fmla="*/ 11 w 25"/>
                  <a:gd name="T51" fmla="*/ 52 h 59"/>
                  <a:gd name="T52" fmla="*/ 11 w 25"/>
                  <a:gd name="T53" fmla="*/ 4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59">
                    <a:moveTo>
                      <a:pt x="11" y="46"/>
                    </a:moveTo>
                    <a:cubicBezTo>
                      <a:pt x="11" y="46"/>
                      <a:pt x="11" y="44"/>
                      <a:pt x="10" y="44"/>
                    </a:cubicBezTo>
                    <a:cubicBezTo>
                      <a:pt x="10" y="43"/>
                      <a:pt x="8" y="43"/>
                      <a:pt x="8" y="42"/>
                    </a:cubicBezTo>
                    <a:cubicBezTo>
                      <a:pt x="7" y="41"/>
                      <a:pt x="6" y="39"/>
                      <a:pt x="6" y="38"/>
                    </a:cubicBezTo>
                    <a:cubicBezTo>
                      <a:pt x="5" y="37"/>
                      <a:pt x="5" y="36"/>
                      <a:pt x="5" y="35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6" y="31"/>
                      <a:pt x="3" y="28"/>
                      <a:pt x="5" y="27"/>
                    </a:cubicBezTo>
                    <a:cubicBezTo>
                      <a:pt x="6" y="26"/>
                      <a:pt x="8" y="26"/>
                      <a:pt x="9" y="25"/>
                    </a:cubicBezTo>
                    <a:cubicBezTo>
                      <a:pt x="9" y="24"/>
                      <a:pt x="9" y="22"/>
                      <a:pt x="9" y="21"/>
                    </a:cubicBezTo>
                    <a:cubicBezTo>
                      <a:pt x="6" y="20"/>
                      <a:pt x="3" y="19"/>
                      <a:pt x="2" y="16"/>
                    </a:cubicBezTo>
                    <a:cubicBezTo>
                      <a:pt x="1" y="13"/>
                      <a:pt x="0" y="10"/>
                      <a:pt x="1" y="7"/>
                    </a:cubicBezTo>
                    <a:cubicBezTo>
                      <a:pt x="1" y="4"/>
                      <a:pt x="3" y="2"/>
                      <a:pt x="6" y="1"/>
                    </a:cubicBezTo>
                    <a:cubicBezTo>
                      <a:pt x="9" y="0"/>
                      <a:pt x="10" y="4"/>
                      <a:pt x="12" y="6"/>
                    </a:cubicBezTo>
                    <a:cubicBezTo>
                      <a:pt x="13" y="7"/>
                      <a:pt x="14" y="8"/>
                      <a:pt x="15" y="10"/>
                    </a:cubicBezTo>
                    <a:cubicBezTo>
                      <a:pt x="16" y="11"/>
                      <a:pt x="18" y="11"/>
                      <a:pt x="19" y="13"/>
                    </a:cubicBezTo>
                    <a:cubicBezTo>
                      <a:pt x="20" y="14"/>
                      <a:pt x="20" y="16"/>
                      <a:pt x="19" y="17"/>
                    </a:cubicBezTo>
                    <a:cubicBezTo>
                      <a:pt x="19" y="19"/>
                      <a:pt x="18" y="21"/>
                      <a:pt x="18" y="23"/>
                    </a:cubicBezTo>
                    <a:cubicBezTo>
                      <a:pt x="18" y="25"/>
                      <a:pt x="19" y="26"/>
                      <a:pt x="20" y="27"/>
                    </a:cubicBezTo>
                    <a:cubicBezTo>
                      <a:pt x="21" y="27"/>
                      <a:pt x="22" y="28"/>
                      <a:pt x="23" y="29"/>
                    </a:cubicBezTo>
                    <a:cubicBezTo>
                      <a:pt x="25" y="32"/>
                      <a:pt x="23" y="34"/>
                      <a:pt x="22" y="37"/>
                    </a:cubicBezTo>
                    <a:cubicBezTo>
                      <a:pt x="22" y="38"/>
                      <a:pt x="22" y="40"/>
                      <a:pt x="22" y="41"/>
                    </a:cubicBezTo>
                    <a:cubicBezTo>
                      <a:pt x="22" y="43"/>
                      <a:pt x="23" y="45"/>
                      <a:pt x="22" y="46"/>
                    </a:cubicBezTo>
                    <a:cubicBezTo>
                      <a:pt x="21" y="49"/>
                      <a:pt x="17" y="49"/>
                      <a:pt x="19" y="53"/>
                    </a:cubicBezTo>
                    <a:cubicBezTo>
                      <a:pt x="19" y="54"/>
                      <a:pt x="19" y="55"/>
                      <a:pt x="18" y="56"/>
                    </a:cubicBezTo>
                    <a:cubicBezTo>
                      <a:pt x="17" y="58"/>
                      <a:pt x="13" y="59"/>
                      <a:pt x="12" y="57"/>
                    </a:cubicBezTo>
                    <a:cubicBezTo>
                      <a:pt x="11" y="55"/>
                      <a:pt x="11" y="54"/>
                      <a:pt x="11" y="52"/>
                    </a:cubicBezTo>
                    <a:cubicBezTo>
                      <a:pt x="12" y="50"/>
                      <a:pt x="12" y="48"/>
                      <a:pt x="11" y="4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5" name="Freeform 3125">
                <a:extLst>
                  <a:ext uri="{FF2B5EF4-FFF2-40B4-BE49-F238E27FC236}">
                    <a16:creationId xmlns:a16="http://schemas.microsoft.com/office/drawing/2014/main" id="{B190A50A-1761-4EB1-8236-2236AE3E9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881"/>
                <a:ext cx="4" cy="6"/>
              </a:xfrm>
              <a:custGeom>
                <a:avLst/>
                <a:gdLst>
                  <a:gd name="T0" fmla="*/ 1 w 10"/>
                  <a:gd name="T1" fmla="*/ 7 h 13"/>
                  <a:gd name="T2" fmla="*/ 3 w 10"/>
                  <a:gd name="T3" fmla="*/ 4 h 13"/>
                  <a:gd name="T4" fmla="*/ 5 w 10"/>
                  <a:gd name="T5" fmla="*/ 2 h 13"/>
                  <a:gd name="T6" fmla="*/ 6 w 10"/>
                  <a:gd name="T7" fmla="*/ 0 h 13"/>
                  <a:gd name="T8" fmla="*/ 9 w 10"/>
                  <a:gd name="T9" fmla="*/ 0 h 13"/>
                  <a:gd name="T10" fmla="*/ 10 w 10"/>
                  <a:gd name="T11" fmla="*/ 4 h 13"/>
                  <a:gd name="T12" fmla="*/ 8 w 10"/>
                  <a:gd name="T13" fmla="*/ 8 h 13"/>
                  <a:gd name="T14" fmla="*/ 5 w 10"/>
                  <a:gd name="T15" fmla="*/ 12 h 13"/>
                  <a:gd name="T16" fmla="*/ 2 w 10"/>
                  <a:gd name="T17" fmla="*/ 12 h 13"/>
                  <a:gd name="T18" fmla="*/ 1 w 10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1" y="7"/>
                    </a:moveTo>
                    <a:cubicBezTo>
                      <a:pt x="2" y="6"/>
                      <a:pt x="3" y="5"/>
                      <a:pt x="3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9" y="0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9"/>
                      <a:pt x="6" y="11"/>
                      <a:pt x="5" y="12"/>
                    </a:cubicBezTo>
                    <a:cubicBezTo>
                      <a:pt x="4" y="12"/>
                      <a:pt x="2" y="13"/>
                      <a:pt x="2" y="12"/>
                    </a:cubicBezTo>
                    <a:cubicBezTo>
                      <a:pt x="0" y="10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6" name="Freeform 3126">
                <a:extLst>
                  <a:ext uri="{FF2B5EF4-FFF2-40B4-BE49-F238E27FC236}">
                    <a16:creationId xmlns:a16="http://schemas.microsoft.com/office/drawing/2014/main" id="{D2F16F23-70DF-4D0E-A699-6369DD456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876"/>
                <a:ext cx="3" cy="3"/>
              </a:xfrm>
              <a:custGeom>
                <a:avLst/>
                <a:gdLst>
                  <a:gd name="T0" fmla="*/ 1 w 7"/>
                  <a:gd name="T1" fmla="*/ 2 h 7"/>
                  <a:gd name="T2" fmla="*/ 7 w 7"/>
                  <a:gd name="T3" fmla="*/ 3 h 7"/>
                  <a:gd name="T4" fmla="*/ 6 w 7"/>
                  <a:gd name="T5" fmla="*/ 1 h 7"/>
                  <a:gd name="T6" fmla="*/ 1 w 7"/>
                  <a:gd name="T7" fmla="*/ 1 h 7"/>
                  <a:gd name="T8" fmla="*/ 1 w 7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6"/>
                      <a:pt x="7" y="7"/>
                      <a:pt x="7" y="3"/>
                    </a:cubicBezTo>
                    <a:cubicBezTo>
                      <a:pt x="7" y="3"/>
                      <a:pt x="7" y="2"/>
                      <a:pt x="6" y="1"/>
                    </a:cubicBezTo>
                    <a:cubicBezTo>
                      <a:pt x="5" y="1"/>
                      <a:pt x="3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7" name="Freeform 3127">
                <a:extLst>
                  <a:ext uri="{FF2B5EF4-FFF2-40B4-BE49-F238E27FC236}">
                    <a16:creationId xmlns:a16="http://schemas.microsoft.com/office/drawing/2014/main" id="{3A15EF07-5BEB-4020-A894-46BBDB925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873"/>
                <a:ext cx="5" cy="8"/>
              </a:xfrm>
              <a:custGeom>
                <a:avLst/>
                <a:gdLst>
                  <a:gd name="T0" fmla="*/ 4 w 12"/>
                  <a:gd name="T1" fmla="*/ 16 h 20"/>
                  <a:gd name="T2" fmla="*/ 3 w 12"/>
                  <a:gd name="T3" fmla="*/ 18 h 20"/>
                  <a:gd name="T4" fmla="*/ 2 w 12"/>
                  <a:gd name="T5" fmla="*/ 20 h 20"/>
                  <a:gd name="T6" fmla="*/ 0 w 12"/>
                  <a:gd name="T7" fmla="*/ 18 h 20"/>
                  <a:gd name="T8" fmla="*/ 0 w 12"/>
                  <a:gd name="T9" fmla="*/ 17 h 20"/>
                  <a:gd name="T10" fmla="*/ 1 w 12"/>
                  <a:gd name="T11" fmla="*/ 14 h 20"/>
                  <a:gd name="T12" fmla="*/ 1 w 12"/>
                  <a:gd name="T13" fmla="*/ 10 h 20"/>
                  <a:gd name="T14" fmla="*/ 3 w 12"/>
                  <a:gd name="T15" fmla="*/ 9 h 20"/>
                  <a:gd name="T16" fmla="*/ 5 w 12"/>
                  <a:gd name="T17" fmla="*/ 7 h 20"/>
                  <a:gd name="T18" fmla="*/ 6 w 12"/>
                  <a:gd name="T19" fmla="*/ 3 h 20"/>
                  <a:gd name="T20" fmla="*/ 7 w 12"/>
                  <a:gd name="T21" fmla="*/ 1 h 20"/>
                  <a:gd name="T22" fmla="*/ 10 w 12"/>
                  <a:gd name="T23" fmla="*/ 1 h 20"/>
                  <a:gd name="T24" fmla="*/ 12 w 12"/>
                  <a:gd name="T25" fmla="*/ 1 h 20"/>
                  <a:gd name="T26" fmla="*/ 12 w 12"/>
                  <a:gd name="T27" fmla="*/ 3 h 20"/>
                  <a:gd name="T28" fmla="*/ 9 w 12"/>
                  <a:gd name="T29" fmla="*/ 6 h 20"/>
                  <a:gd name="T30" fmla="*/ 8 w 12"/>
                  <a:gd name="T31" fmla="*/ 9 h 20"/>
                  <a:gd name="T32" fmla="*/ 7 w 12"/>
                  <a:gd name="T33" fmla="*/ 13 h 20"/>
                  <a:gd name="T34" fmla="*/ 4 w 12"/>
                  <a:gd name="T3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" h="20">
                    <a:moveTo>
                      <a:pt x="4" y="16"/>
                    </a:moveTo>
                    <a:cubicBezTo>
                      <a:pt x="4" y="17"/>
                      <a:pt x="4" y="18"/>
                      <a:pt x="3" y="18"/>
                    </a:cubicBezTo>
                    <a:cubicBezTo>
                      <a:pt x="3" y="19"/>
                      <a:pt x="2" y="19"/>
                      <a:pt x="2" y="20"/>
                    </a:cubicBezTo>
                    <a:cubicBezTo>
                      <a:pt x="1" y="20"/>
                      <a:pt x="1" y="19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1" y="13"/>
                      <a:pt x="0" y="11"/>
                      <a:pt x="1" y="10"/>
                    </a:cubicBezTo>
                    <a:cubicBezTo>
                      <a:pt x="1" y="10"/>
                      <a:pt x="3" y="9"/>
                      <a:pt x="3" y="9"/>
                    </a:cubicBezTo>
                    <a:cubicBezTo>
                      <a:pt x="4" y="8"/>
                      <a:pt x="4" y="8"/>
                      <a:pt x="5" y="7"/>
                    </a:cubicBezTo>
                    <a:cubicBezTo>
                      <a:pt x="5" y="6"/>
                      <a:pt x="5" y="4"/>
                      <a:pt x="6" y="3"/>
                    </a:cubicBezTo>
                    <a:cubicBezTo>
                      <a:pt x="6" y="3"/>
                      <a:pt x="7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1" y="4"/>
                      <a:pt x="10" y="4"/>
                      <a:pt x="9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4"/>
                      <a:pt x="5" y="15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8" name="Freeform 3129">
                <a:extLst>
                  <a:ext uri="{FF2B5EF4-FFF2-40B4-BE49-F238E27FC236}">
                    <a16:creationId xmlns:a16="http://schemas.microsoft.com/office/drawing/2014/main" id="{596D8ADC-EFBC-4E75-A75B-5C56EDD6D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32"/>
                <a:ext cx="2" cy="3"/>
              </a:xfrm>
              <a:custGeom>
                <a:avLst/>
                <a:gdLst>
                  <a:gd name="T0" fmla="*/ 1 w 7"/>
                  <a:gd name="T1" fmla="*/ 8 h 8"/>
                  <a:gd name="T2" fmla="*/ 1 w 7"/>
                  <a:gd name="T3" fmla="*/ 6 h 8"/>
                  <a:gd name="T4" fmla="*/ 0 w 7"/>
                  <a:gd name="T5" fmla="*/ 3 h 8"/>
                  <a:gd name="T6" fmla="*/ 5 w 7"/>
                  <a:gd name="T7" fmla="*/ 1 h 8"/>
                  <a:gd name="T8" fmla="*/ 5 w 7"/>
                  <a:gd name="T9" fmla="*/ 7 h 8"/>
                  <a:gd name="T10" fmla="*/ 1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1" y="7"/>
                      <a:pt x="1" y="7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6" y="6"/>
                      <a:pt x="5" y="7"/>
                    </a:cubicBezTo>
                    <a:cubicBezTo>
                      <a:pt x="4" y="8"/>
                      <a:pt x="2" y="8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9" name="Freeform 3130">
                <a:extLst>
                  <a:ext uri="{FF2B5EF4-FFF2-40B4-BE49-F238E27FC236}">
                    <a16:creationId xmlns:a16="http://schemas.microsoft.com/office/drawing/2014/main" id="{9857FE22-CE43-43A1-AAAF-DAC4660C0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823"/>
                <a:ext cx="8" cy="9"/>
              </a:xfrm>
              <a:custGeom>
                <a:avLst/>
                <a:gdLst>
                  <a:gd name="T0" fmla="*/ 0 w 21"/>
                  <a:gd name="T1" fmla="*/ 16 h 22"/>
                  <a:gd name="T2" fmla="*/ 1 w 21"/>
                  <a:gd name="T3" fmla="*/ 11 h 22"/>
                  <a:gd name="T4" fmla="*/ 6 w 21"/>
                  <a:gd name="T5" fmla="*/ 8 h 22"/>
                  <a:gd name="T6" fmla="*/ 8 w 21"/>
                  <a:gd name="T7" fmla="*/ 5 h 22"/>
                  <a:gd name="T8" fmla="*/ 10 w 21"/>
                  <a:gd name="T9" fmla="*/ 4 h 22"/>
                  <a:gd name="T10" fmla="*/ 15 w 21"/>
                  <a:gd name="T11" fmla="*/ 2 h 22"/>
                  <a:gd name="T12" fmla="*/ 17 w 21"/>
                  <a:gd name="T13" fmla="*/ 0 h 22"/>
                  <a:gd name="T14" fmla="*/ 20 w 21"/>
                  <a:gd name="T15" fmla="*/ 0 h 22"/>
                  <a:gd name="T16" fmla="*/ 19 w 21"/>
                  <a:gd name="T17" fmla="*/ 7 h 22"/>
                  <a:gd name="T18" fmla="*/ 15 w 21"/>
                  <a:gd name="T19" fmla="*/ 10 h 22"/>
                  <a:gd name="T20" fmla="*/ 12 w 21"/>
                  <a:gd name="T21" fmla="*/ 12 h 22"/>
                  <a:gd name="T22" fmla="*/ 10 w 21"/>
                  <a:gd name="T23" fmla="*/ 20 h 22"/>
                  <a:gd name="T24" fmla="*/ 6 w 21"/>
                  <a:gd name="T25" fmla="*/ 22 h 22"/>
                  <a:gd name="T26" fmla="*/ 1 w 21"/>
                  <a:gd name="T27" fmla="*/ 21 h 22"/>
                  <a:gd name="T28" fmla="*/ 0 w 21"/>
                  <a:gd name="T29" fmla="*/ 18 h 22"/>
                  <a:gd name="T30" fmla="*/ 0 w 21"/>
                  <a:gd name="T31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0" y="16"/>
                    </a:moveTo>
                    <a:cubicBezTo>
                      <a:pt x="0" y="14"/>
                      <a:pt x="0" y="13"/>
                      <a:pt x="1" y="11"/>
                    </a:cubicBez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8" y="7"/>
                      <a:pt x="8" y="5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12" y="4"/>
                      <a:pt x="15" y="3"/>
                      <a:pt x="15" y="2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0"/>
                      <a:pt x="20" y="0"/>
                    </a:cubicBezTo>
                    <a:cubicBezTo>
                      <a:pt x="21" y="2"/>
                      <a:pt x="20" y="6"/>
                      <a:pt x="19" y="7"/>
                    </a:cubicBezTo>
                    <a:cubicBezTo>
                      <a:pt x="18" y="8"/>
                      <a:pt x="16" y="9"/>
                      <a:pt x="15" y="10"/>
                    </a:cubicBezTo>
                    <a:cubicBezTo>
                      <a:pt x="14" y="11"/>
                      <a:pt x="13" y="11"/>
                      <a:pt x="12" y="12"/>
                    </a:cubicBezTo>
                    <a:cubicBezTo>
                      <a:pt x="10" y="13"/>
                      <a:pt x="10" y="17"/>
                      <a:pt x="10" y="20"/>
                    </a:cubicBezTo>
                    <a:cubicBezTo>
                      <a:pt x="9" y="22"/>
                      <a:pt x="8" y="22"/>
                      <a:pt x="6" y="22"/>
                    </a:cubicBezTo>
                    <a:cubicBezTo>
                      <a:pt x="4" y="22"/>
                      <a:pt x="3" y="22"/>
                      <a:pt x="1" y="21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0" y="17"/>
                      <a:pt x="0" y="17"/>
                      <a:pt x="0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0" name="Freeform 3132">
                <a:extLst>
                  <a:ext uri="{FF2B5EF4-FFF2-40B4-BE49-F238E27FC236}">
                    <a16:creationId xmlns:a16="http://schemas.microsoft.com/office/drawing/2014/main" id="{E6FDFC6A-0CCF-400B-86E8-D658788C0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824"/>
                <a:ext cx="6" cy="5"/>
              </a:xfrm>
              <a:custGeom>
                <a:avLst/>
                <a:gdLst>
                  <a:gd name="T0" fmla="*/ 4 w 15"/>
                  <a:gd name="T1" fmla="*/ 10 h 12"/>
                  <a:gd name="T2" fmla="*/ 2 w 15"/>
                  <a:gd name="T3" fmla="*/ 10 h 12"/>
                  <a:gd name="T4" fmla="*/ 1 w 15"/>
                  <a:gd name="T5" fmla="*/ 6 h 12"/>
                  <a:gd name="T6" fmla="*/ 6 w 15"/>
                  <a:gd name="T7" fmla="*/ 4 h 12"/>
                  <a:gd name="T8" fmla="*/ 10 w 15"/>
                  <a:gd name="T9" fmla="*/ 1 h 12"/>
                  <a:gd name="T10" fmla="*/ 14 w 15"/>
                  <a:gd name="T11" fmla="*/ 2 h 12"/>
                  <a:gd name="T12" fmla="*/ 14 w 15"/>
                  <a:gd name="T13" fmla="*/ 7 h 12"/>
                  <a:gd name="T14" fmla="*/ 13 w 15"/>
                  <a:gd name="T15" fmla="*/ 11 h 12"/>
                  <a:gd name="T16" fmla="*/ 8 w 15"/>
                  <a:gd name="T17" fmla="*/ 11 h 12"/>
                  <a:gd name="T18" fmla="*/ 7 w 15"/>
                  <a:gd name="T19" fmla="*/ 11 h 12"/>
                  <a:gd name="T20" fmla="*/ 4 w 15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4" y="10"/>
                    </a:moveTo>
                    <a:cubicBezTo>
                      <a:pt x="3" y="10"/>
                      <a:pt x="2" y="11"/>
                      <a:pt x="2" y="10"/>
                    </a:cubicBezTo>
                    <a:cubicBezTo>
                      <a:pt x="1" y="9"/>
                      <a:pt x="0" y="7"/>
                      <a:pt x="1" y="6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8" y="3"/>
                      <a:pt x="9" y="2"/>
                      <a:pt x="10" y="1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4" y="9"/>
                      <a:pt x="14" y="10"/>
                      <a:pt x="13" y="11"/>
                    </a:cubicBezTo>
                    <a:cubicBezTo>
                      <a:pt x="11" y="11"/>
                      <a:pt x="9" y="12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1" name="Freeform 3133">
                <a:extLst>
                  <a:ext uri="{FF2B5EF4-FFF2-40B4-BE49-F238E27FC236}">
                    <a16:creationId xmlns:a16="http://schemas.microsoft.com/office/drawing/2014/main" id="{3098D8C4-ED2D-43B7-AF3F-FB473CF0E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813"/>
                <a:ext cx="7" cy="13"/>
              </a:xfrm>
              <a:custGeom>
                <a:avLst/>
                <a:gdLst>
                  <a:gd name="T0" fmla="*/ 3 w 17"/>
                  <a:gd name="T1" fmla="*/ 28 h 32"/>
                  <a:gd name="T2" fmla="*/ 1 w 17"/>
                  <a:gd name="T3" fmla="*/ 30 h 32"/>
                  <a:gd name="T4" fmla="*/ 1 w 17"/>
                  <a:gd name="T5" fmla="*/ 26 h 32"/>
                  <a:gd name="T6" fmla="*/ 1 w 17"/>
                  <a:gd name="T7" fmla="*/ 22 h 32"/>
                  <a:gd name="T8" fmla="*/ 3 w 17"/>
                  <a:gd name="T9" fmla="*/ 18 h 32"/>
                  <a:gd name="T10" fmla="*/ 6 w 17"/>
                  <a:gd name="T11" fmla="*/ 15 h 32"/>
                  <a:gd name="T12" fmla="*/ 7 w 17"/>
                  <a:gd name="T13" fmla="*/ 11 h 32"/>
                  <a:gd name="T14" fmla="*/ 10 w 17"/>
                  <a:gd name="T15" fmla="*/ 8 h 32"/>
                  <a:gd name="T16" fmla="*/ 11 w 17"/>
                  <a:gd name="T17" fmla="*/ 1 h 32"/>
                  <a:gd name="T18" fmla="*/ 17 w 17"/>
                  <a:gd name="T19" fmla="*/ 3 h 32"/>
                  <a:gd name="T20" fmla="*/ 15 w 17"/>
                  <a:gd name="T21" fmla="*/ 6 h 32"/>
                  <a:gd name="T22" fmla="*/ 14 w 17"/>
                  <a:gd name="T23" fmla="*/ 10 h 32"/>
                  <a:gd name="T24" fmla="*/ 11 w 17"/>
                  <a:gd name="T25" fmla="*/ 14 h 32"/>
                  <a:gd name="T26" fmla="*/ 8 w 17"/>
                  <a:gd name="T27" fmla="*/ 17 h 32"/>
                  <a:gd name="T28" fmla="*/ 8 w 17"/>
                  <a:gd name="T29" fmla="*/ 21 h 32"/>
                  <a:gd name="T30" fmla="*/ 9 w 17"/>
                  <a:gd name="T31" fmla="*/ 24 h 32"/>
                  <a:gd name="T32" fmla="*/ 12 w 17"/>
                  <a:gd name="T33" fmla="*/ 27 h 32"/>
                  <a:gd name="T34" fmla="*/ 10 w 17"/>
                  <a:gd name="T35" fmla="*/ 31 h 32"/>
                  <a:gd name="T36" fmla="*/ 7 w 17"/>
                  <a:gd name="T37" fmla="*/ 31 h 32"/>
                  <a:gd name="T38" fmla="*/ 3 w 17"/>
                  <a:gd name="T39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32">
                    <a:moveTo>
                      <a:pt x="3" y="28"/>
                    </a:moveTo>
                    <a:cubicBezTo>
                      <a:pt x="3" y="29"/>
                      <a:pt x="2" y="30"/>
                      <a:pt x="1" y="30"/>
                    </a:cubicBezTo>
                    <a:cubicBezTo>
                      <a:pt x="0" y="29"/>
                      <a:pt x="0" y="27"/>
                      <a:pt x="1" y="26"/>
                    </a:cubicBezTo>
                    <a:cubicBezTo>
                      <a:pt x="1" y="24"/>
                      <a:pt x="1" y="23"/>
                      <a:pt x="1" y="22"/>
                    </a:cubicBezTo>
                    <a:cubicBezTo>
                      <a:pt x="2" y="20"/>
                      <a:pt x="2" y="19"/>
                      <a:pt x="3" y="18"/>
                    </a:cubicBezTo>
                    <a:cubicBezTo>
                      <a:pt x="4" y="17"/>
                      <a:pt x="6" y="17"/>
                      <a:pt x="6" y="15"/>
                    </a:cubicBezTo>
                    <a:cubicBezTo>
                      <a:pt x="7" y="14"/>
                      <a:pt x="7" y="12"/>
                      <a:pt x="7" y="11"/>
                    </a:cubicBezTo>
                    <a:cubicBezTo>
                      <a:pt x="8" y="10"/>
                      <a:pt x="9" y="9"/>
                      <a:pt x="10" y="8"/>
                    </a:cubicBezTo>
                    <a:cubicBezTo>
                      <a:pt x="11" y="6"/>
                      <a:pt x="8" y="2"/>
                      <a:pt x="11" y="1"/>
                    </a:cubicBezTo>
                    <a:cubicBezTo>
                      <a:pt x="12" y="0"/>
                      <a:pt x="16" y="1"/>
                      <a:pt x="17" y="3"/>
                    </a:cubicBezTo>
                    <a:cubicBezTo>
                      <a:pt x="17" y="5"/>
                      <a:pt x="16" y="5"/>
                      <a:pt x="15" y="6"/>
                    </a:cubicBezTo>
                    <a:cubicBezTo>
                      <a:pt x="14" y="7"/>
                      <a:pt x="14" y="8"/>
                      <a:pt x="14" y="10"/>
                    </a:cubicBezTo>
                    <a:cubicBezTo>
                      <a:pt x="14" y="11"/>
                      <a:pt x="12" y="13"/>
                      <a:pt x="11" y="14"/>
                    </a:cubicBezTo>
                    <a:cubicBezTo>
                      <a:pt x="10" y="14"/>
                      <a:pt x="9" y="15"/>
                      <a:pt x="8" y="17"/>
                    </a:cubicBezTo>
                    <a:cubicBezTo>
                      <a:pt x="8" y="18"/>
                      <a:pt x="8" y="20"/>
                      <a:pt x="8" y="21"/>
                    </a:cubicBezTo>
                    <a:cubicBezTo>
                      <a:pt x="8" y="23"/>
                      <a:pt x="8" y="24"/>
                      <a:pt x="9" y="24"/>
                    </a:cubicBez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9"/>
                      <a:pt x="11" y="30"/>
                      <a:pt x="10" y="31"/>
                    </a:cubicBezTo>
                    <a:cubicBezTo>
                      <a:pt x="9" y="32"/>
                      <a:pt x="8" y="31"/>
                      <a:pt x="7" y="31"/>
                    </a:cubicBezTo>
                    <a:cubicBezTo>
                      <a:pt x="7" y="29"/>
                      <a:pt x="5" y="27"/>
                      <a:pt x="3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2" name="Freeform 3134">
                <a:extLst>
                  <a:ext uri="{FF2B5EF4-FFF2-40B4-BE49-F238E27FC236}">
                    <a16:creationId xmlns:a16="http://schemas.microsoft.com/office/drawing/2014/main" id="{D1921CC3-9BFA-482B-A78E-EB202BADB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804"/>
                <a:ext cx="7" cy="4"/>
              </a:xfrm>
              <a:custGeom>
                <a:avLst/>
                <a:gdLst>
                  <a:gd name="T0" fmla="*/ 7 w 17"/>
                  <a:gd name="T1" fmla="*/ 8 h 10"/>
                  <a:gd name="T2" fmla="*/ 6 w 17"/>
                  <a:gd name="T3" fmla="*/ 9 h 10"/>
                  <a:gd name="T4" fmla="*/ 4 w 17"/>
                  <a:gd name="T5" fmla="*/ 8 h 10"/>
                  <a:gd name="T6" fmla="*/ 1 w 17"/>
                  <a:gd name="T7" fmla="*/ 7 h 10"/>
                  <a:gd name="T8" fmla="*/ 2 w 17"/>
                  <a:gd name="T9" fmla="*/ 4 h 10"/>
                  <a:gd name="T10" fmla="*/ 6 w 17"/>
                  <a:gd name="T11" fmla="*/ 3 h 10"/>
                  <a:gd name="T12" fmla="*/ 8 w 17"/>
                  <a:gd name="T13" fmla="*/ 2 h 10"/>
                  <a:gd name="T14" fmla="*/ 12 w 17"/>
                  <a:gd name="T15" fmla="*/ 0 h 10"/>
                  <a:gd name="T16" fmla="*/ 15 w 17"/>
                  <a:gd name="T17" fmla="*/ 0 h 10"/>
                  <a:gd name="T18" fmla="*/ 15 w 17"/>
                  <a:gd name="T19" fmla="*/ 3 h 10"/>
                  <a:gd name="T20" fmla="*/ 13 w 17"/>
                  <a:gd name="T21" fmla="*/ 3 h 10"/>
                  <a:gd name="T22" fmla="*/ 12 w 17"/>
                  <a:gd name="T23" fmla="*/ 4 h 10"/>
                  <a:gd name="T24" fmla="*/ 7 w 17"/>
                  <a:gd name="T2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7" y="8"/>
                    </a:moveTo>
                    <a:cubicBezTo>
                      <a:pt x="7" y="9"/>
                      <a:pt x="7" y="9"/>
                      <a:pt x="6" y="9"/>
                    </a:cubicBezTo>
                    <a:cubicBezTo>
                      <a:pt x="4" y="10"/>
                      <a:pt x="5" y="8"/>
                      <a:pt x="4" y="8"/>
                    </a:cubicBezTo>
                    <a:cubicBezTo>
                      <a:pt x="4" y="6"/>
                      <a:pt x="2" y="8"/>
                      <a:pt x="1" y="7"/>
                    </a:cubicBezTo>
                    <a:cubicBezTo>
                      <a:pt x="0" y="6"/>
                      <a:pt x="2" y="5"/>
                      <a:pt x="2" y="4"/>
                    </a:cubicBezTo>
                    <a:cubicBezTo>
                      <a:pt x="3" y="4"/>
                      <a:pt x="5" y="4"/>
                      <a:pt x="6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3" y="0"/>
                      <a:pt x="15" y="0"/>
                      <a:pt x="15" y="0"/>
                    </a:cubicBezTo>
                    <a:cubicBezTo>
                      <a:pt x="17" y="1"/>
                      <a:pt x="17" y="3"/>
                      <a:pt x="15" y="3"/>
                    </a:cubicBezTo>
                    <a:cubicBezTo>
                      <a:pt x="15" y="3"/>
                      <a:pt x="14" y="3"/>
                      <a:pt x="13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1" y="6"/>
                      <a:pt x="9" y="7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3" name="Freeform 3135">
                <a:extLst>
                  <a:ext uri="{FF2B5EF4-FFF2-40B4-BE49-F238E27FC236}">
                    <a16:creationId xmlns:a16="http://schemas.microsoft.com/office/drawing/2014/main" id="{D986C721-FABB-4774-B0F0-4139AD0F5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791"/>
                <a:ext cx="11" cy="7"/>
              </a:xfrm>
              <a:custGeom>
                <a:avLst/>
                <a:gdLst>
                  <a:gd name="T0" fmla="*/ 3 w 26"/>
                  <a:gd name="T1" fmla="*/ 17 h 17"/>
                  <a:gd name="T2" fmla="*/ 1 w 26"/>
                  <a:gd name="T3" fmla="*/ 13 h 17"/>
                  <a:gd name="T4" fmla="*/ 7 w 26"/>
                  <a:gd name="T5" fmla="*/ 9 h 17"/>
                  <a:gd name="T6" fmla="*/ 12 w 26"/>
                  <a:gd name="T7" fmla="*/ 7 h 17"/>
                  <a:gd name="T8" fmla="*/ 14 w 26"/>
                  <a:gd name="T9" fmla="*/ 6 h 17"/>
                  <a:gd name="T10" fmla="*/ 16 w 26"/>
                  <a:gd name="T11" fmla="*/ 5 h 17"/>
                  <a:gd name="T12" fmla="*/ 21 w 26"/>
                  <a:gd name="T13" fmla="*/ 2 h 17"/>
                  <a:gd name="T14" fmla="*/ 25 w 26"/>
                  <a:gd name="T15" fmla="*/ 1 h 17"/>
                  <a:gd name="T16" fmla="*/ 25 w 26"/>
                  <a:gd name="T17" fmla="*/ 4 h 17"/>
                  <a:gd name="T18" fmla="*/ 19 w 26"/>
                  <a:gd name="T19" fmla="*/ 8 h 17"/>
                  <a:gd name="T20" fmla="*/ 16 w 26"/>
                  <a:gd name="T21" fmla="*/ 9 h 17"/>
                  <a:gd name="T22" fmla="*/ 11 w 26"/>
                  <a:gd name="T23" fmla="*/ 13 h 17"/>
                  <a:gd name="T24" fmla="*/ 7 w 26"/>
                  <a:gd name="T25" fmla="*/ 16 h 17"/>
                  <a:gd name="T26" fmla="*/ 5 w 26"/>
                  <a:gd name="T27" fmla="*/ 16 h 17"/>
                  <a:gd name="T28" fmla="*/ 3 w 26"/>
                  <a:gd name="T2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7">
                    <a:moveTo>
                      <a:pt x="3" y="17"/>
                    </a:moveTo>
                    <a:cubicBezTo>
                      <a:pt x="1" y="17"/>
                      <a:pt x="0" y="14"/>
                      <a:pt x="1" y="13"/>
                    </a:cubicBezTo>
                    <a:cubicBezTo>
                      <a:pt x="1" y="11"/>
                      <a:pt x="5" y="10"/>
                      <a:pt x="7" y="9"/>
                    </a:cubicBezTo>
                    <a:cubicBezTo>
                      <a:pt x="8" y="9"/>
                      <a:pt x="10" y="8"/>
                      <a:pt x="12" y="7"/>
                    </a:cubicBezTo>
                    <a:cubicBezTo>
                      <a:pt x="12" y="7"/>
                      <a:pt x="13" y="6"/>
                      <a:pt x="14" y="6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8" y="4"/>
                      <a:pt x="19" y="4"/>
                      <a:pt x="21" y="2"/>
                    </a:cubicBezTo>
                    <a:cubicBezTo>
                      <a:pt x="22" y="1"/>
                      <a:pt x="23" y="0"/>
                      <a:pt x="25" y="1"/>
                    </a:cubicBezTo>
                    <a:cubicBezTo>
                      <a:pt x="26" y="1"/>
                      <a:pt x="26" y="3"/>
                      <a:pt x="25" y="4"/>
                    </a:cubicBezTo>
                    <a:cubicBezTo>
                      <a:pt x="23" y="6"/>
                      <a:pt x="21" y="7"/>
                      <a:pt x="19" y="8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5" y="11"/>
                      <a:pt x="13" y="12"/>
                      <a:pt x="11" y="13"/>
                    </a:cubicBezTo>
                    <a:cubicBezTo>
                      <a:pt x="10" y="14"/>
                      <a:pt x="8" y="16"/>
                      <a:pt x="7" y="16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7"/>
                      <a:pt x="3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4" name="Freeform 3136">
                <a:extLst>
                  <a:ext uri="{FF2B5EF4-FFF2-40B4-BE49-F238E27FC236}">
                    <a16:creationId xmlns:a16="http://schemas.microsoft.com/office/drawing/2014/main" id="{69ADCA07-966E-4E26-93C3-204878254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22"/>
                <a:ext cx="2" cy="2"/>
              </a:xfrm>
              <a:custGeom>
                <a:avLst/>
                <a:gdLst>
                  <a:gd name="T0" fmla="*/ 1 w 7"/>
                  <a:gd name="T1" fmla="*/ 5 h 5"/>
                  <a:gd name="T2" fmla="*/ 0 w 7"/>
                  <a:gd name="T3" fmla="*/ 4 h 5"/>
                  <a:gd name="T4" fmla="*/ 1 w 7"/>
                  <a:gd name="T5" fmla="*/ 1 h 5"/>
                  <a:gd name="T6" fmla="*/ 5 w 7"/>
                  <a:gd name="T7" fmla="*/ 1 h 5"/>
                  <a:gd name="T8" fmla="*/ 7 w 7"/>
                  <a:gd name="T9" fmla="*/ 2 h 5"/>
                  <a:gd name="T10" fmla="*/ 5 w 7"/>
                  <a:gd name="T11" fmla="*/ 5 h 5"/>
                  <a:gd name="T12" fmla="*/ 4 w 7"/>
                  <a:gd name="T13" fmla="*/ 5 h 5"/>
                  <a:gd name="T14" fmla="*/ 3 w 7"/>
                  <a:gd name="T15" fmla="*/ 5 h 5"/>
                  <a:gd name="T16" fmla="*/ 1 w 7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4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5" name="Freeform 3137">
                <a:extLst>
                  <a:ext uri="{FF2B5EF4-FFF2-40B4-BE49-F238E27FC236}">
                    <a16:creationId xmlns:a16="http://schemas.microsoft.com/office/drawing/2014/main" id="{49044E75-A701-4659-A781-AA33A2102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818"/>
                <a:ext cx="2" cy="3"/>
              </a:xfrm>
              <a:custGeom>
                <a:avLst/>
                <a:gdLst>
                  <a:gd name="T0" fmla="*/ 4 w 6"/>
                  <a:gd name="T1" fmla="*/ 4 h 7"/>
                  <a:gd name="T2" fmla="*/ 1 w 6"/>
                  <a:gd name="T3" fmla="*/ 7 h 7"/>
                  <a:gd name="T4" fmla="*/ 1 w 6"/>
                  <a:gd name="T5" fmla="*/ 4 h 7"/>
                  <a:gd name="T6" fmla="*/ 3 w 6"/>
                  <a:gd name="T7" fmla="*/ 2 h 7"/>
                  <a:gd name="T8" fmla="*/ 6 w 6"/>
                  <a:gd name="T9" fmla="*/ 1 h 7"/>
                  <a:gd name="T10" fmla="*/ 4 w 6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4" y="4"/>
                    </a:moveTo>
                    <a:cubicBezTo>
                      <a:pt x="3" y="4"/>
                      <a:pt x="3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6" name="Freeform 3138">
                <a:extLst>
                  <a:ext uri="{FF2B5EF4-FFF2-40B4-BE49-F238E27FC236}">
                    <a16:creationId xmlns:a16="http://schemas.microsoft.com/office/drawing/2014/main" id="{75CE1300-9EE5-4B32-8333-FBA84ABFE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21"/>
                <a:ext cx="2" cy="2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3 w 4"/>
                  <a:gd name="T5" fmla="*/ 1 h 5"/>
                  <a:gd name="T6" fmla="*/ 4 w 4"/>
                  <a:gd name="T7" fmla="*/ 4 h 5"/>
                  <a:gd name="T8" fmla="*/ 1 w 4"/>
                  <a:gd name="T9" fmla="*/ 4 h 5"/>
                  <a:gd name="T10" fmla="*/ 0 w 4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2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7" name="Freeform 3139">
                <a:extLst>
                  <a:ext uri="{FF2B5EF4-FFF2-40B4-BE49-F238E27FC236}">
                    <a16:creationId xmlns:a16="http://schemas.microsoft.com/office/drawing/2014/main" id="{ECB1F898-21E5-4788-9503-16EF7314F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18"/>
                <a:ext cx="1" cy="3"/>
              </a:xfrm>
              <a:custGeom>
                <a:avLst/>
                <a:gdLst>
                  <a:gd name="T0" fmla="*/ 2 w 4"/>
                  <a:gd name="T1" fmla="*/ 2 h 6"/>
                  <a:gd name="T2" fmla="*/ 2 w 4"/>
                  <a:gd name="T3" fmla="*/ 2 h 6"/>
                  <a:gd name="T4" fmla="*/ 3 w 4"/>
                  <a:gd name="T5" fmla="*/ 1 h 6"/>
                  <a:gd name="T6" fmla="*/ 4 w 4"/>
                  <a:gd name="T7" fmla="*/ 2 h 6"/>
                  <a:gd name="T8" fmla="*/ 2 w 4"/>
                  <a:gd name="T9" fmla="*/ 6 h 6"/>
                  <a:gd name="T10" fmla="*/ 2 w 4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6"/>
                      <a:pt x="2" y="6"/>
                    </a:cubicBezTo>
                    <a:cubicBezTo>
                      <a:pt x="0" y="6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8" name="Freeform 3140">
                <a:extLst>
                  <a:ext uri="{FF2B5EF4-FFF2-40B4-BE49-F238E27FC236}">
                    <a16:creationId xmlns:a16="http://schemas.microsoft.com/office/drawing/2014/main" id="{93561AD1-581D-459F-A7F1-06B2163C9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96"/>
                <a:ext cx="5" cy="4"/>
              </a:xfrm>
              <a:custGeom>
                <a:avLst/>
                <a:gdLst>
                  <a:gd name="T0" fmla="*/ 7 w 11"/>
                  <a:gd name="T1" fmla="*/ 6 h 10"/>
                  <a:gd name="T2" fmla="*/ 7 w 11"/>
                  <a:gd name="T3" fmla="*/ 6 h 10"/>
                  <a:gd name="T4" fmla="*/ 7 w 11"/>
                  <a:gd name="T5" fmla="*/ 7 h 10"/>
                  <a:gd name="T6" fmla="*/ 6 w 11"/>
                  <a:gd name="T7" fmla="*/ 9 h 10"/>
                  <a:gd name="T8" fmla="*/ 2 w 11"/>
                  <a:gd name="T9" fmla="*/ 8 h 10"/>
                  <a:gd name="T10" fmla="*/ 4 w 11"/>
                  <a:gd name="T11" fmla="*/ 5 h 10"/>
                  <a:gd name="T12" fmla="*/ 5 w 11"/>
                  <a:gd name="T13" fmla="*/ 2 h 10"/>
                  <a:gd name="T14" fmla="*/ 7 w 11"/>
                  <a:gd name="T15" fmla="*/ 1 h 10"/>
                  <a:gd name="T16" fmla="*/ 9 w 11"/>
                  <a:gd name="T17" fmla="*/ 0 h 10"/>
                  <a:gd name="T18" fmla="*/ 10 w 11"/>
                  <a:gd name="T19" fmla="*/ 5 h 10"/>
                  <a:gd name="T20" fmla="*/ 7 w 11"/>
                  <a:gd name="T2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0"/>
                      <a:pt x="3" y="9"/>
                      <a:pt x="2" y="8"/>
                    </a:cubicBezTo>
                    <a:cubicBezTo>
                      <a:pt x="0" y="7"/>
                      <a:pt x="4" y="6"/>
                      <a:pt x="4" y="5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1"/>
                      <a:pt x="11" y="3"/>
                      <a:pt x="10" y="5"/>
                    </a:cubicBezTo>
                    <a:cubicBezTo>
                      <a:pt x="10" y="5"/>
                      <a:pt x="8" y="5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9" name="Freeform 3142">
                <a:extLst>
                  <a:ext uri="{FF2B5EF4-FFF2-40B4-BE49-F238E27FC236}">
                    <a16:creationId xmlns:a16="http://schemas.microsoft.com/office/drawing/2014/main" id="{8BDAD042-58D3-471B-8DB8-DECCD63DF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783"/>
                <a:ext cx="9" cy="5"/>
              </a:xfrm>
              <a:custGeom>
                <a:avLst/>
                <a:gdLst>
                  <a:gd name="T0" fmla="*/ 3 w 21"/>
                  <a:gd name="T1" fmla="*/ 5 h 14"/>
                  <a:gd name="T2" fmla="*/ 1 w 21"/>
                  <a:gd name="T3" fmla="*/ 2 h 14"/>
                  <a:gd name="T4" fmla="*/ 0 w 21"/>
                  <a:gd name="T5" fmla="*/ 0 h 14"/>
                  <a:gd name="T6" fmla="*/ 2 w 21"/>
                  <a:gd name="T7" fmla="*/ 0 h 14"/>
                  <a:gd name="T8" fmla="*/ 5 w 21"/>
                  <a:gd name="T9" fmla="*/ 2 h 14"/>
                  <a:gd name="T10" fmla="*/ 8 w 21"/>
                  <a:gd name="T11" fmla="*/ 3 h 14"/>
                  <a:gd name="T12" fmla="*/ 12 w 21"/>
                  <a:gd name="T13" fmla="*/ 4 h 14"/>
                  <a:gd name="T14" fmla="*/ 16 w 21"/>
                  <a:gd name="T15" fmla="*/ 5 h 14"/>
                  <a:gd name="T16" fmla="*/ 19 w 21"/>
                  <a:gd name="T17" fmla="*/ 8 h 14"/>
                  <a:gd name="T18" fmla="*/ 21 w 21"/>
                  <a:gd name="T19" fmla="*/ 12 h 14"/>
                  <a:gd name="T20" fmla="*/ 18 w 21"/>
                  <a:gd name="T21" fmla="*/ 13 h 14"/>
                  <a:gd name="T22" fmla="*/ 15 w 21"/>
                  <a:gd name="T23" fmla="*/ 13 h 14"/>
                  <a:gd name="T24" fmla="*/ 13 w 21"/>
                  <a:gd name="T25" fmla="*/ 12 h 14"/>
                  <a:gd name="T26" fmla="*/ 10 w 21"/>
                  <a:gd name="T27" fmla="*/ 10 h 14"/>
                  <a:gd name="T28" fmla="*/ 9 w 21"/>
                  <a:gd name="T29" fmla="*/ 8 h 14"/>
                  <a:gd name="T30" fmla="*/ 6 w 21"/>
                  <a:gd name="T31" fmla="*/ 7 h 14"/>
                  <a:gd name="T32" fmla="*/ 3 w 21"/>
                  <a:gd name="T3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4">
                    <a:moveTo>
                      <a:pt x="3" y="5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9" y="3"/>
                      <a:pt x="11" y="3"/>
                      <a:pt x="12" y="4"/>
                    </a:cubicBezTo>
                    <a:cubicBezTo>
                      <a:pt x="14" y="4"/>
                      <a:pt x="15" y="4"/>
                      <a:pt x="16" y="5"/>
                    </a:cubicBezTo>
                    <a:cubicBezTo>
                      <a:pt x="17" y="6"/>
                      <a:pt x="18" y="7"/>
                      <a:pt x="19" y="8"/>
                    </a:cubicBezTo>
                    <a:cubicBezTo>
                      <a:pt x="20" y="8"/>
                      <a:pt x="21" y="10"/>
                      <a:pt x="21" y="12"/>
                    </a:cubicBezTo>
                    <a:cubicBezTo>
                      <a:pt x="21" y="14"/>
                      <a:pt x="19" y="13"/>
                      <a:pt x="18" y="13"/>
                    </a:cubicBezTo>
                    <a:cubicBezTo>
                      <a:pt x="17" y="13"/>
                      <a:pt x="16" y="13"/>
                      <a:pt x="15" y="13"/>
                    </a:cubicBezTo>
                    <a:cubicBezTo>
                      <a:pt x="14" y="13"/>
                      <a:pt x="13" y="13"/>
                      <a:pt x="13" y="12"/>
                    </a:cubicBezTo>
                    <a:cubicBezTo>
                      <a:pt x="12" y="12"/>
                      <a:pt x="11" y="11"/>
                      <a:pt x="10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8"/>
                      <a:pt x="7" y="8"/>
                      <a:pt x="6" y="7"/>
                    </a:cubicBezTo>
                    <a:cubicBezTo>
                      <a:pt x="5" y="7"/>
                      <a:pt x="4" y="6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0" name="Freeform 3143">
                <a:extLst>
                  <a:ext uri="{FF2B5EF4-FFF2-40B4-BE49-F238E27FC236}">
                    <a16:creationId xmlns:a16="http://schemas.microsoft.com/office/drawing/2014/main" id="{3A3424FD-2A2E-4DF3-BD21-94B26BACF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67"/>
                <a:ext cx="4" cy="4"/>
              </a:xfrm>
              <a:custGeom>
                <a:avLst/>
                <a:gdLst>
                  <a:gd name="T0" fmla="*/ 2 w 10"/>
                  <a:gd name="T1" fmla="*/ 3 h 9"/>
                  <a:gd name="T2" fmla="*/ 3 w 10"/>
                  <a:gd name="T3" fmla="*/ 2 h 9"/>
                  <a:gd name="T4" fmla="*/ 6 w 10"/>
                  <a:gd name="T5" fmla="*/ 0 h 9"/>
                  <a:gd name="T6" fmla="*/ 8 w 10"/>
                  <a:gd name="T7" fmla="*/ 1 h 9"/>
                  <a:gd name="T8" fmla="*/ 10 w 10"/>
                  <a:gd name="T9" fmla="*/ 3 h 9"/>
                  <a:gd name="T10" fmla="*/ 10 w 10"/>
                  <a:gd name="T11" fmla="*/ 6 h 9"/>
                  <a:gd name="T12" fmla="*/ 5 w 10"/>
                  <a:gd name="T13" fmla="*/ 9 h 9"/>
                  <a:gd name="T14" fmla="*/ 1 w 10"/>
                  <a:gd name="T15" fmla="*/ 6 h 9"/>
                  <a:gd name="T16" fmla="*/ 2 w 10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2" y="3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9" y="7"/>
                      <a:pt x="8" y="9"/>
                      <a:pt x="5" y="9"/>
                    </a:cubicBezTo>
                    <a:cubicBezTo>
                      <a:pt x="4" y="9"/>
                      <a:pt x="1" y="8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1" name="Freeform 3144">
                <a:extLst>
                  <a:ext uri="{FF2B5EF4-FFF2-40B4-BE49-F238E27FC236}">
                    <a16:creationId xmlns:a16="http://schemas.microsoft.com/office/drawing/2014/main" id="{388F4A39-BA50-4650-BB2C-955FDBD9C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757"/>
                <a:ext cx="19" cy="10"/>
              </a:xfrm>
              <a:custGeom>
                <a:avLst/>
                <a:gdLst>
                  <a:gd name="T0" fmla="*/ 3 w 48"/>
                  <a:gd name="T1" fmla="*/ 19 h 24"/>
                  <a:gd name="T2" fmla="*/ 9 w 48"/>
                  <a:gd name="T3" fmla="*/ 19 h 24"/>
                  <a:gd name="T4" fmla="*/ 13 w 48"/>
                  <a:gd name="T5" fmla="*/ 18 h 24"/>
                  <a:gd name="T6" fmla="*/ 15 w 48"/>
                  <a:gd name="T7" fmla="*/ 15 h 24"/>
                  <a:gd name="T8" fmla="*/ 19 w 48"/>
                  <a:gd name="T9" fmla="*/ 13 h 24"/>
                  <a:gd name="T10" fmla="*/ 21 w 48"/>
                  <a:gd name="T11" fmla="*/ 10 h 24"/>
                  <a:gd name="T12" fmla="*/ 24 w 48"/>
                  <a:gd name="T13" fmla="*/ 9 h 24"/>
                  <a:gd name="T14" fmla="*/ 26 w 48"/>
                  <a:gd name="T15" fmla="*/ 9 h 24"/>
                  <a:gd name="T16" fmla="*/ 33 w 48"/>
                  <a:gd name="T17" fmla="*/ 9 h 24"/>
                  <a:gd name="T18" fmla="*/ 34 w 48"/>
                  <a:gd name="T19" fmla="*/ 5 h 24"/>
                  <a:gd name="T20" fmla="*/ 36 w 48"/>
                  <a:gd name="T21" fmla="*/ 5 h 24"/>
                  <a:gd name="T22" fmla="*/ 38 w 48"/>
                  <a:gd name="T23" fmla="*/ 3 h 24"/>
                  <a:gd name="T24" fmla="*/ 41 w 48"/>
                  <a:gd name="T25" fmla="*/ 1 h 24"/>
                  <a:gd name="T26" fmla="*/ 47 w 48"/>
                  <a:gd name="T27" fmla="*/ 2 h 24"/>
                  <a:gd name="T28" fmla="*/ 46 w 48"/>
                  <a:gd name="T29" fmla="*/ 9 h 24"/>
                  <a:gd name="T30" fmla="*/ 41 w 48"/>
                  <a:gd name="T31" fmla="*/ 12 h 24"/>
                  <a:gd name="T32" fmla="*/ 41 w 48"/>
                  <a:gd name="T33" fmla="*/ 15 h 24"/>
                  <a:gd name="T34" fmla="*/ 38 w 48"/>
                  <a:gd name="T35" fmla="*/ 15 h 24"/>
                  <a:gd name="T36" fmla="*/ 35 w 48"/>
                  <a:gd name="T37" fmla="*/ 19 h 24"/>
                  <a:gd name="T38" fmla="*/ 29 w 48"/>
                  <a:gd name="T39" fmla="*/ 20 h 24"/>
                  <a:gd name="T40" fmla="*/ 28 w 48"/>
                  <a:gd name="T41" fmla="*/ 23 h 24"/>
                  <a:gd name="T42" fmla="*/ 24 w 48"/>
                  <a:gd name="T43" fmla="*/ 24 h 24"/>
                  <a:gd name="T44" fmla="*/ 18 w 48"/>
                  <a:gd name="T45" fmla="*/ 24 h 24"/>
                  <a:gd name="T46" fmla="*/ 12 w 48"/>
                  <a:gd name="T47" fmla="*/ 24 h 24"/>
                  <a:gd name="T48" fmla="*/ 6 w 48"/>
                  <a:gd name="T49" fmla="*/ 23 h 24"/>
                  <a:gd name="T50" fmla="*/ 3 w 48"/>
                  <a:gd name="T51" fmla="*/ 22 h 24"/>
                  <a:gd name="T52" fmla="*/ 0 w 48"/>
                  <a:gd name="T53" fmla="*/ 21 h 24"/>
                  <a:gd name="T54" fmla="*/ 3 w 48"/>
                  <a:gd name="T55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" h="24">
                    <a:moveTo>
                      <a:pt x="3" y="19"/>
                    </a:moveTo>
                    <a:cubicBezTo>
                      <a:pt x="5" y="18"/>
                      <a:pt x="9" y="19"/>
                      <a:pt x="9" y="19"/>
                    </a:cubicBezTo>
                    <a:cubicBezTo>
                      <a:pt x="10" y="19"/>
                      <a:pt x="12" y="18"/>
                      <a:pt x="13" y="18"/>
                    </a:cubicBezTo>
                    <a:cubicBezTo>
                      <a:pt x="14" y="17"/>
                      <a:pt x="14" y="16"/>
                      <a:pt x="15" y="15"/>
                    </a:cubicBezTo>
                    <a:cubicBezTo>
                      <a:pt x="16" y="13"/>
                      <a:pt x="18" y="14"/>
                      <a:pt x="19" y="13"/>
                    </a:cubicBezTo>
                    <a:cubicBezTo>
                      <a:pt x="21" y="13"/>
                      <a:pt x="21" y="11"/>
                      <a:pt x="21" y="10"/>
                    </a:cubicBezTo>
                    <a:cubicBezTo>
                      <a:pt x="22" y="10"/>
                      <a:pt x="23" y="9"/>
                      <a:pt x="24" y="9"/>
                    </a:cubicBezTo>
                    <a:cubicBezTo>
                      <a:pt x="25" y="9"/>
                      <a:pt x="25" y="9"/>
                      <a:pt x="26" y="9"/>
                    </a:cubicBezTo>
                    <a:cubicBezTo>
                      <a:pt x="28" y="9"/>
                      <a:pt x="30" y="9"/>
                      <a:pt x="33" y="9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6" y="5"/>
                    </a:cubicBezTo>
                    <a:cubicBezTo>
                      <a:pt x="37" y="5"/>
                      <a:pt x="38" y="4"/>
                      <a:pt x="38" y="3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3" y="0"/>
                      <a:pt x="46" y="0"/>
                      <a:pt x="47" y="2"/>
                    </a:cubicBezTo>
                    <a:cubicBezTo>
                      <a:pt x="48" y="4"/>
                      <a:pt x="48" y="8"/>
                      <a:pt x="46" y="9"/>
                    </a:cubicBezTo>
                    <a:cubicBezTo>
                      <a:pt x="45" y="10"/>
                      <a:pt x="42" y="10"/>
                      <a:pt x="41" y="12"/>
                    </a:cubicBezTo>
                    <a:cubicBezTo>
                      <a:pt x="41" y="13"/>
                      <a:pt x="41" y="14"/>
                      <a:pt x="41" y="15"/>
                    </a:cubicBezTo>
                    <a:cubicBezTo>
                      <a:pt x="40" y="15"/>
                      <a:pt x="39" y="15"/>
                      <a:pt x="38" y="15"/>
                    </a:cubicBezTo>
                    <a:cubicBezTo>
                      <a:pt x="36" y="16"/>
                      <a:pt x="37" y="18"/>
                      <a:pt x="35" y="19"/>
                    </a:cubicBezTo>
                    <a:cubicBezTo>
                      <a:pt x="33" y="19"/>
                      <a:pt x="30" y="18"/>
                      <a:pt x="29" y="20"/>
                    </a:cubicBezTo>
                    <a:cubicBezTo>
                      <a:pt x="29" y="22"/>
                      <a:pt x="29" y="23"/>
                      <a:pt x="28" y="23"/>
                    </a:cubicBezTo>
                    <a:cubicBezTo>
                      <a:pt x="27" y="24"/>
                      <a:pt x="25" y="24"/>
                      <a:pt x="24" y="24"/>
                    </a:cubicBezTo>
                    <a:cubicBezTo>
                      <a:pt x="22" y="24"/>
                      <a:pt x="20" y="24"/>
                      <a:pt x="18" y="24"/>
                    </a:cubicBezTo>
                    <a:cubicBezTo>
                      <a:pt x="16" y="24"/>
                      <a:pt x="14" y="24"/>
                      <a:pt x="12" y="24"/>
                    </a:cubicBezTo>
                    <a:cubicBezTo>
                      <a:pt x="10" y="24"/>
                      <a:pt x="8" y="23"/>
                      <a:pt x="6" y="23"/>
                    </a:cubicBezTo>
                    <a:cubicBezTo>
                      <a:pt x="5" y="23"/>
                      <a:pt x="4" y="23"/>
                      <a:pt x="3" y="22"/>
                    </a:cubicBezTo>
                    <a:cubicBezTo>
                      <a:pt x="2" y="22"/>
                      <a:pt x="1" y="22"/>
                      <a:pt x="0" y="21"/>
                    </a:cubicBezTo>
                    <a:cubicBezTo>
                      <a:pt x="0" y="20"/>
                      <a:pt x="1" y="19"/>
                      <a:pt x="3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2" name="Freeform 3145">
                <a:extLst>
                  <a:ext uri="{FF2B5EF4-FFF2-40B4-BE49-F238E27FC236}">
                    <a16:creationId xmlns:a16="http://schemas.microsoft.com/office/drawing/2014/main" id="{EF031F89-E6F3-45BA-82A4-60636BDF6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746"/>
                <a:ext cx="4" cy="4"/>
              </a:xfrm>
              <a:custGeom>
                <a:avLst/>
                <a:gdLst>
                  <a:gd name="T0" fmla="*/ 1 w 11"/>
                  <a:gd name="T1" fmla="*/ 4 h 11"/>
                  <a:gd name="T2" fmla="*/ 0 w 11"/>
                  <a:gd name="T3" fmla="*/ 2 h 11"/>
                  <a:gd name="T4" fmla="*/ 2 w 11"/>
                  <a:gd name="T5" fmla="*/ 1 h 11"/>
                  <a:gd name="T6" fmla="*/ 5 w 11"/>
                  <a:gd name="T7" fmla="*/ 1 h 11"/>
                  <a:gd name="T8" fmla="*/ 9 w 11"/>
                  <a:gd name="T9" fmla="*/ 0 h 11"/>
                  <a:gd name="T10" fmla="*/ 10 w 11"/>
                  <a:gd name="T11" fmla="*/ 6 h 11"/>
                  <a:gd name="T12" fmla="*/ 10 w 11"/>
                  <a:gd name="T13" fmla="*/ 9 h 11"/>
                  <a:gd name="T14" fmla="*/ 5 w 11"/>
                  <a:gd name="T15" fmla="*/ 8 h 11"/>
                  <a:gd name="T16" fmla="*/ 4 w 11"/>
                  <a:gd name="T17" fmla="*/ 6 h 11"/>
                  <a:gd name="T18" fmla="*/ 3 w 11"/>
                  <a:gd name="T19" fmla="*/ 5 h 11"/>
                  <a:gd name="T20" fmla="*/ 1 w 11"/>
                  <a:gd name="T2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1" y="1"/>
                      <a:pt x="10" y="4"/>
                      <a:pt x="10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5" y="7"/>
                      <a:pt x="5" y="6"/>
                      <a:pt x="4" y="6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3" name="Freeform 3146">
                <a:extLst>
                  <a:ext uri="{FF2B5EF4-FFF2-40B4-BE49-F238E27FC236}">
                    <a16:creationId xmlns:a16="http://schemas.microsoft.com/office/drawing/2014/main" id="{A4EE8DE7-3C19-4061-931D-1AB746F2B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738"/>
                <a:ext cx="7" cy="8"/>
              </a:xfrm>
              <a:custGeom>
                <a:avLst/>
                <a:gdLst>
                  <a:gd name="T0" fmla="*/ 6 w 17"/>
                  <a:gd name="T1" fmla="*/ 19 h 19"/>
                  <a:gd name="T2" fmla="*/ 5 w 17"/>
                  <a:gd name="T3" fmla="*/ 18 h 19"/>
                  <a:gd name="T4" fmla="*/ 4 w 17"/>
                  <a:gd name="T5" fmla="*/ 17 h 19"/>
                  <a:gd name="T6" fmla="*/ 3 w 17"/>
                  <a:gd name="T7" fmla="*/ 15 h 19"/>
                  <a:gd name="T8" fmla="*/ 1 w 17"/>
                  <a:gd name="T9" fmla="*/ 14 h 19"/>
                  <a:gd name="T10" fmla="*/ 0 w 17"/>
                  <a:gd name="T11" fmla="*/ 12 h 19"/>
                  <a:gd name="T12" fmla="*/ 0 w 17"/>
                  <a:gd name="T13" fmla="*/ 9 h 19"/>
                  <a:gd name="T14" fmla="*/ 0 w 17"/>
                  <a:gd name="T15" fmla="*/ 7 h 19"/>
                  <a:gd name="T16" fmla="*/ 3 w 17"/>
                  <a:gd name="T17" fmla="*/ 6 h 19"/>
                  <a:gd name="T18" fmla="*/ 8 w 17"/>
                  <a:gd name="T19" fmla="*/ 5 h 19"/>
                  <a:gd name="T20" fmla="*/ 9 w 17"/>
                  <a:gd name="T21" fmla="*/ 3 h 19"/>
                  <a:gd name="T22" fmla="*/ 11 w 17"/>
                  <a:gd name="T23" fmla="*/ 1 h 19"/>
                  <a:gd name="T24" fmla="*/ 16 w 17"/>
                  <a:gd name="T25" fmla="*/ 2 h 19"/>
                  <a:gd name="T26" fmla="*/ 17 w 17"/>
                  <a:gd name="T27" fmla="*/ 8 h 19"/>
                  <a:gd name="T28" fmla="*/ 13 w 17"/>
                  <a:gd name="T29" fmla="*/ 11 h 19"/>
                  <a:gd name="T30" fmla="*/ 9 w 17"/>
                  <a:gd name="T31" fmla="*/ 18 h 19"/>
                  <a:gd name="T32" fmla="*/ 6 w 17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9">
                    <a:moveTo>
                      <a:pt x="6" y="19"/>
                    </a:moveTo>
                    <a:cubicBezTo>
                      <a:pt x="6" y="18"/>
                      <a:pt x="6" y="18"/>
                      <a:pt x="5" y="18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3" y="17"/>
                      <a:pt x="4" y="16"/>
                      <a:pt x="3" y="15"/>
                    </a:cubicBezTo>
                    <a:cubicBezTo>
                      <a:pt x="3" y="15"/>
                      <a:pt x="2" y="15"/>
                      <a:pt x="1" y="14"/>
                    </a:cubicBezTo>
                    <a:cubicBezTo>
                      <a:pt x="1" y="13"/>
                      <a:pt x="0" y="12"/>
                      <a:pt x="0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8" y="7"/>
                      <a:pt x="8" y="5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2"/>
                      <a:pt x="10" y="1"/>
                      <a:pt x="11" y="1"/>
                    </a:cubicBezTo>
                    <a:cubicBezTo>
                      <a:pt x="12" y="0"/>
                      <a:pt x="15" y="1"/>
                      <a:pt x="16" y="2"/>
                    </a:cubicBezTo>
                    <a:cubicBezTo>
                      <a:pt x="17" y="4"/>
                      <a:pt x="17" y="6"/>
                      <a:pt x="17" y="8"/>
                    </a:cubicBezTo>
                    <a:cubicBezTo>
                      <a:pt x="16" y="10"/>
                      <a:pt x="14" y="10"/>
                      <a:pt x="13" y="11"/>
                    </a:cubicBezTo>
                    <a:cubicBezTo>
                      <a:pt x="12" y="14"/>
                      <a:pt x="13" y="18"/>
                      <a:pt x="9" y="18"/>
                    </a:cubicBezTo>
                    <a:cubicBezTo>
                      <a:pt x="8" y="19"/>
                      <a:pt x="7" y="19"/>
                      <a:pt x="6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4" name="Freeform 3147">
                <a:extLst>
                  <a:ext uri="{FF2B5EF4-FFF2-40B4-BE49-F238E27FC236}">
                    <a16:creationId xmlns:a16="http://schemas.microsoft.com/office/drawing/2014/main" id="{9446E180-734B-40E4-BFEB-099699771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17"/>
                <a:ext cx="9" cy="4"/>
              </a:xfrm>
              <a:custGeom>
                <a:avLst/>
                <a:gdLst>
                  <a:gd name="T0" fmla="*/ 0 w 21"/>
                  <a:gd name="T1" fmla="*/ 2 h 10"/>
                  <a:gd name="T2" fmla="*/ 5 w 21"/>
                  <a:gd name="T3" fmla="*/ 0 h 10"/>
                  <a:gd name="T4" fmla="*/ 11 w 21"/>
                  <a:gd name="T5" fmla="*/ 0 h 10"/>
                  <a:gd name="T6" fmla="*/ 13 w 21"/>
                  <a:gd name="T7" fmla="*/ 0 h 10"/>
                  <a:gd name="T8" fmla="*/ 16 w 21"/>
                  <a:gd name="T9" fmla="*/ 0 h 10"/>
                  <a:gd name="T10" fmla="*/ 20 w 21"/>
                  <a:gd name="T11" fmla="*/ 2 h 10"/>
                  <a:gd name="T12" fmla="*/ 20 w 21"/>
                  <a:gd name="T13" fmla="*/ 5 h 10"/>
                  <a:gd name="T14" fmla="*/ 20 w 21"/>
                  <a:gd name="T15" fmla="*/ 8 h 10"/>
                  <a:gd name="T16" fmla="*/ 19 w 21"/>
                  <a:gd name="T17" fmla="*/ 10 h 10"/>
                  <a:gd name="T18" fmla="*/ 15 w 21"/>
                  <a:gd name="T19" fmla="*/ 9 h 10"/>
                  <a:gd name="T20" fmla="*/ 14 w 21"/>
                  <a:gd name="T21" fmla="*/ 7 h 10"/>
                  <a:gd name="T22" fmla="*/ 10 w 21"/>
                  <a:gd name="T23" fmla="*/ 6 h 10"/>
                  <a:gd name="T24" fmla="*/ 7 w 21"/>
                  <a:gd name="T25" fmla="*/ 6 h 10"/>
                  <a:gd name="T26" fmla="*/ 4 w 21"/>
                  <a:gd name="T27" fmla="*/ 5 h 10"/>
                  <a:gd name="T28" fmla="*/ 3 w 21"/>
                  <a:gd name="T29" fmla="*/ 5 h 10"/>
                  <a:gd name="T30" fmla="*/ 1 w 21"/>
                  <a:gd name="T31" fmla="*/ 4 h 10"/>
                  <a:gd name="T32" fmla="*/ 0 w 21"/>
                  <a:gd name="T3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0">
                    <a:moveTo>
                      <a:pt x="0" y="2"/>
                    </a:moveTo>
                    <a:cubicBezTo>
                      <a:pt x="1" y="1"/>
                      <a:pt x="4" y="0"/>
                      <a:pt x="5" y="0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7" y="0"/>
                      <a:pt x="19" y="1"/>
                      <a:pt x="20" y="2"/>
                    </a:cubicBezTo>
                    <a:cubicBezTo>
                      <a:pt x="20" y="3"/>
                      <a:pt x="20" y="4"/>
                      <a:pt x="20" y="5"/>
                    </a:cubicBezTo>
                    <a:cubicBezTo>
                      <a:pt x="20" y="6"/>
                      <a:pt x="21" y="7"/>
                      <a:pt x="20" y="8"/>
                    </a:cubicBezTo>
                    <a:cubicBezTo>
                      <a:pt x="20" y="9"/>
                      <a:pt x="20" y="10"/>
                      <a:pt x="19" y="10"/>
                    </a:cubicBezTo>
                    <a:cubicBezTo>
                      <a:pt x="17" y="10"/>
                      <a:pt x="16" y="10"/>
                      <a:pt x="15" y="9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3" y="6"/>
                      <a:pt x="11" y="6"/>
                      <a:pt x="10" y="6"/>
                    </a:cubicBezTo>
                    <a:cubicBezTo>
                      <a:pt x="9" y="6"/>
                      <a:pt x="8" y="6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5" name="Freeform 3148">
                <a:extLst>
                  <a:ext uri="{FF2B5EF4-FFF2-40B4-BE49-F238E27FC236}">
                    <a16:creationId xmlns:a16="http://schemas.microsoft.com/office/drawing/2014/main" id="{461D961D-F077-4012-9F0E-5EBA14FA3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22"/>
                <a:ext cx="12" cy="14"/>
              </a:xfrm>
              <a:custGeom>
                <a:avLst/>
                <a:gdLst>
                  <a:gd name="T0" fmla="*/ 5 w 31"/>
                  <a:gd name="T1" fmla="*/ 18 h 34"/>
                  <a:gd name="T2" fmla="*/ 1 w 31"/>
                  <a:gd name="T3" fmla="*/ 15 h 34"/>
                  <a:gd name="T4" fmla="*/ 0 w 31"/>
                  <a:gd name="T5" fmla="*/ 8 h 34"/>
                  <a:gd name="T6" fmla="*/ 0 w 31"/>
                  <a:gd name="T7" fmla="*/ 8 h 34"/>
                  <a:gd name="T8" fmla="*/ 1 w 31"/>
                  <a:gd name="T9" fmla="*/ 8 h 34"/>
                  <a:gd name="T10" fmla="*/ 1 w 31"/>
                  <a:gd name="T11" fmla="*/ 7 h 34"/>
                  <a:gd name="T12" fmla="*/ 2 w 31"/>
                  <a:gd name="T13" fmla="*/ 6 h 34"/>
                  <a:gd name="T14" fmla="*/ 6 w 31"/>
                  <a:gd name="T15" fmla="*/ 6 h 34"/>
                  <a:gd name="T16" fmla="*/ 8 w 31"/>
                  <a:gd name="T17" fmla="*/ 6 h 34"/>
                  <a:gd name="T18" fmla="*/ 9 w 31"/>
                  <a:gd name="T19" fmla="*/ 4 h 34"/>
                  <a:gd name="T20" fmla="*/ 10 w 31"/>
                  <a:gd name="T21" fmla="*/ 1 h 34"/>
                  <a:gd name="T22" fmla="*/ 16 w 31"/>
                  <a:gd name="T23" fmla="*/ 0 h 34"/>
                  <a:gd name="T24" fmla="*/ 22 w 31"/>
                  <a:gd name="T25" fmla="*/ 1 h 34"/>
                  <a:gd name="T26" fmla="*/ 24 w 31"/>
                  <a:gd name="T27" fmla="*/ 4 h 34"/>
                  <a:gd name="T28" fmla="*/ 29 w 31"/>
                  <a:gd name="T29" fmla="*/ 7 h 34"/>
                  <a:gd name="T30" fmla="*/ 30 w 31"/>
                  <a:gd name="T31" fmla="*/ 10 h 34"/>
                  <a:gd name="T32" fmla="*/ 29 w 31"/>
                  <a:gd name="T33" fmla="*/ 14 h 34"/>
                  <a:gd name="T34" fmla="*/ 29 w 31"/>
                  <a:gd name="T35" fmla="*/ 19 h 34"/>
                  <a:gd name="T36" fmla="*/ 27 w 31"/>
                  <a:gd name="T37" fmla="*/ 22 h 34"/>
                  <a:gd name="T38" fmla="*/ 25 w 31"/>
                  <a:gd name="T39" fmla="*/ 26 h 34"/>
                  <a:gd name="T40" fmla="*/ 22 w 31"/>
                  <a:gd name="T41" fmla="*/ 29 h 34"/>
                  <a:gd name="T42" fmla="*/ 19 w 31"/>
                  <a:gd name="T43" fmla="*/ 31 h 34"/>
                  <a:gd name="T44" fmla="*/ 15 w 31"/>
                  <a:gd name="T45" fmla="*/ 34 h 34"/>
                  <a:gd name="T46" fmla="*/ 11 w 31"/>
                  <a:gd name="T47" fmla="*/ 33 h 34"/>
                  <a:gd name="T48" fmla="*/ 9 w 31"/>
                  <a:gd name="T49" fmla="*/ 29 h 34"/>
                  <a:gd name="T50" fmla="*/ 9 w 31"/>
                  <a:gd name="T51" fmla="*/ 28 h 34"/>
                  <a:gd name="T52" fmla="*/ 6 w 31"/>
                  <a:gd name="T53" fmla="*/ 26 h 34"/>
                  <a:gd name="T54" fmla="*/ 5 w 31"/>
                  <a:gd name="T55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34">
                    <a:moveTo>
                      <a:pt x="5" y="18"/>
                    </a:moveTo>
                    <a:cubicBezTo>
                      <a:pt x="4" y="17"/>
                      <a:pt x="2" y="16"/>
                      <a:pt x="1" y="15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3" y="6"/>
                      <a:pt x="4" y="6"/>
                      <a:pt x="6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10" y="1"/>
                    </a:cubicBezTo>
                    <a:cubicBezTo>
                      <a:pt x="12" y="0"/>
                      <a:pt x="15" y="0"/>
                      <a:pt x="16" y="0"/>
                    </a:cubicBezTo>
                    <a:cubicBezTo>
                      <a:pt x="18" y="0"/>
                      <a:pt x="21" y="0"/>
                      <a:pt x="22" y="1"/>
                    </a:cubicBezTo>
                    <a:cubicBezTo>
                      <a:pt x="23" y="2"/>
                      <a:pt x="24" y="3"/>
                      <a:pt x="24" y="4"/>
                    </a:cubicBezTo>
                    <a:cubicBezTo>
                      <a:pt x="25" y="6"/>
                      <a:pt x="27" y="6"/>
                      <a:pt x="29" y="7"/>
                    </a:cubicBezTo>
                    <a:cubicBezTo>
                      <a:pt x="30" y="8"/>
                      <a:pt x="31" y="8"/>
                      <a:pt x="30" y="10"/>
                    </a:cubicBezTo>
                    <a:cubicBezTo>
                      <a:pt x="30" y="11"/>
                      <a:pt x="29" y="12"/>
                      <a:pt x="29" y="14"/>
                    </a:cubicBezTo>
                    <a:cubicBezTo>
                      <a:pt x="28" y="15"/>
                      <a:pt x="29" y="17"/>
                      <a:pt x="29" y="19"/>
                    </a:cubicBezTo>
                    <a:cubicBezTo>
                      <a:pt x="29" y="21"/>
                      <a:pt x="28" y="22"/>
                      <a:pt x="27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4" y="27"/>
                      <a:pt x="24" y="29"/>
                      <a:pt x="22" y="29"/>
                    </a:cubicBezTo>
                    <a:cubicBezTo>
                      <a:pt x="21" y="30"/>
                      <a:pt x="20" y="30"/>
                      <a:pt x="19" y="31"/>
                    </a:cubicBezTo>
                    <a:cubicBezTo>
                      <a:pt x="18" y="32"/>
                      <a:pt x="17" y="33"/>
                      <a:pt x="15" y="34"/>
                    </a:cubicBezTo>
                    <a:cubicBezTo>
                      <a:pt x="14" y="34"/>
                      <a:pt x="12" y="34"/>
                      <a:pt x="11" y="33"/>
                    </a:cubicBezTo>
                    <a:cubicBezTo>
                      <a:pt x="10" y="32"/>
                      <a:pt x="10" y="30"/>
                      <a:pt x="9" y="29"/>
                    </a:cubicBezTo>
                    <a:cubicBezTo>
                      <a:pt x="9" y="29"/>
                      <a:pt x="9" y="28"/>
                      <a:pt x="9" y="28"/>
                    </a:cubicBezTo>
                    <a:cubicBezTo>
                      <a:pt x="8" y="27"/>
                      <a:pt x="7" y="26"/>
                      <a:pt x="6" y="26"/>
                    </a:cubicBezTo>
                    <a:cubicBezTo>
                      <a:pt x="4" y="24"/>
                      <a:pt x="7" y="20"/>
                      <a:pt x="5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6" name="Freeform 3149">
                <a:extLst>
                  <a:ext uri="{FF2B5EF4-FFF2-40B4-BE49-F238E27FC236}">
                    <a16:creationId xmlns:a16="http://schemas.microsoft.com/office/drawing/2014/main" id="{44EE5BA6-266D-41CE-8452-F0EFF2277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701"/>
                <a:ext cx="3" cy="2"/>
              </a:xfrm>
              <a:custGeom>
                <a:avLst/>
                <a:gdLst>
                  <a:gd name="T0" fmla="*/ 2 w 6"/>
                  <a:gd name="T1" fmla="*/ 3 h 4"/>
                  <a:gd name="T2" fmla="*/ 1 w 6"/>
                  <a:gd name="T3" fmla="*/ 0 h 4"/>
                  <a:gd name="T4" fmla="*/ 5 w 6"/>
                  <a:gd name="T5" fmla="*/ 2 h 4"/>
                  <a:gd name="T6" fmla="*/ 4 w 6"/>
                  <a:gd name="T7" fmla="*/ 4 h 4"/>
                  <a:gd name="T8" fmla="*/ 2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2" y="0"/>
                      <a:pt x="5" y="2"/>
                      <a:pt x="5" y="2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7" name="Freeform 3150">
                <a:extLst>
                  <a:ext uri="{FF2B5EF4-FFF2-40B4-BE49-F238E27FC236}">
                    <a16:creationId xmlns:a16="http://schemas.microsoft.com/office/drawing/2014/main" id="{8E8AD82B-AF25-48F3-BC7D-A3E2D640B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675"/>
                <a:ext cx="5" cy="6"/>
              </a:xfrm>
              <a:custGeom>
                <a:avLst/>
                <a:gdLst>
                  <a:gd name="T0" fmla="*/ 8 w 11"/>
                  <a:gd name="T1" fmla="*/ 8 h 15"/>
                  <a:gd name="T2" fmla="*/ 9 w 11"/>
                  <a:gd name="T3" fmla="*/ 6 h 15"/>
                  <a:gd name="T4" fmla="*/ 11 w 11"/>
                  <a:gd name="T5" fmla="*/ 4 h 15"/>
                  <a:gd name="T6" fmla="*/ 11 w 11"/>
                  <a:gd name="T7" fmla="*/ 1 h 15"/>
                  <a:gd name="T8" fmla="*/ 9 w 11"/>
                  <a:gd name="T9" fmla="*/ 0 h 15"/>
                  <a:gd name="T10" fmla="*/ 6 w 11"/>
                  <a:gd name="T11" fmla="*/ 2 h 15"/>
                  <a:gd name="T12" fmla="*/ 4 w 11"/>
                  <a:gd name="T13" fmla="*/ 5 h 15"/>
                  <a:gd name="T14" fmla="*/ 4 w 11"/>
                  <a:gd name="T15" fmla="*/ 8 h 15"/>
                  <a:gd name="T16" fmla="*/ 1 w 11"/>
                  <a:gd name="T17" fmla="*/ 11 h 15"/>
                  <a:gd name="T18" fmla="*/ 1 w 11"/>
                  <a:gd name="T19" fmla="*/ 15 h 15"/>
                  <a:gd name="T20" fmla="*/ 3 w 11"/>
                  <a:gd name="T21" fmla="*/ 15 h 15"/>
                  <a:gd name="T22" fmla="*/ 4 w 11"/>
                  <a:gd name="T23" fmla="*/ 14 h 15"/>
                  <a:gd name="T24" fmla="*/ 5 w 11"/>
                  <a:gd name="T25" fmla="*/ 13 h 15"/>
                  <a:gd name="T26" fmla="*/ 6 w 11"/>
                  <a:gd name="T27" fmla="*/ 11 h 15"/>
                  <a:gd name="T28" fmla="*/ 8 w 11"/>
                  <a:gd name="T2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5">
                    <a:moveTo>
                      <a:pt x="8" y="8"/>
                    </a:moveTo>
                    <a:cubicBezTo>
                      <a:pt x="8" y="7"/>
                      <a:pt x="8" y="7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5" y="8"/>
                      <a:pt x="4" y="8"/>
                    </a:cubicBezTo>
                    <a:cubicBezTo>
                      <a:pt x="3" y="9"/>
                      <a:pt x="1" y="10"/>
                      <a:pt x="1" y="11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2"/>
                      <a:pt x="6" y="12"/>
                      <a:pt x="6" y="11"/>
                    </a:cubicBezTo>
                    <a:cubicBezTo>
                      <a:pt x="7" y="10"/>
                      <a:pt x="7" y="9"/>
                      <a:pt x="8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8" name="Freeform 3151">
                <a:extLst>
                  <a:ext uri="{FF2B5EF4-FFF2-40B4-BE49-F238E27FC236}">
                    <a16:creationId xmlns:a16="http://schemas.microsoft.com/office/drawing/2014/main" id="{6A15E7E4-EE2F-4342-8361-385A1F7F1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686"/>
                <a:ext cx="7" cy="14"/>
              </a:xfrm>
              <a:custGeom>
                <a:avLst/>
                <a:gdLst>
                  <a:gd name="T0" fmla="*/ 15 w 17"/>
                  <a:gd name="T1" fmla="*/ 0 h 33"/>
                  <a:gd name="T2" fmla="*/ 17 w 17"/>
                  <a:gd name="T3" fmla="*/ 3 h 33"/>
                  <a:gd name="T4" fmla="*/ 16 w 17"/>
                  <a:gd name="T5" fmla="*/ 5 h 33"/>
                  <a:gd name="T6" fmla="*/ 15 w 17"/>
                  <a:gd name="T7" fmla="*/ 6 h 33"/>
                  <a:gd name="T8" fmla="*/ 13 w 17"/>
                  <a:gd name="T9" fmla="*/ 11 h 33"/>
                  <a:gd name="T10" fmla="*/ 13 w 17"/>
                  <a:gd name="T11" fmla="*/ 19 h 33"/>
                  <a:gd name="T12" fmla="*/ 13 w 17"/>
                  <a:gd name="T13" fmla="*/ 26 h 33"/>
                  <a:gd name="T14" fmla="*/ 8 w 17"/>
                  <a:gd name="T15" fmla="*/ 32 h 33"/>
                  <a:gd name="T16" fmla="*/ 1 w 17"/>
                  <a:gd name="T17" fmla="*/ 30 h 33"/>
                  <a:gd name="T18" fmla="*/ 0 w 17"/>
                  <a:gd name="T19" fmla="*/ 24 h 33"/>
                  <a:gd name="T20" fmla="*/ 1 w 17"/>
                  <a:gd name="T21" fmla="*/ 19 h 33"/>
                  <a:gd name="T22" fmla="*/ 3 w 17"/>
                  <a:gd name="T23" fmla="*/ 17 h 33"/>
                  <a:gd name="T24" fmla="*/ 4 w 17"/>
                  <a:gd name="T25" fmla="*/ 9 h 33"/>
                  <a:gd name="T26" fmla="*/ 5 w 17"/>
                  <a:gd name="T27" fmla="*/ 4 h 33"/>
                  <a:gd name="T28" fmla="*/ 7 w 17"/>
                  <a:gd name="T29" fmla="*/ 1 h 33"/>
                  <a:gd name="T30" fmla="*/ 9 w 17"/>
                  <a:gd name="T31" fmla="*/ 1 h 33"/>
                  <a:gd name="T32" fmla="*/ 12 w 17"/>
                  <a:gd name="T33" fmla="*/ 0 h 33"/>
                  <a:gd name="T34" fmla="*/ 14 w 17"/>
                  <a:gd name="T35" fmla="*/ 0 h 33"/>
                  <a:gd name="T36" fmla="*/ 15 w 17"/>
                  <a:gd name="T3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33">
                    <a:moveTo>
                      <a:pt x="15" y="0"/>
                    </a:moveTo>
                    <a:cubicBezTo>
                      <a:pt x="16" y="0"/>
                      <a:pt x="16" y="2"/>
                      <a:pt x="17" y="3"/>
                    </a:cubicBezTo>
                    <a:cubicBezTo>
                      <a:pt x="17" y="4"/>
                      <a:pt x="17" y="4"/>
                      <a:pt x="16" y="5"/>
                    </a:cubicBezTo>
                    <a:cubicBezTo>
                      <a:pt x="16" y="5"/>
                      <a:pt x="16" y="5"/>
                      <a:pt x="15" y="6"/>
                    </a:cubicBezTo>
                    <a:cubicBezTo>
                      <a:pt x="14" y="7"/>
                      <a:pt x="13" y="9"/>
                      <a:pt x="13" y="11"/>
                    </a:cubicBezTo>
                    <a:cubicBezTo>
                      <a:pt x="13" y="14"/>
                      <a:pt x="13" y="16"/>
                      <a:pt x="13" y="19"/>
                    </a:cubicBezTo>
                    <a:cubicBezTo>
                      <a:pt x="13" y="21"/>
                      <a:pt x="14" y="24"/>
                      <a:pt x="13" y="26"/>
                    </a:cubicBezTo>
                    <a:cubicBezTo>
                      <a:pt x="13" y="30"/>
                      <a:pt x="10" y="31"/>
                      <a:pt x="8" y="32"/>
                    </a:cubicBezTo>
                    <a:cubicBezTo>
                      <a:pt x="5" y="33"/>
                      <a:pt x="2" y="33"/>
                      <a:pt x="1" y="30"/>
                    </a:cubicBezTo>
                    <a:cubicBezTo>
                      <a:pt x="0" y="28"/>
                      <a:pt x="0" y="26"/>
                      <a:pt x="0" y="24"/>
                    </a:cubicBezTo>
                    <a:cubicBezTo>
                      <a:pt x="0" y="23"/>
                      <a:pt x="0" y="21"/>
                      <a:pt x="1" y="19"/>
                    </a:cubicBezTo>
                    <a:cubicBezTo>
                      <a:pt x="1" y="18"/>
                      <a:pt x="3" y="18"/>
                      <a:pt x="3" y="17"/>
                    </a:cubicBezTo>
                    <a:cubicBezTo>
                      <a:pt x="4" y="14"/>
                      <a:pt x="4" y="11"/>
                      <a:pt x="4" y="9"/>
                    </a:cubicBezTo>
                    <a:cubicBezTo>
                      <a:pt x="4" y="7"/>
                      <a:pt x="4" y="5"/>
                      <a:pt x="5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1"/>
                      <a:pt x="11" y="1"/>
                      <a:pt x="12" y="0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9" name="Freeform 3152">
                <a:extLst>
                  <a:ext uri="{FF2B5EF4-FFF2-40B4-BE49-F238E27FC236}">
                    <a16:creationId xmlns:a16="http://schemas.microsoft.com/office/drawing/2014/main" id="{0AF6A862-47C6-4B92-9C54-93802431B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683"/>
                <a:ext cx="2" cy="3"/>
              </a:xfrm>
              <a:custGeom>
                <a:avLst/>
                <a:gdLst>
                  <a:gd name="T0" fmla="*/ 2 w 5"/>
                  <a:gd name="T1" fmla="*/ 8 h 8"/>
                  <a:gd name="T2" fmla="*/ 0 w 5"/>
                  <a:gd name="T3" fmla="*/ 4 h 8"/>
                  <a:gd name="T4" fmla="*/ 1 w 5"/>
                  <a:gd name="T5" fmla="*/ 2 h 8"/>
                  <a:gd name="T6" fmla="*/ 1 w 5"/>
                  <a:gd name="T7" fmla="*/ 0 h 8"/>
                  <a:gd name="T8" fmla="*/ 4 w 5"/>
                  <a:gd name="T9" fmla="*/ 0 h 8"/>
                  <a:gd name="T10" fmla="*/ 5 w 5"/>
                  <a:gd name="T11" fmla="*/ 3 h 8"/>
                  <a:gd name="T12" fmla="*/ 3 w 5"/>
                  <a:gd name="T13" fmla="*/ 8 h 8"/>
                  <a:gd name="T14" fmla="*/ 2 w 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1" y="7"/>
                      <a:pt x="0" y="5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5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0" name="Freeform 3153">
                <a:extLst>
                  <a:ext uri="{FF2B5EF4-FFF2-40B4-BE49-F238E27FC236}">
                    <a16:creationId xmlns:a16="http://schemas.microsoft.com/office/drawing/2014/main" id="{4045BBCF-9764-4E80-8A84-2E2444838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702"/>
                <a:ext cx="6" cy="5"/>
              </a:xfrm>
              <a:custGeom>
                <a:avLst/>
                <a:gdLst>
                  <a:gd name="T0" fmla="*/ 3 w 14"/>
                  <a:gd name="T1" fmla="*/ 7 h 12"/>
                  <a:gd name="T2" fmla="*/ 0 w 14"/>
                  <a:gd name="T3" fmla="*/ 5 h 12"/>
                  <a:gd name="T4" fmla="*/ 4 w 14"/>
                  <a:gd name="T5" fmla="*/ 0 h 12"/>
                  <a:gd name="T6" fmla="*/ 6 w 14"/>
                  <a:gd name="T7" fmla="*/ 0 h 12"/>
                  <a:gd name="T8" fmla="*/ 9 w 14"/>
                  <a:gd name="T9" fmla="*/ 0 h 12"/>
                  <a:gd name="T10" fmla="*/ 10 w 14"/>
                  <a:gd name="T11" fmla="*/ 2 h 12"/>
                  <a:gd name="T12" fmla="*/ 12 w 14"/>
                  <a:gd name="T13" fmla="*/ 4 h 12"/>
                  <a:gd name="T14" fmla="*/ 14 w 14"/>
                  <a:gd name="T15" fmla="*/ 7 h 12"/>
                  <a:gd name="T16" fmla="*/ 12 w 14"/>
                  <a:gd name="T17" fmla="*/ 11 h 12"/>
                  <a:gd name="T18" fmla="*/ 9 w 14"/>
                  <a:gd name="T19" fmla="*/ 12 h 12"/>
                  <a:gd name="T20" fmla="*/ 6 w 14"/>
                  <a:gd name="T21" fmla="*/ 11 h 12"/>
                  <a:gd name="T22" fmla="*/ 5 w 14"/>
                  <a:gd name="T23" fmla="*/ 10 h 12"/>
                  <a:gd name="T24" fmla="*/ 5 w 14"/>
                  <a:gd name="T25" fmla="*/ 8 h 12"/>
                  <a:gd name="T26" fmla="*/ 3 w 14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3" y="7"/>
                    </a:moveTo>
                    <a:cubicBezTo>
                      <a:pt x="1" y="7"/>
                      <a:pt x="0" y="6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0" y="1"/>
                      <a:pt x="10" y="2"/>
                    </a:cubicBezTo>
                    <a:cubicBezTo>
                      <a:pt x="10" y="4"/>
                      <a:pt x="11" y="4"/>
                      <a:pt x="12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2" y="11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6" y="11"/>
                      <a:pt x="5" y="11"/>
                      <a:pt x="5" y="10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4" y="7"/>
                      <a:pt x="3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1" name="Freeform 3155">
                <a:extLst>
                  <a:ext uri="{FF2B5EF4-FFF2-40B4-BE49-F238E27FC236}">
                    <a16:creationId xmlns:a16="http://schemas.microsoft.com/office/drawing/2014/main" id="{F0CB32A4-72C4-49D6-A3FF-F4275D9A2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653"/>
                <a:ext cx="1" cy="2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4 h 5"/>
                  <a:gd name="T4" fmla="*/ 1 w 3"/>
                  <a:gd name="T5" fmla="*/ 1 h 5"/>
                  <a:gd name="T6" fmla="*/ 3 w 3"/>
                  <a:gd name="T7" fmla="*/ 4 h 5"/>
                  <a:gd name="T8" fmla="*/ 1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3"/>
                      <a:pt x="3" y="4"/>
                    </a:cubicBezTo>
                    <a:cubicBezTo>
                      <a:pt x="3" y="4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2" name="Freeform 3156">
                <a:extLst>
                  <a:ext uri="{FF2B5EF4-FFF2-40B4-BE49-F238E27FC236}">
                    <a16:creationId xmlns:a16="http://schemas.microsoft.com/office/drawing/2014/main" id="{9C147D2F-385F-42B5-9764-A0349B5EE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48"/>
                <a:ext cx="4" cy="3"/>
              </a:xfrm>
              <a:custGeom>
                <a:avLst/>
                <a:gdLst>
                  <a:gd name="T0" fmla="*/ 1 w 10"/>
                  <a:gd name="T1" fmla="*/ 3 h 8"/>
                  <a:gd name="T2" fmla="*/ 1 w 10"/>
                  <a:gd name="T3" fmla="*/ 0 h 8"/>
                  <a:gd name="T4" fmla="*/ 5 w 10"/>
                  <a:gd name="T5" fmla="*/ 0 h 8"/>
                  <a:gd name="T6" fmla="*/ 7 w 10"/>
                  <a:gd name="T7" fmla="*/ 2 h 8"/>
                  <a:gd name="T8" fmla="*/ 9 w 10"/>
                  <a:gd name="T9" fmla="*/ 4 h 8"/>
                  <a:gd name="T10" fmla="*/ 10 w 10"/>
                  <a:gd name="T11" fmla="*/ 6 h 8"/>
                  <a:gd name="T12" fmla="*/ 6 w 10"/>
                  <a:gd name="T13" fmla="*/ 7 h 8"/>
                  <a:gd name="T14" fmla="*/ 4 w 10"/>
                  <a:gd name="T15" fmla="*/ 5 h 8"/>
                  <a:gd name="T16" fmla="*/ 1 w 10"/>
                  <a:gd name="T1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8" y="2"/>
                      <a:pt x="8" y="3"/>
                      <a:pt x="9" y="4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8"/>
                      <a:pt x="7" y="8"/>
                      <a:pt x="6" y="7"/>
                    </a:cubicBezTo>
                    <a:cubicBezTo>
                      <a:pt x="5" y="7"/>
                      <a:pt x="5" y="6"/>
                      <a:pt x="4" y="5"/>
                    </a:cubicBezTo>
                    <a:cubicBezTo>
                      <a:pt x="2" y="5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3" name="Freeform 3157">
                <a:extLst>
                  <a:ext uri="{FF2B5EF4-FFF2-40B4-BE49-F238E27FC236}">
                    <a16:creationId xmlns:a16="http://schemas.microsoft.com/office/drawing/2014/main" id="{2829AD31-4795-46AB-9DD0-881BD7D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42"/>
                <a:ext cx="3" cy="2"/>
              </a:xfrm>
              <a:custGeom>
                <a:avLst/>
                <a:gdLst>
                  <a:gd name="T0" fmla="*/ 3 w 6"/>
                  <a:gd name="T1" fmla="*/ 1 h 6"/>
                  <a:gd name="T2" fmla="*/ 6 w 6"/>
                  <a:gd name="T3" fmla="*/ 4 h 6"/>
                  <a:gd name="T4" fmla="*/ 2 w 6"/>
                  <a:gd name="T5" fmla="*/ 6 h 6"/>
                  <a:gd name="T6" fmla="*/ 0 w 6"/>
                  <a:gd name="T7" fmla="*/ 2 h 6"/>
                  <a:gd name="T8" fmla="*/ 3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2"/>
                      <a:pt x="6" y="3"/>
                      <a:pt x="6" y="4"/>
                    </a:cubicBezTo>
                    <a:cubicBezTo>
                      <a:pt x="6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4" name="Freeform 3158">
                <a:extLst>
                  <a:ext uri="{FF2B5EF4-FFF2-40B4-BE49-F238E27FC236}">
                    <a16:creationId xmlns:a16="http://schemas.microsoft.com/office/drawing/2014/main" id="{6E588067-75D6-435B-8914-FBE703C3B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50"/>
                <a:ext cx="1" cy="2"/>
              </a:xfrm>
              <a:custGeom>
                <a:avLst/>
                <a:gdLst>
                  <a:gd name="T0" fmla="*/ 2 w 2"/>
                  <a:gd name="T1" fmla="*/ 2 h 5"/>
                  <a:gd name="T2" fmla="*/ 0 w 2"/>
                  <a:gd name="T3" fmla="*/ 5 h 5"/>
                  <a:gd name="T4" fmla="*/ 0 w 2"/>
                  <a:gd name="T5" fmla="*/ 3 h 5"/>
                  <a:gd name="T6" fmla="*/ 0 w 2"/>
                  <a:gd name="T7" fmla="*/ 2 h 5"/>
                  <a:gd name="T8" fmla="*/ 2 w 2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2"/>
                    </a:moveTo>
                    <a:cubicBezTo>
                      <a:pt x="2" y="3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5" name="Freeform 3159">
                <a:extLst>
                  <a:ext uri="{FF2B5EF4-FFF2-40B4-BE49-F238E27FC236}">
                    <a16:creationId xmlns:a16="http://schemas.microsoft.com/office/drawing/2014/main" id="{17B56E65-CF11-4831-B3CE-67C9A9150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38"/>
                <a:ext cx="4" cy="3"/>
              </a:xfrm>
              <a:custGeom>
                <a:avLst/>
                <a:gdLst>
                  <a:gd name="T0" fmla="*/ 0 w 10"/>
                  <a:gd name="T1" fmla="*/ 2 h 6"/>
                  <a:gd name="T2" fmla="*/ 0 w 10"/>
                  <a:gd name="T3" fmla="*/ 1 h 6"/>
                  <a:gd name="T4" fmla="*/ 0 w 10"/>
                  <a:gd name="T5" fmla="*/ 0 h 6"/>
                  <a:gd name="T6" fmla="*/ 1 w 10"/>
                  <a:gd name="T7" fmla="*/ 0 h 6"/>
                  <a:gd name="T8" fmla="*/ 5 w 10"/>
                  <a:gd name="T9" fmla="*/ 0 h 6"/>
                  <a:gd name="T10" fmla="*/ 8 w 10"/>
                  <a:gd name="T11" fmla="*/ 0 h 6"/>
                  <a:gd name="T12" fmla="*/ 9 w 10"/>
                  <a:gd name="T13" fmla="*/ 3 h 6"/>
                  <a:gd name="T14" fmla="*/ 6 w 10"/>
                  <a:gd name="T15" fmla="*/ 6 h 6"/>
                  <a:gd name="T16" fmla="*/ 5 w 10"/>
                  <a:gd name="T17" fmla="*/ 6 h 6"/>
                  <a:gd name="T18" fmla="*/ 5 w 10"/>
                  <a:gd name="T19" fmla="*/ 5 h 6"/>
                  <a:gd name="T20" fmla="*/ 3 w 10"/>
                  <a:gd name="T21" fmla="*/ 4 h 6"/>
                  <a:gd name="T22" fmla="*/ 2 w 10"/>
                  <a:gd name="T23" fmla="*/ 4 h 6"/>
                  <a:gd name="T24" fmla="*/ 0 w 10"/>
                  <a:gd name="T2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1"/>
                      <a:pt x="10" y="2"/>
                      <a:pt x="9" y="3"/>
                    </a:cubicBezTo>
                    <a:cubicBezTo>
                      <a:pt x="9" y="5"/>
                      <a:pt x="7" y="5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6" name="Freeform 3160">
                <a:extLst>
                  <a:ext uri="{FF2B5EF4-FFF2-40B4-BE49-F238E27FC236}">
                    <a16:creationId xmlns:a16="http://schemas.microsoft.com/office/drawing/2014/main" id="{2A9D727B-3383-48B3-948E-0E0A9F0F4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603"/>
                <a:ext cx="3" cy="2"/>
              </a:xfrm>
              <a:custGeom>
                <a:avLst/>
                <a:gdLst>
                  <a:gd name="T0" fmla="*/ 3 w 8"/>
                  <a:gd name="T1" fmla="*/ 5 h 5"/>
                  <a:gd name="T2" fmla="*/ 1 w 8"/>
                  <a:gd name="T3" fmla="*/ 5 h 5"/>
                  <a:gd name="T4" fmla="*/ 1 w 8"/>
                  <a:gd name="T5" fmla="*/ 1 h 5"/>
                  <a:gd name="T6" fmla="*/ 4 w 8"/>
                  <a:gd name="T7" fmla="*/ 0 h 5"/>
                  <a:gd name="T8" fmla="*/ 8 w 8"/>
                  <a:gd name="T9" fmla="*/ 1 h 5"/>
                  <a:gd name="T10" fmla="*/ 5 w 8"/>
                  <a:gd name="T11" fmla="*/ 3 h 5"/>
                  <a:gd name="T12" fmla="*/ 3 w 8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2" y="5"/>
                      <a:pt x="2" y="5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8" y="0"/>
                      <a:pt x="8" y="1"/>
                    </a:cubicBezTo>
                    <a:cubicBezTo>
                      <a:pt x="7" y="2"/>
                      <a:pt x="6" y="3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7" name="Freeform 3161">
                <a:extLst>
                  <a:ext uri="{FF2B5EF4-FFF2-40B4-BE49-F238E27FC236}">
                    <a16:creationId xmlns:a16="http://schemas.microsoft.com/office/drawing/2014/main" id="{F4A21564-D664-4D92-B789-68B73EC63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99"/>
                <a:ext cx="2" cy="1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4 w 4"/>
                  <a:gd name="T7" fmla="*/ 3 h 4"/>
                  <a:gd name="T8" fmla="*/ 2 w 4"/>
                  <a:gd name="T9" fmla="*/ 4 h 4"/>
                  <a:gd name="T10" fmla="*/ 1 w 4"/>
                  <a:gd name="T11" fmla="*/ 3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8" name="Freeform 3162">
                <a:extLst>
                  <a:ext uri="{FF2B5EF4-FFF2-40B4-BE49-F238E27FC236}">
                    <a16:creationId xmlns:a16="http://schemas.microsoft.com/office/drawing/2014/main" id="{AFDE64D8-8DCD-4260-84E4-B9A9C412B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604"/>
                <a:ext cx="3" cy="3"/>
              </a:xfrm>
              <a:custGeom>
                <a:avLst/>
                <a:gdLst>
                  <a:gd name="T0" fmla="*/ 4 w 7"/>
                  <a:gd name="T1" fmla="*/ 7 h 7"/>
                  <a:gd name="T2" fmla="*/ 1 w 7"/>
                  <a:gd name="T3" fmla="*/ 6 h 7"/>
                  <a:gd name="T4" fmla="*/ 0 w 7"/>
                  <a:gd name="T5" fmla="*/ 4 h 7"/>
                  <a:gd name="T6" fmla="*/ 2 w 7"/>
                  <a:gd name="T7" fmla="*/ 2 h 7"/>
                  <a:gd name="T8" fmla="*/ 4 w 7"/>
                  <a:gd name="T9" fmla="*/ 0 h 7"/>
                  <a:gd name="T10" fmla="*/ 4 w 7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2" y="3"/>
                      <a:pt x="2" y="2"/>
                    </a:cubicBezTo>
                    <a:cubicBezTo>
                      <a:pt x="3" y="1"/>
                      <a:pt x="2" y="0"/>
                      <a:pt x="4" y="0"/>
                    </a:cubicBezTo>
                    <a:cubicBezTo>
                      <a:pt x="7" y="0"/>
                      <a:pt x="7" y="6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9" name="Freeform 3163">
                <a:extLst>
                  <a:ext uri="{FF2B5EF4-FFF2-40B4-BE49-F238E27FC236}">
                    <a16:creationId xmlns:a16="http://schemas.microsoft.com/office/drawing/2014/main" id="{F6FC8486-BBBB-41B3-9C97-1662747EB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21"/>
                <a:ext cx="4" cy="5"/>
              </a:xfrm>
              <a:custGeom>
                <a:avLst/>
                <a:gdLst>
                  <a:gd name="T0" fmla="*/ 1 w 8"/>
                  <a:gd name="T1" fmla="*/ 9 h 14"/>
                  <a:gd name="T2" fmla="*/ 2 w 8"/>
                  <a:gd name="T3" fmla="*/ 4 h 14"/>
                  <a:gd name="T4" fmla="*/ 7 w 8"/>
                  <a:gd name="T5" fmla="*/ 2 h 14"/>
                  <a:gd name="T6" fmla="*/ 8 w 8"/>
                  <a:gd name="T7" fmla="*/ 6 h 14"/>
                  <a:gd name="T8" fmla="*/ 5 w 8"/>
                  <a:gd name="T9" fmla="*/ 9 h 14"/>
                  <a:gd name="T10" fmla="*/ 3 w 8"/>
                  <a:gd name="T11" fmla="*/ 13 h 14"/>
                  <a:gd name="T12" fmla="*/ 1 w 8"/>
                  <a:gd name="T13" fmla="*/ 12 h 14"/>
                  <a:gd name="T14" fmla="*/ 1 w 8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4">
                    <a:moveTo>
                      <a:pt x="1" y="9"/>
                    </a:moveTo>
                    <a:cubicBezTo>
                      <a:pt x="1" y="7"/>
                      <a:pt x="1" y="5"/>
                      <a:pt x="2" y="4"/>
                    </a:cubicBezTo>
                    <a:cubicBezTo>
                      <a:pt x="3" y="2"/>
                      <a:pt x="6" y="0"/>
                      <a:pt x="7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8"/>
                      <a:pt x="6" y="8"/>
                      <a:pt x="5" y="9"/>
                    </a:cubicBezTo>
                    <a:cubicBezTo>
                      <a:pt x="4" y="10"/>
                      <a:pt x="4" y="12"/>
                      <a:pt x="3" y="13"/>
                    </a:cubicBezTo>
                    <a:cubicBezTo>
                      <a:pt x="2" y="14"/>
                      <a:pt x="1" y="13"/>
                      <a:pt x="1" y="12"/>
                    </a:cubicBezTo>
                    <a:cubicBezTo>
                      <a:pt x="0" y="11"/>
                      <a:pt x="1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0" name="Freeform 3164">
                <a:extLst>
                  <a:ext uri="{FF2B5EF4-FFF2-40B4-BE49-F238E27FC236}">
                    <a16:creationId xmlns:a16="http://schemas.microsoft.com/office/drawing/2014/main" id="{6DDF3502-F45D-495D-A2D0-B422B8280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19"/>
                <a:ext cx="4" cy="2"/>
              </a:xfrm>
              <a:custGeom>
                <a:avLst/>
                <a:gdLst>
                  <a:gd name="T0" fmla="*/ 2 w 11"/>
                  <a:gd name="T1" fmla="*/ 5 h 5"/>
                  <a:gd name="T2" fmla="*/ 2 w 11"/>
                  <a:gd name="T3" fmla="*/ 5 h 5"/>
                  <a:gd name="T4" fmla="*/ 0 w 11"/>
                  <a:gd name="T5" fmla="*/ 2 h 5"/>
                  <a:gd name="T6" fmla="*/ 4 w 11"/>
                  <a:gd name="T7" fmla="*/ 0 h 5"/>
                  <a:gd name="T8" fmla="*/ 8 w 11"/>
                  <a:gd name="T9" fmla="*/ 1 h 5"/>
                  <a:gd name="T10" fmla="*/ 10 w 11"/>
                  <a:gd name="T11" fmla="*/ 4 h 5"/>
                  <a:gd name="T12" fmla="*/ 7 w 11"/>
                  <a:gd name="T13" fmla="*/ 5 h 5"/>
                  <a:gd name="T14" fmla="*/ 2 w 11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3" y="0"/>
                      <a:pt x="4" y="0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1"/>
                      <a:pt x="11" y="2"/>
                      <a:pt x="10" y="4"/>
                    </a:cubicBezTo>
                    <a:cubicBezTo>
                      <a:pt x="10" y="5"/>
                      <a:pt x="8" y="5"/>
                      <a:pt x="7" y="5"/>
                    </a:cubicBezTo>
                    <a:cubicBezTo>
                      <a:pt x="6" y="5"/>
                      <a:pt x="3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1" name="Freeform 3165">
                <a:extLst>
                  <a:ext uri="{FF2B5EF4-FFF2-40B4-BE49-F238E27FC236}">
                    <a16:creationId xmlns:a16="http://schemas.microsoft.com/office/drawing/2014/main" id="{B13E9B8C-9FC6-4D76-8705-C8771B1F4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716"/>
                <a:ext cx="2" cy="4"/>
              </a:xfrm>
              <a:custGeom>
                <a:avLst/>
                <a:gdLst>
                  <a:gd name="T0" fmla="*/ 0 w 6"/>
                  <a:gd name="T1" fmla="*/ 5 h 9"/>
                  <a:gd name="T2" fmla="*/ 1 w 6"/>
                  <a:gd name="T3" fmla="*/ 2 h 9"/>
                  <a:gd name="T4" fmla="*/ 3 w 6"/>
                  <a:gd name="T5" fmla="*/ 1 h 9"/>
                  <a:gd name="T6" fmla="*/ 4 w 6"/>
                  <a:gd name="T7" fmla="*/ 3 h 9"/>
                  <a:gd name="T8" fmla="*/ 4 w 6"/>
                  <a:gd name="T9" fmla="*/ 8 h 9"/>
                  <a:gd name="T10" fmla="*/ 0 w 6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5" y="4"/>
                      <a:pt x="6" y="7"/>
                      <a:pt x="4" y="8"/>
                    </a:cubicBezTo>
                    <a:cubicBezTo>
                      <a:pt x="1" y="9"/>
                      <a:pt x="1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2" name="Freeform 3166">
                <a:extLst>
                  <a:ext uri="{FF2B5EF4-FFF2-40B4-BE49-F238E27FC236}">
                    <a16:creationId xmlns:a16="http://schemas.microsoft.com/office/drawing/2014/main" id="{47EB91AD-5CF5-4C76-85C4-670744FD5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02"/>
                <a:ext cx="13" cy="13"/>
              </a:xfrm>
              <a:custGeom>
                <a:avLst/>
                <a:gdLst>
                  <a:gd name="T0" fmla="*/ 2 w 31"/>
                  <a:gd name="T1" fmla="*/ 32 h 33"/>
                  <a:gd name="T2" fmla="*/ 1 w 31"/>
                  <a:gd name="T3" fmla="*/ 29 h 33"/>
                  <a:gd name="T4" fmla="*/ 3 w 31"/>
                  <a:gd name="T5" fmla="*/ 25 h 33"/>
                  <a:gd name="T6" fmla="*/ 3 w 31"/>
                  <a:gd name="T7" fmla="*/ 20 h 33"/>
                  <a:gd name="T8" fmla="*/ 8 w 31"/>
                  <a:gd name="T9" fmla="*/ 18 h 33"/>
                  <a:gd name="T10" fmla="*/ 12 w 31"/>
                  <a:gd name="T11" fmla="*/ 14 h 33"/>
                  <a:gd name="T12" fmla="*/ 13 w 31"/>
                  <a:gd name="T13" fmla="*/ 8 h 33"/>
                  <a:gd name="T14" fmla="*/ 19 w 31"/>
                  <a:gd name="T15" fmla="*/ 8 h 33"/>
                  <a:gd name="T16" fmla="*/ 25 w 31"/>
                  <a:gd name="T17" fmla="*/ 7 h 33"/>
                  <a:gd name="T18" fmla="*/ 26 w 31"/>
                  <a:gd name="T19" fmla="*/ 2 h 33"/>
                  <a:gd name="T20" fmla="*/ 30 w 31"/>
                  <a:gd name="T21" fmla="*/ 4 h 33"/>
                  <a:gd name="T22" fmla="*/ 27 w 31"/>
                  <a:gd name="T23" fmla="*/ 10 h 33"/>
                  <a:gd name="T24" fmla="*/ 28 w 31"/>
                  <a:gd name="T25" fmla="*/ 15 h 33"/>
                  <a:gd name="T26" fmla="*/ 30 w 31"/>
                  <a:gd name="T27" fmla="*/ 20 h 33"/>
                  <a:gd name="T28" fmla="*/ 28 w 31"/>
                  <a:gd name="T29" fmla="*/ 21 h 33"/>
                  <a:gd name="T30" fmla="*/ 26 w 31"/>
                  <a:gd name="T31" fmla="*/ 21 h 33"/>
                  <a:gd name="T32" fmla="*/ 25 w 31"/>
                  <a:gd name="T33" fmla="*/ 23 h 33"/>
                  <a:gd name="T34" fmla="*/ 21 w 31"/>
                  <a:gd name="T35" fmla="*/ 26 h 33"/>
                  <a:gd name="T36" fmla="*/ 17 w 31"/>
                  <a:gd name="T37" fmla="*/ 27 h 33"/>
                  <a:gd name="T38" fmla="*/ 14 w 31"/>
                  <a:gd name="T39" fmla="*/ 26 h 33"/>
                  <a:gd name="T40" fmla="*/ 9 w 31"/>
                  <a:gd name="T41" fmla="*/ 26 h 33"/>
                  <a:gd name="T42" fmla="*/ 8 w 31"/>
                  <a:gd name="T43" fmla="*/ 28 h 33"/>
                  <a:gd name="T44" fmla="*/ 8 w 31"/>
                  <a:gd name="T45" fmla="*/ 29 h 33"/>
                  <a:gd name="T46" fmla="*/ 6 w 31"/>
                  <a:gd name="T47" fmla="*/ 31 h 33"/>
                  <a:gd name="T48" fmla="*/ 5 w 31"/>
                  <a:gd name="T49" fmla="*/ 32 h 33"/>
                  <a:gd name="T50" fmla="*/ 2 w 31"/>
                  <a:gd name="T51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3">
                    <a:moveTo>
                      <a:pt x="2" y="32"/>
                    </a:moveTo>
                    <a:cubicBezTo>
                      <a:pt x="1" y="31"/>
                      <a:pt x="0" y="30"/>
                      <a:pt x="1" y="29"/>
                    </a:cubicBezTo>
                    <a:cubicBezTo>
                      <a:pt x="3" y="28"/>
                      <a:pt x="4" y="27"/>
                      <a:pt x="3" y="25"/>
                    </a:cubicBezTo>
                    <a:cubicBezTo>
                      <a:pt x="2" y="23"/>
                      <a:pt x="1" y="22"/>
                      <a:pt x="3" y="20"/>
                    </a:cubicBezTo>
                    <a:cubicBezTo>
                      <a:pt x="4" y="19"/>
                      <a:pt x="6" y="18"/>
                      <a:pt x="8" y="18"/>
                    </a:cubicBezTo>
                    <a:cubicBezTo>
                      <a:pt x="10" y="17"/>
                      <a:pt x="11" y="16"/>
                      <a:pt x="12" y="14"/>
                    </a:cubicBezTo>
                    <a:cubicBezTo>
                      <a:pt x="12" y="13"/>
                      <a:pt x="11" y="9"/>
                      <a:pt x="13" y="8"/>
                    </a:cubicBezTo>
                    <a:cubicBezTo>
                      <a:pt x="15" y="7"/>
                      <a:pt x="17" y="8"/>
                      <a:pt x="19" y="8"/>
                    </a:cubicBezTo>
                    <a:cubicBezTo>
                      <a:pt x="21" y="8"/>
                      <a:pt x="23" y="8"/>
                      <a:pt x="25" y="7"/>
                    </a:cubicBezTo>
                    <a:cubicBezTo>
                      <a:pt x="26" y="6"/>
                      <a:pt x="26" y="4"/>
                      <a:pt x="26" y="2"/>
                    </a:cubicBezTo>
                    <a:cubicBezTo>
                      <a:pt x="27" y="0"/>
                      <a:pt x="29" y="2"/>
                      <a:pt x="30" y="4"/>
                    </a:cubicBezTo>
                    <a:cubicBezTo>
                      <a:pt x="30" y="7"/>
                      <a:pt x="28" y="8"/>
                      <a:pt x="27" y="10"/>
                    </a:cubicBezTo>
                    <a:cubicBezTo>
                      <a:pt x="26" y="12"/>
                      <a:pt x="26" y="14"/>
                      <a:pt x="28" y="15"/>
                    </a:cubicBezTo>
                    <a:cubicBezTo>
                      <a:pt x="29" y="17"/>
                      <a:pt x="30" y="18"/>
                      <a:pt x="30" y="20"/>
                    </a:cubicBezTo>
                    <a:cubicBezTo>
                      <a:pt x="31" y="22"/>
                      <a:pt x="30" y="23"/>
                      <a:pt x="28" y="21"/>
                    </a:cubicBezTo>
                    <a:cubicBezTo>
                      <a:pt x="27" y="21"/>
                      <a:pt x="26" y="20"/>
                      <a:pt x="26" y="21"/>
                    </a:cubicBezTo>
                    <a:cubicBezTo>
                      <a:pt x="25" y="21"/>
                      <a:pt x="25" y="23"/>
                      <a:pt x="25" y="23"/>
                    </a:cubicBezTo>
                    <a:cubicBezTo>
                      <a:pt x="25" y="26"/>
                      <a:pt x="24" y="26"/>
                      <a:pt x="21" y="26"/>
                    </a:cubicBezTo>
                    <a:cubicBezTo>
                      <a:pt x="19" y="25"/>
                      <a:pt x="19" y="26"/>
                      <a:pt x="17" y="27"/>
                    </a:cubicBezTo>
                    <a:cubicBezTo>
                      <a:pt x="16" y="28"/>
                      <a:pt x="15" y="27"/>
                      <a:pt x="14" y="26"/>
                    </a:cubicBezTo>
                    <a:cubicBezTo>
                      <a:pt x="12" y="25"/>
                      <a:pt x="10" y="25"/>
                      <a:pt x="9" y="26"/>
                    </a:cubicBezTo>
                    <a:cubicBezTo>
                      <a:pt x="8" y="27"/>
                      <a:pt x="8" y="27"/>
                      <a:pt x="8" y="28"/>
                    </a:cubicBezTo>
                    <a:cubicBezTo>
                      <a:pt x="8" y="29"/>
                      <a:pt x="8" y="28"/>
                      <a:pt x="8" y="29"/>
                    </a:cubicBezTo>
                    <a:cubicBezTo>
                      <a:pt x="7" y="30"/>
                      <a:pt x="7" y="30"/>
                      <a:pt x="6" y="31"/>
                    </a:cubicBezTo>
                    <a:cubicBezTo>
                      <a:pt x="6" y="31"/>
                      <a:pt x="5" y="32"/>
                      <a:pt x="5" y="32"/>
                    </a:cubicBezTo>
                    <a:cubicBezTo>
                      <a:pt x="4" y="33"/>
                      <a:pt x="3" y="33"/>
                      <a:pt x="2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3" name="Freeform 3167">
                <a:extLst>
                  <a:ext uri="{FF2B5EF4-FFF2-40B4-BE49-F238E27FC236}">
                    <a16:creationId xmlns:a16="http://schemas.microsoft.com/office/drawing/2014/main" id="{710E97C9-3A25-4A29-9B58-1D0DEEB17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702"/>
                <a:ext cx="3" cy="2"/>
              </a:xfrm>
              <a:custGeom>
                <a:avLst/>
                <a:gdLst>
                  <a:gd name="T0" fmla="*/ 1 w 7"/>
                  <a:gd name="T1" fmla="*/ 4 h 5"/>
                  <a:gd name="T2" fmla="*/ 0 w 7"/>
                  <a:gd name="T3" fmla="*/ 4 h 5"/>
                  <a:gd name="T4" fmla="*/ 0 w 7"/>
                  <a:gd name="T5" fmla="*/ 3 h 5"/>
                  <a:gd name="T6" fmla="*/ 1 w 7"/>
                  <a:gd name="T7" fmla="*/ 2 h 5"/>
                  <a:gd name="T8" fmla="*/ 3 w 7"/>
                  <a:gd name="T9" fmla="*/ 0 h 5"/>
                  <a:gd name="T10" fmla="*/ 7 w 7"/>
                  <a:gd name="T11" fmla="*/ 1 h 5"/>
                  <a:gd name="T12" fmla="*/ 7 w 7"/>
                  <a:gd name="T13" fmla="*/ 4 h 5"/>
                  <a:gd name="T14" fmla="*/ 4 w 7"/>
                  <a:gd name="T15" fmla="*/ 4 h 5"/>
                  <a:gd name="T16" fmla="*/ 1 w 7"/>
                  <a:gd name="T1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4"/>
                      <a:pt x="5" y="4"/>
                      <a:pt x="4" y="4"/>
                    </a:cubicBezTo>
                    <a:cubicBezTo>
                      <a:pt x="2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4" name="Freeform 3168">
                <a:extLst>
                  <a:ext uri="{FF2B5EF4-FFF2-40B4-BE49-F238E27FC236}">
                    <a16:creationId xmlns:a16="http://schemas.microsoft.com/office/drawing/2014/main" id="{A8E593B6-7884-435E-8813-212903931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707"/>
                <a:ext cx="2" cy="2"/>
              </a:xfrm>
              <a:custGeom>
                <a:avLst/>
                <a:gdLst>
                  <a:gd name="T0" fmla="*/ 2 w 5"/>
                  <a:gd name="T1" fmla="*/ 1 h 5"/>
                  <a:gd name="T2" fmla="*/ 5 w 5"/>
                  <a:gd name="T3" fmla="*/ 2 h 5"/>
                  <a:gd name="T4" fmla="*/ 2 w 5"/>
                  <a:gd name="T5" fmla="*/ 5 h 5"/>
                  <a:gd name="T6" fmla="*/ 2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5" name="Freeform 3169">
                <a:extLst>
                  <a:ext uri="{FF2B5EF4-FFF2-40B4-BE49-F238E27FC236}">
                    <a16:creationId xmlns:a16="http://schemas.microsoft.com/office/drawing/2014/main" id="{4E416E8D-71D0-4BEB-91EC-619DDB879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667"/>
                <a:ext cx="17" cy="36"/>
              </a:xfrm>
              <a:custGeom>
                <a:avLst/>
                <a:gdLst>
                  <a:gd name="T0" fmla="*/ 22 w 42"/>
                  <a:gd name="T1" fmla="*/ 75 h 89"/>
                  <a:gd name="T2" fmla="*/ 22 w 42"/>
                  <a:gd name="T3" fmla="*/ 77 h 89"/>
                  <a:gd name="T4" fmla="*/ 22 w 42"/>
                  <a:gd name="T5" fmla="*/ 80 h 89"/>
                  <a:gd name="T6" fmla="*/ 21 w 42"/>
                  <a:gd name="T7" fmla="*/ 83 h 89"/>
                  <a:gd name="T8" fmla="*/ 18 w 42"/>
                  <a:gd name="T9" fmla="*/ 82 h 89"/>
                  <a:gd name="T10" fmla="*/ 17 w 42"/>
                  <a:gd name="T11" fmla="*/ 81 h 89"/>
                  <a:gd name="T12" fmla="*/ 16 w 42"/>
                  <a:gd name="T13" fmla="*/ 80 h 89"/>
                  <a:gd name="T14" fmla="*/ 16 w 42"/>
                  <a:gd name="T15" fmla="*/ 80 h 89"/>
                  <a:gd name="T16" fmla="*/ 11 w 42"/>
                  <a:gd name="T17" fmla="*/ 86 h 89"/>
                  <a:gd name="T18" fmla="*/ 10 w 42"/>
                  <a:gd name="T19" fmla="*/ 89 h 89"/>
                  <a:gd name="T20" fmla="*/ 9 w 42"/>
                  <a:gd name="T21" fmla="*/ 85 h 89"/>
                  <a:gd name="T22" fmla="*/ 8 w 42"/>
                  <a:gd name="T23" fmla="*/ 78 h 89"/>
                  <a:gd name="T24" fmla="*/ 3 w 42"/>
                  <a:gd name="T25" fmla="*/ 76 h 89"/>
                  <a:gd name="T26" fmla="*/ 0 w 42"/>
                  <a:gd name="T27" fmla="*/ 71 h 89"/>
                  <a:gd name="T28" fmla="*/ 1 w 42"/>
                  <a:gd name="T29" fmla="*/ 62 h 89"/>
                  <a:gd name="T30" fmla="*/ 1 w 42"/>
                  <a:gd name="T31" fmla="*/ 53 h 89"/>
                  <a:gd name="T32" fmla="*/ 4 w 42"/>
                  <a:gd name="T33" fmla="*/ 39 h 89"/>
                  <a:gd name="T34" fmla="*/ 11 w 42"/>
                  <a:gd name="T35" fmla="*/ 28 h 89"/>
                  <a:gd name="T36" fmla="*/ 18 w 42"/>
                  <a:gd name="T37" fmla="*/ 17 h 89"/>
                  <a:gd name="T38" fmla="*/ 19 w 42"/>
                  <a:gd name="T39" fmla="*/ 8 h 89"/>
                  <a:gd name="T40" fmla="*/ 20 w 42"/>
                  <a:gd name="T41" fmla="*/ 2 h 89"/>
                  <a:gd name="T42" fmla="*/ 26 w 42"/>
                  <a:gd name="T43" fmla="*/ 0 h 89"/>
                  <a:gd name="T44" fmla="*/ 33 w 42"/>
                  <a:gd name="T45" fmla="*/ 2 h 89"/>
                  <a:gd name="T46" fmla="*/ 38 w 42"/>
                  <a:gd name="T47" fmla="*/ 10 h 89"/>
                  <a:gd name="T48" fmla="*/ 41 w 42"/>
                  <a:gd name="T49" fmla="*/ 18 h 89"/>
                  <a:gd name="T50" fmla="*/ 38 w 42"/>
                  <a:gd name="T51" fmla="*/ 21 h 89"/>
                  <a:gd name="T52" fmla="*/ 32 w 42"/>
                  <a:gd name="T53" fmla="*/ 15 h 89"/>
                  <a:gd name="T54" fmla="*/ 25 w 42"/>
                  <a:gd name="T55" fmla="*/ 6 h 89"/>
                  <a:gd name="T56" fmla="*/ 22 w 42"/>
                  <a:gd name="T57" fmla="*/ 7 h 89"/>
                  <a:gd name="T58" fmla="*/ 29 w 42"/>
                  <a:gd name="T59" fmla="*/ 17 h 89"/>
                  <a:gd name="T60" fmla="*/ 38 w 42"/>
                  <a:gd name="T61" fmla="*/ 25 h 89"/>
                  <a:gd name="T62" fmla="*/ 39 w 42"/>
                  <a:gd name="T63" fmla="*/ 36 h 89"/>
                  <a:gd name="T64" fmla="*/ 32 w 42"/>
                  <a:gd name="T65" fmla="*/ 40 h 89"/>
                  <a:gd name="T66" fmla="*/ 27 w 42"/>
                  <a:gd name="T67" fmla="*/ 45 h 89"/>
                  <a:gd name="T68" fmla="*/ 24 w 42"/>
                  <a:gd name="T69" fmla="*/ 45 h 89"/>
                  <a:gd name="T70" fmla="*/ 18 w 42"/>
                  <a:gd name="T71" fmla="*/ 43 h 89"/>
                  <a:gd name="T72" fmla="*/ 16 w 42"/>
                  <a:gd name="T73" fmla="*/ 39 h 89"/>
                  <a:gd name="T74" fmla="*/ 14 w 42"/>
                  <a:gd name="T75" fmla="*/ 36 h 89"/>
                  <a:gd name="T76" fmla="*/ 13 w 42"/>
                  <a:gd name="T77" fmla="*/ 41 h 89"/>
                  <a:gd name="T78" fmla="*/ 18 w 42"/>
                  <a:gd name="T79" fmla="*/ 47 h 89"/>
                  <a:gd name="T80" fmla="*/ 24 w 42"/>
                  <a:gd name="T81" fmla="*/ 50 h 89"/>
                  <a:gd name="T82" fmla="*/ 24 w 42"/>
                  <a:gd name="T83" fmla="*/ 58 h 89"/>
                  <a:gd name="T84" fmla="*/ 23 w 42"/>
                  <a:gd name="T85" fmla="*/ 65 h 89"/>
                  <a:gd name="T86" fmla="*/ 17 w 42"/>
                  <a:gd name="T87" fmla="*/ 65 h 89"/>
                  <a:gd name="T88" fmla="*/ 10 w 42"/>
                  <a:gd name="T89" fmla="*/ 64 h 89"/>
                  <a:gd name="T90" fmla="*/ 10 w 42"/>
                  <a:gd name="T91" fmla="*/ 68 h 89"/>
                  <a:gd name="T92" fmla="*/ 15 w 42"/>
                  <a:gd name="T93" fmla="*/ 70 h 89"/>
                  <a:gd name="T94" fmla="*/ 18 w 42"/>
                  <a:gd name="T95" fmla="*/ 70 h 89"/>
                  <a:gd name="T96" fmla="*/ 22 w 42"/>
                  <a:gd name="T97" fmla="*/ 70 h 89"/>
                  <a:gd name="T98" fmla="*/ 22 w 42"/>
                  <a:gd name="T99" fmla="*/ 71 h 89"/>
                  <a:gd name="T100" fmla="*/ 23 w 42"/>
                  <a:gd name="T101" fmla="*/ 71 h 89"/>
                  <a:gd name="T102" fmla="*/ 23 w 42"/>
                  <a:gd name="T103" fmla="*/ 72 h 89"/>
                  <a:gd name="T104" fmla="*/ 23 w 42"/>
                  <a:gd name="T105" fmla="*/ 72 h 89"/>
                  <a:gd name="T106" fmla="*/ 22 w 42"/>
                  <a:gd name="T107" fmla="*/ 7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" h="89">
                    <a:moveTo>
                      <a:pt x="22" y="75"/>
                    </a:moveTo>
                    <a:cubicBezTo>
                      <a:pt x="22" y="76"/>
                      <a:pt x="22" y="76"/>
                      <a:pt x="22" y="77"/>
                    </a:cubicBezTo>
                    <a:cubicBezTo>
                      <a:pt x="21" y="78"/>
                      <a:pt x="22" y="79"/>
                      <a:pt x="22" y="80"/>
                    </a:cubicBezTo>
                    <a:cubicBezTo>
                      <a:pt x="22" y="81"/>
                      <a:pt x="22" y="83"/>
                      <a:pt x="21" y="83"/>
                    </a:cubicBezTo>
                    <a:cubicBezTo>
                      <a:pt x="20" y="84"/>
                      <a:pt x="19" y="83"/>
                      <a:pt x="18" y="82"/>
                    </a:cubicBezTo>
                    <a:cubicBezTo>
                      <a:pt x="18" y="82"/>
                      <a:pt x="17" y="81"/>
                      <a:pt x="17" y="81"/>
                    </a:cubicBezTo>
                    <a:cubicBezTo>
                      <a:pt x="17" y="80"/>
                      <a:pt x="17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3" y="81"/>
                      <a:pt x="13" y="84"/>
                      <a:pt x="11" y="86"/>
                    </a:cubicBezTo>
                    <a:cubicBezTo>
                      <a:pt x="11" y="87"/>
                      <a:pt x="10" y="88"/>
                      <a:pt x="10" y="89"/>
                    </a:cubicBezTo>
                    <a:cubicBezTo>
                      <a:pt x="8" y="89"/>
                      <a:pt x="9" y="86"/>
                      <a:pt x="9" y="85"/>
                    </a:cubicBezTo>
                    <a:cubicBezTo>
                      <a:pt x="9" y="83"/>
                      <a:pt x="9" y="80"/>
                      <a:pt x="8" y="78"/>
                    </a:cubicBezTo>
                    <a:cubicBezTo>
                      <a:pt x="6" y="77"/>
                      <a:pt x="4" y="76"/>
                      <a:pt x="3" y="76"/>
                    </a:cubicBezTo>
                    <a:cubicBezTo>
                      <a:pt x="1" y="75"/>
                      <a:pt x="0" y="73"/>
                      <a:pt x="0" y="71"/>
                    </a:cubicBezTo>
                    <a:cubicBezTo>
                      <a:pt x="0" y="68"/>
                      <a:pt x="0" y="65"/>
                      <a:pt x="1" y="62"/>
                    </a:cubicBezTo>
                    <a:cubicBezTo>
                      <a:pt x="1" y="59"/>
                      <a:pt x="1" y="56"/>
                      <a:pt x="1" y="53"/>
                    </a:cubicBezTo>
                    <a:cubicBezTo>
                      <a:pt x="2" y="49"/>
                      <a:pt x="3" y="44"/>
                      <a:pt x="4" y="39"/>
                    </a:cubicBezTo>
                    <a:cubicBezTo>
                      <a:pt x="5" y="35"/>
                      <a:pt x="8" y="32"/>
                      <a:pt x="11" y="28"/>
                    </a:cubicBezTo>
                    <a:cubicBezTo>
                      <a:pt x="14" y="25"/>
                      <a:pt x="17" y="22"/>
                      <a:pt x="18" y="17"/>
                    </a:cubicBezTo>
                    <a:cubicBezTo>
                      <a:pt x="19" y="14"/>
                      <a:pt x="19" y="11"/>
                      <a:pt x="19" y="8"/>
                    </a:cubicBezTo>
                    <a:cubicBezTo>
                      <a:pt x="19" y="6"/>
                      <a:pt x="18" y="3"/>
                      <a:pt x="20" y="2"/>
                    </a:cubicBezTo>
                    <a:cubicBezTo>
                      <a:pt x="21" y="0"/>
                      <a:pt x="24" y="0"/>
                      <a:pt x="26" y="0"/>
                    </a:cubicBezTo>
                    <a:cubicBezTo>
                      <a:pt x="28" y="0"/>
                      <a:pt x="31" y="1"/>
                      <a:pt x="33" y="2"/>
                    </a:cubicBezTo>
                    <a:cubicBezTo>
                      <a:pt x="35" y="4"/>
                      <a:pt x="37" y="7"/>
                      <a:pt x="38" y="10"/>
                    </a:cubicBezTo>
                    <a:cubicBezTo>
                      <a:pt x="39" y="12"/>
                      <a:pt x="41" y="15"/>
                      <a:pt x="41" y="18"/>
                    </a:cubicBezTo>
                    <a:cubicBezTo>
                      <a:pt x="41" y="20"/>
                      <a:pt x="40" y="22"/>
                      <a:pt x="38" y="21"/>
                    </a:cubicBezTo>
                    <a:cubicBezTo>
                      <a:pt x="36" y="20"/>
                      <a:pt x="34" y="17"/>
                      <a:pt x="32" y="15"/>
                    </a:cubicBezTo>
                    <a:cubicBezTo>
                      <a:pt x="30" y="12"/>
                      <a:pt x="28" y="8"/>
                      <a:pt x="25" y="6"/>
                    </a:cubicBezTo>
                    <a:cubicBezTo>
                      <a:pt x="24" y="5"/>
                      <a:pt x="22" y="4"/>
                      <a:pt x="22" y="7"/>
                    </a:cubicBezTo>
                    <a:cubicBezTo>
                      <a:pt x="21" y="11"/>
                      <a:pt x="26" y="15"/>
                      <a:pt x="29" y="17"/>
                    </a:cubicBezTo>
                    <a:cubicBezTo>
                      <a:pt x="33" y="19"/>
                      <a:pt x="36" y="21"/>
                      <a:pt x="38" y="25"/>
                    </a:cubicBezTo>
                    <a:cubicBezTo>
                      <a:pt x="40" y="28"/>
                      <a:pt x="42" y="33"/>
                      <a:pt x="39" y="36"/>
                    </a:cubicBezTo>
                    <a:cubicBezTo>
                      <a:pt x="37" y="38"/>
                      <a:pt x="34" y="39"/>
                      <a:pt x="32" y="40"/>
                    </a:cubicBezTo>
                    <a:cubicBezTo>
                      <a:pt x="30" y="41"/>
                      <a:pt x="29" y="43"/>
                      <a:pt x="27" y="45"/>
                    </a:cubicBezTo>
                    <a:cubicBezTo>
                      <a:pt x="26" y="46"/>
                      <a:pt x="25" y="46"/>
                      <a:pt x="24" y="45"/>
                    </a:cubicBezTo>
                    <a:cubicBezTo>
                      <a:pt x="22" y="45"/>
                      <a:pt x="20" y="44"/>
                      <a:pt x="18" y="43"/>
                    </a:cubicBezTo>
                    <a:cubicBezTo>
                      <a:pt x="17" y="42"/>
                      <a:pt x="16" y="41"/>
                      <a:pt x="16" y="39"/>
                    </a:cubicBezTo>
                    <a:cubicBezTo>
                      <a:pt x="16" y="38"/>
                      <a:pt x="15" y="36"/>
                      <a:pt x="14" y="36"/>
                    </a:cubicBezTo>
                    <a:cubicBezTo>
                      <a:pt x="12" y="37"/>
                      <a:pt x="13" y="40"/>
                      <a:pt x="13" y="41"/>
                    </a:cubicBezTo>
                    <a:cubicBezTo>
                      <a:pt x="14" y="44"/>
                      <a:pt x="16" y="46"/>
                      <a:pt x="18" y="47"/>
                    </a:cubicBezTo>
                    <a:cubicBezTo>
                      <a:pt x="20" y="47"/>
                      <a:pt x="23" y="48"/>
                      <a:pt x="24" y="50"/>
                    </a:cubicBezTo>
                    <a:cubicBezTo>
                      <a:pt x="25" y="52"/>
                      <a:pt x="24" y="56"/>
                      <a:pt x="24" y="58"/>
                    </a:cubicBezTo>
                    <a:cubicBezTo>
                      <a:pt x="24" y="61"/>
                      <a:pt x="23" y="63"/>
                      <a:pt x="23" y="65"/>
                    </a:cubicBezTo>
                    <a:cubicBezTo>
                      <a:pt x="21" y="67"/>
                      <a:pt x="19" y="66"/>
                      <a:pt x="17" y="65"/>
                    </a:cubicBezTo>
                    <a:cubicBezTo>
                      <a:pt x="15" y="63"/>
                      <a:pt x="12" y="62"/>
                      <a:pt x="10" y="64"/>
                    </a:cubicBezTo>
                    <a:cubicBezTo>
                      <a:pt x="9" y="65"/>
                      <a:pt x="9" y="67"/>
                      <a:pt x="10" y="68"/>
                    </a:cubicBezTo>
                    <a:cubicBezTo>
                      <a:pt x="11" y="69"/>
                      <a:pt x="13" y="69"/>
                      <a:pt x="15" y="70"/>
                    </a:cubicBezTo>
                    <a:cubicBezTo>
                      <a:pt x="16" y="70"/>
                      <a:pt x="17" y="70"/>
                      <a:pt x="18" y="70"/>
                    </a:cubicBezTo>
                    <a:cubicBezTo>
                      <a:pt x="19" y="70"/>
                      <a:pt x="21" y="69"/>
                      <a:pt x="22" y="70"/>
                    </a:cubicBezTo>
                    <a:cubicBezTo>
                      <a:pt x="22" y="70"/>
                      <a:pt x="22" y="71"/>
                      <a:pt x="22" y="71"/>
                    </a:cubicBezTo>
                    <a:cubicBezTo>
                      <a:pt x="22" y="71"/>
                      <a:pt x="22" y="71"/>
                      <a:pt x="23" y="71"/>
                    </a:cubicBezTo>
                    <a:cubicBezTo>
                      <a:pt x="23" y="71"/>
                      <a:pt x="23" y="72"/>
                      <a:pt x="23" y="72"/>
                    </a:cubicBezTo>
                    <a:cubicBezTo>
                      <a:pt x="23" y="72"/>
                      <a:pt x="23" y="72"/>
                      <a:pt x="23" y="72"/>
                    </a:cubicBezTo>
                    <a:cubicBezTo>
                      <a:pt x="23" y="73"/>
                      <a:pt x="22" y="74"/>
                      <a:pt x="22" y="7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6" name="Freeform 3170">
                <a:extLst>
                  <a:ext uri="{FF2B5EF4-FFF2-40B4-BE49-F238E27FC236}">
                    <a16:creationId xmlns:a16="http://schemas.microsoft.com/office/drawing/2014/main" id="{7E6AF208-9D6E-4D11-8239-4E6083F8D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658"/>
                <a:ext cx="11" cy="14"/>
              </a:xfrm>
              <a:custGeom>
                <a:avLst/>
                <a:gdLst>
                  <a:gd name="T0" fmla="*/ 17 w 27"/>
                  <a:gd name="T1" fmla="*/ 18 h 35"/>
                  <a:gd name="T2" fmla="*/ 20 w 27"/>
                  <a:gd name="T3" fmla="*/ 19 h 35"/>
                  <a:gd name="T4" fmla="*/ 23 w 27"/>
                  <a:gd name="T5" fmla="*/ 22 h 35"/>
                  <a:gd name="T6" fmla="*/ 24 w 27"/>
                  <a:gd name="T7" fmla="*/ 26 h 35"/>
                  <a:gd name="T8" fmla="*/ 22 w 27"/>
                  <a:gd name="T9" fmla="*/ 34 h 35"/>
                  <a:gd name="T10" fmla="*/ 19 w 27"/>
                  <a:gd name="T11" fmla="*/ 27 h 35"/>
                  <a:gd name="T12" fmla="*/ 15 w 27"/>
                  <a:gd name="T13" fmla="*/ 24 h 35"/>
                  <a:gd name="T14" fmla="*/ 11 w 27"/>
                  <a:gd name="T15" fmla="*/ 21 h 35"/>
                  <a:gd name="T16" fmla="*/ 7 w 27"/>
                  <a:gd name="T17" fmla="*/ 18 h 35"/>
                  <a:gd name="T18" fmla="*/ 1 w 27"/>
                  <a:gd name="T19" fmla="*/ 12 h 35"/>
                  <a:gd name="T20" fmla="*/ 3 w 27"/>
                  <a:gd name="T21" fmla="*/ 3 h 35"/>
                  <a:gd name="T22" fmla="*/ 14 w 27"/>
                  <a:gd name="T23" fmla="*/ 3 h 35"/>
                  <a:gd name="T24" fmla="*/ 18 w 27"/>
                  <a:gd name="T25" fmla="*/ 4 h 35"/>
                  <a:gd name="T26" fmla="*/ 20 w 27"/>
                  <a:gd name="T27" fmla="*/ 6 h 35"/>
                  <a:gd name="T28" fmla="*/ 22 w 27"/>
                  <a:gd name="T29" fmla="*/ 7 h 35"/>
                  <a:gd name="T30" fmla="*/ 26 w 27"/>
                  <a:gd name="T31" fmla="*/ 11 h 35"/>
                  <a:gd name="T32" fmla="*/ 27 w 27"/>
                  <a:gd name="T33" fmla="*/ 12 h 35"/>
                  <a:gd name="T34" fmla="*/ 23 w 27"/>
                  <a:gd name="T35" fmla="*/ 13 h 35"/>
                  <a:gd name="T36" fmla="*/ 19 w 27"/>
                  <a:gd name="T37" fmla="*/ 12 h 35"/>
                  <a:gd name="T38" fmla="*/ 17 w 27"/>
                  <a:gd name="T39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35">
                    <a:moveTo>
                      <a:pt x="17" y="18"/>
                    </a:moveTo>
                    <a:cubicBezTo>
                      <a:pt x="17" y="18"/>
                      <a:pt x="19" y="19"/>
                      <a:pt x="20" y="19"/>
                    </a:cubicBezTo>
                    <a:cubicBezTo>
                      <a:pt x="22" y="19"/>
                      <a:pt x="22" y="20"/>
                      <a:pt x="23" y="22"/>
                    </a:cubicBezTo>
                    <a:cubicBezTo>
                      <a:pt x="24" y="24"/>
                      <a:pt x="24" y="25"/>
                      <a:pt x="24" y="26"/>
                    </a:cubicBezTo>
                    <a:cubicBezTo>
                      <a:pt x="24" y="28"/>
                      <a:pt x="25" y="35"/>
                      <a:pt x="22" y="34"/>
                    </a:cubicBezTo>
                    <a:cubicBezTo>
                      <a:pt x="20" y="33"/>
                      <a:pt x="20" y="29"/>
                      <a:pt x="19" y="27"/>
                    </a:cubicBezTo>
                    <a:cubicBezTo>
                      <a:pt x="19" y="25"/>
                      <a:pt x="17" y="25"/>
                      <a:pt x="15" y="24"/>
                    </a:cubicBezTo>
                    <a:cubicBezTo>
                      <a:pt x="13" y="23"/>
                      <a:pt x="12" y="22"/>
                      <a:pt x="11" y="21"/>
                    </a:cubicBezTo>
                    <a:cubicBezTo>
                      <a:pt x="10" y="20"/>
                      <a:pt x="9" y="19"/>
                      <a:pt x="7" y="18"/>
                    </a:cubicBezTo>
                    <a:cubicBezTo>
                      <a:pt x="5" y="16"/>
                      <a:pt x="2" y="14"/>
                      <a:pt x="1" y="12"/>
                    </a:cubicBezTo>
                    <a:cubicBezTo>
                      <a:pt x="0" y="9"/>
                      <a:pt x="1" y="5"/>
                      <a:pt x="3" y="3"/>
                    </a:cubicBezTo>
                    <a:cubicBezTo>
                      <a:pt x="6" y="0"/>
                      <a:pt x="10" y="2"/>
                      <a:pt x="14" y="3"/>
                    </a:cubicBezTo>
                    <a:cubicBezTo>
                      <a:pt x="15" y="3"/>
                      <a:pt x="17" y="3"/>
                      <a:pt x="18" y="4"/>
                    </a:cubicBezTo>
                    <a:cubicBezTo>
                      <a:pt x="19" y="5"/>
                      <a:pt x="19" y="6"/>
                      <a:pt x="20" y="6"/>
                    </a:cubicBezTo>
                    <a:cubicBezTo>
                      <a:pt x="20" y="7"/>
                      <a:pt x="21" y="7"/>
                      <a:pt x="22" y="7"/>
                    </a:cubicBezTo>
                    <a:cubicBezTo>
                      <a:pt x="23" y="8"/>
                      <a:pt x="25" y="9"/>
                      <a:pt x="26" y="11"/>
                    </a:cubicBezTo>
                    <a:cubicBezTo>
                      <a:pt x="27" y="11"/>
                      <a:pt x="27" y="12"/>
                      <a:pt x="27" y="12"/>
                    </a:cubicBezTo>
                    <a:cubicBezTo>
                      <a:pt x="26" y="14"/>
                      <a:pt x="24" y="13"/>
                      <a:pt x="23" y="13"/>
                    </a:cubicBezTo>
                    <a:cubicBezTo>
                      <a:pt x="22" y="13"/>
                      <a:pt x="20" y="12"/>
                      <a:pt x="19" y="12"/>
                    </a:cubicBezTo>
                    <a:cubicBezTo>
                      <a:pt x="16" y="12"/>
                      <a:pt x="15" y="15"/>
                      <a:pt x="17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7" name="Freeform 3171">
                <a:extLst>
                  <a:ext uri="{FF2B5EF4-FFF2-40B4-BE49-F238E27FC236}">
                    <a16:creationId xmlns:a16="http://schemas.microsoft.com/office/drawing/2014/main" id="{3BC7FE0F-1567-4CE5-B37A-D51F122AF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9"/>
                <a:ext cx="3" cy="2"/>
              </a:xfrm>
              <a:custGeom>
                <a:avLst/>
                <a:gdLst>
                  <a:gd name="T0" fmla="*/ 1 w 6"/>
                  <a:gd name="T1" fmla="*/ 3 h 6"/>
                  <a:gd name="T2" fmla="*/ 1 w 6"/>
                  <a:gd name="T3" fmla="*/ 1 h 6"/>
                  <a:gd name="T4" fmla="*/ 5 w 6"/>
                  <a:gd name="T5" fmla="*/ 1 h 6"/>
                  <a:gd name="T6" fmla="*/ 6 w 6"/>
                  <a:gd name="T7" fmla="*/ 4 h 6"/>
                  <a:gd name="T8" fmla="*/ 4 w 6"/>
                  <a:gd name="T9" fmla="*/ 6 h 6"/>
                  <a:gd name="T10" fmla="*/ 1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3" y="6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8" name="Freeform 3172">
                <a:extLst>
                  <a:ext uri="{FF2B5EF4-FFF2-40B4-BE49-F238E27FC236}">
                    <a16:creationId xmlns:a16="http://schemas.microsoft.com/office/drawing/2014/main" id="{D4F86C78-4828-4948-A3E2-6AA09289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61"/>
                <a:ext cx="3" cy="2"/>
              </a:xfrm>
              <a:custGeom>
                <a:avLst/>
                <a:gdLst>
                  <a:gd name="T0" fmla="*/ 1 w 7"/>
                  <a:gd name="T1" fmla="*/ 1 h 7"/>
                  <a:gd name="T2" fmla="*/ 4 w 7"/>
                  <a:gd name="T3" fmla="*/ 0 h 7"/>
                  <a:gd name="T4" fmla="*/ 4 w 7"/>
                  <a:gd name="T5" fmla="*/ 0 h 7"/>
                  <a:gd name="T6" fmla="*/ 6 w 7"/>
                  <a:gd name="T7" fmla="*/ 5 h 7"/>
                  <a:gd name="T8" fmla="*/ 1 w 7"/>
                  <a:gd name="T9" fmla="*/ 5 h 7"/>
                  <a:gd name="T10" fmla="*/ 1 w 7"/>
                  <a:gd name="T1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7" y="4"/>
                      <a:pt x="6" y="5"/>
                    </a:cubicBezTo>
                    <a:cubicBezTo>
                      <a:pt x="5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9" name="Freeform 3173">
                <a:extLst>
                  <a:ext uri="{FF2B5EF4-FFF2-40B4-BE49-F238E27FC236}">
                    <a16:creationId xmlns:a16="http://schemas.microsoft.com/office/drawing/2014/main" id="{E1A32072-B776-4838-ACD6-F0B4B9E74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52"/>
                <a:ext cx="3" cy="4"/>
              </a:xfrm>
              <a:custGeom>
                <a:avLst/>
                <a:gdLst>
                  <a:gd name="T0" fmla="*/ 5 w 6"/>
                  <a:gd name="T1" fmla="*/ 5 h 12"/>
                  <a:gd name="T2" fmla="*/ 5 w 6"/>
                  <a:gd name="T3" fmla="*/ 3 h 12"/>
                  <a:gd name="T4" fmla="*/ 4 w 6"/>
                  <a:gd name="T5" fmla="*/ 0 h 12"/>
                  <a:gd name="T6" fmla="*/ 2 w 6"/>
                  <a:gd name="T7" fmla="*/ 0 h 12"/>
                  <a:gd name="T8" fmla="*/ 0 w 6"/>
                  <a:gd name="T9" fmla="*/ 2 h 12"/>
                  <a:gd name="T10" fmla="*/ 0 w 6"/>
                  <a:gd name="T11" fmla="*/ 5 h 12"/>
                  <a:gd name="T12" fmla="*/ 0 w 6"/>
                  <a:gd name="T13" fmla="*/ 9 h 12"/>
                  <a:gd name="T14" fmla="*/ 2 w 6"/>
                  <a:gd name="T15" fmla="*/ 11 h 12"/>
                  <a:gd name="T16" fmla="*/ 4 w 6"/>
                  <a:gd name="T17" fmla="*/ 12 h 12"/>
                  <a:gd name="T18" fmla="*/ 5 w 6"/>
                  <a:gd name="T19" fmla="*/ 10 h 12"/>
                  <a:gd name="T20" fmla="*/ 6 w 6"/>
                  <a:gd name="T21" fmla="*/ 7 h 12"/>
                  <a:gd name="T22" fmla="*/ 6 w 6"/>
                  <a:gd name="T23" fmla="*/ 6 h 12"/>
                  <a:gd name="T24" fmla="*/ 5 w 6"/>
                  <a:gd name="T2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2">
                    <a:moveTo>
                      <a:pt x="5" y="5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1"/>
                      <a:pt x="4" y="10"/>
                      <a:pt x="5" y="10"/>
                    </a:cubicBezTo>
                    <a:cubicBezTo>
                      <a:pt x="5" y="9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0" name="Freeform 3174">
                <a:extLst>
                  <a:ext uri="{FF2B5EF4-FFF2-40B4-BE49-F238E27FC236}">
                    <a16:creationId xmlns:a16="http://schemas.microsoft.com/office/drawing/2014/main" id="{4FB5BCC1-017F-4BAE-B0A1-BE8993312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3"/>
                <a:ext cx="4" cy="5"/>
              </a:xfrm>
              <a:custGeom>
                <a:avLst/>
                <a:gdLst>
                  <a:gd name="T0" fmla="*/ 10 w 11"/>
                  <a:gd name="T1" fmla="*/ 9 h 11"/>
                  <a:gd name="T2" fmla="*/ 10 w 11"/>
                  <a:gd name="T3" fmla="*/ 7 h 11"/>
                  <a:gd name="T4" fmla="*/ 10 w 11"/>
                  <a:gd name="T5" fmla="*/ 5 h 11"/>
                  <a:gd name="T6" fmla="*/ 11 w 11"/>
                  <a:gd name="T7" fmla="*/ 3 h 11"/>
                  <a:gd name="T8" fmla="*/ 11 w 11"/>
                  <a:gd name="T9" fmla="*/ 2 h 11"/>
                  <a:gd name="T10" fmla="*/ 7 w 11"/>
                  <a:gd name="T11" fmla="*/ 3 h 11"/>
                  <a:gd name="T12" fmla="*/ 6 w 11"/>
                  <a:gd name="T13" fmla="*/ 6 h 11"/>
                  <a:gd name="T14" fmla="*/ 3 w 11"/>
                  <a:gd name="T15" fmla="*/ 7 h 11"/>
                  <a:gd name="T16" fmla="*/ 1 w 11"/>
                  <a:gd name="T17" fmla="*/ 9 h 11"/>
                  <a:gd name="T18" fmla="*/ 3 w 11"/>
                  <a:gd name="T19" fmla="*/ 11 h 11"/>
                  <a:gd name="T20" fmla="*/ 7 w 11"/>
                  <a:gd name="T21" fmla="*/ 10 h 11"/>
                  <a:gd name="T22" fmla="*/ 10 w 1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1">
                    <a:moveTo>
                      <a:pt x="10" y="9"/>
                    </a:moveTo>
                    <a:cubicBezTo>
                      <a:pt x="10" y="8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4"/>
                      <a:pt x="11" y="3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0" y="0"/>
                      <a:pt x="7" y="1"/>
                      <a:pt x="7" y="3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6" y="7"/>
                      <a:pt x="4" y="7"/>
                      <a:pt x="3" y="7"/>
                    </a:cubicBezTo>
                    <a:cubicBezTo>
                      <a:pt x="2" y="8"/>
                      <a:pt x="1" y="7"/>
                      <a:pt x="1" y="9"/>
                    </a:cubicBezTo>
                    <a:cubicBezTo>
                      <a:pt x="0" y="10"/>
                      <a:pt x="2" y="10"/>
                      <a:pt x="3" y="11"/>
                    </a:cubicBezTo>
                    <a:cubicBezTo>
                      <a:pt x="5" y="11"/>
                      <a:pt x="5" y="11"/>
                      <a:pt x="7" y="10"/>
                    </a:cubicBezTo>
                    <a:cubicBezTo>
                      <a:pt x="8" y="10"/>
                      <a:pt x="9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1" name="Freeform 3175">
                <a:extLst>
                  <a:ext uri="{FF2B5EF4-FFF2-40B4-BE49-F238E27FC236}">
                    <a16:creationId xmlns:a16="http://schemas.microsoft.com/office/drawing/2014/main" id="{06777491-E250-424C-9A87-8AA6D9A8D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5"/>
                <a:ext cx="6" cy="4"/>
              </a:xfrm>
              <a:custGeom>
                <a:avLst/>
                <a:gdLst>
                  <a:gd name="T0" fmla="*/ 4 w 13"/>
                  <a:gd name="T1" fmla="*/ 10 h 10"/>
                  <a:gd name="T2" fmla="*/ 1 w 13"/>
                  <a:gd name="T3" fmla="*/ 9 h 10"/>
                  <a:gd name="T4" fmla="*/ 0 w 13"/>
                  <a:gd name="T5" fmla="*/ 7 h 10"/>
                  <a:gd name="T6" fmla="*/ 3 w 13"/>
                  <a:gd name="T7" fmla="*/ 6 h 10"/>
                  <a:gd name="T8" fmla="*/ 8 w 13"/>
                  <a:gd name="T9" fmla="*/ 2 h 10"/>
                  <a:gd name="T10" fmla="*/ 13 w 13"/>
                  <a:gd name="T11" fmla="*/ 2 h 10"/>
                  <a:gd name="T12" fmla="*/ 13 w 13"/>
                  <a:gd name="T13" fmla="*/ 5 h 10"/>
                  <a:gd name="T14" fmla="*/ 10 w 13"/>
                  <a:gd name="T15" fmla="*/ 8 h 10"/>
                  <a:gd name="T16" fmla="*/ 7 w 13"/>
                  <a:gd name="T17" fmla="*/ 10 h 10"/>
                  <a:gd name="T18" fmla="*/ 4 w 13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6"/>
                      <a:pt x="2" y="6"/>
                      <a:pt x="3" y="6"/>
                    </a:cubicBezTo>
                    <a:cubicBezTo>
                      <a:pt x="5" y="6"/>
                      <a:pt x="6" y="3"/>
                      <a:pt x="8" y="2"/>
                    </a:cubicBezTo>
                    <a:cubicBezTo>
                      <a:pt x="9" y="1"/>
                      <a:pt x="12" y="0"/>
                      <a:pt x="13" y="2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9" y="8"/>
                      <a:pt x="8" y="9"/>
                      <a:pt x="7" y="10"/>
                    </a:cubicBezTo>
                    <a:cubicBezTo>
                      <a:pt x="6" y="10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2" name="Freeform 3177">
                <a:extLst>
                  <a:ext uri="{FF2B5EF4-FFF2-40B4-BE49-F238E27FC236}">
                    <a16:creationId xmlns:a16="http://schemas.microsoft.com/office/drawing/2014/main" id="{D1D5C5D0-CA12-47F2-8B3C-F28E0416D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45"/>
                <a:ext cx="5" cy="5"/>
              </a:xfrm>
              <a:custGeom>
                <a:avLst/>
                <a:gdLst>
                  <a:gd name="T0" fmla="*/ 0 w 12"/>
                  <a:gd name="T1" fmla="*/ 3 h 11"/>
                  <a:gd name="T2" fmla="*/ 1 w 12"/>
                  <a:gd name="T3" fmla="*/ 1 h 11"/>
                  <a:gd name="T4" fmla="*/ 2 w 12"/>
                  <a:gd name="T5" fmla="*/ 1 h 11"/>
                  <a:gd name="T6" fmla="*/ 4 w 12"/>
                  <a:gd name="T7" fmla="*/ 0 h 11"/>
                  <a:gd name="T8" fmla="*/ 7 w 12"/>
                  <a:gd name="T9" fmla="*/ 0 h 11"/>
                  <a:gd name="T10" fmla="*/ 11 w 12"/>
                  <a:gd name="T11" fmla="*/ 0 h 11"/>
                  <a:gd name="T12" fmla="*/ 12 w 12"/>
                  <a:gd name="T13" fmla="*/ 4 h 11"/>
                  <a:gd name="T14" fmla="*/ 12 w 12"/>
                  <a:gd name="T15" fmla="*/ 5 h 11"/>
                  <a:gd name="T16" fmla="*/ 11 w 12"/>
                  <a:gd name="T17" fmla="*/ 6 h 11"/>
                  <a:gd name="T18" fmla="*/ 11 w 12"/>
                  <a:gd name="T19" fmla="*/ 8 h 11"/>
                  <a:gd name="T20" fmla="*/ 8 w 12"/>
                  <a:gd name="T21" fmla="*/ 10 h 11"/>
                  <a:gd name="T22" fmla="*/ 6 w 12"/>
                  <a:gd name="T23" fmla="*/ 10 h 11"/>
                  <a:gd name="T24" fmla="*/ 1 w 12"/>
                  <a:gd name="T25" fmla="*/ 9 h 11"/>
                  <a:gd name="T26" fmla="*/ 1 w 12"/>
                  <a:gd name="T27" fmla="*/ 5 h 11"/>
                  <a:gd name="T28" fmla="*/ 0 w 12"/>
                  <a:gd name="T2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1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10" y="0"/>
                      <a:pt x="11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7" y="10"/>
                      <a:pt x="7" y="10"/>
                      <a:pt x="6" y="10"/>
                    </a:cubicBezTo>
                    <a:cubicBezTo>
                      <a:pt x="4" y="11"/>
                      <a:pt x="2" y="10"/>
                      <a:pt x="1" y="9"/>
                    </a:cubicBezTo>
                    <a:cubicBezTo>
                      <a:pt x="1" y="8"/>
                      <a:pt x="2" y="5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3" name="Freeform 3178">
                <a:extLst>
                  <a:ext uri="{FF2B5EF4-FFF2-40B4-BE49-F238E27FC236}">
                    <a16:creationId xmlns:a16="http://schemas.microsoft.com/office/drawing/2014/main" id="{3BED86F3-2644-4ED9-A33E-EA402D90B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35"/>
                <a:ext cx="6" cy="3"/>
              </a:xfrm>
              <a:custGeom>
                <a:avLst/>
                <a:gdLst>
                  <a:gd name="T0" fmla="*/ 1 w 15"/>
                  <a:gd name="T1" fmla="*/ 7 h 8"/>
                  <a:gd name="T2" fmla="*/ 0 w 15"/>
                  <a:gd name="T3" fmla="*/ 6 h 8"/>
                  <a:gd name="T4" fmla="*/ 1 w 15"/>
                  <a:gd name="T5" fmla="*/ 4 h 8"/>
                  <a:gd name="T6" fmla="*/ 3 w 15"/>
                  <a:gd name="T7" fmla="*/ 2 h 8"/>
                  <a:gd name="T8" fmla="*/ 6 w 15"/>
                  <a:gd name="T9" fmla="*/ 1 h 8"/>
                  <a:gd name="T10" fmla="*/ 13 w 15"/>
                  <a:gd name="T11" fmla="*/ 1 h 8"/>
                  <a:gd name="T12" fmla="*/ 13 w 15"/>
                  <a:gd name="T13" fmla="*/ 6 h 8"/>
                  <a:gd name="T14" fmla="*/ 10 w 15"/>
                  <a:gd name="T15" fmla="*/ 7 h 8"/>
                  <a:gd name="T16" fmla="*/ 6 w 15"/>
                  <a:gd name="T17" fmla="*/ 7 h 8"/>
                  <a:gd name="T18" fmla="*/ 1 w 15"/>
                  <a:gd name="T1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8">
                    <a:moveTo>
                      <a:pt x="1" y="7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3"/>
                      <a:pt x="3" y="4"/>
                      <a:pt x="3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4" y="2"/>
                      <a:pt x="15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4" y="8"/>
                      <a:pt x="3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4" name="Freeform 3179">
                <a:extLst>
                  <a:ext uri="{FF2B5EF4-FFF2-40B4-BE49-F238E27FC236}">
                    <a16:creationId xmlns:a16="http://schemas.microsoft.com/office/drawing/2014/main" id="{B6ADD925-37BB-4706-B945-390BF2F2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29"/>
                <a:ext cx="4" cy="3"/>
              </a:xfrm>
              <a:custGeom>
                <a:avLst/>
                <a:gdLst>
                  <a:gd name="T0" fmla="*/ 0 w 9"/>
                  <a:gd name="T1" fmla="*/ 3 h 9"/>
                  <a:gd name="T2" fmla="*/ 3 w 9"/>
                  <a:gd name="T3" fmla="*/ 1 h 9"/>
                  <a:gd name="T4" fmla="*/ 6 w 9"/>
                  <a:gd name="T5" fmla="*/ 0 h 9"/>
                  <a:gd name="T6" fmla="*/ 8 w 9"/>
                  <a:gd name="T7" fmla="*/ 3 h 9"/>
                  <a:gd name="T8" fmla="*/ 8 w 9"/>
                  <a:gd name="T9" fmla="*/ 8 h 9"/>
                  <a:gd name="T10" fmla="*/ 2 w 9"/>
                  <a:gd name="T11" fmla="*/ 8 h 9"/>
                  <a:gd name="T12" fmla="*/ 1 w 9"/>
                  <a:gd name="T13" fmla="*/ 6 h 9"/>
                  <a:gd name="T14" fmla="*/ 0 w 9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9" y="4"/>
                      <a:pt x="9" y="7"/>
                      <a:pt x="8" y="8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5" name="Freeform 3180">
                <a:extLst>
                  <a:ext uri="{FF2B5EF4-FFF2-40B4-BE49-F238E27FC236}">
                    <a16:creationId xmlns:a16="http://schemas.microsoft.com/office/drawing/2014/main" id="{1A653E31-D7E7-45C8-A9F3-2E2B2C0F4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634"/>
                <a:ext cx="4" cy="4"/>
              </a:xfrm>
              <a:custGeom>
                <a:avLst/>
                <a:gdLst>
                  <a:gd name="T0" fmla="*/ 1 w 9"/>
                  <a:gd name="T1" fmla="*/ 7 h 10"/>
                  <a:gd name="T2" fmla="*/ 3 w 9"/>
                  <a:gd name="T3" fmla="*/ 4 h 10"/>
                  <a:gd name="T4" fmla="*/ 3 w 9"/>
                  <a:gd name="T5" fmla="*/ 2 h 10"/>
                  <a:gd name="T6" fmla="*/ 7 w 9"/>
                  <a:gd name="T7" fmla="*/ 0 h 10"/>
                  <a:gd name="T8" fmla="*/ 8 w 9"/>
                  <a:gd name="T9" fmla="*/ 2 h 10"/>
                  <a:gd name="T10" fmla="*/ 5 w 9"/>
                  <a:gd name="T11" fmla="*/ 7 h 10"/>
                  <a:gd name="T12" fmla="*/ 4 w 9"/>
                  <a:gd name="T13" fmla="*/ 9 h 10"/>
                  <a:gd name="T14" fmla="*/ 2 w 9"/>
                  <a:gd name="T15" fmla="*/ 9 h 10"/>
                  <a:gd name="T16" fmla="*/ 1 w 9"/>
                  <a:gd name="T1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1" y="6"/>
                      <a:pt x="2" y="5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9" y="4"/>
                      <a:pt x="6" y="5"/>
                      <a:pt x="5" y="7"/>
                    </a:cubicBezTo>
                    <a:cubicBezTo>
                      <a:pt x="5" y="8"/>
                      <a:pt x="5" y="8"/>
                      <a:pt x="4" y="9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9"/>
                      <a:pt x="0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6" name="Freeform 3181">
                <a:extLst>
                  <a:ext uri="{FF2B5EF4-FFF2-40B4-BE49-F238E27FC236}">
                    <a16:creationId xmlns:a16="http://schemas.microsoft.com/office/drawing/2014/main" id="{829B05BB-F2B8-45D6-BA4B-2DCB7C8F4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626"/>
                <a:ext cx="4" cy="3"/>
              </a:xfrm>
              <a:custGeom>
                <a:avLst/>
                <a:gdLst>
                  <a:gd name="T0" fmla="*/ 3 w 9"/>
                  <a:gd name="T1" fmla="*/ 1 h 7"/>
                  <a:gd name="T2" fmla="*/ 7 w 9"/>
                  <a:gd name="T3" fmla="*/ 1 h 7"/>
                  <a:gd name="T4" fmla="*/ 6 w 9"/>
                  <a:gd name="T5" fmla="*/ 6 h 7"/>
                  <a:gd name="T6" fmla="*/ 1 w 9"/>
                  <a:gd name="T7" fmla="*/ 4 h 7"/>
                  <a:gd name="T8" fmla="*/ 3 w 9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4" y="0"/>
                      <a:pt x="6" y="0"/>
                      <a:pt x="7" y="1"/>
                    </a:cubicBezTo>
                    <a:cubicBezTo>
                      <a:pt x="9" y="2"/>
                      <a:pt x="7" y="5"/>
                      <a:pt x="6" y="6"/>
                    </a:cubicBezTo>
                    <a:cubicBezTo>
                      <a:pt x="4" y="7"/>
                      <a:pt x="1" y="7"/>
                      <a:pt x="1" y="4"/>
                    </a:cubicBezTo>
                    <a:cubicBezTo>
                      <a:pt x="0" y="3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7" name="Freeform 3183">
                <a:extLst>
                  <a:ext uri="{FF2B5EF4-FFF2-40B4-BE49-F238E27FC236}">
                    <a16:creationId xmlns:a16="http://schemas.microsoft.com/office/drawing/2014/main" id="{352E0297-7BCD-4ECE-833E-0FA25A13B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19"/>
                <a:ext cx="5" cy="4"/>
              </a:xfrm>
              <a:custGeom>
                <a:avLst/>
                <a:gdLst>
                  <a:gd name="T0" fmla="*/ 4 w 12"/>
                  <a:gd name="T1" fmla="*/ 8 h 9"/>
                  <a:gd name="T2" fmla="*/ 4 w 12"/>
                  <a:gd name="T3" fmla="*/ 8 h 9"/>
                  <a:gd name="T4" fmla="*/ 3 w 12"/>
                  <a:gd name="T5" fmla="*/ 8 h 9"/>
                  <a:gd name="T6" fmla="*/ 0 w 12"/>
                  <a:gd name="T7" fmla="*/ 7 h 9"/>
                  <a:gd name="T8" fmla="*/ 0 w 12"/>
                  <a:gd name="T9" fmla="*/ 5 h 9"/>
                  <a:gd name="T10" fmla="*/ 4 w 12"/>
                  <a:gd name="T11" fmla="*/ 4 h 9"/>
                  <a:gd name="T12" fmla="*/ 5 w 12"/>
                  <a:gd name="T13" fmla="*/ 2 h 9"/>
                  <a:gd name="T14" fmla="*/ 7 w 12"/>
                  <a:gd name="T15" fmla="*/ 1 h 9"/>
                  <a:gd name="T16" fmla="*/ 11 w 12"/>
                  <a:gd name="T17" fmla="*/ 3 h 9"/>
                  <a:gd name="T18" fmla="*/ 10 w 12"/>
                  <a:gd name="T19" fmla="*/ 8 h 9"/>
                  <a:gd name="T20" fmla="*/ 7 w 12"/>
                  <a:gd name="T21" fmla="*/ 9 h 9"/>
                  <a:gd name="T22" fmla="*/ 4 w 12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2" y="8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4"/>
                      <a:pt x="3" y="5"/>
                      <a:pt x="4" y="4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9" y="0"/>
                      <a:pt x="11" y="2"/>
                      <a:pt x="11" y="3"/>
                    </a:cubicBezTo>
                    <a:cubicBezTo>
                      <a:pt x="11" y="5"/>
                      <a:pt x="12" y="7"/>
                      <a:pt x="10" y="8"/>
                    </a:cubicBezTo>
                    <a:cubicBezTo>
                      <a:pt x="9" y="8"/>
                      <a:pt x="8" y="9"/>
                      <a:pt x="7" y="9"/>
                    </a:cubicBezTo>
                    <a:cubicBezTo>
                      <a:pt x="6" y="9"/>
                      <a:pt x="5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8" name="Freeform 3184">
                <a:extLst>
                  <a:ext uri="{FF2B5EF4-FFF2-40B4-BE49-F238E27FC236}">
                    <a16:creationId xmlns:a16="http://schemas.microsoft.com/office/drawing/2014/main" id="{66213EC8-351F-4849-893A-3A0BF158D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86"/>
                <a:ext cx="5" cy="8"/>
              </a:xfrm>
              <a:custGeom>
                <a:avLst/>
                <a:gdLst>
                  <a:gd name="T0" fmla="*/ 12 w 13"/>
                  <a:gd name="T1" fmla="*/ 13 h 18"/>
                  <a:gd name="T2" fmla="*/ 11 w 13"/>
                  <a:gd name="T3" fmla="*/ 12 h 18"/>
                  <a:gd name="T4" fmla="*/ 10 w 13"/>
                  <a:gd name="T5" fmla="*/ 11 h 18"/>
                  <a:gd name="T6" fmla="*/ 9 w 13"/>
                  <a:gd name="T7" fmla="*/ 10 h 18"/>
                  <a:gd name="T8" fmla="*/ 9 w 13"/>
                  <a:gd name="T9" fmla="*/ 9 h 18"/>
                  <a:gd name="T10" fmla="*/ 9 w 13"/>
                  <a:gd name="T11" fmla="*/ 6 h 18"/>
                  <a:gd name="T12" fmla="*/ 9 w 13"/>
                  <a:gd name="T13" fmla="*/ 1 h 18"/>
                  <a:gd name="T14" fmla="*/ 7 w 13"/>
                  <a:gd name="T15" fmla="*/ 0 h 18"/>
                  <a:gd name="T16" fmla="*/ 3 w 13"/>
                  <a:gd name="T17" fmla="*/ 2 h 18"/>
                  <a:gd name="T18" fmla="*/ 3 w 13"/>
                  <a:gd name="T19" fmla="*/ 4 h 18"/>
                  <a:gd name="T20" fmla="*/ 2 w 13"/>
                  <a:gd name="T21" fmla="*/ 6 h 18"/>
                  <a:gd name="T22" fmla="*/ 2 w 13"/>
                  <a:gd name="T23" fmla="*/ 10 h 18"/>
                  <a:gd name="T24" fmla="*/ 7 w 13"/>
                  <a:gd name="T25" fmla="*/ 13 h 18"/>
                  <a:gd name="T26" fmla="*/ 8 w 13"/>
                  <a:gd name="T27" fmla="*/ 15 h 18"/>
                  <a:gd name="T28" fmla="*/ 9 w 13"/>
                  <a:gd name="T29" fmla="*/ 17 h 18"/>
                  <a:gd name="T30" fmla="*/ 12 w 13"/>
                  <a:gd name="T31" fmla="*/ 18 h 18"/>
                  <a:gd name="T32" fmla="*/ 12 w 13"/>
                  <a:gd name="T33" fmla="*/ 15 h 18"/>
                  <a:gd name="T34" fmla="*/ 12 w 13"/>
                  <a:gd name="T3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8">
                    <a:moveTo>
                      <a:pt x="12" y="13"/>
                    </a:moveTo>
                    <a:cubicBezTo>
                      <a:pt x="11" y="13"/>
                      <a:pt x="11" y="12"/>
                      <a:pt x="11" y="12"/>
                    </a:cubicBezTo>
                    <a:cubicBezTo>
                      <a:pt x="11" y="12"/>
                      <a:pt x="11" y="11"/>
                      <a:pt x="10" y="11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4"/>
                      <a:pt x="9" y="3"/>
                      <a:pt x="9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1" y="7"/>
                      <a:pt x="0" y="9"/>
                      <a:pt x="2" y="10"/>
                    </a:cubicBezTo>
                    <a:cubicBezTo>
                      <a:pt x="3" y="11"/>
                      <a:pt x="5" y="12"/>
                      <a:pt x="7" y="13"/>
                    </a:cubicBezTo>
                    <a:cubicBezTo>
                      <a:pt x="7" y="13"/>
                      <a:pt x="8" y="14"/>
                      <a:pt x="8" y="15"/>
                    </a:cubicBezTo>
                    <a:cubicBezTo>
                      <a:pt x="8" y="16"/>
                      <a:pt x="8" y="16"/>
                      <a:pt x="9" y="17"/>
                    </a:cubicBezTo>
                    <a:cubicBezTo>
                      <a:pt x="9" y="18"/>
                      <a:pt x="11" y="18"/>
                      <a:pt x="12" y="18"/>
                    </a:cubicBezTo>
                    <a:cubicBezTo>
                      <a:pt x="13" y="17"/>
                      <a:pt x="12" y="16"/>
                      <a:pt x="12" y="15"/>
                    </a:cubicBezTo>
                    <a:cubicBezTo>
                      <a:pt x="12" y="14"/>
                      <a:pt x="12" y="14"/>
                      <a:pt x="1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9" name="Freeform 3185">
                <a:extLst>
                  <a:ext uri="{FF2B5EF4-FFF2-40B4-BE49-F238E27FC236}">
                    <a16:creationId xmlns:a16="http://schemas.microsoft.com/office/drawing/2014/main" id="{CB0C29D7-D678-4E45-B321-E7BA4C6CA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600"/>
                <a:ext cx="10" cy="6"/>
              </a:xfrm>
              <a:custGeom>
                <a:avLst/>
                <a:gdLst>
                  <a:gd name="T0" fmla="*/ 7 w 24"/>
                  <a:gd name="T1" fmla="*/ 14 h 15"/>
                  <a:gd name="T2" fmla="*/ 6 w 24"/>
                  <a:gd name="T3" fmla="*/ 14 h 15"/>
                  <a:gd name="T4" fmla="*/ 2 w 24"/>
                  <a:gd name="T5" fmla="*/ 15 h 15"/>
                  <a:gd name="T6" fmla="*/ 0 w 24"/>
                  <a:gd name="T7" fmla="*/ 10 h 15"/>
                  <a:gd name="T8" fmla="*/ 3 w 24"/>
                  <a:gd name="T9" fmla="*/ 5 h 15"/>
                  <a:gd name="T10" fmla="*/ 7 w 24"/>
                  <a:gd name="T11" fmla="*/ 5 h 15"/>
                  <a:gd name="T12" fmla="*/ 12 w 24"/>
                  <a:gd name="T13" fmla="*/ 5 h 15"/>
                  <a:gd name="T14" fmla="*/ 14 w 24"/>
                  <a:gd name="T15" fmla="*/ 4 h 15"/>
                  <a:gd name="T16" fmla="*/ 16 w 24"/>
                  <a:gd name="T17" fmla="*/ 2 h 15"/>
                  <a:gd name="T18" fmla="*/ 20 w 24"/>
                  <a:gd name="T19" fmla="*/ 0 h 15"/>
                  <a:gd name="T20" fmla="*/ 24 w 24"/>
                  <a:gd name="T21" fmla="*/ 1 h 15"/>
                  <a:gd name="T22" fmla="*/ 23 w 24"/>
                  <a:gd name="T23" fmla="*/ 4 h 15"/>
                  <a:gd name="T24" fmla="*/ 21 w 24"/>
                  <a:gd name="T25" fmla="*/ 6 h 15"/>
                  <a:gd name="T26" fmla="*/ 20 w 24"/>
                  <a:gd name="T27" fmla="*/ 8 h 15"/>
                  <a:gd name="T28" fmla="*/ 19 w 24"/>
                  <a:gd name="T29" fmla="*/ 12 h 15"/>
                  <a:gd name="T30" fmla="*/ 13 w 24"/>
                  <a:gd name="T31" fmla="*/ 14 h 15"/>
                  <a:gd name="T32" fmla="*/ 7 w 24"/>
                  <a:gd name="T3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7" y="14"/>
                    </a:move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4" y="15"/>
                      <a:pt x="2" y="15"/>
                    </a:cubicBezTo>
                    <a:cubicBezTo>
                      <a:pt x="0" y="14"/>
                      <a:pt x="0" y="12"/>
                      <a:pt x="0" y="10"/>
                    </a:cubicBezTo>
                    <a:cubicBezTo>
                      <a:pt x="1" y="8"/>
                      <a:pt x="1" y="6"/>
                      <a:pt x="3" y="5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9" y="5"/>
                      <a:pt x="10" y="5"/>
                      <a:pt x="12" y="5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3"/>
                      <a:pt x="16" y="2"/>
                    </a:cubicBezTo>
                    <a:cubicBezTo>
                      <a:pt x="17" y="1"/>
                      <a:pt x="19" y="1"/>
                      <a:pt x="20" y="0"/>
                    </a:cubicBezTo>
                    <a:cubicBezTo>
                      <a:pt x="22" y="0"/>
                      <a:pt x="24" y="0"/>
                      <a:pt x="24" y="1"/>
                    </a:cubicBezTo>
                    <a:cubicBezTo>
                      <a:pt x="24" y="2"/>
                      <a:pt x="24" y="3"/>
                      <a:pt x="23" y="4"/>
                    </a:cubicBezTo>
                    <a:cubicBezTo>
                      <a:pt x="23" y="5"/>
                      <a:pt x="22" y="5"/>
                      <a:pt x="21" y="6"/>
                    </a:cubicBezTo>
                    <a:cubicBezTo>
                      <a:pt x="21" y="6"/>
                      <a:pt x="20" y="7"/>
                      <a:pt x="20" y="8"/>
                    </a:cubicBezTo>
                    <a:cubicBezTo>
                      <a:pt x="20" y="9"/>
                      <a:pt x="20" y="10"/>
                      <a:pt x="19" y="12"/>
                    </a:cubicBezTo>
                    <a:cubicBezTo>
                      <a:pt x="18" y="14"/>
                      <a:pt x="15" y="14"/>
                      <a:pt x="13" y="14"/>
                    </a:cubicBezTo>
                    <a:cubicBezTo>
                      <a:pt x="11" y="14"/>
                      <a:pt x="9" y="14"/>
                      <a:pt x="7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0" name="Freeform 3186">
                <a:extLst>
                  <a:ext uri="{FF2B5EF4-FFF2-40B4-BE49-F238E27FC236}">
                    <a16:creationId xmlns:a16="http://schemas.microsoft.com/office/drawing/2014/main" id="{BB59042F-AF58-463D-A244-A130E707B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632"/>
                <a:ext cx="5" cy="3"/>
              </a:xfrm>
              <a:custGeom>
                <a:avLst/>
                <a:gdLst>
                  <a:gd name="T0" fmla="*/ 0 w 11"/>
                  <a:gd name="T1" fmla="*/ 3 h 6"/>
                  <a:gd name="T2" fmla="*/ 1 w 11"/>
                  <a:gd name="T3" fmla="*/ 0 h 6"/>
                  <a:gd name="T4" fmla="*/ 4 w 11"/>
                  <a:gd name="T5" fmla="*/ 1 h 6"/>
                  <a:gd name="T6" fmla="*/ 8 w 11"/>
                  <a:gd name="T7" fmla="*/ 1 h 6"/>
                  <a:gd name="T8" fmla="*/ 10 w 11"/>
                  <a:gd name="T9" fmla="*/ 2 h 6"/>
                  <a:gd name="T10" fmla="*/ 9 w 11"/>
                  <a:gd name="T11" fmla="*/ 6 h 6"/>
                  <a:gd name="T12" fmla="*/ 3 w 11"/>
                  <a:gd name="T13" fmla="*/ 6 h 6"/>
                  <a:gd name="T14" fmla="*/ 0 w 11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1"/>
                      <a:pt x="6" y="1"/>
                      <a:pt x="8" y="1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3"/>
                      <a:pt x="11" y="5"/>
                      <a:pt x="9" y="6"/>
                    </a:cubicBezTo>
                    <a:cubicBezTo>
                      <a:pt x="7" y="6"/>
                      <a:pt x="5" y="6"/>
                      <a:pt x="3" y="6"/>
                    </a:cubicBezTo>
                    <a:cubicBezTo>
                      <a:pt x="2" y="6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1" name="Freeform 3187">
                <a:extLst>
                  <a:ext uri="{FF2B5EF4-FFF2-40B4-BE49-F238E27FC236}">
                    <a16:creationId xmlns:a16="http://schemas.microsoft.com/office/drawing/2014/main" id="{57CA1265-C7EE-4949-9578-2C306080E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476"/>
                <a:ext cx="4" cy="6"/>
              </a:xfrm>
              <a:custGeom>
                <a:avLst/>
                <a:gdLst>
                  <a:gd name="T0" fmla="*/ 7 w 8"/>
                  <a:gd name="T1" fmla="*/ 12 h 15"/>
                  <a:gd name="T2" fmla="*/ 3 w 8"/>
                  <a:gd name="T3" fmla="*/ 15 h 15"/>
                  <a:gd name="T4" fmla="*/ 1 w 8"/>
                  <a:gd name="T5" fmla="*/ 9 h 15"/>
                  <a:gd name="T6" fmla="*/ 3 w 8"/>
                  <a:gd name="T7" fmla="*/ 3 h 15"/>
                  <a:gd name="T8" fmla="*/ 7 w 8"/>
                  <a:gd name="T9" fmla="*/ 1 h 15"/>
                  <a:gd name="T10" fmla="*/ 8 w 8"/>
                  <a:gd name="T11" fmla="*/ 6 h 15"/>
                  <a:gd name="T12" fmla="*/ 8 w 8"/>
                  <a:gd name="T13" fmla="*/ 8 h 15"/>
                  <a:gd name="T14" fmla="*/ 8 w 8"/>
                  <a:gd name="T15" fmla="*/ 9 h 15"/>
                  <a:gd name="T16" fmla="*/ 7 w 8"/>
                  <a:gd name="T1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7" y="12"/>
                    </a:moveTo>
                    <a:cubicBezTo>
                      <a:pt x="6" y="13"/>
                      <a:pt x="5" y="14"/>
                      <a:pt x="3" y="15"/>
                    </a:cubicBezTo>
                    <a:cubicBezTo>
                      <a:pt x="0" y="15"/>
                      <a:pt x="1" y="11"/>
                      <a:pt x="1" y="9"/>
                    </a:cubicBezTo>
                    <a:cubicBezTo>
                      <a:pt x="1" y="7"/>
                      <a:pt x="2" y="5"/>
                      <a:pt x="3" y="3"/>
                    </a:cubicBezTo>
                    <a:cubicBezTo>
                      <a:pt x="3" y="2"/>
                      <a:pt x="5" y="0"/>
                      <a:pt x="7" y="1"/>
                    </a:cubicBezTo>
                    <a:cubicBezTo>
                      <a:pt x="7" y="2"/>
                      <a:pt x="7" y="5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9"/>
                      <a:pt x="8" y="9"/>
                    </a:cubicBezTo>
                    <a:cubicBezTo>
                      <a:pt x="8" y="10"/>
                      <a:pt x="7" y="11"/>
                      <a:pt x="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2" name="Freeform 3188">
                <a:extLst>
                  <a:ext uri="{FF2B5EF4-FFF2-40B4-BE49-F238E27FC236}">
                    <a16:creationId xmlns:a16="http://schemas.microsoft.com/office/drawing/2014/main" id="{127A6C1A-98C3-4EC3-B948-8683F948C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476"/>
                <a:ext cx="30" cy="19"/>
              </a:xfrm>
              <a:custGeom>
                <a:avLst/>
                <a:gdLst>
                  <a:gd name="T0" fmla="*/ 24 w 74"/>
                  <a:gd name="T1" fmla="*/ 30 h 46"/>
                  <a:gd name="T2" fmla="*/ 19 w 74"/>
                  <a:gd name="T3" fmla="*/ 23 h 46"/>
                  <a:gd name="T4" fmla="*/ 13 w 74"/>
                  <a:gd name="T5" fmla="*/ 18 h 46"/>
                  <a:gd name="T6" fmla="*/ 5 w 74"/>
                  <a:gd name="T7" fmla="*/ 15 h 46"/>
                  <a:gd name="T8" fmla="*/ 1 w 74"/>
                  <a:gd name="T9" fmla="*/ 10 h 46"/>
                  <a:gd name="T10" fmla="*/ 10 w 74"/>
                  <a:gd name="T11" fmla="*/ 6 h 46"/>
                  <a:gd name="T12" fmla="*/ 20 w 74"/>
                  <a:gd name="T13" fmla="*/ 5 h 46"/>
                  <a:gd name="T14" fmla="*/ 31 w 74"/>
                  <a:gd name="T15" fmla="*/ 5 h 46"/>
                  <a:gd name="T16" fmla="*/ 38 w 74"/>
                  <a:gd name="T17" fmla="*/ 1 h 46"/>
                  <a:gd name="T18" fmla="*/ 43 w 74"/>
                  <a:gd name="T19" fmla="*/ 6 h 46"/>
                  <a:gd name="T20" fmla="*/ 48 w 74"/>
                  <a:gd name="T21" fmla="*/ 3 h 46"/>
                  <a:gd name="T22" fmla="*/ 52 w 74"/>
                  <a:gd name="T23" fmla="*/ 2 h 46"/>
                  <a:gd name="T24" fmla="*/ 55 w 74"/>
                  <a:gd name="T25" fmla="*/ 6 h 46"/>
                  <a:gd name="T26" fmla="*/ 62 w 74"/>
                  <a:gd name="T27" fmla="*/ 12 h 46"/>
                  <a:gd name="T28" fmla="*/ 73 w 74"/>
                  <a:gd name="T29" fmla="*/ 24 h 46"/>
                  <a:gd name="T30" fmla="*/ 69 w 74"/>
                  <a:gd name="T31" fmla="*/ 28 h 46"/>
                  <a:gd name="T32" fmla="*/ 60 w 74"/>
                  <a:gd name="T33" fmla="*/ 30 h 46"/>
                  <a:gd name="T34" fmla="*/ 55 w 74"/>
                  <a:gd name="T35" fmla="*/ 40 h 46"/>
                  <a:gd name="T36" fmla="*/ 41 w 74"/>
                  <a:gd name="T37" fmla="*/ 44 h 46"/>
                  <a:gd name="T38" fmla="*/ 35 w 74"/>
                  <a:gd name="T39" fmla="*/ 42 h 46"/>
                  <a:gd name="T40" fmla="*/ 28 w 74"/>
                  <a:gd name="T41" fmla="*/ 38 h 46"/>
                  <a:gd name="T42" fmla="*/ 24 w 74"/>
                  <a:gd name="T43" fmla="*/ 3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4" h="46">
                    <a:moveTo>
                      <a:pt x="24" y="30"/>
                    </a:moveTo>
                    <a:cubicBezTo>
                      <a:pt x="22" y="28"/>
                      <a:pt x="21" y="25"/>
                      <a:pt x="19" y="23"/>
                    </a:cubicBezTo>
                    <a:cubicBezTo>
                      <a:pt x="17" y="21"/>
                      <a:pt x="15" y="20"/>
                      <a:pt x="13" y="18"/>
                    </a:cubicBezTo>
                    <a:cubicBezTo>
                      <a:pt x="10" y="16"/>
                      <a:pt x="8" y="15"/>
                      <a:pt x="5" y="15"/>
                    </a:cubicBezTo>
                    <a:cubicBezTo>
                      <a:pt x="2" y="14"/>
                      <a:pt x="0" y="13"/>
                      <a:pt x="1" y="10"/>
                    </a:cubicBezTo>
                    <a:cubicBezTo>
                      <a:pt x="2" y="7"/>
                      <a:pt x="7" y="6"/>
                      <a:pt x="10" y="6"/>
                    </a:cubicBezTo>
                    <a:cubicBezTo>
                      <a:pt x="13" y="5"/>
                      <a:pt x="17" y="5"/>
                      <a:pt x="20" y="5"/>
                    </a:cubicBezTo>
                    <a:cubicBezTo>
                      <a:pt x="24" y="5"/>
                      <a:pt x="28" y="7"/>
                      <a:pt x="31" y="5"/>
                    </a:cubicBezTo>
                    <a:cubicBezTo>
                      <a:pt x="34" y="5"/>
                      <a:pt x="35" y="1"/>
                      <a:pt x="38" y="1"/>
                    </a:cubicBezTo>
                    <a:cubicBezTo>
                      <a:pt x="41" y="0"/>
                      <a:pt x="42" y="4"/>
                      <a:pt x="43" y="6"/>
                    </a:cubicBezTo>
                    <a:cubicBezTo>
                      <a:pt x="44" y="9"/>
                      <a:pt x="47" y="4"/>
                      <a:pt x="48" y="3"/>
                    </a:cubicBezTo>
                    <a:cubicBezTo>
                      <a:pt x="50" y="2"/>
                      <a:pt x="51" y="1"/>
                      <a:pt x="52" y="2"/>
                    </a:cubicBezTo>
                    <a:cubicBezTo>
                      <a:pt x="54" y="2"/>
                      <a:pt x="55" y="5"/>
                      <a:pt x="55" y="6"/>
                    </a:cubicBezTo>
                    <a:cubicBezTo>
                      <a:pt x="57" y="9"/>
                      <a:pt x="58" y="12"/>
                      <a:pt x="62" y="12"/>
                    </a:cubicBezTo>
                    <a:cubicBezTo>
                      <a:pt x="68" y="12"/>
                      <a:pt x="73" y="17"/>
                      <a:pt x="73" y="24"/>
                    </a:cubicBezTo>
                    <a:cubicBezTo>
                      <a:pt x="74" y="27"/>
                      <a:pt x="72" y="28"/>
                      <a:pt x="69" y="28"/>
                    </a:cubicBezTo>
                    <a:cubicBezTo>
                      <a:pt x="66" y="28"/>
                      <a:pt x="62" y="27"/>
                      <a:pt x="60" y="30"/>
                    </a:cubicBezTo>
                    <a:cubicBezTo>
                      <a:pt x="58" y="33"/>
                      <a:pt x="57" y="37"/>
                      <a:pt x="55" y="40"/>
                    </a:cubicBezTo>
                    <a:cubicBezTo>
                      <a:pt x="52" y="44"/>
                      <a:pt x="46" y="46"/>
                      <a:pt x="41" y="44"/>
                    </a:cubicBezTo>
                    <a:cubicBezTo>
                      <a:pt x="39" y="44"/>
                      <a:pt x="37" y="43"/>
                      <a:pt x="35" y="42"/>
                    </a:cubicBezTo>
                    <a:cubicBezTo>
                      <a:pt x="32" y="41"/>
                      <a:pt x="30" y="40"/>
                      <a:pt x="28" y="38"/>
                    </a:cubicBezTo>
                    <a:cubicBezTo>
                      <a:pt x="26" y="36"/>
                      <a:pt x="25" y="33"/>
                      <a:pt x="24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3" name="Freeform 3189">
                <a:extLst>
                  <a:ext uri="{FF2B5EF4-FFF2-40B4-BE49-F238E27FC236}">
                    <a16:creationId xmlns:a16="http://schemas.microsoft.com/office/drawing/2014/main" id="{0278E9C5-21CD-46D8-BEC8-5C55E7A0E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437"/>
                <a:ext cx="11" cy="10"/>
              </a:xfrm>
              <a:custGeom>
                <a:avLst/>
                <a:gdLst>
                  <a:gd name="T0" fmla="*/ 4 w 29"/>
                  <a:gd name="T1" fmla="*/ 16 h 26"/>
                  <a:gd name="T2" fmla="*/ 1 w 29"/>
                  <a:gd name="T3" fmla="*/ 10 h 26"/>
                  <a:gd name="T4" fmla="*/ 2 w 29"/>
                  <a:gd name="T5" fmla="*/ 3 h 26"/>
                  <a:gd name="T6" fmla="*/ 6 w 29"/>
                  <a:gd name="T7" fmla="*/ 1 h 26"/>
                  <a:gd name="T8" fmla="*/ 13 w 29"/>
                  <a:gd name="T9" fmla="*/ 5 h 26"/>
                  <a:gd name="T10" fmla="*/ 20 w 29"/>
                  <a:gd name="T11" fmla="*/ 9 h 26"/>
                  <a:gd name="T12" fmla="*/ 28 w 29"/>
                  <a:gd name="T13" fmla="*/ 14 h 26"/>
                  <a:gd name="T14" fmla="*/ 27 w 29"/>
                  <a:gd name="T15" fmla="*/ 21 h 26"/>
                  <a:gd name="T16" fmla="*/ 22 w 29"/>
                  <a:gd name="T17" fmla="*/ 26 h 26"/>
                  <a:gd name="T18" fmla="*/ 12 w 29"/>
                  <a:gd name="T19" fmla="*/ 23 h 26"/>
                  <a:gd name="T20" fmla="*/ 4 w 29"/>
                  <a:gd name="T21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26">
                    <a:moveTo>
                      <a:pt x="4" y="16"/>
                    </a:moveTo>
                    <a:cubicBezTo>
                      <a:pt x="3" y="14"/>
                      <a:pt x="1" y="12"/>
                      <a:pt x="1" y="10"/>
                    </a:cubicBezTo>
                    <a:cubicBezTo>
                      <a:pt x="0" y="8"/>
                      <a:pt x="1" y="5"/>
                      <a:pt x="2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9" y="1"/>
                      <a:pt x="11" y="4"/>
                      <a:pt x="13" y="5"/>
                    </a:cubicBezTo>
                    <a:cubicBezTo>
                      <a:pt x="15" y="7"/>
                      <a:pt x="18" y="8"/>
                      <a:pt x="20" y="9"/>
                    </a:cubicBezTo>
                    <a:cubicBezTo>
                      <a:pt x="23" y="10"/>
                      <a:pt x="26" y="11"/>
                      <a:pt x="28" y="14"/>
                    </a:cubicBezTo>
                    <a:cubicBezTo>
                      <a:pt x="29" y="16"/>
                      <a:pt x="27" y="19"/>
                      <a:pt x="27" y="21"/>
                    </a:cubicBezTo>
                    <a:cubicBezTo>
                      <a:pt x="26" y="23"/>
                      <a:pt x="25" y="26"/>
                      <a:pt x="22" y="26"/>
                    </a:cubicBezTo>
                    <a:cubicBezTo>
                      <a:pt x="18" y="25"/>
                      <a:pt x="15" y="24"/>
                      <a:pt x="12" y="23"/>
                    </a:cubicBezTo>
                    <a:cubicBezTo>
                      <a:pt x="10" y="21"/>
                      <a:pt x="5" y="19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4" name="Freeform 3191">
                <a:extLst>
                  <a:ext uri="{FF2B5EF4-FFF2-40B4-BE49-F238E27FC236}">
                    <a16:creationId xmlns:a16="http://schemas.microsoft.com/office/drawing/2014/main" id="{47DE30D9-B31E-4D65-A475-5FD13833A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745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5" name="Freeform 3192">
                <a:extLst>
                  <a:ext uri="{FF2B5EF4-FFF2-40B4-BE49-F238E27FC236}">
                    <a16:creationId xmlns:a16="http://schemas.microsoft.com/office/drawing/2014/main" id="{46064E51-0279-4798-9B64-A9BA89701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482"/>
                <a:ext cx="5" cy="6"/>
              </a:xfrm>
              <a:custGeom>
                <a:avLst/>
                <a:gdLst>
                  <a:gd name="T0" fmla="*/ 5 w 14"/>
                  <a:gd name="T1" fmla="*/ 11 h 13"/>
                  <a:gd name="T2" fmla="*/ 7 w 14"/>
                  <a:gd name="T3" fmla="*/ 9 h 13"/>
                  <a:gd name="T4" fmla="*/ 9 w 14"/>
                  <a:gd name="T5" fmla="*/ 9 h 13"/>
                  <a:gd name="T6" fmla="*/ 11 w 14"/>
                  <a:gd name="T7" fmla="*/ 7 h 13"/>
                  <a:gd name="T8" fmla="*/ 11 w 14"/>
                  <a:gd name="T9" fmla="*/ 7 h 13"/>
                  <a:gd name="T10" fmla="*/ 13 w 14"/>
                  <a:gd name="T11" fmla="*/ 3 h 13"/>
                  <a:gd name="T12" fmla="*/ 14 w 14"/>
                  <a:gd name="T13" fmla="*/ 1 h 13"/>
                  <a:gd name="T14" fmla="*/ 12 w 14"/>
                  <a:gd name="T15" fmla="*/ 0 h 13"/>
                  <a:gd name="T16" fmla="*/ 9 w 14"/>
                  <a:gd name="T17" fmla="*/ 1 h 13"/>
                  <a:gd name="T18" fmla="*/ 7 w 14"/>
                  <a:gd name="T19" fmla="*/ 4 h 13"/>
                  <a:gd name="T20" fmla="*/ 7 w 14"/>
                  <a:gd name="T21" fmla="*/ 4 h 13"/>
                  <a:gd name="T22" fmla="*/ 5 w 14"/>
                  <a:gd name="T23" fmla="*/ 5 h 13"/>
                  <a:gd name="T24" fmla="*/ 3 w 14"/>
                  <a:gd name="T25" fmla="*/ 7 h 13"/>
                  <a:gd name="T26" fmla="*/ 2 w 14"/>
                  <a:gd name="T27" fmla="*/ 9 h 13"/>
                  <a:gd name="T28" fmla="*/ 1 w 14"/>
                  <a:gd name="T29" fmla="*/ 10 h 13"/>
                  <a:gd name="T30" fmla="*/ 1 w 14"/>
                  <a:gd name="T31" fmla="*/ 13 h 13"/>
                  <a:gd name="T32" fmla="*/ 2 w 14"/>
                  <a:gd name="T33" fmla="*/ 13 h 13"/>
                  <a:gd name="T34" fmla="*/ 3 w 14"/>
                  <a:gd name="T35" fmla="*/ 13 h 13"/>
                  <a:gd name="T36" fmla="*/ 5 w 14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3">
                    <a:moveTo>
                      <a:pt x="5" y="11"/>
                    </a:moveTo>
                    <a:cubicBezTo>
                      <a:pt x="5" y="10"/>
                      <a:pt x="6" y="10"/>
                      <a:pt x="7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10" y="8"/>
                      <a:pt x="10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3" y="3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  <a:cubicBezTo>
                      <a:pt x="9" y="2"/>
                      <a:pt x="8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5" y="5"/>
                      <a:pt x="5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3" y="7"/>
                      <a:pt x="3" y="8"/>
                      <a:pt x="2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11"/>
                      <a:pt x="0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1"/>
                      <a:pt x="5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6" name="Freeform 3193">
                <a:extLst>
                  <a:ext uri="{FF2B5EF4-FFF2-40B4-BE49-F238E27FC236}">
                    <a16:creationId xmlns:a16="http://schemas.microsoft.com/office/drawing/2014/main" id="{DDBFBABA-8F28-4F97-89D2-7897A4A9F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89"/>
                <a:ext cx="5" cy="4"/>
              </a:xfrm>
              <a:custGeom>
                <a:avLst/>
                <a:gdLst>
                  <a:gd name="T0" fmla="*/ 7 w 13"/>
                  <a:gd name="T1" fmla="*/ 7 h 10"/>
                  <a:gd name="T2" fmla="*/ 4 w 13"/>
                  <a:gd name="T3" fmla="*/ 8 h 10"/>
                  <a:gd name="T4" fmla="*/ 3 w 13"/>
                  <a:gd name="T5" fmla="*/ 9 h 10"/>
                  <a:gd name="T6" fmla="*/ 3 w 13"/>
                  <a:gd name="T7" fmla="*/ 10 h 10"/>
                  <a:gd name="T8" fmla="*/ 1 w 13"/>
                  <a:gd name="T9" fmla="*/ 9 h 10"/>
                  <a:gd name="T10" fmla="*/ 1 w 13"/>
                  <a:gd name="T11" fmla="*/ 7 h 10"/>
                  <a:gd name="T12" fmla="*/ 1 w 13"/>
                  <a:gd name="T13" fmla="*/ 7 h 10"/>
                  <a:gd name="T14" fmla="*/ 2 w 13"/>
                  <a:gd name="T15" fmla="*/ 6 h 10"/>
                  <a:gd name="T16" fmla="*/ 2 w 13"/>
                  <a:gd name="T17" fmla="*/ 6 h 10"/>
                  <a:gd name="T18" fmla="*/ 3 w 13"/>
                  <a:gd name="T19" fmla="*/ 5 h 10"/>
                  <a:gd name="T20" fmla="*/ 5 w 13"/>
                  <a:gd name="T21" fmla="*/ 4 h 10"/>
                  <a:gd name="T22" fmla="*/ 6 w 13"/>
                  <a:gd name="T23" fmla="*/ 3 h 10"/>
                  <a:gd name="T24" fmla="*/ 9 w 13"/>
                  <a:gd name="T25" fmla="*/ 1 h 10"/>
                  <a:gd name="T26" fmla="*/ 11 w 13"/>
                  <a:gd name="T27" fmla="*/ 0 h 10"/>
                  <a:gd name="T28" fmla="*/ 12 w 13"/>
                  <a:gd name="T29" fmla="*/ 0 h 10"/>
                  <a:gd name="T30" fmla="*/ 13 w 13"/>
                  <a:gd name="T31" fmla="*/ 1 h 10"/>
                  <a:gd name="T32" fmla="*/ 13 w 13"/>
                  <a:gd name="T33" fmla="*/ 3 h 10"/>
                  <a:gd name="T34" fmla="*/ 11 w 13"/>
                  <a:gd name="T35" fmla="*/ 4 h 10"/>
                  <a:gd name="T36" fmla="*/ 11 w 13"/>
                  <a:gd name="T37" fmla="*/ 4 h 10"/>
                  <a:gd name="T38" fmla="*/ 10 w 13"/>
                  <a:gd name="T39" fmla="*/ 4 h 10"/>
                  <a:gd name="T40" fmla="*/ 10 w 13"/>
                  <a:gd name="T41" fmla="*/ 5 h 10"/>
                  <a:gd name="T42" fmla="*/ 9 w 13"/>
                  <a:gd name="T43" fmla="*/ 6 h 10"/>
                  <a:gd name="T44" fmla="*/ 8 w 13"/>
                  <a:gd name="T45" fmla="*/ 6 h 10"/>
                  <a:gd name="T46" fmla="*/ 7 w 13"/>
                  <a:gd name="T4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10">
                    <a:moveTo>
                      <a:pt x="7" y="7"/>
                    </a:moveTo>
                    <a:cubicBezTo>
                      <a:pt x="6" y="7"/>
                      <a:pt x="5" y="7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3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6"/>
                      <a:pt x="7" y="7"/>
                      <a:pt x="7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7" name="Freeform 3194">
                <a:extLst>
                  <a:ext uri="{FF2B5EF4-FFF2-40B4-BE49-F238E27FC236}">
                    <a16:creationId xmlns:a16="http://schemas.microsoft.com/office/drawing/2014/main" id="{2123C321-4233-40D4-BF17-1C8F5168A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78"/>
                <a:ext cx="5" cy="8"/>
              </a:xfrm>
              <a:custGeom>
                <a:avLst/>
                <a:gdLst>
                  <a:gd name="T0" fmla="*/ 11 w 13"/>
                  <a:gd name="T1" fmla="*/ 9 h 18"/>
                  <a:gd name="T2" fmla="*/ 11 w 13"/>
                  <a:gd name="T3" fmla="*/ 9 h 18"/>
                  <a:gd name="T4" fmla="*/ 11 w 13"/>
                  <a:gd name="T5" fmla="*/ 8 h 18"/>
                  <a:gd name="T6" fmla="*/ 11 w 13"/>
                  <a:gd name="T7" fmla="*/ 1 h 18"/>
                  <a:gd name="T8" fmla="*/ 7 w 13"/>
                  <a:gd name="T9" fmla="*/ 1 h 18"/>
                  <a:gd name="T10" fmla="*/ 8 w 13"/>
                  <a:gd name="T11" fmla="*/ 4 h 18"/>
                  <a:gd name="T12" fmla="*/ 6 w 13"/>
                  <a:gd name="T13" fmla="*/ 8 h 18"/>
                  <a:gd name="T14" fmla="*/ 3 w 13"/>
                  <a:gd name="T15" fmla="*/ 11 h 18"/>
                  <a:gd name="T16" fmla="*/ 0 w 13"/>
                  <a:gd name="T17" fmla="*/ 16 h 18"/>
                  <a:gd name="T18" fmla="*/ 4 w 13"/>
                  <a:gd name="T19" fmla="*/ 17 h 18"/>
                  <a:gd name="T20" fmla="*/ 6 w 13"/>
                  <a:gd name="T21" fmla="*/ 15 h 18"/>
                  <a:gd name="T22" fmla="*/ 7 w 13"/>
                  <a:gd name="T23" fmla="*/ 12 h 18"/>
                  <a:gd name="T24" fmla="*/ 11 w 13"/>
                  <a:gd name="T2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8"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2" y="6"/>
                      <a:pt x="13" y="3"/>
                      <a:pt x="11" y="1"/>
                    </a:cubicBezTo>
                    <a:cubicBezTo>
                      <a:pt x="10" y="0"/>
                      <a:pt x="8" y="0"/>
                      <a:pt x="7" y="1"/>
                    </a:cubicBezTo>
                    <a:cubicBezTo>
                      <a:pt x="6" y="2"/>
                      <a:pt x="7" y="3"/>
                      <a:pt x="8" y="4"/>
                    </a:cubicBezTo>
                    <a:cubicBezTo>
                      <a:pt x="9" y="5"/>
                      <a:pt x="7" y="7"/>
                      <a:pt x="6" y="8"/>
                    </a:cubicBezTo>
                    <a:cubicBezTo>
                      <a:pt x="5" y="9"/>
                      <a:pt x="5" y="10"/>
                      <a:pt x="3" y="11"/>
                    </a:cubicBezTo>
                    <a:cubicBezTo>
                      <a:pt x="2" y="12"/>
                      <a:pt x="0" y="14"/>
                      <a:pt x="0" y="16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5" y="16"/>
                      <a:pt x="5" y="16"/>
                      <a:pt x="6" y="15"/>
                    </a:cubicBezTo>
                    <a:cubicBezTo>
                      <a:pt x="6" y="14"/>
                      <a:pt x="7" y="13"/>
                      <a:pt x="7" y="12"/>
                    </a:cubicBezTo>
                    <a:cubicBezTo>
                      <a:pt x="8" y="10"/>
                      <a:pt x="9" y="10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8" name="Freeform 3195">
                <a:extLst>
                  <a:ext uri="{FF2B5EF4-FFF2-40B4-BE49-F238E27FC236}">
                    <a16:creationId xmlns:a16="http://schemas.microsoft.com/office/drawing/2014/main" id="{271AB5A5-380F-43B3-A6C4-2EC44D5C9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86"/>
                <a:ext cx="2" cy="4"/>
              </a:xfrm>
              <a:custGeom>
                <a:avLst/>
                <a:gdLst>
                  <a:gd name="T0" fmla="*/ 2 w 4"/>
                  <a:gd name="T1" fmla="*/ 9 h 9"/>
                  <a:gd name="T2" fmla="*/ 4 w 4"/>
                  <a:gd name="T3" fmla="*/ 6 h 9"/>
                  <a:gd name="T4" fmla="*/ 3 w 4"/>
                  <a:gd name="T5" fmla="*/ 3 h 9"/>
                  <a:gd name="T6" fmla="*/ 3 w 4"/>
                  <a:gd name="T7" fmla="*/ 1 h 9"/>
                  <a:gd name="T8" fmla="*/ 2 w 4"/>
                  <a:gd name="T9" fmla="*/ 0 h 9"/>
                  <a:gd name="T10" fmla="*/ 1 w 4"/>
                  <a:gd name="T11" fmla="*/ 1 h 9"/>
                  <a:gd name="T12" fmla="*/ 0 w 4"/>
                  <a:gd name="T13" fmla="*/ 1 h 9"/>
                  <a:gd name="T14" fmla="*/ 0 w 4"/>
                  <a:gd name="T15" fmla="*/ 2 h 9"/>
                  <a:gd name="T16" fmla="*/ 0 w 4"/>
                  <a:gd name="T17" fmla="*/ 4 h 9"/>
                  <a:gd name="T18" fmla="*/ 0 w 4"/>
                  <a:gd name="T19" fmla="*/ 5 h 9"/>
                  <a:gd name="T20" fmla="*/ 1 w 4"/>
                  <a:gd name="T21" fmla="*/ 7 h 9"/>
                  <a:gd name="T22" fmla="*/ 2 w 4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4" y="9"/>
                      <a:pt x="4" y="7"/>
                      <a:pt x="4" y="6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0" y="6"/>
                      <a:pt x="1" y="7"/>
                    </a:cubicBezTo>
                    <a:cubicBezTo>
                      <a:pt x="1" y="7"/>
                      <a:pt x="2" y="8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9" name="Freeform 3196">
                <a:extLst>
                  <a:ext uri="{FF2B5EF4-FFF2-40B4-BE49-F238E27FC236}">
                    <a16:creationId xmlns:a16="http://schemas.microsoft.com/office/drawing/2014/main" id="{43FE17B8-4F7A-4A29-8B4F-84B415F3B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78"/>
                <a:ext cx="6" cy="7"/>
              </a:xfrm>
              <a:custGeom>
                <a:avLst/>
                <a:gdLst>
                  <a:gd name="T0" fmla="*/ 10 w 13"/>
                  <a:gd name="T1" fmla="*/ 9 h 17"/>
                  <a:gd name="T2" fmla="*/ 7 w 13"/>
                  <a:gd name="T3" fmla="*/ 6 h 17"/>
                  <a:gd name="T4" fmla="*/ 3 w 13"/>
                  <a:gd name="T5" fmla="*/ 5 h 17"/>
                  <a:gd name="T6" fmla="*/ 0 w 13"/>
                  <a:gd name="T7" fmla="*/ 5 h 17"/>
                  <a:gd name="T8" fmla="*/ 1 w 13"/>
                  <a:gd name="T9" fmla="*/ 2 h 17"/>
                  <a:gd name="T10" fmla="*/ 4 w 13"/>
                  <a:gd name="T11" fmla="*/ 0 h 17"/>
                  <a:gd name="T12" fmla="*/ 7 w 13"/>
                  <a:gd name="T13" fmla="*/ 0 h 17"/>
                  <a:gd name="T14" fmla="*/ 9 w 13"/>
                  <a:gd name="T15" fmla="*/ 0 h 17"/>
                  <a:gd name="T16" fmla="*/ 12 w 13"/>
                  <a:gd name="T17" fmla="*/ 2 h 17"/>
                  <a:gd name="T18" fmla="*/ 12 w 13"/>
                  <a:gd name="T19" fmla="*/ 6 h 17"/>
                  <a:gd name="T20" fmla="*/ 13 w 13"/>
                  <a:gd name="T21" fmla="*/ 8 h 17"/>
                  <a:gd name="T22" fmla="*/ 13 w 13"/>
                  <a:gd name="T23" fmla="*/ 11 h 17"/>
                  <a:gd name="T24" fmla="*/ 13 w 13"/>
                  <a:gd name="T25" fmla="*/ 15 h 17"/>
                  <a:gd name="T26" fmla="*/ 12 w 13"/>
                  <a:gd name="T27" fmla="*/ 17 h 17"/>
                  <a:gd name="T28" fmla="*/ 11 w 13"/>
                  <a:gd name="T29" fmla="*/ 16 h 17"/>
                  <a:gd name="T30" fmla="*/ 10 w 13"/>
                  <a:gd name="T31" fmla="*/ 13 h 17"/>
                  <a:gd name="T32" fmla="*/ 10 w 13"/>
                  <a:gd name="T3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7">
                    <a:moveTo>
                      <a:pt x="10" y="9"/>
                    </a:moveTo>
                    <a:cubicBezTo>
                      <a:pt x="9" y="7"/>
                      <a:pt x="8" y="7"/>
                      <a:pt x="7" y="6"/>
                    </a:cubicBezTo>
                    <a:cubicBezTo>
                      <a:pt x="6" y="6"/>
                      <a:pt x="4" y="5"/>
                      <a:pt x="3" y="5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2" y="1"/>
                      <a:pt x="12" y="2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12"/>
                      <a:pt x="13" y="13"/>
                      <a:pt x="13" y="15"/>
                    </a:cubicBezTo>
                    <a:cubicBezTo>
                      <a:pt x="13" y="15"/>
                      <a:pt x="13" y="17"/>
                      <a:pt x="12" y="17"/>
                    </a:cubicBezTo>
                    <a:cubicBezTo>
                      <a:pt x="12" y="17"/>
                      <a:pt x="11" y="16"/>
                      <a:pt x="11" y="16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11"/>
                      <a:pt x="10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0" name="Freeform 3197">
                <a:extLst>
                  <a:ext uri="{FF2B5EF4-FFF2-40B4-BE49-F238E27FC236}">
                    <a16:creationId xmlns:a16="http://schemas.microsoft.com/office/drawing/2014/main" id="{1FABE5CB-020F-495E-B106-7722E41B3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478"/>
                <a:ext cx="7" cy="6"/>
              </a:xfrm>
              <a:custGeom>
                <a:avLst/>
                <a:gdLst>
                  <a:gd name="T0" fmla="*/ 6 w 17"/>
                  <a:gd name="T1" fmla="*/ 13 h 16"/>
                  <a:gd name="T2" fmla="*/ 3 w 17"/>
                  <a:gd name="T3" fmla="*/ 13 h 16"/>
                  <a:gd name="T4" fmla="*/ 1 w 17"/>
                  <a:gd name="T5" fmla="*/ 13 h 16"/>
                  <a:gd name="T6" fmla="*/ 0 w 17"/>
                  <a:gd name="T7" fmla="*/ 11 h 16"/>
                  <a:gd name="T8" fmla="*/ 2 w 17"/>
                  <a:gd name="T9" fmla="*/ 9 h 16"/>
                  <a:gd name="T10" fmla="*/ 7 w 17"/>
                  <a:gd name="T11" fmla="*/ 6 h 16"/>
                  <a:gd name="T12" fmla="*/ 10 w 17"/>
                  <a:gd name="T13" fmla="*/ 2 h 16"/>
                  <a:gd name="T14" fmla="*/ 10 w 17"/>
                  <a:gd name="T15" fmla="*/ 2 h 16"/>
                  <a:gd name="T16" fmla="*/ 13 w 17"/>
                  <a:gd name="T17" fmla="*/ 0 h 16"/>
                  <a:gd name="T18" fmla="*/ 17 w 17"/>
                  <a:gd name="T19" fmla="*/ 2 h 16"/>
                  <a:gd name="T20" fmla="*/ 14 w 17"/>
                  <a:gd name="T21" fmla="*/ 6 h 16"/>
                  <a:gd name="T22" fmla="*/ 15 w 17"/>
                  <a:gd name="T23" fmla="*/ 11 h 16"/>
                  <a:gd name="T24" fmla="*/ 15 w 17"/>
                  <a:gd name="T25" fmla="*/ 15 h 16"/>
                  <a:gd name="T26" fmla="*/ 14 w 17"/>
                  <a:gd name="T27" fmla="*/ 16 h 16"/>
                  <a:gd name="T28" fmla="*/ 12 w 17"/>
                  <a:gd name="T29" fmla="*/ 14 h 16"/>
                  <a:gd name="T30" fmla="*/ 11 w 17"/>
                  <a:gd name="T31" fmla="*/ 13 h 16"/>
                  <a:gd name="T32" fmla="*/ 6 w 17"/>
                  <a:gd name="T33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6">
                    <a:moveTo>
                      <a:pt x="6" y="13"/>
                    </a:moveTo>
                    <a:cubicBezTo>
                      <a:pt x="5" y="13"/>
                      <a:pt x="4" y="13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2"/>
                      <a:pt x="0" y="12"/>
                      <a:pt x="0" y="11"/>
                    </a:cubicBezTo>
                    <a:cubicBezTo>
                      <a:pt x="0" y="10"/>
                      <a:pt x="1" y="9"/>
                      <a:pt x="2" y="9"/>
                    </a:cubicBezTo>
                    <a:cubicBezTo>
                      <a:pt x="3" y="8"/>
                      <a:pt x="5" y="7"/>
                      <a:pt x="7" y="6"/>
                    </a:cubicBezTo>
                    <a:cubicBezTo>
                      <a:pt x="9" y="5"/>
                      <a:pt x="10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1"/>
                      <a:pt x="12" y="0"/>
                      <a:pt x="13" y="0"/>
                    </a:cubicBezTo>
                    <a:cubicBezTo>
                      <a:pt x="15" y="0"/>
                      <a:pt x="17" y="0"/>
                      <a:pt x="17" y="2"/>
                    </a:cubicBezTo>
                    <a:cubicBezTo>
                      <a:pt x="17" y="4"/>
                      <a:pt x="15" y="5"/>
                      <a:pt x="14" y="6"/>
                    </a:cubicBezTo>
                    <a:cubicBezTo>
                      <a:pt x="14" y="8"/>
                      <a:pt x="14" y="10"/>
                      <a:pt x="15" y="11"/>
                    </a:cubicBezTo>
                    <a:cubicBezTo>
                      <a:pt x="15" y="12"/>
                      <a:pt x="15" y="14"/>
                      <a:pt x="15" y="15"/>
                    </a:cubicBezTo>
                    <a:cubicBezTo>
                      <a:pt x="14" y="15"/>
                      <a:pt x="14" y="16"/>
                      <a:pt x="14" y="16"/>
                    </a:cubicBezTo>
                    <a:cubicBezTo>
                      <a:pt x="13" y="16"/>
                      <a:pt x="13" y="15"/>
                      <a:pt x="12" y="14"/>
                    </a:cubicBezTo>
                    <a:cubicBezTo>
                      <a:pt x="12" y="14"/>
                      <a:pt x="12" y="13"/>
                      <a:pt x="11" y="13"/>
                    </a:cubicBezTo>
                    <a:cubicBezTo>
                      <a:pt x="10" y="12"/>
                      <a:pt x="8" y="13"/>
                      <a:pt x="6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1" name="Freeform 3198">
                <a:extLst>
                  <a:ext uri="{FF2B5EF4-FFF2-40B4-BE49-F238E27FC236}">
                    <a16:creationId xmlns:a16="http://schemas.microsoft.com/office/drawing/2014/main" id="{23A6BE58-B915-4196-8721-2A1EFC6B6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33"/>
                <a:ext cx="8" cy="9"/>
              </a:xfrm>
              <a:custGeom>
                <a:avLst/>
                <a:gdLst>
                  <a:gd name="T0" fmla="*/ 6 w 18"/>
                  <a:gd name="T1" fmla="*/ 12 h 21"/>
                  <a:gd name="T2" fmla="*/ 4 w 18"/>
                  <a:gd name="T3" fmla="*/ 8 h 21"/>
                  <a:gd name="T4" fmla="*/ 3 w 18"/>
                  <a:gd name="T5" fmla="*/ 1 h 21"/>
                  <a:gd name="T6" fmla="*/ 9 w 18"/>
                  <a:gd name="T7" fmla="*/ 3 h 21"/>
                  <a:gd name="T8" fmla="*/ 14 w 18"/>
                  <a:gd name="T9" fmla="*/ 7 h 21"/>
                  <a:gd name="T10" fmla="*/ 17 w 18"/>
                  <a:gd name="T11" fmla="*/ 17 h 21"/>
                  <a:gd name="T12" fmla="*/ 7 w 18"/>
                  <a:gd name="T13" fmla="*/ 17 h 21"/>
                  <a:gd name="T14" fmla="*/ 6 w 18"/>
                  <a:gd name="T15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1">
                    <a:moveTo>
                      <a:pt x="6" y="12"/>
                    </a:moveTo>
                    <a:cubicBezTo>
                      <a:pt x="6" y="11"/>
                      <a:pt x="5" y="9"/>
                      <a:pt x="4" y="8"/>
                    </a:cubicBezTo>
                    <a:cubicBezTo>
                      <a:pt x="3" y="6"/>
                      <a:pt x="0" y="1"/>
                      <a:pt x="3" y="1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11" y="4"/>
                      <a:pt x="13" y="5"/>
                      <a:pt x="14" y="7"/>
                    </a:cubicBezTo>
                    <a:cubicBezTo>
                      <a:pt x="17" y="9"/>
                      <a:pt x="18" y="14"/>
                      <a:pt x="17" y="17"/>
                    </a:cubicBezTo>
                    <a:cubicBezTo>
                      <a:pt x="15" y="21"/>
                      <a:pt x="10" y="19"/>
                      <a:pt x="7" y="17"/>
                    </a:cubicBezTo>
                    <a:cubicBezTo>
                      <a:pt x="5" y="16"/>
                      <a:pt x="6" y="15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2" name="Freeform 3199">
                <a:extLst>
                  <a:ext uri="{FF2B5EF4-FFF2-40B4-BE49-F238E27FC236}">
                    <a16:creationId xmlns:a16="http://schemas.microsoft.com/office/drawing/2014/main" id="{1AB8644B-CBAC-4006-A6DB-1AF59981C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9"/>
                <a:ext cx="9" cy="6"/>
              </a:xfrm>
              <a:custGeom>
                <a:avLst/>
                <a:gdLst>
                  <a:gd name="T0" fmla="*/ 9 w 23"/>
                  <a:gd name="T1" fmla="*/ 9 h 15"/>
                  <a:gd name="T2" fmla="*/ 5 w 23"/>
                  <a:gd name="T3" fmla="*/ 9 h 15"/>
                  <a:gd name="T4" fmla="*/ 0 w 23"/>
                  <a:gd name="T5" fmla="*/ 9 h 15"/>
                  <a:gd name="T6" fmla="*/ 5 w 23"/>
                  <a:gd name="T7" fmla="*/ 6 h 15"/>
                  <a:gd name="T8" fmla="*/ 10 w 23"/>
                  <a:gd name="T9" fmla="*/ 3 h 15"/>
                  <a:gd name="T10" fmla="*/ 14 w 23"/>
                  <a:gd name="T11" fmla="*/ 1 h 15"/>
                  <a:gd name="T12" fmla="*/ 23 w 23"/>
                  <a:gd name="T13" fmla="*/ 4 h 15"/>
                  <a:gd name="T14" fmla="*/ 22 w 23"/>
                  <a:gd name="T15" fmla="*/ 7 h 15"/>
                  <a:gd name="T16" fmla="*/ 22 w 23"/>
                  <a:gd name="T17" fmla="*/ 11 h 15"/>
                  <a:gd name="T18" fmla="*/ 19 w 23"/>
                  <a:gd name="T19" fmla="*/ 14 h 15"/>
                  <a:gd name="T20" fmla="*/ 15 w 23"/>
                  <a:gd name="T21" fmla="*/ 10 h 15"/>
                  <a:gd name="T22" fmla="*/ 9 w 23"/>
                  <a:gd name="T23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9" y="9"/>
                    </a:moveTo>
                    <a:cubicBezTo>
                      <a:pt x="7" y="10"/>
                      <a:pt x="6" y="10"/>
                      <a:pt x="5" y="9"/>
                    </a:cubicBezTo>
                    <a:cubicBezTo>
                      <a:pt x="3" y="9"/>
                      <a:pt x="1" y="10"/>
                      <a:pt x="0" y="9"/>
                    </a:cubicBezTo>
                    <a:cubicBezTo>
                      <a:pt x="1" y="8"/>
                      <a:pt x="3" y="7"/>
                      <a:pt x="5" y="6"/>
                    </a:cubicBezTo>
                    <a:cubicBezTo>
                      <a:pt x="7" y="6"/>
                      <a:pt x="9" y="5"/>
                      <a:pt x="10" y="3"/>
                    </a:cubicBezTo>
                    <a:cubicBezTo>
                      <a:pt x="11" y="2"/>
                      <a:pt x="12" y="1"/>
                      <a:pt x="14" y="1"/>
                    </a:cubicBezTo>
                    <a:cubicBezTo>
                      <a:pt x="16" y="0"/>
                      <a:pt x="23" y="0"/>
                      <a:pt x="23" y="4"/>
                    </a:cubicBezTo>
                    <a:cubicBezTo>
                      <a:pt x="22" y="5"/>
                      <a:pt x="22" y="6"/>
                      <a:pt x="22" y="7"/>
                    </a:cubicBezTo>
                    <a:cubicBezTo>
                      <a:pt x="22" y="9"/>
                      <a:pt x="22" y="10"/>
                      <a:pt x="22" y="11"/>
                    </a:cubicBezTo>
                    <a:cubicBezTo>
                      <a:pt x="22" y="13"/>
                      <a:pt x="21" y="15"/>
                      <a:pt x="19" y="14"/>
                    </a:cubicBezTo>
                    <a:cubicBezTo>
                      <a:pt x="17" y="13"/>
                      <a:pt x="17" y="11"/>
                      <a:pt x="15" y="10"/>
                    </a:cubicBezTo>
                    <a:cubicBezTo>
                      <a:pt x="13" y="8"/>
                      <a:pt x="11" y="9"/>
                      <a:pt x="9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3" name="Freeform 3200">
                <a:extLst>
                  <a:ext uri="{FF2B5EF4-FFF2-40B4-BE49-F238E27FC236}">
                    <a16:creationId xmlns:a16="http://schemas.microsoft.com/office/drawing/2014/main" id="{1361E2FE-7EC1-438D-AB00-84C5DDDAB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572"/>
                <a:ext cx="5" cy="3"/>
              </a:xfrm>
              <a:custGeom>
                <a:avLst/>
                <a:gdLst>
                  <a:gd name="T0" fmla="*/ 0 w 14"/>
                  <a:gd name="T1" fmla="*/ 4 h 8"/>
                  <a:gd name="T2" fmla="*/ 6 w 14"/>
                  <a:gd name="T3" fmla="*/ 1 h 8"/>
                  <a:gd name="T4" fmla="*/ 13 w 14"/>
                  <a:gd name="T5" fmla="*/ 2 h 8"/>
                  <a:gd name="T6" fmla="*/ 11 w 14"/>
                  <a:gd name="T7" fmla="*/ 6 h 8"/>
                  <a:gd name="T8" fmla="*/ 5 w 14"/>
                  <a:gd name="T9" fmla="*/ 7 h 8"/>
                  <a:gd name="T10" fmla="*/ 1 w 14"/>
                  <a:gd name="T11" fmla="*/ 6 h 8"/>
                  <a:gd name="T12" fmla="*/ 0 w 14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0" y="4"/>
                    </a:moveTo>
                    <a:cubicBezTo>
                      <a:pt x="0" y="2"/>
                      <a:pt x="4" y="1"/>
                      <a:pt x="6" y="1"/>
                    </a:cubicBezTo>
                    <a:cubicBezTo>
                      <a:pt x="8" y="0"/>
                      <a:pt x="12" y="0"/>
                      <a:pt x="13" y="2"/>
                    </a:cubicBezTo>
                    <a:cubicBezTo>
                      <a:pt x="14" y="4"/>
                      <a:pt x="13" y="6"/>
                      <a:pt x="11" y="6"/>
                    </a:cubicBezTo>
                    <a:cubicBezTo>
                      <a:pt x="9" y="7"/>
                      <a:pt x="7" y="8"/>
                      <a:pt x="5" y="7"/>
                    </a:cubicBezTo>
                    <a:cubicBezTo>
                      <a:pt x="4" y="6"/>
                      <a:pt x="2" y="6"/>
                      <a:pt x="1" y="6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4" name="Freeform 3201">
                <a:extLst>
                  <a:ext uri="{FF2B5EF4-FFF2-40B4-BE49-F238E27FC236}">
                    <a16:creationId xmlns:a16="http://schemas.microsoft.com/office/drawing/2014/main" id="{0D95FA2D-636D-46BB-A9B1-5B9A41844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592"/>
                <a:ext cx="3" cy="4"/>
              </a:xfrm>
              <a:custGeom>
                <a:avLst/>
                <a:gdLst>
                  <a:gd name="T0" fmla="*/ 2 w 8"/>
                  <a:gd name="T1" fmla="*/ 9 h 9"/>
                  <a:gd name="T2" fmla="*/ 0 w 8"/>
                  <a:gd name="T3" fmla="*/ 3 h 9"/>
                  <a:gd name="T4" fmla="*/ 2 w 8"/>
                  <a:gd name="T5" fmla="*/ 1 h 9"/>
                  <a:gd name="T6" fmla="*/ 5 w 8"/>
                  <a:gd name="T7" fmla="*/ 0 h 9"/>
                  <a:gd name="T8" fmla="*/ 8 w 8"/>
                  <a:gd name="T9" fmla="*/ 1 h 9"/>
                  <a:gd name="T10" fmla="*/ 7 w 8"/>
                  <a:gd name="T11" fmla="*/ 5 h 9"/>
                  <a:gd name="T12" fmla="*/ 4 w 8"/>
                  <a:gd name="T13" fmla="*/ 8 h 9"/>
                  <a:gd name="T14" fmla="*/ 2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9"/>
                      <a:pt x="0" y="5"/>
                      <a:pt x="0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6" y="6"/>
                      <a:pt x="5" y="7"/>
                      <a:pt x="4" y="8"/>
                    </a:cubicBezTo>
                    <a:cubicBezTo>
                      <a:pt x="4" y="9"/>
                      <a:pt x="3" y="9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5" name="Freeform 3202">
                <a:extLst>
                  <a:ext uri="{FF2B5EF4-FFF2-40B4-BE49-F238E27FC236}">
                    <a16:creationId xmlns:a16="http://schemas.microsoft.com/office/drawing/2014/main" id="{8BF09E14-F8F5-4008-8916-34772F76D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598"/>
                <a:ext cx="4" cy="3"/>
              </a:xfrm>
              <a:custGeom>
                <a:avLst/>
                <a:gdLst>
                  <a:gd name="T0" fmla="*/ 0 w 8"/>
                  <a:gd name="T1" fmla="*/ 3 h 8"/>
                  <a:gd name="T2" fmla="*/ 4 w 8"/>
                  <a:gd name="T3" fmla="*/ 1 h 8"/>
                  <a:gd name="T4" fmla="*/ 8 w 8"/>
                  <a:gd name="T5" fmla="*/ 3 h 8"/>
                  <a:gd name="T6" fmla="*/ 5 w 8"/>
                  <a:gd name="T7" fmla="*/ 7 h 8"/>
                  <a:gd name="T8" fmla="*/ 3 w 8"/>
                  <a:gd name="T9" fmla="*/ 8 h 8"/>
                  <a:gd name="T10" fmla="*/ 1 w 8"/>
                  <a:gd name="T11" fmla="*/ 7 h 8"/>
                  <a:gd name="T12" fmla="*/ 0 w 8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2"/>
                      <a:pt x="8" y="3"/>
                    </a:cubicBezTo>
                    <a:cubicBezTo>
                      <a:pt x="8" y="5"/>
                      <a:pt x="7" y="6"/>
                      <a:pt x="5" y="7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6" name="Freeform 3203">
                <a:extLst>
                  <a:ext uri="{FF2B5EF4-FFF2-40B4-BE49-F238E27FC236}">
                    <a16:creationId xmlns:a16="http://schemas.microsoft.com/office/drawing/2014/main" id="{CF4D8367-BEE2-407D-9ACA-0EDBFCD53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588"/>
                <a:ext cx="15" cy="9"/>
              </a:xfrm>
              <a:custGeom>
                <a:avLst/>
                <a:gdLst>
                  <a:gd name="T0" fmla="*/ 27 w 35"/>
                  <a:gd name="T1" fmla="*/ 12 h 22"/>
                  <a:gd name="T2" fmla="*/ 28 w 35"/>
                  <a:gd name="T3" fmla="*/ 11 h 22"/>
                  <a:gd name="T4" fmla="*/ 31 w 35"/>
                  <a:gd name="T5" fmla="*/ 9 h 22"/>
                  <a:gd name="T6" fmla="*/ 33 w 35"/>
                  <a:gd name="T7" fmla="*/ 8 h 22"/>
                  <a:gd name="T8" fmla="*/ 34 w 35"/>
                  <a:gd name="T9" fmla="*/ 6 h 22"/>
                  <a:gd name="T10" fmla="*/ 35 w 35"/>
                  <a:gd name="T11" fmla="*/ 4 h 22"/>
                  <a:gd name="T12" fmla="*/ 33 w 35"/>
                  <a:gd name="T13" fmla="*/ 1 h 22"/>
                  <a:gd name="T14" fmla="*/ 31 w 35"/>
                  <a:gd name="T15" fmla="*/ 1 h 22"/>
                  <a:gd name="T16" fmla="*/ 29 w 35"/>
                  <a:gd name="T17" fmla="*/ 0 h 22"/>
                  <a:gd name="T18" fmla="*/ 26 w 35"/>
                  <a:gd name="T19" fmla="*/ 3 h 22"/>
                  <a:gd name="T20" fmla="*/ 21 w 35"/>
                  <a:gd name="T21" fmla="*/ 7 h 22"/>
                  <a:gd name="T22" fmla="*/ 18 w 35"/>
                  <a:gd name="T23" fmla="*/ 8 h 22"/>
                  <a:gd name="T24" fmla="*/ 14 w 35"/>
                  <a:gd name="T25" fmla="*/ 7 h 22"/>
                  <a:gd name="T26" fmla="*/ 10 w 35"/>
                  <a:gd name="T27" fmla="*/ 8 h 22"/>
                  <a:gd name="T28" fmla="*/ 3 w 35"/>
                  <a:gd name="T29" fmla="*/ 9 h 22"/>
                  <a:gd name="T30" fmla="*/ 2 w 35"/>
                  <a:gd name="T31" fmla="*/ 11 h 22"/>
                  <a:gd name="T32" fmla="*/ 1 w 35"/>
                  <a:gd name="T33" fmla="*/ 15 h 22"/>
                  <a:gd name="T34" fmla="*/ 8 w 35"/>
                  <a:gd name="T35" fmla="*/ 18 h 22"/>
                  <a:gd name="T36" fmla="*/ 13 w 35"/>
                  <a:gd name="T37" fmla="*/ 21 h 22"/>
                  <a:gd name="T38" fmla="*/ 19 w 35"/>
                  <a:gd name="T39" fmla="*/ 22 h 22"/>
                  <a:gd name="T40" fmla="*/ 24 w 35"/>
                  <a:gd name="T41" fmla="*/ 22 h 22"/>
                  <a:gd name="T42" fmla="*/ 26 w 35"/>
                  <a:gd name="T43" fmla="*/ 20 h 22"/>
                  <a:gd name="T44" fmla="*/ 27 w 35"/>
                  <a:gd name="T45" fmla="*/ 16 h 22"/>
                  <a:gd name="T46" fmla="*/ 27 w 35"/>
                  <a:gd name="T47" fmla="*/ 14 h 22"/>
                  <a:gd name="T48" fmla="*/ 27 w 35"/>
                  <a:gd name="T49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22">
                    <a:moveTo>
                      <a:pt x="27" y="12"/>
                    </a:moveTo>
                    <a:cubicBezTo>
                      <a:pt x="27" y="12"/>
                      <a:pt x="28" y="11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9"/>
                      <a:pt x="32" y="9"/>
                      <a:pt x="33" y="8"/>
                    </a:cubicBezTo>
                    <a:cubicBezTo>
                      <a:pt x="33" y="7"/>
                      <a:pt x="34" y="7"/>
                      <a:pt x="34" y="6"/>
                    </a:cubicBezTo>
                    <a:cubicBezTo>
                      <a:pt x="35" y="6"/>
                      <a:pt x="35" y="5"/>
                      <a:pt x="35" y="4"/>
                    </a:cubicBezTo>
                    <a:cubicBezTo>
                      <a:pt x="35" y="3"/>
                      <a:pt x="34" y="2"/>
                      <a:pt x="33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0" y="1"/>
                      <a:pt x="29" y="0"/>
                      <a:pt x="29" y="0"/>
                    </a:cubicBezTo>
                    <a:cubicBezTo>
                      <a:pt x="28" y="1"/>
                      <a:pt x="27" y="2"/>
                      <a:pt x="26" y="3"/>
                    </a:cubicBezTo>
                    <a:cubicBezTo>
                      <a:pt x="25" y="4"/>
                      <a:pt x="23" y="5"/>
                      <a:pt x="21" y="7"/>
                    </a:cubicBezTo>
                    <a:cubicBezTo>
                      <a:pt x="20" y="7"/>
                      <a:pt x="19" y="8"/>
                      <a:pt x="18" y="8"/>
                    </a:cubicBezTo>
                    <a:cubicBezTo>
                      <a:pt x="17" y="8"/>
                      <a:pt x="15" y="7"/>
                      <a:pt x="14" y="7"/>
                    </a:cubicBezTo>
                    <a:cubicBezTo>
                      <a:pt x="13" y="7"/>
                      <a:pt x="12" y="8"/>
                      <a:pt x="10" y="8"/>
                    </a:cubicBezTo>
                    <a:cubicBezTo>
                      <a:pt x="8" y="8"/>
                      <a:pt x="5" y="8"/>
                      <a:pt x="3" y="9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1" y="12"/>
                      <a:pt x="0" y="14"/>
                      <a:pt x="1" y="15"/>
                    </a:cubicBezTo>
                    <a:cubicBezTo>
                      <a:pt x="1" y="19"/>
                      <a:pt x="5" y="18"/>
                      <a:pt x="8" y="18"/>
                    </a:cubicBezTo>
                    <a:cubicBezTo>
                      <a:pt x="10" y="18"/>
                      <a:pt x="12" y="19"/>
                      <a:pt x="13" y="21"/>
                    </a:cubicBezTo>
                    <a:cubicBezTo>
                      <a:pt x="15" y="22"/>
                      <a:pt x="17" y="22"/>
                      <a:pt x="19" y="22"/>
                    </a:cubicBezTo>
                    <a:cubicBezTo>
                      <a:pt x="20" y="22"/>
                      <a:pt x="22" y="22"/>
                      <a:pt x="24" y="22"/>
                    </a:cubicBezTo>
                    <a:cubicBezTo>
                      <a:pt x="25" y="22"/>
                      <a:pt x="26" y="22"/>
                      <a:pt x="26" y="20"/>
                    </a:cubicBezTo>
                    <a:cubicBezTo>
                      <a:pt x="27" y="19"/>
                      <a:pt x="27" y="17"/>
                      <a:pt x="27" y="16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27" y="13"/>
                      <a:pt x="26" y="12"/>
                      <a:pt x="2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7" name="Freeform 3204">
                <a:extLst>
                  <a:ext uri="{FF2B5EF4-FFF2-40B4-BE49-F238E27FC236}">
                    <a16:creationId xmlns:a16="http://schemas.microsoft.com/office/drawing/2014/main" id="{67612FF1-A530-47B9-8E79-2994C03D2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286"/>
                <a:ext cx="12" cy="30"/>
              </a:xfrm>
              <a:custGeom>
                <a:avLst/>
                <a:gdLst>
                  <a:gd name="T0" fmla="*/ 22 w 28"/>
                  <a:gd name="T1" fmla="*/ 54 h 75"/>
                  <a:gd name="T2" fmla="*/ 21 w 28"/>
                  <a:gd name="T3" fmla="*/ 53 h 75"/>
                  <a:gd name="T4" fmla="*/ 18 w 28"/>
                  <a:gd name="T5" fmla="*/ 51 h 75"/>
                  <a:gd name="T6" fmla="*/ 18 w 28"/>
                  <a:gd name="T7" fmla="*/ 50 h 75"/>
                  <a:gd name="T8" fmla="*/ 19 w 28"/>
                  <a:gd name="T9" fmla="*/ 49 h 75"/>
                  <a:gd name="T10" fmla="*/ 22 w 28"/>
                  <a:gd name="T11" fmla="*/ 50 h 75"/>
                  <a:gd name="T12" fmla="*/ 25 w 28"/>
                  <a:gd name="T13" fmla="*/ 50 h 75"/>
                  <a:gd name="T14" fmla="*/ 27 w 28"/>
                  <a:gd name="T15" fmla="*/ 50 h 75"/>
                  <a:gd name="T16" fmla="*/ 28 w 28"/>
                  <a:gd name="T17" fmla="*/ 48 h 75"/>
                  <a:gd name="T18" fmla="*/ 26 w 28"/>
                  <a:gd name="T19" fmla="*/ 42 h 75"/>
                  <a:gd name="T20" fmla="*/ 26 w 28"/>
                  <a:gd name="T21" fmla="*/ 39 h 75"/>
                  <a:gd name="T22" fmla="*/ 22 w 28"/>
                  <a:gd name="T23" fmla="*/ 38 h 75"/>
                  <a:gd name="T24" fmla="*/ 19 w 28"/>
                  <a:gd name="T25" fmla="*/ 39 h 75"/>
                  <a:gd name="T26" fmla="*/ 17 w 28"/>
                  <a:gd name="T27" fmla="*/ 37 h 75"/>
                  <a:gd name="T28" fmla="*/ 15 w 28"/>
                  <a:gd name="T29" fmla="*/ 35 h 75"/>
                  <a:gd name="T30" fmla="*/ 15 w 28"/>
                  <a:gd name="T31" fmla="*/ 32 h 75"/>
                  <a:gd name="T32" fmla="*/ 17 w 28"/>
                  <a:gd name="T33" fmla="*/ 31 h 75"/>
                  <a:gd name="T34" fmla="*/ 19 w 28"/>
                  <a:gd name="T35" fmla="*/ 32 h 75"/>
                  <a:gd name="T36" fmla="*/ 20 w 28"/>
                  <a:gd name="T37" fmla="*/ 34 h 75"/>
                  <a:gd name="T38" fmla="*/ 21 w 28"/>
                  <a:gd name="T39" fmla="*/ 35 h 75"/>
                  <a:gd name="T40" fmla="*/ 22 w 28"/>
                  <a:gd name="T41" fmla="*/ 35 h 75"/>
                  <a:gd name="T42" fmla="*/ 23 w 28"/>
                  <a:gd name="T43" fmla="*/ 36 h 75"/>
                  <a:gd name="T44" fmla="*/ 25 w 28"/>
                  <a:gd name="T45" fmla="*/ 34 h 75"/>
                  <a:gd name="T46" fmla="*/ 27 w 28"/>
                  <a:gd name="T47" fmla="*/ 32 h 75"/>
                  <a:gd name="T48" fmla="*/ 26 w 28"/>
                  <a:gd name="T49" fmla="*/ 28 h 75"/>
                  <a:gd name="T50" fmla="*/ 24 w 28"/>
                  <a:gd name="T51" fmla="*/ 26 h 75"/>
                  <a:gd name="T52" fmla="*/ 22 w 28"/>
                  <a:gd name="T53" fmla="*/ 24 h 75"/>
                  <a:gd name="T54" fmla="*/ 21 w 28"/>
                  <a:gd name="T55" fmla="*/ 22 h 75"/>
                  <a:gd name="T56" fmla="*/ 20 w 28"/>
                  <a:gd name="T57" fmla="*/ 20 h 75"/>
                  <a:gd name="T58" fmla="*/ 18 w 28"/>
                  <a:gd name="T59" fmla="*/ 18 h 75"/>
                  <a:gd name="T60" fmla="*/ 15 w 28"/>
                  <a:gd name="T61" fmla="*/ 16 h 75"/>
                  <a:gd name="T62" fmla="*/ 14 w 28"/>
                  <a:gd name="T63" fmla="*/ 15 h 75"/>
                  <a:gd name="T64" fmla="*/ 14 w 28"/>
                  <a:gd name="T65" fmla="*/ 13 h 75"/>
                  <a:gd name="T66" fmla="*/ 14 w 28"/>
                  <a:gd name="T67" fmla="*/ 11 h 75"/>
                  <a:gd name="T68" fmla="*/ 14 w 28"/>
                  <a:gd name="T69" fmla="*/ 7 h 75"/>
                  <a:gd name="T70" fmla="*/ 11 w 28"/>
                  <a:gd name="T71" fmla="*/ 2 h 75"/>
                  <a:gd name="T72" fmla="*/ 6 w 28"/>
                  <a:gd name="T73" fmla="*/ 3 h 75"/>
                  <a:gd name="T74" fmla="*/ 3 w 28"/>
                  <a:gd name="T75" fmla="*/ 10 h 75"/>
                  <a:gd name="T76" fmla="*/ 3 w 28"/>
                  <a:gd name="T77" fmla="*/ 16 h 75"/>
                  <a:gd name="T78" fmla="*/ 1 w 28"/>
                  <a:gd name="T79" fmla="*/ 18 h 75"/>
                  <a:gd name="T80" fmla="*/ 1 w 28"/>
                  <a:gd name="T81" fmla="*/ 21 h 75"/>
                  <a:gd name="T82" fmla="*/ 0 w 28"/>
                  <a:gd name="T83" fmla="*/ 24 h 75"/>
                  <a:gd name="T84" fmla="*/ 0 w 28"/>
                  <a:gd name="T85" fmla="*/ 27 h 75"/>
                  <a:gd name="T86" fmla="*/ 2 w 28"/>
                  <a:gd name="T87" fmla="*/ 29 h 75"/>
                  <a:gd name="T88" fmla="*/ 4 w 28"/>
                  <a:gd name="T89" fmla="*/ 32 h 75"/>
                  <a:gd name="T90" fmla="*/ 3 w 28"/>
                  <a:gd name="T91" fmla="*/ 39 h 75"/>
                  <a:gd name="T92" fmla="*/ 1 w 28"/>
                  <a:gd name="T93" fmla="*/ 40 h 75"/>
                  <a:gd name="T94" fmla="*/ 1 w 28"/>
                  <a:gd name="T95" fmla="*/ 42 h 75"/>
                  <a:gd name="T96" fmla="*/ 2 w 28"/>
                  <a:gd name="T97" fmla="*/ 48 h 75"/>
                  <a:gd name="T98" fmla="*/ 6 w 28"/>
                  <a:gd name="T99" fmla="*/ 50 h 75"/>
                  <a:gd name="T100" fmla="*/ 9 w 28"/>
                  <a:gd name="T101" fmla="*/ 53 h 75"/>
                  <a:gd name="T102" fmla="*/ 10 w 28"/>
                  <a:gd name="T103" fmla="*/ 56 h 75"/>
                  <a:gd name="T104" fmla="*/ 9 w 28"/>
                  <a:gd name="T105" fmla="*/ 59 h 75"/>
                  <a:gd name="T106" fmla="*/ 10 w 28"/>
                  <a:gd name="T107" fmla="*/ 67 h 75"/>
                  <a:gd name="T108" fmla="*/ 17 w 28"/>
                  <a:gd name="T109" fmla="*/ 74 h 75"/>
                  <a:gd name="T110" fmla="*/ 22 w 28"/>
                  <a:gd name="T111" fmla="*/ 74 h 75"/>
                  <a:gd name="T112" fmla="*/ 26 w 28"/>
                  <a:gd name="T113" fmla="*/ 68 h 75"/>
                  <a:gd name="T114" fmla="*/ 26 w 28"/>
                  <a:gd name="T115" fmla="*/ 61 h 75"/>
                  <a:gd name="T116" fmla="*/ 26 w 28"/>
                  <a:gd name="T117" fmla="*/ 59 h 75"/>
                  <a:gd name="T118" fmla="*/ 25 w 28"/>
                  <a:gd name="T119" fmla="*/ 58 h 75"/>
                  <a:gd name="T120" fmla="*/ 24 w 28"/>
                  <a:gd name="T121" fmla="*/ 55 h 75"/>
                  <a:gd name="T122" fmla="*/ 22 w 28"/>
                  <a:gd name="T123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" h="75">
                    <a:moveTo>
                      <a:pt x="22" y="54"/>
                    </a:moveTo>
                    <a:cubicBezTo>
                      <a:pt x="22" y="53"/>
                      <a:pt x="22" y="53"/>
                      <a:pt x="21" y="53"/>
                    </a:cubicBezTo>
                    <a:cubicBezTo>
                      <a:pt x="20" y="52"/>
                      <a:pt x="19" y="52"/>
                      <a:pt x="18" y="51"/>
                    </a:cubicBezTo>
                    <a:cubicBezTo>
                      <a:pt x="18" y="51"/>
                      <a:pt x="17" y="50"/>
                      <a:pt x="18" y="50"/>
                    </a:cubicBezTo>
                    <a:cubicBezTo>
                      <a:pt x="18" y="49"/>
                      <a:pt x="19" y="49"/>
                      <a:pt x="19" y="49"/>
                    </a:cubicBezTo>
                    <a:cubicBezTo>
                      <a:pt x="20" y="49"/>
                      <a:pt x="21" y="50"/>
                      <a:pt x="22" y="50"/>
                    </a:cubicBezTo>
                    <a:cubicBezTo>
                      <a:pt x="23" y="50"/>
                      <a:pt x="24" y="50"/>
                      <a:pt x="25" y="50"/>
                    </a:cubicBezTo>
                    <a:cubicBezTo>
                      <a:pt x="26" y="51"/>
                      <a:pt x="27" y="51"/>
                      <a:pt x="27" y="50"/>
                    </a:cubicBezTo>
                    <a:cubicBezTo>
                      <a:pt x="28" y="50"/>
                      <a:pt x="28" y="49"/>
                      <a:pt x="28" y="48"/>
                    </a:cubicBezTo>
                    <a:cubicBezTo>
                      <a:pt x="28" y="46"/>
                      <a:pt x="26" y="44"/>
                      <a:pt x="26" y="42"/>
                    </a:cubicBezTo>
                    <a:cubicBezTo>
                      <a:pt x="26" y="41"/>
                      <a:pt x="27" y="40"/>
                      <a:pt x="26" y="39"/>
                    </a:cubicBezTo>
                    <a:cubicBezTo>
                      <a:pt x="25" y="38"/>
                      <a:pt x="23" y="38"/>
                      <a:pt x="22" y="38"/>
                    </a:cubicBezTo>
                    <a:cubicBezTo>
                      <a:pt x="21" y="39"/>
                      <a:pt x="20" y="39"/>
                      <a:pt x="19" y="39"/>
                    </a:cubicBezTo>
                    <a:cubicBezTo>
                      <a:pt x="18" y="38"/>
                      <a:pt x="17" y="38"/>
                      <a:pt x="17" y="37"/>
                    </a:cubicBezTo>
                    <a:cubicBezTo>
                      <a:pt x="16" y="36"/>
                      <a:pt x="15" y="36"/>
                      <a:pt x="15" y="35"/>
                    </a:cubicBezTo>
                    <a:cubicBezTo>
                      <a:pt x="15" y="34"/>
                      <a:pt x="15" y="33"/>
                      <a:pt x="15" y="32"/>
                    </a:cubicBezTo>
                    <a:cubicBezTo>
                      <a:pt x="16" y="32"/>
                      <a:pt x="16" y="31"/>
                      <a:pt x="17" y="31"/>
                    </a:cubicBezTo>
                    <a:cubicBezTo>
                      <a:pt x="18" y="31"/>
                      <a:pt x="18" y="31"/>
                      <a:pt x="19" y="32"/>
                    </a:cubicBezTo>
                    <a:cubicBezTo>
                      <a:pt x="19" y="33"/>
                      <a:pt x="20" y="33"/>
                      <a:pt x="20" y="34"/>
                    </a:cubicBezTo>
                    <a:cubicBezTo>
                      <a:pt x="20" y="34"/>
                      <a:pt x="20" y="35"/>
                      <a:pt x="21" y="35"/>
                    </a:cubicBezTo>
                    <a:cubicBezTo>
                      <a:pt x="21" y="35"/>
                      <a:pt x="21" y="35"/>
                      <a:pt x="22" y="35"/>
                    </a:cubicBezTo>
                    <a:cubicBezTo>
                      <a:pt x="22" y="35"/>
                      <a:pt x="22" y="35"/>
                      <a:pt x="23" y="36"/>
                    </a:cubicBezTo>
                    <a:cubicBezTo>
                      <a:pt x="24" y="36"/>
                      <a:pt x="25" y="35"/>
                      <a:pt x="25" y="34"/>
                    </a:cubicBezTo>
                    <a:cubicBezTo>
                      <a:pt x="26" y="34"/>
                      <a:pt x="26" y="33"/>
                      <a:pt x="27" y="32"/>
                    </a:cubicBezTo>
                    <a:cubicBezTo>
                      <a:pt x="27" y="31"/>
                      <a:pt x="26" y="29"/>
                      <a:pt x="26" y="28"/>
                    </a:cubicBezTo>
                    <a:cubicBezTo>
                      <a:pt x="25" y="27"/>
                      <a:pt x="25" y="27"/>
                      <a:pt x="24" y="26"/>
                    </a:cubicBezTo>
                    <a:cubicBezTo>
                      <a:pt x="23" y="25"/>
                      <a:pt x="23" y="24"/>
                      <a:pt x="22" y="24"/>
                    </a:cubicBezTo>
                    <a:cubicBezTo>
                      <a:pt x="22" y="23"/>
                      <a:pt x="21" y="22"/>
                      <a:pt x="21" y="22"/>
                    </a:cubicBezTo>
                    <a:cubicBezTo>
                      <a:pt x="21" y="21"/>
                      <a:pt x="20" y="21"/>
                      <a:pt x="20" y="20"/>
                    </a:cubicBezTo>
                    <a:cubicBezTo>
                      <a:pt x="20" y="19"/>
                      <a:pt x="18" y="19"/>
                      <a:pt x="18" y="18"/>
                    </a:cubicBezTo>
                    <a:cubicBezTo>
                      <a:pt x="17" y="17"/>
                      <a:pt x="16" y="16"/>
                      <a:pt x="15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5"/>
                      <a:pt x="13" y="3"/>
                      <a:pt x="11" y="2"/>
                    </a:cubicBezTo>
                    <a:cubicBezTo>
                      <a:pt x="10" y="0"/>
                      <a:pt x="7" y="1"/>
                      <a:pt x="6" y="3"/>
                    </a:cubicBezTo>
                    <a:cubicBezTo>
                      <a:pt x="4" y="5"/>
                      <a:pt x="3" y="7"/>
                      <a:pt x="3" y="10"/>
                    </a:cubicBezTo>
                    <a:cubicBezTo>
                      <a:pt x="3" y="12"/>
                      <a:pt x="4" y="14"/>
                      <a:pt x="3" y="16"/>
                    </a:cubicBezTo>
                    <a:cubicBezTo>
                      <a:pt x="2" y="17"/>
                      <a:pt x="2" y="17"/>
                      <a:pt x="1" y="18"/>
                    </a:cubicBezTo>
                    <a:cubicBezTo>
                      <a:pt x="1" y="19"/>
                      <a:pt x="1" y="20"/>
                      <a:pt x="1" y="21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8"/>
                      <a:pt x="2" y="29"/>
                    </a:cubicBezTo>
                    <a:cubicBezTo>
                      <a:pt x="3" y="30"/>
                      <a:pt x="4" y="31"/>
                      <a:pt x="4" y="32"/>
                    </a:cubicBezTo>
                    <a:cubicBezTo>
                      <a:pt x="6" y="35"/>
                      <a:pt x="5" y="38"/>
                      <a:pt x="3" y="39"/>
                    </a:cubicBezTo>
                    <a:cubicBezTo>
                      <a:pt x="2" y="39"/>
                      <a:pt x="2" y="40"/>
                      <a:pt x="1" y="40"/>
                    </a:cubicBezTo>
                    <a:cubicBezTo>
                      <a:pt x="1" y="41"/>
                      <a:pt x="1" y="42"/>
                      <a:pt x="1" y="42"/>
                    </a:cubicBezTo>
                    <a:cubicBezTo>
                      <a:pt x="1" y="44"/>
                      <a:pt x="1" y="46"/>
                      <a:pt x="2" y="48"/>
                    </a:cubicBezTo>
                    <a:cubicBezTo>
                      <a:pt x="3" y="48"/>
                      <a:pt x="5" y="49"/>
                      <a:pt x="6" y="50"/>
                    </a:cubicBezTo>
                    <a:cubicBezTo>
                      <a:pt x="7" y="51"/>
                      <a:pt x="8" y="52"/>
                      <a:pt x="9" y="53"/>
                    </a:cubicBezTo>
                    <a:cubicBezTo>
                      <a:pt x="9" y="54"/>
                      <a:pt x="10" y="55"/>
                      <a:pt x="10" y="56"/>
                    </a:cubicBezTo>
                    <a:cubicBezTo>
                      <a:pt x="10" y="57"/>
                      <a:pt x="9" y="58"/>
                      <a:pt x="9" y="59"/>
                    </a:cubicBezTo>
                    <a:cubicBezTo>
                      <a:pt x="9" y="62"/>
                      <a:pt x="9" y="65"/>
                      <a:pt x="10" y="67"/>
                    </a:cubicBezTo>
                    <a:cubicBezTo>
                      <a:pt x="11" y="71"/>
                      <a:pt x="14" y="73"/>
                      <a:pt x="17" y="74"/>
                    </a:cubicBezTo>
                    <a:cubicBezTo>
                      <a:pt x="19" y="75"/>
                      <a:pt x="20" y="75"/>
                      <a:pt x="22" y="74"/>
                    </a:cubicBezTo>
                    <a:cubicBezTo>
                      <a:pt x="24" y="72"/>
                      <a:pt x="25" y="70"/>
                      <a:pt x="26" y="68"/>
                    </a:cubicBezTo>
                    <a:cubicBezTo>
                      <a:pt x="26" y="66"/>
                      <a:pt x="26" y="63"/>
                      <a:pt x="26" y="61"/>
                    </a:cubicBezTo>
                    <a:cubicBezTo>
                      <a:pt x="26" y="61"/>
                      <a:pt x="26" y="60"/>
                      <a:pt x="26" y="59"/>
                    </a:cubicBezTo>
                    <a:cubicBezTo>
                      <a:pt x="26" y="58"/>
                      <a:pt x="26" y="58"/>
                      <a:pt x="25" y="58"/>
                    </a:cubicBezTo>
                    <a:cubicBezTo>
                      <a:pt x="25" y="57"/>
                      <a:pt x="24" y="56"/>
                      <a:pt x="24" y="55"/>
                    </a:cubicBezTo>
                    <a:cubicBezTo>
                      <a:pt x="23" y="55"/>
                      <a:pt x="23" y="54"/>
                      <a:pt x="22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8" name="Freeform 3205">
                <a:extLst>
                  <a:ext uri="{FF2B5EF4-FFF2-40B4-BE49-F238E27FC236}">
                    <a16:creationId xmlns:a16="http://schemas.microsoft.com/office/drawing/2014/main" id="{AF38D53B-6569-43F8-86A1-9BA8BBFF5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74"/>
                <a:ext cx="3" cy="4"/>
              </a:xfrm>
              <a:custGeom>
                <a:avLst/>
                <a:gdLst>
                  <a:gd name="T0" fmla="*/ 0 w 7"/>
                  <a:gd name="T1" fmla="*/ 5 h 8"/>
                  <a:gd name="T2" fmla="*/ 0 w 7"/>
                  <a:gd name="T3" fmla="*/ 5 h 8"/>
                  <a:gd name="T4" fmla="*/ 0 w 7"/>
                  <a:gd name="T5" fmla="*/ 3 h 8"/>
                  <a:gd name="T6" fmla="*/ 2 w 7"/>
                  <a:gd name="T7" fmla="*/ 2 h 8"/>
                  <a:gd name="T8" fmla="*/ 2 w 7"/>
                  <a:gd name="T9" fmla="*/ 1 h 8"/>
                  <a:gd name="T10" fmla="*/ 3 w 7"/>
                  <a:gd name="T11" fmla="*/ 1 h 8"/>
                  <a:gd name="T12" fmla="*/ 6 w 7"/>
                  <a:gd name="T13" fmla="*/ 1 h 8"/>
                  <a:gd name="T14" fmla="*/ 7 w 7"/>
                  <a:gd name="T15" fmla="*/ 4 h 8"/>
                  <a:gd name="T16" fmla="*/ 7 w 7"/>
                  <a:gd name="T17" fmla="*/ 5 h 8"/>
                  <a:gd name="T18" fmla="*/ 7 w 7"/>
                  <a:gd name="T19" fmla="*/ 7 h 8"/>
                  <a:gd name="T20" fmla="*/ 6 w 7"/>
                  <a:gd name="T21" fmla="*/ 8 h 8"/>
                  <a:gd name="T22" fmla="*/ 5 w 7"/>
                  <a:gd name="T23" fmla="*/ 8 h 8"/>
                  <a:gd name="T24" fmla="*/ 2 w 7"/>
                  <a:gd name="T25" fmla="*/ 7 h 8"/>
                  <a:gd name="T26" fmla="*/ 0 w 7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1" y="7"/>
                      <a:pt x="1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9" name="Freeform 3206">
                <a:extLst>
                  <a:ext uri="{FF2B5EF4-FFF2-40B4-BE49-F238E27FC236}">
                    <a16:creationId xmlns:a16="http://schemas.microsoft.com/office/drawing/2014/main" id="{7450966B-A982-4243-AE95-EEB7D1BBB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9"/>
                <a:ext cx="12" cy="21"/>
              </a:xfrm>
              <a:custGeom>
                <a:avLst/>
                <a:gdLst>
                  <a:gd name="T0" fmla="*/ 10 w 29"/>
                  <a:gd name="T1" fmla="*/ 29 h 52"/>
                  <a:gd name="T2" fmla="*/ 10 w 29"/>
                  <a:gd name="T3" fmla="*/ 29 h 52"/>
                  <a:gd name="T4" fmla="*/ 9 w 29"/>
                  <a:gd name="T5" fmla="*/ 29 h 52"/>
                  <a:gd name="T6" fmla="*/ 9 w 29"/>
                  <a:gd name="T7" fmla="*/ 29 h 52"/>
                  <a:gd name="T8" fmla="*/ 8 w 29"/>
                  <a:gd name="T9" fmla="*/ 28 h 52"/>
                  <a:gd name="T10" fmla="*/ 7 w 29"/>
                  <a:gd name="T11" fmla="*/ 28 h 52"/>
                  <a:gd name="T12" fmla="*/ 7 w 29"/>
                  <a:gd name="T13" fmla="*/ 28 h 52"/>
                  <a:gd name="T14" fmla="*/ 5 w 29"/>
                  <a:gd name="T15" fmla="*/ 29 h 52"/>
                  <a:gd name="T16" fmla="*/ 5 w 29"/>
                  <a:gd name="T17" fmla="*/ 30 h 52"/>
                  <a:gd name="T18" fmla="*/ 4 w 29"/>
                  <a:gd name="T19" fmla="*/ 31 h 52"/>
                  <a:gd name="T20" fmla="*/ 2 w 29"/>
                  <a:gd name="T21" fmla="*/ 30 h 52"/>
                  <a:gd name="T22" fmla="*/ 2 w 29"/>
                  <a:gd name="T23" fmla="*/ 30 h 52"/>
                  <a:gd name="T24" fmla="*/ 1 w 29"/>
                  <a:gd name="T25" fmla="*/ 29 h 52"/>
                  <a:gd name="T26" fmla="*/ 0 w 29"/>
                  <a:gd name="T27" fmla="*/ 27 h 52"/>
                  <a:gd name="T28" fmla="*/ 0 w 29"/>
                  <a:gd name="T29" fmla="*/ 23 h 52"/>
                  <a:gd name="T30" fmla="*/ 1 w 29"/>
                  <a:gd name="T31" fmla="*/ 21 h 52"/>
                  <a:gd name="T32" fmla="*/ 2 w 29"/>
                  <a:gd name="T33" fmla="*/ 19 h 52"/>
                  <a:gd name="T34" fmla="*/ 2 w 29"/>
                  <a:gd name="T35" fmla="*/ 17 h 52"/>
                  <a:gd name="T36" fmla="*/ 2 w 29"/>
                  <a:gd name="T37" fmla="*/ 13 h 52"/>
                  <a:gd name="T38" fmla="*/ 2 w 29"/>
                  <a:gd name="T39" fmla="*/ 10 h 52"/>
                  <a:gd name="T40" fmla="*/ 1 w 29"/>
                  <a:gd name="T41" fmla="*/ 9 h 52"/>
                  <a:gd name="T42" fmla="*/ 1 w 29"/>
                  <a:gd name="T43" fmla="*/ 7 h 52"/>
                  <a:gd name="T44" fmla="*/ 1 w 29"/>
                  <a:gd name="T45" fmla="*/ 3 h 52"/>
                  <a:gd name="T46" fmla="*/ 2 w 29"/>
                  <a:gd name="T47" fmla="*/ 1 h 52"/>
                  <a:gd name="T48" fmla="*/ 4 w 29"/>
                  <a:gd name="T49" fmla="*/ 2 h 52"/>
                  <a:gd name="T50" fmla="*/ 6 w 29"/>
                  <a:gd name="T51" fmla="*/ 4 h 52"/>
                  <a:gd name="T52" fmla="*/ 9 w 29"/>
                  <a:gd name="T53" fmla="*/ 8 h 52"/>
                  <a:gd name="T54" fmla="*/ 14 w 29"/>
                  <a:gd name="T55" fmla="*/ 11 h 52"/>
                  <a:gd name="T56" fmla="*/ 18 w 29"/>
                  <a:gd name="T57" fmla="*/ 12 h 52"/>
                  <a:gd name="T58" fmla="*/ 21 w 29"/>
                  <a:gd name="T59" fmla="*/ 15 h 52"/>
                  <a:gd name="T60" fmla="*/ 23 w 29"/>
                  <a:gd name="T61" fmla="*/ 19 h 52"/>
                  <a:gd name="T62" fmla="*/ 27 w 29"/>
                  <a:gd name="T63" fmla="*/ 23 h 52"/>
                  <a:gd name="T64" fmla="*/ 29 w 29"/>
                  <a:gd name="T65" fmla="*/ 27 h 52"/>
                  <a:gd name="T66" fmla="*/ 29 w 29"/>
                  <a:gd name="T67" fmla="*/ 32 h 52"/>
                  <a:gd name="T68" fmla="*/ 28 w 29"/>
                  <a:gd name="T69" fmla="*/ 37 h 52"/>
                  <a:gd name="T70" fmla="*/ 26 w 29"/>
                  <a:gd name="T71" fmla="*/ 42 h 52"/>
                  <a:gd name="T72" fmla="*/ 24 w 29"/>
                  <a:gd name="T73" fmla="*/ 46 h 52"/>
                  <a:gd name="T74" fmla="*/ 22 w 29"/>
                  <a:gd name="T75" fmla="*/ 49 h 52"/>
                  <a:gd name="T76" fmla="*/ 18 w 29"/>
                  <a:gd name="T77" fmla="*/ 44 h 52"/>
                  <a:gd name="T78" fmla="*/ 14 w 29"/>
                  <a:gd name="T79" fmla="*/ 38 h 52"/>
                  <a:gd name="T80" fmla="*/ 12 w 29"/>
                  <a:gd name="T81" fmla="*/ 36 h 52"/>
                  <a:gd name="T82" fmla="*/ 11 w 29"/>
                  <a:gd name="T83" fmla="*/ 33 h 52"/>
                  <a:gd name="T84" fmla="*/ 10 w 29"/>
                  <a:gd name="T85" fmla="*/ 31 h 52"/>
                  <a:gd name="T86" fmla="*/ 10 w 29"/>
                  <a:gd name="T87" fmla="*/ 2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" h="52">
                    <a:moveTo>
                      <a:pt x="10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8"/>
                      <a:pt x="8" y="28"/>
                    </a:cubicBezTo>
                    <a:cubicBezTo>
                      <a:pt x="8" y="28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1"/>
                      <a:pt x="3" y="3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" y="30"/>
                      <a:pt x="1" y="30"/>
                      <a:pt x="1" y="29"/>
                    </a:cubicBezTo>
                    <a:cubicBezTo>
                      <a:pt x="0" y="29"/>
                      <a:pt x="0" y="28"/>
                      <a:pt x="0" y="27"/>
                    </a:cubicBezTo>
                    <a:cubicBezTo>
                      <a:pt x="0" y="26"/>
                      <a:pt x="0" y="24"/>
                      <a:pt x="0" y="23"/>
                    </a:cubicBezTo>
                    <a:cubicBezTo>
                      <a:pt x="0" y="22"/>
                      <a:pt x="1" y="22"/>
                      <a:pt x="1" y="21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2" y="18"/>
                      <a:pt x="2" y="17"/>
                      <a:pt x="2" y="17"/>
                    </a:cubicBezTo>
                    <a:cubicBezTo>
                      <a:pt x="2" y="16"/>
                      <a:pt x="2" y="15"/>
                      <a:pt x="2" y="13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5"/>
                      <a:pt x="8" y="7"/>
                      <a:pt x="9" y="8"/>
                    </a:cubicBezTo>
                    <a:cubicBezTo>
                      <a:pt x="10" y="9"/>
                      <a:pt x="12" y="10"/>
                      <a:pt x="14" y="11"/>
                    </a:cubicBezTo>
                    <a:cubicBezTo>
                      <a:pt x="15" y="11"/>
                      <a:pt x="17" y="11"/>
                      <a:pt x="18" y="12"/>
                    </a:cubicBezTo>
                    <a:cubicBezTo>
                      <a:pt x="19" y="13"/>
                      <a:pt x="20" y="14"/>
                      <a:pt x="21" y="15"/>
                    </a:cubicBezTo>
                    <a:cubicBezTo>
                      <a:pt x="21" y="17"/>
                      <a:pt x="22" y="18"/>
                      <a:pt x="23" y="19"/>
                    </a:cubicBezTo>
                    <a:cubicBezTo>
                      <a:pt x="24" y="20"/>
                      <a:pt x="26" y="21"/>
                      <a:pt x="27" y="23"/>
                    </a:cubicBezTo>
                    <a:cubicBezTo>
                      <a:pt x="28" y="24"/>
                      <a:pt x="29" y="25"/>
                      <a:pt x="29" y="27"/>
                    </a:cubicBezTo>
                    <a:cubicBezTo>
                      <a:pt x="29" y="28"/>
                      <a:pt x="29" y="30"/>
                      <a:pt x="29" y="32"/>
                    </a:cubicBezTo>
                    <a:cubicBezTo>
                      <a:pt x="29" y="34"/>
                      <a:pt x="29" y="35"/>
                      <a:pt x="28" y="37"/>
                    </a:cubicBezTo>
                    <a:cubicBezTo>
                      <a:pt x="28" y="39"/>
                      <a:pt x="27" y="40"/>
                      <a:pt x="26" y="42"/>
                    </a:cubicBezTo>
                    <a:cubicBezTo>
                      <a:pt x="25" y="43"/>
                      <a:pt x="24" y="44"/>
                      <a:pt x="24" y="46"/>
                    </a:cubicBezTo>
                    <a:cubicBezTo>
                      <a:pt x="23" y="47"/>
                      <a:pt x="23" y="48"/>
                      <a:pt x="22" y="49"/>
                    </a:cubicBezTo>
                    <a:cubicBezTo>
                      <a:pt x="20" y="52"/>
                      <a:pt x="18" y="46"/>
                      <a:pt x="18" y="44"/>
                    </a:cubicBezTo>
                    <a:cubicBezTo>
                      <a:pt x="17" y="42"/>
                      <a:pt x="15" y="40"/>
                      <a:pt x="14" y="38"/>
                    </a:cubicBezTo>
                    <a:cubicBezTo>
                      <a:pt x="13" y="37"/>
                      <a:pt x="13" y="37"/>
                      <a:pt x="12" y="36"/>
                    </a:cubicBezTo>
                    <a:cubicBezTo>
                      <a:pt x="12" y="35"/>
                      <a:pt x="11" y="34"/>
                      <a:pt x="11" y="33"/>
                    </a:cubicBezTo>
                    <a:cubicBezTo>
                      <a:pt x="11" y="32"/>
                      <a:pt x="11" y="32"/>
                      <a:pt x="10" y="31"/>
                    </a:cubicBezTo>
                    <a:cubicBezTo>
                      <a:pt x="10" y="30"/>
                      <a:pt x="10" y="30"/>
                      <a:pt x="10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0" name="Freeform 3207">
                <a:extLst>
                  <a:ext uri="{FF2B5EF4-FFF2-40B4-BE49-F238E27FC236}">
                    <a16:creationId xmlns:a16="http://schemas.microsoft.com/office/drawing/2014/main" id="{4504584A-E588-4035-B82D-9D55A47E6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0"/>
                <a:ext cx="4" cy="3"/>
              </a:xfrm>
              <a:custGeom>
                <a:avLst/>
                <a:gdLst>
                  <a:gd name="T0" fmla="*/ 5 w 9"/>
                  <a:gd name="T1" fmla="*/ 8 h 8"/>
                  <a:gd name="T2" fmla="*/ 3 w 9"/>
                  <a:gd name="T3" fmla="*/ 7 h 8"/>
                  <a:gd name="T4" fmla="*/ 1 w 9"/>
                  <a:gd name="T5" fmla="*/ 6 h 8"/>
                  <a:gd name="T6" fmla="*/ 0 w 9"/>
                  <a:gd name="T7" fmla="*/ 3 h 8"/>
                  <a:gd name="T8" fmla="*/ 0 w 9"/>
                  <a:gd name="T9" fmla="*/ 0 h 8"/>
                  <a:gd name="T10" fmla="*/ 3 w 9"/>
                  <a:gd name="T11" fmla="*/ 0 h 8"/>
                  <a:gd name="T12" fmla="*/ 4 w 9"/>
                  <a:gd name="T13" fmla="*/ 0 h 8"/>
                  <a:gd name="T14" fmla="*/ 6 w 9"/>
                  <a:gd name="T15" fmla="*/ 2 h 8"/>
                  <a:gd name="T16" fmla="*/ 7 w 9"/>
                  <a:gd name="T17" fmla="*/ 4 h 8"/>
                  <a:gd name="T18" fmla="*/ 7 w 9"/>
                  <a:gd name="T19" fmla="*/ 7 h 8"/>
                  <a:gd name="T20" fmla="*/ 5 w 9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4" y="8"/>
                      <a:pt x="4" y="7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5"/>
                      <a:pt x="9" y="6"/>
                      <a:pt x="7" y="7"/>
                    </a:cubicBezTo>
                    <a:cubicBezTo>
                      <a:pt x="7" y="8"/>
                      <a:pt x="6" y="8"/>
                      <a:pt x="5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1" name="Freeform 3208">
                <a:extLst>
                  <a:ext uri="{FF2B5EF4-FFF2-40B4-BE49-F238E27FC236}">
                    <a16:creationId xmlns:a16="http://schemas.microsoft.com/office/drawing/2014/main" id="{A49491A0-7C4C-49DA-95D2-6B88C6973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254"/>
                <a:ext cx="3" cy="5"/>
              </a:xfrm>
              <a:custGeom>
                <a:avLst/>
                <a:gdLst>
                  <a:gd name="T0" fmla="*/ 1 w 7"/>
                  <a:gd name="T1" fmla="*/ 4 h 14"/>
                  <a:gd name="T2" fmla="*/ 1 w 7"/>
                  <a:gd name="T3" fmla="*/ 1 h 14"/>
                  <a:gd name="T4" fmla="*/ 5 w 7"/>
                  <a:gd name="T5" fmla="*/ 0 h 14"/>
                  <a:gd name="T6" fmla="*/ 6 w 7"/>
                  <a:gd name="T7" fmla="*/ 5 h 14"/>
                  <a:gd name="T8" fmla="*/ 6 w 7"/>
                  <a:gd name="T9" fmla="*/ 6 h 14"/>
                  <a:gd name="T10" fmla="*/ 7 w 7"/>
                  <a:gd name="T11" fmla="*/ 7 h 14"/>
                  <a:gd name="T12" fmla="*/ 7 w 7"/>
                  <a:gd name="T13" fmla="*/ 10 h 14"/>
                  <a:gd name="T14" fmla="*/ 7 w 7"/>
                  <a:gd name="T15" fmla="*/ 12 h 14"/>
                  <a:gd name="T16" fmla="*/ 5 w 7"/>
                  <a:gd name="T17" fmla="*/ 14 h 14"/>
                  <a:gd name="T18" fmla="*/ 2 w 7"/>
                  <a:gd name="T19" fmla="*/ 13 h 14"/>
                  <a:gd name="T20" fmla="*/ 1 w 7"/>
                  <a:gd name="T21" fmla="*/ 11 h 14"/>
                  <a:gd name="T22" fmla="*/ 1 w 7"/>
                  <a:gd name="T23" fmla="*/ 8 h 14"/>
                  <a:gd name="T24" fmla="*/ 1 w 7"/>
                  <a:gd name="T2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1" y="4"/>
                    </a:moveTo>
                    <a:cubicBezTo>
                      <a:pt x="1" y="3"/>
                      <a:pt x="1" y="2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4"/>
                      <a:pt x="7" y="14"/>
                      <a:pt x="5" y="14"/>
                    </a:cubicBezTo>
                    <a:cubicBezTo>
                      <a:pt x="4" y="14"/>
                      <a:pt x="3" y="13"/>
                      <a:pt x="2" y="13"/>
                    </a:cubicBezTo>
                    <a:cubicBezTo>
                      <a:pt x="2" y="12"/>
                      <a:pt x="1" y="12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7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2" name="Freeform 3209">
                <a:extLst>
                  <a:ext uri="{FF2B5EF4-FFF2-40B4-BE49-F238E27FC236}">
                    <a16:creationId xmlns:a16="http://schemas.microsoft.com/office/drawing/2014/main" id="{C2D06551-C24C-407A-8C46-5F300D4B7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226"/>
                <a:ext cx="7" cy="4"/>
              </a:xfrm>
              <a:custGeom>
                <a:avLst/>
                <a:gdLst>
                  <a:gd name="T0" fmla="*/ 10 w 19"/>
                  <a:gd name="T1" fmla="*/ 8 h 10"/>
                  <a:gd name="T2" fmla="*/ 8 w 19"/>
                  <a:gd name="T3" fmla="*/ 8 h 10"/>
                  <a:gd name="T4" fmla="*/ 7 w 19"/>
                  <a:gd name="T5" fmla="*/ 7 h 10"/>
                  <a:gd name="T6" fmla="*/ 5 w 19"/>
                  <a:gd name="T7" fmla="*/ 6 h 10"/>
                  <a:gd name="T8" fmla="*/ 3 w 19"/>
                  <a:gd name="T9" fmla="*/ 6 h 10"/>
                  <a:gd name="T10" fmla="*/ 1 w 19"/>
                  <a:gd name="T11" fmla="*/ 4 h 10"/>
                  <a:gd name="T12" fmla="*/ 0 w 19"/>
                  <a:gd name="T13" fmla="*/ 2 h 10"/>
                  <a:gd name="T14" fmla="*/ 2 w 19"/>
                  <a:gd name="T15" fmla="*/ 1 h 10"/>
                  <a:gd name="T16" fmla="*/ 8 w 19"/>
                  <a:gd name="T17" fmla="*/ 1 h 10"/>
                  <a:gd name="T18" fmla="*/ 13 w 19"/>
                  <a:gd name="T19" fmla="*/ 3 h 10"/>
                  <a:gd name="T20" fmla="*/ 14 w 19"/>
                  <a:gd name="T21" fmla="*/ 4 h 10"/>
                  <a:gd name="T22" fmla="*/ 16 w 19"/>
                  <a:gd name="T23" fmla="*/ 5 h 10"/>
                  <a:gd name="T24" fmla="*/ 17 w 19"/>
                  <a:gd name="T25" fmla="*/ 6 h 10"/>
                  <a:gd name="T26" fmla="*/ 18 w 19"/>
                  <a:gd name="T27" fmla="*/ 7 h 10"/>
                  <a:gd name="T28" fmla="*/ 18 w 19"/>
                  <a:gd name="T29" fmla="*/ 8 h 10"/>
                  <a:gd name="T30" fmla="*/ 18 w 19"/>
                  <a:gd name="T31" fmla="*/ 9 h 10"/>
                  <a:gd name="T32" fmla="*/ 15 w 19"/>
                  <a:gd name="T33" fmla="*/ 10 h 10"/>
                  <a:gd name="T34" fmla="*/ 14 w 19"/>
                  <a:gd name="T35" fmla="*/ 9 h 10"/>
                  <a:gd name="T36" fmla="*/ 12 w 19"/>
                  <a:gd name="T37" fmla="*/ 9 h 10"/>
                  <a:gd name="T38" fmla="*/ 10 w 19"/>
                  <a:gd name="T3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10">
                    <a:moveTo>
                      <a:pt x="10" y="8"/>
                    </a:moveTo>
                    <a:cubicBezTo>
                      <a:pt x="9" y="8"/>
                      <a:pt x="8" y="8"/>
                      <a:pt x="8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1"/>
                      <a:pt x="11" y="2"/>
                      <a:pt x="13" y="3"/>
                    </a:cubicBezTo>
                    <a:cubicBezTo>
                      <a:pt x="13" y="3"/>
                      <a:pt x="13" y="4"/>
                      <a:pt x="14" y="4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6" y="10"/>
                      <a:pt x="15" y="10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1" y="9"/>
                      <a:pt x="10" y="8"/>
                      <a:pt x="10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3" name="Freeform 3210">
                <a:extLst>
                  <a:ext uri="{FF2B5EF4-FFF2-40B4-BE49-F238E27FC236}">
                    <a16:creationId xmlns:a16="http://schemas.microsoft.com/office/drawing/2014/main" id="{BB738E3A-A432-4E5C-AD02-279A52509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228"/>
                <a:ext cx="18" cy="17"/>
              </a:xfrm>
              <a:custGeom>
                <a:avLst/>
                <a:gdLst>
                  <a:gd name="T0" fmla="*/ 3 w 46"/>
                  <a:gd name="T1" fmla="*/ 12 h 42"/>
                  <a:gd name="T2" fmla="*/ 2 w 46"/>
                  <a:gd name="T3" fmla="*/ 11 h 42"/>
                  <a:gd name="T4" fmla="*/ 1 w 46"/>
                  <a:gd name="T5" fmla="*/ 10 h 42"/>
                  <a:gd name="T6" fmla="*/ 0 w 46"/>
                  <a:gd name="T7" fmla="*/ 9 h 42"/>
                  <a:gd name="T8" fmla="*/ 0 w 46"/>
                  <a:gd name="T9" fmla="*/ 6 h 42"/>
                  <a:gd name="T10" fmla="*/ 0 w 46"/>
                  <a:gd name="T11" fmla="*/ 3 h 42"/>
                  <a:gd name="T12" fmla="*/ 2 w 46"/>
                  <a:gd name="T13" fmla="*/ 1 h 42"/>
                  <a:gd name="T14" fmla="*/ 4 w 46"/>
                  <a:gd name="T15" fmla="*/ 2 h 42"/>
                  <a:gd name="T16" fmla="*/ 6 w 46"/>
                  <a:gd name="T17" fmla="*/ 5 h 42"/>
                  <a:gd name="T18" fmla="*/ 10 w 46"/>
                  <a:gd name="T19" fmla="*/ 8 h 42"/>
                  <a:gd name="T20" fmla="*/ 15 w 46"/>
                  <a:gd name="T21" fmla="*/ 7 h 42"/>
                  <a:gd name="T22" fmla="*/ 20 w 46"/>
                  <a:gd name="T23" fmla="*/ 7 h 42"/>
                  <a:gd name="T24" fmla="*/ 25 w 46"/>
                  <a:gd name="T25" fmla="*/ 7 h 42"/>
                  <a:gd name="T26" fmla="*/ 27 w 46"/>
                  <a:gd name="T27" fmla="*/ 9 h 42"/>
                  <a:gd name="T28" fmla="*/ 30 w 46"/>
                  <a:gd name="T29" fmla="*/ 12 h 42"/>
                  <a:gd name="T30" fmla="*/ 33 w 46"/>
                  <a:gd name="T31" fmla="*/ 16 h 42"/>
                  <a:gd name="T32" fmla="*/ 39 w 46"/>
                  <a:gd name="T33" fmla="*/ 23 h 42"/>
                  <a:gd name="T34" fmla="*/ 44 w 46"/>
                  <a:gd name="T35" fmla="*/ 28 h 42"/>
                  <a:gd name="T36" fmla="*/ 45 w 46"/>
                  <a:gd name="T37" fmla="*/ 32 h 42"/>
                  <a:gd name="T38" fmla="*/ 43 w 46"/>
                  <a:gd name="T39" fmla="*/ 34 h 42"/>
                  <a:gd name="T40" fmla="*/ 41 w 46"/>
                  <a:gd name="T41" fmla="*/ 37 h 42"/>
                  <a:gd name="T42" fmla="*/ 38 w 46"/>
                  <a:gd name="T43" fmla="*/ 39 h 42"/>
                  <a:gd name="T44" fmla="*/ 34 w 46"/>
                  <a:gd name="T45" fmla="*/ 39 h 42"/>
                  <a:gd name="T46" fmla="*/ 30 w 46"/>
                  <a:gd name="T47" fmla="*/ 39 h 42"/>
                  <a:gd name="T48" fmla="*/ 28 w 46"/>
                  <a:gd name="T49" fmla="*/ 41 h 42"/>
                  <a:gd name="T50" fmla="*/ 22 w 46"/>
                  <a:gd name="T51" fmla="*/ 38 h 42"/>
                  <a:gd name="T52" fmla="*/ 19 w 46"/>
                  <a:gd name="T53" fmla="*/ 36 h 42"/>
                  <a:gd name="T54" fmla="*/ 15 w 46"/>
                  <a:gd name="T55" fmla="*/ 35 h 42"/>
                  <a:gd name="T56" fmla="*/ 12 w 46"/>
                  <a:gd name="T57" fmla="*/ 35 h 42"/>
                  <a:gd name="T58" fmla="*/ 9 w 46"/>
                  <a:gd name="T59" fmla="*/ 34 h 42"/>
                  <a:gd name="T60" fmla="*/ 7 w 46"/>
                  <a:gd name="T61" fmla="*/ 33 h 42"/>
                  <a:gd name="T62" fmla="*/ 6 w 46"/>
                  <a:gd name="T63" fmla="*/ 32 h 42"/>
                  <a:gd name="T64" fmla="*/ 4 w 46"/>
                  <a:gd name="T65" fmla="*/ 30 h 42"/>
                  <a:gd name="T66" fmla="*/ 3 w 46"/>
                  <a:gd name="T67" fmla="*/ 28 h 42"/>
                  <a:gd name="T68" fmla="*/ 2 w 46"/>
                  <a:gd name="T69" fmla="*/ 26 h 42"/>
                  <a:gd name="T70" fmla="*/ 0 w 46"/>
                  <a:gd name="T71" fmla="*/ 23 h 42"/>
                  <a:gd name="T72" fmla="*/ 0 w 46"/>
                  <a:gd name="T73" fmla="*/ 22 h 42"/>
                  <a:gd name="T74" fmla="*/ 1 w 46"/>
                  <a:gd name="T75" fmla="*/ 22 h 42"/>
                  <a:gd name="T76" fmla="*/ 5 w 46"/>
                  <a:gd name="T77" fmla="*/ 23 h 42"/>
                  <a:gd name="T78" fmla="*/ 7 w 46"/>
                  <a:gd name="T79" fmla="*/ 22 h 42"/>
                  <a:gd name="T80" fmla="*/ 6 w 46"/>
                  <a:gd name="T81" fmla="*/ 19 h 42"/>
                  <a:gd name="T82" fmla="*/ 5 w 46"/>
                  <a:gd name="T83" fmla="*/ 17 h 42"/>
                  <a:gd name="T84" fmla="*/ 4 w 46"/>
                  <a:gd name="T85" fmla="*/ 15 h 42"/>
                  <a:gd name="T86" fmla="*/ 4 w 46"/>
                  <a:gd name="T87" fmla="*/ 13 h 42"/>
                  <a:gd name="T88" fmla="*/ 3 w 46"/>
                  <a:gd name="T89" fmla="*/ 13 h 42"/>
                  <a:gd name="T90" fmla="*/ 3 w 46"/>
                  <a:gd name="T91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42">
                    <a:moveTo>
                      <a:pt x="3" y="12"/>
                    </a:moveTo>
                    <a:cubicBezTo>
                      <a:pt x="3" y="11"/>
                      <a:pt x="2" y="11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6"/>
                      <a:pt x="8" y="7"/>
                      <a:pt x="10" y="8"/>
                    </a:cubicBezTo>
                    <a:cubicBezTo>
                      <a:pt x="11" y="8"/>
                      <a:pt x="13" y="8"/>
                      <a:pt x="15" y="7"/>
                    </a:cubicBezTo>
                    <a:cubicBezTo>
                      <a:pt x="17" y="7"/>
                      <a:pt x="19" y="7"/>
                      <a:pt x="20" y="7"/>
                    </a:cubicBezTo>
                    <a:cubicBezTo>
                      <a:pt x="22" y="7"/>
                      <a:pt x="23" y="7"/>
                      <a:pt x="25" y="7"/>
                    </a:cubicBezTo>
                    <a:cubicBezTo>
                      <a:pt x="26" y="8"/>
                      <a:pt x="26" y="8"/>
                      <a:pt x="27" y="9"/>
                    </a:cubicBezTo>
                    <a:cubicBezTo>
                      <a:pt x="28" y="10"/>
                      <a:pt x="29" y="11"/>
                      <a:pt x="30" y="12"/>
                    </a:cubicBezTo>
                    <a:cubicBezTo>
                      <a:pt x="31" y="13"/>
                      <a:pt x="32" y="15"/>
                      <a:pt x="33" y="16"/>
                    </a:cubicBezTo>
                    <a:cubicBezTo>
                      <a:pt x="35" y="19"/>
                      <a:pt x="36" y="21"/>
                      <a:pt x="39" y="23"/>
                    </a:cubicBezTo>
                    <a:cubicBezTo>
                      <a:pt x="40" y="25"/>
                      <a:pt x="42" y="26"/>
                      <a:pt x="44" y="28"/>
                    </a:cubicBezTo>
                    <a:cubicBezTo>
                      <a:pt x="44" y="29"/>
                      <a:pt x="46" y="31"/>
                      <a:pt x="45" y="32"/>
                    </a:cubicBezTo>
                    <a:cubicBezTo>
                      <a:pt x="45" y="33"/>
                      <a:pt x="44" y="34"/>
                      <a:pt x="43" y="34"/>
                    </a:cubicBezTo>
                    <a:cubicBezTo>
                      <a:pt x="42" y="35"/>
                      <a:pt x="41" y="36"/>
                      <a:pt x="41" y="37"/>
                    </a:cubicBezTo>
                    <a:cubicBezTo>
                      <a:pt x="40" y="38"/>
                      <a:pt x="39" y="38"/>
                      <a:pt x="38" y="39"/>
                    </a:cubicBezTo>
                    <a:cubicBezTo>
                      <a:pt x="37" y="39"/>
                      <a:pt x="36" y="39"/>
                      <a:pt x="34" y="39"/>
                    </a:cubicBezTo>
                    <a:cubicBezTo>
                      <a:pt x="33" y="39"/>
                      <a:pt x="32" y="39"/>
                      <a:pt x="30" y="39"/>
                    </a:cubicBezTo>
                    <a:cubicBezTo>
                      <a:pt x="29" y="40"/>
                      <a:pt x="29" y="41"/>
                      <a:pt x="28" y="41"/>
                    </a:cubicBezTo>
                    <a:cubicBezTo>
                      <a:pt x="25" y="42"/>
                      <a:pt x="23" y="40"/>
                      <a:pt x="22" y="38"/>
                    </a:cubicBezTo>
                    <a:cubicBezTo>
                      <a:pt x="21" y="37"/>
                      <a:pt x="20" y="37"/>
                      <a:pt x="19" y="36"/>
                    </a:cubicBezTo>
                    <a:cubicBezTo>
                      <a:pt x="17" y="36"/>
                      <a:pt x="16" y="35"/>
                      <a:pt x="15" y="35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11" y="34"/>
                      <a:pt x="10" y="34"/>
                      <a:pt x="9" y="34"/>
                    </a:cubicBezTo>
                    <a:cubicBezTo>
                      <a:pt x="9" y="33"/>
                      <a:pt x="8" y="33"/>
                      <a:pt x="7" y="33"/>
                    </a:cubicBezTo>
                    <a:cubicBezTo>
                      <a:pt x="7" y="33"/>
                      <a:pt x="6" y="32"/>
                      <a:pt x="6" y="32"/>
                    </a:cubicBezTo>
                    <a:cubicBezTo>
                      <a:pt x="5" y="32"/>
                      <a:pt x="4" y="31"/>
                      <a:pt x="4" y="30"/>
                    </a:cubicBezTo>
                    <a:cubicBezTo>
                      <a:pt x="4" y="30"/>
                      <a:pt x="4" y="29"/>
                      <a:pt x="3" y="28"/>
                    </a:cubicBezTo>
                    <a:cubicBezTo>
                      <a:pt x="3" y="27"/>
                      <a:pt x="2" y="27"/>
                      <a:pt x="2" y="26"/>
                    </a:cubicBezTo>
                    <a:cubicBezTo>
                      <a:pt x="1" y="25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3" y="22"/>
                      <a:pt x="4" y="23"/>
                      <a:pt x="5" y="23"/>
                    </a:cubicBezTo>
                    <a:cubicBezTo>
                      <a:pt x="6" y="23"/>
                      <a:pt x="7" y="23"/>
                      <a:pt x="7" y="22"/>
                    </a:cubicBezTo>
                    <a:cubicBezTo>
                      <a:pt x="7" y="21"/>
                      <a:pt x="6" y="20"/>
                      <a:pt x="6" y="19"/>
                    </a:cubicBezTo>
                    <a:cubicBezTo>
                      <a:pt x="5" y="18"/>
                      <a:pt x="5" y="18"/>
                      <a:pt x="5" y="17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4" y="14"/>
                      <a:pt x="4" y="14"/>
                      <a:pt x="4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4" name="Freeform 3211">
                <a:extLst>
                  <a:ext uri="{FF2B5EF4-FFF2-40B4-BE49-F238E27FC236}">
                    <a16:creationId xmlns:a16="http://schemas.microsoft.com/office/drawing/2014/main" id="{29E45CFF-D13E-4A37-91B3-77CCE4B53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230"/>
                <a:ext cx="6" cy="6"/>
              </a:xfrm>
              <a:custGeom>
                <a:avLst/>
                <a:gdLst>
                  <a:gd name="T0" fmla="*/ 1 w 15"/>
                  <a:gd name="T1" fmla="*/ 6 h 14"/>
                  <a:gd name="T2" fmla="*/ 1 w 15"/>
                  <a:gd name="T3" fmla="*/ 5 h 14"/>
                  <a:gd name="T4" fmla="*/ 3 w 15"/>
                  <a:gd name="T5" fmla="*/ 4 h 14"/>
                  <a:gd name="T6" fmla="*/ 5 w 15"/>
                  <a:gd name="T7" fmla="*/ 4 h 14"/>
                  <a:gd name="T8" fmla="*/ 7 w 15"/>
                  <a:gd name="T9" fmla="*/ 3 h 14"/>
                  <a:gd name="T10" fmla="*/ 8 w 15"/>
                  <a:gd name="T11" fmla="*/ 2 h 14"/>
                  <a:gd name="T12" fmla="*/ 9 w 15"/>
                  <a:gd name="T13" fmla="*/ 1 h 14"/>
                  <a:gd name="T14" fmla="*/ 12 w 15"/>
                  <a:gd name="T15" fmla="*/ 1 h 14"/>
                  <a:gd name="T16" fmla="*/ 13 w 15"/>
                  <a:gd name="T17" fmla="*/ 1 h 14"/>
                  <a:gd name="T18" fmla="*/ 14 w 15"/>
                  <a:gd name="T19" fmla="*/ 2 h 14"/>
                  <a:gd name="T20" fmla="*/ 15 w 15"/>
                  <a:gd name="T21" fmla="*/ 3 h 14"/>
                  <a:gd name="T22" fmla="*/ 14 w 15"/>
                  <a:gd name="T23" fmla="*/ 7 h 14"/>
                  <a:gd name="T24" fmla="*/ 9 w 15"/>
                  <a:gd name="T25" fmla="*/ 9 h 14"/>
                  <a:gd name="T26" fmla="*/ 7 w 15"/>
                  <a:gd name="T27" fmla="*/ 12 h 14"/>
                  <a:gd name="T28" fmla="*/ 5 w 15"/>
                  <a:gd name="T29" fmla="*/ 13 h 14"/>
                  <a:gd name="T30" fmla="*/ 3 w 15"/>
                  <a:gd name="T31" fmla="*/ 14 h 14"/>
                  <a:gd name="T32" fmla="*/ 1 w 15"/>
                  <a:gd name="T33" fmla="*/ 13 h 14"/>
                  <a:gd name="T34" fmla="*/ 0 w 15"/>
                  <a:gd name="T35" fmla="*/ 12 h 14"/>
                  <a:gd name="T36" fmla="*/ 0 w 15"/>
                  <a:gd name="T37" fmla="*/ 12 h 14"/>
                  <a:gd name="T38" fmla="*/ 0 w 15"/>
                  <a:gd name="T39" fmla="*/ 10 h 14"/>
                  <a:gd name="T40" fmla="*/ 0 w 15"/>
                  <a:gd name="T41" fmla="*/ 10 h 14"/>
                  <a:gd name="T42" fmla="*/ 1 w 15"/>
                  <a:gd name="T43" fmla="*/ 9 h 14"/>
                  <a:gd name="T44" fmla="*/ 1 w 15"/>
                  <a:gd name="T45" fmla="*/ 8 h 14"/>
                  <a:gd name="T46" fmla="*/ 1 w 15"/>
                  <a:gd name="T4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4">
                    <a:moveTo>
                      <a:pt x="1" y="6"/>
                    </a:moveTo>
                    <a:cubicBezTo>
                      <a:pt x="1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1" y="0"/>
                      <a:pt x="12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5" y="6"/>
                      <a:pt x="14" y="7"/>
                    </a:cubicBezTo>
                    <a:cubicBezTo>
                      <a:pt x="13" y="8"/>
                      <a:pt x="11" y="9"/>
                      <a:pt x="9" y="9"/>
                    </a:cubicBezTo>
                    <a:cubicBezTo>
                      <a:pt x="8" y="10"/>
                      <a:pt x="7" y="11"/>
                      <a:pt x="7" y="12"/>
                    </a:cubicBezTo>
                    <a:cubicBezTo>
                      <a:pt x="6" y="12"/>
                      <a:pt x="6" y="13"/>
                      <a:pt x="5" y="13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1" y="13"/>
                      <a:pt x="0" y="13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5" name="Freeform 3212">
                <a:extLst>
                  <a:ext uri="{FF2B5EF4-FFF2-40B4-BE49-F238E27FC236}">
                    <a16:creationId xmlns:a16="http://schemas.microsoft.com/office/drawing/2014/main" id="{62378B21-E8B6-4676-A6B4-3C7BF6265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225"/>
                <a:ext cx="6" cy="4"/>
              </a:xfrm>
              <a:custGeom>
                <a:avLst/>
                <a:gdLst>
                  <a:gd name="T0" fmla="*/ 1 w 15"/>
                  <a:gd name="T1" fmla="*/ 9 h 10"/>
                  <a:gd name="T2" fmla="*/ 1 w 15"/>
                  <a:gd name="T3" fmla="*/ 7 h 10"/>
                  <a:gd name="T4" fmla="*/ 2 w 15"/>
                  <a:gd name="T5" fmla="*/ 6 h 10"/>
                  <a:gd name="T6" fmla="*/ 3 w 15"/>
                  <a:gd name="T7" fmla="*/ 5 h 10"/>
                  <a:gd name="T8" fmla="*/ 3 w 15"/>
                  <a:gd name="T9" fmla="*/ 4 h 10"/>
                  <a:gd name="T10" fmla="*/ 3 w 15"/>
                  <a:gd name="T11" fmla="*/ 3 h 10"/>
                  <a:gd name="T12" fmla="*/ 3 w 15"/>
                  <a:gd name="T13" fmla="*/ 2 h 10"/>
                  <a:gd name="T14" fmla="*/ 4 w 15"/>
                  <a:gd name="T15" fmla="*/ 2 h 10"/>
                  <a:gd name="T16" fmla="*/ 4 w 15"/>
                  <a:gd name="T17" fmla="*/ 1 h 10"/>
                  <a:gd name="T18" fmla="*/ 5 w 15"/>
                  <a:gd name="T19" fmla="*/ 0 h 10"/>
                  <a:gd name="T20" fmla="*/ 9 w 15"/>
                  <a:gd name="T21" fmla="*/ 0 h 10"/>
                  <a:gd name="T22" fmla="*/ 10 w 15"/>
                  <a:gd name="T23" fmla="*/ 1 h 10"/>
                  <a:gd name="T24" fmla="*/ 11 w 15"/>
                  <a:gd name="T25" fmla="*/ 2 h 10"/>
                  <a:gd name="T26" fmla="*/ 13 w 15"/>
                  <a:gd name="T27" fmla="*/ 5 h 10"/>
                  <a:gd name="T28" fmla="*/ 14 w 15"/>
                  <a:gd name="T29" fmla="*/ 6 h 10"/>
                  <a:gd name="T30" fmla="*/ 15 w 15"/>
                  <a:gd name="T31" fmla="*/ 7 h 10"/>
                  <a:gd name="T32" fmla="*/ 15 w 15"/>
                  <a:gd name="T33" fmla="*/ 8 h 10"/>
                  <a:gd name="T34" fmla="*/ 14 w 15"/>
                  <a:gd name="T35" fmla="*/ 9 h 10"/>
                  <a:gd name="T36" fmla="*/ 13 w 15"/>
                  <a:gd name="T37" fmla="*/ 10 h 10"/>
                  <a:gd name="T38" fmla="*/ 9 w 15"/>
                  <a:gd name="T39" fmla="*/ 10 h 10"/>
                  <a:gd name="T40" fmla="*/ 8 w 15"/>
                  <a:gd name="T41" fmla="*/ 10 h 10"/>
                  <a:gd name="T42" fmla="*/ 8 w 15"/>
                  <a:gd name="T43" fmla="*/ 10 h 10"/>
                  <a:gd name="T44" fmla="*/ 7 w 15"/>
                  <a:gd name="T45" fmla="*/ 10 h 10"/>
                  <a:gd name="T46" fmla="*/ 6 w 15"/>
                  <a:gd name="T47" fmla="*/ 10 h 10"/>
                  <a:gd name="T48" fmla="*/ 3 w 15"/>
                  <a:gd name="T49" fmla="*/ 10 h 10"/>
                  <a:gd name="T50" fmla="*/ 2 w 15"/>
                  <a:gd name="T51" fmla="*/ 9 h 10"/>
                  <a:gd name="T52" fmla="*/ 1 w 15"/>
                  <a:gd name="T5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" h="10">
                    <a:moveTo>
                      <a:pt x="1" y="9"/>
                    </a:moveTo>
                    <a:cubicBezTo>
                      <a:pt x="1" y="8"/>
                      <a:pt x="0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3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6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5" y="7"/>
                      <a:pt x="15" y="7"/>
                      <a:pt x="15" y="8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4" y="9"/>
                      <a:pt x="13" y="10"/>
                      <a:pt x="13" y="10"/>
                    </a:cubicBezTo>
                    <a:cubicBezTo>
                      <a:pt x="12" y="10"/>
                      <a:pt x="11" y="10"/>
                      <a:pt x="9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4" y="10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6" name="Freeform 3213">
                <a:extLst>
                  <a:ext uri="{FF2B5EF4-FFF2-40B4-BE49-F238E27FC236}">
                    <a16:creationId xmlns:a16="http://schemas.microsoft.com/office/drawing/2014/main" id="{EA31C2D2-3BD9-442B-9A41-0271C2C0C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217"/>
                <a:ext cx="6" cy="15"/>
              </a:xfrm>
              <a:custGeom>
                <a:avLst/>
                <a:gdLst>
                  <a:gd name="T0" fmla="*/ 1 w 14"/>
                  <a:gd name="T1" fmla="*/ 22 h 37"/>
                  <a:gd name="T2" fmla="*/ 1 w 14"/>
                  <a:gd name="T3" fmla="*/ 16 h 37"/>
                  <a:gd name="T4" fmla="*/ 0 w 14"/>
                  <a:gd name="T5" fmla="*/ 7 h 37"/>
                  <a:gd name="T6" fmla="*/ 0 w 14"/>
                  <a:gd name="T7" fmla="*/ 3 h 37"/>
                  <a:gd name="T8" fmla="*/ 0 w 14"/>
                  <a:gd name="T9" fmla="*/ 1 h 37"/>
                  <a:gd name="T10" fmla="*/ 3 w 14"/>
                  <a:gd name="T11" fmla="*/ 0 h 37"/>
                  <a:gd name="T12" fmla="*/ 6 w 14"/>
                  <a:gd name="T13" fmla="*/ 2 h 37"/>
                  <a:gd name="T14" fmla="*/ 8 w 14"/>
                  <a:gd name="T15" fmla="*/ 7 h 37"/>
                  <a:gd name="T16" fmla="*/ 8 w 14"/>
                  <a:gd name="T17" fmla="*/ 11 h 37"/>
                  <a:gd name="T18" fmla="*/ 9 w 14"/>
                  <a:gd name="T19" fmla="*/ 15 h 37"/>
                  <a:gd name="T20" fmla="*/ 10 w 14"/>
                  <a:gd name="T21" fmla="*/ 20 h 37"/>
                  <a:gd name="T22" fmla="*/ 11 w 14"/>
                  <a:gd name="T23" fmla="*/ 23 h 37"/>
                  <a:gd name="T24" fmla="*/ 11 w 14"/>
                  <a:gd name="T25" fmla="*/ 24 h 37"/>
                  <a:gd name="T26" fmla="*/ 13 w 14"/>
                  <a:gd name="T27" fmla="*/ 26 h 37"/>
                  <a:gd name="T28" fmla="*/ 14 w 14"/>
                  <a:gd name="T29" fmla="*/ 30 h 37"/>
                  <a:gd name="T30" fmla="*/ 11 w 14"/>
                  <a:gd name="T31" fmla="*/ 35 h 37"/>
                  <a:gd name="T32" fmla="*/ 7 w 14"/>
                  <a:gd name="T33" fmla="*/ 37 h 37"/>
                  <a:gd name="T34" fmla="*/ 4 w 14"/>
                  <a:gd name="T35" fmla="*/ 35 h 37"/>
                  <a:gd name="T36" fmla="*/ 2 w 14"/>
                  <a:gd name="T37" fmla="*/ 31 h 37"/>
                  <a:gd name="T38" fmla="*/ 2 w 14"/>
                  <a:gd name="T39" fmla="*/ 29 h 37"/>
                  <a:gd name="T40" fmla="*/ 1 w 14"/>
                  <a:gd name="T41" fmla="*/ 27 h 37"/>
                  <a:gd name="T42" fmla="*/ 1 w 14"/>
                  <a:gd name="T43" fmla="*/ 24 h 37"/>
                  <a:gd name="T44" fmla="*/ 1 w 14"/>
                  <a:gd name="T45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37">
                    <a:moveTo>
                      <a:pt x="1" y="22"/>
                    </a:moveTo>
                    <a:cubicBezTo>
                      <a:pt x="1" y="20"/>
                      <a:pt x="1" y="18"/>
                      <a:pt x="1" y="16"/>
                    </a:cubicBezTo>
                    <a:cubicBezTo>
                      <a:pt x="1" y="13"/>
                      <a:pt x="0" y="10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3"/>
                      <a:pt x="8" y="5"/>
                      <a:pt x="8" y="7"/>
                    </a:cubicBezTo>
                    <a:cubicBezTo>
                      <a:pt x="8" y="8"/>
                      <a:pt x="8" y="10"/>
                      <a:pt x="8" y="11"/>
                    </a:cubicBezTo>
                    <a:cubicBezTo>
                      <a:pt x="8" y="13"/>
                      <a:pt x="9" y="14"/>
                      <a:pt x="9" y="15"/>
                    </a:cubicBezTo>
                    <a:cubicBezTo>
                      <a:pt x="10" y="17"/>
                      <a:pt x="10" y="18"/>
                      <a:pt x="10" y="20"/>
                    </a:cubicBezTo>
                    <a:cubicBezTo>
                      <a:pt x="10" y="21"/>
                      <a:pt x="10" y="22"/>
                      <a:pt x="11" y="23"/>
                    </a:cubicBezTo>
                    <a:cubicBezTo>
                      <a:pt x="11" y="23"/>
                      <a:pt x="11" y="24"/>
                      <a:pt x="11" y="24"/>
                    </a:cubicBezTo>
                    <a:cubicBezTo>
                      <a:pt x="12" y="25"/>
                      <a:pt x="12" y="25"/>
                      <a:pt x="13" y="26"/>
                    </a:cubicBezTo>
                    <a:cubicBezTo>
                      <a:pt x="14" y="27"/>
                      <a:pt x="14" y="28"/>
                      <a:pt x="14" y="30"/>
                    </a:cubicBezTo>
                    <a:cubicBezTo>
                      <a:pt x="13" y="31"/>
                      <a:pt x="12" y="33"/>
                      <a:pt x="11" y="35"/>
                    </a:cubicBezTo>
                    <a:cubicBezTo>
                      <a:pt x="10" y="36"/>
                      <a:pt x="9" y="37"/>
                      <a:pt x="7" y="37"/>
                    </a:cubicBezTo>
                    <a:cubicBezTo>
                      <a:pt x="6" y="37"/>
                      <a:pt x="5" y="36"/>
                      <a:pt x="4" y="35"/>
                    </a:cubicBezTo>
                    <a:cubicBezTo>
                      <a:pt x="3" y="34"/>
                      <a:pt x="3" y="33"/>
                      <a:pt x="2" y="31"/>
                    </a:cubicBezTo>
                    <a:cubicBezTo>
                      <a:pt x="2" y="31"/>
                      <a:pt x="2" y="30"/>
                      <a:pt x="2" y="29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1" y="26"/>
                      <a:pt x="1" y="25"/>
                      <a:pt x="1" y="24"/>
                    </a:cubicBezTo>
                    <a:cubicBezTo>
                      <a:pt x="1" y="23"/>
                      <a:pt x="1" y="22"/>
                      <a:pt x="1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7" name="Freeform 3214">
                <a:extLst>
                  <a:ext uri="{FF2B5EF4-FFF2-40B4-BE49-F238E27FC236}">
                    <a16:creationId xmlns:a16="http://schemas.microsoft.com/office/drawing/2014/main" id="{20578ED8-98F0-4731-A456-EB11BE820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9"/>
                <a:ext cx="11" cy="22"/>
              </a:xfrm>
              <a:custGeom>
                <a:avLst/>
                <a:gdLst>
                  <a:gd name="T0" fmla="*/ 13 w 26"/>
                  <a:gd name="T1" fmla="*/ 22 h 55"/>
                  <a:gd name="T2" fmla="*/ 13 w 26"/>
                  <a:gd name="T3" fmla="*/ 19 h 55"/>
                  <a:gd name="T4" fmla="*/ 13 w 26"/>
                  <a:gd name="T5" fmla="*/ 11 h 55"/>
                  <a:gd name="T6" fmla="*/ 13 w 26"/>
                  <a:gd name="T7" fmla="*/ 7 h 55"/>
                  <a:gd name="T8" fmla="*/ 15 w 26"/>
                  <a:gd name="T9" fmla="*/ 3 h 55"/>
                  <a:gd name="T10" fmla="*/ 16 w 26"/>
                  <a:gd name="T11" fmla="*/ 1 h 55"/>
                  <a:gd name="T12" fmla="*/ 17 w 26"/>
                  <a:gd name="T13" fmla="*/ 2 h 55"/>
                  <a:gd name="T14" fmla="*/ 18 w 26"/>
                  <a:gd name="T15" fmla="*/ 4 h 55"/>
                  <a:gd name="T16" fmla="*/ 19 w 26"/>
                  <a:gd name="T17" fmla="*/ 8 h 55"/>
                  <a:gd name="T18" fmla="*/ 20 w 26"/>
                  <a:gd name="T19" fmla="*/ 14 h 55"/>
                  <a:gd name="T20" fmla="*/ 20 w 26"/>
                  <a:gd name="T21" fmla="*/ 19 h 55"/>
                  <a:gd name="T22" fmla="*/ 20 w 26"/>
                  <a:gd name="T23" fmla="*/ 25 h 55"/>
                  <a:gd name="T24" fmla="*/ 24 w 26"/>
                  <a:gd name="T25" fmla="*/ 30 h 55"/>
                  <a:gd name="T26" fmla="*/ 26 w 26"/>
                  <a:gd name="T27" fmla="*/ 34 h 55"/>
                  <a:gd name="T28" fmla="*/ 23 w 26"/>
                  <a:gd name="T29" fmla="*/ 38 h 55"/>
                  <a:gd name="T30" fmla="*/ 19 w 26"/>
                  <a:gd name="T31" fmla="*/ 41 h 55"/>
                  <a:gd name="T32" fmla="*/ 19 w 26"/>
                  <a:gd name="T33" fmla="*/ 46 h 55"/>
                  <a:gd name="T34" fmla="*/ 18 w 26"/>
                  <a:gd name="T35" fmla="*/ 52 h 55"/>
                  <a:gd name="T36" fmla="*/ 15 w 26"/>
                  <a:gd name="T37" fmla="*/ 54 h 55"/>
                  <a:gd name="T38" fmla="*/ 11 w 26"/>
                  <a:gd name="T39" fmla="*/ 54 h 55"/>
                  <a:gd name="T40" fmla="*/ 10 w 26"/>
                  <a:gd name="T41" fmla="*/ 51 h 55"/>
                  <a:gd name="T42" fmla="*/ 10 w 26"/>
                  <a:gd name="T43" fmla="*/ 49 h 55"/>
                  <a:gd name="T44" fmla="*/ 10 w 26"/>
                  <a:gd name="T45" fmla="*/ 48 h 55"/>
                  <a:gd name="T46" fmla="*/ 10 w 26"/>
                  <a:gd name="T47" fmla="*/ 46 h 55"/>
                  <a:gd name="T48" fmla="*/ 10 w 26"/>
                  <a:gd name="T49" fmla="*/ 44 h 55"/>
                  <a:gd name="T50" fmla="*/ 9 w 26"/>
                  <a:gd name="T51" fmla="*/ 43 h 55"/>
                  <a:gd name="T52" fmla="*/ 9 w 26"/>
                  <a:gd name="T53" fmla="*/ 43 h 55"/>
                  <a:gd name="T54" fmla="*/ 8 w 26"/>
                  <a:gd name="T55" fmla="*/ 43 h 55"/>
                  <a:gd name="T56" fmla="*/ 7 w 26"/>
                  <a:gd name="T57" fmla="*/ 44 h 55"/>
                  <a:gd name="T58" fmla="*/ 7 w 26"/>
                  <a:gd name="T59" fmla="*/ 45 h 55"/>
                  <a:gd name="T60" fmla="*/ 6 w 26"/>
                  <a:gd name="T61" fmla="*/ 47 h 55"/>
                  <a:gd name="T62" fmla="*/ 5 w 26"/>
                  <a:gd name="T63" fmla="*/ 49 h 55"/>
                  <a:gd name="T64" fmla="*/ 4 w 26"/>
                  <a:gd name="T65" fmla="*/ 49 h 55"/>
                  <a:gd name="T66" fmla="*/ 2 w 26"/>
                  <a:gd name="T67" fmla="*/ 47 h 55"/>
                  <a:gd name="T68" fmla="*/ 1 w 26"/>
                  <a:gd name="T69" fmla="*/ 46 h 55"/>
                  <a:gd name="T70" fmla="*/ 0 w 26"/>
                  <a:gd name="T71" fmla="*/ 41 h 55"/>
                  <a:gd name="T72" fmla="*/ 0 w 26"/>
                  <a:gd name="T73" fmla="*/ 38 h 55"/>
                  <a:gd name="T74" fmla="*/ 0 w 26"/>
                  <a:gd name="T75" fmla="*/ 36 h 55"/>
                  <a:gd name="T76" fmla="*/ 1 w 26"/>
                  <a:gd name="T77" fmla="*/ 35 h 55"/>
                  <a:gd name="T78" fmla="*/ 3 w 26"/>
                  <a:gd name="T79" fmla="*/ 34 h 55"/>
                  <a:gd name="T80" fmla="*/ 9 w 26"/>
                  <a:gd name="T81" fmla="*/ 31 h 55"/>
                  <a:gd name="T82" fmla="*/ 12 w 26"/>
                  <a:gd name="T83" fmla="*/ 27 h 55"/>
                  <a:gd name="T84" fmla="*/ 13 w 26"/>
                  <a:gd name="T85" fmla="*/ 2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55">
                    <a:moveTo>
                      <a:pt x="13" y="22"/>
                    </a:move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6"/>
                      <a:pt x="13" y="14"/>
                      <a:pt x="13" y="11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4" y="6"/>
                      <a:pt x="14" y="4"/>
                      <a:pt x="15" y="3"/>
                    </a:cubicBezTo>
                    <a:cubicBezTo>
                      <a:pt x="15" y="2"/>
                      <a:pt x="15" y="0"/>
                      <a:pt x="16" y="1"/>
                    </a:cubicBezTo>
                    <a:cubicBezTo>
                      <a:pt x="17" y="1"/>
                      <a:pt x="17" y="2"/>
                      <a:pt x="17" y="2"/>
                    </a:cubicBezTo>
                    <a:cubicBezTo>
                      <a:pt x="18" y="3"/>
                      <a:pt x="18" y="4"/>
                      <a:pt x="18" y="4"/>
                    </a:cubicBezTo>
                    <a:cubicBezTo>
                      <a:pt x="19" y="6"/>
                      <a:pt x="19" y="7"/>
                      <a:pt x="19" y="8"/>
                    </a:cubicBezTo>
                    <a:cubicBezTo>
                      <a:pt x="20" y="10"/>
                      <a:pt x="20" y="12"/>
                      <a:pt x="20" y="14"/>
                    </a:cubicBezTo>
                    <a:cubicBezTo>
                      <a:pt x="20" y="16"/>
                      <a:pt x="20" y="18"/>
                      <a:pt x="20" y="19"/>
                    </a:cubicBezTo>
                    <a:cubicBezTo>
                      <a:pt x="19" y="21"/>
                      <a:pt x="19" y="23"/>
                      <a:pt x="20" y="25"/>
                    </a:cubicBezTo>
                    <a:cubicBezTo>
                      <a:pt x="21" y="27"/>
                      <a:pt x="22" y="29"/>
                      <a:pt x="24" y="30"/>
                    </a:cubicBezTo>
                    <a:cubicBezTo>
                      <a:pt x="25" y="31"/>
                      <a:pt x="26" y="32"/>
                      <a:pt x="26" y="34"/>
                    </a:cubicBezTo>
                    <a:cubicBezTo>
                      <a:pt x="26" y="36"/>
                      <a:pt x="25" y="37"/>
                      <a:pt x="23" y="38"/>
                    </a:cubicBezTo>
                    <a:cubicBezTo>
                      <a:pt x="22" y="39"/>
                      <a:pt x="20" y="39"/>
                      <a:pt x="19" y="41"/>
                    </a:cubicBezTo>
                    <a:cubicBezTo>
                      <a:pt x="18" y="43"/>
                      <a:pt x="19" y="45"/>
                      <a:pt x="19" y="46"/>
                    </a:cubicBezTo>
                    <a:cubicBezTo>
                      <a:pt x="19" y="48"/>
                      <a:pt x="19" y="50"/>
                      <a:pt x="18" y="52"/>
                    </a:cubicBezTo>
                    <a:cubicBezTo>
                      <a:pt x="17" y="53"/>
                      <a:pt x="16" y="54"/>
                      <a:pt x="15" y="54"/>
                    </a:cubicBezTo>
                    <a:cubicBezTo>
                      <a:pt x="14" y="55"/>
                      <a:pt x="12" y="55"/>
                      <a:pt x="11" y="54"/>
                    </a:cubicBezTo>
                    <a:cubicBezTo>
                      <a:pt x="10" y="53"/>
                      <a:pt x="11" y="52"/>
                      <a:pt x="10" y="51"/>
                    </a:cubicBezTo>
                    <a:cubicBezTo>
                      <a:pt x="10" y="50"/>
                      <a:pt x="10" y="50"/>
                      <a:pt x="10" y="49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6"/>
                    </a:cubicBezTo>
                    <a:cubicBezTo>
                      <a:pt x="10" y="46"/>
                      <a:pt x="10" y="45"/>
                      <a:pt x="10" y="44"/>
                    </a:cubicBezTo>
                    <a:cubicBezTo>
                      <a:pt x="10" y="44"/>
                      <a:pt x="10" y="43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8" y="42"/>
                      <a:pt x="8" y="42"/>
                      <a:pt x="8" y="43"/>
                    </a:cubicBezTo>
                    <a:cubicBezTo>
                      <a:pt x="8" y="43"/>
                      <a:pt x="7" y="43"/>
                      <a:pt x="7" y="44"/>
                    </a:cubicBezTo>
                    <a:cubicBezTo>
                      <a:pt x="7" y="44"/>
                      <a:pt x="7" y="45"/>
                      <a:pt x="7" y="45"/>
                    </a:cubicBezTo>
                    <a:cubicBezTo>
                      <a:pt x="7" y="46"/>
                      <a:pt x="6" y="46"/>
                      <a:pt x="6" y="47"/>
                    </a:cubicBezTo>
                    <a:cubicBezTo>
                      <a:pt x="6" y="47"/>
                      <a:pt x="6" y="49"/>
                      <a:pt x="5" y="49"/>
                    </a:cubicBezTo>
                    <a:cubicBezTo>
                      <a:pt x="5" y="49"/>
                      <a:pt x="4" y="49"/>
                      <a:pt x="4" y="49"/>
                    </a:cubicBezTo>
                    <a:cubicBezTo>
                      <a:pt x="3" y="48"/>
                      <a:pt x="3" y="47"/>
                      <a:pt x="2" y="47"/>
                    </a:cubicBezTo>
                    <a:cubicBezTo>
                      <a:pt x="2" y="46"/>
                      <a:pt x="1" y="46"/>
                      <a:pt x="1" y="46"/>
                    </a:cubicBezTo>
                    <a:cubicBezTo>
                      <a:pt x="0" y="44"/>
                      <a:pt x="0" y="43"/>
                      <a:pt x="0" y="41"/>
                    </a:cubicBezTo>
                    <a:cubicBezTo>
                      <a:pt x="0" y="40"/>
                      <a:pt x="0" y="39"/>
                      <a:pt x="0" y="38"/>
                    </a:cubicBezTo>
                    <a:cubicBezTo>
                      <a:pt x="0" y="37"/>
                      <a:pt x="0" y="37"/>
                      <a:pt x="0" y="36"/>
                    </a:cubicBezTo>
                    <a:cubicBezTo>
                      <a:pt x="1" y="36"/>
                      <a:pt x="1" y="35"/>
                      <a:pt x="1" y="35"/>
                    </a:cubicBezTo>
                    <a:cubicBezTo>
                      <a:pt x="2" y="34"/>
                      <a:pt x="2" y="34"/>
                      <a:pt x="3" y="34"/>
                    </a:cubicBezTo>
                    <a:cubicBezTo>
                      <a:pt x="5" y="33"/>
                      <a:pt x="7" y="33"/>
                      <a:pt x="9" y="31"/>
                    </a:cubicBezTo>
                    <a:cubicBezTo>
                      <a:pt x="10" y="30"/>
                      <a:pt x="11" y="28"/>
                      <a:pt x="12" y="27"/>
                    </a:cubicBezTo>
                    <a:cubicBezTo>
                      <a:pt x="13" y="25"/>
                      <a:pt x="13" y="24"/>
                      <a:pt x="1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8" name="Freeform 3215">
                <a:extLst>
                  <a:ext uri="{FF2B5EF4-FFF2-40B4-BE49-F238E27FC236}">
                    <a16:creationId xmlns:a16="http://schemas.microsoft.com/office/drawing/2014/main" id="{68AF007E-B2D2-4625-9A9E-A0534B976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7"/>
                <a:ext cx="4" cy="13"/>
              </a:xfrm>
              <a:custGeom>
                <a:avLst/>
                <a:gdLst>
                  <a:gd name="T0" fmla="*/ 8 w 10"/>
                  <a:gd name="T1" fmla="*/ 27 h 32"/>
                  <a:gd name="T2" fmla="*/ 6 w 10"/>
                  <a:gd name="T3" fmla="*/ 31 h 32"/>
                  <a:gd name="T4" fmla="*/ 4 w 10"/>
                  <a:gd name="T5" fmla="*/ 31 h 32"/>
                  <a:gd name="T6" fmla="*/ 2 w 10"/>
                  <a:gd name="T7" fmla="*/ 29 h 32"/>
                  <a:gd name="T8" fmla="*/ 1 w 10"/>
                  <a:gd name="T9" fmla="*/ 23 h 32"/>
                  <a:gd name="T10" fmla="*/ 1 w 10"/>
                  <a:gd name="T11" fmla="*/ 15 h 32"/>
                  <a:gd name="T12" fmla="*/ 0 w 10"/>
                  <a:gd name="T13" fmla="*/ 12 h 32"/>
                  <a:gd name="T14" fmla="*/ 0 w 10"/>
                  <a:gd name="T15" fmla="*/ 8 h 32"/>
                  <a:gd name="T16" fmla="*/ 0 w 10"/>
                  <a:gd name="T17" fmla="*/ 5 h 32"/>
                  <a:gd name="T18" fmla="*/ 1 w 10"/>
                  <a:gd name="T19" fmla="*/ 3 h 32"/>
                  <a:gd name="T20" fmla="*/ 3 w 10"/>
                  <a:gd name="T21" fmla="*/ 0 h 32"/>
                  <a:gd name="T22" fmla="*/ 6 w 10"/>
                  <a:gd name="T23" fmla="*/ 1 h 32"/>
                  <a:gd name="T24" fmla="*/ 8 w 10"/>
                  <a:gd name="T25" fmla="*/ 4 h 32"/>
                  <a:gd name="T26" fmla="*/ 10 w 10"/>
                  <a:gd name="T27" fmla="*/ 12 h 32"/>
                  <a:gd name="T28" fmla="*/ 10 w 10"/>
                  <a:gd name="T29" fmla="*/ 14 h 32"/>
                  <a:gd name="T30" fmla="*/ 10 w 10"/>
                  <a:gd name="T31" fmla="*/ 20 h 32"/>
                  <a:gd name="T32" fmla="*/ 9 w 10"/>
                  <a:gd name="T33" fmla="*/ 21 h 32"/>
                  <a:gd name="T34" fmla="*/ 9 w 10"/>
                  <a:gd name="T35" fmla="*/ 24 h 32"/>
                  <a:gd name="T36" fmla="*/ 8 w 10"/>
                  <a:gd name="T3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32">
                    <a:moveTo>
                      <a:pt x="8" y="27"/>
                    </a:moveTo>
                    <a:cubicBezTo>
                      <a:pt x="8" y="28"/>
                      <a:pt x="8" y="32"/>
                      <a:pt x="6" y="31"/>
                    </a:cubicBezTo>
                    <a:cubicBezTo>
                      <a:pt x="5" y="31"/>
                      <a:pt x="4" y="31"/>
                      <a:pt x="4" y="31"/>
                    </a:cubicBezTo>
                    <a:cubicBezTo>
                      <a:pt x="3" y="31"/>
                      <a:pt x="3" y="30"/>
                      <a:pt x="2" y="29"/>
                    </a:cubicBezTo>
                    <a:cubicBezTo>
                      <a:pt x="1" y="27"/>
                      <a:pt x="1" y="25"/>
                      <a:pt x="1" y="23"/>
                    </a:cubicBezTo>
                    <a:cubicBezTo>
                      <a:pt x="1" y="20"/>
                      <a:pt x="1" y="18"/>
                      <a:pt x="1" y="15"/>
                    </a:cubicBezTo>
                    <a:cubicBezTo>
                      <a:pt x="1" y="14"/>
                      <a:pt x="1" y="13"/>
                      <a:pt x="0" y="12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4" y="0"/>
                      <a:pt x="6" y="0"/>
                      <a:pt x="6" y="1"/>
                    </a:cubicBezTo>
                    <a:cubicBezTo>
                      <a:pt x="7" y="2"/>
                      <a:pt x="7" y="3"/>
                      <a:pt x="8" y="4"/>
                    </a:cubicBezTo>
                    <a:cubicBezTo>
                      <a:pt x="9" y="7"/>
                      <a:pt x="9" y="10"/>
                      <a:pt x="10" y="12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6"/>
                      <a:pt x="10" y="18"/>
                      <a:pt x="10" y="20"/>
                    </a:cubicBezTo>
                    <a:cubicBezTo>
                      <a:pt x="10" y="20"/>
                      <a:pt x="9" y="21"/>
                      <a:pt x="9" y="21"/>
                    </a:cubicBezTo>
                    <a:cubicBezTo>
                      <a:pt x="9" y="22"/>
                      <a:pt x="9" y="23"/>
                      <a:pt x="9" y="24"/>
                    </a:cubicBezTo>
                    <a:cubicBezTo>
                      <a:pt x="9" y="25"/>
                      <a:pt x="8" y="26"/>
                      <a:pt x="8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9" name="Freeform 3216">
                <a:extLst>
                  <a:ext uri="{FF2B5EF4-FFF2-40B4-BE49-F238E27FC236}">
                    <a16:creationId xmlns:a16="http://schemas.microsoft.com/office/drawing/2014/main" id="{63300D0F-408F-47BB-A3EF-81EDE3E73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215"/>
                <a:ext cx="4" cy="17"/>
              </a:xfrm>
              <a:custGeom>
                <a:avLst/>
                <a:gdLst>
                  <a:gd name="T0" fmla="*/ 10 w 11"/>
                  <a:gd name="T1" fmla="*/ 36 h 43"/>
                  <a:gd name="T2" fmla="*/ 11 w 11"/>
                  <a:gd name="T3" fmla="*/ 33 h 43"/>
                  <a:gd name="T4" fmla="*/ 10 w 11"/>
                  <a:gd name="T5" fmla="*/ 28 h 43"/>
                  <a:gd name="T6" fmla="*/ 9 w 11"/>
                  <a:gd name="T7" fmla="*/ 24 h 43"/>
                  <a:gd name="T8" fmla="*/ 8 w 11"/>
                  <a:gd name="T9" fmla="*/ 19 h 43"/>
                  <a:gd name="T10" fmla="*/ 7 w 11"/>
                  <a:gd name="T11" fmla="*/ 15 h 43"/>
                  <a:gd name="T12" fmla="*/ 5 w 11"/>
                  <a:gd name="T13" fmla="*/ 8 h 43"/>
                  <a:gd name="T14" fmla="*/ 5 w 11"/>
                  <a:gd name="T15" fmla="*/ 5 h 43"/>
                  <a:gd name="T16" fmla="*/ 5 w 11"/>
                  <a:gd name="T17" fmla="*/ 3 h 43"/>
                  <a:gd name="T18" fmla="*/ 2 w 11"/>
                  <a:gd name="T19" fmla="*/ 1 h 43"/>
                  <a:gd name="T20" fmla="*/ 0 w 11"/>
                  <a:gd name="T21" fmla="*/ 3 h 43"/>
                  <a:gd name="T22" fmla="*/ 0 w 11"/>
                  <a:gd name="T23" fmla="*/ 9 h 43"/>
                  <a:gd name="T24" fmla="*/ 1 w 11"/>
                  <a:gd name="T25" fmla="*/ 14 h 43"/>
                  <a:gd name="T26" fmla="*/ 1 w 11"/>
                  <a:gd name="T27" fmla="*/ 25 h 43"/>
                  <a:gd name="T28" fmla="*/ 1 w 11"/>
                  <a:gd name="T29" fmla="*/ 32 h 43"/>
                  <a:gd name="T30" fmla="*/ 1 w 11"/>
                  <a:gd name="T31" fmla="*/ 36 h 43"/>
                  <a:gd name="T32" fmla="*/ 2 w 11"/>
                  <a:gd name="T33" fmla="*/ 39 h 43"/>
                  <a:gd name="T34" fmla="*/ 3 w 11"/>
                  <a:gd name="T35" fmla="*/ 42 h 43"/>
                  <a:gd name="T36" fmla="*/ 7 w 11"/>
                  <a:gd name="T37" fmla="*/ 43 h 43"/>
                  <a:gd name="T38" fmla="*/ 9 w 11"/>
                  <a:gd name="T39" fmla="*/ 41 h 43"/>
                  <a:gd name="T40" fmla="*/ 9 w 11"/>
                  <a:gd name="T41" fmla="*/ 39 h 43"/>
                  <a:gd name="T42" fmla="*/ 10 w 11"/>
                  <a:gd name="T43" fmla="*/ 3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43">
                    <a:moveTo>
                      <a:pt x="10" y="36"/>
                    </a:moveTo>
                    <a:cubicBezTo>
                      <a:pt x="10" y="35"/>
                      <a:pt x="11" y="34"/>
                      <a:pt x="11" y="33"/>
                    </a:cubicBezTo>
                    <a:cubicBezTo>
                      <a:pt x="11" y="31"/>
                      <a:pt x="11" y="30"/>
                      <a:pt x="10" y="28"/>
                    </a:cubicBezTo>
                    <a:cubicBezTo>
                      <a:pt x="10" y="27"/>
                      <a:pt x="9" y="25"/>
                      <a:pt x="9" y="24"/>
                    </a:cubicBezTo>
                    <a:cubicBezTo>
                      <a:pt x="9" y="22"/>
                      <a:pt x="9" y="20"/>
                      <a:pt x="8" y="19"/>
                    </a:cubicBezTo>
                    <a:cubicBezTo>
                      <a:pt x="8" y="17"/>
                      <a:pt x="7" y="16"/>
                      <a:pt x="7" y="15"/>
                    </a:cubicBezTo>
                    <a:cubicBezTo>
                      <a:pt x="5" y="13"/>
                      <a:pt x="5" y="11"/>
                      <a:pt x="5" y="8"/>
                    </a:cubicBezTo>
                    <a:cubicBezTo>
                      <a:pt x="5" y="7"/>
                      <a:pt x="5" y="6"/>
                      <a:pt x="5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1" y="11"/>
                      <a:pt x="1" y="12"/>
                      <a:pt x="1" y="14"/>
                    </a:cubicBezTo>
                    <a:cubicBezTo>
                      <a:pt x="2" y="18"/>
                      <a:pt x="1" y="22"/>
                      <a:pt x="1" y="25"/>
                    </a:cubicBezTo>
                    <a:cubicBezTo>
                      <a:pt x="0" y="28"/>
                      <a:pt x="1" y="30"/>
                      <a:pt x="1" y="32"/>
                    </a:cubicBezTo>
                    <a:cubicBezTo>
                      <a:pt x="1" y="34"/>
                      <a:pt x="1" y="35"/>
                      <a:pt x="1" y="36"/>
                    </a:cubicBezTo>
                    <a:cubicBezTo>
                      <a:pt x="1" y="37"/>
                      <a:pt x="1" y="38"/>
                      <a:pt x="2" y="39"/>
                    </a:cubicBezTo>
                    <a:cubicBezTo>
                      <a:pt x="2" y="40"/>
                      <a:pt x="3" y="41"/>
                      <a:pt x="3" y="42"/>
                    </a:cubicBezTo>
                    <a:cubicBezTo>
                      <a:pt x="4" y="43"/>
                      <a:pt x="6" y="43"/>
                      <a:pt x="7" y="43"/>
                    </a:cubicBezTo>
                    <a:cubicBezTo>
                      <a:pt x="8" y="42"/>
                      <a:pt x="8" y="41"/>
                      <a:pt x="9" y="41"/>
                    </a:cubicBezTo>
                    <a:cubicBezTo>
                      <a:pt x="9" y="40"/>
                      <a:pt x="9" y="40"/>
                      <a:pt x="9" y="39"/>
                    </a:cubicBezTo>
                    <a:cubicBezTo>
                      <a:pt x="10" y="38"/>
                      <a:pt x="10" y="37"/>
                      <a:pt x="10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0" name="Freeform 3217">
                <a:extLst>
                  <a:ext uri="{FF2B5EF4-FFF2-40B4-BE49-F238E27FC236}">
                    <a16:creationId xmlns:a16="http://schemas.microsoft.com/office/drawing/2014/main" id="{B8E48C37-B806-4265-9AA1-5E77F22E5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215"/>
                <a:ext cx="20" cy="35"/>
              </a:xfrm>
              <a:custGeom>
                <a:avLst/>
                <a:gdLst>
                  <a:gd name="T0" fmla="*/ 31 w 50"/>
                  <a:gd name="T1" fmla="*/ 66 h 86"/>
                  <a:gd name="T2" fmla="*/ 31 w 50"/>
                  <a:gd name="T3" fmla="*/ 55 h 86"/>
                  <a:gd name="T4" fmla="*/ 31 w 50"/>
                  <a:gd name="T5" fmla="*/ 53 h 86"/>
                  <a:gd name="T6" fmla="*/ 32 w 50"/>
                  <a:gd name="T7" fmla="*/ 54 h 86"/>
                  <a:gd name="T8" fmla="*/ 34 w 50"/>
                  <a:gd name="T9" fmla="*/ 63 h 86"/>
                  <a:gd name="T10" fmla="*/ 31 w 50"/>
                  <a:gd name="T11" fmla="*/ 72 h 86"/>
                  <a:gd name="T12" fmla="*/ 29 w 50"/>
                  <a:gd name="T13" fmla="*/ 77 h 86"/>
                  <a:gd name="T14" fmla="*/ 32 w 50"/>
                  <a:gd name="T15" fmla="*/ 83 h 86"/>
                  <a:gd name="T16" fmla="*/ 35 w 50"/>
                  <a:gd name="T17" fmla="*/ 85 h 86"/>
                  <a:gd name="T18" fmla="*/ 37 w 50"/>
                  <a:gd name="T19" fmla="*/ 83 h 86"/>
                  <a:gd name="T20" fmla="*/ 40 w 50"/>
                  <a:gd name="T21" fmla="*/ 80 h 86"/>
                  <a:gd name="T22" fmla="*/ 43 w 50"/>
                  <a:gd name="T23" fmla="*/ 75 h 86"/>
                  <a:gd name="T24" fmla="*/ 43 w 50"/>
                  <a:gd name="T25" fmla="*/ 68 h 86"/>
                  <a:gd name="T26" fmla="*/ 42 w 50"/>
                  <a:gd name="T27" fmla="*/ 66 h 86"/>
                  <a:gd name="T28" fmla="*/ 44 w 50"/>
                  <a:gd name="T29" fmla="*/ 66 h 86"/>
                  <a:gd name="T30" fmla="*/ 47 w 50"/>
                  <a:gd name="T31" fmla="*/ 68 h 86"/>
                  <a:gd name="T32" fmla="*/ 49 w 50"/>
                  <a:gd name="T33" fmla="*/ 68 h 86"/>
                  <a:gd name="T34" fmla="*/ 47 w 50"/>
                  <a:gd name="T35" fmla="*/ 63 h 86"/>
                  <a:gd name="T36" fmla="*/ 42 w 50"/>
                  <a:gd name="T37" fmla="*/ 54 h 86"/>
                  <a:gd name="T38" fmla="*/ 41 w 50"/>
                  <a:gd name="T39" fmla="*/ 51 h 86"/>
                  <a:gd name="T40" fmla="*/ 40 w 50"/>
                  <a:gd name="T41" fmla="*/ 49 h 86"/>
                  <a:gd name="T42" fmla="*/ 41 w 50"/>
                  <a:gd name="T43" fmla="*/ 49 h 86"/>
                  <a:gd name="T44" fmla="*/ 44 w 50"/>
                  <a:gd name="T45" fmla="*/ 52 h 86"/>
                  <a:gd name="T46" fmla="*/ 48 w 50"/>
                  <a:gd name="T47" fmla="*/ 54 h 86"/>
                  <a:gd name="T48" fmla="*/ 49 w 50"/>
                  <a:gd name="T49" fmla="*/ 52 h 86"/>
                  <a:gd name="T50" fmla="*/ 46 w 50"/>
                  <a:gd name="T51" fmla="*/ 47 h 86"/>
                  <a:gd name="T52" fmla="*/ 42 w 50"/>
                  <a:gd name="T53" fmla="*/ 42 h 86"/>
                  <a:gd name="T54" fmla="*/ 39 w 50"/>
                  <a:gd name="T55" fmla="*/ 37 h 86"/>
                  <a:gd name="T56" fmla="*/ 41 w 50"/>
                  <a:gd name="T57" fmla="*/ 30 h 86"/>
                  <a:gd name="T58" fmla="*/ 40 w 50"/>
                  <a:gd name="T59" fmla="*/ 25 h 86"/>
                  <a:gd name="T60" fmla="*/ 37 w 50"/>
                  <a:gd name="T61" fmla="*/ 19 h 86"/>
                  <a:gd name="T62" fmla="*/ 31 w 50"/>
                  <a:gd name="T63" fmla="*/ 15 h 86"/>
                  <a:gd name="T64" fmla="*/ 26 w 50"/>
                  <a:gd name="T65" fmla="*/ 20 h 86"/>
                  <a:gd name="T66" fmla="*/ 21 w 50"/>
                  <a:gd name="T67" fmla="*/ 20 h 86"/>
                  <a:gd name="T68" fmla="*/ 23 w 50"/>
                  <a:gd name="T69" fmla="*/ 15 h 86"/>
                  <a:gd name="T70" fmla="*/ 27 w 50"/>
                  <a:gd name="T71" fmla="*/ 8 h 86"/>
                  <a:gd name="T72" fmla="*/ 25 w 50"/>
                  <a:gd name="T73" fmla="*/ 2 h 86"/>
                  <a:gd name="T74" fmla="*/ 19 w 50"/>
                  <a:gd name="T75" fmla="*/ 0 h 86"/>
                  <a:gd name="T76" fmla="*/ 12 w 50"/>
                  <a:gd name="T77" fmla="*/ 0 h 86"/>
                  <a:gd name="T78" fmla="*/ 5 w 50"/>
                  <a:gd name="T79" fmla="*/ 0 h 86"/>
                  <a:gd name="T80" fmla="*/ 1 w 50"/>
                  <a:gd name="T81" fmla="*/ 2 h 86"/>
                  <a:gd name="T82" fmla="*/ 2 w 50"/>
                  <a:gd name="T83" fmla="*/ 9 h 86"/>
                  <a:gd name="T84" fmla="*/ 5 w 50"/>
                  <a:gd name="T85" fmla="*/ 17 h 86"/>
                  <a:gd name="T86" fmla="*/ 6 w 50"/>
                  <a:gd name="T87" fmla="*/ 24 h 86"/>
                  <a:gd name="T88" fmla="*/ 10 w 50"/>
                  <a:gd name="T89" fmla="*/ 38 h 86"/>
                  <a:gd name="T90" fmla="*/ 15 w 50"/>
                  <a:gd name="T91" fmla="*/ 50 h 86"/>
                  <a:gd name="T92" fmla="*/ 18 w 50"/>
                  <a:gd name="T93" fmla="*/ 54 h 86"/>
                  <a:gd name="T94" fmla="*/ 20 w 50"/>
                  <a:gd name="T95" fmla="*/ 57 h 86"/>
                  <a:gd name="T96" fmla="*/ 21 w 50"/>
                  <a:gd name="T97" fmla="*/ 61 h 86"/>
                  <a:gd name="T98" fmla="*/ 22 w 50"/>
                  <a:gd name="T99" fmla="*/ 64 h 86"/>
                  <a:gd name="T100" fmla="*/ 23 w 50"/>
                  <a:gd name="T101" fmla="*/ 65 h 86"/>
                  <a:gd name="T102" fmla="*/ 24 w 50"/>
                  <a:gd name="T103" fmla="*/ 69 h 86"/>
                  <a:gd name="T104" fmla="*/ 27 w 50"/>
                  <a:gd name="T105" fmla="*/ 73 h 86"/>
                  <a:gd name="T106" fmla="*/ 29 w 50"/>
                  <a:gd name="T107" fmla="*/ 71 h 86"/>
                  <a:gd name="T108" fmla="*/ 30 w 50"/>
                  <a:gd name="T109" fmla="*/ 69 h 86"/>
                  <a:gd name="T110" fmla="*/ 31 w 50"/>
                  <a:gd name="T111" fmla="*/ 6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" h="86">
                    <a:moveTo>
                      <a:pt x="31" y="66"/>
                    </a:moveTo>
                    <a:cubicBezTo>
                      <a:pt x="32" y="62"/>
                      <a:pt x="32" y="59"/>
                      <a:pt x="31" y="55"/>
                    </a:cubicBezTo>
                    <a:cubicBezTo>
                      <a:pt x="31" y="55"/>
                      <a:pt x="31" y="53"/>
                      <a:pt x="31" y="53"/>
                    </a:cubicBezTo>
                    <a:cubicBezTo>
                      <a:pt x="31" y="53"/>
                      <a:pt x="32" y="54"/>
                      <a:pt x="32" y="54"/>
                    </a:cubicBezTo>
                    <a:cubicBezTo>
                      <a:pt x="34" y="56"/>
                      <a:pt x="35" y="60"/>
                      <a:pt x="34" y="63"/>
                    </a:cubicBezTo>
                    <a:cubicBezTo>
                      <a:pt x="34" y="66"/>
                      <a:pt x="33" y="69"/>
                      <a:pt x="31" y="72"/>
                    </a:cubicBezTo>
                    <a:cubicBezTo>
                      <a:pt x="30" y="74"/>
                      <a:pt x="28" y="76"/>
                      <a:pt x="29" y="77"/>
                    </a:cubicBezTo>
                    <a:cubicBezTo>
                      <a:pt x="30" y="79"/>
                      <a:pt x="31" y="81"/>
                      <a:pt x="32" y="83"/>
                    </a:cubicBezTo>
                    <a:cubicBezTo>
                      <a:pt x="32" y="84"/>
                      <a:pt x="33" y="86"/>
                      <a:pt x="35" y="85"/>
                    </a:cubicBezTo>
                    <a:cubicBezTo>
                      <a:pt x="36" y="84"/>
                      <a:pt x="36" y="83"/>
                      <a:pt x="37" y="83"/>
                    </a:cubicBezTo>
                    <a:cubicBezTo>
                      <a:pt x="38" y="82"/>
                      <a:pt x="39" y="81"/>
                      <a:pt x="40" y="80"/>
                    </a:cubicBezTo>
                    <a:cubicBezTo>
                      <a:pt x="41" y="78"/>
                      <a:pt x="43" y="77"/>
                      <a:pt x="43" y="75"/>
                    </a:cubicBezTo>
                    <a:cubicBezTo>
                      <a:pt x="44" y="73"/>
                      <a:pt x="43" y="71"/>
                      <a:pt x="43" y="68"/>
                    </a:cubicBezTo>
                    <a:cubicBezTo>
                      <a:pt x="43" y="68"/>
                      <a:pt x="42" y="66"/>
                      <a:pt x="42" y="66"/>
                    </a:cubicBezTo>
                    <a:cubicBezTo>
                      <a:pt x="43" y="65"/>
                      <a:pt x="43" y="66"/>
                      <a:pt x="44" y="66"/>
                    </a:cubicBezTo>
                    <a:cubicBezTo>
                      <a:pt x="45" y="66"/>
                      <a:pt x="46" y="67"/>
                      <a:pt x="47" y="68"/>
                    </a:cubicBezTo>
                    <a:cubicBezTo>
                      <a:pt x="47" y="68"/>
                      <a:pt x="48" y="69"/>
                      <a:pt x="49" y="68"/>
                    </a:cubicBezTo>
                    <a:cubicBezTo>
                      <a:pt x="50" y="68"/>
                      <a:pt x="47" y="63"/>
                      <a:pt x="47" y="63"/>
                    </a:cubicBezTo>
                    <a:cubicBezTo>
                      <a:pt x="45" y="60"/>
                      <a:pt x="43" y="57"/>
                      <a:pt x="42" y="54"/>
                    </a:cubicBezTo>
                    <a:cubicBezTo>
                      <a:pt x="42" y="53"/>
                      <a:pt x="41" y="52"/>
                      <a:pt x="41" y="51"/>
                    </a:cubicBezTo>
                    <a:cubicBezTo>
                      <a:pt x="40" y="50"/>
                      <a:pt x="40" y="49"/>
                      <a:pt x="40" y="49"/>
                    </a:cubicBezTo>
                    <a:cubicBezTo>
                      <a:pt x="40" y="48"/>
                      <a:pt x="41" y="49"/>
                      <a:pt x="41" y="49"/>
                    </a:cubicBezTo>
                    <a:cubicBezTo>
                      <a:pt x="42" y="50"/>
                      <a:pt x="43" y="51"/>
                      <a:pt x="44" y="52"/>
                    </a:cubicBezTo>
                    <a:cubicBezTo>
                      <a:pt x="45" y="53"/>
                      <a:pt x="46" y="54"/>
                      <a:pt x="48" y="54"/>
                    </a:cubicBezTo>
                    <a:cubicBezTo>
                      <a:pt x="49" y="54"/>
                      <a:pt x="49" y="53"/>
                      <a:pt x="49" y="52"/>
                    </a:cubicBezTo>
                    <a:cubicBezTo>
                      <a:pt x="48" y="50"/>
                      <a:pt x="47" y="48"/>
                      <a:pt x="46" y="47"/>
                    </a:cubicBezTo>
                    <a:cubicBezTo>
                      <a:pt x="45" y="45"/>
                      <a:pt x="44" y="44"/>
                      <a:pt x="42" y="42"/>
                    </a:cubicBezTo>
                    <a:cubicBezTo>
                      <a:pt x="41" y="41"/>
                      <a:pt x="39" y="39"/>
                      <a:pt x="39" y="37"/>
                    </a:cubicBezTo>
                    <a:cubicBezTo>
                      <a:pt x="40" y="35"/>
                      <a:pt x="41" y="33"/>
                      <a:pt x="41" y="30"/>
                    </a:cubicBezTo>
                    <a:cubicBezTo>
                      <a:pt x="41" y="29"/>
                      <a:pt x="41" y="27"/>
                      <a:pt x="40" y="25"/>
                    </a:cubicBezTo>
                    <a:cubicBezTo>
                      <a:pt x="39" y="23"/>
                      <a:pt x="38" y="21"/>
                      <a:pt x="37" y="19"/>
                    </a:cubicBezTo>
                    <a:cubicBezTo>
                      <a:pt x="36" y="17"/>
                      <a:pt x="34" y="15"/>
                      <a:pt x="31" y="15"/>
                    </a:cubicBezTo>
                    <a:cubicBezTo>
                      <a:pt x="29" y="16"/>
                      <a:pt x="28" y="19"/>
                      <a:pt x="26" y="20"/>
                    </a:cubicBezTo>
                    <a:cubicBezTo>
                      <a:pt x="24" y="21"/>
                      <a:pt x="22" y="22"/>
                      <a:pt x="21" y="20"/>
                    </a:cubicBezTo>
                    <a:cubicBezTo>
                      <a:pt x="20" y="18"/>
                      <a:pt x="22" y="16"/>
                      <a:pt x="23" y="15"/>
                    </a:cubicBezTo>
                    <a:cubicBezTo>
                      <a:pt x="24" y="12"/>
                      <a:pt x="26" y="10"/>
                      <a:pt x="27" y="8"/>
                    </a:cubicBezTo>
                    <a:cubicBezTo>
                      <a:pt x="27" y="6"/>
                      <a:pt x="27" y="4"/>
                      <a:pt x="25" y="2"/>
                    </a:cubicBezTo>
                    <a:cubicBezTo>
                      <a:pt x="24" y="1"/>
                      <a:pt x="21" y="1"/>
                      <a:pt x="19" y="0"/>
                    </a:cubicBezTo>
                    <a:cubicBezTo>
                      <a:pt x="17" y="0"/>
                      <a:pt x="14" y="0"/>
                      <a:pt x="12" y="0"/>
                    </a:cubicBezTo>
                    <a:cubicBezTo>
                      <a:pt x="10" y="0"/>
                      <a:pt x="8" y="0"/>
                      <a:pt x="5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5"/>
                      <a:pt x="1" y="7"/>
                      <a:pt x="2" y="9"/>
                    </a:cubicBezTo>
                    <a:cubicBezTo>
                      <a:pt x="3" y="12"/>
                      <a:pt x="5" y="14"/>
                      <a:pt x="5" y="17"/>
                    </a:cubicBezTo>
                    <a:cubicBezTo>
                      <a:pt x="6" y="19"/>
                      <a:pt x="6" y="21"/>
                      <a:pt x="6" y="24"/>
                    </a:cubicBezTo>
                    <a:cubicBezTo>
                      <a:pt x="6" y="29"/>
                      <a:pt x="8" y="33"/>
                      <a:pt x="10" y="38"/>
                    </a:cubicBezTo>
                    <a:cubicBezTo>
                      <a:pt x="12" y="42"/>
                      <a:pt x="13" y="46"/>
                      <a:pt x="15" y="50"/>
                    </a:cubicBezTo>
                    <a:cubicBezTo>
                      <a:pt x="16" y="51"/>
                      <a:pt x="17" y="52"/>
                      <a:pt x="18" y="54"/>
                    </a:cubicBezTo>
                    <a:cubicBezTo>
                      <a:pt x="19" y="55"/>
                      <a:pt x="19" y="56"/>
                      <a:pt x="20" y="57"/>
                    </a:cubicBezTo>
                    <a:cubicBezTo>
                      <a:pt x="20" y="59"/>
                      <a:pt x="21" y="60"/>
                      <a:pt x="21" y="61"/>
                    </a:cubicBezTo>
                    <a:cubicBezTo>
                      <a:pt x="22" y="62"/>
                      <a:pt x="22" y="63"/>
                      <a:pt x="22" y="64"/>
                    </a:cubicBezTo>
                    <a:cubicBezTo>
                      <a:pt x="22" y="64"/>
                      <a:pt x="23" y="65"/>
                      <a:pt x="23" y="65"/>
                    </a:cubicBezTo>
                    <a:cubicBezTo>
                      <a:pt x="23" y="67"/>
                      <a:pt x="24" y="68"/>
                      <a:pt x="24" y="69"/>
                    </a:cubicBezTo>
                    <a:cubicBezTo>
                      <a:pt x="25" y="70"/>
                      <a:pt x="25" y="73"/>
                      <a:pt x="27" y="73"/>
                    </a:cubicBezTo>
                    <a:cubicBezTo>
                      <a:pt x="28" y="73"/>
                      <a:pt x="28" y="72"/>
                      <a:pt x="29" y="71"/>
                    </a:cubicBezTo>
                    <a:cubicBezTo>
                      <a:pt x="29" y="70"/>
                      <a:pt x="30" y="70"/>
                      <a:pt x="30" y="69"/>
                    </a:cubicBezTo>
                    <a:cubicBezTo>
                      <a:pt x="31" y="68"/>
                      <a:pt x="31" y="67"/>
                      <a:pt x="31" y="6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1" name="Freeform 3218">
                <a:extLst>
                  <a:ext uri="{FF2B5EF4-FFF2-40B4-BE49-F238E27FC236}">
                    <a16:creationId xmlns:a16="http://schemas.microsoft.com/office/drawing/2014/main" id="{E9BE51F8-1B0D-40B2-A1C5-81D216D71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215"/>
                <a:ext cx="21" cy="46"/>
              </a:xfrm>
              <a:custGeom>
                <a:avLst/>
                <a:gdLst>
                  <a:gd name="T0" fmla="*/ 47 w 52"/>
                  <a:gd name="T1" fmla="*/ 63 h 112"/>
                  <a:gd name="T2" fmla="*/ 45 w 52"/>
                  <a:gd name="T3" fmla="*/ 63 h 112"/>
                  <a:gd name="T4" fmla="*/ 45 w 52"/>
                  <a:gd name="T5" fmla="*/ 56 h 112"/>
                  <a:gd name="T6" fmla="*/ 42 w 52"/>
                  <a:gd name="T7" fmla="*/ 47 h 112"/>
                  <a:gd name="T8" fmla="*/ 40 w 52"/>
                  <a:gd name="T9" fmla="*/ 43 h 112"/>
                  <a:gd name="T10" fmla="*/ 37 w 52"/>
                  <a:gd name="T11" fmla="*/ 41 h 112"/>
                  <a:gd name="T12" fmla="*/ 35 w 52"/>
                  <a:gd name="T13" fmla="*/ 38 h 112"/>
                  <a:gd name="T14" fmla="*/ 36 w 52"/>
                  <a:gd name="T15" fmla="*/ 33 h 112"/>
                  <a:gd name="T16" fmla="*/ 35 w 52"/>
                  <a:gd name="T17" fmla="*/ 28 h 112"/>
                  <a:gd name="T18" fmla="*/ 35 w 52"/>
                  <a:gd name="T19" fmla="*/ 22 h 112"/>
                  <a:gd name="T20" fmla="*/ 34 w 52"/>
                  <a:gd name="T21" fmla="*/ 18 h 112"/>
                  <a:gd name="T22" fmla="*/ 35 w 52"/>
                  <a:gd name="T23" fmla="*/ 16 h 112"/>
                  <a:gd name="T24" fmla="*/ 31 w 52"/>
                  <a:gd name="T25" fmla="*/ 10 h 112"/>
                  <a:gd name="T26" fmla="*/ 28 w 52"/>
                  <a:gd name="T27" fmla="*/ 5 h 112"/>
                  <a:gd name="T28" fmla="*/ 17 w 52"/>
                  <a:gd name="T29" fmla="*/ 2 h 112"/>
                  <a:gd name="T30" fmla="*/ 15 w 52"/>
                  <a:gd name="T31" fmla="*/ 14 h 112"/>
                  <a:gd name="T32" fmla="*/ 5 w 52"/>
                  <a:gd name="T33" fmla="*/ 23 h 112"/>
                  <a:gd name="T34" fmla="*/ 6 w 52"/>
                  <a:gd name="T35" fmla="*/ 40 h 112"/>
                  <a:gd name="T36" fmla="*/ 16 w 52"/>
                  <a:gd name="T37" fmla="*/ 49 h 112"/>
                  <a:gd name="T38" fmla="*/ 26 w 52"/>
                  <a:gd name="T39" fmla="*/ 58 h 112"/>
                  <a:gd name="T40" fmla="*/ 31 w 52"/>
                  <a:gd name="T41" fmla="*/ 63 h 112"/>
                  <a:gd name="T42" fmla="*/ 31 w 52"/>
                  <a:gd name="T43" fmla="*/ 75 h 112"/>
                  <a:gd name="T44" fmla="*/ 32 w 52"/>
                  <a:gd name="T45" fmla="*/ 83 h 112"/>
                  <a:gd name="T46" fmla="*/ 30 w 52"/>
                  <a:gd name="T47" fmla="*/ 88 h 112"/>
                  <a:gd name="T48" fmla="*/ 34 w 52"/>
                  <a:gd name="T49" fmla="*/ 93 h 112"/>
                  <a:gd name="T50" fmla="*/ 39 w 52"/>
                  <a:gd name="T51" fmla="*/ 99 h 112"/>
                  <a:gd name="T52" fmla="*/ 42 w 52"/>
                  <a:gd name="T53" fmla="*/ 104 h 112"/>
                  <a:gd name="T54" fmla="*/ 46 w 52"/>
                  <a:gd name="T55" fmla="*/ 109 h 112"/>
                  <a:gd name="T56" fmla="*/ 49 w 52"/>
                  <a:gd name="T57" fmla="*/ 111 h 112"/>
                  <a:gd name="T58" fmla="*/ 51 w 52"/>
                  <a:gd name="T59" fmla="*/ 102 h 112"/>
                  <a:gd name="T60" fmla="*/ 52 w 52"/>
                  <a:gd name="T61" fmla="*/ 90 h 112"/>
                  <a:gd name="T62" fmla="*/ 52 w 52"/>
                  <a:gd name="T63" fmla="*/ 83 h 112"/>
                  <a:gd name="T64" fmla="*/ 51 w 52"/>
                  <a:gd name="T65" fmla="*/ 70 h 112"/>
                  <a:gd name="T66" fmla="*/ 49 w 52"/>
                  <a:gd name="T67" fmla="*/ 64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2" h="112">
                    <a:moveTo>
                      <a:pt x="48" y="63"/>
                    </a:move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6" y="63"/>
                    </a:cubicBezTo>
                    <a:cubicBezTo>
                      <a:pt x="46" y="63"/>
                      <a:pt x="46" y="63"/>
                      <a:pt x="45" y="63"/>
                    </a:cubicBezTo>
                    <a:cubicBezTo>
                      <a:pt x="44" y="62"/>
                      <a:pt x="44" y="61"/>
                      <a:pt x="45" y="60"/>
                    </a:cubicBezTo>
                    <a:cubicBezTo>
                      <a:pt x="45" y="59"/>
                      <a:pt x="45" y="58"/>
                      <a:pt x="45" y="56"/>
                    </a:cubicBezTo>
                    <a:cubicBezTo>
                      <a:pt x="46" y="54"/>
                      <a:pt x="44" y="51"/>
                      <a:pt x="43" y="49"/>
                    </a:cubicBezTo>
                    <a:cubicBezTo>
                      <a:pt x="43" y="49"/>
                      <a:pt x="42" y="48"/>
                      <a:pt x="42" y="47"/>
                    </a:cubicBezTo>
                    <a:cubicBezTo>
                      <a:pt x="42" y="47"/>
                      <a:pt x="42" y="46"/>
                      <a:pt x="42" y="45"/>
                    </a:cubicBezTo>
                    <a:cubicBezTo>
                      <a:pt x="41" y="44"/>
                      <a:pt x="41" y="43"/>
                      <a:pt x="40" y="43"/>
                    </a:cubicBezTo>
                    <a:cubicBezTo>
                      <a:pt x="40" y="42"/>
                      <a:pt x="39" y="42"/>
                      <a:pt x="38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1"/>
                      <a:pt x="36" y="41"/>
                      <a:pt x="36" y="40"/>
                    </a:cubicBezTo>
                    <a:cubicBezTo>
                      <a:pt x="35" y="39"/>
                      <a:pt x="35" y="39"/>
                      <a:pt x="35" y="38"/>
                    </a:cubicBezTo>
                    <a:cubicBezTo>
                      <a:pt x="35" y="37"/>
                      <a:pt x="36" y="37"/>
                      <a:pt x="36" y="36"/>
                    </a:cubicBezTo>
                    <a:cubicBezTo>
                      <a:pt x="36" y="35"/>
                      <a:pt x="36" y="34"/>
                      <a:pt x="36" y="33"/>
                    </a:cubicBezTo>
                    <a:cubicBezTo>
                      <a:pt x="36" y="32"/>
                      <a:pt x="36" y="31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5" y="27"/>
                      <a:pt x="35" y="26"/>
                      <a:pt x="35" y="24"/>
                    </a:cubicBezTo>
                    <a:cubicBezTo>
                      <a:pt x="35" y="24"/>
                      <a:pt x="35" y="23"/>
                      <a:pt x="35" y="22"/>
                    </a:cubicBezTo>
                    <a:cubicBezTo>
                      <a:pt x="35" y="21"/>
                      <a:pt x="34" y="20"/>
                      <a:pt x="34" y="19"/>
                    </a:cubicBezTo>
                    <a:cubicBezTo>
                      <a:pt x="34" y="19"/>
                      <a:pt x="34" y="18"/>
                      <a:pt x="34" y="18"/>
                    </a:cubicBezTo>
                    <a:cubicBezTo>
                      <a:pt x="35" y="18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5"/>
                      <a:pt x="34" y="14"/>
                      <a:pt x="33" y="13"/>
                    </a:cubicBezTo>
                    <a:cubicBezTo>
                      <a:pt x="32" y="12"/>
                      <a:pt x="32" y="11"/>
                      <a:pt x="31" y="10"/>
                    </a:cubicBezTo>
                    <a:cubicBezTo>
                      <a:pt x="31" y="9"/>
                      <a:pt x="30" y="8"/>
                      <a:pt x="29" y="7"/>
                    </a:cubicBezTo>
                    <a:cubicBezTo>
                      <a:pt x="29" y="7"/>
                      <a:pt x="28" y="6"/>
                      <a:pt x="28" y="5"/>
                    </a:cubicBezTo>
                    <a:cubicBezTo>
                      <a:pt x="27" y="3"/>
                      <a:pt x="25" y="1"/>
                      <a:pt x="23" y="0"/>
                    </a:cubicBezTo>
                    <a:cubicBezTo>
                      <a:pt x="21" y="0"/>
                      <a:pt x="19" y="0"/>
                      <a:pt x="17" y="2"/>
                    </a:cubicBezTo>
                    <a:cubicBezTo>
                      <a:pt x="15" y="3"/>
                      <a:pt x="15" y="6"/>
                      <a:pt x="15" y="8"/>
                    </a:cubicBezTo>
                    <a:cubicBezTo>
                      <a:pt x="16" y="10"/>
                      <a:pt x="17" y="13"/>
                      <a:pt x="15" y="14"/>
                    </a:cubicBezTo>
                    <a:cubicBezTo>
                      <a:pt x="13" y="16"/>
                      <a:pt x="10" y="15"/>
                      <a:pt x="8" y="17"/>
                    </a:cubicBezTo>
                    <a:cubicBezTo>
                      <a:pt x="7" y="19"/>
                      <a:pt x="6" y="21"/>
                      <a:pt x="5" y="23"/>
                    </a:cubicBezTo>
                    <a:cubicBezTo>
                      <a:pt x="5" y="24"/>
                      <a:pt x="3" y="25"/>
                      <a:pt x="2" y="27"/>
                    </a:cubicBezTo>
                    <a:cubicBezTo>
                      <a:pt x="0" y="31"/>
                      <a:pt x="4" y="37"/>
                      <a:pt x="6" y="40"/>
                    </a:cubicBezTo>
                    <a:cubicBezTo>
                      <a:pt x="8" y="43"/>
                      <a:pt x="10" y="45"/>
                      <a:pt x="13" y="47"/>
                    </a:cubicBezTo>
                    <a:cubicBezTo>
                      <a:pt x="14" y="47"/>
                      <a:pt x="15" y="48"/>
                      <a:pt x="16" y="49"/>
                    </a:cubicBezTo>
                    <a:cubicBezTo>
                      <a:pt x="17" y="50"/>
                      <a:pt x="17" y="51"/>
                      <a:pt x="18" y="52"/>
                    </a:cubicBezTo>
                    <a:cubicBezTo>
                      <a:pt x="21" y="55"/>
                      <a:pt x="23" y="56"/>
                      <a:pt x="26" y="58"/>
                    </a:cubicBezTo>
                    <a:cubicBezTo>
                      <a:pt x="28" y="58"/>
                      <a:pt x="29" y="59"/>
                      <a:pt x="30" y="60"/>
                    </a:cubicBezTo>
                    <a:cubicBezTo>
                      <a:pt x="30" y="61"/>
                      <a:pt x="30" y="62"/>
                      <a:pt x="31" y="63"/>
                    </a:cubicBezTo>
                    <a:cubicBezTo>
                      <a:pt x="31" y="66"/>
                      <a:pt x="31" y="69"/>
                      <a:pt x="31" y="72"/>
                    </a:cubicBezTo>
                    <a:cubicBezTo>
                      <a:pt x="31" y="73"/>
                      <a:pt x="31" y="74"/>
                      <a:pt x="31" y="75"/>
                    </a:cubicBezTo>
                    <a:cubicBezTo>
                      <a:pt x="31" y="76"/>
                      <a:pt x="31" y="77"/>
                      <a:pt x="32" y="78"/>
                    </a:cubicBezTo>
                    <a:cubicBezTo>
                      <a:pt x="33" y="79"/>
                      <a:pt x="34" y="81"/>
                      <a:pt x="32" y="83"/>
                    </a:cubicBezTo>
                    <a:cubicBezTo>
                      <a:pt x="32" y="84"/>
                      <a:pt x="31" y="85"/>
                      <a:pt x="30" y="86"/>
                    </a:cubicBezTo>
                    <a:cubicBezTo>
                      <a:pt x="30" y="87"/>
                      <a:pt x="29" y="87"/>
                      <a:pt x="30" y="88"/>
                    </a:cubicBezTo>
                    <a:cubicBezTo>
                      <a:pt x="30" y="89"/>
                      <a:pt x="31" y="89"/>
                      <a:pt x="31" y="90"/>
                    </a:cubicBezTo>
                    <a:cubicBezTo>
                      <a:pt x="32" y="91"/>
                      <a:pt x="33" y="92"/>
                      <a:pt x="34" y="93"/>
                    </a:cubicBezTo>
                    <a:cubicBezTo>
                      <a:pt x="35" y="94"/>
                      <a:pt x="36" y="96"/>
                      <a:pt x="37" y="97"/>
                    </a:cubicBezTo>
                    <a:cubicBezTo>
                      <a:pt x="38" y="98"/>
                      <a:pt x="38" y="99"/>
                      <a:pt x="39" y="99"/>
                    </a:cubicBezTo>
                    <a:cubicBezTo>
                      <a:pt x="39" y="100"/>
                      <a:pt x="40" y="101"/>
                      <a:pt x="40" y="101"/>
                    </a:cubicBezTo>
                    <a:cubicBezTo>
                      <a:pt x="41" y="102"/>
                      <a:pt x="42" y="103"/>
                      <a:pt x="42" y="104"/>
                    </a:cubicBezTo>
                    <a:cubicBezTo>
                      <a:pt x="42" y="104"/>
                      <a:pt x="43" y="105"/>
                      <a:pt x="43" y="105"/>
                    </a:cubicBezTo>
                    <a:cubicBezTo>
                      <a:pt x="44" y="106"/>
                      <a:pt x="45" y="108"/>
                      <a:pt x="46" y="109"/>
                    </a:cubicBezTo>
                    <a:cubicBezTo>
                      <a:pt x="46" y="110"/>
                      <a:pt x="47" y="110"/>
                      <a:pt x="47" y="111"/>
                    </a:cubicBezTo>
                    <a:cubicBezTo>
                      <a:pt x="48" y="112"/>
                      <a:pt x="48" y="112"/>
                      <a:pt x="49" y="111"/>
                    </a:cubicBezTo>
                    <a:cubicBezTo>
                      <a:pt x="51" y="110"/>
                      <a:pt x="50" y="107"/>
                      <a:pt x="50" y="105"/>
                    </a:cubicBezTo>
                    <a:cubicBezTo>
                      <a:pt x="51" y="104"/>
                      <a:pt x="51" y="103"/>
                      <a:pt x="51" y="102"/>
                    </a:cubicBezTo>
                    <a:cubicBezTo>
                      <a:pt x="51" y="101"/>
                      <a:pt x="51" y="99"/>
                      <a:pt x="52" y="98"/>
                    </a:cubicBezTo>
                    <a:cubicBezTo>
                      <a:pt x="52" y="96"/>
                      <a:pt x="52" y="93"/>
                      <a:pt x="52" y="90"/>
                    </a:cubicBezTo>
                    <a:cubicBezTo>
                      <a:pt x="51" y="89"/>
                      <a:pt x="51" y="88"/>
                      <a:pt x="51" y="86"/>
                    </a:cubicBezTo>
                    <a:cubicBezTo>
                      <a:pt x="51" y="85"/>
                      <a:pt x="51" y="84"/>
                      <a:pt x="52" y="83"/>
                    </a:cubicBezTo>
                    <a:cubicBezTo>
                      <a:pt x="52" y="81"/>
                      <a:pt x="52" y="79"/>
                      <a:pt x="52" y="77"/>
                    </a:cubicBezTo>
                    <a:cubicBezTo>
                      <a:pt x="51" y="74"/>
                      <a:pt x="51" y="72"/>
                      <a:pt x="51" y="70"/>
                    </a:cubicBezTo>
                    <a:cubicBezTo>
                      <a:pt x="50" y="68"/>
                      <a:pt x="50" y="67"/>
                      <a:pt x="49" y="65"/>
                    </a:cubicBezTo>
                    <a:cubicBezTo>
                      <a:pt x="49" y="65"/>
                      <a:pt x="49" y="64"/>
                      <a:pt x="49" y="64"/>
                    </a:cubicBezTo>
                    <a:cubicBezTo>
                      <a:pt x="49" y="63"/>
                      <a:pt x="48" y="63"/>
                      <a:pt x="48" y="6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2" name="Freeform 3219">
                <a:extLst>
                  <a:ext uri="{FF2B5EF4-FFF2-40B4-BE49-F238E27FC236}">
                    <a16:creationId xmlns:a16="http://schemas.microsoft.com/office/drawing/2014/main" id="{479F0D53-3762-4CF8-BA1A-BD031CD36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580"/>
                <a:ext cx="5" cy="6"/>
              </a:xfrm>
              <a:custGeom>
                <a:avLst/>
                <a:gdLst>
                  <a:gd name="T0" fmla="*/ 2 w 13"/>
                  <a:gd name="T1" fmla="*/ 13 h 13"/>
                  <a:gd name="T2" fmla="*/ 0 w 13"/>
                  <a:gd name="T3" fmla="*/ 10 h 13"/>
                  <a:gd name="T4" fmla="*/ 1 w 13"/>
                  <a:gd name="T5" fmla="*/ 7 h 13"/>
                  <a:gd name="T6" fmla="*/ 6 w 13"/>
                  <a:gd name="T7" fmla="*/ 6 h 13"/>
                  <a:gd name="T8" fmla="*/ 10 w 13"/>
                  <a:gd name="T9" fmla="*/ 0 h 13"/>
                  <a:gd name="T10" fmla="*/ 11 w 13"/>
                  <a:gd name="T11" fmla="*/ 2 h 13"/>
                  <a:gd name="T12" fmla="*/ 12 w 13"/>
                  <a:gd name="T13" fmla="*/ 5 h 13"/>
                  <a:gd name="T14" fmla="*/ 11 w 13"/>
                  <a:gd name="T15" fmla="*/ 11 h 13"/>
                  <a:gd name="T16" fmla="*/ 2 w 13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2" y="13"/>
                    </a:moveTo>
                    <a:cubicBezTo>
                      <a:pt x="1" y="12"/>
                      <a:pt x="1" y="11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3" y="6"/>
                      <a:pt x="4" y="7"/>
                      <a:pt x="6" y="6"/>
                    </a:cubicBezTo>
                    <a:cubicBezTo>
                      <a:pt x="7" y="4"/>
                      <a:pt x="7" y="1"/>
                      <a:pt x="10" y="0"/>
                    </a:cubicBezTo>
                    <a:cubicBezTo>
                      <a:pt x="11" y="0"/>
                      <a:pt x="11" y="2"/>
                      <a:pt x="11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3" y="8"/>
                      <a:pt x="13" y="10"/>
                      <a:pt x="11" y="11"/>
                    </a:cubicBezTo>
                    <a:cubicBezTo>
                      <a:pt x="9" y="13"/>
                      <a:pt x="5" y="13"/>
                      <a:pt x="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3" name="Freeform 3220">
                <a:extLst>
                  <a:ext uri="{FF2B5EF4-FFF2-40B4-BE49-F238E27FC236}">
                    <a16:creationId xmlns:a16="http://schemas.microsoft.com/office/drawing/2014/main" id="{EE663CBE-38B7-4796-BAB0-88FD5A3CE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578"/>
                <a:ext cx="11" cy="11"/>
              </a:xfrm>
              <a:custGeom>
                <a:avLst/>
                <a:gdLst>
                  <a:gd name="T0" fmla="*/ 21 w 26"/>
                  <a:gd name="T1" fmla="*/ 21 h 26"/>
                  <a:gd name="T2" fmla="*/ 17 w 26"/>
                  <a:gd name="T3" fmla="*/ 22 h 26"/>
                  <a:gd name="T4" fmla="*/ 15 w 26"/>
                  <a:gd name="T5" fmla="*/ 25 h 26"/>
                  <a:gd name="T6" fmla="*/ 10 w 26"/>
                  <a:gd name="T7" fmla="*/ 20 h 26"/>
                  <a:gd name="T8" fmla="*/ 6 w 26"/>
                  <a:gd name="T9" fmla="*/ 19 h 26"/>
                  <a:gd name="T10" fmla="*/ 4 w 26"/>
                  <a:gd name="T11" fmla="*/ 16 h 26"/>
                  <a:gd name="T12" fmla="*/ 1 w 26"/>
                  <a:gd name="T13" fmla="*/ 9 h 26"/>
                  <a:gd name="T14" fmla="*/ 7 w 26"/>
                  <a:gd name="T15" fmla="*/ 0 h 26"/>
                  <a:gd name="T16" fmla="*/ 12 w 26"/>
                  <a:gd name="T17" fmla="*/ 2 h 26"/>
                  <a:gd name="T18" fmla="*/ 18 w 26"/>
                  <a:gd name="T19" fmla="*/ 1 h 26"/>
                  <a:gd name="T20" fmla="*/ 22 w 26"/>
                  <a:gd name="T21" fmla="*/ 0 h 26"/>
                  <a:gd name="T22" fmla="*/ 25 w 26"/>
                  <a:gd name="T23" fmla="*/ 1 h 26"/>
                  <a:gd name="T24" fmla="*/ 26 w 26"/>
                  <a:gd name="T25" fmla="*/ 6 h 26"/>
                  <a:gd name="T26" fmla="*/ 21 w 26"/>
                  <a:gd name="T27" fmla="*/ 9 h 26"/>
                  <a:gd name="T28" fmla="*/ 16 w 26"/>
                  <a:gd name="T29" fmla="*/ 9 h 26"/>
                  <a:gd name="T30" fmla="*/ 19 w 26"/>
                  <a:gd name="T31" fmla="*/ 15 h 26"/>
                  <a:gd name="T32" fmla="*/ 22 w 26"/>
                  <a:gd name="T33" fmla="*/ 16 h 26"/>
                  <a:gd name="T34" fmla="*/ 22 w 26"/>
                  <a:gd name="T35" fmla="*/ 18 h 26"/>
                  <a:gd name="T36" fmla="*/ 21 w 26"/>
                  <a:gd name="T37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6">
                    <a:moveTo>
                      <a:pt x="21" y="21"/>
                    </a:moveTo>
                    <a:cubicBezTo>
                      <a:pt x="19" y="21"/>
                      <a:pt x="18" y="21"/>
                      <a:pt x="17" y="22"/>
                    </a:cubicBezTo>
                    <a:cubicBezTo>
                      <a:pt x="16" y="23"/>
                      <a:pt x="17" y="24"/>
                      <a:pt x="15" y="25"/>
                    </a:cubicBezTo>
                    <a:cubicBezTo>
                      <a:pt x="12" y="26"/>
                      <a:pt x="11" y="23"/>
                      <a:pt x="10" y="20"/>
                    </a:cubicBezTo>
                    <a:cubicBezTo>
                      <a:pt x="8" y="19"/>
                      <a:pt x="8" y="19"/>
                      <a:pt x="6" y="19"/>
                    </a:cubicBezTo>
                    <a:cubicBezTo>
                      <a:pt x="4" y="19"/>
                      <a:pt x="4" y="17"/>
                      <a:pt x="4" y="16"/>
                    </a:cubicBezTo>
                    <a:cubicBezTo>
                      <a:pt x="3" y="14"/>
                      <a:pt x="1" y="12"/>
                      <a:pt x="1" y="9"/>
                    </a:cubicBezTo>
                    <a:cubicBezTo>
                      <a:pt x="0" y="6"/>
                      <a:pt x="3" y="0"/>
                      <a:pt x="7" y="0"/>
                    </a:cubicBezTo>
                    <a:cubicBezTo>
                      <a:pt x="9" y="1"/>
                      <a:pt x="10" y="2"/>
                      <a:pt x="12" y="2"/>
                    </a:cubicBezTo>
                    <a:cubicBezTo>
                      <a:pt x="15" y="2"/>
                      <a:pt x="16" y="2"/>
                      <a:pt x="18" y="1"/>
                    </a:cubicBezTo>
                    <a:cubicBezTo>
                      <a:pt x="19" y="0"/>
                      <a:pt x="21" y="0"/>
                      <a:pt x="22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6" y="3"/>
                      <a:pt x="26" y="5"/>
                      <a:pt x="26" y="6"/>
                    </a:cubicBezTo>
                    <a:cubicBezTo>
                      <a:pt x="25" y="8"/>
                      <a:pt x="23" y="8"/>
                      <a:pt x="21" y="9"/>
                    </a:cubicBezTo>
                    <a:cubicBezTo>
                      <a:pt x="20" y="9"/>
                      <a:pt x="17" y="8"/>
                      <a:pt x="16" y="9"/>
                    </a:cubicBezTo>
                    <a:cubicBezTo>
                      <a:pt x="14" y="11"/>
                      <a:pt x="17" y="14"/>
                      <a:pt x="19" y="15"/>
                    </a:cubicBezTo>
                    <a:cubicBezTo>
                      <a:pt x="20" y="15"/>
                      <a:pt x="21" y="15"/>
                      <a:pt x="22" y="16"/>
                    </a:cubicBezTo>
                    <a:cubicBezTo>
                      <a:pt x="23" y="16"/>
                      <a:pt x="22" y="17"/>
                      <a:pt x="22" y="18"/>
                    </a:cubicBezTo>
                    <a:cubicBezTo>
                      <a:pt x="22" y="20"/>
                      <a:pt x="22" y="20"/>
                      <a:pt x="21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4" name="Freeform 3221">
                <a:extLst>
                  <a:ext uri="{FF2B5EF4-FFF2-40B4-BE49-F238E27FC236}">
                    <a16:creationId xmlns:a16="http://schemas.microsoft.com/office/drawing/2014/main" id="{AF7DEE9E-1C98-4A7F-9C89-305843B13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567"/>
                <a:ext cx="5" cy="4"/>
              </a:xfrm>
              <a:custGeom>
                <a:avLst/>
                <a:gdLst>
                  <a:gd name="T0" fmla="*/ 5 w 12"/>
                  <a:gd name="T1" fmla="*/ 1 h 12"/>
                  <a:gd name="T2" fmla="*/ 8 w 12"/>
                  <a:gd name="T3" fmla="*/ 1 h 12"/>
                  <a:gd name="T4" fmla="*/ 11 w 12"/>
                  <a:gd name="T5" fmla="*/ 1 h 12"/>
                  <a:gd name="T6" fmla="*/ 12 w 12"/>
                  <a:gd name="T7" fmla="*/ 4 h 12"/>
                  <a:gd name="T8" fmla="*/ 12 w 12"/>
                  <a:gd name="T9" fmla="*/ 8 h 12"/>
                  <a:gd name="T10" fmla="*/ 11 w 12"/>
                  <a:gd name="T11" fmla="*/ 11 h 12"/>
                  <a:gd name="T12" fmla="*/ 6 w 12"/>
                  <a:gd name="T13" fmla="*/ 11 h 12"/>
                  <a:gd name="T14" fmla="*/ 2 w 12"/>
                  <a:gd name="T15" fmla="*/ 10 h 12"/>
                  <a:gd name="T16" fmla="*/ 0 w 12"/>
                  <a:gd name="T17" fmla="*/ 4 h 12"/>
                  <a:gd name="T18" fmla="*/ 1 w 12"/>
                  <a:gd name="T19" fmla="*/ 1 h 12"/>
                  <a:gd name="T20" fmla="*/ 5 w 12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5" y="1"/>
                    </a:moveTo>
                    <a:cubicBezTo>
                      <a:pt x="6" y="0"/>
                      <a:pt x="7" y="1"/>
                      <a:pt x="8" y="1"/>
                    </a:cubicBezTo>
                    <a:cubicBezTo>
                      <a:pt x="9" y="1"/>
                      <a:pt x="10" y="0"/>
                      <a:pt x="11" y="1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5"/>
                      <a:pt x="12" y="7"/>
                      <a:pt x="12" y="8"/>
                    </a:cubicBezTo>
                    <a:cubicBezTo>
                      <a:pt x="12" y="9"/>
                      <a:pt x="12" y="10"/>
                      <a:pt x="11" y="11"/>
                    </a:cubicBezTo>
                    <a:cubicBezTo>
                      <a:pt x="10" y="12"/>
                      <a:pt x="7" y="11"/>
                      <a:pt x="6" y="11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5" name="Freeform 3222">
                <a:extLst>
                  <a:ext uri="{FF2B5EF4-FFF2-40B4-BE49-F238E27FC236}">
                    <a16:creationId xmlns:a16="http://schemas.microsoft.com/office/drawing/2014/main" id="{E4A3FC65-5A61-4CD9-B7E3-43E281941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567"/>
                <a:ext cx="4" cy="4"/>
              </a:xfrm>
              <a:custGeom>
                <a:avLst/>
                <a:gdLst>
                  <a:gd name="T0" fmla="*/ 9 w 11"/>
                  <a:gd name="T1" fmla="*/ 0 h 10"/>
                  <a:gd name="T2" fmla="*/ 11 w 11"/>
                  <a:gd name="T3" fmla="*/ 3 h 10"/>
                  <a:gd name="T4" fmla="*/ 9 w 11"/>
                  <a:gd name="T5" fmla="*/ 5 h 10"/>
                  <a:gd name="T6" fmla="*/ 9 w 11"/>
                  <a:gd name="T7" fmla="*/ 8 h 10"/>
                  <a:gd name="T8" fmla="*/ 8 w 11"/>
                  <a:gd name="T9" fmla="*/ 9 h 10"/>
                  <a:gd name="T10" fmla="*/ 6 w 11"/>
                  <a:gd name="T11" fmla="*/ 9 h 10"/>
                  <a:gd name="T12" fmla="*/ 4 w 11"/>
                  <a:gd name="T13" fmla="*/ 10 h 10"/>
                  <a:gd name="T14" fmla="*/ 1 w 11"/>
                  <a:gd name="T15" fmla="*/ 9 h 10"/>
                  <a:gd name="T16" fmla="*/ 0 w 11"/>
                  <a:gd name="T17" fmla="*/ 7 h 10"/>
                  <a:gd name="T18" fmla="*/ 2 w 11"/>
                  <a:gd name="T19" fmla="*/ 6 h 10"/>
                  <a:gd name="T20" fmla="*/ 3 w 11"/>
                  <a:gd name="T21" fmla="*/ 3 h 10"/>
                  <a:gd name="T22" fmla="*/ 4 w 11"/>
                  <a:gd name="T23" fmla="*/ 1 h 10"/>
                  <a:gd name="T24" fmla="*/ 5 w 11"/>
                  <a:gd name="T25" fmla="*/ 0 h 10"/>
                  <a:gd name="T26" fmla="*/ 9 w 11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9" y="0"/>
                    </a:moveTo>
                    <a:cubicBezTo>
                      <a:pt x="10" y="1"/>
                      <a:pt x="11" y="2"/>
                      <a:pt x="11" y="3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3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6" name="Freeform 3223">
                <a:extLst>
                  <a:ext uri="{FF2B5EF4-FFF2-40B4-BE49-F238E27FC236}">
                    <a16:creationId xmlns:a16="http://schemas.microsoft.com/office/drawing/2014/main" id="{1DBC4D72-7683-4733-A2E6-A8FBF8D54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62"/>
                <a:ext cx="5" cy="3"/>
              </a:xfrm>
              <a:custGeom>
                <a:avLst/>
                <a:gdLst>
                  <a:gd name="T0" fmla="*/ 5 w 12"/>
                  <a:gd name="T1" fmla="*/ 9 h 9"/>
                  <a:gd name="T2" fmla="*/ 4 w 12"/>
                  <a:gd name="T3" fmla="*/ 9 h 9"/>
                  <a:gd name="T4" fmla="*/ 3 w 12"/>
                  <a:gd name="T5" fmla="*/ 8 h 9"/>
                  <a:gd name="T6" fmla="*/ 1 w 12"/>
                  <a:gd name="T7" fmla="*/ 7 h 9"/>
                  <a:gd name="T8" fmla="*/ 1 w 12"/>
                  <a:gd name="T9" fmla="*/ 4 h 9"/>
                  <a:gd name="T10" fmla="*/ 3 w 12"/>
                  <a:gd name="T11" fmla="*/ 2 h 9"/>
                  <a:gd name="T12" fmla="*/ 5 w 12"/>
                  <a:gd name="T13" fmla="*/ 0 h 9"/>
                  <a:gd name="T14" fmla="*/ 11 w 12"/>
                  <a:gd name="T15" fmla="*/ 2 h 9"/>
                  <a:gd name="T16" fmla="*/ 12 w 12"/>
                  <a:gd name="T17" fmla="*/ 5 h 9"/>
                  <a:gd name="T18" fmla="*/ 11 w 12"/>
                  <a:gd name="T19" fmla="*/ 7 h 9"/>
                  <a:gd name="T20" fmla="*/ 8 w 12"/>
                  <a:gd name="T21" fmla="*/ 8 h 9"/>
                  <a:gd name="T22" fmla="*/ 6 w 12"/>
                  <a:gd name="T23" fmla="*/ 9 h 9"/>
                  <a:gd name="T24" fmla="*/ 6 w 12"/>
                  <a:gd name="T25" fmla="*/ 9 h 9"/>
                  <a:gd name="T26" fmla="*/ 5 w 12"/>
                  <a:gd name="T2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9">
                    <a:moveTo>
                      <a:pt x="5" y="9"/>
                    </a:moveTo>
                    <a:cubicBezTo>
                      <a:pt x="5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7" y="0"/>
                      <a:pt x="10" y="0"/>
                      <a:pt x="11" y="2"/>
                    </a:cubicBezTo>
                    <a:cubicBezTo>
                      <a:pt x="12" y="3"/>
                      <a:pt x="12" y="3"/>
                      <a:pt x="12" y="5"/>
                    </a:cubicBezTo>
                    <a:cubicBezTo>
                      <a:pt x="12" y="6"/>
                      <a:pt x="12" y="7"/>
                      <a:pt x="11" y="7"/>
                    </a:cubicBezTo>
                    <a:cubicBezTo>
                      <a:pt x="10" y="7"/>
                      <a:pt x="9" y="8"/>
                      <a:pt x="8" y="8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7" name="Freeform 3224">
                <a:extLst>
                  <a:ext uri="{FF2B5EF4-FFF2-40B4-BE49-F238E27FC236}">
                    <a16:creationId xmlns:a16="http://schemas.microsoft.com/office/drawing/2014/main" id="{67D87D68-9A96-4A41-B1C4-BC1FB6801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48"/>
                <a:ext cx="19" cy="9"/>
              </a:xfrm>
              <a:custGeom>
                <a:avLst/>
                <a:gdLst>
                  <a:gd name="T0" fmla="*/ 6 w 48"/>
                  <a:gd name="T1" fmla="*/ 21 h 22"/>
                  <a:gd name="T2" fmla="*/ 2 w 48"/>
                  <a:gd name="T3" fmla="*/ 20 h 22"/>
                  <a:gd name="T4" fmla="*/ 5 w 48"/>
                  <a:gd name="T5" fmla="*/ 15 h 22"/>
                  <a:gd name="T6" fmla="*/ 10 w 48"/>
                  <a:gd name="T7" fmla="*/ 12 h 22"/>
                  <a:gd name="T8" fmla="*/ 15 w 48"/>
                  <a:gd name="T9" fmla="*/ 9 h 22"/>
                  <a:gd name="T10" fmla="*/ 20 w 48"/>
                  <a:gd name="T11" fmla="*/ 7 h 22"/>
                  <a:gd name="T12" fmla="*/ 21 w 48"/>
                  <a:gd name="T13" fmla="*/ 4 h 22"/>
                  <a:gd name="T14" fmla="*/ 22 w 48"/>
                  <a:gd name="T15" fmla="*/ 1 h 22"/>
                  <a:gd name="T16" fmla="*/ 28 w 48"/>
                  <a:gd name="T17" fmla="*/ 0 h 22"/>
                  <a:gd name="T18" fmla="*/ 30 w 48"/>
                  <a:gd name="T19" fmla="*/ 1 h 22"/>
                  <a:gd name="T20" fmla="*/ 28 w 48"/>
                  <a:gd name="T21" fmla="*/ 4 h 22"/>
                  <a:gd name="T22" fmla="*/ 27 w 48"/>
                  <a:gd name="T23" fmla="*/ 7 h 22"/>
                  <a:gd name="T24" fmla="*/ 34 w 48"/>
                  <a:gd name="T25" fmla="*/ 5 h 22"/>
                  <a:gd name="T26" fmla="*/ 39 w 48"/>
                  <a:gd name="T27" fmla="*/ 4 h 22"/>
                  <a:gd name="T28" fmla="*/ 42 w 48"/>
                  <a:gd name="T29" fmla="*/ 4 h 22"/>
                  <a:gd name="T30" fmla="*/ 44 w 48"/>
                  <a:gd name="T31" fmla="*/ 3 h 22"/>
                  <a:gd name="T32" fmla="*/ 48 w 48"/>
                  <a:gd name="T33" fmla="*/ 6 h 22"/>
                  <a:gd name="T34" fmla="*/ 42 w 48"/>
                  <a:gd name="T35" fmla="*/ 8 h 22"/>
                  <a:gd name="T36" fmla="*/ 36 w 48"/>
                  <a:gd name="T37" fmla="*/ 12 h 22"/>
                  <a:gd name="T38" fmla="*/ 31 w 48"/>
                  <a:gd name="T39" fmla="*/ 15 h 22"/>
                  <a:gd name="T40" fmla="*/ 22 w 48"/>
                  <a:gd name="T41" fmla="*/ 13 h 22"/>
                  <a:gd name="T42" fmla="*/ 17 w 48"/>
                  <a:gd name="T43" fmla="*/ 14 h 22"/>
                  <a:gd name="T44" fmla="*/ 13 w 48"/>
                  <a:gd name="T45" fmla="*/ 16 h 22"/>
                  <a:gd name="T46" fmla="*/ 11 w 48"/>
                  <a:gd name="T47" fmla="*/ 17 h 22"/>
                  <a:gd name="T48" fmla="*/ 9 w 48"/>
                  <a:gd name="T49" fmla="*/ 19 h 22"/>
                  <a:gd name="T50" fmla="*/ 6 w 48"/>
                  <a:gd name="T51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22">
                    <a:moveTo>
                      <a:pt x="6" y="21"/>
                    </a:moveTo>
                    <a:cubicBezTo>
                      <a:pt x="5" y="22"/>
                      <a:pt x="3" y="21"/>
                      <a:pt x="2" y="20"/>
                    </a:cubicBezTo>
                    <a:cubicBezTo>
                      <a:pt x="0" y="18"/>
                      <a:pt x="4" y="16"/>
                      <a:pt x="5" y="15"/>
                    </a:cubicBezTo>
                    <a:cubicBezTo>
                      <a:pt x="7" y="14"/>
                      <a:pt x="9" y="14"/>
                      <a:pt x="10" y="12"/>
                    </a:cubicBezTo>
                    <a:cubicBezTo>
                      <a:pt x="11" y="10"/>
                      <a:pt x="13" y="9"/>
                      <a:pt x="15" y="9"/>
                    </a:cubicBezTo>
                    <a:cubicBezTo>
                      <a:pt x="17" y="8"/>
                      <a:pt x="19" y="9"/>
                      <a:pt x="20" y="7"/>
                    </a:cubicBezTo>
                    <a:cubicBezTo>
                      <a:pt x="21" y="6"/>
                      <a:pt x="21" y="5"/>
                      <a:pt x="21" y="4"/>
                    </a:cubicBezTo>
                    <a:cubicBezTo>
                      <a:pt x="21" y="3"/>
                      <a:pt x="22" y="2"/>
                      <a:pt x="22" y="1"/>
                    </a:cubicBezTo>
                    <a:cubicBezTo>
                      <a:pt x="23" y="0"/>
                      <a:pt x="27" y="0"/>
                      <a:pt x="28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0" y="2"/>
                      <a:pt x="28" y="3"/>
                      <a:pt x="28" y="4"/>
                    </a:cubicBezTo>
                    <a:cubicBezTo>
                      <a:pt x="26" y="5"/>
                      <a:pt x="25" y="7"/>
                      <a:pt x="27" y="7"/>
                    </a:cubicBezTo>
                    <a:cubicBezTo>
                      <a:pt x="30" y="8"/>
                      <a:pt x="32" y="7"/>
                      <a:pt x="34" y="5"/>
                    </a:cubicBezTo>
                    <a:cubicBezTo>
                      <a:pt x="35" y="4"/>
                      <a:pt x="37" y="4"/>
                      <a:pt x="39" y="4"/>
                    </a:cubicBezTo>
                    <a:cubicBezTo>
                      <a:pt x="40" y="4"/>
                      <a:pt x="41" y="4"/>
                      <a:pt x="42" y="4"/>
                    </a:cubicBezTo>
                    <a:cubicBezTo>
                      <a:pt x="43" y="3"/>
                      <a:pt x="43" y="3"/>
                      <a:pt x="44" y="3"/>
                    </a:cubicBezTo>
                    <a:cubicBezTo>
                      <a:pt x="46" y="2"/>
                      <a:pt x="48" y="4"/>
                      <a:pt x="48" y="6"/>
                    </a:cubicBezTo>
                    <a:cubicBezTo>
                      <a:pt x="48" y="9"/>
                      <a:pt x="44" y="8"/>
                      <a:pt x="42" y="8"/>
                    </a:cubicBezTo>
                    <a:cubicBezTo>
                      <a:pt x="40" y="8"/>
                      <a:pt x="37" y="9"/>
                      <a:pt x="36" y="12"/>
                    </a:cubicBezTo>
                    <a:cubicBezTo>
                      <a:pt x="34" y="13"/>
                      <a:pt x="33" y="15"/>
                      <a:pt x="31" y="15"/>
                    </a:cubicBezTo>
                    <a:cubicBezTo>
                      <a:pt x="28" y="15"/>
                      <a:pt x="25" y="14"/>
                      <a:pt x="22" y="13"/>
                    </a:cubicBezTo>
                    <a:cubicBezTo>
                      <a:pt x="20" y="13"/>
                      <a:pt x="18" y="13"/>
                      <a:pt x="17" y="14"/>
                    </a:cubicBezTo>
                    <a:cubicBezTo>
                      <a:pt x="15" y="14"/>
                      <a:pt x="15" y="15"/>
                      <a:pt x="13" y="16"/>
                    </a:cubicBezTo>
                    <a:cubicBezTo>
                      <a:pt x="12" y="16"/>
                      <a:pt x="12" y="16"/>
                      <a:pt x="11" y="17"/>
                    </a:cubicBezTo>
                    <a:cubicBezTo>
                      <a:pt x="10" y="18"/>
                      <a:pt x="9" y="18"/>
                      <a:pt x="9" y="19"/>
                    </a:cubicBezTo>
                    <a:cubicBezTo>
                      <a:pt x="8" y="20"/>
                      <a:pt x="7" y="21"/>
                      <a:pt x="6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8" name="Freeform 3225">
                <a:extLst>
                  <a:ext uri="{FF2B5EF4-FFF2-40B4-BE49-F238E27FC236}">
                    <a16:creationId xmlns:a16="http://schemas.microsoft.com/office/drawing/2014/main" id="{DE2FAC28-35AA-4005-AED3-376624BDD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40"/>
                <a:ext cx="5" cy="5"/>
              </a:xfrm>
              <a:custGeom>
                <a:avLst/>
                <a:gdLst>
                  <a:gd name="T0" fmla="*/ 0 w 12"/>
                  <a:gd name="T1" fmla="*/ 6 h 11"/>
                  <a:gd name="T2" fmla="*/ 4 w 12"/>
                  <a:gd name="T3" fmla="*/ 2 h 11"/>
                  <a:gd name="T4" fmla="*/ 7 w 12"/>
                  <a:gd name="T5" fmla="*/ 1 h 11"/>
                  <a:gd name="T6" fmla="*/ 10 w 12"/>
                  <a:gd name="T7" fmla="*/ 1 h 11"/>
                  <a:gd name="T8" fmla="*/ 12 w 12"/>
                  <a:gd name="T9" fmla="*/ 3 h 11"/>
                  <a:gd name="T10" fmla="*/ 9 w 12"/>
                  <a:gd name="T11" fmla="*/ 5 h 11"/>
                  <a:gd name="T12" fmla="*/ 6 w 12"/>
                  <a:gd name="T13" fmla="*/ 8 h 11"/>
                  <a:gd name="T14" fmla="*/ 5 w 12"/>
                  <a:gd name="T15" fmla="*/ 10 h 11"/>
                  <a:gd name="T16" fmla="*/ 2 w 12"/>
                  <a:gd name="T17" fmla="*/ 10 h 11"/>
                  <a:gd name="T18" fmla="*/ 0 w 12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0"/>
                      <a:pt x="10" y="0"/>
                      <a:pt x="10" y="1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4"/>
                      <a:pt x="10" y="5"/>
                      <a:pt x="9" y="5"/>
                    </a:cubicBezTo>
                    <a:cubicBezTo>
                      <a:pt x="8" y="6"/>
                      <a:pt x="7" y="6"/>
                      <a:pt x="6" y="8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9"/>
                      <a:pt x="0" y="8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9" name="Freeform 3226">
                <a:extLst>
                  <a:ext uri="{FF2B5EF4-FFF2-40B4-BE49-F238E27FC236}">
                    <a16:creationId xmlns:a16="http://schemas.microsoft.com/office/drawing/2014/main" id="{1A684983-6774-4EED-8674-10333C11F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551"/>
                <a:ext cx="7" cy="11"/>
              </a:xfrm>
              <a:custGeom>
                <a:avLst/>
                <a:gdLst>
                  <a:gd name="T0" fmla="*/ 11 w 16"/>
                  <a:gd name="T1" fmla="*/ 3 h 29"/>
                  <a:gd name="T2" fmla="*/ 13 w 16"/>
                  <a:gd name="T3" fmla="*/ 1 h 29"/>
                  <a:gd name="T4" fmla="*/ 16 w 16"/>
                  <a:gd name="T5" fmla="*/ 5 h 29"/>
                  <a:gd name="T6" fmla="*/ 14 w 16"/>
                  <a:gd name="T7" fmla="*/ 10 h 29"/>
                  <a:gd name="T8" fmla="*/ 11 w 16"/>
                  <a:gd name="T9" fmla="*/ 16 h 29"/>
                  <a:gd name="T10" fmla="*/ 11 w 16"/>
                  <a:gd name="T11" fmla="*/ 27 h 29"/>
                  <a:gd name="T12" fmla="*/ 6 w 16"/>
                  <a:gd name="T13" fmla="*/ 26 h 29"/>
                  <a:gd name="T14" fmla="*/ 5 w 16"/>
                  <a:gd name="T15" fmla="*/ 21 h 29"/>
                  <a:gd name="T16" fmla="*/ 0 w 16"/>
                  <a:gd name="T17" fmla="*/ 17 h 29"/>
                  <a:gd name="T18" fmla="*/ 3 w 16"/>
                  <a:gd name="T19" fmla="*/ 13 h 29"/>
                  <a:gd name="T20" fmla="*/ 7 w 16"/>
                  <a:gd name="T21" fmla="*/ 13 h 29"/>
                  <a:gd name="T22" fmla="*/ 8 w 16"/>
                  <a:gd name="T23" fmla="*/ 11 h 29"/>
                  <a:gd name="T24" fmla="*/ 10 w 16"/>
                  <a:gd name="T25" fmla="*/ 7 h 29"/>
                  <a:gd name="T26" fmla="*/ 11 w 16"/>
                  <a:gd name="T27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9">
                    <a:moveTo>
                      <a:pt x="11" y="3"/>
                    </a:moveTo>
                    <a:cubicBezTo>
                      <a:pt x="12" y="2"/>
                      <a:pt x="12" y="1"/>
                      <a:pt x="13" y="1"/>
                    </a:cubicBezTo>
                    <a:cubicBezTo>
                      <a:pt x="15" y="0"/>
                      <a:pt x="16" y="3"/>
                      <a:pt x="16" y="5"/>
                    </a:cubicBezTo>
                    <a:cubicBezTo>
                      <a:pt x="16" y="7"/>
                      <a:pt x="16" y="9"/>
                      <a:pt x="14" y="10"/>
                    </a:cubicBezTo>
                    <a:cubicBezTo>
                      <a:pt x="12" y="12"/>
                      <a:pt x="11" y="14"/>
                      <a:pt x="11" y="16"/>
                    </a:cubicBezTo>
                    <a:cubicBezTo>
                      <a:pt x="11" y="20"/>
                      <a:pt x="12" y="24"/>
                      <a:pt x="11" y="27"/>
                    </a:cubicBezTo>
                    <a:cubicBezTo>
                      <a:pt x="9" y="28"/>
                      <a:pt x="7" y="29"/>
                      <a:pt x="6" y="26"/>
                    </a:cubicBezTo>
                    <a:cubicBezTo>
                      <a:pt x="6" y="24"/>
                      <a:pt x="7" y="21"/>
                      <a:pt x="5" y="21"/>
                    </a:cubicBezTo>
                    <a:cubicBezTo>
                      <a:pt x="3" y="20"/>
                      <a:pt x="1" y="19"/>
                      <a:pt x="0" y="17"/>
                    </a:cubicBezTo>
                    <a:cubicBezTo>
                      <a:pt x="0" y="15"/>
                      <a:pt x="1" y="13"/>
                      <a:pt x="3" y="13"/>
                    </a:cubicBezTo>
                    <a:cubicBezTo>
                      <a:pt x="4" y="13"/>
                      <a:pt x="6" y="14"/>
                      <a:pt x="7" y="13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9" y="10"/>
                      <a:pt x="10" y="9"/>
                      <a:pt x="10" y="7"/>
                    </a:cubicBezTo>
                    <a:cubicBezTo>
                      <a:pt x="11" y="6"/>
                      <a:pt x="11" y="4"/>
                      <a:pt x="1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0" name="Freeform 3227">
                <a:extLst>
                  <a:ext uri="{FF2B5EF4-FFF2-40B4-BE49-F238E27FC236}">
                    <a16:creationId xmlns:a16="http://schemas.microsoft.com/office/drawing/2014/main" id="{70CFC667-2BAF-4354-BEB9-B9A35B8A7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534"/>
                <a:ext cx="4" cy="6"/>
              </a:xfrm>
              <a:custGeom>
                <a:avLst/>
                <a:gdLst>
                  <a:gd name="T0" fmla="*/ 6 w 11"/>
                  <a:gd name="T1" fmla="*/ 12 h 15"/>
                  <a:gd name="T2" fmla="*/ 4 w 11"/>
                  <a:gd name="T3" fmla="*/ 15 h 15"/>
                  <a:gd name="T4" fmla="*/ 1 w 11"/>
                  <a:gd name="T5" fmla="*/ 14 h 15"/>
                  <a:gd name="T6" fmla="*/ 0 w 11"/>
                  <a:gd name="T7" fmla="*/ 10 h 15"/>
                  <a:gd name="T8" fmla="*/ 1 w 11"/>
                  <a:gd name="T9" fmla="*/ 6 h 15"/>
                  <a:gd name="T10" fmla="*/ 3 w 11"/>
                  <a:gd name="T11" fmla="*/ 3 h 15"/>
                  <a:gd name="T12" fmla="*/ 6 w 11"/>
                  <a:gd name="T13" fmla="*/ 2 h 15"/>
                  <a:gd name="T14" fmla="*/ 6 w 11"/>
                  <a:gd name="T15" fmla="*/ 1 h 15"/>
                  <a:gd name="T16" fmla="*/ 8 w 11"/>
                  <a:gd name="T17" fmla="*/ 0 h 15"/>
                  <a:gd name="T18" fmla="*/ 10 w 11"/>
                  <a:gd name="T19" fmla="*/ 0 h 15"/>
                  <a:gd name="T20" fmla="*/ 11 w 11"/>
                  <a:gd name="T21" fmla="*/ 3 h 15"/>
                  <a:gd name="T22" fmla="*/ 7 w 11"/>
                  <a:gd name="T23" fmla="*/ 6 h 15"/>
                  <a:gd name="T24" fmla="*/ 6 w 11"/>
                  <a:gd name="T25" fmla="*/ 8 h 15"/>
                  <a:gd name="T26" fmla="*/ 6 w 11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6" y="12"/>
                    </a:moveTo>
                    <a:cubicBezTo>
                      <a:pt x="6" y="13"/>
                      <a:pt x="5" y="14"/>
                      <a:pt x="4" y="15"/>
                    </a:cubicBezTo>
                    <a:cubicBezTo>
                      <a:pt x="3" y="15"/>
                      <a:pt x="1" y="15"/>
                      <a:pt x="1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9"/>
                      <a:pt x="1" y="8"/>
                      <a:pt x="1" y="6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0"/>
                      <a:pt x="11" y="2"/>
                      <a:pt x="11" y="3"/>
                    </a:cubicBezTo>
                    <a:cubicBezTo>
                      <a:pt x="10" y="4"/>
                      <a:pt x="8" y="5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9"/>
                      <a:pt x="6" y="11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1" name="Freeform 3228">
                <a:extLst>
                  <a:ext uri="{FF2B5EF4-FFF2-40B4-BE49-F238E27FC236}">
                    <a16:creationId xmlns:a16="http://schemas.microsoft.com/office/drawing/2014/main" id="{C85CF343-D6F6-4EBC-895F-920B4F927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536"/>
                <a:ext cx="8" cy="13"/>
              </a:xfrm>
              <a:custGeom>
                <a:avLst/>
                <a:gdLst>
                  <a:gd name="T0" fmla="*/ 14 w 20"/>
                  <a:gd name="T1" fmla="*/ 6 h 33"/>
                  <a:gd name="T2" fmla="*/ 15 w 20"/>
                  <a:gd name="T3" fmla="*/ 3 h 33"/>
                  <a:gd name="T4" fmla="*/ 15 w 20"/>
                  <a:gd name="T5" fmla="*/ 1 h 33"/>
                  <a:gd name="T6" fmla="*/ 12 w 20"/>
                  <a:gd name="T7" fmla="*/ 0 h 33"/>
                  <a:gd name="T8" fmla="*/ 8 w 20"/>
                  <a:gd name="T9" fmla="*/ 4 h 33"/>
                  <a:gd name="T10" fmla="*/ 4 w 20"/>
                  <a:gd name="T11" fmla="*/ 6 h 33"/>
                  <a:gd name="T12" fmla="*/ 1 w 20"/>
                  <a:gd name="T13" fmla="*/ 7 h 33"/>
                  <a:gd name="T14" fmla="*/ 1 w 20"/>
                  <a:gd name="T15" fmla="*/ 13 h 33"/>
                  <a:gd name="T16" fmla="*/ 0 w 20"/>
                  <a:gd name="T17" fmla="*/ 20 h 33"/>
                  <a:gd name="T18" fmla="*/ 3 w 20"/>
                  <a:gd name="T19" fmla="*/ 23 h 33"/>
                  <a:gd name="T20" fmla="*/ 8 w 20"/>
                  <a:gd name="T21" fmla="*/ 23 h 33"/>
                  <a:gd name="T22" fmla="*/ 11 w 20"/>
                  <a:gd name="T23" fmla="*/ 20 h 33"/>
                  <a:gd name="T24" fmla="*/ 13 w 20"/>
                  <a:gd name="T25" fmla="*/ 24 h 33"/>
                  <a:gd name="T26" fmla="*/ 14 w 20"/>
                  <a:gd name="T27" fmla="*/ 28 h 33"/>
                  <a:gd name="T28" fmla="*/ 15 w 20"/>
                  <a:gd name="T29" fmla="*/ 32 h 33"/>
                  <a:gd name="T30" fmla="*/ 19 w 20"/>
                  <a:gd name="T31" fmla="*/ 32 h 33"/>
                  <a:gd name="T32" fmla="*/ 20 w 20"/>
                  <a:gd name="T33" fmla="*/ 27 h 33"/>
                  <a:gd name="T34" fmla="*/ 20 w 20"/>
                  <a:gd name="T35" fmla="*/ 21 h 33"/>
                  <a:gd name="T36" fmla="*/ 19 w 20"/>
                  <a:gd name="T37" fmla="*/ 17 h 33"/>
                  <a:gd name="T38" fmla="*/ 13 w 20"/>
                  <a:gd name="T39" fmla="*/ 15 h 33"/>
                  <a:gd name="T40" fmla="*/ 11 w 20"/>
                  <a:gd name="T41" fmla="*/ 13 h 33"/>
                  <a:gd name="T42" fmla="*/ 11 w 20"/>
                  <a:gd name="T43" fmla="*/ 8 h 33"/>
                  <a:gd name="T44" fmla="*/ 12 w 20"/>
                  <a:gd name="T45" fmla="*/ 7 h 33"/>
                  <a:gd name="T46" fmla="*/ 14 w 20"/>
                  <a:gd name="T4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3">
                    <a:moveTo>
                      <a:pt x="14" y="6"/>
                    </a:moveTo>
                    <a:cubicBezTo>
                      <a:pt x="15" y="5"/>
                      <a:pt x="15" y="4"/>
                      <a:pt x="15" y="3"/>
                    </a:cubicBezTo>
                    <a:cubicBezTo>
                      <a:pt x="15" y="3"/>
                      <a:pt x="15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0" y="1"/>
                      <a:pt x="9" y="3"/>
                      <a:pt x="8" y="4"/>
                    </a:cubicBezTo>
                    <a:cubicBezTo>
                      <a:pt x="7" y="5"/>
                      <a:pt x="6" y="5"/>
                      <a:pt x="4" y="6"/>
                    </a:cubicBezTo>
                    <a:cubicBezTo>
                      <a:pt x="3" y="6"/>
                      <a:pt x="1" y="6"/>
                      <a:pt x="1" y="7"/>
                    </a:cubicBezTo>
                    <a:cubicBezTo>
                      <a:pt x="0" y="9"/>
                      <a:pt x="1" y="11"/>
                      <a:pt x="1" y="13"/>
                    </a:cubicBezTo>
                    <a:cubicBezTo>
                      <a:pt x="1" y="15"/>
                      <a:pt x="0" y="17"/>
                      <a:pt x="0" y="20"/>
                    </a:cubicBezTo>
                    <a:cubicBezTo>
                      <a:pt x="0" y="21"/>
                      <a:pt x="2" y="23"/>
                      <a:pt x="3" y="23"/>
                    </a:cubicBezTo>
                    <a:cubicBezTo>
                      <a:pt x="5" y="24"/>
                      <a:pt x="6" y="24"/>
                      <a:pt x="8" y="23"/>
                    </a:cubicBezTo>
                    <a:cubicBezTo>
                      <a:pt x="9" y="23"/>
                      <a:pt x="10" y="20"/>
                      <a:pt x="11" y="20"/>
                    </a:cubicBezTo>
                    <a:cubicBezTo>
                      <a:pt x="13" y="21"/>
                      <a:pt x="13" y="23"/>
                      <a:pt x="13" y="24"/>
                    </a:cubicBezTo>
                    <a:cubicBezTo>
                      <a:pt x="14" y="25"/>
                      <a:pt x="14" y="27"/>
                      <a:pt x="14" y="28"/>
                    </a:cubicBezTo>
                    <a:cubicBezTo>
                      <a:pt x="14" y="29"/>
                      <a:pt x="14" y="31"/>
                      <a:pt x="15" y="32"/>
                    </a:cubicBezTo>
                    <a:cubicBezTo>
                      <a:pt x="16" y="32"/>
                      <a:pt x="17" y="33"/>
                      <a:pt x="19" y="32"/>
                    </a:cubicBezTo>
                    <a:cubicBezTo>
                      <a:pt x="20" y="31"/>
                      <a:pt x="20" y="29"/>
                      <a:pt x="20" y="27"/>
                    </a:cubicBezTo>
                    <a:cubicBezTo>
                      <a:pt x="20" y="25"/>
                      <a:pt x="20" y="23"/>
                      <a:pt x="20" y="21"/>
                    </a:cubicBezTo>
                    <a:cubicBezTo>
                      <a:pt x="20" y="20"/>
                      <a:pt x="20" y="18"/>
                      <a:pt x="19" y="17"/>
                    </a:cubicBezTo>
                    <a:cubicBezTo>
                      <a:pt x="17" y="16"/>
                      <a:pt x="14" y="16"/>
                      <a:pt x="13" y="15"/>
                    </a:cubicBezTo>
                    <a:cubicBezTo>
                      <a:pt x="12" y="14"/>
                      <a:pt x="11" y="14"/>
                      <a:pt x="11" y="13"/>
                    </a:cubicBezTo>
                    <a:cubicBezTo>
                      <a:pt x="11" y="11"/>
                      <a:pt x="10" y="9"/>
                      <a:pt x="11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3" y="6"/>
                      <a:pt x="14" y="6"/>
                      <a:pt x="1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2" name="Freeform 3229">
                <a:extLst>
                  <a:ext uri="{FF2B5EF4-FFF2-40B4-BE49-F238E27FC236}">
                    <a16:creationId xmlns:a16="http://schemas.microsoft.com/office/drawing/2014/main" id="{B97D2337-F9F3-4C1C-B21F-0FA074C1F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551"/>
                <a:ext cx="10" cy="11"/>
              </a:xfrm>
              <a:custGeom>
                <a:avLst/>
                <a:gdLst>
                  <a:gd name="T0" fmla="*/ 8 w 25"/>
                  <a:gd name="T1" fmla="*/ 17 h 26"/>
                  <a:gd name="T2" fmla="*/ 7 w 25"/>
                  <a:gd name="T3" fmla="*/ 17 h 26"/>
                  <a:gd name="T4" fmla="*/ 5 w 25"/>
                  <a:gd name="T5" fmla="*/ 15 h 26"/>
                  <a:gd name="T6" fmla="*/ 4 w 25"/>
                  <a:gd name="T7" fmla="*/ 15 h 26"/>
                  <a:gd name="T8" fmla="*/ 3 w 25"/>
                  <a:gd name="T9" fmla="*/ 13 h 26"/>
                  <a:gd name="T10" fmla="*/ 1 w 25"/>
                  <a:gd name="T11" fmla="*/ 13 h 26"/>
                  <a:gd name="T12" fmla="*/ 0 w 25"/>
                  <a:gd name="T13" fmla="*/ 10 h 26"/>
                  <a:gd name="T14" fmla="*/ 2 w 25"/>
                  <a:gd name="T15" fmla="*/ 2 h 26"/>
                  <a:gd name="T16" fmla="*/ 5 w 25"/>
                  <a:gd name="T17" fmla="*/ 0 h 26"/>
                  <a:gd name="T18" fmla="*/ 9 w 25"/>
                  <a:gd name="T19" fmla="*/ 2 h 26"/>
                  <a:gd name="T20" fmla="*/ 10 w 25"/>
                  <a:gd name="T21" fmla="*/ 6 h 26"/>
                  <a:gd name="T22" fmla="*/ 13 w 25"/>
                  <a:gd name="T23" fmla="*/ 8 h 26"/>
                  <a:gd name="T24" fmla="*/ 17 w 25"/>
                  <a:gd name="T25" fmla="*/ 8 h 26"/>
                  <a:gd name="T26" fmla="*/ 20 w 25"/>
                  <a:gd name="T27" fmla="*/ 10 h 26"/>
                  <a:gd name="T28" fmla="*/ 21 w 25"/>
                  <a:gd name="T29" fmla="*/ 13 h 26"/>
                  <a:gd name="T30" fmla="*/ 24 w 25"/>
                  <a:gd name="T31" fmla="*/ 16 h 26"/>
                  <a:gd name="T32" fmla="*/ 25 w 25"/>
                  <a:gd name="T33" fmla="*/ 21 h 26"/>
                  <a:gd name="T34" fmla="*/ 21 w 25"/>
                  <a:gd name="T35" fmla="*/ 23 h 26"/>
                  <a:gd name="T36" fmla="*/ 18 w 25"/>
                  <a:gd name="T37" fmla="*/ 20 h 26"/>
                  <a:gd name="T38" fmla="*/ 15 w 25"/>
                  <a:gd name="T39" fmla="*/ 21 h 26"/>
                  <a:gd name="T40" fmla="*/ 14 w 25"/>
                  <a:gd name="T41" fmla="*/ 25 h 26"/>
                  <a:gd name="T42" fmla="*/ 11 w 25"/>
                  <a:gd name="T43" fmla="*/ 23 h 26"/>
                  <a:gd name="T44" fmla="*/ 10 w 25"/>
                  <a:gd name="T45" fmla="*/ 20 h 26"/>
                  <a:gd name="T46" fmla="*/ 8 w 25"/>
                  <a:gd name="T4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26">
                    <a:moveTo>
                      <a:pt x="8" y="17"/>
                    </a:moveTo>
                    <a:cubicBezTo>
                      <a:pt x="8" y="17"/>
                      <a:pt x="7" y="18"/>
                      <a:pt x="7" y="17"/>
                    </a:cubicBezTo>
                    <a:cubicBezTo>
                      <a:pt x="6" y="17"/>
                      <a:pt x="6" y="16"/>
                      <a:pt x="5" y="15"/>
                    </a:cubicBezTo>
                    <a:cubicBezTo>
                      <a:pt x="5" y="15"/>
                      <a:pt x="5" y="15"/>
                      <a:pt x="4" y="15"/>
                    </a:cubicBezTo>
                    <a:cubicBezTo>
                      <a:pt x="4" y="14"/>
                      <a:pt x="3" y="14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7"/>
                      <a:pt x="0" y="3"/>
                      <a:pt x="2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0"/>
                      <a:pt x="9" y="1"/>
                      <a:pt x="9" y="2"/>
                    </a:cubicBezTo>
                    <a:cubicBezTo>
                      <a:pt x="10" y="3"/>
                      <a:pt x="10" y="5"/>
                      <a:pt x="10" y="6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5" y="8"/>
                      <a:pt x="16" y="8"/>
                      <a:pt x="17" y="8"/>
                    </a:cubicBezTo>
                    <a:cubicBezTo>
                      <a:pt x="18" y="8"/>
                      <a:pt x="20" y="9"/>
                      <a:pt x="20" y="10"/>
                    </a:cubicBezTo>
                    <a:cubicBezTo>
                      <a:pt x="21" y="11"/>
                      <a:pt x="20" y="12"/>
                      <a:pt x="21" y="13"/>
                    </a:cubicBezTo>
                    <a:cubicBezTo>
                      <a:pt x="22" y="14"/>
                      <a:pt x="24" y="15"/>
                      <a:pt x="24" y="16"/>
                    </a:cubicBezTo>
                    <a:cubicBezTo>
                      <a:pt x="25" y="17"/>
                      <a:pt x="25" y="19"/>
                      <a:pt x="25" y="21"/>
                    </a:cubicBezTo>
                    <a:cubicBezTo>
                      <a:pt x="25" y="23"/>
                      <a:pt x="23" y="23"/>
                      <a:pt x="21" y="23"/>
                    </a:cubicBezTo>
                    <a:cubicBezTo>
                      <a:pt x="19" y="23"/>
                      <a:pt x="19" y="21"/>
                      <a:pt x="18" y="20"/>
                    </a:cubicBezTo>
                    <a:cubicBezTo>
                      <a:pt x="17" y="19"/>
                      <a:pt x="15" y="20"/>
                      <a:pt x="15" y="21"/>
                    </a:cubicBezTo>
                    <a:cubicBezTo>
                      <a:pt x="14" y="22"/>
                      <a:pt x="15" y="24"/>
                      <a:pt x="14" y="25"/>
                    </a:cubicBezTo>
                    <a:cubicBezTo>
                      <a:pt x="13" y="26"/>
                      <a:pt x="12" y="24"/>
                      <a:pt x="11" y="23"/>
                    </a:cubicBezTo>
                    <a:cubicBezTo>
                      <a:pt x="11" y="22"/>
                      <a:pt x="10" y="21"/>
                      <a:pt x="10" y="20"/>
                    </a:cubicBezTo>
                    <a:cubicBezTo>
                      <a:pt x="10" y="19"/>
                      <a:pt x="9" y="18"/>
                      <a:pt x="8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3" name="Freeform 3230">
                <a:extLst>
                  <a:ext uri="{FF2B5EF4-FFF2-40B4-BE49-F238E27FC236}">
                    <a16:creationId xmlns:a16="http://schemas.microsoft.com/office/drawing/2014/main" id="{1A8F7DDC-CF5A-41E6-BED9-6F8EF1E5C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567"/>
                <a:ext cx="8" cy="7"/>
              </a:xfrm>
              <a:custGeom>
                <a:avLst/>
                <a:gdLst>
                  <a:gd name="T0" fmla="*/ 2 w 21"/>
                  <a:gd name="T1" fmla="*/ 11 h 17"/>
                  <a:gd name="T2" fmla="*/ 0 w 21"/>
                  <a:gd name="T3" fmla="*/ 7 h 17"/>
                  <a:gd name="T4" fmla="*/ 5 w 21"/>
                  <a:gd name="T5" fmla="*/ 6 h 17"/>
                  <a:gd name="T6" fmla="*/ 10 w 21"/>
                  <a:gd name="T7" fmla="*/ 6 h 17"/>
                  <a:gd name="T8" fmla="*/ 12 w 21"/>
                  <a:gd name="T9" fmla="*/ 6 h 17"/>
                  <a:gd name="T10" fmla="*/ 14 w 21"/>
                  <a:gd name="T11" fmla="*/ 4 h 17"/>
                  <a:gd name="T12" fmla="*/ 16 w 21"/>
                  <a:gd name="T13" fmla="*/ 2 h 17"/>
                  <a:gd name="T14" fmla="*/ 17 w 21"/>
                  <a:gd name="T15" fmla="*/ 1 h 17"/>
                  <a:gd name="T16" fmla="*/ 19 w 21"/>
                  <a:gd name="T17" fmla="*/ 2 h 17"/>
                  <a:gd name="T18" fmla="*/ 19 w 21"/>
                  <a:gd name="T19" fmla="*/ 7 h 17"/>
                  <a:gd name="T20" fmla="*/ 17 w 21"/>
                  <a:gd name="T21" fmla="*/ 11 h 17"/>
                  <a:gd name="T22" fmla="*/ 15 w 21"/>
                  <a:gd name="T23" fmla="*/ 16 h 17"/>
                  <a:gd name="T24" fmla="*/ 13 w 21"/>
                  <a:gd name="T25" fmla="*/ 17 h 17"/>
                  <a:gd name="T26" fmla="*/ 9 w 21"/>
                  <a:gd name="T27" fmla="*/ 16 h 17"/>
                  <a:gd name="T28" fmla="*/ 7 w 21"/>
                  <a:gd name="T29" fmla="*/ 14 h 17"/>
                  <a:gd name="T30" fmla="*/ 5 w 21"/>
                  <a:gd name="T31" fmla="*/ 13 h 17"/>
                  <a:gd name="T32" fmla="*/ 4 w 21"/>
                  <a:gd name="T33" fmla="*/ 12 h 17"/>
                  <a:gd name="T34" fmla="*/ 2 w 21"/>
                  <a:gd name="T3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7">
                    <a:moveTo>
                      <a:pt x="2" y="11"/>
                    </a:moveTo>
                    <a:cubicBezTo>
                      <a:pt x="1" y="11"/>
                      <a:pt x="0" y="9"/>
                      <a:pt x="0" y="7"/>
                    </a:cubicBezTo>
                    <a:cubicBezTo>
                      <a:pt x="1" y="5"/>
                      <a:pt x="4" y="5"/>
                      <a:pt x="5" y="6"/>
                    </a:cubicBezTo>
                    <a:cubicBezTo>
                      <a:pt x="7" y="6"/>
                      <a:pt x="8" y="5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2"/>
                      <a:pt x="16" y="2"/>
                    </a:cubicBezTo>
                    <a:cubicBezTo>
                      <a:pt x="16" y="1"/>
                      <a:pt x="17" y="0"/>
                      <a:pt x="17" y="1"/>
                    </a:cubicBezTo>
                    <a:cubicBezTo>
                      <a:pt x="18" y="1"/>
                      <a:pt x="19" y="2"/>
                      <a:pt x="19" y="2"/>
                    </a:cubicBezTo>
                    <a:cubicBezTo>
                      <a:pt x="20" y="4"/>
                      <a:pt x="21" y="6"/>
                      <a:pt x="19" y="7"/>
                    </a:cubicBezTo>
                    <a:cubicBezTo>
                      <a:pt x="18" y="8"/>
                      <a:pt x="17" y="9"/>
                      <a:pt x="17" y="11"/>
                    </a:cubicBezTo>
                    <a:cubicBezTo>
                      <a:pt x="16" y="13"/>
                      <a:pt x="16" y="14"/>
                      <a:pt x="15" y="16"/>
                    </a:cubicBezTo>
                    <a:cubicBezTo>
                      <a:pt x="14" y="16"/>
                      <a:pt x="13" y="17"/>
                      <a:pt x="13" y="17"/>
                    </a:cubicBezTo>
                    <a:cubicBezTo>
                      <a:pt x="11" y="17"/>
                      <a:pt x="10" y="16"/>
                      <a:pt x="9" y="16"/>
                    </a:cubicBezTo>
                    <a:cubicBezTo>
                      <a:pt x="9" y="15"/>
                      <a:pt x="8" y="14"/>
                      <a:pt x="7" y="14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4" y="13"/>
                      <a:pt x="5" y="12"/>
                      <a:pt x="4" y="12"/>
                    </a:cubicBezTo>
                    <a:cubicBezTo>
                      <a:pt x="4" y="11"/>
                      <a:pt x="3" y="11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4" name="Freeform 3231">
                <a:extLst>
                  <a:ext uri="{FF2B5EF4-FFF2-40B4-BE49-F238E27FC236}">
                    <a16:creationId xmlns:a16="http://schemas.microsoft.com/office/drawing/2014/main" id="{DAC4E94D-6A3E-4730-84C8-5FCA7BADB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576"/>
                <a:ext cx="18" cy="17"/>
              </a:xfrm>
              <a:custGeom>
                <a:avLst/>
                <a:gdLst>
                  <a:gd name="T0" fmla="*/ 8 w 44"/>
                  <a:gd name="T1" fmla="*/ 29 h 41"/>
                  <a:gd name="T2" fmla="*/ 7 w 44"/>
                  <a:gd name="T3" fmla="*/ 27 h 41"/>
                  <a:gd name="T4" fmla="*/ 4 w 44"/>
                  <a:gd name="T5" fmla="*/ 23 h 41"/>
                  <a:gd name="T6" fmla="*/ 3 w 44"/>
                  <a:gd name="T7" fmla="*/ 17 h 41"/>
                  <a:gd name="T8" fmla="*/ 2 w 44"/>
                  <a:gd name="T9" fmla="*/ 11 h 41"/>
                  <a:gd name="T10" fmla="*/ 0 w 44"/>
                  <a:gd name="T11" fmla="*/ 7 h 41"/>
                  <a:gd name="T12" fmla="*/ 4 w 44"/>
                  <a:gd name="T13" fmla="*/ 2 h 41"/>
                  <a:gd name="T14" fmla="*/ 12 w 44"/>
                  <a:gd name="T15" fmla="*/ 0 h 41"/>
                  <a:gd name="T16" fmla="*/ 19 w 44"/>
                  <a:gd name="T17" fmla="*/ 4 h 41"/>
                  <a:gd name="T18" fmla="*/ 22 w 44"/>
                  <a:gd name="T19" fmla="*/ 11 h 41"/>
                  <a:gd name="T20" fmla="*/ 25 w 44"/>
                  <a:gd name="T21" fmla="*/ 13 h 41"/>
                  <a:gd name="T22" fmla="*/ 27 w 44"/>
                  <a:gd name="T23" fmla="*/ 17 h 41"/>
                  <a:gd name="T24" fmla="*/ 27 w 44"/>
                  <a:gd name="T25" fmla="*/ 26 h 41"/>
                  <a:gd name="T26" fmla="*/ 30 w 44"/>
                  <a:gd name="T27" fmla="*/ 30 h 41"/>
                  <a:gd name="T28" fmla="*/ 33 w 44"/>
                  <a:gd name="T29" fmla="*/ 30 h 41"/>
                  <a:gd name="T30" fmla="*/ 37 w 44"/>
                  <a:gd name="T31" fmla="*/ 30 h 41"/>
                  <a:gd name="T32" fmla="*/ 43 w 44"/>
                  <a:gd name="T33" fmla="*/ 31 h 41"/>
                  <a:gd name="T34" fmla="*/ 41 w 44"/>
                  <a:gd name="T35" fmla="*/ 37 h 41"/>
                  <a:gd name="T36" fmla="*/ 39 w 44"/>
                  <a:gd name="T37" fmla="*/ 39 h 41"/>
                  <a:gd name="T38" fmla="*/ 37 w 44"/>
                  <a:gd name="T39" fmla="*/ 40 h 41"/>
                  <a:gd name="T40" fmla="*/ 34 w 44"/>
                  <a:gd name="T41" fmla="*/ 37 h 41"/>
                  <a:gd name="T42" fmla="*/ 30 w 44"/>
                  <a:gd name="T43" fmla="*/ 34 h 41"/>
                  <a:gd name="T44" fmla="*/ 23 w 44"/>
                  <a:gd name="T45" fmla="*/ 35 h 41"/>
                  <a:gd name="T46" fmla="*/ 20 w 44"/>
                  <a:gd name="T47" fmla="*/ 35 h 41"/>
                  <a:gd name="T48" fmla="*/ 17 w 44"/>
                  <a:gd name="T49" fmla="*/ 37 h 41"/>
                  <a:gd name="T50" fmla="*/ 12 w 44"/>
                  <a:gd name="T51" fmla="*/ 39 h 41"/>
                  <a:gd name="T52" fmla="*/ 8 w 44"/>
                  <a:gd name="T53" fmla="*/ 35 h 41"/>
                  <a:gd name="T54" fmla="*/ 9 w 44"/>
                  <a:gd name="T55" fmla="*/ 33 h 41"/>
                  <a:gd name="T56" fmla="*/ 8 w 44"/>
                  <a:gd name="T5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4" h="41">
                    <a:moveTo>
                      <a:pt x="8" y="29"/>
                    </a:moveTo>
                    <a:cubicBezTo>
                      <a:pt x="8" y="28"/>
                      <a:pt x="8" y="28"/>
                      <a:pt x="7" y="27"/>
                    </a:cubicBezTo>
                    <a:cubicBezTo>
                      <a:pt x="5" y="26"/>
                      <a:pt x="5" y="24"/>
                      <a:pt x="4" y="23"/>
                    </a:cubicBezTo>
                    <a:cubicBezTo>
                      <a:pt x="4" y="21"/>
                      <a:pt x="3" y="19"/>
                      <a:pt x="3" y="17"/>
                    </a:cubicBezTo>
                    <a:cubicBezTo>
                      <a:pt x="3" y="15"/>
                      <a:pt x="3" y="13"/>
                      <a:pt x="2" y="11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6" y="0"/>
                      <a:pt x="10" y="0"/>
                      <a:pt x="12" y="0"/>
                    </a:cubicBezTo>
                    <a:cubicBezTo>
                      <a:pt x="16" y="0"/>
                      <a:pt x="18" y="1"/>
                      <a:pt x="19" y="4"/>
                    </a:cubicBezTo>
                    <a:cubicBezTo>
                      <a:pt x="20" y="7"/>
                      <a:pt x="20" y="10"/>
                      <a:pt x="22" y="11"/>
                    </a:cubicBezTo>
                    <a:cubicBezTo>
                      <a:pt x="23" y="12"/>
                      <a:pt x="24" y="13"/>
                      <a:pt x="25" y="13"/>
                    </a:cubicBezTo>
                    <a:cubicBezTo>
                      <a:pt x="26" y="14"/>
                      <a:pt x="26" y="16"/>
                      <a:pt x="27" y="17"/>
                    </a:cubicBezTo>
                    <a:cubicBezTo>
                      <a:pt x="28" y="20"/>
                      <a:pt x="27" y="23"/>
                      <a:pt x="27" y="26"/>
                    </a:cubicBezTo>
                    <a:cubicBezTo>
                      <a:pt x="27" y="28"/>
                      <a:pt x="27" y="30"/>
                      <a:pt x="30" y="30"/>
                    </a:cubicBezTo>
                    <a:cubicBezTo>
                      <a:pt x="31" y="30"/>
                      <a:pt x="32" y="30"/>
                      <a:pt x="33" y="30"/>
                    </a:cubicBezTo>
                    <a:cubicBezTo>
                      <a:pt x="34" y="30"/>
                      <a:pt x="36" y="30"/>
                      <a:pt x="37" y="30"/>
                    </a:cubicBezTo>
                    <a:cubicBezTo>
                      <a:pt x="38" y="30"/>
                      <a:pt x="41" y="29"/>
                      <a:pt x="43" y="31"/>
                    </a:cubicBezTo>
                    <a:cubicBezTo>
                      <a:pt x="44" y="33"/>
                      <a:pt x="42" y="35"/>
                      <a:pt x="41" y="37"/>
                    </a:cubicBezTo>
                    <a:cubicBezTo>
                      <a:pt x="40" y="38"/>
                      <a:pt x="40" y="38"/>
                      <a:pt x="39" y="39"/>
                    </a:cubicBezTo>
                    <a:cubicBezTo>
                      <a:pt x="38" y="40"/>
                      <a:pt x="38" y="41"/>
                      <a:pt x="37" y="40"/>
                    </a:cubicBezTo>
                    <a:cubicBezTo>
                      <a:pt x="36" y="40"/>
                      <a:pt x="35" y="38"/>
                      <a:pt x="34" y="37"/>
                    </a:cubicBezTo>
                    <a:cubicBezTo>
                      <a:pt x="33" y="36"/>
                      <a:pt x="32" y="34"/>
                      <a:pt x="30" y="34"/>
                    </a:cubicBezTo>
                    <a:cubicBezTo>
                      <a:pt x="28" y="33"/>
                      <a:pt x="25" y="35"/>
                      <a:pt x="23" y="35"/>
                    </a:cubicBezTo>
                    <a:cubicBezTo>
                      <a:pt x="22" y="35"/>
                      <a:pt x="21" y="35"/>
                      <a:pt x="20" y="35"/>
                    </a:cubicBezTo>
                    <a:cubicBezTo>
                      <a:pt x="19" y="35"/>
                      <a:pt x="18" y="36"/>
                      <a:pt x="17" y="37"/>
                    </a:cubicBezTo>
                    <a:cubicBezTo>
                      <a:pt x="16" y="38"/>
                      <a:pt x="13" y="41"/>
                      <a:pt x="12" y="39"/>
                    </a:cubicBezTo>
                    <a:cubicBezTo>
                      <a:pt x="10" y="38"/>
                      <a:pt x="8" y="37"/>
                      <a:pt x="8" y="35"/>
                    </a:cubicBezTo>
                    <a:cubicBezTo>
                      <a:pt x="8" y="34"/>
                      <a:pt x="9" y="34"/>
                      <a:pt x="9" y="33"/>
                    </a:cubicBezTo>
                    <a:cubicBezTo>
                      <a:pt x="9" y="32"/>
                      <a:pt x="9" y="31"/>
                      <a:pt x="8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5" name="Freeform 3232">
                <a:extLst>
                  <a:ext uri="{FF2B5EF4-FFF2-40B4-BE49-F238E27FC236}">
                    <a16:creationId xmlns:a16="http://schemas.microsoft.com/office/drawing/2014/main" id="{904D3D1B-C015-46CB-B559-A451A2D17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91"/>
                <a:ext cx="7" cy="3"/>
              </a:xfrm>
              <a:custGeom>
                <a:avLst/>
                <a:gdLst>
                  <a:gd name="T0" fmla="*/ 6 w 16"/>
                  <a:gd name="T1" fmla="*/ 0 h 6"/>
                  <a:gd name="T2" fmla="*/ 7 w 16"/>
                  <a:gd name="T3" fmla="*/ 0 h 6"/>
                  <a:gd name="T4" fmla="*/ 8 w 16"/>
                  <a:gd name="T5" fmla="*/ 0 h 6"/>
                  <a:gd name="T6" fmla="*/ 9 w 16"/>
                  <a:gd name="T7" fmla="*/ 0 h 6"/>
                  <a:gd name="T8" fmla="*/ 10 w 16"/>
                  <a:gd name="T9" fmla="*/ 0 h 6"/>
                  <a:gd name="T10" fmla="*/ 12 w 16"/>
                  <a:gd name="T11" fmla="*/ 2 h 6"/>
                  <a:gd name="T12" fmla="*/ 14 w 16"/>
                  <a:gd name="T13" fmla="*/ 3 h 6"/>
                  <a:gd name="T14" fmla="*/ 13 w 16"/>
                  <a:gd name="T15" fmla="*/ 6 h 6"/>
                  <a:gd name="T16" fmla="*/ 8 w 16"/>
                  <a:gd name="T17" fmla="*/ 6 h 6"/>
                  <a:gd name="T18" fmla="*/ 5 w 16"/>
                  <a:gd name="T19" fmla="*/ 6 h 6"/>
                  <a:gd name="T20" fmla="*/ 2 w 16"/>
                  <a:gd name="T21" fmla="*/ 6 h 6"/>
                  <a:gd name="T22" fmla="*/ 0 w 16"/>
                  <a:gd name="T23" fmla="*/ 4 h 6"/>
                  <a:gd name="T24" fmla="*/ 1 w 16"/>
                  <a:gd name="T25" fmla="*/ 3 h 6"/>
                  <a:gd name="T26" fmla="*/ 2 w 16"/>
                  <a:gd name="T27" fmla="*/ 2 h 6"/>
                  <a:gd name="T28" fmla="*/ 3 w 16"/>
                  <a:gd name="T29" fmla="*/ 1 h 6"/>
                  <a:gd name="T30" fmla="*/ 6 w 16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6">
                    <a:moveTo>
                      <a:pt x="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2" y="1"/>
                      <a:pt x="12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6" y="4"/>
                      <a:pt x="15" y="5"/>
                      <a:pt x="13" y="6"/>
                    </a:cubicBezTo>
                    <a:cubicBezTo>
                      <a:pt x="11" y="6"/>
                      <a:pt x="9" y="6"/>
                      <a:pt x="8" y="6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6" name="Freeform 3233">
                <a:extLst>
                  <a:ext uri="{FF2B5EF4-FFF2-40B4-BE49-F238E27FC236}">
                    <a16:creationId xmlns:a16="http://schemas.microsoft.com/office/drawing/2014/main" id="{D8A4ABE9-5145-49A9-8798-FD9C10E1B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589"/>
                <a:ext cx="10" cy="14"/>
              </a:xfrm>
              <a:custGeom>
                <a:avLst/>
                <a:gdLst>
                  <a:gd name="T0" fmla="*/ 10 w 25"/>
                  <a:gd name="T1" fmla="*/ 32 h 33"/>
                  <a:gd name="T2" fmla="*/ 8 w 25"/>
                  <a:gd name="T3" fmla="*/ 33 h 33"/>
                  <a:gd name="T4" fmla="*/ 4 w 25"/>
                  <a:gd name="T5" fmla="*/ 33 h 33"/>
                  <a:gd name="T6" fmla="*/ 2 w 25"/>
                  <a:gd name="T7" fmla="*/ 29 h 33"/>
                  <a:gd name="T8" fmla="*/ 1 w 25"/>
                  <a:gd name="T9" fmla="*/ 26 h 33"/>
                  <a:gd name="T10" fmla="*/ 2 w 25"/>
                  <a:gd name="T11" fmla="*/ 24 h 33"/>
                  <a:gd name="T12" fmla="*/ 3 w 25"/>
                  <a:gd name="T13" fmla="*/ 22 h 33"/>
                  <a:gd name="T14" fmla="*/ 4 w 25"/>
                  <a:gd name="T15" fmla="*/ 19 h 33"/>
                  <a:gd name="T16" fmla="*/ 2 w 25"/>
                  <a:gd name="T17" fmla="*/ 16 h 33"/>
                  <a:gd name="T18" fmla="*/ 2 w 25"/>
                  <a:gd name="T19" fmla="*/ 13 h 33"/>
                  <a:gd name="T20" fmla="*/ 7 w 25"/>
                  <a:gd name="T21" fmla="*/ 11 h 33"/>
                  <a:gd name="T22" fmla="*/ 10 w 25"/>
                  <a:gd name="T23" fmla="*/ 7 h 33"/>
                  <a:gd name="T24" fmla="*/ 13 w 25"/>
                  <a:gd name="T25" fmla="*/ 3 h 33"/>
                  <a:gd name="T26" fmla="*/ 16 w 25"/>
                  <a:gd name="T27" fmla="*/ 2 h 33"/>
                  <a:gd name="T28" fmla="*/ 19 w 25"/>
                  <a:gd name="T29" fmla="*/ 0 h 33"/>
                  <a:gd name="T30" fmla="*/ 23 w 25"/>
                  <a:gd name="T31" fmla="*/ 0 h 33"/>
                  <a:gd name="T32" fmla="*/ 25 w 25"/>
                  <a:gd name="T33" fmla="*/ 2 h 33"/>
                  <a:gd name="T34" fmla="*/ 24 w 25"/>
                  <a:gd name="T35" fmla="*/ 6 h 33"/>
                  <a:gd name="T36" fmla="*/ 19 w 25"/>
                  <a:gd name="T37" fmla="*/ 10 h 33"/>
                  <a:gd name="T38" fmla="*/ 15 w 25"/>
                  <a:gd name="T39" fmla="*/ 14 h 33"/>
                  <a:gd name="T40" fmla="*/ 13 w 25"/>
                  <a:gd name="T41" fmla="*/ 17 h 33"/>
                  <a:gd name="T42" fmla="*/ 11 w 25"/>
                  <a:gd name="T43" fmla="*/ 21 h 33"/>
                  <a:gd name="T44" fmla="*/ 10 w 25"/>
                  <a:gd name="T45" fmla="*/ 26 h 33"/>
                  <a:gd name="T46" fmla="*/ 10 w 25"/>
                  <a:gd name="T47" fmla="*/ 29 h 33"/>
                  <a:gd name="T48" fmla="*/ 10 w 25"/>
                  <a:gd name="T49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5" h="33">
                    <a:moveTo>
                      <a:pt x="10" y="32"/>
                    </a:moveTo>
                    <a:cubicBezTo>
                      <a:pt x="9" y="33"/>
                      <a:pt x="9" y="33"/>
                      <a:pt x="8" y="33"/>
                    </a:cubicBezTo>
                    <a:cubicBezTo>
                      <a:pt x="7" y="33"/>
                      <a:pt x="6" y="33"/>
                      <a:pt x="4" y="33"/>
                    </a:cubicBezTo>
                    <a:cubicBezTo>
                      <a:pt x="3" y="32"/>
                      <a:pt x="2" y="31"/>
                      <a:pt x="2" y="29"/>
                    </a:cubicBezTo>
                    <a:cubicBezTo>
                      <a:pt x="1" y="28"/>
                      <a:pt x="0" y="27"/>
                      <a:pt x="1" y="26"/>
                    </a:cubicBezTo>
                    <a:cubicBezTo>
                      <a:pt x="1" y="25"/>
                      <a:pt x="2" y="25"/>
                      <a:pt x="2" y="24"/>
                    </a:cubicBezTo>
                    <a:cubicBezTo>
                      <a:pt x="2" y="24"/>
                      <a:pt x="3" y="23"/>
                      <a:pt x="3" y="22"/>
                    </a:cubicBezTo>
                    <a:cubicBezTo>
                      <a:pt x="3" y="21"/>
                      <a:pt x="4" y="20"/>
                      <a:pt x="4" y="19"/>
                    </a:cubicBezTo>
                    <a:cubicBezTo>
                      <a:pt x="5" y="18"/>
                      <a:pt x="3" y="17"/>
                      <a:pt x="2" y="16"/>
                    </a:cubicBezTo>
                    <a:cubicBezTo>
                      <a:pt x="1" y="16"/>
                      <a:pt x="1" y="14"/>
                      <a:pt x="2" y="13"/>
                    </a:cubicBezTo>
                    <a:cubicBezTo>
                      <a:pt x="4" y="12"/>
                      <a:pt x="6" y="12"/>
                      <a:pt x="7" y="11"/>
                    </a:cubicBezTo>
                    <a:cubicBezTo>
                      <a:pt x="9" y="10"/>
                      <a:pt x="9" y="8"/>
                      <a:pt x="10" y="7"/>
                    </a:cubicBezTo>
                    <a:cubicBezTo>
                      <a:pt x="10" y="5"/>
                      <a:pt x="11" y="3"/>
                      <a:pt x="13" y="3"/>
                    </a:cubicBezTo>
                    <a:cubicBezTo>
                      <a:pt x="14" y="2"/>
                      <a:pt x="15" y="3"/>
                      <a:pt x="16" y="2"/>
                    </a:cubicBezTo>
                    <a:cubicBezTo>
                      <a:pt x="17" y="2"/>
                      <a:pt x="18" y="0"/>
                      <a:pt x="19" y="0"/>
                    </a:cubicBezTo>
                    <a:cubicBezTo>
                      <a:pt x="20" y="0"/>
                      <a:pt x="22" y="0"/>
                      <a:pt x="23" y="0"/>
                    </a:cubicBezTo>
                    <a:cubicBezTo>
                      <a:pt x="24" y="0"/>
                      <a:pt x="25" y="0"/>
                      <a:pt x="25" y="2"/>
                    </a:cubicBezTo>
                    <a:cubicBezTo>
                      <a:pt x="25" y="3"/>
                      <a:pt x="25" y="5"/>
                      <a:pt x="24" y="6"/>
                    </a:cubicBezTo>
                    <a:cubicBezTo>
                      <a:pt x="23" y="8"/>
                      <a:pt x="20" y="9"/>
                      <a:pt x="19" y="10"/>
                    </a:cubicBezTo>
                    <a:cubicBezTo>
                      <a:pt x="17" y="11"/>
                      <a:pt x="16" y="13"/>
                      <a:pt x="15" y="14"/>
                    </a:cubicBezTo>
                    <a:cubicBezTo>
                      <a:pt x="15" y="15"/>
                      <a:pt x="14" y="16"/>
                      <a:pt x="13" y="17"/>
                    </a:cubicBezTo>
                    <a:cubicBezTo>
                      <a:pt x="12" y="18"/>
                      <a:pt x="12" y="19"/>
                      <a:pt x="11" y="21"/>
                    </a:cubicBezTo>
                    <a:cubicBezTo>
                      <a:pt x="11" y="23"/>
                      <a:pt x="10" y="24"/>
                      <a:pt x="10" y="26"/>
                    </a:cubicBezTo>
                    <a:cubicBezTo>
                      <a:pt x="10" y="27"/>
                      <a:pt x="10" y="28"/>
                      <a:pt x="10" y="29"/>
                    </a:cubicBezTo>
                    <a:cubicBezTo>
                      <a:pt x="10" y="30"/>
                      <a:pt x="10" y="31"/>
                      <a:pt x="10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7" name="Freeform 3234">
                <a:extLst>
                  <a:ext uri="{FF2B5EF4-FFF2-40B4-BE49-F238E27FC236}">
                    <a16:creationId xmlns:a16="http://schemas.microsoft.com/office/drawing/2014/main" id="{BC72B376-C41D-46A0-8004-F4FCD4076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54"/>
                <a:ext cx="25" cy="26"/>
              </a:xfrm>
              <a:custGeom>
                <a:avLst/>
                <a:gdLst>
                  <a:gd name="T0" fmla="*/ 37 w 63"/>
                  <a:gd name="T1" fmla="*/ 61 h 64"/>
                  <a:gd name="T2" fmla="*/ 40 w 63"/>
                  <a:gd name="T3" fmla="*/ 61 h 64"/>
                  <a:gd name="T4" fmla="*/ 45 w 63"/>
                  <a:gd name="T5" fmla="*/ 60 h 64"/>
                  <a:gd name="T6" fmla="*/ 51 w 63"/>
                  <a:gd name="T7" fmla="*/ 58 h 64"/>
                  <a:gd name="T8" fmla="*/ 57 w 63"/>
                  <a:gd name="T9" fmla="*/ 56 h 64"/>
                  <a:gd name="T10" fmla="*/ 62 w 63"/>
                  <a:gd name="T11" fmla="*/ 53 h 64"/>
                  <a:gd name="T12" fmla="*/ 61 w 63"/>
                  <a:gd name="T13" fmla="*/ 48 h 64"/>
                  <a:gd name="T14" fmla="*/ 54 w 63"/>
                  <a:gd name="T15" fmla="*/ 48 h 64"/>
                  <a:gd name="T16" fmla="*/ 46 w 63"/>
                  <a:gd name="T17" fmla="*/ 49 h 64"/>
                  <a:gd name="T18" fmla="*/ 40 w 63"/>
                  <a:gd name="T19" fmla="*/ 48 h 64"/>
                  <a:gd name="T20" fmla="*/ 37 w 63"/>
                  <a:gd name="T21" fmla="*/ 44 h 64"/>
                  <a:gd name="T22" fmla="*/ 43 w 63"/>
                  <a:gd name="T23" fmla="*/ 39 h 64"/>
                  <a:gd name="T24" fmla="*/ 51 w 63"/>
                  <a:gd name="T25" fmla="*/ 35 h 64"/>
                  <a:gd name="T26" fmla="*/ 54 w 63"/>
                  <a:gd name="T27" fmla="*/ 29 h 64"/>
                  <a:gd name="T28" fmla="*/ 53 w 63"/>
                  <a:gd name="T29" fmla="*/ 24 h 64"/>
                  <a:gd name="T30" fmla="*/ 49 w 63"/>
                  <a:gd name="T31" fmla="*/ 19 h 64"/>
                  <a:gd name="T32" fmla="*/ 47 w 63"/>
                  <a:gd name="T33" fmla="*/ 13 h 64"/>
                  <a:gd name="T34" fmla="*/ 42 w 63"/>
                  <a:gd name="T35" fmla="*/ 10 h 64"/>
                  <a:gd name="T36" fmla="*/ 38 w 63"/>
                  <a:gd name="T37" fmla="*/ 4 h 64"/>
                  <a:gd name="T38" fmla="*/ 31 w 63"/>
                  <a:gd name="T39" fmla="*/ 0 h 64"/>
                  <a:gd name="T40" fmla="*/ 23 w 63"/>
                  <a:gd name="T41" fmla="*/ 1 h 64"/>
                  <a:gd name="T42" fmla="*/ 15 w 63"/>
                  <a:gd name="T43" fmla="*/ 5 h 64"/>
                  <a:gd name="T44" fmla="*/ 11 w 63"/>
                  <a:gd name="T45" fmla="*/ 9 h 64"/>
                  <a:gd name="T46" fmla="*/ 10 w 63"/>
                  <a:gd name="T47" fmla="*/ 16 h 64"/>
                  <a:gd name="T48" fmla="*/ 10 w 63"/>
                  <a:gd name="T49" fmla="*/ 23 h 64"/>
                  <a:gd name="T50" fmla="*/ 5 w 63"/>
                  <a:gd name="T51" fmla="*/ 26 h 64"/>
                  <a:gd name="T52" fmla="*/ 2 w 63"/>
                  <a:gd name="T53" fmla="*/ 42 h 64"/>
                  <a:gd name="T54" fmla="*/ 5 w 63"/>
                  <a:gd name="T55" fmla="*/ 47 h 64"/>
                  <a:gd name="T56" fmla="*/ 9 w 63"/>
                  <a:gd name="T57" fmla="*/ 46 h 64"/>
                  <a:gd name="T58" fmla="*/ 14 w 63"/>
                  <a:gd name="T59" fmla="*/ 43 h 64"/>
                  <a:gd name="T60" fmla="*/ 13 w 63"/>
                  <a:gd name="T61" fmla="*/ 36 h 64"/>
                  <a:gd name="T62" fmla="*/ 14 w 63"/>
                  <a:gd name="T63" fmla="*/ 34 h 64"/>
                  <a:gd name="T64" fmla="*/ 16 w 63"/>
                  <a:gd name="T65" fmla="*/ 34 h 64"/>
                  <a:gd name="T66" fmla="*/ 22 w 63"/>
                  <a:gd name="T67" fmla="*/ 33 h 64"/>
                  <a:gd name="T68" fmla="*/ 23 w 63"/>
                  <a:gd name="T69" fmla="*/ 27 h 64"/>
                  <a:gd name="T70" fmla="*/ 26 w 63"/>
                  <a:gd name="T71" fmla="*/ 30 h 64"/>
                  <a:gd name="T72" fmla="*/ 24 w 63"/>
                  <a:gd name="T73" fmla="*/ 38 h 64"/>
                  <a:gd name="T74" fmla="*/ 19 w 63"/>
                  <a:gd name="T75" fmla="*/ 42 h 64"/>
                  <a:gd name="T76" fmla="*/ 14 w 63"/>
                  <a:gd name="T77" fmla="*/ 46 h 64"/>
                  <a:gd name="T78" fmla="*/ 15 w 63"/>
                  <a:gd name="T79" fmla="*/ 52 h 64"/>
                  <a:gd name="T80" fmla="*/ 15 w 63"/>
                  <a:gd name="T81" fmla="*/ 56 h 64"/>
                  <a:gd name="T82" fmla="*/ 16 w 63"/>
                  <a:gd name="T83" fmla="*/ 60 h 64"/>
                  <a:gd name="T84" fmla="*/ 18 w 63"/>
                  <a:gd name="T85" fmla="*/ 61 h 64"/>
                  <a:gd name="T86" fmla="*/ 23 w 63"/>
                  <a:gd name="T87" fmla="*/ 62 h 64"/>
                  <a:gd name="T88" fmla="*/ 25 w 63"/>
                  <a:gd name="T89" fmla="*/ 62 h 64"/>
                  <a:gd name="T90" fmla="*/ 27 w 63"/>
                  <a:gd name="T91" fmla="*/ 63 h 64"/>
                  <a:gd name="T92" fmla="*/ 30 w 63"/>
                  <a:gd name="T93" fmla="*/ 64 h 64"/>
                  <a:gd name="T94" fmla="*/ 34 w 63"/>
                  <a:gd name="T95" fmla="*/ 63 h 64"/>
                  <a:gd name="T96" fmla="*/ 37 w 63"/>
                  <a:gd name="T97" fmla="*/ 6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3" h="64">
                    <a:moveTo>
                      <a:pt x="37" y="61"/>
                    </a:moveTo>
                    <a:cubicBezTo>
                      <a:pt x="38" y="61"/>
                      <a:pt x="39" y="61"/>
                      <a:pt x="40" y="61"/>
                    </a:cubicBezTo>
                    <a:cubicBezTo>
                      <a:pt x="42" y="60"/>
                      <a:pt x="43" y="60"/>
                      <a:pt x="45" y="60"/>
                    </a:cubicBezTo>
                    <a:cubicBezTo>
                      <a:pt x="47" y="59"/>
                      <a:pt x="49" y="58"/>
                      <a:pt x="51" y="58"/>
                    </a:cubicBezTo>
                    <a:cubicBezTo>
                      <a:pt x="53" y="58"/>
                      <a:pt x="55" y="57"/>
                      <a:pt x="57" y="56"/>
                    </a:cubicBezTo>
                    <a:cubicBezTo>
                      <a:pt x="59" y="55"/>
                      <a:pt x="61" y="55"/>
                      <a:pt x="62" y="53"/>
                    </a:cubicBezTo>
                    <a:cubicBezTo>
                      <a:pt x="63" y="52"/>
                      <a:pt x="62" y="49"/>
                      <a:pt x="61" y="48"/>
                    </a:cubicBezTo>
                    <a:cubicBezTo>
                      <a:pt x="59" y="47"/>
                      <a:pt x="56" y="48"/>
                      <a:pt x="54" y="48"/>
                    </a:cubicBezTo>
                    <a:cubicBezTo>
                      <a:pt x="51" y="49"/>
                      <a:pt x="49" y="49"/>
                      <a:pt x="46" y="49"/>
                    </a:cubicBezTo>
                    <a:cubicBezTo>
                      <a:pt x="44" y="48"/>
                      <a:pt x="42" y="49"/>
                      <a:pt x="40" y="48"/>
                    </a:cubicBezTo>
                    <a:cubicBezTo>
                      <a:pt x="39" y="47"/>
                      <a:pt x="37" y="46"/>
                      <a:pt x="37" y="44"/>
                    </a:cubicBezTo>
                    <a:cubicBezTo>
                      <a:pt x="37" y="41"/>
                      <a:pt x="41" y="40"/>
                      <a:pt x="43" y="39"/>
                    </a:cubicBezTo>
                    <a:cubicBezTo>
                      <a:pt x="46" y="38"/>
                      <a:pt x="49" y="37"/>
                      <a:pt x="51" y="35"/>
                    </a:cubicBezTo>
                    <a:cubicBezTo>
                      <a:pt x="52" y="33"/>
                      <a:pt x="53" y="31"/>
                      <a:pt x="54" y="29"/>
                    </a:cubicBezTo>
                    <a:cubicBezTo>
                      <a:pt x="54" y="27"/>
                      <a:pt x="55" y="26"/>
                      <a:pt x="53" y="24"/>
                    </a:cubicBezTo>
                    <a:cubicBezTo>
                      <a:pt x="51" y="23"/>
                      <a:pt x="50" y="22"/>
                      <a:pt x="49" y="19"/>
                    </a:cubicBezTo>
                    <a:cubicBezTo>
                      <a:pt x="48" y="17"/>
                      <a:pt x="48" y="15"/>
                      <a:pt x="47" y="13"/>
                    </a:cubicBezTo>
                    <a:cubicBezTo>
                      <a:pt x="45" y="12"/>
                      <a:pt x="43" y="11"/>
                      <a:pt x="42" y="10"/>
                    </a:cubicBezTo>
                    <a:cubicBezTo>
                      <a:pt x="40" y="8"/>
                      <a:pt x="40" y="6"/>
                      <a:pt x="38" y="4"/>
                    </a:cubicBezTo>
                    <a:cubicBezTo>
                      <a:pt x="36" y="2"/>
                      <a:pt x="33" y="0"/>
                      <a:pt x="31" y="0"/>
                    </a:cubicBezTo>
                    <a:cubicBezTo>
                      <a:pt x="28" y="0"/>
                      <a:pt x="25" y="0"/>
                      <a:pt x="23" y="1"/>
                    </a:cubicBezTo>
                    <a:cubicBezTo>
                      <a:pt x="20" y="2"/>
                      <a:pt x="17" y="3"/>
                      <a:pt x="15" y="5"/>
                    </a:cubicBezTo>
                    <a:cubicBezTo>
                      <a:pt x="13" y="6"/>
                      <a:pt x="12" y="7"/>
                      <a:pt x="11" y="9"/>
                    </a:cubicBezTo>
                    <a:cubicBezTo>
                      <a:pt x="9" y="11"/>
                      <a:pt x="10" y="14"/>
                      <a:pt x="10" y="16"/>
                    </a:cubicBezTo>
                    <a:cubicBezTo>
                      <a:pt x="11" y="18"/>
                      <a:pt x="11" y="21"/>
                      <a:pt x="10" y="23"/>
                    </a:cubicBezTo>
                    <a:cubicBezTo>
                      <a:pt x="9" y="25"/>
                      <a:pt x="7" y="25"/>
                      <a:pt x="5" y="26"/>
                    </a:cubicBezTo>
                    <a:cubicBezTo>
                      <a:pt x="0" y="29"/>
                      <a:pt x="1" y="37"/>
                      <a:pt x="2" y="42"/>
                    </a:cubicBezTo>
                    <a:cubicBezTo>
                      <a:pt x="2" y="44"/>
                      <a:pt x="3" y="46"/>
                      <a:pt x="5" y="47"/>
                    </a:cubicBezTo>
                    <a:cubicBezTo>
                      <a:pt x="6" y="47"/>
                      <a:pt x="8" y="46"/>
                      <a:pt x="9" y="46"/>
                    </a:cubicBezTo>
                    <a:cubicBezTo>
                      <a:pt x="11" y="45"/>
                      <a:pt x="13" y="45"/>
                      <a:pt x="14" y="43"/>
                    </a:cubicBezTo>
                    <a:cubicBezTo>
                      <a:pt x="15" y="41"/>
                      <a:pt x="14" y="38"/>
                      <a:pt x="13" y="36"/>
                    </a:cubicBezTo>
                    <a:cubicBezTo>
                      <a:pt x="13" y="36"/>
                      <a:pt x="13" y="34"/>
                      <a:pt x="14" y="34"/>
                    </a:cubicBezTo>
                    <a:cubicBezTo>
                      <a:pt x="14" y="33"/>
                      <a:pt x="16" y="34"/>
                      <a:pt x="16" y="34"/>
                    </a:cubicBezTo>
                    <a:cubicBezTo>
                      <a:pt x="18" y="35"/>
                      <a:pt x="21" y="36"/>
                      <a:pt x="22" y="33"/>
                    </a:cubicBezTo>
                    <a:cubicBezTo>
                      <a:pt x="22" y="31"/>
                      <a:pt x="21" y="28"/>
                      <a:pt x="23" y="27"/>
                    </a:cubicBezTo>
                    <a:cubicBezTo>
                      <a:pt x="25" y="25"/>
                      <a:pt x="26" y="29"/>
                      <a:pt x="26" y="30"/>
                    </a:cubicBezTo>
                    <a:cubicBezTo>
                      <a:pt x="25" y="33"/>
                      <a:pt x="25" y="35"/>
                      <a:pt x="24" y="38"/>
                    </a:cubicBezTo>
                    <a:cubicBezTo>
                      <a:pt x="23" y="40"/>
                      <a:pt x="21" y="41"/>
                      <a:pt x="19" y="42"/>
                    </a:cubicBezTo>
                    <a:cubicBezTo>
                      <a:pt x="17" y="42"/>
                      <a:pt x="15" y="43"/>
                      <a:pt x="14" y="46"/>
                    </a:cubicBezTo>
                    <a:cubicBezTo>
                      <a:pt x="14" y="48"/>
                      <a:pt x="14" y="50"/>
                      <a:pt x="15" y="52"/>
                    </a:cubicBezTo>
                    <a:cubicBezTo>
                      <a:pt x="15" y="54"/>
                      <a:pt x="15" y="55"/>
                      <a:pt x="15" y="56"/>
                    </a:cubicBezTo>
                    <a:cubicBezTo>
                      <a:pt x="16" y="58"/>
                      <a:pt x="16" y="59"/>
                      <a:pt x="16" y="60"/>
                    </a:cubicBezTo>
                    <a:cubicBezTo>
                      <a:pt x="17" y="61"/>
                      <a:pt x="18" y="61"/>
                      <a:pt x="18" y="61"/>
                    </a:cubicBezTo>
                    <a:cubicBezTo>
                      <a:pt x="20" y="61"/>
                      <a:pt x="21" y="62"/>
                      <a:pt x="23" y="62"/>
                    </a:cubicBezTo>
                    <a:cubicBezTo>
                      <a:pt x="23" y="62"/>
                      <a:pt x="24" y="62"/>
                      <a:pt x="25" y="62"/>
                    </a:cubicBezTo>
                    <a:cubicBezTo>
                      <a:pt x="25" y="62"/>
                      <a:pt x="26" y="63"/>
                      <a:pt x="27" y="63"/>
                    </a:cubicBezTo>
                    <a:cubicBezTo>
                      <a:pt x="28" y="63"/>
                      <a:pt x="29" y="64"/>
                      <a:pt x="30" y="64"/>
                    </a:cubicBezTo>
                    <a:cubicBezTo>
                      <a:pt x="32" y="64"/>
                      <a:pt x="32" y="63"/>
                      <a:pt x="34" y="63"/>
                    </a:cubicBezTo>
                    <a:cubicBezTo>
                      <a:pt x="35" y="62"/>
                      <a:pt x="36" y="62"/>
                      <a:pt x="37" y="6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8" name="Freeform 3235">
                <a:extLst>
                  <a:ext uri="{FF2B5EF4-FFF2-40B4-BE49-F238E27FC236}">
                    <a16:creationId xmlns:a16="http://schemas.microsoft.com/office/drawing/2014/main" id="{F5B51ECA-C297-4CED-B32E-46E6F2449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555"/>
                <a:ext cx="5" cy="5"/>
              </a:xfrm>
              <a:custGeom>
                <a:avLst/>
                <a:gdLst>
                  <a:gd name="T0" fmla="*/ 3 w 12"/>
                  <a:gd name="T1" fmla="*/ 11 h 11"/>
                  <a:gd name="T2" fmla="*/ 1 w 12"/>
                  <a:gd name="T3" fmla="*/ 9 h 11"/>
                  <a:gd name="T4" fmla="*/ 2 w 12"/>
                  <a:gd name="T5" fmla="*/ 4 h 11"/>
                  <a:gd name="T6" fmla="*/ 7 w 12"/>
                  <a:gd name="T7" fmla="*/ 0 h 11"/>
                  <a:gd name="T8" fmla="*/ 10 w 12"/>
                  <a:gd name="T9" fmla="*/ 1 h 11"/>
                  <a:gd name="T10" fmla="*/ 11 w 12"/>
                  <a:gd name="T11" fmla="*/ 3 h 11"/>
                  <a:gd name="T12" fmla="*/ 11 w 12"/>
                  <a:gd name="T13" fmla="*/ 6 h 11"/>
                  <a:gd name="T14" fmla="*/ 8 w 12"/>
                  <a:gd name="T15" fmla="*/ 9 h 11"/>
                  <a:gd name="T16" fmla="*/ 3 w 12"/>
                  <a:gd name="T1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2" y="11"/>
                      <a:pt x="2" y="10"/>
                      <a:pt x="1" y="9"/>
                    </a:cubicBezTo>
                    <a:cubicBezTo>
                      <a:pt x="0" y="8"/>
                      <a:pt x="1" y="5"/>
                      <a:pt x="2" y="4"/>
                    </a:cubicBezTo>
                    <a:cubicBezTo>
                      <a:pt x="3" y="2"/>
                      <a:pt x="5" y="1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7"/>
                      <a:pt x="9" y="8"/>
                      <a:pt x="8" y="9"/>
                    </a:cubicBezTo>
                    <a:cubicBezTo>
                      <a:pt x="6" y="10"/>
                      <a:pt x="5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9" name="Freeform 3236">
                <a:extLst>
                  <a:ext uri="{FF2B5EF4-FFF2-40B4-BE49-F238E27FC236}">
                    <a16:creationId xmlns:a16="http://schemas.microsoft.com/office/drawing/2014/main" id="{87EA915E-A708-4838-95AE-164EFA23E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84"/>
                <a:ext cx="4" cy="6"/>
              </a:xfrm>
              <a:custGeom>
                <a:avLst/>
                <a:gdLst>
                  <a:gd name="T0" fmla="*/ 3 w 11"/>
                  <a:gd name="T1" fmla="*/ 12 h 14"/>
                  <a:gd name="T2" fmla="*/ 0 w 11"/>
                  <a:gd name="T3" fmla="*/ 6 h 14"/>
                  <a:gd name="T4" fmla="*/ 0 w 11"/>
                  <a:gd name="T5" fmla="*/ 3 h 14"/>
                  <a:gd name="T6" fmla="*/ 3 w 11"/>
                  <a:gd name="T7" fmla="*/ 2 h 14"/>
                  <a:gd name="T8" fmla="*/ 10 w 11"/>
                  <a:gd name="T9" fmla="*/ 1 h 14"/>
                  <a:gd name="T10" fmla="*/ 10 w 11"/>
                  <a:gd name="T11" fmla="*/ 5 h 14"/>
                  <a:gd name="T12" fmla="*/ 11 w 11"/>
                  <a:gd name="T13" fmla="*/ 10 h 14"/>
                  <a:gd name="T14" fmla="*/ 9 w 11"/>
                  <a:gd name="T15" fmla="*/ 13 h 14"/>
                  <a:gd name="T16" fmla="*/ 6 w 11"/>
                  <a:gd name="T17" fmla="*/ 14 h 14"/>
                  <a:gd name="T18" fmla="*/ 3 w 11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3" y="12"/>
                    </a:moveTo>
                    <a:cubicBezTo>
                      <a:pt x="1" y="10"/>
                      <a:pt x="0" y="8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0" y="2"/>
                      <a:pt x="10" y="4"/>
                      <a:pt x="10" y="5"/>
                    </a:cubicBezTo>
                    <a:cubicBezTo>
                      <a:pt x="11" y="7"/>
                      <a:pt x="11" y="8"/>
                      <a:pt x="11" y="10"/>
                    </a:cubicBezTo>
                    <a:cubicBezTo>
                      <a:pt x="11" y="11"/>
                      <a:pt x="10" y="12"/>
                      <a:pt x="9" y="13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5" y="13"/>
                      <a:pt x="3" y="13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0" name="Freeform 3237">
                <a:extLst>
                  <a:ext uri="{FF2B5EF4-FFF2-40B4-BE49-F238E27FC236}">
                    <a16:creationId xmlns:a16="http://schemas.microsoft.com/office/drawing/2014/main" id="{B35F64D7-DE40-45C2-8254-D9B5A990A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468"/>
                <a:ext cx="5" cy="5"/>
              </a:xfrm>
              <a:custGeom>
                <a:avLst/>
                <a:gdLst>
                  <a:gd name="T0" fmla="*/ 1 w 11"/>
                  <a:gd name="T1" fmla="*/ 3 h 10"/>
                  <a:gd name="T2" fmla="*/ 5 w 11"/>
                  <a:gd name="T3" fmla="*/ 4 h 10"/>
                  <a:gd name="T4" fmla="*/ 10 w 11"/>
                  <a:gd name="T5" fmla="*/ 7 h 10"/>
                  <a:gd name="T6" fmla="*/ 9 w 11"/>
                  <a:gd name="T7" fmla="*/ 10 h 10"/>
                  <a:gd name="T8" fmla="*/ 1 w 11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3"/>
                    </a:moveTo>
                    <a:cubicBezTo>
                      <a:pt x="1" y="0"/>
                      <a:pt x="4" y="3"/>
                      <a:pt x="5" y="4"/>
                    </a:cubicBezTo>
                    <a:cubicBezTo>
                      <a:pt x="6" y="5"/>
                      <a:pt x="9" y="5"/>
                      <a:pt x="10" y="7"/>
                    </a:cubicBezTo>
                    <a:cubicBezTo>
                      <a:pt x="11" y="8"/>
                      <a:pt x="10" y="10"/>
                      <a:pt x="9" y="10"/>
                    </a:cubicBezTo>
                    <a:cubicBezTo>
                      <a:pt x="5" y="10"/>
                      <a:pt x="0" y="7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1" name="Freeform 3238">
                <a:extLst>
                  <a:ext uri="{FF2B5EF4-FFF2-40B4-BE49-F238E27FC236}">
                    <a16:creationId xmlns:a16="http://schemas.microsoft.com/office/drawing/2014/main" id="{36F636B2-DC9E-4A8A-9771-A740FC2D1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444"/>
                <a:ext cx="21" cy="29"/>
              </a:xfrm>
              <a:custGeom>
                <a:avLst/>
                <a:gdLst>
                  <a:gd name="T0" fmla="*/ 11 w 51"/>
                  <a:gd name="T1" fmla="*/ 31 h 72"/>
                  <a:gd name="T2" fmla="*/ 7 w 51"/>
                  <a:gd name="T3" fmla="*/ 31 h 72"/>
                  <a:gd name="T4" fmla="*/ 1 w 51"/>
                  <a:gd name="T5" fmla="*/ 27 h 72"/>
                  <a:gd name="T6" fmla="*/ 9 w 51"/>
                  <a:gd name="T7" fmla="*/ 24 h 72"/>
                  <a:gd name="T8" fmla="*/ 12 w 51"/>
                  <a:gd name="T9" fmla="*/ 17 h 72"/>
                  <a:gd name="T10" fmla="*/ 15 w 51"/>
                  <a:gd name="T11" fmla="*/ 17 h 72"/>
                  <a:gd name="T12" fmla="*/ 17 w 51"/>
                  <a:gd name="T13" fmla="*/ 20 h 72"/>
                  <a:gd name="T14" fmla="*/ 18 w 51"/>
                  <a:gd name="T15" fmla="*/ 25 h 72"/>
                  <a:gd name="T16" fmla="*/ 22 w 51"/>
                  <a:gd name="T17" fmla="*/ 28 h 72"/>
                  <a:gd name="T18" fmla="*/ 24 w 51"/>
                  <a:gd name="T19" fmla="*/ 30 h 72"/>
                  <a:gd name="T20" fmla="*/ 29 w 51"/>
                  <a:gd name="T21" fmla="*/ 31 h 72"/>
                  <a:gd name="T22" fmla="*/ 31 w 51"/>
                  <a:gd name="T23" fmla="*/ 30 h 72"/>
                  <a:gd name="T24" fmla="*/ 29 w 51"/>
                  <a:gd name="T25" fmla="*/ 29 h 72"/>
                  <a:gd name="T26" fmla="*/ 26 w 51"/>
                  <a:gd name="T27" fmla="*/ 27 h 72"/>
                  <a:gd name="T28" fmla="*/ 23 w 51"/>
                  <a:gd name="T29" fmla="*/ 24 h 72"/>
                  <a:gd name="T30" fmla="*/ 20 w 51"/>
                  <a:gd name="T31" fmla="*/ 21 h 72"/>
                  <a:gd name="T32" fmla="*/ 26 w 51"/>
                  <a:gd name="T33" fmla="*/ 16 h 72"/>
                  <a:gd name="T34" fmla="*/ 32 w 51"/>
                  <a:gd name="T35" fmla="*/ 9 h 72"/>
                  <a:gd name="T36" fmla="*/ 33 w 51"/>
                  <a:gd name="T37" fmla="*/ 6 h 72"/>
                  <a:gd name="T38" fmla="*/ 36 w 51"/>
                  <a:gd name="T39" fmla="*/ 3 h 72"/>
                  <a:gd name="T40" fmla="*/ 43 w 51"/>
                  <a:gd name="T41" fmla="*/ 7 h 72"/>
                  <a:gd name="T42" fmla="*/ 47 w 51"/>
                  <a:gd name="T43" fmla="*/ 3 h 72"/>
                  <a:gd name="T44" fmla="*/ 49 w 51"/>
                  <a:gd name="T45" fmla="*/ 1 h 72"/>
                  <a:gd name="T46" fmla="*/ 51 w 51"/>
                  <a:gd name="T47" fmla="*/ 6 h 72"/>
                  <a:gd name="T48" fmla="*/ 47 w 51"/>
                  <a:gd name="T49" fmla="*/ 14 h 72"/>
                  <a:gd name="T50" fmla="*/ 45 w 51"/>
                  <a:gd name="T51" fmla="*/ 17 h 72"/>
                  <a:gd name="T52" fmla="*/ 45 w 51"/>
                  <a:gd name="T53" fmla="*/ 21 h 72"/>
                  <a:gd name="T54" fmla="*/ 43 w 51"/>
                  <a:gd name="T55" fmla="*/ 25 h 72"/>
                  <a:gd name="T56" fmla="*/ 39 w 51"/>
                  <a:gd name="T57" fmla="*/ 26 h 72"/>
                  <a:gd name="T58" fmla="*/ 38 w 51"/>
                  <a:gd name="T59" fmla="*/ 30 h 72"/>
                  <a:gd name="T60" fmla="*/ 40 w 51"/>
                  <a:gd name="T61" fmla="*/ 33 h 72"/>
                  <a:gd name="T62" fmla="*/ 39 w 51"/>
                  <a:gd name="T63" fmla="*/ 37 h 72"/>
                  <a:gd name="T64" fmla="*/ 39 w 51"/>
                  <a:gd name="T65" fmla="*/ 40 h 72"/>
                  <a:gd name="T66" fmla="*/ 36 w 51"/>
                  <a:gd name="T67" fmla="*/ 42 h 72"/>
                  <a:gd name="T68" fmla="*/ 33 w 51"/>
                  <a:gd name="T69" fmla="*/ 50 h 72"/>
                  <a:gd name="T70" fmla="*/ 29 w 51"/>
                  <a:gd name="T71" fmla="*/ 58 h 72"/>
                  <a:gd name="T72" fmla="*/ 27 w 51"/>
                  <a:gd name="T73" fmla="*/ 62 h 72"/>
                  <a:gd name="T74" fmla="*/ 24 w 51"/>
                  <a:gd name="T75" fmla="*/ 65 h 72"/>
                  <a:gd name="T76" fmla="*/ 19 w 51"/>
                  <a:gd name="T77" fmla="*/ 71 h 72"/>
                  <a:gd name="T78" fmla="*/ 12 w 51"/>
                  <a:gd name="T79" fmla="*/ 67 h 72"/>
                  <a:gd name="T80" fmla="*/ 21 w 51"/>
                  <a:gd name="T81" fmla="*/ 62 h 72"/>
                  <a:gd name="T82" fmla="*/ 20 w 51"/>
                  <a:gd name="T83" fmla="*/ 54 h 72"/>
                  <a:gd name="T84" fmla="*/ 19 w 51"/>
                  <a:gd name="T85" fmla="*/ 49 h 72"/>
                  <a:gd name="T86" fmla="*/ 22 w 51"/>
                  <a:gd name="T87" fmla="*/ 45 h 72"/>
                  <a:gd name="T88" fmla="*/ 23 w 51"/>
                  <a:gd name="T89" fmla="*/ 40 h 72"/>
                  <a:gd name="T90" fmla="*/ 20 w 51"/>
                  <a:gd name="T91" fmla="*/ 36 h 72"/>
                  <a:gd name="T92" fmla="*/ 16 w 51"/>
                  <a:gd name="T93" fmla="*/ 41 h 72"/>
                  <a:gd name="T94" fmla="*/ 13 w 51"/>
                  <a:gd name="T95" fmla="*/ 41 h 72"/>
                  <a:gd name="T96" fmla="*/ 13 w 51"/>
                  <a:gd name="T97" fmla="*/ 35 h 72"/>
                  <a:gd name="T98" fmla="*/ 11 w 51"/>
                  <a:gd name="T99" fmla="*/ 3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1" h="72">
                    <a:moveTo>
                      <a:pt x="11" y="31"/>
                    </a:moveTo>
                    <a:cubicBezTo>
                      <a:pt x="10" y="30"/>
                      <a:pt x="8" y="31"/>
                      <a:pt x="7" y="31"/>
                    </a:cubicBezTo>
                    <a:cubicBezTo>
                      <a:pt x="5" y="31"/>
                      <a:pt x="0" y="30"/>
                      <a:pt x="1" y="27"/>
                    </a:cubicBezTo>
                    <a:cubicBezTo>
                      <a:pt x="2" y="24"/>
                      <a:pt x="6" y="25"/>
                      <a:pt x="9" y="24"/>
                    </a:cubicBezTo>
                    <a:cubicBezTo>
                      <a:pt x="13" y="24"/>
                      <a:pt x="11" y="19"/>
                      <a:pt x="12" y="17"/>
                    </a:cubicBezTo>
                    <a:cubicBezTo>
                      <a:pt x="13" y="16"/>
                      <a:pt x="14" y="16"/>
                      <a:pt x="15" y="17"/>
                    </a:cubicBezTo>
                    <a:cubicBezTo>
                      <a:pt x="17" y="17"/>
                      <a:pt x="17" y="19"/>
                      <a:pt x="17" y="20"/>
                    </a:cubicBezTo>
                    <a:cubicBezTo>
                      <a:pt x="17" y="22"/>
                      <a:pt x="17" y="24"/>
                      <a:pt x="18" y="25"/>
                    </a:cubicBezTo>
                    <a:cubicBezTo>
                      <a:pt x="19" y="27"/>
                      <a:pt x="20" y="27"/>
                      <a:pt x="22" y="28"/>
                    </a:cubicBezTo>
                    <a:cubicBezTo>
                      <a:pt x="22" y="29"/>
                      <a:pt x="23" y="30"/>
                      <a:pt x="24" y="30"/>
                    </a:cubicBezTo>
                    <a:cubicBezTo>
                      <a:pt x="26" y="31"/>
                      <a:pt x="27" y="31"/>
                      <a:pt x="29" y="31"/>
                    </a:cubicBezTo>
                    <a:cubicBezTo>
                      <a:pt x="29" y="31"/>
                      <a:pt x="31" y="31"/>
                      <a:pt x="31" y="30"/>
                    </a:cubicBezTo>
                    <a:cubicBezTo>
                      <a:pt x="30" y="30"/>
                      <a:pt x="29" y="29"/>
                      <a:pt x="29" y="29"/>
                    </a:cubicBezTo>
                    <a:cubicBezTo>
                      <a:pt x="28" y="28"/>
                      <a:pt x="27" y="28"/>
                      <a:pt x="26" y="27"/>
                    </a:cubicBezTo>
                    <a:cubicBezTo>
                      <a:pt x="25" y="26"/>
                      <a:pt x="24" y="25"/>
                      <a:pt x="23" y="24"/>
                    </a:cubicBezTo>
                    <a:cubicBezTo>
                      <a:pt x="22" y="23"/>
                      <a:pt x="20" y="22"/>
                      <a:pt x="20" y="21"/>
                    </a:cubicBezTo>
                    <a:cubicBezTo>
                      <a:pt x="19" y="18"/>
                      <a:pt x="24" y="17"/>
                      <a:pt x="26" y="16"/>
                    </a:cubicBezTo>
                    <a:cubicBezTo>
                      <a:pt x="29" y="15"/>
                      <a:pt x="32" y="12"/>
                      <a:pt x="32" y="9"/>
                    </a:cubicBezTo>
                    <a:cubicBezTo>
                      <a:pt x="32" y="8"/>
                      <a:pt x="32" y="7"/>
                      <a:pt x="33" y="6"/>
                    </a:cubicBezTo>
                    <a:cubicBezTo>
                      <a:pt x="33" y="4"/>
                      <a:pt x="35" y="4"/>
                      <a:pt x="36" y="3"/>
                    </a:cubicBezTo>
                    <a:cubicBezTo>
                      <a:pt x="39" y="3"/>
                      <a:pt x="41" y="5"/>
                      <a:pt x="43" y="7"/>
                    </a:cubicBezTo>
                    <a:cubicBezTo>
                      <a:pt x="46" y="11"/>
                      <a:pt x="46" y="5"/>
                      <a:pt x="47" y="3"/>
                    </a:cubicBezTo>
                    <a:cubicBezTo>
                      <a:pt x="47" y="1"/>
                      <a:pt x="48" y="0"/>
                      <a:pt x="49" y="1"/>
                    </a:cubicBezTo>
                    <a:cubicBezTo>
                      <a:pt x="50" y="2"/>
                      <a:pt x="51" y="4"/>
                      <a:pt x="51" y="6"/>
                    </a:cubicBezTo>
                    <a:cubicBezTo>
                      <a:pt x="51" y="9"/>
                      <a:pt x="50" y="12"/>
                      <a:pt x="47" y="14"/>
                    </a:cubicBezTo>
                    <a:cubicBezTo>
                      <a:pt x="46" y="15"/>
                      <a:pt x="45" y="15"/>
                      <a:pt x="45" y="17"/>
                    </a:cubicBezTo>
                    <a:cubicBezTo>
                      <a:pt x="45" y="18"/>
                      <a:pt x="45" y="20"/>
                      <a:pt x="45" y="21"/>
                    </a:cubicBezTo>
                    <a:cubicBezTo>
                      <a:pt x="45" y="22"/>
                      <a:pt x="44" y="24"/>
                      <a:pt x="43" y="25"/>
                    </a:cubicBezTo>
                    <a:cubicBezTo>
                      <a:pt x="42" y="25"/>
                      <a:pt x="40" y="26"/>
                      <a:pt x="39" y="26"/>
                    </a:cubicBezTo>
                    <a:cubicBezTo>
                      <a:pt x="38" y="27"/>
                      <a:pt x="37" y="28"/>
                      <a:pt x="38" y="30"/>
                    </a:cubicBezTo>
                    <a:cubicBezTo>
                      <a:pt x="38" y="31"/>
                      <a:pt x="40" y="32"/>
                      <a:pt x="40" y="33"/>
                    </a:cubicBezTo>
                    <a:cubicBezTo>
                      <a:pt x="40" y="35"/>
                      <a:pt x="39" y="36"/>
                      <a:pt x="39" y="37"/>
                    </a:cubicBezTo>
                    <a:cubicBezTo>
                      <a:pt x="38" y="38"/>
                      <a:pt x="39" y="39"/>
                      <a:pt x="39" y="40"/>
                    </a:cubicBezTo>
                    <a:cubicBezTo>
                      <a:pt x="39" y="41"/>
                      <a:pt x="37" y="42"/>
                      <a:pt x="36" y="42"/>
                    </a:cubicBezTo>
                    <a:cubicBezTo>
                      <a:pt x="36" y="45"/>
                      <a:pt x="35" y="47"/>
                      <a:pt x="33" y="50"/>
                    </a:cubicBezTo>
                    <a:cubicBezTo>
                      <a:pt x="31" y="52"/>
                      <a:pt x="30" y="55"/>
                      <a:pt x="29" y="58"/>
                    </a:cubicBezTo>
                    <a:cubicBezTo>
                      <a:pt x="28" y="59"/>
                      <a:pt x="28" y="61"/>
                      <a:pt x="27" y="62"/>
                    </a:cubicBezTo>
                    <a:cubicBezTo>
                      <a:pt x="26" y="63"/>
                      <a:pt x="25" y="64"/>
                      <a:pt x="24" y="65"/>
                    </a:cubicBezTo>
                    <a:cubicBezTo>
                      <a:pt x="22" y="67"/>
                      <a:pt x="22" y="70"/>
                      <a:pt x="19" y="71"/>
                    </a:cubicBezTo>
                    <a:cubicBezTo>
                      <a:pt x="16" y="72"/>
                      <a:pt x="12" y="71"/>
                      <a:pt x="12" y="67"/>
                    </a:cubicBezTo>
                    <a:cubicBezTo>
                      <a:pt x="13" y="63"/>
                      <a:pt x="18" y="64"/>
                      <a:pt x="21" y="62"/>
                    </a:cubicBezTo>
                    <a:cubicBezTo>
                      <a:pt x="24" y="61"/>
                      <a:pt x="22" y="56"/>
                      <a:pt x="20" y="54"/>
                    </a:cubicBezTo>
                    <a:cubicBezTo>
                      <a:pt x="19" y="52"/>
                      <a:pt x="19" y="51"/>
                      <a:pt x="19" y="49"/>
                    </a:cubicBezTo>
                    <a:cubicBezTo>
                      <a:pt x="19" y="48"/>
                      <a:pt x="20" y="46"/>
                      <a:pt x="22" y="45"/>
                    </a:cubicBezTo>
                    <a:cubicBezTo>
                      <a:pt x="23" y="43"/>
                      <a:pt x="23" y="42"/>
                      <a:pt x="23" y="40"/>
                    </a:cubicBezTo>
                    <a:cubicBezTo>
                      <a:pt x="23" y="38"/>
                      <a:pt x="22" y="35"/>
                      <a:pt x="20" y="36"/>
                    </a:cubicBezTo>
                    <a:cubicBezTo>
                      <a:pt x="18" y="36"/>
                      <a:pt x="17" y="39"/>
                      <a:pt x="16" y="41"/>
                    </a:cubicBezTo>
                    <a:cubicBezTo>
                      <a:pt x="15" y="42"/>
                      <a:pt x="13" y="43"/>
                      <a:pt x="13" y="41"/>
                    </a:cubicBezTo>
                    <a:cubicBezTo>
                      <a:pt x="12" y="39"/>
                      <a:pt x="12" y="37"/>
                      <a:pt x="13" y="35"/>
                    </a:cubicBezTo>
                    <a:cubicBezTo>
                      <a:pt x="13" y="34"/>
                      <a:pt x="12" y="32"/>
                      <a:pt x="11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2" name="Freeform 3239">
                <a:extLst>
                  <a:ext uri="{FF2B5EF4-FFF2-40B4-BE49-F238E27FC236}">
                    <a16:creationId xmlns:a16="http://schemas.microsoft.com/office/drawing/2014/main" id="{CEAACC2C-3B01-4BA0-8679-708D547D8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27"/>
                <a:ext cx="14" cy="19"/>
              </a:xfrm>
              <a:custGeom>
                <a:avLst/>
                <a:gdLst>
                  <a:gd name="T0" fmla="*/ 16 w 34"/>
                  <a:gd name="T1" fmla="*/ 41 h 48"/>
                  <a:gd name="T2" fmla="*/ 19 w 34"/>
                  <a:gd name="T3" fmla="*/ 44 h 48"/>
                  <a:gd name="T4" fmla="*/ 17 w 34"/>
                  <a:gd name="T5" fmla="*/ 48 h 48"/>
                  <a:gd name="T6" fmla="*/ 13 w 34"/>
                  <a:gd name="T7" fmla="*/ 45 h 48"/>
                  <a:gd name="T8" fmla="*/ 10 w 34"/>
                  <a:gd name="T9" fmla="*/ 43 h 48"/>
                  <a:gd name="T10" fmla="*/ 7 w 34"/>
                  <a:gd name="T11" fmla="*/ 45 h 48"/>
                  <a:gd name="T12" fmla="*/ 4 w 34"/>
                  <a:gd name="T13" fmla="*/ 43 h 48"/>
                  <a:gd name="T14" fmla="*/ 3 w 34"/>
                  <a:gd name="T15" fmla="*/ 39 h 48"/>
                  <a:gd name="T16" fmla="*/ 3 w 34"/>
                  <a:gd name="T17" fmla="*/ 31 h 48"/>
                  <a:gd name="T18" fmla="*/ 7 w 34"/>
                  <a:gd name="T19" fmla="*/ 29 h 48"/>
                  <a:gd name="T20" fmla="*/ 7 w 34"/>
                  <a:gd name="T21" fmla="*/ 25 h 48"/>
                  <a:gd name="T22" fmla="*/ 9 w 34"/>
                  <a:gd name="T23" fmla="*/ 22 h 48"/>
                  <a:gd name="T24" fmla="*/ 12 w 34"/>
                  <a:gd name="T25" fmla="*/ 18 h 48"/>
                  <a:gd name="T26" fmla="*/ 12 w 34"/>
                  <a:gd name="T27" fmla="*/ 12 h 48"/>
                  <a:gd name="T28" fmla="*/ 14 w 34"/>
                  <a:gd name="T29" fmla="*/ 9 h 48"/>
                  <a:gd name="T30" fmla="*/ 18 w 34"/>
                  <a:gd name="T31" fmla="*/ 5 h 48"/>
                  <a:gd name="T32" fmla="*/ 21 w 34"/>
                  <a:gd name="T33" fmla="*/ 1 h 48"/>
                  <a:gd name="T34" fmla="*/ 23 w 34"/>
                  <a:gd name="T35" fmla="*/ 4 h 48"/>
                  <a:gd name="T36" fmla="*/ 22 w 34"/>
                  <a:gd name="T37" fmla="*/ 9 h 48"/>
                  <a:gd name="T38" fmla="*/ 25 w 34"/>
                  <a:gd name="T39" fmla="*/ 5 h 48"/>
                  <a:gd name="T40" fmla="*/ 29 w 34"/>
                  <a:gd name="T41" fmla="*/ 4 h 48"/>
                  <a:gd name="T42" fmla="*/ 31 w 34"/>
                  <a:gd name="T43" fmla="*/ 6 h 48"/>
                  <a:gd name="T44" fmla="*/ 32 w 34"/>
                  <a:gd name="T45" fmla="*/ 7 h 48"/>
                  <a:gd name="T46" fmla="*/ 31 w 34"/>
                  <a:gd name="T47" fmla="*/ 11 h 48"/>
                  <a:gd name="T48" fmla="*/ 31 w 34"/>
                  <a:gd name="T49" fmla="*/ 15 h 48"/>
                  <a:gd name="T50" fmla="*/ 32 w 34"/>
                  <a:gd name="T51" fmla="*/ 20 h 48"/>
                  <a:gd name="T52" fmla="*/ 31 w 34"/>
                  <a:gd name="T53" fmla="*/ 23 h 48"/>
                  <a:gd name="T54" fmla="*/ 29 w 34"/>
                  <a:gd name="T55" fmla="*/ 21 h 48"/>
                  <a:gd name="T56" fmla="*/ 26 w 34"/>
                  <a:gd name="T57" fmla="*/ 18 h 48"/>
                  <a:gd name="T58" fmla="*/ 24 w 34"/>
                  <a:gd name="T59" fmla="*/ 23 h 48"/>
                  <a:gd name="T60" fmla="*/ 21 w 34"/>
                  <a:gd name="T61" fmla="*/ 27 h 48"/>
                  <a:gd name="T62" fmla="*/ 24 w 34"/>
                  <a:gd name="T63" fmla="*/ 27 h 48"/>
                  <a:gd name="T64" fmla="*/ 26 w 34"/>
                  <a:gd name="T65" fmla="*/ 26 h 48"/>
                  <a:gd name="T66" fmla="*/ 28 w 34"/>
                  <a:gd name="T67" fmla="*/ 30 h 48"/>
                  <a:gd name="T68" fmla="*/ 25 w 34"/>
                  <a:gd name="T69" fmla="*/ 31 h 48"/>
                  <a:gd name="T70" fmla="*/ 22 w 34"/>
                  <a:gd name="T71" fmla="*/ 32 h 48"/>
                  <a:gd name="T72" fmla="*/ 19 w 34"/>
                  <a:gd name="T73" fmla="*/ 36 h 48"/>
                  <a:gd name="T74" fmla="*/ 15 w 34"/>
                  <a:gd name="T75" fmla="*/ 38 h 48"/>
                  <a:gd name="T76" fmla="*/ 14 w 34"/>
                  <a:gd name="T77" fmla="*/ 40 h 48"/>
                  <a:gd name="T78" fmla="*/ 16 w 34"/>
                  <a:gd name="T79" fmla="*/ 4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48">
                    <a:moveTo>
                      <a:pt x="16" y="41"/>
                    </a:moveTo>
                    <a:cubicBezTo>
                      <a:pt x="17" y="41"/>
                      <a:pt x="18" y="42"/>
                      <a:pt x="19" y="44"/>
                    </a:cubicBezTo>
                    <a:cubicBezTo>
                      <a:pt x="19" y="45"/>
                      <a:pt x="19" y="47"/>
                      <a:pt x="17" y="48"/>
                    </a:cubicBezTo>
                    <a:cubicBezTo>
                      <a:pt x="16" y="48"/>
                      <a:pt x="14" y="46"/>
                      <a:pt x="13" y="45"/>
                    </a:cubicBezTo>
                    <a:cubicBezTo>
                      <a:pt x="12" y="44"/>
                      <a:pt x="11" y="43"/>
                      <a:pt x="10" y="43"/>
                    </a:cubicBezTo>
                    <a:cubicBezTo>
                      <a:pt x="9" y="43"/>
                      <a:pt x="8" y="45"/>
                      <a:pt x="7" y="45"/>
                    </a:cubicBezTo>
                    <a:cubicBezTo>
                      <a:pt x="6" y="45"/>
                      <a:pt x="4" y="43"/>
                      <a:pt x="4" y="43"/>
                    </a:cubicBezTo>
                    <a:cubicBezTo>
                      <a:pt x="3" y="42"/>
                      <a:pt x="3" y="40"/>
                      <a:pt x="3" y="39"/>
                    </a:cubicBezTo>
                    <a:cubicBezTo>
                      <a:pt x="2" y="36"/>
                      <a:pt x="0" y="33"/>
                      <a:pt x="3" y="31"/>
                    </a:cubicBezTo>
                    <a:cubicBezTo>
                      <a:pt x="4" y="31"/>
                      <a:pt x="6" y="30"/>
                      <a:pt x="7" y="29"/>
                    </a:cubicBezTo>
                    <a:cubicBezTo>
                      <a:pt x="8" y="28"/>
                      <a:pt x="7" y="26"/>
                      <a:pt x="7" y="25"/>
                    </a:cubicBezTo>
                    <a:cubicBezTo>
                      <a:pt x="7" y="23"/>
                      <a:pt x="8" y="23"/>
                      <a:pt x="9" y="22"/>
                    </a:cubicBezTo>
                    <a:cubicBezTo>
                      <a:pt x="11" y="21"/>
                      <a:pt x="11" y="20"/>
                      <a:pt x="12" y="18"/>
                    </a:cubicBezTo>
                    <a:cubicBezTo>
                      <a:pt x="12" y="16"/>
                      <a:pt x="11" y="14"/>
                      <a:pt x="12" y="12"/>
                    </a:cubicBezTo>
                    <a:cubicBezTo>
                      <a:pt x="12" y="10"/>
                      <a:pt x="13" y="9"/>
                      <a:pt x="14" y="9"/>
                    </a:cubicBezTo>
                    <a:cubicBezTo>
                      <a:pt x="15" y="7"/>
                      <a:pt x="17" y="7"/>
                      <a:pt x="18" y="5"/>
                    </a:cubicBezTo>
                    <a:cubicBezTo>
                      <a:pt x="19" y="3"/>
                      <a:pt x="20" y="1"/>
                      <a:pt x="21" y="1"/>
                    </a:cubicBezTo>
                    <a:cubicBezTo>
                      <a:pt x="23" y="0"/>
                      <a:pt x="24" y="2"/>
                      <a:pt x="23" y="4"/>
                    </a:cubicBezTo>
                    <a:cubicBezTo>
                      <a:pt x="23" y="6"/>
                      <a:pt x="22" y="7"/>
                      <a:pt x="22" y="9"/>
                    </a:cubicBezTo>
                    <a:cubicBezTo>
                      <a:pt x="25" y="9"/>
                      <a:pt x="24" y="7"/>
                      <a:pt x="25" y="5"/>
                    </a:cubicBezTo>
                    <a:cubicBezTo>
                      <a:pt x="26" y="4"/>
                      <a:pt x="28" y="4"/>
                      <a:pt x="29" y="4"/>
                    </a:cubicBezTo>
                    <a:cubicBezTo>
                      <a:pt x="29" y="5"/>
                      <a:pt x="30" y="5"/>
                      <a:pt x="31" y="6"/>
                    </a:cubicBezTo>
                    <a:cubicBezTo>
                      <a:pt x="31" y="6"/>
                      <a:pt x="32" y="6"/>
                      <a:pt x="32" y="7"/>
                    </a:cubicBezTo>
                    <a:cubicBezTo>
                      <a:pt x="34" y="8"/>
                      <a:pt x="32" y="10"/>
                      <a:pt x="31" y="11"/>
                    </a:cubicBezTo>
                    <a:cubicBezTo>
                      <a:pt x="30" y="12"/>
                      <a:pt x="30" y="13"/>
                      <a:pt x="31" y="15"/>
                    </a:cubicBezTo>
                    <a:cubicBezTo>
                      <a:pt x="32" y="16"/>
                      <a:pt x="32" y="18"/>
                      <a:pt x="32" y="20"/>
                    </a:cubicBezTo>
                    <a:cubicBezTo>
                      <a:pt x="32" y="21"/>
                      <a:pt x="32" y="23"/>
                      <a:pt x="31" y="23"/>
                    </a:cubicBezTo>
                    <a:cubicBezTo>
                      <a:pt x="30" y="24"/>
                      <a:pt x="29" y="22"/>
                      <a:pt x="29" y="21"/>
                    </a:cubicBezTo>
                    <a:cubicBezTo>
                      <a:pt x="29" y="20"/>
                      <a:pt x="28" y="17"/>
                      <a:pt x="26" y="18"/>
                    </a:cubicBezTo>
                    <a:cubicBezTo>
                      <a:pt x="24" y="19"/>
                      <a:pt x="24" y="22"/>
                      <a:pt x="24" y="23"/>
                    </a:cubicBezTo>
                    <a:cubicBezTo>
                      <a:pt x="24" y="25"/>
                      <a:pt x="21" y="25"/>
                      <a:pt x="21" y="27"/>
                    </a:cubicBezTo>
                    <a:cubicBezTo>
                      <a:pt x="22" y="27"/>
                      <a:pt x="24" y="28"/>
                      <a:pt x="24" y="27"/>
                    </a:cubicBezTo>
                    <a:cubicBezTo>
                      <a:pt x="25" y="27"/>
                      <a:pt x="26" y="26"/>
                      <a:pt x="26" y="26"/>
                    </a:cubicBezTo>
                    <a:cubicBezTo>
                      <a:pt x="28" y="25"/>
                      <a:pt x="28" y="29"/>
                      <a:pt x="28" y="30"/>
                    </a:cubicBezTo>
                    <a:cubicBezTo>
                      <a:pt x="27" y="31"/>
                      <a:pt x="26" y="31"/>
                      <a:pt x="25" y="31"/>
                    </a:cubicBezTo>
                    <a:cubicBezTo>
                      <a:pt x="24" y="31"/>
                      <a:pt x="23" y="31"/>
                      <a:pt x="22" y="32"/>
                    </a:cubicBezTo>
                    <a:cubicBezTo>
                      <a:pt x="21" y="33"/>
                      <a:pt x="19" y="34"/>
                      <a:pt x="19" y="36"/>
                    </a:cubicBezTo>
                    <a:cubicBezTo>
                      <a:pt x="18" y="36"/>
                      <a:pt x="16" y="37"/>
                      <a:pt x="15" y="38"/>
                    </a:cubicBezTo>
                    <a:cubicBezTo>
                      <a:pt x="14" y="38"/>
                      <a:pt x="14" y="39"/>
                      <a:pt x="14" y="40"/>
                    </a:cubicBezTo>
                    <a:cubicBezTo>
                      <a:pt x="14" y="41"/>
                      <a:pt x="15" y="40"/>
                      <a:pt x="16" y="4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3" name="Freeform 3240">
                <a:extLst>
                  <a:ext uri="{FF2B5EF4-FFF2-40B4-BE49-F238E27FC236}">
                    <a16:creationId xmlns:a16="http://schemas.microsoft.com/office/drawing/2014/main" id="{06450A04-D010-494D-8D0B-55EC9B4A4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49"/>
                <a:ext cx="9" cy="8"/>
              </a:xfrm>
              <a:custGeom>
                <a:avLst/>
                <a:gdLst>
                  <a:gd name="T0" fmla="*/ 7 w 21"/>
                  <a:gd name="T1" fmla="*/ 15 h 20"/>
                  <a:gd name="T2" fmla="*/ 8 w 21"/>
                  <a:gd name="T3" fmla="*/ 18 h 20"/>
                  <a:gd name="T4" fmla="*/ 5 w 21"/>
                  <a:gd name="T5" fmla="*/ 19 h 20"/>
                  <a:gd name="T6" fmla="*/ 2 w 21"/>
                  <a:gd name="T7" fmla="*/ 14 h 20"/>
                  <a:gd name="T8" fmla="*/ 2 w 21"/>
                  <a:gd name="T9" fmla="*/ 10 h 20"/>
                  <a:gd name="T10" fmla="*/ 1 w 21"/>
                  <a:gd name="T11" fmla="*/ 6 h 20"/>
                  <a:gd name="T12" fmla="*/ 4 w 21"/>
                  <a:gd name="T13" fmla="*/ 2 h 20"/>
                  <a:gd name="T14" fmla="*/ 7 w 21"/>
                  <a:gd name="T15" fmla="*/ 1 h 20"/>
                  <a:gd name="T16" fmla="*/ 11 w 21"/>
                  <a:gd name="T17" fmla="*/ 0 h 20"/>
                  <a:gd name="T18" fmla="*/ 16 w 21"/>
                  <a:gd name="T19" fmla="*/ 5 h 20"/>
                  <a:gd name="T20" fmla="*/ 17 w 21"/>
                  <a:gd name="T21" fmla="*/ 12 h 20"/>
                  <a:gd name="T22" fmla="*/ 20 w 21"/>
                  <a:gd name="T23" fmla="*/ 14 h 20"/>
                  <a:gd name="T24" fmla="*/ 16 w 21"/>
                  <a:gd name="T25" fmla="*/ 20 h 20"/>
                  <a:gd name="T26" fmla="*/ 12 w 21"/>
                  <a:gd name="T27" fmla="*/ 16 h 20"/>
                  <a:gd name="T28" fmla="*/ 10 w 21"/>
                  <a:gd name="T29" fmla="*/ 13 h 20"/>
                  <a:gd name="T30" fmla="*/ 8 w 21"/>
                  <a:gd name="T31" fmla="*/ 11 h 20"/>
                  <a:gd name="T32" fmla="*/ 7 w 21"/>
                  <a:gd name="T3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0">
                    <a:moveTo>
                      <a:pt x="7" y="15"/>
                    </a:moveTo>
                    <a:cubicBezTo>
                      <a:pt x="8" y="16"/>
                      <a:pt x="9" y="17"/>
                      <a:pt x="8" y="18"/>
                    </a:cubicBezTo>
                    <a:cubicBezTo>
                      <a:pt x="8" y="19"/>
                      <a:pt x="6" y="20"/>
                      <a:pt x="5" y="19"/>
                    </a:cubicBezTo>
                    <a:cubicBezTo>
                      <a:pt x="2" y="19"/>
                      <a:pt x="1" y="16"/>
                      <a:pt x="2" y="14"/>
                    </a:cubicBezTo>
                    <a:cubicBezTo>
                      <a:pt x="2" y="13"/>
                      <a:pt x="2" y="11"/>
                      <a:pt x="2" y="10"/>
                    </a:cubicBezTo>
                    <a:cubicBezTo>
                      <a:pt x="1" y="9"/>
                      <a:pt x="1" y="8"/>
                      <a:pt x="1" y="6"/>
                    </a:cubicBezTo>
                    <a:cubicBezTo>
                      <a:pt x="0" y="4"/>
                      <a:pt x="1" y="2"/>
                      <a:pt x="4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3" y="1"/>
                      <a:pt x="16" y="3"/>
                      <a:pt x="16" y="5"/>
                    </a:cubicBezTo>
                    <a:cubicBezTo>
                      <a:pt x="17" y="8"/>
                      <a:pt x="14" y="11"/>
                      <a:pt x="17" y="12"/>
                    </a:cubicBezTo>
                    <a:cubicBezTo>
                      <a:pt x="19" y="12"/>
                      <a:pt x="20" y="13"/>
                      <a:pt x="20" y="14"/>
                    </a:cubicBezTo>
                    <a:cubicBezTo>
                      <a:pt x="21" y="17"/>
                      <a:pt x="19" y="20"/>
                      <a:pt x="16" y="20"/>
                    </a:cubicBezTo>
                    <a:cubicBezTo>
                      <a:pt x="14" y="19"/>
                      <a:pt x="13" y="17"/>
                      <a:pt x="12" y="16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10" y="13"/>
                      <a:pt x="9" y="11"/>
                      <a:pt x="8" y="11"/>
                    </a:cubicBezTo>
                    <a:cubicBezTo>
                      <a:pt x="6" y="11"/>
                      <a:pt x="7" y="14"/>
                      <a:pt x="7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4" name="Freeform 3241">
                <a:extLst>
                  <a:ext uri="{FF2B5EF4-FFF2-40B4-BE49-F238E27FC236}">
                    <a16:creationId xmlns:a16="http://schemas.microsoft.com/office/drawing/2014/main" id="{364958F1-F02E-4E83-8E59-9A34C9112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436"/>
                <a:ext cx="9" cy="16"/>
              </a:xfrm>
              <a:custGeom>
                <a:avLst/>
                <a:gdLst>
                  <a:gd name="T0" fmla="*/ 4 w 22"/>
                  <a:gd name="T1" fmla="*/ 32 h 38"/>
                  <a:gd name="T2" fmla="*/ 1 w 22"/>
                  <a:gd name="T3" fmla="*/ 27 h 38"/>
                  <a:gd name="T4" fmla="*/ 1 w 22"/>
                  <a:gd name="T5" fmla="*/ 22 h 38"/>
                  <a:gd name="T6" fmla="*/ 1 w 22"/>
                  <a:gd name="T7" fmla="*/ 18 h 38"/>
                  <a:gd name="T8" fmla="*/ 4 w 22"/>
                  <a:gd name="T9" fmla="*/ 11 h 38"/>
                  <a:gd name="T10" fmla="*/ 6 w 22"/>
                  <a:gd name="T11" fmla="*/ 5 h 38"/>
                  <a:gd name="T12" fmla="*/ 14 w 22"/>
                  <a:gd name="T13" fmla="*/ 1 h 38"/>
                  <a:gd name="T14" fmla="*/ 20 w 22"/>
                  <a:gd name="T15" fmla="*/ 4 h 38"/>
                  <a:gd name="T16" fmla="*/ 21 w 22"/>
                  <a:gd name="T17" fmla="*/ 10 h 38"/>
                  <a:gd name="T18" fmla="*/ 19 w 22"/>
                  <a:gd name="T19" fmla="*/ 18 h 38"/>
                  <a:gd name="T20" fmla="*/ 19 w 22"/>
                  <a:gd name="T21" fmla="*/ 25 h 38"/>
                  <a:gd name="T22" fmla="*/ 15 w 22"/>
                  <a:gd name="T23" fmla="*/ 27 h 38"/>
                  <a:gd name="T24" fmla="*/ 12 w 22"/>
                  <a:gd name="T25" fmla="*/ 20 h 38"/>
                  <a:gd name="T26" fmla="*/ 12 w 22"/>
                  <a:gd name="T27" fmla="*/ 18 h 38"/>
                  <a:gd name="T28" fmla="*/ 10 w 22"/>
                  <a:gd name="T29" fmla="*/ 19 h 38"/>
                  <a:gd name="T30" fmla="*/ 10 w 22"/>
                  <a:gd name="T31" fmla="*/ 25 h 38"/>
                  <a:gd name="T32" fmla="*/ 12 w 22"/>
                  <a:gd name="T33" fmla="*/ 29 h 38"/>
                  <a:gd name="T34" fmla="*/ 17 w 22"/>
                  <a:gd name="T35" fmla="*/ 31 h 38"/>
                  <a:gd name="T36" fmla="*/ 20 w 22"/>
                  <a:gd name="T37" fmla="*/ 36 h 38"/>
                  <a:gd name="T38" fmla="*/ 15 w 22"/>
                  <a:gd name="T39" fmla="*/ 37 h 38"/>
                  <a:gd name="T40" fmla="*/ 12 w 22"/>
                  <a:gd name="T41" fmla="*/ 36 h 38"/>
                  <a:gd name="T42" fmla="*/ 9 w 22"/>
                  <a:gd name="T43" fmla="*/ 35 h 38"/>
                  <a:gd name="T44" fmla="*/ 4 w 22"/>
                  <a:gd name="T45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38">
                    <a:moveTo>
                      <a:pt x="4" y="32"/>
                    </a:moveTo>
                    <a:cubicBezTo>
                      <a:pt x="3" y="31"/>
                      <a:pt x="2" y="29"/>
                      <a:pt x="1" y="27"/>
                    </a:cubicBezTo>
                    <a:cubicBezTo>
                      <a:pt x="1" y="25"/>
                      <a:pt x="1" y="24"/>
                      <a:pt x="1" y="22"/>
                    </a:cubicBezTo>
                    <a:cubicBezTo>
                      <a:pt x="1" y="21"/>
                      <a:pt x="0" y="19"/>
                      <a:pt x="1" y="18"/>
                    </a:cubicBezTo>
                    <a:cubicBezTo>
                      <a:pt x="2" y="15"/>
                      <a:pt x="3" y="13"/>
                      <a:pt x="4" y="11"/>
                    </a:cubicBezTo>
                    <a:cubicBezTo>
                      <a:pt x="5" y="9"/>
                      <a:pt x="6" y="7"/>
                      <a:pt x="6" y="5"/>
                    </a:cubicBezTo>
                    <a:cubicBezTo>
                      <a:pt x="7" y="2"/>
                      <a:pt x="11" y="0"/>
                      <a:pt x="14" y="1"/>
                    </a:cubicBezTo>
                    <a:cubicBezTo>
                      <a:pt x="16" y="2"/>
                      <a:pt x="18" y="3"/>
                      <a:pt x="20" y="4"/>
                    </a:cubicBezTo>
                    <a:cubicBezTo>
                      <a:pt x="22" y="6"/>
                      <a:pt x="21" y="8"/>
                      <a:pt x="21" y="10"/>
                    </a:cubicBezTo>
                    <a:cubicBezTo>
                      <a:pt x="20" y="13"/>
                      <a:pt x="19" y="15"/>
                      <a:pt x="19" y="18"/>
                    </a:cubicBezTo>
                    <a:cubicBezTo>
                      <a:pt x="19" y="20"/>
                      <a:pt x="19" y="23"/>
                      <a:pt x="19" y="25"/>
                    </a:cubicBezTo>
                    <a:cubicBezTo>
                      <a:pt x="18" y="27"/>
                      <a:pt x="17" y="27"/>
                      <a:pt x="15" y="27"/>
                    </a:cubicBezTo>
                    <a:cubicBezTo>
                      <a:pt x="12" y="25"/>
                      <a:pt x="12" y="23"/>
                      <a:pt x="12" y="20"/>
                    </a:cubicBezTo>
                    <a:cubicBezTo>
                      <a:pt x="12" y="20"/>
                      <a:pt x="12" y="18"/>
                      <a:pt x="12" y="18"/>
                    </a:cubicBezTo>
                    <a:cubicBezTo>
                      <a:pt x="11" y="17"/>
                      <a:pt x="10" y="18"/>
                      <a:pt x="10" y="19"/>
                    </a:cubicBezTo>
                    <a:cubicBezTo>
                      <a:pt x="9" y="21"/>
                      <a:pt x="10" y="23"/>
                      <a:pt x="10" y="25"/>
                    </a:cubicBezTo>
                    <a:cubicBezTo>
                      <a:pt x="10" y="27"/>
                      <a:pt x="10" y="28"/>
                      <a:pt x="12" y="29"/>
                    </a:cubicBezTo>
                    <a:cubicBezTo>
                      <a:pt x="13" y="30"/>
                      <a:pt x="16" y="30"/>
                      <a:pt x="17" y="31"/>
                    </a:cubicBezTo>
                    <a:cubicBezTo>
                      <a:pt x="18" y="32"/>
                      <a:pt x="20" y="34"/>
                      <a:pt x="20" y="36"/>
                    </a:cubicBezTo>
                    <a:cubicBezTo>
                      <a:pt x="19" y="38"/>
                      <a:pt x="17" y="37"/>
                      <a:pt x="15" y="37"/>
                    </a:cubicBezTo>
                    <a:cubicBezTo>
                      <a:pt x="14" y="37"/>
                      <a:pt x="13" y="37"/>
                      <a:pt x="12" y="36"/>
                    </a:cubicBezTo>
                    <a:cubicBezTo>
                      <a:pt x="11" y="36"/>
                      <a:pt x="10" y="35"/>
                      <a:pt x="9" y="35"/>
                    </a:cubicBezTo>
                    <a:cubicBezTo>
                      <a:pt x="7" y="34"/>
                      <a:pt x="5" y="34"/>
                      <a:pt x="4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5" name="Freeform 3242">
                <a:extLst>
                  <a:ext uri="{FF2B5EF4-FFF2-40B4-BE49-F238E27FC236}">
                    <a16:creationId xmlns:a16="http://schemas.microsoft.com/office/drawing/2014/main" id="{F73CA48C-E6DE-4C2F-A91E-8F4101E0F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446"/>
                <a:ext cx="10" cy="16"/>
              </a:xfrm>
              <a:custGeom>
                <a:avLst/>
                <a:gdLst>
                  <a:gd name="T0" fmla="*/ 1 w 24"/>
                  <a:gd name="T1" fmla="*/ 11 h 41"/>
                  <a:gd name="T2" fmla="*/ 2 w 24"/>
                  <a:gd name="T3" fmla="*/ 8 h 41"/>
                  <a:gd name="T4" fmla="*/ 2 w 24"/>
                  <a:gd name="T5" fmla="*/ 7 h 41"/>
                  <a:gd name="T6" fmla="*/ 3 w 24"/>
                  <a:gd name="T7" fmla="*/ 5 h 41"/>
                  <a:gd name="T8" fmla="*/ 5 w 24"/>
                  <a:gd name="T9" fmla="*/ 2 h 41"/>
                  <a:gd name="T10" fmla="*/ 6 w 24"/>
                  <a:gd name="T11" fmla="*/ 0 h 41"/>
                  <a:gd name="T12" fmla="*/ 7 w 24"/>
                  <a:gd name="T13" fmla="*/ 1 h 41"/>
                  <a:gd name="T14" fmla="*/ 8 w 24"/>
                  <a:gd name="T15" fmla="*/ 1 h 41"/>
                  <a:gd name="T16" fmla="*/ 10 w 24"/>
                  <a:gd name="T17" fmla="*/ 3 h 41"/>
                  <a:gd name="T18" fmla="*/ 12 w 24"/>
                  <a:gd name="T19" fmla="*/ 5 h 41"/>
                  <a:gd name="T20" fmla="*/ 13 w 24"/>
                  <a:gd name="T21" fmla="*/ 8 h 41"/>
                  <a:gd name="T22" fmla="*/ 16 w 24"/>
                  <a:gd name="T23" fmla="*/ 12 h 41"/>
                  <a:gd name="T24" fmla="*/ 20 w 24"/>
                  <a:gd name="T25" fmla="*/ 15 h 41"/>
                  <a:gd name="T26" fmla="*/ 22 w 24"/>
                  <a:gd name="T27" fmla="*/ 16 h 41"/>
                  <a:gd name="T28" fmla="*/ 23 w 24"/>
                  <a:gd name="T29" fmla="*/ 17 h 41"/>
                  <a:gd name="T30" fmla="*/ 22 w 24"/>
                  <a:gd name="T31" fmla="*/ 23 h 41"/>
                  <a:gd name="T32" fmla="*/ 19 w 24"/>
                  <a:gd name="T33" fmla="*/ 27 h 41"/>
                  <a:gd name="T34" fmla="*/ 17 w 24"/>
                  <a:gd name="T35" fmla="*/ 27 h 41"/>
                  <a:gd name="T36" fmla="*/ 17 w 24"/>
                  <a:gd name="T37" fmla="*/ 29 h 41"/>
                  <a:gd name="T38" fmla="*/ 18 w 24"/>
                  <a:gd name="T39" fmla="*/ 34 h 41"/>
                  <a:gd name="T40" fmla="*/ 18 w 24"/>
                  <a:gd name="T41" fmla="*/ 37 h 41"/>
                  <a:gd name="T42" fmla="*/ 18 w 24"/>
                  <a:gd name="T43" fmla="*/ 39 h 41"/>
                  <a:gd name="T44" fmla="*/ 15 w 24"/>
                  <a:gd name="T45" fmla="*/ 41 h 41"/>
                  <a:gd name="T46" fmla="*/ 13 w 24"/>
                  <a:gd name="T47" fmla="*/ 41 h 41"/>
                  <a:gd name="T48" fmla="*/ 11 w 24"/>
                  <a:gd name="T49" fmla="*/ 39 h 41"/>
                  <a:gd name="T50" fmla="*/ 7 w 24"/>
                  <a:gd name="T51" fmla="*/ 37 h 41"/>
                  <a:gd name="T52" fmla="*/ 7 w 24"/>
                  <a:gd name="T53" fmla="*/ 39 h 41"/>
                  <a:gd name="T54" fmla="*/ 5 w 24"/>
                  <a:gd name="T55" fmla="*/ 40 h 41"/>
                  <a:gd name="T56" fmla="*/ 3 w 24"/>
                  <a:gd name="T57" fmla="*/ 41 h 41"/>
                  <a:gd name="T58" fmla="*/ 2 w 24"/>
                  <a:gd name="T59" fmla="*/ 39 h 41"/>
                  <a:gd name="T60" fmla="*/ 0 w 24"/>
                  <a:gd name="T61" fmla="*/ 35 h 41"/>
                  <a:gd name="T62" fmla="*/ 0 w 24"/>
                  <a:gd name="T63" fmla="*/ 26 h 41"/>
                  <a:gd name="T64" fmla="*/ 0 w 24"/>
                  <a:gd name="T65" fmla="*/ 23 h 41"/>
                  <a:gd name="T66" fmla="*/ 0 w 24"/>
                  <a:gd name="T67" fmla="*/ 21 h 41"/>
                  <a:gd name="T68" fmla="*/ 1 w 24"/>
                  <a:gd name="T69" fmla="*/ 15 h 41"/>
                  <a:gd name="T70" fmla="*/ 1 w 24"/>
                  <a:gd name="T71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41">
                    <a:moveTo>
                      <a:pt x="1" y="11"/>
                    </a:moveTo>
                    <a:cubicBezTo>
                      <a:pt x="1" y="10"/>
                      <a:pt x="1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4" y="4"/>
                      <a:pt x="4" y="3"/>
                      <a:pt x="5" y="2"/>
                    </a:cubicBezTo>
                    <a:cubicBezTo>
                      <a:pt x="5" y="2"/>
                      <a:pt x="5" y="0"/>
                      <a:pt x="6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1" y="4"/>
                      <a:pt x="12" y="4"/>
                      <a:pt x="12" y="5"/>
                    </a:cubicBezTo>
                    <a:cubicBezTo>
                      <a:pt x="13" y="6"/>
                      <a:pt x="13" y="7"/>
                      <a:pt x="13" y="8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7" y="13"/>
                      <a:pt x="19" y="14"/>
                      <a:pt x="20" y="15"/>
                    </a:cubicBezTo>
                    <a:cubicBezTo>
                      <a:pt x="21" y="15"/>
                      <a:pt x="21" y="15"/>
                      <a:pt x="22" y="16"/>
                    </a:cubicBezTo>
                    <a:cubicBezTo>
                      <a:pt x="22" y="16"/>
                      <a:pt x="23" y="17"/>
                      <a:pt x="23" y="17"/>
                    </a:cubicBezTo>
                    <a:cubicBezTo>
                      <a:pt x="24" y="19"/>
                      <a:pt x="23" y="22"/>
                      <a:pt x="22" y="23"/>
                    </a:cubicBezTo>
                    <a:cubicBezTo>
                      <a:pt x="22" y="25"/>
                      <a:pt x="20" y="26"/>
                      <a:pt x="19" y="27"/>
                    </a:cubicBezTo>
                    <a:cubicBezTo>
                      <a:pt x="18" y="27"/>
                      <a:pt x="18" y="27"/>
                      <a:pt x="17" y="27"/>
                    </a:cubicBezTo>
                    <a:cubicBezTo>
                      <a:pt x="17" y="28"/>
                      <a:pt x="17" y="29"/>
                      <a:pt x="17" y="29"/>
                    </a:cubicBezTo>
                    <a:cubicBezTo>
                      <a:pt x="18" y="31"/>
                      <a:pt x="18" y="33"/>
                      <a:pt x="18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8" y="38"/>
                      <a:pt x="18" y="39"/>
                      <a:pt x="18" y="39"/>
                    </a:cubicBezTo>
                    <a:cubicBezTo>
                      <a:pt x="17" y="40"/>
                      <a:pt x="15" y="41"/>
                      <a:pt x="15" y="41"/>
                    </a:cubicBezTo>
                    <a:cubicBezTo>
                      <a:pt x="14" y="41"/>
                      <a:pt x="13" y="41"/>
                      <a:pt x="13" y="41"/>
                    </a:cubicBezTo>
                    <a:cubicBezTo>
                      <a:pt x="12" y="41"/>
                      <a:pt x="11" y="39"/>
                      <a:pt x="11" y="39"/>
                    </a:cubicBezTo>
                    <a:cubicBezTo>
                      <a:pt x="10" y="38"/>
                      <a:pt x="8" y="35"/>
                      <a:pt x="7" y="37"/>
                    </a:cubicBezTo>
                    <a:cubicBezTo>
                      <a:pt x="7" y="37"/>
                      <a:pt x="7" y="38"/>
                      <a:pt x="7" y="39"/>
                    </a:cubicBezTo>
                    <a:cubicBezTo>
                      <a:pt x="7" y="39"/>
                      <a:pt x="6" y="40"/>
                      <a:pt x="5" y="40"/>
                    </a:cubicBezTo>
                    <a:cubicBezTo>
                      <a:pt x="5" y="41"/>
                      <a:pt x="4" y="41"/>
                      <a:pt x="3" y="41"/>
                    </a:cubicBezTo>
                    <a:cubicBezTo>
                      <a:pt x="3" y="41"/>
                      <a:pt x="2" y="40"/>
                      <a:pt x="2" y="39"/>
                    </a:cubicBezTo>
                    <a:cubicBezTo>
                      <a:pt x="1" y="38"/>
                      <a:pt x="0" y="36"/>
                      <a:pt x="0" y="35"/>
                    </a:cubicBezTo>
                    <a:cubicBezTo>
                      <a:pt x="0" y="32"/>
                      <a:pt x="0" y="29"/>
                      <a:pt x="0" y="26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2"/>
                      <a:pt x="0" y="22"/>
                      <a:pt x="0" y="21"/>
                    </a:cubicBezTo>
                    <a:cubicBezTo>
                      <a:pt x="0" y="19"/>
                      <a:pt x="1" y="17"/>
                      <a:pt x="1" y="15"/>
                    </a:cubicBezTo>
                    <a:cubicBezTo>
                      <a:pt x="1" y="14"/>
                      <a:pt x="1" y="13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6" name="Freeform 3243">
                <a:extLst>
                  <a:ext uri="{FF2B5EF4-FFF2-40B4-BE49-F238E27FC236}">
                    <a16:creationId xmlns:a16="http://schemas.microsoft.com/office/drawing/2014/main" id="{1A6281B3-2D32-439F-B04E-DC36B4EB8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476"/>
                <a:ext cx="8" cy="5"/>
              </a:xfrm>
              <a:custGeom>
                <a:avLst/>
                <a:gdLst>
                  <a:gd name="T0" fmla="*/ 9 w 19"/>
                  <a:gd name="T1" fmla="*/ 13 h 13"/>
                  <a:gd name="T2" fmla="*/ 4 w 19"/>
                  <a:gd name="T3" fmla="*/ 13 h 13"/>
                  <a:gd name="T4" fmla="*/ 3 w 19"/>
                  <a:gd name="T5" fmla="*/ 12 h 13"/>
                  <a:gd name="T6" fmla="*/ 1 w 19"/>
                  <a:gd name="T7" fmla="*/ 11 h 13"/>
                  <a:gd name="T8" fmla="*/ 1 w 19"/>
                  <a:gd name="T9" fmla="*/ 8 h 13"/>
                  <a:gd name="T10" fmla="*/ 4 w 19"/>
                  <a:gd name="T11" fmla="*/ 5 h 13"/>
                  <a:gd name="T12" fmla="*/ 6 w 19"/>
                  <a:gd name="T13" fmla="*/ 3 h 13"/>
                  <a:gd name="T14" fmla="*/ 8 w 19"/>
                  <a:gd name="T15" fmla="*/ 2 h 13"/>
                  <a:gd name="T16" fmla="*/ 13 w 19"/>
                  <a:gd name="T17" fmla="*/ 1 h 13"/>
                  <a:gd name="T18" fmla="*/ 16 w 19"/>
                  <a:gd name="T19" fmla="*/ 1 h 13"/>
                  <a:gd name="T20" fmla="*/ 18 w 19"/>
                  <a:gd name="T21" fmla="*/ 2 h 13"/>
                  <a:gd name="T22" fmla="*/ 18 w 19"/>
                  <a:gd name="T23" fmla="*/ 4 h 13"/>
                  <a:gd name="T24" fmla="*/ 17 w 19"/>
                  <a:gd name="T25" fmla="*/ 6 h 13"/>
                  <a:gd name="T26" fmla="*/ 13 w 19"/>
                  <a:gd name="T27" fmla="*/ 10 h 13"/>
                  <a:gd name="T28" fmla="*/ 9 w 19"/>
                  <a:gd name="T2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9" y="13"/>
                    </a:moveTo>
                    <a:cubicBezTo>
                      <a:pt x="7" y="13"/>
                      <a:pt x="6" y="13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6"/>
                      <a:pt x="2" y="5"/>
                      <a:pt x="4" y="5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10" y="2"/>
                      <a:pt x="11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7" y="0"/>
                      <a:pt x="18" y="1"/>
                      <a:pt x="18" y="2"/>
                    </a:cubicBezTo>
                    <a:cubicBezTo>
                      <a:pt x="19" y="3"/>
                      <a:pt x="19" y="4"/>
                      <a:pt x="18" y="4"/>
                    </a:cubicBezTo>
                    <a:cubicBezTo>
                      <a:pt x="18" y="5"/>
                      <a:pt x="18" y="5"/>
                      <a:pt x="17" y="6"/>
                    </a:cubicBezTo>
                    <a:cubicBezTo>
                      <a:pt x="16" y="7"/>
                      <a:pt x="15" y="8"/>
                      <a:pt x="13" y="10"/>
                    </a:cubicBezTo>
                    <a:cubicBezTo>
                      <a:pt x="12" y="11"/>
                      <a:pt x="10" y="12"/>
                      <a:pt x="9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7" name="Freeform 3244">
                <a:extLst>
                  <a:ext uri="{FF2B5EF4-FFF2-40B4-BE49-F238E27FC236}">
                    <a16:creationId xmlns:a16="http://schemas.microsoft.com/office/drawing/2014/main" id="{16470493-8D03-41D3-858D-A0A6DF982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473"/>
                <a:ext cx="5" cy="2"/>
              </a:xfrm>
              <a:custGeom>
                <a:avLst/>
                <a:gdLst>
                  <a:gd name="T0" fmla="*/ 5 w 12"/>
                  <a:gd name="T1" fmla="*/ 0 h 7"/>
                  <a:gd name="T2" fmla="*/ 10 w 12"/>
                  <a:gd name="T3" fmla="*/ 0 h 7"/>
                  <a:gd name="T4" fmla="*/ 12 w 12"/>
                  <a:gd name="T5" fmla="*/ 3 h 7"/>
                  <a:gd name="T6" fmla="*/ 9 w 12"/>
                  <a:gd name="T7" fmla="*/ 7 h 7"/>
                  <a:gd name="T8" fmla="*/ 3 w 12"/>
                  <a:gd name="T9" fmla="*/ 6 h 7"/>
                  <a:gd name="T10" fmla="*/ 2 w 12"/>
                  <a:gd name="T11" fmla="*/ 1 h 7"/>
                  <a:gd name="T12" fmla="*/ 5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5" y="0"/>
                    </a:moveTo>
                    <a:cubicBezTo>
                      <a:pt x="7" y="0"/>
                      <a:pt x="9" y="0"/>
                      <a:pt x="10" y="0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5"/>
                      <a:pt x="11" y="6"/>
                      <a:pt x="9" y="7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2" y="5"/>
                      <a:pt x="0" y="3"/>
                      <a:pt x="2" y="1"/>
                    </a:cubicBezTo>
                    <a:cubicBezTo>
                      <a:pt x="3" y="1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8" name="Freeform 3247">
                <a:extLst>
                  <a:ext uri="{FF2B5EF4-FFF2-40B4-BE49-F238E27FC236}">
                    <a16:creationId xmlns:a16="http://schemas.microsoft.com/office/drawing/2014/main" id="{0C0DB65A-0AF4-466B-B3F3-64E760DC3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13"/>
                <a:ext cx="8" cy="7"/>
              </a:xfrm>
              <a:custGeom>
                <a:avLst/>
                <a:gdLst>
                  <a:gd name="T0" fmla="*/ 7 w 20"/>
                  <a:gd name="T1" fmla="*/ 6 h 17"/>
                  <a:gd name="T2" fmla="*/ 4 w 20"/>
                  <a:gd name="T3" fmla="*/ 6 h 17"/>
                  <a:gd name="T4" fmla="*/ 1 w 20"/>
                  <a:gd name="T5" fmla="*/ 3 h 17"/>
                  <a:gd name="T6" fmla="*/ 0 w 20"/>
                  <a:gd name="T7" fmla="*/ 2 h 17"/>
                  <a:gd name="T8" fmla="*/ 1 w 20"/>
                  <a:gd name="T9" fmla="*/ 1 h 17"/>
                  <a:gd name="T10" fmla="*/ 4 w 20"/>
                  <a:gd name="T11" fmla="*/ 0 h 17"/>
                  <a:gd name="T12" fmla="*/ 7 w 20"/>
                  <a:gd name="T13" fmla="*/ 0 h 17"/>
                  <a:gd name="T14" fmla="*/ 10 w 20"/>
                  <a:gd name="T15" fmla="*/ 0 h 17"/>
                  <a:gd name="T16" fmla="*/ 14 w 20"/>
                  <a:gd name="T17" fmla="*/ 2 h 17"/>
                  <a:gd name="T18" fmla="*/ 17 w 20"/>
                  <a:gd name="T19" fmla="*/ 5 h 17"/>
                  <a:gd name="T20" fmla="*/ 19 w 20"/>
                  <a:gd name="T21" fmla="*/ 10 h 17"/>
                  <a:gd name="T22" fmla="*/ 18 w 20"/>
                  <a:gd name="T23" fmla="*/ 13 h 17"/>
                  <a:gd name="T24" fmla="*/ 15 w 20"/>
                  <a:gd name="T25" fmla="*/ 15 h 17"/>
                  <a:gd name="T26" fmla="*/ 14 w 20"/>
                  <a:gd name="T27" fmla="*/ 16 h 17"/>
                  <a:gd name="T28" fmla="*/ 11 w 20"/>
                  <a:gd name="T29" fmla="*/ 17 h 17"/>
                  <a:gd name="T30" fmla="*/ 12 w 20"/>
                  <a:gd name="T31" fmla="*/ 11 h 17"/>
                  <a:gd name="T32" fmla="*/ 11 w 20"/>
                  <a:gd name="T33" fmla="*/ 7 h 17"/>
                  <a:gd name="T34" fmla="*/ 7 w 20"/>
                  <a:gd name="T3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7">
                    <a:moveTo>
                      <a:pt x="7" y="6"/>
                    </a:moveTo>
                    <a:cubicBezTo>
                      <a:pt x="6" y="6"/>
                      <a:pt x="5" y="6"/>
                      <a:pt x="4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2"/>
                      <a:pt x="16" y="4"/>
                      <a:pt x="17" y="5"/>
                    </a:cubicBezTo>
                    <a:cubicBezTo>
                      <a:pt x="19" y="6"/>
                      <a:pt x="20" y="7"/>
                      <a:pt x="19" y="10"/>
                    </a:cubicBezTo>
                    <a:cubicBezTo>
                      <a:pt x="19" y="11"/>
                      <a:pt x="18" y="12"/>
                      <a:pt x="18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5" y="15"/>
                      <a:pt x="15" y="16"/>
                      <a:pt x="14" y="16"/>
                    </a:cubicBezTo>
                    <a:cubicBezTo>
                      <a:pt x="13" y="16"/>
                      <a:pt x="12" y="17"/>
                      <a:pt x="11" y="17"/>
                    </a:cubicBezTo>
                    <a:cubicBezTo>
                      <a:pt x="11" y="15"/>
                      <a:pt x="11" y="13"/>
                      <a:pt x="12" y="11"/>
                    </a:cubicBezTo>
                    <a:cubicBezTo>
                      <a:pt x="13" y="9"/>
                      <a:pt x="13" y="8"/>
                      <a:pt x="11" y="7"/>
                    </a:cubicBezTo>
                    <a:cubicBezTo>
                      <a:pt x="10" y="6"/>
                      <a:pt x="8" y="7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9" name="Freeform 3250">
                <a:extLst>
                  <a:ext uri="{FF2B5EF4-FFF2-40B4-BE49-F238E27FC236}">
                    <a16:creationId xmlns:a16="http://schemas.microsoft.com/office/drawing/2014/main" id="{682D2C59-D546-452D-AA10-FBFAEAD19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905"/>
                <a:ext cx="2" cy="3"/>
              </a:xfrm>
              <a:custGeom>
                <a:avLst/>
                <a:gdLst>
                  <a:gd name="T0" fmla="*/ 4 w 5"/>
                  <a:gd name="T1" fmla="*/ 3 h 9"/>
                  <a:gd name="T2" fmla="*/ 4 w 5"/>
                  <a:gd name="T3" fmla="*/ 7 h 9"/>
                  <a:gd name="T4" fmla="*/ 0 w 5"/>
                  <a:gd name="T5" fmla="*/ 6 h 9"/>
                  <a:gd name="T6" fmla="*/ 4 w 5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4" y="3"/>
                    </a:moveTo>
                    <a:cubicBezTo>
                      <a:pt x="5" y="4"/>
                      <a:pt x="5" y="6"/>
                      <a:pt x="4" y="7"/>
                    </a:cubicBezTo>
                    <a:cubicBezTo>
                      <a:pt x="3" y="9"/>
                      <a:pt x="0" y="8"/>
                      <a:pt x="0" y="6"/>
                    </a:cubicBezTo>
                    <a:cubicBezTo>
                      <a:pt x="0" y="5"/>
                      <a:pt x="2" y="0"/>
                      <a:pt x="4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0" name="Freeform 3251">
                <a:extLst>
                  <a:ext uri="{FF2B5EF4-FFF2-40B4-BE49-F238E27FC236}">
                    <a16:creationId xmlns:a16="http://schemas.microsoft.com/office/drawing/2014/main" id="{E0C76BF2-B727-4D9D-8A62-1650D45AD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863"/>
                <a:ext cx="10" cy="24"/>
              </a:xfrm>
              <a:custGeom>
                <a:avLst/>
                <a:gdLst>
                  <a:gd name="T0" fmla="*/ 11 w 25"/>
                  <a:gd name="T1" fmla="*/ 46 h 59"/>
                  <a:gd name="T2" fmla="*/ 10 w 25"/>
                  <a:gd name="T3" fmla="*/ 44 h 59"/>
                  <a:gd name="T4" fmla="*/ 8 w 25"/>
                  <a:gd name="T5" fmla="*/ 42 h 59"/>
                  <a:gd name="T6" fmla="*/ 6 w 25"/>
                  <a:gd name="T7" fmla="*/ 38 h 59"/>
                  <a:gd name="T8" fmla="*/ 5 w 25"/>
                  <a:gd name="T9" fmla="*/ 35 h 59"/>
                  <a:gd name="T10" fmla="*/ 6 w 25"/>
                  <a:gd name="T11" fmla="*/ 33 h 59"/>
                  <a:gd name="T12" fmla="*/ 5 w 25"/>
                  <a:gd name="T13" fmla="*/ 27 h 59"/>
                  <a:gd name="T14" fmla="*/ 9 w 25"/>
                  <a:gd name="T15" fmla="*/ 25 h 59"/>
                  <a:gd name="T16" fmla="*/ 9 w 25"/>
                  <a:gd name="T17" fmla="*/ 21 h 59"/>
                  <a:gd name="T18" fmla="*/ 2 w 25"/>
                  <a:gd name="T19" fmla="*/ 16 h 59"/>
                  <a:gd name="T20" fmla="*/ 1 w 25"/>
                  <a:gd name="T21" fmla="*/ 7 h 59"/>
                  <a:gd name="T22" fmla="*/ 6 w 25"/>
                  <a:gd name="T23" fmla="*/ 1 h 59"/>
                  <a:gd name="T24" fmla="*/ 12 w 25"/>
                  <a:gd name="T25" fmla="*/ 6 h 59"/>
                  <a:gd name="T26" fmla="*/ 15 w 25"/>
                  <a:gd name="T27" fmla="*/ 10 h 59"/>
                  <a:gd name="T28" fmla="*/ 19 w 25"/>
                  <a:gd name="T29" fmla="*/ 13 h 59"/>
                  <a:gd name="T30" fmla="*/ 19 w 25"/>
                  <a:gd name="T31" fmla="*/ 17 h 59"/>
                  <a:gd name="T32" fmla="*/ 18 w 25"/>
                  <a:gd name="T33" fmla="*/ 23 h 59"/>
                  <a:gd name="T34" fmla="*/ 20 w 25"/>
                  <a:gd name="T35" fmla="*/ 27 h 59"/>
                  <a:gd name="T36" fmla="*/ 23 w 25"/>
                  <a:gd name="T37" fmla="*/ 29 h 59"/>
                  <a:gd name="T38" fmla="*/ 22 w 25"/>
                  <a:gd name="T39" fmla="*/ 37 h 59"/>
                  <a:gd name="T40" fmla="*/ 22 w 25"/>
                  <a:gd name="T41" fmla="*/ 41 h 59"/>
                  <a:gd name="T42" fmla="*/ 22 w 25"/>
                  <a:gd name="T43" fmla="*/ 46 h 59"/>
                  <a:gd name="T44" fmla="*/ 19 w 25"/>
                  <a:gd name="T45" fmla="*/ 53 h 59"/>
                  <a:gd name="T46" fmla="*/ 18 w 25"/>
                  <a:gd name="T47" fmla="*/ 56 h 59"/>
                  <a:gd name="T48" fmla="*/ 12 w 25"/>
                  <a:gd name="T49" fmla="*/ 57 h 59"/>
                  <a:gd name="T50" fmla="*/ 11 w 25"/>
                  <a:gd name="T51" fmla="*/ 52 h 59"/>
                  <a:gd name="T52" fmla="*/ 11 w 25"/>
                  <a:gd name="T53" fmla="*/ 4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59">
                    <a:moveTo>
                      <a:pt x="11" y="46"/>
                    </a:moveTo>
                    <a:cubicBezTo>
                      <a:pt x="11" y="46"/>
                      <a:pt x="11" y="44"/>
                      <a:pt x="10" y="44"/>
                    </a:cubicBezTo>
                    <a:cubicBezTo>
                      <a:pt x="10" y="43"/>
                      <a:pt x="8" y="43"/>
                      <a:pt x="8" y="42"/>
                    </a:cubicBezTo>
                    <a:cubicBezTo>
                      <a:pt x="7" y="41"/>
                      <a:pt x="6" y="39"/>
                      <a:pt x="6" y="38"/>
                    </a:cubicBezTo>
                    <a:cubicBezTo>
                      <a:pt x="5" y="37"/>
                      <a:pt x="5" y="36"/>
                      <a:pt x="5" y="35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6" y="31"/>
                      <a:pt x="3" y="28"/>
                      <a:pt x="5" y="27"/>
                    </a:cubicBezTo>
                    <a:cubicBezTo>
                      <a:pt x="6" y="26"/>
                      <a:pt x="8" y="26"/>
                      <a:pt x="9" y="25"/>
                    </a:cubicBezTo>
                    <a:cubicBezTo>
                      <a:pt x="9" y="24"/>
                      <a:pt x="9" y="22"/>
                      <a:pt x="9" y="21"/>
                    </a:cubicBezTo>
                    <a:cubicBezTo>
                      <a:pt x="6" y="20"/>
                      <a:pt x="3" y="19"/>
                      <a:pt x="2" y="16"/>
                    </a:cubicBezTo>
                    <a:cubicBezTo>
                      <a:pt x="1" y="13"/>
                      <a:pt x="0" y="10"/>
                      <a:pt x="1" y="7"/>
                    </a:cubicBezTo>
                    <a:cubicBezTo>
                      <a:pt x="1" y="4"/>
                      <a:pt x="3" y="2"/>
                      <a:pt x="6" y="1"/>
                    </a:cubicBezTo>
                    <a:cubicBezTo>
                      <a:pt x="9" y="0"/>
                      <a:pt x="10" y="4"/>
                      <a:pt x="12" y="6"/>
                    </a:cubicBezTo>
                    <a:cubicBezTo>
                      <a:pt x="13" y="7"/>
                      <a:pt x="14" y="8"/>
                      <a:pt x="15" y="10"/>
                    </a:cubicBezTo>
                    <a:cubicBezTo>
                      <a:pt x="16" y="11"/>
                      <a:pt x="18" y="11"/>
                      <a:pt x="19" y="13"/>
                    </a:cubicBezTo>
                    <a:cubicBezTo>
                      <a:pt x="20" y="14"/>
                      <a:pt x="20" y="16"/>
                      <a:pt x="19" y="17"/>
                    </a:cubicBezTo>
                    <a:cubicBezTo>
                      <a:pt x="19" y="19"/>
                      <a:pt x="18" y="21"/>
                      <a:pt x="18" y="23"/>
                    </a:cubicBezTo>
                    <a:cubicBezTo>
                      <a:pt x="18" y="25"/>
                      <a:pt x="19" y="26"/>
                      <a:pt x="20" y="27"/>
                    </a:cubicBezTo>
                    <a:cubicBezTo>
                      <a:pt x="21" y="27"/>
                      <a:pt x="22" y="28"/>
                      <a:pt x="23" y="29"/>
                    </a:cubicBezTo>
                    <a:cubicBezTo>
                      <a:pt x="25" y="32"/>
                      <a:pt x="23" y="34"/>
                      <a:pt x="22" y="37"/>
                    </a:cubicBezTo>
                    <a:cubicBezTo>
                      <a:pt x="22" y="38"/>
                      <a:pt x="22" y="40"/>
                      <a:pt x="22" y="41"/>
                    </a:cubicBezTo>
                    <a:cubicBezTo>
                      <a:pt x="22" y="43"/>
                      <a:pt x="23" y="45"/>
                      <a:pt x="22" y="46"/>
                    </a:cubicBezTo>
                    <a:cubicBezTo>
                      <a:pt x="21" y="49"/>
                      <a:pt x="17" y="49"/>
                      <a:pt x="19" y="53"/>
                    </a:cubicBezTo>
                    <a:cubicBezTo>
                      <a:pt x="19" y="54"/>
                      <a:pt x="19" y="55"/>
                      <a:pt x="18" y="56"/>
                    </a:cubicBezTo>
                    <a:cubicBezTo>
                      <a:pt x="17" y="58"/>
                      <a:pt x="13" y="59"/>
                      <a:pt x="12" y="57"/>
                    </a:cubicBezTo>
                    <a:cubicBezTo>
                      <a:pt x="11" y="55"/>
                      <a:pt x="11" y="54"/>
                      <a:pt x="11" y="52"/>
                    </a:cubicBezTo>
                    <a:cubicBezTo>
                      <a:pt x="12" y="50"/>
                      <a:pt x="12" y="48"/>
                      <a:pt x="11" y="4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1" name="Freeform 3252">
                <a:extLst>
                  <a:ext uri="{FF2B5EF4-FFF2-40B4-BE49-F238E27FC236}">
                    <a16:creationId xmlns:a16="http://schemas.microsoft.com/office/drawing/2014/main" id="{D1573035-466D-46E8-944A-7862C0F28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881"/>
                <a:ext cx="4" cy="6"/>
              </a:xfrm>
              <a:custGeom>
                <a:avLst/>
                <a:gdLst>
                  <a:gd name="T0" fmla="*/ 1 w 10"/>
                  <a:gd name="T1" fmla="*/ 7 h 13"/>
                  <a:gd name="T2" fmla="*/ 3 w 10"/>
                  <a:gd name="T3" fmla="*/ 4 h 13"/>
                  <a:gd name="T4" fmla="*/ 5 w 10"/>
                  <a:gd name="T5" fmla="*/ 2 h 13"/>
                  <a:gd name="T6" fmla="*/ 6 w 10"/>
                  <a:gd name="T7" fmla="*/ 0 h 13"/>
                  <a:gd name="T8" fmla="*/ 9 w 10"/>
                  <a:gd name="T9" fmla="*/ 0 h 13"/>
                  <a:gd name="T10" fmla="*/ 10 w 10"/>
                  <a:gd name="T11" fmla="*/ 4 h 13"/>
                  <a:gd name="T12" fmla="*/ 8 w 10"/>
                  <a:gd name="T13" fmla="*/ 8 h 13"/>
                  <a:gd name="T14" fmla="*/ 5 w 10"/>
                  <a:gd name="T15" fmla="*/ 12 h 13"/>
                  <a:gd name="T16" fmla="*/ 2 w 10"/>
                  <a:gd name="T17" fmla="*/ 12 h 13"/>
                  <a:gd name="T18" fmla="*/ 1 w 10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1" y="7"/>
                    </a:moveTo>
                    <a:cubicBezTo>
                      <a:pt x="2" y="6"/>
                      <a:pt x="3" y="5"/>
                      <a:pt x="3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9" y="0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9"/>
                      <a:pt x="6" y="11"/>
                      <a:pt x="5" y="12"/>
                    </a:cubicBezTo>
                    <a:cubicBezTo>
                      <a:pt x="4" y="12"/>
                      <a:pt x="2" y="13"/>
                      <a:pt x="2" y="12"/>
                    </a:cubicBezTo>
                    <a:cubicBezTo>
                      <a:pt x="0" y="10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2" name="Freeform 3253">
                <a:extLst>
                  <a:ext uri="{FF2B5EF4-FFF2-40B4-BE49-F238E27FC236}">
                    <a16:creationId xmlns:a16="http://schemas.microsoft.com/office/drawing/2014/main" id="{5B4F1A17-9A18-441D-BF29-E3CF34543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876"/>
                <a:ext cx="3" cy="3"/>
              </a:xfrm>
              <a:custGeom>
                <a:avLst/>
                <a:gdLst>
                  <a:gd name="T0" fmla="*/ 1 w 7"/>
                  <a:gd name="T1" fmla="*/ 2 h 7"/>
                  <a:gd name="T2" fmla="*/ 7 w 7"/>
                  <a:gd name="T3" fmla="*/ 3 h 7"/>
                  <a:gd name="T4" fmla="*/ 6 w 7"/>
                  <a:gd name="T5" fmla="*/ 1 h 7"/>
                  <a:gd name="T6" fmla="*/ 1 w 7"/>
                  <a:gd name="T7" fmla="*/ 1 h 7"/>
                  <a:gd name="T8" fmla="*/ 1 w 7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6"/>
                      <a:pt x="7" y="7"/>
                      <a:pt x="7" y="3"/>
                    </a:cubicBezTo>
                    <a:cubicBezTo>
                      <a:pt x="7" y="3"/>
                      <a:pt x="7" y="2"/>
                      <a:pt x="6" y="1"/>
                    </a:cubicBezTo>
                    <a:cubicBezTo>
                      <a:pt x="5" y="1"/>
                      <a:pt x="3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3" name="Freeform 3254">
                <a:extLst>
                  <a:ext uri="{FF2B5EF4-FFF2-40B4-BE49-F238E27FC236}">
                    <a16:creationId xmlns:a16="http://schemas.microsoft.com/office/drawing/2014/main" id="{CCAD94E4-1241-4AE1-9D5C-C5B37F2A2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873"/>
                <a:ext cx="5" cy="8"/>
              </a:xfrm>
              <a:custGeom>
                <a:avLst/>
                <a:gdLst>
                  <a:gd name="T0" fmla="*/ 4 w 12"/>
                  <a:gd name="T1" fmla="*/ 16 h 20"/>
                  <a:gd name="T2" fmla="*/ 3 w 12"/>
                  <a:gd name="T3" fmla="*/ 18 h 20"/>
                  <a:gd name="T4" fmla="*/ 2 w 12"/>
                  <a:gd name="T5" fmla="*/ 20 h 20"/>
                  <a:gd name="T6" fmla="*/ 0 w 12"/>
                  <a:gd name="T7" fmla="*/ 18 h 20"/>
                  <a:gd name="T8" fmla="*/ 0 w 12"/>
                  <a:gd name="T9" fmla="*/ 17 h 20"/>
                  <a:gd name="T10" fmla="*/ 1 w 12"/>
                  <a:gd name="T11" fmla="*/ 14 h 20"/>
                  <a:gd name="T12" fmla="*/ 1 w 12"/>
                  <a:gd name="T13" fmla="*/ 10 h 20"/>
                  <a:gd name="T14" fmla="*/ 3 w 12"/>
                  <a:gd name="T15" fmla="*/ 9 h 20"/>
                  <a:gd name="T16" fmla="*/ 5 w 12"/>
                  <a:gd name="T17" fmla="*/ 7 h 20"/>
                  <a:gd name="T18" fmla="*/ 6 w 12"/>
                  <a:gd name="T19" fmla="*/ 3 h 20"/>
                  <a:gd name="T20" fmla="*/ 7 w 12"/>
                  <a:gd name="T21" fmla="*/ 1 h 20"/>
                  <a:gd name="T22" fmla="*/ 10 w 12"/>
                  <a:gd name="T23" fmla="*/ 1 h 20"/>
                  <a:gd name="T24" fmla="*/ 12 w 12"/>
                  <a:gd name="T25" fmla="*/ 1 h 20"/>
                  <a:gd name="T26" fmla="*/ 12 w 12"/>
                  <a:gd name="T27" fmla="*/ 3 h 20"/>
                  <a:gd name="T28" fmla="*/ 9 w 12"/>
                  <a:gd name="T29" fmla="*/ 6 h 20"/>
                  <a:gd name="T30" fmla="*/ 8 w 12"/>
                  <a:gd name="T31" fmla="*/ 9 h 20"/>
                  <a:gd name="T32" fmla="*/ 7 w 12"/>
                  <a:gd name="T33" fmla="*/ 13 h 20"/>
                  <a:gd name="T34" fmla="*/ 4 w 12"/>
                  <a:gd name="T3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" h="20">
                    <a:moveTo>
                      <a:pt x="4" y="16"/>
                    </a:moveTo>
                    <a:cubicBezTo>
                      <a:pt x="4" y="17"/>
                      <a:pt x="4" y="18"/>
                      <a:pt x="3" y="18"/>
                    </a:cubicBezTo>
                    <a:cubicBezTo>
                      <a:pt x="3" y="19"/>
                      <a:pt x="2" y="19"/>
                      <a:pt x="2" y="20"/>
                    </a:cubicBezTo>
                    <a:cubicBezTo>
                      <a:pt x="1" y="20"/>
                      <a:pt x="1" y="19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1" y="13"/>
                      <a:pt x="0" y="11"/>
                      <a:pt x="1" y="10"/>
                    </a:cubicBezTo>
                    <a:cubicBezTo>
                      <a:pt x="1" y="10"/>
                      <a:pt x="3" y="9"/>
                      <a:pt x="3" y="9"/>
                    </a:cubicBezTo>
                    <a:cubicBezTo>
                      <a:pt x="4" y="8"/>
                      <a:pt x="4" y="8"/>
                      <a:pt x="5" y="7"/>
                    </a:cubicBezTo>
                    <a:cubicBezTo>
                      <a:pt x="5" y="6"/>
                      <a:pt x="5" y="4"/>
                      <a:pt x="6" y="3"/>
                    </a:cubicBezTo>
                    <a:cubicBezTo>
                      <a:pt x="6" y="3"/>
                      <a:pt x="7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1" y="4"/>
                      <a:pt x="10" y="4"/>
                      <a:pt x="9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4"/>
                      <a:pt x="5" y="15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4" name="Freeform 3256">
                <a:extLst>
                  <a:ext uri="{FF2B5EF4-FFF2-40B4-BE49-F238E27FC236}">
                    <a16:creationId xmlns:a16="http://schemas.microsoft.com/office/drawing/2014/main" id="{19F03E56-A729-4581-BA5D-63149A2ED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32"/>
                <a:ext cx="2" cy="3"/>
              </a:xfrm>
              <a:custGeom>
                <a:avLst/>
                <a:gdLst>
                  <a:gd name="T0" fmla="*/ 1 w 7"/>
                  <a:gd name="T1" fmla="*/ 8 h 8"/>
                  <a:gd name="T2" fmla="*/ 1 w 7"/>
                  <a:gd name="T3" fmla="*/ 6 h 8"/>
                  <a:gd name="T4" fmla="*/ 0 w 7"/>
                  <a:gd name="T5" fmla="*/ 3 h 8"/>
                  <a:gd name="T6" fmla="*/ 5 w 7"/>
                  <a:gd name="T7" fmla="*/ 1 h 8"/>
                  <a:gd name="T8" fmla="*/ 5 w 7"/>
                  <a:gd name="T9" fmla="*/ 7 h 8"/>
                  <a:gd name="T10" fmla="*/ 1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1" y="7"/>
                      <a:pt x="1" y="7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6" y="6"/>
                      <a:pt x="5" y="7"/>
                    </a:cubicBezTo>
                    <a:cubicBezTo>
                      <a:pt x="4" y="8"/>
                      <a:pt x="2" y="8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5" name="Freeform 3257">
                <a:extLst>
                  <a:ext uri="{FF2B5EF4-FFF2-40B4-BE49-F238E27FC236}">
                    <a16:creationId xmlns:a16="http://schemas.microsoft.com/office/drawing/2014/main" id="{7A3534D3-8B9F-4D37-9C88-52EA763F2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823"/>
                <a:ext cx="8" cy="9"/>
              </a:xfrm>
              <a:custGeom>
                <a:avLst/>
                <a:gdLst>
                  <a:gd name="T0" fmla="*/ 0 w 21"/>
                  <a:gd name="T1" fmla="*/ 16 h 22"/>
                  <a:gd name="T2" fmla="*/ 1 w 21"/>
                  <a:gd name="T3" fmla="*/ 11 h 22"/>
                  <a:gd name="T4" fmla="*/ 6 w 21"/>
                  <a:gd name="T5" fmla="*/ 8 h 22"/>
                  <a:gd name="T6" fmla="*/ 8 w 21"/>
                  <a:gd name="T7" fmla="*/ 5 h 22"/>
                  <a:gd name="T8" fmla="*/ 10 w 21"/>
                  <a:gd name="T9" fmla="*/ 4 h 22"/>
                  <a:gd name="T10" fmla="*/ 15 w 21"/>
                  <a:gd name="T11" fmla="*/ 2 h 22"/>
                  <a:gd name="T12" fmla="*/ 17 w 21"/>
                  <a:gd name="T13" fmla="*/ 0 h 22"/>
                  <a:gd name="T14" fmla="*/ 20 w 21"/>
                  <a:gd name="T15" fmla="*/ 0 h 22"/>
                  <a:gd name="T16" fmla="*/ 19 w 21"/>
                  <a:gd name="T17" fmla="*/ 7 h 22"/>
                  <a:gd name="T18" fmla="*/ 15 w 21"/>
                  <a:gd name="T19" fmla="*/ 10 h 22"/>
                  <a:gd name="T20" fmla="*/ 12 w 21"/>
                  <a:gd name="T21" fmla="*/ 12 h 22"/>
                  <a:gd name="T22" fmla="*/ 10 w 21"/>
                  <a:gd name="T23" fmla="*/ 20 h 22"/>
                  <a:gd name="T24" fmla="*/ 6 w 21"/>
                  <a:gd name="T25" fmla="*/ 22 h 22"/>
                  <a:gd name="T26" fmla="*/ 1 w 21"/>
                  <a:gd name="T27" fmla="*/ 21 h 22"/>
                  <a:gd name="T28" fmla="*/ 0 w 21"/>
                  <a:gd name="T29" fmla="*/ 18 h 22"/>
                  <a:gd name="T30" fmla="*/ 0 w 21"/>
                  <a:gd name="T31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0" y="16"/>
                    </a:moveTo>
                    <a:cubicBezTo>
                      <a:pt x="0" y="14"/>
                      <a:pt x="0" y="13"/>
                      <a:pt x="1" y="11"/>
                    </a:cubicBez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8" y="7"/>
                      <a:pt x="8" y="5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12" y="4"/>
                      <a:pt x="15" y="3"/>
                      <a:pt x="15" y="2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0"/>
                      <a:pt x="20" y="0"/>
                    </a:cubicBezTo>
                    <a:cubicBezTo>
                      <a:pt x="21" y="2"/>
                      <a:pt x="20" y="6"/>
                      <a:pt x="19" y="7"/>
                    </a:cubicBezTo>
                    <a:cubicBezTo>
                      <a:pt x="18" y="8"/>
                      <a:pt x="16" y="9"/>
                      <a:pt x="15" y="10"/>
                    </a:cubicBezTo>
                    <a:cubicBezTo>
                      <a:pt x="14" y="11"/>
                      <a:pt x="13" y="11"/>
                      <a:pt x="12" y="12"/>
                    </a:cubicBezTo>
                    <a:cubicBezTo>
                      <a:pt x="10" y="13"/>
                      <a:pt x="10" y="17"/>
                      <a:pt x="10" y="20"/>
                    </a:cubicBezTo>
                    <a:cubicBezTo>
                      <a:pt x="9" y="22"/>
                      <a:pt x="8" y="22"/>
                      <a:pt x="6" y="22"/>
                    </a:cubicBezTo>
                    <a:cubicBezTo>
                      <a:pt x="4" y="22"/>
                      <a:pt x="3" y="22"/>
                      <a:pt x="1" y="21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0" y="17"/>
                      <a:pt x="0" y="17"/>
                      <a:pt x="0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6" name="Freeform 3259">
                <a:extLst>
                  <a:ext uri="{FF2B5EF4-FFF2-40B4-BE49-F238E27FC236}">
                    <a16:creationId xmlns:a16="http://schemas.microsoft.com/office/drawing/2014/main" id="{C176E391-B9F3-408B-8B8C-D95E1D561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824"/>
                <a:ext cx="6" cy="5"/>
              </a:xfrm>
              <a:custGeom>
                <a:avLst/>
                <a:gdLst>
                  <a:gd name="T0" fmla="*/ 4 w 15"/>
                  <a:gd name="T1" fmla="*/ 10 h 12"/>
                  <a:gd name="T2" fmla="*/ 2 w 15"/>
                  <a:gd name="T3" fmla="*/ 10 h 12"/>
                  <a:gd name="T4" fmla="*/ 1 w 15"/>
                  <a:gd name="T5" fmla="*/ 6 h 12"/>
                  <a:gd name="T6" fmla="*/ 6 w 15"/>
                  <a:gd name="T7" fmla="*/ 4 h 12"/>
                  <a:gd name="T8" fmla="*/ 10 w 15"/>
                  <a:gd name="T9" fmla="*/ 1 h 12"/>
                  <a:gd name="T10" fmla="*/ 14 w 15"/>
                  <a:gd name="T11" fmla="*/ 2 h 12"/>
                  <a:gd name="T12" fmla="*/ 14 w 15"/>
                  <a:gd name="T13" fmla="*/ 7 h 12"/>
                  <a:gd name="T14" fmla="*/ 13 w 15"/>
                  <a:gd name="T15" fmla="*/ 11 h 12"/>
                  <a:gd name="T16" fmla="*/ 8 w 15"/>
                  <a:gd name="T17" fmla="*/ 11 h 12"/>
                  <a:gd name="T18" fmla="*/ 7 w 15"/>
                  <a:gd name="T19" fmla="*/ 11 h 12"/>
                  <a:gd name="T20" fmla="*/ 4 w 15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4" y="10"/>
                    </a:moveTo>
                    <a:cubicBezTo>
                      <a:pt x="3" y="10"/>
                      <a:pt x="2" y="11"/>
                      <a:pt x="2" y="10"/>
                    </a:cubicBezTo>
                    <a:cubicBezTo>
                      <a:pt x="1" y="9"/>
                      <a:pt x="0" y="7"/>
                      <a:pt x="1" y="6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8" y="3"/>
                      <a:pt x="9" y="2"/>
                      <a:pt x="10" y="1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4" y="9"/>
                      <a:pt x="14" y="10"/>
                      <a:pt x="13" y="11"/>
                    </a:cubicBezTo>
                    <a:cubicBezTo>
                      <a:pt x="11" y="11"/>
                      <a:pt x="9" y="12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7" name="Freeform 3260">
                <a:extLst>
                  <a:ext uri="{FF2B5EF4-FFF2-40B4-BE49-F238E27FC236}">
                    <a16:creationId xmlns:a16="http://schemas.microsoft.com/office/drawing/2014/main" id="{BCA4149B-83DA-4199-A15B-60EFD8D8B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813"/>
                <a:ext cx="7" cy="13"/>
              </a:xfrm>
              <a:custGeom>
                <a:avLst/>
                <a:gdLst>
                  <a:gd name="T0" fmla="*/ 3 w 17"/>
                  <a:gd name="T1" fmla="*/ 28 h 32"/>
                  <a:gd name="T2" fmla="*/ 1 w 17"/>
                  <a:gd name="T3" fmla="*/ 30 h 32"/>
                  <a:gd name="T4" fmla="*/ 1 w 17"/>
                  <a:gd name="T5" fmla="*/ 26 h 32"/>
                  <a:gd name="T6" fmla="*/ 1 w 17"/>
                  <a:gd name="T7" fmla="*/ 22 h 32"/>
                  <a:gd name="T8" fmla="*/ 3 w 17"/>
                  <a:gd name="T9" fmla="*/ 18 h 32"/>
                  <a:gd name="T10" fmla="*/ 6 w 17"/>
                  <a:gd name="T11" fmla="*/ 15 h 32"/>
                  <a:gd name="T12" fmla="*/ 7 w 17"/>
                  <a:gd name="T13" fmla="*/ 11 h 32"/>
                  <a:gd name="T14" fmla="*/ 10 w 17"/>
                  <a:gd name="T15" fmla="*/ 8 h 32"/>
                  <a:gd name="T16" fmla="*/ 11 w 17"/>
                  <a:gd name="T17" fmla="*/ 1 h 32"/>
                  <a:gd name="T18" fmla="*/ 17 w 17"/>
                  <a:gd name="T19" fmla="*/ 3 h 32"/>
                  <a:gd name="T20" fmla="*/ 15 w 17"/>
                  <a:gd name="T21" fmla="*/ 6 h 32"/>
                  <a:gd name="T22" fmla="*/ 14 w 17"/>
                  <a:gd name="T23" fmla="*/ 10 h 32"/>
                  <a:gd name="T24" fmla="*/ 11 w 17"/>
                  <a:gd name="T25" fmla="*/ 14 h 32"/>
                  <a:gd name="T26" fmla="*/ 8 w 17"/>
                  <a:gd name="T27" fmla="*/ 17 h 32"/>
                  <a:gd name="T28" fmla="*/ 8 w 17"/>
                  <a:gd name="T29" fmla="*/ 21 h 32"/>
                  <a:gd name="T30" fmla="*/ 9 w 17"/>
                  <a:gd name="T31" fmla="*/ 24 h 32"/>
                  <a:gd name="T32" fmla="*/ 12 w 17"/>
                  <a:gd name="T33" fmla="*/ 27 h 32"/>
                  <a:gd name="T34" fmla="*/ 10 w 17"/>
                  <a:gd name="T35" fmla="*/ 31 h 32"/>
                  <a:gd name="T36" fmla="*/ 7 w 17"/>
                  <a:gd name="T37" fmla="*/ 31 h 32"/>
                  <a:gd name="T38" fmla="*/ 3 w 17"/>
                  <a:gd name="T39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32">
                    <a:moveTo>
                      <a:pt x="3" y="28"/>
                    </a:moveTo>
                    <a:cubicBezTo>
                      <a:pt x="3" y="29"/>
                      <a:pt x="2" y="30"/>
                      <a:pt x="1" y="30"/>
                    </a:cubicBezTo>
                    <a:cubicBezTo>
                      <a:pt x="0" y="29"/>
                      <a:pt x="0" y="27"/>
                      <a:pt x="1" y="26"/>
                    </a:cubicBezTo>
                    <a:cubicBezTo>
                      <a:pt x="1" y="24"/>
                      <a:pt x="1" y="23"/>
                      <a:pt x="1" y="22"/>
                    </a:cubicBezTo>
                    <a:cubicBezTo>
                      <a:pt x="2" y="20"/>
                      <a:pt x="2" y="19"/>
                      <a:pt x="3" y="18"/>
                    </a:cubicBezTo>
                    <a:cubicBezTo>
                      <a:pt x="4" y="17"/>
                      <a:pt x="6" y="17"/>
                      <a:pt x="6" y="15"/>
                    </a:cubicBezTo>
                    <a:cubicBezTo>
                      <a:pt x="7" y="14"/>
                      <a:pt x="7" y="12"/>
                      <a:pt x="7" y="11"/>
                    </a:cubicBezTo>
                    <a:cubicBezTo>
                      <a:pt x="8" y="10"/>
                      <a:pt x="9" y="9"/>
                      <a:pt x="10" y="8"/>
                    </a:cubicBezTo>
                    <a:cubicBezTo>
                      <a:pt x="11" y="6"/>
                      <a:pt x="8" y="2"/>
                      <a:pt x="11" y="1"/>
                    </a:cubicBezTo>
                    <a:cubicBezTo>
                      <a:pt x="12" y="0"/>
                      <a:pt x="16" y="1"/>
                      <a:pt x="17" y="3"/>
                    </a:cubicBezTo>
                    <a:cubicBezTo>
                      <a:pt x="17" y="5"/>
                      <a:pt x="16" y="5"/>
                      <a:pt x="15" y="6"/>
                    </a:cubicBezTo>
                    <a:cubicBezTo>
                      <a:pt x="14" y="7"/>
                      <a:pt x="14" y="8"/>
                      <a:pt x="14" y="10"/>
                    </a:cubicBezTo>
                    <a:cubicBezTo>
                      <a:pt x="14" y="11"/>
                      <a:pt x="12" y="13"/>
                      <a:pt x="11" y="14"/>
                    </a:cubicBezTo>
                    <a:cubicBezTo>
                      <a:pt x="10" y="14"/>
                      <a:pt x="9" y="15"/>
                      <a:pt x="8" y="17"/>
                    </a:cubicBezTo>
                    <a:cubicBezTo>
                      <a:pt x="8" y="18"/>
                      <a:pt x="8" y="20"/>
                      <a:pt x="8" y="21"/>
                    </a:cubicBezTo>
                    <a:cubicBezTo>
                      <a:pt x="8" y="23"/>
                      <a:pt x="8" y="24"/>
                      <a:pt x="9" y="24"/>
                    </a:cubicBez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9"/>
                      <a:pt x="11" y="30"/>
                      <a:pt x="10" y="31"/>
                    </a:cubicBezTo>
                    <a:cubicBezTo>
                      <a:pt x="9" y="32"/>
                      <a:pt x="8" y="31"/>
                      <a:pt x="7" y="31"/>
                    </a:cubicBezTo>
                    <a:cubicBezTo>
                      <a:pt x="7" y="29"/>
                      <a:pt x="5" y="27"/>
                      <a:pt x="3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8" name="Freeform 3261">
                <a:extLst>
                  <a:ext uri="{FF2B5EF4-FFF2-40B4-BE49-F238E27FC236}">
                    <a16:creationId xmlns:a16="http://schemas.microsoft.com/office/drawing/2014/main" id="{EC4837D4-BC5C-42AA-A1A2-316B7838F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804"/>
                <a:ext cx="7" cy="4"/>
              </a:xfrm>
              <a:custGeom>
                <a:avLst/>
                <a:gdLst>
                  <a:gd name="T0" fmla="*/ 7 w 17"/>
                  <a:gd name="T1" fmla="*/ 8 h 10"/>
                  <a:gd name="T2" fmla="*/ 6 w 17"/>
                  <a:gd name="T3" fmla="*/ 9 h 10"/>
                  <a:gd name="T4" fmla="*/ 4 w 17"/>
                  <a:gd name="T5" fmla="*/ 8 h 10"/>
                  <a:gd name="T6" fmla="*/ 1 w 17"/>
                  <a:gd name="T7" fmla="*/ 7 h 10"/>
                  <a:gd name="T8" fmla="*/ 2 w 17"/>
                  <a:gd name="T9" fmla="*/ 4 h 10"/>
                  <a:gd name="T10" fmla="*/ 6 w 17"/>
                  <a:gd name="T11" fmla="*/ 3 h 10"/>
                  <a:gd name="T12" fmla="*/ 8 w 17"/>
                  <a:gd name="T13" fmla="*/ 2 h 10"/>
                  <a:gd name="T14" fmla="*/ 12 w 17"/>
                  <a:gd name="T15" fmla="*/ 0 h 10"/>
                  <a:gd name="T16" fmla="*/ 15 w 17"/>
                  <a:gd name="T17" fmla="*/ 0 h 10"/>
                  <a:gd name="T18" fmla="*/ 15 w 17"/>
                  <a:gd name="T19" fmla="*/ 3 h 10"/>
                  <a:gd name="T20" fmla="*/ 13 w 17"/>
                  <a:gd name="T21" fmla="*/ 3 h 10"/>
                  <a:gd name="T22" fmla="*/ 12 w 17"/>
                  <a:gd name="T23" fmla="*/ 4 h 10"/>
                  <a:gd name="T24" fmla="*/ 7 w 17"/>
                  <a:gd name="T2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7" y="8"/>
                    </a:moveTo>
                    <a:cubicBezTo>
                      <a:pt x="7" y="9"/>
                      <a:pt x="7" y="9"/>
                      <a:pt x="6" y="9"/>
                    </a:cubicBezTo>
                    <a:cubicBezTo>
                      <a:pt x="4" y="10"/>
                      <a:pt x="5" y="8"/>
                      <a:pt x="4" y="8"/>
                    </a:cubicBezTo>
                    <a:cubicBezTo>
                      <a:pt x="4" y="6"/>
                      <a:pt x="2" y="8"/>
                      <a:pt x="1" y="7"/>
                    </a:cubicBezTo>
                    <a:cubicBezTo>
                      <a:pt x="0" y="6"/>
                      <a:pt x="2" y="5"/>
                      <a:pt x="2" y="4"/>
                    </a:cubicBezTo>
                    <a:cubicBezTo>
                      <a:pt x="3" y="4"/>
                      <a:pt x="5" y="4"/>
                      <a:pt x="6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3" y="0"/>
                      <a:pt x="15" y="0"/>
                      <a:pt x="15" y="0"/>
                    </a:cubicBezTo>
                    <a:cubicBezTo>
                      <a:pt x="17" y="1"/>
                      <a:pt x="17" y="3"/>
                      <a:pt x="15" y="3"/>
                    </a:cubicBezTo>
                    <a:cubicBezTo>
                      <a:pt x="15" y="3"/>
                      <a:pt x="14" y="3"/>
                      <a:pt x="13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1" y="6"/>
                      <a:pt x="9" y="7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9" name="Freeform 3262">
                <a:extLst>
                  <a:ext uri="{FF2B5EF4-FFF2-40B4-BE49-F238E27FC236}">
                    <a16:creationId xmlns:a16="http://schemas.microsoft.com/office/drawing/2014/main" id="{F3EB384A-7FF7-439B-8A1E-02CDD4F12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791"/>
                <a:ext cx="11" cy="7"/>
              </a:xfrm>
              <a:custGeom>
                <a:avLst/>
                <a:gdLst>
                  <a:gd name="T0" fmla="*/ 3 w 26"/>
                  <a:gd name="T1" fmla="*/ 17 h 17"/>
                  <a:gd name="T2" fmla="*/ 1 w 26"/>
                  <a:gd name="T3" fmla="*/ 13 h 17"/>
                  <a:gd name="T4" fmla="*/ 7 w 26"/>
                  <a:gd name="T5" fmla="*/ 9 h 17"/>
                  <a:gd name="T6" fmla="*/ 12 w 26"/>
                  <a:gd name="T7" fmla="*/ 7 h 17"/>
                  <a:gd name="T8" fmla="*/ 14 w 26"/>
                  <a:gd name="T9" fmla="*/ 6 h 17"/>
                  <a:gd name="T10" fmla="*/ 16 w 26"/>
                  <a:gd name="T11" fmla="*/ 5 h 17"/>
                  <a:gd name="T12" fmla="*/ 21 w 26"/>
                  <a:gd name="T13" fmla="*/ 2 h 17"/>
                  <a:gd name="T14" fmla="*/ 25 w 26"/>
                  <a:gd name="T15" fmla="*/ 1 h 17"/>
                  <a:gd name="T16" fmla="*/ 25 w 26"/>
                  <a:gd name="T17" fmla="*/ 4 h 17"/>
                  <a:gd name="T18" fmla="*/ 19 w 26"/>
                  <a:gd name="T19" fmla="*/ 8 h 17"/>
                  <a:gd name="T20" fmla="*/ 16 w 26"/>
                  <a:gd name="T21" fmla="*/ 9 h 17"/>
                  <a:gd name="T22" fmla="*/ 11 w 26"/>
                  <a:gd name="T23" fmla="*/ 13 h 17"/>
                  <a:gd name="T24" fmla="*/ 7 w 26"/>
                  <a:gd name="T25" fmla="*/ 16 h 17"/>
                  <a:gd name="T26" fmla="*/ 5 w 26"/>
                  <a:gd name="T27" fmla="*/ 16 h 17"/>
                  <a:gd name="T28" fmla="*/ 3 w 26"/>
                  <a:gd name="T2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7">
                    <a:moveTo>
                      <a:pt x="3" y="17"/>
                    </a:moveTo>
                    <a:cubicBezTo>
                      <a:pt x="1" y="17"/>
                      <a:pt x="0" y="14"/>
                      <a:pt x="1" y="13"/>
                    </a:cubicBezTo>
                    <a:cubicBezTo>
                      <a:pt x="1" y="11"/>
                      <a:pt x="5" y="10"/>
                      <a:pt x="7" y="9"/>
                    </a:cubicBezTo>
                    <a:cubicBezTo>
                      <a:pt x="8" y="9"/>
                      <a:pt x="10" y="8"/>
                      <a:pt x="12" y="7"/>
                    </a:cubicBezTo>
                    <a:cubicBezTo>
                      <a:pt x="12" y="7"/>
                      <a:pt x="13" y="6"/>
                      <a:pt x="14" y="6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8" y="4"/>
                      <a:pt x="19" y="4"/>
                      <a:pt x="21" y="2"/>
                    </a:cubicBezTo>
                    <a:cubicBezTo>
                      <a:pt x="22" y="1"/>
                      <a:pt x="23" y="0"/>
                      <a:pt x="25" y="1"/>
                    </a:cubicBezTo>
                    <a:cubicBezTo>
                      <a:pt x="26" y="1"/>
                      <a:pt x="26" y="3"/>
                      <a:pt x="25" y="4"/>
                    </a:cubicBezTo>
                    <a:cubicBezTo>
                      <a:pt x="23" y="6"/>
                      <a:pt x="21" y="7"/>
                      <a:pt x="19" y="8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5" y="11"/>
                      <a:pt x="13" y="12"/>
                      <a:pt x="11" y="13"/>
                    </a:cubicBezTo>
                    <a:cubicBezTo>
                      <a:pt x="10" y="14"/>
                      <a:pt x="8" y="16"/>
                      <a:pt x="7" y="16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7"/>
                      <a:pt x="3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0" name="Freeform 3263">
                <a:extLst>
                  <a:ext uri="{FF2B5EF4-FFF2-40B4-BE49-F238E27FC236}">
                    <a16:creationId xmlns:a16="http://schemas.microsoft.com/office/drawing/2014/main" id="{19C40CEA-B961-4BAD-A424-EC95296EF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22"/>
                <a:ext cx="2" cy="2"/>
              </a:xfrm>
              <a:custGeom>
                <a:avLst/>
                <a:gdLst>
                  <a:gd name="T0" fmla="*/ 1 w 7"/>
                  <a:gd name="T1" fmla="*/ 5 h 5"/>
                  <a:gd name="T2" fmla="*/ 0 w 7"/>
                  <a:gd name="T3" fmla="*/ 4 h 5"/>
                  <a:gd name="T4" fmla="*/ 1 w 7"/>
                  <a:gd name="T5" fmla="*/ 1 h 5"/>
                  <a:gd name="T6" fmla="*/ 5 w 7"/>
                  <a:gd name="T7" fmla="*/ 1 h 5"/>
                  <a:gd name="T8" fmla="*/ 7 w 7"/>
                  <a:gd name="T9" fmla="*/ 2 h 5"/>
                  <a:gd name="T10" fmla="*/ 5 w 7"/>
                  <a:gd name="T11" fmla="*/ 5 h 5"/>
                  <a:gd name="T12" fmla="*/ 4 w 7"/>
                  <a:gd name="T13" fmla="*/ 5 h 5"/>
                  <a:gd name="T14" fmla="*/ 3 w 7"/>
                  <a:gd name="T15" fmla="*/ 5 h 5"/>
                  <a:gd name="T16" fmla="*/ 1 w 7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4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1" name="Freeform 3264">
                <a:extLst>
                  <a:ext uri="{FF2B5EF4-FFF2-40B4-BE49-F238E27FC236}">
                    <a16:creationId xmlns:a16="http://schemas.microsoft.com/office/drawing/2014/main" id="{11012A41-9E01-4222-8C5A-47F14F030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818"/>
                <a:ext cx="2" cy="3"/>
              </a:xfrm>
              <a:custGeom>
                <a:avLst/>
                <a:gdLst>
                  <a:gd name="T0" fmla="*/ 4 w 6"/>
                  <a:gd name="T1" fmla="*/ 4 h 7"/>
                  <a:gd name="T2" fmla="*/ 1 w 6"/>
                  <a:gd name="T3" fmla="*/ 7 h 7"/>
                  <a:gd name="T4" fmla="*/ 1 w 6"/>
                  <a:gd name="T5" fmla="*/ 4 h 7"/>
                  <a:gd name="T6" fmla="*/ 3 w 6"/>
                  <a:gd name="T7" fmla="*/ 2 h 7"/>
                  <a:gd name="T8" fmla="*/ 6 w 6"/>
                  <a:gd name="T9" fmla="*/ 1 h 7"/>
                  <a:gd name="T10" fmla="*/ 4 w 6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4" y="4"/>
                    </a:moveTo>
                    <a:cubicBezTo>
                      <a:pt x="3" y="4"/>
                      <a:pt x="3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2" name="Freeform 3265">
                <a:extLst>
                  <a:ext uri="{FF2B5EF4-FFF2-40B4-BE49-F238E27FC236}">
                    <a16:creationId xmlns:a16="http://schemas.microsoft.com/office/drawing/2014/main" id="{707C0518-28F8-4A41-961F-8123EF651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21"/>
                <a:ext cx="2" cy="2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3 w 4"/>
                  <a:gd name="T5" fmla="*/ 1 h 5"/>
                  <a:gd name="T6" fmla="*/ 4 w 4"/>
                  <a:gd name="T7" fmla="*/ 4 h 5"/>
                  <a:gd name="T8" fmla="*/ 1 w 4"/>
                  <a:gd name="T9" fmla="*/ 4 h 5"/>
                  <a:gd name="T10" fmla="*/ 0 w 4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2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3" name="Freeform 3266">
                <a:extLst>
                  <a:ext uri="{FF2B5EF4-FFF2-40B4-BE49-F238E27FC236}">
                    <a16:creationId xmlns:a16="http://schemas.microsoft.com/office/drawing/2014/main" id="{ACA5FF1E-0D12-42D5-BAEB-D010BCEB7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18"/>
                <a:ext cx="1" cy="3"/>
              </a:xfrm>
              <a:custGeom>
                <a:avLst/>
                <a:gdLst>
                  <a:gd name="T0" fmla="*/ 2 w 4"/>
                  <a:gd name="T1" fmla="*/ 2 h 6"/>
                  <a:gd name="T2" fmla="*/ 2 w 4"/>
                  <a:gd name="T3" fmla="*/ 2 h 6"/>
                  <a:gd name="T4" fmla="*/ 3 w 4"/>
                  <a:gd name="T5" fmla="*/ 1 h 6"/>
                  <a:gd name="T6" fmla="*/ 4 w 4"/>
                  <a:gd name="T7" fmla="*/ 2 h 6"/>
                  <a:gd name="T8" fmla="*/ 2 w 4"/>
                  <a:gd name="T9" fmla="*/ 6 h 6"/>
                  <a:gd name="T10" fmla="*/ 2 w 4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6"/>
                      <a:pt x="2" y="6"/>
                    </a:cubicBezTo>
                    <a:cubicBezTo>
                      <a:pt x="0" y="6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4" name="Freeform 3267">
                <a:extLst>
                  <a:ext uri="{FF2B5EF4-FFF2-40B4-BE49-F238E27FC236}">
                    <a16:creationId xmlns:a16="http://schemas.microsoft.com/office/drawing/2014/main" id="{A49371F4-9EE8-4167-865A-DDE4A6EC3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96"/>
                <a:ext cx="5" cy="4"/>
              </a:xfrm>
              <a:custGeom>
                <a:avLst/>
                <a:gdLst>
                  <a:gd name="T0" fmla="*/ 7 w 11"/>
                  <a:gd name="T1" fmla="*/ 6 h 10"/>
                  <a:gd name="T2" fmla="*/ 7 w 11"/>
                  <a:gd name="T3" fmla="*/ 6 h 10"/>
                  <a:gd name="T4" fmla="*/ 7 w 11"/>
                  <a:gd name="T5" fmla="*/ 7 h 10"/>
                  <a:gd name="T6" fmla="*/ 6 w 11"/>
                  <a:gd name="T7" fmla="*/ 9 h 10"/>
                  <a:gd name="T8" fmla="*/ 2 w 11"/>
                  <a:gd name="T9" fmla="*/ 8 h 10"/>
                  <a:gd name="T10" fmla="*/ 4 w 11"/>
                  <a:gd name="T11" fmla="*/ 5 h 10"/>
                  <a:gd name="T12" fmla="*/ 5 w 11"/>
                  <a:gd name="T13" fmla="*/ 2 h 10"/>
                  <a:gd name="T14" fmla="*/ 7 w 11"/>
                  <a:gd name="T15" fmla="*/ 1 h 10"/>
                  <a:gd name="T16" fmla="*/ 9 w 11"/>
                  <a:gd name="T17" fmla="*/ 0 h 10"/>
                  <a:gd name="T18" fmla="*/ 10 w 11"/>
                  <a:gd name="T19" fmla="*/ 5 h 10"/>
                  <a:gd name="T20" fmla="*/ 7 w 11"/>
                  <a:gd name="T2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0"/>
                      <a:pt x="3" y="9"/>
                      <a:pt x="2" y="8"/>
                    </a:cubicBezTo>
                    <a:cubicBezTo>
                      <a:pt x="0" y="7"/>
                      <a:pt x="4" y="6"/>
                      <a:pt x="4" y="5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1"/>
                      <a:pt x="11" y="3"/>
                      <a:pt x="10" y="5"/>
                    </a:cubicBezTo>
                    <a:cubicBezTo>
                      <a:pt x="10" y="5"/>
                      <a:pt x="8" y="5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1877" name="Group 3470">
              <a:extLst>
                <a:ext uri="{FF2B5EF4-FFF2-40B4-BE49-F238E27FC236}">
                  <a16:creationId xmlns:a16="http://schemas.microsoft.com/office/drawing/2014/main" id="{FBF5697B-07AE-43E4-BD96-B947E0DA4A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2" y="1215"/>
              <a:ext cx="647" cy="1386"/>
              <a:chOff x="1962" y="1215"/>
              <a:chExt cx="647" cy="1386"/>
            </a:xfrm>
            <a:grpFill/>
          </p:grpSpPr>
          <p:sp>
            <p:nvSpPr>
              <p:cNvPr id="3910" name="Freeform 3270">
                <a:extLst>
                  <a:ext uri="{FF2B5EF4-FFF2-40B4-BE49-F238E27FC236}">
                    <a16:creationId xmlns:a16="http://schemas.microsoft.com/office/drawing/2014/main" id="{08E2BD01-37EE-495C-B0FD-E9A878279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783"/>
                <a:ext cx="9" cy="5"/>
              </a:xfrm>
              <a:custGeom>
                <a:avLst/>
                <a:gdLst>
                  <a:gd name="T0" fmla="*/ 3 w 21"/>
                  <a:gd name="T1" fmla="*/ 5 h 14"/>
                  <a:gd name="T2" fmla="*/ 1 w 21"/>
                  <a:gd name="T3" fmla="*/ 2 h 14"/>
                  <a:gd name="T4" fmla="*/ 0 w 21"/>
                  <a:gd name="T5" fmla="*/ 0 h 14"/>
                  <a:gd name="T6" fmla="*/ 2 w 21"/>
                  <a:gd name="T7" fmla="*/ 0 h 14"/>
                  <a:gd name="T8" fmla="*/ 5 w 21"/>
                  <a:gd name="T9" fmla="*/ 2 h 14"/>
                  <a:gd name="T10" fmla="*/ 8 w 21"/>
                  <a:gd name="T11" fmla="*/ 3 h 14"/>
                  <a:gd name="T12" fmla="*/ 12 w 21"/>
                  <a:gd name="T13" fmla="*/ 4 h 14"/>
                  <a:gd name="T14" fmla="*/ 16 w 21"/>
                  <a:gd name="T15" fmla="*/ 5 h 14"/>
                  <a:gd name="T16" fmla="*/ 19 w 21"/>
                  <a:gd name="T17" fmla="*/ 8 h 14"/>
                  <a:gd name="T18" fmla="*/ 21 w 21"/>
                  <a:gd name="T19" fmla="*/ 12 h 14"/>
                  <a:gd name="T20" fmla="*/ 18 w 21"/>
                  <a:gd name="T21" fmla="*/ 13 h 14"/>
                  <a:gd name="T22" fmla="*/ 15 w 21"/>
                  <a:gd name="T23" fmla="*/ 13 h 14"/>
                  <a:gd name="T24" fmla="*/ 13 w 21"/>
                  <a:gd name="T25" fmla="*/ 12 h 14"/>
                  <a:gd name="T26" fmla="*/ 10 w 21"/>
                  <a:gd name="T27" fmla="*/ 10 h 14"/>
                  <a:gd name="T28" fmla="*/ 9 w 21"/>
                  <a:gd name="T29" fmla="*/ 8 h 14"/>
                  <a:gd name="T30" fmla="*/ 6 w 21"/>
                  <a:gd name="T31" fmla="*/ 7 h 14"/>
                  <a:gd name="T32" fmla="*/ 3 w 21"/>
                  <a:gd name="T3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4">
                    <a:moveTo>
                      <a:pt x="3" y="5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9" y="3"/>
                      <a:pt x="11" y="3"/>
                      <a:pt x="12" y="4"/>
                    </a:cubicBezTo>
                    <a:cubicBezTo>
                      <a:pt x="14" y="4"/>
                      <a:pt x="15" y="4"/>
                      <a:pt x="16" y="5"/>
                    </a:cubicBezTo>
                    <a:cubicBezTo>
                      <a:pt x="17" y="6"/>
                      <a:pt x="18" y="7"/>
                      <a:pt x="19" y="8"/>
                    </a:cubicBezTo>
                    <a:cubicBezTo>
                      <a:pt x="20" y="8"/>
                      <a:pt x="21" y="10"/>
                      <a:pt x="21" y="12"/>
                    </a:cubicBezTo>
                    <a:cubicBezTo>
                      <a:pt x="21" y="14"/>
                      <a:pt x="19" y="13"/>
                      <a:pt x="18" y="13"/>
                    </a:cubicBezTo>
                    <a:cubicBezTo>
                      <a:pt x="17" y="13"/>
                      <a:pt x="16" y="13"/>
                      <a:pt x="15" y="13"/>
                    </a:cubicBezTo>
                    <a:cubicBezTo>
                      <a:pt x="14" y="13"/>
                      <a:pt x="13" y="13"/>
                      <a:pt x="13" y="12"/>
                    </a:cubicBezTo>
                    <a:cubicBezTo>
                      <a:pt x="12" y="12"/>
                      <a:pt x="11" y="11"/>
                      <a:pt x="10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8"/>
                      <a:pt x="7" y="8"/>
                      <a:pt x="6" y="7"/>
                    </a:cubicBezTo>
                    <a:cubicBezTo>
                      <a:pt x="5" y="7"/>
                      <a:pt x="4" y="6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1" name="Freeform 3271">
                <a:extLst>
                  <a:ext uri="{FF2B5EF4-FFF2-40B4-BE49-F238E27FC236}">
                    <a16:creationId xmlns:a16="http://schemas.microsoft.com/office/drawing/2014/main" id="{A7033A7E-369D-4B96-B828-81BD5CD89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67"/>
                <a:ext cx="4" cy="4"/>
              </a:xfrm>
              <a:custGeom>
                <a:avLst/>
                <a:gdLst>
                  <a:gd name="T0" fmla="*/ 2 w 10"/>
                  <a:gd name="T1" fmla="*/ 3 h 9"/>
                  <a:gd name="T2" fmla="*/ 3 w 10"/>
                  <a:gd name="T3" fmla="*/ 2 h 9"/>
                  <a:gd name="T4" fmla="*/ 6 w 10"/>
                  <a:gd name="T5" fmla="*/ 0 h 9"/>
                  <a:gd name="T6" fmla="*/ 8 w 10"/>
                  <a:gd name="T7" fmla="*/ 1 h 9"/>
                  <a:gd name="T8" fmla="*/ 10 w 10"/>
                  <a:gd name="T9" fmla="*/ 3 h 9"/>
                  <a:gd name="T10" fmla="*/ 10 w 10"/>
                  <a:gd name="T11" fmla="*/ 6 h 9"/>
                  <a:gd name="T12" fmla="*/ 5 w 10"/>
                  <a:gd name="T13" fmla="*/ 9 h 9"/>
                  <a:gd name="T14" fmla="*/ 1 w 10"/>
                  <a:gd name="T15" fmla="*/ 6 h 9"/>
                  <a:gd name="T16" fmla="*/ 2 w 10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2" y="3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9" y="7"/>
                      <a:pt x="8" y="9"/>
                      <a:pt x="5" y="9"/>
                    </a:cubicBezTo>
                    <a:cubicBezTo>
                      <a:pt x="4" y="9"/>
                      <a:pt x="1" y="8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2" name="Freeform 3272">
                <a:extLst>
                  <a:ext uri="{FF2B5EF4-FFF2-40B4-BE49-F238E27FC236}">
                    <a16:creationId xmlns:a16="http://schemas.microsoft.com/office/drawing/2014/main" id="{0465A626-93AF-44AC-972E-371BA2835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757"/>
                <a:ext cx="19" cy="10"/>
              </a:xfrm>
              <a:custGeom>
                <a:avLst/>
                <a:gdLst>
                  <a:gd name="T0" fmla="*/ 3 w 48"/>
                  <a:gd name="T1" fmla="*/ 19 h 24"/>
                  <a:gd name="T2" fmla="*/ 9 w 48"/>
                  <a:gd name="T3" fmla="*/ 19 h 24"/>
                  <a:gd name="T4" fmla="*/ 13 w 48"/>
                  <a:gd name="T5" fmla="*/ 18 h 24"/>
                  <a:gd name="T6" fmla="*/ 15 w 48"/>
                  <a:gd name="T7" fmla="*/ 15 h 24"/>
                  <a:gd name="T8" fmla="*/ 19 w 48"/>
                  <a:gd name="T9" fmla="*/ 13 h 24"/>
                  <a:gd name="T10" fmla="*/ 21 w 48"/>
                  <a:gd name="T11" fmla="*/ 10 h 24"/>
                  <a:gd name="T12" fmla="*/ 24 w 48"/>
                  <a:gd name="T13" fmla="*/ 9 h 24"/>
                  <a:gd name="T14" fmla="*/ 26 w 48"/>
                  <a:gd name="T15" fmla="*/ 9 h 24"/>
                  <a:gd name="T16" fmla="*/ 33 w 48"/>
                  <a:gd name="T17" fmla="*/ 9 h 24"/>
                  <a:gd name="T18" fmla="*/ 34 w 48"/>
                  <a:gd name="T19" fmla="*/ 5 h 24"/>
                  <a:gd name="T20" fmla="*/ 36 w 48"/>
                  <a:gd name="T21" fmla="*/ 5 h 24"/>
                  <a:gd name="T22" fmla="*/ 38 w 48"/>
                  <a:gd name="T23" fmla="*/ 3 h 24"/>
                  <a:gd name="T24" fmla="*/ 41 w 48"/>
                  <a:gd name="T25" fmla="*/ 1 h 24"/>
                  <a:gd name="T26" fmla="*/ 47 w 48"/>
                  <a:gd name="T27" fmla="*/ 2 h 24"/>
                  <a:gd name="T28" fmla="*/ 46 w 48"/>
                  <a:gd name="T29" fmla="*/ 9 h 24"/>
                  <a:gd name="T30" fmla="*/ 41 w 48"/>
                  <a:gd name="T31" fmla="*/ 12 h 24"/>
                  <a:gd name="T32" fmla="*/ 41 w 48"/>
                  <a:gd name="T33" fmla="*/ 15 h 24"/>
                  <a:gd name="T34" fmla="*/ 38 w 48"/>
                  <a:gd name="T35" fmla="*/ 15 h 24"/>
                  <a:gd name="T36" fmla="*/ 35 w 48"/>
                  <a:gd name="T37" fmla="*/ 19 h 24"/>
                  <a:gd name="T38" fmla="*/ 29 w 48"/>
                  <a:gd name="T39" fmla="*/ 20 h 24"/>
                  <a:gd name="T40" fmla="*/ 28 w 48"/>
                  <a:gd name="T41" fmla="*/ 23 h 24"/>
                  <a:gd name="T42" fmla="*/ 24 w 48"/>
                  <a:gd name="T43" fmla="*/ 24 h 24"/>
                  <a:gd name="T44" fmla="*/ 18 w 48"/>
                  <a:gd name="T45" fmla="*/ 24 h 24"/>
                  <a:gd name="T46" fmla="*/ 12 w 48"/>
                  <a:gd name="T47" fmla="*/ 24 h 24"/>
                  <a:gd name="T48" fmla="*/ 6 w 48"/>
                  <a:gd name="T49" fmla="*/ 23 h 24"/>
                  <a:gd name="T50" fmla="*/ 3 w 48"/>
                  <a:gd name="T51" fmla="*/ 22 h 24"/>
                  <a:gd name="T52" fmla="*/ 0 w 48"/>
                  <a:gd name="T53" fmla="*/ 21 h 24"/>
                  <a:gd name="T54" fmla="*/ 3 w 48"/>
                  <a:gd name="T55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" h="24">
                    <a:moveTo>
                      <a:pt x="3" y="19"/>
                    </a:moveTo>
                    <a:cubicBezTo>
                      <a:pt x="5" y="18"/>
                      <a:pt x="9" y="19"/>
                      <a:pt x="9" y="19"/>
                    </a:cubicBezTo>
                    <a:cubicBezTo>
                      <a:pt x="10" y="19"/>
                      <a:pt x="12" y="18"/>
                      <a:pt x="13" y="18"/>
                    </a:cubicBezTo>
                    <a:cubicBezTo>
                      <a:pt x="14" y="17"/>
                      <a:pt x="14" y="16"/>
                      <a:pt x="15" y="15"/>
                    </a:cubicBezTo>
                    <a:cubicBezTo>
                      <a:pt x="16" y="13"/>
                      <a:pt x="18" y="14"/>
                      <a:pt x="19" y="13"/>
                    </a:cubicBezTo>
                    <a:cubicBezTo>
                      <a:pt x="21" y="13"/>
                      <a:pt x="21" y="11"/>
                      <a:pt x="21" y="10"/>
                    </a:cubicBezTo>
                    <a:cubicBezTo>
                      <a:pt x="22" y="10"/>
                      <a:pt x="23" y="9"/>
                      <a:pt x="24" y="9"/>
                    </a:cubicBezTo>
                    <a:cubicBezTo>
                      <a:pt x="25" y="9"/>
                      <a:pt x="25" y="9"/>
                      <a:pt x="26" y="9"/>
                    </a:cubicBezTo>
                    <a:cubicBezTo>
                      <a:pt x="28" y="9"/>
                      <a:pt x="30" y="9"/>
                      <a:pt x="33" y="9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6" y="5"/>
                    </a:cubicBezTo>
                    <a:cubicBezTo>
                      <a:pt x="37" y="5"/>
                      <a:pt x="38" y="4"/>
                      <a:pt x="38" y="3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3" y="0"/>
                      <a:pt x="46" y="0"/>
                      <a:pt x="47" y="2"/>
                    </a:cubicBezTo>
                    <a:cubicBezTo>
                      <a:pt x="48" y="4"/>
                      <a:pt x="48" y="8"/>
                      <a:pt x="46" y="9"/>
                    </a:cubicBezTo>
                    <a:cubicBezTo>
                      <a:pt x="45" y="10"/>
                      <a:pt x="42" y="10"/>
                      <a:pt x="41" y="12"/>
                    </a:cubicBezTo>
                    <a:cubicBezTo>
                      <a:pt x="41" y="13"/>
                      <a:pt x="41" y="14"/>
                      <a:pt x="41" y="15"/>
                    </a:cubicBezTo>
                    <a:cubicBezTo>
                      <a:pt x="40" y="15"/>
                      <a:pt x="39" y="15"/>
                      <a:pt x="38" y="15"/>
                    </a:cubicBezTo>
                    <a:cubicBezTo>
                      <a:pt x="36" y="16"/>
                      <a:pt x="37" y="18"/>
                      <a:pt x="35" y="19"/>
                    </a:cubicBezTo>
                    <a:cubicBezTo>
                      <a:pt x="33" y="19"/>
                      <a:pt x="30" y="18"/>
                      <a:pt x="29" y="20"/>
                    </a:cubicBezTo>
                    <a:cubicBezTo>
                      <a:pt x="29" y="22"/>
                      <a:pt x="29" y="23"/>
                      <a:pt x="28" y="23"/>
                    </a:cubicBezTo>
                    <a:cubicBezTo>
                      <a:pt x="27" y="24"/>
                      <a:pt x="25" y="24"/>
                      <a:pt x="24" y="24"/>
                    </a:cubicBezTo>
                    <a:cubicBezTo>
                      <a:pt x="22" y="24"/>
                      <a:pt x="20" y="24"/>
                      <a:pt x="18" y="24"/>
                    </a:cubicBezTo>
                    <a:cubicBezTo>
                      <a:pt x="16" y="24"/>
                      <a:pt x="14" y="24"/>
                      <a:pt x="12" y="24"/>
                    </a:cubicBezTo>
                    <a:cubicBezTo>
                      <a:pt x="10" y="24"/>
                      <a:pt x="8" y="23"/>
                      <a:pt x="6" y="23"/>
                    </a:cubicBezTo>
                    <a:cubicBezTo>
                      <a:pt x="5" y="23"/>
                      <a:pt x="4" y="23"/>
                      <a:pt x="3" y="22"/>
                    </a:cubicBezTo>
                    <a:cubicBezTo>
                      <a:pt x="2" y="22"/>
                      <a:pt x="1" y="22"/>
                      <a:pt x="0" y="21"/>
                    </a:cubicBezTo>
                    <a:cubicBezTo>
                      <a:pt x="0" y="20"/>
                      <a:pt x="1" y="19"/>
                      <a:pt x="3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3" name="Freeform 3273">
                <a:extLst>
                  <a:ext uri="{FF2B5EF4-FFF2-40B4-BE49-F238E27FC236}">
                    <a16:creationId xmlns:a16="http://schemas.microsoft.com/office/drawing/2014/main" id="{9DD26F7D-99F4-4D79-88A4-D9FC87634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746"/>
                <a:ext cx="4" cy="4"/>
              </a:xfrm>
              <a:custGeom>
                <a:avLst/>
                <a:gdLst>
                  <a:gd name="T0" fmla="*/ 1 w 11"/>
                  <a:gd name="T1" fmla="*/ 4 h 11"/>
                  <a:gd name="T2" fmla="*/ 0 w 11"/>
                  <a:gd name="T3" fmla="*/ 2 h 11"/>
                  <a:gd name="T4" fmla="*/ 2 w 11"/>
                  <a:gd name="T5" fmla="*/ 1 h 11"/>
                  <a:gd name="T6" fmla="*/ 5 w 11"/>
                  <a:gd name="T7" fmla="*/ 1 h 11"/>
                  <a:gd name="T8" fmla="*/ 9 w 11"/>
                  <a:gd name="T9" fmla="*/ 0 h 11"/>
                  <a:gd name="T10" fmla="*/ 10 w 11"/>
                  <a:gd name="T11" fmla="*/ 6 h 11"/>
                  <a:gd name="T12" fmla="*/ 10 w 11"/>
                  <a:gd name="T13" fmla="*/ 9 h 11"/>
                  <a:gd name="T14" fmla="*/ 5 w 11"/>
                  <a:gd name="T15" fmla="*/ 8 h 11"/>
                  <a:gd name="T16" fmla="*/ 4 w 11"/>
                  <a:gd name="T17" fmla="*/ 6 h 11"/>
                  <a:gd name="T18" fmla="*/ 3 w 11"/>
                  <a:gd name="T19" fmla="*/ 5 h 11"/>
                  <a:gd name="T20" fmla="*/ 1 w 11"/>
                  <a:gd name="T2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1" y="1"/>
                      <a:pt x="10" y="4"/>
                      <a:pt x="10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5" y="7"/>
                      <a:pt x="5" y="6"/>
                      <a:pt x="4" y="6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4" name="Freeform 3274">
                <a:extLst>
                  <a:ext uri="{FF2B5EF4-FFF2-40B4-BE49-F238E27FC236}">
                    <a16:creationId xmlns:a16="http://schemas.microsoft.com/office/drawing/2014/main" id="{BA272030-32EC-45BA-B603-E8F083567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738"/>
                <a:ext cx="7" cy="8"/>
              </a:xfrm>
              <a:custGeom>
                <a:avLst/>
                <a:gdLst>
                  <a:gd name="T0" fmla="*/ 6 w 17"/>
                  <a:gd name="T1" fmla="*/ 19 h 19"/>
                  <a:gd name="T2" fmla="*/ 5 w 17"/>
                  <a:gd name="T3" fmla="*/ 18 h 19"/>
                  <a:gd name="T4" fmla="*/ 4 w 17"/>
                  <a:gd name="T5" fmla="*/ 17 h 19"/>
                  <a:gd name="T6" fmla="*/ 3 w 17"/>
                  <a:gd name="T7" fmla="*/ 15 h 19"/>
                  <a:gd name="T8" fmla="*/ 1 w 17"/>
                  <a:gd name="T9" fmla="*/ 14 h 19"/>
                  <a:gd name="T10" fmla="*/ 0 w 17"/>
                  <a:gd name="T11" fmla="*/ 12 h 19"/>
                  <a:gd name="T12" fmla="*/ 0 w 17"/>
                  <a:gd name="T13" fmla="*/ 9 h 19"/>
                  <a:gd name="T14" fmla="*/ 0 w 17"/>
                  <a:gd name="T15" fmla="*/ 7 h 19"/>
                  <a:gd name="T16" fmla="*/ 3 w 17"/>
                  <a:gd name="T17" fmla="*/ 6 h 19"/>
                  <a:gd name="T18" fmla="*/ 8 w 17"/>
                  <a:gd name="T19" fmla="*/ 5 h 19"/>
                  <a:gd name="T20" fmla="*/ 9 w 17"/>
                  <a:gd name="T21" fmla="*/ 3 h 19"/>
                  <a:gd name="T22" fmla="*/ 11 w 17"/>
                  <a:gd name="T23" fmla="*/ 1 h 19"/>
                  <a:gd name="T24" fmla="*/ 16 w 17"/>
                  <a:gd name="T25" fmla="*/ 2 h 19"/>
                  <a:gd name="T26" fmla="*/ 17 w 17"/>
                  <a:gd name="T27" fmla="*/ 8 h 19"/>
                  <a:gd name="T28" fmla="*/ 13 w 17"/>
                  <a:gd name="T29" fmla="*/ 11 h 19"/>
                  <a:gd name="T30" fmla="*/ 9 w 17"/>
                  <a:gd name="T31" fmla="*/ 18 h 19"/>
                  <a:gd name="T32" fmla="*/ 6 w 17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9">
                    <a:moveTo>
                      <a:pt x="6" y="19"/>
                    </a:moveTo>
                    <a:cubicBezTo>
                      <a:pt x="6" y="18"/>
                      <a:pt x="6" y="18"/>
                      <a:pt x="5" y="18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3" y="17"/>
                      <a:pt x="4" y="16"/>
                      <a:pt x="3" y="15"/>
                    </a:cubicBezTo>
                    <a:cubicBezTo>
                      <a:pt x="3" y="15"/>
                      <a:pt x="2" y="15"/>
                      <a:pt x="1" y="14"/>
                    </a:cubicBezTo>
                    <a:cubicBezTo>
                      <a:pt x="1" y="13"/>
                      <a:pt x="0" y="12"/>
                      <a:pt x="0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8" y="7"/>
                      <a:pt x="8" y="5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2"/>
                      <a:pt x="10" y="1"/>
                      <a:pt x="11" y="1"/>
                    </a:cubicBezTo>
                    <a:cubicBezTo>
                      <a:pt x="12" y="0"/>
                      <a:pt x="15" y="1"/>
                      <a:pt x="16" y="2"/>
                    </a:cubicBezTo>
                    <a:cubicBezTo>
                      <a:pt x="17" y="4"/>
                      <a:pt x="17" y="6"/>
                      <a:pt x="17" y="8"/>
                    </a:cubicBezTo>
                    <a:cubicBezTo>
                      <a:pt x="16" y="10"/>
                      <a:pt x="14" y="10"/>
                      <a:pt x="13" y="11"/>
                    </a:cubicBezTo>
                    <a:cubicBezTo>
                      <a:pt x="12" y="14"/>
                      <a:pt x="13" y="18"/>
                      <a:pt x="9" y="18"/>
                    </a:cubicBezTo>
                    <a:cubicBezTo>
                      <a:pt x="8" y="19"/>
                      <a:pt x="7" y="19"/>
                      <a:pt x="6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5" name="Freeform 3275">
                <a:extLst>
                  <a:ext uri="{FF2B5EF4-FFF2-40B4-BE49-F238E27FC236}">
                    <a16:creationId xmlns:a16="http://schemas.microsoft.com/office/drawing/2014/main" id="{EC74B0F2-49A1-4593-B09D-5B65912E7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17"/>
                <a:ext cx="9" cy="4"/>
              </a:xfrm>
              <a:custGeom>
                <a:avLst/>
                <a:gdLst>
                  <a:gd name="T0" fmla="*/ 0 w 21"/>
                  <a:gd name="T1" fmla="*/ 2 h 10"/>
                  <a:gd name="T2" fmla="*/ 5 w 21"/>
                  <a:gd name="T3" fmla="*/ 0 h 10"/>
                  <a:gd name="T4" fmla="*/ 11 w 21"/>
                  <a:gd name="T5" fmla="*/ 0 h 10"/>
                  <a:gd name="T6" fmla="*/ 13 w 21"/>
                  <a:gd name="T7" fmla="*/ 0 h 10"/>
                  <a:gd name="T8" fmla="*/ 16 w 21"/>
                  <a:gd name="T9" fmla="*/ 0 h 10"/>
                  <a:gd name="T10" fmla="*/ 20 w 21"/>
                  <a:gd name="T11" fmla="*/ 2 h 10"/>
                  <a:gd name="T12" fmla="*/ 20 w 21"/>
                  <a:gd name="T13" fmla="*/ 5 h 10"/>
                  <a:gd name="T14" fmla="*/ 20 w 21"/>
                  <a:gd name="T15" fmla="*/ 8 h 10"/>
                  <a:gd name="T16" fmla="*/ 19 w 21"/>
                  <a:gd name="T17" fmla="*/ 10 h 10"/>
                  <a:gd name="T18" fmla="*/ 15 w 21"/>
                  <a:gd name="T19" fmla="*/ 9 h 10"/>
                  <a:gd name="T20" fmla="*/ 14 w 21"/>
                  <a:gd name="T21" fmla="*/ 7 h 10"/>
                  <a:gd name="T22" fmla="*/ 10 w 21"/>
                  <a:gd name="T23" fmla="*/ 6 h 10"/>
                  <a:gd name="T24" fmla="*/ 7 w 21"/>
                  <a:gd name="T25" fmla="*/ 6 h 10"/>
                  <a:gd name="T26" fmla="*/ 4 w 21"/>
                  <a:gd name="T27" fmla="*/ 5 h 10"/>
                  <a:gd name="T28" fmla="*/ 3 w 21"/>
                  <a:gd name="T29" fmla="*/ 5 h 10"/>
                  <a:gd name="T30" fmla="*/ 1 w 21"/>
                  <a:gd name="T31" fmla="*/ 4 h 10"/>
                  <a:gd name="T32" fmla="*/ 0 w 21"/>
                  <a:gd name="T3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0">
                    <a:moveTo>
                      <a:pt x="0" y="2"/>
                    </a:moveTo>
                    <a:cubicBezTo>
                      <a:pt x="1" y="1"/>
                      <a:pt x="4" y="0"/>
                      <a:pt x="5" y="0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7" y="0"/>
                      <a:pt x="19" y="1"/>
                      <a:pt x="20" y="2"/>
                    </a:cubicBezTo>
                    <a:cubicBezTo>
                      <a:pt x="20" y="3"/>
                      <a:pt x="20" y="4"/>
                      <a:pt x="20" y="5"/>
                    </a:cubicBezTo>
                    <a:cubicBezTo>
                      <a:pt x="20" y="6"/>
                      <a:pt x="21" y="7"/>
                      <a:pt x="20" y="8"/>
                    </a:cubicBezTo>
                    <a:cubicBezTo>
                      <a:pt x="20" y="9"/>
                      <a:pt x="20" y="10"/>
                      <a:pt x="19" y="10"/>
                    </a:cubicBezTo>
                    <a:cubicBezTo>
                      <a:pt x="17" y="10"/>
                      <a:pt x="16" y="10"/>
                      <a:pt x="15" y="9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3" y="6"/>
                      <a:pt x="11" y="6"/>
                      <a:pt x="10" y="6"/>
                    </a:cubicBezTo>
                    <a:cubicBezTo>
                      <a:pt x="9" y="6"/>
                      <a:pt x="8" y="6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6" name="Freeform 3276">
                <a:extLst>
                  <a:ext uri="{FF2B5EF4-FFF2-40B4-BE49-F238E27FC236}">
                    <a16:creationId xmlns:a16="http://schemas.microsoft.com/office/drawing/2014/main" id="{4BAC88F4-0D1C-45F0-9BC3-8188CF210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22"/>
                <a:ext cx="12" cy="14"/>
              </a:xfrm>
              <a:custGeom>
                <a:avLst/>
                <a:gdLst>
                  <a:gd name="T0" fmla="*/ 5 w 31"/>
                  <a:gd name="T1" fmla="*/ 18 h 34"/>
                  <a:gd name="T2" fmla="*/ 1 w 31"/>
                  <a:gd name="T3" fmla="*/ 15 h 34"/>
                  <a:gd name="T4" fmla="*/ 0 w 31"/>
                  <a:gd name="T5" fmla="*/ 8 h 34"/>
                  <a:gd name="T6" fmla="*/ 0 w 31"/>
                  <a:gd name="T7" fmla="*/ 8 h 34"/>
                  <a:gd name="T8" fmla="*/ 1 w 31"/>
                  <a:gd name="T9" fmla="*/ 8 h 34"/>
                  <a:gd name="T10" fmla="*/ 1 w 31"/>
                  <a:gd name="T11" fmla="*/ 7 h 34"/>
                  <a:gd name="T12" fmla="*/ 2 w 31"/>
                  <a:gd name="T13" fmla="*/ 6 h 34"/>
                  <a:gd name="T14" fmla="*/ 6 w 31"/>
                  <a:gd name="T15" fmla="*/ 6 h 34"/>
                  <a:gd name="T16" fmla="*/ 8 w 31"/>
                  <a:gd name="T17" fmla="*/ 6 h 34"/>
                  <a:gd name="T18" fmla="*/ 9 w 31"/>
                  <a:gd name="T19" fmla="*/ 4 h 34"/>
                  <a:gd name="T20" fmla="*/ 10 w 31"/>
                  <a:gd name="T21" fmla="*/ 1 h 34"/>
                  <a:gd name="T22" fmla="*/ 16 w 31"/>
                  <a:gd name="T23" fmla="*/ 0 h 34"/>
                  <a:gd name="T24" fmla="*/ 22 w 31"/>
                  <a:gd name="T25" fmla="*/ 1 h 34"/>
                  <a:gd name="T26" fmla="*/ 24 w 31"/>
                  <a:gd name="T27" fmla="*/ 4 h 34"/>
                  <a:gd name="T28" fmla="*/ 29 w 31"/>
                  <a:gd name="T29" fmla="*/ 7 h 34"/>
                  <a:gd name="T30" fmla="*/ 30 w 31"/>
                  <a:gd name="T31" fmla="*/ 10 h 34"/>
                  <a:gd name="T32" fmla="*/ 29 w 31"/>
                  <a:gd name="T33" fmla="*/ 14 h 34"/>
                  <a:gd name="T34" fmla="*/ 29 w 31"/>
                  <a:gd name="T35" fmla="*/ 19 h 34"/>
                  <a:gd name="T36" fmla="*/ 27 w 31"/>
                  <a:gd name="T37" fmla="*/ 22 h 34"/>
                  <a:gd name="T38" fmla="*/ 25 w 31"/>
                  <a:gd name="T39" fmla="*/ 26 h 34"/>
                  <a:gd name="T40" fmla="*/ 22 w 31"/>
                  <a:gd name="T41" fmla="*/ 29 h 34"/>
                  <a:gd name="T42" fmla="*/ 19 w 31"/>
                  <a:gd name="T43" fmla="*/ 31 h 34"/>
                  <a:gd name="T44" fmla="*/ 15 w 31"/>
                  <a:gd name="T45" fmla="*/ 34 h 34"/>
                  <a:gd name="T46" fmla="*/ 11 w 31"/>
                  <a:gd name="T47" fmla="*/ 33 h 34"/>
                  <a:gd name="T48" fmla="*/ 9 w 31"/>
                  <a:gd name="T49" fmla="*/ 29 h 34"/>
                  <a:gd name="T50" fmla="*/ 9 w 31"/>
                  <a:gd name="T51" fmla="*/ 28 h 34"/>
                  <a:gd name="T52" fmla="*/ 6 w 31"/>
                  <a:gd name="T53" fmla="*/ 26 h 34"/>
                  <a:gd name="T54" fmla="*/ 5 w 31"/>
                  <a:gd name="T55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34">
                    <a:moveTo>
                      <a:pt x="5" y="18"/>
                    </a:moveTo>
                    <a:cubicBezTo>
                      <a:pt x="4" y="17"/>
                      <a:pt x="2" y="16"/>
                      <a:pt x="1" y="15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3" y="6"/>
                      <a:pt x="4" y="6"/>
                      <a:pt x="6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10" y="1"/>
                    </a:cubicBezTo>
                    <a:cubicBezTo>
                      <a:pt x="12" y="0"/>
                      <a:pt x="15" y="0"/>
                      <a:pt x="16" y="0"/>
                    </a:cubicBezTo>
                    <a:cubicBezTo>
                      <a:pt x="18" y="0"/>
                      <a:pt x="21" y="0"/>
                      <a:pt x="22" y="1"/>
                    </a:cubicBezTo>
                    <a:cubicBezTo>
                      <a:pt x="23" y="2"/>
                      <a:pt x="24" y="3"/>
                      <a:pt x="24" y="4"/>
                    </a:cubicBezTo>
                    <a:cubicBezTo>
                      <a:pt x="25" y="6"/>
                      <a:pt x="27" y="6"/>
                      <a:pt x="29" y="7"/>
                    </a:cubicBezTo>
                    <a:cubicBezTo>
                      <a:pt x="30" y="8"/>
                      <a:pt x="31" y="8"/>
                      <a:pt x="30" y="10"/>
                    </a:cubicBezTo>
                    <a:cubicBezTo>
                      <a:pt x="30" y="11"/>
                      <a:pt x="29" y="12"/>
                      <a:pt x="29" y="14"/>
                    </a:cubicBezTo>
                    <a:cubicBezTo>
                      <a:pt x="28" y="15"/>
                      <a:pt x="29" y="17"/>
                      <a:pt x="29" y="19"/>
                    </a:cubicBezTo>
                    <a:cubicBezTo>
                      <a:pt x="29" y="21"/>
                      <a:pt x="28" y="22"/>
                      <a:pt x="27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4" y="27"/>
                      <a:pt x="24" y="29"/>
                      <a:pt x="22" y="29"/>
                    </a:cubicBezTo>
                    <a:cubicBezTo>
                      <a:pt x="21" y="30"/>
                      <a:pt x="20" y="30"/>
                      <a:pt x="19" y="31"/>
                    </a:cubicBezTo>
                    <a:cubicBezTo>
                      <a:pt x="18" y="32"/>
                      <a:pt x="17" y="33"/>
                      <a:pt x="15" y="34"/>
                    </a:cubicBezTo>
                    <a:cubicBezTo>
                      <a:pt x="14" y="34"/>
                      <a:pt x="12" y="34"/>
                      <a:pt x="11" y="33"/>
                    </a:cubicBezTo>
                    <a:cubicBezTo>
                      <a:pt x="10" y="32"/>
                      <a:pt x="10" y="30"/>
                      <a:pt x="9" y="29"/>
                    </a:cubicBezTo>
                    <a:cubicBezTo>
                      <a:pt x="9" y="29"/>
                      <a:pt x="9" y="28"/>
                      <a:pt x="9" y="28"/>
                    </a:cubicBezTo>
                    <a:cubicBezTo>
                      <a:pt x="8" y="27"/>
                      <a:pt x="7" y="26"/>
                      <a:pt x="6" y="26"/>
                    </a:cubicBezTo>
                    <a:cubicBezTo>
                      <a:pt x="4" y="24"/>
                      <a:pt x="7" y="20"/>
                      <a:pt x="5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7" name="Freeform 3277">
                <a:extLst>
                  <a:ext uri="{FF2B5EF4-FFF2-40B4-BE49-F238E27FC236}">
                    <a16:creationId xmlns:a16="http://schemas.microsoft.com/office/drawing/2014/main" id="{D236050E-ECCB-4CAD-A1A0-D6119B6F6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701"/>
                <a:ext cx="3" cy="2"/>
              </a:xfrm>
              <a:custGeom>
                <a:avLst/>
                <a:gdLst>
                  <a:gd name="T0" fmla="*/ 2 w 6"/>
                  <a:gd name="T1" fmla="*/ 3 h 4"/>
                  <a:gd name="T2" fmla="*/ 1 w 6"/>
                  <a:gd name="T3" fmla="*/ 0 h 4"/>
                  <a:gd name="T4" fmla="*/ 5 w 6"/>
                  <a:gd name="T5" fmla="*/ 2 h 4"/>
                  <a:gd name="T6" fmla="*/ 4 w 6"/>
                  <a:gd name="T7" fmla="*/ 4 h 4"/>
                  <a:gd name="T8" fmla="*/ 2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2" y="0"/>
                      <a:pt x="5" y="2"/>
                      <a:pt x="5" y="2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8" name="Freeform 3278">
                <a:extLst>
                  <a:ext uri="{FF2B5EF4-FFF2-40B4-BE49-F238E27FC236}">
                    <a16:creationId xmlns:a16="http://schemas.microsoft.com/office/drawing/2014/main" id="{B2FA5A71-83C5-4679-BE7C-42927927F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675"/>
                <a:ext cx="5" cy="6"/>
              </a:xfrm>
              <a:custGeom>
                <a:avLst/>
                <a:gdLst>
                  <a:gd name="T0" fmla="*/ 8 w 11"/>
                  <a:gd name="T1" fmla="*/ 8 h 15"/>
                  <a:gd name="T2" fmla="*/ 9 w 11"/>
                  <a:gd name="T3" fmla="*/ 6 h 15"/>
                  <a:gd name="T4" fmla="*/ 11 w 11"/>
                  <a:gd name="T5" fmla="*/ 4 h 15"/>
                  <a:gd name="T6" fmla="*/ 11 w 11"/>
                  <a:gd name="T7" fmla="*/ 1 h 15"/>
                  <a:gd name="T8" fmla="*/ 9 w 11"/>
                  <a:gd name="T9" fmla="*/ 0 h 15"/>
                  <a:gd name="T10" fmla="*/ 6 w 11"/>
                  <a:gd name="T11" fmla="*/ 2 h 15"/>
                  <a:gd name="T12" fmla="*/ 4 w 11"/>
                  <a:gd name="T13" fmla="*/ 5 h 15"/>
                  <a:gd name="T14" fmla="*/ 4 w 11"/>
                  <a:gd name="T15" fmla="*/ 8 h 15"/>
                  <a:gd name="T16" fmla="*/ 1 w 11"/>
                  <a:gd name="T17" fmla="*/ 11 h 15"/>
                  <a:gd name="T18" fmla="*/ 1 w 11"/>
                  <a:gd name="T19" fmla="*/ 15 h 15"/>
                  <a:gd name="T20" fmla="*/ 3 w 11"/>
                  <a:gd name="T21" fmla="*/ 15 h 15"/>
                  <a:gd name="T22" fmla="*/ 4 w 11"/>
                  <a:gd name="T23" fmla="*/ 14 h 15"/>
                  <a:gd name="T24" fmla="*/ 5 w 11"/>
                  <a:gd name="T25" fmla="*/ 13 h 15"/>
                  <a:gd name="T26" fmla="*/ 6 w 11"/>
                  <a:gd name="T27" fmla="*/ 11 h 15"/>
                  <a:gd name="T28" fmla="*/ 8 w 11"/>
                  <a:gd name="T2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5">
                    <a:moveTo>
                      <a:pt x="8" y="8"/>
                    </a:moveTo>
                    <a:cubicBezTo>
                      <a:pt x="8" y="7"/>
                      <a:pt x="8" y="7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5" y="8"/>
                      <a:pt x="4" y="8"/>
                    </a:cubicBezTo>
                    <a:cubicBezTo>
                      <a:pt x="3" y="9"/>
                      <a:pt x="1" y="10"/>
                      <a:pt x="1" y="11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2"/>
                      <a:pt x="6" y="12"/>
                      <a:pt x="6" y="11"/>
                    </a:cubicBezTo>
                    <a:cubicBezTo>
                      <a:pt x="7" y="10"/>
                      <a:pt x="7" y="9"/>
                      <a:pt x="8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9" name="Freeform 3279">
                <a:extLst>
                  <a:ext uri="{FF2B5EF4-FFF2-40B4-BE49-F238E27FC236}">
                    <a16:creationId xmlns:a16="http://schemas.microsoft.com/office/drawing/2014/main" id="{3304C638-2BC1-4F16-A6EA-5BAA42FC3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686"/>
                <a:ext cx="7" cy="14"/>
              </a:xfrm>
              <a:custGeom>
                <a:avLst/>
                <a:gdLst>
                  <a:gd name="T0" fmla="*/ 15 w 17"/>
                  <a:gd name="T1" fmla="*/ 0 h 33"/>
                  <a:gd name="T2" fmla="*/ 17 w 17"/>
                  <a:gd name="T3" fmla="*/ 3 h 33"/>
                  <a:gd name="T4" fmla="*/ 16 w 17"/>
                  <a:gd name="T5" fmla="*/ 5 h 33"/>
                  <a:gd name="T6" fmla="*/ 15 w 17"/>
                  <a:gd name="T7" fmla="*/ 6 h 33"/>
                  <a:gd name="T8" fmla="*/ 13 w 17"/>
                  <a:gd name="T9" fmla="*/ 11 h 33"/>
                  <a:gd name="T10" fmla="*/ 13 w 17"/>
                  <a:gd name="T11" fmla="*/ 19 h 33"/>
                  <a:gd name="T12" fmla="*/ 13 w 17"/>
                  <a:gd name="T13" fmla="*/ 26 h 33"/>
                  <a:gd name="T14" fmla="*/ 8 w 17"/>
                  <a:gd name="T15" fmla="*/ 32 h 33"/>
                  <a:gd name="T16" fmla="*/ 1 w 17"/>
                  <a:gd name="T17" fmla="*/ 30 h 33"/>
                  <a:gd name="T18" fmla="*/ 0 w 17"/>
                  <a:gd name="T19" fmla="*/ 24 h 33"/>
                  <a:gd name="T20" fmla="*/ 1 w 17"/>
                  <a:gd name="T21" fmla="*/ 19 h 33"/>
                  <a:gd name="T22" fmla="*/ 3 w 17"/>
                  <a:gd name="T23" fmla="*/ 17 h 33"/>
                  <a:gd name="T24" fmla="*/ 4 w 17"/>
                  <a:gd name="T25" fmla="*/ 9 h 33"/>
                  <a:gd name="T26" fmla="*/ 5 w 17"/>
                  <a:gd name="T27" fmla="*/ 4 h 33"/>
                  <a:gd name="T28" fmla="*/ 7 w 17"/>
                  <a:gd name="T29" fmla="*/ 1 h 33"/>
                  <a:gd name="T30" fmla="*/ 9 w 17"/>
                  <a:gd name="T31" fmla="*/ 1 h 33"/>
                  <a:gd name="T32" fmla="*/ 12 w 17"/>
                  <a:gd name="T33" fmla="*/ 0 h 33"/>
                  <a:gd name="T34" fmla="*/ 14 w 17"/>
                  <a:gd name="T35" fmla="*/ 0 h 33"/>
                  <a:gd name="T36" fmla="*/ 15 w 17"/>
                  <a:gd name="T3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33">
                    <a:moveTo>
                      <a:pt x="15" y="0"/>
                    </a:moveTo>
                    <a:cubicBezTo>
                      <a:pt x="16" y="0"/>
                      <a:pt x="16" y="2"/>
                      <a:pt x="17" y="3"/>
                    </a:cubicBezTo>
                    <a:cubicBezTo>
                      <a:pt x="17" y="4"/>
                      <a:pt x="17" y="4"/>
                      <a:pt x="16" y="5"/>
                    </a:cubicBezTo>
                    <a:cubicBezTo>
                      <a:pt x="16" y="5"/>
                      <a:pt x="16" y="5"/>
                      <a:pt x="15" y="6"/>
                    </a:cubicBezTo>
                    <a:cubicBezTo>
                      <a:pt x="14" y="7"/>
                      <a:pt x="13" y="9"/>
                      <a:pt x="13" y="11"/>
                    </a:cubicBezTo>
                    <a:cubicBezTo>
                      <a:pt x="13" y="14"/>
                      <a:pt x="13" y="16"/>
                      <a:pt x="13" y="19"/>
                    </a:cubicBezTo>
                    <a:cubicBezTo>
                      <a:pt x="13" y="21"/>
                      <a:pt x="14" y="24"/>
                      <a:pt x="13" y="26"/>
                    </a:cubicBezTo>
                    <a:cubicBezTo>
                      <a:pt x="13" y="30"/>
                      <a:pt x="10" y="31"/>
                      <a:pt x="8" y="32"/>
                    </a:cubicBezTo>
                    <a:cubicBezTo>
                      <a:pt x="5" y="33"/>
                      <a:pt x="2" y="33"/>
                      <a:pt x="1" y="30"/>
                    </a:cubicBezTo>
                    <a:cubicBezTo>
                      <a:pt x="0" y="28"/>
                      <a:pt x="0" y="26"/>
                      <a:pt x="0" y="24"/>
                    </a:cubicBezTo>
                    <a:cubicBezTo>
                      <a:pt x="0" y="23"/>
                      <a:pt x="0" y="21"/>
                      <a:pt x="1" y="19"/>
                    </a:cubicBezTo>
                    <a:cubicBezTo>
                      <a:pt x="1" y="18"/>
                      <a:pt x="3" y="18"/>
                      <a:pt x="3" y="17"/>
                    </a:cubicBezTo>
                    <a:cubicBezTo>
                      <a:pt x="4" y="14"/>
                      <a:pt x="4" y="11"/>
                      <a:pt x="4" y="9"/>
                    </a:cubicBezTo>
                    <a:cubicBezTo>
                      <a:pt x="4" y="7"/>
                      <a:pt x="4" y="5"/>
                      <a:pt x="5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1"/>
                      <a:pt x="11" y="1"/>
                      <a:pt x="12" y="0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0" name="Freeform 3280">
                <a:extLst>
                  <a:ext uri="{FF2B5EF4-FFF2-40B4-BE49-F238E27FC236}">
                    <a16:creationId xmlns:a16="http://schemas.microsoft.com/office/drawing/2014/main" id="{31CA3CED-036F-44F8-9FD5-1502C3684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683"/>
                <a:ext cx="2" cy="3"/>
              </a:xfrm>
              <a:custGeom>
                <a:avLst/>
                <a:gdLst>
                  <a:gd name="T0" fmla="*/ 2 w 5"/>
                  <a:gd name="T1" fmla="*/ 8 h 8"/>
                  <a:gd name="T2" fmla="*/ 0 w 5"/>
                  <a:gd name="T3" fmla="*/ 4 h 8"/>
                  <a:gd name="T4" fmla="*/ 1 w 5"/>
                  <a:gd name="T5" fmla="*/ 2 h 8"/>
                  <a:gd name="T6" fmla="*/ 1 w 5"/>
                  <a:gd name="T7" fmla="*/ 0 h 8"/>
                  <a:gd name="T8" fmla="*/ 4 w 5"/>
                  <a:gd name="T9" fmla="*/ 0 h 8"/>
                  <a:gd name="T10" fmla="*/ 5 w 5"/>
                  <a:gd name="T11" fmla="*/ 3 h 8"/>
                  <a:gd name="T12" fmla="*/ 3 w 5"/>
                  <a:gd name="T13" fmla="*/ 8 h 8"/>
                  <a:gd name="T14" fmla="*/ 2 w 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1" y="7"/>
                      <a:pt x="0" y="5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5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1" name="Freeform 3281">
                <a:extLst>
                  <a:ext uri="{FF2B5EF4-FFF2-40B4-BE49-F238E27FC236}">
                    <a16:creationId xmlns:a16="http://schemas.microsoft.com/office/drawing/2014/main" id="{F84BCA33-2A56-4DBF-AF66-4FB34A4A9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702"/>
                <a:ext cx="6" cy="5"/>
              </a:xfrm>
              <a:custGeom>
                <a:avLst/>
                <a:gdLst>
                  <a:gd name="T0" fmla="*/ 3 w 14"/>
                  <a:gd name="T1" fmla="*/ 7 h 12"/>
                  <a:gd name="T2" fmla="*/ 0 w 14"/>
                  <a:gd name="T3" fmla="*/ 5 h 12"/>
                  <a:gd name="T4" fmla="*/ 4 w 14"/>
                  <a:gd name="T5" fmla="*/ 0 h 12"/>
                  <a:gd name="T6" fmla="*/ 6 w 14"/>
                  <a:gd name="T7" fmla="*/ 0 h 12"/>
                  <a:gd name="T8" fmla="*/ 9 w 14"/>
                  <a:gd name="T9" fmla="*/ 0 h 12"/>
                  <a:gd name="T10" fmla="*/ 10 w 14"/>
                  <a:gd name="T11" fmla="*/ 2 h 12"/>
                  <a:gd name="T12" fmla="*/ 12 w 14"/>
                  <a:gd name="T13" fmla="*/ 4 h 12"/>
                  <a:gd name="T14" fmla="*/ 14 w 14"/>
                  <a:gd name="T15" fmla="*/ 7 h 12"/>
                  <a:gd name="T16" fmla="*/ 12 w 14"/>
                  <a:gd name="T17" fmla="*/ 11 h 12"/>
                  <a:gd name="T18" fmla="*/ 9 w 14"/>
                  <a:gd name="T19" fmla="*/ 12 h 12"/>
                  <a:gd name="T20" fmla="*/ 6 w 14"/>
                  <a:gd name="T21" fmla="*/ 11 h 12"/>
                  <a:gd name="T22" fmla="*/ 5 w 14"/>
                  <a:gd name="T23" fmla="*/ 10 h 12"/>
                  <a:gd name="T24" fmla="*/ 5 w 14"/>
                  <a:gd name="T25" fmla="*/ 8 h 12"/>
                  <a:gd name="T26" fmla="*/ 3 w 14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3" y="7"/>
                    </a:moveTo>
                    <a:cubicBezTo>
                      <a:pt x="1" y="7"/>
                      <a:pt x="0" y="6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0" y="1"/>
                      <a:pt x="10" y="2"/>
                    </a:cubicBezTo>
                    <a:cubicBezTo>
                      <a:pt x="10" y="4"/>
                      <a:pt x="11" y="4"/>
                      <a:pt x="12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2" y="11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6" y="11"/>
                      <a:pt x="5" y="11"/>
                      <a:pt x="5" y="10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4" y="7"/>
                      <a:pt x="3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2" name="Freeform 3283">
                <a:extLst>
                  <a:ext uri="{FF2B5EF4-FFF2-40B4-BE49-F238E27FC236}">
                    <a16:creationId xmlns:a16="http://schemas.microsoft.com/office/drawing/2014/main" id="{EF97ECB6-F623-4A6F-A9C3-F56BD14AC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653"/>
                <a:ext cx="1" cy="2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4 h 5"/>
                  <a:gd name="T4" fmla="*/ 1 w 3"/>
                  <a:gd name="T5" fmla="*/ 1 h 5"/>
                  <a:gd name="T6" fmla="*/ 3 w 3"/>
                  <a:gd name="T7" fmla="*/ 4 h 5"/>
                  <a:gd name="T8" fmla="*/ 1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3"/>
                      <a:pt x="3" y="4"/>
                    </a:cubicBezTo>
                    <a:cubicBezTo>
                      <a:pt x="3" y="4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3" name="Freeform 3284">
                <a:extLst>
                  <a:ext uri="{FF2B5EF4-FFF2-40B4-BE49-F238E27FC236}">
                    <a16:creationId xmlns:a16="http://schemas.microsoft.com/office/drawing/2014/main" id="{22AE8E99-D0AE-43CF-B49C-113CF5D7B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48"/>
                <a:ext cx="4" cy="3"/>
              </a:xfrm>
              <a:custGeom>
                <a:avLst/>
                <a:gdLst>
                  <a:gd name="T0" fmla="*/ 1 w 10"/>
                  <a:gd name="T1" fmla="*/ 3 h 8"/>
                  <a:gd name="T2" fmla="*/ 1 w 10"/>
                  <a:gd name="T3" fmla="*/ 0 h 8"/>
                  <a:gd name="T4" fmla="*/ 5 w 10"/>
                  <a:gd name="T5" fmla="*/ 0 h 8"/>
                  <a:gd name="T6" fmla="*/ 7 w 10"/>
                  <a:gd name="T7" fmla="*/ 2 h 8"/>
                  <a:gd name="T8" fmla="*/ 9 w 10"/>
                  <a:gd name="T9" fmla="*/ 4 h 8"/>
                  <a:gd name="T10" fmla="*/ 10 w 10"/>
                  <a:gd name="T11" fmla="*/ 6 h 8"/>
                  <a:gd name="T12" fmla="*/ 6 w 10"/>
                  <a:gd name="T13" fmla="*/ 7 h 8"/>
                  <a:gd name="T14" fmla="*/ 4 w 10"/>
                  <a:gd name="T15" fmla="*/ 5 h 8"/>
                  <a:gd name="T16" fmla="*/ 1 w 10"/>
                  <a:gd name="T1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8" y="2"/>
                      <a:pt x="8" y="3"/>
                      <a:pt x="9" y="4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8"/>
                      <a:pt x="7" y="8"/>
                      <a:pt x="6" y="7"/>
                    </a:cubicBezTo>
                    <a:cubicBezTo>
                      <a:pt x="5" y="7"/>
                      <a:pt x="5" y="6"/>
                      <a:pt x="4" y="5"/>
                    </a:cubicBezTo>
                    <a:cubicBezTo>
                      <a:pt x="2" y="5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4" name="Freeform 3285">
                <a:extLst>
                  <a:ext uri="{FF2B5EF4-FFF2-40B4-BE49-F238E27FC236}">
                    <a16:creationId xmlns:a16="http://schemas.microsoft.com/office/drawing/2014/main" id="{11F37209-4C64-4705-B1F1-472EF29F5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42"/>
                <a:ext cx="3" cy="2"/>
              </a:xfrm>
              <a:custGeom>
                <a:avLst/>
                <a:gdLst>
                  <a:gd name="T0" fmla="*/ 3 w 6"/>
                  <a:gd name="T1" fmla="*/ 1 h 6"/>
                  <a:gd name="T2" fmla="*/ 6 w 6"/>
                  <a:gd name="T3" fmla="*/ 4 h 6"/>
                  <a:gd name="T4" fmla="*/ 2 w 6"/>
                  <a:gd name="T5" fmla="*/ 6 h 6"/>
                  <a:gd name="T6" fmla="*/ 0 w 6"/>
                  <a:gd name="T7" fmla="*/ 2 h 6"/>
                  <a:gd name="T8" fmla="*/ 3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2"/>
                      <a:pt x="6" y="3"/>
                      <a:pt x="6" y="4"/>
                    </a:cubicBezTo>
                    <a:cubicBezTo>
                      <a:pt x="6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5" name="Freeform 3286">
                <a:extLst>
                  <a:ext uri="{FF2B5EF4-FFF2-40B4-BE49-F238E27FC236}">
                    <a16:creationId xmlns:a16="http://schemas.microsoft.com/office/drawing/2014/main" id="{3823C1FA-BE65-49A1-963E-67190B42D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50"/>
                <a:ext cx="1" cy="2"/>
              </a:xfrm>
              <a:custGeom>
                <a:avLst/>
                <a:gdLst>
                  <a:gd name="T0" fmla="*/ 2 w 2"/>
                  <a:gd name="T1" fmla="*/ 2 h 5"/>
                  <a:gd name="T2" fmla="*/ 0 w 2"/>
                  <a:gd name="T3" fmla="*/ 5 h 5"/>
                  <a:gd name="T4" fmla="*/ 0 w 2"/>
                  <a:gd name="T5" fmla="*/ 3 h 5"/>
                  <a:gd name="T6" fmla="*/ 0 w 2"/>
                  <a:gd name="T7" fmla="*/ 2 h 5"/>
                  <a:gd name="T8" fmla="*/ 2 w 2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2"/>
                    </a:moveTo>
                    <a:cubicBezTo>
                      <a:pt x="2" y="3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6" name="Freeform 3287">
                <a:extLst>
                  <a:ext uri="{FF2B5EF4-FFF2-40B4-BE49-F238E27FC236}">
                    <a16:creationId xmlns:a16="http://schemas.microsoft.com/office/drawing/2014/main" id="{B4E19BDB-984A-4D78-BEFA-B02EC60FE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38"/>
                <a:ext cx="4" cy="3"/>
              </a:xfrm>
              <a:custGeom>
                <a:avLst/>
                <a:gdLst>
                  <a:gd name="T0" fmla="*/ 0 w 10"/>
                  <a:gd name="T1" fmla="*/ 2 h 6"/>
                  <a:gd name="T2" fmla="*/ 0 w 10"/>
                  <a:gd name="T3" fmla="*/ 1 h 6"/>
                  <a:gd name="T4" fmla="*/ 0 w 10"/>
                  <a:gd name="T5" fmla="*/ 0 h 6"/>
                  <a:gd name="T6" fmla="*/ 1 w 10"/>
                  <a:gd name="T7" fmla="*/ 0 h 6"/>
                  <a:gd name="T8" fmla="*/ 5 w 10"/>
                  <a:gd name="T9" fmla="*/ 0 h 6"/>
                  <a:gd name="T10" fmla="*/ 8 w 10"/>
                  <a:gd name="T11" fmla="*/ 0 h 6"/>
                  <a:gd name="T12" fmla="*/ 9 w 10"/>
                  <a:gd name="T13" fmla="*/ 3 h 6"/>
                  <a:gd name="T14" fmla="*/ 6 w 10"/>
                  <a:gd name="T15" fmla="*/ 6 h 6"/>
                  <a:gd name="T16" fmla="*/ 5 w 10"/>
                  <a:gd name="T17" fmla="*/ 6 h 6"/>
                  <a:gd name="T18" fmla="*/ 5 w 10"/>
                  <a:gd name="T19" fmla="*/ 5 h 6"/>
                  <a:gd name="T20" fmla="*/ 3 w 10"/>
                  <a:gd name="T21" fmla="*/ 4 h 6"/>
                  <a:gd name="T22" fmla="*/ 2 w 10"/>
                  <a:gd name="T23" fmla="*/ 4 h 6"/>
                  <a:gd name="T24" fmla="*/ 0 w 10"/>
                  <a:gd name="T2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1"/>
                      <a:pt x="10" y="2"/>
                      <a:pt x="9" y="3"/>
                    </a:cubicBezTo>
                    <a:cubicBezTo>
                      <a:pt x="9" y="5"/>
                      <a:pt x="7" y="5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7" name="Freeform 3288">
                <a:extLst>
                  <a:ext uri="{FF2B5EF4-FFF2-40B4-BE49-F238E27FC236}">
                    <a16:creationId xmlns:a16="http://schemas.microsoft.com/office/drawing/2014/main" id="{C6548E9D-8D07-4975-B539-91793DC26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603"/>
                <a:ext cx="3" cy="2"/>
              </a:xfrm>
              <a:custGeom>
                <a:avLst/>
                <a:gdLst>
                  <a:gd name="T0" fmla="*/ 3 w 8"/>
                  <a:gd name="T1" fmla="*/ 5 h 5"/>
                  <a:gd name="T2" fmla="*/ 1 w 8"/>
                  <a:gd name="T3" fmla="*/ 5 h 5"/>
                  <a:gd name="T4" fmla="*/ 1 w 8"/>
                  <a:gd name="T5" fmla="*/ 1 h 5"/>
                  <a:gd name="T6" fmla="*/ 4 w 8"/>
                  <a:gd name="T7" fmla="*/ 0 h 5"/>
                  <a:gd name="T8" fmla="*/ 8 w 8"/>
                  <a:gd name="T9" fmla="*/ 1 h 5"/>
                  <a:gd name="T10" fmla="*/ 5 w 8"/>
                  <a:gd name="T11" fmla="*/ 3 h 5"/>
                  <a:gd name="T12" fmla="*/ 3 w 8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2" y="5"/>
                      <a:pt x="2" y="5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8" y="0"/>
                      <a:pt x="8" y="1"/>
                    </a:cubicBezTo>
                    <a:cubicBezTo>
                      <a:pt x="7" y="2"/>
                      <a:pt x="6" y="3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8" name="Freeform 3289">
                <a:extLst>
                  <a:ext uri="{FF2B5EF4-FFF2-40B4-BE49-F238E27FC236}">
                    <a16:creationId xmlns:a16="http://schemas.microsoft.com/office/drawing/2014/main" id="{1E45696A-C87B-4DBC-B092-79F84A220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99"/>
                <a:ext cx="2" cy="1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4 w 4"/>
                  <a:gd name="T7" fmla="*/ 3 h 4"/>
                  <a:gd name="T8" fmla="*/ 2 w 4"/>
                  <a:gd name="T9" fmla="*/ 4 h 4"/>
                  <a:gd name="T10" fmla="*/ 1 w 4"/>
                  <a:gd name="T11" fmla="*/ 3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9" name="Freeform 3290">
                <a:extLst>
                  <a:ext uri="{FF2B5EF4-FFF2-40B4-BE49-F238E27FC236}">
                    <a16:creationId xmlns:a16="http://schemas.microsoft.com/office/drawing/2014/main" id="{EDAE0706-6CCA-4F9C-98B1-645DA29F4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604"/>
                <a:ext cx="3" cy="3"/>
              </a:xfrm>
              <a:custGeom>
                <a:avLst/>
                <a:gdLst>
                  <a:gd name="T0" fmla="*/ 4 w 7"/>
                  <a:gd name="T1" fmla="*/ 7 h 7"/>
                  <a:gd name="T2" fmla="*/ 1 w 7"/>
                  <a:gd name="T3" fmla="*/ 6 h 7"/>
                  <a:gd name="T4" fmla="*/ 0 w 7"/>
                  <a:gd name="T5" fmla="*/ 4 h 7"/>
                  <a:gd name="T6" fmla="*/ 2 w 7"/>
                  <a:gd name="T7" fmla="*/ 2 h 7"/>
                  <a:gd name="T8" fmla="*/ 4 w 7"/>
                  <a:gd name="T9" fmla="*/ 0 h 7"/>
                  <a:gd name="T10" fmla="*/ 4 w 7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2" y="3"/>
                      <a:pt x="2" y="2"/>
                    </a:cubicBezTo>
                    <a:cubicBezTo>
                      <a:pt x="3" y="1"/>
                      <a:pt x="2" y="0"/>
                      <a:pt x="4" y="0"/>
                    </a:cubicBezTo>
                    <a:cubicBezTo>
                      <a:pt x="7" y="0"/>
                      <a:pt x="7" y="6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0" name="Freeform 3291">
                <a:extLst>
                  <a:ext uri="{FF2B5EF4-FFF2-40B4-BE49-F238E27FC236}">
                    <a16:creationId xmlns:a16="http://schemas.microsoft.com/office/drawing/2014/main" id="{E105FA99-2AD8-4EB8-9AA3-2E35E59EF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21"/>
                <a:ext cx="4" cy="5"/>
              </a:xfrm>
              <a:custGeom>
                <a:avLst/>
                <a:gdLst>
                  <a:gd name="T0" fmla="*/ 1 w 8"/>
                  <a:gd name="T1" fmla="*/ 9 h 14"/>
                  <a:gd name="T2" fmla="*/ 2 w 8"/>
                  <a:gd name="T3" fmla="*/ 4 h 14"/>
                  <a:gd name="T4" fmla="*/ 7 w 8"/>
                  <a:gd name="T5" fmla="*/ 2 h 14"/>
                  <a:gd name="T6" fmla="*/ 8 w 8"/>
                  <a:gd name="T7" fmla="*/ 6 h 14"/>
                  <a:gd name="T8" fmla="*/ 5 w 8"/>
                  <a:gd name="T9" fmla="*/ 9 h 14"/>
                  <a:gd name="T10" fmla="*/ 3 w 8"/>
                  <a:gd name="T11" fmla="*/ 13 h 14"/>
                  <a:gd name="T12" fmla="*/ 1 w 8"/>
                  <a:gd name="T13" fmla="*/ 12 h 14"/>
                  <a:gd name="T14" fmla="*/ 1 w 8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4">
                    <a:moveTo>
                      <a:pt x="1" y="9"/>
                    </a:moveTo>
                    <a:cubicBezTo>
                      <a:pt x="1" y="7"/>
                      <a:pt x="1" y="5"/>
                      <a:pt x="2" y="4"/>
                    </a:cubicBezTo>
                    <a:cubicBezTo>
                      <a:pt x="3" y="2"/>
                      <a:pt x="6" y="0"/>
                      <a:pt x="7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8"/>
                      <a:pt x="6" y="8"/>
                      <a:pt x="5" y="9"/>
                    </a:cubicBezTo>
                    <a:cubicBezTo>
                      <a:pt x="4" y="10"/>
                      <a:pt x="4" y="12"/>
                      <a:pt x="3" y="13"/>
                    </a:cubicBezTo>
                    <a:cubicBezTo>
                      <a:pt x="2" y="14"/>
                      <a:pt x="1" y="13"/>
                      <a:pt x="1" y="12"/>
                    </a:cubicBezTo>
                    <a:cubicBezTo>
                      <a:pt x="0" y="11"/>
                      <a:pt x="1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1" name="Freeform 3292">
                <a:extLst>
                  <a:ext uri="{FF2B5EF4-FFF2-40B4-BE49-F238E27FC236}">
                    <a16:creationId xmlns:a16="http://schemas.microsoft.com/office/drawing/2014/main" id="{FBB1B36A-1EA6-4B26-8E0D-338404D0E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19"/>
                <a:ext cx="4" cy="2"/>
              </a:xfrm>
              <a:custGeom>
                <a:avLst/>
                <a:gdLst>
                  <a:gd name="T0" fmla="*/ 2 w 11"/>
                  <a:gd name="T1" fmla="*/ 5 h 5"/>
                  <a:gd name="T2" fmla="*/ 2 w 11"/>
                  <a:gd name="T3" fmla="*/ 5 h 5"/>
                  <a:gd name="T4" fmla="*/ 0 w 11"/>
                  <a:gd name="T5" fmla="*/ 2 h 5"/>
                  <a:gd name="T6" fmla="*/ 4 w 11"/>
                  <a:gd name="T7" fmla="*/ 0 h 5"/>
                  <a:gd name="T8" fmla="*/ 8 w 11"/>
                  <a:gd name="T9" fmla="*/ 1 h 5"/>
                  <a:gd name="T10" fmla="*/ 10 w 11"/>
                  <a:gd name="T11" fmla="*/ 4 h 5"/>
                  <a:gd name="T12" fmla="*/ 7 w 11"/>
                  <a:gd name="T13" fmla="*/ 5 h 5"/>
                  <a:gd name="T14" fmla="*/ 2 w 11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3" y="0"/>
                      <a:pt x="4" y="0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1"/>
                      <a:pt x="11" y="2"/>
                      <a:pt x="10" y="4"/>
                    </a:cubicBezTo>
                    <a:cubicBezTo>
                      <a:pt x="10" y="5"/>
                      <a:pt x="8" y="5"/>
                      <a:pt x="7" y="5"/>
                    </a:cubicBezTo>
                    <a:cubicBezTo>
                      <a:pt x="6" y="5"/>
                      <a:pt x="3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2" name="Freeform 3293">
                <a:extLst>
                  <a:ext uri="{FF2B5EF4-FFF2-40B4-BE49-F238E27FC236}">
                    <a16:creationId xmlns:a16="http://schemas.microsoft.com/office/drawing/2014/main" id="{B51F7E46-1E0E-40C0-A2D7-089E998DE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716"/>
                <a:ext cx="2" cy="4"/>
              </a:xfrm>
              <a:custGeom>
                <a:avLst/>
                <a:gdLst>
                  <a:gd name="T0" fmla="*/ 0 w 6"/>
                  <a:gd name="T1" fmla="*/ 5 h 9"/>
                  <a:gd name="T2" fmla="*/ 1 w 6"/>
                  <a:gd name="T3" fmla="*/ 2 h 9"/>
                  <a:gd name="T4" fmla="*/ 3 w 6"/>
                  <a:gd name="T5" fmla="*/ 1 h 9"/>
                  <a:gd name="T6" fmla="*/ 4 w 6"/>
                  <a:gd name="T7" fmla="*/ 3 h 9"/>
                  <a:gd name="T8" fmla="*/ 4 w 6"/>
                  <a:gd name="T9" fmla="*/ 8 h 9"/>
                  <a:gd name="T10" fmla="*/ 0 w 6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5" y="4"/>
                      <a:pt x="6" y="7"/>
                      <a:pt x="4" y="8"/>
                    </a:cubicBezTo>
                    <a:cubicBezTo>
                      <a:pt x="1" y="9"/>
                      <a:pt x="1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3" name="Freeform 3294">
                <a:extLst>
                  <a:ext uri="{FF2B5EF4-FFF2-40B4-BE49-F238E27FC236}">
                    <a16:creationId xmlns:a16="http://schemas.microsoft.com/office/drawing/2014/main" id="{D66E3155-6C5F-43B0-9B38-0852CF91E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02"/>
                <a:ext cx="13" cy="13"/>
              </a:xfrm>
              <a:custGeom>
                <a:avLst/>
                <a:gdLst>
                  <a:gd name="T0" fmla="*/ 2 w 31"/>
                  <a:gd name="T1" fmla="*/ 32 h 33"/>
                  <a:gd name="T2" fmla="*/ 1 w 31"/>
                  <a:gd name="T3" fmla="*/ 29 h 33"/>
                  <a:gd name="T4" fmla="*/ 3 w 31"/>
                  <a:gd name="T5" fmla="*/ 25 h 33"/>
                  <a:gd name="T6" fmla="*/ 3 w 31"/>
                  <a:gd name="T7" fmla="*/ 20 h 33"/>
                  <a:gd name="T8" fmla="*/ 8 w 31"/>
                  <a:gd name="T9" fmla="*/ 18 h 33"/>
                  <a:gd name="T10" fmla="*/ 12 w 31"/>
                  <a:gd name="T11" fmla="*/ 14 h 33"/>
                  <a:gd name="T12" fmla="*/ 13 w 31"/>
                  <a:gd name="T13" fmla="*/ 8 h 33"/>
                  <a:gd name="T14" fmla="*/ 19 w 31"/>
                  <a:gd name="T15" fmla="*/ 8 h 33"/>
                  <a:gd name="T16" fmla="*/ 25 w 31"/>
                  <a:gd name="T17" fmla="*/ 7 h 33"/>
                  <a:gd name="T18" fmla="*/ 26 w 31"/>
                  <a:gd name="T19" fmla="*/ 2 h 33"/>
                  <a:gd name="T20" fmla="*/ 30 w 31"/>
                  <a:gd name="T21" fmla="*/ 4 h 33"/>
                  <a:gd name="T22" fmla="*/ 27 w 31"/>
                  <a:gd name="T23" fmla="*/ 10 h 33"/>
                  <a:gd name="T24" fmla="*/ 28 w 31"/>
                  <a:gd name="T25" fmla="*/ 15 h 33"/>
                  <a:gd name="T26" fmla="*/ 30 w 31"/>
                  <a:gd name="T27" fmla="*/ 20 h 33"/>
                  <a:gd name="T28" fmla="*/ 28 w 31"/>
                  <a:gd name="T29" fmla="*/ 21 h 33"/>
                  <a:gd name="T30" fmla="*/ 26 w 31"/>
                  <a:gd name="T31" fmla="*/ 21 h 33"/>
                  <a:gd name="T32" fmla="*/ 25 w 31"/>
                  <a:gd name="T33" fmla="*/ 23 h 33"/>
                  <a:gd name="T34" fmla="*/ 21 w 31"/>
                  <a:gd name="T35" fmla="*/ 26 h 33"/>
                  <a:gd name="T36" fmla="*/ 17 w 31"/>
                  <a:gd name="T37" fmla="*/ 27 h 33"/>
                  <a:gd name="T38" fmla="*/ 14 w 31"/>
                  <a:gd name="T39" fmla="*/ 26 h 33"/>
                  <a:gd name="T40" fmla="*/ 9 w 31"/>
                  <a:gd name="T41" fmla="*/ 26 h 33"/>
                  <a:gd name="T42" fmla="*/ 8 w 31"/>
                  <a:gd name="T43" fmla="*/ 28 h 33"/>
                  <a:gd name="T44" fmla="*/ 8 w 31"/>
                  <a:gd name="T45" fmla="*/ 29 h 33"/>
                  <a:gd name="T46" fmla="*/ 6 w 31"/>
                  <a:gd name="T47" fmla="*/ 31 h 33"/>
                  <a:gd name="T48" fmla="*/ 5 w 31"/>
                  <a:gd name="T49" fmla="*/ 32 h 33"/>
                  <a:gd name="T50" fmla="*/ 2 w 31"/>
                  <a:gd name="T51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3">
                    <a:moveTo>
                      <a:pt x="2" y="32"/>
                    </a:moveTo>
                    <a:cubicBezTo>
                      <a:pt x="1" y="31"/>
                      <a:pt x="0" y="30"/>
                      <a:pt x="1" y="29"/>
                    </a:cubicBezTo>
                    <a:cubicBezTo>
                      <a:pt x="3" y="28"/>
                      <a:pt x="4" y="27"/>
                      <a:pt x="3" y="25"/>
                    </a:cubicBezTo>
                    <a:cubicBezTo>
                      <a:pt x="2" y="23"/>
                      <a:pt x="1" y="22"/>
                      <a:pt x="3" y="20"/>
                    </a:cubicBezTo>
                    <a:cubicBezTo>
                      <a:pt x="4" y="19"/>
                      <a:pt x="6" y="18"/>
                      <a:pt x="8" y="18"/>
                    </a:cubicBezTo>
                    <a:cubicBezTo>
                      <a:pt x="10" y="17"/>
                      <a:pt x="11" y="16"/>
                      <a:pt x="12" y="14"/>
                    </a:cubicBezTo>
                    <a:cubicBezTo>
                      <a:pt x="12" y="13"/>
                      <a:pt x="11" y="9"/>
                      <a:pt x="13" y="8"/>
                    </a:cubicBezTo>
                    <a:cubicBezTo>
                      <a:pt x="15" y="7"/>
                      <a:pt x="17" y="8"/>
                      <a:pt x="19" y="8"/>
                    </a:cubicBezTo>
                    <a:cubicBezTo>
                      <a:pt x="21" y="8"/>
                      <a:pt x="23" y="8"/>
                      <a:pt x="25" y="7"/>
                    </a:cubicBezTo>
                    <a:cubicBezTo>
                      <a:pt x="26" y="6"/>
                      <a:pt x="26" y="4"/>
                      <a:pt x="26" y="2"/>
                    </a:cubicBezTo>
                    <a:cubicBezTo>
                      <a:pt x="27" y="0"/>
                      <a:pt x="29" y="2"/>
                      <a:pt x="30" y="4"/>
                    </a:cubicBezTo>
                    <a:cubicBezTo>
                      <a:pt x="30" y="7"/>
                      <a:pt x="28" y="8"/>
                      <a:pt x="27" y="10"/>
                    </a:cubicBezTo>
                    <a:cubicBezTo>
                      <a:pt x="26" y="12"/>
                      <a:pt x="26" y="14"/>
                      <a:pt x="28" y="15"/>
                    </a:cubicBezTo>
                    <a:cubicBezTo>
                      <a:pt x="29" y="17"/>
                      <a:pt x="30" y="18"/>
                      <a:pt x="30" y="20"/>
                    </a:cubicBezTo>
                    <a:cubicBezTo>
                      <a:pt x="31" y="22"/>
                      <a:pt x="30" y="23"/>
                      <a:pt x="28" y="21"/>
                    </a:cubicBezTo>
                    <a:cubicBezTo>
                      <a:pt x="27" y="21"/>
                      <a:pt x="26" y="20"/>
                      <a:pt x="26" y="21"/>
                    </a:cubicBezTo>
                    <a:cubicBezTo>
                      <a:pt x="25" y="21"/>
                      <a:pt x="25" y="23"/>
                      <a:pt x="25" y="23"/>
                    </a:cubicBezTo>
                    <a:cubicBezTo>
                      <a:pt x="25" y="26"/>
                      <a:pt x="24" y="26"/>
                      <a:pt x="21" y="26"/>
                    </a:cubicBezTo>
                    <a:cubicBezTo>
                      <a:pt x="19" y="25"/>
                      <a:pt x="19" y="26"/>
                      <a:pt x="17" y="27"/>
                    </a:cubicBezTo>
                    <a:cubicBezTo>
                      <a:pt x="16" y="28"/>
                      <a:pt x="15" y="27"/>
                      <a:pt x="14" y="26"/>
                    </a:cubicBezTo>
                    <a:cubicBezTo>
                      <a:pt x="12" y="25"/>
                      <a:pt x="10" y="25"/>
                      <a:pt x="9" y="26"/>
                    </a:cubicBezTo>
                    <a:cubicBezTo>
                      <a:pt x="8" y="27"/>
                      <a:pt x="8" y="27"/>
                      <a:pt x="8" y="28"/>
                    </a:cubicBezTo>
                    <a:cubicBezTo>
                      <a:pt x="8" y="29"/>
                      <a:pt x="8" y="28"/>
                      <a:pt x="8" y="29"/>
                    </a:cubicBezTo>
                    <a:cubicBezTo>
                      <a:pt x="7" y="30"/>
                      <a:pt x="7" y="30"/>
                      <a:pt x="6" y="31"/>
                    </a:cubicBezTo>
                    <a:cubicBezTo>
                      <a:pt x="6" y="31"/>
                      <a:pt x="5" y="32"/>
                      <a:pt x="5" y="32"/>
                    </a:cubicBezTo>
                    <a:cubicBezTo>
                      <a:pt x="4" y="33"/>
                      <a:pt x="3" y="33"/>
                      <a:pt x="2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4" name="Freeform 3295">
                <a:extLst>
                  <a:ext uri="{FF2B5EF4-FFF2-40B4-BE49-F238E27FC236}">
                    <a16:creationId xmlns:a16="http://schemas.microsoft.com/office/drawing/2014/main" id="{FA7ECB4C-5A0F-47D8-9123-4F6B9B09C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702"/>
                <a:ext cx="3" cy="2"/>
              </a:xfrm>
              <a:custGeom>
                <a:avLst/>
                <a:gdLst>
                  <a:gd name="T0" fmla="*/ 1 w 7"/>
                  <a:gd name="T1" fmla="*/ 4 h 5"/>
                  <a:gd name="T2" fmla="*/ 0 w 7"/>
                  <a:gd name="T3" fmla="*/ 4 h 5"/>
                  <a:gd name="T4" fmla="*/ 0 w 7"/>
                  <a:gd name="T5" fmla="*/ 3 h 5"/>
                  <a:gd name="T6" fmla="*/ 1 w 7"/>
                  <a:gd name="T7" fmla="*/ 2 h 5"/>
                  <a:gd name="T8" fmla="*/ 3 w 7"/>
                  <a:gd name="T9" fmla="*/ 0 h 5"/>
                  <a:gd name="T10" fmla="*/ 7 w 7"/>
                  <a:gd name="T11" fmla="*/ 1 h 5"/>
                  <a:gd name="T12" fmla="*/ 7 w 7"/>
                  <a:gd name="T13" fmla="*/ 4 h 5"/>
                  <a:gd name="T14" fmla="*/ 4 w 7"/>
                  <a:gd name="T15" fmla="*/ 4 h 5"/>
                  <a:gd name="T16" fmla="*/ 1 w 7"/>
                  <a:gd name="T1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4"/>
                      <a:pt x="5" y="4"/>
                      <a:pt x="4" y="4"/>
                    </a:cubicBezTo>
                    <a:cubicBezTo>
                      <a:pt x="2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5" name="Freeform 3296">
                <a:extLst>
                  <a:ext uri="{FF2B5EF4-FFF2-40B4-BE49-F238E27FC236}">
                    <a16:creationId xmlns:a16="http://schemas.microsoft.com/office/drawing/2014/main" id="{B0CC5552-D911-4465-9516-A6E05FD18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707"/>
                <a:ext cx="2" cy="2"/>
              </a:xfrm>
              <a:custGeom>
                <a:avLst/>
                <a:gdLst>
                  <a:gd name="T0" fmla="*/ 2 w 5"/>
                  <a:gd name="T1" fmla="*/ 1 h 5"/>
                  <a:gd name="T2" fmla="*/ 5 w 5"/>
                  <a:gd name="T3" fmla="*/ 2 h 5"/>
                  <a:gd name="T4" fmla="*/ 2 w 5"/>
                  <a:gd name="T5" fmla="*/ 5 h 5"/>
                  <a:gd name="T6" fmla="*/ 2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6" name="Freeform 3298">
                <a:extLst>
                  <a:ext uri="{FF2B5EF4-FFF2-40B4-BE49-F238E27FC236}">
                    <a16:creationId xmlns:a16="http://schemas.microsoft.com/office/drawing/2014/main" id="{4C1BEA98-A8D7-4E9C-93B1-D6655691F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658"/>
                <a:ext cx="11" cy="14"/>
              </a:xfrm>
              <a:custGeom>
                <a:avLst/>
                <a:gdLst>
                  <a:gd name="T0" fmla="*/ 17 w 27"/>
                  <a:gd name="T1" fmla="*/ 18 h 35"/>
                  <a:gd name="T2" fmla="*/ 20 w 27"/>
                  <a:gd name="T3" fmla="*/ 19 h 35"/>
                  <a:gd name="T4" fmla="*/ 23 w 27"/>
                  <a:gd name="T5" fmla="*/ 22 h 35"/>
                  <a:gd name="T6" fmla="*/ 24 w 27"/>
                  <a:gd name="T7" fmla="*/ 26 h 35"/>
                  <a:gd name="T8" fmla="*/ 22 w 27"/>
                  <a:gd name="T9" fmla="*/ 34 h 35"/>
                  <a:gd name="T10" fmla="*/ 19 w 27"/>
                  <a:gd name="T11" fmla="*/ 27 h 35"/>
                  <a:gd name="T12" fmla="*/ 15 w 27"/>
                  <a:gd name="T13" fmla="*/ 24 h 35"/>
                  <a:gd name="T14" fmla="*/ 11 w 27"/>
                  <a:gd name="T15" fmla="*/ 21 h 35"/>
                  <a:gd name="T16" fmla="*/ 7 w 27"/>
                  <a:gd name="T17" fmla="*/ 18 h 35"/>
                  <a:gd name="T18" fmla="*/ 1 w 27"/>
                  <a:gd name="T19" fmla="*/ 12 h 35"/>
                  <a:gd name="T20" fmla="*/ 3 w 27"/>
                  <a:gd name="T21" fmla="*/ 3 h 35"/>
                  <a:gd name="T22" fmla="*/ 14 w 27"/>
                  <a:gd name="T23" fmla="*/ 3 h 35"/>
                  <a:gd name="T24" fmla="*/ 18 w 27"/>
                  <a:gd name="T25" fmla="*/ 4 h 35"/>
                  <a:gd name="T26" fmla="*/ 20 w 27"/>
                  <a:gd name="T27" fmla="*/ 6 h 35"/>
                  <a:gd name="T28" fmla="*/ 22 w 27"/>
                  <a:gd name="T29" fmla="*/ 7 h 35"/>
                  <a:gd name="T30" fmla="*/ 26 w 27"/>
                  <a:gd name="T31" fmla="*/ 11 h 35"/>
                  <a:gd name="T32" fmla="*/ 27 w 27"/>
                  <a:gd name="T33" fmla="*/ 12 h 35"/>
                  <a:gd name="T34" fmla="*/ 23 w 27"/>
                  <a:gd name="T35" fmla="*/ 13 h 35"/>
                  <a:gd name="T36" fmla="*/ 19 w 27"/>
                  <a:gd name="T37" fmla="*/ 12 h 35"/>
                  <a:gd name="T38" fmla="*/ 17 w 27"/>
                  <a:gd name="T39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35">
                    <a:moveTo>
                      <a:pt x="17" y="18"/>
                    </a:moveTo>
                    <a:cubicBezTo>
                      <a:pt x="17" y="18"/>
                      <a:pt x="19" y="19"/>
                      <a:pt x="20" y="19"/>
                    </a:cubicBezTo>
                    <a:cubicBezTo>
                      <a:pt x="22" y="19"/>
                      <a:pt x="22" y="20"/>
                      <a:pt x="23" y="22"/>
                    </a:cubicBezTo>
                    <a:cubicBezTo>
                      <a:pt x="24" y="24"/>
                      <a:pt x="24" y="25"/>
                      <a:pt x="24" y="26"/>
                    </a:cubicBezTo>
                    <a:cubicBezTo>
                      <a:pt x="24" y="28"/>
                      <a:pt x="25" y="35"/>
                      <a:pt x="22" y="34"/>
                    </a:cubicBezTo>
                    <a:cubicBezTo>
                      <a:pt x="20" y="33"/>
                      <a:pt x="20" y="29"/>
                      <a:pt x="19" y="27"/>
                    </a:cubicBezTo>
                    <a:cubicBezTo>
                      <a:pt x="19" y="25"/>
                      <a:pt x="17" y="25"/>
                      <a:pt x="15" y="24"/>
                    </a:cubicBezTo>
                    <a:cubicBezTo>
                      <a:pt x="13" y="23"/>
                      <a:pt x="12" y="22"/>
                      <a:pt x="11" y="21"/>
                    </a:cubicBezTo>
                    <a:cubicBezTo>
                      <a:pt x="10" y="20"/>
                      <a:pt x="9" y="19"/>
                      <a:pt x="7" y="18"/>
                    </a:cubicBezTo>
                    <a:cubicBezTo>
                      <a:pt x="5" y="16"/>
                      <a:pt x="2" y="14"/>
                      <a:pt x="1" y="12"/>
                    </a:cubicBezTo>
                    <a:cubicBezTo>
                      <a:pt x="0" y="9"/>
                      <a:pt x="1" y="5"/>
                      <a:pt x="3" y="3"/>
                    </a:cubicBezTo>
                    <a:cubicBezTo>
                      <a:pt x="6" y="0"/>
                      <a:pt x="10" y="2"/>
                      <a:pt x="14" y="3"/>
                    </a:cubicBezTo>
                    <a:cubicBezTo>
                      <a:pt x="15" y="3"/>
                      <a:pt x="17" y="3"/>
                      <a:pt x="18" y="4"/>
                    </a:cubicBezTo>
                    <a:cubicBezTo>
                      <a:pt x="19" y="5"/>
                      <a:pt x="19" y="6"/>
                      <a:pt x="20" y="6"/>
                    </a:cubicBezTo>
                    <a:cubicBezTo>
                      <a:pt x="20" y="7"/>
                      <a:pt x="21" y="7"/>
                      <a:pt x="22" y="7"/>
                    </a:cubicBezTo>
                    <a:cubicBezTo>
                      <a:pt x="23" y="8"/>
                      <a:pt x="25" y="9"/>
                      <a:pt x="26" y="11"/>
                    </a:cubicBezTo>
                    <a:cubicBezTo>
                      <a:pt x="27" y="11"/>
                      <a:pt x="27" y="12"/>
                      <a:pt x="27" y="12"/>
                    </a:cubicBezTo>
                    <a:cubicBezTo>
                      <a:pt x="26" y="14"/>
                      <a:pt x="24" y="13"/>
                      <a:pt x="23" y="13"/>
                    </a:cubicBezTo>
                    <a:cubicBezTo>
                      <a:pt x="22" y="13"/>
                      <a:pt x="20" y="12"/>
                      <a:pt x="19" y="12"/>
                    </a:cubicBezTo>
                    <a:cubicBezTo>
                      <a:pt x="16" y="12"/>
                      <a:pt x="15" y="15"/>
                      <a:pt x="17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7" name="Freeform 3299">
                <a:extLst>
                  <a:ext uri="{FF2B5EF4-FFF2-40B4-BE49-F238E27FC236}">
                    <a16:creationId xmlns:a16="http://schemas.microsoft.com/office/drawing/2014/main" id="{63A356B5-5F9F-45D3-A22D-BDD53AF27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9"/>
                <a:ext cx="3" cy="2"/>
              </a:xfrm>
              <a:custGeom>
                <a:avLst/>
                <a:gdLst>
                  <a:gd name="T0" fmla="*/ 1 w 6"/>
                  <a:gd name="T1" fmla="*/ 3 h 6"/>
                  <a:gd name="T2" fmla="*/ 1 w 6"/>
                  <a:gd name="T3" fmla="*/ 1 h 6"/>
                  <a:gd name="T4" fmla="*/ 5 w 6"/>
                  <a:gd name="T5" fmla="*/ 1 h 6"/>
                  <a:gd name="T6" fmla="*/ 6 w 6"/>
                  <a:gd name="T7" fmla="*/ 4 h 6"/>
                  <a:gd name="T8" fmla="*/ 4 w 6"/>
                  <a:gd name="T9" fmla="*/ 6 h 6"/>
                  <a:gd name="T10" fmla="*/ 1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3" y="6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8" name="Freeform 3300">
                <a:extLst>
                  <a:ext uri="{FF2B5EF4-FFF2-40B4-BE49-F238E27FC236}">
                    <a16:creationId xmlns:a16="http://schemas.microsoft.com/office/drawing/2014/main" id="{45E8DDE9-37D7-4EBC-A065-A2F9DCE9C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61"/>
                <a:ext cx="3" cy="2"/>
              </a:xfrm>
              <a:custGeom>
                <a:avLst/>
                <a:gdLst>
                  <a:gd name="T0" fmla="*/ 1 w 7"/>
                  <a:gd name="T1" fmla="*/ 1 h 7"/>
                  <a:gd name="T2" fmla="*/ 4 w 7"/>
                  <a:gd name="T3" fmla="*/ 0 h 7"/>
                  <a:gd name="T4" fmla="*/ 4 w 7"/>
                  <a:gd name="T5" fmla="*/ 0 h 7"/>
                  <a:gd name="T6" fmla="*/ 6 w 7"/>
                  <a:gd name="T7" fmla="*/ 5 h 7"/>
                  <a:gd name="T8" fmla="*/ 1 w 7"/>
                  <a:gd name="T9" fmla="*/ 5 h 7"/>
                  <a:gd name="T10" fmla="*/ 1 w 7"/>
                  <a:gd name="T1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7" y="4"/>
                      <a:pt x="6" y="5"/>
                    </a:cubicBezTo>
                    <a:cubicBezTo>
                      <a:pt x="5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9" name="Freeform 3301">
                <a:extLst>
                  <a:ext uri="{FF2B5EF4-FFF2-40B4-BE49-F238E27FC236}">
                    <a16:creationId xmlns:a16="http://schemas.microsoft.com/office/drawing/2014/main" id="{EFC80D1B-6E37-4256-929B-7A9E86728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52"/>
                <a:ext cx="3" cy="4"/>
              </a:xfrm>
              <a:custGeom>
                <a:avLst/>
                <a:gdLst>
                  <a:gd name="T0" fmla="*/ 5 w 6"/>
                  <a:gd name="T1" fmla="*/ 5 h 12"/>
                  <a:gd name="T2" fmla="*/ 5 w 6"/>
                  <a:gd name="T3" fmla="*/ 3 h 12"/>
                  <a:gd name="T4" fmla="*/ 4 w 6"/>
                  <a:gd name="T5" fmla="*/ 0 h 12"/>
                  <a:gd name="T6" fmla="*/ 2 w 6"/>
                  <a:gd name="T7" fmla="*/ 0 h 12"/>
                  <a:gd name="T8" fmla="*/ 0 w 6"/>
                  <a:gd name="T9" fmla="*/ 2 h 12"/>
                  <a:gd name="T10" fmla="*/ 0 w 6"/>
                  <a:gd name="T11" fmla="*/ 5 h 12"/>
                  <a:gd name="T12" fmla="*/ 0 w 6"/>
                  <a:gd name="T13" fmla="*/ 9 h 12"/>
                  <a:gd name="T14" fmla="*/ 2 w 6"/>
                  <a:gd name="T15" fmla="*/ 11 h 12"/>
                  <a:gd name="T16" fmla="*/ 4 w 6"/>
                  <a:gd name="T17" fmla="*/ 12 h 12"/>
                  <a:gd name="T18" fmla="*/ 5 w 6"/>
                  <a:gd name="T19" fmla="*/ 10 h 12"/>
                  <a:gd name="T20" fmla="*/ 6 w 6"/>
                  <a:gd name="T21" fmla="*/ 7 h 12"/>
                  <a:gd name="T22" fmla="*/ 6 w 6"/>
                  <a:gd name="T23" fmla="*/ 6 h 12"/>
                  <a:gd name="T24" fmla="*/ 5 w 6"/>
                  <a:gd name="T2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2">
                    <a:moveTo>
                      <a:pt x="5" y="5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1"/>
                      <a:pt x="4" y="10"/>
                      <a:pt x="5" y="10"/>
                    </a:cubicBezTo>
                    <a:cubicBezTo>
                      <a:pt x="5" y="9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0" name="Freeform 3302">
                <a:extLst>
                  <a:ext uri="{FF2B5EF4-FFF2-40B4-BE49-F238E27FC236}">
                    <a16:creationId xmlns:a16="http://schemas.microsoft.com/office/drawing/2014/main" id="{225CBBFA-4232-45D2-8997-9BC3638EB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3"/>
                <a:ext cx="4" cy="5"/>
              </a:xfrm>
              <a:custGeom>
                <a:avLst/>
                <a:gdLst>
                  <a:gd name="T0" fmla="*/ 10 w 11"/>
                  <a:gd name="T1" fmla="*/ 9 h 11"/>
                  <a:gd name="T2" fmla="*/ 10 w 11"/>
                  <a:gd name="T3" fmla="*/ 7 h 11"/>
                  <a:gd name="T4" fmla="*/ 10 w 11"/>
                  <a:gd name="T5" fmla="*/ 5 h 11"/>
                  <a:gd name="T6" fmla="*/ 11 w 11"/>
                  <a:gd name="T7" fmla="*/ 3 h 11"/>
                  <a:gd name="T8" fmla="*/ 11 w 11"/>
                  <a:gd name="T9" fmla="*/ 2 h 11"/>
                  <a:gd name="T10" fmla="*/ 7 w 11"/>
                  <a:gd name="T11" fmla="*/ 3 h 11"/>
                  <a:gd name="T12" fmla="*/ 6 w 11"/>
                  <a:gd name="T13" fmla="*/ 6 h 11"/>
                  <a:gd name="T14" fmla="*/ 3 w 11"/>
                  <a:gd name="T15" fmla="*/ 7 h 11"/>
                  <a:gd name="T16" fmla="*/ 1 w 11"/>
                  <a:gd name="T17" fmla="*/ 9 h 11"/>
                  <a:gd name="T18" fmla="*/ 3 w 11"/>
                  <a:gd name="T19" fmla="*/ 11 h 11"/>
                  <a:gd name="T20" fmla="*/ 7 w 11"/>
                  <a:gd name="T21" fmla="*/ 10 h 11"/>
                  <a:gd name="T22" fmla="*/ 10 w 1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1">
                    <a:moveTo>
                      <a:pt x="10" y="9"/>
                    </a:moveTo>
                    <a:cubicBezTo>
                      <a:pt x="10" y="8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4"/>
                      <a:pt x="11" y="3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0" y="0"/>
                      <a:pt x="7" y="1"/>
                      <a:pt x="7" y="3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6" y="7"/>
                      <a:pt x="4" y="7"/>
                      <a:pt x="3" y="7"/>
                    </a:cubicBezTo>
                    <a:cubicBezTo>
                      <a:pt x="2" y="8"/>
                      <a:pt x="1" y="7"/>
                      <a:pt x="1" y="9"/>
                    </a:cubicBezTo>
                    <a:cubicBezTo>
                      <a:pt x="0" y="10"/>
                      <a:pt x="2" y="10"/>
                      <a:pt x="3" y="11"/>
                    </a:cubicBezTo>
                    <a:cubicBezTo>
                      <a:pt x="5" y="11"/>
                      <a:pt x="5" y="11"/>
                      <a:pt x="7" y="10"/>
                    </a:cubicBezTo>
                    <a:cubicBezTo>
                      <a:pt x="8" y="10"/>
                      <a:pt x="9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1" name="Freeform 3303">
                <a:extLst>
                  <a:ext uri="{FF2B5EF4-FFF2-40B4-BE49-F238E27FC236}">
                    <a16:creationId xmlns:a16="http://schemas.microsoft.com/office/drawing/2014/main" id="{6CCC04A2-1E7E-42CC-B57D-B79FBFA90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5"/>
                <a:ext cx="6" cy="4"/>
              </a:xfrm>
              <a:custGeom>
                <a:avLst/>
                <a:gdLst>
                  <a:gd name="T0" fmla="*/ 4 w 13"/>
                  <a:gd name="T1" fmla="*/ 10 h 10"/>
                  <a:gd name="T2" fmla="*/ 1 w 13"/>
                  <a:gd name="T3" fmla="*/ 9 h 10"/>
                  <a:gd name="T4" fmla="*/ 0 w 13"/>
                  <a:gd name="T5" fmla="*/ 7 h 10"/>
                  <a:gd name="T6" fmla="*/ 3 w 13"/>
                  <a:gd name="T7" fmla="*/ 6 h 10"/>
                  <a:gd name="T8" fmla="*/ 8 w 13"/>
                  <a:gd name="T9" fmla="*/ 2 h 10"/>
                  <a:gd name="T10" fmla="*/ 13 w 13"/>
                  <a:gd name="T11" fmla="*/ 2 h 10"/>
                  <a:gd name="T12" fmla="*/ 13 w 13"/>
                  <a:gd name="T13" fmla="*/ 5 h 10"/>
                  <a:gd name="T14" fmla="*/ 10 w 13"/>
                  <a:gd name="T15" fmla="*/ 8 h 10"/>
                  <a:gd name="T16" fmla="*/ 7 w 13"/>
                  <a:gd name="T17" fmla="*/ 10 h 10"/>
                  <a:gd name="T18" fmla="*/ 4 w 13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6"/>
                      <a:pt x="2" y="6"/>
                      <a:pt x="3" y="6"/>
                    </a:cubicBezTo>
                    <a:cubicBezTo>
                      <a:pt x="5" y="6"/>
                      <a:pt x="6" y="3"/>
                      <a:pt x="8" y="2"/>
                    </a:cubicBezTo>
                    <a:cubicBezTo>
                      <a:pt x="9" y="1"/>
                      <a:pt x="12" y="0"/>
                      <a:pt x="13" y="2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9" y="8"/>
                      <a:pt x="8" y="9"/>
                      <a:pt x="7" y="10"/>
                    </a:cubicBezTo>
                    <a:cubicBezTo>
                      <a:pt x="6" y="10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2" name="Freeform 3305">
                <a:extLst>
                  <a:ext uri="{FF2B5EF4-FFF2-40B4-BE49-F238E27FC236}">
                    <a16:creationId xmlns:a16="http://schemas.microsoft.com/office/drawing/2014/main" id="{81B37B53-F439-4F6B-BAFD-C15553225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45"/>
                <a:ext cx="5" cy="5"/>
              </a:xfrm>
              <a:custGeom>
                <a:avLst/>
                <a:gdLst>
                  <a:gd name="T0" fmla="*/ 0 w 12"/>
                  <a:gd name="T1" fmla="*/ 3 h 11"/>
                  <a:gd name="T2" fmla="*/ 1 w 12"/>
                  <a:gd name="T3" fmla="*/ 1 h 11"/>
                  <a:gd name="T4" fmla="*/ 2 w 12"/>
                  <a:gd name="T5" fmla="*/ 1 h 11"/>
                  <a:gd name="T6" fmla="*/ 4 w 12"/>
                  <a:gd name="T7" fmla="*/ 0 h 11"/>
                  <a:gd name="T8" fmla="*/ 7 w 12"/>
                  <a:gd name="T9" fmla="*/ 0 h 11"/>
                  <a:gd name="T10" fmla="*/ 11 w 12"/>
                  <a:gd name="T11" fmla="*/ 0 h 11"/>
                  <a:gd name="T12" fmla="*/ 12 w 12"/>
                  <a:gd name="T13" fmla="*/ 4 h 11"/>
                  <a:gd name="T14" fmla="*/ 12 w 12"/>
                  <a:gd name="T15" fmla="*/ 5 h 11"/>
                  <a:gd name="T16" fmla="*/ 11 w 12"/>
                  <a:gd name="T17" fmla="*/ 6 h 11"/>
                  <a:gd name="T18" fmla="*/ 11 w 12"/>
                  <a:gd name="T19" fmla="*/ 8 h 11"/>
                  <a:gd name="T20" fmla="*/ 8 w 12"/>
                  <a:gd name="T21" fmla="*/ 10 h 11"/>
                  <a:gd name="T22" fmla="*/ 6 w 12"/>
                  <a:gd name="T23" fmla="*/ 10 h 11"/>
                  <a:gd name="T24" fmla="*/ 1 w 12"/>
                  <a:gd name="T25" fmla="*/ 9 h 11"/>
                  <a:gd name="T26" fmla="*/ 1 w 12"/>
                  <a:gd name="T27" fmla="*/ 5 h 11"/>
                  <a:gd name="T28" fmla="*/ 0 w 12"/>
                  <a:gd name="T2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1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10" y="0"/>
                      <a:pt x="11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7" y="10"/>
                      <a:pt x="7" y="10"/>
                      <a:pt x="6" y="10"/>
                    </a:cubicBezTo>
                    <a:cubicBezTo>
                      <a:pt x="4" y="11"/>
                      <a:pt x="2" y="10"/>
                      <a:pt x="1" y="9"/>
                    </a:cubicBezTo>
                    <a:cubicBezTo>
                      <a:pt x="1" y="8"/>
                      <a:pt x="2" y="5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3" name="Freeform 3306">
                <a:extLst>
                  <a:ext uri="{FF2B5EF4-FFF2-40B4-BE49-F238E27FC236}">
                    <a16:creationId xmlns:a16="http://schemas.microsoft.com/office/drawing/2014/main" id="{AE47A90E-05AF-4D88-9431-7A97383DC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35"/>
                <a:ext cx="6" cy="3"/>
              </a:xfrm>
              <a:custGeom>
                <a:avLst/>
                <a:gdLst>
                  <a:gd name="T0" fmla="*/ 1 w 15"/>
                  <a:gd name="T1" fmla="*/ 7 h 8"/>
                  <a:gd name="T2" fmla="*/ 0 w 15"/>
                  <a:gd name="T3" fmla="*/ 6 h 8"/>
                  <a:gd name="T4" fmla="*/ 1 w 15"/>
                  <a:gd name="T5" fmla="*/ 4 h 8"/>
                  <a:gd name="T6" fmla="*/ 3 w 15"/>
                  <a:gd name="T7" fmla="*/ 2 h 8"/>
                  <a:gd name="T8" fmla="*/ 6 w 15"/>
                  <a:gd name="T9" fmla="*/ 1 h 8"/>
                  <a:gd name="T10" fmla="*/ 13 w 15"/>
                  <a:gd name="T11" fmla="*/ 1 h 8"/>
                  <a:gd name="T12" fmla="*/ 13 w 15"/>
                  <a:gd name="T13" fmla="*/ 6 h 8"/>
                  <a:gd name="T14" fmla="*/ 10 w 15"/>
                  <a:gd name="T15" fmla="*/ 7 h 8"/>
                  <a:gd name="T16" fmla="*/ 6 w 15"/>
                  <a:gd name="T17" fmla="*/ 7 h 8"/>
                  <a:gd name="T18" fmla="*/ 1 w 15"/>
                  <a:gd name="T1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8">
                    <a:moveTo>
                      <a:pt x="1" y="7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3"/>
                      <a:pt x="3" y="4"/>
                      <a:pt x="3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4" y="2"/>
                      <a:pt x="15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4" y="8"/>
                      <a:pt x="3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4" name="Freeform 3307">
                <a:extLst>
                  <a:ext uri="{FF2B5EF4-FFF2-40B4-BE49-F238E27FC236}">
                    <a16:creationId xmlns:a16="http://schemas.microsoft.com/office/drawing/2014/main" id="{B00F03F7-46DE-4C6B-B50B-C2325CADE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29"/>
                <a:ext cx="4" cy="3"/>
              </a:xfrm>
              <a:custGeom>
                <a:avLst/>
                <a:gdLst>
                  <a:gd name="T0" fmla="*/ 0 w 9"/>
                  <a:gd name="T1" fmla="*/ 3 h 9"/>
                  <a:gd name="T2" fmla="*/ 3 w 9"/>
                  <a:gd name="T3" fmla="*/ 1 h 9"/>
                  <a:gd name="T4" fmla="*/ 6 w 9"/>
                  <a:gd name="T5" fmla="*/ 0 h 9"/>
                  <a:gd name="T6" fmla="*/ 8 w 9"/>
                  <a:gd name="T7" fmla="*/ 3 h 9"/>
                  <a:gd name="T8" fmla="*/ 8 w 9"/>
                  <a:gd name="T9" fmla="*/ 8 h 9"/>
                  <a:gd name="T10" fmla="*/ 2 w 9"/>
                  <a:gd name="T11" fmla="*/ 8 h 9"/>
                  <a:gd name="T12" fmla="*/ 1 w 9"/>
                  <a:gd name="T13" fmla="*/ 6 h 9"/>
                  <a:gd name="T14" fmla="*/ 0 w 9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9" y="4"/>
                      <a:pt x="9" y="7"/>
                      <a:pt x="8" y="8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5" name="Freeform 3308">
                <a:extLst>
                  <a:ext uri="{FF2B5EF4-FFF2-40B4-BE49-F238E27FC236}">
                    <a16:creationId xmlns:a16="http://schemas.microsoft.com/office/drawing/2014/main" id="{BC9BA191-A8A9-4BD4-B1EB-055D17C6B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634"/>
                <a:ext cx="4" cy="4"/>
              </a:xfrm>
              <a:custGeom>
                <a:avLst/>
                <a:gdLst>
                  <a:gd name="T0" fmla="*/ 1 w 9"/>
                  <a:gd name="T1" fmla="*/ 7 h 10"/>
                  <a:gd name="T2" fmla="*/ 3 w 9"/>
                  <a:gd name="T3" fmla="*/ 4 h 10"/>
                  <a:gd name="T4" fmla="*/ 3 w 9"/>
                  <a:gd name="T5" fmla="*/ 2 h 10"/>
                  <a:gd name="T6" fmla="*/ 7 w 9"/>
                  <a:gd name="T7" fmla="*/ 0 h 10"/>
                  <a:gd name="T8" fmla="*/ 8 w 9"/>
                  <a:gd name="T9" fmla="*/ 2 h 10"/>
                  <a:gd name="T10" fmla="*/ 5 w 9"/>
                  <a:gd name="T11" fmla="*/ 7 h 10"/>
                  <a:gd name="T12" fmla="*/ 4 w 9"/>
                  <a:gd name="T13" fmla="*/ 9 h 10"/>
                  <a:gd name="T14" fmla="*/ 2 w 9"/>
                  <a:gd name="T15" fmla="*/ 9 h 10"/>
                  <a:gd name="T16" fmla="*/ 1 w 9"/>
                  <a:gd name="T1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1" y="6"/>
                      <a:pt x="2" y="5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9" y="4"/>
                      <a:pt x="6" y="5"/>
                      <a:pt x="5" y="7"/>
                    </a:cubicBezTo>
                    <a:cubicBezTo>
                      <a:pt x="5" y="8"/>
                      <a:pt x="5" y="8"/>
                      <a:pt x="4" y="9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9"/>
                      <a:pt x="0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6" name="Freeform 3309">
                <a:extLst>
                  <a:ext uri="{FF2B5EF4-FFF2-40B4-BE49-F238E27FC236}">
                    <a16:creationId xmlns:a16="http://schemas.microsoft.com/office/drawing/2014/main" id="{44E1A705-17C5-4820-8E56-F70D5C101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626"/>
                <a:ext cx="4" cy="3"/>
              </a:xfrm>
              <a:custGeom>
                <a:avLst/>
                <a:gdLst>
                  <a:gd name="T0" fmla="*/ 3 w 9"/>
                  <a:gd name="T1" fmla="*/ 1 h 7"/>
                  <a:gd name="T2" fmla="*/ 7 w 9"/>
                  <a:gd name="T3" fmla="*/ 1 h 7"/>
                  <a:gd name="T4" fmla="*/ 6 w 9"/>
                  <a:gd name="T5" fmla="*/ 6 h 7"/>
                  <a:gd name="T6" fmla="*/ 1 w 9"/>
                  <a:gd name="T7" fmla="*/ 4 h 7"/>
                  <a:gd name="T8" fmla="*/ 3 w 9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4" y="0"/>
                      <a:pt x="6" y="0"/>
                      <a:pt x="7" y="1"/>
                    </a:cubicBezTo>
                    <a:cubicBezTo>
                      <a:pt x="9" y="2"/>
                      <a:pt x="7" y="5"/>
                      <a:pt x="6" y="6"/>
                    </a:cubicBezTo>
                    <a:cubicBezTo>
                      <a:pt x="4" y="7"/>
                      <a:pt x="1" y="7"/>
                      <a:pt x="1" y="4"/>
                    </a:cubicBezTo>
                    <a:cubicBezTo>
                      <a:pt x="0" y="3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7" name="Freeform 3311">
                <a:extLst>
                  <a:ext uri="{FF2B5EF4-FFF2-40B4-BE49-F238E27FC236}">
                    <a16:creationId xmlns:a16="http://schemas.microsoft.com/office/drawing/2014/main" id="{47C16187-6A1F-43CB-AC87-31DDD7D4C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19"/>
                <a:ext cx="5" cy="4"/>
              </a:xfrm>
              <a:custGeom>
                <a:avLst/>
                <a:gdLst>
                  <a:gd name="T0" fmla="*/ 4 w 12"/>
                  <a:gd name="T1" fmla="*/ 8 h 9"/>
                  <a:gd name="T2" fmla="*/ 4 w 12"/>
                  <a:gd name="T3" fmla="*/ 8 h 9"/>
                  <a:gd name="T4" fmla="*/ 3 w 12"/>
                  <a:gd name="T5" fmla="*/ 8 h 9"/>
                  <a:gd name="T6" fmla="*/ 0 w 12"/>
                  <a:gd name="T7" fmla="*/ 7 h 9"/>
                  <a:gd name="T8" fmla="*/ 0 w 12"/>
                  <a:gd name="T9" fmla="*/ 5 h 9"/>
                  <a:gd name="T10" fmla="*/ 4 w 12"/>
                  <a:gd name="T11" fmla="*/ 4 h 9"/>
                  <a:gd name="T12" fmla="*/ 5 w 12"/>
                  <a:gd name="T13" fmla="*/ 2 h 9"/>
                  <a:gd name="T14" fmla="*/ 7 w 12"/>
                  <a:gd name="T15" fmla="*/ 1 h 9"/>
                  <a:gd name="T16" fmla="*/ 11 w 12"/>
                  <a:gd name="T17" fmla="*/ 3 h 9"/>
                  <a:gd name="T18" fmla="*/ 10 w 12"/>
                  <a:gd name="T19" fmla="*/ 8 h 9"/>
                  <a:gd name="T20" fmla="*/ 7 w 12"/>
                  <a:gd name="T21" fmla="*/ 9 h 9"/>
                  <a:gd name="T22" fmla="*/ 4 w 12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2" y="8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4"/>
                      <a:pt x="3" y="5"/>
                      <a:pt x="4" y="4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9" y="0"/>
                      <a:pt x="11" y="2"/>
                      <a:pt x="11" y="3"/>
                    </a:cubicBezTo>
                    <a:cubicBezTo>
                      <a:pt x="11" y="5"/>
                      <a:pt x="12" y="7"/>
                      <a:pt x="10" y="8"/>
                    </a:cubicBezTo>
                    <a:cubicBezTo>
                      <a:pt x="9" y="8"/>
                      <a:pt x="8" y="9"/>
                      <a:pt x="7" y="9"/>
                    </a:cubicBezTo>
                    <a:cubicBezTo>
                      <a:pt x="6" y="9"/>
                      <a:pt x="5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8" name="Freeform 3312">
                <a:extLst>
                  <a:ext uri="{FF2B5EF4-FFF2-40B4-BE49-F238E27FC236}">
                    <a16:creationId xmlns:a16="http://schemas.microsoft.com/office/drawing/2014/main" id="{DD486350-14E9-4C54-AA09-FA6C85539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86"/>
                <a:ext cx="5" cy="8"/>
              </a:xfrm>
              <a:custGeom>
                <a:avLst/>
                <a:gdLst>
                  <a:gd name="T0" fmla="*/ 12 w 13"/>
                  <a:gd name="T1" fmla="*/ 13 h 18"/>
                  <a:gd name="T2" fmla="*/ 11 w 13"/>
                  <a:gd name="T3" fmla="*/ 12 h 18"/>
                  <a:gd name="T4" fmla="*/ 10 w 13"/>
                  <a:gd name="T5" fmla="*/ 11 h 18"/>
                  <a:gd name="T6" fmla="*/ 9 w 13"/>
                  <a:gd name="T7" fmla="*/ 10 h 18"/>
                  <a:gd name="T8" fmla="*/ 9 w 13"/>
                  <a:gd name="T9" fmla="*/ 9 h 18"/>
                  <a:gd name="T10" fmla="*/ 9 w 13"/>
                  <a:gd name="T11" fmla="*/ 6 h 18"/>
                  <a:gd name="T12" fmla="*/ 9 w 13"/>
                  <a:gd name="T13" fmla="*/ 1 h 18"/>
                  <a:gd name="T14" fmla="*/ 7 w 13"/>
                  <a:gd name="T15" fmla="*/ 0 h 18"/>
                  <a:gd name="T16" fmla="*/ 3 w 13"/>
                  <a:gd name="T17" fmla="*/ 2 h 18"/>
                  <a:gd name="T18" fmla="*/ 3 w 13"/>
                  <a:gd name="T19" fmla="*/ 4 h 18"/>
                  <a:gd name="T20" fmla="*/ 2 w 13"/>
                  <a:gd name="T21" fmla="*/ 6 h 18"/>
                  <a:gd name="T22" fmla="*/ 2 w 13"/>
                  <a:gd name="T23" fmla="*/ 10 h 18"/>
                  <a:gd name="T24" fmla="*/ 7 w 13"/>
                  <a:gd name="T25" fmla="*/ 13 h 18"/>
                  <a:gd name="T26" fmla="*/ 8 w 13"/>
                  <a:gd name="T27" fmla="*/ 15 h 18"/>
                  <a:gd name="T28" fmla="*/ 9 w 13"/>
                  <a:gd name="T29" fmla="*/ 17 h 18"/>
                  <a:gd name="T30" fmla="*/ 12 w 13"/>
                  <a:gd name="T31" fmla="*/ 18 h 18"/>
                  <a:gd name="T32" fmla="*/ 12 w 13"/>
                  <a:gd name="T33" fmla="*/ 15 h 18"/>
                  <a:gd name="T34" fmla="*/ 12 w 13"/>
                  <a:gd name="T3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8">
                    <a:moveTo>
                      <a:pt x="12" y="13"/>
                    </a:moveTo>
                    <a:cubicBezTo>
                      <a:pt x="11" y="13"/>
                      <a:pt x="11" y="12"/>
                      <a:pt x="11" y="12"/>
                    </a:cubicBezTo>
                    <a:cubicBezTo>
                      <a:pt x="11" y="12"/>
                      <a:pt x="11" y="11"/>
                      <a:pt x="10" y="11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4"/>
                      <a:pt x="9" y="3"/>
                      <a:pt x="9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1" y="7"/>
                      <a:pt x="0" y="9"/>
                      <a:pt x="2" y="10"/>
                    </a:cubicBezTo>
                    <a:cubicBezTo>
                      <a:pt x="3" y="11"/>
                      <a:pt x="5" y="12"/>
                      <a:pt x="7" y="13"/>
                    </a:cubicBezTo>
                    <a:cubicBezTo>
                      <a:pt x="7" y="13"/>
                      <a:pt x="8" y="14"/>
                      <a:pt x="8" y="15"/>
                    </a:cubicBezTo>
                    <a:cubicBezTo>
                      <a:pt x="8" y="16"/>
                      <a:pt x="8" y="16"/>
                      <a:pt x="9" y="17"/>
                    </a:cubicBezTo>
                    <a:cubicBezTo>
                      <a:pt x="9" y="18"/>
                      <a:pt x="11" y="18"/>
                      <a:pt x="12" y="18"/>
                    </a:cubicBezTo>
                    <a:cubicBezTo>
                      <a:pt x="13" y="17"/>
                      <a:pt x="12" y="16"/>
                      <a:pt x="12" y="15"/>
                    </a:cubicBezTo>
                    <a:cubicBezTo>
                      <a:pt x="12" y="14"/>
                      <a:pt x="12" y="14"/>
                      <a:pt x="1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9" name="Freeform 3313">
                <a:extLst>
                  <a:ext uri="{FF2B5EF4-FFF2-40B4-BE49-F238E27FC236}">
                    <a16:creationId xmlns:a16="http://schemas.microsoft.com/office/drawing/2014/main" id="{66C89C01-D811-4D52-BF4D-2927FF1C0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600"/>
                <a:ext cx="10" cy="6"/>
              </a:xfrm>
              <a:custGeom>
                <a:avLst/>
                <a:gdLst>
                  <a:gd name="T0" fmla="*/ 7 w 24"/>
                  <a:gd name="T1" fmla="*/ 14 h 15"/>
                  <a:gd name="T2" fmla="*/ 6 w 24"/>
                  <a:gd name="T3" fmla="*/ 14 h 15"/>
                  <a:gd name="T4" fmla="*/ 2 w 24"/>
                  <a:gd name="T5" fmla="*/ 15 h 15"/>
                  <a:gd name="T6" fmla="*/ 0 w 24"/>
                  <a:gd name="T7" fmla="*/ 10 h 15"/>
                  <a:gd name="T8" fmla="*/ 3 w 24"/>
                  <a:gd name="T9" fmla="*/ 5 h 15"/>
                  <a:gd name="T10" fmla="*/ 7 w 24"/>
                  <a:gd name="T11" fmla="*/ 5 h 15"/>
                  <a:gd name="T12" fmla="*/ 12 w 24"/>
                  <a:gd name="T13" fmla="*/ 5 h 15"/>
                  <a:gd name="T14" fmla="*/ 14 w 24"/>
                  <a:gd name="T15" fmla="*/ 4 h 15"/>
                  <a:gd name="T16" fmla="*/ 16 w 24"/>
                  <a:gd name="T17" fmla="*/ 2 h 15"/>
                  <a:gd name="T18" fmla="*/ 20 w 24"/>
                  <a:gd name="T19" fmla="*/ 0 h 15"/>
                  <a:gd name="T20" fmla="*/ 24 w 24"/>
                  <a:gd name="T21" fmla="*/ 1 h 15"/>
                  <a:gd name="T22" fmla="*/ 23 w 24"/>
                  <a:gd name="T23" fmla="*/ 4 h 15"/>
                  <a:gd name="T24" fmla="*/ 21 w 24"/>
                  <a:gd name="T25" fmla="*/ 6 h 15"/>
                  <a:gd name="T26" fmla="*/ 20 w 24"/>
                  <a:gd name="T27" fmla="*/ 8 h 15"/>
                  <a:gd name="T28" fmla="*/ 19 w 24"/>
                  <a:gd name="T29" fmla="*/ 12 h 15"/>
                  <a:gd name="T30" fmla="*/ 13 w 24"/>
                  <a:gd name="T31" fmla="*/ 14 h 15"/>
                  <a:gd name="T32" fmla="*/ 7 w 24"/>
                  <a:gd name="T3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7" y="14"/>
                    </a:move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4" y="15"/>
                      <a:pt x="2" y="15"/>
                    </a:cubicBezTo>
                    <a:cubicBezTo>
                      <a:pt x="0" y="14"/>
                      <a:pt x="0" y="12"/>
                      <a:pt x="0" y="10"/>
                    </a:cubicBezTo>
                    <a:cubicBezTo>
                      <a:pt x="1" y="8"/>
                      <a:pt x="1" y="6"/>
                      <a:pt x="3" y="5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9" y="5"/>
                      <a:pt x="10" y="5"/>
                      <a:pt x="12" y="5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3"/>
                      <a:pt x="16" y="2"/>
                    </a:cubicBezTo>
                    <a:cubicBezTo>
                      <a:pt x="17" y="1"/>
                      <a:pt x="19" y="1"/>
                      <a:pt x="20" y="0"/>
                    </a:cubicBezTo>
                    <a:cubicBezTo>
                      <a:pt x="22" y="0"/>
                      <a:pt x="24" y="0"/>
                      <a:pt x="24" y="1"/>
                    </a:cubicBezTo>
                    <a:cubicBezTo>
                      <a:pt x="24" y="2"/>
                      <a:pt x="24" y="3"/>
                      <a:pt x="23" y="4"/>
                    </a:cubicBezTo>
                    <a:cubicBezTo>
                      <a:pt x="23" y="5"/>
                      <a:pt x="22" y="5"/>
                      <a:pt x="21" y="6"/>
                    </a:cubicBezTo>
                    <a:cubicBezTo>
                      <a:pt x="21" y="6"/>
                      <a:pt x="20" y="7"/>
                      <a:pt x="20" y="8"/>
                    </a:cubicBezTo>
                    <a:cubicBezTo>
                      <a:pt x="20" y="9"/>
                      <a:pt x="20" y="10"/>
                      <a:pt x="19" y="12"/>
                    </a:cubicBezTo>
                    <a:cubicBezTo>
                      <a:pt x="18" y="14"/>
                      <a:pt x="15" y="14"/>
                      <a:pt x="13" y="14"/>
                    </a:cubicBezTo>
                    <a:cubicBezTo>
                      <a:pt x="11" y="14"/>
                      <a:pt x="9" y="14"/>
                      <a:pt x="7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0" name="Freeform 3314">
                <a:extLst>
                  <a:ext uri="{FF2B5EF4-FFF2-40B4-BE49-F238E27FC236}">
                    <a16:creationId xmlns:a16="http://schemas.microsoft.com/office/drawing/2014/main" id="{E83603F6-DED0-46C7-81D2-DBDE28245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632"/>
                <a:ext cx="5" cy="3"/>
              </a:xfrm>
              <a:custGeom>
                <a:avLst/>
                <a:gdLst>
                  <a:gd name="T0" fmla="*/ 0 w 11"/>
                  <a:gd name="T1" fmla="*/ 3 h 6"/>
                  <a:gd name="T2" fmla="*/ 1 w 11"/>
                  <a:gd name="T3" fmla="*/ 0 h 6"/>
                  <a:gd name="T4" fmla="*/ 4 w 11"/>
                  <a:gd name="T5" fmla="*/ 1 h 6"/>
                  <a:gd name="T6" fmla="*/ 8 w 11"/>
                  <a:gd name="T7" fmla="*/ 1 h 6"/>
                  <a:gd name="T8" fmla="*/ 10 w 11"/>
                  <a:gd name="T9" fmla="*/ 2 h 6"/>
                  <a:gd name="T10" fmla="*/ 9 w 11"/>
                  <a:gd name="T11" fmla="*/ 6 h 6"/>
                  <a:gd name="T12" fmla="*/ 3 w 11"/>
                  <a:gd name="T13" fmla="*/ 6 h 6"/>
                  <a:gd name="T14" fmla="*/ 0 w 11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1"/>
                      <a:pt x="6" y="1"/>
                      <a:pt x="8" y="1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3"/>
                      <a:pt x="11" y="5"/>
                      <a:pt x="9" y="6"/>
                    </a:cubicBezTo>
                    <a:cubicBezTo>
                      <a:pt x="7" y="6"/>
                      <a:pt x="5" y="6"/>
                      <a:pt x="3" y="6"/>
                    </a:cubicBezTo>
                    <a:cubicBezTo>
                      <a:pt x="2" y="6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1" name="Freeform 3315">
                <a:extLst>
                  <a:ext uri="{FF2B5EF4-FFF2-40B4-BE49-F238E27FC236}">
                    <a16:creationId xmlns:a16="http://schemas.microsoft.com/office/drawing/2014/main" id="{30E320A2-DD3C-468D-99B0-4C1707E6D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476"/>
                <a:ext cx="4" cy="6"/>
              </a:xfrm>
              <a:custGeom>
                <a:avLst/>
                <a:gdLst>
                  <a:gd name="T0" fmla="*/ 7 w 8"/>
                  <a:gd name="T1" fmla="*/ 12 h 15"/>
                  <a:gd name="T2" fmla="*/ 3 w 8"/>
                  <a:gd name="T3" fmla="*/ 15 h 15"/>
                  <a:gd name="T4" fmla="*/ 1 w 8"/>
                  <a:gd name="T5" fmla="*/ 9 h 15"/>
                  <a:gd name="T6" fmla="*/ 3 w 8"/>
                  <a:gd name="T7" fmla="*/ 3 h 15"/>
                  <a:gd name="T8" fmla="*/ 7 w 8"/>
                  <a:gd name="T9" fmla="*/ 1 h 15"/>
                  <a:gd name="T10" fmla="*/ 8 w 8"/>
                  <a:gd name="T11" fmla="*/ 6 h 15"/>
                  <a:gd name="T12" fmla="*/ 8 w 8"/>
                  <a:gd name="T13" fmla="*/ 8 h 15"/>
                  <a:gd name="T14" fmla="*/ 8 w 8"/>
                  <a:gd name="T15" fmla="*/ 9 h 15"/>
                  <a:gd name="T16" fmla="*/ 7 w 8"/>
                  <a:gd name="T1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7" y="12"/>
                    </a:moveTo>
                    <a:cubicBezTo>
                      <a:pt x="6" y="13"/>
                      <a:pt x="5" y="14"/>
                      <a:pt x="3" y="15"/>
                    </a:cubicBezTo>
                    <a:cubicBezTo>
                      <a:pt x="0" y="15"/>
                      <a:pt x="1" y="11"/>
                      <a:pt x="1" y="9"/>
                    </a:cubicBezTo>
                    <a:cubicBezTo>
                      <a:pt x="1" y="7"/>
                      <a:pt x="2" y="5"/>
                      <a:pt x="3" y="3"/>
                    </a:cubicBezTo>
                    <a:cubicBezTo>
                      <a:pt x="3" y="2"/>
                      <a:pt x="5" y="0"/>
                      <a:pt x="7" y="1"/>
                    </a:cubicBezTo>
                    <a:cubicBezTo>
                      <a:pt x="7" y="2"/>
                      <a:pt x="7" y="5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9"/>
                      <a:pt x="8" y="9"/>
                    </a:cubicBezTo>
                    <a:cubicBezTo>
                      <a:pt x="8" y="10"/>
                      <a:pt x="7" y="11"/>
                      <a:pt x="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2" name="Freeform 3317">
                <a:extLst>
                  <a:ext uri="{FF2B5EF4-FFF2-40B4-BE49-F238E27FC236}">
                    <a16:creationId xmlns:a16="http://schemas.microsoft.com/office/drawing/2014/main" id="{15481BDE-E1BC-4CA7-B4F6-C35062E54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437"/>
                <a:ext cx="11" cy="10"/>
              </a:xfrm>
              <a:custGeom>
                <a:avLst/>
                <a:gdLst>
                  <a:gd name="T0" fmla="*/ 4 w 29"/>
                  <a:gd name="T1" fmla="*/ 16 h 26"/>
                  <a:gd name="T2" fmla="*/ 1 w 29"/>
                  <a:gd name="T3" fmla="*/ 10 h 26"/>
                  <a:gd name="T4" fmla="*/ 2 w 29"/>
                  <a:gd name="T5" fmla="*/ 3 h 26"/>
                  <a:gd name="T6" fmla="*/ 6 w 29"/>
                  <a:gd name="T7" fmla="*/ 1 h 26"/>
                  <a:gd name="T8" fmla="*/ 13 w 29"/>
                  <a:gd name="T9" fmla="*/ 5 h 26"/>
                  <a:gd name="T10" fmla="*/ 20 w 29"/>
                  <a:gd name="T11" fmla="*/ 9 h 26"/>
                  <a:gd name="T12" fmla="*/ 28 w 29"/>
                  <a:gd name="T13" fmla="*/ 14 h 26"/>
                  <a:gd name="T14" fmla="*/ 27 w 29"/>
                  <a:gd name="T15" fmla="*/ 21 h 26"/>
                  <a:gd name="T16" fmla="*/ 22 w 29"/>
                  <a:gd name="T17" fmla="*/ 26 h 26"/>
                  <a:gd name="T18" fmla="*/ 12 w 29"/>
                  <a:gd name="T19" fmla="*/ 23 h 26"/>
                  <a:gd name="T20" fmla="*/ 4 w 29"/>
                  <a:gd name="T21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26">
                    <a:moveTo>
                      <a:pt x="4" y="16"/>
                    </a:moveTo>
                    <a:cubicBezTo>
                      <a:pt x="3" y="14"/>
                      <a:pt x="1" y="12"/>
                      <a:pt x="1" y="10"/>
                    </a:cubicBezTo>
                    <a:cubicBezTo>
                      <a:pt x="0" y="8"/>
                      <a:pt x="1" y="5"/>
                      <a:pt x="2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9" y="1"/>
                      <a:pt x="11" y="4"/>
                      <a:pt x="13" y="5"/>
                    </a:cubicBezTo>
                    <a:cubicBezTo>
                      <a:pt x="15" y="7"/>
                      <a:pt x="18" y="8"/>
                      <a:pt x="20" y="9"/>
                    </a:cubicBezTo>
                    <a:cubicBezTo>
                      <a:pt x="23" y="10"/>
                      <a:pt x="26" y="11"/>
                      <a:pt x="28" y="14"/>
                    </a:cubicBezTo>
                    <a:cubicBezTo>
                      <a:pt x="29" y="16"/>
                      <a:pt x="27" y="19"/>
                      <a:pt x="27" y="21"/>
                    </a:cubicBezTo>
                    <a:cubicBezTo>
                      <a:pt x="26" y="23"/>
                      <a:pt x="25" y="26"/>
                      <a:pt x="22" y="26"/>
                    </a:cubicBezTo>
                    <a:cubicBezTo>
                      <a:pt x="18" y="25"/>
                      <a:pt x="15" y="24"/>
                      <a:pt x="12" y="23"/>
                    </a:cubicBezTo>
                    <a:cubicBezTo>
                      <a:pt x="10" y="21"/>
                      <a:pt x="5" y="19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3" name="Freeform 3319">
                <a:extLst>
                  <a:ext uri="{FF2B5EF4-FFF2-40B4-BE49-F238E27FC236}">
                    <a16:creationId xmlns:a16="http://schemas.microsoft.com/office/drawing/2014/main" id="{25B85C63-1919-4532-B3E5-5DB6B90A7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745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4" name="Freeform 3320">
                <a:extLst>
                  <a:ext uri="{FF2B5EF4-FFF2-40B4-BE49-F238E27FC236}">
                    <a16:creationId xmlns:a16="http://schemas.microsoft.com/office/drawing/2014/main" id="{0202FEE5-2DF7-408D-904E-CF48C199A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482"/>
                <a:ext cx="5" cy="6"/>
              </a:xfrm>
              <a:custGeom>
                <a:avLst/>
                <a:gdLst>
                  <a:gd name="T0" fmla="*/ 5 w 14"/>
                  <a:gd name="T1" fmla="*/ 11 h 13"/>
                  <a:gd name="T2" fmla="*/ 7 w 14"/>
                  <a:gd name="T3" fmla="*/ 9 h 13"/>
                  <a:gd name="T4" fmla="*/ 9 w 14"/>
                  <a:gd name="T5" fmla="*/ 9 h 13"/>
                  <a:gd name="T6" fmla="*/ 11 w 14"/>
                  <a:gd name="T7" fmla="*/ 7 h 13"/>
                  <a:gd name="T8" fmla="*/ 11 w 14"/>
                  <a:gd name="T9" fmla="*/ 7 h 13"/>
                  <a:gd name="T10" fmla="*/ 13 w 14"/>
                  <a:gd name="T11" fmla="*/ 3 h 13"/>
                  <a:gd name="T12" fmla="*/ 14 w 14"/>
                  <a:gd name="T13" fmla="*/ 1 h 13"/>
                  <a:gd name="T14" fmla="*/ 12 w 14"/>
                  <a:gd name="T15" fmla="*/ 0 h 13"/>
                  <a:gd name="T16" fmla="*/ 9 w 14"/>
                  <a:gd name="T17" fmla="*/ 1 h 13"/>
                  <a:gd name="T18" fmla="*/ 7 w 14"/>
                  <a:gd name="T19" fmla="*/ 4 h 13"/>
                  <a:gd name="T20" fmla="*/ 7 w 14"/>
                  <a:gd name="T21" fmla="*/ 4 h 13"/>
                  <a:gd name="T22" fmla="*/ 5 w 14"/>
                  <a:gd name="T23" fmla="*/ 5 h 13"/>
                  <a:gd name="T24" fmla="*/ 3 w 14"/>
                  <a:gd name="T25" fmla="*/ 7 h 13"/>
                  <a:gd name="T26" fmla="*/ 2 w 14"/>
                  <a:gd name="T27" fmla="*/ 9 h 13"/>
                  <a:gd name="T28" fmla="*/ 1 w 14"/>
                  <a:gd name="T29" fmla="*/ 10 h 13"/>
                  <a:gd name="T30" fmla="*/ 1 w 14"/>
                  <a:gd name="T31" fmla="*/ 13 h 13"/>
                  <a:gd name="T32" fmla="*/ 2 w 14"/>
                  <a:gd name="T33" fmla="*/ 13 h 13"/>
                  <a:gd name="T34" fmla="*/ 3 w 14"/>
                  <a:gd name="T35" fmla="*/ 13 h 13"/>
                  <a:gd name="T36" fmla="*/ 5 w 14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3">
                    <a:moveTo>
                      <a:pt x="5" y="11"/>
                    </a:moveTo>
                    <a:cubicBezTo>
                      <a:pt x="5" y="10"/>
                      <a:pt x="6" y="10"/>
                      <a:pt x="7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10" y="8"/>
                      <a:pt x="10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3" y="3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  <a:cubicBezTo>
                      <a:pt x="9" y="2"/>
                      <a:pt x="8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5" y="5"/>
                      <a:pt x="5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3" y="7"/>
                      <a:pt x="3" y="8"/>
                      <a:pt x="2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11"/>
                      <a:pt x="0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1"/>
                      <a:pt x="5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5" name="Freeform 3321">
                <a:extLst>
                  <a:ext uri="{FF2B5EF4-FFF2-40B4-BE49-F238E27FC236}">
                    <a16:creationId xmlns:a16="http://schemas.microsoft.com/office/drawing/2014/main" id="{B90DBC75-ACCF-491A-A471-89F616EE8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89"/>
                <a:ext cx="5" cy="4"/>
              </a:xfrm>
              <a:custGeom>
                <a:avLst/>
                <a:gdLst>
                  <a:gd name="T0" fmla="*/ 7 w 13"/>
                  <a:gd name="T1" fmla="*/ 7 h 10"/>
                  <a:gd name="T2" fmla="*/ 4 w 13"/>
                  <a:gd name="T3" fmla="*/ 8 h 10"/>
                  <a:gd name="T4" fmla="*/ 3 w 13"/>
                  <a:gd name="T5" fmla="*/ 9 h 10"/>
                  <a:gd name="T6" fmla="*/ 3 w 13"/>
                  <a:gd name="T7" fmla="*/ 10 h 10"/>
                  <a:gd name="T8" fmla="*/ 1 w 13"/>
                  <a:gd name="T9" fmla="*/ 9 h 10"/>
                  <a:gd name="T10" fmla="*/ 1 w 13"/>
                  <a:gd name="T11" fmla="*/ 7 h 10"/>
                  <a:gd name="T12" fmla="*/ 1 w 13"/>
                  <a:gd name="T13" fmla="*/ 7 h 10"/>
                  <a:gd name="T14" fmla="*/ 2 w 13"/>
                  <a:gd name="T15" fmla="*/ 6 h 10"/>
                  <a:gd name="T16" fmla="*/ 2 w 13"/>
                  <a:gd name="T17" fmla="*/ 6 h 10"/>
                  <a:gd name="T18" fmla="*/ 3 w 13"/>
                  <a:gd name="T19" fmla="*/ 5 h 10"/>
                  <a:gd name="T20" fmla="*/ 5 w 13"/>
                  <a:gd name="T21" fmla="*/ 4 h 10"/>
                  <a:gd name="T22" fmla="*/ 6 w 13"/>
                  <a:gd name="T23" fmla="*/ 3 h 10"/>
                  <a:gd name="T24" fmla="*/ 9 w 13"/>
                  <a:gd name="T25" fmla="*/ 1 h 10"/>
                  <a:gd name="T26" fmla="*/ 11 w 13"/>
                  <a:gd name="T27" fmla="*/ 0 h 10"/>
                  <a:gd name="T28" fmla="*/ 12 w 13"/>
                  <a:gd name="T29" fmla="*/ 0 h 10"/>
                  <a:gd name="T30" fmla="*/ 13 w 13"/>
                  <a:gd name="T31" fmla="*/ 1 h 10"/>
                  <a:gd name="T32" fmla="*/ 13 w 13"/>
                  <a:gd name="T33" fmla="*/ 3 h 10"/>
                  <a:gd name="T34" fmla="*/ 11 w 13"/>
                  <a:gd name="T35" fmla="*/ 4 h 10"/>
                  <a:gd name="T36" fmla="*/ 11 w 13"/>
                  <a:gd name="T37" fmla="*/ 4 h 10"/>
                  <a:gd name="T38" fmla="*/ 10 w 13"/>
                  <a:gd name="T39" fmla="*/ 4 h 10"/>
                  <a:gd name="T40" fmla="*/ 10 w 13"/>
                  <a:gd name="T41" fmla="*/ 5 h 10"/>
                  <a:gd name="T42" fmla="*/ 9 w 13"/>
                  <a:gd name="T43" fmla="*/ 6 h 10"/>
                  <a:gd name="T44" fmla="*/ 8 w 13"/>
                  <a:gd name="T45" fmla="*/ 6 h 10"/>
                  <a:gd name="T46" fmla="*/ 7 w 13"/>
                  <a:gd name="T4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10">
                    <a:moveTo>
                      <a:pt x="7" y="7"/>
                    </a:moveTo>
                    <a:cubicBezTo>
                      <a:pt x="6" y="7"/>
                      <a:pt x="5" y="7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3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6"/>
                      <a:pt x="7" y="7"/>
                      <a:pt x="7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6" name="Freeform 3322">
                <a:extLst>
                  <a:ext uri="{FF2B5EF4-FFF2-40B4-BE49-F238E27FC236}">
                    <a16:creationId xmlns:a16="http://schemas.microsoft.com/office/drawing/2014/main" id="{F5F150BB-8C98-46C2-8DDE-15F3317B6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78"/>
                <a:ext cx="5" cy="8"/>
              </a:xfrm>
              <a:custGeom>
                <a:avLst/>
                <a:gdLst>
                  <a:gd name="T0" fmla="*/ 11 w 13"/>
                  <a:gd name="T1" fmla="*/ 9 h 18"/>
                  <a:gd name="T2" fmla="*/ 11 w 13"/>
                  <a:gd name="T3" fmla="*/ 9 h 18"/>
                  <a:gd name="T4" fmla="*/ 11 w 13"/>
                  <a:gd name="T5" fmla="*/ 8 h 18"/>
                  <a:gd name="T6" fmla="*/ 11 w 13"/>
                  <a:gd name="T7" fmla="*/ 1 h 18"/>
                  <a:gd name="T8" fmla="*/ 7 w 13"/>
                  <a:gd name="T9" fmla="*/ 1 h 18"/>
                  <a:gd name="T10" fmla="*/ 8 w 13"/>
                  <a:gd name="T11" fmla="*/ 4 h 18"/>
                  <a:gd name="T12" fmla="*/ 6 w 13"/>
                  <a:gd name="T13" fmla="*/ 8 h 18"/>
                  <a:gd name="T14" fmla="*/ 3 w 13"/>
                  <a:gd name="T15" fmla="*/ 11 h 18"/>
                  <a:gd name="T16" fmla="*/ 0 w 13"/>
                  <a:gd name="T17" fmla="*/ 16 h 18"/>
                  <a:gd name="T18" fmla="*/ 4 w 13"/>
                  <a:gd name="T19" fmla="*/ 17 h 18"/>
                  <a:gd name="T20" fmla="*/ 6 w 13"/>
                  <a:gd name="T21" fmla="*/ 15 h 18"/>
                  <a:gd name="T22" fmla="*/ 7 w 13"/>
                  <a:gd name="T23" fmla="*/ 12 h 18"/>
                  <a:gd name="T24" fmla="*/ 11 w 13"/>
                  <a:gd name="T2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8"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2" y="6"/>
                      <a:pt x="13" y="3"/>
                      <a:pt x="11" y="1"/>
                    </a:cubicBezTo>
                    <a:cubicBezTo>
                      <a:pt x="10" y="0"/>
                      <a:pt x="8" y="0"/>
                      <a:pt x="7" y="1"/>
                    </a:cubicBezTo>
                    <a:cubicBezTo>
                      <a:pt x="6" y="2"/>
                      <a:pt x="7" y="3"/>
                      <a:pt x="8" y="4"/>
                    </a:cubicBezTo>
                    <a:cubicBezTo>
                      <a:pt x="9" y="5"/>
                      <a:pt x="7" y="7"/>
                      <a:pt x="6" y="8"/>
                    </a:cubicBezTo>
                    <a:cubicBezTo>
                      <a:pt x="5" y="9"/>
                      <a:pt x="5" y="10"/>
                      <a:pt x="3" y="11"/>
                    </a:cubicBezTo>
                    <a:cubicBezTo>
                      <a:pt x="2" y="12"/>
                      <a:pt x="0" y="14"/>
                      <a:pt x="0" y="16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5" y="16"/>
                      <a:pt x="5" y="16"/>
                      <a:pt x="6" y="15"/>
                    </a:cubicBezTo>
                    <a:cubicBezTo>
                      <a:pt x="6" y="14"/>
                      <a:pt x="7" y="13"/>
                      <a:pt x="7" y="12"/>
                    </a:cubicBezTo>
                    <a:cubicBezTo>
                      <a:pt x="8" y="10"/>
                      <a:pt x="9" y="10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7" name="Freeform 3323">
                <a:extLst>
                  <a:ext uri="{FF2B5EF4-FFF2-40B4-BE49-F238E27FC236}">
                    <a16:creationId xmlns:a16="http://schemas.microsoft.com/office/drawing/2014/main" id="{82A43A1F-7D69-415A-AC59-C86CDD812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86"/>
                <a:ext cx="2" cy="4"/>
              </a:xfrm>
              <a:custGeom>
                <a:avLst/>
                <a:gdLst>
                  <a:gd name="T0" fmla="*/ 2 w 4"/>
                  <a:gd name="T1" fmla="*/ 9 h 9"/>
                  <a:gd name="T2" fmla="*/ 4 w 4"/>
                  <a:gd name="T3" fmla="*/ 6 h 9"/>
                  <a:gd name="T4" fmla="*/ 3 w 4"/>
                  <a:gd name="T5" fmla="*/ 3 h 9"/>
                  <a:gd name="T6" fmla="*/ 3 w 4"/>
                  <a:gd name="T7" fmla="*/ 1 h 9"/>
                  <a:gd name="T8" fmla="*/ 2 w 4"/>
                  <a:gd name="T9" fmla="*/ 0 h 9"/>
                  <a:gd name="T10" fmla="*/ 1 w 4"/>
                  <a:gd name="T11" fmla="*/ 1 h 9"/>
                  <a:gd name="T12" fmla="*/ 0 w 4"/>
                  <a:gd name="T13" fmla="*/ 1 h 9"/>
                  <a:gd name="T14" fmla="*/ 0 w 4"/>
                  <a:gd name="T15" fmla="*/ 2 h 9"/>
                  <a:gd name="T16" fmla="*/ 0 w 4"/>
                  <a:gd name="T17" fmla="*/ 4 h 9"/>
                  <a:gd name="T18" fmla="*/ 0 w 4"/>
                  <a:gd name="T19" fmla="*/ 5 h 9"/>
                  <a:gd name="T20" fmla="*/ 1 w 4"/>
                  <a:gd name="T21" fmla="*/ 7 h 9"/>
                  <a:gd name="T22" fmla="*/ 2 w 4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4" y="9"/>
                      <a:pt x="4" y="7"/>
                      <a:pt x="4" y="6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0" y="6"/>
                      <a:pt x="1" y="7"/>
                    </a:cubicBezTo>
                    <a:cubicBezTo>
                      <a:pt x="1" y="7"/>
                      <a:pt x="2" y="8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8" name="Freeform 3324">
                <a:extLst>
                  <a:ext uri="{FF2B5EF4-FFF2-40B4-BE49-F238E27FC236}">
                    <a16:creationId xmlns:a16="http://schemas.microsoft.com/office/drawing/2014/main" id="{1D74BCFA-CE68-4C1C-B6A6-E93A2C0AD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78"/>
                <a:ext cx="6" cy="7"/>
              </a:xfrm>
              <a:custGeom>
                <a:avLst/>
                <a:gdLst>
                  <a:gd name="T0" fmla="*/ 10 w 13"/>
                  <a:gd name="T1" fmla="*/ 9 h 17"/>
                  <a:gd name="T2" fmla="*/ 7 w 13"/>
                  <a:gd name="T3" fmla="*/ 6 h 17"/>
                  <a:gd name="T4" fmla="*/ 3 w 13"/>
                  <a:gd name="T5" fmla="*/ 5 h 17"/>
                  <a:gd name="T6" fmla="*/ 0 w 13"/>
                  <a:gd name="T7" fmla="*/ 5 h 17"/>
                  <a:gd name="T8" fmla="*/ 1 w 13"/>
                  <a:gd name="T9" fmla="*/ 2 h 17"/>
                  <a:gd name="T10" fmla="*/ 4 w 13"/>
                  <a:gd name="T11" fmla="*/ 0 h 17"/>
                  <a:gd name="T12" fmla="*/ 7 w 13"/>
                  <a:gd name="T13" fmla="*/ 0 h 17"/>
                  <a:gd name="T14" fmla="*/ 9 w 13"/>
                  <a:gd name="T15" fmla="*/ 0 h 17"/>
                  <a:gd name="T16" fmla="*/ 12 w 13"/>
                  <a:gd name="T17" fmla="*/ 2 h 17"/>
                  <a:gd name="T18" fmla="*/ 12 w 13"/>
                  <a:gd name="T19" fmla="*/ 6 h 17"/>
                  <a:gd name="T20" fmla="*/ 13 w 13"/>
                  <a:gd name="T21" fmla="*/ 8 h 17"/>
                  <a:gd name="T22" fmla="*/ 13 w 13"/>
                  <a:gd name="T23" fmla="*/ 11 h 17"/>
                  <a:gd name="T24" fmla="*/ 13 w 13"/>
                  <a:gd name="T25" fmla="*/ 15 h 17"/>
                  <a:gd name="T26" fmla="*/ 12 w 13"/>
                  <a:gd name="T27" fmla="*/ 17 h 17"/>
                  <a:gd name="T28" fmla="*/ 11 w 13"/>
                  <a:gd name="T29" fmla="*/ 16 h 17"/>
                  <a:gd name="T30" fmla="*/ 10 w 13"/>
                  <a:gd name="T31" fmla="*/ 13 h 17"/>
                  <a:gd name="T32" fmla="*/ 10 w 13"/>
                  <a:gd name="T3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7">
                    <a:moveTo>
                      <a:pt x="10" y="9"/>
                    </a:moveTo>
                    <a:cubicBezTo>
                      <a:pt x="9" y="7"/>
                      <a:pt x="8" y="7"/>
                      <a:pt x="7" y="6"/>
                    </a:cubicBezTo>
                    <a:cubicBezTo>
                      <a:pt x="6" y="6"/>
                      <a:pt x="4" y="5"/>
                      <a:pt x="3" y="5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2" y="1"/>
                      <a:pt x="12" y="2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12"/>
                      <a:pt x="13" y="13"/>
                      <a:pt x="13" y="15"/>
                    </a:cubicBezTo>
                    <a:cubicBezTo>
                      <a:pt x="13" y="15"/>
                      <a:pt x="13" y="17"/>
                      <a:pt x="12" y="17"/>
                    </a:cubicBezTo>
                    <a:cubicBezTo>
                      <a:pt x="12" y="17"/>
                      <a:pt x="11" y="16"/>
                      <a:pt x="11" y="16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11"/>
                      <a:pt x="10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9" name="Freeform 3325">
                <a:extLst>
                  <a:ext uri="{FF2B5EF4-FFF2-40B4-BE49-F238E27FC236}">
                    <a16:creationId xmlns:a16="http://schemas.microsoft.com/office/drawing/2014/main" id="{FAA62336-A849-4150-A40F-2C03B3A1A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478"/>
                <a:ext cx="7" cy="6"/>
              </a:xfrm>
              <a:custGeom>
                <a:avLst/>
                <a:gdLst>
                  <a:gd name="T0" fmla="*/ 6 w 17"/>
                  <a:gd name="T1" fmla="*/ 13 h 16"/>
                  <a:gd name="T2" fmla="*/ 3 w 17"/>
                  <a:gd name="T3" fmla="*/ 13 h 16"/>
                  <a:gd name="T4" fmla="*/ 1 w 17"/>
                  <a:gd name="T5" fmla="*/ 13 h 16"/>
                  <a:gd name="T6" fmla="*/ 0 w 17"/>
                  <a:gd name="T7" fmla="*/ 11 h 16"/>
                  <a:gd name="T8" fmla="*/ 2 w 17"/>
                  <a:gd name="T9" fmla="*/ 9 h 16"/>
                  <a:gd name="T10" fmla="*/ 7 w 17"/>
                  <a:gd name="T11" fmla="*/ 6 h 16"/>
                  <a:gd name="T12" fmla="*/ 10 w 17"/>
                  <a:gd name="T13" fmla="*/ 2 h 16"/>
                  <a:gd name="T14" fmla="*/ 10 w 17"/>
                  <a:gd name="T15" fmla="*/ 2 h 16"/>
                  <a:gd name="T16" fmla="*/ 13 w 17"/>
                  <a:gd name="T17" fmla="*/ 0 h 16"/>
                  <a:gd name="T18" fmla="*/ 17 w 17"/>
                  <a:gd name="T19" fmla="*/ 2 h 16"/>
                  <a:gd name="T20" fmla="*/ 14 w 17"/>
                  <a:gd name="T21" fmla="*/ 6 h 16"/>
                  <a:gd name="T22" fmla="*/ 15 w 17"/>
                  <a:gd name="T23" fmla="*/ 11 h 16"/>
                  <a:gd name="T24" fmla="*/ 15 w 17"/>
                  <a:gd name="T25" fmla="*/ 15 h 16"/>
                  <a:gd name="T26" fmla="*/ 14 w 17"/>
                  <a:gd name="T27" fmla="*/ 16 h 16"/>
                  <a:gd name="T28" fmla="*/ 12 w 17"/>
                  <a:gd name="T29" fmla="*/ 14 h 16"/>
                  <a:gd name="T30" fmla="*/ 11 w 17"/>
                  <a:gd name="T31" fmla="*/ 13 h 16"/>
                  <a:gd name="T32" fmla="*/ 6 w 17"/>
                  <a:gd name="T33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6">
                    <a:moveTo>
                      <a:pt x="6" y="13"/>
                    </a:moveTo>
                    <a:cubicBezTo>
                      <a:pt x="5" y="13"/>
                      <a:pt x="4" y="13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2"/>
                      <a:pt x="0" y="12"/>
                      <a:pt x="0" y="11"/>
                    </a:cubicBezTo>
                    <a:cubicBezTo>
                      <a:pt x="0" y="10"/>
                      <a:pt x="1" y="9"/>
                      <a:pt x="2" y="9"/>
                    </a:cubicBezTo>
                    <a:cubicBezTo>
                      <a:pt x="3" y="8"/>
                      <a:pt x="5" y="7"/>
                      <a:pt x="7" y="6"/>
                    </a:cubicBezTo>
                    <a:cubicBezTo>
                      <a:pt x="9" y="5"/>
                      <a:pt x="10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1"/>
                      <a:pt x="12" y="0"/>
                      <a:pt x="13" y="0"/>
                    </a:cubicBezTo>
                    <a:cubicBezTo>
                      <a:pt x="15" y="0"/>
                      <a:pt x="17" y="0"/>
                      <a:pt x="17" y="2"/>
                    </a:cubicBezTo>
                    <a:cubicBezTo>
                      <a:pt x="17" y="4"/>
                      <a:pt x="15" y="5"/>
                      <a:pt x="14" y="6"/>
                    </a:cubicBezTo>
                    <a:cubicBezTo>
                      <a:pt x="14" y="8"/>
                      <a:pt x="14" y="10"/>
                      <a:pt x="15" y="11"/>
                    </a:cubicBezTo>
                    <a:cubicBezTo>
                      <a:pt x="15" y="12"/>
                      <a:pt x="15" y="14"/>
                      <a:pt x="15" y="15"/>
                    </a:cubicBezTo>
                    <a:cubicBezTo>
                      <a:pt x="14" y="15"/>
                      <a:pt x="14" y="16"/>
                      <a:pt x="14" y="16"/>
                    </a:cubicBezTo>
                    <a:cubicBezTo>
                      <a:pt x="13" y="16"/>
                      <a:pt x="13" y="15"/>
                      <a:pt x="12" y="14"/>
                    </a:cubicBezTo>
                    <a:cubicBezTo>
                      <a:pt x="12" y="14"/>
                      <a:pt x="12" y="13"/>
                      <a:pt x="11" y="13"/>
                    </a:cubicBezTo>
                    <a:cubicBezTo>
                      <a:pt x="10" y="12"/>
                      <a:pt x="8" y="13"/>
                      <a:pt x="6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0" name="Freeform 3326">
                <a:extLst>
                  <a:ext uri="{FF2B5EF4-FFF2-40B4-BE49-F238E27FC236}">
                    <a16:creationId xmlns:a16="http://schemas.microsoft.com/office/drawing/2014/main" id="{93A0688C-C17A-41CA-A376-89B79879A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401"/>
                <a:ext cx="6" cy="3"/>
              </a:xfrm>
              <a:custGeom>
                <a:avLst/>
                <a:gdLst>
                  <a:gd name="T0" fmla="*/ 3 w 14"/>
                  <a:gd name="T1" fmla="*/ 7 h 7"/>
                  <a:gd name="T2" fmla="*/ 1 w 14"/>
                  <a:gd name="T3" fmla="*/ 5 h 7"/>
                  <a:gd name="T4" fmla="*/ 3 w 14"/>
                  <a:gd name="T5" fmla="*/ 2 h 7"/>
                  <a:gd name="T6" fmla="*/ 7 w 14"/>
                  <a:gd name="T7" fmla="*/ 2 h 7"/>
                  <a:gd name="T8" fmla="*/ 14 w 14"/>
                  <a:gd name="T9" fmla="*/ 3 h 7"/>
                  <a:gd name="T10" fmla="*/ 10 w 14"/>
                  <a:gd name="T11" fmla="*/ 7 h 7"/>
                  <a:gd name="T12" fmla="*/ 3 w 14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7">
                    <a:moveTo>
                      <a:pt x="3" y="7"/>
                    </a:moveTo>
                    <a:cubicBezTo>
                      <a:pt x="2" y="7"/>
                      <a:pt x="2" y="6"/>
                      <a:pt x="1" y="5"/>
                    </a:cubicBezTo>
                    <a:cubicBezTo>
                      <a:pt x="0" y="4"/>
                      <a:pt x="2" y="2"/>
                      <a:pt x="3" y="2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9" y="1"/>
                      <a:pt x="14" y="0"/>
                      <a:pt x="14" y="3"/>
                    </a:cubicBezTo>
                    <a:cubicBezTo>
                      <a:pt x="14" y="5"/>
                      <a:pt x="12" y="7"/>
                      <a:pt x="10" y="7"/>
                    </a:cubicBezTo>
                    <a:cubicBezTo>
                      <a:pt x="8" y="7"/>
                      <a:pt x="5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1" name="Freeform 3329">
                <a:extLst>
                  <a:ext uri="{FF2B5EF4-FFF2-40B4-BE49-F238E27FC236}">
                    <a16:creationId xmlns:a16="http://schemas.microsoft.com/office/drawing/2014/main" id="{C83EAC71-E7A9-4540-9D2B-48F1AE04E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572"/>
                <a:ext cx="5" cy="3"/>
              </a:xfrm>
              <a:custGeom>
                <a:avLst/>
                <a:gdLst>
                  <a:gd name="T0" fmla="*/ 0 w 14"/>
                  <a:gd name="T1" fmla="*/ 4 h 8"/>
                  <a:gd name="T2" fmla="*/ 6 w 14"/>
                  <a:gd name="T3" fmla="*/ 1 h 8"/>
                  <a:gd name="T4" fmla="*/ 13 w 14"/>
                  <a:gd name="T5" fmla="*/ 2 h 8"/>
                  <a:gd name="T6" fmla="*/ 11 w 14"/>
                  <a:gd name="T7" fmla="*/ 6 h 8"/>
                  <a:gd name="T8" fmla="*/ 5 w 14"/>
                  <a:gd name="T9" fmla="*/ 7 h 8"/>
                  <a:gd name="T10" fmla="*/ 1 w 14"/>
                  <a:gd name="T11" fmla="*/ 6 h 8"/>
                  <a:gd name="T12" fmla="*/ 0 w 14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0" y="4"/>
                    </a:moveTo>
                    <a:cubicBezTo>
                      <a:pt x="0" y="2"/>
                      <a:pt x="4" y="1"/>
                      <a:pt x="6" y="1"/>
                    </a:cubicBezTo>
                    <a:cubicBezTo>
                      <a:pt x="8" y="0"/>
                      <a:pt x="12" y="0"/>
                      <a:pt x="13" y="2"/>
                    </a:cubicBezTo>
                    <a:cubicBezTo>
                      <a:pt x="14" y="4"/>
                      <a:pt x="13" y="6"/>
                      <a:pt x="11" y="6"/>
                    </a:cubicBezTo>
                    <a:cubicBezTo>
                      <a:pt x="9" y="7"/>
                      <a:pt x="7" y="8"/>
                      <a:pt x="5" y="7"/>
                    </a:cubicBezTo>
                    <a:cubicBezTo>
                      <a:pt x="4" y="6"/>
                      <a:pt x="2" y="6"/>
                      <a:pt x="1" y="6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2" name="Freeform 3330">
                <a:extLst>
                  <a:ext uri="{FF2B5EF4-FFF2-40B4-BE49-F238E27FC236}">
                    <a16:creationId xmlns:a16="http://schemas.microsoft.com/office/drawing/2014/main" id="{0018623C-95D6-4481-8CF2-88F78D4D8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592"/>
                <a:ext cx="3" cy="4"/>
              </a:xfrm>
              <a:custGeom>
                <a:avLst/>
                <a:gdLst>
                  <a:gd name="T0" fmla="*/ 2 w 8"/>
                  <a:gd name="T1" fmla="*/ 9 h 9"/>
                  <a:gd name="T2" fmla="*/ 0 w 8"/>
                  <a:gd name="T3" fmla="*/ 3 h 9"/>
                  <a:gd name="T4" fmla="*/ 2 w 8"/>
                  <a:gd name="T5" fmla="*/ 1 h 9"/>
                  <a:gd name="T6" fmla="*/ 5 w 8"/>
                  <a:gd name="T7" fmla="*/ 0 h 9"/>
                  <a:gd name="T8" fmla="*/ 8 w 8"/>
                  <a:gd name="T9" fmla="*/ 1 h 9"/>
                  <a:gd name="T10" fmla="*/ 7 w 8"/>
                  <a:gd name="T11" fmla="*/ 5 h 9"/>
                  <a:gd name="T12" fmla="*/ 4 w 8"/>
                  <a:gd name="T13" fmla="*/ 8 h 9"/>
                  <a:gd name="T14" fmla="*/ 2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9"/>
                      <a:pt x="0" y="5"/>
                      <a:pt x="0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6" y="6"/>
                      <a:pt x="5" y="7"/>
                      <a:pt x="4" y="8"/>
                    </a:cubicBezTo>
                    <a:cubicBezTo>
                      <a:pt x="4" y="9"/>
                      <a:pt x="3" y="9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3" name="Freeform 3331">
                <a:extLst>
                  <a:ext uri="{FF2B5EF4-FFF2-40B4-BE49-F238E27FC236}">
                    <a16:creationId xmlns:a16="http://schemas.microsoft.com/office/drawing/2014/main" id="{7E8DE17B-96FB-4447-A4FC-2B3F7C515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598"/>
                <a:ext cx="4" cy="3"/>
              </a:xfrm>
              <a:custGeom>
                <a:avLst/>
                <a:gdLst>
                  <a:gd name="T0" fmla="*/ 0 w 8"/>
                  <a:gd name="T1" fmla="*/ 3 h 8"/>
                  <a:gd name="T2" fmla="*/ 4 w 8"/>
                  <a:gd name="T3" fmla="*/ 1 h 8"/>
                  <a:gd name="T4" fmla="*/ 8 w 8"/>
                  <a:gd name="T5" fmla="*/ 3 h 8"/>
                  <a:gd name="T6" fmla="*/ 5 w 8"/>
                  <a:gd name="T7" fmla="*/ 7 h 8"/>
                  <a:gd name="T8" fmla="*/ 3 w 8"/>
                  <a:gd name="T9" fmla="*/ 8 h 8"/>
                  <a:gd name="T10" fmla="*/ 1 w 8"/>
                  <a:gd name="T11" fmla="*/ 7 h 8"/>
                  <a:gd name="T12" fmla="*/ 0 w 8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2"/>
                      <a:pt x="8" y="3"/>
                    </a:cubicBezTo>
                    <a:cubicBezTo>
                      <a:pt x="8" y="5"/>
                      <a:pt x="7" y="6"/>
                      <a:pt x="5" y="7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4" name="Freeform 3332">
                <a:extLst>
                  <a:ext uri="{FF2B5EF4-FFF2-40B4-BE49-F238E27FC236}">
                    <a16:creationId xmlns:a16="http://schemas.microsoft.com/office/drawing/2014/main" id="{77A4F673-43A3-49A4-A559-977E4DED1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588"/>
                <a:ext cx="15" cy="9"/>
              </a:xfrm>
              <a:custGeom>
                <a:avLst/>
                <a:gdLst>
                  <a:gd name="T0" fmla="*/ 27 w 35"/>
                  <a:gd name="T1" fmla="*/ 12 h 22"/>
                  <a:gd name="T2" fmla="*/ 28 w 35"/>
                  <a:gd name="T3" fmla="*/ 11 h 22"/>
                  <a:gd name="T4" fmla="*/ 31 w 35"/>
                  <a:gd name="T5" fmla="*/ 9 h 22"/>
                  <a:gd name="T6" fmla="*/ 33 w 35"/>
                  <a:gd name="T7" fmla="*/ 8 h 22"/>
                  <a:gd name="T8" fmla="*/ 34 w 35"/>
                  <a:gd name="T9" fmla="*/ 6 h 22"/>
                  <a:gd name="T10" fmla="*/ 35 w 35"/>
                  <a:gd name="T11" fmla="*/ 4 h 22"/>
                  <a:gd name="T12" fmla="*/ 33 w 35"/>
                  <a:gd name="T13" fmla="*/ 1 h 22"/>
                  <a:gd name="T14" fmla="*/ 31 w 35"/>
                  <a:gd name="T15" fmla="*/ 1 h 22"/>
                  <a:gd name="T16" fmla="*/ 29 w 35"/>
                  <a:gd name="T17" fmla="*/ 0 h 22"/>
                  <a:gd name="T18" fmla="*/ 26 w 35"/>
                  <a:gd name="T19" fmla="*/ 3 h 22"/>
                  <a:gd name="T20" fmla="*/ 21 w 35"/>
                  <a:gd name="T21" fmla="*/ 7 h 22"/>
                  <a:gd name="T22" fmla="*/ 18 w 35"/>
                  <a:gd name="T23" fmla="*/ 8 h 22"/>
                  <a:gd name="T24" fmla="*/ 14 w 35"/>
                  <a:gd name="T25" fmla="*/ 7 h 22"/>
                  <a:gd name="T26" fmla="*/ 10 w 35"/>
                  <a:gd name="T27" fmla="*/ 8 h 22"/>
                  <a:gd name="T28" fmla="*/ 3 w 35"/>
                  <a:gd name="T29" fmla="*/ 9 h 22"/>
                  <a:gd name="T30" fmla="*/ 2 w 35"/>
                  <a:gd name="T31" fmla="*/ 11 h 22"/>
                  <a:gd name="T32" fmla="*/ 1 w 35"/>
                  <a:gd name="T33" fmla="*/ 15 h 22"/>
                  <a:gd name="T34" fmla="*/ 8 w 35"/>
                  <a:gd name="T35" fmla="*/ 18 h 22"/>
                  <a:gd name="T36" fmla="*/ 13 w 35"/>
                  <a:gd name="T37" fmla="*/ 21 h 22"/>
                  <a:gd name="T38" fmla="*/ 19 w 35"/>
                  <a:gd name="T39" fmla="*/ 22 h 22"/>
                  <a:gd name="T40" fmla="*/ 24 w 35"/>
                  <a:gd name="T41" fmla="*/ 22 h 22"/>
                  <a:gd name="T42" fmla="*/ 26 w 35"/>
                  <a:gd name="T43" fmla="*/ 20 h 22"/>
                  <a:gd name="T44" fmla="*/ 27 w 35"/>
                  <a:gd name="T45" fmla="*/ 16 h 22"/>
                  <a:gd name="T46" fmla="*/ 27 w 35"/>
                  <a:gd name="T47" fmla="*/ 14 h 22"/>
                  <a:gd name="T48" fmla="*/ 27 w 35"/>
                  <a:gd name="T49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22">
                    <a:moveTo>
                      <a:pt x="27" y="12"/>
                    </a:moveTo>
                    <a:cubicBezTo>
                      <a:pt x="27" y="12"/>
                      <a:pt x="28" y="11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9"/>
                      <a:pt x="32" y="9"/>
                      <a:pt x="33" y="8"/>
                    </a:cubicBezTo>
                    <a:cubicBezTo>
                      <a:pt x="33" y="7"/>
                      <a:pt x="34" y="7"/>
                      <a:pt x="34" y="6"/>
                    </a:cubicBezTo>
                    <a:cubicBezTo>
                      <a:pt x="35" y="6"/>
                      <a:pt x="35" y="5"/>
                      <a:pt x="35" y="4"/>
                    </a:cubicBezTo>
                    <a:cubicBezTo>
                      <a:pt x="35" y="3"/>
                      <a:pt x="34" y="2"/>
                      <a:pt x="33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0" y="1"/>
                      <a:pt x="29" y="0"/>
                      <a:pt x="29" y="0"/>
                    </a:cubicBezTo>
                    <a:cubicBezTo>
                      <a:pt x="28" y="1"/>
                      <a:pt x="27" y="2"/>
                      <a:pt x="26" y="3"/>
                    </a:cubicBezTo>
                    <a:cubicBezTo>
                      <a:pt x="25" y="4"/>
                      <a:pt x="23" y="5"/>
                      <a:pt x="21" y="7"/>
                    </a:cubicBezTo>
                    <a:cubicBezTo>
                      <a:pt x="20" y="7"/>
                      <a:pt x="19" y="8"/>
                      <a:pt x="18" y="8"/>
                    </a:cubicBezTo>
                    <a:cubicBezTo>
                      <a:pt x="17" y="8"/>
                      <a:pt x="15" y="7"/>
                      <a:pt x="14" y="7"/>
                    </a:cubicBezTo>
                    <a:cubicBezTo>
                      <a:pt x="13" y="7"/>
                      <a:pt x="12" y="8"/>
                      <a:pt x="10" y="8"/>
                    </a:cubicBezTo>
                    <a:cubicBezTo>
                      <a:pt x="8" y="8"/>
                      <a:pt x="5" y="8"/>
                      <a:pt x="3" y="9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1" y="12"/>
                      <a:pt x="0" y="14"/>
                      <a:pt x="1" y="15"/>
                    </a:cubicBezTo>
                    <a:cubicBezTo>
                      <a:pt x="1" y="19"/>
                      <a:pt x="5" y="18"/>
                      <a:pt x="8" y="18"/>
                    </a:cubicBezTo>
                    <a:cubicBezTo>
                      <a:pt x="10" y="18"/>
                      <a:pt x="12" y="19"/>
                      <a:pt x="13" y="21"/>
                    </a:cubicBezTo>
                    <a:cubicBezTo>
                      <a:pt x="15" y="22"/>
                      <a:pt x="17" y="22"/>
                      <a:pt x="19" y="22"/>
                    </a:cubicBezTo>
                    <a:cubicBezTo>
                      <a:pt x="20" y="22"/>
                      <a:pt x="22" y="22"/>
                      <a:pt x="24" y="22"/>
                    </a:cubicBezTo>
                    <a:cubicBezTo>
                      <a:pt x="25" y="22"/>
                      <a:pt x="26" y="22"/>
                      <a:pt x="26" y="20"/>
                    </a:cubicBezTo>
                    <a:cubicBezTo>
                      <a:pt x="27" y="19"/>
                      <a:pt x="27" y="17"/>
                      <a:pt x="27" y="16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27" y="13"/>
                      <a:pt x="26" y="12"/>
                      <a:pt x="2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5" name="Freeform 3333">
                <a:extLst>
                  <a:ext uri="{FF2B5EF4-FFF2-40B4-BE49-F238E27FC236}">
                    <a16:creationId xmlns:a16="http://schemas.microsoft.com/office/drawing/2014/main" id="{9F7B8C6B-789C-4C15-A745-328B72B10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286"/>
                <a:ext cx="12" cy="30"/>
              </a:xfrm>
              <a:custGeom>
                <a:avLst/>
                <a:gdLst>
                  <a:gd name="T0" fmla="*/ 22 w 28"/>
                  <a:gd name="T1" fmla="*/ 54 h 75"/>
                  <a:gd name="T2" fmla="*/ 21 w 28"/>
                  <a:gd name="T3" fmla="*/ 53 h 75"/>
                  <a:gd name="T4" fmla="*/ 18 w 28"/>
                  <a:gd name="T5" fmla="*/ 51 h 75"/>
                  <a:gd name="T6" fmla="*/ 18 w 28"/>
                  <a:gd name="T7" fmla="*/ 50 h 75"/>
                  <a:gd name="T8" fmla="*/ 19 w 28"/>
                  <a:gd name="T9" fmla="*/ 49 h 75"/>
                  <a:gd name="T10" fmla="*/ 22 w 28"/>
                  <a:gd name="T11" fmla="*/ 50 h 75"/>
                  <a:gd name="T12" fmla="*/ 25 w 28"/>
                  <a:gd name="T13" fmla="*/ 50 h 75"/>
                  <a:gd name="T14" fmla="*/ 27 w 28"/>
                  <a:gd name="T15" fmla="*/ 50 h 75"/>
                  <a:gd name="T16" fmla="*/ 28 w 28"/>
                  <a:gd name="T17" fmla="*/ 48 h 75"/>
                  <a:gd name="T18" fmla="*/ 26 w 28"/>
                  <a:gd name="T19" fmla="*/ 42 h 75"/>
                  <a:gd name="T20" fmla="*/ 26 w 28"/>
                  <a:gd name="T21" fmla="*/ 39 h 75"/>
                  <a:gd name="T22" fmla="*/ 22 w 28"/>
                  <a:gd name="T23" fmla="*/ 38 h 75"/>
                  <a:gd name="T24" fmla="*/ 19 w 28"/>
                  <a:gd name="T25" fmla="*/ 39 h 75"/>
                  <a:gd name="T26" fmla="*/ 17 w 28"/>
                  <a:gd name="T27" fmla="*/ 37 h 75"/>
                  <a:gd name="T28" fmla="*/ 15 w 28"/>
                  <a:gd name="T29" fmla="*/ 35 h 75"/>
                  <a:gd name="T30" fmla="*/ 15 w 28"/>
                  <a:gd name="T31" fmla="*/ 32 h 75"/>
                  <a:gd name="T32" fmla="*/ 17 w 28"/>
                  <a:gd name="T33" fmla="*/ 31 h 75"/>
                  <a:gd name="T34" fmla="*/ 19 w 28"/>
                  <a:gd name="T35" fmla="*/ 32 h 75"/>
                  <a:gd name="T36" fmla="*/ 20 w 28"/>
                  <a:gd name="T37" fmla="*/ 34 h 75"/>
                  <a:gd name="T38" fmla="*/ 21 w 28"/>
                  <a:gd name="T39" fmla="*/ 35 h 75"/>
                  <a:gd name="T40" fmla="*/ 22 w 28"/>
                  <a:gd name="T41" fmla="*/ 35 h 75"/>
                  <a:gd name="T42" fmla="*/ 23 w 28"/>
                  <a:gd name="T43" fmla="*/ 36 h 75"/>
                  <a:gd name="T44" fmla="*/ 25 w 28"/>
                  <a:gd name="T45" fmla="*/ 34 h 75"/>
                  <a:gd name="T46" fmla="*/ 27 w 28"/>
                  <a:gd name="T47" fmla="*/ 32 h 75"/>
                  <a:gd name="T48" fmla="*/ 26 w 28"/>
                  <a:gd name="T49" fmla="*/ 28 h 75"/>
                  <a:gd name="T50" fmla="*/ 24 w 28"/>
                  <a:gd name="T51" fmla="*/ 26 h 75"/>
                  <a:gd name="T52" fmla="*/ 22 w 28"/>
                  <a:gd name="T53" fmla="*/ 24 h 75"/>
                  <a:gd name="T54" fmla="*/ 21 w 28"/>
                  <a:gd name="T55" fmla="*/ 22 h 75"/>
                  <a:gd name="T56" fmla="*/ 20 w 28"/>
                  <a:gd name="T57" fmla="*/ 20 h 75"/>
                  <a:gd name="T58" fmla="*/ 18 w 28"/>
                  <a:gd name="T59" fmla="*/ 18 h 75"/>
                  <a:gd name="T60" fmla="*/ 15 w 28"/>
                  <a:gd name="T61" fmla="*/ 16 h 75"/>
                  <a:gd name="T62" fmla="*/ 14 w 28"/>
                  <a:gd name="T63" fmla="*/ 15 h 75"/>
                  <a:gd name="T64" fmla="*/ 14 w 28"/>
                  <a:gd name="T65" fmla="*/ 13 h 75"/>
                  <a:gd name="T66" fmla="*/ 14 w 28"/>
                  <a:gd name="T67" fmla="*/ 11 h 75"/>
                  <a:gd name="T68" fmla="*/ 14 w 28"/>
                  <a:gd name="T69" fmla="*/ 7 h 75"/>
                  <a:gd name="T70" fmla="*/ 11 w 28"/>
                  <a:gd name="T71" fmla="*/ 2 h 75"/>
                  <a:gd name="T72" fmla="*/ 6 w 28"/>
                  <a:gd name="T73" fmla="*/ 3 h 75"/>
                  <a:gd name="T74" fmla="*/ 3 w 28"/>
                  <a:gd name="T75" fmla="*/ 10 h 75"/>
                  <a:gd name="T76" fmla="*/ 3 w 28"/>
                  <a:gd name="T77" fmla="*/ 16 h 75"/>
                  <a:gd name="T78" fmla="*/ 1 w 28"/>
                  <a:gd name="T79" fmla="*/ 18 h 75"/>
                  <a:gd name="T80" fmla="*/ 1 w 28"/>
                  <a:gd name="T81" fmla="*/ 21 h 75"/>
                  <a:gd name="T82" fmla="*/ 0 w 28"/>
                  <a:gd name="T83" fmla="*/ 24 h 75"/>
                  <a:gd name="T84" fmla="*/ 0 w 28"/>
                  <a:gd name="T85" fmla="*/ 27 h 75"/>
                  <a:gd name="T86" fmla="*/ 2 w 28"/>
                  <a:gd name="T87" fmla="*/ 29 h 75"/>
                  <a:gd name="T88" fmla="*/ 4 w 28"/>
                  <a:gd name="T89" fmla="*/ 32 h 75"/>
                  <a:gd name="T90" fmla="*/ 3 w 28"/>
                  <a:gd name="T91" fmla="*/ 39 h 75"/>
                  <a:gd name="T92" fmla="*/ 1 w 28"/>
                  <a:gd name="T93" fmla="*/ 40 h 75"/>
                  <a:gd name="T94" fmla="*/ 1 w 28"/>
                  <a:gd name="T95" fmla="*/ 42 h 75"/>
                  <a:gd name="T96" fmla="*/ 2 w 28"/>
                  <a:gd name="T97" fmla="*/ 48 h 75"/>
                  <a:gd name="T98" fmla="*/ 6 w 28"/>
                  <a:gd name="T99" fmla="*/ 50 h 75"/>
                  <a:gd name="T100" fmla="*/ 9 w 28"/>
                  <a:gd name="T101" fmla="*/ 53 h 75"/>
                  <a:gd name="T102" fmla="*/ 10 w 28"/>
                  <a:gd name="T103" fmla="*/ 56 h 75"/>
                  <a:gd name="T104" fmla="*/ 9 w 28"/>
                  <a:gd name="T105" fmla="*/ 59 h 75"/>
                  <a:gd name="T106" fmla="*/ 10 w 28"/>
                  <a:gd name="T107" fmla="*/ 67 h 75"/>
                  <a:gd name="T108" fmla="*/ 17 w 28"/>
                  <a:gd name="T109" fmla="*/ 74 h 75"/>
                  <a:gd name="T110" fmla="*/ 22 w 28"/>
                  <a:gd name="T111" fmla="*/ 74 h 75"/>
                  <a:gd name="T112" fmla="*/ 26 w 28"/>
                  <a:gd name="T113" fmla="*/ 68 h 75"/>
                  <a:gd name="T114" fmla="*/ 26 w 28"/>
                  <a:gd name="T115" fmla="*/ 61 h 75"/>
                  <a:gd name="T116" fmla="*/ 26 w 28"/>
                  <a:gd name="T117" fmla="*/ 59 h 75"/>
                  <a:gd name="T118" fmla="*/ 25 w 28"/>
                  <a:gd name="T119" fmla="*/ 58 h 75"/>
                  <a:gd name="T120" fmla="*/ 24 w 28"/>
                  <a:gd name="T121" fmla="*/ 55 h 75"/>
                  <a:gd name="T122" fmla="*/ 22 w 28"/>
                  <a:gd name="T123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" h="75">
                    <a:moveTo>
                      <a:pt x="22" y="54"/>
                    </a:moveTo>
                    <a:cubicBezTo>
                      <a:pt x="22" y="53"/>
                      <a:pt x="22" y="53"/>
                      <a:pt x="21" y="53"/>
                    </a:cubicBezTo>
                    <a:cubicBezTo>
                      <a:pt x="20" y="52"/>
                      <a:pt x="19" y="52"/>
                      <a:pt x="18" y="51"/>
                    </a:cubicBezTo>
                    <a:cubicBezTo>
                      <a:pt x="18" y="51"/>
                      <a:pt x="17" y="50"/>
                      <a:pt x="18" y="50"/>
                    </a:cubicBezTo>
                    <a:cubicBezTo>
                      <a:pt x="18" y="49"/>
                      <a:pt x="19" y="49"/>
                      <a:pt x="19" y="49"/>
                    </a:cubicBezTo>
                    <a:cubicBezTo>
                      <a:pt x="20" y="49"/>
                      <a:pt x="21" y="50"/>
                      <a:pt x="22" y="50"/>
                    </a:cubicBezTo>
                    <a:cubicBezTo>
                      <a:pt x="23" y="50"/>
                      <a:pt x="24" y="50"/>
                      <a:pt x="25" y="50"/>
                    </a:cubicBezTo>
                    <a:cubicBezTo>
                      <a:pt x="26" y="51"/>
                      <a:pt x="27" y="51"/>
                      <a:pt x="27" y="50"/>
                    </a:cubicBezTo>
                    <a:cubicBezTo>
                      <a:pt x="28" y="50"/>
                      <a:pt x="28" y="49"/>
                      <a:pt x="28" y="48"/>
                    </a:cubicBezTo>
                    <a:cubicBezTo>
                      <a:pt x="28" y="46"/>
                      <a:pt x="26" y="44"/>
                      <a:pt x="26" y="42"/>
                    </a:cubicBezTo>
                    <a:cubicBezTo>
                      <a:pt x="26" y="41"/>
                      <a:pt x="27" y="40"/>
                      <a:pt x="26" y="39"/>
                    </a:cubicBezTo>
                    <a:cubicBezTo>
                      <a:pt x="25" y="38"/>
                      <a:pt x="23" y="38"/>
                      <a:pt x="22" y="38"/>
                    </a:cubicBezTo>
                    <a:cubicBezTo>
                      <a:pt x="21" y="39"/>
                      <a:pt x="20" y="39"/>
                      <a:pt x="19" y="39"/>
                    </a:cubicBezTo>
                    <a:cubicBezTo>
                      <a:pt x="18" y="38"/>
                      <a:pt x="17" y="38"/>
                      <a:pt x="17" y="37"/>
                    </a:cubicBezTo>
                    <a:cubicBezTo>
                      <a:pt x="16" y="36"/>
                      <a:pt x="15" y="36"/>
                      <a:pt x="15" y="35"/>
                    </a:cubicBezTo>
                    <a:cubicBezTo>
                      <a:pt x="15" y="34"/>
                      <a:pt x="15" y="33"/>
                      <a:pt x="15" y="32"/>
                    </a:cubicBezTo>
                    <a:cubicBezTo>
                      <a:pt x="16" y="32"/>
                      <a:pt x="16" y="31"/>
                      <a:pt x="17" y="31"/>
                    </a:cubicBezTo>
                    <a:cubicBezTo>
                      <a:pt x="18" y="31"/>
                      <a:pt x="18" y="31"/>
                      <a:pt x="19" y="32"/>
                    </a:cubicBezTo>
                    <a:cubicBezTo>
                      <a:pt x="19" y="33"/>
                      <a:pt x="20" y="33"/>
                      <a:pt x="20" y="34"/>
                    </a:cubicBezTo>
                    <a:cubicBezTo>
                      <a:pt x="20" y="34"/>
                      <a:pt x="20" y="35"/>
                      <a:pt x="21" y="35"/>
                    </a:cubicBezTo>
                    <a:cubicBezTo>
                      <a:pt x="21" y="35"/>
                      <a:pt x="21" y="35"/>
                      <a:pt x="22" y="35"/>
                    </a:cubicBezTo>
                    <a:cubicBezTo>
                      <a:pt x="22" y="35"/>
                      <a:pt x="22" y="35"/>
                      <a:pt x="23" y="36"/>
                    </a:cubicBezTo>
                    <a:cubicBezTo>
                      <a:pt x="24" y="36"/>
                      <a:pt x="25" y="35"/>
                      <a:pt x="25" y="34"/>
                    </a:cubicBezTo>
                    <a:cubicBezTo>
                      <a:pt x="26" y="34"/>
                      <a:pt x="26" y="33"/>
                      <a:pt x="27" y="32"/>
                    </a:cubicBezTo>
                    <a:cubicBezTo>
                      <a:pt x="27" y="31"/>
                      <a:pt x="26" y="29"/>
                      <a:pt x="26" y="28"/>
                    </a:cubicBezTo>
                    <a:cubicBezTo>
                      <a:pt x="25" y="27"/>
                      <a:pt x="25" y="27"/>
                      <a:pt x="24" y="26"/>
                    </a:cubicBezTo>
                    <a:cubicBezTo>
                      <a:pt x="23" y="25"/>
                      <a:pt x="23" y="24"/>
                      <a:pt x="22" y="24"/>
                    </a:cubicBezTo>
                    <a:cubicBezTo>
                      <a:pt x="22" y="23"/>
                      <a:pt x="21" y="22"/>
                      <a:pt x="21" y="22"/>
                    </a:cubicBezTo>
                    <a:cubicBezTo>
                      <a:pt x="21" y="21"/>
                      <a:pt x="20" y="21"/>
                      <a:pt x="20" y="20"/>
                    </a:cubicBezTo>
                    <a:cubicBezTo>
                      <a:pt x="20" y="19"/>
                      <a:pt x="18" y="19"/>
                      <a:pt x="18" y="18"/>
                    </a:cubicBezTo>
                    <a:cubicBezTo>
                      <a:pt x="17" y="17"/>
                      <a:pt x="16" y="16"/>
                      <a:pt x="15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5"/>
                      <a:pt x="13" y="3"/>
                      <a:pt x="11" y="2"/>
                    </a:cubicBezTo>
                    <a:cubicBezTo>
                      <a:pt x="10" y="0"/>
                      <a:pt x="7" y="1"/>
                      <a:pt x="6" y="3"/>
                    </a:cubicBezTo>
                    <a:cubicBezTo>
                      <a:pt x="4" y="5"/>
                      <a:pt x="3" y="7"/>
                      <a:pt x="3" y="10"/>
                    </a:cubicBezTo>
                    <a:cubicBezTo>
                      <a:pt x="3" y="12"/>
                      <a:pt x="4" y="14"/>
                      <a:pt x="3" y="16"/>
                    </a:cubicBezTo>
                    <a:cubicBezTo>
                      <a:pt x="2" y="17"/>
                      <a:pt x="2" y="17"/>
                      <a:pt x="1" y="18"/>
                    </a:cubicBezTo>
                    <a:cubicBezTo>
                      <a:pt x="1" y="19"/>
                      <a:pt x="1" y="20"/>
                      <a:pt x="1" y="21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8"/>
                      <a:pt x="2" y="29"/>
                    </a:cubicBezTo>
                    <a:cubicBezTo>
                      <a:pt x="3" y="30"/>
                      <a:pt x="4" y="31"/>
                      <a:pt x="4" y="32"/>
                    </a:cubicBezTo>
                    <a:cubicBezTo>
                      <a:pt x="6" y="35"/>
                      <a:pt x="5" y="38"/>
                      <a:pt x="3" y="39"/>
                    </a:cubicBezTo>
                    <a:cubicBezTo>
                      <a:pt x="2" y="39"/>
                      <a:pt x="2" y="40"/>
                      <a:pt x="1" y="40"/>
                    </a:cubicBezTo>
                    <a:cubicBezTo>
                      <a:pt x="1" y="41"/>
                      <a:pt x="1" y="42"/>
                      <a:pt x="1" y="42"/>
                    </a:cubicBezTo>
                    <a:cubicBezTo>
                      <a:pt x="1" y="44"/>
                      <a:pt x="1" y="46"/>
                      <a:pt x="2" y="48"/>
                    </a:cubicBezTo>
                    <a:cubicBezTo>
                      <a:pt x="3" y="48"/>
                      <a:pt x="5" y="49"/>
                      <a:pt x="6" y="50"/>
                    </a:cubicBezTo>
                    <a:cubicBezTo>
                      <a:pt x="7" y="51"/>
                      <a:pt x="8" y="52"/>
                      <a:pt x="9" y="53"/>
                    </a:cubicBezTo>
                    <a:cubicBezTo>
                      <a:pt x="9" y="54"/>
                      <a:pt x="10" y="55"/>
                      <a:pt x="10" y="56"/>
                    </a:cubicBezTo>
                    <a:cubicBezTo>
                      <a:pt x="10" y="57"/>
                      <a:pt x="9" y="58"/>
                      <a:pt x="9" y="59"/>
                    </a:cubicBezTo>
                    <a:cubicBezTo>
                      <a:pt x="9" y="62"/>
                      <a:pt x="9" y="65"/>
                      <a:pt x="10" y="67"/>
                    </a:cubicBezTo>
                    <a:cubicBezTo>
                      <a:pt x="11" y="71"/>
                      <a:pt x="14" y="73"/>
                      <a:pt x="17" y="74"/>
                    </a:cubicBezTo>
                    <a:cubicBezTo>
                      <a:pt x="19" y="75"/>
                      <a:pt x="20" y="75"/>
                      <a:pt x="22" y="74"/>
                    </a:cubicBezTo>
                    <a:cubicBezTo>
                      <a:pt x="24" y="72"/>
                      <a:pt x="25" y="70"/>
                      <a:pt x="26" y="68"/>
                    </a:cubicBezTo>
                    <a:cubicBezTo>
                      <a:pt x="26" y="66"/>
                      <a:pt x="26" y="63"/>
                      <a:pt x="26" y="61"/>
                    </a:cubicBezTo>
                    <a:cubicBezTo>
                      <a:pt x="26" y="61"/>
                      <a:pt x="26" y="60"/>
                      <a:pt x="26" y="59"/>
                    </a:cubicBezTo>
                    <a:cubicBezTo>
                      <a:pt x="26" y="58"/>
                      <a:pt x="26" y="58"/>
                      <a:pt x="25" y="58"/>
                    </a:cubicBezTo>
                    <a:cubicBezTo>
                      <a:pt x="25" y="57"/>
                      <a:pt x="24" y="56"/>
                      <a:pt x="24" y="55"/>
                    </a:cubicBezTo>
                    <a:cubicBezTo>
                      <a:pt x="23" y="55"/>
                      <a:pt x="23" y="54"/>
                      <a:pt x="22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6" name="Freeform 3334">
                <a:extLst>
                  <a:ext uri="{FF2B5EF4-FFF2-40B4-BE49-F238E27FC236}">
                    <a16:creationId xmlns:a16="http://schemas.microsoft.com/office/drawing/2014/main" id="{9CFAC663-1F49-44C4-A55C-7777034CF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74"/>
                <a:ext cx="3" cy="4"/>
              </a:xfrm>
              <a:custGeom>
                <a:avLst/>
                <a:gdLst>
                  <a:gd name="T0" fmla="*/ 0 w 7"/>
                  <a:gd name="T1" fmla="*/ 5 h 8"/>
                  <a:gd name="T2" fmla="*/ 0 w 7"/>
                  <a:gd name="T3" fmla="*/ 5 h 8"/>
                  <a:gd name="T4" fmla="*/ 0 w 7"/>
                  <a:gd name="T5" fmla="*/ 3 h 8"/>
                  <a:gd name="T6" fmla="*/ 2 w 7"/>
                  <a:gd name="T7" fmla="*/ 2 h 8"/>
                  <a:gd name="T8" fmla="*/ 2 w 7"/>
                  <a:gd name="T9" fmla="*/ 1 h 8"/>
                  <a:gd name="T10" fmla="*/ 3 w 7"/>
                  <a:gd name="T11" fmla="*/ 1 h 8"/>
                  <a:gd name="T12" fmla="*/ 6 w 7"/>
                  <a:gd name="T13" fmla="*/ 1 h 8"/>
                  <a:gd name="T14" fmla="*/ 7 w 7"/>
                  <a:gd name="T15" fmla="*/ 4 h 8"/>
                  <a:gd name="T16" fmla="*/ 7 w 7"/>
                  <a:gd name="T17" fmla="*/ 5 h 8"/>
                  <a:gd name="T18" fmla="*/ 7 w 7"/>
                  <a:gd name="T19" fmla="*/ 7 h 8"/>
                  <a:gd name="T20" fmla="*/ 6 w 7"/>
                  <a:gd name="T21" fmla="*/ 8 h 8"/>
                  <a:gd name="T22" fmla="*/ 5 w 7"/>
                  <a:gd name="T23" fmla="*/ 8 h 8"/>
                  <a:gd name="T24" fmla="*/ 2 w 7"/>
                  <a:gd name="T25" fmla="*/ 7 h 8"/>
                  <a:gd name="T26" fmla="*/ 0 w 7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1" y="7"/>
                      <a:pt x="1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7" name="Freeform 3335">
                <a:extLst>
                  <a:ext uri="{FF2B5EF4-FFF2-40B4-BE49-F238E27FC236}">
                    <a16:creationId xmlns:a16="http://schemas.microsoft.com/office/drawing/2014/main" id="{E29744E4-D6B8-46EA-AD1D-B0374D735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9"/>
                <a:ext cx="12" cy="21"/>
              </a:xfrm>
              <a:custGeom>
                <a:avLst/>
                <a:gdLst>
                  <a:gd name="T0" fmla="*/ 10 w 29"/>
                  <a:gd name="T1" fmla="*/ 29 h 52"/>
                  <a:gd name="T2" fmla="*/ 10 w 29"/>
                  <a:gd name="T3" fmla="*/ 29 h 52"/>
                  <a:gd name="T4" fmla="*/ 9 w 29"/>
                  <a:gd name="T5" fmla="*/ 29 h 52"/>
                  <a:gd name="T6" fmla="*/ 9 w 29"/>
                  <a:gd name="T7" fmla="*/ 29 h 52"/>
                  <a:gd name="T8" fmla="*/ 8 w 29"/>
                  <a:gd name="T9" fmla="*/ 28 h 52"/>
                  <a:gd name="T10" fmla="*/ 7 w 29"/>
                  <a:gd name="T11" fmla="*/ 28 h 52"/>
                  <a:gd name="T12" fmla="*/ 7 w 29"/>
                  <a:gd name="T13" fmla="*/ 28 h 52"/>
                  <a:gd name="T14" fmla="*/ 5 w 29"/>
                  <a:gd name="T15" fmla="*/ 29 h 52"/>
                  <a:gd name="T16" fmla="*/ 5 w 29"/>
                  <a:gd name="T17" fmla="*/ 30 h 52"/>
                  <a:gd name="T18" fmla="*/ 4 w 29"/>
                  <a:gd name="T19" fmla="*/ 31 h 52"/>
                  <a:gd name="T20" fmla="*/ 2 w 29"/>
                  <a:gd name="T21" fmla="*/ 30 h 52"/>
                  <a:gd name="T22" fmla="*/ 2 w 29"/>
                  <a:gd name="T23" fmla="*/ 30 h 52"/>
                  <a:gd name="T24" fmla="*/ 1 w 29"/>
                  <a:gd name="T25" fmla="*/ 29 h 52"/>
                  <a:gd name="T26" fmla="*/ 0 w 29"/>
                  <a:gd name="T27" fmla="*/ 27 h 52"/>
                  <a:gd name="T28" fmla="*/ 0 w 29"/>
                  <a:gd name="T29" fmla="*/ 23 h 52"/>
                  <a:gd name="T30" fmla="*/ 1 w 29"/>
                  <a:gd name="T31" fmla="*/ 21 h 52"/>
                  <a:gd name="T32" fmla="*/ 2 w 29"/>
                  <a:gd name="T33" fmla="*/ 19 h 52"/>
                  <a:gd name="T34" fmla="*/ 2 w 29"/>
                  <a:gd name="T35" fmla="*/ 17 h 52"/>
                  <a:gd name="T36" fmla="*/ 2 w 29"/>
                  <a:gd name="T37" fmla="*/ 13 h 52"/>
                  <a:gd name="T38" fmla="*/ 2 w 29"/>
                  <a:gd name="T39" fmla="*/ 10 h 52"/>
                  <a:gd name="T40" fmla="*/ 1 w 29"/>
                  <a:gd name="T41" fmla="*/ 9 h 52"/>
                  <a:gd name="T42" fmla="*/ 1 w 29"/>
                  <a:gd name="T43" fmla="*/ 7 h 52"/>
                  <a:gd name="T44" fmla="*/ 1 w 29"/>
                  <a:gd name="T45" fmla="*/ 3 h 52"/>
                  <a:gd name="T46" fmla="*/ 2 w 29"/>
                  <a:gd name="T47" fmla="*/ 1 h 52"/>
                  <a:gd name="T48" fmla="*/ 4 w 29"/>
                  <a:gd name="T49" fmla="*/ 2 h 52"/>
                  <a:gd name="T50" fmla="*/ 6 w 29"/>
                  <a:gd name="T51" fmla="*/ 4 h 52"/>
                  <a:gd name="T52" fmla="*/ 9 w 29"/>
                  <a:gd name="T53" fmla="*/ 8 h 52"/>
                  <a:gd name="T54" fmla="*/ 14 w 29"/>
                  <a:gd name="T55" fmla="*/ 11 h 52"/>
                  <a:gd name="T56" fmla="*/ 18 w 29"/>
                  <a:gd name="T57" fmla="*/ 12 h 52"/>
                  <a:gd name="T58" fmla="*/ 21 w 29"/>
                  <a:gd name="T59" fmla="*/ 15 h 52"/>
                  <a:gd name="T60" fmla="*/ 23 w 29"/>
                  <a:gd name="T61" fmla="*/ 19 h 52"/>
                  <a:gd name="T62" fmla="*/ 27 w 29"/>
                  <a:gd name="T63" fmla="*/ 23 h 52"/>
                  <a:gd name="T64" fmla="*/ 29 w 29"/>
                  <a:gd name="T65" fmla="*/ 27 h 52"/>
                  <a:gd name="T66" fmla="*/ 29 w 29"/>
                  <a:gd name="T67" fmla="*/ 32 h 52"/>
                  <a:gd name="T68" fmla="*/ 28 w 29"/>
                  <a:gd name="T69" fmla="*/ 37 h 52"/>
                  <a:gd name="T70" fmla="*/ 26 w 29"/>
                  <a:gd name="T71" fmla="*/ 42 h 52"/>
                  <a:gd name="T72" fmla="*/ 24 w 29"/>
                  <a:gd name="T73" fmla="*/ 46 h 52"/>
                  <a:gd name="T74" fmla="*/ 22 w 29"/>
                  <a:gd name="T75" fmla="*/ 49 h 52"/>
                  <a:gd name="T76" fmla="*/ 18 w 29"/>
                  <a:gd name="T77" fmla="*/ 44 h 52"/>
                  <a:gd name="T78" fmla="*/ 14 w 29"/>
                  <a:gd name="T79" fmla="*/ 38 h 52"/>
                  <a:gd name="T80" fmla="*/ 12 w 29"/>
                  <a:gd name="T81" fmla="*/ 36 h 52"/>
                  <a:gd name="T82" fmla="*/ 11 w 29"/>
                  <a:gd name="T83" fmla="*/ 33 h 52"/>
                  <a:gd name="T84" fmla="*/ 10 w 29"/>
                  <a:gd name="T85" fmla="*/ 31 h 52"/>
                  <a:gd name="T86" fmla="*/ 10 w 29"/>
                  <a:gd name="T87" fmla="*/ 2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" h="52">
                    <a:moveTo>
                      <a:pt x="10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8"/>
                      <a:pt x="8" y="28"/>
                    </a:cubicBezTo>
                    <a:cubicBezTo>
                      <a:pt x="8" y="28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1"/>
                      <a:pt x="3" y="3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" y="30"/>
                      <a:pt x="1" y="30"/>
                      <a:pt x="1" y="29"/>
                    </a:cubicBezTo>
                    <a:cubicBezTo>
                      <a:pt x="0" y="29"/>
                      <a:pt x="0" y="28"/>
                      <a:pt x="0" y="27"/>
                    </a:cubicBezTo>
                    <a:cubicBezTo>
                      <a:pt x="0" y="26"/>
                      <a:pt x="0" y="24"/>
                      <a:pt x="0" y="23"/>
                    </a:cubicBezTo>
                    <a:cubicBezTo>
                      <a:pt x="0" y="22"/>
                      <a:pt x="1" y="22"/>
                      <a:pt x="1" y="21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2" y="18"/>
                      <a:pt x="2" y="17"/>
                      <a:pt x="2" y="17"/>
                    </a:cubicBezTo>
                    <a:cubicBezTo>
                      <a:pt x="2" y="16"/>
                      <a:pt x="2" y="15"/>
                      <a:pt x="2" y="13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5"/>
                      <a:pt x="8" y="7"/>
                      <a:pt x="9" y="8"/>
                    </a:cubicBezTo>
                    <a:cubicBezTo>
                      <a:pt x="10" y="9"/>
                      <a:pt x="12" y="10"/>
                      <a:pt x="14" y="11"/>
                    </a:cubicBezTo>
                    <a:cubicBezTo>
                      <a:pt x="15" y="11"/>
                      <a:pt x="17" y="11"/>
                      <a:pt x="18" y="12"/>
                    </a:cubicBezTo>
                    <a:cubicBezTo>
                      <a:pt x="19" y="13"/>
                      <a:pt x="20" y="14"/>
                      <a:pt x="21" y="15"/>
                    </a:cubicBezTo>
                    <a:cubicBezTo>
                      <a:pt x="21" y="17"/>
                      <a:pt x="22" y="18"/>
                      <a:pt x="23" y="19"/>
                    </a:cubicBezTo>
                    <a:cubicBezTo>
                      <a:pt x="24" y="20"/>
                      <a:pt x="26" y="21"/>
                      <a:pt x="27" y="23"/>
                    </a:cubicBezTo>
                    <a:cubicBezTo>
                      <a:pt x="28" y="24"/>
                      <a:pt x="29" y="25"/>
                      <a:pt x="29" y="27"/>
                    </a:cubicBezTo>
                    <a:cubicBezTo>
                      <a:pt x="29" y="28"/>
                      <a:pt x="29" y="30"/>
                      <a:pt x="29" y="32"/>
                    </a:cubicBezTo>
                    <a:cubicBezTo>
                      <a:pt x="29" y="34"/>
                      <a:pt x="29" y="35"/>
                      <a:pt x="28" y="37"/>
                    </a:cubicBezTo>
                    <a:cubicBezTo>
                      <a:pt x="28" y="39"/>
                      <a:pt x="27" y="40"/>
                      <a:pt x="26" y="42"/>
                    </a:cubicBezTo>
                    <a:cubicBezTo>
                      <a:pt x="25" y="43"/>
                      <a:pt x="24" y="44"/>
                      <a:pt x="24" y="46"/>
                    </a:cubicBezTo>
                    <a:cubicBezTo>
                      <a:pt x="23" y="47"/>
                      <a:pt x="23" y="48"/>
                      <a:pt x="22" y="49"/>
                    </a:cubicBezTo>
                    <a:cubicBezTo>
                      <a:pt x="20" y="52"/>
                      <a:pt x="18" y="46"/>
                      <a:pt x="18" y="44"/>
                    </a:cubicBezTo>
                    <a:cubicBezTo>
                      <a:pt x="17" y="42"/>
                      <a:pt x="15" y="40"/>
                      <a:pt x="14" y="38"/>
                    </a:cubicBezTo>
                    <a:cubicBezTo>
                      <a:pt x="13" y="37"/>
                      <a:pt x="13" y="37"/>
                      <a:pt x="12" y="36"/>
                    </a:cubicBezTo>
                    <a:cubicBezTo>
                      <a:pt x="12" y="35"/>
                      <a:pt x="11" y="34"/>
                      <a:pt x="11" y="33"/>
                    </a:cubicBezTo>
                    <a:cubicBezTo>
                      <a:pt x="11" y="32"/>
                      <a:pt x="11" y="32"/>
                      <a:pt x="10" y="31"/>
                    </a:cubicBezTo>
                    <a:cubicBezTo>
                      <a:pt x="10" y="30"/>
                      <a:pt x="10" y="30"/>
                      <a:pt x="10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8" name="Freeform 3336">
                <a:extLst>
                  <a:ext uri="{FF2B5EF4-FFF2-40B4-BE49-F238E27FC236}">
                    <a16:creationId xmlns:a16="http://schemas.microsoft.com/office/drawing/2014/main" id="{9E33559E-01A9-48AF-A24E-E634D9530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0"/>
                <a:ext cx="4" cy="3"/>
              </a:xfrm>
              <a:custGeom>
                <a:avLst/>
                <a:gdLst>
                  <a:gd name="T0" fmla="*/ 5 w 9"/>
                  <a:gd name="T1" fmla="*/ 8 h 8"/>
                  <a:gd name="T2" fmla="*/ 3 w 9"/>
                  <a:gd name="T3" fmla="*/ 7 h 8"/>
                  <a:gd name="T4" fmla="*/ 1 w 9"/>
                  <a:gd name="T5" fmla="*/ 6 h 8"/>
                  <a:gd name="T6" fmla="*/ 0 w 9"/>
                  <a:gd name="T7" fmla="*/ 3 h 8"/>
                  <a:gd name="T8" fmla="*/ 0 w 9"/>
                  <a:gd name="T9" fmla="*/ 0 h 8"/>
                  <a:gd name="T10" fmla="*/ 3 w 9"/>
                  <a:gd name="T11" fmla="*/ 0 h 8"/>
                  <a:gd name="T12" fmla="*/ 4 w 9"/>
                  <a:gd name="T13" fmla="*/ 0 h 8"/>
                  <a:gd name="T14" fmla="*/ 6 w 9"/>
                  <a:gd name="T15" fmla="*/ 2 h 8"/>
                  <a:gd name="T16" fmla="*/ 7 w 9"/>
                  <a:gd name="T17" fmla="*/ 4 h 8"/>
                  <a:gd name="T18" fmla="*/ 7 w 9"/>
                  <a:gd name="T19" fmla="*/ 7 h 8"/>
                  <a:gd name="T20" fmla="*/ 5 w 9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4" y="8"/>
                      <a:pt x="4" y="7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5"/>
                      <a:pt x="9" y="6"/>
                      <a:pt x="7" y="7"/>
                    </a:cubicBezTo>
                    <a:cubicBezTo>
                      <a:pt x="7" y="8"/>
                      <a:pt x="6" y="8"/>
                      <a:pt x="5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9" name="Freeform 3337">
                <a:extLst>
                  <a:ext uri="{FF2B5EF4-FFF2-40B4-BE49-F238E27FC236}">
                    <a16:creationId xmlns:a16="http://schemas.microsoft.com/office/drawing/2014/main" id="{91AA668A-6AA7-4911-9440-4E2393380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254"/>
                <a:ext cx="3" cy="5"/>
              </a:xfrm>
              <a:custGeom>
                <a:avLst/>
                <a:gdLst>
                  <a:gd name="T0" fmla="*/ 1 w 7"/>
                  <a:gd name="T1" fmla="*/ 4 h 14"/>
                  <a:gd name="T2" fmla="*/ 1 w 7"/>
                  <a:gd name="T3" fmla="*/ 1 h 14"/>
                  <a:gd name="T4" fmla="*/ 5 w 7"/>
                  <a:gd name="T5" fmla="*/ 0 h 14"/>
                  <a:gd name="T6" fmla="*/ 6 w 7"/>
                  <a:gd name="T7" fmla="*/ 5 h 14"/>
                  <a:gd name="T8" fmla="*/ 6 w 7"/>
                  <a:gd name="T9" fmla="*/ 6 h 14"/>
                  <a:gd name="T10" fmla="*/ 7 w 7"/>
                  <a:gd name="T11" fmla="*/ 7 h 14"/>
                  <a:gd name="T12" fmla="*/ 7 w 7"/>
                  <a:gd name="T13" fmla="*/ 10 h 14"/>
                  <a:gd name="T14" fmla="*/ 7 w 7"/>
                  <a:gd name="T15" fmla="*/ 12 h 14"/>
                  <a:gd name="T16" fmla="*/ 5 w 7"/>
                  <a:gd name="T17" fmla="*/ 14 h 14"/>
                  <a:gd name="T18" fmla="*/ 2 w 7"/>
                  <a:gd name="T19" fmla="*/ 13 h 14"/>
                  <a:gd name="T20" fmla="*/ 1 w 7"/>
                  <a:gd name="T21" fmla="*/ 11 h 14"/>
                  <a:gd name="T22" fmla="*/ 1 w 7"/>
                  <a:gd name="T23" fmla="*/ 8 h 14"/>
                  <a:gd name="T24" fmla="*/ 1 w 7"/>
                  <a:gd name="T2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1" y="4"/>
                    </a:moveTo>
                    <a:cubicBezTo>
                      <a:pt x="1" y="3"/>
                      <a:pt x="1" y="2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4"/>
                      <a:pt x="7" y="14"/>
                      <a:pt x="5" y="14"/>
                    </a:cubicBezTo>
                    <a:cubicBezTo>
                      <a:pt x="4" y="14"/>
                      <a:pt x="3" y="13"/>
                      <a:pt x="2" y="13"/>
                    </a:cubicBezTo>
                    <a:cubicBezTo>
                      <a:pt x="2" y="12"/>
                      <a:pt x="1" y="12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7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0" name="Freeform 3338">
                <a:extLst>
                  <a:ext uri="{FF2B5EF4-FFF2-40B4-BE49-F238E27FC236}">
                    <a16:creationId xmlns:a16="http://schemas.microsoft.com/office/drawing/2014/main" id="{257FF392-AFDB-4ACF-9396-9DCEBF5AE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226"/>
                <a:ext cx="7" cy="4"/>
              </a:xfrm>
              <a:custGeom>
                <a:avLst/>
                <a:gdLst>
                  <a:gd name="T0" fmla="*/ 10 w 19"/>
                  <a:gd name="T1" fmla="*/ 8 h 10"/>
                  <a:gd name="T2" fmla="*/ 8 w 19"/>
                  <a:gd name="T3" fmla="*/ 8 h 10"/>
                  <a:gd name="T4" fmla="*/ 7 w 19"/>
                  <a:gd name="T5" fmla="*/ 7 h 10"/>
                  <a:gd name="T6" fmla="*/ 5 w 19"/>
                  <a:gd name="T7" fmla="*/ 6 h 10"/>
                  <a:gd name="T8" fmla="*/ 3 w 19"/>
                  <a:gd name="T9" fmla="*/ 6 h 10"/>
                  <a:gd name="T10" fmla="*/ 1 w 19"/>
                  <a:gd name="T11" fmla="*/ 4 h 10"/>
                  <a:gd name="T12" fmla="*/ 0 w 19"/>
                  <a:gd name="T13" fmla="*/ 2 h 10"/>
                  <a:gd name="T14" fmla="*/ 2 w 19"/>
                  <a:gd name="T15" fmla="*/ 1 h 10"/>
                  <a:gd name="T16" fmla="*/ 8 w 19"/>
                  <a:gd name="T17" fmla="*/ 1 h 10"/>
                  <a:gd name="T18" fmla="*/ 13 w 19"/>
                  <a:gd name="T19" fmla="*/ 3 h 10"/>
                  <a:gd name="T20" fmla="*/ 14 w 19"/>
                  <a:gd name="T21" fmla="*/ 4 h 10"/>
                  <a:gd name="T22" fmla="*/ 16 w 19"/>
                  <a:gd name="T23" fmla="*/ 5 h 10"/>
                  <a:gd name="T24" fmla="*/ 17 w 19"/>
                  <a:gd name="T25" fmla="*/ 6 h 10"/>
                  <a:gd name="T26" fmla="*/ 18 w 19"/>
                  <a:gd name="T27" fmla="*/ 7 h 10"/>
                  <a:gd name="T28" fmla="*/ 18 w 19"/>
                  <a:gd name="T29" fmla="*/ 8 h 10"/>
                  <a:gd name="T30" fmla="*/ 18 w 19"/>
                  <a:gd name="T31" fmla="*/ 9 h 10"/>
                  <a:gd name="T32" fmla="*/ 15 w 19"/>
                  <a:gd name="T33" fmla="*/ 10 h 10"/>
                  <a:gd name="T34" fmla="*/ 14 w 19"/>
                  <a:gd name="T35" fmla="*/ 9 h 10"/>
                  <a:gd name="T36" fmla="*/ 12 w 19"/>
                  <a:gd name="T37" fmla="*/ 9 h 10"/>
                  <a:gd name="T38" fmla="*/ 10 w 19"/>
                  <a:gd name="T3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10">
                    <a:moveTo>
                      <a:pt x="10" y="8"/>
                    </a:moveTo>
                    <a:cubicBezTo>
                      <a:pt x="9" y="8"/>
                      <a:pt x="8" y="8"/>
                      <a:pt x="8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1"/>
                      <a:pt x="11" y="2"/>
                      <a:pt x="13" y="3"/>
                    </a:cubicBezTo>
                    <a:cubicBezTo>
                      <a:pt x="13" y="3"/>
                      <a:pt x="13" y="4"/>
                      <a:pt x="14" y="4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6" y="10"/>
                      <a:pt x="15" y="10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1" y="9"/>
                      <a:pt x="10" y="8"/>
                      <a:pt x="10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1" name="Freeform 3339">
                <a:extLst>
                  <a:ext uri="{FF2B5EF4-FFF2-40B4-BE49-F238E27FC236}">
                    <a16:creationId xmlns:a16="http://schemas.microsoft.com/office/drawing/2014/main" id="{D3D0D7EF-536F-41D7-B240-0739AA6B9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228"/>
                <a:ext cx="18" cy="17"/>
              </a:xfrm>
              <a:custGeom>
                <a:avLst/>
                <a:gdLst>
                  <a:gd name="T0" fmla="*/ 3 w 46"/>
                  <a:gd name="T1" fmla="*/ 12 h 42"/>
                  <a:gd name="T2" fmla="*/ 2 w 46"/>
                  <a:gd name="T3" fmla="*/ 11 h 42"/>
                  <a:gd name="T4" fmla="*/ 1 w 46"/>
                  <a:gd name="T5" fmla="*/ 10 h 42"/>
                  <a:gd name="T6" fmla="*/ 0 w 46"/>
                  <a:gd name="T7" fmla="*/ 9 h 42"/>
                  <a:gd name="T8" fmla="*/ 0 w 46"/>
                  <a:gd name="T9" fmla="*/ 6 h 42"/>
                  <a:gd name="T10" fmla="*/ 0 w 46"/>
                  <a:gd name="T11" fmla="*/ 3 h 42"/>
                  <a:gd name="T12" fmla="*/ 2 w 46"/>
                  <a:gd name="T13" fmla="*/ 1 h 42"/>
                  <a:gd name="T14" fmla="*/ 4 w 46"/>
                  <a:gd name="T15" fmla="*/ 2 h 42"/>
                  <a:gd name="T16" fmla="*/ 6 w 46"/>
                  <a:gd name="T17" fmla="*/ 5 h 42"/>
                  <a:gd name="T18" fmla="*/ 10 w 46"/>
                  <a:gd name="T19" fmla="*/ 8 h 42"/>
                  <a:gd name="T20" fmla="*/ 15 w 46"/>
                  <a:gd name="T21" fmla="*/ 7 h 42"/>
                  <a:gd name="T22" fmla="*/ 20 w 46"/>
                  <a:gd name="T23" fmla="*/ 7 h 42"/>
                  <a:gd name="T24" fmla="*/ 25 w 46"/>
                  <a:gd name="T25" fmla="*/ 7 h 42"/>
                  <a:gd name="T26" fmla="*/ 27 w 46"/>
                  <a:gd name="T27" fmla="*/ 9 h 42"/>
                  <a:gd name="T28" fmla="*/ 30 w 46"/>
                  <a:gd name="T29" fmla="*/ 12 h 42"/>
                  <a:gd name="T30" fmla="*/ 33 w 46"/>
                  <a:gd name="T31" fmla="*/ 16 h 42"/>
                  <a:gd name="T32" fmla="*/ 39 w 46"/>
                  <a:gd name="T33" fmla="*/ 23 h 42"/>
                  <a:gd name="T34" fmla="*/ 44 w 46"/>
                  <a:gd name="T35" fmla="*/ 28 h 42"/>
                  <a:gd name="T36" fmla="*/ 45 w 46"/>
                  <a:gd name="T37" fmla="*/ 32 h 42"/>
                  <a:gd name="T38" fmla="*/ 43 w 46"/>
                  <a:gd name="T39" fmla="*/ 34 h 42"/>
                  <a:gd name="T40" fmla="*/ 41 w 46"/>
                  <a:gd name="T41" fmla="*/ 37 h 42"/>
                  <a:gd name="T42" fmla="*/ 38 w 46"/>
                  <a:gd name="T43" fmla="*/ 39 h 42"/>
                  <a:gd name="T44" fmla="*/ 34 w 46"/>
                  <a:gd name="T45" fmla="*/ 39 h 42"/>
                  <a:gd name="T46" fmla="*/ 30 w 46"/>
                  <a:gd name="T47" fmla="*/ 39 h 42"/>
                  <a:gd name="T48" fmla="*/ 28 w 46"/>
                  <a:gd name="T49" fmla="*/ 41 h 42"/>
                  <a:gd name="T50" fmla="*/ 22 w 46"/>
                  <a:gd name="T51" fmla="*/ 38 h 42"/>
                  <a:gd name="T52" fmla="*/ 19 w 46"/>
                  <a:gd name="T53" fmla="*/ 36 h 42"/>
                  <a:gd name="T54" fmla="*/ 15 w 46"/>
                  <a:gd name="T55" fmla="*/ 35 h 42"/>
                  <a:gd name="T56" fmla="*/ 12 w 46"/>
                  <a:gd name="T57" fmla="*/ 35 h 42"/>
                  <a:gd name="T58" fmla="*/ 9 w 46"/>
                  <a:gd name="T59" fmla="*/ 34 h 42"/>
                  <a:gd name="T60" fmla="*/ 7 w 46"/>
                  <a:gd name="T61" fmla="*/ 33 h 42"/>
                  <a:gd name="T62" fmla="*/ 6 w 46"/>
                  <a:gd name="T63" fmla="*/ 32 h 42"/>
                  <a:gd name="T64" fmla="*/ 4 w 46"/>
                  <a:gd name="T65" fmla="*/ 30 h 42"/>
                  <a:gd name="T66" fmla="*/ 3 w 46"/>
                  <a:gd name="T67" fmla="*/ 28 h 42"/>
                  <a:gd name="T68" fmla="*/ 2 w 46"/>
                  <a:gd name="T69" fmla="*/ 26 h 42"/>
                  <a:gd name="T70" fmla="*/ 0 w 46"/>
                  <a:gd name="T71" fmla="*/ 23 h 42"/>
                  <a:gd name="T72" fmla="*/ 0 w 46"/>
                  <a:gd name="T73" fmla="*/ 22 h 42"/>
                  <a:gd name="T74" fmla="*/ 1 w 46"/>
                  <a:gd name="T75" fmla="*/ 22 h 42"/>
                  <a:gd name="T76" fmla="*/ 5 w 46"/>
                  <a:gd name="T77" fmla="*/ 23 h 42"/>
                  <a:gd name="T78" fmla="*/ 7 w 46"/>
                  <a:gd name="T79" fmla="*/ 22 h 42"/>
                  <a:gd name="T80" fmla="*/ 6 w 46"/>
                  <a:gd name="T81" fmla="*/ 19 h 42"/>
                  <a:gd name="T82" fmla="*/ 5 w 46"/>
                  <a:gd name="T83" fmla="*/ 17 h 42"/>
                  <a:gd name="T84" fmla="*/ 4 w 46"/>
                  <a:gd name="T85" fmla="*/ 15 h 42"/>
                  <a:gd name="T86" fmla="*/ 4 w 46"/>
                  <a:gd name="T87" fmla="*/ 13 h 42"/>
                  <a:gd name="T88" fmla="*/ 3 w 46"/>
                  <a:gd name="T89" fmla="*/ 13 h 42"/>
                  <a:gd name="T90" fmla="*/ 3 w 46"/>
                  <a:gd name="T91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42">
                    <a:moveTo>
                      <a:pt x="3" y="12"/>
                    </a:moveTo>
                    <a:cubicBezTo>
                      <a:pt x="3" y="11"/>
                      <a:pt x="2" y="11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6"/>
                      <a:pt x="8" y="7"/>
                      <a:pt x="10" y="8"/>
                    </a:cubicBezTo>
                    <a:cubicBezTo>
                      <a:pt x="11" y="8"/>
                      <a:pt x="13" y="8"/>
                      <a:pt x="15" y="7"/>
                    </a:cubicBezTo>
                    <a:cubicBezTo>
                      <a:pt x="17" y="7"/>
                      <a:pt x="19" y="7"/>
                      <a:pt x="20" y="7"/>
                    </a:cubicBezTo>
                    <a:cubicBezTo>
                      <a:pt x="22" y="7"/>
                      <a:pt x="23" y="7"/>
                      <a:pt x="25" y="7"/>
                    </a:cubicBezTo>
                    <a:cubicBezTo>
                      <a:pt x="26" y="8"/>
                      <a:pt x="26" y="8"/>
                      <a:pt x="27" y="9"/>
                    </a:cubicBezTo>
                    <a:cubicBezTo>
                      <a:pt x="28" y="10"/>
                      <a:pt x="29" y="11"/>
                      <a:pt x="30" y="12"/>
                    </a:cubicBezTo>
                    <a:cubicBezTo>
                      <a:pt x="31" y="13"/>
                      <a:pt x="32" y="15"/>
                      <a:pt x="33" y="16"/>
                    </a:cubicBezTo>
                    <a:cubicBezTo>
                      <a:pt x="35" y="19"/>
                      <a:pt x="36" y="21"/>
                      <a:pt x="39" y="23"/>
                    </a:cubicBezTo>
                    <a:cubicBezTo>
                      <a:pt x="40" y="25"/>
                      <a:pt x="42" y="26"/>
                      <a:pt x="44" y="28"/>
                    </a:cubicBezTo>
                    <a:cubicBezTo>
                      <a:pt x="44" y="29"/>
                      <a:pt x="46" y="31"/>
                      <a:pt x="45" y="32"/>
                    </a:cubicBezTo>
                    <a:cubicBezTo>
                      <a:pt x="45" y="33"/>
                      <a:pt x="44" y="34"/>
                      <a:pt x="43" y="34"/>
                    </a:cubicBezTo>
                    <a:cubicBezTo>
                      <a:pt x="42" y="35"/>
                      <a:pt x="41" y="36"/>
                      <a:pt x="41" y="37"/>
                    </a:cubicBezTo>
                    <a:cubicBezTo>
                      <a:pt x="40" y="38"/>
                      <a:pt x="39" y="38"/>
                      <a:pt x="38" y="39"/>
                    </a:cubicBezTo>
                    <a:cubicBezTo>
                      <a:pt x="37" y="39"/>
                      <a:pt x="36" y="39"/>
                      <a:pt x="34" y="39"/>
                    </a:cubicBezTo>
                    <a:cubicBezTo>
                      <a:pt x="33" y="39"/>
                      <a:pt x="32" y="39"/>
                      <a:pt x="30" y="39"/>
                    </a:cubicBezTo>
                    <a:cubicBezTo>
                      <a:pt x="29" y="40"/>
                      <a:pt x="29" y="41"/>
                      <a:pt x="28" y="41"/>
                    </a:cubicBezTo>
                    <a:cubicBezTo>
                      <a:pt x="25" y="42"/>
                      <a:pt x="23" y="40"/>
                      <a:pt x="22" y="38"/>
                    </a:cubicBezTo>
                    <a:cubicBezTo>
                      <a:pt x="21" y="37"/>
                      <a:pt x="20" y="37"/>
                      <a:pt x="19" y="36"/>
                    </a:cubicBezTo>
                    <a:cubicBezTo>
                      <a:pt x="17" y="36"/>
                      <a:pt x="16" y="35"/>
                      <a:pt x="15" y="35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11" y="34"/>
                      <a:pt x="10" y="34"/>
                      <a:pt x="9" y="34"/>
                    </a:cubicBezTo>
                    <a:cubicBezTo>
                      <a:pt x="9" y="33"/>
                      <a:pt x="8" y="33"/>
                      <a:pt x="7" y="33"/>
                    </a:cubicBezTo>
                    <a:cubicBezTo>
                      <a:pt x="7" y="33"/>
                      <a:pt x="6" y="32"/>
                      <a:pt x="6" y="32"/>
                    </a:cubicBezTo>
                    <a:cubicBezTo>
                      <a:pt x="5" y="32"/>
                      <a:pt x="4" y="31"/>
                      <a:pt x="4" y="30"/>
                    </a:cubicBezTo>
                    <a:cubicBezTo>
                      <a:pt x="4" y="30"/>
                      <a:pt x="4" y="29"/>
                      <a:pt x="3" y="28"/>
                    </a:cubicBezTo>
                    <a:cubicBezTo>
                      <a:pt x="3" y="27"/>
                      <a:pt x="2" y="27"/>
                      <a:pt x="2" y="26"/>
                    </a:cubicBezTo>
                    <a:cubicBezTo>
                      <a:pt x="1" y="25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3" y="22"/>
                      <a:pt x="4" y="23"/>
                      <a:pt x="5" y="23"/>
                    </a:cubicBezTo>
                    <a:cubicBezTo>
                      <a:pt x="6" y="23"/>
                      <a:pt x="7" y="23"/>
                      <a:pt x="7" y="22"/>
                    </a:cubicBezTo>
                    <a:cubicBezTo>
                      <a:pt x="7" y="21"/>
                      <a:pt x="6" y="20"/>
                      <a:pt x="6" y="19"/>
                    </a:cubicBezTo>
                    <a:cubicBezTo>
                      <a:pt x="5" y="18"/>
                      <a:pt x="5" y="18"/>
                      <a:pt x="5" y="17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4" y="14"/>
                      <a:pt x="4" y="14"/>
                      <a:pt x="4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2" name="Freeform 3340">
                <a:extLst>
                  <a:ext uri="{FF2B5EF4-FFF2-40B4-BE49-F238E27FC236}">
                    <a16:creationId xmlns:a16="http://schemas.microsoft.com/office/drawing/2014/main" id="{6BDE86A9-E235-4FBC-B9F9-8AA76090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230"/>
                <a:ext cx="6" cy="6"/>
              </a:xfrm>
              <a:custGeom>
                <a:avLst/>
                <a:gdLst>
                  <a:gd name="T0" fmla="*/ 1 w 15"/>
                  <a:gd name="T1" fmla="*/ 6 h 14"/>
                  <a:gd name="T2" fmla="*/ 1 w 15"/>
                  <a:gd name="T3" fmla="*/ 5 h 14"/>
                  <a:gd name="T4" fmla="*/ 3 w 15"/>
                  <a:gd name="T5" fmla="*/ 4 h 14"/>
                  <a:gd name="T6" fmla="*/ 5 w 15"/>
                  <a:gd name="T7" fmla="*/ 4 h 14"/>
                  <a:gd name="T8" fmla="*/ 7 w 15"/>
                  <a:gd name="T9" fmla="*/ 3 h 14"/>
                  <a:gd name="T10" fmla="*/ 8 w 15"/>
                  <a:gd name="T11" fmla="*/ 2 h 14"/>
                  <a:gd name="T12" fmla="*/ 9 w 15"/>
                  <a:gd name="T13" fmla="*/ 1 h 14"/>
                  <a:gd name="T14" fmla="*/ 12 w 15"/>
                  <a:gd name="T15" fmla="*/ 1 h 14"/>
                  <a:gd name="T16" fmla="*/ 13 w 15"/>
                  <a:gd name="T17" fmla="*/ 1 h 14"/>
                  <a:gd name="T18" fmla="*/ 14 w 15"/>
                  <a:gd name="T19" fmla="*/ 2 h 14"/>
                  <a:gd name="T20" fmla="*/ 15 w 15"/>
                  <a:gd name="T21" fmla="*/ 3 h 14"/>
                  <a:gd name="T22" fmla="*/ 14 w 15"/>
                  <a:gd name="T23" fmla="*/ 7 h 14"/>
                  <a:gd name="T24" fmla="*/ 9 w 15"/>
                  <a:gd name="T25" fmla="*/ 9 h 14"/>
                  <a:gd name="T26" fmla="*/ 7 w 15"/>
                  <a:gd name="T27" fmla="*/ 12 h 14"/>
                  <a:gd name="T28" fmla="*/ 5 w 15"/>
                  <a:gd name="T29" fmla="*/ 13 h 14"/>
                  <a:gd name="T30" fmla="*/ 3 w 15"/>
                  <a:gd name="T31" fmla="*/ 14 h 14"/>
                  <a:gd name="T32" fmla="*/ 1 w 15"/>
                  <a:gd name="T33" fmla="*/ 13 h 14"/>
                  <a:gd name="T34" fmla="*/ 0 w 15"/>
                  <a:gd name="T35" fmla="*/ 12 h 14"/>
                  <a:gd name="T36" fmla="*/ 0 w 15"/>
                  <a:gd name="T37" fmla="*/ 12 h 14"/>
                  <a:gd name="T38" fmla="*/ 0 w 15"/>
                  <a:gd name="T39" fmla="*/ 10 h 14"/>
                  <a:gd name="T40" fmla="*/ 0 w 15"/>
                  <a:gd name="T41" fmla="*/ 10 h 14"/>
                  <a:gd name="T42" fmla="*/ 1 w 15"/>
                  <a:gd name="T43" fmla="*/ 9 h 14"/>
                  <a:gd name="T44" fmla="*/ 1 w 15"/>
                  <a:gd name="T45" fmla="*/ 8 h 14"/>
                  <a:gd name="T46" fmla="*/ 1 w 15"/>
                  <a:gd name="T4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4">
                    <a:moveTo>
                      <a:pt x="1" y="6"/>
                    </a:moveTo>
                    <a:cubicBezTo>
                      <a:pt x="1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1" y="0"/>
                      <a:pt x="12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5" y="6"/>
                      <a:pt x="14" y="7"/>
                    </a:cubicBezTo>
                    <a:cubicBezTo>
                      <a:pt x="13" y="8"/>
                      <a:pt x="11" y="9"/>
                      <a:pt x="9" y="9"/>
                    </a:cubicBezTo>
                    <a:cubicBezTo>
                      <a:pt x="8" y="10"/>
                      <a:pt x="7" y="11"/>
                      <a:pt x="7" y="12"/>
                    </a:cubicBezTo>
                    <a:cubicBezTo>
                      <a:pt x="6" y="12"/>
                      <a:pt x="6" y="13"/>
                      <a:pt x="5" y="13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1" y="13"/>
                      <a:pt x="0" y="13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3" name="Freeform 3341">
                <a:extLst>
                  <a:ext uri="{FF2B5EF4-FFF2-40B4-BE49-F238E27FC236}">
                    <a16:creationId xmlns:a16="http://schemas.microsoft.com/office/drawing/2014/main" id="{49DF49BA-AF39-496A-B3A1-07D6CE916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225"/>
                <a:ext cx="6" cy="4"/>
              </a:xfrm>
              <a:custGeom>
                <a:avLst/>
                <a:gdLst>
                  <a:gd name="T0" fmla="*/ 1 w 15"/>
                  <a:gd name="T1" fmla="*/ 9 h 10"/>
                  <a:gd name="T2" fmla="*/ 1 w 15"/>
                  <a:gd name="T3" fmla="*/ 7 h 10"/>
                  <a:gd name="T4" fmla="*/ 2 w 15"/>
                  <a:gd name="T5" fmla="*/ 6 h 10"/>
                  <a:gd name="T6" fmla="*/ 3 w 15"/>
                  <a:gd name="T7" fmla="*/ 5 h 10"/>
                  <a:gd name="T8" fmla="*/ 3 w 15"/>
                  <a:gd name="T9" fmla="*/ 4 h 10"/>
                  <a:gd name="T10" fmla="*/ 3 w 15"/>
                  <a:gd name="T11" fmla="*/ 3 h 10"/>
                  <a:gd name="T12" fmla="*/ 3 w 15"/>
                  <a:gd name="T13" fmla="*/ 2 h 10"/>
                  <a:gd name="T14" fmla="*/ 4 w 15"/>
                  <a:gd name="T15" fmla="*/ 2 h 10"/>
                  <a:gd name="T16" fmla="*/ 4 w 15"/>
                  <a:gd name="T17" fmla="*/ 1 h 10"/>
                  <a:gd name="T18" fmla="*/ 5 w 15"/>
                  <a:gd name="T19" fmla="*/ 0 h 10"/>
                  <a:gd name="T20" fmla="*/ 9 w 15"/>
                  <a:gd name="T21" fmla="*/ 0 h 10"/>
                  <a:gd name="T22" fmla="*/ 10 w 15"/>
                  <a:gd name="T23" fmla="*/ 1 h 10"/>
                  <a:gd name="T24" fmla="*/ 11 w 15"/>
                  <a:gd name="T25" fmla="*/ 2 h 10"/>
                  <a:gd name="T26" fmla="*/ 13 w 15"/>
                  <a:gd name="T27" fmla="*/ 5 h 10"/>
                  <a:gd name="T28" fmla="*/ 14 w 15"/>
                  <a:gd name="T29" fmla="*/ 6 h 10"/>
                  <a:gd name="T30" fmla="*/ 15 w 15"/>
                  <a:gd name="T31" fmla="*/ 7 h 10"/>
                  <a:gd name="T32" fmla="*/ 15 w 15"/>
                  <a:gd name="T33" fmla="*/ 8 h 10"/>
                  <a:gd name="T34" fmla="*/ 14 w 15"/>
                  <a:gd name="T35" fmla="*/ 9 h 10"/>
                  <a:gd name="T36" fmla="*/ 13 w 15"/>
                  <a:gd name="T37" fmla="*/ 10 h 10"/>
                  <a:gd name="T38" fmla="*/ 9 w 15"/>
                  <a:gd name="T39" fmla="*/ 10 h 10"/>
                  <a:gd name="T40" fmla="*/ 8 w 15"/>
                  <a:gd name="T41" fmla="*/ 10 h 10"/>
                  <a:gd name="T42" fmla="*/ 8 w 15"/>
                  <a:gd name="T43" fmla="*/ 10 h 10"/>
                  <a:gd name="T44" fmla="*/ 7 w 15"/>
                  <a:gd name="T45" fmla="*/ 10 h 10"/>
                  <a:gd name="T46" fmla="*/ 6 w 15"/>
                  <a:gd name="T47" fmla="*/ 10 h 10"/>
                  <a:gd name="T48" fmla="*/ 3 w 15"/>
                  <a:gd name="T49" fmla="*/ 10 h 10"/>
                  <a:gd name="T50" fmla="*/ 2 w 15"/>
                  <a:gd name="T51" fmla="*/ 9 h 10"/>
                  <a:gd name="T52" fmla="*/ 1 w 15"/>
                  <a:gd name="T5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" h="10">
                    <a:moveTo>
                      <a:pt x="1" y="9"/>
                    </a:moveTo>
                    <a:cubicBezTo>
                      <a:pt x="1" y="8"/>
                      <a:pt x="0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3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6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5" y="7"/>
                      <a:pt x="15" y="7"/>
                      <a:pt x="15" y="8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4" y="9"/>
                      <a:pt x="13" y="10"/>
                      <a:pt x="13" y="10"/>
                    </a:cubicBezTo>
                    <a:cubicBezTo>
                      <a:pt x="12" y="10"/>
                      <a:pt x="11" y="10"/>
                      <a:pt x="9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4" y="10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4" name="Freeform 3342">
                <a:extLst>
                  <a:ext uri="{FF2B5EF4-FFF2-40B4-BE49-F238E27FC236}">
                    <a16:creationId xmlns:a16="http://schemas.microsoft.com/office/drawing/2014/main" id="{14E81EA3-3032-4B53-8C6C-E95074C45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217"/>
                <a:ext cx="6" cy="15"/>
              </a:xfrm>
              <a:custGeom>
                <a:avLst/>
                <a:gdLst>
                  <a:gd name="T0" fmla="*/ 1 w 14"/>
                  <a:gd name="T1" fmla="*/ 22 h 37"/>
                  <a:gd name="T2" fmla="*/ 1 w 14"/>
                  <a:gd name="T3" fmla="*/ 16 h 37"/>
                  <a:gd name="T4" fmla="*/ 0 w 14"/>
                  <a:gd name="T5" fmla="*/ 7 h 37"/>
                  <a:gd name="T6" fmla="*/ 0 w 14"/>
                  <a:gd name="T7" fmla="*/ 3 h 37"/>
                  <a:gd name="T8" fmla="*/ 0 w 14"/>
                  <a:gd name="T9" fmla="*/ 1 h 37"/>
                  <a:gd name="T10" fmla="*/ 3 w 14"/>
                  <a:gd name="T11" fmla="*/ 0 h 37"/>
                  <a:gd name="T12" fmla="*/ 6 w 14"/>
                  <a:gd name="T13" fmla="*/ 2 h 37"/>
                  <a:gd name="T14" fmla="*/ 8 w 14"/>
                  <a:gd name="T15" fmla="*/ 7 h 37"/>
                  <a:gd name="T16" fmla="*/ 8 w 14"/>
                  <a:gd name="T17" fmla="*/ 11 h 37"/>
                  <a:gd name="T18" fmla="*/ 9 w 14"/>
                  <a:gd name="T19" fmla="*/ 15 h 37"/>
                  <a:gd name="T20" fmla="*/ 10 w 14"/>
                  <a:gd name="T21" fmla="*/ 20 h 37"/>
                  <a:gd name="T22" fmla="*/ 11 w 14"/>
                  <a:gd name="T23" fmla="*/ 23 h 37"/>
                  <a:gd name="T24" fmla="*/ 11 w 14"/>
                  <a:gd name="T25" fmla="*/ 24 h 37"/>
                  <a:gd name="T26" fmla="*/ 13 w 14"/>
                  <a:gd name="T27" fmla="*/ 26 h 37"/>
                  <a:gd name="T28" fmla="*/ 14 w 14"/>
                  <a:gd name="T29" fmla="*/ 30 h 37"/>
                  <a:gd name="T30" fmla="*/ 11 w 14"/>
                  <a:gd name="T31" fmla="*/ 35 h 37"/>
                  <a:gd name="T32" fmla="*/ 7 w 14"/>
                  <a:gd name="T33" fmla="*/ 37 h 37"/>
                  <a:gd name="T34" fmla="*/ 4 w 14"/>
                  <a:gd name="T35" fmla="*/ 35 h 37"/>
                  <a:gd name="T36" fmla="*/ 2 w 14"/>
                  <a:gd name="T37" fmla="*/ 31 h 37"/>
                  <a:gd name="T38" fmla="*/ 2 w 14"/>
                  <a:gd name="T39" fmla="*/ 29 h 37"/>
                  <a:gd name="T40" fmla="*/ 1 w 14"/>
                  <a:gd name="T41" fmla="*/ 27 h 37"/>
                  <a:gd name="T42" fmla="*/ 1 w 14"/>
                  <a:gd name="T43" fmla="*/ 24 h 37"/>
                  <a:gd name="T44" fmla="*/ 1 w 14"/>
                  <a:gd name="T45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37">
                    <a:moveTo>
                      <a:pt x="1" y="22"/>
                    </a:moveTo>
                    <a:cubicBezTo>
                      <a:pt x="1" y="20"/>
                      <a:pt x="1" y="18"/>
                      <a:pt x="1" y="16"/>
                    </a:cubicBezTo>
                    <a:cubicBezTo>
                      <a:pt x="1" y="13"/>
                      <a:pt x="0" y="10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3"/>
                      <a:pt x="8" y="5"/>
                      <a:pt x="8" y="7"/>
                    </a:cubicBezTo>
                    <a:cubicBezTo>
                      <a:pt x="8" y="8"/>
                      <a:pt x="8" y="10"/>
                      <a:pt x="8" y="11"/>
                    </a:cubicBezTo>
                    <a:cubicBezTo>
                      <a:pt x="8" y="13"/>
                      <a:pt x="9" y="14"/>
                      <a:pt x="9" y="15"/>
                    </a:cubicBezTo>
                    <a:cubicBezTo>
                      <a:pt x="10" y="17"/>
                      <a:pt x="10" y="18"/>
                      <a:pt x="10" y="20"/>
                    </a:cubicBezTo>
                    <a:cubicBezTo>
                      <a:pt x="10" y="21"/>
                      <a:pt x="10" y="22"/>
                      <a:pt x="11" y="23"/>
                    </a:cubicBezTo>
                    <a:cubicBezTo>
                      <a:pt x="11" y="23"/>
                      <a:pt x="11" y="24"/>
                      <a:pt x="11" y="24"/>
                    </a:cubicBezTo>
                    <a:cubicBezTo>
                      <a:pt x="12" y="25"/>
                      <a:pt x="12" y="25"/>
                      <a:pt x="13" y="26"/>
                    </a:cubicBezTo>
                    <a:cubicBezTo>
                      <a:pt x="14" y="27"/>
                      <a:pt x="14" y="28"/>
                      <a:pt x="14" y="30"/>
                    </a:cubicBezTo>
                    <a:cubicBezTo>
                      <a:pt x="13" y="31"/>
                      <a:pt x="12" y="33"/>
                      <a:pt x="11" y="35"/>
                    </a:cubicBezTo>
                    <a:cubicBezTo>
                      <a:pt x="10" y="36"/>
                      <a:pt x="9" y="37"/>
                      <a:pt x="7" y="37"/>
                    </a:cubicBezTo>
                    <a:cubicBezTo>
                      <a:pt x="6" y="37"/>
                      <a:pt x="5" y="36"/>
                      <a:pt x="4" y="35"/>
                    </a:cubicBezTo>
                    <a:cubicBezTo>
                      <a:pt x="3" y="34"/>
                      <a:pt x="3" y="33"/>
                      <a:pt x="2" y="31"/>
                    </a:cubicBezTo>
                    <a:cubicBezTo>
                      <a:pt x="2" y="31"/>
                      <a:pt x="2" y="30"/>
                      <a:pt x="2" y="29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1" y="26"/>
                      <a:pt x="1" y="25"/>
                      <a:pt x="1" y="24"/>
                    </a:cubicBezTo>
                    <a:cubicBezTo>
                      <a:pt x="1" y="23"/>
                      <a:pt x="1" y="22"/>
                      <a:pt x="1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5" name="Freeform 3343">
                <a:extLst>
                  <a:ext uri="{FF2B5EF4-FFF2-40B4-BE49-F238E27FC236}">
                    <a16:creationId xmlns:a16="http://schemas.microsoft.com/office/drawing/2014/main" id="{66064048-6178-4128-826C-4914568C3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9"/>
                <a:ext cx="11" cy="22"/>
              </a:xfrm>
              <a:custGeom>
                <a:avLst/>
                <a:gdLst>
                  <a:gd name="T0" fmla="*/ 13 w 26"/>
                  <a:gd name="T1" fmla="*/ 22 h 55"/>
                  <a:gd name="T2" fmla="*/ 13 w 26"/>
                  <a:gd name="T3" fmla="*/ 19 h 55"/>
                  <a:gd name="T4" fmla="*/ 13 w 26"/>
                  <a:gd name="T5" fmla="*/ 11 h 55"/>
                  <a:gd name="T6" fmla="*/ 13 w 26"/>
                  <a:gd name="T7" fmla="*/ 7 h 55"/>
                  <a:gd name="T8" fmla="*/ 15 w 26"/>
                  <a:gd name="T9" fmla="*/ 3 h 55"/>
                  <a:gd name="T10" fmla="*/ 16 w 26"/>
                  <a:gd name="T11" fmla="*/ 1 h 55"/>
                  <a:gd name="T12" fmla="*/ 17 w 26"/>
                  <a:gd name="T13" fmla="*/ 2 h 55"/>
                  <a:gd name="T14" fmla="*/ 18 w 26"/>
                  <a:gd name="T15" fmla="*/ 4 h 55"/>
                  <a:gd name="T16" fmla="*/ 19 w 26"/>
                  <a:gd name="T17" fmla="*/ 8 h 55"/>
                  <a:gd name="T18" fmla="*/ 20 w 26"/>
                  <a:gd name="T19" fmla="*/ 14 h 55"/>
                  <a:gd name="T20" fmla="*/ 20 w 26"/>
                  <a:gd name="T21" fmla="*/ 19 h 55"/>
                  <a:gd name="T22" fmla="*/ 20 w 26"/>
                  <a:gd name="T23" fmla="*/ 25 h 55"/>
                  <a:gd name="T24" fmla="*/ 24 w 26"/>
                  <a:gd name="T25" fmla="*/ 30 h 55"/>
                  <a:gd name="T26" fmla="*/ 26 w 26"/>
                  <a:gd name="T27" fmla="*/ 34 h 55"/>
                  <a:gd name="T28" fmla="*/ 23 w 26"/>
                  <a:gd name="T29" fmla="*/ 38 h 55"/>
                  <a:gd name="T30" fmla="*/ 19 w 26"/>
                  <a:gd name="T31" fmla="*/ 41 h 55"/>
                  <a:gd name="T32" fmla="*/ 19 w 26"/>
                  <a:gd name="T33" fmla="*/ 46 h 55"/>
                  <a:gd name="T34" fmla="*/ 18 w 26"/>
                  <a:gd name="T35" fmla="*/ 52 h 55"/>
                  <a:gd name="T36" fmla="*/ 15 w 26"/>
                  <a:gd name="T37" fmla="*/ 54 h 55"/>
                  <a:gd name="T38" fmla="*/ 11 w 26"/>
                  <a:gd name="T39" fmla="*/ 54 h 55"/>
                  <a:gd name="T40" fmla="*/ 10 w 26"/>
                  <a:gd name="T41" fmla="*/ 51 h 55"/>
                  <a:gd name="T42" fmla="*/ 10 w 26"/>
                  <a:gd name="T43" fmla="*/ 49 h 55"/>
                  <a:gd name="T44" fmla="*/ 10 w 26"/>
                  <a:gd name="T45" fmla="*/ 48 h 55"/>
                  <a:gd name="T46" fmla="*/ 10 w 26"/>
                  <a:gd name="T47" fmla="*/ 46 h 55"/>
                  <a:gd name="T48" fmla="*/ 10 w 26"/>
                  <a:gd name="T49" fmla="*/ 44 h 55"/>
                  <a:gd name="T50" fmla="*/ 9 w 26"/>
                  <a:gd name="T51" fmla="*/ 43 h 55"/>
                  <a:gd name="T52" fmla="*/ 9 w 26"/>
                  <a:gd name="T53" fmla="*/ 43 h 55"/>
                  <a:gd name="T54" fmla="*/ 8 w 26"/>
                  <a:gd name="T55" fmla="*/ 43 h 55"/>
                  <a:gd name="T56" fmla="*/ 7 w 26"/>
                  <a:gd name="T57" fmla="*/ 44 h 55"/>
                  <a:gd name="T58" fmla="*/ 7 w 26"/>
                  <a:gd name="T59" fmla="*/ 45 h 55"/>
                  <a:gd name="T60" fmla="*/ 6 w 26"/>
                  <a:gd name="T61" fmla="*/ 47 h 55"/>
                  <a:gd name="T62" fmla="*/ 5 w 26"/>
                  <a:gd name="T63" fmla="*/ 49 h 55"/>
                  <a:gd name="T64" fmla="*/ 4 w 26"/>
                  <a:gd name="T65" fmla="*/ 49 h 55"/>
                  <a:gd name="T66" fmla="*/ 2 w 26"/>
                  <a:gd name="T67" fmla="*/ 47 h 55"/>
                  <a:gd name="T68" fmla="*/ 1 w 26"/>
                  <a:gd name="T69" fmla="*/ 46 h 55"/>
                  <a:gd name="T70" fmla="*/ 0 w 26"/>
                  <a:gd name="T71" fmla="*/ 41 h 55"/>
                  <a:gd name="T72" fmla="*/ 0 w 26"/>
                  <a:gd name="T73" fmla="*/ 38 h 55"/>
                  <a:gd name="T74" fmla="*/ 0 w 26"/>
                  <a:gd name="T75" fmla="*/ 36 h 55"/>
                  <a:gd name="T76" fmla="*/ 1 w 26"/>
                  <a:gd name="T77" fmla="*/ 35 h 55"/>
                  <a:gd name="T78" fmla="*/ 3 w 26"/>
                  <a:gd name="T79" fmla="*/ 34 h 55"/>
                  <a:gd name="T80" fmla="*/ 9 w 26"/>
                  <a:gd name="T81" fmla="*/ 31 h 55"/>
                  <a:gd name="T82" fmla="*/ 12 w 26"/>
                  <a:gd name="T83" fmla="*/ 27 h 55"/>
                  <a:gd name="T84" fmla="*/ 13 w 26"/>
                  <a:gd name="T85" fmla="*/ 2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55">
                    <a:moveTo>
                      <a:pt x="13" y="22"/>
                    </a:move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6"/>
                      <a:pt x="13" y="14"/>
                      <a:pt x="13" y="11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4" y="6"/>
                      <a:pt x="14" y="4"/>
                      <a:pt x="15" y="3"/>
                    </a:cubicBezTo>
                    <a:cubicBezTo>
                      <a:pt x="15" y="2"/>
                      <a:pt x="15" y="0"/>
                      <a:pt x="16" y="1"/>
                    </a:cubicBezTo>
                    <a:cubicBezTo>
                      <a:pt x="17" y="1"/>
                      <a:pt x="17" y="2"/>
                      <a:pt x="17" y="2"/>
                    </a:cubicBezTo>
                    <a:cubicBezTo>
                      <a:pt x="18" y="3"/>
                      <a:pt x="18" y="4"/>
                      <a:pt x="18" y="4"/>
                    </a:cubicBezTo>
                    <a:cubicBezTo>
                      <a:pt x="19" y="6"/>
                      <a:pt x="19" y="7"/>
                      <a:pt x="19" y="8"/>
                    </a:cubicBezTo>
                    <a:cubicBezTo>
                      <a:pt x="20" y="10"/>
                      <a:pt x="20" y="12"/>
                      <a:pt x="20" y="14"/>
                    </a:cubicBezTo>
                    <a:cubicBezTo>
                      <a:pt x="20" y="16"/>
                      <a:pt x="20" y="18"/>
                      <a:pt x="20" y="19"/>
                    </a:cubicBezTo>
                    <a:cubicBezTo>
                      <a:pt x="19" y="21"/>
                      <a:pt x="19" y="23"/>
                      <a:pt x="20" y="25"/>
                    </a:cubicBezTo>
                    <a:cubicBezTo>
                      <a:pt x="21" y="27"/>
                      <a:pt x="22" y="29"/>
                      <a:pt x="24" y="30"/>
                    </a:cubicBezTo>
                    <a:cubicBezTo>
                      <a:pt x="25" y="31"/>
                      <a:pt x="26" y="32"/>
                      <a:pt x="26" y="34"/>
                    </a:cubicBezTo>
                    <a:cubicBezTo>
                      <a:pt x="26" y="36"/>
                      <a:pt x="25" y="37"/>
                      <a:pt x="23" y="38"/>
                    </a:cubicBezTo>
                    <a:cubicBezTo>
                      <a:pt x="22" y="39"/>
                      <a:pt x="20" y="39"/>
                      <a:pt x="19" y="41"/>
                    </a:cubicBezTo>
                    <a:cubicBezTo>
                      <a:pt x="18" y="43"/>
                      <a:pt x="19" y="45"/>
                      <a:pt x="19" y="46"/>
                    </a:cubicBezTo>
                    <a:cubicBezTo>
                      <a:pt x="19" y="48"/>
                      <a:pt x="19" y="50"/>
                      <a:pt x="18" y="52"/>
                    </a:cubicBezTo>
                    <a:cubicBezTo>
                      <a:pt x="17" y="53"/>
                      <a:pt x="16" y="54"/>
                      <a:pt x="15" y="54"/>
                    </a:cubicBezTo>
                    <a:cubicBezTo>
                      <a:pt x="14" y="55"/>
                      <a:pt x="12" y="55"/>
                      <a:pt x="11" y="54"/>
                    </a:cubicBezTo>
                    <a:cubicBezTo>
                      <a:pt x="10" y="53"/>
                      <a:pt x="11" y="52"/>
                      <a:pt x="10" y="51"/>
                    </a:cubicBezTo>
                    <a:cubicBezTo>
                      <a:pt x="10" y="50"/>
                      <a:pt x="10" y="50"/>
                      <a:pt x="10" y="49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6"/>
                    </a:cubicBezTo>
                    <a:cubicBezTo>
                      <a:pt x="10" y="46"/>
                      <a:pt x="10" y="45"/>
                      <a:pt x="10" y="44"/>
                    </a:cubicBezTo>
                    <a:cubicBezTo>
                      <a:pt x="10" y="44"/>
                      <a:pt x="10" y="43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8" y="42"/>
                      <a:pt x="8" y="42"/>
                      <a:pt x="8" y="43"/>
                    </a:cubicBezTo>
                    <a:cubicBezTo>
                      <a:pt x="8" y="43"/>
                      <a:pt x="7" y="43"/>
                      <a:pt x="7" y="44"/>
                    </a:cubicBezTo>
                    <a:cubicBezTo>
                      <a:pt x="7" y="44"/>
                      <a:pt x="7" y="45"/>
                      <a:pt x="7" y="45"/>
                    </a:cubicBezTo>
                    <a:cubicBezTo>
                      <a:pt x="7" y="46"/>
                      <a:pt x="6" y="46"/>
                      <a:pt x="6" y="47"/>
                    </a:cubicBezTo>
                    <a:cubicBezTo>
                      <a:pt x="6" y="47"/>
                      <a:pt x="6" y="49"/>
                      <a:pt x="5" y="49"/>
                    </a:cubicBezTo>
                    <a:cubicBezTo>
                      <a:pt x="5" y="49"/>
                      <a:pt x="4" y="49"/>
                      <a:pt x="4" y="49"/>
                    </a:cubicBezTo>
                    <a:cubicBezTo>
                      <a:pt x="3" y="48"/>
                      <a:pt x="3" y="47"/>
                      <a:pt x="2" y="47"/>
                    </a:cubicBezTo>
                    <a:cubicBezTo>
                      <a:pt x="2" y="46"/>
                      <a:pt x="1" y="46"/>
                      <a:pt x="1" y="46"/>
                    </a:cubicBezTo>
                    <a:cubicBezTo>
                      <a:pt x="0" y="44"/>
                      <a:pt x="0" y="43"/>
                      <a:pt x="0" y="41"/>
                    </a:cubicBezTo>
                    <a:cubicBezTo>
                      <a:pt x="0" y="40"/>
                      <a:pt x="0" y="39"/>
                      <a:pt x="0" y="38"/>
                    </a:cubicBezTo>
                    <a:cubicBezTo>
                      <a:pt x="0" y="37"/>
                      <a:pt x="0" y="37"/>
                      <a:pt x="0" y="36"/>
                    </a:cubicBezTo>
                    <a:cubicBezTo>
                      <a:pt x="1" y="36"/>
                      <a:pt x="1" y="35"/>
                      <a:pt x="1" y="35"/>
                    </a:cubicBezTo>
                    <a:cubicBezTo>
                      <a:pt x="2" y="34"/>
                      <a:pt x="2" y="34"/>
                      <a:pt x="3" y="34"/>
                    </a:cubicBezTo>
                    <a:cubicBezTo>
                      <a:pt x="5" y="33"/>
                      <a:pt x="7" y="33"/>
                      <a:pt x="9" y="31"/>
                    </a:cubicBezTo>
                    <a:cubicBezTo>
                      <a:pt x="10" y="30"/>
                      <a:pt x="11" y="28"/>
                      <a:pt x="12" y="27"/>
                    </a:cubicBezTo>
                    <a:cubicBezTo>
                      <a:pt x="13" y="25"/>
                      <a:pt x="13" y="24"/>
                      <a:pt x="1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6" name="Freeform 3344">
                <a:extLst>
                  <a:ext uri="{FF2B5EF4-FFF2-40B4-BE49-F238E27FC236}">
                    <a16:creationId xmlns:a16="http://schemas.microsoft.com/office/drawing/2014/main" id="{3FD18A16-F8BD-4C66-B864-7A8B145F7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7"/>
                <a:ext cx="4" cy="13"/>
              </a:xfrm>
              <a:custGeom>
                <a:avLst/>
                <a:gdLst>
                  <a:gd name="T0" fmla="*/ 8 w 10"/>
                  <a:gd name="T1" fmla="*/ 27 h 32"/>
                  <a:gd name="T2" fmla="*/ 6 w 10"/>
                  <a:gd name="T3" fmla="*/ 31 h 32"/>
                  <a:gd name="T4" fmla="*/ 4 w 10"/>
                  <a:gd name="T5" fmla="*/ 31 h 32"/>
                  <a:gd name="T6" fmla="*/ 2 w 10"/>
                  <a:gd name="T7" fmla="*/ 29 h 32"/>
                  <a:gd name="T8" fmla="*/ 1 w 10"/>
                  <a:gd name="T9" fmla="*/ 23 h 32"/>
                  <a:gd name="T10" fmla="*/ 1 w 10"/>
                  <a:gd name="T11" fmla="*/ 15 h 32"/>
                  <a:gd name="T12" fmla="*/ 0 w 10"/>
                  <a:gd name="T13" fmla="*/ 12 h 32"/>
                  <a:gd name="T14" fmla="*/ 0 w 10"/>
                  <a:gd name="T15" fmla="*/ 8 h 32"/>
                  <a:gd name="T16" fmla="*/ 0 w 10"/>
                  <a:gd name="T17" fmla="*/ 5 h 32"/>
                  <a:gd name="T18" fmla="*/ 1 w 10"/>
                  <a:gd name="T19" fmla="*/ 3 h 32"/>
                  <a:gd name="T20" fmla="*/ 3 w 10"/>
                  <a:gd name="T21" fmla="*/ 0 h 32"/>
                  <a:gd name="T22" fmla="*/ 6 w 10"/>
                  <a:gd name="T23" fmla="*/ 1 h 32"/>
                  <a:gd name="T24" fmla="*/ 8 w 10"/>
                  <a:gd name="T25" fmla="*/ 4 h 32"/>
                  <a:gd name="T26" fmla="*/ 10 w 10"/>
                  <a:gd name="T27" fmla="*/ 12 h 32"/>
                  <a:gd name="T28" fmla="*/ 10 w 10"/>
                  <a:gd name="T29" fmla="*/ 14 h 32"/>
                  <a:gd name="T30" fmla="*/ 10 w 10"/>
                  <a:gd name="T31" fmla="*/ 20 h 32"/>
                  <a:gd name="T32" fmla="*/ 9 w 10"/>
                  <a:gd name="T33" fmla="*/ 21 h 32"/>
                  <a:gd name="T34" fmla="*/ 9 w 10"/>
                  <a:gd name="T35" fmla="*/ 24 h 32"/>
                  <a:gd name="T36" fmla="*/ 8 w 10"/>
                  <a:gd name="T3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32">
                    <a:moveTo>
                      <a:pt x="8" y="27"/>
                    </a:moveTo>
                    <a:cubicBezTo>
                      <a:pt x="8" y="28"/>
                      <a:pt x="8" y="32"/>
                      <a:pt x="6" y="31"/>
                    </a:cubicBezTo>
                    <a:cubicBezTo>
                      <a:pt x="5" y="31"/>
                      <a:pt x="4" y="31"/>
                      <a:pt x="4" y="31"/>
                    </a:cubicBezTo>
                    <a:cubicBezTo>
                      <a:pt x="3" y="31"/>
                      <a:pt x="3" y="30"/>
                      <a:pt x="2" y="29"/>
                    </a:cubicBezTo>
                    <a:cubicBezTo>
                      <a:pt x="1" y="27"/>
                      <a:pt x="1" y="25"/>
                      <a:pt x="1" y="23"/>
                    </a:cubicBezTo>
                    <a:cubicBezTo>
                      <a:pt x="1" y="20"/>
                      <a:pt x="1" y="18"/>
                      <a:pt x="1" y="15"/>
                    </a:cubicBezTo>
                    <a:cubicBezTo>
                      <a:pt x="1" y="14"/>
                      <a:pt x="1" y="13"/>
                      <a:pt x="0" y="12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4" y="0"/>
                      <a:pt x="6" y="0"/>
                      <a:pt x="6" y="1"/>
                    </a:cubicBezTo>
                    <a:cubicBezTo>
                      <a:pt x="7" y="2"/>
                      <a:pt x="7" y="3"/>
                      <a:pt x="8" y="4"/>
                    </a:cubicBezTo>
                    <a:cubicBezTo>
                      <a:pt x="9" y="7"/>
                      <a:pt x="9" y="10"/>
                      <a:pt x="10" y="12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6"/>
                      <a:pt x="10" y="18"/>
                      <a:pt x="10" y="20"/>
                    </a:cubicBezTo>
                    <a:cubicBezTo>
                      <a:pt x="10" y="20"/>
                      <a:pt x="9" y="21"/>
                      <a:pt x="9" y="21"/>
                    </a:cubicBezTo>
                    <a:cubicBezTo>
                      <a:pt x="9" y="22"/>
                      <a:pt x="9" y="23"/>
                      <a:pt x="9" y="24"/>
                    </a:cubicBezTo>
                    <a:cubicBezTo>
                      <a:pt x="9" y="25"/>
                      <a:pt x="8" y="26"/>
                      <a:pt x="8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7" name="Freeform 3345">
                <a:extLst>
                  <a:ext uri="{FF2B5EF4-FFF2-40B4-BE49-F238E27FC236}">
                    <a16:creationId xmlns:a16="http://schemas.microsoft.com/office/drawing/2014/main" id="{A938EFE2-DE16-4042-B10A-BD1860B54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215"/>
                <a:ext cx="4" cy="17"/>
              </a:xfrm>
              <a:custGeom>
                <a:avLst/>
                <a:gdLst>
                  <a:gd name="T0" fmla="*/ 10 w 11"/>
                  <a:gd name="T1" fmla="*/ 36 h 43"/>
                  <a:gd name="T2" fmla="*/ 11 w 11"/>
                  <a:gd name="T3" fmla="*/ 33 h 43"/>
                  <a:gd name="T4" fmla="*/ 10 w 11"/>
                  <a:gd name="T5" fmla="*/ 28 h 43"/>
                  <a:gd name="T6" fmla="*/ 9 w 11"/>
                  <a:gd name="T7" fmla="*/ 24 h 43"/>
                  <a:gd name="T8" fmla="*/ 8 w 11"/>
                  <a:gd name="T9" fmla="*/ 19 h 43"/>
                  <a:gd name="T10" fmla="*/ 7 w 11"/>
                  <a:gd name="T11" fmla="*/ 15 h 43"/>
                  <a:gd name="T12" fmla="*/ 5 w 11"/>
                  <a:gd name="T13" fmla="*/ 8 h 43"/>
                  <a:gd name="T14" fmla="*/ 5 w 11"/>
                  <a:gd name="T15" fmla="*/ 5 h 43"/>
                  <a:gd name="T16" fmla="*/ 5 w 11"/>
                  <a:gd name="T17" fmla="*/ 3 h 43"/>
                  <a:gd name="T18" fmla="*/ 2 w 11"/>
                  <a:gd name="T19" fmla="*/ 1 h 43"/>
                  <a:gd name="T20" fmla="*/ 0 w 11"/>
                  <a:gd name="T21" fmla="*/ 3 h 43"/>
                  <a:gd name="T22" fmla="*/ 0 w 11"/>
                  <a:gd name="T23" fmla="*/ 9 h 43"/>
                  <a:gd name="T24" fmla="*/ 1 w 11"/>
                  <a:gd name="T25" fmla="*/ 14 h 43"/>
                  <a:gd name="T26" fmla="*/ 1 w 11"/>
                  <a:gd name="T27" fmla="*/ 25 h 43"/>
                  <a:gd name="T28" fmla="*/ 1 w 11"/>
                  <a:gd name="T29" fmla="*/ 32 h 43"/>
                  <a:gd name="T30" fmla="*/ 1 w 11"/>
                  <a:gd name="T31" fmla="*/ 36 h 43"/>
                  <a:gd name="T32" fmla="*/ 2 w 11"/>
                  <a:gd name="T33" fmla="*/ 39 h 43"/>
                  <a:gd name="T34" fmla="*/ 3 w 11"/>
                  <a:gd name="T35" fmla="*/ 42 h 43"/>
                  <a:gd name="T36" fmla="*/ 7 w 11"/>
                  <a:gd name="T37" fmla="*/ 43 h 43"/>
                  <a:gd name="T38" fmla="*/ 9 w 11"/>
                  <a:gd name="T39" fmla="*/ 41 h 43"/>
                  <a:gd name="T40" fmla="*/ 9 w 11"/>
                  <a:gd name="T41" fmla="*/ 39 h 43"/>
                  <a:gd name="T42" fmla="*/ 10 w 11"/>
                  <a:gd name="T43" fmla="*/ 3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43">
                    <a:moveTo>
                      <a:pt x="10" y="36"/>
                    </a:moveTo>
                    <a:cubicBezTo>
                      <a:pt x="10" y="35"/>
                      <a:pt x="11" y="34"/>
                      <a:pt x="11" y="33"/>
                    </a:cubicBezTo>
                    <a:cubicBezTo>
                      <a:pt x="11" y="31"/>
                      <a:pt x="11" y="30"/>
                      <a:pt x="10" y="28"/>
                    </a:cubicBezTo>
                    <a:cubicBezTo>
                      <a:pt x="10" y="27"/>
                      <a:pt x="9" y="25"/>
                      <a:pt x="9" y="24"/>
                    </a:cubicBezTo>
                    <a:cubicBezTo>
                      <a:pt x="9" y="22"/>
                      <a:pt x="9" y="20"/>
                      <a:pt x="8" y="19"/>
                    </a:cubicBezTo>
                    <a:cubicBezTo>
                      <a:pt x="8" y="17"/>
                      <a:pt x="7" y="16"/>
                      <a:pt x="7" y="15"/>
                    </a:cubicBezTo>
                    <a:cubicBezTo>
                      <a:pt x="5" y="13"/>
                      <a:pt x="5" y="11"/>
                      <a:pt x="5" y="8"/>
                    </a:cubicBezTo>
                    <a:cubicBezTo>
                      <a:pt x="5" y="7"/>
                      <a:pt x="5" y="6"/>
                      <a:pt x="5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1" y="11"/>
                      <a:pt x="1" y="12"/>
                      <a:pt x="1" y="14"/>
                    </a:cubicBezTo>
                    <a:cubicBezTo>
                      <a:pt x="2" y="18"/>
                      <a:pt x="1" y="22"/>
                      <a:pt x="1" y="25"/>
                    </a:cubicBezTo>
                    <a:cubicBezTo>
                      <a:pt x="0" y="28"/>
                      <a:pt x="1" y="30"/>
                      <a:pt x="1" y="32"/>
                    </a:cubicBezTo>
                    <a:cubicBezTo>
                      <a:pt x="1" y="34"/>
                      <a:pt x="1" y="35"/>
                      <a:pt x="1" y="36"/>
                    </a:cubicBezTo>
                    <a:cubicBezTo>
                      <a:pt x="1" y="37"/>
                      <a:pt x="1" y="38"/>
                      <a:pt x="2" y="39"/>
                    </a:cubicBezTo>
                    <a:cubicBezTo>
                      <a:pt x="2" y="40"/>
                      <a:pt x="3" y="41"/>
                      <a:pt x="3" y="42"/>
                    </a:cubicBezTo>
                    <a:cubicBezTo>
                      <a:pt x="4" y="43"/>
                      <a:pt x="6" y="43"/>
                      <a:pt x="7" y="43"/>
                    </a:cubicBezTo>
                    <a:cubicBezTo>
                      <a:pt x="8" y="42"/>
                      <a:pt x="8" y="41"/>
                      <a:pt x="9" y="41"/>
                    </a:cubicBezTo>
                    <a:cubicBezTo>
                      <a:pt x="9" y="40"/>
                      <a:pt x="9" y="40"/>
                      <a:pt x="9" y="39"/>
                    </a:cubicBezTo>
                    <a:cubicBezTo>
                      <a:pt x="10" y="38"/>
                      <a:pt x="10" y="37"/>
                      <a:pt x="10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8" name="Freeform 3346">
                <a:extLst>
                  <a:ext uri="{FF2B5EF4-FFF2-40B4-BE49-F238E27FC236}">
                    <a16:creationId xmlns:a16="http://schemas.microsoft.com/office/drawing/2014/main" id="{B44D797F-64B6-4984-B2C9-D049E0339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215"/>
                <a:ext cx="20" cy="35"/>
              </a:xfrm>
              <a:custGeom>
                <a:avLst/>
                <a:gdLst>
                  <a:gd name="T0" fmla="*/ 31 w 50"/>
                  <a:gd name="T1" fmla="*/ 66 h 86"/>
                  <a:gd name="T2" fmla="*/ 31 w 50"/>
                  <a:gd name="T3" fmla="*/ 55 h 86"/>
                  <a:gd name="T4" fmla="*/ 31 w 50"/>
                  <a:gd name="T5" fmla="*/ 53 h 86"/>
                  <a:gd name="T6" fmla="*/ 32 w 50"/>
                  <a:gd name="T7" fmla="*/ 54 h 86"/>
                  <a:gd name="T8" fmla="*/ 34 w 50"/>
                  <a:gd name="T9" fmla="*/ 63 h 86"/>
                  <a:gd name="T10" fmla="*/ 31 w 50"/>
                  <a:gd name="T11" fmla="*/ 72 h 86"/>
                  <a:gd name="T12" fmla="*/ 29 w 50"/>
                  <a:gd name="T13" fmla="*/ 77 h 86"/>
                  <a:gd name="T14" fmla="*/ 32 w 50"/>
                  <a:gd name="T15" fmla="*/ 83 h 86"/>
                  <a:gd name="T16" fmla="*/ 35 w 50"/>
                  <a:gd name="T17" fmla="*/ 85 h 86"/>
                  <a:gd name="T18" fmla="*/ 37 w 50"/>
                  <a:gd name="T19" fmla="*/ 83 h 86"/>
                  <a:gd name="T20" fmla="*/ 40 w 50"/>
                  <a:gd name="T21" fmla="*/ 80 h 86"/>
                  <a:gd name="T22" fmla="*/ 43 w 50"/>
                  <a:gd name="T23" fmla="*/ 75 h 86"/>
                  <a:gd name="T24" fmla="*/ 43 w 50"/>
                  <a:gd name="T25" fmla="*/ 68 h 86"/>
                  <a:gd name="T26" fmla="*/ 42 w 50"/>
                  <a:gd name="T27" fmla="*/ 66 h 86"/>
                  <a:gd name="T28" fmla="*/ 44 w 50"/>
                  <a:gd name="T29" fmla="*/ 66 h 86"/>
                  <a:gd name="T30" fmla="*/ 47 w 50"/>
                  <a:gd name="T31" fmla="*/ 68 h 86"/>
                  <a:gd name="T32" fmla="*/ 49 w 50"/>
                  <a:gd name="T33" fmla="*/ 68 h 86"/>
                  <a:gd name="T34" fmla="*/ 47 w 50"/>
                  <a:gd name="T35" fmla="*/ 63 h 86"/>
                  <a:gd name="T36" fmla="*/ 42 w 50"/>
                  <a:gd name="T37" fmla="*/ 54 h 86"/>
                  <a:gd name="T38" fmla="*/ 41 w 50"/>
                  <a:gd name="T39" fmla="*/ 51 h 86"/>
                  <a:gd name="T40" fmla="*/ 40 w 50"/>
                  <a:gd name="T41" fmla="*/ 49 h 86"/>
                  <a:gd name="T42" fmla="*/ 41 w 50"/>
                  <a:gd name="T43" fmla="*/ 49 h 86"/>
                  <a:gd name="T44" fmla="*/ 44 w 50"/>
                  <a:gd name="T45" fmla="*/ 52 h 86"/>
                  <a:gd name="T46" fmla="*/ 48 w 50"/>
                  <a:gd name="T47" fmla="*/ 54 h 86"/>
                  <a:gd name="T48" fmla="*/ 49 w 50"/>
                  <a:gd name="T49" fmla="*/ 52 h 86"/>
                  <a:gd name="T50" fmla="*/ 46 w 50"/>
                  <a:gd name="T51" fmla="*/ 47 h 86"/>
                  <a:gd name="T52" fmla="*/ 42 w 50"/>
                  <a:gd name="T53" fmla="*/ 42 h 86"/>
                  <a:gd name="T54" fmla="*/ 39 w 50"/>
                  <a:gd name="T55" fmla="*/ 37 h 86"/>
                  <a:gd name="T56" fmla="*/ 41 w 50"/>
                  <a:gd name="T57" fmla="*/ 30 h 86"/>
                  <a:gd name="T58" fmla="*/ 40 w 50"/>
                  <a:gd name="T59" fmla="*/ 25 h 86"/>
                  <a:gd name="T60" fmla="*/ 37 w 50"/>
                  <a:gd name="T61" fmla="*/ 19 h 86"/>
                  <a:gd name="T62" fmla="*/ 31 w 50"/>
                  <a:gd name="T63" fmla="*/ 15 h 86"/>
                  <a:gd name="T64" fmla="*/ 26 w 50"/>
                  <a:gd name="T65" fmla="*/ 20 h 86"/>
                  <a:gd name="T66" fmla="*/ 21 w 50"/>
                  <a:gd name="T67" fmla="*/ 20 h 86"/>
                  <a:gd name="T68" fmla="*/ 23 w 50"/>
                  <a:gd name="T69" fmla="*/ 15 h 86"/>
                  <a:gd name="T70" fmla="*/ 27 w 50"/>
                  <a:gd name="T71" fmla="*/ 8 h 86"/>
                  <a:gd name="T72" fmla="*/ 25 w 50"/>
                  <a:gd name="T73" fmla="*/ 2 h 86"/>
                  <a:gd name="T74" fmla="*/ 19 w 50"/>
                  <a:gd name="T75" fmla="*/ 0 h 86"/>
                  <a:gd name="T76" fmla="*/ 12 w 50"/>
                  <a:gd name="T77" fmla="*/ 0 h 86"/>
                  <a:gd name="T78" fmla="*/ 5 w 50"/>
                  <a:gd name="T79" fmla="*/ 0 h 86"/>
                  <a:gd name="T80" fmla="*/ 1 w 50"/>
                  <a:gd name="T81" fmla="*/ 2 h 86"/>
                  <a:gd name="T82" fmla="*/ 2 w 50"/>
                  <a:gd name="T83" fmla="*/ 9 h 86"/>
                  <a:gd name="T84" fmla="*/ 5 w 50"/>
                  <a:gd name="T85" fmla="*/ 17 h 86"/>
                  <a:gd name="T86" fmla="*/ 6 w 50"/>
                  <a:gd name="T87" fmla="*/ 24 h 86"/>
                  <a:gd name="T88" fmla="*/ 10 w 50"/>
                  <a:gd name="T89" fmla="*/ 38 h 86"/>
                  <a:gd name="T90" fmla="*/ 15 w 50"/>
                  <a:gd name="T91" fmla="*/ 50 h 86"/>
                  <a:gd name="T92" fmla="*/ 18 w 50"/>
                  <a:gd name="T93" fmla="*/ 54 h 86"/>
                  <a:gd name="T94" fmla="*/ 20 w 50"/>
                  <a:gd name="T95" fmla="*/ 57 h 86"/>
                  <a:gd name="T96" fmla="*/ 21 w 50"/>
                  <a:gd name="T97" fmla="*/ 61 h 86"/>
                  <a:gd name="T98" fmla="*/ 22 w 50"/>
                  <a:gd name="T99" fmla="*/ 64 h 86"/>
                  <a:gd name="T100" fmla="*/ 23 w 50"/>
                  <a:gd name="T101" fmla="*/ 65 h 86"/>
                  <a:gd name="T102" fmla="*/ 24 w 50"/>
                  <a:gd name="T103" fmla="*/ 69 h 86"/>
                  <a:gd name="T104" fmla="*/ 27 w 50"/>
                  <a:gd name="T105" fmla="*/ 73 h 86"/>
                  <a:gd name="T106" fmla="*/ 29 w 50"/>
                  <a:gd name="T107" fmla="*/ 71 h 86"/>
                  <a:gd name="T108" fmla="*/ 30 w 50"/>
                  <a:gd name="T109" fmla="*/ 69 h 86"/>
                  <a:gd name="T110" fmla="*/ 31 w 50"/>
                  <a:gd name="T111" fmla="*/ 6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" h="86">
                    <a:moveTo>
                      <a:pt x="31" y="66"/>
                    </a:moveTo>
                    <a:cubicBezTo>
                      <a:pt x="32" y="62"/>
                      <a:pt x="32" y="59"/>
                      <a:pt x="31" y="55"/>
                    </a:cubicBezTo>
                    <a:cubicBezTo>
                      <a:pt x="31" y="55"/>
                      <a:pt x="31" y="53"/>
                      <a:pt x="31" y="53"/>
                    </a:cubicBezTo>
                    <a:cubicBezTo>
                      <a:pt x="31" y="53"/>
                      <a:pt x="32" y="54"/>
                      <a:pt x="32" y="54"/>
                    </a:cubicBezTo>
                    <a:cubicBezTo>
                      <a:pt x="34" y="56"/>
                      <a:pt x="35" y="60"/>
                      <a:pt x="34" y="63"/>
                    </a:cubicBezTo>
                    <a:cubicBezTo>
                      <a:pt x="34" y="66"/>
                      <a:pt x="33" y="69"/>
                      <a:pt x="31" y="72"/>
                    </a:cubicBezTo>
                    <a:cubicBezTo>
                      <a:pt x="30" y="74"/>
                      <a:pt x="28" y="76"/>
                      <a:pt x="29" y="77"/>
                    </a:cubicBezTo>
                    <a:cubicBezTo>
                      <a:pt x="30" y="79"/>
                      <a:pt x="31" y="81"/>
                      <a:pt x="32" y="83"/>
                    </a:cubicBezTo>
                    <a:cubicBezTo>
                      <a:pt x="32" y="84"/>
                      <a:pt x="33" y="86"/>
                      <a:pt x="35" y="85"/>
                    </a:cubicBezTo>
                    <a:cubicBezTo>
                      <a:pt x="36" y="84"/>
                      <a:pt x="36" y="83"/>
                      <a:pt x="37" y="83"/>
                    </a:cubicBezTo>
                    <a:cubicBezTo>
                      <a:pt x="38" y="82"/>
                      <a:pt x="39" y="81"/>
                      <a:pt x="40" y="80"/>
                    </a:cubicBezTo>
                    <a:cubicBezTo>
                      <a:pt x="41" y="78"/>
                      <a:pt x="43" y="77"/>
                      <a:pt x="43" y="75"/>
                    </a:cubicBezTo>
                    <a:cubicBezTo>
                      <a:pt x="44" y="73"/>
                      <a:pt x="43" y="71"/>
                      <a:pt x="43" y="68"/>
                    </a:cubicBezTo>
                    <a:cubicBezTo>
                      <a:pt x="43" y="68"/>
                      <a:pt x="42" y="66"/>
                      <a:pt x="42" y="66"/>
                    </a:cubicBezTo>
                    <a:cubicBezTo>
                      <a:pt x="43" y="65"/>
                      <a:pt x="43" y="66"/>
                      <a:pt x="44" y="66"/>
                    </a:cubicBezTo>
                    <a:cubicBezTo>
                      <a:pt x="45" y="66"/>
                      <a:pt x="46" y="67"/>
                      <a:pt x="47" y="68"/>
                    </a:cubicBezTo>
                    <a:cubicBezTo>
                      <a:pt x="47" y="68"/>
                      <a:pt x="48" y="69"/>
                      <a:pt x="49" y="68"/>
                    </a:cubicBezTo>
                    <a:cubicBezTo>
                      <a:pt x="50" y="68"/>
                      <a:pt x="47" y="63"/>
                      <a:pt x="47" y="63"/>
                    </a:cubicBezTo>
                    <a:cubicBezTo>
                      <a:pt x="45" y="60"/>
                      <a:pt x="43" y="57"/>
                      <a:pt x="42" y="54"/>
                    </a:cubicBezTo>
                    <a:cubicBezTo>
                      <a:pt x="42" y="53"/>
                      <a:pt x="41" y="52"/>
                      <a:pt x="41" y="51"/>
                    </a:cubicBezTo>
                    <a:cubicBezTo>
                      <a:pt x="40" y="50"/>
                      <a:pt x="40" y="49"/>
                      <a:pt x="40" y="49"/>
                    </a:cubicBezTo>
                    <a:cubicBezTo>
                      <a:pt x="40" y="48"/>
                      <a:pt x="41" y="49"/>
                      <a:pt x="41" y="49"/>
                    </a:cubicBezTo>
                    <a:cubicBezTo>
                      <a:pt x="42" y="50"/>
                      <a:pt x="43" y="51"/>
                      <a:pt x="44" y="52"/>
                    </a:cubicBezTo>
                    <a:cubicBezTo>
                      <a:pt x="45" y="53"/>
                      <a:pt x="46" y="54"/>
                      <a:pt x="48" y="54"/>
                    </a:cubicBezTo>
                    <a:cubicBezTo>
                      <a:pt x="49" y="54"/>
                      <a:pt x="49" y="53"/>
                      <a:pt x="49" y="52"/>
                    </a:cubicBezTo>
                    <a:cubicBezTo>
                      <a:pt x="48" y="50"/>
                      <a:pt x="47" y="48"/>
                      <a:pt x="46" y="47"/>
                    </a:cubicBezTo>
                    <a:cubicBezTo>
                      <a:pt x="45" y="45"/>
                      <a:pt x="44" y="44"/>
                      <a:pt x="42" y="42"/>
                    </a:cubicBezTo>
                    <a:cubicBezTo>
                      <a:pt x="41" y="41"/>
                      <a:pt x="39" y="39"/>
                      <a:pt x="39" y="37"/>
                    </a:cubicBezTo>
                    <a:cubicBezTo>
                      <a:pt x="40" y="35"/>
                      <a:pt x="41" y="33"/>
                      <a:pt x="41" y="30"/>
                    </a:cubicBezTo>
                    <a:cubicBezTo>
                      <a:pt x="41" y="29"/>
                      <a:pt x="41" y="27"/>
                      <a:pt x="40" y="25"/>
                    </a:cubicBezTo>
                    <a:cubicBezTo>
                      <a:pt x="39" y="23"/>
                      <a:pt x="38" y="21"/>
                      <a:pt x="37" y="19"/>
                    </a:cubicBezTo>
                    <a:cubicBezTo>
                      <a:pt x="36" y="17"/>
                      <a:pt x="34" y="15"/>
                      <a:pt x="31" y="15"/>
                    </a:cubicBezTo>
                    <a:cubicBezTo>
                      <a:pt x="29" y="16"/>
                      <a:pt x="28" y="19"/>
                      <a:pt x="26" y="20"/>
                    </a:cubicBezTo>
                    <a:cubicBezTo>
                      <a:pt x="24" y="21"/>
                      <a:pt x="22" y="22"/>
                      <a:pt x="21" y="20"/>
                    </a:cubicBezTo>
                    <a:cubicBezTo>
                      <a:pt x="20" y="18"/>
                      <a:pt x="22" y="16"/>
                      <a:pt x="23" y="15"/>
                    </a:cubicBezTo>
                    <a:cubicBezTo>
                      <a:pt x="24" y="12"/>
                      <a:pt x="26" y="10"/>
                      <a:pt x="27" y="8"/>
                    </a:cubicBezTo>
                    <a:cubicBezTo>
                      <a:pt x="27" y="6"/>
                      <a:pt x="27" y="4"/>
                      <a:pt x="25" y="2"/>
                    </a:cubicBezTo>
                    <a:cubicBezTo>
                      <a:pt x="24" y="1"/>
                      <a:pt x="21" y="1"/>
                      <a:pt x="19" y="0"/>
                    </a:cubicBezTo>
                    <a:cubicBezTo>
                      <a:pt x="17" y="0"/>
                      <a:pt x="14" y="0"/>
                      <a:pt x="12" y="0"/>
                    </a:cubicBezTo>
                    <a:cubicBezTo>
                      <a:pt x="10" y="0"/>
                      <a:pt x="8" y="0"/>
                      <a:pt x="5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5"/>
                      <a:pt x="1" y="7"/>
                      <a:pt x="2" y="9"/>
                    </a:cubicBezTo>
                    <a:cubicBezTo>
                      <a:pt x="3" y="12"/>
                      <a:pt x="5" y="14"/>
                      <a:pt x="5" y="17"/>
                    </a:cubicBezTo>
                    <a:cubicBezTo>
                      <a:pt x="6" y="19"/>
                      <a:pt x="6" y="21"/>
                      <a:pt x="6" y="24"/>
                    </a:cubicBezTo>
                    <a:cubicBezTo>
                      <a:pt x="6" y="29"/>
                      <a:pt x="8" y="33"/>
                      <a:pt x="10" y="38"/>
                    </a:cubicBezTo>
                    <a:cubicBezTo>
                      <a:pt x="12" y="42"/>
                      <a:pt x="13" y="46"/>
                      <a:pt x="15" y="50"/>
                    </a:cubicBezTo>
                    <a:cubicBezTo>
                      <a:pt x="16" y="51"/>
                      <a:pt x="17" y="52"/>
                      <a:pt x="18" y="54"/>
                    </a:cubicBezTo>
                    <a:cubicBezTo>
                      <a:pt x="19" y="55"/>
                      <a:pt x="19" y="56"/>
                      <a:pt x="20" y="57"/>
                    </a:cubicBezTo>
                    <a:cubicBezTo>
                      <a:pt x="20" y="59"/>
                      <a:pt x="21" y="60"/>
                      <a:pt x="21" y="61"/>
                    </a:cubicBezTo>
                    <a:cubicBezTo>
                      <a:pt x="22" y="62"/>
                      <a:pt x="22" y="63"/>
                      <a:pt x="22" y="64"/>
                    </a:cubicBezTo>
                    <a:cubicBezTo>
                      <a:pt x="22" y="64"/>
                      <a:pt x="23" y="65"/>
                      <a:pt x="23" y="65"/>
                    </a:cubicBezTo>
                    <a:cubicBezTo>
                      <a:pt x="23" y="67"/>
                      <a:pt x="24" y="68"/>
                      <a:pt x="24" y="69"/>
                    </a:cubicBezTo>
                    <a:cubicBezTo>
                      <a:pt x="25" y="70"/>
                      <a:pt x="25" y="73"/>
                      <a:pt x="27" y="73"/>
                    </a:cubicBezTo>
                    <a:cubicBezTo>
                      <a:pt x="28" y="73"/>
                      <a:pt x="28" y="72"/>
                      <a:pt x="29" y="71"/>
                    </a:cubicBezTo>
                    <a:cubicBezTo>
                      <a:pt x="29" y="70"/>
                      <a:pt x="30" y="70"/>
                      <a:pt x="30" y="69"/>
                    </a:cubicBezTo>
                    <a:cubicBezTo>
                      <a:pt x="31" y="68"/>
                      <a:pt x="31" y="67"/>
                      <a:pt x="31" y="6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9" name="Freeform 3347">
                <a:extLst>
                  <a:ext uri="{FF2B5EF4-FFF2-40B4-BE49-F238E27FC236}">
                    <a16:creationId xmlns:a16="http://schemas.microsoft.com/office/drawing/2014/main" id="{1A04B9C5-B890-4D3E-B911-DF299868F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215"/>
                <a:ext cx="21" cy="46"/>
              </a:xfrm>
              <a:custGeom>
                <a:avLst/>
                <a:gdLst>
                  <a:gd name="T0" fmla="*/ 47 w 52"/>
                  <a:gd name="T1" fmla="*/ 63 h 112"/>
                  <a:gd name="T2" fmla="*/ 45 w 52"/>
                  <a:gd name="T3" fmla="*/ 63 h 112"/>
                  <a:gd name="T4" fmla="*/ 45 w 52"/>
                  <a:gd name="T5" fmla="*/ 56 h 112"/>
                  <a:gd name="T6" fmla="*/ 42 w 52"/>
                  <a:gd name="T7" fmla="*/ 47 h 112"/>
                  <a:gd name="T8" fmla="*/ 40 w 52"/>
                  <a:gd name="T9" fmla="*/ 43 h 112"/>
                  <a:gd name="T10" fmla="*/ 37 w 52"/>
                  <a:gd name="T11" fmla="*/ 41 h 112"/>
                  <a:gd name="T12" fmla="*/ 35 w 52"/>
                  <a:gd name="T13" fmla="*/ 38 h 112"/>
                  <a:gd name="T14" fmla="*/ 36 w 52"/>
                  <a:gd name="T15" fmla="*/ 33 h 112"/>
                  <a:gd name="T16" fmla="*/ 35 w 52"/>
                  <a:gd name="T17" fmla="*/ 28 h 112"/>
                  <a:gd name="T18" fmla="*/ 35 w 52"/>
                  <a:gd name="T19" fmla="*/ 22 h 112"/>
                  <a:gd name="T20" fmla="*/ 34 w 52"/>
                  <a:gd name="T21" fmla="*/ 18 h 112"/>
                  <a:gd name="T22" fmla="*/ 35 w 52"/>
                  <a:gd name="T23" fmla="*/ 16 h 112"/>
                  <a:gd name="T24" fmla="*/ 31 w 52"/>
                  <a:gd name="T25" fmla="*/ 10 h 112"/>
                  <a:gd name="T26" fmla="*/ 28 w 52"/>
                  <a:gd name="T27" fmla="*/ 5 h 112"/>
                  <a:gd name="T28" fmla="*/ 17 w 52"/>
                  <a:gd name="T29" fmla="*/ 2 h 112"/>
                  <a:gd name="T30" fmla="*/ 15 w 52"/>
                  <a:gd name="T31" fmla="*/ 14 h 112"/>
                  <a:gd name="T32" fmla="*/ 5 w 52"/>
                  <a:gd name="T33" fmla="*/ 23 h 112"/>
                  <a:gd name="T34" fmla="*/ 6 w 52"/>
                  <a:gd name="T35" fmla="*/ 40 h 112"/>
                  <a:gd name="T36" fmla="*/ 16 w 52"/>
                  <a:gd name="T37" fmla="*/ 49 h 112"/>
                  <a:gd name="T38" fmla="*/ 26 w 52"/>
                  <a:gd name="T39" fmla="*/ 58 h 112"/>
                  <a:gd name="T40" fmla="*/ 31 w 52"/>
                  <a:gd name="T41" fmla="*/ 63 h 112"/>
                  <a:gd name="T42" fmla="*/ 31 w 52"/>
                  <a:gd name="T43" fmla="*/ 75 h 112"/>
                  <a:gd name="T44" fmla="*/ 32 w 52"/>
                  <a:gd name="T45" fmla="*/ 83 h 112"/>
                  <a:gd name="T46" fmla="*/ 30 w 52"/>
                  <a:gd name="T47" fmla="*/ 88 h 112"/>
                  <a:gd name="T48" fmla="*/ 34 w 52"/>
                  <a:gd name="T49" fmla="*/ 93 h 112"/>
                  <a:gd name="T50" fmla="*/ 39 w 52"/>
                  <a:gd name="T51" fmla="*/ 99 h 112"/>
                  <a:gd name="T52" fmla="*/ 42 w 52"/>
                  <a:gd name="T53" fmla="*/ 104 h 112"/>
                  <a:gd name="T54" fmla="*/ 46 w 52"/>
                  <a:gd name="T55" fmla="*/ 109 h 112"/>
                  <a:gd name="T56" fmla="*/ 49 w 52"/>
                  <a:gd name="T57" fmla="*/ 111 h 112"/>
                  <a:gd name="T58" fmla="*/ 51 w 52"/>
                  <a:gd name="T59" fmla="*/ 102 h 112"/>
                  <a:gd name="T60" fmla="*/ 52 w 52"/>
                  <a:gd name="T61" fmla="*/ 90 h 112"/>
                  <a:gd name="T62" fmla="*/ 52 w 52"/>
                  <a:gd name="T63" fmla="*/ 83 h 112"/>
                  <a:gd name="T64" fmla="*/ 51 w 52"/>
                  <a:gd name="T65" fmla="*/ 70 h 112"/>
                  <a:gd name="T66" fmla="*/ 49 w 52"/>
                  <a:gd name="T67" fmla="*/ 64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2" h="112">
                    <a:moveTo>
                      <a:pt x="48" y="63"/>
                    </a:move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6" y="63"/>
                    </a:cubicBezTo>
                    <a:cubicBezTo>
                      <a:pt x="46" y="63"/>
                      <a:pt x="46" y="63"/>
                      <a:pt x="45" y="63"/>
                    </a:cubicBezTo>
                    <a:cubicBezTo>
                      <a:pt x="44" y="62"/>
                      <a:pt x="44" y="61"/>
                      <a:pt x="45" y="60"/>
                    </a:cubicBezTo>
                    <a:cubicBezTo>
                      <a:pt x="45" y="59"/>
                      <a:pt x="45" y="58"/>
                      <a:pt x="45" y="56"/>
                    </a:cubicBezTo>
                    <a:cubicBezTo>
                      <a:pt x="46" y="54"/>
                      <a:pt x="44" y="51"/>
                      <a:pt x="43" y="49"/>
                    </a:cubicBezTo>
                    <a:cubicBezTo>
                      <a:pt x="43" y="49"/>
                      <a:pt x="42" y="48"/>
                      <a:pt x="42" y="47"/>
                    </a:cubicBezTo>
                    <a:cubicBezTo>
                      <a:pt x="42" y="47"/>
                      <a:pt x="42" y="46"/>
                      <a:pt x="42" y="45"/>
                    </a:cubicBezTo>
                    <a:cubicBezTo>
                      <a:pt x="41" y="44"/>
                      <a:pt x="41" y="43"/>
                      <a:pt x="40" y="43"/>
                    </a:cubicBezTo>
                    <a:cubicBezTo>
                      <a:pt x="40" y="42"/>
                      <a:pt x="39" y="42"/>
                      <a:pt x="38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1"/>
                      <a:pt x="36" y="41"/>
                      <a:pt x="36" y="40"/>
                    </a:cubicBezTo>
                    <a:cubicBezTo>
                      <a:pt x="35" y="39"/>
                      <a:pt x="35" y="39"/>
                      <a:pt x="35" y="38"/>
                    </a:cubicBezTo>
                    <a:cubicBezTo>
                      <a:pt x="35" y="37"/>
                      <a:pt x="36" y="37"/>
                      <a:pt x="36" y="36"/>
                    </a:cubicBezTo>
                    <a:cubicBezTo>
                      <a:pt x="36" y="35"/>
                      <a:pt x="36" y="34"/>
                      <a:pt x="36" y="33"/>
                    </a:cubicBezTo>
                    <a:cubicBezTo>
                      <a:pt x="36" y="32"/>
                      <a:pt x="36" y="31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5" y="27"/>
                      <a:pt x="35" y="26"/>
                      <a:pt x="35" y="24"/>
                    </a:cubicBezTo>
                    <a:cubicBezTo>
                      <a:pt x="35" y="24"/>
                      <a:pt x="35" y="23"/>
                      <a:pt x="35" y="22"/>
                    </a:cubicBezTo>
                    <a:cubicBezTo>
                      <a:pt x="35" y="21"/>
                      <a:pt x="34" y="20"/>
                      <a:pt x="34" y="19"/>
                    </a:cubicBezTo>
                    <a:cubicBezTo>
                      <a:pt x="34" y="19"/>
                      <a:pt x="34" y="18"/>
                      <a:pt x="34" y="18"/>
                    </a:cubicBezTo>
                    <a:cubicBezTo>
                      <a:pt x="35" y="18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5"/>
                      <a:pt x="34" y="14"/>
                      <a:pt x="33" y="13"/>
                    </a:cubicBezTo>
                    <a:cubicBezTo>
                      <a:pt x="32" y="12"/>
                      <a:pt x="32" y="11"/>
                      <a:pt x="31" y="10"/>
                    </a:cubicBezTo>
                    <a:cubicBezTo>
                      <a:pt x="31" y="9"/>
                      <a:pt x="30" y="8"/>
                      <a:pt x="29" y="7"/>
                    </a:cubicBezTo>
                    <a:cubicBezTo>
                      <a:pt x="29" y="7"/>
                      <a:pt x="28" y="6"/>
                      <a:pt x="28" y="5"/>
                    </a:cubicBezTo>
                    <a:cubicBezTo>
                      <a:pt x="27" y="3"/>
                      <a:pt x="25" y="1"/>
                      <a:pt x="23" y="0"/>
                    </a:cubicBezTo>
                    <a:cubicBezTo>
                      <a:pt x="21" y="0"/>
                      <a:pt x="19" y="0"/>
                      <a:pt x="17" y="2"/>
                    </a:cubicBezTo>
                    <a:cubicBezTo>
                      <a:pt x="15" y="3"/>
                      <a:pt x="15" y="6"/>
                      <a:pt x="15" y="8"/>
                    </a:cubicBezTo>
                    <a:cubicBezTo>
                      <a:pt x="16" y="10"/>
                      <a:pt x="17" y="13"/>
                      <a:pt x="15" y="14"/>
                    </a:cubicBezTo>
                    <a:cubicBezTo>
                      <a:pt x="13" y="16"/>
                      <a:pt x="10" y="15"/>
                      <a:pt x="8" y="17"/>
                    </a:cubicBezTo>
                    <a:cubicBezTo>
                      <a:pt x="7" y="19"/>
                      <a:pt x="6" y="21"/>
                      <a:pt x="5" y="23"/>
                    </a:cubicBezTo>
                    <a:cubicBezTo>
                      <a:pt x="5" y="24"/>
                      <a:pt x="3" y="25"/>
                      <a:pt x="2" y="27"/>
                    </a:cubicBezTo>
                    <a:cubicBezTo>
                      <a:pt x="0" y="31"/>
                      <a:pt x="4" y="37"/>
                      <a:pt x="6" y="40"/>
                    </a:cubicBezTo>
                    <a:cubicBezTo>
                      <a:pt x="8" y="43"/>
                      <a:pt x="10" y="45"/>
                      <a:pt x="13" y="47"/>
                    </a:cubicBezTo>
                    <a:cubicBezTo>
                      <a:pt x="14" y="47"/>
                      <a:pt x="15" y="48"/>
                      <a:pt x="16" y="49"/>
                    </a:cubicBezTo>
                    <a:cubicBezTo>
                      <a:pt x="17" y="50"/>
                      <a:pt x="17" y="51"/>
                      <a:pt x="18" y="52"/>
                    </a:cubicBezTo>
                    <a:cubicBezTo>
                      <a:pt x="21" y="55"/>
                      <a:pt x="23" y="56"/>
                      <a:pt x="26" y="58"/>
                    </a:cubicBezTo>
                    <a:cubicBezTo>
                      <a:pt x="28" y="58"/>
                      <a:pt x="29" y="59"/>
                      <a:pt x="30" y="60"/>
                    </a:cubicBezTo>
                    <a:cubicBezTo>
                      <a:pt x="30" y="61"/>
                      <a:pt x="30" y="62"/>
                      <a:pt x="31" y="63"/>
                    </a:cubicBezTo>
                    <a:cubicBezTo>
                      <a:pt x="31" y="66"/>
                      <a:pt x="31" y="69"/>
                      <a:pt x="31" y="72"/>
                    </a:cubicBezTo>
                    <a:cubicBezTo>
                      <a:pt x="31" y="73"/>
                      <a:pt x="31" y="74"/>
                      <a:pt x="31" y="75"/>
                    </a:cubicBezTo>
                    <a:cubicBezTo>
                      <a:pt x="31" y="76"/>
                      <a:pt x="31" y="77"/>
                      <a:pt x="32" y="78"/>
                    </a:cubicBezTo>
                    <a:cubicBezTo>
                      <a:pt x="33" y="79"/>
                      <a:pt x="34" y="81"/>
                      <a:pt x="32" y="83"/>
                    </a:cubicBezTo>
                    <a:cubicBezTo>
                      <a:pt x="32" y="84"/>
                      <a:pt x="31" y="85"/>
                      <a:pt x="30" y="86"/>
                    </a:cubicBezTo>
                    <a:cubicBezTo>
                      <a:pt x="30" y="87"/>
                      <a:pt x="29" y="87"/>
                      <a:pt x="30" y="88"/>
                    </a:cubicBezTo>
                    <a:cubicBezTo>
                      <a:pt x="30" y="89"/>
                      <a:pt x="31" y="89"/>
                      <a:pt x="31" y="90"/>
                    </a:cubicBezTo>
                    <a:cubicBezTo>
                      <a:pt x="32" y="91"/>
                      <a:pt x="33" y="92"/>
                      <a:pt x="34" y="93"/>
                    </a:cubicBezTo>
                    <a:cubicBezTo>
                      <a:pt x="35" y="94"/>
                      <a:pt x="36" y="96"/>
                      <a:pt x="37" y="97"/>
                    </a:cubicBezTo>
                    <a:cubicBezTo>
                      <a:pt x="38" y="98"/>
                      <a:pt x="38" y="99"/>
                      <a:pt x="39" y="99"/>
                    </a:cubicBezTo>
                    <a:cubicBezTo>
                      <a:pt x="39" y="100"/>
                      <a:pt x="40" y="101"/>
                      <a:pt x="40" y="101"/>
                    </a:cubicBezTo>
                    <a:cubicBezTo>
                      <a:pt x="41" y="102"/>
                      <a:pt x="42" y="103"/>
                      <a:pt x="42" y="104"/>
                    </a:cubicBezTo>
                    <a:cubicBezTo>
                      <a:pt x="42" y="104"/>
                      <a:pt x="43" y="105"/>
                      <a:pt x="43" y="105"/>
                    </a:cubicBezTo>
                    <a:cubicBezTo>
                      <a:pt x="44" y="106"/>
                      <a:pt x="45" y="108"/>
                      <a:pt x="46" y="109"/>
                    </a:cubicBezTo>
                    <a:cubicBezTo>
                      <a:pt x="46" y="110"/>
                      <a:pt x="47" y="110"/>
                      <a:pt x="47" y="111"/>
                    </a:cubicBezTo>
                    <a:cubicBezTo>
                      <a:pt x="48" y="112"/>
                      <a:pt x="48" y="112"/>
                      <a:pt x="49" y="111"/>
                    </a:cubicBezTo>
                    <a:cubicBezTo>
                      <a:pt x="51" y="110"/>
                      <a:pt x="50" y="107"/>
                      <a:pt x="50" y="105"/>
                    </a:cubicBezTo>
                    <a:cubicBezTo>
                      <a:pt x="51" y="104"/>
                      <a:pt x="51" y="103"/>
                      <a:pt x="51" y="102"/>
                    </a:cubicBezTo>
                    <a:cubicBezTo>
                      <a:pt x="51" y="101"/>
                      <a:pt x="51" y="99"/>
                      <a:pt x="52" y="98"/>
                    </a:cubicBezTo>
                    <a:cubicBezTo>
                      <a:pt x="52" y="96"/>
                      <a:pt x="52" y="93"/>
                      <a:pt x="52" y="90"/>
                    </a:cubicBezTo>
                    <a:cubicBezTo>
                      <a:pt x="51" y="89"/>
                      <a:pt x="51" y="88"/>
                      <a:pt x="51" y="86"/>
                    </a:cubicBezTo>
                    <a:cubicBezTo>
                      <a:pt x="51" y="85"/>
                      <a:pt x="51" y="84"/>
                      <a:pt x="52" y="83"/>
                    </a:cubicBezTo>
                    <a:cubicBezTo>
                      <a:pt x="52" y="81"/>
                      <a:pt x="52" y="79"/>
                      <a:pt x="52" y="77"/>
                    </a:cubicBezTo>
                    <a:cubicBezTo>
                      <a:pt x="51" y="74"/>
                      <a:pt x="51" y="72"/>
                      <a:pt x="51" y="70"/>
                    </a:cubicBezTo>
                    <a:cubicBezTo>
                      <a:pt x="50" y="68"/>
                      <a:pt x="50" y="67"/>
                      <a:pt x="49" y="65"/>
                    </a:cubicBezTo>
                    <a:cubicBezTo>
                      <a:pt x="49" y="65"/>
                      <a:pt x="49" y="64"/>
                      <a:pt x="49" y="64"/>
                    </a:cubicBezTo>
                    <a:cubicBezTo>
                      <a:pt x="49" y="63"/>
                      <a:pt x="48" y="63"/>
                      <a:pt x="48" y="6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0" name="Freeform 3348">
                <a:extLst>
                  <a:ext uri="{FF2B5EF4-FFF2-40B4-BE49-F238E27FC236}">
                    <a16:creationId xmlns:a16="http://schemas.microsoft.com/office/drawing/2014/main" id="{A90CBF24-CEA0-4055-A41E-64615A537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580"/>
                <a:ext cx="5" cy="6"/>
              </a:xfrm>
              <a:custGeom>
                <a:avLst/>
                <a:gdLst>
                  <a:gd name="T0" fmla="*/ 2 w 13"/>
                  <a:gd name="T1" fmla="*/ 13 h 13"/>
                  <a:gd name="T2" fmla="*/ 0 w 13"/>
                  <a:gd name="T3" fmla="*/ 10 h 13"/>
                  <a:gd name="T4" fmla="*/ 1 w 13"/>
                  <a:gd name="T5" fmla="*/ 7 h 13"/>
                  <a:gd name="T6" fmla="*/ 6 w 13"/>
                  <a:gd name="T7" fmla="*/ 6 h 13"/>
                  <a:gd name="T8" fmla="*/ 10 w 13"/>
                  <a:gd name="T9" fmla="*/ 0 h 13"/>
                  <a:gd name="T10" fmla="*/ 11 w 13"/>
                  <a:gd name="T11" fmla="*/ 2 h 13"/>
                  <a:gd name="T12" fmla="*/ 12 w 13"/>
                  <a:gd name="T13" fmla="*/ 5 h 13"/>
                  <a:gd name="T14" fmla="*/ 11 w 13"/>
                  <a:gd name="T15" fmla="*/ 11 h 13"/>
                  <a:gd name="T16" fmla="*/ 2 w 13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2" y="13"/>
                    </a:moveTo>
                    <a:cubicBezTo>
                      <a:pt x="1" y="12"/>
                      <a:pt x="1" y="11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3" y="6"/>
                      <a:pt x="4" y="7"/>
                      <a:pt x="6" y="6"/>
                    </a:cubicBezTo>
                    <a:cubicBezTo>
                      <a:pt x="7" y="4"/>
                      <a:pt x="7" y="1"/>
                      <a:pt x="10" y="0"/>
                    </a:cubicBezTo>
                    <a:cubicBezTo>
                      <a:pt x="11" y="0"/>
                      <a:pt x="11" y="2"/>
                      <a:pt x="11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3" y="8"/>
                      <a:pt x="13" y="10"/>
                      <a:pt x="11" y="11"/>
                    </a:cubicBezTo>
                    <a:cubicBezTo>
                      <a:pt x="9" y="13"/>
                      <a:pt x="5" y="13"/>
                      <a:pt x="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1" name="Freeform 3349">
                <a:extLst>
                  <a:ext uri="{FF2B5EF4-FFF2-40B4-BE49-F238E27FC236}">
                    <a16:creationId xmlns:a16="http://schemas.microsoft.com/office/drawing/2014/main" id="{414FDE56-B5F1-4BB2-A023-EA242C6C8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578"/>
                <a:ext cx="11" cy="11"/>
              </a:xfrm>
              <a:custGeom>
                <a:avLst/>
                <a:gdLst>
                  <a:gd name="T0" fmla="*/ 21 w 26"/>
                  <a:gd name="T1" fmla="*/ 21 h 26"/>
                  <a:gd name="T2" fmla="*/ 17 w 26"/>
                  <a:gd name="T3" fmla="*/ 22 h 26"/>
                  <a:gd name="T4" fmla="*/ 15 w 26"/>
                  <a:gd name="T5" fmla="*/ 25 h 26"/>
                  <a:gd name="T6" fmla="*/ 10 w 26"/>
                  <a:gd name="T7" fmla="*/ 20 h 26"/>
                  <a:gd name="T8" fmla="*/ 6 w 26"/>
                  <a:gd name="T9" fmla="*/ 19 h 26"/>
                  <a:gd name="T10" fmla="*/ 4 w 26"/>
                  <a:gd name="T11" fmla="*/ 16 h 26"/>
                  <a:gd name="T12" fmla="*/ 1 w 26"/>
                  <a:gd name="T13" fmla="*/ 9 h 26"/>
                  <a:gd name="T14" fmla="*/ 7 w 26"/>
                  <a:gd name="T15" fmla="*/ 0 h 26"/>
                  <a:gd name="T16" fmla="*/ 12 w 26"/>
                  <a:gd name="T17" fmla="*/ 2 h 26"/>
                  <a:gd name="T18" fmla="*/ 18 w 26"/>
                  <a:gd name="T19" fmla="*/ 1 h 26"/>
                  <a:gd name="T20" fmla="*/ 22 w 26"/>
                  <a:gd name="T21" fmla="*/ 0 h 26"/>
                  <a:gd name="T22" fmla="*/ 25 w 26"/>
                  <a:gd name="T23" fmla="*/ 1 h 26"/>
                  <a:gd name="T24" fmla="*/ 26 w 26"/>
                  <a:gd name="T25" fmla="*/ 6 h 26"/>
                  <a:gd name="T26" fmla="*/ 21 w 26"/>
                  <a:gd name="T27" fmla="*/ 9 h 26"/>
                  <a:gd name="T28" fmla="*/ 16 w 26"/>
                  <a:gd name="T29" fmla="*/ 9 h 26"/>
                  <a:gd name="T30" fmla="*/ 19 w 26"/>
                  <a:gd name="T31" fmla="*/ 15 h 26"/>
                  <a:gd name="T32" fmla="*/ 22 w 26"/>
                  <a:gd name="T33" fmla="*/ 16 h 26"/>
                  <a:gd name="T34" fmla="*/ 22 w 26"/>
                  <a:gd name="T35" fmla="*/ 18 h 26"/>
                  <a:gd name="T36" fmla="*/ 21 w 26"/>
                  <a:gd name="T37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6">
                    <a:moveTo>
                      <a:pt x="21" y="21"/>
                    </a:moveTo>
                    <a:cubicBezTo>
                      <a:pt x="19" y="21"/>
                      <a:pt x="18" y="21"/>
                      <a:pt x="17" y="22"/>
                    </a:cubicBezTo>
                    <a:cubicBezTo>
                      <a:pt x="16" y="23"/>
                      <a:pt x="17" y="24"/>
                      <a:pt x="15" y="25"/>
                    </a:cubicBezTo>
                    <a:cubicBezTo>
                      <a:pt x="12" y="26"/>
                      <a:pt x="11" y="23"/>
                      <a:pt x="10" y="20"/>
                    </a:cubicBezTo>
                    <a:cubicBezTo>
                      <a:pt x="8" y="19"/>
                      <a:pt x="8" y="19"/>
                      <a:pt x="6" y="19"/>
                    </a:cubicBezTo>
                    <a:cubicBezTo>
                      <a:pt x="4" y="19"/>
                      <a:pt x="4" y="17"/>
                      <a:pt x="4" y="16"/>
                    </a:cubicBezTo>
                    <a:cubicBezTo>
                      <a:pt x="3" y="14"/>
                      <a:pt x="1" y="12"/>
                      <a:pt x="1" y="9"/>
                    </a:cubicBezTo>
                    <a:cubicBezTo>
                      <a:pt x="0" y="6"/>
                      <a:pt x="3" y="0"/>
                      <a:pt x="7" y="0"/>
                    </a:cubicBezTo>
                    <a:cubicBezTo>
                      <a:pt x="9" y="1"/>
                      <a:pt x="10" y="2"/>
                      <a:pt x="12" y="2"/>
                    </a:cubicBezTo>
                    <a:cubicBezTo>
                      <a:pt x="15" y="2"/>
                      <a:pt x="16" y="2"/>
                      <a:pt x="18" y="1"/>
                    </a:cubicBezTo>
                    <a:cubicBezTo>
                      <a:pt x="19" y="0"/>
                      <a:pt x="21" y="0"/>
                      <a:pt x="22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6" y="3"/>
                      <a:pt x="26" y="5"/>
                      <a:pt x="26" y="6"/>
                    </a:cubicBezTo>
                    <a:cubicBezTo>
                      <a:pt x="25" y="8"/>
                      <a:pt x="23" y="8"/>
                      <a:pt x="21" y="9"/>
                    </a:cubicBezTo>
                    <a:cubicBezTo>
                      <a:pt x="20" y="9"/>
                      <a:pt x="17" y="8"/>
                      <a:pt x="16" y="9"/>
                    </a:cubicBezTo>
                    <a:cubicBezTo>
                      <a:pt x="14" y="11"/>
                      <a:pt x="17" y="14"/>
                      <a:pt x="19" y="15"/>
                    </a:cubicBezTo>
                    <a:cubicBezTo>
                      <a:pt x="20" y="15"/>
                      <a:pt x="21" y="15"/>
                      <a:pt x="22" y="16"/>
                    </a:cubicBezTo>
                    <a:cubicBezTo>
                      <a:pt x="23" y="16"/>
                      <a:pt x="22" y="17"/>
                      <a:pt x="22" y="18"/>
                    </a:cubicBezTo>
                    <a:cubicBezTo>
                      <a:pt x="22" y="20"/>
                      <a:pt x="22" y="20"/>
                      <a:pt x="21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2" name="Freeform 3350">
                <a:extLst>
                  <a:ext uri="{FF2B5EF4-FFF2-40B4-BE49-F238E27FC236}">
                    <a16:creationId xmlns:a16="http://schemas.microsoft.com/office/drawing/2014/main" id="{3F22F512-D35D-4081-8A23-AF022E86F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567"/>
                <a:ext cx="5" cy="4"/>
              </a:xfrm>
              <a:custGeom>
                <a:avLst/>
                <a:gdLst>
                  <a:gd name="T0" fmla="*/ 5 w 12"/>
                  <a:gd name="T1" fmla="*/ 1 h 12"/>
                  <a:gd name="T2" fmla="*/ 8 w 12"/>
                  <a:gd name="T3" fmla="*/ 1 h 12"/>
                  <a:gd name="T4" fmla="*/ 11 w 12"/>
                  <a:gd name="T5" fmla="*/ 1 h 12"/>
                  <a:gd name="T6" fmla="*/ 12 w 12"/>
                  <a:gd name="T7" fmla="*/ 4 h 12"/>
                  <a:gd name="T8" fmla="*/ 12 w 12"/>
                  <a:gd name="T9" fmla="*/ 8 h 12"/>
                  <a:gd name="T10" fmla="*/ 11 w 12"/>
                  <a:gd name="T11" fmla="*/ 11 h 12"/>
                  <a:gd name="T12" fmla="*/ 6 w 12"/>
                  <a:gd name="T13" fmla="*/ 11 h 12"/>
                  <a:gd name="T14" fmla="*/ 2 w 12"/>
                  <a:gd name="T15" fmla="*/ 10 h 12"/>
                  <a:gd name="T16" fmla="*/ 0 w 12"/>
                  <a:gd name="T17" fmla="*/ 4 h 12"/>
                  <a:gd name="T18" fmla="*/ 1 w 12"/>
                  <a:gd name="T19" fmla="*/ 1 h 12"/>
                  <a:gd name="T20" fmla="*/ 5 w 12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5" y="1"/>
                    </a:moveTo>
                    <a:cubicBezTo>
                      <a:pt x="6" y="0"/>
                      <a:pt x="7" y="1"/>
                      <a:pt x="8" y="1"/>
                    </a:cubicBezTo>
                    <a:cubicBezTo>
                      <a:pt x="9" y="1"/>
                      <a:pt x="10" y="0"/>
                      <a:pt x="11" y="1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5"/>
                      <a:pt x="12" y="7"/>
                      <a:pt x="12" y="8"/>
                    </a:cubicBezTo>
                    <a:cubicBezTo>
                      <a:pt x="12" y="9"/>
                      <a:pt x="12" y="10"/>
                      <a:pt x="11" y="11"/>
                    </a:cubicBezTo>
                    <a:cubicBezTo>
                      <a:pt x="10" y="12"/>
                      <a:pt x="7" y="11"/>
                      <a:pt x="6" y="11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3" name="Freeform 3351">
                <a:extLst>
                  <a:ext uri="{FF2B5EF4-FFF2-40B4-BE49-F238E27FC236}">
                    <a16:creationId xmlns:a16="http://schemas.microsoft.com/office/drawing/2014/main" id="{B860DC87-3A51-4FCB-8664-831B68624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567"/>
                <a:ext cx="4" cy="4"/>
              </a:xfrm>
              <a:custGeom>
                <a:avLst/>
                <a:gdLst>
                  <a:gd name="T0" fmla="*/ 9 w 11"/>
                  <a:gd name="T1" fmla="*/ 0 h 10"/>
                  <a:gd name="T2" fmla="*/ 11 w 11"/>
                  <a:gd name="T3" fmla="*/ 3 h 10"/>
                  <a:gd name="T4" fmla="*/ 9 w 11"/>
                  <a:gd name="T5" fmla="*/ 5 h 10"/>
                  <a:gd name="T6" fmla="*/ 9 w 11"/>
                  <a:gd name="T7" fmla="*/ 8 h 10"/>
                  <a:gd name="T8" fmla="*/ 8 w 11"/>
                  <a:gd name="T9" fmla="*/ 9 h 10"/>
                  <a:gd name="T10" fmla="*/ 6 w 11"/>
                  <a:gd name="T11" fmla="*/ 9 h 10"/>
                  <a:gd name="T12" fmla="*/ 4 w 11"/>
                  <a:gd name="T13" fmla="*/ 10 h 10"/>
                  <a:gd name="T14" fmla="*/ 1 w 11"/>
                  <a:gd name="T15" fmla="*/ 9 h 10"/>
                  <a:gd name="T16" fmla="*/ 0 w 11"/>
                  <a:gd name="T17" fmla="*/ 7 h 10"/>
                  <a:gd name="T18" fmla="*/ 2 w 11"/>
                  <a:gd name="T19" fmla="*/ 6 h 10"/>
                  <a:gd name="T20" fmla="*/ 3 w 11"/>
                  <a:gd name="T21" fmla="*/ 3 h 10"/>
                  <a:gd name="T22" fmla="*/ 4 w 11"/>
                  <a:gd name="T23" fmla="*/ 1 h 10"/>
                  <a:gd name="T24" fmla="*/ 5 w 11"/>
                  <a:gd name="T25" fmla="*/ 0 h 10"/>
                  <a:gd name="T26" fmla="*/ 9 w 11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9" y="0"/>
                    </a:moveTo>
                    <a:cubicBezTo>
                      <a:pt x="10" y="1"/>
                      <a:pt x="11" y="2"/>
                      <a:pt x="11" y="3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3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4" name="Freeform 3352">
                <a:extLst>
                  <a:ext uri="{FF2B5EF4-FFF2-40B4-BE49-F238E27FC236}">
                    <a16:creationId xmlns:a16="http://schemas.microsoft.com/office/drawing/2014/main" id="{04047A64-5B06-47DA-8FB5-F68442048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62"/>
                <a:ext cx="5" cy="3"/>
              </a:xfrm>
              <a:custGeom>
                <a:avLst/>
                <a:gdLst>
                  <a:gd name="T0" fmla="*/ 5 w 12"/>
                  <a:gd name="T1" fmla="*/ 9 h 9"/>
                  <a:gd name="T2" fmla="*/ 4 w 12"/>
                  <a:gd name="T3" fmla="*/ 9 h 9"/>
                  <a:gd name="T4" fmla="*/ 3 w 12"/>
                  <a:gd name="T5" fmla="*/ 8 h 9"/>
                  <a:gd name="T6" fmla="*/ 1 w 12"/>
                  <a:gd name="T7" fmla="*/ 7 h 9"/>
                  <a:gd name="T8" fmla="*/ 1 w 12"/>
                  <a:gd name="T9" fmla="*/ 4 h 9"/>
                  <a:gd name="T10" fmla="*/ 3 w 12"/>
                  <a:gd name="T11" fmla="*/ 2 h 9"/>
                  <a:gd name="T12" fmla="*/ 5 w 12"/>
                  <a:gd name="T13" fmla="*/ 0 h 9"/>
                  <a:gd name="T14" fmla="*/ 11 w 12"/>
                  <a:gd name="T15" fmla="*/ 2 h 9"/>
                  <a:gd name="T16" fmla="*/ 12 w 12"/>
                  <a:gd name="T17" fmla="*/ 5 h 9"/>
                  <a:gd name="T18" fmla="*/ 11 w 12"/>
                  <a:gd name="T19" fmla="*/ 7 h 9"/>
                  <a:gd name="T20" fmla="*/ 8 w 12"/>
                  <a:gd name="T21" fmla="*/ 8 h 9"/>
                  <a:gd name="T22" fmla="*/ 6 w 12"/>
                  <a:gd name="T23" fmla="*/ 9 h 9"/>
                  <a:gd name="T24" fmla="*/ 6 w 12"/>
                  <a:gd name="T25" fmla="*/ 9 h 9"/>
                  <a:gd name="T26" fmla="*/ 5 w 12"/>
                  <a:gd name="T2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9">
                    <a:moveTo>
                      <a:pt x="5" y="9"/>
                    </a:moveTo>
                    <a:cubicBezTo>
                      <a:pt x="5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7" y="0"/>
                      <a:pt x="10" y="0"/>
                      <a:pt x="11" y="2"/>
                    </a:cubicBezTo>
                    <a:cubicBezTo>
                      <a:pt x="12" y="3"/>
                      <a:pt x="12" y="3"/>
                      <a:pt x="12" y="5"/>
                    </a:cubicBezTo>
                    <a:cubicBezTo>
                      <a:pt x="12" y="6"/>
                      <a:pt x="12" y="7"/>
                      <a:pt x="11" y="7"/>
                    </a:cubicBezTo>
                    <a:cubicBezTo>
                      <a:pt x="10" y="7"/>
                      <a:pt x="9" y="8"/>
                      <a:pt x="8" y="8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5" name="Freeform 3353">
                <a:extLst>
                  <a:ext uri="{FF2B5EF4-FFF2-40B4-BE49-F238E27FC236}">
                    <a16:creationId xmlns:a16="http://schemas.microsoft.com/office/drawing/2014/main" id="{083EE630-C944-44A7-A5C4-2382D7A73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48"/>
                <a:ext cx="19" cy="9"/>
              </a:xfrm>
              <a:custGeom>
                <a:avLst/>
                <a:gdLst>
                  <a:gd name="T0" fmla="*/ 6 w 48"/>
                  <a:gd name="T1" fmla="*/ 21 h 22"/>
                  <a:gd name="T2" fmla="*/ 2 w 48"/>
                  <a:gd name="T3" fmla="*/ 20 h 22"/>
                  <a:gd name="T4" fmla="*/ 5 w 48"/>
                  <a:gd name="T5" fmla="*/ 15 h 22"/>
                  <a:gd name="T6" fmla="*/ 10 w 48"/>
                  <a:gd name="T7" fmla="*/ 12 h 22"/>
                  <a:gd name="T8" fmla="*/ 15 w 48"/>
                  <a:gd name="T9" fmla="*/ 9 h 22"/>
                  <a:gd name="T10" fmla="*/ 20 w 48"/>
                  <a:gd name="T11" fmla="*/ 7 h 22"/>
                  <a:gd name="T12" fmla="*/ 21 w 48"/>
                  <a:gd name="T13" fmla="*/ 4 h 22"/>
                  <a:gd name="T14" fmla="*/ 22 w 48"/>
                  <a:gd name="T15" fmla="*/ 1 h 22"/>
                  <a:gd name="T16" fmla="*/ 28 w 48"/>
                  <a:gd name="T17" fmla="*/ 0 h 22"/>
                  <a:gd name="T18" fmla="*/ 30 w 48"/>
                  <a:gd name="T19" fmla="*/ 1 h 22"/>
                  <a:gd name="T20" fmla="*/ 28 w 48"/>
                  <a:gd name="T21" fmla="*/ 4 h 22"/>
                  <a:gd name="T22" fmla="*/ 27 w 48"/>
                  <a:gd name="T23" fmla="*/ 7 h 22"/>
                  <a:gd name="T24" fmla="*/ 34 w 48"/>
                  <a:gd name="T25" fmla="*/ 5 h 22"/>
                  <a:gd name="T26" fmla="*/ 39 w 48"/>
                  <a:gd name="T27" fmla="*/ 4 h 22"/>
                  <a:gd name="T28" fmla="*/ 42 w 48"/>
                  <a:gd name="T29" fmla="*/ 4 h 22"/>
                  <a:gd name="T30" fmla="*/ 44 w 48"/>
                  <a:gd name="T31" fmla="*/ 3 h 22"/>
                  <a:gd name="T32" fmla="*/ 48 w 48"/>
                  <a:gd name="T33" fmla="*/ 6 h 22"/>
                  <a:gd name="T34" fmla="*/ 42 w 48"/>
                  <a:gd name="T35" fmla="*/ 8 h 22"/>
                  <a:gd name="T36" fmla="*/ 36 w 48"/>
                  <a:gd name="T37" fmla="*/ 12 h 22"/>
                  <a:gd name="T38" fmla="*/ 31 w 48"/>
                  <a:gd name="T39" fmla="*/ 15 h 22"/>
                  <a:gd name="T40" fmla="*/ 22 w 48"/>
                  <a:gd name="T41" fmla="*/ 13 h 22"/>
                  <a:gd name="T42" fmla="*/ 17 w 48"/>
                  <a:gd name="T43" fmla="*/ 14 h 22"/>
                  <a:gd name="T44" fmla="*/ 13 w 48"/>
                  <a:gd name="T45" fmla="*/ 16 h 22"/>
                  <a:gd name="T46" fmla="*/ 11 w 48"/>
                  <a:gd name="T47" fmla="*/ 17 h 22"/>
                  <a:gd name="T48" fmla="*/ 9 w 48"/>
                  <a:gd name="T49" fmla="*/ 19 h 22"/>
                  <a:gd name="T50" fmla="*/ 6 w 48"/>
                  <a:gd name="T51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22">
                    <a:moveTo>
                      <a:pt x="6" y="21"/>
                    </a:moveTo>
                    <a:cubicBezTo>
                      <a:pt x="5" y="22"/>
                      <a:pt x="3" y="21"/>
                      <a:pt x="2" y="20"/>
                    </a:cubicBezTo>
                    <a:cubicBezTo>
                      <a:pt x="0" y="18"/>
                      <a:pt x="4" y="16"/>
                      <a:pt x="5" y="15"/>
                    </a:cubicBezTo>
                    <a:cubicBezTo>
                      <a:pt x="7" y="14"/>
                      <a:pt x="9" y="14"/>
                      <a:pt x="10" y="12"/>
                    </a:cubicBezTo>
                    <a:cubicBezTo>
                      <a:pt x="11" y="10"/>
                      <a:pt x="13" y="9"/>
                      <a:pt x="15" y="9"/>
                    </a:cubicBezTo>
                    <a:cubicBezTo>
                      <a:pt x="17" y="8"/>
                      <a:pt x="19" y="9"/>
                      <a:pt x="20" y="7"/>
                    </a:cubicBezTo>
                    <a:cubicBezTo>
                      <a:pt x="21" y="6"/>
                      <a:pt x="21" y="5"/>
                      <a:pt x="21" y="4"/>
                    </a:cubicBezTo>
                    <a:cubicBezTo>
                      <a:pt x="21" y="3"/>
                      <a:pt x="22" y="2"/>
                      <a:pt x="22" y="1"/>
                    </a:cubicBezTo>
                    <a:cubicBezTo>
                      <a:pt x="23" y="0"/>
                      <a:pt x="27" y="0"/>
                      <a:pt x="28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0" y="2"/>
                      <a:pt x="28" y="3"/>
                      <a:pt x="28" y="4"/>
                    </a:cubicBezTo>
                    <a:cubicBezTo>
                      <a:pt x="26" y="5"/>
                      <a:pt x="25" y="7"/>
                      <a:pt x="27" y="7"/>
                    </a:cubicBezTo>
                    <a:cubicBezTo>
                      <a:pt x="30" y="8"/>
                      <a:pt x="32" y="7"/>
                      <a:pt x="34" y="5"/>
                    </a:cubicBezTo>
                    <a:cubicBezTo>
                      <a:pt x="35" y="4"/>
                      <a:pt x="37" y="4"/>
                      <a:pt x="39" y="4"/>
                    </a:cubicBezTo>
                    <a:cubicBezTo>
                      <a:pt x="40" y="4"/>
                      <a:pt x="41" y="4"/>
                      <a:pt x="42" y="4"/>
                    </a:cubicBezTo>
                    <a:cubicBezTo>
                      <a:pt x="43" y="3"/>
                      <a:pt x="43" y="3"/>
                      <a:pt x="44" y="3"/>
                    </a:cubicBezTo>
                    <a:cubicBezTo>
                      <a:pt x="46" y="2"/>
                      <a:pt x="48" y="4"/>
                      <a:pt x="48" y="6"/>
                    </a:cubicBezTo>
                    <a:cubicBezTo>
                      <a:pt x="48" y="9"/>
                      <a:pt x="44" y="8"/>
                      <a:pt x="42" y="8"/>
                    </a:cubicBezTo>
                    <a:cubicBezTo>
                      <a:pt x="40" y="8"/>
                      <a:pt x="37" y="9"/>
                      <a:pt x="36" y="12"/>
                    </a:cubicBezTo>
                    <a:cubicBezTo>
                      <a:pt x="34" y="13"/>
                      <a:pt x="33" y="15"/>
                      <a:pt x="31" y="15"/>
                    </a:cubicBezTo>
                    <a:cubicBezTo>
                      <a:pt x="28" y="15"/>
                      <a:pt x="25" y="14"/>
                      <a:pt x="22" y="13"/>
                    </a:cubicBezTo>
                    <a:cubicBezTo>
                      <a:pt x="20" y="13"/>
                      <a:pt x="18" y="13"/>
                      <a:pt x="17" y="14"/>
                    </a:cubicBezTo>
                    <a:cubicBezTo>
                      <a:pt x="15" y="14"/>
                      <a:pt x="15" y="15"/>
                      <a:pt x="13" y="16"/>
                    </a:cubicBezTo>
                    <a:cubicBezTo>
                      <a:pt x="12" y="16"/>
                      <a:pt x="12" y="16"/>
                      <a:pt x="11" y="17"/>
                    </a:cubicBezTo>
                    <a:cubicBezTo>
                      <a:pt x="10" y="18"/>
                      <a:pt x="9" y="18"/>
                      <a:pt x="9" y="19"/>
                    </a:cubicBezTo>
                    <a:cubicBezTo>
                      <a:pt x="8" y="20"/>
                      <a:pt x="7" y="21"/>
                      <a:pt x="6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6" name="Freeform 3354">
                <a:extLst>
                  <a:ext uri="{FF2B5EF4-FFF2-40B4-BE49-F238E27FC236}">
                    <a16:creationId xmlns:a16="http://schemas.microsoft.com/office/drawing/2014/main" id="{48351238-0AAC-4E34-8A0C-DBE1D4C24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40"/>
                <a:ext cx="5" cy="5"/>
              </a:xfrm>
              <a:custGeom>
                <a:avLst/>
                <a:gdLst>
                  <a:gd name="T0" fmla="*/ 0 w 12"/>
                  <a:gd name="T1" fmla="*/ 6 h 11"/>
                  <a:gd name="T2" fmla="*/ 4 w 12"/>
                  <a:gd name="T3" fmla="*/ 2 h 11"/>
                  <a:gd name="T4" fmla="*/ 7 w 12"/>
                  <a:gd name="T5" fmla="*/ 1 h 11"/>
                  <a:gd name="T6" fmla="*/ 10 w 12"/>
                  <a:gd name="T7" fmla="*/ 1 h 11"/>
                  <a:gd name="T8" fmla="*/ 12 w 12"/>
                  <a:gd name="T9" fmla="*/ 3 h 11"/>
                  <a:gd name="T10" fmla="*/ 9 w 12"/>
                  <a:gd name="T11" fmla="*/ 5 h 11"/>
                  <a:gd name="T12" fmla="*/ 6 w 12"/>
                  <a:gd name="T13" fmla="*/ 8 h 11"/>
                  <a:gd name="T14" fmla="*/ 5 w 12"/>
                  <a:gd name="T15" fmla="*/ 10 h 11"/>
                  <a:gd name="T16" fmla="*/ 2 w 12"/>
                  <a:gd name="T17" fmla="*/ 10 h 11"/>
                  <a:gd name="T18" fmla="*/ 0 w 12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0"/>
                      <a:pt x="10" y="0"/>
                      <a:pt x="10" y="1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4"/>
                      <a:pt x="10" y="5"/>
                      <a:pt x="9" y="5"/>
                    </a:cubicBezTo>
                    <a:cubicBezTo>
                      <a:pt x="8" y="6"/>
                      <a:pt x="7" y="6"/>
                      <a:pt x="6" y="8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9"/>
                      <a:pt x="0" y="8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7" name="Freeform 3355">
                <a:extLst>
                  <a:ext uri="{FF2B5EF4-FFF2-40B4-BE49-F238E27FC236}">
                    <a16:creationId xmlns:a16="http://schemas.microsoft.com/office/drawing/2014/main" id="{C688928E-EF86-4080-B37A-4877B3EAA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551"/>
                <a:ext cx="7" cy="11"/>
              </a:xfrm>
              <a:custGeom>
                <a:avLst/>
                <a:gdLst>
                  <a:gd name="T0" fmla="*/ 11 w 16"/>
                  <a:gd name="T1" fmla="*/ 3 h 29"/>
                  <a:gd name="T2" fmla="*/ 13 w 16"/>
                  <a:gd name="T3" fmla="*/ 1 h 29"/>
                  <a:gd name="T4" fmla="*/ 16 w 16"/>
                  <a:gd name="T5" fmla="*/ 5 h 29"/>
                  <a:gd name="T6" fmla="*/ 14 w 16"/>
                  <a:gd name="T7" fmla="*/ 10 h 29"/>
                  <a:gd name="T8" fmla="*/ 11 w 16"/>
                  <a:gd name="T9" fmla="*/ 16 h 29"/>
                  <a:gd name="T10" fmla="*/ 11 w 16"/>
                  <a:gd name="T11" fmla="*/ 27 h 29"/>
                  <a:gd name="T12" fmla="*/ 6 w 16"/>
                  <a:gd name="T13" fmla="*/ 26 h 29"/>
                  <a:gd name="T14" fmla="*/ 5 w 16"/>
                  <a:gd name="T15" fmla="*/ 21 h 29"/>
                  <a:gd name="T16" fmla="*/ 0 w 16"/>
                  <a:gd name="T17" fmla="*/ 17 h 29"/>
                  <a:gd name="T18" fmla="*/ 3 w 16"/>
                  <a:gd name="T19" fmla="*/ 13 h 29"/>
                  <a:gd name="T20" fmla="*/ 7 w 16"/>
                  <a:gd name="T21" fmla="*/ 13 h 29"/>
                  <a:gd name="T22" fmla="*/ 8 w 16"/>
                  <a:gd name="T23" fmla="*/ 11 h 29"/>
                  <a:gd name="T24" fmla="*/ 10 w 16"/>
                  <a:gd name="T25" fmla="*/ 7 h 29"/>
                  <a:gd name="T26" fmla="*/ 11 w 16"/>
                  <a:gd name="T27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9">
                    <a:moveTo>
                      <a:pt x="11" y="3"/>
                    </a:moveTo>
                    <a:cubicBezTo>
                      <a:pt x="12" y="2"/>
                      <a:pt x="12" y="1"/>
                      <a:pt x="13" y="1"/>
                    </a:cubicBezTo>
                    <a:cubicBezTo>
                      <a:pt x="15" y="0"/>
                      <a:pt x="16" y="3"/>
                      <a:pt x="16" y="5"/>
                    </a:cubicBezTo>
                    <a:cubicBezTo>
                      <a:pt x="16" y="7"/>
                      <a:pt x="16" y="9"/>
                      <a:pt x="14" y="10"/>
                    </a:cubicBezTo>
                    <a:cubicBezTo>
                      <a:pt x="12" y="12"/>
                      <a:pt x="11" y="14"/>
                      <a:pt x="11" y="16"/>
                    </a:cubicBezTo>
                    <a:cubicBezTo>
                      <a:pt x="11" y="20"/>
                      <a:pt x="12" y="24"/>
                      <a:pt x="11" y="27"/>
                    </a:cubicBezTo>
                    <a:cubicBezTo>
                      <a:pt x="9" y="28"/>
                      <a:pt x="7" y="29"/>
                      <a:pt x="6" y="26"/>
                    </a:cubicBezTo>
                    <a:cubicBezTo>
                      <a:pt x="6" y="24"/>
                      <a:pt x="7" y="21"/>
                      <a:pt x="5" y="21"/>
                    </a:cubicBezTo>
                    <a:cubicBezTo>
                      <a:pt x="3" y="20"/>
                      <a:pt x="1" y="19"/>
                      <a:pt x="0" y="17"/>
                    </a:cubicBezTo>
                    <a:cubicBezTo>
                      <a:pt x="0" y="15"/>
                      <a:pt x="1" y="13"/>
                      <a:pt x="3" y="13"/>
                    </a:cubicBezTo>
                    <a:cubicBezTo>
                      <a:pt x="4" y="13"/>
                      <a:pt x="6" y="14"/>
                      <a:pt x="7" y="13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9" y="10"/>
                      <a:pt x="10" y="9"/>
                      <a:pt x="10" y="7"/>
                    </a:cubicBezTo>
                    <a:cubicBezTo>
                      <a:pt x="11" y="6"/>
                      <a:pt x="11" y="4"/>
                      <a:pt x="1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8" name="Freeform 3356">
                <a:extLst>
                  <a:ext uri="{FF2B5EF4-FFF2-40B4-BE49-F238E27FC236}">
                    <a16:creationId xmlns:a16="http://schemas.microsoft.com/office/drawing/2014/main" id="{67C84601-7844-4E84-A577-ED6513FB2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534"/>
                <a:ext cx="4" cy="6"/>
              </a:xfrm>
              <a:custGeom>
                <a:avLst/>
                <a:gdLst>
                  <a:gd name="T0" fmla="*/ 6 w 11"/>
                  <a:gd name="T1" fmla="*/ 12 h 15"/>
                  <a:gd name="T2" fmla="*/ 4 w 11"/>
                  <a:gd name="T3" fmla="*/ 15 h 15"/>
                  <a:gd name="T4" fmla="*/ 1 w 11"/>
                  <a:gd name="T5" fmla="*/ 14 h 15"/>
                  <a:gd name="T6" fmla="*/ 0 w 11"/>
                  <a:gd name="T7" fmla="*/ 10 h 15"/>
                  <a:gd name="T8" fmla="*/ 1 w 11"/>
                  <a:gd name="T9" fmla="*/ 6 h 15"/>
                  <a:gd name="T10" fmla="*/ 3 w 11"/>
                  <a:gd name="T11" fmla="*/ 3 h 15"/>
                  <a:gd name="T12" fmla="*/ 6 w 11"/>
                  <a:gd name="T13" fmla="*/ 2 h 15"/>
                  <a:gd name="T14" fmla="*/ 6 w 11"/>
                  <a:gd name="T15" fmla="*/ 1 h 15"/>
                  <a:gd name="T16" fmla="*/ 8 w 11"/>
                  <a:gd name="T17" fmla="*/ 0 h 15"/>
                  <a:gd name="T18" fmla="*/ 10 w 11"/>
                  <a:gd name="T19" fmla="*/ 0 h 15"/>
                  <a:gd name="T20" fmla="*/ 11 w 11"/>
                  <a:gd name="T21" fmla="*/ 3 h 15"/>
                  <a:gd name="T22" fmla="*/ 7 w 11"/>
                  <a:gd name="T23" fmla="*/ 6 h 15"/>
                  <a:gd name="T24" fmla="*/ 6 w 11"/>
                  <a:gd name="T25" fmla="*/ 8 h 15"/>
                  <a:gd name="T26" fmla="*/ 6 w 11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6" y="12"/>
                    </a:moveTo>
                    <a:cubicBezTo>
                      <a:pt x="6" y="13"/>
                      <a:pt x="5" y="14"/>
                      <a:pt x="4" y="15"/>
                    </a:cubicBezTo>
                    <a:cubicBezTo>
                      <a:pt x="3" y="15"/>
                      <a:pt x="1" y="15"/>
                      <a:pt x="1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9"/>
                      <a:pt x="1" y="8"/>
                      <a:pt x="1" y="6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0"/>
                      <a:pt x="11" y="2"/>
                      <a:pt x="11" y="3"/>
                    </a:cubicBezTo>
                    <a:cubicBezTo>
                      <a:pt x="10" y="4"/>
                      <a:pt x="8" y="5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9"/>
                      <a:pt x="6" y="11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9" name="Freeform 3357">
                <a:extLst>
                  <a:ext uri="{FF2B5EF4-FFF2-40B4-BE49-F238E27FC236}">
                    <a16:creationId xmlns:a16="http://schemas.microsoft.com/office/drawing/2014/main" id="{EC46BB36-04C3-4F04-87EB-CF5FA5E5E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536"/>
                <a:ext cx="8" cy="13"/>
              </a:xfrm>
              <a:custGeom>
                <a:avLst/>
                <a:gdLst>
                  <a:gd name="T0" fmla="*/ 14 w 20"/>
                  <a:gd name="T1" fmla="*/ 6 h 33"/>
                  <a:gd name="T2" fmla="*/ 15 w 20"/>
                  <a:gd name="T3" fmla="*/ 3 h 33"/>
                  <a:gd name="T4" fmla="*/ 15 w 20"/>
                  <a:gd name="T5" fmla="*/ 1 h 33"/>
                  <a:gd name="T6" fmla="*/ 12 w 20"/>
                  <a:gd name="T7" fmla="*/ 0 h 33"/>
                  <a:gd name="T8" fmla="*/ 8 w 20"/>
                  <a:gd name="T9" fmla="*/ 4 h 33"/>
                  <a:gd name="T10" fmla="*/ 4 w 20"/>
                  <a:gd name="T11" fmla="*/ 6 h 33"/>
                  <a:gd name="T12" fmla="*/ 1 w 20"/>
                  <a:gd name="T13" fmla="*/ 7 h 33"/>
                  <a:gd name="T14" fmla="*/ 1 w 20"/>
                  <a:gd name="T15" fmla="*/ 13 h 33"/>
                  <a:gd name="T16" fmla="*/ 0 w 20"/>
                  <a:gd name="T17" fmla="*/ 20 h 33"/>
                  <a:gd name="T18" fmla="*/ 3 w 20"/>
                  <a:gd name="T19" fmla="*/ 23 h 33"/>
                  <a:gd name="T20" fmla="*/ 8 w 20"/>
                  <a:gd name="T21" fmla="*/ 23 h 33"/>
                  <a:gd name="T22" fmla="*/ 11 w 20"/>
                  <a:gd name="T23" fmla="*/ 20 h 33"/>
                  <a:gd name="T24" fmla="*/ 13 w 20"/>
                  <a:gd name="T25" fmla="*/ 24 h 33"/>
                  <a:gd name="T26" fmla="*/ 14 w 20"/>
                  <a:gd name="T27" fmla="*/ 28 h 33"/>
                  <a:gd name="T28" fmla="*/ 15 w 20"/>
                  <a:gd name="T29" fmla="*/ 32 h 33"/>
                  <a:gd name="T30" fmla="*/ 19 w 20"/>
                  <a:gd name="T31" fmla="*/ 32 h 33"/>
                  <a:gd name="T32" fmla="*/ 20 w 20"/>
                  <a:gd name="T33" fmla="*/ 27 h 33"/>
                  <a:gd name="T34" fmla="*/ 20 w 20"/>
                  <a:gd name="T35" fmla="*/ 21 h 33"/>
                  <a:gd name="T36" fmla="*/ 19 w 20"/>
                  <a:gd name="T37" fmla="*/ 17 h 33"/>
                  <a:gd name="T38" fmla="*/ 13 w 20"/>
                  <a:gd name="T39" fmla="*/ 15 h 33"/>
                  <a:gd name="T40" fmla="*/ 11 w 20"/>
                  <a:gd name="T41" fmla="*/ 13 h 33"/>
                  <a:gd name="T42" fmla="*/ 11 w 20"/>
                  <a:gd name="T43" fmla="*/ 8 h 33"/>
                  <a:gd name="T44" fmla="*/ 12 w 20"/>
                  <a:gd name="T45" fmla="*/ 7 h 33"/>
                  <a:gd name="T46" fmla="*/ 14 w 20"/>
                  <a:gd name="T4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3">
                    <a:moveTo>
                      <a:pt x="14" y="6"/>
                    </a:moveTo>
                    <a:cubicBezTo>
                      <a:pt x="15" y="5"/>
                      <a:pt x="15" y="4"/>
                      <a:pt x="15" y="3"/>
                    </a:cubicBezTo>
                    <a:cubicBezTo>
                      <a:pt x="15" y="3"/>
                      <a:pt x="15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0" y="1"/>
                      <a:pt x="9" y="3"/>
                      <a:pt x="8" y="4"/>
                    </a:cubicBezTo>
                    <a:cubicBezTo>
                      <a:pt x="7" y="5"/>
                      <a:pt x="6" y="5"/>
                      <a:pt x="4" y="6"/>
                    </a:cubicBezTo>
                    <a:cubicBezTo>
                      <a:pt x="3" y="6"/>
                      <a:pt x="1" y="6"/>
                      <a:pt x="1" y="7"/>
                    </a:cubicBezTo>
                    <a:cubicBezTo>
                      <a:pt x="0" y="9"/>
                      <a:pt x="1" y="11"/>
                      <a:pt x="1" y="13"/>
                    </a:cubicBezTo>
                    <a:cubicBezTo>
                      <a:pt x="1" y="15"/>
                      <a:pt x="0" y="17"/>
                      <a:pt x="0" y="20"/>
                    </a:cubicBezTo>
                    <a:cubicBezTo>
                      <a:pt x="0" y="21"/>
                      <a:pt x="2" y="23"/>
                      <a:pt x="3" y="23"/>
                    </a:cubicBezTo>
                    <a:cubicBezTo>
                      <a:pt x="5" y="24"/>
                      <a:pt x="6" y="24"/>
                      <a:pt x="8" y="23"/>
                    </a:cubicBezTo>
                    <a:cubicBezTo>
                      <a:pt x="9" y="23"/>
                      <a:pt x="10" y="20"/>
                      <a:pt x="11" y="20"/>
                    </a:cubicBezTo>
                    <a:cubicBezTo>
                      <a:pt x="13" y="21"/>
                      <a:pt x="13" y="23"/>
                      <a:pt x="13" y="24"/>
                    </a:cubicBezTo>
                    <a:cubicBezTo>
                      <a:pt x="14" y="25"/>
                      <a:pt x="14" y="27"/>
                      <a:pt x="14" y="28"/>
                    </a:cubicBezTo>
                    <a:cubicBezTo>
                      <a:pt x="14" y="29"/>
                      <a:pt x="14" y="31"/>
                      <a:pt x="15" y="32"/>
                    </a:cubicBezTo>
                    <a:cubicBezTo>
                      <a:pt x="16" y="32"/>
                      <a:pt x="17" y="33"/>
                      <a:pt x="19" y="32"/>
                    </a:cubicBezTo>
                    <a:cubicBezTo>
                      <a:pt x="20" y="31"/>
                      <a:pt x="20" y="29"/>
                      <a:pt x="20" y="27"/>
                    </a:cubicBezTo>
                    <a:cubicBezTo>
                      <a:pt x="20" y="25"/>
                      <a:pt x="20" y="23"/>
                      <a:pt x="20" y="21"/>
                    </a:cubicBezTo>
                    <a:cubicBezTo>
                      <a:pt x="20" y="20"/>
                      <a:pt x="20" y="18"/>
                      <a:pt x="19" y="17"/>
                    </a:cubicBezTo>
                    <a:cubicBezTo>
                      <a:pt x="17" y="16"/>
                      <a:pt x="14" y="16"/>
                      <a:pt x="13" y="15"/>
                    </a:cubicBezTo>
                    <a:cubicBezTo>
                      <a:pt x="12" y="14"/>
                      <a:pt x="11" y="14"/>
                      <a:pt x="11" y="13"/>
                    </a:cubicBezTo>
                    <a:cubicBezTo>
                      <a:pt x="11" y="11"/>
                      <a:pt x="10" y="9"/>
                      <a:pt x="11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3" y="6"/>
                      <a:pt x="14" y="6"/>
                      <a:pt x="1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0" name="Freeform 3358">
                <a:extLst>
                  <a:ext uri="{FF2B5EF4-FFF2-40B4-BE49-F238E27FC236}">
                    <a16:creationId xmlns:a16="http://schemas.microsoft.com/office/drawing/2014/main" id="{54203EFA-F806-45E3-9F9C-F2B04D4AC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551"/>
                <a:ext cx="10" cy="11"/>
              </a:xfrm>
              <a:custGeom>
                <a:avLst/>
                <a:gdLst>
                  <a:gd name="T0" fmla="*/ 8 w 25"/>
                  <a:gd name="T1" fmla="*/ 17 h 26"/>
                  <a:gd name="T2" fmla="*/ 7 w 25"/>
                  <a:gd name="T3" fmla="*/ 17 h 26"/>
                  <a:gd name="T4" fmla="*/ 5 w 25"/>
                  <a:gd name="T5" fmla="*/ 15 h 26"/>
                  <a:gd name="T6" fmla="*/ 4 w 25"/>
                  <a:gd name="T7" fmla="*/ 15 h 26"/>
                  <a:gd name="T8" fmla="*/ 3 w 25"/>
                  <a:gd name="T9" fmla="*/ 13 h 26"/>
                  <a:gd name="T10" fmla="*/ 1 w 25"/>
                  <a:gd name="T11" fmla="*/ 13 h 26"/>
                  <a:gd name="T12" fmla="*/ 0 w 25"/>
                  <a:gd name="T13" fmla="*/ 10 h 26"/>
                  <a:gd name="T14" fmla="*/ 2 w 25"/>
                  <a:gd name="T15" fmla="*/ 2 h 26"/>
                  <a:gd name="T16" fmla="*/ 5 w 25"/>
                  <a:gd name="T17" fmla="*/ 0 h 26"/>
                  <a:gd name="T18" fmla="*/ 9 w 25"/>
                  <a:gd name="T19" fmla="*/ 2 h 26"/>
                  <a:gd name="T20" fmla="*/ 10 w 25"/>
                  <a:gd name="T21" fmla="*/ 6 h 26"/>
                  <a:gd name="T22" fmla="*/ 13 w 25"/>
                  <a:gd name="T23" fmla="*/ 8 h 26"/>
                  <a:gd name="T24" fmla="*/ 17 w 25"/>
                  <a:gd name="T25" fmla="*/ 8 h 26"/>
                  <a:gd name="T26" fmla="*/ 20 w 25"/>
                  <a:gd name="T27" fmla="*/ 10 h 26"/>
                  <a:gd name="T28" fmla="*/ 21 w 25"/>
                  <a:gd name="T29" fmla="*/ 13 h 26"/>
                  <a:gd name="T30" fmla="*/ 24 w 25"/>
                  <a:gd name="T31" fmla="*/ 16 h 26"/>
                  <a:gd name="T32" fmla="*/ 25 w 25"/>
                  <a:gd name="T33" fmla="*/ 21 h 26"/>
                  <a:gd name="T34" fmla="*/ 21 w 25"/>
                  <a:gd name="T35" fmla="*/ 23 h 26"/>
                  <a:gd name="T36" fmla="*/ 18 w 25"/>
                  <a:gd name="T37" fmla="*/ 20 h 26"/>
                  <a:gd name="T38" fmla="*/ 15 w 25"/>
                  <a:gd name="T39" fmla="*/ 21 h 26"/>
                  <a:gd name="T40" fmla="*/ 14 w 25"/>
                  <a:gd name="T41" fmla="*/ 25 h 26"/>
                  <a:gd name="T42" fmla="*/ 11 w 25"/>
                  <a:gd name="T43" fmla="*/ 23 h 26"/>
                  <a:gd name="T44" fmla="*/ 10 w 25"/>
                  <a:gd name="T45" fmla="*/ 20 h 26"/>
                  <a:gd name="T46" fmla="*/ 8 w 25"/>
                  <a:gd name="T4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26">
                    <a:moveTo>
                      <a:pt x="8" y="17"/>
                    </a:moveTo>
                    <a:cubicBezTo>
                      <a:pt x="8" y="17"/>
                      <a:pt x="7" y="18"/>
                      <a:pt x="7" y="17"/>
                    </a:cubicBezTo>
                    <a:cubicBezTo>
                      <a:pt x="6" y="17"/>
                      <a:pt x="6" y="16"/>
                      <a:pt x="5" y="15"/>
                    </a:cubicBezTo>
                    <a:cubicBezTo>
                      <a:pt x="5" y="15"/>
                      <a:pt x="5" y="15"/>
                      <a:pt x="4" y="15"/>
                    </a:cubicBezTo>
                    <a:cubicBezTo>
                      <a:pt x="4" y="14"/>
                      <a:pt x="3" y="14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7"/>
                      <a:pt x="0" y="3"/>
                      <a:pt x="2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0"/>
                      <a:pt x="9" y="1"/>
                      <a:pt x="9" y="2"/>
                    </a:cubicBezTo>
                    <a:cubicBezTo>
                      <a:pt x="10" y="3"/>
                      <a:pt x="10" y="5"/>
                      <a:pt x="10" y="6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5" y="8"/>
                      <a:pt x="16" y="8"/>
                      <a:pt x="17" y="8"/>
                    </a:cubicBezTo>
                    <a:cubicBezTo>
                      <a:pt x="18" y="8"/>
                      <a:pt x="20" y="9"/>
                      <a:pt x="20" y="10"/>
                    </a:cubicBezTo>
                    <a:cubicBezTo>
                      <a:pt x="21" y="11"/>
                      <a:pt x="20" y="12"/>
                      <a:pt x="21" y="13"/>
                    </a:cubicBezTo>
                    <a:cubicBezTo>
                      <a:pt x="22" y="14"/>
                      <a:pt x="24" y="15"/>
                      <a:pt x="24" y="16"/>
                    </a:cubicBezTo>
                    <a:cubicBezTo>
                      <a:pt x="25" y="17"/>
                      <a:pt x="25" y="19"/>
                      <a:pt x="25" y="21"/>
                    </a:cubicBezTo>
                    <a:cubicBezTo>
                      <a:pt x="25" y="23"/>
                      <a:pt x="23" y="23"/>
                      <a:pt x="21" y="23"/>
                    </a:cubicBezTo>
                    <a:cubicBezTo>
                      <a:pt x="19" y="23"/>
                      <a:pt x="19" y="21"/>
                      <a:pt x="18" y="20"/>
                    </a:cubicBezTo>
                    <a:cubicBezTo>
                      <a:pt x="17" y="19"/>
                      <a:pt x="15" y="20"/>
                      <a:pt x="15" y="21"/>
                    </a:cubicBezTo>
                    <a:cubicBezTo>
                      <a:pt x="14" y="22"/>
                      <a:pt x="15" y="24"/>
                      <a:pt x="14" y="25"/>
                    </a:cubicBezTo>
                    <a:cubicBezTo>
                      <a:pt x="13" y="26"/>
                      <a:pt x="12" y="24"/>
                      <a:pt x="11" y="23"/>
                    </a:cubicBezTo>
                    <a:cubicBezTo>
                      <a:pt x="11" y="22"/>
                      <a:pt x="10" y="21"/>
                      <a:pt x="10" y="20"/>
                    </a:cubicBezTo>
                    <a:cubicBezTo>
                      <a:pt x="10" y="19"/>
                      <a:pt x="9" y="18"/>
                      <a:pt x="8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1" name="Freeform 3359">
                <a:extLst>
                  <a:ext uri="{FF2B5EF4-FFF2-40B4-BE49-F238E27FC236}">
                    <a16:creationId xmlns:a16="http://schemas.microsoft.com/office/drawing/2014/main" id="{162E519C-7033-41DA-9B69-8D9D9504C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567"/>
                <a:ext cx="8" cy="7"/>
              </a:xfrm>
              <a:custGeom>
                <a:avLst/>
                <a:gdLst>
                  <a:gd name="T0" fmla="*/ 2 w 21"/>
                  <a:gd name="T1" fmla="*/ 11 h 17"/>
                  <a:gd name="T2" fmla="*/ 0 w 21"/>
                  <a:gd name="T3" fmla="*/ 7 h 17"/>
                  <a:gd name="T4" fmla="*/ 5 w 21"/>
                  <a:gd name="T5" fmla="*/ 6 h 17"/>
                  <a:gd name="T6" fmla="*/ 10 w 21"/>
                  <a:gd name="T7" fmla="*/ 6 h 17"/>
                  <a:gd name="T8" fmla="*/ 12 w 21"/>
                  <a:gd name="T9" fmla="*/ 6 h 17"/>
                  <a:gd name="T10" fmla="*/ 14 w 21"/>
                  <a:gd name="T11" fmla="*/ 4 h 17"/>
                  <a:gd name="T12" fmla="*/ 16 w 21"/>
                  <a:gd name="T13" fmla="*/ 2 h 17"/>
                  <a:gd name="T14" fmla="*/ 17 w 21"/>
                  <a:gd name="T15" fmla="*/ 1 h 17"/>
                  <a:gd name="T16" fmla="*/ 19 w 21"/>
                  <a:gd name="T17" fmla="*/ 2 h 17"/>
                  <a:gd name="T18" fmla="*/ 19 w 21"/>
                  <a:gd name="T19" fmla="*/ 7 h 17"/>
                  <a:gd name="T20" fmla="*/ 17 w 21"/>
                  <a:gd name="T21" fmla="*/ 11 h 17"/>
                  <a:gd name="T22" fmla="*/ 15 w 21"/>
                  <a:gd name="T23" fmla="*/ 16 h 17"/>
                  <a:gd name="T24" fmla="*/ 13 w 21"/>
                  <a:gd name="T25" fmla="*/ 17 h 17"/>
                  <a:gd name="T26" fmla="*/ 9 w 21"/>
                  <a:gd name="T27" fmla="*/ 16 h 17"/>
                  <a:gd name="T28" fmla="*/ 7 w 21"/>
                  <a:gd name="T29" fmla="*/ 14 h 17"/>
                  <a:gd name="T30" fmla="*/ 5 w 21"/>
                  <a:gd name="T31" fmla="*/ 13 h 17"/>
                  <a:gd name="T32" fmla="*/ 4 w 21"/>
                  <a:gd name="T33" fmla="*/ 12 h 17"/>
                  <a:gd name="T34" fmla="*/ 2 w 21"/>
                  <a:gd name="T3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7">
                    <a:moveTo>
                      <a:pt x="2" y="11"/>
                    </a:moveTo>
                    <a:cubicBezTo>
                      <a:pt x="1" y="11"/>
                      <a:pt x="0" y="9"/>
                      <a:pt x="0" y="7"/>
                    </a:cubicBezTo>
                    <a:cubicBezTo>
                      <a:pt x="1" y="5"/>
                      <a:pt x="4" y="5"/>
                      <a:pt x="5" y="6"/>
                    </a:cubicBezTo>
                    <a:cubicBezTo>
                      <a:pt x="7" y="6"/>
                      <a:pt x="8" y="5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2"/>
                      <a:pt x="16" y="2"/>
                    </a:cubicBezTo>
                    <a:cubicBezTo>
                      <a:pt x="16" y="1"/>
                      <a:pt x="17" y="0"/>
                      <a:pt x="17" y="1"/>
                    </a:cubicBezTo>
                    <a:cubicBezTo>
                      <a:pt x="18" y="1"/>
                      <a:pt x="19" y="2"/>
                      <a:pt x="19" y="2"/>
                    </a:cubicBezTo>
                    <a:cubicBezTo>
                      <a:pt x="20" y="4"/>
                      <a:pt x="21" y="6"/>
                      <a:pt x="19" y="7"/>
                    </a:cubicBezTo>
                    <a:cubicBezTo>
                      <a:pt x="18" y="8"/>
                      <a:pt x="17" y="9"/>
                      <a:pt x="17" y="11"/>
                    </a:cubicBezTo>
                    <a:cubicBezTo>
                      <a:pt x="16" y="13"/>
                      <a:pt x="16" y="14"/>
                      <a:pt x="15" y="16"/>
                    </a:cubicBezTo>
                    <a:cubicBezTo>
                      <a:pt x="14" y="16"/>
                      <a:pt x="13" y="17"/>
                      <a:pt x="13" y="17"/>
                    </a:cubicBezTo>
                    <a:cubicBezTo>
                      <a:pt x="11" y="17"/>
                      <a:pt x="10" y="16"/>
                      <a:pt x="9" y="16"/>
                    </a:cubicBezTo>
                    <a:cubicBezTo>
                      <a:pt x="9" y="15"/>
                      <a:pt x="8" y="14"/>
                      <a:pt x="7" y="14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4" y="13"/>
                      <a:pt x="5" y="12"/>
                      <a:pt x="4" y="12"/>
                    </a:cubicBezTo>
                    <a:cubicBezTo>
                      <a:pt x="4" y="11"/>
                      <a:pt x="3" y="11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2" name="Freeform 3360">
                <a:extLst>
                  <a:ext uri="{FF2B5EF4-FFF2-40B4-BE49-F238E27FC236}">
                    <a16:creationId xmlns:a16="http://schemas.microsoft.com/office/drawing/2014/main" id="{7C374D78-DC2A-4476-814C-58C2AC319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576"/>
                <a:ext cx="18" cy="17"/>
              </a:xfrm>
              <a:custGeom>
                <a:avLst/>
                <a:gdLst>
                  <a:gd name="T0" fmla="*/ 8 w 44"/>
                  <a:gd name="T1" fmla="*/ 29 h 41"/>
                  <a:gd name="T2" fmla="*/ 7 w 44"/>
                  <a:gd name="T3" fmla="*/ 27 h 41"/>
                  <a:gd name="T4" fmla="*/ 4 w 44"/>
                  <a:gd name="T5" fmla="*/ 23 h 41"/>
                  <a:gd name="T6" fmla="*/ 3 w 44"/>
                  <a:gd name="T7" fmla="*/ 17 h 41"/>
                  <a:gd name="T8" fmla="*/ 2 w 44"/>
                  <a:gd name="T9" fmla="*/ 11 h 41"/>
                  <a:gd name="T10" fmla="*/ 0 w 44"/>
                  <a:gd name="T11" fmla="*/ 7 h 41"/>
                  <a:gd name="T12" fmla="*/ 4 w 44"/>
                  <a:gd name="T13" fmla="*/ 2 h 41"/>
                  <a:gd name="T14" fmla="*/ 12 w 44"/>
                  <a:gd name="T15" fmla="*/ 0 h 41"/>
                  <a:gd name="T16" fmla="*/ 19 w 44"/>
                  <a:gd name="T17" fmla="*/ 4 h 41"/>
                  <a:gd name="T18" fmla="*/ 22 w 44"/>
                  <a:gd name="T19" fmla="*/ 11 h 41"/>
                  <a:gd name="T20" fmla="*/ 25 w 44"/>
                  <a:gd name="T21" fmla="*/ 13 h 41"/>
                  <a:gd name="T22" fmla="*/ 27 w 44"/>
                  <a:gd name="T23" fmla="*/ 17 h 41"/>
                  <a:gd name="T24" fmla="*/ 27 w 44"/>
                  <a:gd name="T25" fmla="*/ 26 h 41"/>
                  <a:gd name="T26" fmla="*/ 30 w 44"/>
                  <a:gd name="T27" fmla="*/ 30 h 41"/>
                  <a:gd name="T28" fmla="*/ 33 w 44"/>
                  <a:gd name="T29" fmla="*/ 30 h 41"/>
                  <a:gd name="T30" fmla="*/ 37 w 44"/>
                  <a:gd name="T31" fmla="*/ 30 h 41"/>
                  <a:gd name="T32" fmla="*/ 43 w 44"/>
                  <a:gd name="T33" fmla="*/ 31 h 41"/>
                  <a:gd name="T34" fmla="*/ 41 w 44"/>
                  <a:gd name="T35" fmla="*/ 37 h 41"/>
                  <a:gd name="T36" fmla="*/ 39 w 44"/>
                  <a:gd name="T37" fmla="*/ 39 h 41"/>
                  <a:gd name="T38" fmla="*/ 37 w 44"/>
                  <a:gd name="T39" fmla="*/ 40 h 41"/>
                  <a:gd name="T40" fmla="*/ 34 w 44"/>
                  <a:gd name="T41" fmla="*/ 37 h 41"/>
                  <a:gd name="T42" fmla="*/ 30 w 44"/>
                  <a:gd name="T43" fmla="*/ 34 h 41"/>
                  <a:gd name="T44" fmla="*/ 23 w 44"/>
                  <a:gd name="T45" fmla="*/ 35 h 41"/>
                  <a:gd name="T46" fmla="*/ 20 w 44"/>
                  <a:gd name="T47" fmla="*/ 35 h 41"/>
                  <a:gd name="T48" fmla="*/ 17 w 44"/>
                  <a:gd name="T49" fmla="*/ 37 h 41"/>
                  <a:gd name="T50" fmla="*/ 12 w 44"/>
                  <a:gd name="T51" fmla="*/ 39 h 41"/>
                  <a:gd name="T52" fmla="*/ 8 w 44"/>
                  <a:gd name="T53" fmla="*/ 35 h 41"/>
                  <a:gd name="T54" fmla="*/ 9 w 44"/>
                  <a:gd name="T55" fmla="*/ 33 h 41"/>
                  <a:gd name="T56" fmla="*/ 8 w 44"/>
                  <a:gd name="T5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4" h="41">
                    <a:moveTo>
                      <a:pt x="8" y="29"/>
                    </a:moveTo>
                    <a:cubicBezTo>
                      <a:pt x="8" y="28"/>
                      <a:pt x="8" y="28"/>
                      <a:pt x="7" y="27"/>
                    </a:cubicBezTo>
                    <a:cubicBezTo>
                      <a:pt x="5" y="26"/>
                      <a:pt x="5" y="24"/>
                      <a:pt x="4" y="23"/>
                    </a:cubicBezTo>
                    <a:cubicBezTo>
                      <a:pt x="4" y="21"/>
                      <a:pt x="3" y="19"/>
                      <a:pt x="3" y="17"/>
                    </a:cubicBezTo>
                    <a:cubicBezTo>
                      <a:pt x="3" y="15"/>
                      <a:pt x="3" y="13"/>
                      <a:pt x="2" y="11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6" y="0"/>
                      <a:pt x="10" y="0"/>
                      <a:pt x="12" y="0"/>
                    </a:cubicBezTo>
                    <a:cubicBezTo>
                      <a:pt x="16" y="0"/>
                      <a:pt x="18" y="1"/>
                      <a:pt x="19" y="4"/>
                    </a:cubicBezTo>
                    <a:cubicBezTo>
                      <a:pt x="20" y="7"/>
                      <a:pt x="20" y="10"/>
                      <a:pt x="22" y="11"/>
                    </a:cubicBezTo>
                    <a:cubicBezTo>
                      <a:pt x="23" y="12"/>
                      <a:pt x="24" y="13"/>
                      <a:pt x="25" y="13"/>
                    </a:cubicBezTo>
                    <a:cubicBezTo>
                      <a:pt x="26" y="14"/>
                      <a:pt x="26" y="16"/>
                      <a:pt x="27" y="17"/>
                    </a:cubicBezTo>
                    <a:cubicBezTo>
                      <a:pt x="28" y="20"/>
                      <a:pt x="27" y="23"/>
                      <a:pt x="27" y="26"/>
                    </a:cubicBezTo>
                    <a:cubicBezTo>
                      <a:pt x="27" y="28"/>
                      <a:pt x="27" y="30"/>
                      <a:pt x="30" y="30"/>
                    </a:cubicBezTo>
                    <a:cubicBezTo>
                      <a:pt x="31" y="30"/>
                      <a:pt x="32" y="30"/>
                      <a:pt x="33" y="30"/>
                    </a:cubicBezTo>
                    <a:cubicBezTo>
                      <a:pt x="34" y="30"/>
                      <a:pt x="36" y="30"/>
                      <a:pt x="37" y="30"/>
                    </a:cubicBezTo>
                    <a:cubicBezTo>
                      <a:pt x="38" y="30"/>
                      <a:pt x="41" y="29"/>
                      <a:pt x="43" y="31"/>
                    </a:cubicBezTo>
                    <a:cubicBezTo>
                      <a:pt x="44" y="33"/>
                      <a:pt x="42" y="35"/>
                      <a:pt x="41" y="37"/>
                    </a:cubicBezTo>
                    <a:cubicBezTo>
                      <a:pt x="40" y="38"/>
                      <a:pt x="40" y="38"/>
                      <a:pt x="39" y="39"/>
                    </a:cubicBezTo>
                    <a:cubicBezTo>
                      <a:pt x="38" y="40"/>
                      <a:pt x="38" y="41"/>
                      <a:pt x="37" y="40"/>
                    </a:cubicBezTo>
                    <a:cubicBezTo>
                      <a:pt x="36" y="40"/>
                      <a:pt x="35" y="38"/>
                      <a:pt x="34" y="37"/>
                    </a:cubicBezTo>
                    <a:cubicBezTo>
                      <a:pt x="33" y="36"/>
                      <a:pt x="32" y="34"/>
                      <a:pt x="30" y="34"/>
                    </a:cubicBezTo>
                    <a:cubicBezTo>
                      <a:pt x="28" y="33"/>
                      <a:pt x="25" y="35"/>
                      <a:pt x="23" y="35"/>
                    </a:cubicBezTo>
                    <a:cubicBezTo>
                      <a:pt x="22" y="35"/>
                      <a:pt x="21" y="35"/>
                      <a:pt x="20" y="35"/>
                    </a:cubicBezTo>
                    <a:cubicBezTo>
                      <a:pt x="19" y="35"/>
                      <a:pt x="18" y="36"/>
                      <a:pt x="17" y="37"/>
                    </a:cubicBezTo>
                    <a:cubicBezTo>
                      <a:pt x="16" y="38"/>
                      <a:pt x="13" y="41"/>
                      <a:pt x="12" y="39"/>
                    </a:cubicBezTo>
                    <a:cubicBezTo>
                      <a:pt x="10" y="38"/>
                      <a:pt x="8" y="37"/>
                      <a:pt x="8" y="35"/>
                    </a:cubicBezTo>
                    <a:cubicBezTo>
                      <a:pt x="8" y="34"/>
                      <a:pt x="9" y="34"/>
                      <a:pt x="9" y="33"/>
                    </a:cubicBezTo>
                    <a:cubicBezTo>
                      <a:pt x="9" y="32"/>
                      <a:pt x="9" y="31"/>
                      <a:pt x="8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3" name="Freeform 3361">
                <a:extLst>
                  <a:ext uri="{FF2B5EF4-FFF2-40B4-BE49-F238E27FC236}">
                    <a16:creationId xmlns:a16="http://schemas.microsoft.com/office/drawing/2014/main" id="{06586823-1B3F-4BDF-A69E-6099C5DD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91"/>
                <a:ext cx="7" cy="3"/>
              </a:xfrm>
              <a:custGeom>
                <a:avLst/>
                <a:gdLst>
                  <a:gd name="T0" fmla="*/ 6 w 16"/>
                  <a:gd name="T1" fmla="*/ 0 h 6"/>
                  <a:gd name="T2" fmla="*/ 7 w 16"/>
                  <a:gd name="T3" fmla="*/ 0 h 6"/>
                  <a:gd name="T4" fmla="*/ 8 w 16"/>
                  <a:gd name="T5" fmla="*/ 0 h 6"/>
                  <a:gd name="T6" fmla="*/ 9 w 16"/>
                  <a:gd name="T7" fmla="*/ 0 h 6"/>
                  <a:gd name="T8" fmla="*/ 10 w 16"/>
                  <a:gd name="T9" fmla="*/ 0 h 6"/>
                  <a:gd name="T10" fmla="*/ 12 w 16"/>
                  <a:gd name="T11" fmla="*/ 2 h 6"/>
                  <a:gd name="T12" fmla="*/ 14 w 16"/>
                  <a:gd name="T13" fmla="*/ 3 h 6"/>
                  <a:gd name="T14" fmla="*/ 13 w 16"/>
                  <a:gd name="T15" fmla="*/ 6 h 6"/>
                  <a:gd name="T16" fmla="*/ 8 w 16"/>
                  <a:gd name="T17" fmla="*/ 6 h 6"/>
                  <a:gd name="T18" fmla="*/ 5 w 16"/>
                  <a:gd name="T19" fmla="*/ 6 h 6"/>
                  <a:gd name="T20" fmla="*/ 2 w 16"/>
                  <a:gd name="T21" fmla="*/ 6 h 6"/>
                  <a:gd name="T22" fmla="*/ 0 w 16"/>
                  <a:gd name="T23" fmla="*/ 4 h 6"/>
                  <a:gd name="T24" fmla="*/ 1 w 16"/>
                  <a:gd name="T25" fmla="*/ 3 h 6"/>
                  <a:gd name="T26" fmla="*/ 2 w 16"/>
                  <a:gd name="T27" fmla="*/ 2 h 6"/>
                  <a:gd name="T28" fmla="*/ 3 w 16"/>
                  <a:gd name="T29" fmla="*/ 1 h 6"/>
                  <a:gd name="T30" fmla="*/ 6 w 16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6">
                    <a:moveTo>
                      <a:pt x="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2" y="1"/>
                      <a:pt x="12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6" y="4"/>
                      <a:pt x="15" y="5"/>
                      <a:pt x="13" y="6"/>
                    </a:cubicBezTo>
                    <a:cubicBezTo>
                      <a:pt x="11" y="6"/>
                      <a:pt x="9" y="6"/>
                      <a:pt x="8" y="6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4" name="Freeform 3362">
                <a:extLst>
                  <a:ext uri="{FF2B5EF4-FFF2-40B4-BE49-F238E27FC236}">
                    <a16:creationId xmlns:a16="http://schemas.microsoft.com/office/drawing/2014/main" id="{426596BB-8027-46E2-BC3F-C9C1E4D9E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589"/>
                <a:ext cx="10" cy="14"/>
              </a:xfrm>
              <a:custGeom>
                <a:avLst/>
                <a:gdLst>
                  <a:gd name="T0" fmla="*/ 10 w 25"/>
                  <a:gd name="T1" fmla="*/ 32 h 33"/>
                  <a:gd name="T2" fmla="*/ 8 w 25"/>
                  <a:gd name="T3" fmla="*/ 33 h 33"/>
                  <a:gd name="T4" fmla="*/ 4 w 25"/>
                  <a:gd name="T5" fmla="*/ 33 h 33"/>
                  <a:gd name="T6" fmla="*/ 2 w 25"/>
                  <a:gd name="T7" fmla="*/ 29 h 33"/>
                  <a:gd name="T8" fmla="*/ 1 w 25"/>
                  <a:gd name="T9" fmla="*/ 26 h 33"/>
                  <a:gd name="T10" fmla="*/ 2 w 25"/>
                  <a:gd name="T11" fmla="*/ 24 h 33"/>
                  <a:gd name="T12" fmla="*/ 3 w 25"/>
                  <a:gd name="T13" fmla="*/ 22 h 33"/>
                  <a:gd name="T14" fmla="*/ 4 w 25"/>
                  <a:gd name="T15" fmla="*/ 19 h 33"/>
                  <a:gd name="T16" fmla="*/ 2 w 25"/>
                  <a:gd name="T17" fmla="*/ 16 h 33"/>
                  <a:gd name="T18" fmla="*/ 2 w 25"/>
                  <a:gd name="T19" fmla="*/ 13 h 33"/>
                  <a:gd name="T20" fmla="*/ 7 w 25"/>
                  <a:gd name="T21" fmla="*/ 11 h 33"/>
                  <a:gd name="T22" fmla="*/ 10 w 25"/>
                  <a:gd name="T23" fmla="*/ 7 h 33"/>
                  <a:gd name="T24" fmla="*/ 13 w 25"/>
                  <a:gd name="T25" fmla="*/ 3 h 33"/>
                  <a:gd name="T26" fmla="*/ 16 w 25"/>
                  <a:gd name="T27" fmla="*/ 2 h 33"/>
                  <a:gd name="T28" fmla="*/ 19 w 25"/>
                  <a:gd name="T29" fmla="*/ 0 h 33"/>
                  <a:gd name="T30" fmla="*/ 23 w 25"/>
                  <a:gd name="T31" fmla="*/ 0 h 33"/>
                  <a:gd name="T32" fmla="*/ 25 w 25"/>
                  <a:gd name="T33" fmla="*/ 2 h 33"/>
                  <a:gd name="T34" fmla="*/ 24 w 25"/>
                  <a:gd name="T35" fmla="*/ 6 h 33"/>
                  <a:gd name="T36" fmla="*/ 19 w 25"/>
                  <a:gd name="T37" fmla="*/ 10 h 33"/>
                  <a:gd name="T38" fmla="*/ 15 w 25"/>
                  <a:gd name="T39" fmla="*/ 14 h 33"/>
                  <a:gd name="T40" fmla="*/ 13 w 25"/>
                  <a:gd name="T41" fmla="*/ 17 h 33"/>
                  <a:gd name="T42" fmla="*/ 11 w 25"/>
                  <a:gd name="T43" fmla="*/ 21 h 33"/>
                  <a:gd name="T44" fmla="*/ 10 w 25"/>
                  <a:gd name="T45" fmla="*/ 26 h 33"/>
                  <a:gd name="T46" fmla="*/ 10 w 25"/>
                  <a:gd name="T47" fmla="*/ 29 h 33"/>
                  <a:gd name="T48" fmla="*/ 10 w 25"/>
                  <a:gd name="T49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5" h="33">
                    <a:moveTo>
                      <a:pt x="10" y="32"/>
                    </a:moveTo>
                    <a:cubicBezTo>
                      <a:pt x="9" y="33"/>
                      <a:pt x="9" y="33"/>
                      <a:pt x="8" y="33"/>
                    </a:cubicBezTo>
                    <a:cubicBezTo>
                      <a:pt x="7" y="33"/>
                      <a:pt x="6" y="33"/>
                      <a:pt x="4" y="33"/>
                    </a:cubicBezTo>
                    <a:cubicBezTo>
                      <a:pt x="3" y="32"/>
                      <a:pt x="2" y="31"/>
                      <a:pt x="2" y="29"/>
                    </a:cubicBezTo>
                    <a:cubicBezTo>
                      <a:pt x="1" y="28"/>
                      <a:pt x="0" y="27"/>
                      <a:pt x="1" y="26"/>
                    </a:cubicBezTo>
                    <a:cubicBezTo>
                      <a:pt x="1" y="25"/>
                      <a:pt x="2" y="25"/>
                      <a:pt x="2" y="24"/>
                    </a:cubicBezTo>
                    <a:cubicBezTo>
                      <a:pt x="2" y="24"/>
                      <a:pt x="3" y="23"/>
                      <a:pt x="3" y="22"/>
                    </a:cubicBezTo>
                    <a:cubicBezTo>
                      <a:pt x="3" y="21"/>
                      <a:pt x="4" y="20"/>
                      <a:pt x="4" y="19"/>
                    </a:cubicBezTo>
                    <a:cubicBezTo>
                      <a:pt x="5" y="18"/>
                      <a:pt x="3" y="17"/>
                      <a:pt x="2" y="16"/>
                    </a:cubicBezTo>
                    <a:cubicBezTo>
                      <a:pt x="1" y="16"/>
                      <a:pt x="1" y="14"/>
                      <a:pt x="2" y="13"/>
                    </a:cubicBezTo>
                    <a:cubicBezTo>
                      <a:pt x="4" y="12"/>
                      <a:pt x="6" y="12"/>
                      <a:pt x="7" y="11"/>
                    </a:cubicBezTo>
                    <a:cubicBezTo>
                      <a:pt x="9" y="10"/>
                      <a:pt x="9" y="8"/>
                      <a:pt x="10" y="7"/>
                    </a:cubicBezTo>
                    <a:cubicBezTo>
                      <a:pt x="10" y="5"/>
                      <a:pt x="11" y="3"/>
                      <a:pt x="13" y="3"/>
                    </a:cubicBezTo>
                    <a:cubicBezTo>
                      <a:pt x="14" y="2"/>
                      <a:pt x="15" y="3"/>
                      <a:pt x="16" y="2"/>
                    </a:cubicBezTo>
                    <a:cubicBezTo>
                      <a:pt x="17" y="2"/>
                      <a:pt x="18" y="0"/>
                      <a:pt x="19" y="0"/>
                    </a:cubicBezTo>
                    <a:cubicBezTo>
                      <a:pt x="20" y="0"/>
                      <a:pt x="22" y="0"/>
                      <a:pt x="23" y="0"/>
                    </a:cubicBezTo>
                    <a:cubicBezTo>
                      <a:pt x="24" y="0"/>
                      <a:pt x="25" y="0"/>
                      <a:pt x="25" y="2"/>
                    </a:cubicBezTo>
                    <a:cubicBezTo>
                      <a:pt x="25" y="3"/>
                      <a:pt x="25" y="5"/>
                      <a:pt x="24" y="6"/>
                    </a:cubicBezTo>
                    <a:cubicBezTo>
                      <a:pt x="23" y="8"/>
                      <a:pt x="20" y="9"/>
                      <a:pt x="19" y="10"/>
                    </a:cubicBezTo>
                    <a:cubicBezTo>
                      <a:pt x="17" y="11"/>
                      <a:pt x="16" y="13"/>
                      <a:pt x="15" y="14"/>
                    </a:cubicBezTo>
                    <a:cubicBezTo>
                      <a:pt x="15" y="15"/>
                      <a:pt x="14" y="16"/>
                      <a:pt x="13" y="17"/>
                    </a:cubicBezTo>
                    <a:cubicBezTo>
                      <a:pt x="12" y="18"/>
                      <a:pt x="12" y="19"/>
                      <a:pt x="11" y="21"/>
                    </a:cubicBezTo>
                    <a:cubicBezTo>
                      <a:pt x="11" y="23"/>
                      <a:pt x="10" y="24"/>
                      <a:pt x="10" y="26"/>
                    </a:cubicBezTo>
                    <a:cubicBezTo>
                      <a:pt x="10" y="27"/>
                      <a:pt x="10" y="28"/>
                      <a:pt x="10" y="29"/>
                    </a:cubicBezTo>
                    <a:cubicBezTo>
                      <a:pt x="10" y="30"/>
                      <a:pt x="10" y="31"/>
                      <a:pt x="10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5" name="Freeform 3364">
                <a:extLst>
                  <a:ext uri="{FF2B5EF4-FFF2-40B4-BE49-F238E27FC236}">
                    <a16:creationId xmlns:a16="http://schemas.microsoft.com/office/drawing/2014/main" id="{3D8B9338-E334-4BD9-B560-21BD37E1E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555"/>
                <a:ext cx="5" cy="5"/>
              </a:xfrm>
              <a:custGeom>
                <a:avLst/>
                <a:gdLst>
                  <a:gd name="T0" fmla="*/ 3 w 12"/>
                  <a:gd name="T1" fmla="*/ 11 h 11"/>
                  <a:gd name="T2" fmla="*/ 1 w 12"/>
                  <a:gd name="T3" fmla="*/ 9 h 11"/>
                  <a:gd name="T4" fmla="*/ 2 w 12"/>
                  <a:gd name="T5" fmla="*/ 4 h 11"/>
                  <a:gd name="T6" fmla="*/ 7 w 12"/>
                  <a:gd name="T7" fmla="*/ 0 h 11"/>
                  <a:gd name="T8" fmla="*/ 10 w 12"/>
                  <a:gd name="T9" fmla="*/ 1 h 11"/>
                  <a:gd name="T10" fmla="*/ 11 w 12"/>
                  <a:gd name="T11" fmla="*/ 3 h 11"/>
                  <a:gd name="T12" fmla="*/ 11 w 12"/>
                  <a:gd name="T13" fmla="*/ 6 h 11"/>
                  <a:gd name="T14" fmla="*/ 8 w 12"/>
                  <a:gd name="T15" fmla="*/ 9 h 11"/>
                  <a:gd name="T16" fmla="*/ 3 w 12"/>
                  <a:gd name="T1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2" y="11"/>
                      <a:pt x="2" y="10"/>
                      <a:pt x="1" y="9"/>
                    </a:cubicBezTo>
                    <a:cubicBezTo>
                      <a:pt x="0" y="8"/>
                      <a:pt x="1" y="5"/>
                      <a:pt x="2" y="4"/>
                    </a:cubicBezTo>
                    <a:cubicBezTo>
                      <a:pt x="3" y="2"/>
                      <a:pt x="5" y="1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7"/>
                      <a:pt x="9" y="8"/>
                      <a:pt x="8" y="9"/>
                    </a:cubicBezTo>
                    <a:cubicBezTo>
                      <a:pt x="6" y="10"/>
                      <a:pt x="5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6" name="Freeform 3365">
                <a:extLst>
                  <a:ext uri="{FF2B5EF4-FFF2-40B4-BE49-F238E27FC236}">
                    <a16:creationId xmlns:a16="http://schemas.microsoft.com/office/drawing/2014/main" id="{43498BE4-69BF-44DE-A659-33B684CFA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84"/>
                <a:ext cx="4" cy="6"/>
              </a:xfrm>
              <a:custGeom>
                <a:avLst/>
                <a:gdLst>
                  <a:gd name="T0" fmla="*/ 3 w 11"/>
                  <a:gd name="T1" fmla="*/ 12 h 14"/>
                  <a:gd name="T2" fmla="*/ 0 w 11"/>
                  <a:gd name="T3" fmla="*/ 6 h 14"/>
                  <a:gd name="T4" fmla="*/ 0 w 11"/>
                  <a:gd name="T5" fmla="*/ 3 h 14"/>
                  <a:gd name="T6" fmla="*/ 3 w 11"/>
                  <a:gd name="T7" fmla="*/ 2 h 14"/>
                  <a:gd name="T8" fmla="*/ 10 w 11"/>
                  <a:gd name="T9" fmla="*/ 1 h 14"/>
                  <a:gd name="T10" fmla="*/ 10 w 11"/>
                  <a:gd name="T11" fmla="*/ 5 h 14"/>
                  <a:gd name="T12" fmla="*/ 11 w 11"/>
                  <a:gd name="T13" fmla="*/ 10 h 14"/>
                  <a:gd name="T14" fmla="*/ 9 w 11"/>
                  <a:gd name="T15" fmla="*/ 13 h 14"/>
                  <a:gd name="T16" fmla="*/ 6 w 11"/>
                  <a:gd name="T17" fmla="*/ 14 h 14"/>
                  <a:gd name="T18" fmla="*/ 3 w 11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3" y="12"/>
                    </a:moveTo>
                    <a:cubicBezTo>
                      <a:pt x="1" y="10"/>
                      <a:pt x="0" y="8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0" y="2"/>
                      <a:pt x="10" y="4"/>
                      <a:pt x="10" y="5"/>
                    </a:cubicBezTo>
                    <a:cubicBezTo>
                      <a:pt x="11" y="7"/>
                      <a:pt x="11" y="8"/>
                      <a:pt x="11" y="10"/>
                    </a:cubicBezTo>
                    <a:cubicBezTo>
                      <a:pt x="11" y="11"/>
                      <a:pt x="10" y="12"/>
                      <a:pt x="9" y="13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5" y="13"/>
                      <a:pt x="3" y="13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7" name="Freeform 3366">
                <a:extLst>
                  <a:ext uri="{FF2B5EF4-FFF2-40B4-BE49-F238E27FC236}">
                    <a16:creationId xmlns:a16="http://schemas.microsoft.com/office/drawing/2014/main" id="{3355D965-9813-44E4-BACD-F4FD12104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468"/>
                <a:ext cx="5" cy="5"/>
              </a:xfrm>
              <a:custGeom>
                <a:avLst/>
                <a:gdLst>
                  <a:gd name="T0" fmla="*/ 1 w 11"/>
                  <a:gd name="T1" fmla="*/ 3 h 10"/>
                  <a:gd name="T2" fmla="*/ 5 w 11"/>
                  <a:gd name="T3" fmla="*/ 4 h 10"/>
                  <a:gd name="T4" fmla="*/ 10 w 11"/>
                  <a:gd name="T5" fmla="*/ 7 h 10"/>
                  <a:gd name="T6" fmla="*/ 9 w 11"/>
                  <a:gd name="T7" fmla="*/ 10 h 10"/>
                  <a:gd name="T8" fmla="*/ 1 w 11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3"/>
                    </a:moveTo>
                    <a:cubicBezTo>
                      <a:pt x="1" y="0"/>
                      <a:pt x="4" y="3"/>
                      <a:pt x="5" y="4"/>
                    </a:cubicBezTo>
                    <a:cubicBezTo>
                      <a:pt x="6" y="5"/>
                      <a:pt x="9" y="5"/>
                      <a:pt x="10" y="7"/>
                    </a:cubicBezTo>
                    <a:cubicBezTo>
                      <a:pt x="11" y="8"/>
                      <a:pt x="10" y="10"/>
                      <a:pt x="9" y="10"/>
                    </a:cubicBezTo>
                    <a:cubicBezTo>
                      <a:pt x="5" y="10"/>
                      <a:pt x="0" y="7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8" name="Freeform 3368">
                <a:extLst>
                  <a:ext uri="{FF2B5EF4-FFF2-40B4-BE49-F238E27FC236}">
                    <a16:creationId xmlns:a16="http://schemas.microsoft.com/office/drawing/2014/main" id="{16639D9C-3FF4-4E0B-8A99-F6F8717C2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27"/>
                <a:ext cx="14" cy="19"/>
              </a:xfrm>
              <a:custGeom>
                <a:avLst/>
                <a:gdLst>
                  <a:gd name="T0" fmla="*/ 16 w 34"/>
                  <a:gd name="T1" fmla="*/ 41 h 48"/>
                  <a:gd name="T2" fmla="*/ 19 w 34"/>
                  <a:gd name="T3" fmla="*/ 44 h 48"/>
                  <a:gd name="T4" fmla="*/ 17 w 34"/>
                  <a:gd name="T5" fmla="*/ 48 h 48"/>
                  <a:gd name="T6" fmla="*/ 13 w 34"/>
                  <a:gd name="T7" fmla="*/ 45 h 48"/>
                  <a:gd name="T8" fmla="*/ 10 w 34"/>
                  <a:gd name="T9" fmla="*/ 43 h 48"/>
                  <a:gd name="T10" fmla="*/ 7 w 34"/>
                  <a:gd name="T11" fmla="*/ 45 h 48"/>
                  <a:gd name="T12" fmla="*/ 4 w 34"/>
                  <a:gd name="T13" fmla="*/ 43 h 48"/>
                  <a:gd name="T14" fmla="*/ 3 w 34"/>
                  <a:gd name="T15" fmla="*/ 39 h 48"/>
                  <a:gd name="T16" fmla="*/ 3 w 34"/>
                  <a:gd name="T17" fmla="*/ 31 h 48"/>
                  <a:gd name="T18" fmla="*/ 7 w 34"/>
                  <a:gd name="T19" fmla="*/ 29 h 48"/>
                  <a:gd name="T20" fmla="*/ 7 w 34"/>
                  <a:gd name="T21" fmla="*/ 25 h 48"/>
                  <a:gd name="T22" fmla="*/ 9 w 34"/>
                  <a:gd name="T23" fmla="*/ 22 h 48"/>
                  <a:gd name="T24" fmla="*/ 12 w 34"/>
                  <a:gd name="T25" fmla="*/ 18 h 48"/>
                  <a:gd name="T26" fmla="*/ 12 w 34"/>
                  <a:gd name="T27" fmla="*/ 12 h 48"/>
                  <a:gd name="T28" fmla="*/ 14 w 34"/>
                  <a:gd name="T29" fmla="*/ 9 h 48"/>
                  <a:gd name="T30" fmla="*/ 18 w 34"/>
                  <a:gd name="T31" fmla="*/ 5 h 48"/>
                  <a:gd name="T32" fmla="*/ 21 w 34"/>
                  <a:gd name="T33" fmla="*/ 1 h 48"/>
                  <a:gd name="T34" fmla="*/ 23 w 34"/>
                  <a:gd name="T35" fmla="*/ 4 h 48"/>
                  <a:gd name="T36" fmla="*/ 22 w 34"/>
                  <a:gd name="T37" fmla="*/ 9 h 48"/>
                  <a:gd name="T38" fmla="*/ 25 w 34"/>
                  <a:gd name="T39" fmla="*/ 5 h 48"/>
                  <a:gd name="T40" fmla="*/ 29 w 34"/>
                  <a:gd name="T41" fmla="*/ 4 h 48"/>
                  <a:gd name="T42" fmla="*/ 31 w 34"/>
                  <a:gd name="T43" fmla="*/ 6 h 48"/>
                  <a:gd name="T44" fmla="*/ 32 w 34"/>
                  <a:gd name="T45" fmla="*/ 7 h 48"/>
                  <a:gd name="T46" fmla="*/ 31 w 34"/>
                  <a:gd name="T47" fmla="*/ 11 h 48"/>
                  <a:gd name="T48" fmla="*/ 31 w 34"/>
                  <a:gd name="T49" fmla="*/ 15 h 48"/>
                  <a:gd name="T50" fmla="*/ 32 w 34"/>
                  <a:gd name="T51" fmla="*/ 20 h 48"/>
                  <a:gd name="T52" fmla="*/ 31 w 34"/>
                  <a:gd name="T53" fmla="*/ 23 h 48"/>
                  <a:gd name="T54" fmla="*/ 29 w 34"/>
                  <a:gd name="T55" fmla="*/ 21 h 48"/>
                  <a:gd name="T56" fmla="*/ 26 w 34"/>
                  <a:gd name="T57" fmla="*/ 18 h 48"/>
                  <a:gd name="T58" fmla="*/ 24 w 34"/>
                  <a:gd name="T59" fmla="*/ 23 h 48"/>
                  <a:gd name="T60" fmla="*/ 21 w 34"/>
                  <a:gd name="T61" fmla="*/ 27 h 48"/>
                  <a:gd name="T62" fmla="*/ 24 w 34"/>
                  <a:gd name="T63" fmla="*/ 27 h 48"/>
                  <a:gd name="T64" fmla="*/ 26 w 34"/>
                  <a:gd name="T65" fmla="*/ 26 h 48"/>
                  <a:gd name="T66" fmla="*/ 28 w 34"/>
                  <a:gd name="T67" fmla="*/ 30 h 48"/>
                  <a:gd name="T68" fmla="*/ 25 w 34"/>
                  <a:gd name="T69" fmla="*/ 31 h 48"/>
                  <a:gd name="T70" fmla="*/ 22 w 34"/>
                  <a:gd name="T71" fmla="*/ 32 h 48"/>
                  <a:gd name="T72" fmla="*/ 19 w 34"/>
                  <a:gd name="T73" fmla="*/ 36 h 48"/>
                  <a:gd name="T74" fmla="*/ 15 w 34"/>
                  <a:gd name="T75" fmla="*/ 38 h 48"/>
                  <a:gd name="T76" fmla="*/ 14 w 34"/>
                  <a:gd name="T77" fmla="*/ 40 h 48"/>
                  <a:gd name="T78" fmla="*/ 16 w 34"/>
                  <a:gd name="T79" fmla="*/ 4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48">
                    <a:moveTo>
                      <a:pt x="16" y="41"/>
                    </a:moveTo>
                    <a:cubicBezTo>
                      <a:pt x="17" y="41"/>
                      <a:pt x="18" y="42"/>
                      <a:pt x="19" y="44"/>
                    </a:cubicBezTo>
                    <a:cubicBezTo>
                      <a:pt x="19" y="45"/>
                      <a:pt x="19" y="47"/>
                      <a:pt x="17" y="48"/>
                    </a:cubicBezTo>
                    <a:cubicBezTo>
                      <a:pt x="16" y="48"/>
                      <a:pt x="14" y="46"/>
                      <a:pt x="13" y="45"/>
                    </a:cubicBezTo>
                    <a:cubicBezTo>
                      <a:pt x="12" y="44"/>
                      <a:pt x="11" y="43"/>
                      <a:pt x="10" y="43"/>
                    </a:cubicBezTo>
                    <a:cubicBezTo>
                      <a:pt x="9" y="43"/>
                      <a:pt x="8" y="45"/>
                      <a:pt x="7" y="45"/>
                    </a:cubicBezTo>
                    <a:cubicBezTo>
                      <a:pt x="6" y="45"/>
                      <a:pt x="4" y="43"/>
                      <a:pt x="4" y="43"/>
                    </a:cubicBezTo>
                    <a:cubicBezTo>
                      <a:pt x="3" y="42"/>
                      <a:pt x="3" y="40"/>
                      <a:pt x="3" y="39"/>
                    </a:cubicBezTo>
                    <a:cubicBezTo>
                      <a:pt x="2" y="36"/>
                      <a:pt x="0" y="33"/>
                      <a:pt x="3" y="31"/>
                    </a:cubicBezTo>
                    <a:cubicBezTo>
                      <a:pt x="4" y="31"/>
                      <a:pt x="6" y="30"/>
                      <a:pt x="7" y="29"/>
                    </a:cubicBezTo>
                    <a:cubicBezTo>
                      <a:pt x="8" y="28"/>
                      <a:pt x="7" y="26"/>
                      <a:pt x="7" y="25"/>
                    </a:cubicBezTo>
                    <a:cubicBezTo>
                      <a:pt x="7" y="23"/>
                      <a:pt x="8" y="23"/>
                      <a:pt x="9" y="22"/>
                    </a:cubicBezTo>
                    <a:cubicBezTo>
                      <a:pt x="11" y="21"/>
                      <a:pt x="11" y="20"/>
                      <a:pt x="12" y="18"/>
                    </a:cubicBezTo>
                    <a:cubicBezTo>
                      <a:pt x="12" y="16"/>
                      <a:pt x="11" y="14"/>
                      <a:pt x="12" y="12"/>
                    </a:cubicBezTo>
                    <a:cubicBezTo>
                      <a:pt x="12" y="10"/>
                      <a:pt x="13" y="9"/>
                      <a:pt x="14" y="9"/>
                    </a:cubicBezTo>
                    <a:cubicBezTo>
                      <a:pt x="15" y="7"/>
                      <a:pt x="17" y="7"/>
                      <a:pt x="18" y="5"/>
                    </a:cubicBezTo>
                    <a:cubicBezTo>
                      <a:pt x="19" y="3"/>
                      <a:pt x="20" y="1"/>
                      <a:pt x="21" y="1"/>
                    </a:cubicBezTo>
                    <a:cubicBezTo>
                      <a:pt x="23" y="0"/>
                      <a:pt x="24" y="2"/>
                      <a:pt x="23" y="4"/>
                    </a:cubicBezTo>
                    <a:cubicBezTo>
                      <a:pt x="23" y="6"/>
                      <a:pt x="22" y="7"/>
                      <a:pt x="22" y="9"/>
                    </a:cubicBezTo>
                    <a:cubicBezTo>
                      <a:pt x="25" y="9"/>
                      <a:pt x="24" y="7"/>
                      <a:pt x="25" y="5"/>
                    </a:cubicBezTo>
                    <a:cubicBezTo>
                      <a:pt x="26" y="4"/>
                      <a:pt x="28" y="4"/>
                      <a:pt x="29" y="4"/>
                    </a:cubicBezTo>
                    <a:cubicBezTo>
                      <a:pt x="29" y="5"/>
                      <a:pt x="30" y="5"/>
                      <a:pt x="31" y="6"/>
                    </a:cubicBezTo>
                    <a:cubicBezTo>
                      <a:pt x="31" y="6"/>
                      <a:pt x="32" y="6"/>
                      <a:pt x="32" y="7"/>
                    </a:cubicBezTo>
                    <a:cubicBezTo>
                      <a:pt x="34" y="8"/>
                      <a:pt x="32" y="10"/>
                      <a:pt x="31" y="11"/>
                    </a:cubicBezTo>
                    <a:cubicBezTo>
                      <a:pt x="30" y="12"/>
                      <a:pt x="30" y="13"/>
                      <a:pt x="31" y="15"/>
                    </a:cubicBezTo>
                    <a:cubicBezTo>
                      <a:pt x="32" y="16"/>
                      <a:pt x="32" y="18"/>
                      <a:pt x="32" y="20"/>
                    </a:cubicBezTo>
                    <a:cubicBezTo>
                      <a:pt x="32" y="21"/>
                      <a:pt x="32" y="23"/>
                      <a:pt x="31" y="23"/>
                    </a:cubicBezTo>
                    <a:cubicBezTo>
                      <a:pt x="30" y="24"/>
                      <a:pt x="29" y="22"/>
                      <a:pt x="29" y="21"/>
                    </a:cubicBezTo>
                    <a:cubicBezTo>
                      <a:pt x="29" y="20"/>
                      <a:pt x="28" y="17"/>
                      <a:pt x="26" y="18"/>
                    </a:cubicBezTo>
                    <a:cubicBezTo>
                      <a:pt x="24" y="19"/>
                      <a:pt x="24" y="22"/>
                      <a:pt x="24" y="23"/>
                    </a:cubicBezTo>
                    <a:cubicBezTo>
                      <a:pt x="24" y="25"/>
                      <a:pt x="21" y="25"/>
                      <a:pt x="21" y="27"/>
                    </a:cubicBezTo>
                    <a:cubicBezTo>
                      <a:pt x="22" y="27"/>
                      <a:pt x="24" y="28"/>
                      <a:pt x="24" y="27"/>
                    </a:cubicBezTo>
                    <a:cubicBezTo>
                      <a:pt x="25" y="27"/>
                      <a:pt x="26" y="26"/>
                      <a:pt x="26" y="26"/>
                    </a:cubicBezTo>
                    <a:cubicBezTo>
                      <a:pt x="28" y="25"/>
                      <a:pt x="28" y="29"/>
                      <a:pt x="28" y="30"/>
                    </a:cubicBezTo>
                    <a:cubicBezTo>
                      <a:pt x="27" y="31"/>
                      <a:pt x="26" y="31"/>
                      <a:pt x="25" y="31"/>
                    </a:cubicBezTo>
                    <a:cubicBezTo>
                      <a:pt x="24" y="31"/>
                      <a:pt x="23" y="31"/>
                      <a:pt x="22" y="32"/>
                    </a:cubicBezTo>
                    <a:cubicBezTo>
                      <a:pt x="21" y="33"/>
                      <a:pt x="19" y="34"/>
                      <a:pt x="19" y="36"/>
                    </a:cubicBezTo>
                    <a:cubicBezTo>
                      <a:pt x="18" y="36"/>
                      <a:pt x="16" y="37"/>
                      <a:pt x="15" y="38"/>
                    </a:cubicBezTo>
                    <a:cubicBezTo>
                      <a:pt x="14" y="38"/>
                      <a:pt x="14" y="39"/>
                      <a:pt x="14" y="40"/>
                    </a:cubicBezTo>
                    <a:cubicBezTo>
                      <a:pt x="14" y="41"/>
                      <a:pt x="15" y="40"/>
                      <a:pt x="16" y="4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9" name="Freeform 3369">
                <a:extLst>
                  <a:ext uri="{FF2B5EF4-FFF2-40B4-BE49-F238E27FC236}">
                    <a16:creationId xmlns:a16="http://schemas.microsoft.com/office/drawing/2014/main" id="{505E5982-DF9C-47AB-A750-E1046AAE9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49"/>
                <a:ext cx="9" cy="8"/>
              </a:xfrm>
              <a:custGeom>
                <a:avLst/>
                <a:gdLst>
                  <a:gd name="T0" fmla="*/ 7 w 21"/>
                  <a:gd name="T1" fmla="*/ 15 h 20"/>
                  <a:gd name="T2" fmla="*/ 8 w 21"/>
                  <a:gd name="T3" fmla="*/ 18 h 20"/>
                  <a:gd name="T4" fmla="*/ 5 w 21"/>
                  <a:gd name="T5" fmla="*/ 19 h 20"/>
                  <a:gd name="T6" fmla="*/ 2 w 21"/>
                  <a:gd name="T7" fmla="*/ 14 h 20"/>
                  <a:gd name="T8" fmla="*/ 2 w 21"/>
                  <a:gd name="T9" fmla="*/ 10 h 20"/>
                  <a:gd name="T10" fmla="*/ 1 w 21"/>
                  <a:gd name="T11" fmla="*/ 6 h 20"/>
                  <a:gd name="T12" fmla="*/ 4 w 21"/>
                  <a:gd name="T13" fmla="*/ 2 h 20"/>
                  <a:gd name="T14" fmla="*/ 7 w 21"/>
                  <a:gd name="T15" fmla="*/ 1 h 20"/>
                  <a:gd name="T16" fmla="*/ 11 w 21"/>
                  <a:gd name="T17" fmla="*/ 0 h 20"/>
                  <a:gd name="T18" fmla="*/ 16 w 21"/>
                  <a:gd name="T19" fmla="*/ 5 h 20"/>
                  <a:gd name="T20" fmla="*/ 17 w 21"/>
                  <a:gd name="T21" fmla="*/ 12 h 20"/>
                  <a:gd name="T22" fmla="*/ 20 w 21"/>
                  <a:gd name="T23" fmla="*/ 14 h 20"/>
                  <a:gd name="T24" fmla="*/ 16 w 21"/>
                  <a:gd name="T25" fmla="*/ 20 h 20"/>
                  <a:gd name="T26" fmla="*/ 12 w 21"/>
                  <a:gd name="T27" fmla="*/ 16 h 20"/>
                  <a:gd name="T28" fmla="*/ 10 w 21"/>
                  <a:gd name="T29" fmla="*/ 13 h 20"/>
                  <a:gd name="T30" fmla="*/ 8 w 21"/>
                  <a:gd name="T31" fmla="*/ 11 h 20"/>
                  <a:gd name="T32" fmla="*/ 7 w 21"/>
                  <a:gd name="T3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0">
                    <a:moveTo>
                      <a:pt x="7" y="15"/>
                    </a:moveTo>
                    <a:cubicBezTo>
                      <a:pt x="8" y="16"/>
                      <a:pt x="9" y="17"/>
                      <a:pt x="8" y="18"/>
                    </a:cubicBezTo>
                    <a:cubicBezTo>
                      <a:pt x="8" y="19"/>
                      <a:pt x="6" y="20"/>
                      <a:pt x="5" y="19"/>
                    </a:cubicBezTo>
                    <a:cubicBezTo>
                      <a:pt x="2" y="19"/>
                      <a:pt x="1" y="16"/>
                      <a:pt x="2" y="14"/>
                    </a:cubicBezTo>
                    <a:cubicBezTo>
                      <a:pt x="2" y="13"/>
                      <a:pt x="2" y="11"/>
                      <a:pt x="2" y="10"/>
                    </a:cubicBezTo>
                    <a:cubicBezTo>
                      <a:pt x="1" y="9"/>
                      <a:pt x="1" y="8"/>
                      <a:pt x="1" y="6"/>
                    </a:cubicBezTo>
                    <a:cubicBezTo>
                      <a:pt x="0" y="4"/>
                      <a:pt x="1" y="2"/>
                      <a:pt x="4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3" y="1"/>
                      <a:pt x="16" y="3"/>
                      <a:pt x="16" y="5"/>
                    </a:cubicBezTo>
                    <a:cubicBezTo>
                      <a:pt x="17" y="8"/>
                      <a:pt x="14" y="11"/>
                      <a:pt x="17" y="12"/>
                    </a:cubicBezTo>
                    <a:cubicBezTo>
                      <a:pt x="19" y="12"/>
                      <a:pt x="20" y="13"/>
                      <a:pt x="20" y="14"/>
                    </a:cubicBezTo>
                    <a:cubicBezTo>
                      <a:pt x="21" y="17"/>
                      <a:pt x="19" y="20"/>
                      <a:pt x="16" y="20"/>
                    </a:cubicBezTo>
                    <a:cubicBezTo>
                      <a:pt x="14" y="19"/>
                      <a:pt x="13" y="17"/>
                      <a:pt x="12" y="16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10" y="13"/>
                      <a:pt x="9" y="11"/>
                      <a:pt x="8" y="11"/>
                    </a:cubicBezTo>
                    <a:cubicBezTo>
                      <a:pt x="6" y="11"/>
                      <a:pt x="7" y="14"/>
                      <a:pt x="7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0" name="Freeform 3370">
                <a:extLst>
                  <a:ext uri="{FF2B5EF4-FFF2-40B4-BE49-F238E27FC236}">
                    <a16:creationId xmlns:a16="http://schemas.microsoft.com/office/drawing/2014/main" id="{D3BC1862-B8E1-4B19-937B-EEEC7BC9D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436"/>
                <a:ext cx="9" cy="16"/>
              </a:xfrm>
              <a:custGeom>
                <a:avLst/>
                <a:gdLst>
                  <a:gd name="T0" fmla="*/ 4 w 22"/>
                  <a:gd name="T1" fmla="*/ 32 h 38"/>
                  <a:gd name="T2" fmla="*/ 1 w 22"/>
                  <a:gd name="T3" fmla="*/ 27 h 38"/>
                  <a:gd name="T4" fmla="*/ 1 w 22"/>
                  <a:gd name="T5" fmla="*/ 22 h 38"/>
                  <a:gd name="T6" fmla="*/ 1 w 22"/>
                  <a:gd name="T7" fmla="*/ 18 h 38"/>
                  <a:gd name="T8" fmla="*/ 4 w 22"/>
                  <a:gd name="T9" fmla="*/ 11 h 38"/>
                  <a:gd name="T10" fmla="*/ 6 w 22"/>
                  <a:gd name="T11" fmla="*/ 5 h 38"/>
                  <a:gd name="T12" fmla="*/ 14 w 22"/>
                  <a:gd name="T13" fmla="*/ 1 h 38"/>
                  <a:gd name="T14" fmla="*/ 20 w 22"/>
                  <a:gd name="T15" fmla="*/ 4 h 38"/>
                  <a:gd name="T16" fmla="*/ 21 w 22"/>
                  <a:gd name="T17" fmla="*/ 10 h 38"/>
                  <a:gd name="T18" fmla="*/ 19 w 22"/>
                  <a:gd name="T19" fmla="*/ 18 h 38"/>
                  <a:gd name="T20" fmla="*/ 19 w 22"/>
                  <a:gd name="T21" fmla="*/ 25 h 38"/>
                  <a:gd name="T22" fmla="*/ 15 w 22"/>
                  <a:gd name="T23" fmla="*/ 27 h 38"/>
                  <a:gd name="T24" fmla="*/ 12 w 22"/>
                  <a:gd name="T25" fmla="*/ 20 h 38"/>
                  <a:gd name="T26" fmla="*/ 12 w 22"/>
                  <a:gd name="T27" fmla="*/ 18 h 38"/>
                  <a:gd name="T28" fmla="*/ 10 w 22"/>
                  <a:gd name="T29" fmla="*/ 19 h 38"/>
                  <a:gd name="T30" fmla="*/ 10 w 22"/>
                  <a:gd name="T31" fmla="*/ 25 h 38"/>
                  <a:gd name="T32" fmla="*/ 12 w 22"/>
                  <a:gd name="T33" fmla="*/ 29 h 38"/>
                  <a:gd name="T34" fmla="*/ 17 w 22"/>
                  <a:gd name="T35" fmla="*/ 31 h 38"/>
                  <a:gd name="T36" fmla="*/ 20 w 22"/>
                  <a:gd name="T37" fmla="*/ 36 h 38"/>
                  <a:gd name="T38" fmla="*/ 15 w 22"/>
                  <a:gd name="T39" fmla="*/ 37 h 38"/>
                  <a:gd name="T40" fmla="*/ 12 w 22"/>
                  <a:gd name="T41" fmla="*/ 36 h 38"/>
                  <a:gd name="T42" fmla="*/ 9 w 22"/>
                  <a:gd name="T43" fmla="*/ 35 h 38"/>
                  <a:gd name="T44" fmla="*/ 4 w 22"/>
                  <a:gd name="T45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38">
                    <a:moveTo>
                      <a:pt x="4" y="32"/>
                    </a:moveTo>
                    <a:cubicBezTo>
                      <a:pt x="3" y="31"/>
                      <a:pt x="2" y="29"/>
                      <a:pt x="1" y="27"/>
                    </a:cubicBezTo>
                    <a:cubicBezTo>
                      <a:pt x="1" y="25"/>
                      <a:pt x="1" y="24"/>
                      <a:pt x="1" y="22"/>
                    </a:cubicBezTo>
                    <a:cubicBezTo>
                      <a:pt x="1" y="21"/>
                      <a:pt x="0" y="19"/>
                      <a:pt x="1" y="18"/>
                    </a:cubicBezTo>
                    <a:cubicBezTo>
                      <a:pt x="2" y="15"/>
                      <a:pt x="3" y="13"/>
                      <a:pt x="4" y="11"/>
                    </a:cubicBezTo>
                    <a:cubicBezTo>
                      <a:pt x="5" y="9"/>
                      <a:pt x="6" y="7"/>
                      <a:pt x="6" y="5"/>
                    </a:cubicBezTo>
                    <a:cubicBezTo>
                      <a:pt x="7" y="2"/>
                      <a:pt x="11" y="0"/>
                      <a:pt x="14" y="1"/>
                    </a:cubicBezTo>
                    <a:cubicBezTo>
                      <a:pt x="16" y="2"/>
                      <a:pt x="18" y="3"/>
                      <a:pt x="20" y="4"/>
                    </a:cubicBezTo>
                    <a:cubicBezTo>
                      <a:pt x="22" y="6"/>
                      <a:pt x="21" y="8"/>
                      <a:pt x="21" y="10"/>
                    </a:cubicBezTo>
                    <a:cubicBezTo>
                      <a:pt x="20" y="13"/>
                      <a:pt x="19" y="15"/>
                      <a:pt x="19" y="18"/>
                    </a:cubicBezTo>
                    <a:cubicBezTo>
                      <a:pt x="19" y="20"/>
                      <a:pt x="19" y="23"/>
                      <a:pt x="19" y="25"/>
                    </a:cubicBezTo>
                    <a:cubicBezTo>
                      <a:pt x="18" y="27"/>
                      <a:pt x="17" y="27"/>
                      <a:pt x="15" y="27"/>
                    </a:cubicBezTo>
                    <a:cubicBezTo>
                      <a:pt x="12" y="25"/>
                      <a:pt x="12" y="23"/>
                      <a:pt x="12" y="20"/>
                    </a:cubicBezTo>
                    <a:cubicBezTo>
                      <a:pt x="12" y="20"/>
                      <a:pt x="12" y="18"/>
                      <a:pt x="12" y="18"/>
                    </a:cubicBezTo>
                    <a:cubicBezTo>
                      <a:pt x="11" y="17"/>
                      <a:pt x="10" y="18"/>
                      <a:pt x="10" y="19"/>
                    </a:cubicBezTo>
                    <a:cubicBezTo>
                      <a:pt x="9" y="21"/>
                      <a:pt x="10" y="23"/>
                      <a:pt x="10" y="25"/>
                    </a:cubicBezTo>
                    <a:cubicBezTo>
                      <a:pt x="10" y="27"/>
                      <a:pt x="10" y="28"/>
                      <a:pt x="12" y="29"/>
                    </a:cubicBezTo>
                    <a:cubicBezTo>
                      <a:pt x="13" y="30"/>
                      <a:pt x="16" y="30"/>
                      <a:pt x="17" y="31"/>
                    </a:cubicBezTo>
                    <a:cubicBezTo>
                      <a:pt x="18" y="32"/>
                      <a:pt x="20" y="34"/>
                      <a:pt x="20" y="36"/>
                    </a:cubicBezTo>
                    <a:cubicBezTo>
                      <a:pt x="19" y="38"/>
                      <a:pt x="17" y="37"/>
                      <a:pt x="15" y="37"/>
                    </a:cubicBezTo>
                    <a:cubicBezTo>
                      <a:pt x="14" y="37"/>
                      <a:pt x="13" y="37"/>
                      <a:pt x="12" y="36"/>
                    </a:cubicBezTo>
                    <a:cubicBezTo>
                      <a:pt x="11" y="36"/>
                      <a:pt x="10" y="35"/>
                      <a:pt x="9" y="35"/>
                    </a:cubicBezTo>
                    <a:cubicBezTo>
                      <a:pt x="7" y="34"/>
                      <a:pt x="5" y="34"/>
                      <a:pt x="4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1" name="Freeform 3371">
                <a:extLst>
                  <a:ext uri="{FF2B5EF4-FFF2-40B4-BE49-F238E27FC236}">
                    <a16:creationId xmlns:a16="http://schemas.microsoft.com/office/drawing/2014/main" id="{C7B60809-986C-4EB4-8C6C-1E338611F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446"/>
                <a:ext cx="10" cy="16"/>
              </a:xfrm>
              <a:custGeom>
                <a:avLst/>
                <a:gdLst>
                  <a:gd name="T0" fmla="*/ 1 w 24"/>
                  <a:gd name="T1" fmla="*/ 11 h 41"/>
                  <a:gd name="T2" fmla="*/ 2 w 24"/>
                  <a:gd name="T3" fmla="*/ 8 h 41"/>
                  <a:gd name="T4" fmla="*/ 2 w 24"/>
                  <a:gd name="T5" fmla="*/ 7 h 41"/>
                  <a:gd name="T6" fmla="*/ 3 w 24"/>
                  <a:gd name="T7" fmla="*/ 5 h 41"/>
                  <a:gd name="T8" fmla="*/ 5 w 24"/>
                  <a:gd name="T9" fmla="*/ 2 h 41"/>
                  <a:gd name="T10" fmla="*/ 6 w 24"/>
                  <a:gd name="T11" fmla="*/ 0 h 41"/>
                  <a:gd name="T12" fmla="*/ 7 w 24"/>
                  <a:gd name="T13" fmla="*/ 1 h 41"/>
                  <a:gd name="T14" fmla="*/ 8 w 24"/>
                  <a:gd name="T15" fmla="*/ 1 h 41"/>
                  <a:gd name="T16" fmla="*/ 10 w 24"/>
                  <a:gd name="T17" fmla="*/ 3 h 41"/>
                  <a:gd name="T18" fmla="*/ 12 w 24"/>
                  <a:gd name="T19" fmla="*/ 5 h 41"/>
                  <a:gd name="T20" fmla="*/ 13 w 24"/>
                  <a:gd name="T21" fmla="*/ 8 h 41"/>
                  <a:gd name="T22" fmla="*/ 16 w 24"/>
                  <a:gd name="T23" fmla="*/ 12 h 41"/>
                  <a:gd name="T24" fmla="*/ 20 w 24"/>
                  <a:gd name="T25" fmla="*/ 15 h 41"/>
                  <a:gd name="T26" fmla="*/ 22 w 24"/>
                  <a:gd name="T27" fmla="*/ 16 h 41"/>
                  <a:gd name="T28" fmla="*/ 23 w 24"/>
                  <a:gd name="T29" fmla="*/ 17 h 41"/>
                  <a:gd name="T30" fmla="*/ 22 w 24"/>
                  <a:gd name="T31" fmla="*/ 23 h 41"/>
                  <a:gd name="T32" fmla="*/ 19 w 24"/>
                  <a:gd name="T33" fmla="*/ 27 h 41"/>
                  <a:gd name="T34" fmla="*/ 17 w 24"/>
                  <a:gd name="T35" fmla="*/ 27 h 41"/>
                  <a:gd name="T36" fmla="*/ 17 w 24"/>
                  <a:gd name="T37" fmla="*/ 29 h 41"/>
                  <a:gd name="T38" fmla="*/ 18 w 24"/>
                  <a:gd name="T39" fmla="*/ 34 h 41"/>
                  <a:gd name="T40" fmla="*/ 18 w 24"/>
                  <a:gd name="T41" fmla="*/ 37 h 41"/>
                  <a:gd name="T42" fmla="*/ 18 w 24"/>
                  <a:gd name="T43" fmla="*/ 39 h 41"/>
                  <a:gd name="T44" fmla="*/ 15 w 24"/>
                  <a:gd name="T45" fmla="*/ 41 h 41"/>
                  <a:gd name="T46" fmla="*/ 13 w 24"/>
                  <a:gd name="T47" fmla="*/ 41 h 41"/>
                  <a:gd name="T48" fmla="*/ 11 w 24"/>
                  <a:gd name="T49" fmla="*/ 39 h 41"/>
                  <a:gd name="T50" fmla="*/ 7 w 24"/>
                  <a:gd name="T51" fmla="*/ 37 h 41"/>
                  <a:gd name="T52" fmla="*/ 7 w 24"/>
                  <a:gd name="T53" fmla="*/ 39 h 41"/>
                  <a:gd name="T54" fmla="*/ 5 w 24"/>
                  <a:gd name="T55" fmla="*/ 40 h 41"/>
                  <a:gd name="T56" fmla="*/ 3 w 24"/>
                  <a:gd name="T57" fmla="*/ 41 h 41"/>
                  <a:gd name="T58" fmla="*/ 2 w 24"/>
                  <a:gd name="T59" fmla="*/ 39 h 41"/>
                  <a:gd name="T60" fmla="*/ 0 w 24"/>
                  <a:gd name="T61" fmla="*/ 35 h 41"/>
                  <a:gd name="T62" fmla="*/ 0 w 24"/>
                  <a:gd name="T63" fmla="*/ 26 h 41"/>
                  <a:gd name="T64" fmla="*/ 0 w 24"/>
                  <a:gd name="T65" fmla="*/ 23 h 41"/>
                  <a:gd name="T66" fmla="*/ 0 w 24"/>
                  <a:gd name="T67" fmla="*/ 21 h 41"/>
                  <a:gd name="T68" fmla="*/ 1 w 24"/>
                  <a:gd name="T69" fmla="*/ 15 h 41"/>
                  <a:gd name="T70" fmla="*/ 1 w 24"/>
                  <a:gd name="T71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41">
                    <a:moveTo>
                      <a:pt x="1" y="11"/>
                    </a:moveTo>
                    <a:cubicBezTo>
                      <a:pt x="1" y="10"/>
                      <a:pt x="1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4" y="4"/>
                      <a:pt x="4" y="3"/>
                      <a:pt x="5" y="2"/>
                    </a:cubicBezTo>
                    <a:cubicBezTo>
                      <a:pt x="5" y="2"/>
                      <a:pt x="5" y="0"/>
                      <a:pt x="6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1" y="4"/>
                      <a:pt x="12" y="4"/>
                      <a:pt x="12" y="5"/>
                    </a:cubicBezTo>
                    <a:cubicBezTo>
                      <a:pt x="13" y="6"/>
                      <a:pt x="13" y="7"/>
                      <a:pt x="13" y="8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7" y="13"/>
                      <a:pt x="19" y="14"/>
                      <a:pt x="20" y="15"/>
                    </a:cubicBezTo>
                    <a:cubicBezTo>
                      <a:pt x="21" y="15"/>
                      <a:pt x="21" y="15"/>
                      <a:pt x="22" y="16"/>
                    </a:cubicBezTo>
                    <a:cubicBezTo>
                      <a:pt x="22" y="16"/>
                      <a:pt x="23" y="17"/>
                      <a:pt x="23" y="17"/>
                    </a:cubicBezTo>
                    <a:cubicBezTo>
                      <a:pt x="24" y="19"/>
                      <a:pt x="23" y="22"/>
                      <a:pt x="22" y="23"/>
                    </a:cubicBezTo>
                    <a:cubicBezTo>
                      <a:pt x="22" y="25"/>
                      <a:pt x="20" y="26"/>
                      <a:pt x="19" y="27"/>
                    </a:cubicBezTo>
                    <a:cubicBezTo>
                      <a:pt x="18" y="27"/>
                      <a:pt x="18" y="27"/>
                      <a:pt x="17" y="27"/>
                    </a:cubicBezTo>
                    <a:cubicBezTo>
                      <a:pt x="17" y="28"/>
                      <a:pt x="17" y="29"/>
                      <a:pt x="17" y="29"/>
                    </a:cubicBezTo>
                    <a:cubicBezTo>
                      <a:pt x="18" y="31"/>
                      <a:pt x="18" y="33"/>
                      <a:pt x="18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8" y="38"/>
                      <a:pt x="18" y="39"/>
                      <a:pt x="18" y="39"/>
                    </a:cubicBezTo>
                    <a:cubicBezTo>
                      <a:pt x="17" y="40"/>
                      <a:pt x="15" y="41"/>
                      <a:pt x="15" y="41"/>
                    </a:cubicBezTo>
                    <a:cubicBezTo>
                      <a:pt x="14" y="41"/>
                      <a:pt x="13" y="41"/>
                      <a:pt x="13" y="41"/>
                    </a:cubicBezTo>
                    <a:cubicBezTo>
                      <a:pt x="12" y="41"/>
                      <a:pt x="11" y="39"/>
                      <a:pt x="11" y="39"/>
                    </a:cubicBezTo>
                    <a:cubicBezTo>
                      <a:pt x="10" y="38"/>
                      <a:pt x="8" y="35"/>
                      <a:pt x="7" y="37"/>
                    </a:cubicBezTo>
                    <a:cubicBezTo>
                      <a:pt x="7" y="37"/>
                      <a:pt x="7" y="38"/>
                      <a:pt x="7" y="39"/>
                    </a:cubicBezTo>
                    <a:cubicBezTo>
                      <a:pt x="7" y="39"/>
                      <a:pt x="6" y="40"/>
                      <a:pt x="5" y="40"/>
                    </a:cubicBezTo>
                    <a:cubicBezTo>
                      <a:pt x="5" y="41"/>
                      <a:pt x="4" y="41"/>
                      <a:pt x="3" y="41"/>
                    </a:cubicBezTo>
                    <a:cubicBezTo>
                      <a:pt x="3" y="41"/>
                      <a:pt x="2" y="40"/>
                      <a:pt x="2" y="39"/>
                    </a:cubicBezTo>
                    <a:cubicBezTo>
                      <a:pt x="1" y="38"/>
                      <a:pt x="0" y="36"/>
                      <a:pt x="0" y="35"/>
                    </a:cubicBezTo>
                    <a:cubicBezTo>
                      <a:pt x="0" y="32"/>
                      <a:pt x="0" y="29"/>
                      <a:pt x="0" y="26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2"/>
                      <a:pt x="0" y="22"/>
                      <a:pt x="0" y="21"/>
                    </a:cubicBezTo>
                    <a:cubicBezTo>
                      <a:pt x="0" y="19"/>
                      <a:pt x="1" y="17"/>
                      <a:pt x="1" y="15"/>
                    </a:cubicBezTo>
                    <a:cubicBezTo>
                      <a:pt x="1" y="14"/>
                      <a:pt x="1" y="13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2" name="Freeform 3372">
                <a:extLst>
                  <a:ext uri="{FF2B5EF4-FFF2-40B4-BE49-F238E27FC236}">
                    <a16:creationId xmlns:a16="http://schemas.microsoft.com/office/drawing/2014/main" id="{C7CDB7D6-D915-47AC-A998-4432E5126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476"/>
                <a:ext cx="8" cy="5"/>
              </a:xfrm>
              <a:custGeom>
                <a:avLst/>
                <a:gdLst>
                  <a:gd name="T0" fmla="*/ 9 w 19"/>
                  <a:gd name="T1" fmla="*/ 13 h 13"/>
                  <a:gd name="T2" fmla="*/ 4 w 19"/>
                  <a:gd name="T3" fmla="*/ 13 h 13"/>
                  <a:gd name="T4" fmla="*/ 3 w 19"/>
                  <a:gd name="T5" fmla="*/ 12 h 13"/>
                  <a:gd name="T6" fmla="*/ 1 w 19"/>
                  <a:gd name="T7" fmla="*/ 11 h 13"/>
                  <a:gd name="T8" fmla="*/ 1 w 19"/>
                  <a:gd name="T9" fmla="*/ 8 h 13"/>
                  <a:gd name="T10" fmla="*/ 4 w 19"/>
                  <a:gd name="T11" fmla="*/ 5 h 13"/>
                  <a:gd name="T12" fmla="*/ 6 w 19"/>
                  <a:gd name="T13" fmla="*/ 3 h 13"/>
                  <a:gd name="T14" fmla="*/ 8 w 19"/>
                  <a:gd name="T15" fmla="*/ 2 h 13"/>
                  <a:gd name="T16" fmla="*/ 13 w 19"/>
                  <a:gd name="T17" fmla="*/ 1 h 13"/>
                  <a:gd name="T18" fmla="*/ 16 w 19"/>
                  <a:gd name="T19" fmla="*/ 1 h 13"/>
                  <a:gd name="T20" fmla="*/ 18 w 19"/>
                  <a:gd name="T21" fmla="*/ 2 h 13"/>
                  <a:gd name="T22" fmla="*/ 18 w 19"/>
                  <a:gd name="T23" fmla="*/ 4 h 13"/>
                  <a:gd name="T24" fmla="*/ 17 w 19"/>
                  <a:gd name="T25" fmla="*/ 6 h 13"/>
                  <a:gd name="T26" fmla="*/ 13 w 19"/>
                  <a:gd name="T27" fmla="*/ 10 h 13"/>
                  <a:gd name="T28" fmla="*/ 9 w 19"/>
                  <a:gd name="T2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9" y="13"/>
                    </a:moveTo>
                    <a:cubicBezTo>
                      <a:pt x="7" y="13"/>
                      <a:pt x="6" y="13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6"/>
                      <a:pt x="2" y="5"/>
                      <a:pt x="4" y="5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10" y="2"/>
                      <a:pt x="11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7" y="0"/>
                      <a:pt x="18" y="1"/>
                      <a:pt x="18" y="2"/>
                    </a:cubicBezTo>
                    <a:cubicBezTo>
                      <a:pt x="19" y="3"/>
                      <a:pt x="19" y="4"/>
                      <a:pt x="18" y="4"/>
                    </a:cubicBezTo>
                    <a:cubicBezTo>
                      <a:pt x="18" y="5"/>
                      <a:pt x="18" y="5"/>
                      <a:pt x="17" y="6"/>
                    </a:cubicBezTo>
                    <a:cubicBezTo>
                      <a:pt x="16" y="7"/>
                      <a:pt x="15" y="8"/>
                      <a:pt x="13" y="10"/>
                    </a:cubicBezTo>
                    <a:cubicBezTo>
                      <a:pt x="12" y="11"/>
                      <a:pt x="10" y="12"/>
                      <a:pt x="9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3" name="Freeform 3373">
                <a:extLst>
                  <a:ext uri="{FF2B5EF4-FFF2-40B4-BE49-F238E27FC236}">
                    <a16:creationId xmlns:a16="http://schemas.microsoft.com/office/drawing/2014/main" id="{2D8694C2-21EC-4031-8315-BA9375B07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473"/>
                <a:ext cx="5" cy="2"/>
              </a:xfrm>
              <a:custGeom>
                <a:avLst/>
                <a:gdLst>
                  <a:gd name="T0" fmla="*/ 5 w 12"/>
                  <a:gd name="T1" fmla="*/ 0 h 7"/>
                  <a:gd name="T2" fmla="*/ 10 w 12"/>
                  <a:gd name="T3" fmla="*/ 0 h 7"/>
                  <a:gd name="T4" fmla="*/ 12 w 12"/>
                  <a:gd name="T5" fmla="*/ 3 h 7"/>
                  <a:gd name="T6" fmla="*/ 9 w 12"/>
                  <a:gd name="T7" fmla="*/ 7 h 7"/>
                  <a:gd name="T8" fmla="*/ 3 w 12"/>
                  <a:gd name="T9" fmla="*/ 6 h 7"/>
                  <a:gd name="T10" fmla="*/ 2 w 12"/>
                  <a:gd name="T11" fmla="*/ 1 h 7"/>
                  <a:gd name="T12" fmla="*/ 5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5" y="0"/>
                    </a:moveTo>
                    <a:cubicBezTo>
                      <a:pt x="7" y="0"/>
                      <a:pt x="9" y="0"/>
                      <a:pt x="10" y="0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5"/>
                      <a:pt x="11" y="6"/>
                      <a:pt x="9" y="7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2" y="5"/>
                      <a:pt x="0" y="3"/>
                      <a:pt x="2" y="1"/>
                    </a:cubicBezTo>
                    <a:cubicBezTo>
                      <a:pt x="3" y="1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4" name="Freeform 3376">
                <a:extLst>
                  <a:ext uri="{FF2B5EF4-FFF2-40B4-BE49-F238E27FC236}">
                    <a16:creationId xmlns:a16="http://schemas.microsoft.com/office/drawing/2014/main" id="{543B95DC-DDFD-48CD-945E-44EAB9D60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13"/>
                <a:ext cx="8" cy="7"/>
              </a:xfrm>
              <a:custGeom>
                <a:avLst/>
                <a:gdLst>
                  <a:gd name="T0" fmla="*/ 7 w 20"/>
                  <a:gd name="T1" fmla="*/ 6 h 17"/>
                  <a:gd name="T2" fmla="*/ 4 w 20"/>
                  <a:gd name="T3" fmla="*/ 6 h 17"/>
                  <a:gd name="T4" fmla="*/ 1 w 20"/>
                  <a:gd name="T5" fmla="*/ 3 h 17"/>
                  <a:gd name="T6" fmla="*/ 0 w 20"/>
                  <a:gd name="T7" fmla="*/ 2 h 17"/>
                  <a:gd name="T8" fmla="*/ 1 w 20"/>
                  <a:gd name="T9" fmla="*/ 1 h 17"/>
                  <a:gd name="T10" fmla="*/ 4 w 20"/>
                  <a:gd name="T11" fmla="*/ 0 h 17"/>
                  <a:gd name="T12" fmla="*/ 7 w 20"/>
                  <a:gd name="T13" fmla="*/ 0 h 17"/>
                  <a:gd name="T14" fmla="*/ 10 w 20"/>
                  <a:gd name="T15" fmla="*/ 0 h 17"/>
                  <a:gd name="T16" fmla="*/ 14 w 20"/>
                  <a:gd name="T17" fmla="*/ 2 h 17"/>
                  <a:gd name="T18" fmla="*/ 17 w 20"/>
                  <a:gd name="T19" fmla="*/ 5 h 17"/>
                  <a:gd name="T20" fmla="*/ 19 w 20"/>
                  <a:gd name="T21" fmla="*/ 10 h 17"/>
                  <a:gd name="T22" fmla="*/ 18 w 20"/>
                  <a:gd name="T23" fmla="*/ 13 h 17"/>
                  <a:gd name="T24" fmla="*/ 15 w 20"/>
                  <a:gd name="T25" fmla="*/ 15 h 17"/>
                  <a:gd name="T26" fmla="*/ 14 w 20"/>
                  <a:gd name="T27" fmla="*/ 16 h 17"/>
                  <a:gd name="T28" fmla="*/ 11 w 20"/>
                  <a:gd name="T29" fmla="*/ 17 h 17"/>
                  <a:gd name="T30" fmla="*/ 12 w 20"/>
                  <a:gd name="T31" fmla="*/ 11 h 17"/>
                  <a:gd name="T32" fmla="*/ 11 w 20"/>
                  <a:gd name="T33" fmla="*/ 7 h 17"/>
                  <a:gd name="T34" fmla="*/ 7 w 20"/>
                  <a:gd name="T3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7">
                    <a:moveTo>
                      <a:pt x="7" y="6"/>
                    </a:moveTo>
                    <a:cubicBezTo>
                      <a:pt x="6" y="6"/>
                      <a:pt x="5" y="6"/>
                      <a:pt x="4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2"/>
                      <a:pt x="16" y="4"/>
                      <a:pt x="17" y="5"/>
                    </a:cubicBezTo>
                    <a:cubicBezTo>
                      <a:pt x="19" y="6"/>
                      <a:pt x="20" y="7"/>
                      <a:pt x="19" y="10"/>
                    </a:cubicBezTo>
                    <a:cubicBezTo>
                      <a:pt x="19" y="11"/>
                      <a:pt x="18" y="12"/>
                      <a:pt x="18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5" y="15"/>
                      <a:pt x="15" y="16"/>
                      <a:pt x="14" y="16"/>
                    </a:cubicBezTo>
                    <a:cubicBezTo>
                      <a:pt x="13" y="16"/>
                      <a:pt x="12" y="17"/>
                      <a:pt x="11" y="17"/>
                    </a:cubicBezTo>
                    <a:cubicBezTo>
                      <a:pt x="11" y="15"/>
                      <a:pt x="11" y="13"/>
                      <a:pt x="12" y="11"/>
                    </a:cubicBezTo>
                    <a:cubicBezTo>
                      <a:pt x="13" y="9"/>
                      <a:pt x="13" y="8"/>
                      <a:pt x="11" y="7"/>
                    </a:cubicBezTo>
                    <a:cubicBezTo>
                      <a:pt x="10" y="6"/>
                      <a:pt x="8" y="7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5" name="Freeform 3379">
                <a:extLst>
                  <a:ext uri="{FF2B5EF4-FFF2-40B4-BE49-F238E27FC236}">
                    <a16:creationId xmlns:a16="http://schemas.microsoft.com/office/drawing/2014/main" id="{E1417DF9-C171-415F-841D-836F8A1C6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905"/>
                <a:ext cx="2" cy="3"/>
              </a:xfrm>
              <a:custGeom>
                <a:avLst/>
                <a:gdLst>
                  <a:gd name="T0" fmla="*/ 4 w 5"/>
                  <a:gd name="T1" fmla="*/ 3 h 9"/>
                  <a:gd name="T2" fmla="*/ 4 w 5"/>
                  <a:gd name="T3" fmla="*/ 7 h 9"/>
                  <a:gd name="T4" fmla="*/ 0 w 5"/>
                  <a:gd name="T5" fmla="*/ 6 h 9"/>
                  <a:gd name="T6" fmla="*/ 4 w 5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4" y="3"/>
                    </a:moveTo>
                    <a:cubicBezTo>
                      <a:pt x="5" y="4"/>
                      <a:pt x="5" y="6"/>
                      <a:pt x="4" y="7"/>
                    </a:cubicBezTo>
                    <a:cubicBezTo>
                      <a:pt x="3" y="9"/>
                      <a:pt x="0" y="8"/>
                      <a:pt x="0" y="6"/>
                    </a:cubicBezTo>
                    <a:cubicBezTo>
                      <a:pt x="0" y="5"/>
                      <a:pt x="2" y="0"/>
                      <a:pt x="4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6" name="Freeform 3380">
                <a:extLst>
                  <a:ext uri="{FF2B5EF4-FFF2-40B4-BE49-F238E27FC236}">
                    <a16:creationId xmlns:a16="http://schemas.microsoft.com/office/drawing/2014/main" id="{AD2BD127-A1B9-48E4-8701-2425DE8E1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863"/>
                <a:ext cx="10" cy="24"/>
              </a:xfrm>
              <a:custGeom>
                <a:avLst/>
                <a:gdLst>
                  <a:gd name="T0" fmla="*/ 11 w 25"/>
                  <a:gd name="T1" fmla="*/ 46 h 59"/>
                  <a:gd name="T2" fmla="*/ 10 w 25"/>
                  <a:gd name="T3" fmla="*/ 44 h 59"/>
                  <a:gd name="T4" fmla="*/ 8 w 25"/>
                  <a:gd name="T5" fmla="*/ 42 h 59"/>
                  <a:gd name="T6" fmla="*/ 6 w 25"/>
                  <a:gd name="T7" fmla="*/ 38 h 59"/>
                  <a:gd name="T8" fmla="*/ 5 w 25"/>
                  <a:gd name="T9" fmla="*/ 35 h 59"/>
                  <a:gd name="T10" fmla="*/ 6 w 25"/>
                  <a:gd name="T11" fmla="*/ 33 h 59"/>
                  <a:gd name="T12" fmla="*/ 5 w 25"/>
                  <a:gd name="T13" fmla="*/ 27 h 59"/>
                  <a:gd name="T14" fmla="*/ 9 w 25"/>
                  <a:gd name="T15" fmla="*/ 25 h 59"/>
                  <a:gd name="T16" fmla="*/ 9 w 25"/>
                  <a:gd name="T17" fmla="*/ 21 h 59"/>
                  <a:gd name="T18" fmla="*/ 2 w 25"/>
                  <a:gd name="T19" fmla="*/ 16 h 59"/>
                  <a:gd name="T20" fmla="*/ 1 w 25"/>
                  <a:gd name="T21" fmla="*/ 7 h 59"/>
                  <a:gd name="T22" fmla="*/ 6 w 25"/>
                  <a:gd name="T23" fmla="*/ 1 h 59"/>
                  <a:gd name="T24" fmla="*/ 12 w 25"/>
                  <a:gd name="T25" fmla="*/ 6 h 59"/>
                  <a:gd name="T26" fmla="*/ 15 w 25"/>
                  <a:gd name="T27" fmla="*/ 10 h 59"/>
                  <a:gd name="T28" fmla="*/ 19 w 25"/>
                  <a:gd name="T29" fmla="*/ 13 h 59"/>
                  <a:gd name="T30" fmla="*/ 19 w 25"/>
                  <a:gd name="T31" fmla="*/ 17 h 59"/>
                  <a:gd name="T32" fmla="*/ 18 w 25"/>
                  <a:gd name="T33" fmla="*/ 23 h 59"/>
                  <a:gd name="T34" fmla="*/ 20 w 25"/>
                  <a:gd name="T35" fmla="*/ 27 h 59"/>
                  <a:gd name="T36" fmla="*/ 23 w 25"/>
                  <a:gd name="T37" fmla="*/ 29 h 59"/>
                  <a:gd name="T38" fmla="*/ 22 w 25"/>
                  <a:gd name="T39" fmla="*/ 37 h 59"/>
                  <a:gd name="T40" fmla="*/ 22 w 25"/>
                  <a:gd name="T41" fmla="*/ 41 h 59"/>
                  <a:gd name="T42" fmla="*/ 22 w 25"/>
                  <a:gd name="T43" fmla="*/ 46 h 59"/>
                  <a:gd name="T44" fmla="*/ 19 w 25"/>
                  <a:gd name="T45" fmla="*/ 53 h 59"/>
                  <a:gd name="T46" fmla="*/ 18 w 25"/>
                  <a:gd name="T47" fmla="*/ 56 h 59"/>
                  <a:gd name="T48" fmla="*/ 12 w 25"/>
                  <a:gd name="T49" fmla="*/ 57 h 59"/>
                  <a:gd name="T50" fmla="*/ 11 w 25"/>
                  <a:gd name="T51" fmla="*/ 52 h 59"/>
                  <a:gd name="T52" fmla="*/ 11 w 25"/>
                  <a:gd name="T53" fmla="*/ 4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59">
                    <a:moveTo>
                      <a:pt x="11" y="46"/>
                    </a:moveTo>
                    <a:cubicBezTo>
                      <a:pt x="11" y="46"/>
                      <a:pt x="11" y="44"/>
                      <a:pt x="10" y="44"/>
                    </a:cubicBezTo>
                    <a:cubicBezTo>
                      <a:pt x="10" y="43"/>
                      <a:pt x="8" y="43"/>
                      <a:pt x="8" y="42"/>
                    </a:cubicBezTo>
                    <a:cubicBezTo>
                      <a:pt x="7" y="41"/>
                      <a:pt x="6" y="39"/>
                      <a:pt x="6" y="38"/>
                    </a:cubicBezTo>
                    <a:cubicBezTo>
                      <a:pt x="5" y="37"/>
                      <a:pt x="5" y="36"/>
                      <a:pt x="5" y="35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6" y="31"/>
                      <a:pt x="3" y="28"/>
                      <a:pt x="5" y="27"/>
                    </a:cubicBezTo>
                    <a:cubicBezTo>
                      <a:pt x="6" y="26"/>
                      <a:pt x="8" y="26"/>
                      <a:pt x="9" y="25"/>
                    </a:cubicBezTo>
                    <a:cubicBezTo>
                      <a:pt x="9" y="24"/>
                      <a:pt x="9" y="22"/>
                      <a:pt x="9" y="21"/>
                    </a:cubicBezTo>
                    <a:cubicBezTo>
                      <a:pt x="6" y="20"/>
                      <a:pt x="3" y="19"/>
                      <a:pt x="2" y="16"/>
                    </a:cubicBezTo>
                    <a:cubicBezTo>
                      <a:pt x="1" y="13"/>
                      <a:pt x="0" y="10"/>
                      <a:pt x="1" y="7"/>
                    </a:cubicBezTo>
                    <a:cubicBezTo>
                      <a:pt x="1" y="4"/>
                      <a:pt x="3" y="2"/>
                      <a:pt x="6" y="1"/>
                    </a:cubicBezTo>
                    <a:cubicBezTo>
                      <a:pt x="9" y="0"/>
                      <a:pt x="10" y="4"/>
                      <a:pt x="12" y="6"/>
                    </a:cubicBezTo>
                    <a:cubicBezTo>
                      <a:pt x="13" y="7"/>
                      <a:pt x="14" y="8"/>
                      <a:pt x="15" y="10"/>
                    </a:cubicBezTo>
                    <a:cubicBezTo>
                      <a:pt x="16" y="11"/>
                      <a:pt x="18" y="11"/>
                      <a:pt x="19" y="13"/>
                    </a:cubicBezTo>
                    <a:cubicBezTo>
                      <a:pt x="20" y="14"/>
                      <a:pt x="20" y="16"/>
                      <a:pt x="19" y="17"/>
                    </a:cubicBezTo>
                    <a:cubicBezTo>
                      <a:pt x="19" y="19"/>
                      <a:pt x="18" y="21"/>
                      <a:pt x="18" y="23"/>
                    </a:cubicBezTo>
                    <a:cubicBezTo>
                      <a:pt x="18" y="25"/>
                      <a:pt x="19" y="26"/>
                      <a:pt x="20" y="27"/>
                    </a:cubicBezTo>
                    <a:cubicBezTo>
                      <a:pt x="21" y="27"/>
                      <a:pt x="22" y="28"/>
                      <a:pt x="23" y="29"/>
                    </a:cubicBezTo>
                    <a:cubicBezTo>
                      <a:pt x="25" y="32"/>
                      <a:pt x="23" y="34"/>
                      <a:pt x="22" y="37"/>
                    </a:cubicBezTo>
                    <a:cubicBezTo>
                      <a:pt x="22" y="38"/>
                      <a:pt x="22" y="40"/>
                      <a:pt x="22" y="41"/>
                    </a:cubicBezTo>
                    <a:cubicBezTo>
                      <a:pt x="22" y="43"/>
                      <a:pt x="23" y="45"/>
                      <a:pt x="22" y="46"/>
                    </a:cubicBezTo>
                    <a:cubicBezTo>
                      <a:pt x="21" y="49"/>
                      <a:pt x="17" y="49"/>
                      <a:pt x="19" y="53"/>
                    </a:cubicBezTo>
                    <a:cubicBezTo>
                      <a:pt x="19" y="54"/>
                      <a:pt x="19" y="55"/>
                      <a:pt x="18" y="56"/>
                    </a:cubicBezTo>
                    <a:cubicBezTo>
                      <a:pt x="17" y="58"/>
                      <a:pt x="13" y="59"/>
                      <a:pt x="12" y="57"/>
                    </a:cubicBezTo>
                    <a:cubicBezTo>
                      <a:pt x="11" y="55"/>
                      <a:pt x="11" y="54"/>
                      <a:pt x="11" y="52"/>
                    </a:cubicBezTo>
                    <a:cubicBezTo>
                      <a:pt x="12" y="50"/>
                      <a:pt x="12" y="48"/>
                      <a:pt x="11" y="4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7" name="Freeform 3381">
                <a:extLst>
                  <a:ext uri="{FF2B5EF4-FFF2-40B4-BE49-F238E27FC236}">
                    <a16:creationId xmlns:a16="http://schemas.microsoft.com/office/drawing/2014/main" id="{5DB1E750-E0C6-48ED-940A-65A736AE7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881"/>
                <a:ext cx="4" cy="6"/>
              </a:xfrm>
              <a:custGeom>
                <a:avLst/>
                <a:gdLst>
                  <a:gd name="T0" fmla="*/ 1 w 10"/>
                  <a:gd name="T1" fmla="*/ 7 h 13"/>
                  <a:gd name="T2" fmla="*/ 3 w 10"/>
                  <a:gd name="T3" fmla="*/ 4 h 13"/>
                  <a:gd name="T4" fmla="*/ 5 w 10"/>
                  <a:gd name="T5" fmla="*/ 2 h 13"/>
                  <a:gd name="T6" fmla="*/ 6 w 10"/>
                  <a:gd name="T7" fmla="*/ 0 h 13"/>
                  <a:gd name="T8" fmla="*/ 9 w 10"/>
                  <a:gd name="T9" fmla="*/ 0 h 13"/>
                  <a:gd name="T10" fmla="*/ 10 w 10"/>
                  <a:gd name="T11" fmla="*/ 4 h 13"/>
                  <a:gd name="T12" fmla="*/ 8 w 10"/>
                  <a:gd name="T13" fmla="*/ 8 h 13"/>
                  <a:gd name="T14" fmla="*/ 5 w 10"/>
                  <a:gd name="T15" fmla="*/ 12 h 13"/>
                  <a:gd name="T16" fmla="*/ 2 w 10"/>
                  <a:gd name="T17" fmla="*/ 12 h 13"/>
                  <a:gd name="T18" fmla="*/ 1 w 10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1" y="7"/>
                    </a:moveTo>
                    <a:cubicBezTo>
                      <a:pt x="2" y="6"/>
                      <a:pt x="3" y="5"/>
                      <a:pt x="3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9" y="0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9"/>
                      <a:pt x="6" y="11"/>
                      <a:pt x="5" y="12"/>
                    </a:cubicBezTo>
                    <a:cubicBezTo>
                      <a:pt x="4" y="12"/>
                      <a:pt x="2" y="13"/>
                      <a:pt x="2" y="12"/>
                    </a:cubicBezTo>
                    <a:cubicBezTo>
                      <a:pt x="0" y="10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8" name="Freeform 3382">
                <a:extLst>
                  <a:ext uri="{FF2B5EF4-FFF2-40B4-BE49-F238E27FC236}">
                    <a16:creationId xmlns:a16="http://schemas.microsoft.com/office/drawing/2014/main" id="{4D5AD2A9-99FC-45ED-953E-C108BBEE0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876"/>
                <a:ext cx="3" cy="3"/>
              </a:xfrm>
              <a:custGeom>
                <a:avLst/>
                <a:gdLst>
                  <a:gd name="T0" fmla="*/ 1 w 7"/>
                  <a:gd name="T1" fmla="*/ 2 h 7"/>
                  <a:gd name="T2" fmla="*/ 7 w 7"/>
                  <a:gd name="T3" fmla="*/ 3 h 7"/>
                  <a:gd name="T4" fmla="*/ 6 w 7"/>
                  <a:gd name="T5" fmla="*/ 1 h 7"/>
                  <a:gd name="T6" fmla="*/ 1 w 7"/>
                  <a:gd name="T7" fmla="*/ 1 h 7"/>
                  <a:gd name="T8" fmla="*/ 1 w 7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6"/>
                      <a:pt x="7" y="7"/>
                      <a:pt x="7" y="3"/>
                    </a:cubicBezTo>
                    <a:cubicBezTo>
                      <a:pt x="7" y="3"/>
                      <a:pt x="7" y="2"/>
                      <a:pt x="6" y="1"/>
                    </a:cubicBezTo>
                    <a:cubicBezTo>
                      <a:pt x="5" y="1"/>
                      <a:pt x="3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9" name="Freeform 3383">
                <a:extLst>
                  <a:ext uri="{FF2B5EF4-FFF2-40B4-BE49-F238E27FC236}">
                    <a16:creationId xmlns:a16="http://schemas.microsoft.com/office/drawing/2014/main" id="{940712BE-F637-4AAD-8720-3DD0081A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873"/>
                <a:ext cx="5" cy="8"/>
              </a:xfrm>
              <a:custGeom>
                <a:avLst/>
                <a:gdLst>
                  <a:gd name="T0" fmla="*/ 4 w 12"/>
                  <a:gd name="T1" fmla="*/ 16 h 20"/>
                  <a:gd name="T2" fmla="*/ 3 w 12"/>
                  <a:gd name="T3" fmla="*/ 18 h 20"/>
                  <a:gd name="T4" fmla="*/ 2 w 12"/>
                  <a:gd name="T5" fmla="*/ 20 h 20"/>
                  <a:gd name="T6" fmla="*/ 0 w 12"/>
                  <a:gd name="T7" fmla="*/ 18 h 20"/>
                  <a:gd name="T8" fmla="*/ 0 w 12"/>
                  <a:gd name="T9" fmla="*/ 17 h 20"/>
                  <a:gd name="T10" fmla="*/ 1 w 12"/>
                  <a:gd name="T11" fmla="*/ 14 h 20"/>
                  <a:gd name="T12" fmla="*/ 1 w 12"/>
                  <a:gd name="T13" fmla="*/ 10 h 20"/>
                  <a:gd name="T14" fmla="*/ 3 w 12"/>
                  <a:gd name="T15" fmla="*/ 9 h 20"/>
                  <a:gd name="T16" fmla="*/ 5 w 12"/>
                  <a:gd name="T17" fmla="*/ 7 h 20"/>
                  <a:gd name="T18" fmla="*/ 6 w 12"/>
                  <a:gd name="T19" fmla="*/ 3 h 20"/>
                  <a:gd name="T20" fmla="*/ 7 w 12"/>
                  <a:gd name="T21" fmla="*/ 1 h 20"/>
                  <a:gd name="T22" fmla="*/ 10 w 12"/>
                  <a:gd name="T23" fmla="*/ 1 h 20"/>
                  <a:gd name="T24" fmla="*/ 12 w 12"/>
                  <a:gd name="T25" fmla="*/ 1 h 20"/>
                  <a:gd name="T26" fmla="*/ 12 w 12"/>
                  <a:gd name="T27" fmla="*/ 3 h 20"/>
                  <a:gd name="T28" fmla="*/ 9 w 12"/>
                  <a:gd name="T29" fmla="*/ 6 h 20"/>
                  <a:gd name="T30" fmla="*/ 8 w 12"/>
                  <a:gd name="T31" fmla="*/ 9 h 20"/>
                  <a:gd name="T32" fmla="*/ 7 w 12"/>
                  <a:gd name="T33" fmla="*/ 13 h 20"/>
                  <a:gd name="T34" fmla="*/ 4 w 12"/>
                  <a:gd name="T3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" h="20">
                    <a:moveTo>
                      <a:pt x="4" y="16"/>
                    </a:moveTo>
                    <a:cubicBezTo>
                      <a:pt x="4" y="17"/>
                      <a:pt x="4" y="18"/>
                      <a:pt x="3" y="18"/>
                    </a:cubicBezTo>
                    <a:cubicBezTo>
                      <a:pt x="3" y="19"/>
                      <a:pt x="2" y="19"/>
                      <a:pt x="2" y="20"/>
                    </a:cubicBezTo>
                    <a:cubicBezTo>
                      <a:pt x="1" y="20"/>
                      <a:pt x="1" y="19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1" y="13"/>
                      <a:pt x="0" y="11"/>
                      <a:pt x="1" y="10"/>
                    </a:cubicBezTo>
                    <a:cubicBezTo>
                      <a:pt x="1" y="10"/>
                      <a:pt x="3" y="9"/>
                      <a:pt x="3" y="9"/>
                    </a:cubicBezTo>
                    <a:cubicBezTo>
                      <a:pt x="4" y="8"/>
                      <a:pt x="4" y="8"/>
                      <a:pt x="5" y="7"/>
                    </a:cubicBezTo>
                    <a:cubicBezTo>
                      <a:pt x="5" y="6"/>
                      <a:pt x="5" y="4"/>
                      <a:pt x="6" y="3"/>
                    </a:cubicBezTo>
                    <a:cubicBezTo>
                      <a:pt x="6" y="3"/>
                      <a:pt x="7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1" y="4"/>
                      <a:pt x="10" y="4"/>
                      <a:pt x="9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4"/>
                      <a:pt x="5" y="15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0" name="Freeform 3385">
                <a:extLst>
                  <a:ext uri="{FF2B5EF4-FFF2-40B4-BE49-F238E27FC236}">
                    <a16:creationId xmlns:a16="http://schemas.microsoft.com/office/drawing/2014/main" id="{DD24E9B5-3DAB-47DC-90E4-62AD8B830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32"/>
                <a:ext cx="2" cy="3"/>
              </a:xfrm>
              <a:custGeom>
                <a:avLst/>
                <a:gdLst>
                  <a:gd name="T0" fmla="*/ 1 w 7"/>
                  <a:gd name="T1" fmla="*/ 8 h 8"/>
                  <a:gd name="T2" fmla="*/ 1 w 7"/>
                  <a:gd name="T3" fmla="*/ 6 h 8"/>
                  <a:gd name="T4" fmla="*/ 0 w 7"/>
                  <a:gd name="T5" fmla="*/ 3 h 8"/>
                  <a:gd name="T6" fmla="*/ 5 w 7"/>
                  <a:gd name="T7" fmla="*/ 1 h 8"/>
                  <a:gd name="T8" fmla="*/ 5 w 7"/>
                  <a:gd name="T9" fmla="*/ 7 h 8"/>
                  <a:gd name="T10" fmla="*/ 1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1" y="7"/>
                      <a:pt x="1" y="7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6" y="6"/>
                      <a:pt x="5" y="7"/>
                    </a:cubicBezTo>
                    <a:cubicBezTo>
                      <a:pt x="4" y="8"/>
                      <a:pt x="2" y="8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1" name="Freeform 3386">
                <a:extLst>
                  <a:ext uri="{FF2B5EF4-FFF2-40B4-BE49-F238E27FC236}">
                    <a16:creationId xmlns:a16="http://schemas.microsoft.com/office/drawing/2014/main" id="{899910BC-3B8D-4335-8FA2-DC029C4D9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823"/>
                <a:ext cx="8" cy="9"/>
              </a:xfrm>
              <a:custGeom>
                <a:avLst/>
                <a:gdLst>
                  <a:gd name="T0" fmla="*/ 0 w 21"/>
                  <a:gd name="T1" fmla="*/ 16 h 22"/>
                  <a:gd name="T2" fmla="*/ 1 w 21"/>
                  <a:gd name="T3" fmla="*/ 11 h 22"/>
                  <a:gd name="T4" fmla="*/ 6 w 21"/>
                  <a:gd name="T5" fmla="*/ 8 h 22"/>
                  <a:gd name="T6" fmla="*/ 8 w 21"/>
                  <a:gd name="T7" fmla="*/ 5 h 22"/>
                  <a:gd name="T8" fmla="*/ 10 w 21"/>
                  <a:gd name="T9" fmla="*/ 4 h 22"/>
                  <a:gd name="T10" fmla="*/ 15 w 21"/>
                  <a:gd name="T11" fmla="*/ 2 h 22"/>
                  <a:gd name="T12" fmla="*/ 17 w 21"/>
                  <a:gd name="T13" fmla="*/ 0 h 22"/>
                  <a:gd name="T14" fmla="*/ 20 w 21"/>
                  <a:gd name="T15" fmla="*/ 0 h 22"/>
                  <a:gd name="T16" fmla="*/ 19 w 21"/>
                  <a:gd name="T17" fmla="*/ 7 h 22"/>
                  <a:gd name="T18" fmla="*/ 15 w 21"/>
                  <a:gd name="T19" fmla="*/ 10 h 22"/>
                  <a:gd name="T20" fmla="*/ 12 w 21"/>
                  <a:gd name="T21" fmla="*/ 12 h 22"/>
                  <a:gd name="T22" fmla="*/ 10 w 21"/>
                  <a:gd name="T23" fmla="*/ 20 h 22"/>
                  <a:gd name="T24" fmla="*/ 6 w 21"/>
                  <a:gd name="T25" fmla="*/ 22 h 22"/>
                  <a:gd name="T26" fmla="*/ 1 w 21"/>
                  <a:gd name="T27" fmla="*/ 21 h 22"/>
                  <a:gd name="T28" fmla="*/ 0 w 21"/>
                  <a:gd name="T29" fmla="*/ 18 h 22"/>
                  <a:gd name="T30" fmla="*/ 0 w 21"/>
                  <a:gd name="T31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0" y="16"/>
                    </a:moveTo>
                    <a:cubicBezTo>
                      <a:pt x="0" y="14"/>
                      <a:pt x="0" y="13"/>
                      <a:pt x="1" y="11"/>
                    </a:cubicBez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8" y="7"/>
                      <a:pt x="8" y="5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12" y="4"/>
                      <a:pt x="15" y="3"/>
                      <a:pt x="15" y="2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0"/>
                      <a:pt x="20" y="0"/>
                    </a:cubicBezTo>
                    <a:cubicBezTo>
                      <a:pt x="21" y="2"/>
                      <a:pt x="20" y="6"/>
                      <a:pt x="19" y="7"/>
                    </a:cubicBezTo>
                    <a:cubicBezTo>
                      <a:pt x="18" y="8"/>
                      <a:pt x="16" y="9"/>
                      <a:pt x="15" y="10"/>
                    </a:cubicBezTo>
                    <a:cubicBezTo>
                      <a:pt x="14" y="11"/>
                      <a:pt x="13" y="11"/>
                      <a:pt x="12" y="12"/>
                    </a:cubicBezTo>
                    <a:cubicBezTo>
                      <a:pt x="10" y="13"/>
                      <a:pt x="10" y="17"/>
                      <a:pt x="10" y="20"/>
                    </a:cubicBezTo>
                    <a:cubicBezTo>
                      <a:pt x="9" y="22"/>
                      <a:pt x="8" y="22"/>
                      <a:pt x="6" y="22"/>
                    </a:cubicBezTo>
                    <a:cubicBezTo>
                      <a:pt x="4" y="22"/>
                      <a:pt x="3" y="22"/>
                      <a:pt x="1" y="21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0" y="17"/>
                      <a:pt x="0" y="17"/>
                      <a:pt x="0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2" name="Freeform 3388">
                <a:extLst>
                  <a:ext uri="{FF2B5EF4-FFF2-40B4-BE49-F238E27FC236}">
                    <a16:creationId xmlns:a16="http://schemas.microsoft.com/office/drawing/2014/main" id="{A05C5FE6-9599-4754-A0C4-BE8F43DDB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824"/>
                <a:ext cx="6" cy="5"/>
              </a:xfrm>
              <a:custGeom>
                <a:avLst/>
                <a:gdLst>
                  <a:gd name="T0" fmla="*/ 4 w 15"/>
                  <a:gd name="T1" fmla="*/ 10 h 12"/>
                  <a:gd name="T2" fmla="*/ 2 w 15"/>
                  <a:gd name="T3" fmla="*/ 10 h 12"/>
                  <a:gd name="T4" fmla="*/ 1 w 15"/>
                  <a:gd name="T5" fmla="*/ 6 h 12"/>
                  <a:gd name="T6" fmla="*/ 6 w 15"/>
                  <a:gd name="T7" fmla="*/ 4 h 12"/>
                  <a:gd name="T8" fmla="*/ 10 w 15"/>
                  <a:gd name="T9" fmla="*/ 1 h 12"/>
                  <a:gd name="T10" fmla="*/ 14 w 15"/>
                  <a:gd name="T11" fmla="*/ 2 h 12"/>
                  <a:gd name="T12" fmla="*/ 14 w 15"/>
                  <a:gd name="T13" fmla="*/ 7 h 12"/>
                  <a:gd name="T14" fmla="*/ 13 w 15"/>
                  <a:gd name="T15" fmla="*/ 11 h 12"/>
                  <a:gd name="T16" fmla="*/ 8 w 15"/>
                  <a:gd name="T17" fmla="*/ 11 h 12"/>
                  <a:gd name="T18" fmla="*/ 7 w 15"/>
                  <a:gd name="T19" fmla="*/ 11 h 12"/>
                  <a:gd name="T20" fmla="*/ 4 w 15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4" y="10"/>
                    </a:moveTo>
                    <a:cubicBezTo>
                      <a:pt x="3" y="10"/>
                      <a:pt x="2" y="11"/>
                      <a:pt x="2" y="10"/>
                    </a:cubicBezTo>
                    <a:cubicBezTo>
                      <a:pt x="1" y="9"/>
                      <a:pt x="0" y="7"/>
                      <a:pt x="1" y="6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8" y="3"/>
                      <a:pt x="9" y="2"/>
                      <a:pt x="10" y="1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4" y="9"/>
                      <a:pt x="14" y="10"/>
                      <a:pt x="13" y="11"/>
                    </a:cubicBezTo>
                    <a:cubicBezTo>
                      <a:pt x="11" y="11"/>
                      <a:pt x="9" y="12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3" name="Freeform 3389">
                <a:extLst>
                  <a:ext uri="{FF2B5EF4-FFF2-40B4-BE49-F238E27FC236}">
                    <a16:creationId xmlns:a16="http://schemas.microsoft.com/office/drawing/2014/main" id="{07476B3F-12C0-44A5-904A-91BD85E24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813"/>
                <a:ext cx="7" cy="13"/>
              </a:xfrm>
              <a:custGeom>
                <a:avLst/>
                <a:gdLst>
                  <a:gd name="T0" fmla="*/ 3 w 17"/>
                  <a:gd name="T1" fmla="*/ 28 h 32"/>
                  <a:gd name="T2" fmla="*/ 1 w 17"/>
                  <a:gd name="T3" fmla="*/ 30 h 32"/>
                  <a:gd name="T4" fmla="*/ 1 w 17"/>
                  <a:gd name="T5" fmla="*/ 26 h 32"/>
                  <a:gd name="T6" fmla="*/ 1 w 17"/>
                  <a:gd name="T7" fmla="*/ 22 h 32"/>
                  <a:gd name="T8" fmla="*/ 3 w 17"/>
                  <a:gd name="T9" fmla="*/ 18 h 32"/>
                  <a:gd name="T10" fmla="*/ 6 w 17"/>
                  <a:gd name="T11" fmla="*/ 15 h 32"/>
                  <a:gd name="T12" fmla="*/ 7 w 17"/>
                  <a:gd name="T13" fmla="*/ 11 h 32"/>
                  <a:gd name="T14" fmla="*/ 10 w 17"/>
                  <a:gd name="T15" fmla="*/ 8 h 32"/>
                  <a:gd name="T16" fmla="*/ 11 w 17"/>
                  <a:gd name="T17" fmla="*/ 1 h 32"/>
                  <a:gd name="T18" fmla="*/ 17 w 17"/>
                  <a:gd name="T19" fmla="*/ 3 h 32"/>
                  <a:gd name="T20" fmla="*/ 15 w 17"/>
                  <a:gd name="T21" fmla="*/ 6 h 32"/>
                  <a:gd name="T22" fmla="*/ 14 w 17"/>
                  <a:gd name="T23" fmla="*/ 10 h 32"/>
                  <a:gd name="T24" fmla="*/ 11 w 17"/>
                  <a:gd name="T25" fmla="*/ 14 h 32"/>
                  <a:gd name="T26" fmla="*/ 8 w 17"/>
                  <a:gd name="T27" fmla="*/ 17 h 32"/>
                  <a:gd name="T28" fmla="*/ 8 w 17"/>
                  <a:gd name="T29" fmla="*/ 21 h 32"/>
                  <a:gd name="T30" fmla="*/ 9 w 17"/>
                  <a:gd name="T31" fmla="*/ 24 h 32"/>
                  <a:gd name="T32" fmla="*/ 12 w 17"/>
                  <a:gd name="T33" fmla="*/ 27 h 32"/>
                  <a:gd name="T34" fmla="*/ 10 w 17"/>
                  <a:gd name="T35" fmla="*/ 31 h 32"/>
                  <a:gd name="T36" fmla="*/ 7 w 17"/>
                  <a:gd name="T37" fmla="*/ 31 h 32"/>
                  <a:gd name="T38" fmla="*/ 3 w 17"/>
                  <a:gd name="T39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32">
                    <a:moveTo>
                      <a:pt x="3" y="28"/>
                    </a:moveTo>
                    <a:cubicBezTo>
                      <a:pt x="3" y="29"/>
                      <a:pt x="2" y="30"/>
                      <a:pt x="1" y="30"/>
                    </a:cubicBezTo>
                    <a:cubicBezTo>
                      <a:pt x="0" y="29"/>
                      <a:pt x="0" y="27"/>
                      <a:pt x="1" y="26"/>
                    </a:cubicBezTo>
                    <a:cubicBezTo>
                      <a:pt x="1" y="24"/>
                      <a:pt x="1" y="23"/>
                      <a:pt x="1" y="22"/>
                    </a:cubicBezTo>
                    <a:cubicBezTo>
                      <a:pt x="2" y="20"/>
                      <a:pt x="2" y="19"/>
                      <a:pt x="3" y="18"/>
                    </a:cubicBezTo>
                    <a:cubicBezTo>
                      <a:pt x="4" y="17"/>
                      <a:pt x="6" y="17"/>
                      <a:pt x="6" y="15"/>
                    </a:cubicBezTo>
                    <a:cubicBezTo>
                      <a:pt x="7" y="14"/>
                      <a:pt x="7" y="12"/>
                      <a:pt x="7" y="11"/>
                    </a:cubicBezTo>
                    <a:cubicBezTo>
                      <a:pt x="8" y="10"/>
                      <a:pt x="9" y="9"/>
                      <a:pt x="10" y="8"/>
                    </a:cubicBezTo>
                    <a:cubicBezTo>
                      <a:pt x="11" y="6"/>
                      <a:pt x="8" y="2"/>
                      <a:pt x="11" y="1"/>
                    </a:cubicBezTo>
                    <a:cubicBezTo>
                      <a:pt x="12" y="0"/>
                      <a:pt x="16" y="1"/>
                      <a:pt x="17" y="3"/>
                    </a:cubicBezTo>
                    <a:cubicBezTo>
                      <a:pt x="17" y="5"/>
                      <a:pt x="16" y="5"/>
                      <a:pt x="15" y="6"/>
                    </a:cubicBezTo>
                    <a:cubicBezTo>
                      <a:pt x="14" y="7"/>
                      <a:pt x="14" y="8"/>
                      <a:pt x="14" y="10"/>
                    </a:cubicBezTo>
                    <a:cubicBezTo>
                      <a:pt x="14" y="11"/>
                      <a:pt x="12" y="13"/>
                      <a:pt x="11" y="14"/>
                    </a:cubicBezTo>
                    <a:cubicBezTo>
                      <a:pt x="10" y="14"/>
                      <a:pt x="9" y="15"/>
                      <a:pt x="8" y="17"/>
                    </a:cubicBezTo>
                    <a:cubicBezTo>
                      <a:pt x="8" y="18"/>
                      <a:pt x="8" y="20"/>
                      <a:pt x="8" y="21"/>
                    </a:cubicBezTo>
                    <a:cubicBezTo>
                      <a:pt x="8" y="23"/>
                      <a:pt x="8" y="24"/>
                      <a:pt x="9" y="24"/>
                    </a:cubicBez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9"/>
                      <a:pt x="11" y="30"/>
                      <a:pt x="10" y="31"/>
                    </a:cubicBezTo>
                    <a:cubicBezTo>
                      <a:pt x="9" y="32"/>
                      <a:pt x="8" y="31"/>
                      <a:pt x="7" y="31"/>
                    </a:cubicBezTo>
                    <a:cubicBezTo>
                      <a:pt x="7" y="29"/>
                      <a:pt x="5" y="27"/>
                      <a:pt x="3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4" name="Freeform 3390">
                <a:extLst>
                  <a:ext uri="{FF2B5EF4-FFF2-40B4-BE49-F238E27FC236}">
                    <a16:creationId xmlns:a16="http://schemas.microsoft.com/office/drawing/2014/main" id="{FB9E97A8-7BD2-4E93-B656-C7BFBA7F2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804"/>
                <a:ext cx="7" cy="4"/>
              </a:xfrm>
              <a:custGeom>
                <a:avLst/>
                <a:gdLst>
                  <a:gd name="T0" fmla="*/ 7 w 17"/>
                  <a:gd name="T1" fmla="*/ 8 h 10"/>
                  <a:gd name="T2" fmla="*/ 6 w 17"/>
                  <a:gd name="T3" fmla="*/ 9 h 10"/>
                  <a:gd name="T4" fmla="*/ 4 w 17"/>
                  <a:gd name="T5" fmla="*/ 8 h 10"/>
                  <a:gd name="T6" fmla="*/ 1 w 17"/>
                  <a:gd name="T7" fmla="*/ 7 h 10"/>
                  <a:gd name="T8" fmla="*/ 2 w 17"/>
                  <a:gd name="T9" fmla="*/ 4 h 10"/>
                  <a:gd name="T10" fmla="*/ 6 w 17"/>
                  <a:gd name="T11" fmla="*/ 3 h 10"/>
                  <a:gd name="T12" fmla="*/ 8 w 17"/>
                  <a:gd name="T13" fmla="*/ 2 h 10"/>
                  <a:gd name="T14" fmla="*/ 12 w 17"/>
                  <a:gd name="T15" fmla="*/ 0 h 10"/>
                  <a:gd name="T16" fmla="*/ 15 w 17"/>
                  <a:gd name="T17" fmla="*/ 0 h 10"/>
                  <a:gd name="T18" fmla="*/ 15 w 17"/>
                  <a:gd name="T19" fmla="*/ 3 h 10"/>
                  <a:gd name="T20" fmla="*/ 13 w 17"/>
                  <a:gd name="T21" fmla="*/ 3 h 10"/>
                  <a:gd name="T22" fmla="*/ 12 w 17"/>
                  <a:gd name="T23" fmla="*/ 4 h 10"/>
                  <a:gd name="T24" fmla="*/ 7 w 17"/>
                  <a:gd name="T2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7" y="8"/>
                    </a:moveTo>
                    <a:cubicBezTo>
                      <a:pt x="7" y="9"/>
                      <a:pt x="7" y="9"/>
                      <a:pt x="6" y="9"/>
                    </a:cubicBezTo>
                    <a:cubicBezTo>
                      <a:pt x="4" y="10"/>
                      <a:pt x="5" y="8"/>
                      <a:pt x="4" y="8"/>
                    </a:cubicBezTo>
                    <a:cubicBezTo>
                      <a:pt x="4" y="6"/>
                      <a:pt x="2" y="8"/>
                      <a:pt x="1" y="7"/>
                    </a:cubicBezTo>
                    <a:cubicBezTo>
                      <a:pt x="0" y="6"/>
                      <a:pt x="2" y="5"/>
                      <a:pt x="2" y="4"/>
                    </a:cubicBezTo>
                    <a:cubicBezTo>
                      <a:pt x="3" y="4"/>
                      <a:pt x="5" y="4"/>
                      <a:pt x="6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3" y="0"/>
                      <a:pt x="15" y="0"/>
                      <a:pt x="15" y="0"/>
                    </a:cubicBezTo>
                    <a:cubicBezTo>
                      <a:pt x="17" y="1"/>
                      <a:pt x="17" y="3"/>
                      <a:pt x="15" y="3"/>
                    </a:cubicBezTo>
                    <a:cubicBezTo>
                      <a:pt x="15" y="3"/>
                      <a:pt x="14" y="3"/>
                      <a:pt x="13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1" y="6"/>
                      <a:pt x="9" y="7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5" name="Freeform 3391">
                <a:extLst>
                  <a:ext uri="{FF2B5EF4-FFF2-40B4-BE49-F238E27FC236}">
                    <a16:creationId xmlns:a16="http://schemas.microsoft.com/office/drawing/2014/main" id="{B74F4A11-8B01-4725-96FE-945BEDD20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791"/>
                <a:ext cx="11" cy="7"/>
              </a:xfrm>
              <a:custGeom>
                <a:avLst/>
                <a:gdLst>
                  <a:gd name="T0" fmla="*/ 3 w 26"/>
                  <a:gd name="T1" fmla="*/ 17 h 17"/>
                  <a:gd name="T2" fmla="*/ 1 w 26"/>
                  <a:gd name="T3" fmla="*/ 13 h 17"/>
                  <a:gd name="T4" fmla="*/ 7 w 26"/>
                  <a:gd name="T5" fmla="*/ 9 h 17"/>
                  <a:gd name="T6" fmla="*/ 12 w 26"/>
                  <a:gd name="T7" fmla="*/ 7 h 17"/>
                  <a:gd name="T8" fmla="*/ 14 w 26"/>
                  <a:gd name="T9" fmla="*/ 6 h 17"/>
                  <a:gd name="T10" fmla="*/ 16 w 26"/>
                  <a:gd name="T11" fmla="*/ 5 h 17"/>
                  <a:gd name="T12" fmla="*/ 21 w 26"/>
                  <a:gd name="T13" fmla="*/ 2 h 17"/>
                  <a:gd name="T14" fmla="*/ 25 w 26"/>
                  <a:gd name="T15" fmla="*/ 1 h 17"/>
                  <a:gd name="T16" fmla="*/ 25 w 26"/>
                  <a:gd name="T17" fmla="*/ 4 h 17"/>
                  <a:gd name="T18" fmla="*/ 19 w 26"/>
                  <a:gd name="T19" fmla="*/ 8 h 17"/>
                  <a:gd name="T20" fmla="*/ 16 w 26"/>
                  <a:gd name="T21" fmla="*/ 9 h 17"/>
                  <a:gd name="T22" fmla="*/ 11 w 26"/>
                  <a:gd name="T23" fmla="*/ 13 h 17"/>
                  <a:gd name="T24" fmla="*/ 7 w 26"/>
                  <a:gd name="T25" fmla="*/ 16 h 17"/>
                  <a:gd name="T26" fmla="*/ 5 w 26"/>
                  <a:gd name="T27" fmla="*/ 16 h 17"/>
                  <a:gd name="T28" fmla="*/ 3 w 26"/>
                  <a:gd name="T2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7">
                    <a:moveTo>
                      <a:pt x="3" y="17"/>
                    </a:moveTo>
                    <a:cubicBezTo>
                      <a:pt x="1" y="17"/>
                      <a:pt x="0" y="14"/>
                      <a:pt x="1" y="13"/>
                    </a:cubicBezTo>
                    <a:cubicBezTo>
                      <a:pt x="1" y="11"/>
                      <a:pt x="5" y="10"/>
                      <a:pt x="7" y="9"/>
                    </a:cubicBezTo>
                    <a:cubicBezTo>
                      <a:pt x="8" y="9"/>
                      <a:pt x="10" y="8"/>
                      <a:pt x="12" y="7"/>
                    </a:cubicBezTo>
                    <a:cubicBezTo>
                      <a:pt x="12" y="7"/>
                      <a:pt x="13" y="6"/>
                      <a:pt x="14" y="6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8" y="4"/>
                      <a:pt x="19" y="4"/>
                      <a:pt x="21" y="2"/>
                    </a:cubicBezTo>
                    <a:cubicBezTo>
                      <a:pt x="22" y="1"/>
                      <a:pt x="23" y="0"/>
                      <a:pt x="25" y="1"/>
                    </a:cubicBezTo>
                    <a:cubicBezTo>
                      <a:pt x="26" y="1"/>
                      <a:pt x="26" y="3"/>
                      <a:pt x="25" y="4"/>
                    </a:cubicBezTo>
                    <a:cubicBezTo>
                      <a:pt x="23" y="6"/>
                      <a:pt x="21" y="7"/>
                      <a:pt x="19" y="8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5" y="11"/>
                      <a:pt x="13" y="12"/>
                      <a:pt x="11" y="13"/>
                    </a:cubicBezTo>
                    <a:cubicBezTo>
                      <a:pt x="10" y="14"/>
                      <a:pt x="8" y="16"/>
                      <a:pt x="7" y="16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7"/>
                      <a:pt x="3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6" name="Freeform 3392">
                <a:extLst>
                  <a:ext uri="{FF2B5EF4-FFF2-40B4-BE49-F238E27FC236}">
                    <a16:creationId xmlns:a16="http://schemas.microsoft.com/office/drawing/2014/main" id="{8448F122-4605-44BA-AF25-946B8AD6F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22"/>
                <a:ext cx="2" cy="2"/>
              </a:xfrm>
              <a:custGeom>
                <a:avLst/>
                <a:gdLst>
                  <a:gd name="T0" fmla="*/ 1 w 7"/>
                  <a:gd name="T1" fmla="*/ 5 h 5"/>
                  <a:gd name="T2" fmla="*/ 0 w 7"/>
                  <a:gd name="T3" fmla="*/ 4 h 5"/>
                  <a:gd name="T4" fmla="*/ 1 w 7"/>
                  <a:gd name="T5" fmla="*/ 1 h 5"/>
                  <a:gd name="T6" fmla="*/ 5 w 7"/>
                  <a:gd name="T7" fmla="*/ 1 h 5"/>
                  <a:gd name="T8" fmla="*/ 7 w 7"/>
                  <a:gd name="T9" fmla="*/ 2 h 5"/>
                  <a:gd name="T10" fmla="*/ 5 w 7"/>
                  <a:gd name="T11" fmla="*/ 5 h 5"/>
                  <a:gd name="T12" fmla="*/ 4 w 7"/>
                  <a:gd name="T13" fmla="*/ 5 h 5"/>
                  <a:gd name="T14" fmla="*/ 3 w 7"/>
                  <a:gd name="T15" fmla="*/ 5 h 5"/>
                  <a:gd name="T16" fmla="*/ 1 w 7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4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7" name="Freeform 3393">
                <a:extLst>
                  <a:ext uri="{FF2B5EF4-FFF2-40B4-BE49-F238E27FC236}">
                    <a16:creationId xmlns:a16="http://schemas.microsoft.com/office/drawing/2014/main" id="{2B9F9D94-8A13-4907-9223-9BB1E90A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818"/>
                <a:ext cx="2" cy="3"/>
              </a:xfrm>
              <a:custGeom>
                <a:avLst/>
                <a:gdLst>
                  <a:gd name="T0" fmla="*/ 4 w 6"/>
                  <a:gd name="T1" fmla="*/ 4 h 7"/>
                  <a:gd name="T2" fmla="*/ 1 w 6"/>
                  <a:gd name="T3" fmla="*/ 7 h 7"/>
                  <a:gd name="T4" fmla="*/ 1 w 6"/>
                  <a:gd name="T5" fmla="*/ 4 h 7"/>
                  <a:gd name="T6" fmla="*/ 3 w 6"/>
                  <a:gd name="T7" fmla="*/ 2 h 7"/>
                  <a:gd name="T8" fmla="*/ 6 w 6"/>
                  <a:gd name="T9" fmla="*/ 1 h 7"/>
                  <a:gd name="T10" fmla="*/ 4 w 6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4" y="4"/>
                    </a:moveTo>
                    <a:cubicBezTo>
                      <a:pt x="3" y="4"/>
                      <a:pt x="3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8" name="Freeform 3394">
                <a:extLst>
                  <a:ext uri="{FF2B5EF4-FFF2-40B4-BE49-F238E27FC236}">
                    <a16:creationId xmlns:a16="http://schemas.microsoft.com/office/drawing/2014/main" id="{5E7C1138-9080-40FF-8EC1-056849E03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21"/>
                <a:ext cx="2" cy="2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3 w 4"/>
                  <a:gd name="T5" fmla="*/ 1 h 5"/>
                  <a:gd name="T6" fmla="*/ 4 w 4"/>
                  <a:gd name="T7" fmla="*/ 4 h 5"/>
                  <a:gd name="T8" fmla="*/ 1 w 4"/>
                  <a:gd name="T9" fmla="*/ 4 h 5"/>
                  <a:gd name="T10" fmla="*/ 0 w 4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2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9" name="Freeform 3395">
                <a:extLst>
                  <a:ext uri="{FF2B5EF4-FFF2-40B4-BE49-F238E27FC236}">
                    <a16:creationId xmlns:a16="http://schemas.microsoft.com/office/drawing/2014/main" id="{CE5D653B-27AA-400B-841B-7134A6E2E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18"/>
                <a:ext cx="1" cy="3"/>
              </a:xfrm>
              <a:custGeom>
                <a:avLst/>
                <a:gdLst>
                  <a:gd name="T0" fmla="*/ 2 w 4"/>
                  <a:gd name="T1" fmla="*/ 2 h 6"/>
                  <a:gd name="T2" fmla="*/ 2 w 4"/>
                  <a:gd name="T3" fmla="*/ 2 h 6"/>
                  <a:gd name="T4" fmla="*/ 3 w 4"/>
                  <a:gd name="T5" fmla="*/ 1 h 6"/>
                  <a:gd name="T6" fmla="*/ 4 w 4"/>
                  <a:gd name="T7" fmla="*/ 2 h 6"/>
                  <a:gd name="T8" fmla="*/ 2 w 4"/>
                  <a:gd name="T9" fmla="*/ 6 h 6"/>
                  <a:gd name="T10" fmla="*/ 2 w 4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6"/>
                      <a:pt x="2" y="6"/>
                    </a:cubicBezTo>
                    <a:cubicBezTo>
                      <a:pt x="0" y="6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0" name="Freeform 3396">
                <a:extLst>
                  <a:ext uri="{FF2B5EF4-FFF2-40B4-BE49-F238E27FC236}">
                    <a16:creationId xmlns:a16="http://schemas.microsoft.com/office/drawing/2014/main" id="{8941F818-8AD2-48F7-8123-795062399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96"/>
                <a:ext cx="5" cy="4"/>
              </a:xfrm>
              <a:custGeom>
                <a:avLst/>
                <a:gdLst>
                  <a:gd name="T0" fmla="*/ 7 w 11"/>
                  <a:gd name="T1" fmla="*/ 6 h 10"/>
                  <a:gd name="T2" fmla="*/ 7 w 11"/>
                  <a:gd name="T3" fmla="*/ 6 h 10"/>
                  <a:gd name="T4" fmla="*/ 7 w 11"/>
                  <a:gd name="T5" fmla="*/ 7 h 10"/>
                  <a:gd name="T6" fmla="*/ 6 w 11"/>
                  <a:gd name="T7" fmla="*/ 9 h 10"/>
                  <a:gd name="T8" fmla="*/ 2 w 11"/>
                  <a:gd name="T9" fmla="*/ 8 h 10"/>
                  <a:gd name="T10" fmla="*/ 4 w 11"/>
                  <a:gd name="T11" fmla="*/ 5 h 10"/>
                  <a:gd name="T12" fmla="*/ 5 w 11"/>
                  <a:gd name="T13" fmla="*/ 2 h 10"/>
                  <a:gd name="T14" fmla="*/ 7 w 11"/>
                  <a:gd name="T15" fmla="*/ 1 h 10"/>
                  <a:gd name="T16" fmla="*/ 9 w 11"/>
                  <a:gd name="T17" fmla="*/ 0 h 10"/>
                  <a:gd name="T18" fmla="*/ 10 w 11"/>
                  <a:gd name="T19" fmla="*/ 5 h 10"/>
                  <a:gd name="T20" fmla="*/ 7 w 11"/>
                  <a:gd name="T2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0"/>
                      <a:pt x="3" y="9"/>
                      <a:pt x="2" y="8"/>
                    </a:cubicBezTo>
                    <a:cubicBezTo>
                      <a:pt x="0" y="7"/>
                      <a:pt x="4" y="6"/>
                      <a:pt x="4" y="5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1"/>
                      <a:pt x="11" y="3"/>
                      <a:pt x="10" y="5"/>
                    </a:cubicBezTo>
                    <a:cubicBezTo>
                      <a:pt x="10" y="5"/>
                      <a:pt x="8" y="5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1" name="Freeform 3398">
                <a:extLst>
                  <a:ext uri="{FF2B5EF4-FFF2-40B4-BE49-F238E27FC236}">
                    <a16:creationId xmlns:a16="http://schemas.microsoft.com/office/drawing/2014/main" id="{EACAFDC7-E77A-4738-ABF3-F64AE9EE9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783"/>
                <a:ext cx="9" cy="5"/>
              </a:xfrm>
              <a:custGeom>
                <a:avLst/>
                <a:gdLst>
                  <a:gd name="T0" fmla="*/ 3 w 21"/>
                  <a:gd name="T1" fmla="*/ 5 h 14"/>
                  <a:gd name="T2" fmla="*/ 1 w 21"/>
                  <a:gd name="T3" fmla="*/ 2 h 14"/>
                  <a:gd name="T4" fmla="*/ 0 w 21"/>
                  <a:gd name="T5" fmla="*/ 0 h 14"/>
                  <a:gd name="T6" fmla="*/ 2 w 21"/>
                  <a:gd name="T7" fmla="*/ 0 h 14"/>
                  <a:gd name="T8" fmla="*/ 5 w 21"/>
                  <a:gd name="T9" fmla="*/ 2 h 14"/>
                  <a:gd name="T10" fmla="*/ 8 w 21"/>
                  <a:gd name="T11" fmla="*/ 3 h 14"/>
                  <a:gd name="T12" fmla="*/ 12 w 21"/>
                  <a:gd name="T13" fmla="*/ 4 h 14"/>
                  <a:gd name="T14" fmla="*/ 16 w 21"/>
                  <a:gd name="T15" fmla="*/ 5 h 14"/>
                  <a:gd name="T16" fmla="*/ 19 w 21"/>
                  <a:gd name="T17" fmla="*/ 8 h 14"/>
                  <a:gd name="T18" fmla="*/ 21 w 21"/>
                  <a:gd name="T19" fmla="*/ 12 h 14"/>
                  <a:gd name="T20" fmla="*/ 18 w 21"/>
                  <a:gd name="T21" fmla="*/ 13 h 14"/>
                  <a:gd name="T22" fmla="*/ 15 w 21"/>
                  <a:gd name="T23" fmla="*/ 13 h 14"/>
                  <a:gd name="T24" fmla="*/ 13 w 21"/>
                  <a:gd name="T25" fmla="*/ 12 h 14"/>
                  <a:gd name="T26" fmla="*/ 10 w 21"/>
                  <a:gd name="T27" fmla="*/ 10 h 14"/>
                  <a:gd name="T28" fmla="*/ 9 w 21"/>
                  <a:gd name="T29" fmla="*/ 8 h 14"/>
                  <a:gd name="T30" fmla="*/ 6 w 21"/>
                  <a:gd name="T31" fmla="*/ 7 h 14"/>
                  <a:gd name="T32" fmla="*/ 3 w 21"/>
                  <a:gd name="T3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4">
                    <a:moveTo>
                      <a:pt x="3" y="5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9" y="3"/>
                      <a:pt x="11" y="3"/>
                      <a:pt x="12" y="4"/>
                    </a:cubicBezTo>
                    <a:cubicBezTo>
                      <a:pt x="14" y="4"/>
                      <a:pt x="15" y="4"/>
                      <a:pt x="16" y="5"/>
                    </a:cubicBezTo>
                    <a:cubicBezTo>
                      <a:pt x="17" y="6"/>
                      <a:pt x="18" y="7"/>
                      <a:pt x="19" y="8"/>
                    </a:cubicBezTo>
                    <a:cubicBezTo>
                      <a:pt x="20" y="8"/>
                      <a:pt x="21" y="10"/>
                      <a:pt x="21" y="12"/>
                    </a:cubicBezTo>
                    <a:cubicBezTo>
                      <a:pt x="21" y="14"/>
                      <a:pt x="19" y="13"/>
                      <a:pt x="18" y="13"/>
                    </a:cubicBezTo>
                    <a:cubicBezTo>
                      <a:pt x="17" y="13"/>
                      <a:pt x="16" y="13"/>
                      <a:pt x="15" y="13"/>
                    </a:cubicBezTo>
                    <a:cubicBezTo>
                      <a:pt x="14" y="13"/>
                      <a:pt x="13" y="13"/>
                      <a:pt x="13" y="12"/>
                    </a:cubicBezTo>
                    <a:cubicBezTo>
                      <a:pt x="12" y="12"/>
                      <a:pt x="11" y="11"/>
                      <a:pt x="10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8"/>
                      <a:pt x="7" y="8"/>
                      <a:pt x="6" y="7"/>
                    </a:cubicBezTo>
                    <a:cubicBezTo>
                      <a:pt x="5" y="7"/>
                      <a:pt x="4" y="6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2" name="Freeform 3399">
                <a:extLst>
                  <a:ext uri="{FF2B5EF4-FFF2-40B4-BE49-F238E27FC236}">
                    <a16:creationId xmlns:a16="http://schemas.microsoft.com/office/drawing/2014/main" id="{0CB13C13-3228-4847-935A-7B2ACFC82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67"/>
                <a:ext cx="4" cy="4"/>
              </a:xfrm>
              <a:custGeom>
                <a:avLst/>
                <a:gdLst>
                  <a:gd name="T0" fmla="*/ 2 w 10"/>
                  <a:gd name="T1" fmla="*/ 3 h 9"/>
                  <a:gd name="T2" fmla="*/ 3 w 10"/>
                  <a:gd name="T3" fmla="*/ 2 h 9"/>
                  <a:gd name="T4" fmla="*/ 6 w 10"/>
                  <a:gd name="T5" fmla="*/ 0 h 9"/>
                  <a:gd name="T6" fmla="*/ 8 w 10"/>
                  <a:gd name="T7" fmla="*/ 1 h 9"/>
                  <a:gd name="T8" fmla="*/ 10 w 10"/>
                  <a:gd name="T9" fmla="*/ 3 h 9"/>
                  <a:gd name="T10" fmla="*/ 10 w 10"/>
                  <a:gd name="T11" fmla="*/ 6 h 9"/>
                  <a:gd name="T12" fmla="*/ 5 w 10"/>
                  <a:gd name="T13" fmla="*/ 9 h 9"/>
                  <a:gd name="T14" fmla="*/ 1 w 10"/>
                  <a:gd name="T15" fmla="*/ 6 h 9"/>
                  <a:gd name="T16" fmla="*/ 2 w 10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2" y="3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9" y="7"/>
                      <a:pt x="8" y="9"/>
                      <a:pt x="5" y="9"/>
                    </a:cubicBezTo>
                    <a:cubicBezTo>
                      <a:pt x="4" y="9"/>
                      <a:pt x="1" y="8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3" name="Freeform 3400">
                <a:extLst>
                  <a:ext uri="{FF2B5EF4-FFF2-40B4-BE49-F238E27FC236}">
                    <a16:creationId xmlns:a16="http://schemas.microsoft.com/office/drawing/2014/main" id="{B056F126-2955-4956-9B16-EBFE0B25B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757"/>
                <a:ext cx="19" cy="10"/>
              </a:xfrm>
              <a:custGeom>
                <a:avLst/>
                <a:gdLst>
                  <a:gd name="T0" fmla="*/ 3 w 48"/>
                  <a:gd name="T1" fmla="*/ 19 h 24"/>
                  <a:gd name="T2" fmla="*/ 9 w 48"/>
                  <a:gd name="T3" fmla="*/ 19 h 24"/>
                  <a:gd name="T4" fmla="*/ 13 w 48"/>
                  <a:gd name="T5" fmla="*/ 18 h 24"/>
                  <a:gd name="T6" fmla="*/ 15 w 48"/>
                  <a:gd name="T7" fmla="*/ 15 h 24"/>
                  <a:gd name="T8" fmla="*/ 19 w 48"/>
                  <a:gd name="T9" fmla="*/ 13 h 24"/>
                  <a:gd name="T10" fmla="*/ 21 w 48"/>
                  <a:gd name="T11" fmla="*/ 10 h 24"/>
                  <a:gd name="T12" fmla="*/ 24 w 48"/>
                  <a:gd name="T13" fmla="*/ 9 h 24"/>
                  <a:gd name="T14" fmla="*/ 26 w 48"/>
                  <a:gd name="T15" fmla="*/ 9 h 24"/>
                  <a:gd name="T16" fmla="*/ 33 w 48"/>
                  <a:gd name="T17" fmla="*/ 9 h 24"/>
                  <a:gd name="T18" fmla="*/ 34 w 48"/>
                  <a:gd name="T19" fmla="*/ 5 h 24"/>
                  <a:gd name="T20" fmla="*/ 36 w 48"/>
                  <a:gd name="T21" fmla="*/ 5 h 24"/>
                  <a:gd name="T22" fmla="*/ 38 w 48"/>
                  <a:gd name="T23" fmla="*/ 3 h 24"/>
                  <a:gd name="T24" fmla="*/ 41 w 48"/>
                  <a:gd name="T25" fmla="*/ 1 h 24"/>
                  <a:gd name="T26" fmla="*/ 47 w 48"/>
                  <a:gd name="T27" fmla="*/ 2 h 24"/>
                  <a:gd name="T28" fmla="*/ 46 w 48"/>
                  <a:gd name="T29" fmla="*/ 9 h 24"/>
                  <a:gd name="T30" fmla="*/ 41 w 48"/>
                  <a:gd name="T31" fmla="*/ 12 h 24"/>
                  <a:gd name="T32" fmla="*/ 41 w 48"/>
                  <a:gd name="T33" fmla="*/ 15 h 24"/>
                  <a:gd name="T34" fmla="*/ 38 w 48"/>
                  <a:gd name="T35" fmla="*/ 15 h 24"/>
                  <a:gd name="T36" fmla="*/ 35 w 48"/>
                  <a:gd name="T37" fmla="*/ 19 h 24"/>
                  <a:gd name="T38" fmla="*/ 29 w 48"/>
                  <a:gd name="T39" fmla="*/ 20 h 24"/>
                  <a:gd name="T40" fmla="*/ 28 w 48"/>
                  <a:gd name="T41" fmla="*/ 23 h 24"/>
                  <a:gd name="T42" fmla="*/ 24 w 48"/>
                  <a:gd name="T43" fmla="*/ 24 h 24"/>
                  <a:gd name="T44" fmla="*/ 18 w 48"/>
                  <a:gd name="T45" fmla="*/ 24 h 24"/>
                  <a:gd name="T46" fmla="*/ 12 w 48"/>
                  <a:gd name="T47" fmla="*/ 24 h 24"/>
                  <a:gd name="T48" fmla="*/ 6 w 48"/>
                  <a:gd name="T49" fmla="*/ 23 h 24"/>
                  <a:gd name="T50" fmla="*/ 3 w 48"/>
                  <a:gd name="T51" fmla="*/ 22 h 24"/>
                  <a:gd name="T52" fmla="*/ 0 w 48"/>
                  <a:gd name="T53" fmla="*/ 21 h 24"/>
                  <a:gd name="T54" fmla="*/ 3 w 48"/>
                  <a:gd name="T55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" h="24">
                    <a:moveTo>
                      <a:pt x="3" y="19"/>
                    </a:moveTo>
                    <a:cubicBezTo>
                      <a:pt x="5" y="18"/>
                      <a:pt x="9" y="19"/>
                      <a:pt x="9" y="19"/>
                    </a:cubicBezTo>
                    <a:cubicBezTo>
                      <a:pt x="10" y="19"/>
                      <a:pt x="12" y="18"/>
                      <a:pt x="13" y="18"/>
                    </a:cubicBezTo>
                    <a:cubicBezTo>
                      <a:pt x="14" y="17"/>
                      <a:pt x="14" y="16"/>
                      <a:pt x="15" y="15"/>
                    </a:cubicBezTo>
                    <a:cubicBezTo>
                      <a:pt x="16" y="13"/>
                      <a:pt x="18" y="14"/>
                      <a:pt x="19" y="13"/>
                    </a:cubicBezTo>
                    <a:cubicBezTo>
                      <a:pt x="21" y="13"/>
                      <a:pt x="21" y="11"/>
                      <a:pt x="21" y="10"/>
                    </a:cubicBezTo>
                    <a:cubicBezTo>
                      <a:pt x="22" y="10"/>
                      <a:pt x="23" y="9"/>
                      <a:pt x="24" y="9"/>
                    </a:cubicBezTo>
                    <a:cubicBezTo>
                      <a:pt x="25" y="9"/>
                      <a:pt x="25" y="9"/>
                      <a:pt x="26" y="9"/>
                    </a:cubicBezTo>
                    <a:cubicBezTo>
                      <a:pt x="28" y="9"/>
                      <a:pt x="30" y="9"/>
                      <a:pt x="33" y="9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6" y="5"/>
                    </a:cubicBezTo>
                    <a:cubicBezTo>
                      <a:pt x="37" y="5"/>
                      <a:pt x="38" y="4"/>
                      <a:pt x="38" y="3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3" y="0"/>
                      <a:pt x="46" y="0"/>
                      <a:pt x="47" y="2"/>
                    </a:cubicBezTo>
                    <a:cubicBezTo>
                      <a:pt x="48" y="4"/>
                      <a:pt x="48" y="8"/>
                      <a:pt x="46" y="9"/>
                    </a:cubicBezTo>
                    <a:cubicBezTo>
                      <a:pt x="45" y="10"/>
                      <a:pt x="42" y="10"/>
                      <a:pt x="41" y="12"/>
                    </a:cubicBezTo>
                    <a:cubicBezTo>
                      <a:pt x="41" y="13"/>
                      <a:pt x="41" y="14"/>
                      <a:pt x="41" y="15"/>
                    </a:cubicBezTo>
                    <a:cubicBezTo>
                      <a:pt x="40" y="15"/>
                      <a:pt x="39" y="15"/>
                      <a:pt x="38" y="15"/>
                    </a:cubicBezTo>
                    <a:cubicBezTo>
                      <a:pt x="36" y="16"/>
                      <a:pt x="37" y="18"/>
                      <a:pt x="35" y="19"/>
                    </a:cubicBezTo>
                    <a:cubicBezTo>
                      <a:pt x="33" y="19"/>
                      <a:pt x="30" y="18"/>
                      <a:pt x="29" y="20"/>
                    </a:cubicBezTo>
                    <a:cubicBezTo>
                      <a:pt x="29" y="22"/>
                      <a:pt x="29" y="23"/>
                      <a:pt x="28" y="23"/>
                    </a:cubicBezTo>
                    <a:cubicBezTo>
                      <a:pt x="27" y="24"/>
                      <a:pt x="25" y="24"/>
                      <a:pt x="24" y="24"/>
                    </a:cubicBezTo>
                    <a:cubicBezTo>
                      <a:pt x="22" y="24"/>
                      <a:pt x="20" y="24"/>
                      <a:pt x="18" y="24"/>
                    </a:cubicBezTo>
                    <a:cubicBezTo>
                      <a:pt x="16" y="24"/>
                      <a:pt x="14" y="24"/>
                      <a:pt x="12" y="24"/>
                    </a:cubicBezTo>
                    <a:cubicBezTo>
                      <a:pt x="10" y="24"/>
                      <a:pt x="8" y="23"/>
                      <a:pt x="6" y="23"/>
                    </a:cubicBezTo>
                    <a:cubicBezTo>
                      <a:pt x="5" y="23"/>
                      <a:pt x="4" y="23"/>
                      <a:pt x="3" y="22"/>
                    </a:cubicBezTo>
                    <a:cubicBezTo>
                      <a:pt x="2" y="22"/>
                      <a:pt x="1" y="22"/>
                      <a:pt x="0" y="21"/>
                    </a:cubicBezTo>
                    <a:cubicBezTo>
                      <a:pt x="0" y="20"/>
                      <a:pt x="1" y="19"/>
                      <a:pt x="3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4" name="Freeform 3401">
                <a:extLst>
                  <a:ext uri="{FF2B5EF4-FFF2-40B4-BE49-F238E27FC236}">
                    <a16:creationId xmlns:a16="http://schemas.microsoft.com/office/drawing/2014/main" id="{5FDF5E36-E826-412A-90FE-05D07BBBB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746"/>
                <a:ext cx="4" cy="4"/>
              </a:xfrm>
              <a:custGeom>
                <a:avLst/>
                <a:gdLst>
                  <a:gd name="T0" fmla="*/ 1 w 11"/>
                  <a:gd name="T1" fmla="*/ 4 h 11"/>
                  <a:gd name="T2" fmla="*/ 0 w 11"/>
                  <a:gd name="T3" fmla="*/ 2 h 11"/>
                  <a:gd name="T4" fmla="*/ 2 w 11"/>
                  <a:gd name="T5" fmla="*/ 1 h 11"/>
                  <a:gd name="T6" fmla="*/ 5 w 11"/>
                  <a:gd name="T7" fmla="*/ 1 h 11"/>
                  <a:gd name="T8" fmla="*/ 9 w 11"/>
                  <a:gd name="T9" fmla="*/ 0 h 11"/>
                  <a:gd name="T10" fmla="*/ 10 w 11"/>
                  <a:gd name="T11" fmla="*/ 6 h 11"/>
                  <a:gd name="T12" fmla="*/ 10 w 11"/>
                  <a:gd name="T13" fmla="*/ 9 h 11"/>
                  <a:gd name="T14" fmla="*/ 5 w 11"/>
                  <a:gd name="T15" fmla="*/ 8 h 11"/>
                  <a:gd name="T16" fmla="*/ 4 w 11"/>
                  <a:gd name="T17" fmla="*/ 6 h 11"/>
                  <a:gd name="T18" fmla="*/ 3 w 11"/>
                  <a:gd name="T19" fmla="*/ 5 h 11"/>
                  <a:gd name="T20" fmla="*/ 1 w 11"/>
                  <a:gd name="T2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1" y="1"/>
                      <a:pt x="10" y="4"/>
                      <a:pt x="10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5" y="7"/>
                      <a:pt x="5" y="6"/>
                      <a:pt x="4" y="6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5" name="Freeform 3402">
                <a:extLst>
                  <a:ext uri="{FF2B5EF4-FFF2-40B4-BE49-F238E27FC236}">
                    <a16:creationId xmlns:a16="http://schemas.microsoft.com/office/drawing/2014/main" id="{CE918344-D5AC-44DD-8057-49631E44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738"/>
                <a:ext cx="7" cy="8"/>
              </a:xfrm>
              <a:custGeom>
                <a:avLst/>
                <a:gdLst>
                  <a:gd name="T0" fmla="*/ 6 w 17"/>
                  <a:gd name="T1" fmla="*/ 19 h 19"/>
                  <a:gd name="T2" fmla="*/ 5 w 17"/>
                  <a:gd name="T3" fmla="*/ 18 h 19"/>
                  <a:gd name="T4" fmla="*/ 4 w 17"/>
                  <a:gd name="T5" fmla="*/ 17 h 19"/>
                  <a:gd name="T6" fmla="*/ 3 w 17"/>
                  <a:gd name="T7" fmla="*/ 15 h 19"/>
                  <a:gd name="T8" fmla="*/ 1 w 17"/>
                  <a:gd name="T9" fmla="*/ 14 h 19"/>
                  <a:gd name="T10" fmla="*/ 0 w 17"/>
                  <a:gd name="T11" fmla="*/ 12 h 19"/>
                  <a:gd name="T12" fmla="*/ 0 w 17"/>
                  <a:gd name="T13" fmla="*/ 9 h 19"/>
                  <a:gd name="T14" fmla="*/ 0 w 17"/>
                  <a:gd name="T15" fmla="*/ 7 h 19"/>
                  <a:gd name="T16" fmla="*/ 3 w 17"/>
                  <a:gd name="T17" fmla="*/ 6 h 19"/>
                  <a:gd name="T18" fmla="*/ 8 w 17"/>
                  <a:gd name="T19" fmla="*/ 5 h 19"/>
                  <a:gd name="T20" fmla="*/ 9 w 17"/>
                  <a:gd name="T21" fmla="*/ 3 h 19"/>
                  <a:gd name="T22" fmla="*/ 11 w 17"/>
                  <a:gd name="T23" fmla="*/ 1 h 19"/>
                  <a:gd name="T24" fmla="*/ 16 w 17"/>
                  <a:gd name="T25" fmla="*/ 2 h 19"/>
                  <a:gd name="T26" fmla="*/ 17 w 17"/>
                  <a:gd name="T27" fmla="*/ 8 h 19"/>
                  <a:gd name="T28" fmla="*/ 13 w 17"/>
                  <a:gd name="T29" fmla="*/ 11 h 19"/>
                  <a:gd name="T30" fmla="*/ 9 w 17"/>
                  <a:gd name="T31" fmla="*/ 18 h 19"/>
                  <a:gd name="T32" fmla="*/ 6 w 17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9">
                    <a:moveTo>
                      <a:pt x="6" y="19"/>
                    </a:moveTo>
                    <a:cubicBezTo>
                      <a:pt x="6" y="18"/>
                      <a:pt x="6" y="18"/>
                      <a:pt x="5" y="18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3" y="17"/>
                      <a:pt x="4" y="16"/>
                      <a:pt x="3" y="15"/>
                    </a:cubicBezTo>
                    <a:cubicBezTo>
                      <a:pt x="3" y="15"/>
                      <a:pt x="2" y="15"/>
                      <a:pt x="1" y="14"/>
                    </a:cubicBezTo>
                    <a:cubicBezTo>
                      <a:pt x="1" y="13"/>
                      <a:pt x="0" y="12"/>
                      <a:pt x="0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8" y="7"/>
                      <a:pt x="8" y="5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2"/>
                      <a:pt x="10" y="1"/>
                      <a:pt x="11" y="1"/>
                    </a:cubicBezTo>
                    <a:cubicBezTo>
                      <a:pt x="12" y="0"/>
                      <a:pt x="15" y="1"/>
                      <a:pt x="16" y="2"/>
                    </a:cubicBezTo>
                    <a:cubicBezTo>
                      <a:pt x="17" y="4"/>
                      <a:pt x="17" y="6"/>
                      <a:pt x="17" y="8"/>
                    </a:cubicBezTo>
                    <a:cubicBezTo>
                      <a:pt x="16" y="10"/>
                      <a:pt x="14" y="10"/>
                      <a:pt x="13" y="11"/>
                    </a:cubicBezTo>
                    <a:cubicBezTo>
                      <a:pt x="12" y="14"/>
                      <a:pt x="13" y="18"/>
                      <a:pt x="9" y="18"/>
                    </a:cubicBezTo>
                    <a:cubicBezTo>
                      <a:pt x="8" y="19"/>
                      <a:pt x="7" y="19"/>
                      <a:pt x="6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6" name="Freeform 3403">
                <a:extLst>
                  <a:ext uri="{FF2B5EF4-FFF2-40B4-BE49-F238E27FC236}">
                    <a16:creationId xmlns:a16="http://schemas.microsoft.com/office/drawing/2014/main" id="{32C10573-9669-40A0-B3B2-60C3D5131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17"/>
                <a:ext cx="9" cy="4"/>
              </a:xfrm>
              <a:custGeom>
                <a:avLst/>
                <a:gdLst>
                  <a:gd name="T0" fmla="*/ 0 w 21"/>
                  <a:gd name="T1" fmla="*/ 2 h 10"/>
                  <a:gd name="T2" fmla="*/ 5 w 21"/>
                  <a:gd name="T3" fmla="*/ 0 h 10"/>
                  <a:gd name="T4" fmla="*/ 11 w 21"/>
                  <a:gd name="T5" fmla="*/ 0 h 10"/>
                  <a:gd name="T6" fmla="*/ 13 w 21"/>
                  <a:gd name="T7" fmla="*/ 0 h 10"/>
                  <a:gd name="T8" fmla="*/ 16 w 21"/>
                  <a:gd name="T9" fmla="*/ 0 h 10"/>
                  <a:gd name="T10" fmla="*/ 20 w 21"/>
                  <a:gd name="T11" fmla="*/ 2 h 10"/>
                  <a:gd name="T12" fmla="*/ 20 w 21"/>
                  <a:gd name="T13" fmla="*/ 5 h 10"/>
                  <a:gd name="T14" fmla="*/ 20 w 21"/>
                  <a:gd name="T15" fmla="*/ 8 h 10"/>
                  <a:gd name="T16" fmla="*/ 19 w 21"/>
                  <a:gd name="T17" fmla="*/ 10 h 10"/>
                  <a:gd name="T18" fmla="*/ 15 w 21"/>
                  <a:gd name="T19" fmla="*/ 9 h 10"/>
                  <a:gd name="T20" fmla="*/ 14 w 21"/>
                  <a:gd name="T21" fmla="*/ 7 h 10"/>
                  <a:gd name="T22" fmla="*/ 10 w 21"/>
                  <a:gd name="T23" fmla="*/ 6 h 10"/>
                  <a:gd name="T24" fmla="*/ 7 w 21"/>
                  <a:gd name="T25" fmla="*/ 6 h 10"/>
                  <a:gd name="T26" fmla="*/ 4 w 21"/>
                  <a:gd name="T27" fmla="*/ 5 h 10"/>
                  <a:gd name="T28" fmla="*/ 3 w 21"/>
                  <a:gd name="T29" fmla="*/ 5 h 10"/>
                  <a:gd name="T30" fmla="*/ 1 w 21"/>
                  <a:gd name="T31" fmla="*/ 4 h 10"/>
                  <a:gd name="T32" fmla="*/ 0 w 21"/>
                  <a:gd name="T3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0">
                    <a:moveTo>
                      <a:pt x="0" y="2"/>
                    </a:moveTo>
                    <a:cubicBezTo>
                      <a:pt x="1" y="1"/>
                      <a:pt x="4" y="0"/>
                      <a:pt x="5" y="0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7" y="0"/>
                      <a:pt x="19" y="1"/>
                      <a:pt x="20" y="2"/>
                    </a:cubicBezTo>
                    <a:cubicBezTo>
                      <a:pt x="20" y="3"/>
                      <a:pt x="20" y="4"/>
                      <a:pt x="20" y="5"/>
                    </a:cubicBezTo>
                    <a:cubicBezTo>
                      <a:pt x="20" y="6"/>
                      <a:pt x="21" y="7"/>
                      <a:pt x="20" y="8"/>
                    </a:cubicBezTo>
                    <a:cubicBezTo>
                      <a:pt x="20" y="9"/>
                      <a:pt x="20" y="10"/>
                      <a:pt x="19" y="10"/>
                    </a:cubicBezTo>
                    <a:cubicBezTo>
                      <a:pt x="17" y="10"/>
                      <a:pt x="16" y="10"/>
                      <a:pt x="15" y="9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3" y="6"/>
                      <a:pt x="11" y="6"/>
                      <a:pt x="10" y="6"/>
                    </a:cubicBezTo>
                    <a:cubicBezTo>
                      <a:pt x="9" y="6"/>
                      <a:pt x="8" y="6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7" name="Freeform 3404">
                <a:extLst>
                  <a:ext uri="{FF2B5EF4-FFF2-40B4-BE49-F238E27FC236}">
                    <a16:creationId xmlns:a16="http://schemas.microsoft.com/office/drawing/2014/main" id="{037B36D5-4AE0-4FA1-8498-A4B8261C1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22"/>
                <a:ext cx="12" cy="14"/>
              </a:xfrm>
              <a:custGeom>
                <a:avLst/>
                <a:gdLst>
                  <a:gd name="T0" fmla="*/ 5 w 31"/>
                  <a:gd name="T1" fmla="*/ 18 h 34"/>
                  <a:gd name="T2" fmla="*/ 1 w 31"/>
                  <a:gd name="T3" fmla="*/ 15 h 34"/>
                  <a:gd name="T4" fmla="*/ 0 w 31"/>
                  <a:gd name="T5" fmla="*/ 8 h 34"/>
                  <a:gd name="T6" fmla="*/ 0 w 31"/>
                  <a:gd name="T7" fmla="*/ 8 h 34"/>
                  <a:gd name="T8" fmla="*/ 1 w 31"/>
                  <a:gd name="T9" fmla="*/ 8 h 34"/>
                  <a:gd name="T10" fmla="*/ 1 w 31"/>
                  <a:gd name="T11" fmla="*/ 7 h 34"/>
                  <a:gd name="T12" fmla="*/ 2 w 31"/>
                  <a:gd name="T13" fmla="*/ 6 h 34"/>
                  <a:gd name="T14" fmla="*/ 6 w 31"/>
                  <a:gd name="T15" fmla="*/ 6 h 34"/>
                  <a:gd name="T16" fmla="*/ 8 w 31"/>
                  <a:gd name="T17" fmla="*/ 6 h 34"/>
                  <a:gd name="T18" fmla="*/ 9 w 31"/>
                  <a:gd name="T19" fmla="*/ 4 h 34"/>
                  <a:gd name="T20" fmla="*/ 10 w 31"/>
                  <a:gd name="T21" fmla="*/ 1 h 34"/>
                  <a:gd name="T22" fmla="*/ 16 w 31"/>
                  <a:gd name="T23" fmla="*/ 0 h 34"/>
                  <a:gd name="T24" fmla="*/ 22 w 31"/>
                  <a:gd name="T25" fmla="*/ 1 h 34"/>
                  <a:gd name="T26" fmla="*/ 24 w 31"/>
                  <a:gd name="T27" fmla="*/ 4 h 34"/>
                  <a:gd name="T28" fmla="*/ 29 w 31"/>
                  <a:gd name="T29" fmla="*/ 7 h 34"/>
                  <a:gd name="T30" fmla="*/ 30 w 31"/>
                  <a:gd name="T31" fmla="*/ 10 h 34"/>
                  <a:gd name="T32" fmla="*/ 29 w 31"/>
                  <a:gd name="T33" fmla="*/ 14 h 34"/>
                  <a:gd name="T34" fmla="*/ 29 w 31"/>
                  <a:gd name="T35" fmla="*/ 19 h 34"/>
                  <a:gd name="T36" fmla="*/ 27 w 31"/>
                  <a:gd name="T37" fmla="*/ 22 h 34"/>
                  <a:gd name="T38" fmla="*/ 25 w 31"/>
                  <a:gd name="T39" fmla="*/ 26 h 34"/>
                  <a:gd name="T40" fmla="*/ 22 w 31"/>
                  <a:gd name="T41" fmla="*/ 29 h 34"/>
                  <a:gd name="T42" fmla="*/ 19 w 31"/>
                  <a:gd name="T43" fmla="*/ 31 h 34"/>
                  <a:gd name="T44" fmla="*/ 15 w 31"/>
                  <a:gd name="T45" fmla="*/ 34 h 34"/>
                  <a:gd name="T46" fmla="*/ 11 w 31"/>
                  <a:gd name="T47" fmla="*/ 33 h 34"/>
                  <a:gd name="T48" fmla="*/ 9 w 31"/>
                  <a:gd name="T49" fmla="*/ 29 h 34"/>
                  <a:gd name="T50" fmla="*/ 9 w 31"/>
                  <a:gd name="T51" fmla="*/ 28 h 34"/>
                  <a:gd name="T52" fmla="*/ 6 w 31"/>
                  <a:gd name="T53" fmla="*/ 26 h 34"/>
                  <a:gd name="T54" fmla="*/ 5 w 31"/>
                  <a:gd name="T55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34">
                    <a:moveTo>
                      <a:pt x="5" y="18"/>
                    </a:moveTo>
                    <a:cubicBezTo>
                      <a:pt x="4" y="17"/>
                      <a:pt x="2" y="16"/>
                      <a:pt x="1" y="15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3" y="6"/>
                      <a:pt x="4" y="6"/>
                      <a:pt x="6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10" y="1"/>
                    </a:cubicBezTo>
                    <a:cubicBezTo>
                      <a:pt x="12" y="0"/>
                      <a:pt x="15" y="0"/>
                      <a:pt x="16" y="0"/>
                    </a:cubicBezTo>
                    <a:cubicBezTo>
                      <a:pt x="18" y="0"/>
                      <a:pt x="21" y="0"/>
                      <a:pt x="22" y="1"/>
                    </a:cubicBezTo>
                    <a:cubicBezTo>
                      <a:pt x="23" y="2"/>
                      <a:pt x="24" y="3"/>
                      <a:pt x="24" y="4"/>
                    </a:cubicBezTo>
                    <a:cubicBezTo>
                      <a:pt x="25" y="6"/>
                      <a:pt x="27" y="6"/>
                      <a:pt x="29" y="7"/>
                    </a:cubicBezTo>
                    <a:cubicBezTo>
                      <a:pt x="30" y="8"/>
                      <a:pt x="31" y="8"/>
                      <a:pt x="30" y="10"/>
                    </a:cubicBezTo>
                    <a:cubicBezTo>
                      <a:pt x="30" y="11"/>
                      <a:pt x="29" y="12"/>
                      <a:pt x="29" y="14"/>
                    </a:cubicBezTo>
                    <a:cubicBezTo>
                      <a:pt x="28" y="15"/>
                      <a:pt x="29" y="17"/>
                      <a:pt x="29" y="19"/>
                    </a:cubicBezTo>
                    <a:cubicBezTo>
                      <a:pt x="29" y="21"/>
                      <a:pt x="28" y="22"/>
                      <a:pt x="27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4" y="27"/>
                      <a:pt x="24" y="29"/>
                      <a:pt x="22" y="29"/>
                    </a:cubicBezTo>
                    <a:cubicBezTo>
                      <a:pt x="21" y="30"/>
                      <a:pt x="20" y="30"/>
                      <a:pt x="19" y="31"/>
                    </a:cubicBezTo>
                    <a:cubicBezTo>
                      <a:pt x="18" y="32"/>
                      <a:pt x="17" y="33"/>
                      <a:pt x="15" y="34"/>
                    </a:cubicBezTo>
                    <a:cubicBezTo>
                      <a:pt x="14" y="34"/>
                      <a:pt x="12" y="34"/>
                      <a:pt x="11" y="33"/>
                    </a:cubicBezTo>
                    <a:cubicBezTo>
                      <a:pt x="10" y="32"/>
                      <a:pt x="10" y="30"/>
                      <a:pt x="9" y="29"/>
                    </a:cubicBezTo>
                    <a:cubicBezTo>
                      <a:pt x="9" y="29"/>
                      <a:pt x="9" y="28"/>
                      <a:pt x="9" y="28"/>
                    </a:cubicBezTo>
                    <a:cubicBezTo>
                      <a:pt x="8" y="27"/>
                      <a:pt x="7" y="26"/>
                      <a:pt x="6" y="26"/>
                    </a:cubicBezTo>
                    <a:cubicBezTo>
                      <a:pt x="4" y="24"/>
                      <a:pt x="7" y="20"/>
                      <a:pt x="5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8" name="Freeform 3405">
                <a:extLst>
                  <a:ext uri="{FF2B5EF4-FFF2-40B4-BE49-F238E27FC236}">
                    <a16:creationId xmlns:a16="http://schemas.microsoft.com/office/drawing/2014/main" id="{F8F221B0-C621-45B3-AC16-05BC07FA8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701"/>
                <a:ext cx="3" cy="2"/>
              </a:xfrm>
              <a:custGeom>
                <a:avLst/>
                <a:gdLst>
                  <a:gd name="T0" fmla="*/ 2 w 6"/>
                  <a:gd name="T1" fmla="*/ 3 h 4"/>
                  <a:gd name="T2" fmla="*/ 1 w 6"/>
                  <a:gd name="T3" fmla="*/ 0 h 4"/>
                  <a:gd name="T4" fmla="*/ 5 w 6"/>
                  <a:gd name="T5" fmla="*/ 2 h 4"/>
                  <a:gd name="T6" fmla="*/ 4 w 6"/>
                  <a:gd name="T7" fmla="*/ 4 h 4"/>
                  <a:gd name="T8" fmla="*/ 2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2" y="0"/>
                      <a:pt x="5" y="2"/>
                      <a:pt x="5" y="2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9" name="Freeform 3406">
                <a:extLst>
                  <a:ext uri="{FF2B5EF4-FFF2-40B4-BE49-F238E27FC236}">
                    <a16:creationId xmlns:a16="http://schemas.microsoft.com/office/drawing/2014/main" id="{AA353EEE-9975-469E-B444-3D6ACB78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675"/>
                <a:ext cx="5" cy="6"/>
              </a:xfrm>
              <a:custGeom>
                <a:avLst/>
                <a:gdLst>
                  <a:gd name="T0" fmla="*/ 8 w 11"/>
                  <a:gd name="T1" fmla="*/ 8 h 15"/>
                  <a:gd name="T2" fmla="*/ 9 w 11"/>
                  <a:gd name="T3" fmla="*/ 6 h 15"/>
                  <a:gd name="T4" fmla="*/ 11 w 11"/>
                  <a:gd name="T5" fmla="*/ 4 h 15"/>
                  <a:gd name="T6" fmla="*/ 11 w 11"/>
                  <a:gd name="T7" fmla="*/ 1 h 15"/>
                  <a:gd name="T8" fmla="*/ 9 w 11"/>
                  <a:gd name="T9" fmla="*/ 0 h 15"/>
                  <a:gd name="T10" fmla="*/ 6 w 11"/>
                  <a:gd name="T11" fmla="*/ 2 h 15"/>
                  <a:gd name="T12" fmla="*/ 4 w 11"/>
                  <a:gd name="T13" fmla="*/ 5 h 15"/>
                  <a:gd name="T14" fmla="*/ 4 w 11"/>
                  <a:gd name="T15" fmla="*/ 8 h 15"/>
                  <a:gd name="T16" fmla="*/ 1 w 11"/>
                  <a:gd name="T17" fmla="*/ 11 h 15"/>
                  <a:gd name="T18" fmla="*/ 1 w 11"/>
                  <a:gd name="T19" fmla="*/ 15 h 15"/>
                  <a:gd name="T20" fmla="*/ 3 w 11"/>
                  <a:gd name="T21" fmla="*/ 15 h 15"/>
                  <a:gd name="T22" fmla="*/ 4 w 11"/>
                  <a:gd name="T23" fmla="*/ 14 h 15"/>
                  <a:gd name="T24" fmla="*/ 5 w 11"/>
                  <a:gd name="T25" fmla="*/ 13 h 15"/>
                  <a:gd name="T26" fmla="*/ 6 w 11"/>
                  <a:gd name="T27" fmla="*/ 11 h 15"/>
                  <a:gd name="T28" fmla="*/ 8 w 11"/>
                  <a:gd name="T2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5">
                    <a:moveTo>
                      <a:pt x="8" y="8"/>
                    </a:moveTo>
                    <a:cubicBezTo>
                      <a:pt x="8" y="7"/>
                      <a:pt x="8" y="7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5" y="8"/>
                      <a:pt x="4" y="8"/>
                    </a:cubicBezTo>
                    <a:cubicBezTo>
                      <a:pt x="3" y="9"/>
                      <a:pt x="1" y="10"/>
                      <a:pt x="1" y="11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2"/>
                      <a:pt x="6" y="12"/>
                      <a:pt x="6" y="11"/>
                    </a:cubicBezTo>
                    <a:cubicBezTo>
                      <a:pt x="7" y="10"/>
                      <a:pt x="7" y="9"/>
                      <a:pt x="8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0" name="Freeform 3407">
                <a:extLst>
                  <a:ext uri="{FF2B5EF4-FFF2-40B4-BE49-F238E27FC236}">
                    <a16:creationId xmlns:a16="http://schemas.microsoft.com/office/drawing/2014/main" id="{CFD567C8-1120-4C0B-8213-6BB672C8F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686"/>
                <a:ext cx="7" cy="14"/>
              </a:xfrm>
              <a:custGeom>
                <a:avLst/>
                <a:gdLst>
                  <a:gd name="T0" fmla="*/ 15 w 17"/>
                  <a:gd name="T1" fmla="*/ 0 h 33"/>
                  <a:gd name="T2" fmla="*/ 17 w 17"/>
                  <a:gd name="T3" fmla="*/ 3 h 33"/>
                  <a:gd name="T4" fmla="*/ 16 w 17"/>
                  <a:gd name="T5" fmla="*/ 5 h 33"/>
                  <a:gd name="T6" fmla="*/ 15 w 17"/>
                  <a:gd name="T7" fmla="*/ 6 h 33"/>
                  <a:gd name="T8" fmla="*/ 13 w 17"/>
                  <a:gd name="T9" fmla="*/ 11 h 33"/>
                  <a:gd name="T10" fmla="*/ 13 w 17"/>
                  <a:gd name="T11" fmla="*/ 19 h 33"/>
                  <a:gd name="T12" fmla="*/ 13 w 17"/>
                  <a:gd name="T13" fmla="*/ 26 h 33"/>
                  <a:gd name="T14" fmla="*/ 8 w 17"/>
                  <a:gd name="T15" fmla="*/ 32 h 33"/>
                  <a:gd name="T16" fmla="*/ 1 w 17"/>
                  <a:gd name="T17" fmla="*/ 30 h 33"/>
                  <a:gd name="T18" fmla="*/ 0 w 17"/>
                  <a:gd name="T19" fmla="*/ 24 h 33"/>
                  <a:gd name="T20" fmla="*/ 1 w 17"/>
                  <a:gd name="T21" fmla="*/ 19 h 33"/>
                  <a:gd name="T22" fmla="*/ 3 w 17"/>
                  <a:gd name="T23" fmla="*/ 17 h 33"/>
                  <a:gd name="T24" fmla="*/ 4 w 17"/>
                  <a:gd name="T25" fmla="*/ 9 h 33"/>
                  <a:gd name="T26" fmla="*/ 5 w 17"/>
                  <a:gd name="T27" fmla="*/ 4 h 33"/>
                  <a:gd name="T28" fmla="*/ 7 w 17"/>
                  <a:gd name="T29" fmla="*/ 1 h 33"/>
                  <a:gd name="T30" fmla="*/ 9 w 17"/>
                  <a:gd name="T31" fmla="*/ 1 h 33"/>
                  <a:gd name="T32" fmla="*/ 12 w 17"/>
                  <a:gd name="T33" fmla="*/ 0 h 33"/>
                  <a:gd name="T34" fmla="*/ 14 w 17"/>
                  <a:gd name="T35" fmla="*/ 0 h 33"/>
                  <a:gd name="T36" fmla="*/ 15 w 17"/>
                  <a:gd name="T3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33">
                    <a:moveTo>
                      <a:pt x="15" y="0"/>
                    </a:moveTo>
                    <a:cubicBezTo>
                      <a:pt x="16" y="0"/>
                      <a:pt x="16" y="2"/>
                      <a:pt x="17" y="3"/>
                    </a:cubicBezTo>
                    <a:cubicBezTo>
                      <a:pt x="17" y="4"/>
                      <a:pt x="17" y="4"/>
                      <a:pt x="16" y="5"/>
                    </a:cubicBezTo>
                    <a:cubicBezTo>
                      <a:pt x="16" y="5"/>
                      <a:pt x="16" y="5"/>
                      <a:pt x="15" y="6"/>
                    </a:cubicBezTo>
                    <a:cubicBezTo>
                      <a:pt x="14" y="7"/>
                      <a:pt x="13" y="9"/>
                      <a:pt x="13" y="11"/>
                    </a:cubicBezTo>
                    <a:cubicBezTo>
                      <a:pt x="13" y="14"/>
                      <a:pt x="13" y="16"/>
                      <a:pt x="13" y="19"/>
                    </a:cubicBezTo>
                    <a:cubicBezTo>
                      <a:pt x="13" y="21"/>
                      <a:pt x="14" y="24"/>
                      <a:pt x="13" y="26"/>
                    </a:cubicBezTo>
                    <a:cubicBezTo>
                      <a:pt x="13" y="30"/>
                      <a:pt x="10" y="31"/>
                      <a:pt x="8" y="32"/>
                    </a:cubicBezTo>
                    <a:cubicBezTo>
                      <a:pt x="5" y="33"/>
                      <a:pt x="2" y="33"/>
                      <a:pt x="1" y="30"/>
                    </a:cubicBezTo>
                    <a:cubicBezTo>
                      <a:pt x="0" y="28"/>
                      <a:pt x="0" y="26"/>
                      <a:pt x="0" y="24"/>
                    </a:cubicBezTo>
                    <a:cubicBezTo>
                      <a:pt x="0" y="23"/>
                      <a:pt x="0" y="21"/>
                      <a:pt x="1" y="19"/>
                    </a:cubicBezTo>
                    <a:cubicBezTo>
                      <a:pt x="1" y="18"/>
                      <a:pt x="3" y="18"/>
                      <a:pt x="3" y="17"/>
                    </a:cubicBezTo>
                    <a:cubicBezTo>
                      <a:pt x="4" y="14"/>
                      <a:pt x="4" y="11"/>
                      <a:pt x="4" y="9"/>
                    </a:cubicBezTo>
                    <a:cubicBezTo>
                      <a:pt x="4" y="7"/>
                      <a:pt x="4" y="5"/>
                      <a:pt x="5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1"/>
                      <a:pt x="11" y="1"/>
                      <a:pt x="12" y="0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1" name="Freeform 3408">
                <a:extLst>
                  <a:ext uri="{FF2B5EF4-FFF2-40B4-BE49-F238E27FC236}">
                    <a16:creationId xmlns:a16="http://schemas.microsoft.com/office/drawing/2014/main" id="{203C6A4E-C949-4476-9F9C-93BE6C14B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683"/>
                <a:ext cx="2" cy="3"/>
              </a:xfrm>
              <a:custGeom>
                <a:avLst/>
                <a:gdLst>
                  <a:gd name="T0" fmla="*/ 2 w 5"/>
                  <a:gd name="T1" fmla="*/ 8 h 8"/>
                  <a:gd name="T2" fmla="*/ 0 w 5"/>
                  <a:gd name="T3" fmla="*/ 4 h 8"/>
                  <a:gd name="T4" fmla="*/ 1 w 5"/>
                  <a:gd name="T5" fmla="*/ 2 h 8"/>
                  <a:gd name="T6" fmla="*/ 1 w 5"/>
                  <a:gd name="T7" fmla="*/ 0 h 8"/>
                  <a:gd name="T8" fmla="*/ 4 w 5"/>
                  <a:gd name="T9" fmla="*/ 0 h 8"/>
                  <a:gd name="T10" fmla="*/ 5 w 5"/>
                  <a:gd name="T11" fmla="*/ 3 h 8"/>
                  <a:gd name="T12" fmla="*/ 3 w 5"/>
                  <a:gd name="T13" fmla="*/ 8 h 8"/>
                  <a:gd name="T14" fmla="*/ 2 w 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1" y="7"/>
                      <a:pt x="0" y="5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5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2" name="Freeform 3409">
                <a:extLst>
                  <a:ext uri="{FF2B5EF4-FFF2-40B4-BE49-F238E27FC236}">
                    <a16:creationId xmlns:a16="http://schemas.microsoft.com/office/drawing/2014/main" id="{3A57A935-1983-4B51-A4AE-63EF0E0D3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702"/>
                <a:ext cx="6" cy="5"/>
              </a:xfrm>
              <a:custGeom>
                <a:avLst/>
                <a:gdLst>
                  <a:gd name="T0" fmla="*/ 3 w 14"/>
                  <a:gd name="T1" fmla="*/ 7 h 12"/>
                  <a:gd name="T2" fmla="*/ 0 w 14"/>
                  <a:gd name="T3" fmla="*/ 5 h 12"/>
                  <a:gd name="T4" fmla="*/ 4 w 14"/>
                  <a:gd name="T5" fmla="*/ 0 h 12"/>
                  <a:gd name="T6" fmla="*/ 6 w 14"/>
                  <a:gd name="T7" fmla="*/ 0 h 12"/>
                  <a:gd name="T8" fmla="*/ 9 w 14"/>
                  <a:gd name="T9" fmla="*/ 0 h 12"/>
                  <a:gd name="T10" fmla="*/ 10 w 14"/>
                  <a:gd name="T11" fmla="*/ 2 h 12"/>
                  <a:gd name="T12" fmla="*/ 12 w 14"/>
                  <a:gd name="T13" fmla="*/ 4 h 12"/>
                  <a:gd name="T14" fmla="*/ 14 w 14"/>
                  <a:gd name="T15" fmla="*/ 7 h 12"/>
                  <a:gd name="T16" fmla="*/ 12 w 14"/>
                  <a:gd name="T17" fmla="*/ 11 h 12"/>
                  <a:gd name="T18" fmla="*/ 9 w 14"/>
                  <a:gd name="T19" fmla="*/ 12 h 12"/>
                  <a:gd name="T20" fmla="*/ 6 w 14"/>
                  <a:gd name="T21" fmla="*/ 11 h 12"/>
                  <a:gd name="T22" fmla="*/ 5 w 14"/>
                  <a:gd name="T23" fmla="*/ 10 h 12"/>
                  <a:gd name="T24" fmla="*/ 5 w 14"/>
                  <a:gd name="T25" fmla="*/ 8 h 12"/>
                  <a:gd name="T26" fmla="*/ 3 w 14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3" y="7"/>
                    </a:moveTo>
                    <a:cubicBezTo>
                      <a:pt x="1" y="7"/>
                      <a:pt x="0" y="6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0" y="1"/>
                      <a:pt x="10" y="2"/>
                    </a:cubicBezTo>
                    <a:cubicBezTo>
                      <a:pt x="10" y="4"/>
                      <a:pt x="11" y="4"/>
                      <a:pt x="12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2" y="11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6" y="11"/>
                      <a:pt x="5" y="11"/>
                      <a:pt x="5" y="10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4" y="7"/>
                      <a:pt x="3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3" name="Freeform 3411">
                <a:extLst>
                  <a:ext uri="{FF2B5EF4-FFF2-40B4-BE49-F238E27FC236}">
                    <a16:creationId xmlns:a16="http://schemas.microsoft.com/office/drawing/2014/main" id="{6880628D-855C-4E49-9C7C-1326782D7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653"/>
                <a:ext cx="1" cy="2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4 h 5"/>
                  <a:gd name="T4" fmla="*/ 1 w 3"/>
                  <a:gd name="T5" fmla="*/ 1 h 5"/>
                  <a:gd name="T6" fmla="*/ 3 w 3"/>
                  <a:gd name="T7" fmla="*/ 4 h 5"/>
                  <a:gd name="T8" fmla="*/ 1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3"/>
                      <a:pt x="3" y="4"/>
                    </a:cubicBezTo>
                    <a:cubicBezTo>
                      <a:pt x="3" y="4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4" name="Freeform 3412">
                <a:extLst>
                  <a:ext uri="{FF2B5EF4-FFF2-40B4-BE49-F238E27FC236}">
                    <a16:creationId xmlns:a16="http://schemas.microsoft.com/office/drawing/2014/main" id="{BF23504C-334F-4055-959F-C12826136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48"/>
                <a:ext cx="4" cy="3"/>
              </a:xfrm>
              <a:custGeom>
                <a:avLst/>
                <a:gdLst>
                  <a:gd name="T0" fmla="*/ 1 w 10"/>
                  <a:gd name="T1" fmla="*/ 3 h 8"/>
                  <a:gd name="T2" fmla="*/ 1 w 10"/>
                  <a:gd name="T3" fmla="*/ 0 h 8"/>
                  <a:gd name="T4" fmla="*/ 5 w 10"/>
                  <a:gd name="T5" fmla="*/ 0 h 8"/>
                  <a:gd name="T6" fmla="*/ 7 w 10"/>
                  <a:gd name="T7" fmla="*/ 2 h 8"/>
                  <a:gd name="T8" fmla="*/ 9 w 10"/>
                  <a:gd name="T9" fmla="*/ 4 h 8"/>
                  <a:gd name="T10" fmla="*/ 10 w 10"/>
                  <a:gd name="T11" fmla="*/ 6 h 8"/>
                  <a:gd name="T12" fmla="*/ 6 w 10"/>
                  <a:gd name="T13" fmla="*/ 7 h 8"/>
                  <a:gd name="T14" fmla="*/ 4 w 10"/>
                  <a:gd name="T15" fmla="*/ 5 h 8"/>
                  <a:gd name="T16" fmla="*/ 1 w 10"/>
                  <a:gd name="T1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8" y="2"/>
                      <a:pt x="8" y="3"/>
                      <a:pt x="9" y="4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8"/>
                      <a:pt x="7" y="8"/>
                      <a:pt x="6" y="7"/>
                    </a:cubicBezTo>
                    <a:cubicBezTo>
                      <a:pt x="5" y="7"/>
                      <a:pt x="5" y="6"/>
                      <a:pt x="4" y="5"/>
                    </a:cubicBezTo>
                    <a:cubicBezTo>
                      <a:pt x="2" y="5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5" name="Freeform 3413">
                <a:extLst>
                  <a:ext uri="{FF2B5EF4-FFF2-40B4-BE49-F238E27FC236}">
                    <a16:creationId xmlns:a16="http://schemas.microsoft.com/office/drawing/2014/main" id="{B3CD1100-02BD-4D69-B06B-282876CA6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42"/>
                <a:ext cx="3" cy="2"/>
              </a:xfrm>
              <a:custGeom>
                <a:avLst/>
                <a:gdLst>
                  <a:gd name="T0" fmla="*/ 3 w 6"/>
                  <a:gd name="T1" fmla="*/ 1 h 6"/>
                  <a:gd name="T2" fmla="*/ 6 w 6"/>
                  <a:gd name="T3" fmla="*/ 4 h 6"/>
                  <a:gd name="T4" fmla="*/ 2 w 6"/>
                  <a:gd name="T5" fmla="*/ 6 h 6"/>
                  <a:gd name="T6" fmla="*/ 0 w 6"/>
                  <a:gd name="T7" fmla="*/ 2 h 6"/>
                  <a:gd name="T8" fmla="*/ 3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2"/>
                      <a:pt x="6" y="3"/>
                      <a:pt x="6" y="4"/>
                    </a:cubicBezTo>
                    <a:cubicBezTo>
                      <a:pt x="6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6" name="Freeform 3414">
                <a:extLst>
                  <a:ext uri="{FF2B5EF4-FFF2-40B4-BE49-F238E27FC236}">
                    <a16:creationId xmlns:a16="http://schemas.microsoft.com/office/drawing/2014/main" id="{20B67DA0-ED8C-4B63-9B6B-3B55FBEDD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50"/>
                <a:ext cx="1" cy="2"/>
              </a:xfrm>
              <a:custGeom>
                <a:avLst/>
                <a:gdLst>
                  <a:gd name="T0" fmla="*/ 2 w 2"/>
                  <a:gd name="T1" fmla="*/ 2 h 5"/>
                  <a:gd name="T2" fmla="*/ 0 w 2"/>
                  <a:gd name="T3" fmla="*/ 5 h 5"/>
                  <a:gd name="T4" fmla="*/ 0 w 2"/>
                  <a:gd name="T5" fmla="*/ 3 h 5"/>
                  <a:gd name="T6" fmla="*/ 0 w 2"/>
                  <a:gd name="T7" fmla="*/ 2 h 5"/>
                  <a:gd name="T8" fmla="*/ 2 w 2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2"/>
                    </a:moveTo>
                    <a:cubicBezTo>
                      <a:pt x="2" y="3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7" name="Freeform 3415">
                <a:extLst>
                  <a:ext uri="{FF2B5EF4-FFF2-40B4-BE49-F238E27FC236}">
                    <a16:creationId xmlns:a16="http://schemas.microsoft.com/office/drawing/2014/main" id="{F11D0B97-D9A2-4859-9BB1-6B99D6201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38"/>
                <a:ext cx="4" cy="3"/>
              </a:xfrm>
              <a:custGeom>
                <a:avLst/>
                <a:gdLst>
                  <a:gd name="T0" fmla="*/ 0 w 10"/>
                  <a:gd name="T1" fmla="*/ 2 h 6"/>
                  <a:gd name="T2" fmla="*/ 0 w 10"/>
                  <a:gd name="T3" fmla="*/ 1 h 6"/>
                  <a:gd name="T4" fmla="*/ 0 w 10"/>
                  <a:gd name="T5" fmla="*/ 0 h 6"/>
                  <a:gd name="T6" fmla="*/ 1 w 10"/>
                  <a:gd name="T7" fmla="*/ 0 h 6"/>
                  <a:gd name="T8" fmla="*/ 5 w 10"/>
                  <a:gd name="T9" fmla="*/ 0 h 6"/>
                  <a:gd name="T10" fmla="*/ 8 w 10"/>
                  <a:gd name="T11" fmla="*/ 0 h 6"/>
                  <a:gd name="T12" fmla="*/ 9 w 10"/>
                  <a:gd name="T13" fmla="*/ 3 h 6"/>
                  <a:gd name="T14" fmla="*/ 6 w 10"/>
                  <a:gd name="T15" fmla="*/ 6 h 6"/>
                  <a:gd name="T16" fmla="*/ 5 w 10"/>
                  <a:gd name="T17" fmla="*/ 6 h 6"/>
                  <a:gd name="T18" fmla="*/ 5 w 10"/>
                  <a:gd name="T19" fmla="*/ 5 h 6"/>
                  <a:gd name="T20" fmla="*/ 3 w 10"/>
                  <a:gd name="T21" fmla="*/ 4 h 6"/>
                  <a:gd name="T22" fmla="*/ 2 w 10"/>
                  <a:gd name="T23" fmla="*/ 4 h 6"/>
                  <a:gd name="T24" fmla="*/ 0 w 10"/>
                  <a:gd name="T2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1"/>
                      <a:pt x="10" y="2"/>
                      <a:pt x="9" y="3"/>
                    </a:cubicBezTo>
                    <a:cubicBezTo>
                      <a:pt x="9" y="5"/>
                      <a:pt x="7" y="5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8" name="Freeform 3416">
                <a:extLst>
                  <a:ext uri="{FF2B5EF4-FFF2-40B4-BE49-F238E27FC236}">
                    <a16:creationId xmlns:a16="http://schemas.microsoft.com/office/drawing/2014/main" id="{EF09A047-ED6E-470F-94F1-5694449BE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603"/>
                <a:ext cx="3" cy="2"/>
              </a:xfrm>
              <a:custGeom>
                <a:avLst/>
                <a:gdLst>
                  <a:gd name="T0" fmla="*/ 3 w 8"/>
                  <a:gd name="T1" fmla="*/ 5 h 5"/>
                  <a:gd name="T2" fmla="*/ 1 w 8"/>
                  <a:gd name="T3" fmla="*/ 5 h 5"/>
                  <a:gd name="T4" fmla="*/ 1 w 8"/>
                  <a:gd name="T5" fmla="*/ 1 h 5"/>
                  <a:gd name="T6" fmla="*/ 4 w 8"/>
                  <a:gd name="T7" fmla="*/ 0 h 5"/>
                  <a:gd name="T8" fmla="*/ 8 w 8"/>
                  <a:gd name="T9" fmla="*/ 1 h 5"/>
                  <a:gd name="T10" fmla="*/ 5 w 8"/>
                  <a:gd name="T11" fmla="*/ 3 h 5"/>
                  <a:gd name="T12" fmla="*/ 3 w 8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2" y="5"/>
                      <a:pt x="2" y="5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8" y="0"/>
                      <a:pt x="8" y="1"/>
                    </a:cubicBezTo>
                    <a:cubicBezTo>
                      <a:pt x="7" y="2"/>
                      <a:pt x="6" y="3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9" name="Freeform 3417">
                <a:extLst>
                  <a:ext uri="{FF2B5EF4-FFF2-40B4-BE49-F238E27FC236}">
                    <a16:creationId xmlns:a16="http://schemas.microsoft.com/office/drawing/2014/main" id="{F6D0DBF7-2540-4E81-AB2B-B6B24C1D8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99"/>
                <a:ext cx="2" cy="1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4 w 4"/>
                  <a:gd name="T7" fmla="*/ 3 h 4"/>
                  <a:gd name="T8" fmla="*/ 2 w 4"/>
                  <a:gd name="T9" fmla="*/ 4 h 4"/>
                  <a:gd name="T10" fmla="*/ 1 w 4"/>
                  <a:gd name="T11" fmla="*/ 3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0" name="Freeform 3418">
                <a:extLst>
                  <a:ext uri="{FF2B5EF4-FFF2-40B4-BE49-F238E27FC236}">
                    <a16:creationId xmlns:a16="http://schemas.microsoft.com/office/drawing/2014/main" id="{1023BE27-50D0-4F34-8175-76DD983CD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604"/>
                <a:ext cx="3" cy="3"/>
              </a:xfrm>
              <a:custGeom>
                <a:avLst/>
                <a:gdLst>
                  <a:gd name="T0" fmla="*/ 4 w 7"/>
                  <a:gd name="T1" fmla="*/ 7 h 7"/>
                  <a:gd name="T2" fmla="*/ 1 w 7"/>
                  <a:gd name="T3" fmla="*/ 6 h 7"/>
                  <a:gd name="T4" fmla="*/ 0 w 7"/>
                  <a:gd name="T5" fmla="*/ 4 h 7"/>
                  <a:gd name="T6" fmla="*/ 2 w 7"/>
                  <a:gd name="T7" fmla="*/ 2 h 7"/>
                  <a:gd name="T8" fmla="*/ 4 w 7"/>
                  <a:gd name="T9" fmla="*/ 0 h 7"/>
                  <a:gd name="T10" fmla="*/ 4 w 7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2" y="3"/>
                      <a:pt x="2" y="2"/>
                    </a:cubicBezTo>
                    <a:cubicBezTo>
                      <a:pt x="3" y="1"/>
                      <a:pt x="2" y="0"/>
                      <a:pt x="4" y="0"/>
                    </a:cubicBezTo>
                    <a:cubicBezTo>
                      <a:pt x="7" y="0"/>
                      <a:pt x="7" y="6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1" name="Freeform 3419">
                <a:extLst>
                  <a:ext uri="{FF2B5EF4-FFF2-40B4-BE49-F238E27FC236}">
                    <a16:creationId xmlns:a16="http://schemas.microsoft.com/office/drawing/2014/main" id="{4A40EE55-DED7-4D65-869A-9E966B4DE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21"/>
                <a:ext cx="4" cy="5"/>
              </a:xfrm>
              <a:custGeom>
                <a:avLst/>
                <a:gdLst>
                  <a:gd name="T0" fmla="*/ 1 w 8"/>
                  <a:gd name="T1" fmla="*/ 9 h 14"/>
                  <a:gd name="T2" fmla="*/ 2 w 8"/>
                  <a:gd name="T3" fmla="*/ 4 h 14"/>
                  <a:gd name="T4" fmla="*/ 7 w 8"/>
                  <a:gd name="T5" fmla="*/ 2 h 14"/>
                  <a:gd name="T6" fmla="*/ 8 w 8"/>
                  <a:gd name="T7" fmla="*/ 6 h 14"/>
                  <a:gd name="T8" fmla="*/ 5 w 8"/>
                  <a:gd name="T9" fmla="*/ 9 h 14"/>
                  <a:gd name="T10" fmla="*/ 3 w 8"/>
                  <a:gd name="T11" fmla="*/ 13 h 14"/>
                  <a:gd name="T12" fmla="*/ 1 w 8"/>
                  <a:gd name="T13" fmla="*/ 12 h 14"/>
                  <a:gd name="T14" fmla="*/ 1 w 8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4">
                    <a:moveTo>
                      <a:pt x="1" y="9"/>
                    </a:moveTo>
                    <a:cubicBezTo>
                      <a:pt x="1" y="7"/>
                      <a:pt x="1" y="5"/>
                      <a:pt x="2" y="4"/>
                    </a:cubicBezTo>
                    <a:cubicBezTo>
                      <a:pt x="3" y="2"/>
                      <a:pt x="6" y="0"/>
                      <a:pt x="7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8"/>
                      <a:pt x="6" y="8"/>
                      <a:pt x="5" y="9"/>
                    </a:cubicBezTo>
                    <a:cubicBezTo>
                      <a:pt x="4" y="10"/>
                      <a:pt x="4" y="12"/>
                      <a:pt x="3" y="13"/>
                    </a:cubicBezTo>
                    <a:cubicBezTo>
                      <a:pt x="2" y="14"/>
                      <a:pt x="1" y="13"/>
                      <a:pt x="1" y="12"/>
                    </a:cubicBezTo>
                    <a:cubicBezTo>
                      <a:pt x="0" y="11"/>
                      <a:pt x="1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2" name="Freeform 3420">
                <a:extLst>
                  <a:ext uri="{FF2B5EF4-FFF2-40B4-BE49-F238E27FC236}">
                    <a16:creationId xmlns:a16="http://schemas.microsoft.com/office/drawing/2014/main" id="{E6F73C00-CB33-4FE7-A91F-EB7D44D03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19"/>
                <a:ext cx="4" cy="2"/>
              </a:xfrm>
              <a:custGeom>
                <a:avLst/>
                <a:gdLst>
                  <a:gd name="T0" fmla="*/ 2 w 11"/>
                  <a:gd name="T1" fmla="*/ 5 h 5"/>
                  <a:gd name="T2" fmla="*/ 2 w 11"/>
                  <a:gd name="T3" fmla="*/ 5 h 5"/>
                  <a:gd name="T4" fmla="*/ 0 w 11"/>
                  <a:gd name="T5" fmla="*/ 2 h 5"/>
                  <a:gd name="T6" fmla="*/ 4 w 11"/>
                  <a:gd name="T7" fmla="*/ 0 h 5"/>
                  <a:gd name="T8" fmla="*/ 8 w 11"/>
                  <a:gd name="T9" fmla="*/ 1 h 5"/>
                  <a:gd name="T10" fmla="*/ 10 w 11"/>
                  <a:gd name="T11" fmla="*/ 4 h 5"/>
                  <a:gd name="T12" fmla="*/ 7 w 11"/>
                  <a:gd name="T13" fmla="*/ 5 h 5"/>
                  <a:gd name="T14" fmla="*/ 2 w 11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3" y="0"/>
                      <a:pt x="4" y="0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1"/>
                      <a:pt x="11" y="2"/>
                      <a:pt x="10" y="4"/>
                    </a:cubicBezTo>
                    <a:cubicBezTo>
                      <a:pt x="10" y="5"/>
                      <a:pt x="8" y="5"/>
                      <a:pt x="7" y="5"/>
                    </a:cubicBezTo>
                    <a:cubicBezTo>
                      <a:pt x="6" y="5"/>
                      <a:pt x="3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3" name="Freeform 3421">
                <a:extLst>
                  <a:ext uri="{FF2B5EF4-FFF2-40B4-BE49-F238E27FC236}">
                    <a16:creationId xmlns:a16="http://schemas.microsoft.com/office/drawing/2014/main" id="{05198BC4-B08D-4542-B06E-256986BC6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716"/>
                <a:ext cx="2" cy="4"/>
              </a:xfrm>
              <a:custGeom>
                <a:avLst/>
                <a:gdLst>
                  <a:gd name="T0" fmla="*/ 0 w 6"/>
                  <a:gd name="T1" fmla="*/ 5 h 9"/>
                  <a:gd name="T2" fmla="*/ 1 w 6"/>
                  <a:gd name="T3" fmla="*/ 2 h 9"/>
                  <a:gd name="T4" fmla="*/ 3 w 6"/>
                  <a:gd name="T5" fmla="*/ 1 h 9"/>
                  <a:gd name="T6" fmla="*/ 4 w 6"/>
                  <a:gd name="T7" fmla="*/ 3 h 9"/>
                  <a:gd name="T8" fmla="*/ 4 w 6"/>
                  <a:gd name="T9" fmla="*/ 8 h 9"/>
                  <a:gd name="T10" fmla="*/ 0 w 6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5" y="4"/>
                      <a:pt x="6" y="7"/>
                      <a:pt x="4" y="8"/>
                    </a:cubicBezTo>
                    <a:cubicBezTo>
                      <a:pt x="1" y="9"/>
                      <a:pt x="1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4" name="Freeform 3422">
                <a:extLst>
                  <a:ext uri="{FF2B5EF4-FFF2-40B4-BE49-F238E27FC236}">
                    <a16:creationId xmlns:a16="http://schemas.microsoft.com/office/drawing/2014/main" id="{57831C0B-2B74-4FB3-A671-D5E7A39C0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02"/>
                <a:ext cx="13" cy="13"/>
              </a:xfrm>
              <a:custGeom>
                <a:avLst/>
                <a:gdLst>
                  <a:gd name="T0" fmla="*/ 2 w 31"/>
                  <a:gd name="T1" fmla="*/ 32 h 33"/>
                  <a:gd name="T2" fmla="*/ 1 w 31"/>
                  <a:gd name="T3" fmla="*/ 29 h 33"/>
                  <a:gd name="T4" fmla="*/ 3 w 31"/>
                  <a:gd name="T5" fmla="*/ 25 h 33"/>
                  <a:gd name="T6" fmla="*/ 3 w 31"/>
                  <a:gd name="T7" fmla="*/ 20 h 33"/>
                  <a:gd name="T8" fmla="*/ 8 w 31"/>
                  <a:gd name="T9" fmla="*/ 18 h 33"/>
                  <a:gd name="T10" fmla="*/ 12 w 31"/>
                  <a:gd name="T11" fmla="*/ 14 h 33"/>
                  <a:gd name="T12" fmla="*/ 13 w 31"/>
                  <a:gd name="T13" fmla="*/ 8 h 33"/>
                  <a:gd name="T14" fmla="*/ 19 w 31"/>
                  <a:gd name="T15" fmla="*/ 8 h 33"/>
                  <a:gd name="T16" fmla="*/ 25 w 31"/>
                  <a:gd name="T17" fmla="*/ 7 h 33"/>
                  <a:gd name="T18" fmla="*/ 26 w 31"/>
                  <a:gd name="T19" fmla="*/ 2 h 33"/>
                  <a:gd name="T20" fmla="*/ 30 w 31"/>
                  <a:gd name="T21" fmla="*/ 4 h 33"/>
                  <a:gd name="T22" fmla="*/ 27 w 31"/>
                  <a:gd name="T23" fmla="*/ 10 h 33"/>
                  <a:gd name="T24" fmla="*/ 28 w 31"/>
                  <a:gd name="T25" fmla="*/ 15 h 33"/>
                  <a:gd name="T26" fmla="*/ 30 w 31"/>
                  <a:gd name="T27" fmla="*/ 20 h 33"/>
                  <a:gd name="T28" fmla="*/ 28 w 31"/>
                  <a:gd name="T29" fmla="*/ 21 h 33"/>
                  <a:gd name="T30" fmla="*/ 26 w 31"/>
                  <a:gd name="T31" fmla="*/ 21 h 33"/>
                  <a:gd name="T32" fmla="*/ 25 w 31"/>
                  <a:gd name="T33" fmla="*/ 23 h 33"/>
                  <a:gd name="T34" fmla="*/ 21 w 31"/>
                  <a:gd name="T35" fmla="*/ 26 h 33"/>
                  <a:gd name="T36" fmla="*/ 17 w 31"/>
                  <a:gd name="T37" fmla="*/ 27 h 33"/>
                  <a:gd name="T38" fmla="*/ 14 w 31"/>
                  <a:gd name="T39" fmla="*/ 26 h 33"/>
                  <a:gd name="T40" fmla="*/ 9 w 31"/>
                  <a:gd name="T41" fmla="*/ 26 h 33"/>
                  <a:gd name="T42" fmla="*/ 8 w 31"/>
                  <a:gd name="T43" fmla="*/ 28 h 33"/>
                  <a:gd name="T44" fmla="*/ 8 w 31"/>
                  <a:gd name="T45" fmla="*/ 29 h 33"/>
                  <a:gd name="T46" fmla="*/ 6 w 31"/>
                  <a:gd name="T47" fmla="*/ 31 h 33"/>
                  <a:gd name="T48" fmla="*/ 5 w 31"/>
                  <a:gd name="T49" fmla="*/ 32 h 33"/>
                  <a:gd name="T50" fmla="*/ 2 w 31"/>
                  <a:gd name="T51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3">
                    <a:moveTo>
                      <a:pt x="2" y="32"/>
                    </a:moveTo>
                    <a:cubicBezTo>
                      <a:pt x="1" y="31"/>
                      <a:pt x="0" y="30"/>
                      <a:pt x="1" y="29"/>
                    </a:cubicBezTo>
                    <a:cubicBezTo>
                      <a:pt x="3" y="28"/>
                      <a:pt x="4" y="27"/>
                      <a:pt x="3" y="25"/>
                    </a:cubicBezTo>
                    <a:cubicBezTo>
                      <a:pt x="2" y="23"/>
                      <a:pt x="1" y="22"/>
                      <a:pt x="3" y="20"/>
                    </a:cubicBezTo>
                    <a:cubicBezTo>
                      <a:pt x="4" y="19"/>
                      <a:pt x="6" y="18"/>
                      <a:pt x="8" y="18"/>
                    </a:cubicBezTo>
                    <a:cubicBezTo>
                      <a:pt x="10" y="17"/>
                      <a:pt x="11" y="16"/>
                      <a:pt x="12" y="14"/>
                    </a:cubicBezTo>
                    <a:cubicBezTo>
                      <a:pt x="12" y="13"/>
                      <a:pt x="11" y="9"/>
                      <a:pt x="13" y="8"/>
                    </a:cubicBezTo>
                    <a:cubicBezTo>
                      <a:pt x="15" y="7"/>
                      <a:pt x="17" y="8"/>
                      <a:pt x="19" y="8"/>
                    </a:cubicBezTo>
                    <a:cubicBezTo>
                      <a:pt x="21" y="8"/>
                      <a:pt x="23" y="8"/>
                      <a:pt x="25" y="7"/>
                    </a:cubicBezTo>
                    <a:cubicBezTo>
                      <a:pt x="26" y="6"/>
                      <a:pt x="26" y="4"/>
                      <a:pt x="26" y="2"/>
                    </a:cubicBezTo>
                    <a:cubicBezTo>
                      <a:pt x="27" y="0"/>
                      <a:pt x="29" y="2"/>
                      <a:pt x="30" y="4"/>
                    </a:cubicBezTo>
                    <a:cubicBezTo>
                      <a:pt x="30" y="7"/>
                      <a:pt x="28" y="8"/>
                      <a:pt x="27" y="10"/>
                    </a:cubicBezTo>
                    <a:cubicBezTo>
                      <a:pt x="26" y="12"/>
                      <a:pt x="26" y="14"/>
                      <a:pt x="28" y="15"/>
                    </a:cubicBezTo>
                    <a:cubicBezTo>
                      <a:pt x="29" y="17"/>
                      <a:pt x="30" y="18"/>
                      <a:pt x="30" y="20"/>
                    </a:cubicBezTo>
                    <a:cubicBezTo>
                      <a:pt x="31" y="22"/>
                      <a:pt x="30" y="23"/>
                      <a:pt x="28" y="21"/>
                    </a:cubicBezTo>
                    <a:cubicBezTo>
                      <a:pt x="27" y="21"/>
                      <a:pt x="26" y="20"/>
                      <a:pt x="26" y="21"/>
                    </a:cubicBezTo>
                    <a:cubicBezTo>
                      <a:pt x="25" y="21"/>
                      <a:pt x="25" y="23"/>
                      <a:pt x="25" y="23"/>
                    </a:cubicBezTo>
                    <a:cubicBezTo>
                      <a:pt x="25" y="26"/>
                      <a:pt x="24" y="26"/>
                      <a:pt x="21" y="26"/>
                    </a:cubicBezTo>
                    <a:cubicBezTo>
                      <a:pt x="19" y="25"/>
                      <a:pt x="19" y="26"/>
                      <a:pt x="17" y="27"/>
                    </a:cubicBezTo>
                    <a:cubicBezTo>
                      <a:pt x="16" y="28"/>
                      <a:pt x="15" y="27"/>
                      <a:pt x="14" y="26"/>
                    </a:cubicBezTo>
                    <a:cubicBezTo>
                      <a:pt x="12" y="25"/>
                      <a:pt x="10" y="25"/>
                      <a:pt x="9" y="26"/>
                    </a:cubicBezTo>
                    <a:cubicBezTo>
                      <a:pt x="8" y="27"/>
                      <a:pt x="8" y="27"/>
                      <a:pt x="8" y="28"/>
                    </a:cubicBezTo>
                    <a:cubicBezTo>
                      <a:pt x="8" y="29"/>
                      <a:pt x="8" y="28"/>
                      <a:pt x="8" y="29"/>
                    </a:cubicBezTo>
                    <a:cubicBezTo>
                      <a:pt x="7" y="30"/>
                      <a:pt x="7" y="30"/>
                      <a:pt x="6" y="31"/>
                    </a:cubicBezTo>
                    <a:cubicBezTo>
                      <a:pt x="6" y="31"/>
                      <a:pt x="5" y="32"/>
                      <a:pt x="5" y="32"/>
                    </a:cubicBezTo>
                    <a:cubicBezTo>
                      <a:pt x="4" y="33"/>
                      <a:pt x="3" y="33"/>
                      <a:pt x="2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5" name="Freeform 3423">
                <a:extLst>
                  <a:ext uri="{FF2B5EF4-FFF2-40B4-BE49-F238E27FC236}">
                    <a16:creationId xmlns:a16="http://schemas.microsoft.com/office/drawing/2014/main" id="{427170CA-3863-4AC2-A7FF-BC25CFC29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702"/>
                <a:ext cx="3" cy="2"/>
              </a:xfrm>
              <a:custGeom>
                <a:avLst/>
                <a:gdLst>
                  <a:gd name="T0" fmla="*/ 1 w 7"/>
                  <a:gd name="T1" fmla="*/ 4 h 5"/>
                  <a:gd name="T2" fmla="*/ 0 w 7"/>
                  <a:gd name="T3" fmla="*/ 4 h 5"/>
                  <a:gd name="T4" fmla="*/ 0 w 7"/>
                  <a:gd name="T5" fmla="*/ 3 h 5"/>
                  <a:gd name="T6" fmla="*/ 1 w 7"/>
                  <a:gd name="T7" fmla="*/ 2 h 5"/>
                  <a:gd name="T8" fmla="*/ 3 w 7"/>
                  <a:gd name="T9" fmla="*/ 0 h 5"/>
                  <a:gd name="T10" fmla="*/ 7 w 7"/>
                  <a:gd name="T11" fmla="*/ 1 h 5"/>
                  <a:gd name="T12" fmla="*/ 7 w 7"/>
                  <a:gd name="T13" fmla="*/ 4 h 5"/>
                  <a:gd name="T14" fmla="*/ 4 w 7"/>
                  <a:gd name="T15" fmla="*/ 4 h 5"/>
                  <a:gd name="T16" fmla="*/ 1 w 7"/>
                  <a:gd name="T1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4"/>
                      <a:pt x="5" y="4"/>
                      <a:pt x="4" y="4"/>
                    </a:cubicBezTo>
                    <a:cubicBezTo>
                      <a:pt x="2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6" name="Freeform 3424">
                <a:extLst>
                  <a:ext uri="{FF2B5EF4-FFF2-40B4-BE49-F238E27FC236}">
                    <a16:creationId xmlns:a16="http://schemas.microsoft.com/office/drawing/2014/main" id="{463DD200-6C36-4FC9-9E48-D6D3873C5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707"/>
                <a:ext cx="2" cy="2"/>
              </a:xfrm>
              <a:custGeom>
                <a:avLst/>
                <a:gdLst>
                  <a:gd name="T0" fmla="*/ 2 w 5"/>
                  <a:gd name="T1" fmla="*/ 1 h 5"/>
                  <a:gd name="T2" fmla="*/ 5 w 5"/>
                  <a:gd name="T3" fmla="*/ 2 h 5"/>
                  <a:gd name="T4" fmla="*/ 2 w 5"/>
                  <a:gd name="T5" fmla="*/ 5 h 5"/>
                  <a:gd name="T6" fmla="*/ 2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7" name="Freeform 3427">
                <a:extLst>
                  <a:ext uri="{FF2B5EF4-FFF2-40B4-BE49-F238E27FC236}">
                    <a16:creationId xmlns:a16="http://schemas.microsoft.com/office/drawing/2014/main" id="{62D235C0-6A4B-4FD2-A29F-8E427D7FE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9"/>
                <a:ext cx="3" cy="2"/>
              </a:xfrm>
              <a:custGeom>
                <a:avLst/>
                <a:gdLst>
                  <a:gd name="T0" fmla="*/ 1 w 6"/>
                  <a:gd name="T1" fmla="*/ 3 h 6"/>
                  <a:gd name="T2" fmla="*/ 1 w 6"/>
                  <a:gd name="T3" fmla="*/ 1 h 6"/>
                  <a:gd name="T4" fmla="*/ 5 w 6"/>
                  <a:gd name="T5" fmla="*/ 1 h 6"/>
                  <a:gd name="T6" fmla="*/ 6 w 6"/>
                  <a:gd name="T7" fmla="*/ 4 h 6"/>
                  <a:gd name="T8" fmla="*/ 4 w 6"/>
                  <a:gd name="T9" fmla="*/ 6 h 6"/>
                  <a:gd name="T10" fmla="*/ 1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3" y="6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8" name="Freeform 3428">
                <a:extLst>
                  <a:ext uri="{FF2B5EF4-FFF2-40B4-BE49-F238E27FC236}">
                    <a16:creationId xmlns:a16="http://schemas.microsoft.com/office/drawing/2014/main" id="{37234CEE-7F23-4CDC-B2EC-023C5E84D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61"/>
                <a:ext cx="3" cy="2"/>
              </a:xfrm>
              <a:custGeom>
                <a:avLst/>
                <a:gdLst>
                  <a:gd name="T0" fmla="*/ 1 w 7"/>
                  <a:gd name="T1" fmla="*/ 1 h 7"/>
                  <a:gd name="T2" fmla="*/ 4 w 7"/>
                  <a:gd name="T3" fmla="*/ 0 h 7"/>
                  <a:gd name="T4" fmla="*/ 4 w 7"/>
                  <a:gd name="T5" fmla="*/ 0 h 7"/>
                  <a:gd name="T6" fmla="*/ 6 w 7"/>
                  <a:gd name="T7" fmla="*/ 5 h 7"/>
                  <a:gd name="T8" fmla="*/ 1 w 7"/>
                  <a:gd name="T9" fmla="*/ 5 h 7"/>
                  <a:gd name="T10" fmla="*/ 1 w 7"/>
                  <a:gd name="T1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7" y="4"/>
                      <a:pt x="6" y="5"/>
                    </a:cubicBezTo>
                    <a:cubicBezTo>
                      <a:pt x="5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9" name="Freeform 3429">
                <a:extLst>
                  <a:ext uri="{FF2B5EF4-FFF2-40B4-BE49-F238E27FC236}">
                    <a16:creationId xmlns:a16="http://schemas.microsoft.com/office/drawing/2014/main" id="{A37992C7-40EE-4ED3-ACB6-FC467BA4A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52"/>
                <a:ext cx="3" cy="4"/>
              </a:xfrm>
              <a:custGeom>
                <a:avLst/>
                <a:gdLst>
                  <a:gd name="T0" fmla="*/ 5 w 6"/>
                  <a:gd name="T1" fmla="*/ 5 h 12"/>
                  <a:gd name="T2" fmla="*/ 5 w 6"/>
                  <a:gd name="T3" fmla="*/ 3 h 12"/>
                  <a:gd name="T4" fmla="*/ 4 w 6"/>
                  <a:gd name="T5" fmla="*/ 0 h 12"/>
                  <a:gd name="T6" fmla="*/ 2 w 6"/>
                  <a:gd name="T7" fmla="*/ 0 h 12"/>
                  <a:gd name="T8" fmla="*/ 0 w 6"/>
                  <a:gd name="T9" fmla="*/ 2 h 12"/>
                  <a:gd name="T10" fmla="*/ 0 w 6"/>
                  <a:gd name="T11" fmla="*/ 5 h 12"/>
                  <a:gd name="T12" fmla="*/ 0 w 6"/>
                  <a:gd name="T13" fmla="*/ 9 h 12"/>
                  <a:gd name="T14" fmla="*/ 2 w 6"/>
                  <a:gd name="T15" fmla="*/ 11 h 12"/>
                  <a:gd name="T16" fmla="*/ 4 w 6"/>
                  <a:gd name="T17" fmla="*/ 12 h 12"/>
                  <a:gd name="T18" fmla="*/ 5 w 6"/>
                  <a:gd name="T19" fmla="*/ 10 h 12"/>
                  <a:gd name="T20" fmla="*/ 6 w 6"/>
                  <a:gd name="T21" fmla="*/ 7 h 12"/>
                  <a:gd name="T22" fmla="*/ 6 w 6"/>
                  <a:gd name="T23" fmla="*/ 6 h 12"/>
                  <a:gd name="T24" fmla="*/ 5 w 6"/>
                  <a:gd name="T2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2">
                    <a:moveTo>
                      <a:pt x="5" y="5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1"/>
                      <a:pt x="4" y="10"/>
                      <a:pt x="5" y="10"/>
                    </a:cubicBezTo>
                    <a:cubicBezTo>
                      <a:pt x="5" y="9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0" name="Freeform 3430">
                <a:extLst>
                  <a:ext uri="{FF2B5EF4-FFF2-40B4-BE49-F238E27FC236}">
                    <a16:creationId xmlns:a16="http://schemas.microsoft.com/office/drawing/2014/main" id="{52B99204-977E-47DC-9E98-C8155F246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3"/>
                <a:ext cx="4" cy="5"/>
              </a:xfrm>
              <a:custGeom>
                <a:avLst/>
                <a:gdLst>
                  <a:gd name="T0" fmla="*/ 10 w 11"/>
                  <a:gd name="T1" fmla="*/ 9 h 11"/>
                  <a:gd name="T2" fmla="*/ 10 w 11"/>
                  <a:gd name="T3" fmla="*/ 7 h 11"/>
                  <a:gd name="T4" fmla="*/ 10 w 11"/>
                  <a:gd name="T5" fmla="*/ 5 h 11"/>
                  <a:gd name="T6" fmla="*/ 11 w 11"/>
                  <a:gd name="T7" fmla="*/ 3 h 11"/>
                  <a:gd name="T8" fmla="*/ 11 w 11"/>
                  <a:gd name="T9" fmla="*/ 2 h 11"/>
                  <a:gd name="T10" fmla="*/ 7 w 11"/>
                  <a:gd name="T11" fmla="*/ 3 h 11"/>
                  <a:gd name="T12" fmla="*/ 6 w 11"/>
                  <a:gd name="T13" fmla="*/ 6 h 11"/>
                  <a:gd name="T14" fmla="*/ 3 w 11"/>
                  <a:gd name="T15" fmla="*/ 7 h 11"/>
                  <a:gd name="T16" fmla="*/ 1 w 11"/>
                  <a:gd name="T17" fmla="*/ 9 h 11"/>
                  <a:gd name="T18" fmla="*/ 3 w 11"/>
                  <a:gd name="T19" fmla="*/ 11 h 11"/>
                  <a:gd name="T20" fmla="*/ 7 w 11"/>
                  <a:gd name="T21" fmla="*/ 10 h 11"/>
                  <a:gd name="T22" fmla="*/ 10 w 1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1">
                    <a:moveTo>
                      <a:pt x="10" y="9"/>
                    </a:moveTo>
                    <a:cubicBezTo>
                      <a:pt x="10" y="8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4"/>
                      <a:pt x="11" y="3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0" y="0"/>
                      <a:pt x="7" y="1"/>
                      <a:pt x="7" y="3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6" y="7"/>
                      <a:pt x="4" y="7"/>
                      <a:pt x="3" y="7"/>
                    </a:cubicBezTo>
                    <a:cubicBezTo>
                      <a:pt x="2" y="8"/>
                      <a:pt x="1" y="7"/>
                      <a:pt x="1" y="9"/>
                    </a:cubicBezTo>
                    <a:cubicBezTo>
                      <a:pt x="0" y="10"/>
                      <a:pt x="2" y="10"/>
                      <a:pt x="3" y="11"/>
                    </a:cubicBezTo>
                    <a:cubicBezTo>
                      <a:pt x="5" y="11"/>
                      <a:pt x="5" y="11"/>
                      <a:pt x="7" y="10"/>
                    </a:cubicBezTo>
                    <a:cubicBezTo>
                      <a:pt x="8" y="10"/>
                      <a:pt x="9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1" name="Freeform 3431">
                <a:extLst>
                  <a:ext uri="{FF2B5EF4-FFF2-40B4-BE49-F238E27FC236}">
                    <a16:creationId xmlns:a16="http://schemas.microsoft.com/office/drawing/2014/main" id="{EED2B80A-D454-450C-B831-F6C677DCB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5"/>
                <a:ext cx="6" cy="4"/>
              </a:xfrm>
              <a:custGeom>
                <a:avLst/>
                <a:gdLst>
                  <a:gd name="T0" fmla="*/ 4 w 13"/>
                  <a:gd name="T1" fmla="*/ 10 h 10"/>
                  <a:gd name="T2" fmla="*/ 1 w 13"/>
                  <a:gd name="T3" fmla="*/ 9 h 10"/>
                  <a:gd name="T4" fmla="*/ 0 w 13"/>
                  <a:gd name="T5" fmla="*/ 7 h 10"/>
                  <a:gd name="T6" fmla="*/ 3 w 13"/>
                  <a:gd name="T7" fmla="*/ 6 h 10"/>
                  <a:gd name="T8" fmla="*/ 8 w 13"/>
                  <a:gd name="T9" fmla="*/ 2 h 10"/>
                  <a:gd name="T10" fmla="*/ 13 w 13"/>
                  <a:gd name="T11" fmla="*/ 2 h 10"/>
                  <a:gd name="T12" fmla="*/ 13 w 13"/>
                  <a:gd name="T13" fmla="*/ 5 h 10"/>
                  <a:gd name="T14" fmla="*/ 10 w 13"/>
                  <a:gd name="T15" fmla="*/ 8 h 10"/>
                  <a:gd name="T16" fmla="*/ 7 w 13"/>
                  <a:gd name="T17" fmla="*/ 10 h 10"/>
                  <a:gd name="T18" fmla="*/ 4 w 13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6"/>
                      <a:pt x="2" y="6"/>
                      <a:pt x="3" y="6"/>
                    </a:cubicBezTo>
                    <a:cubicBezTo>
                      <a:pt x="5" y="6"/>
                      <a:pt x="6" y="3"/>
                      <a:pt x="8" y="2"/>
                    </a:cubicBezTo>
                    <a:cubicBezTo>
                      <a:pt x="9" y="1"/>
                      <a:pt x="12" y="0"/>
                      <a:pt x="13" y="2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9" y="8"/>
                      <a:pt x="8" y="9"/>
                      <a:pt x="7" y="10"/>
                    </a:cubicBezTo>
                    <a:cubicBezTo>
                      <a:pt x="6" y="10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2" name="Freeform 3433">
                <a:extLst>
                  <a:ext uri="{FF2B5EF4-FFF2-40B4-BE49-F238E27FC236}">
                    <a16:creationId xmlns:a16="http://schemas.microsoft.com/office/drawing/2014/main" id="{9DB96888-5BF7-42A4-BB45-2DA997AC0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45"/>
                <a:ext cx="5" cy="5"/>
              </a:xfrm>
              <a:custGeom>
                <a:avLst/>
                <a:gdLst>
                  <a:gd name="T0" fmla="*/ 0 w 12"/>
                  <a:gd name="T1" fmla="*/ 3 h 11"/>
                  <a:gd name="T2" fmla="*/ 1 w 12"/>
                  <a:gd name="T3" fmla="*/ 1 h 11"/>
                  <a:gd name="T4" fmla="*/ 2 w 12"/>
                  <a:gd name="T5" fmla="*/ 1 h 11"/>
                  <a:gd name="T6" fmla="*/ 4 w 12"/>
                  <a:gd name="T7" fmla="*/ 0 h 11"/>
                  <a:gd name="T8" fmla="*/ 7 w 12"/>
                  <a:gd name="T9" fmla="*/ 0 h 11"/>
                  <a:gd name="T10" fmla="*/ 11 w 12"/>
                  <a:gd name="T11" fmla="*/ 0 h 11"/>
                  <a:gd name="T12" fmla="*/ 12 w 12"/>
                  <a:gd name="T13" fmla="*/ 4 h 11"/>
                  <a:gd name="T14" fmla="*/ 12 w 12"/>
                  <a:gd name="T15" fmla="*/ 5 h 11"/>
                  <a:gd name="T16" fmla="*/ 11 w 12"/>
                  <a:gd name="T17" fmla="*/ 6 h 11"/>
                  <a:gd name="T18" fmla="*/ 11 w 12"/>
                  <a:gd name="T19" fmla="*/ 8 h 11"/>
                  <a:gd name="T20" fmla="*/ 8 w 12"/>
                  <a:gd name="T21" fmla="*/ 10 h 11"/>
                  <a:gd name="T22" fmla="*/ 6 w 12"/>
                  <a:gd name="T23" fmla="*/ 10 h 11"/>
                  <a:gd name="T24" fmla="*/ 1 w 12"/>
                  <a:gd name="T25" fmla="*/ 9 h 11"/>
                  <a:gd name="T26" fmla="*/ 1 w 12"/>
                  <a:gd name="T27" fmla="*/ 5 h 11"/>
                  <a:gd name="T28" fmla="*/ 0 w 12"/>
                  <a:gd name="T2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1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10" y="0"/>
                      <a:pt x="11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7" y="10"/>
                      <a:pt x="7" y="10"/>
                      <a:pt x="6" y="10"/>
                    </a:cubicBezTo>
                    <a:cubicBezTo>
                      <a:pt x="4" y="11"/>
                      <a:pt x="2" y="10"/>
                      <a:pt x="1" y="9"/>
                    </a:cubicBezTo>
                    <a:cubicBezTo>
                      <a:pt x="1" y="8"/>
                      <a:pt x="2" y="5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3" name="Freeform 3434">
                <a:extLst>
                  <a:ext uri="{FF2B5EF4-FFF2-40B4-BE49-F238E27FC236}">
                    <a16:creationId xmlns:a16="http://schemas.microsoft.com/office/drawing/2014/main" id="{FBA50B86-D8AF-4613-B87F-547A61E8E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35"/>
                <a:ext cx="6" cy="3"/>
              </a:xfrm>
              <a:custGeom>
                <a:avLst/>
                <a:gdLst>
                  <a:gd name="T0" fmla="*/ 1 w 15"/>
                  <a:gd name="T1" fmla="*/ 7 h 8"/>
                  <a:gd name="T2" fmla="*/ 0 w 15"/>
                  <a:gd name="T3" fmla="*/ 6 h 8"/>
                  <a:gd name="T4" fmla="*/ 1 w 15"/>
                  <a:gd name="T5" fmla="*/ 4 h 8"/>
                  <a:gd name="T6" fmla="*/ 3 w 15"/>
                  <a:gd name="T7" fmla="*/ 2 h 8"/>
                  <a:gd name="T8" fmla="*/ 6 w 15"/>
                  <a:gd name="T9" fmla="*/ 1 h 8"/>
                  <a:gd name="T10" fmla="*/ 13 w 15"/>
                  <a:gd name="T11" fmla="*/ 1 h 8"/>
                  <a:gd name="T12" fmla="*/ 13 w 15"/>
                  <a:gd name="T13" fmla="*/ 6 h 8"/>
                  <a:gd name="T14" fmla="*/ 10 w 15"/>
                  <a:gd name="T15" fmla="*/ 7 h 8"/>
                  <a:gd name="T16" fmla="*/ 6 w 15"/>
                  <a:gd name="T17" fmla="*/ 7 h 8"/>
                  <a:gd name="T18" fmla="*/ 1 w 15"/>
                  <a:gd name="T1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8">
                    <a:moveTo>
                      <a:pt x="1" y="7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3"/>
                      <a:pt x="3" y="4"/>
                      <a:pt x="3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4" y="2"/>
                      <a:pt x="15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4" y="8"/>
                      <a:pt x="3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4" name="Freeform 3435">
                <a:extLst>
                  <a:ext uri="{FF2B5EF4-FFF2-40B4-BE49-F238E27FC236}">
                    <a16:creationId xmlns:a16="http://schemas.microsoft.com/office/drawing/2014/main" id="{3B89975E-79B9-42DC-8A91-9DC2C197B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29"/>
                <a:ext cx="4" cy="3"/>
              </a:xfrm>
              <a:custGeom>
                <a:avLst/>
                <a:gdLst>
                  <a:gd name="T0" fmla="*/ 0 w 9"/>
                  <a:gd name="T1" fmla="*/ 3 h 9"/>
                  <a:gd name="T2" fmla="*/ 3 w 9"/>
                  <a:gd name="T3" fmla="*/ 1 h 9"/>
                  <a:gd name="T4" fmla="*/ 6 w 9"/>
                  <a:gd name="T5" fmla="*/ 0 h 9"/>
                  <a:gd name="T6" fmla="*/ 8 w 9"/>
                  <a:gd name="T7" fmla="*/ 3 h 9"/>
                  <a:gd name="T8" fmla="*/ 8 w 9"/>
                  <a:gd name="T9" fmla="*/ 8 h 9"/>
                  <a:gd name="T10" fmla="*/ 2 w 9"/>
                  <a:gd name="T11" fmla="*/ 8 h 9"/>
                  <a:gd name="T12" fmla="*/ 1 w 9"/>
                  <a:gd name="T13" fmla="*/ 6 h 9"/>
                  <a:gd name="T14" fmla="*/ 0 w 9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9" y="4"/>
                      <a:pt x="9" y="7"/>
                      <a:pt x="8" y="8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5" name="Freeform 3436">
                <a:extLst>
                  <a:ext uri="{FF2B5EF4-FFF2-40B4-BE49-F238E27FC236}">
                    <a16:creationId xmlns:a16="http://schemas.microsoft.com/office/drawing/2014/main" id="{611CF3BB-3C52-4FDE-903B-268775CB5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634"/>
                <a:ext cx="4" cy="4"/>
              </a:xfrm>
              <a:custGeom>
                <a:avLst/>
                <a:gdLst>
                  <a:gd name="T0" fmla="*/ 1 w 9"/>
                  <a:gd name="T1" fmla="*/ 7 h 10"/>
                  <a:gd name="T2" fmla="*/ 3 w 9"/>
                  <a:gd name="T3" fmla="*/ 4 h 10"/>
                  <a:gd name="T4" fmla="*/ 3 w 9"/>
                  <a:gd name="T5" fmla="*/ 2 h 10"/>
                  <a:gd name="T6" fmla="*/ 7 w 9"/>
                  <a:gd name="T7" fmla="*/ 0 h 10"/>
                  <a:gd name="T8" fmla="*/ 8 w 9"/>
                  <a:gd name="T9" fmla="*/ 2 h 10"/>
                  <a:gd name="T10" fmla="*/ 5 w 9"/>
                  <a:gd name="T11" fmla="*/ 7 h 10"/>
                  <a:gd name="T12" fmla="*/ 4 w 9"/>
                  <a:gd name="T13" fmla="*/ 9 h 10"/>
                  <a:gd name="T14" fmla="*/ 2 w 9"/>
                  <a:gd name="T15" fmla="*/ 9 h 10"/>
                  <a:gd name="T16" fmla="*/ 1 w 9"/>
                  <a:gd name="T1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1" y="6"/>
                      <a:pt x="2" y="5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9" y="4"/>
                      <a:pt x="6" y="5"/>
                      <a:pt x="5" y="7"/>
                    </a:cubicBezTo>
                    <a:cubicBezTo>
                      <a:pt x="5" y="8"/>
                      <a:pt x="5" y="8"/>
                      <a:pt x="4" y="9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9"/>
                      <a:pt x="0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6" name="Freeform 3437">
                <a:extLst>
                  <a:ext uri="{FF2B5EF4-FFF2-40B4-BE49-F238E27FC236}">
                    <a16:creationId xmlns:a16="http://schemas.microsoft.com/office/drawing/2014/main" id="{E4F2B3A6-E286-44E9-94C7-01196D5F6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626"/>
                <a:ext cx="4" cy="3"/>
              </a:xfrm>
              <a:custGeom>
                <a:avLst/>
                <a:gdLst>
                  <a:gd name="T0" fmla="*/ 3 w 9"/>
                  <a:gd name="T1" fmla="*/ 1 h 7"/>
                  <a:gd name="T2" fmla="*/ 7 w 9"/>
                  <a:gd name="T3" fmla="*/ 1 h 7"/>
                  <a:gd name="T4" fmla="*/ 6 w 9"/>
                  <a:gd name="T5" fmla="*/ 6 h 7"/>
                  <a:gd name="T6" fmla="*/ 1 w 9"/>
                  <a:gd name="T7" fmla="*/ 4 h 7"/>
                  <a:gd name="T8" fmla="*/ 3 w 9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4" y="0"/>
                      <a:pt x="6" y="0"/>
                      <a:pt x="7" y="1"/>
                    </a:cubicBezTo>
                    <a:cubicBezTo>
                      <a:pt x="9" y="2"/>
                      <a:pt x="7" y="5"/>
                      <a:pt x="6" y="6"/>
                    </a:cubicBezTo>
                    <a:cubicBezTo>
                      <a:pt x="4" y="7"/>
                      <a:pt x="1" y="7"/>
                      <a:pt x="1" y="4"/>
                    </a:cubicBezTo>
                    <a:cubicBezTo>
                      <a:pt x="0" y="3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7" name="Freeform 3439">
                <a:extLst>
                  <a:ext uri="{FF2B5EF4-FFF2-40B4-BE49-F238E27FC236}">
                    <a16:creationId xmlns:a16="http://schemas.microsoft.com/office/drawing/2014/main" id="{F0AFC4B2-06B1-40E8-AA20-BC8D13AB4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19"/>
                <a:ext cx="5" cy="4"/>
              </a:xfrm>
              <a:custGeom>
                <a:avLst/>
                <a:gdLst>
                  <a:gd name="T0" fmla="*/ 4 w 12"/>
                  <a:gd name="T1" fmla="*/ 8 h 9"/>
                  <a:gd name="T2" fmla="*/ 4 w 12"/>
                  <a:gd name="T3" fmla="*/ 8 h 9"/>
                  <a:gd name="T4" fmla="*/ 3 w 12"/>
                  <a:gd name="T5" fmla="*/ 8 h 9"/>
                  <a:gd name="T6" fmla="*/ 0 w 12"/>
                  <a:gd name="T7" fmla="*/ 7 h 9"/>
                  <a:gd name="T8" fmla="*/ 0 w 12"/>
                  <a:gd name="T9" fmla="*/ 5 h 9"/>
                  <a:gd name="T10" fmla="*/ 4 w 12"/>
                  <a:gd name="T11" fmla="*/ 4 h 9"/>
                  <a:gd name="T12" fmla="*/ 5 w 12"/>
                  <a:gd name="T13" fmla="*/ 2 h 9"/>
                  <a:gd name="T14" fmla="*/ 7 w 12"/>
                  <a:gd name="T15" fmla="*/ 1 h 9"/>
                  <a:gd name="T16" fmla="*/ 11 w 12"/>
                  <a:gd name="T17" fmla="*/ 3 h 9"/>
                  <a:gd name="T18" fmla="*/ 10 w 12"/>
                  <a:gd name="T19" fmla="*/ 8 h 9"/>
                  <a:gd name="T20" fmla="*/ 7 w 12"/>
                  <a:gd name="T21" fmla="*/ 9 h 9"/>
                  <a:gd name="T22" fmla="*/ 4 w 12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2" y="8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4"/>
                      <a:pt x="3" y="5"/>
                      <a:pt x="4" y="4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9" y="0"/>
                      <a:pt x="11" y="2"/>
                      <a:pt x="11" y="3"/>
                    </a:cubicBezTo>
                    <a:cubicBezTo>
                      <a:pt x="11" y="5"/>
                      <a:pt x="12" y="7"/>
                      <a:pt x="10" y="8"/>
                    </a:cubicBezTo>
                    <a:cubicBezTo>
                      <a:pt x="9" y="8"/>
                      <a:pt x="8" y="9"/>
                      <a:pt x="7" y="9"/>
                    </a:cubicBezTo>
                    <a:cubicBezTo>
                      <a:pt x="6" y="9"/>
                      <a:pt x="5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8" name="Freeform 3440">
                <a:extLst>
                  <a:ext uri="{FF2B5EF4-FFF2-40B4-BE49-F238E27FC236}">
                    <a16:creationId xmlns:a16="http://schemas.microsoft.com/office/drawing/2014/main" id="{951BC101-3CDC-46E2-9B84-3A8A053C7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86"/>
                <a:ext cx="5" cy="8"/>
              </a:xfrm>
              <a:custGeom>
                <a:avLst/>
                <a:gdLst>
                  <a:gd name="T0" fmla="*/ 12 w 13"/>
                  <a:gd name="T1" fmla="*/ 13 h 18"/>
                  <a:gd name="T2" fmla="*/ 11 w 13"/>
                  <a:gd name="T3" fmla="*/ 12 h 18"/>
                  <a:gd name="T4" fmla="*/ 10 w 13"/>
                  <a:gd name="T5" fmla="*/ 11 h 18"/>
                  <a:gd name="T6" fmla="*/ 9 w 13"/>
                  <a:gd name="T7" fmla="*/ 10 h 18"/>
                  <a:gd name="T8" fmla="*/ 9 w 13"/>
                  <a:gd name="T9" fmla="*/ 9 h 18"/>
                  <a:gd name="T10" fmla="*/ 9 w 13"/>
                  <a:gd name="T11" fmla="*/ 6 h 18"/>
                  <a:gd name="T12" fmla="*/ 9 w 13"/>
                  <a:gd name="T13" fmla="*/ 1 h 18"/>
                  <a:gd name="T14" fmla="*/ 7 w 13"/>
                  <a:gd name="T15" fmla="*/ 0 h 18"/>
                  <a:gd name="T16" fmla="*/ 3 w 13"/>
                  <a:gd name="T17" fmla="*/ 2 h 18"/>
                  <a:gd name="T18" fmla="*/ 3 w 13"/>
                  <a:gd name="T19" fmla="*/ 4 h 18"/>
                  <a:gd name="T20" fmla="*/ 2 w 13"/>
                  <a:gd name="T21" fmla="*/ 6 h 18"/>
                  <a:gd name="T22" fmla="*/ 2 w 13"/>
                  <a:gd name="T23" fmla="*/ 10 h 18"/>
                  <a:gd name="T24" fmla="*/ 7 w 13"/>
                  <a:gd name="T25" fmla="*/ 13 h 18"/>
                  <a:gd name="T26" fmla="*/ 8 w 13"/>
                  <a:gd name="T27" fmla="*/ 15 h 18"/>
                  <a:gd name="T28" fmla="*/ 9 w 13"/>
                  <a:gd name="T29" fmla="*/ 17 h 18"/>
                  <a:gd name="T30" fmla="*/ 12 w 13"/>
                  <a:gd name="T31" fmla="*/ 18 h 18"/>
                  <a:gd name="T32" fmla="*/ 12 w 13"/>
                  <a:gd name="T33" fmla="*/ 15 h 18"/>
                  <a:gd name="T34" fmla="*/ 12 w 13"/>
                  <a:gd name="T3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8">
                    <a:moveTo>
                      <a:pt x="12" y="13"/>
                    </a:moveTo>
                    <a:cubicBezTo>
                      <a:pt x="11" y="13"/>
                      <a:pt x="11" y="12"/>
                      <a:pt x="11" y="12"/>
                    </a:cubicBezTo>
                    <a:cubicBezTo>
                      <a:pt x="11" y="12"/>
                      <a:pt x="11" y="11"/>
                      <a:pt x="10" y="11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4"/>
                      <a:pt x="9" y="3"/>
                      <a:pt x="9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1" y="7"/>
                      <a:pt x="0" y="9"/>
                      <a:pt x="2" y="10"/>
                    </a:cubicBezTo>
                    <a:cubicBezTo>
                      <a:pt x="3" y="11"/>
                      <a:pt x="5" y="12"/>
                      <a:pt x="7" y="13"/>
                    </a:cubicBezTo>
                    <a:cubicBezTo>
                      <a:pt x="7" y="13"/>
                      <a:pt x="8" y="14"/>
                      <a:pt x="8" y="15"/>
                    </a:cubicBezTo>
                    <a:cubicBezTo>
                      <a:pt x="8" y="16"/>
                      <a:pt x="8" y="16"/>
                      <a:pt x="9" y="17"/>
                    </a:cubicBezTo>
                    <a:cubicBezTo>
                      <a:pt x="9" y="18"/>
                      <a:pt x="11" y="18"/>
                      <a:pt x="12" y="18"/>
                    </a:cubicBezTo>
                    <a:cubicBezTo>
                      <a:pt x="13" y="17"/>
                      <a:pt x="12" y="16"/>
                      <a:pt x="12" y="15"/>
                    </a:cubicBezTo>
                    <a:cubicBezTo>
                      <a:pt x="12" y="14"/>
                      <a:pt x="12" y="14"/>
                      <a:pt x="1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9" name="Freeform 3441">
                <a:extLst>
                  <a:ext uri="{FF2B5EF4-FFF2-40B4-BE49-F238E27FC236}">
                    <a16:creationId xmlns:a16="http://schemas.microsoft.com/office/drawing/2014/main" id="{5FC62C74-C110-4CC0-B30D-53C16CC0B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600"/>
                <a:ext cx="10" cy="6"/>
              </a:xfrm>
              <a:custGeom>
                <a:avLst/>
                <a:gdLst>
                  <a:gd name="T0" fmla="*/ 7 w 24"/>
                  <a:gd name="T1" fmla="*/ 14 h 15"/>
                  <a:gd name="T2" fmla="*/ 6 w 24"/>
                  <a:gd name="T3" fmla="*/ 14 h 15"/>
                  <a:gd name="T4" fmla="*/ 2 w 24"/>
                  <a:gd name="T5" fmla="*/ 15 h 15"/>
                  <a:gd name="T6" fmla="*/ 0 w 24"/>
                  <a:gd name="T7" fmla="*/ 10 h 15"/>
                  <a:gd name="T8" fmla="*/ 3 w 24"/>
                  <a:gd name="T9" fmla="*/ 5 h 15"/>
                  <a:gd name="T10" fmla="*/ 7 w 24"/>
                  <a:gd name="T11" fmla="*/ 5 h 15"/>
                  <a:gd name="T12" fmla="*/ 12 w 24"/>
                  <a:gd name="T13" fmla="*/ 5 h 15"/>
                  <a:gd name="T14" fmla="*/ 14 w 24"/>
                  <a:gd name="T15" fmla="*/ 4 h 15"/>
                  <a:gd name="T16" fmla="*/ 16 w 24"/>
                  <a:gd name="T17" fmla="*/ 2 h 15"/>
                  <a:gd name="T18" fmla="*/ 20 w 24"/>
                  <a:gd name="T19" fmla="*/ 0 h 15"/>
                  <a:gd name="T20" fmla="*/ 24 w 24"/>
                  <a:gd name="T21" fmla="*/ 1 h 15"/>
                  <a:gd name="T22" fmla="*/ 23 w 24"/>
                  <a:gd name="T23" fmla="*/ 4 h 15"/>
                  <a:gd name="T24" fmla="*/ 21 w 24"/>
                  <a:gd name="T25" fmla="*/ 6 h 15"/>
                  <a:gd name="T26" fmla="*/ 20 w 24"/>
                  <a:gd name="T27" fmla="*/ 8 h 15"/>
                  <a:gd name="T28" fmla="*/ 19 w 24"/>
                  <a:gd name="T29" fmla="*/ 12 h 15"/>
                  <a:gd name="T30" fmla="*/ 13 w 24"/>
                  <a:gd name="T31" fmla="*/ 14 h 15"/>
                  <a:gd name="T32" fmla="*/ 7 w 24"/>
                  <a:gd name="T3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7" y="14"/>
                    </a:move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4" y="15"/>
                      <a:pt x="2" y="15"/>
                    </a:cubicBezTo>
                    <a:cubicBezTo>
                      <a:pt x="0" y="14"/>
                      <a:pt x="0" y="12"/>
                      <a:pt x="0" y="10"/>
                    </a:cubicBezTo>
                    <a:cubicBezTo>
                      <a:pt x="1" y="8"/>
                      <a:pt x="1" y="6"/>
                      <a:pt x="3" y="5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9" y="5"/>
                      <a:pt x="10" y="5"/>
                      <a:pt x="12" y="5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3"/>
                      <a:pt x="16" y="2"/>
                    </a:cubicBezTo>
                    <a:cubicBezTo>
                      <a:pt x="17" y="1"/>
                      <a:pt x="19" y="1"/>
                      <a:pt x="20" y="0"/>
                    </a:cubicBezTo>
                    <a:cubicBezTo>
                      <a:pt x="22" y="0"/>
                      <a:pt x="24" y="0"/>
                      <a:pt x="24" y="1"/>
                    </a:cubicBezTo>
                    <a:cubicBezTo>
                      <a:pt x="24" y="2"/>
                      <a:pt x="24" y="3"/>
                      <a:pt x="23" y="4"/>
                    </a:cubicBezTo>
                    <a:cubicBezTo>
                      <a:pt x="23" y="5"/>
                      <a:pt x="22" y="5"/>
                      <a:pt x="21" y="6"/>
                    </a:cubicBezTo>
                    <a:cubicBezTo>
                      <a:pt x="21" y="6"/>
                      <a:pt x="20" y="7"/>
                      <a:pt x="20" y="8"/>
                    </a:cubicBezTo>
                    <a:cubicBezTo>
                      <a:pt x="20" y="9"/>
                      <a:pt x="20" y="10"/>
                      <a:pt x="19" y="12"/>
                    </a:cubicBezTo>
                    <a:cubicBezTo>
                      <a:pt x="18" y="14"/>
                      <a:pt x="15" y="14"/>
                      <a:pt x="13" y="14"/>
                    </a:cubicBezTo>
                    <a:cubicBezTo>
                      <a:pt x="11" y="14"/>
                      <a:pt x="9" y="14"/>
                      <a:pt x="7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0" name="Freeform 3442">
                <a:extLst>
                  <a:ext uri="{FF2B5EF4-FFF2-40B4-BE49-F238E27FC236}">
                    <a16:creationId xmlns:a16="http://schemas.microsoft.com/office/drawing/2014/main" id="{58E4A41C-3231-4BCC-AFCE-9299ED609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632"/>
                <a:ext cx="5" cy="3"/>
              </a:xfrm>
              <a:custGeom>
                <a:avLst/>
                <a:gdLst>
                  <a:gd name="T0" fmla="*/ 0 w 11"/>
                  <a:gd name="T1" fmla="*/ 3 h 6"/>
                  <a:gd name="T2" fmla="*/ 1 w 11"/>
                  <a:gd name="T3" fmla="*/ 0 h 6"/>
                  <a:gd name="T4" fmla="*/ 4 w 11"/>
                  <a:gd name="T5" fmla="*/ 1 h 6"/>
                  <a:gd name="T6" fmla="*/ 8 w 11"/>
                  <a:gd name="T7" fmla="*/ 1 h 6"/>
                  <a:gd name="T8" fmla="*/ 10 w 11"/>
                  <a:gd name="T9" fmla="*/ 2 h 6"/>
                  <a:gd name="T10" fmla="*/ 9 w 11"/>
                  <a:gd name="T11" fmla="*/ 6 h 6"/>
                  <a:gd name="T12" fmla="*/ 3 w 11"/>
                  <a:gd name="T13" fmla="*/ 6 h 6"/>
                  <a:gd name="T14" fmla="*/ 0 w 11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1"/>
                      <a:pt x="6" y="1"/>
                      <a:pt x="8" y="1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3"/>
                      <a:pt x="11" y="5"/>
                      <a:pt x="9" y="6"/>
                    </a:cubicBezTo>
                    <a:cubicBezTo>
                      <a:pt x="7" y="6"/>
                      <a:pt x="5" y="6"/>
                      <a:pt x="3" y="6"/>
                    </a:cubicBezTo>
                    <a:cubicBezTo>
                      <a:pt x="2" y="6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1" name="Freeform 3447">
                <a:extLst>
                  <a:ext uri="{FF2B5EF4-FFF2-40B4-BE49-F238E27FC236}">
                    <a16:creationId xmlns:a16="http://schemas.microsoft.com/office/drawing/2014/main" id="{7404786A-C100-436B-8885-108807EC2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745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2" name="Freeform 3448">
                <a:extLst>
                  <a:ext uri="{FF2B5EF4-FFF2-40B4-BE49-F238E27FC236}">
                    <a16:creationId xmlns:a16="http://schemas.microsoft.com/office/drawing/2014/main" id="{D327FBBE-E527-44E5-99A6-A9A3E8EBC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482"/>
                <a:ext cx="5" cy="6"/>
              </a:xfrm>
              <a:custGeom>
                <a:avLst/>
                <a:gdLst>
                  <a:gd name="T0" fmla="*/ 5 w 14"/>
                  <a:gd name="T1" fmla="*/ 11 h 13"/>
                  <a:gd name="T2" fmla="*/ 7 w 14"/>
                  <a:gd name="T3" fmla="*/ 9 h 13"/>
                  <a:gd name="T4" fmla="*/ 9 w 14"/>
                  <a:gd name="T5" fmla="*/ 9 h 13"/>
                  <a:gd name="T6" fmla="*/ 11 w 14"/>
                  <a:gd name="T7" fmla="*/ 7 h 13"/>
                  <a:gd name="T8" fmla="*/ 11 w 14"/>
                  <a:gd name="T9" fmla="*/ 7 h 13"/>
                  <a:gd name="T10" fmla="*/ 13 w 14"/>
                  <a:gd name="T11" fmla="*/ 3 h 13"/>
                  <a:gd name="T12" fmla="*/ 14 w 14"/>
                  <a:gd name="T13" fmla="*/ 1 h 13"/>
                  <a:gd name="T14" fmla="*/ 12 w 14"/>
                  <a:gd name="T15" fmla="*/ 0 h 13"/>
                  <a:gd name="T16" fmla="*/ 9 w 14"/>
                  <a:gd name="T17" fmla="*/ 1 h 13"/>
                  <a:gd name="T18" fmla="*/ 7 w 14"/>
                  <a:gd name="T19" fmla="*/ 4 h 13"/>
                  <a:gd name="T20" fmla="*/ 7 w 14"/>
                  <a:gd name="T21" fmla="*/ 4 h 13"/>
                  <a:gd name="T22" fmla="*/ 5 w 14"/>
                  <a:gd name="T23" fmla="*/ 5 h 13"/>
                  <a:gd name="T24" fmla="*/ 3 w 14"/>
                  <a:gd name="T25" fmla="*/ 7 h 13"/>
                  <a:gd name="T26" fmla="*/ 2 w 14"/>
                  <a:gd name="T27" fmla="*/ 9 h 13"/>
                  <a:gd name="T28" fmla="*/ 1 w 14"/>
                  <a:gd name="T29" fmla="*/ 10 h 13"/>
                  <a:gd name="T30" fmla="*/ 1 w 14"/>
                  <a:gd name="T31" fmla="*/ 13 h 13"/>
                  <a:gd name="T32" fmla="*/ 2 w 14"/>
                  <a:gd name="T33" fmla="*/ 13 h 13"/>
                  <a:gd name="T34" fmla="*/ 3 w 14"/>
                  <a:gd name="T35" fmla="*/ 13 h 13"/>
                  <a:gd name="T36" fmla="*/ 5 w 14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3">
                    <a:moveTo>
                      <a:pt x="5" y="11"/>
                    </a:moveTo>
                    <a:cubicBezTo>
                      <a:pt x="5" y="10"/>
                      <a:pt x="6" y="10"/>
                      <a:pt x="7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10" y="8"/>
                      <a:pt x="10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3" y="3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  <a:cubicBezTo>
                      <a:pt x="9" y="2"/>
                      <a:pt x="8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5" y="5"/>
                      <a:pt x="5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3" y="7"/>
                      <a:pt x="3" y="8"/>
                      <a:pt x="2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11"/>
                      <a:pt x="0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1"/>
                      <a:pt x="5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3" name="Freeform 3449">
                <a:extLst>
                  <a:ext uri="{FF2B5EF4-FFF2-40B4-BE49-F238E27FC236}">
                    <a16:creationId xmlns:a16="http://schemas.microsoft.com/office/drawing/2014/main" id="{27771DA0-A1E4-41C6-B2DB-5825A1A12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89"/>
                <a:ext cx="5" cy="4"/>
              </a:xfrm>
              <a:custGeom>
                <a:avLst/>
                <a:gdLst>
                  <a:gd name="T0" fmla="*/ 7 w 13"/>
                  <a:gd name="T1" fmla="*/ 7 h 10"/>
                  <a:gd name="T2" fmla="*/ 4 w 13"/>
                  <a:gd name="T3" fmla="*/ 8 h 10"/>
                  <a:gd name="T4" fmla="*/ 3 w 13"/>
                  <a:gd name="T5" fmla="*/ 9 h 10"/>
                  <a:gd name="T6" fmla="*/ 3 w 13"/>
                  <a:gd name="T7" fmla="*/ 10 h 10"/>
                  <a:gd name="T8" fmla="*/ 1 w 13"/>
                  <a:gd name="T9" fmla="*/ 9 h 10"/>
                  <a:gd name="T10" fmla="*/ 1 w 13"/>
                  <a:gd name="T11" fmla="*/ 7 h 10"/>
                  <a:gd name="T12" fmla="*/ 1 w 13"/>
                  <a:gd name="T13" fmla="*/ 7 h 10"/>
                  <a:gd name="T14" fmla="*/ 2 w 13"/>
                  <a:gd name="T15" fmla="*/ 6 h 10"/>
                  <a:gd name="T16" fmla="*/ 2 w 13"/>
                  <a:gd name="T17" fmla="*/ 6 h 10"/>
                  <a:gd name="T18" fmla="*/ 3 w 13"/>
                  <a:gd name="T19" fmla="*/ 5 h 10"/>
                  <a:gd name="T20" fmla="*/ 5 w 13"/>
                  <a:gd name="T21" fmla="*/ 4 h 10"/>
                  <a:gd name="T22" fmla="*/ 6 w 13"/>
                  <a:gd name="T23" fmla="*/ 3 h 10"/>
                  <a:gd name="T24" fmla="*/ 9 w 13"/>
                  <a:gd name="T25" fmla="*/ 1 h 10"/>
                  <a:gd name="T26" fmla="*/ 11 w 13"/>
                  <a:gd name="T27" fmla="*/ 0 h 10"/>
                  <a:gd name="T28" fmla="*/ 12 w 13"/>
                  <a:gd name="T29" fmla="*/ 0 h 10"/>
                  <a:gd name="T30" fmla="*/ 13 w 13"/>
                  <a:gd name="T31" fmla="*/ 1 h 10"/>
                  <a:gd name="T32" fmla="*/ 13 w 13"/>
                  <a:gd name="T33" fmla="*/ 3 h 10"/>
                  <a:gd name="T34" fmla="*/ 11 w 13"/>
                  <a:gd name="T35" fmla="*/ 4 h 10"/>
                  <a:gd name="T36" fmla="*/ 11 w 13"/>
                  <a:gd name="T37" fmla="*/ 4 h 10"/>
                  <a:gd name="T38" fmla="*/ 10 w 13"/>
                  <a:gd name="T39" fmla="*/ 4 h 10"/>
                  <a:gd name="T40" fmla="*/ 10 w 13"/>
                  <a:gd name="T41" fmla="*/ 5 h 10"/>
                  <a:gd name="T42" fmla="*/ 9 w 13"/>
                  <a:gd name="T43" fmla="*/ 6 h 10"/>
                  <a:gd name="T44" fmla="*/ 8 w 13"/>
                  <a:gd name="T45" fmla="*/ 6 h 10"/>
                  <a:gd name="T46" fmla="*/ 7 w 13"/>
                  <a:gd name="T4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10">
                    <a:moveTo>
                      <a:pt x="7" y="7"/>
                    </a:moveTo>
                    <a:cubicBezTo>
                      <a:pt x="6" y="7"/>
                      <a:pt x="5" y="7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3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6"/>
                      <a:pt x="7" y="7"/>
                      <a:pt x="7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4" name="Freeform 3450">
                <a:extLst>
                  <a:ext uri="{FF2B5EF4-FFF2-40B4-BE49-F238E27FC236}">
                    <a16:creationId xmlns:a16="http://schemas.microsoft.com/office/drawing/2014/main" id="{50985208-39C6-46F1-80EB-72AD18232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78"/>
                <a:ext cx="5" cy="8"/>
              </a:xfrm>
              <a:custGeom>
                <a:avLst/>
                <a:gdLst>
                  <a:gd name="T0" fmla="*/ 11 w 13"/>
                  <a:gd name="T1" fmla="*/ 9 h 18"/>
                  <a:gd name="T2" fmla="*/ 11 w 13"/>
                  <a:gd name="T3" fmla="*/ 9 h 18"/>
                  <a:gd name="T4" fmla="*/ 11 w 13"/>
                  <a:gd name="T5" fmla="*/ 8 h 18"/>
                  <a:gd name="T6" fmla="*/ 11 w 13"/>
                  <a:gd name="T7" fmla="*/ 1 h 18"/>
                  <a:gd name="T8" fmla="*/ 7 w 13"/>
                  <a:gd name="T9" fmla="*/ 1 h 18"/>
                  <a:gd name="T10" fmla="*/ 8 w 13"/>
                  <a:gd name="T11" fmla="*/ 4 h 18"/>
                  <a:gd name="T12" fmla="*/ 6 w 13"/>
                  <a:gd name="T13" fmla="*/ 8 h 18"/>
                  <a:gd name="T14" fmla="*/ 3 w 13"/>
                  <a:gd name="T15" fmla="*/ 11 h 18"/>
                  <a:gd name="T16" fmla="*/ 0 w 13"/>
                  <a:gd name="T17" fmla="*/ 16 h 18"/>
                  <a:gd name="T18" fmla="*/ 4 w 13"/>
                  <a:gd name="T19" fmla="*/ 17 h 18"/>
                  <a:gd name="T20" fmla="*/ 6 w 13"/>
                  <a:gd name="T21" fmla="*/ 15 h 18"/>
                  <a:gd name="T22" fmla="*/ 7 w 13"/>
                  <a:gd name="T23" fmla="*/ 12 h 18"/>
                  <a:gd name="T24" fmla="*/ 11 w 13"/>
                  <a:gd name="T2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8"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2" y="6"/>
                      <a:pt x="13" y="3"/>
                      <a:pt x="11" y="1"/>
                    </a:cubicBezTo>
                    <a:cubicBezTo>
                      <a:pt x="10" y="0"/>
                      <a:pt x="8" y="0"/>
                      <a:pt x="7" y="1"/>
                    </a:cubicBezTo>
                    <a:cubicBezTo>
                      <a:pt x="6" y="2"/>
                      <a:pt x="7" y="3"/>
                      <a:pt x="8" y="4"/>
                    </a:cubicBezTo>
                    <a:cubicBezTo>
                      <a:pt x="9" y="5"/>
                      <a:pt x="7" y="7"/>
                      <a:pt x="6" y="8"/>
                    </a:cubicBezTo>
                    <a:cubicBezTo>
                      <a:pt x="5" y="9"/>
                      <a:pt x="5" y="10"/>
                      <a:pt x="3" y="11"/>
                    </a:cubicBezTo>
                    <a:cubicBezTo>
                      <a:pt x="2" y="12"/>
                      <a:pt x="0" y="14"/>
                      <a:pt x="0" y="16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5" y="16"/>
                      <a:pt x="5" y="16"/>
                      <a:pt x="6" y="15"/>
                    </a:cubicBezTo>
                    <a:cubicBezTo>
                      <a:pt x="6" y="14"/>
                      <a:pt x="7" y="13"/>
                      <a:pt x="7" y="12"/>
                    </a:cubicBezTo>
                    <a:cubicBezTo>
                      <a:pt x="8" y="10"/>
                      <a:pt x="9" y="10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5" name="Freeform 3451">
                <a:extLst>
                  <a:ext uri="{FF2B5EF4-FFF2-40B4-BE49-F238E27FC236}">
                    <a16:creationId xmlns:a16="http://schemas.microsoft.com/office/drawing/2014/main" id="{A3512702-EB95-47BF-BA38-1EAA27391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86"/>
                <a:ext cx="2" cy="4"/>
              </a:xfrm>
              <a:custGeom>
                <a:avLst/>
                <a:gdLst>
                  <a:gd name="T0" fmla="*/ 2 w 4"/>
                  <a:gd name="T1" fmla="*/ 9 h 9"/>
                  <a:gd name="T2" fmla="*/ 4 w 4"/>
                  <a:gd name="T3" fmla="*/ 6 h 9"/>
                  <a:gd name="T4" fmla="*/ 3 w 4"/>
                  <a:gd name="T5" fmla="*/ 3 h 9"/>
                  <a:gd name="T6" fmla="*/ 3 w 4"/>
                  <a:gd name="T7" fmla="*/ 1 h 9"/>
                  <a:gd name="T8" fmla="*/ 2 w 4"/>
                  <a:gd name="T9" fmla="*/ 0 h 9"/>
                  <a:gd name="T10" fmla="*/ 1 w 4"/>
                  <a:gd name="T11" fmla="*/ 1 h 9"/>
                  <a:gd name="T12" fmla="*/ 0 w 4"/>
                  <a:gd name="T13" fmla="*/ 1 h 9"/>
                  <a:gd name="T14" fmla="*/ 0 w 4"/>
                  <a:gd name="T15" fmla="*/ 2 h 9"/>
                  <a:gd name="T16" fmla="*/ 0 w 4"/>
                  <a:gd name="T17" fmla="*/ 4 h 9"/>
                  <a:gd name="T18" fmla="*/ 0 w 4"/>
                  <a:gd name="T19" fmla="*/ 5 h 9"/>
                  <a:gd name="T20" fmla="*/ 1 w 4"/>
                  <a:gd name="T21" fmla="*/ 7 h 9"/>
                  <a:gd name="T22" fmla="*/ 2 w 4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4" y="9"/>
                      <a:pt x="4" y="7"/>
                      <a:pt x="4" y="6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0" y="6"/>
                      <a:pt x="1" y="7"/>
                    </a:cubicBezTo>
                    <a:cubicBezTo>
                      <a:pt x="1" y="7"/>
                      <a:pt x="2" y="8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6" name="Freeform 3452">
                <a:extLst>
                  <a:ext uri="{FF2B5EF4-FFF2-40B4-BE49-F238E27FC236}">
                    <a16:creationId xmlns:a16="http://schemas.microsoft.com/office/drawing/2014/main" id="{23B7E79A-F014-4742-85C4-C2107DF72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78"/>
                <a:ext cx="6" cy="7"/>
              </a:xfrm>
              <a:custGeom>
                <a:avLst/>
                <a:gdLst>
                  <a:gd name="T0" fmla="*/ 10 w 13"/>
                  <a:gd name="T1" fmla="*/ 9 h 17"/>
                  <a:gd name="T2" fmla="*/ 7 w 13"/>
                  <a:gd name="T3" fmla="*/ 6 h 17"/>
                  <a:gd name="T4" fmla="*/ 3 w 13"/>
                  <a:gd name="T5" fmla="*/ 5 h 17"/>
                  <a:gd name="T6" fmla="*/ 0 w 13"/>
                  <a:gd name="T7" fmla="*/ 5 h 17"/>
                  <a:gd name="T8" fmla="*/ 1 w 13"/>
                  <a:gd name="T9" fmla="*/ 2 h 17"/>
                  <a:gd name="T10" fmla="*/ 4 w 13"/>
                  <a:gd name="T11" fmla="*/ 0 h 17"/>
                  <a:gd name="T12" fmla="*/ 7 w 13"/>
                  <a:gd name="T13" fmla="*/ 0 h 17"/>
                  <a:gd name="T14" fmla="*/ 9 w 13"/>
                  <a:gd name="T15" fmla="*/ 0 h 17"/>
                  <a:gd name="T16" fmla="*/ 12 w 13"/>
                  <a:gd name="T17" fmla="*/ 2 h 17"/>
                  <a:gd name="T18" fmla="*/ 12 w 13"/>
                  <a:gd name="T19" fmla="*/ 6 h 17"/>
                  <a:gd name="T20" fmla="*/ 13 w 13"/>
                  <a:gd name="T21" fmla="*/ 8 h 17"/>
                  <a:gd name="T22" fmla="*/ 13 w 13"/>
                  <a:gd name="T23" fmla="*/ 11 h 17"/>
                  <a:gd name="T24" fmla="*/ 13 w 13"/>
                  <a:gd name="T25" fmla="*/ 15 h 17"/>
                  <a:gd name="T26" fmla="*/ 12 w 13"/>
                  <a:gd name="T27" fmla="*/ 17 h 17"/>
                  <a:gd name="T28" fmla="*/ 11 w 13"/>
                  <a:gd name="T29" fmla="*/ 16 h 17"/>
                  <a:gd name="T30" fmla="*/ 10 w 13"/>
                  <a:gd name="T31" fmla="*/ 13 h 17"/>
                  <a:gd name="T32" fmla="*/ 10 w 13"/>
                  <a:gd name="T3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7">
                    <a:moveTo>
                      <a:pt x="10" y="9"/>
                    </a:moveTo>
                    <a:cubicBezTo>
                      <a:pt x="9" y="7"/>
                      <a:pt x="8" y="7"/>
                      <a:pt x="7" y="6"/>
                    </a:cubicBezTo>
                    <a:cubicBezTo>
                      <a:pt x="6" y="6"/>
                      <a:pt x="4" y="5"/>
                      <a:pt x="3" y="5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2" y="1"/>
                      <a:pt x="12" y="2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12"/>
                      <a:pt x="13" y="13"/>
                      <a:pt x="13" y="15"/>
                    </a:cubicBezTo>
                    <a:cubicBezTo>
                      <a:pt x="13" y="15"/>
                      <a:pt x="13" y="17"/>
                      <a:pt x="12" y="17"/>
                    </a:cubicBezTo>
                    <a:cubicBezTo>
                      <a:pt x="12" y="17"/>
                      <a:pt x="11" y="16"/>
                      <a:pt x="11" y="16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11"/>
                      <a:pt x="10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7" name="Freeform 3453">
                <a:extLst>
                  <a:ext uri="{FF2B5EF4-FFF2-40B4-BE49-F238E27FC236}">
                    <a16:creationId xmlns:a16="http://schemas.microsoft.com/office/drawing/2014/main" id="{B6241982-EAD1-44B5-93F7-379605FD9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478"/>
                <a:ext cx="7" cy="6"/>
              </a:xfrm>
              <a:custGeom>
                <a:avLst/>
                <a:gdLst>
                  <a:gd name="T0" fmla="*/ 6 w 17"/>
                  <a:gd name="T1" fmla="*/ 13 h 16"/>
                  <a:gd name="T2" fmla="*/ 3 w 17"/>
                  <a:gd name="T3" fmla="*/ 13 h 16"/>
                  <a:gd name="T4" fmla="*/ 1 w 17"/>
                  <a:gd name="T5" fmla="*/ 13 h 16"/>
                  <a:gd name="T6" fmla="*/ 0 w 17"/>
                  <a:gd name="T7" fmla="*/ 11 h 16"/>
                  <a:gd name="T8" fmla="*/ 2 w 17"/>
                  <a:gd name="T9" fmla="*/ 9 h 16"/>
                  <a:gd name="T10" fmla="*/ 7 w 17"/>
                  <a:gd name="T11" fmla="*/ 6 h 16"/>
                  <a:gd name="T12" fmla="*/ 10 w 17"/>
                  <a:gd name="T13" fmla="*/ 2 h 16"/>
                  <a:gd name="T14" fmla="*/ 10 w 17"/>
                  <a:gd name="T15" fmla="*/ 2 h 16"/>
                  <a:gd name="T16" fmla="*/ 13 w 17"/>
                  <a:gd name="T17" fmla="*/ 0 h 16"/>
                  <a:gd name="T18" fmla="*/ 17 w 17"/>
                  <a:gd name="T19" fmla="*/ 2 h 16"/>
                  <a:gd name="T20" fmla="*/ 14 w 17"/>
                  <a:gd name="T21" fmla="*/ 6 h 16"/>
                  <a:gd name="T22" fmla="*/ 15 w 17"/>
                  <a:gd name="T23" fmla="*/ 11 h 16"/>
                  <a:gd name="T24" fmla="*/ 15 w 17"/>
                  <a:gd name="T25" fmla="*/ 15 h 16"/>
                  <a:gd name="T26" fmla="*/ 14 w 17"/>
                  <a:gd name="T27" fmla="*/ 16 h 16"/>
                  <a:gd name="T28" fmla="*/ 12 w 17"/>
                  <a:gd name="T29" fmla="*/ 14 h 16"/>
                  <a:gd name="T30" fmla="*/ 11 w 17"/>
                  <a:gd name="T31" fmla="*/ 13 h 16"/>
                  <a:gd name="T32" fmla="*/ 6 w 17"/>
                  <a:gd name="T33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6">
                    <a:moveTo>
                      <a:pt x="6" y="13"/>
                    </a:moveTo>
                    <a:cubicBezTo>
                      <a:pt x="5" y="13"/>
                      <a:pt x="4" y="13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2"/>
                      <a:pt x="0" y="12"/>
                      <a:pt x="0" y="11"/>
                    </a:cubicBezTo>
                    <a:cubicBezTo>
                      <a:pt x="0" y="10"/>
                      <a:pt x="1" y="9"/>
                      <a:pt x="2" y="9"/>
                    </a:cubicBezTo>
                    <a:cubicBezTo>
                      <a:pt x="3" y="8"/>
                      <a:pt x="5" y="7"/>
                      <a:pt x="7" y="6"/>
                    </a:cubicBezTo>
                    <a:cubicBezTo>
                      <a:pt x="9" y="5"/>
                      <a:pt x="10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1"/>
                      <a:pt x="12" y="0"/>
                      <a:pt x="13" y="0"/>
                    </a:cubicBezTo>
                    <a:cubicBezTo>
                      <a:pt x="15" y="0"/>
                      <a:pt x="17" y="0"/>
                      <a:pt x="17" y="2"/>
                    </a:cubicBezTo>
                    <a:cubicBezTo>
                      <a:pt x="17" y="4"/>
                      <a:pt x="15" y="5"/>
                      <a:pt x="14" y="6"/>
                    </a:cubicBezTo>
                    <a:cubicBezTo>
                      <a:pt x="14" y="8"/>
                      <a:pt x="14" y="10"/>
                      <a:pt x="15" y="11"/>
                    </a:cubicBezTo>
                    <a:cubicBezTo>
                      <a:pt x="15" y="12"/>
                      <a:pt x="15" y="14"/>
                      <a:pt x="15" y="15"/>
                    </a:cubicBezTo>
                    <a:cubicBezTo>
                      <a:pt x="14" y="15"/>
                      <a:pt x="14" y="16"/>
                      <a:pt x="14" y="16"/>
                    </a:cubicBezTo>
                    <a:cubicBezTo>
                      <a:pt x="13" y="16"/>
                      <a:pt x="13" y="15"/>
                      <a:pt x="12" y="14"/>
                    </a:cubicBezTo>
                    <a:cubicBezTo>
                      <a:pt x="12" y="14"/>
                      <a:pt x="12" y="13"/>
                      <a:pt x="11" y="13"/>
                    </a:cubicBezTo>
                    <a:cubicBezTo>
                      <a:pt x="10" y="12"/>
                      <a:pt x="8" y="13"/>
                      <a:pt x="6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8" name="Freeform 3456">
                <a:extLst>
                  <a:ext uri="{FF2B5EF4-FFF2-40B4-BE49-F238E27FC236}">
                    <a16:creationId xmlns:a16="http://schemas.microsoft.com/office/drawing/2014/main" id="{0E315BFC-896C-44EA-BDEB-57B8F3E7D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572"/>
                <a:ext cx="5" cy="3"/>
              </a:xfrm>
              <a:custGeom>
                <a:avLst/>
                <a:gdLst>
                  <a:gd name="T0" fmla="*/ 0 w 14"/>
                  <a:gd name="T1" fmla="*/ 4 h 8"/>
                  <a:gd name="T2" fmla="*/ 6 w 14"/>
                  <a:gd name="T3" fmla="*/ 1 h 8"/>
                  <a:gd name="T4" fmla="*/ 13 w 14"/>
                  <a:gd name="T5" fmla="*/ 2 h 8"/>
                  <a:gd name="T6" fmla="*/ 11 w 14"/>
                  <a:gd name="T7" fmla="*/ 6 h 8"/>
                  <a:gd name="T8" fmla="*/ 5 w 14"/>
                  <a:gd name="T9" fmla="*/ 7 h 8"/>
                  <a:gd name="T10" fmla="*/ 1 w 14"/>
                  <a:gd name="T11" fmla="*/ 6 h 8"/>
                  <a:gd name="T12" fmla="*/ 0 w 14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0" y="4"/>
                    </a:moveTo>
                    <a:cubicBezTo>
                      <a:pt x="0" y="2"/>
                      <a:pt x="4" y="1"/>
                      <a:pt x="6" y="1"/>
                    </a:cubicBezTo>
                    <a:cubicBezTo>
                      <a:pt x="8" y="0"/>
                      <a:pt x="12" y="0"/>
                      <a:pt x="13" y="2"/>
                    </a:cubicBezTo>
                    <a:cubicBezTo>
                      <a:pt x="14" y="4"/>
                      <a:pt x="13" y="6"/>
                      <a:pt x="11" y="6"/>
                    </a:cubicBezTo>
                    <a:cubicBezTo>
                      <a:pt x="9" y="7"/>
                      <a:pt x="7" y="8"/>
                      <a:pt x="5" y="7"/>
                    </a:cubicBezTo>
                    <a:cubicBezTo>
                      <a:pt x="4" y="6"/>
                      <a:pt x="2" y="6"/>
                      <a:pt x="1" y="6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9" name="Freeform 3457">
                <a:extLst>
                  <a:ext uri="{FF2B5EF4-FFF2-40B4-BE49-F238E27FC236}">
                    <a16:creationId xmlns:a16="http://schemas.microsoft.com/office/drawing/2014/main" id="{D04E12E0-BF5F-43D7-90BD-0179F159C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592"/>
                <a:ext cx="3" cy="4"/>
              </a:xfrm>
              <a:custGeom>
                <a:avLst/>
                <a:gdLst>
                  <a:gd name="T0" fmla="*/ 2 w 8"/>
                  <a:gd name="T1" fmla="*/ 9 h 9"/>
                  <a:gd name="T2" fmla="*/ 0 w 8"/>
                  <a:gd name="T3" fmla="*/ 3 h 9"/>
                  <a:gd name="T4" fmla="*/ 2 w 8"/>
                  <a:gd name="T5" fmla="*/ 1 h 9"/>
                  <a:gd name="T6" fmla="*/ 5 w 8"/>
                  <a:gd name="T7" fmla="*/ 0 h 9"/>
                  <a:gd name="T8" fmla="*/ 8 w 8"/>
                  <a:gd name="T9" fmla="*/ 1 h 9"/>
                  <a:gd name="T10" fmla="*/ 7 w 8"/>
                  <a:gd name="T11" fmla="*/ 5 h 9"/>
                  <a:gd name="T12" fmla="*/ 4 w 8"/>
                  <a:gd name="T13" fmla="*/ 8 h 9"/>
                  <a:gd name="T14" fmla="*/ 2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9"/>
                      <a:pt x="0" y="5"/>
                      <a:pt x="0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6" y="6"/>
                      <a:pt x="5" y="7"/>
                      <a:pt x="4" y="8"/>
                    </a:cubicBezTo>
                    <a:cubicBezTo>
                      <a:pt x="4" y="9"/>
                      <a:pt x="3" y="9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0" name="Freeform 3458">
                <a:extLst>
                  <a:ext uri="{FF2B5EF4-FFF2-40B4-BE49-F238E27FC236}">
                    <a16:creationId xmlns:a16="http://schemas.microsoft.com/office/drawing/2014/main" id="{CC7D63FD-E12D-43BE-9152-EB49808FE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598"/>
                <a:ext cx="4" cy="3"/>
              </a:xfrm>
              <a:custGeom>
                <a:avLst/>
                <a:gdLst>
                  <a:gd name="T0" fmla="*/ 0 w 8"/>
                  <a:gd name="T1" fmla="*/ 3 h 8"/>
                  <a:gd name="T2" fmla="*/ 4 w 8"/>
                  <a:gd name="T3" fmla="*/ 1 h 8"/>
                  <a:gd name="T4" fmla="*/ 8 w 8"/>
                  <a:gd name="T5" fmla="*/ 3 h 8"/>
                  <a:gd name="T6" fmla="*/ 5 w 8"/>
                  <a:gd name="T7" fmla="*/ 7 h 8"/>
                  <a:gd name="T8" fmla="*/ 3 w 8"/>
                  <a:gd name="T9" fmla="*/ 8 h 8"/>
                  <a:gd name="T10" fmla="*/ 1 w 8"/>
                  <a:gd name="T11" fmla="*/ 7 h 8"/>
                  <a:gd name="T12" fmla="*/ 0 w 8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2"/>
                      <a:pt x="8" y="3"/>
                    </a:cubicBezTo>
                    <a:cubicBezTo>
                      <a:pt x="8" y="5"/>
                      <a:pt x="7" y="6"/>
                      <a:pt x="5" y="7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1" name="Freeform 3459">
                <a:extLst>
                  <a:ext uri="{FF2B5EF4-FFF2-40B4-BE49-F238E27FC236}">
                    <a16:creationId xmlns:a16="http://schemas.microsoft.com/office/drawing/2014/main" id="{27E6C72F-9AB3-4D73-A93E-264B8AD2D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588"/>
                <a:ext cx="15" cy="9"/>
              </a:xfrm>
              <a:custGeom>
                <a:avLst/>
                <a:gdLst>
                  <a:gd name="T0" fmla="*/ 27 w 35"/>
                  <a:gd name="T1" fmla="*/ 12 h 22"/>
                  <a:gd name="T2" fmla="*/ 28 w 35"/>
                  <a:gd name="T3" fmla="*/ 11 h 22"/>
                  <a:gd name="T4" fmla="*/ 31 w 35"/>
                  <a:gd name="T5" fmla="*/ 9 h 22"/>
                  <a:gd name="T6" fmla="*/ 33 w 35"/>
                  <a:gd name="T7" fmla="*/ 8 h 22"/>
                  <a:gd name="T8" fmla="*/ 34 w 35"/>
                  <a:gd name="T9" fmla="*/ 6 h 22"/>
                  <a:gd name="T10" fmla="*/ 35 w 35"/>
                  <a:gd name="T11" fmla="*/ 4 h 22"/>
                  <a:gd name="T12" fmla="*/ 33 w 35"/>
                  <a:gd name="T13" fmla="*/ 1 h 22"/>
                  <a:gd name="T14" fmla="*/ 31 w 35"/>
                  <a:gd name="T15" fmla="*/ 1 h 22"/>
                  <a:gd name="T16" fmla="*/ 29 w 35"/>
                  <a:gd name="T17" fmla="*/ 0 h 22"/>
                  <a:gd name="T18" fmla="*/ 26 w 35"/>
                  <a:gd name="T19" fmla="*/ 3 h 22"/>
                  <a:gd name="T20" fmla="*/ 21 w 35"/>
                  <a:gd name="T21" fmla="*/ 7 h 22"/>
                  <a:gd name="T22" fmla="*/ 18 w 35"/>
                  <a:gd name="T23" fmla="*/ 8 h 22"/>
                  <a:gd name="T24" fmla="*/ 14 w 35"/>
                  <a:gd name="T25" fmla="*/ 7 h 22"/>
                  <a:gd name="T26" fmla="*/ 10 w 35"/>
                  <a:gd name="T27" fmla="*/ 8 h 22"/>
                  <a:gd name="T28" fmla="*/ 3 w 35"/>
                  <a:gd name="T29" fmla="*/ 9 h 22"/>
                  <a:gd name="T30" fmla="*/ 2 w 35"/>
                  <a:gd name="T31" fmla="*/ 11 h 22"/>
                  <a:gd name="T32" fmla="*/ 1 w 35"/>
                  <a:gd name="T33" fmla="*/ 15 h 22"/>
                  <a:gd name="T34" fmla="*/ 8 w 35"/>
                  <a:gd name="T35" fmla="*/ 18 h 22"/>
                  <a:gd name="T36" fmla="*/ 13 w 35"/>
                  <a:gd name="T37" fmla="*/ 21 h 22"/>
                  <a:gd name="T38" fmla="*/ 19 w 35"/>
                  <a:gd name="T39" fmla="*/ 22 h 22"/>
                  <a:gd name="T40" fmla="*/ 24 w 35"/>
                  <a:gd name="T41" fmla="*/ 22 h 22"/>
                  <a:gd name="T42" fmla="*/ 26 w 35"/>
                  <a:gd name="T43" fmla="*/ 20 h 22"/>
                  <a:gd name="T44" fmla="*/ 27 w 35"/>
                  <a:gd name="T45" fmla="*/ 16 h 22"/>
                  <a:gd name="T46" fmla="*/ 27 w 35"/>
                  <a:gd name="T47" fmla="*/ 14 h 22"/>
                  <a:gd name="T48" fmla="*/ 27 w 35"/>
                  <a:gd name="T49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22">
                    <a:moveTo>
                      <a:pt x="27" y="12"/>
                    </a:moveTo>
                    <a:cubicBezTo>
                      <a:pt x="27" y="12"/>
                      <a:pt x="28" y="11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9"/>
                      <a:pt x="32" y="9"/>
                      <a:pt x="33" y="8"/>
                    </a:cubicBezTo>
                    <a:cubicBezTo>
                      <a:pt x="33" y="7"/>
                      <a:pt x="34" y="7"/>
                      <a:pt x="34" y="6"/>
                    </a:cubicBezTo>
                    <a:cubicBezTo>
                      <a:pt x="35" y="6"/>
                      <a:pt x="35" y="5"/>
                      <a:pt x="35" y="4"/>
                    </a:cubicBezTo>
                    <a:cubicBezTo>
                      <a:pt x="35" y="3"/>
                      <a:pt x="34" y="2"/>
                      <a:pt x="33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0" y="1"/>
                      <a:pt x="29" y="0"/>
                      <a:pt x="29" y="0"/>
                    </a:cubicBezTo>
                    <a:cubicBezTo>
                      <a:pt x="28" y="1"/>
                      <a:pt x="27" y="2"/>
                      <a:pt x="26" y="3"/>
                    </a:cubicBezTo>
                    <a:cubicBezTo>
                      <a:pt x="25" y="4"/>
                      <a:pt x="23" y="5"/>
                      <a:pt x="21" y="7"/>
                    </a:cubicBezTo>
                    <a:cubicBezTo>
                      <a:pt x="20" y="7"/>
                      <a:pt x="19" y="8"/>
                      <a:pt x="18" y="8"/>
                    </a:cubicBezTo>
                    <a:cubicBezTo>
                      <a:pt x="17" y="8"/>
                      <a:pt x="15" y="7"/>
                      <a:pt x="14" y="7"/>
                    </a:cubicBezTo>
                    <a:cubicBezTo>
                      <a:pt x="13" y="7"/>
                      <a:pt x="12" y="8"/>
                      <a:pt x="10" y="8"/>
                    </a:cubicBezTo>
                    <a:cubicBezTo>
                      <a:pt x="8" y="8"/>
                      <a:pt x="5" y="8"/>
                      <a:pt x="3" y="9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1" y="12"/>
                      <a:pt x="0" y="14"/>
                      <a:pt x="1" y="15"/>
                    </a:cubicBezTo>
                    <a:cubicBezTo>
                      <a:pt x="1" y="19"/>
                      <a:pt x="5" y="18"/>
                      <a:pt x="8" y="18"/>
                    </a:cubicBezTo>
                    <a:cubicBezTo>
                      <a:pt x="10" y="18"/>
                      <a:pt x="12" y="19"/>
                      <a:pt x="13" y="21"/>
                    </a:cubicBezTo>
                    <a:cubicBezTo>
                      <a:pt x="15" y="22"/>
                      <a:pt x="17" y="22"/>
                      <a:pt x="19" y="22"/>
                    </a:cubicBezTo>
                    <a:cubicBezTo>
                      <a:pt x="20" y="22"/>
                      <a:pt x="22" y="22"/>
                      <a:pt x="24" y="22"/>
                    </a:cubicBezTo>
                    <a:cubicBezTo>
                      <a:pt x="25" y="22"/>
                      <a:pt x="26" y="22"/>
                      <a:pt x="26" y="20"/>
                    </a:cubicBezTo>
                    <a:cubicBezTo>
                      <a:pt x="27" y="19"/>
                      <a:pt x="27" y="17"/>
                      <a:pt x="27" y="16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27" y="13"/>
                      <a:pt x="26" y="12"/>
                      <a:pt x="2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2" name="Freeform 3460">
                <a:extLst>
                  <a:ext uri="{FF2B5EF4-FFF2-40B4-BE49-F238E27FC236}">
                    <a16:creationId xmlns:a16="http://schemas.microsoft.com/office/drawing/2014/main" id="{D6CF76D8-8C60-4723-991B-A1426780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286"/>
                <a:ext cx="12" cy="30"/>
              </a:xfrm>
              <a:custGeom>
                <a:avLst/>
                <a:gdLst>
                  <a:gd name="T0" fmla="*/ 22 w 28"/>
                  <a:gd name="T1" fmla="*/ 54 h 75"/>
                  <a:gd name="T2" fmla="*/ 21 w 28"/>
                  <a:gd name="T3" fmla="*/ 53 h 75"/>
                  <a:gd name="T4" fmla="*/ 18 w 28"/>
                  <a:gd name="T5" fmla="*/ 51 h 75"/>
                  <a:gd name="T6" fmla="*/ 18 w 28"/>
                  <a:gd name="T7" fmla="*/ 50 h 75"/>
                  <a:gd name="T8" fmla="*/ 19 w 28"/>
                  <a:gd name="T9" fmla="*/ 49 h 75"/>
                  <a:gd name="T10" fmla="*/ 22 w 28"/>
                  <a:gd name="T11" fmla="*/ 50 h 75"/>
                  <a:gd name="T12" fmla="*/ 25 w 28"/>
                  <a:gd name="T13" fmla="*/ 50 h 75"/>
                  <a:gd name="T14" fmla="*/ 27 w 28"/>
                  <a:gd name="T15" fmla="*/ 50 h 75"/>
                  <a:gd name="T16" fmla="*/ 28 w 28"/>
                  <a:gd name="T17" fmla="*/ 48 h 75"/>
                  <a:gd name="T18" fmla="*/ 26 w 28"/>
                  <a:gd name="T19" fmla="*/ 42 h 75"/>
                  <a:gd name="T20" fmla="*/ 26 w 28"/>
                  <a:gd name="T21" fmla="*/ 39 h 75"/>
                  <a:gd name="T22" fmla="*/ 22 w 28"/>
                  <a:gd name="T23" fmla="*/ 38 h 75"/>
                  <a:gd name="T24" fmla="*/ 19 w 28"/>
                  <a:gd name="T25" fmla="*/ 39 h 75"/>
                  <a:gd name="T26" fmla="*/ 17 w 28"/>
                  <a:gd name="T27" fmla="*/ 37 h 75"/>
                  <a:gd name="T28" fmla="*/ 15 w 28"/>
                  <a:gd name="T29" fmla="*/ 35 h 75"/>
                  <a:gd name="T30" fmla="*/ 15 w 28"/>
                  <a:gd name="T31" fmla="*/ 32 h 75"/>
                  <a:gd name="T32" fmla="*/ 17 w 28"/>
                  <a:gd name="T33" fmla="*/ 31 h 75"/>
                  <a:gd name="T34" fmla="*/ 19 w 28"/>
                  <a:gd name="T35" fmla="*/ 32 h 75"/>
                  <a:gd name="T36" fmla="*/ 20 w 28"/>
                  <a:gd name="T37" fmla="*/ 34 h 75"/>
                  <a:gd name="T38" fmla="*/ 21 w 28"/>
                  <a:gd name="T39" fmla="*/ 35 h 75"/>
                  <a:gd name="T40" fmla="*/ 22 w 28"/>
                  <a:gd name="T41" fmla="*/ 35 h 75"/>
                  <a:gd name="T42" fmla="*/ 23 w 28"/>
                  <a:gd name="T43" fmla="*/ 36 h 75"/>
                  <a:gd name="T44" fmla="*/ 25 w 28"/>
                  <a:gd name="T45" fmla="*/ 34 h 75"/>
                  <a:gd name="T46" fmla="*/ 27 w 28"/>
                  <a:gd name="T47" fmla="*/ 32 h 75"/>
                  <a:gd name="T48" fmla="*/ 26 w 28"/>
                  <a:gd name="T49" fmla="*/ 28 h 75"/>
                  <a:gd name="T50" fmla="*/ 24 w 28"/>
                  <a:gd name="T51" fmla="*/ 26 h 75"/>
                  <a:gd name="T52" fmla="*/ 22 w 28"/>
                  <a:gd name="T53" fmla="*/ 24 h 75"/>
                  <a:gd name="T54" fmla="*/ 21 w 28"/>
                  <a:gd name="T55" fmla="*/ 22 h 75"/>
                  <a:gd name="T56" fmla="*/ 20 w 28"/>
                  <a:gd name="T57" fmla="*/ 20 h 75"/>
                  <a:gd name="T58" fmla="*/ 18 w 28"/>
                  <a:gd name="T59" fmla="*/ 18 h 75"/>
                  <a:gd name="T60" fmla="*/ 15 w 28"/>
                  <a:gd name="T61" fmla="*/ 16 h 75"/>
                  <a:gd name="T62" fmla="*/ 14 w 28"/>
                  <a:gd name="T63" fmla="*/ 15 h 75"/>
                  <a:gd name="T64" fmla="*/ 14 w 28"/>
                  <a:gd name="T65" fmla="*/ 13 h 75"/>
                  <a:gd name="T66" fmla="*/ 14 w 28"/>
                  <a:gd name="T67" fmla="*/ 11 h 75"/>
                  <a:gd name="T68" fmla="*/ 14 w 28"/>
                  <a:gd name="T69" fmla="*/ 7 h 75"/>
                  <a:gd name="T70" fmla="*/ 11 w 28"/>
                  <a:gd name="T71" fmla="*/ 2 h 75"/>
                  <a:gd name="T72" fmla="*/ 6 w 28"/>
                  <a:gd name="T73" fmla="*/ 3 h 75"/>
                  <a:gd name="T74" fmla="*/ 3 w 28"/>
                  <a:gd name="T75" fmla="*/ 10 h 75"/>
                  <a:gd name="T76" fmla="*/ 3 w 28"/>
                  <a:gd name="T77" fmla="*/ 16 h 75"/>
                  <a:gd name="T78" fmla="*/ 1 w 28"/>
                  <a:gd name="T79" fmla="*/ 18 h 75"/>
                  <a:gd name="T80" fmla="*/ 1 w 28"/>
                  <a:gd name="T81" fmla="*/ 21 h 75"/>
                  <a:gd name="T82" fmla="*/ 0 w 28"/>
                  <a:gd name="T83" fmla="*/ 24 h 75"/>
                  <a:gd name="T84" fmla="*/ 0 w 28"/>
                  <a:gd name="T85" fmla="*/ 27 h 75"/>
                  <a:gd name="T86" fmla="*/ 2 w 28"/>
                  <a:gd name="T87" fmla="*/ 29 h 75"/>
                  <a:gd name="T88" fmla="*/ 4 w 28"/>
                  <a:gd name="T89" fmla="*/ 32 h 75"/>
                  <a:gd name="T90" fmla="*/ 3 w 28"/>
                  <a:gd name="T91" fmla="*/ 39 h 75"/>
                  <a:gd name="T92" fmla="*/ 1 w 28"/>
                  <a:gd name="T93" fmla="*/ 40 h 75"/>
                  <a:gd name="T94" fmla="*/ 1 w 28"/>
                  <a:gd name="T95" fmla="*/ 42 h 75"/>
                  <a:gd name="T96" fmla="*/ 2 w 28"/>
                  <a:gd name="T97" fmla="*/ 48 h 75"/>
                  <a:gd name="T98" fmla="*/ 6 w 28"/>
                  <a:gd name="T99" fmla="*/ 50 h 75"/>
                  <a:gd name="T100" fmla="*/ 9 w 28"/>
                  <a:gd name="T101" fmla="*/ 53 h 75"/>
                  <a:gd name="T102" fmla="*/ 10 w 28"/>
                  <a:gd name="T103" fmla="*/ 56 h 75"/>
                  <a:gd name="T104" fmla="*/ 9 w 28"/>
                  <a:gd name="T105" fmla="*/ 59 h 75"/>
                  <a:gd name="T106" fmla="*/ 10 w 28"/>
                  <a:gd name="T107" fmla="*/ 67 h 75"/>
                  <a:gd name="T108" fmla="*/ 17 w 28"/>
                  <a:gd name="T109" fmla="*/ 74 h 75"/>
                  <a:gd name="T110" fmla="*/ 22 w 28"/>
                  <a:gd name="T111" fmla="*/ 74 h 75"/>
                  <a:gd name="T112" fmla="*/ 26 w 28"/>
                  <a:gd name="T113" fmla="*/ 68 h 75"/>
                  <a:gd name="T114" fmla="*/ 26 w 28"/>
                  <a:gd name="T115" fmla="*/ 61 h 75"/>
                  <a:gd name="T116" fmla="*/ 26 w 28"/>
                  <a:gd name="T117" fmla="*/ 59 h 75"/>
                  <a:gd name="T118" fmla="*/ 25 w 28"/>
                  <a:gd name="T119" fmla="*/ 58 h 75"/>
                  <a:gd name="T120" fmla="*/ 24 w 28"/>
                  <a:gd name="T121" fmla="*/ 55 h 75"/>
                  <a:gd name="T122" fmla="*/ 22 w 28"/>
                  <a:gd name="T123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" h="75">
                    <a:moveTo>
                      <a:pt x="22" y="54"/>
                    </a:moveTo>
                    <a:cubicBezTo>
                      <a:pt x="22" y="53"/>
                      <a:pt x="22" y="53"/>
                      <a:pt x="21" y="53"/>
                    </a:cubicBezTo>
                    <a:cubicBezTo>
                      <a:pt x="20" y="52"/>
                      <a:pt x="19" y="52"/>
                      <a:pt x="18" y="51"/>
                    </a:cubicBezTo>
                    <a:cubicBezTo>
                      <a:pt x="18" y="51"/>
                      <a:pt x="17" y="50"/>
                      <a:pt x="18" y="50"/>
                    </a:cubicBezTo>
                    <a:cubicBezTo>
                      <a:pt x="18" y="49"/>
                      <a:pt x="19" y="49"/>
                      <a:pt x="19" y="49"/>
                    </a:cubicBezTo>
                    <a:cubicBezTo>
                      <a:pt x="20" y="49"/>
                      <a:pt x="21" y="50"/>
                      <a:pt x="22" y="50"/>
                    </a:cubicBezTo>
                    <a:cubicBezTo>
                      <a:pt x="23" y="50"/>
                      <a:pt x="24" y="50"/>
                      <a:pt x="25" y="50"/>
                    </a:cubicBezTo>
                    <a:cubicBezTo>
                      <a:pt x="26" y="51"/>
                      <a:pt x="27" y="51"/>
                      <a:pt x="27" y="50"/>
                    </a:cubicBezTo>
                    <a:cubicBezTo>
                      <a:pt x="28" y="50"/>
                      <a:pt x="28" y="49"/>
                      <a:pt x="28" y="48"/>
                    </a:cubicBezTo>
                    <a:cubicBezTo>
                      <a:pt x="28" y="46"/>
                      <a:pt x="26" y="44"/>
                      <a:pt x="26" y="42"/>
                    </a:cubicBezTo>
                    <a:cubicBezTo>
                      <a:pt x="26" y="41"/>
                      <a:pt x="27" y="40"/>
                      <a:pt x="26" y="39"/>
                    </a:cubicBezTo>
                    <a:cubicBezTo>
                      <a:pt x="25" y="38"/>
                      <a:pt x="23" y="38"/>
                      <a:pt x="22" y="38"/>
                    </a:cubicBezTo>
                    <a:cubicBezTo>
                      <a:pt x="21" y="39"/>
                      <a:pt x="20" y="39"/>
                      <a:pt x="19" y="39"/>
                    </a:cubicBezTo>
                    <a:cubicBezTo>
                      <a:pt x="18" y="38"/>
                      <a:pt x="17" y="38"/>
                      <a:pt x="17" y="37"/>
                    </a:cubicBezTo>
                    <a:cubicBezTo>
                      <a:pt x="16" y="36"/>
                      <a:pt x="15" y="36"/>
                      <a:pt x="15" y="35"/>
                    </a:cubicBezTo>
                    <a:cubicBezTo>
                      <a:pt x="15" y="34"/>
                      <a:pt x="15" y="33"/>
                      <a:pt x="15" y="32"/>
                    </a:cubicBezTo>
                    <a:cubicBezTo>
                      <a:pt x="16" y="32"/>
                      <a:pt x="16" y="31"/>
                      <a:pt x="17" y="31"/>
                    </a:cubicBezTo>
                    <a:cubicBezTo>
                      <a:pt x="18" y="31"/>
                      <a:pt x="18" y="31"/>
                      <a:pt x="19" y="32"/>
                    </a:cubicBezTo>
                    <a:cubicBezTo>
                      <a:pt x="19" y="33"/>
                      <a:pt x="20" y="33"/>
                      <a:pt x="20" y="34"/>
                    </a:cubicBezTo>
                    <a:cubicBezTo>
                      <a:pt x="20" y="34"/>
                      <a:pt x="20" y="35"/>
                      <a:pt x="21" y="35"/>
                    </a:cubicBezTo>
                    <a:cubicBezTo>
                      <a:pt x="21" y="35"/>
                      <a:pt x="21" y="35"/>
                      <a:pt x="22" y="35"/>
                    </a:cubicBezTo>
                    <a:cubicBezTo>
                      <a:pt x="22" y="35"/>
                      <a:pt x="22" y="35"/>
                      <a:pt x="23" y="36"/>
                    </a:cubicBezTo>
                    <a:cubicBezTo>
                      <a:pt x="24" y="36"/>
                      <a:pt x="25" y="35"/>
                      <a:pt x="25" y="34"/>
                    </a:cubicBezTo>
                    <a:cubicBezTo>
                      <a:pt x="26" y="34"/>
                      <a:pt x="26" y="33"/>
                      <a:pt x="27" y="32"/>
                    </a:cubicBezTo>
                    <a:cubicBezTo>
                      <a:pt x="27" y="31"/>
                      <a:pt x="26" y="29"/>
                      <a:pt x="26" y="28"/>
                    </a:cubicBezTo>
                    <a:cubicBezTo>
                      <a:pt x="25" y="27"/>
                      <a:pt x="25" y="27"/>
                      <a:pt x="24" y="26"/>
                    </a:cubicBezTo>
                    <a:cubicBezTo>
                      <a:pt x="23" y="25"/>
                      <a:pt x="23" y="24"/>
                      <a:pt x="22" y="24"/>
                    </a:cubicBezTo>
                    <a:cubicBezTo>
                      <a:pt x="22" y="23"/>
                      <a:pt x="21" y="22"/>
                      <a:pt x="21" y="22"/>
                    </a:cubicBezTo>
                    <a:cubicBezTo>
                      <a:pt x="21" y="21"/>
                      <a:pt x="20" y="21"/>
                      <a:pt x="20" y="20"/>
                    </a:cubicBezTo>
                    <a:cubicBezTo>
                      <a:pt x="20" y="19"/>
                      <a:pt x="18" y="19"/>
                      <a:pt x="18" y="18"/>
                    </a:cubicBezTo>
                    <a:cubicBezTo>
                      <a:pt x="17" y="17"/>
                      <a:pt x="16" y="16"/>
                      <a:pt x="15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5"/>
                      <a:pt x="13" y="3"/>
                      <a:pt x="11" y="2"/>
                    </a:cubicBezTo>
                    <a:cubicBezTo>
                      <a:pt x="10" y="0"/>
                      <a:pt x="7" y="1"/>
                      <a:pt x="6" y="3"/>
                    </a:cubicBezTo>
                    <a:cubicBezTo>
                      <a:pt x="4" y="5"/>
                      <a:pt x="3" y="7"/>
                      <a:pt x="3" y="10"/>
                    </a:cubicBezTo>
                    <a:cubicBezTo>
                      <a:pt x="3" y="12"/>
                      <a:pt x="4" y="14"/>
                      <a:pt x="3" y="16"/>
                    </a:cubicBezTo>
                    <a:cubicBezTo>
                      <a:pt x="2" y="17"/>
                      <a:pt x="2" y="17"/>
                      <a:pt x="1" y="18"/>
                    </a:cubicBezTo>
                    <a:cubicBezTo>
                      <a:pt x="1" y="19"/>
                      <a:pt x="1" y="20"/>
                      <a:pt x="1" y="21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8"/>
                      <a:pt x="2" y="29"/>
                    </a:cubicBezTo>
                    <a:cubicBezTo>
                      <a:pt x="3" y="30"/>
                      <a:pt x="4" y="31"/>
                      <a:pt x="4" y="32"/>
                    </a:cubicBezTo>
                    <a:cubicBezTo>
                      <a:pt x="6" y="35"/>
                      <a:pt x="5" y="38"/>
                      <a:pt x="3" y="39"/>
                    </a:cubicBezTo>
                    <a:cubicBezTo>
                      <a:pt x="2" y="39"/>
                      <a:pt x="2" y="40"/>
                      <a:pt x="1" y="40"/>
                    </a:cubicBezTo>
                    <a:cubicBezTo>
                      <a:pt x="1" y="41"/>
                      <a:pt x="1" y="42"/>
                      <a:pt x="1" y="42"/>
                    </a:cubicBezTo>
                    <a:cubicBezTo>
                      <a:pt x="1" y="44"/>
                      <a:pt x="1" y="46"/>
                      <a:pt x="2" y="48"/>
                    </a:cubicBezTo>
                    <a:cubicBezTo>
                      <a:pt x="3" y="48"/>
                      <a:pt x="5" y="49"/>
                      <a:pt x="6" y="50"/>
                    </a:cubicBezTo>
                    <a:cubicBezTo>
                      <a:pt x="7" y="51"/>
                      <a:pt x="8" y="52"/>
                      <a:pt x="9" y="53"/>
                    </a:cubicBezTo>
                    <a:cubicBezTo>
                      <a:pt x="9" y="54"/>
                      <a:pt x="10" y="55"/>
                      <a:pt x="10" y="56"/>
                    </a:cubicBezTo>
                    <a:cubicBezTo>
                      <a:pt x="10" y="57"/>
                      <a:pt x="9" y="58"/>
                      <a:pt x="9" y="59"/>
                    </a:cubicBezTo>
                    <a:cubicBezTo>
                      <a:pt x="9" y="62"/>
                      <a:pt x="9" y="65"/>
                      <a:pt x="10" y="67"/>
                    </a:cubicBezTo>
                    <a:cubicBezTo>
                      <a:pt x="11" y="71"/>
                      <a:pt x="14" y="73"/>
                      <a:pt x="17" y="74"/>
                    </a:cubicBezTo>
                    <a:cubicBezTo>
                      <a:pt x="19" y="75"/>
                      <a:pt x="20" y="75"/>
                      <a:pt x="22" y="74"/>
                    </a:cubicBezTo>
                    <a:cubicBezTo>
                      <a:pt x="24" y="72"/>
                      <a:pt x="25" y="70"/>
                      <a:pt x="26" y="68"/>
                    </a:cubicBezTo>
                    <a:cubicBezTo>
                      <a:pt x="26" y="66"/>
                      <a:pt x="26" y="63"/>
                      <a:pt x="26" y="61"/>
                    </a:cubicBezTo>
                    <a:cubicBezTo>
                      <a:pt x="26" y="61"/>
                      <a:pt x="26" y="60"/>
                      <a:pt x="26" y="59"/>
                    </a:cubicBezTo>
                    <a:cubicBezTo>
                      <a:pt x="26" y="58"/>
                      <a:pt x="26" y="58"/>
                      <a:pt x="25" y="58"/>
                    </a:cubicBezTo>
                    <a:cubicBezTo>
                      <a:pt x="25" y="57"/>
                      <a:pt x="24" y="56"/>
                      <a:pt x="24" y="55"/>
                    </a:cubicBezTo>
                    <a:cubicBezTo>
                      <a:pt x="23" y="55"/>
                      <a:pt x="23" y="54"/>
                      <a:pt x="22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3" name="Freeform 3461">
                <a:extLst>
                  <a:ext uri="{FF2B5EF4-FFF2-40B4-BE49-F238E27FC236}">
                    <a16:creationId xmlns:a16="http://schemas.microsoft.com/office/drawing/2014/main" id="{986FB26F-8947-40F1-A4C8-430EF7D8F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74"/>
                <a:ext cx="3" cy="4"/>
              </a:xfrm>
              <a:custGeom>
                <a:avLst/>
                <a:gdLst>
                  <a:gd name="T0" fmla="*/ 0 w 7"/>
                  <a:gd name="T1" fmla="*/ 5 h 8"/>
                  <a:gd name="T2" fmla="*/ 0 w 7"/>
                  <a:gd name="T3" fmla="*/ 5 h 8"/>
                  <a:gd name="T4" fmla="*/ 0 w 7"/>
                  <a:gd name="T5" fmla="*/ 3 h 8"/>
                  <a:gd name="T6" fmla="*/ 2 w 7"/>
                  <a:gd name="T7" fmla="*/ 2 h 8"/>
                  <a:gd name="T8" fmla="*/ 2 w 7"/>
                  <a:gd name="T9" fmla="*/ 1 h 8"/>
                  <a:gd name="T10" fmla="*/ 3 w 7"/>
                  <a:gd name="T11" fmla="*/ 1 h 8"/>
                  <a:gd name="T12" fmla="*/ 6 w 7"/>
                  <a:gd name="T13" fmla="*/ 1 h 8"/>
                  <a:gd name="T14" fmla="*/ 7 w 7"/>
                  <a:gd name="T15" fmla="*/ 4 h 8"/>
                  <a:gd name="T16" fmla="*/ 7 w 7"/>
                  <a:gd name="T17" fmla="*/ 5 h 8"/>
                  <a:gd name="T18" fmla="*/ 7 w 7"/>
                  <a:gd name="T19" fmla="*/ 7 h 8"/>
                  <a:gd name="T20" fmla="*/ 6 w 7"/>
                  <a:gd name="T21" fmla="*/ 8 h 8"/>
                  <a:gd name="T22" fmla="*/ 5 w 7"/>
                  <a:gd name="T23" fmla="*/ 8 h 8"/>
                  <a:gd name="T24" fmla="*/ 2 w 7"/>
                  <a:gd name="T25" fmla="*/ 7 h 8"/>
                  <a:gd name="T26" fmla="*/ 0 w 7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1" y="7"/>
                      <a:pt x="1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4" name="Freeform 3462">
                <a:extLst>
                  <a:ext uri="{FF2B5EF4-FFF2-40B4-BE49-F238E27FC236}">
                    <a16:creationId xmlns:a16="http://schemas.microsoft.com/office/drawing/2014/main" id="{D60BFE92-52DD-46DC-8BBC-989F36F4A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9"/>
                <a:ext cx="12" cy="21"/>
              </a:xfrm>
              <a:custGeom>
                <a:avLst/>
                <a:gdLst>
                  <a:gd name="T0" fmla="*/ 10 w 29"/>
                  <a:gd name="T1" fmla="*/ 29 h 52"/>
                  <a:gd name="T2" fmla="*/ 10 w 29"/>
                  <a:gd name="T3" fmla="*/ 29 h 52"/>
                  <a:gd name="T4" fmla="*/ 9 w 29"/>
                  <a:gd name="T5" fmla="*/ 29 h 52"/>
                  <a:gd name="T6" fmla="*/ 9 w 29"/>
                  <a:gd name="T7" fmla="*/ 29 h 52"/>
                  <a:gd name="T8" fmla="*/ 8 w 29"/>
                  <a:gd name="T9" fmla="*/ 28 h 52"/>
                  <a:gd name="T10" fmla="*/ 7 w 29"/>
                  <a:gd name="T11" fmla="*/ 28 h 52"/>
                  <a:gd name="T12" fmla="*/ 7 w 29"/>
                  <a:gd name="T13" fmla="*/ 28 h 52"/>
                  <a:gd name="T14" fmla="*/ 5 w 29"/>
                  <a:gd name="T15" fmla="*/ 29 h 52"/>
                  <a:gd name="T16" fmla="*/ 5 w 29"/>
                  <a:gd name="T17" fmla="*/ 30 h 52"/>
                  <a:gd name="T18" fmla="*/ 4 w 29"/>
                  <a:gd name="T19" fmla="*/ 31 h 52"/>
                  <a:gd name="T20" fmla="*/ 2 w 29"/>
                  <a:gd name="T21" fmla="*/ 30 h 52"/>
                  <a:gd name="T22" fmla="*/ 2 w 29"/>
                  <a:gd name="T23" fmla="*/ 30 h 52"/>
                  <a:gd name="T24" fmla="*/ 1 w 29"/>
                  <a:gd name="T25" fmla="*/ 29 h 52"/>
                  <a:gd name="T26" fmla="*/ 0 w 29"/>
                  <a:gd name="T27" fmla="*/ 27 h 52"/>
                  <a:gd name="T28" fmla="*/ 0 w 29"/>
                  <a:gd name="T29" fmla="*/ 23 h 52"/>
                  <a:gd name="T30" fmla="*/ 1 w 29"/>
                  <a:gd name="T31" fmla="*/ 21 h 52"/>
                  <a:gd name="T32" fmla="*/ 2 w 29"/>
                  <a:gd name="T33" fmla="*/ 19 h 52"/>
                  <a:gd name="T34" fmla="*/ 2 w 29"/>
                  <a:gd name="T35" fmla="*/ 17 h 52"/>
                  <a:gd name="T36" fmla="*/ 2 w 29"/>
                  <a:gd name="T37" fmla="*/ 13 h 52"/>
                  <a:gd name="T38" fmla="*/ 2 w 29"/>
                  <a:gd name="T39" fmla="*/ 10 h 52"/>
                  <a:gd name="T40" fmla="*/ 1 w 29"/>
                  <a:gd name="T41" fmla="*/ 9 h 52"/>
                  <a:gd name="T42" fmla="*/ 1 w 29"/>
                  <a:gd name="T43" fmla="*/ 7 h 52"/>
                  <a:gd name="T44" fmla="*/ 1 w 29"/>
                  <a:gd name="T45" fmla="*/ 3 h 52"/>
                  <a:gd name="T46" fmla="*/ 2 w 29"/>
                  <a:gd name="T47" fmla="*/ 1 h 52"/>
                  <a:gd name="T48" fmla="*/ 4 w 29"/>
                  <a:gd name="T49" fmla="*/ 2 h 52"/>
                  <a:gd name="T50" fmla="*/ 6 w 29"/>
                  <a:gd name="T51" fmla="*/ 4 h 52"/>
                  <a:gd name="T52" fmla="*/ 9 w 29"/>
                  <a:gd name="T53" fmla="*/ 8 h 52"/>
                  <a:gd name="T54" fmla="*/ 14 w 29"/>
                  <a:gd name="T55" fmla="*/ 11 h 52"/>
                  <a:gd name="T56" fmla="*/ 18 w 29"/>
                  <a:gd name="T57" fmla="*/ 12 h 52"/>
                  <a:gd name="T58" fmla="*/ 21 w 29"/>
                  <a:gd name="T59" fmla="*/ 15 h 52"/>
                  <a:gd name="T60" fmla="*/ 23 w 29"/>
                  <a:gd name="T61" fmla="*/ 19 h 52"/>
                  <a:gd name="T62" fmla="*/ 27 w 29"/>
                  <a:gd name="T63" fmla="*/ 23 h 52"/>
                  <a:gd name="T64" fmla="*/ 29 w 29"/>
                  <a:gd name="T65" fmla="*/ 27 h 52"/>
                  <a:gd name="T66" fmla="*/ 29 w 29"/>
                  <a:gd name="T67" fmla="*/ 32 h 52"/>
                  <a:gd name="T68" fmla="*/ 28 w 29"/>
                  <a:gd name="T69" fmla="*/ 37 h 52"/>
                  <a:gd name="T70" fmla="*/ 26 w 29"/>
                  <a:gd name="T71" fmla="*/ 42 h 52"/>
                  <a:gd name="T72" fmla="*/ 24 w 29"/>
                  <a:gd name="T73" fmla="*/ 46 h 52"/>
                  <a:gd name="T74" fmla="*/ 22 w 29"/>
                  <a:gd name="T75" fmla="*/ 49 h 52"/>
                  <a:gd name="T76" fmla="*/ 18 w 29"/>
                  <a:gd name="T77" fmla="*/ 44 h 52"/>
                  <a:gd name="T78" fmla="*/ 14 w 29"/>
                  <a:gd name="T79" fmla="*/ 38 h 52"/>
                  <a:gd name="T80" fmla="*/ 12 w 29"/>
                  <a:gd name="T81" fmla="*/ 36 h 52"/>
                  <a:gd name="T82" fmla="*/ 11 w 29"/>
                  <a:gd name="T83" fmla="*/ 33 h 52"/>
                  <a:gd name="T84" fmla="*/ 10 w 29"/>
                  <a:gd name="T85" fmla="*/ 31 h 52"/>
                  <a:gd name="T86" fmla="*/ 10 w 29"/>
                  <a:gd name="T87" fmla="*/ 2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" h="52">
                    <a:moveTo>
                      <a:pt x="10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8"/>
                      <a:pt x="8" y="28"/>
                    </a:cubicBezTo>
                    <a:cubicBezTo>
                      <a:pt x="8" y="28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1"/>
                      <a:pt x="3" y="3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" y="30"/>
                      <a:pt x="1" y="30"/>
                      <a:pt x="1" y="29"/>
                    </a:cubicBezTo>
                    <a:cubicBezTo>
                      <a:pt x="0" y="29"/>
                      <a:pt x="0" y="28"/>
                      <a:pt x="0" y="27"/>
                    </a:cubicBezTo>
                    <a:cubicBezTo>
                      <a:pt x="0" y="26"/>
                      <a:pt x="0" y="24"/>
                      <a:pt x="0" y="23"/>
                    </a:cubicBezTo>
                    <a:cubicBezTo>
                      <a:pt x="0" y="22"/>
                      <a:pt x="1" y="22"/>
                      <a:pt x="1" y="21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2" y="18"/>
                      <a:pt x="2" y="17"/>
                      <a:pt x="2" y="17"/>
                    </a:cubicBezTo>
                    <a:cubicBezTo>
                      <a:pt x="2" y="16"/>
                      <a:pt x="2" y="15"/>
                      <a:pt x="2" y="13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5"/>
                      <a:pt x="8" y="7"/>
                      <a:pt x="9" y="8"/>
                    </a:cubicBezTo>
                    <a:cubicBezTo>
                      <a:pt x="10" y="9"/>
                      <a:pt x="12" y="10"/>
                      <a:pt x="14" y="11"/>
                    </a:cubicBezTo>
                    <a:cubicBezTo>
                      <a:pt x="15" y="11"/>
                      <a:pt x="17" y="11"/>
                      <a:pt x="18" y="12"/>
                    </a:cubicBezTo>
                    <a:cubicBezTo>
                      <a:pt x="19" y="13"/>
                      <a:pt x="20" y="14"/>
                      <a:pt x="21" y="15"/>
                    </a:cubicBezTo>
                    <a:cubicBezTo>
                      <a:pt x="21" y="17"/>
                      <a:pt x="22" y="18"/>
                      <a:pt x="23" y="19"/>
                    </a:cubicBezTo>
                    <a:cubicBezTo>
                      <a:pt x="24" y="20"/>
                      <a:pt x="26" y="21"/>
                      <a:pt x="27" y="23"/>
                    </a:cubicBezTo>
                    <a:cubicBezTo>
                      <a:pt x="28" y="24"/>
                      <a:pt x="29" y="25"/>
                      <a:pt x="29" y="27"/>
                    </a:cubicBezTo>
                    <a:cubicBezTo>
                      <a:pt x="29" y="28"/>
                      <a:pt x="29" y="30"/>
                      <a:pt x="29" y="32"/>
                    </a:cubicBezTo>
                    <a:cubicBezTo>
                      <a:pt x="29" y="34"/>
                      <a:pt x="29" y="35"/>
                      <a:pt x="28" y="37"/>
                    </a:cubicBezTo>
                    <a:cubicBezTo>
                      <a:pt x="28" y="39"/>
                      <a:pt x="27" y="40"/>
                      <a:pt x="26" y="42"/>
                    </a:cubicBezTo>
                    <a:cubicBezTo>
                      <a:pt x="25" y="43"/>
                      <a:pt x="24" y="44"/>
                      <a:pt x="24" y="46"/>
                    </a:cubicBezTo>
                    <a:cubicBezTo>
                      <a:pt x="23" y="47"/>
                      <a:pt x="23" y="48"/>
                      <a:pt x="22" y="49"/>
                    </a:cubicBezTo>
                    <a:cubicBezTo>
                      <a:pt x="20" y="52"/>
                      <a:pt x="18" y="46"/>
                      <a:pt x="18" y="44"/>
                    </a:cubicBezTo>
                    <a:cubicBezTo>
                      <a:pt x="17" y="42"/>
                      <a:pt x="15" y="40"/>
                      <a:pt x="14" y="38"/>
                    </a:cubicBezTo>
                    <a:cubicBezTo>
                      <a:pt x="13" y="37"/>
                      <a:pt x="13" y="37"/>
                      <a:pt x="12" y="36"/>
                    </a:cubicBezTo>
                    <a:cubicBezTo>
                      <a:pt x="12" y="35"/>
                      <a:pt x="11" y="34"/>
                      <a:pt x="11" y="33"/>
                    </a:cubicBezTo>
                    <a:cubicBezTo>
                      <a:pt x="11" y="32"/>
                      <a:pt x="11" y="32"/>
                      <a:pt x="10" y="31"/>
                    </a:cubicBezTo>
                    <a:cubicBezTo>
                      <a:pt x="10" y="30"/>
                      <a:pt x="10" y="30"/>
                      <a:pt x="10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5" name="Freeform 3463">
                <a:extLst>
                  <a:ext uri="{FF2B5EF4-FFF2-40B4-BE49-F238E27FC236}">
                    <a16:creationId xmlns:a16="http://schemas.microsoft.com/office/drawing/2014/main" id="{57F7A3B4-05F4-436F-A1A4-08C904EEB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0"/>
                <a:ext cx="4" cy="3"/>
              </a:xfrm>
              <a:custGeom>
                <a:avLst/>
                <a:gdLst>
                  <a:gd name="T0" fmla="*/ 5 w 9"/>
                  <a:gd name="T1" fmla="*/ 8 h 8"/>
                  <a:gd name="T2" fmla="*/ 3 w 9"/>
                  <a:gd name="T3" fmla="*/ 7 h 8"/>
                  <a:gd name="T4" fmla="*/ 1 w 9"/>
                  <a:gd name="T5" fmla="*/ 6 h 8"/>
                  <a:gd name="T6" fmla="*/ 0 w 9"/>
                  <a:gd name="T7" fmla="*/ 3 h 8"/>
                  <a:gd name="T8" fmla="*/ 0 w 9"/>
                  <a:gd name="T9" fmla="*/ 0 h 8"/>
                  <a:gd name="T10" fmla="*/ 3 w 9"/>
                  <a:gd name="T11" fmla="*/ 0 h 8"/>
                  <a:gd name="T12" fmla="*/ 4 w 9"/>
                  <a:gd name="T13" fmla="*/ 0 h 8"/>
                  <a:gd name="T14" fmla="*/ 6 w 9"/>
                  <a:gd name="T15" fmla="*/ 2 h 8"/>
                  <a:gd name="T16" fmla="*/ 7 w 9"/>
                  <a:gd name="T17" fmla="*/ 4 h 8"/>
                  <a:gd name="T18" fmla="*/ 7 w 9"/>
                  <a:gd name="T19" fmla="*/ 7 h 8"/>
                  <a:gd name="T20" fmla="*/ 5 w 9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4" y="8"/>
                      <a:pt x="4" y="7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5"/>
                      <a:pt x="9" y="6"/>
                      <a:pt x="7" y="7"/>
                    </a:cubicBezTo>
                    <a:cubicBezTo>
                      <a:pt x="7" y="8"/>
                      <a:pt x="6" y="8"/>
                      <a:pt x="5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6" name="Freeform 3464">
                <a:extLst>
                  <a:ext uri="{FF2B5EF4-FFF2-40B4-BE49-F238E27FC236}">
                    <a16:creationId xmlns:a16="http://schemas.microsoft.com/office/drawing/2014/main" id="{B1369167-9470-41D1-AD73-A53B45D47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254"/>
                <a:ext cx="3" cy="5"/>
              </a:xfrm>
              <a:custGeom>
                <a:avLst/>
                <a:gdLst>
                  <a:gd name="T0" fmla="*/ 1 w 7"/>
                  <a:gd name="T1" fmla="*/ 4 h 14"/>
                  <a:gd name="T2" fmla="*/ 1 w 7"/>
                  <a:gd name="T3" fmla="*/ 1 h 14"/>
                  <a:gd name="T4" fmla="*/ 5 w 7"/>
                  <a:gd name="T5" fmla="*/ 0 h 14"/>
                  <a:gd name="T6" fmla="*/ 6 w 7"/>
                  <a:gd name="T7" fmla="*/ 5 h 14"/>
                  <a:gd name="T8" fmla="*/ 6 w 7"/>
                  <a:gd name="T9" fmla="*/ 6 h 14"/>
                  <a:gd name="T10" fmla="*/ 7 w 7"/>
                  <a:gd name="T11" fmla="*/ 7 h 14"/>
                  <a:gd name="T12" fmla="*/ 7 w 7"/>
                  <a:gd name="T13" fmla="*/ 10 h 14"/>
                  <a:gd name="T14" fmla="*/ 7 w 7"/>
                  <a:gd name="T15" fmla="*/ 12 h 14"/>
                  <a:gd name="T16" fmla="*/ 5 w 7"/>
                  <a:gd name="T17" fmla="*/ 14 h 14"/>
                  <a:gd name="T18" fmla="*/ 2 w 7"/>
                  <a:gd name="T19" fmla="*/ 13 h 14"/>
                  <a:gd name="T20" fmla="*/ 1 w 7"/>
                  <a:gd name="T21" fmla="*/ 11 h 14"/>
                  <a:gd name="T22" fmla="*/ 1 w 7"/>
                  <a:gd name="T23" fmla="*/ 8 h 14"/>
                  <a:gd name="T24" fmla="*/ 1 w 7"/>
                  <a:gd name="T2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1" y="4"/>
                    </a:moveTo>
                    <a:cubicBezTo>
                      <a:pt x="1" y="3"/>
                      <a:pt x="1" y="2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4"/>
                      <a:pt x="7" y="14"/>
                      <a:pt x="5" y="14"/>
                    </a:cubicBezTo>
                    <a:cubicBezTo>
                      <a:pt x="4" y="14"/>
                      <a:pt x="3" y="13"/>
                      <a:pt x="2" y="13"/>
                    </a:cubicBezTo>
                    <a:cubicBezTo>
                      <a:pt x="2" y="12"/>
                      <a:pt x="1" y="12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7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7" name="Freeform 3465">
                <a:extLst>
                  <a:ext uri="{FF2B5EF4-FFF2-40B4-BE49-F238E27FC236}">
                    <a16:creationId xmlns:a16="http://schemas.microsoft.com/office/drawing/2014/main" id="{A7892996-4E33-47DB-B9B4-5591A6C9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226"/>
                <a:ext cx="7" cy="4"/>
              </a:xfrm>
              <a:custGeom>
                <a:avLst/>
                <a:gdLst>
                  <a:gd name="T0" fmla="*/ 10 w 19"/>
                  <a:gd name="T1" fmla="*/ 8 h 10"/>
                  <a:gd name="T2" fmla="*/ 8 w 19"/>
                  <a:gd name="T3" fmla="*/ 8 h 10"/>
                  <a:gd name="T4" fmla="*/ 7 w 19"/>
                  <a:gd name="T5" fmla="*/ 7 h 10"/>
                  <a:gd name="T6" fmla="*/ 5 w 19"/>
                  <a:gd name="T7" fmla="*/ 6 h 10"/>
                  <a:gd name="T8" fmla="*/ 3 w 19"/>
                  <a:gd name="T9" fmla="*/ 6 h 10"/>
                  <a:gd name="T10" fmla="*/ 1 w 19"/>
                  <a:gd name="T11" fmla="*/ 4 h 10"/>
                  <a:gd name="T12" fmla="*/ 0 w 19"/>
                  <a:gd name="T13" fmla="*/ 2 h 10"/>
                  <a:gd name="T14" fmla="*/ 2 w 19"/>
                  <a:gd name="T15" fmla="*/ 1 h 10"/>
                  <a:gd name="T16" fmla="*/ 8 w 19"/>
                  <a:gd name="T17" fmla="*/ 1 h 10"/>
                  <a:gd name="T18" fmla="*/ 13 w 19"/>
                  <a:gd name="T19" fmla="*/ 3 h 10"/>
                  <a:gd name="T20" fmla="*/ 14 w 19"/>
                  <a:gd name="T21" fmla="*/ 4 h 10"/>
                  <a:gd name="T22" fmla="*/ 16 w 19"/>
                  <a:gd name="T23" fmla="*/ 5 h 10"/>
                  <a:gd name="T24" fmla="*/ 17 w 19"/>
                  <a:gd name="T25" fmla="*/ 6 h 10"/>
                  <a:gd name="T26" fmla="*/ 18 w 19"/>
                  <a:gd name="T27" fmla="*/ 7 h 10"/>
                  <a:gd name="T28" fmla="*/ 18 w 19"/>
                  <a:gd name="T29" fmla="*/ 8 h 10"/>
                  <a:gd name="T30" fmla="*/ 18 w 19"/>
                  <a:gd name="T31" fmla="*/ 9 h 10"/>
                  <a:gd name="T32" fmla="*/ 15 w 19"/>
                  <a:gd name="T33" fmla="*/ 10 h 10"/>
                  <a:gd name="T34" fmla="*/ 14 w 19"/>
                  <a:gd name="T35" fmla="*/ 9 h 10"/>
                  <a:gd name="T36" fmla="*/ 12 w 19"/>
                  <a:gd name="T37" fmla="*/ 9 h 10"/>
                  <a:gd name="T38" fmla="*/ 10 w 19"/>
                  <a:gd name="T3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10">
                    <a:moveTo>
                      <a:pt x="10" y="8"/>
                    </a:moveTo>
                    <a:cubicBezTo>
                      <a:pt x="9" y="8"/>
                      <a:pt x="8" y="8"/>
                      <a:pt x="8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1"/>
                      <a:pt x="11" y="2"/>
                      <a:pt x="13" y="3"/>
                    </a:cubicBezTo>
                    <a:cubicBezTo>
                      <a:pt x="13" y="3"/>
                      <a:pt x="13" y="4"/>
                      <a:pt x="14" y="4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6" y="10"/>
                      <a:pt x="15" y="10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1" y="9"/>
                      <a:pt x="10" y="8"/>
                      <a:pt x="10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8" name="Freeform 3466">
                <a:extLst>
                  <a:ext uri="{FF2B5EF4-FFF2-40B4-BE49-F238E27FC236}">
                    <a16:creationId xmlns:a16="http://schemas.microsoft.com/office/drawing/2014/main" id="{24A7F2BF-9151-4008-BE46-9DC3623A7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228"/>
                <a:ext cx="18" cy="17"/>
              </a:xfrm>
              <a:custGeom>
                <a:avLst/>
                <a:gdLst>
                  <a:gd name="T0" fmla="*/ 3 w 46"/>
                  <a:gd name="T1" fmla="*/ 12 h 42"/>
                  <a:gd name="T2" fmla="*/ 2 w 46"/>
                  <a:gd name="T3" fmla="*/ 11 h 42"/>
                  <a:gd name="T4" fmla="*/ 1 w 46"/>
                  <a:gd name="T5" fmla="*/ 10 h 42"/>
                  <a:gd name="T6" fmla="*/ 0 w 46"/>
                  <a:gd name="T7" fmla="*/ 9 h 42"/>
                  <a:gd name="T8" fmla="*/ 0 w 46"/>
                  <a:gd name="T9" fmla="*/ 6 h 42"/>
                  <a:gd name="T10" fmla="*/ 0 w 46"/>
                  <a:gd name="T11" fmla="*/ 3 h 42"/>
                  <a:gd name="T12" fmla="*/ 2 w 46"/>
                  <a:gd name="T13" fmla="*/ 1 h 42"/>
                  <a:gd name="T14" fmla="*/ 4 w 46"/>
                  <a:gd name="T15" fmla="*/ 2 h 42"/>
                  <a:gd name="T16" fmla="*/ 6 w 46"/>
                  <a:gd name="T17" fmla="*/ 5 h 42"/>
                  <a:gd name="T18" fmla="*/ 10 w 46"/>
                  <a:gd name="T19" fmla="*/ 8 h 42"/>
                  <a:gd name="T20" fmla="*/ 15 w 46"/>
                  <a:gd name="T21" fmla="*/ 7 h 42"/>
                  <a:gd name="T22" fmla="*/ 20 w 46"/>
                  <a:gd name="T23" fmla="*/ 7 h 42"/>
                  <a:gd name="T24" fmla="*/ 25 w 46"/>
                  <a:gd name="T25" fmla="*/ 7 h 42"/>
                  <a:gd name="T26" fmla="*/ 27 w 46"/>
                  <a:gd name="T27" fmla="*/ 9 h 42"/>
                  <a:gd name="T28" fmla="*/ 30 w 46"/>
                  <a:gd name="T29" fmla="*/ 12 h 42"/>
                  <a:gd name="T30" fmla="*/ 33 w 46"/>
                  <a:gd name="T31" fmla="*/ 16 h 42"/>
                  <a:gd name="T32" fmla="*/ 39 w 46"/>
                  <a:gd name="T33" fmla="*/ 23 h 42"/>
                  <a:gd name="T34" fmla="*/ 44 w 46"/>
                  <a:gd name="T35" fmla="*/ 28 h 42"/>
                  <a:gd name="T36" fmla="*/ 45 w 46"/>
                  <a:gd name="T37" fmla="*/ 32 h 42"/>
                  <a:gd name="T38" fmla="*/ 43 w 46"/>
                  <a:gd name="T39" fmla="*/ 34 h 42"/>
                  <a:gd name="T40" fmla="*/ 41 w 46"/>
                  <a:gd name="T41" fmla="*/ 37 h 42"/>
                  <a:gd name="T42" fmla="*/ 38 w 46"/>
                  <a:gd name="T43" fmla="*/ 39 h 42"/>
                  <a:gd name="T44" fmla="*/ 34 w 46"/>
                  <a:gd name="T45" fmla="*/ 39 h 42"/>
                  <a:gd name="T46" fmla="*/ 30 w 46"/>
                  <a:gd name="T47" fmla="*/ 39 h 42"/>
                  <a:gd name="T48" fmla="*/ 28 w 46"/>
                  <a:gd name="T49" fmla="*/ 41 h 42"/>
                  <a:gd name="T50" fmla="*/ 22 w 46"/>
                  <a:gd name="T51" fmla="*/ 38 h 42"/>
                  <a:gd name="T52" fmla="*/ 19 w 46"/>
                  <a:gd name="T53" fmla="*/ 36 h 42"/>
                  <a:gd name="T54" fmla="*/ 15 w 46"/>
                  <a:gd name="T55" fmla="*/ 35 h 42"/>
                  <a:gd name="T56" fmla="*/ 12 w 46"/>
                  <a:gd name="T57" fmla="*/ 35 h 42"/>
                  <a:gd name="T58" fmla="*/ 9 w 46"/>
                  <a:gd name="T59" fmla="*/ 34 h 42"/>
                  <a:gd name="T60" fmla="*/ 7 w 46"/>
                  <a:gd name="T61" fmla="*/ 33 h 42"/>
                  <a:gd name="T62" fmla="*/ 6 w 46"/>
                  <a:gd name="T63" fmla="*/ 32 h 42"/>
                  <a:gd name="T64" fmla="*/ 4 w 46"/>
                  <a:gd name="T65" fmla="*/ 30 h 42"/>
                  <a:gd name="T66" fmla="*/ 3 w 46"/>
                  <a:gd name="T67" fmla="*/ 28 h 42"/>
                  <a:gd name="T68" fmla="*/ 2 w 46"/>
                  <a:gd name="T69" fmla="*/ 26 h 42"/>
                  <a:gd name="T70" fmla="*/ 0 w 46"/>
                  <a:gd name="T71" fmla="*/ 23 h 42"/>
                  <a:gd name="T72" fmla="*/ 0 w 46"/>
                  <a:gd name="T73" fmla="*/ 22 h 42"/>
                  <a:gd name="T74" fmla="*/ 1 w 46"/>
                  <a:gd name="T75" fmla="*/ 22 h 42"/>
                  <a:gd name="T76" fmla="*/ 5 w 46"/>
                  <a:gd name="T77" fmla="*/ 23 h 42"/>
                  <a:gd name="T78" fmla="*/ 7 w 46"/>
                  <a:gd name="T79" fmla="*/ 22 h 42"/>
                  <a:gd name="T80" fmla="*/ 6 w 46"/>
                  <a:gd name="T81" fmla="*/ 19 h 42"/>
                  <a:gd name="T82" fmla="*/ 5 w 46"/>
                  <a:gd name="T83" fmla="*/ 17 h 42"/>
                  <a:gd name="T84" fmla="*/ 4 w 46"/>
                  <a:gd name="T85" fmla="*/ 15 h 42"/>
                  <a:gd name="T86" fmla="*/ 4 w 46"/>
                  <a:gd name="T87" fmla="*/ 13 h 42"/>
                  <a:gd name="T88" fmla="*/ 3 w 46"/>
                  <a:gd name="T89" fmla="*/ 13 h 42"/>
                  <a:gd name="T90" fmla="*/ 3 w 46"/>
                  <a:gd name="T91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42">
                    <a:moveTo>
                      <a:pt x="3" y="12"/>
                    </a:moveTo>
                    <a:cubicBezTo>
                      <a:pt x="3" y="11"/>
                      <a:pt x="2" y="11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6"/>
                      <a:pt x="8" y="7"/>
                      <a:pt x="10" y="8"/>
                    </a:cubicBezTo>
                    <a:cubicBezTo>
                      <a:pt x="11" y="8"/>
                      <a:pt x="13" y="8"/>
                      <a:pt x="15" y="7"/>
                    </a:cubicBezTo>
                    <a:cubicBezTo>
                      <a:pt x="17" y="7"/>
                      <a:pt x="19" y="7"/>
                      <a:pt x="20" y="7"/>
                    </a:cubicBezTo>
                    <a:cubicBezTo>
                      <a:pt x="22" y="7"/>
                      <a:pt x="23" y="7"/>
                      <a:pt x="25" y="7"/>
                    </a:cubicBezTo>
                    <a:cubicBezTo>
                      <a:pt x="26" y="8"/>
                      <a:pt x="26" y="8"/>
                      <a:pt x="27" y="9"/>
                    </a:cubicBezTo>
                    <a:cubicBezTo>
                      <a:pt x="28" y="10"/>
                      <a:pt x="29" y="11"/>
                      <a:pt x="30" y="12"/>
                    </a:cubicBezTo>
                    <a:cubicBezTo>
                      <a:pt x="31" y="13"/>
                      <a:pt x="32" y="15"/>
                      <a:pt x="33" y="16"/>
                    </a:cubicBezTo>
                    <a:cubicBezTo>
                      <a:pt x="35" y="19"/>
                      <a:pt x="36" y="21"/>
                      <a:pt x="39" y="23"/>
                    </a:cubicBezTo>
                    <a:cubicBezTo>
                      <a:pt x="40" y="25"/>
                      <a:pt x="42" y="26"/>
                      <a:pt x="44" y="28"/>
                    </a:cubicBezTo>
                    <a:cubicBezTo>
                      <a:pt x="44" y="29"/>
                      <a:pt x="46" y="31"/>
                      <a:pt x="45" y="32"/>
                    </a:cubicBezTo>
                    <a:cubicBezTo>
                      <a:pt x="45" y="33"/>
                      <a:pt x="44" y="34"/>
                      <a:pt x="43" y="34"/>
                    </a:cubicBezTo>
                    <a:cubicBezTo>
                      <a:pt x="42" y="35"/>
                      <a:pt x="41" y="36"/>
                      <a:pt x="41" y="37"/>
                    </a:cubicBezTo>
                    <a:cubicBezTo>
                      <a:pt x="40" y="38"/>
                      <a:pt x="39" y="38"/>
                      <a:pt x="38" y="39"/>
                    </a:cubicBezTo>
                    <a:cubicBezTo>
                      <a:pt x="37" y="39"/>
                      <a:pt x="36" y="39"/>
                      <a:pt x="34" y="39"/>
                    </a:cubicBezTo>
                    <a:cubicBezTo>
                      <a:pt x="33" y="39"/>
                      <a:pt x="32" y="39"/>
                      <a:pt x="30" y="39"/>
                    </a:cubicBezTo>
                    <a:cubicBezTo>
                      <a:pt x="29" y="40"/>
                      <a:pt x="29" y="41"/>
                      <a:pt x="28" y="41"/>
                    </a:cubicBezTo>
                    <a:cubicBezTo>
                      <a:pt x="25" y="42"/>
                      <a:pt x="23" y="40"/>
                      <a:pt x="22" y="38"/>
                    </a:cubicBezTo>
                    <a:cubicBezTo>
                      <a:pt x="21" y="37"/>
                      <a:pt x="20" y="37"/>
                      <a:pt x="19" y="36"/>
                    </a:cubicBezTo>
                    <a:cubicBezTo>
                      <a:pt x="17" y="36"/>
                      <a:pt x="16" y="35"/>
                      <a:pt x="15" y="35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11" y="34"/>
                      <a:pt x="10" y="34"/>
                      <a:pt x="9" y="34"/>
                    </a:cubicBezTo>
                    <a:cubicBezTo>
                      <a:pt x="9" y="33"/>
                      <a:pt x="8" y="33"/>
                      <a:pt x="7" y="33"/>
                    </a:cubicBezTo>
                    <a:cubicBezTo>
                      <a:pt x="7" y="33"/>
                      <a:pt x="6" y="32"/>
                      <a:pt x="6" y="32"/>
                    </a:cubicBezTo>
                    <a:cubicBezTo>
                      <a:pt x="5" y="32"/>
                      <a:pt x="4" y="31"/>
                      <a:pt x="4" y="30"/>
                    </a:cubicBezTo>
                    <a:cubicBezTo>
                      <a:pt x="4" y="30"/>
                      <a:pt x="4" y="29"/>
                      <a:pt x="3" y="28"/>
                    </a:cubicBezTo>
                    <a:cubicBezTo>
                      <a:pt x="3" y="27"/>
                      <a:pt x="2" y="27"/>
                      <a:pt x="2" y="26"/>
                    </a:cubicBezTo>
                    <a:cubicBezTo>
                      <a:pt x="1" y="25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3" y="22"/>
                      <a:pt x="4" y="23"/>
                      <a:pt x="5" y="23"/>
                    </a:cubicBezTo>
                    <a:cubicBezTo>
                      <a:pt x="6" y="23"/>
                      <a:pt x="7" y="23"/>
                      <a:pt x="7" y="22"/>
                    </a:cubicBezTo>
                    <a:cubicBezTo>
                      <a:pt x="7" y="21"/>
                      <a:pt x="6" y="20"/>
                      <a:pt x="6" y="19"/>
                    </a:cubicBezTo>
                    <a:cubicBezTo>
                      <a:pt x="5" y="18"/>
                      <a:pt x="5" y="18"/>
                      <a:pt x="5" y="17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4" y="14"/>
                      <a:pt x="4" y="14"/>
                      <a:pt x="4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9" name="Freeform 3467">
                <a:extLst>
                  <a:ext uri="{FF2B5EF4-FFF2-40B4-BE49-F238E27FC236}">
                    <a16:creationId xmlns:a16="http://schemas.microsoft.com/office/drawing/2014/main" id="{FDA25DDC-7A78-412D-A163-F413547E5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230"/>
                <a:ext cx="6" cy="6"/>
              </a:xfrm>
              <a:custGeom>
                <a:avLst/>
                <a:gdLst>
                  <a:gd name="T0" fmla="*/ 1 w 15"/>
                  <a:gd name="T1" fmla="*/ 6 h 14"/>
                  <a:gd name="T2" fmla="*/ 1 w 15"/>
                  <a:gd name="T3" fmla="*/ 5 h 14"/>
                  <a:gd name="T4" fmla="*/ 3 w 15"/>
                  <a:gd name="T5" fmla="*/ 4 h 14"/>
                  <a:gd name="T6" fmla="*/ 5 w 15"/>
                  <a:gd name="T7" fmla="*/ 4 h 14"/>
                  <a:gd name="T8" fmla="*/ 7 w 15"/>
                  <a:gd name="T9" fmla="*/ 3 h 14"/>
                  <a:gd name="T10" fmla="*/ 8 w 15"/>
                  <a:gd name="T11" fmla="*/ 2 h 14"/>
                  <a:gd name="T12" fmla="*/ 9 w 15"/>
                  <a:gd name="T13" fmla="*/ 1 h 14"/>
                  <a:gd name="T14" fmla="*/ 12 w 15"/>
                  <a:gd name="T15" fmla="*/ 1 h 14"/>
                  <a:gd name="T16" fmla="*/ 13 w 15"/>
                  <a:gd name="T17" fmla="*/ 1 h 14"/>
                  <a:gd name="T18" fmla="*/ 14 w 15"/>
                  <a:gd name="T19" fmla="*/ 2 h 14"/>
                  <a:gd name="T20" fmla="*/ 15 w 15"/>
                  <a:gd name="T21" fmla="*/ 3 h 14"/>
                  <a:gd name="T22" fmla="*/ 14 w 15"/>
                  <a:gd name="T23" fmla="*/ 7 h 14"/>
                  <a:gd name="T24" fmla="*/ 9 w 15"/>
                  <a:gd name="T25" fmla="*/ 9 h 14"/>
                  <a:gd name="T26" fmla="*/ 7 w 15"/>
                  <a:gd name="T27" fmla="*/ 12 h 14"/>
                  <a:gd name="T28" fmla="*/ 5 w 15"/>
                  <a:gd name="T29" fmla="*/ 13 h 14"/>
                  <a:gd name="T30" fmla="*/ 3 w 15"/>
                  <a:gd name="T31" fmla="*/ 14 h 14"/>
                  <a:gd name="T32" fmla="*/ 1 w 15"/>
                  <a:gd name="T33" fmla="*/ 13 h 14"/>
                  <a:gd name="T34" fmla="*/ 0 w 15"/>
                  <a:gd name="T35" fmla="*/ 12 h 14"/>
                  <a:gd name="T36" fmla="*/ 0 w 15"/>
                  <a:gd name="T37" fmla="*/ 12 h 14"/>
                  <a:gd name="T38" fmla="*/ 0 w 15"/>
                  <a:gd name="T39" fmla="*/ 10 h 14"/>
                  <a:gd name="T40" fmla="*/ 0 w 15"/>
                  <a:gd name="T41" fmla="*/ 10 h 14"/>
                  <a:gd name="T42" fmla="*/ 1 w 15"/>
                  <a:gd name="T43" fmla="*/ 9 h 14"/>
                  <a:gd name="T44" fmla="*/ 1 w 15"/>
                  <a:gd name="T45" fmla="*/ 8 h 14"/>
                  <a:gd name="T46" fmla="*/ 1 w 15"/>
                  <a:gd name="T4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4">
                    <a:moveTo>
                      <a:pt x="1" y="6"/>
                    </a:moveTo>
                    <a:cubicBezTo>
                      <a:pt x="1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1" y="0"/>
                      <a:pt x="12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5" y="6"/>
                      <a:pt x="14" y="7"/>
                    </a:cubicBezTo>
                    <a:cubicBezTo>
                      <a:pt x="13" y="8"/>
                      <a:pt x="11" y="9"/>
                      <a:pt x="9" y="9"/>
                    </a:cubicBezTo>
                    <a:cubicBezTo>
                      <a:pt x="8" y="10"/>
                      <a:pt x="7" y="11"/>
                      <a:pt x="7" y="12"/>
                    </a:cubicBezTo>
                    <a:cubicBezTo>
                      <a:pt x="6" y="12"/>
                      <a:pt x="6" y="13"/>
                      <a:pt x="5" y="13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1" y="13"/>
                      <a:pt x="0" y="13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0" name="Freeform 3468">
                <a:extLst>
                  <a:ext uri="{FF2B5EF4-FFF2-40B4-BE49-F238E27FC236}">
                    <a16:creationId xmlns:a16="http://schemas.microsoft.com/office/drawing/2014/main" id="{074231AA-69B5-440A-88F9-000354811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225"/>
                <a:ext cx="6" cy="4"/>
              </a:xfrm>
              <a:custGeom>
                <a:avLst/>
                <a:gdLst>
                  <a:gd name="T0" fmla="*/ 1 w 15"/>
                  <a:gd name="T1" fmla="*/ 9 h 10"/>
                  <a:gd name="T2" fmla="*/ 1 w 15"/>
                  <a:gd name="T3" fmla="*/ 7 h 10"/>
                  <a:gd name="T4" fmla="*/ 2 w 15"/>
                  <a:gd name="T5" fmla="*/ 6 h 10"/>
                  <a:gd name="T6" fmla="*/ 3 w 15"/>
                  <a:gd name="T7" fmla="*/ 5 h 10"/>
                  <a:gd name="T8" fmla="*/ 3 w 15"/>
                  <a:gd name="T9" fmla="*/ 4 h 10"/>
                  <a:gd name="T10" fmla="*/ 3 w 15"/>
                  <a:gd name="T11" fmla="*/ 3 h 10"/>
                  <a:gd name="T12" fmla="*/ 3 w 15"/>
                  <a:gd name="T13" fmla="*/ 2 h 10"/>
                  <a:gd name="T14" fmla="*/ 4 w 15"/>
                  <a:gd name="T15" fmla="*/ 2 h 10"/>
                  <a:gd name="T16" fmla="*/ 4 w 15"/>
                  <a:gd name="T17" fmla="*/ 1 h 10"/>
                  <a:gd name="T18" fmla="*/ 5 w 15"/>
                  <a:gd name="T19" fmla="*/ 0 h 10"/>
                  <a:gd name="T20" fmla="*/ 9 w 15"/>
                  <a:gd name="T21" fmla="*/ 0 h 10"/>
                  <a:gd name="T22" fmla="*/ 10 w 15"/>
                  <a:gd name="T23" fmla="*/ 1 h 10"/>
                  <a:gd name="T24" fmla="*/ 11 w 15"/>
                  <a:gd name="T25" fmla="*/ 2 h 10"/>
                  <a:gd name="T26" fmla="*/ 13 w 15"/>
                  <a:gd name="T27" fmla="*/ 5 h 10"/>
                  <a:gd name="T28" fmla="*/ 14 w 15"/>
                  <a:gd name="T29" fmla="*/ 6 h 10"/>
                  <a:gd name="T30" fmla="*/ 15 w 15"/>
                  <a:gd name="T31" fmla="*/ 7 h 10"/>
                  <a:gd name="T32" fmla="*/ 15 w 15"/>
                  <a:gd name="T33" fmla="*/ 8 h 10"/>
                  <a:gd name="T34" fmla="*/ 14 w 15"/>
                  <a:gd name="T35" fmla="*/ 9 h 10"/>
                  <a:gd name="T36" fmla="*/ 13 w 15"/>
                  <a:gd name="T37" fmla="*/ 10 h 10"/>
                  <a:gd name="T38" fmla="*/ 9 w 15"/>
                  <a:gd name="T39" fmla="*/ 10 h 10"/>
                  <a:gd name="T40" fmla="*/ 8 w 15"/>
                  <a:gd name="T41" fmla="*/ 10 h 10"/>
                  <a:gd name="T42" fmla="*/ 8 w 15"/>
                  <a:gd name="T43" fmla="*/ 10 h 10"/>
                  <a:gd name="T44" fmla="*/ 7 w 15"/>
                  <a:gd name="T45" fmla="*/ 10 h 10"/>
                  <a:gd name="T46" fmla="*/ 6 w 15"/>
                  <a:gd name="T47" fmla="*/ 10 h 10"/>
                  <a:gd name="T48" fmla="*/ 3 w 15"/>
                  <a:gd name="T49" fmla="*/ 10 h 10"/>
                  <a:gd name="T50" fmla="*/ 2 w 15"/>
                  <a:gd name="T51" fmla="*/ 9 h 10"/>
                  <a:gd name="T52" fmla="*/ 1 w 15"/>
                  <a:gd name="T5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" h="10">
                    <a:moveTo>
                      <a:pt x="1" y="9"/>
                    </a:moveTo>
                    <a:cubicBezTo>
                      <a:pt x="1" y="8"/>
                      <a:pt x="0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3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6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5" y="7"/>
                      <a:pt x="15" y="7"/>
                      <a:pt x="15" y="8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4" y="9"/>
                      <a:pt x="13" y="10"/>
                      <a:pt x="13" y="10"/>
                    </a:cubicBezTo>
                    <a:cubicBezTo>
                      <a:pt x="12" y="10"/>
                      <a:pt x="11" y="10"/>
                      <a:pt x="9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4" y="10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1" name="Freeform 3469">
                <a:extLst>
                  <a:ext uri="{FF2B5EF4-FFF2-40B4-BE49-F238E27FC236}">
                    <a16:creationId xmlns:a16="http://schemas.microsoft.com/office/drawing/2014/main" id="{EF9E8B83-F5EC-4649-9451-80D9659B5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217"/>
                <a:ext cx="6" cy="15"/>
              </a:xfrm>
              <a:custGeom>
                <a:avLst/>
                <a:gdLst>
                  <a:gd name="T0" fmla="*/ 1 w 14"/>
                  <a:gd name="T1" fmla="*/ 22 h 37"/>
                  <a:gd name="T2" fmla="*/ 1 w 14"/>
                  <a:gd name="T3" fmla="*/ 16 h 37"/>
                  <a:gd name="T4" fmla="*/ 0 w 14"/>
                  <a:gd name="T5" fmla="*/ 7 h 37"/>
                  <a:gd name="T6" fmla="*/ 0 w 14"/>
                  <a:gd name="T7" fmla="*/ 3 h 37"/>
                  <a:gd name="T8" fmla="*/ 0 w 14"/>
                  <a:gd name="T9" fmla="*/ 1 h 37"/>
                  <a:gd name="T10" fmla="*/ 3 w 14"/>
                  <a:gd name="T11" fmla="*/ 0 h 37"/>
                  <a:gd name="T12" fmla="*/ 6 w 14"/>
                  <a:gd name="T13" fmla="*/ 2 h 37"/>
                  <a:gd name="T14" fmla="*/ 8 w 14"/>
                  <a:gd name="T15" fmla="*/ 7 h 37"/>
                  <a:gd name="T16" fmla="*/ 8 w 14"/>
                  <a:gd name="T17" fmla="*/ 11 h 37"/>
                  <a:gd name="T18" fmla="*/ 9 w 14"/>
                  <a:gd name="T19" fmla="*/ 15 h 37"/>
                  <a:gd name="T20" fmla="*/ 10 w 14"/>
                  <a:gd name="T21" fmla="*/ 20 h 37"/>
                  <a:gd name="T22" fmla="*/ 11 w 14"/>
                  <a:gd name="T23" fmla="*/ 23 h 37"/>
                  <a:gd name="T24" fmla="*/ 11 w 14"/>
                  <a:gd name="T25" fmla="*/ 24 h 37"/>
                  <a:gd name="T26" fmla="*/ 13 w 14"/>
                  <a:gd name="T27" fmla="*/ 26 h 37"/>
                  <a:gd name="T28" fmla="*/ 14 w 14"/>
                  <a:gd name="T29" fmla="*/ 30 h 37"/>
                  <a:gd name="T30" fmla="*/ 11 w 14"/>
                  <a:gd name="T31" fmla="*/ 35 h 37"/>
                  <a:gd name="T32" fmla="*/ 7 w 14"/>
                  <a:gd name="T33" fmla="*/ 37 h 37"/>
                  <a:gd name="T34" fmla="*/ 4 w 14"/>
                  <a:gd name="T35" fmla="*/ 35 h 37"/>
                  <a:gd name="T36" fmla="*/ 2 w 14"/>
                  <a:gd name="T37" fmla="*/ 31 h 37"/>
                  <a:gd name="T38" fmla="*/ 2 w 14"/>
                  <a:gd name="T39" fmla="*/ 29 h 37"/>
                  <a:gd name="T40" fmla="*/ 1 w 14"/>
                  <a:gd name="T41" fmla="*/ 27 h 37"/>
                  <a:gd name="T42" fmla="*/ 1 w 14"/>
                  <a:gd name="T43" fmla="*/ 24 h 37"/>
                  <a:gd name="T44" fmla="*/ 1 w 14"/>
                  <a:gd name="T45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37">
                    <a:moveTo>
                      <a:pt x="1" y="22"/>
                    </a:moveTo>
                    <a:cubicBezTo>
                      <a:pt x="1" y="20"/>
                      <a:pt x="1" y="18"/>
                      <a:pt x="1" y="16"/>
                    </a:cubicBezTo>
                    <a:cubicBezTo>
                      <a:pt x="1" y="13"/>
                      <a:pt x="0" y="10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3"/>
                      <a:pt x="8" y="5"/>
                      <a:pt x="8" y="7"/>
                    </a:cubicBezTo>
                    <a:cubicBezTo>
                      <a:pt x="8" y="8"/>
                      <a:pt x="8" y="10"/>
                      <a:pt x="8" y="11"/>
                    </a:cubicBezTo>
                    <a:cubicBezTo>
                      <a:pt x="8" y="13"/>
                      <a:pt x="9" y="14"/>
                      <a:pt x="9" y="15"/>
                    </a:cubicBezTo>
                    <a:cubicBezTo>
                      <a:pt x="10" y="17"/>
                      <a:pt x="10" y="18"/>
                      <a:pt x="10" y="20"/>
                    </a:cubicBezTo>
                    <a:cubicBezTo>
                      <a:pt x="10" y="21"/>
                      <a:pt x="10" y="22"/>
                      <a:pt x="11" y="23"/>
                    </a:cubicBezTo>
                    <a:cubicBezTo>
                      <a:pt x="11" y="23"/>
                      <a:pt x="11" y="24"/>
                      <a:pt x="11" y="24"/>
                    </a:cubicBezTo>
                    <a:cubicBezTo>
                      <a:pt x="12" y="25"/>
                      <a:pt x="12" y="25"/>
                      <a:pt x="13" y="26"/>
                    </a:cubicBezTo>
                    <a:cubicBezTo>
                      <a:pt x="14" y="27"/>
                      <a:pt x="14" y="28"/>
                      <a:pt x="14" y="30"/>
                    </a:cubicBezTo>
                    <a:cubicBezTo>
                      <a:pt x="13" y="31"/>
                      <a:pt x="12" y="33"/>
                      <a:pt x="11" y="35"/>
                    </a:cubicBezTo>
                    <a:cubicBezTo>
                      <a:pt x="10" y="36"/>
                      <a:pt x="9" y="37"/>
                      <a:pt x="7" y="37"/>
                    </a:cubicBezTo>
                    <a:cubicBezTo>
                      <a:pt x="6" y="37"/>
                      <a:pt x="5" y="36"/>
                      <a:pt x="4" y="35"/>
                    </a:cubicBezTo>
                    <a:cubicBezTo>
                      <a:pt x="3" y="34"/>
                      <a:pt x="3" y="33"/>
                      <a:pt x="2" y="31"/>
                    </a:cubicBezTo>
                    <a:cubicBezTo>
                      <a:pt x="2" y="31"/>
                      <a:pt x="2" y="30"/>
                      <a:pt x="2" y="29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1" y="26"/>
                      <a:pt x="1" y="25"/>
                      <a:pt x="1" y="24"/>
                    </a:cubicBezTo>
                    <a:cubicBezTo>
                      <a:pt x="1" y="23"/>
                      <a:pt x="1" y="22"/>
                      <a:pt x="1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3691" name="Group 3671">
              <a:extLst>
                <a:ext uri="{FF2B5EF4-FFF2-40B4-BE49-F238E27FC236}">
                  <a16:creationId xmlns:a16="http://schemas.microsoft.com/office/drawing/2014/main" id="{63EB9197-0EEF-41E5-9498-34F8825272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2" y="-4"/>
              <a:ext cx="4258" cy="3230"/>
              <a:chOff x="1962" y="-4"/>
              <a:chExt cx="4258" cy="3230"/>
            </a:xfrm>
            <a:grpFill/>
          </p:grpSpPr>
          <p:sp>
            <p:nvSpPr>
              <p:cNvPr id="3738" name="Freeform 3471">
                <a:extLst>
                  <a:ext uri="{FF2B5EF4-FFF2-40B4-BE49-F238E27FC236}">
                    <a16:creationId xmlns:a16="http://schemas.microsoft.com/office/drawing/2014/main" id="{F287FE76-7957-49E2-9D7E-0A40A143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9"/>
                <a:ext cx="11" cy="22"/>
              </a:xfrm>
              <a:custGeom>
                <a:avLst/>
                <a:gdLst>
                  <a:gd name="T0" fmla="*/ 13 w 26"/>
                  <a:gd name="T1" fmla="*/ 22 h 55"/>
                  <a:gd name="T2" fmla="*/ 13 w 26"/>
                  <a:gd name="T3" fmla="*/ 19 h 55"/>
                  <a:gd name="T4" fmla="*/ 13 w 26"/>
                  <a:gd name="T5" fmla="*/ 11 h 55"/>
                  <a:gd name="T6" fmla="*/ 13 w 26"/>
                  <a:gd name="T7" fmla="*/ 7 h 55"/>
                  <a:gd name="T8" fmla="*/ 15 w 26"/>
                  <a:gd name="T9" fmla="*/ 3 h 55"/>
                  <a:gd name="T10" fmla="*/ 16 w 26"/>
                  <a:gd name="T11" fmla="*/ 1 h 55"/>
                  <a:gd name="T12" fmla="*/ 17 w 26"/>
                  <a:gd name="T13" fmla="*/ 2 h 55"/>
                  <a:gd name="T14" fmla="*/ 18 w 26"/>
                  <a:gd name="T15" fmla="*/ 4 h 55"/>
                  <a:gd name="T16" fmla="*/ 19 w 26"/>
                  <a:gd name="T17" fmla="*/ 8 h 55"/>
                  <a:gd name="T18" fmla="*/ 20 w 26"/>
                  <a:gd name="T19" fmla="*/ 14 h 55"/>
                  <a:gd name="T20" fmla="*/ 20 w 26"/>
                  <a:gd name="T21" fmla="*/ 19 h 55"/>
                  <a:gd name="T22" fmla="*/ 20 w 26"/>
                  <a:gd name="T23" fmla="*/ 25 h 55"/>
                  <a:gd name="T24" fmla="*/ 24 w 26"/>
                  <a:gd name="T25" fmla="*/ 30 h 55"/>
                  <a:gd name="T26" fmla="*/ 26 w 26"/>
                  <a:gd name="T27" fmla="*/ 34 h 55"/>
                  <a:gd name="T28" fmla="*/ 23 w 26"/>
                  <a:gd name="T29" fmla="*/ 38 h 55"/>
                  <a:gd name="T30" fmla="*/ 19 w 26"/>
                  <a:gd name="T31" fmla="*/ 41 h 55"/>
                  <a:gd name="T32" fmla="*/ 19 w 26"/>
                  <a:gd name="T33" fmla="*/ 46 h 55"/>
                  <a:gd name="T34" fmla="*/ 18 w 26"/>
                  <a:gd name="T35" fmla="*/ 52 h 55"/>
                  <a:gd name="T36" fmla="*/ 15 w 26"/>
                  <a:gd name="T37" fmla="*/ 54 h 55"/>
                  <a:gd name="T38" fmla="*/ 11 w 26"/>
                  <a:gd name="T39" fmla="*/ 54 h 55"/>
                  <a:gd name="T40" fmla="*/ 10 w 26"/>
                  <a:gd name="T41" fmla="*/ 51 h 55"/>
                  <a:gd name="T42" fmla="*/ 10 w 26"/>
                  <a:gd name="T43" fmla="*/ 49 h 55"/>
                  <a:gd name="T44" fmla="*/ 10 w 26"/>
                  <a:gd name="T45" fmla="*/ 48 h 55"/>
                  <a:gd name="T46" fmla="*/ 10 w 26"/>
                  <a:gd name="T47" fmla="*/ 46 h 55"/>
                  <a:gd name="T48" fmla="*/ 10 w 26"/>
                  <a:gd name="T49" fmla="*/ 44 h 55"/>
                  <a:gd name="T50" fmla="*/ 9 w 26"/>
                  <a:gd name="T51" fmla="*/ 43 h 55"/>
                  <a:gd name="T52" fmla="*/ 9 w 26"/>
                  <a:gd name="T53" fmla="*/ 43 h 55"/>
                  <a:gd name="T54" fmla="*/ 8 w 26"/>
                  <a:gd name="T55" fmla="*/ 43 h 55"/>
                  <a:gd name="T56" fmla="*/ 7 w 26"/>
                  <a:gd name="T57" fmla="*/ 44 h 55"/>
                  <a:gd name="T58" fmla="*/ 7 w 26"/>
                  <a:gd name="T59" fmla="*/ 45 h 55"/>
                  <a:gd name="T60" fmla="*/ 6 w 26"/>
                  <a:gd name="T61" fmla="*/ 47 h 55"/>
                  <a:gd name="T62" fmla="*/ 5 w 26"/>
                  <a:gd name="T63" fmla="*/ 49 h 55"/>
                  <a:gd name="T64" fmla="*/ 4 w 26"/>
                  <a:gd name="T65" fmla="*/ 49 h 55"/>
                  <a:gd name="T66" fmla="*/ 2 w 26"/>
                  <a:gd name="T67" fmla="*/ 47 h 55"/>
                  <a:gd name="T68" fmla="*/ 1 w 26"/>
                  <a:gd name="T69" fmla="*/ 46 h 55"/>
                  <a:gd name="T70" fmla="*/ 0 w 26"/>
                  <a:gd name="T71" fmla="*/ 41 h 55"/>
                  <a:gd name="T72" fmla="*/ 0 w 26"/>
                  <a:gd name="T73" fmla="*/ 38 h 55"/>
                  <a:gd name="T74" fmla="*/ 0 w 26"/>
                  <a:gd name="T75" fmla="*/ 36 h 55"/>
                  <a:gd name="T76" fmla="*/ 1 w 26"/>
                  <a:gd name="T77" fmla="*/ 35 h 55"/>
                  <a:gd name="T78" fmla="*/ 3 w 26"/>
                  <a:gd name="T79" fmla="*/ 34 h 55"/>
                  <a:gd name="T80" fmla="*/ 9 w 26"/>
                  <a:gd name="T81" fmla="*/ 31 h 55"/>
                  <a:gd name="T82" fmla="*/ 12 w 26"/>
                  <a:gd name="T83" fmla="*/ 27 h 55"/>
                  <a:gd name="T84" fmla="*/ 13 w 26"/>
                  <a:gd name="T85" fmla="*/ 2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55">
                    <a:moveTo>
                      <a:pt x="13" y="22"/>
                    </a:move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6"/>
                      <a:pt x="13" y="14"/>
                      <a:pt x="13" y="11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4" y="6"/>
                      <a:pt x="14" y="4"/>
                      <a:pt x="15" y="3"/>
                    </a:cubicBezTo>
                    <a:cubicBezTo>
                      <a:pt x="15" y="2"/>
                      <a:pt x="15" y="0"/>
                      <a:pt x="16" y="1"/>
                    </a:cubicBezTo>
                    <a:cubicBezTo>
                      <a:pt x="17" y="1"/>
                      <a:pt x="17" y="2"/>
                      <a:pt x="17" y="2"/>
                    </a:cubicBezTo>
                    <a:cubicBezTo>
                      <a:pt x="18" y="3"/>
                      <a:pt x="18" y="4"/>
                      <a:pt x="18" y="4"/>
                    </a:cubicBezTo>
                    <a:cubicBezTo>
                      <a:pt x="19" y="6"/>
                      <a:pt x="19" y="7"/>
                      <a:pt x="19" y="8"/>
                    </a:cubicBezTo>
                    <a:cubicBezTo>
                      <a:pt x="20" y="10"/>
                      <a:pt x="20" y="12"/>
                      <a:pt x="20" y="14"/>
                    </a:cubicBezTo>
                    <a:cubicBezTo>
                      <a:pt x="20" y="16"/>
                      <a:pt x="20" y="18"/>
                      <a:pt x="20" y="19"/>
                    </a:cubicBezTo>
                    <a:cubicBezTo>
                      <a:pt x="19" y="21"/>
                      <a:pt x="19" y="23"/>
                      <a:pt x="20" y="25"/>
                    </a:cubicBezTo>
                    <a:cubicBezTo>
                      <a:pt x="21" y="27"/>
                      <a:pt x="22" y="29"/>
                      <a:pt x="24" y="30"/>
                    </a:cubicBezTo>
                    <a:cubicBezTo>
                      <a:pt x="25" y="31"/>
                      <a:pt x="26" y="32"/>
                      <a:pt x="26" y="34"/>
                    </a:cubicBezTo>
                    <a:cubicBezTo>
                      <a:pt x="26" y="36"/>
                      <a:pt x="25" y="37"/>
                      <a:pt x="23" y="38"/>
                    </a:cubicBezTo>
                    <a:cubicBezTo>
                      <a:pt x="22" y="39"/>
                      <a:pt x="20" y="39"/>
                      <a:pt x="19" y="41"/>
                    </a:cubicBezTo>
                    <a:cubicBezTo>
                      <a:pt x="18" y="43"/>
                      <a:pt x="19" y="45"/>
                      <a:pt x="19" y="46"/>
                    </a:cubicBezTo>
                    <a:cubicBezTo>
                      <a:pt x="19" y="48"/>
                      <a:pt x="19" y="50"/>
                      <a:pt x="18" y="52"/>
                    </a:cubicBezTo>
                    <a:cubicBezTo>
                      <a:pt x="17" y="53"/>
                      <a:pt x="16" y="54"/>
                      <a:pt x="15" y="54"/>
                    </a:cubicBezTo>
                    <a:cubicBezTo>
                      <a:pt x="14" y="55"/>
                      <a:pt x="12" y="55"/>
                      <a:pt x="11" y="54"/>
                    </a:cubicBezTo>
                    <a:cubicBezTo>
                      <a:pt x="10" y="53"/>
                      <a:pt x="11" y="52"/>
                      <a:pt x="10" y="51"/>
                    </a:cubicBezTo>
                    <a:cubicBezTo>
                      <a:pt x="10" y="50"/>
                      <a:pt x="10" y="50"/>
                      <a:pt x="10" y="49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6"/>
                    </a:cubicBezTo>
                    <a:cubicBezTo>
                      <a:pt x="10" y="46"/>
                      <a:pt x="10" y="45"/>
                      <a:pt x="10" y="44"/>
                    </a:cubicBezTo>
                    <a:cubicBezTo>
                      <a:pt x="10" y="44"/>
                      <a:pt x="10" y="43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8" y="42"/>
                      <a:pt x="8" y="42"/>
                      <a:pt x="8" y="43"/>
                    </a:cubicBezTo>
                    <a:cubicBezTo>
                      <a:pt x="8" y="43"/>
                      <a:pt x="7" y="43"/>
                      <a:pt x="7" y="44"/>
                    </a:cubicBezTo>
                    <a:cubicBezTo>
                      <a:pt x="7" y="44"/>
                      <a:pt x="7" y="45"/>
                      <a:pt x="7" y="45"/>
                    </a:cubicBezTo>
                    <a:cubicBezTo>
                      <a:pt x="7" y="46"/>
                      <a:pt x="6" y="46"/>
                      <a:pt x="6" y="47"/>
                    </a:cubicBezTo>
                    <a:cubicBezTo>
                      <a:pt x="6" y="47"/>
                      <a:pt x="6" y="49"/>
                      <a:pt x="5" y="49"/>
                    </a:cubicBezTo>
                    <a:cubicBezTo>
                      <a:pt x="5" y="49"/>
                      <a:pt x="4" y="49"/>
                      <a:pt x="4" y="49"/>
                    </a:cubicBezTo>
                    <a:cubicBezTo>
                      <a:pt x="3" y="48"/>
                      <a:pt x="3" y="47"/>
                      <a:pt x="2" y="47"/>
                    </a:cubicBezTo>
                    <a:cubicBezTo>
                      <a:pt x="2" y="46"/>
                      <a:pt x="1" y="46"/>
                      <a:pt x="1" y="46"/>
                    </a:cubicBezTo>
                    <a:cubicBezTo>
                      <a:pt x="0" y="44"/>
                      <a:pt x="0" y="43"/>
                      <a:pt x="0" y="41"/>
                    </a:cubicBezTo>
                    <a:cubicBezTo>
                      <a:pt x="0" y="40"/>
                      <a:pt x="0" y="39"/>
                      <a:pt x="0" y="38"/>
                    </a:cubicBezTo>
                    <a:cubicBezTo>
                      <a:pt x="0" y="37"/>
                      <a:pt x="0" y="37"/>
                      <a:pt x="0" y="36"/>
                    </a:cubicBezTo>
                    <a:cubicBezTo>
                      <a:pt x="1" y="36"/>
                      <a:pt x="1" y="35"/>
                      <a:pt x="1" y="35"/>
                    </a:cubicBezTo>
                    <a:cubicBezTo>
                      <a:pt x="2" y="34"/>
                      <a:pt x="2" y="34"/>
                      <a:pt x="3" y="34"/>
                    </a:cubicBezTo>
                    <a:cubicBezTo>
                      <a:pt x="5" y="33"/>
                      <a:pt x="7" y="33"/>
                      <a:pt x="9" y="31"/>
                    </a:cubicBezTo>
                    <a:cubicBezTo>
                      <a:pt x="10" y="30"/>
                      <a:pt x="11" y="28"/>
                      <a:pt x="12" y="27"/>
                    </a:cubicBezTo>
                    <a:cubicBezTo>
                      <a:pt x="13" y="25"/>
                      <a:pt x="13" y="24"/>
                      <a:pt x="1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39" name="Freeform 3472">
                <a:extLst>
                  <a:ext uri="{FF2B5EF4-FFF2-40B4-BE49-F238E27FC236}">
                    <a16:creationId xmlns:a16="http://schemas.microsoft.com/office/drawing/2014/main" id="{C8ED3085-2AEA-407F-8AEA-48311493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7"/>
                <a:ext cx="4" cy="13"/>
              </a:xfrm>
              <a:custGeom>
                <a:avLst/>
                <a:gdLst>
                  <a:gd name="T0" fmla="*/ 8 w 10"/>
                  <a:gd name="T1" fmla="*/ 27 h 32"/>
                  <a:gd name="T2" fmla="*/ 6 w 10"/>
                  <a:gd name="T3" fmla="*/ 31 h 32"/>
                  <a:gd name="T4" fmla="*/ 4 w 10"/>
                  <a:gd name="T5" fmla="*/ 31 h 32"/>
                  <a:gd name="T6" fmla="*/ 2 w 10"/>
                  <a:gd name="T7" fmla="*/ 29 h 32"/>
                  <a:gd name="T8" fmla="*/ 1 w 10"/>
                  <a:gd name="T9" fmla="*/ 23 h 32"/>
                  <a:gd name="T10" fmla="*/ 1 w 10"/>
                  <a:gd name="T11" fmla="*/ 15 h 32"/>
                  <a:gd name="T12" fmla="*/ 0 w 10"/>
                  <a:gd name="T13" fmla="*/ 12 h 32"/>
                  <a:gd name="T14" fmla="*/ 0 w 10"/>
                  <a:gd name="T15" fmla="*/ 8 h 32"/>
                  <a:gd name="T16" fmla="*/ 0 w 10"/>
                  <a:gd name="T17" fmla="*/ 5 h 32"/>
                  <a:gd name="T18" fmla="*/ 1 w 10"/>
                  <a:gd name="T19" fmla="*/ 3 h 32"/>
                  <a:gd name="T20" fmla="*/ 3 w 10"/>
                  <a:gd name="T21" fmla="*/ 0 h 32"/>
                  <a:gd name="T22" fmla="*/ 6 w 10"/>
                  <a:gd name="T23" fmla="*/ 1 h 32"/>
                  <a:gd name="T24" fmla="*/ 8 w 10"/>
                  <a:gd name="T25" fmla="*/ 4 h 32"/>
                  <a:gd name="T26" fmla="*/ 10 w 10"/>
                  <a:gd name="T27" fmla="*/ 12 h 32"/>
                  <a:gd name="T28" fmla="*/ 10 w 10"/>
                  <a:gd name="T29" fmla="*/ 14 h 32"/>
                  <a:gd name="T30" fmla="*/ 10 w 10"/>
                  <a:gd name="T31" fmla="*/ 20 h 32"/>
                  <a:gd name="T32" fmla="*/ 9 w 10"/>
                  <a:gd name="T33" fmla="*/ 21 h 32"/>
                  <a:gd name="T34" fmla="*/ 9 w 10"/>
                  <a:gd name="T35" fmla="*/ 24 h 32"/>
                  <a:gd name="T36" fmla="*/ 8 w 10"/>
                  <a:gd name="T3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32">
                    <a:moveTo>
                      <a:pt x="8" y="27"/>
                    </a:moveTo>
                    <a:cubicBezTo>
                      <a:pt x="8" y="28"/>
                      <a:pt x="8" y="32"/>
                      <a:pt x="6" y="31"/>
                    </a:cubicBezTo>
                    <a:cubicBezTo>
                      <a:pt x="5" y="31"/>
                      <a:pt x="4" y="31"/>
                      <a:pt x="4" y="31"/>
                    </a:cubicBezTo>
                    <a:cubicBezTo>
                      <a:pt x="3" y="31"/>
                      <a:pt x="3" y="30"/>
                      <a:pt x="2" y="29"/>
                    </a:cubicBezTo>
                    <a:cubicBezTo>
                      <a:pt x="1" y="27"/>
                      <a:pt x="1" y="25"/>
                      <a:pt x="1" y="23"/>
                    </a:cubicBezTo>
                    <a:cubicBezTo>
                      <a:pt x="1" y="20"/>
                      <a:pt x="1" y="18"/>
                      <a:pt x="1" y="15"/>
                    </a:cubicBezTo>
                    <a:cubicBezTo>
                      <a:pt x="1" y="14"/>
                      <a:pt x="1" y="13"/>
                      <a:pt x="0" y="12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4" y="0"/>
                      <a:pt x="6" y="0"/>
                      <a:pt x="6" y="1"/>
                    </a:cubicBezTo>
                    <a:cubicBezTo>
                      <a:pt x="7" y="2"/>
                      <a:pt x="7" y="3"/>
                      <a:pt x="8" y="4"/>
                    </a:cubicBezTo>
                    <a:cubicBezTo>
                      <a:pt x="9" y="7"/>
                      <a:pt x="9" y="10"/>
                      <a:pt x="10" y="12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6"/>
                      <a:pt x="10" y="18"/>
                      <a:pt x="10" y="20"/>
                    </a:cubicBezTo>
                    <a:cubicBezTo>
                      <a:pt x="10" y="20"/>
                      <a:pt x="9" y="21"/>
                      <a:pt x="9" y="21"/>
                    </a:cubicBezTo>
                    <a:cubicBezTo>
                      <a:pt x="9" y="22"/>
                      <a:pt x="9" y="23"/>
                      <a:pt x="9" y="24"/>
                    </a:cubicBezTo>
                    <a:cubicBezTo>
                      <a:pt x="9" y="25"/>
                      <a:pt x="8" y="26"/>
                      <a:pt x="8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0" name="Freeform 3473">
                <a:extLst>
                  <a:ext uri="{FF2B5EF4-FFF2-40B4-BE49-F238E27FC236}">
                    <a16:creationId xmlns:a16="http://schemas.microsoft.com/office/drawing/2014/main" id="{6EE7CE9A-2022-4CD6-807A-A17810BC3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215"/>
                <a:ext cx="4" cy="17"/>
              </a:xfrm>
              <a:custGeom>
                <a:avLst/>
                <a:gdLst>
                  <a:gd name="T0" fmla="*/ 10 w 11"/>
                  <a:gd name="T1" fmla="*/ 36 h 43"/>
                  <a:gd name="T2" fmla="*/ 11 w 11"/>
                  <a:gd name="T3" fmla="*/ 33 h 43"/>
                  <a:gd name="T4" fmla="*/ 10 w 11"/>
                  <a:gd name="T5" fmla="*/ 28 h 43"/>
                  <a:gd name="T6" fmla="*/ 9 w 11"/>
                  <a:gd name="T7" fmla="*/ 24 h 43"/>
                  <a:gd name="T8" fmla="*/ 8 w 11"/>
                  <a:gd name="T9" fmla="*/ 19 h 43"/>
                  <a:gd name="T10" fmla="*/ 7 w 11"/>
                  <a:gd name="T11" fmla="*/ 15 h 43"/>
                  <a:gd name="T12" fmla="*/ 5 w 11"/>
                  <a:gd name="T13" fmla="*/ 8 h 43"/>
                  <a:gd name="T14" fmla="*/ 5 w 11"/>
                  <a:gd name="T15" fmla="*/ 5 h 43"/>
                  <a:gd name="T16" fmla="*/ 5 w 11"/>
                  <a:gd name="T17" fmla="*/ 3 h 43"/>
                  <a:gd name="T18" fmla="*/ 2 w 11"/>
                  <a:gd name="T19" fmla="*/ 1 h 43"/>
                  <a:gd name="T20" fmla="*/ 0 w 11"/>
                  <a:gd name="T21" fmla="*/ 3 h 43"/>
                  <a:gd name="T22" fmla="*/ 0 w 11"/>
                  <a:gd name="T23" fmla="*/ 9 h 43"/>
                  <a:gd name="T24" fmla="*/ 1 w 11"/>
                  <a:gd name="T25" fmla="*/ 14 h 43"/>
                  <a:gd name="T26" fmla="*/ 1 w 11"/>
                  <a:gd name="T27" fmla="*/ 25 h 43"/>
                  <a:gd name="T28" fmla="*/ 1 w 11"/>
                  <a:gd name="T29" fmla="*/ 32 h 43"/>
                  <a:gd name="T30" fmla="*/ 1 w 11"/>
                  <a:gd name="T31" fmla="*/ 36 h 43"/>
                  <a:gd name="T32" fmla="*/ 2 w 11"/>
                  <a:gd name="T33" fmla="*/ 39 h 43"/>
                  <a:gd name="T34" fmla="*/ 3 w 11"/>
                  <a:gd name="T35" fmla="*/ 42 h 43"/>
                  <a:gd name="T36" fmla="*/ 7 w 11"/>
                  <a:gd name="T37" fmla="*/ 43 h 43"/>
                  <a:gd name="T38" fmla="*/ 9 w 11"/>
                  <a:gd name="T39" fmla="*/ 41 h 43"/>
                  <a:gd name="T40" fmla="*/ 9 w 11"/>
                  <a:gd name="T41" fmla="*/ 39 h 43"/>
                  <a:gd name="T42" fmla="*/ 10 w 11"/>
                  <a:gd name="T43" fmla="*/ 3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43">
                    <a:moveTo>
                      <a:pt x="10" y="36"/>
                    </a:moveTo>
                    <a:cubicBezTo>
                      <a:pt x="10" y="35"/>
                      <a:pt x="11" y="34"/>
                      <a:pt x="11" y="33"/>
                    </a:cubicBezTo>
                    <a:cubicBezTo>
                      <a:pt x="11" y="31"/>
                      <a:pt x="11" y="30"/>
                      <a:pt x="10" y="28"/>
                    </a:cubicBezTo>
                    <a:cubicBezTo>
                      <a:pt x="10" y="27"/>
                      <a:pt x="9" y="25"/>
                      <a:pt x="9" y="24"/>
                    </a:cubicBezTo>
                    <a:cubicBezTo>
                      <a:pt x="9" y="22"/>
                      <a:pt x="9" y="20"/>
                      <a:pt x="8" y="19"/>
                    </a:cubicBezTo>
                    <a:cubicBezTo>
                      <a:pt x="8" y="17"/>
                      <a:pt x="7" y="16"/>
                      <a:pt x="7" y="15"/>
                    </a:cubicBezTo>
                    <a:cubicBezTo>
                      <a:pt x="5" y="13"/>
                      <a:pt x="5" y="11"/>
                      <a:pt x="5" y="8"/>
                    </a:cubicBezTo>
                    <a:cubicBezTo>
                      <a:pt x="5" y="7"/>
                      <a:pt x="5" y="6"/>
                      <a:pt x="5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1" y="11"/>
                      <a:pt x="1" y="12"/>
                      <a:pt x="1" y="14"/>
                    </a:cubicBezTo>
                    <a:cubicBezTo>
                      <a:pt x="2" y="18"/>
                      <a:pt x="1" y="22"/>
                      <a:pt x="1" y="25"/>
                    </a:cubicBezTo>
                    <a:cubicBezTo>
                      <a:pt x="0" y="28"/>
                      <a:pt x="1" y="30"/>
                      <a:pt x="1" y="32"/>
                    </a:cubicBezTo>
                    <a:cubicBezTo>
                      <a:pt x="1" y="34"/>
                      <a:pt x="1" y="35"/>
                      <a:pt x="1" y="36"/>
                    </a:cubicBezTo>
                    <a:cubicBezTo>
                      <a:pt x="1" y="37"/>
                      <a:pt x="1" y="38"/>
                      <a:pt x="2" y="39"/>
                    </a:cubicBezTo>
                    <a:cubicBezTo>
                      <a:pt x="2" y="40"/>
                      <a:pt x="3" y="41"/>
                      <a:pt x="3" y="42"/>
                    </a:cubicBezTo>
                    <a:cubicBezTo>
                      <a:pt x="4" y="43"/>
                      <a:pt x="6" y="43"/>
                      <a:pt x="7" y="43"/>
                    </a:cubicBezTo>
                    <a:cubicBezTo>
                      <a:pt x="8" y="42"/>
                      <a:pt x="8" y="41"/>
                      <a:pt x="9" y="41"/>
                    </a:cubicBezTo>
                    <a:cubicBezTo>
                      <a:pt x="9" y="40"/>
                      <a:pt x="9" y="40"/>
                      <a:pt x="9" y="39"/>
                    </a:cubicBezTo>
                    <a:cubicBezTo>
                      <a:pt x="10" y="38"/>
                      <a:pt x="10" y="37"/>
                      <a:pt x="10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1" name="Freeform 3474">
                <a:extLst>
                  <a:ext uri="{FF2B5EF4-FFF2-40B4-BE49-F238E27FC236}">
                    <a16:creationId xmlns:a16="http://schemas.microsoft.com/office/drawing/2014/main" id="{500B4891-9252-44B7-B1F2-153A3522A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215"/>
                <a:ext cx="20" cy="35"/>
              </a:xfrm>
              <a:custGeom>
                <a:avLst/>
                <a:gdLst>
                  <a:gd name="T0" fmla="*/ 31 w 50"/>
                  <a:gd name="T1" fmla="*/ 66 h 86"/>
                  <a:gd name="T2" fmla="*/ 31 w 50"/>
                  <a:gd name="T3" fmla="*/ 55 h 86"/>
                  <a:gd name="T4" fmla="*/ 31 w 50"/>
                  <a:gd name="T5" fmla="*/ 53 h 86"/>
                  <a:gd name="T6" fmla="*/ 32 w 50"/>
                  <a:gd name="T7" fmla="*/ 54 h 86"/>
                  <a:gd name="T8" fmla="*/ 34 w 50"/>
                  <a:gd name="T9" fmla="*/ 63 h 86"/>
                  <a:gd name="T10" fmla="*/ 31 w 50"/>
                  <a:gd name="T11" fmla="*/ 72 h 86"/>
                  <a:gd name="T12" fmla="*/ 29 w 50"/>
                  <a:gd name="T13" fmla="*/ 77 h 86"/>
                  <a:gd name="T14" fmla="*/ 32 w 50"/>
                  <a:gd name="T15" fmla="*/ 83 h 86"/>
                  <a:gd name="T16" fmla="*/ 35 w 50"/>
                  <a:gd name="T17" fmla="*/ 85 h 86"/>
                  <a:gd name="T18" fmla="*/ 37 w 50"/>
                  <a:gd name="T19" fmla="*/ 83 h 86"/>
                  <a:gd name="T20" fmla="*/ 40 w 50"/>
                  <a:gd name="T21" fmla="*/ 80 h 86"/>
                  <a:gd name="T22" fmla="*/ 43 w 50"/>
                  <a:gd name="T23" fmla="*/ 75 h 86"/>
                  <a:gd name="T24" fmla="*/ 43 w 50"/>
                  <a:gd name="T25" fmla="*/ 68 h 86"/>
                  <a:gd name="T26" fmla="*/ 42 w 50"/>
                  <a:gd name="T27" fmla="*/ 66 h 86"/>
                  <a:gd name="T28" fmla="*/ 44 w 50"/>
                  <a:gd name="T29" fmla="*/ 66 h 86"/>
                  <a:gd name="T30" fmla="*/ 47 w 50"/>
                  <a:gd name="T31" fmla="*/ 68 h 86"/>
                  <a:gd name="T32" fmla="*/ 49 w 50"/>
                  <a:gd name="T33" fmla="*/ 68 h 86"/>
                  <a:gd name="T34" fmla="*/ 47 w 50"/>
                  <a:gd name="T35" fmla="*/ 63 h 86"/>
                  <a:gd name="T36" fmla="*/ 42 w 50"/>
                  <a:gd name="T37" fmla="*/ 54 h 86"/>
                  <a:gd name="T38" fmla="*/ 41 w 50"/>
                  <a:gd name="T39" fmla="*/ 51 h 86"/>
                  <a:gd name="T40" fmla="*/ 40 w 50"/>
                  <a:gd name="T41" fmla="*/ 49 h 86"/>
                  <a:gd name="T42" fmla="*/ 41 w 50"/>
                  <a:gd name="T43" fmla="*/ 49 h 86"/>
                  <a:gd name="T44" fmla="*/ 44 w 50"/>
                  <a:gd name="T45" fmla="*/ 52 h 86"/>
                  <a:gd name="T46" fmla="*/ 48 w 50"/>
                  <a:gd name="T47" fmla="*/ 54 h 86"/>
                  <a:gd name="T48" fmla="*/ 49 w 50"/>
                  <a:gd name="T49" fmla="*/ 52 h 86"/>
                  <a:gd name="T50" fmla="*/ 46 w 50"/>
                  <a:gd name="T51" fmla="*/ 47 h 86"/>
                  <a:gd name="T52" fmla="*/ 42 w 50"/>
                  <a:gd name="T53" fmla="*/ 42 h 86"/>
                  <a:gd name="T54" fmla="*/ 39 w 50"/>
                  <a:gd name="T55" fmla="*/ 37 h 86"/>
                  <a:gd name="T56" fmla="*/ 41 w 50"/>
                  <a:gd name="T57" fmla="*/ 30 h 86"/>
                  <a:gd name="T58" fmla="*/ 40 w 50"/>
                  <a:gd name="T59" fmla="*/ 25 h 86"/>
                  <a:gd name="T60" fmla="*/ 37 w 50"/>
                  <a:gd name="T61" fmla="*/ 19 h 86"/>
                  <a:gd name="T62" fmla="*/ 31 w 50"/>
                  <a:gd name="T63" fmla="*/ 15 h 86"/>
                  <a:gd name="T64" fmla="*/ 26 w 50"/>
                  <a:gd name="T65" fmla="*/ 20 h 86"/>
                  <a:gd name="T66" fmla="*/ 21 w 50"/>
                  <a:gd name="T67" fmla="*/ 20 h 86"/>
                  <a:gd name="T68" fmla="*/ 23 w 50"/>
                  <a:gd name="T69" fmla="*/ 15 h 86"/>
                  <a:gd name="T70" fmla="*/ 27 w 50"/>
                  <a:gd name="T71" fmla="*/ 8 h 86"/>
                  <a:gd name="T72" fmla="*/ 25 w 50"/>
                  <a:gd name="T73" fmla="*/ 2 h 86"/>
                  <a:gd name="T74" fmla="*/ 19 w 50"/>
                  <a:gd name="T75" fmla="*/ 0 h 86"/>
                  <a:gd name="T76" fmla="*/ 12 w 50"/>
                  <a:gd name="T77" fmla="*/ 0 h 86"/>
                  <a:gd name="T78" fmla="*/ 5 w 50"/>
                  <a:gd name="T79" fmla="*/ 0 h 86"/>
                  <a:gd name="T80" fmla="*/ 1 w 50"/>
                  <a:gd name="T81" fmla="*/ 2 h 86"/>
                  <a:gd name="T82" fmla="*/ 2 w 50"/>
                  <a:gd name="T83" fmla="*/ 9 h 86"/>
                  <a:gd name="T84" fmla="*/ 5 w 50"/>
                  <a:gd name="T85" fmla="*/ 17 h 86"/>
                  <a:gd name="T86" fmla="*/ 6 w 50"/>
                  <a:gd name="T87" fmla="*/ 24 h 86"/>
                  <a:gd name="T88" fmla="*/ 10 w 50"/>
                  <a:gd name="T89" fmla="*/ 38 h 86"/>
                  <a:gd name="T90" fmla="*/ 15 w 50"/>
                  <a:gd name="T91" fmla="*/ 50 h 86"/>
                  <a:gd name="T92" fmla="*/ 18 w 50"/>
                  <a:gd name="T93" fmla="*/ 54 h 86"/>
                  <a:gd name="T94" fmla="*/ 20 w 50"/>
                  <a:gd name="T95" fmla="*/ 57 h 86"/>
                  <a:gd name="T96" fmla="*/ 21 w 50"/>
                  <a:gd name="T97" fmla="*/ 61 h 86"/>
                  <a:gd name="T98" fmla="*/ 22 w 50"/>
                  <a:gd name="T99" fmla="*/ 64 h 86"/>
                  <a:gd name="T100" fmla="*/ 23 w 50"/>
                  <a:gd name="T101" fmla="*/ 65 h 86"/>
                  <a:gd name="T102" fmla="*/ 24 w 50"/>
                  <a:gd name="T103" fmla="*/ 69 h 86"/>
                  <a:gd name="T104" fmla="*/ 27 w 50"/>
                  <a:gd name="T105" fmla="*/ 73 h 86"/>
                  <a:gd name="T106" fmla="*/ 29 w 50"/>
                  <a:gd name="T107" fmla="*/ 71 h 86"/>
                  <a:gd name="T108" fmla="*/ 30 w 50"/>
                  <a:gd name="T109" fmla="*/ 69 h 86"/>
                  <a:gd name="T110" fmla="*/ 31 w 50"/>
                  <a:gd name="T111" fmla="*/ 6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" h="86">
                    <a:moveTo>
                      <a:pt x="31" y="66"/>
                    </a:moveTo>
                    <a:cubicBezTo>
                      <a:pt x="32" y="62"/>
                      <a:pt x="32" y="59"/>
                      <a:pt x="31" y="55"/>
                    </a:cubicBezTo>
                    <a:cubicBezTo>
                      <a:pt x="31" y="55"/>
                      <a:pt x="31" y="53"/>
                      <a:pt x="31" y="53"/>
                    </a:cubicBezTo>
                    <a:cubicBezTo>
                      <a:pt x="31" y="53"/>
                      <a:pt x="32" y="54"/>
                      <a:pt x="32" y="54"/>
                    </a:cubicBezTo>
                    <a:cubicBezTo>
                      <a:pt x="34" y="56"/>
                      <a:pt x="35" y="60"/>
                      <a:pt x="34" y="63"/>
                    </a:cubicBezTo>
                    <a:cubicBezTo>
                      <a:pt x="34" y="66"/>
                      <a:pt x="33" y="69"/>
                      <a:pt x="31" y="72"/>
                    </a:cubicBezTo>
                    <a:cubicBezTo>
                      <a:pt x="30" y="74"/>
                      <a:pt x="28" y="76"/>
                      <a:pt x="29" y="77"/>
                    </a:cubicBezTo>
                    <a:cubicBezTo>
                      <a:pt x="30" y="79"/>
                      <a:pt x="31" y="81"/>
                      <a:pt x="32" y="83"/>
                    </a:cubicBezTo>
                    <a:cubicBezTo>
                      <a:pt x="32" y="84"/>
                      <a:pt x="33" y="86"/>
                      <a:pt x="35" y="85"/>
                    </a:cubicBezTo>
                    <a:cubicBezTo>
                      <a:pt x="36" y="84"/>
                      <a:pt x="36" y="83"/>
                      <a:pt x="37" y="83"/>
                    </a:cubicBezTo>
                    <a:cubicBezTo>
                      <a:pt x="38" y="82"/>
                      <a:pt x="39" y="81"/>
                      <a:pt x="40" y="80"/>
                    </a:cubicBezTo>
                    <a:cubicBezTo>
                      <a:pt x="41" y="78"/>
                      <a:pt x="43" y="77"/>
                      <a:pt x="43" y="75"/>
                    </a:cubicBezTo>
                    <a:cubicBezTo>
                      <a:pt x="44" y="73"/>
                      <a:pt x="43" y="71"/>
                      <a:pt x="43" y="68"/>
                    </a:cubicBezTo>
                    <a:cubicBezTo>
                      <a:pt x="43" y="68"/>
                      <a:pt x="42" y="66"/>
                      <a:pt x="42" y="66"/>
                    </a:cubicBezTo>
                    <a:cubicBezTo>
                      <a:pt x="43" y="65"/>
                      <a:pt x="43" y="66"/>
                      <a:pt x="44" y="66"/>
                    </a:cubicBezTo>
                    <a:cubicBezTo>
                      <a:pt x="45" y="66"/>
                      <a:pt x="46" y="67"/>
                      <a:pt x="47" y="68"/>
                    </a:cubicBezTo>
                    <a:cubicBezTo>
                      <a:pt x="47" y="68"/>
                      <a:pt x="48" y="69"/>
                      <a:pt x="49" y="68"/>
                    </a:cubicBezTo>
                    <a:cubicBezTo>
                      <a:pt x="50" y="68"/>
                      <a:pt x="47" y="63"/>
                      <a:pt x="47" y="63"/>
                    </a:cubicBezTo>
                    <a:cubicBezTo>
                      <a:pt x="45" y="60"/>
                      <a:pt x="43" y="57"/>
                      <a:pt x="42" y="54"/>
                    </a:cubicBezTo>
                    <a:cubicBezTo>
                      <a:pt x="42" y="53"/>
                      <a:pt x="41" y="52"/>
                      <a:pt x="41" y="51"/>
                    </a:cubicBezTo>
                    <a:cubicBezTo>
                      <a:pt x="40" y="50"/>
                      <a:pt x="40" y="49"/>
                      <a:pt x="40" y="49"/>
                    </a:cubicBezTo>
                    <a:cubicBezTo>
                      <a:pt x="40" y="48"/>
                      <a:pt x="41" y="49"/>
                      <a:pt x="41" y="49"/>
                    </a:cubicBezTo>
                    <a:cubicBezTo>
                      <a:pt x="42" y="50"/>
                      <a:pt x="43" y="51"/>
                      <a:pt x="44" y="52"/>
                    </a:cubicBezTo>
                    <a:cubicBezTo>
                      <a:pt x="45" y="53"/>
                      <a:pt x="46" y="54"/>
                      <a:pt x="48" y="54"/>
                    </a:cubicBezTo>
                    <a:cubicBezTo>
                      <a:pt x="49" y="54"/>
                      <a:pt x="49" y="53"/>
                      <a:pt x="49" y="52"/>
                    </a:cubicBezTo>
                    <a:cubicBezTo>
                      <a:pt x="48" y="50"/>
                      <a:pt x="47" y="48"/>
                      <a:pt x="46" y="47"/>
                    </a:cubicBezTo>
                    <a:cubicBezTo>
                      <a:pt x="45" y="45"/>
                      <a:pt x="44" y="44"/>
                      <a:pt x="42" y="42"/>
                    </a:cubicBezTo>
                    <a:cubicBezTo>
                      <a:pt x="41" y="41"/>
                      <a:pt x="39" y="39"/>
                      <a:pt x="39" y="37"/>
                    </a:cubicBezTo>
                    <a:cubicBezTo>
                      <a:pt x="40" y="35"/>
                      <a:pt x="41" y="33"/>
                      <a:pt x="41" y="30"/>
                    </a:cubicBezTo>
                    <a:cubicBezTo>
                      <a:pt x="41" y="29"/>
                      <a:pt x="41" y="27"/>
                      <a:pt x="40" y="25"/>
                    </a:cubicBezTo>
                    <a:cubicBezTo>
                      <a:pt x="39" y="23"/>
                      <a:pt x="38" y="21"/>
                      <a:pt x="37" y="19"/>
                    </a:cubicBezTo>
                    <a:cubicBezTo>
                      <a:pt x="36" y="17"/>
                      <a:pt x="34" y="15"/>
                      <a:pt x="31" y="15"/>
                    </a:cubicBezTo>
                    <a:cubicBezTo>
                      <a:pt x="29" y="16"/>
                      <a:pt x="28" y="19"/>
                      <a:pt x="26" y="20"/>
                    </a:cubicBezTo>
                    <a:cubicBezTo>
                      <a:pt x="24" y="21"/>
                      <a:pt x="22" y="22"/>
                      <a:pt x="21" y="20"/>
                    </a:cubicBezTo>
                    <a:cubicBezTo>
                      <a:pt x="20" y="18"/>
                      <a:pt x="22" y="16"/>
                      <a:pt x="23" y="15"/>
                    </a:cubicBezTo>
                    <a:cubicBezTo>
                      <a:pt x="24" y="12"/>
                      <a:pt x="26" y="10"/>
                      <a:pt x="27" y="8"/>
                    </a:cubicBezTo>
                    <a:cubicBezTo>
                      <a:pt x="27" y="6"/>
                      <a:pt x="27" y="4"/>
                      <a:pt x="25" y="2"/>
                    </a:cubicBezTo>
                    <a:cubicBezTo>
                      <a:pt x="24" y="1"/>
                      <a:pt x="21" y="1"/>
                      <a:pt x="19" y="0"/>
                    </a:cubicBezTo>
                    <a:cubicBezTo>
                      <a:pt x="17" y="0"/>
                      <a:pt x="14" y="0"/>
                      <a:pt x="12" y="0"/>
                    </a:cubicBezTo>
                    <a:cubicBezTo>
                      <a:pt x="10" y="0"/>
                      <a:pt x="8" y="0"/>
                      <a:pt x="5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5"/>
                      <a:pt x="1" y="7"/>
                      <a:pt x="2" y="9"/>
                    </a:cubicBezTo>
                    <a:cubicBezTo>
                      <a:pt x="3" y="12"/>
                      <a:pt x="5" y="14"/>
                      <a:pt x="5" y="17"/>
                    </a:cubicBezTo>
                    <a:cubicBezTo>
                      <a:pt x="6" y="19"/>
                      <a:pt x="6" y="21"/>
                      <a:pt x="6" y="24"/>
                    </a:cubicBezTo>
                    <a:cubicBezTo>
                      <a:pt x="6" y="29"/>
                      <a:pt x="8" y="33"/>
                      <a:pt x="10" y="38"/>
                    </a:cubicBezTo>
                    <a:cubicBezTo>
                      <a:pt x="12" y="42"/>
                      <a:pt x="13" y="46"/>
                      <a:pt x="15" y="50"/>
                    </a:cubicBezTo>
                    <a:cubicBezTo>
                      <a:pt x="16" y="51"/>
                      <a:pt x="17" y="52"/>
                      <a:pt x="18" y="54"/>
                    </a:cubicBezTo>
                    <a:cubicBezTo>
                      <a:pt x="19" y="55"/>
                      <a:pt x="19" y="56"/>
                      <a:pt x="20" y="57"/>
                    </a:cubicBezTo>
                    <a:cubicBezTo>
                      <a:pt x="20" y="59"/>
                      <a:pt x="21" y="60"/>
                      <a:pt x="21" y="61"/>
                    </a:cubicBezTo>
                    <a:cubicBezTo>
                      <a:pt x="22" y="62"/>
                      <a:pt x="22" y="63"/>
                      <a:pt x="22" y="64"/>
                    </a:cubicBezTo>
                    <a:cubicBezTo>
                      <a:pt x="22" y="64"/>
                      <a:pt x="23" y="65"/>
                      <a:pt x="23" y="65"/>
                    </a:cubicBezTo>
                    <a:cubicBezTo>
                      <a:pt x="23" y="67"/>
                      <a:pt x="24" y="68"/>
                      <a:pt x="24" y="69"/>
                    </a:cubicBezTo>
                    <a:cubicBezTo>
                      <a:pt x="25" y="70"/>
                      <a:pt x="25" y="73"/>
                      <a:pt x="27" y="73"/>
                    </a:cubicBezTo>
                    <a:cubicBezTo>
                      <a:pt x="28" y="73"/>
                      <a:pt x="28" y="72"/>
                      <a:pt x="29" y="71"/>
                    </a:cubicBezTo>
                    <a:cubicBezTo>
                      <a:pt x="29" y="70"/>
                      <a:pt x="30" y="70"/>
                      <a:pt x="30" y="69"/>
                    </a:cubicBezTo>
                    <a:cubicBezTo>
                      <a:pt x="31" y="68"/>
                      <a:pt x="31" y="67"/>
                      <a:pt x="31" y="6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2" name="Freeform 3475">
                <a:extLst>
                  <a:ext uri="{FF2B5EF4-FFF2-40B4-BE49-F238E27FC236}">
                    <a16:creationId xmlns:a16="http://schemas.microsoft.com/office/drawing/2014/main" id="{4B30DD1E-5848-4AEA-8F09-4546D4D13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215"/>
                <a:ext cx="21" cy="46"/>
              </a:xfrm>
              <a:custGeom>
                <a:avLst/>
                <a:gdLst>
                  <a:gd name="T0" fmla="*/ 47 w 52"/>
                  <a:gd name="T1" fmla="*/ 63 h 112"/>
                  <a:gd name="T2" fmla="*/ 45 w 52"/>
                  <a:gd name="T3" fmla="*/ 63 h 112"/>
                  <a:gd name="T4" fmla="*/ 45 w 52"/>
                  <a:gd name="T5" fmla="*/ 56 h 112"/>
                  <a:gd name="T6" fmla="*/ 42 w 52"/>
                  <a:gd name="T7" fmla="*/ 47 h 112"/>
                  <a:gd name="T8" fmla="*/ 40 w 52"/>
                  <a:gd name="T9" fmla="*/ 43 h 112"/>
                  <a:gd name="T10" fmla="*/ 37 w 52"/>
                  <a:gd name="T11" fmla="*/ 41 h 112"/>
                  <a:gd name="T12" fmla="*/ 35 w 52"/>
                  <a:gd name="T13" fmla="*/ 38 h 112"/>
                  <a:gd name="T14" fmla="*/ 36 w 52"/>
                  <a:gd name="T15" fmla="*/ 33 h 112"/>
                  <a:gd name="T16" fmla="*/ 35 w 52"/>
                  <a:gd name="T17" fmla="*/ 28 h 112"/>
                  <a:gd name="T18" fmla="*/ 35 w 52"/>
                  <a:gd name="T19" fmla="*/ 22 h 112"/>
                  <a:gd name="T20" fmla="*/ 34 w 52"/>
                  <a:gd name="T21" fmla="*/ 18 h 112"/>
                  <a:gd name="T22" fmla="*/ 35 w 52"/>
                  <a:gd name="T23" fmla="*/ 16 h 112"/>
                  <a:gd name="T24" fmla="*/ 31 w 52"/>
                  <a:gd name="T25" fmla="*/ 10 h 112"/>
                  <a:gd name="T26" fmla="*/ 28 w 52"/>
                  <a:gd name="T27" fmla="*/ 5 h 112"/>
                  <a:gd name="T28" fmla="*/ 17 w 52"/>
                  <a:gd name="T29" fmla="*/ 2 h 112"/>
                  <a:gd name="T30" fmla="*/ 15 w 52"/>
                  <a:gd name="T31" fmla="*/ 14 h 112"/>
                  <a:gd name="T32" fmla="*/ 5 w 52"/>
                  <a:gd name="T33" fmla="*/ 23 h 112"/>
                  <a:gd name="T34" fmla="*/ 6 w 52"/>
                  <a:gd name="T35" fmla="*/ 40 h 112"/>
                  <a:gd name="T36" fmla="*/ 16 w 52"/>
                  <a:gd name="T37" fmla="*/ 49 h 112"/>
                  <a:gd name="T38" fmla="*/ 26 w 52"/>
                  <a:gd name="T39" fmla="*/ 58 h 112"/>
                  <a:gd name="T40" fmla="*/ 31 w 52"/>
                  <a:gd name="T41" fmla="*/ 63 h 112"/>
                  <a:gd name="T42" fmla="*/ 31 w 52"/>
                  <a:gd name="T43" fmla="*/ 75 h 112"/>
                  <a:gd name="T44" fmla="*/ 32 w 52"/>
                  <a:gd name="T45" fmla="*/ 83 h 112"/>
                  <a:gd name="T46" fmla="*/ 30 w 52"/>
                  <a:gd name="T47" fmla="*/ 88 h 112"/>
                  <a:gd name="T48" fmla="*/ 34 w 52"/>
                  <a:gd name="T49" fmla="*/ 93 h 112"/>
                  <a:gd name="T50" fmla="*/ 39 w 52"/>
                  <a:gd name="T51" fmla="*/ 99 h 112"/>
                  <a:gd name="T52" fmla="*/ 42 w 52"/>
                  <a:gd name="T53" fmla="*/ 104 h 112"/>
                  <a:gd name="T54" fmla="*/ 46 w 52"/>
                  <a:gd name="T55" fmla="*/ 109 h 112"/>
                  <a:gd name="T56" fmla="*/ 49 w 52"/>
                  <a:gd name="T57" fmla="*/ 111 h 112"/>
                  <a:gd name="T58" fmla="*/ 51 w 52"/>
                  <a:gd name="T59" fmla="*/ 102 h 112"/>
                  <a:gd name="T60" fmla="*/ 52 w 52"/>
                  <a:gd name="T61" fmla="*/ 90 h 112"/>
                  <a:gd name="T62" fmla="*/ 52 w 52"/>
                  <a:gd name="T63" fmla="*/ 83 h 112"/>
                  <a:gd name="T64" fmla="*/ 51 w 52"/>
                  <a:gd name="T65" fmla="*/ 70 h 112"/>
                  <a:gd name="T66" fmla="*/ 49 w 52"/>
                  <a:gd name="T67" fmla="*/ 64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2" h="112">
                    <a:moveTo>
                      <a:pt x="48" y="63"/>
                    </a:move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6" y="63"/>
                    </a:cubicBezTo>
                    <a:cubicBezTo>
                      <a:pt x="46" y="63"/>
                      <a:pt x="46" y="63"/>
                      <a:pt x="45" y="63"/>
                    </a:cubicBezTo>
                    <a:cubicBezTo>
                      <a:pt x="44" y="62"/>
                      <a:pt x="44" y="61"/>
                      <a:pt x="45" y="60"/>
                    </a:cubicBezTo>
                    <a:cubicBezTo>
                      <a:pt x="45" y="59"/>
                      <a:pt x="45" y="58"/>
                      <a:pt x="45" y="56"/>
                    </a:cubicBezTo>
                    <a:cubicBezTo>
                      <a:pt x="46" y="54"/>
                      <a:pt x="44" y="51"/>
                      <a:pt x="43" y="49"/>
                    </a:cubicBezTo>
                    <a:cubicBezTo>
                      <a:pt x="43" y="49"/>
                      <a:pt x="42" y="48"/>
                      <a:pt x="42" y="47"/>
                    </a:cubicBezTo>
                    <a:cubicBezTo>
                      <a:pt x="42" y="47"/>
                      <a:pt x="42" y="46"/>
                      <a:pt x="42" y="45"/>
                    </a:cubicBezTo>
                    <a:cubicBezTo>
                      <a:pt x="41" y="44"/>
                      <a:pt x="41" y="43"/>
                      <a:pt x="40" y="43"/>
                    </a:cubicBezTo>
                    <a:cubicBezTo>
                      <a:pt x="40" y="42"/>
                      <a:pt x="39" y="42"/>
                      <a:pt x="38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1"/>
                      <a:pt x="36" y="41"/>
                      <a:pt x="36" y="40"/>
                    </a:cubicBezTo>
                    <a:cubicBezTo>
                      <a:pt x="35" y="39"/>
                      <a:pt x="35" y="39"/>
                      <a:pt x="35" y="38"/>
                    </a:cubicBezTo>
                    <a:cubicBezTo>
                      <a:pt x="35" y="37"/>
                      <a:pt x="36" y="37"/>
                      <a:pt x="36" y="36"/>
                    </a:cubicBezTo>
                    <a:cubicBezTo>
                      <a:pt x="36" y="35"/>
                      <a:pt x="36" y="34"/>
                      <a:pt x="36" y="33"/>
                    </a:cubicBezTo>
                    <a:cubicBezTo>
                      <a:pt x="36" y="32"/>
                      <a:pt x="36" y="31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5" y="27"/>
                      <a:pt x="35" y="26"/>
                      <a:pt x="35" y="24"/>
                    </a:cubicBezTo>
                    <a:cubicBezTo>
                      <a:pt x="35" y="24"/>
                      <a:pt x="35" y="23"/>
                      <a:pt x="35" y="22"/>
                    </a:cubicBezTo>
                    <a:cubicBezTo>
                      <a:pt x="35" y="21"/>
                      <a:pt x="34" y="20"/>
                      <a:pt x="34" y="19"/>
                    </a:cubicBezTo>
                    <a:cubicBezTo>
                      <a:pt x="34" y="19"/>
                      <a:pt x="34" y="18"/>
                      <a:pt x="34" y="18"/>
                    </a:cubicBezTo>
                    <a:cubicBezTo>
                      <a:pt x="35" y="18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5"/>
                      <a:pt x="34" y="14"/>
                      <a:pt x="33" y="13"/>
                    </a:cubicBezTo>
                    <a:cubicBezTo>
                      <a:pt x="32" y="12"/>
                      <a:pt x="32" y="11"/>
                      <a:pt x="31" y="10"/>
                    </a:cubicBezTo>
                    <a:cubicBezTo>
                      <a:pt x="31" y="9"/>
                      <a:pt x="30" y="8"/>
                      <a:pt x="29" y="7"/>
                    </a:cubicBezTo>
                    <a:cubicBezTo>
                      <a:pt x="29" y="7"/>
                      <a:pt x="28" y="6"/>
                      <a:pt x="28" y="5"/>
                    </a:cubicBezTo>
                    <a:cubicBezTo>
                      <a:pt x="27" y="3"/>
                      <a:pt x="25" y="1"/>
                      <a:pt x="23" y="0"/>
                    </a:cubicBezTo>
                    <a:cubicBezTo>
                      <a:pt x="21" y="0"/>
                      <a:pt x="19" y="0"/>
                      <a:pt x="17" y="2"/>
                    </a:cubicBezTo>
                    <a:cubicBezTo>
                      <a:pt x="15" y="3"/>
                      <a:pt x="15" y="6"/>
                      <a:pt x="15" y="8"/>
                    </a:cubicBezTo>
                    <a:cubicBezTo>
                      <a:pt x="16" y="10"/>
                      <a:pt x="17" y="13"/>
                      <a:pt x="15" y="14"/>
                    </a:cubicBezTo>
                    <a:cubicBezTo>
                      <a:pt x="13" y="16"/>
                      <a:pt x="10" y="15"/>
                      <a:pt x="8" y="17"/>
                    </a:cubicBezTo>
                    <a:cubicBezTo>
                      <a:pt x="7" y="19"/>
                      <a:pt x="6" y="21"/>
                      <a:pt x="5" y="23"/>
                    </a:cubicBezTo>
                    <a:cubicBezTo>
                      <a:pt x="5" y="24"/>
                      <a:pt x="3" y="25"/>
                      <a:pt x="2" y="27"/>
                    </a:cubicBezTo>
                    <a:cubicBezTo>
                      <a:pt x="0" y="31"/>
                      <a:pt x="4" y="37"/>
                      <a:pt x="6" y="40"/>
                    </a:cubicBezTo>
                    <a:cubicBezTo>
                      <a:pt x="8" y="43"/>
                      <a:pt x="10" y="45"/>
                      <a:pt x="13" y="47"/>
                    </a:cubicBezTo>
                    <a:cubicBezTo>
                      <a:pt x="14" y="47"/>
                      <a:pt x="15" y="48"/>
                      <a:pt x="16" y="49"/>
                    </a:cubicBezTo>
                    <a:cubicBezTo>
                      <a:pt x="17" y="50"/>
                      <a:pt x="17" y="51"/>
                      <a:pt x="18" y="52"/>
                    </a:cubicBezTo>
                    <a:cubicBezTo>
                      <a:pt x="21" y="55"/>
                      <a:pt x="23" y="56"/>
                      <a:pt x="26" y="58"/>
                    </a:cubicBezTo>
                    <a:cubicBezTo>
                      <a:pt x="28" y="58"/>
                      <a:pt x="29" y="59"/>
                      <a:pt x="30" y="60"/>
                    </a:cubicBezTo>
                    <a:cubicBezTo>
                      <a:pt x="30" y="61"/>
                      <a:pt x="30" y="62"/>
                      <a:pt x="31" y="63"/>
                    </a:cubicBezTo>
                    <a:cubicBezTo>
                      <a:pt x="31" y="66"/>
                      <a:pt x="31" y="69"/>
                      <a:pt x="31" y="72"/>
                    </a:cubicBezTo>
                    <a:cubicBezTo>
                      <a:pt x="31" y="73"/>
                      <a:pt x="31" y="74"/>
                      <a:pt x="31" y="75"/>
                    </a:cubicBezTo>
                    <a:cubicBezTo>
                      <a:pt x="31" y="76"/>
                      <a:pt x="31" y="77"/>
                      <a:pt x="32" y="78"/>
                    </a:cubicBezTo>
                    <a:cubicBezTo>
                      <a:pt x="33" y="79"/>
                      <a:pt x="34" y="81"/>
                      <a:pt x="32" y="83"/>
                    </a:cubicBezTo>
                    <a:cubicBezTo>
                      <a:pt x="32" y="84"/>
                      <a:pt x="31" y="85"/>
                      <a:pt x="30" y="86"/>
                    </a:cubicBezTo>
                    <a:cubicBezTo>
                      <a:pt x="30" y="87"/>
                      <a:pt x="29" y="87"/>
                      <a:pt x="30" y="88"/>
                    </a:cubicBezTo>
                    <a:cubicBezTo>
                      <a:pt x="30" y="89"/>
                      <a:pt x="31" y="89"/>
                      <a:pt x="31" y="90"/>
                    </a:cubicBezTo>
                    <a:cubicBezTo>
                      <a:pt x="32" y="91"/>
                      <a:pt x="33" y="92"/>
                      <a:pt x="34" y="93"/>
                    </a:cubicBezTo>
                    <a:cubicBezTo>
                      <a:pt x="35" y="94"/>
                      <a:pt x="36" y="96"/>
                      <a:pt x="37" y="97"/>
                    </a:cubicBezTo>
                    <a:cubicBezTo>
                      <a:pt x="38" y="98"/>
                      <a:pt x="38" y="99"/>
                      <a:pt x="39" y="99"/>
                    </a:cubicBezTo>
                    <a:cubicBezTo>
                      <a:pt x="39" y="100"/>
                      <a:pt x="40" y="101"/>
                      <a:pt x="40" y="101"/>
                    </a:cubicBezTo>
                    <a:cubicBezTo>
                      <a:pt x="41" y="102"/>
                      <a:pt x="42" y="103"/>
                      <a:pt x="42" y="104"/>
                    </a:cubicBezTo>
                    <a:cubicBezTo>
                      <a:pt x="42" y="104"/>
                      <a:pt x="43" y="105"/>
                      <a:pt x="43" y="105"/>
                    </a:cubicBezTo>
                    <a:cubicBezTo>
                      <a:pt x="44" y="106"/>
                      <a:pt x="45" y="108"/>
                      <a:pt x="46" y="109"/>
                    </a:cubicBezTo>
                    <a:cubicBezTo>
                      <a:pt x="46" y="110"/>
                      <a:pt x="47" y="110"/>
                      <a:pt x="47" y="111"/>
                    </a:cubicBezTo>
                    <a:cubicBezTo>
                      <a:pt x="48" y="112"/>
                      <a:pt x="48" y="112"/>
                      <a:pt x="49" y="111"/>
                    </a:cubicBezTo>
                    <a:cubicBezTo>
                      <a:pt x="51" y="110"/>
                      <a:pt x="50" y="107"/>
                      <a:pt x="50" y="105"/>
                    </a:cubicBezTo>
                    <a:cubicBezTo>
                      <a:pt x="51" y="104"/>
                      <a:pt x="51" y="103"/>
                      <a:pt x="51" y="102"/>
                    </a:cubicBezTo>
                    <a:cubicBezTo>
                      <a:pt x="51" y="101"/>
                      <a:pt x="51" y="99"/>
                      <a:pt x="52" y="98"/>
                    </a:cubicBezTo>
                    <a:cubicBezTo>
                      <a:pt x="52" y="96"/>
                      <a:pt x="52" y="93"/>
                      <a:pt x="52" y="90"/>
                    </a:cubicBezTo>
                    <a:cubicBezTo>
                      <a:pt x="51" y="89"/>
                      <a:pt x="51" y="88"/>
                      <a:pt x="51" y="86"/>
                    </a:cubicBezTo>
                    <a:cubicBezTo>
                      <a:pt x="51" y="85"/>
                      <a:pt x="51" y="84"/>
                      <a:pt x="52" y="83"/>
                    </a:cubicBezTo>
                    <a:cubicBezTo>
                      <a:pt x="52" y="81"/>
                      <a:pt x="52" y="79"/>
                      <a:pt x="52" y="77"/>
                    </a:cubicBezTo>
                    <a:cubicBezTo>
                      <a:pt x="51" y="74"/>
                      <a:pt x="51" y="72"/>
                      <a:pt x="51" y="70"/>
                    </a:cubicBezTo>
                    <a:cubicBezTo>
                      <a:pt x="50" y="68"/>
                      <a:pt x="50" y="67"/>
                      <a:pt x="49" y="65"/>
                    </a:cubicBezTo>
                    <a:cubicBezTo>
                      <a:pt x="49" y="65"/>
                      <a:pt x="49" y="64"/>
                      <a:pt x="49" y="64"/>
                    </a:cubicBezTo>
                    <a:cubicBezTo>
                      <a:pt x="49" y="63"/>
                      <a:pt x="48" y="63"/>
                      <a:pt x="48" y="6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3" name="Freeform 3476">
                <a:extLst>
                  <a:ext uri="{FF2B5EF4-FFF2-40B4-BE49-F238E27FC236}">
                    <a16:creationId xmlns:a16="http://schemas.microsoft.com/office/drawing/2014/main" id="{AFFD8205-4324-4277-8539-D1E0DE01F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580"/>
                <a:ext cx="5" cy="6"/>
              </a:xfrm>
              <a:custGeom>
                <a:avLst/>
                <a:gdLst>
                  <a:gd name="T0" fmla="*/ 2 w 13"/>
                  <a:gd name="T1" fmla="*/ 13 h 13"/>
                  <a:gd name="T2" fmla="*/ 0 w 13"/>
                  <a:gd name="T3" fmla="*/ 10 h 13"/>
                  <a:gd name="T4" fmla="*/ 1 w 13"/>
                  <a:gd name="T5" fmla="*/ 7 h 13"/>
                  <a:gd name="T6" fmla="*/ 6 w 13"/>
                  <a:gd name="T7" fmla="*/ 6 h 13"/>
                  <a:gd name="T8" fmla="*/ 10 w 13"/>
                  <a:gd name="T9" fmla="*/ 0 h 13"/>
                  <a:gd name="T10" fmla="*/ 11 w 13"/>
                  <a:gd name="T11" fmla="*/ 2 h 13"/>
                  <a:gd name="T12" fmla="*/ 12 w 13"/>
                  <a:gd name="T13" fmla="*/ 5 h 13"/>
                  <a:gd name="T14" fmla="*/ 11 w 13"/>
                  <a:gd name="T15" fmla="*/ 11 h 13"/>
                  <a:gd name="T16" fmla="*/ 2 w 13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2" y="13"/>
                    </a:moveTo>
                    <a:cubicBezTo>
                      <a:pt x="1" y="12"/>
                      <a:pt x="1" y="11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3" y="6"/>
                      <a:pt x="4" y="7"/>
                      <a:pt x="6" y="6"/>
                    </a:cubicBezTo>
                    <a:cubicBezTo>
                      <a:pt x="7" y="4"/>
                      <a:pt x="7" y="1"/>
                      <a:pt x="10" y="0"/>
                    </a:cubicBezTo>
                    <a:cubicBezTo>
                      <a:pt x="11" y="0"/>
                      <a:pt x="11" y="2"/>
                      <a:pt x="11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3" y="8"/>
                      <a:pt x="13" y="10"/>
                      <a:pt x="11" y="11"/>
                    </a:cubicBezTo>
                    <a:cubicBezTo>
                      <a:pt x="9" y="13"/>
                      <a:pt x="5" y="13"/>
                      <a:pt x="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4" name="Freeform 3478">
                <a:extLst>
                  <a:ext uri="{FF2B5EF4-FFF2-40B4-BE49-F238E27FC236}">
                    <a16:creationId xmlns:a16="http://schemas.microsoft.com/office/drawing/2014/main" id="{AD90A1D6-FE0F-4D68-A6CC-235A2A2BA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567"/>
                <a:ext cx="5" cy="4"/>
              </a:xfrm>
              <a:custGeom>
                <a:avLst/>
                <a:gdLst>
                  <a:gd name="T0" fmla="*/ 5 w 12"/>
                  <a:gd name="T1" fmla="*/ 1 h 12"/>
                  <a:gd name="T2" fmla="*/ 8 w 12"/>
                  <a:gd name="T3" fmla="*/ 1 h 12"/>
                  <a:gd name="T4" fmla="*/ 11 w 12"/>
                  <a:gd name="T5" fmla="*/ 1 h 12"/>
                  <a:gd name="T6" fmla="*/ 12 w 12"/>
                  <a:gd name="T7" fmla="*/ 4 h 12"/>
                  <a:gd name="T8" fmla="*/ 12 w 12"/>
                  <a:gd name="T9" fmla="*/ 8 h 12"/>
                  <a:gd name="T10" fmla="*/ 11 w 12"/>
                  <a:gd name="T11" fmla="*/ 11 h 12"/>
                  <a:gd name="T12" fmla="*/ 6 w 12"/>
                  <a:gd name="T13" fmla="*/ 11 h 12"/>
                  <a:gd name="T14" fmla="*/ 2 w 12"/>
                  <a:gd name="T15" fmla="*/ 10 h 12"/>
                  <a:gd name="T16" fmla="*/ 0 w 12"/>
                  <a:gd name="T17" fmla="*/ 4 h 12"/>
                  <a:gd name="T18" fmla="*/ 1 w 12"/>
                  <a:gd name="T19" fmla="*/ 1 h 12"/>
                  <a:gd name="T20" fmla="*/ 5 w 12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5" y="1"/>
                    </a:moveTo>
                    <a:cubicBezTo>
                      <a:pt x="6" y="0"/>
                      <a:pt x="7" y="1"/>
                      <a:pt x="8" y="1"/>
                    </a:cubicBezTo>
                    <a:cubicBezTo>
                      <a:pt x="9" y="1"/>
                      <a:pt x="10" y="0"/>
                      <a:pt x="11" y="1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5"/>
                      <a:pt x="12" y="7"/>
                      <a:pt x="12" y="8"/>
                    </a:cubicBezTo>
                    <a:cubicBezTo>
                      <a:pt x="12" y="9"/>
                      <a:pt x="12" y="10"/>
                      <a:pt x="11" y="11"/>
                    </a:cubicBezTo>
                    <a:cubicBezTo>
                      <a:pt x="10" y="12"/>
                      <a:pt x="7" y="11"/>
                      <a:pt x="6" y="11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5" name="Freeform 3479">
                <a:extLst>
                  <a:ext uri="{FF2B5EF4-FFF2-40B4-BE49-F238E27FC236}">
                    <a16:creationId xmlns:a16="http://schemas.microsoft.com/office/drawing/2014/main" id="{98E89C39-2DF4-40B9-AFDA-86EF0A887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567"/>
                <a:ext cx="4" cy="4"/>
              </a:xfrm>
              <a:custGeom>
                <a:avLst/>
                <a:gdLst>
                  <a:gd name="T0" fmla="*/ 9 w 11"/>
                  <a:gd name="T1" fmla="*/ 0 h 10"/>
                  <a:gd name="T2" fmla="*/ 11 w 11"/>
                  <a:gd name="T3" fmla="*/ 3 h 10"/>
                  <a:gd name="T4" fmla="*/ 9 w 11"/>
                  <a:gd name="T5" fmla="*/ 5 h 10"/>
                  <a:gd name="T6" fmla="*/ 9 w 11"/>
                  <a:gd name="T7" fmla="*/ 8 h 10"/>
                  <a:gd name="T8" fmla="*/ 8 w 11"/>
                  <a:gd name="T9" fmla="*/ 9 h 10"/>
                  <a:gd name="T10" fmla="*/ 6 w 11"/>
                  <a:gd name="T11" fmla="*/ 9 h 10"/>
                  <a:gd name="T12" fmla="*/ 4 w 11"/>
                  <a:gd name="T13" fmla="*/ 10 h 10"/>
                  <a:gd name="T14" fmla="*/ 1 w 11"/>
                  <a:gd name="T15" fmla="*/ 9 h 10"/>
                  <a:gd name="T16" fmla="*/ 0 w 11"/>
                  <a:gd name="T17" fmla="*/ 7 h 10"/>
                  <a:gd name="T18" fmla="*/ 2 w 11"/>
                  <a:gd name="T19" fmla="*/ 6 h 10"/>
                  <a:gd name="T20" fmla="*/ 3 w 11"/>
                  <a:gd name="T21" fmla="*/ 3 h 10"/>
                  <a:gd name="T22" fmla="*/ 4 w 11"/>
                  <a:gd name="T23" fmla="*/ 1 h 10"/>
                  <a:gd name="T24" fmla="*/ 5 w 11"/>
                  <a:gd name="T25" fmla="*/ 0 h 10"/>
                  <a:gd name="T26" fmla="*/ 9 w 11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9" y="0"/>
                    </a:moveTo>
                    <a:cubicBezTo>
                      <a:pt x="10" y="1"/>
                      <a:pt x="11" y="2"/>
                      <a:pt x="11" y="3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3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6" name="Freeform 3480">
                <a:extLst>
                  <a:ext uri="{FF2B5EF4-FFF2-40B4-BE49-F238E27FC236}">
                    <a16:creationId xmlns:a16="http://schemas.microsoft.com/office/drawing/2014/main" id="{E41FA007-AE18-4F9E-BB23-81939AFE4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62"/>
                <a:ext cx="5" cy="3"/>
              </a:xfrm>
              <a:custGeom>
                <a:avLst/>
                <a:gdLst>
                  <a:gd name="T0" fmla="*/ 5 w 12"/>
                  <a:gd name="T1" fmla="*/ 9 h 9"/>
                  <a:gd name="T2" fmla="*/ 4 w 12"/>
                  <a:gd name="T3" fmla="*/ 9 h 9"/>
                  <a:gd name="T4" fmla="*/ 3 w 12"/>
                  <a:gd name="T5" fmla="*/ 8 h 9"/>
                  <a:gd name="T6" fmla="*/ 1 w 12"/>
                  <a:gd name="T7" fmla="*/ 7 h 9"/>
                  <a:gd name="T8" fmla="*/ 1 w 12"/>
                  <a:gd name="T9" fmla="*/ 4 h 9"/>
                  <a:gd name="T10" fmla="*/ 3 w 12"/>
                  <a:gd name="T11" fmla="*/ 2 h 9"/>
                  <a:gd name="T12" fmla="*/ 5 w 12"/>
                  <a:gd name="T13" fmla="*/ 0 h 9"/>
                  <a:gd name="T14" fmla="*/ 11 w 12"/>
                  <a:gd name="T15" fmla="*/ 2 h 9"/>
                  <a:gd name="T16" fmla="*/ 12 w 12"/>
                  <a:gd name="T17" fmla="*/ 5 h 9"/>
                  <a:gd name="T18" fmla="*/ 11 w 12"/>
                  <a:gd name="T19" fmla="*/ 7 h 9"/>
                  <a:gd name="T20" fmla="*/ 8 w 12"/>
                  <a:gd name="T21" fmla="*/ 8 h 9"/>
                  <a:gd name="T22" fmla="*/ 6 w 12"/>
                  <a:gd name="T23" fmla="*/ 9 h 9"/>
                  <a:gd name="T24" fmla="*/ 6 w 12"/>
                  <a:gd name="T25" fmla="*/ 9 h 9"/>
                  <a:gd name="T26" fmla="*/ 5 w 12"/>
                  <a:gd name="T2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9">
                    <a:moveTo>
                      <a:pt x="5" y="9"/>
                    </a:moveTo>
                    <a:cubicBezTo>
                      <a:pt x="5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7" y="0"/>
                      <a:pt x="10" y="0"/>
                      <a:pt x="11" y="2"/>
                    </a:cubicBezTo>
                    <a:cubicBezTo>
                      <a:pt x="12" y="3"/>
                      <a:pt x="12" y="3"/>
                      <a:pt x="12" y="5"/>
                    </a:cubicBezTo>
                    <a:cubicBezTo>
                      <a:pt x="12" y="6"/>
                      <a:pt x="12" y="7"/>
                      <a:pt x="11" y="7"/>
                    </a:cubicBezTo>
                    <a:cubicBezTo>
                      <a:pt x="10" y="7"/>
                      <a:pt x="9" y="8"/>
                      <a:pt x="8" y="8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7" name="Freeform 3481">
                <a:extLst>
                  <a:ext uri="{FF2B5EF4-FFF2-40B4-BE49-F238E27FC236}">
                    <a16:creationId xmlns:a16="http://schemas.microsoft.com/office/drawing/2014/main" id="{216C44AD-0172-4AA4-B501-0BE29C23F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48"/>
                <a:ext cx="19" cy="9"/>
              </a:xfrm>
              <a:custGeom>
                <a:avLst/>
                <a:gdLst>
                  <a:gd name="T0" fmla="*/ 6 w 48"/>
                  <a:gd name="T1" fmla="*/ 21 h 22"/>
                  <a:gd name="T2" fmla="*/ 2 w 48"/>
                  <a:gd name="T3" fmla="*/ 20 h 22"/>
                  <a:gd name="T4" fmla="*/ 5 w 48"/>
                  <a:gd name="T5" fmla="*/ 15 h 22"/>
                  <a:gd name="T6" fmla="*/ 10 w 48"/>
                  <a:gd name="T7" fmla="*/ 12 h 22"/>
                  <a:gd name="T8" fmla="*/ 15 w 48"/>
                  <a:gd name="T9" fmla="*/ 9 h 22"/>
                  <a:gd name="T10" fmla="*/ 20 w 48"/>
                  <a:gd name="T11" fmla="*/ 7 h 22"/>
                  <a:gd name="T12" fmla="*/ 21 w 48"/>
                  <a:gd name="T13" fmla="*/ 4 h 22"/>
                  <a:gd name="T14" fmla="*/ 22 w 48"/>
                  <a:gd name="T15" fmla="*/ 1 h 22"/>
                  <a:gd name="T16" fmla="*/ 28 w 48"/>
                  <a:gd name="T17" fmla="*/ 0 h 22"/>
                  <a:gd name="T18" fmla="*/ 30 w 48"/>
                  <a:gd name="T19" fmla="*/ 1 h 22"/>
                  <a:gd name="T20" fmla="*/ 28 w 48"/>
                  <a:gd name="T21" fmla="*/ 4 h 22"/>
                  <a:gd name="T22" fmla="*/ 27 w 48"/>
                  <a:gd name="T23" fmla="*/ 7 h 22"/>
                  <a:gd name="T24" fmla="*/ 34 w 48"/>
                  <a:gd name="T25" fmla="*/ 5 h 22"/>
                  <a:gd name="T26" fmla="*/ 39 w 48"/>
                  <a:gd name="T27" fmla="*/ 4 h 22"/>
                  <a:gd name="T28" fmla="*/ 42 w 48"/>
                  <a:gd name="T29" fmla="*/ 4 h 22"/>
                  <a:gd name="T30" fmla="*/ 44 w 48"/>
                  <a:gd name="T31" fmla="*/ 3 h 22"/>
                  <a:gd name="T32" fmla="*/ 48 w 48"/>
                  <a:gd name="T33" fmla="*/ 6 h 22"/>
                  <a:gd name="T34" fmla="*/ 42 w 48"/>
                  <a:gd name="T35" fmla="*/ 8 h 22"/>
                  <a:gd name="T36" fmla="*/ 36 w 48"/>
                  <a:gd name="T37" fmla="*/ 12 h 22"/>
                  <a:gd name="T38" fmla="*/ 31 w 48"/>
                  <a:gd name="T39" fmla="*/ 15 h 22"/>
                  <a:gd name="T40" fmla="*/ 22 w 48"/>
                  <a:gd name="T41" fmla="*/ 13 h 22"/>
                  <a:gd name="T42" fmla="*/ 17 w 48"/>
                  <a:gd name="T43" fmla="*/ 14 h 22"/>
                  <a:gd name="T44" fmla="*/ 13 w 48"/>
                  <a:gd name="T45" fmla="*/ 16 h 22"/>
                  <a:gd name="T46" fmla="*/ 11 w 48"/>
                  <a:gd name="T47" fmla="*/ 17 h 22"/>
                  <a:gd name="T48" fmla="*/ 9 w 48"/>
                  <a:gd name="T49" fmla="*/ 19 h 22"/>
                  <a:gd name="T50" fmla="*/ 6 w 48"/>
                  <a:gd name="T51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22">
                    <a:moveTo>
                      <a:pt x="6" y="21"/>
                    </a:moveTo>
                    <a:cubicBezTo>
                      <a:pt x="5" y="22"/>
                      <a:pt x="3" y="21"/>
                      <a:pt x="2" y="20"/>
                    </a:cubicBezTo>
                    <a:cubicBezTo>
                      <a:pt x="0" y="18"/>
                      <a:pt x="4" y="16"/>
                      <a:pt x="5" y="15"/>
                    </a:cubicBezTo>
                    <a:cubicBezTo>
                      <a:pt x="7" y="14"/>
                      <a:pt x="9" y="14"/>
                      <a:pt x="10" y="12"/>
                    </a:cubicBezTo>
                    <a:cubicBezTo>
                      <a:pt x="11" y="10"/>
                      <a:pt x="13" y="9"/>
                      <a:pt x="15" y="9"/>
                    </a:cubicBezTo>
                    <a:cubicBezTo>
                      <a:pt x="17" y="8"/>
                      <a:pt x="19" y="9"/>
                      <a:pt x="20" y="7"/>
                    </a:cubicBezTo>
                    <a:cubicBezTo>
                      <a:pt x="21" y="6"/>
                      <a:pt x="21" y="5"/>
                      <a:pt x="21" y="4"/>
                    </a:cubicBezTo>
                    <a:cubicBezTo>
                      <a:pt x="21" y="3"/>
                      <a:pt x="22" y="2"/>
                      <a:pt x="22" y="1"/>
                    </a:cubicBezTo>
                    <a:cubicBezTo>
                      <a:pt x="23" y="0"/>
                      <a:pt x="27" y="0"/>
                      <a:pt x="28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0" y="2"/>
                      <a:pt x="28" y="3"/>
                      <a:pt x="28" y="4"/>
                    </a:cubicBezTo>
                    <a:cubicBezTo>
                      <a:pt x="26" y="5"/>
                      <a:pt x="25" y="7"/>
                      <a:pt x="27" y="7"/>
                    </a:cubicBezTo>
                    <a:cubicBezTo>
                      <a:pt x="30" y="8"/>
                      <a:pt x="32" y="7"/>
                      <a:pt x="34" y="5"/>
                    </a:cubicBezTo>
                    <a:cubicBezTo>
                      <a:pt x="35" y="4"/>
                      <a:pt x="37" y="4"/>
                      <a:pt x="39" y="4"/>
                    </a:cubicBezTo>
                    <a:cubicBezTo>
                      <a:pt x="40" y="4"/>
                      <a:pt x="41" y="4"/>
                      <a:pt x="42" y="4"/>
                    </a:cubicBezTo>
                    <a:cubicBezTo>
                      <a:pt x="43" y="3"/>
                      <a:pt x="43" y="3"/>
                      <a:pt x="44" y="3"/>
                    </a:cubicBezTo>
                    <a:cubicBezTo>
                      <a:pt x="46" y="2"/>
                      <a:pt x="48" y="4"/>
                      <a:pt x="48" y="6"/>
                    </a:cubicBezTo>
                    <a:cubicBezTo>
                      <a:pt x="48" y="9"/>
                      <a:pt x="44" y="8"/>
                      <a:pt x="42" y="8"/>
                    </a:cubicBezTo>
                    <a:cubicBezTo>
                      <a:pt x="40" y="8"/>
                      <a:pt x="37" y="9"/>
                      <a:pt x="36" y="12"/>
                    </a:cubicBezTo>
                    <a:cubicBezTo>
                      <a:pt x="34" y="13"/>
                      <a:pt x="33" y="15"/>
                      <a:pt x="31" y="15"/>
                    </a:cubicBezTo>
                    <a:cubicBezTo>
                      <a:pt x="28" y="15"/>
                      <a:pt x="25" y="14"/>
                      <a:pt x="22" y="13"/>
                    </a:cubicBezTo>
                    <a:cubicBezTo>
                      <a:pt x="20" y="13"/>
                      <a:pt x="18" y="13"/>
                      <a:pt x="17" y="14"/>
                    </a:cubicBezTo>
                    <a:cubicBezTo>
                      <a:pt x="15" y="14"/>
                      <a:pt x="15" y="15"/>
                      <a:pt x="13" y="16"/>
                    </a:cubicBezTo>
                    <a:cubicBezTo>
                      <a:pt x="12" y="16"/>
                      <a:pt x="12" y="16"/>
                      <a:pt x="11" y="17"/>
                    </a:cubicBezTo>
                    <a:cubicBezTo>
                      <a:pt x="10" y="18"/>
                      <a:pt x="9" y="18"/>
                      <a:pt x="9" y="19"/>
                    </a:cubicBezTo>
                    <a:cubicBezTo>
                      <a:pt x="8" y="20"/>
                      <a:pt x="7" y="21"/>
                      <a:pt x="6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8" name="Freeform 3482">
                <a:extLst>
                  <a:ext uri="{FF2B5EF4-FFF2-40B4-BE49-F238E27FC236}">
                    <a16:creationId xmlns:a16="http://schemas.microsoft.com/office/drawing/2014/main" id="{683826D6-8D95-4FA5-9A6E-C00E6F5E4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40"/>
                <a:ext cx="5" cy="5"/>
              </a:xfrm>
              <a:custGeom>
                <a:avLst/>
                <a:gdLst>
                  <a:gd name="T0" fmla="*/ 0 w 12"/>
                  <a:gd name="T1" fmla="*/ 6 h 11"/>
                  <a:gd name="T2" fmla="*/ 4 w 12"/>
                  <a:gd name="T3" fmla="*/ 2 h 11"/>
                  <a:gd name="T4" fmla="*/ 7 w 12"/>
                  <a:gd name="T5" fmla="*/ 1 h 11"/>
                  <a:gd name="T6" fmla="*/ 10 w 12"/>
                  <a:gd name="T7" fmla="*/ 1 h 11"/>
                  <a:gd name="T8" fmla="*/ 12 w 12"/>
                  <a:gd name="T9" fmla="*/ 3 h 11"/>
                  <a:gd name="T10" fmla="*/ 9 w 12"/>
                  <a:gd name="T11" fmla="*/ 5 h 11"/>
                  <a:gd name="T12" fmla="*/ 6 w 12"/>
                  <a:gd name="T13" fmla="*/ 8 h 11"/>
                  <a:gd name="T14" fmla="*/ 5 w 12"/>
                  <a:gd name="T15" fmla="*/ 10 h 11"/>
                  <a:gd name="T16" fmla="*/ 2 w 12"/>
                  <a:gd name="T17" fmla="*/ 10 h 11"/>
                  <a:gd name="T18" fmla="*/ 0 w 12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0"/>
                      <a:pt x="10" y="0"/>
                      <a:pt x="10" y="1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4"/>
                      <a:pt x="10" y="5"/>
                      <a:pt x="9" y="5"/>
                    </a:cubicBezTo>
                    <a:cubicBezTo>
                      <a:pt x="8" y="6"/>
                      <a:pt x="7" y="6"/>
                      <a:pt x="6" y="8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9"/>
                      <a:pt x="0" y="8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9" name="Freeform 3484">
                <a:extLst>
                  <a:ext uri="{FF2B5EF4-FFF2-40B4-BE49-F238E27FC236}">
                    <a16:creationId xmlns:a16="http://schemas.microsoft.com/office/drawing/2014/main" id="{8E8BC1E0-0024-45F6-A33A-DA02AD0D9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534"/>
                <a:ext cx="4" cy="6"/>
              </a:xfrm>
              <a:custGeom>
                <a:avLst/>
                <a:gdLst>
                  <a:gd name="T0" fmla="*/ 6 w 11"/>
                  <a:gd name="T1" fmla="*/ 12 h 15"/>
                  <a:gd name="T2" fmla="*/ 4 w 11"/>
                  <a:gd name="T3" fmla="*/ 15 h 15"/>
                  <a:gd name="T4" fmla="*/ 1 w 11"/>
                  <a:gd name="T5" fmla="*/ 14 h 15"/>
                  <a:gd name="T6" fmla="*/ 0 w 11"/>
                  <a:gd name="T7" fmla="*/ 10 h 15"/>
                  <a:gd name="T8" fmla="*/ 1 w 11"/>
                  <a:gd name="T9" fmla="*/ 6 h 15"/>
                  <a:gd name="T10" fmla="*/ 3 w 11"/>
                  <a:gd name="T11" fmla="*/ 3 h 15"/>
                  <a:gd name="T12" fmla="*/ 6 w 11"/>
                  <a:gd name="T13" fmla="*/ 2 h 15"/>
                  <a:gd name="T14" fmla="*/ 6 w 11"/>
                  <a:gd name="T15" fmla="*/ 1 h 15"/>
                  <a:gd name="T16" fmla="*/ 8 w 11"/>
                  <a:gd name="T17" fmla="*/ 0 h 15"/>
                  <a:gd name="T18" fmla="*/ 10 w 11"/>
                  <a:gd name="T19" fmla="*/ 0 h 15"/>
                  <a:gd name="T20" fmla="*/ 11 w 11"/>
                  <a:gd name="T21" fmla="*/ 3 h 15"/>
                  <a:gd name="T22" fmla="*/ 7 w 11"/>
                  <a:gd name="T23" fmla="*/ 6 h 15"/>
                  <a:gd name="T24" fmla="*/ 6 w 11"/>
                  <a:gd name="T25" fmla="*/ 8 h 15"/>
                  <a:gd name="T26" fmla="*/ 6 w 11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6" y="12"/>
                    </a:moveTo>
                    <a:cubicBezTo>
                      <a:pt x="6" y="13"/>
                      <a:pt x="5" y="14"/>
                      <a:pt x="4" y="15"/>
                    </a:cubicBezTo>
                    <a:cubicBezTo>
                      <a:pt x="3" y="15"/>
                      <a:pt x="1" y="15"/>
                      <a:pt x="1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9"/>
                      <a:pt x="1" y="8"/>
                      <a:pt x="1" y="6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0"/>
                      <a:pt x="11" y="2"/>
                      <a:pt x="11" y="3"/>
                    </a:cubicBezTo>
                    <a:cubicBezTo>
                      <a:pt x="10" y="4"/>
                      <a:pt x="8" y="5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9"/>
                      <a:pt x="6" y="11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0" name="Freeform 3485">
                <a:extLst>
                  <a:ext uri="{FF2B5EF4-FFF2-40B4-BE49-F238E27FC236}">
                    <a16:creationId xmlns:a16="http://schemas.microsoft.com/office/drawing/2014/main" id="{72C96981-220C-41AA-8BEC-E022F1DC0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536"/>
                <a:ext cx="8" cy="13"/>
              </a:xfrm>
              <a:custGeom>
                <a:avLst/>
                <a:gdLst>
                  <a:gd name="T0" fmla="*/ 14 w 20"/>
                  <a:gd name="T1" fmla="*/ 6 h 33"/>
                  <a:gd name="T2" fmla="*/ 15 w 20"/>
                  <a:gd name="T3" fmla="*/ 3 h 33"/>
                  <a:gd name="T4" fmla="*/ 15 w 20"/>
                  <a:gd name="T5" fmla="*/ 1 h 33"/>
                  <a:gd name="T6" fmla="*/ 12 w 20"/>
                  <a:gd name="T7" fmla="*/ 0 h 33"/>
                  <a:gd name="T8" fmla="*/ 8 w 20"/>
                  <a:gd name="T9" fmla="*/ 4 h 33"/>
                  <a:gd name="T10" fmla="*/ 4 w 20"/>
                  <a:gd name="T11" fmla="*/ 6 h 33"/>
                  <a:gd name="T12" fmla="*/ 1 w 20"/>
                  <a:gd name="T13" fmla="*/ 7 h 33"/>
                  <a:gd name="T14" fmla="*/ 1 w 20"/>
                  <a:gd name="T15" fmla="*/ 13 h 33"/>
                  <a:gd name="T16" fmla="*/ 0 w 20"/>
                  <a:gd name="T17" fmla="*/ 20 h 33"/>
                  <a:gd name="T18" fmla="*/ 3 w 20"/>
                  <a:gd name="T19" fmla="*/ 23 h 33"/>
                  <a:gd name="T20" fmla="*/ 8 w 20"/>
                  <a:gd name="T21" fmla="*/ 23 h 33"/>
                  <a:gd name="T22" fmla="*/ 11 w 20"/>
                  <a:gd name="T23" fmla="*/ 20 h 33"/>
                  <a:gd name="T24" fmla="*/ 13 w 20"/>
                  <a:gd name="T25" fmla="*/ 24 h 33"/>
                  <a:gd name="T26" fmla="*/ 14 w 20"/>
                  <a:gd name="T27" fmla="*/ 28 h 33"/>
                  <a:gd name="T28" fmla="*/ 15 w 20"/>
                  <a:gd name="T29" fmla="*/ 32 h 33"/>
                  <a:gd name="T30" fmla="*/ 19 w 20"/>
                  <a:gd name="T31" fmla="*/ 32 h 33"/>
                  <a:gd name="T32" fmla="*/ 20 w 20"/>
                  <a:gd name="T33" fmla="*/ 27 h 33"/>
                  <a:gd name="T34" fmla="*/ 20 w 20"/>
                  <a:gd name="T35" fmla="*/ 21 h 33"/>
                  <a:gd name="T36" fmla="*/ 19 w 20"/>
                  <a:gd name="T37" fmla="*/ 17 h 33"/>
                  <a:gd name="T38" fmla="*/ 13 w 20"/>
                  <a:gd name="T39" fmla="*/ 15 h 33"/>
                  <a:gd name="T40" fmla="*/ 11 w 20"/>
                  <a:gd name="T41" fmla="*/ 13 h 33"/>
                  <a:gd name="T42" fmla="*/ 11 w 20"/>
                  <a:gd name="T43" fmla="*/ 8 h 33"/>
                  <a:gd name="T44" fmla="*/ 12 w 20"/>
                  <a:gd name="T45" fmla="*/ 7 h 33"/>
                  <a:gd name="T46" fmla="*/ 14 w 20"/>
                  <a:gd name="T4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3">
                    <a:moveTo>
                      <a:pt x="14" y="6"/>
                    </a:moveTo>
                    <a:cubicBezTo>
                      <a:pt x="15" y="5"/>
                      <a:pt x="15" y="4"/>
                      <a:pt x="15" y="3"/>
                    </a:cubicBezTo>
                    <a:cubicBezTo>
                      <a:pt x="15" y="3"/>
                      <a:pt x="15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0" y="1"/>
                      <a:pt x="9" y="3"/>
                      <a:pt x="8" y="4"/>
                    </a:cubicBezTo>
                    <a:cubicBezTo>
                      <a:pt x="7" y="5"/>
                      <a:pt x="6" y="5"/>
                      <a:pt x="4" y="6"/>
                    </a:cubicBezTo>
                    <a:cubicBezTo>
                      <a:pt x="3" y="6"/>
                      <a:pt x="1" y="6"/>
                      <a:pt x="1" y="7"/>
                    </a:cubicBezTo>
                    <a:cubicBezTo>
                      <a:pt x="0" y="9"/>
                      <a:pt x="1" y="11"/>
                      <a:pt x="1" y="13"/>
                    </a:cubicBezTo>
                    <a:cubicBezTo>
                      <a:pt x="1" y="15"/>
                      <a:pt x="0" y="17"/>
                      <a:pt x="0" y="20"/>
                    </a:cubicBezTo>
                    <a:cubicBezTo>
                      <a:pt x="0" y="21"/>
                      <a:pt x="2" y="23"/>
                      <a:pt x="3" y="23"/>
                    </a:cubicBezTo>
                    <a:cubicBezTo>
                      <a:pt x="5" y="24"/>
                      <a:pt x="6" y="24"/>
                      <a:pt x="8" y="23"/>
                    </a:cubicBezTo>
                    <a:cubicBezTo>
                      <a:pt x="9" y="23"/>
                      <a:pt x="10" y="20"/>
                      <a:pt x="11" y="20"/>
                    </a:cubicBezTo>
                    <a:cubicBezTo>
                      <a:pt x="13" y="21"/>
                      <a:pt x="13" y="23"/>
                      <a:pt x="13" y="24"/>
                    </a:cubicBezTo>
                    <a:cubicBezTo>
                      <a:pt x="14" y="25"/>
                      <a:pt x="14" y="27"/>
                      <a:pt x="14" y="28"/>
                    </a:cubicBezTo>
                    <a:cubicBezTo>
                      <a:pt x="14" y="29"/>
                      <a:pt x="14" y="31"/>
                      <a:pt x="15" y="32"/>
                    </a:cubicBezTo>
                    <a:cubicBezTo>
                      <a:pt x="16" y="32"/>
                      <a:pt x="17" y="33"/>
                      <a:pt x="19" y="32"/>
                    </a:cubicBezTo>
                    <a:cubicBezTo>
                      <a:pt x="20" y="31"/>
                      <a:pt x="20" y="29"/>
                      <a:pt x="20" y="27"/>
                    </a:cubicBezTo>
                    <a:cubicBezTo>
                      <a:pt x="20" y="25"/>
                      <a:pt x="20" y="23"/>
                      <a:pt x="20" y="21"/>
                    </a:cubicBezTo>
                    <a:cubicBezTo>
                      <a:pt x="20" y="20"/>
                      <a:pt x="20" y="18"/>
                      <a:pt x="19" y="17"/>
                    </a:cubicBezTo>
                    <a:cubicBezTo>
                      <a:pt x="17" y="16"/>
                      <a:pt x="14" y="16"/>
                      <a:pt x="13" y="15"/>
                    </a:cubicBezTo>
                    <a:cubicBezTo>
                      <a:pt x="12" y="14"/>
                      <a:pt x="11" y="14"/>
                      <a:pt x="11" y="13"/>
                    </a:cubicBezTo>
                    <a:cubicBezTo>
                      <a:pt x="11" y="11"/>
                      <a:pt x="10" y="9"/>
                      <a:pt x="11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3" y="6"/>
                      <a:pt x="14" y="6"/>
                      <a:pt x="1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1" name="Freeform 3486">
                <a:extLst>
                  <a:ext uri="{FF2B5EF4-FFF2-40B4-BE49-F238E27FC236}">
                    <a16:creationId xmlns:a16="http://schemas.microsoft.com/office/drawing/2014/main" id="{A24E0FD5-96EC-48D7-B14B-7F3B55033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551"/>
                <a:ext cx="10" cy="11"/>
              </a:xfrm>
              <a:custGeom>
                <a:avLst/>
                <a:gdLst>
                  <a:gd name="T0" fmla="*/ 8 w 25"/>
                  <a:gd name="T1" fmla="*/ 17 h 26"/>
                  <a:gd name="T2" fmla="*/ 7 w 25"/>
                  <a:gd name="T3" fmla="*/ 17 h 26"/>
                  <a:gd name="T4" fmla="*/ 5 w 25"/>
                  <a:gd name="T5" fmla="*/ 15 h 26"/>
                  <a:gd name="T6" fmla="*/ 4 w 25"/>
                  <a:gd name="T7" fmla="*/ 15 h 26"/>
                  <a:gd name="T8" fmla="*/ 3 w 25"/>
                  <a:gd name="T9" fmla="*/ 13 h 26"/>
                  <a:gd name="T10" fmla="*/ 1 w 25"/>
                  <a:gd name="T11" fmla="*/ 13 h 26"/>
                  <a:gd name="T12" fmla="*/ 0 w 25"/>
                  <a:gd name="T13" fmla="*/ 10 h 26"/>
                  <a:gd name="T14" fmla="*/ 2 w 25"/>
                  <a:gd name="T15" fmla="*/ 2 h 26"/>
                  <a:gd name="T16" fmla="*/ 5 w 25"/>
                  <a:gd name="T17" fmla="*/ 0 h 26"/>
                  <a:gd name="T18" fmla="*/ 9 w 25"/>
                  <a:gd name="T19" fmla="*/ 2 h 26"/>
                  <a:gd name="T20" fmla="*/ 10 w 25"/>
                  <a:gd name="T21" fmla="*/ 6 h 26"/>
                  <a:gd name="T22" fmla="*/ 13 w 25"/>
                  <a:gd name="T23" fmla="*/ 8 h 26"/>
                  <a:gd name="T24" fmla="*/ 17 w 25"/>
                  <a:gd name="T25" fmla="*/ 8 h 26"/>
                  <a:gd name="T26" fmla="*/ 20 w 25"/>
                  <a:gd name="T27" fmla="*/ 10 h 26"/>
                  <a:gd name="T28" fmla="*/ 21 w 25"/>
                  <a:gd name="T29" fmla="*/ 13 h 26"/>
                  <a:gd name="T30" fmla="*/ 24 w 25"/>
                  <a:gd name="T31" fmla="*/ 16 h 26"/>
                  <a:gd name="T32" fmla="*/ 25 w 25"/>
                  <a:gd name="T33" fmla="*/ 21 h 26"/>
                  <a:gd name="T34" fmla="*/ 21 w 25"/>
                  <a:gd name="T35" fmla="*/ 23 h 26"/>
                  <a:gd name="T36" fmla="*/ 18 w 25"/>
                  <a:gd name="T37" fmla="*/ 20 h 26"/>
                  <a:gd name="T38" fmla="*/ 15 w 25"/>
                  <a:gd name="T39" fmla="*/ 21 h 26"/>
                  <a:gd name="T40" fmla="*/ 14 w 25"/>
                  <a:gd name="T41" fmla="*/ 25 h 26"/>
                  <a:gd name="T42" fmla="*/ 11 w 25"/>
                  <a:gd name="T43" fmla="*/ 23 h 26"/>
                  <a:gd name="T44" fmla="*/ 10 w 25"/>
                  <a:gd name="T45" fmla="*/ 20 h 26"/>
                  <a:gd name="T46" fmla="*/ 8 w 25"/>
                  <a:gd name="T4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26">
                    <a:moveTo>
                      <a:pt x="8" y="17"/>
                    </a:moveTo>
                    <a:cubicBezTo>
                      <a:pt x="8" y="17"/>
                      <a:pt x="7" y="18"/>
                      <a:pt x="7" y="17"/>
                    </a:cubicBezTo>
                    <a:cubicBezTo>
                      <a:pt x="6" y="17"/>
                      <a:pt x="6" y="16"/>
                      <a:pt x="5" y="15"/>
                    </a:cubicBezTo>
                    <a:cubicBezTo>
                      <a:pt x="5" y="15"/>
                      <a:pt x="5" y="15"/>
                      <a:pt x="4" y="15"/>
                    </a:cubicBezTo>
                    <a:cubicBezTo>
                      <a:pt x="4" y="14"/>
                      <a:pt x="3" y="14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7"/>
                      <a:pt x="0" y="3"/>
                      <a:pt x="2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0"/>
                      <a:pt x="9" y="1"/>
                      <a:pt x="9" y="2"/>
                    </a:cubicBezTo>
                    <a:cubicBezTo>
                      <a:pt x="10" y="3"/>
                      <a:pt x="10" y="5"/>
                      <a:pt x="10" y="6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5" y="8"/>
                      <a:pt x="16" y="8"/>
                      <a:pt x="17" y="8"/>
                    </a:cubicBezTo>
                    <a:cubicBezTo>
                      <a:pt x="18" y="8"/>
                      <a:pt x="20" y="9"/>
                      <a:pt x="20" y="10"/>
                    </a:cubicBezTo>
                    <a:cubicBezTo>
                      <a:pt x="21" y="11"/>
                      <a:pt x="20" y="12"/>
                      <a:pt x="21" y="13"/>
                    </a:cubicBezTo>
                    <a:cubicBezTo>
                      <a:pt x="22" y="14"/>
                      <a:pt x="24" y="15"/>
                      <a:pt x="24" y="16"/>
                    </a:cubicBezTo>
                    <a:cubicBezTo>
                      <a:pt x="25" y="17"/>
                      <a:pt x="25" y="19"/>
                      <a:pt x="25" y="21"/>
                    </a:cubicBezTo>
                    <a:cubicBezTo>
                      <a:pt x="25" y="23"/>
                      <a:pt x="23" y="23"/>
                      <a:pt x="21" y="23"/>
                    </a:cubicBezTo>
                    <a:cubicBezTo>
                      <a:pt x="19" y="23"/>
                      <a:pt x="19" y="21"/>
                      <a:pt x="18" y="20"/>
                    </a:cubicBezTo>
                    <a:cubicBezTo>
                      <a:pt x="17" y="19"/>
                      <a:pt x="15" y="20"/>
                      <a:pt x="15" y="21"/>
                    </a:cubicBezTo>
                    <a:cubicBezTo>
                      <a:pt x="14" y="22"/>
                      <a:pt x="15" y="24"/>
                      <a:pt x="14" y="25"/>
                    </a:cubicBezTo>
                    <a:cubicBezTo>
                      <a:pt x="13" y="26"/>
                      <a:pt x="12" y="24"/>
                      <a:pt x="11" y="23"/>
                    </a:cubicBezTo>
                    <a:cubicBezTo>
                      <a:pt x="11" y="22"/>
                      <a:pt x="10" y="21"/>
                      <a:pt x="10" y="20"/>
                    </a:cubicBezTo>
                    <a:cubicBezTo>
                      <a:pt x="10" y="19"/>
                      <a:pt x="9" y="18"/>
                      <a:pt x="8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2" name="Freeform 3487">
                <a:extLst>
                  <a:ext uri="{FF2B5EF4-FFF2-40B4-BE49-F238E27FC236}">
                    <a16:creationId xmlns:a16="http://schemas.microsoft.com/office/drawing/2014/main" id="{0570B430-ABA3-4FD7-8F01-917EDE9A6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567"/>
                <a:ext cx="8" cy="7"/>
              </a:xfrm>
              <a:custGeom>
                <a:avLst/>
                <a:gdLst>
                  <a:gd name="T0" fmla="*/ 2 w 21"/>
                  <a:gd name="T1" fmla="*/ 11 h 17"/>
                  <a:gd name="T2" fmla="*/ 0 w 21"/>
                  <a:gd name="T3" fmla="*/ 7 h 17"/>
                  <a:gd name="T4" fmla="*/ 5 w 21"/>
                  <a:gd name="T5" fmla="*/ 6 h 17"/>
                  <a:gd name="T6" fmla="*/ 10 w 21"/>
                  <a:gd name="T7" fmla="*/ 6 h 17"/>
                  <a:gd name="T8" fmla="*/ 12 w 21"/>
                  <a:gd name="T9" fmla="*/ 6 h 17"/>
                  <a:gd name="T10" fmla="*/ 14 w 21"/>
                  <a:gd name="T11" fmla="*/ 4 h 17"/>
                  <a:gd name="T12" fmla="*/ 16 w 21"/>
                  <a:gd name="T13" fmla="*/ 2 h 17"/>
                  <a:gd name="T14" fmla="*/ 17 w 21"/>
                  <a:gd name="T15" fmla="*/ 1 h 17"/>
                  <a:gd name="T16" fmla="*/ 19 w 21"/>
                  <a:gd name="T17" fmla="*/ 2 h 17"/>
                  <a:gd name="T18" fmla="*/ 19 w 21"/>
                  <a:gd name="T19" fmla="*/ 7 h 17"/>
                  <a:gd name="T20" fmla="*/ 17 w 21"/>
                  <a:gd name="T21" fmla="*/ 11 h 17"/>
                  <a:gd name="T22" fmla="*/ 15 w 21"/>
                  <a:gd name="T23" fmla="*/ 16 h 17"/>
                  <a:gd name="T24" fmla="*/ 13 w 21"/>
                  <a:gd name="T25" fmla="*/ 17 h 17"/>
                  <a:gd name="T26" fmla="*/ 9 w 21"/>
                  <a:gd name="T27" fmla="*/ 16 h 17"/>
                  <a:gd name="T28" fmla="*/ 7 w 21"/>
                  <a:gd name="T29" fmla="*/ 14 h 17"/>
                  <a:gd name="T30" fmla="*/ 5 w 21"/>
                  <a:gd name="T31" fmla="*/ 13 h 17"/>
                  <a:gd name="T32" fmla="*/ 4 w 21"/>
                  <a:gd name="T33" fmla="*/ 12 h 17"/>
                  <a:gd name="T34" fmla="*/ 2 w 21"/>
                  <a:gd name="T3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7">
                    <a:moveTo>
                      <a:pt x="2" y="11"/>
                    </a:moveTo>
                    <a:cubicBezTo>
                      <a:pt x="1" y="11"/>
                      <a:pt x="0" y="9"/>
                      <a:pt x="0" y="7"/>
                    </a:cubicBezTo>
                    <a:cubicBezTo>
                      <a:pt x="1" y="5"/>
                      <a:pt x="4" y="5"/>
                      <a:pt x="5" y="6"/>
                    </a:cubicBezTo>
                    <a:cubicBezTo>
                      <a:pt x="7" y="6"/>
                      <a:pt x="8" y="5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2"/>
                      <a:pt x="16" y="2"/>
                    </a:cubicBezTo>
                    <a:cubicBezTo>
                      <a:pt x="16" y="1"/>
                      <a:pt x="17" y="0"/>
                      <a:pt x="17" y="1"/>
                    </a:cubicBezTo>
                    <a:cubicBezTo>
                      <a:pt x="18" y="1"/>
                      <a:pt x="19" y="2"/>
                      <a:pt x="19" y="2"/>
                    </a:cubicBezTo>
                    <a:cubicBezTo>
                      <a:pt x="20" y="4"/>
                      <a:pt x="21" y="6"/>
                      <a:pt x="19" y="7"/>
                    </a:cubicBezTo>
                    <a:cubicBezTo>
                      <a:pt x="18" y="8"/>
                      <a:pt x="17" y="9"/>
                      <a:pt x="17" y="11"/>
                    </a:cubicBezTo>
                    <a:cubicBezTo>
                      <a:pt x="16" y="13"/>
                      <a:pt x="16" y="14"/>
                      <a:pt x="15" y="16"/>
                    </a:cubicBezTo>
                    <a:cubicBezTo>
                      <a:pt x="14" y="16"/>
                      <a:pt x="13" y="17"/>
                      <a:pt x="13" y="17"/>
                    </a:cubicBezTo>
                    <a:cubicBezTo>
                      <a:pt x="11" y="17"/>
                      <a:pt x="10" y="16"/>
                      <a:pt x="9" y="16"/>
                    </a:cubicBezTo>
                    <a:cubicBezTo>
                      <a:pt x="9" y="15"/>
                      <a:pt x="8" y="14"/>
                      <a:pt x="7" y="14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4" y="13"/>
                      <a:pt x="5" y="12"/>
                      <a:pt x="4" y="12"/>
                    </a:cubicBezTo>
                    <a:cubicBezTo>
                      <a:pt x="4" y="11"/>
                      <a:pt x="3" y="11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3" name="Freeform 3489">
                <a:extLst>
                  <a:ext uri="{FF2B5EF4-FFF2-40B4-BE49-F238E27FC236}">
                    <a16:creationId xmlns:a16="http://schemas.microsoft.com/office/drawing/2014/main" id="{F31395B1-11CF-40F6-982A-1D542CE97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91"/>
                <a:ext cx="7" cy="3"/>
              </a:xfrm>
              <a:custGeom>
                <a:avLst/>
                <a:gdLst>
                  <a:gd name="T0" fmla="*/ 6 w 16"/>
                  <a:gd name="T1" fmla="*/ 0 h 6"/>
                  <a:gd name="T2" fmla="*/ 7 w 16"/>
                  <a:gd name="T3" fmla="*/ 0 h 6"/>
                  <a:gd name="T4" fmla="*/ 8 w 16"/>
                  <a:gd name="T5" fmla="*/ 0 h 6"/>
                  <a:gd name="T6" fmla="*/ 9 w 16"/>
                  <a:gd name="T7" fmla="*/ 0 h 6"/>
                  <a:gd name="T8" fmla="*/ 10 w 16"/>
                  <a:gd name="T9" fmla="*/ 0 h 6"/>
                  <a:gd name="T10" fmla="*/ 12 w 16"/>
                  <a:gd name="T11" fmla="*/ 2 h 6"/>
                  <a:gd name="T12" fmla="*/ 14 w 16"/>
                  <a:gd name="T13" fmla="*/ 3 h 6"/>
                  <a:gd name="T14" fmla="*/ 13 w 16"/>
                  <a:gd name="T15" fmla="*/ 6 h 6"/>
                  <a:gd name="T16" fmla="*/ 8 w 16"/>
                  <a:gd name="T17" fmla="*/ 6 h 6"/>
                  <a:gd name="T18" fmla="*/ 5 w 16"/>
                  <a:gd name="T19" fmla="*/ 6 h 6"/>
                  <a:gd name="T20" fmla="*/ 2 w 16"/>
                  <a:gd name="T21" fmla="*/ 6 h 6"/>
                  <a:gd name="T22" fmla="*/ 0 w 16"/>
                  <a:gd name="T23" fmla="*/ 4 h 6"/>
                  <a:gd name="T24" fmla="*/ 1 w 16"/>
                  <a:gd name="T25" fmla="*/ 3 h 6"/>
                  <a:gd name="T26" fmla="*/ 2 w 16"/>
                  <a:gd name="T27" fmla="*/ 2 h 6"/>
                  <a:gd name="T28" fmla="*/ 3 w 16"/>
                  <a:gd name="T29" fmla="*/ 1 h 6"/>
                  <a:gd name="T30" fmla="*/ 6 w 16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6">
                    <a:moveTo>
                      <a:pt x="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2" y="1"/>
                      <a:pt x="12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6" y="4"/>
                      <a:pt x="15" y="5"/>
                      <a:pt x="13" y="6"/>
                    </a:cubicBezTo>
                    <a:cubicBezTo>
                      <a:pt x="11" y="6"/>
                      <a:pt x="9" y="6"/>
                      <a:pt x="8" y="6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4" name="Freeform 3490">
                <a:extLst>
                  <a:ext uri="{FF2B5EF4-FFF2-40B4-BE49-F238E27FC236}">
                    <a16:creationId xmlns:a16="http://schemas.microsoft.com/office/drawing/2014/main" id="{9A1827E8-1D4E-40B5-9D15-7C7068D0A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589"/>
                <a:ext cx="10" cy="14"/>
              </a:xfrm>
              <a:custGeom>
                <a:avLst/>
                <a:gdLst>
                  <a:gd name="T0" fmla="*/ 10 w 25"/>
                  <a:gd name="T1" fmla="*/ 32 h 33"/>
                  <a:gd name="T2" fmla="*/ 8 w 25"/>
                  <a:gd name="T3" fmla="*/ 33 h 33"/>
                  <a:gd name="T4" fmla="*/ 4 w 25"/>
                  <a:gd name="T5" fmla="*/ 33 h 33"/>
                  <a:gd name="T6" fmla="*/ 2 w 25"/>
                  <a:gd name="T7" fmla="*/ 29 h 33"/>
                  <a:gd name="T8" fmla="*/ 1 w 25"/>
                  <a:gd name="T9" fmla="*/ 26 h 33"/>
                  <a:gd name="T10" fmla="*/ 2 w 25"/>
                  <a:gd name="T11" fmla="*/ 24 h 33"/>
                  <a:gd name="T12" fmla="*/ 3 w 25"/>
                  <a:gd name="T13" fmla="*/ 22 h 33"/>
                  <a:gd name="T14" fmla="*/ 4 w 25"/>
                  <a:gd name="T15" fmla="*/ 19 h 33"/>
                  <a:gd name="T16" fmla="*/ 2 w 25"/>
                  <a:gd name="T17" fmla="*/ 16 h 33"/>
                  <a:gd name="T18" fmla="*/ 2 w 25"/>
                  <a:gd name="T19" fmla="*/ 13 h 33"/>
                  <a:gd name="T20" fmla="*/ 7 w 25"/>
                  <a:gd name="T21" fmla="*/ 11 h 33"/>
                  <a:gd name="T22" fmla="*/ 10 w 25"/>
                  <a:gd name="T23" fmla="*/ 7 h 33"/>
                  <a:gd name="T24" fmla="*/ 13 w 25"/>
                  <a:gd name="T25" fmla="*/ 3 h 33"/>
                  <a:gd name="T26" fmla="*/ 16 w 25"/>
                  <a:gd name="T27" fmla="*/ 2 h 33"/>
                  <a:gd name="T28" fmla="*/ 19 w 25"/>
                  <a:gd name="T29" fmla="*/ 0 h 33"/>
                  <a:gd name="T30" fmla="*/ 23 w 25"/>
                  <a:gd name="T31" fmla="*/ 0 h 33"/>
                  <a:gd name="T32" fmla="*/ 25 w 25"/>
                  <a:gd name="T33" fmla="*/ 2 h 33"/>
                  <a:gd name="T34" fmla="*/ 24 w 25"/>
                  <a:gd name="T35" fmla="*/ 6 h 33"/>
                  <a:gd name="T36" fmla="*/ 19 w 25"/>
                  <a:gd name="T37" fmla="*/ 10 h 33"/>
                  <a:gd name="T38" fmla="*/ 15 w 25"/>
                  <a:gd name="T39" fmla="*/ 14 h 33"/>
                  <a:gd name="T40" fmla="*/ 13 w 25"/>
                  <a:gd name="T41" fmla="*/ 17 h 33"/>
                  <a:gd name="T42" fmla="*/ 11 w 25"/>
                  <a:gd name="T43" fmla="*/ 21 h 33"/>
                  <a:gd name="T44" fmla="*/ 10 w 25"/>
                  <a:gd name="T45" fmla="*/ 26 h 33"/>
                  <a:gd name="T46" fmla="*/ 10 w 25"/>
                  <a:gd name="T47" fmla="*/ 29 h 33"/>
                  <a:gd name="T48" fmla="*/ 10 w 25"/>
                  <a:gd name="T49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5" h="33">
                    <a:moveTo>
                      <a:pt x="10" y="32"/>
                    </a:moveTo>
                    <a:cubicBezTo>
                      <a:pt x="9" y="33"/>
                      <a:pt x="9" y="33"/>
                      <a:pt x="8" y="33"/>
                    </a:cubicBezTo>
                    <a:cubicBezTo>
                      <a:pt x="7" y="33"/>
                      <a:pt x="6" y="33"/>
                      <a:pt x="4" y="33"/>
                    </a:cubicBezTo>
                    <a:cubicBezTo>
                      <a:pt x="3" y="32"/>
                      <a:pt x="2" y="31"/>
                      <a:pt x="2" y="29"/>
                    </a:cubicBezTo>
                    <a:cubicBezTo>
                      <a:pt x="1" y="28"/>
                      <a:pt x="0" y="27"/>
                      <a:pt x="1" y="26"/>
                    </a:cubicBezTo>
                    <a:cubicBezTo>
                      <a:pt x="1" y="25"/>
                      <a:pt x="2" y="25"/>
                      <a:pt x="2" y="24"/>
                    </a:cubicBezTo>
                    <a:cubicBezTo>
                      <a:pt x="2" y="24"/>
                      <a:pt x="3" y="23"/>
                      <a:pt x="3" y="22"/>
                    </a:cubicBezTo>
                    <a:cubicBezTo>
                      <a:pt x="3" y="21"/>
                      <a:pt x="4" y="20"/>
                      <a:pt x="4" y="19"/>
                    </a:cubicBezTo>
                    <a:cubicBezTo>
                      <a:pt x="5" y="18"/>
                      <a:pt x="3" y="17"/>
                      <a:pt x="2" y="16"/>
                    </a:cubicBezTo>
                    <a:cubicBezTo>
                      <a:pt x="1" y="16"/>
                      <a:pt x="1" y="14"/>
                      <a:pt x="2" y="13"/>
                    </a:cubicBezTo>
                    <a:cubicBezTo>
                      <a:pt x="4" y="12"/>
                      <a:pt x="6" y="12"/>
                      <a:pt x="7" y="11"/>
                    </a:cubicBezTo>
                    <a:cubicBezTo>
                      <a:pt x="9" y="10"/>
                      <a:pt x="9" y="8"/>
                      <a:pt x="10" y="7"/>
                    </a:cubicBezTo>
                    <a:cubicBezTo>
                      <a:pt x="10" y="5"/>
                      <a:pt x="11" y="3"/>
                      <a:pt x="13" y="3"/>
                    </a:cubicBezTo>
                    <a:cubicBezTo>
                      <a:pt x="14" y="2"/>
                      <a:pt x="15" y="3"/>
                      <a:pt x="16" y="2"/>
                    </a:cubicBezTo>
                    <a:cubicBezTo>
                      <a:pt x="17" y="2"/>
                      <a:pt x="18" y="0"/>
                      <a:pt x="19" y="0"/>
                    </a:cubicBezTo>
                    <a:cubicBezTo>
                      <a:pt x="20" y="0"/>
                      <a:pt x="22" y="0"/>
                      <a:pt x="23" y="0"/>
                    </a:cubicBezTo>
                    <a:cubicBezTo>
                      <a:pt x="24" y="0"/>
                      <a:pt x="25" y="0"/>
                      <a:pt x="25" y="2"/>
                    </a:cubicBezTo>
                    <a:cubicBezTo>
                      <a:pt x="25" y="3"/>
                      <a:pt x="25" y="5"/>
                      <a:pt x="24" y="6"/>
                    </a:cubicBezTo>
                    <a:cubicBezTo>
                      <a:pt x="23" y="8"/>
                      <a:pt x="20" y="9"/>
                      <a:pt x="19" y="10"/>
                    </a:cubicBezTo>
                    <a:cubicBezTo>
                      <a:pt x="17" y="11"/>
                      <a:pt x="16" y="13"/>
                      <a:pt x="15" y="14"/>
                    </a:cubicBezTo>
                    <a:cubicBezTo>
                      <a:pt x="15" y="15"/>
                      <a:pt x="14" y="16"/>
                      <a:pt x="13" y="17"/>
                    </a:cubicBezTo>
                    <a:cubicBezTo>
                      <a:pt x="12" y="18"/>
                      <a:pt x="12" y="19"/>
                      <a:pt x="11" y="21"/>
                    </a:cubicBezTo>
                    <a:cubicBezTo>
                      <a:pt x="11" y="23"/>
                      <a:pt x="10" y="24"/>
                      <a:pt x="10" y="26"/>
                    </a:cubicBezTo>
                    <a:cubicBezTo>
                      <a:pt x="10" y="27"/>
                      <a:pt x="10" y="28"/>
                      <a:pt x="10" y="29"/>
                    </a:cubicBezTo>
                    <a:cubicBezTo>
                      <a:pt x="10" y="30"/>
                      <a:pt x="10" y="31"/>
                      <a:pt x="10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5" name="Freeform 3492">
                <a:extLst>
                  <a:ext uri="{FF2B5EF4-FFF2-40B4-BE49-F238E27FC236}">
                    <a16:creationId xmlns:a16="http://schemas.microsoft.com/office/drawing/2014/main" id="{210B0B4B-F579-4A4C-A7FF-8B85D3884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555"/>
                <a:ext cx="5" cy="5"/>
              </a:xfrm>
              <a:custGeom>
                <a:avLst/>
                <a:gdLst>
                  <a:gd name="T0" fmla="*/ 3 w 12"/>
                  <a:gd name="T1" fmla="*/ 11 h 11"/>
                  <a:gd name="T2" fmla="*/ 1 w 12"/>
                  <a:gd name="T3" fmla="*/ 9 h 11"/>
                  <a:gd name="T4" fmla="*/ 2 w 12"/>
                  <a:gd name="T5" fmla="*/ 4 h 11"/>
                  <a:gd name="T6" fmla="*/ 7 w 12"/>
                  <a:gd name="T7" fmla="*/ 0 h 11"/>
                  <a:gd name="T8" fmla="*/ 10 w 12"/>
                  <a:gd name="T9" fmla="*/ 1 h 11"/>
                  <a:gd name="T10" fmla="*/ 11 w 12"/>
                  <a:gd name="T11" fmla="*/ 3 h 11"/>
                  <a:gd name="T12" fmla="*/ 11 w 12"/>
                  <a:gd name="T13" fmla="*/ 6 h 11"/>
                  <a:gd name="T14" fmla="*/ 8 w 12"/>
                  <a:gd name="T15" fmla="*/ 9 h 11"/>
                  <a:gd name="T16" fmla="*/ 3 w 12"/>
                  <a:gd name="T1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2" y="11"/>
                      <a:pt x="2" y="10"/>
                      <a:pt x="1" y="9"/>
                    </a:cubicBezTo>
                    <a:cubicBezTo>
                      <a:pt x="0" y="8"/>
                      <a:pt x="1" y="5"/>
                      <a:pt x="2" y="4"/>
                    </a:cubicBezTo>
                    <a:cubicBezTo>
                      <a:pt x="3" y="2"/>
                      <a:pt x="5" y="1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7"/>
                      <a:pt x="9" y="8"/>
                      <a:pt x="8" y="9"/>
                    </a:cubicBezTo>
                    <a:cubicBezTo>
                      <a:pt x="6" y="10"/>
                      <a:pt x="5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6" name="Freeform 3493">
                <a:extLst>
                  <a:ext uri="{FF2B5EF4-FFF2-40B4-BE49-F238E27FC236}">
                    <a16:creationId xmlns:a16="http://schemas.microsoft.com/office/drawing/2014/main" id="{68F647B4-BD22-46C7-A8B0-33E973CC3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84"/>
                <a:ext cx="4" cy="6"/>
              </a:xfrm>
              <a:custGeom>
                <a:avLst/>
                <a:gdLst>
                  <a:gd name="T0" fmla="*/ 3 w 11"/>
                  <a:gd name="T1" fmla="*/ 12 h 14"/>
                  <a:gd name="T2" fmla="*/ 0 w 11"/>
                  <a:gd name="T3" fmla="*/ 6 h 14"/>
                  <a:gd name="T4" fmla="*/ 0 w 11"/>
                  <a:gd name="T5" fmla="*/ 3 h 14"/>
                  <a:gd name="T6" fmla="*/ 3 w 11"/>
                  <a:gd name="T7" fmla="*/ 2 h 14"/>
                  <a:gd name="T8" fmla="*/ 10 w 11"/>
                  <a:gd name="T9" fmla="*/ 1 h 14"/>
                  <a:gd name="T10" fmla="*/ 10 w 11"/>
                  <a:gd name="T11" fmla="*/ 5 h 14"/>
                  <a:gd name="T12" fmla="*/ 11 w 11"/>
                  <a:gd name="T13" fmla="*/ 10 h 14"/>
                  <a:gd name="T14" fmla="*/ 9 w 11"/>
                  <a:gd name="T15" fmla="*/ 13 h 14"/>
                  <a:gd name="T16" fmla="*/ 6 w 11"/>
                  <a:gd name="T17" fmla="*/ 14 h 14"/>
                  <a:gd name="T18" fmla="*/ 3 w 11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3" y="12"/>
                    </a:moveTo>
                    <a:cubicBezTo>
                      <a:pt x="1" y="10"/>
                      <a:pt x="0" y="8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0" y="2"/>
                      <a:pt x="10" y="4"/>
                      <a:pt x="10" y="5"/>
                    </a:cubicBezTo>
                    <a:cubicBezTo>
                      <a:pt x="11" y="7"/>
                      <a:pt x="11" y="8"/>
                      <a:pt x="11" y="10"/>
                    </a:cubicBezTo>
                    <a:cubicBezTo>
                      <a:pt x="11" y="11"/>
                      <a:pt x="10" y="12"/>
                      <a:pt x="9" y="13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5" y="13"/>
                      <a:pt x="3" y="13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7" name="Freeform 3494">
                <a:extLst>
                  <a:ext uri="{FF2B5EF4-FFF2-40B4-BE49-F238E27FC236}">
                    <a16:creationId xmlns:a16="http://schemas.microsoft.com/office/drawing/2014/main" id="{59A2942A-DE31-46D0-B5F6-AEFB29A19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468"/>
                <a:ext cx="5" cy="5"/>
              </a:xfrm>
              <a:custGeom>
                <a:avLst/>
                <a:gdLst>
                  <a:gd name="T0" fmla="*/ 1 w 11"/>
                  <a:gd name="T1" fmla="*/ 3 h 10"/>
                  <a:gd name="T2" fmla="*/ 5 w 11"/>
                  <a:gd name="T3" fmla="*/ 4 h 10"/>
                  <a:gd name="T4" fmla="*/ 10 w 11"/>
                  <a:gd name="T5" fmla="*/ 7 h 10"/>
                  <a:gd name="T6" fmla="*/ 9 w 11"/>
                  <a:gd name="T7" fmla="*/ 10 h 10"/>
                  <a:gd name="T8" fmla="*/ 1 w 11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3"/>
                    </a:moveTo>
                    <a:cubicBezTo>
                      <a:pt x="1" y="0"/>
                      <a:pt x="4" y="3"/>
                      <a:pt x="5" y="4"/>
                    </a:cubicBezTo>
                    <a:cubicBezTo>
                      <a:pt x="6" y="5"/>
                      <a:pt x="9" y="5"/>
                      <a:pt x="10" y="7"/>
                    </a:cubicBezTo>
                    <a:cubicBezTo>
                      <a:pt x="11" y="8"/>
                      <a:pt x="10" y="10"/>
                      <a:pt x="9" y="10"/>
                    </a:cubicBezTo>
                    <a:cubicBezTo>
                      <a:pt x="5" y="10"/>
                      <a:pt x="0" y="7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8" name="Freeform 3496">
                <a:extLst>
                  <a:ext uri="{FF2B5EF4-FFF2-40B4-BE49-F238E27FC236}">
                    <a16:creationId xmlns:a16="http://schemas.microsoft.com/office/drawing/2014/main" id="{11DA18EB-A6C0-442E-8796-E897BB33B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27"/>
                <a:ext cx="14" cy="19"/>
              </a:xfrm>
              <a:custGeom>
                <a:avLst/>
                <a:gdLst>
                  <a:gd name="T0" fmla="*/ 16 w 34"/>
                  <a:gd name="T1" fmla="*/ 41 h 48"/>
                  <a:gd name="T2" fmla="*/ 19 w 34"/>
                  <a:gd name="T3" fmla="*/ 44 h 48"/>
                  <a:gd name="T4" fmla="*/ 17 w 34"/>
                  <a:gd name="T5" fmla="*/ 48 h 48"/>
                  <a:gd name="T6" fmla="*/ 13 w 34"/>
                  <a:gd name="T7" fmla="*/ 45 h 48"/>
                  <a:gd name="T8" fmla="*/ 10 w 34"/>
                  <a:gd name="T9" fmla="*/ 43 h 48"/>
                  <a:gd name="T10" fmla="*/ 7 w 34"/>
                  <a:gd name="T11" fmla="*/ 45 h 48"/>
                  <a:gd name="T12" fmla="*/ 4 w 34"/>
                  <a:gd name="T13" fmla="*/ 43 h 48"/>
                  <a:gd name="T14" fmla="*/ 3 w 34"/>
                  <a:gd name="T15" fmla="*/ 39 h 48"/>
                  <a:gd name="T16" fmla="*/ 3 w 34"/>
                  <a:gd name="T17" fmla="*/ 31 h 48"/>
                  <a:gd name="T18" fmla="*/ 7 w 34"/>
                  <a:gd name="T19" fmla="*/ 29 h 48"/>
                  <a:gd name="T20" fmla="*/ 7 w 34"/>
                  <a:gd name="T21" fmla="*/ 25 h 48"/>
                  <a:gd name="T22" fmla="*/ 9 w 34"/>
                  <a:gd name="T23" fmla="*/ 22 h 48"/>
                  <a:gd name="T24" fmla="*/ 12 w 34"/>
                  <a:gd name="T25" fmla="*/ 18 h 48"/>
                  <a:gd name="T26" fmla="*/ 12 w 34"/>
                  <a:gd name="T27" fmla="*/ 12 h 48"/>
                  <a:gd name="T28" fmla="*/ 14 w 34"/>
                  <a:gd name="T29" fmla="*/ 9 h 48"/>
                  <a:gd name="T30" fmla="*/ 18 w 34"/>
                  <a:gd name="T31" fmla="*/ 5 h 48"/>
                  <a:gd name="T32" fmla="*/ 21 w 34"/>
                  <a:gd name="T33" fmla="*/ 1 h 48"/>
                  <a:gd name="T34" fmla="*/ 23 w 34"/>
                  <a:gd name="T35" fmla="*/ 4 h 48"/>
                  <a:gd name="T36" fmla="*/ 22 w 34"/>
                  <a:gd name="T37" fmla="*/ 9 h 48"/>
                  <a:gd name="T38" fmla="*/ 25 w 34"/>
                  <a:gd name="T39" fmla="*/ 5 h 48"/>
                  <a:gd name="T40" fmla="*/ 29 w 34"/>
                  <a:gd name="T41" fmla="*/ 4 h 48"/>
                  <a:gd name="T42" fmla="*/ 31 w 34"/>
                  <a:gd name="T43" fmla="*/ 6 h 48"/>
                  <a:gd name="T44" fmla="*/ 32 w 34"/>
                  <a:gd name="T45" fmla="*/ 7 h 48"/>
                  <a:gd name="T46" fmla="*/ 31 w 34"/>
                  <a:gd name="T47" fmla="*/ 11 h 48"/>
                  <a:gd name="T48" fmla="*/ 31 w 34"/>
                  <a:gd name="T49" fmla="*/ 15 h 48"/>
                  <a:gd name="T50" fmla="*/ 32 w 34"/>
                  <a:gd name="T51" fmla="*/ 20 h 48"/>
                  <a:gd name="T52" fmla="*/ 31 w 34"/>
                  <a:gd name="T53" fmla="*/ 23 h 48"/>
                  <a:gd name="T54" fmla="*/ 29 w 34"/>
                  <a:gd name="T55" fmla="*/ 21 h 48"/>
                  <a:gd name="T56" fmla="*/ 26 w 34"/>
                  <a:gd name="T57" fmla="*/ 18 h 48"/>
                  <a:gd name="T58" fmla="*/ 24 w 34"/>
                  <a:gd name="T59" fmla="*/ 23 h 48"/>
                  <a:gd name="T60" fmla="*/ 21 w 34"/>
                  <a:gd name="T61" fmla="*/ 27 h 48"/>
                  <a:gd name="T62" fmla="*/ 24 w 34"/>
                  <a:gd name="T63" fmla="*/ 27 h 48"/>
                  <a:gd name="T64" fmla="*/ 26 w 34"/>
                  <a:gd name="T65" fmla="*/ 26 h 48"/>
                  <a:gd name="T66" fmla="*/ 28 w 34"/>
                  <a:gd name="T67" fmla="*/ 30 h 48"/>
                  <a:gd name="T68" fmla="*/ 25 w 34"/>
                  <a:gd name="T69" fmla="*/ 31 h 48"/>
                  <a:gd name="T70" fmla="*/ 22 w 34"/>
                  <a:gd name="T71" fmla="*/ 32 h 48"/>
                  <a:gd name="T72" fmla="*/ 19 w 34"/>
                  <a:gd name="T73" fmla="*/ 36 h 48"/>
                  <a:gd name="T74" fmla="*/ 15 w 34"/>
                  <a:gd name="T75" fmla="*/ 38 h 48"/>
                  <a:gd name="T76" fmla="*/ 14 w 34"/>
                  <a:gd name="T77" fmla="*/ 40 h 48"/>
                  <a:gd name="T78" fmla="*/ 16 w 34"/>
                  <a:gd name="T79" fmla="*/ 4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48">
                    <a:moveTo>
                      <a:pt x="16" y="41"/>
                    </a:moveTo>
                    <a:cubicBezTo>
                      <a:pt x="17" y="41"/>
                      <a:pt x="18" y="42"/>
                      <a:pt x="19" y="44"/>
                    </a:cubicBezTo>
                    <a:cubicBezTo>
                      <a:pt x="19" y="45"/>
                      <a:pt x="19" y="47"/>
                      <a:pt x="17" y="48"/>
                    </a:cubicBezTo>
                    <a:cubicBezTo>
                      <a:pt x="16" y="48"/>
                      <a:pt x="14" y="46"/>
                      <a:pt x="13" y="45"/>
                    </a:cubicBezTo>
                    <a:cubicBezTo>
                      <a:pt x="12" y="44"/>
                      <a:pt x="11" y="43"/>
                      <a:pt x="10" y="43"/>
                    </a:cubicBezTo>
                    <a:cubicBezTo>
                      <a:pt x="9" y="43"/>
                      <a:pt x="8" y="45"/>
                      <a:pt x="7" y="45"/>
                    </a:cubicBezTo>
                    <a:cubicBezTo>
                      <a:pt x="6" y="45"/>
                      <a:pt x="4" y="43"/>
                      <a:pt x="4" y="43"/>
                    </a:cubicBezTo>
                    <a:cubicBezTo>
                      <a:pt x="3" y="42"/>
                      <a:pt x="3" y="40"/>
                      <a:pt x="3" y="39"/>
                    </a:cubicBezTo>
                    <a:cubicBezTo>
                      <a:pt x="2" y="36"/>
                      <a:pt x="0" y="33"/>
                      <a:pt x="3" y="31"/>
                    </a:cubicBezTo>
                    <a:cubicBezTo>
                      <a:pt x="4" y="31"/>
                      <a:pt x="6" y="30"/>
                      <a:pt x="7" y="29"/>
                    </a:cubicBezTo>
                    <a:cubicBezTo>
                      <a:pt x="8" y="28"/>
                      <a:pt x="7" y="26"/>
                      <a:pt x="7" y="25"/>
                    </a:cubicBezTo>
                    <a:cubicBezTo>
                      <a:pt x="7" y="23"/>
                      <a:pt x="8" y="23"/>
                      <a:pt x="9" y="22"/>
                    </a:cubicBezTo>
                    <a:cubicBezTo>
                      <a:pt x="11" y="21"/>
                      <a:pt x="11" y="20"/>
                      <a:pt x="12" y="18"/>
                    </a:cubicBezTo>
                    <a:cubicBezTo>
                      <a:pt x="12" y="16"/>
                      <a:pt x="11" y="14"/>
                      <a:pt x="12" y="12"/>
                    </a:cubicBezTo>
                    <a:cubicBezTo>
                      <a:pt x="12" y="10"/>
                      <a:pt x="13" y="9"/>
                      <a:pt x="14" y="9"/>
                    </a:cubicBezTo>
                    <a:cubicBezTo>
                      <a:pt x="15" y="7"/>
                      <a:pt x="17" y="7"/>
                      <a:pt x="18" y="5"/>
                    </a:cubicBezTo>
                    <a:cubicBezTo>
                      <a:pt x="19" y="3"/>
                      <a:pt x="20" y="1"/>
                      <a:pt x="21" y="1"/>
                    </a:cubicBezTo>
                    <a:cubicBezTo>
                      <a:pt x="23" y="0"/>
                      <a:pt x="24" y="2"/>
                      <a:pt x="23" y="4"/>
                    </a:cubicBezTo>
                    <a:cubicBezTo>
                      <a:pt x="23" y="6"/>
                      <a:pt x="22" y="7"/>
                      <a:pt x="22" y="9"/>
                    </a:cubicBezTo>
                    <a:cubicBezTo>
                      <a:pt x="25" y="9"/>
                      <a:pt x="24" y="7"/>
                      <a:pt x="25" y="5"/>
                    </a:cubicBezTo>
                    <a:cubicBezTo>
                      <a:pt x="26" y="4"/>
                      <a:pt x="28" y="4"/>
                      <a:pt x="29" y="4"/>
                    </a:cubicBezTo>
                    <a:cubicBezTo>
                      <a:pt x="29" y="5"/>
                      <a:pt x="30" y="5"/>
                      <a:pt x="31" y="6"/>
                    </a:cubicBezTo>
                    <a:cubicBezTo>
                      <a:pt x="31" y="6"/>
                      <a:pt x="32" y="6"/>
                      <a:pt x="32" y="7"/>
                    </a:cubicBezTo>
                    <a:cubicBezTo>
                      <a:pt x="34" y="8"/>
                      <a:pt x="32" y="10"/>
                      <a:pt x="31" y="11"/>
                    </a:cubicBezTo>
                    <a:cubicBezTo>
                      <a:pt x="30" y="12"/>
                      <a:pt x="30" y="13"/>
                      <a:pt x="31" y="15"/>
                    </a:cubicBezTo>
                    <a:cubicBezTo>
                      <a:pt x="32" y="16"/>
                      <a:pt x="32" y="18"/>
                      <a:pt x="32" y="20"/>
                    </a:cubicBezTo>
                    <a:cubicBezTo>
                      <a:pt x="32" y="21"/>
                      <a:pt x="32" y="23"/>
                      <a:pt x="31" y="23"/>
                    </a:cubicBezTo>
                    <a:cubicBezTo>
                      <a:pt x="30" y="24"/>
                      <a:pt x="29" y="22"/>
                      <a:pt x="29" y="21"/>
                    </a:cubicBezTo>
                    <a:cubicBezTo>
                      <a:pt x="29" y="20"/>
                      <a:pt x="28" y="17"/>
                      <a:pt x="26" y="18"/>
                    </a:cubicBezTo>
                    <a:cubicBezTo>
                      <a:pt x="24" y="19"/>
                      <a:pt x="24" y="22"/>
                      <a:pt x="24" y="23"/>
                    </a:cubicBezTo>
                    <a:cubicBezTo>
                      <a:pt x="24" y="25"/>
                      <a:pt x="21" y="25"/>
                      <a:pt x="21" y="27"/>
                    </a:cubicBezTo>
                    <a:cubicBezTo>
                      <a:pt x="22" y="27"/>
                      <a:pt x="24" y="28"/>
                      <a:pt x="24" y="27"/>
                    </a:cubicBezTo>
                    <a:cubicBezTo>
                      <a:pt x="25" y="27"/>
                      <a:pt x="26" y="26"/>
                      <a:pt x="26" y="26"/>
                    </a:cubicBezTo>
                    <a:cubicBezTo>
                      <a:pt x="28" y="25"/>
                      <a:pt x="28" y="29"/>
                      <a:pt x="28" y="30"/>
                    </a:cubicBezTo>
                    <a:cubicBezTo>
                      <a:pt x="27" y="31"/>
                      <a:pt x="26" y="31"/>
                      <a:pt x="25" y="31"/>
                    </a:cubicBezTo>
                    <a:cubicBezTo>
                      <a:pt x="24" y="31"/>
                      <a:pt x="23" y="31"/>
                      <a:pt x="22" y="32"/>
                    </a:cubicBezTo>
                    <a:cubicBezTo>
                      <a:pt x="21" y="33"/>
                      <a:pt x="19" y="34"/>
                      <a:pt x="19" y="36"/>
                    </a:cubicBezTo>
                    <a:cubicBezTo>
                      <a:pt x="18" y="36"/>
                      <a:pt x="16" y="37"/>
                      <a:pt x="15" y="38"/>
                    </a:cubicBezTo>
                    <a:cubicBezTo>
                      <a:pt x="14" y="38"/>
                      <a:pt x="14" y="39"/>
                      <a:pt x="14" y="40"/>
                    </a:cubicBezTo>
                    <a:cubicBezTo>
                      <a:pt x="14" y="41"/>
                      <a:pt x="15" y="40"/>
                      <a:pt x="16" y="4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9" name="Freeform 3497">
                <a:extLst>
                  <a:ext uri="{FF2B5EF4-FFF2-40B4-BE49-F238E27FC236}">
                    <a16:creationId xmlns:a16="http://schemas.microsoft.com/office/drawing/2014/main" id="{342D09AB-26A3-42EF-8443-A14B9E9E3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49"/>
                <a:ext cx="9" cy="8"/>
              </a:xfrm>
              <a:custGeom>
                <a:avLst/>
                <a:gdLst>
                  <a:gd name="T0" fmla="*/ 7 w 21"/>
                  <a:gd name="T1" fmla="*/ 15 h 20"/>
                  <a:gd name="T2" fmla="*/ 8 w 21"/>
                  <a:gd name="T3" fmla="*/ 18 h 20"/>
                  <a:gd name="T4" fmla="*/ 5 w 21"/>
                  <a:gd name="T5" fmla="*/ 19 h 20"/>
                  <a:gd name="T6" fmla="*/ 2 w 21"/>
                  <a:gd name="T7" fmla="*/ 14 h 20"/>
                  <a:gd name="T8" fmla="*/ 2 w 21"/>
                  <a:gd name="T9" fmla="*/ 10 h 20"/>
                  <a:gd name="T10" fmla="*/ 1 w 21"/>
                  <a:gd name="T11" fmla="*/ 6 h 20"/>
                  <a:gd name="T12" fmla="*/ 4 w 21"/>
                  <a:gd name="T13" fmla="*/ 2 h 20"/>
                  <a:gd name="T14" fmla="*/ 7 w 21"/>
                  <a:gd name="T15" fmla="*/ 1 h 20"/>
                  <a:gd name="T16" fmla="*/ 11 w 21"/>
                  <a:gd name="T17" fmla="*/ 0 h 20"/>
                  <a:gd name="T18" fmla="*/ 16 w 21"/>
                  <a:gd name="T19" fmla="*/ 5 h 20"/>
                  <a:gd name="T20" fmla="*/ 17 w 21"/>
                  <a:gd name="T21" fmla="*/ 12 h 20"/>
                  <a:gd name="T22" fmla="*/ 20 w 21"/>
                  <a:gd name="T23" fmla="*/ 14 h 20"/>
                  <a:gd name="T24" fmla="*/ 16 w 21"/>
                  <a:gd name="T25" fmla="*/ 20 h 20"/>
                  <a:gd name="T26" fmla="*/ 12 w 21"/>
                  <a:gd name="T27" fmla="*/ 16 h 20"/>
                  <a:gd name="T28" fmla="*/ 10 w 21"/>
                  <a:gd name="T29" fmla="*/ 13 h 20"/>
                  <a:gd name="T30" fmla="*/ 8 w 21"/>
                  <a:gd name="T31" fmla="*/ 11 h 20"/>
                  <a:gd name="T32" fmla="*/ 7 w 21"/>
                  <a:gd name="T3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0">
                    <a:moveTo>
                      <a:pt x="7" y="15"/>
                    </a:moveTo>
                    <a:cubicBezTo>
                      <a:pt x="8" y="16"/>
                      <a:pt x="9" y="17"/>
                      <a:pt x="8" y="18"/>
                    </a:cubicBezTo>
                    <a:cubicBezTo>
                      <a:pt x="8" y="19"/>
                      <a:pt x="6" y="20"/>
                      <a:pt x="5" y="19"/>
                    </a:cubicBezTo>
                    <a:cubicBezTo>
                      <a:pt x="2" y="19"/>
                      <a:pt x="1" y="16"/>
                      <a:pt x="2" y="14"/>
                    </a:cubicBezTo>
                    <a:cubicBezTo>
                      <a:pt x="2" y="13"/>
                      <a:pt x="2" y="11"/>
                      <a:pt x="2" y="10"/>
                    </a:cubicBezTo>
                    <a:cubicBezTo>
                      <a:pt x="1" y="9"/>
                      <a:pt x="1" y="8"/>
                      <a:pt x="1" y="6"/>
                    </a:cubicBezTo>
                    <a:cubicBezTo>
                      <a:pt x="0" y="4"/>
                      <a:pt x="1" y="2"/>
                      <a:pt x="4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3" y="1"/>
                      <a:pt x="16" y="3"/>
                      <a:pt x="16" y="5"/>
                    </a:cubicBezTo>
                    <a:cubicBezTo>
                      <a:pt x="17" y="8"/>
                      <a:pt x="14" y="11"/>
                      <a:pt x="17" y="12"/>
                    </a:cubicBezTo>
                    <a:cubicBezTo>
                      <a:pt x="19" y="12"/>
                      <a:pt x="20" y="13"/>
                      <a:pt x="20" y="14"/>
                    </a:cubicBezTo>
                    <a:cubicBezTo>
                      <a:pt x="21" y="17"/>
                      <a:pt x="19" y="20"/>
                      <a:pt x="16" y="20"/>
                    </a:cubicBezTo>
                    <a:cubicBezTo>
                      <a:pt x="14" y="19"/>
                      <a:pt x="13" y="17"/>
                      <a:pt x="12" y="16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10" y="13"/>
                      <a:pt x="9" y="11"/>
                      <a:pt x="8" y="11"/>
                    </a:cubicBezTo>
                    <a:cubicBezTo>
                      <a:pt x="6" y="11"/>
                      <a:pt x="7" y="14"/>
                      <a:pt x="7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0" name="Freeform 3500">
                <a:extLst>
                  <a:ext uri="{FF2B5EF4-FFF2-40B4-BE49-F238E27FC236}">
                    <a16:creationId xmlns:a16="http://schemas.microsoft.com/office/drawing/2014/main" id="{494898AC-B6F6-4234-A18D-4A4839D77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476"/>
                <a:ext cx="8" cy="5"/>
              </a:xfrm>
              <a:custGeom>
                <a:avLst/>
                <a:gdLst>
                  <a:gd name="T0" fmla="*/ 9 w 19"/>
                  <a:gd name="T1" fmla="*/ 13 h 13"/>
                  <a:gd name="T2" fmla="*/ 4 w 19"/>
                  <a:gd name="T3" fmla="*/ 13 h 13"/>
                  <a:gd name="T4" fmla="*/ 3 w 19"/>
                  <a:gd name="T5" fmla="*/ 12 h 13"/>
                  <a:gd name="T6" fmla="*/ 1 w 19"/>
                  <a:gd name="T7" fmla="*/ 11 h 13"/>
                  <a:gd name="T8" fmla="*/ 1 w 19"/>
                  <a:gd name="T9" fmla="*/ 8 h 13"/>
                  <a:gd name="T10" fmla="*/ 4 w 19"/>
                  <a:gd name="T11" fmla="*/ 5 h 13"/>
                  <a:gd name="T12" fmla="*/ 6 w 19"/>
                  <a:gd name="T13" fmla="*/ 3 h 13"/>
                  <a:gd name="T14" fmla="*/ 8 w 19"/>
                  <a:gd name="T15" fmla="*/ 2 h 13"/>
                  <a:gd name="T16" fmla="*/ 13 w 19"/>
                  <a:gd name="T17" fmla="*/ 1 h 13"/>
                  <a:gd name="T18" fmla="*/ 16 w 19"/>
                  <a:gd name="T19" fmla="*/ 1 h 13"/>
                  <a:gd name="T20" fmla="*/ 18 w 19"/>
                  <a:gd name="T21" fmla="*/ 2 h 13"/>
                  <a:gd name="T22" fmla="*/ 18 w 19"/>
                  <a:gd name="T23" fmla="*/ 4 h 13"/>
                  <a:gd name="T24" fmla="*/ 17 w 19"/>
                  <a:gd name="T25" fmla="*/ 6 h 13"/>
                  <a:gd name="T26" fmla="*/ 13 w 19"/>
                  <a:gd name="T27" fmla="*/ 10 h 13"/>
                  <a:gd name="T28" fmla="*/ 9 w 19"/>
                  <a:gd name="T2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9" y="13"/>
                    </a:moveTo>
                    <a:cubicBezTo>
                      <a:pt x="7" y="13"/>
                      <a:pt x="6" y="13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6"/>
                      <a:pt x="2" y="5"/>
                      <a:pt x="4" y="5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10" y="2"/>
                      <a:pt x="11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7" y="0"/>
                      <a:pt x="18" y="1"/>
                      <a:pt x="18" y="2"/>
                    </a:cubicBezTo>
                    <a:cubicBezTo>
                      <a:pt x="19" y="3"/>
                      <a:pt x="19" y="4"/>
                      <a:pt x="18" y="4"/>
                    </a:cubicBezTo>
                    <a:cubicBezTo>
                      <a:pt x="18" y="5"/>
                      <a:pt x="18" y="5"/>
                      <a:pt x="17" y="6"/>
                    </a:cubicBezTo>
                    <a:cubicBezTo>
                      <a:pt x="16" y="7"/>
                      <a:pt x="15" y="8"/>
                      <a:pt x="13" y="10"/>
                    </a:cubicBezTo>
                    <a:cubicBezTo>
                      <a:pt x="12" y="11"/>
                      <a:pt x="10" y="12"/>
                      <a:pt x="9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1" name="Freeform 3501">
                <a:extLst>
                  <a:ext uri="{FF2B5EF4-FFF2-40B4-BE49-F238E27FC236}">
                    <a16:creationId xmlns:a16="http://schemas.microsoft.com/office/drawing/2014/main" id="{CE3CCD6D-E67A-43C9-8487-A53ACC41B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473"/>
                <a:ext cx="5" cy="2"/>
              </a:xfrm>
              <a:custGeom>
                <a:avLst/>
                <a:gdLst>
                  <a:gd name="T0" fmla="*/ 5 w 12"/>
                  <a:gd name="T1" fmla="*/ 0 h 7"/>
                  <a:gd name="T2" fmla="*/ 10 w 12"/>
                  <a:gd name="T3" fmla="*/ 0 h 7"/>
                  <a:gd name="T4" fmla="*/ 12 w 12"/>
                  <a:gd name="T5" fmla="*/ 3 h 7"/>
                  <a:gd name="T6" fmla="*/ 9 w 12"/>
                  <a:gd name="T7" fmla="*/ 7 h 7"/>
                  <a:gd name="T8" fmla="*/ 3 w 12"/>
                  <a:gd name="T9" fmla="*/ 6 h 7"/>
                  <a:gd name="T10" fmla="*/ 2 w 12"/>
                  <a:gd name="T11" fmla="*/ 1 h 7"/>
                  <a:gd name="T12" fmla="*/ 5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5" y="0"/>
                    </a:moveTo>
                    <a:cubicBezTo>
                      <a:pt x="7" y="0"/>
                      <a:pt x="9" y="0"/>
                      <a:pt x="10" y="0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5"/>
                      <a:pt x="11" y="6"/>
                      <a:pt x="9" y="7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2" y="5"/>
                      <a:pt x="0" y="3"/>
                      <a:pt x="2" y="1"/>
                    </a:cubicBezTo>
                    <a:cubicBezTo>
                      <a:pt x="3" y="1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2" name="Freeform 3504">
                <a:extLst>
                  <a:ext uri="{FF2B5EF4-FFF2-40B4-BE49-F238E27FC236}">
                    <a16:creationId xmlns:a16="http://schemas.microsoft.com/office/drawing/2014/main" id="{2198DF04-7A78-4BE5-A721-D5E756124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13"/>
                <a:ext cx="8" cy="7"/>
              </a:xfrm>
              <a:custGeom>
                <a:avLst/>
                <a:gdLst>
                  <a:gd name="T0" fmla="*/ 7 w 20"/>
                  <a:gd name="T1" fmla="*/ 6 h 17"/>
                  <a:gd name="T2" fmla="*/ 4 w 20"/>
                  <a:gd name="T3" fmla="*/ 6 h 17"/>
                  <a:gd name="T4" fmla="*/ 1 w 20"/>
                  <a:gd name="T5" fmla="*/ 3 h 17"/>
                  <a:gd name="T6" fmla="*/ 0 w 20"/>
                  <a:gd name="T7" fmla="*/ 2 h 17"/>
                  <a:gd name="T8" fmla="*/ 1 w 20"/>
                  <a:gd name="T9" fmla="*/ 1 h 17"/>
                  <a:gd name="T10" fmla="*/ 4 w 20"/>
                  <a:gd name="T11" fmla="*/ 0 h 17"/>
                  <a:gd name="T12" fmla="*/ 7 w 20"/>
                  <a:gd name="T13" fmla="*/ 0 h 17"/>
                  <a:gd name="T14" fmla="*/ 10 w 20"/>
                  <a:gd name="T15" fmla="*/ 0 h 17"/>
                  <a:gd name="T16" fmla="*/ 14 w 20"/>
                  <a:gd name="T17" fmla="*/ 2 h 17"/>
                  <a:gd name="T18" fmla="*/ 17 w 20"/>
                  <a:gd name="T19" fmla="*/ 5 h 17"/>
                  <a:gd name="T20" fmla="*/ 19 w 20"/>
                  <a:gd name="T21" fmla="*/ 10 h 17"/>
                  <a:gd name="T22" fmla="*/ 18 w 20"/>
                  <a:gd name="T23" fmla="*/ 13 h 17"/>
                  <a:gd name="T24" fmla="*/ 15 w 20"/>
                  <a:gd name="T25" fmla="*/ 15 h 17"/>
                  <a:gd name="T26" fmla="*/ 14 w 20"/>
                  <a:gd name="T27" fmla="*/ 16 h 17"/>
                  <a:gd name="T28" fmla="*/ 11 w 20"/>
                  <a:gd name="T29" fmla="*/ 17 h 17"/>
                  <a:gd name="T30" fmla="*/ 12 w 20"/>
                  <a:gd name="T31" fmla="*/ 11 h 17"/>
                  <a:gd name="T32" fmla="*/ 11 w 20"/>
                  <a:gd name="T33" fmla="*/ 7 h 17"/>
                  <a:gd name="T34" fmla="*/ 7 w 20"/>
                  <a:gd name="T3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7">
                    <a:moveTo>
                      <a:pt x="7" y="6"/>
                    </a:moveTo>
                    <a:cubicBezTo>
                      <a:pt x="6" y="6"/>
                      <a:pt x="5" y="6"/>
                      <a:pt x="4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2"/>
                      <a:pt x="16" y="4"/>
                      <a:pt x="17" y="5"/>
                    </a:cubicBezTo>
                    <a:cubicBezTo>
                      <a:pt x="19" y="6"/>
                      <a:pt x="20" y="7"/>
                      <a:pt x="19" y="10"/>
                    </a:cubicBezTo>
                    <a:cubicBezTo>
                      <a:pt x="19" y="11"/>
                      <a:pt x="18" y="12"/>
                      <a:pt x="18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5" y="15"/>
                      <a:pt x="15" y="16"/>
                      <a:pt x="14" y="16"/>
                    </a:cubicBezTo>
                    <a:cubicBezTo>
                      <a:pt x="13" y="16"/>
                      <a:pt x="12" y="17"/>
                      <a:pt x="11" y="17"/>
                    </a:cubicBezTo>
                    <a:cubicBezTo>
                      <a:pt x="11" y="15"/>
                      <a:pt x="11" y="13"/>
                      <a:pt x="12" y="11"/>
                    </a:cubicBezTo>
                    <a:cubicBezTo>
                      <a:pt x="13" y="9"/>
                      <a:pt x="13" y="8"/>
                      <a:pt x="11" y="7"/>
                    </a:cubicBezTo>
                    <a:cubicBezTo>
                      <a:pt x="10" y="6"/>
                      <a:pt x="8" y="7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3" name="Freeform 3507">
                <a:extLst>
                  <a:ext uri="{FF2B5EF4-FFF2-40B4-BE49-F238E27FC236}">
                    <a16:creationId xmlns:a16="http://schemas.microsoft.com/office/drawing/2014/main" id="{98737249-5F37-4434-A0D8-137A9102C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905"/>
                <a:ext cx="2" cy="3"/>
              </a:xfrm>
              <a:custGeom>
                <a:avLst/>
                <a:gdLst>
                  <a:gd name="T0" fmla="*/ 4 w 5"/>
                  <a:gd name="T1" fmla="*/ 3 h 9"/>
                  <a:gd name="T2" fmla="*/ 4 w 5"/>
                  <a:gd name="T3" fmla="*/ 7 h 9"/>
                  <a:gd name="T4" fmla="*/ 0 w 5"/>
                  <a:gd name="T5" fmla="*/ 6 h 9"/>
                  <a:gd name="T6" fmla="*/ 4 w 5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4" y="3"/>
                    </a:moveTo>
                    <a:cubicBezTo>
                      <a:pt x="5" y="4"/>
                      <a:pt x="5" y="6"/>
                      <a:pt x="4" y="7"/>
                    </a:cubicBezTo>
                    <a:cubicBezTo>
                      <a:pt x="3" y="9"/>
                      <a:pt x="0" y="8"/>
                      <a:pt x="0" y="6"/>
                    </a:cubicBezTo>
                    <a:cubicBezTo>
                      <a:pt x="0" y="5"/>
                      <a:pt x="2" y="0"/>
                      <a:pt x="4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4" name="Freeform 3508">
                <a:extLst>
                  <a:ext uri="{FF2B5EF4-FFF2-40B4-BE49-F238E27FC236}">
                    <a16:creationId xmlns:a16="http://schemas.microsoft.com/office/drawing/2014/main" id="{AAE0ACB7-E61C-4329-8647-9505E6BFA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863"/>
                <a:ext cx="10" cy="24"/>
              </a:xfrm>
              <a:custGeom>
                <a:avLst/>
                <a:gdLst>
                  <a:gd name="T0" fmla="*/ 11 w 25"/>
                  <a:gd name="T1" fmla="*/ 46 h 59"/>
                  <a:gd name="T2" fmla="*/ 10 w 25"/>
                  <a:gd name="T3" fmla="*/ 44 h 59"/>
                  <a:gd name="T4" fmla="*/ 8 w 25"/>
                  <a:gd name="T5" fmla="*/ 42 h 59"/>
                  <a:gd name="T6" fmla="*/ 6 w 25"/>
                  <a:gd name="T7" fmla="*/ 38 h 59"/>
                  <a:gd name="T8" fmla="*/ 5 w 25"/>
                  <a:gd name="T9" fmla="*/ 35 h 59"/>
                  <a:gd name="T10" fmla="*/ 6 w 25"/>
                  <a:gd name="T11" fmla="*/ 33 h 59"/>
                  <a:gd name="T12" fmla="*/ 5 w 25"/>
                  <a:gd name="T13" fmla="*/ 27 h 59"/>
                  <a:gd name="T14" fmla="*/ 9 w 25"/>
                  <a:gd name="T15" fmla="*/ 25 h 59"/>
                  <a:gd name="T16" fmla="*/ 9 w 25"/>
                  <a:gd name="T17" fmla="*/ 21 h 59"/>
                  <a:gd name="T18" fmla="*/ 2 w 25"/>
                  <a:gd name="T19" fmla="*/ 16 h 59"/>
                  <a:gd name="T20" fmla="*/ 1 w 25"/>
                  <a:gd name="T21" fmla="*/ 7 h 59"/>
                  <a:gd name="T22" fmla="*/ 6 w 25"/>
                  <a:gd name="T23" fmla="*/ 1 h 59"/>
                  <a:gd name="T24" fmla="*/ 12 w 25"/>
                  <a:gd name="T25" fmla="*/ 6 h 59"/>
                  <a:gd name="T26" fmla="*/ 15 w 25"/>
                  <a:gd name="T27" fmla="*/ 10 h 59"/>
                  <a:gd name="T28" fmla="*/ 19 w 25"/>
                  <a:gd name="T29" fmla="*/ 13 h 59"/>
                  <a:gd name="T30" fmla="*/ 19 w 25"/>
                  <a:gd name="T31" fmla="*/ 17 h 59"/>
                  <a:gd name="T32" fmla="*/ 18 w 25"/>
                  <a:gd name="T33" fmla="*/ 23 h 59"/>
                  <a:gd name="T34" fmla="*/ 20 w 25"/>
                  <a:gd name="T35" fmla="*/ 27 h 59"/>
                  <a:gd name="T36" fmla="*/ 23 w 25"/>
                  <a:gd name="T37" fmla="*/ 29 h 59"/>
                  <a:gd name="T38" fmla="*/ 22 w 25"/>
                  <a:gd name="T39" fmla="*/ 37 h 59"/>
                  <a:gd name="T40" fmla="*/ 22 w 25"/>
                  <a:gd name="T41" fmla="*/ 41 h 59"/>
                  <a:gd name="T42" fmla="*/ 22 w 25"/>
                  <a:gd name="T43" fmla="*/ 46 h 59"/>
                  <a:gd name="T44" fmla="*/ 19 w 25"/>
                  <a:gd name="T45" fmla="*/ 53 h 59"/>
                  <a:gd name="T46" fmla="*/ 18 w 25"/>
                  <a:gd name="T47" fmla="*/ 56 h 59"/>
                  <a:gd name="T48" fmla="*/ 12 w 25"/>
                  <a:gd name="T49" fmla="*/ 57 h 59"/>
                  <a:gd name="T50" fmla="*/ 11 w 25"/>
                  <a:gd name="T51" fmla="*/ 52 h 59"/>
                  <a:gd name="T52" fmla="*/ 11 w 25"/>
                  <a:gd name="T53" fmla="*/ 4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59">
                    <a:moveTo>
                      <a:pt x="11" y="46"/>
                    </a:moveTo>
                    <a:cubicBezTo>
                      <a:pt x="11" y="46"/>
                      <a:pt x="11" y="44"/>
                      <a:pt x="10" y="44"/>
                    </a:cubicBezTo>
                    <a:cubicBezTo>
                      <a:pt x="10" y="43"/>
                      <a:pt x="8" y="43"/>
                      <a:pt x="8" y="42"/>
                    </a:cubicBezTo>
                    <a:cubicBezTo>
                      <a:pt x="7" y="41"/>
                      <a:pt x="6" y="39"/>
                      <a:pt x="6" y="38"/>
                    </a:cubicBezTo>
                    <a:cubicBezTo>
                      <a:pt x="5" y="37"/>
                      <a:pt x="5" y="36"/>
                      <a:pt x="5" y="35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6" y="31"/>
                      <a:pt x="3" y="28"/>
                      <a:pt x="5" y="27"/>
                    </a:cubicBezTo>
                    <a:cubicBezTo>
                      <a:pt x="6" y="26"/>
                      <a:pt x="8" y="26"/>
                      <a:pt x="9" y="25"/>
                    </a:cubicBezTo>
                    <a:cubicBezTo>
                      <a:pt x="9" y="24"/>
                      <a:pt x="9" y="22"/>
                      <a:pt x="9" y="21"/>
                    </a:cubicBezTo>
                    <a:cubicBezTo>
                      <a:pt x="6" y="20"/>
                      <a:pt x="3" y="19"/>
                      <a:pt x="2" y="16"/>
                    </a:cubicBezTo>
                    <a:cubicBezTo>
                      <a:pt x="1" y="13"/>
                      <a:pt x="0" y="10"/>
                      <a:pt x="1" y="7"/>
                    </a:cubicBezTo>
                    <a:cubicBezTo>
                      <a:pt x="1" y="4"/>
                      <a:pt x="3" y="2"/>
                      <a:pt x="6" y="1"/>
                    </a:cubicBezTo>
                    <a:cubicBezTo>
                      <a:pt x="9" y="0"/>
                      <a:pt x="10" y="4"/>
                      <a:pt x="12" y="6"/>
                    </a:cubicBezTo>
                    <a:cubicBezTo>
                      <a:pt x="13" y="7"/>
                      <a:pt x="14" y="8"/>
                      <a:pt x="15" y="10"/>
                    </a:cubicBezTo>
                    <a:cubicBezTo>
                      <a:pt x="16" y="11"/>
                      <a:pt x="18" y="11"/>
                      <a:pt x="19" y="13"/>
                    </a:cubicBezTo>
                    <a:cubicBezTo>
                      <a:pt x="20" y="14"/>
                      <a:pt x="20" y="16"/>
                      <a:pt x="19" y="17"/>
                    </a:cubicBezTo>
                    <a:cubicBezTo>
                      <a:pt x="19" y="19"/>
                      <a:pt x="18" y="21"/>
                      <a:pt x="18" y="23"/>
                    </a:cubicBezTo>
                    <a:cubicBezTo>
                      <a:pt x="18" y="25"/>
                      <a:pt x="19" y="26"/>
                      <a:pt x="20" y="27"/>
                    </a:cubicBezTo>
                    <a:cubicBezTo>
                      <a:pt x="21" y="27"/>
                      <a:pt x="22" y="28"/>
                      <a:pt x="23" y="29"/>
                    </a:cubicBezTo>
                    <a:cubicBezTo>
                      <a:pt x="25" y="32"/>
                      <a:pt x="23" y="34"/>
                      <a:pt x="22" y="37"/>
                    </a:cubicBezTo>
                    <a:cubicBezTo>
                      <a:pt x="22" y="38"/>
                      <a:pt x="22" y="40"/>
                      <a:pt x="22" y="41"/>
                    </a:cubicBezTo>
                    <a:cubicBezTo>
                      <a:pt x="22" y="43"/>
                      <a:pt x="23" y="45"/>
                      <a:pt x="22" y="46"/>
                    </a:cubicBezTo>
                    <a:cubicBezTo>
                      <a:pt x="21" y="49"/>
                      <a:pt x="17" y="49"/>
                      <a:pt x="19" y="53"/>
                    </a:cubicBezTo>
                    <a:cubicBezTo>
                      <a:pt x="19" y="54"/>
                      <a:pt x="19" y="55"/>
                      <a:pt x="18" y="56"/>
                    </a:cubicBezTo>
                    <a:cubicBezTo>
                      <a:pt x="17" y="58"/>
                      <a:pt x="13" y="59"/>
                      <a:pt x="12" y="57"/>
                    </a:cubicBezTo>
                    <a:cubicBezTo>
                      <a:pt x="11" y="55"/>
                      <a:pt x="11" y="54"/>
                      <a:pt x="11" y="52"/>
                    </a:cubicBezTo>
                    <a:cubicBezTo>
                      <a:pt x="12" y="50"/>
                      <a:pt x="12" y="48"/>
                      <a:pt x="11" y="4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5" name="Freeform 3509">
                <a:extLst>
                  <a:ext uri="{FF2B5EF4-FFF2-40B4-BE49-F238E27FC236}">
                    <a16:creationId xmlns:a16="http://schemas.microsoft.com/office/drawing/2014/main" id="{D609D1C2-FA91-4F0D-815C-72ABD0ED8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881"/>
                <a:ext cx="4" cy="6"/>
              </a:xfrm>
              <a:custGeom>
                <a:avLst/>
                <a:gdLst>
                  <a:gd name="T0" fmla="*/ 1 w 10"/>
                  <a:gd name="T1" fmla="*/ 7 h 13"/>
                  <a:gd name="T2" fmla="*/ 3 w 10"/>
                  <a:gd name="T3" fmla="*/ 4 h 13"/>
                  <a:gd name="T4" fmla="*/ 5 w 10"/>
                  <a:gd name="T5" fmla="*/ 2 h 13"/>
                  <a:gd name="T6" fmla="*/ 6 w 10"/>
                  <a:gd name="T7" fmla="*/ 0 h 13"/>
                  <a:gd name="T8" fmla="*/ 9 w 10"/>
                  <a:gd name="T9" fmla="*/ 0 h 13"/>
                  <a:gd name="T10" fmla="*/ 10 w 10"/>
                  <a:gd name="T11" fmla="*/ 4 h 13"/>
                  <a:gd name="T12" fmla="*/ 8 w 10"/>
                  <a:gd name="T13" fmla="*/ 8 h 13"/>
                  <a:gd name="T14" fmla="*/ 5 w 10"/>
                  <a:gd name="T15" fmla="*/ 12 h 13"/>
                  <a:gd name="T16" fmla="*/ 2 w 10"/>
                  <a:gd name="T17" fmla="*/ 12 h 13"/>
                  <a:gd name="T18" fmla="*/ 1 w 10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1" y="7"/>
                    </a:moveTo>
                    <a:cubicBezTo>
                      <a:pt x="2" y="6"/>
                      <a:pt x="3" y="5"/>
                      <a:pt x="3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9" y="0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9"/>
                      <a:pt x="6" y="11"/>
                      <a:pt x="5" y="12"/>
                    </a:cubicBezTo>
                    <a:cubicBezTo>
                      <a:pt x="4" y="12"/>
                      <a:pt x="2" y="13"/>
                      <a:pt x="2" y="12"/>
                    </a:cubicBezTo>
                    <a:cubicBezTo>
                      <a:pt x="0" y="10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6" name="Freeform 3510">
                <a:extLst>
                  <a:ext uri="{FF2B5EF4-FFF2-40B4-BE49-F238E27FC236}">
                    <a16:creationId xmlns:a16="http://schemas.microsoft.com/office/drawing/2014/main" id="{C8CDC5F0-D5EF-42DD-A9B3-DC370115D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876"/>
                <a:ext cx="3" cy="3"/>
              </a:xfrm>
              <a:custGeom>
                <a:avLst/>
                <a:gdLst>
                  <a:gd name="T0" fmla="*/ 1 w 7"/>
                  <a:gd name="T1" fmla="*/ 2 h 7"/>
                  <a:gd name="T2" fmla="*/ 7 w 7"/>
                  <a:gd name="T3" fmla="*/ 3 h 7"/>
                  <a:gd name="T4" fmla="*/ 6 w 7"/>
                  <a:gd name="T5" fmla="*/ 1 h 7"/>
                  <a:gd name="T6" fmla="*/ 1 w 7"/>
                  <a:gd name="T7" fmla="*/ 1 h 7"/>
                  <a:gd name="T8" fmla="*/ 1 w 7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6"/>
                      <a:pt x="7" y="7"/>
                      <a:pt x="7" y="3"/>
                    </a:cubicBezTo>
                    <a:cubicBezTo>
                      <a:pt x="7" y="3"/>
                      <a:pt x="7" y="2"/>
                      <a:pt x="6" y="1"/>
                    </a:cubicBezTo>
                    <a:cubicBezTo>
                      <a:pt x="5" y="1"/>
                      <a:pt x="3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7" name="Freeform 3511">
                <a:extLst>
                  <a:ext uri="{FF2B5EF4-FFF2-40B4-BE49-F238E27FC236}">
                    <a16:creationId xmlns:a16="http://schemas.microsoft.com/office/drawing/2014/main" id="{226E6200-AC50-48F7-8DE6-845B6C7C6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873"/>
                <a:ext cx="5" cy="8"/>
              </a:xfrm>
              <a:custGeom>
                <a:avLst/>
                <a:gdLst>
                  <a:gd name="T0" fmla="*/ 4 w 12"/>
                  <a:gd name="T1" fmla="*/ 16 h 20"/>
                  <a:gd name="T2" fmla="*/ 3 w 12"/>
                  <a:gd name="T3" fmla="*/ 18 h 20"/>
                  <a:gd name="T4" fmla="*/ 2 w 12"/>
                  <a:gd name="T5" fmla="*/ 20 h 20"/>
                  <a:gd name="T6" fmla="*/ 0 w 12"/>
                  <a:gd name="T7" fmla="*/ 18 h 20"/>
                  <a:gd name="T8" fmla="*/ 0 w 12"/>
                  <a:gd name="T9" fmla="*/ 17 h 20"/>
                  <a:gd name="T10" fmla="*/ 1 w 12"/>
                  <a:gd name="T11" fmla="*/ 14 h 20"/>
                  <a:gd name="T12" fmla="*/ 1 w 12"/>
                  <a:gd name="T13" fmla="*/ 10 h 20"/>
                  <a:gd name="T14" fmla="*/ 3 w 12"/>
                  <a:gd name="T15" fmla="*/ 9 h 20"/>
                  <a:gd name="T16" fmla="*/ 5 w 12"/>
                  <a:gd name="T17" fmla="*/ 7 h 20"/>
                  <a:gd name="T18" fmla="*/ 6 w 12"/>
                  <a:gd name="T19" fmla="*/ 3 h 20"/>
                  <a:gd name="T20" fmla="*/ 7 w 12"/>
                  <a:gd name="T21" fmla="*/ 1 h 20"/>
                  <a:gd name="T22" fmla="*/ 10 w 12"/>
                  <a:gd name="T23" fmla="*/ 1 h 20"/>
                  <a:gd name="T24" fmla="*/ 12 w 12"/>
                  <a:gd name="T25" fmla="*/ 1 h 20"/>
                  <a:gd name="T26" fmla="*/ 12 w 12"/>
                  <a:gd name="T27" fmla="*/ 3 h 20"/>
                  <a:gd name="T28" fmla="*/ 9 w 12"/>
                  <a:gd name="T29" fmla="*/ 6 h 20"/>
                  <a:gd name="T30" fmla="*/ 8 w 12"/>
                  <a:gd name="T31" fmla="*/ 9 h 20"/>
                  <a:gd name="T32" fmla="*/ 7 w 12"/>
                  <a:gd name="T33" fmla="*/ 13 h 20"/>
                  <a:gd name="T34" fmla="*/ 4 w 12"/>
                  <a:gd name="T3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" h="20">
                    <a:moveTo>
                      <a:pt x="4" y="16"/>
                    </a:moveTo>
                    <a:cubicBezTo>
                      <a:pt x="4" y="17"/>
                      <a:pt x="4" y="18"/>
                      <a:pt x="3" y="18"/>
                    </a:cubicBezTo>
                    <a:cubicBezTo>
                      <a:pt x="3" y="19"/>
                      <a:pt x="2" y="19"/>
                      <a:pt x="2" y="20"/>
                    </a:cubicBezTo>
                    <a:cubicBezTo>
                      <a:pt x="1" y="20"/>
                      <a:pt x="1" y="19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1" y="13"/>
                      <a:pt x="0" y="11"/>
                      <a:pt x="1" y="10"/>
                    </a:cubicBezTo>
                    <a:cubicBezTo>
                      <a:pt x="1" y="10"/>
                      <a:pt x="3" y="9"/>
                      <a:pt x="3" y="9"/>
                    </a:cubicBezTo>
                    <a:cubicBezTo>
                      <a:pt x="4" y="8"/>
                      <a:pt x="4" y="8"/>
                      <a:pt x="5" y="7"/>
                    </a:cubicBezTo>
                    <a:cubicBezTo>
                      <a:pt x="5" y="6"/>
                      <a:pt x="5" y="4"/>
                      <a:pt x="6" y="3"/>
                    </a:cubicBezTo>
                    <a:cubicBezTo>
                      <a:pt x="6" y="3"/>
                      <a:pt x="7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1" y="4"/>
                      <a:pt x="10" y="4"/>
                      <a:pt x="9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4"/>
                      <a:pt x="5" y="15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8" name="Freeform 3513">
                <a:extLst>
                  <a:ext uri="{FF2B5EF4-FFF2-40B4-BE49-F238E27FC236}">
                    <a16:creationId xmlns:a16="http://schemas.microsoft.com/office/drawing/2014/main" id="{F7D318BC-3E70-4FEB-B184-3D3323D10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32"/>
                <a:ext cx="2" cy="3"/>
              </a:xfrm>
              <a:custGeom>
                <a:avLst/>
                <a:gdLst>
                  <a:gd name="T0" fmla="*/ 1 w 7"/>
                  <a:gd name="T1" fmla="*/ 8 h 8"/>
                  <a:gd name="T2" fmla="*/ 1 w 7"/>
                  <a:gd name="T3" fmla="*/ 6 h 8"/>
                  <a:gd name="T4" fmla="*/ 0 w 7"/>
                  <a:gd name="T5" fmla="*/ 3 h 8"/>
                  <a:gd name="T6" fmla="*/ 5 w 7"/>
                  <a:gd name="T7" fmla="*/ 1 h 8"/>
                  <a:gd name="T8" fmla="*/ 5 w 7"/>
                  <a:gd name="T9" fmla="*/ 7 h 8"/>
                  <a:gd name="T10" fmla="*/ 1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1" y="7"/>
                      <a:pt x="1" y="7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6" y="6"/>
                      <a:pt x="5" y="7"/>
                    </a:cubicBezTo>
                    <a:cubicBezTo>
                      <a:pt x="4" y="8"/>
                      <a:pt x="2" y="8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9" name="Freeform 3514">
                <a:extLst>
                  <a:ext uri="{FF2B5EF4-FFF2-40B4-BE49-F238E27FC236}">
                    <a16:creationId xmlns:a16="http://schemas.microsoft.com/office/drawing/2014/main" id="{B696E78E-F3EA-40D1-AFDB-773450A6A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823"/>
                <a:ext cx="8" cy="9"/>
              </a:xfrm>
              <a:custGeom>
                <a:avLst/>
                <a:gdLst>
                  <a:gd name="T0" fmla="*/ 0 w 21"/>
                  <a:gd name="T1" fmla="*/ 16 h 22"/>
                  <a:gd name="T2" fmla="*/ 1 w 21"/>
                  <a:gd name="T3" fmla="*/ 11 h 22"/>
                  <a:gd name="T4" fmla="*/ 6 w 21"/>
                  <a:gd name="T5" fmla="*/ 8 h 22"/>
                  <a:gd name="T6" fmla="*/ 8 w 21"/>
                  <a:gd name="T7" fmla="*/ 5 h 22"/>
                  <a:gd name="T8" fmla="*/ 10 w 21"/>
                  <a:gd name="T9" fmla="*/ 4 h 22"/>
                  <a:gd name="T10" fmla="*/ 15 w 21"/>
                  <a:gd name="T11" fmla="*/ 2 h 22"/>
                  <a:gd name="T12" fmla="*/ 17 w 21"/>
                  <a:gd name="T13" fmla="*/ 0 h 22"/>
                  <a:gd name="T14" fmla="*/ 20 w 21"/>
                  <a:gd name="T15" fmla="*/ 0 h 22"/>
                  <a:gd name="T16" fmla="*/ 19 w 21"/>
                  <a:gd name="T17" fmla="*/ 7 h 22"/>
                  <a:gd name="T18" fmla="*/ 15 w 21"/>
                  <a:gd name="T19" fmla="*/ 10 h 22"/>
                  <a:gd name="T20" fmla="*/ 12 w 21"/>
                  <a:gd name="T21" fmla="*/ 12 h 22"/>
                  <a:gd name="T22" fmla="*/ 10 w 21"/>
                  <a:gd name="T23" fmla="*/ 20 h 22"/>
                  <a:gd name="T24" fmla="*/ 6 w 21"/>
                  <a:gd name="T25" fmla="*/ 22 h 22"/>
                  <a:gd name="T26" fmla="*/ 1 w 21"/>
                  <a:gd name="T27" fmla="*/ 21 h 22"/>
                  <a:gd name="T28" fmla="*/ 0 w 21"/>
                  <a:gd name="T29" fmla="*/ 18 h 22"/>
                  <a:gd name="T30" fmla="*/ 0 w 21"/>
                  <a:gd name="T31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0" y="16"/>
                    </a:moveTo>
                    <a:cubicBezTo>
                      <a:pt x="0" y="14"/>
                      <a:pt x="0" y="13"/>
                      <a:pt x="1" y="11"/>
                    </a:cubicBez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8" y="7"/>
                      <a:pt x="8" y="5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12" y="4"/>
                      <a:pt x="15" y="3"/>
                      <a:pt x="15" y="2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0"/>
                      <a:pt x="20" y="0"/>
                    </a:cubicBezTo>
                    <a:cubicBezTo>
                      <a:pt x="21" y="2"/>
                      <a:pt x="20" y="6"/>
                      <a:pt x="19" y="7"/>
                    </a:cubicBezTo>
                    <a:cubicBezTo>
                      <a:pt x="18" y="8"/>
                      <a:pt x="16" y="9"/>
                      <a:pt x="15" y="10"/>
                    </a:cubicBezTo>
                    <a:cubicBezTo>
                      <a:pt x="14" y="11"/>
                      <a:pt x="13" y="11"/>
                      <a:pt x="12" y="12"/>
                    </a:cubicBezTo>
                    <a:cubicBezTo>
                      <a:pt x="10" y="13"/>
                      <a:pt x="10" y="17"/>
                      <a:pt x="10" y="20"/>
                    </a:cubicBezTo>
                    <a:cubicBezTo>
                      <a:pt x="9" y="22"/>
                      <a:pt x="8" y="22"/>
                      <a:pt x="6" y="22"/>
                    </a:cubicBezTo>
                    <a:cubicBezTo>
                      <a:pt x="4" y="22"/>
                      <a:pt x="3" y="22"/>
                      <a:pt x="1" y="21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0" y="17"/>
                      <a:pt x="0" y="17"/>
                      <a:pt x="0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0" name="Freeform 3516">
                <a:extLst>
                  <a:ext uri="{FF2B5EF4-FFF2-40B4-BE49-F238E27FC236}">
                    <a16:creationId xmlns:a16="http://schemas.microsoft.com/office/drawing/2014/main" id="{728618AB-15E0-44B3-B2B8-67FE55986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824"/>
                <a:ext cx="6" cy="5"/>
              </a:xfrm>
              <a:custGeom>
                <a:avLst/>
                <a:gdLst>
                  <a:gd name="T0" fmla="*/ 4 w 15"/>
                  <a:gd name="T1" fmla="*/ 10 h 12"/>
                  <a:gd name="T2" fmla="*/ 2 w 15"/>
                  <a:gd name="T3" fmla="*/ 10 h 12"/>
                  <a:gd name="T4" fmla="*/ 1 w 15"/>
                  <a:gd name="T5" fmla="*/ 6 h 12"/>
                  <a:gd name="T6" fmla="*/ 6 w 15"/>
                  <a:gd name="T7" fmla="*/ 4 h 12"/>
                  <a:gd name="T8" fmla="*/ 10 w 15"/>
                  <a:gd name="T9" fmla="*/ 1 h 12"/>
                  <a:gd name="T10" fmla="*/ 14 w 15"/>
                  <a:gd name="T11" fmla="*/ 2 h 12"/>
                  <a:gd name="T12" fmla="*/ 14 w 15"/>
                  <a:gd name="T13" fmla="*/ 7 h 12"/>
                  <a:gd name="T14" fmla="*/ 13 w 15"/>
                  <a:gd name="T15" fmla="*/ 11 h 12"/>
                  <a:gd name="T16" fmla="*/ 8 w 15"/>
                  <a:gd name="T17" fmla="*/ 11 h 12"/>
                  <a:gd name="T18" fmla="*/ 7 w 15"/>
                  <a:gd name="T19" fmla="*/ 11 h 12"/>
                  <a:gd name="T20" fmla="*/ 4 w 15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4" y="10"/>
                    </a:moveTo>
                    <a:cubicBezTo>
                      <a:pt x="3" y="10"/>
                      <a:pt x="2" y="11"/>
                      <a:pt x="2" y="10"/>
                    </a:cubicBezTo>
                    <a:cubicBezTo>
                      <a:pt x="1" y="9"/>
                      <a:pt x="0" y="7"/>
                      <a:pt x="1" y="6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8" y="3"/>
                      <a:pt x="9" y="2"/>
                      <a:pt x="10" y="1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4" y="9"/>
                      <a:pt x="14" y="10"/>
                      <a:pt x="13" y="11"/>
                    </a:cubicBezTo>
                    <a:cubicBezTo>
                      <a:pt x="11" y="11"/>
                      <a:pt x="9" y="12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1" name="Freeform 3517">
                <a:extLst>
                  <a:ext uri="{FF2B5EF4-FFF2-40B4-BE49-F238E27FC236}">
                    <a16:creationId xmlns:a16="http://schemas.microsoft.com/office/drawing/2014/main" id="{B6789465-AF34-4D61-979B-AF45DDDBF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813"/>
                <a:ext cx="7" cy="13"/>
              </a:xfrm>
              <a:custGeom>
                <a:avLst/>
                <a:gdLst>
                  <a:gd name="T0" fmla="*/ 3 w 17"/>
                  <a:gd name="T1" fmla="*/ 28 h 32"/>
                  <a:gd name="T2" fmla="*/ 1 w 17"/>
                  <a:gd name="T3" fmla="*/ 30 h 32"/>
                  <a:gd name="T4" fmla="*/ 1 w 17"/>
                  <a:gd name="T5" fmla="*/ 26 h 32"/>
                  <a:gd name="T6" fmla="*/ 1 w 17"/>
                  <a:gd name="T7" fmla="*/ 22 h 32"/>
                  <a:gd name="T8" fmla="*/ 3 w 17"/>
                  <a:gd name="T9" fmla="*/ 18 h 32"/>
                  <a:gd name="T10" fmla="*/ 6 w 17"/>
                  <a:gd name="T11" fmla="*/ 15 h 32"/>
                  <a:gd name="T12" fmla="*/ 7 w 17"/>
                  <a:gd name="T13" fmla="*/ 11 h 32"/>
                  <a:gd name="T14" fmla="*/ 10 w 17"/>
                  <a:gd name="T15" fmla="*/ 8 h 32"/>
                  <a:gd name="T16" fmla="*/ 11 w 17"/>
                  <a:gd name="T17" fmla="*/ 1 h 32"/>
                  <a:gd name="T18" fmla="*/ 17 w 17"/>
                  <a:gd name="T19" fmla="*/ 3 h 32"/>
                  <a:gd name="T20" fmla="*/ 15 w 17"/>
                  <a:gd name="T21" fmla="*/ 6 h 32"/>
                  <a:gd name="T22" fmla="*/ 14 w 17"/>
                  <a:gd name="T23" fmla="*/ 10 h 32"/>
                  <a:gd name="T24" fmla="*/ 11 w 17"/>
                  <a:gd name="T25" fmla="*/ 14 h 32"/>
                  <a:gd name="T26" fmla="*/ 8 w 17"/>
                  <a:gd name="T27" fmla="*/ 17 h 32"/>
                  <a:gd name="T28" fmla="*/ 8 w 17"/>
                  <a:gd name="T29" fmla="*/ 21 h 32"/>
                  <a:gd name="T30" fmla="*/ 9 w 17"/>
                  <a:gd name="T31" fmla="*/ 24 h 32"/>
                  <a:gd name="T32" fmla="*/ 12 w 17"/>
                  <a:gd name="T33" fmla="*/ 27 h 32"/>
                  <a:gd name="T34" fmla="*/ 10 w 17"/>
                  <a:gd name="T35" fmla="*/ 31 h 32"/>
                  <a:gd name="T36" fmla="*/ 7 w 17"/>
                  <a:gd name="T37" fmla="*/ 31 h 32"/>
                  <a:gd name="T38" fmla="*/ 3 w 17"/>
                  <a:gd name="T39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32">
                    <a:moveTo>
                      <a:pt x="3" y="28"/>
                    </a:moveTo>
                    <a:cubicBezTo>
                      <a:pt x="3" y="29"/>
                      <a:pt x="2" y="30"/>
                      <a:pt x="1" y="30"/>
                    </a:cubicBezTo>
                    <a:cubicBezTo>
                      <a:pt x="0" y="29"/>
                      <a:pt x="0" y="27"/>
                      <a:pt x="1" y="26"/>
                    </a:cubicBezTo>
                    <a:cubicBezTo>
                      <a:pt x="1" y="24"/>
                      <a:pt x="1" y="23"/>
                      <a:pt x="1" y="22"/>
                    </a:cubicBezTo>
                    <a:cubicBezTo>
                      <a:pt x="2" y="20"/>
                      <a:pt x="2" y="19"/>
                      <a:pt x="3" y="18"/>
                    </a:cubicBezTo>
                    <a:cubicBezTo>
                      <a:pt x="4" y="17"/>
                      <a:pt x="6" y="17"/>
                      <a:pt x="6" y="15"/>
                    </a:cubicBezTo>
                    <a:cubicBezTo>
                      <a:pt x="7" y="14"/>
                      <a:pt x="7" y="12"/>
                      <a:pt x="7" y="11"/>
                    </a:cubicBezTo>
                    <a:cubicBezTo>
                      <a:pt x="8" y="10"/>
                      <a:pt x="9" y="9"/>
                      <a:pt x="10" y="8"/>
                    </a:cubicBezTo>
                    <a:cubicBezTo>
                      <a:pt x="11" y="6"/>
                      <a:pt x="8" y="2"/>
                      <a:pt x="11" y="1"/>
                    </a:cubicBezTo>
                    <a:cubicBezTo>
                      <a:pt x="12" y="0"/>
                      <a:pt x="16" y="1"/>
                      <a:pt x="17" y="3"/>
                    </a:cubicBezTo>
                    <a:cubicBezTo>
                      <a:pt x="17" y="5"/>
                      <a:pt x="16" y="5"/>
                      <a:pt x="15" y="6"/>
                    </a:cubicBezTo>
                    <a:cubicBezTo>
                      <a:pt x="14" y="7"/>
                      <a:pt x="14" y="8"/>
                      <a:pt x="14" y="10"/>
                    </a:cubicBezTo>
                    <a:cubicBezTo>
                      <a:pt x="14" y="11"/>
                      <a:pt x="12" y="13"/>
                      <a:pt x="11" y="14"/>
                    </a:cubicBezTo>
                    <a:cubicBezTo>
                      <a:pt x="10" y="14"/>
                      <a:pt x="9" y="15"/>
                      <a:pt x="8" y="17"/>
                    </a:cubicBezTo>
                    <a:cubicBezTo>
                      <a:pt x="8" y="18"/>
                      <a:pt x="8" y="20"/>
                      <a:pt x="8" y="21"/>
                    </a:cubicBezTo>
                    <a:cubicBezTo>
                      <a:pt x="8" y="23"/>
                      <a:pt x="8" y="24"/>
                      <a:pt x="9" y="24"/>
                    </a:cubicBez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9"/>
                      <a:pt x="11" y="30"/>
                      <a:pt x="10" y="31"/>
                    </a:cubicBezTo>
                    <a:cubicBezTo>
                      <a:pt x="9" y="32"/>
                      <a:pt x="8" y="31"/>
                      <a:pt x="7" y="31"/>
                    </a:cubicBezTo>
                    <a:cubicBezTo>
                      <a:pt x="7" y="29"/>
                      <a:pt x="5" y="27"/>
                      <a:pt x="3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2" name="Freeform 3518">
                <a:extLst>
                  <a:ext uri="{FF2B5EF4-FFF2-40B4-BE49-F238E27FC236}">
                    <a16:creationId xmlns:a16="http://schemas.microsoft.com/office/drawing/2014/main" id="{56D891BD-93C6-49A9-A4CC-B2186134B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804"/>
                <a:ext cx="7" cy="4"/>
              </a:xfrm>
              <a:custGeom>
                <a:avLst/>
                <a:gdLst>
                  <a:gd name="T0" fmla="*/ 7 w 17"/>
                  <a:gd name="T1" fmla="*/ 8 h 10"/>
                  <a:gd name="T2" fmla="*/ 6 w 17"/>
                  <a:gd name="T3" fmla="*/ 9 h 10"/>
                  <a:gd name="T4" fmla="*/ 4 w 17"/>
                  <a:gd name="T5" fmla="*/ 8 h 10"/>
                  <a:gd name="T6" fmla="*/ 1 w 17"/>
                  <a:gd name="T7" fmla="*/ 7 h 10"/>
                  <a:gd name="T8" fmla="*/ 2 w 17"/>
                  <a:gd name="T9" fmla="*/ 4 h 10"/>
                  <a:gd name="T10" fmla="*/ 6 w 17"/>
                  <a:gd name="T11" fmla="*/ 3 h 10"/>
                  <a:gd name="T12" fmla="*/ 8 w 17"/>
                  <a:gd name="T13" fmla="*/ 2 h 10"/>
                  <a:gd name="T14" fmla="*/ 12 w 17"/>
                  <a:gd name="T15" fmla="*/ 0 h 10"/>
                  <a:gd name="T16" fmla="*/ 15 w 17"/>
                  <a:gd name="T17" fmla="*/ 0 h 10"/>
                  <a:gd name="T18" fmla="*/ 15 w 17"/>
                  <a:gd name="T19" fmla="*/ 3 h 10"/>
                  <a:gd name="T20" fmla="*/ 13 w 17"/>
                  <a:gd name="T21" fmla="*/ 3 h 10"/>
                  <a:gd name="T22" fmla="*/ 12 w 17"/>
                  <a:gd name="T23" fmla="*/ 4 h 10"/>
                  <a:gd name="T24" fmla="*/ 7 w 17"/>
                  <a:gd name="T2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7" y="8"/>
                    </a:moveTo>
                    <a:cubicBezTo>
                      <a:pt x="7" y="9"/>
                      <a:pt x="7" y="9"/>
                      <a:pt x="6" y="9"/>
                    </a:cubicBezTo>
                    <a:cubicBezTo>
                      <a:pt x="4" y="10"/>
                      <a:pt x="5" y="8"/>
                      <a:pt x="4" y="8"/>
                    </a:cubicBezTo>
                    <a:cubicBezTo>
                      <a:pt x="4" y="6"/>
                      <a:pt x="2" y="8"/>
                      <a:pt x="1" y="7"/>
                    </a:cubicBezTo>
                    <a:cubicBezTo>
                      <a:pt x="0" y="6"/>
                      <a:pt x="2" y="5"/>
                      <a:pt x="2" y="4"/>
                    </a:cubicBezTo>
                    <a:cubicBezTo>
                      <a:pt x="3" y="4"/>
                      <a:pt x="5" y="4"/>
                      <a:pt x="6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3" y="0"/>
                      <a:pt x="15" y="0"/>
                      <a:pt x="15" y="0"/>
                    </a:cubicBezTo>
                    <a:cubicBezTo>
                      <a:pt x="17" y="1"/>
                      <a:pt x="17" y="3"/>
                      <a:pt x="15" y="3"/>
                    </a:cubicBezTo>
                    <a:cubicBezTo>
                      <a:pt x="15" y="3"/>
                      <a:pt x="14" y="3"/>
                      <a:pt x="13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1" y="6"/>
                      <a:pt x="9" y="7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3" name="Freeform 3519">
                <a:extLst>
                  <a:ext uri="{FF2B5EF4-FFF2-40B4-BE49-F238E27FC236}">
                    <a16:creationId xmlns:a16="http://schemas.microsoft.com/office/drawing/2014/main" id="{D6C9424F-78E4-4E37-8439-E0716EDF5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791"/>
                <a:ext cx="11" cy="7"/>
              </a:xfrm>
              <a:custGeom>
                <a:avLst/>
                <a:gdLst>
                  <a:gd name="T0" fmla="*/ 3 w 26"/>
                  <a:gd name="T1" fmla="*/ 17 h 17"/>
                  <a:gd name="T2" fmla="*/ 1 w 26"/>
                  <a:gd name="T3" fmla="*/ 13 h 17"/>
                  <a:gd name="T4" fmla="*/ 7 w 26"/>
                  <a:gd name="T5" fmla="*/ 9 h 17"/>
                  <a:gd name="T6" fmla="*/ 12 w 26"/>
                  <a:gd name="T7" fmla="*/ 7 h 17"/>
                  <a:gd name="T8" fmla="*/ 14 w 26"/>
                  <a:gd name="T9" fmla="*/ 6 h 17"/>
                  <a:gd name="T10" fmla="*/ 16 w 26"/>
                  <a:gd name="T11" fmla="*/ 5 h 17"/>
                  <a:gd name="T12" fmla="*/ 21 w 26"/>
                  <a:gd name="T13" fmla="*/ 2 h 17"/>
                  <a:gd name="T14" fmla="*/ 25 w 26"/>
                  <a:gd name="T15" fmla="*/ 1 h 17"/>
                  <a:gd name="T16" fmla="*/ 25 w 26"/>
                  <a:gd name="T17" fmla="*/ 4 h 17"/>
                  <a:gd name="T18" fmla="*/ 19 w 26"/>
                  <a:gd name="T19" fmla="*/ 8 h 17"/>
                  <a:gd name="T20" fmla="*/ 16 w 26"/>
                  <a:gd name="T21" fmla="*/ 9 h 17"/>
                  <a:gd name="T22" fmla="*/ 11 w 26"/>
                  <a:gd name="T23" fmla="*/ 13 h 17"/>
                  <a:gd name="T24" fmla="*/ 7 w 26"/>
                  <a:gd name="T25" fmla="*/ 16 h 17"/>
                  <a:gd name="T26" fmla="*/ 5 w 26"/>
                  <a:gd name="T27" fmla="*/ 16 h 17"/>
                  <a:gd name="T28" fmla="*/ 3 w 26"/>
                  <a:gd name="T2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7">
                    <a:moveTo>
                      <a:pt x="3" y="17"/>
                    </a:moveTo>
                    <a:cubicBezTo>
                      <a:pt x="1" y="17"/>
                      <a:pt x="0" y="14"/>
                      <a:pt x="1" y="13"/>
                    </a:cubicBezTo>
                    <a:cubicBezTo>
                      <a:pt x="1" y="11"/>
                      <a:pt x="5" y="10"/>
                      <a:pt x="7" y="9"/>
                    </a:cubicBezTo>
                    <a:cubicBezTo>
                      <a:pt x="8" y="9"/>
                      <a:pt x="10" y="8"/>
                      <a:pt x="12" y="7"/>
                    </a:cubicBezTo>
                    <a:cubicBezTo>
                      <a:pt x="12" y="7"/>
                      <a:pt x="13" y="6"/>
                      <a:pt x="14" y="6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8" y="4"/>
                      <a:pt x="19" y="4"/>
                      <a:pt x="21" y="2"/>
                    </a:cubicBezTo>
                    <a:cubicBezTo>
                      <a:pt x="22" y="1"/>
                      <a:pt x="23" y="0"/>
                      <a:pt x="25" y="1"/>
                    </a:cubicBezTo>
                    <a:cubicBezTo>
                      <a:pt x="26" y="1"/>
                      <a:pt x="26" y="3"/>
                      <a:pt x="25" y="4"/>
                    </a:cubicBezTo>
                    <a:cubicBezTo>
                      <a:pt x="23" y="6"/>
                      <a:pt x="21" y="7"/>
                      <a:pt x="19" y="8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5" y="11"/>
                      <a:pt x="13" y="12"/>
                      <a:pt x="11" y="13"/>
                    </a:cubicBezTo>
                    <a:cubicBezTo>
                      <a:pt x="10" y="14"/>
                      <a:pt x="8" y="16"/>
                      <a:pt x="7" y="16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7"/>
                      <a:pt x="3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4" name="Freeform 3520">
                <a:extLst>
                  <a:ext uri="{FF2B5EF4-FFF2-40B4-BE49-F238E27FC236}">
                    <a16:creationId xmlns:a16="http://schemas.microsoft.com/office/drawing/2014/main" id="{16A0EA61-6721-4FA6-A6A8-2E40FDD16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22"/>
                <a:ext cx="2" cy="2"/>
              </a:xfrm>
              <a:custGeom>
                <a:avLst/>
                <a:gdLst>
                  <a:gd name="T0" fmla="*/ 1 w 7"/>
                  <a:gd name="T1" fmla="*/ 5 h 5"/>
                  <a:gd name="T2" fmla="*/ 0 w 7"/>
                  <a:gd name="T3" fmla="*/ 4 h 5"/>
                  <a:gd name="T4" fmla="*/ 1 w 7"/>
                  <a:gd name="T5" fmla="*/ 1 h 5"/>
                  <a:gd name="T6" fmla="*/ 5 w 7"/>
                  <a:gd name="T7" fmla="*/ 1 h 5"/>
                  <a:gd name="T8" fmla="*/ 7 w 7"/>
                  <a:gd name="T9" fmla="*/ 2 h 5"/>
                  <a:gd name="T10" fmla="*/ 5 w 7"/>
                  <a:gd name="T11" fmla="*/ 5 h 5"/>
                  <a:gd name="T12" fmla="*/ 4 w 7"/>
                  <a:gd name="T13" fmla="*/ 5 h 5"/>
                  <a:gd name="T14" fmla="*/ 3 w 7"/>
                  <a:gd name="T15" fmla="*/ 5 h 5"/>
                  <a:gd name="T16" fmla="*/ 1 w 7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4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5" name="Freeform 3521">
                <a:extLst>
                  <a:ext uri="{FF2B5EF4-FFF2-40B4-BE49-F238E27FC236}">
                    <a16:creationId xmlns:a16="http://schemas.microsoft.com/office/drawing/2014/main" id="{EC514EE4-A60E-4138-B269-2F764F01A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818"/>
                <a:ext cx="2" cy="3"/>
              </a:xfrm>
              <a:custGeom>
                <a:avLst/>
                <a:gdLst>
                  <a:gd name="T0" fmla="*/ 4 w 6"/>
                  <a:gd name="T1" fmla="*/ 4 h 7"/>
                  <a:gd name="T2" fmla="*/ 1 w 6"/>
                  <a:gd name="T3" fmla="*/ 7 h 7"/>
                  <a:gd name="T4" fmla="*/ 1 w 6"/>
                  <a:gd name="T5" fmla="*/ 4 h 7"/>
                  <a:gd name="T6" fmla="*/ 3 w 6"/>
                  <a:gd name="T7" fmla="*/ 2 h 7"/>
                  <a:gd name="T8" fmla="*/ 6 w 6"/>
                  <a:gd name="T9" fmla="*/ 1 h 7"/>
                  <a:gd name="T10" fmla="*/ 4 w 6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4" y="4"/>
                    </a:moveTo>
                    <a:cubicBezTo>
                      <a:pt x="3" y="4"/>
                      <a:pt x="3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6" name="Freeform 3522">
                <a:extLst>
                  <a:ext uri="{FF2B5EF4-FFF2-40B4-BE49-F238E27FC236}">
                    <a16:creationId xmlns:a16="http://schemas.microsoft.com/office/drawing/2014/main" id="{540312C2-4AD1-49D9-A496-854F3C4EA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21"/>
                <a:ext cx="2" cy="2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3 w 4"/>
                  <a:gd name="T5" fmla="*/ 1 h 5"/>
                  <a:gd name="T6" fmla="*/ 4 w 4"/>
                  <a:gd name="T7" fmla="*/ 4 h 5"/>
                  <a:gd name="T8" fmla="*/ 1 w 4"/>
                  <a:gd name="T9" fmla="*/ 4 h 5"/>
                  <a:gd name="T10" fmla="*/ 0 w 4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2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7" name="Freeform 3523">
                <a:extLst>
                  <a:ext uri="{FF2B5EF4-FFF2-40B4-BE49-F238E27FC236}">
                    <a16:creationId xmlns:a16="http://schemas.microsoft.com/office/drawing/2014/main" id="{C0B40904-4D25-437C-B802-9FEF7CA37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18"/>
                <a:ext cx="1" cy="3"/>
              </a:xfrm>
              <a:custGeom>
                <a:avLst/>
                <a:gdLst>
                  <a:gd name="T0" fmla="*/ 2 w 4"/>
                  <a:gd name="T1" fmla="*/ 2 h 6"/>
                  <a:gd name="T2" fmla="*/ 2 w 4"/>
                  <a:gd name="T3" fmla="*/ 2 h 6"/>
                  <a:gd name="T4" fmla="*/ 3 w 4"/>
                  <a:gd name="T5" fmla="*/ 1 h 6"/>
                  <a:gd name="T6" fmla="*/ 4 w 4"/>
                  <a:gd name="T7" fmla="*/ 2 h 6"/>
                  <a:gd name="T8" fmla="*/ 2 w 4"/>
                  <a:gd name="T9" fmla="*/ 6 h 6"/>
                  <a:gd name="T10" fmla="*/ 2 w 4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6"/>
                      <a:pt x="2" y="6"/>
                    </a:cubicBezTo>
                    <a:cubicBezTo>
                      <a:pt x="0" y="6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8" name="Freeform 3524">
                <a:extLst>
                  <a:ext uri="{FF2B5EF4-FFF2-40B4-BE49-F238E27FC236}">
                    <a16:creationId xmlns:a16="http://schemas.microsoft.com/office/drawing/2014/main" id="{95F4264F-3C5E-44B6-AC7E-AA20D5365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96"/>
                <a:ext cx="5" cy="4"/>
              </a:xfrm>
              <a:custGeom>
                <a:avLst/>
                <a:gdLst>
                  <a:gd name="T0" fmla="*/ 7 w 11"/>
                  <a:gd name="T1" fmla="*/ 6 h 10"/>
                  <a:gd name="T2" fmla="*/ 7 w 11"/>
                  <a:gd name="T3" fmla="*/ 6 h 10"/>
                  <a:gd name="T4" fmla="*/ 7 w 11"/>
                  <a:gd name="T5" fmla="*/ 7 h 10"/>
                  <a:gd name="T6" fmla="*/ 6 w 11"/>
                  <a:gd name="T7" fmla="*/ 9 h 10"/>
                  <a:gd name="T8" fmla="*/ 2 w 11"/>
                  <a:gd name="T9" fmla="*/ 8 h 10"/>
                  <a:gd name="T10" fmla="*/ 4 w 11"/>
                  <a:gd name="T11" fmla="*/ 5 h 10"/>
                  <a:gd name="T12" fmla="*/ 5 w 11"/>
                  <a:gd name="T13" fmla="*/ 2 h 10"/>
                  <a:gd name="T14" fmla="*/ 7 w 11"/>
                  <a:gd name="T15" fmla="*/ 1 h 10"/>
                  <a:gd name="T16" fmla="*/ 9 w 11"/>
                  <a:gd name="T17" fmla="*/ 0 h 10"/>
                  <a:gd name="T18" fmla="*/ 10 w 11"/>
                  <a:gd name="T19" fmla="*/ 5 h 10"/>
                  <a:gd name="T20" fmla="*/ 7 w 11"/>
                  <a:gd name="T2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0"/>
                      <a:pt x="3" y="9"/>
                      <a:pt x="2" y="8"/>
                    </a:cubicBezTo>
                    <a:cubicBezTo>
                      <a:pt x="0" y="7"/>
                      <a:pt x="4" y="6"/>
                      <a:pt x="4" y="5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1"/>
                      <a:pt x="11" y="3"/>
                      <a:pt x="10" y="5"/>
                    </a:cubicBezTo>
                    <a:cubicBezTo>
                      <a:pt x="10" y="5"/>
                      <a:pt x="8" y="5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9" name="Freeform 3526">
                <a:extLst>
                  <a:ext uri="{FF2B5EF4-FFF2-40B4-BE49-F238E27FC236}">
                    <a16:creationId xmlns:a16="http://schemas.microsoft.com/office/drawing/2014/main" id="{B98A5D59-F624-4E2B-8952-787B630EA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783"/>
                <a:ext cx="9" cy="5"/>
              </a:xfrm>
              <a:custGeom>
                <a:avLst/>
                <a:gdLst>
                  <a:gd name="T0" fmla="*/ 3 w 21"/>
                  <a:gd name="T1" fmla="*/ 5 h 14"/>
                  <a:gd name="T2" fmla="*/ 1 w 21"/>
                  <a:gd name="T3" fmla="*/ 2 h 14"/>
                  <a:gd name="T4" fmla="*/ 0 w 21"/>
                  <a:gd name="T5" fmla="*/ 0 h 14"/>
                  <a:gd name="T6" fmla="*/ 2 w 21"/>
                  <a:gd name="T7" fmla="*/ 0 h 14"/>
                  <a:gd name="T8" fmla="*/ 5 w 21"/>
                  <a:gd name="T9" fmla="*/ 2 h 14"/>
                  <a:gd name="T10" fmla="*/ 8 w 21"/>
                  <a:gd name="T11" fmla="*/ 3 h 14"/>
                  <a:gd name="T12" fmla="*/ 12 w 21"/>
                  <a:gd name="T13" fmla="*/ 4 h 14"/>
                  <a:gd name="T14" fmla="*/ 16 w 21"/>
                  <a:gd name="T15" fmla="*/ 5 h 14"/>
                  <a:gd name="T16" fmla="*/ 19 w 21"/>
                  <a:gd name="T17" fmla="*/ 8 h 14"/>
                  <a:gd name="T18" fmla="*/ 21 w 21"/>
                  <a:gd name="T19" fmla="*/ 12 h 14"/>
                  <a:gd name="T20" fmla="*/ 18 w 21"/>
                  <a:gd name="T21" fmla="*/ 13 h 14"/>
                  <a:gd name="T22" fmla="*/ 15 w 21"/>
                  <a:gd name="T23" fmla="*/ 13 h 14"/>
                  <a:gd name="T24" fmla="*/ 13 w 21"/>
                  <a:gd name="T25" fmla="*/ 12 h 14"/>
                  <a:gd name="T26" fmla="*/ 10 w 21"/>
                  <a:gd name="T27" fmla="*/ 10 h 14"/>
                  <a:gd name="T28" fmla="*/ 9 w 21"/>
                  <a:gd name="T29" fmla="*/ 8 h 14"/>
                  <a:gd name="T30" fmla="*/ 6 w 21"/>
                  <a:gd name="T31" fmla="*/ 7 h 14"/>
                  <a:gd name="T32" fmla="*/ 3 w 21"/>
                  <a:gd name="T3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4">
                    <a:moveTo>
                      <a:pt x="3" y="5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9" y="3"/>
                      <a:pt x="11" y="3"/>
                      <a:pt x="12" y="4"/>
                    </a:cubicBezTo>
                    <a:cubicBezTo>
                      <a:pt x="14" y="4"/>
                      <a:pt x="15" y="4"/>
                      <a:pt x="16" y="5"/>
                    </a:cubicBezTo>
                    <a:cubicBezTo>
                      <a:pt x="17" y="6"/>
                      <a:pt x="18" y="7"/>
                      <a:pt x="19" y="8"/>
                    </a:cubicBezTo>
                    <a:cubicBezTo>
                      <a:pt x="20" y="8"/>
                      <a:pt x="21" y="10"/>
                      <a:pt x="21" y="12"/>
                    </a:cubicBezTo>
                    <a:cubicBezTo>
                      <a:pt x="21" y="14"/>
                      <a:pt x="19" y="13"/>
                      <a:pt x="18" y="13"/>
                    </a:cubicBezTo>
                    <a:cubicBezTo>
                      <a:pt x="17" y="13"/>
                      <a:pt x="16" y="13"/>
                      <a:pt x="15" y="13"/>
                    </a:cubicBezTo>
                    <a:cubicBezTo>
                      <a:pt x="14" y="13"/>
                      <a:pt x="13" y="13"/>
                      <a:pt x="13" y="12"/>
                    </a:cubicBezTo>
                    <a:cubicBezTo>
                      <a:pt x="12" y="12"/>
                      <a:pt x="11" y="11"/>
                      <a:pt x="10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8"/>
                      <a:pt x="7" y="8"/>
                      <a:pt x="6" y="7"/>
                    </a:cubicBezTo>
                    <a:cubicBezTo>
                      <a:pt x="5" y="7"/>
                      <a:pt x="4" y="6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0" name="Freeform 3527">
                <a:extLst>
                  <a:ext uri="{FF2B5EF4-FFF2-40B4-BE49-F238E27FC236}">
                    <a16:creationId xmlns:a16="http://schemas.microsoft.com/office/drawing/2014/main" id="{C04C14EC-F4F7-43C4-AA58-E5E67B265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67"/>
                <a:ext cx="4" cy="4"/>
              </a:xfrm>
              <a:custGeom>
                <a:avLst/>
                <a:gdLst>
                  <a:gd name="T0" fmla="*/ 2 w 10"/>
                  <a:gd name="T1" fmla="*/ 3 h 9"/>
                  <a:gd name="T2" fmla="*/ 3 w 10"/>
                  <a:gd name="T3" fmla="*/ 2 h 9"/>
                  <a:gd name="T4" fmla="*/ 6 w 10"/>
                  <a:gd name="T5" fmla="*/ 0 h 9"/>
                  <a:gd name="T6" fmla="*/ 8 w 10"/>
                  <a:gd name="T7" fmla="*/ 1 h 9"/>
                  <a:gd name="T8" fmla="*/ 10 w 10"/>
                  <a:gd name="T9" fmla="*/ 3 h 9"/>
                  <a:gd name="T10" fmla="*/ 10 w 10"/>
                  <a:gd name="T11" fmla="*/ 6 h 9"/>
                  <a:gd name="T12" fmla="*/ 5 w 10"/>
                  <a:gd name="T13" fmla="*/ 9 h 9"/>
                  <a:gd name="T14" fmla="*/ 1 w 10"/>
                  <a:gd name="T15" fmla="*/ 6 h 9"/>
                  <a:gd name="T16" fmla="*/ 2 w 10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2" y="3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9" y="7"/>
                      <a:pt x="8" y="9"/>
                      <a:pt x="5" y="9"/>
                    </a:cubicBezTo>
                    <a:cubicBezTo>
                      <a:pt x="4" y="9"/>
                      <a:pt x="1" y="8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1" name="Freeform 3529">
                <a:extLst>
                  <a:ext uri="{FF2B5EF4-FFF2-40B4-BE49-F238E27FC236}">
                    <a16:creationId xmlns:a16="http://schemas.microsoft.com/office/drawing/2014/main" id="{5ACF04B6-F313-477C-A22F-12C4BC913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746"/>
                <a:ext cx="4" cy="4"/>
              </a:xfrm>
              <a:custGeom>
                <a:avLst/>
                <a:gdLst>
                  <a:gd name="T0" fmla="*/ 1 w 11"/>
                  <a:gd name="T1" fmla="*/ 4 h 11"/>
                  <a:gd name="T2" fmla="*/ 0 w 11"/>
                  <a:gd name="T3" fmla="*/ 2 h 11"/>
                  <a:gd name="T4" fmla="*/ 2 w 11"/>
                  <a:gd name="T5" fmla="*/ 1 h 11"/>
                  <a:gd name="T6" fmla="*/ 5 w 11"/>
                  <a:gd name="T7" fmla="*/ 1 h 11"/>
                  <a:gd name="T8" fmla="*/ 9 w 11"/>
                  <a:gd name="T9" fmla="*/ 0 h 11"/>
                  <a:gd name="T10" fmla="*/ 10 w 11"/>
                  <a:gd name="T11" fmla="*/ 6 h 11"/>
                  <a:gd name="T12" fmla="*/ 10 w 11"/>
                  <a:gd name="T13" fmla="*/ 9 h 11"/>
                  <a:gd name="T14" fmla="*/ 5 w 11"/>
                  <a:gd name="T15" fmla="*/ 8 h 11"/>
                  <a:gd name="T16" fmla="*/ 4 w 11"/>
                  <a:gd name="T17" fmla="*/ 6 h 11"/>
                  <a:gd name="T18" fmla="*/ 3 w 11"/>
                  <a:gd name="T19" fmla="*/ 5 h 11"/>
                  <a:gd name="T20" fmla="*/ 1 w 11"/>
                  <a:gd name="T2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1" y="1"/>
                      <a:pt x="10" y="4"/>
                      <a:pt x="10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5" y="7"/>
                      <a:pt x="5" y="6"/>
                      <a:pt x="4" y="6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2" name="Freeform 3530">
                <a:extLst>
                  <a:ext uri="{FF2B5EF4-FFF2-40B4-BE49-F238E27FC236}">
                    <a16:creationId xmlns:a16="http://schemas.microsoft.com/office/drawing/2014/main" id="{734D6EB8-264A-4C8B-99F8-A6D13D3A9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738"/>
                <a:ext cx="7" cy="8"/>
              </a:xfrm>
              <a:custGeom>
                <a:avLst/>
                <a:gdLst>
                  <a:gd name="T0" fmla="*/ 6 w 17"/>
                  <a:gd name="T1" fmla="*/ 19 h 19"/>
                  <a:gd name="T2" fmla="*/ 5 w 17"/>
                  <a:gd name="T3" fmla="*/ 18 h 19"/>
                  <a:gd name="T4" fmla="*/ 4 w 17"/>
                  <a:gd name="T5" fmla="*/ 17 h 19"/>
                  <a:gd name="T6" fmla="*/ 3 w 17"/>
                  <a:gd name="T7" fmla="*/ 15 h 19"/>
                  <a:gd name="T8" fmla="*/ 1 w 17"/>
                  <a:gd name="T9" fmla="*/ 14 h 19"/>
                  <a:gd name="T10" fmla="*/ 0 w 17"/>
                  <a:gd name="T11" fmla="*/ 12 h 19"/>
                  <a:gd name="T12" fmla="*/ 0 w 17"/>
                  <a:gd name="T13" fmla="*/ 9 h 19"/>
                  <a:gd name="T14" fmla="*/ 0 w 17"/>
                  <a:gd name="T15" fmla="*/ 7 h 19"/>
                  <a:gd name="T16" fmla="*/ 3 w 17"/>
                  <a:gd name="T17" fmla="*/ 6 h 19"/>
                  <a:gd name="T18" fmla="*/ 8 w 17"/>
                  <a:gd name="T19" fmla="*/ 5 h 19"/>
                  <a:gd name="T20" fmla="*/ 9 w 17"/>
                  <a:gd name="T21" fmla="*/ 3 h 19"/>
                  <a:gd name="T22" fmla="*/ 11 w 17"/>
                  <a:gd name="T23" fmla="*/ 1 h 19"/>
                  <a:gd name="T24" fmla="*/ 16 w 17"/>
                  <a:gd name="T25" fmla="*/ 2 h 19"/>
                  <a:gd name="T26" fmla="*/ 17 w 17"/>
                  <a:gd name="T27" fmla="*/ 8 h 19"/>
                  <a:gd name="T28" fmla="*/ 13 w 17"/>
                  <a:gd name="T29" fmla="*/ 11 h 19"/>
                  <a:gd name="T30" fmla="*/ 9 w 17"/>
                  <a:gd name="T31" fmla="*/ 18 h 19"/>
                  <a:gd name="T32" fmla="*/ 6 w 17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9">
                    <a:moveTo>
                      <a:pt x="6" y="19"/>
                    </a:moveTo>
                    <a:cubicBezTo>
                      <a:pt x="6" y="18"/>
                      <a:pt x="6" y="18"/>
                      <a:pt x="5" y="18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3" y="17"/>
                      <a:pt x="4" y="16"/>
                      <a:pt x="3" y="15"/>
                    </a:cubicBezTo>
                    <a:cubicBezTo>
                      <a:pt x="3" y="15"/>
                      <a:pt x="2" y="15"/>
                      <a:pt x="1" y="14"/>
                    </a:cubicBezTo>
                    <a:cubicBezTo>
                      <a:pt x="1" y="13"/>
                      <a:pt x="0" y="12"/>
                      <a:pt x="0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8" y="7"/>
                      <a:pt x="8" y="5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2"/>
                      <a:pt x="10" y="1"/>
                      <a:pt x="11" y="1"/>
                    </a:cubicBezTo>
                    <a:cubicBezTo>
                      <a:pt x="12" y="0"/>
                      <a:pt x="15" y="1"/>
                      <a:pt x="16" y="2"/>
                    </a:cubicBezTo>
                    <a:cubicBezTo>
                      <a:pt x="17" y="4"/>
                      <a:pt x="17" y="6"/>
                      <a:pt x="17" y="8"/>
                    </a:cubicBezTo>
                    <a:cubicBezTo>
                      <a:pt x="16" y="10"/>
                      <a:pt x="14" y="10"/>
                      <a:pt x="13" y="11"/>
                    </a:cubicBezTo>
                    <a:cubicBezTo>
                      <a:pt x="12" y="14"/>
                      <a:pt x="13" y="18"/>
                      <a:pt x="9" y="18"/>
                    </a:cubicBezTo>
                    <a:cubicBezTo>
                      <a:pt x="8" y="19"/>
                      <a:pt x="7" y="19"/>
                      <a:pt x="6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3" name="Freeform 3531">
                <a:extLst>
                  <a:ext uri="{FF2B5EF4-FFF2-40B4-BE49-F238E27FC236}">
                    <a16:creationId xmlns:a16="http://schemas.microsoft.com/office/drawing/2014/main" id="{7C47FC4C-73BC-4E69-9AA8-CA266B113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17"/>
                <a:ext cx="9" cy="4"/>
              </a:xfrm>
              <a:custGeom>
                <a:avLst/>
                <a:gdLst>
                  <a:gd name="T0" fmla="*/ 0 w 21"/>
                  <a:gd name="T1" fmla="*/ 2 h 10"/>
                  <a:gd name="T2" fmla="*/ 5 w 21"/>
                  <a:gd name="T3" fmla="*/ 0 h 10"/>
                  <a:gd name="T4" fmla="*/ 11 w 21"/>
                  <a:gd name="T5" fmla="*/ 0 h 10"/>
                  <a:gd name="T6" fmla="*/ 13 w 21"/>
                  <a:gd name="T7" fmla="*/ 0 h 10"/>
                  <a:gd name="T8" fmla="*/ 16 w 21"/>
                  <a:gd name="T9" fmla="*/ 0 h 10"/>
                  <a:gd name="T10" fmla="*/ 20 w 21"/>
                  <a:gd name="T11" fmla="*/ 2 h 10"/>
                  <a:gd name="T12" fmla="*/ 20 w 21"/>
                  <a:gd name="T13" fmla="*/ 5 h 10"/>
                  <a:gd name="T14" fmla="*/ 20 w 21"/>
                  <a:gd name="T15" fmla="*/ 8 h 10"/>
                  <a:gd name="T16" fmla="*/ 19 w 21"/>
                  <a:gd name="T17" fmla="*/ 10 h 10"/>
                  <a:gd name="T18" fmla="*/ 15 w 21"/>
                  <a:gd name="T19" fmla="*/ 9 h 10"/>
                  <a:gd name="T20" fmla="*/ 14 w 21"/>
                  <a:gd name="T21" fmla="*/ 7 h 10"/>
                  <a:gd name="T22" fmla="*/ 10 w 21"/>
                  <a:gd name="T23" fmla="*/ 6 h 10"/>
                  <a:gd name="T24" fmla="*/ 7 w 21"/>
                  <a:gd name="T25" fmla="*/ 6 h 10"/>
                  <a:gd name="T26" fmla="*/ 4 w 21"/>
                  <a:gd name="T27" fmla="*/ 5 h 10"/>
                  <a:gd name="T28" fmla="*/ 3 w 21"/>
                  <a:gd name="T29" fmla="*/ 5 h 10"/>
                  <a:gd name="T30" fmla="*/ 1 w 21"/>
                  <a:gd name="T31" fmla="*/ 4 h 10"/>
                  <a:gd name="T32" fmla="*/ 0 w 21"/>
                  <a:gd name="T3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0">
                    <a:moveTo>
                      <a:pt x="0" y="2"/>
                    </a:moveTo>
                    <a:cubicBezTo>
                      <a:pt x="1" y="1"/>
                      <a:pt x="4" y="0"/>
                      <a:pt x="5" y="0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7" y="0"/>
                      <a:pt x="19" y="1"/>
                      <a:pt x="20" y="2"/>
                    </a:cubicBezTo>
                    <a:cubicBezTo>
                      <a:pt x="20" y="3"/>
                      <a:pt x="20" y="4"/>
                      <a:pt x="20" y="5"/>
                    </a:cubicBezTo>
                    <a:cubicBezTo>
                      <a:pt x="20" y="6"/>
                      <a:pt x="21" y="7"/>
                      <a:pt x="20" y="8"/>
                    </a:cubicBezTo>
                    <a:cubicBezTo>
                      <a:pt x="20" y="9"/>
                      <a:pt x="20" y="10"/>
                      <a:pt x="19" y="10"/>
                    </a:cubicBezTo>
                    <a:cubicBezTo>
                      <a:pt x="17" y="10"/>
                      <a:pt x="16" y="10"/>
                      <a:pt x="15" y="9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3" y="6"/>
                      <a:pt x="11" y="6"/>
                      <a:pt x="10" y="6"/>
                    </a:cubicBezTo>
                    <a:cubicBezTo>
                      <a:pt x="9" y="6"/>
                      <a:pt x="8" y="6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4" name="Freeform 3532">
                <a:extLst>
                  <a:ext uri="{FF2B5EF4-FFF2-40B4-BE49-F238E27FC236}">
                    <a16:creationId xmlns:a16="http://schemas.microsoft.com/office/drawing/2014/main" id="{D0D1B08C-8F9F-493B-BC28-689F31FD3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22"/>
                <a:ext cx="12" cy="14"/>
              </a:xfrm>
              <a:custGeom>
                <a:avLst/>
                <a:gdLst>
                  <a:gd name="T0" fmla="*/ 5 w 31"/>
                  <a:gd name="T1" fmla="*/ 18 h 34"/>
                  <a:gd name="T2" fmla="*/ 1 w 31"/>
                  <a:gd name="T3" fmla="*/ 15 h 34"/>
                  <a:gd name="T4" fmla="*/ 0 w 31"/>
                  <a:gd name="T5" fmla="*/ 8 h 34"/>
                  <a:gd name="T6" fmla="*/ 0 w 31"/>
                  <a:gd name="T7" fmla="*/ 8 h 34"/>
                  <a:gd name="T8" fmla="*/ 1 w 31"/>
                  <a:gd name="T9" fmla="*/ 8 h 34"/>
                  <a:gd name="T10" fmla="*/ 1 w 31"/>
                  <a:gd name="T11" fmla="*/ 7 h 34"/>
                  <a:gd name="T12" fmla="*/ 2 w 31"/>
                  <a:gd name="T13" fmla="*/ 6 h 34"/>
                  <a:gd name="T14" fmla="*/ 6 w 31"/>
                  <a:gd name="T15" fmla="*/ 6 h 34"/>
                  <a:gd name="T16" fmla="*/ 8 w 31"/>
                  <a:gd name="T17" fmla="*/ 6 h 34"/>
                  <a:gd name="T18" fmla="*/ 9 w 31"/>
                  <a:gd name="T19" fmla="*/ 4 h 34"/>
                  <a:gd name="T20" fmla="*/ 10 w 31"/>
                  <a:gd name="T21" fmla="*/ 1 h 34"/>
                  <a:gd name="T22" fmla="*/ 16 w 31"/>
                  <a:gd name="T23" fmla="*/ 0 h 34"/>
                  <a:gd name="T24" fmla="*/ 22 w 31"/>
                  <a:gd name="T25" fmla="*/ 1 h 34"/>
                  <a:gd name="T26" fmla="*/ 24 w 31"/>
                  <a:gd name="T27" fmla="*/ 4 h 34"/>
                  <a:gd name="T28" fmla="*/ 29 w 31"/>
                  <a:gd name="T29" fmla="*/ 7 h 34"/>
                  <a:gd name="T30" fmla="*/ 30 w 31"/>
                  <a:gd name="T31" fmla="*/ 10 h 34"/>
                  <a:gd name="T32" fmla="*/ 29 w 31"/>
                  <a:gd name="T33" fmla="*/ 14 h 34"/>
                  <a:gd name="T34" fmla="*/ 29 w 31"/>
                  <a:gd name="T35" fmla="*/ 19 h 34"/>
                  <a:gd name="T36" fmla="*/ 27 w 31"/>
                  <a:gd name="T37" fmla="*/ 22 h 34"/>
                  <a:gd name="T38" fmla="*/ 25 w 31"/>
                  <a:gd name="T39" fmla="*/ 26 h 34"/>
                  <a:gd name="T40" fmla="*/ 22 w 31"/>
                  <a:gd name="T41" fmla="*/ 29 h 34"/>
                  <a:gd name="T42" fmla="*/ 19 w 31"/>
                  <a:gd name="T43" fmla="*/ 31 h 34"/>
                  <a:gd name="T44" fmla="*/ 15 w 31"/>
                  <a:gd name="T45" fmla="*/ 34 h 34"/>
                  <a:gd name="T46" fmla="*/ 11 w 31"/>
                  <a:gd name="T47" fmla="*/ 33 h 34"/>
                  <a:gd name="T48" fmla="*/ 9 w 31"/>
                  <a:gd name="T49" fmla="*/ 29 h 34"/>
                  <a:gd name="T50" fmla="*/ 9 w 31"/>
                  <a:gd name="T51" fmla="*/ 28 h 34"/>
                  <a:gd name="T52" fmla="*/ 6 w 31"/>
                  <a:gd name="T53" fmla="*/ 26 h 34"/>
                  <a:gd name="T54" fmla="*/ 5 w 31"/>
                  <a:gd name="T55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34">
                    <a:moveTo>
                      <a:pt x="5" y="18"/>
                    </a:moveTo>
                    <a:cubicBezTo>
                      <a:pt x="4" y="17"/>
                      <a:pt x="2" y="16"/>
                      <a:pt x="1" y="15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3" y="6"/>
                      <a:pt x="4" y="6"/>
                      <a:pt x="6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10" y="1"/>
                    </a:cubicBezTo>
                    <a:cubicBezTo>
                      <a:pt x="12" y="0"/>
                      <a:pt x="15" y="0"/>
                      <a:pt x="16" y="0"/>
                    </a:cubicBezTo>
                    <a:cubicBezTo>
                      <a:pt x="18" y="0"/>
                      <a:pt x="21" y="0"/>
                      <a:pt x="22" y="1"/>
                    </a:cubicBezTo>
                    <a:cubicBezTo>
                      <a:pt x="23" y="2"/>
                      <a:pt x="24" y="3"/>
                      <a:pt x="24" y="4"/>
                    </a:cubicBezTo>
                    <a:cubicBezTo>
                      <a:pt x="25" y="6"/>
                      <a:pt x="27" y="6"/>
                      <a:pt x="29" y="7"/>
                    </a:cubicBezTo>
                    <a:cubicBezTo>
                      <a:pt x="30" y="8"/>
                      <a:pt x="31" y="8"/>
                      <a:pt x="30" y="10"/>
                    </a:cubicBezTo>
                    <a:cubicBezTo>
                      <a:pt x="30" y="11"/>
                      <a:pt x="29" y="12"/>
                      <a:pt x="29" y="14"/>
                    </a:cubicBezTo>
                    <a:cubicBezTo>
                      <a:pt x="28" y="15"/>
                      <a:pt x="29" y="17"/>
                      <a:pt x="29" y="19"/>
                    </a:cubicBezTo>
                    <a:cubicBezTo>
                      <a:pt x="29" y="21"/>
                      <a:pt x="28" y="22"/>
                      <a:pt x="27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4" y="27"/>
                      <a:pt x="24" y="29"/>
                      <a:pt x="22" y="29"/>
                    </a:cubicBezTo>
                    <a:cubicBezTo>
                      <a:pt x="21" y="30"/>
                      <a:pt x="20" y="30"/>
                      <a:pt x="19" y="31"/>
                    </a:cubicBezTo>
                    <a:cubicBezTo>
                      <a:pt x="18" y="32"/>
                      <a:pt x="17" y="33"/>
                      <a:pt x="15" y="34"/>
                    </a:cubicBezTo>
                    <a:cubicBezTo>
                      <a:pt x="14" y="34"/>
                      <a:pt x="12" y="34"/>
                      <a:pt x="11" y="33"/>
                    </a:cubicBezTo>
                    <a:cubicBezTo>
                      <a:pt x="10" y="32"/>
                      <a:pt x="10" y="30"/>
                      <a:pt x="9" y="29"/>
                    </a:cubicBezTo>
                    <a:cubicBezTo>
                      <a:pt x="9" y="29"/>
                      <a:pt x="9" y="28"/>
                      <a:pt x="9" y="28"/>
                    </a:cubicBezTo>
                    <a:cubicBezTo>
                      <a:pt x="8" y="27"/>
                      <a:pt x="7" y="26"/>
                      <a:pt x="6" y="26"/>
                    </a:cubicBezTo>
                    <a:cubicBezTo>
                      <a:pt x="4" y="24"/>
                      <a:pt x="7" y="20"/>
                      <a:pt x="5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5" name="Freeform 3533">
                <a:extLst>
                  <a:ext uri="{FF2B5EF4-FFF2-40B4-BE49-F238E27FC236}">
                    <a16:creationId xmlns:a16="http://schemas.microsoft.com/office/drawing/2014/main" id="{D1C7A515-981D-4777-8427-380B3EEB0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701"/>
                <a:ext cx="3" cy="2"/>
              </a:xfrm>
              <a:custGeom>
                <a:avLst/>
                <a:gdLst>
                  <a:gd name="T0" fmla="*/ 2 w 6"/>
                  <a:gd name="T1" fmla="*/ 3 h 4"/>
                  <a:gd name="T2" fmla="*/ 1 w 6"/>
                  <a:gd name="T3" fmla="*/ 0 h 4"/>
                  <a:gd name="T4" fmla="*/ 5 w 6"/>
                  <a:gd name="T5" fmla="*/ 2 h 4"/>
                  <a:gd name="T6" fmla="*/ 4 w 6"/>
                  <a:gd name="T7" fmla="*/ 4 h 4"/>
                  <a:gd name="T8" fmla="*/ 2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2" y="0"/>
                      <a:pt x="5" y="2"/>
                      <a:pt x="5" y="2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6" name="Freeform 3534">
                <a:extLst>
                  <a:ext uri="{FF2B5EF4-FFF2-40B4-BE49-F238E27FC236}">
                    <a16:creationId xmlns:a16="http://schemas.microsoft.com/office/drawing/2014/main" id="{49E03C6A-AE77-4F9D-9293-337D80CD9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675"/>
                <a:ext cx="5" cy="6"/>
              </a:xfrm>
              <a:custGeom>
                <a:avLst/>
                <a:gdLst>
                  <a:gd name="T0" fmla="*/ 8 w 11"/>
                  <a:gd name="T1" fmla="*/ 8 h 15"/>
                  <a:gd name="T2" fmla="*/ 9 w 11"/>
                  <a:gd name="T3" fmla="*/ 6 h 15"/>
                  <a:gd name="T4" fmla="*/ 11 w 11"/>
                  <a:gd name="T5" fmla="*/ 4 h 15"/>
                  <a:gd name="T6" fmla="*/ 11 w 11"/>
                  <a:gd name="T7" fmla="*/ 1 h 15"/>
                  <a:gd name="T8" fmla="*/ 9 w 11"/>
                  <a:gd name="T9" fmla="*/ 0 h 15"/>
                  <a:gd name="T10" fmla="*/ 6 w 11"/>
                  <a:gd name="T11" fmla="*/ 2 h 15"/>
                  <a:gd name="T12" fmla="*/ 4 w 11"/>
                  <a:gd name="T13" fmla="*/ 5 h 15"/>
                  <a:gd name="T14" fmla="*/ 4 w 11"/>
                  <a:gd name="T15" fmla="*/ 8 h 15"/>
                  <a:gd name="T16" fmla="*/ 1 w 11"/>
                  <a:gd name="T17" fmla="*/ 11 h 15"/>
                  <a:gd name="T18" fmla="*/ 1 w 11"/>
                  <a:gd name="T19" fmla="*/ 15 h 15"/>
                  <a:gd name="T20" fmla="*/ 3 w 11"/>
                  <a:gd name="T21" fmla="*/ 15 h 15"/>
                  <a:gd name="T22" fmla="*/ 4 w 11"/>
                  <a:gd name="T23" fmla="*/ 14 h 15"/>
                  <a:gd name="T24" fmla="*/ 5 w 11"/>
                  <a:gd name="T25" fmla="*/ 13 h 15"/>
                  <a:gd name="T26" fmla="*/ 6 w 11"/>
                  <a:gd name="T27" fmla="*/ 11 h 15"/>
                  <a:gd name="T28" fmla="*/ 8 w 11"/>
                  <a:gd name="T2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5">
                    <a:moveTo>
                      <a:pt x="8" y="8"/>
                    </a:moveTo>
                    <a:cubicBezTo>
                      <a:pt x="8" y="7"/>
                      <a:pt x="8" y="7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5" y="8"/>
                      <a:pt x="4" y="8"/>
                    </a:cubicBezTo>
                    <a:cubicBezTo>
                      <a:pt x="3" y="9"/>
                      <a:pt x="1" y="10"/>
                      <a:pt x="1" y="11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2"/>
                      <a:pt x="6" y="12"/>
                      <a:pt x="6" y="11"/>
                    </a:cubicBezTo>
                    <a:cubicBezTo>
                      <a:pt x="7" y="10"/>
                      <a:pt x="7" y="9"/>
                      <a:pt x="8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7" name="Freeform 3535">
                <a:extLst>
                  <a:ext uri="{FF2B5EF4-FFF2-40B4-BE49-F238E27FC236}">
                    <a16:creationId xmlns:a16="http://schemas.microsoft.com/office/drawing/2014/main" id="{D6F421C7-AEF8-4DF8-ACF5-54262B90C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686"/>
                <a:ext cx="7" cy="14"/>
              </a:xfrm>
              <a:custGeom>
                <a:avLst/>
                <a:gdLst>
                  <a:gd name="T0" fmla="*/ 15 w 17"/>
                  <a:gd name="T1" fmla="*/ 0 h 33"/>
                  <a:gd name="T2" fmla="*/ 17 w 17"/>
                  <a:gd name="T3" fmla="*/ 3 h 33"/>
                  <a:gd name="T4" fmla="*/ 16 w 17"/>
                  <a:gd name="T5" fmla="*/ 5 h 33"/>
                  <a:gd name="T6" fmla="*/ 15 w 17"/>
                  <a:gd name="T7" fmla="*/ 6 h 33"/>
                  <a:gd name="T8" fmla="*/ 13 w 17"/>
                  <a:gd name="T9" fmla="*/ 11 h 33"/>
                  <a:gd name="T10" fmla="*/ 13 w 17"/>
                  <a:gd name="T11" fmla="*/ 19 h 33"/>
                  <a:gd name="T12" fmla="*/ 13 w 17"/>
                  <a:gd name="T13" fmla="*/ 26 h 33"/>
                  <a:gd name="T14" fmla="*/ 8 w 17"/>
                  <a:gd name="T15" fmla="*/ 32 h 33"/>
                  <a:gd name="T16" fmla="*/ 1 w 17"/>
                  <a:gd name="T17" fmla="*/ 30 h 33"/>
                  <a:gd name="T18" fmla="*/ 0 w 17"/>
                  <a:gd name="T19" fmla="*/ 24 h 33"/>
                  <a:gd name="T20" fmla="*/ 1 w 17"/>
                  <a:gd name="T21" fmla="*/ 19 h 33"/>
                  <a:gd name="T22" fmla="*/ 3 w 17"/>
                  <a:gd name="T23" fmla="*/ 17 h 33"/>
                  <a:gd name="T24" fmla="*/ 4 w 17"/>
                  <a:gd name="T25" fmla="*/ 9 h 33"/>
                  <a:gd name="T26" fmla="*/ 5 w 17"/>
                  <a:gd name="T27" fmla="*/ 4 h 33"/>
                  <a:gd name="T28" fmla="*/ 7 w 17"/>
                  <a:gd name="T29" fmla="*/ 1 h 33"/>
                  <a:gd name="T30" fmla="*/ 9 w 17"/>
                  <a:gd name="T31" fmla="*/ 1 h 33"/>
                  <a:gd name="T32" fmla="*/ 12 w 17"/>
                  <a:gd name="T33" fmla="*/ 0 h 33"/>
                  <a:gd name="T34" fmla="*/ 14 w 17"/>
                  <a:gd name="T35" fmla="*/ 0 h 33"/>
                  <a:gd name="T36" fmla="*/ 15 w 17"/>
                  <a:gd name="T3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33">
                    <a:moveTo>
                      <a:pt x="15" y="0"/>
                    </a:moveTo>
                    <a:cubicBezTo>
                      <a:pt x="16" y="0"/>
                      <a:pt x="16" y="2"/>
                      <a:pt x="17" y="3"/>
                    </a:cubicBezTo>
                    <a:cubicBezTo>
                      <a:pt x="17" y="4"/>
                      <a:pt x="17" y="4"/>
                      <a:pt x="16" y="5"/>
                    </a:cubicBezTo>
                    <a:cubicBezTo>
                      <a:pt x="16" y="5"/>
                      <a:pt x="16" y="5"/>
                      <a:pt x="15" y="6"/>
                    </a:cubicBezTo>
                    <a:cubicBezTo>
                      <a:pt x="14" y="7"/>
                      <a:pt x="13" y="9"/>
                      <a:pt x="13" y="11"/>
                    </a:cubicBezTo>
                    <a:cubicBezTo>
                      <a:pt x="13" y="14"/>
                      <a:pt x="13" y="16"/>
                      <a:pt x="13" y="19"/>
                    </a:cubicBezTo>
                    <a:cubicBezTo>
                      <a:pt x="13" y="21"/>
                      <a:pt x="14" y="24"/>
                      <a:pt x="13" y="26"/>
                    </a:cubicBezTo>
                    <a:cubicBezTo>
                      <a:pt x="13" y="30"/>
                      <a:pt x="10" y="31"/>
                      <a:pt x="8" y="32"/>
                    </a:cubicBezTo>
                    <a:cubicBezTo>
                      <a:pt x="5" y="33"/>
                      <a:pt x="2" y="33"/>
                      <a:pt x="1" y="30"/>
                    </a:cubicBezTo>
                    <a:cubicBezTo>
                      <a:pt x="0" y="28"/>
                      <a:pt x="0" y="26"/>
                      <a:pt x="0" y="24"/>
                    </a:cubicBezTo>
                    <a:cubicBezTo>
                      <a:pt x="0" y="23"/>
                      <a:pt x="0" y="21"/>
                      <a:pt x="1" y="19"/>
                    </a:cubicBezTo>
                    <a:cubicBezTo>
                      <a:pt x="1" y="18"/>
                      <a:pt x="3" y="18"/>
                      <a:pt x="3" y="17"/>
                    </a:cubicBezTo>
                    <a:cubicBezTo>
                      <a:pt x="4" y="14"/>
                      <a:pt x="4" y="11"/>
                      <a:pt x="4" y="9"/>
                    </a:cubicBezTo>
                    <a:cubicBezTo>
                      <a:pt x="4" y="7"/>
                      <a:pt x="4" y="5"/>
                      <a:pt x="5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1"/>
                      <a:pt x="11" y="1"/>
                      <a:pt x="12" y="0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8" name="Freeform 3536">
                <a:extLst>
                  <a:ext uri="{FF2B5EF4-FFF2-40B4-BE49-F238E27FC236}">
                    <a16:creationId xmlns:a16="http://schemas.microsoft.com/office/drawing/2014/main" id="{B94013EE-695E-4CA0-B145-A1D622CB7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683"/>
                <a:ext cx="2" cy="3"/>
              </a:xfrm>
              <a:custGeom>
                <a:avLst/>
                <a:gdLst>
                  <a:gd name="T0" fmla="*/ 2 w 5"/>
                  <a:gd name="T1" fmla="*/ 8 h 8"/>
                  <a:gd name="T2" fmla="*/ 0 w 5"/>
                  <a:gd name="T3" fmla="*/ 4 h 8"/>
                  <a:gd name="T4" fmla="*/ 1 w 5"/>
                  <a:gd name="T5" fmla="*/ 2 h 8"/>
                  <a:gd name="T6" fmla="*/ 1 w 5"/>
                  <a:gd name="T7" fmla="*/ 0 h 8"/>
                  <a:gd name="T8" fmla="*/ 4 w 5"/>
                  <a:gd name="T9" fmla="*/ 0 h 8"/>
                  <a:gd name="T10" fmla="*/ 5 w 5"/>
                  <a:gd name="T11" fmla="*/ 3 h 8"/>
                  <a:gd name="T12" fmla="*/ 3 w 5"/>
                  <a:gd name="T13" fmla="*/ 8 h 8"/>
                  <a:gd name="T14" fmla="*/ 2 w 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1" y="7"/>
                      <a:pt x="0" y="5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5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9" name="Freeform 3537">
                <a:extLst>
                  <a:ext uri="{FF2B5EF4-FFF2-40B4-BE49-F238E27FC236}">
                    <a16:creationId xmlns:a16="http://schemas.microsoft.com/office/drawing/2014/main" id="{5FC6A573-CCD4-4DFF-9C65-88A5786F0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702"/>
                <a:ext cx="6" cy="5"/>
              </a:xfrm>
              <a:custGeom>
                <a:avLst/>
                <a:gdLst>
                  <a:gd name="T0" fmla="*/ 3 w 14"/>
                  <a:gd name="T1" fmla="*/ 7 h 12"/>
                  <a:gd name="T2" fmla="*/ 0 w 14"/>
                  <a:gd name="T3" fmla="*/ 5 h 12"/>
                  <a:gd name="T4" fmla="*/ 4 w 14"/>
                  <a:gd name="T5" fmla="*/ 0 h 12"/>
                  <a:gd name="T6" fmla="*/ 6 w 14"/>
                  <a:gd name="T7" fmla="*/ 0 h 12"/>
                  <a:gd name="T8" fmla="*/ 9 w 14"/>
                  <a:gd name="T9" fmla="*/ 0 h 12"/>
                  <a:gd name="T10" fmla="*/ 10 w 14"/>
                  <a:gd name="T11" fmla="*/ 2 h 12"/>
                  <a:gd name="T12" fmla="*/ 12 w 14"/>
                  <a:gd name="T13" fmla="*/ 4 h 12"/>
                  <a:gd name="T14" fmla="*/ 14 w 14"/>
                  <a:gd name="T15" fmla="*/ 7 h 12"/>
                  <a:gd name="T16" fmla="*/ 12 w 14"/>
                  <a:gd name="T17" fmla="*/ 11 h 12"/>
                  <a:gd name="T18" fmla="*/ 9 w 14"/>
                  <a:gd name="T19" fmla="*/ 12 h 12"/>
                  <a:gd name="T20" fmla="*/ 6 w 14"/>
                  <a:gd name="T21" fmla="*/ 11 h 12"/>
                  <a:gd name="T22" fmla="*/ 5 w 14"/>
                  <a:gd name="T23" fmla="*/ 10 h 12"/>
                  <a:gd name="T24" fmla="*/ 5 w 14"/>
                  <a:gd name="T25" fmla="*/ 8 h 12"/>
                  <a:gd name="T26" fmla="*/ 3 w 14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3" y="7"/>
                    </a:moveTo>
                    <a:cubicBezTo>
                      <a:pt x="1" y="7"/>
                      <a:pt x="0" y="6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0" y="1"/>
                      <a:pt x="10" y="2"/>
                    </a:cubicBezTo>
                    <a:cubicBezTo>
                      <a:pt x="10" y="4"/>
                      <a:pt x="11" y="4"/>
                      <a:pt x="12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2" y="11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6" y="11"/>
                      <a:pt x="5" y="11"/>
                      <a:pt x="5" y="10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4" y="7"/>
                      <a:pt x="3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0" name="Freeform 3539">
                <a:extLst>
                  <a:ext uri="{FF2B5EF4-FFF2-40B4-BE49-F238E27FC236}">
                    <a16:creationId xmlns:a16="http://schemas.microsoft.com/office/drawing/2014/main" id="{BCD835B6-BF83-4941-A982-3C4BBAA29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653"/>
                <a:ext cx="1" cy="2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4 h 5"/>
                  <a:gd name="T4" fmla="*/ 1 w 3"/>
                  <a:gd name="T5" fmla="*/ 1 h 5"/>
                  <a:gd name="T6" fmla="*/ 3 w 3"/>
                  <a:gd name="T7" fmla="*/ 4 h 5"/>
                  <a:gd name="T8" fmla="*/ 1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3"/>
                      <a:pt x="3" y="4"/>
                    </a:cubicBezTo>
                    <a:cubicBezTo>
                      <a:pt x="3" y="4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1" name="Freeform 3540">
                <a:extLst>
                  <a:ext uri="{FF2B5EF4-FFF2-40B4-BE49-F238E27FC236}">
                    <a16:creationId xmlns:a16="http://schemas.microsoft.com/office/drawing/2014/main" id="{04590C3A-40D8-4ED2-A2E8-91CFA036E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48"/>
                <a:ext cx="4" cy="3"/>
              </a:xfrm>
              <a:custGeom>
                <a:avLst/>
                <a:gdLst>
                  <a:gd name="T0" fmla="*/ 1 w 10"/>
                  <a:gd name="T1" fmla="*/ 3 h 8"/>
                  <a:gd name="T2" fmla="*/ 1 w 10"/>
                  <a:gd name="T3" fmla="*/ 0 h 8"/>
                  <a:gd name="T4" fmla="*/ 5 w 10"/>
                  <a:gd name="T5" fmla="*/ 0 h 8"/>
                  <a:gd name="T6" fmla="*/ 7 w 10"/>
                  <a:gd name="T7" fmla="*/ 2 h 8"/>
                  <a:gd name="T8" fmla="*/ 9 w 10"/>
                  <a:gd name="T9" fmla="*/ 4 h 8"/>
                  <a:gd name="T10" fmla="*/ 10 w 10"/>
                  <a:gd name="T11" fmla="*/ 6 h 8"/>
                  <a:gd name="T12" fmla="*/ 6 w 10"/>
                  <a:gd name="T13" fmla="*/ 7 h 8"/>
                  <a:gd name="T14" fmla="*/ 4 w 10"/>
                  <a:gd name="T15" fmla="*/ 5 h 8"/>
                  <a:gd name="T16" fmla="*/ 1 w 10"/>
                  <a:gd name="T1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8" y="2"/>
                      <a:pt x="8" y="3"/>
                      <a:pt x="9" y="4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8"/>
                      <a:pt x="7" y="8"/>
                      <a:pt x="6" y="7"/>
                    </a:cubicBezTo>
                    <a:cubicBezTo>
                      <a:pt x="5" y="7"/>
                      <a:pt x="5" y="6"/>
                      <a:pt x="4" y="5"/>
                    </a:cubicBezTo>
                    <a:cubicBezTo>
                      <a:pt x="2" y="5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2" name="Freeform 3541">
                <a:extLst>
                  <a:ext uri="{FF2B5EF4-FFF2-40B4-BE49-F238E27FC236}">
                    <a16:creationId xmlns:a16="http://schemas.microsoft.com/office/drawing/2014/main" id="{4A0FC508-3A16-48E8-9299-A8AC4F561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42"/>
                <a:ext cx="3" cy="2"/>
              </a:xfrm>
              <a:custGeom>
                <a:avLst/>
                <a:gdLst>
                  <a:gd name="T0" fmla="*/ 3 w 6"/>
                  <a:gd name="T1" fmla="*/ 1 h 6"/>
                  <a:gd name="T2" fmla="*/ 6 w 6"/>
                  <a:gd name="T3" fmla="*/ 4 h 6"/>
                  <a:gd name="T4" fmla="*/ 2 w 6"/>
                  <a:gd name="T5" fmla="*/ 6 h 6"/>
                  <a:gd name="T6" fmla="*/ 0 w 6"/>
                  <a:gd name="T7" fmla="*/ 2 h 6"/>
                  <a:gd name="T8" fmla="*/ 3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2"/>
                      <a:pt x="6" y="3"/>
                      <a:pt x="6" y="4"/>
                    </a:cubicBezTo>
                    <a:cubicBezTo>
                      <a:pt x="6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3" name="Freeform 3542">
                <a:extLst>
                  <a:ext uri="{FF2B5EF4-FFF2-40B4-BE49-F238E27FC236}">
                    <a16:creationId xmlns:a16="http://schemas.microsoft.com/office/drawing/2014/main" id="{BEB8FEE9-0881-4B75-BB6C-28390D1BF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50"/>
                <a:ext cx="1" cy="2"/>
              </a:xfrm>
              <a:custGeom>
                <a:avLst/>
                <a:gdLst>
                  <a:gd name="T0" fmla="*/ 2 w 2"/>
                  <a:gd name="T1" fmla="*/ 2 h 5"/>
                  <a:gd name="T2" fmla="*/ 0 w 2"/>
                  <a:gd name="T3" fmla="*/ 5 h 5"/>
                  <a:gd name="T4" fmla="*/ 0 w 2"/>
                  <a:gd name="T5" fmla="*/ 3 h 5"/>
                  <a:gd name="T6" fmla="*/ 0 w 2"/>
                  <a:gd name="T7" fmla="*/ 2 h 5"/>
                  <a:gd name="T8" fmla="*/ 2 w 2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2"/>
                    </a:moveTo>
                    <a:cubicBezTo>
                      <a:pt x="2" y="3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4" name="Freeform 3543">
                <a:extLst>
                  <a:ext uri="{FF2B5EF4-FFF2-40B4-BE49-F238E27FC236}">
                    <a16:creationId xmlns:a16="http://schemas.microsoft.com/office/drawing/2014/main" id="{4A5335E8-07E4-4EA2-BAEF-813D036C9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38"/>
                <a:ext cx="4" cy="3"/>
              </a:xfrm>
              <a:custGeom>
                <a:avLst/>
                <a:gdLst>
                  <a:gd name="T0" fmla="*/ 0 w 10"/>
                  <a:gd name="T1" fmla="*/ 2 h 6"/>
                  <a:gd name="T2" fmla="*/ 0 w 10"/>
                  <a:gd name="T3" fmla="*/ 1 h 6"/>
                  <a:gd name="T4" fmla="*/ 0 w 10"/>
                  <a:gd name="T5" fmla="*/ 0 h 6"/>
                  <a:gd name="T6" fmla="*/ 1 w 10"/>
                  <a:gd name="T7" fmla="*/ 0 h 6"/>
                  <a:gd name="T8" fmla="*/ 5 w 10"/>
                  <a:gd name="T9" fmla="*/ 0 h 6"/>
                  <a:gd name="T10" fmla="*/ 8 w 10"/>
                  <a:gd name="T11" fmla="*/ 0 h 6"/>
                  <a:gd name="T12" fmla="*/ 9 w 10"/>
                  <a:gd name="T13" fmla="*/ 3 h 6"/>
                  <a:gd name="T14" fmla="*/ 6 w 10"/>
                  <a:gd name="T15" fmla="*/ 6 h 6"/>
                  <a:gd name="T16" fmla="*/ 5 w 10"/>
                  <a:gd name="T17" fmla="*/ 6 h 6"/>
                  <a:gd name="T18" fmla="*/ 5 w 10"/>
                  <a:gd name="T19" fmla="*/ 5 h 6"/>
                  <a:gd name="T20" fmla="*/ 3 w 10"/>
                  <a:gd name="T21" fmla="*/ 4 h 6"/>
                  <a:gd name="T22" fmla="*/ 2 w 10"/>
                  <a:gd name="T23" fmla="*/ 4 h 6"/>
                  <a:gd name="T24" fmla="*/ 0 w 10"/>
                  <a:gd name="T2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1"/>
                      <a:pt x="10" y="2"/>
                      <a:pt x="9" y="3"/>
                    </a:cubicBezTo>
                    <a:cubicBezTo>
                      <a:pt x="9" y="5"/>
                      <a:pt x="7" y="5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5" name="Freeform 3544">
                <a:extLst>
                  <a:ext uri="{FF2B5EF4-FFF2-40B4-BE49-F238E27FC236}">
                    <a16:creationId xmlns:a16="http://schemas.microsoft.com/office/drawing/2014/main" id="{EDB05952-ADA7-41FF-B045-AB700459E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603"/>
                <a:ext cx="3" cy="2"/>
              </a:xfrm>
              <a:custGeom>
                <a:avLst/>
                <a:gdLst>
                  <a:gd name="T0" fmla="*/ 3 w 8"/>
                  <a:gd name="T1" fmla="*/ 5 h 5"/>
                  <a:gd name="T2" fmla="*/ 1 w 8"/>
                  <a:gd name="T3" fmla="*/ 5 h 5"/>
                  <a:gd name="T4" fmla="*/ 1 w 8"/>
                  <a:gd name="T5" fmla="*/ 1 h 5"/>
                  <a:gd name="T6" fmla="*/ 4 w 8"/>
                  <a:gd name="T7" fmla="*/ 0 h 5"/>
                  <a:gd name="T8" fmla="*/ 8 w 8"/>
                  <a:gd name="T9" fmla="*/ 1 h 5"/>
                  <a:gd name="T10" fmla="*/ 5 w 8"/>
                  <a:gd name="T11" fmla="*/ 3 h 5"/>
                  <a:gd name="T12" fmla="*/ 3 w 8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2" y="5"/>
                      <a:pt x="2" y="5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8" y="0"/>
                      <a:pt x="8" y="1"/>
                    </a:cubicBezTo>
                    <a:cubicBezTo>
                      <a:pt x="7" y="2"/>
                      <a:pt x="6" y="3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6" name="Freeform 3545">
                <a:extLst>
                  <a:ext uri="{FF2B5EF4-FFF2-40B4-BE49-F238E27FC236}">
                    <a16:creationId xmlns:a16="http://schemas.microsoft.com/office/drawing/2014/main" id="{3C0B76C3-46DD-4D29-87D3-F7578DCC8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99"/>
                <a:ext cx="2" cy="1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4 w 4"/>
                  <a:gd name="T7" fmla="*/ 3 h 4"/>
                  <a:gd name="T8" fmla="*/ 2 w 4"/>
                  <a:gd name="T9" fmla="*/ 4 h 4"/>
                  <a:gd name="T10" fmla="*/ 1 w 4"/>
                  <a:gd name="T11" fmla="*/ 3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7" name="Freeform 3546">
                <a:extLst>
                  <a:ext uri="{FF2B5EF4-FFF2-40B4-BE49-F238E27FC236}">
                    <a16:creationId xmlns:a16="http://schemas.microsoft.com/office/drawing/2014/main" id="{5F7BE9FF-8181-4CE0-B1D8-15C32DB09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604"/>
                <a:ext cx="3" cy="3"/>
              </a:xfrm>
              <a:custGeom>
                <a:avLst/>
                <a:gdLst>
                  <a:gd name="T0" fmla="*/ 4 w 7"/>
                  <a:gd name="T1" fmla="*/ 7 h 7"/>
                  <a:gd name="T2" fmla="*/ 1 w 7"/>
                  <a:gd name="T3" fmla="*/ 6 h 7"/>
                  <a:gd name="T4" fmla="*/ 0 w 7"/>
                  <a:gd name="T5" fmla="*/ 4 h 7"/>
                  <a:gd name="T6" fmla="*/ 2 w 7"/>
                  <a:gd name="T7" fmla="*/ 2 h 7"/>
                  <a:gd name="T8" fmla="*/ 4 w 7"/>
                  <a:gd name="T9" fmla="*/ 0 h 7"/>
                  <a:gd name="T10" fmla="*/ 4 w 7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2" y="3"/>
                      <a:pt x="2" y="2"/>
                    </a:cubicBezTo>
                    <a:cubicBezTo>
                      <a:pt x="3" y="1"/>
                      <a:pt x="2" y="0"/>
                      <a:pt x="4" y="0"/>
                    </a:cubicBezTo>
                    <a:cubicBezTo>
                      <a:pt x="7" y="0"/>
                      <a:pt x="7" y="6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8" name="Freeform 3547">
                <a:extLst>
                  <a:ext uri="{FF2B5EF4-FFF2-40B4-BE49-F238E27FC236}">
                    <a16:creationId xmlns:a16="http://schemas.microsoft.com/office/drawing/2014/main" id="{3D0BAF0A-0C08-49CD-86DA-891144099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21"/>
                <a:ext cx="4" cy="5"/>
              </a:xfrm>
              <a:custGeom>
                <a:avLst/>
                <a:gdLst>
                  <a:gd name="T0" fmla="*/ 1 w 8"/>
                  <a:gd name="T1" fmla="*/ 9 h 14"/>
                  <a:gd name="T2" fmla="*/ 2 w 8"/>
                  <a:gd name="T3" fmla="*/ 4 h 14"/>
                  <a:gd name="T4" fmla="*/ 7 w 8"/>
                  <a:gd name="T5" fmla="*/ 2 h 14"/>
                  <a:gd name="T6" fmla="*/ 8 w 8"/>
                  <a:gd name="T7" fmla="*/ 6 h 14"/>
                  <a:gd name="T8" fmla="*/ 5 w 8"/>
                  <a:gd name="T9" fmla="*/ 9 h 14"/>
                  <a:gd name="T10" fmla="*/ 3 w 8"/>
                  <a:gd name="T11" fmla="*/ 13 h 14"/>
                  <a:gd name="T12" fmla="*/ 1 w 8"/>
                  <a:gd name="T13" fmla="*/ 12 h 14"/>
                  <a:gd name="T14" fmla="*/ 1 w 8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4">
                    <a:moveTo>
                      <a:pt x="1" y="9"/>
                    </a:moveTo>
                    <a:cubicBezTo>
                      <a:pt x="1" y="7"/>
                      <a:pt x="1" y="5"/>
                      <a:pt x="2" y="4"/>
                    </a:cubicBezTo>
                    <a:cubicBezTo>
                      <a:pt x="3" y="2"/>
                      <a:pt x="6" y="0"/>
                      <a:pt x="7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8"/>
                      <a:pt x="6" y="8"/>
                      <a:pt x="5" y="9"/>
                    </a:cubicBezTo>
                    <a:cubicBezTo>
                      <a:pt x="4" y="10"/>
                      <a:pt x="4" y="12"/>
                      <a:pt x="3" y="13"/>
                    </a:cubicBezTo>
                    <a:cubicBezTo>
                      <a:pt x="2" y="14"/>
                      <a:pt x="1" y="13"/>
                      <a:pt x="1" y="12"/>
                    </a:cubicBezTo>
                    <a:cubicBezTo>
                      <a:pt x="0" y="11"/>
                      <a:pt x="1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9" name="Freeform 3548">
                <a:extLst>
                  <a:ext uri="{FF2B5EF4-FFF2-40B4-BE49-F238E27FC236}">
                    <a16:creationId xmlns:a16="http://schemas.microsoft.com/office/drawing/2014/main" id="{6ABE813B-3AC2-47F3-8390-4F58BC229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19"/>
                <a:ext cx="4" cy="2"/>
              </a:xfrm>
              <a:custGeom>
                <a:avLst/>
                <a:gdLst>
                  <a:gd name="T0" fmla="*/ 2 w 11"/>
                  <a:gd name="T1" fmla="*/ 5 h 5"/>
                  <a:gd name="T2" fmla="*/ 2 w 11"/>
                  <a:gd name="T3" fmla="*/ 5 h 5"/>
                  <a:gd name="T4" fmla="*/ 0 w 11"/>
                  <a:gd name="T5" fmla="*/ 2 h 5"/>
                  <a:gd name="T6" fmla="*/ 4 w 11"/>
                  <a:gd name="T7" fmla="*/ 0 h 5"/>
                  <a:gd name="T8" fmla="*/ 8 w 11"/>
                  <a:gd name="T9" fmla="*/ 1 h 5"/>
                  <a:gd name="T10" fmla="*/ 10 w 11"/>
                  <a:gd name="T11" fmla="*/ 4 h 5"/>
                  <a:gd name="T12" fmla="*/ 7 w 11"/>
                  <a:gd name="T13" fmla="*/ 5 h 5"/>
                  <a:gd name="T14" fmla="*/ 2 w 11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3" y="0"/>
                      <a:pt x="4" y="0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1"/>
                      <a:pt x="11" y="2"/>
                      <a:pt x="10" y="4"/>
                    </a:cubicBezTo>
                    <a:cubicBezTo>
                      <a:pt x="10" y="5"/>
                      <a:pt x="8" y="5"/>
                      <a:pt x="7" y="5"/>
                    </a:cubicBezTo>
                    <a:cubicBezTo>
                      <a:pt x="6" y="5"/>
                      <a:pt x="3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0" name="Freeform 3549">
                <a:extLst>
                  <a:ext uri="{FF2B5EF4-FFF2-40B4-BE49-F238E27FC236}">
                    <a16:creationId xmlns:a16="http://schemas.microsoft.com/office/drawing/2014/main" id="{4226BDFB-E383-4AB3-B6BE-C2C623559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716"/>
                <a:ext cx="2" cy="4"/>
              </a:xfrm>
              <a:custGeom>
                <a:avLst/>
                <a:gdLst>
                  <a:gd name="T0" fmla="*/ 0 w 6"/>
                  <a:gd name="T1" fmla="*/ 5 h 9"/>
                  <a:gd name="T2" fmla="*/ 1 w 6"/>
                  <a:gd name="T3" fmla="*/ 2 h 9"/>
                  <a:gd name="T4" fmla="*/ 3 w 6"/>
                  <a:gd name="T5" fmla="*/ 1 h 9"/>
                  <a:gd name="T6" fmla="*/ 4 w 6"/>
                  <a:gd name="T7" fmla="*/ 3 h 9"/>
                  <a:gd name="T8" fmla="*/ 4 w 6"/>
                  <a:gd name="T9" fmla="*/ 8 h 9"/>
                  <a:gd name="T10" fmla="*/ 0 w 6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5" y="4"/>
                      <a:pt x="6" y="7"/>
                      <a:pt x="4" y="8"/>
                    </a:cubicBezTo>
                    <a:cubicBezTo>
                      <a:pt x="1" y="9"/>
                      <a:pt x="1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1" name="Freeform 3551">
                <a:extLst>
                  <a:ext uri="{FF2B5EF4-FFF2-40B4-BE49-F238E27FC236}">
                    <a16:creationId xmlns:a16="http://schemas.microsoft.com/office/drawing/2014/main" id="{31F19F8B-899D-473B-81CE-0827F697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702"/>
                <a:ext cx="3" cy="2"/>
              </a:xfrm>
              <a:custGeom>
                <a:avLst/>
                <a:gdLst>
                  <a:gd name="T0" fmla="*/ 1 w 7"/>
                  <a:gd name="T1" fmla="*/ 4 h 5"/>
                  <a:gd name="T2" fmla="*/ 0 w 7"/>
                  <a:gd name="T3" fmla="*/ 4 h 5"/>
                  <a:gd name="T4" fmla="*/ 0 w 7"/>
                  <a:gd name="T5" fmla="*/ 3 h 5"/>
                  <a:gd name="T6" fmla="*/ 1 w 7"/>
                  <a:gd name="T7" fmla="*/ 2 h 5"/>
                  <a:gd name="T8" fmla="*/ 3 w 7"/>
                  <a:gd name="T9" fmla="*/ 0 h 5"/>
                  <a:gd name="T10" fmla="*/ 7 w 7"/>
                  <a:gd name="T11" fmla="*/ 1 h 5"/>
                  <a:gd name="T12" fmla="*/ 7 w 7"/>
                  <a:gd name="T13" fmla="*/ 4 h 5"/>
                  <a:gd name="T14" fmla="*/ 4 w 7"/>
                  <a:gd name="T15" fmla="*/ 4 h 5"/>
                  <a:gd name="T16" fmla="*/ 1 w 7"/>
                  <a:gd name="T1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4"/>
                      <a:pt x="5" y="4"/>
                      <a:pt x="4" y="4"/>
                    </a:cubicBezTo>
                    <a:cubicBezTo>
                      <a:pt x="2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2" name="Freeform 3552">
                <a:extLst>
                  <a:ext uri="{FF2B5EF4-FFF2-40B4-BE49-F238E27FC236}">
                    <a16:creationId xmlns:a16="http://schemas.microsoft.com/office/drawing/2014/main" id="{D645F401-AA2D-4D48-B4AB-81B680403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707"/>
                <a:ext cx="2" cy="2"/>
              </a:xfrm>
              <a:custGeom>
                <a:avLst/>
                <a:gdLst>
                  <a:gd name="T0" fmla="*/ 2 w 5"/>
                  <a:gd name="T1" fmla="*/ 1 h 5"/>
                  <a:gd name="T2" fmla="*/ 5 w 5"/>
                  <a:gd name="T3" fmla="*/ 2 h 5"/>
                  <a:gd name="T4" fmla="*/ 2 w 5"/>
                  <a:gd name="T5" fmla="*/ 5 h 5"/>
                  <a:gd name="T6" fmla="*/ 2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3" name="Freeform 3555">
                <a:extLst>
                  <a:ext uri="{FF2B5EF4-FFF2-40B4-BE49-F238E27FC236}">
                    <a16:creationId xmlns:a16="http://schemas.microsoft.com/office/drawing/2014/main" id="{6A46BA1A-B2B5-4101-8132-E25BDABDD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9"/>
                <a:ext cx="3" cy="2"/>
              </a:xfrm>
              <a:custGeom>
                <a:avLst/>
                <a:gdLst>
                  <a:gd name="T0" fmla="*/ 1 w 6"/>
                  <a:gd name="T1" fmla="*/ 3 h 6"/>
                  <a:gd name="T2" fmla="*/ 1 w 6"/>
                  <a:gd name="T3" fmla="*/ 1 h 6"/>
                  <a:gd name="T4" fmla="*/ 5 w 6"/>
                  <a:gd name="T5" fmla="*/ 1 h 6"/>
                  <a:gd name="T6" fmla="*/ 6 w 6"/>
                  <a:gd name="T7" fmla="*/ 4 h 6"/>
                  <a:gd name="T8" fmla="*/ 4 w 6"/>
                  <a:gd name="T9" fmla="*/ 6 h 6"/>
                  <a:gd name="T10" fmla="*/ 1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3" y="6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4" name="Freeform 3556">
                <a:extLst>
                  <a:ext uri="{FF2B5EF4-FFF2-40B4-BE49-F238E27FC236}">
                    <a16:creationId xmlns:a16="http://schemas.microsoft.com/office/drawing/2014/main" id="{DB15718F-17E2-4C5E-8C3A-821405BB3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61"/>
                <a:ext cx="3" cy="2"/>
              </a:xfrm>
              <a:custGeom>
                <a:avLst/>
                <a:gdLst>
                  <a:gd name="T0" fmla="*/ 1 w 7"/>
                  <a:gd name="T1" fmla="*/ 1 h 7"/>
                  <a:gd name="T2" fmla="*/ 4 w 7"/>
                  <a:gd name="T3" fmla="*/ 0 h 7"/>
                  <a:gd name="T4" fmla="*/ 4 w 7"/>
                  <a:gd name="T5" fmla="*/ 0 h 7"/>
                  <a:gd name="T6" fmla="*/ 6 w 7"/>
                  <a:gd name="T7" fmla="*/ 5 h 7"/>
                  <a:gd name="T8" fmla="*/ 1 w 7"/>
                  <a:gd name="T9" fmla="*/ 5 h 7"/>
                  <a:gd name="T10" fmla="*/ 1 w 7"/>
                  <a:gd name="T1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7" y="4"/>
                      <a:pt x="6" y="5"/>
                    </a:cubicBezTo>
                    <a:cubicBezTo>
                      <a:pt x="5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5" name="Freeform 3557">
                <a:extLst>
                  <a:ext uri="{FF2B5EF4-FFF2-40B4-BE49-F238E27FC236}">
                    <a16:creationId xmlns:a16="http://schemas.microsoft.com/office/drawing/2014/main" id="{215BFC0A-B84E-4C91-B448-DCA04DE8E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52"/>
                <a:ext cx="3" cy="4"/>
              </a:xfrm>
              <a:custGeom>
                <a:avLst/>
                <a:gdLst>
                  <a:gd name="T0" fmla="*/ 5 w 6"/>
                  <a:gd name="T1" fmla="*/ 5 h 12"/>
                  <a:gd name="T2" fmla="*/ 5 w 6"/>
                  <a:gd name="T3" fmla="*/ 3 h 12"/>
                  <a:gd name="T4" fmla="*/ 4 w 6"/>
                  <a:gd name="T5" fmla="*/ 0 h 12"/>
                  <a:gd name="T6" fmla="*/ 2 w 6"/>
                  <a:gd name="T7" fmla="*/ 0 h 12"/>
                  <a:gd name="T8" fmla="*/ 0 w 6"/>
                  <a:gd name="T9" fmla="*/ 2 h 12"/>
                  <a:gd name="T10" fmla="*/ 0 w 6"/>
                  <a:gd name="T11" fmla="*/ 5 h 12"/>
                  <a:gd name="T12" fmla="*/ 0 w 6"/>
                  <a:gd name="T13" fmla="*/ 9 h 12"/>
                  <a:gd name="T14" fmla="*/ 2 w 6"/>
                  <a:gd name="T15" fmla="*/ 11 h 12"/>
                  <a:gd name="T16" fmla="*/ 4 w 6"/>
                  <a:gd name="T17" fmla="*/ 12 h 12"/>
                  <a:gd name="T18" fmla="*/ 5 w 6"/>
                  <a:gd name="T19" fmla="*/ 10 h 12"/>
                  <a:gd name="T20" fmla="*/ 6 w 6"/>
                  <a:gd name="T21" fmla="*/ 7 h 12"/>
                  <a:gd name="T22" fmla="*/ 6 w 6"/>
                  <a:gd name="T23" fmla="*/ 6 h 12"/>
                  <a:gd name="T24" fmla="*/ 5 w 6"/>
                  <a:gd name="T2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2">
                    <a:moveTo>
                      <a:pt x="5" y="5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1"/>
                      <a:pt x="4" y="10"/>
                      <a:pt x="5" y="10"/>
                    </a:cubicBezTo>
                    <a:cubicBezTo>
                      <a:pt x="5" y="9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6" name="Freeform 3559">
                <a:extLst>
                  <a:ext uri="{FF2B5EF4-FFF2-40B4-BE49-F238E27FC236}">
                    <a16:creationId xmlns:a16="http://schemas.microsoft.com/office/drawing/2014/main" id="{1E1BB993-BBB8-4F85-94C4-00E7A19A1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5"/>
                <a:ext cx="6" cy="4"/>
              </a:xfrm>
              <a:custGeom>
                <a:avLst/>
                <a:gdLst>
                  <a:gd name="T0" fmla="*/ 4 w 13"/>
                  <a:gd name="T1" fmla="*/ 10 h 10"/>
                  <a:gd name="T2" fmla="*/ 1 w 13"/>
                  <a:gd name="T3" fmla="*/ 9 h 10"/>
                  <a:gd name="T4" fmla="*/ 0 w 13"/>
                  <a:gd name="T5" fmla="*/ 7 h 10"/>
                  <a:gd name="T6" fmla="*/ 3 w 13"/>
                  <a:gd name="T7" fmla="*/ 6 h 10"/>
                  <a:gd name="T8" fmla="*/ 8 w 13"/>
                  <a:gd name="T9" fmla="*/ 2 h 10"/>
                  <a:gd name="T10" fmla="*/ 13 w 13"/>
                  <a:gd name="T11" fmla="*/ 2 h 10"/>
                  <a:gd name="T12" fmla="*/ 13 w 13"/>
                  <a:gd name="T13" fmla="*/ 5 h 10"/>
                  <a:gd name="T14" fmla="*/ 10 w 13"/>
                  <a:gd name="T15" fmla="*/ 8 h 10"/>
                  <a:gd name="T16" fmla="*/ 7 w 13"/>
                  <a:gd name="T17" fmla="*/ 10 h 10"/>
                  <a:gd name="T18" fmla="*/ 4 w 13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6"/>
                      <a:pt x="2" y="6"/>
                      <a:pt x="3" y="6"/>
                    </a:cubicBezTo>
                    <a:cubicBezTo>
                      <a:pt x="5" y="6"/>
                      <a:pt x="6" y="3"/>
                      <a:pt x="8" y="2"/>
                    </a:cubicBezTo>
                    <a:cubicBezTo>
                      <a:pt x="9" y="1"/>
                      <a:pt x="12" y="0"/>
                      <a:pt x="13" y="2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9" y="8"/>
                      <a:pt x="8" y="9"/>
                      <a:pt x="7" y="10"/>
                    </a:cubicBezTo>
                    <a:cubicBezTo>
                      <a:pt x="6" y="10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7" name="Freeform 3561">
                <a:extLst>
                  <a:ext uri="{FF2B5EF4-FFF2-40B4-BE49-F238E27FC236}">
                    <a16:creationId xmlns:a16="http://schemas.microsoft.com/office/drawing/2014/main" id="{F7415FE0-FE21-459C-A369-BBEF90CB1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45"/>
                <a:ext cx="5" cy="5"/>
              </a:xfrm>
              <a:custGeom>
                <a:avLst/>
                <a:gdLst>
                  <a:gd name="T0" fmla="*/ 0 w 12"/>
                  <a:gd name="T1" fmla="*/ 3 h 11"/>
                  <a:gd name="T2" fmla="*/ 1 w 12"/>
                  <a:gd name="T3" fmla="*/ 1 h 11"/>
                  <a:gd name="T4" fmla="*/ 2 w 12"/>
                  <a:gd name="T5" fmla="*/ 1 h 11"/>
                  <a:gd name="T6" fmla="*/ 4 w 12"/>
                  <a:gd name="T7" fmla="*/ 0 h 11"/>
                  <a:gd name="T8" fmla="*/ 7 w 12"/>
                  <a:gd name="T9" fmla="*/ 0 h 11"/>
                  <a:gd name="T10" fmla="*/ 11 w 12"/>
                  <a:gd name="T11" fmla="*/ 0 h 11"/>
                  <a:gd name="T12" fmla="*/ 12 w 12"/>
                  <a:gd name="T13" fmla="*/ 4 h 11"/>
                  <a:gd name="T14" fmla="*/ 12 w 12"/>
                  <a:gd name="T15" fmla="*/ 5 h 11"/>
                  <a:gd name="T16" fmla="*/ 11 w 12"/>
                  <a:gd name="T17" fmla="*/ 6 h 11"/>
                  <a:gd name="T18" fmla="*/ 11 w 12"/>
                  <a:gd name="T19" fmla="*/ 8 h 11"/>
                  <a:gd name="T20" fmla="*/ 8 w 12"/>
                  <a:gd name="T21" fmla="*/ 10 h 11"/>
                  <a:gd name="T22" fmla="*/ 6 w 12"/>
                  <a:gd name="T23" fmla="*/ 10 h 11"/>
                  <a:gd name="T24" fmla="*/ 1 w 12"/>
                  <a:gd name="T25" fmla="*/ 9 h 11"/>
                  <a:gd name="T26" fmla="*/ 1 w 12"/>
                  <a:gd name="T27" fmla="*/ 5 h 11"/>
                  <a:gd name="T28" fmla="*/ 0 w 12"/>
                  <a:gd name="T2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1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10" y="0"/>
                      <a:pt x="11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7" y="10"/>
                      <a:pt x="7" y="10"/>
                      <a:pt x="6" y="10"/>
                    </a:cubicBezTo>
                    <a:cubicBezTo>
                      <a:pt x="4" y="11"/>
                      <a:pt x="2" y="10"/>
                      <a:pt x="1" y="9"/>
                    </a:cubicBezTo>
                    <a:cubicBezTo>
                      <a:pt x="1" y="8"/>
                      <a:pt x="2" y="5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8" name="Freeform 3562">
                <a:extLst>
                  <a:ext uri="{FF2B5EF4-FFF2-40B4-BE49-F238E27FC236}">
                    <a16:creationId xmlns:a16="http://schemas.microsoft.com/office/drawing/2014/main" id="{35D29074-C1AB-41FC-B196-017E7430D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35"/>
                <a:ext cx="6" cy="3"/>
              </a:xfrm>
              <a:custGeom>
                <a:avLst/>
                <a:gdLst>
                  <a:gd name="T0" fmla="*/ 1 w 15"/>
                  <a:gd name="T1" fmla="*/ 7 h 8"/>
                  <a:gd name="T2" fmla="*/ 0 w 15"/>
                  <a:gd name="T3" fmla="*/ 6 h 8"/>
                  <a:gd name="T4" fmla="*/ 1 w 15"/>
                  <a:gd name="T5" fmla="*/ 4 h 8"/>
                  <a:gd name="T6" fmla="*/ 3 w 15"/>
                  <a:gd name="T7" fmla="*/ 2 h 8"/>
                  <a:gd name="T8" fmla="*/ 6 w 15"/>
                  <a:gd name="T9" fmla="*/ 1 h 8"/>
                  <a:gd name="T10" fmla="*/ 13 w 15"/>
                  <a:gd name="T11" fmla="*/ 1 h 8"/>
                  <a:gd name="T12" fmla="*/ 13 w 15"/>
                  <a:gd name="T13" fmla="*/ 6 h 8"/>
                  <a:gd name="T14" fmla="*/ 10 w 15"/>
                  <a:gd name="T15" fmla="*/ 7 h 8"/>
                  <a:gd name="T16" fmla="*/ 6 w 15"/>
                  <a:gd name="T17" fmla="*/ 7 h 8"/>
                  <a:gd name="T18" fmla="*/ 1 w 15"/>
                  <a:gd name="T1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8">
                    <a:moveTo>
                      <a:pt x="1" y="7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3"/>
                      <a:pt x="3" y="4"/>
                      <a:pt x="3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4" y="2"/>
                      <a:pt x="15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4" y="8"/>
                      <a:pt x="3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9" name="Freeform 3563">
                <a:extLst>
                  <a:ext uri="{FF2B5EF4-FFF2-40B4-BE49-F238E27FC236}">
                    <a16:creationId xmlns:a16="http://schemas.microsoft.com/office/drawing/2014/main" id="{0130A995-8305-4F96-84D1-E34284F56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29"/>
                <a:ext cx="4" cy="3"/>
              </a:xfrm>
              <a:custGeom>
                <a:avLst/>
                <a:gdLst>
                  <a:gd name="T0" fmla="*/ 0 w 9"/>
                  <a:gd name="T1" fmla="*/ 3 h 9"/>
                  <a:gd name="T2" fmla="*/ 3 w 9"/>
                  <a:gd name="T3" fmla="*/ 1 h 9"/>
                  <a:gd name="T4" fmla="*/ 6 w 9"/>
                  <a:gd name="T5" fmla="*/ 0 h 9"/>
                  <a:gd name="T6" fmla="*/ 8 w 9"/>
                  <a:gd name="T7" fmla="*/ 3 h 9"/>
                  <a:gd name="T8" fmla="*/ 8 w 9"/>
                  <a:gd name="T9" fmla="*/ 8 h 9"/>
                  <a:gd name="T10" fmla="*/ 2 w 9"/>
                  <a:gd name="T11" fmla="*/ 8 h 9"/>
                  <a:gd name="T12" fmla="*/ 1 w 9"/>
                  <a:gd name="T13" fmla="*/ 6 h 9"/>
                  <a:gd name="T14" fmla="*/ 0 w 9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9" y="4"/>
                      <a:pt x="9" y="7"/>
                      <a:pt x="8" y="8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0" name="Freeform 3564">
                <a:extLst>
                  <a:ext uri="{FF2B5EF4-FFF2-40B4-BE49-F238E27FC236}">
                    <a16:creationId xmlns:a16="http://schemas.microsoft.com/office/drawing/2014/main" id="{D0162EA8-3E56-4B47-A38F-01253D7C6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634"/>
                <a:ext cx="4" cy="4"/>
              </a:xfrm>
              <a:custGeom>
                <a:avLst/>
                <a:gdLst>
                  <a:gd name="T0" fmla="*/ 1 w 9"/>
                  <a:gd name="T1" fmla="*/ 7 h 10"/>
                  <a:gd name="T2" fmla="*/ 3 w 9"/>
                  <a:gd name="T3" fmla="*/ 4 h 10"/>
                  <a:gd name="T4" fmla="*/ 3 w 9"/>
                  <a:gd name="T5" fmla="*/ 2 h 10"/>
                  <a:gd name="T6" fmla="*/ 7 w 9"/>
                  <a:gd name="T7" fmla="*/ 0 h 10"/>
                  <a:gd name="T8" fmla="*/ 8 w 9"/>
                  <a:gd name="T9" fmla="*/ 2 h 10"/>
                  <a:gd name="T10" fmla="*/ 5 w 9"/>
                  <a:gd name="T11" fmla="*/ 7 h 10"/>
                  <a:gd name="T12" fmla="*/ 4 w 9"/>
                  <a:gd name="T13" fmla="*/ 9 h 10"/>
                  <a:gd name="T14" fmla="*/ 2 w 9"/>
                  <a:gd name="T15" fmla="*/ 9 h 10"/>
                  <a:gd name="T16" fmla="*/ 1 w 9"/>
                  <a:gd name="T1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1" y="6"/>
                      <a:pt x="2" y="5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9" y="4"/>
                      <a:pt x="6" y="5"/>
                      <a:pt x="5" y="7"/>
                    </a:cubicBezTo>
                    <a:cubicBezTo>
                      <a:pt x="5" y="8"/>
                      <a:pt x="5" y="8"/>
                      <a:pt x="4" y="9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9"/>
                      <a:pt x="0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1" name="Freeform 3565">
                <a:extLst>
                  <a:ext uri="{FF2B5EF4-FFF2-40B4-BE49-F238E27FC236}">
                    <a16:creationId xmlns:a16="http://schemas.microsoft.com/office/drawing/2014/main" id="{B97FA98B-8FD9-4EFE-AB51-BEF02A17F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626"/>
                <a:ext cx="4" cy="3"/>
              </a:xfrm>
              <a:custGeom>
                <a:avLst/>
                <a:gdLst>
                  <a:gd name="T0" fmla="*/ 3 w 9"/>
                  <a:gd name="T1" fmla="*/ 1 h 7"/>
                  <a:gd name="T2" fmla="*/ 7 w 9"/>
                  <a:gd name="T3" fmla="*/ 1 h 7"/>
                  <a:gd name="T4" fmla="*/ 6 w 9"/>
                  <a:gd name="T5" fmla="*/ 6 h 7"/>
                  <a:gd name="T6" fmla="*/ 1 w 9"/>
                  <a:gd name="T7" fmla="*/ 4 h 7"/>
                  <a:gd name="T8" fmla="*/ 3 w 9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4" y="0"/>
                      <a:pt x="6" y="0"/>
                      <a:pt x="7" y="1"/>
                    </a:cubicBezTo>
                    <a:cubicBezTo>
                      <a:pt x="9" y="2"/>
                      <a:pt x="7" y="5"/>
                      <a:pt x="6" y="6"/>
                    </a:cubicBezTo>
                    <a:cubicBezTo>
                      <a:pt x="4" y="7"/>
                      <a:pt x="1" y="7"/>
                      <a:pt x="1" y="4"/>
                    </a:cubicBezTo>
                    <a:cubicBezTo>
                      <a:pt x="0" y="3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2" name="Freeform 3567">
                <a:extLst>
                  <a:ext uri="{FF2B5EF4-FFF2-40B4-BE49-F238E27FC236}">
                    <a16:creationId xmlns:a16="http://schemas.microsoft.com/office/drawing/2014/main" id="{7771BDB4-D77B-4607-B24B-29F32104C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19"/>
                <a:ext cx="5" cy="4"/>
              </a:xfrm>
              <a:custGeom>
                <a:avLst/>
                <a:gdLst>
                  <a:gd name="T0" fmla="*/ 4 w 12"/>
                  <a:gd name="T1" fmla="*/ 8 h 9"/>
                  <a:gd name="T2" fmla="*/ 4 w 12"/>
                  <a:gd name="T3" fmla="*/ 8 h 9"/>
                  <a:gd name="T4" fmla="*/ 3 w 12"/>
                  <a:gd name="T5" fmla="*/ 8 h 9"/>
                  <a:gd name="T6" fmla="*/ 0 w 12"/>
                  <a:gd name="T7" fmla="*/ 7 h 9"/>
                  <a:gd name="T8" fmla="*/ 0 w 12"/>
                  <a:gd name="T9" fmla="*/ 5 h 9"/>
                  <a:gd name="T10" fmla="*/ 4 w 12"/>
                  <a:gd name="T11" fmla="*/ 4 h 9"/>
                  <a:gd name="T12" fmla="*/ 5 w 12"/>
                  <a:gd name="T13" fmla="*/ 2 h 9"/>
                  <a:gd name="T14" fmla="*/ 7 w 12"/>
                  <a:gd name="T15" fmla="*/ 1 h 9"/>
                  <a:gd name="T16" fmla="*/ 11 w 12"/>
                  <a:gd name="T17" fmla="*/ 3 h 9"/>
                  <a:gd name="T18" fmla="*/ 10 w 12"/>
                  <a:gd name="T19" fmla="*/ 8 h 9"/>
                  <a:gd name="T20" fmla="*/ 7 w 12"/>
                  <a:gd name="T21" fmla="*/ 9 h 9"/>
                  <a:gd name="T22" fmla="*/ 4 w 12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2" y="8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4"/>
                      <a:pt x="3" y="5"/>
                      <a:pt x="4" y="4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9" y="0"/>
                      <a:pt x="11" y="2"/>
                      <a:pt x="11" y="3"/>
                    </a:cubicBezTo>
                    <a:cubicBezTo>
                      <a:pt x="11" y="5"/>
                      <a:pt x="12" y="7"/>
                      <a:pt x="10" y="8"/>
                    </a:cubicBezTo>
                    <a:cubicBezTo>
                      <a:pt x="9" y="8"/>
                      <a:pt x="8" y="9"/>
                      <a:pt x="7" y="9"/>
                    </a:cubicBezTo>
                    <a:cubicBezTo>
                      <a:pt x="6" y="9"/>
                      <a:pt x="5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3" name="Freeform 3568">
                <a:extLst>
                  <a:ext uri="{FF2B5EF4-FFF2-40B4-BE49-F238E27FC236}">
                    <a16:creationId xmlns:a16="http://schemas.microsoft.com/office/drawing/2014/main" id="{C8278075-93C0-4695-817D-40C8D9D01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86"/>
                <a:ext cx="5" cy="8"/>
              </a:xfrm>
              <a:custGeom>
                <a:avLst/>
                <a:gdLst>
                  <a:gd name="T0" fmla="*/ 12 w 13"/>
                  <a:gd name="T1" fmla="*/ 13 h 18"/>
                  <a:gd name="T2" fmla="*/ 11 w 13"/>
                  <a:gd name="T3" fmla="*/ 12 h 18"/>
                  <a:gd name="T4" fmla="*/ 10 w 13"/>
                  <a:gd name="T5" fmla="*/ 11 h 18"/>
                  <a:gd name="T6" fmla="*/ 9 w 13"/>
                  <a:gd name="T7" fmla="*/ 10 h 18"/>
                  <a:gd name="T8" fmla="*/ 9 w 13"/>
                  <a:gd name="T9" fmla="*/ 9 h 18"/>
                  <a:gd name="T10" fmla="*/ 9 w 13"/>
                  <a:gd name="T11" fmla="*/ 6 h 18"/>
                  <a:gd name="T12" fmla="*/ 9 w 13"/>
                  <a:gd name="T13" fmla="*/ 1 h 18"/>
                  <a:gd name="T14" fmla="*/ 7 w 13"/>
                  <a:gd name="T15" fmla="*/ 0 h 18"/>
                  <a:gd name="T16" fmla="*/ 3 w 13"/>
                  <a:gd name="T17" fmla="*/ 2 h 18"/>
                  <a:gd name="T18" fmla="*/ 3 w 13"/>
                  <a:gd name="T19" fmla="*/ 4 h 18"/>
                  <a:gd name="T20" fmla="*/ 2 w 13"/>
                  <a:gd name="T21" fmla="*/ 6 h 18"/>
                  <a:gd name="T22" fmla="*/ 2 w 13"/>
                  <a:gd name="T23" fmla="*/ 10 h 18"/>
                  <a:gd name="T24" fmla="*/ 7 w 13"/>
                  <a:gd name="T25" fmla="*/ 13 h 18"/>
                  <a:gd name="T26" fmla="*/ 8 w 13"/>
                  <a:gd name="T27" fmla="*/ 15 h 18"/>
                  <a:gd name="T28" fmla="*/ 9 w 13"/>
                  <a:gd name="T29" fmla="*/ 17 h 18"/>
                  <a:gd name="T30" fmla="*/ 12 w 13"/>
                  <a:gd name="T31" fmla="*/ 18 h 18"/>
                  <a:gd name="T32" fmla="*/ 12 w 13"/>
                  <a:gd name="T33" fmla="*/ 15 h 18"/>
                  <a:gd name="T34" fmla="*/ 12 w 13"/>
                  <a:gd name="T3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8">
                    <a:moveTo>
                      <a:pt x="12" y="13"/>
                    </a:moveTo>
                    <a:cubicBezTo>
                      <a:pt x="11" y="13"/>
                      <a:pt x="11" y="12"/>
                      <a:pt x="11" y="12"/>
                    </a:cubicBezTo>
                    <a:cubicBezTo>
                      <a:pt x="11" y="12"/>
                      <a:pt x="11" y="11"/>
                      <a:pt x="10" y="11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4"/>
                      <a:pt x="9" y="3"/>
                      <a:pt x="9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1" y="7"/>
                      <a:pt x="0" y="9"/>
                      <a:pt x="2" y="10"/>
                    </a:cubicBezTo>
                    <a:cubicBezTo>
                      <a:pt x="3" y="11"/>
                      <a:pt x="5" y="12"/>
                      <a:pt x="7" y="13"/>
                    </a:cubicBezTo>
                    <a:cubicBezTo>
                      <a:pt x="7" y="13"/>
                      <a:pt x="8" y="14"/>
                      <a:pt x="8" y="15"/>
                    </a:cubicBezTo>
                    <a:cubicBezTo>
                      <a:pt x="8" y="16"/>
                      <a:pt x="8" y="16"/>
                      <a:pt x="9" y="17"/>
                    </a:cubicBezTo>
                    <a:cubicBezTo>
                      <a:pt x="9" y="18"/>
                      <a:pt x="11" y="18"/>
                      <a:pt x="12" y="18"/>
                    </a:cubicBezTo>
                    <a:cubicBezTo>
                      <a:pt x="13" y="17"/>
                      <a:pt x="12" y="16"/>
                      <a:pt x="12" y="15"/>
                    </a:cubicBezTo>
                    <a:cubicBezTo>
                      <a:pt x="12" y="14"/>
                      <a:pt x="12" y="14"/>
                      <a:pt x="1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4" name="Freeform 3569">
                <a:extLst>
                  <a:ext uri="{FF2B5EF4-FFF2-40B4-BE49-F238E27FC236}">
                    <a16:creationId xmlns:a16="http://schemas.microsoft.com/office/drawing/2014/main" id="{3AFDCE75-3A7E-409D-B3FC-1D763E355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600"/>
                <a:ext cx="10" cy="6"/>
              </a:xfrm>
              <a:custGeom>
                <a:avLst/>
                <a:gdLst>
                  <a:gd name="T0" fmla="*/ 7 w 24"/>
                  <a:gd name="T1" fmla="*/ 14 h 15"/>
                  <a:gd name="T2" fmla="*/ 6 w 24"/>
                  <a:gd name="T3" fmla="*/ 14 h 15"/>
                  <a:gd name="T4" fmla="*/ 2 w 24"/>
                  <a:gd name="T5" fmla="*/ 15 h 15"/>
                  <a:gd name="T6" fmla="*/ 0 w 24"/>
                  <a:gd name="T7" fmla="*/ 10 h 15"/>
                  <a:gd name="T8" fmla="*/ 3 w 24"/>
                  <a:gd name="T9" fmla="*/ 5 h 15"/>
                  <a:gd name="T10" fmla="*/ 7 w 24"/>
                  <a:gd name="T11" fmla="*/ 5 h 15"/>
                  <a:gd name="T12" fmla="*/ 12 w 24"/>
                  <a:gd name="T13" fmla="*/ 5 h 15"/>
                  <a:gd name="T14" fmla="*/ 14 w 24"/>
                  <a:gd name="T15" fmla="*/ 4 h 15"/>
                  <a:gd name="T16" fmla="*/ 16 w 24"/>
                  <a:gd name="T17" fmla="*/ 2 h 15"/>
                  <a:gd name="T18" fmla="*/ 20 w 24"/>
                  <a:gd name="T19" fmla="*/ 0 h 15"/>
                  <a:gd name="T20" fmla="*/ 24 w 24"/>
                  <a:gd name="T21" fmla="*/ 1 h 15"/>
                  <a:gd name="T22" fmla="*/ 23 w 24"/>
                  <a:gd name="T23" fmla="*/ 4 h 15"/>
                  <a:gd name="T24" fmla="*/ 21 w 24"/>
                  <a:gd name="T25" fmla="*/ 6 h 15"/>
                  <a:gd name="T26" fmla="*/ 20 w 24"/>
                  <a:gd name="T27" fmla="*/ 8 h 15"/>
                  <a:gd name="T28" fmla="*/ 19 w 24"/>
                  <a:gd name="T29" fmla="*/ 12 h 15"/>
                  <a:gd name="T30" fmla="*/ 13 w 24"/>
                  <a:gd name="T31" fmla="*/ 14 h 15"/>
                  <a:gd name="T32" fmla="*/ 7 w 24"/>
                  <a:gd name="T3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7" y="14"/>
                    </a:move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4" y="15"/>
                      <a:pt x="2" y="15"/>
                    </a:cubicBezTo>
                    <a:cubicBezTo>
                      <a:pt x="0" y="14"/>
                      <a:pt x="0" y="12"/>
                      <a:pt x="0" y="10"/>
                    </a:cubicBezTo>
                    <a:cubicBezTo>
                      <a:pt x="1" y="8"/>
                      <a:pt x="1" y="6"/>
                      <a:pt x="3" y="5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9" y="5"/>
                      <a:pt x="10" y="5"/>
                      <a:pt x="12" y="5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3"/>
                      <a:pt x="16" y="2"/>
                    </a:cubicBezTo>
                    <a:cubicBezTo>
                      <a:pt x="17" y="1"/>
                      <a:pt x="19" y="1"/>
                      <a:pt x="20" y="0"/>
                    </a:cubicBezTo>
                    <a:cubicBezTo>
                      <a:pt x="22" y="0"/>
                      <a:pt x="24" y="0"/>
                      <a:pt x="24" y="1"/>
                    </a:cubicBezTo>
                    <a:cubicBezTo>
                      <a:pt x="24" y="2"/>
                      <a:pt x="24" y="3"/>
                      <a:pt x="23" y="4"/>
                    </a:cubicBezTo>
                    <a:cubicBezTo>
                      <a:pt x="23" y="5"/>
                      <a:pt x="22" y="5"/>
                      <a:pt x="21" y="6"/>
                    </a:cubicBezTo>
                    <a:cubicBezTo>
                      <a:pt x="21" y="6"/>
                      <a:pt x="20" y="7"/>
                      <a:pt x="20" y="8"/>
                    </a:cubicBezTo>
                    <a:cubicBezTo>
                      <a:pt x="20" y="9"/>
                      <a:pt x="20" y="10"/>
                      <a:pt x="19" y="12"/>
                    </a:cubicBezTo>
                    <a:cubicBezTo>
                      <a:pt x="18" y="14"/>
                      <a:pt x="15" y="14"/>
                      <a:pt x="13" y="14"/>
                    </a:cubicBezTo>
                    <a:cubicBezTo>
                      <a:pt x="11" y="14"/>
                      <a:pt x="9" y="14"/>
                      <a:pt x="7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5" name="Freeform 3570">
                <a:extLst>
                  <a:ext uri="{FF2B5EF4-FFF2-40B4-BE49-F238E27FC236}">
                    <a16:creationId xmlns:a16="http://schemas.microsoft.com/office/drawing/2014/main" id="{82EA2B5F-9070-4546-BAF7-71E850088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632"/>
                <a:ext cx="5" cy="3"/>
              </a:xfrm>
              <a:custGeom>
                <a:avLst/>
                <a:gdLst>
                  <a:gd name="T0" fmla="*/ 0 w 11"/>
                  <a:gd name="T1" fmla="*/ 3 h 6"/>
                  <a:gd name="T2" fmla="*/ 1 w 11"/>
                  <a:gd name="T3" fmla="*/ 0 h 6"/>
                  <a:gd name="T4" fmla="*/ 4 w 11"/>
                  <a:gd name="T5" fmla="*/ 1 h 6"/>
                  <a:gd name="T6" fmla="*/ 8 w 11"/>
                  <a:gd name="T7" fmla="*/ 1 h 6"/>
                  <a:gd name="T8" fmla="*/ 10 w 11"/>
                  <a:gd name="T9" fmla="*/ 2 h 6"/>
                  <a:gd name="T10" fmla="*/ 9 w 11"/>
                  <a:gd name="T11" fmla="*/ 6 h 6"/>
                  <a:gd name="T12" fmla="*/ 3 w 11"/>
                  <a:gd name="T13" fmla="*/ 6 h 6"/>
                  <a:gd name="T14" fmla="*/ 0 w 11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1"/>
                      <a:pt x="6" y="1"/>
                      <a:pt x="8" y="1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3"/>
                      <a:pt x="11" y="5"/>
                      <a:pt x="9" y="6"/>
                    </a:cubicBezTo>
                    <a:cubicBezTo>
                      <a:pt x="7" y="6"/>
                      <a:pt x="5" y="6"/>
                      <a:pt x="3" y="6"/>
                    </a:cubicBezTo>
                    <a:cubicBezTo>
                      <a:pt x="2" y="6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6" name="Freeform 3575">
                <a:extLst>
                  <a:ext uri="{FF2B5EF4-FFF2-40B4-BE49-F238E27FC236}">
                    <a16:creationId xmlns:a16="http://schemas.microsoft.com/office/drawing/2014/main" id="{EFD3F478-BC57-4122-B6D6-7659AC32E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745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7" name="Freeform 3576">
                <a:extLst>
                  <a:ext uri="{FF2B5EF4-FFF2-40B4-BE49-F238E27FC236}">
                    <a16:creationId xmlns:a16="http://schemas.microsoft.com/office/drawing/2014/main" id="{A8CB740C-1E1A-41D4-A39F-0F5D3CA47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482"/>
                <a:ext cx="5" cy="6"/>
              </a:xfrm>
              <a:custGeom>
                <a:avLst/>
                <a:gdLst>
                  <a:gd name="T0" fmla="*/ 5 w 14"/>
                  <a:gd name="T1" fmla="*/ 11 h 13"/>
                  <a:gd name="T2" fmla="*/ 7 w 14"/>
                  <a:gd name="T3" fmla="*/ 9 h 13"/>
                  <a:gd name="T4" fmla="*/ 9 w 14"/>
                  <a:gd name="T5" fmla="*/ 9 h 13"/>
                  <a:gd name="T6" fmla="*/ 11 w 14"/>
                  <a:gd name="T7" fmla="*/ 7 h 13"/>
                  <a:gd name="T8" fmla="*/ 11 w 14"/>
                  <a:gd name="T9" fmla="*/ 7 h 13"/>
                  <a:gd name="T10" fmla="*/ 13 w 14"/>
                  <a:gd name="T11" fmla="*/ 3 h 13"/>
                  <a:gd name="T12" fmla="*/ 14 w 14"/>
                  <a:gd name="T13" fmla="*/ 1 h 13"/>
                  <a:gd name="T14" fmla="*/ 12 w 14"/>
                  <a:gd name="T15" fmla="*/ 0 h 13"/>
                  <a:gd name="T16" fmla="*/ 9 w 14"/>
                  <a:gd name="T17" fmla="*/ 1 h 13"/>
                  <a:gd name="T18" fmla="*/ 7 w 14"/>
                  <a:gd name="T19" fmla="*/ 4 h 13"/>
                  <a:gd name="T20" fmla="*/ 7 w 14"/>
                  <a:gd name="T21" fmla="*/ 4 h 13"/>
                  <a:gd name="T22" fmla="*/ 5 w 14"/>
                  <a:gd name="T23" fmla="*/ 5 h 13"/>
                  <a:gd name="T24" fmla="*/ 3 w 14"/>
                  <a:gd name="T25" fmla="*/ 7 h 13"/>
                  <a:gd name="T26" fmla="*/ 2 w 14"/>
                  <a:gd name="T27" fmla="*/ 9 h 13"/>
                  <a:gd name="T28" fmla="*/ 1 w 14"/>
                  <a:gd name="T29" fmla="*/ 10 h 13"/>
                  <a:gd name="T30" fmla="*/ 1 w 14"/>
                  <a:gd name="T31" fmla="*/ 13 h 13"/>
                  <a:gd name="T32" fmla="*/ 2 w 14"/>
                  <a:gd name="T33" fmla="*/ 13 h 13"/>
                  <a:gd name="T34" fmla="*/ 3 w 14"/>
                  <a:gd name="T35" fmla="*/ 13 h 13"/>
                  <a:gd name="T36" fmla="*/ 5 w 14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3">
                    <a:moveTo>
                      <a:pt x="5" y="11"/>
                    </a:moveTo>
                    <a:cubicBezTo>
                      <a:pt x="5" y="10"/>
                      <a:pt x="6" y="10"/>
                      <a:pt x="7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10" y="8"/>
                      <a:pt x="10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3" y="3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  <a:cubicBezTo>
                      <a:pt x="9" y="2"/>
                      <a:pt x="8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5" y="5"/>
                      <a:pt x="5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3" y="7"/>
                      <a:pt x="3" y="8"/>
                      <a:pt x="2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11"/>
                      <a:pt x="0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1"/>
                      <a:pt x="5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8" name="Freeform 3577">
                <a:extLst>
                  <a:ext uri="{FF2B5EF4-FFF2-40B4-BE49-F238E27FC236}">
                    <a16:creationId xmlns:a16="http://schemas.microsoft.com/office/drawing/2014/main" id="{2BC2502F-9C37-4C6C-9157-D0EE6D33F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89"/>
                <a:ext cx="5" cy="4"/>
              </a:xfrm>
              <a:custGeom>
                <a:avLst/>
                <a:gdLst>
                  <a:gd name="T0" fmla="*/ 7 w 13"/>
                  <a:gd name="T1" fmla="*/ 7 h 10"/>
                  <a:gd name="T2" fmla="*/ 4 w 13"/>
                  <a:gd name="T3" fmla="*/ 8 h 10"/>
                  <a:gd name="T4" fmla="*/ 3 w 13"/>
                  <a:gd name="T5" fmla="*/ 9 h 10"/>
                  <a:gd name="T6" fmla="*/ 3 w 13"/>
                  <a:gd name="T7" fmla="*/ 10 h 10"/>
                  <a:gd name="T8" fmla="*/ 1 w 13"/>
                  <a:gd name="T9" fmla="*/ 9 h 10"/>
                  <a:gd name="T10" fmla="*/ 1 w 13"/>
                  <a:gd name="T11" fmla="*/ 7 h 10"/>
                  <a:gd name="T12" fmla="*/ 1 w 13"/>
                  <a:gd name="T13" fmla="*/ 7 h 10"/>
                  <a:gd name="T14" fmla="*/ 2 w 13"/>
                  <a:gd name="T15" fmla="*/ 6 h 10"/>
                  <a:gd name="T16" fmla="*/ 2 w 13"/>
                  <a:gd name="T17" fmla="*/ 6 h 10"/>
                  <a:gd name="T18" fmla="*/ 3 w 13"/>
                  <a:gd name="T19" fmla="*/ 5 h 10"/>
                  <a:gd name="T20" fmla="*/ 5 w 13"/>
                  <a:gd name="T21" fmla="*/ 4 h 10"/>
                  <a:gd name="T22" fmla="*/ 6 w 13"/>
                  <a:gd name="T23" fmla="*/ 3 h 10"/>
                  <a:gd name="T24" fmla="*/ 9 w 13"/>
                  <a:gd name="T25" fmla="*/ 1 h 10"/>
                  <a:gd name="T26" fmla="*/ 11 w 13"/>
                  <a:gd name="T27" fmla="*/ 0 h 10"/>
                  <a:gd name="T28" fmla="*/ 12 w 13"/>
                  <a:gd name="T29" fmla="*/ 0 h 10"/>
                  <a:gd name="T30" fmla="*/ 13 w 13"/>
                  <a:gd name="T31" fmla="*/ 1 h 10"/>
                  <a:gd name="T32" fmla="*/ 13 w 13"/>
                  <a:gd name="T33" fmla="*/ 3 h 10"/>
                  <a:gd name="T34" fmla="*/ 11 w 13"/>
                  <a:gd name="T35" fmla="*/ 4 h 10"/>
                  <a:gd name="T36" fmla="*/ 11 w 13"/>
                  <a:gd name="T37" fmla="*/ 4 h 10"/>
                  <a:gd name="T38" fmla="*/ 10 w 13"/>
                  <a:gd name="T39" fmla="*/ 4 h 10"/>
                  <a:gd name="T40" fmla="*/ 10 w 13"/>
                  <a:gd name="T41" fmla="*/ 5 h 10"/>
                  <a:gd name="T42" fmla="*/ 9 w 13"/>
                  <a:gd name="T43" fmla="*/ 6 h 10"/>
                  <a:gd name="T44" fmla="*/ 8 w 13"/>
                  <a:gd name="T45" fmla="*/ 6 h 10"/>
                  <a:gd name="T46" fmla="*/ 7 w 13"/>
                  <a:gd name="T4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10">
                    <a:moveTo>
                      <a:pt x="7" y="7"/>
                    </a:moveTo>
                    <a:cubicBezTo>
                      <a:pt x="6" y="7"/>
                      <a:pt x="5" y="7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3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6"/>
                      <a:pt x="7" y="7"/>
                      <a:pt x="7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9" name="Freeform 3579">
                <a:extLst>
                  <a:ext uri="{FF2B5EF4-FFF2-40B4-BE49-F238E27FC236}">
                    <a16:creationId xmlns:a16="http://schemas.microsoft.com/office/drawing/2014/main" id="{168662F5-4B5D-4011-ABE2-B8C5B93FC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86"/>
                <a:ext cx="2" cy="4"/>
              </a:xfrm>
              <a:custGeom>
                <a:avLst/>
                <a:gdLst>
                  <a:gd name="T0" fmla="*/ 2 w 4"/>
                  <a:gd name="T1" fmla="*/ 9 h 9"/>
                  <a:gd name="T2" fmla="*/ 4 w 4"/>
                  <a:gd name="T3" fmla="*/ 6 h 9"/>
                  <a:gd name="T4" fmla="*/ 3 w 4"/>
                  <a:gd name="T5" fmla="*/ 3 h 9"/>
                  <a:gd name="T6" fmla="*/ 3 w 4"/>
                  <a:gd name="T7" fmla="*/ 1 h 9"/>
                  <a:gd name="T8" fmla="*/ 2 w 4"/>
                  <a:gd name="T9" fmla="*/ 0 h 9"/>
                  <a:gd name="T10" fmla="*/ 1 w 4"/>
                  <a:gd name="T11" fmla="*/ 1 h 9"/>
                  <a:gd name="T12" fmla="*/ 0 w 4"/>
                  <a:gd name="T13" fmla="*/ 1 h 9"/>
                  <a:gd name="T14" fmla="*/ 0 w 4"/>
                  <a:gd name="T15" fmla="*/ 2 h 9"/>
                  <a:gd name="T16" fmla="*/ 0 w 4"/>
                  <a:gd name="T17" fmla="*/ 4 h 9"/>
                  <a:gd name="T18" fmla="*/ 0 w 4"/>
                  <a:gd name="T19" fmla="*/ 5 h 9"/>
                  <a:gd name="T20" fmla="*/ 1 w 4"/>
                  <a:gd name="T21" fmla="*/ 7 h 9"/>
                  <a:gd name="T22" fmla="*/ 2 w 4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4" y="9"/>
                      <a:pt x="4" y="7"/>
                      <a:pt x="4" y="6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0" y="6"/>
                      <a:pt x="1" y="7"/>
                    </a:cubicBezTo>
                    <a:cubicBezTo>
                      <a:pt x="1" y="7"/>
                      <a:pt x="2" y="8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0" name="Freeform 3580">
                <a:extLst>
                  <a:ext uri="{FF2B5EF4-FFF2-40B4-BE49-F238E27FC236}">
                    <a16:creationId xmlns:a16="http://schemas.microsoft.com/office/drawing/2014/main" id="{94AEA523-D7CF-4947-BF5A-B345735C2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78"/>
                <a:ext cx="6" cy="7"/>
              </a:xfrm>
              <a:custGeom>
                <a:avLst/>
                <a:gdLst>
                  <a:gd name="T0" fmla="*/ 10 w 13"/>
                  <a:gd name="T1" fmla="*/ 9 h 17"/>
                  <a:gd name="T2" fmla="*/ 7 w 13"/>
                  <a:gd name="T3" fmla="*/ 6 h 17"/>
                  <a:gd name="T4" fmla="*/ 3 w 13"/>
                  <a:gd name="T5" fmla="*/ 5 h 17"/>
                  <a:gd name="T6" fmla="*/ 0 w 13"/>
                  <a:gd name="T7" fmla="*/ 5 h 17"/>
                  <a:gd name="T8" fmla="*/ 1 w 13"/>
                  <a:gd name="T9" fmla="*/ 2 h 17"/>
                  <a:gd name="T10" fmla="*/ 4 w 13"/>
                  <a:gd name="T11" fmla="*/ 0 h 17"/>
                  <a:gd name="T12" fmla="*/ 7 w 13"/>
                  <a:gd name="T13" fmla="*/ 0 h 17"/>
                  <a:gd name="T14" fmla="*/ 9 w 13"/>
                  <a:gd name="T15" fmla="*/ 0 h 17"/>
                  <a:gd name="T16" fmla="*/ 12 w 13"/>
                  <a:gd name="T17" fmla="*/ 2 h 17"/>
                  <a:gd name="T18" fmla="*/ 12 w 13"/>
                  <a:gd name="T19" fmla="*/ 6 h 17"/>
                  <a:gd name="T20" fmla="*/ 13 w 13"/>
                  <a:gd name="T21" fmla="*/ 8 h 17"/>
                  <a:gd name="T22" fmla="*/ 13 w 13"/>
                  <a:gd name="T23" fmla="*/ 11 h 17"/>
                  <a:gd name="T24" fmla="*/ 13 w 13"/>
                  <a:gd name="T25" fmla="*/ 15 h 17"/>
                  <a:gd name="T26" fmla="*/ 12 w 13"/>
                  <a:gd name="T27" fmla="*/ 17 h 17"/>
                  <a:gd name="T28" fmla="*/ 11 w 13"/>
                  <a:gd name="T29" fmla="*/ 16 h 17"/>
                  <a:gd name="T30" fmla="*/ 10 w 13"/>
                  <a:gd name="T31" fmla="*/ 13 h 17"/>
                  <a:gd name="T32" fmla="*/ 10 w 13"/>
                  <a:gd name="T3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7">
                    <a:moveTo>
                      <a:pt x="10" y="9"/>
                    </a:moveTo>
                    <a:cubicBezTo>
                      <a:pt x="9" y="7"/>
                      <a:pt x="8" y="7"/>
                      <a:pt x="7" y="6"/>
                    </a:cubicBezTo>
                    <a:cubicBezTo>
                      <a:pt x="6" y="6"/>
                      <a:pt x="4" y="5"/>
                      <a:pt x="3" y="5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2" y="1"/>
                      <a:pt x="12" y="2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12"/>
                      <a:pt x="13" y="13"/>
                      <a:pt x="13" y="15"/>
                    </a:cubicBezTo>
                    <a:cubicBezTo>
                      <a:pt x="13" y="15"/>
                      <a:pt x="13" y="17"/>
                      <a:pt x="12" y="17"/>
                    </a:cubicBezTo>
                    <a:cubicBezTo>
                      <a:pt x="12" y="17"/>
                      <a:pt x="11" y="16"/>
                      <a:pt x="11" y="16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11"/>
                      <a:pt x="10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1" name="Freeform 3582">
                <a:extLst>
                  <a:ext uri="{FF2B5EF4-FFF2-40B4-BE49-F238E27FC236}">
                    <a16:creationId xmlns:a16="http://schemas.microsoft.com/office/drawing/2014/main" id="{4EA3180B-7127-414F-8B0A-BC34ED4EB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148"/>
                <a:ext cx="196" cy="101"/>
              </a:xfrm>
              <a:custGeom>
                <a:avLst/>
                <a:gdLst>
                  <a:gd name="T0" fmla="*/ 478 w 482"/>
                  <a:gd name="T1" fmla="*/ 221 h 247"/>
                  <a:gd name="T2" fmla="*/ 240 w 482"/>
                  <a:gd name="T3" fmla="*/ 247 h 247"/>
                  <a:gd name="T4" fmla="*/ 7 w 482"/>
                  <a:gd name="T5" fmla="*/ 213 h 247"/>
                  <a:gd name="T6" fmla="*/ 23 w 482"/>
                  <a:gd name="T7" fmla="*/ 205 h 247"/>
                  <a:gd name="T8" fmla="*/ 48 w 482"/>
                  <a:gd name="T9" fmla="*/ 188 h 247"/>
                  <a:gd name="T10" fmla="*/ 75 w 482"/>
                  <a:gd name="T11" fmla="*/ 167 h 247"/>
                  <a:gd name="T12" fmla="*/ 41 w 482"/>
                  <a:gd name="T13" fmla="*/ 165 h 247"/>
                  <a:gd name="T14" fmla="*/ 17 w 482"/>
                  <a:gd name="T15" fmla="*/ 162 h 247"/>
                  <a:gd name="T16" fmla="*/ 3 w 482"/>
                  <a:gd name="T17" fmla="*/ 170 h 247"/>
                  <a:gd name="T18" fmla="*/ 9 w 482"/>
                  <a:gd name="T19" fmla="*/ 145 h 247"/>
                  <a:gd name="T20" fmla="*/ 8 w 482"/>
                  <a:gd name="T21" fmla="*/ 116 h 247"/>
                  <a:gd name="T22" fmla="*/ 24 w 482"/>
                  <a:gd name="T23" fmla="*/ 98 h 247"/>
                  <a:gd name="T24" fmla="*/ 44 w 482"/>
                  <a:gd name="T25" fmla="*/ 97 h 247"/>
                  <a:gd name="T26" fmla="*/ 69 w 482"/>
                  <a:gd name="T27" fmla="*/ 95 h 247"/>
                  <a:gd name="T28" fmla="*/ 99 w 482"/>
                  <a:gd name="T29" fmla="*/ 89 h 247"/>
                  <a:gd name="T30" fmla="*/ 137 w 482"/>
                  <a:gd name="T31" fmla="*/ 41 h 247"/>
                  <a:gd name="T32" fmla="*/ 155 w 482"/>
                  <a:gd name="T33" fmla="*/ 14 h 247"/>
                  <a:gd name="T34" fmla="*/ 163 w 482"/>
                  <a:gd name="T35" fmla="*/ 0 h 247"/>
                  <a:gd name="T36" fmla="*/ 165 w 482"/>
                  <a:gd name="T37" fmla="*/ 11 h 247"/>
                  <a:gd name="T38" fmla="*/ 141 w 482"/>
                  <a:gd name="T39" fmla="*/ 45 h 247"/>
                  <a:gd name="T40" fmla="*/ 129 w 482"/>
                  <a:gd name="T41" fmla="*/ 66 h 247"/>
                  <a:gd name="T42" fmla="*/ 108 w 482"/>
                  <a:gd name="T43" fmla="*/ 95 h 247"/>
                  <a:gd name="T44" fmla="*/ 115 w 482"/>
                  <a:gd name="T45" fmla="*/ 107 h 247"/>
                  <a:gd name="T46" fmla="*/ 133 w 482"/>
                  <a:gd name="T47" fmla="*/ 104 h 247"/>
                  <a:gd name="T48" fmla="*/ 185 w 482"/>
                  <a:gd name="T49" fmla="*/ 114 h 247"/>
                  <a:gd name="T50" fmla="*/ 205 w 482"/>
                  <a:gd name="T51" fmla="*/ 73 h 247"/>
                  <a:gd name="T52" fmla="*/ 198 w 482"/>
                  <a:gd name="T53" fmla="*/ 49 h 247"/>
                  <a:gd name="T54" fmla="*/ 204 w 482"/>
                  <a:gd name="T55" fmla="*/ 28 h 247"/>
                  <a:gd name="T56" fmla="*/ 214 w 482"/>
                  <a:gd name="T57" fmla="*/ 6 h 247"/>
                  <a:gd name="T58" fmla="*/ 233 w 482"/>
                  <a:gd name="T59" fmla="*/ 13 h 247"/>
                  <a:gd name="T60" fmla="*/ 271 w 482"/>
                  <a:gd name="T61" fmla="*/ 30 h 247"/>
                  <a:gd name="T62" fmla="*/ 335 w 482"/>
                  <a:gd name="T63" fmla="*/ 49 h 247"/>
                  <a:gd name="T64" fmla="*/ 348 w 482"/>
                  <a:gd name="T65" fmla="*/ 64 h 247"/>
                  <a:gd name="T66" fmla="*/ 419 w 482"/>
                  <a:gd name="T67" fmla="*/ 45 h 247"/>
                  <a:gd name="T68" fmla="*/ 482 w 482"/>
                  <a:gd name="T69" fmla="*/ 124 h 247"/>
                  <a:gd name="T70" fmla="*/ 452 w 482"/>
                  <a:gd name="T71" fmla="*/ 19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82" h="247">
                    <a:moveTo>
                      <a:pt x="452" y="196"/>
                    </a:moveTo>
                    <a:cubicBezTo>
                      <a:pt x="478" y="221"/>
                      <a:pt x="478" y="221"/>
                      <a:pt x="478" y="221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240" y="247"/>
                      <a:pt x="240" y="247"/>
                      <a:pt x="240" y="247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8" y="217"/>
                      <a:pt x="8" y="215"/>
                      <a:pt x="7" y="213"/>
                    </a:cubicBezTo>
                    <a:cubicBezTo>
                      <a:pt x="7" y="208"/>
                      <a:pt x="8" y="202"/>
                      <a:pt x="13" y="200"/>
                    </a:cubicBezTo>
                    <a:cubicBezTo>
                      <a:pt x="19" y="197"/>
                      <a:pt x="21" y="199"/>
                      <a:pt x="23" y="205"/>
                    </a:cubicBezTo>
                    <a:cubicBezTo>
                      <a:pt x="29" y="205"/>
                      <a:pt x="33" y="203"/>
                      <a:pt x="36" y="198"/>
                    </a:cubicBezTo>
                    <a:cubicBezTo>
                      <a:pt x="40" y="194"/>
                      <a:pt x="44" y="191"/>
                      <a:pt x="48" y="188"/>
                    </a:cubicBezTo>
                    <a:cubicBezTo>
                      <a:pt x="53" y="184"/>
                      <a:pt x="55" y="179"/>
                      <a:pt x="60" y="176"/>
                    </a:cubicBezTo>
                    <a:cubicBezTo>
                      <a:pt x="63" y="175"/>
                      <a:pt x="75" y="170"/>
                      <a:pt x="75" y="167"/>
                    </a:cubicBezTo>
                    <a:cubicBezTo>
                      <a:pt x="74" y="163"/>
                      <a:pt x="62" y="165"/>
                      <a:pt x="60" y="164"/>
                    </a:cubicBezTo>
                    <a:cubicBezTo>
                      <a:pt x="53" y="164"/>
                      <a:pt x="47" y="162"/>
                      <a:pt x="41" y="165"/>
                    </a:cubicBezTo>
                    <a:cubicBezTo>
                      <a:pt x="37" y="168"/>
                      <a:pt x="33" y="174"/>
                      <a:pt x="28" y="169"/>
                    </a:cubicBezTo>
                    <a:cubicBezTo>
                      <a:pt x="26" y="167"/>
                      <a:pt x="22" y="159"/>
                      <a:pt x="17" y="162"/>
                    </a:cubicBezTo>
                    <a:cubicBezTo>
                      <a:pt x="11" y="167"/>
                      <a:pt x="12" y="192"/>
                      <a:pt x="0" y="178"/>
                    </a:cubicBezTo>
                    <a:cubicBezTo>
                      <a:pt x="1" y="175"/>
                      <a:pt x="2" y="172"/>
                      <a:pt x="3" y="170"/>
                    </a:cubicBezTo>
                    <a:cubicBezTo>
                      <a:pt x="5" y="166"/>
                      <a:pt x="5" y="162"/>
                      <a:pt x="6" y="157"/>
                    </a:cubicBezTo>
                    <a:cubicBezTo>
                      <a:pt x="6" y="153"/>
                      <a:pt x="9" y="150"/>
                      <a:pt x="9" y="145"/>
                    </a:cubicBezTo>
                    <a:cubicBezTo>
                      <a:pt x="9" y="141"/>
                      <a:pt x="8" y="136"/>
                      <a:pt x="8" y="131"/>
                    </a:cubicBezTo>
                    <a:cubicBezTo>
                      <a:pt x="8" y="126"/>
                      <a:pt x="8" y="121"/>
                      <a:pt x="8" y="116"/>
                    </a:cubicBezTo>
                    <a:cubicBezTo>
                      <a:pt x="8" y="110"/>
                      <a:pt x="10" y="96"/>
                      <a:pt x="19" y="97"/>
                    </a:cubicBezTo>
                    <a:cubicBezTo>
                      <a:pt x="20" y="97"/>
                      <a:pt x="22" y="98"/>
                      <a:pt x="24" y="98"/>
                    </a:cubicBezTo>
                    <a:cubicBezTo>
                      <a:pt x="26" y="99"/>
                      <a:pt x="28" y="98"/>
                      <a:pt x="30" y="98"/>
                    </a:cubicBezTo>
                    <a:cubicBezTo>
                      <a:pt x="35" y="98"/>
                      <a:pt x="39" y="97"/>
                      <a:pt x="44" y="97"/>
                    </a:cubicBezTo>
                    <a:cubicBezTo>
                      <a:pt x="48" y="97"/>
                      <a:pt x="52" y="95"/>
                      <a:pt x="56" y="95"/>
                    </a:cubicBezTo>
                    <a:cubicBezTo>
                      <a:pt x="60" y="94"/>
                      <a:pt x="64" y="95"/>
                      <a:pt x="69" y="95"/>
                    </a:cubicBezTo>
                    <a:cubicBezTo>
                      <a:pt x="73" y="95"/>
                      <a:pt x="78" y="95"/>
                      <a:pt x="82" y="94"/>
                    </a:cubicBezTo>
                    <a:cubicBezTo>
                      <a:pt x="88" y="93"/>
                      <a:pt x="94" y="91"/>
                      <a:pt x="99" y="89"/>
                    </a:cubicBezTo>
                    <a:cubicBezTo>
                      <a:pt x="109" y="85"/>
                      <a:pt x="115" y="78"/>
                      <a:pt x="120" y="69"/>
                    </a:cubicBezTo>
                    <a:cubicBezTo>
                      <a:pt x="125" y="59"/>
                      <a:pt x="130" y="50"/>
                      <a:pt x="137" y="41"/>
                    </a:cubicBezTo>
                    <a:cubicBezTo>
                      <a:pt x="140" y="37"/>
                      <a:pt x="144" y="34"/>
                      <a:pt x="147" y="30"/>
                    </a:cubicBezTo>
                    <a:cubicBezTo>
                      <a:pt x="151" y="25"/>
                      <a:pt x="153" y="20"/>
                      <a:pt x="155" y="14"/>
                    </a:cubicBezTo>
                    <a:cubicBezTo>
                      <a:pt x="158" y="10"/>
                      <a:pt x="161" y="6"/>
                      <a:pt x="163" y="1"/>
                    </a:cubicBezTo>
                    <a:cubicBezTo>
                      <a:pt x="163" y="1"/>
                      <a:pt x="163" y="0"/>
                      <a:pt x="163" y="0"/>
                    </a:cubicBezTo>
                    <a:cubicBezTo>
                      <a:pt x="170" y="2"/>
                      <a:pt x="170" y="2"/>
                      <a:pt x="170" y="2"/>
                    </a:cubicBezTo>
                    <a:cubicBezTo>
                      <a:pt x="168" y="5"/>
                      <a:pt x="167" y="8"/>
                      <a:pt x="165" y="11"/>
                    </a:cubicBezTo>
                    <a:cubicBezTo>
                      <a:pt x="162" y="21"/>
                      <a:pt x="158" y="28"/>
                      <a:pt x="151" y="35"/>
                    </a:cubicBezTo>
                    <a:cubicBezTo>
                      <a:pt x="148" y="38"/>
                      <a:pt x="144" y="41"/>
                      <a:pt x="141" y="45"/>
                    </a:cubicBezTo>
                    <a:cubicBezTo>
                      <a:pt x="139" y="49"/>
                      <a:pt x="137" y="53"/>
                      <a:pt x="135" y="57"/>
                    </a:cubicBezTo>
                    <a:cubicBezTo>
                      <a:pt x="134" y="60"/>
                      <a:pt x="131" y="63"/>
                      <a:pt x="129" y="66"/>
                    </a:cubicBezTo>
                    <a:cubicBezTo>
                      <a:pt x="126" y="70"/>
                      <a:pt x="125" y="73"/>
                      <a:pt x="122" y="77"/>
                    </a:cubicBezTo>
                    <a:cubicBezTo>
                      <a:pt x="118" y="84"/>
                      <a:pt x="113" y="89"/>
                      <a:pt x="108" y="95"/>
                    </a:cubicBezTo>
                    <a:cubicBezTo>
                      <a:pt x="106" y="97"/>
                      <a:pt x="100" y="102"/>
                      <a:pt x="103" y="106"/>
                    </a:cubicBezTo>
                    <a:cubicBezTo>
                      <a:pt x="106" y="109"/>
                      <a:pt x="111" y="107"/>
                      <a:pt x="115" y="107"/>
                    </a:cubicBezTo>
                    <a:cubicBezTo>
                      <a:pt x="119" y="108"/>
                      <a:pt x="122" y="109"/>
                      <a:pt x="126" y="108"/>
                    </a:cubicBezTo>
                    <a:cubicBezTo>
                      <a:pt x="129" y="107"/>
                      <a:pt x="130" y="105"/>
                      <a:pt x="133" y="104"/>
                    </a:cubicBezTo>
                    <a:cubicBezTo>
                      <a:pt x="142" y="99"/>
                      <a:pt x="150" y="110"/>
                      <a:pt x="157" y="112"/>
                    </a:cubicBezTo>
                    <a:cubicBezTo>
                      <a:pt x="165" y="114"/>
                      <a:pt x="177" y="117"/>
                      <a:pt x="185" y="114"/>
                    </a:cubicBezTo>
                    <a:cubicBezTo>
                      <a:pt x="193" y="111"/>
                      <a:pt x="202" y="102"/>
                      <a:pt x="207" y="95"/>
                    </a:cubicBezTo>
                    <a:cubicBezTo>
                      <a:pt x="214" y="86"/>
                      <a:pt x="207" y="82"/>
                      <a:pt x="205" y="73"/>
                    </a:cubicBezTo>
                    <a:cubicBezTo>
                      <a:pt x="205" y="69"/>
                      <a:pt x="205" y="65"/>
                      <a:pt x="203" y="60"/>
                    </a:cubicBezTo>
                    <a:cubicBezTo>
                      <a:pt x="202" y="57"/>
                      <a:pt x="199" y="53"/>
                      <a:pt x="198" y="49"/>
                    </a:cubicBezTo>
                    <a:cubicBezTo>
                      <a:pt x="197" y="45"/>
                      <a:pt x="195" y="40"/>
                      <a:pt x="195" y="36"/>
                    </a:cubicBezTo>
                    <a:cubicBezTo>
                      <a:pt x="196" y="31"/>
                      <a:pt x="199" y="30"/>
                      <a:pt x="204" y="28"/>
                    </a:cubicBezTo>
                    <a:cubicBezTo>
                      <a:pt x="208" y="26"/>
                      <a:pt x="209" y="23"/>
                      <a:pt x="210" y="18"/>
                    </a:cubicBezTo>
                    <a:cubicBezTo>
                      <a:pt x="210" y="14"/>
                      <a:pt x="213" y="10"/>
                      <a:pt x="214" y="6"/>
                    </a:cubicBezTo>
                    <a:cubicBezTo>
                      <a:pt x="214" y="5"/>
                      <a:pt x="214" y="5"/>
                      <a:pt x="214" y="4"/>
                    </a:cubicBezTo>
                    <a:cubicBezTo>
                      <a:pt x="223" y="1"/>
                      <a:pt x="233" y="6"/>
                      <a:pt x="233" y="13"/>
                    </a:cubicBezTo>
                    <a:cubicBezTo>
                      <a:pt x="233" y="21"/>
                      <a:pt x="245" y="30"/>
                      <a:pt x="245" y="30"/>
                    </a:cubicBezTo>
                    <a:cubicBezTo>
                      <a:pt x="271" y="30"/>
                      <a:pt x="271" y="30"/>
                      <a:pt x="271" y="30"/>
                    </a:cubicBezTo>
                    <a:cubicBezTo>
                      <a:pt x="307" y="51"/>
                      <a:pt x="307" y="51"/>
                      <a:pt x="307" y="51"/>
                    </a:cubicBezTo>
                    <a:cubicBezTo>
                      <a:pt x="335" y="49"/>
                      <a:pt x="335" y="49"/>
                      <a:pt x="335" y="49"/>
                    </a:cubicBezTo>
                    <a:cubicBezTo>
                      <a:pt x="335" y="63"/>
                      <a:pt x="335" y="63"/>
                      <a:pt x="335" y="63"/>
                    </a:cubicBezTo>
                    <a:cubicBezTo>
                      <a:pt x="348" y="64"/>
                      <a:pt x="348" y="64"/>
                      <a:pt x="348" y="64"/>
                    </a:cubicBezTo>
                    <a:cubicBezTo>
                      <a:pt x="359" y="41"/>
                      <a:pt x="408" y="53"/>
                      <a:pt x="408" y="53"/>
                    </a:cubicBezTo>
                    <a:cubicBezTo>
                      <a:pt x="419" y="45"/>
                      <a:pt x="419" y="45"/>
                      <a:pt x="419" y="45"/>
                    </a:cubicBezTo>
                    <a:cubicBezTo>
                      <a:pt x="478" y="96"/>
                      <a:pt x="478" y="96"/>
                      <a:pt x="478" y="96"/>
                    </a:cubicBezTo>
                    <a:cubicBezTo>
                      <a:pt x="482" y="124"/>
                      <a:pt x="482" y="124"/>
                      <a:pt x="482" y="124"/>
                    </a:cubicBezTo>
                    <a:cubicBezTo>
                      <a:pt x="452" y="138"/>
                      <a:pt x="452" y="138"/>
                      <a:pt x="452" y="138"/>
                    </a:cubicBezTo>
                    <a:lnTo>
                      <a:pt x="452" y="19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2" name="Freeform 3583">
                <a:extLst>
                  <a:ext uri="{FF2B5EF4-FFF2-40B4-BE49-F238E27FC236}">
                    <a16:creationId xmlns:a16="http://schemas.microsoft.com/office/drawing/2014/main" id="{0DE56174-6727-47CB-92C6-992279DB8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018"/>
                <a:ext cx="19" cy="13"/>
              </a:xfrm>
              <a:custGeom>
                <a:avLst/>
                <a:gdLst>
                  <a:gd name="T0" fmla="*/ 22 w 46"/>
                  <a:gd name="T1" fmla="*/ 22 h 33"/>
                  <a:gd name="T2" fmla="*/ 15 w 46"/>
                  <a:gd name="T3" fmla="*/ 20 h 33"/>
                  <a:gd name="T4" fmla="*/ 15 w 46"/>
                  <a:gd name="T5" fmla="*/ 16 h 33"/>
                  <a:gd name="T6" fmla="*/ 3 w 46"/>
                  <a:gd name="T7" fmla="*/ 14 h 33"/>
                  <a:gd name="T8" fmla="*/ 5 w 46"/>
                  <a:gd name="T9" fmla="*/ 7 h 33"/>
                  <a:gd name="T10" fmla="*/ 16 w 46"/>
                  <a:gd name="T11" fmla="*/ 6 h 33"/>
                  <a:gd name="T12" fmla="*/ 24 w 46"/>
                  <a:gd name="T13" fmla="*/ 2 h 33"/>
                  <a:gd name="T14" fmla="*/ 32 w 46"/>
                  <a:gd name="T15" fmla="*/ 5 h 33"/>
                  <a:gd name="T16" fmla="*/ 39 w 46"/>
                  <a:gd name="T17" fmla="*/ 12 h 33"/>
                  <a:gd name="T18" fmla="*/ 44 w 46"/>
                  <a:gd name="T19" fmla="*/ 19 h 33"/>
                  <a:gd name="T20" fmla="*/ 46 w 46"/>
                  <a:gd name="T21" fmla="*/ 29 h 33"/>
                  <a:gd name="T22" fmla="*/ 40 w 46"/>
                  <a:gd name="T23" fmla="*/ 32 h 33"/>
                  <a:gd name="T24" fmla="*/ 31 w 46"/>
                  <a:gd name="T25" fmla="*/ 26 h 33"/>
                  <a:gd name="T26" fmla="*/ 22 w 46"/>
                  <a:gd name="T27" fmla="*/ 2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33">
                    <a:moveTo>
                      <a:pt x="22" y="22"/>
                    </a:moveTo>
                    <a:cubicBezTo>
                      <a:pt x="19" y="22"/>
                      <a:pt x="17" y="22"/>
                      <a:pt x="15" y="20"/>
                    </a:cubicBezTo>
                    <a:cubicBezTo>
                      <a:pt x="18" y="19"/>
                      <a:pt x="19" y="18"/>
                      <a:pt x="15" y="16"/>
                    </a:cubicBezTo>
                    <a:cubicBezTo>
                      <a:pt x="11" y="15"/>
                      <a:pt x="6" y="17"/>
                      <a:pt x="3" y="14"/>
                    </a:cubicBezTo>
                    <a:cubicBezTo>
                      <a:pt x="0" y="11"/>
                      <a:pt x="2" y="8"/>
                      <a:pt x="5" y="7"/>
                    </a:cubicBezTo>
                    <a:cubicBezTo>
                      <a:pt x="9" y="6"/>
                      <a:pt x="12" y="6"/>
                      <a:pt x="16" y="6"/>
                    </a:cubicBezTo>
                    <a:cubicBezTo>
                      <a:pt x="20" y="6"/>
                      <a:pt x="21" y="3"/>
                      <a:pt x="24" y="2"/>
                    </a:cubicBezTo>
                    <a:cubicBezTo>
                      <a:pt x="27" y="0"/>
                      <a:pt x="30" y="3"/>
                      <a:pt x="32" y="5"/>
                    </a:cubicBezTo>
                    <a:cubicBezTo>
                      <a:pt x="34" y="8"/>
                      <a:pt x="36" y="10"/>
                      <a:pt x="39" y="12"/>
                    </a:cubicBezTo>
                    <a:cubicBezTo>
                      <a:pt x="42" y="14"/>
                      <a:pt x="43" y="15"/>
                      <a:pt x="44" y="19"/>
                    </a:cubicBezTo>
                    <a:cubicBezTo>
                      <a:pt x="45" y="22"/>
                      <a:pt x="46" y="26"/>
                      <a:pt x="46" y="29"/>
                    </a:cubicBezTo>
                    <a:cubicBezTo>
                      <a:pt x="45" y="31"/>
                      <a:pt x="43" y="33"/>
                      <a:pt x="40" y="32"/>
                    </a:cubicBezTo>
                    <a:cubicBezTo>
                      <a:pt x="37" y="32"/>
                      <a:pt x="34" y="28"/>
                      <a:pt x="31" y="26"/>
                    </a:cubicBezTo>
                    <a:cubicBezTo>
                      <a:pt x="27" y="25"/>
                      <a:pt x="26" y="22"/>
                      <a:pt x="22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3" name="Rectangle 3584">
                <a:extLst>
                  <a:ext uri="{FF2B5EF4-FFF2-40B4-BE49-F238E27FC236}">
                    <a16:creationId xmlns:a16="http://schemas.microsoft.com/office/drawing/2014/main" id="{60D072A5-A8C6-4A52-8173-CECC922CE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27" y="2089"/>
                <a:ext cx="1" cy="1"/>
              </a:xfrm>
              <a:prstGeom prst="rect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4" name="Freeform 3585">
                <a:extLst>
                  <a:ext uri="{FF2B5EF4-FFF2-40B4-BE49-F238E27FC236}">
                    <a16:creationId xmlns:a16="http://schemas.microsoft.com/office/drawing/2014/main" id="{D6245C37-7525-460C-857B-E1502B1EB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4" y="2777"/>
                <a:ext cx="8" cy="11"/>
              </a:xfrm>
              <a:custGeom>
                <a:avLst/>
                <a:gdLst>
                  <a:gd name="T0" fmla="*/ 8 w 21"/>
                  <a:gd name="T1" fmla="*/ 15 h 29"/>
                  <a:gd name="T2" fmla="*/ 6 w 21"/>
                  <a:gd name="T3" fmla="*/ 13 h 29"/>
                  <a:gd name="T4" fmla="*/ 3 w 21"/>
                  <a:gd name="T5" fmla="*/ 12 h 29"/>
                  <a:gd name="T6" fmla="*/ 1 w 21"/>
                  <a:gd name="T7" fmla="*/ 8 h 29"/>
                  <a:gd name="T8" fmla="*/ 2 w 21"/>
                  <a:gd name="T9" fmla="*/ 3 h 29"/>
                  <a:gd name="T10" fmla="*/ 5 w 21"/>
                  <a:gd name="T11" fmla="*/ 1 h 29"/>
                  <a:gd name="T12" fmla="*/ 8 w 21"/>
                  <a:gd name="T13" fmla="*/ 0 h 29"/>
                  <a:gd name="T14" fmla="*/ 12 w 21"/>
                  <a:gd name="T15" fmla="*/ 5 h 29"/>
                  <a:gd name="T16" fmla="*/ 12 w 21"/>
                  <a:gd name="T17" fmla="*/ 9 h 29"/>
                  <a:gd name="T18" fmla="*/ 13 w 21"/>
                  <a:gd name="T19" fmla="*/ 13 h 29"/>
                  <a:gd name="T20" fmla="*/ 15 w 21"/>
                  <a:gd name="T21" fmla="*/ 19 h 29"/>
                  <a:gd name="T22" fmla="*/ 20 w 21"/>
                  <a:gd name="T23" fmla="*/ 24 h 29"/>
                  <a:gd name="T24" fmla="*/ 18 w 21"/>
                  <a:gd name="T25" fmla="*/ 29 h 29"/>
                  <a:gd name="T26" fmla="*/ 14 w 21"/>
                  <a:gd name="T27" fmla="*/ 28 h 29"/>
                  <a:gd name="T28" fmla="*/ 11 w 21"/>
                  <a:gd name="T29" fmla="*/ 24 h 29"/>
                  <a:gd name="T30" fmla="*/ 11 w 21"/>
                  <a:gd name="T31" fmla="*/ 22 h 29"/>
                  <a:gd name="T32" fmla="*/ 10 w 21"/>
                  <a:gd name="T33" fmla="*/ 19 h 29"/>
                  <a:gd name="T34" fmla="*/ 8 w 21"/>
                  <a:gd name="T35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29">
                    <a:moveTo>
                      <a:pt x="8" y="15"/>
                    </a:moveTo>
                    <a:cubicBezTo>
                      <a:pt x="7" y="14"/>
                      <a:pt x="6" y="14"/>
                      <a:pt x="6" y="13"/>
                    </a:cubicBezTo>
                    <a:cubicBezTo>
                      <a:pt x="5" y="13"/>
                      <a:pt x="4" y="13"/>
                      <a:pt x="3" y="12"/>
                    </a:cubicBezTo>
                    <a:cubicBezTo>
                      <a:pt x="2" y="11"/>
                      <a:pt x="2" y="10"/>
                      <a:pt x="1" y="8"/>
                    </a:cubicBezTo>
                    <a:cubicBezTo>
                      <a:pt x="0" y="7"/>
                      <a:pt x="1" y="5"/>
                      <a:pt x="2" y="3"/>
                    </a:cubicBezTo>
                    <a:cubicBezTo>
                      <a:pt x="3" y="3"/>
                      <a:pt x="4" y="2"/>
                      <a:pt x="5" y="1"/>
                    </a:cubicBezTo>
                    <a:cubicBezTo>
                      <a:pt x="5" y="0"/>
                      <a:pt x="6" y="0"/>
                      <a:pt x="8" y="0"/>
                    </a:cubicBezTo>
                    <a:cubicBezTo>
                      <a:pt x="10" y="0"/>
                      <a:pt x="11" y="3"/>
                      <a:pt x="12" y="5"/>
                    </a:cubicBezTo>
                    <a:cubicBezTo>
                      <a:pt x="12" y="6"/>
                      <a:pt x="12" y="7"/>
                      <a:pt x="12" y="9"/>
                    </a:cubicBezTo>
                    <a:cubicBezTo>
                      <a:pt x="13" y="10"/>
                      <a:pt x="13" y="11"/>
                      <a:pt x="13" y="13"/>
                    </a:cubicBezTo>
                    <a:cubicBezTo>
                      <a:pt x="13" y="15"/>
                      <a:pt x="14" y="17"/>
                      <a:pt x="15" y="19"/>
                    </a:cubicBezTo>
                    <a:cubicBezTo>
                      <a:pt x="17" y="20"/>
                      <a:pt x="19" y="22"/>
                      <a:pt x="20" y="24"/>
                    </a:cubicBezTo>
                    <a:cubicBezTo>
                      <a:pt x="21" y="26"/>
                      <a:pt x="21" y="29"/>
                      <a:pt x="18" y="29"/>
                    </a:cubicBezTo>
                    <a:cubicBezTo>
                      <a:pt x="17" y="29"/>
                      <a:pt x="15" y="29"/>
                      <a:pt x="14" y="28"/>
                    </a:cubicBezTo>
                    <a:cubicBezTo>
                      <a:pt x="13" y="28"/>
                      <a:pt x="12" y="26"/>
                      <a:pt x="11" y="24"/>
                    </a:cubicBezTo>
                    <a:cubicBezTo>
                      <a:pt x="11" y="24"/>
                      <a:pt x="11" y="23"/>
                      <a:pt x="11" y="22"/>
                    </a:cubicBezTo>
                    <a:cubicBezTo>
                      <a:pt x="11" y="21"/>
                      <a:pt x="10" y="20"/>
                      <a:pt x="10" y="19"/>
                    </a:cubicBezTo>
                    <a:cubicBezTo>
                      <a:pt x="10" y="18"/>
                      <a:pt x="9" y="16"/>
                      <a:pt x="8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5" name="Freeform 3586">
                <a:extLst>
                  <a:ext uri="{FF2B5EF4-FFF2-40B4-BE49-F238E27FC236}">
                    <a16:creationId xmlns:a16="http://schemas.microsoft.com/office/drawing/2014/main" id="{117A3D4F-1375-4A10-AF1D-BE2184F3B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8" y="2771"/>
                <a:ext cx="18" cy="24"/>
              </a:xfrm>
              <a:custGeom>
                <a:avLst/>
                <a:gdLst>
                  <a:gd name="T0" fmla="*/ 7 w 45"/>
                  <a:gd name="T1" fmla="*/ 11 h 59"/>
                  <a:gd name="T2" fmla="*/ 2 w 45"/>
                  <a:gd name="T3" fmla="*/ 5 h 59"/>
                  <a:gd name="T4" fmla="*/ 2 w 45"/>
                  <a:gd name="T5" fmla="*/ 1 h 59"/>
                  <a:gd name="T6" fmla="*/ 9 w 45"/>
                  <a:gd name="T7" fmla="*/ 2 h 59"/>
                  <a:gd name="T8" fmla="*/ 15 w 45"/>
                  <a:gd name="T9" fmla="*/ 8 h 59"/>
                  <a:gd name="T10" fmla="*/ 19 w 45"/>
                  <a:gd name="T11" fmla="*/ 14 h 59"/>
                  <a:gd name="T12" fmla="*/ 32 w 45"/>
                  <a:gd name="T13" fmla="*/ 21 h 59"/>
                  <a:gd name="T14" fmla="*/ 44 w 45"/>
                  <a:gd name="T15" fmla="*/ 29 h 59"/>
                  <a:gd name="T16" fmla="*/ 42 w 45"/>
                  <a:gd name="T17" fmla="*/ 42 h 59"/>
                  <a:gd name="T18" fmla="*/ 42 w 45"/>
                  <a:gd name="T19" fmla="*/ 54 h 59"/>
                  <a:gd name="T20" fmla="*/ 32 w 45"/>
                  <a:gd name="T21" fmla="*/ 54 h 59"/>
                  <a:gd name="T22" fmla="*/ 22 w 45"/>
                  <a:gd name="T23" fmla="*/ 47 h 59"/>
                  <a:gd name="T24" fmla="*/ 21 w 45"/>
                  <a:gd name="T25" fmla="*/ 38 h 59"/>
                  <a:gd name="T26" fmla="*/ 20 w 45"/>
                  <a:gd name="T27" fmla="*/ 31 h 59"/>
                  <a:gd name="T28" fmla="*/ 17 w 45"/>
                  <a:gd name="T29" fmla="*/ 27 h 59"/>
                  <a:gd name="T30" fmla="*/ 12 w 45"/>
                  <a:gd name="T31" fmla="*/ 21 h 59"/>
                  <a:gd name="T32" fmla="*/ 7 w 45"/>
                  <a:gd name="T33" fmla="*/ 1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59">
                    <a:moveTo>
                      <a:pt x="7" y="11"/>
                    </a:moveTo>
                    <a:cubicBezTo>
                      <a:pt x="6" y="9"/>
                      <a:pt x="4" y="7"/>
                      <a:pt x="2" y="5"/>
                    </a:cubicBezTo>
                    <a:cubicBezTo>
                      <a:pt x="2" y="4"/>
                      <a:pt x="0" y="2"/>
                      <a:pt x="2" y="1"/>
                    </a:cubicBezTo>
                    <a:cubicBezTo>
                      <a:pt x="3" y="0"/>
                      <a:pt x="7" y="1"/>
                      <a:pt x="9" y="2"/>
                    </a:cubicBezTo>
                    <a:cubicBezTo>
                      <a:pt x="11" y="3"/>
                      <a:pt x="13" y="5"/>
                      <a:pt x="15" y="8"/>
                    </a:cubicBezTo>
                    <a:cubicBezTo>
                      <a:pt x="16" y="10"/>
                      <a:pt x="17" y="12"/>
                      <a:pt x="19" y="14"/>
                    </a:cubicBezTo>
                    <a:cubicBezTo>
                      <a:pt x="22" y="18"/>
                      <a:pt x="27" y="20"/>
                      <a:pt x="32" y="21"/>
                    </a:cubicBezTo>
                    <a:cubicBezTo>
                      <a:pt x="37" y="22"/>
                      <a:pt x="43" y="23"/>
                      <a:pt x="44" y="29"/>
                    </a:cubicBezTo>
                    <a:cubicBezTo>
                      <a:pt x="45" y="33"/>
                      <a:pt x="43" y="38"/>
                      <a:pt x="42" y="42"/>
                    </a:cubicBezTo>
                    <a:cubicBezTo>
                      <a:pt x="42" y="46"/>
                      <a:pt x="43" y="50"/>
                      <a:pt x="42" y="54"/>
                    </a:cubicBezTo>
                    <a:cubicBezTo>
                      <a:pt x="40" y="59"/>
                      <a:pt x="35" y="56"/>
                      <a:pt x="32" y="54"/>
                    </a:cubicBezTo>
                    <a:cubicBezTo>
                      <a:pt x="28" y="52"/>
                      <a:pt x="24" y="51"/>
                      <a:pt x="22" y="47"/>
                    </a:cubicBezTo>
                    <a:cubicBezTo>
                      <a:pt x="21" y="44"/>
                      <a:pt x="21" y="41"/>
                      <a:pt x="21" y="38"/>
                    </a:cubicBezTo>
                    <a:cubicBezTo>
                      <a:pt x="20" y="36"/>
                      <a:pt x="21" y="33"/>
                      <a:pt x="20" y="31"/>
                    </a:cubicBezTo>
                    <a:cubicBezTo>
                      <a:pt x="19" y="29"/>
                      <a:pt x="18" y="28"/>
                      <a:pt x="17" y="27"/>
                    </a:cubicBezTo>
                    <a:cubicBezTo>
                      <a:pt x="15" y="25"/>
                      <a:pt x="13" y="23"/>
                      <a:pt x="12" y="21"/>
                    </a:cubicBezTo>
                    <a:cubicBezTo>
                      <a:pt x="10" y="18"/>
                      <a:pt x="9" y="14"/>
                      <a:pt x="7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6" name="Freeform 3587">
                <a:extLst>
                  <a:ext uri="{FF2B5EF4-FFF2-40B4-BE49-F238E27FC236}">
                    <a16:creationId xmlns:a16="http://schemas.microsoft.com/office/drawing/2014/main" id="{CC0FE10F-B64D-4108-BD40-4B3917753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7" y="2746"/>
                <a:ext cx="3" cy="7"/>
              </a:xfrm>
              <a:custGeom>
                <a:avLst/>
                <a:gdLst>
                  <a:gd name="T0" fmla="*/ 4 w 8"/>
                  <a:gd name="T1" fmla="*/ 0 h 17"/>
                  <a:gd name="T2" fmla="*/ 7 w 8"/>
                  <a:gd name="T3" fmla="*/ 1 h 17"/>
                  <a:gd name="T4" fmla="*/ 7 w 8"/>
                  <a:gd name="T5" fmla="*/ 4 h 17"/>
                  <a:gd name="T6" fmla="*/ 7 w 8"/>
                  <a:gd name="T7" fmla="*/ 9 h 17"/>
                  <a:gd name="T8" fmla="*/ 8 w 8"/>
                  <a:gd name="T9" fmla="*/ 12 h 17"/>
                  <a:gd name="T10" fmla="*/ 4 w 8"/>
                  <a:gd name="T11" fmla="*/ 17 h 17"/>
                  <a:gd name="T12" fmla="*/ 0 w 8"/>
                  <a:gd name="T13" fmla="*/ 13 h 17"/>
                  <a:gd name="T14" fmla="*/ 0 w 8"/>
                  <a:gd name="T15" fmla="*/ 9 h 17"/>
                  <a:gd name="T16" fmla="*/ 1 w 8"/>
                  <a:gd name="T17" fmla="*/ 6 h 17"/>
                  <a:gd name="T18" fmla="*/ 1 w 8"/>
                  <a:gd name="T19" fmla="*/ 3 h 17"/>
                  <a:gd name="T20" fmla="*/ 4 w 8"/>
                  <a:gd name="T21" fmla="*/ 0 h 17"/>
                  <a:gd name="T22" fmla="*/ 4 w 8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7">
                    <a:moveTo>
                      <a:pt x="4" y="0"/>
                    </a:moveTo>
                    <a:cubicBezTo>
                      <a:pt x="5" y="0"/>
                      <a:pt x="6" y="0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8" y="10"/>
                      <a:pt x="8" y="11"/>
                      <a:pt x="8" y="12"/>
                    </a:cubicBezTo>
                    <a:cubicBezTo>
                      <a:pt x="8" y="15"/>
                      <a:pt x="6" y="17"/>
                      <a:pt x="4" y="17"/>
                    </a:cubicBezTo>
                    <a:cubicBezTo>
                      <a:pt x="2" y="17"/>
                      <a:pt x="0" y="15"/>
                      <a:pt x="0" y="13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7" name="Freeform 3588">
                <a:extLst>
                  <a:ext uri="{FF2B5EF4-FFF2-40B4-BE49-F238E27FC236}">
                    <a16:creationId xmlns:a16="http://schemas.microsoft.com/office/drawing/2014/main" id="{3FAC2A20-B584-4D2E-B1A4-1A1EDDF65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3" y="2746"/>
                <a:ext cx="10" cy="10"/>
              </a:xfrm>
              <a:custGeom>
                <a:avLst/>
                <a:gdLst>
                  <a:gd name="T0" fmla="*/ 0 w 24"/>
                  <a:gd name="T1" fmla="*/ 15 h 25"/>
                  <a:gd name="T2" fmla="*/ 5 w 24"/>
                  <a:gd name="T3" fmla="*/ 11 h 25"/>
                  <a:gd name="T4" fmla="*/ 5 w 24"/>
                  <a:gd name="T5" fmla="*/ 5 h 25"/>
                  <a:gd name="T6" fmla="*/ 8 w 24"/>
                  <a:gd name="T7" fmla="*/ 1 h 25"/>
                  <a:gd name="T8" fmla="*/ 11 w 24"/>
                  <a:gd name="T9" fmla="*/ 7 h 25"/>
                  <a:gd name="T10" fmla="*/ 15 w 24"/>
                  <a:gd name="T11" fmla="*/ 12 h 25"/>
                  <a:gd name="T12" fmla="*/ 21 w 24"/>
                  <a:gd name="T13" fmla="*/ 22 h 25"/>
                  <a:gd name="T14" fmla="*/ 14 w 24"/>
                  <a:gd name="T15" fmla="*/ 24 h 25"/>
                  <a:gd name="T16" fmla="*/ 7 w 24"/>
                  <a:gd name="T17" fmla="*/ 20 h 25"/>
                  <a:gd name="T18" fmla="*/ 2 w 24"/>
                  <a:gd name="T19" fmla="*/ 19 h 25"/>
                  <a:gd name="T20" fmla="*/ 0 w 24"/>
                  <a:gd name="T21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5">
                    <a:moveTo>
                      <a:pt x="0" y="15"/>
                    </a:moveTo>
                    <a:cubicBezTo>
                      <a:pt x="1" y="13"/>
                      <a:pt x="4" y="13"/>
                      <a:pt x="5" y="11"/>
                    </a:cubicBezTo>
                    <a:cubicBezTo>
                      <a:pt x="5" y="9"/>
                      <a:pt x="5" y="6"/>
                      <a:pt x="5" y="5"/>
                    </a:cubicBezTo>
                    <a:cubicBezTo>
                      <a:pt x="5" y="3"/>
                      <a:pt x="5" y="0"/>
                      <a:pt x="8" y="1"/>
                    </a:cubicBezTo>
                    <a:cubicBezTo>
                      <a:pt x="11" y="1"/>
                      <a:pt x="11" y="5"/>
                      <a:pt x="11" y="7"/>
                    </a:cubicBezTo>
                    <a:cubicBezTo>
                      <a:pt x="12" y="9"/>
                      <a:pt x="14" y="11"/>
                      <a:pt x="15" y="12"/>
                    </a:cubicBezTo>
                    <a:cubicBezTo>
                      <a:pt x="18" y="15"/>
                      <a:pt x="24" y="18"/>
                      <a:pt x="21" y="22"/>
                    </a:cubicBezTo>
                    <a:cubicBezTo>
                      <a:pt x="20" y="25"/>
                      <a:pt x="16" y="25"/>
                      <a:pt x="14" y="24"/>
                    </a:cubicBezTo>
                    <a:cubicBezTo>
                      <a:pt x="12" y="23"/>
                      <a:pt x="10" y="21"/>
                      <a:pt x="7" y="20"/>
                    </a:cubicBezTo>
                    <a:cubicBezTo>
                      <a:pt x="6" y="20"/>
                      <a:pt x="3" y="20"/>
                      <a:pt x="2" y="19"/>
                    </a:cubicBezTo>
                    <a:cubicBezTo>
                      <a:pt x="1" y="18"/>
                      <a:pt x="0" y="17"/>
                      <a:pt x="0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8" name="Freeform 3589">
                <a:extLst>
                  <a:ext uri="{FF2B5EF4-FFF2-40B4-BE49-F238E27FC236}">
                    <a16:creationId xmlns:a16="http://schemas.microsoft.com/office/drawing/2014/main" id="{4BAD884A-FCF2-4C3D-93F9-4DFE078E5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4" y="2747"/>
                <a:ext cx="5" cy="4"/>
              </a:xfrm>
              <a:custGeom>
                <a:avLst/>
                <a:gdLst>
                  <a:gd name="T0" fmla="*/ 9 w 12"/>
                  <a:gd name="T1" fmla="*/ 10 h 10"/>
                  <a:gd name="T2" fmla="*/ 3 w 12"/>
                  <a:gd name="T3" fmla="*/ 10 h 10"/>
                  <a:gd name="T4" fmla="*/ 1 w 12"/>
                  <a:gd name="T5" fmla="*/ 7 h 10"/>
                  <a:gd name="T6" fmla="*/ 1 w 12"/>
                  <a:gd name="T7" fmla="*/ 4 h 10"/>
                  <a:gd name="T8" fmla="*/ 6 w 12"/>
                  <a:gd name="T9" fmla="*/ 0 h 10"/>
                  <a:gd name="T10" fmla="*/ 9 w 12"/>
                  <a:gd name="T11" fmla="*/ 0 h 10"/>
                  <a:gd name="T12" fmla="*/ 11 w 12"/>
                  <a:gd name="T13" fmla="*/ 4 h 10"/>
                  <a:gd name="T14" fmla="*/ 12 w 12"/>
                  <a:gd name="T15" fmla="*/ 8 h 10"/>
                  <a:gd name="T16" fmla="*/ 9 w 12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9" y="10"/>
                    </a:moveTo>
                    <a:cubicBezTo>
                      <a:pt x="7" y="10"/>
                      <a:pt x="5" y="10"/>
                      <a:pt x="3" y="10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2" y="2"/>
                      <a:pt x="4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5"/>
                      <a:pt x="12" y="7"/>
                      <a:pt x="12" y="8"/>
                    </a:cubicBezTo>
                    <a:cubicBezTo>
                      <a:pt x="11" y="9"/>
                      <a:pt x="10" y="9"/>
                      <a:pt x="9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9" name="Freeform 3590">
                <a:extLst>
                  <a:ext uri="{FF2B5EF4-FFF2-40B4-BE49-F238E27FC236}">
                    <a16:creationId xmlns:a16="http://schemas.microsoft.com/office/drawing/2014/main" id="{739EADE9-F568-4674-B6C9-8D00AB977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0" y="2743"/>
                <a:ext cx="6" cy="10"/>
              </a:xfrm>
              <a:custGeom>
                <a:avLst/>
                <a:gdLst>
                  <a:gd name="T0" fmla="*/ 1 w 14"/>
                  <a:gd name="T1" fmla="*/ 2 h 25"/>
                  <a:gd name="T2" fmla="*/ 5 w 14"/>
                  <a:gd name="T3" fmla="*/ 0 h 25"/>
                  <a:gd name="T4" fmla="*/ 10 w 14"/>
                  <a:gd name="T5" fmla="*/ 3 h 25"/>
                  <a:gd name="T6" fmla="*/ 11 w 14"/>
                  <a:gd name="T7" fmla="*/ 10 h 25"/>
                  <a:gd name="T8" fmla="*/ 13 w 14"/>
                  <a:gd name="T9" fmla="*/ 14 h 25"/>
                  <a:gd name="T10" fmla="*/ 13 w 14"/>
                  <a:gd name="T11" fmla="*/ 19 h 25"/>
                  <a:gd name="T12" fmla="*/ 12 w 14"/>
                  <a:gd name="T13" fmla="*/ 21 h 25"/>
                  <a:gd name="T14" fmla="*/ 12 w 14"/>
                  <a:gd name="T15" fmla="*/ 23 h 25"/>
                  <a:gd name="T16" fmla="*/ 8 w 14"/>
                  <a:gd name="T17" fmla="*/ 20 h 25"/>
                  <a:gd name="T18" fmla="*/ 7 w 14"/>
                  <a:gd name="T19" fmla="*/ 17 h 25"/>
                  <a:gd name="T20" fmla="*/ 5 w 14"/>
                  <a:gd name="T21" fmla="*/ 15 h 25"/>
                  <a:gd name="T22" fmla="*/ 5 w 14"/>
                  <a:gd name="T23" fmla="*/ 13 h 25"/>
                  <a:gd name="T24" fmla="*/ 5 w 14"/>
                  <a:gd name="T25" fmla="*/ 6 h 25"/>
                  <a:gd name="T26" fmla="*/ 1 w 14"/>
                  <a:gd name="T27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25">
                    <a:moveTo>
                      <a:pt x="1" y="2"/>
                    </a:moveTo>
                    <a:cubicBezTo>
                      <a:pt x="0" y="0"/>
                      <a:pt x="4" y="0"/>
                      <a:pt x="5" y="0"/>
                    </a:cubicBezTo>
                    <a:cubicBezTo>
                      <a:pt x="8" y="0"/>
                      <a:pt x="10" y="0"/>
                      <a:pt x="10" y="3"/>
                    </a:cubicBezTo>
                    <a:cubicBezTo>
                      <a:pt x="11" y="5"/>
                      <a:pt x="11" y="7"/>
                      <a:pt x="11" y="10"/>
                    </a:cubicBezTo>
                    <a:cubicBezTo>
                      <a:pt x="11" y="11"/>
                      <a:pt x="13" y="12"/>
                      <a:pt x="13" y="14"/>
                    </a:cubicBezTo>
                    <a:cubicBezTo>
                      <a:pt x="13" y="16"/>
                      <a:pt x="14" y="17"/>
                      <a:pt x="13" y="19"/>
                    </a:cubicBezTo>
                    <a:cubicBezTo>
                      <a:pt x="13" y="20"/>
                      <a:pt x="13" y="21"/>
                      <a:pt x="12" y="21"/>
                    </a:cubicBezTo>
                    <a:cubicBezTo>
                      <a:pt x="12" y="22"/>
                      <a:pt x="12" y="23"/>
                      <a:pt x="12" y="23"/>
                    </a:cubicBezTo>
                    <a:cubicBezTo>
                      <a:pt x="10" y="25"/>
                      <a:pt x="8" y="21"/>
                      <a:pt x="8" y="20"/>
                    </a:cubicBezTo>
                    <a:cubicBezTo>
                      <a:pt x="7" y="19"/>
                      <a:pt x="8" y="18"/>
                      <a:pt x="7" y="17"/>
                    </a:cubicBezTo>
                    <a:cubicBezTo>
                      <a:pt x="7" y="16"/>
                      <a:pt x="6" y="16"/>
                      <a:pt x="5" y="15"/>
                    </a:cubicBezTo>
                    <a:cubicBezTo>
                      <a:pt x="5" y="15"/>
                      <a:pt x="5" y="14"/>
                      <a:pt x="5" y="13"/>
                    </a:cubicBezTo>
                    <a:cubicBezTo>
                      <a:pt x="5" y="11"/>
                      <a:pt x="5" y="8"/>
                      <a:pt x="5" y="6"/>
                    </a:cubicBezTo>
                    <a:cubicBezTo>
                      <a:pt x="5" y="4"/>
                      <a:pt x="2" y="4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0" name="Freeform 3591">
                <a:extLst>
                  <a:ext uri="{FF2B5EF4-FFF2-40B4-BE49-F238E27FC236}">
                    <a16:creationId xmlns:a16="http://schemas.microsoft.com/office/drawing/2014/main" id="{E13224CA-52E1-4316-B452-F7C74F3D0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6" y="2743"/>
                <a:ext cx="9" cy="5"/>
              </a:xfrm>
              <a:custGeom>
                <a:avLst/>
                <a:gdLst>
                  <a:gd name="T0" fmla="*/ 2 w 23"/>
                  <a:gd name="T1" fmla="*/ 5 h 12"/>
                  <a:gd name="T2" fmla="*/ 1 w 23"/>
                  <a:gd name="T3" fmla="*/ 2 h 12"/>
                  <a:gd name="T4" fmla="*/ 6 w 23"/>
                  <a:gd name="T5" fmla="*/ 0 h 12"/>
                  <a:gd name="T6" fmla="*/ 17 w 23"/>
                  <a:gd name="T7" fmla="*/ 1 h 12"/>
                  <a:gd name="T8" fmla="*/ 21 w 23"/>
                  <a:gd name="T9" fmla="*/ 2 h 12"/>
                  <a:gd name="T10" fmla="*/ 21 w 23"/>
                  <a:gd name="T11" fmla="*/ 8 h 12"/>
                  <a:gd name="T12" fmla="*/ 15 w 23"/>
                  <a:gd name="T13" fmla="*/ 11 h 12"/>
                  <a:gd name="T14" fmla="*/ 10 w 23"/>
                  <a:gd name="T15" fmla="*/ 11 h 12"/>
                  <a:gd name="T16" fmla="*/ 6 w 23"/>
                  <a:gd name="T17" fmla="*/ 10 h 12"/>
                  <a:gd name="T18" fmla="*/ 2 w 23"/>
                  <a:gd name="T1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2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10" y="0"/>
                      <a:pt x="13" y="2"/>
                      <a:pt x="17" y="1"/>
                    </a:cubicBezTo>
                    <a:cubicBezTo>
                      <a:pt x="18" y="1"/>
                      <a:pt x="20" y="1"/>
                      <a:pt x="21" y="2"/>
                    </a:cubicBezTo>
                    <a:cubicBezTo>
                      <a:pt x="23" y="3"/>
                      <a:pt x="22" y="6"/>
                      <a:pt x="21" y="8"/>
                    </a:cubicBezTo>
                    <a:cubicBezTo>
                      <a:pt x="20" y="10"/>
                      <a:pt x="17" y="11"/>
                      <a:pt x="15" y="11"/>
                    </a:cubicBezTo>
                    <a:cubicBezTo>
                      <a:pt x="13" y="12"/>
                      <a:pt x="12" y="12"/>
                      <a:pt x="10" y="11"/>
                    </a:cubicBezTo>
                    <a:cubicBezTo>
                      <a:pt x="9" y="11"/>
                      <a:pt x="8" y="11"/>
                      <a:pt x="6" y="10"/>
                    </a:cubicBezTo>
                    <a:cubicBezTo>
                      <a:pt x="3" y="10"/>
                      <a:pt x="3" y="7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1" name="Freeform 3592">
                <a:extLst>
                  <a:ext uri="{FF2B5EF4-FFF2-40B4-BE49-F238E27FC236}">
                    <a16:creationId xmlns:a16="http://schemas.microsoft.com/office/drawing/2014/main" id="{44191724-B033-4595-B781-01C6F1A1E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709"/>
                <a:ext cx="4" cy="3"/>
              </a:xfrm>
              <a:custGeom>
                <a:avLst/>
                <a:gdLst>
                  <a:gd name="T0" fmla="*/ 3 w 11"/>
                  <a:gd name="T1" fmla="*/ 9 h 9"/>
                  <a:gd name="T2" fmla="*/ 0 w 11"/>
                  <a:gd name="T3" fmla="*/ 5 h 9"/>
                  <a:gd name="T4" fmla="*/ 0 w 11"/>
                  <a:gd name="T5" fmla="*/ 2 h 9"/>
                  <a:gd name="T6" fmla="*/ 4 w 11"/>
                  <a:gd name="T7" fmla="*/ 0 h 9"/>
                  <a:gd name="T8" fmla="*/ 9 w 11"/>
                  <a:gd name="T9" fmla="*/ 2 h 9"/>
                  <a:gd name="T10" fmla="*/ 10 w 11"/>
                  <a:gd name="T11" fmla="*/ 4 h 9"/>
                  <a:gd name="T12" fmla="*/ 10 w 11"/>
                  <a:gd name="T13" fmla="*/ 7 h 9"/>
                  <a:gd name="T14" fmla="*/ 6 w 11"/>
                  <a:gd name="T15" fmla="*/ 8 h 9"/>
                  <a:gd name="T16" fmla="*/ 3 w 11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3" y="9"/>
                    </a:moveTo>
                    <a:cubicBezTo>
                      <a:pt x="1" y="9"/>
                      <a:pt x="0" y="7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9" y="0"/>
                      <a:pt x="9" y="2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0" y="5"/>
                      <a:pt x="11" y="6"/>
                      <a:pt x="10" y="7"/>
                    </a:cubicBezTo>
                    <a:cubicBezTo>
                      <a:pt x="9" y="8"/>
                      <a:pt x="8" y="8"/>
                      <a:pt x="6" y="8"/>
                    </a:cubicBezTo>
                    <a:cubicBezTo>
                      <a:pt x="5" y="8"/>
                      <a:pt x="4" y="9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2" name="Freeform 3593">
                <a:extLst>
                  <a:ext uri="{FF2B5EF4-FFF2-40B4-BE49-F238E27FC236}">
                    <a16:creationId xmlns:a16="http://schemas.microsoft.com/office/drawing/2014/main" id="{EDE7E6B8-E582-480E-87CA-41307D90F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695"/>
                <a:ext cx="5" cy="4"/>
              </a:xfrm>
              <a:custGeom>
                <a:avLst/>
                <a:gdLst>
                  <a:gd name="T0" fmla="*/ 1 w 13"/>
                  <a:gd name="T1" fmla="*/ 7 h 10"/>
                  <a:gd name="T2" fmla="*/ 1 w 13"/>
                  <a:gd name="T3" fmla="*/ 7 h 10"/>
                  <a:gd name="T4" fmla="*/ 1 w 13"/>
                  <a:gd name="T5" fmla="*/ 6 h 10"/>
                  <a:gd name="T6" fmla="*/ 1 w 13"/>
                  <a:gd name="T7" fmla="*/ 3 h 10"/>
                  <a:gd name="T8" fmla="*/ 3 w 13"/>
                  <a:gd name="T9" fmla="*/ 2 h 10"/>
                  <a:gd name="T10" fmla="*/ 5 w 13"/>
                  <a:gd name="T11" fmla="*/ 1 h 10"/>
                  <a:gd name="T12" fmla="*/ 11 w 13"/>
                  <a:gd name="T13" fmla="*/ 2 h 10"/>
                  <a:gd name="T14" fmla="*/ 13 w 13"/>
                  <a:gd name="T15" fmla="*/ 4 h 10"/>
                  <a:gd name="T16" fmla="*/ 13 w 13"/>
                  <a:gd name="T17" fmla="*/ 7 h 10"/>
                  <a:gd name="T18" fmla="*/ 10 w 13"/>
                  <a:gd name="T19" fmla="*/ 9 h 10"/>
                  <a:gd name="T20" fmla="*/ 6 w 13"/>
                  <a:gd name="T21" fmla="*/ 10 h 10"/>
                  <a:gd name="T22" fmla="*/ 1 w 13"/>
                  <a:gd name="T23" fmla="*/ 7 h 10"/>
                  <a:gd name="T24" fmla="*/ 1 w 13"/>
                  <a:gd name="T2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0"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4" y="1"/>
                      <a:pt x="5" y="1"/>
                    </a:cubicBezTo>
                    <a:cubicBezTo>
                      <a:pt x="7" y="0"/>
                      <a:pt x="9" y="1"/>
                      <a:pt x="11" y="2"/>
                    </a:cubicBezTo>
                    <a:cubicBezTo>
                      <a:pt x="12" y="2"/>
                      <a:pt x="13" y="3"/>
                      <a:pt x="13" y="4"/>
                    </a:cubicBezTo>
                    <a:cubicBezTo>
                      <a:pt x="13" y="5"/>
                      <a:pt x="13" y="6"/>
                      <a:pt x="13" y="7"/>
                    </a:cubicBezTo>
                    <a:cubicBezTo>
                      <a:pt x="13" y="8"/>
                      <a:pt x="11" y="9"/>
                      <a:pt x="10" y="9"/>
                    </a:cubicBezTo>
                    <a:cubicBezTo>
                      <a:pt x="8" y="9"/>
                      <a:pt x="8" y="10"/>
                      <a:pt x="6" y="10"/>
                    </a:cubicBezTo>
                    <a:cubicBezTo>
                      <a:pt x="5" y="9"/>
                      <a:pt x="2" y="9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3" name="Freeform 3594">
                <a:extLst>
                  <a:ext uri="{FF2B5EF4-FFF2-40B4-BE49-F238E27FC236}">
                    <a16:creationId xmlns:a16="http://schemas.microsoft.com/office/drawing/2014/main" id="{8D6584C6-A331-4C50-8B05-A2AC85C8A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683"/>
                <a:ext cx="10" cy="5"/>
              </a:xfrm>
              <a:custGeom>
                <a:avLst/>
                <a:gdLst>
                  <a:gd name="T0" fmla="*/ 1 w 24"/>
                  <a:gd name="T1" fmla="*/ 11 h 14"/>
                  <a:gd name="T2" fmla="*/ 1 w 24"/>
                  <a:gd name="T3" fmla="*/ 6 h 14"/>
                  <a:gd name="T4" fmla="*/ 4 w 24"/>
                  <a:gd name="T5" fmla="*/ 2 h 14"/>
                  <a:gd name="T6" fmla="*/ 9 w 24"/>
                  <a:gd name="T7" fmla="*/ 0 h 14"/>
                  <a:gd name="T8" fmla="*/ 14 w 24"/>
                  <a:gd name="T9" fmla="*/ 2 h 14"/>
                  <a:gd name="T10" fmla="*/ 22 w 24"/>
                  <a:gd name="T11" fmla="*/ 8 h 14"/>
                  <a:gd name="T12" fmla="*/ 18 w 24"/>
                  <a:gd name="T13" fmla="*/ 13 h 14"/>
                  <a:gd name="T14" fmla="*/ 13 w 24"/>
                  <a:gd name="T15" fmla="*/ 13 h 14"/>
                  <a:gd name="T16" fmla="*/ 8 w 24"/>
                  <a:gd name="T17" fmla="*/ 13 h 14"/>
                  <a:gd name="T18" fmla="*/ 1 w 24"/>
                  <a:gd name="T19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4">
                    <a:moveTo>
                      <a:pt x="1" y="11"/>
                    </a:moveTo>
                    <a:cubicBezTo>
                      <a:pt x="0" y="9"/>
                      <a:pt x="1" y="8"/>
                      <a:pt x="1" y="6"/>
                    </a:cubicBezTo>
                    <a:cubicBezTo>
                      <a:pt x="2" y="5"/>
                      <a:pt x="2" y="3"/>
                      <a:pt x="4" y="2"/>
                    </a:cubicBezTo>
                    <a:cubicBezTo>
                      <a:pt x="5" y="0"/>
                      <a:pt x="7" y="0"/>
                      <a:pt x="9" y="0"/>
                    </a:cubicBezTo>
                    <a:cubicBezTo>
                      <a:pt x="11" y="0"/>
                      <a:pt x="12" y="1"/>
                      <a:pt x="14" y="2"/>
                    </a:cubicBezTo>
                    <a:cubicBezTo>
                      <a:pt x="16" y="4"/>
                      <a:pt x="20" y="5"/>
                      <a:pt x="22" y="8"/>
                    </a:cubicBezTo>
                    <a:cubicBezTo>
                      <a:pt x="24" y="12"/>
                      <a:pt x="20" y="13"/>
                      <a:pt x="18" y="13"/>
                    </a:cubicBezTo>
                    <a:cubicBezTo>
                      <a:pt x="16" y="13"/>
                      <a:pt x="14" y="13"/>
                      <a:pt x="13" y="13"/>
                    </a:cubicBezTo>
                    <a:cubicBezTo>
                      <a:pt x="11" y="13"/>
                      <a:pt x="9" y="13"/>
                      <a:pt x="8" y="13"/>
                    </a:cubicBezTo>
                    <a:cubicBezTo>
                      <a:pt x="5" y="14"/>
                      <a:pt x="3" y="13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4" name="Freeform 3595">
                <a:extLst>
                  <a:ext uri="{FF2B5EF4-FFF2-40B4-BE49-F238E27FC236}">
                    <a16:creationId xmlns:a16="http://schemas.microsoft.com/office/drawing/2014/main" id="{FC451DE6-A3EC-4714-90AA-7C4B851E9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2" y="2528"/>
                <a:ext cx="340" cy="136"/>
              </a:xfrm>
              <a:custGeom>
                <a:avLst/>
                <a:gdLst>
                  <a:gd name="T0" fmla="*/ 810 w 835"/>
                  <a:gd name="T1" fmla="*/ 330 h 333"/>
                  <a:gd name="T2" fmla="*/ 778 w 835"/>
                  <a:gd name="T3" fmla="*/ 324 h 333"/>
                  <a:gd name="T4" fmla="*/ 753 w 835"/>
                  <a:gd name="T5" fmla="*/ 327 h 333"/>
                  <a:gd name="T6" fmla="*/ 741 w 835"/>
                  <a:gd name="T7" fmla="*/ 318 h 333"/>
                  <a:gd name="T8" fmla="*/ 731 w 835"/>
                  <a:gd name="T9" fmla="*/ 301 h 333"/>
                  <a:gd name="T10" fmla="*/ 693 w 835"/>
                  <a:gd name="T11" fmla="*/ 288 h 333"/>
                  <a:gd name="T12" fmla="*/ 669 w 835"/>
                  <a:gd name="T13" fmla="*/ 279 h 333"/>
                  <a:gd name="T14" fmla="*/ 640 w 835"/>
                  <a:gd name="T15" fmla="*/ 272 h 333"/>
                  <a:gd name="T16" fmla="*/ 614 w 835"/>
                  <a:gd name="T17" fmla="*/ 265 h 333"/>
                  <a:gd name="T18" fmla="*/ 603 w 835"/>
                  <a:gd name="T19" fmla="*/ 252 h 333"/>
                  <a:gd name="T20" fmla="*/ 590 w 835"/>
                  <a:gd name="T21" fmla="*/ 235 h 333"/>
                  <a:gd name="T22" fmla="*/ 567 w 835"/>
                  <a:gd name="T23" fmla="*/ 221 h 333"/>
                  <a:gd name="T24" fmla="*/ 552 w 835"/>
                  <a:gd name="T25" fmla="*/ 218 h 333"/>
                  <a:gd name="T26" fmla="*/ 516 w 835"/>
                  <a:gd name="T27" fmla="*/ 206 h 333"/>
                  <a:gd name="T28" fmla="*/ 492 w 835"/>
                  <a:gd name="T29" fmla="*/ 187 h 333"/>
                  <a:gd name="T30" fmla="*/ 476 w 835"/>
                  <a:gd name="T31" fmla="*/ 178 h 333"/>
                  <a:gd name="T32" fmla="*/ 448 w 835"/>
                  <a:gd name="T33" fmla="*/ 173 h 333"/>
                  <a:gd name="T34" fmla="*/ 414 w 835"/>
                  <a:gd name="T35" fmla="*/ 164 h 333"/>
                  <a:gd name="T36" fmla="*/ 400 w 835"/>
                  <a:gd name="T37" fmla="*/ 158 h 333"/>
                  <a:gd name="T38" fmla="*/ 373 w 835"/>
                  <a:gd name="T39" fmla="*/ 141 h 333"/>
                  <a:gd name="T40" fmla="*/ 359 w 835"/>
                  <a:gd name="T41" fmla="*/ 120 h 333"/>
                  <a:gd name="T42" fmla="*/ 348 w 835"/>
                  <a:gd name="T43" fmla="*/ 101 h 333"/>
                  <a:gd name="T44" fmla="*/ 333 w 835"/>
                  <a:gd name="T45" fmla="*/ 83 h 333"/>
                  <a:gd name="T46" fmla="*/ 305 w 835"/>
                  <a:gd name="T47" fmla="*/ 70 h 333"/>
                  <a:gd name="T48" fmla="*/ 275 w 835"/>
                  <a:gd name="T49" fmla="*/ 65 h 333"/>
                  <a:gd name="T50" fmla="*/ 239 w 835"/>
                  <a:gd name="T51" fmla="*/ 60 h 333"/>
                  <a:gd name="T52" fmla="*/ 217 w 835"/>
                  <a:gd name="T53" fmla="*/ 53 h 333"/>
                  <a:gd name="T54" fmla="*/ 186 w 835"/>
                  <a:gd name="T55" fmla="*/ 60 h 333"/>
                  <a:gd name="T56" fmla="*/ 171 w 835"/>
                  <a:gd name="T57" fmla="*/ 75 h 333"/>
                  <a:gd name="T58" fmla="*/ 149 w 835"/>
                  <a:gd name="T59" fmla="*/ 71 h 333"/>
                  <a:gd name="T60" fmla="*/ 116 w 835"/>
                  <a:gd name="T61" fmla="*/ 79 h 333"/>
                  <a:gd name="T62" fmla="*/ 94 w 835"/>
                  <a:gd name="T63" fmla="*/ 83 h 333"/>
                  <a:gd name="T64" fmla="*/ 90 w 835"/>
                  <a:gd name="T65" fmla="*/ 83 h 333"/>
                  <a:gd name="T66" fmla="*/ 60 w 835"/>
                  <a:gd name="T67" fmla="*/ 84 h 333"/>
                  <a:gd name="T68" fmla="*/ 18 w 835"/>
                  <a:gd name="T69" fmla="*/ 80 h 333"/>
                  <a:gd name="T70" fmla="*/ 1 w 835"/>
                  <a:gd name="T71" fmla="*/ 57 h 333"/>
                  <a:gd name="T72" fmla="*/ 6 w 835"/>
                  <a:gd name="T73" fmla="*/ 40 h 333"/>
                  <a:gd name="T74" fmla="*/ 20 w 835"/>
                  <a:gd name="T75" fmla="*/ 24 h 333"/>
                  <a:gd name="T76" fmla="*/ 20 w 835"/>
                  <a:gd name="T77" fmla="*/ 0 h 333"/>
                  <a:gd name="T78" fmla="*/ 69 w 835"/>
                  <a:gd name="T79" fmla="*/ 32 h 333"/>
                  <a:gd name="T80" fmla="*/ 111 w 835"/>
                  <a:gd name="T81" fmla="*/ 15 h 333"/>
                  <a:gd name="T82" fmla="*/ 159 w 835"/>
                  <a:gd name="T83" fmla="*/ 17 h 333"/>
                  <a:gd name="T84" fmla="*/ 201 w 835"/>
                  <a:gd name="T85" fmla="*/ 10 h 333"/>
                  <a:gd name="T86" fmla="*/ 246 w 835"/>
                  <a:gd name="T87" fmla="*/ 20 h 333"/>
                  <a:gd name="T88" fmla="*/ 286 w 835"/>
                  <a:gd name="T89" fmla="*/ 28 h 333"/>
                  <a:gd name="T90" fmla="*/ 323 w 835"/>
                  <a:gd name="T91" fmla="*/ 55 h 333"/>
                  <a:gd name="T92" fmla="*/ 360 w 835"/>
                  <a:gd name="T93" fmla="*/ 79 h 333"/>
                  <a:gd name="T94" fmla="*/ 382 w 835"/>
                  <a:gd name="T95" fmla="*/ 108 h 333"/>
                  <a:gd name="T96" fmla="*/ 448 w 835"/>
                  <a:gd name="T97" fmla="*/ 137 h 333"/>
                  <a:gd name="T98" fmla="*/ 494 w 835"/>
                  <a:gd name="T99" fmla="*/ 163 h 333"/>
                  <a:gd name="T100" fmla="*/ 560 w 835"/>
                  <a:gd name="T101" fmla="*/ 212 h 333"/>
                  <a:gd name="T102" fmla="*/ 611 w 835"/>
                  <a:gd name="T103" fmla="*/ 225 h 333"/>
                  <a:gd name="T104" fmla="*/ 665 w 835"/>
                  <a:gd name="T105" fmla="*/ 244 h 333"/>
                  <a:gd name="T106" fmla="*/ 748 w 835"/>
                  <a:gd name="T107" fmla="*/ 275 h 333"/>
                  <a:gd name="T108" fmla="*/ 794 w 835"/>
                  <a:gd name="T109" fmla="*/ 295 h 333"/>
                  <a:gd name="T110" fmla="*/ 835 w 835"/>
                  <a:gd name="T111" fmla="*/ 326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35" h="333">
                    <a:moveTo>
                      <a:pt x="835" y="326"/>
                    </a:moveTo>
                    <a:cubicBezTo>
                      <a:pt x="834" y="326"/>
                      <a:pt x="834" y="326"/>
                      <a:pt x="833" y="326"/>
                    </a:cubicBezTo>
                    <a:cubicBezTo>
                      <a:pt x="829" y="326"/>
                      <a:pt x="826" y="328"/>
                      <a:pt x="822" y="328"/>
                    </a:cubicBezTo>
                    <a:cubicBezTo>
                      <a:pt x="820" y="329"/>
                      <a:pt x="819" y="329"/>
                      <a:pt x="817" y="328"/>
                    </a:cubicBezTo>
                    <a:cubicBezTo>
                      <a:pt x="816" y="328"/>
                      <a:pt x="814" y="329"/>
                      <a:pt x="813" y="330"/>
                    </a:cubicBezTo>
                    <a:cubicBezTo>
                      <a:pt x="812" y="330"/>
                      <a:pt x="811" y="330"/>
                      <a:pt x="810" y="330"/>
                    </a:cubicBezTo>
                    <a:cubicBezTo>
                      <a:pt x="808" y="331"/>
                      <a:pt x="806" y="332"/>
                      <a:pt x="804" y="332"/>
                    </a:cubicBezTo>
                    <a:cubicBezTo>
                      <a:pt x="802" y="332"/>
                      <a:pt x="800" y="333"/>
                      <a:pt x="799" y="333"/>
                    </a:cubicBezTo>
                    <a:cubicBezTo>
                      <a:pt x="797" y="332"/>
                      <a:pt x="794" y="333"/>
                      <a:pt x="793" y="332"/>
                    </a:cubicBezTo>
                    <a:cubicBezTo>
                      <a:pt x="791" y="331"/>
                      <a:pt x="790" y="330"/>
                      <a:pt x="788" y="328"/>
                    </a:cubicBezTo>
                    <a:cubicBezTo>
                      <a:pt x="787" y="327"/>
                      <a:pt x="785" y="326"/>
                      <a:pt x="783" y="326"/>
                    </a:cubicBezTo>
                    <a:cubicBezTo>
                      <a:pt x="781" y="325"/>
                      <a:pt x="779" y="325"/>
                      <a:pt x="778" y="324"/>
                    </a:cubicBezTo>
                    <a:cubicBezTo>
                      <a:pt x="774" y="324"/>
                      <a:pt x="770" y="324"/>
                      <a:pt x="767" y="325"/>
                    </a:cubicBezTo>
                    <a:cubicBezTo>
                      <a:pt x="765" y="325"/>
                      <a:pt x="764" y="325"/>
                      <a:pt x="762" y="325"/>
                    </a:cubicBezTo>
                    <a:cubicBezTo>
                      <a:pt x="761" y="326"/>
                      <a:pt x="760" y="326"/>
                      <a:pt x="758" y="326"/>
                    </a:cubicBezTo>
                    <a:cubicBezTo>
                      <a:pt x="758" y="326"/>
                      <a:pt x="757" y="327"/>
                      <a:pt x="756" y="327"/>
                    </a:cubicBezTo>
                    <a:cubicBezTo>
                      <a:pt x="756" y="327"/>
                      <a:pt x="756" y="327"/>
                      <a:pt x="755" y="327"/>
                    </a:cubicBezTo>
                    <a:cubicBezTo>
                      <a:pt x="754" y="327"/>
                      <a:pt x="754" y="327"/>
                      <a:pt x="753" y="327"/>
                    </a:cubicBezTo>
                    <a:cubicBezTo>
                      <a:pt x="752" y="327"/>
                      <a:pt x="752" y="327"/>
                      <a:pt x="751" y="327"/>
                    </a:cubicBezTo>
                    <a:cubicBezTo>
                      <a:pt x="750" y="327"/>
                      <a:pt x="749" y="326"/>
                      <a:pt x="748" y="325"/>
                    </a:cubicBezTo>
                    <a:cubicBezTo>
                      <a:pt x="747" y="325"/>
                      <a:pt x="746" y="325"/>
                      <a:pt x="745" y="324"/>
                    </a:cubicBezTo>
                    <a:cubicBezTo>
                      <a:pt x="745" y="323"/>
                      <a:pt x="744" y="322"/>
                      <a:pt x="743" y="322"/>
                    </a:cubicBezTo>
                    <a:cubicBezTo>
                      <a:pt x="743" y="321"/>
                      <a:pt x="743" y="321"/>
                      <a:pt x="743" y="321"/>
                    </a:cubicBezTo>
                    <a:cubicBezTo>
                      <a:pt x="742" y="320"/>
                      <a:pt x="741" y="319"/>
                      <a:pt x="741" y="318"/>
                    </a:cubicBezTo>
                    <a:cubicBezTo>
                      <a:pt x="740" y="318"/>
                      <a:pt x="740" y="317"/>
                      <a:pt x="739" y="317"/>
                    </a:cubicBezTo>
                    <a:cubicBezTo>
                      <a:pt x="739" y="316"/>
                      <a:pt x="739" y="315"/>
                      <a:pt x="738" y="315"/>
                    </a:cubicBezTo>
                    <a:cubicBezTo>
                      <a:pt x="737" y="313"/>
                      <a:pt x="736" y="312"/>
                      <a:pt x="736" y="310"/>
                    </a:cubicBezTo>
                    <a:cubicBezTo>
                      <a:pt x="735" y="309"/>
                      <a:pt x="735" y="308"/>
                      <a:pt x="735" y="307"/>
                    </a:cubicBezTo>
                    <a:cubicBezTo>
                      <a:pt x="734" y="306"/>
                      <a:pt x="734" y="305"/>
                      <a:pt x="733" y="304"/>
                    </a:cubicBezTo>
                    <a:cubicBezTo>
                      <a:pt x="732" y="303"/>
                      <a:pt x="731" y="302"/>
                      <a:pt x="731" y="301"/>
                    </a:cubicBezTo>
                    <a:cubicBezTo>
                      <a:pt x="730" y="301"/>
                      <a:pt x="730" y="300"/>
                      <a:pt x="729" y="299"/>
                    </a:cubicBezTo>
                    <a:cubicBezTo>
                      <a:pt x="729" y="299"/>
                      <a:pt x="728" y="298"/>
                      <a:pt x="727" y="297"/>
                    </a:cubicBezTo>
                    <a:cubicBezTo>
                      <a:pt x="726" y="297"/>
                      <a:pt x="725" y="296"/>
                      <a:pt x="724" y="296"/>
                    </a:cubicBezTo>
                    <a:cubicBezTo>
                      <a:pt x="721" y="295"/>
                      <a:pt x="717" y="294"/>
                      <a:pt x="714" y="293"/>
                    </a:cubicBezTo>
                    <a:cubicBezTo>
                      <a:pt x="709" y="292"/>
                      <a:pt x="705" y="291"/>
                      <a:pt x="700" y="290"/>
                    </a:cubicBezTo>
                    <a:cubicBezTo>
                      <a:pt x="698" y="289"/>
                      <a:pt x="696" y="288"/>
                      <a:pt x="693" y="288"/>
                    </a:cubicBezTo>
                    <a:cubicBezTo>
                      <a:pt x="691" y="287"/>
                      <a:pt x="689" y="286"/>
                      <a:pt x="687" y="286"/>
                    </a:cubicBezTo>
                    <a:cubicBezTo>
                      <a:pt x="686" y="285"/>
                      <a:pt x="685" y="285"/>
                      <a:pt x="684" y="285"/>
                    </a:cubicBezTo>
                    <a:cubicBezTo>
                      <a:pt x="682" y="284"/>
                      <a:pt x="681" y="284"/>
                      <a:pt x="680" y="283"/>
                    </a:cubicBezTo>
                    <a:cubicBezTo>
                      <a:pt x="679" y="283"/>
                      <a:pt x="677" y="282"/>
                      <a:pt x="676" y="281"/>
                    </a:cubicBezTo>
                    <a:cubicBezTo>
                      <a:pt x="675" y="281"/>
                      <a:pt x="674" y="280"/>
                      <a:pt x="672" y="280"/>
                    </a:cubicBezTo>
                    <a:cubicBezTo>
                      <a:pt x="671" y="279"/>
                      <a:pt x="670" y="279"/>
                      <a:pt x="669" y="279"/>
                    </a:cubicBezTo>
                    <a:cubicBezTo>
                      <a:pt x="668" y="278"/>
                      <a:pt x="667" y="278"/>
                      <a:pt x="666" y="277"/>
                    </a:cubicBezTo>
                    <a:cubicBezTo>
                      <a:pt x="665" y="277"/>
                      <a:pt x="664" y="276"/>
                      <a:pt x="664" y="276"/>
                    </a:cubicBezTo>
                    <a:cubicBezTo>
                      <a:pt x="662" y="275"/>
                      <a:pt x="660" y="275"/>
                      <a:pt x="658" y="274"/>
                    </a:cubicBezTo>
                    <a:cubicBezTo>
                      <a:pt x="655" y="273"/>
                      <a:pt x="653" y="273"/>
                      <a:pt x="651" y="273"/>
                    </a:cubicBezTo>
                    <a:cubicBezTo>
                      <a:pt x="648" y="273"/>
                      <a:pt x="646" y="272"/>
                      <a:pt x="643" y="272"/>
                    </a:cubicBezTo>
                    <a:cubicBezTo>
                      <a:pt x="642" y="272"/>
                      <a:pt x="641" y="272"/>
                      <a:pt x="640" y="272"/>
                    </a:cubicBezTo>
                    <a:cubicBezTo>
                      <a:pt x="638" y="272"/>
                      <a:pt x="637" y="272"/>
                      <a:pt x="636" y="272"/>
                    </a:cubicBezTo>
                    <a:cubicBezTo>
                      <a:pt x="633" y="272"/>
                      <a:pt x="630" y="271"/>
                      <a:pt x="627" y="271"/>
                    </a:cubicBezTo>
                    <a:cubicBezTo>
                      <a:pt x="625" y="270"/>
                      <a:pt x="623" y="270"/>
                      <a:pt x="621" y="269"/>
                    </a:cubicBezTo>
                    <a:cubicBezTo>
                      <a:pt x="620" y="269"/>
                      <a:pt x="619" y="269"/>
                      <a:pt x="619" y="268"/>
                    </a:cubicBezTo>
                    <a:cubicBezTo>
                      <a:pt x="618" y="268"/>
                      <a:pt x="617" y="267"/>
                      <a:pt x="616" y="267"/>
                    </a:cubicBezTo>
                    <a:cubicBezTo>
                      <a:pt x="616" y="266"/>
                      <a:pt x="615" y="265"/>
                      <a:pt x="614" y="265"/>
                    </a:cubicBezTo>
                    <a:cubicBezTo>
                      <a:pt x="614" y="265"/>
                      <a:pt x="613" y="264"/>
                      <a:pt x="613" y="264"/>
                    </a:cubicBezTo>
                    <a:cubicBezTo>
                      <a:pt x="612" y="263"/>
                      <a:pt x="611" y="263"/>
                      <a:pt x="611" y="262"/>
                    </a:cubicBezTo>
                    <a:cubicBezTo>
                      <a:pt x="610" y="261"/>
                      <a:pt x="610" y="261"/>
                      <a:pt x="609" y="260"/>
                    </a:cubicBezTo>
                    <a:cubicBezTo>
                      <a:pt x="608" y="259"/>
                      <a:pt x="608" y="257"/>
                      <a:pt x="607" y="256"/>
                    </a:cubicBezTo>
                    <a:cubicBezTo>
                      <a:pt x="606" y="256"/>
                      <a:pt x="606" y="255"/>
                      <a:pt x="605" y="255"/>
                    </a:cubicBezTo>
                    <a:cubicBezTo>
                      <a:pt x="604" y="254"/>
                      <a:pt x="604" y="253"/>
                      <a:pt x="603" y="252"/>
                    </a:cubicBezTo>
                    <a:cubicBezTo>
                      <a:pt x="603" y="251"/>
                      <a:pt x="603" y="251"/>
                      <a:pt x="603" y="251"/>
                    </a:cubicBezTo>
                    <a:cubicBezTo>
                      <a:pt x="602" y="251"/>
                      <a:pt x="602" y="250"/>
                      <a:pt x="602" y="250"/>
                    </a:cubicBezTo>
                    <a:cubicBezTo>
                      <a:pt x="601" y="249"/>
                      <a:pt x="601" y="248"/>
                      <a:pt x="600" y="247"/>
                    </a:cubicBezTo>
                    <a:cubicBezTo>
                      <a:pt x="599" y="245"/>
                      <a:pt x="598" y="244"/>
                      <a:pt x="596" y="242"/>
                    </a:cubicBezTo>
                    <a:cubicBezTo>
                      <a:pt x="595" y="240"/>
                      <a:pt x="594" y="239"/>
                      <a:pt x="592" y="238"/>
                    </a:cubicBezTo>
                    <a:cubicBezTo>
                      <a:pt x="591" y="237"/>
                      <a:pt x="591" y="236"/>
                      <a:pt x="590" y="235"/>
                    </a:cubicBezTo>
                    <a:cubicBezTo>
                      <a:pt x="589" y="234"/>
                      <a:pt x="588" y="233"/>
                      <a:pt x="587" y="232"/>
                    </a:cubicBezTo>
                    <a:cubicBezTo>
                      <a:pt x="586" y="231"/>
                      <a:pt x="585" y="230"/>
                      <a:pt x="583" y="229"/>
                    </a:cubicBezTo>
                    <a:cubicBezTo>
                      <a:pt x="580" y="226"/>
                      <a:pt x="576" y="225"/>
                      <a:pt x="572" y="223"/>
                    </a:cubicBezTo>
                    <a:cubicBezTo>
                      <a:pt x="571" y="223"/>
                      <a:pt x="571" y="223"/>
                      <a:pt x="570" y="223"/>
                    </a:cubicBezTo>
                    <a:cubicBezTo>
                      <a:pt x="570" y="222"/>
                      <a:pt x="569" y="222"/>
                      <a:pt x="569" y="222"/>
                    </a:cubicBezTo>
                    <a:cubicBezTo>
                      <a:pt x="568" y="221"/>
                      <a:pt x="567" y="221"/>
                      <a:pt x="567" y="221"/>
                    </a:cubicBezTo>
                    <a:cubicBezTo>
                      <a:pt x="566" y="221"/>
                      <a:pt x="566" y="220"/>
                      <a:pt x="565" y="220"/>
                    </a:cubicBezTo>
                    <a:cubicBezTo>
                      <a:pt x="565" y="220"/>
                      <a:pt x="565" y="220"/>
                      <a:pt x="565" y="220"/>
                    </a:cubicBezTo>
                    <a:cubicBezTo>
                      <a:pt x="564" y="220"/>
                      <a:pt x="563" y="220"/>
                      <a:pt x="562" y="219"/>
                    </a:cubicBezTo>
                    <a:cubicBezTo>
                      <a:pt x="561" y="219"/>
                      <a:pt x="559" y="219"/>
                      <a:pt x="558" y="219"/>
                    </a:cubicBezTo>
                    <a:cubicBezTo>
                      <a:pt x="557" y="219"/>
                      <a:pt x="556" y="219"/>
                      <a:pt x="555" y="219"/>
                    </a:cubicBezTo>
                    <a:cubicBezTo>
                      <a:pt x="554" y="219"/>
                      <a:pt x="553" y="219"/>
                      <a:pt x="552" y="218"/>
                    </a:cubicBezTo>
                    <a:cubicBezTo>
                      <a:pt x="551" y="218"/>
                      <a:pt x="550" y="218"/>
                      <a:pt x="549" y="218"/>
                    </a:cubicBezTo>
                    <a:cubicBezTo>
                      <a:pt x="547" y="218"/>
                      <a:pt x="545" y="218"/>
                      <a:pt x="543" y="217"/>
                    </a:cubicBezTo>
                    <a:cubicBezTo>
                      <a:pt x="539" y="216"/>
                      <a:pt x="535" y="215"/>
                      <a:pt x="531" y="214"/>
                    </a:cubicBezTo>
                    <a:cubicBezTo>
                      <a:pt x="528" y="213"/>
                      <a:pt x="526" y="212"/>
                      <a:pt x="523" y="211"/>
                    </a:cubicBezTo>
                    <a:cubicBezTo>
                      <a:pt x="522" y="210"/>
                      <a:pt x="521" y="209"/>
                      <a:pt x="520" y="208"/>
                    </a:cubicBezTo>
                    <a:cubicBezTo>
                      <a:pt x="518" y="207"/>
                      <a:pt x="517" y="207"/>
                      <a:pt x="516" y="206"/>
                    </a:cubicBezTo>
                    <a:cubicBezTo>
                      <a:pt x="514" y="204"/>
                      <a:pt x="513" y="203"/>
                      <a:pt x="511" y="202"/>
                    </a:cubicBezTo>
                    <a:cubicBezTo>
                      <a:pt x="510" y="201"/>
                      <a:pt x="509" y="201"/>
                      <a:pt x="508" y="200"/>
                    </a:cubicBezTo>
                    <a:cubicBezTo>
                      <a:pt x="506" y="198"/>
                      <a:pt x="504" y="196"/>
                      <a:pt x="502" y="194"/>
                    </a:cubicBezTo>
                    <a:cubicBezTo>
                      <a:pt x="501" y="193"/>
                      <a:pt x="500" y="192"/>
                      <a:pt x="499" y="192"/>
                    </a:cubicBezTo>
                    <a:cubicBezTo>
                      <a:pt x="498" y="191"/>
                      <a:pt x="498" y="191"/>
                      <a:pt x="497" y="190"/>
                    </a:cubicBezTo>
                    <a:cubicBezTo>
                      <a:pt x="495" y="189"/>
                      <a:pt x="494" y="187"/>
                      <a:pt x="492" y="187"/>
                    </a:cubicBezTo>
                    <a:cubicBezTo>
                      <a:pt x="491" y="186"/>
                      <a:pt x="490" y="185"/>
                      <a:pt x="489" y="184"/>
                    </a:cubicBezTo>
                    <a:cubicBezTo>
                      <a:pt x="488" y="183"/>
                      <a:pt x="487" y="183"/>
                      <a:pt x="485" y="182"/>
                    </a:cubicBezTo>
                    <a:cubicBezTo>
                      <a:pt x="485" y="182"/>
                      <a:pt x="484" y="182"/>
                      <a:pt x="484" y="182"/>
                    </a:cubicBezTo>
                    <a:cubicBezTo>
                      <a:pt x="483" y="182"/>
                      <a:pt x="483" y="181"/>
                      <a:pt x="482" y="181"/>
                    </a:cubicBezTo>
                    <a:cubicBezTo>
                      <a:pt x="481" y="181"/>
                      <a:pt x="480" y="180"/>
                      <a:pt x="479" y="179"/>
                    </a:cubicBezTo>
                    <a:cubicBezTo>
                      <a:pt x="478" y="179"/>
                      <a:pt x="477" y="179"/>
                      <a:pt x="476" y="178"/>
                    </a:cubicBezTo>
                    <a:cubicBezTo>
                      <a:pt x="475" y="178"/>
                      <a:pt x="474" y="178"/>
                      <a:pt x="473" y="178"/>
                    </a:cubicBezTo>
                    <a:cubicBezTo>
                      <a:pt x="472" y="178"/>
                      <a:pt x="471" y="178"/>
                      <a:pt x="470" y="177"/>
                    </a:cubicBezTo>
                    <a:cubicBezTo>
                      <a:pt x="468" y="177"/>
                      <a:pt x="467" y="177"/>
                      <a:pt x="466" y="176"/>
                    </a:cubicBezTo>
                    <a:cubicBezTo>
                      <a:pt x="463" y="176"/>
                      <a:pt x="460" y="175"/>
                      <a:pt x="457" y="174"/>
                    </a:cubicBezTo>
                    <a:cubicBezTo>
                      <a:pt x="456" y="174"/>
                      <a:pt x="454" y="174"/>
                      <a:pt x="453" y="174"/>
                    </a:cubicBezTo>
                    <a:cubicBezTo>
                      <a:pt x="451" y="173"/>
                      <a:pt x="450" y="173"/>
                      <a:pt x="448" y="173"/>
                    </a:cubicBezTo>
                    <a:cubicBezTo>
                      <a:pt x="446" y="172"/>
                      <a:pt x="444" y="172"/>
                      <a:pt x="442" y="172"/>
                    </a:cubicBezTo>
                    <a:cubicBezTo>
                      <a:pt x="441" y="171"/>
                      <a:pt x="439" y="171"/>
                      <a:pt x="437" y="171"/>
                    </a:cubicBezTo>
                    <a:cubicBezTo>
                      <a:pt x="435" y="170"/>
                      <a:pt x="433" y="170"/>
                      <a:pt x="431" y="170"/>
                    </a:cubicBezTo>
                    <a:cubicBezTo>
                      <a:pt x="429" y="169"/>
                      <a:pt x="428" y="169"/>
                      <a:pt x="426" y="168"/>
                    </a:cubicBezTo>
                    <a:cubicBezTo>
                      <a:pt x="424" y="168"/>
                      <a:pt x="422" y="167"/>
                      <a:pt x="420" y="166"/>
                    </a:cubicBezTo>
                    <a:cubicBezTo>
                      <a:pt x="418" y="166"/>
                      <a:pt x="416" y="165"/>
                      <a:pt x="414" y="164"/>
                    </a:cubicBezTo>
                    <a:cubicBezTo>
                      <a:pt x="413" y="164"/>
                      <a:pt x="413" y="164"/>
                      <a:pt x="412" y="163"/>
                    </a:cubicBezTo>
                    <a:cubicBezTo>
                      <a:pt x="411" y="163"/>
                      <a:pt x="410" y="163"/>
                      <a:pt x="410" y="163"/>
                    </a:cubicBezTo>
                    <a:cubicBezTo>
                      <a:pt x="409" y="162"/>
                      <a:pt x="409" y="162"/>
                      <a:pt x="408" y="162"/>
                    </a:cubicBezTo>
                    <a:cubicBezTo>
                      <a:pt x="408" y="161"/>
                      <a:pt x="407" y="161"/>
                      <a:pt x="406" y="161"/>
                    </a:cubicBezTo>
                    <a:cubicBezTo>
                      <a:pt x="406" y="161"/>
                      <a:pt x="405" y="161"/>
                      <a:pt x="404" y="160"/>
                    </a:cubicBezTo>
                    <a:cubicBezTo>
                      <a:pt x="403" y="160"/>
                      <a:pt x="401" y="159"/>
                      <a:pt x="400" y="158"/>
                    </a:cubicBezTo>
                    <a:cubicBezTo>
                      <a:pt x="398" y="157"/>
                      <a:pt x="395" y="156"/>
                      <a:pt x="393" y="155"/>
                    </a:cubicBezTo>
                    <a:cubicBezTo>
                      <a:pt x="391" y="153"/>
                      <a:pt x="389" y="152"/>
                      <a:pt x="386" y="151"/>
                    </a:cubicBezTo>
                    <a:cubicBezTo>
                      <a:pt x="385" y="150"/>
                      <a:pt x="384" y="150"/>
                      <a:pt x="383" y="149"/>
                    </a:cubicBezTo>
                    <a:cubicBezTo>
                      <a:pt x="381" y="148"/>
                      <a:pt x="380" y="147"/>
                      <a:pt x="379" y="146"/>
                    </a:cubicBezTo>
                    <a:cubicBezTo>
                      <a:pt x="378" y="145"/>
                      <a:pt x="377" y="145"/>
                      <a:pt x="376" y="144"/>
                    </a:cubicBezTo>
                    <a:cubicBezTo>
                      <a:pt x="375" y="143"/>
                      <a:pt x="374" y="142"/>
                      <a:pt x="373" y="141"/>
                    </a:cubicBezTo>
                    <a:cubicBezTo>
                      <a:pt x="372" y="139"/>
                      <a:pt x="370" y="137"/>
                      <a:pt x="369" y="135"/>
                    </a:cubicBezTo>
                    <a:cubicBezTo>
                      <a:pt x="367" y="134"/>
                      <a:pt x="367" y="132"/>
                      <a:pt x="366" y="130"/>
                    </a:cubicBezTo>
                    <a:cubicBezTo>
                      <a:pt x="365" y="128"/>
                      <a:pt x="364" y="127"/>
                      <a:pt x="363" y="125"/>
                    </a:cubicBezTo>
                    <a:cubicBezTo>
                      <a:pt x="362" y="125"/>
                      <a:pt x="362" y="124"/>
                      <a:pt x="361" y="124"/>
                    </a:cubicBezTo>
                    <a:cubicBezTo>
                      <a:pt x="361" y="123"/>
                      <a:pt x="360" y="122"/>
                      <a:pt x="360" y="122"/>
                    </a:cubicBezTo>
                    <a:cubicBezTo>
                      <a:pt x="360" y="121"/>
                      <a:pt x="359" y="121"/>
                      <a:pt x="359" y="120"/>
                    </a:cubicBezTo>
                    <a:cubicBezTo>
                      <a:pt x="358" y="119"/>
                      <a:pt x="357" y="118"/>
                      <a:pt x="356" y="117"/>
                    </a:cubicBezTo>
                    <a:cubicBezTo>
                      <a:pt x="356" y="116"/>
                      <a:pt x="355" y="115"/>
                      <a:pt x="355" y="114"/>
                    </a:cubicBezTo>
                    <a:cubicBezTo>
                      <a:pt x="354" y="113"/>
                      <a:pt x="353" y="112"/>
                      <a:pt x="353" y="111"/>
                    </a:cubicBezTo>
                    <a:cubicBezTo>
                      <a:pt x="352" y="109"/>
                      <a:pt x="352" y="108"/>
                      <a:pt x="351" y="106"/>
                    </a:cubicBezTo>
                    <a:cubicBezTo>
                      <a:pt x="351" y="105"/>
                      <a:pt x="350" y="104"/>
                      <a:pt x="350" y="103"/>
                    </a:cubicBezTo>
                    <a:cubicBezTo>
                      <a:pt x="349" y="102"/>
                      <a:pt x="349" y="101"/>
                      <a:pt x="348" y="101"/>
                    </a:cubicBezTo>
                    <a:cubicBezTo>
                      <a:pt x="347" y="100"/>
                      <a:pt x="347" y="99"/>
                      <a:pt x="346" y="98"/>
                    </a:cubicBezTo>
                    <a:cubicBezTo>
                      <a:pt x="346" y="97"/>
                      <a:pt x="345" y="97"/>
                      <a:pt x="345" y="96"/>
                    </a:cubicBezTo>
                    <a:cubicBezTo>
                      <a:pt x="344" y="95"/>
                      <a:pt x="344" y="94"/>
                      <a:pt x="343" y="93"/>
                    </a:cubicBezTo>
                    <a:cubicBezTo>
                      <a:pt x="342" y="91"/>
                      <a:pt x="341" y="89"/>
                      <a:pt x="339" y="88"/>
                    </a:cubicBezTo>
                    <a:cubicBezTo>
                      <a:pt x="338" y="87"/>
                      <a:pt x="337" y="86"/>
                      <a:pt x="336" y="86"/>
                    </a:cubicBezTo>
                    <a:cubicBezTo>
                      <a:pt x="335" y="85"/>
                      <a:pt x="334" y="83"/>
                      <a:pt x="333" y="83"/>
                    </a:cubicBezTo>
                    <a:cubicBezTo>
                      <a:pt x="331" y="81"/>
                      <a:pt x="329" y="80"/>
                      <a:pt x="327" y="79"/>
                    </a:cubicBezTo>
                    <a:cubicBezTo>
                      <a:pt x="325" y="78"/>
                      <a:pt x="323" y="77"/>
                      <a:pt x="321" y="76"/>
                    </a:cubicBezTo>
                    <a:cubicBezTo>
                      <a:pt x="320" y="75"/>
                      <a:pt x="318" y="74"/>
                      <a:pt x="316" y="74"/>
                    </a:cubicBezTo>
                    <a:cubicBezTo>
                      <a:pt x="315" y="73"/>
                      <a:pt x="313" y="72"/>
                      <a:pt x="312" y="72"/>
                    </a:cubicBezTo>
                    <a:cubicBezTo>
                      <a:pt x="311" y="72"/>
                      <a:pt x="309" y="71"/>
                      <a:pt x="308" y="70"/>
                    </a:cubicBezTo>
                    <a:cubicBezTo>
                      <a:pt x="307" y="70"/>
                      <a:pt x="306" y="70"/>
                      <a:pt x="305" y="70"/>
                    </a:cubicBezTo>
                    <a:cubicBezTo>
                      <a:pt x="304" y="69"/>
                      <a:pt x="303" y="69"/>
                      <a:pt x="302" y="69"/>
                    </a:cubicBezTo>
                    <a:cubicBezTo>
                      <a:pt x="301" y="69"/>
                      <a:pt x="300" y="69"/>
                      <a:pt x="299" y="69"/>
                    </a:cubicBezTo>
                    <a:cubicBezTo>
                      <a:pt x="297" y="69"/>
                      <a:pt x="295" y="68"/>
                      <a:pt x="293" y="68"/>
                    </a:cubicBezTo>
                    <a:cubicBezTo>
                      <a:pt x="292" y="68"/>
                      <a:pt x="291" y="68"/>
                      <a:pt x="290" y="68"/>
                    </a:cubicBezTo>
                    <a:cubicBezTo>
                      <a:pt x="288" y="68"/>
                      <a:pt x="287" y="68"/>
                      <a:pt x="285" y="68"/>
                    </a:cubicBezTo>
                    <a:cubicBezTo>
                      <a:pt x="282" y="67"/>
                      <a:pt x="278" y="66"/>
                      <a:pt x="275" y="65"/>
                    </a:cubicBezTo>
                    <a:cubicBezTo>
                      <a:pt x="273" y="65"/>
                      <a:pt x="272" y="65"/>
                      <a:pt x="271" y="65"/>
                    </a:cubicBezTo>
                    <a:cubicBezTo>
                      <a:pt x="269" y="65"/>
                      <a:pt x="268" y="64"/>
                      <a:pt x="266" y="64"/>
                    </a:cubicBezTo>
                    <a:cubicBezTo>
                      <a:pt x="263" y="63"/>
                      <a:pt x="259" y="63"/>
                      <a:pt x="256" y="63"/>
                    </a:cubicBezTo>
                    <a:cubicBezTo>
                      <a:pt x="254" y="62"/>
                      <a:pt x="252" y="62"/>
                      <a:pt x="250" y="62"/>
                    </a:cubicBezTo>
                    <a:cubicBezTo>
                      <a:pt x="249" y="62"/>
                      <a:pt x="247" y="61"/>
                      <a:pt x="246" y="61"/>
                    </a:cubicBezTo>
                    <a:cubicBezTo>
                      <a:pt x="243" y="61"/>
                      <a:pt x="241" y="60"/>
                      <a:pt x="239" y="60"/>
                    </a:cubicBezTo>
                    <a:cubicBezTo>
                      <a:pt x="238" y="60"/>
                      <a:pt x="237" y="60"/>
                      <a:pt x="236" y="59"/>
                    </a:cubicBezTo>
                    <a:cubicBezTo>
                      <a:pt x="235" y="59"/>
                      <a:pt x="234" y="59"/>
                      <a:pt x="234" y="59"/>
                    </a:cubicBezTo>
                    <a:cubicBezTo>
                      <a:pt x="233" y="59"/>
                      <a:pt x="232" y="59"/>
                      <a:pt x="232" y="58"/>
                    </a:cubicBezTo>
                    <a:cubicBezTo>
                      <a:pt x="230" y="58"/>
                      <a:pt x="229" y="57"/>
                      <a:pt x="227" y="57"/>
                    </a:cubicBezTo>
                    <a:cubicBezTo>
                      <a:pt x="226" y="56"/>
                      <a:pt x="224" y="55"/>
                      <a:pt x="223" y="55"/>
                    </a:cubicBezTo>
                    <a:cubicBezTo>
                      <a:pt x="221" y="54"/>
                      <a:pt x="219" y="54"/>
                      <a:pt x="217" y="53"/>
                    </a:cubicBezTo>
                    <a:cubicBezTo>
                      <a:pt x="215" y="53"/>
                      <a:pt x="214" y="52"/>
                      <a:pt x="212" y="52"/>
                    </a:cubicBezTo>
                    <a:cubicBezTo>
                      <a:pt x="210" y="51"/>
                      <a:pt x="208" y="52"/>
                      <a:pt x="206" y="52"/>
                    </a:cubicBezTo>
                    <a:cubicBezTo>
                      <a:pt x="204" y="52"/>
                      <a:pt x="201" y="52"/>
                      <a:pt x="199" y="52"/>
                    </a:cubicBezTo>
                    <a:cubicBezTo>
                      <a:pt x="198" y="53"/>
                      <a:pt x="196" y="54"/>
                      <a:pt x="194" y="55"/>
                    </a:cubicBezTo>
                    <a:cubicBezTo>
                      <a:pt x="193" y="55"/>
                      <a:pt x="191" y="56"/>
                      <a:pt x="190" y="57"/>
                    </a:cubicBezTo>
                    <a:cubicBezTo>
                      <a:pt x="188" y="59"/>
                      <a:pt x="187" y="59"/>
                      <a:pt x="186" y="60"/>
                    </a:cubicBezTo>
                    <a:cubicBezTo>
                      <a:pt x="184" y="62"/>
                      <a:pt x="183" y="63"/>
                      <a:pt x="182" y="65"/>
                    </a:cubicBezTo>
                    <a:cubicBezTo>
                      <a:pt x="181" y="66"/>
                      <a:pt x="180" y="66"/>
                      <a:pt x="179" y="67"/>
                    </a:cubicBezTo>
                    <a:cubicBezTo>
                      <a:pt x="178" y="68"/>
                      <a:pt x="178" y="69"/>
                      <a:pt x="177" y="70"/>
                    </a:cubicBezTo>
                    <a:cubicBezTo>
                      <a:pt x="176" y="70"/>
                      <a:pt x="175" y="71"/>
                      <a:pt x="174" y="72"/>
                    </a:cubicBezTo>
                    <a:cubicBezTo>
                      <a:pt x="174" y="72"/>
                      <a:pt x="173" y="73"/>
                      <a:pt x="172" y="73"/>
                    </a:cubicBezTo>
                    <a:cubicBezTo>
                      <a:pt x="172" y="74"/>
                      <a:pt x="171" y="75"/>
                      <a:pt x="171" y="75"/>
                    </a:cubicBezTo>
                    <a:cubicBezTo>
                      <a:pt x="170" y="75"/>
                      <a:pt x="170" y="76"/>
                      <a:pt x="169" y="76"/>
                    </a:cubicBezTo>
                    <a:cubicBezTo>
                      <a:pt x="168" y="77"/>
                      <a:pt x="166" y="76"/>
                      <a:pt x="165" y="76"/>
                    </a:cubicBezTo>
                    <a:cubicBezTo>
                      <a:pt x="164" y="76"/>
                      <a:pt x="162" y="76"/>
                      <a:pt x="161" y="76"/>
                    </a:cubicBezTo>
                    <a:cubicBezTo>
                      <a:pt x="160" y="76"/>
                      <a:pt x="159" y="75"/>
                      <a:pt x="158" y="74"/>
                    </a:cubicBezTo>
                    <a:cubicBezTo>
                      <a:pt x="157" y="73"/>
                      <a:pt x="156" y="72"/>
                      <a:pt x="154" y="72"/>
                    </a:cubicBezTo>
                    <a:cubicBezTo>
                      <a:pt x="153" y="71"/>
                      <a:pt x="151" y="71"/>
                      <a:pt x="149" y="71"/>
                    </a:cubicBezTo>
                    <a:cubicBezTo>
                      <a:pt x="148" y="71"/>
                      <a:pt x="147" y="71"/>
                      <a:pt x="145" y="71"/>
                    </a:cubicBezTo>
                    <a:cubicBezTo>
                      <a:pt x="144" y="72"/>
                      <a:pt x="143" y="73"/>
                      <a:pt x="142" y="73"/>
                    </a:cubicBezTo>
                    <a:cubicBezTo>
                      <a:pt x="140" y="75"/>
                      <a:pt x="138" y="76"/>
                      <a:pt x="136" y="77"/>
                    </a:cubicBezTo>
                    <a:cubicBezTo>
                      <a:pt x="135" y="77"/>
                      <a:pt x="133" y="78"/>
                      <a:pt x="131" y="78"/>
                    </a:cubicBezTo>
                    <a:cubicBezTo>
                      <a:pt x="128" y="78"/>
                      <a:pt x="125" y="78"/>
                      <a:pt x="122" y="78"/>
                    </a:cubicBezTo>
                    <a:cubicBezTo>
                      <a:pt x="120" y="78"/>
                      <a:pt x="118" y="79"/>
                      <a:pt x="116" y="79"/>
                    </a:cubicBezTo>
                    <a:cubicBezTo>
                      <a:pt x="114" y="80"/>
                      <a:pt x="112" y="80"/>
                      <a:pt x="110" y="80"/>
                    </a:cubicBezTo>
                    <a:cubicBezTo>
                      <a:pt x="108" y="81"/>
                      <a:pt x="107" y="81"/>
                      <a:pt x="105" y="81"/>
                    </a:cubicBezTo>
                    <a:cubicBezTo>
                      <a:pt x="103" y="81"/>
                      <a:pt x="101" y="82"/>
                      <a:pt x="99" y="82"/>
                    </a:cubicBezTo>
                    <a:cubicBezTo>
                      <a:pt x="98" y="82"/>
                      <a:pt x="97" y="82"/>
                      <a:pt x="97" y="82"/>
                    </a:cubicBezTo>
                    <a:cubicBezTo>
                      <a:pt x="94" y="86"/>
                      <a:pt x="94" y="86"/>
                      <a:pt x="94" y="86"/>
                    </a:cubicBezTo>
                    <a:cubicBezTo>
                      <a:pt x="94" y="83"/>
                      <a:pt x="94" y="83"/>
                      <a:pt x="94" y="83"/>
                    </a:cubicBezTo>
                    <a:cubicBezTo>
                      <a:pt x="94" y="83"/>
                      <a:pt x="94" y="83"/>
                      <a:pt x="94" y="83"/>
                    </a:cubicBezTo>
                    <a:cubicBezTo>
                      <a:pt x="95" y="82"/>
                      <a:pt x="95" y="82"/>
                      <a:pt x="96" y="82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2"/>
                      <a:pt x="95" y="82"/>
                      <a:pt x="94" y="83"/>
                    </a:cubicBezTo>
                    <a:cubicBezTo>
                      <a:pt x="93" y="83"/>
                      <a:pt x="92" y="83"/>
                      <a:pt x="92" y="83"/>
                    </a:cubicBezTo>
                    <a:cubicBezTo>
                      <a:pt x="91" y="83"/>
                      <a:pt x="90" y="83"/>
                      <a:pt x="90" y="83"/>
                    </a:cubicBezTo>
                    <a:cubicBezTo>
                      <a:pt x="89" y="83"/>
                      <a:pt x="88" y="83"/>
                      <a:pt x="87" y="83"/>
                    </a:cubicBezTo>
                    <a:cubicBezTo>
                      <a:pt x="85" y="83"/>
                      <a:pt x="84" y="83"/>
                      <a:pt x="82" y="83"/>
                    </a:cubicBezTo>
                    <a:cubicBezTo>
                      <a:pt x="81" y="83"/>
                      <a:pt x="80" y="84"/>
                      <a:pt x="79" y="84"/>
                    </a:cubicBezTo>
                    <a:cubicBezTo>
                      <a:pt x="78" y="84"/>
                      <a:pt x="76" y="84"/>
                      <a:pt x="75" y="84"/>
                    </a:cubicBezTo>
                    <a:cubicBezTo>
                      <a:pt x="71" y="83"/>
                      <a:pt x="68" y="84"/>
                      <a:pt x="64" y="84"/>
                    </a:cubicBezTo>
                    <a:cubicBezTo>
                      <a:pt x="63" y="84"/>
                      <a:pt x="61" y="83"/>
                      <a:pt x="60" y="84"/>
                    </a:cubicBezTo>
                    <a:cubicBezTo>
                      <a:pt x="59" y="84"/>
                      <a:pt x="58" y="84"/>
                      <a:pt x="57" y="84"/>
                    </a:cubicBezTo>
                    <a:cubicBezTo>
                      <a:pt x="51" y="84"/>
                      <a:pt x="46" y="85"/>
                      <a:pt x="41" y="85"/>
                    </a:cubicBezTo>
                    <a:cubicBezTo>
                      <a:pt x="39" y="85"/>
                      <a:pt x="37" y="85"/>
                      <a:pt x="35" y="85"/>
                    </a:cubicBezTo>
                    <a:cubicBezTo>
                      <a:pt x="33" y="85"/>
                      <a:pt x="31" y="84"/>
                      <a:pt x="29" y="84"/>
                    </a:cubicBezTo>
                    <a:cubicBezTo>
                      <a:pt x="26" y="84"/>
                      <a:pt x="24" y="83"/>
                      <a:pt x="22" y="83"/>
                    </a:cubicBezTo>
                    <a:cubicBezTo>
                      <a:pt x="20" y="82"/>
                      <a:pt x="19" y="81"/>
                      <a:pt x="18" y="80"/>
                    </a:cubicBezTo>
                    <a:cubicBezTo>
                      <a:pt x="15" y="78"/>
                      <a:pt x="13" y="76"/>
                      <a:pt x="11" y="74"/>
                    </a:cubicBezTo>
                    <a:cubicBezTo>
                      <a:pt x="9" y="73"/>
                      <a:pt x="8" y="72"/>
                      <a:pt x="6" y="70"/>
                    </a:cubicBezTo>
                    <a:cubicBezTo>
                      <a:pt x="6" y="69"/>
                      <a:pt x="5" y="69"/>
                      <a:pt x="4" y="68"/>
                    </a:cubicBezTo>
                    <a:cubicBezTo>
                      <a:pt x="4" y="67"/>
                      <a:pt x="4" y="66"/>
                      <a:pt x="3" y="66"/>
                    </a:cubicBezTo>
                    <a:cubicBezTo>
                      <a:pt x="3" y="64"/>
                      <a:pt x="2" y="62"/>
                      <a:pt x="1" y="60"/>
                    </a:cubicBezTo>
                    <a:cubicBezTo>
                      <a:pt x="1" y="59"/>
                      <a:pt x="1" y="58"/>
                      <a:pt x="1" y="57"/>
                    </a:cubicBezTo>
                    <a:cubicBezTo>
                      <a:pt x="1" y="57"/>
                      <a:pt x="0" y="56"/>
                      <a:pt x="0" y="55"/>
                    </a:cubicBezTo>
                    <a:cubicBezTo>
                      <a:pt x="0" y="54"/>
                      <a:pt x="1" y="53"/>
                      <a:pt x="1" y="53"/>
                    </a:cubicBezTo>
                    <a:cubicBezTo>
                      <a:pt x="1" y="52"/>
                      <a:pt x="1" y="51"/>
                      <a:pt x="1" y="50"/>
                    </a:cubicBezTo>
                    <a:cubicBezTo>
                      <a:pt x="1" y="49"/>
                      <a:pt x="2" y="48"/>
                      <a:pt x="2" y="47"/>
                    </a:cubicBezTo>
                    <a:cubicBezTo>
                      <a:pt x="2" y="47"/>
                      <a:pt x="3" y="46"/>
                      <a:pt x="3" y="45"/>
                    </a:cubicBezTo>
                    <a:cubicBezTo>
                      <a:pt x="4" y="43"/>
                      <a:pt x="4" y="41"/>
                      <a:pt x="6" y="40"/>
                    </a:cubicBezTo>
                    <a:cubicBezTo>
                      <a:pt x="6" y="39"/>
                      <a:pt x="7" y="39"/>
                      <a:pt x="8" y="38"/>
                    </a:cubicBezTo>
                    <a:cubicBezTo>
                      <a:pt x="9" y="37"/>
                      <a:pt x="9" y="37"/>
                      <a:pt x="10" y="36"/>
                    </a:cubicBezTo>
                    <a:cubicBezTo>
                      <a:pt x="11" y="35"/>
                      <a:pt x="12" y="34"/>
                      <a:pt x="12" y="34"/>
                    </a:cubicBezTo>
                    <a:cubicBezTo>
                      <a:pt x="13" y="32"/>
                      <a:pt x="14" y="31"/>
                      <a:pt x="15" y="30"/>
                    </a:cubicBezTo>
                    <a:cubicBezTo>
                      <a:pt x="16" y="28"/>
                      <a:pt x="17" y="27"/>
                      <a:pt x="18" y="26"/>
                    </a:cubicBezTo>
                    <a:cubicBezTo>
                      <a:pt x="19" y="25"/>
                      <a:pt x="20" y="24"/>
                      <a:pt x="20" y="24"/>
                    </a:cubicBezTo>
                    <a:cubicBezTo>
                      <a:pt x="21" y="23"/>
                      <a:pt x="22" y="22"/>
                      <a:pt x="22" y="20"/>
                    </a:cubicBezTo>
                    <a:cubicBezTo>
                      <a:pt x="22" y="19"/>
                      <a:pt x="21" y="19"/>
                      <a:pt x="21" y="18"/>
                    </a:cubicBezTo>
                    <a:cubicBezTo>
                      <a:pt x="21" y="16"/>
                      <a:pt x="21" y="15"/>
                      <a:pt x="20" y="14"/>
                    </a:cubicBezTo>
                    <a:cubicBezTo>
                      <a:pt x="19" y="12"/>
                      <a:pt x="19" y="9"/>
                      <a:pt x="19" y="7"/>
                    </a:cubicBezTo>
                    <a:cubicBezTo>
                      <a:pt x="19" y="4"/>
                      <a:pt x="19" y="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7" y="6"/>
                      <a:pt x="30" y="10"/>
                      <a:pt x="33" y="13"/>
                    </a:cubicBezTo>
                    <a:cubicBezTo>
                      <a:pt x="35" y="14"/>
                      <a:pt x="37" y="15"/>
                      <a:pt x="39" y="17"/>
                    </a:cubicBezTo>
                    <a:cubicBezTo>
                      <a:pt x="41" y="18"/>
                      <a:pt x="43" y="19"/>
                      <a:pt x="44" y="20"/>
                    </a:cubicBezTo>
                    <a:cubicBezTo>
                      <a:pt x="48" y="23"/>
                      <a:pt x="53" y="26"/>
                      <a:pt x="58" y="27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71" y="33"/>
                      <a:pt x="74" y="34"/>
                      <a:pt x="77" y="34"/>
                    </a:cubicBezTo>
                    <a:cubicBezTo>
                      <a:pt x="79" y="35"/>
                      <a:pt x="80" y="35"/>
                      <a:pt x="82" y="34"/>
                    </a:cubicBezTo>
                    <a:cubicBezTo>
                      <a:pt x="83" y="33"/>
                      <a:pt x="85" y="31"/>
                      <a:pt x="87" y="30"/>
                    </a:cubicBezTo>
                    <a:cubicBezTo>
                      <a:pt x="89" y="29"/>
                      <a:pt x="91" y="29"/>
                      <a:pt x="93" y="28"/>
                    </a:cubicBezTo>
                    <a:cubicBezTo>
                      <a:pt x="95" y="26"/>
                      <a:pt x="98" y="25"/>
                      <a:pt x="101" y="23"/>
                    </a:cubicBezTo>
                    <a:cubicBezTo>
                      <a:pt x="104" y="21"/>
                      <a:pt x="108" y="18"/>
                      <a:pt x="111" y="15"/>
                    </a:cubicBezTo>
                    <a:cubicBezTo>
                      <a:pt x="114" y="13"/>
                      <a:pt x="116" y="12"/>
                      <a:pt x="119" y="11"/>
                    </a:cubicBezTo>
                    <a:cubicBezTo>
                      <a:pt x="121" y="11"/>
                      <a:pt x="124" y="10"/>
                      <a:pt x="126" y="10"/>
                    </a:cubicBezTo>
                    <a:cubicBezTo>
                      <a:pt x="129" y="10"/>
                      <a:pt x="131" y="10"/>
                      <a:pt x="133" y="11"/>
                    </a:cubicBezTo>
                    <a:cubicBezTo>
                      <a:pt x="136" y="12"/>
                      <a:pt x="138" y="13"/>
                      <a:pt x="140" y="14"/>
                    </a:cubicBezTo>
                    <a:cubicBezTo>
                      <a:pt x="145" y="16"/>
                      <a:pt x="150" y="20"/>
                      <a:pt x="155" y="19"/>
                    </a:cubicBezTo>
                    <a:cubicBezTo>
                      <a:pt x="157" y="18"/>
                      <a:pt x="158" y="18"/>
                      <a:pt x="159" y="17"/>
                    </a:cubicBezTo>
                    <a:cubicBezTo>
                      <a:pt x="161" y="17"/>
                      <a:pt x="163" y="16"/>
                      <a:pt x="165" y="16"/>
                    </a:cubicBezTo>
                    <a:cubicBezTo>
                      <a:pt x="169" y="15"/>
                      <a:pt x="172" y="14"/>
                      <a:pt x="175" y="12"/>
                    </a:cubicBezTo>
                    <a:cubicBezTo>
                      <a:pt x="178" y="10"/>
                      <a:pt x="183" y="10"/>
                      <a:pt x="187" y="10"/>
                    </a:cubicBezTo>
                    <a:cubicBezTo>
                      <a:pt x="189" y="10"/>
                      <a:pt x="191" y="9"/>
                      <a:pt x="194" y="9"/>
                    </a:cubicBezTo>
                    <a:cubicBezTo>
                      <a:pt x="195" y="9"/>
                      <a:pt x="196" y="9"/>
                      <a:pt x="197" y="9"/>
                    </a:cubicBezTo>
                    <a:cubicBezTo>
                      <a:pt x="199" y="9"/>
                      <a:pt x="200" y="9"/>
                      <a:pt x="201" y="10"/>
                    </a:cubicBezTo>
                    <a:cubicBezTo>
                      <a:pt x="203" y="10"/>
                      <a:pt x="205" y="12"/>
                      <a:pt x="206" y="13"/>
                    </a:cubicBezTo>
                    <a:cubicBezTo>
                      <a:pt x="208" y="14"/>
                      <a:pt x="209" y="15"/>
                      <a:pt x="211" y="17"/>
                    </a:cubicBezTo>
                    <a:cubicBezTo>
                      <a:pt x="213" y="19"/>
                      <a:pt x="216" y="22"/>
                      <a:pt x="219" y="22"/>
                    </a:cubicBezTo>
                    <a:cubicBezTo>
                      <a:pt x="222" y="22"/>
                      <a:pt x="224" y="21"/>
                      <a:pt x="226" y="21"/>
                    </a:cubicBezTo>
                    <a:cubicBezTo>
                      <a:pt x="230" y="20"/>
                      <a:pt x="233" y="20"/>
                      <a:pt x="237" y="20"/>
                    </a:cubicBezTo>
                    <a:cubicBezTo>
                      <a:pt x="240" y="20"/>
                      <a:pt x="243" y="20"/>
                      <a:pt x="246" y="20"/>
                    </a:cubicBezTo>
                    <a:cubicBezTo>
                      <a:pt x="249" y="20"/>
                      <a:pt x="251" y="23"/>
                      <a:pt x="253" y="25"/>
                    </a:cubicBezTo>
                    <a:cubicBezTo>
                      <a:pt x="255" y="27"/>
                      <a:pt x="257" y="30"/>
                      <a:pt x="259" y="32"/>
                    </a:cubicBezTo>
                    <a:cubicBezTo>
                      <a:pt x="263" y="35"/>
                      <a:pt x="269" y="29"/>
                      <a:pt x="273" y="28"/>
                    </a:cubicBezTo>
                    <a:cubicBezTo>
                      <a:pt x="274" y="28"/>
                      <a:pt x="273" y="28"/>
                      <a:pt x="273" y="29"/>
                    </a:cubicBezTo>
                    <a:cubicBezTo>
                      <a:pt x="275" y="28"/>
                      <a:pt x="276" y="28"/>
                      <a:pt x="278" y="28"/>
                    </a:cubicBezTo>
                    <a:cubicBezTo>
                      <a:pt x="281" y="28"/>
                      <a:pt x="283" y="27"/>
                      <a:pt x="286" y="28"/>
                    </a:cubicBezTo>
                    <a:cubicBezTo>
                      <a:pt x="289" y="30"/>
                      <a:pt x="292" y="31"/>
                      <a:pt x="295" y="32"/>
                    </a:cubicBezTo>
                    <a:cubicBezTo>
                      <a:pt x="298" y="33"/>
                      <a:pt x="299" y="34"/>
                      <a:pt x="302" y="36"/>
                    </a:cubicBezTo>
                    <a:cubicBezTo>
                      <a:pt x="303" y="37"/>
                      <a:pt x="305" y="37"/>
                      <a:pt x="306" y="38"/>
                    </a:cubicBezTo>
                    <a:cubicBezTo>
                      <a:pt x="307" y="39"/>
                      <a:pt x="308" y="41"/>
                      <a:pt x="309" y="42"/>
                    </a:cubicBezTo>
                    <a:cubicBezTo>
                      <a:pt x="311" y="45"/>
                      <a:pt x="313" y="46"/>
                      <a:pt x="315" y="48"/>
                    </a:cubicBezTo>
                    <a:cubicBezTo>
                      <a:pt x="317" y="51"/>
                      <a:pt x="320" y="53"/>
                      <a:pt x="323" y="55"/>
                    </a:cubicBezTo>
                    <a:cubicBezTo>
                      <a:pt x="324" y="56"/>
                      <a:pt x="326" y="57"/>
                      <a:pt x="327" y="58"/>
                    </a:cubicBezTo>
                    <a:cubicBezTo>
                      <a:pt x="329" y="59"/>
                      <a:pt x="331" y="60"/>
                      <a:pt x="333" y="61"/>
                    </a:cubicBezTo>
                    <a:cubicBezTo>
                      <a:pt x="336" y="64"/>
                      <a:pt x="338" y="66"/>
                      <a:pt x="342" y="68"/>
                    </a:cubicBezTo>
                    <a:cubicBezTo>
                      <a:pt x="344" y="70"/>
                      <a:pt x="347" y="70"/>
                      <a:pt x="350" y="71"/>
                    </a:cubicBezTo>
                    <a:cubicBezTo>
                      <a:pt x="353" y="72"/>
                      <a:pt x="355" y="74"/>
                      <a:pt x="357" y="75"/>
                    </a:cubicBezTo>
                    <a:cubicBezTo>
                      <a:pt x="358" y="76"/>
                      <a:pt x="360" y="77"/>
                      <a:pt x="360" y="79"/>
                    </a:cubicBezTo>
                    <a:cubicBezTo>
                      <a:pt x="362" y="84"/>
                      <a:pt x="358" y="88"/>
                      <a:pt x="359" y="93"/>
                    </a:cubicBezTo>
                    <a:cubicBezTo>
                      <a:pt x="360" y="95"/>
                      <a:pt x="361" y="95"/>
                      <a:pt x="363" y="96"/>
                    </a:cubicBezTo>
                    <a:cubicBezTo>
                      <a:pt x="364" y="97"/>
                      <a:pt x="366" y="99"/>
                      <a:pt x="368" y="99"/>
                    </a:cubicBezTo>
                    <a:cubicBezTo>
                      <a:pt x="369" y="100"/>
                      <a:pt x="370" y="100"/>
                      <a:pt x="371" y="101"/>
                    </a:cubicBezTo>
                    <a:cubicBezTo>
                      <a:pt x="373" y="102"/>
                      <a:pt x="375" y="102"/>
                      <a:pt x="376" y="104"/>
                    </a:cubicBezTo>
                    <a:cubicBezTo>
                      <a:pt x="378" y="105"/>
                      <a:pt x="380" y="107"/>
                      <a:pt x="382" y="108"/>
                    </a:cubicBezTo>
                    <a:cubicBezTo>
                      <a:pt x="384" y="109"/>
                      <a:pt x="387" y="111"/>
                      <a:pt x="390" y="112"/>
                    </a:cubicBezTo>
                    <a:cubicBezTo>
                      <a:pt x="395" y="114"/>
                      <a:pt x="400" y="117"/>
                      <a:pt x="405" y="119"/>
                    </a:cubicBezTo>
                    <a:cubicBezTo>
                      <a:pt x="409" y="122"/>
                      <a:pt x="413" y="125"/>
                      <a:pt x="418" y="127"/>
                    </a:cubicBezTo>
                    <a:cubicBezTo>
                      <a:pt x="420" y="128"/>
                      <a:pt x="423" y="129"/>
                      <a:pt x="425" y="129"/>
                    </a:cubicBezTo>
                    <a:cubicBezTo>
                      <a:pt x="428" y="129"/>
                      <a:pt x="431" y="129"/>
                      <a:pt x="434" y="130"/>
                    </a:cubicBezTo>
                    <a:cubicBezTo>
                      <a:pt x="439" y="132"/>
                      <a:pt x="443" y="135"/>
                      <a:pt x="448" y="137"/>
                    </a:cubicBezTo>
                    <a:cubicBezTo>
                      <a:pt x="450" y="137"/>
                      <a:pt x="452" y="137"/>
                      <a:pt x="454" y="138"/>
                    </a:cubicBezTo>
                    <a:cubicBezTo>
                      <a:pt x="457" y="138"/>
                      <a:pt x="459" y="139"/>
                      <a:pt x="461" y="140"/>
                    </a:cubicBezTo>
                    <a:cubicBezTo>
                      <a:pt x="464" y="142"/>
                      <a:pt x="468" y="143"/>
                      <a:pt x="471" y="144"/>
                    </a:cubicBezTo>
                    <a:cubicBezTo>
                      <a:pt x="474" y="146"/>
                      <a:pt x="476" y="147"/>
                      <a:pt x="478" y="149"/>
                    </a:cubicBezTo>
                    <a:cubicBezTo>
                      <a:pt x="481" y="151"/>
                      <a:pt x="482" y="153"/>
                      <a:pt x="485" y="155"/>
                    </a:cubicBezTo>
                    <a:cubicBezTo>
                      <a:pt x="488" y="158"/>
                      <a:pt x="491" y="160"/>
                      <a:pt x="494" y="163"/>
                    </a:cubicBezTo>
                    <a:cubicBezTo>
                      <a:pt x="498" y="167"/>
                      <a:pt x="501" y="171"/>
                      <a:pt x="505" y="174"/>
                    </a:cubicBezTo>
                    <a:cubicBezTo>
                      <a:pt x="508" y="177"/>
                      <a:pt x="511" y="179"/>
                      <a:pt x="514" y="182"/>
                    </a:cubicBezTo>
                    <a:cubicBezTo>
                      <a:pt x="519" y="185"/>
                      <a:pt x="523" y="188"/>
                      <a:pt x="527" y="191"/>
                    </a:cubicBezTo>
                    <a:cubicBezTo>
                      <a:pt x="531" y="194"/>
                      <a:pt x="534" y="196"/>
                      <a:pt x="537" y="199"/>
                    </a:cubicBezTo>
                    <a:cubicBezTo>
                      <a:pt x="539" y="201"/>
                      <a:pt x="542" y="203"/>
                      <a:pt x="545" y="204"/>
                    </a:cubicBezTo>
                    <a:cubicBezTo>
                      <a:pt x="550" y="207"/>
                      <a:pt x="556" y="208"/>
                      <a:pt x="560" y="212"/>
                    </a:cubicBezTo>
                    <a:cubicBezTo>
                      <a:pt x="562" y="214"/>
                      <a:pt x="564" y="215"/>
                      <a:pt x="566" y="217"/>
                    </a:cubicBezTo>
                    <a:cubicBezTo>
                      <a:pt x="568" y="219"/>
                      <a:pt x="571" y="220"/>
                      <a:pt x="573" y="220"/>
                    </a:cubicBezTo>
                    <a:cubicBezTo>
                      <a:pt x="577" y="222"/>
                      <a:pt x="582" y="223"/>
                      <a:pt x="586" y="224"/>
                    </a:cubicBezTo>
                    <a:cubicBezTo>
                      <a:pt x="588" y="225"/>
                      <a:pt x="590" y="225"/>
                      <a:pt x="593" y="225"/>
                    </a:cubicBezTo>
                    <a:cubicBezTo>
                      <a:pt x="596" y="225"/>
                      <a:pt x="599" y="226"/>
                      <a:pt x="602" y="226"/>
                    </a:cubicBezTo>
                    <a:cubicBezTo>
                      <a:pt x="605" y="226"/>
                      <a:pt x="608" y="226"/>
                      <a:pt x="611" y="225"/>
                    </a:cubicBezTo>
                    <a:cubicBezTo>
                      <a:pt x="616" y="225"/>
                      <a:pt x="621" y="225"/>
                      <a:pt x="625" y="229"/>
                    </a:cubicBezTo>
                    <a:cubicBezTo>
                      <a:pt x="626" y="231"/>
                      <a:pt x="628" y="232"/>
                      <a:pt x="630" y="234"/>
                    </a:cubicBezTo>
                    <a:cubicBezTo>
                      <a:pt x="632" y="235"/>
                      <a:pt x="633" y="236"/>
                      <a:pt x="635" y="237"/>
                    </a:cubicBezTo>
                    <a:cubicBezTo>
                      <a:pt x="637" y="239"/>
                      <a:pt x="640" y="240"/>
                      <a:pt x="643" y="241"/>
                    </a:cubicBezTo>
                    <a:cubicBezTo>
                      <a:pt x="647" y="242"/>
                      <a:pt x="651" y="242"/>
                      <a:pt x="655" y="243"/>
                    </a:cubicBezTo>
                    <a:cubicBezTo>
                      <a:pt x="658" y="243"/>
                      <a:pt x="662" y="243"/>
                      <a:pt x="665" y="244"/>
                    </a:cubicBezTo>
                    <a:cubicBezTo>
                      <a:pt x="669" y="244"/>
                      <a:pt x="672" y="245"/>
                      <a:pt x="675" y="246"/>
                    </a:cubicBezTo>
                    <a:cubicBezTo>
                      <a:pt x="680" y="247"/>
                      <a:pt x="685" y="248"/>
                      <a:pt x="690" y="249"/>
                    </a:cubicBezTo>
                    <a:cubicBezTo>
                      <a:pt x="692" y="250"/>
                      <a:pt x="693" y="251"/>
                      <a:pt x="695" y="252"/>
                    </a:cubicBezTo>
                    <a:cubicBezTo>
                      <a:pt x="697" y="252"/>
                      <a:pt x="700" y="253"/>
                      <a:pt x="702" y="254"/>
                    </a:cubicBezTo>
                    <a:cubicBezTo>
                      <a:pt x="710" y="257"/>
                      <a:pt x="717" y="263"/>
                      <a:pt x="725" y="267"/>
                    </a:cubicBezTo>
                    <a:cubicBezTo>
                      <a:pt x="733" y="269"/>
                      <a:pt x="740" y="272"/>
                      <a:pt x="748" y="275"/>
                    </a:cubicBezTo>
                    <a:cubicBezTo>
                      <a:pt x="750" y="277"/>
                      <a:pt x="752" y="279"/>
                      <a:pt x="754" y="280"/>
                    </a:cubicBezTo>
                    <a:cubicBezTo>
                      <a:pt x="756" y="282"/>
                      <a:pt x="758" y="282"/>
                      <a:pt x="760" y="283"/>
                    </a:cubicBezTo>
                    <a:cubicBezTo>
                      <a:pt x="761" y="284"/>
                      <a:pt x="763" y="285"/>
                      <a:pt x="766" y="285"/>
                    </a:cubicBezTo>
                    <a:cubicBezTo>
                      <a:pt x="768" y="285"/>
                      <a:pt x="770" y="286"/>
                      <a:pt x="773" y="287"/>
                    </a:cubicBezTo>
                    <a:cubicBezTo>
                      <a:pt x="776" y="288"/>
                      <a:pt x="779" y="289"/>
                      <a:pt x="783" y="290"/>
                    </a:cubicBezTo>
                    <a:cubicBezTo>
                      <a:pt x="786" y="291"/>
                      <a:pt x="791" y="293"/>
                      <a:pt x="794" y="295"/>
                    </a:cubicBezTo>
                    <a:cubicBezTo>
                      <a:pt x="798" y="297"/>
                      <a:pt x="802" y="300"/>
                      <a:pt x="805" y="303"/>
                    </a:cubicBezTo>
                    <a:cubicBezTo>
                      <a:pt x="807" y="306"/>
                      <a:pt x="812" y="308"/>
                      <a:pt x="816" y="309"/>
                    </a:cubicBezTo>
                    <a:cubicBezTo>
                      <a:pt x="815" y="309"/>
                      <a:pt x="816" y="309"/>
                      <a:pt x="816" y="309"/>
                    </a:cubicBezTo>
                    <a:cubicBezTo>
                      <a:pt x="818" y="310"/>
                      <a:pt x="820" y="312"/>
                      <a:pt x="822" y="313"/>
                    </a:cubicBezTo>
                    <a:cubicBezTo>
                      <a:pt x="825" y="315"/>
                      <a:pt x="827" y="319"/>
                      <a:pt x="830" y="322"/>
                    </a:cubicBezTo>
                    <a:cubicBezTo>
                      <a:pt x="832" y="323"/>
                      <a:pt x="833" y="324"/>
                      <a:pt x="835" y="3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5" name="Freeform 3596">
                <a:extLst>
                  <a:ext uri="{FF2B5EF4-FFF2-40B4-BE49-F238E27FC236}">
                    <a16:creationId xmlns:a16="http://schemas.microsoft.com/office/drawing/2014/main" id="{A58B574C-09EE-4731-9574-8EE12F382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1" y="2722"/>
                <a:ext cx="34" cy="53"/>
              </a:xfrm>
              <a:custGeom>
                <a:avLst/>
                <a:gdLst>
                  <a:gd name="T0" fmla="*/ 61 w 83"/>
                  <a:gd name="T1" fmla="*/ 109 h 129"/>
                  <a:gd name="T2" fmla="*/ 61 w 83"/>
                  <a:gd name="T3" fmla="*/ 120 h 129"/>
                  <a:gd name="T4" fmla="*/ 58 w 83"/>
                  <a:gd name="T5" fmla="*/ 127 h 129"/>
                  <a:gd name="T6" fmla="*/ 31 w 83"/>
                  <a:gd name="T7" fmla="*/ 115 h 129"/>
                  <a:gd name="T8" fmla="*/ 15 w 83"/>
                  <a:gd name="T9" fmla="*/ 122 h 129"/>
                  <a:gd name="T10" fmla="*/ 14 w 83"/>
                  <a:gd name="T11" fmla="*/ 122 h 129"/>
                  <a:gd name="T12" fmla="*/ 4 w 83"/>
                  <a:gd name="T13" fmla="*/ 99 h 129"/>
                  <a:gd name="T14" fmla="*/ 12 w 83"/>
                  <a:gd name="T15" fmla="*/ 90 h 129"/>
                  <a:gd name="T16" fmla="*/ 14 w 83"/>
                  <a:gd name="T17" fmla="*/ 79 h 129"/>
                  <a:gd name="T18" fmla="*/ 4 w 83"/>
                  <a:gd name="T19" fmla="*/ 64 h 129"/>
                  <a:gd name="T20" fmla="*/ 2 w 83"/>
                  <a:gd name="T21" fmla="*/ 52 h 129"/>
                  <a:gd name="T22" fmla="*/ 11 w 83"/>
                  <a:gd name="T23" fmla="*/ 41 h 129"/>
                  <a:gd name="T24" fmla="*/ 15 w 83"/>
                  <a:gd name="T25" fmla="*/ 27 h 129"/>
                  <a:gd name="T26" fmla="*/ 18 w 83"/>
                  <a:gd name="T27" fmla="*/ 10 h 129"/>
                  <a:gd name="T28" fmla="*/ 23 w 83"/>
                  <a:gd name="T29" fmla="*/ 0 h 129"/>
                  <a:gd name="T30" fmla="*/ 27 w 83"/>
                  <a:gd name="T31" fmla="*/ 9 h 129"/>
                  <a:gd name="T32" fmla="*/ 31 w 83"/>
                  <a:gd name="T33" fmla="*/ 23 h 129"/>
                  <a:gd name="T34" fmla="*/ 35 w 83"/>
                  <a:gd name="T35" fmla="*/ 35 h 129"/>
                  <a:gd name="T36" fmla="*/ 37 w 83"/>
                  <a:gd name="T37" fmla="*/ 49 h 129"/>
                  <a:gd name="T38" fmla="*/ 45 w 83"/>
                  <a:gd name="T39" fmla="*/ 59 h 129"/>
                  <a:gd name="T40" fmla="*/ 54 w 83"/>
                  <a:gd name="T41" fmla="*/ 68 h 129"/>
                  <a:gd name="T42" fmla="*/ 64 w 83"/>
                  <a:gd name="T43" fmla="*/ 74 h 129"/>
                  <a:gd name="T44" fmla="*/ 76 w 83"/>
                  <a:gd name="T45" fmla="*/ 85 h 129"/>
                  <a:gd name="T46" fmla="*/ 81 w 83"/>
                  <a:gd name="T47" fmla="*/ 93 h 129"/>
                  <a:gd name="T48" fmla="*/ 83 w 83"/>
                  <a:gd name="T49" fmla="*/ 99 h 129"/>
                  <a:gd name="T50" fmla="*/ 61 w 83"/>
                  <a:gd name="T51" fmla="*/ 10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3" h="129">
                    <a:moveTo>
                      <a:pt x="61" y="109"/>
                    </a:moveTo>
                    <a:cubicBezTo>
                      <a:pt x="61" y="109"/>
                      <a:pt x="58" y="114"/>
                      <a:pt x="61" y="120"/>
                    </a:cubicBezTo>
                    <a:cubicBezTo>
                      <a:pt x="65" y="126"/>
                      <a:pt x="63" y="129"/>
                      <a:pt x="58" y="127"/>
                    </a:cubicBezTo>
                    <a:cubicBezTo>
                      <a:pt x="53" y="126"/>
                      <a:pt x="40" y="113"/>
                      <a:pt x="31" y="115"/>
                    </a:cubicBezTo>
                    <a:cubicBezTo>
                      <a:pt x="25" y="116"/>
                      <a:pt x="16" y="119"/>
                      <a:pt x="15" y="122"/>
                    </a:cubicBezTo>
                    <a:cubicBezTo>
                      <a:pt x="15" y="122"/>
                      <a:pt x="14" y="122"/>
                      <a:pt x="14" y="122"/>
                    </a:cubicBezTo>
                    <a:cubicBezTo>
                      <a:pt x="5" y="119"/>
                      <a:pt x="1" y="108"/>
                      <a:pt x="4" y="99"/>
                    </a:cubicBezTo>
                    <a:cubicBezTo>
                      <a:pt x="6" y="95"/>
                      <a:pt x="9" y="93"/>
                      <a:pt x="12" y="90"/>
                    </a:cubicBezTo>
                    <a:cubicBezTo>
                      <a:pt x="14" y="87"/>
                      <a:pt x="15" y="83"/>
                      <a:pt x="14" y="79"/>
                    </a:cubicBezTo>
                    <a:cubicBezTo>
                      <a:pt x="12" y="73"/>
                      <a:pt x="8" y="69"/>
                      <a:pt x="4" y="64"/>
                    </a:cubicBezTo>
                    <a:cubicBezTo>
                      <a:pt x="2" y="60"/>
                      <a:pt x="0" y="57"/>
                      <a:pt x="2" y="52"/>
                    </a:cubicBezTo>
                    <a:cubicBezTo>
                      <a:pt x="4" y="48"/>
                      <a:pt x="8" y="45"/>
                      <a:pt x="11" y="41"/>
                    </a:cubicBezTo>
                    <a:cubicBezTo>
                      <a:pt x="13" y="37"/>
                      <a:pt x="14" y="32"/>
                      <a:pt x="15" y="27"/>
                    </a:cubicBezTo>
                    <a:cubicBezTo>
                      <a:pt x="15" y="22"/>
                      <a:pt x="16" y="16"/>
                      <a:pt x="18" y="10"/>
                    </a:cubicBezTo>
                    <a:cubicBezTo>
                      <a:pt x="18" y="8"/>
                      <a:pt x="21" y="0"/>
                      <a:pt x="23" y="0"/>
                    </a:cubicBezTo>
                    <a:cubicBezTo>
                      <a:pt x="26" y="0"/>
                      <a:pt x="26" y="8"/>
                      <a:pt x="27" y="9"/>
                    </a:cubicBezTo>
                    <a:cubicBezTo>
                      <a:pt x="28" y="14"/>
                      <a:pt x="29" y="18"/>
                      <a:pt x="31" y="23"/>
                    </a:cubicBezTo>
                    <a:cubicBezTo>
                      <a:pt x="33" y="27"/>
                      <a:pt x="34" y="30"/>
                      <a:pt x="35" y="35"/>
                    </a:cubicBezTo>
                    <a:cubicBezTo>
                      <a:pt x="35" y="39"/>
                      <a:pt x="36" y="45"/>
                      <a:pt x="37" y="49"/>
                    </a:cubicBezTo>
                    <a:cubicBezTo>
                      <a:pt x="39" y="53"/>
                      <a:pt x="42" y="56"/>
                      <a:pt x="45" y="59"/>
                    </a:cubicBezTo>
                    <a:cubicBezTo>
                      <a:pt x="48" y="62"/>
                      <a:pt x="51" y="65"/>
                      <a:pt x="54" y="68"/>
                    </a:cubicBezTo>
                    <a:cubicBezTo>
                      <a:pt x="57" y="71"/>
                      <a:pt x="61" y="72"/>
                      <a:pt x="64" y="74"/>
                    </a:cubicBezTo>
                    <a:cubicBezTo>
                      <a:pt x="69" y="77"/>
                      <a:pt x="73" y="80"/>
                      <a:pt x="76" y="85"/>
                    </a:cubicBezTo>
                    <a:cubicBezTo>
                      <a:pt x="78" y="88"/>
                      <a:pt x="79" y="90"/>
                      <a:pt x="81" y="93"/>
                    </a:cubicBezTo>
                    <a:cubicBezTo>
                      <a:pt x="81" y="94"/>
                      <a:pt x="82" y="96"/>
                      <a:pt x="83" y="99"/>
                    </a:cubicBezTo>
                    <a:cubicBezTo>
                      <a:pt x="71" y="104"/>
                      <a:pt x="61" y="109"/>
                      <a:pt x="61" y="10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6" name="Freeform 3597">
                <a:extLst>
                  <a:ext uri="{FF2B5EF4-FFF2-40B4-BE49-F238E27FC236}">
                    <a16:creationId xmlns:a16="http://schemas.microsoft.com/office/drawing/2014/main" id="{51CA3D34-DF5E-4054-AECB-6544B2513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2" y="2713"/>
                <a:ext cx="35" cy="49"/>
              </a:xfrm>
              <a:custGeom>
                <a:avLst/>
                <a:gdLst>
                  <a:gd name="T0" fmla="*/ 60 w 86"/>
                  <a:gd name="T1" fmla="*/ 115 h 120"/>
                  <a:gd name="T2" fmla="*/ 37 w 86"/>
                  <a:gd name="T3" fmla="*/ 93 h 120"/>
                  <a:gd name="T4" fmla="*/ 14 w 86"/>
                  <a:gd name="T5" fmla="*/ 68 h 120"/>
                  <a:gd name="T6" fmla="*/ 10 w 86"/>
                  <a:gd name="T7" fmla="*/ 53 h 120"/>
                  <a:gd name="T8" fmla="*/ 5 w 86"/>
                  <a:gd name="T9" fmla="*/ 36 h 120"/>
                  <a:gd name="T10" fmla="*/ 1 w 86"/>
                  <a:gd name="T11" fmla="*/ 19 h 120"/>
                  <a:gd name="T12" fmla="*/ 3 w 86"/>
                  <a:gd name="T13" fmla="*/ 7 h 120"/>
                  <a:gd name="T14" fmla="*/ 19 w 86"/>
                  <a:gd name="T15" fmla="*/ 16 h 120"/>
                  <a:gd name="T16" fmla="*/ 24 w 86"/>
                  <a:gd name="T17" fmla="*/ 27 h 120"/>
                  <a:gd name="T18" fmla="*/ 33 w 86"/>
                  <a:gd name="T19" fmla="*/ 36 h 120"/>
                  <a:gd name="T20" fmla="*/ 61 w 86"/>
                  <a:gd name="T21" fmla="*/ 53 h 120"/>
                  <a:gd name="T22" fmla="*/ 65 w 86"/>
                  <a:gd name="T23" fmla="*/ 74 h 120"/>
                  <a:gd name="T24" fmla="*/ 71 w 86"/>
                  <a:gd name="T25" fmla="*/ 90 h 120"/>
                  <a:gd name="T26" fmla="*/ 79 w 86"/>
                  <a:gd name="T27" fmla="*/ 101 h 120"/>
                  <a:gd name="T28" fmla="*/ 86 w 86"/>
                  <a:gd name="T29" fmla="*/ 108 h 120"/>
                  <a:gd name="T30" fmla="*/ 60 w 86"/>
                  <a:gd name="T31" fmla="*/ 120 h 120"/>
                  <a:gd name="T32" fmla="*/ 60 w 86"/>
                  <a:gd name="T33" fmla="*/ 115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20">
                    <a:moveTo>
                      <a:pt x="60" y="115"/>
                    </a:moveTo>
                    <a:cubicBezTo>
                      <a:pt x="61" y="102"/>
                      <a:pt x="46" y="98"/>
                      <a:pt x="37" y="93"/>
                    </a:cubicBezTo>
                    <a:cubicBezTo>
                      <a:pt x="27" y="87"/>
                      <a:pt x="18" y="79"/>
                      <a:pt x="14" y="68"/>
                    </a:cubicBezTo>
                    <a:cubicBezTo>
                      <a:pt x="13" y="63"/>
                      <a:pt x="12" y="58"/>
                      <a:pt x="10" y="53"/>
                    </a:cubicBezTo>
                    <a:cubicBezTo>
                      <a:pt x="9" y="47"/>
                      <a:pt x="7" y="42"/>
                      <a:pt x="5" y="36"/>
                    </a:cubicBezTo>
                    <a:cubicBezTo>
                      <a:pt x="3" y="31"/>
                      <a:pt x="1" y="25"/>
                      <a:pt x="1" y="19"/>
                    </a:cubicBezTo>
                    <a:cubicBezTo>
                      <a:pt x="0" y="15"/>
                      <a:pt x="0" y="10"/>
                      <a:pt x="3" y="7"/>
                    </a:cubicBezTo>
                    <a:cubicBezTo>
                      <a:pt x="9" y="0"/>
                      <a:pt x="17" y="11"/>
                      <a:pt x="19" y="16"/>
                    </a:cubicBezTo>
                    <a:cubicBezTo>
                      <a:pt x="21" y="20"/>
                      <a:pt x="22" y="23"/>
                      <a:pt x="24" y="27"/>
                    </a:cubicBezTo>
                    <a:cubicBezTo>
                      <a:pt x="27" y="31"/>
                      <a:pt x="30" y="34"/>
                      <a:pt x="33" y="36"/>
                    </a:cubicBezTo>
                    <a:cubicBezTo>
                      <a:pt x="42" y="42"/>
                      <a:pt x="53" y="45"/>
                      <a:pt x="61" y="53"/>
                    </a:cubicBezTo>
                    <a:cubicBezTo>
                      <a:pt x="66" y="59"/>
                      <a:pt x="65" y="66"/>
                      <a:pt x="65" y="74"/>
                    </a:cubicBezTo>
                    <a:cubicBezTo>
                      <a:pt x="65" y="80"/>
                      <a:pt x="67" y="85"/>
                      <a:pt x="71" y="90"/>
                    </a:cubicBezTo>
                    <a:cubicBezTo>
                      <a:pt x="74" y="94"/>
                      <a:pt x="77" y="97"/>
                      <a:pt x="79" y="101"/>
                    </a:cubicBezTo>
                    <a:cubicBezTo>
                      <a:pt x="81" y="103"/>
                      <a:pt x="83" y="107"/>
                      <a:pt x="86" y="108"/>
                    </a:cubicBezTo>
                    <a:cubicBezTo>
                      <a:pt x="79" y="111"/>
                      <a:pt x="70" y="116"/>
                      <a:pt x="60" y="120"/>
                    </a:cubicBezTo>
                    <a:cubicBezTo>
                      <a:pt x="60" y="118"/>
                      <a:pt x="60" y="115"/>
                      <a:pt x="60" y="1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7" name="Freeform 3598">
                <a:extLst>
                  <a:ext uri="{FF2B5EF4-FFF2-40B4-BE49-F238E27FC236}">
                    <a16:creationId xmlns:a16="http://schemas.microsoft.com/office/drawing/2014/main" id="{079ABAA4-D6BA-4ED2-80DC-ECF972BFC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2" y="2706"/>
                <a:ext cx="52" cy="50"/>
              </a:xfrm>
              <a:custGeom>
                <a:avLst/>
                <a:gdLst>
                  <a:gd name="T0" fmla="*/ 96 w 126"/>
                  <a:gd name="T1" fmla="*/ 93 h 123"/>
                  <a:gd name="T2" fmla="*/ 91 w 126"/>
                  <a:gd name="T3" fmla="*/ 121 h 123"/>
                  <a:gd name="T4" fmla="*/ 86 w 126"/>
                  <a:gd name="T5" fmla="*/ 123 h 123"/>
                  <a:gd name="T6" fmla="*/ 86 w 126"/>
                  <a:gd name="T7" fmla="*/ 123 h 123"/>
                  <a:gd name="T8" fmla="*/ 80 w 126"/>
                  <a:gd name="T9" fmla="*/ 115 h 123"/>
                  <a:gd name="T10" fmla="*/ 71 w 126"/>
                  <a:gd name="T11" fmla="*/ 106 h 123"/>
                  <a:gd name="T12" fmla="*/ 65 w 126"/>
                  <a:gd name="T13" fmla="*/ 90 h 123"/>
                  <a:gd name="T14" fmla="*/ 66 w 126"/>
                  <a:gd name="T15" fmla="*/ 81 h 123"/>
                  <a:gd name="T16" fmla="*/ 67 w 126"/>
                  <a:gd name="T17" fmla="*/ 72 h 123"/>
                  <a:gd name="T18" fmla="*/ 57 w 126"/>
                  <a:gd name="T19" fmla="*/ 62 h 123"/>
                  <a:gd name="T20" fmla="*/ 44 w 126"/>
                  <a:gd name="T21" fmla="*/ 53 h 123"/>
                  <a:gd name="T22" fmla="*/ 27 w 126"/>
                  <a:gd name="T23" fmla="*/ 43 h 123"/>
                  <a:gd name="T24" fmla="*/ 24 w 126"/>
                  <a:gd name="T25" fmla="*/ 38 h 123"/>
                  <a:gd name="T26" fmla="*/ 21 w 126"/>
                  <a:gd name="T27" fmla="*/ 30 h 123"/>
                  <a:gd name="T28" fmla="*/ 13 w 126"/>
                  <a:gd name="T29" fmla="*/ 19 h 123"/>
                  <a:gd name="T30" fmla="*/ 7 w 126"/>
                  <a:gd name="T31" fmla="*/ 17 h 123"/>
                  <a:gd name="T32" fmla="*/ 1 w 126"/>
                  <a:gd name="T33" fmla="*/ 9 h 123"/>
                  <a:gd name="T34" fmla="*/ 5 w 126"/>
                  <a:gd name="T35" fmla="*/ 0 h 123"/>
                  <a:gd name="T36" fmla="*/ 8 w 126"/>
                  <a:gd name="T37" fmla="*/ 0 h 123"/>
                  <a:gd name="T38" fmla="*/ 17 w 126"/>
                  <a:gd name="T39" fmla="*/ 1 h 123"/>
                  <a:gd name="T40" fmla="*/ 32 w 126"/>
                  <a:gd name="T41" fmla="*/ 9 h 123"/>
                  <a:gd name="T42" fmla="*/ 41 w 126"/>
                  <a:gd name="T43" fmla="*/ 14 h 123"/>
                  <a:gd name="T44" fmla="*/ 48 w 126"/>
                  <a:gd name="T45" fmla="*/ 23 h 123"/>
                  <a:gd name="T46" fmla="*/ 50 w 126"/>
                  <a:gd name="T47" fmla="*/ 28 h 123"/>
                  <a:gd name="T48" fmla="*/ 53 w 126"/>
                  <a:gd name="T49" fmla="*/ 33 h 123"/>
                  <a:gd name="T50" fmla="*/ 59 w 126"/>
                  <a:gd name="T51" fmla="*/ 35 h 123"/>
                  <a:gd name="T52" fmla="*/ 68 w 126"/>
                  <a:gd name="T53" fmla="*/ 36 h 123"/>
                  <a:gd name="T54" fmla="*/ 75 w 126"/>
                  <a:gd name="T55" fmla="*/ 45 h 123"/>
                  <a:gd name="T56" fmla="*/ 96 w 126"/>
                  <a:gd name="T57" fmla="*/ 56 h 123"/>
                  <a:gd name="T58" fmla="*/ 98 w 126"/>
                  <a:gd name="T59" fmla="*/ 56 h 123"/>
                  <a:gd name="T60" fmla="*/ 98 w 126"/>
                  <a:gd name="T61" fmla="*/ 57 h 123"/>
                  <a:gd name="T62" fmla="*/ 111 w 126"/>
                  <a:gd name="T63" fmla="*/ 70 h 123"/>
                  <a:gd name="T64" fmla="*/ 122 w 126"/>
                  <a:gd name="T65" fmla="*/ 77 h 123"/>
                  <a:gd name="T66" fmla="*/ 96 w 126"/>
                  <a:gd name="T67" fmla="*/ 9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6" h="123">
                    <a:moveTo>
                      <a:pt x="96" y="93"/>
                    </a:moveTo>
                    <a:cubicBezTo>
                      <a:pt x="95" y="102"/>
                      <a:pt x="100" y="117"/>
                      <a:pt x="91" y="121"/>
                    </a:cubicBezTo>
                    <a:cubicBezTo>
                      <a:pt x="90" y="121"/>
                      <a:pt x="88" y="122"/>
                      <a:pt x="86" y="123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85" y="120"/>
                      <a:pt x="82" y="117"/>
                      <a:pt x="80" y="115"/>
                    </a:cubicBezTo>
                    <a:cubicBezTo>
                      <a:pt x="77" y="112"/>
                      <a:pt x="73" y="109"/>
                      <a:pt x="71" y="106"/>
                    </a:cubicBezTo>
                    <a:cubicBezTo>
                      <a:pt x="68" y="101"/>
                      <a:pt x="66" y="95"/>
                      <a:pt x="65" y="90"/>
                    </a:cubicBezTo>
                    <a:cubicBezTo>
                      <a:pt x="65" y="87"/>
                      <a:pt x="65" y="84"/>
                      <a:pt x="66" y="81"/>
                    </a:cubicBezTo>
                    <a:cubicBezTo>
                      <a:pt x="66" y="78"/>
                      <a:pt x="67" y="75"/>
                      <a:pt x="67" y="72"/>
                    </a:cubicBezTo>
                    <a:cubicBezTo>
                      <a:pt x="68" y="67"/>
                      <a:pt x="61" y="64"/>
                      <a:pt x="57" y="62"/>
                    </a:cubicBezTo>
                    <a:cubicBezTo>
                      <a:pt x="53" y="59"/>
                      <a:pt x="48" y="56"/>
                      <a:pt x="44" y="53"/>
                    </a:cubicBezTo>
                    <a:cubicBezTo>
                      <a:pt x="38" y="50"/>
                      <a:pt x="32" y="47"/>
                      <a:pt x="27" y="43"/>
                    </a:cubicBezTo>
                    <a:cubicBezTo>
                      <a:pt x="26" y="42"/>
                      <a:pt x="25" y="40"/>
                      <a:pt x="24" y="38"/>
                    </a:cubicBezTo>
                    <a:cubicBezTo>
                      <a:pt x="23" y="35"/>
                      <a:pt x="22" y="33"/>
                      <a:pt x="21" y="30"/>
                    </a:cubicBezTo>
                    <a:cubicBezTo>
                      <a:pt x="20" y="26"/>
                      <a:pt x="18" y="22"/>
                      <a:pt x="13" y="19"/>
                    </a:cubicBezTo>
                    <a:cubicBezTo>
                      <a:pt x="12" y="18"/>
                      <a:pt x="9" y="17"/>
                      <a:pt x="7" y="17"/>
                    </a:cubicBezTo>
                    <a:cubicBezTo>
                      <a:pt x="3" y="15"/>
                      <a:pt x="0" y="13"/>
                      <a:pt x="1" y="9"/>
                    </a:cubicBezTo>
                    <a:cubicBezTo>
                      <a:pt x="1" y="5"/>
                      <a:pt x="1" y="1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1" y="0"/>
                      <a:pt x="14" y="1"/>
                      <a:pt x="17" y="1"/>
                    </a:cubicBezTo>
                    <a:cubicBezTo>
                      <a:pt x="23" y="2"/>
                      <a:pt x="27" y="6"/>
                      <a:pt x="32" y="9"/>
                    </a:cubicBezTo>
                    <a:cubicBezTo>
                      <a:pt x="35" y="11"/>
                      <a:pt x="39" y="12"/>
                      <a:pt x="41" y="14"/>
                    </a:cubicBezTo>
                    <a:cubicBezTo>
                      <a:pt x="44" y="16"/>
                      <a:pt x="46" y="20"/>
                      <a:pt x="48" y="23"/>
                    </a:cubicBezTo>
                    <a:cubicBezTo>
                      <a:pt x="49" y="25"/>
                      <a:pt x="49" y="26"/>
                      <a:pt x="50" y="28"/>
                    </a:cubicBezTo>
                    <a:cubicBezTo>
                      <a:pt x="50" y="30"/>
                      <a:pt x="51" y="32"/>
                      <a:pt x="53" y="33"/>
                    </a:cubicBezTo>
                    <a:cubicBezTo>
                      <a:pt x="54" y="35"/>
                      <a:pt x="57" y="35"/>
                      <a:pt x="59" y="35"/>
                    </a:cubicBezTo>
                    <a:cubicBezTo>
                      <a:pt x="62" y="35"/>
                      <a:pt x="65" y="35"/>
                      <a:pt x="68" y="36"/>
                    </a:cubicBezTo>
                    <a:cubicBezTo>
                      <a:pt x="71" y="37"/>
                      <a:pt x="73" y="42"/>
                      <a:pt x="75" y="45"/>
                    </a:cubicBezTo>
                    <a:cubicBezTo>
                      <a:pt x="79" y="52"/>
                      <a:pt x="89" y="54"/>
                      <a:pt x="96" y="56"/>
                    </a:cubicBezTo>
                    <a:cubicBezTo>
                      <a:pt x="97" y="56"/>
                      <a:pt x="97" y="56"/>
                      <a:pt x="98" y="56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99" y="66"/>
                      <a:pt x="101" y="70"/>
                      <a:pt x="111" y="70"/>
                    </a:cubicBezTo>
                    <a:cubicBezTo>
                      <a:pt x="121" y="69"/>
                      <a:pt x="126" y="73"/>
                      <a:pt x="122" y="77"/>
                    </a:cubicBezTo>
                    <a:cubicBezTo>
                      <a:pt x="118" y="81"/>
                      <a:pt x="97" y="84"/>
                      <a:pt x="96" y="9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8" name="Freeform 3599">
                <a:extLst>
                  <a:ext uri="{FF2B5EF4-FFF2-40B4-BE49-F238E27FC236}">
                    <a16:creationId xmlns:a16="http://schemas.microsoft.com/office/drawing/2014/main" id="{46F299A6-7C97-4F3E-A9BC-8B121837C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9" y="2692"/>
                <a:ext cx="57" cy="36"/>
              </a:xfrm>
              <a:custGeom>
                <a:avLst/>
                <a:gdLst>
                  <a:gd name="T0" fmla="*/ 130 w 140"/>
                  <a:gd name="T1" fmla="*/ 85 h 88"/>
                  <a:gd name="T2" fmla="*/ 108 w 140"/>
                  <a:gd name="T3" fmla="*/ 88 h 88"/>
                  <a:gd name="T4" fmla="*/ 104 w 140"/>
                  <a:gd name="T5" fmla="*/ 87 h 88"/>
                  <a:gd name="T6" fmla="*/ 91 w 140"/>
                  <a:gd name="T7" fmla="*/ 84 h 88"/>
                  <a:gd name="T8" fmla="*/ 83 w 140"/>
                  <a:gd name="T9" fmla="*/ 77 h 88"/>
                  <a:gd name="T10" fmla="*/ 77 w 140"/>
                  <a:gd name="T11" fmla="*/ 68 h 88"/>
                  <a:gd name="T12" fmla="*/ 66 w 140"/>
                  <a:gd name="T13" fmla="*/ 66 h 88"/>
                  <a:gd name="T14" fmla="*/ 59 w 140"/>
                  <a:gd name="T15" fmla="*/ 60 h 88"/>
                  <a:gd name="T16" fmla="*/ 57 w 140"/>
                  <a:gd name="T17" fmla="*/ 51 h 88"/>
                  <a:gd name="T18" fmla="*/ 49 w 140"/>
                  <a:gd name="T19" fmla="*/ 45 h 88"/>
                  <a:gd name="T20" fmla="*/ 37 w 140"/>
                  <a:gd name="T21" fmla="*/ 38 h 88"/>
                  <a:gd name="T22" fmla="*/ 26 w 140"/>
                  <a:gd name="T23" fmla="*/ 33 h 88"/>
                  <a:gd name="T24" fmla="*/ 13 w 140"/>
                  <a:gd name="T25" fmla="*/ 30 h 88"/>
                  <a:gd name="T26" fmla="*/ 6 w 140"/>
                  <a:gd name="T27" fmla="*/ 12 h 88"/>
                  <a:gd name="T28" fmla="*/ 1 w 140"/>
                  <a:gd name="T29" fmla="*/ 4 h 88"/>
                  <a:gd name="T30" fmla="*/ 4 w 140"/>
                  <a:gd name="T31" fmla="*/ 1 h 88"/>
                  <a:gd name="T32" fmla="*/ 17 w 140"/>
                  <a:gd name="T33" fmla="*/ 2 h 88"/>
                  <a:gd name="T34" fmla="*/ 33 w 140"/>
                  <a:gd name="T35" fmla="*/ 5 h 88"/>
                  <a:gd name="T36" fmla="*/ 45 w 140"/>
                  <a:gd name="T37" fmla="*/ 9 h 88"/>
                  <a:gd name="T38" fmla="*/ 51 w 140"/>
                  <a:gd name="T39" fmla="*/ 17 h 88"/>
                  <a:gd name="T40" fmla="*/ 55 w 140"/>
                  <a:gd name="T41" fmla="*/ 27 h 88"/>
                  <a:gd name="T42" fmla="*/ 62 w 140"/>
                  <a:gd name="T43" fmla="*/ 33 h 88"/>
                  <a:gd name="T44" fmla="*/ 78 w 140"/>
                  <a:gd name="T45" fmla="*/ 42 h 88"/>
                  <a:gd name="T46" fmla="*/ 95 w 140"/>
                  <a:gd name="T47" fmla="*/ 47 h 88"/>
                  <a:gd name="T48" fmla="*/ 106 w 140"/>
                  <a:gd name="T49" fmla="*/ 48 h 88"/>
                  <a:gd name="T50" fmla="*/ 121 w 140"/>
                  <a:gd name="T51" fmla="*/ 54 h 88"/>
                  <a:gd name="T52" fmla="*/ 126 w 140"/>
                  <a:gd name="T53" fmla="*/ 56 h 88"/>
                  <a:gd name="T54" fmla="*/ 131 w 140"/>
                  <a:gd name="T55" fmla="*/ 61 h 88"/>
                  <a:gd name="T56" fmla="*/ 137 w 140"/>
                  <a:gd name="T57" fmla="*/ 72 h 88"/>
                  <a:gd name="T58" fmla="*/ 140 w 140"/>
                  <a:gd name="T59" fmla="*/ 78 h 88"/>
                  <a:gd name="T60" fmla="*/ 130 w 140"/>
                  <a:gd name="T61" fmla="*/ 8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0" h="88">
                    <a:moveTo>
                      <a:pt x="130" y="85"/>
                    </a:moveTo>
                    <a:cubicBezTo>
                      <a:pt x="124" y="85"/>
                      <a:pt x="112" y="84"/>
                      <a:pt x="108" y="88"/>
                    </a:cubicBezTo>
                    <a:cubicBezTo>
                      <a:pt x="106" y="88"/>
                      <a:pt x="105" y="87"/>
                      <a:pt x="104" y="87"/>
                    </a:cubicBezTo>
                    <a:cubicBezTo>
                      <a:pt x="100" y="86"/>
                      <a:pt x="95" y="86"/>
                      <a:pt x="91" y="84"/>
                    </a:cubicBezTo>
                    <a:cubicBezTo>
                      <a:pt x="87" y="83"/>
                      <a:pt x="84" y="80"/>
                      <a:pt x="83" y="77"/>
                    </a:cubicBezTo>
                    <a:cubicBezTo>
                      <a:pt x="81" y="74"/>
                      <a:pt x="80" y="70"/>
                      <a:pt x="77" y="68"/>
                    </a:cubicBezTo>
                    <a:cubicBezTo>
                      <a:pt x="74" y="67"/>
                      <a:pt x="70" y="67"/>
                      <a:pt x="66" y="66"/>
                    </a:cubicBezTo>
                    <a:cubicBezTo>
                      <a:pt x="63" y="65"/>
                      <a:pt x="60" y="64"/>
                      <a:pt x="59" y="60"/>
                    </a:cubicBezTo>
                    <a:cubicBezTo>
                      <a:pt x="58" y="57"/>
                      <a:pt x="58" y="54"/>
                      <a:pt x="57" y="51"/>
                    </a:cubicBezTo>
                    <a:cubicBezTo>
                      <a:pt x="56" y="48"/>
                      <a:pt x="52" y="47"/>
                      <a:pt x="49" y="45"/>
                    </a:cubicBezTo>
                    <a:cubicBezTo>
                      <a:pt x="45" y="43"/>
                      <a:pt x="41" y="40"/>
                      <a:pt x="37" y="38"/>
                    </a:cubicBezTo>
                    <a:cubicBezTo>
                      <a:pt x="34" y="35"/>
                      <a:pt x="30" y="34"/>
                      <a:pt x="26" y="33"/>
                    </a:cubicBezTo>
                    <a:cubicBezTo>
                      <a:pt x="22" y="32"/>
                      <a:pt x="17" y="31"/>
                      <a:pt x="13" y="30"/>
                    </a:cubicBezTo>
                    <a:cubicBezTo>
                      <a:pt x="6" y="27"/>
                      <a:pt x="9" y="18"/>
                      <a:pt x="6" y="12"/>
                    </a:cubicBezTo>
                    <a:cubicBezTo>
                      <a:pt x="4" y="9"/>
                      <a:pt x="2" y="7"/>
                      <a:pt x="1" y="4"/>
                    </a:cubicBezTo>
                    <a:cubicBezTo>
                      <a:pt x="0" y="2"/>
                      <a:pt x="2" y="1"/>
                      <a:pt x="4" y="1"/>
                    </a:cubicBezTo>
                    <a:cubicBezTo>
                      <a:pt x="8" y="0"/>
                      <a:pt x="13" y="1"/>
                      <a:pt x="17" y="2"/>
                    </a:cubicBezTo>
                    <a:cubicBezTo>
                      <a:pt x="23" y="3"/>
                      <a:pt x="28" y="4"/>
                      <a:pt x="33" y="5"/>
                    </a:cubicBezTo>
                    <a:cubicBezTo>
                      <a:pt x="37" y="6"/>
                      <a:pt x="42" y="6"/>
                      <a:pt x="45" y="9"/>
                    </a:cubicBezTo>
                    <a:cubicBezTo>
                      <a:pt x="49" y="11"/>
                      <a:pt x="50" y="14"/>
                      <a:pt x="51" y="17"/>
                    </a:cubicBezTo>
                    <a:cubicBezTo>
                      <a:pt x="52" y="21"/>
                      <a:pt x="53" y="24"/>
                      <a:pt x="55" y="27"/>
                    </a:cubicBezTo>
                    <a:cubicBezTo>
                      <a:pt x="57" y="29"/>
                      <a:pt x="60" y="31"/>
                      <a:pt x="62" y="33"/>
                    </a:cubicBezTo>
                    <a:cubicBezTo>
                      <a:pt x="67" y="36"/>
                      <a:pt x="72" y="40"/>
                      <a:pt x="78" y="42"/>
                    </a:cubicBezTo>
                    <a:cubicBezTo>
                      <a:pt x="84" y="44"/>
                      <a:pt x="89" y="47"/>
                      <a:pt x="95" y="47"/>
                    </a:cubicBezTo>
                    <a:cubicBezTo>
                      <a:pt x="99" y="47"/>
                      <a:pt x="103" y="47"/>
                      <a:pt x="106" y="48"/>
                    </a:cubicBezTo>
                    <a:cubicBezTo>
                      <a:pt x="112" y="49"/>
                      <a:pt x="116" y="52"/>
                      <a:pt x="121" y="54"/>
                    </a:cubicBezTo>
                    <a:cubicBezTo>
                      <a:pt x="123" y="55"/>
                      <a:pt x="124" y="55"/>
                      <a:pt x="126" y="56"/>
                    </a:cubicBezTo>
                    <a:cubicBezTo>
                      <a:pt x="128" y="57"/>
                      <a:pt x="129" y="59"/>
                      <a:pt x="131" y="61"/>
                    </a:cubicBezTo>
                    <a:cubicBezTo>
                      <a:pt x="133" y="64"/>
                      <a:pt x="135" y="68"/>
                      <a:pt x="137" y="72"/>
                    </a:cubicBezTo>
                    <a:cubicBezTo>
                      <a:pt x="138" y="73"/>
                      <a:pt x="139" y="76"/>
                      <a:pt x="140" y="78"/>
                    </a:cubicBezTo>
                    <a:cubicBezTo>
                      <a:pt x="139" y="81"/>
                      <a:pt x="137" y="84"/>
                      <a:pt x="130" y="8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9" name="Freeform 3600">
                <a:extLst>
                  <a:ext uri="{FF2B5EF4-FFF2-40B4-BE49-F238E27FC236}">
                    <a16:creationId xmlns:a16="http://schemas.microsoft.com/office/drawing/2014/main" id="{F3A1CFC2-3971-4169-8952-49514068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8" y="2662"/>
                <a:ext cx="95" cy="49"/>
              </a:xfrm>
              <a:custGeom>
                <a:avLst/>
                <a:gdLst>
                  <a:gd name="T0" fmla="*/ 2 w 232"/>
                  <a:gd name="T1" fmla="*/ 7 h 120"/>
                  <a:gd name="T2" fmla="*/ 6 w 232"/>
                  <a:gd name="T3" fmla="*/ 6 h 120"/>
                  <a:gd name="T4" fmla="*/ 10 w 232"/>
                  <a:gd name="T5" fmla="*/ 5 h 120"/>
                  <a:gd name="T6" fmla="*/ 20 w 232"/>
                  <a:gd name="T7" fmla="*/ 3 h 120"/>
                  <a:gd name="T8" fmla="*/ 32 w 232"/>
                  <a:gd name="T9" fmla="*/ 2 h 120"/>
                  <a:gd name="T10" fmla="*/ 38 w 232"/>
                  <a:gd name="T11" fmla="*/ 0 h 120"/>
                  <a:gd name="T12" fmla="*/ 39 w 232"/>
                  <a:gd name="T13" fmla="*/ 0 h 120"/>
                  <a:gd name="T14" fmla="*/ 46 w 232"/>
                  <a:gd name="T15" fmla="*/ 6 h 120"/>
                  <a:gd name="T16" fmla="*/ 67 w 232"/>
                  <a:gd name="T17" fmla="*/ 13 h 120"/>
                  <a:gd name="T18" fmla="*/ 91 w 232"/>
                  <a:gd name="T19" fmla="*/ 21 h 120"/>
                  <a:gd name="T20" fmla="*/ 118 w 232"/>
                  <a:gd name="T21" fmla="*/ 31 h 120"/>
                  <a:gd name="T22" fmla="*/ 140 w 232"/>
                  <a:gd name="T23" fmla="*/ 37 h 120"/>
                  <a:gd name="T24" fmla="*/ 157 w 232"/>
                  <a:gd name="T25" fmla="*/ 42 h 120"/>
                  <a:gd name="T26" fmla="*/ 164 w 232"/>
                  <a:gd name="T27" fmla="*/ 43 h 120"/>
                  <a:gd name="T28" fmla="*/ 172 w 232"/>
                  <a:gd name="T29" fmla="*/ 42 h 120"/>
                  <a:gd name="T30" fmla="*/ 181 w 232"/>
                  <a:gd name="T31" fmla="*/ 45 h 120"/>
                  <a:gd name="T32" fmla="*/ 187 w 232"/>
                  <a:gd name="T33" fmla="*/ 51 h 120"/>
                  <a:gd name="T34" fmla="*/ 194 w 232"/>
                  <a:gd name="T35" fmla="*/ 56 h 120"/>
                  <a:gd name="T36" fmla="*/ 199 w 232"/>
                  <a:gd name="T37" fmla="*/ 59 h 120"/>
                  <a:gd name="T38" fmla="*/ 200 w 232"/>
                  <a:gd name="T39" fmla="*/ 62 h 120"/>
                  <a:gd name="T40" fmla="*/ 200 w 232"/>
                  <a:gd name="T41" fmla="*/ 73 h 120"/>
                  <a:gd name="T42" fmla="*/ 201 w 232"/>
                  <a:gd name="T43" fmla="*/ 76 h 120"/>
                  <a:gd name="T44" fmla="*/ 213 w 232"/>
                  <a:gd name="T45" fmla="*/ 86 h 120"/>
                  <a:gd name="T46" fmla="*/ 221 w 232"/>
                  <a:gd name="T47" fmla="*/ 94 h 120"/>
                  <a:gd name="T48" fmla="*/ 220 w 232"/>
                  <a:gd name="T49" fmla="*/ 94 h 120"/>
                  <a:gd name="T50" fmla="*/ 231 w 232"/>
                  <a:gd name="T51" fmla="*/ 114 h 120"/>
                  <a:gd name="T52" fmla="*/ 232 w 232"/>
                  <a:gd name="T53" fmla="*/ 120 h 120"/>
                  <a:gd name="T54" fmla="*/ 231 w 232"/>
                  <a:gd name="T55" fmla="*/ 119 h 120"/>
                  <a:gd name="T56" fmla="*/ 224 w 232"/>
                  <a:gd name="T57" fmla="*/ 117 h 120"/>
                  <a:gd name="T58" fmla="*/ 216 w 232"/>
                  <a:gd name="T59" fmla="*/ 113 h 120"/>
                  <a:gd name="T60" fmla="*/ 211 w 232"/>
                  <a:gd name="T61" fmla="*/ 110 h 120"/>
                  <a:gd name="T62" fmla="*/ 205 w 232"/>
                  <a:gd name="T63" fmla="*/ 108 h 120"/>
                  <a:gd name="T64" fmla="*/ 198 w 232"/>
                  <a:gd name="T65" fmla="*/ 105 h 120"/>
                  <a:gd name="T66" fmla="*/ 189 w 232"/>
                  <a:gd name="T67" fmla="*/ 102 h 120"/>
                  <a:gd name="T68" fmla="*/ 173 w 232"/>
                  <a:gd name="T69" fmla="*/ 95 h 120"/>
                  <a:gd name="T70" fmla="*/ 156 w 232"/>
                  <a:gd name="T71" fmla="*/ 91 h 120"/>
                  <a:gd name="T72" fmla="*/ 147 w 232"/>
                  <a:gd name="T73" fmla="*/ 88 h 120"/>
                  <a:gd name="T74" fmla="*/ 143 w 232"/>
                  <a:gd name="T75" fmla="*/ 86 h 120"/>
                  <a:gd name="T76" fmla="*/ 138 w 232"/>
                  <a:gd name="T77" fmla="*/ 85 h 120"/>
                  <a:gd name="T78" fmla="*/ 136 w 232"/>
                  <a:gd name="T79" fmla="*/ 84 h 120"/>
                  <a:gd name="T80" fmla="*/ 131 w 232"/>
                  <a:gd name="T81" fmla="*/ 82 h 120"/>
                  <a:gd name="T82" fmla="*/ 126 w 232"/>
                  <a:gd name="T83" fmla="*/ 80 h 120"/>
                  <a:gd name="T84" fmla="*/ 116 w 232"/>
                  <a:gd name="T85" fmla="*/ 77 h 120"/>
                  <a:gd name="T86" fmla="*/ 104 w 232"/>
                  <a:gd name="T87" fmla="*/ 75 h 120"/>
                  <a:gd name="T88" fmla="*/ 97 w 232"/>
                  <a:gd name="T89" fmla="*/ 75 h 120"/>
                  <a:gd name="T90" fmla="*/ 91 w 232"/>
                  <a:gd name="T91" fmla="*/ 74 h 120"/>
                  <a:gd name="T92" fmla="*/ 82 w 232"/>
                  <a:gd name="T93" fmla="*/ 74 h 120"/>
                  <a:gd name="T94" fmla="*/ 74 w 232"/>
                  <a:gd name="T95" fmla="*/ 73 h 120"/>
                  <a:gd name="T96" fmla="*/ 68 w 232"/>
                  <a:gd name="T97" fmla="*/ 72 h 120"/>
                  <a:gd name="T98" fmla="*/ 64 w 232"/>
                  <a:gd name="T99" fmla="*/ 69 h 120"/>
                  <a:gd name="T100" fmla="*/ 63 w 232"/>
                  <a:gd name="T101" fmla="*/ 60 h 120"/>
                  <a:gd name="T102" fmla="*/ 59 w 232"/>
                  <a:gd name="T103" fmla="*/ 50 h 120"/>
                  <a:gd name="T104" fmla="*/ 51 w 232"/>
                  <a:gd name="T105" fmla="*/ 46 h 120"/>
                  <a:gd name="T106" fmla="*/ 41 w 232"/>
                  <a:gd name="T107" fmla="*/ 42 h 120"/>
                  <a:gd name="T108" fmla="*/ 27 w 232"/>
                  <a:gd name="T109" fmla="*/ 37 h 120"/>
                  <a:gd name="T110" fmla="*/ 16 w 232"/>
                  <a:gd name="T111" fmla="*/ 25 h 120"/>
                  <a:gd name="T112" fmla="*/ 5 w 232"/>
                  <a:gd name="T113" fmla="*/ 13 h 120"/>
                  <a:gd name="T114" fmla="*/ 2 w 232"/>
                  <a:gd name="T115" fmla="*/ 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2" h="120">
                    <a:moveTo>
                      <a:pt x="2" y="7"/>
                    </a:moveTo>
                    <a:cubicBezTo>
                      <a:pt x="3" y="6"/>
                      <a:pt x="5" y="6"/>
                      <a:pt x="6" y="6"/>
                    </a:cubicBezTo>
                    <a:cubicBezTo>
                      <a:pt x="7" y="6"/>
                      <a:pt x="8" y="5"/>
                      <a:pt x="10" y="5"/>
                    </a:cubicBezTo>
                    <a:cubicBezTo>
                      <a:pt x="13" y="5"/>
                      <a:pt x="16" y="3"/>
                      <a:pt x="20" y="3"/>
                    </a:cubicBezTo>
                    <a:cubicBezTo>
                      <a:pt x="24" y="2"/>
                      <a:pt x="28" y="2"/>
                      <a:pt x="32" y="2"/>
                    </a:cubicBezTo>
                    <a:cubicBezTo>
                      <a:pt x="33" y="1"/>
                      <a:pt x="37" y="1"/>
                      <a:pt x="38" y="0"/>
                    </a:cubicBezTo>
                    <a:cubicBezTo>
                      <a:pt x="38" y="0"/>
                      <a:pt x="39" y="0"/>
                      <a:pt x="39" y="0"/>
                    </a:cubicBezTo>
                    <a:cubicBezTo>
                      <a:pt x="41" y="2"/>
                      <a:pt x="44" y="4"/>
                      <a:pt x="46" y="6"/>
                    </a:cubicBezTo>
                    <a:cubicBezTo>
                      <a:pt x="52" y="11"/>
                      <a:pt x="60" y="11"/>
                      <a:pt x="67" y="13"/>
                    </a:cubicBezTo>
                    <a:cubicBezTo>
                      <a:pt x="75" y="15"/>
                      <a:pt x="83" y="19"/>
                      <a:pt x="91" y="21"/>
                    </a:cubicBezTo>
                    <a:cubicBezTo>
                      <a:pt x="100" y="24"/>
                      <a:pt x="109" y="29"/>
                      <a:pt x="118" y="31"/>
                    </a:cubicBezTo>
                    <a:cubicBezTo>
                      <a:pt x="125" y="33"/>
                      <a:pt x="133" y="35"/>
                      <a:pt x="140" y="37"/>
                    </a:cubicBezTo>
                    <a:cubicBezTo>
                      <a:pt x="146" y="39"/>
                      <a:pt x="151" y="40"/>
                      <a:pt x="157" y="42"/>
                    </a:cubicBezTo>
                    <a:cubicBezTo>
                      <a:pt x="159" y="43"/>
                      <a:pt x="162" y="43"/>
                      <a:pt x="164" y="43"/>
                    </a:cubicBezTo>
                    <a:cubicBezTo>
                      <a:pt x="167" y="42"/>
                      <a:pt x="169" y="42"/>
                      <a:pt x="172" y="42"/>
                    </a:cubicBezTo>
                    <a:cubicBezTo>
                      <a:pt x="175" y="43"/>
                      <a:pt x="178" y="43"/>
                      <a:pt x="181" y="45"/>
                    </a:cubicBezTo>
                    <a:cubicBezTo>
                      <a:pt x="183" y="47"/>
                      <a:pt x="185" y="49"/>
                      <a:pt x="187" y="51"/>
                    </a:cubicBezTo>
                    <a:cubicBezTo>
                      <a:pt x="190" y="53"/>
                      <a:pt x="192" y="55"/>
                      <a:pt x="194" y="56"/>
                    </a:cubicBezTo>
                    <a:cubicBezTo>
                      <a:pt x="196" y="57"/>
                      <a:pt x="197" y="58"/>
                      <a:pt x="199" y="59"/>
                    </a:cubicBezTo>
                    <a:cubicBezTo>
                      <a:pt x="200" y="59"/>
                      <a:pt x="200" y="60"/>
                      <a:pt x="200" y="62"/>
                    </a:cubicBezTo>
                    <a:cubicBezTo>
                      <a:pt x="200" y="65"/>
                      <a:pt x="201" y="69"/>
                      <a:pt x="200" y="73"/>
                    </a:cubicBezTo>
                    <a:cubicBezTo>
                      <a:pt x="200" y="74"/>
                      <a:pt x="200" y="75"/>
                      <a:pt x="201" y="76"/>
                    </a:cubicBezTo>
                    <a:cubicBezTo>
                      <a:pt x="204" y="80"/>
                      <a:pt x="209" y="83"/>
                      <a:pt x="213" y="86"/>
                    </a:cubicBezTo>
                    <a:cubicBezTo>
                      <a:pt x="216" y="88"/>
                      <a:pt x="218" y="91"/>
                      <a:pt x="221" y="94"/>
                    </a:cubicBezTo>
                    <a:cubicBezTo>
                      <a:pt x="220" y="94"/>
                      <a:pt x="220" y="94"/>
                      <a:pt x="220" y="94"/>
                    </a:cubicBezTo>
                    <a:cubicBezTo>
                      <a:pt x="231" y="114"/>
                      <a:pt x="231" y="114"/>
                      <a:pt x="231" y="114"/>
                    </a:cubicBezTo>
                    <a:cubicBezTo>
                      <a:pt x="232" y="120"/>
                      <a:pt x="232" y="120"/>
                      <a:pt x="232" y="120"/>
                    </a:cubicBezTo>
                    <a:cubicBezTo>
                      <a:pt x="232" y="119"/>
                      <a:pt x="231" y="119"/>
                      <a:pt x="231" y="119"/>
                    </a:cubicBezTo>
                    <a:cubicBezTo>
                      <a:pt x="229" y="118"/>
                      <a:pt x="226" y="117"/>
                      <a:pt x="224" y="117"/>
                    </a:cubicBezTo>
                    <a:cubicBezTo>
                      <a:pt x="221" y="116"/>
                      <a:pt x="218" y="114"/>
                      <a:pt x="216" y="113"/>
                    </a:cubicBezTo>
                    <a:cubicBezTo>
                      <a:pt x="214" y="112"/>
                      <a:pt x="213" y="111"/>
                      <a:pt x="211" y="110"/>
                    </a:cubicBezTo>
                    <a:cubicBezTo>
                      <a:pt x="209" y="109"/>
                      <a:pt x="207" y="109"/>
                      <a:pt x="205" y="108"/>
                    </a:cubicBezTo>
                    <a:cubicBezTo>
                      <a:pt x="202" y="107"/>
                      <a:pt x="200" y="106"/>
                      <a:pt x="198" y="105"/>
                    </a:cubicBezTo>
                    <a:cubicBezTo>
                      <a:pt x="195" y="104"/>
                      <a:pt x="192" y="103"/>
                      <a:pt x="189" y="102"/>
                    </a:cubicBezTo>
                    <a:cubicBezTo>
                      <a:pt x="184" y="100"/>
                      <a:pt x="178" y="97"/>
                      <a:pt x="173" y="95"/>
                    </a:cubicBezTo>
                    <a:cubicBezTo>
                      <a:pt x="167" y="93"/>
                      <a:pt x="162" y="92"/>
                      <a:pt x="156" y="91"/>
                    </a:cubicBezTo>
                    <a:cubicBezTo>
                      <a:pt x="153" y="90"/>
                      <a:pt x="150" y="89"/>
                      <a:pt x="147" y="88"/>
                    </a:cubicBezTo>
                    <a:cubicBezTo>
                      <a:pt x="146" y="87"/>
                      <a:pt x="145" y="86"/>
                      <a:pt x="143" y="86"/>
                    </a:cubicBezTo>
                    <a:cubicBezTo>
                      <a:pt x="141" y="85"/>
                      <a:pt x="140" y="86"/>
                      <a:pt x="138" y="85"/>
                    </a:cubicBezTo>
                    <a:cubicBezTo>
                      <a:pt x="137" y="85"/>
                      <a:pt x="137" y="84"/>
                      <a:pt x="136" y="84"/>
                    </a:cubicBezTo>
                    <a:cubicBezTo>
                      <a:pt x="134" y="83"/>
                      <a:pt x="132" y="83"/>
                      <a:pt x="131" y="82"/>
                    </a:cubicBezTo>
                    <a:cubicBezTo>
                      <a:pt x="129" y="81"/>
                      <a:pt x="128" y="80"/>
                      <a:pt x="126" y="80"/>
                    </a:cubicBezTo>
                    <a:cubicBezTo>
                      <a:pt x="123" y="78"/>
                      <a:pt x="119" y="77"/>
                      <a:pt x="116" y="77"/>
                    </a:cubicBezTo>
                    <a:cubicBezTo>
                      <a:pt x="112" y="76"/>
                      <a:pt x="108" y="75"/>
                      <a:pt x="104" y="75"/>
                    </a:cubicBezTo>
                    <a:cubicBezTo>
                      <a:pt x="102" y="75"/>
                      <a:pt x="100" y="75"/>
                      <a:pt x="97" y="75"/>
                    </a:cubicBezTo>
                    <a:cubicBezTo>
                      <a:pt x="95" y="74"/>
                      <a:pt x="93" y="75"/>
                      <a:pt x="91" y="74"/>
                    </a:cubicBezTo>
                    <a:cubicBezTo>
                      <a:pt x="88" y="74"/>
                      <a:pt x="85" y="74"/>
                      <a:pt x="82" y="74"/>
                    </a:cubicBezTo>
                    <a:cubicBezTo>
                      <a:pt x="79" y="74"/>
                      <a:pt x="77" y="74"/>
                      <a:pt x="74" y="73"/>
                    </a:cubicBezTo>
                    <a:cubicBezTo>
                      <a:pt x="72" y="73"/>
                      <a:pt x="70" y="72"/>
                      <a:pt x="68" y="72"/>
                    </a:cubicBezTo>
                    <a:cubicBezTo>
                      <a:pt x="66" y="72"/>
                      <a:pt x="65" y="71"/>
                      <a:pt x="64" y="69"/>
                    </a:cubicBezTo>
                    <a:cubicBezTo>
                      <a:pt x="63" y="66"/>
                      <a:pt x="63" y="63"/>
                      <a:pt x="63" y="60"/>
                    </a:cubicBezTo>
                    <a:cubicBezTo>
                      <a:pt x="62" y="57"/>
                      <a:pt x="61" y="53"/>
                      <a:pt x="59" y="50"/>
                    </a:cubicBezTo>
                    <a:cubicBezTo>
                      <a:pt x="57" y="47"/>
                      <a:pt x="54" y="47"/>
                      <a:pt x="51" y="46"/>
                    </a:cubicBezTo>
                    <a:cubicBezTo>
                      <a:pt x="47" y="45"/>
                      <a:pt x="44" y="43"/>
                      <a:pt x="41" y="42"/>
                    </a:cubicBezTo>
                    <a:cubicBezTo>
                      <a:pt x="36" y="40"/>
                      <a:pt x="32" y="39"/>
                      <a:pt x="27" y="37"/>
                    </a:cubicBezTo>
                    <a:cubicBezTo>
                      <a:pt x="22" y="35"/>
                      <a:pt x="19" y="30"/>
                      <a:pt x="16" y="25"/>
                    </a:cubicBezTo>
                    <a:cubicBezTo>
                      <a:pt x="12" y="21"/>
                      <a:pt x="9" y="17"/>
                      <a:pt x="5" y="13"/>
                    </a:cubicBezTo>
                    <a:cubicBezTo>
                      <a:pt x="4" y="12"/>
                      <a:pt x="0" y="8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0" name="Freeform 3601">
                <a:extLst>
                  <a:ext uri="{FF2B5EF4-FFF2-40B4-BE49-F238E27FC236}">
                    <a16:creationId xmlns:a16="http://schemas.microsoft.com/office/drawing/2014/main" id="{4FACE8C5-9868-45DA-BA53-112E9CAC3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0" y="2696"/>
                <a:ext cx="57" cy="34"/>
              </a:xfrm>
              <a:custGeom>
                <a:avLst/>
                <a:gdLst>
                  <a:gd name="T0" fmla="*/ 91 w 139"/>
                  <a:gd name="T1" fmla="*/ 63 h 84"/>
                  <a:gd name="T2" fmla="*/ 66 w 139"/>
                  <a:gd name="T3" fmla="*/ 38 h 84"/>
                  <a:gd name="T4" fmla="*/ 18 w 139"/>
                  <a:gd name="T5" fmla="*/ 26 h 84"/>
                  <a:gd name="T6" fmla="*/ 2 w 139"/>
                  <a:gd name="T7" fmla="*/ 7 h 84"/>
                  <a:gd name="T8" fmla="*/ 1 w 139"/>
                  <a:gd name="T9" fmla="*/ 1 h 84"/>
                  <a:gd name="T10" fmla="*/ 5 w 139"/>
                  <a:gd name="T11" fmla="*/ 1 h 84"/>
                  <a:gd name="T12" fmla="*/ 9 w 139"/>
                  <a:gd name="T13" fmla="*/ 2 h 84"/>
                  <a:gd name="T14" fmla="*/ 18 w 139"/>
                  <a:gd name="T15" fmla="*/ 5 h 84"/>
                  <a:gd name="T16" fmla="*/ 24 w 139"/>
                  <a:gd name="T17" fmla="*/ 8 h 84"/>
                  <a:gd name="T18" fmla="*/ 28 w 139"/>
                  <a:gd name="T19" fmla="*/ 9 h 84"/>
                  <a:gd name="T20" fmla="*/ 36 w 139"/>
                  <a:gd name="T21" fmla="*/ 12 h 84"/>
                  <a:gd name="T22" fmla="*/ 38 w 139"/>
                  <a:gd name="T23" fmla="*/ 12 h 84"/>
                  <a:gd name="T24" fmla="*/ 42 w 139"/>
                  <a:gd name="T25" fmla="*/ 13 h 84"/>
                  <a:gd name="T26" fmla="*/ 50 w 139"/>
                  <a:gd name="T27" fmla="*/ 16 h 84"/>
                  <a:gd name="T28" fmla="*/ 55 w 139"/>
                  <a:gd name="T29" fmla="*/ 18 h 84"/>
                  <a:gd name="T30" fmla="*/ 59 w 139"/>
                  <a:gd name="T31" fmla="*/ 20 h 84"/>
                  <a:gd name="T32" fmla="*/ 68 w 139"/>
                  <a:gd name="T33" fmla="*/ 22 h 84"/>
                  <a:gd name="T34" fmla="*/ 75 w 139"/>
                  <a:gd name="T35" fmla="*/ 25 h 84"/>
                  <a:gd name="T36" fmla="*/ 79 w 139"/>
                  <a:gd name="T37" fmla="*/ 28 h 84"/>
                  <a:gd name="T38" fmla="*/ 83 w 139"/>
                  <a:gd name="T39" fmla="*/ 30 h 84"/>
                  <a:gd name="T40" fmla="*/ 92 w 139"/>
                  <a:gd name="T41" fmla="*/ 33 h 84"/>
                  <a:gd name="T42" fmla="*/ 99 w 139"/>
                  <a:gd name="T43" fmla="*/ 36 h 84"/>
                  <a:gd name="T44" fmla="*/ 105 w 139"/>
                  <a:gd name="T45" fmla="*/ 39 h 84"/>
                  <a:gd name="T46" fmla="*/ 105 w 139"/>
                  <a:gd name="T47" fmla="*/ 42 h 84"/>
                  <a:gd name="T48" fmla="*/ 114 w 139"/>
                  <a:gd name="T49" fmla="*/ 53 h 84"/>
                  <a:gd name="T50" fmla="*/ 114 w 139"/>
                  <a:gd name="T51" fmla="*/ 62 h 84"/>
                  <a:gd name="T52" fmla="*/ 131 w 139"/>
                  <a:gd name="T53" fmla="*/ 59 h 84"/>
                  <a:gd name="T54" fmla="*/ 136 w 139"/>
                  <a:gd name="T55" fmla="*/ 75 h 84"/>
                  <a:gd name="T56" fmla="*/ 124 w 139"/>
                  <a:gd name="T57" fmla="*/ 81 h 84"/>
                  <a:gd name="T58" fmla="*/ 103 w 139"/>
                  <a:gd name="T59" fmla="*/ 74 h 84"/>
                  <a:gd name="T60" fmla="*/ 91 w 139"/>
                  <a:gd name="T61" fmla="*/ 6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9" h="84">
                    <a:moveTo>
                      <a:pt x="91" y="63"/>
                    </a:moveTo>
                    <a:cubicBezTo>
                      <a:pt x="88" y="51"/>
                      <a:pt x="78" y="42"/>
                      <a:pt x="66" y="38"/>
                    </a:cubicBezTo>
                    <a:cubicBezTo>
                      <a:pt x="51" y="32"/>
                      <a:pt x="33" y="36"/>
                      <a:pt x="18" y="26"/>
                    </a:cubicBezTo>
                    <a:cubicBezTo>
                      <a:pt x="12" y="21"/>
                      <a:pt x="5" y="14"/>
                      <a:pt x="2" y="7"/>
                    </a:cubicBezTo>
                    <a:cubicBezTo>
                      <a:pt x="1" y="6"/>
                      <a:pt x="0" y="3"/>
                      <a:pt x="1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7" y="1"/>
                      <a:pt x="8" y="1"/>
                      <a:pt x="9" y="2"/>
                    </a:cubicBezTo>
                    <a:cubicBezTo>
                      <a:pt x="12" y="3"/>
                      <a:pt x="15" y="4"/>
                      <a:pt x="18" y="5"/>
                    </a:cubicBezTo>
                    <a:cubicBezTo>
                      <a:pt x="20" y="7"/>
                      <a:pt x="22" y="7"/>
                      <a:pt x="24" y="8"/>
                    </a:cubicBezTo>
                    <a:cubicBezTo>
                      <a:pt x="25" y="8"/>
                      <a:pt x="27" y="9"/>
                      <a:pt x="28" y="9"/>
                    </a:cubicBezTo>
                    <a:cubicBezTo>
                      <a:pt x="31" y="10"/>
                      <a:pt x="33" y="11"/>
                      <a:pt x="36" y="12"/>
                    </a:cubicBezTo>
                    <a:cubicBezTo>
                      <a:pt x="37" y="12"/>
                      <a:pt x="38" y="12"/>
                      <a:pt x="38" y="12"/>
                    </a:cubicBezTo>
                    <a:cubicBezTo>
                      <a:pt x="40" y="12"/>
                      <a:pt x="41" y="13"/>
                      <a:pt x="42" y="13"/>
                    </a:cubicBezTo>
                    <a:cubicBezTo>
                      <a:pt x="45" y="14"/>
                      <a:pt x="47" y="15"/>
                      <a:pt x="50" y="16"/>
                    </a:cubicBezTo>
                    <a:cubicBezTo>
                      <a:pt x="52" y="17"/>
                      <a:pt x="53" y="17"/>
                      <a:pt x="55" y="18"/>
                    </a:cubicBezTo>
                    <a:cubicBezTo>
                      <a:pt x="56" y="18"/>
                      <a:pt x="58" y="19"/>
                      <a:pt x="59" y="20"/>
                    </a:cubicBezTo>
                    <a:cubicBezTo>
                      <a:pt x="62" y="20"/>
                      <a:pt x="65" y="21"/>
                      <a:pt x="68" y="22"/>
                    </a:cubicBezTo>
                    <a:cubicBezTo>
                      <a:pt x="71" y="23"/>
                      <a:pt x="73" y="24"/>
                      <a:pt x="75" y="25"/>
                    </a:cubicBezTo>
                    <a:cubicBezTo>
                      <a:pt x="76" y="26"/>
                      <a:pt x="78" y="27"/>
                      <a:pt x="79" y="28"/>
                    </a:cubicBezTo>
                    <a:cubicBezTo>
                      <a:pt x="80" y="28"/>
                      <a:pt x="82" y="29"/>
                      <a:pt x="83" y="30"/>
                    </a:cubicBezTo>
                    <a:cubicBezTo>
                      <a:pt x="86" y="31"/>
                      <a:pt x="89" y="32"/>
                      <a:pt x="92" y="33"/>
                    </a:cubicBezTo>
                    <a:cubicBezTo>
                      <a:pt x="94" y="34"/>
                      <a:pt x="97" y="35"/>
                      <a:pt x="99" y="36"/>
                    </a:cubicBezTo>
                    <a:cubicBezTo>
                      <a:pt x="101" y="38"/>
                      <a:pt x="103" y="39"/>
                      <a:pt x="105" y="39"/>
                    </a:cubicBezTo>
                    <a:cubicBezTo>
                      <a:pt x="105" y="42"/>
                      <a:pt x="105" y="42"/>
                      <a:pt x="105" y="42"/>
                    </a:cubicBezTo>
                    <a:cubicBezTo>
                      <a:pt x="105" y="42"/>
                      <a:pt x="115" y="49"/>
                      <a:pt x="114" y="53"/>
                    </a:cubicBezTo>
                    <a:cubicBezTo>
                      <a:pt x="113" y="58"/>
                      <a:pt x="109" y="65"/>
                      <a:pt x="114" y="62"/>
                    </a:cubicBezTo>
                    <a:cubicBezTo>
                      <a:pt x="119" y="60"/>
                      <a:pt x="127" y="57"/>
                      <a:pt x="131" y="59"/>
                    </a:cubicBezTo>
                    <a:cubicBezTo>
                      <a:pt x="134" y="62"/>
                      <a:pt x="139" y="66"/>
                      <a:pt x="136" y="75"/>
                    </a:cubicBezTo>
                    <a:cubicBezTo>
                      <a:pt x="133" y="83"/>
                      <a:pt x="132" y="84"/>
                      <a:pt x="124" y="81"/>
                    </a:cubicBezTo>
                    <a:cubicBezTo>
                      <a:pt x="116" y="79"/>
                      <a:pt x="107" y="78"/>
                      <a:pt x="103" y="74"/>
                    </a:cubicBezTo>
                    <a:cubicBezTo>
                      <a:pt x="100" y="72"/>
                      <a:pt x="94" y="62"/>
                      <a:pt x="91" y="6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1" name="Freeform 3602">
                <a:extLst>
                  <a:ext uri="{FF2B5EF4-FFF2-40B4-BE49-F238E27FC236}">
                    <a16:creationId xmlns:a16="http://schemas.microsoft.com/office/drawing/2014/main" id="{25FF8EC3-5E79-4C10-B24F-D4AF0494D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1" y="2686"/>
                <a:ext cx="30" cy="33"/>
              </a:xfrm>
              <a:custGeom>
                <a:avLst/>
                <a:gdLst>
                  <a:gd name="T0" fmla="*/ 68 w 75"/>
                  <a:gd name="T1" fmla="*/ 81 h 83"/>
                  <a:gd name="T2" fmla="*/ 51 w 75"/>
                  <a:gd name="T3" fmla="*/ 66 h 83"/>
                  <a:gd name="T4" fmla="*/ 38 w 75"/>
                  <a:gd name="T5" fmla="*/ 38 h 83"/>
                  <a:gd name="T6" fmla="*/ 23 w 75"/>
                  <a:gd name="T7" fmla="*/ 36 h 83"/>
                  <a:gd name="T8" fmla="*/ 16 w 75"/>
                  <a:gd name="T9" fmla="*/ 31 h 83"/>
                  <a:gd name="T10" fmla="*/ 9 w 75"/>
                  <a:gd name="T11" fmla="*/ 25 h 83"/>
                  <a:gd name="T12" fmla="*/ 4 w 75"/>
                  <a:gd name="T13" fmla="*/ 19 h 83"/>
                  <a:gd name="T14" fmla="*/ 0 w 75"/>
                  <a:gd name="T15" fmla="*/ 11 h 83"/>
                  <a:gd name="T16" fmla="*/ 1 w 75"/>
                  <a:gd name="T17" fmla="*/ 0 h 83"/>
                  <a:gd name="T18" fmla="*/ 5 w 75"/>
                  <a:gd name="T19" fmla="*/ 0 h 83"/>
                  <a:gd name="T20" fmla="*/ 11 w 75"/>
                  <a:gd name="T21" fmla="*/ 1 h 83"/>
                  <a:gd name="T22" fmla="*/ 20 w 75"/>
                  <a:gd name="T23" fmla="*/ 4 h 83"/>
                  <a:gd name="T24" fmla="*/ 28 w 75"/>
                  <a:gd name="T25" fmla="*/ 9 h 83"/>
                  <a:gd name="T26" fmla="*/ 34 w 75"/>
                  <a:gd name="T27" fmla="*/ 15 h 83"/>
                  <a:gd name="T28" fmla="*/ 40 w 75"/>
                  <a:gd name="T29" fmla="*/ 20 h 83"/>
                  <a:gd name="T30" fmla="*/ 50 w 75"/>
                  <a:gd name="T31" fmla="*/ 23 h 83"/>
                  <a:gd name="T32" fmla="*/ 59 w 75"/>
                  <a:gd name="T33" fmla="*/ 27 h 83"/>
                  <a:gd name="T34" fmla="*/ 63 w 75"/>
                  <a:gd name="T35" fmla="*/ 30 h 83"/>
                  <a:gd name="T36" fmla="*/ 67 w 75"/>
                  <a:gd name="T37" fmla="*/ 31 h 83"/>
                  <a:gd name="T38" fmla="*/ 72 w 75"/>
                  <a:gd name="T39" fmla="*/ 34 h 83"/>
                  <a:gd name="T40" fmla="*/ 72 w 75"/>
                  <a:gd name="T41" fmla="*/ 35 h 83"/>
                  <a:gd name="T42" fmla="*/ 66 w 75"/>
                  <a:gd name="T43" fmla="*/ 42 h 83"/>
                  <a:gd name="T44" fmla="*/ 60 w 75"/>
                  <a:gd name="T45" fmla="*/ 49 h 83"/>
                  <a:gd name="T46" fmla="*/ 67 w 75"/>
                  <a:gd name="T47" fmla="*/ 68 h 83"/>
                  <a:gd name="T48" fmla="*/ 68 w 75"/>
                  <a:gd name="T49" fmla="*/ 8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5" h="83">
                    <a:moveTo>
                      <a:pt x="68" y="81"/>
                    </a:moveTo>
                    <a:cubicBezTo>
                      <a:pt x="61" y="79"/>
                      <a:pt x="54" y="75"/>
                      <a:pt x="51" y="66"/>
                    </a:cubicBezTo>
                    <a:cubicBezTo>
                      <a:pt x="48" y="58"/>
                      <a:pt x="38" y="38"/>
                      <a:pt x="38" y="38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1" y="35"/>
                      <a:pt x="18" y="33"/>
                      <a:pt x="16" y="31"/>
                    </a:cubicBezTo>
                    <a:cubicBezTo>
                      <a:pt x="14" y="29"/>
                      <a:pt x="12" y="27"/>
                      <a:pt x="9" y="25"/>
                    </a:cubicBezTo>
                    <a:cubicBezTo>
                      <a:pt x="8" y="23"/>
                      <a:pt x="6" y="21"/>
                      <a:pt x="4" y="19"/>
                    </a:cubicBezTo>
                    <a:cubicBezTo>
                      <a:pt x="2" y="17"/>
                      <a:pt x="0" y="15"/>
                      <a:pt x="0" y="11"/>
                    </a:cubicBezTo>
                    <a:cubicBezTo>
                      <a:pt x="0" y="7"/>
                      <a:pt x="1" y="4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7" y="0"/>
                      <a:pt x="9" y="0"/>
                      <a:pt x="11" y="1"/>
                    </a:cubicBezTo>
                    <a:cubicBezTo>
                      <a:pt x="14" y="2"/>
                      <a:pt x="17" y="3"/>
                      <a:pt x="20" y="4"/>
                    </a:cubicBezTo>
                    <a:cubicBezTo>
                      <a:pt x="23" y="6"/>
                      <a:pt x="25" y="7"/>
                      <a:pt x="28" y="9"/>
                    </a:cubicBezTo>
                    <a:cubicBezTo>
                      <a:pt x="30" y="10"/>
                      <a:pt x="32" y="13"/>
                      <a:pt x="34" y="15"/>
                    </a:cubicBezTo>
                    <a:cubicBezTo>
                      <a:pt x="36" y="17"/>
                      <a:pt x="37" y="19"/>
                      <a:pt x="40" y="20"/>
                    </a:cubicBezTo>
                    <a:cubicBezTo>
                      <a:pt x="43" y="22"/>
                      <a:pt x="46" y="22"/>
                      <a:pt x="50" y="23"/>
                    </a:cubicBezTo>
                    <a:cubicBezTo>
                      <a:pt x="53" y="24"/>
                      <a:pt x="56" y="25"/>
                      <a:pt x="59" y="27"/>
                    </a:cubicBezTo>
                    <a:cubicBezTo>
                      <a:pt x="61" y="28"/>
                      <a:pt x="62" y="29"/>
                      <a:pt x="63" y="30"/>
                    </a:cubicBezTo>
                    <a:cubicBezTo>
                      <a:pt x="64" y="30"/>
                      <a:pt x="66" y="31"/>
                      <a:pt x="67" y="31"/>
                    </a:cubicBezTo>
                    <a:cubicBezTo>
                      <a:pt x="68" y="32"/>
                      <a:pt x="70" y="34"/>
                      <a:pt x="72" y="34"/>
                    </a:cubicBezTo>
                    <a:cubicBezTo>
                      <a:pt x="72" y="34"/>
                      <a:pt x="72" y="34"/>
                      <a:pt x="72" y="35"/>
                    </a:cubicBezTo>
                    <a:cubicBezTo>
                      <a:pt x="71" y="38"/>
                      <a:pt x="70" y="42"/>
                      <a:pt x="66" y="42"/>
                    </a:cubicBezTo>
                    <a:cubicBezTo>
                      <a:pt x="61" y="42"/>
                      <a:pt x="59" y="45"/>
                      <a:pt x="60" y="49"/>
                    </a:cubicBezTo>
                    <a:cubicBezTo>
                      <a:pt x="60" y="53"/>
                      <a:pt x="60" y="62"/>
                      <a:pt x="67" y="68"/>
                    </a:cubicBezTo>
                    <a:cubicBezTo>
                      <a:pt x="74" y="73"/>
                      <a:pt x="75" y="83"/>
                      <a:pt x="68" y="8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2" name="Freeform 3603">
                <a:extLst>
                  <a:ext uri="{FF2B5EF4-FFF2-40B4-BE49-F238E27FC236}">
                    <a16:creationId xmlns:a16="http://schemas.microsoft.com/office/drawing/2014/main" id="{24D3EE3F-D564-4509-B22E-433AFEF8B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1" y="2676"/>
                <a:ext cx="42" cy="22"/>
              </a:xfrm>
              <a:custGeom>
                <a:avLst/>
                <a:gdLst>
                  <a:gd name="T0" fmla="*/ 98 w 103"/>
                  <a:gd name="T1" fmla="*/ 55 h 55"/>
                  <a:gd name="T2" fmla="*/ 94 w 103"/>
                  <a:gd name="T3" fmla="*/ 53 h 55"/>
                  <a:gd name="T4" fmla="*/ 77 w 103"/>
                  <a:gd name="T5" fmla="*/ 46 h 55"/>
                  <a:gd name="T6" fmla="*/ 61 w 103"/>
                  <a:gd name="T7" fmla="*/ 34 h 55"/>
                  <a:gd name="T8" fmla="*/ 45 w 103"/>
                  <a:gd name="T9" fmla="*/ 27 h 55"/>
                  <a:gd name="T10" fmla="*/ 31 w 103"/>
                  <a:gd name="T11" fmla="*/ 22 h 55"/>
                  <a:gd name="T12" fmla="*/ 16 w 103"/>
                  <a:gd name="T13" fmla="*/ 18 h 55"/>
                  <a:gd name="T14" fmla="*/ 13 w 103"/>
                  <a:gd name="T15" fmla="*/ 16 h 55"/>
                  <a:gd name="T16" fmla="*/ 3 w 103"/>
                  <a:gd name="T17" fmla="*/ 9 h 55"/>
                  <a:gd name="T18" fmla="*/ 1 w 103"/>
                  <a:gd name="T19" fmla="*/ 5 h 55"/>
                  <a:gd name="T20" fmla="*/ 0 w 103"/>
                  <a:gd name="T21" fmla="*/ 3 h 55"/>
                  <a:gd name="T22" fmla="*/ 3 w 103"/>
                  <a:gd name="T23" fmla="*/ 1 h 55"/>
                  <a:gd name="T24" fmla="*/ 4 w 103"/>
                  <a:gd name="T25" fmla="*/ 0 h 55"/>
                  <a:gd name="T26" fmla="*/ 7 w 103"/>
                  <a:gd name="T27" fmla="*/ 1 h 55"/>
                  <a:gd name="T28" fmla="*/ 11 w 103"/>
                  <a:gd name="T29" fmla="*/ 1 h 55"/>
                  <a:gd name="T30" fmla="*/ 18 w 103"/>
                  <a:gd name="T31" fmla="*/ 1 h 55"/>
                  <a:gd name="T32" fmla="*/ 23 w 103"/>
                  <a:gd name="T33" fmla="*/ 1 h 55"/>
                  <a:gd name="T34" fmla="*/ 29 w 103"/>
                  <a:gd name="T35" fmla="*/ 2 h 55"/>
                  <a:gd name="T36" fmla="*/ 34 w 103"/>
                  <a:gd name="T37" fmla="*/ 3 h 55"/>
                  <a:gd name="T38" fmla="*/ 45 w 103"/>
                  <a:gd name="T39" fmla="*/ 5 h 55"/>
                  <a:gd name="T40" fmla="*/ 68 w 103"/>
                  <a:gd name="T41" fmla="*/ 8 h 55"/>
                  <a:gd name="T42" fmla="*/ 82 w 103"/>
                  <a:gd name="T43" fmla="*/ 9 h 55"/>
                  <a:gd name="T44" fmla="*/ 91 w 103"/>
                  <a:gd name="T45" fmla="*/ 9 h 55"/>
                  <a:gd name="T46" fmla="*/ 103 w 103"/>
                  <a:gd name="T47" fmla="*/ 43 h 55"/>
                  <a:gd name="T48" fmla="*/ 98 w 103"/>
                  <a:gd name="T4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3" h="55">
                    <a:moveTo>
                      <a:pt x="98" y="55"/>
                    </a:moveTo>
                    <a:cubicBezTo>
                      <a:pt x="97" y="54"/>
                      <a:pt x="95" y="53"/>
                      <a:pt x="94" y="53"/>
                    </a:cubicBezTo>
                    <a:cubicBezTo>
                      <a:pt x="88" y="51"/>
                      <a:pt x="83" y="49"/>
                      <a:pt x="77" y="46"/>
                    </a:cubicBezTo>
                    <a:cubicBezTo>
                      <a:pt x="72" y="42"/>
                      <a:pt x="67" y="37"/>
                      <a:pt x="61" y="34"/>
                    </a:cubicBezTo>
                    <a:cubicBezTo>
                      <a:pt x="55" y="31"/>
                      <a:pt x="50" y="29"/>
                      <a:pt x="45" y="27"/>
                    </a:cubicBezTo>
                    <a:cubicBezTo>
                      <a:pt x="40" y="25"/>
                      <a:pt x="36" y="23"/>
                      <a:pt x="31" y="22"/>
                    </a:cubicBezTo>
                    <a:cubicBezTo>
                      <a:pt x="26" y="20"/>
                      <a:pt x="21" y="20"/>
                      <a:pt x="16" y="18"/>
                    </a:cubicBezTo>
                    <a:cubicBezTo>
                      <a:pt x="15" y="17"/>
                      <a:pt x="14" y="16"/>
                      <a:pt x="13" y="16"/>
                    </a:cubicBezTo>
                    <a:cubicBezTo>
                      <a:pt x="9" y="14"/>
                      <a:pt x="6" y="11"/>
                      <a:pt x="3" y="9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9" y="1"/>
                      <a:pt x="10" y="1"/>
                      <a:pt x="11" y="1"/>
                    </a:cubicBezTo>
                    <a:cubicBezTo>
                      <a:pt x="13" y="1"/>
                      <a:pt x="15" y="1"/>
                      <a:pt x="18" y="1"/>
                    </a:cubicBezTo>
                    <a:cubicBezTo>
                      <a:pt x="19" y="1"/>
                      <a:pt x="21" y="1"/>
                      <a:pt x="23" y="1"/>
                    </a:cubicBezTo>
                    <a:cubicBezTo>
                      <a:pt x="25" y="2"/>
                      <a:pt x="27" y="2"/>
                      <a:pt x="29" y="2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8" y="4"/>
                      <a:pt x="42" y="5"/>
                      <a:pt x="45" y="5"/>
                    </a:cubicBezTo>
                    <a:cubicBezTo>
                      <a:pt x="53" y="6"/>
                      <a:pt x="60" y="7"/>
                      <a:pt x="68" y="8"/>
                    </a:cubicBezTo>
                    <a:cubicBezTo>
                      <a:pt x="72" y="9"/>
                      <a:pt x="77" y="9"/>
                      <a:pt x="82" y="9"/>
                    </a:cubicBezTo>
                    <a:cubicBezTo>
                      <a:pt x="85" y="9"/>
                      <a:pt x="88" y="9"/>
                      <a:pt x="91" y="9"/>
                    </a:cubicBezTo>
                    <a:cubicBezTo>
                      <a:pt x="94" y="15"/>
                      <a:pt x="103" y="35"/>
                      <a:pt x="103" y="43"/>
                    </a:cubicBezTo>
                    <a:cubicBezTo>
                      <a:pt x="102" y="49"/>
                      <a:pt x="100" y="52"/>
                      <a:pt x="98" y="5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3" name="Freeform 3604">
                <a:extLst>
                  <a:ext uri="{FF2B5EF4-FFF2-40B4-BE49-F238E27FC236}">
                    <a16:creationId xmlns:a16="http://schemas.microsoft.com/office/drawing/2014/main" id="{F3F1E542-47B5-4AB2-8827-CA45D19EA7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5" y="-4"/>
                <a:ext cx="2025" cy="3230"/>
              </a:xfrm>
              <a:custGeom>
                <a:avLst/>
                <a:gdLst>
                  <a:gd name="T0" fmla="*/ 4372 w 4978"/>
                  <a:gd name="T1" fmla="*/ 7091 h 7937"/>
                  <a:gd name="T2" fmla="*/ 4224 w 4978"/>
                  <a:gd name="T3" fmla="*/ 6519 h 7937"/>
                  <a:gd name="T4" fmla="*/ 3602 w 4978"/>
                  <a:gd name="T5" fmla="*/ 6308 h 7937"/>
                  <a:gd name="T6" fmla="*/ 3563 w 4978"/>
                  <a:gd name="T7" fmla="*/ 5775 h 7937"/>
                  <a:gd name="T8" fmla="*/ 3494 w 4978"/>
                  <a:gd name="T9" fmla="*/ 5404 h 7937"/>
                  <a:gd name="T10" fmla="*/ 3710 w 4978"/>
                  <a:gd name="T11" fmla="*/ 4968 h 7937"/>
                  <a:gd name="T12" fmla="*/ 3758 w 4978"/>
                  <a:gd name="T13" fmla="*/ 4884 h 7937"/>
                  <a:gd name="T14" fmla="*/ 3566 w 4978"/>
                  <a:gd name="T15" fmla="*/ 4691 h 7937"/>
                  <a:gd name="T16" fmla="*/ 3483 w 4978"/>
                  <a:gd name="T17" fmla="*/ 4292 h 7937"/>
                  <a:gd name="T18" fmla="*/ 3561 w 4978"/>
                  <a:gd name="T19" fmla="*/ 4321 h 7937"/>
                  <a:gd name="T20" fmla="*/ 3900 w 4978"/>
                  <a:gd name="T21" fmla="*/ 4162 h 7937"/>
                  <a:gd name="T22" fmla="*/ 3603 w 4978"/>
                  <a:gd name="T23" fmla="*/ 4535 h 7937"/>
                  <a:gd name="T24" fmla="*/ 3777 w 4978"/>
                  <a:gd name="T25" fmla="*/ 4749 h 7937"/>
                  <a:gd name="T26" fmla="*/ 3727 w 4978"/>
                  <a:gd name="T27" fmla="*/ 4958 h 7937"/>
                  <a:gd name="T28" fmla="*/ 3622 w 4978"/>
                  <a:gd name="T29" fmla="*/ 5321 h 7937"/>
                  <a:gd name="T30" fmla="*/ 3481 w 4978"/>
                  <a:gd name="T31" fmla="*/ 5539 h 7937"/>
                  <a:gd name="T32" fmla="*/ 3560 w 4978"/>
                  <a:gd name="T33" fmla="*/ 5744 h 7937"/>
                  <a:gd name="T34" fmla="*/ 3530 w 4978"/>
                  <a:gd name="T35" fmla="*/ 5921 h 7937"/>
                  <a:gd name="T36" fmla="*/ 3544 w 4978"/>
                  <a:gd name="T37" fmla="*/ 6203 h 7937"/>
                  <a:gd name="T38" fmla="*/ 3954 w 4978"/>
                  <a:gd name="T39" fmla="*/ 6352 h 7937"/>
                  <a:gd name="T40" fmla="*/ 4426 w 4978"/>
                  <a:gd name="T41" fmla="*/ 6579 h 7937"/>
                  <a:gd name="T42" fmla="*/ 4056 w 4978"/>
                  <a:gd name="T43" fmla="*/ 5565 h 7937"/>
                  <a:gd name="T44" fmla="*/ 4184 w 4978"/>
                  <a:gd name="T45" fmla="*/ 3806 h 7937"/>
                  <a:gd name="T46" fmla="*/ 3658 w 4978"/>
                  <a:gd name="T47" fmla="*/ 1563 h 7937"/>
                  <a:gd name="T48" fmla="*/ 2603 w 4978"/>
                  <a:gd name="T49" fmla="*/ 874 h 7937"/>
                  <a:gd name="T50" fmla="*/ 2344 w 4978"/>
                  <a:gd name="T51" fmla="*/ 1028 h 7937"/>
                  <a:gd name="T52" fmla="*/ 1979 w 4978"/>
                  <a:gd name="T53" fmla="*/ 1382 h 7937"/>
                  <a:gd name="T54" fmla="*/ 1745 w 4978"/>
                  <a:gd name="T55" fmla="*/ 1586 h 7937"/>
                  <a:gd name="T56" fmla="*/ 1461 w 4978"/>
                  <a:gd name="T57" fmla="*/ 1290 h 7937"/>
                  <a:gd name="T58" fmla="*/ 1547 w 4978"/>
                  <a:gd name="T59" fmla="*/ 1593 h 7937"/>
                  <a:gd name="T60" fmla="*/ 1532 w 4978"/>
                  <a:gd name="T61" fmla="*/ 1866 h 7937"/>
                  <a:gd name="T62" fmla="*/ 1342 w 4978"/>
                  <a:gd name="T63" fmla="*/ 2417 h 7937"/>
                  <a:gd name="T64" fmla="*/ 1100 w 4978"/>
                  <a:gd name="T65" fmla="*/ 2707 h 7937"/>
                  <a:gd name="T66" fmla="*/ 694 w 4978"/>
                  <a:gd name="T67" fmla="*/ 2677 h 7937"/>
                  <a:gd name="T68" fmla="*/ 984 w 4978"/>
                  <a:gd name="T69" fmla="*/ 3192 h 7937"/>
                  <a:gd name="T70" fmla="*/ 1451 w 4978"/>
                  <a:gd name="T71" fmla="*/ 3709 h 7937"/>
                  <a:gd name="T72" fmla="*/ 1507 w 4978"/>
                  <a:gd name="T73" fmla="*/ 3786 h 7937"/>
                  <a:gd name="T74" fmla="*/ 1635 w 4978"/>
                  <a:gd name="T75" fmla="*/ 4040 h 7937"/>
                  <a:gd name="T76" fmla="*/ 1533 w 4978"/>
                  <a:gd name="T77" fmla="*/ 3959 h 7937"/>
                  <a:gd name="T78" fmla="*/ 1498 w 4978"/>
                  <a:gd name="T79" fmla="*/ 3761 h 7937"/>
                  <a:gd name="T80" fmla="*/ 1135 w 4978"/>
                  <a:gd name="T81" fmla="*/ 3450 h 7937"/>
                  <a:gd name="T82" fmla="*/ 688 w 4978"/>
                  <a:gd name="T83" fmla="*/ 3694 h 7937"/>
                  <a:gd name="T84" fmla="*/ 444 w 4978"/>
                  <a:gd name="T85" fmla="*/ 3794 h 7937"/>
                  <a:gd name="T86" fmla="*/ 10 w 4978"/>
                  <a:gd name="T87" fmla="*/ 3771 h 7937"/>
                  <a:gd name="T88" fmla="*/ 237 w 4978"/>
                  <a:gd name="T89" fmla="*/ 3814 h 7937"/>
                  <a:gd name="T90" fmla="*/ 93 w 4978"/>
                  <a:gd name="T91" fmla="*/ 4023 h 7937"/>
                  <a:gd name="T92" fmla="*/ 131 w 4978"/>
                  <a:gd name="T93" fmla="*/ 4465 h 7937"/>
                  <a:gd name="T94" fmla="*/ 1842 w 4978"/>
                  <a:gd name="T95" fmla="*/ 6212 h 7937"/>
                  <a:gd name="T96" fmla="*/ 2670 w 4978"/>
                  <a:gd name="T97" fmla="*/ 6887 h 7937"/>
                  <a:gd name="T98" fmla="*/ 3172 w 4978"/>
                  <a:gd name="T99" fmla="*/ 6684 h 7937"/>
                  <a:gd name="T100" fmla="*/ 3450 w 4978"/>
                  <a:gd name="T101" fmla="*/ 6303 h 7937"/>
                  <a:gd name="T102" fmla="*/ 3000 w 4978"/>
                  <a:gd name="T103" fmla="*/ 6726 h 7937"/>
                  <a:gd name="T104" fmla="*/ 2599 w 4978"/>
                  <a:gd name="T105" fmla="*/ 7065 h 7937"/>
                  <a:gd name="T106" fmla="*/ 2556 w 4978"/>
                  <a:gd name="T107" fmla="*/ 7265 h 7937"/>
                  <a:gd name="T108" fmla="*/ 2522 w 4978"/>
                  <a:gd name="T109" fmla="*/ 7313 h 7937"/>
                  <a:gd name="T110" fmla="*/ 2364 w 4978"/>
                  <a:gd name="T111" fmla="*/ 7503 h 7937"/>
                  <a:gd name="T112" fmla="*/ 2938 w 4978"/>
                  <a:gd name="T113" fmla="*/ 7746 h 7937"/>
                  <a:gd name="T114" fmla="*/ 4651 w 4978"/>
                  <a:gd name="T115" fmla="*/ 7835 h 7937"/>
                  <a:gd name="T116" fmla="*/ 583 w 4978"/>
                  <a:gd name="T117" fmla="*/ 4252 h 7937"/>
                  <a:gd name="T118" fmla="*/ 968 w 4978"/>
                  <a:gd name="T119" fmla="*/ 4587 h 7937"/>
                  <a:gd name="T120" fmla="*/ 1552 w 4978"/>
                  <a:gd name="T121" fmla="*/ 4486 h 7937"/>
                  <a:gd name="T122" fmla="*/ 1682 w 4978"/>
                  <a:gd name="T123" fmla="*/ 4270 h 7937"/>
                  <a:gd name="T124" fmla="*/ 2444 w 4978"/>
                  <a:gd name="T125" fmla="*/ 4172 h 7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978" h="7937">
                    <a:moveTo>
                      <a:pt x="4972" y="7692"/>
                    </a:moveTo>
                    <a:cubicBezTo>
                      <a:pt x="4938" y="7691"/>
                      <a:pt x="4938" y="7691"/>
                      <a:pt x="4938" y="7691"/>
                    </a:cubicBezTo>
                    <a:cubicBezTo>
                      <a:pt x="4916" y="7668"/>
                      <a:pt x="4916" y="7668"/>
                      <a:pt x="4916" y="7668"/>
                    </a:cubicBezTo>
                    <a:cubicBezTo>
                      <a:pt x="4852" y="7633"/>
                      <a:pt x="4852" y="7633"/>
                      <a:pt x="4852" y="7633"/>
                    </a:cubicBezTo>
                    <a:cubicBezTo>
                      <a:pt x="4850" y="7628"/>
                      <a:pt x="4850" y="7628"/>
                      <a:pt x="4850" y="7628"/>
                    </a:cubicBezTo>
                    <a:cubicBezTo>
                      <a:pt x="4848" y="7624"/>
                      <a:pt x="4848" y="7624"/>
                      <a:pt x="4848" y="7624"/>
                    </a:cubicBezTo>
                    <a:cubicBezTo>
                      <a:pt x="4844" y="7622"/>
                      <a:pt x="4844" y="7622"/>
                      <a:pt x="4844" y="7622"/>
                    </a:cubicBezTo>
                    <a:cubicBezTo>
                      <a:pt x="4837" y="7616"/>
                      <a:pt x="4837" y="7616"/>
                      <a:pt x="4837" y="7616"/>
                    </a:cubicBezTo>
                    <a:cubicBezTo>
                      <a:pt x="4826" y="7618"/>
                      <a:pt x="4826" y="7618"/>
                      <a:pt x="4826" y="7618"/>
                    </a:cubicBezTo>
                    <a:cubicBezTo>
                      <a:pt x="4812" y="7615"/>
                      <a:pt x="4812" y="7615"/>
                      <a:pt x="4812" y="7615"/>
                    </a:cubicBezTo>
                    <a:cubicBezTo>
                      <a:pt x="4811" y="7609"/>
                      <a:pt x="4811" y="7609"/>
                      <a:pt x="4811" y="7609"/>
                    </a:cubicBezTo>
                    <a:cubicBezTo>
                      <a:pt x="4809" y="7597"/>
                      <a:pt x="4809" y="7597"/>
                      <a:pt x="4809" y="7597"/>
                    </a:cubicBezTo>
                    <a:cubicBezTo>
                      <a:pt x="4804" y="7596"/>
                      <a:pt x="4804" y="7596"/>
                      <a:pt x="4804" y="7596"/>
                    </a:cubicBezTo>
                    <a:cubicBezTo>
                      <a:pt x="4783" y="7591"/>
                      <a:pt x="4783" y="7591"/>
                      <a:pt x="4783" y="7591"/>
                    </a:cubicBezTo>
                    <a:cubicBezTo>
                      <a:pt x="4766" y="7575"/>
                      <a:pt x="4766" y="7575"/>
                      <a:pt x="4766" y="7575"/>
                    </a:cubicBezTo>
                    <a:cubicBezTo>
                      <a:pt x="4754" y="7575"/>
                      <a:pt x="4754" y="7575"/>
                      <a:pt x="4754" y="7575"/>
                    </a:cubicBezTo>
                    <a:cubicBezTo>
                      <a:pt x="4754" y="7575"/>
                      <a:pt x="4750" y="7579"/>
                      <a:pt x="4749" y="7579"/>
                    </a:cubicBezTo>
                    <a:cubicBezTo>
                      <a:pt x="4748" y="7579"/>
                      <a:pt x="4734" y="7564"/>
                      <a:pt x="4734" y="7564"/>
                    </a:cubicBezTo>
                    <a:cubicBezTo>
                      <a:pt x="4733" y="7563"/>
                      <a:pt x="4733" y="7563"/>
                      <a:pt x="4733" y="7563"/>
                    </a:cubicBezTo>
                    <a:cubicBezTo>
                      <a:pt x="4731" y="7546"/>
                      <a:pt x="4731" y="7546"/>
                      <a:pt x="4731" y="7546"/>
                    </a:cubicBezTo>
                    <a:cubicBezTo>
                      <a:pt x="4722" y="7533"/>
                      <a:pt x="4722" y="7533"/>
                      <a:pt x="4722" y="7533"/>
                    </a:cubicBezTo>
                    <a:cubicBezTo>
                      <a:pt x="4720" y="7531"/>
                      <a:pt x="4720" y="7531"/>
                      <a:pt x="4720" y="7531"/>
                    </a:cubicBezTo>
                    <a:cubicBezTo>
                      <a:pt x="4702" y="7515"/>
                      <a:pt x="4702" y="7515"/>
                      <a:pt x="4702" y="7515"/>
                    </a:cubicBezTo>
                    <a:cubicBezTo>
                      <a:pt x="4702" y="7515"/>
                      <a:pt x="4679" y="7510"/>
                      <a:pt x="4679" y="7510"/>
                    </a:cubicBezTo>
                    <a:cubicBezTo>
                      <a:pt x="4678" y="7510"/>
                      <a:pt x="4652" y="7500"/>
                      <a:pt x="4652" y="7500"/>
                    </a:cubicBezTo>
                    <a:cubicBezTo>
                      <a:pt x="4652" y="7500"/>
                      <a:pt x="4650" y="7498"/>
                      <a:pt x="4649" y="7495"/>
                    </a:cubicBezTo>
                    <a:cubicBezTo>
                      <a:pt x="4647" y="7491"/>
                      <a:pt x="4645" y="7487"/>
                      <a:pt x="4645" y="7485"/>
                    </a:cubicBezTo>
                    <a:cubicBezTo>
                      <a:pt x="4645" y="7481"/>
                      <a:pt x="4643" y="7475"/>
                      <a:pt x="4637" y="7467"/>
                    </a:cubicBezTo>
                    <a:cubicBezTo>
                      <a:pt x="4632" y="7459"/>
                      <a:pt x="4633" y="7449"/>
                      <a:pt x="4632" y="7440"/>
                    </a:cubicBezTo>
                    <a:cubicBezTo>
                      <a:pt x="4631" y="7431"/>
                      <a:pt x="4637" y="7431"/>
                      <a:pt x="4641" y="7429"/>
                    </a:cubicBezTo>
                    <a:cubicBezTo>
                      <a:pt x="4646" y="7428"/>
                      <a:pt x="4646" y="7427"/>
                      <a:pt x="4645" y="7420"/>
                    </a:cubicBezTo>
                    <a:cubicBezTo>
                      <a:pt x="4645" y="7416"/>
                      <a:pt x="4642" y="7415"/>
                      <a:pt x="4640" y="7415"/>
                    </a:cubicBezTo>
                    <a:cubicBezTo>
                      <a:pt x="4639" y="7415"/>
                      <a:pt x="4638" y="7415"/>
                      <a:pt x="4638" y="7415"/>
                    </a:cubicBezTo>
                    <a:cubicBezTo>
                      <a:pt x="4638" y="7415"/>
                      <a:pt x="4625" y="7422"/>
                      <a:pt x="4625" y="7423"/>
                    </a:cubicBezTo>
                    <a:cubicBezTo>
                      <a:pt x="4625" y="7423"/>
                      <a:pt x="4616" y="7423"/>
                      <a:pt x="4616" y="7423"/>
                    </a:cubicBezTo>
                    <a:cubicBezTo>
                      <a:pt x="4614" y="7416"/>
                      <a:pt x="4614" y="7416"/>
                      <a:pt x="4614" y="7416"/>
                    </a:cubicBezTo>
                    <a:cubicBezTo>
                      <a:pt x="4599" y="7365"/>
                      <a:pt x="4599" y="7365"/>
                      <a:pt x="4599" y="7365"/>
                    </a:cubicBezTo>
                    <a:cubicBezTo>
                      <a:pt x="4595" y="7306"/>
                      <a:pt x="4595" y="7306"/>
                      <a:pt x="4595" y="7306"/>
                    </a:cubicBezTo>
                    <a:cubicBezTo>
                      <a:pt x="4598" y="7280"/>
                      <a:pt x="4598" y="7280"/>
                      <a:pt x="4598" y="7280"/>
                    </a:cubicBezTo>
                    <a:cubicBezTo>
                      <a:pt x="4595" y="7273"/>
                      <a:pt x="4595" y="7273"/>
                      <a:pt x="4595" y="7273"/>
                    </a:cubicBezTo>
                    <a:cubicBezTo>
                      <a:pt x="4592" y="7272"/>
                      <a:pt x="4592" y="7272"/>
                      <a:pt x="4592" y="7272"/>
                    </a:cubicBezTo>
                    <a:cubicBezTo>
                      <a:pt x="4584" y="7271"/>
                      <a:pt x="4584" y="7271"/>
                      <a:pt x="4584" y="7271"/>
                    </a:cubicBezTo>
                    <a:cubicBezTo>
                      <a:pt x="4576" y="7279"/>
                      <a:pt x="4576" y="7279"/>
                      <a:pt x="4576" y="7279"/>
                    </a:cubicBezTo>
                    <a:cubicBezTo>
                      <a:pt x="4575" y="7291"/>
                      <a:pt x="4575" y="7291"/>
                      <a:pt x="4575" y="7291"/>
                    </a:cubicBezTo>
                    <a:cubicBezTo>
                      <a:pt x="4575" y="7293"/>
                      <a:pt x="4575" y="7293"/>
                      <a:pt x="4575" y="7293"/>
                    </a:cubicBezTo>
                    <a:cubicBezTo>
                      <a:pt x="4578" y="7296"/>
                      <a:pt x="4578" y="7296"/>
                      <a:pt x="4578" y="7296"/>
                    </a:cubicBezTo>
                    <a:cubicBezTo>
                      <a:pt x="4578" y="7296"/>
                      <a:pt x="4578" y="7296"/>
                      <a:pt x="4578" y="7296"/>
                    </a:cubicBezTo>
                    <a:cubicBezTo>
                      <a:pt x="4583" y="7300"/>
                      <a:pt x="4583" y="7300"/>
                      <a:pt x="4583" y="7300"/>
                    </a:cubicBezTo>
                    <a:cubicBezTo>
                      <a:pt x="4587" y="7312"/>
                      <a:pt x="4587" y="7312"/>
                      <a:pt x="4587" y="7312"/>
                    </a:cubicBezTo>
                    <a:cubicBezTo>
                      <a:pt x="4588" y="7368"/>
                      <a:pt x="4588" y="7368"/>
                      <a:pt x="4588" y="7368"/>
                    </a:cubicBezTo>
                    <a:cubicBezTo>
                      <a:pt x="4584" y="7369"/>
                      <a:pt x="4584" y="7369"/>
                      <a:pt x="4584" y="7369"/>
                    </a:cubicBezTo>
                    <a:cubicBezTo>
                      <a:pt x="4575" y="7360"/>
                      <a:pt x="4575" y="7360"/>
                      <a:pt x="4575" y="7360"/>
                    </a:cubicBezTo>
                    <a:cubicBezTo>
                      <a:pt x="4575" y="7359"/>
                      <a:pt x="4575" y="7359"/>
                      <a:pt x="4575" y="7359"/>
                    </a:cubicBezTo>
                    <a:cubicBezTo>
                      <a:pt x="4575" y="7302"/>
                      <a:pt x="4575" y="7302"/>
                      <a:pt x="4575" y="7302"/>
                    </a:cubicBezTo>
                    <a:cubicBezTo>
                      <a:pt x="4569" y="7299"/>
                      <a:pt x="4569" y="7299"/>
                      <a:pt x="4569" y="7299"/>
                    </a:cubicBezTo>
                    <a:cubicBezTo>
                      <a:pt x="4532" y="7283"/>
                      <a:pt x="4532" y="7283"/>
                      <a:pt x="4532" y="7283"/>
                    </a:cubicBezTo>
                    <a:cubicBezTo>
                      <a:pt x="4531" y="7278"/>
                      <a:pt x="4531" y="7278"/>
                      <a:pt x="4531" y="7278"/>
                    </a:cubicBezTo>
                    <a:cubicBezTo>
                      <a:pt x="4530" y="7273"/>
                      <a:pt x="4530" y="7273"/>
                      <a:pt x="4530" y="7273"/>
                    </a:cubicBezTo>
                    <a:cubicBezTo>
                      <a:pt x="4525" y="7270"/>
                      <a:pt x="4525" y="7270"/>
                      <a:pt x="4525" y="7270"/>
                    </a:cubicBezTo>
                    <a:cubicBezTo>
                      <a:pt x="4481" y="7243"/>
                      <a:pt x="4481" y="7243"/>
                      <a:pt x="4481" y="7243"/>
                    </a:cubicBezTo>
                    <a:cubicBezTo>
                      <a:pt x="4481" y="7239"/>
                      <a:pt x="4481" y="7239"/>
                      <a:pt x="4481" y="7239"/>
                    </a:cubicBezTo>
                    <a:cubicBezTo>
                      <a:pt x="4481" y="7239"/>
                      <a:pt x="4481" y="7239"/>
                      <a:pt x="4481" y="7239"/>
                    </a:cubicBezTo>
                    <a:cubicBezTo>
                      <a:pt x="4480" y="7229"/>
                      <a:pt x="4480" y="7229"/>
                      <a:pt x="4480" y="7229"/>
                    </a:cubicBezTo>
                    <a:cubicBezTo>
                      <a:pt x="4474" y="7228"/>
                      <a:pt x="4474" y="7228"/>
                      <a:pt x="4474" y="7228"/>
                    </a:cubicBezTo>
                    <a:cubicBezTo>
                      <a:pt x="4472" y="7227"/>
                      <a:pt x="4472" y="7227"/>
                      <a:pt x="4472" y="7227"/>
                    </a:cubicBezTo>
                    <a:cubicBezTo>
                      <a:pt x="4451" y="7238"/>
                      <a:pt x="4451" y="7238"/>
                      <a:pt x="4451" y="7238"/>
                    </a:cubicBezTo>
                    <a:cubicBezTo>
                      <a:pt x="4394" y="7188"/>
                      <a:pt x="4394" y="7188"/>
                      <a:pt x="4394" y="7188"/>
                    </a:cubicBezTo>
                    <a:cubicBezTo>
                      <a:pt x="4373" y="7187"/>
                      <a:pt x="4373" y="7187"/>
                      <a:pt x="4373" y="7187"/>
                    </a:cubicBezTo>
                    <a:cubicBezTo>
                      <a:pt x="4364" y="7192"/>
                      <a:pt x="4364" y="7192"/>
                      <a:pt x="4364" y="7192"/>
                    </a:cubicBezTo>
                    <a:cubicBezTo>
                      <a:pt x="4351" y="7193"/>
                      <a:pt x="4351" y="7193"/>
                      <a:pt x="4351" y="7193"/>
                    </a:cubicBezTo>
                    <a:cubicBezTo>
                      <a:pt x="4346" y="7186"/>
                      <a:pt x="4346" y="7186"/>
                      <a:pt x="4346" y="7186"/>
                    </a:cubicBezTo>
                    <a:cubicBezTo>
                      <a:pt x="4346" y="7186"/>
                      <a:pt x="4346" y="7186"/>
                      <a:pt x="4346" y="7186"/>
                    </a:cubicBezTo>
                    <a:cubicBezTo>
                      <a:pt x="4346" y="7186"/>
                      <a:pt x="4346" y="7186"/>
                      <a:pt x="4346" y="7186"/>
                    </a:cubicBezTo>
                    <a:cubicBezTo>
                      <a:pt x="4348" y="7181"/>
                      <a:pt x="4348" y="7181"/>
                      <a:pt x="4348" y="7181"/>
                    </a:cubicBezTo>
                    <a:cubicBezTo>
                      <a:pt x="4365" y="7177"/>
                      <a:pt x="4365" y="7177"/>
                      <a:pt x="4365" y="7177"/>
                    </a:cubicBezTo>
                    <a:cubicBezTo>
                      <a:pt x="4370" y="7173"/>
                      <a:pt x="4370" y="7173"/>
                      <a:pt x="4370" y="7173"/>
                    </a:cubicBezTo>
                    <a:cubicBezTo>
                      <a:pt x="4361" y="7169"/>
                      <a:pt x="4361" y="7169"/>
                      <a:pt x="4361" y="7169"/>
                    </a:cubicBezTo>
                    <a:cubicBezTo>
                      <a:pt x="4355" y="7166"/>
                      <a:pt x="4355" y="7166"/>
                      <a:pt x="4355" y="7166"/>
                    </a:cubicBezTo>
                    <a:cubicBezTo>
                      <a:pt x="4356" y="7162"/>
                      <a:pt x="4356" y="7162"/>
                      <a:pt x="4356" y="7162"/>
                    </a:cubicBezTo>
                    <a:cubicBezTo>
                      <a:pt x="4356" y="7156"/>
                      <a:pt x="4356" y="7156"/>
                      <a:pt x="4356" y="7156"/>
                    </a:cubicBezTo>
                    <a:cubicBezTo>
                      <a:pt x="4351" y="7154"/>
                      <a:pt x="4351" y="7154"/>
                      <a:pt x="4351" y="7154"/>
                    </a:cubicBezTo>
                    <a:cubicBezTo>
                      <a:pt x="4350" y="7151"/>
                      <a:pt x="4350" y="7151"/>
                      <a:pt x="4350" y="7151"/>
                    </a:cubicBezTo>
                    <a:cubicBezTo>
                      <a:pt x="4350" y="7151"/>
                      <a:pt x="4350" y="7151"/>
                      <a:pt x="4350" y="7151"/>
                    </a:cubicBezTo>
                    <a:cubicBezTo>
                      <a:pt x="4349" y="7149"/>
                      <a:pt x="4349" y="7149"/>
                      <a:pt x="4349" y="7149"/>
                    </a:cubicBezTo>
                    <a:cubicBezTo>
                      <a:pt x="4348" y="7141"/>
                      <a:pt x="4348" y="7141"/>
                      <a:pt x="4348" y="7141"/>
                    </a:cubicBezTo>
                    <a:cubicBezTo>
                      <a:pt x="4362" y="7123"/>
                      <a:pt x="4362" y="7123"/>
                      <a:pt x="4362" y="7123"/>
                    </a:cubicBezTo>
                    <a:cubicBezTo>
                      <a:pt x="4358" y="7103"/>
                      <a:pt x="4358" y="7103"/>
                      <a:pt x="4358" y="7103"/>
                    </a:cubicBezTo>
                    <a:cubicBezTo>
                      <a:pt x="4372" y="7091"/>
                      <a:pt x="4372" y="7091"/>
                      <a:pt x="4372" y="7091"/>
                    </a:cubicBezTo>
                    <a:cubicBezTo>
                      <a:pt x="4384" y="7090"/>
                      <a:pt x="4384" y="7090"/>
                      <a:pt x="4384" y="7090"/>
                    </a:cubicBezTo>
                    <a:cubicBezTo>
                      <a:pt x="4397" y="7068"/>
                      <a:pt x="4397" y="7068"/>
                      <a:pt x="4397" y="7068"/>
                    </a:cubicBezTo>
                    <a:cubicBezTo>
                      <a:pt x="4400" y="7052"/>
                      <a:pt x="4400" y="7052"/>
                      <a:pt x="4400" y="7052"/>
                    </a:cubicBezTo>
                    <a:cubicBezTo>
                      <a:pt x="4393" y="7047"/>
                      <a:pt x="4393" y="7047"/>
                      <a:pt x="4393" y="7047"/>
                    </a:cubicBezTo>
                    <a:cubicBezTo>
                      <a:pt x="4391" y="7045"/>
                      <a:pt x="4391" y="7045"/>
                      <a:pt x="4391" y="7045"/>
                    </a:cubicBezTo>
                    <a:cubicBezTo>
                      <a:pt x="4391" y="7042"/>
                      <a:pt x="4391" y="7042"/>
                      <a:pt x="4391" y="7042"/>
                    </a:cubicBezTo>
                    <a:cubicBezTo>
                      <a:pt x="4391" y="7034"/>
                      <a:pt x="4391" y="7034"/>
                      <a:pt x="4391" y="7034"/>
                    </a:cubicBezTo>
                    <a:cubicBezTo>
                      <a:pt x="4398" y="7021"/>
                      <a:pt x="4398" y="7021"/>
                      <a:pt x="4398" y="7021"/>
                    </a:cubicBezTo>
                    <a:cubicBezTo>
                      <a:pt x="4394" y="7015"/>
                      <a:pt x="4394" y="7015"/>
                      <a:pt x="4394" y="7015"/>
                    </a:cubicBezTo>
                    <a:cubicBezTo>
                      <a:pt x="4391" y="6986"/>
                      <a:pt x="4391" y="6986"/>
                      <a:pt x="4391" y="6986"/>
                    </a:cubicBezTo>
                    <a:cubicBezTo>
                      <a:pt x="4391" y="6986"/>
                      <a:pt x="4389" y="6984"/>
                      <a:pt x="4386" y="6981"/>
                    </a:cubicBezTo>
                    <a:cubicBezTo>
                      <a:pt x="4383" y="6979"/>
                      <a:pt x="4381" y="6977"/>
                      <a:pt x="4380" y="6977"/>
                    </a:cubicBezTo>
                    <a:cubicBezTo>
                      <a:pt x="4380" y="6977"/>
                      <a:pt x="4381" y="6977"/>
                      <a:pt x="4382" y="6976"/>
                    </a:cubicBezTo>
                    <a:cubicBezTo>
                      <a:pt x="4384" y="6974"/>
                      <a:pt x="4386" y="6972"/>
                      <a:pt x="4386" y="6972"/>
                    </a:cubicBezTo>
                    <a:cubicBezTo>
                      <a:pt x="4399" y="6953"/>
                      <a:pt x="4399" y="6953"/>
                      <a:pt x="4399" y="6953"/>
                    </a:cubicBezTo>
                    <a:cubicBezTo>
                      <a:pt x="4396" y="6936"/>
                      <a:pt x="4396" y="6936"/>
                      <a:pt x="4396" y="6936"/>
                    </a:cubicBezTo>
                    <a:cubicBezTo>
                      <a:pt x="4390" y="6912"/>
                      <a:pt x="4390" y="6912"/>
                      <a:pt x="4390" y="6912"/>
                    </a:cubicBezTo>
                    <a:cubicBezTo>
                      <a:pt x="4393" y="6906"/>
                      <a:pt x="4393" y="6906"/>
                      <a:pt x="4393" y="6906"/>
                    </a:cubicBezTo>
                    <a:cubicBezTo>
                      <a:pt x="4393" y="6906"/>
                      <a:pt x="4394" y="6900"/>
                      <a:pt x="4393" y="6892"/>
                    </a:cubicBezTo>
                    <a:cubicBezTo>
                      <a:pt x="4393" y="6890"/>
                      <a:pt x="4394" y="6889"/>
                      <a:pt x="4394" y="6888"/>
                    </a:cubicBezTo>
                    <a:cubicBezTo>
                      <a:pt x="4397" y="6885"/>
                      <a:pt x="4403" y="6887"/>
                      <a:pt x="4405" y="6882"/>
                    </a:cubicBezTo>
                    <a:cubicBezTo>
                      <a:pt x="4406" y="6878"/>
                      <a:pt x="4402" y="6876"/>
                      <a:pt x="4398" y="6875"/>
                    </a:cubicBezTo>
                    <a:cubicBezTo>
                      <a:pt x="4395" y="6873"/>
                      <a:pt x="4392" y="6872"/>
                      <a:pt x="4391" y="6869"/>
                    </a:cubicBezTo>
                    <a:cubicBezTo>
                      <a:pt x="4391" y="6868"/>
                      <a:pt x="4391" y="6867"/>
                      <a:pt x="4391" y="6866"/>
                    </a:cubicBezTo>
                    <a:cubicBezTo>
                      <a:pt x="4392" y="6861"/>
                      <a:pt x="4402" y="6855"/>
                      <a:pt x="4404" y="6845"/>
                    </a:cubicBezTo>
                    <a:cubicBezTo>
                      <a:pt x="4405" y="6840"/>
                      <a:pt x="4402" y="6836"/>
                      <a:pt x="4398" y="6833"/>
                    </a:cubicBezTo>
                    <a:cubicBezTo>
                      <a:pt x="4394" y="6830"/>
                      <a:pt x="4388" y="6828"/>
                      <a:pt x="4383" y="6826"/>
                    </a:cubicBezTo>
                    <a:cubicBezTo>
                      <a:pt x="4383" y="6825"/>
                      <a:pt x="4382" y="6825"/>
                      <a:pt x="4382" y="6825"/>
                    </a:cubicBezTo>
                    <a:cubicBezTo>
                      <a:pt x="4379" y="6825"/>
                      <a:pt x="4376" y="6825"/>
                      <a:pt x="4373" y="6822"/>
                    </a:cubicBezTo>
                    <a:cubicBezTo>
                      <a:pt x="4371" y="6821"/>
                      <a:pt x="4369" y="6819"/>
                      <a:pt x="4368" y="6817"/>
                    </a:cubicBezTo>
                    <a:cubicBezTo>
                      <a:pt x="4367" y="6816"/>
                      <a:pt x="4366" y="6814"/>
                      <a:pt x="4366" y="6813"/>
                    </a:cubicBezTo>
                    <a:cubicBezTo>
                      <a:pt x="4365" y="6811"/>
                      <a:pt x="4364" y="6808"/>
                      <a:pt x="4364" y="6805"/>
                    </a:cubicBezTo>
                    <a:cubicBezTo>
                      <a:pt x="4364" y="6803"/>
                      <a:pt x="4364" y="6802"/>
                      <a:pt x="4364" y="6801"/>
                    </a:cubicBezTo>
                    <a:cubicBezTo>
                      <a:pt x="4365" y="6799"/>
                      <a:pt x="4365" y="6797"/>
                      <a:pt x="4366" y="6796"/>
                    </a:cubicBezTo>
                    <a:cubicBezTo>
                      <a:pt x="4367" y="6794"/>
                      <a:pt x="4368" y="6793"/>
                      <a:pt x="4369" y="6791"/>
                    </a:cubicBezTo>
                    <a:cubicBezTo>
                      <a:pt x="4370" y="6789"/>
                      <a:pt x="4372" y="6787"/>
                      <a:pt x="4374" y="6786"/>
                    </a:cubicBezTo>
                    <a:cubicBezTo>
                      <a:pt x="4375" y="6785"/>
                      <a:pt x="4376" y="6785"/>
                      <a:pt x="4376" y="6783"/>
                    </a:cubicBezTo>
                    <a:cubicBezTo>
                      <a:pt x="4376" y="6781"/>
                      <a:pt x="4375" y="6779"/>
                      <a:pt x="4375" y="6777"/>
                    </a:cubicBezTo>
                    <a:cubicBezTo>
                      <a:pt x="4374" y="6777"/>
                      <a:pt x="4374" y="6776"/>
                      <a:pt x="4373" y="6776"/>
                    </a:cubicBezTo>
                    <a:cubicBezTo>
                      <a:pt x="4373" y="6776"/>
                      <a:pt x="4373" y="6776"/>
                      <a:pt x="4373" y="6776"/>
                    </a:cubicBezTo>
                    <a:cubicBezTo>
                      <a:pt x="4372" y="6775"/>
                      <a:pt x="4371" y="6772"/>
                      <a:pt x="4370" y="6771"/>
                    </a:cubicBezTo>
                    <a:cubicBezTo>
                      <a:pt x="4369" y="6771"/>
                      <a:pt x="4369" y="6770"/>
                      <a:pt x="4369" y="6770"/>
                    </a:cubicBezTo>
                    <a:cubicBezTo>
                      <a:pt x="4368" y="6769"/>
                      <a:pt x="4368" y="6769"/>
                      <a:pt x="4368" y="6769"/>
                    </a:cubicBezTo>
                    <a:cubicBezTo>
                      <a:pt x="4368" y="6769"/>
                      <a:pt x="4368" y="6769"/>
                      <a:pt x="4368" y="6769"/>
                    </a:cubicBezTo>
                    <a:cubicBezTo>
                      <a:pt x="4367" y="6767"/>
                      <a:pt x="4366" y="6765"/>
                      <a:pt x="4365" y="6763"/>
                    </a:cubicBezTo>
                    <a:cubicBezTo>
                      <a:pt x="4364" y="6761"/>
                      <a:pt x="4364" y="6759"/>
                      <a:pt x="4364" y="6756"/>
                    </a:cubicBezTo>
                    <a:cubicBezTo>
                      <a:pt x="4364" y="6756"/>
                      <a:pt x="4364" y="6755"/>
                      <a:pt x="4364" y="6755"/>
                    </a:cubicBezTo>
                    <a:cubicBezTo>
                      <a:pt x="4364" y="6750"/>
                      <a:pt x="4368" y="6746"/>
                      <a:pt x="4370" y="6742"/>
                    </a:cubicBezTo>
                    <a:cubicBezTo>
                      <a:pt x="4372" y="6739"/>
                      <a:pt x="4374" y="6737"/>
                      <a:pt x="4376" y="6733"/>
                    </a:cubicBezTo>
                    <a:cubicBezTo>
                      <a:pt x="4379" y="6729"/>
                      <a:pt x="4378" y="6724"/>
                      <a:pt x="4378" y="6719"/>
                    </a:cubicBezTo>
                    <a:cubicBezTo>
                      <a:pt x="4379" y="6714"/>
                      <a:pt x="4381" y="6710"/>
                      <a:pt x="4383" y="6705"/>
                    </a:cubicBezTo>
                    <a:cubicBezTo>
                      <a:pt x="4384" y="6703"/>
                      <a:pt x="4385" y="6700"/>
                      <a:pt x="4385" y="6697"/>
                    </a:cubicBezTo>
                    <a:cubicBezTo>
                      <a:pt x="4386" y="6696"/>
                      <a:pt x="4386" y="6694"/>
                      <a:pt x="4386" y="6693"/>
                    </a:cubicBezTo>
                    <a:cubicBezTo>
                      <a:pt x="4387" y="6693"/>
                      <a:pt x="4387" y="6693"/>
                      <a:pt x="4387" y="6692"/>
                    </a:cubicBezTo>
                    <a:cubicBezTo>
                      <a:pt x="4388" y="6686"/>
                      <a:pt x="4390" y="6679"/>
                      <a:pt x="4390" y="6673"/>
                    </a:cubicBezTo>
                    <a:cubicBezTo>
                      <a:pt x="4390" y="6671"/>
                      <a:pt x="4391" y="6669"/>
                      <a:pt x="4391" y="6667"/>
                    </a:cubicBezTo>
                    <a:cubicBezTo>
                      <a:pt x="4391" y="6666"/>
                      <a:pt x="4391" y="6665"/>
                      <a:pt x="4391" y="6665"/>
                    </a:cubicBezTo>
                    <a:cubicBezTo>
                      <a:pt x="4390" y="6661"/>
                      <a:pt x="4390" y="6657"/>
                      <a:pt x="4390" y="6654"/>
                    </a:cubicBezTo>
                    <a:cubicBezTo>
                      <a:pt x="4389" y="6652"/>
                      <a:pt x="4389" y="6650"/>
                      <a:pt x="4389" y="6648"/>
                    </a:cubicBezTo>
                    <a:cubicBezTo>
                      <a:pt x="4389" y="6647"/>
                      <a:pt x="4389" y="6646"/>
                      <a:pt x="4389" y="6644"/>
                    </a:cubicBezTo>
                    <a:cubicBezTo>
                      <a:pt x="4389" y="6641"/>
                      <a:pt x="4389" y="6638"/>
                      <a:pt x="4387" y="6635"/>
                    </a:cubicBezTo>
                    <a:cubicBezTo>
                      <a:pt x="4387" y="6635"/>
                      <a:pt x="4386" y="6634"/>
                      <a:pt x="4386" y="6634"/>
                    </a:cubicBezTo>
                    <a:cubicBezTo>
                      <a:pt x="4386" y="6633"/>
                      <a:pt x="4386" y="6633"/>
                      <a:pt x="4386" y="6633"/>
                    </a:cubicBezTo>
                    <a:cubicBezTo>
                      <a:pt x="4385" y="6632"/>
                      <a:pt x="4384" y="6632"/>
                      <a:pt x="4383" y="6631"/>
                    </a:cubicBezTo>
                    <a:cubicBezTo>
                      <a:pt x="4381" y="6630"/>
                      <a:pt x="4379" y="6630"/>
                      <a:pt x="4377" y="6628"/>
                    </a:cubicBezTo>
                    <a:cubicBezTo>
                      <a:pt x="4374" y="6627"/>
                      <a:pt x="4370" y="6624"/>
                      <a:pt x="4369" y="6622"/>
                    </a:cubicBezTo>
                    <a:cubicBezTo>
                      <a:pt x="4368" y="6621"/>
                      <a:pt x="4367" y="6619"/>
                      <a:pt x="4367" y="6618"/>
                    </a:cubicBezTo>
                    <a:cubicBezTo>
                      <a:pt x="4367" y="6618"/>
                      <a:pt x="4367" y="6618"/>
                      <a:pt x="4367" y="6618"/>
                    </a:cubicBezTo>
                    <a:cubicBezTo>
                      <a:pt x="4367" y="6616"/>
                      <a:pt x="4367" y="6613"/>
                      <a:pt x="4367" y="6611"/>
                    </a:cubicBezTo>
                    <a:cubicBezTo>
                      <a:pt x="4367" y="6611"/>
                      <a:pt x="4367" y="6611"/>
                      <a:pt x="4367" y="6611"/>
                    </a:cubicBezTo>
                    <a:cubicBezTo>
                      <a:pt x="4367" y="6609"/>
                      <a:pt x="4367" y="6608"/>
                      <a:pt x="4366" y="6606"/>
                    </a:cubicBezTo>
                    <a:cubicBezTo>
                      <a:pt x="4366" y="6606"/>
                      <a:pt x="4366" y="6606"/>
                      <a:pt x="4366" y="6606"/>
                    </a:cubicBezTo>
                    <a:cubicBezTo>
                      <a:pt x="4366" y="6605"/>
                      <a:pt x="4365" y="6604"/>
                      <a:pt x="4364" y="6603"/>
                    </a:cubicBezTo>
                    <a:cubicBezTo>
                      <a:pt x="4363" y="6602"/>
                      <a:pt x="4362" y="6601"/>
                      <a:pt x="4361" y="6601"/>
                    </a:cubicBezTo>
                    <a:cubicBezTo>
                      <a:pt x="4358" y="6599"/>
                      <a:pt x="4354" y="6599"/>
                      <a:pt x="4351" y="6599"/>
                    </a:cubicBezTo>
                    <a:cubicBezTo>
                      <a:pt x="4346" y="6598"/>
                      <a:pt x="4342" y="6594"/>
                      <a:pt x="4337" y="6591"/>
                    </a:cubicBezTo>
                    <a:cubicBezTo>
                      <a:pt x="4332" y="6589"/>
                      <a:pt x="4329" y="6585"/>
                      <a:pt x="4325" y="6581"/>
                    </a:cubicBezTo>
                    <a:cubicBezTo>
                      <a:pt x="4318" y="6574"/>
                      <a:pt x="4313" y="6564"/>
                      <a:pt x="4305" y="6558"/>
                    </a:cubicBezTo>
                    <a:cubicBezTo>
                      <a:pt x="4303" y="6557"/>
                      <a:pt x="4300" y="6556"/>
                      <a:pt x="4298" y="6555"/>
                    </a:cubicBezTo>
                    <a:cubicBezTo>
                      <a:pt x="4295" y="6554"/>
                      <a:pt x="4292" y="6552"/>
                      <a:pt x="4289" y="6551"/>
                    </a:cubicBezTo>
                    <a:cubicBezTo>
                      <a:pt x="4285" y="6550"/>
                      <a:pt x="4279" y="6550"/>
                      <a:pt x="4275" y="6550"/>
                    </a:cubicBezTo>
                    <a:cubicBezTo>
                      <a:pt x="4269" y="6551"/>
                      <a:pt x="4263" y="6552"/>
                      <a:pt x="4258" y="6551"/>
                    </a:cubicBezTo>
                    <a:cubicBezTo>
                      <a:pt x="4251" y="6550"/>
                      <a:pt x="4246" y="6545"/>
                      <a:pt x="4243" y="6539"/>
                    </a:cubicBezTo>
                    <a:cubicBezTo>
                      <a:pt x="4243" y="6539"/>
                      <a:pt x="4243" y="6539"/>
                      <a:pt x="4243" y="6539"/>
                    </a:cubicBezTo>
                    <a:cubicBezTo>
                      <a:pt x="4243" y="6539"/>
                      <a:pt x="4243" y="6538"/>
                      <a:pt x="4242" y="6538"/>
                    </a:cubicBezTo>
                    <a:cubicBezTo>
                      <a:pt x="4240" y="6533"/>
                      <a:pt x="4238" y="6528"/>
                      <a:pt x="4234" y="6524"/>
                    </a:cubicBezTo>
                    <a:cubicBezTo>
                      <a:pt x="4234" y="6524"/>
                      <a:pt x="4234" y="6523"/>
                      <a:pt x="4233" y="6523"/>
                    </a:cubicBezTo>
                    <a:cubicBezTo>
                      <a:pt x="4231" y="6521"/>
                      <a:pt x="4228" y="6520"/>
                      <a:pt x="4224" y="6519"/>
                    </a:cubicBezTo>
                    <a:cubicBezTo>
                      <a:pt x="4221" y="6519"/>
                      <a:pt x="4217" y="6518"/>
                      <a:pt x="4213" y="6517"/>
                    </a:cubicBezTo>
                    <a:cubicBezTo>
                      <a:pt x="4209" y="6517"/>
                      <a:pt x="4204" y="6516"/>
                      <a:pt x="4200" y="6515"/>
                    </a:cubicBezTo>
                    <a:cubicBezTo>
                      <a:pt x="4194" y="6513"/>
                      <a:pt x="4190" y="6509"/>
                      <a:pt x="4185" y="6506"/>
                    </a:cubicBezTo>
                    <a:cubicBezTo>
                      <a:pt x="4179" y="6504"/>
                      <a:pt x="4174" y="6501"/>
                      <a:pt x="4167" y="6499"/>
                    </a:cubicBezTo>
                    <a:cubicBezTo>
                      <a:pt x="4163" y="6498"/>
                      <a:pt x="4159" y="6498"/>
                      <a:pt x="4154" y="6498"/>
                    </a:cubicBezTo>
                    <a:cubicBezTo>
                      <a:pt x="4148" y="6498"/>
                      <a:pt x="4142" y="6497"/>
                      <a:pt x="4136" y="6496"/>
                    </a:cubicBezTo>
                    <a:cubicBezTo>
                      <a:pt x="4132" y="6496"/>
                      <a:pt x="4128" y="6493"/>
                      <a:pt x="4124" y="6491"/>
                    </a:cubicBezTo>
                    <a:cubicBezTo>
                      <a:pt x="4119" y="6488"/>
                      <a:pt x="4115" y="6483"/>
                      <a:pt x="4111" y="6478"/>
                    </a:cubicBezTo>
                    <a:cubicBezTo>
                      <a:pt x="4107" y="6473"/>
                      <a:pt x="4103" y="6467"/>
                      <a:pt x="4098" y="6462"/>
                    </a:cubicBezTo>
                    <a:cubicBezTo>
                      <a:pt x="4093" y="6457"/>
                      <a:pt x="4089" y="6451"/>
                      <a:pt x="4082" y="6448"/>
                    </a:cubicBezTo>
                    <a:cubicBezTo>
                      <a:pt x="4079" y="6446"/>
                      <a:pt x="4075" y="6444"/>
                      <a:pt x="4071" y="6444"/>
                    </a:cubicBezTo>
                    <a:cubicBezTo>
                      <a:pt x="4065" y="6443"/>
                      <a:pt x="4060" y="6443"/>
                      <a:pt x="4055" y="6442"/>
                    </a:cubicBezTo>
                    <a:cubicBezTo>
                      <a:pt x="4052" y="6441"/>
                      <a:pt x="4050" y="6440"/>
                      <a:pt x="4047" y="6441"/>
                    </a:cubicBezTo>
                    <a:cubicBezTo>
                      <a:pt x="4045" y="6441"/>
                      <a:pt x="4043" y="6440"/>
                      <a:pt x="4040" y="6439"/>
                    </a:cubicBezTo>
                    <a:cubicBezTo>
                      <a:pt x="4039" y="6438"/>
                      <a:pt x="4037" y="6438"/>
                      <a:pt x="4036" y="6437"/>
                    </a:cubicBezTo>
                    <a:cubicBezTo>
                      <a:pt x="4033" y="6435"/>
                      <a:pt x="4029" y="6434"/>
                      <a:pt x="4026" y="6433"/>
                    </a:cubicBezTo>
                    <a:cubicBezTo>
                      <a:pt x="4024" y="6432"/>
                      <a:pt x="4023" y="6431"/>
                      <a:pt x="4022" y="6430"/>
                    </a:cubicBezTo>
                    <a:cubicBezTo>
                      <a:pt x="4021" y="6429"/>
                      <a:pt x="4020" y="6429"/>
                      <a:pt x="4020" y="6428"/>
                    </a:cubicBezTo>
                    <a:cubicBezTo>
                      <a:pt x="4019" y="6428"/>
                      <a:pt x="4019" y="6428"/>
                      <a:pt x="4018" y="6427"/>
                    </a:cubicBezTo>
                    <a:cubicBezTo>
                      <a:pt x="4017" y="6426"/>
                      <a:pt x="4016" y="6425"/>
                      <a:pt x="4014" y="6423"/>
                    </a:cubicBezTo>
                    <a:cubicBezTo>
                      <a:pt x="4014" y="6423"/>
                      <a:pt x="4014" y="6423"/>
                      <a:pt x="4014" y="6423"/>
                    </a:cubicBezTo>
                    <a:cubicBezTo>
                      <a:pt x="4011" y="6420"/>
                      <a:pt x="4009" y="6418"/>
                      <a:pt x="4006" y="6416"/>
                    </a:cubicBezTo>
                    <a:cubicBezTo>
                      <a:pt x="4004" y="6414"/>
                      <a:pt x="4002" y="6413"/>
                      <a:pt x="4001" y="6411"/>
                    </a:cubicBezTo>
                    <a:cubicBezTo>
                      <a:pt x="3998" y="6409"/>
                      <a:pt x="3995" y="6407"/>
                      <a:pt x="3992" y="6406"/>
                    </a:cubicBezTo>
                    <a:cubicBezTo>
                      <a:pt x="3989" y="6405"/>
                      <a:pt x="3986" y="6405"/>
                      <a:pt x="3983" y="6404"/>
                    </a:cubicBezTo>
                    <a:cubicBezTo>
                      <a:pt x="3983" y="6404"/>
                      <a:pt x="3983" y="6404"/>
                      <a:pt x="3983" y="6404"/>
                    </a:cubicBezTo>
                    <a:cubicBezTo>
                      <a:pt x="3983" y="6404"/>
                      <a:pt x="3982" y="6404"/>
                      <a:pt x="3982" y="6404"/>
                    </a:cubicBezTo>
                    <a:cubicBezTo>
                      <a:pt x="3977" y="6403"/>
                      <a:pt x="3973" y="6401"/>
                      <a:pt x="3969" y="6400"/>
                    </a:cubicBezTo>
                    <a:cubicBezTo>
                      <a:pt x="3958" y="6397"/>
                      <a:pt x="3946" y="6397"/>
                      <a:pt x="3935" y="6394"/>
                    </a:cubicBezTo>
                    <a:cubicBezTo>
                      <a:pt x="3931" y="6393"/>
                      <a:pt x="3927" y="6392"/>
                      <a:pt x="3923" y="6391"/>
                    </a:cubicBezTo>
                    <a:cubicBezTo>
                      <a:pt x="3921" y="6390"/>
                      <a:pt x="3919" y="6389"/>
                      <a:pt x="3917" y="6388"/>
                    </a:cubicBezTo>
                    <a:cubicBezTo>
                      <a:pt x="3913" y="6386"/>
                      <a:pt x="3909" y="6385"/>
                      <a:pt x="3906" y="6383"/>
                    </a:cubicBezTo>
                    <a:cubicBezTo>
                      <a:pt x="3904" y="6382"/>
                      <a:pt x="3903" y="6382"/>
                      <a:pt x="3902" y="6381"/>
                    </a:cubicBezTo>
                    <a:cubicBezTo>
                      <a:pt x="3900" y="6381"/>
                      <a:pt x="3899" y="6380"/>
                      <a:pt x="3897" y="6379"/>
                    </a:cubicBezTo>
                    <a:cubicBezTo>
                      <a:pt x="3895" y="6378"/>
                      <a:pt x="3893" y="6376"/>
                      <a:pt x="3891" y="6375"/>
                    </a:cubicBezTo>
                    <a:cubicBezTo>
                      <a:pt x="3889" y="6374"/>
                      <a:pt x="3886" y="6373"/>
                      <a:pt x="3884" y="6371"/>
                    </a:cubicBezTo>
                    <a:cubicBezTo>
                      <a:pt x="3880" y="6369"/>
                      <a:pt x="3877" y="6365"/>
                      <a:pt x="3874" y="6360"/>
                    </a:cubicBezTo>
                    <a:cubicBezTo>
                      <a:pt x="3873" y="6359"/>
                      <a:pt x="3872" y="6357"/>
                      <a:pt x="3871" y="6355"/>
                    </a:cubicBezTo>
                    <a:cubicBezTo>
                      <a:pt x="3870" y="6352"/>
                      <a:pt x="3869" y="6349"/>
                      <a:pt x="3867" y="6347"/>
                    </a:cubicBezTo>
                    <a:cubicBezTo>
                      <a:pt x="3866" y="6345"/>
                      <a:pt x="3864" y="6343"/>
                      <a:pt x="3862" y="6342"/>
                    </a:cubicBezTo>
                    <a:cubicBezTo>
                      <a:pt x="3862" y="6341"/>
                      <a:pt x="3862" y="6341"/>
                      <a:pt x="3861" y="6341"/>
                    </a:cubicBezTo>
                    <a:cubicBezTo>
                      <a:pt x="3860" y="6340"/>
                      <a:pt x="3859" y="6338"/>
                      <a:pt x="3859" y="6336"/>
                    </a:cubicBezTo>
                    <a:cubicBezTo>
                      <a:pt x="3859" y="6336"/>
                      <a:pt x="3859" y="6335"/>
                      <a:pt x="3858" y="6335"/>
                    </a:cubicBezTo>
                    <a:cubicBezTo>
                      <a:pt x="3857" y="6332"/>
                      <a:pt x="3856" y="6329"/>
                      <a:pt x="3855" y="6327"/>
                    </a:cubicBezTo>
                    <a:cubicBezTo>
                      <a:pt x="3855" y="6327"/>
                      <a:pt x="3855" y="6326"/>
                      <a:pt x="3855" y="6326"/>
                    </a:cubicBezTo>
                    <a:cubicBezTo>
                      <a:pt x="3855" y="6326"/>
                      <a:pt x="3855" y="6326"/>
                      <a:pt x="3855" y="6326"/>
                    </a:cubicBezTo>
                    <a:cubicBezTo>
                      <a:pt x="3854" y="6324"/>
                      <a:pt x="3854" y="6323"/>
                      <a:pt x="3853" y="6322"/>
                    </a:cubicBezTo>
                    <a:cubicBezTo>
                      <a:pt x="3853" y="6321"/>
                      <a:pt x="3853" y="6321"/>
                      <a:pt x="3853" y="6321"/>
                    </a:cubicBezTo>
                    <a:cubicBezTo>
                      <a:pt x="3852" y="6320"/>
                      <a:pt x="3851" y="6318"/>
                      <a:pt x="3850" y="6317"/>
                    </a:cubicBezTo>
                    <a:cubicBezTo>
                      <a:pt x="3849" y="6315"/>
                      <a:pt x="3847" y="6314"/>
                      <a:pt x="3846" y="6313"/>
                    </a:cubicBezTo>
                    <a:cubicBezTo>
                      <a:pt x="3846" y="6313"/>
                      <a:pt x="3846" y="6313"/>
                      <a:pt x="3846" y="6313"/>
                    </a:cubicBezTo>
                    <a:cubicBezTo>
                      <a:pt x="3844" y="6311"/>
                      <a:pt x="3843" y="6310"/>
                      <a:pt x="3842" y="6309"/>
                    </a:cubicBezTo>
                    <a:cubicBezTo>
                      <a:pt x="3839" y="6307"/>
                      <a:pt x="3837" y="6306"/>
                      <a:pt x="3835" y="6304"/>
                    </a:cubicBezTo>
                    <a:cubicBezTo>
                      <a:pt x="3830" y="6302"/>
                      <a:pt x="3826" y="6299"/>
                      <a:pt x="3821" y="6297"/>
                    </a:cubicBezTo>
                    <a:cubicBezTo>
                      <a:pt x="3819" y="6295"/>
                      <a:pt x="3816" y="6295"/>
                      <a:pt x="3813" y="6295"/>
                    </a:cubicBezTo>
                    <a:cubicBezTo>
                      <a:pt x="3810" y="6294"/>
                      <a:pt x="3807" y="6294"/>
                      <a:pt x="3804" y="6294"/>
                    </a:cubicBezTo>
                    <a:cubicBezTo>
                      <a:pt x="3801" y="6294"/>
                      <a:pt x="3797" y="6293"/>
                      <a:pt x="3794" y="6292"/>
                    </a:cubicBezTo>
                    <a:cubicBezTo>
                      <a:pt x="3788" y="6291"/>
                      <a:pt x="3782" y="6292"/>
                      <a:pt x="3776" y="6291"/>
                    </a:cubicBezTo>
                    <a:cubicBezTo>
                      <a:pt x="3770" y="6289"/>
                      <a:pt x="3764" y="6288"/>
                      <a:pt x="3758" y="6287"/>
                    </a:cubicBezTo>
                    <a:cubicBezTo>
                      <a:pt x="3750" y="6286"/>
                      <a:pt x="3742" y="6284"/>
                      <a:pt x="3734" y="6282"/>
                    </a:cubicBezTo>
                    <a:cubicBezTo>
                      <a:pt x="3729" y="6280"/>
                      <a:pt x="3724" y="6279"/>
                      <a:pt x="3719" y="6278"/>
                    </a:cubicBezTo>
                    <a:cubicBezTo>
                      <a:pt x="3718" y="6278"/>
                      <a:pt x="3718" y="6278"/>
                      <a:pt x="3717" y="6277"/>
                    </a:cubicBezTo>
                    <a:cubicBezTo>
                      <a:pt x="3716" y="6277"/>
                      <a:pt x="3714" y="6277"/>
                      <a:pt x="3713" y="6277"/>
                    </a:cubicBezTo>
                    <a:cubicBezTo>
                      <a:pt x="3712" y="6277"/>
                      <a:pt x="3712" y="6277"/>
                      <a:pt x="3711" y="6277"/>
                    </a:cubicBezTo>
                    <a:cubicBezTo>
                      <a:pt x="3711" y="6277"/>
                      <a:pt x="3711" y="6278"/>
                      <a:pt x="3710" y="6278"/>
                    </a:cubicBezTo>
                    <a:cubicBezTo>
                      <a:pt x="3710" y="6278"/>
                      <a:pt x="3710" y="6278"/>
                      <a:pt x="3709" y="6279"/>
                    </a:cubicBezTo>
                    <a:cubicBezTo>
                      <a:pt x="3709" y="6279"/>
                      <a:pt x="3708" y="6279"/>
                      <a:pt x="3707" y="6279"/>
                    </a:cubicBezTo>
                    <a:cubicBezTo>
                      <a:pt x="3707" y="6280"/>
                      <a:pt x="3706" y="6280"/>
                      <a:pt x="3705" y="6280"/>
                    </a:cubicBezTo>
                    <a:cubicBezTo>
                      <a:pt x="3705" y="6280"/>
                      <a:pt x="3704" y="6280"/>
                      <a:pt x="3704" y="6281"/>
                    </a:cubicBezTo>
                    <a:cubicBezTo>
                      <a:pt x="3703" y="6281"/>
                      <a:pt x="3703" y="6281"/>
                      <a:pt x="3702" y="6281"/>
                    </a:cubicBezTo>
                    <a:cubicBezTo>
                      <a:pt x="3701" y="6282"/>
                      <a:pt x="3700" y="6283"/>
                      <a:pt x="3699" y="6284"/>
                    </a:cubicBezTo>
                    <a:cubicBezTo>
                      <a:pt x="3696" y="6286"/>
                      <a:pt x="3694" y="6288"/>
                      <a:pt x="3691" y="6291"/>
                    </a:cubicBezTo>
                    <a:cubicBezTo>
                      <a:pt x="3690" y="6292"/>
                      <a:pt x="3688" y="6293"/>
                      <a:pt x="3687" y="6294"/>
                    </a:cubicBezTo>
                    <a:cubicBezTo>
                      <a:pt x="3685" y="6295"/>
                      <a:pt x="3684" y="6297"/>
                      <a:pt x="3683" y="6297"/>
                    </a:cubicBezTo>
                    <a:cubicBezTo>
                      <a:pt x="3681" y="6299"/>
                      <a:pt x="3679" y="6301"/>
                      <a:pt x="3676" y="6302"/>
                    </a:cubicBezTo>
                    <a:cubicBezTo>
                      <a:pt x="3675" y="6302"/>
                      <a:pt x="3673" y="6302"/>
                      <a:pt x="3671" y="6301"/>
                    </a:cubicBezTo>
                    <a:cubicBezTo>
                      <a:pt x="3665" y="6299"/>
                      <a:pt x="3660" y="6294"/>
                      <a:pt x="3653" y="6297"/>
                    </a:cubicBezTo>
                    <a:cubicBezTo>
                      <a:pt x="3651" y="6298"/>
                      <a:pt x="3650" y="6299"/>
                      <a:pt x="3649" y="6301"/>
                    </a:cubicBezTo>
                    <a:cubicBezTo>
                      <a:pt x="3648" y="6302"/>
                      <a:pt x="3647" y="6302"/>
                      <a:pt x="3646" y="6303"/>
                    </a:cubicBezTo>
                    <a:cubicBezTo>
                      <a:pt x="3644" y="6303"/>
                      <a:pt x="3642" y="6303"/>
                      <a:pt x="3641" y="6303"/>
                    </a:cubicBezTo>
                    <a:cubicBezTo>
                      <a:pt x="3639" y="6303"/>
                      <a:pt x="3637" y="6303"/>
                      <a:pt x="3636" y="6303"/>
                    </a:cubicBezTo>
                    <a:cubicBezTo>
                      <a:pt x="3634" y="6303"/>
                      <a:pt x="3633" y="6303"/>
                      <a:pt x="3631" y="6303"/>
                    </a:cubicBezTo>
                    <a:cubicBezTo>
                      <a:pt x="3631" y="6303"/>
                      <a:pt x="3631" y="6303"/>
                      <a:pt x="3631" y="6303"/>
                    </a:cubicBezTo>
                    <a:cubicBezTo>
                      <a:pt x="3631" y="6303"/>
                      <a:pt x="3630" y="6303"/>
                      <a:pt x="3630" y="6303"/>
                    </a:cubicBezTo>
                    <a:cubicBezTo>
                      <a:pt x="3629" y="6303"/>
                      <a:pt x="3628" y="6303"/>
                      <a:pt x="3627" y="6303"/>
                    </a:cubicBezTo>
                    <a:cubicBezTo>
                      <a:pt x="3624" y="6303"/>
                      <a:pt x="3621" y="6303"/>
                      <a:pt x="3619" y="6304"/>
                    </a:cubicBezTo>
                    <a:cubicBezTo>
                      <a:pt x="3614" y="6305"/>
                      <a:pt x="3610" y="6306"/>
                      <a:pt x="3606" y="6307"/>
                    </a:cubicBezTo>
                    <a:cubicBezTo>
                      <a:pt x="3605" y="6307"/>
                      <a:pt x="3603" y="6308"/>
                      <a:pt x="3602" y="6308"/>
                    </a:cubicBezTo>
                    <a:cubicBezTo>
                      <a:pt x="3601" y="6308"/>
                      <a:pt x="3599" y="6308"/>
                      <a:pt x="3597" y="6308"/>
                    </a:cubicBezTo>
                    <a:cubicBezTo>
                      <a:pt x="3595" y="6309"/>
                      <a:pt x="3593" y="6309"/>
                      <a:pt x="3591" y="6309"/>
                    </a:cubicBezTo>
                    <a:cubicBezTo>
                      <a:pt x="3586" y="6309"/>
                      <a:pt x="3581" y="6310"/>
                      <a:pt x="3576" y="6309"/>
                    </a:cubicBezTo>
                    <a:cubicBezTo>
                      <a:pt x="3571" y="6309"/>
                      <a:pt x="3565" y="6309"/>
                      <a:pt x="3560" y="6309"/>
                    </a:cubicBezTo>
                    <a:cubicBezTo>
                      <a:pt x="3555" y="6309"/>
                      <a:pt x="3551" y="6309"/>
                      <a:pt x="3546" y="6310"/>
                    </a:cubicBezTo>
                    <a:cubicBezTo>
                      <a:pt x="3541" y="6310"/>
                      <a:pt x="3537" y="6310"/>
                      <a:pt x="3532" y="6309"/>
                    </a:cubicBezTo>
                    <a:cubicBezTo>
                      <a:pt x="3531" y="6309"/>
                      <a:pt x="3530" y="6309"/>
                      <a:pt x="3529" y="6308"/>
                    </a:cubicBezTo>
                    <a:cubicBezTo>
                      <a:pt x="3528" y="6308"/>
                      <a:pt x="3527" y="6307"/>
                      <a:pt x="3526" y="6307"/>
                    </a:cubicBezTo>
                    <a:cubicBezTo>
                      <a:pt x="3523" y="6305"/>
                      <a:pt x="3521" y="6304"/>
                      <a:pt x="3518" y="6302"/>
                    </a:cubicBezTo>
                    <a:cubicBezTo>
                      <a:pt x="3516" y="6299"/>
                      <a:pt x="3514" y="6297"/>
                      <a:pt x="3512" y="6295"/>
                    </a:cubicBezTo>
                    <a:cubicBezTo>
                      <a:pt x="3512" y="6294"/>
                      <a:pt x="3512" y="6294"/>
                      <a:pt x="3512" y="6294"/>
                    </a:cubicBezTo>
                    <a:cubicBezTo>
                      <a:pt x="3512" y="6294"/>
                      <a:pt x="3512" y="6294"/>
                      <a:pt x="3512" y="6294"/>
                    </a:cubicBezTo>
                    <a:cubicBezTo>
                      <a:pt x="3510" y="6291"/>
                      <a:pt x="3509" y="6288"/>
                      <a:pt x="3508" y="6285"/>
                    </a:cubicBezTo>
                    <a:cubicBezTo>
                      <a:pt x="3508" y="6285"/>
                      <a:pt x="3508" y="6284"/>
                      <a:pt x="3507" y="6284"/>
                    </a:cubicBezTo>
                    <a:cubicBezTo>
                      <a:pt x="3507" y="6284"/>
                      <a:pt x="3507" y="6284"/>
                      <a:pt x="3507" y="6284"/>
                    </a:cubicBezTo>
                    <a:cubicBezTo>
                      <a:pt x="3507" y="6282"/>
                      <a:pt x="3506" y="6281"/>
                      <a:pt x="3506" y="6278"/>
                    </a:cubicBezTo>
                    <a:cubicBezTo>
                      <a:pt x="3506" y="6276"/>
                      <a:pt x="3506" y="6273"/>
                      <a:pt x="3506" y="6270"/>
                    </a:cubicBezTo>
                    <a:cubicBezTo>
                      <a:pt x="3507" y="6268"/>
                      <a:pt x="3508" y="6267"/>
                      <a:pt x="3510" y="6265"/>
                    </a:cubicBezTo>
                    <a:cubicBezTo>
                      <a:pt x="3511" y="6263"/>
                      <a:pt x="3512" y="6261"/>
                      <a:pt x="3514" y="6259"/>
                    </a:cubicBezTo>
                    <a:cubicBezTo>
                      <a:pt x="3516" y="6257"/>
                      <a:pt x="3518" y="6254"/>
                      <a:pt x="3520" y="6252"/>
                    </a:cubicBezTo>
                    <a:cubicBezTo>
                      <a:pt x="3521" y="6251"/>
                      <a:pt x="3523" y="6250"/>
                      <a:pt x="3524" y="6248"/>
                    </a:cubicBezTo>
                    <a:cubicBezTo>
                      <a:pt x="3525" y="6247"/>
                      <a:pt x="3524" y="6245"/>
                      <a:pt x="3524" y="6243"/>
                    </a:cubicBezTo>
                    <a:cubicBezTo>
                      <a:pt x="3524" y="6241"/>
                      <a:pt x="3525" y="6239"/>
                      <a:pt x="3525" y="6237"/>
                    </a:cubicBezTo>
                    <a:cubicBezTo>
                      <a:pt x="3525" y="6235"/>
                      <a:pt x="3524" y="6232"/>
                      <a:pt x="3523" y="6230"/>
                    </a:cubicBezTo>
                    <a:cubicBezTo>
                      <a:pt x="3522" y="6227"/>
                      <a:pt x="3522" y="6224"/>
                      <a:pt x="3521" y="6221"/>
                    </a:cubicBezTo>
                    <a:cubicBezTo>
                      <a:pt x="3521" y="6220"/>
                      <a:pt x="3521" y="6218"/>
                      <a:pt x="3521" y="6217"/>
                    </a:cubicBezTo>
                    <a:cubicBezTo>
                      <a:pt x="3520" y="6216"/>
                      <a:pt x="3520" y="6214"/>
                      <a:pt x="3520" y="6213"/>
                    </a:cubicBezTo>
                    <a:cubicBezTo>
                      <a:pt x="3520" y="6208"/>
                      <a:pt x="3521" y="6203"/>
                      <a:pt x="3520" y="6198"/>
                    </a:cubicBezTo>
                    <a:cubicBezTo>
                      <a:pt x="3520" y="6195"/>
                      <a:pt x="3520" y="6191"/>
                      <a:pt x="3519" y="6187"/>
                    </a:cubicBezTo>
                    <a:cubicBezTo>
                      <a:pt x="3519" y="6184"/>
                      <a:pt x="3519" y="6181"/>
                      <a:pt x="3520" y="6177"/>
                    </a:cubicBezTo>
                    <a:cubicBezTo>
                      <a:pt x="3520" y="6175"/>
                      <a:pt x="3521" y="6172"/>
                      <a:pt x="3522" y="6169"/>
                    </a:cubicBezTo>
                    <a:cubicBezTo>
                      <a:pt x="3522" y="6168"/>
                      <a:pt x="3523" y="6165"/>
                      <a:pt x="3524" y="6164"/>
                    </a:cubicBezTo>
                    <a:cubicBezTo>
                      <a:pt x="3525" y="6163"/>
                      <a:pt x="3526" y="6162"/>
                      <a:pt x="3527" y="6161"/>
                    </a:cubicBezTo>
                    <a:cubicBezTo>
                      <a:pt x="3529" y="6158"/>
                      <a:pt x="3529" y="6153"/>
                      <a:pt x="3529" y="6150"/>
                    </a:cubicBezTo>
                    <a:cubicBezTo>
                      <a:pt x="3529" y="6147"/>
                      <a:pt x="3529" y="6145"/>
                      <a:pt x="3528" y="6142"/>
                    </a:cubicBezTo>
                    <a:cubicBezTo>
                      <a:pt x="3527" y="6140"/>
                      <a:pt x="3527" y="6139"/>
                      <a:pt x="3526" y="6137"/>
                    </a:cubicBezTo>
                    <a:cubicBezTo>
                      <a:pt x="3525" y="6135"/>
                      <a:pt x="3525" y="6133"/>
                      <a:pt x="3524" y="6132"/>
                    </a:cubicBezTo>
                    <a:cubicBezTo>
                      <a:pt x="3523" y="6131"/>
                      <a:pt x="3522" y="6130"/>
                      <a:pt x="3522" y="6129"/>
                    </a:cubicBezTo>
                    <a:cubicBezTo>
                      <a:pt x="3521" y="6127"/>
                      <a:pt x="3520" y="6125"/>
                      <a:pt x="3519" y="6123"/>
                    </a:cubicBezTo>
                    <a:cubicBezTo>
                      <a:pt x="3519" y="6122"/>
                      <a:pt x="3518" y="6120"/>
                      <a:pt x="3517" y="6119"/>
                    </a:cubicBezTo>
                    <a:cubicBezTo>
                      <a:pt x="3517" y="6116"/>
                      <a:pt x="3517" y="6113"/>
                      <a:pt x="3517" y="6110"/>
                    </a:cubicBezTo>
                    <a:cubicBezTo>
                      <a:pt x="3518" y="6107"/>
                      <a:pt x="3518" y="6104"/>
                      <a:pt x="3518" y="6100"/>
                    </a:cubicBezTo>
                    <a:cubicBezTo>
                      <a:pt x="3518" y="6094"/>
                      <a:pt x="3520" y="6088"/>
                      <a:pt x="3520" y="6082"/>
                    </a:cubicBezTo>
                    <a:cubicBezTo>
                      <a:pt x="3521" y="6078"/>
                      <a:pt x="3521" y="6073"/>
                      <a:pt x="3522" y="6069"/>
                    </a:cubicBezTo>
                    <a:cubicBezTo>
                      <a:pt x="3522" y="6059"/>
                      <a:pt x="3523" y="6049"/>
                      <a:pt x="3521" y="6039"/>
                    </a:cubicBezTo>
                    <a:cubicBezTo>
                      <a:pt x="3520" y="6037"/>
                      <a:pt x="3520" y="6037"/>
                      <a:pt x="3518" y="6036"/>
                    </a:cubicBezTo>
                    <a:cubicBezTo>
                      <a:pt x="3516" y="6035"/>
                      <a:pt x="3515" y="6034"/>
                      <a:pt x="3514" y="6033"/>
                    </a:cubicBezTo>
                    <a:cubicBezTo>
                      <a:pt x="3513" y="6032"/>
                      <a:pt x="3513" y="6032"/>
                      <a:pt x="3512" y="6031"/>
                    </a:cubicBezTo>
                    <a:cubicBezTo>
                      <a:pt x="3510" y="6029"/>
                      <a:pt x="3508" y="6027"/>
                      <a:pt x="3507" y="6024"/>
                    </a:cubicBezTo>
                    <a:cubicBezTo>
                      <a:pt x="3507" y="6024"/>
                      <a:pt x="3507" y="6024"/>
                      <a:pt x="3507" y="6024"/>
                    </a:cubicBezTo>
                    <a:cubicBezTo>
                      <a:pt x="3507" y="6024"/>
                      <a:pt x="3507" y="6023"/>
                      <a:pt x="3506" y="6022"/>
                    </a:cubicBezTo>
                    <a:cubicBezTo>
                      <a:pt x="3506" y="6020"/>
                      <a:pt x="3504" y="6016"/>
                      <a:pt x="3506" y="6015"/>
                    </a:cubicBezTo>
                    <a:cubicBezTo>
                      <a:pt x="3508" y="6012"/>
                      <a:pt x="3512" y="6012"/>
                      <a:pt x="3512" y="6008"/>
                    </a:cubicBezTo>
                    <a:cubicBezTo>
                      <a:pt x="3513" y="6005"/>
                      <a:pt x="3516" y="6003"/>
                      <a:pt x="3516" y="6000"/>
                    </a:cubicBezTo>
                    <a:cubicBezTo>
                      <a:pt x="3517" y="5996"/>
                      <a:pt x="3519" y="5993"/>
                      <a:pt x="3520" y="5990"/>
                    </a:cubicBezTo>
                    <a:cubicBezTo>
                      <a:pt x="3521" y="5988"/>
                      <a:pt x="3522" y="5986"/>
                      <a:pt x="3523" y="5984"/>
                    </a:cubicBezTo>
                    <a:cubicBezTo>
                      <a:pt x="3523" y="5982"/>
                      <a:pt x="3523" y="5980"/>
                      <a:pt x="3524" y="5978"/>
                    </a:cubicBezTo>
                    <a:cubicBezTo>
                      <a:pt x="3524" y="5976"/>
                      <a:pt x="3525" y="5973"/>
                      <a:pt x="3525" y="5971"/>
                    </a:cubicBezTo>
                    <a:cubicBezTo>
                      <a:pt x="3526" y="5968"/>
                      <a:pt x="3526" y="5966"/>
                      <a:pt x="3526" y="5963"/>
                    </a:cubicBezTo>
                    <a:cubicBezTo>
                      <a:pt x="3527" y="5959"/>
                      <a:pt x="3528" y="5954"/>
                      <a:pt x="3528" y="5950"/>
                    </a:cubicBezTo>
                    <a:cubicBezTo>
                      <a:pt x="3528" y="5947"/>
                      <a:pt x="3528" y="5945"/>
                      <a:pt x="3528" y="5943"/>
                    </a:cubicBezTo>
                    <a:cubicBezTo>
                      <a:pt x="3528" y="5941"/>
                      <a:pt x="3527" y="5939"/>
                      <a:pt x="3527" y="5937"/>
                    </a:cubicBezTo>
                    <a:cubicBezTo>
                      <a:pt x="3525" y="5930"/>
                      <a:pt x="3519" y="5924"/>
                      <a:pt x="3517" y="5917"/>
                    </a:cubicBezTo>
                    <a:cubicBezTo>
                      <a:pt x="3515" y="5914"/>
                      <a:pt x="3514" y="5912"/>
                      <a:pt x="3515" y="5908"/>
                    </a:cubicBezTo>
                    <a:cubicBezTo>
                      <a:pt x="3515" y="5904"/>
                      <a:pt x="3516" y="5899"/>
                      <a:pt x="3516" y="5895"/>
                    </a:cubicBezTo>
                    <a:cubicBezTo>
                      <a:pt x="3517" y="5889"/>
                      <a:pt x="3518" y="5884"/>
                      <a:pt x="3519" y="5879"/>
                    </a:cubicBezTo>
                    <a:cubicBezTo>
                      <a:pt x="3520" y="5876"/>
                      <a:pt x="3521" y="5873"/>
                      <a:pt x="3522" y="5871"/>
                    </a:cubicBezTo>
                    <a:cubicBezTo>
                      <a:pt x="3522" y="5868"/>
                      <a:pt x="3523" y="5866"/>
                      <a:pt x="3524" y="5863"/>
                    </a:cubicBezTo>
                    <a:cubicBezTo>
                      <a:pt x="3524" y="5861"/>
                      <a:pt x="3526" y="5860"/>
                      <a:pt x="3527" y="5858"/>
                    </a:cubicBezTo>
                    <a:cubicBezTo>
                      <a:pt x="3527" y="5858"/>
                      <a:pt x="3527" y="5858"/>
                      <a:pt x="3527" y="5858"/>
                    </a:cubicBezTo>
                    <a:cubicBezTo>
                      <a:pt x="3527" y="5857"/>
                      <a:pt x="3527" y="5857"/>
                      <a:pt x="3527" y="5857"/>
                    </a:cubicBezTo>
                    <a:cubicBezTo>
                      <a:pt x="3527" y="5856"/>
                      <a:pt x="3527" y="5855"/>
                      <a:pt x="3528" y="5854"/>
                    </a:cubicBezTo>
                    <a:cubicBezTo>
                      <a:pt x="3528" y="5853"/>
                      <a:pt x="3528" y="5852"/>
                      <a:pt x="3529" y="5850"/>
                    </a:cubicBezTo>
                    <a:cubicBezTo>
                      <a:pt x="3529" y="5848"/>
                      <a:pt x="3529" y="5847"/>
                      <a:pt x="3529" y="5845"/>
                    </a:cubicBezTo>
                    <a:cubicBezTo>
                      <a:pt x="3530" y="5843"/>
                      <a:pt x="3530" y="5842"/>
                      <a:pt x="3530" y="5840"/>
                    </a:cubicBezTo>
                    <a:cubicBezTo>
                      <a:pt x="3530" y="5838"/>
                      <a:pt x="3530" y="5836"/>
                      <a:pt x="3530" y="5835"/>
                    </a:cubicBezTo>
                    <a:cubicBezTo>
                      <a:pt x="3530" y="5833"/>
                      <a:pt x="3529" y="5832"/>
                      <a:pt x="3529" y="5830"/>
                    </a:cubicBezTo>
                    <a:cubicBezTo>
                      <a:pt x="3529" y="5828"/>
                      <a:pt x="3528" y="5825"/>
                      <a:pt x="3529" y="5823"/>
                    </a:cubicBezTo>
                    <a:cubicBezTo>
                      <a:pt x="3531" y="5820"/>
                      <a:pt x="3533" y="5818"/>
                      <a:pt x="3536" y="5816"/>
                    </a:cubicBezTo>
                    <a:cubicBezTo>
                      <a:pt x="3537" y="5816"/>
                      <a:pt x="3539" y="5815"/>
                      <a:pt x="3540" y="5814"/>
                    </a:cubicBezTo>
                    <a:cubicBezTo>
                      <a:pt x="3541" y="5813"/>
                      <a:pt x="3542" y="5812"/>
                      <a:pt x="3543" y="5811"/>
                    </a:cubicBezTo>
                    <a:cubicBezTo>
                      <a:pt x="3545" y="5808"/>
                      <a:pt x="3544" y="5805"/>
                      <a:pt x="3543" y="5802"/>
                    </a:cubicBezTo>
                    <a:cubicBezTo>
                      <a:pt x="3542" y="5801"/>
                      <a:pt x="3541" y="5799"/>
                      <a:pt x="3540" y="5797"/>
                    </a:cubicBezTo>
                    <a:cubicBezTo>
                      <a:pt x="3540" y="5795"/>
                      <a:pt x="3540" y="5790"/>
                      <a:pt x="3543" y="5788"/>
                    </a:cubicBezTo>
                    <a:cubicBezTo>
                      <a:pt x="3544" y="5787"/>
                      <a:pt x="3545" y="5787"/>
                      <a:pt x="3546" y="5787"/>
                    </a:cubicBezTo>
                    <a:cubicBezTo>
                      <a:pt x="3548" y="5787"/>
                      <a:pt x="3551" y="5786"/>
                      <a:pt x="3553" y="5786"/>
                    </a:cubicBezTo>
                    <a:cubicBezTo>
                      <a:pt x="3555" y="5785"/>
                      <a:pt x="3557" y="5783"/>
                      <a:pt x="3558" y="5782"/>
                    </a:cubicBezTo>
                    <a:cubicBezTo>
                      <a:pt x="3560" y="5780"/>
                      <a:pt x="3561" y="5777"/>
                      <a:pt x="3563" y="5775"/>
                    </a:cubicBezTo>
                    <a:cubicBezTo>
                      <a:pt x="3564" y="5773"/>
                      <a:pt x="3566" y="5771"/>
                      <a:pt x="3566" y="5768"/>
                    </a:cubicBezTo>
                    <a:cubicBezTo>
                      <a:pt x="3567" y="5765"/>
                      <a:pt x="3564" y="5762"/>
                      <a:pt x="3562" y="5760"/>
                    </a:cubicBezTo>
                    <a:cubicBezTo>
                      <a:pt x="3561" y="5759"/>
                      <a:pt x="3560" y="5759"/>
                      <a:pt x="3559" y="5758"/>
                    </a:cubicBezTo>
                    <a:cubicBezTo>
                      <a:pt x="3557" y="5757"/>
                      <a:pt x="3555" y="5756"/>
                      <a:pt x="3553" y="5754"/>
                    </a:cubicBezTo>
                    <a:cubicBezTo>
                      <a:pt x="3549" y="5751"/>
                      <a:pt x="3544" y="5749"/>
                      <a:pt x="3540" y="5746"/>
                    </a:cubicBezTo>
                    <a:cubicBezTo>
                      <a:pt x="3535" y="5743"/>
                      <a:pt x="3531" y="5739"/>
                      <a:pt x="3526" y="5735"/>
                    </a:cubicBezTo>
                    <a:cubicBezTo>
                      <a:pt x="3525" y="5734"/>
                      <a:pt x="3523" y="5733"/>
                      <a:pt x="3521" y="5732"/>
                    </a:cubicBezTo>
                    <a:cubicBezTo>
                      <a:pt x="3520" y="5731"/>
                      <a:pt x="3518" y="5730"/>
                      <a:pt x="3517" y="5729"/>
                    </a:cubicBezTo>
                    <a:cubicBezTo>
                      <a:pt x="3516" y="5728"/>
                      <a:pt x="3515" y="5728"/>
                      <a:pt x="3514" y="5727"/>
                    </a:cubicBezTo>
                    <a:cubicBezTo>
                      <a:pt x="3513" y="5726"/>
                      <a:pt x="3512" y="5725"/>
                      <a:pt x="3511" y="5724"/>
                    </a:cubicBezTo>
                    <a:cubicBezTo>
                      <a:pt x="3510" y="5722"/>
                      <a:pt x="3509" y="5721"/>
                      <a:pt x="3507" y="5719"/>
                    </a:cubicBezTo>
                    <a:cubicBezTo>
                      <a:pt x="3506" y="5718"/>
                      <a:pt x="3505" y="5716"/>
                      <a:pt x="3504" y="5715"/>
                    </a:cubicBezTo>
                    <a:cubicBezTo>
                      <a:pt x="3502" y="5713"/>
                      <a:pt x="3500" y="5712"/>
                      <a:pt x="3499" y="5711"/>
                    </a:cubicBezTo>
                    <a:cubicBezTo>
                      <a:pt x="3498" y="5709"/>
                      <a:pt x="3497" y="5707"/>
                      <a:pt x="3496" y="5705"/>
                    </a:cubicBezTo>
                    <a:cubicBezTo>
                      <a:pt x="3496" y="5705"/>
                      <a:pt x="3495" y="5705"/>
                      <a:pt x="3495" y="5704"/>
                    </a:cubicBezTo>
                    <a:cubicBezTo>
                      <a:pt x="3495" y="5704"/>
                      <a:pt x="3495" y="5704"/>
                      <a:pt x="3495" y="5704"/>
                    </a:cubicBezTo>
                    <a:cubicBezTo>
                      <a:pt x="3494" y="5701"/>
                      <a:pt x="3493" y="5698"/>
                      <a:pt x="3492" y="5695"/>
                    </a:cubicBezTo>
                    <a:cubicBezTo>
                      <a:pt x="3492" y="5692"/>
                      <a:pt x="3491" y="5688"/>
                      <a:pt x="3491" y="5685"/>
                    </a:cubicBezTo>
                    <a:cubicBezTo>
                      <a:pt x="3492" y="5683"/>
                      <a:pt x="3492" y="5681"/>
                      <a:pt x="3493" y="5679"/>
                    </a:cubicBezTo>
                    <a:cubicBezTo>
                      <a:pt x="3494" y="5678"/>
                      <a:pt x="3496" y="5677"/>
                      <a:pt x="3497" y="5676"/>
                    </a:cubicBezTo>
                    <a:cubicBezTo>
                      <a:pt x="3499" y="5675"/>
                      <a:pt x="3501" y="5674"/>
                      <a:pt x="3502" y="5673"/>
                    </a:cubicBezTo>
                    <a:cubicBezTo>
                      <a:pt x="3504" y="5671"/>
                      <a:pt x="3506" y="5669"/>
                      <a:pt x="3507" y="5667"/>
                    </a:cubicBezTo>
                    <a:cubicBezTo>
                      <a:pt x="3510" y="5665"/>
                      <a:pt x="3513" y="5663"/>
                      <a:pt x="3516" y="5661"/>
                    </a:cubicBezTo>
                    <a:cubicBezTo>
                      <a:pt x="3518" y="5660"/>
                      <a:pt x="3520" y="5660"/>
                      <a:pt x="3522" y="5659"/>
                    </a:cubicBezTo>
                    <a:cubicBezTo>
                      <a:pt x="3524" y="5658"/>
                      <a:pt x="3526" y="5657"/>
                      <a:pt x="3527" y="5656"/>
                    </a:cubicBezTo>
                    <a:cubicBezTo>
                      <a:pt x="3528" y="5655"/>
                      <a:pt x="3529" y="5654"/>
                      <a:pt x="3530" y="5653"/>
                    </a:cubicBezTo>
                    <a:cubicBezTo>
                      <a:pt x="3531" y="5652"/>
                      <a:pt x="3532" y="5651"/>
                      <a:pt x="3533" y="5650"/>
                    </a:cubicBezTo>
                    <a:cubicBezTo>
                      <a:pt x="3534" y="5647"/>
                      <a:pt x="3537" y="5646"/>
                      <a:pt x="3537" y="5643"/>
                    </a:cubicBezTo>
                    <a:cubicBezTo>
                      <a:pt x="3536" y="5639"/>
                      <a:pt x="3533" y="5635"/>
                      <a:pt x="3532" y="5631"/>
                    </a:cubicBezTo>
                    <a:cubicBezTo>
                      <a:pt x="3531" y="5628"/>
                      <a:pt x="3530" y="5626"/>
                      <a:pt x="3528" y="5624"/>
                    </a:cubicBezTo>
                    <a:cubicBezTo>
                      <a:pt x="3527" y="5623"/>
                      <a:pt x="3526" y="5623"/>
                      <a:pt x="3525" y="5622"/>
                    </a:cubicBezTo>
                    <a:cubicBezTo>
                      <a:pt x="3524" y="5621"/>
                      <a:pt x="3523" y="5621"/>
                      <a:pt x="3522" y="5620"/>
                    </a:cubicBezTo>
                    <a:cubicBezTo>
                      <a:pt x="3518" y="5618"/>
                      <a:pt x="3515" y="5614"/>
                      <a:pt x="3511" y="5610"/>
                    </a:cubicBezTo>
                    <a:cubicBezTo>
                      <a:pt x="3509" y="5608"/>
                      <a:pt x="3508" y="5606"/>
                      <a:pt x="3505" y="5605"/>
                    </a:cubicBezTo>
                    <a:cubicBezTo>
                      <a:pt x="3502" y="5603"/>
                      <a:pt x="3500" y="5602"/>
                      <a:pt x="3497" y="5600"/>
                    </a:cubicBezTo>
                    <a:cubicBezTo>
                      <a:pt x="3496" y="5599"/>
                      <a:pt x="3495" y="5599"/>
                      <a:pt x="3494" y="5598"/>
                    </a:cubicBezTo>
                    <a:cubicBezTo>
                      <a:pt x="3493" y="5597"/>
                      <a:pt x="3492" y="5596"/>
                      <a:pt x="3491" y="5595"/>
                    </a:cubicBezTo>
                    <a:cubicBezTo>
                      <a:pt x="3491" y="5595"/>
                      <a:pt x="3491" y="5596"/>
                      <a:pt x="3491" y="5596"/>
                    </a:cubicBezTo>
                    <a:cubicBezTo>
                      <a:pt x="3490" y="5595"/>
                      <a:pt x="3490" y="5595"/>
                      <a:pt x="3490" y="5595"/>
                    </a:cubicBezTo>
                    <a:cubicBezTo>
                      <a:pt x="3489" y="5594"/>
                      <a:pt x="3488" y="5593"/>
                      <a:pt x="3487" y="5592"/>
                    </a:cubicBezTo>
                    <a:cubicBezTo>
                      <a:pt x="3486" y="5590"/>
                      <a:pt x="3484" y="5588"/>
                      <a:pt x="3482" y="5587"/>
                    </a:cubicBezTo>
                    <a:cubicBezTo>
                      <a:pt x="3480" y="5586"/>
                      <a:pt x="3478" y="5585"/>
                      <a:pt x="3476" y="5583"/>
                    </a:cubicBezTo>
                    <a:cubicBezTo>
                      <a:pt x="3474" y="5581"/>
                      <a:pt x="3473" y="5578"/>
                      <a:pt x="3472" y="5575"/>
                    </a:cubicBezTo>
                    <a:cubicBezTo>
                      <a:pt x="3472" y="5575"/>
                      <a:pt x="3472" y="5575"/>
                      <a:pt x="3472" y="5575"/>
                    </a:cubicBezTo>
                    <a:cubicBezTo>
                      <a:pt x="3471" y="5575"/>
                      <a:pt x="3471" y="5575"/>
                      <a:pt x="3471" y="5575"/>
                    </a:cubicBezTo>
                    <a:cubicBezTo>
                      <a:pt x="3470" y="5574"/>
                      <a:pt x="3469" y="5573"/>
                      <a:pt x="3468" y="5572"/>
                    </a:cubicBezTo>
                    <a:cubicBezTo>
                      <a:pt x="3468" y="5570"/>
                      <a:pt x="3467" y="5569"/>
                      <a:pt x="3466" y="5568"/>
                    </a:cubicBezTo>
                    <a:cubicBezTo>
                      <a:pt x="3465" y="5566"/>
                      <a:pt x="3464" y="5564"/>
                      <a:pt x="3463" y="5562"/>
                    </a:cubicBezTo>
                    <a:cubicBezTo>
                      <a:pt x="3463" y="5561"/>
                      <a:pt x="3462" y="5560"/>
                      <a:pt x="3462" y="5559"/>
                    </a:cubicBezTo>
                    <a:cubicBezTo>
                      <a:pt x="3462" y="5559"/>
                      <a:pt x="3462" y="5558"/>
                      <a:pt x="3462" y="5557"/>
                    </a:cubicBezTo>
                    <a:cubicBezTo>
                      <a:pt x="3461" y="5555"/>
                      <a:pt x="3461" y="5554"/>
                      <a:pt x="3461" y="5552"/>
                    </a:cubicBezTo>
                    <a:cubicBezTo>
                      <a:pt x="3461" y="5550"/>
                      <a:pt x="3462" y="5549"/>
                      <a:pt x="3463" y="5547"/>
                    </a:cubicBezTo>
                    <a:cubicBezTo>
                      <a:pt x="3463" y="5546"/>
                      <a:pt x="3464" y="5545"/>
                      <a:pt x="3465" y="5544"/>
                    </a:cubicBezTo>
                    <a:cubicBezTo>
                      <a:pt x="3465" y="5543"/>
                      <a:pt x="3466" y="5542"/>
                      <a:pt x="3466" y="5541"/>
                    </a:cubicBezTo>
                    <a:cubicBezTo>
                      <a:pt x="3466" y="5541"/>
                      <a:pt x="3467" y="5540"/>
                      <a:pt x="3467" y="5539"/>
                    </a:cubicBezTo>
                    <a:cubicBezTo>
                      <a:pt x="3468" y="5538"/>
                      <a:pt x="3469" y="5535"/>
                      <a:pt x="3469" y="5534"/>
                    </a:cubicBezTo>
                    <a:cubicBezTo>
                      <a:pt x="3469" y="5533"/>
                      <a:pt x="3469" y="5532"/>
                      <a:pt x="3469" y="5531"/>
                    </a:cubicBezTo>
                    <a:cubicBezTo>
                      <a:pt x="3469" y="5531"/>
                      <a:pt x="3469" y="5530"/>
                      <a:pt x="3469" y="5529"/>
                    </a:cubicBezTo>
                    <a:cubicBezTo>
                      <a:pt x="3469" y="5528"/>
                      <a:pt x="3469" y="5528"/>
                      <a:pt x="3469" y="5527"/>
                    </a:cubicBezTo>
                    <a:cubicBezTo>
                      <a:pt x="3470" y="5527"/>
                      <a:pt x="3470" y="5526"/>
                      <a:pt x="3470" y="5525"/>
                    </a:cubicBezTo>
                    <a:cubicBezTo>
                      <a:pt x="3470" y="5524"/>
                      <a:pt x="3470" y="5522"/>
                      <a:pt x="3470" y="5521"/>
                    </a:cubicBezTo>
                    <a:cubicBezTo>
                      <a:pt x="3470" y="5518"/>
                      <a:pt x="3470" y="5514"/>
                      <a:pt x="3470" y="5511"/>
                    </a:cubicBezTo>
                    <a:cubicBezTo>
                      <a:pt x="3469" y="5507"/>
                      <a:pt x="3469" y="5503"/>
                      <a:pt x="3469" y="5499"/>
                    </a:cubicBezTo>
                    <a:cubicBezTo>
                      <a:pt x="3469" y="5496"/>
                      <a:pt x="3468" y="5492"/>
                      <a:pt x="3468" y="5489"/>
                    </a:cubicBezTo>
                    <a:cubicBezTo>
                      <a:pt x="3468" y="5486"/>
                      <a:pt x="3468" y="5484"/>
                      <a:pt x="3468" y="5481"/>
                    </a:cubicBezTo>
                    <a:cubicBezTo>
                      <a:pt x="3468" y="5479"/>
                      <a:pt x="3467" y="5478"/>
                      <a:pt x="3468" y="5476"/>
                    </a:cubicBezTo>
                    <a:cubicBezTo>
                      <a:pt x="3469" y="5474"/>
                      <a:pt x="3470" y="5472"/>
                      <a:pt x="3471" y="5471"/>
                    </a:cubicBezTo>
                    <a:cubicBezTo>
                      <a:pt x="3473" y="5469"/>
                      <a:pt x="3477" y="5469"/>
                      <a:pt x="3480" y="5469"/>
                    </a:cubicBezTo>
                    <a:cubicBezTo>
                      <a:pt x="3481" y="5468"/>
                      <a:pt x="3483" y="5467"/>
                      <a:pt x="3484" y="5467"/>
                    </a:cubicBezTo>
                    <a:cubicBezTo>
                      <a:pt x="3486" y="5466"/>
                      <a:pt x="3488" y="5465"/>
                      <a:pt x="3489" y="5464"/>
                    </a:cubicBezTo>
                    <a:cubicBezTo>
                      <a:pt x="3490" y="5463"/>
                      <a:pt x="3491" y="5463"/>
                      <a:pt x="3492" y="5462"/>
                    </a:cubicBezTo>
                    <a:cubicBezTo>
                      <a:pt x="3492" y="5461"/>
                      <a:pt x="3492" y="5460"/>
                      <a:pt x="3493" y="5459"/>
                    </a:cubicBezTo>
                    <a:cubicBezTo>
                      <a:pt x="3493" y="5458"/>
                      <a:pt x="3494" y="5458"/>
                      <a:pt x="3495" y="5457"/>
                    </a:cubicBezTo>
                    <a:cubicBezTo>
                      <a:pt x="3496" y="5455"/>
                      <a:pt x="3494" y="5453"/>
                      <a:pt x="3493" y="5451"/>
                    </a:cubicBezTo>
                    <a:cubicBezTo>
                      <a:pt x="3491" y="5450"/>
                      <a:pt x="3490" y="5449"/>
                      <a:pt x="3488" y="5447"/>
                    </a:cubicBezTo>
                    <a:cubicBezTo>
                      <a:pt x="3488" y="5447"/>
                      <a:pt x="3487" y="5447"/>
                      <a:pt x="3487" y="5447"/>
                    </a:cubicBezTo>
                    <a:cubicBezTo>
                      <a:pt x="3486" y="5446"/>
                      <a:pt x="3485" y="5446"/>
                      <a:pt x="3483" y="5446"/>
                    </a:cubicBezTo>
                    <a:cubicBezTo>
                      <a:pt x="3482" y="5445"/>
                      <a:pt x="3479" y="5444"/>
                      <a:pt x="3478" y="5443"/>
                    </a:cubicBezTo>
                    <a:cubicBezTo>
                      <a:pt x="3478" y="5443"/>
                      <a:pt x="3478" y="5442"/>
                      <a:pt x="3478" y="5442"/>
                    </a:cubicBezTo>
                    <a:cubicBezTo>
                      <a:pt x="3478" y="5442"/>
                      <a:pt x="3477" y="5442"/>
                      <a:pt x="3477" y="5442"/>
                    </a:cubicBezTo>
                    <a:cubicBezTo>
                      <a:pt x="3476" y="5441"/>
                      <a:pt x="3476" y="5440"/>
                      <a:pt x="3476" y="5439"/>
                    </a:cubicBezTo>
                    <a:cubicBezTo>
                      <a:pt x="3475" y="5438"/>
                      <a:pt x="3475" y="5437"/>
                      <a:pt x="3476" y="5435"/>
                    </a:cubicBezTo>
                    <a:cubicBezTo>
                      <a:pt x="3476" y="5435"/>
                      <a:pt x="3476" y="5434"/>
                      <a:pt x="3476" y="5433"/>
                    </a:cubicBezTo>
                    <a:cubicBezTo>
                      <a:pt x="3476" y="5430"/>
                      <a:pt x="3478" y="5428"/>
                      <a:pt x="3479" y="5426"/>
                    </a:cubicBezTo>
                    <a:cubicBezTo>
                      <a:pt x="3480" y="5425"/>
                      <a:pt x="3481" y="5424"/>
                      <a:pt x="3481" y="5423"/>
                    </a:cubicBezTo>
                    <a:cubicBezTo>
                      <a:pt x="3482" y="5422"/>
                      <a:pt x="3482" y="5421"/>
                      <a:pt x="3482" y="5420"/>
                    </a:cubicBezTo>
                    <a:cubicBezTo>
                      <a:pt x="3483" y="5418"/>
                      <a:pt x="3484" y="5415"/>
                      <a:pt x="3485" y="5413"/>
                    </a:cubicBezTo>
                    <a:cubicBezTo>
                      <a:pt x="3487" y="5410"/>
                      <a:pt x="3491" y="5407"/>
                      <a:pt x="3494" y="5404"/>
                    </a:cubicBezTo>
                    <a:cubicBezTo>
                      <a:pt x="3497" y="5402"/>
                      <a:pt x="3500" y="5400"/>
                      <a:pt x="3503" y="5398"/>
                    </a:cubicBezTo>
                    <a:cubicBezTo>
                      <a:pt x="3504" y="5397"/>
                      <a:pt x="3505" y="5396"/>
                      <a:pt x="3507" y="5395"/>
                    </a:cubicBezTo>
                    <a:cubicBezTo>
                      <a:pt x="3508" y="5394"/>
                      <a:pt x="3510" y="5392"/>
                      <a:pt x="3512" y="5392"/>
                    </a:cubicBezTo>
                    <a:cubicBezTo>
                      <a:pt x="3514" y="5391"/>
                      <a:pt x="3516" y="5391"/>
                      <a:pt x="3518" y="5391"/>
                    </a:cubicBezTo>
                    <a:cubicBezTo>
                      <a:pt x="3519" y="5390"/>
                      <a:pt x="3521" y="5389"/>
                      <a:pt x="3521" y="5388"/>
                    </a:cubicBezTo>
                    <a:cubicBezTo>
                      <a:pt x="3522" y="5387"/>
                      <a:pt x="3522" y="5386"/>
                      <a:pt x="3522" y="5385"/>
                    </a:cubicBezTo>
                    <a:cubicBezTo>
                      <a:pt x="3522" y="5383"/>
                      <a:pt x="3522" y="5380"/>
                      <a:pt x="3524" y="5379"/>
                    </a:cubicBezTo>
                    <a:cubicBezTo>
                      <a:pt x="3528" y="5377"/>
                      <a:pt x="3531" y="5377"/>
                      <a:pt x="3535" y="5378"/>
                    </a:cubicBezTo>
                    <a:cubicBezTo>
                      <a:pt x="3536" y="5378"/>
                      <a:pt x="3538" y="5379"/>
                      <a:pt x="3539" y="5379"/>
                    </a:cubicBezTo>
                    <a:cubicBezTo>
                      <a:pt x="3540" y="5380"/>
                      <a:pt x="3541" y="5381"/>
                      <a:pt x="3542" y="5381"/>
                    </a:cubicBezTo>
                    <a:cubicBezTo>
                      <a:pt x="3543" y="5382"/>
                      <a:pt x="3544" y="5382"/>
                      <a:pt x="3545" y="5382"/>
                    </a:cubicBezTo>
                    <a:cubicBezTo>
                      <a:pt x="3546" y="5382"/>
                      <a:pt x="3547" y="5383"/>
                      <a:pt x="3549" y="5383"/>
                    </a:cubicBezTo>
                    <a:cubicBezTo>
                      <a:pt x="3549" y="5383"/>
                      <a:pt x="3549" y="5383"/>
                      <a:pt x="3549" y="5383"/>
                    </a:cubicBezTo>
                    <a:cubicBezTo>
                      <a:pt x="3549" y="5383"/>
                      <a:pt x="3549" y="5383"/>
                      <a:pt x="3548" y="5383"/>
                    </a:cubicBezTo>
                    <a:cubicBezTo>
                      <a:pt x="3549" y="5383"/>
                      <a:pt x="3550" y="5383"/>
                      <a:pt x="3550" y="5383"/>
                    </a:cubicBezTo>
                    <a:cubicBezTo>
                      <a:pt x="3551" y="5383"/>
                      <a:pt x="3553" y="5383"/>
                      <a:pt x="3554" y="5383"/>
                    </a:cubicBezTo>
                    <a:cubicBezTo>
                      <a:pt x="3556" y="5383"/>
                      <a:pt x="3556" y="5382"/>
                      <a:pt x="3558" y="5382"/>
                    </a:cubicBezTo>
                    <a:cubicBezTo>
                      <a:pt x="3559" y="5381"/>
                      <a:pt x="3560" y="5381"/>
                      <a:pt x="3562" y="5381"/>
                    </a:cubicBezTo>
                    <a:cubicBezTo>
                      <a:pt x="3563" y="5381"/>
                      <a:pt x="3564" y="5380"/>
                      <a:pt x="3566" y="5380"/>
                    </a:cubicBezTo>
                    <a:cubicBezTo>
                      <a:pt x="3569" y="5379"/>
                      <a:pt x="3572" y="5379"/>
                      <a:pt x="3575" y="5378"/>
                    </a:cubicBezTo>
                    <a:cubicBezTo>
                      <a:pt x="3577" y="5377"/>
                      <a:pt x="3577" y="5377"/>
                      <a:pt x="3579" y="5377"/>
                    </a:cubicBezTo>
                    <a:cubicBezTo>
                      <a:pt x="3579" y="5377"/>
                      <a:pt x="3580" y="5377"/>
                      <a:pt x="3580" y="5377"/>
                    </a:cubicBezTo>
                    <a:cubicBezTo>
                      <a:pt x="3580" y="5377"/>
                      <a:pt x="3580" y="5377"/>
                      <a:pt x="3580" y="5377"/>
                    </a:cubicBezTo>
                    <a:cubicBezTo>
                      <a:pt x="3581" y="5377"/>
                      <a:pt x="3582" y="5377"/>
                      <a:pt x="3583" y="5377"/>
                    </a:cubicBezTo>
                    <a:cubicBezTo>
                      <a:pt x="3585" y="5377"/>
                      <a:pt x="3586" y="5376"/>
                      <a:pt x="3586" y="5374"/>
                    </a:cubicBezTo>
                    <a:cubicBezTo>
                      <a:pt x="3587" y="5372"/>
                      <a:pt x="3587" y="5370"/>
                      <a:pt x="3587" y="5368"/>
                    </a:cubicBezTo>
                    <a:cubicBezTo>
                      <a:pt x="3588" y="5367"/>
                      <a:pt x="3588" y="5366"/>
                      <a:pt x="3588" y="5366"/>
                    </a:cubicBezTo>
                    <a:cubicBezTo>
                      <a:pt x="3588" y="5364"/>
                      <a:pt x="3589" y="5363"/>
                      <a:pt x="3589" y="5362"/>
                    </a:cubicBezTo>
                    <a:cubicBezTo>
                      <a:pt x="3590" y="5360"/>
                      <a:pt x="3591" y="5358"/>
                      <a:pt x="3593" y="5356"/>
                    </a:cubicBezTo>
                    <a:cubicBezTo>
                      <a:pt x="3594" y="5354"/>
                      <a:pt x="3594" y="5350"/>
                      <a:pt x="3595" y="5348"/>
                    </a:cubicBezTo>
                    <a:cubicBezTo>
                      <a:pt x="3595" y="5344"/>
                      <a:pt x="3595" y="5341"/>
                      <a:pt x="3595" y="5338"/>
                    </a:cubicBezTo>
                    <a:cubicBezTo>
                      <a:pt x="3595" y="5335"/>
                      <a:pt x="3596" y="5332"/>
                      <a:pt x="3598" y="5330"/>
                    </a:cubicBezTo>
                    <a:cubicBezTo>
                      <a:pt x="3598" y="5329"/>
                      <a:pt x="3599" y="5329"/>
                      <a:pt x="3599" y="5328"/>
                    </a:cubicBezTo>
                    <a:cubicBezTo>
                      <a:pt x="3600" y="5327"/>
                      <a:pt x="3600" y="5325"/>
                      <a:pt x="3601" y="5324"/>
                    </a:cubicBezTo>
                    <a:cubicBezTo>
                      <a:pt x="3602" y="5323"/>
                      <a:pt x="3603" y="5322"/>
                      <a:pt x="3604" y="5322"/>
                    </a:cubicBezTo>
                    <a:cubicBezTo>
                      <a:pt x="3605" y="5321"/>
                      <a:pt x="3605" y="5321"/>
                      <a:pt x="3606" y="5321"/>
                    </a:cubicBezTo>
                    <a:cubicBezTo>
                      <a:pt x="3606" y="5321"/>
                      <a:pt x="3606" y="5321"/>
                      <a:pt x="3606" y="5321"/>
                    </a:cubicBezTo>
                    <a:cubicBezTo>
                      <a:pt x="3607" y="5321"/>
                      <a:pt x="3607" y="5321"/>
                      <a:pt x="3608" y="5321"/>
                    </a:cubicBezTo>
                    <a:cubicBezTo>
                      <a:pt x="3609" y="5321"/>
                      <a:pt x="3610" y="5321"/>
                      <a:pt x="3611" y="5321"/>
                    </a:cubicBezTo>
                    <a:cubicBezTo>
                      <a:pt x="3612" y="5321"/>
                      <a:pt x="3613" y="5321"/>
                      <a:pt x="3614" y="5321"/>
                    </a:cubicBezTo>
                    <a:cubicBezTo>
                      <a:pt x="3616" y="5321"/>
                      <a:pt x="3617" y="5321"/>
                      <a:pt x="3619" y="5320"/>
                    </a:cubicBezTo>
                    <a:cubicBezTo>
                      <a:pt x="3620" y="5319"/>
                      <a:pt x="3622" y="5318"/>
                      <a:pt x="3623" y="5316"/>
                    </a:cubicBezTo>
                    <a:cubicBezTo>
                      <a:pt x="3624" y="5315"/>
                      <a:pt x="3626" y="5314"/>
                      <a:pt x="3627" y="5313"/>
                    </a:cubicBezTo>
                    <a:cubicBezTo>
                      <a:pt x="3628" y="5312"/>
                      <a:pt x="3629" y="5311"/>
                      <a:pt x="3629" y="5310"/>
                    </a:cubicBezTo>
                    <a:cubicBezTo>
                      <a:pt x="3630" y="5310"/>
                      <a:pt x="3630" y="5310"/>
                      <a:pt x="3630" y="5309"/>
                    </a:cubicBezTo>
                    <a:cubicBezTo>
                      <a:pt x="3631" y="5309"/>
                      <a:pt x="3631" y="5308"/>
                      <a:pt x="3631" y="5308"/>
                    </a:cubicBezTo>
                    <a:cubicBezTo>
                      <a:pt x="3632" y="5308"/>
                      <a:pt x="3632" y="5307"/>
                      <a:pt x="3633" y="5307"/>
                    </a:cubicBezTo>
                    <a:cubicBezTo>
                      <a:pt x="3634" y="5306"/>
                      <a:pt x="3635" y="5304"/>
                      <a:pt x="3635" y="5303"/>
                    </a:cubicBezTo>
                    <a:cubicBezTo>
                      <a:pt x="3636" y="5303"/>
                      <a:pt x="3637" y="5302"/>
                      <a:pt x="3637" y="5301"/>
                    </a:cubicBezTo>
                    <a:cubicBezTo>
                      <a:pt x="3640" y="5298"/>
                      <a:pt x="3641" y="5295"/>
                      <a:pt x="3643" y="5291"/>
                    </a:cubicBezTo>
                    <a:cubicBezTo>
                      <a:pt x="3645" y="5288"/>
                      <a:pt x="3646" y="5285"/>
                      <a:pt x="3649" y="5282"/>
                    </a:cubicBezTo>
                    <a:cubicBezTo>
                      <a:pt x="3651" y="5280"/>
                      <a:pt x="3653" y="5278"/>
                      <a:pt x="3656" y="5276"/>
                    </a:cubicBezTo>
                    <a:cubicBezTo>
                      <a:pt x="3657" y="5275"/>
                      <a:pt x="3658" y="5274"/>
                      <a:pt x="3659" y="5273"/>
                    </a:cubicBezTo>
                    <a:cubicBezTo>
                      <a:pt x="3661" y="5272"/>
                      <a:pt x="3662" y="5272"/>
                      <a:pt x="3663" y="5271"/>
                    </a:cubicBezTo>
                    <a:cubicBezTo>
                      <a:pt x="3666" y="5270"/>
                      <a:pt x="3668" y="5269"/>
                      <a:pt x="3671" y="5268"/>
                    </a:cubicBezTo>
                    <a:cubicBezTo>
                      <a:pt x="3674" y="5267"/>
                      <a:pt x="3678" y="5265"/>
                      <a:pt x="3681" y="5264"/>
                    </a:cubicBezTo>
                    <a:cubicBezTo>
                      <a:pt x="3684" y="5263"/>
                      <a:pt x="3686" y="5260"/>
                      <a:pt x="3687" y="5256"/>
                    </a:cubicBezTo>
                    <a:cubicBezTo>
                      <a:pt x="3687" y="5255"/>
                      <a:pt x="3688" y="5253"/>
                      <a:pt x="3688" y="5252"/>
                    </a:cubicBezTo>
                    <a:cubicBezTo>
                      <a:pt x="3689" y="5249"/>
                      <a:pt x="3691" y="5246"/>
                      <a:pt x="3692" y="5243"/>
                    </a:cubicBezTo>
                    <a:cubicBezTo>
                      <a:pt x="3693" y="5240"/>
                      <a:pt x="3694" y="5237"/>
                      <a:pt x="3695" y="5234"/>
                    </a:cubicBezTo>
                    <a:cubicBezTo>
                      <a:pt x="3695" y="5231"/>
                      <a:pt x="3696" y="5228"/>
                      <a:pt x="3697" y="5225"/>
                    </a:cubicBezTo>
                    <a:cubicBezTo>
                      <a:pt x="3699" y="5218"/>
                      <a:pt x="3702" y="5211"/>
                      <a:pt x="3703" y="5204"/>
                    </a:cubicBezTo>
                    <a:cubicBezTo>
                      <a:pt x="3705" y="5197"/>
                      <a:pt x="3708" y="5190"/>
                      <a:pt x="3709" y="5183"/>
                    </a:cubicBezTo>
                    <a:cubicBezTo>
                      <a:pt x="3710" y="5179"/>
                      <a:pt x="3710" y="5176"/>
                      <a:pt x="3711" y="5172"/>
                    </a:cubicBezTo>
                    <a:cubicBezTo>
                      <a:pt x="3712" y="5168"/>
                      <a:pt x="3712" y="5164"/>
                      <a:pt x="3712" y="5159"/>
                    </a:cubicBezTo>
                    <a:cubicBezTo>
                      <a:pt x="3712" y="5158"/>
                      <a:pt x="3712" y="5156"/>
                      <a:pt x="3713" y="5154"/>
                    </a:cubicBezTo>
                    <a:cubicBezTo>
                      <a:pt x="3713" y="5152"/>
                      <a:pt x="3713" y="5150"/>
                      <a:pt x="3713" y="5148"/>
                    </a:cubicBezTo>
                    <a:cubicBezTo>
                      <a:pt x="3713" y="5144"/>
                      <a:pt x="3714" y="5142"/>
                      <a:pt x="3714" y="5138"/>
                    </a:cubicBezTo>
                    <a:cubicBezTo>
                      <a:pt x="3714" y="5136"/>
                      <a:pt x="3714" y="5134"/>
                      <a:pt x="3714" y="5132"/>
                    </a:cubicBezTo>
                    <a:cubicBezTo>
                      <a:pt x="3714" y="5130"/>
                      <a:pt x="3715" y="5128"/>
                      <a:pt x="3715" y="5126"/>
                    </a:cubicBezTo>
                    <a:cubicBezTo>
                      <a:pt x="3714" y="5122"/>
                      <a:pt x="3713" y="5119"/>
                      <a:pt x="3713" y="5116"/>
                    </a:cubicBezTo>
                    <a:cubicBezTo>
                      <a:pt x="3712" y="5109"/>
                      <a:pt x="3710" y="5103"/>
                      <a:pt x="3708" y="5097"/>
                    </a:cubicBezTo>
                    <a:cubicBezTo>
                      <a:pt x="3706" y="5093"/>
                      <a:pt x="3705" y="5088"/>
                      <a:pt x="3705" y="5084"/>
                    </a:cubicBezTo>
                    <a:cubicBezTo>
                      <a:pt x="3706" y="5082"/>
                      <a:pt x="3706" y="5081"/>
                      <a:pt x="3706" y="5079"/>
                    </a:cubicBezTo>
                    <a:cubicBezTo>
                      <a:pt x="3706" y="5077"/>
                      <a:pt x="3706" y="5075"/>
                      <a:pt x="3707" y="5074"/>
                    </a:cubicBezTo>
                    <a:cubicBezTo>
                      <a:pt x="3707" y="5071"/>
                      <a:pt x="3708" y="5069"/>
                      <a:pt x="3710" y="5068"/>
                    </a:cubicBezTo>
                    <a:cubicBezTo>
                      <a:pt x="3711" y="5066"/>
                      <a:pt x="3712" y="5064"/>
                      <a:pt x="3714" y="5063"/>
                    </a:cubicBezTo>
                    <a:cubicBezTo>
                      <a:pt x="3715" y="5060"/>
                      <a:pt x="3716" y="5058"/>
                      <a:pt x="3717" y="5055"/>
                    </a:cubicBezTo>
                    <a:cubicBezTo>
                      <a:pt x="3718" y="5054"/>
                      <a:pt x="3718" y="5053"/>
                      <a:pt x="3718" y="5052"/>
                    </a:cubicBezTo>
                    <a:cubicBezTo>
                      <a:pt x="3718" y="5051"/>
                      <a:pt x="3719" y="5050"/>
                      <a:pt x="3719" y="5049"/>
                    </a:cubicBezTo>
                    <a:cubicBezTo>
                      <a:pt x="3719" y="5044"/>
                      <a:pt x="3713" y="5041"/>
                      <a:pt x="3714" y="5035"/>
                    </a:cubicBezTo>
                    <a:cubicBezTo>
                      <a:pt x="3714" y="5033"/>
                      <a:pt x="3715" y="5032"/>
                      <a:pt x="3715" y="5030"/>
                    </a:cubicBezTo>
                    <a:cubicBezTo>
                      <a:pt x="3717" y="5028"/>
                      <a:pt x="3717" y="5025"/>
                      <a:pt x="3719" y="5023"/>
                    </a:cubicBezTo>
                    <a:cubicBezTo>
                      <a:pt x="3720" y="5021"/>
                      <a:pt x="3720" y="5020"/>
                      <a:pt x="3721" y="5019"/>
                    </a:cubicBezTo>
                    <a:cubicBezTo>
                      <a:pt x="3722" y="5014"/>
                      <a:pt x="3723" y="5010"/>
                      <a:pt x="3723" y="5006"/>
                    </a:cubicBezTo>
                    <a:cubicBezTo>
                      <a:pt x="3723" y="5001"/>
                      <a:pt x="3724" y="4996"/>
                      <a:pt x="3722" y="4991"/>
                    </a:cubicBezTo>
                    <a:cubicBezTo>
                      <a:pt x="3721" y="4987"/>
                      <a:pt x="3719" y="4983"/>
                      <a:pt x="3717" y="4979"/>
                    </a:cubicBezTo>
                    <a:cubicBezTo>
                      <a:pt x="3714" y="4975"/>
                      <a:pt x="3712" y="4972"/>
                      <a:pt x="3710" y="4968"/>
                    </a:cubicBezTo>
                    <a:cubicBezTo>
                      <a:pt x="3709" y="4968"/>
                      <a:pt x="3708" y="4967"/>
                      <a:pt x="3708" y="4966"/>
                    </a:cubicBezTo>
                    <a:cubicBezTo>
                      <a:pt x="3705" y="4964"/>
                      <a:pt x="3702" y="4960"/>
                      <a:pt x="3700" y="4957"/>
                    </a:cubicBezTo>
                    <a:cubicBezTo>
                      <a:pt x="3700" y="4956"/>
                      <a:pt x="3699" y="4955"/>
                      <a:pt x="3699" y="4954"/>
                    </a:cubicBezTo>
                    <a:cubicBezTo>
                      <a:pt x="3698" y="4951"/>
                      <a:pt x="3697" y="4949"/>
                      <a:pt x="3696" y="4946"/>
                    </a:cubicBezTo>
                    <a:cubicBezTo>
                      <a:pt x="3696" y="4942"/>
                      <a:pt x="3698" y="4937"/>
                      <a:pt x="3701" y="4935"/>
                    </a:cubicBezTo>
                    <a:cubicBezTo>
                      <a:pt x="3702" y="4935"/>
                      <a:pt x="3703" y="4935"/>
                      <a:pt x="3704" y="4935"/>
                    </a:cubicBezTo>
                    <a:cubicBezTo>
                      <a:pt x="3706" y="4935"/>
                      <a:pt x="3707" y="4935"/>
                      <a:pt x="3708" y="4935"/>
                    </a:cubicBezTo>
                    <a:cubicBezTo>
                      <a:pt x="3710" y="4935"/>
                      <a:pt x="3711" y="4936"/>
                      <a:pt x="3712" y="4936"/>
                    </a:cubicBezTo>
                    <a:cubicBezTo>
                      <a:pt x="3715" y="4936"/>
                      <a:pt x="3717" y="4934"/>
                      <a:pt x="3718" y="4933"/>
                    </a:cubicBezTo>
                    <a:cubicBezTo>
                      <a:pt x="3721" y="4931"/>
                      <a:pt x="3723" y="4929"/>
                      <a:pt x="3725" y="4928"/>
                    </a:cubicBezTo>
                    <a:cubicBezTo>
                      <a:pt x="3726" y="4927"/>
                      <a:pt x="3727" y="4925"/>
                      <a:pt x="3729" y="4924"/>
                    </a:cubicBezTo>
                    <a:cubicBezTo>
                      <a:pt x="3731" y="4922"/>
                      <a:pt x="3734" y="4920"/>
                      <a:pt x="3736" y="4918"/>
                    </a:cubicBezTo>
                    <a:cubicBezTo>
                      <a:pt x="3739" y="4916"/>
                      <a:pt x="3740" y="4914"/>
                      <a:pt x="3742" y="4912"/>
                    </a:cubicBezTo>
                    <a:cubicBezTo>
                      <a:pt x="3745" y="4909"/>
                      <a:pt x="3748" y="4906"/>
                      <a:pt x="3752" y="4904"/>
                    </a:cubicBezTo>
                    <a:cubicBezTo>
                      <a:pt x="3752" y="4904"/>
                      <a:pt x="3752" y="4904"/>
                      <a:pt x="3752" y="4904"/>
                    </a:cubicBezTo>
                    <a:cubicBezTo>
                      <a:pt x="3754" y="4902"/>
                      <a:pt x="3756" y="4901"/>
                      <a:pt x="3758" y="4899"/>
                    </a:cubicBezTo>
                    <a:cubicBezTo>
                      <a:pt x="3760" y="4897"/>
                      <a:pt x="3763" y="4896"/>
                      <a:pt x="3765" y="4894"/>
                    </a:cubicBezTo>
                    <a:cubicBezTo>
                      <a:pt x="3767" y="4893"/>
                      <a:pt x="3769" y="4891"/>
                      <a:pt x="3772" y="4890"/>
                    </a:cubicBezTo>
                    <a:cubicBezTo>
                      <a:pt x="3774" y="4889"/>
                      <a:pt x="3777" y="4888"/>
                      <a:pt x="3779" y="4887"/>
                    </a:cubicBezTo>
                    <a:cubicBezTo>
                      <a:pt x="3783" y="4886"/>
                      <a:pt x="3787" y="4885"/>
                      <a:pt x="3790" y="4885"/>
                    </a:cubicBezTo>
                    <a:cubicBezTo>
                      <a:pt x="3792" y="4885"/>
                      <a:pt x="3793" y="4885"/>
                      <a:pt x="3794" y="4885"/>
                    </a:cubicBezTo>
                    <a:cubicBezTo>
                      <a:pt x="3794" y="4885"/>
                      <a:pt x="3794" y="4885"/>
                      <a:pt x="3794" y="4885"/>
                    </a:cubicBezTo>
                    <a:cubicBezTo>
                      <a:pt x="3795" y="4885"/>
                      <a:pt x="3797" y="4885"/>
                      <a:pt x="3798" y="4885"/>
                    </a:cubicBezTo>
                    <a:cubicBezTo>
                      <a:pt x="3798" y="4885"/>
                      <a:pt x="3799" y="4885"/>
                      <a:pt x="3799" y="4885"/>
                    </a:cubicBezTo>
                    <a:cubicBezTo>
                      <a:pt x="3801" y="4885"/>
                      <a:pt x="3802" y="4884"/>
                      <a:pt x="3803" y="4884"/>
                    </a:cubicBezTo>
                    <a:cubicBezTo>
                      <a:pt x="3804" y="4883"/>
                      <a:pt x="3806" y="4881"/>
                      <a:pt x="3807" y="4880"/>
                    </a:cubicBezTo>
                    <a:cubicBezTo>
                      <a:pt x="3810" y="4877"/>
                      <a:pt x="3814" y="4876"/>
                      <a:pt x="3818" y="4875"/>
                    </a:cubicBezTo>
                    <a:cubicBezTo>
                      <a:pt x="3820" y="4875"/>
                      <a:pt x="3822" y="4875"/>
                      <a:pt x="3824" y="4875"/>
                    </a:cubicBezTo>
                    <a:cubicBezTo>
                      <a:pt x="3826" y="4875"/>
                      <a:pt x="3828" y="4875"/>
                      <a:pt x="3831" y="4876"/>
                    </a:cubicBezTo>
                    <a:cubicBezTo>
                      <a:pt x="3833" y="4876"/>
                      <a:pt x="3836" y="4877"/>
                      <a:pt x="3839" y="4877"/>
                    </a:cubicBezTo>
                    <a:cubicBezTo>
                      <a:pt x="3841" y="4877"/>
                      <a:pt x="3844" y="4877"/>
                      <a:pt x="3846" y="4876"/>
                    </a:cubicBezTo>
                    <a:cubicBezTo>
                      <a:pt x="3846" y="4876"/>
                      <a:pt x="3846" y="4876"/>
                      <a:pt x="3846" y="4876"/>
                    </a:cubicBezTo>
                    <a:cubicBezTo>
                      <a:pt x="3846" y="4876"/>
                      <a:pt x="3846" y="4876"/>
                      <a:pt x="3846" y="4876"/>
                    </a:cubicBezTo>
                    <a:cubicBezTo>
                      <a:pt x="3846" y="4876"/>
                      <a:pt x="3847" y="4876"/>
                      <a:pt x="3848" y="4876"/>
                    </a:cubicBezTo>
                    <a:cubicBezTo>
                      <a:pt x="3850" y="4875"/>
                      <a:pt x="3852" y="4875"/>
                      <a:pt x="3854" y="4875"/>
                    </a:cubicBezTo>
                    <a:cubicBezTo>
                      <a:pt x="3855" y="4875"/>
                      <a:pt x="3857" y="4874"/>
                      <a:pt x="3858" y="4873"/>
                    </a:cubicBezTo>
                    <a:cubicBezTo>
                      <a:pt x="3860" y="4873"/>
                      <a:pt x="3861" y="4873"/>
                      <a:pt x="3863" y="4872"/>
                    </a:cubicBezTo>
                    <a:cubicBezTo>
                      <a:pt x="3865" y="4871"/>
                      <a:pt x="3866" y="4871"/>
                      <a:pt x="3868" y="4871"/>
                    </a:cubicBezTo>
                    <a:cubicBezTo>
                      <a:pt x="3870" y="4870"/>
                      <a:pt x="3872" y="4869"/>
                      <a:pt x="3874" y="4867"/>
                    </a:cubicBezTo>
                    <a:cubicBezTo>
                      <a:pt x="3875" y="4866"/>
                      <a:pt x="3877" y="4864"/>
                      <a:pt x="3879" y="4862"/>
                    </a:cubicBezTo>
                    <a:cubicBezTo>
                      <a:pt x="3881" y="4861"/>
                      <a:pt x="3885" y="4858"/>
                      <a:pt x="3885" y="4855"/>
                    </a:cubicBezTo>
                    <a:cubicBezTo>
                      <a:pt x="3885" y="4853"/>
                      <a:pt x="3885" y="4852"/>
                      <a:pt x="3885" y="4850"/>
                    </a:cubicBezTo>
                    <a:cubicBezTo>
                      <a:pt x="3886" y="4849"/>
                      <a:pt x="3886" y="4847"/>
                      <a:pt x="3887" y="4845"/>
                    </a:cubicBezTo>
                    <a:cubicBezTo>
                      <a:pt x="3888" y="4844"/>
                      <a:pt x="3889" y="4843"/>
                      <a:pt x="3890" y="4843"/>
                    </a:cubicBezTo>
                    <a:cubicBezTo>
                      <a:pt x="3891" y="4842"/>
                      <a:pt x="3893" y="4841"/>
                      <a:pt x="3894" y="4840"/>
                    </a:cubicBezTo>
                    <a:cubicBezTo>
                      <a:pt x="3895" y="4840"/>
                      <a:pt x="3896" y="4839"/>
                      <a:pt x="3897" y="4838"/>
                    </a:cubicBezTo>
                    <a:cubicBezTo>
                      <a:pt x="3898" y="4837"/>
                      <a:pt x="3900" y="4837"/>
                      <a:pt x="3901" y="4837"/>
                    </a:cubicBezTo>
                    <a:cubicBezTo>
                      <a:pt x="3902" y="4837"/>
                      <a:pt x="3904" y="4836"/>
                      <a:pt x="3905" y="4836"/>
                    </a:cubicBezTo>
                    <a:cubicBezTo>
                      <a:pt x="3905" y="4836"/>
                      <a:pt x="3906" y="4836"/>
                      <a:pt x="3906" y="4836"/>
                    </a:cubicBezTo>
                    <a:cubicBezTo>
                      <a:pt x="3907" y="4836"/>
                      <a:pt x="3909" y="4836"/>
                      <a:pt x="3911" y="4836"/>
                    </a:cubicBezTo>
                    <a:cubicBezTo>
                      <a:pt x="3912" y="4835"/>
                      <a:pt x="3914" y="4835"/>
                      <a:pt x="3916" y="4834"/>
                    </a:cubicBezTo>
                    <a:cubicBezTo>
                      <a:pt x="3920" y="4832"/>
                      <a:pt x="3924" y="4831"/>
                      <a:pt x="3928" y="4829"/>
                    </a:cubicBezTo>
                    <a:cubicBezTo>
                      <a:pt x="3931" y="4827"/>
                      <a:pt x="3935" y="4826"/>
                      <a:pt x="3937" y="4823"/>
                    </a:cubicBezTo>
                    <a:cubicBezTo>
                      <a:pt x="3940" y="4820"/>
                      <a:pt x="3940" y="4817"/>
                      <a:pt x="3941" y="4813"/>
                    </a:cubicBezTo>
                    <a:cubicBezTo>
                      <a:pt x="3941" y="4811"/>
                      <a:pt x="3941" y="4808"/>
                      <a:pt x="3940" y="4806"/>
                    </a:cubicBezTo>
                    <a:cubicBezTo>
                      <a:pt x="3940" y="4806"/>
                      <a:pt x="3940" y="4805"/>
                      <a:pt x="3940" y="4804"/>
                    </a:cubicBezTo>
                    <a:cubicBezTo>
                      <a:pt x="3939" y="4804"/>
                      <a:pt x="3939" y="4803"/>
                      <a:pt x="3938" y="4803"/>
                    </a:cubicBezTo>
                    <a:cubicBezTo>
                      <a:pt x="3938" y="4802"/>
                      <a:pt x="3937" y="4801"/>
                      <a:pt x="3937" y="4800"/>
                    </a:cubicBezTo>
                    <a:cubicBezTo>
                      <a:pt x="3936" y="4799"/>
                      <a:pt x="3935" y="4798"/>
                      <a:pt x="3935" y="4797"/>
                    </a:cubicBezTo>
                    <a:cubicBezTo>
                      <a:pt x="3934" y="4796"/>
                      <a:pt x="3934" y="4796"/>
                      <a:pt x="3934" y="4795"/>
                    </a:cubicBezTo>
                    <a:cubicBezTo>
                      <a:pt x="3932" y="4794"/>
                      <a:pt x="3931" y="4792"/>
                      <a:pt x="3930" y="4790"/>
                    </a:cubicBezTo>
                    <a:cubicBezTo>
                      <a:pt x="3927" y="4788"/>
                      <a:pt x="3923" y="4786"/>
                      <a:pt x="3921" y="4784"/>
                    </a:cubicBezTo>
                    <a:cubicBezTo>
                      <a:pt x="3918" y="4782"/>
                      <a:pt x="3916" y="4779"/>
                      <a:pt x="3912" y="4778"/>
                    </a:cubicBezTo>
                    <a:cubicBezTo>
                      <a:pt x="3909" y="4777"/>
                      <a:pt x="3905" y="4778"/>
                      <a:pt x="3901" y="4778"/>
                    </a:cubicBezTo>
                    <a:cubicBezTo>
                      <a:pt x="3896" y="4778"/>
                      <a:pt x="3892" y="4781"/>
                      <a:pt x="3887" y="4782"/>
                    </a:cubicBezTo>
                    <a:cubicBezTo>
                      <a:pt x="3883" y="4784"/>
                      <a:pt x="3879" y="4785"/>
                      <a:pt x="3875" y="4787"/>
                    </a:cubicBezTo>
                    <a:cubicBezTo>
                      <a:pt x="3870" y="4790"/>
                      <a:pt x="3865" y="4793"/>
                      <a:pt x="3860" y="4796"/>
                    </a:cubicBezTo>
                    <a:cubicBezTo>
                      <a:pt x="3858" y="4797"/>
                      <a:pt x="3857" y="4797"/>
                      <a:pt x="3855" y="4797"/>
                    </a:cubicBezTo>
                    <a:cubicBezTo>
                      <a:pt x="3852" y="4797"/>
                      <a:pt x="3850" y="4798"/>
                      <a:pt x="3847" y="4799"/>
                    </a:cubicBezTo>
                    <a:cubicBezTo>
                      <a:pt x="3844" y="4800"/>
                      <a:pt x="3841" y="4801"/>
                      <a:pt x="3838" y="4801"/>
                    </a:cubicBezTo>
                    <a:cubicBezTo>
                      <a:pt x="3837" y="4802"/>
                      <a:pt x="3836" y="4802"/>
                      <a:pt x="3834" y="4803"/>
                    </a:cubicBezTo>
                    <a:cubicBezTo>
                      <a:pt x="3833" y="4804"/>
                      <a:pt x="3831" y="4804"/>
                      <a:pt x="3829" y="4805"/>
                    </a:cubicBezTo>
                    <a:cubicBezTo>
                      <a:pt x="3827" y="4806"/>
                      <a:pt x="3824" y="4807"/>
                      <a:pt x="3821" y="4808"/>
                    </a:cubicBezTo>
                    <a:cubicBezTo>
                      <a:pt x="3819" y="4810"/>
                      <a:pt x="3817" y="4811"/>
                      <a:pt x="3815" y="4814"/>
                    </a:cubicBezTo>
                    <a:cubicBezTo>
                      <a:pt x="3812" y="4817"/>
                      <a:pt x="3809" y="4820"/>
                      <a:pt x="3810" y="4824"/>
                    </a:cubicBezTo>
                    <a:cubicBezTo>
                      <a:pt x="3810" y="4826"/>
                      <a:pt x="3811" y="4827"/>
                      <a:pt x="3811" y="4829"/>
                    </a:cubicBezTo>
                    <a:cubicBezTo>
                      <a:pt x="3811" y="4831"/>
                      <a:pt x="3810" y="4833"/>
                      <a:pt x="3810" y="4835"/>
                    </a:cubicBezTo>
                    <a:cubicBezTo>
                      <a:pt x="3810" y="4838"/>
                      <a:pt x="3810" y="4840"/>
                      <a:pt x="3810" y="4842"/>
                    </a:cubicBezTo>
                    <a:cubicBezTo>
                      <a:pt x="3809" y="4843"/>
                      <a:pt x="3809" y="4845"/>
                      <a:pt x="3809" y="4847"/>
                    </a:cubicBezTo>
                    <a:cubicBezTo>
                      <a:pt x="3809" y="4849"/>
                      <a:pt x="3809" y="4851"/>
                      <a:pt x="3808" y="4853"/>
                    </a:cubicBezTo>
                    <a:cubicBezTo>
                      <a:pt x="3807" y="4854"/>
                      <a:pt x="3807" y="4855"/>
                      <a:pt x="3806" y="4856"/>
                    </a:cubicBezTo>
                    <a:cubicBezTo>
                      <a:pt x="3805" y="4858"/>
                      <a:pt x="3803" y="4860"/>
                      <a:pt x="3802" y="4861"/>
                    </a:cubicBezTo>
                    <a:cubicBezTo>
                      <a:pt x="3800" y="4863"/>
                      <a:pt x="3797" y="4864"/>
                      <a:pt x="3795" y="4866"/>
                    </a:cubicBezTo>
                    <a:cubicBezTo>
                      <a:pt x="3794" y="4868"/>
                      <a:pt x="3792" y="4869"/>
                      <a:pt x="3791" y="4870"/>
                    </a:cubicBezTo>
                    <a:cubicBezTo>
                      <a:pt x="3789" y="4871"/>
                      <a:pt x="3787" y="4872"/>
                      <a:pt x="3785" y="4873"/>
                    </a:cubicBezTo>
                    <a:cubicBezTo>
                      <a:pt x="3784" y="4873"/>
                      <a:pt x="3783" y="4873"/>
                      <a:pt x="3782" y="4874"/>
                    </a:cubicBezTo>
                    <a:cubicBezTo>
                      <a:pt x="3778" y="4876"/>
                      <a:pt x="3773" y="4878"/>
                      <a:pt x="3769" y="4879"/>
                    </a:cubicBezTo>
                    <a:cubicBezTo>
                      <a:pt x="3765" y="4881"/>
                      <a:pt x="3762" y="4882"/>
                      <a:pt x="3758" y="4884"/>
                    </a:cubicBezTo>
                    <a:cubicBezTo>
                      <a:pt x="3757" y="4884"/>
                      <a:pt x="3757" y="4884"/>
                      <a:pt x="3756" y="4884"/>
                    </a:cubicBezTo>
                    <a:cubicBezTo>
                      <a:pt x="3756" y="4884"/>
                      <a:pt x="3756" y="4885"/>
                      <a:pt x="3756" y="4885"/>
                    </a:cubicBezTo>
                    <a:cubicBezTo>
                      <a:pt x="3755" y="4885"/>
                      <a:pt x="3754" y="4885"/>
                      <a:pt x="3752" y="4885"/>
                    </a:cubicBezTo>
                    <a:cubicBezTo>
                      <a:pt x="3750" y="4885"/>
                      <a:pt x="3748" y="4886"/>
                      <a:pt x="3746" y="4886"/>
                    </a:cubicBezTo>
                    <a:cubicBezTo>
                      <a:pt x="3744" y="4886"/>
                      <a:pt x="3742" y="4886"/>
                      <a:pt x="3739" y="4886"/>
                    </a:cubicBezTo>
                    <a:cubicBezTo>
                      <a:pt x="3738" y="4886"/>
                      <a:pt x="3736" y="4886"/>
                      <a:pt x="3734" y="4886"/>
                    </a:cubicBezTo>
                    <a:cubicBezTo>
                      <a:pt x="3730" y="4886"/>
                      <a:pt x="3726" y="4886"/>
                      <a:pt x="3721" y="4886"/>
                    </a:cubicBezTo>
                    <a:cubicBezTo>
                      <a:pt x="3719" y="4886"/>
                      <a:pt x="3717" y="4885"/>
                      <a:pt x="3714" y="4885"/>
                    </a:cubicBezTo>
                    <a:cubicBezTo>
                      <a:pt x="3713" y="4885"/>
                      <a:pt x="3712" y="4885"/>
                      <a:pt x="3711" y="4885"/>
                    </a:cubicBezTo>
                    <a:cubicBezTo>
                      <a:pt x="3709" y="4884"/>
                      <a:pt x="3708" y="4884"/>
                      <a:pt x="3707" y="4883"/>
                    </a:cubicBezTo>
                    <a:cubicBezTo>
                      <a:pt x="3707" y="4882"/>
                      <a:pt x="3706" y="4881"/>
                      <a:pt x="3705" y="4881"/>
                    </a:cubicBezTo>
                    <a:cubicBezTo>
                      <a:pt x="3703" y="4879"/>
                      <a:pt x="3699" y="4876"/>
                      <a:pt x="3701" y="4872"/>
                    </a:cubicBezTo>
                    <a:cubicBezTo>
                      <a:pt x="3701" y="4872"/>
                      <a:pt x="3701" y="4871"/>
                      <a:pt x="3702" y="4871"/>
                    </a:cubicBezTo>
                    <a:cubicBezTo>
                      <a:pt x="3703" y="4869"/>
                      <a:pt x="3707" y="4868"/>
                      <a:pt x="3709" y="4868"/>
                    </a:cubicBezTo>
                    <a:cubicBezTo>
                      <a:pt x="3713" y="4868"/>
                      <a:pt x="3716" y="4870"/>
                      <a:pt x="3719" y="4871"/>
                    </a:cubicBezTo>
                    <a:cubicBezTo>
                      <a:pt x="3722" y="4873"/>
                      <a:pt x="3726" y="4873"/>
                      <a:pt x="3730" y="4874"/>
                    </a:cubicBezTo>
                    <a:cubicBezTo>
                      <a:pt x="3734" y="4874"/>
                      <a:pt x="3739" y="4872"/>
                      <a:pt x="3742" y="4871"/>
                    </a:cubicBezTo>
                    <a:cubicBezTo>
                      <a:pt x="3745" y="4871"/>
                      <a:pt x="3748" y="4870"/>
                      <a:pt x="3750" y="4870"/>
                    </a:cubicBezTo>
                    <a:cubicBezTo>
                      <a:pt x="3753" y="4869"/>
                      <a:pt x="3757" y="4869"/>
                      <a:pt x="3760" y="4869"/>
                    </a:cubicBezTo>
                    <a:cubicBezTo>
                      <a:pt x="3760" y="4869"/>
                      <a:pt x="3760" y="4869"/>
                      <a:pt x="3761" y="4869"/>
                    </a:cubicBezTo>
                    <a:cubicBezTo>
                      <a:pt x="3761" y="4869"/>
                      <a:pt x="3761" y="4869"/>
                      <a:pt x="3761" y="4869"/>
                    </a:cubicBezTo>
                    <a:cubicBezTo>
                      <a:pt x="3769" y="4867"/>
                      <a:pt x="3776" y="4865"/>
                      <a:pt x="3784" y="4862"/>
                    </a:cubicBezTo>
                    <a:cubicBezTo>
                      <a:pt x="3787" y="4861"/>
                      <a:pt x="3789" y="4860"/>
                      <a:pt x="3791" y="4858"/>
                    </a:cubicBezTo>
                    <a:cubicBezTo>
                      <a:pt x="3793" y="4855"/>
                      <a:pt x="3794" y="4853"/>
                      <a:pt x="3795" y="4850"/>
                    </a:cubicBezTo>
                    <a:cubicBezTo>
                      <a:pt x="3795" y="4849"/>
                      <a:pt x="3795" y="4848"/>
                      <a:pt x="3795" y="4847"/>
                    </a:cubicBezTo>
                    <a:cubicBezTo>
                      <a:pt x="3796" y="4844"/>
                      <a:pt x="3794" y="4841"/>
                      <a:pt x="3793" y="4838"/>
                    </a:cubicBezTo>
                    <a:cubicBezTo>
                      <a:pt x="3792" y="4836"/>
                      <a:pt x="3791" y="4834"/>
                      <a:pt x="3788" y="4834"/>
                    </a:cubicBezTo>
                    <a:cubicBezTo>
                      <a:pt x="3788" y="4834"/>
                      <a:pt x="3787" y="4834"/>
                      <a:pt x="3787" y="4834"/>
                    </a:cubicBezTo>
                    <a:cubicBezTo>
                      <a:pt x="3784" y="4835"/>
                      <a:pt x="3780" y="4838"/>
                      <a:pt x="3780" y="4842"/>
                    </a:cubicBezTo>
                    <a:cubicBezTo>
                      <a:pt x="3780" y="4844"/>
                      <a:pt x="3781" y="4847"/>
                      <a:pt x="3781" y="4849"/>
                    </a:cubicBezTo>
                    <a:cubicBezTo>
                      <a:pt x="3781" y="4850"/>
                      <a:pt x="3780" y="4851"/>
                      <a:pt x="3780" y="4852"/>
                    </a:cubicBezTo>
                    <a:cubicBezTo>
                      <a:pt x="3778" y="4855"/>
                      <a:pt x="3774" y="4857"/>
                      <a:pt x="3771" y="4855"/>
                    </a:cubicBezTo>
                    <a:cubicBezTo>
                      <a:pt x="3770" y="4854"/>
                      <a:pt x="3770" y="4854"/>
                      <a:pt x="3770" y="4854"/>
                    </a:cubicBezTo>
                    <a:cubicBezTo>
                      <a:pt x="3768" y="4851"/>
                      <a:pt x="3767" y="4848"/>
                      <a:pt x="3765" y="4845"/>
                    </a:cubicBezTo>
                    <a:cubicBezTo>
                      <a:pt x="3764" y="4843"/>
                      <a:pt x="3760" y="4844"/>
                      <a:pt x="3758" y="4844"/>
                    </a:cubicBezTo>
                    <a:cubicBezTo>
                      <a:pt x="3755" y="4844"/>
                      <a:pt x="3752" y="4844"/>
                      <a:pt x="3750" y="4845"/>
                    </a:cubicBezTo>
                    <a:cubicBezTo>
                      <a:pt x="3747" y="4846"/>
                      <a:pt x="3744" y="4849"/>
                      <a:pt x="3741" y="4848"/>
                    </a:cubicBezTo>
                    <a:cubicBezTo>
                      <a:pt x="3737" y="4847"/>
                      <a:pt x="3738" y="4843"/>
                      <a:pt x="3740" y="4841"/>
                    </a:cubicBezTo>
                    <a:cubicBezTo>
                      <a:pt x="3742" y="4839"/>
                      <a:pt x="3744" y="4837"/>
                      <a:pt x="3746" y="4834"/>
                    </a:cubicBezTo>
                    <a:cubicBezTo>
                      <a:pt x="3746" y="4834"/>
                      <a:pt x="3746" y="4833"/>
                      <a:pt x="3747" y="4833"/>
                    </a:cubicBezTo>
                    <a:cubicBezTo>
                      <a:pt x="3748" y="4831"/>
                      <a:pt x="3748" y="4828"/>
                      <a:pt x="3747" y="4826"/>
                    </a:cubicBezTo>
                    <a:cubicBezTo>
                      <a:pt x="3745" y="4824"/>
                      <a:pt x="3742" y="4823"/>
                      <a:pt x="3740" y="4822"/>
                    </a:cubicBezTo>
                    <a:cubicBezTo>
                      <a:pt x="3739" y="4821"/>
                      <a:pt x="3738" y="4821"/>
                      <a:pt x="3737" y="4820"/>
                    </a:cubicBezTo>
                    <a:cubicBezTo>
                      <a:pt x="3734" y="4818"/>
                      <a:pt x="3731" y="4815"/>
                      <a:pt x="3728" y="4814"/>
                    </a:cubicBezTo>
                    <a:cubicBezTo>
                      <a:pt x="3725" y="4814"/>
                      <a:pt x="3723" y="4813"/>
                      <a:pt x="3720" y="4813"/>
                    </a:cubicBezTo>
                    <a:cubicBezTo>
                      <a:pt x="3718" y="4813"/>
                      <a:pt x="3716" y="4813"/>
                      <a:pt x="3713" y="4813"/>
                    </a:cubicBezTo>
                    <a:cubicBezTo>
                      <a:pt x="3712" y="4813"/>
                      <a:pt x="3710" y="4812"/>
                      <a:pt x="3709" y="4812"/>
                    </a:cubicBezTo>
                    <a:cubicBezTo>
                      <a:pt x="3707" y="4812"/>
                      <a:pt x="3706" y="4812"/>
                      <a:pt x="3704" y="4813"/>
                    </a:cubicBezTo>
                    <a:cubicBezTo>
                      <a:pt x="3704" y="4813"/>
                      <a:pt x="3703" y="4813"/>
                      <a:pt x="3702" y="4813"/>
                    </a:cubicBezTo>
                    <a:cubicBezTo>
                      <a:pt x="3702" y="4812"/>
                      <a:pt x="3701" y="4812"/>
                      <a:pt x="3701" y="4811"/>
                    </a:cubicBezTo>
                    <a:cubicBezTo>
                      <a:pt x="3700" y="4810"/>
                      <a:pt x="3699" y="4809"/>
                      <a:pt x="3699" y="4807"/>
                    </a:cubicBezTo>
                    <a:cubicBezTo>
                      <a:pt x="3699" y="4807"/>
                      <a:pt x="3699" y="4806"/>
                      <a:pt x="3699" y="4805"/>
                    </a:cubicBezTo>
                    <a:cubicBezTo>
                      <a:pt x="3699" y="4804"/>
                      <a:pt x="3699" y="4803"/>
                      <a:pt x="3698" y="4802"/>
                    </a:cubicBezTo>
                    <a:cubicBezTo>
                      <a:pt x="3698" y="4801"/>
                      <a:pt x="3698" y="4801"/>
                      <a:pt x="3698" y="4801"/>
                    </a:cubicBezTo>
                    <a:cubicBezTo>
                      <a:pt x="3698" y="4800"/>
                      <a:pt x="3698" y="4799"/>
                      <a:pt x="3698" y="4798"/>
                    </a:cubicBezTo>
                    <a:cubicBezTo>
                      <a:pt x="3698" y="4795"/>
                      <a:pt x="3698" y="4792"/>
                      <a:pt x="3698" y="4790"/>
                    </a:cubicBezTo>
                    <a:cubicBezTo>
                      <a:pt x="3698" y="4787"/>
                      <a:pt x="3697" y="4784"/>
                      <a:pt x="3696" y="4782"/>
                    </a:cubicBezTo>
                    <a:cubicBezTo>
                      <a:pt x="3695" y="4779"/>
                      <a:pt x="3693" y="4777"/>
                      <a:pt x="3691" y="4775"/>
                    </a:cubicBezTo>
                    <a:cubicBezTo>
                      <a:pt x="3691" y="4774"/>
                      <a:pt x="3690" y="4774"/>
                      <a:pt x="3690" y="4773"/>
                    </a:cubicBezTo>
                    <a:cubicBezTo>
                      <a:pt x="3689" y="4773"/>
                      <a:pt x="3688" y="4771"/>
                      <a:pt x="3687" y="4770"/>
                    </a:cubicBezTo>
                    <a:cubicBezTo>
                      <a:pt x="3685" y="4768"/>
                      <a:pt x="3683" y="4764"/>
                      <a:pt x="3681" y="4761"/>
                    </a:cubicBezTo>
                    <a:cubicBezTo>
                      <a:pt x="3681" y="4761"/>
                      <a:pt x="3681" y="4761"/>
                      <a:pt x="3681" y="4760"/>
                    </a:cubicBezTo>
                    <a:cubicBezTo>
                      <a:pt x="3679" y="4758"/>
                      <a:pt x="3674" y="4756"/>
                      <a:pt x="3673" y="4752"/>
                    </a:cubicBezTo>
                    <a:cubicBezTo>
                      <a:pt x="3673" y="4751"/>
                      <a:pt x="3674" y="4750"/>
                      <a:pt x="3674" y="4750"/>
                    </a:cubicBezTo>
                    <a:cubicBezTo>
                      <a:pt x="3675" y="4749"/>
                      <a:pt x="3676" y="4749"/>
                      <a:pt x="3676" y="4748"/>
                    </a:cubicBezTo>
                    <a:cubicBezTo>
                      <a:pt x="3677" y="4747"/>
                      <a:pt x="3677" y="4746"/>
                      <a:pt x="3678" y="4746"/>
                    </a:cubicBezTo>
                    <a:cubicBezTo>
                      <a:pt x="3679" y="4745"/>
                      <a:pt x="3680" y="4744"/>
                      <a:pt x="3681" y="4744"/>
                    </a:cubicBezTo>
                    <a:cubicBezTo>
                      <a:pt x="3685" y="4741"/>
                      <a:pt x="3683" y="4737"/>
                      <a:pt x="3680" y="4735"/>
                    </a:cubicBezTo>
                    <a:cubicBezTo>
                      <a:pt x="3678" y="4733"/>
                      <a:pt x="3677" y="4732"/>
                      <a:pt x="3675" y="4731"/>
                    </a:cubicBezTo>
                    <a:cubicBezTo>
                      <a:pt x="3674" y="4731"/>
                      <a:pt x="3674" y="4730"/>
                      <a:pt x="3673" y="4730"/>
                    </a:cubicBezTo>
                    <a:cubicBezTo>
                      <a:pt x="3669" y="4729"/>
                      <a:pt x="3665" y="4727"/>
                      <a:pt x="3661" y="4724"/>
                    </a:cubicBezTo>
                    <a:cubicBezTo>
                      <a:pt x="3658" y="4722"/>
                      <a:pt x="3654" y="4720"/>
                      <a:pt x="3651" y="4718"/>
                    </a:cubicBezTo>
                    <a:cubicBezTo>
                      <a:pt x="3649" y="4717"/>
                      <a:pt x="3646" y="4716"/>
                      <a:pt x="3644" y="4714"/>
                    </a:cubicBezTo>
                    <a:cubicBezTo>
                      <a:pt x="3643" y="4713"/>
                      <a:pt x="3642" y="4712"/>
                      <a:pt x="3641" y="4712"/>
                    </a:cubicBezTo>
                    <a:cubicBezTo>
                      <a:pt x="3640" y="4711"/>
                      <a:pt x="3639" y="4711"/>
                      <a:pt x="3638" y="4711"/>
                    </a:cubicBezTo>
                    <a:cubicBezTo>
                      <a:pt x="3636" y="4711"/>
                      <a:pt x="3634" y="4710"/>
                      <a:pt x="3632" y="4709"/>
                    </a:cubicBezTo>
                    <a:cubicBezTo>
                      <a:pt x="3630" y="4708"/>
                      <a:pt x="3629" y="4707"/>
                      <a:pt x="3628" y="4706"/>
                    </a:cubicBezTo>
                    <a:cubicBezTo>
                      <a:pt x="3627" y="4704"/>
                      <a:pt x="3625" y="4702"/>
                      <a:pt x="3624" y="4700"/>
                    </a:cubicBezTo>
                    <a:cubicBezTo>
                      <a:pt x="3622" y="4699"/>
                      <a:pt x="3620" y="4698"/>
                      <a:pt x="3618" y="4698"/>
                    </a:cubicBezTo>
                    <a:cubicBezTo>
                      <a:pt x="3616" y="4698"/>
                      <a:pt x="3614" y="4697"/>
                      <a:pt x="3613" y="4697"/>
                    </a:cubicBezTo>
                    <a:cubicBezTo>
                      <a:pt x="3611" y="4697"/>
                      <a:pt x="3609" y="4697"/>
                      <a:pt x="3607" y="4698"/>
                    </a:cubicBezTo>
                    <a:cubicBezTo>
                      <a:pt x="3606" y="4698"/>
                      <a:pt x="3605" y="4699"/>
                      <a:pt x="3604" y="4700"/>
                    </a:cubicBezTo>
                    <a:cubicBezTo>
                      <a:pt x="3599" y="4702"/>
                      <a:pt x="3595" y="4702"/>
                      <a:pt x="3590" y="4702"/>
                    </a:cubicBezTo>
                    <a:cubicBezTo>
                      <a:pt x="3588" y="4702"/>
                      <a:pt x="3587" y="4702"/>
                      <a:pt x="3585" y="4701"/>
                    </a:cubicBezTo>
                    <a:cubicBezTo>
                      <a:pt x="3583" y="4701"/>
                      <a:pt x="3582" y="4700"/>
                      <a:pt x="3580" y="4700"/>
                    </a:cubicBezTo>
                    <a:cubicBezTo>
                      <a:pt x="3577" y="4700"/>
                      <a:pt x="3575" y="4700"/>
                      <a:pt x="3573" y="4697"/>
                    </a:cubicBezTo>
                    <a:cubicBezTo>
                      <a:pt x="3572" y="4696"/>
                      <a:pt x="3571" y="4695"/>
                      <a:pt x="3569" y="4694"/>
                    </a:cubicBezTo>
                    <a:cubicBezTo>
                      <a:pt x="3568" y="4693"/>
                      <a:pt x="3568" y="4692"/>
                      <a:pt x="3566" y="4691"/>
                    </a:cubicBezTo>
                    <a:cubicBezTo>
                      <a:pt x="3566" y="4691"/>
                      <a:pt x="3565" y="4691"/>
                      <a:pt x="3565" y="4690"/>
                    </a:cubicBezTo>
                    <a:cubicBezTo>
                      <a:pt x="3564" y="4690"/>
                      <a:pt x="3564" y="4689"/>
                      <a:pt x="3563" y="4689"/>
                    </a:cubicBezTo>
                    <a:cubicBezTo>
                      <a:pt x="3563" y="4687"/>
                      <a:pt x="3562" y="4686"/>
                      <a:pt x="3562" y="4684"/>
                    </a:cubicBezTo>
                    <a:cubicBezTo>
                      <a:pt x="3562" y="4684"/>
                      <a:pt x="3562" y="4683"/>
                      <a:pt x="3562" y="4683"/>
                    </a:cubicBezTo>
                    <a:cubicBezTo>
                      <a:pt x="3562" y="4681"/>
                      <a:pt x="3561" y="4679"/>
                      <a:pt x="3561" y="4678"/>
                    </a:cubicBezTo>
                    <a:cubicBezTo>
                      <a:pt x="3561" y="4674"/>
                      <a:pt x="3562" y="4670"/>
                      <a:pt x="3560" y="4666"/>
                    </a:cubicBezTo>
                    <a:cubicBezTo>
                      <a:pt x="3560" y="4665"/>
                      <a:pt x="3559" y="4663"/>
                      <a:pt x="3558" y="4662"/>
                    </a:cubicBezTo>
                    <a:cubicBezTo>
                      <a:pt x="3556" y="4661"/>
                      <a:pt x="3555" y="4660"/>
                      <a:pt x="3554" y="4658"/>
                    </a:cubicBezTo>
                    <a:cubicBezTo>
                      <a:pt x="3553" y="4658"/>
                      <a:pt x="3552" y="4657"/>
                      <a:pt x="3552" y="4656"/>
                    </a:cubicBezTo>
                    <a:cubicBezTo>
                      <a:pt x="3550" y="4654"/>
                      <a:pt x="3547" y="4653"/>
                      <a:pt x="3545" y="4651"/>
                    </a:cubicBezTo>
                    <a:cubicBezTo>
                      <a:pt x="3544" y="4649"/>
                      <a:pt x="3543" y="4648"/>
                      <a:pt x="3542" y="4647"/>
                    </a:cubicBezTo>
                    <a:cubicBezTo>
                      <a:pt x="3540" y="4645"/>
                      <a:pt x="3540" y="4643"/>
                      <a:pt x="3539" y="4641"/>
                    </a:cubicBezTo>
                    <a:cubicBezTo>
                      <a:pt x="3539" y="4641"/>
                      <a:pt x="3539" y="4641"/>
                      <a:pt x="3539" y="4641"/>
                    </a:cubicBezTo>
                    <a:cubicBezTo>
                      <a:pt x="3539" y="4639"/>
                      <a:pt x="3539" y="4638"/>
                      <a:pt x="3539" y="4637"/>
                    </a:cubicBezTo>
                    <a:cubicBezTo>
                      <a:pt x="3539" y="4637"/>
                      <a:pt x="3539" y="4636"/>
                      <a:pt x="3540" y="4635"/>
                    </a:cubicBezTo>
                    <a:cubicBezTo>
                      <a:pt x="3541" y="4635"/>
                      <a:pt x="3541" y="4635"/>
                      <a:pt x="3542" y="4635"/>
                    </a:cubicBezTo>
                    <a:cubicBezTo>
                      <a:pt x="3543" y="4634"/>
                      <a:pt x="3543" y="4631"/>
                      <a:pt x="3542" y="4630"/>
                    </a:cubicBezTo>
                    <a:cubicBezTo>
                      <a:pt x="3542" y="4629"/>
                      <a:pt x="3542" y="4628"/>
                      <a:pt x="3541" y="4627"/>
                    </a:cubicBezTo>
                    <a:cubicBezTo>
                      <a:pt x="3541" y="4626"/>
                      <a:pt x="3540" y="4626"/>
                      <a:pt x="3540" y="4626"/>
                    </a:cubicBezTo>
                    <a:cubicBezTo>
                      <a:pt x="3538" y="4624"/>
                      <a:pt x="3536" y="4623"/>
                      <a:pt x="3535" y="4622"/>
                    </a:cubicBezTo>
                    <a:cubicBezTo>
                      <a:pt x="3534" y="4621"/>
                      <a:pt x="3533" y="4619"/>
                      <a:pt x="3532" y="4618"/>
                    </a:cubicBezTo>
                    <a:cubicBezTo>
                      <a:pt x="3531" y="4617"/>
                      <a:pt x="3529" y="4616"/>
                      <a:pt x="3528" y="4614"/>
                    </a:cubicBezTo>
                    <a:cubicBezTo>
                      <a:pt x="3528" y="4613"/>
                      <a:pt x="3527" y="4611"/>
                      <a:pt x="3527" y="4610"/>
                    </a:cubicBezTo>
                    <a:cubicBezTo>
                      <a:pt x="3527" y="4609"/>
                      <a:pt x="3527" y="4609"/>
                      <a:pt x="3527" y="4608"/>
                    </a:cubicBezTo>
                    <a:cubicBezTo>
                      <a:pt x="3527" y="4607"/>
                      <a:pt x="3528" y="4606"/>
                      <a:pt x="3528" y="4604"/>
                    </a:cubicBezTo>
                    <a:cubicBezTo>
                      <a:pt x="3528" y="4602"/>
                      <a:pt x="3529" y="4600"/>
                      <a:pt x="3530" y="4598"/>
                    </a:cubicBezTo>
                    <a:cubicBezTo>
                      <a:pt x="3532" y="4596"/>
                      <a:pt x="3535" y="4594"/>
                      <a:pt x="3534" y="4591"/>
                    </a:cubicBezTo>
                    <a:cubicBezTo>
                      <a:pt x="3534" y="4588"/>
                      <a:pt x="3531" y="4585"/>
                      <a:pt x="3529" y="4583"/>
                    </a:cubicBezTo>
                    <a:cubicBezTo>
                      <a:pt x="3528" y="4582"/>
                      <a:pt x="3528" y="4581"/>
                      <a:pt x="3527" y="4581"/>
                    </a:cubicBezTo>
                    <a:cubicBezTo>
                      <a:pt x="3527" y="4580"/>
                      <a:pt x="3526" y="4579"/>
                      <a:pt x="3526" y="4578"/>
                    </a:cubicBezTo>
                    <a:cubicBezTo>
                      <a:pt x="3526" y="4577"/>
                      <a:pt x="3525" y="4577"/>
                      <a:pt x="3525" y="4576"/>
                    </a:cubicBezTo>
                    <a:cubicBezTo>
                      <a:pt x="3525" y="4575"/>
                      <a:pt x="3526" y="4575"/>
                      <a:pt x="3526" y="4574"/>
                    </a:cubicBezTo>
                    <a:cubicBezTo>
                      <a:pt x="3526" y="4573"/>
                      <a:pt x="3526" y="4573"/>
                      <a:pt x="3526" y="4572"/>
                    </a:cubicBezTo>
                    <a:cubicBezTo>
                      <a:pt x="3526" y="4571"/>
                      <a:pt x="3526" y="4571"/>
                      <a:pt x="3526" y="4570"/>
                    </a:cubicBezTo>
                    <a:cubicBezTo>
                      <a:pt x="3527" y="4569"/>
                      <a:pt x="3527" y="4568"/>
                      <a:pt x="3528" y="4567"/>
                    </a:cubicBezTo>
                    <a:cubicBezTo>
                      <a:pt x="3529" y="4564"/>
                      <a:pt x="3533" y="4560"/>
                      <a:pt x="3537" y="4558"/>
                    </a:cubicBezTo>
                    <a:cubicBezTo>
                      <a:pt x="3540" y="4557"/>
                      <a:pt x="3543" y="4557"/>
                      <a:pt x="3546" y="4557"/>
                    </a:cubicBezTo>
                    <a:cubicBezTo>
                      <a:pt x="3551" y="4556"/>
                      <a:pt x="3557" y="4554"/>
                      <a:pt x="3561" y="4552"/>
                    </a:cubicBezTo>
                    <a:cubicBezTo>
                      <a:pt x="3567" y="4549"/>
                      <a:pt x="3571" y="4544"/>
                      <a:pt x="3572" y="4538"/>
                    </a:cubicBezTo>
                    <a:cubicBezTo>
                      <a:pt x="3572" y="4535"/>
                      <a:pt x="3570" y="4531"/>
                      <a:pt x="3570" y="4527"/>
                    </a:cubicBezTo>
                    <a:cubicBezTo>
                      <a:pt x="3570" y="4523"/>
                      <a:pt x="3572" y="4519"/>
                      <a:pt x="3571" y="4515"/>
                    </a:cubicBezTo>
                    <a:cubicBezTo>
                      <a:pt x="3570" y="4511"/>
                      <a:pt x="3568" y="4506"/>
                      <a:pt x="3565" y="4503"/>
                    </a:cubicBezTo>
                    <a:cubicBezTo>
                      <a:pt x="3565" y="4502"/>
                      <a:pt x="3564" y="4501"/>
                      <a:pt x="3563" y="4501"/>
                    </a:cubicBezTo>
                    <a:cubicBezTo>
                      <a:pt x="3560" y="4499"/>
                      <a:pt x="3557" y="4497"/>
                      <a:pt x="3555" y="4495"/>
                    </a:cubicBezTo>
                    <a:cubicBezTo>
                      <a:pt x="3551" y="4492"/>
                      <a:pt x="3549" y="4488"/>
                      <a:pt x="3547" y="4483"/>
                    </a:cubicBezTo>
                    <a:cubicBezTo>
                      <a:pt x="3547" y="4483"/>
                      <a:pt x="3547" y="4483"/>
                      <a:pt x="3547" y="4483"/>
                    </a:cubicBezTo>
                    <a:cubicBezTo>
                      <a:pt x="3545" y="4477"/>
                      <a:pt x="3547" y="4471"/>
                      <a:pt x="3549" y="4465"/>
                    </a:cubicBezTo>
                    <a:cubicBezTo>
                      <a:pt x="3550" y="4461"/>
                      <a:pt x="3550" y="4457"/>
                      <a:pt x="3552" y="4453"/>
                    </a:cubicBezTo>
                    <a:cubicBezTo>
                      <a:pt x="3553" y="4450"/>
                      <a:pt x="3556" y="4447"/>
                      <a:pt x="3558" y="4445"/>
                    </a:cubicBezTo>
                    <a:cubicBezTo>
                      <a:pt x="3560" y="4444"/>
                      <a:pt x="3562" y="4443"/>
                      <a:pt x="3563" y="4442"/>
                    </a:cubicBezTo>
                    <a:cubicBezTo>
                      <a:pt x="3569" y="4438"/>
                      <a:pt x="3571" y="4433"/>
                      <a:pt x="3571" y="4427"/>
                    </a:cubicBezTo>
                    <a:cubicBezTo>
                      <a:pt x="3571" y="4422"/>
                      <a:pt x="3570" y="4417"/>
                      <a:pt x="3569" y="4412"/>
                    </a:cubicBezTo>
                    <a:cubicBezTo>
                      <a:pt x="3569" y="4410"/>
                      <a:pt x="3569" y="4407"/>
                      <a:pt x="3569" y="4405"/>
                    </a:cubicBezTo>
                    <a:cubicBezTo>
                      <a:pt x="3570" y="4403"/>
                      <a:pt x="3573" y="4403"/>
                      <a:pt x="3575" y="4403"/>
                    </a:cubicBezTo>
                    <a:cubicBezTo>
                      <a:pt x="3581" y="4403"/>
                      <a:pt x="3586" y="4404"/>
                      <a:pt x="3592" y="4405"/>
                    </a:cubicBezTo>
                    <a:cubicBezTo>
                      <a:pt x="3595" y="4405"/>
                      <a:pt x="3597" y="4404"/>
                      <a:pt x="3599" y="4402"/>
                    </a:cubicBezTo>
                    <a:cubicBezTo>
                      <a:pt x="3600" y="4398"/>
                      <a:pt x="3600" y="4394"/>
                      <a:pt x="3600" y="4391"/>
                    </a:cubicBezTo>
                    <a:cubicBezTo>
                      <a:pt x="3599" y="4388"/>
                      <a:pt x="3598" y="4384"/>
                      <a:pt x="3594" y="4383"/>
                    </a:cubicBezTo>
                    <a:cubicBezTo>
                      <a:pt x="3594" y="4383"/>
                      <a:pt x="3593" y="4383"/>
                      <a:pt x="3593" y="4383"/>
                    </a:cubicBezTo>
                    <a:cubicBezTo>
                      <a:pt x="3593" y="4383"/>
                      <a:pt x="3593" y="4383"/>
                      <a:pt x="3593" y="4383"/>
                    </a:cubicBezTo>
                    <a:cubicBezTo>
                      <a:pt x="3590" y="4383"/>
                      <a:pt x="3588" y="4383"/>
                      <a:pt x="3586" y="4383"/>
                    </a:cubicBezTo>
                    <a:cubicBezTo>
                      <a:pt x="3583" y="4383"/>
                      <a:pt x="3580" y="4382"/>
                      <a:pt x="3577" y="4382"/>
                    </a:cubicBezTo>
                    <a:cubicBezTo>
                      <a:pt x="3574" y="4382"/>
                      <a:pt x="3571" y="4382"/>
                      <a:pt x="3569" y="4381"/>
                    </a:cubicBezTo>
                    <a:cubicBezTo>
                      <a:pt x="3564" y="4379"/>
                      <a:pt x="3563" y="4373"/>
                      <a:pt x="3562" y="4369"/>
                    </a:cubicBezTo>
                    <a:cubicBezTo>
                      <a:pt x="3562" y="4369"/>
                      <a:pt x="3561" y="4368"/>
                      <a:pt x="3561" y="4368"/>
                    </a:cubicBezTo>
                    <a:cubicBezTo>
                      <a:pt x="3560" y="4365"/>
                      <a:pt x="3558" y="4363"/>
                      <a:pt x="3556" y="4361"/>
                    </a:cubicBezTo>
                    <a:cubicBezTo>
                      <a:pt x="3554" y="4359"/>
                      <a:pt x="3552" y="4358"/>
                      <a:pt x="3549" y="4358"/>
                    </a:cubicBezTo>
                    <a:cubicBezTo>
                      <a:pt x="3548" y="4358"/>
                      <a:pt x="3546" y="4358"/>
                      <a:pt x="3545" y="4358"/>
                    </a:cubicBezTo>
                    <a:cubicBezTo>
                      <a:pt x="3543" y="4358"/>
                      <a:pt x="3541" y="4358"/>
                      <a:pt x="3539" y="4358"/>
                    </a:cubicBezTo>
                    <a:cubicBezTo>
                      <a:pt x="3538" y="4358"/>
                      <a:pt x="3537" y="4358"/>
                      <a:pt x="3536" y="4358"/>
                    </a:cubicBezTo>
                    <a:cubicBezTo>
                      <a:pt x="3534" y="4358"/>
                      <a:pt x="3533" y="4357"/>
                      <a:pt x="3531" y="4357"/>
                    </a:cubicBezTo>
                    <a:cubicBezTo>
                      <a:pt x="3530" y="4357"/>
                      <a:pt x="3528" y="4358"/>
                      <a:pt x="3527" y="4357"/>
                    </a:cubicBezTo>
                    <a:cubicBezTo>
                      <a:pt x="3525" y="4355"/>
                      <a:pt x="3525" y="4352"/>
                      <a:pt x="3525" y="4350"/>
                    </a:cubicBezTo>
                    <a:cubicBezTo>
                      <a:pt x="3524" y="4348"/>
                      <a:pt x="3523" y="4347"/>
                      <a:pt x="3523" y="4345"/>
                    </a:cubicBezTo>
                    <a:cubicBezTo>
                      <a:pt x="3523" y="4345"/>
                      <a:pt x="3523" y="4345"/>
                      <a:pt x="3523" y="4345"/>
                    </a:cubicBezTo>
                    <a:cubicBezTo>
                      <a:pt x="3523" y="4344"/>
                      <a:pt x="3524" y="4343"/>
                      <a:pt x="3524" y="4342"/>
                    </a:cubicBezTo>
                    <a:cubicBezTo>
                      <a:pt x="3525" y="4340"/>
                      <a:pt x="3526" y="4337"/>
                      <a:pt x="3525" y="4334"/>
                    </a:cubicBezTo>
                    <a:cubicBezTo>
                      <a:pt x="3525" y="4334"/>
                      <a:pt x="3525" y="4333"/>
                      <a:pt x="3525" y="4333"/>
                    </a:cubicBezTo>
                    <a:cubicBezTo>
                      <a:pt x="3525" y="4331"/>
                      <a:pt x="3524" y="4329"/>
                      <a:pt x="3523" y="4328"/>
                    </a:cubicBezTo>
                    <a:cubicBezTo>
                      <a:pt x="3522" y="4327"/>
                      <a:pt x="3520" y="4326"/>
                      <a:pt x="3519" y="4325"/>
                    </a:cubicBezTo>
                    <a:cubicBezTo>
                      <a:pt x="3519" y="4325"/>
                      <a:pt x="3518" y="4325"/>
                      <a:pt x="3518" y="4324"/>
                    </a:cubicBezTo>
                    <a:cubicBezTo>
                      <a:pt x="3516" y="4323"/>
                      <a:pt x="3515" y="4322"/>
                      <a:pt x="3513" y="4322"/>
                    </a:cubicBezTo>
                    <a:cubicBezTo>
                      <a:pt x="3509" y="4321"/>
                      <a:pt x="3505" y="4319"/>
                      <a:pt x="3502" y="4317"/>
                    </a:cubicBezTo>
                    <a:cubicBezTo>
                      <a:pt x="3499" y="4315"/>
                      <a:pt x="3496" y="4312"/>
                      <a:pt x="3493" y="4309"/>
                    </a:cubicBezTo>
                    <a:cubicBezTo>
                      <a:pt x="3489" y="4307"/>
                      <a:pt x="3488" y="4303"/>
                      <a:pt x="3486" y="4299"/>
                    </a:cubicBezTo>
                    <a:cubicBezTo>
                      <a:pt x="3486" y="4298"/>
                      <a:pt x="3486" y="4298"/>
                      <a:pt x="3486" y="4298"/>
                    </a:cubicBezTo>
                    <a:cubicBezTo>
                      <a:pt x="3486" y="4298"/>
                      <a:pt x="3486" y="4298"/>
                      <a:pt x="3486" y="4298"/>
                    </a:cubicBezTo>
                    <a:cubicBezTo>
                      <a:pt x="3485" y="4296"/>
                      <a:pt x="3484" y="4294"/>
                      <a:pt x="3483" y="4292"/>
                    </a:cubicBezTo>
                    <a:cubicBezTo>
                      <a:pt x="3482" y="4289"/>
                      <a:pt x="3482" y="4287"/>
                      <a:pt x="3482" y="4284"/>
                    </a:cubicBezTo>
                    <a:cubicBezTo>
                      <a:pt x="3482" y="4282"/>
                      <a:pt x="3482" y="4279"/>
                      <a:pt x="3482" y="4277"/>
                    </a:cubicBezTo>
                    <a:cubicBezTo>
                      <a:pt x="3482" y="4275"/>
                      <a:pt x="3481" y="4273"/>
                      <a:pt x="3479" y="4271"/>
                    </a:cubicBezTo>
                    <a:cubicBezTo>
                      <a:pt x="3478" y="4270"/>
                      <a:pt x="3476" y="4269"/>
                      <a:pt x="3475" y="4269"/>
                    </a:cubicBezTo>
                    <a:cubicBezTo>
                      <a:pt x="3474" y="4268"/>
                      <a:pt x="3474" y="4268"/>
                      <a:pt x="3473" y="4268"/>
                    </a:cubicBezTo>
                    <a:cubicBezTo>
                      <a:pt x="3470" y="4267"/>
                      <a:pt x="3466" y="4267"/>
                      <a:pt x="3463" y="4267"/>
                    </a:cubicBezTo>
                    <a:cubicBezTo>
                      <a:pt x="3460" y="4267"/>
                      <a:pt x="3457" y="4267"/>
                      <a:pt x="3454" y="4267"/>
                    </a:cubicBezTo>
                    <a:cubicBezTo>
                      <a:pt x="3452" y="4267"/>
                      <a:pt x="3449" y="4267"/>
                      <a:pt x="3446" y="4267"/>
                    </a:cubicBezTo>
                    <a:cubicBezTo>
                      <a:pt x="3445" y="4267"/>
                      <a:pt x="3443" y="4267"/>
                      <a:pt x="3442" y="4268"/>
                    </a:cubicBezTo>
                    <a:cubicBezTo>
                      <a:pt x="3441" y="4270"/>
                      <a:pt x="3442" y="4272"/>
                      <a:pt x="3443" y="4274"/>
                    </a:cubicBezTo>
                    <a:cubicBezTo>
                      <a:pt x="3444" y="4277"/>
                      <a:pt x="3446" y="4279"/>
                      <a:pt x="3447" y="4281"/>
                    </a:cubicBezTo>
                    <a:cubicBezTo>
                      <a:pt x="3448" y="4283"/>
                      <a:pt x="3450" y="4284"/>
                      <a:pt x="3449" y="4287"/>
                    </a:cubicBezTo>
                    <a:cubicBezTo>
                      <a:pt x="3446" y="4292"/>
                      <a:pt x="3440" y="4293"/>
                      <a:pt x="3435" y="4292"/>
                    </a:cubicBezTo>
                    <a:cubicBezTo>
                      <a:pt x="3423" y="4290"/>
                      <a:pt x="3429" y="4309"/>
                      <a:pt x="3424" y="4314"/>
                    </a:cubicBezTo>
                    <a:cubicBezTo>
                      <a:pt x="3422" y="4316"/>
                      <a:pt x="3419" y="4317"/>
                      <a:pt x="3417" y="4316"/>
                    </a:cubicBezTo>
                    <a:cubicBezTo>
                      <a:pt x="3415" y="4314"/>
                      <a:pt x="3411" y="4311"/>
                      <a:pt x="3410" y="4308"/>
                    </a:cubicBezTo>
                    <a:cubicBezTo>
                      <a:pt x="3410" y="4307"/>
                      <a:pt x="3411" y="4305"/>
                      <a:pt x="3412" y="4304"/>
                    </a:cubicBezTo>
                    <a:cubicBezTo>
                      <a:pt x="3412" y="4303"/>
                      <a:pt x="3413" y="4303"/>
                      <a:pt x="3413" y="4302"/>
                    </a:cubicBezTo>
                    <a:cubicBezTo>
                      <a:pt x="3414" y="4300"/>
                      <a:pt x="3416" y="4298"/>
                      <a:pt x="3418" y="4296"/>
                    </a:cubicBezTo>
                    <a:cubicBezTo>
                      <a:pt x="3418" y="4296"/>
                      <a:pt x="3418" y="4295"/>
                      <a:pt x="3419" y="4294"/>
                    </a:cubicBezTo>
                    <a:cubicBezTo>
                      <a:pt x="3419" y="4294"/>
                      <a:pt x="3419" y="4294"/>
                      <a:pt x="3419" y="4294"/>
                    </a:cubicBezTo>
                    <a:cubicBezTo>
                      <a:pt x="3421" y="4291"/>
                      <a:pt x="3423" y="4287"/>
                      <a:pt x="3420" y="4285"/>
                    </a:cubicBezTo>
                    <a:cubicBezTo>
                      <a:pt x="3420" y="4285"/>
                      <a:pt x="3420" y="4285"/>
                      <a:pt x="3420" y="4285"/>
                    </a:cubicBezTo>
                    <a:cubicBezTo>
                      <a:pt x="3418" y="4283"/>
                      <a:pt x="3415" y="4283"/>
                      <a:pt x="3413" y="4283"/>
                    </a:cubicBezTo>
                    <a:cubicBezTo>
                      <a:pt x="3412" y="4283"/>
                      <a:pt x="3412" y="4283"/>
                      <a:pt x="3411" y="4283"/>
                    </a:cubicBezTo>
                    <a:cubicBezTo>
                      <a:pt x="3408" y="4282"/>
                      <a:pt x="3405" y="4282"/>
                      <a:pt x="3402" y="4283"/>
                    </a:cubicBezTo>
                    <a:cubicBezTo>
                      <a:pt x="3398" y="4283"/>
                      <a:pt x="3395" y="4286"/>
                      <a:pt x="3392" y="4288"/>
                    </a:cubicBezTo>
                    <a:cubicBezTo>
                      <a:pt x="3388" y="4289"/>
                      <a:pt x="3385" y="4290"/>
                      <a:pt x="3381" y="4290"/>
                    </a:cubicBezTo>
                    <a:cubicBezTo>
                      <a:pt x="3378" y="4291"/>
                      <a:pt x="3375" y="4289"/>
                      <a:pt x="3372" y="4288"/>
                    </a:cubicBezTo>
                    <a:cubicBezTo>
                      <a:pt x="3370" y="4287"/>
                      <a:pt x="3368" y="4287"/>
                      <a:pt x="3366" y="4286"/>
                    </a:cubicBezTo>
                    <a:cubicBezTo>
                      <a:pt x="3365" y="4286"/>
                      <a:pt x="3365" y="4286"/>
                      <a:pt x="3364" y="4285"/>
                    </a:cubicBezTo>
                    <a:cubicBezTo>
                      <a:pt x="3361" y="4285"/>
                      <a:pt x="3359" y="4284"/>
                      <a:pt x="3356" y="4282"/>
                    </a:cubicBezTo>
                    <a:cubicBezTo>
                      <a:pt x="3354" y="4280"/>
                      <a:pt x="3351" y="4278"/>
                      <a:pt x="3349" y="4276"/>
                    </a:cubicBezTo>
                    <a:cubicBezTo>
                      <a:pt x="3346" y="4274"/>
                      <a:pt x="3343" y="4270"/>
                      <a:pt x="3346" y="4267"/>
                    </a:cubicBezTo>
                    <a:cubicBezTo>
                      <a:pt x="3351" y="4262"/>
                      <a:pt x="3359" y="4267"/>
                      <a:pt x="3363" y="4270"/>
                    </a:cubicBezTo>
                    <a:cubicBezTo>
                      <a:pt x="3365" y="4272"/>
                      <a:pt x="3368" y="4275"/>
                      <a:pt x="3371" y="4276"/>
                    </a:cubicBezTo>
                    <a:cubicBezTo>
                      <a:pt x="3373" y="4277"/>
                      <a:pt x="3375" y="4278"/>
                      <a:pt x="3378" y="4277"/>
                    </a:cubicBezTo>
                    <a:cubicBezTo>
                      <a:pt x="3378" y="4277"/>
                      <a:pt x="3378" y="4277"/>
                      <a:pt x="3378" y="4277"/>
                    </a:cubicBezTo>
                    <a:cubicBezTo>
                      <a:pt x="3379" y="4277"/>
                      <a:pt x="3379" y="4277"/>
                      <a:pt x="3379" y="4277"/>
                    </a:cubicBezTo>
                    <a:cubicBezTo>
                      <a:pt x="3386" y="4277"/>
                      <a:pt x="3393" y="4274"/>
                      <a:pt x="3399" y="4273"/>
                    </a:cubicBezTo>
                    <a:cubicBezTo>
                      <a:pt x="3401" y="4272"/>
                      <a:pt x="3403" y="4271"/>
                      <a:pt x="3405" y="4271"/>
                    </a:cubicBezTo>
                    <a:cubicBezTo>
                      <a:pt x="3410" y="4269"/>
                      <a:pt x="3414" y="4267"/>
                      <a:pt x="3418" y="4266"/>
                    </a:cubicBezTo>
                    <a:cubicBezTo>
                      <a:pt x="3423" y="4263"/>
                      <a:pt x="3429" y="4261"/>
                      <a:pt x="3435" y="4260"/>
                    </a:cubicBezTo>
                    <a:cubicBezTo>
                      <a:pt x="3435" y="4259"/>
                      <a:pt x="3435" y="4259"/>
                      <a:pt x="3435" y="4259"/>
                    </a:cubicBezTo>
                    <a:cubicBezTo>
                      <a:pt x="3438" y="4258"/>
                      <a:pt x="3441" y="4258"/>
                      <a:pt x="3444" y="4257"/>
                    </a:cubicBezTo>
                    <a:cubicBezTo>
                      <a:pt x="3445" y="4257"/>
                      <a:pt x="3446" y="4256"/>
                      <a:pt x="3448" y="4256"/>
                    </a:cubicBezTo>
                    <a:cubicBezTo>
                      <a:pt x="3449" y="4256"/>
                      <a:pt x="3450" y="4256"/>
                      <a:pt x="3452" y="4256"/>
                    </a:cubicBezTo>
                    <a:cubicBezTo>
                      <a:pt x="3455" y="4257"/>
                      <a:pt x="3459" y="4257"/>
                      <a:pt x="3462" y="4256"/>
                    </a:cubicBezTo>
                    <a:cubicBezTo>
                      <a:pt x="3463" y="4256"/>
                      <a:pt x="3464" y="4256"/>
                      <a:pt x="3465" y="4256"/>
                    </a:cubicBezTo>
                    <a:cubicBezTo>
                      <a:pt x="3465" y="4256"/>
                      <a:pt x="3465" y="4256"/>
                      <a:pt x="3465" y="4256"/>
                    </a:cubicBezTo>
                    <a:cubicBezTo>
                      <a:pt x="3466" y="4256"/>
                      <a:pt x="3467" y="4256"/>
                      <a:pt x="3468" y="4255"/>
                    </a:cubicBezTo>
                    <a:cubicBezTo>
                      <a:pt x="3470" y="4255"/>
                      <a:pt x="3472" y="4256"/>
                      <a:pt x="3473" y="4256"/>
                    </a:cubicBezTo>
                    <a:cubicBezTo>
                      <a:pt x="3474" y="4255"/>
                      <a:pt x="3475" y="4255"/>
                      <a:pt x="3476" y="4255"/>
                    </a:cubicBezTo>
                    <a:cubicBezTo>
                      <a:pt x="3479" y="4255"/>
                      <a:pt x="3482" y="4254"/>
                      <a:pt x="3485" y="4253"/>
                    </a:cubicBezTo>
                    <a:cubicBezTo>
                      <a:pt x="3487" y="4251"/>
                      <a:pt x="3487" y="4248"/>
                      <a:pt x="3487" y="4245"/>
                    </a:cubicBezTo>
                    <a:cubicBezTo>
                      <a:pt x="3487" y="4242"/>
                      <a:pt x="3488" y="4239"/>
                      <a:pt x="3488" y="4236"/>
                    </a:cubicBezTo>
                    <a:cubicBezTo>
                      <a:pt x="3488" y="4234"/>
                      <a:pt x="3488" y="4231"/>
                      <a:pt x="3488" y="4229"/>
                    </a:cubicBezTo>
                    <a:cubicBezTo>
                      <a:pt x="3489" y="4227"/>
                      <a:pt x="3489" y="4226"/>
                      <a:pt x="3489" y="4224"/>
                    </a:cubicBezTo>
                    <a:cubicBezTo>
                      <a:pt x="3489" y="4223"/>
                      <a:pt x="3490" y="4222"/>
                      <a:pt x="3490" y="4220"/>
                    </a:cubicBezTo>
                    <a:cubicBezTo>
                      <a:pt x="3490" y="4219"/>
                      <a:pt x="3491" y="4217"/>
                      <a:pt x="3492" y="4215"/>
                    </a:cubicBezTo>
                    <a:cubicBezTo>
                      <a:pt x="3492" y="4214"/>
                      <a:pt x="3493" y="4212"/>
                      <a:pt x="3494" y="4212"/>
                    </a:cubicBezTo>
                    <a:cubicBezTo>
                      <a:pt x="3495" y="4211"/>
                      <a:pt x="3497" y="4211"/>
                      <a:pt x="3498" y="4211"/>
                    </a:cubicBezTo>
                    <a:cubicBezTo>
                      <a:pt x="3499" y="4211"/>
                      <a:pt x="3501" y="4211"/>
                      <a:pt x="3503" y="4211"/>
                    </a:cubicBezTo>
                    <a:cubicBezTo>
                      <a:pt x="3503" y="4211"/>
                      <a:pt x="3503" y="4211"/>
                      <a:pt x="3504" y="4211"/>
                    </a:cubicBezTo>
                    <a:cubicBezTo>
                      <a:pt x="3510" y="4212"/>
                      <a:pt x="3512" y="4217"/>
                      <a:pt x="3510" y="4223"/>
                    </a:cubicBezTo>
                    <a:cubicBezTo>
                      <a:pt x="3509" y="4226"/>
                      <a:pt x="3507" y="4230"/>
                      <a:pt x="3505" y="4233"/>
                    </a:cubicBezTo>
                    <a:cubicBezTo>
                      <a:pt x="3503" y="4236"/>
                      <a:pt x="3502" y="4239"/>
                      <a:pt x="3501" y="4243"/>
                    </a:cubicBezTo>
                    <a:cubicBezTo>
                      <a:pt x="3500" y="4247"/>
                      <a:pt x="3500" y="4251"/>
                      <a:pt x="3499" y="4255"/>
                    </a:cubicBezTo>
                    <a:cubicBezTo>
                      <a:pt x="3499" y="4259"/>
                      <a:pt x="3499" y="4264"/>
                      <a:pt x="3498" y="4268"/>
                    </a:cubicBezTo>
                    <a:cubicBezTo>
                      <a:pt x="3498" y="4272"/>
                      <a:pt x="3498" y="4278"/>
                      <a:pt x="3498" y="4283"/>
                    </a:cubicBezTo>
                    <a:cubicBezTo>
                      <a:pt x="3499" y="4285"/>
                      <a:pt x="3500" y="4288"/>
                      <a:pt x="3501" y="4290"/>
                    </a:cubicBezTo>
                    <a:cubicBezTo>
                      <a:pt x="3504" y="4293"/>
                      <a:pt x="3507" y="4295"/>
                      <a:pt x="3510" y="4298"/>
                    </a:cubicBezTo>
                    <a:cubicBezTo>
                      <a:pt x="3511" y="4300"/>
                      <a:pt x="3513" y="4302"/>
                      <a:pt x="3515" y="4303"/>
                    </a:cubicBezTo>
                    <a:cubicBezTo>
                      <a:pt x="3522" y="4306"/>
                      <a:pt x="3528" y="4309"/>
                      <a:pt x="3534" y="4314"/>
                    </a:cubicBezTo>
                    <a:cubicBezTo>
                      <a:pt x="3535" y="4315"/>
                      <a:pt x="3537" y="4316"/>
                      <a:pt x="3538" y="4318"/>
                    </a:cubicBezTo>
                    <a:cubicBezTo>
                      <a:pt x="3538" y="4318"/>
                      <a:pt x="3538" y="4318"/>
                      <a:pt x="3538" y="4318"/>
                    </a:cubicBezTo>
                    <a:cubicBezTo>
                      <a:pt x="3539" y="4319"/>
                      <a:pt x="3541" y="4321"/>
                      <a:pt x="3542" y="4322"/>
                    </a:cubicBezTo>
                    <a:cubicBezTo>
                      <a:pt x="3544" y="4326"/>
                      <a:pt x="3546" y="4330"/>
                      <a:pt x="3547" y="4334"/>
                    </a:cubicBezTo>
                    <a:cubicBezTo>
                      <a:pt x="3547" y="4335"/>
                      <a:pt x="3547" y="4335"/>
                      <a:pt x="3547" y="4335"/>
                    </a:cubicBezTo>
                    <a:cubicBezTo>
                      <a:pt x="3549" y="4339"/>
                      <a:pt x="3550" y="4343"/>
                      <a:pt x="3553" y="4346"/>
                    </a:cubicBezTo>
                    <a:cubicBezTo>
                      <a:pt x="3557" y="4348"/>
                      <a:pt x="3561" y="4349"/>
                      <a:pt x="3565" y="4351"/>
                    </a:cubicBezTo>
                    <a:cubicBezTo>
                      <a:pt x="3569" y="4352"/>
                      <a:pt x="3572" y="4355"/>
                      <a:pt x="3576" y="4358"/>
                    </a:cubicBezTo>
                    <a:cubicBezTo>
                      <a:pt x="3579" y="4360"/>
                      <a:pt x="3582" y="4360"/>
                      <a:pt x="3585" y="4359"/>
                    </a:cubicBezTo>
                    <a:cubicBezTo>
                      <a:pt x="3589" y="4357"/>
                      <a:pt x="3593" y="4356"/>
                      <a:pt x="3596" y="4354"/>
                    </a:cubicBezTo>
                    <a:cubicBezTo>
                      <a:pt x="3603" y="4350"/>
                      <a:pt x="3595" y="4345"/>
                      <a:pt x="3589" y="4342"/>
                    </a:cubicBezTo>
                    <a:cubicBezTo>
                      <a:pt x="3586" y="4340"/>
                      <a:pt x="3583" y="4339"/>
                      <a:pt x="3582" y="4339"/>
                    </a:cubicBezTo>
                    <a:cubicBezTo>
                      <a:pt x="3578" y="4336"/>
                      <a:pt x="3574" y="4334"/>
                      <a:pt x="3571" y="4330"/>
                    </a:cubicBezTo>
                    <a:cubicBezTo>
                      <a:pt x="3568" y="4327"/>
                      <a:pt x="3564" y="4324"/>
                      <a:pt x="3561" y="4321"/>
                    </a:cubicBezTo>
                    <a:cubicBezTo>
                      <a:pt x="3558" y="4318"/>
                      <a:pt x="3557" y="4315"/>
                      <a:pt x="3556" y="4311"/>
                    </a:cubicBezTo>
                    <a:cubicBezTo>
                      <a:pt x="3556" y="4311"/>
                      <a:pt x="3555" y="4310"/>
                      <a:pt x="3555" y="4310"/>
                    </a:cubicBezTo>
                    <a:cubicBezTo>
                      <a:pt x="3555" y="4308"/>
                      <a:pt x="3554" y="4306"/>
                      <a:pt x="3556" y="4303"/>
                    </a:cubicBezTo>
                    <a:cubicBezTo>
                      <a:pt x="3558" y="4302"/>
                      <a:pt x="3559" y="4300"/>
                      <a:pt x="3561" y="4298"/>
                    </a:cubicBezTo>
                    <a:cubicBezTo>
                      <a:pt x="3563" y="4297"/>
                      <a:pt x="3564" y="4295"/>
                      <a:pt x="3566" y="4294"/>
                    </a:cubicBezTo>
                    <a:cubicBezTo>
                      <a:pt x="3567" y="4294"/>
                      <a:pt x="3567" y="4293"/>
                      <a:pt x="3567" y="4293"/>
                    </a:cubicBezTo>
                    <a:cubicBezTo>
                      <a:pt x="3567" y="4293"/>
                      <a:pt x="3567" y="4293"/>
                      <a:pt x="3567" y="4293"/>
                    </a:cubicBezTo>
                    <a:cubicBezTo>
                      <a:pt x="3571" y="4292"/>
                      <a:pt x="3573" y="4298"/>
                      <a:pt x="3574" y="4301"/>
                    </a:cubicBezTo>
                    <a:cubicBezTo>
                      <a:pt x="3574" y="4303"/>
                      <a:pt x="3574" y="4306"/>
                      <a:pt x="3575" y="4308"/>
                    </a:cubicBezTo>
                    <a:cubicBezTo>
                      <a:pt x="3575" y="4311"/>
                      <a:pt x="3575" y="4314"/>
                      <a:pt x="3577" y="4316"/>
                    </a:cubicBezTo>
                    <a:cubicBezTo>
                      <a:pt x="3580" y="4319"/>
                      <a:pt x="3585" y="4323"/>
                      <a:pt x="3589" y="4321"/>
                    </a:cubicBezTo>
                    <a:cubicBezTo>
                      <a:pt x="3591" y="4321"/>
                      <a:pt x="3592" y="4320"/>
                      <a:pt x="3594" y="4319"/>
                    </a:cubicBezTo>
                    <a:cubicBezTo>
                      <a:pt x="3595" y="4318"/>
                      <a:pt x="3597" y="4318"/>
                      <a:pt x="3599" y="4319"/>
                    </a:cubicBezTo>
                    <a:cubicBezTo>
                      <a:pt x="3602" y="4320"/>
                      <a:pt x="3604" y="4322"/>
                      <a:pt x="3607" y="4322"/>
                    </a:cubicBezTo>
                    <a:cubicBezTo>
                      <a:pt x="3608" y="4322"/>
                      <a:pt x="3609" y="4321"/>
                      <a:pt x="3610" y="4321"/>
                    </a:cubicBezTo>
                    <a:cubicBezTo>
                      <a:pt x="3611" y="4320"/>
                      <a:pt x="3613" y="4320"/>
                      <a:pt x="3614" y="4319"/>
                    </a:cubicBezTo>
                    <a:cubicBezTo>
                      <a:pt x="3614" y="4319"/>
                      <a:pt x="3614" y="4319"/>
                      <a:pt x="3614" y="4319"/>
                    </a:cubicBezTo>
                    <a:cubicBezTo>
                      <a:pt x="3614" y="4319"/>
                      <a:pt x="3615" y="4319"/>
                      <a:pt x="3615" y="4319"/>
                    </a:cubicBezTo>
                    <a:cubicBezTo>
                      <a:pt x="3615" y="4318"/>
                      <a:pt x="3615" y="4318"/>
                      <a:pt x="3615" y="4318"/>
                    </a:cubicBezTo>
                    <a:cubicBezTo>
                      <a:pt x="3616" y="4317"/>
                      <a:pt x="3616" y="4316"/>
                      <a:pt x="3616" y="4315"/>
                    </a:cubicBezTo>
                    <a:cubicBezTo>
                      <a:pt x="3616" y="4314"/>
                      <a:pt x="3616" y="4312"/>
                      <a:pt x="3616" y="4311"/>
                    </a:cubicBezTo>
                    <a:cubicBezTo>
                      <a:pt x="3616" y="4310"/>
                      <a:pt x="3616" y="4309"/>
                      <a:pt x="3616" y="4308"/>
                    </a:cubicBezTo>
                    <a:cubicBezTo>
                      <a:pt x="3616" y="4305"/>
                      <a:pt x="3615" y="4301"/>
                      <a:pt x="3616" y="4298"/>
                    </a:cubicBezTo>
                    <a:cubicBezTo>
                      <a:pt x="3617" y="4296"/>
                      <a:pt x="3619" y="4294"/>
                      <a:pt x="3622" y="4295"/>
                    </a:cubicBezTo>
                    <a:cubicBezTo>
                      <a:pt x="3624" y="4295"/>
                      <a:pt x="3626" y="4298"/>
                      <a:pt x="3627" y="4299"/>
                    </a:cubicBezTo>
                    <a:cubicBezTo>
                      <a:pt x="3629" y="4301"/>
                      <a:pt x="3630" y="4302"/>
                      <a:pt x="3631" y="4304"/>
                    </a:cubicBezTo>
                    <a:cubicBezTo>
                      <a:pt x="3632" y="4305"/>
                      <a:pt x="3634" y="4306"/>
                      <a:pt x="3635" y="4307"/>
                    </a:cubicBezTo>
                    <a:cubicBezTo>
                      <a:pt x="3636" y="4308"/>
                      <a:pt x="3637" y="4309"/>
                      <a:pt x="3639" y="4309"/>
                    </a:cubicBezTo>
                    <a:cubicBezTo>
                      <a:pt x="3641" y="4310"/>
                      <a:pt x="3644" y="4310"/>
                      <a:pt x="3646" y="4311"/>
                    </a:cubicBezTo>
                    <a:cubicBezTo>
                      <a:pt x="3648" y="4312"/>
                      <a:pt x="3650" y="4312"/>
                      <a:pt x="3652" y="4312"/>
                    </a:cubicBezTo>
                    <a:cubicBezTo>
                      <a:pt x="3655" y="4312"/>
                      <a:pt x="3657" y="4311"/>
                      <a:pt x="3659" y="4310"/>
                    </a:cubicBezTo>
                    <a:cubicBezTo>
                      <a:pt x="3660" y="4309"/>
                      <a:pt x="3661" y="4308"/>
                      <a:pt x="3662" y="4307"/>
                    </a:cubicBezTo>
                    <a:cubicBezTo>
                      <a:pt x="3664" y="4304"/>
                      <a:pt x="3664" y="4301"/>
                      <a:pt x="3665" y="4297"/>
                    </a:cubicBezTo>
                    <a:cubicBezTo>
                      <a:pt x="3666" y="4293"/>
                      <a:pt x="3667" y="4289"/>
                      <a:pt x="3668" y="4285"/>
                    </a:cubicBezTo>
                    <a:cubicBezTo>
                      <a:pt x="3669" y="4283"/>
                      <a:pt x="3670" y="4279"/>
                      <a:pt x="3672" y="4277"/>
                    </a:cubicBezTo>
                    <a:cubicBezTo>
                      <a:pt x="3674" y="4274"/>
                      <a:pt x="3677" y="4273"/>
                      <a:pt x="3681" y="4273"/>
                    </a:cubicBezTo>
                    <a:cubicBezTo>
                      <a:pt x="3683" y="4273"/>
                      <a:pt x="3685" y="4272"/>
                      <a:pt x="3686" y="4273"/>
                    </a:cubicBezTo>
                    <a:cubicBezTo>
                      <a:pt x="3688" y="4273"/>
                      <a:pt x="3690" y="4273"/>
                      <a:pt x="3691" y="4274"/>
                    </a:cubicBezTo>
                    <a:cubicBezTo>
                      <a:pt x="3698" y="4274"/>
                      <a:pt x="3704" y="4274"/>
                      <a:pt x="3710" y="4273"/>
                    </a:cubicBezTo>
                    <a:cubicBezTo>
                      <a:pt x="3711" y="4273"/>
                      <a:pt x="3712" y="4273"/>
                      <a:pt x="3713" y="4273"/>
                    </a:cubicBezTo>
                    <a:cubicBezTo>
                      <a:pt x="3713" y="4273"/>
                      <a:pt x="3714" y="4273"/>
                      <a:pt x="3714" y="4273"/>
                    </a:cubicBezTo>
                    <a:cubicBezTo>
                      <a:pt x="3714" y="4273"/>
                      <a:pt x="3714" y="4273"/>
                      <a:pt x="3714" y="4273"/>
                    </a:cubicBezTo>
                    <a:cubicBezTo>
                      <a:pt x="3716" y="4272"/>
                      <a:pt x="3717" y="4272"/>
                      <a:pt x="3718" y="4271"/>
                    </a:cubicBezTo>
                    <a:cubicBezTo>
                      <a:pt x="3719" y="4270"/>
                      <a:pt x="3721" y="4269"/>
                      <a:pt x="3722" y="4269"/>
                    </a:cubicBezTo>
                    <a:cubicBezTo>
                      <a:pt x="3723" y="4268"/>
                      <a:pt x="3724" y="4267"/>
                      <a:pt x="3725" y="4267"/>
                    </a:cubicBezTo>
                    <a:cubicBezTo>
                      <a:pt x="3725" y="4267"/>
                      <a:pt x="3725" y="4267"/>
                      <a:pt x="3725" y="4267"/>
                    </a:cubicBezTo>
                    <a:cubicBezTo>
                      <a:pt x="3725" y="4266"/>
                      <a:pt x="3726" y="4266"/>
                      <a:pt x="3726" y="4266"/>
                    </a:cubicBezTo>
                    <a:cubicBezTo>
                      <a:pt x="3727" y="4265"/>
                      <a:pt x="3728" y="4265"/>
                      <a:pt x="3729" y="4264"/>
                    </a:cubicBezTo>
                    <a:cubicBezTo>
                      <a:pt x="3731" y="4263"/>
                      <a:pt x="3731" y="4262"/>
                      <a:pt x="3733" y="4260"/>
                    </a:cubicBezTo>
                    <a:cubicBezTo>
                      <a:pt x="3734" y="4259"/>
                      <a:pt x="3735" y="4257"/>
                      <a:pt x="3736" y="4256"/>
                    </a:cubicBezTo>
                    <a:cubicBezTo>
                      <a:pt x="3737" y="4254"/>
                      <a:pt x="3737" y="4252"/>
                      <a:pt x="3737" y="4250"/>
                    </a:cubicBezTo>
                    <a:cubicBezTo>
                      <a:pt x="3738" y="4248"/>
                      <a:pt x="3738" y="4246"/>
                      <a:pt x="3739" y="4245"/>
                    </a:cubicBezTo>
                    <a:cubicBezTo>
                      <a:pt x="3739" y="4244"/>
                      <a:pt x="3740" y="4242"/>
                      <a:pt x="3741" y="4241"/>
                    </a:cubicBezTo>
                    <a:cubicBezTo>
                      <a:pt x="3742" y="4240"/>
                      <a:pt x="3745" y="4240"/>
                      <a:pt x="3747" y="4240"/>
                    </a:cubicBezTo>
                    <a:cubicBezTo>
                      <a:pt x="3748" y="4240"/>
                      <a:pt x="3750" y="4240"/>
                      <a:pt x="3752" y="4240"/>
                    </a:cubicBezTo>
                    <a:cubicBezTo>
                      <a:pt x="3756" y="4241"/>
                      <a:pt x="3761" y="4243"/>
                      <a:pt x="3765" y="4242"/>
                    </a:cubicBezTo>
                    <a:cubicBezTo>
                      <a:pt x="3765" y="4241"/>
                      <a:pt x="3765" y="4241"/>
                      <a:pt x="3765" y="4241"/>
                    </a:cubicBezTo>
                    <a:cubicBezTo>
                      <a:pt x="3765" y="4241"/>
                      <a:pt x="3766" y="4241"/>
                      <a:pt x="3766" y="4241"/>
                    </a:cubicBezTo>
                    <a:cubicBezTo>
                      <a:pt x="3768" y="4240"/>
                      <a:pt x="3768" y="4237"/>
                      <a:pt x="3769" y="4235"/>
                    </a:cubicBezTo>
                    <a:cubicBezTo>
                      <a:pt x="3770" y="4232"/>
                      <a:pt x="3772" y="4230"/>
                      <a:pt x="3774" y="4228"/>
                    </a:cubicBezTo>
                    <a:cubicBezTo>
                      <a:pt x="3776" y="4227"/>
                      <a:pt x="3777" y="4226"/>
                      <a:pt x="3779" y="4225"/>
                    </a:cubicBezTo>
                    <a:cubicBezTo>
                      <a:pt x="3781" y="4223"/>
                      <a:pt x="3784" y="4222"/>
                      <a:pt x="3786" y="4221"/>
                    </a:cubicBezTo>
                    <a:cubicBezTo>
                      <a:pt x="3791" y="4219"/>
                      <a:pt x="3795" y="4218"/>
                      <a:pt x="3800" y="4216"/>
                    </a:cubicBezTo>
                    <a:cubicBezTo>
                      <a:pt x="3800" y="4216"/>
                      <a:pt x="3800" y="4216"/>
                      <a:pt x="3800" y="4216"/>
                    </a:cubicBezTo>
                    <a:cubicBezTo>
                      <a:pt x="3801" y="4216"/>
                      <a:pt x="3801" y="4216"/>
                      <a:pt x="3801" y="4216"/>
                    </a:cubicBezTo>
                    <a:cubicBezTo>
                      <a:pt x="3806" y="4215"/>
                      <a:pt x="3810" y="4215"/>
                      <a:pt x="3815" y="4214"/>
                    </a:cubicBezTo>
                    <a:cubicBezTo>
                      <a:pt x="3826" y="4212"/>
                      <a:pt x="3835" y="4203"/>
                      <a:pt x="3842" y="4194"/>
                    </a:cubicBezTo>
                    <a:cubicBezTo>
                      <a:pt x="3845" y="4191"/>
                      <a:pt x="3848" y="4187"/>
                      <a:pt x="3852" y="4185"/>
                    </a:cubicBezTo>
                    <a:cubicBezTo>
                      <a:pt x="3856" y="4184"/>
                      <a:pt x="3860" y="4185"/>
                      <a:pt x="3863" y="4185"/>
                    </a:cubicBezTo>
                    <a:cubicBezTo>
                      <a:pt x="3867" y="4185"/>
                      <a:pt x="3868" y="4182"/>
                      <a:pt x="3868" y="4179"/>
                    </a:cubicBezTo>
                    <a:cubicBezTo>
                      <a:pt x="3868" y="4173"/>
                      <a:pt x="3866" y="4166"/>
                      <a:pt x="3864" y="4161"/>
                    </a:cubicBezTo>
                    <a:cubicBezTo>
                      <a:pt x="3862" y="4157"/>
                      <a:pt x="3860" y="4153"/>
                      <a:pt x="3858" y="4150"/>
                    </a:cubicBezTo>
                    <a:cubicBezTo>
                      <a:pt x="3857" y="4149"/>
                      <a:pt x="3855" y="4147"/>
                      <a:pt x="3854" y="4146"/>
                    </a:cubicBezTo>
                    <a:cubicBezTo>
                      <a:pt x="3850" y="4143"/>
                      <a:pt x="3845" y="4141"/>
                      <a:pt x="3842" y="4137"/>
                    </a:cubicBezTo>
                    <a:cubicBezTo>
                      <a:pt x="3839" y="4134"/>
                      <a:pt x="3838" y="4131"/>
                      <a:pt x="3837" y="4127"/>
                    </a:cubicBezTo>
                    <a:cubicBezTo>
                      <a:pt x="3836" y="4124"/>
                      <a:pt x="3836" y="4122"/>
                      <a:pt x="3836" y="4119"/>
                    </a:cubicBezTo>
                    <a:cubicBezTo>
                      <a:pt x="3836" y="4116"/>
                      <a:pt x="3837" y="4108"/>
                      <a:pt x="3841" y="4109"/>
                    </a:cubicBezTo>
                    <a:cubicBezTo>
                      <a:pt x="3843" y="4109"/>
                      <a:pt x="3844" y="4110"/>
                      <a:pt x="3846" y="4112"/>
                    </a:cubicBezTo>
                    <a:cubicBezTo>
                      <a:pt x="3846" y="4112"/>
                      <a:pt x="3846" y="4113"/>
                      <a:pt x="3846" y="4113"/>
                    </a:cubicBezTo>
                    <a:cubicBezTo>
                      <a:pt x="3847" y="4115"/>
                      <a:pt x="3848" y="4117"/>
                      <a:pt x="3849" y="4119"/>
                    </a:cubicBezTo>
                    <a:cubicBezTo>
                      <a:pt x="3851" y="4123"/>
                      <a:pt x="3854" y="4127"/>
                      <a:pt x="3857" y="4131"/>
                    </a:cubicBezTo>
                    <a:cubicBezTo>
                      <a:pt x="3860" y="4135"/>
                      <a:pt x="3863" y="4138"/>
                      <a:pt x="3866" y="4143"/>
                    </a:cubicBezTo>
                    <a:cubicBezTo>
                      <a:pt x="3868" y="4146"/>
                      <a:pt x="3871" y="4152"/>
                      <a:pt x="3875" y="4153"/>
                    </a:cubicBezTo>
                    <a:cubicBezTo>
                      <a:pt x="3880" y="4154"/>
                      <a:pt x="3885" y="4149"/>
                      <a:pt x="3888" y="4146"/>
                    </a:cubicBezTo>
                    <a:cubicBezTo>
                      <a:pt x="3891" y="4143"/>
                      <a:pt x="3896" y="4138"/>
                      <a:pt x="3900" y="4139"/>
                    </a:cubicBezTo>
                    <a:cubicBezTo>
                      <a:pt x="3901" y="4139"/>
                      <a:pt x="3901" y="4140"/>
                      <a:pt x="3902" y="4140"/>
                    </a:cubicBezTo>
                    <a:cubicBezTo>
                      <a:pt x="3906" y="4142"/>
                      <a:pt x="3908" y="4148"/>
                      <a:pt x="3907" y="4153"/>
                    </a:cubicBezTo>
                    <a:cubicBezTo>
                      <a:pt x="3907" y="4157"/>
                      <a:pt x="3905" y="4161"/>
                      <a:pt x="3900" y="4162"/>
                    </a:cubicBezTo>
                    <a:cubicBezTo>
                      <a:pt x="3896" y="4163"/>
                      <a:pt x="3892" y="4163"/>
                      <a:pt x="3889" y="4166"/>
                    </a:cubicBezTo>
                    <a:cubicBezTo>
                      <a:pt x="3885" y="4171"/>
                      <a:pt x="3886" y="4180"/>
                      <a:pt x="3886" y="4186"/>
                    </a:cubicBezTo>
                    <a:cubicBezTo>
                      <a:pt x="3886" y="4191"/>
                      <a:pt x="3888" y="4200"/>
                      <a:pt x="3884" y="4205"/>
                    </a:cubicBezTo>
                    <a:cubicBezTo>
                      <a:pt x="3880" y="4209"/>
                      <a:pt x="3872" y="4208"/>
                      <a:pt x="3867" y="4207"/>
                    </a:cubicBezTo>
                    <a:cubicBezTo>
                      <a:pt x="3864" y="4207"/>
                      <a:pt x="3856" y="4205"/>
                      <a:pt x="3856" y="4210"/>
                    </a:cubicBezTo>
                    <a:cubicBezTo>
                      <a:pt x="3855" y="4212"/>
                      <a:pt x="3857" y="4215"/>
                      <a:pt x="3858" y="4217"/>
                    </a:cubicBezTo>
                    <a:cubicBezTo>
                      <a:pt x="3859" y="4220"/>
                      <a:pt x="3860" y="4224"/>
                      <a:pt x="3862" y="4227"/>
                    </a:cubicBezTo>
                    <a:cubicBezTo>
                      <a:pt x="3863" y="4230"/>
                      <a:pt x="3866" y="4238"/>
                      <a:pt x="3861" y="4239"/>
                    </a:cubicBezTo>
                    <a:cubicBezTo>
                      <a:pt x="3856" y="4240"/>
                      <a:pt x="3850" y="4236"/>
                      <a:pt x="3846" y="4233"/>
                    </a:cubicBezTo>
                    <a:cubicBezTo>
                      <a:pt x="3840" y="4231"/>
                      <a:pt x="3835" y="4229"/>
                      <a:pt x="3829" y="4228"/>
                    </a:cubicBezTo>
                    <a:cubicBezTo>
                      <a:pt x="3823" y="4228"/>
                      <a:pt x="3816" y="4229"/>
                      <a:pt x="3810" y="4229"/>
                    </a:cubicBezTo>
                    <a:cubicBezTo>
                      <a:pt x="3804" y="4229"/>
                      <a:pt x="3798" y="4227"/>
                      <a:pt x="3793" y="4228"/>
                    </a:cubicBezTo>
                    <a:cubicBezTo>
                      <a:pt x="3789" y="4228"/>
                      <a:pt x="3788" y="4232"/>
                      <a:pt x="3787" y="4235"/>
                    </a:cubicBezTo>
                    <a:cubicBezTo>
                      <a:pt x="3785" y="4241"/>
                      <a:pt x="3782" y="4246"/>
                      <a:pt x="3778" y="4249"/>
                    </a:cubicBezTo>
                    <a:cubicBezTo>
                      <a:pt x="3774" y="4253"/>
                      <a:pt x="3769" y="4255"/>
                      <a:pt x="3765" y="4257"/>
                    </a:cubicBezTo>
                    <a:cubicBezTo>
                      <a:pt x="3762" y="4260"/>
                      <a:pt x="3760" y="4263"/>
                      <a:pt x="3758" y="4267"/>
                    </a:cubicBezTo>
                    <a:cubicBezTo>
                      <a:pt x="3756" y="4270"/>
                      <a:pt x="3754" y="4274"/>
                      <a:pt x="3750" y="4276"/>
                    </a:cubicBezTo>
                    <a:cubicBezTo>
                      <a:pt x="3747" y="4278"/>
                      <a:pt x="3743" y="4277"/>
                      <a:pt x="3739" y="4277"/>
                    </a:cubicBezTo>
                    <a:cubicBezTo>
                      <a:pt x="3735" y="4277"/>
                      <a:pt x="3731" y="4279"/>
                      <a:pt x="3728" y="4281"/>
                    </a:cubicBezTo>
                    <a:cubicBezTo>
                      <a:pt x="3724" y="4284"/>
                      <a:pt x="3720" y="4286"/>
                      <a:pt x="3715" y="4287"/>
                    </a:cubicBezTo>
                    <a:cubicBezTo>
                      <a:pt x="3713" y="4288"/>
                      <a:pt x="3710" y="4288"/>
                      <a:pt x="3708" y="4290"/>
                    </a:cubicBezTo>
                    <a:cubicBezTo>
                      <a:pt x="3707" y="4291"/>
                      <a:pt x="3705" y="4295"/>
                      <a:pt x="3705" y="4296"/>
                    </a:cubicBezTo>
                    <a:cubicBezTo>
                      <a:pt x="3705" y="4297"/>
                      <a:pt x="3705" y="4297"/>
                      <a:pt x="3705" y="4297"/>
                    </a:cubicBezTo>
                    <a:cubicBezTo>
                      <a:pt x="3705" y="4297"/>
                      <a:pt x="3705" y="4298"/>
                      <a:pt x="3705" y="4298"/>
                    </a:cubicBezTo>
                    <a:cubicBezTo>
                      <a:pt x="3706" y="4299"/>
                      <a:pt x="3707" y="4299"/>
                      <a:pt x="3707" y="4300"/>
                    </a:cubicBezTo>
                    <a:cubicBezTo>
                      <a:pt x="3708" y="4301"/>
                      <a:pt x="3708" y="4303"/>
                      <a:pt x="3708" y="4304"/>
                    </a:cubicBezTo>
                    <a:cubicBezTo>
                      <a:pt x="3707" y="4305"/>
                      <a:pt x="3705" y="4306"/>
                      <a:pt x="3703" y="4307"/>
                    </a:cubicBezTo>
                    <a:cubicBezTo>
                      <a:pt x="3701" y="4308"/>
                      <a:pt x="3700" y="4309"/>
                      <a:pt x="3697" y="4310"/>
                    </a:cubicBezTo>
                    <a:cubicBezTo>
                      <a:pt x="3695" y="4311"/>
                      <a:pt x="3692" y="4312"/>
                      <a:pt x="3690" y="4314"/>
                    </a:cubicBezTo>
                    <a:cubicBezTo>
                      <a:pt x="3688" y="4315"/>
                      <a:pt x="3687" y="4317"/>
                      <a:pt x="3685" y="4318"/>
                    </a:cubicBezTo>
                    <a:cubicBezTo>
                      <a:pt x="3683" y="4318"/>
                      <a:pt x="3681" y="4319"/>
                      <a:pt x="3679" y="4320"/>
                    </a:cubicBezTo>
                    <a:cubicBezTo>
                      <a:pt x="3676" y="4320"/>
                      <a:pt x="3673" y="4322"/>
                      <a:pt x="3672" y="4325"/>
                    </a:cubicBezTo>
                    <a:cubicBezTo>
                      <a:pt x="3671" y="4327"/>
                      <a:pt x="3671" y="4329"/>
                      <a:pt x="3671" y="4330"/>
                    </a:cubicBezTo>
                    <a:cubicBezTo>
                      <a:pt x="3671" y="4333"/>
                      <a:pt x="3671" y="4336"/>
                      <a:pt x="3671" y="4339"/>
                    </a:cubicBezTo>
                    <a:cubicBezTo>
                      <a:pt x="3670" y="4341"/>
                      <a:pt x="3670" y="4343"/>
                      <a:pt x="3668" y="4345"/>
                    </a:cubicBezTo>
                    <a:cubicBezTo>
                      <a:pt x="3667" y="4347"/>
                      <a:pt x="3666" y="4348"/>
                      <a:pt x="3664" y="4348"/>
                    </a:cubicBezTo>
                    <a:cubicBezTo>
                      <a:pt x="3663" y="4349"/>
                      <a:pt x="3661" y="4350"/>
                      <a:pt x="3660" y="4351"/>
                    </a:cubicBezTo>
                    <a:cubicBezTo>
                      <a:pt x="3658" y="4352"/>
                      <a:pt x="3656" y="4353"/>
                      <a:pt x="3655" y="4353"/>
                    </a:cubicBezTo>
                    <a:cubicBezTo>
                      <a:pt x="3653" y="4354"/>
                      <a:pt x="3651" y="4355"/>
                      <a:pt x="3650" y="4357"/>
                    </a:cubicBezTo>
                    <a:cubicBezTo>
                      <a:pt x="3648" y="4358"/>
                      <a:pt x="3647" y="4359"/>
                      <a:pt x="3646" y="4360"/>
                    </a:cubicBezTo>
                    <a:cubicBezTo>
                      <a:pt x="3645" y="4360"/>
                      <a:pt x="3645" y="4361"/>
                      <a:pt x="3645" y="4362"/>
                    </a:cubicBezTo>
                    <a:cubicBezTo>
                      <a:pt x="3645" y="4363"/>
                      <a:pt x="3644" y="4365"/>
                      <a:pt x="3644" y="4366"/>
                    </a:cubicBezTo>
                    <a:cubicBezTo>
                      <a:pt x="3644" y="4367"/>
                      <a:pt x="3644" y="4367"/>
                      <a:pt x="3644" y="4368"/>
                    </a:cubicBezTo>
                    <a:cubicBezTo>
                      <a:pt x="3644" y="4368"/>
                      <a:pt x="3644" y="4368"/>
                      <a:pt x="3644" y="4368"/>
                    </a:cubicBezTo>
                    <a:cubicBezTo>
                      <a:pt x="3644" y="4368"/>
                      <a:pt x="3645" y="4368"/>
                      <a:pt x="3645" y="4369"/>
                    </a:cubicBezTo>
                    <a:cubicBezTo>
                      <a:pt x="3646" y="4371"/>
                      <a:pt x="3648" y="4373"/>
                      <a:pt x="3650" y="4374"/>
                    </a:cubicBezTo>
                    <a:cubicBezTo>
                      <a:pt x="3651" y="4376"/>
                      <a:pt x="3652" y="4379"/>
                      <a:pt x="3651" y="4381"/>
                    </a:cubicBezTo>
                    <a:cubicBezTo>
                      <a:pt x="3649" y="4385"/>
                      <a:pt x="3646" y="4388"/>
                      <a:pt x="3641" y="4389"/>
                    </a:cubicBezTo>
                    <a:cubicBezTo>
                      <a:pt x="3638" y="4390"/>
                      <a:pt x="3634" y="4390"/>
                      <a:pt x="3630" y="4391"/>
                    </a:cubicBezTo>
                    <a:cubicBezTo>
                      <a:pt x="3629" y="4391"/>
                      <a:pt x="3627" y="4392"/>
                      <a:pt x="3625" y="4392"/>
                    </a:cubicBezTo>
                    <a:cubicBezTo>
                      <a:pt x="3624" y="4393"/>
                      <a:pt x="3623" y="4393"/>
                      <a:pt x="3622" y="4393"/>
                    </a:cubicBezTo>
                    <a:cubicBezTo>
                      <a:pt x="3621" y="4394"/>
                      <a:pt x="3621" y="4394"/>
                      <a:pt x="3621" y="4395"/>
                    </a:cubicBezTo>
                    <a:cubicBezTo>
                      <a:pt x="3620" y="4396"/>
                      <a:pt x="3621" y="4398"/>
                      <a:pt x="3622" y="4399"/>
                    </a:cubicBezTo>
                    <a:cubicBezTo>
                      <a:pt x="3623" y="4400"/>
                      <a:pt x="3624" y="4401"/>
                      <a:pt x="3624" y="4402"/>
                    </a:cubicBezTo>
                    <a:cubicBezTo>
                      <a:pt x="3624" y="4402"/>
                      <a:pt x="3624" y="4402"/>
                      <a:pt x="3624" y="4402"/>
                    </a:cubicBezTo>
                    <a:cubicBezTo>
                      <a:pt x="3625" y="4403"/>
                      <a:pt x="3626" y="4404"/>
                      <a:pt x="3627" y="4406"/>
                    </a:cubicBezTo>
                    <a:cubicBezTo>
                      <a:pt x="3629" y="4408"/>
                      <a:pt x="3630" y="4411"/>
                      <a:pt x="3631" y="4414"/>
                    </a:cubicBezTo>
                    <a:cubicBezTo>
                      <a:pt x="3633" y="4416"/>
                      <a:pt x="3634" y="4419"/>
                      <a:pt x="3634" y="4421"/>
                    </a:cubicBezTo>
                    <a:cubicBezTo>
                      <a:pt x="3633" y="4427"/>
                      <a:pt x="3627" y="4429"/>
                      <a:pt x="3622" y="4430"/>
                    </a:cubicBezTo>
                    <a:cubicBezTo>
                      <a:pt x="3619" y="4430"/>
                      <a:pt x="3614" y="4431"/>
                      <a:pt x="3610" y="4430"/>
                    </a:cubicBezTo>
                    <a:cubicBezTo>
                      <a:pt x="3607" y="4430"/>
                      <a:pt x="3604" y="4431"/>
                      <a:pt x="3601" y="4430"/>
                    </a:cubicBezTo>
                    <a:cubicBezTo>
                      <a:pt x="3600" y="4430"/>
                      <a:pt x="3599" y="4430"/>
                      <a:pt x="3599" y="4430"/>
                    </a:cubicBezTo>
                    <a:cubicBezTo>
                      <a:pt x="3597" y="4430"/>
                      <a:pt x="3596" y="4430"/>
                      <a:pt x="3596" y="4432"/>
                    </a:cubicBezTo>
                    <a:cubicBezTo>
                      <a:pt x="3596" y="4432"/>
                      <a:pt x="3596" y="4433"/>
                      <a:pt x="3596" y="4433"/>
                    </a:cubicBezTo>
                    <a:cubicBezTo>
                      <a:pt x="3597" y="4436"/>
                      <a:pt x="3600" y="4436"/>
                      <a:pt x="3602" y="4437"/>
                    </a:cubicBezTo>
                    <a:cubicBezTo>
                      <a:pt x="3604" y="4439"/>
                      <a:pt x="3607" y="4441"/>
                      <a:pt x="3606" y="4443"/>
                    </a:cubicBezTo>
                    <a:cubicBezTo>
                      <a:pt x="3604" y="4446"/>
                      <a:pt x="3598" y="4447"/>
                      <a:pt x="3595" y="4448"/>
                    </a:cubicBezTo>
                    <a:cubicBezTo>
                      <a:pt x="3592" y="4449"/>
                      <a:pt x="3589" y="4451"/>
                      <a:pt x="3586" y="4452"/>
                    </a:cubicBezTo>
                    <a:cubicBezTo>
                      <a:pt x="3584" y="4453"/>
                      <a:pt x="3582" y="4454"/>
                      <a:pt x="3580" y="4455"/>
                    </a:cubicBezTo>
                    <a:cubicBezTo>
                      <a:pt x="3576" y="4457"/>
                      <a:pt x="3574" y="4458"/>
                      <a:pt x="3571" y="4461"/>
                    </a:cubicBezTo>
                    <a:cubicBezTo>
                      <a:pt x="3570" y="4462"/>
                      <a:pt x="3570" y="4463"/>
                      <a:pt x="3570" y="4464"/>
                    </a:cubicBezTo>
                    <a:cubicBezTo>
                      <a:pt x="3570" y="4467"/>
                      <a:pt x="3571" y="4469"/>
                      <a:pt x="3572" y="4471"/>
                    </a:cubicBezTo>
                    <a:cubicBezTo>
                      <a:pt x="3575" y="4471"/>
                      <a:pt x="3578" y="4472"/>
                      <a:pt x="3580" y="4474"/>
                    </a:cubicBezTo>
                    <a:cubicBezTo>
                      <a:pt x="3581" y="4474"/>
                      <a:pt x="3582" y="4475"/>
                      <a:pt x="3583" y="4475"/>
                    </a:cubicBezTo>
                    <a:cubicBezTo>
                      <a:pt x="3585" y="4477"/>
                      <a:pt x="3589" y="4481"/>
                      <a:pt x="3588" y="4485"/>
                    </a:cubicBezTo>
                    <a:cubicBezTo>
                      <a:pt x="3587" y="4487"/>
                      <a:pt x="3584" y="4489"/>
                      <a:pt x="3583" y="4492"/>
                    </a:cubicBezTo>
                    <a:cubicBezTo>
                      <a:pt x="3583" y="4495"/>
                      <a:pt x="3583" y="4497"/>
                      <a:pt x="3584" y="4500"/>
                    </a:cubicBezTo>
                    <a:cubicBezTo>
                      <a:pt x="3584" y="4502"/>
                      <a:pt x="3585" y="4504"/>
                      <a:pt x="3587" y="4504"/>
                    </a:cubicBezTo>
                    <a:cubicBezTo>
                      <a:pt x="3588" y="4505"/>
                      <a:pt x="3588" y="4505"/>
                      <a:pt x="3589" y="4505"/>
                    </a:cubicBezTo>
                    <a:cubicBezTo>
                      <a:pt x="3592" y="4504"/>
                      <a:pt x="3595" y="4502"/>
                      <a:pt x="3597" y="4500"/>
                    </a:cubicBezTo>
                    <a:cubicBezTo>
                      <a:pt x="3598" y="4499"/>
                      <a:pt x="3598" y="4499"/>
                      <a:pt x="3599" y="4499"/>
                    </a:cubicBezTo>
                    <a:cubicBezTo>
                      <a:pt x="3602" y="4497"/>
                      <a:pt x="3616" y="4493"/>
                      <a:pt x="3613" y="4501"/>
                    </a:cubicBezTo>
                    <a:cubicBezTo>
                      <a:pt x="3612" y="4505"/>
                      <a:pt x="3607" y="4507"/>
                      <a:pt x="3605" y="4511"/>
                    </a:cubicBezTo>
                    <a:cubicBezTo>
                      <a:pt x="3603" y="4514"/>
                      <a:pt x="3606" y="4517"/>
                      <a:pt x="3605" y="4520"/>
                    </a:cubicBezTo>
                    <a:cubicBezTo>
                      <a:pt x="3604" y="4521"/>
                      <a:pt x="3602" y="4522"/>
                      <a:pt x="3600" y="4523"/>
                    </a:cubicBezTo>
                    <a:cubicBezTo>
                      <a:pt x="3600" y="4523"/>
                      <a:pt x="3600" y="4523"/>
                      <a:pt x="3600" y="4523"/>
                    </a:cubicBezTo>
                    <a:cubicBezTo>
                      <a:pt x="3598" y="4525"/>
                      <a:pt x="3596" y="4526"/>
                      <a:pt x="3596" y="4529"/>
                    </a:cubicBezTo>
                    <a:cubicBezTo>
                      <a:pt x="3595" y="4534"/>
                      <a:pt x="3600" y="4535"/>
                      <a:pt x="3603" y="4535"/>
                    </a:cubicBezTo>
                    <a:cubicBezTo>
                      <a:pt x="3605" y="4535"/>
                      <a:pt x="3607" y="4535"/>
                      <a:pt x="3609" y="4535"/>
                    </a:cubicBezTo>
                    <a:cubicBezTo>
                      <a:pt x="3609" y="4535"/>
                      <a:pt x="3609" y="4535"/>
                      <a:pt x="3609" y="4535"/>
                    </a:cubicBezTo>
                    <a:cubicBezTo>
                      <a:pt x="3611" y="4535"/>
                      <a:pt x="3614" y="4536"/>
                      <a:pt x="3617" y="4536"/>
                    </a:cubicBezTo>
                    <a:cubicBezTo>
                      <a:pt x="3621" y="4536"/>
                      <a:pt x="3625" y="4536"/>
                      <a:pt x="3629" y="4536"/>
                    </a:cubicBezTo>
                    <a:cubicBezTo>
                      <a:pt x="3632" y="4536"/>
                      <a:pt x="3636" y="4535"/>
                      <a:pt x="3639" y="4536"/>
                    </a:cubicBezTo>
                    <a:cubicBezTo>
                      <a:pt x="3643" y="4537"/>
                      <a:pt x="3642" y="4541"/>
                      <a:pt x="3639" y="4542"/>
                    </a:cubicBezTo>
                    <a:cubicBezTo>
                      <a:pt x="3635" y="4546"/>
                      <a:pt x="3628" y="4545"/>
                      <a:pt x="3623" y="4545"/>
                    </a:cubicBezTo>
                    <a:cubicBezTo>
                      <a:pt x="3621" y="4546"/>
                      <a:pt x="3619" y="4546"/>
                      <a:pt x="3617" y="4546"/>
                    </a:cubicBezTo>
                    <a:cubicBezTo>
                      <a:pt x="3615" y="4547"/>
                      <a:pt x="3614" y="4548"/>
                      <a:pt x="3612" y="4548"/>
                    </a:cubicBezTo>
                    <a:cubicBezTo>
                      <a:pt x="3612" y="4550"/>
                      <a:pt x="3610" y="4551"/>
                      <a:pt x="3609" y="4553"/>
                    </a:cubicBezTo>
                    <a:cubicBezTo>
                      <a:pt x="3608" y="4556"/>
                      <a:pt x="3609" y="4559"/>
                      <a:pt x="3610" y="4562"/>
                    </a:cubicBezTo>
                    <a:cubicBezTo>
                      <a:pt x="3611" y="4567"/>
                      <a:pt x="3614" y="4570"/>
                      <a:pt x="3616" y="4574"/>
                    </a:cubicBezTo>
                    <a:cubicBezTo>
                      <a:pt x="3617" y="4576"/>
                      <a:pt x="3618" y="4579"/>
                      <a:pt x="3619" y="4581"/>
                    </a:cubicBezTo>
                    <a:cubicBezTo>
                      <a:pt x="3619" y="4583"/>
                      <a:pt x="3620" y="4585"/>
                      <a:pt x="3620" y="4586"/>
                    </a:cubicBezTo>
                    <a:cubicBezTo>
                      <a:pt x="3619" y="4591"/>
                      <a:pt x="3614" y="4593"/>
                      <a:pt x="3611" y="4596"/>
                    </a:cubicBezTo>
                    <a:cubicBezTo>
                      <a:pt x="3607" y="4599"/>
                      <a:pt x="3603" y="4602"/>
                      <a:pt x="3599" y="4605"/>
                    </a:cubicBezTo>
                    <a:cubicBezTo>
                      <a:pt x="3597" y="4606"/>
                      <a:pt x="3596" y="4607"/>
                      <a:pt x="3594" y="4609"/>
                    </a:cubicBezTo>
                    <a:cubicBezTo>
                      <a:pt x="3592" y="4611"/>
                      <a:pt x="3590" y="4612"/>
                      <a:pt x="3588" y="4614"/>
                    </a:cubicBezTo>
                    <a:cubicBezTo>
                      <a:pt x="3586" y="4616"/>
                      <a:pt x="3585" y="4617"/>
                      <a:pt x="3583" y="4618"/>
                    </a:cubicBezTo>
                    <a:cubicBezTo>
                      <a:pt x="3579" y="4620"/>
                      <a:pt x="3576" y="4621"/>
                      <a:pt x="3572" y="4621"/>
                    </a:cubicBezTo>
                    <a:cubicBezTo>
                      <a:pt x="3569" y="4622"/>
                      <a:pt x="3565" y="4623"/>
                      <a:pt x="3563" y="4625"/>
                    </a:cubicBezTo>
                    <a:cubicBezTo>
                      <a:pt x="3561" y="4628"/>
                      <a:pt x="3562" y="4632"/>
                      <a:pt x="3564" y="4635"/>
                    </a:cubicBezTo>
                    <a:cubicBezTo>
                      <a:pt x="3564" y="4636"/>
                      <a:pt x="3565" y="4638"/>
                      <a:pt x="3566" y="4639"/>
                    </a:cubicBezTo>
                    <a:cubicBezTo>
                      <a:pt x="3567" y="4641"/>
                      <a:pt x="3569" y="4642"/>
                      <a:pt x="3569" y="4644"/>
                    </a:cubicBezTo>
                    <a:cubicBezTo>
                      <a:pt x="3570" y="4645"/>
                      <a:pt x="3570" y="4646"/>
                      <a:pt x="3570" y="4647"/>
                    </a:cubicBezTo>
                    <a:cubicBezTo>
                      <a:pt x="3571" y="4648"/>
                      <a:pt x="3571" y="4650"/>
                      <a:pt x="3572" y="4651"/>
                    </a:cubicBezTo>
                    <a:cubicBezTo>
                      <a:pt x="3572" y="4652"/>
                      <a:pt x="3572" y="4652"/>
                      <a:pt x="3572" y="4653"/>
                    </a:cubicBezTo>
                    <a:cubicBezTo>
                      <a:pt x="3574" y="4659"/>
                      <a:pt x="3579" y="4663"/>
                      <a:pt x="3583" y="4667"/>
                    </a:cubicBezTo>
                    <a:cubicBezTo>
                      <a:pt x="3585" y="4669"/>
                      <a:pt x="3588" y="4670"/>
                      <a:pt x="3590" y="4672"/>
                    </a:cubicBezTo>
                    <a:cubicBezTo>
                      <a:pt x="3593" y="4674"/>
                      <a:pt x="3596" y="4673"/>
                      <a:pt x="3598" y="4674"/>
                    </a:cubicBezTo>
                    <a:cubicBezTo>
                      <a:pt x="3602" y="4676"/>
                      <a:pt x="3608" y="4678"/>
                      <a:pt x="3612" y="4676"/>
                    </a:cubicBezTo>
                    <a:cubicBezTo>
                      <a:pt x="3618" y="4674"/>
                      <a:pt x="3625" y="4669"/>
                      <a:pt x="3631" y="4673"/>
                    </a:cubicBezTo>
                    <a:cubicBezTo>
                      <a:pt x="3634" y="4674"/>
                      <a:pt x="3634" y="4676"/>
                      <a:pt x="3635" y="4679"/>
                    </a:cubicBezTo>
                    <a:cubicBezTo>
                      <a:pt x="3637" y="4681"/>
                      <a:pt x="3638" y="4683"/>
                      <a:pt x="3640" y="4685"/>
                    </a:cubicBezTo>
                    <a:cubicBezTo>
                      <a:pt x="3642" y="4688"/>
                      <a:pt x="3650" y="4692"/>
                      <a:pt x="3652" y="4687"/>
                    </a:cubicBezTo>
                    <a:cubicBezTo>
                      <a:pt x="3652" y="4685"/>
                      <a:pt x="3653" y="4683"/>
                      <a:pt x="3654" y="4682"/>
                    </a:cubicBezTo>
                    <a:cubicBezTo>
                      <a:pt x="3656" y="4682"/>
                      <a:pt x="3656" y="4682"/>
                      <a:pt x="3657" y="4683"/>
                    </a:cubicBezTo>
                    <a:cubicBezTo>
                      <a:pt x="3659" y="4684"/>
                      <a:pt x="3660" y="4685"/>
                      <a:pt x="3662" y="4686"/>
                    </a:cubicBezTo>
                    <a:cubicBezTo>
                      <a:pt x="3662" y="4686"/>
                      <a:pt x="3662" y="4686"/>
                      <a:pt x="3662" y="4686"/>
                    </a:cubicBezTo>
                    <a:cubicBezTo>
                      <a:pt x="3662" y="4686"/>
                      <a:pt x="3662" y="4686"/>
                      <a:pt x="3662" y="4686"/>
                    </a:cubicBezTo>
                    <a:cubicBezTo>
                      <a:pt x="3664" y="4687"/>
                      <a:pt x="3665" y="4689"/>
                      <a:pt x="3666" y="4691"/>
                    </a:cubicBezTo>
                    <a:cubicBezTo>
                      <a:pt x="3666" y="4691"/>
                      <a:pt x="3667" y="4692"/>
                      <a:pt x="3667" y="4693"/>
                    </a:cubicBezTo>
                    <a:cubicBezTo>
                      <a:pt x="3669" y="4696"/>
                      <a:pt x="3670" y="4700"/>
                      <a:pt x="3672" y="4702"/>
                    </a:cubicBezTo>
                    <a:cubicBezTo>
                      <a:pt x="3674" y="4703"/>
                      <a:pt x="3676" y="4703"/>
                      <a:pt x="3678" y="4704"/>
                    </a:cubicBezTo>
                    <a:cubicBezTo>
                      <a:pt x="3679" y="4705"/>
                      <a:pt x="3680" y="4705"/>
                      <a:pt x="3682" y="4706"/>
                    </a:cubicBezTo>
                    <a:cubicBezTo>
                      <a:pt x="3683" y="4707"/>
                      <a:pt x="3684" y="4708"/>
                      <a:pt x="3685" y="4709"/>
                    </a:cubicBezTo>
                    <a:cubicBezTo>
                      <a:pt x="3686" y="4709"/>
                      <a:pt x="3686" y="4709"/>
                      <a:pt x="3687" y="4710"/>
                    </a:cubicBezTo>
                    <a:cubicBezTo>
                      <a:pt x="3688" y="4710"/>
                      <a:pt x="3689" y="4710"/>
                      <a:pt x="3689" y="4710"/>
                    </a:cubicBezTo>
                    <a:cubicBezTo>
                      <a:pt x="3692" y="4710"/>
                      <a:pt x="3695" y="4709"/>
                      <a:pt x="3698" y="4708"/>
                    </a:cubicBezTo>
                    <a:cubicBezTo>
                      <a:pt x="3698" y="4708"/>
                      <a:pt x="3699" y="4707"/>
                      <a:pt x="3700" y="4706"/>
                    </a:cubicBezTo>
                    <a:cubicBezTo>
                      <a:pt x="3700" y="4706"/>
                      <a:pt x="3701" y="4706"/>
                      <a:pt x="3702" y="4705"/>
                    </a:cubicBezTo>
                    <a:cubicBezTo>
                      <a:pt x="3703" y="4704"/>
                      <a:pt x="3703" y="4702"/>
                      <a:pt x="3704" y="4701"/>
                    </a:cubicBezTo>
                    <a:cubicBezTo>
                      <a:pt x="3705" y="4696"/>
                      <a:pt x="3705" y="4691"/>
                      <a:pt x="3706" y="4686"/>
                    </a:cubicBezTo>
                    <a:cubicBezTo>
                      <a:pt x="3706" y="4681"/>
                      <a:pt x="3708" y="4677"/>
                      <a:pt x="3710" y="4672"/>
                    </a:cubicBezTo>
                    <a:cubicBezTo>
                      <a:pt x="3711" y="4669"/>
                      <a:pt x="3711" y="4665"/>
                      <a:pt x="3713" y="4662"/>
                    </a:cubicBezTo>
                    <a:cubicBezTo>
                      <a:pt x="3714" y="4660"/>
                      <a:pt x="3716" y="4658"/>
                      <a:pt x="3718" y="4655"/>
                    </a:cubicBezTo>
                    <a:cubicBezTo>
                      <a:pt x="3719" y="4654"/>
                      <a:pt x="3721" y="4652"/>
                      <a:pt x="3723" y="4651"/>
                    </a:cubicBezTo>
                    <a:cubicBezTo>
                      <a:pt x="3727" y="4649"/>
                      <a:pt x="3730" y="4645"/>
                      <a:pt x="3732" y="4642"/>
                    </a:cubicBezTo>
                    <a:cubicBezTo>
                      <a:pt x="3735" y="4636"/>
                      <a:pt x="3740" y="4632"/>
                      <a:pt x="3741" y="4626"/>
                    </a:cubicBezTo>
                    <a:cubicBezTo>
                      <a:pt x="3742" y="4623"/>
                      <a:pt x="3743" y="4619"/>
                      <a:pt x="3745" y="4617"/>
                    </a:cubicBezTo>
                    <a:cubicBezTo>
                      <a:pt x="3746" y="4614"/>
                      <a:pt x="3750" y="4613"/>
                      <a:pt x="3752" y="4611"/>
                    </a:cubicBezTo>
                    <a:cubicBezTo>
                      <a:pt x="3753" y="4610"/>
                      <a:pt x="3754" y="4609"/>
                      <a:pt x="3755" y="4609"/>
                    </a:cubicBezTo>
                    <a:cubicBezTo>
                      <a:pt x="3755" y="4609"/>
                      <a:pt x="3755" y="4609"/>
                      <a:pt x="3755" y="4609"/>
                    </a:cubicBezTo>
                    <a:cubicBezTo>
                      <a:pt x="3755" y="4608"/>
                      <a:pt x="3755" y="4608"/>
                      <a:pt x="3755" y="4608"/>
                    </a:cubicBezTo>
                    <a:cubicBezTo>
                      <a:pt x="3757" y="4608"/>
                      <a:pt x="3758" y="4608"/>
                      <a:pt x="3759" y="4608"/>
                    </a:cubicBezTo>
                    <a:cubicBezTo>
                      <a:pt x="3761" y="4608"/>
                      <a:pt x="3762" y="4608"/>
                      <a:pt x="3763" y="4609"/>
                    </a:cubicBezTo>
                    <a:cubicBezTo>
                      <a:pt x="3766" y="4610"/>
                      <a:pt x="3769" y="4614"/>
                      <a:pt x="3766" y="4617"/>
                    </a:cubicBezTo>
                    <a:cubicBezTo>
                      <a:pt x="3765" y="4618"/>
                      <a:pt x="3763" y="4619"/>
                      <a:pt x="3762" y="4620"/>
                    </a:cubicBezTo>
                    <a:cubicBezTo>
                      <a:pt x="3760" y="4622"/>
                      <a:pt x="3758" y="4624"/>
                      <a:pt x="3756" y="4626"/>
                    </a:cubicBezTo>
                    <a:cubicBezTo>
                      <a:pt x="3756" y="4627"/>
                      <a:pt x="3755" y="4627"/>
                      <a:pt x="3755" y="4628"/>
                    </a:cubicBezTo>
                    <a:cubicBezTo>
                      <a:pt x="3755" y="4631"/>
                      <a:pt x="3753" y="4634"/>
                      <a:pt x="3756" y="4637"/>
                    </a:cubicBezTo>
                    <a:cubicBezTo>
                      <a:pt x="3759" y="4639"/>
                      <a:pt x="3759" y="4642"/>
                      <a:pt x="3759" y="4645"/>
                    </a:cubicBezTo>
                    <a:cubicBezTo>
                      <a:pt x="3760" y="4648"/>
                      <a:pt x="3760" y="4651"/>
                      <a:pt x="3760" y="4654"/>
                    </a:cubicBezTo>
                    <a:cubicBezTo>
                      <a:pt x="3758" y="4658"/>
                      <a:pt x="3754" y="4659"/>
                      <a:pt x="3751" y="4661"/>
                    </a:cubicBezTo>
                    <a:cubicBezTo>
                      <a:pt x="3748" y="4664"/>
                      <a:pt x="3745" y="4667"/>
                      <a:pt x="3743" y="4671"/>
                    </a:cubicBezTo>
                    <a:cubicBezTo>
                      <a:pt x="3741" y="4674"/>
                      <a:pt x="3741" y="4677"/>
                      <a:pt x="3739" y="4681"/>
                    </a:cubicBezTo>
                    <a:cubicBezTo>
                      <a:pt x="3737" y="4683"/>
                      <a:pt x="3735" y="4685"/>
                      <a:pt x="3735" y="4688"/>
                    </a:cubicBezTo>
                    <a:cubicBezTo>
                      <a:pt x="3734" y="4692"/>
                      <a:pt x="3734" y="4695"/>
                      <a:pt x="3734" y="4699"/>
                    </a:cubicBezTo>
                    <a:cubicBezTo>
                      <a:pt x="3734" y="4699"/>
                      <a:pt x="3734" y="4699"/>
                      <a:pt x="3734" y="4699"/>
                    </a:cubicBezTo>
                    <a:cubicBezTo>
                      <a:pt x="3734" y="4699"/>
                      <a:pt x="3734" y="4700"/>
                      <a:pt x="3734" y="4700"/>
                    </a:cubicBezTo>
                    <a:cubicBezTo>
                      <a:pt x="3734" y="4701"/>
                      <a:pt x="3734" y="4701"/>
                      <a:pt x="3734" y="4701"/>
                    </a:cubicBezTo>
                    <a:cubicBezTo>
                      <a:pt x="3734" y="4704"/>
                      <a:pt x="3736" y="4706"/>
                      <a:pt x="3738" y="4708"/>
                    </a:cubicBezTo>
                    <a:cubicBezTo>
                      <a:pt x="3741" y="4710"/>
                      <a:pt x="3743" y="4712"/>
                      <a:pt x="3746" y="4714"/>
                    </a:cubicBezTo>
                    <a:cubicBezTo>
                      <a:pt x="3749" y="4717"/>
                      <a:pt x="3752" y="4721"/>
                      <a:pt x="3756" y="4724"/>
                    </a:cubicBezTo>
                    <a:cubicBezTo>
                      <a:pt x="3759" y="4727"/>
                      <a:pt x="3764" y="4728"/>
                      <a:pt x="3766" y="4732"/>
                    </a:cubicBezTo>
                    <a:cubicBezTo>
                      <a:pt x="3767" y="4733"/>
                      <a:pt x="3768" y="4734"/>
                      <a:pt x="3769" y="4735"/>
                    </a:cubicBezTo>
                    <a:cubicBezTo>
                      <a:pt x="3770" y="4737"/>
                      <a:pt x="3772" y="4738"/>
                      <a:pt x="3773" y="4740"/>
                    </a:cubicBezTo>
                    <a:cubicBezTo>
                      <a:pt x="3775" y="4743"/>
                      <a:pt x="3776" y="4746"/>
                      <a:pt x="3777" y="4749"/>
                    </a:cubicBezTo>
                    <a:cubicBezTo>
                      <a:pt x="3778" y="4751"/>
                      <a:pt x="3782" y="4755"/>
                      <a:pt x="3780" y="4756"/>
                    </a:cubicBezTo>
                    <a:cubicBezTo>
                      <a:pt x="3778" y="4759"/>
                      <a:pt x="3773" y="4759"/>
                      <a:pt x="3770" y="4759"/>
                    </a:cubicBezTo>
                    <a:cubicBezTo>
                      <a:pt x="3768" y="4760"/>
                      <a:pt x="3766" y="4760"/>
                      <a:pt x="3765" y="4759"/>
                    </a:cubicBezTo>
                    <a:cubicBezTo>
                      <a:pt x="3763" y="4759"/>
                      <a:pt x="3761" y="4758"/>
                      <a:pt x="3760" y="4757"/>
                    </a:cubicBezTo>
                    <a:cubicBezTo>
                      <a:pt x="3757" y="4755"/>
                      <a:pt x="3754" y="4753"/>
                      <a:pt x="3751" y="4750"/>
                    </a:cubicBezTo>
                    <a:cubicBezTo>
                      <a:pt x="3749" y="4747"/>
                      <a:pt x="3749" y="4744"/>
                      <a:pt x="3748" y="4742"/>
                    </a:cubicBezTo>
                    <a:cubicBezTo>
                      <a:pt x="3747" y="4741"/>
                      <a:pt x="3747" y="4741"/>
                      <a:pt x="3747" y="4741"/>
                    </a:cubicBezTo>
                    <a:cubicBezTo>
                      <a:pt x="3746" y="4737"/>
                      <a:pt x="3744" y="4734"/>
                      <a:pt x="3741" y="4731"/>
                    </a:cubicBezTo>
                    <a:cubicBezTo>
                      <a:pt x="3739" y="4730"/>
                      <a:pt x="3737" y="4728"/>
                      <a:pt x="3734" y="4728"/>
                    </a:cubicBezTo>
                    <a:cubicBezTo>
                      <a:pt x="3730" y="4726"/>
                      <a:pt x="3726" y="4725"/>
                      <a:pt x="3722" y="4725"/>
                    </a:cubicBezTo>
                    <a:cubicBezTo>
                      <a:pt x="3720" y="4725"/>
                      <a:pt x="3718" y="4726"/>
                      <a:pt x="3718" y="4727"/>
                    </a:cubicBezTo>
                    <a:cubicBezTo>
                      <a:pt x="3717" y="4730"/>
                      <a:pt x="3717" y="4734"/>
                      <a:pt x="3717" y="4737"/>
                    </a:cubicBezTo>
                    <a:cubicBezTo>
                      <a:pt x="3717" y="4737"/>
                      <a:pt x="3717" y="4737"/>
                      <a:pt x="3717" y="4737"/>
                    </a:cubicBezTo>
                    <a:cubicBezTo>
                      <a:pt x="3718" y="4741"/>
                      <a:pt x="3720" y="4744"/>
                      <a:pt x="3723" y="4747"/>
                    </a:cubicBezTo>
                    <a:cubicBezTo>
                      <a:pt x="3726" y="4750"/>
                      <a:pt x="3729" y="4752"/>
                      <a:pt x="3732" y="4754"/>
                    </a:cubicBezTo>
                    <a:cubicBezTo>
                      <a:pt x="3733" y="4755"/>
                      <a:pt x="3734" y="4756"/>
                      <a:pt x="3735" y="4757"/>
                    </a:cubicBezTo>
                    <a:cubicBezTo>
                      <a:pt x="3738" y="4761"/>
                      <a:pt x="3739" y="4766"/>
                      <a:pt x="3740" y="4771"/>
                    </a:cubicBezTo>
                    <a:cubicBezTo>
                      <a:pt x="3741" y="4776"/>
                      <a:pt x="3741" y="4780"/>
                      <a:pt x="3741" y="4785"/>
                    </a:cubicBezTo>
                    <a:cubicBezTo>
                      <a:pt x="3741" y="4789"/>
                      <a:pt x="3739" y="4792"/>
                      <a:pt x="3737" y="4795"/>
                    </a:cubicBezTo>
                    <a:cubicBezTo>
                      <a:pt x="3737" y="4795"/>
                      <a:pt x="3737" y="4795"/>
                      <a:pt x="3737" y="4796"/>
                    </a:cubicBezTo>
                    <a:cubicBezTo>
                      <a:pt x="3736" y="4798"/>
                      <a:pt x="3735" y="4800"/>
                      <a:pt x="3737" y="4802"/>
                    </a:cubicBezTo>
                    <a:cubicBezTo>
                      <a:pt x="3741" y="4809"/>
                      <a:pt x="3753" y="4809"/>
                      <a:pt x="3760" y="4811"/>
                    </a:cubicBezTo>
                    <a:cubicBezTo>
                      <a:pt x="3764" y="4812"/>
                      <a:pt x="3768" y="4814"/>
                      <a:pt x="3772" y="4814"/>
                    </a:cubicBezTo>
                    <a:cubicBezTo>
                      <a:pt x="3776" y="4814"/>
                      <a:pt x="3781" y="4812"/>
                      <a:pt x="3785" y="4810"/>
                    </a:cubicBezTo>
                    <a:cubicBezTo>
                      <a:pt x="3792" y="4807"/>
                      <a:pt x="3799" y="4806"/>
                      <a:pt x="3806" y="4805"/>
                    </a:cubicBezTo>
                    <a:cubicBezTo>
                      <a:pt x="3809" y="4804"/>
                      <a:pt x="3813" y="4803"/>
                      <a:pt x="3816" y="4802"/>
                    </a:cubicBezTo>
                    <a:cubicBezTo>
                      <a:pt x="3819" y="4802"/>
                      <a:pt x="3822" y="4801"/>
                      <a:pt x="3826" y="4800"/>
                    </a:cubicBezTo>
                    <a:cubicBezTo>
                      <a:pt x="3829" y="4799"/>
                      <a:pt x="3833" y="4799"/>
                      <a:pt x="3836" y="4798"/>
                    </a:cubicBezTo>
                    <a:cubicBezTo>
                      <a:pt x="3843" y="4796"/>
                      <a:pt x="3850" y="4794"/>
                      <a:pt x="3857" y="4792"/>
                    </a:cubicBezTo>
                    <a:cubicBezTo>
                      <a:pt x="3864" y="4789"/>
                      <a:pt x="3870" y="4786"/>
                      <a:pt x="3876" y="4784"/>
                    </a:cubicBezTo>
                    <a:cubicBezTo>
                      <a:pt x="3881" y="4781"/>
                      <a:pt x="3888" y="4780"/>
                      <a:pt x="3893" y="4777"/>
                    </a:cubicBezTo>
                    <a:cubicBezTo>
                      <a:pt x="3895" y="4776"/>
                      <a:pt x="3896" y="4775"/>
                      <a:pt x="3898" y="4774"/>
                    </a:cubicBezTo>
                    <a:cubicBezTo>
                      <a:pt x="3900" y="4774"/>
                      <a:pt x="3901" y="4774"/>
                      <a:pt x="3903" y="4774"/>
                    </a:cubicBezTo>
                    <a:cubicBezTo>
                      <a:pt x="3907" y="4773"/>
                      <a:pt x="3911" y="4774"/>
                      <a:pt x="3915" y="4775"/>
                    </a:cubicBezTo>
                    <a:cubicBezTo>
                      <a:pt x="3916" y="4776"/>
                      <a:pt x="3918" y="4776"/>
                      <a:pt x="3920" y="4777"/>
                    </a:cubicBezTo>
                    <a:cubicBezTo>
                      <a:pt x="3920" y="4777"/>
                      <a:pt x="3920" y="4777"/>
                      <a:pt x="3920" y="4777"/>
                    </a:cubicBezTo>
                    <a:cubicBezTo>
                      <a:pt x="3921" y="4777"/>
                      <a:pt x="3922" y="4777"/>
                      <a:pt x="3923" y="4777"/>
                    </a:cubicBezTo>
                    <a:cubicBezTo>
                      <a:pt x="3924" y="4777"/>
                      <a:pt x="3924" y="4777"/>
                      <a:pt x="3925" y="4777"/>
                    </a:cubicBezTo>
                    <a:cubicBezTo>
                      <a:pt x="3925" y="4777"/>
                      <a:pt x="3927" y="4777"/>
                      <a:pt x="3928" y="4777"/>
                    </a:cubicBezTo>
                    <a:cubicBezTo>
                      <a:pt x="3929" y="4778"/>
                      <a:pt x="3930" y="4779"/>
                      <a:pt x="3932" y="4780"/>
                    </a:cubicBezTo>
                    <a:cubicBezTo>
                      <a:pt x="3934" y="4781"/>
                      <a:pt x="3936" y="4782"/>
                      <a:pt x="3938" y="4784"/>
                    </a:cubicBezTo>
                    <a:cubicBezTo>
                      <a:pt x="3939" y="4785"/>
                      <a:pt x="3941" y="4786"/>
                      <a:pt x="3941" y="4787"/>
                    </a:cubicBezTo>
                    <a:cubicBezTo>
                      <a:pt x="3942" y="4788"/>
                      <a:pt x="3943" y="4789"/>
                      <a:pt x="3943" y="4791"/>
                    </a:cubicBezTo>
                    <a:cubicBezTo>
                      <a:pt x="3944" y="4793"/>
                      <a:pt x="3945" y="4796"/>
                      <a:pt x="3947" y="4798"/>
                    </a:cubicBezTo>
                    <a:cubicBezTo>
                      <a:pt x="3949" y="4799"/>
                      <a:pt x="3951" y="4801"/>
                      <a:pt x="3954" y="4802"/>
                    </a:cubicBezTo>
                    <a:cubicBezTo>
                      <a:pt x="3954" y="4802"/>
                      <a:pt x="3955" y="4802"/>
                      <a:pt x="3955" y="4803"/>
                    </a:cubicBezTo>
                    <a:cubicBezTo>
                      <a:pt x="3956" y="4803"/>
                      <a:pt x="3956" y="4803"/>
                      <a:pt x="3956" y="4803"/>
                    </a:cubicBezTo>
                    <a:cubicBezTo>
                      <a:pt x="3958" y="4805"/>
                      <a:pt x="3959" y="4807"/>
                      <a:pt x="3960" y="4809"/>
                    </a:cubicBezTo>
                    <a:cubicBezTo>
                      <a:pt x="3961" y="4811"/>
                      <a:pt x="3962" y="4813"/>
                      <a:pt x="3962" y="4815"/>
                    </a:cubicBezTo>
                    <a:cubicBezTo>
                      <a:pt x="3962" y="4817"/>
                      <a:pt x="3962" y="4818"/>
                      <a:pt x="3962" y="4820"/>
                    </a:cubicBezTo>
                    <a:cubicBezTo>
                      <a:pt x="3962" y="4822"/>
                      <a:pt x="3963" y="4824"/>
                      <a:pt x="3963" y="4826"/>
                    </a:cubicBezTo>
                    <a:cubicBezTo>
                      <a:pt x="3967" y="4829"/>
                      <a:pt x="3970" y="4836"/>
                      <a:pt x="3966" y="4840"/>
                    </a:cubicBezTo>
                    <a:cubicBezTo>
                      <a:pt x="3963" y="4843"/>
                      <a:pt x="3959" y="4841"/>
                      <a:pt x="3956" y="4842"/>
                    </a:cubicBezTo>
                    <a:cubicBezTo>
                      <a:pt x="3949" y="4842"/>
                      <a:pt x="3943" y="4845"/>
                      <a:pt x="3937" y="4845"/>
                    </a:cubicBezTo>
                    <a:cubicBezTo>
                      <a:pt x="3933" y="4846"/>
                      <a:pt x="3928" y="4846"/>
                      <a:pt x="3924" y="4847"/>
                    </a:cubicBezTo>
                    <a:cubicBezTo>
                      <a:pt x="3920" y="4848"/>
                      <a:pt x="3917" y="4851"/>
                      <a:pt x="3914" y="4853"/>
                    </a:cubicBezTo>
                    <a:cubicBezTo>
                      <a:pt x="3910" y="4856"/>
                      <a:pt x="3906" y="4860"/>
                      <a:pt x="3902" y="4863"/>
                    </a:cubicBezTo>
                    <a:cubicBezTo>
                      <a:pt x="3901" y="4863"/>
                      <a:pt x="3899" y="4864"/>
                      <a:pt x="3898" y="4866"/>
                    </a:cubicBezTo>
                    <a:cubicBezTo>
                      <a:pt x="3898" y="4866"/>
                      <a:pt x="3898" y="4866"/>
                      <a:pt x="3898" y="4866"/>
                    </a:cubicBezTo>
                    <a:cubicBezTo>
                      <a:pt x="3896" y="4868"/>
                      <a:pt x="3894" y="4870"/>
                      <a:pt x="3894" y="4873"/>
                    </a:cubicBezTo>
                    <a:cubicBezTo>
                      <a:pt x="3894" y="4877"/>
                      <a:pt x="3901" y="4877"/>
                      <a:pt x="3904" y="4877"/>
                    </a:cubicBezTo>
                    <a:cubicBezTo>
                      <a:pt x="3905" y="4877"/>
                      <a:pt x="3905" y="4877"/>
                      <a:pt x="3906" y="4877"/>
                    </a:cubicBezTo>
                    <a:cubicBezTo>
                      <a:pt x="3906" y="4877"/>
                      <a:pt x="3906" y="4877"/>
                      <a:pt x="3906" y="4877"/>
                    </a:cubicBezTo>
                    <a:cubicBezTo>
                      <a:pt x="3908" y="4877"/>
                      <a:pt x="3910" y="4877"/>
                      <a:pt x="3911" y="4877"/>
                    </a:cubicBezTo>
                    <a:cubicBezTo>
                      <a:pt x="3915" y="4877"/>
                      <a:pt x="3916" y="4880"/>
                      <a:pt x="3918" y="4883"/>
                    </a:cubicBezTo>
                    <a:cubicBezTo>
                      <a:pt x="3916" y="4888"/>
                      <a:pt x="3910" y="4889"/>
                      <a:pt x="3906" y="4890"/>
                    </a:cubicBezTo>
                    <a:cubicBezTo>
                      <a:pt x="3901" y="4891"/>
                      <a:pt x="3897" y="4893"/>
                      <a:pt x="3894" y="4897"/>
                    </a:cubicBezTo>
                    <a:cubicBezTo>
                      <a:pt x="3892" y="4901"/>
                      <a:pt x="3891" y="4904"/>
                      <a:pt x="3892" y="4908"/>
                    </a:cubicBezTo>
                    <a:cubicBezTo>
                      <a:pt x="3893" y="4911"/>
                      <a:pt x="3894" y="4914"/>
                      <a:pt x="3891" y="4916"/>
                    </a:cubicBezTo>
                    <a:cubicBezTo>
                      <a:pt x="3888" y="4918"/>
                      <a:pt x="3884" y="4918"/>
                      <a:pt x="3881" y="4917"/>
                    </a:cubicBezTo>
                    <a:cubicBezTo>
                      <a:pt x="3877" y="4915"/>
                      <a:pt x="3873" y="4913"/>
                      <a:pt x="3870" y="4915"/>
                    </a:cubicBezTo>
                    <a:cubicBezTo>
                      <a:pt x="3865" y="4918"/>
                      <a:pt x="3860" y="4920"/>
                      <a:pt x="3855" y="4919"/>
                    </a:cubicBezTo>
                    <a:cubicBezTo>
                      <a:pt x="3850" y="4917"/>
                      <a:pt x="3848" y="4912"/>
                      <a:pt x="3844" y="4909"/>
                    </a:cubicBezTo>
                    <a:cubicBezTo>
                      <a:pt x="3839" y="4903"/>
                      <a:pt x="3832" y="4900"/>
                      <a:pt x="3824" y="4899"/>
                    </a:cubicBezTo>
                    <a:cubicBezTo>
                      <a:pt x="3821" y="4898"/>
                      <a:pt x="3818" y="4898"/>
                      <a:pt x="3815" y="4897"/>
                    </a:cubicBezTo>
                    <a:cubicBezTo>
                      <a:pt x="3814" y="4897"/>
                      <a:pt x="3812" y="4896"/>
                      <a:pt x="3811" y="4896"/>
                    </a:cubicBezTo>
                    <a:cubicBezTo>
                      <a:pt x="3810" y="4896"/>
                      <a:pt x="3809" y="4896"/>
                      <a:pt x="3807" y="4896"/>
                    </a:cubicBezTo>
                    <a:cubicBezTo>
                      <a:pt x="3801" y="4896"/>
                      <a:pt x="3795" y="4896"/>
                      <a:pt x="3788" y="4895"/>
                    </a:cubicBezTo>
                    <a:cubicBezTo>
                      <a:pt x="3786" y="4895"/>
                      <a:pt x="3783" y="4895"/>
                      <a:pt x="3780" y="4896"/>
                    </a:cubicBezTo>
                    <a:cubicBezTo>
                      <a:pt x="3778" y="4898"/>
                      <a:pt x="3776" y="4899"/>
                      <a:pt x="3773" y="4901"/>
                    </a:cubicBezTo>
                    <a:cubicBezTo>
                      <a:pt x="3770" y="4903"/>
                      <a:pt x="3766" y="4905"/>
                      <a:pt x="3764" y="4908"/>
                    </a:cubicBezTo>
                    <a:cubicBezTo>
                      <a:pt x="3762" y="4910"/>
                      <a:pt x="3761" y="4913"/>
                      <a:pt x="3758" y="4916"/>
                    </a:cubicBezTo>
                    <a:cubicBezTo>
                      <a:pt x="3756" y="4919"/>
                      <a:pt x="3753" y="4921"/>
                      <a:pt x="3750" y="4924"/>
                    </a:cubicBezTo>
                    <a:cubicBezTo>
                      <a:pt x="3747" y="4927"/>
                      <a:pt x="3745" y="4931"/>
                      <a:pt x="3741" y="4933"/>
                    </a:cubicBezTo>
                    <a:cubicBezTo>
                      <a:pt x="3738" y="4936"/>
                      <a:pt x="3735" y="4938"/>
                      <a:pt x="3733" y="4941"/>
                    </a:cubicBezTo>
                    <a:cubicBezTo>
                      <a:pt x="3732" y="4944"/>
                      <a:pt x="3731" y="4947"/>
                      <a:pt x="3730" y="4950"/>
                    </a:cubicBezTo>
                    <a:cubicBezTo>
                      <a:pt x="3730" y="4951"/>
                      <a:pt x="3730" y="4951"/>
                      <a:pt x="3729" y="4952"/>
                    </a:cubicBezTo>
                    <a:cubicBezTo>
                      <a:pt x="3728" y="4954"/>
                      <a:pt x="3727" y="4956"/>
                      <a:pt x="3727" y="4958"/>
                    </a:cubicBezTo>
                    <a:cubicBezTo>
                      <a:pt x="3727" y="4960"/>
                      <a:pt x="3728" y="4961"/>
                      <a:pt x="3730" y="4962"/>
                    </a:cubicBezTo>
                    <a:cubicBezTo>
                      <a:pt x="3734" y="4963"/>
                      <a:pt x="3739" y="4963"/>
                      <a:pt x="3743" y="4964"/>
                    </a:cubicBezTo>
                    <a:cubicBezTo>
                      <a:pt x="3744" y="4964"/>
                      <a:pt x="3745" y="4965"/>
                      <a:pt x="3746" y="4966"/>
                    </a:cubicBezTo>
                    <a:cubicBezTo>
                      <a:pt x="3751" y="4969"/>
                      <a:pt x="3750" y="4977"/>
                      <a:pt x="3749" y="4982"/>
                    </a:cubicBezTo>
                    <a:cubicBezTo>
                      <a:pt x="3749" y="4982"/>
                      <a:pt x="3749" y="4983"/>
                      <a:pt x="3749" y="4983"/>
                    </a:cubicBezTo>
                    <a:cubicBezTo>
                      <a:pt x="3748" y="4986"/>
                      <a:pt x="3746" y="4992"/>
                      <a:pt x="3748" y="4993"/>
                    </a:cubicBezTo>
                    <a:cubicBezTo>
                      <a:pt x="3749" y="4993"/>
                      <a:pt x="3749" y="4993"/>
                      <a:pt x="3750" y="4993"/>
                    </a:cubicBezTo>
                    <a:cubicBezTo>
                      <a:pt x="3751" y="4993"/>
                      <a:pt x="3753" y="4992"/>
                      <a:pt x="3754" y="4993"/>
                    </a:cubicBezTo>
                    <a:cubicBezTo>
                      <a:pt x="3758" y="4994"/>
                      <a:pt x="3757" y="5001"/>
                      <a:pt x="3757" y="5004"/>
                    </a:cubicBezTo>
                    <a:cubicBezTo>
                      <a:pt x="3756" y="5008"/>
                      <a:pt x="3754" y="5011"/>
                      <a:pt x="3751" y="5014"/>
                    </a:cubicBezTo>
                    <a:cubicBezTo>
                      <a:pt x="3750" y="5015"/>
                      <a:pt x="3748" y="5016"/>
                      <a:pt x="3747" y="5017"/>
                    </a:cubicBezTo>
                    <a:cubicBezTo>
                      <a:pt x="3745" y="5020"/>
                      <a:pt x="3743" y="5022"/>
                      <a:pt x="3741" y="5024"/>
                    </a:cubicBezTo>
                    <a:cubicBezTo>
                      <a:pt x="3738" y="5027"/>
                      <a:pt x="3736" y="5031"/>
                      <a:pt x="3735" y="5034"/>
                    </a:cubicBezTo>
                    <a:cubicBezTo>
                      <a:pt x="3734" y="5038"/>
                      <a:pt x="3734" y="5043"/>
                      <a:pt x="3733" y="5047"/>
                    </a:cubicBezTo>
                    <a:cubicBezTo>
                      <a:pt x="3733" y="5047"/>
                      <a:pt x="3733" y="5047"/>
                      <a:pt x="3733" y="5047"/>
                    </a:cubicBezTo>
                    <a:cubicBezTo>
                      <a:pt x="3733" y="5049"/>
                      <a:pt x="3733" y="5050"/>
                      <a:pt x="3733" y="5052"/>
                    </a:cubicBezTo>
                    <a:cubicBezTo>
                      <a:pt x="3733" y="5054"/>
                      <a:pt x="3733" y="5059"/>
                      <a:pt x="3736" y="5059"/>
                    </a:cubicBezTo>
                    <a:cubicBezTo>
                      <a:pt x="3740" y="5059"/>
                      <a:pt x="3743" y="5056"/>
                      <a:pt x="3746" y="5054"/>
                    </a:cubicBezTo>
                    <a:cubicBezTo>
                      <a:pt x="3747" y="5053"/>
                      <a:pt x="3749" y="5052"/>
                      <a:pt x="3751" y="5052"/>
                    </a:cubicBezTo>
                    <a:cubicBezTo>
                      <a:pt x="3751" y="5052"/>
                      <a:pt x="3751" y="5052"/>
                      <a:pt x="3751" y="5052"/>
                    </a:cubicBezTo>
                    <a:cubicBezTo>
                      <a:pt x="3751" y="5052"/>
                      <a:pt x="3751" y="5052"/>
                      <a:pt x="3752" y="5052"/>
                    </a:cubicBezTo>
                    <a:cubicBezTo>
                      <a:pt x="3754" y="5051"/>
                      <a:pt x="3756" y="5050"/>
                      <a:pt x="3758" y="5050"/>
                    </a:cubicBezTo>
                    <a:cubicBezTo>
                      <a:pt x="3760" y="5049"/>
                      <a:pt x="3761" y="5051"/>
                      <a:pt x="3762" y="5052"/>
                    </a:cubicBezTo>
                    <a:cubicBezTo>
                      <a:pt x="3763" y="5054"/>
                      <a:pt x="3763" y="5055"/>
                      <a:pt x="3762" y="5057"/>
                    </a:cubicBezTo>
                    <a:cubicBezTo>
                      <a:pt x="3761" y="5060"/>
                      <a:pt x="3758" y="5062"/>
                      <a:pt x="3756" y="5065"/>
                    </a:cubicBezTo>
                    <a:cubicBezTo>
                      <a:pt x="3754" y="5067"/>
                      <a:pt x="3753" y="5070"/>
                      <a:pt x="3751" y="5073"/>
                    </a:cubicBezTo>
                    <a:cubicBezTo>
                      <a:pt x="3749" y="5076"/>
                      <a:pt x="3747" y="5078"/>
                      <a:pt x="3744" y="5080"/>
                    </a:cubicBezTo>
                    <a:cubicBezTo>
                      <a:pt x="3741" y="5082"/>
                      <a:pt x="3740" y="5085"/>
                      <a:pt x="3738" y="5087"/>
                    </a:cubicBezTo>
                    <a:cubicBezTo>
                      <a:pt x="3735" y="5090"/>
                      <a:pt x="3732" y="5093"/>
                      <a:pt x="3729" y="5095"/>
                    </a:cubicBezTo>
                    <a:cubicBezTo>
                      <a:pt x="3728" y="5096"/>
                      <a:pt x="3727" y="5097"/>
                      <a:pt x="3727" y="5098"/>
                    </a:cubicBezTo>
                    <a:cubicBezTo>
                      <a:pt x="3726" y="5098"/>
                      <a:pt x="3726" y="5098"/>
                      <a:pt x="3726" y="5098"/>
                    </a:cubicBezTo>
                    <a:cubicBezTo>
                      <a:pt x="3725" y="5099"/>
                      <a:pt x="3724" y="5100"/>
                      <a:pt x="3724" y="5102"/>
                    </a:cubicBezTo>
                    <a:cubicBezTo>
                      <a:pt x="3722" y="5104"/>
                      <a:pt x="3725" y="5105"/>
                      <a:pt x="3727" y="5106"/>
                    </a:cubicBezTo>
                    <a:cubicBezTo>
                      <a:pt x="3728" y="5106"/>
                      <a:pt x="3730" y="5107"/>
                      <a:pt x="3731" y="5107"/>
                    </a:cubicBezTo>
                    <a:cubicBezTo>
                      <a:pt x="3733" y="5108"/>
                      <a:pt x="3734" y="5108"/>
                      <a:pt x="3735" y="5109"/>
                    </a:cubicBezTo>
                    <a:cubicBezTo>
                      <a:pt x="3736" y="5111"/>
                      <a:pt x="3737" y="5112"/>
                      <a:pt x="3737" y="5113"/>
                    </a:cubicBezTo>
                    <a:cubicBezTo>
                      <a:pt x="3739" y="5117"/>
                      <a:pt x="3738" y="5122"/>
                      <a:pt x="3737" y="5125"/>
                    </a:cubicBezTo>
                    <a:cubicBezTo>
                      <a:pt x="3737" y="5127"/>
                      <a:pt x="3736" y="5129"/>
                      <a:pt x="3735" y="5130"/>
                    </a:cubicBezTo>
                    <a:cubicBezTo>
                      <a:pt x="3734" y="5132"/>
                      <a:pt x="3733" y="5134"/>
                      <a:pt x="3733" y="5136"/>
                    </a:cubicBezTo>
                    <a:cubicBezTo>
                      <a:pt x="3732" y="5140"/>
                      <a:pt x="3732" y="5145"/>
                      <a:pt x="3730" y="5149"/>
                    </a:cubicBezTo>
                    <a:cubicBezTo>
                      <a:pt x="3730" y="5152"/>
                      <a:pt x="3730" y="5156"/>
                      <a:pt x="3730" y="5159"/>
                    </a:cubicBezTo>
                    <a:cubicBezTo>
                      <a:pt x="3730" y="5160"/>
                      <a:pt x="3730" y="5161"/>
                      <a:pt x="3730" y="5162"/>
                    </a:cubicBezTo>
                    <a:cubicBezTo>
                      <a:pt x="3730" y="5165"/>
                      <a:pt x="3730" y="5169"/>
                      <a:pt x="3733" y="5170"/>
                    </a:cubicBezTo>
                    <a:cubicBezTo>
                      <a:pt x="3737" y="5170"/>
                      <a:pt x="3740" y="5169"/>
                      <a:pt x="3743" y="5168"/>
                    </a:cubicBezTo>
                    <a:cubicBezTo>
                      <a:pt x="3744" y="5168"/>
                      <a:pt x="3745" y="5168"/>
                      <a:pt x="3746" y="5168"/>
                    </a:cubicBezTo>
                    <a:cubicBezTo>
                      <a:pt x="3748" y="5168"/>
                      <a:pt x="3749" y="5168"/>
                      <a:pt x="3750" y="5170"/>
                    </a:cubicBezTo>
                    <a:cubicBezTo>
                      <a:pt x="3751" y="5172"/>
                      <a:pt x="3750" y="5174"/>
                      <a:pt x="3750" y="5175"/>
                    </a:cubicBezTo>
                    <a:cubicBezTo>
                      <a:pt x="3750" y="5176"/>
                      <a:pt x="3750" y="5177"/>
                      <a:pt x="3750" y="5178"/>
                    </a:cubicBezTo>
                    <a:cubicBezTo>
                      <a:pt x="3750" y="5181"/>
                      <a:pt x="3750" y="5184"/>
                      <a:pt x="3751" y="5187"/>
                    </a:cubicBezTo>
                    <a:cubicBezTo>
                      <a:pt x="3752" y="5187"/>
                      <a:pt x="3752" y="5187"/>
                      <a:pt x="3752" y="5187"/>
                    </a:cubicBezTo>
                    <a:cubicBezTo>
                      <a:pt x="3754" y="5190"/>
                      <a:pt x="3759" y="5188"/>
                      <a:pt x="3761" y="5187"/>
                    </a:cubicBezTo>
                    <a:cubicBezTo>
                      <a:pt x="3764" y="5187"/>
                      <a:pt x="3767" y="5186"/>
                      <a:pt x="3770" y="5184"/>
                    </a:cubicBezTo>
                    <a:cubicBezTo>
                      <a:pt x="3771" y="5184"/>
                      <a:pt x="3771" y="5183"/>
                      <a:pt x="3772" y="5183"/>
                    </a:cubicBezTo>
                    <a:cubicBezTo>
                      <a:pt x="3775" y="5180"/>
                      <a:pt x="3777" y="5177"/>
                      <a:pt x="3780" y="5175"/>
                    </a:cubicBezTo>
                    <a:cubicBezTo>
                      <a:pt x="3784" y="5170"/>
                      <a:pt x="3790" y="5172"/>
                      <a:pt x="3795" y="5174"/>
                    </a:cubicBezTo>
                    <a:cubicBezTo>
                      <a:pt x="3796" y="5174"/>
                      <a:pt x="3797" y="5175"/>
                      <a:pt x="3798" y="5175"/>
                    </a:cubicBezTo>
                    <a:cubicBezTo>
                      <a:pt x="3800" y="5176"/>
                      <a:pt x="3804" y="5177"/>
                      <a:pt x="3805" y="5180"/>
                    </a:cubicBezTo>
                    <a:cubicBezTo>
                      <a:pt x="3806" y="5183"/>
                      <a:pt x="3803" y="5184"/>
                      <a:pt x="3801" y="5185"/>
                    </a:cubicBezTo>
                    <a:cubicBezTo>
                      <a:pt x="3797" y="5187"/>
                      <a:pt x="3793" y="5188"/>
                      <a:pt x="3789" y="5190"/>
                    </a:cubicBezTo>
                    <a:cubicBezTo>
                      <a:pt x="3785" y="5192"/>
                      <a:pt x="3781" y="5194"/>
                      <a:pt x="3776" y="5195"/>
                    </a:cubicBezTo>
                    <a:cubicBezTo>
                      <a:pt x="3768" y="5197"/>
                      <a:pt x="3759" y="5197"/>
                      <a:pt x="3750" y="5198"/>
                    </a:cubicBezTo>
                    <a:cubicBezTo>
                      <a:pt x="3742" y="5200"/>
                      <a:pt x="3731" y="5202"/>
                      <a:pt x="3725" y="5208"/>
                    </a:cubicBezTo>
                    <a:cubicBezTo>
                      <a:pt x="3722" y="5210"/>
                      <a:pt x="3722" y="5214"/>
                      <a:pt x="3721" y="5217"/>
                    </a:cubicBezTo>
                    <a:cubicBezTo>
                      <a:pt x="3721" y="5222"/>
                      <a:pt x="3721" y="5227"/>
                      <a:pt x="3720" y="5232"/>
                    </a:cubicBezTo>
                    <a:cubicBezTo>
                      <a:pt x="3719" y="5240"/>
                      <a:pt x="3717" y="5249"/>
                      <a:pt x="3711" y="5255"/>
                    </a:cubicBezTo>
                    <a:cubicBezTo>
                      <a:pt x="3707" y="5260"/>
                      <a:pt x="3700" y="5262"/>
                      <a:pt x="3694" y="5263"/>
                    </a:cubicBezTo>
                    <a:cubicBezTo>
                      <a:pt x="3693" y="5263"/>
                      <a:pt x="3692" y="5263"/>
                      <a:pt x="3691" y="5263"/>
                    </a:cubicBezTo>
                    <a:cubicBezTo>
                      <a:pt x="3689" y="5264"/>
                      <a:pt x="3688" y="5264"/>
                      <a:pt x="3687" y="5264"/>
                    </a:cubicBezTo>
                    <a:cubicBezTo>
                      <a:pt x="3686" y="5264"/>
                      <a:pt x="3685" y="5265"/>
                      <a:pt x="3683" y="5265"/>
                    </a:cubicBezTo>
                    <a:cubicBezTo>
                      <a:pt x="3681" y="5266"/>
                      <a:pt x="3678" y="5266"/>
                      <a:pt x="3675" y="5267"/>
                    </a:cubicBezTo>
                    <a:cubicBezTo>
                      <a:pt x="3673" y="5268"/>
                      <a:pt x="3672" y="5269"/>
                      <a:pt x="3670" y="5270"/>
                    </a:cubicBezTo>
                    <a:cubicBezTo>
                      <a:pt x="3668" y="5271"/>
                      <a:pt x="3666" y="5272"/>
                      <a:pt x="3664" y="5273"/>
                    </a:cubicBezTo>
                    <a:cubicBezTo>
                      <a:pt x="3662" y="5274"/>
                      <a:pt x="3660" y="5275"/>
                      <a:pt x="3658" y="5277"/>
                    </a:cubicBezTo>
                    <a:cubicBezTo>
                      <a:pt x="3656" y="5279"/>
                      <a:pt x="3653" y="5281"/>
                      <a:pt x="3651" y="5283"/>
                    </a:cubicBezTo>
                    <a:cubicBezTo>
                      <a:pt x="3649" y="5285"/>
                      <a:pt x="3648" y="5287"/>
                      <a:pt x="3646" y="5290"/>
                    </a:cubicBezTo>
                    <a:cubicBezTo>
                      <a:pt x="3646" y="5291"/>
                      <a:pt x="3645" y="5292"/>
                      <a:pt x="3644" y="5293"/>
                    </a:cubicBezTo>
                    <a:cubicBezTo>
                      <a:pt x="3644" y="5294"/>
                      <a:pt x="3644" y="5294"/>
                      <a:pt x="3644" y="5295"/>
                    </a:cubicBezTo>
                    <a:cubicBezTo>
                      <a:pt x="3644" y="5295"/>
                      <a:pt x="3643" y="5296"/>
                      <a:pt x="3643" y="5296"/>
                    </a:cubicBezTo>
                    <a:cubicBezTo>
                      <a:pt x="3642" y="5297"/>
                      <a:pt x="3642" y="5298"/>
                      <a:pt x="3641" y="5298"/>
                    </a:cubicBezTo>
                    <a:cubicBezTo>
                      <a:pt x="3640" y="5299"/>
                      <a:pt x="3640" y="5301"/>
                      <a:pt x="3639" y="5302"/>
                    </a:cubicBezTo>
                    <a:cubicBezTo>
                      <a:pt x="3638" y="5303"/>
                      <a:pt x="3637" y="5304"/>
                      <a:pt x="3636" y="5306"/>
                    </a:cubicBezTo>
                    <a:cubicBezTo>
                      <a:pt x="3636" y="5306"/>
                      <a:pt x="3635" y="5307"/>
                      <a:pt x="3635" y="5307"/>
                    </a:cubicBezTo>
                    <a:cubicBezTo>
                      <a:pt x="3634" y="5308"/>
                      <a:pt x="3634" y="5308"/>
                      <a:pt x="3633" y="5309"/>
                    </a:cubicBezTo>
                    <a:cubicBezTo>
                      <a:pt x="3632" y="5310"/>
                      <a:pt x="3631" y="5312"/>
                      <a:pt x="3630" y="5313"/>
                    </a:cubicBezTo>
                    <a:cubicBezTo>
                      <a:pt x="3630" y="5313"/>
                      <a:pt x="3629" y="5314"/>
                      <a:pt x="3629" y="5315"/>
                    </a:cubicBezTo>
                    <a:cubicBezTo>
                      <a:pt x="3628" y="5315"/>
                      <a:pt x="3628" y="5316"/>
                      <a:pt x="3627" y="5316"/>
                    </a:cubicBezTo>
                    <a:cubicBezTo>
                      <a:pt x="3626" y="5317"/>
                      <a:pt x="3625" y="5319"/>
                      <a:pt x="3624" y="5320"/>
                    </a:cubicBezTo>
                    <a:cubicBezTo>
                      <a:pt x="3623" y="5320"/>
                      <a:pt x="3623" y="5321"/>
                      <a:pt x="3622" y="5321"/>
                    </a:cubicBezTo>
                    <a:cubicBezTo>
                      <a:pt x="3621" y="5322"/>
                      <a:pt x="3621" y="5322"/>
                      <a:pt x="3620" y="5322"/>
                    </a:cubicBezTo>
                    <a:cubicBezTo>
                      <a:pt x="3619" y="5324"/>
                      <a:pt x="3618" y="5325"/>
                      <a:pt x="3616" y="5327"/>
                    </a:cubicBezTo>
                    <a:cubicBezTo>
                      <a:pt x="3616" y="5328"/>
                      <a:pt x="3615" y="5329"/>
                      <a:pt x="3615" y="5329"/>
                    </a:cubicBezTo>
                    <a:cubicBezTo>
                      <a:pt x="3615" y="5330"/>
                      <a:pt x="3614" y="5330"/>
                      <a:pt x="3614" y="5331"/>
                    </a:cubicBezTo>
                    <a:cubicBezTo>
                      <a:pt x="3613" y="5332"/>
                      <a:pt x="3613" y="5333"/>
                      <a:pt x="3612" y="5334"/>
                    </a:cubicBezTo>
                    <a:cubicBezTo>
                      <a:pt x="3612" y="5334"/>
                      <a:pt x="3611" y="5335"/>
                      <a:pt x="3611" y="5336"/>
                    </a:cubicBezTo>
                    <a:cubicBezTo>
                      <a:pt x="3611" y="5337"/>
                      <a:pt x="3610" y="5338"/>
                      <a:pt x="3610" y="5339"/>
                    </a:cubicBezTo>
                    <a:cubicBezTo>
                      <a:pt x="3609" y="5341"/>
                      <a:pt x="3609" y="5342"/>
                      <a:pt x="3609" y="5343"/>
                    </a:cubicBezTo>
                    <a:cubicBezTo>
                      <a:pt x="3608" y="5344"/>
                      <a:pt x="3608" y="5345"/>
                      <a:pt x="3608" y="5346"/>
                    </a:cubicBezTo>
                    <a:cubicBezTo>
                      <a:pt x="3608" y="5348"/>
                      <a:pt x="3608" y="5350"/>
                      <a:pt x="3608" y="5352"/>
                    </a:cubicBezTo>
                    <a:cubicBezTo>
                      <a:pt x="3608" y="5352"/>
                      <a:pt x="3608" y="5353"/>
                      <a:pt x="3608" y="5354"/>
                    </a:cubicBezTo>
                    <a:cubicBezTo>
                      <a:pt x="3608" y="5355"/>
                      <a:pt x="3608" y="5356"/>
                      <a:pt x="3608" y="5356"/>
                    </a:cubicBezTo>
                    <a:cubicBezTo>
                      <a:pt x="3608" y="5358"/>
                      <a:pt x="3608" y="5359"/>
                      <a:pt x="3607" y="5361"/>
                    </a:cubicBezTo>
                    <a:cubicBezTo>
                      <a:pt x="3607" y="5362"/>
                      <a:pt x="3606" y="5363"/>
                      <a:pt x="3606" y="5364"/>
                    </a:cubicBezTo>
                    <a:cubicBezTo>
                      <a:pt x="3605" y="5365"/>
                      <a:pt x="3605" y="5367"/>
                      <a:pt x="3604" y="5367"/>
                    </a:cubicBezTo>
                    <a:cubicBezTo>
                      <a:pt x="3604" y="5368"/>
                      <a:pt x="3603" y="5368"/>
                      <a:pt x="3603" y="5368"/>
                    </a:cubicBezTo>
                    <a:cubicBezTo>
                      <a:pt x="3602" y="5369"/>
                      <a:pt x="3601" y="5371"/>
                      <a:pt x="3600" y="5371"/>
                    </a:cubicBezTo>
                    <a:cubicBezTo>
                      <a:pt x="3599" y="5372"/>
                      <a:pt x="3599" y="5372"/>
                      <a:pt x="3599" y="5372"/>
                    </a:cubicBezTo>
                    <a:cubicBezTo>
                      <a:pt x="3598" y="5373"/>
                      <a:pt x="3598" y="5373"/>
                      <a:pt x="3597" y="5374"/>
                    </a:cubicBezTo>
                    <a:cubicBezTo>
                      <a:pt x="3597" y="5374"/>
                      <a:pt x="3596" y="5375"/>
                      <a:pt x="3596" y="5375"/>
                    </a:cubicBezTo>
                    <a:cubicBezTo>
                      <a:pt x="3596" y="5375"/>
                      <a:pt x="3595" y="5376"/>
                      <a:pt x="3595" y="5376"/>
                    </a:cubicBezTo>
                    <a:cubicBezTo>
                      <a:pt x="3594" y="5378"/>
                      <a:pt x="3593" y="5379"/>
                      <a:pt x="3592" y="5380"/>
                    </a:cubicBezTo>
                    <a:cubicBezTo>
                      <a:pt x="3591" y="5381"/>
                      <a:pt x="3590" y="5383"/>
                      <a:pt x="3589" y="5385"/>
                    </a:cubicBezTo>
                    <a:cubicBezTo>
                      <a:pt x="3589" y="5386"/>
                      <a:pt x="3588" y="5386"/>
                      <a:pt x="3588" y="5387"/>
                    </a:cubicBezTo>
                    <a:cubicBezTo>
                      <a:pt x="3587" y="5388"/>
                      <a:pt x="3586" y="5390"/>
                      <a:pt x="3586" y="5391"/>
                    </a:cubicBezTo>
                    <a:cubicBezTo>
                      <a:pt x="3585" y="5391"/>
                      <a:pt x="3585" y="5392"/>
                      <a:pt x="3584" y="5393"/>
                    </a:cubicBezTo>
                    <a:cubicBezTo>
                      <a:pt x="3584" y="5394"/>
                      <a:pt x="3583" y="5395"/>
                      <a:pt x="3583" y="5396"/>
                    </a:cubicBezTo>
                    <a:cubicBezTo>
                      <a:pt x="3582" y="5396"/>
                      <a:pt x="3582" y="5397"/>
                      <a:pt x="3582" y="5398"/>
                    </a:cubicBezTo>
                    <a:cubicBezTo>
                      <a:pt x="3581" y="5399"/>
                      <a:pt x="3580" y="5399"/>
                      <a:pt x="3580" y="5400"/>
                    </a:cubicBezTo>
                    <a:cubicBezTo>
                      <a:pt x="3579" y="5402"/>
                      <a:pt x="3578" y="5403"/>
                      <a:pt x="3577" y="5405"/>
                    </a:cubicBezTo>
                    <a:cubicBezTo>
                      <a:pt x="3576" y="5406"/>
                      <a:pt x="3576" y="5407"/>
                      <a:pt x="3575" y="5407"/>
                    </a:cubicBezTo>
                    <a:cubicBezTo>
                      <a:pt x="3575" y="5408"/>
                      <a:pt x="3575" y="5408"/>
                      <a:pt x="3574" y="5409"/>
                    </a:cubicBezTo>
                    <a:cubicBezTo>
                      <a:pt x="3573" y="5410"/>
                      <a:pt x="3572" y="5412"/>
                      <a:pt x="3570" y="5413"/>
                    </a:cubicBezTo>
                    <a:cubicBezTo>
                      <a:pt x="3569" y="5414"/>
                      <a:pt x="3567" y="5415"/>
                      <a:pt x="3566" y="5416"/>
                    </a:cubicBezTo>
                    <a:cubicBezTo>
                      <a:pt x="3565" y="5417"/>
                      <a:pt x="3564" y="5417"/>
                      <a:pt x="3563" y="5418"/>
                    </a:cubicBezTo>
                    <a:cubicBezTo>
                      <a:pt x="3562" y="5418"/>
                      <a:pt x="3560" y="5419"/>
                      <a:pt x="3559" y="5419"/>
                    </a:cubicBezTo>
                    <a:cubicBezTo>
                      <a:pt x="3558" y="5420"/>
                      <a:pt x="3557" y="5420"/>
                      <a:pt x="3556" y="5420"/>
                    </a:cubicBezTo>
                    <a:cubicBezTo>
                      <a:pt x="3554" y="5420"/>
                      <a:pt x="3553" y="5420"/>
                      <a:pt x="3552" y="5421"/>
                    </a:cubicBezTo>
                    <a:cubicBezTo>
                      <a:pt x="3550" y="5421"/>
                      <a:pt x="3549" y="5421"/>
                      <a:pt x="3547" y="5422"/>
                    </a:cubicBezTo>
                    <a:cubicBezTo>
                      <a:pt x="3546" y="5422"/>
                      <a:pt x="3545" y="5423"/>
                      <a:pt x="3544" y="5423"/>
                    </a:cubicBezTo>
                    <a:cubicBezTo>
                      <a:pt x="3541" y="5424"/>
                      <a:pt x="3539" y="5426"/>
                      <a:pt x="3537" y="5426"/>
                    </a:cubicBezTo>
                    <a:cubicBezTo>
                      <a:pt x="3535" y="5427"/>
                      <a:pt x="3533" y="5428"/>
                      <a:pt x="3532" y="5429"/>
                    </a:cubicBezTo>
                    <a:cubicBezTo>
                      <a:pt x="3530" y="5430"/>
                      <a:pt x="3529" y="5431"/>
                      <a:pt x="3528" y="5432"/>
                    </a:cubicBezTo>
                    <a:cubicBezTo>
                      <a:pt x="3527" y="5432"/>
                      <a:pt x="3527" y="5433"/>
                      <a:pt x="3527" y="5434"/>
                    </a:cubicBezTo>
                    <a:cubicBezTo>
                      <a:pt x="3526" y="5436"/>
                      <a:pt x="3526" y="5438"/>
                      <a:pt x="3526" y="5440"/>
                    </a:cubicBezTo>
                    <a:cubicBezTo>
                      <a:pt x="3525" y="5441"/>
                      <a:pt x="3526" y="5443"/>
                      <a:pt x="3526" y="5444"/>
                    </a:cubicBezTo>
                    <a:cubicBezTo>
                      <a:pt x="3526" y="5445"/>
                      <a:pt x="3526" y="5446"/>
                      <a:pt x="3525" y="5447"/>
                    </a:cubicBezTo>
                    <a:cubicBezTo>
                      <a:pt x="3525" y="5447"/>
                      <a:pt x="3525" y="5448"/>
                      <a:pt x="3525" y="5448"/>
                    </a:cubicBezTo>
                    <a:cubicBezTo>
                      <a:pt x="3525" y="5448"/>
                      <a:pt x="3525" y="5449"/>
                      <a:pt x="3525" y="5449"/>
                    </a:cubicBezTo>
                    <a:cubicBezTo>
                      <a:pt x="3525" y="5451"/>
                      <a:pt x="3525" y="5452"/>
                      <a:pt x="3525" y="5454"/>
                    </a:cubicBezTo>
                    <a:cubicBezTo>
                      <a:pt x="3525" y="5455"/>
                      <a:pt x="3524" y="5456"/>
                      <a:pt x="3524" y="5456"/>
                    </a:cubicBezTo>
                    <a:cubicBezTo>
                      <a:pt x="3523" y="5457"/>
                      <a:pt x="3522" y="5459"/>
                      <a:pt x="3521" y="5459"/>
                    </a:cubicBezTo>
                    <a:cubicBezTo>
                      <a:pt x="3520" y="5460"/>
                      <a:pt x="3520" y="5460"/>
                      <a:pt x="3520" y="5460"/>
                    </a:cubicBezTo>
                    <a:cubicBezTo>
                      <a:pt x="3519" y="5461"/>
                      <a:pt x="3518" y="5461"/>
                      <a:pt x="3518" y="5461"/>
                    </a:cubicBezTo>
                    <a:cubicBezTo>
                      <a:pt x="3516" y="5462"/>
                      <a:pt x="3515" y="5462"/>
                      <a:pt x="3513" y="5463"/>
                    </a:cubicBezTo>
                    <a:cubicBezTo>
                      <a:pt x="3513" y="5463"/>
                      <a:pt x="3513" y="5464"/>
                      <a:pt x="3512" y="5464"/>
                    </a:cubicBezTo>
                    <a:cubicBezTo>
                      <a:pt x="3511" y="5464"/>
                      <a:pt x="3511" y="5464"/>
                      <a:pt x="3510" y="5465"/>
                    </a:cubicBezTo>
                    <a:cubicBezTo>
                      <a:pt x="3509" y="5465"/>
                      <a:pt x="3508" y="5466"/>
                      <a:pt x="3507" y="5466"/>
                    </a:cubicBezTo>
                    <a:cubicBezTo>
                      <a:pt x="3505" y="5467"/>
                      <a:pt x="3505" y="5468"/>
                      <a:pt x="3504" y="5469"/>
                    </a:cubicBezTo>
                    <a:cubicBezTo>
                      <a:pt x="3504" y="5471"/>
                      <a:pt x="3503" y="5472"/>
                      <a:pt x="3504" y="5474"/>
                    </a:cubicBezTo>
                    <a:cubicBezTo>
                      <a:pt x="3505" y="5475"/>
                      <a:pt x="3506" y="5476"/>
                      <a:pt x="3507" y="5476"/>
                    </a:cubicBezTo>
                    <a:cubicBezTo>
                      <a:pt x="3509" y="5477"/>
                      <a:pt x="3508" y="5479"/>
                      <a:pt x="3508" y="5481"/>
                    </a:cubicBezTo>
                    <a:cubicBezTo>
                      <a:pt x="3508" y="5483"/>
                      <a:pt x="3508" y="5485"/>
                      <a:pt x="3508" y="5487"/>
                    </a:cubicBezTo>
                    <a:cubicBezTo>
                      <a:pt x="3507" y="5489"/>
                      <a:pt x="3507" y="5491"/>
                      <a:pt x="3505" y="5492"/>
                    </a:cubicBezTo>
                    <a:cubicBezTo>
                      <a:pt x="3504" y="5493"/>
                      <a:pt x="3503" y="5494"/>
                      <a:pt x="3501" y="5493"/>
                    </a:cubicBezTo>
                    <a:cubicBezTo>
                      <a:pt x="3500" y="5493"/>
                      <a:pt x="3500" y="5493"/>
                      <a:pt x="3499" y="5492"/>
                    </a:cubicBezTo>
                    <a:cubicBezTo>
                      <a:pt x="3498" y="5491"/>
                      <a:pt x="3497" y="5491"/>
                      <a:pt x="3496" y="5491"/>
                    </a:cubicBezTo>
                    <a:cubicBezTo>
                      <a:pt x="3494" y="5490"/>
                      <a:pt x="3492" y="5490"/>
                      <a:pt x="3490" y="5489"/>
                    </a:cubicBezTo>
                    <a:cubicBezTo>
                      <a:pt x="3488" y="5489"/>
                      <a:pt x="3487" y="5489"/>
                      <a:pt x="3485" y="5490"/>
                    </a:cubicBezTo>
                    <a:cubicBezTo>
                      <a:pt x="3484" y="5490"/>
                      <a:pt x="3483" y="5490"/>
                      <a:pt x="3482" y="5491"/>
                    </a:cubicBezTo>
                    <a:cubicBezTo>
                      <a:pt x="3481" y="5492"/>
                      <a:pt x="3480" y="5494"/>
                      <a:pt x="3480" y="5495"/>
                    </a:cubicBezTo>
                    <a:cubicBezTo>
                      <a:pt x="3479" y="5496"/>
                      <a:pt x="3479" y="5497"/>
                      <a:pt x="3479" y="5498"/>
                    </a:cubicBezTo>
                    <a:cubicBezTo>
                      <a:pt x="3479" y="5498"/>
                      <a:pt x="3479" y="5499"/>
                      <a:pt x="3479" y="5499"/>
                    </a:cubicBezTo>
                    <a:cubicBezTo>
                      <a:pt x="3479" y="5500"/>
                      <a:pt x="3479" y="5500"/>
                      <a:pt x="3479" y="5501"/>
                    </a:cubicBezTo>
                    <a:cubicBezTo>
                      <a:pt x="3480" y="5502"/>
                      <a:pt x="3480" y="5503"/>
                      <a:pt x="3480" y="5503"/>
                    </a:cubicBezTo>
                    <a:cubicBezTo>
                      <a:pt x="3480" y="5504"/>
                      <a:pt x="3481" y="5505"/>
                      <a:pt x="3481" y="5505"/>
                    </a:cubicBezTo>
                    <a:cubicBezTo>
                      <a:pt x="3482" y="5506"/>
                      <a:pt x="3483" y="5507"/>
                      <a:pt x="3483" y="5508"/>
                    </a:cubicBezTo>
                    <a:cubicBezTo>
                      <a:pt x="3483" y="5509"/>
                      <a:pt x="3483" y="5510"/>
                      <a:pt x="3483" y="5511"/>
                    </a:cubicBezTo>
                    <a:cubicBezTo>
                      <a:pt x="3483" y="5512"/>
                      <a:pt x="3483" y="5512"/>
                      <a:pt x="3483" y="5513"/>
                    </a:cubicBezTo>
                    <a:cubicBezTo>
                      <a:pt x="3483" y="5513"/>
                      <a:pt x="3483" y="5514"/>
                      <a:pt x="3483" y="5515"/>
                    </a:cubicBezTo>
                    <a:cubicBezTo>
                      <a:pt x="3483" y="5516"/>
                      <a:pt x="3483" y="5518"/>
                      <a:pt x="3483" y="5519"/>
                    </a:cubicBezTo>
                    <a:cubicBezTo>
                      <a:pt x="3483" y="5521"/>
                      <a:pt x="3483" y="5522"/>
                      <a:pt x="3483" y="5523"/>
                    </a:cubicBezTo>
                    <a:cubicBezTo>
                      <a:pt x="3482" y="5524"/>
                      <a:pt x="3482" y="5525"/>
                      <a:pt x="3482" y="5526"/>
                    </a:cubicBezTo>
                    <a:cubicBezTo>
                      <a:pt x="3482" y="5527"/>
                      <a:pt x="3482" y="5528"/>
                      <a:pt x="3482" y="5529"/>
                    </a:cubicBezTo>
                    <a:cubicBezTo>
                      <a:pt x="3482" y="5530"/>
                      <a:pt x="3482" y="5530"/>
                      <a:pt x="3482" y="5531"/>
                    </a:cubicBezTo>
                    <a:cubicBezTo>
                      <a:pt x="3482" y="5532"/>
                      <a:pt x="3482" y="5533"/>
                      <a:pt x="3482" y="5533"/>
                    </a:cubicBezTo>
                    <a:cubicBezTo>
                      <a:pt x="3482" y="5534"/>
                      <a:pt x="3481" y="5535"/>
                      <a:pt x="3481" y="5535"/>
                    </a:cubicBezTo>
                    <a:cubicBezTo>
                      <a:pt x="3481" y="5537"/>
                      <a:pt x="3481" y="5538"/>
                      <a:pt x="3481" y="5539"/>
                    </a:cubicBezTo>
                    <a:cubicBezTo>
                      <a:pt x="3481" y="5540"/>
                      <a:pt x="3481" y="5542"/>
                      <a:pt x="3482" y="5543"/>
                    </a:cubicBezTo>
                    <a:cubicBezTo>
                      <a:pt x="3482" y="5544"/>
                      <a:pt x="3482" y="5545"/>
                      <a:pt x="3482" y="5546"/>
                    </a:cubicBezTo>
                    <a:cubicBezTo>
                      <a:pt x="3482" y="5547"/>
                      <a:pt x="3482" y="5549"/>
                      <a:pt x="3482" y="5550"/>
                    </a:cubicBezTo>
                    <a:cubicBezTo>
                      <a:pt x="3483" y="5551"/>
                      <a:pt x="3483" y="5553"/>
                      <a:pt x="3484" y="5554"/>
                    </a:cubicBezTo>
                    <a:cubicBezTo>
                      <a:pt x="3484" y="5555"/>
                      <a:pt x="3484" y="5556"/>
                      <a:pt x="3485" y="5557"/>
                    </a:cubicBezTo>
                    <a:cubicBezTo>
                      <a:pt x="3485" y="5558"/>
                      <a:pt x="3485" y="5558"/>
                      <a:pt x="3485" y="5559"/>
                    </a:cubicBezTo>
                    <a:cubicBezTo>
                      <a:pt x="3486" y="5559"/>
                      <a:pt x="3486" y="5560"/>
                      <a:pt x="3486" y="5560"/>
                    </a:cubicBezTo>
                    <a:cubicBezTo>
                      <a:pt x="3487" y="5561"/>
                      <a:pt x="3487" y="5562"/>
                      <a:pt x="3487" y="5563"/>
                    </a:cubicBezTo>
                    <a:cubicBezTo>
                      <a:pt x="3487" y="5564"/>
                      <a:pt x="3488" y="5565"/>
                      <a:pt x="3488" y="5565"/>
                    </a:cubicBezTo>
                    <a:cubicBezTo>
                      <a:pt x="3488" y="5566"/>
                      <a:pt x="3488" y="5567"/>
                      <a:pt x="3488" y="5567"/>
                    </a:cubicBezTo>
                    <a:cubicBezTo>
                      <a:pt x="3488" y="5568"/>
                      <a:pt x="3488" y="5569"/>
                      <a:pt x="3488" y="5569"/>
                    </a:cubicBezTo>
                    <a:cubicBezTo>
                      <a:pt x="3488" y="5570"/>
                      <a:pt x="3489" y="5570"/>
                      <a:pt x="3489" y="5571"/>
                    </a:cubicBezTo>
                    <a:cubicBezTo>
                      <a:pt x="3489" y="5572"/>
                      <a:pt x="3490" y="5572"/>
                      <a:pt x="3490" y="5572"/>
                    </a:cubicBezTo>
                    <a:cubicBezTo>
                      <a:pt x="3491" y="5574"/>
                      <a:pt x="3492" y="5575"/>
                      <a:pt x="3493" y="5577"/>
                    </a:cubicBezTo>
                    <a:cubicBezTo>
                      <a:pt x="3494" y="5578"/>
                      <a:pt x="3495" y="5579"/>
                      <a:pt x="3495" y="5580"/>
                    </a:cubicBezTo>
                    <a:cubicBezTo>
                      <a:pt x="3495" y="5580"/>
                      <a:pt x="3495" y="5580"/>
                      <a:pt x="3495" y="5580"/>
                    </a:cubicBezTo>
                    <a:cubicBezTo>
                      <a:pt x="3496" y="5581"/>
                      <a:pt x="3496" y="5581"/>
                      <a:pt x="3496" y="5582"/>
                    </a:cubicBezTo>
                    <a:cubicBezTo>
                      <a:pt x="3496" y="5582"/>
                      <a:pt x="3497" y="5583"/>
                      <a:pt x="3497" y="5584"/>
                    </a:cubicBezTo>
                    <a:cubicBezTo>
                      <a:pt x="3499" y="5586"/>
                      <a:pt x="3501" y="5589"/>
                      <a:pt x="3503" y="5591"/>
                    </a:cubicBezTo>
                    <a:cubicBezTo>
                      <a:pt x="3505" y="5592"/>
                      <a:pt x="3506" y="5593"/>
                      <a:pt x="3507" y="5594"/>
                    </a:cubicBezTo>
                    <a:cubicBezTo>
                      <a:pt x="3508" y="5595"/>
                      <a:pt x="3508" y="5596"/>
                      <a:pt x="3509" y="5597"/>
                    </a:cubicBezTo>
                    <a:cubicBezTo>
                      <a:pt x="3510" y="5598"/>
                      <a:pt x="3511" y="5599"/>
                      <a:pt x="3512" y="5599"/>
                    </a:cubicBezTo>
                    <a:cubicBezTo>
                      <a:pt x="3513" y="5600"/>
                      <a:pt x="3514" y="5601"/>
                      <a:pt x="3515" y="5602"/>
                    </a:cubicBezTo>
                    <a:cubicBezTo>
                      <a:pt x="3517" y="5603"/>
                      <a:pt x="3519" y="5603"/>
                      <a:pt x="3521" y="5604"/>
                    </a:cubicBezTo>
                    <a:cubicBezTo>
                      <a:pt x="3522" y="5604"/>
                      <a:pt x="3523" y="5605"/>
                      <a:pt x="3524" y="5605"/>
                    </a:cubicBezTo>
                    <a:cubicBezTo>
                      <a:pt x="3525" y="5605"/>
                      <a:pt x="3526" y="5606"/>
                      <a:pt x="3527" y="5606"/>
                    </a:cubicBezTo>
                    <a:cubicBezTo>
                      <a:pt x="3529" y="5606"/>
                      <a:pt x="3531" y="5607"/>
                      <a:pt x="3533" y="5607"/>
                    </a:cubicBezTo>
                    <a:cubicBezTo>
                      <a:pt x="3533" y="5607"/>
                      <a:pt x="3534" y="5607"/>
                      <a:pt x="3534" y="5607"/>
                    </a:cubicBezTo>
                    <a:cubicBezTo>
                      <a:pt x="3535" y="5607"/>
                      <a:pt x="3536" y="5607"/>
                      <a:pt x="3537" y="5607"/>
                    </a:cubicBezTo>
                    <a:cubicBezTo>
                      <a:pt x="3538" y="5607"/>
                      <a:pt x="3539" y="5607"/>
                      <a:pt x="3539" y="5608"/>
                    </a:cubicBezTo>
                    <a:cubicBezTo>
                      <a:pt x="3540" y="5608"/>
                      <a:pt x="3540" y="5609"/>
                      <a:pt x="3540" y="5610"/>
                    </a:cubicBezTo>
                    <a:cubicBezTo>
                      <a:pt x="3540" y="5610"/>
                      <a:pt x="3540" y="5611"/>
                      <a:pt x="3540" y="5611"/>
                    </a:cubicBezTo>
                    <a:cubicBezTo>
                      <a:pt x="3540" y="5612"/>
                      <a:pt x="3540" y="5613"/>
                      <a:pt x="3540" y="5613"/>
                    </a:cubicBezTo>
                    <a:cubicBezTo>
                      <a:pt x="3540" y="5616"/>
                      <a:pt x="3540" y="5616"/>
                      <a:pt x="3540" y="5616"/>
                    </a:cubicBezTo>
                    <a:cubicBezTo>
                      <a:pt x="3540" y="5617"/>
                      <a:pt x="3540" y="5617"/>
                      <a:pt x="3540" y="5618"/>
                    </a:cubicBezTo>
                    <a:cubicBezTo>
                      <a:pt x="3540" y="5619"/>
                      <a:pt x="3541" y="5620"/>
                      <a:pt x="3542" y="5621"/>
                    </a:cubicBezTo>
                    <a:cubicBezTo>
                      <a:pt x="3542" y="5622"/>
                      <a:pt x="3543" y="5623"/>
                      <a:pt x="3544" y="5623"/>
                    </a:cubicBezTo>
                    <a:cubicBezTo>
                      <a:pt x="3546" y="5624"/>
                      <a:pt x="3547" y="5624"/>
                      <a:pt x="3548" y="5624"/>
                    </a:cubicBezTo>
                    <a:cubicBezTo>
                      <a:pt x="3549" y="5625"/>
                      <a:pt x="3550" y="5625"/>
                      <a:pt x="3552" y="5625"/>
                    </a:cubicBezTo>
                    <a:cubicBezTo>
                      <a:pt x="3553" y="5625"/>
                      <a:pt x="3554" y="5625"/>
                      <a:pt x="3555" y="5625"/>
                    </a:cubicBezTo>
                    <a:cubicBezTo>
                      <a:pt x="3556" y="5625"/>
                      <a:pt x="3556" y="5625"/>
                      <a:pt x="3557" y="5625"/>
                    </a:cubicBezTo>
                    <a:cubicBezTo>
                      <a:pt x="3558" y="5625"/>
                      <a:pt x="3559" y="5625"/>
                      <a:pt x="3560" y="5625"/>
                    </a:cubicBezTo>
                    <a:cubicBezTo>
                      <a:pt x="3561" y="5626"/>
                      <a:pt x="3562" y="5626"/>
                      <a:pt x="3564" y="5626"/>
                    </a:cubicBezTo>
                    <a:cubicBezTo>
                      <a:pt x="3565" y="5626"/>
                      <a:pt x="3565" y="5629"/>
                      <a:pt x="3565" y="5630"/>
                    </a:cubicBezTo>
                    <a:cubicBezTo>
                      <a:pt x="3565" y="5631"/>
                      <a:pt x="3565" y="5632"/>
                      <a:pt x="3564" y="5632"/>
                    </a:cubicBezTo>
                    <a:cubicBezTo>
                      <a:pt x="3564" y="5633"/>
                      <a:pt x="3564" y="5635"/>
                      <a:pt x="3564" y="5636"/>
                    </a:cubicBezTo>
                    <a:cubicBezTo>
                      <a:pt x="3564" y="5636"/>
                      <a:pt x="3564" y="5637"/>
                      <a:pt x="3564" y="5638"/>
                    </a:cubicBezTo>
                    <a:cubicBezTo>
                      <a:pt x="3564" y="5639"/>
                      <a:pt x="3564" y="5640"/>
                      <a:pt x="3563" y="5641"/>
                    </a:cubicBezTo>
                    <a:cubicBezTo>
                      <a:pt x="3563" y="5642"/>
                      <a:pt x="3562" y="5644"/>
                      <a:pt x="3562" y="5645"/>
                    </a:cubicBezTo>
                    <a:cubicBezTo>
                      <a:pt x="3562" y="5647"/>
                      <a:pt x="3562" y="5648"/>
                      <a:pt x="3562" y="5649"/>
                    </a:cubicBezTo>
                    <a:cubicBezTo>
                      <a:pt x="3561" y="5650"/>
                      <a:pt x="3561" y="5651"/>
                      <a:pt x="3561" y="5652"/>
                    </a:cubicBezTo>
                    <a:cubicBezTo>
                      <a:pt x="3561" y="5654"/>
                      <a:pt x="3561" y="5656"/>
                      <a:pt x="3560" y="5658"/>
                    </a:cubicBezTo>
                    <a:cubicBezTo>
                      <a:pt x="3559" y="5658"/>
                      <a:pt x="3559" y="5659"/>
                      <a:pt x="3559" y="5659"/>
                    </a:cubicBezTo>
                    <a:cubicBezTo>
                      <a:pt x="3559" y="5660"/>
                      <a:pt x="3559" y="5660"/>
                      <a:pt x="3558" y="5661"/>
                    </a:cubicBezTo>
                    <a:cubicBezTo>
                      <a:pt x="3558" y="5662"/>
                      <a:pt x="3558" y="5663"/>
                      <a:pt x="3557" y="5664"/>
                    </a:cubicBezTo>
                    <a:cubicBezTo>
                      <a:pt x="3557" y="5665"/>
                      <a:pt x="3556" y="5666"/>
                      <a:pt x="3556" y="5667"/>
                    </a:cubicBezTo>
                    <a:cubicBezTo>
                      <a:pt x="3554" y="5669"/>
                      <a:pt x="3553" y="5671"/>
                      <a:pt x="3553" y="5673"/>
                    </a:cubicBezTo>
                    <a:cubicBezTo>
                      <a:pt x="3552" y="5675"/>
                      <a:pt x="3551" y="5677"/>
                      <a:pt x="3551" y="5679"/>
                    </a:cubicBezTo>
                    <a:cubicBezTo>
                      <a:pt x="3550" y="5680"/>
                      <a:pt x="3550" y="5682"/>
                      <a:pt x="3549" y="5683"/>
                    </a:cubicBezTo>
                    <a:cubicBezTo>
                      <a:pt x="3549" y="5684"/>
                      <a:pt x="3548" y="5685"/>
                      <a:pt x="3547" y="5686"/>
                    </a:cubicBezTo>
                    <a:cubicBezTo>
                      <a:pt x="3547" y="5686"/>
                      <a:pt x="3547" y="5687"/>
                      <a:pt x="3547" y="5687"/>
                    </a:cubicBezTo>
                    <a:cubicBezTo>
                      <a:pt x="3547" y="5688"/>
                      <a:pt x="3546" y="5690"/>
                      <a:pt x="3546" y="5691"/>
                    </a:cubicBezTo>
                    <a:cubicBezTo>
                      <a:pt x="3546" y="5692"/>
                      <a:pt x="3546" y="5693"/>
                      <a:pt x="3546" y="5694"/>
                    </a:cubicBezTo>
                    <a:cubicBezTo>
                      <a:pt x="3546" y="5695"/>
                      <a:pt x="3546" y="5696"/>
                      <a:pt x="3546" y="5697"/>
                    </a:cubicBezTo>
                    <a:cubicBezTo>
                      <a:pt x="3546" y="5698"/>
                      <a:pt x="3546" y="5699"/>
                      <a:pt x="3545" y="5700"/>
                    </a:cubicBezTo>
                    <a:cubicBezTo>
                      <a:pt x="3545" y="5701"/>
                      <a:pt x="3545" y="5702"/>
                      <a:pt x="3545" y="5703"/>
                    </a:cubicBezTo>
                    <a:cubicBezTo>
                      <a:pt x="3544" y="5704"/>
                      <a:pt x="3544" y="5705"/>
                      <a:pt x="3543" y="5705"/>
                    </a:cubicBezTo>
                    <a:cubicBezTo>
                      <a:pt x="3542" y="5706"/>
                      <a:pt x="3542" y="5706"/>
                      <a:pt x="3542" y="5707"/>
                    </a:cubicBezTo>
                    <a:cubicBezTo>
                      <a:pt x="3541" y="5708"/>
                      <a:pt x="3541" y="5709"/>
                      <a:pt x="3541" y="5710"/>
                    </a:cubicBezTo>
                    <a:cubicBezTo>
                      <a:pt x="3540" y="5711"/>
                      <a:pt x="3540" y="5712"/>
                      <a:pt x="3540" y="5714"/>
                    </a:cubicBezTo>
                    <a:cubicBezTo>
                      <a:pt x="3540" y="5715"/>
                      <a:pt x="3540" y="5716"/>
                      <a:pt x="3540" y="5717"/>
                    </a:cubicBezTo>
                    <a:cubicBezTo>
                      <a:pt x="3540" y="5717"/>
                      <a:pt x="3540" y="5718"/>
                      <a:pt x="3541" y="5719"/>
                    </a:cubicBezTo>
                    <a:cubicBezTo>
                      <a:pt x="3541" y="5719"/>
                      <a:pt x="3542" y="5719"/>
                      <a:pt x="3542" y="5719"/>
                    </a:cubicBezTo>
                    <a:cubicBezTo>
                      <a:pt x="3542" y="5719"/>
                      <a:pt x="3543" y="5720"/>
                      <a:pt x="3543" y="5720"/>
                    </a:cubicBezTo>
                    <a:cubicBezTo>
                      <a:pt x="3544" y="5721"/>
                      <a:pt x="3544" y="5722"/>
                      <a:pt x="3545" y="5724"/>
                    </a:cubicBezTo>
                    <a:cubicBezTo>
                      <a:pt x="3545" y="5725"/>
                      <a:pt x="3545" y="5725"/>
                      <a:pt x="3545" y="5726"/>
                    </a:cubicBezTo>
                    <a:cubicBezTo>
                      <a:pt x="3545" y="5727"/>
                      <a:pt x="3545" y="5728"/>
                      <a:pt x="3545" y="5729"/>
                    </a:cubicBezTo>
                    <a:cubicBezTo>
                      <a:pt x="3545" y="5730"/>
                      <a:pt x="3546" y="5731"/>
                      <a:pt x="3547" y="5732"/>
                    </a:cubicBezTo>
                    <a:cubicBezTo>
                      <a:pt x="3548" y="5732"/>
                      <a:pt x="3549" y="5733"/>
                      <a:pt x="3550" y="5734"/>
                    </a:cubicBezTo>
                    <a:cubicBezTo>
                      <a:pt x="3550" y="5734"/>
                      <a:pt x="3550" y="5735"/>
                      <a:pt x="3551" y="5735"/>
                    </a:cubicBezTo>
                    <a:cubicBezTo>
                      <a:pt x="3551" y="5735"/>
                      <a:pt x="3552" y="5736"/>
                      <a:pt x="3553" y="5736"/>
                    </a:cubicBezTo>
                    <a:cubicBezTo>
                      <a:pt x="3553" y="5736"/>
                      <a:pt x="3553" y="5736"/>
                      <a:pt x="3554" y="5737"/>
                    </a:cubicBezTo>
                    <a:cubicBezTo>
                      <a:pt x="3554" y="5737"/>
                      <a:pt x="3554" y="5737"/>
                      <a:pt x="3554" y="5737"/>
                    </a:cubicBezTo>
                    <a:cubicBezTo>
                      <a:pt x="3555" y="5738"/>
                      <a:pt x="3555" y="5738"/>
                      <a:pt x="3555" y="5739"/>
                    </a:cubicBezTo>
                    <a:cubicBezTo>
                      <a:pt x="3555" y="5740"/>
                      <a:pt x="3555" y="5740"/>
                      <a:pt x="3555" y="5740"/>
                    </a:cubicBezTo>
                    <a:cubicBezTo>
                      <a:pt x="3556" y="5741"/>
                      <a:pt x="3556" y="5741"/>
                      <a:pt x="3556" y="5742"/>
                    </a:cubicBezTo>
                    <a:cubicBezTo>
                      <a:pt x="3556" y="5742"/>
                      <a:pt x="3557" y="5742"/>
                      <a:pt x="3558" y="5743"/>
                    </a:cubicBezTo>
                    <a:cubicBezTo>
                      <a:pt x="3559" y="5743"/>
                      <a:pt x="3559" y="5744"/>
                      <a:pt x="3560" y="5744"/>
                    </a:cubicBezTo>
                    <a:cubicBezTo>
                      <a:pt x="3562" y="5744"/>
                      <a:pt x="3563" y="5745"/>
                      <a:pt x="3564" y="5745"/>
                    </a:cubicBezTo>
                    <a:cubicBezTo>
                      <a:pt x="3565" y="5746"/>
                      <a:pt x="3566" y="5746"/>
                      <a:pt x="3567" y="5746"/>
                    </a:cubicBezTo>
                    <a:cubicBezTo>
                      <a:pt x="3567" y="5746"/>
                      <a:pt x="3568" y="5746"/>
                      <a:pt x="3568" y="5747"/>
                    </a:cubicBezTo>
                    <a:cubicBezTo>
                      <a:pt x="3568" y="5747"/>
                      <a:pt x="3569" y="5747"/>
                      <a:pt x="3569" y="5748"/>
                    </a:cubicBezTo>
                    <a:cubicBezTo>
                      <a:pt x="3570" y="5748"/>
                      <a:pt x="3570" y="5748"/>
                      <a:pt x="3570" y="5748"/>
                    </a:cubicBezTo>
                    <a:cubicBezTo>
                      <a:pt x="3571" y="5748"/>
                      <a:pt x="3571" y="5749"/>
                      <a:pt x="3571" y="5749"/>
                    </a:cubicBezTo>
                    <a:cubicBezTo>
                      <a:pt x="3571" y="5749"/>
                      <a:pt x="3572" y="5749"/>
                      <a:pt x="3572" y="5750"/>
                    </a:cubicBezTo>
                    <a:cubicBezTo>
                      <a:pt x="3573" y="5751"/>
                      <a:pt x="3573" y="5752"/>
                      <a:pt x="3574" y="5752"/>
                    </a:cubicBezTo>
                    <a:cubicBezTo>
                      <a:pt x="3574" y="5753"/>
                      <a:pt x="3575" y="5753"/>
                      <a:pt x="3576" y="5754"/>
                    </a:cubicBezTo>
                    <a:cubicBezTo>
                      <a:pt x="3578" y="5755"/>
                      <a:pt x="3578" y="5757"/>
                      <a:pt x="3578" y="5759"/>
                    </a:cubicBezTo>
                    <a:cubicBezTo>
                      <a:pt x="3578" y="5760"/>
                      <a:pt x="3578" y="5762"/>
                      <a:pt x="3578" y="5763"/>
                    </a:cubicBezTo>
                    <a:cubicBezTo>
                      <a:pt x="3578" y="5764"/>
                      <a:pt x="3578" y="5766"/>
                      <a:pt x="3578" y="5767"/>
                    </a:cubicBezTo>
                    <a:cubicBezTo>
                      <a:pt x="3578" y="5769"/>
                      <a:pt x="3578" y="5772"/>
                      <a:pt x="3578" y="5774"/>
                    </a:cubicBezTo>
                    <a:cubicBezTo>
                      <a:pt x="3578" y="5775"/>
                      <a:pt x="3578" y="5775"/>
                      <a:pt x="3578" y="5776"/>
                    </a:cubicBezTo>
                    <a:cubicBezTo>
                      <a:pt x="3578" y="5778"/>
                      <a:pt x="3579" y="5780"/>
                      <a:pt x="3579" y="5781"/>
                    </a:cubicBezTo>
                    <a:cubicBezTo>
                      <a:pt x="3580" y="5782"/>
                      <a:pt x="3580" y="5783"/>
                      <a:pt x="3581" y="5783"/>
                    </a:cubicBezTo>
                    <a:cubicBezTo>
                      <a:pt x="3582" y="5784"/>
                      <a:pt x="3582" y="5784"/>
                      <a:pt x="3583" y="5785"/>
                    </a:cubicBezTo>
                    <a:cubicBezTo>
                      <a:pt x="3584" y="5785"/>
                      <a:pt x="3586" y="5786"/>
                      <a:pt x="3587" y="5786"/>
                    </a:cubicBezTo>
                    <a:cubicBezTo>
                      <a:pt x="3587" y="5786"/>
                      <a:pt x="3588" y="5786"/>
                      <a:pt x="3588" y="5786"/>
                    </a:cubicBezTo>
                    <a:cubicBezTo>
                      <a:pt x="3589" y="5787"/>
                      <a:pt x="3590" y="5787"/>
                      <a:pt x="3591" y="5786"/>
                    </a:cubicBezTo>
                    <a:cubicBezTo>
                      <a:pt x="3592" y="5786"/>
                      <a:pt x="3593" y="5786"/>
                      <a:pt x="3593" y="5786"/>
                    </a:cubicBezTo>
                    <a:cubicBezTo>
                      <a:pt x="3596" y="5785"/>
                      <a:pt x="3598" y="5782"/>
                      <a:pt x="3600" y="5780"/>
                    </a:cubicBezTo>
                    <a:cubicBezTo>
                      <a:pt x="3602" y="5779"/>
                      <a:pt x="3603" y="5777"/>
                      <a:pt x="3604" y="5776"/>
                    </a:cubicBezTo>
                    <a:cubicBezTo>
                      <a:pt x="3606" y="5775"/>
                      <a:pt x="3608" y="5775"/>
                      <a:pt x="3610" y="5774"/>
                    </a:cubicBezTo>
                    <a:cubicBezTo>
                      <a:pt x="3612" y="5774"/>
                      <a:pt x="3615" y="5774"/>
                      <a:pt x="3617" y="5774"/>
                    </a:cubicBezTo>
                    <a:cubicBezTo>
                      <a:pt x="3620" y="5773"/>
                      <a:pt x="3623" y="5773"/>
                      <a:pt x="3626" y="5773"/>
                    </a:cubicBezTo>
                    <a:cubicBezTo>
                      <a:pt x="3632" y="5773"/>
                      <a:pt x="3638" y="5773"/>
                      <a:pt x="3643" y="5771"/>
                    </a:cubicBezTo>
                    <a:cubicBezTo>
                      <a:pt x="3645" y="5771"/>
                      <a:pt x="3647" y="5770"/>
                      <a:pt x="3648" y="5769"/>
                    </a:cubicBezTo>
                    <a:cubicBezTo>
                      <a:pt x="3649" y="5768"/>
                      <a:pt x="3650" y="5766"/>
                      <a:pt x="3650" y="5765"/>
                    </a:cubicBezTo>
                    <a:cubicBezTo>
                      <a:pt x="3651" y="5765"/>
                      <a:pt x="3651" y="5764"/>
                      <a:pt x="3651" y="5764"/>
                    </a:cubicBezTo>
                    <a:cubicBezTo>
                      <a:pt x="3653" y="5762"/>
                      <a:pt x="3654" y="5760"/>
                      <a:pt x="3656" y="5760"/>
                    </a:cubicBezTo>
                    <a:cubicBezTo>
                      <a:pt x="3658" y="5759"/>
                      <a:pt x="3661" y="5759"/>
                      <a:pt x="3663" y="5761"/>
                    </a:cubicBezTo>
                    <a:cubicBezTo>
                      <a:pt x="3664" y="5763"/>
                      <a:pt x="3663" y="5765"/>
                      <a:pt x="3662" y="5767"/>
                    </a:cubicBezTo>
                    <a:cubicBezTo>
                      <a:pt x="3660" y="5769"/>
                      <a:pt x="3658" y="5770"/>
                      <a:pt x="3658" y="5772"/>
                    </a:cubicBezTo>
                    <a:cubicBezTo>
                      <a:pt x="3659" y="5774"/>
                      <a:pt x="3659" y="5775"/>
                      <a:pt x="3660" y="5776"/>
                    </a:cubicBezTo>
                    <a:cubicBezTo>
                      <a:pt x="3660" y="5778"/>
                      <a:pt x="3661" y="5779"/>
                      <a:pt x="3661" y="5781"/>
                    </a:cubicBezTo>
                    <a:cubicBezTo>
                      <a:pt x="3662" y="5783"/>
                      <a:pt x="3663" y="5787"/>
                      <a:pt x="3661" y="5788"/>
                    </a:cubicBezTo>
                    <a:cubicBezTo>
                      <a:pt x="3660" y="5789"/>
                      <a:pt x="3658" y="5789"/>
                      <a:pt x="3657" y="5789"/>
                    </a:cubicBezTo>
                    <a:cubicBezTo>
                      <a:pt x="3656" y="5789"/>
                      <a:pt x="3654" y="5789"/>
                      <a:pt x="3652" y="5789"/>
                    </a:cubicBezTo>
                    <a:cubicBezTo>
                      <a:pt x="3649" y="5788"/>
                      <a:pt x="3646" y="5789"/>
                      <a:pt x="3643" y="5790"/>
                    </a:cubicBezTo>
                    <a:cubicBezTo>
                      <a:pt x="3640" y="5792"/>
                      <a:pt x="3638" y="5793"/>
                      <a:pt x="3635" y="5793"/>
                    </a:cubicBezTo>
                    <a:cubicBezTo>
                      <a:pt x="3632" y="5793"/>
                      <a:pt x="3631" y="5791"/>
                      <a:pt x="3629" y="5790"/>
                    </a:cubicBezTo>
                    <a:cubicBezTo>
                      <a:pt x="3628" y="5789"/>
                      <a:pt x="3627" y="5789"/>
                      <a:pt x="3626" y="5789"/>
                    </a:cubicBezTo>
                    <a:cubicBezTo>
                      <a:pt x="3624" y="5789"/>
                      <a:pt x="3623" y="5789"/>
                      <a:pt x="3622" y="5790"/>
                    </a:cubicBezTo>
                    <a:cubicBezTo>
                      <a:pt x="3619" y="5792"/>
                      <a:pt x="3616" y="5793"/>
                      <a:pt x="3613" y="5794"/>
                    </a:cubicBezTo>
                    <a:cubicBezTo>
                      <a:pt x="3608" y="5796"/>
                      <a:pt x="3604" y="5795"/>
                      <a:pt x="3600" y="5795"/>
                    </a:cubicBezTo>
                    <a:cubicBezTo>
                      <a:pt x="3597" y="5795"/>
                      <a:pt x="3593" y="5795"/>
                      <a:pt x="3590" y="5797"/>
                    </a:cubicBezTo>
                    <a:cubicBezTo>
                      <a:pt x="3590" y="5798"/>
                      <a:pt x="3589" y="5798"/>
                      <a:pt x="3588" y="5799"/>
                    </a:cubicBezTo>
                    <a:cubicBezTo>
                      <a:pt x="3587" y="5800"/>
                      <a:pt x="3587" y="5801"/>
                      <a:pt x="3587" y="5802"/>
                    </a:cubicBezTo>
                    <a:cubicBezTo>
                      <a:pt x="3587" y="5802"/>
                      <a:pt x="3587" y="5802"/>
                      <a:pt x="3587" y="5803"/>
                    </a:cubicBezTo>
                    <a:cubicBezTo>
                      <a:pt x="3587" y="5803"/>
                      <a:pt x="3587" y="5804"/>
                      <a:pt x="3587" y="5804"/>
                    </a:cubicBezTo>
                    <a:cubicBezTo>
                      <a:pt x="3587" y="5805"/>
                      <a:pt x="3587" y="5806"/>
                      <a:pt x="3587" y="5807"/>
                    </a:cubicBezTo>
                    <a:cubicBezTo>
                      <a:pt x="3587" y="5808"/>
                      <a:pt x="3587" y="5809"/>
                      <a:pt x="3587" y="5809"/>
                    </a:cubicBezTo>
                    <a:cubicBezTo>
                      <a:pt x="3587" y="5811"/>
                      <a:pt x="3587" y="5813"/>
                      <a:pt x="3587" y="5815"/>
                    </a:cubicBezTo>
                    <a:cubicBezTo>
                      <a:pt x="3587" y="5816"/>
                      <a:pt x="3587" y="5817"/>
                      <a:pt x="3586" y="5819"/>
                    </a:cubicBezTo>
                    <a:cubicBezTo>
                      <a:pt x="3586" y="5820"/>
                      <a:pt x="3585" y="5822"/>
                      <a:pt x="3584" y="5823"/>
                    </a:cubicBezTo>
                    <a:cubicBezTo>
                      <a:pt x="3583" y="5824"/>
                      <a:pt x="3581" y="5823"/>
                      <a:pt x="3580" y="5823"/>
                    </a:cubicBezTo>
                    <a:cubicBezTo>
                      <a:pt x="3579" y="5823"/>
                      <a:pt x="3578" y="5822"/>
                      <a:pt x="3577" y="5822"/>
                    </a:cubicBezTo>
                    <a:cubicBezTo>
                      <a:pt x="3577" y="5822"/>
                      <a:pt x="3576" y="5821"/>
                      <a:pt x="3575" y="5821"/>
                    </a:cubicBezTo>
                    <a:cubicBezTo>
                      <a:pt x="3573" y="5821"/>
                      <a:pt x="3572" y="5821"/>
                      <a:pt x="3571" y="5821"/>
                    </a:cubicBezTo>
                    <a:cubicBezTo>
                      <a:pt x="3570" y="5821"/>
                      <a:pt x="3569" y="5822"/>
                      <a:pt x="3567" y="5822"/>
                    </a:cubicBezTo>
                    <a:cubicBezTo>
                      <a:pt x="3565" y="5822"/>
                      <a:pt x="3564" y="5823"/>
                      <a:pt x="3562" y="5823"/>
                    </a:cubicBezTo>
                    <a:cubicBezTo>
                      <a:pt x="3561" y="5824"/>
                      <a:pt x="3560" y="5825"/>
                      <a:pt x="3559" y="5826"/>
                    </a:cubicBezTo>
                    <a:cubicBezTo>
                      <a:pt x="3558" y="5826"/>
                      <a:pt x="3557" y="5827"/>
                      <a:pt x="3556" y="5828"/>
                    </a:cubicBezTo>
                    <a:cubicBezTo>
                      <a:pt x="3555" y="5828"/>
                      <a:pt x="3555" y="5829"/>
                      <a:pt x="3554" y="5830"/>
                    </a:cubicBezTo>
                    <a:cubicBezTo>
                      <a:pt x="3554" y="5831"/>
                      <a:pt x="3553" y="5832"/>
                      <a:pt x="3552" y="5833"/>
                    </a:cubicBezTo>
                    <a:cubicBezTo>
                      <a:pt x="3552" y="5835"/>
                      <a:pt x="3551" y="5836"/>
                      <a:pt x="3550" y="5837"/>
                    </a:cubicBezTo>
                    <a:cubicBezTo>
                      <a:pt x="3550" y="5838"/>
                      <a:pt x="3549" y="5838"/>
                      <a:pt x="3549" y="5839"/>
                    </a:cubicBezTo>
                    <a:cubicBezTo>
                      <a:pt x="3549" y="5839"/>
                      <a:pt x="3549" y="5840"/>
                      <a:pt x="3548" y="5841"/>
                    </a:cubicBezTo>
                    <a:cubicBezTo>
                      <a:pt x="3548" y="5842"/>
                      <a:pt x="3547" y="5843"/>
                      <a:pt x="3547" y="5845"/>
                    </a:cubicBezTo>
                    <a:cubicBezTo>
                      <a:pt x="3547" y="5845"/>
                      <a:pt x="3546" y="5846"/>
                      <a:pt x="3546" y="5847"/>
                    </a:cubicBezTo>
                    <a:cubicBezTo>
                      <a:pt x="3544" y="5848"/>
                      <a:pt x="3544" y="5849"/>
                      <a:pt x="3543" y="5851"/>
                    </a:cubicBezTo>
                    <a:cubicBezTo>
                      <a:pt x="3542" y="5852"/>
                      <a:pt x="3541" y="5853"/>
                      <a:pt x="3541" y="5855"/>
                    </a:cubicBezTo>
                    <a:cubicBezTo>
                      <a:pt x="3540" y="5856"/>
                      <a:pt x="3539" y="5858"/>
                      <a:pt x="3538" y="5860"/>
                    </a:cubicBezTo>
                    <a:cubicBezTo>
                      <a:pt x="3538" y="5862"/>
                      <a:pt x="3537" y="5864"/>
                      <a:pt x="3536" y="5865"/>
                    </a:cubicBezTo>
                    <a:cubicBezTo>
                      <a:pt x="3535" y="5866"/>
                      <a:pt x="3534" y="5867"/>
                      <a:pt x="3534" y="5869"/>
                    </a:cubicBezTo>
                    <a:cubicBezTo>
                      <a:pt x="3533" y="5870"/>
                      <a:pt x="3532" y="5872"/>
                      <a:pt x="3531" y="5874"/>
                    </a:cubicBezTo>
                    <a:cubicBezTo>
                      <a:pt x="3531" y="5875"/>
                      <a:pt x="3531" y="5877"/>
                      <a:pt x="3530" y="5879"/>
                    </a:cubicBezTo>
                    <a:cubicBezTo>
                      <a:pt x="3530" y="5880"/>
                      <a:pt x="3530" y="5882"/>
                      <a:pt x="3529" y="5884"/>
                    </a:cubicBezTo>
                    <a:cubicBezTo>
                      <a:pt x="3529" y="5885"/>
                      <a:pt x="3528" y="5886"/>
                      <a:pt x="3528" y="5887"/>
                    </a:cubicBezTo>
                    <a:cubicBezTo>
                      <a:pt x="3528" y="5888"/>
                      <a:pt x="3527" y="5890"/>
                      <a:pt x="3527" y="5891"/>
                    </a:cubicBezTo>
                    <a:cubicBezTo>
                      <a:pt x="3527" y="5893"/>
                      <a:pt x="3527" y="5895"/>
                      <a:pt x="3527" y="5897"/>
                    </a:cubicBezTo>
                    <a:cubicBezTo>
                      <a:pt x="3527" y="5898"/>
                      <a:pt x="3527" y="5898"/>
                      <a:pt x="3527" y="5899"/>
                    </a:cubicBezTo>
                    <a:cubicBezTo>
                      <a:pt x="3526" y="5900"/>
                      <a:pt x="3526" y="5902"/>
                      <a:pt x="3526" y="5903"/>
                    </a:cubicBezTo>
                    <a:cubicBezTo>
                      <a:pt x="3526" y="5905"/>
                      <a:pt x="3526" y="5907"/>
                      <a:pt x="3526" y="5909"/>
                    </a:cubicBezTo>
                    <a:cubicBezTo>
                      <a:pt x="3526" y="5911"/>
                      <a:pt x="3526" y="5912"/>
                      <a:pt x="3526" y="5914"/>
                    </a:cubicBezTo>
                    <a:cubicBezTo>
                      <a:pt x="3526" y="5915"/>
                      <a:pt x="3527" y="5917"/>
                      <a:pt x="3527" y="5918"/>
                    </a:cubicBezTo>
                    <a:cubicBezTo>
                      <a:pt x="3528" y="5919"/>
                      <a:pt x="3529" y="5920"/>
                      <a:pt x="3530" y="5921"/>
                    </a:cubicBezTo>
                    <a:cubicBezTo>
                      <a:pt x="3531" y="5922"/>
                      <a:pt x="3531" y="5923"/>
                      <a:pt x="3532" y="5924"/>
                    </a:cubicBezTo>
                    <a:cubicBezTo>
                      <a:pt x="3532" y="5925"/>
                      <a:pt x="3533" y="5925"/>
                      <a:pt x="3533" y="5925"/>
                    </a:cubicBezTo>
                    <a:cubicBezTo>
                      <a:pt x="3534" y="5926"/>
                      <a:pt x="3534" y="5927"/>
                      <a:pt x="3535" y="5927"/>
                    </a:cubicBezTo>
                    <a:cubicBezTo>
                      <a:pt x="3535" y="5927"/>
                      <a:pt x="3535" y="5927"/>
                      <a:pt x="3535" y="5927"/>
                    </a:cubicBezTo>
                    <a:cubicBezTo>
                      <a:pt x="3535" y="5928"/>
                      <a:pt x="3536" y="5928"/>
                      <a:pt x="3536" y="5928"/>
                    </a:cubicBezTo>
                    <a:cubicBezTo>
                      <a:pt x="3536" y="5929"/>
                      <a:pt x="3537" y="5929"/>
                      <a:pt x="3537" y="5929"/>
                    </a:cubicBezTo>
                    <a:cubicBezTo>
                      <a:pt x="3537" y="5930"/>
                      <a:pt x="3537" y="5930"/>
                      <a:pt x="3538" y="5930"/>
                    </a:cubicBezTo>
                    <a:cubicBezTo>
                      <a:pt x="3538" y="5930"/>
                      <a:pt x="3539" y="5931"/>
                      <a:pt x="3539" y="5931"/>
                    </a:cubicBezTo>
                    <a:cubicBezTo>
                      <a:pt x="3540" y="5932"/>
                      <a:pt x="3541" y="5932"/>
                      <a:pt x="3542" y="5933"/>
                    </a:cubicBezTo>
                    <a:cubicBezTo>
                      <a:pt x="3542" y="5934"/>
                      <a:pt x="3543" y="5934"/>
                      <a:pt x="3543" y="5935"/>
                    </a:cubicBezTo>
                    <a:cubicBezTo>
                      <a:pt x="3544" y="5936"/>
                      <a:pt x="3544" y="5936"/>
                      <a:pt x="3545" y="5937"/>
                    </a:cubicBezTo>
                    <a:cubicBezTo>
                      <a:pt x="3545" y="5938"/>
                      <a:pt x="3545" y="5938"/>
                      <a:pt x="3545" y="5939"/>
                    </a:cubicBezTo>
                    <a:cubicBezTo>
                      <a:pt x="3544" y="5940"/>
                      <a:pt x="3544" y="5941"/>
                      <a:pt x="3544" y="5943"/>
                    </a:cubicBezTo>
                    <a:cubicBezTo>
                      <a:pt x="3545" y="5944"/>
                      <a:pt x="3545" y="5945"/>
                      <a:pt x="3545" y="5946"/>
                    </a:cubicBezTo>
                    <a:cubicBezTo>
                      <a:pt x="3545" y="5948"/>
                      <a:pt x="3546" y="5949"/>
                      <a:pt x="3546" y="5950"/>
                    </a:cubicBezTo>
                    <a:cubicBezTo>
                      <a:pt x="3547" y="5952"/>
                      <a:pt x="3547" y="5954"/>
                      <a:pt x="3548" y="5956"/>
                    </a:cubicBezTo>
                    <a:cubicBezTo>
                      <a:pt x="3549" y="5957"/>
                      <a:pt x="3550" y="5959"/>
                      <a:pt x="3550" y="5960"/>
                    </a:cubicBezTo>
                    <a:cubicBezTo>
                      <a:pt x="3550" y="5961"/>
                      <a:pt x="3551" y="5961"/>
                      <a:pt x="3551" y="5962"/>
                    </a:cubicBezTo>
                    <a:cubicBezTo>
                      <a:pt x="3552" y="5962"/>
                      <a:pt x="3552" y="5962"/>
                      <a:pt x="3553" y="5962"/>
                    </a:cubicBezTo>
                    <a:cubicBezTo>
                      <a:pt x="3553" y="5963"/>
                      <a:pt x="3553" y="5965"/>
                      <a:pt x="3554" y="5965"/>
                    </a:cubicBezTo>
                    <a:cubicBezTo>
                      <a:pt x="3554" y="5966"/>
                      <a:pt x="3555" y="5966"/>
                      <a:pt x="3555" y="5966"/>
                    </a:cubicBezTo>
                    <a:cubicBezTo>
                      <a:pt x="3556" y="5967"/>
                      <a:pt x="3556" y="5967"/>
                      <a:pt x="3556" y="5968"/>
                    </a:cubicBezTo>
                    <a:cubicBezTo>
                      <a:pt x="3556" y="5969"/>
                      <a:pt x="3556" y="5970"/>
                      <a:pt x="3556" y="5971"/>
                    </a:cubicBezTo>
                    <a:cubicBezTo>
                      <a:pt x="3556" y="5972"/>
                      <a:pt x="3556" y="5972"/>
                      <a:pt x="3556" y="5973"/>
                    </a:cubicBezTo>
                    <a:cubicBezTo>
                      <a:pt x="3556" y="5975"/>
                      <a:pt x="3555" y="5976"/>
                      <a:pt x="3554" y="5978"/>
                    </a:cubicBezTo>
                    <a:cubicBezTo>
                      <a:pt x="3553" y="5979"/>
                      <a:pt x="3553" y="5980"/>
                      <a:pt x="3552" y="5980"/>
                    </a:cubicBezTo>
                    <a:cubicBezTo>
                      <a:pt x="3551" y="5981"/>
                      <a:pt x="3551" y="5982"/>
                      <a:pt x="3550" y="5982"/>
                    </a:cubicBezTo>
                    <a:cubicBezTo>
                      <a:pt x="3550" y="5982"/>
                      <a:pt x="3550" y="5983"/>
                      <a:pt x="3549" y="5983"/>
                    </a:cubicBezTo>
                    <a:cubicBezTo>
                      <a:pt x="3549" y="5983"/>
                      <a:pt x="3549" y="5983"/>
                      <a:pt x="3548" y="5984"/>
                    </a:cubicBezTo>
                    <a:cubicBezTo>
                      <a:pt x="3547" y="5984"/>
                      <a:pt x="3547" y="5985"/>
                      <a:pt x="3546" y="5986"/>
                    </a:cubicBezTo>
                    <a:cubicBezTo>
                      <a:pt x="3546" y="5987"/>
                      <a:pt x="3545" y="5987"/>
                      <a:pt x="3544" y="5988"/>
                    </a:cubicBezTo>
                    <a:cubicBezTo>
                      <a:pt x="3544" y="5989"/>
                      <a:pt x="3543" y="5989"/>
                      <a:pt x="3543" y="5990"/>
                    </a:cubicBezTo>
                    <a:cubicBezTo>
                      <a:pt x="3541" y="5991"/>
                      <a:pt x="3540" y="5993"/>
                      <a:pt x="3538" y="5994"/>
                    </a:cubicBezTo>
                    <a:cubicBezTo>
                      <a:pt x="3537" y="5995"/>
                      <a:pt x="3535" y="5996"/>
                      <a:pt x="3534" y="5997"/>
                    </a:cubicBezTo>
                    <a:cubicBezTo>
                      <a:pt x="3533" y="5998"/>
                      <a:pt x="3532" y="6000"/>
                      <a:pt x="3532" y="6001"/>
                    </a:cubicBezTo>
                    <a:cubicBezTo>
                      <a:pt x="3531" y="6002"/>
                      <a:pt x="3530" y="6002"/>
                      <a:pt x="3530" y="6003"/>
                    </a:cubicBezTo>
                    <a:cubicBezTo>
                      <a:pt x="3529" y="6003"/>
                      <a:pt x="3529" y="6004"/>
                      <a:pt x="3529" y="6005"/>
                    </a:cubicBezTo>
                    <a:cubicBezTo>
                      <a:pt x="3529" y="6006"/>
                      <a:pt x="3529" y="6007"/>
                      <a:pt x="3528" y="6007"/>
                    </a:cubicBezTo>
                    <a:cubicBezTo>
                      <a:pt x="3528" y="6009"/>
                      <a:pt x="3526" y="6012"/>
                      <a:pt x="3527" y="6014"/>
                    </a:cubicBezTo>
                    <a:cubicBezTo>
                      <a:pt x="3527" y="6014"/>
                      <a:pt x="3527" y="6014"/>
                      <a:pt x="3527" y="6014"/>
                    </a:cubicBezTo>
                    <a:cubicBezTo>
                      <a:pt x="3527" y="6014"/>
                      <a:pt x="3527" y="6015"/>
                      <a:pt x="3527" y="6015"/>
                    </a:cubicBezTo>
                    <a:cubicBezTo>
                      <a:pt x="3528" y="6016"/>
                      <a:pt x="3528" y="6017"/>
                      <a:pt x="3528" y="6017"/>
                    </a:cubicBezTo>
                    <a:cubicBezTo>
                      <a:pt x="3529" y="6019"/>
                      <a:pt x="3530" y="6021"/>
                      <a:pt x="3530" y="6023"/>
                    </a:cubicBezTo>
                    <a:cubicBezTo>
                      <a:pt x="3531" y="6024"/>
                      <a:pt x="3533" y="6026"/>
                      <a:pt x="3534" y="6027"/>
                    </a:cubicBezTo>
                    <a:cubicBezTo>
                      <a:pt x="3535" y="6030"/>
                      <a:pt x="3535" y="6032"/>
                      <a:pt x="3535" y="6034"/>
                    </a:cubicBezTo>
                    <a:cubicBezTo>
                      <a:pt x="3535" y="6037"/>
                      <a:pt x="3536" y="6040"/>
                      <a:pt x="3536" y="6043"/>
                    </a:cubicBezTo>
                    <a:cubicBezTo>
                      <a:pt x="3536" y="6046"/>
                      <a:pt x="3536" y="6050"/>
                      <a:pt x="3536" y="6053"/>
                    </a:cubicBezTo>
                    <a:cubicBezTo>
                      <a:pt x="3535" y="6056"/>
                      <a:pt x="3536" y="6059"/>
                      <a:pt x="3536" y="6062"/>
                    </a:cubicBezTo>
                    <a:cubicBezTo>
                      <a:pt x="3536" y="6065"/>
                      <a:pt x="3535" y="6068"/>
                      <a:pt x="3535" y="6070"/>
                    </a:cubicBezTo>
                    <a:cubicBezTo>
                      <a:pt x="3535" y="6073"/>
                      <a:pt x="3535" y="6076"/>
                      <a:pt x="3535" y="6079"/>
                    </a:cubicBezTo>
                    <a:cubicBezTo>
                      <a:pt x="3535" y="6082"/>
                      <a:pt x="3535" y="6085"/>
                      <a:pt x="3535" y="6088"/>
                    </a:cubicBezTo>
                    <a:cubicBezTo>
                      <a:pt x="3535" y="6089"/>
                      <a:pt x="3535" y="6091"/>
                      <a:pt x="3535" y="6092"/>
                    </a:cubicBezTo>
                    <a:cubicBezTo>
                      <a:pt x="3535" y="6092"/>
                      <a:pt x="3535" y="6092"/>
                      <a:pt x="3535" y="6092"/>
                    </a:cubicBezTo>
                    <a:cubicBezTo>
                      <a:pt x="3535" y="6093"/>
                      <a:pt x="3535" y="6094"/>
                      <a:pt x="3535" y="6095"/>
                    </a:cubicBezTo>
                    <a:cubicBezTo>
                      <a:pt x="3535" y="6096"/>
                      <a:pt x="3536" y="6098"/>
                      <a:pt x="3536" y="6099"/>
                    </a:cubicBezTo>
                    <a:cubicBezTo>
                      <a:pt x="3536" y="6103"/>
                      <a:pt x="3538" y="6107"/>
                      <a:pt x="3538" y="6111"/>
                    </a:cubicBezTo>
                    <a:cubicBezTo>
                      <a:pt x="3538" y="6112"/>
                      <a:pt x="3538" y="6113"/>
                      <a:pt x="3538" y="6113"/>
                    </a:cubicBezTo>
                    <a:cubicBezTo>
                      <a:pt x="3538" y="6115"/>
                      <a:pt x="3539" y="6116"/>
                      <a:pt x="3539" y="6117"/>
                    </a:cubicBezTo>
                    <a:cubicBezTo>
                      <a:pt x="3540" y="6119"/>
                      <a:pt x="3541" y="6120"/>
                      <a:pt x="3542" y="6121"/>
                    </a:cubicBezTo>
                    <a:cubicBezTo>
                      <a:pt x="3544" y="6121"/>
                      <a:pt x="3545" y="6122"/>
                      <a:pt x="3547" y="6123"/>
                    </a:cubicBezTo>
                    <a:cubicBezTo>
                      <a:pt x="3547" y="6123"/>
                      <a:pt x="3548" y="6123"/>
                      <a:pt x="3548" y="6123"/>
                    </a:cubicBezTo>
                    <a:cubicBezTo>
                      <a:pt x="3549" y="6124"/>
                      <a:pt x="3550" y="6124"/>
                      <a:pt x="3551" y="6124"/>
                    </a:cubicBezTo>
                    <a:cubicBezTo>
                      <a:pt x="3551" y="6125"/>
                      <a:pt x="3551" y="6125"/>
                      <a:pt x="3552" y="6125"/>
                    </a:cubicBezTo>
                    <a:cubicBezTo>
                      <a:pt x="3553" y="6126"/>
                      <a:pt x="3554" y="6126"/>
                      <a:pt x="3554" y="6127"/>
                    </a:cubicBezTo>
                    <a:cubicBezTo>
                      <a:pt x="3556" y="6128"/>
                      <a:pt x="3556" y="6130"/>
                      <a:pt x="3555" y="6132"/>
                    </a:cubicBezTo>
                    <a:cubicBezTo>
                      <a:pt x="3555" y="6133"/>
                      <a:pt x="3555" y="6135"/>
                      <a:pt x="3554" y="6136"/>
                    </a:cubicBezTo>
                    <a:cubicBezTo>
                      <a:pt x="3554" y="6138"/>
                      <a:pt x="3553" y="6139"/>
                      <a:pt x="3552" y="6141"/>
                    </a:cubicBezTo>
                    <a:cubicBezTo>
                      <a:pt x="3551" y="6143"/>
                      <a:pt x="3550" y="6145"/>
                      <a:pt x="3548" y="6146"/>
                    </a:cubicBezTo>
                    <a:cubicBezTo>
                      <a:pt x="3546" y="6147"/>
                      <a:pt x="3544" y="6148"/>
                      <a:pt x="3543" y="6150"/>
                    </a:cubicBezTo>
                    <a:cubicBezTo>
                      <a:pt x="3543" y="6151"/>
                      <a:pt x="3542" y="6152"/>
                      <a:pt x="3542" y="6154"/>
                    </a:cubicBezTo>
                    <a:cubicBezTo>
                      <a:pt x="3542" y="6155"/>
                      <a:pt x="3542" y="6156"/>
                      <a:pt x="3543" y="6157"/>
                    </a:cubicBezTo>
                    <a:cubicBezTo>
                      <a:pt x="3543" y="6157"/>
                      <a:pt x="3543" y="6157"/>
                      <a:pt x="3543" y="6157"/>
                    </a:cubicBezTo>
                    <a:cubicBezTo>
                      <a:pt x="3543" y="6157"/>
                      <a:pt x="3543" y="6157"/>
                      <a:pt x="3543" y="6158"/>
                    </a:cubicBezTo>
                    <a:cubicBezTo>
                      <a:pt x="3543" y="6159"/>
                      <a:pt x="3543" y="6160"/>
                      <a:pt x="3544" y="6162"/>
                    </a:cubicBezTo>
                    <a:cubicBezTo>
                      <a:pt x="3545" y="6163"/>
                      <a:pt x="3546" y="6163"/>
                      <a:pt x="3547" y="6164"/>
                    </a:cubicBezTo>
                    <a:cubicBezTo>
                      <a:pt x="3548" y="6164"/>
                      <a:pt x="3548" y="6164"/>
                      <a:pt x="3548" y="6164"/>
                    </a:cubicBezTo>
                    <a:cubicBezTo>
                      <a:pt x="3548" y="6164"/>
                      <a:pt x="3548" y="6164"/>
                      <a:pt x="3548" y="6165"/>
                    </a:cubicBezTo>
                    <a:cubicBezTo>
                      <a:pt x="3550" y="6166"/>
                      <a:pt x="3552" y="6167"/>
                      <a:pt x="3553" y="6169"/>
                    </a:cubicBezTo>
                    <a:cubicBezTo>
                      <a:pt x="3553" y="6170"/>
                      <a:pt x="3554" y="6171"/>
                      <a:pt x="3554" y="6172"/>
                    </a:cubicBezTo>
                    <a:cubicBezTo>
                      <a:pt x="3555" y="6173"/>
                      <a:pt x="3555" y="6174"/>
                      <a:pt x="3556" y="6175"/>
                    </a:cubicBezTo>
                    <a:cubicBezTo>
                      <a:pt x="3556" y="6176"/>
                      <a:pt x="3556" y="6177"/>
                      <a:pt x="3556" y="6178"/>
                    </a:cubicBezTo>
                    <a:cubicBezTo>
                      <a:pt x="3557" y="6179"/>
                      <a:pt x="3556" y="6180"/>
                      <a:pt x="3556" y="6180"/>
                    </a:cubicBezTo>
                    <a:cubicBezTo>
                      <a:pt x="3557" y="6182"/>
                      <a:pt x="3557" y="6182"/>
                      <a:pt x="3556" y="6183"/>
                    </a:cubicBezTo>
                    <a:cubicBezTo>
                      <a:pt x="3555" y="6186"/>
                      <a:pt x="3555" y="6187"/>
                      <a:pt x="3553" y="6189"/>
                    </a:cubicBezTo>
                    <a:cubicBezTo>
                      <a:pt x="3553" y="6190"/>
                      <a:pt x="3552" y="6192"/>
                      <a:pt x="3551" y="6193"/>
                    </a:cubicBezTo>
                    <a:cubicBezTo>
                      <a:pt x="3551" y="6194"/>
                      <a:pt x="3550" y="6195"/>
                      <a:pt x="3549" y="6197"/>
                    </a:cubicBezTo>
                    <a:cubicBezTo>
                      <a:pt x="3548" y="6198"/>
                      <a:pt x="3547" y="6200"/>
                      <a:pt x="3546" y="6202"/>
                    </a:cubicBezTo>
                    <a:cubicBezTo>
                      <a:pt x="3545" y="6202"/>
                      <a:pt x="3545" y="6203"/>
                      <a:pt x="3544" y="6203"/>
                    </a:cubicBezTo>
                    <a:cubicBezTo>
                      <a:pt x="3543" y="6204"/>
                      <a:pt x="3543" y="6205"/>
                      <a:pt x="3542" y="6206"/>
                    </a:cubicBezTo>
                    <a:cubicBezTo>
                      <a:pt x="3541" y="6206"/>
                      <a:pt x="3541" y="6207"/>
                      <a:pt x="3540" y="6208"/>
                    </a:cubicBezTo>
                    <a:cubicBezTo>
                      <a:pt x="3539" y="6209"/>
                      <a:pt x="3538" y="6209"/>
                      <a:pt x="3537" y="6210"/>
                    </a:cubicBezTo>
                    <a:cubicBezTo>
                      <a:pt x="3536" y="6211"/>
                      <a:pt x="3534" y="6212"/>
                      <a:pt x="3533" y="6214"/>
                    </a:cubicBezTo>
                    <a:cubicBezTo>
                      <a:pt x="3532" y="6215"/>
                      <a:pt x="3532" y="6216"/>
                      <a:pt x="3531" y="6217"/>
                    </a:cubicBezTo>
                    <a:cubicBezTo>
                      <a:pt x="3531" y="6217"/>
                      <a:pt x="3530" y="6217"/>
                      <a:pt x="3530" y="6218"/>
                    </a:cubicBezTo>
                    <a:cubicBezTo>
                      <a:pt x="3533" y="6222"/>
                      <a:pt x="3533" y="6222"/>
                      <a:pt x="3533" y="6222"/>
                    </a:cubicBezTo>
                    <a:cubicBezTo>
                      <a:pt x="3535" y="6224"/>
                      <a:pt x="3538" y="6225"/>
                      <a:pt x="3541" y="6227"/>
                    </a:cubicBezTo>
                    <a:cubicBezTo>
                      <a:pt x="3544" y="6229"/>
                      <a:pt x="3546" y="6231"/>
                      <a:pt x="3549" y="6233"/>
                    </a:cubicBezTo>
                    <a:cubicBezTo>
                      <a:pt x="3552" y="6235"/>
                      <a:pt x="3554" y="6237"/>
                      <a:pt x="3556" y="6239"/>
                    </a:cubicBezTo>
                    <a:cubicBezTo>
                      <a:pt x="3557" y="6240"/>
                      <a:pt x="3557" y="6240"/>
                      <a:pt x="3558" y="6240"/>
                    </a:cubicBezTo>
                    <a:cubicBezTo>
                      <a:pt x="3558" y="6240"/>
                      <a:pt x="3558" y="6240"/>
                      <a:pt x="3558" y="6240"/>
                    </a:cubicBezTo>
                    <a:cubicBezTo>
                      <a:pt x="3560" y="6242"/>
                      <a:pt x="3562" y="6244"/>
                      <a:pt x="3564" y="6245"/>
                    </a:cubicBezTo>
                    <a:cubicBezTo>
                      <a:pt x="3566" y="6245"/>
                      <a:pt x="3567" y="6246"/>
                      <a:pt x="3569" y="6246"/>
                    </a:cubicBezTo>
                    <a:cubicBezTo>
                      <a:pt x="3571" y="6247"/>
                      <a:pt x="3574" y="6247"/>
                      <a:pt x="3576" y="6248"/>
                    </a:cubicBezTo>
                    <a:cubicBezTo>
                      <a:pt x="3579" y="6249"/>
                      <a:pt x="3581" y="6251"/>
                      <a:pt x="3584" y="6251"/>
                    </a:cubicBezTo>
                    <a:cubicBezTo>
                      <a:pt x="3587" y="6251"/>
                      <a:pt x="3591" y="6249"/>
                      <a:pt x="3594" y="6248"/>
                    </a:cubicBezTo>
                    <a:cubicBezTo>
                      <a:pt x="3597" y="6247"/>
                      <a:pt x="3600" y="6245"/>
                      <a:pt x="3603" y="6243"/>
                    </a:cubicBezTo>
                    <a:cubicBezTo>
                      <a:pt x="3606" y="6240"/>
                      <a:pt x="3607" y="6237"/>
                      <a:pt x="3611" y="6235"/>
                    </a:cubicBezTo>
                    <a:cubicBezTo>
                      <a:pt x="3616" y="6232"/>
                      <a:pt x="3620" y="6229"/>
                      <a:pt x="3626" y="6228"/>
                    </a:cubicBezTo>
                    <a:cubicBezTo>
                      <a:pt x="3629" y="6228"/>
                      <a:pt x="3631" y="6227"/>
                      <a:pt x="3634" y="6228"/>
                    </a:cubicBezTo>
                    <a:cubicBezTo>
                      <a:pt x="3636" y="6228"/>
                      <a:pt x="3639" y="6229"/>
                      <a:pt x="3641" y="6230"/>
                    </a:cubicBezTo>
                    <a:cubicBezTo>
                      <a:pt x="3644" y="6231"/>
                      <a:pt x="3648" y="6232"/>
                      <a:pt x="3650" y="6233"/>
                    </a:cubicBezTo>
                    <a:cubicBezTo>
                      <a:pt x="3652" y="6234"/>
                      <a:pt x="3654" y="6235"/>
                      <a:pt x="3656" y="6236"/>
                    </a:cubicBezTo>
                    <a:cubicBezTo>
                      <a:pt x="3658" y="6237"/>
                      <a:pt x="3661" y="6239"/>
                      <a:pt x="3663" y="6239"/>
                    </a:cubicBezTo>
                    <a:cubicBezTo>
                      <a:pt x="3665" y="6238"/>
                      <a:pt x="3666" y="6237"/>
                      <a:pt x="3668" y="6236"/>
                    </a:cubicBezTo>
                    <a:cubicBezTo>
                      <a:pt x="3669" y="6236"/>
                      <a:pt x="3671" y="6235"/>
                      <a:pt x="3672" y="6234"/>
                    </a:cubicBezTo>
                    <a:cubicBezTo>
                      <a:pt x="3675" y="6233"/>
                      <a:pt x="3678" y="6231"/>
                      <a:pt x="3681" y="6230"/>
                    </a:cubicBezTo>
                    <a:cubicBezTo>
                      <a:pt x="3682" y="6229"/>
                      <a:pt x="3684" y="6229"/>
                      <a:pt x="3685" y="6229"/>
                    </a:cubicBezTo>
                    <a:cubicBezTo>
                      <a:pt x="3686" y="6228"/>
                      <a:pt x="3687" y="6228"/>
                      <a:pt x="3688" y="6228"/>
                    </a:cubicBezTo>
                    <a:cubicBezTo>
                      <a:pt x="3690" y="6228"/>
                      <a:pt x="3690" y="6228"/>
                      <a:pt x="3690" y="6228"/>
                    </a:cubicBezTo>
                    <a:cubicBezTo>
                      <a:pt x="3692" y="6228"/>
                      <a:pt x="3695" y="6228"/>
                      <a:pt x="3698" y="6228"/>
                    </a:cubicBezTo>
                    <a:cubicBezTo>
                      <a:pt x="3699" y="6228"/>
                      <a:pt x="3701" y="6228"/>
                      <a:pt x="3703" y="6228"/>
                    </a:cubicBezTo>
                    <a:cubicBezTo>
                      <a:pt x="3705" y="6228"/>
                      <a:pt x="3706" y="6228"/>
                      <a:pt x="3708" y="6229"/>
                    </a:cubicBezTo>
                    <a:cubicBezTo>
                      <a:pt x="3708" y="6229"/>
                      <a:pt x="3707" y="6229"/>
                      <a:pt x="3707" y="6229"/>
                    </a:cubicBezTo>
                    <a:cubicBezTo>
                      <a:pt x="3708" y="6229"/>
                      <a:pt x="3708" y="6229"/>
                      <a:pt x="3708" y="6229"/>
                    </a:cubicBezTo>
                    <a:cubicBezTo>
                      <a:pt x="3709" y="6229"/>
                      <a:pt x="3711" y="6229"/>
                      <a:pt x="3712" y="6230"/>
                    </a:cubicBezTo>
                    <a:cubicBezTo>
                      <a:pt x="3712" y="6230"/>
                      <a:pt x="3712" y="6230"/>
                      <a:pt x="3712" y="6230"/>
                    </a:cubicBezTo>
                    <a:cubicBezTo>
                      <a:pt x="3713" y="6231"/>
                      <a:pt x="3714" y="6232"/>
                      <a:pt x="3714" y="6232"/>
                    </a:cubicBezTo>
                    <a:cubicBezTo>
                      <a:pt x="3716" y="6234"/>
                      <a:pt x="3717" y="6235"/>
                      <a:pt x="3718" y="6236"/>
                    </a:cubicBezTo>
                    <a:cubicBezTo>
                      <a:pt x="3720" y="6237"/>
                      <a:pt x="3723" y="6239"/>
                      <a:pt x="3725" y="6239"/>
                    </a:cubicBezTo>
                    <a:cubicBezTo>
                      <a:pt x="3727" y="6240"/>
                      <a:pt x="3731" y="6241"/>
                      <a:pt x="3732" y="6240"/>
                    </a:cubicBezTo>
                    <a:cubicBezTo>
                      <a:pt x="3735" y="6239"/>
                      <a:pt x="3739" y="6238"/>
                      <a:pt x="3742" y="6238"/>
                    </a:cubicBezTo>
                    <a:cubicBezTo>
                      <a:pt x="3745" y="6238"/>
                      <a:pt x="3748" y="6238"/>
                      <a:pt x="3751" y="6239"/>
                    </a:cubicBezTo>
                    <a:cubicBezTo>
                      <a:pt x="3753" y="6240"/>
                      <a:pt x="3754" y="6240"/>
                      <a:pt x="3756" y="6241"/>
                    </a:cubicBezTo>
                    <a:cubicBezTo>
                      <a:pt x="3756" y="6241"/>
                      <a:pt x="3756" y="6241"/>
                      <a:pt x="3756" y="6241"/>
                    </a:cubicBezTo>
                    <a:cubicBezTo>
                      <a:pt x="3759" y="6242"/>
                      <a:pt x="3761" y="6244"/>
                      <a:pt x="3763" y="6246"/>
                    </a:cubicBezTo>
                    <a:cubicBezTo>
                      <a:pt x="3763" y="6246"/>
                      <a:pt x="3763" y="6246"/>
                      <a:pt x="3763" y="6246"/>
                    </a:cubicBezTo>
                    <a:cubicBezTo>
                      <a:pt x="3765" y="6248"/>
                      <a:pt x="3765" y="6250"/>
                      <a:pt x="3768" y="6251"/>
                    </a:cubicBezTo>
                    <a:cubicBezTo>
                      <a:pt x="3773" y="6253"/>
                      <a:pt x="3777" y="6249"/>
                      <a:pt x="3782" y="6248"/>
                    </a:cubicBezTo>
                    <a:cubicBezTo>
                      <a:pt x="3787" y="6246"/>
                      <a:pt x="3792" y="6246"/>
                      <a:pt x="3797" y="6249"/>
                    </a:cubicBezTo>
                    <a:cubicBezTo>
                      <a:pt x="3799" y="6250"/>
                      <a:pt x="3801" y="6251"/>
                      <a:pt x="3804" y="6251"/>
                    </a:cubicBezTo>
                    <a:cubicBezTo>
                      <a:pt x="3805" y="6252"/>
                      <a:pt x="3807" y="6253"/>
                      <a:pt x="3809" y="6254"/>
                    </a:cubicBezTo>
                    <a:cubicBezTo>
                      <a:pt x="3809" y="6254"/>
                      <a:pt x="3809" y="6254"/>
                      <a:pt x="3809" y="6254"/>
                    </a:cubicBezTo>
                    <a:cubicBezTo>
                      <a:pt x="3809" y="6254"/>
                      <a:pt x="3809" y="6254"/>
                      <a:pt x="3809" y="6254"/>
                    </a:cubicBezTo>
                    <a:cubicBezTo>
                      <a:pt x="3810" y="6254"/>
                      <a:pt x="3811" y="6255"/>
                      <a:pt x="3812" y="6255"/>
                    </a:cubicBezTo>
                    <a:cubicBezTo>
                      <a:pt x="3812" y="6255"/>
                      <a:pt x="3813" y="6256"/>
                      <a:pt x="3813" y="6256"/>
                    </a:cubicBezTo>
                    <a:cubicBezTo>
                      <a:pt x="3813" y="6256"/>
                      <a:pt x="3813" y="6256"/>
                      <a:pt x="3813" y="6256"/>
                    </a:cubicBezTo>
                    <a:cubicBezTo>
                      <a:pt x="3815" y="6257"/>
                      <a:pt x="3818" y="6259"/>
                      <a:pt x="3820" y="6260"/>
                    </a:cubicBezTo>
                    <a:cubicBezTo>
                      <a:pt x="3822" y="6262"/>
                      <a:pt x="3825" y="6265"/>
                      <a:pt x="3827" y="6267"/>
                    </a:cubicBezTo>
                    <a:cubicBezTo>
                      <a:pt x="3830" y="6269"/>
                      <a:pt x="3832" y="6270"/>
                      <a:pt x="3835" y="6272"/>
                    </a:cubicBezTo>
                    <a:cubicBezTo>
                      <a:pt x="3839" y="6276"/>
                      <a:pt x="3843" y="6280"/>
                      <a:pt x="3847" y="6283"/>
                    </a:cubicBezTo>
                    <a:cubicBezTo>
                      <a:pt x="3847" y="6283"/>
                      <a:pt x="3847" y="6283"/>
                      <a:pt x="3847" y="6283"/>
                    </a:cubicBezTo>
                    <a:cubicBezTo>
                      <a:pt x="3848" y="6284"/>
                      <a:pt x="3848" y="6284"/>
                      <a:pt x="3849" y="6285"/>
                    </a:cubicBezTo>
                    <a:cubicBezTo>
                      <a:pt x="3851" y="6286"/>
                      <a:pt x="3852" y="6287"/>
                      <a:pt x="3853" y="6288"/>
                    </a:cubicBezTo>
                    <a:cubicBezTo>
                      <a:pt x="3855" y="6289"/>
                      <a:pt x="3856" y="6290"/>
                      <a:pt x="3858" y="6291"/>
                    </a:cubicBezTo>
                    <a:cubicBezTo>
                      <a:pt x="3859" y="6291"/>
                      <a:pt x="3860" y="6292"/>
                      <a:pt x="3861" y="6292"/>
                    </a:cubicBezTo>
                    <a:cubicBezTo>
                      <a:pt x="3862" y="6292"/>
                      <a:pt x="3863" y="6293"/>
                      <a:pt x="3864" y="6293"/>
                    </a:cubicBezTo>
                    <a:cubicBezTo>
                      <a:pt x="3865" y="6293"/>
                      <a:pt x="3865" y="6293"/>
                      <a:pt x="3865" y="6293"/>
                    </a:cubicBezTo>
                    <a:cubicBezTo>
                      <a:pt x="3867" y="6294"/>
                      <a:pt x="3869" y="6296"/>
                      <a:pt x="3870" y="6298"/>
                    </a:cubicBezTo>
                    <a:cubicBezTo>
                      <a:pt x="3871" y="6300"/>
                      <a:pt x="3872" y="6302"/>
                      <a:pt x="3871" y="6304"/>
                    </a:cubicBezTo>
                    <a:cubicBezTo>
                      <a:pt x="3871" y="6306"/>
                      <a:pt x="3871" y="6308"/>
                      <a:pt x="3871" y="6310"/>
                    </a:cubicBezTo>
                    <a:cubicBezTo>
                      <a:pt x="3871" y="6310"/>
                      <a:pt x="3871" y="6310"/>
                      <a:pt x="3871" y="6310"/>
                    </a:cubicBezTo>
                    <a:cubicBezTo>
                      <a:pt x="3872" y="6312"/>
                      <a:pt x="3872" y="6313"/>
                      <a:pt x="3873" y="6314"/>
                    </a:cubicBezTo>
                    <a:cubicBezTo>
                      <a:pt x="3873" y="6315"/>
                      <a:pt x="3873" y="6315"/>
                      <a:pt x="3873" y="6315"/>
                    </a:cubicBezTo>
                    <a:cubicBezTo>
                      <a:pt x="3875" y="6317"/>
                      <a:pt x="3878" y="6319"/>
                      <a:pt x="3881" y="6321"/>
                    </a:cubicBezTo>
                    <a:cubicBezTo>
                      <a:pt x="3885" y="6324"/>
                      <a:pt x="3890" y="6329"/>
                      <a:pt x="3896" y="6330"/>
                    </a:cubicBezTo>
                    <a:cubicBezTo>
                      <a:pt x="3898" y="6330"/>
                      <a:pt x="3900" y="6330"/>
                      <a:pt x="3903" y="6331"/>
                    </a:cubicBezTo>
                    <a:cubicBezTo>
                      <a:pt x="3903" y="6331"/>
                      <a:pt x="3903" y="6331"/>
                      <a:pt x="3903" y="6331"/>
                    </a:cubicBezTo>
                    <a:cubicBezTo>
                      <a:pt x="3903" y="6331"/>
                      <a:pt x="3904" y="6331"/>
                      <a:pt x="3905" y="6331"/>
                    </a:cubicBezTo>
                    <a:cubicBezTo>
                      <a:pt x="3908" y="6332"/>
                      <a:pt x="3911" y="6335"/>
                      <a:pt x="3914" y="6337"/>
                    </a:cubicBezTo>
                    <a:cubicBezTo>
                      <a:pt x="3916" y="6337"/>
                      <a:pt x="3917" y="6338"/>
                      <a:pt x="3919" y="6339"/>
                    </a:cubicBezTo>
                    <a:cubicBezTo>
                      <a:pt x="3920" y="6340"/>
                      <a:pt x="3921" y="6340"/>
                      <a:pt x="3923" y="6341"/>
                    </a:cubicBezTo>
                    <a:cubicBezTo>
                      <a:pt x="3924" y="6341"/>
                      <a:pt x="3926" y="6342"/>
                      <a:pt x="3927" y="6342"/>
                    </a:cubicBezTo>
                    <a:cubicBezTo>
                      <a:pt x="3928" y="6343"/>
                      <a:pt x="3929" y="6343"/>
                      <a:pt x="3930" y="6344"/>
                    </a:cubicBezTo>
                    <a:cubicBezTo>
                      <a:pt x="3934" y="6346"/>
                      <a:pt x="3938" y="6346"/>
                      <a:pt x="3942" y="6348"/>
                    </a:cubicBezTo>
                    <a:cubicBezTo>
                      <a:pt x="3944" y="6350"/>
                      <a:pt x="3947" y="6351"/>
                      <a:pt x="3950" y="6351"/>
                    </a:cubicBezTo>
                    <a:cubicBezTo>
                      <a:pt x="3951" y="6352"/>
                      <a:pt x="3953" y="6352"/>
                      <a:pt x="3954" y="6352"/>
                    </a:cubicBezTo>
                    <a:cubicBezTo>
                      <a:pt x="3955" y="6352"/>
                      <a:pt x="3957" y="6353"/>
                      <a:pt x="3958" y="6353"/>
                    </a:cubicBezTo>
                    <a:cubicBezTo>
                      <a:pt x="3960" y="6354"/>
                      <a:pt x="3962" y="6354"/>
                      <a:pt x="3964" y="6355"/>
                    </a:cubicBezTo>
                    <a:cubicBezTo>
                      <a:pt x="3965" y="6355"/>
                      <a:pt x="3966" y="6355"/>
                      <a:pt x="3967" y="6355"/>
                    </a:cubicBezTo>
                    <a:cubicBezTo>
                      <a:pt x="3970" y="6355"/>
                      <a:pt x="3972" y="6357"/>
                      <a:pt x="3974" y="6358"/>
                    </a:cubicBezTo>
                    <a:cubicBezTo>
                      <a:pt x="3977" y="6359"/>
                      <a:pt x="3980" y="6360"/>
                      <a:pt x="3982" y="6362"/>
                    </a:cubicBezTo>
                    <a:cubicBezTo>
                      <a:pt x="3984" y="6363"/>
                      <a:pt x="3986" y="6365"/>
                      <a:pt x="3988" y="6366"/>
                    </a:cubicBezTo>
                    <a:cubicBezTo>
                      <a:pt x="3990" y="6367"/>
                      <a:pt x="3992" y="6369"/>
                      <a:pt x="3994" y="6371"/>
                    </a:cubicBezTo>
                    <a:cubicBezTo>
                      <a:pt x="3996" y="6374"/>
                      <a:pt x="3999" y="6377"/>
                      <a:pt x="4003" y="6379"/>
                    </a:cubicBezTo>
                    <a:cubicBezTo>
                      <a:pt x="4004" y="6380"/>
                      <a:pt x="4006" y="6381"/>
                      <a:pt x="4007" y="6381"/>
                    </a:cubicBezTo>
                    <a:cubicBezTo>
                      <a:pt x="4008" y="6382"/>
                      <a:pt x="4009" y="6383"/>
                      <a:pt x="4009" y="6384"/>
                    </a:cubicBezTo>
                    <a:cubicBezTo>
                      <a:pt x="4010" y="6385"/>
                      <a:pt x="4010" y="6386"/>
                      <a:pt x="4011" y="6386"/>
                    </a:cubicBezTo>
                    <a:cubicBezTo>
                      <a:pt x="4012" y="6389"/>
                      <a:pt x="4013" y="6390"/>
                      <a:pt x="4016" y="6391"/>
                    </a:cubicBezTo>
                    <a:cubicBezTo>
                      <a:pt x="4019" y="6393"/>
                      <a:pt x="4021" y="6396"/>
                      <a:pt x="4025" y="6398"/>
                    </a:cubicBezTo>
                    <a:cubicBezTo>
                      <a:pt x="4028" y="6400"/>
                      <a:pt x="4031" y="6402"/>
                      <a:pt x="4034" y="6405"/>
                    </a:cubicBezTo>
                    <a:cubicBezTo>
                      <a:pt x="4037" y="6407"/>
                      <a:pt x="4040" y="6410"/>
                      <a:pt x="4042" y="6413"/>
                    </a:cubicBezTo>
                    <a:cubicBezTo>
                      <a:pt x="4044" y="6415"/>
                      <a:pt x="4045" y="6417"/>
                      <a:pt x="4047" y="6418"/>
                    </a:cubicBezTo>
                    <a:cubicBezTo>
                      <a:pt x="4047" y="6418"/>
                      <a:pt x="4047" y="6418"/>
                      <a:pt x="4047" y="6418"/>
                    </a:cubicBezTo>
                    <a:cubicBezTo>
                      <a:pt x="4049" y="6419"/>
                      <a:pt x="4050" y="6420"/>
                      <a:pt x="4052" y="6421"/>
                    </a:cubicBezTo>
                    <a:cubicBezTo>
                      <a:pt x="4053" y="6422"/>
                      <a:pt x="4055" y="6423"/>
                      <a:pt x="4056" y="6423"/>
                    </a:cubicBezTo>
                    <a:cubicBezTo>
                      <a:pt x="4057" y="6424"/>
                      <a:pt x="4058" y="6424"/>
                      <a:pt x="4059" y="6424"/>
                    </a:cubicBezTo>
                    <a:cubicBezTo>
                      <a:pt x="4060" y="6425"/>
                      <a:pt x="4061" y="6425"/>
                      <a:pt x="4062" y="6426"/>
                    </a:cubicBezTo>
                    <a:cubicBezTo>
                      <a:pt x="4067" y="6428"/>
                      <a:pt x="4071" y="6431"/>
                      <a:pt x="4075" y="6434"/>
                    </a:cubicBezTo>
                    <a:cubicBezTo>
                      <a:pt x="4076" y="6434"/>
                      <a:pt x="4076" y="6435"/>
                      <a:pt x="4077" y="6435"/>
                    </a:cubicBezTo>
                    <a:cubicBezTo>
                      <a:pt x="4078" y="6436"/>
                      <a:pt x="4079" y="6438"/>
                      <a:pt x="4081" y="6438"/>
                    </a:cubicBezTo>
                    <a:cubicBezTo>
                      <a:pt x="4083" y="6439"/>
                      <a:pt x="4085" y="6440"/>
                      <a:pt x="4087" y="6441"/>
                    </a:cubicBezTo>
                    <a:cubicBezTo>
                      <a:pt x="4089" y="6442"/>
                      <a:pt x="4091" y="6443"/>
                      <a:pt x="4093" y="6444"/>
                    </a:cubicBezTo>
                    <a:cubicBezTo>
                      <a:pt x="4094" y="6444"/>
                      <a:pt x="4095" y="6444"/>
                      <a:pt x="4097" y="6444"/>
                    </a:cubicBezTo>
                    <a:cubicBezTo>
                      <a:pt x="4102" y="6444"/>
                      <a:pt x="4107" y="6444"/>
                      <a:pt x="4112" y="6443"/>
                    </a:cubicBezTo>
                    <a:cubicBezTo>
                      <a:pt x="4118" y="6443"/>
                      <a:pt x="4124" y="6444"/>
                      <a:pt x="4129" y="6446"/>
                    </a:cubicBezTo>
                    <a:cubicBezTo>
                      <a:pt x="4129" y="6446"/>
                      <a:pt x="4129" y="6446"/>
                      <a:pt x="4129" y="6446"/>
                    </a:cubicBezTo>
                    <a:cubicBezTo>
                      <a:pt x="4130" y="6446"/>
                      <a:pt x="4131" y="6446"/>
                      <a:pt x="4132" y="6446"/>
                    </a:cubicBezTo>
                    <a:cubicBezTo>
                      <a:pt x="4134" y="6447"/>
                      <a:pt x="4135" y="6449"/>
                      <a:pt x="4137" y="6450"/>
                    </a:cubicBezTo>
                    <a:cubicBezTo>
                      <a:pt x="4138" y="6451"/>
                      <a:pt x="4140" y="6452"/>
                      <a:pt x="4142" y="6454"/>
                    </a:cubicBezTo>
                    <a:cubicBezTo>
                      <a:pt x="4142" y="6454"/>
                      <a:pt x="4142" y="6454"/>
                      <a:pt x="4142" y="6454"/>
                    </a:cubicBezTo>
                    <a:cubicBezTo>
                      <a:pt x="4142" y="6454"/>
                      <a:pt x="4142" y="6454"/>
                      <a:pt x="4142" y="6454"/>
                    </a:cubicBezTo>
                    <a:cubicBezTo>
                      <a:pt x="4143" y="6455"/>
                      <a:pt x="4144" y="6456"/>
                      <a:pt x="4145" y="6457"/>
                    </a:cubicBezTo>
                    <a:cubicBezTo>
                      <a:pt x="4146" y="6457"/>
                      <a:pt x="4146" y="6458"/>
                      <a:pt x="4147" y="6458"/>
                    </a:cubicBezTo>
                    <a:cubicBezTo>
                      <a:pt x="4149" y="6459"/>
                      <a:pt x="4152" y="6459"/>
                      <a:pt x="4154" y="6460"/>
                    </a:cubicBezTo>
                    <a:cubicBezTo>
                      <a:pt x="4155" y="6460"/>
                      <a:pt x="4156" y="6461"/>
                      <a:pt x="4157" y="6461"/>
                    </a:cubicBezTo>
                    <a:cubicBezTo>
                      <a:pt x="4158" y="6461"/>
                      <a:pt x="4159" y="6460"/>
                      <a:pt x="4161" y="6460"/>
                    </a:cubicBezTo>
                    <a:cubicBezTo>
                      <a:pt x="4162" y="6460"/>
                      <a:pt x="4163" y="6461"/>
                      <a:pt x="4164" y="6461"/>
                    </a:cubicBezTo>
                    <a:cubicBezTo>
                      <a:pt x="4165" y="6461"/>
                      <a:pt x="4166" y="6462"/>
                      <a:pt x="4167" y="6462"/>
                    </a:cubicBezTo>
                    <a:cubicBezTo>
                      <a:pt x="4169" y="6462"/>
                      <a:pt x="4171" y="6462"/>
                      <a:pt x="4172" y="6462"/>
                    </a:cubicBezTo>
                    <a:cubicBezTo>
                      <a:pt x="4174" y="6462"/>
                      <a:pt x="4176" y="6463"/>
                      <a:pt x="4178" y="6463"/>
                    </a:cubicBezTo>
                    <a:cubicBezTo>
                      <a:pt x="4183" y="6465"/>
                      <a:pt x="4188" y="6466"/>
                      <a:pt x="4192" y="6468"/>
                    </a:cubicBezTo>
                    <a:cubicBezTo>
                      <a:pt x="4197" y="6469"/>
                      <a:pt x="4201" y="6471"/>
                      <a:pt x="4205" y="6473"/>
                    </a:cubicBezTo>
                    <a:cubicBezTo>
                      <a:pt x="4207" y="6473"/>
                      <a:pt x="4208" y="6473"/>
                      <a:pt x="4210" y="6473"/>
                    </a:cubicBezTo>
                    <a:cubicBezTo>
                      <a:pt x="4212" y="6474"/>
                      <a:pt x="4215" y="6475"/>
                      <a:pt x="4218" y="6477"/>
                    </a:cubicBezTo>
                    <a:cubicBezTo>
                      <a:pt x="4220" y="6478"/>
                      <a:pt x="4222" y="6479"/>
                      <a:pt x="4225" y="6480"/>
                    </a:cubicBezTo>
                    <a:cubicBezTo>
                      <a:pt x="4226" y="6480"/>
                      <a:pt x="4227" y="6480"/>
                      <a:pt x="4227" y="6480"/>
                    </a:cubicBezTo>
                    <a:cubicBezTo>
                      <a:pt x="4228" y="6480"/>
                      <a:pt x="4228" y="6480"/>
                      <a:pt x="4228" y="6480"/>
                    </a:cubicBezTo>
                    <a:cubicBezTo>
                      <a:pt x="4231" y="6481"/>
                      <a:pt x="4234" y="6482"/>
                      <a:pt x="4237" y="6483"/>
                    </a:cubicBezTo>
                    <a:cubicBezTo>
                      <a:pt x="4239" y="6484"/>
                      <a:pt x="4241" y="6485"/>
                      <a:pt x="4242" y="6486"/>
                    </a:cubicBezTo>
                    <a:cubicBezTo>
                      <a:pt x="4243" y="6486"/>
                      <a:pt x="4243" y="6486"/>
                      <a:pt x="4243" y="6486"/>
                    </a:cubicBezTo>
                    <a:cubicBezTo>
                      <a:pt x="4244" y="6487"/>
                      <a:pt x="4245" y="6488"/>
                      <a:pt x="4247" y="6489"/>
                    </a:cubicBezTo>
                    <a:cubicBezTo>
                      <a:pt x="4249" y="6491"/>
                      <a:pt x="4252" y="6492"/>
                      <a:pt x="4254" y="6493"/>
                    </a:cubicBezTo>
                    <a:cubicBezTo>
                      <a:pt x="4254" y="6493"/>
                      <a:pt x="4254" y="6493"/>
                      <a:pt x="4255" y="6493"/>
                    </a:cubicBezTo>
                    <a:cubicBezTo>
                      <a:pt x="4255" y="6493"/>
                      <a:pt x="4255" y="6493"/>
                      <a:pt x="4255" y="6493"/>
                    </a:cubicBezTo>
                    <a:cubicBezTo>
                      <a:pt x="4256" y="6494"/>
                      <a:pt x="4257" y="6495"/>
                      <a:pt x="4258" y="6495"/>
                    </a:cubicBezTo>
                    <a:cubicBezTo>
                      <a:pt x="4258" y="6496"/>
                      <a:pt x="4259" y="6496"/>
                      <a:pt x="4259" y="6496"/>
                    </a:cubicBezTo>
                    <a:cubicBezTo>
                      <a:pt x="4259" y="6496"/>
                      <a:pt x="4260" y="6496"/>
                      <a:pt x="4260" y="6497"/>
                    </a:cubicBezTo>
                    <a:cubicBezTo>
                      <a:pt x="4263" y="6499"/>
                      <a:pt x="4267" y="6502"/>
                      <a:pt x="4270" y="6503"/>
                    </a:cubicBezTo>
                    <a:cubicBezTo>
                      <a:pt x="4273" y="6504"/>
                      <a:pt x="4277" y="6505"/>
                      <a:pt x="4280" y="6505"/>
                    </a:cubicBezTo>
                    <a:cubicBezTo>
                      <a:pt x="4283" y="6506"/>
                      <a:pt x="4286" y="6506"/>
                      <a:pt x="4289" y="6507"/>
                    </a:cubicBezTo>
                    <a:cubicBezTo>
                      <a:pt x="4292" y="6508"/>
                      <a:pt x="4295" y="6509"/>
                      <a:pt x="4298" y="6511"/>
                    </a:cubicBezTo>
                    <a:cubicBezTo>
                      <a:pt x="4300" y="6512"/>
                      <a:pt x="4302" y="6513"/>
                      <a:pt x="4304" y="6514"/>
                    </a:cubicBezTo>
                    <a:cubicBezTo>
                      <a:pt x="4305" y="6514"/>
                      <a:pt x="4306" y="6515"/>
                      <a:pt x="4308" y="6516"/>
                    </a:cubicBezTo>
                    <a:cubicBezTo>
                      <a:pt x="4309" y="6516"/>
                      <a:pt x="4311" y="6518"/>
                      <a:pt x="4312" y="6519"/>
                    </a:cubicBezTo>
                    <a:cubicBezTo>
                      <a:pt x="4314" y="6520"/>
                      <a:pt x="4315" y="6521"/>
                      <a:pt x="4317" y="6523"/>
                    </a:cubicBezTo>
                    <a:cubicBezTo>
                      <a:pt x="4317" y="6523"/>
                      <a:pt x="4317" y="6523"/>
                      <a:pt x="4317" y="6523"/>
                    </a:cubicBezTo>
                    <a:cubicBezTo>
                      <a:pt x="4318" y="6524"/>
                      <a:pt x="4320" y="6525"/>
                      <a:pt x="4322" y="6526"/>
                    </a:cubicBezTo>
                    <a:cubicBezTo>
                      <a:pt x="4322" y="6526"/>
                      <a:pt x="4322" y="6526"/>
                      <a:pt x="4322" y="6526"/>
                    </a:cubicBezTo>
                    <a:cubicBezTo>
                      <a:pt x="4325" y="6527"/>
                      <a:pt x="4328" y="6530"/>
                      <a:pt x="4331" y="6532"/>
                    </a:cubicBezTo>
                    <a:cubicBezTo>
                      <a:pt x="4335" y="6535"/>
                      <a:pt x="4338" y="6538"/>
                      <a:pt x="4342" y="6541"/>
                    </a:cubicBezTo>
                    <a:cubicBezTo>
                      <a:pt x="4344" y="6543"/>
                      <a:pt x="4346" y="6545"/>
                      <a:pt x="4348" y="6548"/>
                    </a:cubicBezTo>
                    <a:cubicBezTo>
                      <a:pt x="4349" y="6549"/>
                      <a:pt x="4350" y="6550"/>
                      <a:pt x="4351" y="6552"/>
                    </a:cubicBezTo>
                    <a:cubicBezTo>
                      <a:pt x="4353" y="6553"/>
                      <a:pt x="4355" y="6555"/>
                      <a:pt x="4357" y="6556"/>
                    </a:cubicBezTo>
                    <a:cubicBezTo>
                      <a:pt x="4358" y="6557"/>
                      <a:pt x="4359" y="6558"/>
                      <a:pt x="4361" y="6558"/>
                    </a:cubicBezTo>
                    <a:cubicBezTo>
                      <a:pt x="4361" y="6559"/>
                      <a:pt x="4362" y="6559"/>
                      <a:pt x="4363" y="6559"/>
                    </a:cubicBezTo>
                    <a:cubicBezTo>
                      <a:pt x="4363" y="6559"/>
                      <a:pt x="4363" y="6559"/>
                      <a:pt x="4364" y="6559"/>
                    </a:cubicBezTo>
                    <a:cubicBezTo>
                      <a:pt x="4364" y="6559"/>
                      <a:pt x="4364" y="6559"/>
                      <a:pt x="4364" y="6560"/>
                    </a:cubicBezTo>
                    <a:cubicBezTo>
                      <a:pt x="4365" y="6559"/>
                      <a:pt x="4366" y="6559"/>
                      <a:pt x="4367" y="6559"/>
                    </a:cubicBezTo>
                    <a:cubicBezTo>
                      <a:pt x="4368" y="6559"/>
                      <a:pt x="4369" y="6560"/>
                      <a:pt x="4370" y="6560"/>
                    </a:cubicBezTo>
                    <a:cubicBezTo>
                      <a:pt x="4373" y="6562"/>
                      <a:pt x="4376" y="6562"/>
                      <a:pt x="4378" y="6564"/>
                    </a:cubicBezTo>
                    <a:cubicBezTo>
                      <a:pt x="4381" y="6565"/>
                      <a:pt x="4383" y="6565"/>
                      <a:pt x="4385" y="6566"/>
                    </a:cubicBezTo>
                    <a:cubicBezTo>
                      <a:pt x="4388" y="6567"/>
                      <a:pt x="4390" y="6568"/>
                      <a:pt x="4393" y="6568"/>
                    </a:cubicBezTo>
                    <a:cubicBezTo>
                      <a:pt x="4399" y="6570"/>
                      <a:pt x="4405" y="6572"/>
                      <a:pt x="4411" y="6574"/>
                    </a:cubicBezTo>
                    <a:cubicBezTo>
                      <a:pt x="4416" y="6576"/>
                      <a:pt x="4421" y="6577"/>
                      <a:pt x="4426" y="6579"/>
                    </a:cubicBezTo>
                    <a:cubicBezTo>
                      <a:pt x="4430" y="6580"/>
                      <a:pt x="4434" y="6583"/>
                      <a:pt x="4439" y="6584"/>
                    </a:cubicBezTo>
                    <a:cubicBezTo>
                      <a:pt x="4442" y="6585"/>
                      <a:pt x="4445" y="6584"/>
                      <a:pt x="4448" y="6585"/>
                    </a:cubicBezTo>
                    <a:cubicBezTo>
                      <a:pt x="4449" y="6586"/>
                      <a:pt x="4451" y="6586"/>
                      <a:pt x="4453" y="6586"/>
                    </a:cubicBezTo>
                    <a:cubicBezTo>
                      <a:pt x="4458" y="6588"/>
                      <a:pt x="4464" y="6589"/>
                      <a:pt x="4469" y="6589"/>
                    </a:cubicBezTo>
                    <a:cubicBezTo>
                      <a:pt x="4474" y="6590"/>
                      <a:pt x="4478" y="6588"/>
                      <a:pt x="4482" y="6587"/>
                    </a:cubicBezTo>
                    <a:cubicBezTo>
                      <a:pt x="4483" y="6586"/>
                      <a:pt x="4484" y="6586"/>
                      <a:pt x="4486" y="6585"/>
                    </a:cubicBezTo>
                    <a:cubicBezTo>
                      <a:pt x="4486" y="6585"/>
                      <a:pt x="4486" y="6585"/>
                      <a:pt x="4486" y="6585"/>
                    </a:cubicBezTo>
                    <a:cubicBezTo>
                      <a:pt x="4488" y="6584"/>
                      <a:pt x="4491" y="6583"/>
                      <a:pt x="4493" y="6583"/>
                    </a:cubicBezTo>
                    <a:cubicBezTo>
                      <a:pt x="4495" y="6583"/>
                      <a:pt x="4496" y="6583"/>
                      <a:pt x="4498" y="6584"/>
                    </a:cubicBezTo>
                    <a:cubicBezTo>
                      <a:pt x="4499" y="6584"/>
                      <a:pt x="4501" y="6584"/>
                      <a:pt x="4502" y="6584"/>
                    </a:cubicBezTo>
                    <a:cubicBezTo>
                      <a:pt x="4508" y="6585"/>
                      <a:pt x="4515" y="6586"/>
                      <a:pt x="4521" y="6587"/>
                    </a:cubicBezTo>
                    <a:cubicBezTo>
                      <a:pt x="4524" y="6587"/>
                      <a:pt x="4528" y="6587"/>
                      <a:pt x="4531" y="6588"/>
                    </a:cubicBezTo>
                    <a:cubicBezTo>
                      <a:pt x="4545" y="6590"/>
                      <a:pt x="4559" y="6590"/>
                      <a:pt x="4573" y="6591"/>
                    </a:cubicBezTo>
                    <a:cubicBezTo>
                      <a:pt x="4574" y="6591"/>
                      <a:pt x="4575" y="6591"/>
                      <a:pt x="4576" y="6591"/>
                    </a:cubicBezTo>
                    <a:cubicBezTo>
                      <a:pt x="4576" y="6591"/>
                      <a:pt x="4576" y="6591"/>
                      <a:pt x="4576" y="6591"/>
                    </a:cubicBezTo>
                    <a:cubicBezTo>
                      <a:pt x="4576" y="6591"/>
                      <a:pt x="4577" y="6591"/>
                      <a:pt x="4578" y="6591"/>
                    </a:cubicBezTo>
                    <a:cubicBezTo>
                      <a:pt x="4593" y="6587"/>
                      <a:pt x="4593" y="6587"/>
                      <a:pt x="4593" y="6587"/>
                    </a:cubicBezTo>
                    <a:cubicBezTo>
                      <a:pt x="4592" y="6573"/>
                      <a:pt x="4592" y="6573"/>
                      <a:pt x="4592" y="6573"/>
                    </a:cubicBezTo>
                    <a:cubicBezTo>
                      <a:pt x="4590" y="6573"/>
                      <a:pt x="4588" y="6572"/>
                      <a:pt x="4587" y="6572"/>
                    </a:cubicBezTo>
                    <a:cubicBezTo>
                      <a:pt x="4570" y="6568"/>
                      <a:pt x="4538" y="6560"/>
                      <a:pt x="4521" y="6561"/>
                    </a:cubicBezTo>
                    <a:cubicBezTo>
                      <a:pt x="4521" y="6561"/>
                      <a:pt x="4474" y="6533"/>
                      <a:pt x="4443" y="6529"/>
                    </a:cubicBezTo>
                    <a:cubicBezTo>
                      <a:pt x="4442" y="6522"/>
                      <a:pt x="4442" y="6522"/>
                      <a:pt x="4442" y="6522"/>
                    </a:cubicBezTo>
                    <a:cubicBezTo>
                      <a:pt x="4441" y="6509"/>
                      <a:pt x="4441" y="6509"/>
                      <a:pt x="4441" y="6509"/>
                    </a:cubicBezTo>
                    <a:cubicBezTo>
                      <a:pt x="4458" y="6494"/>
                      <a:pt x="4458" y="6494"/>
                      <a:pt x="4458" y="6494"/>
                    </a:cubicBezTo>
                    <a:cubicBezTo>
                      <a:pt x="4492" y="6505"/>
                      <a:pt x="4492" y="6505"/>
                      <a:pt x="4492" y="6505"/>
                    </a:cubicBezTo>
                    <a:cubicBezTo>
                      <a:pt x="4517" y="6484"/>
                      <a:pt x="4517" y="6484"/>
                      <a:pt x="4517" y="6484"/>
                    </a:cubicBezTo>
                    <a:cubicBezTo>
                      <a:pt x="4517" y="6467"/>
                      <a:pt x="4517" y="6467"/>
                      <a:pt x="4517" y="6467"/>
                    </a:cubicBezTo>
                    <a:cubicBezTo>
                      <a:pt x="4511" y="6463"/>
                      <a:pt x="4511" y="6463"/>
                      <a:pt x="4511" y="6463"/>
                    </a:cubicBezTo>
                    <a:cubicBezTo>
                      <a:pt x="4498" y="6455"/>
                      <a:pt x="4498" y="6455"/>
                      <a:pt x="4498" y="6455"/>
                    </a:cubicBezTo>
                    <a:cubicBezTo>
                      <a:pt x="4447" y="6426"/>
                      <a:pt x="4447" y="6426"/>
                      <a:pt x="4447" y="6426"/>
                    </a:cubicBezTo>
                    <a:cubicBezTo>
                      <a:pt x="4413" y="6403"/>
                      <a:pt x="4413" y="6403"/>
                      <a:pt x="4413" y="6403"/>
                    </a:cubicBezTo>
                    <a:cubicBezTo>
                      <a:pt x="4375" y="6358"/>
                      <a:pt x="4375" y="6358"/>
                      <a:pt x="4375" y="6358"/>
                    </a:cubicBezTo>
                    <a:cubicBezTo>
                      <a:pt x="4342" y="6355"/>
                      <a:pt x="4342" y="6355"/>
                      <a:pt x="4342" y="6355"/>
                    </a:cubicBezTo>
                    <a:cubicBezTo>
                      <a:pt x="4299" y="6317"/>
                      <a:pt x="4299" y="6317"/>
                      <a:pt x="4299" y="6317"/>
                    </a:cubicBezTo>
                    <a:cubicBezTo>
                      <a:pt x="4262" y="6298"/>
                      <a:pt x="4262" y="6298"/>
                      <a:pt x="4262" y="6298"/>
                    </a:cubicBezTo>
                    <a:cubicBezTo>
                      <a:pt x="4244" y="6293"/>
                      <a:pt x="4244" y="6293"/>
                      <a:pt x="4244" y="6293"/>
                    </a:cubicBezTo>
                    <a:cubicBezTo>
                      <a:pt x="4174" y="6312"/>
                      <a:pt x="4174" y="6312"/>
                      <a:pt x="4174" y="6312"/>
                    </a:cubicBezTo>
                    <a:cubicBezTo>
                      <a:pt x="4151" y="6309"/>
                      <a:pt x="4151" y="6309"/>
                      <a:pt x="4151" y="6309"/>
                    </a:cubicBezTo>
                    <a:cubicBezTo>
                      <a:pt x="4151" y="6328"/>
                      <a:pt x="4151" y="6328"/>
                      <a:pt x="4151" y="6328"/>
                    </a:cubicBezTo>
                    <a:cubicBezTo>
                      <a:pt x="4138" y="6362"/>
                      <a:pt x="4138" y="6362"/>
                      <a:pt x="4138" y="6362"/>
                    </a:cubicBezTo>
                    <a:cubicBezTo>
                      <a:pt x="4085" y="6334"/>
                      <a:pt x="4085" y="6334"/>
                      <a:pt x="4085" y="6334"/>
                    </a:cubicBezTo>
                    <a:cubicBezTo>
                      <a:pt x="4085" y="6300"/>
                      <a:pt x="4085" y="6300"/>
                      <a:pt x="4085" y="6300"/>
                    </a:cubicBezTo>
                    <a:cubicBezTo>
                      <a:pt x="4072" y="6256"/>
                      <a:pt x="4072" y="6256"/>
                      <a:pt x="4072" y="6256"/>
                    </a:cubicBezTo>
                    <a:cubicBezTo>
                      <a:pt x="4067" y="6252"/>
                      <a:pt x="4067" y="6252"/>
                      <a:pt x="4067" y="6252"/>
                    </a:cubicBezTo>
                    <a:cubicBezTo>
                      <a:pt x="4046" y="6236"/>
                      <a:pt x="4046" y="6236"/>
                      <a:pt x="4046" y="6236"/>
                    </a:cubicBezTo>
                    <a:cubicBezTo>
                      <a:pt x="3984" y="6241"/>
                      <a:pt x="3984" y="6241"/>
                      <a:pt x="3984" y="6241"/>
                    </a:cubicBezTo>
                    <a:cubicBezTo>
                      <a:pt x="3941" y="6234"/>
                      <a:pt x="3941" y="6234"/>
                      <a:pt x="3941" y="6234"/>
                    </a:cubicBezTo>
                    <a:cubicBezTo>
                      <a:pt x="3940" y="6226"/>
                      <a:pt x="3940" y="6226"/>
                      <a:pt x="3940" y="6226"/>
                    </a:cubicBezTo>
                    <a:cubicBezTo>
                      <a:pt x="3939" y="6141"/>
                      <a:pt x="3939" y="6141"/>
                      <a:pt x="3939" y="6141"/>
                    </a:cubicBezTo>
                    <a:cubicBezTo>
                      <a:pt x="3939" y="6141"/>
                      <a:pt x="3939" y="6141"/>
                      <a:pt x="3939" y="6141"/>
                    </a:cubicBezTo>
                    <a:cubicBezTo>
                      <a:pt x="3930" y="6091"/>
                      <a:pt x="3930" y="6091"/>
                      <a:pt x="3930" y="6091"/>
                    </a:cubicBezTo>
                    <a:cubicBezTo>
                      <a:pt x="3971" y="6048"/>
                      <a:pt x="3971" y="6048"/>
                      <a:pt x="3971" y="6048"/>
                    </a:cubicBezTo>
                    <a:cubicBezTo>
                      <a:pt x="3955" y="6004"/>
                      <a:pt x="3955" y="6004"/>
                      <a:pt x="3955" y="6004"/>
                    </a:cubicBezTo>
                    <a:cubicBezTo>
                      <a:pt x="3951" y="6003"/>
                      <a:pt x="3951" y="6003"/>
                      <a:pt x="3951" y="6003"/>
                    </a:cubicBezTo>
                    <a:cubicBezTo>
                      <a:pt x="3894" y="5981"/>
                      <a:pt x="3894" y="5981"/>
                      <a:pt x="3894" y="5981"/>
                    </a:cubicBezTo>
                    <a:cubicBezTo>
                      <a:pt x="3893" y="5974"/>
                      <a:pt x="3893" y="5974"/>
                      <a:pt x="3893" y="5974"/>
                    </a:cubicBezTo>
                    <a:cubicBezTo>
                      <a:pt x="3891" y="5950"/>
                      <a:pt x="3891" y="5950"/>
                      <a:pt x="3891" y="5950"/>
                    </a:cubicBezTo>
                    <a:cubicBezTo>
                      <a:pt x="3877" y="5919"/>
                      <a:pt x="3877" y="5919"/>
                      <a:pt x="3877" y="5919"/>
                    </a:cubicBezTo>
                    <a:cubicBezTo>
                      <a:pt x="3881" y="5879"/>
                      <a:pt x="3881" y="5879"/>
                      <a:pt x="3881" y="5879"/>
                    </a:cubicBezTo>
                    <a:cubicBezTo>
                      <a:pt x="3877" y="5842"/>
                      <a:pt x="3877" y="5842"/>
                      <a:pt x="3877" y="5842"/>
                    </a:cubicBezTo>
                    <a:cubicBezTo>
                      <a:pt x="3905" y="5823"/>
                      <a:pt x="3905" y="5823"/>
                      <a:pt x="3905" y="5823"/>
                    </a:cubicBezTo>
                    <a:cubicBezTo>
                      <a:pt x="3921" y="5788"/>
                      <a:pt x="3921" y="5788"/>
                      <a:pt x="3921" y="5788"/>
                    </a:cubicBezTo>
                    <a:cubicBezTo>
                      <a:pt x="3890" y="5737"/>
                      <a:pt x="3890" y="5737"/>
                      <a:pt x="3890" y="5737"/>
                    </a:cubicBezTo>
                    <a:cubicBezTo>
                      <a:pt x="3886" y="5709"/>
                      <a:pt x="3886" y="5709"/>
                      <a:pt x="3886" y="5709"/>
                    </a:cubicBezTo>
                    <a:cubicBezTo>
                      <a:pt x="3898" y="5682"/>
                      <a:pt x="3898" y="5682"/>
                      <a:pt x="3898" y="5682"/>
                    </a:cubicBezTo>
                    <a:cubicBezTo>
                      <a:pt x="3947" y="5669"/>
                      <a:pt x="3947" y="5669"/>
                      <a:pt x="3947" y="5669"/>
                    </a:cubicBezTo>
                    <a:cubicBezTo>
                      <a:pt x="3964" y="5684"/>
                      <a:pt x="3964" y="5684"/>
                      <a:pt x="3964" y="5684"/>
                    </a:cubicBezTo>
                    <a:cubicBezTo>
                      <a:pt x="4012" y="5706"/>
                      <a:pt x="4012" y="5706"/>
                      <a:pt x="4012" y="5706"/>
                    </a:cubicBezTo>
                    <a:cubicBezTo>
                      <a:pt x="4036" y="5724"/>
                      <a:pt x="4036" y="5724"/>
                      <a:pt x="4036" y="5724"/>
                    </a:cubicBezTo>
                    <a:cubicBezTo>
                      <a:pt x="4043" y="5730"/>
                      <a:pt x="4043" y="5730"/>
                      <a:pt x="4043" y="5730"/>
                    </a:cubicBezTo>
                    <a:cubicBezTo>
                      <a:pt x="4039" y="5750"/>
                      <a:pt x="4039" y="5750"/>
                      <a:pt x="4039" y="5750"/>
                    </a:cubicBezTo>
                    <a:cubicBezTo>
                      <a:pt x="4037" y="5762"/>
                      <a:pt x="4037" y="5762"/>
                      <a:pt x="4037" y="5762"/>
                    </a:cubicBezTo>
                    <a:cubicBezTo>
                      <a:pt x="4063" y="5754"/>
                      <a:pt x="4063" y="5754"/>
                      <a:pt x="4063" y="5754"/>
                    </a:cubicBezTo>
                    <a:cubicBezTo>
                      <a:pt x="4102" y="5771"/>
                      <a:pt x="4102" y="5771"/>
                      <a:pt x="4102" y="5771"/>
                    </a:cubicBezTo>
                    <a:cubicBezTo>
                      <a:pt x="4189" y="5705"/>
                      <a:pt x="4189" y="5705"/>
                      <a:pt x="4189" y="5705"/>
                    </a:cubicBezTo>
                    <a:cubicBezTo>
                      <a:pt x="4182" y="5696"/>
                      <a:pt x="4182" y="5696"/>
                      <a:pt x="4182" y="5696"/>
                    </a:cubicBezTo>
                    <a:cubicBezTo>
                      <a:pt x="4160" y="5669"/>
                      <a:pt x="4160" y="5669"/>
                      <a:pt x="4160" y="5669"/>
                    </a:cubicBezTo>
                    <a:cubicBezTo>
                      <a:pt x="4134" y="5662"/>
                      <a:pt x="4134" y="5662"/>
                      <a:pt x="4134" y="5662"/>
                    </a:cubicBezTo>
                    <a:cubicBezTo>
                      <a:pt x="4122" y="5656"/>
                      <a:pt x="4122" y="5656"/>
                      <a:pt x="4122" y="5656"/>
                    </a:cubicBezTo>
                    <a:cubicBezTo>
                      <a:pt x="4111" y="5641"/>
                      <a:pt x="4111" y="5641"/>
                      <a:pt x="4111" y="5641"/>
                    </a:cubicBezTo>
                    <a:cubicBezTo>
                      <a:pt x="4088" y="5614"/>
                      <a:pt x="4088" y="5614"/>
                      <a:pt x="4088" y="5614"/>
                    </a:cubicBezTo>
                    <a:cubicBezTo>
                      <a:pt x="4083" y="5607"/>
                      <a:pt x="4083" y="5607"/>
                      <a:pt x="4083" y="5607"/>
                    </a:cubicBezTo>
                    <a:cubicBezTo>
                      <a:pt x="4083" y="5606"/>
                      <a:pt x="4083" y="5606"/>
                      <a:pt x="4083" y="5606"/>
                    </a:cubicBezTo>
                    <a:cubicBezTo>
                      <a:pt x="4075" y="5592"/>
                      <a:pt x="4075" y="5592"/>
                      <a:pt x="4075" y="5592"/>
                    </a:cubicBezTo>
                    <a:cubicBezTo>
                      <a:pt x="4071" y="5587"/>
                      <a:pt x="4071" y="5587"/>
                      <a:pt x="4071" y="5587"/>
                    </a:cubicBezTo>
                    <a:cubicBezTo>
                      <a:pt x="4071" y="5587"/>
                      <a:pt x="4071" y="5587"/>
                      <a:pt x="4071" y="5587"/>
                    </a:cubicBezTo>
                    <a:cubicBezTo>
                      <a:pt x="4056" y="5565"/>
                      <a:pt x="4056" y="5565"/>
                      <a:pt x="4056" y="5565"/>
                    </a:cubicBezTo>
                    <a:cubicBezTo>
                      <a:pt x="4056" y="5565"/>
                      <a:pt x="4056" y="5565"/>
                      <a:pt x="4056" y="5565"/>
                    </a:cubicBezTo>
                    <a:cubicBezTo>
                      <a:pt x="4111" y="5526"/>
                      <a:pt x="4111" y="5526"/>
                      <a:pt x="4111" y="5526"/>
                    </a:cubicBezTo>
                    <a:cubicBezTo>
                      <a:pt x="4123" y="5484"/>
                      <a:pt x="4123" y="5484"/>
                      <a:pt x="4123" y="5484"/>
                    </a:cubicBezTo>
                    <a:cubicBezTo>
                      <a:pt x="4157" y="5454"/>
                      <a:pt x="4157" y="5454"/>
                      <a:pt x="4157" y="5454"/>
                    </a:cubicBezTo>
                    <a:cubicBezTo>
                      <a:pt x="4148" y="5446"/>
                      <a:pt x="4148" y="5446"/>
                      <a:pt x="4148" y="5446"/>
                    </a:cubicBezTo>
                    <a:cubicBezTo>
                      <a:pt x="4120" y="5421"/>
                      <a:pt x="4120" y="5421"/>
                      <a:pt x="4120" y="5421"/>
                    </a:cubicBezTo>
                    <a:cubicBezTo>
                      <a:pt x="4119" y="5415"/>
                      <a:pt x="4119" y="5415"/>
                      <a:pt x="4119" y="5415"/>
                    </a:cubicBezTo>
                    <a:cubicBezTo>
                      <a:pt x="4119" y="5415"/>
                      <a:pt x="4119" y="5415"/>
                      <a:pt x="4119" y="5415"/>
                    </a:cubicBezTo>
                    <a:cubicBezTo>
                      <a:pt x="4113" y="5410"/>
                      <a:pt x="4113" y="5410"/>
                      <a:pt x="4113" y="5410"/>
                    </a:cubicBezTo>
                    <a:cubicBezTo>
                      <a:pt x="4110" y="5389"/>
                      <a:pt x="4110" y="5389"/>
                      <a:pt x="4110" y="5389"/>
                    </a:cubicBezTo>
                    <a:cubicBezTo>
                      <a:pt x="4140" y="5365"/>
                      <a:pt x="4140" y="5365"/>
                      <a:pt x="4140" y="5365"/>
                    </a:cubicBezTo>
                    <a:cubicBezTo>
                      <a:pt x="4184" y="5355"/>
                      <a:pt x="4184" y="5355"/>
                      <a:pt x="4184" y="5355"/>
                    </a:cubicBezTo>
                    <a:cubicBezTo>
                      <a:pt x="4200" y="5314"/>
                      <a:pt x="4200" y="5314"/>
                      <a:pt x="4200" y="5314"/>
                    </a:cubicBezTo>
                    <a:cubicBezTo>
                      <a:pt x="4240" y="5287"/>
                      <a:pt x="4240" y="5287"/>
                      <a:pt x="4240" y="5287"/>
                    </a:cubicBezTo>
                    <a:cubicBezTo>
                      <a:pt x="4244" y="5228"/>
                      <a:pt x="4244" y="5228"/>
                      <a:pt x="4244" y="5228"/>
                    </a:cubicBezTo>
                    <a:cubicBezTo>
                      <a:pt x="4256" y="5175"/>
                      <a:pt x="4256" y="5175"/>
                      <a:pt x="4256" y="5175"/>
                    </a:cubicBezTo>
                    <a:cubicBezTo>
                      <a:pt x="4256" y="5142"/>
                      <a:pt x="4256" y="5142"/>
                      <a:pt x="4256" y="5142"/>
                    </a:cubicBezTo>
                    <a:cubicBezTo>
                      <a:pt x="4256" y="5142"/>
                      <a:pt x="4256" y="5142"/>
                      <a:pt x="4256" y="5142"/>
                    </a:cubicBezTo>
                    <a:cubicBezTo>
                      <a:pt x="4256" y="5142"/>
                      <a:pt x="4256" y="5142"/>
                      <a:pt x="4256" y="5142"/>
                    </a:cubicBezTo>
                    <a:cubicBezTo>
                      <a:pt x="4256" y="5142"/>
                      <a:pt x="4256" y="5142"/>
                      <a:pt x="4256" y="5142"/>
                    </a:cubicBezTo>
                    <a:cubicBezTo>
                      <a:pt x="4256" y="5142"/>
                      <a:pt x="4256" y="5142"/>
                      <a:pt x="4256" y="5142"/>
                    </a:cubicBezTo>
                    <a:cubicBezTo>
                      <a:pt x="4257" y="5142"/>
                      <a:pt x="4257" y="5142"/>
                      <a:pt x="4257" y="5142"/>
                    </a:cubicBezTo>
                    <a:cubicBezTo>
                      <a:pt x="4257" y="5142"/>
                      <a:pt x="4257" y="5142"/>
                      <a:pt x="4257" y="5142"/>
                    </a:cubicBezTo>
                    <a:cubicBezTo>
                      <a:pt x="4247" y="5079"/>
                      <a:pt x="4247" y="5079"/>
                      <a:pt x="4247" y="5079"/>
                    </a:cubicBezTo>
                    <a:cubicBezTo>
                      <a:pt x="4274" y="5073"/>
                      <a:pt x="4274" y="5073"/>
                      <a:pt x="4274" y="5073"/>
                    </a:cubicBezTo>
                    <a:cubicBezTo>
                      <a:pt x="4275" y="5033"/>
                      <a:pt x="4275" y="5033"/>
                      <a:pt x="4275" y="5033"/>
                    </a:cubicBezTo>
                    <a:cubicBezTo>
                      <a:pt x="4303" y="5016"/>
                      <a:pt x="4303" y="5016"/>
                      <a:pt x="4303" y="5016"/>
                    </a:cubicBezTo>
                    <a:cubicBezTo>
                      <a:pt x="4279" y="4956"/>
                      <a:pt x="4279" y="4956"/>
                      <a:pt x="4279" y="4956"/>
                    </a:cubicBezTo>
                    <a:cubicBezTo>
                      <a:pt x="4249" y="4960"/>
                      <a:pt x="4249" y="4960"/>
                      <a:pt x="4249" y="4960"/>
                    </a:cubicBezTo>
                    <a:cubicBezTo>
                      <a:pt x="4261" y="4914"/>
                      <a:pt x="4261" y="4914"/>
                      <a:pt x="4261" y="4914"/>
                    </a:cubicBezTo>
                    <a:cubicBezTo>
                      <a:pt x="4237" y="4888"/>
                      <a:pt x="4237" y="4888"/>
                      <a:pt x="4237" y="4888"/>
                    </a:cubicBezTo>
                    <a:cubicBezTo>
                      <a:pt x="4233" y="4843"/>
                      <a:pt x="4233" y="4843"/>
                      <a:pt x="4233" y="4843"/>
                    </a:cubicBezTo>
                    <a:cubicBezTo>
                      <a:pt x="4250" y="4839"/>
                      <a:pt x="4250" y="4839"/>
                      <a:pt x="4250" y="4839"/>
                    </a:cubicBezTo>
                    <a:cubicBezTo>
                      <a:pt x="4252" y="4850"/>
                      <a:pt x="4252" y="4850"/>
                      <a:pt x="4252" y="4850"/>
                    </a:cubicBezTo>
                    <a:cubicBezTo>
                      <a:pt x="4269" y="4845"/>
                      <a:pt x="4269" y="4845"/>
                      <a:pt x="4269" y="4845"/>
                    </a:cubicBezTo>
                    <a:cubicBezTo>
                      <a:pt x="4268" y="4821"/>
                      <a:pt x="4268" y="4821"/>
                      <a:pt x="4268" y="4821"/>
                    </a:cubicBezTo>
                    <a:cubicBezTo>
                      <a:pt x="4236" y="4791"/>
                      <a:pt x="4236" y="4791"/>
                      <a:pt x="4236" y="4791"/>
                    </a:cubicBezTo>
                    <a:cubicBezTo>
                      <a:pt x="4256" y="4740"/>
                      <a:pt x="4256" y="4740"/>
                      <a:pt x="4256" y="4740"/>
                    </a:cubicBezTo>
                    <a:cubicBezTo>
                      <a:pt x="4271" y="4733"/>
                      <a:pt x="4271" y="4733"/>
                      <a:pt x="4271" y="4733"/>
                    </a:cubicBezTo>
                    <a:cubicBezTo>
                      <a:pt x="4271" y="4724"/>
                      <a:pt x="4271" y="4724"/>
                      <a:pt x="4271" y="4724"/>
                    </a:cubicBezTo>
                    <a:cubicBezTo>
                      <a:pt x="4283" y="4716"/>
                      <a:pt x="4283" y="4716"/>
                      <a:pt x="4283" y="4716"/>
                    </a:cubicBezTo>
                    <a:cubicBezTo>
                      <a:pt x="4281" y="4701"/>
                      <a:pt x="4281" y="4701"/>
                      <a:pt x="4281" y="4701"/>
                    </a:cubicBezTo>
                    <a:cubicBezTo>
                      <a:pt x="4252" y="4710"/>
                      <a:pt x="4252" y="4710"/>
                      <a:pt x="4252" y="4710"/>
                    </a:cubicBezTo>
                    <a:cubicBezTo>
                      <a:pt x="4246" y="4695"/>
                      <a:pt x="4246" y="4695"/>
                      <a:pt x="4246" y="4695"/>
                    </a:cubicBezTo>
                    <a:cubicBezTo>
                      <a:pt x="4259" y="4686"/>
                      <a:pt x="4259" y="4686"/>
                      <a:pt x="4259" y="4686"/>
                    </a:cubicBezTo>
                    <a:cubicBezTo>
                      <a:pt x="4257" y="4646"/>
                      <a:pt x="4257" y="4646"/>
                      <a:pt x="4257" y="4646"/>
                    </a:cubicBezTo>
                    <a:cubicBezTo>
                      <a:pt x="4231" y="4640"/>
                      <a:pt x="4231" y="4640"/>
                      <a:pt x="4231" y="4640"/>
                    </a:cubicBezTo>
                    <a:cubicBezTo>
                      <a:pt x="4231" y="4619"/>
                      <a:pt x="4231" y="4619"/>
                      <a:pt x="4231" y="4619"/>
                    </a:cubicBezTo>
                    <a:cubicBezTo>
                      <a:pt x="4209" y="4612"/>
                      <a:pt x="4209" y="4612"/>
                      <a:pt x="4209" y="4612"/>
                    </a:cubicBezTo>
                    <a:cubicBezTo>
                      <a:pt x="4206" y="4565"/>
                      <a:pt x="4206" y="4565"/>
                      <a:pt x="4206" y="4565"/>
                    </a:cubicBezTo>
                    <a:cubicBezTo>
                      <a:pt x="4219" y="4498"/>
                      <a:pt x="4219" y="4498"/>
                      <a:pt x="4219" y="4498"/>
                    </a:cubicBezTo>
                    <a:cubicBezTo>
                      <a:pt x="4201" y="4489"/>
                      <a:pt x="4201" y="4489"/>
                      <a:pt x="4201" y="4489"/>
                    </a:cubicBezTo>
                    <a:cubicBezTo>
                      <a:pt x="4204" y="4464"/>
                      <a:pt x="4204" y="4464"/>
                      <a:pt x="4204" y="4464"/>
                    </a:cubicBezTo>
                    <a:cubicBezTo>
                      <a:pt x="4163" y="4441"/>
                      <a:pt x="4163" y="4441"/>
                      <a:pt x="4163" y="4441"/>
                    </a:cubicBezTo>
                    <a:cubicBezTo>
                      <a:pt x="4161" y="4430"/>
                      <a:pt x="4161" y="4430"/>
                      <a:pt x="4161" y="4430"/>
                    </a:cubicBezTo>
                    <a:cubicBezTo>
                      <a:pt x="4179" y="4430"/>
                      <a:pt x="4179" y="4430"/>
                      <a:pt x="4179" y="4430"/>
                    </a:cubicBezTo>
                    <a:cubicBezTo>
                      <a:pt x="4188" y="4417"/>
                      <a:pt x="4188" y="4417"/>
                      <a:pt x="4188" y="4417"/>
                    </a:cubicBezTo>
                    <a:cubicBezTo>
                      <a:pt x="4175" y="4409"/>
                      <a:pt x="4175" y="4409"/>
                      <a:pt x="4175" y="4409"/>
                    </a:cubicBezTo>
                    <a:cubicBezTo>
                      <a:pt x="4188" y="4370"/>
                      <a:pt x="4188" y="4370"/>
                      <a:pt x="4188" y="4370"/>
                    </a:cubicBezTo>
                    <a:cubicBezTo>
                      <a:pt x="4238" y="4354"/>
                      <a:pt x="4238" y="4354"/>
                      <a:pt x="4238" y="4354"/>
                    </a:cubicBezTo>
                    <a:cubicBezTo>
                      <a:pt x="4272" y="4358"/>
                      <a:pt x="4272" y="4358"/>
                      <a:pt x="4272" y="4358"/>
                    </a:cubicBezTo>
                    <a:cubicBezTo>
                      <a:pt x="4277" y="4370"/>
                      <a:pt x="4277" y="4370"/>
                      <a:pt x="4277" y="4370"/>
                    </a:cubicBezTo>
                    <a:cubicBezTo>
                      <a:pt x="4260" y="4386"/>
                      <a:pt x="4260" y="4386"/>
                      <a:pt x="4260" y="4386"/>
                    </a:cubicBezTo>
                    <a:cubicBezTo>
                      <a:pt x="4264" y="4400"/>
                      <a:pt x="4264" y="4400"/>
                      <a:pt x="4264" y="4400"/>
                    </a:cubicBezTo>
                    <a:cubicBezTo>
                      <a:pt x="4280" y="4411"/>
                      <a:pt x="4280" y="4411"/>
                      <a:pt x="4280" y="4411"/>
                    </a:cubicBezTo>
                    <a:cubicBezTo>
                      <a:pt x="4316" y="4393"/>
                      <a:pt x="4316" y="4393"/>
                      <a:pt x="4316" y="4393"/>
                    </a:cubicBezTo>
                    <a:cubicBezTo>
                      <a:pt x="4344" y="4400"/>
                      <a:pt x="4344" y="4400"/>
                      <a:pt x="4344" y="4400"/>
                    </a:cubicBezTo>
                    <a:cubicBezTo>
                      <a:pt x="4358" y="4387"/>
                      <a:pt x="4358" y="4387"/>
                      <a:pt x="4358" y="4387"/>
                    </a:cubicBezTo>
                    <a:cubicBezTo>
                      <a:pt x="4329" y="4364"/>
                      <a:pt x="4329" y="4364"/>
                      <a:pt x="4329" y="4364"/>
                    </a:cubicBezTo>
                    <a:cubicBezTo>
                      <a:pt x="4311" y="4312"/>
                      <a:pt x="4311" y="4312"/>
                      <a:pt x="4311" y="4312"/>
                    </a:cubicBezTo>
                    <a:cubicBezTo>
                      <a:pt x="4280" y="4279"/>
                      <a:pt x="4280" y="4279"/>
                      <a:pt x="4280" y="4279"/>
                    </a:cubicBezTo>
                    <a:cubicBezTo>
                      <a:pt x="4272" y="4237"/>
                      <a:pt x="4272" y="4237"/>
                      <a:pt x="4272" y="4237"/>
                    </a:cubicBezTo>
                    <a:cubicBezTo>
                      <a:pt x="4284" y="4223"/>
                      <a:pt x="4284" y="4223"/>
                      <a:pt x="4284" y="4223"/>
                    </a:cubicBezTo>
                    <a:cubicBezTo>
                      <a:pt x="4283" y="4197"/>
                      <a:pt x="4283" y="4197"/>
                      <a:pt x="4283" y="4197"/>
                    </a:cubicBezTo>
                    <a:cubicBezTo>
                      <a:pt x="4259" y="4181"/>
                      <a:pt x="4259" y="4181"/>
                      <a:pt x="4259" y="4181"/>
                    </a:cubicBezTo>
                    <a:cubicBezTo>
                      <a:pt x="4191" y="4168"/>
                      <a:pt x="4191" y="4168"/>
                      <a:pt x="4191" y="4168"/>
                    </a:cubicBezTo>
                    <a:cubicBezTo>
                      <a:pt x="4172" y="4161"/>
                      <a:pt x="4172" y="4161"/>
                      <a:pt x="4172" y="4161"/>
                    </a:cubicBezTo>
                    <a:cubicBezTo>
                      <a:pt x="4172" y="4145"/>
                      <a:pt x="4172" y="4145"/>
                      <a:pt x="4172" y="4145"/>
                    </a:cubicBezTo>
                    <a:cubicBezTo>
                      <a:pt x="4190" y="4126"/>
                      <a:pt x="4190" y="4126"/>
                      <a:pt x="4190" y="4126"/>
                    </a:cubicBezTo>
                    <a:cubicBezTo>
                      <a:pt x="4193" y="4087"/>
                      <a:pt x="4193" y="4087"/>
                      <a:pt x="4193" y="4087"/>
                    </a:cubicBezTo>
                    <a:cubicBezTo>
                      <a:pt x="4240" y="4035"/>
                      <a:pt x="4240" y="4035"/>
                      <a:pt x="4240" y="4035"/>
                    </a:cubicBezTo>
                    <a:cubicBezTo>
                      <a:pt x="4222" y="3946"/>
                      <a:pt x="4222" y="3946"/>
                      <a:pt x="4222" y="3946"/>
                    </a:cubicBezTo>
                    <a:cubicBezTo>
                      <a:pt x="4194" y="3932"/>
                      <a:pt x="4194" y="3932"/>
                      <a:pt x="4194" y="3932"/>
                    </a:cubicBezTo>
                    <a:cubicBezTo>
                      <a:pt x="4146" y="3946"/>
                      <a:pt x="4146" y="3946"/>
                      <a:pt x="4146" y="3946"/>
                    </a:cubicBezTo>
                    <a:cubicBezTo>
                      <a:pt x="4144" y="3920"/>
                      <a:pt x="4144" y="3920"/>
                      <a:pt x="4144" y="3920"/>
                    </a:cubicBezTo>
                    <a:cubicBezTo>
                      <a:pt x="4189" y="3891"/>
                      <a:pt x="4189" y="3891"/>
                      <a:pt x="4189" y="3891"/>
                    </a:cubicBezTo>
                    <a:cubicBezTo>
                      <a:pt x="4194" y="3867"/>
                      <a:pt x="4194" y="3867"/>
                      <a:pt x="4194" y="3867"/>
                    </a:cubicBezTo>
                    <a:cubicBezTo>
                      <a:pt x="4184" y="3832"/>
                      <a:pt x="4184" y="3832"/>
                      <a:pt x="4184" y="3832"/>
                    </a:cubicBezTo>
                    <a:cubicBezTo>
                      <a:pt x="4184" y="3806"/>
                      <a:pt x="4184" y="3806"/>
                      <a:pt x="4184" y="3806"/>
                    </a:cubicBezTo>
                    <a:cubicBezTo>
                      <a:pt x="4162" y="3783"/>
                      <a:pt x="4162" y="3783"/>
                      <a:pt x="4162" y="3783"/>
                    </a:cubicBezTo>
                    <a:cubicBezTo>
                      <a:pt x="4117" y="3765"/>
                      <a:pt x="4117" y="3765"/>
                      <a:pt x="4117" y="3765"/>
                    </a:cubicBezTo>
                    <a:cubicBezTo>
                      <a:pt x="4074" y="3767"/>
                      <a:pt x="4074" y="3767"/>
                      <a:pt x="4074" y="3767"/>
                    </a:cubicBezTo>
                    <a:cubicBezTo>
                      <a:pt x="4052" y="3725"/>
                      <a:pt x="4052" y="3725"/>
                      <a:pt x="4052" y="3725"/>
                    </a:cubicBezTo>
                    <a:cubicBezTo>
                      <a:pt x="4057" y="3715"/>
                      <a:pt x="4057" y="3715"/>
                      <a:pt x="4057" y="3715"/>
                    </a:cubicBezTo>
                    <a:cubicBezTo>
                      <a:pt x="4082" y="3713"/>
                      <a:pt x="4082" y="3713"/>
                      <a:pt x="4082" y="3713"/>
                    </a:cubicBezTo>
                    <a:cubicBezTo>
                      <a:pt x="4082" y="3712"/>
                      <a:pt x="4081" y="3710"/>
                      <a:pt x="4081" y="3709"/>
                    </a:cubicBezTo>
                    <a:cubicBezTo>
                      <a:pt x="4080" y="3708"/>
                      <a:pt x="4079" y="3706"/>
                      <a:pt x="4078" y="3705"/>
                    </a:cubicBezTo>
                    <a:cubicBezTo>
                      <a:pt x="4077" y="3703"/>
                      <a:pt x="4076" y="3701"/>
                      <a:pt x="4076" y="3699"/>
                    </a:cubicBezTo>
                    <a:cubicBezTo>
                      <a:pt x="4073" y="3694"/>
                      <a:pt x="4069" y="3689"/>
                      <a:pt x="4068" y="3684"/>
                    </a:cubicBezTo>
                    <a:cubicBezTo>
                      <a:pt x="4064" y="3678"/>
                      <a:pt x="4059" y="3670"/>
                      <a:pt x="4062" y="3663"/>
                    </a:cubicBezTo>
                    <a:cubicBezTo>
                      <a:pt x="4063" y="3658"/>
                      <a:pt x="4068" y="3655"/>
                      <a:pt x="4072" y="3654"/>
                    </a:cubicBezTo>
                    <a:cubicBezTo>
                      <a:pt x="4063" y="3644"/>
                      <a:pt x="4063" y="3644"/>
                      <a:pt x="4063" y="3644"/>
                    </a:cubicBezTo>
                    <a:cubicBezTo>
                      <a:pt x="4061" y="3611"/>
                      <a:pt x="4061" y="3611"/>
                      <a:pt x="4061" y="3611"/>
                    </a:cubicBezTo>
                    <a:cubicBezTo>
                      <a:pt x="4021" y="3583"/>
                      <a:pt x="4021" y="3583"/>
                      <a:pt x="4021" y="3583"/>
                    </a:cubicBezTo>
                    <a:cubicBezTo>
                      <a:pt x="4007" y="3542"/>
                      <a:pt x="4007" y="3542"/>
                      <a:pt x="4007" y="3542"/>
                    </a:cubicBezTo>
                    <a:cubicBezTo>
                      <a:pt x="3985" y="3542"/>
                      <a:pt x="3985" y="3542"/>
                      <a:pt x="3985" y="3542"/>
                    </a:cubicBezTo>
                    <a:cubicBezTo>
                      <a:pt x="3973" y="3536"/>
                      <a:pt x="3973" y="3536"/>
                      <a:pt x="3973" y="3536"/>
                    </a:cubicBezTo>
                    <a:cubicBezTo>
                      <a:pt x="3968" y="3515"/>
                      <a:pt x="3968" y="3515"/>
                      <a:pt x="3968" y="3515"/>
                    </a:cubicBezTo>
                    <a:cubicBezTo>
                      <a:pt x="3975" y="3489"/>
                      <a:pt x="3975" y="3489"/>
                      <a:pt x="3975" y="3489"/>
                    </a:cubicBezTo>
                    <a:cubicBezTo>
                      <a:pt x="3893" y="3400"/>
                      <a:pt x="3893" y="3400"/>
                      <a:pt x="3893" y="3400"/>
                    </a:cubicBezTo>
                    <a:cubicBezTo>
                      <a:pt x="3859" y="3374"/>
                      <a:pt x="3859" y="3374"/>
                      <a:pt x="3859" y="3374"/>
                    </a:cubicBezTo>
                    <a:cubicBezTo>
                      <a:pt x="3843" y="3323"/>
                      <a:pt x="3843" y="3323"/>
                      <a:pt x="3843" y="3323"/>
                    </a:cubicBezTo>
                    <a:cubicBezTo>
                      <a:pt x="3810" y="3323"/>
                      <a:pt x="3810" y="3323"/>
                      <a:pt x="3810" y="3323"/>
                    </a:cubicBezTo>
                    <a:cubicBezTo>
                      <a:pt x="3810" y="3296"/>
                      <a:pt x="3810" y="3296"/>
                      <a:pt x="3810" y="3296"/>
                    </a:cubicBezTo>
                    <a:cubicBezTo>
                      <a:pt x="3790" y="3264"/>
                      <a:pt x="3790" y="3264"/>
                      <a:pt x="3790" y="3264"/>
                    </a:cubicBezTo>
                    <a:cubicBezTo>
                      <a:pt x="3804" y="3239"/>
                      <a:pt x="3804" y="3239"/>
                      <a:pt x="3804" y="3239"/>
                    </a:cubicBezTo>
                    <a:cubicBezTo>
                      <a:pt x="3769" y="3232"/>
                      <a:pt x="3769" y="3232"/>
                      <a:pt x="3769" y="3232"/>
                    </a:cubicBezTo>
                    <a:cubicBezTo>
                      <a:pt x="3726" y="3210"/>
                      <a:pt x="3726" y="3210"/>
                      <a:pt x="3726" y="3210"/>
                    </a:cubicBezTo>
                    <a:cubicBezTo>
                      <a:pt x="3724" y="3172"/>
                      <a:pt x="3724" y="3172"/>
                      <a:pt x="3724" y="3172"/>
                    </a:cubicBezTo>
                    <a:cubicBezTo>
                      <a:pt x="3707" y="3160"/>
                      <a:pt x="3707" y="3160"/>
                      <a:pt x="3707" y="3160"/>
                    </a:cubicBezTo>
                    <a:cubicBezTo>
                      <a:pt x="3663" y="3172"/>
                      <a:pt x="3663" y="3172"/>
                      <a:pt x="3663" y="3172"/>
                    </a:cubicBezTo>
                    <a:cubicBezTo>
                      <a:pt x="3597" y="3147"/>
                      <a:pt x="3597" y="3147"/>
                      <a:pt x="3597" y="3147"/>
                    </a:cubicBezTo>
                    <a:cubicBezTo>
                      <a:pt x="3599" y="3080"/>
                      <a:pt x="3599" y="3080"/>
                      <a:pt x="3599" y="3080"/>
                    </a:cubicBezTo>
                    <a:cubicBezTo>
                      <a:pt x="3589" y="3045"/>
                      <a:pt x="3589" y="3045"/>
                      <a:pt x="3589" y="3045"/>
                    </a:cubicBezTo>
                    <a:cubicBezTo>
                      <a:pt x="3608" y="3032"/>
                      <a:pt x="3608" y="3032"/>
                      <a:pt x="3608" y="3032"/>
                    </a:cubicBezTo>
                    <a:cubicBezTo>
                      <a:pt x="3584" y="2982"/>
                      <a:pt x="3584" y="2982"/>
                      <a:pt x="3584" y="2982"/>
                    </a:cubicBezTo>
                    <a:cubicBezTo>
                      <a:pt x="3584" y="2953"/>
                      <a:pt x="3584" y="2953"/>
                      <a:pt x="3584" y="2953"/>
                    </a:cubicBezTo>
                    <a:cubicBezTo>
                      <a:pt x="3516" y="2935"/>
                      <a:pt x="3516" y="2935"/>
                      <a:pt x="3516" y="2935"/>
                    </a:cubicBezTo>
                    <a:cubicBezTo>
                      <a:pt x="3516" y="2951"/>
                      <a:pt x="3516" y="2951"/>
                      <a:pt x="3516" y="2951"/>
                    </a:cubicBezTo>
                    <a:cubicBezTo>
                      <a:pt x="3516" y="2951"/>
                      <a:pt x="3394" y="2993"/>
                      <a:pt x="3393" y="2993"/>
                    </a:cubicBezTo>
                    <a:cubicBezTo>
                      <a:pt x="3392" y="2993"/>
                      <a:pt x="3363" y="2983"/>
                      <a:pt x="3363" y="2983"/>
                    </a:cubicBezTo>
                    <a:cubicBezTo>
                      <a:pt x="3352" y="2944"/>
                      <a:pt x="3352" y="2944"/>
                      <a:pt x="3352" y="2944"/>
                    </a:cubicBezTo>
                    <a:cubicBezTo>
                      <a:pt x="3332" y="2939"/>
                      <a:pt x="3332" y="2939"/>
                      <a:pt x="3332" y="2939"/>
                    </a:cubicBezTo>
                    <a:cubicBezTo>
                      <a:pt x="3309" y="2950"/>
                      <a:pt x="3309" y="2950"/>
                      <a:pt x="3309" y="2950"/>
                    </a:cubicBezTo>
                    <a:cubicBezTo>
                      <a:pt x="3295" y="2930"/>
                      <a:pt x="3295" y="2930"/>
                      <a:pt x="3295" y="2930"/>
                    </a:cubicBezTo>
                    <a:cubicBezTo>
                      <a:pt x="3295" y="2930"/>
                      <a:pt x="3295" y="2930"/>
                      <a:pt x="3295" y="2930"/>
                    </a:cubicBezTo>
                    <a:cubicBezTo>
                      <a:pt x="3250" y="2931"/>
                      <a:pt x="3250" y="2931"/>
                      <a:pt x="3250" y="2931"/>
                    </a:cubicBezTo>
                    <a:cubicBezTo>
                      <a:pt x="3226" y="2845"/>
                      <a:pt x="3226" y="2845"/>
                      <a:pt x="3226" y="2845"/>
                    </a:cubicBezTo>
                    <a:cubicBezTo>
                      <a:pt x="3290" y="2832"/>
                      <a:pt x="3290" y="2832"/>
                      <a:pt x="3290" y="2832"/>
                    </a:cubicBezTo>
                    <a:cubicBezTo>
                      <a:pt x="3277" y="2783"/>
                      <a:pt x="3277" y="2783"/>
                      <a:pt x="3277" y="2783"/>
                    </a:cubicBezTo>
                    <a:cubicBezTo>
                      <a:pt x="3328" y="2775"/>
                      <a:pt x="3328" y="2775"/>
                      <a:pt x="3328" y="2775"/>
                    </a:cubicBezTo>
                    <a:cubicBezTo>
                      <a:pt x="3328" y="2746"/>
                      <a:pt x="3328" y="2746"/>
                      <a:pt x="3328" y="2746"/>
                    </a:cubicBezTo>
                    <a:cubicBezTo>
                      <a:pt x="3388" y="2737"/>
                      <a:pt x="3388" y="2737"/>
                      <a:pt x="3388" y="2737"/>
                    </a:cubicBezTo>
                    <a:cubicBezTo>
                      <a:pt x="3404" y="2772"/>
                      <a:pt x="3404" y="2772"/>
                      <a:pt x="3404" y="2772"/>
                    </a:cubicBezTo>
                    <a:cubicBezTo>
                      <a:pt x="3468" y="2757"/>
                      <a:pt x="3468" y="2757"/>
                      <a:pt x="3468" y="2757"/>
                    </a:cubicBezTo>
                    <a:cubicBezTo>
                      <a:pt x="3459" y="2724"/>
                      <a:pt x="3459" y="2724"/>
                      <a:pt x="3459" y="2724"/>
                    </a:cubicBezTo>
                    <a:cubicBezTo>
                      <a:pt x="3614" y="2678"/>
                      <a:pt x="3614" y="2678"/>
                      <a:pt x="3614" y="2678"/>
                    </a:cubicBezTo>
                    <a:cubicBezTo>
                      <a:pt x="3633" y="2637"/>
                      <a:pt x="3633" y="2637"/>
                      <a:pt x="3633" y="2637"/>
                    </a:cubicBezTo>
                    <a:cubicBezTo>
                      <a:pt x="3633" y="2615"/>
                      <a:pt x="3633" y="2615"/>
                      <a:pt x="3633" y="2615"/>
                    </a:cubicBezTo>
                    <a:cubicBezTo>
                      <a:pt x="3659" y="2598"/>
                      <a:pt x="3659" y="2598"/>
                      <a:pt x="3659" y="2598"/>
                    </a:cubicBezTo>
                    <a:cubicBezTo>
                      <a:pt x="3705" y="2591"/>
                      <a:pt x="3705" y="2591"/>
                      <a:pt x="3705" y="2591"/>
                    </a:cubicBezTo>
                    <a:cubicBezTo>
                      <a:pt x="3719" y="2543"/>
                      <a:pt x="3719" y="2543"/>
                      <a:pt x="3719" y="2543"/>
                    </a:cubicBezTo>
                    <a:cubicBezTo>
                      <a:pt x="3748" y="2543"/>
                      <a:pt x="3748" y="2543"/>
                      <a:pt x="3748" y="2543"/>
                    </a:cubicBezTo>
                    <a:cubicBezTo>
                      <a:pt x="3755" y="2531"/>
                      <a:pt x="3755" y="2531"/>
                      <a:pt x="3755" y="2531"/>
                    </a:cubicBezTo>
                    <a:cubicBezTo>
                      <a:pt x="3744" y="2498"/>
                      <a:pt x="3744" y="2498"/>
                      <a:pt x="3744" y="2498"/>
                    </a:cubicBezTo>
                    <a:cubicBezTo>
                      <a:pt x="3765" y="2448"/>
                      <a:pt x="3765" y="2448"/>
                      <a:pt x="3765" y="2448"/>
                    </a:cubicBezTo>
                    <a:cubicBezTo>
                      <a:pt x="3834" y="2403"/>
                      <a:pt x="3834" y="2403"/>
                      <a:pt x="3834" y="2403"/>
                    </a:cubicBezTo>
                    <a:cubicBezTo>
                      <a:pt x="3892" y="2370"/>
                      <a:pt x="3892" y="2370"/>
                      <a:pt x="3892" y="2370"/>
                    </a:cubicBezTo>
                    <a:cubicBezTo>
                      <a:pt x="3944" y="2352"/>
                      <a:pt x="3944" y="2352"/>
                      <a:pt x="3944" y="2352"/>
                    </a:cubicBezTo>
                    <a:cubicBezTo>
                      <a:pt x="3988" y="2329"/>
                      <a:pt x="3988" y="2329"/>
                      <a:pt x="3988" y="2329"/>
                    </a:cubicBezTo>
                    <a:cubicBezTo>
                      <a:pt x="4006" y="2305"/>
                      <a:pt x="4006" y="2305"/>
                      <a:pt x="4006" y="2305"/>
                    </a:cubicBezTo>
                    <a:cubicBezTo>
                      <a:pt x="4024" y="2286"/>
                      <a:pt x="4024" y="2286"/>
                      <a:pt x="4024" y="2286"/>
                    </a:cubicBezTo>
                    <a:cubicBezTo>
                      <a:pt x="4046" y="2228"/>
                      <a:pt x="4046" y="2228"/>
                      <a:pt x="4046" y="2228"/>
                    </a:cubicBezTo>
                    <a:cubicBezTo>
                      <a:pt x="4033" y="2215"/>
                      <a:pt x="4033" y="2215"/>
                      <a:pt x="4033" y="2215"/>
                    </a:cubicBezTo>
                    <a:cubicBezTo>
                      <a:pt x="4029" y="2171"/>
                      <a:pt x="4029" y="2171"/>
                      <a:pt x="4029" y="2171"/>
                    </a:cubicBezTo>
                    <a:cubicBezTo>
                      <a:pt x="4014" y="2107"/>
                      <a:pt x="4014" y="2107"/>
                      <a:pt x="4014" y="2107"/>
                    </a:cubicBezTo>
                    <a:cubicBezTo>
                      <a:pt x="3899" y="2000"/>
                      <a:pt x="3899" y="2000"/>
                      <a:pt x="3899" y="2000"/>
                    </a:cubicBezTo>
                    <a:cubicBezTo>
                      <a:pt x="3869" y="1966"/>
                      <a:pt x="3869" y="1966"/>
                      <a:pt x="3869" y="1966"/>
                    </a:cubicBezTo>
                    <a:cubicBezTo>
                      <a:pt x="3835" y="1928"/>
                      <a:pt x="3835" y="1928"/>
                      <a:pt x="3835" y="1928"/>
                    </a:cubicBezTo>
                    <a:cubicBezTo>
                      <a:pt x="3827" y="1912"/>
                      <a:pt x="3827" y="1912"/>
                      <a:pt x="3827" y="1912"/>
                    </a:cubicBezTo>
                    <a:cubicBezTo>
                      <a:pt x="3818" y="1873"/>
                      <a:pt x="3818" y="1873"/>
                      <a:pt x="3818" y="1873"/>
                    </a:cubicBezTo>
                    <a:cubicBezTo>
                      <a:pt x="3799" y="1853"/>
                      <a:pt x="3799" y="1853"/>
                      <a:pt x="3799" y="1853"/>
                    </a:cubicBezTo>
                    <a:cubicBezTo>
                      <a:pt x="3731" y="1677"/>
                      <a:pt x="3731" y="1677"/>
                      <a:pt x="3731" y="1677"/>
                    </a:cubicBezTo>
                    <a:cubicBezTo>
                      <a:pt x="3733" y="1647"/>
                      <a:pt x="3733" y="1647"/>
                      <a:pt x="3733" y="1647"/>
                    </a:cubicBezTo>
                    <a:cubicBezTo>
                      <a:pt x="3726" y="1620"/>
                      <a:pt x="3726" y="1620"/>
                      <a:pt x="3726" y="1620"/>
                    </a:cubicBezTo>
                    <a:cubicBezTo>
                      <a:pt x="3682" y="1604"/>
                      <a:pt x="3682" y="1604"/>
                      <a:pt x="3682" y="1604"/>
                    </a:cubicBezTo>
                    <a:cubicBezTo>
                      <a:pt x="3658" y="1563"/>
                      <a:pt x="3658" y="1563"/>
                      <a:pt x="3658" y="1563"/>
                    </a:cubicBezTo>
                    <a:cubicBezTo>
                      <a:pt x="3621" y="1552"/>
                      <a:pt x="3621" y="1552"/>
                      <a:pt x="3621" y="1552"/>
                    </a:cubicBezTo>
                    <a:cubicBezTo>
                      <a:pt x="3619" y="1529"/>
                      <a:pt x="3619" y="1529"/>
                      <a:pt x="3619" y="1529"/>
                    </a:cubicBezTo>
                    <a:cubicBezTo>
                      <a:pt x="3634" y="1494"/>
                      <a:pt x="3634" y="1494"/>
                      <a:pt x="3634" y="1494"/>
                    </a:cubicBezTo>
                    <a:cubicBezTo>
                      <a:pt x="3634" y="1494"/>
                      <a:pt x="3590" y="1453"/>
                      <a:pt x="3590" y="1451"/>
                    </a:cubicBezTo>
                    <a:cubicBezTo>
                      <a:pt x="3590" y="1450"/>
                      <a:pt x="3588" y="1431"/>
                      <a:pt x="3588" y="1431"/>
                    </a:cubicBezTo>
                    <a:cubicBezTo>
                      <a:pt x="3612" y="1419"/>
                      <a:pt x="3612" y="1419"/>
                      <a:pt x="3612" y="1419"/>
                    </a:cubicBezTo>
                    <a:cubicBezTo>
                      <a:pt x="3613" y="1385"/>
                      <a:pt x="3613" y="1385"/>
                      <a:pt x="3613" y="1385"/>
                    </a:cubicBezTo>
                    <a:cubicBezTo>
                      <a:pt x="3628" y="1370"/>
                      <a:pt x="3628" y="1370"/>
                      <a:pt x="3628" y="1370"/>
                    </a:cubicBezTo>
                    <a:cubicBezTo>
                      <a:pt x="3660" y="1370"/>
                      <a:pt x="3660" y="1370"/>
                      <a:pt x="3660" y="1370"/>
                    </a:cubicBezTo>
                    <a:cubicBezTo>
                      <a:pt x="3671" y="1375"/>
                      <a:pt x="3671" y="1375"/>
                      <a:pt x="3671" y="1375"/>
                    </a:cubicBezTo>
                    <a:cubicBezTo>
                      <a:pt x="3699" y="1365"/>
                      <a:pt x="3699" y="1365"/>
                      <a:pt x="3699" y="1365"/>
                    </a:cubicBezTo>
                    <a:cubicBezTo>
                      <a:pt x="3700" y="1337"/>
                      <a:pt x="3700" y="1337"/>
                      <a:pt x="3700" y="1337"/>
                    </a:cubicBezTo>
                    <a:cubicBezTo>
                      <a:pt x="3714" y="1311"/>
                      <a:pt x="3714" y="1311"/>
                      <a:pt x="3714" y="1311"/>
                    </a:cubicBezTo>
                    <a:cubicBezTo>
                      <a:pt x="3716" y="1264"/>
                      <a:pt x="3716" y="1264"/>
                      <a:pt x="3716" y="1264"/>
                    </a:cubicBezTo>
                    <a:cubicBezTo>
                      <a:pt x="3694" y="1238"/>
                      <a:pt x="3694" y="1238"/>
                      <a:pt x="3694" y="1238"/>
                    </a:cubicBezTo>
                    <a:cubicBezTo>
                      <a:pt x="3685" y="1197"/>
                      <a:pt x="3685" y="1197"/>
                      <a:pt x="3685" y="1197"/>
                    </a:cubicBezTo>
                    <a:cubicBezTo>
                      <a:pt x="3704" y="1131"/>
                      <a:pt x="3704" y="1131"/>
                      <a:pt x="3704" y="1131"/>
                    </a:cubicBezTo>
                    <a:cubicBezTo>
                      <a:pt x="3720" y="1105"/>
                      <a:pt x="3720" y="1105"/>
                      <a:pt x="3720" y="1105"/>
                    </a:cubicBezTo>
                    <a:cubicBezTo>
                      <a:pt x="3770" y="1026"/>
                      <a:pt x="3770" y="1026"/>
                      <a:pt x="3770" y="1026"/>
                    </a:cubicBezTo>
                    <a:cubicBezTo>
                      <a:pt x="3750" y="979"/>
                      <a:pt x="3750" y="979"/>
                      <a:pt x="3750" y="979"/>
                    </a:cubicBezTo>
                    <a:cubicBezTo>
                      <a:pt x="3755" y="919"/>
                      <a:pt x="3755" y="919"/>
                      <a:pt x="3755" y="919"/>
                    </a:cubicBezTo>
                    <a:cubicBezTo>
                      <a:pt x="3762" y="888"/>
                      <a:pt x="3762" y="888"/>
                      <a:pt x="3762" y="888"/>
                    </a:cubicBezTo>
                    <a:cubicBezTo>
                      <a:pt x="3761" y="849"/>
                      <a:pt x="3761" y="849"/>
                      <a:pt x="3761" y="849"/>
                    </a:cubicBezTo>
                    <a:cubicBezTo>
                      <a:pt x="3760" y="831"/>
                      <a:pt x="3760" y="831"/>
                      <a:pt x="3760" y="831"/>
                    </a:cubicBezTo>
                    <a:cubicBezTo>
                      <a:pt x="3757" y="831"/>
                      <a:pt x="3757" y="831"/>
                      <a:pt x="3757" y="831"/>
                    </a:cubicBezTo>
                    <a:cubicBezTo>
                      <a:pt x="3772" y="789"/>
                      <a:pt x="3788" y="751"/>
                      <a:pt x="3794" y="741"/>
                    </a:cubicBezTo>
                    <a:cubicBezTo>
                      <a:pt x="3804" y="722"/>
                      <a:pt x="3806" y="713"/>
                      <a:pt x="3811" y="682"/>
                    </a:cubicBezTo>
                    <a:cubicBezTo>
                      <a:pt x="3816" y="652"/>
                      <a:pt x="3854" y="486"/>
                      <a:pt x="3812" y="431"/>
                    </a:cubicBezTo>
                    <a:cubicBezTo>
                      <a:pt x="3807" y="423"/>
                      <a:pt x="3800" y="415"/>
                      <a:pt x="3793" y="406"/>
                    </a:cubicBezTo>
                    <a:cubicBezTo>
                      <a:pt x="3793" y="406"/>
                      <a:pt x="3793" y="406"/>
                      <a:pt x="3793" y="406"/>
                    </a:cubicBezTo>
                    <a:cubicBezTo>
                      <a:pt x="3793" y="406"/>
                      <a:pt x="3793" y="406"/>
                      <a:pt x="3793" y="406"/>
                    </a:cubicBezTo>
                    <a:cubicBezTo>
                      <a:pt x="3751" y="349"/>
                      <a:pt x="3697" y="273"/>
                      <a:pt x="3697" y="273"/>
                    </a:cubicBezTo>
                    <a:cubicBezTo>
                      <a:pt x="3697" y="273"/>
                      <a:pt x="3683" y="243"/>
                      <a:pt x="3660" y="236"/>
                    </a:cubicBezTo>
                    <a:cubicBezTo>
                      <a:pt x="3637" y="229"/>
                      <a:pt x="3632" y="217"/>
                      <a:pt x="3623" y="196"/>
                    </a:cubicBezTo>
                    <a:cubicBezTo>
                      <a:pt x="3614" y="175"/>
                      <a:pt x="3612" y="161"/>
                      <a:pt x="3615" y="137"/>
                    </a:cubicBezTo>
                    <a:cubicBezTo>
                      <a:pt x="3617" y="113"/>
                      <a:pt x="3621" y="84"/>
                      <a:pt x="3619" y="81"/>
                    </a:cubicBezTo>
                    <a:cubicBezTo>
                      <a:pt x="3617" y="78"/>
                      <a:pt x="3617" y="33"/>
                      <a:pt x="3617" y="33"/>
                    </a:cubicBezTo>
                    <a:cubicBezTo>
                      <a:pt x="3617" y="33"/>
                      <a:pt x="3573" y="38"/>
                      <a:pt x="3562" y="37"/>
                    </a:cubicBezTo>
                    <a:cubicBezTo>
                      <a:pt x="3551" y="36"/>
                      <a:pt x="3523" y="44"/>
                      <a:pt x="3515" y="34"/>
                    </a:cubicBezTo>
                    <a:cubicBezTo>
                      <a:pt x="3506" y="24"/>
                      <a:pt x="3506" y="0"/>
                      <a:pt x="3488" y="15"/>
                    </a:cubicBezTo>
                    <a:cubicBezTo>
                      <a:pt x="3483" y="19"/>
                      <a:pt x="3479" y="23"/>
                      <a:pt x="3474" y="27"/>
                    </a:cubicBezTo>
                    <a:cubicBezTo>
                      <a:pt x="3470" y="30"/>
                      <a:pt x="3469" y="32"/>
                      <a:pt x="3466" y="36"/>
                    </a:cubicBezTo>
                    <a:cubicBezTo>
                      <a:pt x="3461" y="43"/>
                      <a:pt x="3450" y="49"/>
                      <a:pt x="3441" y="48"/>
                    </a:cubicBezTo>
                    <a:cubicBezTo>
                      <a:pt x="3436" y="47"/>
                      <a:pt x="3433" y="42"/>
                      <a:pt x="3429" y="41"/>
                    </a:cubicBezTo>
                    <a:cubicBezTo>
                      <a:pt x="3425" y="39"/>
                      <a:pt x="3418" y="40"/>
                      <a:pt x="3413" y="40"/>
                    </a:cubicBezTo>
                    <a:cubicBezTo>
                      <a:pt x="3404" y="41"/>
                      <a:pt x="3396" y="48"/>
                      <a:pt x="3389" y="52"/>
                    </a:cubicBezTo>
                    <a:cubicBezTo>
                      <a:pt x="3381" y="58"/>
                      <a:pt x="3370" y="58"/>
                      <a:pt x="3362" y="51"/>
                    </a:cubicBezTo>
                    <a:cubicBezTo>
                      <a:pt x="3359" y="48"/>
                      <a:pt x="3355" y="44"/>
                      <a:pt x="3351" y="42"/>
                    </a:cubicBezTo>
                    <a:cubicBezTo>
                      <a:pt x="3347" y="40"/>
                      <a:pt x="3341" y="41"/>
                      <a:pt x="3337" y="43"/>
                    </a:cubicBezTo>
                    <a:cubicBezTo>
                      <a:pt x="3337" y="43"/>
                      <a:pt x="3337" y="44"/>
                      <a:pt x="3336" y="44"/>
                    </a:cubicBezTo>
                    <a:cubicBezTo>
                      <a:pt x="3335" y="44"/>
                      <a:pt x="3334" y="45"/>
                      <a:pt x="3333" y="45"/>
                    </a:cubicBezTo>
                    <a:cubicBezTo>
                      <a:pt x="3332" y="45"/>
                      <a:pt x="3332" y="46"/>
                      <a:pt x="3332" y="46"/>
                    </a:cubicBezTo>
                    <a:cubicBezTo>
                      <a:pt x="3324" y="48"/>
                      <a:pt x="3318" y="53"/>
                      <a:pt x="3311" y="56"/>
                    </a:cubicBezTo>
                    <a:cubicBezTo>
                      <a:pt x="3306" y="58"/>
                      <a:pt x="3300" y="58"/>
                      <a:pt x="3295" y="58"/>
                    </a:cubicBezTo>
                    <a:cubicBezTo>
                      <a:pt x="3285" y="58"/>
                      <a:pt x="3274" y="58"/>
                      <a:pt x="3264" y="58"/>
                    </a:cubicBezTo>
                    <a:cubicBezTo>
                      <a:pt x="3259" y="58"/>
                      <a:pt x="3253" y="59"/>
                      <a:pt x="3249" y="58"/>
                    </a:cubicBezTo>
                    <a:cubicBezTo>
                      <a:pt x="3249" y="58"/>
                      <a:pt x="3098" y="44"/>
                      <a:pt x="2992" y="111"/>
                    </a:cubicBezTo>
                    <a:cubicBezTo>
                      <a:pt x="2886" y="177"/>
                      <a:pt x="2893" y="173"/>
                      <a:pt x="2870" y="172"/>
                    </a:cubicBezTo>
                    <a:cubicBezTo>
                      <a:pt x="2848" y="170"/>
                      <a:pt x="2815" y="178"/>
                      <a:pt x="2828" y="198"/>
                    </a:cubicBezTo>
                    <a:cubicBezTo>
                      <a:pt x="2840" y="217"/>
                      <a:pt x="2857" y="240"/>
                      <a:pt x="2843" y="255"/>
                    </a:cubicBezTo>
                    <a:cubicBezTo>
                      <a:pt x="2829" y="269"/>
                      <a:pt x="2801" y="295"/>
                      <a:pt x="2824" y="306"/>
                    </a:cubicBezTo>
                    <a:cubicBezTo>
                      <a:pt x="2846" y="317"/>
                      <a:pt x="3017" y="368"/>
                      <a:pt x="3014" y="417"/>
                    </a:cubicBezTo>
                    <a:cubicBezTo>
                      <a:pt x="3010" y="467"/>
                      <a:pt x="3017" y="490"/>
                      <a:pt x="2993" y="502"/>
                    </a:cubicBezTo>
                    <a:cubicBezTo>
                      <a:pt x="2970" y="514"/>
                      <a:pt x="2952" y="537"/>
                      <a:pt x="2973" y="554"/>
                    </a:cubicBezTo>
                    <a:cubicBezTo>
                      <a:pt x="2993" y="571"/>
                      <a:pt x="3028" y="582"/>
                      <a:pt x="3020" y="609"/>
                    </a:cubicBezTo>
                    <a:cubicBezTo>
                      <a:pt x="3011" y="636"/>
                      <a:pt x="2988" y="640"/>
                      <a:pt x="2964" y="638"/>
                    </a:cubicBezTo>
                    <a:cubicBezTo>
                      <a:pt x="2940" y="637"/>
                      <a:pt x="2895" y="615"/>
                      <a:pt x="2905" y="576"/>
                    </a:cubicBezTo>
                    <a:cubicBezTo>
                      <a:pt x="2914" y="536"/>
                      <a:pt x="2924" y="530"/>
                      <a:pt x="2893" y="528"/>
                    </a:cubicBezTo>
                    <a:cubicBezTo>
                      <a:pt x="2863" y="526"/>
                      <a:pt x="2828" y="534"/>
                      <a:pt x="2834" y="519"/>
                    </a:cubicBezTo>
                    <a:cubicBezTo>
                      <a:pt x="2840" y="503"/>
                      <a:pt x="2820" y="512"/>
                      <a:pt x="2815" y="522"/>
                    </a:cubicBezTo>
                    <a:cubicBezTo>
                      <a:pt x="2811" y="533"/>
                      <a:pt x="2787" y="575"/>
                      <a:pt x="2811" y="587"/>
                    </a:cubicBezTo>
                    <a:cubicBezTo>
                      <a:pt x="2834" y="600"/>
                      <a:pt x="2839" y="614"/>
                      <a:pt x="2824" y="603"/>
                    </a:cubicBezTo>
                    <a:cubicBezTo>
                      <a:pt x="2809" y="593"/>
                      <a:pt x="2788" y="572"/>
                      <a:pt x="2788" y="592"/>
                    </a:cubicBezTo>
                    <a:cubicBezTo>
                      <a:pt x="2788" y="613"/>
                      <a:pt x="2788" y="642"/>
                      <a:pt x="2773" y="645"/>
                    </a:cubicBezTo>
                    <a:cubicBezTo>
                      <a:pt x="2759" y="648"/>
                      <a:pt x="2755" y="650"/>
                      <a:pt x="2762" y="664"/>
                    </a:cubicBezTo>
                    <a:cubicBezTo>
                      <a:pt x="2768" y="677"/>
                      <a:pt x="2780" y="723"/>
                      <a:pt x="2759" y="729"/>
                    </a:cubicBezTo>
                    <a:cubicBezTo>
                      <a:pt x="2737" y="735"/>
                      <a:pt x="2717" y="739"/>
                      <a:pt x="2703" y="737"/>
                    </a:cubicBezTo>
                    <a:cubicBezTo>
                      <a:pt x="2690" y="734"/>
                      <a:pt x="2688" y="740"/>
                      <a:pt x="2686" y="749"/>
                    </a:cubicBezTo>
                    <a:cubicBezTo>
                      <a:pt x="2685" y="758"/>
                      <a:pt x="2680" y="767"/>
                      <a:pt x="2665" y="764"/>
                    </a:cubicBezTo>
                    <a:cubicBezTo>
                      <a:pt x="2650" y="760"/>
                      <a:pt x="2627" y="762"/>
                      <a:pt x="2627" y="776"/>
                    </a:cubicBezTo>
                    <a:cubicBezTo>
                      <a:pt x="2626" y="790"/>
                      <a:pt x="2619" y="818"/>
                      <a:pt x="2607" y="831"/>
                    </a:cubicBezTo>
                    <a:cubicBezTo>
                      <a:pt x="2601" y="831"/>
                      <a:pt x="2601" y="831"/>
                      <a:pt x="2601" y="831"/>
                    </a:cubicBezTo>
                    <a:cubicBezTo>
                      <a:pt x="2601" y="843"/>
                      <a:pt x="2599" y="854"/>
                      <a:pt x="2600" y="866"/>
                    </a:cubicBezTo>
                    <a:cubicBezTo>
                      <a:pt x="2600" y="868"/>
                      <a:pt x="2600" y="869"/>
                      <a:pt x="2600" y="871"/>
                    </a:cubicBezTo>
                    <a:cubicBezTo>
                      <a:pt x="2600" y="871"/>
                      <a:pt x="2601" y="871"/>
                      <a:pt x="2601" y="871"/>
                    </a:cubicBezTo>
                    <a:cubicBezTo>
                      <a:pt x="2601" y="872"/>
                      <a:pt x="2601" y="873"/>
                      <a:pt x="2602" y="873"/>
                    </a:cubicBezTo>
                    <a:cubicBezTo>
                      <a:pt x="2602" y="874"/>
                      <a:pt x="2602" y="874"/>
                      <a:pt x="2603" y="874"/>
                    </a:cubicBezTo>
                    <a:cubicBezTo>
                      <a:pt x="2603" y="874"/>
                      <a:pt x="2603" y="874"/>
                      <a:pt x="2603" y="874"/>
                    </a:cubicBezTo>
                    <a:cubicBezTo>
                      <a:pt x="2604" y="875"/>
                      <a:pt x="2605" y="876"/>
                      <a:pt x="2607" y="877"/>
                    </a:cubicBezTo>
                    <a:cubicBezTo>
                      <a:pt x="2607" y="878"/>
                      <a:pt x="2608" y="878"/>
                      <a:pt x="2608" y="878"/>
                    </a:cubicBezTo>
                    <a:cubicBezTo>
                      <a:pt x="2608" y="880"/>
                      <a:pt x="2608" y="882"/>
                      <a:pt x="2609" y="884"/>
                    </a:cubicBezTo>
                    <a:cubicBezTo>
                      <a:pt x="2609" y="887"/>
                      <a:pt x="2609" y="890"/>
                      <a:pt x="2612" y="892"/>
                    </a:cubicBezTo>
                    <a:cubicBezTo>
                      <a:pt x="2615" y="896"/>
                      <a:pt x="2620" y="897"/>
                      <a:pt x="2624" y="899"/>
                    </a:cubicBezTo>
                    <a:cubicBezTo>
                      <a:pt x="2624" y="899"/>
                      <a:pt x="2624" y="899"/>
                      <a:pt x="2624" y="899"/>
                    </a:cubicBezTo>
                    <a:cubicBezTo>
                      <a:pt x="2625" y="899"/>
                      <a:pt x="2625" y="899"/>
                      <a:pt x="2625" y="900"/>
                    </a:cubicBezTo>
                    <a:cubicBezTo>
                      <a:pt x="2626" y="900"/>
                      <a:pt x="2626" y="901"/>
                      <a:pt x="2626" y="901"/>
                    </a:cubicBezTo>
                    <a:cubicBezTo>
                      <a:pt x="2628" y="912"/>
                      <a:pt x="2636" y="920"/>
                      <a:pt x="2642" y="929"/>
                    </a:cubicBezTo>
                    <a:cubicBezTo>
                      <a:pt x="2642" y="931"/>
                      <a:pt x="2643" y="932"/>
                      <a:pt x="2644" y="934"/>
                    </a:cubicBezTo>
                    <a:cubicBezTo>
                      <a:pt x="2646" y="937"/>
                      <a:pt x="2648" y="941"/>
                      <a:pt x="2650" y="944"/>
                    </a:cubicBezTo>
                    <a:cubicBezTo>
                      <a:pt x="2654" y="950"/>
                      <a:pt x="2654" y="953"/>
                      <a:pt x="2647" y="957"/>
                    </a:cubicBezTo>
                    <a:cubicBezTo>
                      <a:pt x="2640" y="960"/>
                      <a:pt x="2634" y="967"/>
                      <a:pt x="2625" y="968"/>
                    </a:cubicBezTo>
                    <a:cubicBezTo>
                      <a:pt x="2617" y="968"/>
                      <a:pt x="2610" y="962"/>
                      <a:pt x="2605" y="956"/>
                    </a:cubicBezTo>
                    <a:cubicBezTo>
                      <a:pt x="2603" y="953"/>
                      <a:pt x="2602" y="950"/>
                      <a:pt x="2601" y="947"/>
                    </a:cubicBezTo>
                    <a:cubicBezTo>
                      <a:pt x="2600" y="945"/>
                      <a:pt x="2598" y="940"/>
                      <a:pt x="2596" y="938"/>
                    </a:cubicBezTo>
                    <a:cubicBezTo>
                      <a:pt x="2593" y="936"/>
                      <a:pt x="2589" y="939"/>
                      <a:pt x="2587" y="941"/>
                    </a:cubicBezTo>
                    <a:cubicBezTo>
                      <a:pt x="2584" y="943"/>
                      <a:pt x="2585" y="946"/>
                      <a:pt x="2585" y="950"/>
                    </a:cubicBezTo>
                    <a:cubicBezTo>
                      <a:pt x="2585" y="954"/>
                      <a:pt x="2584" y="957"/>
                      <a:pt x="2582" y="961"/>
                    </a:cubicBezTo>
                    <a:cubicBezTo>
                      <a:pt x="2579" y="964"/>
                      <a:pt x="2577" y="968"/>
                      <a:pt x="2575" y="973"/>
                    </a:cubicBezTo>
                    <a:cubicBezTo>
                      <a:pt x="2575" y="973"/>
                      <a:pt x="2575" y="973"/>
                      <a:pt x="2574" y="973"/>
                    </a:cubicBezTo>
                    <a:cubicBezTo>
                      <a:pt x="2574" y="973"/>
                      <a:pt x="2574" y="973"/>
                      <a:pt x="2574" y="974"/>
                    </a:cubicBezTo>
                    <a:cubicBezTo>
                      <a:pt x="2572" y="974"/>
                      <a:pt x="2570" y="977"/>
                      <a:pt x="2568" y="979"/>
                    </a:cubicBezTo>
                    <a:cubicBezTo>
                      <a:pt x="2564" y="980"/>
                      <a:pt x="2560" y="977"/>
                      <a:pt x="2557" y="977"/>
                    </a:cubicBezTo>
                    <a:cubicBezTo>
                      <a:pt x="2553" y="976"/>
                      <a:pt x="2548" y="976"/>
                      <a:pt x="2546" y="979"/>
                    </a:cubicBezTo>
                    <a:cubicBezTo>
                      <a:pt x="2543" y="982"/>
                      <a:pt x="2542" y="985"/>
                      <a:pt x="2540" y="987"/>
                    </a:cubicBezTo>
                    <a:cubicBezTo>
                      <a:pt x="2537" y="991"/>
                      <a:pt x="2536" y="995"/>
                      <a:pt x="2534" y="998"/>
                    </a:cubicBezTo>
                    <a:cubicBezTo>
                      <a:pt x="2531" y="1002"/>
                      <a:pt x="2529" y="996"/>
                      <a:pt x="2528" y="993"/>
                    </a:cubicBezTo>
                    <a:cubicBezTo>
                      <a:pt x="2526" y="990"/>
                      <a:pt x="2526" y="984"/>
                      <a:pt x="2521" y="984"/>
                    </a:cubicBezTo>
                    <a:cubicBezTo>
                      <a:pt x="2517" y="985"/>
                      <a:pt x="2513" y="989"/>
                      <a:pt x="2509" y="991"/>
                    </a:cubicBezTo>
                    <a:cubicBezTo>
                      <a:pt x="2502" y="996"/>
                      <a:pt x="2493" y="996"/>
                      <a:pt x="2486" y="1002"/>
                    </a:cubicBezTo>
                    <a:cubicBezTo>
                      <a:pt x="2483" y="1005"/>
                      <a:pt x="2480" y="1008"/>
                      <a:pt x="2477" y="1011"/>
                    </a:cubicBezTo>
                    <a:cubicBezTo>
                      <a:pt x="2475" y="1014"/>
                      <a:pt x="2473" y="1019"/>
                      <a:pt x="2469" y="1021"/>
                    </a:cubicBezTo>
                    <a:cubicBezTo>
                      <a:pt x="2460" y="1025"/>
                      <a:pt x="2460" y="1008"/>
                      <a:pt x="2456" y="1004"/>
                    </a:cubicBezTo>
                    <a:cubicBezTo>
                      <a:pt x="2456" y="1004"/>
                      <a:pt x="2456" y="1004"/>
                      <a:pt x="2456" y="1003"/>
                    </a:cubicBezTo>
                    <a:cubicBezTo>
                      <a:pt x="2455" y="1002"/>
                      <a:pt x="2454" y="1001"/>
                      <a:pt x="2453" y="1000"/>
                    </a:cubicBezTo>
                    <a:cubicBezTo>
                      <a:pt x="2453" y="1000"/>
                      <a:pt x="2453" y="1000"/>
                      <a:pt x="2453" y="1000"/>
                    </a:cubicBezTo>
                    <a:cubicBezTo>
                      <a:pt x="2451" y="999"/>
                      <a:pt x="2449" y="997"/>
                      <a:pt x="2450" y="994"/>
                    </a:cubicBezTo>
                    <a:cubicBezTo>
                      <a:pt x="2450" y="994"/>
                      <a:pt x="2450" y="994"/>
                      <a:pt x="2450" y="993"/>
                    </a:cubicBezTo>
                    <a:cubicBezTo>
                      <a:pt x="2451" y="989"/>
                      <a:pt x="2457" y="986"/>
                      <a:pt x="2460" y="983"/>
                    </a:cubicBezTo>
                    <a:cubicBezTo>
                      <a:pt x="2467" y="977"/>
                      <a:pt x="2472" y="970"/>
                      <a:pt x="2482" y="975"/>
                    </a:cubicBezTo>
                    <a:cubicBezTo>
                      <a:pt x="2483" y="976"/>
                      <a:pt x="2486" y="978"/>
                      <a:pt x="2488" y="978"/>
                    </a:cubicBezTo>
                    <a:cubicBezTo>
                      <a:pt x="2490" y="979"/>
                      <a:pt x="2492" y="979"/>
                      <a:pt x="2493" y="978"/>
                    </a:cubicBezTo>
                    <a:cubicBezTo>
                      <a:pt x="2493" y="977"/>
                      <a:pt x="2493" y="977"/>
                      <a:pt x="2493" y="976"/>
                    </a:cubicBezTo>
                    <a:cubicBezTo>
                      <a:pt x="2494" y="973"/>
                      <a:pt x="2488" y="968"/>
                      <a:pt x="2488" y="965"/>
                    </a:cubicBezTo>
                    <a:cubicBezTo>
                      <a:pt x="2487" y="961"/>
                      <a:pt x="2496" y="963"/>
                      <a:pt x="2499" y="963"/>
                    </a:cubicBezTo>
                    <a:cubicBezTo>
                      <a:pt x="2502" y="963"/>
                      <a:pt x="2505" y="962"/>
                      <a:pt x="2506" y="958"/>
                    </a:cubicBezTo>
                    <a:cubicBezTo>
                      <a:pt x="2507" y="955"/>
                      <a:pt x="2507" y="950"/>
                      <a:pt x="2507" y="947"/>
                    </a:cubicBezTo>
                    <a:cubicBezTo>
                      <a:pt x="2507" y="944"/>
                      <a:pt x="2507" y="942"/>
                      <a:pt x="2508" y="939"/>
                    </a:cubicBezTo>
                    <a:cubicBezTo>
                      <a:pt x="2509" y="935"/>
                      <a:pt x="2509" y="929"/>
                      <a:pt x="2506" y="925"/>
                    </a:cubicBezTo>
                    <a:cubicBezTo>
                      <a:pt x="2504" y="923"/>
                      <a:pt x="2502" y="922"/>
                      <a:pt x="2499" y="921"/>
                    </a:cubicBezTo>
                    <a:cubicBezTo>
                      <a:pt x="2498" y="921"/>
                      <a:pt x="2496" y="920"/>
                      <a:pt x="2495" y="920"/>
                    </a:cubicBezTo>
                    <a:cubicBezTo>
                      <a:pt x="2490" y="919"/>
                      <a:pt x="2486" y="916"/>
                      <a:pt x="2482" y="913"/>
                    </a:cubicBezTo>
                    <a:cubicBezTo>
                      <a:pt x="2479" y="911"/>
                      <a:pt x="2475" y="909"/>
                      <a:pt x="2471" y="907"/>
                    </a:cubicBezTo>
                    <a:cubicBezTo>
                      <a:pt x="2469" y="906"/>
                      <a:pt x="2467" y="906"/>
                      <a:pt x="2465" y="905"/>
                    </a:cubicBezTo>
                    <a:cubicBezTo>
                      <a:pt x="2463" y="904"/>
                      <a:pt x="2462" y="902"/>
                      <a:pt x="2461" y="900"/>
                    </a:cubicBezTo>
                    <a:cubicBezTo>
                      <a:pt x="2455" y="892"/>
                      <a:pt x="2449" y="886"/>
                      <a:pt x="2442" y="880"/>
                    </a:cubicBezTo>
                    <a:cubicBezTo>
                      <a:pt x="2439" y="878"/>
                      <a:pt x="2438" y="877"/>
                      <a:pt x="2438" y="874"/>
                    </a:cubicBezTo>
                    <a:cubicBezTo>
                      <a:pt x="2437" y="872"/>
                      <a:pt x="2435" y="870"/>
                      <a:pt x="2435" y="868"/>
                    </a:cubicBezTo>
                    <a:cubicBezTo>
                      <a:pt x="2435" y="867"/>
                      <a:pt x="2435" y="865"/>
                      <a:pt x="2435" y="864"/>
                    </a:cubicBezTo>
                    <a:cubicBezTo>
                      <a:pt x="2435" y="862"/>
                      <a:pt x="2435" y="861"/>
                      <a:pt x="2436" y="860"/>
                    </a:cubicBezTo>
                    <a:cubicBezTo>
                      <a:pt x="2436" y="858"/>
                      <a:pt x="2437" y="854"/>
                      <a:pt x="2436" y="852"/>
                    </a:cubicBezTo>
                    <a:cubicBezTo>
                      <a:pt x="2426" y="852"/>
                      <a:pt x="2426" y="852"/>
                      <a:pt x="2426" y="852"/>
                    </a:cubicBezTo>
                    <a:cubicBezTo>
                      <a:pt x="2386" y="851"/>
                      <a:pt x="2386" y="851"/>
                      <a:pt x="2386" y="851"/>
                    </a:cubicBezTo>
                    <a:cubicBezTo>
                      <a:pt x="2384" y="856"/>
                      <a:pt x="2382" y="861"/>
                      <a:pt x="2379" y="867"/>
                    </a:cubicBezTo>
                    <a:cubicBezTo>
                      <a:pt x="2377" y="871"/>
                      <a:pt x="2375" y="875"/>
                      <a:pt x="2373" y="880"/>
                    </a:cubicBezTo>
                    <a:cubicBezTo>
                      <a:pt x="2371" y="884"/>
                      <a:pt x="2369" y="888"/>
                      <a:pt x="2368" y="892"/>
                    </a:cubicBezTo>
                    <a:cubicBezTo>
                      <a:pt x="2366" y="896"/>
                      <a:pt x="2364" y="899"/>
                      <a:pt x="2361" y="902"/>
                    </a:cubicBezTo>
                    <a:cubicBezTo>
                      <a:pt x="2358" y="906"/>
                      <a:pt x="2355" y="909"/>
                      <a:pt x="2353" y="914"/>
                    </a:cubicBezTo>
                    <a:cubicBezTo>
                      <a:pt x="2351" y="918"/>
                      <a:pt x="2349" y="923"/>
                      <a:pt x="2347" y="928"/>
                    </a:cubicBezTo>
                    <a:cubicBezTo>
                      <a:pt x="2346" y="932"/>
                      <a:pt x="2344" y="936"/>
                      <a:pt x="2341" y="939"/>
                    </a:cubicBezTo>
                    <a:cubicBezTo>
                      <a:pt x="2339" y="941"/>
                      <a:pt x="2336" y="943"/>
                      <a:pt x="2334" y="946"/>
                    </a:cubicBezTo>
                    <a:cubicBezTo>
                      <a:pt x="2332" y="947"/>
                      <a:pt x="2332" y="947"/>
                      <a:pt x="2332" y="947"/>
                    </a:cubicBezTo>
                    <a:cubicBezTo>
                      <a:pt x="2329" y="950"/>
                      <a:pt x="2327" y="953"/>
                      <a:pt x="2324" y="956"/>
                    </a:cubicBezTo>
                    <a:cubicBezTo>
                      <a:pt x="2322" y="959"/>
                      <a:pt x="2319" y="961"/>
                      <a:pt x="2317" y="964"/>
                    </a:cubicBezTo>
                    <a:cubicBezTo>
                      <a:pt x="2312" y="970"/>
                      <a:pt x="2321" y="973"/>
                      <a:pt x="2326" y="971"/>
                    </a:cubicBezTo>
                    <a:cubicBezTo>
                      <a:pt x="2331" y="969"/>
                      <a:pt x="2331" y="960"/>
                      <a:pt x="2338" y="961"/>
                    </a:cubicBezTo>
                    <a:cubicBezTo>
                      <a:pt x="2345" y="962"/>
                      <a:pt x="2347" y="971"/>
                      <a:pt x="2353" y="973"/>
                    </a:cubicBezTo>
                    <a:cubicBezTo>
                      <a:pt x="2356" y="975"/>
                      <a:pt x="2360" y="974"/>
                      <a:pt x="2363" y="973"/>
                    </a:cubicBezTo>
                    <a:cubicBezTo>
                      <a:pt x="2367" y="972"/>
                      <a:pt x="2370" y="972"/>
                      <a:pt x="2374" y="973"/>
                    </a:cubicBezTo>
                    <a:cubicBezTo>
                      <a:pt x="2374" y="973"/>
                      <a:pt x="2374" y="973"/>
                      <a:pt x="2374" y="973"/>
                    </a:cubicBezTo>
                    <a:cubicBezTo>
                      <a:pt x="2382" y="974"/>
                      <a:pt x="2388" y="982"/>
                      <a:pt x="2384" y="989"/>
                    </a:cubicBezTo>
                    <a:cubicBezTo>
                      <a:pt x="2381" y="994"/>
                      <a:pt x="2377" y="997"/>
                      <a:pt x="2373" y="1000"/>
                    </a:cubicBezTo>
                    <a:cubicBezTo>
                      <a:pt x="2372" y="1002"/>
                      <a:pt x="2370" y="1003"/>
                      <a:pt x="2369" y="1005"/>
                    </a:cubicBezTo>
                    <a:cubicBezTo>
                      <a:pt x="2367" y="1008"/>
                      <a:pt x="2366" y="1013"/>
                      <a:pt x="2366" y="1017"/>
                    </a:cubicBezTo>
                    <a:cubicBezTo>
                      <a:pt x="2366" y="1021"/>
                      <a:pt x="2367" y="1026"/>
                      <a:pt x="2364" y="1029"/>
                    </a:cubicBezTo>
                    <a:cubicBezTo>
                      <a:pt x="2362" y="1032"/>
                      <a:pt x="2357" y="1032"/>
                      <a:pt x="2354" y="1032"/>
                    </a:cubicBezTo>
                    <a:cubicBezTo>
                      <a:pt x="2350" y="1032"/>
                      <a:pt x="2346" y="1032"/>
                      <a:pt x="2344" y="1028"/>
                    </a:cubicBezTo>
                    <a:cubicBezTo>
                      <a:pt x="2341" y="1026"/>
                      <a:pt x="2339" y="1022"/>
                      <a:pt x="2338" y="1019"/>
                    </a:cubicBezTo>
                    <a:cubicBezTo>
                      <a:pt x="2337" y="1017"/>
                      <a:pt x="2337" y="1015"/>
                      <a:pt x="2337" y="1013"/>
                    </a:cubicBezTo>
                    <a:cubicBezTo>
                      <a:pt x="2338" y="1012"/>
                      <a:pt x="2338" y="1011"/>
                      <a:pt x="2338" y="1011"/>
                    </a:cubicBezTo>
                    <a:cubicBezTo>
                      <a:pt x="2338" y="1008"/>
                      <a:pt x="2339" y="1005"/>
                      <a:pt x="2339" y="1003"/>
                    </a:cubicBezTo>
                    <a:cubicBezTo>
                      <a:pt x="2338" y="999"/>
                      <a:pt x="2331" y="998"/>
                      <a:pt x="2328" y="998"/>
                    </a:cubicBezTo>
                    <a:cubicBezTo>
                      <a:pt x="2328" y="998"/>
                      <a:pt x="2328" y="998"/>
                      <a:pt x="2328" y="998"/>
                    </a:cubicBezTo>
                    <a:cubicBezTo>
                      <a:pt x="2324" y="997"/>
                      <a:pt x="2321" y="998"/>
                      <a:pt x="2318" y="999"/>
                    </a:cubicBezTo>
                    <a:cubicBezTo>
                      <a:pt x="2316" y="1000"/>
                      <a:pt x="2314" y="1001"/>
                      <a:pt x="2312" y="1001"/>
                    </a:cubicBezTo>
                    <a:cubicBezTo>
                      <a:pt x="2311" y="1002"/>
                      <a:pt x="2309" y="1002"/>
                      <a:pt x="2308" y="1002"/>
                    </a:cubicBezTo>
                    <a:cubicBezTo>
                      <a:pt x="2305" y="1000"/>
                      <a:pt x="2308" y="995"/>
                      <a:pt x="2309" y="993"/>
                    </a:cubicBezTo>
                    <a:cubicBezTo>
                      <a:pt x="2310" y="991"/>
                      <a:pt x="2313" y="986"/>
                      <a:pt x="2310" y="984"/>
                    </a:cubicBezTo>
                    <a:cubicBezTo>
                      <a:pt x="2307" y="981"/>
                      <a:pt x="2302" y="987"/>
                      <a:pt x="2301" y="989"/>
                    </a:cubicBezTo>
                    <a:cubicBezTo>
                      <a:pt x="2298" y="992"/>
                      <a:pt x="2295" y="995"/>
                      <a:pt x="2291" y="998"/>
                    </a:cubicBezTo>
                    <a:cubicBezTo>
                      <a:pt x="2288" y="1000"/>
                      <a:pt x="2284" y="1000"/>
                      <a:pt x="2280" y="1002"/>
                    </a:cubicBezTo>
                    <a:cubicBezTo>
                      <a:pt x="2275" y="1003"/>
                      <a:pt x="2272" y="1006"/>
                      <a:pt x="2268" y="1008"/>
                    </a:cubicBezTo>
                    <a:cubicBezTo>
                      <a:pt x="2265" y="1010"/>
                      <a:pt x="2262" y="1012"/>
                      <a:pt x="2260" y="1015"/>
                    </a:cubicBezTo>
                    <a:cubicBezTo>
                      <a:pt x="2258" y="1019"/>
                      <a:pt x="2257" y="1023"/>
                      <a:pt x="2258" y="1027"/>
                    </a:cubicBezTo>
                    <a:cubicBezTo>
                      <a:pt x="2259" y="1031"/>
                      <a:pt x="2260" y="1034"/>
                      <a:pt x="2256" y="1037"/>
                    </a:cubicBezTo>
                    <a:cubicBezTo>
                      <a:pt x="2254" y="1038"/>
                      <a:pt x="2252" y="1039"/>
                      <a:pt x="2251" y="1040"/>
                    </a:cubicBezTo>
                    <a:cubicBezTo>
                      <a:pt x="2249" y="1041"/>
                      <a:pt x="2247" y="1043"/>
                      <a:pt x="2246" y="1045"/>
                    </a:cubicBezTo>
                    <a:cubicBezTo>
                      <a:pt x="2245" y="1046"/>
                      <a:pt x="2244" y="1047"/>
                      <a:pt x="2243" y="1049"/>
                    </a:cubicBezTo>
                    <a:cubicBezTo>
                      <a:pt x="2242" y="1050"/>
                      <a:pt x="2242" y="1052"/>
                      <a:pt x="2240" y="1053"/>
                    </a:cubicBezTo>
                    <a:cubicBezTo>
                      <a:pt x="2240" y="1053"/>
                      <a:pt x="2239" y="1053"/>
                      <a:pt x="2238" y="1053"/>
                    </a:cubicBezTo>
                    <a:cubicBezTo>
                      <a:pt x="2237" y="1054"/>
                      <a:pt x="2236" y="1055"/>
                      <a:pt x="2235" y="1057"/>
                    </a:cubicBezTo>
                    <a:cubicBezTo>
                      <a:pt x="2233" y="1059"/>
                      <a:pt x="2231" y="1062"/>
                      <a:pt x="2229" y="1063"/>
                    </a:cubicBezTo>
                    <a:cubicBezTo>
                      <a:pt x="2226" y="1066"/>
                      <a:pt x="2223" y="1070"/>
                      <a:pt x="2219" y="1072"/>
                    </a:cubicBezTo>
                    <a:cubicBezTo>
                      <a:pt x="2215" y="1074"/>
                      <a:pt x="2212" y="1076"/>
                      <a:pt x="2208" y="1078"/>
                    </a:cubicBezTo>
                    <a:cubicBezTo>
                      <a:pt x="2203" y="1082"/>
                      <a:pt x="2199" y="1087"/>
                      <a:pt x="2192" y="1088"/>
                    </a:cubicBezTo>
                    <a:cubicBezTo>
                      <a:pt x="2191" y="1088"/>
                      <a:pt x="2190" y="1088"/>
                      <a:pt x="2189" y="1088"/>
                    </a:cubicBezTo>
                    <a:cubicBezTo>
                      <a:pt x="2189" y="1088"/>
                      <a:pt x="2188" y="1086"/>
                      <a:pt x="2188" y="1086"/>
                    </a:cubicBezTo>
                    <a:cubicBezTo>
                      <a:pt x="2188" y="1084"/>
                      <a:pt x="2188" y="1082"/>
                      <a:pt x="2187" y="1081"/>
                    </a:cubicBezTo>
                    <a:cubicBezTo>
                      <a:pt x="2185" y="1079"/>
                      <a:pt x="2182" y="1081"/>
                      <a:pt x="2182" y="1082"/>
                    </a:cubicBezTo>
                    <a:cubicBezTo>
                      <a:pt x="2181" y="1084"/>
                      <a:pt x="2182" y="1085"/>
                      <a:pt x="2181" y="1087"/>
                    </a:cubicBezTo>
                    <a:cubicBezTo>
                      <a:pt x="2181" y="1088"/>
                      <a:pt x="2180" y="1088"/>
                      <a:pt x="2180" y="1090"/>
                    </a:cubicBezTo>
                    <a:cubicBezTo>
                      <a:pt x="2179" y="1093"/>
                      <a:pt x="2178" y="1097"/>
                      <a:pt x="2177" y="1100"/>
                    </a:cubicBezTo>
                    <a:cubicBezTo>
                      <a:pt x="2176" y="1104"/>
                      <a:pt x="2175" y="1108"/>
                      <a:pt x="2174" y="1113"/>
                    </a:cubicBezTo>
                    <a:cubicBezTo>
                      <a:pt x="2172" y="1117"/>
                      <a:pt x="2171" y="1122"/>
                      <a:pt x="2170" y="1127"/>
                    </a:cubicBezTo>
                    <a:cubicBezTo>
                      <a:pt x="2168" y="1132"/>
                      <a:pt x="2167" y="1137"/>
                      <a:pt x="2165" y="1142"/>
                    </a:cubicBezTo>
                    <a:cubicBezTo>
                      <a:pt x="2163" y="1147"/>
                      <a:pt x="2161" y="1153"/>
                      <a:pt x="2159" y="1158"/>
                    </a:cubicBezTo>
                    <a:cubicBezTo>
                      <a:pt x="2157" y="1162"/>
                      <a:pt x="2155" y="1165"/>
                      <a:pt x="2154" y="1169"/>
                    </a:cubicBezTo>
                    <a:cubicBezTo>
                      <a:pt x="2151" y="1173"/>
                      <a:pt x="2150" y="1178"/>
                      <a:pt x="2150" y="1184"/>
                    </a:cubicBezTo>
                    <a:cubicBezTo>
                      <a:pt x="2149" y="1189"/>
                      <a:pt x="2150" y="1195"/>
                      <a:pt x="2150" y="1200"/>
                    </a:cubicBezTo>
                    <a:cubicBezTo>
                      <a:pt x="2150" y="1209"/>
                      <a:pt x="2144" y="1215"/>
                      <a:pt x="2139" y="1221"/>
                    </a:cubicBezTo>
                    <a:cubicBezTo>
                      <a:pt x="2137" y="1223"/>
                      <a:pt x="2135" y="1227"/>
                      <a:pt x="2132" y="1227"/>
                    </a:cubicBezTo>
                    <a:cubicBezTo>
                      <a:pt x="2130" y="1228"/>
                      <a:pt x="2129" y="1224"/>
                      <a:pt x="2128" y="1222"/>
                    </a:cubicBezTo>
                    <a:cubicBezTo>
                      <a:pt x="2128" y="1219"/>
                      <a:pt x="2127" y="1214"/>
                      <a:pt x="2128" y="1211"/>
                    </a:cubicBezTo>
                    <a:cubicBezTo>
                      <a:pt x="2129" y="1208"/>
                      <a:pt x="2132" y="1207"/>
                      <a:pt x="2135" y="1205"/>
                    </a:cubicBezTo>
                    <a:cubicBezTo>
                      <a:pt x="2138" y="1204"/>
                      <a:pt x="2140" y="1201"/>
                      <a:pt x="2140" y="1197"/>
                    </a:cubicBezTo>
                    <a:cubicBezTo>
                      <a:pt x="2139" y="1196"/>
                      <a:pt x="2139" y="1194"/>
                      <a:pt x="2137" y="1193"/>
                    </a:cubicBezTo>
                    <a:cubicBezTo>
                      <a:pt x="2137" y="1193"/>
                      <a:pt x="2136" y="1193"/>
                      <a:pt x="2135" y="1193"/>
                    </a:cubicBezTo>
                    <a:cubicBezTo>
                      <a:pt x="2133" y="1193"/>
                      <a:pt x="2130" y="1195"/>
                      <a:pt x="2128" y="1196"/>
                    </a:cubicBezTo>
                    <a:cubicBezTo>
                      <a:pt x="2125" y="1197"/>
                      <a:pt x="2122" y="1199"/>
                      <a:pt x="2121" y="1202"/>
                    </a:cubicBezTo>
                    <a:cubicBezTo>
                      <a:pt x="2120" y="1204"/>
                      <a:pt x="2120" y="1206"/>
                      <a:pt x="2120" y="1208"/>
                    </a:cubicBezTo>
                    <a:cubicBezTo>
                      <a:pt x="2120" y="1208"/>
                      <a:pt x="2120" y="1208"/>
                      <a:pt x="2120" y="1208"/>
                    </a:cubicBezTo>
                    <a:cubicBezTo>
                      <a:pt x="2119" y="1210"/>
                      <a:pt x="2119" y="1212"/>
                      <a:pt x="2118" y="1214"/>
                    </a:cubicBezTo>
                    <a:cubicBezTo>
                      <a:pt x="2117" y="1218"/>
                      <a:pt x="2113" y="1221"/>
                      <a:pt x="2111" y="1225"/>
                    </a:cubicBezTo>
                    <a:cubicBezTo>
                      <a:pt x="2109" y="1230"/>
                      <a:pt x="2107" y="1234"/>
                      <a:pt x="2105" y="1238"/>
                    </a:cubicBezTo>
                    <a:cubicBezTo>
                      <a:pt x="2103" y="1240"/>
                      <a:pt x="2101" y="1242"/>
                      <a:pt x="2100" y="1244"/>
                    </a:cubicBezTo>
                    <a:cubicBezTo>
                      <a:pt x="2094" y="1250"/>
                      <a:pt x="2090" y="1256"/>
                      <a:pt x="2084" y="1262"/>
                    </a:cubicBezTo>
                    <a:cubicBezTo>
                      <a:pt x="2079" y="1268"/>
                      <a:pt x="2073" y="1273"/>
                      <a:pt x="2067" y="1279"/>
                    </a:cubicBezTo>
                    <a:cubicBezTo>
                      <a:pt x="2063" y="1283"/>
                      <a:pt x="2059" y="1287"/>
                      <a:pt x="2052" y="1287"/>
                    </a:cubicBezTo>
                    <a:cubicBezTo>
                      <a:pt x="2046" y="1287"/>
                      <a:pt x="2039" y="1285"/>
                      <a:pt x="2034" y="1282"/>
                    </a:cubicBezTo>
                    <a:cubicBezTo>
                      <a:pt x="2033" y="1282"/>
                      <a:pt x="2033" y="1282"/>
                      <a:pt x="2033" y="1282"/>
                    </a:cubicBezTo>
                    <a:cubicBezTo>
                      <a:pt x="2028" y="1279"/>
                      <a:pt x="2022" y="1275"/>
                      <a:pt x="2017" y="1276"/>
                    </a:cubicBezTo>
                    <a:cubicBezTo>
                      <a:pt x="2015" y="1277"/>
                      <a:pt x="2014" y="1278"/>
                      <a:pt x="2015" y="1280"/>
                    </a:cubicBezTo>
                    <a:cubicBezTo>
                      <a:pt x="2016" y="1282"/>
                      <a:pt x="2020" y="1283"/>
                      <a:pt x="2022" y="1283"/>
                    </a:cubicBezTo>
                    <a:cubicBezTo>
                      <a:pt x="2026" y="1285"/>
                      <a:pt x="2031" y="1285"/>
                      <a:pt x="2035" y="1288"/>
                    </a:cubicBezTo>
                    <a:cubicBezTo>
                      <a:pt x="2036" y="1289"/>
                      <a:pt x="2038" y="1290"/>
                      <a:pt x="2039" y="1292"/>
                    </a:cubicBezTo>
                    <a:cubicBezTo>
                      <a:pt x="2042" y="1296"/>
                      <a:pt x="2044" y="1301"/>
                      <a:pt x="2045" y="1306"/>
                    </a:cubicBezTo>
                    <a:cubicBezTo>
                      <a:pt x="2045" y="1307"/>
                      <a:pt x="2045" y="1308"/>
                      <a:pt x="2045" y="1309"/>
                    </a:cubicBezTo>
                    <a:cubicBezTo>
                      <a:pt x="2045" y="1310"/>
                      <a:pt x="2045" y="1311"/>
                      <a:pt x="2045" y="1312"/>
                    </a:cubicBezTo>
                    <a:cubicBezTo>
                      <a:pt x="2046" y="1316"/>
                      <a:pt x="2047" y="1321"/>
                      <a:pt x="2052" y="1322"/>
                    </a:cubicBezTo>
                    <a:cubicBezTo>
                      <a:pt x="2057" y="1324"/>
                      <a:pt x="2063" y="1322"/>
                      <a:pt x="2069" y="1322"/>
                    </a:cubicBezTo>
                    <a:cubicBezTo>
                      <a:pt x="2071" y="1322"/>
                      <a:pt x="2073" y="1323"/>
                      <a:pt x="2075" y="1324"/>
                    </a:cubicBezTo>
                    <a:cubicBezTo>
                      <a:pt x="2077" y="1324"/>
                      <a:pt x="2080" y="1325"/>
                      <a:pt x="2083" y="1325"/>
                    </a:cubicBezTo>
                    <a:cubicBezTo>
                      <a:pt x="2086" y="1325"/>
                      <a:pt x="2096" y="1326"/>
                      <a:pt x="2094" y="1332"/>
                    </a:cubicBezTo>
                    <a:cubicBezTo>
                      <a:pt x="2092" y="1337"/>
                      <a:pt x="2084" y="1339"/>
                      <a:pt x="2079" y="1337"/>
                    </a:cubicBezTo>
                    <a:cubicBezTo>
                      <a:pt x="2073" y="1336"/>
                      <a:pt x="2069" y="1332"/>
                      <a:pt x="2063" y="1330"/>
                    </a:cubicBezTo>
                    <a:cubicBezTo>
                      <a:pt x="2059" y="1329"/>
                      <a:pt x="2054" y="1328"/>
                      <a:pt x="2049" y="1330"/>
                    </a:cubicBezTo>
                    <a:cubicBezTo>
                      <a:pt x="2044" y="1331"/>
                      <a:pt x="2040" y="1335"/>
                      <a:pt x="2039" y="1340"/>
                    </a:cubicBezTo>
                    <a:cubicBezTo>
                      <a:pt x="2039" y="1344"/>
                      <a:pt x="2041" y="1350"/>
                      <a:pt x="2037" y="1352"/>
                    </a:cubicBezTo>
                    <a:cubicBezTo>
                      <a:pt x="2028" y="1358"/>
                      <a:pt x="2016" y="1343"/>
                      <a:pt x="2008" y="1352"/>
                    </a:cubicBezTo>
                    <a:cubicBezTo>
                      <a:pt x="2006" y="1354"/>
                      <a:pt x="2005" y="1357"/>
                      <a:pt x="2004" y="1360"/>
                    </a:cubicBezTo>
                    <a:cubicBezTo>
                      <a:pt x="2003" y="1363"/>
                      <a:pt x="2001" y="1367"/>
                      <a:pt x="2000" y="1370"/>
                    </a:cubicBezTo>
                    <a:cubicBezTo>
                      <a:pt x="2000" y="1372"/>
                      <a:pt x="1997" y="1383"/>
                      <a:pt x="1993" y="1378"/>
                    </a:cubicBezTo>
                    <a:cubicBezTo>
                      <a:pt x="1991" y="1377"/>
                      <a:pt x="1991" y="1374"/>
                      <a:pt x="1989" y="1372"/>
                    </a:cubicBezTo>
                    <a:cubicBezTo>
                      <a:pt x="1988" y="1371"/>
                      <a:pt x="1986" y="1371"/>
                      <a:pt x="1985" y="1371"/>
                    </a:cubicBezTo>
                    <a:cubicBezTo>
                      <a:pt x="1979" y="1372"/>
                      <a:pt x="1979" y="1378"/>
                      <a:pt x="1979" y="1382"/>
                    </a:cubicBezTo>
                    <a:cubicBezTo>
                      <a:pt x="1978" y="1388"/>
                      <a:pt x="1975" y="1393"/>
                      <a:pt x="1971" y="1396"/>
                    </a:cubicBezTo>
                    <a:cubicBezTo>
                      <a:pt x="1971" y="1397"/>
                      <a:pt x="1970" y="1397"/>
                      <a:pt x="1970" y="1397"/>
                    </a:cubicBezTo>
                    <a:cubicBezTo>
                      <a:pt x="1968" y="1398"/>
                      <a:pt x="1967" y="1399"/>
                      <a:pt x="1965" y="1400"/>
                    </a:cubicBezTo>
                    <a:cubicBezTo>
                      <a:pt x="1963" y="1402"/>
                      <a:pt x="1964" y="1404"/>
                      <a:pt x="1966" y="1406"/>
                    </a:cubicBezTo>
                    <a:cubicBezTo>
                      <a:pt x="1970" y="1410"/>
                      <a:pt x="1974" y="1411"/>
                      <a:pt x="1979" y="1414"/>
                    </a:cubicBezTo>
                    <a:cubicBezTo>
                      <a:pt x="1981" y="1414"/>
                      <a:pt x="1983" y="1415"/>
                      <a:pt x="1985" y="1417"/>
                    </a:cubicBezTo>
                    <a:cubicBezTo>
                      <a:pt x="1988" y="1420"/>
                      <a:pt x="1992" y="1426"/>
                      <a:pt x="1989" y="1431"/>
                    </a:cubicBezTo>
                    <a:cubicBezTo>
                      <a:pt x="1988" y="1432"/>
                      <a:pt x="1986" y="1434"/>
                      <a:pt x="1985" y="1436"/>
                    </a:cubicBezTo>
                    <a:cubicBezTo>
                      <a:pt x="1984" y="1439"/>
                      <a:pt x="1984" y="1442"/>
                      <a:pt x="1984" y="1445"/>
                    </a:cubicBezTo>
                    <a:cubicBezTo>
                      <a:pt x="1984" y="1450"/>
                      <a:pt x="1984" y="1454"/>
                      <a:pt x="1985" y="1458"/>
                    </a:cubicBezTo>
                    <a:cubicBezTo>
                      <a:pt x="1985" y="1461"/>
                      <a:pt x="1986" y="1464"/>
                      <a:pt x="1987" y="1467"/>
                    </a:cubicBezTo>
                    <a:cubicBezTo>
                      <a:pt x="1988" y="1469"/>
                      <a:pt x="1991" y="1470"/>
                      <a:pt x="1993" y="1472"/>
                    </a:cubicBezTo>
                    <a:cubicBezTo>
                      <a:pt x="1994" y="1473"/>
                      <a:pt x="1994" y="1474"/>
                      <a:pt x="1994" y="1475"/>
                    </a:cubicBezTo>
                    <a:cubicBezTo>
                      <a:pt x="1995" y="1476"/>
                      <a:pt x="1994" y="1478"/>
                      <a:pt x="1995" y="1479"/>
                    </a:cubicBezTo>
                    <a:cubicBezTo>
                      <a:pt x="1995" y="1480"/>
                      <a:pt x="1996" y="1482"/>
                      <a:pt x="1996" y="1483"/>
                    </a:cubicBezTo>
                    <a:cubicBezTo>
                      <a:pt x="1996" y="1485"/>
                      <a:pt x="1996" y="1486"/>
                      <a:pt x="1996" y="1488"/>
                    </a:cubicBezTo>
                    <a:cubicBezTo>
                      <a:pt x="1995" y="1489"/>
                      <a:pt x="1995" y="1491"/>
                      <a:pt x="1994" y="1492"/>
                    </a:cubicBezTo>
                    <a:cubicBezTo>
                      <a:pt x="1994" y="1495"/>
                      <a:pt x="1996" y="1496"/>
                      <a:pt x="1998" y="1498"/>
                    </a:cubicBezTo>
                    <a:cubicBezTo>
                      <a:pt x="1999" y="1499"/>
                      <a:pt x="2000" y="1501"/>
                      <a:pt x="2000" y="1502"/>
                    </a:cubicBezTo>
                    <a:cubicBezTo>
                      <a:pt x="2001" y="1504"/>
                      <a:pt x="2001" y="1506"/>
                      <a:pt x="2001" y="1507"/>
                    </a:cubicBezTo>
                    <a:cubicBezTo>
                      <a:pt x="2001" y="1509"/>
                      <a:pt x="2002" y="1511"/>
                      <a:pt x="2003" y="1513"/>
                    </a:cubicBezTo>
                    <a:cubicBezTo>
                      <a:pt x="2003" y="1513"/>
                      <a:pt x="2004" y="1513"/>
                      <a:pt x="2004" y="1514"/>
                    </a:cubicBezTo>
                    <a:cubicBezTo>
                      <a:pt x="2005" y="1516"/>
                      <a:pt x="2006" y="1518"/>
                      <a:pt x="2007" y="1520"/>
                    </a:cubicBezTo>
                    <a:cubicBezTo>
                      <a:pt x="2007" y="1523"/>
                      <a:pt x="2008" y="1526"/>
                      <a:pt x="2010" y="1528"/>
                    </a:cubicBezTo>
                    <a:cubicBezTo>
                      <a:pt x="2011" y="1529"/>
                      <a:pt x="2012" y="1529"/>
                      <a:pt x="2013" y="1530"/>
                    </a:cubicBezTo>
                    <a:cubicBezTo>
                      <a:pt x="2014" y="1531"/>
                      <a:pt x="2016" y="1532"/>
                      <a:pt x="2018" y="1533"/>
                    </a:cubicBezTo>
                    <a:cubicBezTo>
                      <a:pt x="2021" y="1535"/>
                      <a:pt x="2026" y="1540"/>
                      <a:pt x="2024" y="1545"/>
                    </a:cubicBezTo>
                    <a:cubicBezTo>
                      <a:pt x="2022" y="1550"/>
                      <a:pt x="2016" y="1549"/>
                      <a:pt x="2011" y="1551"/>
                    </a:cubicBezTo>
                    <a:cubicBezTo>
                      <a:pt x="2007" y="1553"/>
                      <a:pt x="2002" y="1555"/>
                      <a:pt x="2002" y="1560"/>
                    </a:cubicBezTo>
                    <a:cubicBezTo>
                      <a:pt x="2001" y="1563"/>
                      <a:pt x="2002" y="1566"/>
                      <a:pt x="2004" y="1567"/>
                    </a:cubicBezTo>
                    <a:cubicBezTo>
                      <a:pt x="2006" y="1568"/>
                      <a:pt x="2009" y="1568"/>
                      <a:pt x="2010" y="1570"/>
                    </a:cubicBezTo>
                    <a:cubicBezTo>
                      <a:pt x="2012" y="1571"/>
                      <a:pt x="2011" y="1574"/>
                      <a:pt x="2009" y="1575"/>
                    </a:cubicBezTo>
                    <a:cubicBezTo>
                      <a:pt x="2007" y="1577"/>
                      <a:pt x="2004" y="1576"/>
                      <a:pt x="2002" y="1575"/>
                    </a:cubicBezTo>
                    <a:cubicBezTo>
                      <a:pt x="2000" y="1573"/>
                      <a:pt x="1998" y="1571"/>
                      <a:pt x="1996" y="1569"/>
                    </a:cubicBezTo>
                    <a:cubicBezTo>
                      <a:pt x="1993" y="1568"/>
                      <a:pt x="1990" y="1567"/>
                      <a:pt x="1988" y="1568"/>
                    </a:cubicBezTo>
                    <a:cubicBezTo>
                      <a:pt x="1982" y="1569"/>
                      <a:pt x="1982" y="1576"/>
                      <a:pt x="1982" y="1581"/>
                    </a:cubicBezTo>
                    <a:cubicBezTo>
                      <a:pt x="1981" y="1585"/>
                      <a:pt x="1980" y="1593"/>
                      <a:pt x="1975" y="1595"/>
                    </a:cubicBezTo>
                    <a:cubicBezTo>
                      <a:pt x="1973" y="1596"/>
                      <a:pt x="1971" y="1596"/>
                      <a:pt x="1969" y="1596"/>
                    </a:cubicBezTo>
                    <a:cubicBezTo>
                      <a:pt x="1969" y="1597"/>
                      <a:pt x="1969" y="1597"/>
                      <a:pt x="1969" y="1597"/>
                    </a:cubicBezTo>
                    <a:cubicBezTo>
                      <a:pt x="1969" y="1597"/>
                      <a:pt x="1969" y="1597"/>
                      <a:pt x="1969" y="1597"/>
                    </a:cubicBezTo>
                    <a:cubicBezTo>
                      <a:pt x="1969" y="1597"/>
                      <a:pt x="1969" y="1597"/>
                      <a:pt x="1969" y="1597"/>
                    </a:cubicBezTo>
                    <a:cubicBezTo>
                      <a:pt x="1968" y="1597"/>
                      <a:pt x="1968" y="1597"/>
                      <a:pt x="1968" y="1597"/>
                    </a:cubicBezTo>
                    <a:cubicBezTo>
                      <a:pt x="1967" y="1597"/>
                      <a:pt x="1967" y="1597"/>
                      <a:pt x="1966" y="1597"/>
                    </a:cubicBezTo>
                    <a:cubicBezTo>
                      <a:pt x="1965" y="1597"/>
                      <a:pt x="1964" y="1597"/>
                      <a:pt x="1962" y="1597"/>
                    </a:cubicBezTo>
                    <a:cubicBezTo>
                      <a:pt x="1960" y="1598"/>
                      <a:pt x="1957" y="1598"/>
                      <a:pt x="1954" y="1598"/>
                    </a:cubicBezTo>
                    <a:cubicBezTo>
                      <a:pt x="1952" y="1599"/>
                      <a:pt x="1949" y="1599"/>
                      <a:pt x="1947" y="1599"/>
                    </a:cubicBezTo>
                    <a:cubicBezTo>
                      <a:pt x="1944" y="1600"/>
                      <a:pt x="1943" y="1602"/>
                      <a:pt x="1941" y="1604"/>
                    </a:cubicBezTo>
                    <a:cubicBezTo>
                      <a:pt x="1939" y="1606"/>
                      <a:pt x="1937" y="1609"/>
                      <a:pt x="1936" y="1612"/>
                    </a:cubicBezTo>
                    <a:cubicBezTo>
                      <a:pt x="1935" y="1613"/>
                      <a:pt x="1935" y="1614"/>
                      <a:pt x="1934" y="1615"/>
                    </a:cubicBezTo>
                    <a:cubicBezTo>
                      <a:pt x="1932" y="1617"/>
                      <a:pt x="1931" y="1618"/>
                      <a:pt x="1929" y="1619"/>
                    </a:cubicBezTo>
                    <a:cubicBezTo>
                      <a:pt x="1928" y="1620"/>
                      <a:pt x="1927" y="1621"/>
                      <a:pt x="1926" y="1622"/>
                    </a:cubicBezTo>
                    <a:cubicBezTo>
                      <a:pt x="1925" y="1623"/>
                      <a:pt x="1924" y="1624"/>
                      <a:pt x="1922" y="1624"/>
                    </a:cubicBezTo>
                    <a:cubicBezTo>
                      <a:pt x="1920" y="1624"/>
                      <a:pt x="1917" y="1624"/>
                      <a:pt x="1914" y="1625"/>
                    </a:cubicBezTo>
                    <a:cubicBezTo>
                      <a:pt x="1911" y="1625"/>
                      <a:pt x="1909" y="1626"/>
                      <a:pt x="1906" y="1626"/>
                    </a:cubicBezTo>
                    <a:cubicBezTo>
                      <a:pt x="1904" y="1626"/>
                      <a:pt x="1902" y="1627"/>
                      <a:pt x="1900" y="1626"/>
                    </a:cubicBezTo>
                    <a:cubicBezTo>
                      <a:pt x="1899" y="1626"/>
                      <a:pt x="1897" y="1625"/>
                      <a:pt x="1896" y="1625"/>
                    </a:cubicBezTo>
                    <a:cubicBezTo>
                      <a:pt x="1894" y="1625"/>
                      <a:pt x="1893" y="1626"/>
                      <a:pt x="1891" y="1626"/>
                    </a:cubicBezTo>
                    <a:cubicBezTo>
                      <a:pt x="1889" y="1626"/>
                      <a:pt x="1888" y="1627"/>
                      <a:pt x="1886" y="1628"/>
                    </a:cubicBezTo>
                    <a:cubicBezTo>
                      <a:pt x="1886" y="1628"/>
                      <a:pt x="1885" y="1628"/>
                      <a:pt x="1885" y="1629"/>
                    </a:cubicBezTo>
                    <a:cubicBezTo>
                      <a:pt x="1883" y="1629"/>
                      <a:pt x="1882" y="1630"/>
                      <a:pt x="1880" y="1631"/>
                    </a:cubicBezTo>
                    <a:cubicBezTo>
                      <a:pt x="1878" y="1632"/>
                      <a:pt x="1876" y="1633"/>
                      <a:pt x="1874" y="1634"/>
                    </a:cubicBezTo>
                    <a:cubicBezTo>
                      <a:pt x="1871" y="1635"/>
                      <a:pt x="1869" y="1637"/>
                      <a:pt x="1866" y="1638"/>
                    </a:cubicBezTo>
                    <a:cubicBezTo>
                      <a:pt x="1864" y="1640"/>
                      <a:pt x="1862" y="1641"/>
                      <a:pt x="1860" y="1643"/>
                    </a:cubicBezTo>
                    <a:cubicBezTo>
                      <a:pt x="1858" y="1644"/>
                      <a:pt x="1856" y="1646"/>
                      <a:pt x="1853" y="1647"/>
                    </a:cubicBezTo>
                    <a:cubicBezTo>
                      <a:pt x="1852" y="1647"/>
                      <a:pt x="1850" y="1648"/>
                      <a:pt x="1848" y="1648"/>
                    </a:cubicBezTo>
                    <a:cubicBezTo>
                      <a:pt x="1847" y="1649"/>
                      <a:pt x="1845" y="1649"/>
                      <a:pt x="1843" y="1649"/>
                    </a:cubicBezTo>
                    <a:cubicBezTo>
                      <a:pt x="1839" y="1650"/>
                      <a:pt x="1836" y="1651"/>
                      <a:pt x="1832" y="1650"/>
                    </a:cubicBezTo>
                    <a:cubicBezTo>
                      <a:pt x="1831" y="1649"/>
                      <a:pt x="1829" y="1649"/>
                      <a:pt x="1828" y="1648"/>
                    </a:cubicBezTo>
                    <a:cubicBezTo>
                      <a:pt x="1827" y="1647"/>
                      <a:pt x="1825" y="1647"/>
                      <a:pt x="1824" y="1646"/>
                    </a:cubicBezTo>
                    <a:cubicBezTo>
                      <a:pt x="1823" y="1645"/>
                      <a:pt x="1822" y="1645"/>
                      <a:pt x="1821" y="1644"/>
                    </a:cubicBezTo>
                    <a:cubicBezTo>
                      <a:pt x="1819" y="1644"/>
                      <a:pt x="1818" y="1643"/>
                      <a:pt x="1817" y="1643"/>
                    </a:cubicBezTo>
                    <a:cubicBezTo>
                      <a:pt x="1814" y="1641"/>
                      <a:pt x="1812" y="1640"/>
                      <a:pt x="1809" y="1639"/>
                    </a:cubicBezTo>
                    <a:cubicBezTo>
                      <a:pt x="1807" y="1638"/>
                      <a:pt x="1805" y="1637"/>
                      <a:pt x="1804" y="1635"/>
                    </a:cubicBezTo>
                    <a:cubicBezTo>
                      <a:pt x="1802" y="1633"/>
                      <a:pt x="1801" y="1630"/>
                      <a:pt x="1800" y="1628"/>
                    </a:cubicBezTo>
                    <a:cubicBezTo>
                      <a:pt x="1798" y="1625"/>
                      <a:pt x="1797" y="1623"/>
                      <a:pt x="1795" y="1621"/>
                    </a:cubicBezTo>
                    <a:cubicBezTo>
                      <a:pt x="1795" y="1620"/>
                      <a:pt x="1794" y="1620"/>
                      <a:pt x="1794" y="1619"/>
                    </a:cubicBezTo>
                    <a:cubicBezTo>
                      <a:pt x="1794" y="1619"/>
                      <a:pt x="1794" y="1619"/>
                      <a:pt x="1794" y="1619"/>
                    </a:cubicBezTo>
                    <a:cubicBezTo>
                      <a:pt x="1793" y="1619"/>
                      <a:pt x="1793" y="1618"/>
                      <a:pt x="1793" y="1618"/>
                    </a:cubicBezTo>
                    <a:cubicBezTo>
                      <a:pt x="1792" y="1617"/>
                      <a:pt x="1791" y="1616"/>
                      <a:pt x="1790" y="1615"/>
                    </a:cubicBezTo>
                    <a:cubicBezTo>
                      <a:pt x="1788" y="1612"/>
                      <a:pt x="1787" y="1610"/>
                      <a:pt x="1785" y="1607"/>
                    </a:cubicBezTo>
                    <a:cubicBezTo>
                      <a:pt x="1784" y="1606"/>
                      <a:pt x="1784" y="1605"/>
                      <a:pt x="1782" y="1605"/>
                    </a:cubicBezTo>
                    <a:cubicBezTo>
                      <a:pt x="1781" y="1605"/>
                      <a:pt x="1780" y="1605"/>
                      <a:pt x="1779" y="1605"/>
                    </a:cubicBezTo>
                    <a:cubicBezTo>
                      <a:pt x="1777" y="1604"/>
                      <a:pt x="1775" y="1604"/>
                      <a:pt x="1772" y="1603"/>
                    </a:cubicBezTo>
                    <a:cubicBezTo>
                      <a:pt x="1771" y="1602"/>
                      <a:pt x="1770" y="1600"/>
                      <a:pt x="1769" y="1599"/>
                    </a:cubicBezTo>
                    <a:cubicBezTo>
                      <a:pt x="1768" y="1598"/>
                      <a:pt x="1767" y="1596"/>
                      <a:pt x="1767" y="1595"/>
                    </a:cubicBezTo>
                    <a:cubicBezTo>
                      <a:pt x="1766" y="1592"/>
                      <a:pt x="1763" y="1588"/>
                      <a:pt x="1760" y="1587"/>
                    </a:cubicBezTo>
                    <a:cubicBezTo>
                      <a:pt x="1758" y="1587"/>
                      <a:pt x="1755" y="1587"/>
                      <a:pt x="1753" y="1587"/>
                    </a:cubicBezTo>
                    <a:cubicBezTo>
                      <a:pt x="1750" y="1587"/>
                      <a:pt x="1747" y="1587"/>
                      <a:pt x="1745" y="1586"/>
                    </a:cubicBezTo>
                    <a:cubicBezTo>
                      <a:pt x="1742" y="1586"/>
                      <a:pt x="1738" y="1585"/>
                      <a:pt x="1735" y="1584"/>
                    </a:cubicBezTo>
                    <a:cubicBezTo>
                      <a:pt x="1733" y="1583"/>
                      <a:pt x="1730" y="1583"/>
                      <a:pt x="1728" y="1582"/>
                    </a:cubicBezTo>
                    <a:cubicBezTo>
                      <a:pt x="1724" y="1582"/>
                      <a:pt x="1721" y="1583"/>
                      <a:pt x="1718" y="1583"/>
                    </a:cubicBezTo>
                    <a:cubicBezTo>
                      <a:pt x="1713" y="1583"/>
                      <a:pt x="1708" y="1583"/>
                      <a:pt x="1703" y="1583"/>
                    </a:cubicBezTo>
                    <a:cubicBezTo>
                      <a:pt x="1695" y="1583"/>
                      <a:pt x="1687" y="1582"/>
                      <a:pt x="1682" y="1575"/>
                    </a:cubicBezTo>
                    <a:cubicBezTo>
                      <a:pt x="1679" y="1571"/>
                      <a:pt x="1678" y="1567"/>
                      <a:pt x="1676" y="1562"/>
                    </a:cubicBezTo>
                    <a:cubicBezTo>
                      <a:pt x="1675" y="1560"/>
                      <a:pt x="1675" y="1558"/>
                      <a:pt x="1674" y="1555"/>
                    </a:cubicBezTo>
                    <a:cubicBezTo>
                      <a:pt x="1672" y="1547"/>
                      <a:pt x="1671" y="1539"/>
                      <a:pt x="1670" y="1531"/>
                    </a:cubicBezTo>
                    <a:cubicBezTo>
                      <a:pt x="1670" y="1526"/>
                      <a:pt x="1669" y="1522"/>
                      <a:pt x="1670" y="1517"/>
                    </a:cubicBezTo>
                    <a:cubicBezTo>
                      <a:pt x="1670" y="1513"/>
                      <a:pt x="1671" y="1510"/>
                      <a:pt x="1673" y="1506"/>
                    </a:cubicBezTo>
                    <a:cubicBezTo>
                      <a:pt x="1675" y="1503"/>
                      <a:pt x="1677" y="1499"/>
                      <a:pt x="1680" y="1497"/>
                    </a:cubicBezTo>
                    <a:cubicBezTo>
                      <a:pt x="1682" y="1494"/>
                      <a:pt x="1685" y="1492"/>
                      <a:pt x="1687" y="1490"/>
                    </a:cubicBezTo>
                    <a:cubicBezTo>
                      <a:pt x="1692" y="1486"/>
                      <a:pt x="1699" y="1478"/>
                      <a:pt x="1695" y="1472"/>
                    </a:cubicBezTo>
                    <a:cubicBezTo>
                      <a:pt x="1693" y="1469"/>
                      <a:pt x="1686" y="1468"/>
                      <a:pt x="1685" y="1464"/>
                    </a:cubicBezTo>
                    <a:cubicBezTo>
                      <a:pt x="1684" y="1463"/>
                      <a:pt x="1684" y="1463"/>
                      <a:pt x="1684" y="1462"/>
                    </a:cubicBezTo>
                    <a:cubicBezTo>
                      <a:pt x="1684" y="1460"/>
                      <a:pt x="1685" y="1459"/>
                      <a:pt x="1686" y="1458"/>
                    </a:cubicBezTo>
                    <a:cubicBezTo>
                      <a:pt x="1686" y="1458"/>
                      <a:pt x="1686" y="1458"/>
                      <a:pt x="1686" y="1458"/>
                    </a:cubicBezTo>
                    <a:cubicBezTo>
                      <a:pt x="1687" y="1457"/>
                      <a:pt x="1688" y="1456"/>
                      <a:pt x="1689" y="1455"/>
                    </a:cubicBezTo>
                    <a:cubicBezTo>
                      <a:pt x="1692" y="1453"/>
                      <a:pt x="1694" y="1451"/>
                      <a:pt x="1695" y="1448"/>
                    </a:cubicBezTo>
                    <a:cubicBezTo>
                      <a:pt x="1696" y="1445"/>
                      <a:pt x="1699" y="1442"/>
                      <a:pt x="1701" y="1440"/>
                    </a:cubicBezTo>
                    <a:cubicBezTo>
                      <a:pt x="1703" y="1438"/>
                      <a:pt x="1705" y="1437"/>
                      <a:pt x="1707" y="1435"/>
                    </a:cubicBezTo>
                    <a:cubicBezTo>
                      <a:pt x="1712" y="1432"/>
                      <a:pt x="1718" y="1430"/>
                      <a:pt x="1724" y="1428"/>
                    </a:cubicBezTo>
                    <a:cubicBezTo>
                      <a:pt x="1727" y="1427"/>
                      <a:pt x="1730" y="1427"/>
                      <a:pt x="1733" y="1428"/>
                    </a:cubicBezTo>
                    <a:cubicBezTo>
                      <a:pt x="1735" y="1428"/>
                      <a:pt x="1738" y="1429"/>
                      <a:pt x="1740" y="1427"/>
                    </a:cubicBezTo>
                    <a:cubicBezTo>
                      <a:pt x="1742" y="1425"/>
                      <a:pt x="1743" y="1422"/>
                      <a:pt x="1745" y="1419"/>
                    </a:cubicBezTo>
                    <a:cubicBezTo>
                      <a:pt x="1748" y="1416"/>
                      <a:pt x="1751" y="1414"/>
                      <a:pt x="1755" y="1411"/>
                    </a:cubicBezTo>
                    <a:cubicBezTo>
                      <a:pt x="1758" y="1409"/>
                      <a:pt x="1761" y="1406"/>
                      <a:pt x="1765" y="1404"/>
                    </a:cubicBezTo>
                    <a:cubicBezTo>
                      <a:pt x="1768" y="1402"/>
                      <a:pt x="1772" y="1400"/>
                      <a:pt x="1775" y="1398"/>
                    </a:cubicBezTo>
                    <a:cubicBezTo>
                      <a:pt x="1778" y="1397"/>
                      <a:pt x="1780" y="1395"/>
                      <a:pt x="1783" y="1393"/>
                    </a:cubicBezTo>
                    <a:cubicBezTo>
                      <a:pt x="1786" y="1392"/>
                      <a:pt x="1789" y="1392"/>
                      <a:pt x="1792" y="1393"/>
                    </a:cubicBezTo>
                    <a:cubicBezTo>
                      <a:pt x="1796" y="1393"/>
                      <a:pt x="1801" y="1393"/>
                      <a:pt x="1805" y="1394"/>
                    </a:cubicBezTo>
                    <a:cubicBezTo>
                      <a:pt x="1808" y="1394"/>
                      <a:pt x="1812" y="1395"/>
                      <a:pt x="1814" y="1394"/>
                    </a:cubicBezTo>
                    <a:cubicBezTo>
                      <a:pt x="1817" y="1394"/>
                      <a:pt x="1818" y="1390"/>
                      <a:pt x="1818" y="1387"/>
                    </a:cubicBezTo>
                    <a:cubicBezTo>
                      <a:pt x="1818" y="1386"/>
                      <a:pt x="1818" y="1383"/>
                      <a:pt x="1817" y="1382"/>
                    </a:cubicBezTo>
                    <a:cubicBezTo>
                      <a:pt x="1816" y="1381"/>
                      <a:pt x="1815" y="1380"/>
                      <a:pt x="1814" y="1379"/>
                    </a:cubicBezTo>
                    <a:cubicBezTo>
                      <a:pt x="1812" y="1377"/>
                      <a:pt x="1810" y="1375"/>
                      <a:pt x="1807" y="1373"/>
                    </a:cubicBezTo>
                    <a:cubicBezTo>
                      <a:pt x="1807" y="1372"/>
                      <a:pt x="1806" y="1371"/>
                      <a:pt x="1806" y="1371"/>
                    </a:cubicBezTo>
                    <a:cubicBezTo>
                      <a:pt x="1804" y="1369"/>
                      <a:pt x="1803" y="1367"/>
                      <a:pt x="1801" y="1365"/>
                    </a:cubicBezTo>
                    <a:cubicBezTo>
                      <a:pt x="1799" y="1363"/>
                      <a:pt x="1797" y="1362"/>
                      <a:pt x="1795" y="1360"/>
                    </a:cubicBezTo>
                    <a:cubicBezTo>
                      <a:pt x="1791" y="1357"/>
                      <a:pt x="1787" y="1353"/>
                      <a:pt x="1785" y="1348"/>
                    </a:cubicBezTo>
                    <a:cubicBezTo>
                      <a:pt x="1784" y="1346"/>
                      <a:pt x="1783" y="1343"/>
                      <a:pt x="1781" y="1341"/>
                    </a:cubicBezTo>
                    <a:cubicBezTo>
                      <a:pt x="1780" y="1340"/>
                      <a:pt x="1778" y="1338"/>
                      <a:pt x="1777" y="1336"/>
                    </a:cubicBezTo>
                    <a:cubicBezTo>
                      <a:pt x="1777" y="1336"/>
                      <a:pt x="1777" y="1336"/>
                      <a:pt x="1777" y="1336"/>
                    </a:cubicBezTo>
                    <a:cubicBezTo>
                      <a:pt x="1777" y="1336"/>
                      <a:pt x="1777" y="1336"/>
                      <a:pt x="1777" y="1336"/>
                    </a:cubicBezTo>
                    <a:cubicBezTo>
                      <a:pt x="1777" y="1335"/>
                      <a:pt x="1777" y="1335"/>
                      <a:pt x="1776" y="1334"/>
                    </a:cubicBezTo>
                    <a:cubicBezTo>
                      <a:pt x="1776" y="1334"/>
                      <a:pt x="1775" y="1333"/>
                      <a:pt x="1775" y="1332"/>
                    </a:cubicBezTo>
                    <a:cubicBezTo>
                      <a:pt x="1774" y="1332"/>
                      <a:pt x="1773" y="1331"/>
                      <a:pt x="1773" y="1330"/>
                    </a:cubicBezTo>
                    <a:cubicBezTo>
                      <a:pt x="1771" y="1329"/>
                      <a:pt x="1771" y="1327"/>
                      <a:pt x="1771" y="1324"/>
                    </a:cubicBezTo>
                    <a:cubicBezTo>
                      <a:pt x="1771" y="1324"/>
                      <a:pt x="1771" y="1324"/>
                      <a:pt x="1771" y="1324"/>
                    </a:cubicBezTo>
                    <a:cubicBezTo>
                      <a:pt x="1771" y="1323"/>
                      <a:pt x="1772" y="1321"/>
                      <a:pt x="1772" y="1320"/>
                    </a:cubicBezTo>
                    <a:cubicBezTo>
                      <a:pt x="1772" y="1319"/>
                      <a:pt x="1771" y="1318"/>
                      <a:pt x="1770" y="1317"/>
                    </a:cubicBezTo>
                    <a:cubicBezTo>
                      <a:pt x="1768" y="1315"/>
                      <a:pt x="1766" y="1313"/>
                      <a:pt x="1764" y="1312"/>
                    </a:cubicBezTo>
                    <a:cubicBezTo>
                      <a:pt x="1763" y="1312"/>
                      <a:pt x="1762" y="1312"/>
                      <a:pt x="1761" y="1311"/>
                    </a:cubicBezTo>
                    <a:cubicBezTo>
                      <a:pt x="1759" y="1310"/>
                      <a:pt x="1757" y="1309"/>
                      <a:pt x="1755" y="1309"/>
                    </a:cubicBezTo>
                    <a:cubicBezTo>
                      <a:pt x="1751" y="1307"/>
                      <a:pt x="1747" y="1305"/>
                      <a:pt x="1743" y="1303"/>
                    </a:cubicBezTo>
                    <a:cubicBezTo>
                      <a:pt x="1740" y="1302"/>
                      <a:pt x="1738" y="1301"/>
                      <a:pt x="1735" y="1300"/>
                    </a:cubicBezTo>
                    <a:cubicBezTo>
                      <a:pt x="1733" y="1299"/>
                      <a:pt x="1731" y="1299"/>
                      <a:pt x="1729" y="1298"/>
                    </a:cubicBezTo>
                    <a:cubicBezTo>
                      <a:pt x="1725" y="1297"/>
                      <a:pt x="1722" y="1293"/>
                      <a:pt x="1719" y="1291"/>
                    </a:cubicBezTo>
                    <a:cubicBezTo>
                      <a:pt x="1715" y="1288"/>
                      <a:pt x="1709" y="1285"/>
                      <a:pt x="1704" y="1284"/>
                    </a:cubicBezTo>
                    <a:cubicBezTo>
                      <a:pt x="1700" y="1282"/>
                      <a:pt x="1695" y="1282"/>
                      <a:pt x="1691" y="1280"/>
                    </a:cubicBezTo>
                    <a:cubicBezTo>
                      <a:pt x="1689" y="1279"/>
                      <a:pt x="1688" y="1277"/>
                      <a:pt x="1688" y="1275"/>
                    </a:cubicBezTo>
                    <a:cubicBezTo>
                      <a:pt x="1687" y="1274"/>
                      <a:pt x="1687" y="1272"/>
                      <a:pt x="1687" y="1270"/>
                    </a:cubicBezTo>
                    <a:cubicBezTo>
                      <a:pt x="1685" y="1267"/>
                      <a:pt x="1681" y="1267"/>
                      <a:pt x="1678" y="1266"/>
                    </a:cubicBezTo>
                    <a:cubicBezTo>
                      <a:pt x="1674" y="1266"/>
                      <a:pt x="1669" y="1266"/>
                      <a:pt x="1666" y="1264"/>
                    </a:cubicBezTo>
                    <a:cubicBezTo>
                      <a:pt x="1663" y="1262"/>
                      <a:pt x="1663" y="1258"/>
                      <a:pt x="1665" y="1255"/>
                    </a:cubicBezTo>
                    <a:cubicBezTo>
                      <a:pt x="1667" y="1252"/>
                      <a:pt x="1671" y="1257"/>
                      <a:pt x="1673" y="1259"/>
                    </a:cubicBezTo>
                    <a:cubicBezTo>
                      <a:pt x="1675" y="1260"/>
                      <a:pt x="1677" y="1260"/>
                      <a:pt x="1678" y="1260"/>
                    </a:cubicBezTo>
                    <a:cubicBezTo>
                      <a:pt x="1680" y="1260"/>
                      <a:pt x="1681" y="1260"/>
                      <a:pt x="1682" y="1258"/>
                    </a:cubicBezTo>
                    <a:cubicBezTo>
                      <a:pt x="1683" y="1254"/>
                      <a:pt x="1679" y="1253"/>
                      <a:pt x="1676" y="1252"/>
                    </a:cubicBezTo>
                    <a:cubicBezTo>
                      <a:pt x="1676" y="1252"/>
                      <a:pt x="1676" y="1252"/>
                      <a:pt x="1676" y="1252"/>
                    </a:cubicBezTo>
                    <a:cubicBezTo>
                      <a:pt x="1672" y="1251"/>
                      <a:pt x="1670" y="1251"/>
                      <a:pt x="1667" y="1249"/>
                    </a:cubicBezTo>
                    <a:cubicBezTo>
                      <a:pt x="1666" y="1249"/>
                      <a:pt x="1666" y="1249"/>
                      <a:pt x="1666" y="1248"/>
                    </a:cubicBezTo>
                    <a:cubicBezTo>
                      <a:pt x="1662" y="1246"/>
                      <a:pt x="1658" y="1245"/>
                      <a:pt x="1653" y="1244"/>
                    </a:cubicBezTo>
                    <a:cubicBezTo>
                      <a:pt x="1653" y="1244"/>
                      <a:pt x="1653" y="1244"/>
                      <a:pt x="1653" y="1244"/>
                    </a:cubicBezTo>
                    <a:cubicBezTo>
                      <a:pt x="1644" y="1242"/>
                      <a:pt x="1635" y="1242"/>
                      <a:pt x="1626" y="1242"/>
                    </a:cubicBezTo>
                    <a:cubicBezTo>
                      <a:pt x="1621" y="1242"/>
                      <a:pt x="1616" y="1243"/>
                      <a:pt x="1610" y="1244"/>
                    </a:cubicBezTo>
                    <a:cubicBezTo>
                      <a:pt x="1602" y="1246"/>
                      <a:pt x="1594" y="1247"/>
                      <a:pt x="1586" y="1248"/>
                    </a:cubicBezTo>
                    <a:cubicBezTo>
                      <a:pt x="1581" y="1249"/>
                      <a:pt x="1576" y="1251"/>
                      <a:pt x="1571" y="1253"/>
                    </a:cubicBezTo>
                    <a:cubicBezTo>
                      <a:pt x="1567" y="1255"/>
                      <a:pt x="1562" y="1257"/>
                      <a:pt x="1557" y="1258"/>
                    </a:cubicBezTo>
                    <a:cubicBezTo>
                      <a:pt x="1555" y="1259"/>
                      <a:pt x="1552" y="1259"/>
                      <a:pt x="1549" y="1259"/>
                    </a:cubicBezTo>
                    <a:cubicBezTo>
                      <a:pt x="1546" y="1260"/>
                      <a:pt x="1543" y="1260"/>
                      <a:pt x="1540" y="1261"/>
                    </a:cubicBezTo>
                    <a:cubicBezTo>
                      <a:pt x="1536" y="1262"/>
                      <a:pt x="1532" y="1264"/>
                      <a:pt x="1529" y="1265"/>
                    </a:cubicBezTo>
                    <a:cubicBezTo>
                      <a:pt x="1523" y="1267"/>
                      <a:pt x="1517" y="1268"/>
                      <a:pt x="1512" y="1270"/>
                    </a:cubicBezTo>
                    <a:cubicBezTo>
                      <a:pt x="1507" y="1271"/>
                      <a:pt x="1504" y="1273"/>
                      <a:pt x="1501" y="1276"/>
                    </a:cubicBezTo>
                    <a:cubicBezTo>
                      <a:pt x="1498" y="1280"/>
                      <a:pt x="1494" y="1282"/>
                      <a:pt x="1490" y="1284"/>
                    </a:cubicBezTo>
                    <a:cubicBezTo>
                      <a:pt x="1487" y="1285"/>
                      <a:pt x="1484" y="1286"/>
                      <a:pt x="1481" y="1287"/>
                    </a:cubicBezTo>
                    <a:cubicBezTo>
                      <a:pt x="1477" y="1288"/>
                      <a:pt x="1472" y="1289"/>
                      <a:pt x="1468" y="1290"/>
                    </a:cubicBezTo>
                    <a:cubicBezTo>
                      <a:pt x="1465" y="1290"/>
                      <a:pt x="1463" y="1290"/>
                      <a:pt x="1461" y="1290"/>
                    </a:cubicBezTo>
                    <a:cubicBezTo>
                      <a:pt x="1459" y="1290"/>
                      <a:pt x="1458" y="1290"/>
                      <a:pt x="1456" y="1289"/>
                    </a:cubicBezTo>
                    <a:cubicBezTo>
                      <a:pt x="1454" y="1288"/>
                      <a:pt x="1453" y="1287"/>
                      <a:pt x="1451" y="1286"/>
                    </a:cubicBezTo>
                    <a:cubicBezTo>
                      <a:pt x="1449" y="1284"/>
                      <a:pt x="1446" y="1283"/>
                      <a:pt x="1444" y="1281"/>
                    </a:cubicBezTo>
                    <a:cubicBezTo>
                      <a:pt x="1441" y="1278"/>
                      <a:pt x="1437" y="1276"/>
                      <a:pt x="1433" y="1273"/>
                    </a:cubicBezTo>
                    <a:cubicBezTo>
                      <a:pt x="1429" y="1271"/>
                      <a:pt x="1424" y="1270"/>
                      <a:pt x="1420" y="1270"/>
                    </a:cubicBezTo>
                    <a:cubicBezTo>
                      <a:pt x="1417" y="1270"/>
                      <a:pt x="1414" y="1270"/>
                      <a:pt x="1411" y="1270"/>
                    </a:cubicBezTo>
                    <a:cubicBezTo>
                      <a:pt x="1406" y="1269"/>
                      <a:pt x="1402" y="1269"/>
                      <a:pt x="1398" y="1269"/>
                    </a:cubicBezTo>
                    <a:cubicBezTo>
                      <a:pt x="1394" y="1269"/>
                      <a:pt x="1391" y="1269"/>
                      <a:pt x="1388" y="1268"/>
                    </a:cubicBezTo>
                    <a:cubicBezTo>
                      <a:pt x="1387" y="1268"/>
                      <a:pt x="1385" y="1268"/>
                      <a:pt x="1384" y="1269"/>
                    </a:cubicBezTo>
                    <a:cubicBezTo>
                      <a:pt x="1382" y="1269"/>
                      <a:pt x="1380" y="1269"/>
                      <a:pt x="1378" y="1269"/>
                    </a:cubicBezTo>
                    <a:cubicBezTo>
                      <a:pt x="1377" y="1269"/>
                      <a:pt x="1374" y="1270"/>
                      <a:pt x="1373" y="1270"/>
                    </a:cubicBezTo>
                    <a:cubicBezTo>
                      <a:pt x="1372" y="1271"/>
                      <a:pt x="1371" y="1271"/>
                      <a:pt x="1371" y="1272"/>
                    </a:cubicBezTo>
                    <a:cubicBezTo>
                      <a:pt x="1371" y="1272"/>
                      <a:pt x="1371" y="1273"/>
                      <a:pt x="1371" y="1273"/>
                    </a:cubicBezTo>
                    <a:cubicBezTo>
                      <a:pt x="1370" y="1275"/>
                      <a:pt x="1370" y="1277"/>
                      <a:pt x="1370" y="1279"/>
                    </a:cubicBezTo>
                    <a:cubicBezTo>
                      <a:pt x="1373" y="1281"/>
                      <a:pt x="1376" y="1285"/>
                      <a:pt x="1379" y="1287"/>
                    </a:cubicBezTo>
                    <a:cubicBezTo>
                      <a:pt x="1382" y="1289"/>
                      <a:pt x="1385" y="1291"/>
                      <a:pt x="1388" y="1294"/>
                    </a:cubicBezTo>
                    <a:cubicBezTo>
                      <a:pt x="1390" y="1295"/>
                      <a:pt x="1392" y="1296"/>
                      <a:pt x="1394" y="1297"/>
                    </a:cubicBezTo>
                    <a:cubicBezTo>
                      <a:pt x="1396" y="1298"/>
                      <a:pt x="1397" y="1299"/>
                      <a:pt x="1398" y="1300"/>
                    </a:cubicBezTo>
                    <a:cubicBezTo>
                      <a:pt x="1401" y="1301"/>
                      <a:pt x="1403" y="1303"/>
                      <a:pt x="1405" y="1304"/>
                    </a:cubicBezTo>
                    <a:cubicBezTo>
                      <a:pt x="1408" y="1305"/>
                      <a:pt x="1411" y="1306"/>
                      <a:pt x="1414" y="1307"/>
                    </a:cubicBezTo>
                    <a:cubicBezTo>
                      <a:pt x="1417" y="1307"/>
                      <a:pt x="1419" y="1308"/>
                      <a:pt x="1421" y="1310"/>
                    </a:cubicBezTo>
                    <a:cubicBezTo>
                      <a:pt x="1422" y="1312"/>
                      <a:pt x="1424" y="1313"/>
                      <a:pt x="1425" y="1314"/>
                    </a:cubicBezTo>
                    <a:cubicBezTo>
                      <a:pt x="1427" y="1315"/>
                      <a:pt x="1429" y="1316"/>
                      <a:pt x="1432" y="1316"/>
                    </a:cubicBezTo>
                    <a:cubicBezTo>
                      <a:pt x="1433" y="1316"/>
                      <a:pt x="1435" y="1318"/>
                      <a:pt x="1436" y="1319"/>
                    </a:cubicBezTo>
                    <a:cubicBezTo>
                      <a:pt x="1439" y="1320"/>
                      <a:pt x="1441" y="1320"/>
                      <a:pt x="1443" y="1321"/>
                    </a:cubicBezTo>
                    <a:cubicBezTo>
                      <a:pt x="1446" y="1322"/>
                      <a:pt x="1448" y="1323"/>
                      <a:pt x="1451" y="1323"/>
                    </a:cubicBezTo>
                    <a:cubicBezTo>
                      <a:pt x="1453" y="1324"/>
                      <a:pt x="1455" y="1325"/>
                      <a:pt x="1457" y="1326"/>
                    </a:cubicBezTo>
                    <a:cubicBezTo>
                      <a:pt x="1458" y="1327"/>
                      <a:pt x="1459" y="1328"/>
                      <a:pt x="1461" y="1328"/>
                    </a:cubicBezTo>
                    <a:cubicBezTo>
                      <a:pt x="1463" y="1329"/>
                      <a:pt x="1465" y="1330"/>
                      <a:pt x="1468" y="1330"/>
                    </a:cubicBezTo>
                    <a:cubicBezTo>
                      <a:pt x="1470" y="1330"/>
                      <a:pt x="1472" y="1329"/>
                      <a:pt x="1474" y="1330"/>
                    </a:cubicBezTo>
                    <a:cubicBezTo>
                      <a:pt x="1476" y="1330"/>
                      <a:pt x="1478" y="1331"/>
                      <a:pt x="1479" y="1331"/>
                    </a:cubicBezTo>
                    <a:cubicBezTo>
                      <a:pt x="1481" y="1332"/>
                      <a:pt x="1483" y="1333"/>
                      <a:pt x="1485" y="1334"/>
                    </a:cubicBezTo>
                    <a:cubicBezTo>
                      <a:pt x="1486" y="1334"/>
                      <a:pt x="1486" y="1334"/>
                      <a:pt x="1487" y="1335"/>
                    </a:cubicBezTo>
                    <a:cubicBezTo>
                      <a:pt x="1487" y="1335"/>
                      <a:pt x="1489" y="1336"/>
                      <a:pt x="1489" y="1336"/>
                    </a:cubicBezTo>
                    <a:cubicBezTo>
                      <a:pt x="1490" y="1337"/>
                      <a:pt x="1491" y="1337"/>
                      <a:pt x="1492" y="1338"/>
                    </a:cubicBezTo>
                    <a:cubicBezTo>
                      <a:pt x="1493" y="1338"/>
                      <a:pt x="1495" y="1339"/>
                      <a:pt x="1496" y="1340"/>
                    </a:cubicBezTo>
                    <a:cubicBezTo>
                      <a:pt x="1496" y="1340"/>
                      <a:pt x="1496" y="1340"/>
                      <a:pt x="1496" y="1340"/>
                    </a:cubicBezTo>
                    <a:cubicBezTo>
                      <a:pt x="1497" y="1341"/>
                      <a:pt x="1498" y="1342"/>
                      <a:pt x="1499" y="1343"/>
                    </a:cubicBezTo>
                    <a:cubicBezTo>
                      <a:pt x="1501" y="1344"/>
                      <a:pt x="1501" y="1346"/>
                      <a:pt x="1502" y="1348"/>
                    </a:cubicBezTo>
                    <a:cubicBezTo>
                      <a:pt x="1503" y="1349"/>
                      <a:pt x="1503" y="1351"/>
                      <a:pt x="1504" y="1353"/>
                    </a:cubicBezTo>
                    <a:cubicBezTo>
                      <a:pt x="1505" y="1355"/>
                      <a:pt x="1507" y="1357"/>
                      <a:pt x="1508" y="1359"/>
                    </a:cubicBezTo>
                    <a:cubicBezTo>
                      <a:pt x="1509" y="1362"/>
                      <a:pt x="1510" y="1365"/>
                      <a:pt x="1511" y="1368"/>
                    </a:cubicBezTo>
                    <a:cubicBezTo>
                      <a:pt x="1512" y="1371"/>
                      <a:pt x="1512" y="1373"/>
                      <a:pt x="1513" y="1376"/>
                    </a:cubicBezTo>
                    <a:cubicBezTo>
                      <a:pt x="1513" y="1377"/>
                      <a:pt x="1513" y="1378"/>
                      <a:pt x="1513" y="1380"/>
                    </a:cubicBezTo>
                    <a:cubicBezTo>
                      <a:pt x="1513" y="1382"/>
                      <a:pt x="1513" y="1383"/>
                      <a:pt x="1513" y="1385"/>
                    </a:cubicBezTo>
                    <a:cubicBezTo>
                      <a:pt x="1514" y="1388"/>
                      <a:pt x="1513" y="1391"/>
                      <a:pt x="1515" y="1393"/>
                    </a:cubicBezTo>
                    <a:cubicBezTo>
                      <a:pt x="1516" y="1396"/>
                      <a:pt x="1516" y="1398"/>
                      <a:pt x="1516" y="1401"/>
                    </a:cubicBezTo>
                    <a:cubicBezTo>
                      <a:pt x="1516" y="1401"/>
                      <a:pt x="1516" y="1402"/>
                      <a:pt x="1516" y="1402"/>
                    </a:cubicBezTo>
                    <a:cubicBezTo>
                      <a:pt x="1516" y="1404"/>
                      <a:pt x="1516" y="1406"/>
                      <a:pt x="1516" y="1407"/>
                    </a:cubicBezTo>
                    <a:cubicBezTo>
                      <a:pt x="1517" y="1409"/>
                      <a:pt x="1517" y="1411"/>
                      <a:pt x="1518" y="1413"/>
                    </a:cubicBezTo>
                    <a:cubicBezTo>
                      <a:pt x="1519" y="1415"/>
                      <a:pt x="1521" y="1417"/>
                      <a:pt x="1524" y="1418"/>
                    </a:cubicBezTo>
                    <a:cubicBezTo>
                      <a:pt x="1525" y="1418"/>
                      <a:pt x="1526" y="1418"/>
                      <a:pt x="1527" y="1418"/>
                    </a:cubicBezTo>
                    <a:cubicBezTo>
                      <a:pt x="1528" y="1418"/>
                      <a:pt x="1531" y="1417"/>
                      <a:pt x="1531" y="1418"/>
                    </a:cubicBezTo>
                    <a:cubicBezTo>
                      <a:pt x="1533" y="1420"/>
                      <a:pt x="1530" y="1422"/>
                      <a:pt x="1528" y="1423"/>
                    </a:cubicBezTo>
                    <a:cubicBezTo>
                      <a:pt x="1528" y="1424"/>
                      <a:pt x="1527" y="1424"/>
                      <a:pt x="1527" y="1424"/>
                    </a:cubicBezTo>
                    <a:cubicBezTo>
                      <a:pt x="1526" y="1426"/>
                      <a:pt x="1526" y="1429"/>
                      <a:pt x="1527" y="1430"/>
                    </a:cubicBezTo>
                    <a:cubicBezTo>
                      <a:pt x="1528" y="1431"/>
                      <a:pt x="1528" y="1432"/>
                      <a:pt x="1529" y="1433"/>
                    </a:cubicBezTo>
                    <a:cubicBezTo>
                      <a:pt x="1530" y="1434"/>
                      <a:pt x="1532" y="1435"/>
                      <a:pt x="1533" y="1436"/>
                    </a:cubicBezTo>
                    <a:cubicBezTo>
                      <a:pt x="1535" y="1439"/>
                      <a:pt x="1539" y="1439"/>
                      <a:pt x="1541" y="1442"/>
                    </a:cubicBezTo>
                    <a:cubicBezTo>
                      <a:pt x="1542" y="1443"/>
                      <a:pt x="1544" y="1447"/>
                      <a:pt x="1542" y="1449"/>
                    </a:cubicBezTo>
                    <a:cubicBezTo>
                      <a:pt x="1541" y="1449"/>
                      <a:pt x="1539" y="1449"/>
                      <a:pt x="1539" y="1451"/>
                    </a:cubicBezTo>
                    <a:cubicBezTo>
                      <a:pt x="1538" y="1451"/>
                      <a:pt x="1538" y="1453"/>
                      <a:pt x="1537" y="1454"/>
                    </a:cubicBezTo>
                    <a:cubicBezTo>
                      <a:pt x="1536" y="1457"/>
                      <a:pt x="1533" y="1455"/>
                      <a:pt x="1530" y="1456"/>
                    </a:cubicBezTo>
                    <a:cubicBezTo>
                      <a:pt x="1530" y="1456"/>
                      <a:pt x="1530" y="1456"/>
                      <a:pt x="1530" y="1456"/>
                    </a:cubicBezTo>
                    <a:cubicBezTo>
                      <a:pt x="1528" y="1457"/>
                      <a:pt x="1526" y="1459"/>
                      <a:pt x="1527" y="1461"/>
                    </a:cubicBezTo>
                    <a:cubicBezTo>
                      <a:pt x="1528" y="1462"/>
                      <a:pt x="1529" y="1462"/>
                      <a:pt x="1530" y="1463"/>
                    </a:cubicBezTo>
                    <a:cubicBezTo>
                      <a:pt x="1530" y="1463"/>
                      <a:pt x="1530" y="1463"/>
                      <a:pt x="1531" y="1463"/>
                    </a:cubicBezTo>
                    <a:cubicBezTo>
                      <a:pt x="1532" y="1464"/>
                      <a:pt x="1534" y="1464"/>
                      <a:pt x="1536" y="1465"/>
                    </a:cubicBezTo>
                    <a:cubicBezTo>
                      <a:pt x="1538" y="1466"/>
                      <a:pt x="1539" y="1468"/>
                      <a:pt x="1540" y="1471"/>
                    </a:cubicBezTo>
                    <a:cubicBezTo>
                      <a:pt x="1541" y="1474"/>
                      <a:pt x="1540" y="1478"/>
                      <a:pt x="1540" y="1482"/>
                    </a:cubicBezTo>
                    <a:cubicBezTo>
                      <a:pt x="1540" y="1483"/>
                      <a:pt x="1540" y="1485"/>
                      <a:pt x="1540" y="1486"/>
                    </a:cubicBezTo>
                    <a:cubicBezTo>
                      <a:pt x="1540" y="1486"/>
                      <a:pt x="1540" y="1486"/>
                      <a:pt x="1540" y="1486"/>
                    </a:cubicBezTo>
                    <a:cubicBezTo>
                      <a:pt x="1540" y="1486"/>
                      <a:pt x="1540" y="1486"/>
                      <a:pt x="1540" y="1486"/>
                    </a:cubicBezTo>
                    <a:cubicBezTo>
                      <a:pt x="1540" y="1488"/>
                      <a:pt x="1540" y="1490"/>
                      <a:pt x="1541" y="1492"/>
                    </a:cubicBezTo>
                    <a:cubicBezTo>
                      <a:pt x="1541" y="1492"/>
                      <a:pt x="1541" y="1493"/>
                      <a:pt x="1541" y="1494"/>
                    </a:cubicBezTo>
                    <a:cubicBezTo>
                      <a:pt x="1541" y="1495"/>
                      <a:pt x="1542" y="1495"/>
                      <a:pt x="1542" y="1495"/>
                    </a:cubicBezTo>
                    <a:cubicBezTo>
                      <a:pt x="1543" y="1497"/>
                      <a:pt x="1545" y="1497"/>
                      <a:pt x="1546" y="1498"/>
                    </a:cubicBezTo>
                    <a:cubicBezTo>
                      <a:pt x="1547" y="1500"/>
                      <a:pt x="1547" y="1501"/>
                      <a:pt x="1549" y="1502"/>
                    </a:cubicBezTo>
                    <a:cubicBezTo>
                      <a:pt x="1551" y="1503"/>
                      <a:pt x="1553" y="1503"/>
                      <a:pt x="1554" y="1505"/>
                    </a:cubicBezTo>
                    <a:cubicBezTo>
                      <a:pt x="1556" y="1506"/>
                      <a:pt x="1557" y="1508"/>
                      <a:pt x="1555" y="1510"/>
                    </a:cubicBezTo>
                    <a:cubicBezTo>
                      <a:pt x="1554" y="1512"/>
                      <a:pt x="1551" y="1513"/>
                      <a:pt x="1549" y="1515"/>
                    </a:cubicBezTo>
                    <a:cubicBezTo>
                      <a:pt x="1545" y="1517"/>
                      <a:pt x="1543" y="1522"/>
                      <a:pt x="1543" y="1526"/>
                    </a:cubicBezTo>
                    <a:cubicBezTo>
                      <a:pt x="1542" y="1527"/>
                      <a:pt x="1542" y="1529"/>
                      <a:pt x="1543" y="1531"/>
                    </a:cubicBezTo>
                    <a:cubicBezTo>
                      <a:pt x="1543" y="1532"/>
                      <a:pt x="1543" y="1534"/>
                      <a:pt x="1543" y="1536"/>
                    </a:cubicBezTo>
                    <a:cubicBezTo>
                      <a:pt x="1543" y="1537"/>
                      <a:pt x="1545" y="1539"/>
                      <a:pt x="1545" y="1540"/>
                    </a:cubicBezTo>
                    <a:cubicBezTo>
                      <a:pt x="1546" y="1543"/>
                      <a:pt x="1547" y="1546"/>
                      <a:pt x="1547" y="1549"/>
                    </a:cubicBezTo>
                    <a:cubicBezTo>
                      <a:pt x="1546" y="1560"/>
                      <a:pt x="1544" y="1570"/>
                      <a:pt x="1545" y="1581"/>
                    </a:cubicBezTo>
                    <a:cubicBezTo>
                      <a:pt x="1546" y="1585"/>
                      <a:pt x="1546" y="1589"/>
                      <a:pt x="1547" y="1593"/>
                    </a:cubicBezTo>
                    <a:cubicBezTo>
                      <a:pt x="1547" y="1596"/>
                      <a:pt x="1548" y="1598"/>
                      <a:pt x="1549" y="1600"/>
                    </a:cubicBezTo>
                    <a:cubicBezTo>
                      <a:pt x="1550" y="1602"/>
                      <a:pt x="1552" y="1605"/>
                      <a:pt x="1551" y="1607"/>
                    </a:cubicBezTo>
                    <a:cubicBezTo>
                      <a:pt x="1550" y="1608"/>
                      <a:pt x="1550" y="1609"/>
                      <a:pt x="1549" y="1610"/>
                    </a:cubicBezTo>
                    <a:cubicBezTo>
                      <a:pt x="1549" y="1611"/>
                      <a:pt x="1549" y="1612"/>
                      <a:pt x="1549" y="1614"/>
                    </a:cubicBezTo>
                    <a:cubicBezTo>
                      <a:pt x="1549" y="1615"/>
                      <a:pt x="1550" y="1615"/>
                      <a:pt x="1551" y="1616"/>
                    </a:cubicBezTo>
                    <a:cubicBezTo>
                      <a:pt x="1553" y="1618"/>
                      <a:pt x="1554" y="1621"/>
                      <a:pt x="1556" y="1623"/>
                    </a:cubicBezTo>
                    <a:cubicBezTo>
                      <a:pt x="1556" y="1624"/>
                      <a:pt x="1556" y="1624"/>
                      <a:pt x="1556" y="1625"/>
                    </a:cubicBezTo>
                    <a:cubicBezTo>
                      <a:pt x="1558" y="1628"/>
                      <a:pt x="1559" y="1632"/>
                      <a:pt x="1561" y="1635"/>
                    </a:cubicBezTo>
                    <a:cubicBezTo>
                      <a:pt x="1562" y="1636"/>
                      <a:pt x="1563" y="1638"/>
                      <a:pt x="1564" y="1639"/>
                    </a:cubicBezTo>
                    <a:cubicBezTo>
                      <a:pt x="1565" y="1640"/>
                      <a:pt x="1567" y="1640"/>
                      <a:pt x="1568" y="1640"/>
                    </a:cubicBezTo>
                    <a:cubicBezTo>
                      <a:pt x="1571" y="1640"/>
                      <a:pt x="1574" y="1641"/>
                      <a:pt x="1577" y="1640"/>
                    </a:cubicBezTo>
                    <a:cubicBezTo>
                      <a:pt x="1580" y="1640"/>
                      <a:pt x="1583" y="1639"/>
                      <a:pt x="1587" y="1640"/>
                    </a:cubicBezTo>
                    <a:cubicBezTo>
                      <a:pt x="1593" y="1643"/>
                      <a:pt x="1599" y="1647"/>
                      <a:pt x="1604" y="1652"/>
                    </a:cubicBezTo>
                    <a:cubicBezTo>
                      <a:pt x="1607" y="1654"/>
                      <a:pt x="1610" y="1657"/>
                      <a:pt x="1613" y="1659"/>
                    </a:cubicBezTo>
                    <a:cubicBezTo>
                      <a:pt x="1615" y="1660"/>
                      <a:pt x="1618" y="1661"/>
                      <a:pt x="1620" y="1662"/>
                    </a:cubicBezTo>
                    <a:cubicBezTo>
                      <a:pt x="1626" y="1665"/>
                      <a:pt x="1632" y="1665"/>
                      <a:pt x="1639" y="1667"/>
                    </a:cubicBezTo>
                    <a:cubicBezTo>
                      <a:pt x="1642" y="1667"/>
                      <a:pt x="1643" y="1669"/>
                      <a:pt x="1645" y="1671"/>
                    </a:cubicBezTo>
                    <a:cubicBezTo>
                      <a:pt x="1648" y="1674"/>
                      <a:pt x="1650" y="1677"/>
                      <a:pt x="1653" y="1679"/>
                    </a:cubicBezTo>
                    <a:cubicBezTo>
                      <a:pt x="1654" y="1680"/>
                      <a:pt x="1655" y="1681"/>
                      <a:pt x="1657" y="1682"/>
                    </a:cubicBezTo>
                    <a:cubicBezTo>
                      <a:pt x="1658" y="1683"/>
                      <a:pt x="1659" y="1684"/>
                      <a:pt x="1660" y="1685"/>
                    </a:cubicBezTo>
                    <a:cubicBezTo>
                      <a:pt x="1662" y="1686"/>
                      <a:pt x="1663" y="1688"/>
                      <a:pt x="1664" y="1690"/>
                    </a:cubicBezTo>
                    <a:cubicBezTo>
                      <a:pt x="1665" y="1693"/>
                      <a:pt x="1666" y="1694"/>
                      <a:pt x="1667" y="1697"/>
                    </a:cubicBezTo>
                    <a:cubicBezTo>
                      <a:pt x="1667" y="1699"/>
                      <a:pt x="1667" y="1701"/>
                      <a:pt x="1666" y="1703"/>
                    </a:cubicBezTo>
                    <a:cubicBezTo>
                      <a:pt x="1665" y="1706"/>
                      <a:pt x="1664" y="1708"/>
                      <a:pt x="1663" y="1710"/>
                    </a:cubicBezTo>
                    <a:cubicBezTo>
                      <a:pt x="1663" y="1714"/>
                      <a:pt x="1663" y="1717"/>
                      <a:pt x="1662" y="1720"/>
                    </a:cubicBezTo>
                    <a:cubicBezTo>
                      <a:pt x="1662" y="1721"/>
                      <a:pt x="1662" y="1722"/>
                      <a:pt x="1662" y="1722"/>
                    </a:cubicBezTo>
                    <a:cubicBezTo>
                      <a:pt x="1662" y="1725"/>
                      <a:pt x="1663" y="1728"/>
                      <a:pt x="1664" y="1730"/>
                    </a:cubicBezTo>
                    <a:cubicBezTo>
                      <a:pt x="1664" y="1732"/>
                      <a:pt x="1665" y="1734"/>
                      <a:pt x="1666" y="1735"/>
                    </a:cubicBezTo>
                    <a:cubicBezTo>
                      <a:pt x="1667" y="1737"/>
                      <a:pt x="1670" y="1737"/>
                      <a:pt x="1671" y="1738"/>
                    </a:cubicBezTo>
                    <a:cubicBezTo>
                      <a:pt x="1673" y="1739"/>
                      <a:pt x="1674" y="1739"/>
                      <a:pt x="1676" y="1740"/>
                    </a:cubicBezTo>
                    <a:cubicBezTo>
                      <a:pt x="1676" y="1741"/>
                      <a:pt x="1677" y="1741"/>
                      <a:pt x="1677" y="1741"/>
                    </a:cubicBezTo>
                    <a:cubicBezTo>
                      <a:pt x="1679" y="1743"/>
                      <a:pt x="1681" y="1745"/>
                      <a:pt x="1682" y="1747"/>
                    </a:cubicBezTo>
                    <a:cubicBezTo>
                      <a:pt x="1683" y="1748"/>
                      <a:pt x="1685" y="1750"/>
                      <a:pt x="1685" y="1752"/>
                    </a:cubicBezTo>
                    <a:cubicBezTo>
                      <a:pt x="1686" y="1753"/>
                      <a:pt x="1686" y="1755"/>
                      <a:pt x="1686" y="1757"/>
                    </a:cubicBezTo>
                    <a:cubicBezTo>
                      <a:pt x="1687" y="1759"/>
                      <a:pt x="1686" y="1761"/>
                      <a:pt x="1686" y="1762"/>
                    </a:cubicBezTo>
                    <a:cubicBezTo>
                      <a:pt x="1685" y="1764"/>
                      <a:pt x="1685" y="1766"/>
                      <a:pt x="1684" y="1768"/>
                    </a:cubicBezTo>
                    <a:cubicBezTo>
                      <a:pt x="1684" y="1770"/>
                      <a:pt x="1683" y="1771"/>
                      <a:pt x="1683" y="1773"/>
                    </a:cubicBezTo>
                    <a:cubicBezTo>
                      <a:pt x="1683" y="1776"/>
                      <a:pt x="1684" y="1779"/>
                      <a:pt x="1685" y="1783"/>
                    </a:cubicBezTo>
                    <a:cubicBezTo>
                      <a:pt x="1685" y="1787"/>
                      <a:pt x="1685" y="1791"/>
                      <a:pt x="1685" y="1796"/>
                    </a:cubicBezTo>
                    <a:cubicBezTo>
                      <a:pt x="1685" y="1798"/>
                      <a:pt x="1685" y="1800"/>
                      <a:pt x="1685" y="1802"/>
                    </a:cubicBezTo>
                    <a:cubicBezTo>
                      <a:pt x="1684" y="1805"/>
                      <a:pt x="1684" y="1808"/>
                      <a:pt x="1684" y="1810"/>
                    </a:cubicBezTo>
                    <a:cubicBezTo>
                      <a:pt x="1683" y="1812"/>
                      <a:pt x="1682" y="1813"/>
                      <a:pt x="1680" y="1815"/>
                    </a:cubicBezTo>
                    <a:cubicBezTo>
                      <a:pt x="1678" y="1817"/>
                      <a:pt x="1678" y="1821"/>
                      <a:pt x="1678" y="1823"/>
                    </a:cubicBezTo>
                    <a:cubicBezTo>
                      <a:pt x="1678" y="1828"/>
                      <a:pt x="1678" y="1832"/>
                      <a:pt x="1677" y="1836"/>
                    </a:cubicBezTo>
                    <a:cubicBezTo>
                      <a:pt x="1677" y="1838"/>
                      <a:pt x="1677" y="1840"/>
                      <a:pt x="1676" y="1842"/>
                    </a:cubicBezTo>
                    <a:cubicBezTo>
                      <a:pt x="1676" y="1843"/>
                      <a:pt x="1676" y="1845"/>
                      <a:pt x="1676" y="1846"/>
                    </a:cubicBezTo>
                    <a:cubicBezTo>
                      <a:pt x="1676" y="1847"/>
                      <a:pt x="1676" y="1847"/>
                      <a:pt x="1676" y="1848"/>
                    </a:cubicBezTo>
                    <a:cubicBezTo>
                      <a:pt x="1676" y="1848"/>
                      <a:pt x="1676" y="1848"/>
                      <a:pt x="1676" y="1848"/>
                    </a:cubicBezTo>
                    <a:cubicBezTo>
                      <a:pt x="1676" y="1849"/>
                      <a:pt x="1677" y="1851"/>
                      <a:pt x="1677" y="1852"/>
                    </a:cubicBezTo>
                    <a:cubicBezTo>
                      <a:pt x="1678" y="1854"/>
                      <a:pt x="1679" y="1855"/>
                      <a:pt x="1680" y="1856"/>
                    </a:cubicBezTo>
                    <a:cubicBezTo>
                      <a:pt x="1682" y="1859"/>
                      <a:pt x="1685" y="1862"/>
                      <a:pt x="1687" y="1865"/>
                    </a:cubicBezTo>
                    <a:cubicBezTo>
                      <a:pt x="1689" y="1868"/>
                      <a:pt x="1690" y="1873"/>
                      <a:pt x="1693" y="1876"/>
                    </a:cubicBezTo>
                    <a:cubicBezTo>
                      <a:pt x="1695" y="1880"/>
                      <a:pt x="1697" y="1883"/>
                      <a:pt x="1699" y="1886"/>
                    </a:cubicBezTo>
                    <a:cubicBezTo>
                      <a:pt x="1701" y="1889"/>
                      <a:pt x="1702" y="1891"/>
                      <a:pt x="1703" y="1894"/>
                    </a:cubicBezTo>
                    <a:cubicBezTo>
                      <a:pt x="1704" y="1896"/>
                      <a:pt x="1706" y="1898"/>
                      <a:pt x="1707" y="1900"/>
                    </a:cubicBezTo>
                    <a:cubicBezTo>
                      <a:pt x="1709" y="1904"/>
                      <a:pt x="1710" y="1908"/>
                      <a:pt x="1710" y="1913"/>
                    </a:cubicBezTo>
                    <a:cubicBezTo>
                      <a:pt x="1711" y="1916"/>
                      <a:pt x="1711" y="1919"/>
                      <a:pt x="1711" y="1922"/>
                    </a:cubicBezTo>
                    <a:cubicBezTo>
                      <a:pt x="1712" y="1924"/>
                      <a:pt x="1712" y="1927"/>
                      <a:pt x="1713" y="1929"/>
                    </a:cubicBezTo>
                    <a:cubicBezTo>
                      <a:pt x="1713" y="1931"/>
                      <a:pt x="1713" y="1933"/>
                      <a:pt x="1714" y="1935"/>
                    </a:cubicBezTo>
                    <a:cubicBezTo>
                      <a:pt x="1714" y="1938"/>
                      <a:pt x="1715" y="1941"/>
                      <a:pt x="1716" y="1944"/>
                    </a:cubicBezTo>
                    <a:cubicBezTo>
                      <a:pt x="1716" y="1947"/>
                      <a:pt x="1717" y="1949"/>
                      <a:pt x="1717" y="1952"/>
                    </a:cubicBezTo>
                    <a:cubicBezTo>
                      <a:pt x="1715" y="1951"/>
                      <a:pt x="1715" y="1950"/>
                      <a:pt x="1714" y="1949"/>
                    </a:cubicBezTo>
                    <a:cubicBezTo>
                      <a:pt x="1712" y="1946"/>
                      <a:pt x="1711" y="1943"/>
                      <a:pt x="1710" y="1941"/>
                    </a:cubicBezTo>
                    <a:cubicBezTo>
                      <a:pt x="1708" y="1937"/>
                      <a:pt x="1705" y="1935"/>
                      <a:pt x="1703" y="1932"/>
                    </a:cubicBezTo>
                    <a:cubicBezTo>
                      <a:pt x="1700" y="1930"/>
                      <a:pt x="1698" y="1927"/>
                      <a:pt x="1696" y="1925"/>
                    </a:cubicBezTo>
                    <a:cubicBezTo>
                      <a:pt x="1694" y="1922"/>
                      <a:pt x="1693" y="1919"/>
                      <a:pt x="1692" y="1916"/>
                    </a:cubicBezTo>
                    <a:cubicBezTo>
                      <a:pt x="1690" y="1913"/>
                      <a:pt x="1688" y="1911"/>
                      <a:pt x="1686" y="1908"/>
                    </a:cubicBezTo>
                    <a:cubicBezTo>
                      <a:pt x="1683" y="1906"/>
                      <a:pt x="1681" y="1904"/>
                      <a:pt x="1678" y="1902"/>
                    </a:cubicBezTo>
                    <a:cubicBezTo>
                      <a:pt x="1676" y="1899"/>
                      <a:pt x="1674" y="1897"/>
                      <a:pt x="1672" y="1895"/>
                    </a:cubicBezTo>
                    <a:cubicBezTo>
                      <a:pt x="1667" y="1892"/>
                      <a:pt x="1660" y="1893"/>
                      <a:pt x="1655" y="1895"/>
                    </a:cubicBezTo>
                    <a:cubicBezTo>
                      <a:pt x="1649" y="1898"/>
                      <a:pt x="1645" y="1902"/>
                      <a:pt x="1641" y="1906"/>
                    </a:cubicBezTo>
                    <a:cubicBezTo>
                      <a:pt x="1637" y="1910"/>
                      <a:pt x="1634" y="1915"/>
                      <a:pt x="1632" y="1920"/>
                    </a:cubicBezTo>
                    <a:cubicBezTo>
                      <a:pt x="1631" y="1922"/>
                      <a:pt x="1630" y="1923"/>
                      <a:pt x="1629" y="1925"/>
                    </a:cubicBezTo>
                    <a:cubicBezTo>
                      <a:pt x="1628" y="1926"/>
                      <a:pt x="1627" y="1928"/>
                      <a:pt x="1627" y="1929"/>
                    </a:cubicBezTo>
                    <a:cubicBezTo>
                      <a:pt x="1627" y="1933"/>
                      <a:pt x="1631" y="1938"/>
                      <a:pt x="1629" y="1942"/>
                    </a:cubicBezTo>
                    <a:cubicBezTo>
                      <a:pt x="1627" y="1946"/>
                      <a:pt x="1620" y="1944"/>
                      <a:pt x="1618" y="1943"/>
                    </a:cubicBezTo>
                    <a:cubicBezTo>
                      <a:pt x="1610" y="1939"/>
                      <a:pt x="1610" y="1930"/>
                      <a:pt x="1611" y="1923"/>
                    </a:cubicBezTo>
                    <a:cubicBezTo>
                      <a:pt x="1611" y="1919"/>
                      <a:pt x="1613" y="1915"/>
                      <a:pt x="1617" y="1912"/>
                    </a:cubicBezTo>
                    <a:cubicBezTo>
                      <a:pt x="1621" y="1909"/>
                      <a:pt x="1625" y="1906"/>
                      <a:pt x="1628" y="1901"/>
                    </a:cubicBezTo>
                    <a:cubicBezTo>
                      <a:pt x="1630" y="1897"/>
                      <a:pt x="1630" y="1893"/>
                      <a:pt x="1628" y="1889"/>
                    </a:cubicBezTo>
                    <a:cubicBezTo>
                      <a:pt x="1625" y="1884"/>
                      <a:pt x="1622" y="1880"/>
                      <a:pt x="1617" y="1878"/>
                    </a:cubicBezTo>
                    <a:cubicBezTo>
                      <a:pt x="1611" y="1876"/>
                      <a:pt x="1605" y="1874"/>
                      <a:pt x="1599" y="1872"/>
                    </a:cubicBezTo>
                    <a:cubicBezTo>
                      <a:pt x="1595" y="1870"/>
                      <a:pt x="1591" y="1868"/>
                      <a:pt x="1588" y="1866"/>
                    </a:cubicBezTo>
                    <a:cubicBezTo>
                      <a:pt x="1585" y="1865"/>
                      <a:pt x="1583" y="1864"/>
                      <a:pt x="1581" y="1862"/>
                    </a:cubicBezTo>
                    <a:cubicBezTo>
                      <a:pt x="1580" y="1861"/>
                      <a:pt x="1578" y="1860"/>
                      <a:pt x="1576" y="1859"/>
                    </a:cubicBezTo>
                    <a:cubicBezTo>
                      <a:pt x="1572" y="1857"/>
                      <a:pt x="1567" y="1857"/>
                      <a:pt x="1562" y="1857"/>
                    </a:cubicBezTo>
                    <a:cubicBezTo>
                      <a:pt x="1554" y="1858"/>
                      <a:pt x="1547" y="1861"/>
                      <a:pt x="1539" y="1864"/>
                    </a:cubicBezTo>
                    <a:cubicBezTo>
                      <a:pt x="1537" y="1864"/>
                      <a:pt x="1534" y="1865"/>
                      <a:pt x="1532" y="1866"/>
                    </a:cubicBezTo>
                    <a:cubicBezTo>
                      <a:pt x="1528" y="1868"/>
                      <a:pt x="1525" y="1869"/>
                      <a:pt x="1521" y="1871"/>
                    </a:cubicBezTo>
                    <a:cubicBezTo>
                      <a:pt x="1516" y="1872"/>
                      <a:pt x="1512" y="1873"/>
                      <a:pt x="1507" y="1874"/>
                    </a:cubicBezTo>
                    <a:cubicBezTo>
                      <a:pt x="1503" y="1874"/>
                      <a:pt x="1499" y="1875"/>
                      <a:pt x="1495" y="1873"/>
                    </a:cubicBezTo>
                    <a:cubicBezTo>
                      <a:pt x="1490" y="1871"/>
                      <a:pt x="1486" y="1869"/>
                      <a:pt x="1481" y="1868"/>
                    </a:cubicBezTo>
                    <a:cubicBezTo>
                      <a:pt x="1477" y="1867"/>
                      <a:pt x="1474" y="1866"/>
                      <a:pt x="1470" y="1866"/>
                    </a:cubicBezTo>
                    <a:cubicBezTo>
                      <a:pt x="1466" y="1865"/>
                      <a:pt x="1462" y="1865"/>
                      <a:pt x="1459" y="1865"/>
                    </a:cubicBezTo>
                    <a:cubicBezTo>
                      <a:pt x="1456" y="1866"/>
                      <a:pt x="1453" y="1866"/>
                      <a:pt x="1450" y="1866"/>
                    </a:cubicBezTo>
                    <a:cubicBezTo>
                      <a:pt x="1447" y="1866"/>
                      <a:pt x="1443" y="1867"/>
                      <a:pt x="1441" y="1869"/>
                    </a:cubicBezTo>
                    <a:cubicBezTo>
                      <a:pt x="1439" y="1871"/>
                      <a:pt x="1438" y="1874"/>
                      <a:pt x="1437" y="1877"/>
                    </a:cubicBezTo>
                    <a:cubicBezTo>
                      <a:pt x="1435" y="1880"/>
                      <a:pt x="1434" y="1883"/>
                      <a:pt x="1433" y="1887"/>
                    </a:cubicBezTo>
                    <a:cubicBezTo>
                      <a:pt x="1432" y="1891"/>
                      <a:pt x="1431" y="1894"/>
                      <a:pt x="1429" y="1897"/>
                    </a:cubicBezTo>
                    <a:cubicBezTo>
                      <a:pt x="1428" y="1900"/>
                      <a:pt x="1427" y="1903"/>
                      <a:pt x="1427" y="1906"/>
                    </a:cubicBezTo>
                    <a:cubicBezTo>
                      <a:pt x="1427" y="1910"/>
                      <a:pt x="1426" y="1913"/>
                      <a:pt x="1424" y="1917"/>
                    </a:cubicBezTo>
                    <a:cubicBezTo>
                      <a:pt x="1422" y="1921"/>
                      <a:pt x="1421" y="1925"/>
                      <a:pt x="1421" y="1929"/>
                    </a:cubicBezTo>
                    <a:cubicBezTo>
                      <a:pt x="1420" y="1932"/>
                      <a:pt x="1420" y="1935"/>
                      <a:pt x="1418" y="1938"/>
                    </a:cubicBezTo>
                    <a:cubicBezTo>
                      <a:pt x="1417" y="1942"/>
                      <a:pt x="1416" y="1946"/>
                      <a:pt x="1414" y="1949"/>
                    </a:cubicBezTo>
                    <a:cubicBezTo>
                      <a:pt x="1412" y="1953"/>
                      <a:pt x="1412" y="1957"/>
                      <a:pt x="1411" y="1961"/>
                    </a:cubicBezTo>
                    <a:cubicBezTo>
                      <a:pt x="1410" y="1962"/>
                      <a:pt x="1410" y="1964"/>
                      <a:pt x="1410" y="1965"/>
                    </a:cubicBezTo>
                    <a:cubicBezTo>
                      <a:pt x="1409" y="1967"/>
                      <a:pt x="1408" y="1968"/>
                      <a:pt x="1408" y="1970"/>
                    </a:cubicBezTo>
                    <a:cubicBezTo>
                      <a:pt x="1407" y="1976"/>
                      <a:pt x="1403" y="1983"/>
                      <a:pt x="1399" y="1988"/>
                    </a:cubicBezTo>
                    <a:cubicBezTo>
                      <a:pt x="1398" y="1990"/>
                      <a:pt x="1396" y="1993"/>
                      <a:pt x="1394" y="1995"/>
                    </a:cubicBezTo>
                    <a:cubicBezTo>
                      <a:pt x="1392" y="1997"/>
                      <a:pt x="1390" y="1998"/>
                      <a:pt x="1387" y="2000"/>
                    </a:cubicBezTo>
                    <a:cubicBezTo>
                      <a:pt x="1383" y="2002"/>
                      <a:pt x="1379" y="2005"/>
                      <a:pt x="1376" y="2009"/>
                    </a:cubicBezTo>
                    <a:cubicBezTo>
                      <a:pt x="1374" y="2011"/>
                      <a:pt x="1372" y="2013"/>
                      <a:pt x="1370" y="2015"/>
                    </a:cubicBezTo>
                    <a:cubicBezTo>
                      <a:pt x="1368" y="2016"/>
                      <a:pt x="1365" y="2017"/>
                      <a:pt x="1363" y="2019"/>
                    </a:cubicBezTo>
                    <a:cubicBezTo>
                      <a:pt x="1358" y="2021"/>
                      <a:pt x="1352" y="2022"/>
                      <a:pt x="1347" y="2026"/>
                    </a:cubicBezTo>
                    <a:cubicBezTo>
                      <a:pt x="1345" y="2027"/>
                      <a:pt x="1344" y="2028"/>
                      <a:pt x="1342" y="2030"/>
                    </a:cubicBezTo>
                    <a:cubicBezTo>
                      <a:pt x="1339" y="2032"/>
                      <a:pt x="1336" y="2036"/>
                      <a:pt x="1333" y="2039"/>
                    </a:cubicBezTo>
                    <a:cubicBezTo>
                      <a:pt x="1331" y="2041"/>
                      <a:pt x="1329" y="2043"/>
                      <a:pt x="1326" y="2045"/>
                    </a:cubicBezTo>
                    <a:cubicBezTo>
                      <a:pt x="1324" y="2046"/>
                      <a:pt x="1322" y="2047"/>
                      <a:pt x="1320" y="2049"/>
                    </a:cubicBezTo>
                    <a:cubicBezTo>
                      <a:pt x="1319" y="2051"/>
                      <a:pt x="1318" y="2053"/>
                      <a:pt x="1319" y="2055"/>
                    </a:cubicBezTo>
                    <a:cubicBezTo>
                      <a:pt x="1320" y="2059"/>
                      <a:pt x="1319" y="2062"/>
                      <a:pt x="1319" y="2066"/>
                    </a:cubicBezTo>
                    <a:cubicBezTo>
                      <a:pt x="1319" y="2068"/>
                      <a:pt x="1320" y="2071"/>
                      <a:pt x="1319" y="2073"/>
                    </a:cubicBezTo>
                    <a:cubicBezTo>
                      <a:pt x="1319" y="2077"/>
                      <a:pt x="1320" y="2080"/>
                      <a:pt x="1319" y="2083"/>
                    </a:cubicBezTo>
                    <a:cubicBezTo>
                      <a:pt x="1318" y="2087"/>
                      <a:pt x="1317" y="2090"/>
                      <a:pt x="1315" y="2093"/>
                    </a:cubicBezTo>
                    <a:cubicBezTo>
                      <a:pt x="1314" y="2096"/>
                      <a:pt x="1313" y="2098"/>
                      <a:pt x="1312" y="2100"/>
                    </a:cubicBezTo>
                    <a:cubicBezTo>
                      <a:pt x="1310" y="2106"/>
                      <a:pt x="1304" y="2110"/>
                      <a:pt x="1300" y="2115"/>
                    </a:cubicBezTo>
                    <a:cubicBezTo>
                      <a:pt x="1296" y="2120"/>
                      <a:pt x="1294" y="2126"/>
                      <a:pt x="1289" y="2130"/>
                    </a:cubicBezTo>
                    <a:cubicBezTo>
                      <a:pt x="1286" y="2132"/>
                      <a:pt x="1284" y="2135"/>
                      <a:pt x="1281" y="2136"/>
                    </a:cubicBezTo>
                    <a:cubicBezTo>
                      <a:pt x="1278" y="2138"/>
                      <a:pt x="1275" y="2140"/>
                      <a:pt x="1272" y="2143"/>
                    </a:cubicBezTo>
                    <a:cubicBezTo>
                      <a:pt x="1270" y="2146"/>
                      <a:pt x="1268" y="2150"/>
                      <a:pt x="1265" y="2153"/>
                    </a:cubicBezTo>
                    <a:cubicBezTo>
                      <a:pt x="1264" y="2155"/>
                      <a:pt x="1262" y="2157"/>
                      <a:pt x="1260" y="2158"/>
                    </a:cubicBezTo>
                    <a:cubicBezTo>
                      <a:pt x="1258" y="2160"/>
                      <a:pt x="1256" y="2161"/>
                      <a:pt x="1254" y="2163"/>
                    </a:cubicBezTo>
                    <a:cubicBezTo>
                      <a:pt x="1251" y="2165"/>
                      <a:pt x="1249" y="2168"/>
                      <a:pt x="1246" y="2171"/>
                    </a:cubicBezTo>
                    <a:cubicBezTo>
                      <a:pt x="1243" y="2176"/>
                      <a:pt x="1243" y="2182"/>
                      <a:pt x="1243" y="2187"/>
                    </a:cubicBezTo>
                    <a:cubicBezTo>
                      <a:pt x="1243" y="2195"/>
                      <a:pt x="1242" y="2203"/>
                      <a:pt x="1242" y="2211"/>
                    </a:cubicBezTo>
                    <a:cubicBezTo>
                      <a:pt x="1242" y="2215"/>
                      <a:pt x="1242" y="2219"/>
                      <a:pt x="1243" y="2223"/>
                    </a:cubicBezTo>
                    <a:cubicBezTo>
                      <a:pt x="1244" y="2226"/>
                      <a:pt x="1245" y="2230"/>
                      <a:pt x="1246" y="2232"/>
                    </a:cubicBezTo>
                    <a:cubicBezTo>
                      <a:pt x="1248" y="2236"/>
                      <a:pt x="1250" y="2240"/>
                      <a:pt x="1253" y="2242"/>
                    </a:cubicBezTo>
                    <a:cubicBezTo>
                      <a:pt x="1254" y="2244"/>
                      <a:pt x="1257" y="2245"/>
                      <a:pt x="1258" y="2246"/>
                    </a:cubicBezTo>
                    <a:cubicBezTo>
                      <a:pt x="1260" y="2247"/>
                      <a:pt x="1262" y="2249"/>
                      <a:pt x="1264" y="2251"/>
                    </a:cubicBezTo>
                    <a:cubicBezTo>
                      <a:pt x="1265" y="2252"/>
                      <a:pt x="1266" y="2254"/>
                      <a:pt x="1268" y="2256"/>
                    </a:cubicBezTo>
                    <a:cubicBezTo>
                      <a:pt x="1270" y="2260"/>
                      <a:pt x="1273" y="2264"/>
                      <a:pt x="1276" y="2266"/>
                    </a:cubicBezTo>
                    <a:cubicBezTo>
                      <a:pt x="1281" y="2269"/>
                      <a:pt x="1287" y="2270"/>
                      <a:pt x="1292" y="2274"/>
                    </a:cubicBezTo>
                    <a:cubicBezTo>
                      <a:pt x="1294" y="2275"/>
                      <a:pt x="1295" y="2277"/>
                      <a:pt x="1297" y="2278"/>
                    </a:cubicBezTo>
                    <a:cubicBezTo>
                      <a:pt x="1299" y="2280"/>
                      <a:pt x="1300" y="2281"/>
                      <a:pt x="1302" y="2282"/>
                    </a:cubicBezTo>
                    <a:cubicBezTo>
                      <a:pt x="1307" y="2284"/>
                      <a:pt x="1311" y="2287"/>
                      <a:pt x="1315" y="2290"/>
                    </a:cubicBezTo>
                    <a:cubicBezTo>
                      <a:pt x="1318" y="2293"/>
                      <a:pt x="1321" y="2296"/>
                      <a:pt x="1323" y="2299"/>
                    </a:cubicBezTo>
                    <a:cubicBezTo>
                      <a:pt x="1324" y="2300"/>
                      <a:pt x="1326" y="2301"/>
                      <a:pt x="1327" y="2302"/>
                    </a:cubicBezTo>
                    <a:cubicBezTo>
                      <a:pt x="1329" y="2302"/>
                      <a:pt x="1332" y="2302"/>
                      <a:pt x="1334" y="2302"/>
                    </a:cubicBezTo>
                    <a:cubicBezTo>
                      <a:pt x="1337" y="2302"/>
                      <a:pt x="1340" y="2303"/>
                      <a:pt x="1343" y="2303"/>
                    </a:cubicBezTo>
                    <a:cubicBezTo>
                      <a:pt x="1345" y="2303"/>
                      <a:pt x="1346" y="2303"/>
                      <a:pt x="1348" y="2304"/>
                    </a:cubicBezTo>
                    <a:cubicBezTo>
                      <a:pt x="1352" y="2305"/>
                      <a:pt x="1355" y="2309"/>
                      <a:pt x="1359" y="2310"/>
                    </a:cubicBezTo>
                    <a:cubicBezTo>
                      <a:pt x="1363" y="2313"/>
                      <a:pt x="1366" y="2316"/>
                      <a:pt x="1369" y="2320"/>
                    </a:cubicBezTo>
                    <a:cubicBezTo>
                      <a:pt x="1371" y="2324"/>
                      <a:pt x="1373" y="2329"/>
                      <a:pt x="1374" y="2334"/>
                    </a:cubicBezTo>
                    <a:cubicBezTo>
                      <a:pt x="1375" y="2337"/>
                      <a:pt x="1376" y="2341"/>
                      <a:pt x="1377" y="2345"/>
                    </a:cubicBezTo>
                    <a:cubicBezTo>
                      <a:pt x="1379" y="2348"/>
                      <a:pt x="1381" y="2352"/>
                      <a:pt x="1384" y="2355"/>
                    </a:cubicBezTo>
                    <a:cubicBezTo>
                      <a:pt x="1386" y="2359"/>
                      <a:pt x="1390" y="2357"/>
                      <a:pt x="1394" y="2359"/>
                    </a:cubicBezTo>
                    <a:cubicBezTo>
                      <a:pt x="1396" y="2360"/>
                      <a:pt x="1401" y="2363"/>
                      <a:pt x="1399" y="2366"/>
                    </a:cubicBezTo>
                    <a:cubicBezTo>
                      <a:pt x="1398" y="2367"/>
                      <a:pt x="1396" y="2368"/>
                      <a:pt x="1396" y="2369"/>
                    </a:cubicBezTo>
                    <a:cubicBezTo>
                      <a:pt x="1395" y="2371"/>
                      <a:pt x="1396" y="2372"/>
                      <a:pt x="1396" y="2373"/>
                    </a:cubicBezTo>
                    <a:cubicBezTo>
                      <a:pt x="1397" y="2375"/>
                      <a:pt x="1398" y="2377"/>
                      <a:pt x="1399" y="2378"/>
                    </a:cubicBezTo>
                    <a:cubicBezTo>
                      <a:pt x="1400" y="2379"/>
                      <a:pt x="1402" y="2380"/>
                      <a:pt x="1403" y="2381"/>
                    </a:cubicBezTo>
                    <a:cubicBezTo>
                      <a:pt x="1404" y="2383"/>
                      <a:pt x="1405" y="2384"/>
                      <a:pt x="1406" y="2386"/>
                    </a:cubicBezTo>
                    <a:cubicBezTo>
                      <a:pt x="1407" y="2388"/>
                      <a:pt x="1408" y="2389"/>
                      <a:pt x="1409" y="2390"/>
                    </a:cubicBezTo>
                    <a:cubicBezTo>
                      <a:pt x="1413" y="2393"/>
                      <a:pt x="1414" y="2398"/>
                      <a:pt x="1415" y="2402"/>
                    </a:cubicBezTo>
                    <a:cubicBezTo>
                      <a:pt x="1416" y="2405"/>
                      <a:pt x="1417" y="2407"/>
                      <a:pt x="1419" y="2409"/>
                    </a:cubicBezTo>
                    <a:cubicBezTo>
                      <a:pt x="1421" y="2410"/>
                      <a:pt x="1422" y="2412"/>
                      <a:pt x="1423" y="2414"/>
                    </a:cubicBezTo>
                    <a:cubicBezTo>
                      <a:pt x="1425" y="2416"/>
                      <a:pt x="1428" y="2419"/>
                      <a:pt x="1430" y="2420"/>
                    </a:cubicBezTo>
                    <a:cubicBezTo>
                      <a:pt x="1432" y="2422"/>
                      <a:pt x="1434" y="2423"/>
                      <a:pt x="1436" y="2424"/>
                    </a:cubicBezTo>
                    <a:cubicBezTo>
                      <a:pt x="1439" y="2426"/>
                      <a:pt x="1443" y="2431"/>
                      <a:pt x="1438" y="2433"/>
                    </a:cubicBezTo>
                    <a:cubicBezTo>
                      <a:pt x="1433" y="2436"/>
                      <a:pt x="1428" y="2434"/>
                      <a:pt x="1424" y="2431"/>
                    </a:cubicBezTo>
                    <a:cubicBezTo>
                      <a:pt x="1418" y="2427"/>
                      <a:pt x="1412" y="2428"/>
                      <a:pt x="1406" y="2428"/>
                    </a:cubicBezTo>
                    <a:cubicBezTo>
                      <a:pt x="1397" y="2428"/>
                      <a:pt x="1389" y="2430"/>
                      <a:pt x="1380" y="2429"/>
                    </a:cubicBezTo>
                    <a:cubicBezTo>
                      <a:pt x="1378" y="2429"/>
                      <a:pt x="1375" y="2429"/>
                      <a:pt x="1373" y="2429"/>
                    </a:cubicBezTo>
                    <a:cubicBezTo>
                      <a:pt x="1370" y="2428"/>
                      <a:pt x="1368" y="2427"/>
                      <a:pt x="1366" y="2426"/>
                    </a:cubicBezTo>
                    <a:cubicBezTo>
                      <a:pt x="1360" y="2424"/>
                      <a:pt x="1354" y="2423"/>
                      <a:pt x="1349" y="2420"/>
                    </a:cubicBezTo>
                    <a:cubicBezTo>
                      <a:pt x="1347" y="2419"/>
                      <a:pt x="1344" y="2418"/>
                      <a:pt x="1342" y="2417"/>
                    </a:cubicBezTo>
                    <a:cubicBezTo>
                      <a:pt x="1340" y="2415"/>
                      <a:pt x="1339" y="2414"/>
                      <a:pt x="1336" y="2414"/>
                    </a:cubicBezTo>
                    <a:cubicBezTo>
                      <a:pt x="1332" y="2413"/>
                      <a:pt x="1320" y="2414"/>
                      <a:pt x="1321" y="2421"/>
                    </a:cubicBezTo>
                    <a:cubicBezTo>
                      <a:pt x="1322" y="2426"/>
                      <a:pt x="1329" y="2426"/>
                      <a:pt x="1332" y="2425"/>
                    </a:cubicBezTo>
                    <a:cubicBezTo>
                      <a:pt x="1332" y="2428"/>
                      <a:pt x="1329" y="2430"/>
                      <a:pt x="1327" y="2432"/>
                    </a:cubicBezTo>
                    <a:cubicBezTo>
                      <a:pt x="1323" y="2434"/>
                      <a:pt x="1319" y="2437"/>
                      <a:pt x="1315" y="2439"/>
                    </a:cubicBezTo>
                    <a:cubicBezTo>
                      <a:pt x="1313" y="2441"/>
                      <a:pt x="1310" y="2441"/>
                      <a:pt x="1307" y="2442"/>
                    </a:cubicBezTo>
                    <a:cubicBezTo>
                      <a:pt x="1304" y="2442"/>
                      <a:pt x="1301" y="2443"/>
                      <a:pt x="1299" y="2444"/>
                    </a:cubicBezTo>
                    <a:cubicBezTo>
                      <a:pt x="1297" y="2445"/>
                      <a:pt x="1294" y="2446"/>
                      <a:pt x="1292" y="2446"/>
                    </a:cubicBezTo>
                    <a:cubicBezTo>
                      <a:pt x="1289" y="2447"/>
                      <a:pt x="1285" y="2445"/>
                      <a:pt x="1282" y="2444"/>
                    </a:cubicBezTo>
                    <a:cubicBezTo>
                      <a:pt x="1280" y="2443"/>
                      <a:pt x="1278" y="2443"/>
                      <a:pt x="1276" y="2443"/>
                    </a:cubicBezTo>
                    <a:cubicBezTo>
                      <a:pt x="1273" y="2443"/>
                      <a:pt x="1270" y="2442"/>
                      <a:pt x="1267" y="2441"/>
                    </a:cubicBezTo>
                    <a:cubicBezTo>
                      <a:pt x="1262" y="2440"/>
                      <a:pt x="1258" y="2438"/>
                      <a:pt x="1254" y="2436"/>
                    </a:cubicBezTo>
                    <a:cubicBezTo>
                      <a:pt x="1250" y="2434"/>
                      <a:pt x="1247" y="2433"/>
                      <a:pt x="1243" y="2431"/>
                    </a:cubicBezTo>
                    <a:cubicBezTo>
                      <a:pt x="1240" y="2430"/>
                      <a:pt x="1237" y="2430"/>
                      <a:pt x="1233" y="2430"/>
                    </a:cubicBezTo>
                    <a:cubicBezTo>
                      <a:pt x="1231" y="2430"/>
                      <a:pt x="1228" y="2430"/>
                      <a:pt x="1225" y="2430"/>
                    </a:cubicBezTo>
                    <a:cubicBezTo>
                      <a:pt x="1222" y="2430"/>
                      <a:pt x="1219" y="2429"/>
                      <a:pt x="1216" y="2427"/>
                    </a:cubicBezTo>
                    <a:cubicBezTo>
                      <a:pt x="1215" y="2426"/>
                      <a:pt x="1214" y="2426"/>
                      <a:pt x="1213" y="2425"/>
                    </a:cubicBezTo>
                    <a:cubicBezTo>
                      <a:pt x="1211" y="2424"/>
                      <a:pt x="1209" y="2424"/>
                      <a:pt x="1207" y="2425"/>
                    </a:cubicBezTo>
                    <a:cubicBezTo>
                      <a:pt x="1203" y="2425"/>
                      <a:pt x="1199" y="2425"/>
                      <a:pt x="1194" y="2425"/>
                    </a:cubicBezTo>
                    <a:cubicBezTo>
                      <a:pt x="1192" y="2425"/>
                      <a:pt x="1189" y="2425"/>
                      <a:pt x="1187" y="2425"/>
                    </a:cubicBezTo>
                    <a:cubicBezTo>
                      <a:pt x="1186" y="2424"/>
                      <a:pt x="1184" y="2424"/>
                      <a:pt x="1183" y="2424"/>
                    </a:cubicBezTo>
                    <a:cubicBezTo>
                      <a:pt x="1181" y="2424"/>
                      <a:pt x="1179" y="2425"/>
                      <a:pt x="1177" y="2426"/>
                    </a:cubicBezTo>
                    <a:cubicBezTo>
                      <a:pt x="1175" y="2426"/>
                      <a:pt x="1172" y="2427"/>
                      <a:pt x="1170" y="2427"/>
                    </a:cubicBezTo>
                    <a:cubicBezTo>
                      <a:pt x="1166" y="2426"/>
                      <a:pt x="1163" y="2425"/>
                      <a:pt x="1159" y="2424"/>
                    </a:cubicBezTo>
                    <a:cubicBezTo>
                      <a:pt x="1157" y="2423"/>
                      <a:pt x="1155" y="2425"/>
                      <a:pt x="1152" y="2426"/>
                    </a:cubicBezTo>
                    <a:cubicBezTo>
                      <a:pt x="1150" y="2427"/>
                      <a:pt x="1147" y="2427"/>
                      <a:pt x="1145" y="2429"/>
                    </a:cubicBezTo>
                    <a:cubicBezTo>
                      <a:pt x="1143" y="2430"/>
                      <a:pt x="1142" y="2433"/>
                      <a:pt x="1142" y="2435"/>
                    </a:cubicBezTo>
                    <a:cubicBezTo>
                      <a:pt x="1142" y="2438"/>
                      <a:pt x="1142" y="2440"/>
                      <a:pt x="1140" y="2441"/>
                    </a:cubicBezTo>
                    <a:cubicBezTo>
                      <a:pt x="1137" y="2443"/>
                      <a:pt x="1134" y="2444"/>
                      <a:pt x="1132" y="2445"/>
                    </a:cubicBezTo>
                    <a:cubicBezTo>
                      <a:pt x="1129" y="2446"/>
                      <a:pt x="1126" y="2447"/>
                      <a:pt x="1123" y="2449"/>
                    </a:cubicBezTo>
                    <a:cubicBezTo>
                      <a:pt x="1120" y="2451"/>
                      <a:pt x="1118" y="2454"/>
                      <a:pt x="1116" y="2457"/>
                    </a:cubicBezTo>
                    <a:cubicBezTo>
                      <a:pt x="1114" y="2461"/>
                      <a:pt x="1110" y="2471"/>
                      <a:pt x="1105" y="2465"/>
                    </a:cubicBezTo>
                    <a:cubicBezTo>
                      <a:pt x="1102" y="2462"/>
                      <a:pt x="1100" y="2458"/>
                      <a:pt x="1099" y="2454"/>
                    </a:cubicBezTo>
                    <a:cubicBezTo>
                      <a:pt x="1097" y="2450"/>
                      <a:pt x="1095" y="2446"/>
                      <a:pt x="1095" y="2442"/>
                    </a:cubicBezTo>
                    <a:cubicBezTo>
                      <a:pt x="1095" y="2439"/>
                      <a:pt x="1097" y="2438"/>
                      <a:pt x="1100" y="2436"/>
                    </a:cubicBezTo>
                    <a:cubicBezTo>
                      <a:pt x="1104" y="2435"/>
                      <a:pt x="1108" y="2434"/>
                      <a:pt x="1112" y="2433"/>
                    </a:cubicBezTo>
                    <a:cubicBezTo>
                      <a:pt x="1115" y="2432"/>
                      <a:pt x="1131" y="2426"/>
                      <a:pt x="1126" y="2420"/>
                    </a:cubicBezTo>
                    <a:cubicBezTo>
                      <a:pt x="1124" y="2418"/>
                      <a:pt x="1119" y="2418"/>
                      <a:pt x="1116" y="2418"/>
                    </a:cubicBezTo>
                    <a:cubicBezTo>
                      <a:pt x="1111" y="2419"/>
                      <a:pt x="1106" y="2420"/>
                      <a:pt x="1102" y="2421"/>
                    </a:cubicBezTo>
                    <a:cubicBezTo>
                      <a:pt x="1092" y="2424"/>
                      <a:pt x="1083" y="2426"/>
                      <a:pt x="1073" y="2423"/>
                    </a:cubicBezTo>
                    <a:cubicBezTo>
                      <a:pt x="1063" y="2421"/>
                      <a:pt x="1055" y="2415"/>
                      <a:pt x="1047" y="2408"/>
                    </a:cubicBezTo>
                    <a:cubicBezTo>
                      <a:pt x="1039" y="2401"/>
                      <a:pt x="1032" y="2393"/>
                      <a:pt x="1023" y="2389"/>
                    </a:cubicBezTo>
                    <a:cubicBezTo>
                      <a:pt x="1014" y="2385"/>
                      <a:pt x="1005" y="2385"/>
                      <a:pt x="995" y="2385"/>
                    </a:cubicBezTo>
                    <a:cubicBezTo>
                      <a:pt x="984" y="2385"/>
                      <a:pt x="974" y="2382"/>
                      <a:pt x="963" y="2379"/>
                    </a:cubicBezTo>
                    <a:cubicBezTo>
                      <a:pt x="955" y="2377"/>
                      <a:pt x="944" y="2373"/>
                      <a:pt x="937" y="2379"/>
                    </a:cubicBezTo>
                    <a:cubicBezTo>
                      <a:pt x="930" y="2383"/>
                      <a:pt x="929" y="2393"/>
                      <a:pt x="928" y="2401"/>
                    </a:cubicBezTo>
                    <a:cubicBezTo>
                      <a:pt x="927" y="2409"/>
                      <a:pt x="927" y="2418"/>
                      <a:pt x="926" y="2426"/>
                    </a:cubicBezTo>
                    <a:cubicBezTo>
                      <a:pt x="924" y="2434"/>
                      <a:pt x="920" y="2439"/>
                      <a:pt x="913" y="2441"/>
                    </a:cubicBezTo>
                    <a:cubicBezTo>
                      <a:pt x="909" y="2442"/>
                      <a:pt x="905" y="2442"/>
                      <a:pt x="902" y="2443"/>
                    </a:cubicBezTo>
                    <a:cubicBezTo>
                      <a:pt x="899" y="2444"/>
                      <a:pt x="896" y="2445"/>
                      <a:pt x="895" y="2447"/>
                    </a:cubicBezTo>
                    <a:cubicBezTo>
                      <a:pt x="893" y="2449"/>
                      <a:pt x="894" y="2453"/>
                      <a:pt x="894" y="2455"/>
                    </a:cubicBezTo>
                    <a:cubicBezTo>
                      <a:pt x="894" y="2459"/>
                      <a:pt x="895" y="2463"/>
                      <a:pt x="896" y="2467"/>
                    </a:cubicBezTo>
                    <a:cubicBezTo>
                      <a:pt x="898" y="2474"/>
                      <a:pt x="899" y="2483"/>
                      <a:pt x="905" y="2487"/>
                    </a:cubicBezTo>
                    <a:cubicBezTo>
                      <a:pt x="912" y="2491"/>
                      <a:pt x="920" y="2491"/>
                      <a:pt x="927" y="2492"/>
                    </a:cubicBezTo>
                    <a:cubicBezTo>
                      <a:pt x="935" y="2494"/>
                      <a:pt x="940" y="2498"/>
                      <a:pt x="945" y="2505"/>
                    </a:cubicBezTo>
                    <a:cubicBezTo>
                      <a:pt x="947" y="2508"/>
                      <a:pt x="949" y="2511"/>
                      <a:pt x="951" y="2514"/>
                    </a:cubicBezTo>
                    <a:cubicBezTo>
                      <a:pt x="952" y="2517"/>
                      <a:pt x="955" y="2519"/>
                      <a:pt x="957" y="2522"/>
                    </a:cubicBezTo>
                    <a:cubicBezTo>
                      <a:pt x="958" y="2525"/>
                      <a:pt x="959" y="2528"/>
                      <a:pt x="960" y="2531"/>
                    </a:cubicBezTo>
                    <a:cubicBezTo>
                      <a:pt x="963" y="2536"/>
                      <a:pt x="968" y="2539"/>
                      <a:pt x="973" y="2541"/>
                    </a:cubicBezTo>
                    <a:cubicBezTo>
                      <a:pt x="979" y="2544"/>
                      <a:pt x="984" y="2544"/>
                      <a:pt x="990" y="2545"/>
                    </a:cubicBezTo>
                    <a:cubicBezTo>
                      <a:pt x="997" y="2545"/>
                      <a:pt x="1002" y="2549"/>
                      <a:pt x="1005" y="2556"/>
                    </a:cubicBezTo>
                    <a:cubicBezTo>
                      <a:pt x="1006" y="2558"/>
                      <a:pt x="1007" y="2562"/>
                      <a:pt x="1009" y="2564"/>
                    </a:cubicBezTo>
                    <a:cubicBezTo>
                      <a:pt x="1011" y="2567"/>
                      <a:pt x="1013" y="2568"/>
                      <a:pt x="1016" y="2569"/>
                    </a:cubicBezTo>
                    <a:cubicBezTo>
                      <a:pt x="1022" y="2571"/>
                      <a:pt x="1030" y="2573"/>
                      <a:pt x="1036" y="2570"/>
                    </a:cubicBezTo>
                    <a:cubicBezTo>
                      <a:pt x="1042" y="2567"/>
                      <a:pt x="1044" y="2559"/>
                      <a:pt x="1050" y="2557"/>
                    </a:cubicBezTo>
                    <a:cubicBezTo>
                      <a:pt x="1055" y="2554"/>
                      <a:pt x="1060" y="2560"/>
                      <a:pt x="1065" y="2561"/>
                    </a:cubicBezTo>
                    <a:cubicBezTo>
                      <a:pt x="1071" y="2563"/>
                      <a:pt x="1074" y="2559"/>
                      <a:pt x="1073" y="2554"/>
                    </a:cubicBezTo>
                    <a:cubicBezTo>
                      <a:pt x="1072" y="2550"/>
                      <a:pt x="1069" y="2545"/>
                      <a:pt x="1072" y="2541"/>
                    </a:cubicBezTo>
                    <a:cubicBezTo>
                      <a:pt x="1075" y="2536"/>
                      <a:pt x="1081" y="2536"/>
                      <a:pt x="1084" y="2539"/>
                    </a:cubicBezTo>
                    <a:cubicBezTo>
                      <a:pt x="1088" y="2543"/>
                      <a:pt x="1088" y="2550"/>
                      <a:pt x="1094" y="2552"/>
                    </a:cubicBezTo>
                    <a:cubicBezTo>
                      <a:pt x="1097" y="2554"/>
                      <a:pt x="1100" y="2553"/>
                      <a:pt x="1103" y="2553"/>
                    </a:cubicBezTo>
                    <a:cubicBezTo>
                      <a:pt x="1107" y="2554"/>
                      <a:pt x="1110" y="2554"/>
                      <a:pt x="1113" y="2556"/>
                    </a:cubicBezTo>
                    <a:cubicBezTo>
                      <a:pt x="1119" y="2558"/>
                      <a:pt x="1122" y="2564"/>
                      <a:pt x="1124" y="2570"/>
                    </a:cubicBezTo>
                    <a:cubicBezTo>
                      <a:pt x="1125" y="2575"/>
                      <a:pt x="1122" y="2581"/>
                      <a:pt x="1123" y="2587"/>
                    </a:cubicBezTo>
                    <a:cubicBezTo>
                      <a:pt x="1125" y="2592"/>
                      <a:pt x="1133" y="2593"/>
                      <a:pt x="1138" y="2596"/>
                    </a:cubicBezTo>
                    <a:cubicBezTo>
                      <a:pt x="1144" y="2601"/>
                      <a:pt x="1145" y="2608"/>
                      <a:pt x="1148" y="2615"/>
                    </a:cubicBezTo>
                    <a:cubicBezTo>
                      <a:pt x="1149" y="2620"/>
                      <a:pt x="1153" y="2625"/>
                      <a:pt x="1153" y="2630"/>
                    </a:cubicBezTo>
                    <a:cubicBezTo>
                      <a:pt x="1154" y="2636"/>
                      <a:pt x="1153" y="2642"/>
                      <a:pt x="1151" y="2648"/>
                    </a:cubicBezTo>
                    <a:cubicBezTo>
                      <a:pt x="1149" y="2654"/>
                      <a:pt x="1146" y="2660"/>
                      <a:pt x="1141" y="2665"/>
                    </a:cubicBezTo>
                    <a:cubicBezTo>
                      <a:pt x="1140" y="2666"/>
                      <a:pt x="1138" y="2667"/>
                      <a:pt x="1136" y="2668"/>
                    </a:cubicBezTo>
                    <a:cubicBezTo>
                      <a:pt x="1134" y="2669"/>
                      <a:pt x="1132" y="2669"/>
                      <a:pt x="1130" y="2670"/>
                    </a:cubicBezTo>
                    <a:cubicBezTo>
                      <a:pt x="1125" y="2670"/>
                      <a:pt x="1120" y="2670"/>
                      <a:pt x="1115" y="2670"/>
                    </a:cubicBezTo>
                    <a:cubicBezTo>
                      <a:pt x="1112" y="2670"/>
                      <a:pt x="1110" y="2672"/>
                      <a:pt x="1109" y="2674"/>
                    </a:cubicBezTo>
                    <a:cubicBezTo>
                      <a:pt x="1108" y="2678"/>
                      <a:pt x="1110" y="2681"/>
                      <a:pt x="1111" y="2685"/>
                    </a:cubicBezTo>
                    <a:cubicBezTo>
                      <a:pt x="1111" y="2689"/>
                      <a:pt x="1112" y="2692"/>
                      <a:pt x="1112" y="2696"/>
                    </a:cubicBezTo>
                    <a:cubicBezTo>
                      <a:pt x="1112" y="2697"/>
                      <a:pt x="1112" y="2698"/>
                      <a:pt x="1111" y="2699"/>
                    </a:cubicBezTo>
                    <a:cubicBezTo>
                      <a:pt x="1109" y="2701"/>
                      <a:pt x="1107" y="2702"/>
                      <a:pt x="1105" y="2703"/>
                    </a:cubicBezTo>
                    <a:cubicBezTo>
                      <a:pt x="1104" y="2704"/>
                      <a:pt x="1102" y="2706"/>
                      <a:pt x="1100" y="2707"/>
                    </a:cubicBezTo>
                    <a:cubicBezTo>
                      <a:pt x="1098" y="2707"/>
                      <a:pt x="1096" y="2707"/>
                      <a:pt x="1094" y="2707"/>
                    </a:cubicBezTo>
                    <a:cubicBezTo>
                      <a:pt x="1091" y="2707"/>
                      <a:pt x="1089" y="2707"/>
                      <a:pt x="1087" y="2707"/>
                    </a:cubicBezTo>
                    <a:cubicBezTo>
                      <a:pt x="1085" y="2707"/>
                      <a:pt x="1083" y="2707"/>
                      <a:pt x="1082" y="2706"/>
                    </a:cubicBezTo>
                    <a:cubicBezTo>
                      <a:pt x="1079" y="2704"/>
                      <a:pt x="1076" y="2702"/>
                      <a:pt x="1073" y="2700"/>
                    </a:cubicBezTo>
                    <a:cubicBezTo>
                      <a:pt x="1071" y="2699"/>
                      <a:pt x="1070" y="2698"/>
                      <a:pt x="1069" y="2697"/>
                    </a:cubicBezTo>
                    <a:cubicBezTo>
                      <a:pt x="1065" y="2694"/>
                      <a:pt x="1062" y="2691"/>
                      <a:pt x="1057" y="2692"/>
                    </a:cubicBezTo>
                    <a:cubicBezTo>
                      <a:pt x="1055" y="2692"/>
                      <a:pt x="1053" y="2693"/>
                      <a:pt x="1050" y="2693"/>
                    </a:cubicBezTo>
                    <a:cubicBezTo>
                      <a:pt x="1048" y="2693"/>
                      <a:pt x="1047" y="2692"/>
                      <a:pt x="1045" y="2692"/>
                    </a:cubicBezTo>
                    <a:cubicBezTo>
                      <a:pt x="1041" y="2692"/>
                      <a:pt x="1035" y="2692"/>
                      <a:pt x="1031" y="2693"/>
                    </a:cubicBezTo>
                    <a:cubicBezTo>
                      <a:pt x="1030" y="2693"/>
                      <a:pt x="1028" y="2693"/>
                      <a:pt x="1027" y="2693"/>
                    </a:cubicBezTo>
                    <a:cubicBezTo>
                      <a:pt x="1026" y="2693"/>
                      <a:pt x="1024" y="2693"/>
                      <a:pt x="1023" y="2693"/>
                    </a:cubicBezTo>
                    <a:cubicBezTo>
                      <a:pt x="1021" y="2693"/>
                      <a:pt x="1020" y="2694"/>
                      <a:pt x="1019" y="2694"/>
                    </a:cubicBezTo>
                    <a:cubicBezTo>
                      <a:pt x="1015" y="2695"/>
                      <a:pt x="1011" y="2695"/>
                      <a:pt x="1008" y="2695"/>
                    </a:cubicBezTo>
                    <a:cubicBezTo>
                      <a:pt x="1004" y="2695"/>
                      <a:pt x="1001" y="2694"/>
                      <a:pt x="998" y="2694"/>
                    </a:cubicBezTo>
                    <a:cubicBezTo>
                      <a:pt x="994" y="2693"/>
                      <a:pt x="991" y="2694"/>
                      <a:pt x="988" y="2694"/>
                    </a:cubicBezTo>
                    <a:cubicBezTo>
                      <a:pt x="984" y="2693"/>
                      <a:pt x="980" y="2692"/>
                      <a:pt x="977" y="2690"/>
                    </a:cubicBezTo>
                    <a:cubicBezTo>
                      <a:pt x="975" y="2690"/>
                      <a:pt x="974" y="2689"/>
                      <a:pt x="972" y="2689"/>
                    </a:cubicBezTo>
                    <a:cubicBezTo>
                      <a:pt x="971" y="2690"/>
                      <a:pt x="970" y="2690"/>
                      <a:pt x="969" y="2690"/>
                    </a:cubicBezTo>
                    <a:cubicBezTo>
                      <a:pt x="966" y="2690"/>
                      <a:pt x="963" y="2690"/>
                      <a:pt x="960" y="2689"/>
                    </a:cubicBezTo>
                    <a:cubicBezTo>
                      <a:pt x="956" y="2688"/>
                      <a:pt x="952" y="2687"/>
                      <a:pt x="948" y="2687"/>
                    </a:cubicBezTo>
                    <a:cubicBezTo>
                      <a:pt x="945" y="2687"/>
                      <a:pt x="942" y="2687"/>
                      <a:pt x="939" y="2687"/>
                    </a:cubicBezTo>
                    <a:cubicBezTo>
                      <a:pt x="936" y="2686"/>
                      <a:pt x="933" y="2686"/>
                      <a:pt x="930" y="2685"/>
                    </a:cubicBezTo>
                    <a:cubicBezTo>
                      <a:pt x="928" y="2684"/>
                      <a:pt x="926" y="2682"/>
                      <a:pt x="925" y="2680"/>
                    </a:cubicBezTo>
                    <a:cubicBezTo>
                      <a:pt x="924" y="2678"/>
                      <a:pt x="923" y="2676"/>
                      <a:pt x="921" y="2675"/>
                    </a:cubicBezTo>
                    <a:cubicBezTo>
                      <a:pt x="920" y="2673"/>
                      <a:pt x="918" y="2672"/>
                      <a:pt x="916" y="2671"/>
                    </a:cubicBezTo>
                    <a:cubicBezTo>
                      <a:pt x="915" y="2669"/>
                      <a:pt x="912" y="2668"/>
                      <a:pt x="912" y="2666"/>
                    </a:cubicBezTo>
                    <a:cubicBezTo>
                      <a:pt x="912" y="2665"/>
                      <a:pt x="912" y="2663"/>
                      <a:pt x="913" y="2663"/>
                    </a:cubicBezTo>
                    <a:cubicBezTo>
                      <a:pt x="914" y="2662"/>
                      <a:pt x="915" y="2662"/>
                      <a:pt x="916" y="2661"/>
                    </a:cubicBezTo>
                    <a:cubicBezTo>
                      <a:pt x="916" y="2659"/>
                      <a:pt x="915" y="2656"/>
                      <a:pt x="915" y="2655"/>
                    </a:cubicBezTo>
                    <a:cubicBezTo>
                      <a:pt x="913" y="2653"/>
                      <a:pt x="912" y="2651"/>
                      <a:pt x="909" y="2651"/>
                    </a:cubicBezTo>
                    <a:cubicBezTo>
                      <a:pt x="906" y="2651"/>
                      <a:pt x="903" y="2651"/>
                      <a:pt x="901" y="2651"/>
                    </a:cubicBezTo>
                    <a:cubicBezTo>
                      <a:pt x="898" y="2651"/>
                      <a:pt x="896" y="2650"/>
                      <a:pt x="893" y="2650"/>
                    </a:cubicBezTo>
                    <a:cubicBezTo>
                      <a:pt x="892" y="2650"/>
                      <a:pt x="891" y="2650"/>
                      <a:pt x="890" y="2650"/>
                    </a:cubicBezTo>
                    <a:cubicBezTo>
                      <a:pt x="889" y="2650"/>
                      <a:pt x="888" y="2650"/>
                      <a:pt x="887" y="2650"/>
                    </a:cubicBezTo>
                    <a:cubicBezTo>
                      <a:pt x="882" y="2649"/>
                      <a:pt x="878" y="2647"/>
                      <a:pt x="874" y="2645"/>
                    </a:cubicBezTo>
                    <a:cubicBezTo>
                      <a:pt x="872" y="2645"/>
                      <a:pt x="871" y="2645"/>
                      <a:pt x="870" y="2644"/>
                    </a:cubicBezTo>
                    <a:cubicBezTo>
                      <a:pt x="868" y="2642"/>
                      <a:pt x="867" y="2640"/>
                      <a:pt x="865" y="2638"/>
                    </a:cubicBezTo>
                    <a:cubicBezTo>
                      <a:pt x="864" y="2636"/>
                      <a:pt x="863" y="2635"/>
                      <a:pt x="864" y="2632"/>
                    </a:cubicBezTo>
                    <a:cubicBezTo>
                      <a:pt x="865" y="2630"/>
                      <a:pt x="866" y="2628"/>
                      <a:pt x="866" y="2625"/>
                    </a:cubicBezTo>
                    <a:cubicBezTo>
                      <a:pt x="864" y="2624"/>
                      <a:pt x="862" y="2622"/>
                      <a:pt x="859" y="2621"/>
                    </a:cubicBezTo>
                    <a:cubicBezTo>
                      <a:pt x="857" y="2621"/>
                      <a:pt x="855" y="2621"/>
                      <a:pt x="853" y="2621"/>
                    </a:cubicBezTo>
                    <a:cubicBezTo>
                      <a:pt x="849" y="2621"/>
                      <a:pt x="845" y="2621"/>
                      <a:pt x="842" y="2620"/>
                    </a:cubicBezTo>
                    <a:cubicBezTo>
                      <a:pt x="838" y="2618"/>
                      <a:pt x="837" y="2613"/>
                      <a:pt x="835" y="2609"/>
                    </a:cubicBezTo>
                    <a:cubicBezTo>
                      <a:pt x="834" y="2606"/>
                      <a:pt x="831" y="2605"/>
                      <a:pt x="828" y="2607"/>
                    </a:cubicBezTo>
                    <a:cubicBezTo>
                      <a:pt x="827" y="2608"/>
                      <a:pt x="826" y="2609"/>
                      <a:pt x="824" y="2610"/>
                    </a:cubicBezTo>
                    <a:cubicBezTo>
                      <a:pt x="823" y="2610"/>
                      <a:pt x="822" y="2611"/>
                      <a:pt x="821" y="2612"/>
                    </a:cubicBezTo>
                    <a:cubicBezTo>
                      <a:pt x="820" y="2615"/>
                      <a:pt x="824" y="2618"/>
                      <a:pt x="826" y="2619"/>
                    </a:cubicBezTo>
                    <a:cubicBezTo>
                      <a:pt x="829" y="2620"/>
                      <a:pt x="832" y="2621"/>
                      <a:pt x="833" y="2624"/>
                    </a:cubicBezTo>
                    <a:cubicBezTo>
                      <a:pt x="833" y="2627"/>
                      <a:pt x="833" y="2631"/>
                      <a:pt x="830" y="2631"/>
                    </a:cubicBezTo>
                    <a:cubicBezTo>
                      <a:pt x="825" y="2632"/>
                      <a:pt x="821" y="2630"/>
                      <a:pt x="816" y="2631"/>
                    </a:cubicBezTo>
                    <a:cubicBezTo>
                      <a:pt x="810" y="2632"/>
                      <a:pt x="807" y="2636"/>
                      <a:pt x="803" y="2640"/>
                    </a:cubicBezTo>
                    <a:cubicBezTo>
                      <a:pt x="801" y="2639"/>
                      <a:pt x="800" y="2641"/>
                      <a:pt x="798" y="2639"/>
                    </a:cubicBezTo>
                    <a:cubicBezTo>
                      <a:pt x="795" y="2638"/>
                      <a:pt x="794" y="2635"/>
                      <a:pt x="792" y="2634"/>
                    </a:cubicBezTo>
                    <a:cubicBezTo>
                      <a:pt x="787" y="2631"/>
                      <a:pt x="783" y="2631"/>
                      <a:pt x="778" y="2630"/>
                    </a:cubicBezTo>
                    <a:cubicBezTo>
                      <a:pt x="777" y="2630"/>
                      <a:pt x="776" y="2630"/>
                      <a:pt x="774" y="2630"/>
                    </a:cubicBezTo>
                    <a:cubicBezTo>
                      <a:pt x="773" y="2629"/>
                      <a:pt x="772" y="2629"/>
                      <a:pt x="771" y="2629"/>
                    </a:cubicBezTo>
                    <a:cubicBezTo>
                      <a:pt x="769" y="2629"/>
                      <a:pt x="766" y="2629"/>
                      <a:pt x="764" y="2629"/>
                    </a:cubicBezTo>
                    <a:cubicBezTo>
                      <a:pt x="762" y="2629"/>
                      <a:pt x="759" y="2628"/>
                      <a:pt x="759" y="2626"/>
                    </a:cubicBezTo>
                    <a:cubicBezTo>
                      <a:pt x="759" y="2624"/>
                      <a:pt x="759" y="2623"/>
                      <a:pt x="759" y="2622"/>
                    </a:cubicBezTo>
                    <a:cubicBezTo>
                      <a:pt x="758" y="2620"/>
                      <a:pt x="757" y="2619"/>
                      <a:pt x="756" y="2618"/>
                    </a:cubicBezTo>
                    <a:cubicBezTo>
                      <a:pt x="756" y="2616"/>
                      <a:pt x="756" y="2616"/>
                      <a:pt x="755" y="2615"/>
                    </a:cubicBezTo>
                    <a:cubicBezTo>
                      <a:pt x="754" y="2614"/>
                      <a:pt x="752" y="2614"/>
                      <a:pt x="751" y="2614"/>
                    </a:cubicBezTo>
                    <a:cubicBezTo>
                      <a:pt x="748" y="2613"/>
                      <a:pt x="745" y="2614"/>
                      <a:pt x="742" y="2613"/>
                    </a:cubicBezTo>
                    <a:cubicBezTo>
                      <a:pt x="742" y="2612"/>
                      <a:pt x="741" y="2611"/>
                      <a:pt x="741" y="2610"/>
                    </a:cubicBezTo>
                    <a:cubicBezTo>
                      <a:pt x="740" y="2608"/>
                      <a:pt x="739" y="2606"/>
                      <a:pt x="739" y="2605"/>
                    </a:cubicBezTo>
                    <a:cubicBezTo>
                      <a:pt x="738" y="2603"/>
                      <a:pt x="739" y="2602"/>
                      <a:pt x="738" y="2601"/>
                    </a:cubicBezTo>
                    <a:cubicBezTo>
                      <a:pt x="736" y="2600"/>
                      <a:pt x="734" y="2599"/>
                      <a:pt x="733" y="2599"/>
                    </a:cubicBezTo>
                    <a:cubicBezTo>
                      <a:pt x="731" y="2598"/>
                      <a:pt x="729" y="2598"/>
                      <a:pt x="728" y="2598"/>
                    </a:cubicBezTo>
                    <a:cubicBezTo>
                      <a:pt x="726" y="2598"/>
                      <a:pt x="725" y="2597"/>
                      <a:pt x="723" y="2597"/>
                    </a:cubicBezTo>
                    <a:cubicBezTo>
                      <a:pt x="719" y="2596"/>
                      <a:pt x="714" y="2596"/>
                      <a:pt x="710" y="2596"/>
                    </a:cubicBezTo>
                    <a:cubicBezTo>
                      <a:pt x="707" y="2596"/>
                      <a:pt x="705" y="2598"/>
                      <a:pt x="704" y="2600"/>
                    </a:cubicBezTo>
                    <a:cubicBezTo>
                      <a:pt x="704" y="2601"/>
                      <a:pt x="703" y="2602"/>
                      <a:pt x="703" y="2603"/>
                    </a:cubicBezTo>
                    <a:cubicBezTo>
                      <a:pt x="702" y="2603"/>
                      <a:pt x="702" y="2603"/>
                      <a:pt x="702" y="2604"/>
                    </a:cubicBezTo>
                    <a:cubicBezTo>
                      <a:pt x="701" y="2604"/>
                      <a:pt x="701" y="2605"/>
                      <a:pt x="701" y="2605"/>
                    </a:cubicBezTo>
                    <a:cubicBezTo>
                      <a:pt x="701" y="2605"/>
                      <a:pt x="700" y="2605"/>
                      <a:pt x="700" y="2606"/>
                    </a:cubicBezTo>
                    <a:cubicBezTo>
                      <a:pt x="700" y="2606"/>
                      <a:pt x="700" y="2607"/>
                      <a:pt x="699" y="2608"/>
                    </a:cubicBezTo>
                    <a:cubicBezTo>
                      <a:pt x="699" y="2608"/>
                      <a:pt x="699" y="2609"/>
                      <a:pt x="698" y="2609"/>
                    </a:cubicBezTo>
                    <a:cubicBezTo>
                      <a:pt x="698" y="2610"/>
                      <a:pt x="697" y="2611"/>
                      <a:pt x="696" y="2612"/>
                    </a:cubicBezTo>
                    <a:cubicBezTo>
                      <a:pt x="696" y="2612"/>
                      <a:pt x="696" y="2613"/>
                      <a:pt x="695" y="2613"/>
                    </a:cubicBezTo>
                    <a:cubicBezTo>
                      <a:pt x="695" y="2614"/>
                      <a:pt x="695" y="2614"/>
                      <a:pt x="695" y="2615"/>
                    </a:cubicBezTo>
                    <a:cubicBezTo>
                      <a:pt x="694" y="2616"/>
                      <a:pt x="694" y="2617"/>
                      <a:pt x="694" y="2617"/>
                    </a:cubicBezTo>
                    <a:cubicBezTo>
                      <a:pt x="694" y="2618"/>
                      <a:pt x="693" y="2618"/>
                      <a:pt x="693" y="2619"/>
                    </a:cubicBezTo>
                    <a:cubicBezTo>
                      <a:pt x="693" y="2620"/>
                      <a:pt x="694" y="2621"/>
                      <a:pt x="694" y="2621"/>
                    </a:cubicBezTo>
                    <a:cubicBezTo>
                      <a:pt x="694" y="2623"/>
                      <a:pt x="695" y="2625"/>
                      <a:pt x="695" y="2626"/>
                    </a:cubicBezTo>
                    <a:cubicBezTo>
                      <a:pt x="696" y="2629"/>
                      <a:pt x="696" y="2631"/>
                      <a:pt x="697" y="2634"/>
                    </a:cubicBezTo>
                    <a:cubicBezTo>
                      <a:pt x="699" y="2644"/>
                      <a:pt x="702" y="2654"/>
                      <a:pt x="701" y="2665"/>
                    </a:cubicBezTo>
                    <a:cubicBezTo>
                      <a:pt x="701" y="2668"/>
                      <a:pt x="700" y="2670"/>
                      <a:pt x="699" y="2672"/>
                    </a:cubicBezTo>
                    <a:cubicBezTo>
                      <a:pt x="697" y="2674"/>
                      <a:pt x="695" y="2675"/>
                      <a:pt x="694" y="2677"/>
                    </a:cubicBezTo>
                    <a:cubicBezTo>
                      <a:pt x="691" y="2681"/>
                      <a:pt x="689" y="2686"/>
                      <a:pt x="688" y="2690"/>
                    </a:cubicBezTo>
                    <a:cubicBezTo>
                      <a:pt x="686" y="2694"/>
                      <a:pt x="685" y="2698"/>
                      <a:pt x="685" y="2703"/>
                    </a:cubicBezTo>
                    <a:cubicBezTo>
                      <a:pt x="684" y="2709"/>
                      <a:pt x="684" y="2715"/>
                      <a:pt x="682" y="2721"/>
                    </a:cubicBezTo>
                    <a:cubicBezTo>
                      <a:pt x="681" y="2726"/>
                      <a:pt x="680" y="2731"/>
                      <a:pt x="678" y="2736"/>
                    </a:cubicBezTo>
                    <a:cubicBezTo>
                      <a:pt x="675" y="2742"/>
                      <a:pt x="676" y="2751"/>
                      <a:pt x="680" y="2756"/>
                    </a:cubicBezTo>
                    <a:cubicBezTo>
                      <a:pt x="682" y="2758"/>
                      <a:pt x="684" y="2759"/>
                      <a:pt x="686" y="2760"/>
                    </a:cubicBezTo>
                    <a:cubicBezTo>
                      <a:pt x="689" y="2762"/>
                      <a:pt x="690" y="2764"/>
                      <a:pt x="692" y="2766"/>
                    </a:cubicBezTo>
                    <a:cubicBezTo>
                      <a:pt x="697" y="2772"/>
                      <a:pt x="702" y="2776"/>
                      <a:pt x="710" y="2777"/>
                    </a:cubicBezTo>
                    <a:cubicBezTo>
                      <a:pt x="715" y="2777"/>
                      <a:pt x="722" y="2773"/>
                      <a:pt x="726" y="2776"/>
                    </a:cubicBezTo>
                    <a:cubicBezTo>
                      <a:pt x="729" y="2777"/>
                      <a:pt x="732" y="2780"/>
                      <a:pt x="734" y="2782"/>
                    </a:cubicBezTo>
                    <a:cubicBezTo>
                      <a:pt x="735" y="2784"/>
                      <a:pt x="735" y="2787"/>
                      <a:pt x="736" y="2789"/>
                    </a:cubicBezTo>
                    <a:cubicBezTo>
                      <a:pt x="739" y="2794"/>
                      <a:pt x="740" y="2798"/>
                      <a:pt x="747" y="2797"/>
                    </a:cubicBezTo>
                    <a:cubicBezTo>
                      <a:pt x="749" y="2796"/>
                      <a:pt x="752" y="2795"/>
                      <a:pt x="754" y="2795"/>
                    </a:cubicBezTo>
                    <a:cubicBezTo>
                      <a:pt x="757" y="2794"/>
                      <a:pt x="759" y="2793"/>
                      <a:pt x="761" y="2792"/>
                    </a:cubicBezTo>
                    <a:cubicBezTo>
                      <a:pt x="769" y="2791"/>
                      <a:pt x="764" y="2800"/>
                      <a:pt x="768" y="2803"/>
                    </a:cubicBezTo>
                    <a:cubicBezTo>
                      <a:pt x="770" y="2804"/>
                      <a:pt x="773" y="2804"/>
                      <a:pt x="775" y="2805"/>
                    </a:cubicBezTo>
                    <a:cubicBezTo>
                      <a:pt x="777" y="2807"/>
                      <a:pt x="777" y="2809"/>
                      <a:pt x="777" y="2812"/>
                    </a:cubicBezTo>
                    <a:cubicBezTo>
                      <a:pt x="777" y="2816"/>
                      <a:pt x="777" y="2822"/>
                      <a:pt x="781" y="2824"/>
                    </a:cubicBezTo>
                    <a:cubicBezTo>
                      <a:pt x="784" y="2826"/>
                      <a:pt x="790" y="2825"/>
                      <a:pt x="794" y="2825"/>
                    </a:cubicBezTo>
                    <a:cubicBezTo>
                      <a:pt x="798" y="2825"/>
                      <a:pt x="807" y="2826"/>
                      <a:pt x="802" y="2832"/>
                    </a:cubicBezTo>
                    <a:cubicBezTo>
                      <a:pt x="799" y="2836"/>
                      <a:pt x="791" y="2837"/>
                      <a:pt x="790" y="2843"/>
                    </a:cubicBezTo>
                    <a:cubicBezTo>
                      <a:pt x="790" y="2848"/>
                      <a:pt x="798" y="2849"/>
                      <a:pt x="802" y="2851"/>
                    </a:cubicBezTo>
                    <a:cubicBezTo>
                      <a:pt x="807" y="2853"/>
                      <a:pt x="813" y="2854"/>
                      <a:pt x="818" y="2855"/>
                    </a:cubicBezTo>
                    <a:cubicBezTo>
                      <a:pt x="821" y="2856"/>
                      <a:pt x="823" y="2855"/>
                      <a:pt x="825" y="2855"/>
                    </a:cubicBezTo>
                    <a:cubicBezTo>
                      <a:pt x="828" y="2855"/>
                      <a:pt x="831" y="2856"/>
                      <a:pt x="835" y="2855"/>
                    </a:cubicBezTo>
                    <a:cubicBezTo>
                      <a:pt x="838" y="2854"/>
                      <a:pt x="839" y="2852"/>
                      <a:pt x="839" y="2849"/>
                    </a:cubicBezTo>
                    <a:cubicBezTo>
                      <a:pt x="839" y="2846"/>
                      <a:pt x="839" y="2843"/>
                      <a:pt x="842" y="2842"/>
                    </a:cubicBezTo>
                    <a:cubicBezTo>
                      <a:pt x="848" y="2841"/>
                      <a:pt x="852" y="2849"/>
                      <a:pt x="855" y="2852"/>
                    </a:cubicBezTo>
                    <a:cubicBezTo>
                      <a:pt x="859" y="2856"/>
                      <a:pt x="862" y="2853"/>
                      <a:pt x="866" y="2849"/>
                    </a:cubicBezTo>
                    <a:cubicBezTo>
                      <a:pt x="867" y="2847"/>
                      <a:pt x="870" y="2846"/>
                      <a:pt x="873" y="2847"/>
                    </a:cubicBezTo>
                    <a:cubicBezTo>
                      <a:pt x="875" y="2849"/>
                      <a:pt x="874" y="2851"/>
                      <a:pt x="875" y="2853"/>
                    </a:cubicBezTo>
                    <a:cubicBezTo>
                      <a:pt x="875" y="2855"/>
                      <a:pt x="877" y="2857"/>
                      <a:pt x="877" y="2859"/>
                    </a:cubicBezTo>
                    <a:cubicBezTo>
                      <a:pt x="878" y="2861"/>
                      <a:pt x="878" y="2863"/>
                      <a:pt x="878" y="2865"/>
                    </a:cubicBezTo>
                    <a:cubicBezTo>
                      <a:pt x="876" y="2865"/>
                      <a:pt x="874" y="2865"/>
                      <a:pt x="872" y="2865"/>
                    </a:cubicBezTo>
                    <a:cubicBezTo>
                      <a:pt x="867" y="2865"/>
                      <a:pt x="863" y="2865"/>
                      <a:pt x="858" y="2865"/>
                    </a:cubicBezTo>
                    <a:cubicBezTo>
                      <a:pt x="855" y="2866"/>
                      <a:pt x="849" y="2867"/>
                      <a:pt x="848" y="2871"/>
                    </a:cubicBezTo>
                    <a:cubicBezTo>
                      <a:pt x="846" y="2879"/>
                      <a:pt x="859" y="2886"/>
                      <a:pt x="863" y="2891"/>
                    </a:cubicBezTo>
                    <a:cubicBezTo>
                      <a:pt x="865" y="2894"/>
                      <a:pt x="867" y="2899"/>
                      <a:pt x="862" y="2900"/>
                    </a:cubicBezTo>
                    <a:cubicBezTo>
                      <a:pt x="859" y="2900"/>
                      <a:pt x="855" y="2897"/>
                      <a:pt x="852" y="2895"/>
                    </a:cubicBezTo>
                    <a:cubicBezTo>
                      <a:pt x="849" y="2893"/>
                      <a:pt x="847" y="2890"/>
                      <a:pt x="845" y="2887"/>
                    </a:cubicBezTo>
                    <a:cubicBezTo>
                      <a:pt x="843" y="2883"/>
                      <a:pt x="842" y="2878"/>
                      <a:pt x="838" y="2876"/>
                    </a:cubicBezTo>
                    <a:cubicBezTo>
                      <a:pt x="834" y="2873"/>
                      <a:pt x="830" y="2874"/>
                      <a:pt x="826" y="2875"/>
                    </a:cubicBezTo>
                    <a:cubicBezTo>
                      <a:pt x="823" y="2877"/>
                      <a:pt x="820" y="2881"/>
                      <a:pt x="815" y="2880"/>
                    </a:cubicBezTo>
                    <a:cubicBezTo>
                      <a:pt x="811" y="2880"/>
                      <a:pt x="809" y="2875"/>
                      <a:pt x="807" y="2872"/>
                    </a:cubicBezTo>
                    <a:cubicBezTo>
                      <a:pt x="804" y="2868"/>
                      <a:pt x="800" y="2865"/>
                      <a:pt x="795" y="2865"/>
                    </a:cubicBezTo>
                    <a:cubicBezTo>
                      <a:pt x="790" y="2866"/>
                      <a:pt x="788" y="2870"/>
                      <a:pt x="790" y="2874"/>
                    </a:cubicBezTo>
                    <a:cubicBezTo>
                      <a:pt x="791" y="2878"/>
                      <a:pt x="794" y="2881"/>
                      <a:pt x="797" y="2883"/>
                    </a:cubicBezTo>
                    <a:cubicBezTo>
                      <a:pt x="801" y="2886"/>
                      <a:pt x="806" y="2890"/>
                      <a:pt x="808" y="2894"/>
                    </a:cubicBezTo>
                    <a:cubicBezTo>
                      <a:pt x="809" y="2898"/>
                      <a:pt x="806" y="2901"/>
                      <a:pt x="806" y="2905"/>
                    </a:cubicBezTo>
                    <a:cubicBezTo>
                      <a:pt x="806" y="2909"/>
                      <a:pt x="809" y="2913"/>
                      <a:pt x="812" y="2916"/>
                    </a:cubicBezTo>
                    <a:cubicBezTo>
                      <a:pt x="816" y="2919"/>
                      <a:pt x="817" y="2923"/>
                      <a:pt x="819" y="2927"/>
                    </a:cubicBezTo>
                    <a:cubicBezTo>
                      <a:pt x="821" y="2930"/>
                      <a:pt x="824" y="2934"/>
                      <a:pt x="826" y="2937"/>
                    </a:cubicBezTo>
                    <a:cubicBezTo>
                      <a:pt x="828" y="2941"/>
                      <a:pt x="828" y="2946"/>
                      <a:pt x="828" y="2950"/>
                    </a:cubicBezTo>
                    <a:cubicBezTo>
                      <a:pt x="828" y="2951"/>
                      <a:pt x="828" y="2954"/>
                      <a:pt x="828" y="2955"/>
                    </a:cubicBezTo>
                    <a:cubicBezTo>
                      <a:pt x="827" y="2957"/>
                      <a:pt x="825" y="2957"/>
                      <a:pt x="824" y="2958"/>
                    </a:cubicBezTo>
                    <a:cubicBezTo>
                      <a:pt x="823" y="2960"/>
                      <a:pt x="824" y="2965"/>
                      <a:pt x="825" y="2966"/>
                    </a:cubicBezTo>
                    <a:cubicBezTo>
                      <a:pt x="828" y="2969"/>
                      <a:pt x="830" y="2971"/>
                      <a:pt x="832" y="2974"/>
                    </a:cubicBezTo>
                    <a:cubicBezTo>
                      <a:pt x="833" y="2977"/>
                      <a:pt x="835" y="2979"/>
                      <a:pt x="835" y="2982"/>
                    </a:cubicBezTo>
                    <a:cubicBezTo>
                      <a:pt x="835" y="2986"/>
                      <a:pt x="834" y="2989"/>
                      <a:pt x="834" y="2992"/>
                    </a:cubicBezTo>
                    <a:cubicBezTo>
                      <a:pt x="834" y="2995"/>
                      <a:pt x="834" y="2997"/>
                      <a:pt x="833" y="2999"/>
                    </a:cubicBezTo>
                    <a:cubicBezTo>
                      <a:pt x="831" y="3003"/>
                      <a:pt x="827" y="3007"/>
                      <a:pt x="827" y="3012"/>
                    </a:cubicBezTo>
                    <a:cubicBezTo>
                      <a:pt x="826" y="3017"/>
                      <a:pt x="827" y="3022"/>
                      <a:pt x="830" y="3026"/>
                    </a:cubicBezTo>
                    <a:cubicBezTo>
                      <a:pt x="834" y="3029"/>
                      <a:pt x="837" y="3031"/>
                      <a:pt x="842" y="3032"/>
                    </a:cubicBezTo>
                    <a:cubicBezTo>
                      <a:pt x="845" y="3032"/>
                      <a:pt x="847" y="3032"/>
                      <a:pt x="849" y="3032"/>
                    </a:cubicBezTo>
                    <a:cubicBezTo>
                      <a:pt x="852" y="3032"/>
                      <a:pt x="855" y="3030"/>
                      <a:pt x="857" y="3030"/>
                    </a:cubicBezTo>
                    <a:cubicBezTo>
                      <a:pt x="863" y="3030"/>
                      <a:pt x="867" y="3034"/>
                      <a:pt x="865" y="3040"/>
                    </a:cubicBezTo>
                    <a:cubicBezTo>
                      <a:pt x="864" y="3043"/>
                      <a:pt x="854" y="3048"/>
                      <a:pt x="857" y="3051"/>
                    </a:cubicBezTo>
                    <a:cubicBezTo>
                      <a:pt x="857" y="3052"/>
                      <a:pt x="859" y="3052"/>
                      <a:pt x="860" y="3053"/>
                    </a:cubicBezTo>
                    <a:cubicBezTo>
                      <a:pt x="860" y="3053"/>
                      <a:pt x="861" y="3054"/>
                      <a:pt x="862" y="3054"/>
                    </a:cubicBezTo>
                    <a:cubicBezTo>
                      <a:pt x="863" y="3055"/>
                      <a:pt x="864" y="3055"/>
                      <a:pt x="865" y="3056"/>
                    </a:cubicBezTo>
                    <a:cubicBezTo>
                      <a:pt x="868" y="3057"/>
                      <a:pt x="871" y="3057"/>
                      <a:pt x="873" y="3056"/>
                    </a:cubicBezTo>
                    <a:cubicBezTo>
                      <a:pt x="877" y="3056"/>
                      <a:pt x="879" y="3057"/>
                      <a:pt x="883" y="3057"/>
                    </a:cubicBezTo>
                    <a:cubicBezTo>
                      <a:pt x="887" y="3057"/>
                      <a:pt x="891" y="3057"/>
                      <a:pt x="895" y="3057"/>
                    </a:cubicBezTo>
                    <a:cubicBezTo>
                      <a:pt x="899" y="3057"/>
                      <a:pt x="902" y="3055"/>
                      <a:pt x="905" y="3054"/>
                    </a:cubicBezTo>
                    <a:cubicBezTo>
                      <a:pt x="912" y="3053"/>
                      <a:pt x="917" y="3064"/>
                      <a:pt x="920" y="3069"/>
                    </a:cubicBezTo>
                    <a:cubicBezTo>
                      <a:pt x="924" y="3073"/>
                      <a:pt x="929" y="3083"/>
                      <a:pt x="936" y="3078"/>
                    </a:cubicBezTo>
                    <a:cubicBezTo>
                      <a:pt x="938" y="3076"/>
                      <a:pt x="940" y="3074"/>
                      <a:pt x="943" y="3073"/>
                    </a:cubicBezTo>
                    <a:cubicBezTo>
                      <a:pt x="946" y="3072"/>
                      <a:pt x="949" y="3074"/>
                      <a:pt x="952" y="3075"/>
                    </a:cubicBezTo>
                    <a:cubicBezTo>
                      <a:pt x="955" y="3076"/>
                      <a:pt x="958" y="3077"/>
                      <a:pt x="960" y="3078"/>
                    </a:cubicBezTo>
                    <a:cubicBezTo>
                      <a:pt x="963" y="3080"/>
                      <a:pt x="966" y="3082"/>
                      <a:pt x="969" y="3083"/>
                    </a:cubicBezTo>
                    <a:cubicBezTo>
                      <a:pt x="976" y="3088"/>
                      <a:pt x="978" y="3095"/>
                      <a:pt x="978" y="3103"/>
                    </a:cubicBezTo>
                    <a:cubicBezTo>
                      <a:pt x="978" y="3106"/>
                      <a:pt x="978" y="3109"/>
                      <a:pt x="979" y="3112"/>
                    </a:cubicBezTo>
                    <a:cubicBezTo>
                      <a:pt x="980" y="3116"/>
                      <a:pt x="982" y="3119"/>
                      <a:pt x="984" y="3123"/>
                    </a:cubicBezTo>
                    <a:cubicBezTo>
                      <a:pt x="988" y="3129"/>
                      <a:pt x="991" y="3135"/>
                      <a:pt x="994" y="3141"/>
                    </a:cubicBezTo>
                    <a:cubicBezTo>
                      <a:pt x="996" y="3147"/>
                      <a:pt x="996" y="3153"/>
                      <a:pt x="996" y="3159"/>
                    </a:cubicBezTo>
                    <a:cubicBezTo>
                      <a:pt x="996" y="3164"/>
                      <a:pt x="998" y="3170"/>
                      <a:pt x="994" y="3173"/>
                    </a:cubicBezTo>
                    <a:cubicBezTo>
                      <a:pt x="991" y="3176"/>
                      <a:pt x="988" y="3177"/>
                      <a:pt x="987" y="3182"/>
                    </a:cubicBezTo>
                    <a:cubicBezTo>
                      <a:pt x="986" y="3185"/>
                      <a:pt x="985" y="3189"/>
                      <a:pt x="984" y="3192"/>
                    </a:cubicBezTo>
                    <a:cubicBezTo>
                      <a:pt x="984" y="3196"/>
                      <a:pt x="984" y="3199"/>
                      <a:pt x="984" y="3203"/>
                    </a:cubicBezTo>
                    <a:cubicBezTo>
                      <a:pt x="984" y="3205"/>
                      <a:pt x="984" y="3207"/>
                      <a:pt x="984" y="3208"/>
                    </a:cubicBezTo>
                    <a:cubicBezTo>
                      <a:pt x="984" y="3212"/>
                      <a:pt x="985" y="3216"/>
                      <a:pt x="986" y="3220"/>
                    </a:cubicBezTo>
                    <a:cubicBezTo>
                      <a:pt x="987" y="3223"/>
                      <a:pt x="992" y="3225"/>
                      <a:pt x="995" y="3226"/>
                    </a:cubicBezTo>
                    <a:cubicBezTo>
                      <a:pt x="997" y="3227"/>
                      <a:pt x="998" y="3226"/>
                      <a:pt x="1000" y="3226"/>
                    </a:cubicBezTo>
                    <a:cubicBezTo>
                      <a:pt x="1001" y="3226"/>
                      <a:pt x="1003" y="3226"/>
                      <a:pt x="1004" y="3226"/>
                    </a:cubicBezTo>
                    <a:cubicBezTo>
                      <a:pt x="1008" y="3226"/>
                      <a:pt x="1011" y="3226"/>
                      <a:pt x="1014" y="3226"/>
                    </a:cubicBezTo>
                    <a:cubicBezTo>
                      <a:pt x="1018" y="3226"/>
                      <a:pt x="1019" y="3227"/>
                      <a:pt x="1021" y="3230"/>
                    </a:cubicBezTo>
                    <a:cubicBezTo>
                      <a:pt x="1024" y="3234"/>
                      <a:pt x="1025" y="3238"/>
                      <a:pt x="1021" y="3242"/>
                    </a:cubicBezTo>
                    <a:cubicBezTo>
                      <a:pt x="1019" y="3244"/>
                      <a:pt x="1013" y="3247"/>
                      <a:pt x="1015" y="3252"/>
                    </a:cubicBezTo>
                    <a:cubicBezTo>
                      <a:pt x="1017" y="3254"/>
                      <a:pt x="1021" y="3255"/>
                      <a:pt x="1024" y="3256"/>
                    </a:cubicBezTo>
                    <a:cubicBezTo>
                      <a:pt x="1027" y="3256"/>
                      <a:pt x="1030" y="3255"/>
                      <a:pt x="1033" y="3256"/>
                    </a:cubicBezTo>
                    <a:cubicBezTo>
                      <a:pt x="1035" y="3257"/>
                      <a:pt x="1036" y="3258"/>
                      <a:pt x="1038" y="3258"/>
                    </a:cubicBezTo>
                    <a:cubicBezTo>
                      <a:pt x="1040" y="3259"/>
                      <a:pt x="1042" y="3260"/>
                      <a:pt x="1044" y="3261"/>
                    </a:cubicBezTo>
                    <a:cubicBezTo>
                      <a:pt x="1046" y="3263"/>
                      <a:pt x="1047" y="3265"/>
                      <a:pt x="1049" y="3266"/>
                    </a:cubicBezTo>
                    <a:cubicBezTo>
                      <a:pt x="1053" y="3268"/>
                      <a:pt x="1055" y="3272"/>
                      <a:pt x="1055" y="3277"/>
                    </a:cubicBezTo>
                    <a:cubicBezTo>
                      <a:pt x="1055" y="3279"/>
                      <a:pt x="1055" y="3281"/>
                      <a:pt x="1054" y="3283"/>
                    </a:cubicBezTo>
                    <a:cubicBezTo>
                      <a:pt x="1053" y="3284"/>
                      <a:pt x="1051" y="3285"/>
                      <a:pt x="1050" y="3286"/>
                    </a:cubicBezTo>
                    <a:cubicBezTo>
                      <a:pt x="1048" y="3288"/>
                      <a:pt x="1047" y="3289"/>
                      <a:pt x="1047" y="3292"/>
                    </a:cubicBezTo>
                    <a:cubicBezTo>
                      <a:pt x="1047" y="3295"/>
                      <a:pt x="1048" y="3300"/>
                      <a:pt x="1051" y="3302"/>
                    </a:cubicBezTo>
                    <a:cubicBezTo>
                      <a:pt x="1054" y="3304"/>
                      <a:pt x="1058" y="3305"/>
                      <a:pt x="1061" y="3306"/>
                    </a:cubicBezTo>
                    <a:cubicBezTo>
                      <a:pt x="1065" y="3308"/>
                      <a:pt x="1069" y="3308"/>
                      <a:pt x="1073" y="3311"/>
                    </a:cubicBezTo>
                    <a:cubicBezTo>
                      <a:pt x="1077" y="3313"/>
                      <a:pt x="1081" y="3314"/>
                      <a:pt x="1084" y="3317"/>
                    </a:cubicBezTo>
                    <a:cubicBezTo>
                      <a:pt x="1087" y="3319"/>
                      <a:pt x="1088" y="3321"/>
                      <a:pt x="1090" y="3324"/>
                    </a:cubicBezTo>
                    <a:cubicBezTo>
                      <a:pt x="1096" y="3338"/>
                      <a:pt x="1111" y="3343"/>
                      <a:pt x="1123" y="3351"/>
                    </a:cubicBezTo>
                    <a:cubicBezTo>
                      <a:pt x="1125" y="3352"/>
                      <a:pt x="1126" y="3355"/>
                      <a:pt x="1128" y="3356"/>
                    </a:cubicBezTo>
                    <a:cubicBezTo>
                      <a:pt x="1130" y="3358"/>
                      <a:pt x="1132" y="3360"/>
                      <a:pt x="1133" y="3362"/>
                    </a:cubicBezTo>
                    <a:cubicBezTo>
                      <a:pt x="1134" y="3363"/>
                      <a:pt x="1135" y="3364"/>
                      <a:pt x="1135" y="3366"/>
                    </a:cubicBezTo>
                    <a:cubicBezTo>
                      <a:pt x="1135" y="3367"/>
                      <a:pt x="1134" y="3369"/>
                      <a:pt x="1134" y="3370"/>
                    </a:cubicBezTo>
                    <a:cubicBezTo>
                      <a:pt x="1134" y="3371"/>
                      <a:pt x="1134" y="3373"/>
                      <a:pt x="1133" y="3374"/>
                    </a:cubicBezTo>
                    <a:cubicBezTo>
                      <a:pt x="1132" y="3377"/>
                      <a:pt x="1129" y="3377"/>
                      <a:pt x="1126" y="3380"/>
                    </a:cubicBezTo>
                    <a:cubicBezTo>
                      <a:pt x="1124" y="3383"/>
                      <a:pt x="1125" y="3389"/>
                      <a:pt x="1126" y="3393"/>
                    </a:cubicBezTo>
                    <a:cubicBezTo>
                      <a:pt x="1126" y="3397"/>
                      <a:pt x="1130" y="3399"/>
                      <a:pt x="1132" y="3402"/>
                    </a:cubicBezTo>
                    <a:cubicBezTo>
                      <a:pt x="1136" y="3405"/>
                      <a:pt x="1137" y="3410"/>
                      <a:pt x="1138" y="3415"/>
                    </a:cubicBezTo>
                    <a:cubicBezTo>
                      <a:pt x="1139" y="3419"/>
                      <a:pt x="1140" y="3423"/>
                      <a:pt x="1140" y="3428"/>
                    </a:cubicBezTo>
                    <a:cubicBezTo>
                      <a:pt x="1140" y="3432"/>
                      <a:pt x="1141" y="3435"/>
                      <a:pt x="1140" y="3438"/>
                    </a:cubicBezTo>
                    <a:cubicBezTo>
                      <a:pt x="1140" y="3441"/>
                      <a:pt x="1140" y="3445"/>
                      <a:pt x="1139" y="3447"/>
                    </a:cubicBezTo>
                    <a:cubicBezTo>
                      <a:pt x="1139" y="3448"/>
                      <a:pt x="1139" y="3449"/>
                      <a:pt x="1138" y="3449"/>
                    </a:cubicBezTo>
                    <a:cubicBezTo>
                      <a:pt x="1138" y="3450"/>
                      <a:pt x="1139" y="3451"/>
                      <a:pt x="1140" y="3452"/>
                    </a:cubicBezTo>
                    <a:cubicBezTo>
                      <a:pt x="1140" y="3452"/>
                      <a:pt x="1141" y="3452"/>
                      <a:pt x="1141" y="3452"/>
                    </a:cubicBezTo>
                    <a:cubicBezTo>
                      <a:pt x="1142" y="3453"/>
                      <a:pt x="1142" y="3453"/>
                      <a:pt x="1143" y="3454"/>
                    </a:cubicBezTo>
                    <a:cubicBezTo>
                      <a:pt x="1143" y="3454"/>
                      <a:pt x="1144" y="3455"/>
                      <a:pt x="1144" y="3455"/>
                    </a:cubicBezTo>
                    <a:cubicBezTo>
                      <a:pt x="1146" y="3457"/>
                      <a:pt x="1148" y="3459"/>
                      <a:pt x="1150" y="3460"/>
                    </a:cubicBezTo>
                    <a:cubicBezTo>
                      <a:pt x="1153" y="3463"/>
                      <a:pt x="1157" y="3465"/>
                      <a:pt x="1161" y="3466"/>
                    </a:cubicBezTo>
                    <a:cubicBezTo>
                      <a:pt x="1163" y="3467"/>
                      <a:pt x="1166" y="3467"/>
                      <a:pt x="1168" y="3468"/>
                    </a:cubicBezTo>
                    <a:cubicBezTo>
                      <a:pt x="1170" y="3468"/>
                      <a:pt x="1172" y="3469"/>
                      <a:pt x="1175" y="3469"/>
                    </a:cubicBezTo>
                    <a:cubicBezTo>
                      <a:pt x="1179" y="3469"/>
                      <a:pt x="1184" y="3469"/>
                      <a:pt x="1188" y="3467"/>
                    </a:cubicBezTo>
                    <a:cubicBezTo>
                      <a:pt x="1190" y="3467"/>
                      <a:pt x="1192" y="3467"/>
                      <a:pt x="1194" y="3466"/>
                    </a:cubicBezTo>
                    <a:cubicBezTo>
                      <a:pt x="1196" y="3466"/>
                      <a:pt x="1198" y="3465"/>
                      <a:pt x="1200" y="3466"/>
                    </a:cubicBezTo>
                    <a:cubicBezTo>
                      <a:pt x="1204" y="3466"/>
                      <a:pt x="1208" y="3471"/>
                      <a:pt x="1210" y="3475"/>
                    </a:cubicBezTo>
                    <a:cubicBezTo>
                      <a:pt x="1213" y="3479"/>
                      <a:pt x="1215" y="3484"/>
                      <a:pt x="1221" y="3482"/>
                    </a:cubicBezTo>
                    <a:cubicBezTo>
                      <a:pt x="1224" y="3480"/>
                      <a:pt x="1227" y="3478"/>
                      <a:pt x="1231" y="3476"/>
                    </a:cubicBezTo>
                    <a:cubicBezTo>
                      <a:pt x="1234" y="3475"/>
                      <a:pt x="1239" y="3474"/>
                      <a:pt x="1242" y="3476"/>
                    </a:cubicBezTo>
                    <a:cubicBezTo>
                      <a:pt x="1244" y="3476"/>
                      <a:pt x="1246" y="3478"/>
                      <a:pt x="1247" y="3479"/>
                    </a:cubicBezTo>
                    <a:cubicBezTo>
                      <a:pt x="1247" y="3479"/>
                      <a:pt x="1248" y="3480"/>
                      <a:pt x="1248" y="3481"/>
                    </a:cubicBezTo>
                    <a:cubicBezTo>
                      <a:pt x="1249" y="3482"/>
                      <a:pt x="1249" y="3482"/>
                      <a:pt x="1249" y="3483"/>
                    </a:cubicBezTo>
                    <a:cubicBezTo>
                      <a:pt x="1250" y="3483"/>
                      <a:pt x="1249" y="3483"/>
                      <a:pt x="1249" y="3483"/>
                    </a:cubicBezTo>
                    <a:cubicBezTo>
                      <a:pt x="1253" y="3486"/>
                      <a:pt x="1257" y="3484"/>
                      <a:pt x="1262" y="3484"/>
                    </a:cubicBezTo>
                    <a:cubicBezTo>
                      <a:pt x="1264" y="3484"/>
                      <a:pt x="1266" y="3485"/>
                      <a:pt x="1269" y="3486"/>
                    </a:cubicBezTo>
                    <a:cubicBezTo>
                      <a:pt x="1275" y="3487"/>
                      <a:pt x="1280" y="3487"/>
                      <a:pt x="1284" y="3494"/>
                    </a:cubicBezTo>
                    <a:cubicBezTo>
                      <a:pt x="1287" y="3499"/>
                      <a:pt x="1288" y="3507"/>
                      <a:pt x="1289" y="3513"/>
                    </a:cubicBezTo>
                    <a:cubicBezTo>
                      <a:pt x="1291" y="3521"/>
                      <a:pt x="1291" y="3530"/>
                      <a:pt x="1291" y="3538"/>
                    </a:cubicBezTo>
                    <a:cubicBezTo>
                      <a:pt x="1291" y="3544"/>
                      <a:pt x="1291" y="3550"/>
                      <a:pt x="1290" y="3556"/>
                    </a:cubicBezTo>
                    <a:cubicBezTo>
                      <a:pt x="1290" y="3563"/>
                      <a:pt x="1290" y="3569"/>
                      <a:pt x="1290" y="3575"/>
                    </a:cubicBezTo>
                    <a:cubicBezTo>
                      <a:pt x="1291" y="3581"/>
                      <a:pt x="1292" y="3586"/>
                      <a:pt x="1295" y="3591"/>
                    </a:cubicBezTo>
                    <a:cubicBezTo>
                      <a:pt x="1297" y="3595"/>
                      <a:pt x="1300" y="3599"/>
                      <a:pt x="1302" y="3602"/>
                    </a:cubicBezTo>
                    <a:cubicBezTo>
                      <a:pt x="1304" y="3605"/>
                      <a:pt x="1305" y="3608"/>
                      <a:pt x="1308" y="3610"/>
                    </a:cubicBezTo>
                    <a:cubicBezTo>
                      <a:pt x="1311" y="3612"/>
                      <a:pt x="1314" y="3615"/>
                      <a:pt x="1317" y="3616"/>
                    </a:cubicBezTo>
                    <a:cubicBezTo>
                      <a:pt x="1321" y="3617"/>
                      <a:pt x="1323" y="3617"/>
                      <a:pt x="1327" y="3616"/>
                    </a:cubicBezTo>
                    <a:cubicBezTo>
                      <a:pt x="1331" y="3615"/>
                      <a:pt x="1334" y="3616"/>
                      <a:pt x="1336" y="3620"/>
                    </a:cubicBezTo>
                    <a:cubicBezTo>
                      <a:pt x="1338" y="3623"/>
                      <a:pt x="1337" y="3629"/>
                      <a:pt x="1341" y="3632"/>
                    </a:cubicBezTo>
                    <a:cubicBezTo>
                      <a:pt x="1343" y="3634"/>
                      <a:pt x="1347" y="3632"/>
                      <a:pt x="1350" y="3631"/>
                    </a:cubicBezTo>
                    <a:cubicBezTo>
                      <a:pt x="1352" y="3629"/>
                      <a:pt x="1353" y="3628"/>
                      <a:pt x="1355" y="3626"/>
                    </a:cubicBezTo>
                    <a:cubicBezTo>
                      <a:pt x="1357" y="3625"/>
                      <a:pt x="1357" y="3625"/>
                      <a:pt x="1360" y="3625"/>
                    </a:cubicBezTo>
                    <a:cubicBezTo>
                      <a:pt x="1363" y="3624"/>
                      <a:pt x="1367" y="3624"/>
                      <a:pt x="1371" y="3624"/>
                    </a:cubicBezTo>
                    <a:cubicBezTo>
                      <a:pt x="1372" y="3624"/>
                      <a:pt x="1374" y="3624"/>
                      <a:pt x="1375" y="3624"/>
                    </a:cubicBezTo>
                    <a:cubicBezTo>
                      <a:pt x="1378" y="3624"/>
                      <a:pt x="1381" y="3623"/>
                      <a:pt x="1385" y="3623"/>
                    </a:cubicBezTo>
                    <a:cubicBezTo>
                      <a:pt x="1387" y="3623"/>
                      <a:pt x="1388" y="3622"/>
                      <a:pt x="1390" y="3623"/>
                    </a:cubicBezTo>
                    <a:cubicBezTo>
                      <a:pt x="1394" y="3625"/>
                      <a:pt x="1398" y="3630"/>
                      <a:pt x="1399" y="3635"/>
                    </a:cubicBezTo>
                    <a:cubicBezTo>
                      <a:pt x="1400" y="3639"/>
                      <a:pt x="1403" y="3642"/>
                      <a:pt x="1402" y="3646"/>
                    </a:cubicBezTo>
                    <a:cubicBezTo>
                      <a:pt x="1402" y="3650"/>
                      <a:pt x="1401" y="3652"/>
                      <a:pt x="1399" y="3655"/>
                    </a:cubicBezTo>
                    <a:cubicBezTo>
                      <a:pt x="1397" y="3658"/>
                      <a:pt x="1396" y="3663"/>
                      <a:pt x="1397" y="3666"/>
                    </a:cubicBezTo>
                    <a:cubicBezTo>
                      <a:pt x="1397" y="3669"/>
                      <a:pt x="1401" y="3671"/>
                      <a:pt x="1403" y="3672"/>
                    </a:cubicBezTo>
                    <a:cubicBezTo>
                      <a:pt x="1406" y="3674"/>
                      <a:pt x="1411" y="3673"/>
                      <a:pt x="1414" y="3674"/>
                    </a:cubicBezTo>
                    <a:cubicBezTo>
                      <a:pt x="1417" y="3675"/>
                      <a:pt x="1421" y="3675"/>
                      <a:pt x="1423" y="3677"/>
                    </a:cubicBezTo>
                    <a:cubicBezTo>
                      <a:pt x="1427" y="3679"/>
                      <a:pt x="1432" y="3683"/>
                      <a:pt x="1434" y="3687"/>
                    </a:cubicBezTo>
                    <a:cubicBezTo>
                      <a:pt x="1437" y="3691"/>
                      <a:pt x="1439" y="3696"/>
                      <a:pt x="1441" y="3700"/>
                    </a:cubicBezTo>
                    <a:cubicBezTo>
                      <a:pt x="1444" y="3704"/>
                      <a:pt x="1446" y="3707"/>
                      <a:pt x="1451" y="3709"/>
                    </a:cubicBezTo>
                    <a:cubicBezTo>
                      <a:pt x="1454" y="3710"/>
                      <a:pt x="1457" y="3713"/>
                      <a:pt x="1460" y="3714"/>
                    </a:cubicBezTo>
                    <a:cubicBezTo>
                      <a:pt x="1463" y="3714"/>
                      <a:pt x="1467" y="3714"/>
                      <a:pt x="1468" y="3712"/>
                    </a:cubicBezTo>
                    <a:cubicBezTo>
                      <a:pt x="1470" y="3708"/>
                      <a:pt x="1470" y="3704"/>
                      <a:pt x="1472" y="3701"/>
                    </a:cubicBezTo>
                    <a:cubicBezTo>
                      <a:pt x="1474" y="3699"/>
                      <a:pt x="1477" y="3697"/>
                      <a:pt x="1480" y="3697"/>
                    </a:cubicBezTo>
                    <a:cubicBezTo>
                      <a:pt x="1484" y="3696"/>
                      <a:pt x="1487" y="3699"/>
                      <a:pt x="1491" y="3700"/>
                    </a:cubicBezTo>
                    <a:cubicBezTo>
                      <a:pt x="1495" y="3700"/>
                      <a:pt x="1498" y="3699"/>
                      <a:pt x="1501" y="3700"/>
                    </a:cubicBezTo>
                    <a:cubicBezTo>
                      <a:pt x="1505" y="3700"/>
                      <a:pt x="1508" y="3701"/>
                      <a:pt x="1511" y="3701"/>
                    </a:cubicBezTo>
                    <a:cubicBezTo>
                      <a:pt x="1515" y="3701"/>
                      <a:pt x="1519" y="3701"/>
                      <a:pt x="1523" y="3702"/>
                    </a:cubicBezTo>
                    <a:cubicBezTo>
                      <a:pt x="1526" y="3703"/>
                      <a:pt x="1529" y="3703"/>
                      <a:pt x="1531" y="3704"/>
                    </a:cubicBezTo>
                    <a:cubicBezTo>
                      <a:pt x="1533" y="3704"/>
                      <a:pt x="1535" y="3705"/>
                      <a:pt x="1537" y="3706"/>
                    </a:cubicBezTo>
                    <a:cubicBezTo>
                      <a:pt x="1541" y="3707"/>
                      <a:pt x="1543" y="3702"/>
                      <a:pt x="1546" y="3700"/>
                    </a:cubicBezTo>
                    <a:cubicBezTo>
                      <a:pt x="1549" y="3698"/>
                      <a:pt x="1552" y="3697"/>
                      <a:pt x="1556" y="3697"/>
                    </a:cubicBezTo>
                    <a:cubicBezTo>
                      <a:pt x="1557" y="3697"/>
                      <a:pt x="1559" y="3697"/>
                      <a:pt x="1561" y="3697"/>
                    </a:cubicBezTo>
                    <a:cubicBezTo>
                      <a:pt x="1562" y="3697"/>
                      <a:pt x="1564" y="3698"/>
                      <a:pt x="1565" y="3699"/>
                    </a:cubicBezTo>
                    <a:cubicBezTo>
                      <a:pt x="1568" y="3700"/>
                      <a:pt x="1571" y="3701"/>
                      <a:pt x="1574" y="3702"/>
                    </a:cubicBezTo>
                    <a:cubicBezTo>
                      <a:pt x="1577" y="3704"/>
                      <a:pt x="1580" y="3704"/>
                      <a:pt x="1583" y="3703"/>
                    </a:cubicBezTo>
                    <a:cubicBezTo>
                      <a:pt x="1586" y="3701"/>
                      <a:pt x="1588" y="3698"/>
                      <a:pt x="1591" y="3696"/>
                    </a:cubicBezTo>
                    <a:cubicBezTo>
                      <a:pt x="1593" y="3693"/>
                      <a:pt x="1596" y="3691"/>
                      <a:pt x="1598" y="3688"/>
                    </a:cubicBezTo>
                    <a:cubicBezTo>
                      <a:pt x="1600" y="3685"/>
                      <a:pt x="1602" y="3681"/>
                      <a:pt x="1605" y="3681"/>
                    </a:cubicBezTo>
                    <a:cubicBezTo>
                      <a:pt x="1609" y="3681"/>
                      <a:pt x="1612" y="3683"/>
                      <a:pt x="1615" y="3683"/>
                    </a:cubicBezTo>
                    <a:cubicBezTo>
                      <a:pt x="1617" y="3683"/>
                      <a:pt x="1619" y="3684"/>
                      <a:pt x="1620" y="3683"/>
                    </a:cubicBezTo>
                    <a:cubicBezTo>
                      <a:pt x="1625" y="3681"/>
                      <a:pt x="1628" y="3677"/>
                      <a:pt x="1631" y="3673"/>
                    </a:cubicBezTo>
                    <a:cubicBezTo>
                      <a:pt x="1633" y="3668"/>
                      <a:pt x="1638" y="3672"/>
                      <a:pt x="1639" y="3676"/>
                    </a:cubicBezTo>
                    <a:cubicBezTo>
                      <a:pt x="1641" y="3681"/>
                      <a:pt x="1640" y="3686"/>
                      <a:pt x="1641" y="3691"/>
                    </a:cubicBezTo>
                    <a:cubicBezTo>
                      <a:pt x="1643" y="3696"/>
                      <a:pt x="1648" y="3696"/>
                      <a:pt x="1652" y="3695"/>
                    </a:cubicBezTo>
                    <a:cubicBezTo>
                      <a:pt x="1657" y="3694"/>
                      <a:pt x="1659" y="3690"/>
                      <a:pt x="1663" y="3688"/>
                    </a:cubicBezTo>
                    <a:cubicBezTo>
                      <a:pt x="1669" y="3685"/>
                      <a:pt x="1670" y="3693"/>
                      <a:pt x="1673" y="3696"/>
                    </a:cubicBezTo>
                    <a:cubicBezTo>
                      <a:pt x="1676" y="3700"/>
                      <a:pt x="1681" y="3701"/>
                      <a:pt x="1686" y="3702"/>
                    </a:cubicBezTo>
                    <a:cubicBezTo>
                      <a:pt x="1689" y="3703"/>
                      <a:pt x="1695" y="3707"/>
                      <a:pt x="1697" y="3704"/>
                    </a:cubicBezTo>
                    <a:cubicBezTo>
                      <a:pt x="1698" y="3702"/>
                      <a:pt x="1697" y="3698"/>
                      <a:pt x="1697" y="3696"/>
                    </a:cubicBezTo>
                    <a:cubicBezTo>
                      <a:pt x="1697" y="3693"/>
                      <a:pt x="1696" y="3690"/>
                      <a:pt x="1697" y="3688"/>
                    </a:cubicBezTo>
                    <a:cubicBezTo>
                      <a:pt x="1698" y="3685"/>
                      <a:pt x="1699" y="3684"/>
                      <a:pt x="1701" y="3686"/>
                    </a:cubicBezTo>
                    <a:cubicBezTo>
                      <a:pt x="1703" y="3688"/>
                      <a:pt x="1705" y="3692"/>
                      <a:pt x="1706" y="3695"/>
                    </a:cubicBezTo>
                    <a:cubicBezTo>
                      <a:pt x="1706" y="3698"/>
                      <a:pt x="1707" y="3701"/>
                      <a:pt x="1708" y="3704"/>
                    </a:cubicBezTo>
                    <a:cubicBezTo>
                      <a:pt x="1709" y="3707"/>
                      <a:pt x="1710" y="3710"/>
                      <a:pt x="1711" y="3713"/>
                    </a:cubicBezTo>
                    <a:cubicBezTo>
                      <a:pt x="1711" y="3715"/>
                      <a:pt x="1710" y="3718"/>
                      <a:pt x="1712" y="3720"/>
                    </a:cubicBezTo>
                    <a:cubicBezTo>
                      <a:pt x="1714" y="3722"/>
                      <a:pt x="1716" y="3721"/>
                      <a:pt x="1718" y="3720"/>
                    </a:cubicBezTo>
                    <a:cubicBezTo>
                      <a:pt x="1722" y="3718"/>
                      <a:pt x="1725" y="3713"/>
                      <a:pt x="1728" y="3710"/>
                    </a:cubicBezTo>
                    <a:cubicBezTo>
                      <a:pt x="1730" y="3709"/>
                      <a:pt x="1732" y="3708"/>
                      <a:pt x="1733" y="3706"/>
                    </a:cubicBezTo>
                    <a:cubicBezTo>
                      <a:pt x="1735" y="3704"/>
                      <a:pt x="1736" y="3702"/>
                      <a:pt x="1738" y="3699"/>
                    </a:cubicBezTo>
                    <a:cubicBezTo>
                      <a:pt x="1739" y="3698"/>
                      <a:pt x="1741" y="3695"/>
                      <a:pt x="1743" y="3695"/>
                    </a:cubicBezTo>
                    <a:cubicBezTo>
                      <a:pt x="1746" y="3693"/>
                      <a:pt x="1746" y="3696"/>
                      <a:pt x="1746" y="3698"/>
                    </a:cubicBezTo>
                    <a:cubicBezTo>
                      <a:pt x="1744" y="3704"/>
                      <a:pt x="1742" y="3708"/>
                      <a:pt x="1738" y="3713"/>
                    </a:cubicBezTo>
                    <a:cubicBezTo>
                      <a:pt x="1736" y="3716"/>
                      <a:pt x="1734" y="3722"/>
                      <a:pt x="1735" y="3726"/>
                    </a:cubicBezTo>
                    <a:cubicBezTo>
                      <a:pt x="1737" y="3731"/>
                      <a:pt x="1742" y="3734"/>
                      <a:pt x="1747" y="3738"/>
                    </a:cubicBezTo>
                    <a:cubicBezTo>
                      <a:pt x="1750" y="3742"/>
                      <a:pt x="1754" y="3743"/>
                      <a:pt x="1759" y="3741"/>
                    </a:cubicBezTo>
                    <a:cubicBezTo>
                      <a:pt x="1761" y="3739"/>
                      <a:pt x="1766" y="3731"/>
                      <a:pt x="1770" y="3734"/>
                    </a:cubicBezTo>
                    <a:cubicBezTo>
                      <a:pt x="1772" y="3735"/>
                      <a:pt x="1771" y="3738"/>
                      <a:pt x="1770" y="3740"/>
                    </a:cubicBezTo>
                    <a:cubicBezTo>
                      <a:pt x="1770" y="3745"/>
                      <a:pt x="1764" y="3750"/>
                      <a:pt x="1761" y="3754"/>
                    </a:cubicBezTo>
                    <a:cubicBezTo>
                      <a:pt x="1756" y="3759"/>
                      <a:pt x="1749" y="3762"/>
                      <a:pt x="1742" y="3759"/>
                    </a:cubicBezTo>
                    <a:cubicBezTo>
                      <a:pt x="1739" y="3757"/>
                      <a:pt x="1737" y="3756"/>
                      <a:pt x="1734" y="3754"/>
                    </a:cubicBezTo>
                    <a:cubicBezTo>
                      <a:pt x="1731" y="3752"/>
                      <a:pt x="1727" y="3751"/>
                      <a:pt x="1724" y="3748"/>
                    </a:cubicBezTo>
                    <a:cubicBezTo>
                      <a:pt x="1722" y="3744"/>
                      <a:pt x="1719" y="3743"/>
                      <a:pt x="1716" y="3741"/>
                    </a:cubicBezTo>
                    <a:cubicBezTo>
                      <a:pt x="1714" y="3739"/>
                      <a:pt x="1711" y="3738"/>
                      <a:pt x="1709" y="3736"/>
                    </a:cubicBezTo>
                    <a:cubicBezTo>
                      <a:pt x="1708" y="3735"/>
                      <a:pt x="1708" y="3734"/>
                      <a:pt x="1706" y="3733"/>
                    </a:cubicBezTo>
                    <a:cubicBezTo>
                      <a:pt x="1705" y="3732"/>
                      <a:pt x="1703" y="3732"/>
                      <a:pt x="1702" y="3731"/>
                    </a:cubicBezTo>
                    <a:cubicBezTo>
                      <a:pt x="1700" y="3730"/>
                      <a:pt x="1699" y="3728"/>
                      <a:pt x="1697" y="3726"/>
                    </a:cubicBezTo>
                    <a:cubicBezTo>
                      <a:pt x="1694" y="3723"/>
                      <a:pt x="1691" y="3722"/>
                      <a:pt x="1688" y="3720"/>
                    </a:cubicBezTo>
                    <a:cubicBezTo>
                      <a:pt x="1685" y="3718"/>
                      <a:pt x="1682" y="3715"/>
                      <a:pt x="1679" y="3713"/>
                    </a:cubicBezTo>
                    <a:cubicBezTo>
                      <a:pt x="1678" y="3712"/>
                      <a:pt x="1676" y="3712"/>
                      <a:pt x="1674" y="3711"/>
                    </a:cubicBezTo>
                    <a:cubicBezTo>
                      <a:pt x="1672" y="3710"/>
                      <a:pt x="1671" y="3708"/>
                      <a:pt x="1669" y="3708"/>
                    </a:cubicBezTo>
                    <a:cubicBezTo>
                      <a:pt x="1665" y="3707"/>
                      <a:pt x="1662" y="3705"/>
                      <a:pt x="1658" y="3704"/>
                    </a:cubicBezTo>
                    <a:cubicBezTo>
                      <a:pt x="1654" y="3704"/>
                      <a:pt x="1650" y="3703"/>
                      <a:pt x="1646" y="3701"/>
                    </a:cubicBezTo>
                    <a:cubicBezTo>
                      <a:pt x="1643" y="3700"/>
                      <a:pt x="1642" y="3696"/>
                      <a:pt x="1638" y="3695"/>
                    </a:cubicBezTo>
                    <a:cubicBezTo>
                      <a:pt x="1635" y="3694"/>
                      <a:pt x="1630" y="3693"/>
                      <a:pt x="1627" y="3691"/>
                    </a:cubicBezTo>
                    <a:cubicBezTo>
                      <a:pt x="1626" y="3691"/>
                      <a:pt x="1625" y="3690"/>
                      <a:pt x="1624" y="3689"/>
                    </a:cubicBezTo>
                    <a:cubicBezTo>
                      <a:pt x="1623" y="3688"/>
                      <a:pt x="1623" y="3688"/>
                      <a:pt x="1622" y="3687"/>
                    </a:cubicBezTo>
                    <a:cubicBezTo>
                      <a:pt x="1622" y="3687"/>
                      <a:pt x="1621" y="3687"/>
                      <a:pt x="1621" y="3687"/>
                    </a:cubicBezTo>
                    <a:cubicBezTo>
                      <a:pt x="1620" y="3687"/>
                      <a:pt x="1621" y="3687"/>
                      <a:pt x="1621" y="3687"/>
                    </a:cubicBezTo>
                    <a:cubicBezTo>
                      <a:pt x="1618" y="3686"/>
                      <a:pt x="1615" y="3684"/>
                      <a:pt x="1612" y="3684"/>
                    </a:cubicBezTo>
                    <a:cubicBezTo>
                      <a:pt x="1609" y="3684"/>
                      <a:pt x="1606" y="3685"/>
                      <a:pt x="1604" y="3686"/>
                    </a:cubicBezTo>
                    <a:cubicBezTo>
                      <a:pt x="1600" y="3690"/>
                      <a:pt x="1598" y="3695"/>
                      <a:pt x="1595" y="3700"/>
                    </a:cubicBezTo>
                    <a:cubicBezTo>
                      <a:pt x="1593" y="3705"/>
                      <a:pt x="1587" y="3708"/>
                      <a:pt x="1582" y="3708"/>
                    </a:cubicBezTo>
                    <a:cubicBezTo>
                      <a:pt x="1579" y="3708"/>
                      <a:pt x="1577" y="3708"/>
                      <a:pt x="1575" y="3707"/>
                    </a:cubicBezTo>
                    <a:cubicBezTo>
                      <a:pt x="1574" y="3707"/>
                      <a:pt x="1573" y="3707"/>
                      <a:pt x="1572" y="3707"/>
                    </a:cubicBezTo>
                    <a:cubicBezTo>
                      <a:pt x="1571" y="3706"/>
                      <a:pt x="1571" y="3706"/>
                      <a:pt x="1570" y="3706"/>
                    </a:cubicBezTo>
                    <a:cubicBezTo>
                      <a:pt x="1569" y="3704"/>
                      <a:pt x="1567" y="3704"/>
                      <a:pt x="1565" y="3703"/>
                    </a:cubicBezTo>
                    <a:cubicBezTo>
                      <a:pt x="1562" y="3701"/>
                      <a:pt x="1560" y="3700"/>
                      <a:pt x="1557" y="3700"/>
                    </a:cubicBezTo>
                    <a:cubicBezTo>
                      <a:pt x="1553" y="3700"/>
                      <a:pt x="1549" y="3704"/>
                      <a:pt x="1546" y="3707"/>
                    </a:cubicBezTo>
                    <a:cubicBezTo>
                      <a:pt x="1543" y="3710"/>
                      <a:pt x="1540" y="3712"/>
                      <a:pt x="1536" y="3710"/>
                    </a:cubicBezTo>
                    <a:cubicBezTo>
                      <a:pt x="1532" y="3708"/>
                      <a:pt x="1530" y="3705"/>
                      <a:pt x="1525" y="3705"/>
                    </a:cubicBezTo>
                    <a:cubicBezTo>
                      <a:pt x="1519" y="3705"/>
                      <a:pt x="1514" y="3706"/>
                      <a:pt x="1508" y="3705"/>
                    </a:cubicBezTo>
                    <a:cubicBezTo>
                      <a:pt x="1504" y="3704"/>
                      <a:pt x="1499" y="3702"/>
                      <a:pt x="1495" y="3704"/>
                    </a:cubicBezTo>
                    <a:cubicBezTo>
                      <a:pt x="1491" y="3706"/>
                      <a:pt x="1488" y="3711"/>
                      <a:pt x="1488" y="3715"/>
                    </a:cubicBezTo>
                    <a:cubicBezTo>
                      <a:pt x="1488" y="3720"/>
                      <a:pt x="1490" y="3723"/>
                      <a:pt x="1493" y="3726"/>
                    </a:cubicBezTo>
                    <a:cubicBezTo>
                      <a:pt x="1500" y="3734"/>
                      <a:pt x="1504" y="3743"/>
                      <a:pt x="1506" y="3754"/>
                    </a:cubicBezTo>
                    <a:cubicBezTo>
                      <a:pt x="1506" y="3759"/>
                      <a:pt x="1506" y="3764"/>
                      <a:pt x="1506" y="3770"/>
                    </a:cubicBezTo>
                    <a:cubicBezTo>
                      <a:pt x="1506" y="3775"/>
                      <a:pt x="1507" y="3780"/>
                      <a:pt x="1507" y="3786"/>
                    </a:cubicBezTo>
                    <a:cubicBezTo>
                      <a:pt x="1508" y="3797"/>
                      <a:pt x="1506" y="3808"/>
                      <a:pt x="1497" y="3815"/>
                    </a:cubicBezTo>
                    <a:cubicBezTo>
                      <a:pt x="1494" y="3817"/>
                      <a:pt x="1490" y="3818"/>
                      <a:pt x="1489" y="3822"/>
                    </a:cubicBezTo>
                    <a:cubicBezTo>
                      <a:pt x="1489" y="3826"/>
                      <a:pt x="1492" y="3829"/>
                      <a:pt x="1495" y="3832"/>
                    </a:cubicBezTo>
                    <a:cubicBezTo>
                      <a:pt x="1497" y="3835"/>
                      <a:pt x="1500" y="3836"/>
                      <a:pt x="1503" y="3837"/>
                    </a:cubicBezTo>
                    <a:cubicBezTo>
                      <a:pt x="1506" y="3839"/>
                      <a:pt x="1509" y="3842"/>
                      <a:pt x="1512" y="3842"/>
                    </a:cubicBezTo>
                    <a:cubicBezTo>
                      <a:pt x="1514" y="3843"/>
                      <a:pt x="1516" y="3843"/>
                      <a:pt x="1519" y="3844"/>
                    </a:cubicBezTo>
                    <a:cubicBezTo>
                      <a:pt x="1520" y="3844"/>
                      <a:pt x="1522" y="3845"/>
                      <a:pt x="1523" y="3845"/>
                    </a:cubicBezTo>
                    <a:cubicBezTo>
                      <a:pt x="1527" y="3846"/>
                      <a:pt x="1531" y="3846"/>
                      <a:pt x="1535" y="3848"/>
                    </a:cubicBezTo>
                    <a:cubicBezTo>
                      <a:pt x="1539" y="3849"/>
                      <a:pt x="1543" y="3849"/>
                      <a:pt x="1548" y="3851"/>
                    </a:cubicBezTo>
                    <a:cubicBezTo>
                      <a:pt x="1551" y="3851"/>
                      <a:pt x="1554" y="3853"/>
                      <a:pt x="1556" y="3856"/>
                    </a:cubicBezTo>
                    <a:cubicBezTo>
                      <a:pt x="1557" y="3858"/>
                      <a:pt x="1559" y="3859"/>
                      <a:pt x="1559" y="3861"/>
                    </a:cubicBezTo>
                    <a:cubicBezTo>
                      <a:pt x="1560" y="3863"/>
                      <a:pt x="1560" y="3864"/>
                      <a:pt x="1561" y="3865"/>
                    </a:cubicBezTo>
                    <a:cubicBezTo>
                      <a:pt x="1565" y="3871"/>
                      <a:pt x="1571" y="3874"/>
                      <a:pt x="1577" y="3877"/>
                    </a:cubicBezTo>
                    <a:cubicBezTo>
                      <a:pt x="1586" y="3880"/>
                      <a:pt x="1594" y="3884"/>
                      <a:pt x="1603" y="3887"/>
                    </a:cubicBezTo>
                    <a:cubicBezTo>
                      <a:pt x="1609" y="3890"/>
                      <a:pt x="1611" y="3898"/>
                      <a:pt x="1617" y="3901"/>
                    </a:cubicBezTo>
                    <a:cubicBezTo>
                      <a:pt x="1618" y="3902"/>
                      <a:pt x="1621" y="3902"/>
                      <a:pt x="1622" y="3903"/>
                    </a:cubicBezTo>
                    <a:cubicBezTo>
                      <a:pt x="1624" y="3904"/>
                      <a:pt x="1625" y="3904"/>
                      <a:pt x="1627" y="3904"/>
                    </a:cubicBezTo>
                    <a:cubicBezTo>
                      <a:pt x="1631" y="3903"/>
                      <a:pt x="1634" y="3904"/>
                      <a:pt x="1637" y="3904"/>
                    </a:cubicBezTo>
                    <a:cubicBezTo>
                      <a:pt x="1641" y="3905"/>
                      <a:pt x="1644" y="3907"/>
                      <a:pt x="1646" y="3909"/>
                    </a:cubicBezTo>
                    <a:cubicBezTo>
                      <a:pt x="1649" y="3912"/>
                      <a:pt x="1653" y="3914"/>
                      <a:pt x="1657" y="3916"/>
                    </a:cubicBezTo>
                    <a:cubicBezTo>
                      <a:pt x="1662" y="3919"/>
                      <a:pt x="1667" y="3922"/>
                      <a:pt x="1672" y="3925"/>
                    </a:cubicBezTo>
                    <a:cubicBezTo>
                      <a:pt x="1675" y="3927"/>
                      <a:pt x="1677" y="3929"/>
                      <a:pt x="1679" y="3932"/>
                    </a:cubicBezTo>
                    <a:cubicBezTo>
                      <a:pt x="1681" y="3934"/>
                      <a:pt x="1683" y="3936"/>
                      <a:pt x="1684" y="3939"/>
                    </a:cubicBezTo>
                    <a:cubicBezTo>
                      <a:pt x="1687" y="3941"/>
                      <a:pt x="1689" y="3943"/>
                      <a:pt x="1691" y="3946"/>
                    </a:cubicBezTo>
                    <a:cubicBezTo>
                      <a:pt x="1693" y="3948"/>
                      <a:pt x="1694" y="3952"/>
                      <a:pt x="1698" y="3951"/>
                    </a:cubicBezTo>
                    <a:cubicBezTo>
                      <a:pt x="1697" y="3949"/>
                      <a:pt x="1696" y="3948"/>
                      <a:pt x="1696" y="3947"/>
                    </a:cubicBezTo>
                    <a:cubicBezTo>
                      <a:pt x="1695" y="3944"/>
                      <a:pt x="1696" y="3943"/>
                      <a:pt x="1699" y="3941"/>
                    </a:cubicBezTo>
                    <a:cubicBezTo>
                      <a:pt x="1702" y="3940"/>
                      <a:pt x="1705" y="3938"/>
                      <a:pt x="1709" y="3938"/>
                    </a:cubicBezTo>
                    <a:cubicBezTo>
                      <a:pt x="1713" y="3938"/>
                      <a:pt x="1716" y="3940"/>
                      <a:pt x="1720" y="3939"/>
                    </a:cubicBezTo>
                    <a:cubicBezTo>
                      <a:pt x="1724" y="3938"/>
                      <a:pt x="1725" y="3935"/>
                      <a:pt x="1728" y="3933"/>
                    </a:cubicBezTo>
                    <a:cubicBezTo>
                      <a:pt x="1731" y="3932"/>
                      <a:pt x="1735" y="3933"/>
                      <a:pt x="1736" y="3936"/>
                    </a:cubicBezTo>
                    <a:cubicBezTo>
                      <a:pt x="1737" y="3940"/>
                      <a:pt x="1735" y="3943"/>
                      <a:pt x="1733" y="3945"/>
                    </a:cubicBezTo>
                    <a:cubicBezTo>
                      <a:pt x="1730" y="3949"/>
                      <a:pt x="1723" y="3955"/>
                      <a:pt x="1729" y="3960"/>
                    </a:cubicBezTo>
                    <a:cubicBezTo>
                      <a:pt x="1732" y="3963"/>
                      <a:pt x="1735" y="3965"/>
                      <a:pt x="1738" y="3966"/>
                    </a:cubicBezTo>
                    <a:cubicBezTo>
                      <a:pt x="1742" y="3967"/>
                      <a:pt x="1744" y="3966"/>
                      <a:pt x="1748" y="3966"/>
                    </a:cubicBezTo>
                    <a:cubicBezTo>
                      <a:pt x="1754" y="3966"/>
                      <a:pt x="1760" y="3971"/>
                      <a:pt x="1760" y="3978"/>
                    </a:cubicBezTo>
                    <a:cubicBezTo>
                      <a:pt x="1760" y="3982"/>
                      <a:pt x="1758" y="3981"/>
                      <a:pt x="1755" y="3980"/>
                    </a:cubicBezTo>
                    <a:cubicBezTo>
                      <a:pt x="1752" y="3979"/>
                      <a:pt x="1750" y="3977"/>
                      <a:pt x="1746" y="3978"/>
                    </a:cubicBezTo>
                    <a:cubicBezTo>
                      <a:pt x="1744" y="3979"/>
                      <a:pt x="1741" y="3980"/>
                      <a:pt x="1738" y="3981"/>
                    </a:cubicBezTo>
                    <a:cubicBezTo>
                      <a:pt x="1735" y="3981"/>
                      <a:pt x="1733" y="3978"/>
                      <a:pt x="1731" y="3977"/>
                    </a:cubicBezTo>
                    <a:cubicBezTo>
                      <a:pt x="1724" y="3975"/>
                      <a:pt x="1726" y="3991"/>
                      <a:pt x="1726" y="3994"/>
                    </a:cubicBezTo>
                    <a:cubicBezTo>
                      <a:pt x="1726" y="3998"/>
                      <a:pt x="1725" y="4002"/>
                      <a:pt x="1725" y="4006"/>
                    </a:cubicBezTo>
                    <a:cubicBezTo>
                      <a:pt x="1725" y="4010"/>
                      <a:pt x="1726" y="4016"/>
                      <a:pt x="1728" y="4020"/>
                    </a:cubicBezTo>
                    <a:cubicBezTo>
                      <a:pt x="1729" y="4023"/>
                      <a:pt x="1730" y="4028"/>
                      <a:pt x="1732" y="4030"/>
                    </a:cubicBezTo>
                    <a:cubicBezTo>
                      <a:pt x="1735" y="4034"/>
                      <a:pt x="1738" y="4036"/>
                      <a:pt x="1742" y="4039"/>
                    </a:cubicBezTo>
                    <a:cubicBezTo>
                      <a:pt x="1743" y="4040"/>
                      <a:pt x="1745" y="4042"/>
                      <a:pt x="1746" y="4044"/>
                    </a:cubicBezTo>
                    <a:cubicBezTo>
                      <a:pt x="1747" y="4045"/>
                      <a:pt x="1748" y="4046"/>
                      <a:pt x="1749" y="4047"/>
                    </a:cubicBezTo>
                    <a:cubicBezTo>
                      <a:pt x="1750" y="4048"/>
                      <a:pt x="1752" y="4050"/>
                      <a:pt x="1751" y="4052"/>
                    </a:cubicBezTo>
                    <a:cubicBezTo>
                      <a:pt x="1751" y="4052"/>
                      <a:pt x="1750" y="4052"/>
                      <a:pt x="1750" y="4053"/>
                    </a:cubicBezTo>
                    <a:cubicBezTo>
                      <a:pt x="1749" y="4053"/>
                      <a:pt x="1749" y="4053"/>
                      <a:pt x="1749" y="4053"/>
                    </a:cubicBezTo>
                    <a:cubicBezTo>
                      <a:pt x="1748" y="4053"/>
                      <a:pt x="1748" y="4053"/>
                      <a:pt x="1748" y="4053"/>
                    </a:cubicBezTo>
                    <a:cubicBezTo>
                      <a:pt x="1747" y="4053"/>
                      <a:pt x="1747" y="4053"/>
                      <a:pt x="1746" y="4053"/>
                    </a:cubicBezTo>
                    <a:cubicBezTo>
                      <a:pt x="1746" y="4053"/>
                      <a:pt x="1745" y="4053"/>
                      <a:pt x="1745" y="4053"/>
                    </a:cubicBezTo>
                    <a:cubicBezTo>
                      <a:pt x="1744" y="4053"/>
                      <a:pt x="1743" y="4052"/>
                      <a:pt x="1742" y="4052"/>
                    </a:cubicBezTo>
                    <a:cubicBezTo>
                      <a:pt x="1737" y="4050"/>
                      <a:pt x="1733" y="4047"/>
                      <a:pt x="1729" y="4043"/>
                    </a:cubicBezTo>
                    <a:cubicBezTo>
                      <a:pt x="1725" y="4038"/>
                      <a:pt x="1722" y="4030"/>
                      <a:pt x="1716" y="4027"/>
                    </a:cubicBezTo>
                    <a:cubicBezTo>
                      <a:pt x="1713" y="4026"/>
                      <a:pt x="1710" y="4025"/>
                      <a:pt x="1706" y="4024"/>
                    </a:cubicBezTo>
                    <a:cubicBezTo>
                      <a:pt x="1704" y="4024"/>
                      <a:pt x="1700" y="4021"/>
                      <a:pt x="1697" y="4022"/>
                    </a:cubicBezTo>
                    <a:cubicBezTo>
                      <a:pt x="1693" y="4022"/>
                      <a:pt x="1702" y="4029"/>
                      <a:pt x="1703" y="4030"/>
                    </a:cubicBezTo>
                    <a:cubicBezTo>
                      <a:pt x="1709" y="4034"/>
                      <a:pt x="1714" y="4037"/>
                      <a:pt x="1718" y="4044"/>
                    </a:cubicBezTo>
                    <a:cubicBezTo>
                      <a:pt x="1719" y="4046"/>
                      <a:pt x="1720" y="4049"/>
                      <a:pt x="1719" y="4051"/>
                    </a:cubicBezTo>
                    <a:cubicBezTo>
                      <a:pt x="1717" y="4052"/>
                      <a:pt x="1715" y="4052"/>
                      <a:pt x="1713" y="4053"/>
                    </a:cubicBezTo>
                    <a:cubicBezTo>
                      <a:pt x="1708" y="4054"/>
                      <a:pt x="1709" y="4063"/>
                      <a:pt x="1705" y="4064"/>
                    </a:cubicBezTo>
                    <a:cubicBezTo>
                      <a:pt x="1699" y="4066"/>
                      <a:pt x="1694" y="4054"/>
                      <a:pt x="1692" y="4051"/>
                    </a:cubicBezTo>
                    <a:cubicBezTo>
                      <a:pt x="1688" y="4045"/>
                      <a:pt x="1685" y="4052"/>
                      <a:pt x="1683" y="4055"/>
                    </a:cubicBezTo>
                    <a:cubicBezTo>
                      <a:pt x="1679" y="4059"/>
                      <a:pt x="1673" y="4060"/>
                      <a:pt x="1671" y="4064"/>
                    </a:cubicBezTo>
                    <a:cubicBezTo>
                      <a:pt x="1667" y="4069"/>
                      <a:pt x="1674" y="4074"/>
                      <a:pt x="1678" y="4075"/>
                    </a:cubicBezTo>
                    <a:cubicBezTo>
                      <a:pt x="1684" y="4077"/>
                      <a:pt x="1686" y="4078"/>
                      <a:pt x="1689" y="4084"/>
                    </a:cubicBezTo>
                    <a:cubicBezTo>
                      <a:pt x="1691" y="4089"/>
                      <a:pt x="1694" y="4090"/>
                      <a:pt x="1698" y="4094"/>
                    </a:cubicBezTo>
                    <a:cubicBezTo>
                      <a:pt x="1703" y="4098"/>
                      <a:pt x="1705" y="4104"/>
                      <a:pt x="1705" y="4110"/>
                    </a:cubicBezTo>
                    <a:cubicBezTo>
                      <a:pt x="1705" y="4111"/>
                      <a:pt x="1705" y="4112"/>
                      <a:pt x="1705" y="4114"/>
                    </a:cubicBezTo>
                    <a:cubicBezTo>
                      <a:pt x="1705" y="4111"/>
                      <a:pt x="1703" y="4107"/>
                      <a:pt x="1702" y="4105"/>
                    </a:cubicBezTo>
                    <a:cubicBezTo>
                      <a:pt x="1700" y="4101"/>
                      <a:pt x="1695" y="4099"/>
                      <a:pt x="1692" y="4099"/>
                    </a:cubicBezTo>
                    <a:cubicBezTo>
                      <a:pt x="1688" y="4099"/>
                      <a:pt x="1684" y="4099"/>
                      <a:pt x="1683" y="4095"/>
                    </a:cubicBezTo>
                    <a:cubicBezTo>
                      <a:pt x="1682" y="4093"/>
                      <a:pt x="1682" y="4091"/>
                      <a:pt x="1681" y="4088"/>
                    </a:cubicBezTo>
                    <a:cubicBezTo>
                      <a:pt x="1681" y="4087"/>
                      <a:pt x="1677" y="4086"/>
                      <a:pt x="1676" y="4087"/>
                    </a:cubicBezTo>
                    <a:cubicBezTo>
                      <a:pt x="1674" y="4088"/>
                      <a:pt x="1674" y="4091"/>
                      <a:pt x="1673" y="4093"/>
                    </a:cubicBezTo>
                    <a:cubicBezTo>
                      <a:pt x="1672" y="4095"/>
                      <a:pt x="1671" y="4094"/>
                      <a:pt x="1669" y="4094"/>
                    </a:cubicBezTo>
                    <a:cubicBezTo>
                      <a:pt x="1667" y="4094"/>
                      <a:pt x="1664" y="4094"/>
                      <a:pt x="1662" y="4093"/>
                    </a:cubicBezTo>
                    <a:cubicBezTo>
                      <a:pt x="1661" y="4091"/>
                      <a:pt x="1661" y="4088"/>
                      <a:pt x="1660" y="4086"/>
                    </a:cubicBezTo>
                    <a:cubicBezTo>
                      <a:pt x="1659" y="4081"/>
                      <a:pt x="1658" y="4075"/>
                      <a:pt x="1656" y="4070"/>
                    </a:cubicBezTo>
                    <a:cubicBezTo>
                      <a:pt x="1655" y="4068"/>
                      <a:pt x="1653" y="4066"/>
                      <a:pt x="1652" y="4065"/>
                    </a:cubicBezTo>
                    <a:cubicBezTo>
                      <a:pt x="1650" y="4063"/>
                      <a:pt x="1649" y="4062"/>
                      <a:pt x="1649" y="4060"/>
                    </a:cubicBezTo>
                    <a:cubicBezTo>
                      <a:pt x="1648" y="4059"/>
                      <a:pt x="1648" y="4058"/>
                      <a:pt x="1648" y="4057"/>
                    </a:cubicBezTo>
                    <a:cubicBezTo>
                      <a:pt x="1649" y="4056"/>
                      <a:pt x="1650" y="4055"/>
                      <a:pt x="1651" y="4055"/>
                    </a:cubicBezTo>
                    <a:cubicBezTo>
                      <a:pt x="1652" y="4053"/>
                      <a:pt x="1654" y="4050"/>
                      <a:pt x="1653" y="4048"/>
                    </a:cubicBezTo>
                    <a:cubicBezTo>
                      <a:pt x="1653" y="4044"/>
                      <a:pt x="1648" y="4039"/>
                      <a:pt x="1644" y="4039"/>
                    </a:cubicBezTo>
                    <a:cubicBezTo>
                      <a:pt x="1641" y="4039"/>
                      <a:pt x="1638" y="4040"/>
                      <a:pt x="1635" y="4040"/>
                    </a:cubicBezTo>
                    <a:cubicBezTo>
                      <a:pt x="1633" y="4041"/>
                      <a:pt x="1630" y="4041"/>
                      <a:pt x="1627" y="4041"/>
                    </a:cubicBezTo>
                    <a:cubicBezTo>
                      <a:pt x="1625" y="4041"/>
                      <a:pt x="1622" y="4041"/>
                      <a:pt x="1620" y="4041"/>
                    </a:cubicBezTo>
                    <a:cubicBezTo>
                      <a:pt x="1619" y="4041"/>
                      <a:pt x="1619" y="4040"/>
                      <a:pt x="1618" y="4040"/>
                    </a:cubicBezTo>
                    <a:cubicBezTo>
                      <a:pt x="1617" y="4040"/>
                      <a:pt x="1617" y="4041"/>
                      <a:pt x="1617" y="4041"/>
                    </a:cubicBezTo>
                    <a:cubicBezTo>
                      <a:pt x="1612" y="4041"/>
                      <a:pt x="1610" y="4037"/>
                      <a:pt x="1606" y="4036"/>
                    </a:cubicBezTo>
                    <a:cubicBezTo>
                      <a:pt x="1604" y="4035"/>
                      <a:pt x="1601" y="4035"/>
                      <a:pt x="1599" y="4035"/>
                    </a:cubicBezTo>
                    <a:cubicBezTo>
                      <a:pt x="1597" y="4034"/>
                      <a:pt x="1595" y="4034"/>
                      <a:pt x="1593" y="4035"/>
                    </a:cubicBezTo>
                    <a:cubicBezTo>
                      <a:pt x="1592" y="4035"/>
                      <a:pt x="1589" y="4035"/>
                      <a:pt x="1588" y="4037"/>
                    </a:cubicBezTo>
                    <a:cubicBezTo>
                      <a:pt x="1588" y="4039"/>
                      <a:pt x="1588" y="4041"/>
                      <a:pt x="1589" y="4043"/>
                    </a:cubicBezTo>
                    <a:cubicBezTo>
                      <a:pt x="1589" y="4045"/>
                      <a:pt x="1589" y="4047"/>
                      <a:pt x="1589" y="4049"/>
                    </a:cubicBezTo>
                    <a:cubicBezTo>
                      <a:pt x="1589" y="4052"/>
                      <a:pt x="1590" y="4057"/>
                      <a:pt x="1587" y="4057"/>
                    </a:cubicBezTo>
                    <a:cubicBezTo>
                      <a:pt x="1582" y="4058"/>
                      <a:pt x="1581" y="4053"/>
                      <a:pt x="1580" y="4050"/>
                    </a:cubicBezTo>
                    <a:cubicBezTo>
                      <a:pt x="1579" y="4046"/>
                      <a:pt x="1579" y="4041"/>
                      <a:pt x="1579" y="4037"/>
                    </a:cubicBezTo>
                    <a:cubicBezTo>
                      <a:pt x="1579" y="4035"/>
                      <a:pt x="1579" y="4033"/>
                      <a:pt x="1578" y="4031"/>
                    </a:cubicBezTo>
                    <a:cubicBezTo>
                      <a:pt x="1578" y="4030"/>
                      <a:pt x="1576" y="4028"/>
                      <a:pt x="1575" y="4026"/>
                    </a:cubicBezTo>
                    <a:cubicBezTo>
                      <a:pt x="1572" y="4023"/>
                      <a:pt x="1568" y="4021"/>
                      <a:pt x="1565" y="4019"/>
                    </a:cubicBezTo>
                    <a:cubicBezTo>
                      <a:pt x="1561" y="4016"/>
                      <a:pt x="1556" y="4016"/>
                      <a:pt x="1552" y="4016"/>
                    </a:cubicBezTo>
                    <a:cubicBezTo>
                      <a:pt x="1549" y="4015"/>
                      <a:pt x="1546" y="4015"/>
                      <a:pt x="1543" y="4014"/>
                    </a:cubicBezTo>
                    <a:cubicBezTo>
                      <a:pt x="1539" y="4012"/>
                      <a:pt x="1529" y="4016"/>
                      <a:pt x="1528" y="4008"/>
                    </a:cubicBezTo>
                    <a:cubicBezTo>
                      <a:pt x="1528" y="4006"/>
                      <a:pt x="1528" y="4002"/>
                      <a:pt x="1527" y="4001"/>
                    </a:cubicBezTo>
                    <a:cubicBezTo>
                      <a:pt x="1526" y="3999"/>
                      <a:pt x="1524" y="3998"/>
                      <a:pt x="1522" y="3997"/>
                    </a:cubicBezTo>
                    <a:cubicBezTo>
                      <a:pt x="1521" y="3997"/>
                      <a:pt x="1519" y="3997"/>
                      <a:pt x="1517" y="3997"/>
                    </a:cubicBezTo>
                    <a:cubicBezTo>
                      <a:pt x="1516" y="3996"/>
                      <a:pt x="1513" y="3996"/>
                      <a:pt x="1512" y="3997"/>
                    </a:cubicBezTo>
                    <a:cubicBezTo>
                      <a:pt x="1511" y="3998"/>
                      <a:pt x="1511" y="3999"/>
                      <a:pt x="1510" y="3999"/>
                    </a:cubicBezTo>
                    <a:cubicBezTo>
                      <a:pt x="1509" y="3999"/>
                      <a:pt x="1508" y="3999"/>
                      <a:pt x="1507" y="3999"/>
                    </a:cubicBezTo>
                    <a:cubicBezTo>
                      <a:pt x="1506" y="4000"/>
                      <a:pt x="1507" y="4003"/>
                      <a:pt x="1506" y="4005"/>
                    </a:cubicBezTo>
                    <a:cubicBezTo>
                      <a:pt x="1505" y="4006"/>
                      <a:pt x="1503" y="4008"/>
                      <a:pt x="1502" y="4006"/>
                    </a:cubicBezTo>
                    <a:cubicBezTo>
                      <a:pt x="1501" y="4005"/>
                      <a:pt x="1501" y="4002"/>
                      <a:pt x="1501" y="4001"/>
                    </a:cubicBezTo>
                    <a:cubicBezTo>
                      <a:pt x="1501" y="3998"/>
                      <a:pt x="1501" y="3995"/>
                      <a:pt x="1501" y="3992"/>
                    </a:cubicBezTo>
                    <a:cubicBezTo>
                      <a:pt x="1502" y="3988"/>
                      <a:pt x="1501" y="3982"/>
                      <a:pt x="1496" y="3982"/>
                    </a:cubicBezTo>
                    <a:cubicBezTo>
                      <a:pt x="1492" y="3982"/>
                      <a:pt x="1487" y="3984"/>
                      <a:pt x="1484" y="3981"/>
                    </a:cubicBezTo>
                    <a:cubicBezTo>
                      <a:pt x="1481" y="3979"/>
                      <a:pt x="1482" y="3973"/>
                      <a:pt x="1477" y="3973"/>
                    </a:cubicBezTo>
                    <a:cubicBezTo>
                      <a:pt x="1475" y="3974"/>
                      <a:pt x="1475" y="3976"/>
                      <a:pt x="1473" y="3977"/>
                    </a:cubicBezTo>
                    <a:cubicBezTo>
                      <a:pt x="1472" y="3978"/>
                      <a:pt x="1470" y="3979"/>
                      <a:pt x="1468" y="3978"/>
                    </a:cubicBezTo>
                    <a:cubicBezTo>
                      <a:pt x="1465" y="3976"/>
                      <a:pt x="1466" y="3970"/>
                      <a:pt x="1465" y="3967"/>
                    </a:cubicBezTo>
                    <a:cubicBezTo>
                      <a:pt x="1464" y="3967"/>
                      <a:pt x="1464" y="3967"/>
                      <a:pt x="1463" y="3966"/>
                    </a:cubicBezTo>
                    <a:cubicBezTo>
                      <a:pt x="1459" y="3965"/>
                      <a:pt x="1459" y="3958"/>
                      <a:pt x="1454" y="3959"/>
                    </a:cubicBezTo>
                    <a:cubicBezTo>
                      <a:pt x="1452" y="3960"/>
                      <a:pt x="1450" y="3962"/>
                      <a:pt x="1448" y="3963"/>
                    </a:cubicBezTo>
                    <a:cubicBezTo>
                      <a:pt x="1447" y="3964"/>
                      <a:pt x="1445" y="3965"/>
                      <a:pt x="1444" y="3968"/>
                    </a:cubicBezTo>
                    <a:cubicBezTo>
                      <a:pt x="1444" y="3970"/>
                      <a:pt x="1443" y="3972"/>
                      <a:pt x="1441" y="3973"/>
                    </a:cubicBezTo>
                    <a:cubicBezTo>
                      <a:pt x="1439" y="3974"/>
                      <a:pt x="1436" y="3974"/>
                      <a:pt x="1434" y="3973"/>
                    </a:cubicBezTo>
                    <a:cubicBezTo>
                      <a:pt x="1433" y="3972"/>
                      <a:pt x="1431" y="3969"/>
                      <a:pt x="1431" y="3968"/>
                    </a:cubicBezTo>
                    <a:cubicBezTo>
                      <a:pt x="1431" y="3966"/>
                      <a:pt x="1434" y="3965"/>
                      <a:pt x="1435" y="3964"/>
                    </a:cubicBezTo>
                    <a:cubicBezTo>
                      <a:pt x="1436" y="3963"/>
                      <a:pt x="1436" y="3961"/>
                      <a:pt x="1437" y="3960"/>
                    </a:cubicBezTo>
                    <a:cubicBezTo>
                      <a:pt x="1438" y="3958"/>
                      <a:pt x="1442" y="3958"/>
                      <a:pt x="1444" y="3957"/>
                    </a:cubicBezTo>
                    <a:cubicBezTo>
                      <a:pt x="1446" y="3957"/>
                      <a:pt x="1449" y="3956"/>
                      <a:pt x="1450" y="3954"/>
                    </a:cubicBezTo>
                    <a:cubicBezTo>
                      <a:pt x="1450" y="3952"/>
                      <a:pt x="1448" y="3950"/>
                      <a:pt x="1446" y="3950"/>
                    </a:cubicBezTo>
                    <a:cubicBezTo>
                      <a:pt x="1443" y="3949"/>
                      <a:pt x="1439" y="3952"/>
                      <a:pt x="1435" y="3949"/>
                    </a:cubicBezTo>
                    <a:cubicBezTo>
                      <a:pt x="1433" y="3947"/>
                      <a:pt x="1431" y="3944"/>
                      <a:pt x="1429" y="3941"/>
                    </a:cubicBezTo>
                    <a:cubicBezTo>
                      <a:pt x="1428" y="3938"/>
                      <a:pt x="1426" y="3935"/>
                      <a:pt x="1423" y="3932"/>
                    </a:cubicBezTo>
                    <a:cubicBezTo>
                      <a:pt x="1420" y="3930"/>
                      <a:pt x="1416" y="3927"/>
                      <a:pt x="1419" y="3924"/>
                    </a:cubicBezTo>
                    <a:cubicBezTo>
                      <a:pt x="1420" y="3923"/>
                      <a:pt x="1422" y="3922"/>
                      <a:pt x="1423" y="3922"/>
                    </a:cubicBezTo>
                    <a:cubicBezTo>
                      <a:pt x="1425" y="3922"/>
                      <a:pt x="1427" y="3922"/>
                      <a:pt x="1428" y="3923"/>
                    </a:cubicBezTo>
                    <a:cubicBezTo>
                      <a:pt x="1432" y="3923"/>
                      <a:pt x="1434" y="3926"/>
                      <a:pt x="1437" y="3928"/>
                    </a:cubicBezTo>
                    <a:cubicBezTo>
                      <a:pt x="1439" y="3930"/>
                      <a:pt x="1440" y="3931"/>
                      <a:pt x="1442" y="3933"/>
                    </a:cubicBezTo>
                    <a:cubicBezTo>
                      <a:pt x="1443" y="3934"/>
                      <a:pt x="1444" y="3936"/>
                      <a:pt x="1445" y="3937"/>
                    </a:cubicBezTo>
                    <a:cubicBezTo>
                      <a:pt x="1448" y="3939"/>
                      <a:pt x="1450" y="3940"/>
                      <a:pt x="1454" y="3940"/>
                    </a:cubicBezTo>
                    <a:cubicBezTo>
                      <a:pt x="1455" y="3940"/>
                      <a:pt x="1456" y="3940"/>
                      <a:pt x="1457" y="3940"/>
                    </a:cubicBezTo>
                    <a:cubicBezTo>
                      <a:pt x="1458" y="3939"/>
                      <a:pt x="1459" y="3938"/>
                      <a:pt x="1459" y="3938"/>
                    </a:cubicBezTo>
                    <a:cubicBezTo>
                      <a:pt x="1461" y="3936"/>
                      <a:pt x="1464" y="3937"/>
                      <a:pt x="1466" y="3938"/>
                    </a:cubicBezTo>
                    <a:cubicBezTo>
                      <a:pt x="1468" y="3940"/>
                      <a:pt x="1466" y="3943"/>
                      <a:pt x="1466" y="3946"/>
                    </a:cubicBezTo>
                    <a:cubicBezTo>
                      <a:pt x="1466" y="3949"/>
                      <a:pt x="1469" y="3951"/>
                      <a:pt x="1471" y="3948"/>
                    </a:cubicBezTo>
                    <a:cubicBezTo>
                      <a:pt x="1473" y="3946"/>
                      <a:pt x="1475" y="3944"/>
                      <a:pt x="1478" y="3946"/>
                    </a:cubicBezTo>
                    <a:cubicBezTo>
                      <a:pt x="1479" y="3947"/>
                      <a:pt x="1479" y="3952"/>
                      <a:pt x="1478" y="3954"/>
                    </a:cubicBezTo>
                    <a:cubicBezTo>
                      <a:pt x="1476" y="3956"/>
                      <a:pt x="1472" y="3957"/>
                      <a:pt x="1472" y="3960"/>
                    </a:cubicBezTo>
                    <a:cubicBezTo>
                      <a:pt x="1472" y="3962"/>
                      <a:pt x="1474" y="3964"/>
                      <a:pt x="1476" y="3966"/>
                    </a:cubicBezTo>
                    <a:cubicBezTo>
                      <a:pt x="1478" y="3967"/>
                      <a:pt x="1481" y="3967"/>
                      <a:pt x="1483" y="3967"/>
                    </a:cubicBezTo>
                    <a:cubicBezTo>
                      <a:pt x="1485" y="3967"/>
                      <a:pt x="1486" y="3967"/>
                      <a:pt x="1487" y="3968"/>
                    </a:cubicBezTo>
                    <a:cubicBezTo>
                      <a:pt x="1488" y="3970"/>
                      <a:pt x="1488" y="3972"/>
                      <a:pt x="1489" y="3973"/>
                    </a:cubicBezTo>
                    <a:cubicBezTo>
                      <a:pt x="1490" y="3976"/>
                      <a:pt x="1495" y="3977"/>
                      <a:pt x="1497" y="3974"/>
                    </a:cubicBezTo>
                    <a:cubicBezTo>
                      <a:pt x="1498" y="3971"/>
                      <a:pt x="1497" y="3967"/>
                      <a:pt x="1499" y="3965"/>
                    </a:cubicBezTo>
                    <a:cubicBezTo>
                      <a:pt x="1502" y="3963"/>
                      <a:pt x="1504" y="3966"/>
                      <a:pt x="1505" y="3968"/>
                    </a:cubicBezTo>
                    <a:cubicBezTo>
                      <a:pt x="1507" y="3970"/>
                      <a:pt x="1508" y="3972"/>
                      <a:pt x="1508" y="3975"/>
                    </a:cubicBezTo>
                    <a:cubicBezTo>
                      <a:pt x="1509" y="3978"/>
                      <a:pt x="1508" y="3981"/>
                      <a:pt x="1510" y="3984"/>
                    </a:cubicBezTo>
                    <a:cubicBezTo>
                      <a:pt x="1510" y="3986"/>
                      <a:pt x="1512" y="3987"/>
                      <a:pt x="1513" y="3988"/>
                    </a:cubicBezTo>
                    <a:cubicBezTo>
                      <a:pt x="1515" y="3989"/>
                      <a:pt x="1518" y="3991"/>
                      <a:pt x="1520" y="3990"/>
                    </a:cubicBezTo>
                    <a:cubicBezTo>
                      <a:pt x="1523" y="3989"/>
                      <a:pt x="1523" y="3985"/>
                      <a:pt x="1525" y="3984"/>
                    </a:cubicBezTo>
                    <a:cubicBezTo>
                      <a:pt x="1527" y="3983"/>
                      <a:pt x="1530" y="3985"/>
                      <a:pt x="1532" y="3983"/>
                    </a:cubicBezTo>
                    <a:cubicBezTo>
                      <a:pt x="1534" y="3982"/>
                      <a:pt x="1535" y="3979"/>
                      <a:pt x="1534" y="3976"/>
                    </a:cubicBezTo>
                    <a:cubicBezTo>
                      <a:pt x="1533" y="3974"/>
                      <a:pt x="1529" y="3975"/>
                      <a:pt x="1526" y="3974"/>
                    </a:cubicBezTo>
                    <a:cubicBezTo>
                      <a:pt x="1525" y="3974"/>
                      <a:pt x="1523" y="3974"/>
                      <a:pt x="1522" y="3973"/>
                    </a:cubicBezTo>
                    <a:cubicBezTo>
                      <a:pt x="1522" y="3971"/>
                      <a:pt x="1522" y="3970"/>
                      <a:pt x="1521" y="3969"/>
                    </a:cubicBezTo>
                    <a:cubicBezTo>
                      <a:pt x="1521" y="3965"/>
                      <a:pt x="1518" y="3965"/>
                      <a:pt x="1515" y="3964"/>
                    </a:cubicBezTo>
                    <a:cubicBezTo>
                      <a:pt x="1511" y="3963"/>
                      <a:pt x="1511" y="3959"/>
                      <a:pt x="1515" y="3958"/>
                    </a:cubicBezTo>
                    <a:cubicBezTo>
                      <a:pt x="1518" y="3957"/>
                      <a:pt x="1521" y="3958"/>
                      <a:pt x="1523" y="3960"/>
                    </a:cubicBezTo>
                    <a:cubicBezTo>
                      <a:pt x="1525" y="3962"/>
                      <a:pt x="1526" y="3964"/>
                      <a:pt x="1529" y="3964"/>
                    </a:cubicBezTo>
                    <a:cubicBezTo>
                      <a:pt x="1531" y="3965"/>
                      <a:pt x="1535" y="3964"/>
                      <a:pt x="1535" y="3961"/>
                    </a:cubicBezTo>
                    <a:cubicBezTo>
                      <a:pt x="1535" y="3960"/>
                      <a:pt x="1534" y="3959"/>
                      <a:pt x="1533" y="3959"/>
                    </a:cubicBezTo>
                    <a:cubicBezTo>
                      <a:pt x="1532" y="3958"/>
                      <a:pt x="1531" y="3957"/>
                      <a:pt x="1531" y="3955"/>
                    </a:cubicBezTo>
                    <a:cubicBezTo>
                      <a:pt x="1531" y="3954"/>
                      <a:pt x="1531" y="3949"/>
                      <a:pt x="1534" y="3949"/>
                    </a:cubicBezTo>
                    <a:cubicBezTo>
                      <a:pt x="1535" y="3950"/>
                      <a:pt x="1536" y="3952"/>
                      <a:pt x="1537" y="3953"/>
                    </a:cubicBezTo>
                    <a:cubicBezTo>
                      <a:pt x="1538" y="3954"/>
                      <a:pt x="1538" y="3955"/>
                      <a:pt x="1540" y="3957"/>
                    </a:cubicBezTo>
                    <a:cubicBezTo>
                      <a:pt x="1541" y="3958"/>
                      <a:pt x="1543" y="3959"/>
                      <a:pt x="1545" y="3960"/>
                    </a:cubicBezTo>
                    <a:cubicBezTo>
                      <a:pt x="1548" y="3961"/>
                      <a:pt x="1551" y="3962"/>
                      <a:pt x="1554" y="3962"/>
                    </a:cubicBezTo>
                    <a:cubicBezTo>
                      <a:pt x="1557" y="3961"/>
                      <a:pt x="1560" y="3962"/>
                      <a:pt x="1562" y="3965"/>
                    </a:cubicBezTo>
                    <a:cubicBezTo>
                      <a:pt x="1564" y="3967"/>
                      <a:pt x="1566" y="3968"/>
                      <a:pt x="1569" y="3967"/>
                    </a:cubicBezTo>
                    <a:cubicBezTo>
                      <a:pt x="1572" y="3967"/>
                      <a:pt x="1574" y="3966"/>
                      <a:pt x="1577" y="3967"/>
                    </a:cubicBezTo>
                    <a:cubicBezTo>
                      <a:pt x="1580" y="3967"/>
                      <a:pt x="1582" y="3968"/>
                      <a:pt x="1585" y="3968"/>
                    </a:cubicBezTo>
                    <a:cubicBezTo>
                      <a:pt x="1588" y="3969"/>
                      <a:pt x="1592" y="3965"/>
                      <a:pt x="1592" y="3962"/>
                    </a:cubicBezTo>
                    <a:cubicBezTo>
                      <a:pt x="1592" y="3961"/>
                      <a:pt x="1591" y="3960"/>
                      <a:pt x="1590" y="3959"/>
                    </a:cubicBezTo>
                    <a:cubicBezTo>
                      <a:pt x="1587" y="3959"/>
                      <a:pt x="1585" y="3960"/>
                      <a:pt x="1585" y="3956"/>
                    </a:cubicBezTo>
                    <a:cubicBezTo>
                      <a:pt x="1585" y="3954"/>
                      <a:pt x="1585" y="3952"/>
                      <a:pt x="1587" y="3951"/>
                    </a:cubicBezTo>
                    <a:cubicBezTo>
                      <a:pt x="1588" y="3950"/>
                      <a:pt x="1591" y="3951"/>
                      <a:pt x="1591" y="3948"/>
                    </a:cubicBezTo>
                    <a:cubicBezTo>
                      <a:pt x="1591" y="3946"/>
                      <a:pt x="1590" y="3945"/>
                      <a:pt x="1588" y="3946"/>
                    </a:cubicBezTo>
                    <a:cubicBezTo>
                      <a:pt x="1586" y="3946"/>
                      <a:pt x="1584" y="3946"/>
                      <a:pt x="1583" y="3944"/>
                    </a:cubicBezTo>
                    <a:cubicBezTo>
                      <a:pt x="1582" y="3943"/>
                      <a:pt x="1582" y="3941"/>
                      <a:pt x="1583" y="3941"/>
                    </a:cubicBezTo>
                    <a:cubicBezTo>
                      <a:pt x="1583" y="3940"/>
                      <a:pt x="1584" y="3940"/>
                      <a:pt x="1585" y="3939"/>
                    </a:cubicBezTo>
                    <a:cubicBezTo>
                      <a:pt x="1585" y="3937"/>
                      <a:pt x="1585" y="3934"/>
                      <a:pt x="1584" y="3932"/>
                    </a:cubicBezTo>
                    <a:cubicBezTo>
                      <a:pt x="1582" y="3931"/>
                      <a:pt x="1580" y="3931"/>
                      <a:pt x="1578" y="3931"/>
                    </a:cubicBezTo>
                    <a:cubicBezTo>
                      <a:pt x="1577" y="3930"/>
                      <a:pt x="1576" y="3930"/>
                      <a:pt x="1574" y="3930"/>
                    </a:cubicBezTo>
                    <a:cubicBezTo>
                      <a:pt x="1573" y="3929"/>
                      <a:pt x="1571" y="3929"/>
                      <a:pt x="1569" y="3930"/>
                    </a:cubicBezTo>
                    <a:cubicBezTo>
                      <a:pt x="1568" y="3930"/>
                      <a:pt x="1567" y="3930"/>
                      <a:pt x="1566" y="3929"/>
                    </a:cubicBezTo>
                    <a:cubicBezTo>
                      <a:pt x="1565" y="3927"/>
                      <a:pt x="1565" y="3925"/>
                      <a:pt x="1563" y="3924"/>
                    </a:cubicBezTo>
                    <a:cubicBezTo>
                      <a:pt x="1561" y="3924"/>
                      <a:pt x="1557" y="3925"/>
                      <a:pt x="1557" y="3922"/>
                    </a:cubicBezTo>
                    <a:cubicBezTo>
                      <a:pt x="1557" y="3920"/>
                      <a:pt x="1558" y="3918"/>
                      <a:pt x="1560" y="3918"/>
                    </a:cubicBezTo>
                    <a:cubicBezTo>
                      <a:pt x="1563" y="3918"/>
                      <a:pt x="1564" y="3920"/>
                      <a:pt x="1565" y="3921"/>
                    </a:cubicBezTo>
                    <a:cubicBezTo>
                      <a:pt x="1566" y="3923"/>
                      <a:pt x="1568" y="3922"/>
                      <a:pt x="1568" y="3920"/>
                    </a:cubicBezTo>
                    <a:cubicBezTo>
                      <a:pt x="1570" y="3917"/>
                      <a:pt x="1568" y="3912"/>
                      <a:pt x="1566" y="3910"/>
                    </a:cubicBezTo>
                    <a:cubicBezTo>
                      <a:pt x="1564" y="3909"/>
                      <a:pt x="1563" y="3907"/>
                      <a:pt x="1561" y="3907"/>
                    </a:cubicBezTo>
                    <a:cubicBezTo>
                      <a:pt x="1559" y="3906"/>
                      <a:pt x="1558" y="3905"/>
                      <a:pt x="1557" y="3905"/>
                    </a:cubicBezTo>
                    <a:cubicBezTo>
                      <a:pt x="1555" y="3905"/>
                      <a:pt x="1554" y="3905"/>
                      <a:pt x="1553" y="3904"/>
                    </a:cubicBezTo>
                    <a:cubicBezTo>
                      <a:pt x="1552" y="3902"/>
                      <a:pt x="1551" y="3899"/>
                      <a:pt x="1552" y="3897"/>
                    </a:cubicBezTo>
                    <a:cubicBezTo>
                      <a:pt x="1553" y="3896"/>
                      <a:pt x="1553" y="3896"/>
                      <a:pt x="1554" y="3895"/>
                    </a:cubicBezTo>
                    <a:cubicBezTo>
                      <a:pt x="1554" y="3894"/>
                      <a:pt x="1554" y="3893"/>
                      <a:pt x="1553" y="3893"/>
                    </a:cubicBezTo>
                    <a:cubicBezTo>
                      <a:pt x="1553" y="3891"/>
                      <a:pt x="1552" y="3889"/>
                      <a:pt x="1550" y="3889"/>
                    </a:cubicBezTo>
                    <a:cubicBezTo>
                      <a:pt x="1549" y="3889"/>
                      <a:pt x="1547" y="3889"/>
                      <a:pt x="1547" y="3889"/>
                    </a:cubicBezTo>
                    <a:cubicBezTo>
                      <a:pt x="1546" y="3890"/>
                      <a:pt x="1546" y="3891"/>
                      <a:pt x="1546" y="3892"/>
                    </a:cubicBezTo>
                    <a:cubicBezTo>
                      <a:pt x="1546" y="3893"/>
                      <a:pt x="1546" y="3894"/>
                      <a:pt x="1545" y="3894"/>
                    </a:cubicBezTo>
                    <a:cubicBezTo>
                      <a:pt x="1544" y="3895"/>
                      <a:pt x="1543" y="3894"/>
                      <a:pt x="1542" y="3894"/>
                    </a:cubicBezTo>
                    <a:cubicBezTo>
                      <a:pt x="1540" y="3894"/>
                      <a:pt x="1538" y="3895"/>
                      <a:pt x="1537" y="3893"/>
                    </a:cubicBezTo>
                    <a:cubicBezTo>
                      <a:pt x="1536" y="3891"/>
                      <a:pt x="1537" y="3888"/>
                      <a:pt x="1535" y="3886"/>
                    </a:cubicBezTo>
                    <a:cubicBezTo>
                      <a:pt x="1532" y="3884"/>
                      <a:pt x="1531" y="3891"/>
                      <a:pt x="1528" y="3889"/>
                    </a:cubicBezTo>
                    <a:cubicBezTo>
                      <a:pt x="1527" y="3888"/>
                      <a:pt x="1527" y="3887"/>
                      <a:pt x="1526" y="3886"/>
                    </a:cubicBezTo>
                    <a:cubicBezTo>
                      <a:pt x="1524" y="3884"/>
                      <a:pt x="1521" y="3884"/>
                      <a:pt x="1519" y="3884"/>
                    </a:cubicBezTo>
                    <a:cubicBezTo>
                      <a:pt x="1514" y="3884"/>
                      <a:pt x="1510" y="3883"/>
                      <a:pt x="1506" y="3883"/>
                    </a:cubicBezTo>
                    <a:cubicBezTo>
                      <a:pt x="1498" y="3882"/>
                      <a:pt x="1491" y="3882"/>
                      <a:pt x="1484" y="3886"/>
                    </a:cubicBezTo>
                    <a:cubicBezTo>
                      <a:pt x="1479" y="3889"/>
                      <a:pt x="1479" y="3894"/>
                      <a:pt x="1480" y="3899"/>
                    </a:cubicBezTo>
                    <a:cubicBezTo>
                      <a:pt x="1481" y="3901"/>
                      <a:pt x="1481" y="3903"/>
                      <a:pt x="1483" y="3905"/>
                    </a:cubicBezTo>
                    <a:cubicBezTo>
                      <a:pt x="1484" y="3907"/>
                      <a:pt x="1485" y="3909"/>
                      <a:pt x="1486" y="3911"/>
                    </a:cubicBezTo>
                    <a:cubicBezTo>
                      <a:pt x="1487" y="3915"/>
                      <a:pt x="1482" y="3915"/>
                      <a:pt x="1479" y="3914"/>
                    </a:cubicBezTo>
                    <a:cubicBezTo>
                      <a:pt x="1475" y="3913"/>
                      <a:pt x="1472" y="3911"/>
                      <a:pt x="1470" y="3907"/>
                    </a:cubicBezTo>
                    <a:cubicBezTo>
                      <a:pt x="1468" y="3903"/>
                      <a:pt x="1470" y="3897"/>
                      <a:pt x="1470" y="3892"/>
                    </a:cubicBezTo>
                    <a:cubicBezTo>
                      <a:pt x="1470" y="3890"/>
                      <a:pt x="1469" y="3887"/>
                      <a:pt x="1468" y="3885"/>
                    </a:cubicBezTo>
                    <a:cubicBezTo>
                      <a:pt x="1466" y="3883"/>
                      <a:pt x="1465" y="3881"/>
                      <a:pt x="1465" y="3879"/>
                    </a:cubicBezTo>
                    <a:cubicBezTo>
                      <a:pt x="1465" y="3877"/>
                      <a:pt x="1466" y="3874"/>
                      <a:pt x="1468" y="3874"/>
                    </a:cubicBezTo>
                    <a:cubicBezTo>
                      <a:pt x="1470" y="3873"/>
                      <a:pt x="1471" y="3874"/>
                      <a:pt x="1473" y="3874"/>
                    </a:cubicBezTo>
                    <a:cubicBezTo>
                      <a:pt x="1475" y="3873"/>
                      <a:pt x="1475" y="3872"/>
                      <a:pt x="1476" y="3870"/>
                    </a:cubicBezTo>
                    <a:cubicBezTo>
                      <a:pt x="1477" y="3867"/>
                      <a:pt x="1480" y="3864"/>
                      <a:pt x="1483" y="3864"/>
                    </a:cubicBezTo>
                    <a:cubicBezTo>
                      <a:pt x="1487" y="3864"/>
                      <a:pt x="1493" y="3865"/>
                      <a:pt x="1493" y="3860"/>
                    </a:cubicBezTo>
                    <a:cubicBezTo>
                      <a:pt x="1493" y="3857"/>
                      <a:pt x="1490" y="3853"/>
                      <a:pt x="1489" y="3851"/>
                    </a:cubicBezTo>
                    <a:cubicBezTo>
                      <a:pt x="1487" y="3849"/>
                      <a:pt x="1486" y="3848"/>
                      <a:pt x="1484" y="3846"/>
                    </a:cubicBezTo>
                    <a:cubicBezTo>
                      <a:pt x="1483" y="3845"/>
                      <a:pt x="1482" y="3845"/>
                      <a:pt x="1481" y="3843"/>
                    </a:cubicBezTo>
                    <a:cubicBezTo>
                      <a:pt x="1481" y="3841"/>
                      <a:pt x="1482" y="3836"/>
                      <a:pt x="1478" y="3836"/>
                    </a:cubicBezTo>
                    <a:cubicBezTo>
                      <a:pt x="1477" y="3836"/>
                      <a:pt x="1475" y="3837"/>
                      <a:pt x="1473" y="3837"/>
                    </a:cubicBezTo>
                    <a:cubicBezTo>
                      <a:pt x="1471" y="3838"/>
                      <a:pt x="1469" y="3838"/>
                      <a:pt x="1467" y="3838"/>
                    </a:cubicBezTo>
                    <a:cubicBezTo>
                      <a:pt x="1465" y="3837"/>
                      <a:pt x="1463" y="3833"/>
                      <a:pt x="1460" y="3833"/>
                    </a:cubicBezTo>
                    <a:cubicBezTo>
                      <a:pt x="1458" y="3833"/>
                      <a:pt x="1457" y="3833"/>
                      <a:pt x="1455" y="3834"/>
                    </a:cubicBezTo>
                    <a:cubicBezTo>
                      <a:pt x="1453" y="3834"/>
                      <a:pt x="1451" y="3834"/>
                      <a:pt x="1449" y="3833"/>
                    </a:cubicBezTo>
                    <a:cubicBezTo>
                      <a:pt x="1446" y="3833"/>
                      <a:pt x="1440" y="3831"/>
                      <a:pt x="1441" y="3827"/>
                    </a:cubicBezTo>
                    <a:cubicBezTo>
                      <a:pt x="1441" y="3824"/>
                      <a:pt x="1444" y="3821"/>
                      <a:pt x="1447" y="3820"/>
                    </a:cubicBezTo>
                    <a:cubicBezTo>
                      <a:pt x="1448" y="3820"/>
                      <a:pt x="1449" y="3820"/>
                      <a:pt x="1451" y="3820"/>
                    </a:cubicBezTo>
                    <a:cubicBezTo>
                      <a:pt x="1452" y="3820"/>
                      <a:pt x="1454" y="3820"/>
                      <a:pt x="1455" y="3820"/>
                    </a:cubicBezTo>
                    <a:cubicBezTo>
                      <a:pt x="1459" y="3820"/>
                      <a:pt x="1463" y="3821"/>
                      <a:pt x="1466" y="3822"/>
                    </a:cubicBezTo>
                    <a:cubicBezTo>
                      <a:pt x="1469" y="3823"/>
                      <a:pt x="1471" y="3826"/>
                      <a:pt x="1474" y="3826"/>
                    </a:cubicBezTo>
                    <a:cubicBezTo>
                      <a:pt x="1477" y="3827"/>
                      <a:pt x="1481" y="3826"/>
                      <a:pt x="1483" y="3824"/>
                    </a:cubicBezTo>
                    <a:cubicBezTo>
                      <a:pt x="1485" y="3821"/>
                      <a:pt x="1485" y="3817"/>
                      <a:pt x="1484" y="3815"/>
                    </a:cubicBezTo>
                    <a:cubicBezTo>
                      <a:pt x="1483" y="3812"/>
                      <a:pt x="1480" y="3810"/>
                      <a:pt x="1479" y="3807"/>
                    </a:cubicBezTo>
                    <a:cubicBezTo>
                      <a:pt x="1477" y="3804"/>
                      <a:pt x="1479" y="3801"/>
                      <a:pt x="1482" y="3799"/>
                    </a:cubicBezTo>
                    <a:cubicBezTo>
                      <a:pt x="1486" y="3796"/>
                      <a:pt x="1492" y="3799"/>
                      <a:pt x="1497" y="3800"/>
                    </a:cubicBezTo>
                    <a:cubicBezTo>
                      <a:pt x="1500" y="3800"/>
                      <a:pt x="1501" y="3795"/>
                      <a:pt x="1503" y="3792"/>
                    </a:cubicBezTo>
                    <a:cubicBezTo>
                      <a:pt x="1503" y="3791"/>
                      <a:pt x="1504" y="3790"/>
                      <a:pt x="1503" y="3789"/>
                    </a:cubicBezTo>
                    <a:cubicBezTo>
                      <a:pt x="1503" y="3787"/>
                      <a:pt x="1502" y="3785"/>
                      <a:pt x="1501" y="3783"/>
                    </a:cubicBezTo>
                    <a:cubicBezTo>
                      <a:pt x="1500" y="3782"/>
                      <a:pt x="1499" y="3781"/>
                      <a:pt x="1499" y="3780"/>
                    </a:cubicBezTo>
                    <a:cubicBezTo>
                      <a:pt x="1499" y="3779"/>
                      <a:pt x="1500" y="3778"/>
                      <a:pt x="1500" y="3777"/>
                    </a:cubicBezTo>
                    <a:cubicBezTo>
                      <a:pt x="1500" y="3775"/>
                      <a:pt x="1499" y="3772"/>
                      <a:pt x="1499" y="3769"/>
                    </a:cubicBezTo>
                    <a:cubicBezTo>
                      <a:pt x="1499" y="3766"/>
                      <a:pt x="1499" y="3764"/>
                      <a:pt x="1498" y="3761"/>
                    </a:cubicBezTo>
                    <a:cubicBezTo>
                      <a:pt x="1498" y="3759"/>
                      <a:pt x="1498" y="3757"/>
                      <a:pt x="1497" y="3755"/>
                    </a:cubicBezTo>
                    <a:cubicBezTo>
                      <a:pt x="1496" y="3753"/>
                      <a:pt x="1496" y="3751"/>
                      <a:pt x="1495" y="3749"/>
                    </a:cubicBezTo>
                    <a:cubicBezTo>
                      <a:pt x="1495" y="3746"/>
                      <a:pt x="1493" y="3744"/>
                      <a:pt x="1492" y="3742"/>
                    </a:cubicBezTo>
                    <a:cubicBezTo>
                      <a:pt x="1491" y="3739"/>
                      <a:pt x="1490" y="3737"/>
                      <a:pt x="1489" y="3735"/>
                    </a:cubicBezTo>
                    <a:cubicBezTo>
                      <a:pt x="1487" y="3734"/>
                      <a:pt x="1486" y="3732"/>
                      <a:pt x="1483" y="3731"/>
                    </a:cubicBezTo>
                    <a:cubicBezTo>
                      <a:pt x="1482" y="3730"/>
                      <a:pt x="1480" y="3729"/>
                      <a:pt x="1478" y="3728"/>
                    </a:cubicBezTo>
                    <a:cubicBezTo>
                      <a:pt x="1477" y="3728"/>
                      <a:pt x="1475" y="3728"/>
                      <a:pt x="1474" y="3727"/>
                    </a:cubicBezTo>
                    <a:cubicBezTo>
                      <a:pt x="1473" y="3726"/>
                      <a:pt x="1472" y="3726"/>
                      <a:pt x="1471" y="3725"/>
                    </a:cubicBezTo>
                    <a:cubicBezTo>
                      <a:pt x="1469" y="3724"/>
                      <a:pt x="1466" y="3724"/>
                      <a:pt x="1464" y="3723"/>
                    </a:cubicBezTo>
                    <a:cubicBezTo>
                      <a:pt x="1463" y="3723"/>
                      <a:pt x="1462" y="3722"/>
                      <a:pt x="1461" y="3722"/>
                    </a:cubicBezTo>
                    <a:cubicBezTo>
                      <a:pt x="1459" y="3721"/>
                      <a:pt x="1458" y="3721"/>
                      <a:pt x="1457" y="3721"/>
                    </a:cubicBezTo>
                    <a:cubicBezTo>
                      <a:pt x="1455" y="3720"/>
                      <a:pt x="1454" y="3719"/>
                      <a:pt x="1452" y="3719"/>
                    </a:cubicBezTo>
                    <a:cubicBezTo>
                      <a:pt x="1450" y="3718"/>
                      <a:pt x="1449" y="3718"/>
                      <a:pt x="1447" y="3717"/>
                    </a:cubicBezTo>
                    <a:cubicBezTo>
                      <a:pt x="1444" y="3715"/>
                      <a:pt x="1441" y="3714"/>
                      <a:pt x="1438" y="3712"/>
                    </a:cubicBezTo>
                    <a:cubicBezTo>
                      <a:pt x="1436" y="3711"/>
                      <a:pt x="1435" y="3709"/>
                      <a:pt x="1433" y="3707"/>
                    </a:cubicBezTo>
                    <a:cubicBezTo>
                      <a:pt x="1432" y="3705"/>
                      <a:pt x="1431" y="3704"/>
                      <a:pt x="1430" y="3702"/>
                    </a:cubicBezTo>
                    <a:cubicBezTo>
                      <a:pt x="1429" y="3700"/>
                      <a:pt x="1427" y="3698"/>
                      <a:pt x="1426" y="3696"/>
                    </a:cubicBezTo>
                    <a:cubicBezTo>
                      <a:pt x="1426" y="3695"/>
                      <a:pt x="1425" y="3693"/>
                      <a:pt x="1425" y="3692"/>
                    </a:cubicBezTo>
                    <a:cubicBezTo>
                      <a:pt x="1425" y="3689"/>
                      <a:pt x="1424" y="3686"/>
                      <a:pt x="1424" y="3683"/>
                    </a:cubicBezTo>
                    <a:cubicBezTo>
                      <a:pt x="1423" y="3681"/>
                      <a:pt x="1421" y="3679"/>
                      <a:pt x="1419" y="3678"/>
                    </a:cubicBezTo>
                    <a:cubicBezTo>
                      <a:pt x="1418" y="3677"/>
                      <a:pt x="1417" y="3677"/>
                      <a:pt x="1415" y="3677"/>
                    </a:cubicBezTo>
                    <a:cubicBezTo>
                      <a:pt x="1414" y="3677"/>
                      <a:pt x="1413" y="3677"/>
                      <a:pt x="1412" y="3678"/>
                    </a:cubicBezTo>
                    <a:cubicBezTo>
                      <a:pt x="1411" y="3678"/>
                      <a:pt x="1410" y="3678"/>
                      <a:pt x="1410" y="3679"/>
                    </a:cubicBezTo>
                    <a:cubicBezTo>
                      <a:pt x="1408" y="3679"/>
                      <a:pt x="1407" y="3679"/>
                      <a:pt x="1406" y="3679"/>
                    </a:cubicBezTo>
                    <a:cubicBezTo>
                      <a:pt x="1405" y="3680"/>
                      <a:pt x="1404" y="3680"/>
                      <a:pt x="1403" y="3681"/>
                    </a:cubicBezTo>
                    <a:cubicBezTo>
                      <a:pt x="1400" y="3681"/>
                      <a:pt x="1396" y="3682"/>
                      <a:pt x="1393" y="3683"/>
                    </a:cubicBezTo>
                    <a:cubicBezTo>
                      <a:pt x="1392" y="3683"/>
                      <a:pt x="1391" y="3683"/>
                      <a:pt x="1390" y="3684"/>
                    </a:cubicBezTo>
                    <a:cubicBezTo>
                      <a:pt x="1388" y="3684"/>
                      <a:pt x="1387" y="3685"/>
                      <a:pt x="1386" y="3686"/>
                    </a:cubicBezTo>
                    <a:cubicBezTo>
                      <a:pt x="1384" y="3687"/>
                      <a:pt x="1382" y="3688"/>
                      <a:pt x="1379" y="3689"/>
                    </a:cubicBezTo>
                    <a:cubicBezTo>
                      <a:pt x="1374" y="3690"/>
                      <a:pt x="1369" y="3690"/>
                      <a:pt x="1364" y="3688"/>
                    </a:cubicBezTo>
                    <a:cubicBezTo>
                      <a:pt x="1362" y="3688"/>
                      <a:pt x="1361" y="3687"/>
                      <a:pt x="1359" y="3686"/>
                    </a:cubicBezTo>
                    <a:cubicBezTo>
                      <a:pt x="1358" y="3685"/>
                      <a:pt x="1356" y="3684"/>
                      <a:pt x="1355" y="3683"/>
                    </a:cubicBezTo>
                    <a:cubicBezTo>
                      <a:pt x="1353" y="3680"/>
                      <a:pt x="1351" y="3678"/>
                      <a:pt x="1351" y="3674"/>
                    </a:cubicBezTo>
                    <a:cubicBezTo>
                      <a:pt x="1350" y="3670"/>
                      <a:pt x="1349" y="3666"/>
                      <a:pt x="1349" y="3662"/>
                    </a:cubicBezTo>
                    <a:cubicBezTo>
                      <a:pt x="1349" y="3660"/>
                      <a:pt x="1348" y="3659"/>
                      <a:pt x="1348" y="3657"/>
                    </a:cubicBezTo>
                    <a:cubicBezTo>
                      <a:pt x="1348" y="3656"/>
                      <a:pt x="1347" y="3654"/>
                      <a:pt x="1346" y="3653"/>
                    </a:cubicBezTo>
                    <a:cubicBezTo>
                      <a:pt x="1345" y="3651"/>
                      <a:pt x="1344" y="3650"/>
                      <a:pt x="1343" y="3649"/>
                    </a:cubicBezTo>
                    <a:cubicBezTo>
                      <a:pt x="1341" y="3646"/>
                      <a:pt x="1339" y="3644"/>
                      <a:pt x="1336" y="3643"/>
                    </a:cubicBezTo>
                    <a:cubicBezTo>
                      <a:pt x="1333" y="3640"/>
                      <a:pt x="1329" y="3637"/>
                      <a:pt x="1328" y="3634"/>
                    </a:cubicBezTo>
                    <a:cubicBezTo>
                      <a:pt x="1326" y="3629"/>
                      <a:pt x="1323" y="3626"/>
                      <a:pt x="1320" y="3623"/>
                    </a:cubicBezTo>
                    <a:cubicBezTo>
                      <a:pt x="1318" y="3621"/>
                      <a:pt x="1315" y="3620"/>
                      <a:pt x="1312" y="3618"/>
                    </a:cubicBezTo>
                    <a:cubicBezTo>
                      <a:pt x="1310" y="3616"/>
                      <a:pt x="1308" y="3615"/>
                      <a:pt x="1306" y="3613"/>
                    </a:cubicBezTo>
                    <a:cubicBezTo>
                      <a:pt x="1305" y="3612"/>
                      <a:pt x="1304" y="3611"/>
                      <a:pt x="1303" y="3610"/>
                    </a:cubicBezTo>
                    <a:cubicBezTo>
                      <a:pt x="1302" y="3608"/>
                      <a:pt x="1300" y="3606"/>
                      <a:pt x="1299" y="3604"/>
                    </a:cubicBezTo>
                    <a:cubicBezTo>
                      <a:pt x="1298" y="3603"/>
                      <a:pt x="1296" y="3601"/>
                      <a:pt x="1295" y="3600"/>
                    </a:cubicBezTo>
                    <a:cubicBezTo>
                      <a:pt x="1293" y="3598"/>
                      <a:pt x="1292" y="3597"/>
                      <a:pt x="1291" y="3595"/>
                    </a:cubicBezTo>
                    <a:cubicBezTo>
                      <a:pt x="1290" y="3593"/>
                      <a:pt x="1290" y="3591"/>
                      <a:pt x="1289" y="3588"/>
                    </a:cubicBezTo>
                    <a:cubicBezTo>
                      <a:pt x="1289" y="3586"/>
                      <a:pt x="1288" y="3583"/>
                      <a:pt x="1288" y="3581"/>
                    </a:cubicBezTo>
                    <a:cubicBezTo>
                      <a:pt x="1287" y="3577"/>
                      <a:pt x="1286" y="3572"/>
                      <a:pt x="1286" y="3567"/>
                    </a:cubicBezTo>
                    <a:cubicBezTo>
                      <a:pt x="1286" y="3564"/>
                      <a:pt x="1286" y="3561"/>
                      <a:pt x="1286" y="3557"/>
                    </a:cubicBezTo>
                    <a:cubicBezTo>
                      <a:pt x="1286" y="3554"/>
                      <a:pt x="1285" y="3552"/>
                      <a:pt x="1285" y="3549"/>
                    </a:cubicBezTo>
                    <a:cubicBezTo>
                      <a:pt x="1286" y="3547"/>
                      <a:pt x="1286" y="3545"/>
                      <a:pt x="1286" y="3542"/>
                    </a:cubicBezTo>
                    <a:cubicBezTo>
                      <a:pt x="1286" y="3538"/>
                      <a:pt x="1286" y="3533"/>
                      <a:pt x="1286" y="3529"/>
                    </a:cubicBezTo>
                    <a:cubicBezTo>
                      <a:pt x="1286" y="3525"/>
                      <a:pt x="1285" y="3520"/>
                      <a:pt x="1285" y="3516"/>
                    </a:cubicBezTo>
                    <a:cubicBezTo>
                      <a:pt x="1285" y="3515"/>
                      <a:pt x="1285" y="3514"/>
                      <a:pt x="1285" y="3513"/>
                    </a:cubicBezTo>
                    <a:cubicBezTo>
                      <a:pt x="1285" y="3511"/>
                      <a:pt x="1284" y="3510"/>
                      <a:pt x="1284" y="3508"/>
                    </a:cubicBezTo>
                    <a:cubicBezTo>
                      <a:pt x="1283" y="3505"/>
                      <a:pt x="1283" y="3503"/>
                      <a:pt x="1283" y="3500"/>
                    </a:cubicBezTo>
                    <a:cubicBezTo>
                      <a:pt x="1283" y="3498"/>
                      <a:pt x="1281" y="3496"/>
                      <a:pt x="1280" y="3494"/>
                    </a:cubicBezTo>
                    <a:cubicBezTo>
                      <a:pt x="1279" y="3493"/>
                      <a:pt x="1278" y="3492"/>
                      <a:pt x="1277" y="3492"/>
                    </a:cubicBezTo>
                    <a:cubicBezTo>
                      <a:pt x="1275" y="3491"/>
                      <a:pt x="1273" y="3491"/>
                      <a:pt x="1271" y="3491"/>
                    </a:cubicBezTo>
                    <a:cubicBezTo>
                      <a:pt x="1270" y="3491"/>
                      <a:pt x="1269" y="3491"/>
                      <a:pt x="1267" y="3491"/>
                    </a:cubicBezTo>
                    <a:cubicBezTo>
                      <a:pt x="1266" y="3491"/>
                      <a:pt x="1265" y="3491"/>
                      <a:pt x="1264" y="3491"/>
                    </a:cubicBezTo>
                    <a:cubicBezTo>
                      <a:pt x="1263" y="3491"/>
                      <a:pt x="1262" y="3491"/>
                      <a:pt x="1261" y="3491"/>
                    </a:cubicBezTo>
                    <a:cubicBezTo>
                      <a:pt x="1257" y="3490"/>
                      <a:pt x="1254" y="3489"/>
                      <a:pt x="1251" y="3487"/>
                    </a:cubicBezTo>
                    <a:cubicBezTo>
                      <a:pt x="1248" y="3486"/>
                      <a:pt x="1246" y="3484"/>
                      <a:pt x="1245" y="3481"/>
                    </a:cubicBezTo>
                    <a:cubicBezTo>
                      <a:pt x="1244" y="3479"/>
                      <a:pt x="1243" y="3477"/>
                      <a:pt x="1240" y="3477"/>
                    </a:cubicBezTo>
                    <a:cubicBezTo>
                      <a:pt x="1236" y="3477"/>
                      <a:pt x="1232" y="3480"/>
                      <a:pt x="1229" y="3482"/>
                    </a:cubicBezTo>
                    <a:cubicBezTo>
                      <a:pt x="1227" y="3483"/>
                      <a:pt x="1225" y="3485"/>
                      <a:pt x="1223" y="3485"/>
                    </a:cubicBezTo>
                    <a:cubicBezTo>
                      <a:pt x="1221" y="3486"/>
                      <a:pt x="1219" y="3486"/>
                      <a:pt x="1217" y="3485"/>
                    </a:cubicBezTo>
                    <a:cubicBezTo>
                      <a:pt x="1211" y="3485"/>
                      <a:pt x="1208" y="3479"/>
                      <a:pt x="1205" y="3475"/>
                    </a:cubicBezTo>
                    <a:cubicBezTo>
                      <a:pt x="1203" y="3473"/>
                      <a:pt x="1202" y="3470"/>
                      <a:pt x="1199" y="3469"/>
                    </a:cubicBezTo>
                    <a:cubicBezTo>
                      <a:pt x="1197" y="3468"/>
                      <a:pt x="1196" y="3468"/>
                      <a:pt x="1194" y="3469"/>
                    </a:cubicBezTo>
                    <a:cubicBezTo>
                      <a:pt x="1192" y="3469"/>
                      <a:pt x="1190" y="3470"/>
                      <a:pt x="1188" y="3470"/>
                    </a:cubicBezTo>
                    <a:cubicBezTo>
                      <a:pt x="1186" y="3470"/>
                      <a:pt x="1184" y="3471"/>
                      <a:pt x="1181" y="3471"/>
                    </a:cubicBezTo>
                    <a:cubicBezTo>
                      <a:pt x="1179" y="3472"/>
                      <a:pt x="1177" y="3471"/>
                      <a:pt x="1175" y="3471"/>
                    </a:cubicBezTo>
                    <a:cubicBezTo>
                      <a:pt x="1173" y="3472"/>
                      <a:pt x="1171" y="3472"/>
                      <a:pt x="1169" y="3472"/>
                    </a:cubicBezTo>
                    <a:cubicBezTo>
                      <a:pt x="1167" y="3471"/>
                      <a:pt x="1165" y="3470"/>
                      <a:pt x="1163" y="3470"/>
                    </a:cubicBezTo>
                    <a:cubicBezTo>
                      <a:pt x="1161" y="3470"/>
                      <a:pt x="1159" y="3469"/>
                      <a:pt x="1157" y="3469"/>
                    </a:cubicBezTo>
                    <a:cubicBezTo>
                      <a:pt x="1153" y="3468"/>
                      <a:pt x="1149" y="3466"/>
                      <a:pt x="1146" y="3464"/>
                    </a:cubicBezTo>
                    <a:cubicBezTo>
                      <a:pt x="1145" y="3462"/>
                      <a:pt x="1143" y="3461"/>
                      <a:pt x="1141" y="3459"/>
                    </a:cubicBezTo>
                    <a:cubicBezTo>
                      <a:pt x="1141" y="3459"/>
                      <a:pt x="1141" y="3458"/>
                      <a:pt x="1140" y="3458"/>
                    </a:cubicBezTo>
                    <a:cubicBezTo>
                      <a:pt x="1140" y="3457"/>
                      <a:pt x="1139" y="3457"/>
                      <a:pt x="1138" y="3456"/>
                    </a:cubicBezTo>
                    <a:cubicBezTo>
                      <a:pt x="1138" y="3455"/>
                      <a:pt x="1137" y="3455"/>
                      <a:pt x="1137" y="3455"/>
                    </a:cubicBezTo>
                    <a:cubicBezTo>
                      <a:pt x="1137" y="3455"/>
                      <a:pt x="1136" y="3454"/>
                      <a:pt x="1136" y="3454"/>
                    </a:cubicBezTo>
                    <a:cubicBezTo>
                      <a:pt x="1136" y="3454"/>
                      <a:pt x="1136" y="3454"/>
                      <a:pt x="1136" y="3453"/>
                    </a:cubicBezTo>
                    <a:cubicBezTo>
                      <a:pt x="1136" y="3453"/>
                      <a:pt x="1136" y="3453"/>
                      <a:pt x="1136" y="3453"/>
                    </a:cubicBezTo>
                    <a:cubicBezTo>
                      <a:pt x="1136" y="3453"/>
                      <a:pt x="1136" y="3452"/>
                      <a:pt x="1136" y="3452"/>
                    </a:cubicBezTo>
                    <a:cubicBezTo>
                      <a:pt x="1136" y="3452"/>
                      <a:pt x="1135" y="3451"/>
                      <a:pt x="1135" y="3450"/>
                    </a:cubicBezTo>
                    <a:cubicBezTo>
                      <a:pt x="1134" y="3450"/>
                      <a:pt x="1134" y="3450"/>
                      <a:pt x="1133" y="3450"/>
                    </a:cubicBezTo>
                    <a:cubicBezTo>
                      <a:pt x="1132" y="3449"/>
                      <a:pt x="1131" y="3449"/>
                      <a:pt x="1130" y="3449"/>
                    </a:cubicBezTo>
                    <a:cubicBezTo>
                      <a:pt x="1129" y="3450"/>
                      <a:pt x="1128" y="3450"/>
                      <a:pt x="1127" y="3450"/>
                    </a:cubicBezTo>
                    <a:cubicBezTo>
                      <a:pt x="1127" y="3450"/>
                      <a:pt x="1126" y="3450"/>
                      <a:pt x="1125" y="3450"/>
                    </a:cubicBezTo>
                    <a:cubicBezTo>
                      <a:pt x="1121" y="3450"/>
                      <a:pt x="1118" y="3450"/>
                      <a:pt x="1114" y="3450"/>
                    </a:cubicBezTo>
                    <a:cubicBezTo>
                      <a:pt x="1113" y="3450"/>
                      <a:pt x="1112" y="3450"/>
                      <a:pt x="1111" y="3451"/>
                    </a:cubicBezTo>
                    <a:cubicBezTo>
                      <a:pt x="1110" y="3452"/>
                      <a:pt x="1111" y="3454"/>
                      <a:pt x="1111" y="3455"/>
                    </a:cubicBezTo>
                    <a:cubicBezTo>
                      <a:pt x="1111" y="3457"/>
                      <a:pt x="1111" y="3460"/>
                      <a:pt x="1111" y="3462"/>
                    </a:cubicBezTo>
                    <a:cubicBezTo>
                      <a:pt x="1111" y="3466"/>
                      <a:pt x="1111" y="3471"/>
                      <a:pt x="1112" y="3475"/>
                    </a:cubicBezTo>
                    <a:cubicBezTo>
                      <a:pt x="1112" y="3477"/>
                      <a:pt x="1113" y="3479"/>
                      <a:pt x="1113" y="3481"/>
                    </a:cubicBezTo>
                    <a:cubicBezTo>
                      <a:pt x="1111" y="3484"/>
                      <a:pt x="1110" y="3485"/>
                      <a:pt x="1107" y="3485"/>
                    </a:cubicBezTo>
                    <a:cubicBezTo>
                      <a:pt x="1104" y="3486"/>
                      <a:pt x="1102" y="3486"/>
                      <a:pt x="1099" y="3486"/>
                    </a:cubicBezTo>
                    <a:cubicBezTo>
                      <a:pt x="1097" y="3485"/>
                      <a:pt x="1095" y="3485"/>
                      <a:pt x="1094" y="3487"/>
                    </a:cubicBezTo>
                    <a:cubicBezTo>
                      <a:pt x="1093" y="3491"/>
                      <a:pt x="1096" y="3495"/>
                      <a:pt x="1098" y="3498"/>
                    </a:cubicBezTo>
                    <a:cubicBezTo>
                      <a:pt x="1100" y="3499"/>
                      <a:pt x="1102" y="3500"/>
                      <a:pt x="1101" y="3502"/>
                    </a:cubicBezTo>
                    <a:cubicBezTo>
                      <a:pt x="1101" y="3504"/>
                      <a:pt x="1099" y="3505"/>
                      <a:pt x="1098" y="3507"/>
                    </a:cubicBezTo>
                    <a:cubicBezTo>
                      <a:pt x="1096" y="3508"/>
                      <a:pt x="1093" y="3507"/>
                      <a:pt x="1091" y="3508"/>
                    </a:cubicBezTo>
                    <a:cubicBezTo>
                      <a:pt x="1089" y="3508"/>
                      <a:pt x="1086" y="3508"/>
                      <a:pt x="1084" y="3507"/>
                    </a:cubicBezTo>
                    <a:cubicBezTo>
                      <a:pt x="1082" y="3507"/>
                      <a:pt x="1080" y="3505"/>
                      <a:pt x="1077" y="3504"/>
                    </a:cubicBezTo>
                    <a:cubicBezTo>
                      <a:pt x="1075" y="3503"/>
                      <a:pt x="1072" y="3503"/>
                      <a:pt x="1070" y="3503"/>
                    </a:cubicBezTo>
                    <a:cubicBezTo>
                      <a:pt x="1067" y="3503"/>
                      <a:pt x="1066" y="3505"/>
                      <a:pt x="1063" y="3506"/>
                    </a:cubicBezTo>
                    <a:cubicBezTo>
                      <a:pt x="1060" y="3506"/>
                      <a:pt x="1056" y="3506"/>
                      <a:pt x="1052" y="3505"/>
                    </a:cubicBezTo>
                    <a:cubicBezTo>
                      <a:pt x="1048" y="3504"/>
                      <a:pt x="1045" y="3503"/>
                      <a:pt x="1042" y="3502"/>
                    </a:cubicBezTo>
                    <a:cubicBezTo>
                      <a:pt x="1040" y="3501"/>
                      <a:pt x="1039" y="3500"/>
                      <a:pt x="1037" y="3498"/>
                    </a:cubicBezTo>
                    <a:cubicBezTo>
                      <a:pt x="1036" y="3497"/>
                      <a:pt x="1035" y="3496"/>
                      <a:pt x="1034" y="3495"/>
                    </a:cubicBezTo>
                    <a:cubicBezTo>
                      <a:pt x="1033" y="3493"/>
                      <a:pt x="1032" y="3492"/>
                      <a:pt x="1030" y="3492"/>
                    </a:cubicBezTo>
                    <a:cubicBezTo>
                      <a:pt x="1028" y="3491"/>
                      <a:pt x="1026" y="3491"/>
                      <a:pt x="1024" y="3490"/>
                    </a:cubicBezTo>
                    <a:cubicBezTo>
                      <a:pt x="1023" y="3490"/>
                      <a:pt x="1021" y="3491"/>
                      <a:pt x="1020" y="3491"/>
                    </a:cubicBezTo>
                    <a:cubicBezTo>
                      <a:pt x="1018" y="3491"/>
                      <a:pt x="1016" y="3492"/>
                      <a:pt x="1014" y="3493"/>
                    </a:cubicBezTo>
                    <a:cubicBezTo>
                      <a:pt x="1013" y="3494"/>
                      <a:pt x="1011" y="3495"/>
                      <a:pt x="1010" y="3496"/>
                    </a:cubicBezTo>
                    <a:cubicBezTo>
                      <a:pt x="1008" y="3497"/>
                      <a:pt x="1005" y="3498"/>
                      <a:pt x="1003" y="3499"/>
                    </a:cubicBezTo>
                    <a:cubicBezTo>
                      <a:pt x="1000" y="3501"/>
                      <a:pt x="996" y="3503"/>
                      <a:pt x="992" y="3504"/>
                    </a:cubicBezTo>
                    <a:cubicBezTo>
                      <a:pt x="989" y="3505"/>
                      <a:pt x="986" y="3504"/>
                      <a:pt x="983" y="3502"/>
                    </a:cubicBezTo>
                    <a:cubicBezTo>
                      <a:pt x="982" y="3501"/>
                      <a:pt x="980" y="3500"/>
                      <a:pt x="980" y="3498"/>
                    </a:cubicBezTo>
                    <a:cubicBezTo>
                      <a:pt x="980" y="3496"/>
                      <a:pt x="981" y="3495"/>
                      <a:pt x="980" y="3494"/>
                    </a:cubicBezTo>
                    <a:cubicBezTo>
                      <a:pt x="978" y="3491"/>
                      <a:pt x="975" y="3488"/>
                      <a:pt x="971" y="3488"/>
                    </a:cubicBezTo>
                    <a:cubicBezTo>
                      <a:pt x="970" y="3488"/>
                      <a:pt x="968" y="3489"/>
                      <a:pt x="967" y="3490"/>
                    </a:cubicBezTo>
                    <a:cubicBezTo>
                      <a:pt x="964" y="3490"/>
                      <a:pt x="961" y="3492"/>
                      <a:pt x="958" y="3493"/>
                    </a:cubicBezTo>
                    <a:cubicBezTo>
                      <a:pt x="956" y="3494"/>
                      <a:pt x="953" y="3494"/>
                      <a:pt x="951" y="3496"/>
                    </a:cubicBezTo>
                    <a:cubicBezTo>
                      <a:pt x="950" y="3497"/>
                      <a:pt x="949" y="3499"/>
                      <a:pt x="947" y="3500"/>
                    </a:cubicBezTo>
                    <a:cubicBezTo>
                      <a:pt x="945" y="3504"/>
                      <a:pt x="943" y="3508"/>
                      <a:pt x="942" y="3512"/>
                    </a:cubicBezTo>
                    <a:cubicBezTo>
                      <a:pt x="941" y="3515"/>
                      <a:pt x="940" y="3521"/>
                      <a:pt x="936" y="3519"/>
                    </a:cubicBezTo>
                    <a:cubicBezTo>
                      <a:pt x="932" y="3518"/>
                      <a:pt x="929" y="3515"/>
                      <a:pt x="924" y="3516"/>
                    </a:cubicBezTo>
                    <a:cubicBezTo>
                      <a:pt x="920" y="3516"/>
                      <a:pt x="918" y="3521"/>
                      <a:pt x="914" y="3522"/>
                    </a:cubicBezTo>
                    <a:cubicBezTo>
                      <a:pt x="909" y="3524"/>
                      <a:pt x="905" y="3525"/>
                      <a:pt x="901" y="3528"/>
                    </a:cubicBezTo>
                    <a:cubicBezTo>
                      <a:pt x="899" y="3529"/>
                      <a:pt x="897" y="3530"/>
                      <a:pt x="896" y="3531"/>
                    </a:cubicBezTo>
                    <a:cubicBezTo>
                      <a:pt x="895" y="3531"/>
                      <a:pt x="894" y="3532"/>
                      <a:pt x="893" y="3532"/>
                    </a:cubicBezTo>
                    <a:cubicBezTo>
                      <a:pt x="892" y="3532"/>
                      <a:pt x="891" y="3532"/>
                      <a:pt x="890" y="3533"/>
                    </a:cubicBezTo>
                    <a:cubicBezTo>
                      <a:pt x="888" y="3534"/>
                      <a:pt x="886" y="3534"/>
                      <a:pt x="884" y="3535"/>
                    </a:cubicBezTo>
                    <a:cubicBezTo>
                      <a:pt x="882" y="3535"/>
                      <a:pt x="880" y="3535"/>
                      <a:pt x="877" y="3536"/>
                    </a:cubicBezTo>
                    <a:cubicBezTo>
                      <a:pt x="875" y="3536"/>
                      <a:pt x="873" y="3536"/>
                      <a:pt x="871" y="3537"/>
                    </a:cubicBezTo>
                    <a:cubicBezTo>
                      <a:pt x="869" y="3537"/>
                      <a:pt x="867" y="3537"/>
                      <a:pt x="865" y="3537"/>
                    </a:cubicBezTo>
                    <a:cubicBezTo>
                      <a:pt x="863" y="3537"/>
                      <a:pt x="861" y="3538"/>
                      <a:pt x="860" y="3538"/>
                    </a:cubicBezTo>
                    <a:cubicBezTo>
                      <a:pt x="855" y="3539"/>
                      <a:pt x="850" y="3540"/>
                      <a:pt x="846" y="3540"/>
                    </a:cubicBezTo>
                    <a:cubicBezTo>
                      <a:pt x="843" y="3540"/>
                      <a:pt x="840" y="3541"/>
                      <a:pt x="837" y="3541"/>
                    </a:cubicBezTo>
                    <a:cubicBezTo>
                      <a:pt x="835" y="3542"/>
                      <a:pt x="832" y="3542"/>
                      <a:pt x="830" y="3542"/>
                    </a:cubicBezTo>
                    <a:cubicBezTo>
                      <a:pt x="828" y="3543"/>
                      <a:pt x="825" y="3544"/>
                      <a:pt x="823" y="3545"/>
                    </a:cubicBezTo>
                    <a:cubicBezTo>
                      <a:pt x="820" y="3547"/>
                      <a:pt x="819" y="3549"/>
                      <a:pt x="818" y="3552"/>
                    </a:cubicBezTo>
                    <a:cubicBezTo>
                      <a:pt x="816" y="3555"/>
                      <a:pt x="815" y="3558"/>
                      <a:pt x="813" y="3561"/>
                    </a:cubicBezTo>
                    <a:cubicBezTo>
                      <a:pt x="812" y="3563"/>
                      <a:pt x="810" y="3566"/>
                      <a:pt x="809" y="3569"/>
                    </a:cubicBezTo>
                    <a:cubicBezTo>
                      <a:pt x="807" y="3576"/>
                      <a:pt x="804" y="3583"/>
                      <a:pt x="800" y="3590"/>
                    </a:cubicBezTo>
                    <a:cubicBezTo>
                      <a:pt x="799" y="3591"/>
                      <a:pt x="798" y="3593"/>
                      <a:pt x="797" y="3594"/>
                    </a:cubicBezTo>
                    <a:cubicBezTo>
                      <a:pt x="794" y="3598"/>
                      <a:pt x="791" y="3602"/>
                      <a:pt x="786" y="3604"/>
                    </a:cubicBezTo>
                    <a:cubicBezTo>
                      <a:pt x="784" y="3605"/>
                      <a:pt x="782" y="3606"/>
                      <a:pt x="780" y="3607"/>
                    </a:cubicBezTo>
                    <a:cubicBezTo>
                      <a:pt x="779" y="3608"/>
                      <a:pt x="778" y="3608"/>
                      <a:pt x="777" y="3609"/>
                    </a:cubicBezTo>
                    <a:cubicBezTo>
                      <a:pt x="776" y="3609"/>
                      <a:pt x="775" y="3609"/>
                      <a:pt x="774" y="3610"/>
                    </a:cubicBezTo>
                    <a:cubicBezTo>
                      <a:pt x="772" y="3610"/>
                      <a:pt x="769" y="3611"/>
                      <a:pt x="767" y="3612"/>
                    </a:cubicBezTo>
                    <a:cubicBezTo>
                      <a:pt x="765" y="3613"/>
                      <a:pt x="762" y="3613"/>
                      <a:pt x="761" y="3616"/>
                    </a:cubicBezTo>
                    <a:cubicBezTo>
                      <a:pt x="758" y="3619"/>
                      <a:pt x="761" y="3623"/>
                      <a:pt x="760" y="3626"/>
                    </a:cubicBezTo>
                    <a:cubicBezTo>
                      <a:pt x="760" y="3631"/>
                      <a:pt x="757" y="3634"/>
                      <a:pt x="754" y="3637"/>
                    </a:cubicBezTo>
                    <a:cubicBezTo>
                      <a:pt x="751" y="3640"/>
                      <a:pt x="748" y="3642"/>
                      <a:pt x="744" y="3644"/>
                    </a:cubicBezTo>
                    <a:cubicBezTo>
                      <a:pt x="740" y="3645"/>
                      <a:pt x="739" y="3648"/>
                      <a:pt x="739" y="3651"/>
                    </a:cubicBezTo>
                    <a:cubicBezTo>
                      <a:pt x="739" y="3655"/>
                      <a:pt x="739" y="3657"/>
                      <a:pt x="741" y="3660"/>
                    </a:cubicBezTo>
                    <a:cubicBezTo>
                      <a:pt x="742" y="3663"/>
                      <a:pt x="743" y="3668"/>
                      <a:pt x="741" y="3670"/>
                    </a:cubicBezTo>
                    <a:cubicBezTo>
                      <a:pt x="739" y="3674"/>
                      <a:pt x="735" y="3675"/>
                      <a:pt x="732" y="3678"/>
                    </a:cubicBezTo>
                    <a:cubicBezTo>
                      <a:pt x="730" y="3679"/>
                      <a:pt x="728" y="3680"/>
                      <a:pt x="726" y="3681"/>
                    </a:cubicBezTo>
                    <a:cubicBezTo>
                      <a:pt x="723" y="3683"/>
                      <a:pt x="720" y="3685"/>
                      <a:pt x="716" y="3687"/>
                    </a:cubicBezTo>
                    <a:cubicBezTo>
                      <a:pt x="715" y="3688"/>
                      <a:pt x="713" y="3689"/>
                      <a:pt x="712" y="3690"/>
                    </a:cubicBezTo>
                    <a:cubicBezTo>
                      <a:pt x="711" y="3690"/>
                      <a:pt x="710" y="3691"/>
                      <a:pt x="709" y="3691"/>
                    </a:cubicBezTo>
                    <a:cubicBezTo>
                      <a:pt x="709" y="3691"/>
                      <a:pt x="708" y="3691"/>
                      <a:pt x="708" y="3692"/>
                    </a:cubicBezTo>
                    <a:cubicBezTo>
                      <a:pt x="708" y="3692"/>
                      <a:pt x="707" y="3692"/>
                      <a:pt x="707" y="3692"/>
                    </a:cubicBezTo>
                    <a:cubicBezTo>
                      <a:pt x="707" y="3692"/>
                      <a:pt x="706" y="3692"/>
                      <a:pt x="706" y="3692"/>
                    </a:cubicBezTo>
                    <a:cubicBezTo>
                      <a:pt x="706" y="3693"/>
                      <a:pt x="705" y="3693"/>
                      <a:pt x="705" y="3693"/>
                    </a:cubicBezTo>
                    <a:cubicBezTo>
                      <a:pt x="705" y="3693"/>
                      <a:pt x="704" y="3693"/>
                      <a:pt x="704" y="3693"/>
                    </a:cubicBezTo>
                    <a:cubicBezTo>
                      <a:pt x="704" y="3694"/>
                      <a:pt x="704" y="3694"/>
                      <a:pt x="704" y="3694"/>
                    </a:cubicBezTo>
                    <a:cubicBezTo>
                      <a:pt x="704" y="3695"/>
                      <a:pt x="703" y="3696"/>
                      <a:pt x="703" y="3697"/>
                    </a:cubicBezTo>
                    <a:cubicBezTo>
                      <a:pt x="702" y="3701"/>
                      <a:pt x="699" y="3704"/>
                      <a:pt x="695" y="3701"/>
                    </a:cubicBezTo>
                    <a:cubicBezTo>
                      <a:pt x="693" y="3700"/>
                      <a:pt x="690" y="3697"/>
                      <a:pt x="688" y="3694"/>
                    </a:cubicBezTo>
                    <a:cubicBezTo>
                      <a:pt x="686" y="3690"/>
                      <a:pt x="686" y="3685"/>
                      <a:pt x="683" y="3681"/>
                    </a:cubicBezTo>
                    <a:cubicBezTo>
                      <a:pt x="681" y="3676"/>
                      <a:pt x="676" y="3683"/>
                      <a:pt x="673" y="3685"/>
                    </a:cubicBezTo>
                    <a:cubicBezTo>
                      <a:pt x="672" y="3686"/>
                      <a:pt x="670" y="3688"/>
                      <a:pt x="669" y="3687"/>
                    </a:cubicBezTo>
                    <a:cubicBezTo>
                      <a:pt x="668" y="3685"/>
                      <a:pt x="669" y="3682"/>
                      <a:pt x="669" y="3681"/>
                    </a:cubicBezTo>
                    <a:cubicBezTo>
                      <a:pt x="669" y="3678"/>
                      <a:pt x="672" y="3669"/>
                      <a:pt x="667" y="3669"/>
                    </a:cubicBezTo>
                    <a:cubicBezTo>
                      <a:pt x="663" y="3670"/>
                      <a:pt x="661" y="3675"/>
                      <a:pt x="659" y="3678"/>
                    </a:cubicBezTo>
                    <a:cubicBezTo>
                      <a:pt x="657" y="3680"/>
                      <a:pt x="654" y="3682"/>
                      <a:pt x="654" y="3685"/>
                    </a:cubicBezTo>
                    <a:cubicBezTo>
                      <a:pt x="654" y="3689"/>
                      <a:pt x="656" y="3692"/>
                      <a:pt x="659" y="3693"/>
                    </a:cubicBezTo>
                    <a:cubicBezTo>
                      <a:pt x="659" y="3693"/>
                      <a:pt x="659" y="3693"/>
                      <a:pt x="659" y="3693"/>
                    </a:cubicBezTo>
                    <a:cubicBezTo>
                      <a:pt x="660" y="3694"/>
                      <a:pt x="660" y="3694"/>
                      <a:pt x="660" y="3694"/>
                    </a:cubicBezTo>
                    <a:cubicBezTo>
                      <a:pt x="661" y="3695"/>
                      <a:pt x="662" y="3695"/>
                      <a:pt x="663" y="3696"/>
                    </a:cubicBezTo>
                    <a:cubicBezTo>
                      <a:pt x="667" y="3697"/>
                      <a:pt x="670" y="3698"/>
                      <a:pt x="673" y="3700"/>
                    </a:cubicBezTo>
                    <a:cubicBezTo>
                      <a:pt x="676" y="3701"/>
                      <a:pt x="679" y="3703"/>
                      <a:pt x="681" y="3705"/>
                    </a:cubicBezTo>
                    <a:cubicBezTo>
                      <a:pt x="685" y="3707"/>
                      <a:pt x="690" y="3708"/>
                      <a:pt x="691" y="3713"/>
                    </a:cubicBezTo>
                    <a:cubicBezTo>
                      <a:pt x="693" y="3717"/>
                      <a:pt x="690" y="3719"/>
                      <a:pt x="688" y="3721"/>
                    </a:cubicBezTo>
                    <a:cubicBezTo>
                      <a:pt x="685" y="3724"/>
                      <a:pt x="683" y="3726"/>
                      <a:pt x="682" y="3729"/>
                    </a:cubicBezTo>
                    <a:cubicBezTo>
                      <a:pt x="681" y="3732"/>
                      <a:pt x="683" y="3734"/>
                      <a:pt x="682" y="3737"/>
                    </a:cubicBezTo>
                    <a:cubicBezTo>
                      <a:pt x="681" y="3740"/>
                      <a:pt x="676" y="3740"/>
                      <a:pt x="675" y="3742"/>
                    </a:cubicBezTo>
                    <a:cubicBezTo>
                      <a:pt x="672" y="3744"/>
                      <a:pt x="674" y="3750"/>
                      <a:pt x="675" y="3753"/>
                    </a:cubicBezTo>
                    <a:cubicBezTo>
                      <a:pt x="675" y="3756"/>
                      <a:pt x="677" y="3758"/>
                      <a:pt x="678" y="3761"/>
                    </a:cubicBezTo>
                    <a:cubicBezTo>
                      <a:pt x="679" y="3763"/>
                      <a:pt x="680" y="3765"/>
                      <a:pt x="680" y="3768"/>
                    </a:cubicBezTo>
                    <a:cubicBezTo>
                      <a:pt x="680" y="3768"/>
                      <a:pt x="680" y="3768"/>
                      <a:pt x="680" y="3768"/>
                    </a:cubicBezTo>
                    <a:cubicBezTo>
                      <a:pt x="680" y="3768"/>
                      <a:pt x="680" y="3768"/>
                      <a:pt x="680" y="3769"/>
                    </a:cubicBezTo>
                    <a:cubicBezTo>
                      <a:pt x="680" y="3769"/>
                      <a:pt x="680" y="3769"/>
                      <a:pt x="680" y="3769"/>
                    </a:cubicBezTo>
                    <a:cubicBezTo>
                      <a:pt x="680" y="3769"/>
                      <a:pt x="680" y="3770"/>
                      <a:pt x="680" y="3770"/>
                    </a:cubicBezTo>
                    <a:cubicBezTo>
                      <a:pt x="681" y="3771"/>
                      <a:pt x="680" y="3772"/>
                      <a:pt x="680" y="3772"/>
                    </a:cubicBezTo>
                    <a:cubicBezTo>
                      <a:pt x="679" y="3774"/>
                      <a:pt x="678" y="3776"/>
                      <a:pt x="677" y="3777"/>
                    </a:cubicBezTo>
                    <a:cubicBezTo>
                      <a:pt x="676" y="3778"/>
                      <a:pt x="676" y="3779"/>
                      <a:pt x="676" y="3779"/>
                    </a:cubicBezTo>
                    <a:cubicBezTo>
                      <a:pt x="675" y="3781"/>
                      <a:pt x="674" y="3782"/>
                      <a:pt x="673" y="3783"/>
                    </a:cubicBezTo>
                    <a:cubicBezTo>
                      <a:pt x="672" y="3784"/>
                      <a:pt x="671" y="3784"/>
                      <a:pt x="670" y="3785"/>
                    </a:cubicBezTo>
                    <a:cubicBezTo>
                      <a:pt x="669" y="3785"/>
                      <a:pt x="669" y="3786"/>
                      <a:pt x="668" y="3787"/>
                    </a:cubicBezTo>
                    <a:cubicBezTo>
                      <a:pt x="667" y="3789"/>
                      <a:pt x="666" y="3791"/>
                      <a:pt x="665" y="3792"/>
                    </a:cubicBezTo>
                    <a:cubicBezTo>
                      <a:pt x="661" y="3796"/>
                      <a:pt x="655" y="3796"/>
                      <a:pt x="650" y="3796"/>
                    </a:cubicBezTo>
                    <a:cubicBezTo>
                      <a:pt x="649" y="3796"/>
                      <a:pt x="647" y="3796"/>
                      <a:pt x="646" y="3797"/>
                    </a:cubicBezTo>
                    <a:cubicBezTo>
                      <a:pt x="644" y="3798"/>
                      <a:pt x="641" y="3799"/>
                      <a:pt x="639" y="3800"/>
                    </a:cubicBezTo>
                    <a:cubicBezTo>
                      <a:pt x="634" y="3801"/>
                      <a:pt x="628" y="3804"/>
                      <a:pt x="625" y="3799"/>
                    </a:cubicBezTo>
                    <a:cubicBezTo>
                      <a:pt x="623" y="3793"/>
                      <a:pt x="625" y="3787"/>
                      <a:pt x="622" y="3781"/>
                    </a:cubicBezTo>
                    <a:cubicBezTo>
                      <a:pt x="621" y="3779"/>
                      <a:pt x="617" y="3778"/>
                      <a:pt x="615" y="3779"/>
                    </a:cubicBezTo>
                    <a:cubicBezTo>
                      <a:pt x="613" y="3780"/>
                      <a:pt x="612" y="3783"/>
                      <a:pt x="610" y="3784"/>
                    </a:cubicBezTo>
                    <a:cubicBezTo>
                      <a:pt x="608" y="3785"/>
                      <a:pt x="606" y="3784"/>
                      <a:pt x="604" y="3784"/>
                    </a:cubicBezTo>
                    <a:cubicBezTo>
                      <a:pt x="603" y="3784"/>
                      <a:pt x="601" y="3785"/>
                      <a:pt x="600" y="3784"/>
                    </a:cubicBezTo>
                    <a:cubicBezTo>
                      <a:pt x="598" y="3781"/>
                      <a:pt x="601" y="3778"/>
                      <a:pt x="603" y="3776"/>
                    </a:cubicBezTo>
                    <a:cubicBezTo>
                      <a:pt x="606" y="3771"/>
                      <a:pt x="608" y="3765"/>
                      <a:pt x="605" y="3760"/>
                    </a:cubicBezTo>
                    <a:cubicBezTo>
                      <a:pt x="603" y="3756"/>
                      <a:pt x="600" y="3761"/>
                      <a:pt x="599" y="3762"/>
                    </a:cubicBezTo>
                    <a:cubicBezTo>
                      <a:pt x="597" y="3764"/>
                      <a:pt x="595" y="3766"/>
                      <a:pt x="594" y="3769"/>
                    </a:cubicBezTo>
                    <a:cubicBezTo>
                      <a:pt x="592" y="3771"/>
                      <a:pt x="592" y="3774"/>
                      <a:pt x="589" y="3776"/>
                    </a:cubicBezTo>
                    <a:cubicBezTo>
                      <a:pt x="587" y="3779"/>
                      <a:pt x="584" y="3779"/>
                      <a:pt x="581" y="3779"/>
                    </a:cubicBezTo>
                    <a:cubicBezTo>
                      <a:pt x="577" y="3780"/>
                      <a:pt x="573" y="3780"/>
                      <a:pt x="570" y="3780"/>
                    </a:cubicBezTo>
                    <a:cubicBezTo>
                      <a:pt x="566" y="3780"/>
                      <a:pt x="563" y="3778"/>
                      <a:pt x="559" y="3778"/>
                    </a:cubicBezTo>
                    <a:cubicBezTo>
                      <a:pt x="556" y="3778"/>
                      <a:pt x="548" y="3776"/>
                      <a:pt x="548" y="3781"/>
                    </a:cubicBezTo>
                    <a:cubicBezTo>
                      <a:pt x="547" y="3785"/>
                      <a:pt x="547" y="3789"/>
                      <a:pt x="547" y="3794"/>
                    </a:cubicBezTo>
                    <a:cubicBezTo>
                      <a:pt x="546" y="3796"/>
                      <a:pt x="545" y="3799"/>
                      <a:pt x="544" y="3801"/>
                    </a:cubicBezTo>
                    <a:cubicBezTo>
                      <a:pt x="542" y="3803"/>
                      <a:pt x="539" y="3805"/>
                      <a:pt x="537" y="3807"/>
                    </a:cubicBezTo>
                    <a:cubicBezTo>
                      <a:pt x="535" y="3809"/>
                      <a:pt x="532" y="3810"/>
                      <a:pt x="531" y="3812"/>
                    </a:cubicBezTo>
                    <a:cubicBezTo>
                      <a:pt x="527" y="3817"/>
                      <a:pt x="532" y="3825"/>
                      <a:pt x="535" y="3829"/>
                    </a:cubicBezTo>
                    <a:cubicBezTo>
                      <a:pt x="537" y="3832"/>
                      <a:pt x="539" y="3834"/>
                      <a:pt x="540" y="3837"/>
                    </a:cubicBezTo>
                    <a:cubicBezTo>
                      <a:pt x="540" y="3840"/>
                      <a:pt x="539" y="3844"/>
                      <a:pt x="538" y="3847"/>
                    </a:cubicBezTo>
                    <a:cubicBezTo>
                      <a:pt x="534" y="3852"/>
                      <a:pt x="528" y="3855"/>
                      <a:pt x="524" y="3860"/>
                    </a:cubicBezTo>
                    <a:cubicBezTo>
                      <a:pt x="521" y="3862"/>
                      <a:pt x="519" y="3864"/>
                      <a:pt x="516" y="3865"/>
                    </a:cubicBezTo>
                    <a:cubicBezTo>
                      <a:pt x="513" y="3865"/>
                      <a:pt x="510" y="3864"/>
                      <a:pt x="507" y="3862"/>
                    </a:cubicBezTo>
                    <a:cubicBezTo>
                      <a:pt x="501" y="3859"/>
                      <a:pt x="495" y="3864"/>
                      <a:pt x="491" y="3868"/>
                    </a:cubicBezTo>
                    <a:cubicBezTo>
                      <a:pt x="487" y="3872"/>
                      <a:pt x="484" y="3879"/>
                      <a:pt x="478" y="3879"/>
                    </a:cubicBezTo>
                    <a:cubicBezTo>
                      <a:pt x="472" y="3879"/>
                      <a:pt x="469" y="3872"/>
                      <a:pt x="465" y="3869"/>
                    </a:cubicBezTo>
                    <a:cubicBezTo>
                      <a:pt x="462" y="3866"/>
                      <a:pt x="458" y="3865"/>
                      <a:pt x="455" y="3862"/>
                    </a:cubicBezTo>
                    <a:cubicBezTo>
                      <a:pt x="453" y="3861"/>
                      <a:pt x="452" y="3859"/>
                      <a:pt x="452" y="3857"/>
                    </a:cubicBezTo>
                    <a:cubicBezTo>
                      <a:pt x="452" y="3855"/>
                      <a:pt x="453" y="3853"/>
                      <a:pt x="455" y="3852"/>
                    </a:cubicBezTo>
                    <a:cubicBezTo>
                      <a:pt x="455" y="3851"/>
                      <a:pt x="456" y="3851"/>
                      <a:pt x="457" y="3850"/>
                    </a:cubicBezTo>
                    <a:cubicBezTo>
                      <a:pt x="458" y="3850"/>
                      <a:pt x="459" y="3848"/>
                      <a:pt x="460" y="3848"/>
                    </a:cubicBezTo>
                    <a:cubicBezTo>
                      <a:pt x="462" y="3847"/>
                      <a:pt x="464" y="3845"/>
                      <a:pt x="464" y="3842"/>
                    </a:cubicBezTo>
                    <a:cubicBezTo>
                      <a:pt x="464" y="3840"/>
                      <a:pt x="464" y="3837"/>
                      <a:pt x="465" y="3835"/>
                    </a:cubicBezTo>
                    <a:cubicBezTo>
                      <a:pt x="467" y="3833"/>
                      <a:pt x="468" y="3832"/>
                      <a:pt x="470" y="3830"/>
                    </a:cubicBezTo>
                    <a:cubicBezTo>
                      <a:pt x="472" y="3828"/>
                      <a:pt x="474" y="3827"/>
                      <a:pt x="472" y="3824"/>
                    </a:cubicBezTo>
                    <a:cubicBezTo>
                      <a:pt x="471" y="3821"/>
                      <a:pt x="469" y="3821"/>
                      <a:pt x="472" y="3818"/>
                    </a:cubicBezTo>
                    <a:cubicBezTo>
                      <a:pt x="474" y="3816"/>
                      <a:pt x="474" y="3814"/>
                      <a:pt x="472" y="3812"/>
                    </a:cubicBezTo>
                    <a:cubicBezTo>
                      <a:pt x="470" y="3809"/>
                      <a:pt x="468" y="3811"/>
                      <a:pt x="466" y="3812"/>
                    </a:cubicBezTo>
                    <a:cubicBezTo>
                      <a:pt x="464" y="3813"/>
                      <a:pt x="463" y="3814"/>
                      <a:pt x="462" y="3814"/>
                    </a:cubicBezTo>
                    <a:cubicBezTo>
                      <a:pt x="461" y="3815"/>
                      <a:pt x="460" y="3815"/>
                      <a:pt x="459" y="3815"/>
                    </a:cubicBezTo>
                    <a:cubicBezTo>
                      <a:pt x="459" y="3816"/>
                      <a:pt x="459" y="3816"/>
                      <a:pt x="458" y="3817"/>
                    </a:cubicBezTo>
                    <a:cubicBezTo>
                      <a:pt x="457" y="3817"/>
                      <a:pt x="456" y="3816"/>
                      <a:pt x="456" y="3817"/>
                    </a:cubicBezTo>
                    <a:cubicBezTo>
                      <a:pt x="455" y="3818"/>
                      <a:pt x="455" y="3818"/>
                      <a:pt x="453" y="3818"/>
                    </a:cubicBezTo>
                    <a:cubicBezTo>
                      <a:pt x="452" y="3818"/>
                      <a:pt x="452" y="3818"/>
                      <a:pt x="451" y="3819"/>
                    </a:cubicBezTo>
                    <a:cubicBezTo>
                      <a:pt x="448" y="3819"/>
                      <a:pt x="446" y="3819"/>
                      <a:pt x="444" y="3818"/>
                    </a:cubicBezTo>
                    <a:cubicBezTo>
                      <a:pt x="443" y="3817"/>
                      <a:pt x="442" y="3816"/>
                      <a:pt x="442" y="3816"/>
                    </a:cubicBezTo>
                    <a:cubicBezTo>
                      <a:pt x="440" y="3814"/>
                      <a:pt x="441" y="3811"/>
                      <a:pt x="442" y="3809"/>
                    </a:cubicBezTo>
                    <a:cubicBezTo>
                      <a:pt x="443" y="3808"/>
                      <a:pt x="444" y="3807"/>
                      <a:pt x="444" y="3806"/>
                    </a:cubicBezTo>
                    <a:cubicBezTo>
                      <a:pt x="445" y="3805"/>
                      <a:pt x="446" y="3804"/>
                      <a:pt x="446" y="3803"/>
                    </a:cubicBezTo>
                    <a:cubicBezTo>
                      <a:pt x="446" y="3802"/>
                      <a:pt x="446" y="3800"/>
                      <a:pt x="446" y="3799"/>
                    </a:cubicBezTo>
                    <a:cubicBezTo>
                      <a:pt x="446" y="3797"/>
                      <a:pt x="444" y="3796"/>
                      <a:pt x="444" y="3794"/>
                    </a:cubicBezTo>
                    <a:cubicBezTo>
                      <a:pt x="443" y="3793"/>
                      <a:pt x="442" y="3791"/>
                      <a:pt x="441" y="3790"/>
                    </a:cubicBezTo>
                    <a:cubicBezTo>
                      <a:pt x="440" y="3789"/>
                      <a:pt x="439" y="3789"/>
                      <a:pt x="439" y="3789"/>
                    </a:cubicBezTo>
                    <a:cubicBezTo>
                      <a:pt x="438" y="3788"/>
                      <a:pt x="438" y="3787"/>
                      <a:pt x="437" y="3787"/>
                    </a:cubicBezTo>
                    <a:cubicBezTo>
                      <a:pt x="436" y="3786"/>
                      <a:pt x="435" y="3785"/>
                      <a:pt x="434" y="3785"/>
                    </a:cubicBezTo>
                    <a:cubicBezTo>
                      <a:pt x="433" y="3784"/>
                      <a:pt x="432" y="3783"/>
                      <a:pt x="430" y="3782"/>
                    </a:cubicBezTo>
                    <a:cubicBezTo>
                      <a:pt x="429" y="3781"/>
                      <a:pt x="427" y="3780"/>
                      <a:pt x="426" y="3779"/>
                    </a:cubicBezTo>
                    <a:cubicBezTo>
                      <a:pt x="424" y="3777"/>
                      <a:pt x="424" y="3776"/>
                      <a:pt x="424" y="3775"/>
                    </a:cubicBezTo>
                    <a:cubicBezTo>
                      <a:pt x="424" y="3773"/>
                      <a:pt x="423" y="3772"/>
                      <a:pt x="423" y="3770"/>
                    </a:cubicBezTo>
                    <a:cubicBezTo>
                      <a:pt x="422" y="3767"/>
                      <a:pt x="424" y="3764"/>
                      <a:pt x="424" y="3761"/>
                    </a:cubicBezTo>
                    <a:cubicBezTo>
                      <a:pt x="425" y="3758"/>
                      <a:pt x="424" y="3756"/>
                      <a:pt x="425" y="3753"/>
                    </a:cubicBezTo>
                    <a:cubicBezTo>
                      <a:pt x="425" y="3752"/>
                      <a:pt x="426" y="3751"/>
                      <a:pt x="426" y="3750"/>
                    </a:cubicBezTo>
                    <a:cubicBezTo>
                      <a:pt x="426" y="3749"/>
                      <a:pt x="425" y="3747"/>
                      <a:pt x="424" y="3746"/>
                    </a:cubicBezTo>
                    <a:cubicBezTo>
                      <a:pt x="423" y="3744"/>
                      <a:pt x="420" y="3743"/>
                      <a:pt x="418" y="3744"/>
                    </a:cubicBezTo>
                    <a:cubicBezTo>
                      <a:pt x="416" y="3744"/>
                      <a:pt x="415" y="3744"/>
                      <a:pt x="413" y="3745"/>
                    </a:cubicBezTo>
                    <a:cubicBezTo>
                      <a:pt x="412" y="3745"/>
                      <a:pt x="411" y="3747"/>
                      <a:pt x="409" y="3746"/>
                    </a:cubicBezTo>
                    <a:cubicBezTo>
                      <a:pt x="407" y="3746"/>
                      <a:pt x="404" y="3741"/>
                      <a:pt x="404" y="3739"/>
                    </a:cubicBezTo>
                    <a:cubicBezTo>
                      <a:pt x="404" y="3736"/>
                      <a:pt x="405" y="3733"/>
                      <a:pt x="404" y="3731"/>
                    </a:cubicBezTo>
                    <a:cubicBezTo>
                      <a:pt x="404" y="3728"/>
                      <a:pt x="401" y="3725"/>
                      <a:pt x="400" y="3723"/>
                    </a:cubicBezTo>
                    <a:cubicBezTo>
                      <a:pt x="398" y="3720"/>
                      <a:pt x="397" y="3717"/>
                      <a:pt x="395" y="3714"/>
                    </a:cubicBezTo>
                    <a:cubicBezTo>
                      <a:pt x="393" y="3712"/>
                      <a:pt x="391" y="3709"/>
                      <a:pt x="388" y="3708"/>
                    </a:cubicBezTo>
                    <a:cubicBezTo>
                      <a:pt x="385" y="3706"/>
                      <a:pt x="383" y="3707"/>
                      <a:pt x="380" y="3708"/>
                    </a:cubicBezTo>
                    <a:cubicBezTo>
                      <a:pt x="379" y="3709"/>
                      <a:pt x="378" y="3710"/>
                      <a:pt x="377" y="3710"/>
                    </a:cubicBezTo>
                    <a:cubicBezTo>
                      <a:pt x="376" y="3711"/>
                      <a:pt x="375" y="3711"/>
                      <a:pt x="374" y="3711"/>
                    </a:cubicBezTo>
                    <a:cubicBezTo>
                      <a:pt x="373" y="3712"/>
                      <a:pt x="371" y="3711"/>
                      <a:pt x="370" y="3711"/>
                    </a:cubicBezTo>
                    <a:cubicBezTo>
                      <a:pt x="369" y="3711"/>
                      <a:pt x="367" y="3711"/>
                      <a:pt x="366" y="3711"/>
                    </a:cubicBezTo>
                    <a:cubicBezTo>
                      <a:pt x="363" y="3711"/>
                      <a:pt x="361" y="3707"/>
                      <a:pt x="360" y="3705"/>
                    </a:cubicBezTo>
                    <a:cubicBezTo>
                      <a:pt x="360" y="3703"/>
                      <a:pt x="360" y="3703"/>
                      <a:pt x="358" y="3701"/>
                    </a:cubicBezTo>
                    <a:cubicBezTo>
                      <a:pt x="357" y="3700"/>
                      <a:pt x="356" y="3699"/>
                      <a:pt x="355" y="3697"/>
                    </a:cubicBezTo>
                    <a:cubicBezTo>
                      <a:pt x="354" y="3696"/>
                      <a:pt x="354" y="3695"/>
                      <a:pt x="353" y="3693"/>
                    </a:cubicBezTo>
                    <a:cubicBezTo>
                      <a:pt x="352" y="3692"/>
                      <a:pt x="351" y="3690"/>
                      <a:pt x="351" y="3688"/>
                    </a:cubicBezTo>
                    <a:cubicBezTo>
                      <a:pt x="350" y="3686"/>
                      <a:pt x="350" y="3683"/>
                      <a:pt x="350" y="3680"/>
                    </a:cubicBezTo>
                    <a:cubicBezTo>
                      <a:pt x="350" y="3679"/>
                      <a:pt x="347" y="3678"/>
                      <a:pt x="347" y="3678"/>
                    </a:cubicBezTo>
                    <a:cubicBezTo>
                      <a:pt x="346" y="3678"/>
                      <a:pt x="344" y="3678"/>
                      <a:pt x="343" y="3677"/>
                    </a:cubicBezTo>
                    <a:cubicBezTo>
                      <a:pt x="341" y="3676"/>
                      <a:pt x="339" y="3674"/>
                      <a:pt x="337" y="3672"/>
                    </a:cubicBezTo>
                    <a:cubicBezTo>
                      <a:pt x="333" y="3672"/>
                      <a:pt x="331" y="3672"/>
                      <a:pt x="327" y="3670"/>
                    </a:cubicBezTo>
                    <a:cubicBezTo>
                      <a:pt x="324" y="3669"/>
                      <a:pt x="321" y="3668"/>
                      <a:pt x="317" y="3667"/>
                    </a:cubicBezTo>
                    <a:cubicBezTo>
                      <a:pt x="314" y="3667"/>
                      <a:pt x="310" y="3668"/>
                      <a:pt x="307" y="3667"/>
                    </a:cubicBezTo>
                    <a:cubicBezTo>
                      <a:pt x="306" y="3666"/>
                      <a:pt x="305" y="3665"/>
                      <a:pt x="303" y="3665"/>
                    </a:cubicBezTo>
                    <a:cubicBezTo>
                      <a:pt x="301" y="3664"/>
                      <a:pt x="298" y="3664"/>
                      <a:pt x="295" y="3664"/>
                    </a:cubicBezTo>
                    <a:cubicBezTo>
                      <a:pt x="292" y="3664"/>
                      <a:pt x="287" y="3663"/>
                      <a:pt x="284" y="3666"/>
                    </a:cubicBezTo>
                    <a:cubicBezTo>
                      <a:pt x="283" y="3668"/>
                      <a:pt x="283" y="3669"/>
                      <a:pt x="283" y="3671"/>
                    </a:cubicBezTo>
                    <a:cubicBezTo>
                      <a:pt x="282" y="3673"/>
                      <a:pt x="282" y="3674"/>
                      <a:pt x="282" y="3676"/>
                    </a:cubicBezTo>
                    <a:cubicBezTo>
                      <a:pt x="282" y="3677"/>
                      <a:pt x="282" y="3679"/>
                      <a:pt x="281" y="3681"/>
                    </a:cubicBezTo>
                    <a:cubicBezTo>
                      <a:pt x="280" y="3682"/>
                      <a:pt x="278" y="3682"/>
                      <a:pt x="276" y="3682"/>
                    </a:cubicBezTo>
                    <a:cubicBezTo>
                      <a:pt x="274" y="3681"/>
                      <a:pt x="273" y="3681"/>
                      <a:pt x="270" y="3681"/>
                    </a:cubicBezTo>
                    <a:cubicBezTo>
                      <a:pt x="268" y="3681"/>
                      <a:pt x="266" y="3681"/>
                      <a:pt x="264" y="3680"/>
                    </a:cubicBezTo>
                    <a:cubicBezTo>
                      <a:pt x="260" y="3679"/>
                      <a:pt x="256" y="3678"/>
                      <a:pt x="252" y="3679"/>
                    </a:cubicBezTo>
                    <a:cubicBezTo>
                      <a:pt x="251" y="3679"/>
                      <a:pt x="249" y="3680"/>
                      <a:pt x="248" y="3681"/>
                    </a:cubicBezTo>
                    <a:cubicBezTo>
                      <a:pt x="246" y="3683"/>
                      <a:pt x="248" y="3685"/>
                      <a:pt x="247" y="3687"/>
                    </a:cubicBezTo>
                    <a:cubicBezTo>
                      <a:pt x="246" y="3690"/>
                      <a:pt x="241" y="3688"/>
                      <a:pt x="238" y="3688"/>
                    </a:cubicBezTo>
                    <a:cubicBezTo>
                      <a:pt x="235" y="3688"/>
                      <a:pt x="232" y="3690"/>
                      <a:pt x="229" y="3688"/>
                    </a:cubicBezTo>
                    <a:cubicBezTo>
                      <a:pt x="226" y="3687"/>
                      <a:pt x="224" y="3683"/>
                      <a:pt x="222" y="3680"/>
                    </a:cubicBezTo>
                    <a:cubicBezTo>
                      <a:pt x="220" y="3677"/>
                      <a:pt x="217" y="3674"/>
                      <a:pt x="214" y="3671"/>
                    </a:cubicBezTo>
                    <a:cubicBezTo>
                      <a:pt x="211" y="3668"/>
                      <a:pt x="208" y="3666"/>
                      <a:pt x="203" y="3665"/>
                    </a:cubicBezTo>
                    <a:cubicBezTo>
                      <a:pt x="200" y="3665"/>
                      <a:pt x="196" y="3666"/>
                      <a:pt x="192" y="3664"/>
                    </a:cubicBezTo>
                    <a:cubicBezTo>
                      <a:pt x="190" y="3663"/>
                      <a:pt x="187" y="3658"/>
                      <a:pt x="185" y="3659"/>
                    </a:cubicBezTo>
                    <a:cubicBezTo>
                      <a:pt x="183" y="3660"/>
                      <a:pt x="184" y="3662"/>
                      <a:pt x="182" y="3664"/>
                    </a:cubicBezTo>
                    <a:cubicBezTo>
                      <a:pt x="181" y="3665"/>
                      <a:pt x="179" y="3664"/>
                      <a:pt x="177" y="3664"/>
                    </a:cubicBezTo>
                    <a:cubicBezTo>
                      <a:pt x="172" y="3664"/>
                      <a:pt x="171" y="3671"/>
                      <a:pt x="171" y="3675"/>
                    </a:cubicBezTo>
                    <a:cubicBezTo>
                      <a:pt x="171" y="3677"/>
                      <a:pt x="171" y="3679"/>
                      <a:pt x="173" y="3680"/>
                    </a:cubicBezTo>
                    <a:cubicBezTo>
                      <a:pt x="174" y="3682"/>
                      <a:pt x="176" y="3683"/>
                      <a:pt x="177" y="3684"/>
                    </a:cubicBezTo>
                    <a:cubicBezTo>
                      <a:pt x="175" y="3684"/>
                      <a:pt x="174" y="3684"/>
                      <a:pt x="172" y="3684"/>
                    </a:cubicBezTo>
                    <a:cubicBezTo>
                      <a:pt x="170" y="3683"/>
                      <a:pt x="168" y="3681"/>
                      <a:pt x="166" y="3680"/>
                    </a:cubicBezTo>
                    <a:cubicBezTo>
                      <a:pt x="165" y="3680"/>
                      <a:pt x="163" y="3680"/>
                      <a:pt x="161" y="3680"/>
                    </a:cubicBezTo>
                    <a:cubicBezTo>
                      <a:pt x="160" y="3680"/>
                      <a:pt x="158" y="3682"/>
                      <a:pt x="157" y="3680"/>
                    </a:cubicBezTo>
                    <a:cubicBezTo>
                      <a:pt x="156" y="3679"/>
                      <a:pt x="157" y="3677"/>
                      <a:pt x="157" y="3675"/>
                    </a:cubicBezTo>
                    <a:cubicBezTo>
                      <a:pt x="158" y="3673"/>
                      <a:pt x="159" y="3673"/>
                      <a:pt x="161" y="3673"/>
                    </a:cubicBezTo>
                    <a:cubicBezTo>
                      <a:pt x="164" y="3673"/>
                      <a:pt x="165" y="3671"/>
                      <a:pt x="165" y="3667"/>
                    </a:cubicBezTo>
                    <a:cubicBezTo>
                      <a:pt x="166" y="3664"/>
                      <a:pt x="166" y="3661"/>
                      <a:pt x="166" y="3658"/>
                    </a:cubicBezTo>
                    <a:cubicBezTo>
                      <a:pt x="166" y="3654"/>
                      <a:pt x="164" y="3653"/>
                      <a:pt x="160" y="3652"/>
                    </a:cubicBezTo>
                    <a:cubicBezTo>
                      <a:pt x="157" y="3651"/>
                      <a:pt x="155" y="3649"/>
                      <a:pt x="152" y="3647"/>
                    </a:cubicBezTo>
                    <a:cubicBezTo>
                      <a:pt x="150" y="3645"/>
                      <a:pt x="146" y="3643"/>
                      <a:pt x="145" y="3640"/>
                    </a:cubicBezTo>
                    <a:cubicBezTo>
                      <a:pt x="145" y="3637"/>
                      <a:pt x="143" y="3635"/>
                      <a:pt x="141" y="3633"/>
                    </a:cubicBezTo>
                    <a:cubicBezTo>
                      <a:pt x="140" y="3630"/>
                      <a:pt x="136" y="3629"/>
                      <a:pt x="134" y="3628"/>
                    </a:cubicBezTo>
                    <a:cubicBezTo>
                      <a:pt x="130" y="3627"/>
                      <a:pt x="128" y="3626"/>
                      <a:pt x="125" y="3624"/>
                    </a:cubicBezTo>
                    <a:cubicBezTo>
                      <a:pt x="123" y="3622"/>
                      <a:pt x="121" y="3621"/>
                      <a:pt x="119" y="3619"/>
                    </a:cubicBezTo>
                    <a:cubicBezTo>
                      <a:pt x="116" y="3617"/>
                      <a:pt x="114" y="3616"/>
                      <a:pt x="112" y="3614"/>
                    </a:cubicBezTo>
                    <a:cubicBezTo>
                      <a:pt x="109" y="3612"/>
                      <a:pt x="108" y="3609"/>
                      <a:pt x="106" y="3607"/>
                    </a:cubicBezTo>
                    <a:cubicBezTo>
                      <a:pt x="105" y="3606"/>
                      <a:pt x="104" y="3605"/>
                      <a:pt x="103" y="3604"/>
                    </a:cubicBezTo>
                    <a:cubicBezTo>
                      <a:pt x="102" y="3603"/>
                      <a:pt x="102" y="3601"/>
                      <a:pt x="102" y="3600"/>
                    </a:cubicBezTo>
                    <a:cubicBezTo>
                      <a:pt x="100" y="3597"/>
                      <a:pt x="99" y="3596"/>
                      <a:pt x="97" y="3594"/>
                    </a:cubicBezTo>
                    <a:cubicBezTo>
                      <a:pt x="96" y="3594"/>
                      <a:pt x="96" y="3593"/>
                      <a:pt x="96" y="3593"/>
                    </a:cubicBezTo>
                    <a:cubicBezTo>
                      <a:pt x="87" y="3634"/>
                      <a:pt x="87" y="3634"/>
                      <a:pt x="87" y="3634"/>
                    </a:cubicBezTo>
                    <a:cubicBezTo>
                      <a:pt x="56" y="3649"/>
                      <a:pt x="56" y="3649"/>
                      <a:pt x="56" y="3649"/>
                    </a:cubicBezTo>
                    <a:cubicBezTo>
                      <a:pt x="0" y="3762"/>
                      <a:pt x="0" y="3762"/>
                      <a:pt x="0" y="3762"/>
                    </a:cubicBezTo>
                    <a:cubicBezTo>
                      <a:pt x="1" y="3762"/>
                      <a:pt x="1" y="3761"/>
                      <a:pt x="2" y="3762"/>
                    </a:cubicBezTo>
                    <a:cubicBezTo>
                      <a:pt x="5" y="3762"/>
                      <a:pt x="4" y="3766"/>
                      <a:pt x="5" y="3768"/>
                    </a:cubicBezTo>
                    <a:cubicBezTo>
                      <a:pt x="5" y="3770"/>
                      <a:pt x="8" y="3771"/>
                      <a:pt x="10" y="3771"/>
                    </a:cubicBezTo>
                    <a:cubicBezTo>
                      <a:pt x="11" y="3771"/>
                      <a:pt x="12" y="3771"/>
                      <a:pt x="13" y="3770"/>
                    </a:cubicBezTo>
                    <a:cubicBezTo>
                      <a:pt x="15" y="3770"/>
                      <a:pt x="16" y="3770"/>
                      <a:pt x="18" y="3770"/>
                    </a:cubicBezTo>
                    <a:cubicBezTo>
                      <a:pt x="18" y="3770"/>
                      <a:pt x="20" y="3769"/>
                      <a:pt x="20" y="3769"/>
                    </a:cubicBezTo>
                    <a:cubicBezTo>
                      <a:pt x="21" y="3768"/>
                      <a:pt x="20" y="3767"/>
                      <a:pt x="21" y="3766"/>
                    </a:cubicBezTo>
                    <a:cubicBezTo>
                      <a:pt x="21" y="3765"/>
                      <a:pt x="22" y="3765"/>
                      <a:pt x="23" y="3765"/>
                    </a:cubicBezTo>
                    <a:cubicBezTo>
                      <a:pt x="25" y="3766"/>
                      <a:pt x="27" y="3768"/>
                      <a:pt x="29" y="3768"/>
                    </a:cubicBezTo>
                    <a:cubicBezTo>
                      <a:pt x="31" y="3768"/>
                      <a:pt x="31" y="3765"/>
                      <a:pt x="32" y="3764"/>
                    </a:cubicBezTo>
                    <a:cubicBezTo>
                      <a:pt x="34" y="3761"/>
                      <a:pt x="35" y="3765"/>
                      <a:pt x="37" y="3764"/>
                    </a:cubicBezTo>
                    <a:cubicBezTo>
                      <a:pt x="37" y="3763"/>
                      <a:pt x="35" y="3761"/>
                      <a:pt x="36" y="3759"/>
                    </a:cubicBezTo>
                    <a:cubicBezTo>
                      <a:pt x="37" y="3757"/>
                      <a:pt x="40" y="3761"/>
                      <a:pt x="41" y="3761"/>
                    </a:cubicBezTo>
                    <a:cubicBezTo>
                      <a:pt x="42" y="3762"/>
                      <a:pt x="46" y="3762"/>
                      <a:pt x="46" y="3760"/>
                    </a:cubicBezTo>
                    <a:cubicBezTo>
                      <a:pt x="47" y="3759"/>
                      <a:pt x="46" y="3756"/>
                      <a:pt x="46" y="3755"/>
                    </a:cubicBezTo>
                    <a:cubicBezTo>
                      <a:pt x="46" y="3752"/>
                      <a:pt x="43" y="3747"/>
                      <a:pt x="47" y="3746"/>
                    </a:cubicBezTo>
                    <a:cubicBezTo>
                      <a:pt x="48" y="3745"/>
                      <a:pt x="51" y="3747"/>
                      <a:pt x="52" y="3746"/>
                    </a:cubicBezTo>
                    <a:cubicBezTo>
                      <a:pt x="53" y="3745"/>
                      <a:pt x="51" y="3742"/>
                      <a:pt x="52" y="3741"/>
                    </a:cubicBezTo>
                    <a:cubicBezTo>
                      <a:pt x="54" y="3740"/>
                      <a:pt x="58" y="3742"/>
                      <a:pt x="58" y="3739"/>
                    </a:cubicBezTo>
                    <a:cubicBezTo>
                      <a:pt x="58" y="3737"/>
                      <a:pt x="56" y="3735"/>
                      <a:pt x="54" y="3735"/>
                    </a:cubicBezTo>
                    <a:cubicBezTo>
                      <a:pt x="53" y="3733"/>
                      <a:pt x="52" y="3730"/>
                      <a:pt x="55" y="3731"/>
                    </a:cubicBezTo>
                    <a:cubicBezTo>
                      <a:pt x="56" y="3731"/>
                      <a:pt x="61" y="3734"/>
                      <a:pt x="63" y="3732"/>
                    </a:cubicBezTo>
                    <a:cubicBezTo>
                      <a:pt x="63" y="3731"/>
                      <a:pt x="61" y="3727"/>
                      <a:pt x="61" y="3726"/>
                    </a:cubicBezTo>
                    <a:cubicBezTo>
                      <a:pt x="61" y="3725"/>
                      <a:pt x="60" y="3724"/>
                      <a:pt x="60" y="3723"/>
                    </a:cubicBezTo>
                    <a:cubicBezTo>
                      <a:pt x="60" y="3720"/>
                      <a:pt x="62" y="3720"/>
                      <a:pt x="63" y="3721"/>
                    </a:cubicBezTo>
                    <a:cubicBezTo>
                      <a:pt x="65" y="3722"/>
                      <a:pt x="67" y="3722"/>
                      <a:pt x="68" y="3722"/>
                    </a:cubicBezTo>
                    <a:cubicBezTo>
                      <a:pt x="72" y="3720"/>
                      <a:pt x="72" y="3714"/>
                      <a:pt x="75" y="3712"/>
                    </a:cubicBezTo>
                    <a:cubicBezTo>
                      <a:pt x="77" y="3712"/>
                      <a:pt x="79" y="3713"/>
                      <a:pt x="80" y="3712"/>
                    </a:cubicBezTo>
                    <a:cubicBezTo>
                      <a:pt x="81" y="3711"/>
                      <a:pt x="80" y="3708"/>
                      <a:pt x="82" y="3708"/>
                    </a:cubicBezTo>
                    <a:cubicBezTo>
                      <a:pt x="83" y="3708"/>
                      <a:pt x="84" y="3709"/>
                      <a:pt x="84" y="3710"/>
                    </a:cubicBezTo>
                    <a:cubicBezTo>
                      <a:pt x="85" y="3710"/>
                      <a:pt x="86" y="3710"/>
                      <a:pt x="87" y="3710"/>
                    </a:cubicBezTo>
                    <a:cubicBezTo>
                      <a:pt x="87" y="3709"/>
                      <a:pt x="87" y="3708"/>
                      <a:pt x="87" y="3708"/>
                    </a:cubicBezTo>
                    <a:cubicBezTo>
                      <a:pt x="87" y="3707"/>
                      <a:pt x="87" y="3706"/>
                      <a:pt x="87" y="3706"/>
                    </a:cubicBezTo>
                    <a:cubicBezTo>
                      <a:pt x="88" y="3704"/>
                      <a:pt x="90" y="3706"/>
                      <a:pt x="91" y="3706"/>
                    </a:cubicBezTo>
                    <a:cubicBezTo>
                      <a:pt x="92" y="3706"/>
                      <a:pt x="93" y="3706"/>
                      <a:pt x="93" y="3706"/>
                    </a:cubicBezTo>
                    <a:cubicBezTo>
                      <a:pt x="94" y="3705"/>
                      <a:pt x="93" y="3704"/>
                      <a:pt x="93" y="3703"/>
                    </a:cubicBezTo>
                    <a:cubicBezTo>
                      <a:pt x="94" y="3701"/>
                      <a:pt x="96" y="3704"/>
                      <a:pt x="97" y="3703"/>
                    </a:cubicBezTo>
                    <a:cubicBezTo>
                      <a:pt x="97" y="3702"/>
                      <a:pt x="97" y="3701"/>
                      <a:pt x="96" y="3700"/>
                    </a:cubicBezTo>
                    <a:cubicBezTo>
                      <a:pt x="96" y="3699"/>
                      <a:pt x="94" y="3698"/>
                      <a:pt x="94" y="3697"/>
                    </a:cubicBezTo>
                    <a:cubicBezTo>
                      <a:pt x="94" y="3694"/>
                      <a:pt x="98" y="3694"/>
                      <a:pt x="99" y="3696"/>
                    </a:cubicBezTo>
                    <a:cubicBezTo>
                      <a:pt x="100" y="3698"/>
                      <a:pt x="100" y="3699"/>
                      <a:pt x="103" y="3699"/>
                    </a:cubicBezTo>
                    <a:cubicBezTo>
                      <a:pt x="106" y="3700"/>
                      <a:pt x="105" y="3703"/>
                      <a:pt x="107" y="3705"/>
                    </a:cubicBezTo>
                    <a:cubicBezTo>
                      <a:pt x="108" y="3706"/>
                      <a:pt x="109" y="3706"/>
                      <a:pt x="109" y="3707"/>
                    </a:cubicBezTo>
                    <a:cubicBezTo>
                      <a:pt x="110" y="3709"/>
                      <a:pt x="110" y="3710"/>
                      <a:pt x="110" y="3711"/>
                    </a:cubicBezTo>
                    <a:cubicBezTo>
                      <a:pt x="107" y="3713"/>
                      <a:pt x="107" y="3708"/>
                      <a:pt x="105" y="3708"/>
                    </a:cubicBezTo>
                    <a:cubicBezTo>
                      <a:pt x="103" y="3708"/>
                      <a:pt x="101" y="3712"/>
                      <a:pt x="102" y="3713"/>
                    </a:cubicBezTo>
                    <a:cubicBezTo>
                      <a:pt x="103" y="3714"/>
                      <a:pt x="104" y="3714"/>
                      <a:pt x="105" y="3715"/>
                    </a:cubicBezTo>
                    <a:cubicBezTo>
                      <a:pt x="106" y="3716"/>
                      <a:pt x="107" y="3716"/>
                      <a:pt x="107" y="3717"/>
                    </a:cubicBezTo>
                    <a:cubicBezTo>
                      <a:pt x="108" y="3720"/>
                      <a:pt x="109" y="3721"/>
                      <a:pt x="109" y="3723"/>
                    </a:cubicBezTo>
                    <a:cubicBezTo>
                      <a:pt x="109" y="3724"/>
                      <a:pt x="109" y="3725"/>
                      <a:pt x="109" y="3725"/>
                    </a:cubicBezTo>
                    <a:cubicBezTo>
                      <a:pt x="109" y="3726"/>
                      <a:pt x="110" y="3726"/>
                      <a:pt x="110" y="3727"/>
                    </a:cubicBezTo>
                    <a:cubicBezTo>
                      <a:pt x="111" y="3728"/>
                      <a:pt x="109" y="3728"/>
                      <a:pt x="108" y="3728"/>
                    </a:cubicBezTo>
                    <a:cubicBezTo>
                      <a:pt x="108" y="3731"/>
                      <a:pt x="109" y="3733"/>
                      <a:pt x="109" y="3736"/>
                    </a:cubicBezTo>
                    <a:cubicBezTo>
                      <a:pt x="110" y="3739"/>
                      <a:pt x="110" y="3742"/>
                      <a:pt x="111" y="3744"/>
                    </a:cubicBezTo>
                    <a:cubicBezTo>
                      <a:pt x="114" y="3747"/>
                      <a:pt x="116" y="3750"/>
                      <a:pt x="119" y="3752"/>
                    </a:cubicBezTo>
                    <a:cubicBezTo>
                      <a:pt x="121" y="3755"/>
                      <a:pt x="124" y="3757"/>
                      <a:pt x="126" y="3760"/>
                    </a:cubicBezTo>
                    <a:cubicBezTo>
                      <a:pt x="127" y="3761"/>
                      <a:pt x="128" y="3763"/>
                      <a:pt x="127" y="3765"/>
                    </a:cubicBezTo>
                    <a:cubicBezTo>
                      <a:pt x="127" y="3766"/>
                      <a:pt x="124" y="3765"/>
                      <a:pt x="123" y="3765"/>
                    </a:cubicBezTo>
                    <a:cubicBezTo>
                      <a:pt x="119" y="3763"/>
                      <a:pt x="115" y="3760"/>
                      <a:pt x="111" y="3759"/>
                    </a:cubicBezTo>
                    <a:cubicBezTo>
                      <a:pt x="109" y="3759"/>
                      <a:pt x="108" y="3759"/>
                      <a:pt x="107" y="3759"/>
                    </a:cubicBezTo>
                    <a:cubicBezTo>
                      <a:pt x="105" y="3759"/>
                      <a:pt x="103" y="3759"/>
                      <a:pt x="101" y="3757"/>
                    </a:cubicBezTo>
                    <a:cubicBezTo>
                      <a:pt x="98" y="3755"/>
                      <a:pt x="96" y="3752"/>
                      <a:pt x="92" y="3751"/>
                    </a:cubicBezTo>
                    <a:cubicBezTo>
                      <a:pt x="88" y="3750"/>
                      <a:pt x="86" y="3750"/>
                      <a:pt x="85" y="3746"/>
                    </a:cubicBezTo>
                    <a:cubicBezTo>
                      <a:pt x="84" y="3742"/>
                      <a:pt x="83" y="3739"/>
                      <a:pt x="78" y="3740"/>
                    </a:cubicBezTo>
                    <a:cubicBezTo>
                      <a:pt x="74" y="3740"/>
                      <a:pt x="74" y="3745"/>
                      <a:pt x="76" y="3748"/>
                    </a:cubicBezTo>
                    <a:cubicBezTo>
                      <a:pt x="78" y="3752"/>
                      <a:pt x="82" y="3754"/>
                      <a:pt x="85" y="3758"/>
                    </a:cubicBezTo>
                    <a:cubicBezTo>
                      <a:pt x="88" y="3761"/>
                      <a:pt x="90" y="3764"/>
                      <a:pt x="94" y="3765"/>
                    </a:cubicBezTo>
                    <a:cubicBezTo>
                      <a:pt x="99" y="3766"/>
                      <a:pt x="101" y="3768"/>
                      <a:pt x="103" y="3772"/>
                    </a:cubicBezTo>
                    <a:cubicBezTo>
                      <a:pt x="105" y="3775"/>
                      <a:pt x="108" y="3778"/>
                      <a:pt x="110" y="3781"/>
                    </a:cubicBezTo>
                    <a:cubicBezTo>
                      <a:pt x="110" y="3782"/>
                      <a:pt x="111" y="3784"/>
                      <a:pt x="112" y="3784"/>
                    </a:cubicBezTo>
                    <a:cubicBezTo>
                      <a:pt x="114" y="3785"/>
                      <a:pt x="115" y="3784"/>
                      <a:pt x="116" y="3784"/>
                    </a:cubicBezTo>
                    <a:cubicBezTo>
                      <a:pt x="121" y="3784"/>
                      <a:pt x="122" y="3788"/>
                      <a:pt x="124" y="3790"/>
                    </a:cubicBezTo>
                    <a:cubicBezTo>
                      <a:pt x="127" y="3792"/>
                      <a:pt x="131" y="3790"/>
                      <a:pt x="134" y="3790"/>
                    </a:cubicBezTo>
                    <a:cubicBezTo>
                      <a:pt x="137" y="3790"/>
                      <a:pt x="136" y="3786"/>
                      <a:pt x="137" y="3783"/>
                    </a:cubicBezTo>
                    <a:cubicBezTo>
                      <a:pt x="138" y="3782"/>
                      <a:pt x="138" y="3781"/>
                      <a:pt x="139" y="3783"/>
                    </a:cubicBezTo>
                    <a:cubicBezTo>
                      <a:pt x="140" y="3785"/>
                      <a:pt x="140" y="3787"/>
                      <a:pt x="141" y="3789"/>
                    </a:cubicBezTo>
                    <a:cubicBezTo>
                      <a:pt x="142" y="3791"/>
                      <a:pt x="143" y="3792"/>
                      <a:pt x="144" y="3793"/>
                    </a:cubicBezTo>
                    <a:cubicBezTo>
                      <a:pt x="146" y="3794"/>
                      <a:pt x="148" y="3796"/>
                      <a:pt x="150" y="3798"/>
                    </a:cubicBezTo>
                    <a:cubicBezTo>
                      <a:pt x="150" y="3798"/>
                      <a:pt x="151" y="3799"/>
                      <a:pt x="152" y="3799"/>
                    </a:cubicBezTo>
                    <a:cubicBezTo>
                      <a:pt x="152" y="3799"/>
                      <a:pt x="152" y="3798"/>
                      <a:pt x="152" y="3798"/>
                    </a:cubicBezTo>
                    <a:cubicBezTo>
                      <a:pt x="153" y="3798"/>
                      <a:pt x="154" y="3799"/>
                      <a:pt x="154" y="3799"/>
                    </a:cubicBezTo>
                    <a:cubicBezTo>
                      <a:pt x="155" y="3799"/>
                      <a:pt x="156" y="3799"/>
                      <a:pt x="157" y="3800"/>
                    </a:cubicBezTo>
                    <a:cubicBezTo>
                      <a:pt x="158" y="3800"/>
                      <a:pt x="159" y="3801"/>
                      <a:pt x="160" y="3802"/>
                    </a:cubicBezTo>
                    <a:cubicBezTo>
                      <a:pt x="163" y="3804"/>
                      <a:pt x="162" y="3809"/>
                      <a:pt x="166" y="3812"/>
                    </a:cubicBezTo>
                    <a:cubicBezTo>
                      <a:pt x="167" y="3813"/>
                      <a:pt x="169" y="3814"/>
                      <a:pt x="171" y="3814"/>
                    </a:cubicBezTo>
                    <a:cubicBezTo>
                      <a:pt x="173" y="3815"/>
                      <a:pt x="174" y="3817"/>
                      <a:pt x="175" y="3819"/>
                    </a:cubicBezTo>
                    <a:cubicBezTo>
                      <a:pt x="178" y="3824"/>
                      <a:pt x="183" y="3823"/>
                      <a:pt x="188" y="3823"/>
                    </a:cubicBezTo>
                    <a:cubicBezTo>
                      <a:pt x="193" y="3824"/>
                      <a:pt x="198" y="3823"/>
                      <a:pt x="203" y="3823"/>
                    </a:cubicBezTo>
                    <a:cubicBezTo>
                      <a:pt x="208" y="3823"/>
                      <a:pt x="212" y="3822"/>
                      <a:pt x="216" y="3821"/>
                    </a:cubicBezTo>
                    <a:cubicBezTo>
                      <a:pt x="220" y="3820"/>
                      <a:pt x="223" y="3819"/>
                      <a:pt x="227" y="3818"/>
                    </a:cubicBezTo>
                    <a:cubicBezTo>
                      <a:pt x="230" y="3817"/>
                      <a:pt x="233" y="3815"/>
                      <a:pt x="237" y="3814"/>
                    </a:cubicBezTo>
                    <a:cubicBezTo>
                      <a:pt x="241" y="3812"/>
                      <a:pt x="244" y="3808"/>
                      <a:pt x="248" y="3806"/>
                    </a:cubicBezTo>
                    <a:cubicBezTo>
                      <a:pt x="250" y="3805"/>
                      <a:pt x="251" y="3804"/>
                      <a:pt x="253" y="3803"/>
                    </a:cubicBezTo>
                    <a:cubicBezTo>
                      <a:pt x="255" y="3802"/>
                      <a:pt x="257" y="3801"/>
                      <a:pt x="259" y="3801"/>
                    </a:cubicBezTo>
                    <a:cubicBezTo>
                      <a:pt x="261" y="3800"/>
                      <a:pt x="263" y="3800"/>
                      <a:pt x="266" y="3800"/>
                    </a:cubicBezTo>
                    <a:cubicBezTo>
                      <a:pt x="271" y="3800"/>
                      <a:pt x="276" y="3801"/>
                      <a:pt x="281" y="3801"/>
                    </a:cubicBezTo>
                    <a:cubicBezTo>
                      <a:pt x="284" y="3801"/>
                      <a:pt x="287" y="3802"/>
                      <a:pt x="290" y="3802"/>
                    </a:cubicBezTo>
                    <a:cubicBezTo>
                      <a:pt x="297" y="3803"/>
                      <a:pt x="305" y="3804"/>
                      <a:pt x="308" y="3812"/>
                    </a:cubicBezTo>
                    <a:cubicBezTo>
                      <a:pt x="311" y="3818"/>
                      <a:pt x="310" y="3827"/>
                      <a:pt x="315" y="3832"/>
                    </a:cubicBezTo>
                    <a:cubicBezTo>
                      <a:pt x="321" y="3839"/>
                      <a:pt x="331" y="3838"/>
                      <a:pt x="339" y="3837"/>
                    </a:cubicBezTo>
                    <a:cubicBezTo>
                      <a:pt x="346" y="3836"/>
                      <a:pt x="357" y="3832"/>
                      <a:pt x="362" y="3839"/>
                    </a:cubicBezTo>
                    <a:cubicBezTo>
                      <a:pt x="366" y="3846"/>
                      <a:pt x="364" y="3857"/>
                      <a:pt x="360" y="3864"/>
                    </a:cubicBezTo>
                    <a:cubicBezTo>
                      <a:pt x="356" y="3871"/>
                      <a:pt x="346" y="3870"/>
                      <a:pt x="338" y="3870"/>
                    </a:cubicBezTo>
                    <a:cubicBezTo>
                      <a:pt x="327" y="3870"/>
                      <a:pt x="315" y="3868"/>
                      <a:pt x="304" y="3867"/>
                    </a:cubicBezTo>
                    <a:cubicBezTo>
                      <a:pt x="296" y="3867"/>
                      <a:pt x="288" y="3869"/>
                      <a:pt x="281" y="3869"/>
                    </a:cubicBezTo>
                    <a:cubicBezTo>
                      <a:pt x="273" y="3868"/>
                      <a:pt x="265" y="3865"/>
                      <a:pt x="258" y="3867"/>
                    </a:cubicBezTo>
                    <a:cubicBezTo>
                      <a:pt x="257" y="3867"/>
                      <a:pt x="255" y="3868"/>
                      <a:pt x="254" y="3868"/>
                    </a:cubicBezTo>
                    <a:cubicBezTo>
                      <a:pt x="253" y="3868"/>
                      <a:pt x="251" y="3867"/>
                      <a:pt x="250" y="3867"/>
                    </a:cubicBezTo>
                    <a:cubicBezTo>
                      <a:pt x="247" y="3867"/>
                      <a:pt x="244" y="3867"/>
                      <a:pt x="241" y="3867"/>
                    </a:cubicBezTo>
                    <a:cubicBezTo>
                      <a:pt x="240" y="3866"/>
                      <a:pt x="239" y="3865"/>
                      <a:pt x="237" y="3865"/>
                    </a:cubicBezTo>
                    <a:cubicBezTo>
                      <a:pt x="235" y="3865"/>
                      <a:pt x="233" y="3866"/>
                      <a:pt x="230" y="3866"/>
                    </a:cubicBezTo>
                    <a:cubicBezTo>
                      <a:pt x="226" y="3868"/>
                      <a:pt x="222" y="3865"/>
                      <a:pt x="218" y="3866"/>
                    </a:cubicBezTo>
                    <a:cubicBezTo>
                      <a:pt x="217" y="3866"/>
                      <a:pt x="215" y="3866"/>
                      <a:pt x="213" y="3867"/>
                    </a:cubicBezTo>
                    <a:cubicBezTo>
                      <a:pt x="212" y="3868"/>
                      <a:pt x="211" y="3869"/>
                      <a:pt x="209" y="3869"/>
                    </a:cubicBezTo>
                    <a:cubicBezTo>
                      <a:pt x="208" y="3870"/>
                      <a:pt x="208" y="3871"/>
                      <a:pt x="207" y="3872"/>
                    </a:cubicBezTo>
                    <a:cubicBezTo>
                      <a:pt x="206" y="3873"/>
                      <a:pt x="204" y="3873"/>
                      <a:pt x="203" y="3874"/>
                    </a:cubicBezTo>
                    <a:cubicBezTo>
                      <a:pt x="201" y="3874"/>
                      <a:pt x="200" y="3874"/>
                      <a:pt x="199" y="3875"/>
                    </a:cubicBezTo>
                    <a:cubicBezTo>
                      <a:pt x="199" y="3876"/>
                      <a:pt x="198" y="3877"/>
                      <a:pt x="198" y="3878"/>
                    </a:cubicBezTo>
                    <a:cubicBezTo>
                      <a:pt x="197" y="3879"/>
                      <a:pt x="196" y="3880"/>
                      <a:pt x="196" y="3881"/>
                    </a:cubicBezTo>
                    <a:cubicBezTo>
                      <a:pt x="195" y="3882"/>
                      <a:pt x="194" y="3882"/>
                      <a:pt x="193" y="3883"/>
                    </a:cubicBezTo>
                    <a:cubicBezTo>
                      <a:pt x="191" y="3884"/>
                      <a:pt x="192" y="3885"/>
                      <a:pt x="191" y="3886"/>
                    </a:cubicBezTo>
                    <a:cubicBezTo>
                      <a:pt x="191" y="3888"/>
                      <a:pt x="190" y="3888"/>
                      <a:pt x="189" y="3888"/>
                    </a:cubicBezTo>
                    <a:cubicBezTo>
                      <a:pt x="187" y="3889"/>
                      <a:pt x="187" y="3891"/>
                      <a:pt x="188" y="3892"/>
                    </a:cubicBezTo>
                    <a:cubicBezTo>
                      <a:pt x="189" y="3894"/>
                      <a:pt x="191" y="3893"/>
                      <a:pt x="193" y="3894"/>
                    </a:cubicBezTo>
                    <a:cubicBezTo>
                      <a:pt x="194" y="3895"/>
                      <a:pt x="197" y="3897"/>
                      <a:pt x="198" y="3898"/>
                    </a:cubicBezTo>
                    <a:cubicBezTo>
                      <a:pt x="199" y="3900"/>
                      <a:pt x="197" y="3902"/>
                      <a:pt x="195" y="3902"/>
                    </a:cubicBezTo>
                    <a:cubicBezTo>
                      <a:pt x="195" y="3904"/>
                      <a:pt x="194" y="3905"/>
                      <a:pt x="194" y="3906"/>
                    </a:cubicBezTo>
                    <a:cubicBezTo>
                      <a:pt x="194" y="3908"/>
                      <a:pt x="193" y="3910"/>
                      <a:pt x="192" y="3911"/>
                    </a:cubicBezTo>
                    <a:cubicBezTo>
                      <a:pt x="192" y="3912"/>
                      <a:pt x="191" y="3913"/>
                      <a:pt x="190" y="3914"/>
                    </a:cubicBezTo>
                    <a:cubicBezTo>
                      <a:pt x="188" y="3915"/>
                      <a:pt x="188" y="3916"/>
                      <a:pt x="187" y="3916"/>
                    </a:cubicBezTo>
                    <a:cubicBezTo>
                      <a:pt x="186" y="3917"/>
                      <a:pt x="184" y="3917"/>
                      <a:pt x="183" y="3917"/>
                    </a:cubicBezTo>
                    <a:cubicBezTo>
                      <a:pt x="182" y="3916"/>
                      <a:pt x="179" y="3918"/>
                      <a:pt x="178" y="3918"/>
                    </a:cubicBezTo>
                    <a:cubicBezTo>
                      <a:pt x="177" y="3919"/>
                      <a:pt x="178" y="3921"/>
                      <a:pt x="178" y="3922"/>
                    </a:cubicBezTo>
                    <a:cubicBezTo>
                      <a:pt x="178" y="3923"/>
                      <a:pt x="177" y="3925"/>
                      <a:pt x="175" y="3925"/>
                    </a:cubicBezTo>
                    <a:cubicBezTo>
                      <a:pt x="174" y="3925"/>
                      <a:pt x="173" y="3923"/>
                      <a:pt x="171" y="3924"/>
                    </a:cubicBezTo>
                    <a:cubicBezTo>
                      <a:pt x="171" y="3925"/>
                      <a:pt x="170" y="3928"/>
                      <a:pt x="169" y="3925"/>
                    </a:cubicBezTo>
                    <a:cubicBezTo>
                      <a:pt x="168" y="3924"/>
                      <a:pt x="170" y="3922"/>
                      <a:pt x="167" y="3922"/>
                    </a:cubicBezTo>
                    <a:cubicBezTo>
                      <a:pt x="162" y="3922"/>
                      <a:pt x="167" y="3929"/>
                      <a:pt x="164" y="3930"/>
                    </a:cubicBezTo>
                    <a:cubicBezTo>
                      <a:pt x="162" y="3931"/>
                      <a:pt x="159" y="3931"/>
                      <a:pt x="158" y="3931"/>
                    </a:cubicBezTo>
                    <a:cubicBezTo>
                      <a:pt x="156" y="3926"/>
                      <a:pt x="152" y="3926"/>
                      <a:pt x="148" y="3927"/>
                    </a:cubicBezTo>
                    <a:cubicBezTo>
                      <a:pt x="146" y="3927"/>
                      <a:pt x="144" y="3927"/>
                      <a:pt x="143" y="3925"/>
                    </a:cubicBezTo>
                    <a:cubicBezTo>
                      <a:pt x="142" y="3923"/>
                      <a:pt x="141" y="3921"/>
                      <a:pt x="139" y="3922"/>
                    </a:cubicBezTo>
                    <a:cubicBezTo>
                      <a:pt x="138" y="3923"/>
                      <a:pt x="136" y="3925"/>
                      <a:pt x="135" y="3923"/>
                    </a:cubicBezTo>
                    <a:cubicBezTo>
                      <a:pt x="135" y="3921"/>
                      <a:pt x="137" y="3918"/>
                      <a:pt x="136" y="3917"/>
                    </a:cubicBezTo>
                    <a:cubicBezTo>
                      <a:pt x="134" y="3915"/>
                      <a:pt x="131" y="3917"/>
                      <a:pt x="130" y="3918"/>
                    </a:cubicBezTo>
                    <a:cubicBezTo>
                      <a:pt x="128" y="3920"/>
                      <a:pt x="127" y="3922"/>
                      <a:pt x="126" y="3924"/>
                    </a:cubicBezTo>
                    <a:cubicBezTo>
                      <a:pt x="124" y="3926"/>
                      <a:pt x="122" y="3925"/>
                      <a:pt x="120" y="3927"/>
                    </a:cubicBezTo>
                    <a:cubicBezTo>
                      <a:pt x="118" y="3928"/>
                      <a:pt x="119" y="3930"/>
                      <a:pt x="118" y="3932"/>
                    </a:cubicBezTo>
                    <a:cubicBezTo>
                      <a:pt x="117" y="3934"/>
                      <a:pt x="117" y="3936"/>
                      <a:pt x="117" y="3938"/>
                    </a:cubicBezTo>
                    <a:cubicBezTo>
                      <a:pt x="118" y="3940"/>
                      <a:pt x="119" y="3942"/>
                      <a:pt x="119" y="3945"/>
                    </a:cubicBezTo>
                    <a:cubicBezTo>
                      <a:pt x="120" y="3947"/>
                      <a:pt x="120" y="3948"/>
                      <a:pt x="122" y="3950"/>
                    </a:cubicBezTo>
                    <a:cubicBezTo>
                      <a:pt x="124" y="3952"/>
                      <a:pt x="124" y="3953"/>
                      <a:pt x="123" y="3955"/>
                    </a:cubicBezTo>
                    <a:cubicBezTo>
                      <a:pt x="122" y="3957"/>
                      <a:pt x="123" y="3959"/>
                      <a:pt x="123" y="3961"/>
                    </a:cubicBezTo>
                    <a:cubicBezTo>
                      <a:pt x="122" y="3963"/>
                      <a:pt x="121" y="3965"/>
                      <a:pt x="121" y="3967"/>
                    </a:cubicBezTo>
                    <a:cubicBezTo>
                      <a:pt x="120" y="3969"/>
                      <a:pt x="118" y="3972"/>
                      <a:pt x="116" y="3972"/>
                    </a:cubicBezTo>
                    <a:cubicBezTo>
                      <a:pt x="113" y="3971"/>
                      <a:pt x="113" y="3967"/>
                      <a:pt x="110" y="3968"/>
                    </a:cubicBezTo>
                    <a:cubicBezTo>
                      <a:pt x="108" y="3969"/>
                      <a:pt x="107" y="3971"/>
                      <a:pt x="105" y="3971"/>
                    </a:cubicBezTo>
                    <a:cubicBezTo>
                      <a:pt x="102" y="3972"/>
                      <a:pt x="100" y="3969"/>
                      <a:pt x="97" y="3968"/>
                    </a:cubicBezTo>
                    <a:cubicBezTo>
                      <a:pt x="95" y="3967"/>
                      <a:pt x="93" y="3965"/>
                      <a:pt x="91" y="3963"/>
                    </a:cubicBezTo>
                    <a:cubicBezTo>
                      <a:pt x="89" y="3961"/>
                      <a:pt x="88" y="3958"/>
                      <a:pt x="87" y="3955"/>
                    </a:cubicBezTo>
                    <a:cubicBezTo>
                      <a:pt x="87" y="3954"/>
                      <a:pt x="87" y="3952"/>
                      <a:pt x="86" y="3952"/>
                    </a:cubicBezTo>
                    <a:cubicBezTo>
                      <a:pt x="85" y="3951"/>
                      <a:pt x="84" y="3952"/>
                      <a:pt x="83" y="3951"/>
                    </a:cubicBezTo>
                    <a:cubicBezTo>
                      <a:pt x="82" y="3950"/>
                      <a:pt x="82" y="3949"/>
                      <a:pt x="81" y="3947"/>
                    </a:cubicBezTo>
                    <a:cubicBezTo>
                      <a:pt x="80" y="3946"/>
                      <a:pt x="79" y="3945"/>
                      <a:pt x="78" y="3945"/>
                    </a:cubicBezTo>
                    <a:cubicBezTo>
                      <a:pt x="77" y="3944"/>
                      <a:pt x="75" y="3945"/>
                      <a:pt x="74" y="3945"/>
                    </a:cubicBezTo>
                    <a:cubicBezTo>
                      <a:pt x="72" y="3946"/>
                      <a:pt x="70" y="3946"/>
                      <a:pt x="69" y="3948"/>
                    </a:cubicBezTo>
                    <a:cubicBezTo>
                      <a:pt x="68" y="3950"/>
                      <a:pt x="69" y="3951"/>
                      <a:pt x="68" y="3952"/>
                    </a:cubicBezTo>
                    <a:cubicBezTo>
                      <a:pt x="68" y="3954"/>
                      <a:pt x="66" y="3954"/>
                      <a:pt x="65" y="3954"/>
                    </a:cubicBezTo>
                    <a:cubicBezTo>
                      <a:pt x="64" y="3957"/>
                      <a:pt x="65" y="3960"/>
                      <a:pt x="66" y="3963"/>
                    </a:cubicBezTo>
                    <a:cubicBezTo>
                      <a:pt x="66" y="3965"/>
                      <a:pt x="67" y="3967"/>
                      <a:pt x="68" y="3969"/>
                    </a:cubicBezTo>
                    <a:cubicBezTo>
                      <a:pt x="69" y="3971"/>
                      <a:pt x="68" y="3973"/>
                      <a:pt x="68" y="3974"/>
                    </a:cubicBezTo>
                    <a:cubicBezTo>
                      <a:pt x="68" y="3976"/>
                      <a:pt x="68" y="3978"/>
                      <a:pt x="67" y="3980"/>
                    </a:cubicBezTo>
                    <a:cubicBezTo>
                      <a:pt x="67" y="3982"/>
                      <a:pt x="66" y="3984"/>
                      <a:pt x="67" y="3985"/>
                    </a:cubicBezTo>
                    <a:cubicBezTo>
                      <a:pt x="68" y="3986"/>
                      <a:pt x="69" y="3987"/>
                      <a:pt x="70" y="3988"/>
                    </a:cubicBezTo>
                    <a:cubicBezTo>
                      <a:pt x="71" y="3988"/>
                      <a:pt x="72" y="3988"/>
                      <a:pt x="73" y="3989"/>
                    </a:cubicBezTo>
                    <a:cubicBezTo>
                      <a:pt x="75" y="3992"/>
                      <a:pt x="74" y="3995"/>
                      <a:pt x="78" y="3995"/>
                    </a:cubicBezTo>
                    <a:cubicBezTo>
                      <a:pt x="79" y="3996"/>
                      <a:pt x="81" y="3995"/>
                      <a:pt x="82" y="3995"/>
                    </a:cubicBezTo>
                    <a:cubicBezTo>
                      <a:pt x="84" y="3996"/>
                      <a:pt x="85" y="3997"/>
                      <a:pt x="86" y="3998"/>
                    </a:cubicBezTo>
                    <a:cubicBezTo>
                      <a:pt x="91" y="4005"/>
                      <a:pt x="95" y="4015"/>
                      <a:pt x="93" y="4023"/>
                    </a:cubicBezTo>
                    <a:cubicBezTo>
                      <a:pt x="93" y="4027"/>
                      <a:pt x="93" y="4030"/>
                      <a:pt x="93" y="4033"/>
                    </a:cubicBezTo>
                    <a:cubicBezTo>
                      <a:pt x="93" y="4036"/>
                      <a:pt x="92" y="4039"/>
                      <a:pt x="90" y="4042"/>
                    </a:cubicBezTo>
                    <a:cubicBezTo>
                      <a:pt x="120" y="4059"/>
                      <a:pt x="120" y="4059"/>
                      <a:pt x="120" y="4059"/>
                    </a:cubicBezTo>
                    <a:cubicBezTo>
                      <a:pt x="119" y="4069"/>
                      <a:pt x="119" y="4069"/>
                      <a:pt x="119" y="4069"/>
                    </a:cubicBezTo>
                    <a:cubicBezTo>
                      <a:pt x="120" y="4069"/>
                      <a:pt x="121" y="4069"/>
                      <a:pt x="121" y="4070"/>
                    </a:cubicBezTo>
                    <a:cubicBezTo>
                      <a:pt x="122" y="4072"/>
                      <a:pt x="120" y="4075"/>
                      <a:pt x="122" y="4078"/>
                    </a:cubicBezTo>
                    <a:cubicBezTo>
                      <a:pt x="123" y="4081"/>
                      <a:pt x="129" y="4081"/>
                      <a:pt x="132" y="4081"/>
                    </a:cubicBezTo>
                    <a:cubicBezTo>
                      <a:pt x="134" y="4080"/>
                      <a:pt x="135" y="4080"/>
                      <a:pt x="136" y="4078"/>
                    </a:cubicBezTo>
                    <a:cubicBezTo>
                      <a:pt x="136" y="4076"/>
                      <a:pt x="137" y="4075"/>
                      <a:pt x="139" y="4075"/>
                    </a:cubicBezTo>
                    <a:cubicBezTo>
                      <a:pt x="139" y="4076"/>
                      <a:pt x="139" y="4078"/>
                      <a:pt x="139" y="4078"/>
                    </a:cubicBezTo>
                    <a:cubicBezTo>
                      <a:pt x="140" y="4079"/>
                      <a:pt x="142" y="4078"/>
                      <a:pt x="143" y="4078"/>
                    </a:cubicBezTo>
                    <a:cubicBezTo>
                      <a:pt x="145" y="4078"/>
                      <a:pt x="148" y="4078"/>
                      <a:pt x="148" y="4081"/>
                    </a:cubicBezTo>
                    <a:cubicBezTo>
                      <a:pt x="149" y="4085"/>
                      <a:pt x="144" y="4083"/>
                      <a:pt x="142" y="4083"/>
                    </a:cubicBezTo>
                    <a:cubicBezTo>
                      <a:pt x="139" y="4084"/>
                      <a:pt x="141" y="4087"/>
                      <a:pt x="140" y="4088"/>
                    </a:cubicBezTo>
                    <a:cubicBezTo>
                      <a:pt x="138" y="4091"/>
                      <a:pt x="138" y="4086"/>
                      <a:pt x="137" y="4085"/>
                    </a:cubicBezTo>
                    <a:cubicBezTo>
                      <a:pt x="135" y="4084"/>
                      <a:pt x="131" y="4085"/>
                      <a:pt x="130" y="4085"/>
                    </a:cubicBezTo>
                    <a:cubicBezTo>
                      <a:pt x="128" y="4085"/>
                      <a:pt x="126" y="4084"/>
                      <a:pt x="124" y="4086"/>
                    </a:cubicBezTo>
                    <a:cubicBezTo>
                      <a:pt x="122" y="4088"/>
                      <a:pt x="122" y="4091"/>
                      <a:pt x="123" y="4093"/>
                    </a:cubicBezTo>
                    <a:cubicBezTo>
                      <a:pt x="125" y="4094"/>
                      <a:pt x="129" y="4097"/>
                      <a:pt x="129" y="4099"/>
                    </a:cubicBezTo>
                    <a:cubicBezTo>
                      <a:pt x="129" y="4102"/>
                      <a:pt x="120" y="4101"/>
                      <a:pt x="119" y="4101"/>
                    </a:cubicBezTo>
                    <a:cubicBezTo>
                      <a:pt x="118" y="4101"/>
                      <a:pt x="117" y="4101"/>
                      <a:pt x="116" y="4102"/>
                    </a:cubicBezTo>
                    <a:cubicBezTo>
                      <a:pt x="115" y="4102"/>
                      <a:pt x="114" y="4102"/>
                      <a:pt x="114" y="4103"/>
                    </a:cubicBezTo>
                    <a:cubicBezTo>
                      <a:pt x="113" y="4104"/>
                      <a:pt x="114" y="4105"/>
                      <a:pt x="115" y="4106"/>
                    </a:cubicBezTo>
                    <a:cubicBezTo>
                      <a:pt x="115" y="4108"/>
                      <a:pt x="116" y="4110"/>
                      <a:pt x="115" y="4112"/>
                    </a:cubicBezTo>
                    <a:cubicBezTo>
                      <a:pt x="115" y="4114"/>
                      <a:pt x="113" y="4113"/>
                      <a:pt x="112" y="4111"/>
                    </a:cubicBezTo>
                    <a:cubicBezTo>
                      <a:pt x="112" y="4109"/>
                      <a:pt x="114" y="4103"/>
                      <a:pt x="110" y="4103"/>
                    </a:cubicBezTo>
                    <a:cubicBezTo>
                      <a:pt x="108" y="4102"/>
                      <a:pt x="105" y="4103"/>
                      <a:pt x="103" y="4101"/>
                    </a:cubicBezTo>
                    <a:cubicBezTo>
                      <a:pt x="102" y="4100"/>
                      <a:pt x="102" y="4099"/>
                      <a:pt x="102" y="4099"/>
                    </a:cubicBezTo>
                    <a:cubicBezTo>
                      <a:pt x="85" y="4102"/>
                      <a:pt x="85" y="4102"/>
                      <a:pt x="85" y="4102"/>
                    </a:cubicBezTo>
                    <a:cubicBezTo>
                      <a:pt x="68" y="4190"/>
                      <a:pt x="68" y="4190"/>
                      <a:pt x="68" y="4190"/>
                    </a:cubicBezTo>
                    <a:cubicBezTo>
                      <a:pt x="70" y="4194"/>
                      <a:pt x="70" y="4198"/>
                      <a:pt x="71" y="4202"/>
                    </a:cubicBezTo>
                    <a:cubicBezTo>
                      <a:pt x="72" y="4208"/>
                      <a:pt x="74" y="4214"/>
                      <a:pt x="79" y="4219"/>
                    </a:cubicBezTo>
                    <a:cubicBezTo>
                      <a:pt x="83" y="4223"/>
                      <a:pt x="88" y="4226"/>
                      <a:pt x="89" y="4231"/>
                    </a:cubicBezTo>
                    <a:cubicBezTo>
                      <a:pt x="91" y="4238"/>
                      <a:pt x="89" y="4245"/>
                      <a:pt x="88" y="4252"/>
                    </a:cubicBezTo>
                    <a:cubicBezTo>
                      <a:pt x="88" y="4258"/>
                      <a:pt x="89" y="4265"/>
                      <a:pt x="91" y="4271"/>
                    </a:cubicBezTo>
                    <a:cubicBezTo>
                      <a:pt x="92" y="4276"/>
                      <a:pt x="95" y="4280"/>
                      <a:pt x="98" y="4284"/>
                    </a:cubicBezTo>
                    <a:cubicBezTo>
                      <a:pt x="102" y="4288"/>
                      <a:pt x="106" y="4293"/>
                      <a:pt x="107" y="4299"/>
                    </a:cubicBezTo>
                    <a:cubicBezTo>
                      <a:pt x="109" y="4305"/>
                      <a:pt x="108" y="4311"/>
                      <a:pt x="109" y="4317"/>
                    </a:cubicBezTo>
                    <a:cubicBezTo>
                      <a:pt x="109" y="4322"/>
                      <a:pt x="110" y="4330"/>
                      <a:pt x="105" y="4335"/>
                    </a:cubicBezTo>
                    <a:cubicBezTo>
                      <a:pt x="102" y="4338"/>
                      <a:pt x="96" y="4337"/>
                      <a:pt x="94" y="4341"/>
                    </a:cubicBezTo>
                    <a:cubicBezTo>
                      <a:pt x="92" y="4342"/>
                      <a:pt x="92" y="4345"/>
                      <a:pt x="92" y="4346"/>
                    </a:cubicBezTo>
                    <a:cubicBezTo>
                      <a:pt x="92" y="4349"/>
                      <a:pt x="91" y="4352"/>
                      <a:pt x="91" y="4354"/>
                    </a:cubicBezTo>
                    <a:cubicBezTo>
                      <a:pt x="89" y="4358"/>
                      <a:pt x="86" y="4363"/>
                      <a:pt x="88" y="4367"/>
                    </a:cubicBezTo>
                    <a:cubicBezTo>
                      <a:pt x="88" y="4369"/>
                      <a:pt x="90" y="4371"/>
                      <a:pt x="91" y="4372"/>
                    </a:cubicBezTo>
                    <a:cubicBezTo>
                      <a:pt x="92" y="4373"/>
                      <a:pt x="94" y="4375"/>
                      <a:pt x="93" y="4376"/>
                    </a:cubicBezTo>
                    <a:cubicBezTo>
                      <a:pt x="92" y="4377"/>
                      <a:pt x="90" y="4377"/>
                      <a:pt x="88" y="4378"/>
                    </a:cubicBezTo>
                    <a:cubicBezTo>
                      <a:pt x="86" y="4378"/>
                      <a:pt x="81" y="4378"/>
                      <a:pt x="79" y="4380"/>
                    </a:cubicBezTo>
                    <a:cubicBezTo>
                      <a:pt x="79" y="4381"/>
                      <a:pt x="78" y="4382"/>
                      <a:pt x="77" y="4383"/>
                    </a:cubicBezTo>
                    <a:cubicBezTo>
                      <a:pt x="76" y="4384"/>
                      <a:pt x="75" y="4385"/>
                      <a:pt x="75" y="4386"/>
                    </a:cubicBezTo>
                    <a:cubicBezTo>
                      <a:pt x="75" y="4386"/>
                      <a:pt x="75" y="4386"/>
                      <a:pt x="75" y="4386"/>
                    </a:cubicBezTo>
                    <a:cubicBezTo>
                      <a:pt x="75" y="4387"/>
                      <a:pt x="75" y="4387"/>
                      <a:pt x="75" y="4388"/>
                    </a:cubicBezTo>
                    <a:cubicBezTo>
                      <a:pt x="75" y="4388"/>
                      <a:pt x="75" y="4390"/>
                      <a:pt x="75" y="4390"/>
                    </a:cubicBezTo>
                    <a:cubicBezTo>
                      <a:pt x="75" y="4392"/>
                      <a:pt x="76" y="4393"/>
                      <a:pt x="76" y="4394"/>
                    </a:cubicBezTo>
                    <a:cubicBezTo>
                      <a:pt x="76" y="4396"/>
                      <a:pt x="77" y="4398"/>
                      <a:pt x="76" y="4399"/>
                    </a:cubicBezTo>
                    <a:cubicBezTo>
                      <a:pt x="76" y="4401"/>
                      <a:pt x="75" y="4401"/>
                      <a:pt x="74" y="4402"/>
                    </a:cubicBezTo>
                    <a:cubicBezTo>
                      <a:pt x="72" y="4404"/>
                      <a:pt x="74" y="4405"/>
                      <a:pt x="76" y="4405"/>
                    </a:cubicBezTo>
                    <a:cubicBezTo>
                      <a:pt x="78" y="4405"/>
                      <a:pt x="79" y="4403"/>
                      <a:pt x="80" y="4403"/>
                    </a:cubicBezTo>
                    <a:cubicBezTo>
                      <a:pt x="82" y="4403"/>
                      <a:pt x="84" y="4403"/>
                      <a:pt x="85" y="4403"/>
                    </a:cubicBezTo>
                    <a:cubicBezTo>
                      <a:pt x="87" y="4405"/>
                      <a:pt x="87" y="4408"/>
                      <a:pt x="87" y="4411"/>
                    </a:cubicBezTo>
                    <a:cubicBezTo>
                      <a:pt x="87" y="4411"/>
                      <a:pt x="87" y="4411"/>
                      <a:pt x="87" y="4412"/>
                    </a:cubicBezTo>
                    <a:cubicBezTo>
                      <a:pt x="88" y="4414"/>
                      <a:pt x="88" y="4416"/>
                      <a:pt x="88" y="4418"/>
                    </a:cubicBezTo>
                    <a:cubicBezTo>
                      <a:pt x="88" y="4420"/>
                      <a:pt x="87" y="4422"/>
                      <a:pt x="87" y="4424"/>
                    </a:cubicBezTo>
                    <a:cubicBezTo>
                      <a:pt x="87" y="4427"/>
                      <a:pt x="91" y="4428"/>
                      <a:pt x="94" y="4426"/>
                    </a:cubicBezTo>
                    <a:cubicBezTo>
                      <a:pt x="95" y="4425"/>
                      <a:pt x="95" y="4424"/>
                      <a:pt x="96" y="4423"/>
                    </a:cubicBezTo>
                    <a:cubicBezTo>
                      <a:pt x="96" y="4421"/>
                      <a:pt x="95" y="4420"/>
                      <a:pt x="96" y="4419"/>
                    </a:cubicBezTo>
                    <a:cubicBezTo>
                      <a:pt x="100" y="4419"/>
                      <a:pt x="103" y="4418"/>
                      <a:pt x="105" y="4414"/>
                    </a:cubicBezTo>
                    <a:cubicBezTo>
                      <a:pt x="107" y="4412"/>
                      <a:pt x="108" y="4411"/>
                      <a:pt x="110" y="4410"/>
                    </a:cubicBezTo>
                    <a:cubicBezTo>
                      <a:pt x="113" y="4409"/>
                      <a:pt x="117" y="4404"/>
                      <a:pt x="120" y="4406"/>
                    </a:cubicBezTo>
                    <a:cubicBezTo>
                      <a:pt x="123" y="4407"/>
                      <a:pt x="124" y="4411"/>
                      <a:pt x="127" y="4412"/>
                    </a:cubicBezTo>
                    <a:cubicBezTo>
                      <a:pt x="129" y="4412"/>
                      <a:pt x="131" y="4411"/>
                      <a:pt x="133" y="4411"/>
                    </a:cubicBezTo>
                    <a:cubicBezTo>
                      <a:pt x="135" y="4410"/>
                      <a:pt x="137" y="4409"/>
                      <a:pt x="139" y="4409"/>
                    </a:cubicBezTo>
                    <a:cubicBezTo>
                      <a:pt x="144" y="4409"/>
                      <a:pt x="151" y="4411"/>
                      <a:pt x="155" y="4415"/>
                    </a:cubicBezTo>
                    <a:cubicBezTo>
                      <a:pt x="158" y="4418"/>
                      <a:pt x="156" y="4422"/>
                      <a:pt x="158" y="4425"/>
                    </a:cubicBezTo>
                    <a:cubicBezTo>
                      <a:pt x="161" y="4430"/>
                      <a:pt x="167" y="4429"/>
                      <a:pt x="170" y="4433"/>
                    </a:cubicBezTo>
                    <a:cubicBezTo>
                      <a:pt x="173" y="4436"/>
                      <a:pt x="170" y="4442"/>
                      <a:pt x="170" y="4446"/>
                    </a:cubicBezTo>
                    <a:cubicBezTo>
                      <a:pt x="170" y="4451"/>
                      <a:pt x="173" y="4453"/>
                      <a:pt x="174" y="4457"/>
                    </a:cubicBezTo>
                    <a:cubicBezTo>
                      <a:pt x="175" y="4461"/>
                      <a:pt x="175" y="4465"/>
                      <a:pt x="177" y="4469"/>
                    </a:cubicBezTo>
                    <a:cubicBezTo>
                      <a:pt x="179" y="4473"/>
                      <a:pt x="180" y="4476"/>
                      <a:pt x="178" y="4480"/>
                    </a:cubicBezTo>
                    <a:cubicBezTo>
                      <a:pt x="177" y="4484"/>
                      <a:pt x="178" y="4488"/>
                      <a:pt x="177" y="4492"/>
                    </a:cubicBezTo>
                    <a:cubicBezTo>
                      <a:pt x="177" y="4497"/>
                      <a:pt x="174" y="4495"/>
                      <a:pt x="171" y="4493"/>
                    </a:cubicBezTo>
                    <a:cubicBezTo>
                      <a:pt x="169" y="4492"/>
                      <a:pt x="167" y="4490"/>
                      <a:pt x="165" y="4489"/>
                    </a:cubicBezTo>
                    <a:cubicBezTo>
                      <a:pt x="163" y="4489"/>
                      <a:pt x="161" y="4490"/>
                      <a:pt x="159" y="4490"/>
                    </a:cubicBezTo>
                    <a:cubicBezTo>
                      <a:pt x="156" y="4492"/>
                      <a:pt x="151" y="4496"/>
                      <a:pt x="148" y="4492"/>
                    </a:cubicBezTo>
                    <a:cubicBezTo>
                      <a:pt x="147" y="4491"/>
                      <a:pt x="146" y="4489"/>
                      <a:pt x="145" y="4488"/>
                    </a:cubicBezTo>
                    <a:cubicBezTo>
                      <a:pt x="144" y="4487"/>
                      <a:pt x="143" y="4486"/>
                      <a:pt x="141" y="4486"/>
                    </a:cubicBezTo>
                    <a:cubicBezTo>
                      <a:pt x="140" y="4485"/>
                      <a:pt x="138" y="4485"/>
                      <a:pt x="136" y="4484"/>
                    </a:cubicBezTo>
                    <a:cubicBezTo>
                      <a:pt x="135" y="4483"/>
                      <a:pt x="135" y="4481"/>
                      <a:pt x="135" y="4479"/>
                    </a:cubicBezTo>
                    <a:cubicBezTo>
                      <a:pt x="135" y="4474"/>
                      <a:pt x="136" y="4468"/>
                      <a:pt x="131" y="4465"/>
                    </a:cubicBezTo>
                    <a:cubicBezTo>
                      <a:pt x="128" y="4462"/>
                      <a:pt x="124" y="4461"/>
                      <a:pt x="121" y="4458"/>
                    </a:cubicBezTo>
                    <a:cubicBezTo>
                      <a:pt x="120" y="4457"/>
                      <a:pt x="119" y="4456"/>
                      <a:pt x="118" y="4455"/>
                    </a:cubicBezTo>
                    <a:cubicBezTo>
                      <a:pt x="116" y="4454"/>
                      <a:pt x="113" y="4454"/>
                      <a:pt x="111" y="4455"/>
                    </a:cubicBezTo>
                    <a:cubicBezTo>
                      <a:pt x="109" y="4457"/>
                      <a:pt x="109" y="4459"/>
                      <a:pt x="109" y="4461"/>
                    </a:cubicBezTo>
                    <a:cubicBezTo>
                      <a:pt x="108" y="4462"/>
                      <a:pt x="108" y="4464"/>
                      <a:pt x="107" y="4464"/>
                    </a:cubicBezTo>
                    <a:cubicBezTo>
                      <a:pt x="116" y="4476"/>
                      <a:pt x="132" y="4480"/>
                      <a:pt x="132" y="4480"/>
                    </a:cubicBezTo>
                    <a:cubicBezTo>
                      <a:pt x="127" y="4508"/>
                      <a:pt x="127" y="4508"/>
                      <a:pt x="127" y="4508"/>
                    </a:cubicBezTo>
                    <a:cubicBezTo>
                      <a:pt x="86" y="4516"/>
                      <a:pt x="86" y="4516"/>
                      <a:pt x="86" y="4516"/>
                    </a:cubicBezTo>
                    <a:cubicBezTo>
                      <a:pt x="83" y="4573"/>
                      <a:pt x="83" y="4573"/>
                      <a:pt x="83" y="4573"/>
                    </a:cubicBezTo>
                    <a:cubicBezTo>
                      <a:pt x="94" y="4572"/>
                      <a:pt x="94" y="4572"/>
                      <a:pt x="94" y="4572"/>
                    </a:cubicBezTo>
                    <a:cubicBezTo>
                      <a:pt x="97" y="4601"/>
                      <a:pt x="97" y="4601"/>
                      <a:pt x="97" y="4601"/>
                    </a:cubicBezTo>
                    <a:cubicBezTo>
                      <a:pt x="120" y="4601"/>
                      <a:pt x="120" y="4601"/>
                      <a:pt x="120" y="4601"/>
                    </a:cubicBezTo>
                    <a:cubicBezTo>
                      <a:pt x="160" y="4656"/>
                      <a:pt x="160" y="4656"/>
                      <a:pt x="160" y="4656"/>
                    </a:cubicBezTo>
                    <a:cubicBezTo>
                      <a:pt x="147" y="4761"/>
                      <a:pt x="147" y="4761"/>
                      <a:pt x="147" y="4761"/>
                    </a:cubicBezTo>
                    <a:cubicBezTo>
                      <a:pt x="172" y="4747"/>
                      <a:pt x="172" y="4747"/>
                      <a:pt x="172" y="4747"/>
                    </a:cubicBezTo>
                    <a:cubicBezTo>
                      <a:pt x="195" y="4756"/>
                      <a:pt x="195" y="4756"/>
                      <a:pt x="195" y="4756"/>
                    </a:cubicBezTo>
                    <a:cubicBezTo>
                      <a:pt x="195" y="4790"/>
                      <a:pt x="195" y="4790"/>
                      <a:pt x="195" y="4790"/>
                    </a:cubicBezTo>
                    <a:cubicBezTo>
                      <a:pt x="236" y="4819"/>
                      <a:pt x="236" y="4819"/>
                      <a:pt x="236" y="4819"/>
                    </a:cubicBezTo>
                    <a:cubicBezTo>
                      <a:pt x="268" y="4907"/>
                      <a:pt x="268" y="4907"/>
                      <a:pt x="268" y="4907"/>
                    </a:cubicBezTo>
                    <a:cubicBezTo>
                      <a:pt x="254" y="4934"/>
                      <a:pt x="254" y="4934"/>
                      <a:pt x="254" y="4934"/>
                    </a:cubicBezTo>
                    <a:cubicBezTo>
                      <a:pt x="291" y="4946"/>
                      <a:pt x="291" y="4946"/>
                      <a:pt x="291" y="4946"/>
                    </a:cubicBezTo>
                    <a:cubicBezTo>
                      <a:pt x="327" y="4934"/>
                      <a:pt x="327" y="4934"/>
                      <a:pt x="327" y="4934"/>
                    </a:cubicBezTo>
                    <a:cubicBezTo>
                      <a:pt x="351" y="4975"/>
                      <a:pt x="351" y="4975"/>
                      <a:pt x="351" y="4975"/>
                    </a:cubicBezTo>
                    <a:cubicBezTo>
                      <a:pt x="377" y="4969"/>
                      <a:pt x="377" y="4969"/>
                      <a:pt x="377" y="4969"/>
                    </a:cubicBezTo>
                    <a:cubicBezTo>
                      <a:pt x="375" y="4941"/>
                      <a:pt x="375" y="4941"/>
                      <a:pt x="375" y="4941"/>
                    </a:cubicBezTo>
                    <a:cubicBezTo>
                      <a:pt x="453" y="4945"/>
                      <a:pt x="453" y="4945"/>
                      <a:pt x="453" y="4945"/>
                    </a:cubicBezTo>
                    <a:cubicBezTo>
                      <a:pt x="467" y="4962"/>
                      <a:pt x="467" y="4962"/>
                      <a:pt x="467" y="4962"/>
                    </a:cubicBezTo>
                    <a:cubicBezTo>
                      <a:pt x="453" y="4979"/>
                      <a:pt x="453" y="4979"/>
                      <a:pt x="453" y="4979"/>
                    </a:cubicBezTo>
                    <a:cubicBezTo>
                      <a:pt x="476" y="5014"/>
                      <a:pt x="476" y="5014"/>
                      <a:pt x="476" y="5014"/>
                    </a:cubicBezTo>
                    <a:cubicBezTo>
                      <a:pt x="507" y="4983"/>
                      <a:pt x="507" y="4983"/>
                      <a:pt x="507" y="4983"/>
                    </a:cubicBezTo>
                    <a:cubicBezTo>
                      <a:pt x="534" y="4982"/>
                      <a:pt x="534" y="4982"/>
                      <a:pt x="534" y="4982"/>
                    </a:cubicBezTo>
                    <a:cubicBezTo>
                      <a:pt x="551" y="4955"/>
                      <a:pt x="551" y="4955"/>
                      <a:pt x="551" y="4955"/>
                    </a:cubicBezTo>
                    <a:cubicBezTo>
                      <a:pt x="625" y="4961"/>
                      <a:pt x="625" y="4961"/>
                      <a:pt x="625" y="4961"/>
                    </a:cubicBezTo>
                    <a:cubicBezTo>
                      <a:pt x="698" y="5005"/>
                      <a:pt x="698" y="5005"/>
                      <a:pt x="698" y="5005"/>
                    </a:cubicBezTo>
                    <a:cubicBezTo>
                      <a:pt x="716" y="4996"/>
                      <a:pt x="716" y="4996"/>
                      <a:pt x="716" y="4996"/>
                    </a:cubicBezTo>
                    <a:cubicBezTo>
                      <a:pt x="728" y="5050"/>
                      <a:pt x="728" y="5050"/>
                      <a:pt x="728" y="5050"/>
                    </a:cubicBezTo>
                    <a:cubicBezTo>
                      <a:pt x="719" y="5072"/>
                      <a:pt x="719" y="5072"/>
                      <a:pt x="719" y="5072"/>
                    </a:cubicBezTo>
                    <a:cubicBezTo>
                      <a:pt x="763" y="5124"/>
                      <a:pt x="763" y="5124"/>
                      <a:pt x="763" y="5124"/>
                    </a:cubicBezTo>
                    <a:cubicBezTo>
                      <a:pt x="762" y="5188"/>
                      <a:pt x="762" y="5188"/>
                      <a:pt x="762" y="5188"/>
                    </a:cubicBezTo>
                    <a:cubicBezTo>
                      <a:pt x="726" y="5214"/>
                      <a:pt x="726" y="5214"/>
                      <a:pt x="726" y="5214"/>
                    </a:cubicBezTo>
                    <a:cubicBezTo>
                      <a:pt x="726" y="5251"/>
                      <a:pt x="726" y="5251"/>
                      <a:pt x="726" y="5251"/>
                    </a:cubicBezTo>
                    <a:cubicBezTo>
                      <a:pt x="815" y="5287"/>
                      <a:pt x="815" y="5287"/>
                      <a:pt x="815" y="5287"/>
                    </a:cubicBezTo>
                    <a:cubicBezTo>
                      <a:pt x="817" y="5325"/>
                      <a:pt x="817" y="5325"/>
                      <a:pt x="817" y="5325"/>
                    </a:cubicBezTo>
                    <a:cubicBezTo>
                      <a:pt x="849" y="5383"/>
                      <a:pt x="849" y="5383"/>
                      <a:pt x="849" y="5383"/>
                    </a:cubicBezTo>
                    <a:cubicBezTo>
                      <a:pt x="957" y="5426"/>
                      <a:pt x="957" y="5426"/>
                      <a:pt x="957" y="5426"/>
                    </a:cubicBezTo>
                    <a:cubicBezTo>
                      <a:pt x="957" y="5474"/>
                      <a:pt x="957" y="5474"/>
                      <a:pt x="957" y="5474"/>
                    </a:cubicBezTo>
                    <a:cubicBezTo>
                      <a:pt x="984" y="5485"/>
                      <a:pt x="984" y="5485"/>
                      <a:pt x="984" y="5485"/>
                    </a:cubicBezTo>
                    <a:cubicBezTo>
                      <a:pt x="1009" y="5471"/>
                      <a:pt x="1009" y="5471"/>
                      <a:pt x="1009" y="5471"/>
                    </a:cubicBezTo>
                    <a:cubicBezTo>
                      <a:pt x="1064" y="5481"/>
                      <a:pt x="1064" y="5481"/>
                      <a:pt x="1064" y="5481"/>
                    </a:cubicBezTo>
                    <a:cubicBezTo>
                      <a:pt x="1060" y="5508"/>
                      <a:pt x="1060" y="5508"/>
                      <a:pt x="1060" y="5508"/>
                    </a:cubicBezTo>
                    <a:cubicBezTo>
                      <a:pt x="1136" y="5562"/>
                      <a:pt x="1136" y="5562"/>
                      <a:pt x="1136" y="5562"/>
                    </a:cubicBezTo>
                    <a:cubicBezTo>
                      <a:pt x="1129" y="5584"/>
                      <a:pt x="1129" y="5584"/>
                      <a:pt x="1129" y="5584"/>
                    </a:cubicBezTo>
                    <a:cubicBezTo>
                      <a:pt x="1097" y="5590"/>
                      <a:pt x="1097" y="5590"/>
                      <a:pt x="1097" y="5590"/>
                    </a:cubicBezTo>
                    <a:cubicBezTo>
                      <a:pt x="1088" y="5640"/>
                      <a:pt x="1088" y="5640"/>
                      <a:pt x="1088" y="5640"/>
                    </a:cubicBezTo>
                    <a:cubicBezTo>
                      <a:pt x="1050" y="5666"/>
                      <a:pt x="1050" y="5666"/>
                      <a:pt x="1050" y="5666"/>
                    </a:cubicBezTo>
                    <a:cubicBezTo>
                      <a:pt x="994" y="5663"/>
                      <a:pt x="994" y="5663"/>
                      <a:pt x="994" y="5663"/>
                    </a:cubicBezTo>
                    <a:cubicBezTo>
                      <a:pt x="1002" y="5634"/>
                      <a:pt x="1002" y="5634"/>
                      <a:pt x="1002" y="5634"/>
                    </a:cubicBezTo>
                    <a:cubicBezTo>
                      <a:pt x="938" y="5643"/>
                      <a:pt x="938" y="5643"/>
                      <a:pt x="938" y="5643"/>
                    </a:cubicBezTo>
                    <a:cubicBezTo>
                      <a:pt x="920" y="5686"/>
                      <a:pt x="920" y="5686"/>
                      <a:pt x="920" y="5686"/>
                    </a:cubicBezTo>
                    <a:cubicBezTo>
                      <a:pt x="970" y="5736"/>
                      <a:pt x="970" y="5736"/>
                      <a:pt x="970" y="5736"/>
                    </a:cubicBezTo>
                    <a:cubicBezTo>
                      <a:pt x="984" y="5788"/>
                      <a:pt x="984" y="5788"/>
                      <a:pt x="984" y="5788"/>
                    </a:cubicBezTo>
                    <a:cubicBezTo>
                      <a:pt x="1012" y="5805"/>
                      <a:pt x="1012" y="5805"/>
                      <a:pt x="1012" y="5805"/>
                    </a:cubicBezTo>
                    <a:cubicBezTo>
                      <a:pt x="1012" y="5878"/>
                      <a:pt x="1012" y="5878"/>
                      <a:pt x="1012" y="5878"/>
                    </a:cubicBezTo>
                    <a:cubicBezTo>
                      <a:pt x="1046" y="5888"/>
                      <a:pt x="1046" y="5888"/>
                      <a:pt x="1046" y="5888"/>
                    </a:cubicBezTo>
                    <a:cubicBezTo>
                      <a:pt x="1058" y="5933"/>
                      <a:pt x="1058" y="5933"/>
                      <a:pt x="1058" y="5933"/>
                    </a:cubicBezTo>
                    <a:cubicBezTo>
                      <a:pt x="1123" y="5936"/>
                      <a:pt x="1123" y="5936"/>
                      <a:pt x="1123" y="5936"/>
                    </a:cubicBezTo>
                    <a:cubicBezTo>
                      <a:pt x="1150" y="5896"/>
                      <a:pt x="1150" y="5896"/>
                      <a:pt x="1150" y="5896"/>
                    </a:cubicBezTo>
                    <a:cubicBezTo>
                      <a:pt x="1142" y="5861"/>
                      <a:pt x="1142" y="5861"/>
                      <a:pt x="1142" y="5861"/>
                    </a:cubicBezTo>
                    <a:cubicBezTo>
                      <a:pt x="1178" y="5838"/>
                      <a:pt x="1178" y="5838"/>
                      <a:pt x="1178" y="5838"/>
                    </a:cubicBezTo>
                    <a:cubicBezTo>
                      <a:pt x="1206" y="5857"/>
                      <a:pt x="1206" y="5857"/>
                      <a:pt x="1206" y="5857"/>
                    </a:cubicBezTo>
                    <a:cubicBezTo>
                      <a:pt x="1306" y="5800"/>
                      <a:pt x="1306" y="5800"/>
                      <a:pt x="1306" y="5800"/>
                    </a:cubicBezTo>
                    <a:cubicBezTo>
                      <a:pt x="1332" y="5816"/>
                      <a:pt x="1332" y="5816"/>
                      <a:pt x="1332" y="5816"/>
                    </a:cubicBezTo>
                    <a:cubicBezTo>
                      <a:pt x="1374" y="5793"/>
                      <a:pt x="1374" y="5793"/>
                      <a:pt x="1374" y="5793"/>
                    </a:cubicBezTo>
                    <a:cubicBezTo>
                      <a:pt x="1434" y="5826"/>
                      <a:pt x="1434" y="5826"/>
                      <a:pt x="1434" y="5826"/>
                    </a:cubicBezTo>
                    <a:cubicBezTo>
                      <a:pt x="1443" y="5873"/>
                      <a:pt x="1443" y="5873"/>
                      <a:pt x="1443" y="5873"/>
                    </a:cubicBezTo>
                    <a:cubicBezTo>
                      <a:pt x="1520" y="5925"/>
                      <a:pt x="1520" y="5925"/>
                      <a:pt x="1520" y="5925"/>
                    </a:cubicBezTo>
                    <a:cubicBezTo>
                      <a:pt x="1517" y="5950"/>
                      <a:pt x="1517" y="5950"/>
                      <a:pt x="1517" y="5950"/>
                    </a:cubicBezTo>
                    <a:cubicBezTo>
                      <a:pt x="1472" y="5970"/>
                      <a:pt x="1472" y="5970"/>
                      <a:pt x="1472" y="5970"/>
                    </a:cubicBezTo>
                    <a:cubicBezTo>
                      <a:pt x="1517" y="6011"/>
                      <a:pt x="1517" y="6011"/>
                      <a:pt x="1517" y="6011"/>
                    </a:cubicBezTo>
                    <a:cubicBezTo>
                      <a:pt x="1533" y="6078"/>
                      <a:pt x="1533" y="6078"/>
                      <a:pt x="1533" y="6078"/>
                    </a:cubicBezTo>
                    <a:cubicBezTo>
                      <a:pt x="1588" y="6065"/>
                      <a:pt x="1588" y="6065"/>
                      <a:pt x="1588" y="6065"/>
                    </a:cubicBezTo>
                    <a:cubicBezTo>
                      <a:pt x="1613" y="6072"/>
                      <a:pt x="1613" y="6072"/>
                      <a:pt x="1613" y="6072"/>
                    </a:cubicBezTo>
                    <a:cubicBezTo>
                      <a:pt x="1674" y="6047"/>
                      <a:pt x="1674" y="6047"/>
                      <a:pt x="1674" y="6047"/>
                    </a:cubicBezTo>
                    <a:cubicBezTo>
                      <a:pt x="1730" y="6091"/>
                      <a:pt x="1730" y="6091"/>
                      <a:pt x="1730" y="6091"/>
                    </a:cubicBezTo>
                    <a:cubicBezTo>
                      <a:pt x="1763" y="6152"/>
                      <a:pt x="1763" y="6152"/>
                      <a:pt x="1763" y="6152"/>
                    </a:cubicBezTo>
                    <a:cubicBezTo>
                      <a:pt x="1754" y="6195"/>
                      <a:pt x="1754" y="6195"/>
                      <a:pt x="1754" y="6195"/>
                    </a:cubicBezTo>
                    <a:cubicBezTo>
                      <a:pt x="1822" y="6238"/>
                      <a:pt x="1822" y="6238"/>
                      <a:pt x="1822" y="6238"/>
                    </a:cubicBezTo>
                    <a:cubicBezTo>
                      <a:pt x="1842" y="6212"/>
                      <a:pt x="1842" y="6212"/>
                      <a:pt x="1842" y="6212"/>
                    </a:cubicBezTo>
                    <a:cubicBezTo>
                      <a:pt x="1901" y="6203"/>
                      <a:pt x="1901" y="6203"/>
                      <a:pt x="1901" y="6203"/>
                    </a:cubicBezTo>
                    <a:cubicBezTo>
                      <a:pt x="1925" y="6234"/>
                      <a:pt x="1925" y="6234"/>
                      <a:pt x="1925" y="6234"/>
                    </a:cubicBezTo>
                    <a:cubicBezTo>
                      <a:pt x="1989" y="6239"/>
                      <a:pt x="1989" y="6239"/>
                      <a:pt x="1989" y="6239"/>
                    </a:cubicBezTo>
                    <a:cubicBezTo>
                      <a:pt x="2022" y="6198"/>
                      <a:pt x="2022" y="6198"/>
                      <a:pt x="2022" y="6198"/>
                    </a:cubicBezTo>
                    <a:cubicBezTo>
                      <a:pt x="2068" y="6189"/>
                      <a:pt x="2068" y="6189"/>
                      <a:pt x="2068" y="6189"/>
                    </a:cubicBezTo>
                    <a:cubicBezTo>
                      <a:pt x="2117" y="6146"/>
                      <a:pt x="2117" y="6146"/>
                      <a:pt x="2117" y="6146"/>
                    </a:cubicBezTo>
                    <a:cubicBezTo>
                      <a:pt x="2166" y="6202"/>
                      <a:pt x="2166" y="6202"/>
                      <a:pt x="2166" y="6202"/>
                    </a:cubicBezTo>
                    <a:cubicBezTo>
                      <a:pt x="2228" y="6234"/>
                      <a:pt x="2228" y="6234"/>
                      <a:pt x="2228" y="6234"/>
                    </a:cubicBezTo>
                    <a:cubicBezTo>
                      <a:pt x="2256" y="6246"/>
                      <a:pt x="2256" y="6246"/>
                      <a:pt x="2256" y="6246"/>
                    </a:cubicBezTo>
                    <a:cubicBezTo>
                      <a:pt x="2278" y="6267"/>
                      <a:pt x="2278" y="6267"/>
                      <a:pt x="2278" y="6267"/>
                    </a:cubicBezTo>
                    <a:cubicBezTo>
                      <a:pt x="2297" y="6247"/>
                      <a:pt x="2297" y="6247"/>
                      <a:pt x="2297" y="6247"/>
                    </a:cubicBezTo>
                    <a:cubicBezTo>
                      <a:pt x="2286" y="6218"/>
                      <a:pt x="2286" y="6218"/>
                      <a:pt x="2286" y="6218"/>
                    </a:cubicBezTo>
                    <a:cubicBezTo>
                      <a:pt x="2375" y="6221"/>
                      <a:pt x="2375" y="6221"/>
                      <a:pt x="2375" y="6221"/>
                    </a:cubicBezTo>
                    <a:cubicBezTo>
                      <a:pt x="2386" y="6240"/>
                      <a:pt x="2386" y="6240"/>
                      <a:pt x="2386" y="6240"/>
                    </a:cubicBezTo>
                    <a:cubicBezTo>
                      <a:pt x="2451" y="6242"/>
                      <a:pt x="2451" y="6242"/>
                      <a:pt x="2451" y="6242"/>
                    </a:cubicBezTo>
                    <a:cubicBezTo>
                      <a:pt x="2475" y="6225"/>
                      <a:pt x="2475" y="6225"/>
                      <a:pt x="2475" y="6225"/>
                    </a:cubicBezTo>
                    <a:cubicBezTo>
                      <a:pt x="2502" y="6254"/>
                      <a:pt x="2502" y="6254"/>
                      <a:pt x="2502" y="6254"/>
                    </a:cubicBezTo>
                    <a:cubicBezTo>
                      <a:pt x="2537" y="6247"/>
                      <a:pt x="2537" y="6247"/>
                      <a:pt x="2537" y="6247"/>
                    </a:cubicBezTo>
                    <a:cubicBezTo>
                      <a:pt x="2594" y="6274"/>
                      <a:pt x="2594" y="6274"/>
                      <a:pt x="2594" y="6274"/>
                    </a:cubicBezTo>
                    <a:cubicBezTo>
                      <a:pt x="2619" y="6274"/>
                      <a:pt x="2619" y="6274"/>
                      <a:pt x="2619" y="6274"/>
                    </a:cubicBezTo>
                    <a:cubicBezTo>
                      <a:pt x="2634" y="6251"/>
                      <a:pt x="2634" y="6251"/>
                      <a:pt x="2634" y="6251"/>
                    </a:cubicBezTo>
                    <a:cubicBezTo>
                      <a:pt x="2647" y="6254"/>
                      <a:pt x="2647" y="6254"/>
                      <a:pt x="2647" y="6254"/>
                    </a:cubicBezTo>
                    <a:cubicBezTo>
                      <a:pt x="2658" y="6257"/>
                      <a:pt x="2658" y="6257"/>
                      <a:pt x="2658" y="6257"/>
                    </a:cubicBezTo>
                    <a:cubicBezTo>
                      <a:pt x="2651" y="6283"/>
                      <a:pt x="2651" y="6283"/>
                      <a:pt x="2651" y="6283"/>
                    </a:cubicBezTo>
                    <a:cubicBezTo>
                      <a:pt x="2688" y="6350"/>
                      <a:pt x="2688" y="6350"/>
                      <a:pt x="2688" y="6350"/>
                    </a:cubicBezTo>
                    <a:cubicBezTo>
                      <a:pt x="2645" y="6403"/>
                      <a:pt x="2645" y="6403"/>
                      <a:pt x="2645" y="6403"/>
                    </a:cubicBezTo>
                    <a:cubicBezTo>
                      <a:pt x="2622" y="6403"/>
                      <a:pt x="2622" y="6403"/>
                      <a:pt x="2622" y="6403"/>
                    </a:cubicBezTo>
                    <a:cubicBezTo>
                      <a:pt x="2620" y="6421"/>
                      <a:pt x="2620" y="6421"/>
                      <a:pt x="2620" y="6421"/>
                    </a:cubicBezTo>
                    <a:cubicBezTo>
                      <a:pt x="2620" y="6423"/>
                      <a:pt x="2620" y="6423"/>
                      <a:pt x="2620" y="6423"/>
                    </a:cubicBezTo>
                    <a:cubicBezTo>
                      <a:pt x="2649" y="6442"/>
                      <a:pt x="2649" y="6442"/>
                      <a:pt x="2649" y="6442"/>
                    </a:cubicBezTo>
                    <a:cubicBezTo>
                      <a:pt x="2680" y="6444"/>
                      <a:pt x="2680" y="6444"/>
                      <a:pt x="2680" y="6444"/>
                    </a:cubicBezTo>
                    <a:cubicBezTo>
                      <a:pt x="2690" y="6445"/>
                      <a:pt x="2690" y="6445"/>
                      <a:pt x="2690" y="6445"/>
                    </a:cubicBezTo>
                    <a:cubicBezTo>
                      <a:pt x="2687" y="6459"/>
                      <a:pt x="2687" y="6459"/>
                      <a:pt x="2687" y="6459"/>
                    </a:cubicBezTo>
                    <a:cubicBezTo>
                      <a:pt x="2645" y="6467"/>
                      <a:pt x="2645" y="6467"/>
                      <a:pt x="2645" y="6467"/>
                    </a:cubicBezTo>
                    <a:cubicBezTo>
                      <a:pt x="2655" y="6520"/>
                      <a:pt x="2655" y="6520"/>
                      <a:pt x="2655" y="6520"/>
                    </a:cubicBezTo>
                    <a:cubicBezTo>
                      <a:pt x="2656" y="6527"/>
                      <a:pt x="2656" y="6527"/>
                      <a:pt x="2656" y="6527"/>
                    </a:cubicBezTo>
                    <a:cubicBezTo>
                      <a:pt x="2685" y="6533"/>
                      <a:pt x="2685" y="6533"/>
                      <a:pt x="2685" y="6533"/>
                    </a:cubicBezTo>
                    <a:cubicBezTo>
                      <a:pt x="2690" y="6534"/>
                      <a:pt x="2690" y="6534"/>
                      <a:pt x="2690" y="6534"/>
                    </a:cubicBezTo>
                    <a:cubicBezTo>
                      <a:pt x="2709" y="6574"/>
                      <a:pt x="2709" y="6574"/>
                      <a:pt x="2709" y="6574"/>
                    </a:cubicBezTo>
                    <a:cubicBezTo>
                      <a:pt x="2706" y="6613"/>
                      <a:pt x="2706" y="6613"/>
                      <a:pt x="2706" y="6613"/>
                    </a:cubicBezTo>
                    <a:cubicBezTo>
                      <a:pt x="2730" y="6652"/>
                      <a:pt x="2730" y="6652"/>
                      <a:pt x="2730" y="6652"/>
                    </a:cubicBezTo>
                    <a:cubicBezTo>
                      <a:pt x="2711" y="6670"/>
                      <a:pt x="2711" y="6670"/>
                      <a:pt x="2711" y="6670"/>
                    </a:cubicBezTo>
                    <a:cubicBezTo>
                      <a:pt x="2730" y="6715"/>
                      <a:pt x="2730" y="6715"/>
                      <a:pt x="2730" y="6715"/>
                    </a:cubicBezTo>
                    <a:cubicBezTo>
                      <a:pt x="2576" y="6738"/>
                      <a:pt x="2576" y="6738"/>
                      <a:pt x="2576" y="6738"/>
                    </a:cubicBezTo>
                    <a:cubicBezTo>
                      <a:pt x="2561" y="6758"/>
                      <a:pt x="2561" y="6758"/>
                      <a:pt x="2561" y="6758"/>
                    </a:cubicBezTo>
                    <a:cubicBezTo>
                      <a:pt x="2561" y="6781"/>
                      <a:pt x="2561" y="6781"/>
                      <a:pt x="2561" y="6781"/>
                    </a:cubicBezTo>
                    <a:cubicBezTo>
                      <a:pt x="2538" y="6820"/>
                      <a:pt x="2538" y="6820"/>
                      <a:pt x="2538" y="6820"/>
                    </a:cubicBezTo>
                    <a:cubicBezTo>
                      <a:pt x="2492" y="6830"/>
                      <a:pt x="2492" y="6830"/>
                      <a:pt x="2492" y="6830"/>
                    </a:cubicBezTo>
                    <a:cubicBezTo>
                      <a:pt x="2482" y="6913"/>
                      <a:pt x="2482" y="6913"/>
                      <a:pt x="2482" y="6913"/>
                    </a:cubicBezTo>
                    <a:cubicBezTo>
                      <a:pt x="2481" y="6919"/>
                      <a:pt x="2481" y="6919"/>
                      <a:pt x="2481" y="6919"/>
                    </a:cubicBezTo>
                    <a:cubicBezTo>
                      <a:pt x="2499" y="6923"/>
                      <a:pt x="2499" y="6923"/>
                      <a:pt x="2499" y="6923"/>
                    </a:cubicBezTo>
                    <a:cubicBezTo>
                      <a:pt x="2508" y="6925"/>
                      <a:pt x="2508" y="6925"/>
                      <a:pt x="2508" y="6925"/>
                    </a:cubicBezTo>
                    <a:cubicBezTo>
                      <a:pt x="2506" y="6954"/>
                      <a:pt x="2506" y="6954"/>
                      <a:pt x="2506" y="6954"/>
                    </a:cubicBezTo>
                    <a:cubicBezTo>
                      <a:pt x="2504" y="6970"/>
                      <a:pt x="2504" y="6970"/>
                      <a:pt x="2504" y="6970"/>
                    </a:cubicBezTo>
                    <a:cubicBezTo>
                      <a:pt x="2505" y="6968"/>
                      <a:pt x="2507" y="6966"/>
                      <a:pt x="2508" y="6964"/>
                    </a:cubicBezTo>
                    <a:cubicBezTo>
                      <a:pt x="2512" y="6962"/>
                      <a:pt x="2516" y="6962"/>
                      <a:pt x="2520" y="6962"/>
                    </a:cubicBezTo>
                    <a:cubicBezTo>
                      <a:pt x="2524" y="6962"/>
                      <a:pt x="2528" y="6962"/>
                      <a:pt x="2532" y="6960"/>
                    </a:cubicBezTo>
                    <a:cubicBezTo>
                      <a:pt x="2536" y="6957"/>
                      <a:pt x="2539" y="6953"/>
                      <a:pt x="2539" y="6948"/>
                    </a:cubicBezTo>
                    <a:cubicBezTo>
                      <a:pt x="2540" y="6945"/>
                      <a:pt x="2540" y="6943"/>
                      <a:pt x="2540" y="6941"/>
                    </a:cubicBezTo>
                    <a:cubicBezTo>
                      <a:pt x="2541" y="6940"/>
                      <a:pt x="2542" y="6938"/>
                      <a:pt x="2543" y="6937"/>
                    </a:cubicBezTo>
                    <a:cubicBezTo>
                      <a:pt x="2545" y="6933"/>
                      <a:pt x="2547" y="6929"/>
                      <a:pt x="2550" y="6926"/>
                    </a:cubicBezTo>
                    <a:cubicBezTo>
                      <a:pt x="2552" y="6924"/>
                      <a:pt x="2554" y="6921"/>
                      <a:pt x="2556" y="6920"/>
                    </a:cubicBezTo>
                    <a:cubicBezTo>
                      <a:pt x="2558" y="6918"/>
                      <a:pt x="2561" y="6917"/>
                      <a:pt x="2563" y="6916"/>
                    </a:cubicBezTo>
                    <a:cubicBezTo>
                      <a:pt x="2565" y="6914"/>
                      <a:pt x="2567" y="6913"/>
                      <a:pt x="2570" y="6912"/>
                    </a:cubicBezTo>
                    <a:cubicBezTo>
                      <a:pt x="2573" y="6912"/>
                      <a:pt x="2575" y="6911"/>
                      <a:pt x="2578" y="6911"/>
                    </a:cubicBezTo>
                    <a:cubicBezTo>
                      <a:pt x="2580" y="6909"/>
                      <a:pt x="2581" y="6908"/>
                      <a:pt x="2583" y="6905"/>
                    </a:cubicBezTo>
                    <a:cubicBezTo>
                      <a:pt x="2584" y="6903"/>
                      <a:pt x="2587" y="6901"/>
                      <a:pt x="2589" y="6901"/>
                    </a:cubicBezTo>
                    <a:cubicBezTo>
                      <a:pt x="2592" y="6900"/>
                      <a:pt x="2593" y="6902"/>
                      <a:pt x="2591" y="6905"/>
                    </a:cubicBezTo>
                    <a:cubicBezTo>
                      <a:pt x="2590" y="6906"/>
                      <a:pt x="2588" y="6907"/>
                      <a:pt x="2586" y="6908"/>
                    </a:cubicBezTo>
                    <a:cubicBezTo>
                      <a:pt x="2584" y="6908"/>
                      <a:pt x="2583" y="6910"/>
                      <a:pt x="2581" y="6911"/>
                    </a:cubicBezTo>
                    <a:cubicBezTo>
                      <a:pt x="2579" y="6913"/>
                      <a:pt x="2577" y="6914"/>
                      <a:pt x="2575" y="6915"/>
                    </a:cubicBezTo>
                    <a:cubicBezTo>
                      <a:pt x="2571" y="6917"/>
                      <a:pt x="2567" y="6919"/>
                      <a:pt x="2564" y="6921"/>
                    </a:cubicBezTo>
                    <a:cubicBezTo>
                      <a:pt x="2561" y="6924"/>
                      <a:pt x="2557" y="6926"/>
                      <a:pt x="2555" y="6929"/>
                    </a:cubicBezTo>
                    <a:cubicBezTo>
                      <a:pt x="2553" y="6933"/>
                      <a:pt x="2552" y="6937"/>
                      <a:pt x="2550" y="6941"/>
                    </a:cubicBezTo>
                    <a:cubicBezTo>
                      <a:pt x="2549" y="6943"/>
                      <a:pt x="2548" y="6945"/>
                      <a:pt x="2549" y="6947"/>
                    </a:cubicBezTo>
                    <a:cubicBezTo>
                      <a:pt x="2549" y="6949"/>
                      <a:pt x="2550" y="6950"/>
                      <a:pt x="2551" y="6951"/>
                    </a:cubicBezTo>
                    <a:cubicBezTo>
                      <a:pt x="2554" y="6954"/>
                      <a:pt x="2558" y="6956"/>
                      <a:pt x="2561" y="6953"/>
                    </a:cubicBezTo>
                    <a:cubicBezTo>
                      <a:pt x="2564" y="6950"/>
                      <a:pt x="2564" y="6946"/>
                      <a:pt x="2568" y="6944"/>
                    </a:cubicBezTo>
                    <a:cubicBezTo>
                      <a:pt x="2572" y="6942"/>
                      <a:pt x="2577" y="6940"/>
                      <a:pt x="2581" y="6939"/>
                    </a:cubicBezTo>
                    <a:cubicBezTo>
                      <a:pt x="2586" y="6938"/>
                      <a:pt x="2591" y="6934"/>
                      <a:pt x="2595" y="6930"/>
                    </a:cubicBezTo>
                    <a:cubicBezTo>
                      <a:pt x="2597" y="6928"/>
                      <a:pt x="2598" y="6927"/>
                      <a:pt x="2601" y="6926"/>
                    </a:cubicBezTo>
                    <a:cubicBezTo>
                      <a:pt x="2605" y="6925"/>
                      <a:pt x="2608" y="6925"/>
                      <a:pt x="2611" y="6925"/>
                    </a:cubicBezTo>
                    <a:cubicBezTo>
                      <a:pt x="2616" y="6924"/>
                      <a:pt x="2621" y="6923"/>
                      <a:pt x="2621" y="6917"/>
                    </a:cubicBezTo>
                    <a:cubicBezTo>
                      <a:pt x="2622" y="6912"/>
                      <a:pt x="2620" y="6906"/>
                      <a:pt x="2620" y="6901"/>
                    </a:cubicBezTo>
                    <a:cubicBezTo>
                      <a:pt x="2620" y="6896"/>
                      <a:pt x="2624" y="6894"/>
                      <a:pt x="2628" y="6893"/>
                    </a:cubicBezTo>
                    <a:cubicBezTo>
                      <a:pt x="2633" y="6892"/>
                      <a:pt x="2638" y="6891"/>
                      <a:pt x="2643" y="6889"/>
                    </a:cubicBezTo>
                    <a:cubicBezTo>
                      <a:pt x="2649" y="6886"/>
                      <a:pt x="2656" y="6881"/>
                      <a:pt x="2662" y="6881"/>
                    </a:cubicBezTo>
                    <a:cubicBezTo>
                      <a:pt x="2665" y="6881"/>
                      <a:pt x="2668" y="6883"/>
                      <a:pt x="2670" y="6887"/>
                    </a:cubicBezTo>
                    <a:cubicBezTo>
                      <a:pt x="2676" y="6898"/>
                      <a:pt x="2674" y="6910"/>
                      <a:pt x="2682" y="6919"/>
                    </a:cubicBezTo>
                    <a:cubicBezTo>
                      <a:pt x="2683" y="6920"/>
                      <a:pt x="2684" y="6921"/>
                      <a:pt x="2685" y="6922"/>
                    </a:cubicBezTo>
                    <a:cubicBezTo>
                      <a:pt x="2685" y="6922"/>
                      <a:pt x="2685" y="6922"/>
                      <a:pt x="2685" y="6922"/>
                    </a:cubicBezTo>
                    <a:cubicBezTo>
                      <a:pt x="2686" y="6923"/>
                      <a:pt x="2687" y="6924"/>
                      <a:pt x="2689" y="6925"/>
                    </a:cubicBezTo>
                    <a:cubicBezTo>
                      <a:pt x="2689" y="6925"/>
                      <a:pt x="2689" y="6925"/>
                      <a:pt x="2689" y="6925"/>
                    </a:cubicBezTo>
                    <a:cubicBezTo>
                      <a:pt x="2690" y="6927"/>
                      <a:pt x="2691" y="6928"/>
                      <a:pt x="2693" y="6929"/>
                    </a:cubicBezTo>
                    <a:cubicBezTo>
                      <a:pt x="2694" y="6930"/>
                      <a:pt x="2696" y="6930"/>
                      <a:pt x="2698" y="6929"/>
                    </a:cubicBezTo>
                    <a:cubicBezTo>
                      <a:pt x="2700" y="6928"/>
                      <a:pt x="2703" y="6929"/>
                      <a:pt x="2705" y="6929"/>
                    </a:cubicBezTo>
                    <a:cubicBezTo>
                      <a:pt x="2708" y="6928"/>
                      <a:pt x="2711" y="6928"/>
                      <a:pt x="2713" y="6926"/>
                    </a:cubicBezTo>
                    <a:cubicBezTo>
                      <a:pt x="2715" y="6925"/>
                      <a:pt x="2717" y="6924"/>
                      <a:pt x="2719" y="6923"/>
                    </a:cubicBezTo>
                    <a:cubicBezTo>
                      <a:pt x="2719" y="6923"/>
                      <a:pt x="2719" y="6923"/>
                      <a:pt x="2719" y="6923"/>
                    </a:cubicBezTo>
                    <a:cubicBezTo>
                      <a:pt x="2720" y="6923"/>
                      <a:pt x="2721" y="6923"/>
                      <a:pt x="2721" y="6923"/>
                    </a:cubicBezTo>
                    <a:cubicBezTo>
                      <a:pt x="2722" y="6923"/>
                      <a:pt x="2724" y="6922"/>
                      <a:pt x="2725" y="6922"/>
                    </a:cubicBezTo>
                    <a:cubicBezTo>
                      <a:pt x="2727" y="6921"/>
                      <a:pt x="2729" y="6921"/>
                      <a:pt x="2731" y="6919"/>
                    </a:cubicBezTo>
                    <a:cubicBezTo>
                      <a:pt x="2735" y="6917"/>
                      <a:pt x="2738" y="6915"/>
                      <a:pt x="2741" y="6912"/>
                    </a:cubicBezTo>
                    <a:cubicBezTo>
                      <a:pt x="2744" y="6909"/>
                      <a:pt x="2747" y="6907"/>
                      <a:pt x="2750" y="6905"/>
                    </a:cubicBezTo>
                    <a:cubicBezTo>
                      <a:pt x="2751" y="6905"/>
                      <a:pt x="2751" y="6904"/>
                      <a:pt x="2752" y="6903"/>
                    </a:cubicBezTo>
                    <a:cubicBezTo>
                      <a:pt x="2753" y="6903"/>
                      <a:pt x="2754" y="6902"/>
                      <a:pt x="2754" y="6901"/>
                    </a:cubicBezTo>
                    <a:cubicBezTo>
                      <a:pt x="2755" y="6900"/>
                      <a:pt x="2756" y="6898"/>
                      <a:pt x="2756" y="6897"/>
                    </a:cubicBezTo>
                    <a:cubicBezTo>
                      <a:pt x="2757" y="6895"/>
                      <a:pt x="2759" y="6893"/>
                      <a:pt x="2760" y="6891"/>
                    </a:cubicBezTo>
                    <a:cubicBezTo>
                      <a:pt x="2760" y="6890"/>
                      <a:pt x="2761" y="6889"/>
                      <a:pt x="2762" y="6888"/>
                    </a:cubicBezTo>
                    <a:cubicBezTo>
                      <a:pt x="2764" y="6886"/>
                      <a:pt x="2765" y="6883"/>
                      <a:pt x="2766" y="6881"/>
                    </a:cubicBezTo>
                    <a:cubicBezTo>
                      <a:pt x="2768" y="6878"/>
                      <a:pt x="2771" y="6876"/>
                      <a:pt x="2774" y="6875"/>
                    </a:cubicBezTo>
                    <a:cubicBezTo>
                      <a:pt x="2776" y="6874"/>
                      <a:pt x="2778" y="6872"/>
                      <a:pt x="2780" y="6871"/>
                    </a:cubicBezTo>
                    <a:cubicBezTo>
                      <a:pt x="2781" y="6870"/>
                      <a:pt x="2782" y="6869"/>
                      <a:pt x="2784" y="6869"/>
                    </a:cubicBezTo>
                    <a:cubicBezTo>
                      <a:pt x="2786" y="6868"/>
                      <a:pt x="2787" y="6868"/>
                      <a:pt x="2789" y="6868"/>
                    </a:cubicBezTo>
                    <a:cubicBezTo>
                      <a:pt x="2792" y="6867"/>
                      <a:pt x="2795" y="6867"/>
                      <a:pt x="2799" y="6867"/>
                    </a:cubicBezTo>
                    <a:cubicBezTo>
                      <a:pt x="2801" y="6866"/>
                      <a:pt x="2804" y="6867"/>
                      <a:pt x="2806" y="6867"/>
                    </a:cubicBezTo>
                    <a:cubicBezTo>
                      <a:pt x="2807" y="6867"/>
                      <a:pt x="2808" y="6866"/>
                      <a:pt x="2809" y="6866"/>
                    </a:cubicBezTo>
                    <a:cubicBezTo>
                      <a:pt x="2810" y="6866"/>
                      <a:pt x="2811" y="6866"/>
                      <a:pt x="2813" y="6866"/>
                    </a:cubicBezTo>
                    <a:cubicBezTo>
                      <a:pt x="2813" y="6865"/>
                      <a:pt x="2814" y="6864"/>
                      <a:pt x="2815" y="6864"/>
                    </a:cubicBezTo>
                    <a:cubicBezTo>
                      <a:pt x="2816" y="6863"/>
                      <a:pt x="2816" y="6862"/>
                      <a:pt x="2817" y="6861"/>
                    </a:cubicBezTo>
                    <a:cubicBezTo>
                      <a:pt x="2818" y="6860"/>
                      <a:pt x="2820" y="6858"/>
                      <a:pt x="2822" y="6857"/>
                    </a:cubicBezTo>
                    <a:cubicBezTo>
                      <a:pt x="2825" y="6855"/>
                      <a:pt x="2829" y="6853"/>
                      <a:pt x="2833" y="6852"/>
                    </a:cubicBezTo>
                    <a:cubicBezTo>
                      <a:pt x="2835" y="6851"/>
                      <a:pt x="2838" y="6850"/>
                      <a:pt x="2840" y="6850"/>
                    </a:cubicBezTo>
                    <a:cubicBezTo>
                      <a:pt x="2842" y="6850"/>
                      <a:pt x="2843" y="6850"/>
                      <a:pt x="2845" y="6850"/>
                    </a:cubicBezTo>
                    <a:cubicBezTo>
                      <a:pt x="2846" y="6851"/>
                      <a:pt x="2848" y="6852"/>
                      <a:pt x="2849" y="6853"/>
                    </a:cubicBezTo>
                    <a:cubicBezTo>
                      <a:pt x="2851" y="6854"/>
                      <a:pt x="2852" y="6856"/>
                      <a:pt x="2854" y="6857"/>
                    </a:cubicBezTo>
                    <a:cubicBezTo>
                      <a:pt x="2856" y="6858"/>
                      <a:pt x="2862" y="6859"/>
                      <a:pt x="2864" y="6857"/>
                    </a:cubicBezTo>
                    <a:cubicBezTo>
                      <a:pt x="2864" y="6856"/>
                      <a:pt x="2864" y="6854"/>
                      <a:pt x="2865" y="6853"/>
                    </a:cubicBezTo>
                    <a:cubicBezTo>
                      <a:pt x="2866" y="6851"/>
                      <a:pt x="2866" y="6849"/>
                      <a:pt x="2866" y="6847"/>
                    </a:cubicBezTo>
                    <a:cubicBezTo>
                      <a:pt x="2866" y="6845"/>
                      <a:pt x="2866" y="6844"/>
                      <a:pt x="2866" y="6842"/>
                    </a:cubicBezTo>
                    <a:cubicBezTo>
                      <a:pt x="2867" y="6839"/>
                      <a:pt x="2867" y="6835"/>
                      <a:pt x="2870" y="6832"/>
                    </a:cubicBezTo>
                    <a:cubicBezTo>
                      <a:pt x="2871" y="6831"/>
                      <a:pt x="2872" y="6830"/>
                      <a:pt x="2873" y="6829"/>
                    </a:cubicBezTo>
                    <a:cubicBezTo>
                      <a:pt x="2874" y="6829"/>
                      <a:pt x="2875" y="6827"/>
                      <a:pt x="2876" y="6827"/>
                    </a:cubicBezTo>
                    <a:cubicBezTo>
                      <a:pt x="2879" y="6825"/>
                      <a:pt x="2881" y="6823"/>
                      <a:pt x="2884" y="6821"/>
                    </a:cubicBezTo>
                    <a:cubicBezTo>
                      <a:pt x="2885" y="6820"/>
                      <a:pt x="2887" y="6819"/>
                      <a:pt x="2887" y="6818"/>
                    </a:cubicBezTo>
                    <a:cubicBezTo>
                      <a:pt x="2888" y="6817"/>
                      <a:pt x="2888" y="6815"/>
                      <a:pt x="2888" y="6814"/>
                    </a:cubicBezTo>
                    <a:cubicBezTo>
                      <a:pt x="2889" y="6811"/>
                      <a:pt x="2888" y="6808"/>
                      <a:pt x="2888" y="6805"/>
                    </a:cubicBezTo>
                    <a:cubicBezTo>
                      <a:pt x="2888" y="6800"/>
                      <a:pt x="2888" y="6796"/>
                      <a:pt x="2888" y="6791"/>
                    </a:cubicBezTo>
                    <a:cubicBezTo>
                      <a:pt x="2888" y="6786"/>
                      <a:pt x="2888" y="6780"/>
                      <a:pt x="2890" y="6776"/>
                    </a:cubicBezTo>
                    <a:cubicBezTo>
                      <a:pt x="2892" y="6772"/>
                      <a:pt x="2895" y="6769"/>
                      <a:pt x="2898" y="6767"/>
                    </a:cubicBezTo>
                    <a:cubicBezTo>
                      <a:pt x="2902" y="6765"/>
                      <a:pt x="2907" y="6764"/>
                      <a:pt x="2912" y="6762"/>
                    </a:cubicBezTo>
                    <a:cubicBezTo>
                      <a:pt x="2916" y="6760"/>
                      <a:pt x="2919" y="6757"/>
                      <a:pt x="2923" y="6755"/>
                    </a:cubicBezTo>
                    <a:cubicBezTo>
                      <a:pt x="2927" y="6753"/>
                      <a:pt x="2930" y="6751"/>
                      <a:pt x="2933" y="6748"/>
                    </a:cubicBezTo>
                    <a:cubicBezTo>
                      <a:pt x="2935" y="6746"/>
                      <a:pt x="2937" y="6744"/>
                      <a:pt x="2938" y="6742"/>
                    </a:cubicBezTo>
                    <a:cubicBezTo>
                      <a:pt x="2941" y="6738"/>
                      <a:pt x="2943" y="6735"/>
                      <a:pt x="2948" y="6733"/>
                    </a:cubicBezTo>
                    <a:cubicBezTo>
                      <a:pt x="2952" y="6731"/>
                      <a:pt x="2957" y="6728"/>
                      <a:pt x="2962" y="6727"/>
                    </a:cubicBezTo>
                    <a:cubicBezTo>
                      <a:pt x="2966" y="6726"/>
                      <a:pt x="2970" y="6726"/>
                      <a:pt x="2975" y="6726"/>
                    </a:cubicBezTo>
                    <a:cubicBezTo>
                      <a:pt x="2978" y="6726"/>
                      <a:pt x="2981" y="6726"/>
                      <a:pt x="2983" y="6726"/>
                    </a:cubicBezTo>
                    <a:cubicBezTo>
                      <a:pt x="2985" y="6726"/>
                      <a:pt x="2987" y="6727"/>
                      <a:pt x="2988" y="6726"/>
                    </a:cubicBezTo>
                    <a:cubicBezTo>
                      <a:pt x="2990" y="6726"/>
                      <a:pt x="2991" y="6725"/>
                      <a:pt x="2992" y="6725"/>
                    </a:cubicBezTo>
                    <a:cubicBezTo>
                      <a:pt x="2995" y="6724"/>
                      <a:pt x="2998" y="6723"/>
                      <a:pt x="3002" y="6722"/>
                    </a:cubicBezTo>
                    <a:cubicBezTo>
                      <a:pt x="3004" y="6720"/>
                      <a:pt x="3007" y="6719"/>
                      <a:pt x="3009" y="6719"/>
                    </a:cubicBezTo>
                    <a:cubicBezTo>
                      <a:pt x="3012" y="6718"/>
                      <a:pt x="3014" y="6718"/>
                      <a:pt x="3017" y="6718"/>
                    </a:cubicBezTo>
                    <a:cubicBezTo>
                      <a:pt x="3020" y="6717"/>
                      <a:pt x="3022" y="6718"/>
                      <a:pt x="3024" y="6719"/>
                    </a:cubicBezTo>
                    <a:cubicBezTo>
                      <a:pt x="3026" y="6719"/>
                      <a:pt x="3027" y="6719"/>
                      <a:pt x="3029" y="6719"/>
                    </a:cubicBezTo>
                    <a:cubicBezTo>
                      <a:pt x="3032" y="6719"/>
                      <a:pt x="3037" y="6718"/>
                      <a:pt x="3039" y="6716"/>
                    </a:cubicBezTo>
                    <a:cubicBezTo>
                      <a:pt x="3040" y="6715"/>
                      <a:pt x="3042" y="6714"/>
                      <a:pt x="3043" y="6713"/>
                    </a:cubicBezTo>
                    <a:cubicBezTo>
                      <a:pt x="3045" y="6711"/>
                      <a:pt x="3047" y="6709"/>
                      <a:pt x="3050" y="6707"/>
                    </a:cubicBezTo>
                    <a:cubicBezTo>
                      <a:pt x="3051" y="6706"/>
                      <a:pt x="3052" y="6705"/>
                      <a:pt x="3053" y="6705"/>
                    </a:cubicBezTo>
                    <a:cubicBezTo>
                      <a:pt x="3055" y="6704"/>
                      <a:pt x="3057" y="6702"/>
                      <a:pt x="3059" y="6702"/>
                    </a:cubicBezTo>
                    <a:cubicBezTo>
                      <a:pt x="3062" y="6700"/>
                      <a:pt x="3065" y="6699"/>
                      <a:pt x="3069" y="6697"/>
                    </a:cubicBezTo>
                    <a:cubicBezTo>
                      <a:pt x="3072" y="6696"/>
                      <a:pt x="3075" y="6694"/>
                      <a:pt x="3078" y="6692"/>
                    </a:cubicBezTo>
                    <a:cubicBezTo>
                      <a:pt x="3081" y="6691"/>
                      <a:pt x="3085" y="6690"/>
                      <a:pt x="3088" y="6690"/>
                    </a:cubicBezTo>
                    <a:cubicBezTo>
                      <a:pt x="3094" y="6690"/>
                      <a:pt x="3100" y="6687"/>
                      <a:pt x="3106" y="6688"/>
                    </a:cubicBezTo>
                    <a:cubicBezTo>
                      <a:pt x="3108" y="6688"/>
                      <a:pt x="3110" y="6688"/>
                      <a:pt x="3111" y="6688"/>
                    </a:cubicBezTo>
                    <a:cubicBezTo>
                      <a:pt x="3113" y="6688"/>
                      <a:pt x="3115" y="6688"/>
                      <a:pt x="3116" y="6688"/>
                    </a:cubicBezTo>
                    <a:cubicBezTo>
                      <a:pt x="3122" y="6688"/>
                      <a:pt x="3126" y="6691"/>
                      <a:pt x="3131" y="6692"/>
                    </a:cubicBezTo>
                    <a:cubicBezTo>
                      <a:pt x="3134" y="6693"/>
                      <a:pt x="3136" y="6693"/>
                      <a:pt x="3138" y="6693"/>
                    </a:cubicBezTo>
                    <a:cubicBezTo>
                      <a:pt x="3141" y="6693"/>
                      <a:pt x="3143" y="6693"/>
                      <a:pt x="3146" y="6693"/>
                    </a:cubicBezTo>
                    <a:cubicBezTo>
                      <a:pt x="3148" y="6693"/>
                      <a:pt x="3151" y="6694"/>
                      <a:pt x="3154" y="6693"/>
                    </a:cubicBezTo>
                    <a:cubicBezTo>
                      <a:pt x="3155" y="6692"/>
                      <a:pt x="3156" y="6692"/>
                      <a:pt x="3158" y="6691"/>
                    </a:cubicBezTo>
                    <a:cubicBezTo>
                      <a:pt x="3159" y="6691"/>
                      <a:pt x="3160" y="6690"/>
                      <a:pt x="3161" y="6690"/>
                    </a:cubicBezTo>
                    <a:cubicBezTo>
                      <a:pt x="3162" y="6690"/>
                      <a:pt x="3162" y="6690"/>
                      <a:pt x="3163" y="6690"/>
                    </a:cubicBezTo>
                    <a:cubicBezTo>
                      <a:pt x="3165" y="6689"/>
                      <a:pt x="3167" y="6688"/>
                      <a:pt x="3169" y="6687"/>
                    </a:cubicBezTo>
                    <a:cubicBezTo>
                      <a:pt x="3169" y="6686"/>
                      <a:pt x="3170" y="6686"/>
                      <a:pt x="3171" y="6685"/>
                    </a:cubicBezTo>
                    <a:cubicBezTo>
                      <a:pt x="3171" y="6685"/>
                      <a:pt x="3171" y="6685"/>
                      <a:pt x="3172" y="6684"/>
                    </a:cubicBezTo>
                    <a:cubicBezTo>
                      <a:pt x="3172" y="6684"/>
                      <a:pt x="3172" y="6683"/>
                      <a:pt x="3173" y="6683"/>
                    </a:cubicBezTo>
                    <a:cubicBezTo>
                      <a:pt x="3173" y="6682"/>
                      <a:pt x="3173" y="6681"/>
                      <a:pt x="3173" y="6680"/>
                    </a:cubicBezTo>
                    <a:cubicBezTo>
                      <a:pt x="3172" y="6679"/>
                      <a:pt x="3172" y="6678"/>
                      <a:pt x="3172" y="6677"/>
                    </a:cubicBezTo>
                    <a:cubicBezTo>
                      <a:pt x="3172" y="6676"/>
                      <a:pt x="3171" y="6675"/>
                      <a:pt x="3171" y="6674"/>
                    </a:cubicBezTo>
                    <a:cubicBezTo>
                      <a:pt x="3170" y="6672"/>
                      <a:pt x="3169" y="6671"/>
                      <a:pt x="3170" y="6668"/>
                    </a:cubicBezTo>
                    <a:cubicBezTo>
                      <a:pt x="3170" y="6666"/>
                      <a:pt x="3172" y="6666"/>
                      <a:pt x="3173" y="6664"/>
                    </a:cubicBezTo>
                    <a:cubicBezTo>
                      <a:pt x="3173" y="6662"/>
                      <a:pt x="3173" y="6658"/>
                      <a:pt x="3173" y="6656"/>
                    </a:cubicBezTo>
                    <a:cubicBezTo>
                      <a:pt x="3173" y="6653"/>
                      <a:pt x="3173" y="6653"/>
                      <a:pt x="3170" y="6652"/>
                    </a:cubicBezTo>
                    <a:cubicBezTo>
                      <a:pt x="3167" y="6650"/>
                      <a:pt x="3166" y="6649"/>
                      <a:pt x="3165" y="6647"/>
                    </a:cubicBezTo>
                    <a:cubicBezTo>
                      <a:pt x="3164" y="6647"/>
                      <a:pt x="3164" y="6646"/>
                      <a:pt x="3164" y="6644"/>
                    </a:cubicBezTo>
                    <a:cubicBezTo>
                      <a:pt x="3164" y="6643"/>
                      <a:pt x="3164" y="6642"/>
                      <a:pt x="3164" y="6641"/>
                    </a:cubicBezTo>
                    <a:cubicBezTo>
                      <a:pt x="3169" y="6639"/>
                      <a:pt x="3173" y="6637"/>
                      <a:pt x="3178" y="6635"/>
                    </a:cubicBezTo>
                    <a:cubicBezTo>
                      <a:pt x="3182" y="6633"/>
                      <a:pt x="3186" y="6628"/>
                      <a:pt x="3181" y="6624"/>
                    </a:cubicBezTo>
                    <a:cubicBezTo>
                      <a:pt x="3179" y="6623"/>
                      <a:pt x="3176" y="6623"/>
                      <a:pt x="3174" y="6623"/>
                    </a:cubicBezTo>
                    <a:cubicBezTo>
                      <a:pt x="3171" y="6623"/>
                      <a:pt x="3168" y="6622"/>
                      <a:pt x="3168" y="6618"/>
                    </a:cubicBezTo>
                    <a:cubicBezTo>
                      <a:pt x="3167" y="6617"/>
                      <a:pt x="3168" y="6616"/>
                      <a:pt x="3168" y="6615"/>
                    </a:cubicBezTo>
                    <a:cubicBezTo>
                      <a:pt x="3171" y="6609"/>
                      <a:pt x="3188" y="6613"/>
                      <a:pt x="3192" y="6609"/>
                    </a:cubicBezTo>
                    <a:cubicBezTo>
                      <a:pt x="3195" y="6605"/>
                      <a:pt x="3194" y="6600"/>
                      <a:pt x="3194" y="6595"/>
                    </a:cubicBezTo>
                    <a:cubicBezTo>
                      <a:pt x="3193" y="6593"/>
                      <a:pt x="3194" y="6590"/>
                      <a:pt x="3192" y="6588"/>
                    </a:cubicBezTo>
                    <a:cubicBezTo>
                      <a:pt x="3191" y="6585"/>
                      <a:pt x="3190" y="6584"/>
                      <a:pt x="3189" y="6581"/>
                    </a:cubicBezTo>
                    <a:cubicBezTo>
                      <a:pt x="3187" y="6575"/>
                      <a:pt x="3191" y="6559"/>
                      <a:pt x="3201" y="6565"/>
                    </a:cubicBezTo>
                    <a:cubicBezTo>
                      <a:pt x="3205" y="6568"/>
                      <a:pt x="3209" y="6572"/>
                      <a:pt x="3214" y="6576"/>
                    </a:cubicBezTo>
                    <a:cubicBezTo>
                      <a:pt x="3214" y="6576"/>
                      <a:pt x="3214" y="6576"/>
                      <a:pt x="3214" y="6576"/>
                    </a:cubicBezTo>
                    <a:cubicBezTo>
                      <a:pt x="3218" y="6579"/>
                      <a:pt x="3221" y="6582"/>
                      <a:pt x="3223" y="6586"/>
                    </a:cubicBezTo>
                    <a:cubicBezTo>
                      <a:pt x="3223" y="6586"/>
                      <a:pt x="3224" y="6586"/>
                      <a:pt x="3224" y="6586"/>
                    </a:cubicBezTo>
                    <a:cubicBezTo>
                      <a:pt x="3226" y="6590"/>
                      <a:pt x="3227" y="6597"/>
                      <a:pt x="3233" y="6594"/>
                    </a:cubicBezTo>
                    <a:cubicBezTo>
                      <a:pt x="3238" y="6591"/>
                      <a:pt x="3238" y="6585"/>
                      <a:pt x="3244" y="6584"/>
                    </a:cubicBezTo>
                    <a:cubicBezTo>
                      <a:pt x="3249" y="6582"/>
                      <a:pt x="3254" y="6582"/>
                      <a:pt x="3258" y="6579"/>
                    </a:cubicBezTo>
                    <a:cubicBezTo>
                      <a:pt x="3262" y="6577"/>
                      <a:pt x="3263" y="6573"/>
                      <a:pt x="3267" y="6570"/>
                    </a:cubicBezTo>
                    <a:cubicBezTo>
                      <a:pt x="3273" y="6567"/>
                      <a:pt x="3275" y="6564"/>
                      <a:pt x="3274" y="6557"/>
                    </a:cubicBezTo>
                    <a:cubicBezTo>
                      <a:pt x="3274" y="6552"/>
                      <a:pt x="3272" y="6548"/>
                      <a:pt x="3270" y="6544"/>
                    </a:cubicBezTo>
                    <a:cubicBezTo>
                      <a:pt x="3268" y="6539"/>
                      <a:pt x="3266" y="6537"/>
                      <a:pt x="3262" y="6533"/>
                    </a:cubicBezTo>
                    <a:cubicBezTo>
                      <a:pt x="3259" y="6530"/>
                      <a:pt x="3259" y="6524"/>
                      <a:pt x="3260" y="6520"/>
                    </a:cubicBezTo>
                    <a:cubicBezTo>
                      <a:pt x="3260" y="6515"/>
                      <a:pt x="3262" y="6510"/>
                      <a:pt x="3261" y="6505"/>
                    </a:cubicBezTo>
                    <a:cubicBezTo>
                      <a:pt x="3260" y="6502"/>
                      <a:pt x="3256" y="6501"/>
                      <a:pt x="3253" y="6499"/>
                    </a:cubicBezTo>
                    <a:cubicBezTo>
                      <a:pt x="3253" y="6499"/>
                      <a:pt x="3252" y="6499"/>
                      <a:pt x="3251" y="6498"/>
                    </a:cubicBezTo>
                    <a:cubicBezTo>
                      <a:pt x="3248" y="6496"/>
                      <a:pt x="3248" y="6494"/>
                      <a:pt x="3248" y="6492"/>
                    </a:cubicBezTo>
                    <a:cubicBezTo>
                      <a:pt x="3249" y="6490"/>
                      <a:pt x="3250" y="6489"/>
                      <a:pt x="3252" y="6487"/>
                    </a:cubicBezTo>
                    <a:cubicBezTo>
                      <a:pt x="3255" y="6484"/>
                      <a:pt x="3260" y="6483"/>
                      <a:pt x="3259" y="6477"/>
                    </a:cubicBezTo>
                    <a:cubicBezTo>
                      <a:pt x="3259" y="6473"/>
                      <a:pt x="3257" y="6467"/>
                      <a:pt x="3264" y="6468"/>
                    </a:cubicBezTo>
                    <a:cubicBezTo>
                      <a:pt x="3269" y="6469"/>
                      <a:pt x="3273" y="6471"/>
                      <a:pt x="3278" y="6471"/>
                    </a:cubicBezTo>
                    <a:cubicBezTo>
                      <a:pt x="3283" y="6471"/>
                      <a:pt x="3287" y="6472"/>
                      <a:pt x="3290" y="6467"/>
                    </a:cubicBezTo>
                    <a:cubicBezTo>
                      <a:pt x="3294" y="6462"/>
                      <a:pt x="3294" y="6457"/>
                      <a:pt x="3295" y="6451"/>
                    </a:cubicBezTo>
                    <a:cubicBezTo>
                      <a:pt x="3296" y="6443"/>
                      <a:pt x="3297" y="6429"/>
                      <a:pt x="3291" y="6422"/>
                    </a:cubicBezTo>
                    <a:cubicBezTo>
                      <a:pt x="3289" y="6420"/>
                      <a:pt x="3287" y="6418"/>
                      <a:pt x="3285" y="6417"/>
                    </a:cubicBezTo>
                    <a:cubicBezTo>
                      <a:pt x="3278" y="6412"/>
                      <a:pt x="3269" y="6411"/>
                      <a:pt x="3261" y="6407"/>
                    </a:cubicBezTo>
                    <a:cubicBezTo>
                      <a:pt x="3256" y="6404"/>
                      <a:pt x="3254" y="6403"/>
                      <a:pt x="3253" y="6398"/>
                    </a:cubicBezTo>
                    <a:cubicBezTo>
                      <a:pt x="3253" y="6398"/>
                      <a:pt x="3253" y="6397"/>
                      <a:pt x="3253" y="6395"/>
                    </a:cubicBezTo>
                    <a:cubicBezTo>
                      <a:pt x="3254" y="6391"/>
                      <a:pt x="3256" y="6386"/>
                      <a:pt x="3261" y="6384"/>
                    </a:cubicBezTo>
                    <a:cubicBezTo>
                      <a:pt x="3265" y="6383"/>
                      <a:pt x="3271" y="6386"/>
                      <a:pt x="3274" y="6383"/>
                    </a:cubicBezTo>
                    <a:cubicBezTo>
                      <a:pt x="3277" y="6380"/>
                      <a:pt x="3276" y="6377"/>
                      <a:pt x="3277" y="6374"/>
                    </a:cubicBezTo>
                    <a:cubicBezTo>
                      <a:pt x="3278" y="6373"/>
                      <a:pt x="3279" y="6372"/>
                      <a:pt x="3280" y="6371"/>
                    </a:cubicBezTo>
                    <a:cubicBezTo>
                      <a:pt x="3287" y="6366"/>
                      <a:pt x="3285" y="6376"/>
                      <a:pt x="3285" y="6380"/>
                    </a:cubicBezTo>
                    <a:cubicBezTo>
                      <a:pt x="3285" y="6384"/>
                      <a:pt x="3287" y="6389"/>
                      <a:pt x="3287" y="6393"/>
                    </a:cubicBezTo>
                    <a:cubicBezTo>
                      <a:pt x="3287" y="6393"/>
                      <a:pt x="3287" y="6393"/>
                      <a:pt x="3287" y="6393"/>
                    </a:cubicBezTo>
                    <a:cubicBezTo>
                      <a:pt x="3288" y="6399"/>
                      <a:pt x="3288" y="6403"/>
                      <a:pt x="3294" y="6402"/>
                    </a:cubicBezTo>
                    <a:cubicBezTo>
                      <a:pt x="3299" y="6401"/>
                      <a:pt x="3304" y="6399"/>
                      <a:pt x="3307" y="6396"/>
                    </a:cubicBezTo>
                    <a:cubicBezTo>
                      <a:pt x="3310" y="6395"/>
                      <a:pt x="3311" y="6392"/>
                      <a:pt x="3312" y="6390"/>
                    </a:cubicBezTo>
                    <a:cubicBezTo>
                      <a:pt x="3314" y="6388"/>
                      <a:pt x="3316" y="6387"/>
                      <a:pt x="3318" y="6384"/>
                    </a:cubicBezTo>
                    <a:cubicBezTo>
                      <a:pt x="3323" y="6376"/>
                      <a:pt x="3328" y="6368"/>
                      <a:pt x="3331" y="6358"/>
                    </a:cubicBezTo>
                    <a:cubicBezTo>
                      <a:pt x="3334" y="6349"/>
                      <a:pt x="3325" y="6338"/>
                      <a:pt x="3320" y="6332"/>
                    </a:cubicBezTo>
                    <a:cubicBezTo>
                      <a:pt x="3312" y="6323"/>
                      <a:pt x="3301" y="6311"/>
                      <a:pt x="3303" y="6298"/>
                    </a:cubicBezTo>
                    <a:cubicBezTo>
                      <a:pt x="3303" y="6294"/>
                      <a:pt x="3305" y="6291"/>
                      <a:pt x="3309" y="6288"/>
                    </a:cubicBezTo>
                    <a:cubicBezTo>
                      <a:pt x="3309" y="6288"/>
                      <a:pt x="3309" y="6288"/>
                      <a:pt x="3309" y="6288"/>
                    </a:cubicBezTo>
                    <a:cubicBezTo>
                      <a:pt x="3312" y="6284"/>
                      <a:pt x="3316" y="6281"/>
                      <a:pt x="3319" y="6278"/>
                    </a:cubicBezTo>
                    <a:cubicBezTo>
                      <a:pt x="3319" y="6278"/>
                      <a:pt x="3319" y="6278"/>
                      <a:pt x="3319" y="6278"/>
                    </a:cubicBezTo>
                    <a:cubicBezTo>
                      <a:pt x="3320" y="6277"/>
                      <a:pt x="3320" y="6276"/>
                      <a:pt x="3321" y="6275"/>
                    </a:cubicBezTo>
                    <a:cubicBezTo>
                      <a:pt x="3325" y="6267"/>
                      <a:pt x="3322" y="6255"/>
                      <a:pt x="3328" y="6248"/>
                    </a:cubicBezTo>
                    <a:cubicBezTo>
                      <a:pt x="3329" y="6247"/>
                      <a:pt x="3330" y="6247"/>
                      <a:pt x="3330" y="6246"/>
                    </a:cubicBezTo>
                    <a:cubicBezTo>
                      <a:pt x="3330" y="6246"/>
                      <a:pt x="3331" y="6246"/>
                      <a:pt x="3331" y="6246"/>
                    </a:cubicBezTo>
                    <a:cubicBezTo>
                      <a:pt x="3338" y="6241"/>
                      <a:pt x="3349" y="6243"/>
                      <a:pt x="3356" y="6236"/>
                    </a:cubicBezTo>
                    <a:cubicBezTo>
                      <a:pt x="3357" y="6236"/>
                      <a:pt x="3358" y="6235"/>
                      <a:pt x="3359" y="6233"/>
                    </a:cubicBezTo>
                    <a:cubicBezTo>
                      <a:pt x="3361" y="6229"/>
                      <a:pt x="3365" y="6221"/>
                      <a:pt x="3369" y="6220"/>
                    </a:cubicBezTo>
                    <a:cubicBezTo>
                      <a:pt x="3371" y="6219"/>
                      <a:pt x="3372" y="6220"/>
                      <a:pt x="3374" y="6222"/>
                    </a:cubicBezTo>
                    <a:cubicBezTo>
                      <a:pt x="3382" y="6232"/>
                      <a:pt x="3372" y="6241"/>
                      <a:pt x="3362" y="6243"/>
                    </a:cubicBezTo>
                    <a:cubicBezTo>
                      <a:pt x="3353" y="6246"/>
                      <a:pt x="3341" y="6248"/>
                      <a:pt x="3336" y="6258"/>
                    </a:cubicBezTo>
                    <a:cubicBezTo>
                      <a:pt x="3332" y="6268"/>
                      <a:pt x="3337" y="6278"/>
                      <a:pt x="3328" y="6286"/>
                    </a:cubicBezTo>
                    <a:cubicBezTo>
                      <a:pt x="3324" y="6289"/>
                      <a:pt x="3318" y="6291"/>
                      <a:pt x="3316" y="6296"/>
                    </a:cubicBezTo>
                    <a:cubicBezTo>
                      <a:pt x="3314" y="6303"/>
                      <a:pt x="3318" y="6313"/>
                      <a:pt x="3322" y="6319"/>
                    </a:cubicBezTo>
                    <a:cubicBezTo>
                      <a:pt x="3323" y="6319"/>
                      <a:pt x="3323" y="6320"/>
                      <a:pt x="3324" y="6321"/>
                    </a:cubicBezTo>
                    <a:cubicBezTo>
                      <a:pt x="3326" y="6323"/>
                      <a:pt x="3329" y="6328"/>
                      <a:pt x="3333" y="6329"/>
                    </a:cubicBezTo>
                    <a:cubicBezTo>
                      <a:pt x="3337" y="6331"/>
                      <a:pt x="3341" y="6329"/>
                      <a:pt x="3345" y="6327"/>
                    </a:cubicBezTo>
                    <a:cubicBezTo>
                      <a:pt x="3346" y="6327"/>
                      <a:pt x="3347" y="6327"/>
                      <a:pt x="3347" y="6327"/>
                    </a:cubicBezTo>
                    <a:cubicBezTo>
                      <a:pt x="3357" y="6323"/>
                      <a:pt x="3364" y="6315"/>
                      <a:pt x="3375" y="6312"/>
                    </a:cubicBezTo>
                    <a:cubicBezTo>
                      <a:pt x="3383" y="6309"/>
                      <a:pt x="3392" y="6308"/>
                      <a:pt x="3401" y="6306"/>
                    </a:cubicBezTo>
                    <a:cubicBezTo>
                      <a:pt x="3407" y="6304"/>
                      <a:pt x="3413" y="6302"/>
                      <a:pt x="3419" y="6300"/>
                    </a:cubicBezTo>
                    <a:cubicBezTo>
                      <a:pt x="3421" y="6299"/>
                      <a:pt x="3424" y="6298"/>
                      <a:pt x="3426" y="6298"/>
                    </a:cubicBezTo>
                    <a:cubicBezTo>
                      <a:pt x="3436" y="6295"/>
                      <a:pt x="3442" y="6299"/>
                      <a:pt x="3450" y="6303"/>
                    </a:cubicBezTo>
                    <a:cubicBezTo>
                      <a:pt x="3450" y="6303"/>
                      <a:pt x="3451" y="6304"/>
                      <a:pt x="3451" y="6304"/>
                    </a:cubicBezTo>
                    <a:cubicBezTo>
                      <a:pt x="3454" y="6305"/>
                      <a:pt x="3459" y="6308"/>
                      <a:pt x="3459" y="6311"/>
                    </a:cubicBezTo>
                    <a:cubicBezTo>
                      <a:pt x="3458" y="6315"/>
                      <a:pt x="3452" y="6316"/>
                      <a:pt x="3449" y="6315"/>
                    </a:cubicBezTo>
                    <a:cubicBezTo>
                      <a:pt x="3440" y="6315"/>
                      <a:pt x="3433" y="6310"/>
                      <a:pt x="3424" y="6308"/>
                    </a:cubicBezTo>
                    <a:cubicBezTo>
                      <a:pt x="3415" y="6307"/>
                      <a:pt x="3410" y="6312"/>
                      <a:pt x="3402" y="6314"/>
                    </a:cubicBezTo>
                    <a:cubicBezTo>
                      <a:pt x="3398" y="6316"/>
                      <a:pt x="3394" y="6316"/>
                      <a:pt x="3390" y="6317"/>
                    </a:cubicBezTo>
                    <a:cubicBezTo>
                      <a:pt x="3384" y="6319"/>
                      <a:pt x="3379" y="6321"/>
                      <a:pt x="3374" y="6324"/>
                    </a:cubicBezTo>
                    <a:cubicBezTo>
                      <a:pt x="3364" y="6328"/>
                      <a:pt x="3353" y="6336"/>
                      <a:pt x="3346" y="6344"/>
                    </a:cubicBezTo>
                    <a:cubicBezTo>
                      <a:pt x="3345" y="6345"/>
                      <a:pt x="3344" y="6347"/>
                      <a:pt x="3343" y="6349"/>
                    </a:cubicBezTo>
                    <a:cubicBezTo>
                      <a:pt x="3342" y="6351"/>
                      <a:pt x="3341" y="6353"/>
                      <a:pt x="3341" y="6355"/>
                    </a:cubicBezTo>
                    <a:cubicBezTo>
                      <a:pt x="3341" y="6356"/>
                      <a:pt x="3342" y="6357"/>
                      <a:pt x="3342" y="6357"/>
                    </a:cubicBezTo>
                    <a:cubicBezTo>
                      <a:pt x="3344" y="6358"/>
                      <a:pt x="3346" y="6357"/>
                      <a:pt x="3349" y="6357"/>
                    </a:cubicBezTo>
                    <a:cubicBezTo>
                      <a:pt x="3357" y="6357"/>
                      <a:pt x="3350" y="6365"/>
                      <a:pt x="3348" y="6369"/>
                    </a:cubicBezTo>
                    <a:cubicBezTo>
                      <a:pt x="3343" y="6374"/>
                      <a:pt x="3338" y="6377"/>
                      <a:pt x="3336" y="6384"/>
                    </a:cubicBezTo>
                    <a:cubicBezTo>
                      <a:pt x="3334" y="6391"/>
                      <a:pt x="3335" y="6398"/>
                      <a:pt x="3333" y="6405"/>
                    </a:cubicBezTo>
                    <a:cubicBezTo>
                      <a:pt x="3332" y="6409"/>
                      <a:pt x="3329" y="6410"/>
                      <a:pt x="3328" y="6413"/>
                    </a:cubicBezTo>
                    <a:cubicBezTo>
                      <a:pt x="3327" y="6418"/>
                      <a:pt x="3329" y="6421"/>
                      <a:pt x="3326" y="6425"/>
                    </a:cubicBezTo>
                    <a:cubicBezTo>
                      <a:pt x="3325" y="6428"/>
                      <a:pt x="3324" y="6431"/>
                      <a:pt x="3322" y="6433"/>
                    </a:cubicBezTo>
                    <a:cubicBezTo>
                      <a:pt x="3318" y="6437"/>
                      <a:pt x="3306" y="6434"/>
                      <a:pt x="3306" y="6440"/>
                    </a:cubicBezTo>
                    <a:cubicBezTo>
                      <a:pt x="3306" y="6441"/>
                      <a:pt x="3306" y="6442"/>
                      <a:pt x="3306" y="6443"/>
                    </a:cubicBezTo>
                    <a:cubicBezTo>
                      <a:pt x="3307" y="6445"/>
                      <a:pt x="3308" y="6447"/>
                      <a:pt x="3309" y="6448"/>
                    </a:cubicBezTo>
                    <a:cubicBezTo>
                      <a:pt x="3309" y="6448"/>
                      <a:pt x="3309" y="6448"/>
                      <a:pt x="3309" y="6449"/>
                    </a:cubicBezTo>
                    <a:cubicBezTo>
                      <a:pt x="3311" y="6451"/>
                      <a:pt x="3315" y="6452"/>
                      <a:pt x="3316" y="6454"/>
                    </a:cubicBezTo>
                    <a:cubicBezTo>
                      <a:pt x="3317" y="6456"/>
                      <a:pt x="3316" y="6462"/>
                      <a:pt x="3313" y="6462"/>
                    </a:cubicBezTo>
                    <a:cubicBezTo>
                      <a:pt x="3310" y="6464"/>
                      <a:pt x="3307" y="6460"/>
                      <a:pt x="3305" y="6464"/>
                    </a:cubicBezTo>
                    <a:cubicBezTo>
                      <a:pt x="3302" y="6468"/>
                      <a:pt x="3304" y="6478"/>
                      <a:pt x="3305" y="6483"/>
                    </a:cubicBezTo>
                    <a:cubicBezTo>
                      <a:pt x="3306" y="6485"/>
                      <a:pt x="3306" y="6487"/>
                      <a:pt x="3307" y="6489"/>
                    </a:cubicBezTo>
                    <a:cubicBezTo>
                      <a:pt x="3307" y="6490"/>
                      <a:pt x="3308" y="6491"/>
                      <a:pt x="3308" y="6492"/>
                    </a:cubicBezTo>
                    <a:cubicBezTo>
                      <a:pt x="3310" y="6494"/>
                      <a:pt x="3312" y="6495"/>
                      <a:pt x="3314" y="6497"/>
                    </a:cubicBezTo>
                    <a:cubicBezTo>
                      <a:pt x="3315" y="6498"/>
                      <a:pt x="3319" y="6499"/>
                      <a:pt x="3322" y="6500"/>
                    </a:cubicBezTo>
                    <a:cubicBezTo>
                      <a:pt x="3326" y="6501"/>
                      <a:pt x="3329" y="6503"/>
                      <a:pt x="3330" y="6505"/>
                    </a:cubicBezTo>
                    <a:cubicBezTo>
                      <a:pt x="3331" y="6508"/>
                      <a:pt x="3329" y="6511"/>
                      <a:pt x="3326" y="6512"/>
                    </a:cubicBezTo>
                    <a:cubicBezTo>
                      <a:pt x="3323" y="6513"/>
                      <a:pt x="3319" y="6512"/>
                      <a:pt x="3317" y="6516"/>
                    </a:cubicBezTo>
                    <a:cubicBezTo>
                      <a:pt x="3317" y="6519"/>
                      <a:pt x="3319" y="6521"/>
                      <a:pt x="3320" y="6523"/>
                    </a:cubicBezTo>
                    <a:cubicBezTo>
                      <a:pt x="3322" y="6528"/>
                      <a:pt x="3322" y="6533"/>
                      <a:pt x="3320" y="6538"/>
                    </a:cubicBezTo>
                    <a:cubicBezTo>
                      <a:pt x="3320" y="6538"/>
                      <a:pt x="3320" y="6538"/>
                      <a:pt x="3320" y="6538"/>
                    </a:cubicBezTo>
                    <a:cubicBezTo>
                      <a:pt x="3318" y="6545"/>
                      <a:pt x="3319" y="6548"/>
                      <a:pt x="3327" y="6547"/>
                    </a:cubicBezTo>
                    <a:cubicBezTo>
                      <a:pt x="3327" y="6547"/>
                      <a:pt x="3329" y="6546"/>
                      <a:pt x="3332" y="6546"/>
                    </a:cubicBezTo>
                    <a:cubicBezTo>
                      <a:pt x="3337" y="6545"/>
                      <a:pt x="3343" y="6544"/>
                      <a:pt x="3342" y="6548"/>
                    </a:cubicBezTo>
                    <a:cubicBezTo>
                      <a:pt x="3337" y="6561"/>
                      <a:pt x="3333" y="6569"/>
                      <a:pt x="3338" y="6583"/>
                    </a:cubicBezTo>
                    <a:cubicBezTo>
                      <a:pt x="3340" y="6589"/>
                      <a:pt x="3341" y="6595"/>
                      <a:pt x="3341" y="6601"/>
                    </a:cubicBezTo>
                    <a:cubicBezTo>
                      <a:pt x="3340" y="6608"/>
                      <a:pt x="3333" y="6610"/>
                      <a:pt x="3329" y="6604"/>
                    </a:cubicBezTo>
                    <a:cubicBezTo>
                      <a:pt x="3328" y="6603"/>
                      <a:pt x="3327" y="6601"/>
                      <a:pt x="3327" y="6599"/>
                    </a:cubicBezTo>
                    <a:cubicBezTo>
                      <a:pt x="3326" y="6595"/>
                      <a:pt x="3327" y="6590"/>
                      <a:pt x="3325" y="6586"/>
                    </a:cubicBezTo>
                    <a:cubicBezTo>
                      <a:pt x="3324" y="6582"/>
                      <a:pt x="3320" y="6577"/>
                      <a:pt x="3316" y="6575"/>
                    </a:cubicBezTo>
                    <a:cubicBezTo>
                      <a:pt x="3314" y="6574"/>
                      <a:pt x="3312" y="6573"/>
                      <a:pt x="3310" y="6574"/>
                    </a:cubicBezTo>
                    <a:cubicBezTo>
                      <a:pt x="3305" y="6575"/>
                      <a:pt x="3299" y="6579"/>
                      <a:pt x="3294" y="6582"/>
                    </a:cubicBezTo>
                    <a:cubicBezTo>
                      <a:pt x="3287" y="6586"/>
                      <a:pt x="3282" y="6591"/>
                      <a:pt x="3277" y="6596"/>
                    </a:cubicBezTo>
                    <a:cubicBezTo>
                      <a:pt x="3275" y="6598"/>
                      <a:pt x="3273" y="6599"/>
                      <a:pt x="3272" y="6601"/>
                    </a:cubicBezTo>
                    <a:cubicBezTo>
                      <a:pt x="3272" y="6601"/>
                      <a:pt x="3272" y="6601"/>
                      <a:pt x="3272" y="6601"/>
                    </a:cubicBezTo>
                    <a:cubicBezTo>
                      <a:pt x="3268" y="6606"/>
                      <a:pt x="3266" y="6610"/>
                      <a:pt x="3263" y="6617"/>
                    </a:cubicBezTo>
                    <a:cubicBezTo>
                      <a:pt x="3261" y="6622"/>
                      <a:pt x="3259" y="6628"/>
                      <a:pt x="3257" y="6632"/>
                    </a:cubicBezTo>
                    <a:cubicBezTo>
                      <a:pt x="3253" y="6635"/>
                      <a:pt x="3250" y="6637"/>
                      <a:pt x="3247" y="6639"/>
                    </a:cubicBezTo>
                    <a:cubicBezTo>
                      <a:pt x="3244" y="6641"/>
                      <a:pt x="3242" y="6640"/>
                      <a:pt x="3238" y="6641"/>
                    </a:cubicBezTo>
                    <a:cubicBezTo>
                      <a:pt x="3236" y="6642"/>
                      <a:pt x="3233" y="6643"/>
                      <a:pt x="3232" y="6645"/>
                    </a:cubicBezTo>
                    <a:cubicBezTo>
                      <a:pt x="3230" y="6650"/>
                      <a:pt x="3233" y="6655"/>
                      <a:pt x="3230" y="6660"/>
                    </a:cubicBezTo>
                    <a:cubicBezTo>
                      <a:pt x="3228" y="6665"/>
                      <a:pt x="3222" y="6667"/>
                      <a:pt x="3218" y="6669"/>
                    </a:cubicBezTo>
                    <a:cubicBezTo>
                      <a:pt x="3209" y="6673"/>
                      <a:pt x="3201" y="6675"/>
                      <a:pt x="3193" y="6678"/>
                    </a:cubicBezTo>
                    <a:cubicBezTo>
                      <a:pt x="3192" y="6679"/>
                      <a:pt x="3191" y="6679"/>
                      <a:pt x="3190" y="6680"/>
                    </a:cubicBezTo>
                    <a:cubicBezTo>
                      <a:pt x="3188" y="6681"/>
                      <a:pt x="3185" y="6683"/>
                      <a:pt x="3182" y="6684"/>
                    </a:cubicBezTo>
                    <a:cubicBezTo>
                      <a:pt x="3181" y="6685"/>
                      <a:pt x="3179" y="6685"/>
                      <a:pt x="3178" y="6686"/>
                    </a:cubicBezTo>
                    <a:cubicBezTo>
                      <a:pt x="3176" y="6687"/>
                      <a:pt x="3174" y="6687"/>
                      <a:pt x="3173" y="6688"/>
                    </a:cubicBezTo>
                    <a:cubicBezTo>
                      <a:pt x="3172" y="6688"/>
                      <a:pt x="3171" y="6688"/>
                      <a:pt x="3171" y="6689"/>
                    </a:cubicBezTo>
                    <a:cubicBezTo>
                      <a:pt x="3170" y="6689"/>
                      <a:pt x="3169" y="6690"/>
                      <a:pt x="3169" y="6690"/>
                    </a:cubicBezTo>
                    <a:cubicBezTo>
                      <a:pt x="3168" y="6690"/>
                      <a:pt x="3168" y="6691"/>
                      <a:pt x="3167" y="6691"/>
                    </a:cubicBezTo>
                    <a:cubicBezTo>
                      <a:pt x="3166" y="6692"/>
                      <a:pt x="3165" y="6692"/>
                      <a:pt x="3164" y="6692"/>
                    </a:cubicBezTo>
                    <a:cubicBezTo>
                      <a:pt x="3163" y="6692"/>
                      <a:pt x="3162" y="6693"/>
                      <a:pt x="3161" y="6693"/>
                    </a:cubicBezTo>
                    <a:cubicBezTo>
                      <a:pt x="3159" y="6694"/>
                      <a:pt x="3158" y="6695"/>
                      <a:pt x="3157" y="6695"/>
                    </a:cubicBezTo>
                    <a:cubicBezTo>
                      <a:pt x="3154" y="6697"/>
                      <a:pt x="3149" y="6699"/>
                      <a:pt x="3146" y="6698"/>
                    </a:cubicBezTo>
                    <a:cubicBezTo>
                      <a:pt x="3142" y="6697"/>
                      <a:pt x="3137" y="6695"/>
                      <a:pt x="3133" y="6694"/>
                    </a:cubicBezTo>
                    <a:cubicBezTo>
                      <a:pt x="3128" y="6692"/>
                      <a:pt x="3122" y="6691"/>
                      <a:pt x="3117" y="6690"/>
                    </a:cubicBezTo>
                    <a:cubicBezTo>
                      <a:pt x="3114" y="6690"/>
                      <a:pt x="3111" y="6690"/>
                      <a:pt x="3108" y="6690"/>
                    </a:cubicBezTo>
                    <a:cubicBezTo>
                      <a:pt x="3105" y="6690"/>
                      <a:pt x="3102" y="6689"/>
                      <a:pt x="3099" y="6690"/>
                    </a:cubicBezTo>
                    <a:cubicBezTo>
                      <a:pt x="3095" y="6690"/>
                      <a:pt x="3090" y="6691"/>
                      <a:pt x="3086" y="6692"/>
                    </a:cubicBezTo>
                    <a:cubicBezTo>
                      <a:pt x="3083" y="6693"/>
                      <a:pt x="3080" y="6693"/>
                      <a:pt x="3077" y="6695"/>
                    </a:cubicBezTo>
                    <a:cubicBezTo>
                      <a:pt x="3075" y="6696"/>
                      <a:pt x="3074" y="6697"/>
                      <a:pt x="3072" y="6698"/>
                    </a:cubicBezTo>
                    <a:cubicBezTo>
                      <a:pt x="3068" y="6699"/>
                      <a:pt x="3065" y="6702"/>
                      <a:pt x="3062" y="6704"/>
                    </a:cubicBezTo>
                    <a:cubicBezTo>
                      <a:pt x="3059" y="6706"/>
                      <a:pt x="3055" y="6708"/>
                      <a:pt x="3052" y="6710"/>
                    </a:cubicBezTo>
                    <a:cubicBezTo>
                      <a:pt x="3049" y="6711"/>
                      <a:pt x="3046" y="6714"/>
                      <a:pt x="3044" y="6716"/>
                    </a:cubicBezTo>
                    <a:cubicBezTo>
                      <a:pt x="3043" y="6717"/>
                      <a:pt x="3042" y="6718"/>
                      <a:pt x="3040" y="6719"/>
                    </a:cubicBezTo>
                    <a:cubicBezTo>
                      <a:pt x="3039" y="6719"/>
                      <a:pt x="3038" y="6720"/>
                      <a:pt x="3037" y="6720"/>
                    </a:cubicBezTo>
                    <a:cubicBezTo>
                      <a:pt x="3036" y="6720"/>
                      <a:pt x="3036" y="6720"/>
                      <a:pt x="3037" y="6720"/>
                    </a:cubicBezTo>
                    <a:cubicBezTo>
                      <a:pt x="3035" y="6721"/>
                      <a:pt x="3034" y="6721"/>
                      <a:pt x="3032" y="6721"/>
                    </a:cubicBezTo>
                    <a:cubicBezTo>
                      <a:pt x="3031" y="6721"/>
                      <a:pt x="3029" y="6721"/>
                      <a:pt x="3027" y="6721"/>
                    </a:cubicBezTo>
                    <a:cubicBezTo>
                      <a:pt x="3026" y="6721"/>
                      <a:pt x="3025" y="6721"/>
                      <a:pt x="3024" y="6720"/>
                    </a:cubicBezTo>
                    <a:cubicBezTo>
                      <a:pt x="3022" y="6720"/>
                      <a:pt x="3020" y="6720"/>
                      <a:pt x="3018" y="6720"/>
                    </a:cubicBezTo>
                    <a:cubicBezTo>
                      <a:pt x="3014" y="6719"/>
                      <a:pt x="3010" y="6719"/>
                      <a:pt x="3007" y="6721"/>
                    </a:cubicBezTo>
                    <a:cubicBezTo>
                      <a:pt x="3004" y="6722"/>
                      <a:pt x="3002" y="6724"/>
                      <a:pt x="3000" y="6726"/>
                    </a:cubicBezTo>
                    <a:cubicBezTo>
                      <a:pt x="2997" y="6727"/>
                      <a:pt x="2994" y="6726"/>
                      <a:pt x="2991" y="6727"/>
                    </a:cubicBezTo>
                    <a:cubicBezTo>
                      <a:pt x="2988" y="6728"/>
                      <a:pt x="2985" y="6728"/>
                      <a:pt x="2981" y="6728"/>
                    </a:cubicBezTo>
                    <a:cubicBezTo>
                      <a:pt x="2978" y="6728"/>
                      <a:pt x="2975" y="6728"/>
                      <a:pt x="2971" y="6729"/>
                    </a:cubicBezTo>
                    <a:cubicBezTo>
                      <a:pt x="2968" y="6730"/>
                      <a:pt x="2963" y="6730"/>
                      <a:pt x="2959" y="6730"/>
                    </a:cubicBezTo>
                    <a:cubicBezTo>
                      <a:pt x="2956" y="6731"/>
                      <a:pt x="2952" y="6732"/>
                      <a:pt x="2949" y="6734"/>
                    </a:cubicBezTo>
                    <a:cubicBezTo>
                      <a:pt x="2948" y="6735"/>
                      <a:pt x="2947" y="6736"/>
                      <a:pt x="2946" y="6737"/>
                    </a:cubicBezTo>
                    <a:cubicBezTo>
                      <a:pt x="2945" y="6738"/>
                      <a:pt x="2944" y="6739"/>
                      <a:pt x="2943" y="6740"/>
                    </a:cubicBezTo>
                    <a:cubicBezTo>
                      <a:pt x="2941" y="6743"/>
                      <a:pt x="2939" y="6745"/>
                      <a:pt x="2937" y="6748"/>
                    </a:cubicBezTo>
                    <a:cubicBezTo>
                      <a:pt x="2936" y="6750"/>
                      <a:pt x="2936" y="6750"/>
                      <a:pt x="2934" y="6751"/>
                    </a:cubicBezTo>
                    <a:cubicBezTo>
                      <a:pt x="2932" y="6752"/>
                      <a:pt x="2931" y="6754"/>
                      <a:pt x="2929" y="6755"/>
                    </a:cubicBezTo>
                    <a:cubicBezTo>
                      <a:pt x="2927" y="6756"/>
                      <a:pt x="2926" y="6758"/>
                      <a:pt x="2925" y="6758"/>
                    </a:cubicBezTo>
                    <a:cubicBezTo>
                      <a:pt x="2921" y="6761"/>
                      <a:pt x="2916" y="6762"/>
                      <a:pt x="2911" y="6763"/>
                    </a:cubicBezTo>
                    <a:cubicBezTo>
                      <a:pt x="2903" y="6767"/>
                      <a:pt x="2894" y="6773"/>
                      <a:pt x="2892" y="6783"/>
                    </a:cubicBezTo>
                    <a:cubicBezTo>
                      <a:pt x="2891" y="6787"/>
                      <a:pt x="2892" y="6792"/>
                      <a:pt x="2892" y="6797"/>
                    </a:cubicBezTo>
                    <a:cubicBezTo>
                      <a:pt x="2892" y="6801"/>
                      <a:pt x="2892" y="6805"/>
                      <a:pt x="2892" y="6809"/>
                    </a:cubicBezTo>
                    <a:cubicBezTo>
                      <a:pt x="2891" y="6812"/>
                      <a:pt x="2892" y="6816"/>
                      <a:pt x="2891" y="6819"/>
                    </a:cubicBezTo>
                    <a:cubicBezTo>
                      <a:pt x="2890" y="6820"/>
                      <a:pt x="2888" y="6821"/>
                      <a:pt x="2887" y="6822"/>
                    </a:cubicBezTo>
                    <a:cubicBezTo>
                      <a:pt x="2884" y="6824"/>
                      <a:pt x="2880" y="6825"/>
                      <a:pt x="2877" y="6828"/>
                    </a:cubicBezTo>
                    <a:cubicBezTo>
                      <a:pt x="2874" y="6830"/>
                      <a:pt x="2873" y="6833"/>
                      <a:pt x="2871" y="6836"/>
                    </a:cubicBezTo>
                    <a:cubicBezTo>
                      <a:pt x="2869" y="6839"/>
                      <a:pt x="2869" y="6842"/>
                      <a:pt x="2870" y="6846"/>
                    </a:cubicBezTo>
                    <a:cubicBezTo>
                      <a:pt x="2870" y="6848"/>
                      <a:pt x="2869" y="6850"/>
                      <a:pt x="2869" y="6852"/>
                    </a:cubicBezTo>
                    <a:cubicBezTo>
                      <a:pt x="2869" y="6853"/>
                      <a:pt x="2869" y="6856"/>
                      <a:pt x="2868" y="6857"/>
                    </a:cubicBezTo>
                    <a:cubicBezTo>
                      <a:pt x="2866" y="6861"/>
                      <a:pt x="2861" y="6861"/>
                      <a:pt x="2858" y="6860"/>
                    </a:cubicBezTo>
                    <a:cubicBezTo>
                      <a:pt x="2855" y="6860"/>
                      <a:pt x="2851" y="6860"/>
                      <a:pt x="2848" y="6857"/>
                    </a:cubicBezTo>
                    <a:cubicBezTo>
                      <a:pt x="2845" y="6856"/>
                      <a:pt x="2842" y="6852"/>
                      <a:pt x="2838" y="6852"/>
                    </a:cubicBezTo>
                    <a:cubicBezTo>
                      <a:pt x="2835" y="6852"/>
                      <a:pt x="2831" y="6854"/>
                      <a:pt x="2828" y="6856"/>
                    </a:cubicBezTo>
                    <a:cubicBezTo>
                      <a:pt x="2825" y="6858"/>
                      <a:pt x="2824" y="6861"/>
                      <a:pt x="2821" y="6863"/>
                    </a:cubicBezTo>
                    <a:cubicBezTo>
                      <a:pt x="2818" y="6865"/>
                      <a:pt x="2815" y="6868"/>
                      <a:pt x="2811" y="6869"/>
                    </a:cubicBezTo>
                    <a:cubicBezTo>
                      <a:pt x="2810" y="6869"/>
                      <a:pt x="2809" y="6869"/>
                      <a:pt x="2807" y="6869"/>
                    </a:cubicBezTo>
                    <a:cubicBezTo>
                      <a:pt x="2805" y="6869"/>
                      <a:pt x="2803" y="6869"/>
                      <a:pt x="2800" y="6869"/>
                    </a:cubicBezTo>
                    <a:cubicBezTo>
                      <a:pt x="2798" y="6869"/>
                      <a:pt x="2796" y="6869"/>
                      <a:pt x="2794" y="6869"/>
                    </a:cubicBezTo>
                    <a:cubicBezTo>
                      <a:pt x="2791" y="6870"/>
                      <a:pt x="2789" y="6871"/>
                      <a:pt x="2787" y="6871"/>
                    </a:cubicBezTo>
                    <a:cubicBezTo>
                      <a:pt x="2783" y="6872"/>
                      <a:pt x="2779" y="6874"/>
                      <a:pt x="2776" y="6877"/>
                    </a:cubicBezTo>
                    <a:cubicBezTo>
                      <a:pt x="2775" y="6878"/>
                      <a:pt x="2773" y="6880"/>
                      <a:pt x="2772" y="6882"/>
                    </a:cubicBezTo>
                    <a:cubicBezTo>
                      <a:pt x="2771" y="6883"/>
                      <a:pt x="2770" y="6885"/>
                      <a:pt x="2769" y="6887"/>
                    </a:cubicBezTo>
                    <a:cubicBezTo>
                      <a:pt x="2767" y="6889"/>
                      <a:pt x="2765" y="6890"/>
                      <a:pt x="2764" y="6892"/>
                    </a:cubicBezTo>
                    <a:cubicBezTo>
                      <a:pt x="2763" y="6893"/>
                      <a:pt x="2762" y="6895"/>
                      <a:pt x="2760" y="6897"/>
                    </a:cubicBezTo>
                    <a:cubicBezTo>
                      <a:pt x="2757" y="6901"/>
                      <a:pt x="2754" y="6905"/>
                      <a:pt x="2751" y="6910"/>
                    </a:cubicBezTo>
                    <a:cubicBezTo>
                      <a:pt x="2749" y="6912"/>
                      <a:pt x="2747" y="6914"/>
                      <a:pt x="2745" y="6915"/>
                    </a:cubicBezTo>
                    <a:cubicBezTo>
                      <a:pt x="2743" y="6917"/>
                      <a:pt x="2741" y="6917"/>
                      <a:pt x="2740" y="6918"/>
                    </a:cubicBezTo>
                    <a:cubicBezTo>
                      <a:pt x="2738" y="6919"/>
                      <a:pt x="2736" y="6920"/>
                      <a:pt x="2734" y="6921"/>
                    </a:cubicBezTo>
                    <a:cubicBezTo>
                      <a:pt x="2732" y="6922"/>
                      <a:pt x="2730" y="6923"/>
                      <a:pt x="2728" y="6923"/>
                    </a:cubicBezTo>
                    <a:cubicBezTo>
                      <a:pt x="2724" y="6925"/>
                      <a:pt x="2720" y="6927"/>
                      <a:pt x="2716" y="6929"/>
                    </a:cubicBezTo>
                    <a:cubicBezTo>
                      <a:pt x="2714" y="6929"/>
                      <a:pt x="2713" y="6930"/>
                      <a:pt x="2712" y="6930"/>
                    </a:cubicBezTo>
                    <a:cubicBezTo>
                      <a:pt x="2709" y="6931"/>
                      <a:pt x="2707" y="6931"/>
                      <a:pt x="2705" y="6931"/>
                    </a:cubicBezTo>
                    <a:cubicBezTo>
                      <a:pt x="2704" y="6932"/>
                      <a:pt x="2704" y="6932"/>
                      <a:pt x="2703" y="6932"/>
                    </a:cubicBezTo>
                    <a:cubicBezTo>
                      <a:pt x="2702" y="6932"/>
                      <a:pt x="2702" y="6932"/>
                      <a:pt x="2701" y="6932"/>
                    </a:cubicBezTo>
                    <a:cubicBezTo>
                      <a:pt x="2701" y="6932"/>
                      <a:pt x="2700" y="6932"/>
                      <a:pt x="2700" y="6932"/>
                    </a:cubicBezTo>
                    <a:cubicBezTo>
                      <a:pt x="2700" y="6932"/>
                      <a:pt x="2699" y="6932"/>
                      <a:pt x="2699" y="6933"/>
                    </a:cubicBezTo>
                    <a:cubicBezTo>
                      <a:pt x="2698" y="6933"/>
                      <a:pt x="2698" y="6933"/>
                      <a:pt x="2697" y="6933"/>
                    </a:cubicBezTo>
                    <a:cubicBezTo>
                      <a:pt x="2697" y="6933"/>
                      <a:pt x="2696" y="6933"/>
                      <a:pt x="2696" y="6933"/>
                    </a:cubicBezTo>
                    <a:cubicBezTo>
                      <a:pt x="2696" y="6934"/>
                      <a:pt x="2696" y="6934"/>
                      <a:pt x="2697" y="6934"/>
                    </a:cubicBezTo>
                    <a:cubicBezTo>
                      <a:pt x="2697" y="6935"/>
                      <a:pt x="2697" y="6935"/>
                      <a:pt x="2697" y="6936"/>
                    </a:cubicBezTo>
                    <a:cubicBezTo>
                      <a:pt x="2697" y="6936"/>
                      <a:pt x="2697" y="6937"/>
                      <a:pt x="2697" y="6938"/>
                    </a:cubicBezTo>
                    <a:cubicBezTo>
                      <a:pt x="2697" y="6939"/>
                      <a:pt x="2696" y="6940"/>
                      <a:pt x="2695" y="6941"/>
                    </a:cubicBezTo>
                    <a:cubicBezTo>
                      <a:pt x="2691" y="6944"/>
                      <a:pt x="2685" y="6945"/>
                      <a:pt x="2681" y="6945"/>
                    </a:cubicBezTo>
                    <a:cubicBezTo>
                      <a:pt x="2676" y="6946"/>
                      <a:pt x="2670" y="6946"/>
                      <a:pt x="2665" y="6947"/>
                    </a:cubicBezTo>
                    <a:cubicBezTo>
                      <a:pt x="2653" y="6949"/>
                      <a:pt x="2652" y="6960"/>
                      <a:pt x="2645" y="6969"/>
                    </a:cubicBezTo>
                    <a:cubicBezTo>
                      <a:pt x="2642" y="6973"/>
                      <a:pt x="2639" y="6974"/>
                      <a:pt x="2634" y="6976"/>
                    </a:cubicBezTo>
                    <a:cubicBezTo>
                      <a:pt x="2630" y="6978"/>
                      <a:pt x="2626" y="6980"/>
                      <a:pt x="2624" y="6985"/>
                    </a:cubicBezTo>
                    <a:cubicBezTo>
                      <a:pt x="2621" y="6989"/>
                      <a:pt x="2619" y="6995"/>
                      <a:pt x="2616" y="6999"/>
                    </a:cubicBezTo>
                    <a:cubicBezTo>
                      <a:pt x="2612" y="7004"/>
                      <a:pt x="2607" y="7008"/>
                      <a:pt x="2601" y="7012"/>
                    </a:cubicBezTo>
                    <a:cubicBezTo>
                      <a:pt x="2597" y="7015"/>
                      <a:pt x="2590" y="7010"/>
                      <a:pt x="2585" y="7014"/>
                    </a:cubicBezTo>
                    <a:cubicBezTo>
                      <a:pt x="2582" y="7016"/>
                      <a:pt x="2582" y="7019"/>
                      <a:pt x="2578" y="7018"/>
                    </a:cubicBezTo>
                    <a:cubicBezTo>
                      <a:pt x="2577" y="7018"/>
                      <a:pt x="2576" y="7018"/>
                      <a:pt x="2576" y="7018"/>
                    </a:cubicBezTo>
                    <a:cubicBezTo>
                      <a:pt x="2575" y="7018"/>
                      <a:pt x="2575" y="7018"/>
                      <a:pt x="2575" y="7018"/>
                    </a:cubicBezTo>
                    <a:cubicBezTo>
                      <a:pt x="2573" y="7017"/>
                      <a:pt x="2570" y="7015"/>
                      <a:pt x="2567" y="7017"/>
                    </a:cubicBezTo>
                    <a:cubicBezTo>
                      <a:pt x="2564" y="7018"/>
                      <a:pt x="2563" y="7020"/>
                      <a:pt x="2561" y="7022"/>
                    </a:cubicBezTo>
                    <a:cubicBezTo>
                      <a:pt x="2559" y="7025"/>
                      <a:pt x="2556" y="7026"/>
                      <a:pt x="2556" y="7030"/>
                    </a:cubicBezTo>
                    <a:cubicBezTo>
                      <a:pt x="2555" y="7034"/>
                      <a:pt x="2556" y="7036"/>
                      <a:pt x="2553" y="7039"/>
                    </a:cubicBezTo>
                    <a:cubicBezTo>
                      <a:pt x="2551" y="7040"/>
                      <a:pt x="2550" y="7041"/>
                      <a:pt x="2550" y="7043"/>
                    </a:cubicBezTo>
                    <a:cubicBezTo>
                      <a:pt x="2550" y="7044"/>
                      <a:pt x="2550" y="7045"/>
                      <a:pt x="2550" y="7047"/>
                    </a:cubicBezTo>
                    <a:cubicBezTo>
                      <a:pt x="2550" y="7047"/>
                      <a:pt x="2550" y="7047"/>
                      <a:pt x="2549" y="7048"/>
                    </a:cubicBezTo>
                    <a:cubicBezTo>
                      <a:pt x="2549" y="7049"/>
                      <a:pt x="2548" y="7050"/>
                      <a:pt x="2548" y="7052"/>
                    </a:cubicBezTo>
                    <a:cubicBezTo>
                      <a:pt x="2548" y="7054"/>
                      <a:pt x="2549" y="7056"/>
                      <a:pt x="2550" y="7058"/>
                    </a:cubicBezTo>
                    <a:cubicBezTo>
                      <a:pt x="2551" y="7060"/>
                      <a:pt x="2551" y="7062"/>
                      <a:pt x="2551" y="7064"/>
                    </a:cubicBezTo>
                    <a:cubicBezTo>
                      <a:pt x="2551" y="7065"/>
                      <a:pt x="2550" y="7067"/>
                      <a:pt x="2552" y="7068"/>
                    </a:cubicBezTo>
                    <a:cubicBezTo>
                      <a:pt x="2552" y="7068"/>
                      <a:pt x="2552" y="7068"/>
                      <a:pt x="2552" y="7068"/>
                    </a:cubicBezTo>
                    <a:cubicBezTo>
                      <a:pt x="2553" y="7069"/>
                      <a:pt x="2554" y="7069"/>
                      <a:pt x="2554" y="7068"/>
                    </a:cubicBezTo>
                    <a:cubicBezTo>
                      <a:pt x="2555" y="7068"/>
                      <a:pt x="2555" y="7064"/>
                      <a:pt x="2555" y="7062"/>
                    </a:cubicBezTo>
                    <a:cubicBezTo>
                      <a:pt x="2555" y="7058"/>
                      <a:pt x="2556" y="7055"/>
                      <a:pt x="2560" y="7053"/>
                    </a:cubicBezTo>
                    <a:cubicBezTo>
                      <a:pt x="2563" y="7053"/>
                      <a:pt x="2567" y="7054"/>
                      <a:pt x="2570" y="7054"/>
                    </a:cubicBezTo>
                    <a:cubicBezTo>
                      <a:pt x="2571" y="7054"/>
                      <a:pt x="2572" y="7054"/>
                      <a:pt x="2574" y="7053"/>
                    </a:cubicBezTo>
                    <a:cubicBezTo>
                      <a:pt x="2575" y="7053"/>
                      <a:pt x="2577" y="7052"/>
                      <a:pt x="2578" y="7052"/>
                    </a:cubicBezTo>
                    <a:cubicBezTo>
                      <a:pt x="2581" y="7052"/>
                      <a:pt x="2583" y="7054"/>
                      <a:pt x="2585" y="7055"/>
                    </a:cubicBezTo>
                    <a:cubicBezTo>
                      <a:pt x="2586" y="7055"/>
                      <a:pt x="2588" y="7056"/>
                      <a:pt x="2590" y="7056"/>
                    </a:cubicBezTo>
                    <a:cubicBezTo>
                      <a:pt x="2590" y="7057"/>
                      <a:pt x="2590" y="7057"/>
                      <a:pt x="2590" y="7057"/>
                    </a:cubicBezTo>
                    <a:cubicBezTo>
                      <a:pt x="2593" y="7058"/>
                      <a:pt x="2598" y="7062"/>
                      <a:pt x="2599" y="7065"/>
                    </a:cubicBezTo>
                    <a:cubicBezTo>
                      <a:pt x="2601" y="7069"/>
                      <a:pt x="2596" y="7070"/>
                      <a:pt x="2593" y="7070"/>
                    </a:cubicBezTo>
                    <a:cubicBezTo>
                      <a:pt x="2591" y="7070"/>
                      <a:pt x="2586" y="7070"/>
                      <a:pt x="2584" y="7071"/>
                    </a:cubicBezTo>
                    <a:cubicBezTo>
                      <a:pt x="2583" y="7072"/>
                      <a:pt x="2584" y="7074"/>
                      <a:pt x="2583" y="7075"/>
                    </a:cubicBezTo>
                    <a:cubicBezTo>
                      <a:pt x="2582" y="7076"/>
                      <a:pt x="2580" y="7076"/>
                      <a:pt x="2579" y="7077"/>
                    </a:cubicBezTo>
                    <a:cubicBezTo>
                      <a:pt x="2576" y="7077"/>
                      <a:pt x="2573" y="7077"/>
                      <a:pt x="2570" y="7077"/>
                    </a:cubicBezTo>
                    <a:cubicBezTo>
                      <a:pt x="2568" y="7077"/>
                      <a:pt x="2566" y="7077"/>
                      <a:pt x="2565" y="7076"/>
                    </a:cubicBezTo>
                    <a:cubicBezTo>
                      <a:pt x="2562" y="7075"/>
                      <a:pt x="2558" y="7076"/>
                      <a:pt x="2555" y="7076"/>
                    </a:cubicBezTo>
                    <a:cubicBezTo>
                      <a:pt x="2553" y="7076"/>
                      <a:pt x="2552" y="7076"/>
                      <a:pt x="2551" y="7076"/>
                    </a:cubicBezTo>
                    <a:cubicBezTo>
                      <a:pt x="2549" y="7076"/>
                      <a:pt x="2547" y="7077"/>
                      <a:pt x="2545" y="7077"/>
                    </a:cubicBezTo>
                    <a:cubicBezTo>
                      <a:pt x="2542" y="7077"/>
                      <a:pt x="2541" y="7072"/>
                      <a:pt x="2540" y="7069"/>
                    </a:cubicBezTo>
                    <a:cubicBezTo>
                      <a:pt x="2540" y="7069"/>
                      <a:pt x="2540" y="7069"/>
                      <a:pt x="2540" y="7069"/>
                    </a:cubicBezTo>
                    <a:cubicBezTo>
                      <a:pt x="2540" y="7066"/>
                      <a:pt x="2540" y="7059"/>
                      <a:pt x="2536" y="7062"/>
                    </a:cubicBezTo>
                    <a:cubicBezTo>
                      <a:pt x="2534" y="7063"/>
                      <a:pt x="2533" y="7065"/>
                      <a:pt x="2532" y="7067"/>
                    </a:cubicBezTo>
                    <a:cubicBezTo>
                      <a:pt x="2532" y="7067"/>
                      <a:pt x="2532" y="7068"/>
                      <a:pt x="2531" y="7068"/>
                    </a:cubicBezTo>
                    <a:cubicBezTo>
                      <a:pt x="2529" y="7071"/>
                      <a:pt x="2528" y="7074"/>
                      <a:pt x="2525" y="7077"/>
                    </a:cubicBezTo>
                    <a:cubicBezTo>
                      <a:pt x="2523" y="7079"/>
                      <a:pt x="2519" y="7078"/>
                      <a:pt x="2516" y="7079"/>
                    </a:cubicBezTo>
                    <a:cubicBezTo>
                      <a:pt x="2512" y="7079"/>
                      <a:pt x="2510" y="7081"/>
                      <a:pt x="2509" y="7084"/>
                    </a:cubicBezTo>
                    <a:cubicBezTo>
                      <a:pt x="2508" y="7087"/>
                      <a:pt x="2504" y="7089"/>
                      <a:pt x="2502" y="7091"/>
                    </a:cubicBezTo>
                    <a:cubicBezTo>
                      <a:pt x="2499" y="7094"/>
                      <a:pt x="2496" y="7096"/>
                      <a:pt x="2493" y="7097"/>
                    </a:cubicBezTo>
                    <a:cubicBezTo>
                      <a:pt x="2492" y="7098"/>
                      <a:pt x="2491" y="7098"/>
                      <a:pt x="2490" y="7099"/>
                    </a:cubicBezTo>
                    <a:cubicBezTo>
                      <a:pt x="2489" y="7099"/>
                      <a:pt x="2488" y="7101"/>
                      <a:pt x="2488" y="7101"/>
                    </a:cubicBezTo>
                    <a:cubicBezTo>
                      <a:pt x="2484" y="7104"/>
                      <a:pt x="2478" y="7107"/>
                      <a:pt x="2474" y="7109"/>
                    </a:cubicBezTo>
                    <a:cubicBezTo>
                      <a:pt x="2468" y="7111"/>
                      <a:pt x="2461" y="7112"/>
                      <a:pt x="2456" y="7109"/>
                    </a:cubicBezTo>
                    <a:cubicBezTo>
                      <a:pt x="2452" y="7108"/>
                      <a:pt x="2448" y="7106"/>
                      <a:pt x="2444" y="7105"/>
                    </a:cubicBezTo>
                    <a:cubicBezTo>
                      <a:pt x="2442" y="7104"/>
                      <a:pt x="2435" y="7103"/>
                      <a:pt x="2435" y="7105"/>
                    </a:cubicBezTo>
                    <a:cubicBezTo>
                      <a:pt x="2434" y="7106"/>
                      <a:pt x="2434" y="7106"/>
                      <a:pt x="2434" y="7106"/>
                    </a:cubicBezTo>
                    <a:cubicBezTo>
                      <a:pt x="2434" y="7107"/>
                      <a:pt x="2438" y="7109"/>
                      <a:pt x="2440" y="7110"/>
                    </a:cubicBezTo>
                    <a:cubicBezTo>
                      <a:pt x="2441" y="7111"/>
                      <a:pt x="2441" y="7111"/>
                      <a:pt x="2442" y="7111"/>
                    </a:cubicBezTo>
                    <a:cubicBezTo>
                      <a:pt x="2445" y="7114"/>
                      <a:pt x="2449" y="7116"/>
                      <a:pt x="2451" y="7119"/>
                    </a:cubicBezTo>
                    <a:cubicBezTo>
                      <a:pt x="2452" y="7122"/>
                      <a:pt x="2453" y="7125"/>
                      <a:pt x="2455" y="7127"/>
                    </a:cubicBezTo>
                    <a:cubicBezTo>
                      <a:pt x="2457" y="7129"/>
                      <a:pt x="2458" y="7132"/>
                      <a:pt x="2460" y="7135"/>
                    </a:cubicBezTo>
                    <a:cubicBezTo>
                      <a:pt x="2463" y="7141"/>
                      <a:pt x="2467" y="7147"/>
                      <a:pt x="2472" y="7152"/>
                    </a:cubicBezTo>
                    <a:cubicBezTo>
                      <a:pt x="2474" y="7154"/>
                      <a:pt x="2476" y="7154"/>
                      <a:pt x="2478" y="7156"/>
                    </a:cubicBezTo>
                    <a:cubicBezTo>
                      <a:pt x="2479" y="7157"/>
                      <a:pt x="2480" y="7158"/>
                      <a:pt x="2481" y="7160"/>
                    </a:cubicBezTo>
                    <a:cubicBezTo>
                      <a:pt x="2482" y="7161"/>
                      <a:pt x="2483" y="7163"/>
                      <a:pt x="2485" y="7164"/>
                    </a:cubicBezTo>
                    <a:cubicBezTo>
                      <a:pt x="2488" y="7166"/>
                      <a:pt x="2492" y="7167"/>
                      <a:pt x="2495" y="7170"/>
                    </a:cubicBezTo>
                    <a:cubicBezTo>
                      <a:pt x="2497" y="7172"/>
                      <a:pt x="2498" y="7174"/>
                      <a:pt x="2501" y="7173"/>
                    </a:cubicBezTo>
                    <a:cubicBezTo>
                      <a:pt x="2503" y="7173"/>
                      <a:pt x="2507" y="7173"/>
                      <a:pt x="2508" y="7170"/>
                    </a:cubicBezTo>
                    <a:cubicBezTo>
                      <a:pt x="2509" y="7167"/>
                      <a:pt x="2506" y="7166"/>
                      <a:pt x="2504" y="7165"/>
                    </a:cubicBezTo>
                    <a:cubicBezTo>
                      <a:pt x="2503" y="7165"/>
                      <a:pt x="2502" y="7164"/>
                      <a:pt x="2502" y="7163"/>
                    </a:cubicBezTo>
                    <a:cubicBezTo>
                      <a:pt x="2502" y="7162"/>
                      <a:pt x="2504" y="7159"/>
                      <a:pt x="2505" y="7159"/>
                    </a:cubicBezTo>
                    <a:cubicBezTo>
                      <a:pt x="2506" y="7159"/>
                      <a:pt x="2505" y="7160"/>
                      <a:pt x="2506" y="7160"/>
                    </a:cubicBezTo>
                    <a:cubicBezTo>
                      <a:pt x="2506" y="7160"/>
                      <a:pt x="2507" y="7160"/>
                      <a:pt x="2507" y="7160"/>
                    </a:cubicBezTo>
                    <a:cubicBezTo>
                      <a:pt x="2508" y="7160"/>
                      <a:pt x="2509" y="7160"/>
                      <a:pt x="2510" y="7159"/>
                    </a:cubicBezTo>
                    <a:cubicBezTo>
                      <a:pt x="2512" y="7159"/>
                      <a:pt x="2513" y="7159"/>
                      <a:pt x="2515" y="7160"/>
                    </a:cubicBezTo>
                    <a:cubicBezTo>
                      <a:pt x="2517" y="7161"/>
                      <a:pt x="2519" y="7161"/>
                      <a:pt x="2521" y="7162"/>
                    </a:cubicBezTo>
                    <a:cubicBezTo>
                      <a:pt x="2523" y="7162"/>
                      <a:pt x="2525" y="7162"/>
                      <a:pt x="2526" y="7162"/>
                    </a:cubicBezTo>
                    <a:cubicBezTo>
                      <a:pt x="2530" y="7164"/>
                      <a:pt x="2533" y="7165"/>
                      <a:pt x="2537" y="7166"/>
                    </a:cubicBezTo>
                    <a:cubicBezTo>
                      <a:pt x="2539" y="7166"/>
                      <a:pt x="2540" y="7167"/>
                      <a:pt x="2542" y="7167"/>
                    </a:cubicBezTo>
                    <a:cubicBezTo>
                      <a:pt x="2544" y="7168"/>
                      <a:pt x="2545" y="7169"/>
                      <a:pt x="2547" y="7171"/>
                    </a:cubicBezTo>
                    <a:cubicBezTo>
                      <a:pt x="2551" y="7173"/>
                      <a:pt x="2555" y="7177"/>
                      <a:pt x="2559" y="7179"/>
                    </a:cubicBezTo>
                    <a:cubicBezTo>
                      <a:pt x="2559" y="7179"/>
                      <a:pt x="2560" y="7179"/>
                      <a:pt x="2560" y="7180"/>
                    </a:cubicBezTo>
                    <a:cubicBezTo>
                      <a:pt x="2562" y="7181"/>
                      <a:pt x="2564" y="7182"/>
                      <a:pt x="2565" y="7183"/>
                    </a:cubicBezTo>
                    <a:cubicBezTo>
                      <a:pt x="2565" y="7183"/>
                      <a:pt x="2566" y="7183"/>
                      <a:pt x="2566" y="7184"/>
                    </a:cubicBezTo>
                    <a:cubicBezTo>
                      <a:pt x="2567" y="7186"/>
                      <a:pt x="2568" y="7188"/>
                      <a:pt x="2571" y="7189"/>
                    </a:cubicBezTo>
                    <a:cubicBezTo>
                      <a:pt x="2573" y="7190"/>
                      <a:pt x="2575" y="7190"/>
                      <a:pt x="2577" y="7192"/>
                    </a:cubicBezTo>
                    <a:cubicBezTo>
                      <a:pt x="2578" y="7192"/>
                      <a:pt x="2580" y="7195"/>
                      <a:pt x="2582" y="7194"/>
                    </a:cubicBezTo>
                    <a:cubicBezTo>
                      <a:pt x="2581" y="7190"/>
                      <a:pt x="2578" y="7188"/>
                      <a:pt x="2575" y="7184"/>
                    </a:cubicBezTo>
                    <a:cubicBezTo>
                      <a:pt x="2573" y="7182"/>
                      <a:pt x="2570" y="7177"/>
                      <a:pt x="2572" y="7175"/>
                    </a:cubicBezTo>
                    <a:cubicBezTo>
                      <a:pt x="2574" y="7172"/>
                      <a:pt x="2579" y="7175"/>
                      <a:pt x="2581" y="7176"/>
                    </a:cubicBezTo>
                    <a:cubicBezTo>
                      <a:pt x="2583" y="7177"/>
                      <a:pt x="2585" y="7177"/>
                      <a:pt x="2586" y="7178"/>
                    </a:cubicBezTo>
                    <a:cubicBezTo>
                      <a:pt x="2586" y="7178"/>
                      <a:pt x="2586" y="7179"/>
                      <a:pt x="2586" y="7179"/>
                    </a:cubicBezTo>
                    <a:cubicBezTo>
                      <a:pt x="2588" y="7180"/>
                      <a:pt x="2589" y="7181"/>
                      <a:pt x="2591" y="7182"/>
                    </a:cubicBezTo>
                    <a:cubicBezTo>
                      <a:pt x="2594" y="7184"/>
                      <a:pt x="2596" y="7186"/>
                      <a:pt x="2597" y="7190"/>
                    </a:cubicBezTo>
                    <a:cubicBezTo>
                      <a:pt x="2595" y="7190"/>
                      <a:pt x="2592" y="7190"/>
                      <a:pt x="2590" y="7191"/>
                    </a:cubicBezTo>
                    <a:cubicBezTo>
                      <a:pt x="2590" y="7191"/>
                      <a:pt x="2590" y="7191"/>
                      <a:pt x="2590" y="7191"/>
                    </a:cubicBezTo>
                    <a:cubicBezTo>
                      <a:pt x="2588" y="7193"/>
                      <a:pt x="2591" y="7194"/>
                      <a:pt x="2592" y="7195"/>
                    </a:cubicBezTo>
                    <a:cubicBezTo>
                      <a:pt x="2596" y="7197"/>
                      <a:pt x="2599" y="7199"/>
                      <a:pt x="2603" y="7200"/>
                    </a:cubicBezTo>
                    <a:cubicBezTo>
                      <a:pt x="2612" y="7204"/>
                      <a:pt x="2619" y="7209"/>
                      <a:pt x="2628" y="7210"/>
                    </a:cubicBezTo>
                    <a:cubicBezTo>
                      <a:pt x="2629" y="7211"/>
                      <a:pt x="2630" y="7211"/>
                      <a:pt x="2631" y="7211"/>
                    </a:cubicBezTo>
                    <a:cubicBezTo>
                      <a:pt x="2635" y="7212"/>
                      <a:pt x="2639" y="7214"/>
                      <a:pt x="2640" y="7218"/>
                    </a:cubicBezTo>
                    <a:cubicBezTo>
                      <a:pt x="2641" y="7224"/>
                      <a:pt x="2637" y="7224"/>
                      <a:pt x="2633" y="7223"/>
                    </a:cubicBezTo>
                    <a:cubicBezTo>
                      <a:pt x="2631" y="7223"/>
                      <a:pt x="2629" y="7222"/>
                      <a:pt x="2627" y="7223"/>
                    </a:cubicBezTo>
                    <a:cubicBezTo>
                      <a:pt x="2625" y="7224"/>
                      <a:pt x="2626" y="7226"/>
                      <a:pt x="2625" y="7228"/>
                    </a:cubicBezTo>
                    <a:cubicBezTo>
                      <a:pt x="2624" y="7230"/>
                      <a:pt x="2617" y="7230"/>
                      <a:pt x="2614" y="7230"/>
                    </a:cubicBezTo>
                    <a:cubicBezTo>
                      <a:pt x="2613" y="7230"/>
                      <a:pt x="2611" y="7229"/>
                      <a:pt x="2610" y="7229"/>
                    </a:cubicBezTo>
                    <a:cubicBezTo>
                      <a:pt x="2608" y="7228"/>
                      <a:pt x="2607" y="7226"/>
                      <a:pt x="2606" y="7225"/>
                    </a:cubicBezTo>
                    <a:cubicBezTo>
                      <a:pt x="2604" y="7224"/>
                      <a:pt x="2602" y="7224"/>
                      <a:pt x="2600" y="7223"/>
                    </a:cubicBezTo>
                    <a:cubicBezTo>
                      <a:pt x="2595" y="7221"/>
                      <a:pt x="2591" y="7218"/>
                      <a:pt x="2587" y="7215"/>
                    </a:cubicBezTo>
                    <a:cubicBezTo>
                      <a:pt x="2583" y="7213"/>
                      <a:pt x="2578" y="7209"/>
                      <a:pt x="2574" y="7211"/>
                    </a:cubicBezTo>
                    <a:cubicBezTo>
                      <a:pt x="2571" y="7212"/>
                      <a:pt x="2570" y="7214"/>
                      <a:pt x="2568" y="7215"/>
                    </a:cubicBezTo>
                    <a:cubicBezTo>
                      <a:pt x="2566" y="7216"/>
                      <a:pt x="2564" y="7216"/>
                      <a:pt x="2561" y="7217"/>
                    </a:cubicBezTo>
                    <a:cubicBezTo>
                      <a:pt x="2556" y="7219"/>
                      <a:pt x="2558" y="7226"/>
                      <a:pt x="2559" y="7230"/>
                    </a:cubicBezTo>
                    <a:cubicBezTo>
                      <a:pt x="2560" y="7232"/>
                      <a:pt x="2560" y="7235"/>
                      <a:pt x="2560" y="7237"/>
                    </a:cubicBezTo>
                    <a:cubicBezTo>
                      <a:pt x="2559" y="7239"/>
                      <a:pt x="2558" y="7240"/>
                      <a:pt x="2558" y="7242"/>
                    </a:cubicBezTo>
                    <a:cubicBezTo>
                      <a:pt x="2557" y="7244"/>
                      <a:pt x="2558" y="7246"/>
                      <a:pt x="2558" y="7248"/>
                    </a:cubicBezTo>
                    <a:cubicBezTo>
                      <a:pt x="2558" y="7251"/>
                      <a:pt x="2557" y="7254"/>
                      <a:pt x="2557" y="7256"/>
                    </a:cubicBezTo>
                    <a:cubicBezTo>
                      <a:pt x="2556" y="7259"/>
                      <a:pt x="2555" y="7262"/>
                      <a:pt x="2556" y="7265"/>
                    </a:cubicBezTo>
                    <a:cubicBezTo>
                      <a:pt x="2556" y="7267"/>
                      <a:pt x="2558" y="7268"/>
                      <a:pt x="2558" y="7270"/>
                    </a:cubicBezTo>
                    <a:cubicBezTo>
                      <a:pt x="2558" y="7270"/>
                      <a:pt x="2558" y="7270"/>
                      <a:pt x="2558" y="7270"/>
                    </a:cubicBezTo>
                    <a:cubicBezTo>
                      <a:pt x="2559" y="7271"/>
                      <a:pt x="2559" y="7271"/>
                      <a:pt x="2559" y="7271"/>
                    </a:cubicBezTo>
                    <a:cubicBezTo>
                      <a:pt x="2559" y="7271"/>
                      <a:pt x="2559" y="7272"/>
                      <a:pt x="2559" y="7272"/>
                    </a:cubicBezTo>
                    <a:cubicBezTo>
                      <a:pt x="2559" y="7275"/>
                      <a:pt x="2556" y="7278"/>
                      <a:pt x="2555" y="7281"/>
                    </a:cubicBezTo>
                    <a:cubicBezTo>
                      <a:pt x="2555" y="7281"/>
                      <a:pt x="2555" y="7282"/>
                      <a:pt x="2555" y="7282"/>
                    </a:cubicBezTo>
                    <a:cubicBezTo>
                      <a:pt x="2555" y="7282"/>
                      <a:pt x="2555" y="7282"/>
                      <a:pt x="2555" y="7282"/>
                    </a:cubicBezTo>
                    <a:cubicBezTo>
                      <a:pt x="2555" y="7282"/>
                      <a:pt x="2555" y="7282"/>
                      <a:pt x="2555" y="7283"/>
                    </a:cubicBezTo>
                    <a:cubicBezTo>
                      <a:pt x="2555" y="7285"/>
                      <a:pt x="2555" y="7287"/>
                      <a:pt x="2555" y="7290"/>
                    </a:cubicBezTo>
                    <a:cubicBezTo>
                      <a:pt x="2555" y="7291"/>
                      <a:pt x="2554" y="7292"/>
                      <a:pt x="2554" y="7293"/>
                    </a:cubicBezTo>
                    <a:cubicBezTo>
                      <a:pt x="2554" y="7294"/>
                      <a:pt x="2554" y="7295"/>
                      <a:pt x="2555" y="7296"/>
                    </a:cubicBezTo>
                    <a:cubicBezTo>
                      <a:pt x="2556" y="7300"/>
                      <a:pt x="2562" y="7300"/>
                      <a:pt x="2566" y="7301"/>
                    </a:cubicBezTo>
                    <a:cubicBezTo>
                      <a:pt x="2566" y="7298"/>
                      <a:pt x="2568" y="7299"/>
                      <a:pt x="2570" y="7299"/>
                    </a:cubicBezTo>
                    <a:cubicBezTo>
                      <a:pt x="2571" y="7300"/>
                      <a:pt x="2576" y="7300"/>
                      <a:pt x="2576" y="7298"/>
                    </a:cubicBezTo>
                    <a:cubicBezTo>
                      <a:pt x="2576" y="7296"/>
                      <a:pt x="2574" y="7297"/>
                      <a:pt x="2572" y="7296"/>
                    </a:cubicBezTo>
                    <a:cubicBezTo>
                      <a:pt x="2571" y="7295"/>
                      <a:pt x="2571" y="7292"/>
                      <a:pt x="2569" y="7292"/>
                    </a:cubicBezTo>
                    <a:cubicBezTo>
                      <a:pt x="2569" y="7291"/>
                      <a:pt x="2568" y="7291"/>
                      <a:pt x="2567" y="7291"/>
                    </a:cubicBezTo>
                    <a:cubicBezTo>
                      <a:pt x="2566" y="7291"/>
                      <a:pt x="2564" y="7291"/>
                      <a:pt x="2564" y="7289"/>
                    </a:cubicBezTo>
                    <a:cubicBezTo>
                      <a:pt x="2564" y="7289"/>
                      <a:pt x="2564" y="7289"/>
                      <a:pt x="2564" y="7289"/>
                    </a:cubicBezTo>
                    <a:cubicBezTo>
                      <a:pt x="2564" y="7287"/>
                      <a:pt x="2566" y="7286"/>
                      <a:pt x="2567" y="7285"/>
                    </a:cubicBezTo>
                    <a:cubicBezTo>
                      <a:pt x="2569" y="7283"/>
                      <a:pt x="2569" y="7281"/>
                      <a:pt x="2568" y="7280"/>
                    </a:cubicBezTo>
                    <a:cubicBezTo>
                      <a:pt x="2567" y="7278"/>
                      <a:pt x="2567" y="7276"/>
                      <a:pt x="2569" y="7275"/>
                    </a:cubicBezTo>
                    <a:cubicBezTo>
                      <a:pt x="2569" y="7275"/>
                      <a:pt x="2569" y="7275"/>
                      <a:pt x="2569" y="7275"/>
                    </a:cubicBezTo>
                    <a:cubicBezTo>
                      <a:pt x="2571" y="7275"/>
                      <a:pt x="2573" y="7276"/>
                      <a:pt x="2574" y="7276"/>
                    </a:cubicBezTo>
                    <a:cubicBezTo>
                      <a:pt x="2576" y="7276"/>
                      <a:pt x="2578" y="7276"/>
                      <a:pt x="2580" y="7277"/>
                    </a:cubicBezTo>
                    <a:cubicBezTo>
                      <a:pt x="2580" y="7280"/>
                      <a:pt x="2579" y="7278"/>
                      <a:pt x="2578" y="7280"/>
                    </a:cubicBezTo>
                    <a:cubicBezTo>
                      <a:pt x="2577" y="7282"/>
                      <a:pt x="2580" y="7284"/>
                      <a:pt x="2581" y="7285"/>
                    </a:cubicBezTo>
                    <a:cubicBezTo>
                      <a:pt x="2581" y="7285"/>
                      <a:pt x="2581" y="7286"/>
                      <a:pt x="2582" y="7286"/>
                    </a:cubicBezTo>
                    <a:cubicBezTo>
                      <a:pt x="2582" y="7286"/>
                      <a:pt x="2583" y="7287"/>
                      <a:pt x="2584" y="7288"/>
                    </a:cubicBezTo>
                    <a:cubicBezTo>
                      <a:pt x="2585" y="7289"/>
                      <a:pt x="2585" y="7289"/>
                      <a:pt x="2586" y="7290"/>
                    </a:cubicBezTo>
                    <a:cubicBezTo>
                      <a:pt x="2587" y="7291"/>
                      <a:pt x="2589" y="7292"/>
                      <a:pt x="2590" y="7293"/>
                    </a:cubicBezTo>
                    <a:cubicBezTo>
                      <a:pt x="2593" y="7294"/>
                      <a:pt x="2595" y="7297"/>
                      <a:pt x="2596" y="7300"/>
                    </a:cubicBezTo>
                    <a:cubicBezTo>
                      <a:pt x="2596" y="7303"/>
                      <a:pt x="2596" y="7306"/>
                      <a:pt x="2595" y="7308"/>
                    </a:cubicBezTo>
                    <a:cubicBezTo>
                      <a:pt x="2593" y="7310"/>
                      <a:pt x="2591" y="7311"/>
                      <a:pt x="2590" y="7313"/>
                    </a:cubicBezTo>
                    <a:cubicBezTo>
                      <a:pt x="2590" y="7314"/>
                      <a:pt x="2590" y="7315"/>
                      <a:pt x="2589" y="7316"/>
                    </a:cubicBezTo>
                    <a:cubicBezTo>
                      <a:pt x="2588" y="7317"/>
                      <a:pt x="2587" y="7317"/>
                      <a:pt x="2586" y="7317"/>
                    </a:cubicBezTo>
                    <a:cubicBezTo>
                      <a:pt x="2584" y="7319"/>
                      <a:pt x="2583" y="7320"/>
                      <a:pt x="2580" y="7318"/>
                    </a:cubicBezTo>
                    <a:cubicBezTo>
                      <a:pt x="2579" y="7317"/>
                      <a:pt x="2578" y="7316"/>
                      <a:pt x="2578" y="7315"/>
                    </a:cubicBezTo>
                    <a:cubicBezTo>
                      <a:pt x="2579" y="7313"/>
                      <a:pt x="2580" y="7313"/>
                      <a:pt x="2580" y="7311"/>
                    </a:cubicBezTo>
                    <a:cubicBezTo>
                      <a:pt x="2580" y="7311"/>
                      <a:pt x="2580" y="7310"/>
                      <a:pt x="2580" y="7309"/>
                    </a:cubicBezTo>
                    <a:cubicBezTo>
                      <a:pt x="2579" y="7308"/>
                      <a:pt x="2576" y="7307"/>
                      <a:pt x="2575" y="7308"/>
                    </a:cubicBezTo>
                    <a:cubicBezTo>
                      <a:pt x="2572" y="7309"/>
                      <a:pt x="2574" y="7309"/>
                      <a:pt x="2573" y="7311"/>
                    </a:cubicBezTo>
                    <a:cubicBezTo>
                      <a:pt x="2572" y="7312"/>
                      <a:pt x="2572" y="7312"/>
                      <a:pt x="2572" y="7312"/>
                    </a:cubicBezTo>
                    <a:cubicBezTo>
                      <a:pt x="2572" y="7313"/>
                      <a:pt x="2570" y="7313"/>
                      <a:pt x="2570" y="7314"/>
                    </a:cubicBezTo>
                    <a:cubicBezTo>
                      <a:pt x="2570" y="7315"/>
                      <a:pt x="2570" y="7316"/>
                      <a:pt x="2570" y="7316"/>
                    </a:cubicBezTo>
                    <a:cubicBezTo>
                      <a:pt x="2570" y="7317"/>
                      <a:pt x="2570" y="7317"/>
                      <a:pt x="2570" y="7318"/>
                    </a:cubicBezTo>
                    <a:cubicBezTo>
                      <a:pt x="2570" y="7318"/>
                      <a:pt x="2570" y="7319"/>
                      <a:pt x="2570" y="7319"/>
                    </a:cubicBezTo>
                    <a:cubicBezTo>
                      <a:pt x="2568" y="7320"/>
                      <a:pt x="2563" y="7315"/>
                      <a:pt x="2562" y="7314"/>
                    </a:cubicBezTo>
                    <a:cubicBezTo>
                      <a:pt x="2561" y="7313"/>
                      <a:pt x="2561" y="7312"/>
                      <a:pt x="2561" y="7310"/>
                    </a:cubicBezTo>
                    <a:cubicBezTo>
                      <a:pt x="2561" y="7309"/>
                      <a:pt x="2560" y="7307"/>
                      <a:pt x="2558" y="7306"/>
                    </a:cubicBezTo>
                    <a:cubicBezTo>
                      <a:pt x="2557" y="7306"/>
                      <a:pt x="2556" y="7306"/>
                      <a:pt x="2554" y="7306"/>
                    </a:cubicBezTo>
                    <a:cubicBezTo>
                      <a:pt x="2554" y="7306"/>
                      <a:pt x="2553" y="7306"/>
                      <a:pt x="2552" y="7305"/>
                    </a:cubicBezTo>
                    <a:cubicBezTo>
                      <a:pt x="2552" y="7305"/>
                      <a:pt x="2551" y="7305"/>
                      <a:pt x="2551" y="7305"/>
                    </a:cubicBezTo>
                    <a:cubicBezTo>
                      <a:pt x="2549" y="7304"/>
                      <a:pt x="2548" y="7303"/>
                      <a:pt x="2547" y="7301"/>
                    </a:cubicBezTo>
                    <a:cubicBezTo>
                      <a:pt x="2546" y="7300"/>
                      <a:pt x="2546" y="7300"/>
                      <a:pt x="2545" y="7299"/>
                    </a:cubicBezTo>
                    <a:cubicBezTo>
                      <a:pt x="2545" y="7299"/>
                      <a:pt x="2542" y="7298"/>
                      <a:pt x="2542" y="7299"/>
                    </a:cubicBezTo>
                    <a:cubicBezTo>
                      <a:pt x="2542" y="7298"/>
                      <a:pt x="2542" y="7298"/>
                      <a:pt x="2542" y="7298"/>
                    </a:cubicBezTo>
                    <a:cubicBezTo>
                      <a:pt x="2543" y="7294"/>
                      <a:pt x="2545" y="7293"/>
                      <a:pt x="2547" y="7291"/>
                    </a:cubicBezTo>
                    <a:cubicBezTo>
                      <a:pt x="2547" y="7291"/>
                      <a:pt x="2548" y="7291"/>
                      <a:pt x="2548" y="7290"/>
                    </a:cubicBezTo>
                    <a:cubicBezTo>
                      <a:pt x="2550" y="7289"/>
                      <a:pt x="2551" y="7287"/>
                      <a:pt x="2552" y="7285"/>
                    </a:cubicBezTo>
                    <a:cubicBezTo>
                      <a:pt x="2553" y="7283"/>
                      <a:pt x="2552" y="7281"/>
                      <a:pt x="2551" y="7279"/>
                    </a:cubicBezTo>
                    <a:cubicBezTo>
                      <a:pt x="2551" y="7277"/>
                      <a:pt x="2551" y="7275"/>
                      <a:pt x="2552" y="7273"/>
                    </a:cubicBezTo>
                    <a:cubicBezTo>
                      <a:pt x="2553" y="7271"/>
                      <a:pt x="2554" y="7269"/>
                      <a:pt x="2552" y="7268"/>
                    </a:cubicBezTo>
                    <a:cubicBezTo>
                      <a:pt x="2551" y="7268"/>
                      <a:pt x="2550" y="7268"/>
                      <a:pt x="2549" y="7268"/>
                    </a:cubicBezTo>
                    <a:cubicBezTo>
                      <a:pt x="2548" y="7268"/>
                      <a:pt x="2547" y="7268"/>
                      <a:pt x="2546" y="7268"/>
                    </a:cubicBezTo>
                    <a:cubicBezTo>
                      <a:pt x="2545" y="7267"/>
                      <a:pt x="2545" y="7265"/>
                      <a:pt x="2545" y="7263"/>
                    </a:cubicBezTo>
                    <a:cubicBezTo>
                      <a:pt x="2544" y="7263"/>
                      <a:pt x="2544" y="7263"/>
                      <a:pt x="2544" y="7262"/>
                    </a:cubicBezTo>
                    <a:cubicBezTo>
                      <a:pt x="2544" y="7262"/>
                      <a:pt x="2544" y="7262"/>
                      <a:pt x="2544" y="7262"/>
                    </a:cubicBezTo>
                    <a:cubicBezTo>
                      <a:pt x="2544" y="7262"/>
                      <a:pt x="2544" y="7262"/>
                      <a:pt x="2543" y="7261"/>
                    </a:cubicBezTo>
                    <a:cubicBezTo>
                      <a:pt x="2543" y="7261"/>
                      <a:pt x="2543" y="7261"/>
                      <a:pt x="2543" y="7261"/>
                    </a:cubicBezTo>
                    <a:cubicBezTo>
                      <a:pt x="2543" y="7261"/>
                      <a:pt x="2542" y="7260"/>
                      <a:pt x="2542" y="7259"/>
                    </a:cubicBezTo>
                    <a:cubicBezTo>
                      <a:pt x="2542" y="7257"/>
                      <a:pt x="2544" y="7256"/>
                      <a:pt x="2545" y="7256"/>
                    </a:cubicBezTo>
                    <a:cubicBezTo>
                      <a:pt x="2546" y="7255"/>
                      <a:pt x="2546" y="7255"/>
                      <a:pt x="2547" y="7254"/>
                    </a:cubicBezTo>
                    <a:cubicBezTo>
                      <a:pt x="2547" y="7254"/>
                      <a:pt x="2547" y="7253"/>
                      <a:pt x="2547" y="7252"/>
                    </a:cubicBezTo>
                    <a:cubicBezTo>
                      <a:pt x="2547" y="7252"/>
                      <a:pt x="2547" y="7252"/>
                      <a:pt x="2547" y="7252"/>
                    </a:cubicBezTo>
                    <a:cubicBezTo>
                      <a:pt x="2547" y="7250"/>
                      <a:pt x="2546" y="7248"/>
                      <a:pt x="2546" y="7246"/>
                    </a:cubicBezTo>
                    <a:cubicBezTo>
                      <a:pt x="2546" y="7244"/>
                      <a:pt x="2546" y="7243"/>
                      <a:pt x="2545" y="7242"/>
                    </a:cubicBezTo>
                    <a:cubicBezTo>
                      <a:pt x="2543" y="7241"/>
                      <a:pt x="2540" y="7242"/>
                      <a:pt x="2538" y="7243"/>
                    </a:cubicBezTo>
                    <a:cubicBezTo>
                      <a:pt x="2538" y="7243"/>
                      <a:pt x="2538" y="7243"/>
                      <a:pt x="2538" y="7243"/>
                    </a:cubicBezTo>
                    <a:cubicBezTo>
                      <a:pt x="2535" y="7245"/>
                      <a:pt x="2533" y="7248"/>
                      <a:pt x="2530" y="7249"/>
                    </a:cubicBezTo>
                    <a:cubicBezTo>
                      <a:pt x="2525" y="7251"/>
                      <a:pt x="2522" y="7252"/>
                      <a:pt x="2522" y="7257"/>
                    </a:cubicBezTo>
                    <a:cubicBezTo>
                      <a:pt x="2523" y="7262"/>
                      <a:pt x="2524" y="7265"/>
                      <a:pt x="2519" y="7267"/>
                    </a:cubicBezTo>
                    <a:cubicBezTo>
                      <a:pt x="2518" y="7272"/>
                      <a:pt x="2520" y="7274"/>
                      <a:pt x="2522" y="7279"/>
                    </a:cubicBezTo>
                    <a:cubicBezTo>
                      <a:pt x="2523" y="7281"/>
                      <a:pt x="2524" y="7287"/>
                      <a:pt x="2521" y="7290"/>
                    </a:cubicBezTo>
                    <a:cubicBezTo>
                      <a:pt x="2520" y="7290"/>
                      <a:pt x="2520" y="7290"/>
                      <a:pt x="2519" y="7292"/>
                    </a:cubicBezTo>
                    <a:cubicBezTo>
                      <a:pt x="2518" y="7293"/>
                      <a:pt x="2518" y="7294"/>
                      <a:pt x="2518" y="7295"/>
                    </a:cubicBezTo>
                    <a:cubicBezTo>
                      <a:pt x="2518" y="7297"/>
                      <a:pt x="2519" y="7299"/>
                      <a:pt x="2520" y="7302"/>
                    </a:cubicBezTo>
                    <a:cubicBezTo>
                      <a:pt x="2521" y="7306"/>
                      <a:pt x="2522" y="7309"/>
                      <a:pt x="2522" y="7313"/>
                    </a:cubicBezTo>
                    <a:cubicBezTo>
                      <a:pt x="2522" y="7316"/>
                      <a:pt x="2522" y="7318"/>
                      <a:pt x="2522" y="7320"/>
                    </a:cubicBezTo>
                    <a:cubicBezTo>
                      <a:pt x="2522" y="7323"/>
                      <a:pt x="2521" y="7325"/>
                      <a:pt x="2520" y="7328"/>
                    </a:cubicBezTo>
                    <a:cubicBezTo>
                      <a:pt x="2520" y="7329"/>
                      <a:pt x="2520" y="7332"/>
                      <a:pt x="2518" y="7333"/>
                    </a:cubicBezTo>
                    <a:cubicBezTo>
                      <a:pt x="2516" y="7334"/>
                      <a:pt x="2515" y="7333"/>
                      <a:pt x="2514" y="7336"/>
                    </a:cubicBezTo>
                    <a:cubicBezTo>
                      <a:pt x="2514" y="7338"/>
                      <a:pt x="2515" y="7340"/>
                      <a:pt x="2514" y="7341"/>
                    </a:cubicBezTo>
                    <a:cubicBezTo>
                      <a:pt x="2513" y="7343"/>
                      <a:pt x="2510" y="7344"/>
                      <a:pt x="2508" y="7344"/>
                    </a:cubicBezTo>
                    <a:cubicBezTo>
                      <a:pt x="2505" y="7345"/>
                      <a:pt x="2503" y="7345"/>
                      <a:pt x="2501" y="7347"/>
                    </a:cubicBezTo>
                    <a:cubicBezTo>
                      <a:pt x="2499" y="7348"/>
                      <a:pt x="2498" y="7348"/>
                      <a:pt x="2496" y="7350"/>
                    </a:cubicBezTo>
                    <a:cubicBezTo>
                      <a:pt x="2495" y="7351"/>
                      <a:pt x="2494" y="7352"/>
                      <a:pt x="2492" y="7353"/>
                    </a:cubicBezTo>
                    <a:cubicBezTo>
                      <a:pt x="2490" y="7354"/>
                      <a:pt x="2488" y="7355"/>
                      <a:pt x="2486" y="7357"/>
                    </a:cubicBezTo>
                    <a:cubicBezTo>
                      <a:pt x="2485" y="7359"/>
                      <a:pt x="2484" y="7363"/>
                      <a:pt x="2484" y="7365"/>
                    </a:cubicBezTo>
                    <a:cubicBezTo>
                      <a:pt x="2484" y="7368"/>
                      <a:pt x="2484" y="7370"/>
                      <a:pt x="2484" y="7373"/>
                    </a:cubicBezTo>
                    <a:cubicBezTo>
                      <a:pt x="2485" y="7374"/>
                      <a:pt x="2485" y="7376"/>
                      <a:pt x="2486" y="7378"/>
                    </a:cubicBezTo>
                    <a:cubicBezTo>
                      <a:pt x="2486" y="7378"/>
                      <a:pt x="2486" y="7378"/>
                      <a:pt x="2486" y="7378"/>
                    </a:cubicBezTo>
                    <a:cubicBezTo>
                      <a:pt x="2488" y="7384"/>
                      <a:pt x="2489" y="7390"/>
                      <a:pt x="2489" y="7396"/>
                    </a:cubicBezTo>
                    <a:cubicBezTo>
                      <a:pt x="2489" y="7400"/>
                      <a:pt x="2491" y="7402"/>
                      <a:pt x="2492" y="7406"/>
                    </a:cubicBezTo>
                    <a:cubicBezTo>
                      <a:pt x="2493" y="7410"/>
                      <a:pt x="2492" y="7414"/>
                      <a:pt x="2492" y="7417"/>
                    </a:cubicBezTo>
                    <a:cubicBezTo>
                      <a:pt x="2493" y="7422"/>
                      <a:pt x="2493" y="7427"/>
                      <a:pt x="2491" y="7431"/>
                    </a:cubicBezTo>
                    <a:cubicBezTo>
                      <a:pt x="2490" y="7434"/>
                      <a:pt x="2487" y="7436"/>
                      <a:pt x="2485" y="7439"/>
                    </a:cubicBezTo>
                    <a:cubicBezTo>
                      <a:pt x="2483" y="7442"/>
                      <a:pt x="2481" y="7445"/>
                      <a:pt x="2479" y="7447"/>
                    </a:cubicBezTo>
                    <a:cubicBezTo>
                      <a:pt x="2475" y="7450"/>
                      <a:pt x="2471" y="7450"/>
                      <a:pt x="2467" y="7451"/>
                    </a:cubicBezTo>
                    <a:cubicBezTo>
                      <a:pt x="2463" y="7452"/>
                      <a:pt x="2460" y="7454"/>
                      <a:pt x="2457" y="7456"/>
                    </a:cubicBezTo>
                    <a:cubicBezTo>
                      <a:pt x="2453" y="7459"/>
                      <a:pt x="2449" y="7460"/>
                      <a:pt x="2445" y="7461"/>
                    </a:cubicBezTo>
                    <a:cubicBezTo>
                      <a:pt x="2439" y="7463"/>
                      <a:pt x="2432" y="7462"/>
                      <a:pt x="2425" y="7462"/>
                    </a:cubicBezTo>
                    <a:cubicBezTo>
                      <a:pt x="2424" y="7463"/>
                      <a:pt x="2423" y="7463"/>
                      <a:pt x="2422" y="7464"/>
                    </a:cubicBezTo>
                    <a:cubicBezTo>
                      <a:pt x="2420" y="7464"/>
                      <a:pt x="2419" y="7466"/>
                      <a:pt x="2420" y="7467"/>
                    </a:cubicBezTo>
                    <a:cubicBezTo>
                      <a:pt x="2421" y="7469"/>
                      <a:pt x="2424" y="7470"/>
                      <a:pt x="2426" y="7470"/>
                    </a:cubicBezTo>
                    <a:cubicBezTo>
                      <a:pt x="2429" y="7470"/>
                      <a:pt x="2433" y="7471"/>
                      <a:pt x="2436" y="7471"/>
                    </a:cubicBezTo>
                    <a:cubicBezTo>
                      <a:pt x="2437" y="7471"/>
                      <a:pt x="2437" y="7470"/>
                      <a:pt x="2438" y="7470"/>
                    </a:cubicBezTo>
                    <a:cubicBezTo>
                      <a:pt x="2441" y="7470"/>
                      <a:pt x="2443" y="7469"/>
                      <a:pt x="2446" y="7470"/>
                    </a:cubicBezTo>
                    <a:cubicBezTo>
                      <a:pt x="2446" y="7471"/>
                      <a:pt x="2447" y="7473"/>
                      <a:pt x="2447" y="7474"/>
                    </a:cubicBezTo>
                    <a:cubicBezTo>
                      <a:pt x="2448" y="7476"/>
                      <a:pt x="2448" y="7477"/>
                      <a:pt x="2447" y="7479"/>
                    </a:cubicBezTo>
                    <a:cubicBezTo>
                      <a:pt x="2446" y="7479"/>
                      <a:pt x="2444" y="7478"/>
                      <a:pt x="2443" y="7478"/>
                    </a:cubicBezTo>
                    <a:cubicBezTo>
                      <a:pt x="2441" y="7478"/>
                      <a:pt x="2439" y="7479"/>
                      <a:pt x="2438" y="7479"/>
                    </a:cubicBezTo>
                    <a:cubicBezTo>
                      <a:pt x="2437" y="7481"/>
                      <a:pt x="2440" y="7482"/>
                      <a:pt x="2441" y="7484"/>
                    </a:cubicBezTo>
                    <a:cubicBezTo>
                      <a:pt x="2441" y="7486"/>
                      <a:pt x="2439" y="7485"/>
                      <a:pt x="2438" y="7485"/>
                    </a:cubicBezTo>
                    <a:cubicBezTo>
                      <a:pt x="2436" y="7486"/>
                      <a:pt x="2434" y="7487"/>
                      <a:pt x="2433" y="7488"/>
                    </a:cubicBezTo>
                    <a:cubicBezTo>
                      <a:pt x="2431" y="7488"/>
                      <a:pt x="2429" y="7487"/>
                      <a:pt x="2427" y="7487"/>
                    </a:cubicBezTo>
                    <a:cubicBezTo>
                      <a:pt x="2424" y="7487"/>
                      <a:pt x="2419" y="7488"/>
                      <a:pt x="2417" y="7491"/>
                    </a:cubicBezTo>
                    <a:cubicBezTo>
                      <a:pt x="2415" y="7493"/>
                      <a:pt x="2414" y="7496"/>
                      <a:pt x="2413" y="7499"/>
                    </a:cubicBezTo>
                    <a:cubicBezTo>
                      <a:pt x="2412" y="7498"/>
                      <a:pt x="2411" y="7498"/>
                      <a:pt x="2409" y="7497"/>
                    </a:cubicBezTo>
                    <a:cubicBezTo>
                      <a:pt x="2403" y="7494"/>
                      <a:pt x="2409" y="7488"/>
                      <a:pt x="2409" y="7483"/>
                    </a:cubicBezTo>
                    <a:cubicBezTo>
                      <a:pt x="2409" y="7482"/>
                      <a:pt x="2409" y="7482"/>
                      <a:pt x="2409" y="7482"/>
                    </a:cubicBezTo>
                    <a:cubicBezTo>
                      <a:pt x="2409" y="7479"/>
                      <a:pt x="2409" y="7477"/>
                      <a:pt x="2410" y="7473"/>
                    </a:cubicBezTo>
                    <a:cubicBezTo>
                      <a:pt x="2411" y="7471"/>
                      <a:pt x="2414" y="7466"/>
                      <a:pt x="2410" y="7465"/>
                    </a:cubicBezTo>
                    <a:cubicBezTo>
                      <a:pt x="2408" y="7463"/>
                      <a:pt x="2404" y="7465"/>
                      <a:pt x="2401" y="7465"/>
                    </a:cubicBezTo>
                    <a:cubicBezTo>
                      <a:pt x="2401" y="7465"/>
                      <a:pt x="2400" y="7465"/>
                      <a:pt x="2400" y="7465"/>
                    </a:cubicBezTo>
                    <a:cubicBezTo>
                      <a:pt x="2396" y="7466"/>
                      <a:pt x="2392" y="7465"/>
                      <a:pt x="2389" y="7464"/>
                    </a:cubicBezTo>
                    <a:cubicBezTo>
                      <a:pt x="2385" y="7464"/>
                      <a:pt x="2381" y="7462"/>
                      <a:pt x="2378" y="7459"/>
                    </a:cubicBezTo>
                    <a:cubicBezTo>
                      <a:pt x="2378" y="7458"/>
                      <a:pt x="2377" y="7457"/>
                      <a:pt x="2377" y="7457"/>
                    </a:cubicBezTo>
                    <a:cubicBezTo>
                      <a:pt x="2375" y="7455"/>
                      <a:pt x="2373" y="7453"/>
                      <a:pt x="2371" y="7453"/>
                    </a:cubicBezTo>
                    <a:cubicBezTo>
                      <a:pt x="2370" y="7452"/>
                      <a:pt x="2370" y="7452"/>
                      <a:pt x="2369" y="7452"/>
                    </a:cubicBezTo>
                    <a:cubicBezTo>
                      <a:pt x="2366" y="7452"/>
                      <a:pt x="2363" y="7453"/>
                      <a:pt x="2360" y="7453"/>
                    </a:cubicBezTo>
                    <a:cubicBezTo>
                      <a:pt x="2356" y="7452"/>
                      <a:pt x="2352" y="7452"/>
                      <a:pt x="2348" y="7453"/>
                    </a:cubicBezTo>
                    <a:cubicBezTo>
                      <a:pt x="2342" y="7454"/>
                      <a:pt x="2337" y="7458"/>
                      <a:pt x="2336" y="7463"/>
                    </a:cubicBezTo>
                    <a:cubicBezTo>
                      <a:pt x="2335" y="7464"/>
                      <a:pt x="2335" y="7465"/>
                      <a:pt x="2335" y="7466"/>
                    </a:cubicBezTo>
                    <a:cubicBezTo>
                      <a:pt x="2335" y="7467"/>
                      <a:pt x="2334" y="7469"/>
                      <a:pt x="2334" y="7470"/>
                    </a:cubicBezTo>
                    <a:cubicBezTo>
                      <a:pt x="2334" y="7470"/>
                      <a:pt x="2334" y="7470"/>
                      <a:pt x="2334" y="7470"/>
                    </a:cubicBezTo>
                    <a:cubicBezTo>
                      <a:pt x="2334" y="7470"/>
                      <a:pt x="2334" y="7470"/>
                      <a:pt x="2334" y="7470"/>
                    </a:cubicBezTo>
                    <a:cubicBezTo>
                      <a:pt x="2333" y="7472"/>
                      <a:pt x="2333" y="7473"/>
                      <a:pt x="2332" y="7474"/>
                    </a:cubicBezTo>
                    <a:cubicBezTo>
                      <a:pt x="2329" y="7477"/>
                      <a:pt x="2327" y="7479"/>
                      <a:pt x="2325" y="7482"/>
                    </a:cubicBezTo>
                    <a:cubicBezTo>
                      <a:pt x="2324" y="7485"/>
                      <a:pt x="2323" y="7488"/>
                      <a:pt x="2321" y="7491"/>
                    </a:cubicBezTo>
                    <a:cubicBezTo>
                      <a:pt x="2321" y="7492"/>
                      <a:pt x="2317" y="7497"/>
                      <a:pt x="2320" y="7498"/>
                    </a:cubicBezTo>
                    <a:cubicBezTo>
                      <a:pt x="2323" y="7499"/>
                      <a:pt x="2325" y="7494"/>
                      <a:pt x="2326" y="7492"/>
                    </a:cubicBezTo>
                    <a:cubicBezTo>
                      <a:pt x="2328" y="7490"/>
                      <a:pt x="2329" y="7488"/>
                      <a:pt x="2332" y="7486"/>
                    </a:cubicBezTo>
                    <a:cubicBezTo>
                      <a:pt x="2334" y="7483"/>
                      <a:pt x="2335" y="7479"/>
                      <a:pt x="2336" y="7476"/>
                    </a:cubicBezTo>
                    <a:cubicBezTo>
                      <a:pt x="2337" y="7473"/>
                      <a:pt x="2338" y="7470"/>
                      <a:pt x="2341" y="7468"/>
                    </a:cubicBezTo>
                    <a:cubicBezTo>
                      <a:pt x="2341" y="7468"/>
                      <a:pt x="2341" y="7468"/>
                      <a:pt x="2341" y="7468"/>
                    </a:cubicBezTo>
                    <a:cubicBezTo>
                      <a:pt x="2341" y="7468"/>
                      <a:pt x="2342" y="7468"/>
                      <a:pt x="2342" y="7468"/>
                    </a:cubicBezTo>
                    <a:cubicBezTo>
                      <a:pt x="2342" y="7468"/>
                      <a:pt x="2342" y="7468"/>
                      <a:pt x="2342" y="7468"/>
                    </a:cubicBezTo>
                    <a:cubicBezTo>
                      <a:pt x="2345" y="7469"/>
                      <a:pt x="2346" y="7472"/>
                      <a:pt x="2349" y="7472"/>
                    </a:cubicBezTo>
                    <a:cubicBezTo>
                      <a:pt x="2350" y="7472"/>
                      <a:pt x="2358" y="7470"/>
                      <a:pt x="2357" y="7473"/>
                    </a:cubicBezTo>
                    <a:cubicBezTo>
                      <a:pt x="2356" y="7475"/>
                      <a:pt x="2349" y="7475"/>
                      <a:pt x="2348" y="7475"/>
                    </a:cubicBezTo>
                    <a:cubicBezTo>
                      <a:pt x="2347" y="7475"/>
                      <a:pt x="2344" y="7475"/>
                      <a:pt x="2343" y="7477"/>
                    </a:cubicBezTo>
                    <a:cubicBezTo>
                      <a:pt x="2343" y="7478"/>
                      <a:pt x="2343" y="7480"/>
                      <a:pt x="2344" y="7481"/>
                    </a:cubicBezTo>
                    <a:cubicBezTo>
                      <a:pt x="2344" y="7483"/>
                      <a:pt x="2346" y="7483"/>
                      <a:pt x="2348" y="7484"/>
                    </a:cubicBezTo>
                    <a:cubicBezTo>
                      <a:pt x="2348" y="7484"/>
                      <a:pt x="2349" y="7484"/>
                      <a:pt x="2349" y="7484"/>
                    </a:cubicBezTo>
                    <a:cubicBezTo>
                      <a:pt x="2349" y="7485"/>
                      <a:pt x="2350" y="7485"/>
                      <a:pt x="2350" y="7485"/>
                    </a:cubicBezTo>
                    <a:cubicBezTo>
                      <a:pt x="2350" y="7486"/>
                      <a:pt x="2351" y="7485"/>
                      <a:pt x="2351" y="7485"/>
                    </a:cubicBezTo>
                    <a:cubicBezTo>
                      <a:pt x="2353" y="7488"/>
                      <a:pt x="2352" y="7491"/>
                      <a:pt x="2356" y="7491"/>
                    </a:cubicBezTo>
                    <a:cubicBezTo>
                      <a:pt x="2358" y="7491"/>
                      <a:pt x="2360" y="7491"/>
                      <a:pt x="2361" y="7491"/>
                    </a:cubicBezTo>
                    <a:cubicBezTo>
                      <a:pt x="2362" y="7491"/>
                      <a:pt x="2363" y="7490"/>
                      <a:pt x="2364" y="7490"/>
                    </a:cubicBezTo>
                    <a:cubicBezTo>
                      <a:pt x="2365" y="7489"/>
                      <a:pt x="2365" y="7489"/>
                      <a:pt x="2366" y="7489"/>
                    </a:cubicBezTo>
                    <a:cubicBezTo>
                      <a:pt x="2368" y="7487"/>
                      <a:pt x="2371" y="7483"/>
                      <a:pt x="2375" y="7480"/>
                    </a:cubicBezTo>
                    <a:cubicBezTo>
                      <a:pt x="2378" y="7478"/>
                      <a:pt x="2381" y="7478"/>
                      <a:pt x="2384" y="7480"/>
                    </a:cubicBezTo>
                    <a:cubicBezTo>
                      <a:pt x="2387" y="7482"/>
                      <a:pt x="2383" y="7491"/>
                      <a:pt x="2381" y="7494"/>
                    </a:cubicBezTo>
                    <a:cubicBezTo>
                      <a:pt x="2379" y="7496"/>
                      <a:pt x="2376" y="7496"/>
                      <a:pt x="2373" y="7497"/>
                    </a:cubicBezTo>
                    <a:cubicBezTo>
                      <a:pt x="2369" y="7498"/>
                      <a:pt x="2367" y="7500"/>
                      <a:pt x="2364" y="7503"/>
                    </a:cubicBezTo>
                    <a:cubicBezTo>
                      <a:pt x="2362" y="7506"/>
                      <a:pt x="2361" y="7509"/>
                      <a:pt x="2357" y="7510"/>
                    </a:cubicBezTo>
                    <a:cubicBezTo>
                      <a:pt x="2353" y="7511"/>
                      <a:pt x="2349" y="7509"/>
                      <a:pt x="2345" y="7510"/>
                    </a:cubicBezTo>
                    <a:cubicBezTo>
                      <a:pt x="2341" y="7511"/>
                      <a:pt x="2340" y="7513"/>
                      <a:pt x="2338" y="7516"/>
                    </a:cubicBezTo>
                    <a:cubicBezTo>
                      <a:pt x="2336" y="7519"/>
                      <a:pt x="2334" y="7520"/>
                      <a:pt x="2330" y="7521"/>
                    </a:cubicBezTo>
                    <a:cubicBezTo>
                      <a:pt x="2328" y="7521"/>
                      <a:pt x="2322" y="7519"/>
                      <a:pt x="2320" y="7521"/>
                    </a:cubicBezTo>
                    <a:cubicBezTo>
                      <a:pt x="2318" y="7523"/>
                      <a:pt x="2320" y="7525"/>
                      <a:pt x="2322" y="7527"/>
                    </a:cubicBezTo>
                    <a:cubicBezTo>
                      <a:pt x="2324" y="7529"/>
                      <a:pt x="2325" y="7531"/>
                      <a:pt x="2327" y="7534"/>
                    </a:cubicBezTo>
                    <a:cubicBezTo>
                      <a:pt x="2328" y="7537"/>
                      <a:pt x="2329" y="7539"/>
                      <a:pt x="2332" y="7540"/>
                    </a:cubicBezTo>
                    <a:cubicBezTo>
                      <a:pt x="2335" y="7541"/>
                      <a:pt x="2339" y="7541"/>
                      <a:pt x="2343" y="7541"/>
                    </a:cubicBezTo>
                    <a:cubicBezTo>
                      <a:pt x="2346" y="7542"/>
                      <a:pt x="2348" y="7545"/>
                      <a:pt x="2352" y="7546"/>
                    </a:cubicBezTo>
                    <a:cubicBezTo>
                      <a:pt x="2359" y="7548"/>
                      <a:pt x="2366" y="7539"/>
                      <a:pt x="2374" y="7541"/>
                    </a:cubicBezTo>
                    <a:cubicBezTo>
                      <a:pt x="2377" y="7542"/>
                      <a:pt x="2380" y="7544"/>
                      <a:pt x="2384" y="7544"/>
                    </a:cubicBezTo>
                    <a:cubicBezTo>
                      <a:pt x="2387" y="7544"/>
                      <a:pt x="2390" y="7544"/>
                      <a:pt x="2393" y="7543"/>
                    </a:cubicBezTo>
                    <a:cubicBezTo>
                      <a:pt x="2397" y="7543"/>
                      <a:pt x="2400" y="7544"/>
                      <a:pt x="2404" y="7544"/>
                    </a:cubicBezTo>
                    <a:cubicBezTo>
                      <a:pt x="2407" y="7544"/>
                      <a:pt x="2411" y="7543"/>
                      <a:pt x="2414" y="7544"/>
                    </a:cubicBezTo>
                    <a:cubicBezTo>
                      <a:pt x="2420" y="7546"/>
                      <a:pt x="2424" y="7553"/>
                      <a:pt x="2431" y="7552"/>
                    </a:cubicBezTo>
                    <a:cubicBezTo>
                      <a:pt x="2434" y="7552"/>
                      <a:pt x="2438" y="7550"/>
                      <a:pt x="2441" y="7551"/>
                    </a:cubicBezTo>
                    <a:cubicBezTo>
                      <a:pt x="2445" y="7551"/>
                      <a:pt x="2448" y="7553"/>
                      <a:pt x="2452" y="7554"/>
                    </a:cubicBezTo>
                    <a:cubicBezTo>
                      <a:pt x="2456" y="7555"/>
                      <a:pt x="2461" y="7555"/>
                      <a:pt x="2466" y="7557"/>
                    </a:cubicBezTo>
                    <a:cubicBezTo>
                      <a:pt x="2469" y="7558"/>
                      <a:pt x="2473" y="7560"/>
                      <a:pt x="2475" y="7563"/>
                    </a:cubicBezTo>
                    <a:cubicBezTo>
                      <a:pt x="2477" y="7566"/>
                      <a:pt x="2476" y="7569"/>
                      <a:pt x="2473" y="7572"/>
                    </a:cubicBezTo>
                    <a:cubicBezTo>
                      <a:pt x="2473" y="7572"/>
                      <a:pt x="2473" y="7572"/>
                      <a:pt x="2472" y="7573"/>
                    </a:cubicBezTo>
                    <a:cubicBezTo>
                      <a:pt x="2471" y="7574"/>
                      <a:pt x="2469" y="7575"/>
                      <a:pt x="2470" y="7576"/>
                    </a:cubicBezTo>
                    <a:cubicBezTo>
                      <a:pt x="2471" y="7577"/>
                      <a:pt x="2474" y="7577"/>
                      <a:pt x="2475" y="7577"/>
                    </a:cubicBezTo>
                    <a:cubicBezTo>
                      <a:pt x="2476" y="7578"/>
                      <a:pt x="2478" y="7578"/>
                      <a:pt x="2479" y="7578"/>
                    </a:cubicBezTo>
                    <a:cubicBezTo>
                      <a:pt x="2480" y="7579"/>
                      <a:pt x="2481" y="7579"/>
                      <a:pt x="2481" y="7579"/>
                    </a:cubicBezTo>
                    <a:cubicBezTo>
                      <a:pt x="2485" y="7581"/>
                      <a:pt x="2488" y="7584"/>
                      <a:pt x="2490" y="7588"/>
                    </a:cubicBezTo>
                    <a:cubicBezTo>
                      <a:pt x="2493" y="7594"/>
                      <a:pt x="2497" y="7599"/>
                      <a:pt x="2501" y="7605"/>
                    </a:cubicBezTo>
                    <a:cubicBezTo>
                      <a:pt x="2502" y="7605"/>
                      <a:pt x="2503" y="7606"/>
                      <a:pt x="2504" y="7607"/>
                    </a:cubicBezTo>
                    <a:cubicBezTo>
                      <a:pt x="2510" y="7614"/>
                      <a:pt x="2518" y="7611"/>
                      <a:pt x="2526" y="7614"/>
                    </a:cubicBezTo>
                    <a:cubicBezTo>
                      <a:pt x="2529" y="7615"/>
                      <a:pt x="2531" y="7617"/>
                      <a:pt x="2533" y="7618"/>
                    </a:cubicBezTo>
                    <a:cubicBezTo>
                      <a:pt x="2537" y="7619"/>
                      <a:pt x="2542" y="7617"/>
                      <a:pt x="2545" y="7616"/>
                    </a:cubicBezTo>
                    <a:cubicBezTo>
                      <a:pt x="2547" y="7615"/>
                      <a:pt x="2549" y="7614"/>
                      <a:pt x="2550" y="7614"/>
                    </a:cubicBezTo>
                    <a:cubicBezTo>
                      <a:pt x="2553" y="7614"/>
                      <a:pt x="2555" y="7614"/>
                      <a:pt x="2557" y="7615"/>
                    </a:cubicBezTo>
                    <a:cubicBezTo>
                      <a:pt x="2561" y="7615"/>
                      <a:pt x="2565" y="7615"/>
                      <a:pt x="2568" y="7616"/>
                    </a:cubicBezTo>
                    <a:cubicBezTo>
                      <a:pt x="2569" y="7616"/>
                      <a:pt x="2570" y="7617"/>
                      <a:pt x="2572" y="7618"/>
                    </a:cubicBezTo>
                    <a:cubicBezTo>
                      <a:pt x="2575" y="7618"/>
                      <a:pt x="2578" y="7616"/>
                      <a:pt x="2581" y="7614"/>
                    </a:cubicBezTo>
                    <a:cubicBezTo>
                      <a:pt x="2582" y="7614"/>
                      <a:pt x="2583" y="7613"/>
                      <a:pt x="2585" y="7613"/>
                    </a:cubicBezTo>
                    <a:cubicBezTo>
                      <a:pt x="2586" y="7612"/>
                      <a:pt x="2588" y="7612"/>
                      <a:pt x="2588" y="7611"/>
                    </a:cubicBezTo>
                    <a:cubicBezTo>
                      <a:pt x="2589" y="7610"/>
                      <a:pt x="2588" y="7609"/>
                      <a:pt x="2588" y="7607"/>
                    </a:cubicBezTo>
                    <a:cubicBezTo>
                      <a:pt x="2587" y="7606"/>
                      <a:pt x="2586" y="7604"/>
                      <a:pt x="2586" y="7603"/>
                    </a:cubicBezTo>
                    <a:cubicBezTo>
                      <a:pt x="2585" y="7600"/>
                      <a:pt x="2583" y="7597"/>
                      <a:pt x="2583" y="7594"/>
                    </a:cubicBezTo>
                    <a:cubicBezTo>
                      <a:pt x="2584" y="7589"/>
                      <a:pt x="2588" y="7594"/>
                      <a:pt x="2590" y="7594"/>
                    </a:cubicBezTo>
                    <a:cubicBezTo>
                      <a:pt x="2592" y="7596"/>
                      <a:pt x="2594" y="7598"/>
                      <a:pt x="2596" y="7599"/>
                    </a:cubicBezTo>
                    <a:cubicBezTo>
                      <a:pt x="2598" y="7600"/>
                      <a:pt x="2600" y="7600"/>
                      <a:pt x="2602" y="7600"/>
                    </a:cubicBezTo>
                    <a:cubicBezTo>
                      <a:pt x="2604" y="7600"/>
                      <a:pt x="2606" y="7601"/>
                      <a:pt x="2608" y="7602"/>
                    </a:cubicBezTo>
                    <a:cubicBezTo>
                      <a:pt x="2610" y="7603"/>
                      <a:pt x="2611" y="7606"/>
                      <a:pt x="2611" y="7608"/>
                    </a:cubicBezTo>
                    <a:cubicBezTo>
                      <a:pt x="2612" y="7610"/>
                      <a:pt x="2612" y="7612"/>
                      <a:pt x="2612" y="7613"/>
                    </a:cubicBezTo>
                    <a:cubicBezTo>
                      <a:pt x="2613" y="7614"/>
                      <a:pt x="2613" y="7614"/>
                      <a:pt x="2614" y="7615"/>
                    </a:cubicBezTo>
                    <a:cubicBezTo>
                      <a:pt x="2617" y="7618"/>
                      <a:pt x="2622" y="7621"/>
                      <a:pt x="2625" y="7621"/>
                    </a:cubicBezTo>
                    <a:cubicBezTo>
                      <a:pt x="2629" y="7621"/>
                      <a:pt x="2631" y="7619"/>
                      <a:pt x="2634" y="7618"/>
                    </a:cubicBezTo>
                    <a:cubicBezTo>
                      <a:pt x="2637" y="7616"/>
                      <a:pt x="2640" y="7616"/>
                      <a:pt x="2644" y="7617"/>
                    </a:cubicBezTo>
                    <a:cubicBezTo>
                      <a:pt x="2645" y="7618"/>
                      <a:pt x="2646" y="7618"/>
                      <a:pt x="2648" y="7619"/>
                    </a:cubicBezTo>
                    <a:cubicBezTo>
                      <a:pt x="2653" y="7621"/>
                      <a:pt x="2657" y="7625"/>
                      <a:pt x="2660" y="7629"/>
                    </a:cubicBezTo>
                    <a:cubicBezTo>
                      <a:pt x="2661" y="7632"/>
                      <a:pt x="2664" y="7635"/>
                      <a:pt x="2665" y="7638"/>
                    </a:cubicBezTo>
                    <a:cubicBezTo>
                      <a:pt x="2667" y="7640"/>
                      <a:pt x="2667" y="7642"/>
                      <a:pt x="2668" y="7645"/>
                    </a:cubicBezTo>
                    <a:cubicBezTo>
                      <a:pt x="2668" y="7645"/>
                      <a:pt x="2668" y="7646"/>
                      <a:pt x="2668" y="7646"/>
                    </a:cubicBezTo>
                    <a:cubicBezTo>
                      <a:pt x="2670" y="7652"/>
                      <a:pt x="2676" y="7653"/>
                      <a:pt x="2681" y="7652"/>
                    </a:cubicBezTo>
                    <a:cubicBezTo>
                      <a:pt x="2689" y="7652"/>
                      <a:pt x="2698" y="7656"/>
                      <a:pt x="2705" y="7659"/>
                    </a:cubicBezTo>
                    <a:cubicBezTo>
                      <a:pt x="2708" y="7661"/>
                      <a:pt x="2712" y="7663"/>
                      <a:pt x="2716" y="7664"/>
                    </a:cubicBezTo>
                    <a:cubicBezTo>
                      <a:pt x="2719" y="7664"/>
                      <a:pt x="2723" y="7665"/>
                      <a:pt x="2726" y="7667"/>
                    </a:cubicBezTo>
                    <a:cubicBezTo>
                      <a:pt x="2730" y="7669"/>
                      <a:pt x="2734" y="7671"/>
                      <a:pt x="2738" y="7673"/>
                    </a:cubicBezTo>
                    <a:cubicBezTo>
                      <a:pt x="2741" y="7674"/>
                      <a:pt x="2744" y="7676"/>
                      <a:pt x="2747" y="7676"/>
                    </a:cubicBezTo>
                    <a:cubicBezTo>
                      <a:pt x="2749" y="7676"/>
                      <a:pt x="2752" y="7675"/>
                      <a:pt x="2755" y="7675"/>
                    </a:cubicBezTo>
                    <a:cubicBezTo>
                      <a:pt x="2760" y="7674"/>
                      <a:pt x="2765" y="7674"/>
                      <a:pt x="2769" y="7673"/>
                    </a:cubicBezTo>
                    <a:cubicBezTo>
                      <a:pt x="2775" y="7672"/>
                      <a:pt x="2780" y="7673"/>
                      <a:pt x="2785" y="7672"/>
                    </a:cubicBezTo>
                    <a:cubicBezTo>
                      <a:pt x="2791" y="7671"/>
                      <a:pt x="2796" y="7672"/>
                      <a:pt x="2802" y="7673"/>
                    </a:cubicBezTo>
                    <a:cubicBezTo>
                      <a:pt x="2804" y="7673"/>
                      <a:pt x="2806" y="7674"/>
                      <a:pt x="2808" y="7674"/>
                    </a:cubicBezTo>
                    <a:cubicBezTo>
                      <a:pt x="2810" y="7674"/>
                      <a:pt x="2812" y="7674"/>
                      <a:pt x="2814" y="7674"/>
                    </a:cubicBezTo>
                    <a:cubicBezTo>
                      <a:pt x="2814" y="7675"/>
                      <a:pt x="2815" y="7675"/>
                      <a:pt x="2815" y="7675"/>
                    </a:cubicBezTo>
                    <a:cubicBezTo>
                      <a:pt x="2818" y="7676"/>
                      <a:pt x="2821" y="7679"/>
                      <a:pt x="2823" y="7682"/>
                    </a:cubicBezTo>
                    <a:cubicBezTo>
                      <a:pt x="2824" y="7683"/>
                      <a:pt x="2824" y="7685"/>
                      <a:pt x="2824" y="7686"/>
                    </a:cubicBezTo>
                    <a:cubicBezTo>
                      <a:pt x="2824" y="7686"/>
                      <a:pt x="2824" y="7686"/>
                      <a:pt x="2824" y="7686"/>
                    </a:cubicBezTo>
                    <a:cubicBezTo>
                      <a:pt x="2825" y="7686"/>
                      <a:pt x="2825" y="7687"/>
                      <a:pt x="2826" y="7688"/>
                    </a:cubicBezTo>
                    <a:cubicBezTo>
                      <a:pt x="2828" y="7690"/>
                      <a:pt x="2831" y="7691"/>
                      <a:pt x="2834" y="7693"/>
                    </a:cubicBezTo>
                    <a:cubicBezTo>
                      <a:pt x="2837" y="7694"/>
                      <a:pt x="2840" y="7695"/>
                      <a:pt x="2843" y="7696"/>
                    </a:cubicBezTo>
                    <a:cubicBezTo>
                      <a:pt x="2850" y="7698"/>
                      <a:pt x="2857" y="7702"/>
                      <a:pt x="2863" y="7705"/>
                    </a:cubicBezTo>
                    <a:cubicBezTo>
                      <a:pt x="2869" y="7709"/>
                      <a:pt x="2875" y="7713"/>
                      <a:pt x="2882" y="7716"/>
                    </a:cubicBezTo>
                    <a:cubicBezTo>
                      <a:pt x="2886" y="7718"/>
                      <a:pt x="2889" y="7720"/>
                      <a:pt x="2893" y="7721"/>
                    </a:cubicBezTo>
                    <a:cubicBezTo>
                      <a:pt x="2893" y="7722"/>
                      <a:pt x="2894" y="7722"/>
                      <a:pt x="2894" y="7722"/>
                    </a:cubicBezTo>
                    <a:cubicBezTo>
                      <a:pt x="2897" y="7724"/>
                      <a:pt x="2899" y="7726"/>
                      <a:pt x="2902" y="7728"/>
                    </a:cubicBezTo>
                    <a:cubicBezTo>
                      <a:pt x="2903" y="7729"/>
                      <a:pt x="2904" y="7729"/>
                      <a:pt x="2905" y="7730"/>
                    </a:cubicBezTo>
                    <a:cubicBezTo>
                      <a:pt x="2908" y="7733"/>
                      <a:pt x="2912" y="7735"/>
                      <a:pt x="2916" y="7737"/>
                    </a:cubicBezTo>
                    <a:cubicBezTo>
                      <a:pt x="2920" y="7738"/>
                      <a:pt x="2924" y="7739"/>
                      <a:pt x="2929" y="7741"/>
                    </a:cubicBezTo>
                    <a:cubicBezTo>
                      <a:pt x="2931" y="7742"/>
                      <a:pt x="2933" y="7743"/>
                      <a:pt x="2935" y="7744"/>
                    </a:cubicBezTo>
                    <a:cubicBezTo>
                      <a:pt x="2936" y="7744"/>
                      <a:pt x="2936" y="7745"/>
                      <a:pt x="2937" y="7745"/>
                    </a:cubicBezTo>
                    <a:cubicBezTo>
                      <a:pt x="2937" y="7745"/>
                      <a:pt x="2937" y="7745"/>
                      <a:pt x="2937" y="7745"/>
                    </a:cubicBezTo>
                    <a:cubicBezTo>
                      <a:pt x="2937" y="7745"/>
                      <a:pt x="2938" y="7746"/>
                      <a:pt x="2938" y="7746"/>
                    </a:cubicBezTo>
                    <a:cubicBezTo>
                      <a:pt x="2941" y="7748"/>
                      <a:pt x="2944" y="7751"/>
                      <a:pt x="2947" y="7753"/>
                    </a:cubicBezTo>
                    <a:cubicBezTo>
                      <a:pt x="2954" y="7757"/>
                      <a:pt x="2960" y="7762"/>
                      <a:pt x="2966" y="7766"/>
                    </a:cubicBezTo>
                    <a:cubicBezTo>
                      <a:pt x="2968" y="7767"/>
                      <a:pt x="2970" y="7768"/>
                      <a:pt x="2972" y="7769"/>
                    </a:cubicBezTo>
                    <a:cubicBezTo>
                      <a:pt x="2972" y="7769"/>
                      <a:pt x="2972" y="7769"/>
                      <a:pt x="2972" y="7769"/>
                    </a:cubicBezTo>
                    <a:cubicBezTo>
                      <a:pt x="2974" y="7769"/>
                      <a:pt x="2974" y="7769"/>
                      <a:pt x="2975" y="7770"/>
                    </a:cubicBezTo>
                    <a:cubicBezTo>
                      <a:pt x="2978" y="7771"/>
                      <a:pt x="2979" y="7773"/>
                      <a:pt x="2981" y="7775"/>
                    </a:cubicBezTo>
                    <a:cubicBezTo>
                      <a:pt x="2983" y="7777"/>
                      <a:pt x="2985" y="7780"/>
                      <a:pt x="2988" y="7781"/>
                    </a:cubicBezTo>
                    <a:cubicBezTo>
                      <a:pt x="2994" y="7783"/>
                      <a:pt x="3001" y="7786"/>
                      <a:pt x="3007" y="7790"/>
                    </a:cubicBezTo>
                    <a:cubicBezTo>
                      <a:pt x="3009" y="7791"/>
                      <a:pt x="3012" y="7792"/>
                      <a:pt x="3015" y="7793"/>
                    </a:cubicBezTo>
                    <a:cubicBezTo>
                      <a:pt x="3016" y="7794"/>
                      <a:pt x="3018" y="7795"/>
                      <a:pt x="3020" y="7796"/>
                    </a:cubicBezTo>
                    <a:cubicBezTo>
                      <a:pt x="3022" y="7798"/>
                      <a:pt x="3023" y="7800"/>
                      <a:pt x="3025" y="7802"/>
                    </a:cubicBezTo>
                    <a:cubicBezTo>
                      <a:pt x="3027" y="7804"/>
                      <a:pt x="3027" y="7804"/>
                      <a:pt x="3027" y="7804"/>
                    </a:cubicBezTo>
                    <a:cubicBezTo>
                      <a:pt x="3030" y="7808"/>
                      <a:pt x="3036" y="7810"/>
                      <a:pt x="3041" y="7811"/>
                    </a:cubicBezTo>
                    <a:cubicBezTo>
                      <a:pt x="3044" y="7812"/>
                      <a:pt x="3046" y="7814"/>
                      <a:pt x="3049" y="7815"/>
                    </a:cubicBezTo>
                    <a:cubicBezTo>
                      <a:pt x="3051" y="7817"/>
                      <a:pt x="3054" y="7818"/>
                      <a:pt x="3057" y="7819"/>
                    </a:cubicBezTo>
                    <a:cubicBezTo>
                      <a:pt x="3060" y="7819"/>
                      <a:pt x="3063" y="7819"/>
                      <a:pt x="3066" y="7818"/>
                    </a:cubicBezTo>
                    <a:cubicBezTo>
                      <a:pt x="3068" y="7818"/>
                      <a:pt x="3071" y="7819"/>
                      <a:pt x="3074" y="7820"/>
                    </a:cubicBezTo>
                    <a:cubicBezTo>
                      <a:pt x="3075" y="7820"/>
                      <a:pt x="3076" y="7820"/>
                      <a:pt x="3077" y="7821"/>
                    </a:cubicBezTo>
                    <a:cubicBezTo>
                      <a:pt x="3078" y="7822"/>
                      <a:pt x="3079" y="7823"/>
                      <a:pt x="3080" y="7824"/>
                    </a:cubicBezTo>
                    <a:cubicBezTo>
                      <a:pt x="3080" y="7824"/>
                      <a:pt x="3080" y="7824"/>
                      <a:pt x="3080" y="7824"/>
                    </a:cubicBezTo>
                    <a:cubicBezTo>
                      <a:pt x="3081" y="7825"/>
                      <a:pt x="3082" y="7826"/>
                      <a:pt x="3083" y="7827"/>
                    </a:cubicBezTo>
                    <a:cubicBezTo>
                      <a:pt x="3084" y="7828"/>
                      <a:pt x="3085" y="7828"/>
                      <a:pt x="3086" y="7829"/>
                    </a:cubicBezTo>
                    <a:cubicBezTo>
                      <a:pt x="3088" y="7830"/>
                      <a:pt x="3090" y="7831"/>
                      <a:pt x="3092" y="7832"/>
                    </a:cubicBezTo>
                    <a:cubicBezTo>
                      <a:pt x="3093" y="7833"/>
                      <a:pt x="3094" y="7834"/>
                      <a:pt x="3095" y="7835"/>
                    </a:cubicBezTo>
                    <a:cubicBezTo>
                      <a:pt x="3099" y="7839"/>
                      <a:pt x="3104" y="7843"/>
                      <a:pt x="3110" y="7845"/>
                    </a:cubicBezTo>
                    <a:cubicBezTo>
                      <a:pt x="3111" y="7845"/>
                      <a:pt x="3112" y="7845"/>
                      <a:pt x="3113" y="7846"/>
                    </a:cubicBezTo>
                    <a:cubicBezTo>
                      <a:pt x="3138" y="7795"/>
                      <a:pt x="3138" y="7795"/>
                      <a:pt x="3138" y="7795"/>
                    </a:cubicBezTo>
                    <a:cubicBezTo>
                      <a:pt x="3226" y="7774"/>
                      <a:pt x="3226" y="7774"/>
                      <a:pt x="3226" y="7774"/>
                    </a:cubicBezTo>
                    <a:cubicBezTo>
                      <a:pt x="3255" y="7772"/>
                      <a:pt x="3255" y="7772"/>
                      <a:pt x="3255" y="7772"/>
                    </a:cubicBezTo>
                    <a:cubicBezTo>
                      <a:pt x="3285" y="7786"/>
                      <a:pt x="3285" y="7786"/>
                      <a:pt x="3285" y="7786"/>
                    </a:cubicBezTo>
                    <a:cubicBezTo>
                      <a:pt x="3298" y="7774"/>
                      <a:pt x="3298" y="7774"/>
                      <a:pt x="3298" y="7774"/>
                    </a:cubicBezTo>
                    <a:cubicBezTo>
                      <a:pt x="3299" y="7773"/>
                      <a:pt x="3299" y="7773"/>
                      <a:pt x="3299" y="7773"/>
                    </a:cubicBezTo>
                    <a:cubicBezTo>
                      <a:pt x="3307" y="7782"/>
                      <a:pt x="3307" y="7782"/>
                      <a:pt x="3307" y="7782"/>
                    </a:cubicBezTo>
                    <a:cubicBezTo>
                      <a:pt x="3313" y="7788"/>
                      <a:pt x="3313" y="7788"/>
                      <a:pt x="3313" y="7788"/>
                    </a:cubicBezTo>
                    <a:cubicBezTo>
                      <a:pt x="3416" y="7774"/>
                      <a:pt x="3416" y="7774"/>
                      <a:pt x="3416" y="7774"/>
                    </a:cubicBezTo>
                    <a:cubicBezTo>
                      <a:pt x="3446" y="7786"/>
                      <a:pt x="3446" y="7786"/>
                      <a:pt x="3446" y="7786"/>
                    </a:cubicBezTo>
                    <a:cubicBezTo>
                      <a:pt x="3558" y="7784"/>
                      <a:pt x="3558" y="7784"/>
                      <a:pt x="3558" y="7784"/>
                    </a:cubicBezTo>
                    <a:cubicBezTo>
                      <a:pt x="3575" y="7760"/>
                      <a:pt x="3575" y="7760"/>
                      <a:pt x="3575" y="7760"/>
                    </a:cubicBezTo>
                    <a:cubicBezTo>
                      <a:pt x="3598" y="7760"/>
                      <a:pt x="3598" y="7760"/>
                      <a:pt x="3598" y="7760"/>
                    </a:cubicBezTo>
                    <a:cubicBezTo>
                      <a:pt x="3619" y="7743"/>
                      <a:pt x="3619" y="7743"/>
                      <a:pt x="3619" y="7743"/>
                    </a:cubicBezTo>
                    <a:cubicBezTo>
                      <a:pt x="3676" y="7769"/>
                      <a:pt x="3676" y="7769"/>
                      <a:pt x="3676" y="7769"/>
                    </a:cubicBezTo>
                    <a:cubicBezTo>
                      <a:pt x="3695" y="7752"/>
                      <a:pt x="3695" y="7752"/>
                      <a:pt x="3695" y="7752"/>
                    </a:cubicBezTo>
                    <a:cubicBezTo>
                      <a:pt x="3694" y="7743"/>
                      <a:pt x="3694" y="7743"/>
                      <a:pt x="3694" y="7743"/>
                    </a:cubicBezTo>
                    <a:cubicBezTo>
                      <a:pt x="3730" y="7742"/>
                      <a:pt x="3730" y="7742"/>
                      <a:pt x="3730" y="7742"/>
                    </a:cubicBezTo>
                    <a:cubicBezTo>
                      <a:pt x="3778" y="7783"/>
                      <a:pt x="3778" y="7783"/>
                      <a:pt x="3778" y="7783"/>
                    </a:cubicBezTo>
                    <a:cubicBezTo>
                      <a:pt x="3880" y="7776"/>
                      <a:pt x="3880" y="7776"/>
                      <a:pt x="3880" y="7776"/>
                    </a:cubicBezTo>
                    <a:cubicBezTo>
                      <a:pt x="3946" y="7804"/>
                      <a:pt x="3946" y="7804"/>
                      <a:pt x="3946" y="7804"/>
                    </a:cubicBezTo>
                    <a:cubicBezTo>
                      <a:pt x="3951" y="7806"/>
                      <a:pt x="3951" y="7806"/>
                      <a:pt x="3951" y="7806"/>
                    </a:cubicBezTo>
                    <a:cubicBezTo>
                      <a:pt x="3959" y="7825"/>
                      <a:pt x="3959" y="7825"/>
                      <a:pt x="3959" y="7825"/>
                    </a:cubicBezTo>
                    <a:cubicBezTo>
                      <a:pt x="3961" y="7831"/>
                      <a:pt x="3961" y="7831"/>
                      <a:pt x="3961" y="7831"/>
                    </a:cubicBezTo>
                    <a:cubicBezTo>
                      <a:pt x="4002" y="7837"/>
                      <a:pt x="4002" y="7837"/>
                      <a:pt x="4002" y="7837"/>
                    </a:cubicBezTo>
                    <a:cubicBezTo>
                      <a:pt x="4057" y="7796"/>
                      <a:pt x="4057" y="7796"/>
                      <a:pt x="4057" y="7796"/>
                    </a:cubicBezTo>
                    <a:cubicBezTo>
                      <a:pt x="4061" y="7775"/>
                      <a:pt x="4061" y="7775"/>
                      <a:pt x="4061" y="7775"/>
                    </a:cubicBezTo>
                    <a:cubicBezTo>
                      <a:pt x="4105" y="7756"/>
                      <a:pt x="4105" y="7756"/>
                      <a:pt x="4105" y="7756"/>
                    </a:cubicBezTo>
                    <a:cubicBezTo>
                      <a:pt x="4166" y="7767"/>
                      <a:pt x="4166" y="7767"/>
                      <a:pt x="4166" y="7767"/>
                    </a:cubicBezTo>
                    <a:cubicBezTo>
                      <a:pt x="4168" y="7736"/>
                      <a:pt x="4168" y="7736"/>
                      <a:pt x="4168" y="7736"/>
                    </a:cubicBezTo>
                    <a:cubicBezTo>
                      <a:pt x="4185" y="7727"/>
                      <a:pt x="4185" y="7727"/>
                      <a:pt x="4185" y="7727"/>
                    </a:cubicBezTo>
                    <a:cubicBezTo>
                      <a:pt x="4206" y="7729"/>
                      <a:pt x="4206" y="7729"/>
                      <a:pt x="4206" y="7729"/>
                    </a:cubicBezTo>
                    <a:cubicBezTo>
                      <a:pt x="4221" y="7739"/>
                      <a:pt x="4221" y="7739"/>
                      <a:pt x="4221" y="7739"/>
                    </a:cubicBezTo>
                    <a:cubicBezTo>
                      <a:pt x="4230" y="7727"/>
                      <a:pt x="4230" y="7727"/>
                      <a:pt x="4230" y="7727"/>
                    </a:cubicBezTo>
                    <a:cubicBezTo>
                      <a:pt x="4247" y="7727"/>
                      <a:pt x="4247" y="7727"/>
                      <a:pt x="4247" y="7727"/>
                    </a:cubicBezTo>
                    <a:cubicBezTo>
                      <a:pt x="4253" y="7739"/>
                      <a:pt x="4253" y="7739"/>
                      <a:pt x="4253" y="7739"/>
                    </a:cubicBezTo>
                    <a:cubicBezTo>
                      <a:pt x="4253" y="7739"/>
                      <a:pt x="4253" y="7739"/>
                      <a:pt x="4253" y="7739"/>
                    </a:cubicBezTo>
                    <a:cubicBezTo>
                      <a:pt x="4253" y="7741"/>
                      <a:pt x="4253" y="7741"/>
                      <a:pt x="4253" y="7741"/>
                    </a:cubicBezTo>
                    <a:cubicBezTo>
                      <a:pt x="4283" y="7767"/>
                      <a:pt x="4283" y="7767"/>
                      <a:pt x="4283" y="7767"/>
                    </a:cubicBezTo>
                    <a:cubicBezTo>
                      <a:pt x="4294" y="7747"/>
                      <a:pt x="4294" y="7747"/>
                      <a:pt x="4294" y="7747"/>
                    </a:cubicBezTo>
                    <a:cubicBezTo>
                      <a:pt x="4323" y="7745"/>
                      <a:pt x="4323" y="7745"/>
                      <a:pt x="4323" y="7745"/>
                    </a:cubicBezTo>
                    <a:cubicBezTo>
                      <a:pt x="4351" y="7754"/>
                      <a:pt x="4351" y="7754"/>
                      <a:pt x="4351" y="7754"/>
                    </a:cubicBezTo>
                    <a:cubicBezTo>
                      <a:pt x="4377" y="7753"/>
                      <a:pt x="4377" y="7753"/>
                      <a:pt x="4377" y="7753"/>
                    </a:cubicBezTo>
                    <a:cubicBezTo>
                      <a:pt x="4379" y="7753"/>
                      <a:pt x="4379" y="7753"/>
                      <a:pt x="4379" y="7753"/>
                    </a:cubicBezTo>
                    <a:cubicBezTo>
                      <a:pt x="4395" y="7780"/>
                      <a:pt x="4395" y="7780"/>
                      <a:pt x="4395" y="7780"/>
                    </a:cubicBezTo>
                    <a:cubicBezTo>
                      <a:pt x="4382" y="7809"/>
                      <a:pt x="4382" y="7809"/>
                      <a:pt x="4382" y="7809"/>
                    </a:cubicBezTo>
                    <a:cubicBezTo>
                      <a:pt x="4380" y="7813"/>
                      <a:pt x="4380" y="7813"/>
                      <a:pt x="4380" y="7813"/>
                    </a:cubicBezTo>
                    <a:cubicBezTo>
                      <a:pt x="4421" y="7822"/>
                      <a:pt x="4421" y="7822"/>
                      <a:pt x="4421" y="7822"/>
                    </a:cubicBezTo>
                    <a:cubicBezTo>
                      <a:pt x="4426" y="7824"/>
                      <a:pt x="4426" y="7824"/>
                      <a:pt x="4426" y="7824"/>
                    </a:cubicBezTo>
                    <a:cubicBezTo>
                      <a:pt x="4427" y="7830"/>
                      <a:pt x="4427" y="7830"/>
                      <a:pt x="4427" y="7830"/>
                    </a:cubicBezTo>
                    <a:cubicBezTo>
                      <a:pt x="4427" y="7830"/>
                      <a:pt x="4427" y="7830"/>
                      <a:pt x="4427" y="7830"/>
                    </a:cubicBezTo>
                    <a:cubicBezTo>
                      <a:pt x="4428" y="7833"/>
                      <a:pt x="4428" y="7833"/>
                      <a:pt x="4428" y="7833"/>
                    </a:cubicBezTo>
                    <a:cubicBezTo>
                      <a:pt x="4450" y="7847"/>
                      <a:pt x="4450" y="7847"/>
                      <a:pt x="4450" y="7847"/>
                    </a:cubicBezTo>
                    <a:cubicBezTo>
                      <a:pt x="4465" y="7835"/>
                      <a:pt x="4465" y="7835"/>
                      <a:pt x="4465" y="7835"/>
                    </a:cubicBezTo>
                    <a:cubicBezTo>
                      <a:pt x="4524" y="7845"/>
                      <a:pt x="4524" y="7845"/>
                      <a:pt x="4524" y="7845"/>
                    </a:cubicBezTo>
                    <a:cubicBezTo>
                      <a:pt x="4544" y="7829"/>
                      <a:pt x="4544" y="7829"/>
                      <a:pt x="4544" y="7829"/>
                    </a:cubicBezTo>
                    <a:cubicBezTo>
                      <a:pt x="4562" y="7843"/>
                      <a:pt x="4562" y="7843"/>
                      <a:pt x="4562" y="7843"/>
                    </a:cubicBezTo>
                    <a:cubicBezTo>
                      <a:pt x="4570" y="7838"/>
                      <a:pt x="4570" y="7838"/>
                      <a:pt x="4570" y="7838"/>
                    </a:cubicBezTo>
                    <a:cubicBezTo>
                      <a:pt x="4614" y="7851"/>
                      <a:pt x="4614" y="7851"/>
                      <a:pt x="4614" y="7851"/>
                    </a:cubicBezTo>
                    <a:cubicBezTo>
                      <a:pt x="4637" y="7834"/>
                      <a:pt x="4637" y="7834"/>
                      <a:pt x="4637" y="7834"/>
                    </a:cubicBezTo>
                    <a:cubicBezTo>
                      <a:pt x="4649" y="7835"/>
                      <a:pt x="4649" y="7835"/>
                      <a:pt x="4649" y="7835"/>
                    </a:cubicBezTo>
                    <a:cubicBezTo>
                      <a:pt x="4651" y="7835"/>
                      <a:pt x="4651" y="7835"/>
                      <a:pt x="4651" y="7835"/>
                    </a:cubicBezTo>
                    <a:cubicBezTo>
                      <a:pt x="4656" y="7842"/>
                      <a:pt x="4656" y="7842"/>
                      <a:pt x="4656" y="7842"/>
                    </a:cubicBezTo>
                    <a:cubicBezTo>
                      <a:pt x="4659" y="7847"/>
                      <a:pt x="4659" y="7847"/>
                      <a:pt x="4659" y="7847"/>
                    </a:cubicBezTo>
                    <a:cubicBezTo>
                      <a:pt x="4717" y="7874"/>
                      <a:pt x="4717" y="7874"/>
                      <a:pt x="4717" y="7874"/>
                    </a:cubicBezTo>
                    <a:cubicBezTo>
                      <a:pt x="4724" y="7877"/>
                      <a:pt x="4724" y="7877"/>
                      <a:pt x="4724" y="7877"/>
                    </a:cubicBezTo>
                    <a:cubicBezTo>
                      <a:pt x="4719" y="7889"/>
                      <a:pt x="4719" y="7889"/>
                      <a:pt x="4719" y="7889"/>
                    </a:cubicBezTo>
                    <a:cubicBezTo>
                      <a:pt x="4718" y="7891"/>
                      <a:pt x="4718" y="7891"/>
                      <a:pt x="4718" y="7891"/>
                    </a:cubicBezTo>
                    <a:cubicBezTo>
                      <a:pt x="4728" y="7897"/>
                      <a:pt x="4728" y="7897"/>
                      <a:pt x="4728" y="7897"/>
                    </a:cubicBezTo>
                    <a:cubicBezTo>
                      <a:pt x="4743" y="7884"/>
                      <a:pt x="4743" y="7884"/>
                      <a:pt x="4743" y="7884"/>
                    </a:cubicBezTo>
                    <a:cubicBezTo>
                      <a:pt x="4779" y="7899"/>
                      <a:pt x="4779" y="7899"/>
                      <a:pt x="4779" y="7899"/>
                    </a:cubicBezTo>
                    <a:cubicBezTo>
                      <a:pt x="4785" y="7901"/>
                      <a:pt x="4785" y="7901"/>
                      <a:pt x="4785" y="7901"/>
                    </a:cubicBezTo>
                    <a:cubicBezTo>
                      <a:pt x="4785" y="7917"/>
                      <a:pt x="4785" y="7917"/>
                      <a:pt x="4785" y="7917"/>
                    </a:cubicBezTo>
                    <a:cubicBezTo>
                      <a:pt x="4809" y="7928"/>
                      <a:pt x="4809" y="7928"/>
                      <a:pt x="4809" y="7928"/>
                    </a:cubicBezTo>
                    <a:cubicBezTo>
                      <a:pt x="4850" y="7930"/>
                      <a:pt x="4850" y="7930"/>
                      <a:pt x="4850" y="7930"/>
                    </a:cubicBezTo>
                    <a:cubicBezTo>
                      <a:pt x="4858" y="7937"/>
                      <a:pt x="4858" y="7937"/>
                      <a:pt x="4858" y="7937"/>
                    </a:cubicBezTo>
                    <a:cubicBezTo>
                      <a:pt x="4872" y="7922"/>
                      <a:pt x="4872" y="7922"/>
                      <a:pt x="4872" y="7922"/>
                    </a:cubicBezTo>
                    <a:cubicBezTo>
                      <a:pt x="4895" y="7929"/>
                      <a:pt x="4895" y="7929"/>
                      <a:pt x="4895" y="7929"/>
                    </a:cubicBezTo>
                    <a:cubicBezTo>
                      <a:pt x="4898" y="7919"/>
                      <a:pt x="4898" y="7919"/>
                      <a:pt x="4898" y="7919"/>
                    </a:cubicBezTo>
                    <a:cubicBezTo>
                      <a:pt x="4911" y="7906"/>
                      <a:pt x="4911" y="7906"/>
                      <a:pt x="4911" y="7906"/>
                    </a:cubicBezTo>
                    <a:cubicBezTo>
                      <a:pt x="4913" y="7883"/>
                      <a:pt x="4913" y="7883"/>
                      <a:pt x="4913" y="7883"/>
                    </a:cubicBezTo>
                    <a:cubicBezTo>
                      <a:pt x="4920" y="7856"/>
                      <a:pt x="4920" y="7856"/>
                      <a:pt x="4920" y="7856"/>
                    </a:cubicBezTo>
                    <a:cubicBezTo>
                      <a:pt x="4922" y="7824"/>
                      <a:pt x="4922" y="7824"/>
                      <a:pt x="4922" y="7824"/>
                    </a:cubicBezTo>
                    <a:cubicBezTo>
                      <a:pt x="4936" y="7815"/>
                      <a:pt x="4936" y="7815"/>
                      <a:pt x="4936" y="7815"/>
                    </a:cubicBezTo>
                    <a:cubicBezTo>
                      <a:pt x="4956" y="7783"/>
                      <a:pt x="4956" y="7783"/>
                      <a:pt x="4956" y="7783"/>
                    </a:cubicBezTo>
                    <a:cubicBezTo>
                      <a:pt x="4972" y="7745"/>
                      <a:pt x="4972" y="7745"/>
                      <a:pt x="4972" y="7745"/>
                    </a:cubicBezTo>
                    <a:cubicBezTo>
                      <a:pt x="4978" y="7692"/>
                      <a:pt x="4978" y="7692"/>
                      <a:pt x="4978" y="7692"/>
                    </a:cubicBezTo>
                    <a:lnTo>
                      <a:pt x="4972" y="7692"/>
                    </a:lnTo>
                    <a:close/>
                    <a:moveTo>
                      <a:pt x="1460" y="3349"/>
                    </a:moveTo>
                    <a:cubicBezTo>
                      <a:pt x="1456" y="3351"/>
                      <a:pt x="1453" y="3355"/>
                      <a:pt x="1449" y="3353"/>
                    </a:cubicBezTo>
                    <a:cubicBezTo>
                      <a:pt x="1443" y="3351"/>
                      <a:pt x="1446" y="3344"/>
                      <a:pt x="1447" y="3340"/>
                    </a:cubicBezTo>
                    <a:cubicBezTo>
                      <a:pt x="1450" y="3329"/>
                      <a:pt x="1453" y="3317"/>
                      <a:pt x="1446" y="3306"/>
                    </a:cubicBezTo>
                    <a:cubicBezTo>
                      <a:pt x="1443" y="3302"/>
                      <a:pt x="1444" y="3297"/>
                      <a:pt x="1442" y="3292"/>
                    </a:cubicBezTo>
                    <a:cubicBezTo>
                      <a:pt x="1440" y="3288"/>
                      <a:pt x="1439" y="3285"/>
                      <a:pt x="1437" y="3281"/>
                    </a:cubicBezTo>
                    <a:cubicBezTo>
                      <a:pt x="1436" y="3277"/>
                      <a:pt x="1434" y="3272"/>
                      <a:pt x="1435" y="3268"/>
                    </a:cubicBezTo>
                    <a:cubicBezTo>
                      <a:pt x="1436" y="3264"/>
                      <a:pt x="1440" y="3262"/>
                      <a:pt x="1443" y="3260"/>
                    </a:cubicBezTo>
                    <a:cubicBezTo>
                      <a:pt x="1449" y="3255"/>
                      <a:pt x="1457" y="3251"/>
                      <a:pt x="1465" y="3251"/>
                    </a:cubicBezTo>
                    <a:cubicBezTo>
                      <a:pt x="1476" y="3251"/>
                      <a:pt x="1465" y="3264"/>
                      <a:pt x="1463" y="3269"/>
                    </a:cubicBezTo>
                    <a:cubicBezTo>
                      <a:pt x="1458" y="3277"/>
                      <a:pt x="1459" y="3284"/>
                      <a:pt x="1461" y="3294"/>
                    </a:cubicBezTo>
                    <a:cubicBezTo>
                      <a:pt x="1461" y="3298"/>
                      <a:pt x="1461" y="3302"/>
                      <a:pt x="1463" y="3306"/>
                    </a:cubicBezTo>
                    <a:cubicBezTo>
                      <a:pt x="1465" y="3309"/>
                      <a:pt x="1467" y="3312"/>
                      <a:pt x="1469" y="3315"/>
                    </a:cubicBezTo>
                    <a:cubicBezTo>
                      <a:pt x="1474" y="3321"/>
                      <a:pt x="1481" y="3327"/>
                      <a:pt x="1480" y="3335"/>
                    </a:cubicBezTo>
                    <a:cubicBezTo>
                      <a:pt x="1479" y="3346"/>
                      <a:pt x="1467" y="3345"/>
                      <a:pt x="1460" y="3349"/>
                    </a:cubicBezTo>
                    <a:close/>
                    <a:moveTo>
                      <a:pt x="1576" y="3540"/>
                    </a:moveTo>
                    <a:cubicBezTo>
                      <a:pt x="1569" y="3542"/>
                      <a:pt x="1562" y="3542"/>
                      <a:pt x="1556" y="3545"/>
                    </a:cubicBezTo>
                    <a:cubicBezTo>
                      <a:pt x="1546" y="3549"/>
                      <a:pt x="1552" y="3535"/>
                      <a:pt x="1554" y="3533"/>
                    </a:cubicBezTo>
                    <a:cubicBezTo>
                      <a:pt x="1561" y="3525"/>
                      <a:pt x="1561" y="3516"/>
                      <a:pt x="1557" y="3507"/>
                    </a:cubicBezTo>
                    <a:cubicBezTo>
                      <a:pt x="1556" y="3504"/>
                      <a:pt x="1553" y="3503"/>
                      <a:pt x="1551" y="3500"/>
                    </a:cubicBezTo>
                    <a:cubicBezTo>
                      <a:pt x="1550" y="3498"/>
                      <a:pt x="1551" y="3490"/>
                      <a:pt x="1547" y="3493"/>
                    </a:cubicBezTo>
                    <a:cubicBezTo>
                      <a:pt x="1544" y="3494"/>
                      <a:pt x="1541" y="3497"/>
                      <a:pt x="1538" y="3499"/>
                    </a:cubicBezTo>
                    <a:cubicBezTo>
                      <a:pt x="1536" y="3502"/>
                      <a:pt x="1533" y="3503"/>
                      <a:pt x="1530" y="3505"/>
                    </a:cubicBezTo>
                    <a:cubicBezTo>
                      <a:pt x="1526" y="3507"/>
                      <a:pt x="1521" y="3511"/>
                      <a:pt x="1520" y="3503"/>
                    </a:cubicBezTo>
                    <a:cubicBezTo>
                      <a:pt x="1520" y="3499"/>
                      <a:pt x="1524" y="3495"/>
                      <a:pt x="1526" y="3491"/>
                    </a:cubicBezTo>
                    <a:cubicBezTo>
                      <a:pt x="1529" y="3485"/>
                      <a:pt x="1533" y="3473"/>
                      <a:pt x="1524" y="3469"/>
                    </a:cubicBezTo>
                    <a:cubicBezTo>
                      <a:pt x="1520" y="3468"/>
                      <a:pt x="1514" y="3470"/>
                      <a:pt x="1511" y="3467"/>
                    </a:cubicBezTo>
                    <a:cubicBezTo>
                      <a:pt x="1508" y="3465"/>
                      <a:pt x="1505" y="3458"/>
                      <a:pt x="1507" y="3455"/>
                    </a:cubicBezTo>
                    <a:cubicBezTo>
                      <a:pt x="1509" y="3450"/>
                      <a:pt x="1516" y="3452"/>
                      <a:pt x="1520" y="3450"/>
                    </a:cubicBezTo>
                    <a:cubicBezTo>
                      <a:pt x="1525" y="3448"/>
                      <a:pt x="1527" y="3444"/>
                      <a:pt x="1533" y="3444"/>
                    </a:cubicBezTo>
                    <a:cubicBezTo>
                      <a:pt x="1537" y="3457"/>
                      <a:pt x="1551" y="3450"/>
                      <a:pt x="1560" y="3454"/>
                    </a:cubicBezTo>
                    <a:cubicBezTo>
                      <a:pt x="1566" y="3457"/>
                      <a:pt x="1565" y="3464"/>
                      <a:pt x="1566" y="3470"/>
                    </a:cubicBezTo>
                    <a:cubicBezTo>
                      <a:pt x="1566" y="3475"/>
                      <a:pt x="1566" y="3480"/>
                      <a:pt x="1567" y="3485"/>
                    </a:cubicBezTo>
                    <a:cubicBezTo>
                      <a:pt x="1570" y="3497"/>
                      <a:pt x="1582" y="3503"/>
                      <a:pt x="1584" y="3515"/>
                    </a:cubicBezTo>
                    <a:cubicBezTo>
                      <a:pt x="1585" y="3525"/>
                      <a:pt x="1588" y="3536"/>
                      <a:pt x="1576" y="3540"/>
                    </a:cubicBezTo>
                    <a:close/>
                    <a:moveTo>
                      <a:pt x="690" y="4308"/>
                    </a:moveTo>
                    <a:cubicBezTo>
                      <a:pt x="689" y="4309"/>
                      <a:pt x="687" y="4311"/>
                      <a:pt x="685" y="4310"/>
                    </a:cubicBezTo>
                    <a:cubicBezTo>
                      <a:pt x="684" y="4307"/>
                      <a:pt x="684" y="4304"/>
                      <a:pt x="683" y="4301"/>
                    </a:cubicBezTo>
                    <a:cubicBezTo>
                      <a:pt x="682" y="4298"/>
                      <a:pt x="680" y="4295"/>
                      <a:pt x="678" y="4292"/>
                    </a:cubicBezTo>
                    <a:cubicBezTo>
                      <a:pt x="676" y="4290"/>
                      <a:pt x="674" y="4288"/>
                      <a:pt x="671" y="4291"/>
                    </a:cubicBezTo>
                    <a:cubicBezTo>
                      <a:pt x="668" y="4293"/>
                      <a:pt x="668" y="4295"/>
                      <a:pt x="664" y="4295"/>
                    </a:cubicBezTo>
                    <a:cubicBezTo>
                      <a:pt x="661" y="4295"/>
                      <a:pt x="658" y="4295"/>
                      <a:pt x="654" y="4295"/>
                    </a:cubicBezTo>
                    <a:cubicBezTo>
                      <a:pt x="650" y="4296"/>
                      <a:pt x="651" y="4298"/>
                      <a:pt x="649" y="4301"/>
                    </a:cubicBezTo>
                    <a:cubicBezTo>
                      <a:pt x="647" y="4304"/>
                      <a:pt x="643" y="4304"/>
                      <a:pt x="643" y="4308"/>
                    </a:cubicBezTo>
                    <a:cubicBezTo>
                      <a:pt x="642" y="4311"/>
                      <a:pt x="645" y="4315"/>
                      <a:pt x="645" y="4318"/>
                    </a:cubicBezTo>
                    <a:cubicBezTo>
                      <a:pt x="646" y="4322"/>
                      <a:pt x="645" y="4325"/>
                      <a:pt x="642" y="4326"/>
                    </a:cubicBezTo>
                    <a:cubicBezTo>
                      <a:pt x="638" y="4327"/>
                      <a:pt x="635" y="4325"/>
                      <a:pt x="634" y="4322"/>
                    </a:cubicBezTo>
                    <a:cubicBezTo>
                      <a:pt x="634" y="4318"/>
                      <a:pt x="633" y="4314"/>
                      <a:pt x="633" y="4311"/>
                    </a:cubicBezTo>
                    <a:cubicBezTo>
                      <a:pt x="632" y="4308"/>
                      <a:pt x="632" y="4302"/>
                      <a:pt x="629" y="4300"/>
                    </a:cubicBezTo>
                    <a:cubicBezTo>
                      <a:pt x="626" y="4298"/>
                      <a:pt x="625" y="4301"/>
                      <a:pt x="623" y="4303"/>
                    </a:cubicBezTo>
                    <a:cubicBezTo>
                      <a:pt x="621" y="4305"/>
                      <a:pt x="618" y="4305"/>
                      <a:pt x="615" y="4305"/>
                    </a:cubicBezTo>
                    <a:cubicBezTo>
                      <a:pt x="608" y="4305"/>
                      <a:pt x="601" y="4306"/>
                      <a:pt x="595" y="4305"/>
                    </a:cubicBezTo>
                    <a:cubicBezTo>
                      <a:pt x="586" y="4303"/>
                      <a:pt x="578" y="4297"/>
                      <a:pt x="569" y="4297"/>
                    </a:cubicBezTo>
                    <a:cubicBezTo>
                      <a:pt x="566" y="4297"/>
                      <a:pt x="560" y="4299"/>
                      <a:pt x="557" y="4300"/>
                    </a:cubicBezTo>
                    <a:cubicBezTo>
                      <a:pt x="556" y="4301"/>
                      <a:pt x="546" y="4305"/>
                      <a:pt x="546" y="4300"/>
                    </a:cubicBezTo>
                    <a:cubicBezTo>
                      <a:pt x="547" y="4298"/>
                      <a:pt x="553" y="4297"/>
                      <a:pt x="555" y="4296"/>
                    </a:cubicBezTo>
                    <a:cubicBezTo>
                      <a:pt x="557" y="4295"/>
                      <a:pt x="557" y="4294"/>
                      <a:pt x="559" y="4292"/>
                    </a:cubicBezTo>
                    <a:cubicBezTo>
                      <a:pt x="560" y="4289"/>
                      <a:pt x="562" y="4290"/>
                      <a:pt x="564" y="4289"/>
                    </a:cubicBezTo>
                    <a:cubicBezTo>
                      <a:pt x="569" y="4287"/>
                      <a:pt x="567" y="4280"/>
                      <a:pt x="572" y="4277"/>
                    </a:cubicBezTo>
                    <a:cubicBezTo>
                      <a:pt x="575" y="4276"/>
                      <a:pt x="577" y="4276"/>
                      <a:pt x="579" y="4273"/>
                    </a:cubicBezTo>
                    <a:cubicBezTo>
                      <a:pt x="580" y="4272"/>
                      <a:pt x="581" y="4270"/>
                      <a:pt x="582" y="4268"/>
                    </a:cubicBezTo>
                    <a:cubicBezTo>
                      <a:pt x="583" y="4263"/>
                      <a:pt x="579" y="4256"/>
                      <a:pt x="583" y="4252"/>
                    </a:cubicBezTo>
                    <a:cubicBezTo>
                      <a:pt x="586" y="4249"/>
                      <a:pt x="591" y="4250"/>
                      <a:pt x="594" y="4251"/>
                    </a:cubicBezTo>
                    <a:cubicBezTo>
                      <a:pt x="599" y="4253"/>
                      <a:pt x="601" y="4252"/>
                      <a:pt x="604" y="4248"/>
                    </a:cubicBezTo>
                    <a:cubicBezTo>
                      <a:pt x="606" y="4245"/>
                      <a:pt x="608" y="4238"/>
                      <a:pt x="608" y="4234"/>
                    </a:cubicBezTo>
                    <a:cubicBezTo>
                      <a:pt x="609" y="4228"/>
                      <a:pt x="608" y="4222"/>
                      <a:pt x="607" y="4216"/>
                    </a:cubicBezTo>
                    <a:cubicBezTo>
                      <a:pt x="607" y="4213"/>
                      <a:pt x="606" y="4203"/>
                      <a:pt x="611" y="4204"/>
                    </a:cubicBezTo>
                    <a:cubicBezTo>
                      <a:pt x="612" y="4207"/>
                      <a:pt x="613" y="4209"/>
                      <a:pt x="613" y="4212"/>
                    </a:cubicBezTo>
                    <a:cubicBezTo>
                      <a:pt x="614" y="4215"/>
                      <a:pt x="614" y="4218"/>
                      <a:pt x="614" y="4221"/>
                    </a:cubicBezTo>
                    <a:cubicBezTo>
                      <a:pt x="614" y="4223"/>
                      <a:pt x="615" y="4236"/>
                      <a:pt x="619" y="4236"/>
                    </a:cubicBezTo>
                    <a:cubicBezTo>
                      <a:pt x="620" y="4236"/>
                      <a:pt x="621" y="4234"/>
                      <a:pt x="622" y="4234"/>
                    </a:cubicBezTo>
                    <a:cubicBezTo>
                      <a:pt x="623" y="4233"/>
                      <a:pt x="624" y="4233"/>
                      <a:pt x="625" y="4233"/>
                    </a:cubicBezTo>
                    <a:cubicBezTo>
                      <a:pt x="628" y="4233"/>
                      <a:pt x="630" y="4234"/>
                      <a:pt x="632" y="4236"/>
                    </a:cubicBezTo>
                    <a:cubicBezTo>
                      <a:pt x="634" y="4238"/>
                      <a:pt x="636" y="4239"/>
                      <a:pt x="639" y="4240"/>
                    </a:cubicBezTo>
                    <a:cubicBezTo>
                      <a:pt x="641" y="4241"/>
                      <a:pt x="644" y="4241"/>
                      <a:pt x="645" y="4244"/>
                    </a:cubicBezTo>
                    <a:cubicBezTo>
                      <a:pt x="645" y="4248"/>
                      <a:pt x="642" y="4248"/>
                      <a:pt x="642" y="4251"/>
                    </a:cubicBezTo>
                    <a:cubicBezTo>
                      <a:pt x="642" y="4253"/>
                      <a:pt x="646" y="4255"/>
                      <a:pt x="647" y="4256"/>
                    </a:cubicBezTo>
                    <a:cubicBezTo>
                      <a:pt x="652" y="4257"/>
                      <a:pt x="649" y="4252"/>
                      <a:pt x="650" y="4249"/>
                    </a:cubicBezTo>
                    <a:cubicBezTo>
                      <a:pt x="651" y="4246"/>
                      <a:pt x="655" y="4246"/>
                      <a:pt x="658" y="4247"/>
                    </a:cubicBezTo>
                    <a:cubicBezTo>
                      <a:pt x="664" y="4249"/>
                      <a:pt x="666" y="4251"/>
                      <a:pt x="666" y="4257"/>
                    </a:cubicBezTo>
                    <a:cubicBezTo>
                      <a:pt x="666" y="4262"/>
                      <a:pt x="665" y="4270"/>
                      <a:pt x="667" y="4273"/>
                    </a:cubicBezTo>
                    <a:cubicBezTo>
                      <a:pt x="669" y="4276"/>
                      <a:pt x="671" y="4277"/>
                      <a:pt x="672" y="4280"/>
                    </a:cubicBezTo>
                    <a:cubicBezTo>
                      <a:pt x="674" y="4283"/>
                      <a:pt x="674" y="4284"/>
                      <a:pt x="677" y="4284"/>
                    </a:cubicBezTo>
                    <a:cubicBezTo>
                      <a:pt x="680" y="4285"/>
                      <a:pt x="683" y="4285"/>
                      <a:pt x="686" y="4287"/>
                    </a:cubicBezTo>
                    <a:cubicBezTo>
                      <a:pt x="687" y="4288"/>
                      <a:pt x="690" y="4291"/>
                      <a:pt x="690" y="4293"/>
                    </a:cubicBezTo>
                    <a:cubicBezTo>
                      <a:pt x="683" y="4295"/>
                      <a:pt x="689" y="4299"/>
                      <a:pt x="690" y="4302"/>
                    </a:cubicBezTo>
                    <a:cubicBezTo>
                      <a:pt x="691" y="4304"/>
                      <a:pt x="691" y="4306"/>
                      <a:pt x="690" y="4308"/>
                    </a:cubicBezTo>
                    <a:close/>
                    <a:moveTo>
                      <a:pt x="896" y="4493"/>
                    </a:moveTo>
                    <a:cubicBezTo>
                      <a:pt x="898" y="4490"/>
                      <a:pt x="901" y="4489"/>
                      <a:pt x="904" y="4490"/>
                    </a:cubicBezTo>
                    <a:cubicBezTo>
                      <a:pt x="906" y="4491"/>
                      <a:pt x="909" y="4494"/>
                      <a:pt x="912" y="4494"/>
                    </a:cubicBezTo>
                    <a:cubicBezTo>
                      <a:pt x="915" y="4494"/>
                      <a:pt x="916" y="4490"/>
                      <a:pt x="918" y="4487"/>
                    </a:cubicBezTo>
                    <a:cubicBezTo>
                      <a:pt x="920" y="4485"/>
                      <a:pt x="922" y="4485"/>
                      <a:pt x="925" y="4485"/>
                    </a:cubicBezTo>
                    <a:cubicBezTo>
                      <a:pt x="927" y="4486"/>
                      <a:pt x="929" y="4485"/>
                      <a:pt x="931" y="4485"/>
                    </a:cubicBezTo>
                    <a:cubicBezTo>
                      <a:pt x="932" y="4485"/>
                      <a:pt x="934" y="4485"/>
                      <a:pt x="935" y="4484"/>
                    </a:cubicBezTo>
                    <a:cubicBezTo>
                      <a:pt x="938" y="4483"/>
                      <a:pt x="939" y="4481"/>
                      <a:pt x="939" y="4478"/>
                    </a:cubicBezTo>
                    <a:cubicBezTo>
                      <a:pt x="939" y="4475"/>
                      <a:pt x="938" y="4474"/>
                      <a:pt x="937" y="4473"/>
                    </a:cubicBezTo>
                    <a:cubicBezTo>
                      <a:pt x="934" y="4470"/>
                      <a:pt x="930" y="4467"/>
                      <a:pt x="930" y="4463"/>
                    </a:cubicBezTo>
                    <a:cubicBezTo>
                      <a:pt x="930" y="4461"/>
                      <a:pt x="931" y="4460"/>
                      <a:pt x="931" y="4458"/>
                    </a:cubicBezTo>
                    <a:cubicBezTo>
                      <a:pt x="931" y="4456"/>
                      <a:pt x="932" y="4454"/>
                      <a:pt x="933" y="4452"/>
                    </a:cubicBezTo>
                    <a:cubicBezTo>
                      <a:pt x="935" y="4449"/>
                      <a:pt x="938" y="4447"/>
                      <a:pt x="936" y="4444"/>
                    </a:cubicBezTo>
                    <a:cubicBezTo>
                      <a:pt x="934" y="4439"/>
                      <a:pt x="930" y="4436"/>
                      <a:pt x="926" y="4434"/>
                    </a:cubicBezTo>
                    <a:cubicBezTo>
                      <a:pt x="923" y="4431"/>
                      <a:pt x="920" y="4429"/>
                      <a:pt x="918" y="4425"/>
                    </a:cubicBezTo>
                    <a:cubicBezTo>
                      <a:pt x="917" y="4424"/>
                      <a:pt x="915" y="4420"/>
                      <a:pt x="918" y="4419"/>
                    </a:cubicBezTo>
                    <a:cubicBezTo>
                      <a:pt x="920" y="4419"/>
                      <a:pt x="925" y="4424"/>
                      <a:pt x="927" y="4425"/>
                    </a:cubicBezTo>
                    <a:cubicBezTo>
                      <a:pt x="930" y="4428"/>
                      <a:pt x="934" y="4430"/>
                      <a:pt x="937" y="4433"/>
                    </a:cubicBezTo>
                    <a:cubicBezTo>
                      <a:pt x="940" y="4434"/>
                      <a:pt x="941" y="4436"/>
                      <a:pt x="943" y="4439"/>
                    </a:cubicBezTo>
                    <a:cubicBezTo>
                      <a:pt x="944" y="4441"/>
                      <a:pt x="944" y="4444"/>
                      <a:pt x="944" y="4447"/>
                    </a:cubicBezTo>
                    <a:cubicBezTo>
                      <a:pt x="943" y="4450"/>
                      <a:pt x="941" y="4452"/>
                      <a:pt x="940" y="4455"/>
                    </a:cubicBezTo>
                    <a:cubicBezTo>
                      <a:pt x="936" y="4461"/>
                      <a:pt x="940" y="4469"/>
                      <a:pt x="945" y="4473"/>
                    </a:cubicBezTo>
                    <a:cubicBezTo>
                      <a:pt x="950" y="4477"/>
                      <a:pt x="958" y="4473"/>
                      <a:pt x="962" y="4479"/>
                    </a:cubicBezTo>
                    <a:cubicBezTo>
                      <a:pt x="964" y="4481"/>
                      <a:pt x="964" y="4484"/>
                      <a:pt x="963" y="4487"/>
                    </a:cubicBezTo>
                    <a:cubicBezTo>
                      <a:pt x="961" y="4489"/>
                      <a:pt x="958" y="4490"/>
                      <a:pt x="956" y="4492"/>
                    </a:cubicBezTo>
                    <a:cubicBezTo>
                      <a:pt x="948" y="4501"/>
                      <a:pt x="963" y="4508"/>
                      <a:pt x="969" y="4510"/>
                    </a:cubicBezTo>
                    <a:cubicBezTo>
                      <a:pt x="974" y="4513"/>
                      <a:pt x="980" y="4515"/>
                      <a:pt x="984" y="4519"/>
                    </a:cubicBezTo>
                    <a:cubicBezTo>
                      <a:pt x="988" y="4523"/>
                      <a:pt x="992" y="4526"/>
                      <a:pt x="997" y="4529"/>
                    </a:cubicBezTo>
                    <a:cubicBezTo>
                      <a:pt x="999" y="4531"/>
                      <a:pt x="1002" y="4533"/>
                      <a:pt x="1004" y="4536"/>
                    </a:cubicBezTo>
                    <a:cubicBezTo>
                      <a:pt x="1006" y="4538"/>
                      <a:pt x="1006" y="4541"/>
                      <a:pt x="1003" y="4541"/>
                    </a:cubicBezTo>
                    <a:cubicBezTo>
                      <a:pt x="1000" y="4540"/>
                      <a:pt x="998" y="4538"/>
                      <a:pt x="996" y="4537"/>
                    </a:cubicBezTo>
                    <a:cubicBezTo>
                      <a:pt x="993" y="4534"/>
                      <a:pt x="990" y="4532"/>
                      <a:pt x="987" y="4529"/>
                    </a:cubicBezTo>
                    <a:cubicBezTo>
                      <a:pt x="983" y="4525"/>
                      <a:pt x="980" y="4519"/>
                      <a:pt x="974" y="4517"/>
                    </a:cubicBezTo>
                    <a:cubicBezTo>
                      <a:pt x="966" y="4513"/>
                      <a:pt x="958" y="4520"/>
                      <a:pt x="955" y="4527"/>
                    </a:cubicBezTo>
                    <a:cubicBezTo>
                      <a:pt x="954" y="4529"/>
                      <a:pt x="953" y="4534"/>
                      <a:pt x="950" y="4535"/>
                    </a:cubicBezTo>
                    <a:cubicBezTo>
                      <a:pt x="948" y="4536"/>
                      <a:pt x="946" y="4533"/>
                      <a:pt x="946" y="4531"/>
                    </a:cubicBezTo>
                    <a:cubicBezTo>
                      <a:pt x="944" y="4523"/>
                      <a:pt x="952" y="4515"/>
                      <a:pt x="947" y="4508"/>
                    </a:cubicBezTo>
                    <a:cubicBezTo>
                      <a:pt x="943" y="4503"/>
                      <a:pt x="938" y="4499"/>
                      <a:pt x="933" y="4496"/>
                    </a:cubicBezTo>
                    <a:cubicBezTo>
                      <a:pt x="930" y="4493"/>
                      <a:pt x="926" y="4492"/>
                      <a:pt x="923" y="4495"/>
                    </a:cubicBezTo>
                    <a:cubicBezTo>
                      <a:pt x="921" y="4498"/>
                      <a:pt x="920" y="4501"/>
                      <a:pt x="916" y="4500"/>
                    </a:cubicBezTo>
                    <a:cubicBezTo>
                      <a:pt x="911" y="4500"/>
                      <a:pt x="906" y="4498"/>
                      <a:pt x="902" y="4498"/>
                    </a:cubicBezTo>
                    <a:cubicBezTo>
                      <a:pt x="900" y="4498"/>
                      <a:pt x="898" y="4498"/>
                      <a:pt x="896" y="4498"/>
                    </a:cubicBezTo>
                    <a:cubicBezTo>
                      <a:pt x="895" y="4498"/>
                      <a:pt x="894" y="4499"/>
                      <a:pt x="893" y="4499"/>
                    </a:cubicBezTo>
                    <a:cubicBezTo>
                      <a:pt x="892" y="4497"/>
                      <a:pt x="895" y="4494"/>
                      <a:pt x="896" y="4493"/>
                    </a:cubicBezTo>
                    <a:close/>
                    <a:moveTo>
                      <a:pt x="988" y="4549"/>
                    </a:moveTo>
                    <a:cubicBezTo>
                      <a:pt x="987" y="4551"/>
                      <a:pt x="985" y="4552"/>
                      <a:pt x="983" y="4551"/>
                    </a:cubicBezTo>
                    <a:cubicBezTo>
                      <a:pt x="979" y="4550"/>
                      <a:pt x="975" y="4551"/>
                      <a:pt x="973" y="4547"/>
                    </a:cubicBezTo>
                    <a:cubicBezTo>
                      <a:pt x="973" y="4546"/>
                      <a:pt x="972" y="4545"/>
                      <a:pt x="971" y="4544"/>
                    </a:cubicBezTo>
                    <a:cubicBezTo>
                      <a:pt x="970" y="4543"/>
                      <a:pt x="968" y="4542"/>
                      <a:pt x="968" y="4540"/>
                    </a:cubicBezTo>
                    <a:cubicBezTo>
                      <a:pt x="966" y="4536"/>
                      <a:pt x="970" y="4536"/>
                      <a:pt x="973" y="4536"/>
                    </a:cubicBezTo>
                    <a:cubicBezTo>
                      <a:pt x="975" y="4537"/>
                      <a:pt x="976" y="4537"/>
                      <a:pt x="978" y="4538"/>
                    </a:cubicBezTo>
                    <a:cubicBezTo>
                      <a:pt x="980" y="4538"/>
                      <a:pt x="981" y="4540"/>
                      <a:pt x="982" y="4540"/>
                    </a:cubicBezTo>
                    <a:cubicBezTo>
                      <a:pt x="985" y="4541"/>
                      <a:pt x="988" y="4541"/>
                      <a:pt x="989" y="4545"/>
                    </a:cubicBezTo>
                    <a:cubicBezTo>
                      <a:pt x="989" y="4546"/>
                      <a:pt x="989" y="4548"/>
                      <a:pt x="988" y="4549"/>
                    </a:cubicBezTo>
                    <a:close/>
                    <a:moveTo>
                      <a:pt x="1012" y="4586"/>
                    </a:moveTo>
                    <a:cubicBezTo>
                      <a:pt x="1011" y="4588"/>
                      <a:pt x="1009" y="4587"/>
                      <a:pt x="1008" y="4587"/>
                    </a:cubicBezTo>
                    <a:cubicBezTo>
                      <a:pt x="1006" y="4587"/>
                      <a:pt x="1003" y="4587"/>
                      <a:pt x="1001" y="4587"/>
                    </a:cubicBezTo>
                    <a:cubicBezTo>
                      <a:pt x="1000" y="4587"/>
                      <a:pt x="999" y="4586"/>
                      <a:pt x="998" y="4584"/>
                    </a:cubicBezTo>
                    <a:cubicBezTo>
                      <a:pt x="996" y="4583"/>
                      <a:pt x="992" y="4578"/>
                      <a:pt x="989" y="4580"/>
                    </a:cubicBezTo>
                    <a:cubicBezTo>
                      <a:pt x="987" y="4581"/>
                      <a:pt x="986" y="4583"/>
                      <a:pt x="983" y="4583"/>
                    </a:cubicBezTo>
                    <a:cubicBezTo>
                      <a:pt x="980" y="4583"/>
                      <a:pt x="979" y="4581"/>
                      <a:pt x="976" y="4580"/>
                    </a:cubicBezTo>
                    <a:cubicBezTo>
                      <a:pt x="974" y="4578"/>
                      <a:pt x="971" y="4579"/>
                      <a:pt x="969" y="4580"/>
                    </a:cubicBezTo>
                    <a:cubicBezTo>
                      <a:pt x="966" y="4582"/>
                      <a:pt x="966" y="4584"/>
                      <a:pt x="968" y="4587"/>
                    </a:cubicBezTo>
                    <a:cubicBezTo>
                      <a:pt x="969" y="4589"/>
                      <a:pt x="971" y="4592"/>
                      <a:pt x="968" y="4593"/>
                    </a:cubicBezTo>
                    <a:cubicBezTo>
                      <a:pt x="960" y="4596"/>
                      <a:pt x="955" y="4585"/>
                      <a:pt x="947" y="4583"/>
                    </a:cubicBezTo>
                    <a:cubicBezTo>
                      <a:pt x="944" y="4582"/>
                      <a:pt x="942" y="4585"/>
                      <a:pt x="940" y="4587"/>
                    </a:cubicBezTo>
                    <a:cubicBezTo>
                      <a:pt x="937" y="4590"/>
                      <a:pt x="934" y="4594"/>
                      <a:pt x="932" y="4598"/>
                    </a:cubicBezTo>
                    <a:cubicBezTo>
                      <a:pt x="930" y="4601"/>
                      <a:pt x="927" y="4605"/>
                      <a:pt x="924" y="4602"/>
                    </a:cubicBezTo>
                    <a:cubicBezTo>
                      <a:pt x="921" y="4600"/>
                      <a:pt x="921" y="4597"/>
                      <a:pt x="919" y="4594"/>
                    </a:cubicBezTo>
                    <a:cubicBezTo>
                      <a:pt x="916" y="4586"/>
                      <a:pt x="906" y="4584"/>
                      <a:pt x="903" y="4576"/>
                    </a:cubicBezTo>
                    <a:cubicBezTo>
                      <a:pt x="901" y="4572"/>
                      <a:pt x="902" y="4568"/>
                      <a:pt x="903" y="4564"/>
                    </a:cubicBezTo>
                    <a:cubicBezTo>
                      <a:pt x="904" y="4560"/>
                      <a:pt x="905" y="4556"/>
                      <a:pt x="901" y="4554"/>
                    </a:cubicBezTo>
                    <a:cubicBezTo>
                      <a:pt x="898" y="4552"/>
                      <a:pt x="895" y="4551"/>
                      <a:pt x="893" y="4547"/>
                    </a:cubicBezTo>
                    <a:cubicBezTo>
                      <a:pt x="891" y="4544"/>
                      <a:pt x="891" y="4540"/>
                      <a:pt x="890" y="4537"/>
                    </a:cubicBezTo>
                    <a:cubicBezTo>
                      <a:pt x="888" y="4529"/>
                      <a:pt x="874" y="4525"/>
                      <a:pt x="878" y="4515"/>
                    </a:cubicBezTo>
                    <a:cubicBezTo>
                      <a:pt x="881" y="4515"/>
                      <a:pt x="882" y="4516"/>
                      <a:pt x="884" y="4518"/>
                    </a:cubicBezTo>
                    <a:cubicBezTo>
                      <a:pt x="887" y="4520"/>
                      <a:pt x="889" y="4523"/>
                      <a:pt x="891" y="4526"/>
                    </a:cubicBezTo>
                    <a:cubicBezTo>
                      <a:pt x="892" y="4528"/>
                      <a:pt x="894" y="4530"/>
                      <a:pt x="895" y="4533"/>
                    </a:cubicBezTo>
                    <a:cubicBezTo>
                      <a:pt x="895" y="4535"/>
                      <a:pt x="895" y="4536"/>
                      <a:pt x="896" y="4538"/>
                    </a:cubicBezTo>
                    <a:cubicBezTo>
                      <a:pt x="896" y="4539"/>
                      <a:pt x="897" y="4540"/>
                      <a:pt x="898" y="4541"/>
                    </a:cubicBezTo>
                    <a:cubicBezTo>
                      <a:pt x="899" y="4543"/>
                      <a:pt x="901" y="4545"/>
                      <a:pt x="902" y="4547"/>
                    </a:cubicBezTo>
                    <a:cubicBezTo>
                      <a:pt x="904" y="4549"/>
                      <a:pt x="906" y="4550"/>
                      <a:pt x="908" y="4552"/>
                    </a:cubicBezTo>
                    <a:cubicBezTo>
                      <a:pt x="911" y="4553"/>
                      <a:pt x="911" y="4555"/>
                      <a:pt x="911" y="4558"/>
                    </a:cubicBezTo>
                    <a:cubicBezTo>
                      <a:pt x="911" y="4560"/>
                      <a:pt x="910" y="4562"/>
                      <a:pt x="910" y="4564"/>
                    </a:cubicBezTo>
                    <a:cubicBezTo>
                      <a:pt x="911" y="4567"/>
                      <a:pt x="911" y="4570"/>
                      <a:pt x="911" y="4572"/>
                    </a:cubicBezTo>
                    <a:cubicBezTo>
                      <a:pt x="912" y="4576"/>
                      <a:pt x="914" y="4578"/>
                      <a:pt x="917" y="4581"/>
                    </a:cubicBezTo>
                    <a:cubicBezTo>
                      <a:pt x="918" y="4583"/>
                      <a:pt x="919" y="4583"/>
                      <a:pt x="921" y="4583"/>
                    </a:cubicBezTo>
                    <a:cubicBezTo>
                      <a:pt x="922" y="4584"/>
                      <a:pt x="924" y="4585"/>
                      <a:pt x="926" y="4585"/>
                    </a:cubicBezTo>
                    <a:cubicBezTo>
                      <a:pt x="927" y="4586"/>
                      <a:pt x="928" y="4586"/>
                      <a:pt x="929" y="4586"/>
                    </a:cubicBezTo>
                    <a:cubicBezTo>
                      <a:pt x="931" y="4585"/>
                      <a:pt x="933" y="4584"/>
                      <a:pt x="934" y="4583"/>
                    </a:cubicBezTo>
                    <a:cubicBezTo>
                      <a:pt x="936" y="4582"/>
                      <a:pt x="937" y="4580"/>
                      <a:pt x="939" y="4578"/>
                    </a:cubicBezTo>
                    <a:cubicBezTo>
                      <a:pt x="941" y="4577"/>
                      <a:pt x="944" y="4575"/>
                      <a:pt x="947" y="4575"/>
                    </a:cubicBezTo>
                    <a:cubicBezTo>
                      <a:pt x="950" y="4575"/>
                      <a:pt x="952" y="4578"/>
                      <a:pt x="954" y="4580"/>
                    </a:cubicBezTo>
                    <a:cubicBezTo>
                      <a:pt x="956" y="4582"/>
                      <a:pt x="959" y="4583"/>
                      <a:pt x="961" y="4583"/>
                    </a:cubicBezTo>
                    <a:cubicBezTo>
                      <a:pt x="965" y="4582"/>
                      <a:pt x="963" y="4579"/>
                      <a:pt x="963" y="4577"/>
                    </a:cubicBezTo>
                    <a:cubicBezTo>
                      <a:pt x="964" y="4574"/>
                      <a:pt x="968" y="4574"/>
                      <a:pt x="970" y="4573"/>
                    </a:cubicBezTo>
                    <a:cubicBezTo>
                      <a:pt x="972" y="4573"/>
                      <a:pt x="975" y="4574"/>
                      <a:pt x="977" y="4573"/>
                    </a:cubicBezTo>
                    <a:cubicBezTo>
                      <a:pt x="979" y="4572"/>
                      <a:pt x="980" y="4568"/>
                      <a:pt x="983" y="4569"/>
                    </a:cubicBezTo>
                    <a:cubicBezTo>
                      <a:pt x="983" y="4570"/>
                      <a:pt x="984" y="4572"/>
                      <a:pt x="985" y="4573"/>
                    </a:cubicBezTo>
                    <a:cubicBezTo>
                      <a:pt x="985" y="4574"/>
                      <a:pt x="988" y="4573"/>
                      <a:pt x="989" y="4573"/>
                    </a:cubicBezTo>
                    <a:cubicBezTo>
                      <a:pt x="991" y="4573"/>
                      <a:pt x="993" y="4572"/>
                      <a:pt x="995" y="4572"/>
                    </a:cubicBezTo>
                    <a:cubicBezTo>
                      <a:pt x="997" y="4573"/>
                      <a:pt x="997" y="4574"/>
                      <a:pt x="998" y="4576"/>
                    </a:cubicBezTo>
                    <a:cubicBezTo>
                      <a:pt x="1000" y="4579"/>
                      <a:pt x="1002" y="4581"/>
                      <a:pt x="1006" y="4581"/>
                    </a:cubicBezTo>
                    <a:cubicBezTo>
                      <a:pt x="1008" y="4581"/>
                      <a:pt x="1010" y="4581"/>
                      <a:pt x="1011" y="4582"/>
                    </a:cubicBezTo>
                    <a:cubicBezTo>
                      <a:pt x="1012" y="4583"/>
                      <a:pt x="1013" y="4585"/>
                      <a:pt x="1012" y="4586"/>
                    </a:cubicBezTo>
                    <a:close/>
                    <a:moveTo>
                      <a:pt x="1714" y="4162"/>
                    </a:moveTo>
                    <a:cubicBezTo>
                      <a:pt x="1711" y="4169"/>
                      <a:pt x="1710" y="4177"/>
                      <a:pt x="1710" y="4185"/>
                    </a:cubicBezTo>
                    <a:cubicBezTo>
                      <a:pt x="1710" y="4193"/>
                      <a:pt x="1711" y="4200"/>
                      <a:pt x="1711" y="4207"/>
                    </a:cubicBezTo>
                    <a:cubicBezTo>
                      <a:pt x="1712" y="4215"/>
                      <a:pt x="1712" y="4222"/>
                      <a:pt x="1710" y="4230"/>
                    </a:cubicBezTo>
                    <a:cubicBezTo>
                      <a:pt x="1709" y="4233"/>
                      <a:pt x="1708" y="4236"/>
                      <a:pt x="1707" y="4238"/>
                    </a:cubicBezTo>
                    <a:cubicBezTo>
                      <a:pt x="1706" y="4241"/>
                      <a:pt x="1704" y="4243"/>
                      <a:pt x="1702" y="4245"/>
                    </a:cubicBezTo>
                    <a:cubicBezTo>
                      <a:pt x="1698" y="4250"/>
                      <a:pt x="1697" y="4255"/>
                      <a:pt x="1697" y="4261"/>
                    </a:cubicBezTo>
                    <a:cubicBezTo>
                      <a:pt x="1697" y="4265"/>
                      <a:pt x="1696" y="4267"/>
                      <a:pt x="1696" y="4271"/>
                    </a:cubicBezTo>
                    <a:cubicBezTo>
                      <a:pt x="1695" y="4274"/>
                      <a:pt x="1694" y="4278"/>
                      <a:pt x="1692" y="4281"/>
                    </a:cubicBezTo>
                    <a:cubicBezTo>
                      <a:pt x="1690" y="4284"/>
                      <a:pt x="1689" y="4286"/>
                      <a:pt x="1687" y="4288"/>
                    </a:cubicBezTo>
                    <a:cubicBezTo>
                      <a:pt x="1685" y="4290"/>
                      <a:pt x="1682" y="4292"/>
                      <a:pt x="1679" y="4294"/>
                    </a:cubicBezTo>
                    <a:cubicBezTo>
                      <a:pt x="1674" y="4298"/>
                      <a:pt x="1668" y="4301"/>
                      <a:pt x="1662" y="4305"/>
                    </a:cubicBezTo>
                    <a:cubicBezTo>
                      <a:pt x="1656" y="4309"/>
                      <a:pt x="1652" y="4312"/>
                      <a:pt x="1651" y="4319"/>
                    </a:cubicBezTo>
                    <a:cubicBezTo>
                      <a:pt x="1651" y="4322"/>
                      <a:pt x="1652" y="4326"/>
                      <a:pt x="1651" y="4329"/>
                    </a:cubicBezTo>
                    <a:cubicBezTo>
                      <a:pt x="1650" y="4333"/>
                      <a:pt x="1650" y="4337"/>
                      <a:pt x="1650" y="4341"/>
                    </a:cubicBezTo>
                    <a:cubicBezTo>
                      <a:pt x="1650" y="4349"/>
                      <a:pt x="1649" y="4353"/>
                      <a:pt x="1645" y="4359"/>
                    </a:cubicBezTo>
                    <a:cubicBezTo>
                      <a:pt x="1644" y="4362"/>
                      <a:pt x="1642" y="4364"/>
                      <a:pt x="1641" y="4366"/>
                    </a:cubicBezTo>
                    <a:cubicBezTo>
                      <a:pt x="1640" y="4370"/>
                      <a:pt x="1637" y="4374"/>
                      <a:pt x="1636" y="4378"/>
                    </a:cubicBezTo>
                    <a:cubicBezTo>
                      <a:pt x="1634" y="4382"/>
                      <a:pt x="1634" y="4387"/>
                      <a:pt x="1634" y="4392"/>
                    </a:cubicBezTo>
                    <a:cubicBezTo>
                      <a:pt x="1634" y="4395"/>
                      <a:pt x="1637" y="4398"/>
                      <a:pt x="1638" y="4402"/>
                    </a:cubicBezTo>
                    <a:cubicBezTo>
                      <a:pt x="1640" y="4405"/>
                      <a:pt x="1640" y="4408"/>
                      <a:pt x="1639" y="4411"/>
                    </a:cubicBezTo>
                    <a:cubicBezTo>
                      <a:pt x="1639" y="4414"/>
                      <a:pt x="1638" y="4418"/>
                      <a:pt x="1637" y="4420"/>
                    </a:cubicBezTo>
                    <a:cubicBezTo>
                      <a:pt x="1635" y="4423"/>
                      <a:pt x="1631" y="4424"/>
                      <a:pt x="1629" y="4428"/>
                    </a:cubicBezTo>
                    <a:cubicBezTo>
                      <a:pt x="1627" y="4431"/>
                      <a:pt x="1628" y="4434"/>
                      <a:pt x="1627" y="4437"/>
                    </a:cubicBezTo>
                    <a:cubicBezTo>
                      <a:pt x="1626" y="4440"/>
                      <a:pt x="1622" y="4441"/>
                      <a:pt x="1621" y="4444"/>
                    </a:cubicBezTo>
                    <a:cubicBezTo>
                      <a:pt x="1618" y="4447"/>
                      <a:pt x="1617" y="4450"/>
                      <a:pt x="1613" y="4452"/>
                    </a:cubicBezTo>
                    <a:cubicBezTo>
                      <a:pt x="1610" y="4454"/>
                      <a:pt x="1607" y="4458"/>
                      <a:pt x="1606" y="4461"/>
                    </a:cubicBezTo>
                    <a:cubicBezTo>
                      <a:pt x="1605" y="4465"/>
                      <a:pt x="1610" y="4466"/>
                      <a:pt x="1611" y="4469"/>
                    </a:cubicBezTo>
                    <a:cubicBezTo>
                      <a:pt x="1611" y="4473"/>
                      <a:pt x="1611" y="4479"/>
                      <a:pt x="1606" y="4480"/>
                    </a:cubicBezTo>
                    <a:cubicBezTo>
                      <a:pt x="1604" y="4480"/>
                      <a:pt x="1601" y="4479"/>
                      <a:pt x="1599" y="4480"/>
                    </a:cubicBezTo>
                    <a:cubicBezTo>
                      <a:pt x="1598" y="4481"/>
                      <a:pt x="1598" y="4483"/>
                      <a:pt x="1598" y="4485"/>
                    </a:cubicBezTo>
                    <a:cubicBezTo>
                      <a:pt x="1597" y="4490"/>
                      <a:pt x="1592" y="4490"/>
                      <a:pt x="1591" y="4485"/>
                    </a:cubicBezTo>
                    <a:cubicBezTo>
                      <a:pt x="1590" y="4483"/>
                      <a:pt x="1591" y="4482"/>
                      <a:pt x="1590" y="4480"/>
                    </a:cubicBezTo>
                    <a:cubicBezTo>
                      <a:pt x="1589" y="4478"/>
                      <a:pt x="1588" y="4478"/>
                      <a:pt x="1586" y="4477"/>
                    </a:cubicBezTo>
                    <a:cubicBezTo>
                      <a:pt x="1583" y="4476"/>
                      <a:pt x="1580" y="4472"/>
                      <a:pt x="1579" y="4477"/>
                    </a:cubicBezTo>
                    <a:cubicBezTo>
                      <a:pt x="1579" y="4479"/>
                      <a:pt x="1579" y="4482"/>
                      <a:pt x="1576" y="4482"/>
                    </a:cubicBezTo>
                    <a:cubicBezTo>
                      <a:pt x="1574" y="4482"/>
                      <a:pt x="1574" y="4479"/>
                      <a:pt x="1573" y="4477"/>
                    </a:cubicBezTo>
                    <a:cubicBezTo>
                      <a:pt x="1573" y="4472"/>
                      <a:pt x="1569" y="4476"/>
                      <a:pt x="1566" y="4474"/>
                    </a:cubicBezTo>
                    <a:cubicBezTo>
                      <a:pt x="1565" y="4473"/>
                      <a:pt x="1565" y="4472"/>
                      <a:pt x="1563" y="4471"/>
                    </a:cubicBezTo>
                    <a:cubicBezTo>
                      <a:pt x="1561" y="4471"/>
                      <a:pt x="1559" y="4470"/>
                      <a:pt x="1558" y="4471"/>
                    </a:cubicBezTo>
                    <a:cubicBezTo>
                      <a:pt x="1556" y="4471"/>
                      <a:pt x="1554" y="4472"/>
                      <a:pt x="1555" y="4474"/>
                    </a:cubicBezTo>
                    <a:cubicBezTo>
                      <a:pt x="1556" y="4475"/>
                      <a:pt x="1558" y="4475"/>
                      <a:pt x="1559" y="4476"/>
                    </a:cubicBezTo>
                    <a:cubicBezTo>
                      <a:pt x="1558" y="4478"/>
                      <a:pt x="1557" y="4479"/>
                      <a:pt x="1554" y="4478"/>
                    </a:cubicBezTo>
                    <a:cubicBezTo>
                      <a:pt x="1553" y="4478"/>
                      <a:pt x="1548" y="4476"/>
                      <a:pt x="1547" y="4477"/>
                    </a:cubicBezTo>
                    <a:cubicBezTo>
                      <a:pt x="1545" y="4479"/>
                      <a:pt x="1547" y="4480"/>
                      <a:pt x="1548" y="4481"/>
                    </a:cubicBezTo>
                    <a:cubicBezTo>
                      <a:pt x="1550" y="4483"/>
                      <a:pt x="1551" y="4484"/>
                      <a:pt x="1552" y="4486"/>
                    </a:cubicBezTo>
                    <a:cubicBezTo>
                      <a:pt x="1553" y="4487"/>
                      <a:pt x="1555" y="4488"/>
                      <a:pt x="1557" y="4488"/>
                    </a:cubicBezTo>
                    <a:cubicBezTo>
                      <a:pt x="1563" y="4489"/>
                      <a:pt x="1564" y="4500"/>
                      <a:pt x="1558" y="4501"/>
                    </a:cubicBezTo>
                    <a:cubicBezTo>
                      <a:pt x="1555" y="4501"/>
                      <a:pt x="1552" y="4500"/>
                      <a:pt x="1549" y="4503"/>
                    </a:cubicBezTo>
                    <a:cubicBezTo>
                      <a:pt x="1548" y="4504"/>
                      <a:pt x="1548" y="4507"/>
                      <a:pt x="1546" y="4507"/>
                    </a:cubicBezTo>
                    <a:cubicBezTo>
                      <a:pt x="1544" y="4507"/>
                      <a:pt x="1543" y="4503"/>
                      <a:pt x="1540" y="4505"/>
                    </a:cubicBezTo>
                    <a:cubicBezTo>
                      <a:pt x="1538" y="4507"/>
                      <a:pt x="1540" y="4510"/>
                      <a:pt x="1538" y="4512"/>
                    </a:cubicBezTo>
                    <a:cubicBezTo>
                      <a:pt x="1537" y="4514"/>
                      <a:pt x="1535" y="4513"/>
                      <a:pt x="1533" y="4515"/>
                    </a:cubicBezTo>
                    <a:cubicBezTo>
                      <a:pt x="1531" y="4516"/>
                      <a:pt x="1531" y="4519"/>
                      <a:pt x="1532" y="4521"/>
                    </a:cubicBezTo>
                    <a:cubicBezTo>
                      <a:pt x="1534" y="4524"/>
                      <a:pt x="1542" y="4529"/>
                      <a:pt x="1534" y="4531"/>
                    </a:cubicBezTo>
                    <a:cubicBezTo>
                      <a:pt x="1530" y="4532"/>
                      <a:pt x="1524" y="4530"/>
                      <a:pt x="1521" y="4534"/>
                    </a:cubicBezTo>
                    <a:cubicBezTo>
                      <a:pt x="1520" y="4536"/>
                      <a:pt x="1520" y="4538"/>
                      <a:pt x="1519" y="4540"/>
                    </a:cubicBezTo>
                    <a:cubicBezTo>
                      <a:pt x="1517" y="4542"/>
                      <a:pt x="1515" y="4542"/>
                      <a:pt x="1513" y="4543"/>
                    </a:cubicBezTo>
                    <a:cubicBezTo>
                      <a:pt x="1512" y="4544"/>
                      <a:pt x="1511" y="4546"/>
                      <a:pt x="1509" y="4546"/>
                    </a:cubicBezTo>
                    <a:cubicBezTo>
                      <a:pt x="1507" y="4548"/>
                      <a:pt x="1505" y="4546"/>
                      <a:pt x="1503" y="4547"/>
                    </a:cubicBezTo>
                    <a:cubicBezTo>
                      <a:pt x="1500" y="4547"/>
                      <a:pt x="1499" y="4549"/>
                      <a:pt x="1497" y="4551"/>
                    </a:cubicBezTo>
                    <a:cubicBezTo>
                      <a:pt x="1496" y="4552"/>
                      <a:pt x="1494" y="4553"/>
                      <a:pt x="1492" y="4555"/>
                    </a:cubicBezTo>
                    <a:cubicBezTo>
                      <a:pt x="1491" y="4555"/>
                      <a:pt x="1489" y="4557"/>
                      <a:pt x="1488" y="4558"/>
                    </a:cubicBezTo>
                    <a:cubicBezTo>
                      <a:pt x="1486" y="4559"/>
                      <a:pt x="1484" y="4559"/>
                      <a:pt x="1482" y="4559"/>
                    </a:cubicBezTo>
                    <a:cubicBezTo>
                      <a:pt x="1480" y="4559"/>
                      <a:pt x="1473" y="4561"/>
                      <a:pt x="1476" y="4565"/>
                    </a:cubicBezTo>
                    <a:cubicBezTo>
                      <a:pt x="1477" y="4567"/>
                      <a:pt x="1479" y="4568"/>
                      <a:pt x="1479" y="4570"/>
                    </a:cubicBezTo>
                    <a:cubicBezTo>
                      <a:pt x="1479" y="4571"/>
                      <a:pt x="1478" y="4573"/>
                      <a:pt x="1477" y="4574"/>
                    </a:cubicBezTo>
                    <a:cubicBezTo>
                      <a:pt x="1474" y="4577"/>
                      <a:pt x="1467" y="4573"/>
                      <a:pt x="1466" y="4577"/>
                    </a:cubicBezTo>
                    <a:cubicBezTo>
                      <a:pt x="1465" y="4579"/>
                      <a:pt x="1466" y="4582"/>
                      <a:pt x="1464" y="4583"/>
                    </a:cubicBezTo>
                    <a:cubicBezTo>
                      <a:pt x="1462" y="4584"/>
                      <a:pt x="1459" y="4582"/>
                      <a:pt x="1458" y="4580"/>
                    </a:cubicBezTo>
                    <a:cubicBezTo>
                      <a:pt x="1456" y="4579"/>
                      <a:pt x="1456" y="4579"/>
                      <a:pt x="1454" y="4581"/>
                    </a:cubicBezTo>
                    <a:cubicBezTo>
                      <a:pt x="1452" y="4582"/>
                      <a:pt x="1451" y="4584"/>
                      <a:pt x="1449" y="4582"/>
                    </a:cubicBezTo>
                    <a:cubicBezTo>
                      <a:pt x="1448" y="4580"/>
                      <a:pt x="1449" y="4578"/>
                      <a:pt x="1446" y="4577"/>
                    </a:cubicBezTo>
                    <a:cubicBezTo>
                      <a:pt x="1444" y="4577"/>
                      <a:pt x="1442" y="4578"/>
                      <a:pt x="1440" y="4575"/>
                    </a:cubicBezTo>
                    <a:cubicBezTo>
                      <a:pt x="1439" y="4573"/>
                      <a:pt x="1441" y="4572"/>
                      <a:pt x="1442" y="4571"/>
                    </a:cubicBezTo>
                    <a:cubicBezTo>
                      <a:pt x="1444" y="4569"/>
                      <a:pt x="1445" y="4568"/>
                      <a:pt x="1446" y="4567"/>
                    </a:cubicBezTo>
                    <a:cubicBezTo>
                      <a:pt x="1447" y="4565"/>
                      <a:pt x="1448" y="4565"/>
                      <a:pt x="1450" y="4564"/>
                    </a:cubicBezTo>
                    <a:cubicBezTo>
                      <a:pt x="1453" y="4561"/>
                      <a:pt x="1450" y="4554"/>
                      <a:pt x="1454" y="4550"/>
                    </a:cubicBezTo>
                    <a:cubicBezTo>
                      <a:pt x="1455" y="4549"/>
                      <a:pt x="1456" y="4549"/>
                      <a:pt x="1456" y="4547"/>
                    </a:cubicBezTo>
                    <a:cubicBezTo>
                      <a:pt x="1457" y="4545"/>
                      <a:pt x="1456" y="4542"/>
                      <a:pt x="1457" y="4540"/>
                    </a:cubicBezTo>
                    <a:cubicBezTo>
                      <a:pt x="1459" y="4538"/>
                      <a:pt x="1465" y="4538"/>
                      <a:pt x="1467" y="4541"/>
                    </a:cubicBezTo>
                    <a:cubicBezTo>
                      <a:pt x="1468" y="4543"/>
                      <a:pt x="1466" y="4551"/>
                      <a:pt x="1471" y="4549"/>
                    </a:cubicBezTo>
                    <a:cubicBezTo>
                      <a:pt x="1473" y="4548"/>
                      <a:pt x="1475" y="4547"/>
                      <a:pt x="1477" y="4546"/>
                    </a:cubicBezTo>
                    <a:cubicBezTo>
                      <a:pt x="1479" y="4546"/>
                      <a:pt x="1481" y="4546"/>
                      <a:pt x="1482" y="4545"/>
                    </a:cubicBezTo>
                    <a:cubicBezTo>
                      <a:pt x="1486" y="4543"/>
                      <a:pt x="1485" y="4538"/>
                      <a:pt x="1490" y="4539"/>
                    </a:cubicBezTo>
                    <a:cubicBezTo>
                      <a:pt x="1495" y="4540"/>
                      <a:pt x="1497" y="4540"/>
                      <a:pt x="1498" y="4535"/>
                    </a:cubicBezTo>
                    <a:cubicBezTo>
                      <a:pt x="1499" y="4531"/>
                      <a:pt x="1502" y="4530"/>
                      <a:pt x="1505" y="4533"/>
                    </a:cubicBezTo>
                    <a:cubicBezTo>
                      <a:pt x="1507" y="4535"/>
                      <a:pt x="1508" y="4536"/>
                      <a:pt x="1511" y="4535"/>
                    </a:cubicBezTo>
                    <a:cubicBezTo>
                      <a:pt x="1513" y="4534"/>
                      <a:pt x="1516" y="4531"/>
                      <a:pt x="1515" y="4529"/>
                    </a:cubicBezTo>
                    <a:cubicBezTo>
                      <a:pt x="1515" y="4527"/>
                      <a:pt x="1513" y="4526"/>
                      <a:pt x="1511" y="4525"/>
                    </a:cubicBezTo>
                    <a:cubicBezTo>
                      <a:pt x="1509" y="4524"/>
                      <a:pt x="1509" y="4523"/>
                      <a:pt x="1509" y="4521"/>
                    </a:cubicBezTo>
                    <a:cubicBezTo>
                      <a:pt x="1507" y="4516"/>
                      <a:pt x="1500" y="4520"/>
                      <a:pt x="1497" y="4516"/>
                    </a:cubicBezTo>
                    <a:cubicBezTo>
                      <a:pt x="1494" y="4513"/>
                      <a:pt x="1501" y="4511"/>
                      <a:pt x="1504" y="4511"/>
                    </a:cubicBezTo>
                    <a:cubicBezTo>
                      <a:pt x="1509" y="4511"/>
                      <a:pt x="1513" y="4511"/>
                      <a:pt x="1518" y="4513"/>
                    </a:cubicBezTo>
                    <a:cubicBezTo>
                      <a:pt x="1521" y="4516"/>
                      <a:pt x="1524" y="4519"/>
                      <a:pt x="1529" y="4515"/>
                    </a:cubicBezTo>
                    <a:cubicBezTo>
                      <a:pt x="1533" y="4512"/>
                      <a:pt x="1532" y="4509"/>
                      <a:pt x="1533" y="4504"/>
                    </a:cubicBezTo>
                    <a:cubicBezTo>
                      <a:pt x="1533" y="4500"/>
                      <a:pt x="1536" y="4498"/>
                      <a:pt x="1539" y="4495"/>
                    </a:cubicBezTo>
                    <a:cubicBezTo>
                      <a:pt x="1541" y="4493"/>
                      <a:pt x="1542" y="4488"/>
                      <a:pt x="1540" y="4485"/>
                    </a:cubicBezTo>
                    <a:cubicBezTo>
                      <a:pt x="1538" y="4481"/>
                      <a:pt x="1532" y="4484"/>
                      <a:pt x="1528" y="4481"/>
                    </a:cubicBezTo>
                    <a:cubicBezTo>
                      <a:pt x="1525" y="4479"/>
                      <a:pt x="1527" y="4473"/>
                      <a:pt x="1529" y="4471"/>
                    </a:cubicBezTo>
                    <a:cubicBezTo>
                      <a:pt x="1533" y="4467"/>
                      <a:pt x="1536" y="4470"/>
                      <a:pt x="1540" y="4469"/>
                    </a:cubicBezTo>
                    <a:cubicBezTo>
                      <a:pt x="1543" y="4468"/>
                      <a:pt x="1543" y="4465"/>
                      <a:pt x="1545" y="4463"/>
                    </a:cubicBezTo>
                    <a:cubicBezTo>
                      <a:pt x="1547" y="4460"/>
                      <a:pt x="1549" y="4460"/>
                      <a:pt x="1551" y="4459"/>
                    </a:cubicBezTo>
                    <a:cubicBezTo>
                      <a:pt x="1553" y="4459"/>
                      <a:pt x="1555" y="4459"/>
                      <a:pt x="1556" y="4457"/>
                    </a:cubicBezTo>
                    <a:cubicBezTo>
                      <a:pt x="1556" y="4454"/>
                      <a:pt x="1553" y="4452"/>
                      <a:pt x="1556" y="4450"/>
                    </a:cubicBezTo>
                    <a:cubicBezTo>
                      <a:pt x="1557" y="4448"/>
                      <a:pt x="1560" y="4448"/>
                      <a:pt x="1562" y="4448"/>
                    </a:cubicBezTo>
                    <a:cubicBezTo>
                      <a:pt x="1564" y="4449"/>
                      <a:pt x="1566" y="4455"/>
                      <a:pt x="1568" y="4453"/>
                    </a:cubicBezTo>
                    <a:cubicBezTo>
                      <a:pt x="1571" y="4452"/>
                      <a:pt x="1572" y="4446"/>
                      <a:pt x="1576" y="4446"/>
                    </a:cubicBezTo>
                    <a:cubicBezTo>
                      <a:pt x="1578" y="4447"/>
                      <a:pt x="1578" y="4452"/>
                      <a:pt x="1580" y="4454"/>
                    </a:cubicBezTo>
                    <a:cubicBezTo>
                      <a:pt x="1583" y="4456"/>
                      <a:pt x="1584" y="4451"/>
                      <a:pt x="1585" y="4449"/>
                    </a:cubicBezTo>
                    <a:cubicBezTo>
                      <a:pt x="1586" y="4446"/>
                      <a:pt x="1589" y="4446"/>
                      <a:pt x="1591" y="4449"/>
                    </a:cubicBezTo>
                    <a:cubicBezTo>
                      <a:pt x="1593" y="4451"/>
                      <a:pt x="1593" y="4455"/>
                      <a:pt x="1595" y="4458"/>
                    </a:cubicBezTo>
                    <a:cubicBezTo>
                      <a:pt x="1597" y="4460"/>
                      <a:pt x="1600" y="4461"/>
                      <a:pt x="1603" y="4461"/>
                    </a:cubicBezTo>
                    <a:cubicBezTo>
                      <a:pt x="1606" y="4459"/>
                      <a:pt x="1608" y="4455"/>
                      <a:pt x="1610" y="4453"/>
                    </a:cubicBezTo>
                    <a:cubicBezTo>
                      <a:pt x="1612" y="4450"/>
                      <a:pt x="1614" y="4448"/>
                      <a:pt x="1616" y="4445"/>
                    </a:cubicBezTo>
                    <a:cubicBezTo>
                      <a:pt x="1617" y="4441"/>
                      <a:pt x="1618" y="4440"/>
                      <a:pt x="1621" y="4439"/>
                    </a:cubicBezTo>
                    <a:cubicBezTo>
                      <a:pt x="1628" y="4437"/>
                      <a:pt x="1624" y="4428"/>
                      <a:pt x="1627" y="4423"/>
                    </a:cubicBezTo>
                    <a:cubicBezTo>
                      <a:pt x="1629" y="4420"/>
                      <a:pt x="1632" y="4420"/>
                      <a:pt x="1635" y="4418"/>
                    </a:cubicBezTo>
                    <a:cubicBezTo>
                      <a:pt x="1637" y="4416"/>
                      <a:pt x="1637" y="4411"/>
                      <a:pt x="1637" y="4408"/>
                    </a:cubicBezTo>
                    <a:cubicBezTo>
                      <a:pt x="1637" y="4402"/>
                      <a:pt x="1629" y="4398"/>
                      <a:pt x="1627" y="4392"/>
                    </a:cubicBezTo>
                    <a:cubicBezTo>
                      <a:pt x="1627" y="4389"/>
                      <a:pt x="1626" y="4385"/>
                      <a:pt x="1626" y="4383"/>
                    </a:cubicBezTo>
                    <a:cubicBezTo>
                      <a:pt x="1627" y="4378"/>
                      <a:pt x="1630" y="4375"/>
                      <a:pt x="1633" y="4372"/>
                    </a:cubicBezTo>
                    <a:cubicBezTo>
                      <a:pt x="1636" y="4370"/>
                      <a:pt x="1637" y="4364"/>
                      <a:pt x="1638" y="4360"/>
                    </a:cubicBezTo>
                    <a:cubicBezTo>
                      <a:pt x="1639" y="4355"/>
                      <a:pt x="1640" y="4351"/>
                      <a:pt x="1641" y="4345"/>
                    </a:cubicBezTo>
                    <a:cubicBezTo>
                      <a:pt x="1642" y="4341"/>
                      <a:pt x="1643" y="4336"/>
                      <a:pt x="1643" y="4332"/>
                    </a:cubicBezTo>
                    <a:cubicBezTo>
                      <a:pt x="1644" y="4327"/>
                      <a:pt x="1645" y="4322"/>
                      <a:pt x="1646" y="4317"/>
                    </a:cubicBezTo>
                    <a:cubicBezTo>
                      <a:pt x="1646" y="4312"/>
                      <a:pt x="1647" y="4308"/>
                      <a:pt x="1649" y="4304"/>
                    </a:cubicBezTo>
                    <a:cubicBezTo>
                      <a:pt x="1650" y="4302"/>
                      <a:pt x="1651" y="4299"/>
                      <a:pt x="1653" y="4298"/>
                    </a:cubicBezTo>
                    <a:cubicBezTo>
                      <a:pt x="1655" y="4297"/>
                      <a:pt x="1656" y="4297"/>
                      <a:pt x="1659" y="4297"/>
                    </a:cubicBezTo>
                    <a:cubicBezTo>
                      <a:pt x="1661" y="4297"/>
                      <a:pt x="1663" y="4297"/>
                      <a:pt x="1665" y="4297"/>
                    </a:cubicBezTo>
                    <a:cubicBezTo>
                      <a:pt x="1667" y="4297"/>
                      <a:pt x="1669" y="4295"/>
                      <a:pt x="1670" y="4294"/>
                    </a:cubicBezTo>
                    <a:cubicBezTo>
                      <a:pt x="1672" y="4292"/>
                      <a:pt x="1673" y="4290"/>
                      <a:pt x="1675" y="4289"/>
                    </a:cubicBezTo>
                    <a:cubicBezTo>
                      <a:pt x="1676" y="4287"/>
                      <a:pt x="1677" y="4285"/>
                      <a:pt x="1678" y="4283"/>
                    </a:cubicBezTo>
                    <a:cubicBezTo>
                      <a:pt x="1679" y="4278"/>
                      <a:pt x="1681" y="4274"/>
                      <a:pt x="1682" y="4270"/>
                    </a:cubicBezTo>
                    <a:cubicBezTo>
                      <a:pt x="1682" y="4268"/>
                      <a:pt x="1683" y="4266"/>
                      <a:pt x="1683" y="4264"/>
                    </a:cubicBezTo>
                    <a:cubicBezTo>
                      <a:pt x="1684" y="4259"/>
                      <a:pt x="1686" y="4254"/>
                      <a:pt x="1689" y="4250"/>
                    </a:cubicBezTo>
                    <a:cubicBezTo>
                      <a:pt x="1692" y="4246"/>
                      <a:pt x="1697" y="4243"/>
                      <a:pt x="1699" y="4238"/>
                    </a:cubicBezTo>
                    <a:cubicBezTo>
                      <a:pt x="1701" y="4232"/>
                      <a:pt x="1703" y="4225"/>
                      <a:pt x="1705" y="4218"/>
                    </a:cubicBezTo>
                    <a:cubicBezTo>
                      <a:pt x="1709" y="4203"/>
                      <a:pt x="1707" y="4188"/>
                      <a:pt x="1708" y="4173"/>
                    </a:cubicBezTo>
                    <a:cubicBezTo>
                      <a:pt x="1708" y="4169"/>
                      <a:pt x="1707" y="4166"/>
                      <a:pt x="1707" y="4163"/>
                    </a:cubicBezTo>
                    <a:cubicBezTo>
                      <a:pt x="1708" y="4159"/>
                      <a:pt x="1710" y="4156"/>
                      <a:pt x="1711" y="4153"/>
                    </a:cubicBezTo>
                    <a:cubicBezTo>
                      <a:pt x="1712" y="4146"/>
                      <a:pt x="1712" y="4138"/>
                      <a:pt x="1709" y="4132"/>
                    </a:cubicBezTo>
                    <a:cubicBezTo>
                      <a:pt x="1707" y="4130"/>
                      <a:pt x="1704" y="4128"/>
                      <a:pt x="1703" y="4125"/>
                    </a:cubicBezTo>
                    <a:cubicBezTo>
                      <a:pt x="1702" y="4121"/>
                      <a:pt x="1705" y="4118"/>
                      <a:pt x="1705" y="4115"/>
                    </a:cubicBezTo>
                    <a:cubicBezTo>
                      <a:pt x="1705" y="4115"/>
                      <a:pt x="1705" y="4114"/>
                      <a:pt x="1705" y="4114"/>
                    </a:cubicBezTo>
                    <a:cubicBezTo>
                      <a:pt x="1705" y="4119"/>
                      <a:pt x="1707" y="4123"/>
                      <a:pt x="1709" y="4128"/>
                    </a:cubicBezTo>
                    <a:cubicBezTo>
                      <a:pt x="1711" y="4133"/>
                      <a:pt x="1714" y="4138"/>
                      <a:pt x="1715" y="4143"/>
                    </a:cubicBezTo>
                    <a:cubicBezTo>
                      <a:pt x="1717" y="4150"/>
                      <a:pt x="1716" y="4155"/>
                      <a:pt x="1714" y="4162"/>
                    </a:cubicBezTo>
                    <a:close/>
                    <a:moveTo>
                      <a:pt x="2085" y="4145"/>
                    </a:moveTo>
                    <a:cubicBezTo>
                      <a:pt x="2082" y="4149"/>
                      <a:pt x="2077" y="4150"/>
                      <a:pt x="2072" y="4150"/>
                    </a:cubicBezTo>
                    <a:cubicBezTo>
                      <a:pt x="2066" y="4148"/>
                      <a:pt x="2057" y="4140"/>
                      <a:pt x="2050" y="4146"/>
                    </a:cubicBezTo>
                    <a:cubicBezTo>
                      <a:pt x="2045" y="4151"/>
                      <a:pt x="2042" y="4160"/>
                      <a:pt x="2033" y="4159"/>
                    </a:cubicBezTo>
                    <a:cubicBezTo>
                      <a:pt x="2029" y="4159"/>
                      <a:pt x="2026" y="4158"/>
                      <a:pt x="2022" y="4157"/>
                    </a:cubicBezTo>
                    <a:cubicBezTo>
                      <a:pt x="2019" y="4157"/>
                      <a:pt x="2016" y="4157"/>
                      <a:pt x="2013" y="4156"/>
                    </a:cubicBezTo>
                    <a:cubicBezTo>
                      <a:pt x="2010" y="4155"/>
                      <a:pt x="2006" y="4153"/>
                      <a:pt x="2006" y="4150"/>
                    </a:cubicBezTo>
                    <a:cubicBezTo>
                      <a:pt x="2006" y="4147"/>
                      <a:pt x="2009" y="4145"/>
                      <a:pt x="2010" y="4144"/>
                    </a:cubicBezTo>
                    <a:cubicBezTo>
                      <a:pt x="2012" y="4143"/>
                      <a:pt x="2013" y="4141"/>
                      <a:pt x="2015" y="4140"/>
                    </a:cubicBezTo>
                    <a:cubicBezTo>
                      <a:pt x="2015" y="4140"/>
                      <a:pt x="2016" y="4139"/>
                      <a:pt x="2016" y="4139"/>
                    </a:cubicBezTo>
                    <a:cubicBezTo>
                      <a:pt x="2017" y="4137"/>
                      <a:pt x="2017" y="4136"/>
                      <a:pt x="2018" y="4134"/>
                    </a:cubicBezTo>
                    <a:cubicBezTo>
                      <a:pt x="2019" y="4133"/>
                      <a:pt x="2019" y="4131"/>
                      <a:pt x="2019" y="4130"/>
                    </a:cubicBezTo>
                    <a:cubicBezTo>
                      <a:pt x="2019" y="4129"/>
                      <a:pt x="2019" y="4128"/>
                      <a:pt x="2019" y="4127"/>
                    </a:cubicBezTo>
                    <a:cubicBezTo>
                      <a:pt x="2019" y="4123"/>
                      <a:pt x="2020" y="4119"/>
                      <a:pt x="2019" y="4116"/>
                    </a:cubicBezTo>
                    <a:cubicBezTo>
                      <a:pt x="2019" y="4115"/>
                      <a:pt x="2019" y="4114"/>
                      <a:pt x="2019" y="4113"/>
                    </a:cubicBezTo>
                    <a:cubicBezTo>
                      <a:pt x="2018" y="4112"/>
                      <a:pt x="2018" y="4112"/>
                      <a:pt x="2018" y="4111"/>
                    </a:cubicBezTo>
                    <a:cubicBezTo>
                      <a:pt x="2017" y="4111"/>
                      <a:pt x="2017" y="4110"/>
                      <a:pt x="2017" y="4109"/>
                    </a:cubicBezTo>
                    <a:cubicBezTo>
                      <a:pt x="2017" y="4108"/>
                      <a:pt x="2017" y="4107"/>
                      <a:pt x="2016" y="4107"/>
                    </a:cubicBezTo>
                    <a:cubicBezTo>
                      <a:pt x="2015" y="4106"/>
                      <a:pt x="2015" y="4106"/>
                      <a:pt x="2015" y="4106"/>
                    </a:cubicBezTo>
                    <a:cubicBezTo>
                      <a:pt x="2015" y="4105"/>
                      <a:pt x="2015" y="4104"/>
                      <a:pt x="2015" y="4103"/>
                    </a:cubicBezTo>
                    <a:cubicBezTo>
                      <a:pt x="2015" y="4102"/>
                      <a:pt x="2015" y="4102"/>
                      <a:pt x="2016" y="4102"/>
                    </a:cubicBezTo>
                    <a:cubicBezTo>
                      <a:pt x="2016" y="4100"/>
                      <a:pt x="2016" y="4098"/>
                      <a:pt x="2016" y="4096"/>
                    </a:cubicBezTo>
                    <a:cubicBezTo>
                      <a:pt x="2017" y="4091"/>
                      <a:pt x="2018" y="4082"/>
                      <a:pt x="2026" y="4082"/>
                    </a:cubicBezTo>
                    <a:cubicBezTo>
                      <a:pt x="2027" y="4087"/>
                      <a:pt x="2029" y="4093"/>
                      <a:pt x="2034" y="4096"/>
                    </a:cubicBezTo>
                    <a:cubicBezTo>
                      <a:pt x="2038" y="4098"/>
                      <a:pt x="2042" y="4095"/>
                      <a:pt x="2045" y="4093"/>
                    </a:cubicBezTo>
                    <a:cubicBezTo>
                      <a:pt x="2049" y="4090"/>
                      <a:pt x="2052" y="4086"/>
                      <a:pt x="2057" y="4085"/>
                    </a:cubicBezTo>
                    <a:cubicBezTo>
                      <a:pt x="2061" y="4085"/>
                      <a:pt x="2064" y="4086"/>
                      <a:pt x="2062" y="4089"/>
                    </a:cubicBezTo>
                    <a:cubicBezTo>
                      <a:pt x="2058" y="4094"/>
                      <a:pt x="2051" y="4098"/>
                      <a:pt x="2047" y="4102"/>
                    </a:cubicBezTo>
                    <a:cubicBezTo>
                      <a:pt x="2043" y="4104"/>
                      <a:pt x="2039" y="4108"/>
                      <a:pt x="2039" y="4112"/>
                    </a:cubicBezTo>
                    <a:cubicBezTo>
                      <a:pt x="2038" y="4120"/>
                      <a:pt x="2046" y="4127"/>
                      <a:pt x="2053" y="4129"/>
                    </a:cubicBezTo>
                    <a:cubicBezTo>
                      <a:pt x="2063" y="4131"/>
                      <a:pt x="2075" y="4128"/>
                      <a:pt x="2084" y="4134"/>
                    </a:cubicBezTo>
                    <a:cubicBezTo>
                      <a:pt x="2087" y="4137"/>
                      <a:pt x="2088" y="4142"/>
                      <a:pt x="2085" y="4145"/>
                    </a:cubicBezTo>
                    <a:close/>
                    <a:moveTo>
                      <a:pt x="2554" y="4320"/>
                    </a:moveTo>
                    <a:cubicBezTo>
                      <a:pt x="2551" y="4325"/>
                      <a:pt x="2542" y="4326"/>
                      <a:pt x="2538" y="4326"/>
                    </a:cubicBezTo>
                    <a:cubicBezTo>
                      <a:pt x="2532" y="4327"/>
                      <a:pt x="2525" y="4325"/>
                      <a:pt x="2520" y="4321"/>
                    </a:cubicBezTo>
                    <a:cubicBezTo>
                      <a:pt x="2517" y="4318"/>
                      <a:pt x="2515" y="4313"/>
                      <a:pt x="2512" y="4309"/>
                    </a:cubicBezTo>
                    <a:cubicBezTo>
                      <a:pt x="2510" y="4306"/>
                      <a:pt x="2507" y="4302"/>
                      <a:pt x="2505" y="4300"/>
                    </a:cubicBezTo>
                    <a:cubicBezTo>
                      <a:pt x="2504" y="4299"/>
                      <a:pt x="2502" y="4299"/>
                      <a:pt x="2501" y="4298"/>
                    </a:cubicBezTo>
                    <a:cubicBezTo>
                      <a:pt x="2500" y="4297"/>
                      <a:pt x="2498" y="4296"/>
                      <a:pt x="2497" y="4295"/>
                    </a:cubicBezTo>
                    <a:cubicBezTo>
                      <a:pt x="2496" y="4293"/>
                      <a:pt x="2496" y="4291"/>
                      <a:pt x="2496" y="4289"/>
                    </a:cubicBezTo>
                    <a:cubicBezTo>
                      <a:pt x="2496" y="4287"/>
                      <a:pt x="2497" y="4285"/>
                      <a:pt x="2498" y="4284"/>
                    </a:cubicBezTo>
                    <a:cubicBezTo>
                      <a:pt x="2500" y="4282"/>
                      <a:pt x="2501" y="4280"/>
                      <a:pt x="2503" y="4277"/>
                    </a:cubicBezTo>
                    <a:cubicBezTo>
                      <a:pt x="2504" y="4275"/>
                      <a:pt x="2506" y="4273"/>
                      <a:pt x="2506" y="4270"/>
                    </a:cubicBezTo>
                    <a:cubicBezTo>
                      <a:pt x="2504" y="4270"/>
                      <a:pt x="2502" y="4269"/>
                      <a:pt x="2500" y="4269"/>
                    </a:cubicBezTo>
                    <a:cubicBezTo>
                      <a:pt x="2499" y="4269"/>
                      <a:pt x="2498" y="4269"/>
                      <a:pt x="2497" y="4269"/>
                    </a:cubicBezTo>
                    <a:cubicBezTo>
                      <a:pt x="2494" y="4269"/>
                      <a:pt x="2492" y="4270"/>
                      <a:pt x="2490" y="4270"/>
                    </a:cubicBezTo>
                    <a:cubicBezTo>
                      <a:pt x="2488" y="4270"/>
                      <a:pt x="2485" y="4270"/>
                      <a:pt x="2483" y="4270"/>
                    </a:cubicBezTo>
                    <a:cubicBezTo>
                      <a:pt x="2481" y="4270"/>
                      <a:pt x="2479" y="4270"/>
                      <a:pt x="2477" y="4269"/>
                    </a:cubicBezTo>
                    <a:cubicBezTo>
                      <a:pt x="2477" y="4269"/>
                      <a:pt x="2477" y="4269"/>
                      <a:pt x="2477" y="4269"/>
                    </a:cubicBezTo>
                    <a:cubicBezTo>
                      <a:pt x="2476" y="4269"/>
                      <a:pt x="2475" y="4268"/>
                      <a:pt x="2474" y="4268"/>
                    </a:cubicBezTo>
                    <a:cubicBezTo>
                      <a:pt x="2473" y="4268"/>
                      <a:pt x="2470" y="4268"/>
                      <a:pt x="2469" y="4266"/>
                    </a:cubicBezTo>
                    <a:cubicBezTo>
                      <a:pt x="2468" y="4265"/>
                      <a:pt x="2467" y="4262"/>
                      <a:pt x="2468" y="4261"/>
                    </a:cubicBezTo>
                    <a:cubicBezTo>
                      <a:pt x="2469" y="4259"/>
                      <a:pt x="2472" y="4259"/>
                      <a:pt x="2474" y="4257"/>
                    </a:cubicBezTo>
                    <a:cubicBezTo>
                      <a:pt x="2476" y="4255"/>
                      <a:pt x="2477" y="4251"/>
                      <a:pt x="2479" y="4248"/>
                    </a:cubicBezTo>
                    <a:cubicBezTo>
                      <a:pt x="2480" y="4246"/>
                      <a:pt x="2481" y="4244"/>
                      <a:pt x="2482" y="4243"/>
                    </a:cubicBezTo>
                    <a:cubicBezTo>
                      <a:pt x="2482" y="4241"/>
                      <a:pt x="2482" y="4240"/>
                      <a:pt x="2482" y="4239"/>
                    </a:cubicBezTo>
                    <a:cubicBezTo>
                      <a:pt x="2482" y="4237"/>
                      <a:pt x="2482" y="4237"/>
                      <a:pt x="2481" y="4236"/>
                    </a:cubicBezTo>
                    <a:cubicBezTo>
                      <a:pt x="2479" y="4236"/>
                      <a:pt x="2476" y="4235"/>
                      <a:pt x="2474" y="4235"/>
                    </a:cubicBezTo>
                    <a:cubicBezTo>
                      <a:pt x="2469" y="4234"/>
                      <a:pt x="2465" y="4235"/>
                      <a:pt x="2460" y="4235"/>
                    </a:cubicBezTo>
                    <a:cubicBezTo>
                      <a:pt x="2458" y="4235"/>
                      <a:pt x="2457" y="4234"/>
                      <a:pt x="2455" y="4234"/>
                    </a:cubicBezTo>
                    <a:cubicBezTo>
                      <a:pt x="2454" y="4234"/>
                      <a:pt x="2452" y="4234"/>
                      <a:pt x="2451" y="4233"/>
                    </a:cubicBezTo>
                    <a:cubicBezTo>
                      <a:pt x="2449" y="4231"/>
                      <a:pt x="2448" y="4225"/>
                      <a:pt x="2448" y="4222"/>
                    </a:cubicBezTo>
                    <a:cubicBezTo>
                      <a:pt x="2448" y="4220"/>
                      <a:pt x="2448" y="4218"/>
                      <a:pt x="2448" y="4215"/>
                    </a:cubicBezTo>
                    <a:cubicBezTo>
                      <a:pt x="2448" y="4212"/>
                      <a:pt x="2448" y="4212"/>
                      <a:pt x="2448" y="4212"/>
                    </a:cubicBezTo>
                    <a:cubicBezTo>
                      <a:pt x="2448" y="4210"/>
                      <a:pt x="2447" y="4208"/>
                      <a:pt x="2445" y="4206"/>
                    </a:cubicBezTo>
                    <a:cubicBezTo>
                      <a:pt x="2445" y="4205"/>
                      <a:pt x="2444" y="4205"/>
                      <a:pt x="2442" y="4205"/>
                    </a:cubicBezTo>
                    <a:cubicBezTo>
                      <a:pt x="2441" y="4204"/>
                      <a:pt x="2440" y="4204"/>
                      <a:pt x="2438" y="4203"/>
                    </a:cubicBezTo>
                    <a:cubicBezTo>
                      <a:pt x="2436" y="4202"/>
                      <a:pt x="2433" y="4201"/>
                      <a:pt x="2431" y="4199"/>
                    </a:cubicBezTo>
                    <a:cubicBezTo>
                      <a:pt x="2429" y="4198"/>
                      <a:pt x="2427" y="4197"/>
                      <a:pt x="2426" y="4195"/>
                    </a:cubicBezTo>
                    <a:cubicBezTo>
                      <a:pt x="2423" y="4191"/>
                      <a:pt x="2420" y="4187"/>
                      <a:pt x="2423" y="4182"/>
                    </a:cubicBezTo>
                    <a:cubicBezTo>
                      <a:pt x="2424" y="4180"/>
                      <a:pt x="2425" y="4179"/>
                      <a:pt x="2427" y="4178"/>
                    </a:cubicBezTo>
                    <a:cubicBezTo>
                      <a:pt x="2429" y="4177"/>
                      <a:pt x="2431" y="4177"/>
                      <a:pt x="2432" y="4177"/>
                    </a:cubicBezTo>
                    <a:cubicBezTo>
                      <a:pt x="2434" y="4176"/>
                      <a:pt x="2437" y="4177"/>
                      <a:pt x="2439" y="4177"/>
                    </a:cubicBezTo>
                    <a:cubicBezTo>
                      <a:pt x="2441" y="4176"/>
                      <a:pt x="2444" y="4174"/>
                      <a:pt x="2444" y="4172"/>
                    </a:cubicBezTo>
                    <a:cubicBezTo>
                      <a:pt x="2444" y="4170"/>
                      <a:pt x="2444" y="4168"/>
                      <a:pt x="2442" y="4166"/>
                    </a:cubicBezTo>
                    <a:cubicBezTo>
                      <a:pt x="2441" y="4164"/>
                      <a:pt x="2440" y="4164"/>
                      <a:pt x="2439" y="4163"/>
                    </a:cubicBezTo>
                    <a:cubicBezTo>
                      <a:pt x="2438" y="4161"/>
                      <a:pt x="2437" y="4159"/>
                      <a:pt x="2436" y="4158"/>
                    </a:cubicBezTo>
                    <a:cubicBezTo>
                      <a:pt x="2435" y="4156"/>
                      <a:pt x="2434" y="4153"/>
                      <a:pt x="2433" y="4151"/>
                    </a:cubicBezTo>
                    <a:cubicBezTo>
                      <a:pt x="2431" y="4147"/>
                      <a:pt x="2429" y="4142"/>
                      <a:pt x="2428" y="4137"/>
                    </a:cubicBezTo>
                    <a:cubicBezTo>
                      <a:pt x="2427" y="4134"/>
                      <a:pt x="2427" y="4132"/>
                      <a:pt x="2427" y="4129"/>
                    </a:cubicBezTo>
                    <a:cubicBezTo>
                      <a:pt x="2428" y="4124"/>
                      <a:pt x="2429" y="4118"/>
                      <a:pt x="2432" y="4115"/>
                    </a:cubicBezTo>
                    <a:cubicBezTo>
                      <a:pt x="2434" y="4111"/>
                      <a:pt x="2436" y="4114"/>
                      <a:pt x="2437" y="4117"/>
                    </a:cubicBezTo>
                    <a:cubicBezTo>
                      <a:pt x="2439" y="4121"/>
                      <a:pt x="2440" y="4128"/>
                      <a:pt x="2444" y="4130"/>
                    </a:cubicBezTo>
                    <a:cubicBezTo>
                      <a:pt x="2448" y="4133"/>
                      <a:pt x="2451" y="4128"/>
                      <a:pt x="2453" y="4125"/>
                    </a:cubicBezTo>
                    <a:cubicBezTo>
                      <a:pt x="2457" y="4115"/>
                      <a:pt x="2455" y="4103"/>
                      <a:pt x="2458" y="4092"/>
                    </a:cubicBezTo>
                    <a:cubicBezTo>
                      <a:pt x="2459" y="4087"/>
                      <a:pt x="2461" y="4082"/>
                      <a:pt x="2462" y="4077"/>
                    </a:cubicBezTo>
                    <a:cubicBezTo>
                      <a:pt x="2463" y="4073"/>
                      <a:pt x="2464" y="4068"/>
                      <a:pt x="2466" y="4064"/>
                    </a:cubicBezTo>
                    <a:cubicBezTo>
                      <a:pt x="2468" y="4058"/>
                      <a:pt x="2479" y="4044"/>
                      <a:pt x="2486" y="4050"/>
                    </a:cubicBezTo>
                    <a:cubicBezTo>
                      <a:pt x="2490" y="4052"/>
                      <a:pt x="2489" y="4060"/>
                      <a:pt x="2489" y="4064"/>
                    </a:cubicBezTo>
                    <a:cubicBezTo>
                      <a:pt x="2489" y="4071"/>
                      <a:pt x="2489" y="4078"/>
                      <a:pt x="2488" y="4084"/>
                    </a:cubicBezTo>
                    <a:cubicBezTo>
                      <a:pt x="2487" y="4090"/>
                      <a:pt x="2485" y="4096"/>
                      <a:pt x="2482" y="4101"/>
                    </a:cubicBezTo>
                    <a:cubicBezTo>
                      <a:pt x="2480" y="4105"/>
                      <a:pt x="2477" y="4109"/>
                      <a:pt x="2475" y="4113"/>
                    </a:cubicBezTo>
                    <a:cubicBezTo>
                      <a:pt x="2473" y="4117"/>
                      <a:pt x="2474" y="4122"/>
                      <a:pt x="2474" y="4126"/>
                    </a:cubicBezTo>
                    <a:cubicBezTo>
                      <a:pt x="2474" y="4132"/>
                      <a:pt x="2474" y="4138"/>
                      <a:pt x="2471" y="4143"/>
                    </a:cubicBezTo>
                    <a:cubicBezTo>
                      <a:pt x="2468" y="4149"/>
                      <a:pt x="2464" y="4153"/>
                      <a:pt x="2460" y="4157"/>
                    </a:cubicBezTo>
                    <a:cubicBezTo>
                      <a:pt x="2457" y="4160"/>
                      <a:pt x="2456" y="4164"/>
                      <a:pt x="2457" y="4168"/>
                    </a:cubicBezTo>
                    <a:cubicBezTo>
                      <a:pt x="2461" y="4177"/>
                      <a:pt x="2472" y="4183"/>
                      <a:pt x="2472" y="4194"/>
                    </a:cubicBezTo>
                    <a:cubicBezTo>
                      <a:pt x="2472" y="4202"/>
                      <a:pt x="2465" y="4214"/>
                      <a:pt x="2473" y="4220"/>
                    </a:cubicBezTo>
                    <a:cubicBezTo>
                      <a:pt x="2480" y="4226"/>
                      <a:pt x="2496" y="4222"/>
                      <a:pt x="2498" y="4233"/>
                    </a:cubicBezTo>
                    <a:cubicBezTo>
                      <a:pt x="2499" y="4239"/>
                      <a:pt x="2496" y="4244"/>
                      <a:pt x="2495" y="4249"/>
                    </a:cubicBezTo>
                    <a:cubicBezTo>
                      <a:pt x="2495" y="4254"/>
                      <a:pt x="2497" y="4255"/>
                      <a:pt x="2502" y="4254"/>
                    </a:cubicBezTo>
                    <a:cubicBezTo>
                      <a:pt x="2507" y="4254"/>
                      <a:pt x="2514" y="4251"/>
                      <a:pt x="2519" y="4253"/>
                    </a:cubicBezTo>
                    <a:cubicBezTo>
                      <a:pt x="2524" y="4254"/>
                      <a:pt x="2520" y="4259"/>
                      <a:pt x="2518" y="4262"/>
                    </a:cubicBezTo>
                    <a:cubicBezTo>
                      <a:pt x="2516" y="4264"/>
                      <a:pt x="2507" y="4270"/>
                      <a:pt x="2507" y="4274"/>
                    </a:cubicBezTo>
                    <a:cubicBezTo>
                      <a:pt x="2507" y="4278"/>
                      <a:pt x="2517" y="4276"/>
                      <a:pt x="2519" y="4276"/>
                    </a:cubicBezTo>
                    <a:cubicBezTo>
                      <a:pt x="2524" y="4276"/>
                      <a:pt x="2532" y="4275"/>
                      <a:pt x="2536" y="4279"/>
                    </a:cubicBezTo>
                    <a:cubicBezTo>
                      <a:pt x="2539" y="4282"/>
                      <a:pt x="2538" y="4288"/>
                      <a:pt x="2538" y="4292"/>
                    </a:cubicBezTo>
                    <a:cubicBezTo>
                      <a:pt x="2539" y="4299"/>
                      <a:pt x="2543" y="4304"/>
                      <a:pt x="2547" y="4309"/>
                    </a:cubicBezTo>
                    <a:cubicBezTo>
                      <a:pt x="2550" y="4311"/>
                      <a:pt x="2556" y="4316"/>
                      <a:pt x="2554" y="43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4" name="Freeform 3605">
                <a:extLst>
                  <a:ext uri="{FF2B5EF4-FFF2-40B4-BE49-F238E27FC236}">
                    <a16:creationId xmlns:a16="http://schemas.microsoft.com/office/drawing/2014/main" id="{BE2632C6-B938-4DC7-BD33-F3D90F783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482"/>
                <a:ext cx="4" cy="4"/>
              </a:xfrm>
              <a:custGeom>
                <a:avLst/>
                <a:gdLst>
                  <a:gd name="T0" fmla="*/ 2 w 10"/>
                  <a:gd name="T1" fmla="*/ 1 h 9"/>
                  <a:gd name="T2" fmla="*/ 0 w 10"/>
                  <a:gd name="T3" fmla="*/ 5 h 9"/>
                  <a:gd name="T4" fmla="*/ 1 w 10"/>
                  <a:gd name="T5" fmla="*/ 8 h 9"/>
                  <a:gd name="T6" fmla="*/ 4 w 10"/>
                  <a:gd name="T7" fmla="*/ 9 h 9"/>
                  <a:gd name="T8" fmla="*/ 9 w 10"/>
                  <a:gd name="T9" fmla="*/ 6 h 9"/>
                  <a:gd name="T10" fmla="*/ 8 w 10"/>
                  <a:gd name="T11" fmla="*/ 2 h 9"/>
                  <a:gd name="T12" fmla="*/ 2 w 10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2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2" y="9"/>
                      <a:pt x="2" y="9"/>
                      <a:pt x="4" y="9"/>
                    </a:cubicBezTo>
                    <a:cubicBezTo>
                      <a:pt x="5" y="9"/>
                      <a:pt x="8" y="8"/>
                      <a:pt x="9" y="6"/>
                    </a:cubicBezTo>
                    <a:cubicBezTo>
                      <a:pt x="10" y="5"/>
                      <a:pt x="9" y="3"/>
                      <a:pt x="8" y="2"/>
                    </a:cubicBezTo>
                    <a:cubicBezTo>
                      <a:pt x="6" y="1"/>
                      <a:pt x="4" y="0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5" name="Freeform 3606">
                <a:extLst>
                  <a:ext uri="{FF2B5EF4-FFF2-40B4-BE49-F238E27FC236}">
                    <a16:creationId xmlns:a16="http://schemas.microsoft.com/office/drawing/2014/main" id="{ED22E356-C064-448B-A81B-4C1CE7506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6" name="Freeform 3607">
                <a:extLst>
                  <a:ext uri="{FF2B5EF4-FFF2-40B4-BE49-F238E27FC236}">
                    <a16:creationId xmlns:a16="http://schemas.microsoft.com/office/drawing/2014/main" id="{0D664AF6-0437-4E43-A20D-62A90DA0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850"/>
                <a:ext cx="15" cy="7"/>
              </a:xfrm>
              <a:custGeom>
                <a:avLst/>
                <a:gdLst>
                  <a:gd name="T0" fmla="*/ 35 w 36"/>
                  <a:gd name="T1" fmla="*/ 10 h 19"/>
                  <a:gd name="T2" fmla="*/ 34 w 36"/>
                  <a:gd name="T3" fmla="*/ 9 h 19"/>
                  <a:gd name="T4" fmla="*/ 31 w 36"/>
                  <a:gd name="T5" fmla="*/ 6 h 19"/>
                  <a:gd name="T6" fmla="*/ 27 w 36"/>
                  <a:gd name="T7" fmla="*/ 4 h 19"/>
                  <a:gd name="T8" fmla="*/ 25 w 36"/>
                  <a:gd name="T9" fmla="*/ 2 h 19"/>
                  <a:gd name="T10" fmla="*/ 19 w 36"/>
                  <a:gd name="T11" fmla="*/ 0 h 19"/>
                  <a:gd name="T12" fmla="*/ 15 w 36"/>
                  <a:gd name="T13" fmla="*/ 0 h 19"/>
                  <a:gd name="T14" fmla="*/ 10 w 36"/>
                  <a:gd name="T15" fmla="*/ 0 h 19"/>
                  <a:gd name="T16" fmla="*/ 4 w 36"/>
                  <a:gd name="T17" fmla="*/ 2 h 19"/>
                  <a:gd name="T18" fmla="*/ 1 w 36"/>
                  <a:gd name="T19" fmla="*/ 4 h 19"/>
                  <a:gd name="T20" fmla="*/ 1 w 36"/>
                  <a:gd name="T21" fmla="*/ 7 h 19"/>
                  <a:gd name="T22" fmla="*/ 4 w 36"/>
                  <a:gd name="T23" fmla="*/ 7 h 19"/>
                  <a:gd name="T24" fmla="*/ 8 w 36"/>
                  <a:gd name="T25" fmla="*/ 8 h 19"/>
                  <a:gd name="T26" fmla="*/ 12 w 36"/>
                  <a:gd name="T27" fmla="*/ 10 h 19"/>
                  <a:gd name="T28" fmla="*/ 17 w 36"/>
                  <a:gd name="T29" fmla="*/ 13 h 19"/>
                  <a:gd name="T30" fmla="*/ 18 w 36"/>
                  <a:gd name="T31" fmla="*/ 14 h 19"/>
                  <a:gd name="T32" fmla="*/ 19 w 36"/>
                  <a:gd name="T33" fmla="*/ 14 h 19"/>
                  <a:gd name="T34" fmla="*/ 23 w 36"/>
                  <a:gd name="T35" fmla="*/ 17 h 19"/>
                  <a:gd name="T36" fmla="*/ 26 w 36"/>
                  <a:gd name="T37" fmla="*/ 18 h 19"/>
                  <a:gd name="T38" fmla="*/ 30 w 36"/>
                  <a:gd name="T39" fmla="*/ 18 h 19"/>
                  <a:gd name="T40" fmla="*/ 35 w 36"/>
                  <a:gd name="T41" fmla="*/ 17 h 19"/>
                  <a:gd name="T42" fmla="*/ 35 w 36"/>
                  <a:gd name="T43" fmla="*/ 14 h 19"/>
                  <a:gd name="T44" fmla="*/ 35 w 36"/>
                  <a:gd name="T45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19">
                    <a:moveTo>
                      <a:pt x="35" y="1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8"/>
                      <a:pt x="32" y="7"/>
                      <a:pt x="31" y="6"/>
                    </a:cubicBezTo>
                    <a:cubicBezTo>
                      <a:pt x="30" y="6"/>
                      <a:pt x="29" y="5"/>
                      <a:pt x="27" y="4"/>
                    </a:cubicBezTo>
                    <a:cubicBezTo>
                      <a:pt x="27" y="4"/>
                      <a:pt x="26" y="3"/>
                      <a:pt x="25" y="2"/>
                    </a:cubicBezTo>
                    <a:cubicBezTo>
                      <a:pt x="24" y="1"/>
                      <a:pt x="21" y="0"/>
                      <a:pt x="19" y="0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3" y="0"/>
                      <a:pt x="12" y="0"/>
                      <a:pt x="10" y="0"/>
                    </a:cubicBezTo>
                    <a:cubicBezTo>
                      <a:pt x="8" y="0"/>
                      <a:pt x="6" y="1"/>
                      <a:pt x="4" y="2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5" y="7"/>
                      <a:pt x="7" y="7"/>
                      <a:pt x="8" y="8"/>
                    </a:cubicBezTo>
                    <a:cubicBezTo>
                      <a:pt x="9" y="8"/>
                      <a:pt x="11" y="9"/>
                      <a:pt x="12" y="10"/>
                    </a:cubicBezTo>
                    <a:cubicBezTo>
                      <a:pt x="14" y="11"/>
                      <a:pt x="15" y="12"/>
                      <a:pt x="17" y="13"/>
                    </a:cubicBezTo>
                    <a:cubicBezTo>
                      <a:pt x="17" y="13"/>
                      <a:pt x="18" y="13"/>
                      <a:pt x="18" y="14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20" y="15"/>
                      <a:pt x="22" y="16"/>
                      <a:pt x="23" y="17"/>
                    </a:cubicBezTo>
                    <a:cubicBezTo>
                      <a:pt x="24" y="17"/>
                      <a:pt x="25" y="18"/>
                      <a:pt x="26" y="18"/>
                    </a:cubicBezTo>
                    <a:cubicBezTo>
                      <a:pt x="27" y="19"/>
                      <a:pt x="29" y="19"/>
                      <a:pt x="30" y="18"/>
                    </a:cubicBezTo>
                    <a:cubicBezTo>
                      <a:pt x="32" y="18"/>
                      <a:pt x="34" y="18"/>
                      <a:pt x="35" y="17"/>
                    </a:cubicBezTo>
                    <a:cubicBezTo>
                      <a:pt x="36" y="17"/>
                      <a:pt x="35" y="15"/>
                      <a:pt x="35" y="14"/>
                    </a:cubicBezTo>
                    <a:cubicBezTo>
                      <a:pt x="36" y="12"/>
                      <a:pt x="36" y="11"/>
                      <a:pt x="35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7" name="Freeform 3608">
                <a:extLst>
                  <a:ext uri="{FF2B5EF4-FFF2-40B4-BE49-F238E27FC236}">
                    <a16:creationId xmlns:a16="http://schemas.microsoft.com/office/drawing/2014/main" id="{67D8B7F3-A56C-40B3-A946-811B73742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547"/>
                <a:ext cx="25" cy="6"/>
              </a:xfrm>
              <a:custGeom>
                <a:avLst/>
                <a:gdLst>
                  <a:gd name="T0" fmla="*/ 4 w 62"/>
                  <a:gd name="T1" fmla="*/ 11 h 15"/>
                  <a:gd name="T2" fmla="*/ 7 w 62"/>
                  <a:gd name="T3" fmla="*/ 13 h 15"/>
                  <a:gd name="T4" fmla="*/ 10 w 62"/>
                  <a:gd name="T5" fmla="*/ 14 h 15"/>
                  <a:gd name="T6" fmla="*/ 17 w 62"/>
                  <a:gd name="T7" fmla="*/ 14 h 15"/>
                  <a:gd name="T8" fmla="*/ 23 w 62"/>
                  <a:gd name="T9" fmla="*/ 13 h 15"/>
                  <a:gd name="T10" fmla="*/ 26 w 62"/>
                  <a:gd name="T11" fmla="*/ 14 h 15"/>
                  <a:gd name="T12" fmla="*/ 31 w 62"/>
                  <a:gd name="T13" fmla="*/ 15 h 15"/>
                  <a:gd name="T14" fmla="*/ 39 w 62"/>
                  <a:gd name="T15" fmla="*/ 15 h 15"/>
                  <a:gd name="T16" fmla="*/ 44 w 62"/>
                  <a:gd name="T17" fmla="*/ 15 h 15"/>
                  <a:gd name="T18" fmla="*/ 50 w 62"/>
                  <a:gd name="T19" fmla="*/ 14 h 15"/>
                  <a:gd name="T20" fmla="*/ 55 w 62"/>
                  <a:gd name="T21" fmla="*/ 14 h 15"/>
                  <a:gd name="T22" fmla="*/ 58 w 62"/>
                  <a:gd name="T23" fmla="*/ 8 h 15"/>
                  <a:gd name="T24" fmla="*/ 53 w 62"/>
                  <a:gd name="T25" fmla="*/ 6 h 15"/>
                  <a:gd name="T26" fmla="*/ 48 w 62"/>
                  <a:gd name="T27" fmla="*/ 3 h 15"/>
                  <a:gd name="T28" fmla="*/ 36 w 62"/>
                  <a:gd name="T29" fmla="*/ 0 h 15"/>
                  <a:gd name="T30" fmla="*/ 24 w 62"/>
                  <a:gd name="T31" fmla="*/ 1 h 15"/>
                  <a:gd name="T32" fmla="*/ 13 w 62"/>
                  <a:gd name="T33" fmla="*/ 2 h 15"/>
                  <a:gd name="T34" fmla="*/ 2 w 62"/>
                  <a:gd name="T35" fmla="*/ 5 h 15"/>
                  <a:gd name="T36" fmla="*/ 4 w 62"/>
                  <a:gd name="T3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2" h="15">
                    <a:moveTo>
                      <a:pt x="4" y="11"/>
                    </a:moveTo>
                    <a:cubicBezTo>
                      <a:pt x="5" y="12"/>
                      <a:pt x="6" y="12"/>
                      <a:pt x="7" y="13"/>
                    </a:cubicBezTo>
                    <a:cubicBezTo>
                      <a:pt x="8" y="13"/>
                      <a:pt x="9" y="14"/>
                      <a:pt x="10" y="14"/>
                    </a:cubicBezTo>
                    <a:cubicBezTo>
                      <a:pt x="12" y="15"/>
                      <a:pt x="15" y="14"/>
                      <a:pt x="17" y="14"/>
                    </a:cubicBezTo>
                    <a:cubicBezTo>
                      <a:pt x="19" y="15"/>
                      <a:pt x="21" y="13"/>
                      <a:pt x="23" y="13"/>
                    </a:cubicBezTo>
                    <a:cubicBezTo>
                      <a:pt x="24" y="13"/>
                      <a:pt x="25" y="14"/>
                      <a:pt x="26" y="14"/>
                    </a:cubicBezTo>
                    <a:cubicBezTo>
                      <a:pt x="28" y="15"/>
                      <a:pt x="30" y="15"/>
                      <a:pt x="31" y="15"/>
                    </a:cubicBezTo>
                    <a:cubicBezTo>
                      <a:pt x="34" y="15"/>
                      <a:pt x="37" y="14"/>
                      <a:pt x="39" y="15"/>
                    </a:cubicBezTo>
                    <a:cubicBezTo>
                      <a:pt x="41" y="15"/>
                      <a:pt x="43" y="15"/>
                      <a:pt x="44" y="15"/>
                    </a:cubicBezTo>
                    <a:cubicBezTo>
                      <a:pt x="46" y="15"/>
                      <a:pt x="48" y="15"/>
                      <a:pt x="50" y="14"/>
                    </a:cubicBezTo>
                    <a:cubicBezTo>
                      <a:pt x="52" y="14"/>
                      <a:pt x="53" y="14"/>
                      <a:pt x="55" y="14"/>
                    </a:cubicBezTo>
                    <a:cubicBezTo>
                      <a:pt x="58" y="14"/>
                      <a:pt x="62" y="10"/>
                      <a:pt x="58" y="8"/>
                    </a:cubicBezTo>
                    <a:cubicBezTo>
                      <a:pt x="56" y="7"/>
                      <a:pt x="54" y="7"/>
                      <a:pt x="53" y="6"/>
                    </a:cubicBezTo>
                    <a:cubicBezTo>
                      <a:pt x="51" y="5"/>
                      <a:pt x="49" y="4"/>
                      <a:pt x="48" y="3"/>
                    </a:cubicBezTo>
                    <a:cubicBezTo>
                      <a:pt x="44" y="1"/>
                      <a:pt x="40" y="0"/>
                      <a:pt x="36" y="0"/>
                    </a:cubicBezTo>
                    <a:cubicBezTo>
                      <a:pt x="32" y="0"/>
                      <a:pt x="28" y="1"/>
                      <a:pt x="24" y="1"/>
                    </a:cubicBezTo>
                    <a:cubicBezTo>
                      <a:pt x="20" y="1"/>
                      <a:pt x="16" y="2"/>
                      <a:pt x="13" y="2"/>
                    </a:cubicBezTo>
                    <a:cubicBezTo>
                      <a:pt x="9" y="2"/>
                      <a:pt x="4" y="1"/>
                      <a:pt x="2" y="5"/>
                    </a:cubicBezTo>
                    <a:cubicBezTo>
                      <a:pt x="0" y="8"/>
                      <a:pt x="2" y="10"/>
                      <a:pt x="4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8" name="Freeform 3609">
                <a:extLst>
                  <a:ext uri="{FF2B5EF4-FFF2-40B4-BE49-F238E27FC236}">
                    <a16:creationId xmlns:a16="http://schemas.microsoft.com/office/drawing/2014/main" id="{BCC6B7FC-A5B5-469B-909E-FE0FBF07B6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41" y="513"/>
                <a:ext cx="684" cy="985"/>
              </a:xfrm>
              <a:custGeom>
                <a:avLst/>
                <a:gdLst>
                  <a:gd name="T0" fmla="*/ 576 w 1681"/>
                  <a:gd name="T1" fmla="*/ 2379 h 2419"/>
                  <a:gd name="T2" fmla="*/ 625 w 1681"/>
                  <a:gd name="T3" fmla="*/ 2384 h 2419"/>
                  <a:gd name="T4" fmla="*/ 672 w 1681"/>
                  <a:gd name="T5" fmla="*/ 2318 h 2419"/>
                  <a:gd name="T6" fmla="*/ 627 w 1681"/>
                  <a:gd name="T7" fmla="*/ 2235 h 2419"/>
                  <a:gd name="T8" fmla="*/ 686 w 1681"/>
                  <a:gd name="T9" fmla="*/ 2128 h 2419"/>
                  <a:gd name="T10" fmla="*/ 819 w 1681"/>
                  <a:gd name="T11" fmla="*/ 2168 h 2419"/>
                  <a:gd name="T12" fmla="*/ 1016 w 1681"/>
                  <a:gd name="T13" fmla="*/ 2303 h 2419"/>
                  <a:gd name="T14" fmla="*/ 1157 w 1681"/>
                  <a:gd name="T15" fmla="*/ 2332 h 2419"/>
                  <a:gd name="T16" fmla="*/ 1419 w 1681"/>
                  <a:gd name="T17" fmla="*/ 2210 h 2419"/>
                  <a:gd name="T18" fmla="*/ 1229 w 1681"/>
                  <a:gd name="T19" fmla="*/ 2010 h 2419"/>
                  <a:gd name="T20" fmla="*/ 1217 w 1681"/>
                  <a:gd name="T21" fmla="*/ 1875 h 2419"/>
                  <a:gd name="T22" fmla="*/ 1258 w 1681"/>
                  <a:gd name="T23" fmla="*/ 1815 h 2419"/>
                  <a:gd name="T24" fmla="*/ 1130 w 1681"/>
                  <a:gd name="T25" fmla="*/ 1614 h 2419"/>
                  <a:gd name="T26" fmla="*/ 1072 w 1681"/>
                  <a:gd name="T27" fmla="*/ 1338 h 2419"/>
                  <a:gd name="T28" fmla="*/ 993 w 1681"/>
                  <a:gd name="T29" fmla="*/ 1141 h 2419"/>
                  <a:gd name="T30" fmla="*/ 1009 w 1681"/>
                  <a:gd name="T31" fmla="*/ 991 h 2419"/>
                  <a:gd name="T32" fmla="*/ 807 w 1681"/>
                  <a:gd name="T33" fmla="*/ 895 h 2419"/>
                  <a:gd name="T34" fmla="*/ 723 w 1681"/>
                  <a:gd name="T35" fmla="*/ 811 h 2419"/>
                  <a:gd name="T36" fmla="*/ 755 w 1681"/>
                  <a:gd name="T37" fmla="*/ 767 h 2419"/>
                  <a:gd name="T38" fmla="*/ 1099 w 1681"/>
                  <a:gd name="T39" fmla="*/ 820 h 2419"/>
                  <a:gd name="T40" fmla="*/ 1616 w 1681"/>
                  <a:gd name="T41" fmla="*/ 695 h 2419"/>
                  <a:gd name="T42" fmla="*/ 1509 w 1681"/>
                  <a:gd name="T43" fmla="*/ 324 h 2419"/>
                  <a:gd name="T44" fmla="*/ 1136 w 1681"/>
                  <a:gd name="T45" fmla="*/ 185 h 2419"/>
                  <a:gd name="T46" fmla="*/ 774 w 1681"/>
                  <a:gd name="T47" fmla="*/ 100 h 2419"/>
                  <a:gd name="T48" fmla="*/ 468 w 1681"/>
                  <a:gd name="T49" fmla="*/ 140 h 2419"/>
                  <a:gd name="T50" fmla="*/ 353 w 1681"/>
                  <a:gd name="T51" fmla="*/ 107 h 2419"/>
                  <a:gd name="T52" fmla="*/ 374 w 1681"/>
                  <a:gd name="T53" fmla="*/ 28 h 2419"/>
                  <a:gd name="T54" fmla="*/ 197 w 1681"/>
                  <a:gd name="T55" fmla="*/ 70 h 2419"/>
                  <a:gd name="T56" fmla="*/ 109 w 1681"/>
                  <a:gd name="T57" fmla="*/ 398 h 2419"/>
                  <a:gd name="T58" fmla="*/ 258 w 1681"/>
                  <a:gd name="T59" fmla="*/ 347 h 2419"/>
                  <a:gd name="T60" fmla="*/ 286 w 1681"/>
                  <a:gd name="T61" fmla="*/ 375 h 2419"/>
                  <a:gd name="T62" fmla="*/ 221 w 1681"/>
                  <a:gd name="T63" fmla="*/ 511 h 2419"/>
                  <a:gd name="T64" fmla="*/ 259 w 1681"/>
                  <a:gd name="T65" fmla="*/ 406 h 2419"/>
                  <a:gd name="T66" fmla="*/ 165 w 1681"/>
                  <a:gd name="T67" fmla="*/ 368 h 2419"/>
                  <a:gd name="T68" fmla="*/ 266 w 1681"/>
                  <a:gd name="T69" fmla="*/ 971 h 2419"/>
                  <a:gd name="T70" fmla="*/ 1059 w 1681"/>
                  <a:gd name="T71" fmla="*/ 1690 h 2419"/>
                  <a:gd name="T72" fmla="*/ 731 w 1681"/>
                  <a:gd name="T73" fmla="*/ 1025 h 2419"/>
                  <a:gd name="T74" fmla="*/ 667 w 1681"/>
                  <a:gd name="T75" fmla="*/ 1000 h 2419"/>
                  <a:gd name="T76" fmla="*/ 648 w 1681"/>
                  <a:gd name="T77" fmla="*/ 1011 h 2419"/>
                  <a:gd name="T78" fmla="*/ 317 w 1681"/>
                  <a:gd name="T79" fmla="*/ 585 h 2419"/>
                  <a:gd name="T80" fmla="*/ 339 w 1681"/>
                  <a:gd name="T81" fmla="*/ 624 h 2419"/>
                  <a:gd name="T82" fmla="*/ 436 w 1681"/>
                  <a:gd name="T83" fmla="*/ 610 h 2419"/>
                  <a:gd name="T84" fmla="*/ 523 w 1681"/>
                  <a:gd name="T85" fmla="*/ 539 h 2419"/>
                  <a:gd name="T86" fmla="*/ 472 w 1681"/>
                  <a:gd name="T87" fmla="*/ 449 h 2419"/>
                  <a:gd name="T88" fmla="*/ 555 w 1681"/>
                  <a:gd name="T89" fmla="*/ 379 h 2419"/>
                  <a:gd name="T90" fmla="*/ 546 w 1681"/>
                  <a:gd name="T91" fmla="*/ 554 h 2419"/>
                  <a:gd name="T92" fmla="*/ 499 w 1681"/>
                  <a:gd name="T93" fmla="*/ 653 h 2419"/>
                  <a:gd name="T94" fmla="*/ 431 w 1681"/>
                  <a:gd name="T95" fmla="*/ 616 h 2419"/>
                  <a:gd name="T96" fmla="*/ 536 w 1681"/>
                  <a:gd name="T97" fmla="*/ 878 h 2419"/>
                  <a:gd name="T98" fmla="*/ 442 w 1681"/>
                  <a:gd name="T99" fmla="*/ 806 h 2419"/>
                  <a:gd name="T100" fmla="*/ 519 w 1681"/>
                  <a:gd name="T101" fmla="*/ 823 h 2419"/>
                  <a:gd name="T102" fmla="*/ 476 w 1681"/>
                  <a:gd name="T103" fmla="*/ 919 h 2419"/>
                  <a:gd name="T104" fmla="*/ 460 w 1681"/>
                  <a:gd name="T105" fmla="*/ 778 h 2419"/>
                  <a:gd name="T106" fmla="*/ 386 w 1681"/>
                  <a:gd name="T107" fmla="*/ 863 h 2419"/>
                  <a:gd name="T108" fmla="*/ 379 w 1681"/>
                  <a:gd name="T109" fmla="*/ 900 h 2419"/>
                  <a:gd name="T110" fmla="*/ 452 w 1681"/>
                  <a:gd name="T111" fmla="*/ 1013 h 2419"/>
                  <a:gd name="T112" fmla="*/ 562 w 1681"/>
                  <a:gd name="T113" fmla="*/ 1047 h 2419"/>
                  <a:gd name="T114" fmla="*/ 681 w 1681"/>
                  <a:gd name="T115" fmla="*/ 1127 h 2419"/>
                  <a:gd name="T116" fmla="*/ 574 w 1681"/>
                  <a:gd name="T117" fmla="*/ 1115 h 2419"/>
                  <a:gd name="T118" fmla="*/ 416 w 1681"/>
                  <a:gd name="T119" fmla="*/ 1041 h 2419"/>
                  <a:gd name="T120" fmla="*/ 564 w 1681"/>
                  <a:gd name="T121" fmla="*/ 1231 h 2419"/>
                  <a:gd name="T122" fmla="*/ 575 w 1681"/>
                  <a:gd name="T123" fmla="*/ 1287 h 2419"/>
                  <a:gd name="T124" fmla="*/ 406 w 1681"/>
                  <a:gd name="T125" fmla="*/ 1262 h 2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2419">
                    <a:moveTo>
                      <a:pt x="435" y="1378"/>
                    </a:moveTo>
                    <a:cubicBezTo>
                      <a:pt x="413" y="1416"/>
                      <a:pt x="413" y="1416"/>
                      <a:pt x="413" y="1416"/>
                    </a:cubicBezTo>
                    <a:cubicBezTo>
                      <a:pt x="431" y="1448"/>
                      <a:pt x="431" y="1448"/>
                      <a:pt x="431" y="1448"/>
                    </a:cubicBezTo>
                    <a:cubicBezTo>
                      <a:pt x="510" y="1497"/>
                      <a:pt x="510" y="1497"/>
                      <a:pt x="510" y="1497"/>
                    </a:cubicBezTo>
                    <a:cubicBezTo>
                      <a:pt x="502" y="1605"/>
                      <a:pt x="502" y="1605"/>
                      <a:pt x="502" y="1605"/>
                    </a:cubicBezTo>
                    <a:cubicBezTo>
                      <a:pt x="485" y="1607"/>
                      <a:pt x="480" y="1620"/>
                      <a:pt x="480" y="1620"/>
                    </a:cubicBezTo>
                    <a:cubicBezTo>
                      <a:pt x="559" y="1673"/>
                      <a:pt x="559" y="1673"/>
                      <a:pt x="559" y="1673"/>
                    </a:cubicBezTo>
                    <a:cubicBezTo>
                      <a:pt x="592" y="1687"/>
                      <a:pt x="592" y="1687"/>
                      <a:pt x="592" y="1687"/>
                    </a:cubicBezTo>
                    <a:cubicBezTo>
                      <a:pt x="723" y="1789"/>
                      <a:pt x="723" y="1789"/>
                      <a:pt x="723" y="1789"/>
                    </a:cubicBezTo>
                    <a:cubicBezTo>
                      <a:pt x="698" y="1846"/>
                      <a:pt x="698" y="1846"/>
                      <a:pt x="698" y="1846"/>
                    </a:cubicBezTo>
                    <a:cubicBezTo>
                      <a:pt x="711" y="1924"/>
                      <a:pt x="711" y="1924"/>
                      <a:pt x="711" y="1924"/>
                    </a:cubicBezTo>
                    <a:cubicBezTo>
                      <a:pt x="652" y="1996"/>
                      <a:pt x="652" y="1996"/>
                      <a:pt x="652" y="1996"/>
                    </a:cubicBezTo>
                    <a:cubicBezTo>
                      <a:pt x="642" y="2045"/>
                      <a:pt x="642" y="2045"/>
                      <a:pt x="642" y="2045"/>
                    </a:cubicBezTo>
                    <a:cubicBezTo>
                      <a:pt x="635" y="2057"/>
                      <a:pt x="635" y="2057"/>
                      <a:pt x="635" y="2057"/>
                    </a:cubicBezTo>
                    <a:cubicBezTo>
                      <a:pt x="600" y="2117"/>
                      <a:pt x="600" y="2117"/>
                      <a:pt x="600" y="2117"/>
                    </a:cubicBezTo>
                    <a:cubicBezTo>
                      <a:pt x="553" y="2198"/>
                      <a:pt x="553" y="2198"/>
                      <a:pt x="553" y="2198"/>
                    </a:cubicBezTo>
                    <a:cubicBezTo>
                      <a:pt x="545" y="2218"/>
                      <a:pt x="545" y="2218"/>
                      <a:pt x="545" y="2218"/>
                    </a:cubicBezTo>
                    <a:cubicBezTo>
                      <a:pt x="538" y="2243"/>
                      <a:pt x="538" y="2243"/>
                      <a:pt x="538" y="2243"/>
                    </a:cubicBezTo>
                    <a:cubicBezTo>
                      <a:pt x="476" y="2310"/>
                      <a:pt x="476" y="2310"/>
                      <a:pt x="476" y="2310"/>
                    </a:cubicBezTo>
                    <a:cubicBezTo>
                      <a:pt x="475" y="2315"/>
                      <a:pt x="475" y="2315"/>
                      <a:pt x="475" y="2315"/>
                    </a:cubicBezTo>
                    <a:cubicBezTo>
                      <a:pt x="476" y="2317"/>
                      <a:pt x="476" y="2318"/>
                      <a:pt x="478" y="2318"/>
                    </a:cubicBezTo>
                    <a:cubicBezTo>
                      <a:pt x="479" y="2320"/>
                      <a:pt x="481" y="2320"/>
                      <a:pt x="483" y="2322"/>
                    </a:cubicBezTo>
                    <a:cubicBezTo>
                      <a:pt x="486" y="2326"/>
                      <a:pt x="485" y="2332"/>
                      <a:pt x="489" y="2335"/>
                    </a:cubicBezTo>
                    <a:cubicBezTo>
                      <a:pt x="490" y="2337"/>
                      <a:pt x="492" y="2338"/>
                      <a:pt x="493" y="2340"/>
                    </a:cubicBezTo>
                    <a:cubicBezTo>
                      <a:pt x="495" y="2341"/>
                      <a:pt x="496" y="2343"/>
                      <a:pt x="498" y="2343"/>
                    </a:cubicBezTo>
                    <a:cubicBezTo>
                      <a:pt x="502" y="2344"/>
                      <a:pt x="507" y="2343"/>
                      <a:pt x="512" y="2345"/>
                    </a:cubicBezTo>
                    <a:cubicBezTo>
                      <a:pt x="517" y="2347"/>
                      <a:pt x="522" y="2352"/>
                      <a:pt x="524" y="2357"/>
                    </a:cubicBezTo>
                    <a:cubicBezTo>
                      <a:pt x="525" y="2361"/>
                      <a:pt x="529" y="2365"/>
                      <a:pt x="533" y="2367"/>
                    </a:cubicBezTo>
                    <a:cubicBezTo>
                      <a:pt x="536" y="2369"/>
                      <a:pt x="538" y="2371"/>
                      <a:pt x="541" y="2371"/>
                    </a:cubicBezTo>
                    <a:cubicBezTo>
                      <a:pt x="543" y="2371"/>
                      <a:pt x="545" y="2371"/>
                      <a:pt x="545" y="2369"/>
                    </a:cubicBezTo>
                    <a:cubicBezTo>
                      <a:pt x="545" y="2368"/>
                      <a:pt x="544" y="2367"/>
                      <a:pt x="546" y="2367"/>
                    </a:cubicBezTo>
                    <a:cubicBezTo>
                      <a:pt x="548" y="2367"/>
                      <a:pt x="550" y="2368"/>
                      <a:pt x="552" y="2369"/>
                    </a:cubicBezTo>
                    <a:cubicBezTo>
                      <a:pt x="554" y="2371"/>
                      <a:pt x="556" y="2372"/>
                      <a:pt x="559" y="2373"/>
                    </a:cubicBezTo>
                    <a:cubicBezTo>
                      <a:pt x="561" y="2374"/>
                      <a:pt x="564" y="2375"/>
                      <a:pt x="566" y="2377"/>
                    </a:cubicBezTo>
                    <a:cubicBezTo>
                      <a:pt x="567" y="2378"/>
                      <a:pt x="569" y="2379"/>
                      <a:pt x="570" y="2381"/>
                    </a:cubicBezTo>
                    <a:cubicBezTo>
                      <a:pt x="571" y="2382"/>
                      <a:pt x="573" y="2384"/>
                      <a:pt x="574" y="2384"/>
                    </a:cubicBezTo>
                    <a:cubicBezTo>
                      <a:pt x="576" y="2384"/>
                      <a:pt x="576" y="2380"/>
                      <a:pt x="576" y="2379"/>
                    </a:cubicBezTo>
                    <a:cubicBezTo>
                      <a:pt x="575" y="2376"/>
                      <a:pt x="573" y="2375"/>
                      <a:pt x="572" y="2372"/>
                    </a:cubicBezTo>
                    <a:cubicBezTo>
                      <a:pt x="572" y="2371"/>
                      <a:pt x="572" y="2369"/>
                      <a:pt x="573" y="2368"/>
                    </a:cubicBezTo>
                    <a:cubicBezTo>
                      <a:pt x="574" y="2368"/>
                      <a:pt x="577" y="2370"/>
                      <a:pt x="577" y="2371"/>
                    </a:cubicBezTo>
                    <a:cubicBezTo>
                      <a:pt x="579" y="2372"/>
                      <a:pt x="579" y="2375"/>
                      <a:pt x="580" y="2377"/>
                    </a:cubicBezTo>
                    <a:cubicBezTo>
                      <a:pt x="581" y="2381"/>
                      <a:pt x="584" y="2384"/>
                      <a:pt x="588" y="2387"/>
                    </a:cubicBezTo>
                    <a:cubicBezTo>
                      <a:pt x="590" y="2388"/>
                      <a:pt x="592" y="2389"/>
                      <a:pt x="594" y="2391"/>
                    </a:cubicBezTo>
                    <a:cubicBezTo>
                      <a:pt x="595" y="2392"/>
                      <a:pt x="597" y="2393"/>
                      <a:pt x="599" y="2395"/>
                    </a:cubicBezTo>
                    <a:cubicBezTo>
                      <a:pt x="600" y="2396"/>
                      <a:pt x="601" y="2399"/>
                      <a:pt x="603" y="2400"/>
                    </a:cubicBezTo>
                    <a:cubicBezTo>
                      <a:pt x="604" y="2400"/>
                      <a:pt x="604" y="2400"/>
                      <a:pt x="605" y="2400"/>
                    </a:cubicBezTo>
                    <a:cubicBezTo>
                      <a:pt x="606" y="2400"/>
                      <a:pt x="607" y="2400"/>
                      <a:pt x="608" y="2401"/>
                    </a:cubicBezTo>
                    <a:cubicBezTo>
                      <a:pt x="609" y="2401"/>
                      <a:pt x="610" y="2402"/>
                      <a:pt x="610" y="2403"/>
                    </a:cubicBezTo>
                    <a:cubicBezTo>
                      <a:pt x="611" y="2404"/>
                      <a:pt x="611" y="2405"/>
                      <a:pt x="611" y="2406"/>
                    </a:cubicBezTo>
                    <a:cubicBezTo>
                      <a:pt x="611" y="2407"/>
                      <a:pt x="614" y="2407"/>
                      <a:pt x="616" y="2407"/>
                    </a:cubicBezTo>
                    <a:cubicBezTo>
                      <a:pt x="618" y="2407"/>
                      <a:pt x="619" y="2406"/>
                      <a:pt x="621" y="2404"/>
                    </a:cubicBezTo>
                    <a:cubicBezTo>
                      <a:pt x="622" y="2403"/>
                      <a:pt x="624" y="2402"/>
                      <a:pt x="625" y="2403"/>
                    </a:cubicBezTo>
                    <a:cubicBezTo>
                      <a:pt x="627" y="2403"/>
                      <a:pt x="628" y="2403"/>
                      <a:pt x="629" y="2403"/>
                    </a:cubicBezTo>
                    <a:cubicBezTo>
                      <a:pt x="628" y="2400"/>
                      <a:pt x="626" y="2400"/>
                      <a:pt x="623" y="2399"/>
                    </a:cubicBezTo>
                    <a:cubicBezTo>
                      <a:pt x="619" y="2399"/>
                      <a:pt x="616" y="2398"/>
                      <a:pt x="613" y="2396"/>
                    </a:cubicBezTo>
                    <a:cubicBezTo>
                      <a:pt x="611" y="2394"/>
                      <a:pt x="608" y="2392"/>
                      <a:pt x="607" y="2390"/>
                    </a:cubicBezTo>
                    <a:cubicBezTo>
                      <a:pt x="607" y="2389"/>
                      <a:pt x="607" y="2387"/>
                      <a:pt x="608" y="2387"/>
                    </a:cubicBezTo>
                    <a:cubicBezTo>
                      <a:pt x="609" y="2386"/>
                      <a:pt x="611" y="2387"/>
                      <a:pt x="612" y="2387"/>
                    </a:cubicBezTo>
                    <a:cubicBezTo>
                      <a:pt x="613" y="2388"/>
                      <a:pt x="615" y="2389"/>
                      <a:pt x="616" y="2389"/>
                    </a:cubicBezTo>
                    <a:cubicBezTo>
                      <a:pt x="617" y="2388"/>
                      <a:pt x="617" y="2387"/>
                      <a:pt x="616" y="2386"/>
                    </a:cubicBezTo>
                    <a:cubicBezTo>
                      <a:pt x="615" y="2382"/>
                      <a:pt x="612" y="2379"/>
                      <a:pt x="609" y="2378"/>
                    </a:cubicBezTo>
                    <a:cubicBezTo>
                      <a:pt x="608" y="2377"/>
                      <a:pt x="604" y="2376"/>
                      <a:pt x="604" y="2374"/>
                    </a:cubicBezTo>
                    <a:cubicBezTo>
                      <a:pt x="604" y="2373"/>
                      <a:pt x="605" y="2373"/>
                      <a:pt x="606" y="2373"/>
                    </a:cubicBezTo>
                    <a:cubicBezTo>
                      <a:pt x="607" y="2372"/>
                      <a:pt x="609" y="2372"/>
                      <a:pt x="610" y="2371"/>
                    </a:cubicBezTo>
                    <a:cubicBezTo>
                      <a:pt x="613" y="2369"/>
                      <a:pt x="608" y="2365"/>
                      <a:pt x="607" y="2363"/>
                    </a:cubicBezTo>
                    <a:cubicBezTo>
                      <a:pt x="606" y="2362"/>
                      <a:pt x="605" y="2360"/>
                      <a:pt x="605" y="2359"/>
                    </a:cubicBezTo>
                    <a:cubicBezTo>
                      <a:pt x="606" y="2357"/>
                      <a:pt x="609" y="2358"/>
                      <a:pt x="610" y="2358"/>
                    </a:cubicBezTo>
                    <a:cubicBezTo>
                      <a:pt x="612" y="2359"/>
                      <a:pt x="614" y="2361"/>
                      <a:pt x="616" y="2362"/>
                    </a:cubicBezTo>
                    <a:cubicBezTo>
                      <a:pt x="617" y="2364"/>
                      <a:pt x="618" y="2366"/>
                      <a:pt x="619" y="2367"/>
                    </a:cubicBezTo>
                    <a:cubicBezTo>
                      <a:pt x="620" y="2368"/>
                      <a:pt x="622" y="2369"/>
                      <a:pt x="623" y="2369"/>
                    </a:cubicBezTo>
                    <a:cubicBezTo>
                      <a:pt x="624" y="2369"/>
                      <a:pt x="625" y="2369"/>
                      <a:pt x="626" y="2370"/>
                    </a:cubicBezTo>
                    <a:cubicBezTo>
                      <a:pt x="627" y="2372"/>
                      <a:pt x="622" y="2375"/>
                      <a:pt x="622" y="2377"/>
                    </a:cubicBezTo>
                    <a:cubicBezTo>
                      <a:pt x="621" y="2378"/>
                      <a:pt x="622" y="2379"/>
                      <a:pt x="623" y="2379"/>
                    </a:cubicBezTo>
                    <a:cubicBezTo>
                      <a:pt x="624" y="2381"/>
                      <a:pt x="625" y="2382"/>
                      <a:pt x="625" y="2384"/>
                    </a:cubicBezTo>
                    <a:cubicBezTo>
                      <a:pt x="626" y="2385"/>
                      <a:pt x="626" y="2387"/>
                      <a:pt x="626" y="2389"/>
                    </a:cubicBezTo>
                    <a:cubicBezTo>
                      <a:pt x="626" y="2390"/>
                      <a:pt x="626" y="2392"/>
                      <a:pt x="627" y="2393"/>
                    </a:cubicBezTo>
                    <a:cubicBezTo>
                      <a:pt x="628" y="2396"/>
                      <a:pt x="632" y="2396"/>
                      <a:pt x="634" y="2396"/>
                    </a:cubicBezTo>
                    <a:cubicBezTo>
                      <a:pt x="636" y="2397"/>
                      <a:pt x="639" y="2397"/>
                      <a:pt x="641" y="2398"/>
                    </a:cubicBezTo>
                    <a:cubicBezTo>
                      <a:pt x="644" y="2399"/>
                      <a:pt x="647" y="2400"/>
                      <a:pt x="650" y="2399"/>
                    </a:cubicBezTo>
                    <a:cubicBezTo>
                      <a:pt x="653" y="2398"/>
                      <a:pt x="654" y="2396"/>
                      <a:pt x="655" y="2394"/>
                    </a:cubicBezTo>
                    <a:cubicBezTo>
                      <a:pt x="657" y="2391"/>
                      <a:pt x="658" y="2389"/>
                      <a:pt x="661" y="2388"/>
                    </a:cubicBezTo>
                    <a:cubicBezTo>
                      <a:pt x="663" y="2386"/>
                      <a:pt x="666" y="2385"/>
                      <a:pt x="668" y="2385"/>
                    </a:cubicBezTo>
                    <a:cubicBezTo>
                      <a:pt x="669" y="2385"/>
                      <a:pt x="668" y="2385"/>
                      <a:pt x="668" y="2385"/>
                    </a:cubicBezTo>
                    <a:cubicBezTo>
                      <a:pt x="669" y="2385"/>
                      <a:pt x="670" y="2385"/>
                      <a:pt x="671" y="2385"/>
                    </a:cubicBezTo>
                    <a:cubicBezTo>
                      <a:pt x="672" y="2385"/>
                      <a:pt x="673" y="2385"/>
                      <a:pt x="674" y="2385"/>
                    </a:cubicBezTo>
                    <a:cubicBezTo>
                      <a:pt x="677" y="2385"/>
                      <a:pt x="681" y="2386"/>
                      <a:pt x="683" y="2387"/>
                    </a:cubicBezTo>
                    <a:cubicBezTo>
                      <a:pt x="686" y="2388"/>
                      <a:pt x="688" y="2390"/>
                      <a:pt x="690" y="2391"/>
                    </a:cubicBezTo>
                    <a:cubicBezTo>
                      <a:pt x="691" y="2392"/>
                      <a:pt x="692" y="2392"/>
                      <a:pt x="693" y="2393"/>
                    </a:cubicBezTo>
                    <a:cubicBezTo>
                      <a:pt x="695" y="2393"/>
                      <a:pt x="696" y="2393"/>
                      <a:pt x="697" y="2393"/>
                    </a:cubicBezTo>
                    <a:cubicBezTo>
                      <a:pt x="701" y="2393"/>
                      <a:pt x="705" y="2392"/>
                      <a:pt x="709" y="2394"/>
                    </a:cubicBezTo>
                    <a:cubicBezTo>
                      <a:pt x="712" y="2395"/>
                      <a:pt x="715" y="2398"/>
                      <a:pt x="719" y="2398"/>
                    </a:cubicBezTo>
                    <a:cubicBezTo>
                      <a:pt x="720" y="2399"/>
                      <a:pt x="722" y="2399"/>
                      <a:pt x="724" y="2400"/>
                    </a:cubicBezTo>
                    <a:cubicBezTo>
                      <a:pt x="725" y="2400"/>
                      <a:pt x="727" y="2400"/>
                      <a:pt x="728" y="2400"/>
                    </a:cubicBezTo>
                    <a:cubicBezTo>
                      <a:pt x="729" y="2399"/>
                      <a:pt x="725" y="2396"/>
                      <a:pt x="724" y="2395"/>
                    </a:cubicBezTo>
                    <a:cubicBezTo>
                      <a:pt x="723" y="2394"/>
                      <a:pt x="722" y="2393"/>
                      <a:pt x="722" y="2391"/>
                    </a:cubicBezTo>
                    <a:cubicBezTo>
                      <a:pt x="721" y="2390"/>
                      <a:pt x="720" y="2388"/>
                      <a:pt x="720" y="2387"/>
                    </a:cubicBezTo>
                    <a:cubicBezTo>
                      <a:pt x="720" y="2384"/>
                      <a:pt x="722" y="2385"/>
                      <a:pt x="723" y="2385"/>
                    </a:cubicBezTo>
                    <a:cubicBezTo>
                      <a:pt x="725" y="2384"/>
                      <a:pt x="725" y="2383"/>
                      <a:pt x="725" y="2381"/>
                    </a:cubicBezTo>
                    <a:cubicBezTo>
                      <a:pt x="723" y="2377"/>
                      <a:pt x="720" y="2374"/>
                      <a:pt x="718" y="2371"/>
                    </a:cubicBezTo>
                    <a:cubicBezTo>
                      <a:pt x="717" y="2369"/>
                      <a:pt x="716" y="2366"/>
                      <a:pt x="715" y="2364"/>
                    </a:cubicBezTo>
                    <a:cubicBezTo>
                      <a:pt x="715" y="2362"/>
                      <a:pt x="713" y="2361"/>
                      <a:pt x="712" y="2360"/>
                    </a:cubicBezTo>
                    <a:cubicBezTo>
                      <a:pt x="710" y="2358"/>
                      <a:pt x="709" y="2356"/>
                      <a:pt x="706" y="2356"/>
                    </a:cubicBezTo>
                    <a:cubicBezTo>
                      <a:pt x="705" y="2355"/>
                      <a:pt x="704" y="2355"/>
                      <a:pt x="704" y="2354"/>
                    </a:cubicBezTo>
                    <a:cubicBezTo>
                      <a:pt x="703" y="2351"/>
                      <a:pt x="708" y="2348"/>
                      <a:pt x="705" y="2345"/>
                    </a:cubicBezTo>
                    <a:cubicBezTo>
                      <a:pt x="705" y="2344"/>
                      <a:pt x="703" y="2344"/>
                      <a:pt x="702" y="2343"/>
                    </a:cubicBezTo>
                    <a:cubicBezTo>
                      <a:pt x="700" y="2343"/>
                      <a:pt x="698" y="2342"/>
                      <a:pt x="697" y="2342"/>
                    </a:cubicBezTo>
                    <a:cubicBezTo>
                      <a:pt x="695" y="2342"/>
                      <a:pt x="693" y="2341"/>
                      <a:pt x="691" y="2340"/>
                    </a:cubicBezTo>
                    <a:cubicBezTo>
                      <a:pt x="689" y="2340"/>
                      <a:pt x="687" y="2339"/>
                      <a:pt x="685" y="2337"/>
                    </a:cubicBezTo>
                    <a:cubicBezTo>
                      <a:pt x="684" y="2336"/>
                      <a:pt x="684" y="2334"/>
                      <a:pt x="683" y="2332"/>
                    </a:cubicBezTo>
                    <a:cubicBezTo>
                      <a:pt x="681" y="2329"/>
                      <a:pt x="679" y="2327"/>
                      <a:pt x="676" y="2326"/>
                    </a:cubicBezTo>
                    <a:cubicBezTo>
                      <a:pt x="673" y="2325"/>
                      <a:pt x="673" y="2321"/>
                      <a:pt x="672" y="2318"/>
                    </a:cubicBezTo>
                    <a:cubicBezTo>
                      <a:pt x="672" y="2316"/>
                      <a:pt x="670" y="2314"/>
                      <a:pt x="669" y="2313"/>
                    </a:cubicBezTo>
                    <a:cubicBezTo>
                      <a:pt x="667" y="2312"/>
                      <a:pt x="666" y="2312"/>
                      <a:pt x="665" y="2313"/>
                    </a:cubicBezTo>
                    <a:cubicBezTo>
                      <a:pt x="663" y="2314"/>
                      <a:pt x="662" y="2315"/>
                      <a:pt x="660" y="2315"/>
                    </a:cubicBezTo>
                    <a:cubicBezTo>
                      <a:pt x="658" y="2314"/>
                      <a:pt x="655" y="2313"/>
                      <a:pt x="654" y="2311"/>
                    </a:cubicBezTo>
                    <a:cubicBezTo>
                      <a:pt x="652" y="2309"/>
                      <a:pt x="650" y="2306"/>
                      <a:pt x="648" y="2306"/>
                    </a:cubicBezTo>
                    <a:cubicBezTo>
                      <a:pt x="647" y="2306"/>
                      <a:pt x="645" y="2306"/>
                      <a:pt x="644" y="2306"/>
                    </a:cubicBezTo>
                    <a:cubicBezTo>
                      <a:pt x="642" y="2307"/>
                      <a:pt x="641" y="2308"/>
                      <a:pt x="639" y="2308"/>
                    </a:cubicBezTo>
                    <a:cubicBezTo>
                      <a:pt x="637" y="2308"/>
                      <a:pt x="635" y="2307"/>
                      <a:pt x="634" y="2306"/>
                    </a:cubicBezTo>
                    <a:cubicBezTo>
                      <a:pt x="631" y="2303"/>
                      <a:pt x="627" y="2304"/>
                      <a:pt x="624" y="2303"/>
                    </a:cubicBezTo>
                    <a:cubicBezTo>
                      <a:pt x="621" y="2303"/>
                      <a:pt x="618" y="2302"/>
                      <a:pt x="615" y="2301"/>
                    </a:cubicBezTo>
                    <a:cubicBezTo>
                      <a:pt x="612" y="2300"/>
                      <a:pt x="609" y="2299"/>
                      <a:pt x="608" y="2296"/>
                    </a:cubicBezTo>
                    <a:cubicBezTo>
                      <a:pt x="608" y="2294"/>
                      <a:pt x="608" y="2293"/>
                      <a:pt x="609" y="2292"/>
                    </a:cubicBezTo>
                    <a:cubicBezTo>
                      <a:pt x="610" y="2291"/>
                      <a:pt x="611" y="2289"/>
                      <a:pt x="610" y="2288"/>
                    </a:cubicBezTo>
                    <a:cubicBezTo>
                      <a:pt x="608" y="2287"/>
                      <a:pt x="606" y="2287"/>
                      <a:pt x="604" y="2286"/>
                    </a:cubicBezTo>
                    <a:cubicBezTo>
                      <a:pt x="603" y="2286"/>
                      <a:pt x="601" y="2285"/>
                      <a:pt x="600" y="2283"/>
                    </a:cubicBezTo>
                    <a:cubicBezTo>
                      <a:pt x="599" y="2282"/>
                      <a:pt x="598" y="2280"/>
                      <a:pt x="599" y="2278"/>
                    </a:cubicBezTo>
                    <a:cubicBezTo>
                      <a:pt x="599" y="2277"/>
                      <a:pt x="600" y="2276"/>
                      <a:pt x="601" y="2276"/>
                    </a:cubicBezTo>
                    <a:cubicBezTo>
                      <a:pt x="602" y="2274"/>
                      <a:pt x="603" y="2273"/>
                      <a:pt x="603" y="2272"/>
                    </a:cubicBezTo>
                    <a:cubicBezTo>
                      <a:pt x="601" y="2271"/>
                      <a:pt x="598" y="2271"/>
                      <a:pt x="597" y="2269"/>
                    </a:cubicBezTo>
                    <a:cubicBezTo>
                      <a:pt x="597" y="2267"/>
                      <a:pt x="599" y="2266"/>
                      <a:pt x="601" y="2265"/>
                    </a:cubicBezTo>
                    <a:cubicBezTo>
                      <a:pt x="602" y="2263"/>
                      <a:pt x="601" y="2261"/>
                      <a:pt x="603" y="2259"/>
                    </a:cubicBezTo>
                    <a:cubicBezTo>
                      <a:pt x="606" y="2257"/>
                      <a:pt x="614" y="2256"/>
                      <a:pt x="616" y="2259"/>
                    </a:cubicBezTo>
                    <a:cubicBezTo>
                      <a:pt x="617" y="2260"/>
                      <a:pt x="617" y="2261"/>
                      <a:pt x="618" y="2262"/>
                    </a:cubicBezTo>
                    <a:cubicBezTo>
                      <a:pt x="619" y="2263"/>
                      <a:pt x="620" y="2263"/>
                      <a:pt x="621" y="2264"/>
                    </a:cubicBezTo>
                    <a:cubicBezTo>
                      <a:pt x="623" y="2264"/>
                      <a:pt x="624" y="2265"/>
                      <a:pt x="625" y="2266"/>
                    </a:cubicBezTo>
                    <a:cubicBezTo>
                      <a:pt x="625" y="2267"/>
                      <a:pt x="626" y="2267"/>
                      <a:pt x="626" y="2268"/>
                    </a:cubicBezTo>
                    <a:cubicBezTo>
                      <a:pt x="629" y="2269"/>
                      <a:pt x="630" y="2266"/>
                      <a:pt x="629" y="2265"/>
                    </a:cubicBezTo>
                    <a:cubicBezTo>
                      <a:pt x="629" y="2264"/>
                      <a:pt x="628" y="2264"/>
                      <a:pt x="627" y="2263"/>
                    </a:cubicBezTo>
                    <a:cubicBezTo>
                      <a:pt x="627" y="2262"/>
                      <a:pt x="627" y="2261"/>
                      <a:pt x="627" y="2260"/>
                    </a:cubicBezTo>
                    <a:cubicBezTo>
                      <a:pt x="627" y="2258"/>
                      <a:pt x="627" y="2257"/>
                      <a:pt x="628" y="2256"/>
                    </a:cubicBezTo>
                    <a:cubicBezTo>
                      <a:pt x="629" y="2255"/>
                      <a:pt x="630" y="2255"/>
                      <a:pt x="631" y="2255"/>
                    </a:cubicBezTo>
                    <a:cubicBezTo>
                      <a:pt x="633" y="2254"/>
                      <a:pt x="632" y="2252"/>
                      <a:pt x="632" y="2250"/>
                    </a:cubicBezTo>
                    <a:cubicBezTo>
                      <a:pt x="632" y="2244"/>
                      <a:pt x="640" y="2248"/>
                      <a:pt x="642" y="2245"/>
                    </a:cubicBezTo>
                    <a:cubicBezTo>
                      <a:pt x="644" y="2243"/>
                      <a:pt x="641" y="2240"/>
                      <a:pt x="639" y="2241"/>
                    </a:cubicBezTo>
                    <a:cubicBezTo>
                      <a:pt x="637" y="2241"/>
                      <a:pt x="635" y="2244"/>
                      <a:pt x="632" y="2245"/>
                    </a:cubicBezTo>
                    <a:cubicBezTo>
                      <a:pt x="629" y="2246"/>
                      <a:pt x="630" y="2242"/>
                      <a:pt x="629" y="2240"/>
                    </a:cubicBezTo>
                    <a:cubicBezTo>
                      <a:pt x="629" y="2239"/>
                      <a:pt x="627" y="2236"/>
                      <a:pt x="627" y="2235"/>
                    </a:cubicBezTo>
                    <a:cubicBezTo>
                      <a:pt x="628" y="2232"/>
                      <a:pt x="630" y="2232"/>
                      <a:pt x="632" y="2232"/>
                    </a:cubicBezTo>
                    <a:cubicBezTo>
                      <a:pt x="635" y="2231"/>
                      <a:pt x="636" y="2229"/>
                      <a:pt x="634" y="2227"/>
                    </a:cubicBezTo>
                    <a:cubicBezTo>
                      <a:pt x="632" y="2226"/>
                      <a:pt x="630" y="2226"/>
                      <a:pt x="630" y="2223"/>
                    </a:cubicBezTo>
                    <a:cubicBezTo>
                      <a:pt x="629" y="2221"/>
                      <a:pt x="631" y="2219"/>
                      <a:pt x="632" y="2217"/>
                    </a:cubicBezTo>
                    <a:cubicBezTo>
                      <a:pt x="633" y="2215"/>
                      <a:pt x="633" y="2212"/>
                      <a:pt x="634" y="2210"/>
                    </a:cubicBezTo>
                    <a:cubicBezTo>
                      <a:pt x="635" y="2207"/>
                      <a:pt x="635" y="2205"/>
                      <a:pt x="635" y="2203"/>
                    </a:cubicBezTo>
                    <a:cubicBezTo>
                      <a:pt x="636" y="2200"/>
                      <a:pt x="636" y="2198"/>
                      <a:pt x="634" y="2196"/>
                    </a:cubicBezTo>
                    <a:cubicBezTo>
                      <a:pt x="633" y="2196"/>
                      <a:pt x="630" y="2194"/>
                      <a:pt x="632" y="2192"/>
                    </a:cubicBezTo>
                    <a:cubicBezTo>
                      <a:pt x="633" y="2190"/>
                      <a:pt x="637" y="2192"/>
                      <a:pt x="639" y="2193"/>
                    </a:cubicBezTo>
                    <a:cubicBezTo>
                      <a:pt x="640" y="2193"/>
                      <a:pt x="647" y="2195"/>
                      <a:pt x="646" y="2192"/>
                    </a:cubicBezTo>
                    <a:cubicBezTo>
                      <a:pt x="646" y="2191"/>
                      <a:pt x="645" y="2191"/>
                      <a:pt x="645" y="2190"/>
                    </a:cubicBezTo>
                    <a:cubicBezTo>
                      <a:pt x="645" y="2189"/>
                      <a:pt x="647" y="2189"/>
                      <a:pt x="648" y="2189"/>
                    </a:cubicBezTo>
                    <a:cubicBezTo>
                      <a:pt x="650" y="2189"/>
                      <a:pt x="652" y="2189"/>
                      <a:pt x="654" y="2190"/>
                    </a:cubicBezTo>
                    <a:cubicBezTo>
                      <a:pt x="656" y="2190"/>
                      <a:pt x="658" y="2192"/>
                      <a:pt x="660" y="2192"/>
                    </a:cubicBezTo>
                    <a:cubicBezTo>
                      <a:pt x="663" y="2192"/>
                      <a:pt x="662" y="2190"/>
                      <a:pt x="661" y="2188"/>
                    </a:cubicBezTo>
                    <a:cubicBezTo>
                      <a:pt x="661" y="2185"/>
                      <a:pt x="664" y="2184"/>
                      <a:pt x="666" y="2184"/>
                    </a:cubicBezTo>
                    <a:cubicBezTo>
                      <a:pt x="668" y="2184"/>
                      <a:pt x="670" y="2185"/>
                      <a:pt x="672" y="2186"/>
                    </a:cubicBezTo>
                    <a:cubicBezTo>
                      <a:pt x="674" y="2186"/>
                      <a:pt x="677" y="2187"/>
                      <a:pt x="678" y="2186"/>
                    </a:cubicBezTo>
                    <a:cubicBezTo>
                      <a:pt x="681" y="2184"/>
                      <a:pt x="676" y="2182"/>
                      <a:pt x="674" y="2181"/>
                    </a:cubicBezTo>
                    <a:cubicBezTo>
                      <a:pt x="672" y="2180"/>
                      <a:pt x="672" y="2178"/>
                      <a:pt x="674" y="2177"/>
                    </a:cubicBezTo>
                    <a:cubicBezTo>
                      <a:pt x="677" y="2176"/>
                      <a:pt x="679" y="2176"/>
                      <a:pt x="678" y="2173"/>
                    </a:cubicBezTo>
                    <a:cubicBezTo>
                      <a:pt x="678" y="2170"/>
                      <a:pt x="679" y="2170"/>
                      <a:pt x="682" y="2169"/>
                    </a:cubicBezTo>
                    <a:cubicBezTo>
                      <a:pt x="685" y="2169"/>
                      <a:pt x="684" y="2167"/>
                      <a:pt x="682" y="2166"/>
                    </a:cubicBezTo>
                    <a:cubicBezTo>
                      <a:pt x="679" y="2164"/>
                      <a:pt x="677" y="2165"/>
                      <a:pt x="674" y="2166"/>
                    </a:cubicBezTo>
                    <a:cubicBezTo>
                      <a:pt x="673" y="2166"/>
                      <a:pt x="670" y="2166"/>
                      <a:pt x="669" y="2164"/>
                    </a:cubicBezTo>
                    <a:cubicBezTo>
                      <a:pt x="669" y="2162"/>
                      <a:pt x="671" y="2160"/>
                      <a:pt x="673" y="2159"/>
                    </a:cubicBezTo>
                    <a:cubicBezTo>
                      <a:pt x="673" y="2158"/>
                      <a:pt x="672" y="2158"/>
                      <a:pt x="672" y="2156"/>
                    </a:cubicBezTo>
                    <a:cubicBezTo>
                      <a:pt x="672" y="2155"/>
                      <a:pt x="673" y="2154"/>
                      <a:pt x="674" y="2153"/>
                    </a:cubicBezTo>
                    <a:cubicBezTo>
                      <a:pt x="677" y="2152"/>
                      <a:pt x="680" y="2151"/>
                      <a:pt x="680" y="2148"/>
                    </a:cubicBezTo>
                    <a:cubicBezTo>
                      <a:pt x="680" y="2147"/>
                      <a:pt x="679" y="2147"/>
                      <a:pt x="680" y="2146"/>
                    </a:cubicBezTo>
                    <a:cubicBezTo>
                      <a:pt x="680" y="2145"/>
                      <a:pt x="682" y="2145"/>
                      <a:pt x="682" y="2145"/>
                    </a:cubicBezTo>
                    <a:cubicBezTo>
                      <a:pt x="685" y="2144"/>
                      <a:pt x="687" y="2144"/>
                      <a:pt x="689" y="2144"/>
                    </a:cubicBezTo>
                    <a:cubicBezTo>
                      <a:pt x="692" y="2143"/>
                      <a:pt x="694" y="2144"/>
                      <a:pt x="696" y="2141"/>
                    </a:cubicBezTo>
                    <a:cubicBezTo>
                      <a:pt x="696" y="2140"/>
                      <a:pt x="696" y="2139"/>
                      <a:pt x="697" y="2139"/>
                    </a:cubicBezTo>
                    <a:cubicBezTo>
                      <a:pt x="697" y="2137"/>
                      <a:pt x="699" y="2136"/>
                      <a:pt x="699" y="2135"/>
                    </a:cubicBezTo>
                    <a:cubicBezTo>
                      <a:pt x="700" y="2132"/>
                      <a:pt x="698" y="2130"/>
                      <a:pt x="695" y="2129"/>
                    </a:cubicBezTo>
                    <a:cubicBezTo>
                      <a:pt x="692" y="2129"/>
                      <a:pt x="689" y="2130"/>
                      <a:pt x="686" y="2128"/>
                    </a:cubicBezTo>
                    <a:cubicBezTo>
                      <a:pt x="682" y="2125"/>
                      <a:pt x="688" y="2123"/>
                      <a:pt x="690" y="2121"/>
                    </a:cubicBezTo>
                    <a:cubicBezTo>
                      <a:pt x="692" y="2119"/>
                      <a:pt x="686" y="2117"/>
                      <a:pt x="686" y="2114"/>
                    </a:cubicBezTo>
                    <a:cubicBezTo>
                      <a:pt x="686" y="2110"/>
                      <a:pt x="692" y="2110"/>
                      <a:pt x="694" y="2111"/>
                    </a:cubicBezTo>
                    <a:cubicBezTo>
                      <a:pt x="696" y="2111"/>
                      <a:pt x="697" y="2112"/>
                      <a:pt x="699" y="2113"/>
                    </a:cubicBezTo>
                    <a:cubicBezTo>
                      <a:pt x="700" y="2113"/>
                      <a:pt x="702" y="2113"/>
                      <a:pt x="704" y="2113"/>
                    </a:cubicBezTo>
                    <a:cubicBezTo>
                      <a:pt x="707" y="2113"/>
                      <a:pt x="710" y="2114"/>
                      <a:pt x="709" y="2117"/>
                    </a:cubicBezTo>
                    <a:cubicBezTo>
                      <a:pt x="709" y="2121"/>
                      <a:pt x="705" y="2122"/>
                      <a:pt x="705" y="2125"/>
                    </a:cubicBezTo>
                    <a:cubicBezTo>
                      <a:pt x="706" y="2128"/>
                      <a:pt x="709" y="2130"/>
                      <a:pt x="709" y="2133"/>
                    </a:cubicBezTo>
                    <a:cubicBezTo>
                      <a:pt x="710" y="2137"/>
                      <a:pt x="709" y="2142"/>
                      <a:pt x="713" y="2145"/>
                    </a:cubicBezTo>
                    <a:cubicBezTo>
                      <a:pt x="714" y="2139"/>
                      <a:pt x="714" y="2135"/>
                      <a:pt x="711" y="2130"/>
                    </a:cubicBezTo>
                    <a:cubicBezTo>
                      <a:pt x="709" y="2126"/>
                      <a:pt x="708" y="2123"/>
                      <a:pt x="713" y="2122"/>
                    </a:cubicBezTo>
                    <a:cubicBezTo>
                      <a:pt x="715" y="2122"/>
                      <a:pt x="717" y="2122"/>
                      <a:pt x="719" y="2122"/>
                    </a:cubicBezTo>
                    <a:cubicBezTo>
                      <a:pt x="721" y="2122"/>
                      <a:pt x="723" y="2122"/>
                      <a:pt x="725" y="2122"/>
                    </a:cubicBezTo>
                    <a:cubicBezTo>
                      <a:pt x="730" y="2121"/>
                      <a:pt x="734" y="2123"/>
                      <a:pt x="736" y="2128"/>
                    </a:cubicBezTo>
                    <a:cubicBezTo>
                      <a:pt x="738" y="2132"/>
                      <a:pt x="736" y="2136"/>
                      <a:pt x="738" y="2140"/>
                    </a:cubicBezTo>
                    <a:cubicBezTo>
                      <a:pt x="739" y="2142"/>
                      <a:pt x="745" y="2148"/>
                      <a:pt x="747" y="2144"/>
                    </a:cubicBezTo>
                    <a:cubicBezTo>
                      <a:pt x="749" y="2141"/>
                      <a:pt x="744" y="2136"/>
                      <a:pt x="743" y="2133"/>
                    </a:cubicBezTo>
                    <a:cubicBezTo>
                      <a:pt x="742" y="2131"/>
                      <a:pt x="742" y="2125"/>
                      <a:pt x="746" y="2126"/>
                    </a:cubicBezTo>
                    <a:cubicBezTo>
                      <a:pt x="749" y="2127"/>
                      <a:pt x="751" y="2132"/>
                      <a:pt x="753" y="2131"/>
                    </a:cubicBezTo>
                    <a:cubicBezTo>
                      <a:pt x="754" y="2131"/>
                      <a:pt x="755" y="2129"/>
                      <a:pt x="756" y="2128"/>
                    </a:cubicBezTo>
                    <a:cubicBezTo>
                      <a:pt x="757" y="2127"/>
                      <a:pt x="759" y="2125"/>
                      <a:pt x="761" y="2126"/>
                    </a:cubicBezTo>
                    <a:cubicBezTo>
                      <a:pt x="765" y="2126"/>
                      <a:pt x="768" y="2134"/>
                      <a:pt x="770" y="2137"/>
                    </a:cubicBezTo>
                    <a:cubicBezTo>
                      <a:pt x="771" y="2138"/>
                      <a:pt x="772" y="2140"/>
                      <a:pt x="773" y="2138"/>
                    </a:cubicBezTo>
                    <a:cubicBezTo>
                      <a:pt x="774" y="2137"/>
                      <a:pt x="774" y="2134"/>
                      <a:pt x="774" y="2132"/>
                    </a:cubicBezTo>
                    <a:cubicBezTo>
                      <a:pt x="774" y="2131"/>
                      <a:pt x="774" y="2128"/>
                      <a:pt x="776" y="2128"/>
                    </a:cubicBezTo>
                    <a:cubicBezTo>
                      <a:pt x="777" y="2128"/>
                      <a:pt x="779" y="2130"/>
                      <a:pt x="780" y="2131"/>
                    </a:cubicBezTo>
                    <a:cubicBezTo>
                      <a:pt x="783" y="2133"/>
                      <a:pt x="788" y="2136"/>
                      <a:pt x="789" y="2140"/>
                    </a:cubicBezTo>
                    <a:cubicBezTo>
                      <a:pt x="790" y="2142"/>
                      <a:pt x="790" y="2144"/>
                      <a:pt x="790" y="2145"/>
                    </a:cubicBezTo>
                    <a:cubicBezTo>
                      <a:pt x="790" y="2147"/>
                      <a:pt x="790" y="2148"/>
                      <a:pt x="791" y="2149"/>
                    </a:cubicBezTo>
                    <a:cubicBezTo>
                      <a:pt x="792" y="2151"/>
                      <a:pt x="797" y="2150"/>
                      <a:pt x="799" y="2150"/>
                    </a:cubicBezTo>
                    <a:cubicBezTo>
                      <a:pt x="802" y="2151"/>
                      <a:pt x="805" y="2152"/>
                      <a:pt x="808" y="2154"/>
                    </a:cubicBezTo>
                    <a:cubicBezTo>
                      <a:pt x="811" y="2156"/>
                      <a:pt x="811" y="2159"/>
                      <a:pt x="811" y="2162"/>
                    </a:cubicBezTo>
                    <a:cubicBezTo>
                      <a:pt x="811" y="2165"/>
                      <a:pt x="812" y="2167"/>
                      <a:pt x="814" y="2170"/>
                    </a:cubicBezTo>
                    <a:cubicBezTo>
                      <a:pt x="817" y="2172"/>
                      <a:pt x="819" y="2175"/>
                      <a:pt x="821" y="2177"/>
                    </a:cubicBezTo>
                    <a:cubicBezTo>
                      <a:pt x="822" y="2177"/>
                      <a:pt x="823" y="2178"/>
                      <a:pt x="825" y="2178"/>
                    </a:cubicBezTo>
                    <a:cubicBezTo>
                      <a:pt x="825" y="2176"/>
                      <a:pt x="824" y="2175"/>
                      <a:pt x="823" y="2173"/>
                    </a:cubicBezTo>
                    <a:cubicBezTo>
                      <a:pt x="822" y="2171"/>
                      <a:pt x="821" y="2170"/>
                      <a:pt x="819" y="2168"/>
                    </a:cubicBezTo>
                    <a:cubicBezTo>
                      <a:pt x="819" y="2167"/>
                      <a:pt x="818" y="2166"/>
                      <a:pt x="818" y="2165"/>
                    </a:cubicBezTo>
                    <a:cubicBezTo>
                      <a:pt x="817" y="2164"/>
                      <a:pt x="816" y="2163"/>
                      <a:pt x="817" y="2162"/>
                    </a:cubicBezTo>
                    <a:cubicBezTo>
                      <a:pt x="819" y="2161"/>
                      <a:pt x="823" y="2161"/>
                      <a:pt x="825" y="2163"/>
                    </a:cubicBezTo>
                    <a:cubicBezTo>
                      <a:pt x="827" y="2164"/>
                      <a:pt x="829" y="2167"/>
                      <a:pt x="831" y="2169"/>
                    </a:cubicBezTo>
                    <a:cubicBezTo>
                      <a:pt x="833" y="2172"/>
                      <a:pt x="834" y="2175"/>
                      <a:pt x="835" y="2178"/>
                    </a:cubicBezTo>
                    <a:cubicBezTo>
                      <a:pt x="836" y="2179"/>
                      <a:pt x="836" y="2181"/>
                      <a:pt x="837" y="2181"/>
                    </a:cubicBezTo>
                    <a:cubicBezTo>
                      <a:pt x="837" y="2182"/>
                      <a:pt x="838" y="2182"/>
                      <a:pt x="838" y="2182"/>
                    </a:cubicBezTo>
                    <a:cubicBezTo>
                      <a:pt x="839" y="2183"/>
                      <a:pt x="840" y="2184"/>
                      <a:pt x="841" y="2185"/>
                    </a:cubicBezTo>
                    <a:cubicBezTo>
                      <a:pt x="841" y="2185"/>
                      <a:pt x="842" y="2185"/>
                      <a:pt x="843" y="2185"/>
                    </a:cubicBezTo>
                    <a:cubicBezTo>
                      <a:pt x="846" y="2186"/>
                      <a:pt x="848" y="2185"/>
                      <a:pt x="850" y="2186"/>
                    </a:cubicBezTo>
                    <a:cubicBezTo>
                      <a:pt x="852" y="2186"/>
                      <a:pt x="854" y="2186"/>
                      <a:pt x="856" y="2186"/>
                    </a:cubicBezTo>
                    <a:cubicBezTo>
                      <a:pt x="859" y="2186"/>
                      <a:pt x="862" y="2187"/>
                      <a:pt x="863" y="2189"/>
                    </a:cubicBezTo>
                    <a:cubicBezTo>
                      <a:pt x="864" y="2191"/>
                      <a:pt x="865" y="2192"/>
                      <a:pt x="866" y="2194"/>
                    </a:cubicBezTo>
                    <a:cubicBezTo>
                      <a:pt x="869" y="2197"/>
                      <a:pt x="874" y="2198"/>
                      <a:pt x="878" y="2199"/>
                    </a:cubicBezTo>
                    <a:cubicBezTo>
                      <a:pt x="880" y="2200"/>
                      <a:pt x="882" y="2200"/>
                      <a:pt x="884" y="2201"/>
                    </a:cubicBezTo>
                    <a:cubicBezTo>
                      <a:pt x="886" y="2202"/>
                      <a:pt x="889" y="2202"/>
                      <a:pt x="891" y="2202"/>
                    </a:cubicBezTo>
                    <a:cubicBezTo>
                      <a:pt x="893" y="2203"/>
                      <a:pt x="895" y="2203"/>
                      <a:pt x="897" y="2203"/>
                    </a:cubicBezTo>
                    <a:cubicBezTo>
                      <a:pt x="899" y="2203"/>
                      <a:pt x="901" y="2204"/>
                      <a:pt x="904" y="2204"/>
                    </a:cubicBezTo>
                    <a:cubicBezTo>
                      <a:pt x="908" y="2204"/>
                      <a:pt x="912" y="2203"/>
                      <a:pt x="915" y="2206"/>
                    </a:cubicBezTo>
                    <a:cubicBezTo>
                      <a:pt x="917" y="2207"/>
                      <a:pt x="919" y="2209"/>
                      <a:pt x="921" y="2210"/>
                    </a:cubicBezTo>
                    <a:cubicBezTo>
                      <a:pt x="922" y="2211"/>
                      <a:pt x="924" y="2213"/>
                      <a:pt x="926" y="2214"/>
                    </a:cubicBezTo>
                    <a:cubicBezTo>
                      <a:pt x="930" y="2216"/>
                      <a:pt x="935" y="2216"/>
                      <a:pt x="939" y="2217"/>
                    </a:cubicBezTo>
                    <a:cubicBezTo>
                      <a:pt x="944" y="2219"/>
                      <a:pt x="947" y="2222"/>
                      <a:pt x="950" y="2226"/>
                    </a:cubicBezTo>
                    <a:cubicBezTo>
                      <a:pt x="952" y="2229"/>
                      <a:pt x="954" y="2231"/>
                      <a:pt x="958" y="2232"/>
                    </a:cubicBezTo>
                    <a:cubicBezTo>
                      <a:pt x="962" y="2233"/>
                      <a:pt x="967" y="2234"/>
                      <a:pt x="971" y="2235"/>
                    </a:cubicBezTo>
                    <a:cubicBezTo>
                      <a:pt x="977" y="2236"/>
                      <a:pt x="982" y="2238"/>
                      <a:pt x="986" y="2241"/>
                    </a:cubicBezTo>
                    <a:cubicBezTo>
                      <a:pt x="989" y="2243"/>
                      <a:pt x="992" y="2246"/>
                      <a:pt x="995" y="2248"/>
                    </a:cubicBezTo>
                    <a:cubicBezTo>
                      <a:pt x="998" y="2250"/>
                      <a:pt x="1000" y="2253"/>
                      <a:pt x="1002" y="2256"/>
                    </a:cubicBezTo>
                    <a:cubicBezTo>
                      <a:pt x="1003" y="2258"/>
                      <a:pt x="1004" y="2260"/>
                      <a:pt x="1003" y="2262"/>
                    </a:cubicBezTo>
                    <a:cubicBezTo>
                      <a:pt x="1002" y="2263"/>
                      <a:pt x="1002" y="2263"/>
                      <a:pt x="1001" y="2264"/>
                    </a:cubicBezTo>
                    <a:cubicBezTo>
                      <a:pt x="1000" y="2265"/>
                      <a:pt x="999" y="2266"/>
                      <a:pt x="999" y="2267"/>
                    </a:cubicBezTo>
                    <a:cubicBezTo>
                      <a:pt x="997" y="2269"/>
                      <a:pt x="996" y="2270"/>
                      <a:pt x="996" y="2272"/>
                    </a:cubicBezTo>
                    <a:cubicBezTo>
                      <a:pt x="996" y="2275"/>
                      <a:pt x="996" y="2278"/>
                      <a:pt x="997" y="2281"/>
                    </a:cubicBezTo>
                    <a:cubicBezTo>
                      <a:pt x="997" y="2285"/>
                      <a:pt x="998" y="2288"/>
                      <a:pt x="999" y="2291"/>
                    </a:cubicBezTo>
                    <a:cubicBezTo>
                      <a:pt x="1000" y="2294"/>
                      <a:pt x="1000" y="2296"/>
                      <a:pt x="1002" y="2298"/>
                    </a:cubicBezTo>
                    <a:cubicBezTo>
                      <a:pt x="1003" y="2300"/>
                      <a:pt x="1005" y="2301"/>
                      <a:pt x="1007" y="2301"/>
                    </a:cubicBezTo>
                    <a:cubicBezTo>
                      <a:pt x="1011" y="2303"/>
                      <a:pt x="1013" y="2302"/>
                      <a:pt x="1016" y="2303"/>
                    </a:cubicBezTo>
                    <a:cubicBezTo>
                      <a:pt x="1021" y="2303"/>
                      <a:pt x="1024" y="2305"/>
                      <a:pt x="1028" y="2307"/>
                    </a:cubicBezTo>
                    <a:cubicBezTo>
                      <a:pt x="1032" y="2308"/>
                      <a:pt x="1035" y="2309"/>
                      <a:pt x="1039" y="2310"/>
                    </a:cubicBezTo>
                    <a:cubicBezTo>
                      <a:pt x="1042" y="2312"/>
                      <a:pt x="1046" y="2313"/>
                      <a:pt x="1048" y="2316"/>
                    </a:cubicBezTo>
                    <a:cubicBezTo>
                      <a:pt x="1051" y="2321"/>
                      <a:pt x="1052" y="2327"/>
                      <a:pt x="1052" y="2333"/>
                    </a:cubicBezTo>
                    <a:cubicBezTo>
                      <a:pt x="1052" y="2336"/>
                      <a:pt x="1052" y="2339"/>
                      <a:pt x="1052" y="2342"/>
                    </a:cubicBezTo>
                    <a:cubicBezTo>
                      <a:pt x="1051" y="2344"/>
                      <a:pt x="1050" y="2346"/>
                      <a:pt x="1050" y="2348"/>
                    </a:cubicBezTo>
                    <a:cubicBezTo>
                      <a:pt x="1049" y="2353"/>
                      <a:pt x="1054" y="2356"/>
                      <a:pt x="1058" y="2356"/>
                    </a:cubicBezTo>
                    <a:cubicBezTo>
                      <a:pt x="1063" y="2356"/>
                      <a:pt x="1068" y="2352"/>
                      <a:pt x="1073" y="2353"/>
                    </a:cubicBezTo>
                    <a:cubicBezTo>
                      <a:pt x="1079" y="2354"/>
                      <a:pt x="1075" y="2360"/>
                      <a:pt x="1073" y="2363"/>
                    </a:cubicBezTo>
                    <a:cubicBezTo>
                      <a:pt x="1071" y="2367"/>
                      <a:pt x="1065" y="2373"/>
                      <a:pt x="1067" y="2378"/>
                    </a:cubicBezTo>
                    <a:cubicBezTo>
                      <a:pt x="1069" y="2382"/>
                      <a:pt x="1075" y="2380"/>
                      <a:pt x="1078" y="2380"/>
                    </a:cubicBezTo>
                    <a:cubicBezTo>
                      <a:pt x="1082" y="2380"/>
                      <a:pt x="1087" y="2383"/>
                      <a:pt x="1087" y="2387"/>
                    </a:cubicBezTo>
                    <a:cubicBezTo>
                      <a:pt x="1087" y="2391"/>
                      <a:pt x="1083" y="2394"/>
                      <a:pt x="1082" y="2398"/>
                    </a:cubicBezTo>
                    <a:cubicBezTo>
                      <a:pt x="1080" y="2403"/>
                      <a:pt x="1080" y="2410"/>
                      <a:pt x="1081" y="2415"/>
                    </a:cubicBezTo>
                    <a:cubicBezTo>
                      <a:pt x="1081" y="2416"/>
                      <a:pt x="1082" y="2418"/>
                      <a:pt x="1082" y="2419"/>
                    </a:cubicBezTo>
                    <a:cubicBezTo>
                      <a:pt x="1082" y="2419"/>
                      <a:pt x="1084" y="2418"/>
                      <a:pt x="1084" y="2418"/>
                    </a:cubicBezTo>
                    <a:cubicBezTo>
                      <a:pt x="1084" y="2418"/>
                      <a:pt x="1085" y="2418"/>
                      <a:pt x="1085" y="2418"/>
                    </a:cubicBezTo>
                    <a:cubicBezTo>
                      <a:pt x="1085" y="2418"/>
                      <a:pt x="1086" y="2418"/>
                      <a:pt x="1086" y="2417"/>
                    </a:cubicBezTo>
                    <a:cubicBezTo>
                      <a:pt x="1086" y="2417"/>
                      <a:pt x="1087" y="2417"/>
                      <a:pt x="1087" y="2416"/>
                    </a:cubicBezTo>
                    <a:cubicBezTo>
                      <a:pt x="1088" y="2415"/>
                      <a:pt x="1090" y="2414"/>
                      <a:pt x="1091" y="2413"/>
                    </a:cubicBezTo>
                    <a:cubicBezTo>
                      <a:pt x="1094" y="2412"/>
                      <a:pt x="1097" y="2411"/>
                      <a:pt x="1100" y="2409"/>
                    </a:cubicBezTo>
                    <a:cubicBezTo>
                      <a:pt x="1103" y="2407"/>
                      <a:pt x="1105" y="2405"/>
                      <a:pt x="1108" y="2403"/>
                    </a:cubicBezTo>
                    <a:cubicBezTo>
                      <a:pt x="1111" y="2402"/>
                      <a:pt x="1114" y="2400"/>
                      <a:pt x="1116" y="2397"/>
                    </a:cubicBezTo>
                    <a:cubicBezTo>
                      <a:pt x="1117" y="2394"/>
                      <a:pt x="1115" y="2391"/>
                      <a:pt x="1114" y="2388"/>
                    </a:cubicBezTo>
                    <a:cubicBezTo>
                      <a:pt x="1114" y="2384"/>
                      <a:pt x="1113" y="2380"/>
                      <a:pt x="1115" y="2377"/>
                    </a:cubicBezTo>
                    <a:cubicBezTo>
                      <a:pt x="1116" y="2375"/>
                      <a:pt x="1116" y="2374"/>
                      <a:pt x="1117" y="2372"/>
                    </a:cubicBezTo>
                    <a:cubicBezTo>
                      <a:pt x="1118" y="2370"/>
                      <a:pt x="1119" y="2370"/>
                      <a:pt x="1121" y="2370"/>
                    </a:cubicBezTo>
                    <a:cubicBezTo>
                      <a:pt x="1123" y="2369"/>
                      <a:pt x="1124" y="2368"/>
                      <a:pt x="1126" y="2367"/>
                    </a:cubicBezTo>
                    <a:cubicBezTo>
                      <a:pt x="1127" y="2367"/>
                      <a:pt x="1128" y="2367"/>
                      <a:pt x="1128" y="2367"/>
                    </a:cubicBezTo>
                    <a:cubicBezTo>
                      <a:pt x="1129" y="2366"/>
                      <a:pt x="1129" y="2365"/>
                      <a:pt x="1130" y="2364"/>
                    </a:cubicBezTo>
                    <a:cubicBezTo>
                      <a:pt x="1131" y="2363"/>
                      <a:pt x="1132" y="2362"/>
                      <a:pt x="1133" y="2360"/>
                    </a:cubicBezTo>
                    <a:cubicBezTo>
                      <a:pt x="1134" y="2359"/>
                      <a:pt x="1133" y="2357"/>
                      <a:pt x="1133" y="2355"/>
                    </a:cubicBezTo>
                    <a:cubicBezTo>
                      <a:pt x="1132" y="2352"/>
                      <a:pt x="1134" y="2349"/>
                      <a:pt x="1135" y="2346"/>
                    </a:cubicBezTo>
                    <a:cubicBezTo>
                      <a:pt x="1135" y="2343"/>
                      <a:pt x="1138" y="2342"/>
                      <a:pt x="1140" y="2340"/>
                    </a:cubicBezTo>
                    <a:cubicBezTo>
                      <a:pt x="1143" y="2339"/>
                      <a:pt x="1146" y="2337"/>
                      <a:pt x="1148" y="2336"/>
                    </a:cubicBezTo>
                    <a:cubicBezTo>
                      <a:pt x="1150" y="2335"/>
                      <a:pt x="1151" y="2335"/>
                      <a:pt x="1152" y="2334"/>
                    </a:cubicBezTo>
                    <a:cubicBezTo>
                      <a:pt x="1154" y="2334"/>
                      <a:pt x="1155" y="2333"/>
                      <a:pt x="1157" y="2332"/>
                    </a:cubicBezTo>
                    <a:cubicBezTo>
                      <a:pt x="1160" y="2331"/>
                      <a:pt x="1163" y="2331"/>
                      <a:pt x="1166" y="2328"/>
                    </a:cubicBezTo>
                    <a:cubicBezTo>
                      <a:pt x="1168" y="2326"/>
                      <a:pt x="1170" y="2325"/>
                      <a:pt x="1172" y="2323"/>
                    </a:cubicBezTo>
                    <a:cubicBezTo>
                      <a:pt x="1175" y="2318"/>
                      <a:pt x="1178" y="2313"/>
                      <a:pt x="1180" y="2308"/>
                    </a:cubicBezTo>
                    <a:cubicBezTo>
                      <a:pt x="1182" y="2305"/>
                      <a:pt x="1182" y="2302"/>
                      <a:pt x="1183" y="2299"/>
                    </a:cubicBezTo>
                    <a:cubicBezTo>
                      <a:pt x="1185" y="2295"/>
                      <a:pt x="1186" y="2292"/>
                      <a:pt x="1188" y="2289"/>
                    </a:cubicBezTo>
                    <a:cubicBezTo>
                      <a:pt x="1189" y="2286"/>
                      <a:pt x="1190" y="2284"/>
                      <a:pt x="1192" y="2281"/>
                    </a:cubicBezTo>
                    <a:cubicBezTo>
                      <a:pt x="1194" y="2279"/>
                      <a:pt x="1195" y="2276"/>
                      <a:pt x="1197" y="2274"/>
                    </a:cubicBezTo>
                    <a:cubicBezTo>
                      <a:pt x="1200" y="2271"/>
                      <a:pt x="1203" y="2270"/>
                      <a:pt x="1206" y="2269"/>
                    </a:cubicBezTo>
                    <a:cubicBezTo>
                      <a:pt x="1208" y="2268"/>
                      <a:pt x="1210" y="2268"/>
                      <a:pt x="1211" y="2268"/>
                    </a:cubicBezTo>
                    <a:cubicBezTo>
                      <a:pt x="1222" y="2267"/>
                      <a:pt x="1233" y="2267"/>
                      <a:pt x="1243" y="2264"/>
                    </a:cubicBezTo>
                    <a:cubicBezTo>
                      <a:pt x="1248" y="2262"/>
                      <a:pt x="1253" y="2261"/>
                      <a:pt x="1258" y="2261"/>
                    </a:cubicBezTo>
                    <a:cubicBezTo>
                      <a:pt x="1265" y="2260"/>
                      <a:pt x="1273" y="2257"/>
                      <a:pt x="1280" y="2254"/>
                    </a:cubicBezTo>
                    <a:cubicBezTo>
                      <a:pt x="1282" y="2253"/>
                      <a:pt x="1283" y="2251"/>
                      <a:pt x="1285" y="2250"/>
                    </a:cubicBezTo>
                    <a:cubicBezTo>
                      <a:pt x="1286" y="2249"/>
                      <a:pt x="1288" y="2249"/>
                      <a:pt x="1290" y="2249"/>
                    </a:cubicBezTo>
                    <a:cubicBezTo>
                      <a:pt x="1293" y="2248"/>
                      <a:pt x="1297" y="2245"/>
                      <a:pt x="1297" y="2241"/>
                    </a:cubicBezTo>
                    <a:cubicBezTo>
                      <a:pt x="1297" y="2240"/>
                      <a:pt x="1296" y="2238"/>
                      <a:pt x="1296" y="2236"/>
                    </a:cubicBezTo>
                    <a:cubicBezTo>
                      <a:pt x="1296" y="2235"/>
                      <a:pt x="1297" y="2233"/>
                      <a:pt x="1298" y="2232"/>
                    </a:cubicBezTo>
                    <a:cubicBezTo>
                      <a:pt x="1299" y="2228"/>
                      <a:pt x="1302" y="2226"/>
                      <a:pt x="1306" y="2225"/>
                    </a:cubicBezTo>
                    <a:cubicBezTo>
                      <a:pt x="1311" y="2223"/>
                      <a:pt x="1313" y="2221"/>
                      <a:pt x="1312" y="2216"/>
                    </a:cubicBezTo>
                    <a:cubicBezTo>
                      <a:pt x="1312" y="2214"/>
                      <a:pt x="1311" y="2211"/>
                      <a:pt x="1312" y="2209"/>
                    </a:cubicBezTo>
                    <a:cubicBezTo>
                      <a:pt x="1312" y="2205"/>
                      <a:pt x="1314" y="2202"/>
                      <a:pt x="1315" y="2198"/>
                    </a:cubicBezTo>
                    <a:cubicBezTo>
                      <a:pt x="1316" y="2192"/>
                      <a:pt x="1309" y="2186"/>
                      <a:pt x="1310" y="2180"/>
                    </a:cubicBezTo>
                    <a:cubicBezTo>
                      <a:pt x="1312" y="2173"/>
                      <a:pt x="1321" y="2177"/>
                      <a:pt x="1326" y="2178"/>
                    </a:cubicBezTo>
                    <a:cubicBezTo>
                      <a:pt x="1332" y="2179"/>
                      <a:pt x="1339" y="2180"/>
                      <a:pt x="1344" y="2176"/>
                    </a:cubicBezTo>
                    <a:cubicBezTo>
                      <a:pt x="1347" y="2174"/>
                      <a:pt x="1349" y="2172"/>
                      <a:pt x="1352" y="2171"/>
                    </a:cubicBezTo>
                    <a:cubicBezTo>
                      <a:pt x="1355" y="2170"/>
                      <a:pt x="1358" y="2172"/>
                      <a:pt x="1360" y="2174"/>
                    </a:cubicBezTo>
                    <a:cubicBezTo>
                      <a:pt x="1362" y="2176"/>
                      <a:pt x="1364" y="2178"/>
                      <a:pt x="1364" y="2181"/>
                    </a:cubicBezTo>
                    <a:cubicBezTo>
                      <a:pt x="1363" y="2184"/>
                      <a:pt x="1360" y="2186"/>
                      <a:pt x="1358" y="2188"/>
                    </a:cubicBezTo>
                    <a:cubicBezTo>
                      <a:pt x="1355" y="2191"/>
                      <a:pt x="1346" y="2193"/>
                      <a:pt x="1346" y="2198"/>
                    </a:cubicBezTo>
                    <a:cubicBezTo>
                      <a:pt x="1346" y="2200"/>
                      <a:pt x="1349" y="2202"/>
                      <a:pt x="1351" y="2204"/>
                    </a:cubicBezTo>
                    <a:cubicBezTo>
                      <a:pt x="1353" y="2206"/>
                      <a:pt x="1354" y="2209"/>
                      <a:pt x="1356" y="2212"/>
                    </a:cubicBezTo>
                    <a:cubicBezTo>
                      <a:pt x="1360" y="2216"/>
                      <a:pt x="1367" y="2213"/>
                      <a:pt x="1371" y="2211"/>
                    </a:cubicBezTo>
                    <a:cubicBezTo>
                      <a:pt x="1377" y="2207"/>
                      <a:pt x="1383" y="2204"/>
                      <a:pt x="1388" y="2201"/>
                    </a:cubicBezTo>
                    <a:cubicBezTo>
                      <a:pt x="1394" y="2199"/>
                      <a:pt x="1399" y="2195"/>
                      <a:pt x="1405" y="2199"/>
                    </a:cubicBezTo>
                    <a:cubicBezTo>
                      <a:pt x="1406" y="2200"/>
                      <a:pt x="1406" y="2202"/>
                      <a:pt x="1407" y="2203"/>
                    </a:cubicBezTo>
                    <a:cubicBezTo>
                      <a:pt x="1408" y="2206"/>
                      <a:pt x="1410" y="2211"/>
                      <a:pt x="1412" y="2213"/>
                    </a:cubicBezTo>
                    <a:cubicBezTo>
                      <a:pt x="1415" y="2215"/>
                      <a:pt x="1417" y="2212"/>
                      <a:pt x="1419" y="2210"/>
                    </a:cubicBezTo>
                    <a:cubicBezTo>
                      <a:pt x="1421" y="2207"/>
                      <a:pt x="1423" y="2204"/>
                      <a:pt x="1426" y="2202"/>
                    </a:cubicBezTo>
                    <a:cubicBezTo>
                      <a:pt x="1429" y="2200"/>
                      <a:pt x="1433" y="2198"/>
                      <a:pt x="1435" y="2194"/>
                    </a:cubicBezTo>
                    <a:cubicBezTo>
                      <a:pt x="1438" y="2185"/>
                      <a:pt x="1424" y="2177"/>
                      <a:pt x="1418" y="2173"/>
                    </a:cubicBezTo>
                    <a:cubicBezTo>
                      <a:pt x="1415" y="2171"/>
                      <a:pt x="1413" y="2169"/>
                      <a:pt x="1411" y="2166"/>
                    </a:cubicBezTo>
                    <a:cubicBezTo>
                      <a:pt x="1409" y="2162"/>
                      <a:pt x="1408" y="2157"/>
                      <a:pt x="1407" y="2152"/>
                    </a:cubicBezTo>
                    <a:cubicBezTo>
                      <a:pt x="1406" y="2148"/>
                      <a:pt x="1404" y="2144"/>
                      <a:pt x="1402" y="2139"/>
                    </a:cubicBezTo>
                    <a:cubicBezTo>
                      <a:pt x="1401" y="2136"/>
                      <a:pt x="1401" y="2133"/>
                      <a:pt x="1400" y="2129"/>
                    </a:cubicBezTo>
                    <a:cubicBezTo>
                      <a:pt x="1398" y="2121"/>
                      <a:pt x="1388" y="2120"/>
                      <a:pt x="1382" y="2117"/>
                    </a:cubicBezTo>
                    <a:cubicBezTo>
                      <a:pt x="1374" y="2113"/>
                      <a:pt x="1370" y="2105"/>
                      <a:pt x="1363" y="2101"/>
                    </a:cubicBezTo>
                    <a:cubicBezTo>
                      <a:pt x="1360" y="2099"/>
                      <a:pt x="1357" y="2098"/>
                      <a:pt x="1353" y="2096"/>
                    </a:cubicBezTo>
                    <a:cubicBezTo>
                      <a:pt x="1349" y="2095"/>
                      <a:pt x="1345" y="2093"/>
                      <a:pt x="1341" y="2093"/>
                    </a:cubicBezTo>
                    <a:cubicBezTo>
                      <a:pt x="1337" y="2092"/>
                      <a:pt x="1335" y="2094"/>
                      <a:pt x="1332" y="2096"/>
                    </a:cubicBezTo>
                    <a:cubicBezTo>
                      <a:pt x="1328" y="2098"/>
                      <a:pt x="1324" y="2098"/>
                      <a:pt x="1320" y="2098"/>
                    </a:cubicBezTo>
                    <a:cubicBezTo>
                      <a:pt x="1316" y="2098"/>
                      <a:pt x="1312" y="2099"/>
                      <a:pt x="1308" y="2099"/>
                    </a:cubicBezTo>
                    <a:cubicBezTo>
                      <a:pt x="1304" y="2099"/>
                      <a:pt x="1300" y="2099"/>
                      <a:pt x="1296" y="2098"/>
                    </a:cubicBezTo>
                    <a:cubicBezTo>
                      <a:pt x="1294" y="2098"/>
                      <a:pt x="1290" y="2098"/>
                      <a:pt x="1288" y="2097"/>
                    </a:cubicBezTo>
                    <a:cubicBezTo>
                      <a:pt x="1284" y="2095"/>
                      <a:pt x="1284" y="2091"/>
                      <a:pt x="1283" y="2087"/>
                    </a:cubicBezTo>
                    <a:cubicBezTo>
                      <a:pt x="1281" y="2083"/>
                      <a:pt x="1278" y="2077"/>
                      <a:pt x="1273" y="2076"/>
                    </a:cubicBezTo>
                    <a:cubicBezTo>
                      <a:pt x="1269" y="2074"/>
                      <a:pt x="1269" y="2079"/>
                      <a:pt x="1267" y="2081"/>
                    </a:cubicBezTo>
                    <a:cubicBezTo>
                      <a:pt x="1265" y="2084"/>
                      <a:pt x="1262" y="2085"/>
                      <a:pt x="1259" y="2084"/>
                    </a:cubicBezTo>
                    <a:cubicBezTo>
                      <a:pt x="1253" y="2080"/>
                      <a:pt x="1258" y="2068"/>
                      <a:pt x="1251" y="2065"/>
                    </a:cubicBezTo>
                    <a:cubicBezTo>
                      <a:pt x="1243" y="2063"/>
                      <a:pt x="1239" y="2076"/>
                      <a:pt x="1232" y="2072"/>
                    </a:cubicBezTo>
                    <a:cubicBezTo>
                      <a:pt x="1226" y="2069"/>
                      <a:pt x="1229" y="2060"/>
                      <a:pt x="1228" y="2055"/>
                    </a:cubicBezTo>
                    <a:cubicBezTo>
                      <a:pt x="1227" y="2052"/>
                      <a:pt x="1224" y="2050"/>
                      <a:pt x="1221" y="2049"/>
                    </a:cubicBezTo>
                    <a:cubicBezTo>
                      <a:pt x="1218" y="2047"/>
                      <a:pt x="1215" y="2045"/>
                      <a:pt x="1212" y="2043"/>
                    </a:cubicBezTo>
                    <a:cubicBezTo>
                      <a:pt x="1210" y="2040"/>
                      <a:pt x="1207" y="2036"/>
                      <a:pt x="1204" y="2033"/>
                    </a:cubicBezTo>
                    <a:cubicBezTo>
                      <a:pt x="1200" y="2030"/>
                      <a:pt x="1195" y="2027"/>
                      <a:pt x="1190" y="2025"/>
                    </a:cubicBezTo>
                    <a:cubicBezTo>
                      <a:pt x="1187" y="2024"/>
                      <a:pt x="1182" y="2023"/>
                      <a:pt x="1180" y="2020"/>
                    </a:cubicBezTo>
                    <a:cubicBezTo>
                      <a:pt x="1179" y="2017"/>
                      <a:pt x="1181" y="2015"/>
                      <a:pt x="1183" y="2014"/>
                    </a:cubicBezTo>
                    <a:cubicBezTo>
                      <a:pt x="1185" y="2012"/>
                      <a:pt x="1187" y="2008"/>
                      <a:pt x="1191" y="2007"/>
                    </a:cubicBezTo>
                    <a:cubicBezTo>
                      <a:pt x="1195" y="2007"/>
                      <a:pt x="1198" y="2012"/>
                      <a:pt x="1200" y="2015"/>
                    </a:cubicBezTo>
                    <a:cubicBezTo>
                      <a:pt x="1204" y="2018"/>
                      <a:pt x="1207" y="2021"/>
                      <a:pt x="1210" y="2024"/>
                    </a:cubicBezTo>
                    <a:cubicBezTo>
                      <a:pt x="1213" y="2026"/>
                      <a:pt x="1217" y="2029"/>
                      <a:pt x="1220" y="2030"/>
                    </a:cubicBezTo>
                    <a:cubicBezTo>
                      <a:pt x="1224" y="2031"/>
                      <a:pt x="1225" y="2028"/>
                      <a:pt x="1225" y="2025"/>
                    </a:cubicBezTo>
                    <a:cubicBezTo>
                      <a:pt x="1224" y="2021"/>
                      <a:pt x="1222" y="2020"/>
                      <a:pt x="1219" y="2018"/>
                    </a:cubicBezTo>
                    <a:cubicBezTo>
                      <a:pt x="1217" y="2016"/>
                      <a:pt x="1214" y="2012"/>
                      <a:pt x="1217" y="2010"/>
                    </a:cubicBezTo>
                    <a:cubicBezTo>
                      <a:pt x="1221" y="2007"/>
                      <a:pt x="1226" y="2009"/>
                      <a:pt x="1229" y="2010"/>
                    </a:cubicBezTo>
                    <a:cubicBezTo>
                      <a:pt x="1230" y="2010"/>
                      <a:pt x="1233" y="2011"/>
                      <a:pt x="1234" y="2009"/>
                    </a:cubicBezTo>
                    <a:cubicBezTo>
                      <a:pt x="1235" y="2008"/>
                      <a:pt x="1233" y="2005"/>
                      <a:pt x="1232" y="2004"/>
                    </a:cubicBezTo>
                    <a:cubicBezTo>
                      <a:pt x="1230" y="2001"/>
                      <a:pt x="1228" y="1997"/>
                      <a:pt x="1224" y="1995"/>
                    </a:cubicBezTo>
                    <a:cubicBezTo>
                      <a:pt x="1219" y="1991"/>
                      <a:pt x="1208" y="1991"/>
                      <a:pt x="1206" y="1984"/>
                    </a:cubicBezTo>
                    <a:cubicBezTo>
                      <a:pt x="1206" y="1981"/>
                      <a:pt x="1207" y="1978"/>
                      <a:pt x="1204" y="1975"/>
                    </a:cubicBezTo>
                    <a:cubicBezTo>
                      <a:pt x="1202" y="1973"/>
                      <a:pt x="1199" y="1970"/>
                      <a:pt x="1197" y="1968"/>
                    </a:cubicBezTo>
                    <a:cubicBezTo>
                      <a:pt x="1193" y="1965"/>
                      <a:pt x="1188" y="1963"/>
                      <a:pt x="1185" y="1960"/>
                    </a:cubicBezTo>
                    <a:cubicBezTo>
                      <a:pt x="1182" y="1957"/>
                      <a:pt x="1178" y="1954"/>
                      <a:pt x="1175" y="1950"/>
                    </a:cubicBezTo>
                    <a:cubicBezTo>
                      <a:pt x="1173" y="1946"/>
                      <a:pt x="1174" y="1943"/>
                      <a:pt x="1178" y="1943"/>
                    </a:cubicBezTo>
                    <a:cubicBezTo>
                      <a:pt x="1182" y="1943"/>
                      <a:pt x="1187" y="1943"/>
                      <a:pt x="1191" y="1943"/>
                    </a:cubicBezTo>
                    <a:cubicBezTo>
                      <a:pt x="1200" y="1944"/>
                      <a:pt x="1204" y="1951"/>
                      <a:pt x="1211" y="1957"/>
                    </a:cubicBezTo>
                    <a:cubicBezTo>
                      <a:pt x="1216" y="1961"/>
                      <a:pt x="1221" y="1967"/>
                      <a:pt x="1228" y="1964"/>
                    </a:cubicBezTo>
                    <a:cubicBezTo>
                      <a:pt x="1231" y="1963"/>
                      <a:pt x="1235" y="1960"/>
                      <a:pt x="1233" y="1956"/>
                    </a:cubicBezTo>
                    <a:cubicBezTo>
                      <a:pt x="1232" y="1955"/>
                      <a:pt x="1229" y="1953"/>
                      <a:pt x="1228" y="1952"/>
                    </a:cubicBezTo>
                    <a:cubicBezTo>
                      <a:pt x="1225" y="1950"/>
                      <a:pt x="1223" y="1949"/>
                      <a:pt x="1221" y="1947"/>
                    </a:cubicBezTo>
                    <a:cubicBezTo>
                      <a:pt x="1214" y="1941"/>
                      <a:pt x="1205" y="1936"/>
                      <a:pt x="1204" y="1926"/>
                    </a:cubicBezTo>
                    <a:cubicBezTo>
                      <a:pt x="1204" y="1919"/>
                      <a:pt x="1206" y="1911"/>
                      <a:pt x="1204" y="1904"/>
                    </a:cubicBezTo>
                    <a:cubicBezTo>
                      <a:pt x="1201" y="1896"/>
                      <a:pt x="1191" y="1893"/>
                      <a:pt x="1184" y="1889"/>
                    </a:cubicBezTo>
                    <a:cubicBezTo>
                      <a:pt x="1183" y="1888"/>
                      <a:pt x="1175" y="1884"/>
                      <a:pt x="1177" y="1881"/>
                    </a:cubicBezTo>
                    <a:cubicBezTo>
                      <a:pt x="1178" y="1879"/>
                      <a:pt x="1184" y="1879"/>
                      <a:pt x="1187" y="1879"/>
                    </a:cubicBezTo>
                    <a:cubicBezTo>
                      <a:pt x="1190" y="1879"/>
                      <a:pt x="1193" y="1878"/>
                      <a:pt x="1196" y="1881"/>
                    </a:cubicBezTo>
                    <a:cubicBezTo>
                      <a:pt x="1198" y="1883"/>
                      <a:pt x="1200" y="1888"/>
                      <a:pt x="1202" y="1891"/>
                    </a:cubicBezTo>
                    <a:cubicBezTo>
                      <a:pt x="1206" y="1897"/>
                      <a:pt x="1209" y="1903"/>
                      <a:pt x="1218" y="1904"/>
                    </a:cubicBezTo>
                    <a:cubicBezTo>
                      <a:pt x="1221" y="1904"/>
                      <a:pt x="1225" y="1905"/>
                      <a:pt x="1228" y="1904"/>
                    </a:cubicBezTo>
                    <a:cubicBezTo>
                      <a:pt x="1231" y="1902"/>
                      <a:pt x="1231" y="1899"/>
                      <a:pt x="1229" y="1896"/>
                    </a:cubicBezTo>
                    <a:cubicBezTo>
                      <a:pt x="1224" y="1892"/>
                      <a:pt x="1216" y="1892"/>
                      <a:pt x="1211" y="1888"/>
                    </a:cubicBezTo>
                    <a:cubicBezTo>
                      <a:pt x="1208" y="1885"/>
                      <a:pt x="1206" y="1883"/>
                      <a:pt x="1203" y="1881"/>
                    </a:cubicBezTo>
                    <a:cubicBezTo>
                      <a:pt x="1200" y="1879"/>
                      <a:pt x="1198" y="1875"/>
                      <a:pt x="1195" y="1873"/>
                    </a:cubicBezTo>
                    <a:cubicBezTo>
                      <a:pt x="1192" y="1870"/>
                      <a:pt x="1188" y="1867"/>
                      <a:pt x="1184" y="1865"/>
                    </a:cubicBezTo>
                    <a:cubicBezTo>
                      <a:pt x="1176" y="1862"/>
                      <a:pt x="1172" y="1853"/>
                      <a:pt x="1166" y="1848"/>
                    </a:cubicBezTo>
                    <a:cubicBezTo>
                      <a:pt x="1162" y="1844"/>
                      <a:pt x="1157" y="1842"/>
                      <a:pt x="1157" y="1836"/>
                    </a:cubicBezTo>
                    <a:cubicBezTo>
                      <a:pt x="1157" y="1834"/>
                      <a:pt x="1156" y="1830"/>
                      <a:pt x="1158" y="1829"/>
                    </a:cubicBezTo>
                    <a:cubicBezTo>
                      <a:pt x="1161" y="1827"/>
                      <a:pt x="1165" y="1828"/>
                      <a:pt x="1168" y="1828"/>
                    </a:cubicBezTo>
                    <a:cubicBezTo>
                      <a:pt x="1171" y="1829"/>
                      <a:pt x="1175" y="1830"/>
                      <a:pt x="1178" y="1831"/>
                    </a:cubicBezTo>
                    <a:cubicBezTo>
                      <a:pt x="1185" y="1833"/>
                      <a:pt x="1191" y="1837"/>
                      <a:pt x="1195" y="1843"/>
                    </a:cubicBezTo>
                    <a:cubicBezTo>
                      <a:pt x="1199" y="1849"/>
                      <a:pt x="1201" y="1856"/>
                      <a:pt x="1204" y="1862"/>
                    </a:cubicBezTo>
                    <a:cubicBezTo>
                      <a:pt x="1207" y="1867"/>
                      <a:pt x="1212" y="1871"/>
                      <a:pt x="1217" y="1875"/>
                    </a:cubicBezTo>
                    <a:cubicBezTo>
                      <a:pt x="1223" y="1880"/>
                      <a:pt x="1229" y="1884"/>
                      <a:pt x="1236" y="1889"/>
                    </a:cubicBezTo>
                    <a:cubicBezTo>
                      <a:pt x="1241" y="1892"/>
                      <a:pt x="1246" y="1898"/>
                      <a:pt x="1247" y="1904"/>
                    </a:cubicBezTo>
                    <a:cubicBezTo>
                      <a:pt x="1249" y="1909"/>
                      <a:pt x="1244" y="1913"/>
                      <a:pt x="1244" y="1919"/>
                    </a:cubicBezTo>
                    <a:cubicBezTo>
                      <a:pt x="1245" y="1922"/>
                      <a:pt x="1247" y="1927"/>
                      <a:pt x="1250" y="1928"/>
                    </a:cubicBezTo>
                    <a:cubicBezTo>
                      <a:pt x="1253" y="1930"/>
                      <a:pt x="1257" y="1931"/>
                      <a:pt x="1260" y="1932"/>
                    </a:cubicBezTo>
                    <a:cubicBezTo>
                      <a:pt x="1261" y="1933"/>
                      <a:pt x="1262" y="1933"/>
                      <a:pt x="1264" y="1933"/>
                    </a:cubicBezTo>
                    <a:cubicBezTo>
                      <a:pt x="1267" y="1933"/>
                      <a:pt x="1270" y="1934"/>
                      <a:pt x="1273" y="1936"/>
                    </a:cubicBezTo>
                    <a:cubicBezTo>
                      <a:pt x="1275" y="1937"/>
                      <a:pt x="1277" y="1939"/>
                      <a:pt x="1278" y="1942"/>
                    </a:cubicBezTo>
                    <a:cubicBezTo>
                      <a:pt x="1279" y="1946"/>
                      <a:pt x="1280" y="1954"/>
                      <a:pt x="1286" y="1950"/>
                    </a:cubicBezTo>
                    <a:cubicBezTo>
                      <a:pt x="1289" y="1948"/>
                      <a:pt x="1298" y="1943"/>
                      <a:pt x="1297" y="1938"/>
                    </a:cubicBezTo>
                    <a:cubicBezTo>
                      <a:pt x="1296" y="1936"/>
                      <a:pt x="1293" y="1935"/>
                      <a:pt x="1292" y="1934"/>
                    </a:cubicBezTo>
                    <a:cubicBezTo>
                      <a:pt x="1289" y="1932"/>
                      <a:pt x="1286" y="1930"/>
                      <a:pt x="1283" y="1927"/>
                    </a:cubicBezTo>
                    <a:cubicBezTo>
                      <a:pt x="1280" y="1925"/>
                      <a:pt x="1277" y="1922"/>
                      <a:pt x="1274" y="1920"/>
                    </a:cubicBezTo>
                    <a:cubicBezTo>
                      <a:pt x="1270" y="1918"/>
                      <a:pt x="1266" y="1916"/>
                      <a:pt x="1264" y="1913"/>
                    </a:cubicBezTo>
                    <a:cubicBezTo>
                      <a:pt x="1263" y="1911"/>
                      <a:pt x="1262" y="1907"/>
                      <a:pt x="1265" y="1906"/>
                    </a:cubicBezTo>
                    <a:cubicBezTo>
                      <a:pt x="1268" y="1904"/>
                      <a:pt x="1271" y="1907"/>
                      <a:pt x="1273" y="1909"/>
                    </a:cubicBezTo>
                    <a:cubicBezTo>
                      <a:pt x="1276" y="1911"/>
                      <a:pt x="1279" y="1912"/>
                      <a:pt x="1283" y="1911"/>
                    </a:cubicBezTo>
                    <a:cubicBezTo>
                      <a:pt x="1286" y="1910"/>
                      <a:pt x="1289" y="1909"/>
                      <a:pt x="1292" y="1909"/>
                    </a:cubicBezTo>
                    <a:cubicBezTo>
                      <a:pt x="1299" y="1910"/>
                      <a:pt x="1302" y="1916"/>
                      <a:pt x="1305" y="1921"/>
                    </a:cubicBezTo>
                    <a:cubicBezTo>
                      <a:pt x="1305" y="1923"/>
                      <a:pt x="1308" y="1931"/>
                      <a:pt x="1311" y="1931"/>
                    </a:cubicBezTo>
                    <a:cubicBezTo>
                      <a:pt x="1316" y="1931"/>
                      <a:pt x="1313" y="1912"/>
                      <a:pt x="1315" y="1909"/>
                    </a:cubicBezTo>
                    <a:cubicBezTo>
                      <a:pt x="1316" y="1907"/>
                      <a:pt x="1322" y="1907"/>
                      <a:pt x="1324" y="1906"/>
                    </a:cubicBezTo>
                    <a:cubicBezTo>
                      <a:pt x="1327" y="1904"/>
                      <a:pt x="1331" y="1903"/>
                      <a:pt x="1334" y="1902"/>
                    </a:cubicBezTo>
                    <a:cubicBezTo>
                      <a:pt x="1337" y="1902"/>
                      <a:pt x="1341" y="1901"/>
                      <a:pt x="1343" y="1897"/>
                    </a:cubicBezTo>
                    <a:cubicBezTo>
                      <a:pt x="1345" y="1894"/>
                      <a:pt x="1344" y="1889"/>
                      <a:pt x="1342" y="1886"/>
                    </a:cubicBezTo>
                    <a:cubicBezTo>
                      <a:pt x="1340" y="1882"/>
                      <a:pt x="1334" y="1879"/>
                      <a:pt x="1331" y="1875"/>
                    </a:cubicBezTo>
                    <a:cubicBezTo>
                      <a:pt x="1328" y="1873"/>
                      <a:pt x="1326" y="1872"/>
                      <a:pt x="1323" y="1870"/>
                    </a:cubicBezTo>
                    <a:cubicBezTo>
                      <a:pt x="1321" y="1868"/>
                      <a:pt x="1318" y="1865"/>
                      <a:pt x="1317" y="1863"/>
                    </a:cubicBezTo>
                    <a:cubicBezTo>
                      <a:pt x="1315" y="1861"/>
                      <a:pt x="1315" y="1860"/>
                      <a:pt x="1313" y="1858"/>
                    </a:cubicBezTo>
                    <a:cubicBezTo>
                      <a:pt x="1311" y="1857"/>
                      <a:pt x="1308" y="1856"/>
                      <a:pt x="1306" y="1854"/>
                    </a:cubicBezTo>
                    <a:cubicBezTo>
                      <a:pt x="1304" y="1853"/>
                      <a:pt x="1303" y="1850"/>
                      <a:pt x="1302" y="1848"/>
                    </a:cubicBezTo>
                    <a:cubicBezTo>
                      <a:pt x="1301" y="1844"/>
                      <a:pt x="1304" y="1840"/>
                      <a:pt x="1304" y="1835"/>
                    </a:cubicBezTo>
                    <a:cubicBezTo>
                      <a:pt x="1304" y="1833"/>
                      <a:pt x="1303" y="1830"/>
                      <a:pt x="1303" y="1828"/>
                    </a:cubicBezTo>
                    <a:cubicBezTo>
                      <a:pt x="1303" y="1825"/>
                      <a:pt x="1303" y="1822"/>
                      <a:pt x="1302" y="1820"/>
                    </a:cubicBezTo>
                    <a:cubicBezTo>
                      <a:pt x="1301" y="1814"/>
                      <a:pt x="1297" y="1809"/>
                      <a:pt x="1292" y="1813"/>
                    </a:cubicBezTo>
                    <a:cubicBezTo>
                      <a:pt x="1286" y="1817"/>
                      <a:pt x="1283" y="1822"/>
                      <a:pt x="1276" y="1822"/>
                    </a:cubicBezTo>
                    <a:cubicBezTo>
                      <a:pt x="1269" y="1821"/>
                      <a:pt x="1264" y="1817"/>
                      <a:pt x="1258" y="1815"/>
                    </a:cubicBezTo>
                    <a:cubicBezTo>
                      <a:pt x="1252" y="1812"/>
                      <a:pt x="1246" y="1809"/>
                      <a:pt x="1240" y="1805"/>
                    </a:cubicBezTo>
                    <a:cubicBezTo>
                      <a:pt x="1234" y="1802"/>
                      <a:pt x="1227" y="1799"/>
                      <a:pt x="1225" y="1808"/>
                    </a:cubicBezTo>
                    <a:cubicBezTo>
                      <a:pt x="1224" y="1812"/>
                      <a:pt x="1224" y="1821"/>
                      <a:pt x="1219" y="1822"/>
                    </a:cubicBezTo>
                    <a:cubicBezTo>
                      <a:pt x="1216" y="1822"/>
                      <a:pt x="1213" y="1821"/>
                      <a:pt x="1211" y="1820"/>
                    </a:cubicBezTo>
                    <a:cubicBezTo>
                      <a:pt x="1207" y="1819"/>
                      <a:pt x="1204" y="1818"/>
                      <a:pt x="1200" y="1818"/>
                    </a:cubicBezTo>
                    <a:cubicBezTo>
                      <a:pt x="1197" y="1817"/>
                      <a:pt x="1193" y="1816"/>
                      <a:pt x="1192" y="1814"/>
                    </a:cubicBezTo>
                    <a:cubicBezTo>
                      <a:pt x="1190" y="1812"/>
                      <a:pt x="1191" y="1809"/>
                      <a:pt x="1191" y="1806"/>
                    </a:cubicBezTo>
                    <a:cubicBezTo>
                      <a:pt x="1192" y="1802"/>
                      <a:pt x="1193" y="1791"/>
                      <a:pt x="1185" y="1793"/>
                    </a:cubicBezTo>
                    <a:cubicBezTo>
                      <a:pt x="1181" y="1795"/>
                      <a:pt x="1173" y="1801"/>
                      <a:pt x="1170" y="1794"/>
                    </a:cubicBezTo>
                    <a:cubicBezTo>
                      <a:pt x="1167" y="1790"/>
                      <a:pt x="1172" y="1783"/>
                      <a:pt x="1169" y="1779"/>
                    </a:cubicBezTo>
                    <a:cubicBezTo>
                      <a:pt x="1167" y="1777"/>
                      <a:pt x="1163" y="1776"/>
                      <a:pt x="1160" y="1774"/>
                    </a:cubicBezTo>
                    <a:cubicBezTo>
                      <a:pt x="1156" y="1772"/>
                      <a:pt x="1153" y="1770"/>
                      <a:pt x="1149" y="1767"/>
                    </a:cubicBezTo>
                    <a:cubicBezTo>
                      <a:pt x="1145" y="1763"/>
                      <a:pt x="1142" y="1758"/>
                      <a:pt x="1146" y="1752"/>
                    </a:cubicBezTo>
                    <a:cubicBezTo>
                      <a:pt x="1148" y="1749"/>
                      <a:pt x="1153" y="1744"/>
                      <a:pt x="1157" y="1745"/>
                    </a:cubicBezTo>
                    <a:cubicBezTo>
                      <a:pt x="1163" y="1746"/>
                      <a:pt x="1165" y="1753"/>
                      <a:pt x="1168" y="1757"/>
                    </a:cubicBezTo>
                    <a:cubicBezTo>
                      <a:pt x="1170" y="1761"/>
                      <a:pt x="1174" y="1765"/>
                      <a:pt x="1179" y="1765"/>
                    </a:cubicBezTo>
                    <a:cubicBezTo>
                      <a:pt x="1181" y="1765"/>
                      <a:pt x="1182" y="1764"/>
                      <a:pt x="1183" y="1762"/>
                    </a:cubicBezTo>
                    <a:cubicBezTo>
                      <a:pt x="1185" y="1760"/>
                      <a:pt x="1187" y="1759"/>
                      <a:pt x="1190" y="1758"/>
                    </a:cubicBezTo>
                    <a:cubicBezTo>
                      <a:pt x="1192" y="1757"/>
                      <a:pt x="1195" y="1757"/>
                      <a:pt x="1197" y="1754"/>
                    </a:cubicBezTo>
                    <a:cubicBezTo>
                      <a:pt x="1199" y="1752"/>
                      <a:pt x="1199" y="1748"/>
                      <a:pt x="1198" y="1745"/>
                    </a:cubicBezTo>
                    <a:cubicBezTo>
                      <a:pt x="1197" y="1742"/>
                      <a:pt x="1194" y="1741"/>
                      <a:pt x="1193" y="1738"/>
                    </a:cubicBezTo>
                    <a:cubicBezTo>
                      <a:pt x="1192" y="1735"/>
                      <a:pt x="1190" y="1731"/>
                      <a:pt x="1191" y="1728"/>
                    </a:cubicBezTo>
                    <a:cubicBezTo>
                      <a:pt x="1192" y="1721"/>
                      <a:pt x="1198" y="1716"/>
                      <a:pt x="1198" y="1709"/>
                    </a:cubicBezTo>
                    <a:cubicBezTo>
                      <a:pt x="1198" y="1703"/>
                      <a:pt x="1199" y="1697"/>
                      <a:pt x="1197" y="1692"/>
                    </a:cubicBezTo>
                    <a:cubicBezTo>
                      <a:pt x="1195" y="1689"/>
                      <a:pt x="1195" y="1686"/>
                      <a:pt x="1194" y="1684"/>
                    </a:cubicBezTo>
                    <a:cubicBezTo>
                      <a:pt x="1193" y="1681"/>
                      <a:pt x="1191" y="1679"/>
                      <a:pt x="1190" y="1676"/>
                    </a:cubicBezTo>
                    <a:cubicBezTo>
                      <a:pt x="1189" y="1673"/>
                      <a:pt x="1187" y="1670"/>
                      <a:pt x="1185" y="1668"/>
                    </a:cubicBezTo>
                    <a:cubicBezTo>
                      <a:pt x="1183" y="1666"/>
                      <a:pt x="1180" y="1664"/>
                      <a:pt x="1178" y="1661"/>
                    </a:cubicBezTo>
                    <a:cubicBezTo>
                      <a:pt x="1176" y="1659"/>
                      <a:pt x="1176" y="1656"/>
                      <a:pt x="1174" y="1653"/>
                    </a:cubicBezTo>
                    <a:cubicBezTo>
                      <a:pt x="1172" y="1650"/>
                      <a:pt x="1170" y="1645"/>
                      <a:pt x="1170" y="1641"/>
                    </a:cubicBezTo>
                    <a:cubicBezTo>
                      <a:pt x="1169" y="1638"/>
                      <a:pt x="1169" y="1636"/>
                      <a:pt x="1168" y="1633"/>
                    </a:cubicBezTo>
                    <a:cubicBezTo>
                      <a:pt x="1168" y="1631"/>
                      <a:pt x="1168" y="1629"/>
                      <a:pt x="1166" y="1626"/>
                    </a:cubicBezTo>
                    <a:cubicBezTo>
                      <a:pt x="1165" y="1624"/>
                      <a:pt x="1164" y="1622"/>
                      <a:pt x="1161" y="1621"/>
                    </a:cubicBezTo>
                    <a:cubicBezTo>
                      <a:pt x="1158" y="1620"/>
                      <a:pt x="1156" y="1618"/>
                      <a:pt x="1153" y="1617"/>
                    </a:cubicBezTo>
                    <a:cubicBezTo>
                      <a:pt x="1149" y="1615"/>
                      <a:pt x="1142" y="1613"/>
                      <a:pt x="1137" y="1613"/>
                    </a:cubicBezTo>
                    <a:cubicBezTo>
                      <a:pt x="1136" y="1613"/>
                      <a:pt x="1134" y="1613"/>
                      <a:pt x="1133" y="1613"/>
                    </a:cubicBezTo>
                    <a:cubicBezTo>
                      <a:pt x="1132" y="1613"/>
                      <a:pt x="1131" y="1614"/>
                      <a:pt x="1130" y="1614"/>
                    </a:cubicBezTo>
                    <a:cubicBezTo>
                      <a:pt x="1129" y="1614"/>
                      <a:pt x="1128" y="1613"/>
                      <a:pt x="1127" y="1612"/>
                    </a:cubicBezTo>
                    <a:cubicBezTo>
                      <a:pt x="1127" y="1612"/>
                      <a:pt x="1126" y="1613"/>
                      <a:pt x="1126" y="1613"/>
                    </a:cubicBezTo>
                    <a:cubicBezTo>
                      <a:pt x="1125" y="1613"/>
                      <a:pt x="1126" y="1613"/>
                      <a:pt x="1125" y="1612"/>
                    </a:cubicBezTo>
                    <a:cubicBezTo>
                      <a:pt x="1121" y="1609"/>
                      <a:pt x="1119" y="1604"/>
                      <a:pt x="1121" y="1599"/>
                    </a:cubicBezTo>
                    <a:cubicBezTo>
                      <a:pt x="1122" y="1598"/>
                      <a:pt x="1123" y="1597"/>
                      <a:pt x="1123" y="1595"/>
                    </a:cubicBezTo>
                    <a:cubicBezTo>
                      <a:pt x="1124" y="1594"/>
                      <a:pt x="1123" y="1592"/>
                      <a:pt x="1122" y="1591"/>
                    </a:cubicBezTo>
                    <a:cubicBezTo>
                      <a:pt x="1121" y="1588"/>
                      <a:pt x="1119" y="1584"/>
                      <a:pt x="1116" y="1584"/>
                    </a:cubicBezTo>
                    <a:cubicBezTo>
                      <a:pt x="1114" y="1583"/>
                      <a:pt x="1112" y="1582"/>
                      <a:pt x="1112" y="1580"/>
                    </a:cubicBezTo>
                    <a:cubicBezTo>
                      <a:pt x="1111" y="1578"/>
                      <a:pt x="1112" y="1575"/>
                      <a:pt x="1112" y="1573"/>
                    </a:cubicBezTo>
                    <a:cubicBezTo>
                      <a:pt x="1111" y="1568"/>
                      <a:pt x="1107" y="1563"/>
                      <a:pt x="1104" y="1559"/>
                    </a:cubicBezTo>
                    <a:cubicBezTo>
                      <a:pt x="1103" y="1558"/>
                      <a:pt x="1103" y="1556"/>
                      <a:pt x="1102" y="1555"/>
                    </a:cubicBezTo>
                    <a:cubicBezTo>
                      <a:pt x="1100" y="1554"/>
                      <a:pt x="1098" y="1553"/>
                      <a:pt x="1097" y="1552"/>
                    </a:cubicBezTo>
                    <a:cubicBezTo>
                      <a:pt x="1094" y="1550"/>
                      <a:pt x="1090" y="1548"/>
                      <a:pt x="1088" y="1545"/>
                    </a:cubicBezTo>
                    <a:cubicBezTo>
                      <a:pt x="1086" y="1543"/>
                      <a:pt x="1085" y="1540"/>
                      <a:pt x="1083" y="1538"/>
                    </a:cubicBezTo>
                    <a:cubicBezTo>
                      <a:pt x="1079" y="1534"/>
                      <a:pt x="1076" y="1529"/>
                      <a:pt x="1071" y="1526"/>
                    </a:cubicBezTo>
                    <a:cubicBezTo>
                      <a:pt x="1070" y="1526"/>
                      <a:pt x="1069" y="1525"/>
                      <a:pt x="1068" y="1524"/>
                    </a:cubicBezTo>
                    <a:cubicBezTo>
                      <a:pt x="1066" y="1523"/>
                      <a:pt x="1064" y="1522"/>
                      <a:pt x="1062" y="1521"/>
                    </a:cubicBezTo>
                    <a:cubicBezTo>
                      <a:pt x="1061" y="1520"/>
                      <a:pt x="1060" y="1519"/>
                      <a:pt x="1058" y="1518"/>
                    </a:cubicBezTo>
                    <a:cubicBezTo>
                      <a:pt x="1055" y="1516"/>
                      <a:pt x="1051" y="1514"/>
                      <a:pt x="1049" y="1511"/>
                    </a:cubicBezTo>
                    <a:cubicBezTo>
                      <a:pt x="1047" y="1507"/>
                      <a:pt x="1046" y="1502"/>
                      <a:pt x="1048" y="1498"/>
                    </a:cubicBezTo>
                    <a:cubicBezTo>
                      <a:pt x="1051" y="1489"/>
                      <a:pt x="1062" y="1502"/>
                      <a:pt x="1065" y="1505"/>
                    </a:cubicBezTo>
                    <a:cubicBezTo>
                      <a:pt x="1066" y="1506"/>
                      <a:pt x="1071" y="1512"/>
                      <a:pt x="1073" y="1510"/>
                    </a:cubicBezTo>
                    <a:cubicBezTo>
                      <a:pt x="1076" y="1507"/>
                      <a:pt x="1069" y="1501"/>
                      <a:pt x="1067" y="1500"/>
                    </a:cubicBezTo>
                    <a:cubicBezTo>
                      <a:pt x="1064" y="1497"/>
                      <a:pt x="1061" y="1495"/>
                      <a:pt x="1058" y="1492"/>
                    </a:cubicBezTo>
                    <a:cubicBezTo>
                      <a:pt x="1055" y="1488"/>
                      <a:pt x="1053" y="1483"/>
                      <a:pt x="1052" y="1478"/>
                    </a:cubicBezTo>
                    <a:cubicBezTo>
                      <a:pt x="1051" y="1470"/>
                      <a:pt x="1054" y="1462"/>
                      <a:pt x="1057" y="1455"/>
                    </a:cubicBezTo>
                    <a:cubicBezTo>
                      <a:pt x="1058" y="1451"/>
                      <a:pt x="1059" y="1447"/>
                      <a:pt x="1059" y="1443"/>
                    </a:cubicBezTo>
                    <a:cubicBezTo>
                      <a:pt x="1059" y="1438"/>
                      <a:pt x="1060" y="1434"/>
                      <a:pt x="1061" y="1429"/>
                    </a:cubicBezTo>
                    <a:cubicBezTo>
                      <a:pt x="1062" y="1425"/>
                      <a:pt x="1063" y="1420"/>
                      <a:pt x="1064" y="1416"/>
                    </a:cubicBezTo>
                    <a:cubicBezTo>
                      <a:pt x="1065" y="1411"/>
                      <a:pt x="1067" y="1408"/>
                      <a:pt x="1070" y="1405"/>
                    </a:cubicBezTo>
                    <a:cubicBezTo>
                      <a:pt x="1075" y="1398"/>
                      <a:pt x="1078" y="1390"/>
                      <a:pt x="1076" y="1382"/>
                    </a:cubicBezTo>
                    <a:cubicBezTo>
                      <a:pt x="1075" y="1377"/>
                      <a:pt x="1074" y="1373"/>
                      <a:pt x="1073" y="1368"/>
                    </a:cubicBezTo>
                    <a:cubicBezTo>
                      <a:pt x="1073" y="1364"/>
                      <a:pt x="1072" y="1360"/>
                      <a:pt x="1070" y="1355"/>
                    </a:cubicBezTo>
                    <a:cubicBezTo>
                      <a:pt x="1069" y="1351"/>
                      <a:pt x="1068" y="1348"/>
                      <a:pt x="1069" y="1344"/>
                    </a:cubicBezTo>
                    <a:cubicBezTo>
                      <a:pt x="1069" y="1343"/>
                      <a:pt x="1070" y="1342"/>
                      <a:pt x="1070" y="1341"/>
                    </a:cubicBezTo>
                    <a:cubicBezTo>
                      <a:pt x="1071" y="1340"/>
                      <a:pt x="1071" y="1340"/>
                      <a:pt x="1071" y="1340"/>
                    </a:cubicBezTo>
                    <a:cubicBezTo>
                      <a:pt x="1072" y="1339"/>
                      <a:pt x="1072" y="1339"/>
                      <a:pt x="1072" y="1338"/>
                    </a:cubicBezTo>
                    <a:cubicBezTo>
                      <a:pt x="1072" y="1338"/>
                      <a:pt x="1073" y="1338"/>
                      <a:pt x="1073" y="1337"/>
                    </a:cubicBezTo>
                    <a:cubicBezTo>
                      <a:pt x="1073" y="1337"/>
                      <a:pt x="1073" y="1336"/>
                      <a:pt x="1073" y="1336"/>
                    </a:cubicBezTo>
                    <a:cubicBezTo>
                      <a:pt x="1074" y="1335"/>
                      <a:pt x="1074" y="1335"/>
                      <a:pt x="1074" y="1334"/>
                    </a:cubicBezTo>
                    <a:cubicBezTo>
                      <a:pt x="1075" y="1334"/>
                      <a:pt x="1075" y="1333"/>
                      <a:pt x="1076" y="1333"/>
                    </a:cubicBezTo>
                    <a:cubicBezTo>
                      <a:pt x="1076" y="1332"/>
                      <a:pt x="1076" y="1332"/>
                      <a:pt x="1077" y="1332"/>
                    </a:cubicBezTo>
                    <a:cubicBezTo>
                      <a:pt x="1077" y="1331"/>
                      <a:pt x="1078" y="1330"/>
                      <a:pt x="1078" y="1329"/>
                    </a:cubicBezTo>
                    <a:cubicBezTo>
                      <a:pt x="1078" y="1328"/>
                      <a:pt x="1078" y="1327"/>
                      <a:pt x="1079" y="1327"/>
                    </a:cubicBezTo>
                    <a:cubicBezTo>
                      <a:pt x="1079" y="1326"/>
                      <a:pt x="1079" y="1326"/>
                      <a:pt x="1079" y="1325"/>
                    </a:cubicBezTo>
                    <a:cubicBezTo>
                      <a:pt x="1081" y="1322"/>
                      <a:pt x="1085" y="1320"/>
                      <a:pt x="1087" y="1317"/>
                    </a:cubicBezTo>
                    <a:cubicBezTo>
                      <a:pt x="1089" y="1315"/>
                      <a:pt x="1088" y="1312"/>
                      <a:pt x="1090" y="1310"/>
                    </a:cubicBezTo>
                    <a:cubicBezTo>
                      <a:pt x="1092" y="1306"/>
                      <a:pt x="1095" y="1305"/>
                      <a:pt x="1098" y="1302"/>
                    </a:cubicBezTo>
                    <a:cubicBezTo>
                      <a:pt x="1100" y="1300"/>
                      <a:pt x="1102" y="1296"/>
                      <a:pt x="1100" y="1293"/>
                    </a:cubicBezTo>
                    <a:cubicBezTo>
                      <a:pt x="1099" y="1289"/>
                      <a:pt x="1095" y="1290"/>
                      <a:pt x="1093" y="1287"/>
                    </a:cubicBezTo>
                    <a:cubicBezTo>
                      <a:pt x="1090" y="1284"/>
                      <a:pt x="1092" y="1279"/>
                      <a:pt x="1095" y="1276"/>
                    </a:cubicBezTo>
                    <a:cubicBezTo>
                      <a:pt x="1097" y="1274"/>
                      <a:pt x="1099" y="1271"/>
                      <a:pt x="1097" y="1268"/>
                    </a:cubicBezTo>
                    <a:cubicBezTo>
                      <a:pt x="1095" y="1265"/>
                      <a:pt x="1093" y="1264"/>
                      <a:pt x="1090" y="1263"/>
                    </a:cubicBezTo>
                    <a:cubicBezTo>
                      <a:pt x="1087" y="1262"/>
                      <a:pt x="1084" y="1261"/>
                      <a:pt x="1082" y="1264"/>
                    </a:cubicBezTo>
                    <a:cubicBezTo>
                      <a:pt x="1081" y="1266"/>
                      <a:pt x="1080" y="1271"/>
                      <a:pt x="1078" y="1269"/>
                    </a:cubicBezTo>
                    <a:cubicBezTo>
                      <a:pt x="1076" y="1267"/>
                      <a:pt x="1075" y="1262"/>
                      <a:pt x="1077" y="1260"/>
                    </a:cubicBezTo>
                    <a:cubicBezTo>
                      <a:pt x="1078" y="1256"/>
                      <a:pt x="1082" y="1254"/>
                      <a:pt x="1085" y="1252"/>
                    </a:cubicBezTo>
                    <a:cubicBezTo>
                      <a:pt x="1087" y="1250"/>
                      <a:pt x="1089" y="1248"/>
                      <a:pt x="1088" y="1245"/>
                    </a:cubicBezTo>
                    <a:cubicBezTo>
                      <a:pt x="1086" y="1242"/>
                      <a:pt x="1083" y="1241"/>
                      <a:pt x="1081" y="1238"/>
                    </a:cubicBezTo>
                    <a:cubicBezTo>
                      <a:pt x="1078" y="1235"/>
                      <a:pt x="1078" y="1231"/>
                      <a:pt x="1077" y="1228"/>
                    </a:cubicBezTo>
                    <a:cubicBezTo>
                      <a:pt x="1074" y="1221"/>
                      <a:pt x="1066" y="1227"/>
                      <a:pt x="1061" y="1223"/>
                    </a:cubicBezTo>
                    <a:cubicBezTo>
                      <a:pt x="1058" y="1221"/>
                      <a:pt x="1056" y="1218"/>
                      <a:pt x="1054" y="1217"/>
                    </a:cubicBezTo>
                    <a:cubicBezTo>
                      <a:pt x="1051" y="1215"/>
                      <a:pt x="1049" y="1213"/>
                      <a:pt x="1049" y="1210"/>
                    </a:cubicBezTo>
                    <a:cubicBezTo>
                      <a:pt x="1049" y="1206"/>
                      <a:pt x="1051" y="1203"/>
                      <a:pt x="1052" y="1200"/>
                    </a:cubicBezTo>
                    <a:cubicBezTo>
                      <a:pt x="1053" y="1199"/>
                      <a:pt x="1054" y="1197"/>
                      <a:pt x="1055" y="1196"/>
                    </a:cubicBezTo>
                    <a:cubicBezTo>
                      <a:pt x="1055" y="1193"/>
                      <a:pt x="1052" y="1189"/>
                      <a:pt x="1049" y="1188"/>
                    </a:cubicBezTo>
                    <a:cubicBezTo>
                      <a:pt x="1046" y="1186"/>
                      <a:pt x="1043" y="1186"/>
                      <a:pt x="1040" y="1184"/>
                    </a:cubicBezTo>
                    <a:cubicBezTo>
                      <a:pt x="1037" y="1182"/>
                      <a:pt x="1034" y="1180"/>
                      <a:pt x="1031" y="1178"/>
                    </a:cubicBezTo>
                    <a:cubicBezTo>
                      <a:pt x="1027" y="1176"/>
                      <a:pt x="1026" y="1174"/>
                      <a:pt x="1025" y="1169"/>
                    </a:cubicBezTo>
                    <a:cubicBezTo>
                      <a:pt x="1025" y="1165"/>
                      <a:pt x="1025" y="1162"/>
                      <a:pt x="1021" y="1161"/>
                    </a:cubicBezTo>
                    <a:cubicBezTo>
                      <a:pt x="1016" y="1159"/>
                      <a:pt x="1011" y="1159"/>
                      <a:pt x="1007" y="1158"/>
                    </a:cubicBezTo>
                    <a:cubicBezTo>
                      <a:pt x="1002" y="1157"/>
                      <a:pt x="1001" y="1153"/>
                      <a:pt x="998" y="1150"/>
                    </a:cubicBezTo>
                    <a:cubicBezTo>
                      <a:pt x="997" y="1148"/>
                      <a:pt x="995" y="1147"/>
                      <a:pt x="994" y="1146"/>
                    </a:cubicBezTo>
                    <a:cubicBezTo>
                      <a:pt x="993" y="1144"/>
                      <a:pt x="993" y="1143"/>
                      <a:pt x="993" y="1141"/>
                    </a:cubicBezTo>
                    <a:cubicBezTo>
                      <a:pt x="994" y="1139"/>
                      <a:pt x="994" y="1137"/>
                      <a:pt x="993" y="1135"/>
                    </a:cubicBezTo>
                    <a:cubicBezTo>
                      <a:pt x="992" y="1133"/>
                      <a:pt x="989" y="1133"/>
                      <a:pt x="987" y="1133"/>
                    </a:cubicBezTo>
                    <a:cubicBezTo>
                      <a:pt x="983" y="1132"/>
                      <a:pt x="978" y="1131"/>
                      <a:pt x="975" y="1127"/>
                    </a:cubicBezTo>
                    <a:cubicBezTo>
                      <a:pt x="973" y="1124"/>
                      <a:pt x="973" y="1121"/>
                      <a:pt x="977" y="1119"/>
                    </a:cubicBezTo>
                    <a:cubicBezTo>
                      <a:pt x="980" y="1117"/>
                      <a:pt x="983" y="1116"/>
                      <a:pt x="984" y="1113"/>
                    </a:cubicBezTo>
                    <a:cubicBezTo>
                      <a:pt x="985" y="1111"/>
                      <a:pt x="985" y="1109"/>
                      <a:pt x="986" y="1108"/>
                    </a:cubicBezTo>
                    <a:cubicBezTo>
                      <a:pt x="987" y="1107"/>
                      <a:pt x="989" y="1106"/>
                      <a:pt x="990" y="1105"/>
                    </a:cubicBezTo>
                    <a:cubicBezTo>
                      <a:pt x="991" y="1104"/>
                      <a:pt x="992" y="1102"/>
                      <a:pt x="992" y="1101"/>
                    </a:cubicBezTo>
                    <a:cubicBezTo>
                      <a:pt x="993" y="1099"/>
                      <a:pt x="992" y="1097"/>
                      <a:pt x="993" y="1096"/>
                    </a:cubicBezTo>
                    <a:cubicBezTo>
                      <a:pt x="994" y="1094"/>
                      <a:pt x="996" y="1094"/>
                      <a:pt x="998" y="1095"/>
                    </a:cubicBezTo>
                    <a:cubicBezTo>
                      <a:pt x="1000" y="1095"/>
                      <a:pt x="1003" y="1095"/>
                      <a:pt x="1005" y="1095"/>
                    </a:cubicBezTo>
                    <a:cubicBezTo>
                      <a:pt x="1008" y="1093"/>
                      <a:pt x="1007" y="1089"/>
                      <a:pt x="1008" y="1086"/>
                    </a:cubicBezTo>
                    <a:cubicBezTo>
                      <a:pt x="1009" y="1084"/>
                      <a:pt x="1010" y="1083"/>
                      <a:pt x="1011" y="1082"/>
                    </a:cubicBezTo>
                    <a:cubicBezTo>
                      <a:pt x="1012" y="1080"/>
                      <a:pt x="1011" y="1078"/>
                      <a:pt x="1011" y="1077"/>
                    </a:cubicBezTo>
                    <a:cubicBezTo>
                      <a:pt x="1011" y="1073"/>
                      <a:pt x="1011" y="1069"/>
                      <a:pt x="1011" y="1065"/>
                    </a:cubicBezTo>
                    <a:cubicBezTo>
                      <a:pt x="1012" y="1063"/>
                      <a:pt x="1012" y="1061"/>
                      <a:pt x="1013" y="1060"/>
                    </a:cubicBezTo>
                    <a:cubicBezTo>
                      <a:pt x="1014" y="1059"/>
                      <a:pt x="1015" y="1058"/>
                      <a:pt x="1015" y="1056"/>
                    </a:cubicBezTo>
                    <a:cubicBezTo>
                      <a:pt x="1016" y="1055"/>
                      <a:pt x="1015" y="1054"/>
                      <a:pt x="1015" y="1053"/>
                    </a:cubicBezTo>
                    <a:cubicBezTo>
                      <a:pt x="1015" y="1051"/>
                      <a:pt x="1014" y="1049"/>
                      <a:pt x="1014" y="1047"/>
                    </a:cubicBezTo>
                    <a:cubicBezTo>
                      <a:pt x="1013" y="1045"/>
                      <a:pt x="1011" y="1045"/>
                      <a:pt x="1009" y="1045"/>
                    </a:cubicBezTo>
                    <a:cubicBezTo>
                      <a:pt x="1007" y="1044"/>
                      <a:pt x="1005" y="1044"/>
                      <a:pt x="1004" y="1042"/>
                    </a:cubicBezTo>
                    <a:cubicBezTo>
                      <a:pt x="1002" y="1041"/>
                      <a:pt x="1003" y="1039"/>
                      <a:pt x="1004" y="1037"/>
                    </a:cubicBezTo>
                    <a:cubicBezTo>
                      <a:pt x="1005" y="1035"/>
                      <a:pt x="1005" y="1033"/>
                      <a:pt x="1005" y="1031"/>
                    </a:cubicBezTo>
                    <a:cubicBezTo>
                      <a:pt x="1004" y="1028"/>
                      <a:pt x="1002" y="1027"/>
                      <a:pt x="1000" y="1025"/>
                    </a:cubicBezTo>
                    <a:cubicBezTo>
                      <a:pt x="997" y="1022"/>
                      <a:pt x="995" y="1020"/>
                      <a:pt x="994" y="1015"/>
                    </a:cubicBezTo>
                    <a:cubicBezTo>
                      <a:pt x="994" y="1014"/>
                      <a:pt x="993" y="1012"/>
                      <a:pt x="994" y="1011"/>
                    </a:cubicBezTo>
                    <a:cubicBezTo>
                      <a:pt x="995" y="1009"/>
                      <a:pt x="997" y="1011"/>
                      <a:pt x="998" y="1011"/>
                    </a:cubicBezTo>
                    <a:cubicBezTo>
                      <a:pt x="999" y="1012"/>
                      <a:pt x="1001" y="1014"/>
                      <a:pt x="1003" y="1014"/>
                    </a:cubicBezTo>
                    <a:cubicBezTo>
                      <a:pt x="1005" y="1015"/>
                      <a:pt x="1007" y="1015"/>
                      <a:pt x="1009" y="1015"/>
                    </a:cubicBezTo>
                    <a:cubicBezTo>
                      <a:pt x="1011" y="1015"/>
                      <a:pt x="1012" y="1015"/>
                      <a:pt x="1014" y="1015"/>
                    </a:cubicBezTo>
                    <a:cubicBezTo>
                      <a:pt x="1016" y="1016"/>
                      <a:pt x="1017" y="1017"/>
                      <a:pt x="1019" y="1018"/>
                    </a:cubicBezTo>
                    <a:cubicBezTo>
                      <a:pt x="1021" y="1018"/>
                      <a:pt x="1028" y="1019"/>
                      <a:pt x="1029" y="1016"/>
                    </a:cubicBezTo>
                    <a:cubicBezTo>
                      <a:pt x="1029" y="1015"/>
                      <a:pt x="1026" y="1014"/>
                      <a:pt x="1025" y="1013"/>
                    </a:cubicBezTo>
                    <a:cubicBezTo>
                      <a:pt x="1023" y="1012"/>
                      <a:pt x="1021" y="1010"/>
                      <a:pt x="1020" y="1008"/>
                    </a:cubicBezTo>
                    <a:cubicBezTo>
                      <a:pt x="1018" y="1004"/>
                      <a:pt x="1024" y="1005"/>
                      <a:pt x="1025" y="1002"/>
                    </a:cubicBezTo>
                    <a:cubicBezTo>
                      <a:pt x="1028" y="999"/>
                      <a:pt x="1022" y="994"/>
                      <a:pt x="1019" y="993"/>
                    </a:cubicBezTo>
                    <a:cubicBezTo>
                      <a:pt x="1016" y="992"/>
                      <a:pt x="1012" y="994"/>
                      <a:pt x="1009" y="991"/>
                    </a:cubicBezTo>
                    <a:cubicBezTo>
                      <a:pt x="1007" y="988"/>
                      <a:pt x="1009" y="984"/>
                      <a:pt x="1006" y="981"/>
                    </a:cubicBezTo>
                    <a:cubicBezTo>
                      <a:pt x="1004" y="977"/>
                      <a:pt x="999" y="977"/>
                      <a:pt x="996" y="976"/>
                    </a:cubicBezTo>
                    <a:cubicBezTo>
                      <a:pt x="992" y="975"/>
                      <a:pt x="989" y="974"/>
                      <a:pt x="986" y="972"/>
                    </a:cubicBezTo>
                    <a:cubicBezTo>
                      <a:pt x="983" y="970"/>
                      <a:pt x="981" y="967"/>
                      <a:pt x="980" y="964"/>
                    </a:cubicBezTo>
                    <a:cubicBezTo>
                      <a:pt x="979" y="959"/>
                      <a:pt x="976" y="956"/>
                      <a:pt x="973" y="953"/>
                    </a:cubicBezTo>
                    <a:cubicBezTo>
                      <a:pt x="971" y="952"/>
                      <a:pt x="969" y="950"/>
                      <a:pt x="967" y="949"/>
                    </a:cubicBezTo>
                    <a:cubicBezTo>
                      <a:pt x="966" y="948"/>
                      <a:pt x="964" y="947"/>
                      <a:pt x="962" y="946"/>
                    </a:cubicBezTo>
                    <a:cubicBezTo>
                      <a:pt x="960" y="944"/>
                      <a:pt x="958" y="942"/>
                      <a:pt x="955" y="941"/>
                    </a:cubicBezTo>
                    <a:cubicBezTo>
                      <a:pt x="953" y="940"/>
                      <a:pt x="950" y="939"/>
                      <a:pt x="948" y="938"/>
                    </a:cubicBezTo>
                    <a:cubicBezTo>
                      <a:pt x="943" y="935"/>
                      <a:pt x="940" y="930"/>
                      <a:pt x="935" y="927"/>
                    </a:cubicBezTo>
                    <a:cubicBezTo>
                      <a:pt x="933" y="926"/>
                      <a:pt x="931" y="925"/>
                      <a:pt x="928" y="924"/>
                    </a:cubicBezTo>
                    <a:cubicBezTo>
                      <a:pt x="926" y="923"/>
                      <a:pt x="923" y="922"/>
                      <a:pt x="920" y="921"/>
                    </a:cubicBezTo>
                    <a:cubicBezTo>
                      <a:pt x="917" y="921"/>
                      <a:pt x="914" y="920"/>
                      <a:pt x="912" y="919"/>
                    </a:cubicBezTo>
                    <a:cubicBezTo>
                      <a:pt x="910" y="918"/>
                      <a:pt x="908" y="917"/>
                      <a:pt x="906" y="916"/>
                    </a:cubicBezTo>
                    <a:cubicBezTo>
                      <a:pt x="904" y="916"/>
                      <a:pt x="902" y="915"/>
                      <a:pt x="901" y="914"/>
                    </a:cubicBezTo>
                    <a:cubicBezTo>
                      <a:pt x="898" y="912"/>
                      <a:pt x="896" y="911"/>
                      <a:pt x="894" y="910"/>
                    </a:cubicBezTo>
                    <a:cubicBezTo>
                      <a:pt x="891" y="909"/>
                      <a:pt x="891" y="906"/>
                      <a:pt x="888" y="905"/>
                    </a:cubicBezTo>
                    <a:cubicBezTo>
                      <a:pt x="886" y="904"/>
                      <a:pt x="885" y="906"/>
                      <a:pt x="882" y="906"/>
                    </a:cubicBezTo>
                    <a:cubicBezTo>
                      <a:pt x="881" y="907"/>
                      <a:pt x="879" y="907"/>
                      <a:pt x="878" y="907"/>
                    </a:cubicBezTo>
                    <a:cubicBezTo>
                      <a:pt x="875" y="908"/>
                      <a:pt x="874" y="909"/>
                      <a:pt x="872" y="910"/>
                    </a:cubicBezTo>
                    <a:cubicBezTo>
                      <a:pt x="871" y="911"/>
                      <a:pt x="870" y="911"/>
                      <a:pt x="870" y="911"/>
                    </a:cubicBezTo>
                    <a:cubicBezTo>
                      <a:pt x="869" y="912"/>
                      <a:pt x="868" y="913"/>
                      <a:pt x="867" y="913"/>
                    </a:cubicBezTo>
                    <a:cubicBezTo>
                      <a:pt x="867" y="914"/>
                      <a:pt x="867" y="914"/>
                      <a:pt x="867" y="914"/>
                    </a:cubicBezTo>
                    <a:cubicBezTo>
                      <a:pt x="867" y="914"/>
                      <a:pt x="867" y="913"/>
                      <a:pt x="867" y="913"/>
                    </a:cubicBezTo>
                    <a:cubicBezTo>
                      <a:pt x="867" y="914"/>
                      <a:pt x="866" y="914"/>
                      <a:pt x="866" y="914"/>
                    </a:cubicBezTo>
                    <a:cubicBezTo>
                      <a:pt x="866" y="914"/>
                      <a:pt x="865" y="914"/>
                      <a:pt x="865" y="914"/>
                    </a:cubicBezTo>
                    <a:cubicBezTo>
                      <a:pt x="864" y="913"/>
                      <a:pt x="864" y="912"/>
                      <a:pt x="864" y="911"/>
                    </a:cubicBezTo>
                    <a:cubicBezTo>
                      <a:pt x="863" y="908"/>
                      <a:pt x="865" y="905"/>
                      <a:pt x="864" y="902"/>
                    </a:cubicBezTo>
                    <a:cubicBezTo>
                      <a:pt x="863" y="899"/>
                      <a:pt x="860" y="899"/>
                      <a:pt x="857" y="899"/>
                    </a:cubicBezTo>
                    <a:cubicBezTo>
                      <a:pt x="854" y="900"/>
                      <a:pt x="851" y="901"/>
                      <a:pt x="848" y="900"/>
                    </a:cubicBezTo>
                    <a:cubicBezTo>
                      <a:pt x="845" y="900"/>
                      <a:pt x="841" y="899"/>
                      <a:pt x="839" y="898"/>
                    </a:cubicBezTo>
                    <a:cubicBezTo>
                      <a:pt x="835" y="897"/>
                      <a:pt x="832" y="896"/>
                      <a:pt x="829" y="897"/>
                    </a:cubicBezTo>
                    <a:cubicBezTo>
                      <a:pt x="826" y="898"/>
                      <a:pt x="824" y="899"/>
                      <a:pt x="821" y="900"/>
                    </a:cubicBezTo>
                    <a:cubicBezTo>
                      <a:pt x="819" y="900"/>
                      <a:pt x="818" y="901"/>
                      <a:pt x="816" y="902"/>
                    </a:cubicBezTo>
                    <a:cubicBezTo>
                      <a:pt x="813" y="902"/>
                      <a:pt x="809" y="907"/>
                      <a:pt x="806" y="906"/>
                    </a:cubicBezTo>
                    <a:cubicBezTo>
                      <a:pt x="805" y="905"/>
                      <a:pt x="803" y="904"/>
                      <a:pt x="802" y="903"/>
                    </a:cubicBezTo>
                    <a:cubicBezTo>
                      <a:pt x="799" y="900"/>
                      <a:pt x="804" y="897"/>
                      <a:pt x="807" y="895"/>
                    </a:cubicBezTo>
                    <a:cubicBezTo>
                      <a:pt x="810" y="893"/>
                      <a:pt x="813" y="891"/>
                      <a:pt x="816" y="890"/>
                    </a:cubicBezTo>
                    <a:cubicBezTo>
                      <a:pt x="819" y="888"/>
                      <a:pt x="824" y="888"/>
                      <a:pt x="826" y="884"/>
                    </a:cubicBezTo>
                    <a:cubicBezTo>
                      <a:pt x="827" y="883"/>
                      <a:pt x="827" y="881"/>
                      <a:pt x="828" y="880"/>
                    </a:cubicBezTo>
                    <a:cubicBezTo>
                      <a:pt x="828" y="878"/>
                      <a:pt x="830" y="876"/>
                      <a:pt x="828" y="876"/>
                    </a:cubicBezTo>
                    <a:cubicBezTo>
                      <a:pt x="826" y="874"/>
                      <a:pt x="822" y="877"/>
                      <a:pt x="821" y="878"/>
                    </a:cubicBezTo>
                    <a:cubicBezTo>
                      <a:pt x="818" y="879"/>
                      <a:pt x="816" y="881"/>
                      <a:pt x="814" y="881"/>
                    </a:cubicBezTo>
                    <a:cubicBezTo>
                      <a:pt x="809" y="881"/>
                      <a:pt x="810" y="873"/>
                      <a:pt x="812" y="871"/>
                    </a:cubicBezTo>
                    <a:cubicBezTo>
                      <a:pt x="814" y="869"/>
                      <a:pt x="816" y="868"/>
                      <a:pt x="817" y="866"/>
                    </a:cubicBezTo>
                    <a:cubicBezTo>
                      <a:pt x="818" y="865"/>
                      <a:pt x="817" y="863"/>
                      <a:pt x="817" y="861"/>
                    </a:cubicBezTo>
                    <a:cubicBezTo>
                      <a:pt x="817" y="859"/>
                      <a:pt x="816" y="853"/>
                      <a:pt x="813" y="853"/>
                    </a:cubicBezTo>
                    <a:cubicBezTo>
                      <a:pt x="810" y="853"/>
                      <a:pt x="809" y="852"/>
                      <a:pt x="807" y="852"/>
                    </a:cubicBezTo>
                    <a:cubicBezTo>
                      <a:pt x="804" y="851"/>
                      <a:pt x="803" y="853"/>
                      <a:pt x="801" y="854"/>
                    </a:cubicBezTo>
                    <a:cubicBezTo>
                      <a:pt x="798" y="856"/>
                      <a:pt x="794" y="854"/>
                      <a:pt x="790" y="853"/>
                    </a:cubicBezTo>
                    <a:cubicBezTo>
                      <a:pt x="789" y="853"/>
                      <a:pt x="787" y="852"/>
                      <a:pt x="786" y="852"/>
                    </a:cubicBezTo>
                    <a:cubicBezTo>
                      <a:pt x="784" y="851"/>
                      <a:pt x="783" y="849"/>
                      <a:pt x="781" y="847"/>
                    </a:cubicBezTo>
                    <a:cubicBezTo>
                      <a:pt x="780" y="846"/>
                      <a:pt x="778" y="846"/>
                      <a:pt x="777" y="846"/>
                    </a:cubicBezTo>
                    <a:cubicBezTo>
                      <a:pt x="775" y="846"/>
                      <a:pt x="773" y="846"/>
                      <a:pt x="771" y="846"/>
                    </a:cubicBezTo>
                    <a:cubicBezTo>
                      <a:pt x="768" y="846"/>
                      <a:pt x="764" y="846"/>
                      <a:pt x="760" y="848"/>
                    </a:cubicBezTo>
                    <a:cubicBezTo>
                      <a:pt x="759" y="849"/>
                      <a:pt x="757" y="850"/>
                      <a:pt x="755" y="851"/>
                    </a:cubicBezTo>
                    <a:cubicBezTo>
                      <a:pt x="754" y="852"/>
                      <a:pt x="753" y="853"/>
                      <a:pt x="751" y="854"/>
                    </a:cubicBezTo>
                    <a:cubicBezTo>
                      <a:pt x="747" y="854"/>
                      <a:pt x="749" y="847"/>
                      <a:pt x="749" y="845"/>
                    </a:cubicBezTo>
                    <a:cubicBezTo>
                      <a:pt x="750" y="840"/>
                      <a:pt x="745" y="842"/>
                      <a:pt x="742" y="840"/>
                    </a:cubicBezTo>
                    <a:cubicBezTo>
                      <a:pt x="741" y="840"/>
                      <a:pt x="740" y="839"/>
                      <a:pt x="739" y="837"/>
                    </a:cubicBezTo>
                    <a:cubicBezTo>
                      <a:pt x="738" y="836"/>
                      <a:pt x="737" y="836"/>
                      <a:pt x="735" y="835"/>
                    </a:cubicBezTo>
                    <a:cubicBezTo>
                      <a:pt x="733" y="834"/>
                      <a:pt x="732" y="829"/>
                      <a:pt x="734" y="827"/>
                    </a:cubicBezTo>
                    <a:cubicBezTo>
                      <a:pt x="736" y="826"/>
                      <a:pt x="738" y="826"/>
                      <a:pt x="740" y="827"/>
                    </a:cubicBezTo>
                    <a:cubicBezTo>
                      <a:pt x="743" y="827"/>
                      <a:pt x="744" y="825"/>
                      <a:pt x="745" y="824"/>
                    </a:cubicBezTo>
                    <a:cubicBezTo>
                      <a:pt x="747" y="822"/>
                      <a:pt x="750" y="822"/>
                      <a:pt x="752" y="821"/>
                    </a:cubicBezTo>
                    <a:cubicBezTo>
                      <a:pt x="752" y="820"/>
                      <a:pt x="752" y="819"/>
                      <a:pt x="753" y="819"/>
                    </a:cubicBezTo>
                    <a:cubicBezTo>
                      <a:pt x="754" y="817"/>
                      <a:pt x="755" y="815"/>
                      <a:pt x="757" y="814"/>
                    </a:cubicBezTo>
                    <a:cubicBezTo>
                      <a:pt x="758" y="813"/>
                      <a:pt x="759" y="812"/>
                      <a:pt x="760" y="812"/>
                    </a:cubicBezTo>
                    <a:cubicBezTo>
                      <a:pt x="761" y="811"/>
                      <a:pt x="762" y="811"/>
                      <a:pt x="764" y="811"/>
                    </a:cubicBezTo>
                    <a:cubicBezTo>
                      <a:pt x="767" y="810"/>
                      <a:pt x="767" y="806"/>
                      <a:pt x="766" y="804"/>
                    </a:cubicBezTo>
                    <a:cubicBezTo>
                      <a:pt x="764" y="800"/>
                      <a:pt x="760" y="800"/>
                      <a:pt x="756" y="801"/>
                    </a:cubicBezTo>
                    <a:cubicBezTo>
                      <a:pt x="752" y="802"/>
                      <a:pt x="749" y="804"/>
                      <a:pt x="746" y="807"/>
                    </a:cubicBezTo>
                    <a:cubicBezTo>
                      <a:pt x="743" y="810"/>
                      <a:pt x="740" y="811"/>
                      <a:pt x="736" y="812"/>
                    </a:cubicBezTo>
                    <a:cubicBezTo>
                      <a:pt x="732" y="812"/>
                      <a:pt x="728" y="811"/>
                      <a:pt x="723" y="811"/>
                    </a:cubicBezTo>
                    <a:cubicBezTo>
                      <a:pt x="720" y="810"/>
                      <a:pt x="717" y="811"/>
                      <a:pt x="714" y="811"/>
                    </a:cubicBezTo>
                    <a:cubicBezTo>
                      <a:pt x="711" y="812"/>
                      <a:pt x="707" y="811"/>
                      <a:pt x="704" y="811"/>
                    </a:cubicBezTo>
                    <a:cubicBezTo>
                      <a:pt x="702" y="811"/>
                      <a:pt x="699" y="810"/>
                      <a:pt x="700" y="808"/>
                    </a:cubicBezTo>
                    <a:cubicBezTo>
                      <a:pt x="701" y="805"/>
                      <a:pt x="705" y="804"/>
                      <a:pt x="703" y="802"/>
                    </a:cubicBezTo>
                    <a:cubicBezTo>
                      <a:pt x="701" y="800"/>
                      <a:pt x="698" y="800"/>
                      <a:pt x="699" y="797"/>
                    </a:cubicBezTo>
                    <a:cubicBezTo>
                      <a:pt x="700" y="794"/>
                      <a:pt x="704" y="795"/>
                      <a:pt x="706" y="795"/>
                    </a:cubicBezTo>
                    <a:cubicBezTo>
                      <a:pt x="709" y="796"/>
                      <a:pt x="712" y="796"/>
                      <a:pt x="715" y="797"/>
                    </a:cubicBezTo>
                    <a:cubicBezTo>
                      <a:pt x="717" y="798"/>
                      <a:pt x="719" y="801"/>
                      <a:pt x="721" y="800"/>
                    </a:cubicBezTo>
                    <a:cubicBezTo>
                      <a:pt x="724" y="799"/>
                      <a:pt x="727" y="796"/>
                      <a:pt x="725" y="794"/>
                    </a:cubicBezTo>
                    <a:cubicBezTo>
                      <a:pt x="722" y="791"/>
                      <a:pt x="719" y="789"/>
                      <a:pt x="716" y="788"/>
                    </a:cubicBezTo>
                    <a:cubicBezTo>
                      <a:pt x="714" y="787"/>
                      <a:pt x="712" y="785"/>
                      <a:pt x="710" y="785"/>
                    </a:cubicBezTo>
                    <a:cubicBezTo>
                      <a:pt x="708" y="784"/>
                      <a:pt x="706" y="785"/>
                      <a:pt x="704" y="784"/>
                    </a:cubicBezTo>
                    <a:cubicBezTo>
                      <a:pt x="697" y="784"/>
                      <a:pt x="692" y="777"/>
                      <a:pt x="687" y="772"/>
                    </a:cubicBezTo>
                    <a:cubicBezTo>
                      <a:pt x="685" y="769"/>
                      <a:pt x="679" y="769"/>
                      <a:pt x="675" y="768"/>
                    </a:cubicBezTo>
                    <a:cubicBezTo>
                      <a:pt x="671" y="766"/>
                      <a:pt x="667" y="765"/>
                      <a:pt x="663" y="762"/>
                    </a:cubicBezTo>
                    <a:cubicBezTo>
                      <a:pt x="660" y="760"/>
                      <a:pt x="657" y="758"/>
                      <a:pt x="656" y="754"/>
                    </a:cubicBezTo>
                    <a:cubicBezTo>
                      <a:pt x="656" y="750"/>
                      <a:pt x="656" y="747"/>
                      <a:pt x="658" y="745"/>
                    </a:cubicBezTo>
                    <a:cubicBezTo>
                      <a:pt x="661" y="742"/>
                      <a:pt x="664" y="738"/>
                      <a:pt x="663" y="734"/>
                    </a:cubicBezTo>
                    <a:cubicBezTo>
                      <a:pt x="662" y="730"/>
                      <a:pt x="660" y="727"/>
                      <a:pt x="656" y="727"/>
                    </a:cubicBezTo>
                    <a:cubicBezTo>
                      <a:pt x="650" y="728"/>
                      <a:pt x="639" y="729"/>
                      <a:pt x="635" y="722"/>
                    </a:cubicBezTo>
                    <a:cubicBezTo>
                      <a:pt x="635" y="722"/>
                      <a:pt x="635" y="722"/>
                      <a:pt x="634" y="722"/>
                    </a:cubicBezTo>
                    <a:cubicBezTo>
                      <a:pt x="634" y="719"/>
                      <a:pt x="628" y="720"/>
                      <a:pt x="626" y="718"/>
                    </a:cubicBezTo>
                    <a:cubicBezTo>
                      <a:pt x="625" y="717"/>
                      <a:pt x="625" y="715"/>
                      <a:pt x="625" y="714"/>
                    </a:cubicBezTo>
                    <a:cubicBezTo>
                      <a:pt x="625" y="713"/>
                      <a:pt x="625" y="712"/>
                      <a:pt x="625" y="711"/>
                    </a:cubicBezTo>
                    <a:cubicBezTo>
                      <a:pt x="626" y="711"/>
                      <a:pt x="626" y="710"/>
                      <a:pt x="626" y="710"/>
                    </a:cubicBezTo>
                    <a:cubicBezTo>
                      <a:pt x="627" y="706"/>
                      <a:pt x="626" y="704"/>
                      <a:pt x="625" y="702"/>
                    </a:cubicBezTo>
                    <a:cubicBezTo>
                      <a:pt x="625" y="698"/>
                      <a:pt x="628" y="696"/>
                      <a:pt x="628" y="693"/>
                    </a:cubicBezTo>
                    <a:cubicBezTo>
                      <a:pt x="632" y="694"/>
                      <a:pt x="635" y="694"/>
                      <a:pt x="638" y="696"/>
                    </a:cubicBezTo>
                    <a:cubicBezTo>
                      <a:pt x="640" y="697"/>
                      <a:pt x="641" y="700"/>
                      <a:pt x="643" y="701"/>
                    </a:cubicBezTo>
                    <a:cubicBezTo>
                      <a:pt x="647" y="705"/>
                      <a:pt x="652" y="704"/>
                      <a:pt x="657" y="703"/>
                    </a:cubicBezTo>
                    <a:cubicBezTo>
                      <a:pt x="662" y="703"/>
                      <a:pt x="667" y="703"/>
                      <a:pt x="672" y="704"/>
                    </a:cubicBezTo>
                    <a:cubicBezTo>
                      <a:pt x="678" y="704"/>
                      <a:pt x="681" y="707"/>
                      <a:pt x="685" y="711"/>
                    </a:cubicBezTo>
                    <a:cubicBezTo>
                      <a:pt x="694" y="719"/>
                      <a:pt x="703" y="724"/>
                      <a:pt x="707" y="735"/>
                    </a:cubicBezTo>
                    <a:cubicBezTo>
                      <a:pt x="708" y="740"/>
                      <a:pt x="708" y="745"/>
                      <a:pt x="711" y="749"/>
                    </a:cubicBezTo>
                    <a:cubicBezTo>
                      <a:pt x="715" y="753"/>
                      <a:pt x="720" y="752"/>
                      <a:pt x="724" y="753"/>
                    </a:cubicBezTo>
                    <a:cubicBezTo>
                      <a:pt x="730" y="754"/>
                      <a:pt x="736" y="756"/>
                      <a:pt x="742" y="758"/>
                    </a:cubicBezTo>
                    <a:cubicBezTo>
                      <a:pt x="748" y="760"/>
                      <a:pt x="751" y="763"/>
                      <a:pt x="755" y="767"/>
                    </a:cubicBezTo>
                    <a:cubicBezTo>
                      <a:pt x="759" y="771"/>
                      <a:pt x="765" y="772"/>
                      <a:pt x="769" y="776"/>
                    </a:cubicBezTo>
                    <a:cubicBezTo>
                      <a:pt x="773" y="779"/>
                      <a:pt x="775" y="784"/>
                      <a:pt x="780" y="786"/>
                    </a:cubicBezTo>
                    <a:cubicBezTo>
                      <a:pt x="785" y="787"/>
                      <a:pt x="792" y="788"/>
                      <a:pt x="796" y="788"/>
                    </a:cubicBezTo>
                    <a:cubicBezTo>
                      <a:pt x="804" y="787"/>
                      <a:pt x="802" y="780"/>
                      <a:pt x="798" y="776"/>
                    </a:cubicBezTo>
                    <a:cubicBezTo>
                      <a:pt x="795" y="772"/>
                      <a:pt x="790" y="770"/>
                      <a:pt x="791" y="764"/>
                    </a:cubicBezTo>
                    <a:cubicBezTo>
                      <a:pt x="792" y="758"/>
                      <a:pt x="798" y="758"/>
                      <a:pt x="803" y="758"/>
                    </a:cubicBezTo>
                    <a:cubicBezTo>
                      <a:pt x="808" y="759"/>
                      <a:pt x="813" y="758"/>
                      <a:pt x="817" y="760"/>
                    </a:cubicBezTo>
                    <a:cubicBezTo>
                      <a:pt x="822" y="762"/>
                      <a:pt x="827" y="764"/>
                      <a:pt x="831" y="767"/>
                    </a:cubicBezTo>
                    <a:cubicBezTo>
                      <a:pt x="836" y="770"/>
                      <a:pt x="841" y="775"/>
                      <a:pt x="847" y="777"/>
                    </a:cubicBezTo>
                    <a:cubicBezTo>
                      <a:pt x="853" y="778"/>
                      <a:pt x="852" y="772"/>
                      <a:pt x="851" y="768"/>
                    </a:cubicBezTo>
                    <a:cubicBezTo>
                      <a:pt x="850" y="766"/>
                      <a:pt x="850" y="764"/>
                      <a:pt x="849" y="762"/>
                    </a:cubicBezTo>
                    <a:cubicBezTo>
                      <a:pt x="854" y="760"/>
                      <a:pt x="855" y="762"/>
                      <a:pt x="858" y="765"/>
                    </a:cubicBezTo>
                    <a:cubicBezTo>
                      <a:pt x="861" y="769"/>
                      <a:pt x="863" y="765"/>
                      <a:pt x="862" y="762"/>
                    </a:cubicBezTo>
                    <a:cubicBezTo>
                      <a:pt x="859" y="756"/>
                      <a:pt x="858" y="747"/>
                      <a:pt x="867" y="747"/>
                    </a:cubicBezTo>
                    <a:cubicBezTo>
                      <a:pt x="870" y="747"/>
                      <a:pt x="875" y="748"/>
                      <a:pt x="873" y="751"/>
                    </a:cubicBezTo>
                    <a:cubicBezTo>
                      <a:pt x="873" y="753"/>
                      <a:pt x="871" y="753"/>
                      <a:pt x="871" y="755"/>
                    </a:cubicBezTo>
                    <a:cubicBezTo>
                      <a:pt x="871" y="757"/>
                      <a:pt x="871" y="758"/>
                      <a:pt x="872" y="760"/>
                    </a:cubicBezTo>
                    <a:cubicBezTo>
                      <a:pt x="872" y="762"/>
                      <a:pt x="873" y="765"/>
                      <a:pt x="874" y="767"/>
                    </a:cubicBezTo>
                    <a:cubicBezTo>
                      <a:pt x="876" y="768"/>
                      <a:pt x="877" y="768"/>
                      <a:pt x="880" y="768"/>
                    </a:cubicBezTo>
                    <a:cubicBezTo>
                      <a:pt x="886" y="769"/>
                      <a:pt x="892" y="771"/>
                      <a:pt x="898" y="770"/>
                    </a:cubicBezTo>
                    <a:cubicBezTo>
                      <a:pt x="904" y="770"/>
                      <a:pt x="907" y="773"/>
                      <a:pt x="913" y="774"/>
                    </a:cubicBezTo>
                    <a:cubicBezTo>
                      <a:pt x="916" y="775"/>
                      <a:pt x="925" y="775"/>
                      <a:pt x="922" y="781"/>
                    </a:cubicBezTo>
                    <a:cubicBezTo>
                      <a:pt x="919" y="787"/>
                      <a:pt x="913" y="785"/>
                      <a:pt x="910" y="782"/>
                    </a:cubicBezTo>
                    <a:cubicBezTo>
                      <a:pt x="907" y="780"/>
                      <a:pt x="900" y="776"/>
                      <a:pt x="899" y="782"/>
                    </a:cubicBezTo>
                    <a:cubicBezTo>
                      <a:pt x="897" y="787"/>
                      <a:pt x="905" y="791"/>
                      <a:pt x="908" y="793"/>
                    </a:cubicBezTo>
                    <a:cubicBezTo>
                      <a:pt x="917" y="799"/>
                      <a:pt x="927" y="806"/>
                      <a:pt x="935" y="795"/>
                    </a:cubicBezTo>
                    <a:cubicBezTo>
                      <a:pt x="937" y="792"/>
                      <a:pt x="938" y="786"/>
                      <a:pt x="941" y="783"/>
                    </a:cubicBezTo>
                    <a:cubicBezTo>
                      <a:pt x="945" y="779"/>
                      <a:pt x="951" y="781"/>
                      <a:pt x="955" y="783"/>
                    </a:cubicBezTo>
                    <a:cubicBezTo>
                      <a:pt x="966" y="788"/>
                      <a:pt x="977" y="791"/>
                      <a:pt x="986" y="797"/>
                    </a:cubicBezTo>
                    <a:cubicBezTo>
                      <a:pt x="993" y="801"/>
                      <a:pt x="998" y="801"/>
                      <a:pt x="1006" y="800"/>
                    </a:cubicBezTo>
                    <a:cubicBezTo>
                      <a:pt x="1011" y="799"/>
                      <a:pt x="1016" y="799"/>
                      <a:pt x="1021" y="800"/>
                    </a:cubicBezTo>
                    <a:cubicBezTo>
                      <a:pt x="1027" y="801"/>
                      <a:pt x="1028" y="806"/>
                      <a:pt x="1032" y="808"/>
                    </a:cubicBezTo>
                    <a:cubicBezTo>
                      <a:pt x="1034" y="809"/>
                      <a:pt x="1036" y="810"/>
                      <a:pt x="1038" y="811"/>
                    </a:cubicBezTo>
                    <a:cubicBezTo>
                      <a:pt x="1040" y="812"/>
                      <a:pt x="1042" y="814"/>
                      <a:pt x="1044" y="815"/>
                    </a:cubicBezTo>
                    <a:cubicBezTo>
                      <a:pt x="1050" y="817"/>
                      <a:pt x="1057" y="818"/>
                      <a:pt x="1063" y="818"/>
                    </a:cubicBezTo>
                    <a:cubicBezTo>
                      <a:pt x="1069" y="819"/>
                      <a:pt x="1075" y="820"/>
                      <a:pt x="1082" y="820"/>
                    </a:cubicBezTo>
                    <a:cubicBezTo>
                      <a:pt x="1088" y="820"/>
                      <a:pt x="1094" y="821"/>
                      <a:pt x="1099" y="820"/>
                    </a:cubicBezTo>
                    <a:cubicBezTo>
                      <a:pt x="1107" y="820"/>
                      <a:pt x="1113" y="818"/>
                      <a:pt x="1121" y="818"/>
                    </a:cubicBezTo>
                    <a:cubicBezTo>
                      <a:pt x="1128" y="819"/>
                      <a:pt x="1135" y="819"/>
                      <a:pt x="1142" y="820"/>
                    </a:cubicBezTo>
                    <a:cubicBezTo>
                      <a:pt x="1150" y="821"/>
                      <a:pt x="1158" y="822"/>
                      <a:pt x="1166" y="821"/>
                    </a:cubicBezTo>
                    <a:cubicBezTo>
                      <a:pt x="1178" y="819"/>
                      <a:pt x="1190" y="820"/>
                      <a:pt x="1202" y="819"/>
                    </a:cubicBezTo>
                    <a:cubicBezTo>
                      <a:pt x="1207" y="818"/>
                      <a:pt x="1212" y="818"/>
                      <a:pt x="1217" y="817"/>
                    </a:cubicBezTo>
                    <a:cubicBezTo>
                      <a:pt x="1223" y="816"/>
                      <a:pt x="1229" y="818"/>
                      <a:pt x="1235" y="817"/>
                    </a:cubicBezTo>
                    <a:cubicBezTo>
                      <a:pt x="1239" y="816"/>
                      <a:pt x="1243" y="814"/>
                      <a:pt x="1247" y="814"/>
                    </a:cubicBezTo>
                    <a:cubicBezTo>
                      <a:pt x="1255" y="814"/>
                      <a:pt x="1263" y="812"/>
                      <a:pt x="1271" y="812"/>
                    </a:cubicBezTo>
                    <a:cubicBezTo>
                      <a:pt x="1279" y="812"/>
                      <a:pt x="1287" y="814"/>
                      <a:pt x="1294" y="818"/>
                    </a:cubicBezTo>
                    <a:cubicBezTo>
                      <a:pt x="1299" y="820"/>
                      <a:pt x="1304" y="824"/>
                      <a:pt x="1309" y="826"/>
                    </a:cubicBezTo>
                    <a:cubicBezTo>
                      <a:pt x="1313" y="827"/>
                      <a:pt x="1318" y="826"/>
                      <a:pt x="1322" y="827"/>
                    </a:cubicBezTo>
                    <a:cubicBezTo>
                      <a:pt x="1323" y="828"/>
                      <a:pt x="1321" y="828"/>
                      <a:pt x="1322" y="828"/>
                    </a:cubicBezTo>
                    <a:cubicBezTo>
                      <a:pt x="1323" y="829"/>
                      <a:pt x="1324" y="829"/>
                      <a:pt x="1325" y="830"/>
                    </a:cubicBezTo>
                    <a:cubicBezTo>
                      <a:pt x="1327" y="831"/>
                      <a:pt x="1328" y="831"/>
                      <a:pt x="1330" y="832"/>
                    </a:cubicBezTo>
                    <a:cubicBezTo>
                      <a:pt x="1333" y="834"/>
                      <a:pt x="1336" y="836"/>
                      <a:pt x="1339" y="837"/>
                    </a:cubicBezTo>
                    <a:cubicBezTo>
                      <a:pt x="1348" y="840"/>
                      <a:pt x="1356" y="837"/>
                      <a:pt x="1364" y="836"/>
                    </a:cubicBezTo>
                    <a:cubicBezTo>
                      <a:pt x="1369" y="835"/>
                      <a:pt x="1373" y="836"/>
                      <a:pt x="1378" y="835"/>
                    </a:cubicBezTo>
                    <a:cubicBezTo>
                      <a:pt x="1382" y="835"/>
                      <a:pt x="1386" y="835"/>
                      <a:pt x="1390" y="837"/>
                    </a:cubicBezTo>
                    <a:cubicBezTo>
                      <a:pt x="1396" y="838"/>
                      <a:pt x="1406" y="839"/>
                      <a:pt x="1412" y="836"/>
                    </a:cubicBezTo>
                    <a:cubicBezTo>
                      <a:pt x="1415" y="834"/>
                      <a:pt x="1417" y="831"/>
                      <a:pt x="1420" y="830"/>
                    </a:cubicBezTo>
                    <a:cubicBezTo>
                      <a:pt x="1424" y="828"/>
                      <a:pt x="1428" y="830"/>
                      <a:pt x="1431" y="828"/>
                    </a:cubicBezTo>
                    <a:cubicBezTo>
                      <a:pt x="1431" y="828"/>
                      <a:pt x="1431" y="827"/>
                      <a:pt x="1431" y="827"/>
                    </a:cubicBezTo>
                    <a:cubicBezTo>
                      <a:pt x="1436" y="825"/>
                      <a:pt x="1440" y="825"/>
                      <a:pt x="1444" y="824"/>
                    </a:cubicBezTo>
                    <a:cubicBezTo>
                      <a:pt x="1448" y="824"/>
                      <a:pt x="1452" y="822"/>
                      <a:pt x="1456" y="821"/>
                    </a:cubicBezTo>
                    <a:cubicBezTo>
                      <a:pt x="1461" y="819"/>
                      <a:pt x="1466" y="816"/>
                      <a:pt x="1471" y="814"/>
                    </a:cubicBezTo>
                    <a:cubicBezTo>
                      <a:pt x="1475" y="812"/>
                      <a:pt x="1480" y="809"/>
                      <a:pt x="1483" y="806"/>
                    </a:cubicBezTo>
                    <a:cubicBezTo>
                      <a:pt x="1485" y="805"/>
                      <a:pt x="1486" y="802"/>
                      <a:pt x="1488" y="801"/>
                    </a:cubicBezTo>
                    <a:cubicBezTo>
                      <a:pt x="1490" y="801"/>
                      <a:pt x="1493" y="801"/>
                      <a:pt x="1495" y="801"/>
                    </a:cubicBezTo>
                    <a:cubicBezTo>
                      <a:pt x="1498" y="801"/>
                      <a:pt x="1499" y="803"/>
                      <a:pt x="1502" y="800"/>
                    </a:cubicBezTo>
                    <a:cubicBezTo>
                      <a:pt x="1503" y="799"/>
                      <a:pt x="1504" y="796"/>
                      <a:pt x="1505" y="794"/>
                    </a:cubicBezTo>
                    <a:cubicBezTo>
                      <a:pt x="1512" y="784"/>
                      <a:pt x="1527" y="781"/>
                      <a:pt x="1536" y="775"/>
                    </a:cubicBezTo>
                    <a:cubicBezTo>
                      <a:pt x="1541" y="772"/>
                      <a:pt x="1546" y="769"/>
                      <a:pt x="1550" y="765"/>
                    </a:cubicBezTo>
                    <a:cubicBezTo>
                      <a:pt x="1555" y="762"/>
                      <a:pt x="1559" y="758"/>
                      <a:pt x="1563" y="755"/>
                    </a:cubicBezTo>
                    <a:cubicBezTo>
                      <a:pt x="1573" y="748"/>
                      <a:pt x="1584" y="741"/>
                      <a:pt x="1591" y="732"/>
                    </a:cubicBezTo>
                    <a:cubicBezTo>
                      <a:pt x="1596" y="727"/>
                      <a:pt x="1600" y="721"/>
                      <a:pt x="1604" y="715"/>
                    </a:cubicBezTo>
                    <a:cubicBezTo>
                      <a:pt x="1607" y="710"/>
                      <a:pt x="1610" y="704"/>
                      <a:pt x="1612" y="698"/>
                    </a:cubicBezTo>
                    <a:cubicBezTo>
                      <a:pt x="1614" y="698"/>
                      <a:pt x="1615" y="696"/>
                      <a:pt x="1616" y="695"/>
                    </a:cubicBezTo>
                    <a:cubicBezTo>
                      <a:pt x="1618" y="694"/>
                      <a:pt x="1620" y="694"/>
                      <a:pt x="1622" y="694"/>
                    </a:cubicBezTo>
                    <a:cubicBezTo>
                      <a:pt x="1627" y="693"/>
                      <a:pt x="1630" y="687"/>
                      <a:pt x="1632" y="684"/>
                    </a:cubicBezTo>
                    <a:cubicBezTo>
                      <a:pt x="1636" y="680"/>
                      <a:pt x="1639" y="676"/>
                      <a:pt x="1640" y="671"/>
                    </a:cubicBezTo>
                    <a:cubicBezTo>
                      <a:pt x="1641" y="665"/>
                      <a:pt x="1639" y="660"/>
                      <a:pt x="1639" y="654"/>
                    </a:cubicBezTo>
                    <a:cubicBezTo>
                      <a:pt x="1639" y="649"/>
                      <a:pt x="1639" y="646"/>
                      <a:pt x="1642" y="642"/>
                    </a:cubicBezTo>
                    <a:cubicBezTo>
                      <a:pt x="1644" y="639"/>
                      <a:pt x="1647" y="636"/>
                      <a:pt x="1648" y="632"/>
                    </a:cubicBezTo>
                    <a:cubicBezTo>
                      <a:pt x="1651" y="623"/>
                      <a:pt x="1647" y="614"/>
                      <a:pt x="1652" y="605"/>
                    </a:cubicBezTo>
                    <a:cubicBezTo>
                      <a:pt x="1654" y="600"/>
                      <a:pt x="1657" y="596"/>
                      <a:pt x="1659" y="592"/>
                    </a:cubicBezTo>
                    <a:cubicBezTo>
                      <a:pt x="1661" y="586"/>
                      <a:pt x="1663" y="580"/>
                      <a:pt x="1665" y="574"/>
                    </a:cubicBezTo>
                    <a:cubicBezTo>
                      <a:pt x="1666" y="569"/>
                      <a:pt x="1667" y="565"/>
                      <a:pt x="1670" y="561"/>
                    </a:cubicBezTo>
                    <a:cubicBezTo>
                      <a:pt x="1677" y="553"/>
                      <a:pt x="1681" y="545"/>
                      <a:pt x="1681" y="534"/>
                    </a:cubicBezTo>
                    <a:cubicBezTo>
                      <a:pt x="1681" y="527"/>
                      <a:pt x="1680" y="519"/>
                      <a:pt x="1679" y="511"/>
                    </a:cubicBezTo>
                    <a:cubicBezTo>
                      <a:pt x="1678" y="503"/>
                      <a:pt x="1676" y="495"/>
                      <a:pt x="1676" y="487"/>
                    </a:cubicBezTo>
                    <a:cubicBezTo>
                      <a:pt x="1675" y="480"/>
                      <a:pt x="1676" y="471"/>
                      <a:pt x="1672" y="464"/>
                    </a:cubicBezTo>
                    <a:cubicBezTo>
                      <a:pt x="1671" y="462"/>
                      <a:pt x="1668" y="459"/>
                      <a:pt x="1667" y="457"/>
                    </a:cubicBezTo>
                    <a:cubicBezTo>
                      <a:pt x="1665" y="454"/>
                      <a:pt x="1664" y="451"/>
                      <a:pt x="1661" y="449"/>
                    </a:cubicBezTo>
                    <a:cubicBezTo>
                      <a:pt x="1657" y="444"/>
                      <a:pt x="1652" y="445"/>
                      <a:pt x="1647" y="448"/>
                    </a:cubicBezTo>
                    <a:cubicBezTo>
                      <a:pt x="1642" y="451"/>
                      <a:pt x="1637" y="454"/>
                      <a:pt x="1632" y="450"/>
                    </a:cubicBezTo>
                    <a:cubicBezTo>
                      <a:pt x="1624" y="443"/>
                      <a:pt x="1637" y="432"/>
                      <a:pt x="1638" y="425"/>
                    </a:cubicBezTo>
                    <a:cubicBezTo>
                      <a:pt x="1638" y="422"/>
                      <a:pt x="1636" y="420"/>
                      <a:pt x="1635" y="418"/>
                    </a:cubicBezTo>
                    <a:cubicBezTo>
                      <a:pt x="1634" y="415"/>
                      <a:pt x="1632" y="413"/>
                      <a:pt x="1632" y="411"/>
                    </a:cubicBezTo>
                    <a:cubicBezTo>
                      <a:pt x="1631" y="408"/>
                      <a:pt x="1631" y="407"/>
                      <a:pt x="1629" y="404"/>
                    </a:cubicBezTo>
                    <a:cubicBezTo>
                      <a:pt x="1626" y="401"/>
                      <a:pt x="1620" y="397"/>
                      <a:pt x="1616" y="394"/>
                    </a:cubicBezTo>
                    <a:cubicBezTo>
                      <a:pt x="1612" y="392"/>
                      <a:pt x="1607" y="392"/>
                      <a:pt x="1604" y="388"/>
                    </a:cubicBezTo>
                    <a:cubicBezTo>
                      <a:pt x="1604" y="388"/>
                      <a:pt x="1605" y="388"/>
                      <a:pt x="1605" y="387"/>
                    </a:cubicBezTo>
                    <a:cubicBezTo>
                      <a:pt x="1604" y="387"/>
                      <a:pt x="1604" y="386"/>
                      <a:pt x="1603" y="386"/>
                    </a:cubicBezTo>
                    <a:cubicBezTo>
                      <a:pt x="1602" y="384"/>
                      <a:pt x="1601" y="382"/>
                      <a:pt x="1599" y="380"/>
                    </a:cubicBezTo>
                    <a:cubicBezTo>
                      <a:pt x="1596" y="376"/>
                      <a:pt x="1591" y="373"/>
                      <a:pt x="1589" y="368"/>
                    </a:cubicBezTo>
                    <a:cubicBezTo>
                      <a:pt x="1586" y="359"/>
                      <a:pt x="1588" y="348"/>
                      <a:pt x="1584" y="340"/>
                    </a:cubicBezTo>
                    <a:cubicBezTo>
                      <a:pt x="1581" y="336"/>
                      <a:pt x="1576" y="333"/>
                      <a:pt x="1573" y="329"/>
                    </a:cubicBezTo>
                    <a:cubicBezTo>
                      <a:pt x="1571" y="326"/>
                      <a:pt x="1566" y="324"/>
                      <a:pt x="1562" y="324"/>
                    </a:cubicBezTo>
                    <a:cubicBezTo>
                      <a:pt x="1560" y="324"/>
                      <a:pt x="1558" y="325"/>
                      <a:pt x="1556" y="325"/>
                    </a:cubicBezTo>
                    <a:cubicBezTo>
                      <a:pt x="1553" y="326"/>
                      <a:pt x="1551" y="324"/>
                      <a:pt x="1548" y="324"/>
                    </a:cubicBezTo>
                    <a:cubicBezTo>
                      <a:pt x="1543" y="322"/>
                      <a:pt x="1540" y="319"/>
                      <a:pt x="1535" y="317"/>
                    </a:cubicBezTo>
                    <a:cubicBezTo>
                      <a:pt x="1531" y="316"/>
                      <a:pt x="1525" y="313"/>
                      <a:pt x="1523" y="317"/>
                    </a:cubicBezTo>
                    <a:cubicBezTo>
                      <a:pt x="1520" y="320"/>
                      <a:pt x="1519" y="326"/>
                      <a:pt x="1519" y="330"/>
                    </a:cubicBezTo>
                    <a:cubicBezTo>
                      <a:pt x="1513" y="331"/>
                      <a:pt x="1512" y="328"/>
                      <a:pt x="1509" y="324"/>
                    </a:cubicBezTo>
                    <a:cubicBezTo>
                      <a:pt x="1507" y="323"/>
                      <a:pt x="1505" y="323"/>
                      <a:pt x="1504" y="320"/>
                    </a:cubicBezTo>
                    <a:cubicBezTo>
                      <a:pt x="1503" y="318"/>
                      <a:pt x="1502" y="316"/>
                      <a:pt x="1502" y="314"/>
                    </a:cubicBezTo>
                    <a:cubicBezTo>
                      <a:pt x="1503" y="310"/>
                      <a:pt x="1509" y="307"/>
                      <a:pt x="1505" y="304"/>
                    </a:cubicBezTo>
                    <a:cubicBezTo>
                      <a:pt x="1502" y="301"/>
                      <a:pt x="1498" y="302"/>
                      <a:pt x="1495" y="301"/>
                    </a:cubicBezTo>
                    <a:cubicBezTo>
                      <a:pt x="1491" y="299"/>
                      <a:pt x="1486" y="297"/>
                      <a:pt x="1483" y="294"/>
                    </a:cubicBezTo>
                    <a:cubicBezTo>
                      <a:pt x="1479" y="291"/>
                      <a:pt x="1474" y="289"/>
                      <a:pt x="1471" y="286"/>
                    </a:cubicBezTo>
                    <a:cubicBezTo>
                      <a:pt x="1468" y="283"/>
                      <a:pt x="1467" y="279"/>
                      <a:pt x="1463" y="277"/>
                    </a:cubicBezTo>
                    <a:cubicBezTo>
                      <a:pt x="1459" y="275"/>
                      <a:pt x="1456" y="278"/>
                      <a:pt x="1455" y="282"/>
                    </a:cubicBezTo>
                    <a:cubicBezTo>
                      <a:pt x="1453" y="286"/>
                      <a:pt x="1450" y="286"/>
                      <a:pt x="1446" y="284"/>
                    </a:cubicBezTo>
                    <a:cubicBezTo>
                      <a:pt x="1443" y="282"/>
                      <a:pt x="1440" y="279"/>
                      <a:pt x="1438" y="276"/>
                    </a:cubicBezTo>
                    <a:cubicBezTo>
                      <a:pt x="1434" y="272"/>
                      <a:pt x="1430" y="267"/>
                      <a:pt x="1426" y="263"/>
                    </a:cubicBezTo>
                    <a:cubicBezTo>
                      <a:pt x="1423" y="260"/>
                      <a:pt x="1420" y="258"/>
                      <a:pt x="1418" y="256"/>
                    </a:cubicBezTo>
                    <a:cubicBezTo>
                      <a:pt x="1415" y="254"/>
                      <a:pt x="1413" y="251"/>
                      <a:pt x="1411" y="249"/>
                    </a:cubicBezTo>
                    <a:cubicBezTo>
                      <a:pt x="1405" y="247"/>
                      <a:pt x="1401" y="253"/>
                      <a:pt x="1403" y="258"/>
                    </a:cubicBezTo>
                    <a:cubicBezTo>
                      <a:pt x="1406" y="263"/>
                      <a:pt x="1410" y="268"/>
                      <a:pt x="1414" y="272"/>
                    </a:cubicBezTo>
                    <a:cubicBezTo>
                      <a:pt x="1417" y="277"/>
                      <a:pt x="1418" y="283"/>
                      <a:pt x="1412" y="286"/>
                    </a:cubicBezTo>
                    <a:cubicBezTo>
                      <a:pt x="1408" y="289"/>
                      <a:pt x="1401" y="288"/>
                      <a:pt x="1397" y="288"/>
                    </a:cubicBezTo>
                    <a:cubicBezTo>
                      <a:pt x="1390" y="288"/>
                      <a:pt x="1384" y="286"/>
                      <a:pt x="1377" y="284"/>
                    </a:cubicBezTo>
                    <a:cubicBezTo>
                      <a:pt x="1370" y="281"/>
                      <a:pt x="1363" y="281"/>
                      <a:pt x="1356" y="276"/>
                    </a:cubicBezTo>
                    <a:cubicBezTo>
                      <a:pt x="1353" y="274"/>
                      <a:pt x="1350" y="271"/>
                      <a:pt x="1349" y="268"/>
                    </a:cubicBezTo>
                    <a:cubicBezTo>
                      <a:pt x="1348" y="266"/>
                      <a:pt x="1347" y="263"/>
                      <a:pt x="1345" y="262"/>
                    </a:cubicBezTo>
                    <a:cubicBezTo>
                      <a:pt x="1343" y="260"/>
                      <a:pt x="1340" y="260"/>
                      <a:pt x="1337" y="260"/>
                    </a:cubicBezTo>
                    <a:cubicBezTo>
                      <a:pt x="1333" y="259"/>
                      <a:pt x="1330" y="258"/>
                      <a:pt x="1327" y="256"/>
                    </a:cubicBezTo>
                    <a:cubicBezTo>
                      <a:pt x="1321" y="252"/>
                      <a:pt x="1315" y="248"/>
                      <a:pt x="1309" y="244"/>
                    </a:cubicBezTo>
                    <a:cubicBezTo>
                      <a:pt x="1303" y="240"/>
                      <a:pt x="1299" y="237"/>
                      <a:pt x="1292" y="237"/>
                    </a:cubicBezTo>
                    <a:cubicBezTo>
                      <a:pt x="1280" y="236"/>
                      <a:pt x="1266" y="232"/>
                      <a:pt x="1255" y="238"/>
                    </a:cubicBezTo>
                    <a:cubicBezTo>
                      <a:pt x="1251" y="240"/>
                      <a:pt x="1244" y="244"/>
                      <a:pt x="1242" y="238"/>
                    </a:cubicBezTo>
                    <a:cubicBezTo>
                      <a:pt x="1240" y="236"/>
                      <a:pt x="1240" y="232"/>
                      <a:pt x="1239" y="230"/>
                    </a:cubicBezTo>
                    <a:cubicBezTo>
                      <a:pt x="1238" y="227"/>
                      <a:pt x="1237" y="224"/>
                      <a:pt x="1235" y="222"/>
                    </a:cubicBezTo>
                    <a:cubicBezTo>
                      <a:pt x="1230" y="217"/>
                      <a:pt x="1223" y="217"/>
                      <a:pt x="1216" y="217"/>
                    </a:cubicBezTo>
                    <a:cubicBezTo>
                      <a:pt x="1212" y="216"/>
                      <a:pt x="1208" y="217"/>
                      <a:pt x="1204" y="216"/>
                    </a:cubicBezTo>
                    <a:cubicBezTo>
                      <a:pt x="1201" y="215"/>
                      <a:pt x="1198" y="212"/>
                      <a:pt x="1195" y="211"/>
                    </a:cubicBezTo>
                    <a:cubicBezTo>
                      <a:pt x="1193" y="210"/>
                      <a:pt x="1191" y="208"/>
                      <a:pt x="1189" y="207"/>
                    </a:cubicBezTo>
                    <a:cubicBezTo>
                      <a:pt x="1184" y="205"/>
                      <a:pt x="1178" y="203"/>
                      <a:pt x="1173" y="201"/>
                    </a:cubicBezTo>
                    <a:cubicBezTo>
                      <a:pt x="1167" y="198"/>
                      <a:pt x="1162" y="193"/>
                      <a:pt x="1156" y="191"/>
                    </a:cubicBezTo>
                    <a:cubicBezTo>
                      <a:pt x="1151" y="189"/>
                      <a:pt x="1146" y="189"/>
                      <a:pt x="1142" y="188"/>
                    </a:cubicBezTo>
                    <a:cubicBezTo>
                      <a:pt x="1140" y="188"/>
                      <a:pt x="1138" y="186"/>
                      <a:pt x="1136" y="185"/>
                    </a:cubicBezTo>
                    <a:cubicBezTo>
                      <a:pt x="1134" y="184"/>
                      <a:pt x="1132" y="182"/>
                      <a:pt x="1130" y="181"/>
                    </a:cubicBezTo>
                    <a:cubicBezTo>
                      <a:pt x="1128" y="180"/>
                      <a:pt x="1125" y="178"/>
                      <a:pt x="1123" y="178"/>
                    </a:cubicBezTo>
                    <a:cubicBezTo>
                      <a:pt x="1120" y="177"/>
                      <a:pt x="1117" y="176"/>
                      <a:pt x="1115" y="175"/>
                    </a:cubicBezTo>
                    <a:cubicBezTo>
                      <a:pt x="1112" y="175"/>
                      <a:pt x="1110" y="175"/>
                      <a:pt x="1107" y="175"/>
                    </a:cubicBezTo>
                    <a:cubicBezTo>
                      <a:pt x="1105" y="175"/>
                      <a:pt x="1103" y="175"/>
                      <a:pt x="1100" y="175"/>
                    </a:cubicBezTo>
                    <a:cubicBezTo>
                      <a:pt x="1098" y="175"/>
                      <a:pt x="1094" y="176"/>
                      <a:pt x="1091" y="175"/>
                    </a:cubicBezTo>
                    <a:cubicBezTo>
                      <a:pt x="1089" y="175"/>
                      <a:pt x="1086" y="174"/>
                      <a:pt x="1083" y="174"/>
                    </a:cubicBezTo>
                    <a:cubicBezTo>
                      <a:pt x="1080" y="174"/>
                      <a:pt x="1077" y="174"/>
                      <a:pt x="1074" y="174"/>
                    </a:cubicBezTo>
                    <a:cubicBezTo>
                      <a:pt x="1072" y="174"/>
                      <a:pt x="1069" y="174"/>
                      <a:pt x="1067" y="174"/>
                    </a:cubicBezTo>
                    <a:cubicBezTo>
                      <a:pt x="1065" y="174"/>
                      <a:pt x="1063" y="174"/>
                      <a:pt x="1061" y="174"/>
                    </a:cubicBezTo>
                    <a:cubicBezTo>
                      <a:pt x="1060" y="173"/>
                      <a:pt x="1058" y="171"/>
                      <a:pt x="1057" y="170"/>
                    </a:cubicBezTo>
                    <a:cubicBezTo>
                      <a:pt x="1055" y="169"/>
                      <a:pt x="1053" y="168"/>
                      <a:pt x="1052" y="167"/>
                    </a:cubicBezTo>
                    <a:cubicBezTo>
                      <a:pt x="1050" y="166"/>
                      <a:pt x="1049" y="166"/>
                      <a:pt x="1048" y="165"/>
                    </a:cubicBezTo>
                    <a:cubicBezTo>
                      <a:pt x="1046" y="164"/>
                      <a:pt x="1044" y="164"/>
                      <a:pt x="1042" y="163"/>
                    </a:cubicBezTo>
                    <a:cubicBezTo>
                      <a:pt x="1036" y="161"/>
                      <a:pt x="1032" y="157"/>
                      <a:pt x="1026" y="155"/>
                    </a:cubicBezTo>
                    <a:cubicBezTo>
                      <a:pt x="1024" y="154"/>
                      <a:pt x="1021" y="152"/>
                      <a:pt x="1018" y="151"/>
                    </a:cubicBezTo>
                    <a:cubicBezTo>
                      <a:pt x="1014" y="150"/>
                      <a:pt x="1011" y="148"/>
                      <a:pt x="1007" y="147"/>
                    </a:cubicBezTo>
                    <a:cubicBezTo>
                      <a:pt x="1002" y="146"/>
                      <a:pt x="997" y="143"/>
                      <a:pt x="992" y="142"/>
                    </a:cubicBezTo>
                    <a:cubicBezTo>
                      <a:pt x="990" y="142"/>
                      <a:pt x="987" y="141"/>
                      <a:pt x="984" y="140"/>
                    </a:cubicBezTo>
                    <a:cubicBezTo>
                      <a:pt x="980" y="139"/>
                      <a:pt x="977" y="139"/>
                      <a:pt x="973" y="139"/>
                    </a:cubicBezTo>
                    <a:cubicBezTo>
                      <a:pt x="970" y="139"/>
                      <a:pt x="966" y="139"/>
                      <a:pt x="963" y="138"/>
                    </a:cubicBezTo>
                    <a:cubicBezTo>
                      <a:pt x="959" y="136"/>
                      <a:pt x="956" y="133"/>
                      <a:pt x="952" y="132"/>
                    </a:cubicBezTo>
                    <a:cubicBezTo>
                      <a:pt x="950" y="132"/>
                      <a:pt x="947" y="132"/>
                      <a:pt x="945" y="132"/>
                    </a:cubicBezTo>
                    <a:cubicBezTo>
                      <a:pt x="936" y="131"/>
                      <a:pt x="928" y="127"/>
                      <a:pt x="920" y="125"/>
                    </a:cubicBezTo>
                    <a:cubicBezTo>
                      <a:pt x="917" y="124"/>
                      <a:pt x="915" y="124"/>
                      <a:pt x="913" y="125"/>
                    </a:cubicBezTo>
                    <a:cubicBezTo>
                      <a:pt x="911" y="125"/>
                      <a:pt x="908" y="123"/>
                      <a:pt x="907" y="122"/>
                    </a:cubicBezTo>
                    <a:cubicBezTo>
                      <a:pt x="905" y="121"/>
                      <a:pt x="903" y="119"/>
                      <a:pt x="902" y="118"/>
                    </a:cubicBezTo>
                    <a:cubicBezTo>
                      <a:pt x="900" y="116"/>
                      <a:pt x="897" y="114"/>
                      <a:pt x="895" y="112"/>
                    </a:cubicBezTo>
                    <a:cubicBezTo>
                      <a:pt x="893" y="111"/>
                      <a:pt x="891" y="109"/>
                      <a:pt x="888" y="108"/>
                    </a:cubicBezTo>
                    <a:cubicBezTo>
                      <a:pt x="885" y="107"/>
                      <a:pt x="880" y="108"/>
                      <a:pt x="877" y="108"/>
                    </a:cubicBezTo>
                    <a:cubicBezTo>
                      <a:pt x="870" y="109"/>
                      <a:pt x="862" y="111"/>
                      <a:pt x="854" y="109"/>
                    </a:cubicBezTo>
                    <a:cubicBezTo>
                      <a:pt x="849" y="107"/>
                      <a:pt x="845" y="103"/>
                      <a:pt x="840" y="101"/>
                    </a:cubicBezTo>
                    <a:cubicBezTo>
                      <a:pt x="836" y="98"/>
                      <a:pt x="833" y="96"/>
                      <a:pt x="829" y="95"/>
                    </a:cubicBezTo>
                    <a:cubicBezTo>
                      <a:pt x="825" y="94"/>
                      <a:pt x="820" y="92"/>
                      <a:pt x="817" y="95"/>
                    </a:cubicBezTo>
                    <a:cubicBezTo>
                      <a:pt x="813" y="98"/>
                      <a:pt x="813" y="102"/>
                      <a:pt x="810" y="105"/>
                    </a:cubicBezTo>
                    <a:cubicBezTo>
                      <a:pt x="807" y="109"/>
                      <a:pt x="800" y="104"/>
                      <a:pt x="797" y="103"/>
                    </a:cubicBezTo>
                    <a:cubicBezTo>
                      <a:pt x="789" y="101"/>
                      <a:pt x="781" y="101"/>
                      <a:pt x="774" y="100"/>
                    </a:cubicBezTo>
                    <a:cubicBezTo>
                      <a:pt x="766" y="99"/>
                      <a:pt x="758" y="98"/>
                      <a:pt x="751" y="97"/>
                    </a:cubicBezTo>
                    <a:cubicBezTo>
                      <a:pt x="746" y="97"/>
                      <a:pt x="741" y="97"/>
                      <a:pt x="736" y="96"/>
                    </a:cubicBezTo>
                    <a:cubicBezTo>
                      <a:pt x="733" y="96"/>
                      <a:pt x="729" y="96"/>
                      <a:pt x="726" y="98"/>
                    </a:cubicBezTo>
                    <a:cubicBezTo>
                      <a:pt x="722" y="100"/>
                      <a:pt x="724" y="103"/>
                      <a:pt x="727" y="106"/>
                    </a:cubicBezTo>
                    <a:cubicBezTo>
                      <a:pt x="729" y="108"/>
                      <a:pt x="733" y="110"/>
                      <a:pt x="733" y="113"/>
                    </a:cubicBezTo>
                    <a:cubicBezTo>
                      <a:pt x="732" y="117"/>
                      <a:pt x="728" y="119"/>
                      <a:pt x="725" y="119"/>
                    </a:cubicBezTo>
                    <a:cubicBezTo>
                      <a:pt x="724" y="120"/>
                      <a:pt x="723" y="119"/>
                      <a:pt x="721" y="119"/>
                    </a:cubicBezTo>
                    <a:cubicBezTo>
                      <a:pt x="718" y="118"/>
                      <a:pt x="714" y="118"/>
                      <a:pt x="710" y="117"/>
                    </a:cubicBezTo>
                    <a:cubicBezTo>
                      <a:pt x="703" y="116"/>
                      <a:pt x="697" y="114"/>
                      <a:pt x="690" y="113"/>
                    </a:cubicBezTo>
                    <a:cubicBezTo>
                      <a:pt x="685" y="112"/>
                      <a:pt x="680" y="111"/>
                      <a:pt x="675" y="111"/>
                    </a:cubicBezTo>
                    <a:cubicBezTo>
                      <a:pt x="669" y="111"/>
                      <a:pt x="664" y="110"/>
                      <a:pt x="658" y="110"/>
                    </a:cubicBezTo>
                    <a:cubicBezTo>
                      <a:pt x="655" y="110"/>
                      <a:pt x="652" y="110"/>
                      <a:pt x="648" y="111"/>
                    </a:cubicBezTo>
                    <a:cubicBezTo>
                      <a:pt x="645" y="111"/>
                      <a:pt x="641" y="111"/>
                      <a:pt x="638" y="111"/>
                    </a:cubicBezTo>
                    <a:cubicBezTo>
                      <a:pt x="635" y="111"/>
                      <a:pt x="631" y="110"/>
                      <a:pt x="628" y="110"/>
                    </a:cubicBezTo>
                    <a:cubicBezTo>
                      <a:pt x="620" y="109"/>
                      <a:pt x="612" y="109"/>
                      <a:pt x="604" y="109"/>
                    </a:cubicBezTo>
                    <a:cubicBezTo>
                      <a:pt x="594" y="109"/>
                      <a:pt x="584" y="110"/>
                      <a:pt x="574" y="110"/>
                    </a:cubicBezTo>
                    <a:cubicBezTo>
                      <a:pt x="567" y="110"/>
                      <a:pt x="560" y="109"/>
                      <a:pt x="554" y="112"/>
                    </a:cubicBezTo>
                    <a:cubicBezTo>
                      <a:pt x="549" y="114"/>
                      <a:pt x="546" y="119"/>
                      <a:pt x="543" y="124"/>
                    </a:cubicBezTo>
                    <a:cubicBezTo>
                      <a:pt x="541" y="128"/>
                      <a:pt x="539" y="134"/>
                      <a:pt x="535" y="136"/>
                    </a:cubicBezTo>
                    <a:cubicBezTo>
                      <a:pt x="531" y="138"/>
                      <a:pt x="527" y="134"/>
                      <a:pt x="525" y="131"/>
                    </a:cubicBezTo>
                    <a:cubicBezTo>
                      <a:pt x="523" y="130"/>
                      <a:pt x="519" y="125"/>
                      <a:pt x="516" y="126"/>
                    </a:cubicBezTo>
                    <a:cubicBezTo>
                      <a:pt x="512" y="127"/>
                      <a:pt x="512" y="133"/>
                      <a:pt x="512" y="136"/>
                    </a:cubicBezTo>
                    <a:cubicBezTo>
                      <a:pt x="511" y="147"/>
                      <a:pt x="515" y="157"/>
                      <a:pt x="518" y="168"/>
                    </a:cubicBezTo>
                    <a:cubicBezTo>
                      <a:pt x="519" y="172"/>
                      <a:pt x="520" y="177"/>
                      <a:pt x="519" y="181"/>
                    </a:cubicBezTo>
                    <a:cubicBezTo>
                      <a:pt x="518" y="185"/>
                      <a:pt x="515" y="187"/>
                      <a:pt x="512" y="189"/>
                    </a:cubicBezTo>
                    <a:cubicBezTo>
                      <a:pt x="507" y="191"/>
                      <a:pt x="503" y="193"/>
                      <a:pt x="499" y="195"/>
                    </a:cubicBezTo>
                    <a:cubicBezTo>
                      <a:pt x="494" y="197"/>
                      <a:pt x="490" y="199"/>
                      <a:pt x="486" y="202"/>
                    </a:cubicBezTo>
                    <a:cubicBezTo>
                      <a:pt x="482" y="204"/>
                      <a:pt x="477" y="207"/>
                      <a:pt x="473" y="210"/>
                    </a:cubicBezTo>
                    <a:cubicBezTo>
                      <a:pt x="469" y="213"/>
                      <a:pt x="466" y="216"/>
                      <a:pt x="462" y="216"/>
                    </a:cubicBezTo>
                    <a:cubicBezTo>
                      <a:pt x="455" y="218"/>
                      <a:pt x="454" y="209"/>
                      <a:pt x="456" y="204"/>
                    </a:cubicBezTo>
                    <a:cubicBezTo>
                      <a:pt x="461" y="197"/>
                      <a:pt x="473" y="195"/>
                      <a:pt x="480" y="192"/>
                    </a:cubicBezTo>
                    <a:cubicBezTo>
                      <a:pt x="488" y="190"/>
                      <a:pt x="498" y="187"/>
                      <a:pt x="501" y="178"/>
                    </a:cubicBezTo>
                    <a:cubicBezTo>
                      <a:pt x="504" y="170"/>
                      <a:pt x="497" y="163"/>
                      <a:pt x="492" y="158"/>
                    </a:cubicBezTo>
                    <a:cubicBezTo>
                      <a:pt x="490" y="156"/>
                      <a:pt x="487" y="155"/>
                      <a:pt x="485" y="153"/>
                    </a:cubicBezTo>
                    <a:cubicBezTo>
                      <a:pt x="481" y="152"/>
                      <a:pt x="478" y="152"/>
                      <a:pt x="474" y="151"/>
                    </a:cubicBezTo>
                    <a:cubicBezTo>
                      <a:pt x="471" y="150"/>
                      <a:pt x="467" y="149"/>
                      <a:pt x="465" y="147"/>
                    </a:cubicBezTo>
                    <a:cubicBezTo>
                      <a:pt x="464" y="144"/>
                      <a:pt x="466" y="141"/>
                      <a:pt x="468" y="140"/>
                    </a:cubicBezTo>
                    <a:cubicBezTo>
                      <a:pt x="470" y="137"/>
                      <a:pt x="473" y="135"/>
                      <a:pt x="475" y="131"/>
                    </a:cubicBezTo>
                    <a:cubicBezTo>
                      <a:pt x="476" y="128"/>
                      <a:pt x="477" y="124"/>
                      <a:pt x="477" y="120"/>
                    </a:cubicBezTo>
                    <a:cubicBezTo>
                      <a:pt x="478" y="114"/>
                      <a:pt x="479" y="103"/>
                      <a:pt x="471" y="101"/>
                    </a:cubicBezTo>
                    <a:cubicBezTo>
                      <a:pt x="467" y="99"/>
                      <a:pt x="463" y="100"/>
                      <a:pt x="459" y="100"/>
                    </a:cubicBezTo>
                    <a:cubicBezTo>
                      <a:pt x="453" y="100"/>
                      <a:pt x="448" y="101"/>
                      <a:pt x="443" y="102"/>
                    </a:cubicBezTo>
                    <a:cubicBezTo>
                      <a:pt x="431" y="104"/>
                      <a:pt x="418" y="106"/>
                      <a:pt x="408" y="113"/>
                    </a:cubicBezTo>
                    <a:cubicBezTo>
                      <a:pt x="404" y="116"/>
                      <a:pt x="400" y="118"/>
                      <a:pt x="399" y="123"/>
                    </a:cubicBezTo>
                    <a:cubicBezTo>
                      <a:pt x="398" y="124"/>
                      <a:pt x="398" y="125"/>
                      <a:pt x="397" y="126"/>
                    </a:cubicBezTo>
                    <a:cubicBezTo>
                      <a:pt x="395" y="127"/>
                      <a:pt x="394" y="125"/>
                      <a:pt x="392" y="126"/>
                    </a:cubicBezTo>
                    <a:cubicBezTo>
                      <a:pt x="391" y="126"/>
                      <a:pt x="391" y="129"/>
                      <a:pt x="391" y="130"/>
                    </a:cubicBezTo>
                    <a:cubicBezTo>
                      <a:pt x="390" y="132"/>
                      <a:pt x="390" y="134"/>
                      <a:pt x="389" y="135"/>
                    </a:cubicBezTo>
                    <a:cubicBezTo>
                      <a:pt x="388" y="137"/>
                      <a:pt x="387" y="139"/>
                      <a:pt x="387" y="140"/>
                    </a:cubicBezTo>
                    <a:cubicBezTo>
                      <a:pt x="386" y="142"/>
                      <a:pt x="386" y="144"/>
                      <a:pt x="385" y="144"/>
                    </a:cubicBezTo>
                    <a:cubicBezTo>
                      <a:pt x="383" y="145"/>
                      <a:pt x="381" y="144"/>
                      <a:pt x="382" y="142"/>
                    </a:cubicBezTo>
                    <a:cubicBezTo>
                      <a:pt x="382" y="140"/>
                      <a:pt x="384" y="138"/>
                      <a:pt x="385" y="137"/>
                    </a:cubicBezTo>
                    <a:cubicBezTo>
                      <a:pt x="387" y="135"/>
                      <a:pt x="388" y="132"/>
                      <a:pt x="388" y="129"/>
                    </a:cubicBezTo>
                    <a:cubicBezTo>
                      <a:pt x="388" y="127"/>
                      <a:pt x="388" y="125"/>
                      <a:pt x="387" y="123"/>
                    </a:cubicBezTo>
                    <a:cubicBezTo>
                      <a:pt x="386" y="120"/>
                      <a:pt x="384" y="118"/>
                      <a:pt x="385" y="115"/>
                    </a:cubicBezTo>
                    <a:cubicBezTo>
                      <a:pt x="386" y="113"/>
                      <a:pt x="388" y="112"/>
                      <a:pt x="390" y="111"/>
                    </a:cubicBezTo>
                    <a:cubicBezTo>
                      <a:pt x="392" y="109"/>
                      <a:pt x="395" y="107"/>
                      <a:pt x="396" y="105"/>
                    </a:cubicBezTo>
                    <a:cubicBezTo>
                      <a:pt x="397" y="104"/>
                      <a:pt x="397" y="102"/>
                      <a:pt x="395" y="101"/>
                    </a:cubicBezTo>
                    <a:cubicBezTo>
                      <a:pt x="393" y="100"/>
                      <a:pt x="391" y="101"/>
                      <a:pt x="389" y="102"/>
                    </a:cubicBezTo>
                    <a:cubicBezTo>
                      <a:pt x="385" y="104"/>
                      <a:pt x="381" y="105"/>
                      <a:pt x="380" y="109"/>
                    </a:cubicBezTo>
                    <a:cubicBezTo>
                      <a:pt x="380" y="111"/>
                      <a:pt x="380" y="112"/>
                      <a:pt x="379" y="113"/>
                    </a:cubicBezTo>
                    <a:cubicBezTo>
                      <a:pt x="378" y="115"/>
                      <a:pt x="377" y="116"/>
                      <a:pt x="377" y="118"/>
                    </a:cubicBezTo>
                    <a:cubicBezTo>
                      <a:pt x="377" y="119"/>
                      <a:pt x="378" y="122"/>
                      <a:pt x="376" y="124"/>
                    </a:cubicBezTo>
                    <a:cubicBezTo>
                      <a:pt x="374" y="126"/>
                      <a:pt x="374" y="123"/>
                      <a:pt x="374" y="121"/>
                    </a:cubicBezTo>
                    <a:cubicBezTo>
                      <a:pt x="373" y="116"/>
                      <a:pt x="377" y="112"/>
                      <a:pt x="377" y="107"/>
                    </a:cubicBezTo>
                    <a:cubicBezTo>
                      <a:pt x="378" y="106"/>
                      <a:pt x="378" y="103"/>
                      <a:pt x="376" y="103"/>
                    </a:cubicBezTo>
                    <a:cubicBezTo>
                      <a:pt x="374" y="102"/>
                      <a:pt x="371" y="103"/>
                      <a:pt x="369" y="104"/>
                    </a:cubicBezTo>
                    <a:cubicBezTo>
                      <a:pt x="367" y="105"/>
                      <a:pt x="365" y="106"/>
                      <a:pt x="364" y="106"/>
                    </a:cubicBezTo>
                    <a:cubicBezTo>
                      <a:pt x="362" y="106"/>
                      <a:pt x="361" y="106"/>
                      <a:pt x="359" y="107"/>
                    </a:cubicBezTo>
                    <a:cubicBezTo>
                      <a:pt x="356" y="111"/>
                      <a:pt x="362" y="114"/>
                      <a:pt x="362" y="118"/>
                    </a:cubicBezTo>
                    <a:cubicBezTo>
                      <a:pt x="362" y="119"/>
                      <a:pt x="361" y="122"/>
                      <a:pt x="360" y="120"/>
                    </a:cubicBezTo>
                    <a:cubicBezTo>
                      <a:pt x="359" y="119"/>
                      <a:pt x="360" y="117"/>
                      <a:pt x="358" y="116"/>
                    </a:cubicBezTo>
                    <a:cubicBezTo>
                      <a:pt x="356" y="115"/>
                      <a:pt x="355" y="116"/>
                      <a:pt x="354" y="114"/>
                    </a:cubicBezTo>
                    <a:cubicBezTo>
                      <a:pt x="354" y="112"/>
                      <a:pt x="355" y="109"/>
                      <a:pt x="353" y="107"/>
                    </a:cubicBezTo>
                    <a:cubicBezTo>
                      <a:pt x="350" y="105"/>
                      <a:pt x="346" y="110"/>
                      <a:pt x="344" y="111"/>
                    </a:cubicBezTo>
                    <a:cubicBezTo>
                      <a:pt x="342" y="115"/>
                      <a:pt x="339" y="118"/>
                      <a:pt x="335" y="120"/>
                    </a:cubicBezTo>
                    <a:cubicBezTo>
                      <a:pt x="334" y="121"/>
                      <a:pt x="333" y="122"/>
                      <a:pt x="332" y="124"/>
                    </a:cubicBezTo>
                    <a:cubicBezTo>
                      <a:pt x="331" y="126"/>
                      <a:pt x="330" y="128"/>
                      <a:pt x="328" y="129"/>
                    </a:cubicBezTo>
                    <a:cubicBezTo>
                      <a:pt x="326" y="130"/>
                      <a:pt x="325" y="130"/>
                      <a:pt x="323" y="131"/>
                    </a:cubicBezTo>
                    <a:cubicBezTo>
                      <a:pt x="324" y="128"/>
                      <a:pt x="324" y="125"/>
                      <a:pt x="326" y="123"/>
                    </a:cubicBezTo>
                    <a:cubicBezTo>
                      <a:pt x="328" y="121"/>
                      <a:pt x="330" y="119"/>
                      <a:pt x="332" y="117"/>
                    </a:cubicBezTo>
                    <a:cubicBezTo>
                      <a:pt x="333" y="116"/>
                      <a:pt x="334" y="114"/>
                      <a:pt x="335" y="113"/>
                    </a:cubicBezTo>
                    <a:cubicBezTo>
                      <a:pt x="337" y="111"/>
                      <a:pt x="339" y="109"/>
                      <a:pt x="341" y="107"/>
                    </a:cubicBezTo>
                    <a:cubicBezTo>
                      <a:pt x="342" y="105"/>
                      <a:pt x="343" y="103"/>
                      <a:pt x="341" y="102"/>
                    </a:cubicBezTo>
                    <a:cubicBezTo>
                      <a:pt x="339" y="100"/>
                      <a:pt x="336" y="100"/>
                      <a:pt x="333" y="100"/>
                    </a:cubicBezTo>
                    <a:cubicBezTo>
                      <a:pt x="331" y="100"/>
                      <a:pt x="331" y="99"/>
                      <a:pt x="330" y="97"/>
                    </a:cubicBezTo>
                    <a:cubicBezTo>
                      <a:pt x="330" y="94"/>
                      <a:pt x="328" y="92"/>
                      <a:pt x="326" y="91"/>
                    </a:cubicBezTo>
                    <a:cubicBezTo>
                      <a:pt x="320" y="88"/>
                      <a:pt x="315" y="94"/>
                      <a:pt x="309" y="95"/>
                    </a:cubicBezTo>
                    <a:cubicBezTo>
                      <a:pt x="304" y="96"/>
                      <a:pt x="298" y="96"/>
                      <a:pt x="293" y="93"/>
                    </a:cubicBezTo>
                    <a:cubicBezTo>
                      <a:pt x="292" y="92"/>
                      <a:pt x="283" y="84"/>
                      <a:pt x="282" y="89"/>
                    </a:cubicBezTo>
                    <a:cubicBezTo>
                      <a:pt x="282" y="92"/>
                      <a:pt x="283" y="94"/>
                      <a:pt x="283" y="97"/>
                    </a:cubicBezTo>
                    <a:cubicBezTo>
                      <a:pt x="282" y="99"/>
                      <a:pt x="281" y="101"/>
                      <a:pt x="279" y="101"/>
                    </a:cubicBezTo>
                    <a:cubicBezTo>
                      <a:pt x="274" y="101"/>
                      <a:pt x="280" y="93"/>
                      <a:pt x="279" y="91"/>
                    </a:cubicBezTo>
                    <a:cubicBezTo>
                      <a:pt x="279" y="89"/>
                      <a:pt x="277" y="87"/>
                      <a:pt x="276" y="85"/>
                    </a:cubicBezTo>
                    <a:cubicBezTo>
                      <a:pt x="275" y="83"/>
                      <a:pt x="276" y="80"/>
                      <a:pt x="278" y="78"/>
                    </a:cubicBezTo>
                    <a:cubicBezTo>
                      <a:pt x="281" y="75"/>
                      <a:pt x="289" y="71"/>
                      <a:pt x="288" y="66"/>
                    </a:cubicBezTo>
                    <a:cubicBezTo>
                      <a:pt x="287" y="64"/>
                      <a:pt x="282" y="55"/>
                      <a:pt x="285" y="54"/>
                    </a:cubicBezTo>
                    <a:cubicBezTo>
                      <a:pt x="289" y="52"/>
                      <a:pt x="292" y="63"/>
                      <a:pt x="293" y="65"/>
                    </a:cubicBezTo>
                    <a:cubicBezTo>
                      <a:pt x="294" y="69"/>
                      <a:pt x="293" y="75"/>
                      <a:pt x="297" y="78"/>
                    </a:cubicBezTo>
                    <a:cubicBezTo>
                      <a:pt x="302" y="83"/>
                      <a:pt x="309" y="79"/>
                      <a:pt x="315" y="77"/>
                    </a:cubicBezTo>
                    <a:cubicBezTo>
                      <a:pt x="319" y="76"/>
                      <a:pt x="322" y="78"/>
                      <a:pt x="326" y="78"/>
                    </a:cubicBezTo>
                    <a:cubicBezTo>
                      <a:pt x="331" y="78"/>
                      <a:pt x="336" y="77"/>
                      <a:pt x="340" y="77"/>
                    </a:cubicBezTo>
                    <a:cubicBezTo>
                      <a:pt x="343" y="77"/>
                      <a:pt x="345" y="77"/>
                      <a:pt x="347" y="77"/>
                    </a:cubicBezTo>
                    <a:cubicBezTo>
                      <a:pt x="349" y="77"/>
                      <a:pt x="351" y="78"/>
                      <a:pt x="354" y="79"/>
                    </a:cubicBezTo>
                    <a:cubicBezTo>
                      <a:pt x="360" y="80"/>
                      <a:pt x="366" y="78"/>
                      <a:pt x="370" y="73"/>
                    </a:cubicBezTo>
                    <a:cubicBezTo>
                      <a:pt x="374" y="70"/>
                      <a:pt x="375" y="65"/>
                      <a:pt x="376" y="60"/>
                    </a:cubicBezTo>
                    <a:cubicBezTo>
                      <a:pt x="376" y="59"/>
                      <a:pt x="377" y="57"/>
                      <a:pt x="377" y="55"/>
                    </a:cubicBezTo>
                    <a:cubicBezTo>
                      <a:pt x="377" y="54"/>
                      <a:pt x="377" y="53"/>
                      <a:pt x="377" y="51"/>
                    </a:cubicBezTo>
                    <a:cubicBezTo>
                      <a:pt x="377" y="48"/>
                      <a:pt x="377" y="44"/>
                      <a:pt x="376" y="41"/>
                    </a:cubicBezTo>
                    <a:cubicBezTo>
                      <a:pt x="375" y="39"/>
                      <a:pt x="373" y="38"/>
                      <a:pt x="374" y="36"/>
                    </a:cubicBezTo>
                    <a:cubicBezTo>
                      <a:pt x="374" y="33"/>
                      <a:pt x="375" y="31"/>
                      <a:pt x="374" y="28"/>
                    </a:cubicBezTo>
                    <a:cubicBezTo>
                      <a:pt x="373" y="24"/>
                      <a:pt x="368" y="24"/>
                      <a:pt x="364" y="23"/>
                    </a:cubicBezTo>
                    <a:cubicBezTo>
                      <a:pt x="359" y="23"/>
                      <a:pt x="354" y="23"/>
                      <a:pt x="350" y="22"/>
                    </a:cubicBezTo>
                    <a:cubicBezTo>
                      <a:pt x="346" y="22"/>
                      <a:pt x="342" y="22"/>
                      <a:pt x="339" y="23"/>
                    </a:cubicBezTo>
                    <a:cubicBezTo>
                      <a:pt x="336" y="24"/>
                      <a:pt x="333" y="25"/>
                      <a:pt x="331" y="27"/>
                    </a:cubicBezTo>
                    <a:cubicBezTo>
                      <a:pt x="330" y="28"/>
                      <a:pt x="329" y="30"/>
                      <a:pt x="327" y="30"/>
                    </a:cubicBezTo>
                    <a:cubicBezTo>
                      <a:pt x="321" y="30"/>
                      <a:pt x="316" y="25"/>
                      <a:pt x="314" y="21"/>
                    </a:cubicBezTo>
                    <a:cubicBezTo>
                      <a:pt x="311" y="15"/>
                      <a:pt x="305" y="14"/>
                      <a:pt x="302" y="10"/>
                    </a:cubicBezTo>
                    <a:cubicBezTo>
                      <a:pt x="300" y="8"/>
                      <a:pt x="299" y="6"/>
                      <a:pt x="297" y="5"/>
                    </a:cubicBezTo>
                    <a:cubicBezTo>
                      <a:pt x="294" y="3"/>
                      <a:pt x="291" y="3"/>
                      <a:pt x="288" y="2"/>
                    </a:cubicBezTo>
                    <a:cubicBezTo>
                      <a:pt x="285" y="1"/>
                      <a:pt x="283" y="0"/>
                      <a:pt x="280" y="1"/>
                    </a:cubicBezTo>
                    <a:cubicBezTo>
                      <a:pt x="278" y="1"/>
                      <a:pt x="275" y="2"/>
                      <a:pt x="273" y="3"/>
                    </a:cubicBezTo>
                    <a:cubicBezTo>
                      <a:pt x="268" y="4"/>
                      <a:pt x="263" y="4"/>
                      <a:pt x="258" y="4"/>
                    </a:cubicBezTo>
                    <a:cubicBezTo>
                      <a:pt x="256" y="4"/>
                      <a:pt x="251" y="3"/>
                      <a:pt x="250" y="7"/>
                    </a:cubicBezTo>
                    <a:cubicBezTo>
                      <a:pt x="250" y="10"/>
                      <a:pt x="253" y="13"/>
                      <a:pt x="255" y="15"/>
                    </a:cubicBezTo>
                    <a:cubicBezTo>
                      <a:pt x="257" y="18"/>
                      <a:pt x="261" y="20"/>
                      <a:pt x="263" y="23"/>
                    </a:cubicBezTo>
                    <a:cubicBezTo>
                      <a:pt x="269" y="27"/>
                      <a:pt x="273" y="34"/>
                      <a:pt x="276" y="40"/>
                    </a:cubicBezTo>
                    <a:cubicBezTo>
                      <a:pt x="277" y="42"/>
                      <a:pt x="279" y="46"/>
                      <a:pt x="277" y="48"/>
                    </a:cubicBezTo>
                    <a:cubicBezTo>
                      <a:pt x="276" y="51"/>
                      <a:pt x="273" y="49"/>
                      <a:pt x="271" y="48"/>
                    </a:cubicBezTo>
                    <a:cubicBezTo>
                      <a:pt x="266" y="43"/>
                      <a:pt x="262" y="34"/>
                      <a:pt x="254" y="34"/>
                    </a:cubicBezTo>
                    <a:cubicBezTo>
                      <a:pt x="249" y="34"/>
                      <a:pt x="246" y="38"/>
                      <a:pt x="244" y="43"/>
                    </a:cubicBezTo>
                    <a:cubicBezTo>
                      <a:pt x="241" y="50"/>
                      <a:pt x="242" y="56"/>
                      <a:pt x="245" y="62"/>
                    </a:cubicBezTo>
                    <a:cubicBezTo>
                      <a:pt x="246" y="64"/>
                      <a:pt x="247" y="67"/>
                      <a:pt x="248" y="68"/>
                    </a:cubicBezTo>
                    <a:cubicBezTo>
                      <a:pt x="251" y="71"/>
                      <a:pt x="254" y="73"/>
                      <a:pt x="257" y="75"/>
                    </a:cubicBezTo>
                    <a:cubicBezTo>
                      <a:pt x="258" y="76"/>
                      <a:pt x="262" y="79"/>
                      <a:pt x="259" y="80"/>
                    </a:cubicBezTo>
                    <a:cubicBezTo>
                      <a:pt x="256" y="81"/>
                      <a:pt x="251" y="81"/>
                      <a:pt x="248" y="81"/>
                    </a:cubicBezTo>
                    <a:cubicBezTo>
                      <a:pt x="242" y="81"/>
                      <a:pt x="237" y="79"/>
                      <a:pt x="232" y="79"/>
                    </a:cubicBezTo>
                    <a:cubicBezTo>
                      <a:pt x="229" y="80"/>
                      <a:pt x="226" y="81"/>
                      <a:pt x="225" y="84"/>
                    </a:cubicBezTo>
                    <a:cubicBezTo>
                      <a:pt x="224" y="86"/>
                      <a:pt x="225" y="90"/>
                      <a:pt x="225" y="93"/>
                    </a:cubicBezTo>
                    <a:cubicBezTo>
                      <a:pt x="225" y="98"/>
                      <a:pt x="221" y="104"/>
                      <a:pt x="220" y="109"/>
                    </a:cubicBezTo>
                    <a:cubicBezTo>
                      <a:pt x="219" y="111"/>
                      <a:pt x="218" y="113"/>
                      <a:pt x="217" y="115"/>
                    </a:cubicBezTo>
                    <a:cubicBezTo>
                      <a:pt x="212" y="115"/>
                      <a:pt x="214" y="106"/>
                      <a:pt x="215" y="103"/>
                    </a:cubicBezTo>
                    <a:cubicBezTo>
                      <a:pt x="217" y="101"/>
                      <a:pt x="218" y="98"/>
                      <a:pt x="218" y="95"/>
                    </a:cubicBezTo>
                    <a:cubicBezTo>
                      <a:pt x="218" y="92"/>
                      <a:pt x="219" y="91"/>
                      <a:pt x="220" y="89"/>
                    </a:cubicBezTo>
                    <a:cubicBezTo>
                      <a:pt x="222" y="87"/>
                      <a:pt x="221" y="84"/>
                      <a:pt x="221" y="81"/>
                    </a:cubicBezTo>
                    <a:cubicBezTo>
                      <a:pt x="221" y="78"/>
                      <a:pt x="223" y="75"/>
                      <a:pt x="220" y="73"/>
                    </a:cubicBezTo>
                    <a:cubicBezTo>
                      <a:pt x="217" y="71"/>
                      <a:pt x="214" y="71"/>
                      <a:pt x="211" y="71"/>
                    </a:cubicBezTo>
                    <a:cubicBezTo>
                      <a:pt x="206" y="71"/>
                      <a:pt x="202" y="70"/>
                      <a:pt x="197" y="70"/>
                    </a:cubicBezTo>
                    <a:cubicBezTo>
                      <a:pt x="195" y="70"/>
                      <a:pt x="193" y="70"/>
                      <a:pt x="191" y="70"/>
                    </a:cubicBezTo>
                    <a:cubicBezTo>
                      <a:pt x="189" y="69"/>
                      <a:pt x="187" y="68"/>
                      <a:pt x="185" y="68"/>
                    </a:cubicBezTo>
                    <a:cubicBezTo>
                      <a:pt x="184" y="67"/>
                      <a:pt x="182" y="67"/>
                      <a:pt x="180" y="66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5" y="135"/>
                      <a:pt x="185" y="135"/>
                      <a:pt x="185" y="135"/>
                    </a:cubicBezTo>
                    <a:cubicBezTo>
                      <a:pt x="138" y="135"/>
                      <a:pt x="138" y="135"/>
                      <a:pt x="138" y="135"/>
                    </a:cubicBezTo>
                    <a:cubicBezTo>
                      <a:pt x="122" y="115"/>
                      <a:pt x="122" y="115"/>
                      <a:pt x="122" y="115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101" y="174"/>
                      <a:pt x="101" y="174"/>
                      <a:pt x="101" y="174"/>
                    </a:cubicBezTo>
                    <a:cubicBezTo>
                      <a:pt x="48" y="212"/>
                      <a:pt x="48" y="212"/>
                      <a:pt x="48" y="212"/>
                    </a:cubicBezTo>
                    <a:cubicBezTo>
                      <a:pt x="47" y="286"/>
                      <a:pt x="47" y="286"/>
                      <a:pt x="47" y="286"/>
                    </a:cubicBezTo>
                    <a:cubicBezTo>
                      <a:pt x="25" y="293"/>
                      <a:pt x="25" y="293"/>
                      <a:pt x="25" y="293"/>
                    </a:cubicBezTo>
                    <a:cubicBezTo>
                      <a:pt x="0" y="333"/>
                      <a:pt x="0" y="333"/>
                      <a:pt x="0" y="333"/>
                    </a:cubicBezTo>
                    <a:cubicBezTo>
                      <a:pt x="31" y="366"/>
                      <a:pt x="31" y="366"/>
                      <a:pt x="31" y="366"/>
                    </a:cubicBezTo>
                    <a:cubicBezTo>
                      <a:pt x="11" y="437"/>
                      <a:pt x="11" y="437"/>
                      <a:pt x="11" y="437"/>
                    </a:cubicBezTo>
                    <a:cubicBezTo>
                      <a:pt x="19" y="450"/>
                      <a:pt x="19" y="450"/>
                      <a:pt x="19" y="450"/>
                    </a:cubicBezTo>
                    <a:cubicBezTo>
                      <a:pt x="21" y="450"/>
                      <a:pt x="22" y="449"/>
                      <a:pt x="23" y="449"/>
                    </a:cubicBezTo>
                    <a:cubicBezTo>
                      <a:pt x="25" y="448"/>
                      <a:pt x="28" y="446"/>
                      <a:pt x="30" y="445"/>
                    </a:cubicBezTo>
                    <a:cubicBezTo>
                      <a:pt x="33" y="444"/>
                      <a:pt x="35" y="442"/>
                      <a:pt x="37" y="440"/>
                    </a:cubicBezTo>
                    <a:cubicBezTo>
                      <a:pt x="39" y="438"/>
                      <a:pt x="41" y="436"/>
                      <a:pt x="42" y="434"/>
                    </a:cubicBezTo>
                    <a:cubicBezTo>
                      <a:pt x="44" y="432"/>
                      <a:pt x="45" y="430"/>
                      <a:pt x="48" y="430"/>
                    </a:cubicBezTo>
                    <a:cubicBezTo>
                      <a:pt x="49" y="429"/>
                      <a:pt x="50" y="429"/>
                      <a:pt x="52" y="429"/>
                    </a:cubicBezTo>
                    <a:cubicBezTo>
                      <a:pt x="53" y="429"/>
                      <a:pt x="54" y="428"/>
                      <a:pt x="55" y="428"/>
                    </a:cubicBezTo>
                    <a:cubicBezTo>
                      <a:pt x="57" y="427"/>
                      <a:pt x="60" y="426"/>
                      <a:pt x="61" y="424"/>
                    </a:cubicBezTo>
                    <a:cubicBezTo>
                      <a:pt x="62" y="422"/>
                      <a:pt x="63" y="420"/>
                      <a:pt x="65" y="419"/>
                    </a:cubicBezTo>
                    <a:cubicBezTo>
                      <a:pt x="66" y="418"/>
                      <a:pt x="67" y="418"/>
                      <a:pt x="68" y="418"/>
                    </a:cubicBezTo>
                    <a:cubicBezTo>
                      <a:pt x="69" y="418"/>
                      <a:pt x="71" y="417"/>
                      <a:pt x="72" y="417"/>
                    </a:cubicBezTo>
                    <a:cubicBezTo>
                      <a:pt x="75" y="416"/>
                      <a:pt x="77" y="416"/>
                      <a:pt x="80" y="415"/>
                    </a:cubicBezTo>
                    <a:cubicBezTo>
                      <a:pt x="81" y="415"/>
                      <a:pt x="83" y="415"/>
                      <a:pt x="84" y="414"/>
                    </a:cubicBezTo>
                    <a:cubicBezTo>
                      <a:pt x="85" y="414"/>
                      <a:pt x="86" y="413"/>
                      <a:pt x="87" y="413"/>
                    </a:cubicBezTo>
                    <a:cubicBezTo>
                      <a:pt x="88" y="413"/>
                      <a:pt x="90" y="413"/>
                      <a:pt x="91" y="412"/>
                    </a:cubicBezTo>
                    <a:cubicBezTo>
                      <a:pt x="93" y="411"/>
                      <a:pt x="94" y="408"/>
                      <a:pt x="95" y="405"/>
                    </a:cubicBezTo>
                    <a:cubicBezTo>
                      <a:pt x="95" y="404"/>
                      <a:pt x="95" y="404"/>
                      <a:pt x="96" y="403"/>
                    </a:cubicBezTo>
                    <a:cubicBezTo>
                      <a:pt x="97" y="402"/>
                      <a:pt x="98" y="402"/>
                      <a:pt x="99" y="401"/>
                    </a:cubicBezTo>
                    <a:cubicBezTo>
                      <a:pt x="100" y="400"/>
                      <a:pt x="101" y="399"/>
                      <a:pt x="103" y="399"/>
                    </a:cubicBezTo>
                    <a:cubicBezTo>
                      <a:pt x="104" y="399"/>
                      <a:pt x="105" y="399"/>
                      <a:pt x="106" y="399"/>
                    </a:cubicBezTo>
                    <a:cubicBezTo>
                      <a:pt x="107" y="399"/>
                      <a:pt x="108" y="399"/>
                      <a:pt x="109" y="398"/>
                    </a:cubicBezTo>
                    <a:cubicBezTo>
                      <a:pt x="111" y="397"/>
                      <a:pt x="112" y="396"/>
                      <a:pt x="113" y="396"/>
                    </a:cubicBezTo>
                    <a:cubicBezTo>
                      <a:pt x="116" y="394"/>
                      <a:pt x="118" y="392"/>
                      <a:pt x="119" y="390"/>
                    </a:cubicBezTo>
                    <a:cubicBezTo>
                      <a:pt x="120" y="388"/>
                      <a:pt x="121" y="387"/>
                      <a:pt x="122" y="386"/>
                    </a:cubicBezTo>
                    <a:cubicBezTo>
                      <a:pt x="123" y="384"/>
                      <a:pt x="125" y="383"/>
                      <a:pt x="126" y="381"/>
                    </a:cubicBezTo>
                    <a:cubicBezTo>
                      <a:pt x="128" y="379"/>
                      <a:pt x="129" y="378"/>
                      <a:pt x="131" y="377"/>
                    </a:cubicBezTo>
                    <a:cubicBezTo>
                      <a:pt x="132" y="376"/>
                      <a:pt x="134" y="375"/>
                      <a:pt x="135" y="375"/>
                    </a:cubicBezTo>
                    <a:cubicBezTo>
                      <a:pt x="137" y="374"/>
                      <a:pt x="139" y="374"/>
                      <a:pt x="140" y="373"/>
                    </a:cubicBezTo>
                    <a:cubicBezTo>
                      <a:pt x="141" y="373"/>
                      <a:pt x="143" y="373"/>
                      <a:pt x="144" y="373"/>
                    </a:cubicBezTo>
                    <a:cubicBezTo>
                      <a:pt x="146" y="372"/>
                      <a:pt x="148" y="373"/>
                      <a:pt x="149" y="372"/>
                    </a:cubicBezTo>
                    <a:cubicBezTo>
                      <a:pt x="150" y="372"/>
                      <a:pt x="151" y="371"/>
                      <a:pt x="152" y="371"/>
                    </a:cubicBezTo>
                    <a:cubicBezTo>
                      <a:pt x="155" y="370"/>
                      <a:pt x="158" y="369"/>
                      <a:pt x="161" y="367"/>
                    </a:cubicBezTo>
                    <a:cubicBezTo>
                      <a:pt x="162" y="366"/>
                      <a:pt x="163" y="364"/>
                      <a:pt x="164" y="364"/>
                    </a:cubicBezTo>
                    <a:cubicBezTo>
                      <a:pt x="166" y="363"/>
                      <a:pt x="167" y="362"/>
                      <a:pt x="169" y="360"/>
                    </a:cubicBezTo>
                    <a:cubicBezTo>
                      <a:pt x="170" y="359"/>
                      <a:pt x="171" y="359"/>
                      <a:pt x="172" y="358"/>
                    </a:cubicBezTo>
                    <a:cubicBezTo>
                      <a:pt x="173" y="357"/>
                      <a:pt x="174" y="356"/>
                      <a:pt x="176" y="355"/>
                    </a:cubicBezTo>
                    <a:cubicBezTo>
                      <a:pt x="177" y="354"/>
                      <a:pt x="179" y="353"/>
                      <a:pt x="181" y="352"/>
                    </a:cubicBezTo>
                    <a:cubicBezTo>
                      <a:pt x="182" y="352"/>
                      <a:pt x="183" y="353"/>
                      <a:pt x="184" y="352"/>
                    </a:cubicBezTo>
                    <a:cubicBezTo>
                      <a:pt x="185" y="352"/>
                      <a:pt x="187" y="348"/>
                      <a:pt x="188" y="351"/>
                    </a:cubicBezTo>
                    <a:cubicBezTo>
                      <a:pt x="189" y="351"/>
                      <a:pt x="189" y="353"/>
                      <a:pt x="190" y="354"/>
                    </a:cubicBezTo>
                    <a:cubicBezTo>
                      <a:pt x="191" y="354"/>
                      <a:pt x="193" y="354"/>
                      <a:pt x="194" y="354"/>
                    </a:cubicBezTo>
                    <a:cubicBezTo>
                      <a:pt x="195" y="353"/>
                      <a:pt x="197" y="352"/>
                      <a:pt x="198" y="351"/>
                    </a:cubicBezTo>
                    <a:cubicBezTo>
                      <a:pt x="199" y="350"/>
                      <a:pt x="200" y="348"/>
                      <a:pt x="200" y="347"/>
                    </a:cubicBezTo>
                    <a:cubicBezTo>
                      <a:pt x="200" y="346"/>
                      <a:pt x="200" y="345"/>
                      <a:pt x="201" y="344"/>
                    </a:cubicBezTo>
                    <a:cubicBezTo>
                      <a:pt x="202" y="344"/>
                      <a:pt x="204" y="343"/>
                      <a:pt x="205" y="343"/>
                    </a:cubicBezTo>
                    <a:cubicBezTo>
                      <a:pt x="207" y="343"/>
                      <a:pt x="209" y="344"/>
                      <a:pt x="210" y="345"/>
                    </a:cubicBezTo>
                    <a:cubicBezTo>
                      <a:pt x="212" y="345"/>
                      <a:pt x="214" y="345"/>
                      <a:pt x="216" y="345"/>
                    </a:cubicBezTo>
                    <a:cubicBezTo>
                      <a:pt x="217" y="344"/>
                      <a:pt x="219" y="344"/>
                      <a:pt x="220" y="343"/>
                    </a:cubicBezTo>
                    <a:cubicBezTo>
                      <a:pt x="221" y="343"/>
                      <a:pt x="221" y="340"/>
                      <a:pt x="221" y="339"/>
                    </a:cubicBezTo>
                    <a:cubicBezTo>
                      <a:pt x="221" y="338"/>
                      <a:pt x="222" y="336"/>
                      <a:pt x="222" y="335"/>
                    </a:cubicBezTo>
                    <a:cubicBezTo>
                      <a:pt x="224" y="334"/>
                      <a:pt x="225" y="335"/>
                      <a:pt x="226" y="334"/>
                    </a:cubicBezTo>
                    <a:cubicBezTo>
                      <a:pt x="228" y="334"/>
                      <a:pt x="229" y="329"/>
                      <a:pt x="232" y="331"/>
                    </a:cubicBezTo>
                    <a:cubicBezTo>
                      <a:pt x="235" y="334"/>
                      <a:pt x="232" y="339"/>
                      <a:pt x="233" y="342"/>
                    </a:cubicBezTo>
                    <a:cubicBezTo>
                      <a:pt x="233" y="347"/>
                      <a:pt x="237" y="348"/>
                      <a:pt x="241" y="347"/>
                    </a:cubicBezTo>
                    <a:cubicBezTo>
                      <a:pt x="243" y="347"/>
                      <a:pt x="245" y="345"/>
                      <a:pt x="246" y="343"/>
                    </a:cubicBezTo>
                    <a:cubicBezTo>
                      <a:pt x="247" y="341"/>
                      <a:pt x="249" y="340"/>
                      <a:pt x="251" y="340"/>
                    </a:cubicBezTo>
                    <a:cubicBezTo>
                      <a:pt x="251" y="343"/>
                      <a:pt x="248" y="345"/>
                      <a:pt x="251" y="346"/>
                    </a:cubicBezTo>
                    <a:cubicBezTo>
                      <a:pt x="253" y="348"/>
                      <a:pt x="256" y="347"/>
                      <a:pt x="258" y="347"/>
                    </a:cubicBezTo>
                    <a:cubicBezTo>
                      <a:pt x="259" y="347"/>
                      <a:pt x="260" y="347"/>
                      <a:pt x="261" y="347"/>
                    </a:cubicBezTo>
                    <a:cubicBezTo>
                      <a:pt x="262" y="347"/>
                      <a:pt x="262" y="348"/>
                      <a:pt x="263" y="348"/>
                    </a:cubicBezTo>
                    <a:cubicBezTo>
                      <a:pt x="264" y="348"/>
                      <a:pt x="265" y="347"/>
                      <a:pt x="265" y="346"/>
                    </a:cubicBezTo>
                    <a:cubicBezTo>
                      <a:pt x="266" y="345"/>
                      <a:pt x="267" y="347"/>
                      <a:pt x="268" y="347"/>
                    </a:cubicBezTo>
                    <a:cubicBezTo>
                      <a:pt x="269" y="349"/>
                      <a:pt x="270" y="349"/>
                      <a:pt x="271" y="350"/>
                    </a:cubicBezTo>
                    <a:cubicBezTo>
                      <a:pt x="273" y="350"/>
                      <a:pt x="273" y="350"/>
                      <a:pt x="274" y="349"/>
                    </a:cubicBezTo>
                    <a:cubicBezTo>
                      <a:pt x="276" y="346"/>
                      <a:pt x="275" y="343"/>
                      <a:pt x="275" y="339"/>
                    </a:cubicBezTo>
                    <a:cubicBezTo>
                      <a:pt x="275" y="337"/>
                      <a:pt x="275" y="335"/>
                      <a:pt x="276" y="333"/>
                    </a:cubicBezTo>
                    <a:cubicBezTo>
                      <a:pt x="277" y="331"/>
                      <a:pt x="278" y="332"/>
                      <a:pt x="279" y="332"/>
                    </a:cubicBezTo>
                    <a:cubicBezTo>
                      <a:pt x="280" y="332"/>
                      <a:pt x="281" y="331"/>
                      <a:pt x="282" y="332"/>
                    </a:cubicBezTo>
                    <a:cubicBezTo>
                      <a:pt x="283" y="333"/>
                      <a:pt x="284" y="334"/>
                      <a:pt x="284" y="336"/>
                    </a:cubicBezTo>
                    <a:cubicBezTo>
                      <a:pt x="284" y="338"/>
                      <a:pt x="281" y="341"/>
                      <a:pt x="282" y="344"/>
                    </a:cubicBezTo>
                    <a:cubicBezTo>
                      <a:pt x="282" y="345"/>
                      <a:pt x="284" y="347"/>
                      <a:pt x="285" y="348"/>
                    </a:cubicBezTo>
                    <a:cubicBezTo>
                      <a:pt x="286" y="349"/>
                      <a:pt x="288" y="347"/>
                      <a:pt x="289" y="347"/>
                    </a:cubicBezTo>
                    <a:cubicBezTo>
                      <a:pt x="291" y="346"/>
                      <a:pt x="293" y="345"/>
                      <a:pt x="295" y="345"/>
                    </a:cubicBezTo>
                    <a:cubicBezTo>
                      <a:pt x="297" y="345"/>
                      <a:pt x="299" y="346"/>
                      <a:pt x="300" y="346"/>
                    </a:cubicBezTo>
                    <a:cubicBezTo>
                      <a:pt x="302" y="345"/>
                      <a:pt x="304" y="342"/>
                      <a:pt x="304" y="341"/>
                    </a:cubicBezTo>
                    <a:cubicBezTo>
                      <a:pt x="305" y="339"/>
                      <a:pt x="306" y="338"/>
                      <a:pt x="308" y="337"/>
                    </a:cubicBezTo>
                    <a:cubicBezTo>
                      <a:pt x="310" y="335"/>
                      <a:pt x="311" y="333"/>
                      <a:pt x="311" y="330"/>
                    </a:cubicBezTo>
                    <a:cubicBezTo>
                      <a:pt x="312" y="329"/>
                      <a:pt x="313" y="324"/>
                      <a:pt x="314" y="327"/>
                    </a:cubicBezTo>
                    <a:cubicBezTo>
                      <a:pt x="316" y="329"/>
                      <a:pt x="316" y="333"/>
                      <a:pt x="319" y="334"/>
                    </a:cubicBezTo>
                    <a:cubicBezTo>
                      <a:pt x="321" y="336"/>
                      <a:pt x="322" y="333"/>
                      <a:pt x="323" y="332"/>
                    </a:cubicBezTo>
                    <a:cubicBezTo>
                      <a:pt x="327" y="330"/>
                      <a:pt x="327" y="342"/>
                      <a:pt x="331" y="337"/>
                    </a:cubicBezTo>
                    <a:cubicBezTo>
                      <a:pt x="332" y="336"/>
                      <a:pt x="335" y="332"/>
                      <a:pt x="337" y="334"/>
                    </a:cubicBezTo>
                    <a:cubicBezTo>
                      <a:pt x="338" y="336"/>
                      <a:pt x="336" y="339"/>
                      <a:pt x="334" y="340"/>
                    </a:cubicBezTo>
                    <a:cubicBezTo>
                      <a:pt x="332" y="341"/>
                      <a:pt x="330" y="339"/>
                      <a:pt x="328" y="340"/>
                    </a:cubicBezTo>
                    <a:cubicBezTo>
                      <a:pt x="326" y="341"/>
                      <a:pt x="326" y="343"/>
                      <a:pt x="324" y="344"/>
                    </a:cubicBezTo>
                    <a:cubicBezTo>
                      <a:pt x="320" y="347"/>
                      <a:pt x="314" y="342"/>
                      <a:pt x="312" y="348"/>
                    </a:cubicBezTo>
                    <a:cubicBezTo>
                      <a:pt x="312" y="350"/>
                      <a:pt x="311" y="352"/>
                      <a:pt x="310" y="354"/>
                    </a:cubicBezTo>
                    <a:cubicBezTo>
                      <a:pt x="309" y="355"/>
                      <a:pt x="306" y="355"/>
                      <a:pt x="305" y="355"/>
                    </a:cubicBezTo>
                    <a:cubicBezTo>
                      <a:pt x="303" y="355"/>
                      <a:pt x="301" y="355"/>
                      <a:pt x="300" y="356"/>
                    </a:cubicBezTo>
                    <a:cubicBezTo>
                      <a:pt x="299" y="357"/>
                      <a:pt x="298" y="358"/>
                      <a:pt x="298" y="359"/>
                    </a:cubicBezTo>
                    <a:cubicBezTo>
                      <a:pt x="297" y="361"/>
                      <a:pt x="295" y="362"/>
                      <a:pt x="293" y="362"/>
                    </a:cubicBezTo>
                    <a:cubicBezTo>
                      <a:pt x="291" y="363"/>
                      <a:pt x="289" y="361"/>
                      <a:pt x="287" y="361"/>
                    </a:cubicBezTo>
                    <a:cubicBezTo>
                      <a:pt x="285" y="361"/>
                      <a:pt x="284" y="363"/>
                      <a:pt x="283" y="365"/>
                    </a:cubicBezTo>
                    <a:cubicBezTo>
                      <a:pt x="283" y="367"/>
                      <a:pt x="284" y="368"/>
                      <a:pt x="285" y="370"/>
                    </a:cubicBezTo>
                    <a:cubicBezTo>
                      <a:pt x="286" y="371"/>
                      <a:pt x="287" y="373"/>
                      <a:pt x="286" y="375"/>
                    </a:cubicBezTo>
                    <a:cubicBezTo>
                      <a:pt x="286" y="377"/>
                      <a:pt x="284" y="378"/>
                      <a:pt x="282" y="379"/>
                    </a:cubicBezTo>
                    <a:cubicBezTo>
                      <a:pt x="281" y="381"/>
                      <a:pt x="280" y="382"/>
                      <a:pt x="280" y="385"/>
                    </a:cubicBezTo>
                    <a:cubicBezTo>
                      <a:pt x="280" y="388"/>
                      <a:pt x="281" y="391"/>
                      <a:pt x="281" y="394"/>
                    </a:cubicBezTo>
                    <a:cubicBezTo>
                      <a:pt x="281" y="396"/>
                      <a:pt x="281" y="398"/>
                      <a:pt x="280" y="400"/>
                    </a:cubicBezTo>
                    <a:cubicBezTo>
                      <a:pt x="279" y="401"/>
                      <a:pt x="278" y="402"/>
                      <a:pt x="277" y="404"/>
                    </a:cubicBezTo>
                    <a:cubicBezTo>
                      <a:pt x="276" y="405"/>
                      <a:pt x="275" y="408"/>
                      <a:pt x="273" y="409"/>
                    </a:cubicBezTo>
                    <a:cubicBezTo>
                      <a:pt x="272" y="410"/>
                      <a:pt x="271" y="409"/>
                      <a:pt x="269" y="408"/>
                    </a:cubicBezTo>
                    <a:cubicBezTo>
                      <a:pt x="268" y="407"/>
                      <a:pt x="267" y="406"/>
                      <a:pt x="265" y="407"/>
                    </a:cubicBezTo>
                    <a:cubicBezTo>
                      <a:pt x="264" y="409"/>
                      <a:pt x="263" y="411"/>
                      <a:pt x="263" y="413"/>
                    </a:cubicBezTo>
                    <a:cubicBezTo>
                      <a:pt x="262" y="415"/>
                      <a:pt x="262" y="417"/>
                      <a:pt x="262" y="419"/>
                    </a:cubicBezTo>
                    <a:cubicBezTo>
                      <a:pt x="263" y="421"/>
                      <a:pt x="263" y="424"/>
                      <a:pt x="261" y="425"/>
                    </a:cubicBezTo>
                    <a:cubicBezTo>
                      <a:pt x="259" y="427"/>
                      <a:pt x="257" y="427"/>
                      <a:pt x="255" y="428"/>
                    </a:cubicBezTo>
                    <a:cubicBezTo>
                      <a:pt x="253" y="429"/>
                      <a:pt x="252" y="430"/>
                      <a:pt x="251" y="432"/>
                    </a:cubicBezTo>
                    <a:cubicBezTo>
                      <a:pt x="249" y="435"/>
                      <a:pt x="246" y="437"/>
                      <a:pt x="245" y="441"/>
                    </a:cubicBezTo>
                    <a:cubicBezTo>
                      <a:pt x="245" y="442"/>
                      <a:pt x="245" y="444"/>
                      <a:pt x="244" y="446"/>
                    </a:cubicBezTo>
                    <a:cubicBezTo>
                      <a:pt x="244" y="447"/>
                      <a:pt x="243" y="449"/>
                      <a:pt x="244" y="450"/>
                    </a:cubicBezTo>
                    <a:cubicBezTo>
                      <a:pt x="244" y="451"/>
                      <a:pt x="244" y="450"/>
                      <a:pt x="245" y="451"/>
                    </a:cubicBezTo>
                    <a:cubicBezTo>
                      <a:pt x="246" y="452"/>
                      <a:pt x="246" y="453"/>
                      <a:pt x="246" y="455"/>
                    </a:cubicBezTo>
                    <a:cubicBezTo>
                      <a:pt x="246" y="456"/>
                      <a:pt x="246" y="458"/>
                      <a:pt x="245" y="459"/>
                    </a:cubicBezTo>
                    <a:cubicBezTo>
                      <a:pt x="245" y="461"/>
                      <a:pt x="243" y="461"/>
                      <a:pt x="242" y="462"/>
                    </a:cubicBezTo>
                    <a:cubicBezTo>
                      <a:pt x="239" y="465"/>
                      <a:pt x="241" y="467"/>
                      <a:pt x="243" y="469"/>
                    </a:cubicBezTo>
                    <a:cubicBezTo>
                      <a:pt x="245" y="472"/>
                      <a:pt x="246" y="474"/>
                      <a:pt x="250" y="475"/>
                    </a:cubicBezTo>
                    <a:cubicBezTo>
                      <a:pt x="255" y="475"/>
                      <a:pt x="253" y="479"/>
                      <a:pt x="250" y="481"/>
                    </a:cubicBezTo>
                    <a:cubicBezTo>
                      <a:pt x="248" y="481"/>
                      <a:pt x="247" y="481"/>
                      <a:pt x="247" y="483"/>
                    </a:cubicBezTo>
                    <a:cubicBezTo>
                      <a:pt x="248" y="485"/>
                      <a:pt x="249" y="485"/>
                      <a:pt x="250" y="486"/>
                    </a:cubicBezTo>
                    <a:cubicBezTo>
                      <a:pt x="253" y="488"/>
                      <a:pt x="269" y="492"/>
                      <a:pt x="264" y="499"/>
                    </a:cubicBezTo>
                    <a:cubicBezTo>
                      <a:pt x="262" y="502"/>
                      <a:pt x="259" y="500"/>
                      <a:pt x="256" y="499"/>
                    </a:cubicBezTo>
                    <a:cubicBezTo>
                      <a:pt x="252" y="497"/>
                      <a:pt x="249" y="494"/>
                      <a:pt x="245" y="492"/>
                    </a:cubicBezTo>
                    <a:cubicBezTo>
                      <a:pt x="243" y="491"/>
                      <a:pt x="239" y="489"/>
                      <a:pt x="237" y="491"/>
                    </a:cubicBezTo>
                    <a:cubicBezTo>
                      <a:pt x="234" y="494"/>
                      <a:pt x="236" y="497"/>
                      <a:pt x="237" y="500"/>
                    </a:cubicBezTo>
                    <a:cubicBezTo>
                      <a:pt x="237" y="502"/>
                      <a:pt x="237" y="504"/>
                      <a:pt x="236" y="505"/>
                    </a:cubicBezTo>
                    <a:cubicBezTo>
                      <a:pt x="234" y="507"/>
                      <a:pt x="231" y="507"/>
                      <a:pt x="230" y="508"/>
                    </a:cubicBezTo>
                    <a:cubicBezTo>
                      <a:pt x="229" y="509"/>
                      <a:pt x="229" y="511"/>
                      <a:pt x="229" y="512"/>
                    </a:cubicBezTo>
                    <a:cubicBezTo>
                      <a:pt x="229" y="514"/>
                      <a:pt x="228" y="514"/>
                      <a:pt x="227" y="516"/>
                    </a:cubicBezTo>
                    <a:cubicBezTo>
                      <a:pt x="227" y="517"/>
                      <a:pt x="226" y="517"/>
                      <a:pt x="225" y="518"/>
                    </a:cubicBezTo>
                    <a:cubicBezTo>
                      <a:pt x="224" y="519"/>
                      <a:pt x="224" y="520"/>
                      <a:pt x="222" y="519"/>
                    </a:cubicBezTo>
                    <a:cubicBezTo>
                      <a:pt x="219" y="519"/>
                      <a:pt x="223" y="513"/>
                      <a:pt x="221" y="511"/>
                    </a:cubicBezTo>
                    <a:cubicBezTo>
                      <a:pt x="221" y="511"/>
                      <a:pt x="220" y="511"/>
                      <a:pt x="219" y="511"/>
                    </a:cubicBezTo>
                    <a:cubicBezTo>
                      <a:pt x="219" y="510"/>
                      <a:pt x="219" y="510"/>
                      <a:pt x="218" y="509"/>
                    </a:cubicBezTo>
                    <a:cubicBezTo>
                      <a:pt x="218" y="508"/>
                      <a:pt x="218" y="507"/>
                      <a:pt x="218" y="506"/>
                    </a:cubicBezTo>
                    <a:cubicBezTo>
                      <a:pt x="218" y="504"/>
                      <a:pt x="217" y="503"/>
                      <a:pt x="215" y="502"/>
                    </a:cubicBezTo>
                    <a:cubicBezTo>
                      <a:pt x="213" y="501"/>
                      <a:pt x="211" y="499"/>
                      <a:pt x="207" y="500"/>
                    </a:cubicBezTo>
                    <a:cubicBezTo>
                      <a:pt x="207" y="500"/>
                      <a:pt x="204" y="501"/>
                      <a:pt x="204" y="500"/>
                    </a:cubicBezTo>
                    <a:cubicBezTo>
                      <a:pt x="204" y="498"/>
                      <a:pt x="209" y="498"/>
                      <a:pt x="210" y="498"/>
                    </a:cubicBezTo>
                    <a:cubicBezTo>
                      <a:pt x="212" y="497"/>
                      <a:pt x="214" y="499"/>
                      <a:pt x="216" y="500"/>
                    </a:cubicBezTo>
                    <a:cubicBezTo>
                      <a:pt x="218" y="502"/>
                      <a:pt x="220" y="502"/>
                      <a:pt x="222" y="502"/>
                    </a:cubicBezTo>
                    <a:cubicBezTo>
                      <a:pt x="223" y="502"/>
                      <a:pt x="224" y="502"/>
                      <a:pt x="225" y="501"/>
                    </a:cubicBezTo>
                    <a:cubicBezTo>
                      <a:pt x="226" y="500"/>
                      <a:pt x="225" y="498"/>
                      <a:pt x="225" y="497"/>
                    </a:cubicBezTo>
                    <a:cubicBezTo>
                      <a:pt x="224" y="495"/>
                      <a:pt x="224" y="492"/>
                      <a:pt x="226" y="490"/>
                    </a:cubicBezTo>
                    <a:cubicBezTo>
                      <a:pt x="227" y="488"/>
                      <a:pt x="230" y="488"/>
                      <a:pt x="230" y="485"/>
                    </a:cubicBezTo>
                    <a:cubicBezTo>
                      <a:pt x="229" y="482"/>
                      <a:pt x="231" y="482"/>
                      <a:pt x="233" y="481"/>
                    </a:cubicBezTo>
                    <a:cubicBezTo>
                      <a:pt x="235" y="479"/>
                      <a:pt x="236" y="476"/>
                      <a:pt x="234" y="474"/>
                    </a:cubicBezTo>
                    <a:cubicBezTo>
                      <a:pt x="234" y="473"/>
                      <a:pt x="233" y="472"/>
                      <a:pt x="232" y="471"/>
                    </a:cubicBezTo>
                    <a:cubicBezTo>
                      <a:pt x="231" y="470"/>
                      <a:pt x="231" y="468"/>
                      <a:pt x="232" y="466"/>
                    </a:cubicBezTo>
                    <a:cubicBezTo>
                      <a:pt x="232" y="465"/>
                      <a:pt x="233" y="465"/>
                      <a:pt x="234" y="464"/>
                    </a:cubicBezTo>
                    <a:cubicBezTo>
                      <a:pt x="235" y="463"/>
                      <a:pt x="236" y="461"/>
                      <a:pt x="236" y="460"/>
                    </a:cubicBezTo>
                    <a:cubicBezTo>
                      <a:pt x="237" y="456"/>
                      <a:pt x="234" y="452"/>
                      <a:pt x="230" y="452"/>
                    </a:cubicBezTo>
                    <a:cubicBezTo>
                      <a:pt x="225" y="452"/>
                      <a:pt x="223" y="455"/>
                      <a:pt x="221" y="458"/>
                    </a:cubicBezTo>
                    <a:cubicBezTo>
                      <a:pt x="221" y="459"/>
                      <a:pt x="220" y="460"/>
                      <a:pt x="219" y="460"/>
                    </a:cubicBezTo>
                    <a:cubicBezTo>
                      <a:pt x="217" y="459"/>
                      <a:pt x="218" y="457"/>
                      <a:pt x="217" y="456"/>
                    </a:cubicBezTo>
                    <a:cubicBezTo>
                      <a:pt x="217" y="454"/>
                      <a:pt x="214" y="454"/>
                      <a:pt x="213" y="452"/>
                    </a:cubicBezTo>
                    <a:cubicBezTo>
                      <a:pt x="211" y="450"/>
                      <a:pt x="213" y="446"/>
                      <a:pt x="215" y="445"/>
                    </a:cubicBezTo>
                    <a:cubicBezTo>
                      <a:pt x="219" y="443"/>
                      <a:pt x="220" y="446"/>
                      <a:pt x="222" y="448"/>
                    </a:cubicBezTo>
                    <a:cubicBezTo>
                      <a:pt x="223" y="449"/>
                      <a:pt x="224" y="449"/>
                      <a:pt x="225" y="448"/>
                    </a:cubicBezTo>
                    <a:cubicBezTo>
                      <a:pt x="227" y="448"/>
                      <a:pt x="228" y="447"/>
                      <a:pt x="230" y="448"/>
                    </a:cubicBezTo>
                    <a:cubicBezTo>
                      <a:pt x="233" y="448"/>
                      <a:pt x="237" y="449"/>
                      <a:pt x="239" y="445"/>
                    </a:cubicBezTo>
                    <a:cubicBezTo>
                      <a:pt x="240" y="443"/>
                      <a:pt x="239" y="440"/>
                      <a:pt x="239" y="437"/>
                    </a:cubicBezTo>
                    <a:cubicBezTo>
                      <a:pt x="239" y="436"/>
                      <a:pt x="239" y="435"/>
                      <a:pt x="240" y="434"/>
                    </a:cubicBezTo>
                    <a:cubicBezTo>
                      <a:pt x="241" y="433"/>
                      <a:pt x="243" y="432"/>
                      <a:pt x="244" y="431"/>
                    </a:cubicBezTo>
                    <a:cubicBezTo>
                      <a:pt x="247" y="426"/>
                      <a:pt x="246" y="420"/>
                      <a:pt x="249" y="416"/>
                    </a:cubicBezTo>
                    <a:cubicBezTo>
                      <a:pt x="250" y="415"/>
                      <a:pt x="251" y="414"/>
                      <a:pt x="251" y="414"/>
                    </a:cubicBezTo>
                    <a:cubicBezTo>
                      <a:pt x="253" y="413"/>
                      <a:pt x="255" y="413"/>
                      <a:pt x="256" y="410"/>
                    </a:cubicBezTo>
                    <a:cubicBezTo>
                      <a:pt x="256" y="410"/>
                      <a:pt x="256" y="409"/>
                      <a:pt x="256" y="408"/>
                    </a:cubicBezTo>
                    <a:cubicBezTo>
                      <a:pt x="257" y="407"/>
                      <a:pt x="258" y="407"/>
                      <a:pt x="259" y="406"/>
                    </a:cubicBezTo>
                    <a:cubicBezTo>
                      <a:pt x="259" y="406"/>
                      <a:pt x="260" y="406"/>
                      <a:pt x="260" y="405"/>
                    </a:cubicBezTo>
                    <a:cubicBezTo>
                      <a:pt x="260" y="404"/>
                      <a:pt x="261" y="402"/>
                      <a:pt x="261" y="401"/>
                    </a:cubicBezTo>
                    <a:cubicBezTo>
                      <a:pt x="260" y="400"/>
                      <a:pt x="259" y="400"/>
                      <a:pt x="258" y="400"/>
                    </a:cubicBezTo>
                    <a:cubicBezTo>
                      <a:pt x="256" y="399"/>
                      <a:pt x="256" y="398"/>
                      <a:pt x="256" y="397"/>
                    </a:cubicBezTo>
                    <a:cubicBezTo>
                      <a:pt x="255" y="395"/>
                      <a:pt x="255" y="393"/>
                      <a:pt x="258" y="393"/>
                    </a:cubicBezTo>
                    <a:cubicBezTo>
                      <a:pt x="260" y="393"/>
                      <a:pt x="261" y="395"/>
                      <a:pt x="263" y="396"/>
                    </a:cubicBezTo>
                    <a:cubicBezTo>
                      <a:pt x="265" y="396"/>
                      <a:pt x="267" y="394"/>
                      <a:pt x="268" y="393"/>
                    </a:cubicBezTo>
                    <a:cubicBezTo>
                      <a:pt x="269" y="390"/>
                      <a:pt x="267" y="388"/>
                      <a:pt x="264" y="387"/>
                    </a:cubicBezTo>
                    <a:cubicBezTo>
                      <a:pt x="263" y="387"/>
                      <a:pt x="262" y="387"/>
                      <a:pt x="260" y="387"/>
                    </a:cubicBezTo>
                    <a:cubicBezTo>
                      <a:pt x="259" y="386"/>
                      <a:pt x="258" y="387"/>
                      <a:pt x="257" y="386"/>
                    </a:cubicBezTo>
                    <a:cubicBezTo>
                      <a:pt x="256" y="386"/>
                      <a:pt x="256" y="384"/>
                      <a:pt x="256" y="383"/>
                    </a:cubicBezTo>
                    <a:cubicBezTo>
                      <a:pt x="256" y="381"/>
                      <a:pt x="256" y="379"/>
                      <a:pt x="256" y="378"/>
                    </a:cubicBezTo>
                    <a:cubicBezTo>
                      <a:pt x="256" y="375"/>
                      <a:pt x="255" y="371"/>
                      <a:pt x="253" y="368"/>
                    </a:cubicBezTo>
                    <a:cubicBezTo>
                      <a:pt x="252" y="367"/>
                      <a:pt x="250" y="368"/>
                      <a:pt x="248" y="368"/>
                    </a:cubicBezTo>
                    <a:cubicBezTo>
                      <a:pt x="246" y="369"/>
                      <a:pt x="245" y="371"/>
                      <a:pt x="243" y="369"/>
                    </a:cubicBezTo>
                    <a:cubicBezTo>
                      <a:pt x="242" y="368"/>
                      <a:pt x="241" y="366"/>
                      <a:pt x="241" y="364"/>
                    </a:cubicBezTo>
                    <a:cubicBezTo>
                      <a:pt x="241" y="363"/>
                      <a:pt x="242" y="362"/>
                      <a:pt x="241" y="360"/>
                    </a:cubicBezTo>
                    <a:cubicBezTo>
                      <a:pt x="241" y="356"/>
                      <a:pt x="234" y="356"/>
                      <a:pt x="231" y="358"/>
                    </a:cubicBezTo>
                    <a:cubicBezTo>
                      <a:pt x="228" y="359"/>
                      <a:pt x="228" y="363"/>
                      <a:pt x="228" y="365"/>
                    </a:cubicBezTo>
                    <a:cubicBezTo>
                      <a:pt x="228" y="368"/>
                      <a:pt x="230" y="372"/>
                      <a:pt x="228" y="374"/>
                    </a:cubicBezTo>
                    <a:cubicBezTo>
                      <a:pt x="227" y="376"/>
                      <a:pt x="223" y="378"/>
                      <a:pt x="221" y="376"/>
                    </a:cubicBezTo>
                    <a:cubicBezTo>
                      <a:pt x="219" y="374"/>
                      <a:pt x="221" y="371"/>
                      <a:pt x="222" y="368"/>
                    </a:cubicBezTo>
                    <a:cubicBezTo>
                      <a:pt x="223" y="365"/>
                      <a:pt x="223" y="362"/>
                      <a:pt x="221" y="359"/>
                    </a:cubicBezTo>
                    <a:cubicBezTo>
                      <a:pt x="220" y="358"/>
                      <a:pt x="219" y="356"/>
                      <a:pt x="217" y="355"/>
                    </a:cubicBezTo>
                    <a:cubicBezTo>
                      <a:pt x="216" y="355"/>
                      <a:pt x="215" y="355"/>
                      <a:pt x="214" y="354"/>
                    </a:cubicBezTo>
                    <a:cubicBezTo>
                      <a:pt x="212" y="353"/>
                      <a:pt x="211" y="352"/>
                      <a:pt x="210" y="351"/>
                    </a:cubicBezTo>
                    <a:cubicBezTo>
                      <a:pt x="208" y="350"/>
                      <a:pt x="207" y="351"/>
                      <a:pt x="205" y="352"/>
                    </a:cubicBezTo>
                    <a:cubicBezTo>
                      <a:pt x="204" y="353"/>
                      <a:pt x="203" y="354"/>
                      <a:pt x="202" y="355"/>
                    </a:cubicBezTo>
                    <a:cubicBezTo>
                      <a:pt x="201" y="356"/>
                      <a:pt x="201" y="357"/>
                      <a:pt x="200" y="358"/>
                    </a:cubicBezTo>
                    <a:cubicBezTo>
                      <a:pt x="199" y="360"/>
                      <a:pt x="198" y="360"/>
                      <a:pt x="196" y="360"/>
                    </a:cubicBezTo>
                    <a:cubicBezTo>
                      <a:pt x="195" y="360"/>
                      <a:pt x="193" y="361"/>
                      <a:pt x="192" y="361"/>
                    </a:cubicBezTo>
                    <a:cubicBezTo>
                      <a:pt x="189" y="360"/>
                      <a:pt x="186" y="360"/>
                      <a:pt x="184" y="360"/>
                    </a:cubicBezTo>
                    <a:cubicBezTo>
                      <a:pt x="182" y="360"/>
                      <a:pt x="180" y="362"/>
                      <a:pt x="178" y="363"/>
                    </a:cubicBezTo>
                    <a:cubicBezTo>
                      <a:pt x="178" y="363"/>
                      <a:pt x="177" y="364"/>
                      <a:pt x="176" y="364"/>
                    </a:cubicBezTo>
                    <a:cubicBezTo>
                      <a:pt x="175" y="365"/>
                      <a:pt x="174" y="365"/>
                      <a:pt x="173" y="366"/>
                    </a:cubicBezTo>
                    <a:cubicBezTo>
                      <a:pt x="172" y="366"/>
                      <a:pt x="170" y="366"/>
                      <a:pt x="169" y="366"/>
                    </a:cubicBezTo>
                    <a:cubicBezTo>
                      <a:pt x="167" y="366"/>
                      <a:pt x="167" y="367"/>
                      <a:pt x="165" y="368"/>
                    </a:cubicBezTo>
                    <a:cubicBezTo>
                      <a:pt x="163" y="369"/>
                      <a:pt x="161" y="368"/>
                      <a:pt x="159" y="369"/>
                    </a:cubicBezTo>
                    <a:cubicBezTo>
                      <a:pt x="158" y="370"/>
                      <a:pt x="158" y="370"/>
                      <a:pt x="157" y="371"/>
                    </a:cubicBezTo>
                    <a:cubicBezTo>
                      <a:pt x="156" y="372"/>
                      <a:pt x="155" y="372"/>
                      <a:pt x="154" y="373"/>
                    </a:cubicBezTo>
                    <a:cubicBezTo>
                      <a:pt x="151" y="374"/>
                      <a:pt x="148" y="375"/>
                      <a:pt x="145" y="375"/>
                    </a:cubicBezTo>
                    <a:cubicBezTo>
                      <a:pt x="144" y="375"/>
                      <a:pt x="143" y="375"/>
                      <a:pt x="142" y="375"/>
                    </a:cubicBezTo>
                    <a:cubicBezTo>
                      <a:pt x="141" y="376"/>
                      <a:pt x="139" y="376"/>
                      <a:pt x="138" y="377"/>
                    </a:cubicBezTo>
                    <a:cubicBezTo>
                      <a:pt x="137" y="377"/>
                      <a:pt x="136" y="377"/>
                      <a:pt x="136" y="378"/>
                    </a:cubicBezTo>
                    <a:cubicBezTo>
                      <a:pt x="135" y="378"/>
                      <a:pt x="134" y="379"/>
                      <a:pt x="134" y="379"/>
                    </a:cubicBezTo>
                    <a:cubicBezTo>
                      <a:pt x="133" y="380"/>
                      <a:pt x="132" y="382"/>
                      <a:pt x="132" y="382"/>
                    </a:cubicBezTo>
                    <a:cubicBezTo>
                      <a:pt x="131" y="383"/>
                      <a:pt x="130" y="383"/>
                      <a:pt x="129" y="384"/>
                    </a:cubicBezTo>
                    <a:cubicBezTo>
                      <a:pt x="127" y="386"/>
                      <a:pt x="125" y="388"/>
                      <a:pt x="123" y="389"/>
                    </a:cubicBezTo>
                    <a:cubicBezTo>
                      <a:pt x="121" y="391"/>
                      <a:pt x="120" y="394"/>
                      <a:pt x="118" y="396"/>
                    </a:cubicBezTo>
                    <a:cubicBezTo>
                      <a:pt x="116" y="397"/>
                      <a:pt x="115" y="399"/>
                      <a:pt x="113" y="400"/>
                    </a:cubicBezTo>
                    <a:cubicBezTo>
                      <a:pt x="111" y="402"/>
                      <a:pt x="109" y="401"/>
                      <a:pt x="106" y="402"/>
                    </a:cubicBezTo>
                    <a:cubicBezTo>
                      <a:pt x="104" y="402"/>
                      <a:pt x="102" y="403"/>
                      <a:pt x="101" y="404"/>
                    </a:cubicBezTo>
                    <a:cubicBezTo>
                      <a:pt x="99" y="404"/>
                      <a:pt x="98" y="405"/>
                      <a:pt x="97" y="406"/>
                    </a:cubicBezTo>
                    <a:cubicBezTo>
                      <a:pt x="96" y="408"/>
                      <a:pt x="96" y="411"/>
                      <a:pt x="95" y="413"/>
                    </a:cubicBezTo>
                    <a:cubicBezTo>
                      <a:pt x="94" y="415"/>
                      <a:pt x="92" y="415"/>
                      <a:pt x="90" y="415"/>
                    </a:cubicBezTo>
                    <a:cubicBezTo>
                      <a:pt x="88" y="415"/>
                      <a:pt x="86" y="415"/>
                      <a:pt x="84" y="416"/>
                    </a:cubicBezTo>
                    <a:cubicBezTo>
                      <a:pt x="83" y="417"/>
                      <a:pt x="81" y="418"/>
                      <a:pt x="80" y="418"/>
                    </a:cubicBezTo>
                    <a:cubicBezTo>
                      <a:pt x="78" y="418"/>
                      <a:pt x="77" y="418"/>
                      <a:pt x="76" y="419"/>
                    </a:cubicBezTo>
                    <a:cubicBezTo>
                      <a:pt x="73" y="420"/>
                      <a:pt x="70" y="419"/>
                      <a:pt x="67" y="421"/>
                    </a:cubicBezTo>
                    <a:cubicBezTo>
                      <a:pt x="66" y="422"/>
                      <a:pt x="66" y="423"/>
                      <a:pt x="65" y="424"/>
                    </a:cubicBezTo>
                    <a:cubicBezTo>
                      <a:pt x="64" y="425"/>
                      <a:pt x="63" y="425"/>
                      <a:pt x="62" y="426"/>
                    </a:cubicBezTo>
                    <a:cubicBezTo>
                      <a:pt x="61" y="427"/>
                      <a:pt x="60" y="429"/>
                      <a:pt x="59" y="430"/>
                    </a:cubicBezTo>
                    <a:cubicBezTo>
                      <a:pt x="57" y="431"/>
                      <a:pt x="54" y="432"/>
                      <a:pt x="51" y="432"/>
                    </a:cubicBezTo>
                    <a:cubicBezTo>
                      <a:pt x="49" y="432"/>
                      <a:pt x="48" y="432"/>
                      <a:pt x="46" y="434"/>
                    </a:cubicBezTo>
                    <a:cubicBezTo>
                      <a:pt x="45" y="435"/>
                      <a:pt x="43" y="436"/>
                      <a:pt x="42" y="437"/>
                    </a:cubicBezTo>
                    <a:cubicBezTo>
                      <a:pt x="40" y="440"/>
                      <a:pt x="36" y="443"/>
                      <a:pt x="33" y="446"/>
                    </a:cubicBezTo>
                    <a:cubicBezTo>
                      <a:pt x="30" y="450"/>
                      <a:pt x="26" y="451"/>
                      <a:pt x="21" y="452"/>
                    </a:cubicBezTo>
                    <a:cubicBezTo>
                      <a:pt x="67" y="519"/>
                      <a:pt x="67" y="519"/>
                      <a:pt x="67" y="519"/>
                    </a:cubicBezTo>
                    <a:cubicBezTo>
                      <a:pt x="141" y="548"/>
                      <a:pt x="141" y="548"/>
                      <a:pt x="141" y="548"/>
                    </a:cubicBezTo>
                    <a:cubicBezTo>
                      <a:pt x="224" y="636"/>
                      <a:pt x="224" y="636"/>
                      <a:pt x="224" y="636"/>
                    </a:cubicBezTo>
                    <a:cubicBezTo>
                      <a:pt x="162" y="852"/>
                      <a:pt x="162" y="852"/>
                      <a:pt x="162" y="852"/>
                    </a:cubicBezTo>
                    <a:cubicBezTo>
                      <a:pt x="210" y="898"/>
                      <a:pt x="210" y="898"/>
                      <a:pt x="210" y="898"/>
                    </a:cubicBezTo>
                    <a:cubicBezTo>
                      <a:pt x="244" y="934"/>
                      <a:pt x="244" y="934"/>
                      <a:pt x="244" y="934"/>
                    </a:cubicBezTo>
                    <a:cubicBezTo>
                      <a:pt x="266" y="971"/>
                      <a:pt x="266" y="971"/>
                      <a:pt x="266" y="971"/>
                    </a:cubicBezTo>
                    <a:cubicBezTo>
                      <a:pt x="297" y="1025"/>
                      <a:pt x="297" y="1025"/>
                      <a:pt x="297" y="1025"/>
                    </a:cubicBezTo>
                    <a:cubicBezTo>
                      <a:pt x="348" y="1113"/>
                      <a:pt x="348" y="1113"/>
                      <a:pt x="348" y="1113"/>
                    </a:cubicBezTo>
                    <a:cubicBezTo>
                      <a:pt x="321" y="1155"/>
                      <a:pt x="321" y="1155"/>
                      <a:pt x="321" y="1155"/>
                    </a:cubicBezTo>
                    <a:cubicBezTo>
                      <a:pt x="334" y="1241"/>
                      <a:pt x="334" y="1241"/>
                      <a:pt x="334" y="1241"/>
                    </a:cubicBezTo>
                    <a:cubicBezTo>
                      <a:pt x="360" y="1251"/>
                      <a:pt x="360" y="1251"/>
                      <a:pt x="360" y="1251"/>
                    </a:cubicBezTo>
                    <a:cubicBezTo>
                      <a:pt x="340" y="1304"/>
                      <a:pt x="340" y="1304"/>
                      <a:pt x="340" y="1304"/>
                    </a:cubicBezTo>
                    <a:cubicBezTo>
                      <a:pt x="363" y="1365"/>
                      <a:pt x="363" y="1365"/>
                      <a:pt x="363" y="1365"/>
                    </a:cubicBezTo>
                    <a:cubicBezTo>
                      <a:pt x="401" y="1347"/>
                      <a:pt x="401" y="1347"/>
                      <a:pt x="401" y="1347"/>
                    </a:cubicBezTo>
                    <a:lnTo>
                      <a:pt x="435" y="1378"/>
                    </a:lnTo>
                    <a:close/>
                    <a:moveTo>
                      <a:pt x="962" y="1629"/>
                    </a:moveTo>
                    <a:cubicBezTo>
                      <a:pt x="967" y="1628"/>
                      <a:pt x="971" y="1629"/>
                      <a:pt x="977" y="1631"/>
                    </a:cubicBezTo>
                    <a:cubicBezTo>
                      <a:pt x="978" y="1632"/>
                      <a:pt x="982" y="1633"/>
                      <a:pt x="984" y="1631"/>
                    </a:cubicBezTo>
                    <a:cubicBezTo>
                      <a:pt x="986" y="1629"/>
                      <a:pt x="982" y="1626"/>
                      <a:pt x="981" y="1624"/>
                    </a:cubicBezTo>
                    <a:cubicBezTo>
                      <a:pt x="977" y="1621"/>
                      <a:pt x="971" y="1616"/>
                      <a:pt x="975" y="1610"/>
                    </a:cubicBezTo>
                    <a:cubicBezTo>
                      <a:pt x="978" y="1606"/>
                      <a:pt x="986" y="1609"/>
                      <a:pt x="988" y="1613"/>
                    </a:cubicBezTo>
                    <a:cubicBezTo>
                      <a:pt x="990" y="1615"/>
                      <a:pt x="991" y="1617"/>
                      <a:pt x="992" y="1619"/>
                    </a:cubicBezTo>
                    <a:cubicBezTo>
                      <a:pt x="994" y="1621"/>
                      <a:pt x="997" y="1625"/>
                      <a:pt x="1001" y="1625"/>
                    </a:cubicBezTo>
                    <a:cubicBezTo>
                      <a:pt x="1003" y="1625"/>
                      <a:pt x="1003" y="1622"/>
                      <a:pt x="1004" y="1620"/>
                    </a:cubicBezTo>
                    <a:cubicBezTo>
                      <a:pt x="1005" y="1617"/>
                      <a:pt x="1006" y="1616"/>
                      <a:pt x="1009" y="1614"/>
                    </a:cubicBezTo>
                    <a:cubicBezTo>
                      <a:pt x="1009" y="1620"/>
                      <a:pt x="1008" y="1625"/>
                      <a:pt x="1009" y="1631"/>
                    </a:cubicBezTo>
                    <a:cubicBezTo>
                      <a:pt x="1010" y="1634"/>
                      <a:pt x="1013" y="1641"/>
                      <a:pt x="1017" y="1641"/>
                    </a:cubicBezTo>
                    <a:cubicBezTo>
                      <a:pt x="1021" y="1640"/>
                      <a:pt x="1023" y="1636"/>
                      <a:pt x="1023" y="1633"/>
                    </a:cubicBezTo>
                    <a:cubicBezTo>
                      <a:pt x="1024" y="1628"/>
                      <a:pt x="1023" y="1624"/>
                      <a:pt x="1026" y="1620"/>
                    </a:cubicBezTo>
                    <a:cubicBezTo>
                      <a:pt x="1028" y="1616"/>
                      <a:pt x="1032" y="1616"/>
                      <a:pt x="1035" y="1616"/>
                    </a:cubicBezTo>
                    <a:cubicBezTo>
                      <a:pt x="1036" y="1620"/>
                      <a:pt x="1036" y="1623"/>
                      <a:pt x="1037" y="1626"/>
                    </a:cubicBezTo>
                    <a:cubicBezTo>
                      <a:pt x="1037" y="1629"/>
                      <a:pt x="1040" y="1636"/>
                      <a:pt x="1043" y="1633"/>
                    </a:cubicBezTo>
                    <a:cubicBezTo>
                      <a:pt x="1046" y="1631"/>
                      <a:pt x="1045" y="1626"/>
                      <a:pt x="1045" y="1623"/>
                    </a:cubicBezTo>
                    <a:cubicBezTo>
                      <a:pt x="1046" y="1619"/>
                      <a:pt x="1049" y="1615"/>
                      <a:pt x="1053" y="1616"/>
                    </a:cubicBezTo>
                    <a:cubicBezTo>
                      <a:pt x="1052" y="1619"/>
                      <a:pt x="1052" y="1621"/>
                      <a:pt x="1052" y="1624"/>
                    </a:cubicBezTo>
                    <a:cubicBezTo>
                      <a:pt x="1051" y="1633"/>
                      <a:pt x="1049" y="1645"/>
                      <a:pt x="1054" y="1653"/>
                    </a:cubicBezTo>
                    <a:cubicBezTo>
                      <a:pt x="1056" y="1657"/>
                      <a:pt x="1059" y="1661"/>
                      <a:pt x="1062" y="1664"/>
                    </a:cubicBezTo>
                    <a:cubicBezTo>
                      <a:pt x="1066" y="1669"/>
                      <a:pt x="1072" y="1670"/>
                      <a:pt x="1078" y="1672"/>
                    </a:cubicBezTo>
                    <a:cubicBezTo>
                      <a:pt x="1083" y="1674"/>
                      <a:pt x="1090" y="1678"/>
                      <a:pt x="1089" y="1685"/>
                    </a:cubicBezTo>
                    <a:cubicBezTo>
                      <a:pt x="1089" y="1691"/>
                      <a:pt x="1083" y="1689"/>
                      <a:pt x="1079" y="1687"/>
                    </a:cubicBezTo>
                    <a:cubicBezTo>
                      <a:pt x="1074" y="1684"/>
                      <a:pt x="1071" y="1686"/>
                      <a:pt x="1068" y="1690"/>
                    </a:cubicBezTo>
                    <a:cubicBezTo>
                      <a:pt x="1066" y="1692"/>
                      <a:pt x="1065" y="1695"/>
                      <a:pt x="1063" y="1694"/>
                    </a:cubicBezTo>
                    <a:cubicBezTo>
                      <a:pt x="1061" y="1694"/>
                      <a:pt x="1060" y="1691"/>
                      <a:pt x="1059" y="1690"/>
                    </a:cubicBezTo>
                    <a:cubicBezTo>
                      <a:pt x="1058" y="1688"/>
                      <a:pt x="1055" y="1678"/>
                      <a:pt x="1052" y="1683"/>
                    </a:cubicBezTo>
                    <a:cubicBezTo>
                      <a:pt x="1049" y="1688"/>
                      <a:pt x="1048" y="1694"/>
                      <a:pt x="1044" y="1698"/>
                    </a:cubicBezTo>
                    <a:cubicBezTo>
                      <a:pt x="1040" y="1702"/>
                      <a:pt x="1032" y="1701"/>
                      <a:pt x="1027" y="1700"/>
                    </a:cubicBezTo>
                    <a:cubicBezTo>
                      <a:pt x="1024" y="1700"/>
                      <a:pt x="1021" y="1699"/>
                      <a:pt x="1018" y="1698"/>
                    </a:cubicBezTo>
                    <a:cubicBezTo>
                      <a:pt x="1016" y="1697"/>
                      <a:pt x="1014" y="1696"/>
                      <a:pt x="1011" y="1696"/>
                    </a:cubicBezTo>
                    <a:cubicBezTo>
                      <a:pt x="1007" y="1697"/>
                      <a:pt x="1003" y="1702"/>
                      <a:pt x="999" y="1704"/>
                    </a:cubicBezTo>
                    <a:cubicBezTo>
                      <a:pt x="994" y="1707"/>
                      <a:pt x="990" y="1704"/>
                      <a:pt x="990" y="1698"/>
                    </a:cubicBezTo>
                    <a:cubicBezTo>
                      <a:pt x="989" y="1693"/>
                      <a:pt x="991" y="1686"/>
                      <a:pt x="988" y="1681"/>
                    </a:cubicBezTo>
                    <a:cubicBezTo>
                      <a:pt x="986" y="1677"/>
                      <a:pt x="982" y="1675"/>
                      <a:pt x="977" y="1674"/>
                    </a:cubicBezTo>
                    <a:cubicBezTo>
                      <a:pt x="972" y="1673"/>
                      <a:pt x="967" y="1672"/>
                      <a:pt x="964" y="1668"/>
                    </a:cubicBezTo>
                    <a:cubicBezTo>
                      <a:pt x="962" y="1665"/>
                      <a:pt x="959" y="1656"/>
                      <a:pt x="963" y="1654"/>
                    </a:cubicBezTo>
                    <a:cubicBezTo>
                      <a:pt x="967" y="1652"/>
                      <a:pt x="970" y="1661"/>
                      <a:pt x="970" y="1663"/>
                    </a:cubicBezTo>
                    <a:cubicBezTo>
                      <a:pt x="971" y="1665"/>
                      <a:pt x="972" y="1668"/>
                      <a:pt x="973" y="1669"/>
                    </a:cubicBezTo>
                    <a:cubicBezTo>
                      <a:pt x="975" y="1671"/>
                      <a:pt x="977" y="1672"/>
                      <a:pt x="979" y="1673"/>
                    </a:cubicBezTo>
                    <a:cubicBezTo>
                      <a:pt x="980" y="1673"/>
                      <a:pt x="981" y="1673"/>
                      <a:pt x="982" y="1674"/>
                    </a:cubicBezTo>
                    <a:cubicBezTo>
                      <a:pt x="986" y="1675"/>
                      <a:pt x="992" y="1674"/>
                      <a:pt x="996" y="1672"/>
                    </a:cubicBezTo>
                    <a:cubicBezTo>
                      <a:pt x="997" y="1667"/>
                      <a:pt x="992" y="1662"/>
                      <a:pt x="989" y="1657"/>
                    </a:cubicBezTo>
                    <a:cubicBezTo>
                      <a:pt x="985" y="1652"/>
                      <a:pt x="978" y="1650"/>
                      <a:pt x="972" y="1648"/>
                    </a:cubicBezTo>
                    <a:cubicBezTo>
                      <a:pt x="967" y="1646"/>
                      <a:pt x="960" y="1646"/>
                      <a:pt x="957" y="1641"/>
                    </a:cubicBezTo>
                    <a:cubicBezTo>
                      <a:pt x="954" y="1636"/>
                      <a:pt x="956" y="1630"/>
                      <a:pt x="962" y="1629"/>
                    </a:cubicBezTo>
                    <a:close/>
                    <a:moveTo>
                      <a:pt x="689" y="1036"/>
                    </a:moveTo>
                    <a:cubicBezTo>
                      <a:pt x="691" y="1037"/>
                      <a:pt x="694" y="1038"/>
                      <a:pt x="696" y="1036"/>
                    </a:cubicBezTo>
                    <a:cubicBezTo>
                      <a:pt x="697" y="1034"/>
                      <a:pt x="698" y="1031"/>
                      <a:pt x="700" y="1029"/>
                    </a:cubicBezTo>
                    <a:cubicBezTo>
                      <a:pt x="702" y="1026"/>
                      <a:pt x="705" y="1024"/>
                      <a:pt x="707" y="1020"/>
                    </a:cubicBezTo>
                    <a:cubicBezTo>
                      <a:pt x="708" y="1016"/>
                      <a:pt x="710" y="1010"/>
                      <a:pt x="714" y="1008"/>
                    </a:cubicBezTo>
                    <a:cubicBezTo>
                      <a:pt x="719" y="1006"/>
                      <a:pt x="725" y="1008"/>
                      <a:pt x="730" y="1008"/>
                    </a:cubicBezTo>
                    <a:cubicBezTo>
                      <a:pt x="734" y="1008"/>
                      <a:pt x="738" y="1006"/>
                      <a:pt x="742" y="1003"/>
                    </a:cubicBezTo>
                    <a:cubicBezTo>
                      <a:pt x="745" y="1001"/>
                      <a:pt x="748" y="1001"/>
                      <a:pt x="751" y="1000"/>
                    </a:cubicBezTo>
                    <a:cubicBezTo>
                      <a:pt x="754" y="1000"/>
                      <a:pt x="757" y="1000"/>
                      <a:pt x="758" y="997"/>
                    </a:cubicBezTo>
                    <a:cubicBezTo>
                      <a:pt x="759" y="994"/>
                      <a:pt x="757" y="992"/>
                      <a:pt x="757" y="990"/>
                    </a:cubicBezTo>
                    <a:cubicBezTo>
                      <a:pt x="756" y="987"/>
                      <a:pt x="761" y="989"/>
                      <a:pt x="762" y="989"/>
                    </a:cubicBezTo>
                    <a:cubicBezTo>
                      <a:pt x="765" y="991"/>
                      <a:pt x="770" y="993"/>
                      <a:pt x="771" y="997"/>
                    </a:cubicBezTo>
                    <a:cubicBezTo>
                      <a:pt x="772" y="1000"/>
                      <a:pt x="767" y="1001"/>
                      <a:pt x="765" y="1001"/>
                    </a:cubicBezTo>
                    <a:cubicBezTo>
                      <a:pt x="762" y="1001"/>
                      <a:pt x="758" y="1001"/>
                      <a:pt x="755" y="1003"/>
                    </a:cubicBezTo>
                    <a:cubicBezTo>
                      <a:pt x="752" y="1004"/>
                      <a:pt x="751" y="1006"/>
                      <a:pt x="749" y="1008"/>
                    </a:cubicBezTo>
                    <a:cubicBezTo>
                      <a:pt x="745" y="1012"/>
                      <a:pt x="741" y="1015"/>
                      <a:pt x="738" y="1019"/>
                    </a:cubicBezTo>
                    <a:cubicBezTo>
                      <a:pt x="736" y="1021"/>
                      <a:pt x="734" y="1023"/>
                      <a:pt x="731" y="1025"/>
                    </a:cubicBezTo>
                    <a:cubicBezTo>
                      <a:pt x="729" y="1026"/>
                      <a:pt x="726" y="1026"/>
                      <a:pt x="723" y="1028"/>
                    </a:cubicBezTo>
                    <a:cubicBezTo>
                      <a:pt x="723" y="1028"/>
                      <a:pt x="722" y="1029"/>
                      <a:pt x="721" y="1030"/>
                    </a:cubicBezTo>
                    <a:cubicBezTo>
                      <a:pt x="720" y="1030"/>
                      <a:pt x="719" y="1032"/>
                      <a:pt x="718" y="1032"/>
                    </a:cubicBezTo>
                    <a:cubicBezTo>
                      <a:pt x="716" y="1032"/>
                      <a:pt x="715" y="1032"/>
                      <a:pt x="713" y="1032"/>
                    </a:cubicBezTo>
                    <a:cubicBezTo>
                      <a:pt x="711" y="1032"/>
                      <a:pt x="709" y="1034"/>
                      <a:pt x="707" y="1035"/>
                    </a:cubicBezTo>
                    <a:cubicBezTo>
                      <a:pt x="707" y="1036"/>
                      <a:pt x="706" y="1037"/>
                      <a:pt x="706" y="1038"/>
                    </a:cubicBezTo>
                    <a:cubicBezTo>
                      <a:pt x="706" y="1039"/>
                      <a:pt x="706" y="1039"/>
                      <a:pt x="706" y="1040"/>
                    </a:cubicBezTo>
                    <a:cubicBezTo>
                      <a:pt x="706" y="1042"/>
                      <a:pt x="705" y="1043"/>
                      <a:pt x="704" y="1044"/>
                    </a:cubicBezTo>
                    <a:cubicBezTo>
                      <a:pt x="704" y="1045"/>
                      <a:pt x="703" y="1046"/>
                      <a:pt x="702" y="1045"/>
                    </a:cubicBezTo>
                    <a:cubicBezTo>
                      <a:pt x="701" y="1044"/>
                      <a:pt x="701" y="1042"/>
                      <a:pt x="699" y="1042"/>
                    </a:cubicBezTo>
                    <a:cubicBezTo>
                      <a:pt x="696" y="1042"/>
                      <a:pt x="696" y="1044"/>
                      <a:pt x="695" y="1046"/>
                    </a:cubicBezTo>
                    <a:cubicBezTo>
                      <a:pt x="694" y="1049"/>
                      <a:pt x="691" y="1048"/>
                      <a:pt x="689" y="1047"/>
                    </a:cubicBezTo>
                    <a:cubicBezTo>
                      <a:pt x="691" y="1045"/>
                      <a:pt x="691" y="1042"/>
                      <a:pt x="690" y="1040"/>
                    </a:cubicBezTo>
                    <a:cubicBezTo>
                      <a:pt x="689" y="1039"/>
                      <a:pt x="687" y="1036"/>
                      <a:pt x="689" y="1036"/>
                    </a:cubicBezTo>
                    <a:close/>
                    <a:moveTo>
                      <a:pt x="598" y="951"/>
                    </a:moveTo>
                    <a:cubicBezTo>
                      <a:pt x="599" y="949"/>
                      <a:pt x="603" y="949"/>
                      <a:pt x="605" y="948"/>
                    </a:cubicBezTo>
                    <a:cubicBezTo>
                      <a:pt x="607" y="947"/>
                      <a:pt x="608" y="947"/>
                      <a:pt x="610" y="946"/>
                    </a:cubicBezTo>
                    <a:cubicBezTo>
                      <a:pt x="611" y="945"/>
                      <a:pt x="612" y="944"/>
                      <a:pt x="613" y="944"/>
                    </a:cubicBezTo>
                    <a:cubicBezTo>
                      <a:pt x="616" y="943"/>
                      <a:pt x="615" y="946"/>
                      <a:pt x="615" y="947"/>
                    </a:cubicBezTo>
                    <a:cubicBezTo>
                      <a:pt x="614" y="950"/>
                      <a:pt x="615" y="952"/>
                      <a:pt x="617" y="955"/>
                    </a:cubicBezTo>
                    <a:cubicBezTo>
                      <a:pt x="618" y="958"/>
                      <a:pt x="619" y="960"/>
                      <a:pt x="620" y="964"/>
                    </a:cubicBezTo>
                    <a:cubicBezTo>
                      <a:pt x="621" y="967"/>
                      <a:pt x="622" y="968"/>
                      <a:pt x="626" y="967"/>
                    </a:cubicBezTo>
                    <a:cubicBezTo>
                      <a:pt x="629" y="966"/>
                      <a:pt x="631" y="964"/>
                      <a:pt x="634" y="962"/>
                    </a:cubicBezTo>
                    <a:cubicBezTo>
                      <a:pt x="636" y="961"/>
                      <a:pt x="637" y="961"/>
                      <a:pt x="638" y="962"/>
                    </a:cubicBezTo>
                    <a:cubicBezTo>
                      <a:pt x="640" y="963"/>
                      <a:pt x="643" y="964"/>
                      <a:pt x="641" y="966"/>
                    </a:cubicBezTo>
                    <a:cubicBezTo>
                      <a:pt x="639" y="968"/>
                      <a:pt x="635" y="967"/>
                      <a:pt x="633" y="969"/>
                    </a:cubicBezTo>
                    <a:cubicBezTo>
                      <a:pt x="630" y="971"/>
                      <a:pt x="632" y="976"/>
                      <a:pt x="633" y="978"/>
                    </a:cubicBezTo>
                    <a:cubicBezTo>
                      <a:pt x="634" y="982"/>
                      <a:pt x="636" y="983"/>
                      <a:pt x="639" y="981"/>
                    </a:cubicBezTo>
                    <a:cubicBezTo>
                      <a:pt x="640" y="981"/>
                      <a:pt x="645" y="977"/>
                      <a:pt x="646" y="979"/>
                    </a:cubicBezTo>
                    <a:cubicBezTo>
                      <a:pt x="646" y="980"/>
                      <a:pt x="645" y="983"/>
                      <a:pt x="645" y="984"/>
                    </a:cubicBezTo>
                    <a:cubicBezTo>
                      <a:pt x="645" y="986"/>
                      <a:pt x="645" y="988"/>
                      <a:pt x="645" y="989"/>
                    </a:cubicBezTo>
                    <a:cubicBezTo>
                      <a:pt x="647" y="992"/>
                      <a:pt x="651" y="990"/>
                      <a:pt x="653" y="989"/>
                    </a:cubicBezTo>
                    <a:cubicBezTo>
                      <a:pt x="655" y="988"/>
                      <a:pt x="656" y="986"/>
                      <a:pt x="657" y="987"/>
                    </a:cubicBezTo>
                    <a:cubicBezTo>
                      <a:pt x="659" y="988"/>
                      <a:pt x="661" y="991"/>
                      <a:pt x="662" y="993"/>
                    </a:cubicBezTo>
                    <a:cubicBezTo>
                      <a:pt x="662" y="994"/>
                      <a:pt x="662" y="995"/>
                      <a:pt x="661" y="996"/>
                    </a:cubicBezTo>
                    <a:cubicBezTo>
                      <a:pt x="661" y="997"/>
                      <a:pt x="660" y="998"/>
                      <a:pt x="660" y="999"/>
                    </a:cubicBezTo>
                    <a:cubicBezTo>
                      <a:pt x="660" y="1000"/>
                      <a:pt x="665" y="1000"/>
                      <a:pt x="667" y="1000"/>
                    </a:cubicBezTo>
                    <a:cubicBezTo>
                      <a:pt x="670" y="1001"/>
                      <a:pt x="666" y="1004"/>
                      <a:pt x="665" y="1005"/>
                    </a:cubicBezTo>
                    <a:cubicBezTo>
                      <a:pt x="663" y="1008"/>
                      <a:pt x="664" y="1009"/>
                      <a:pt x="666" y="1011"/>
                    </a:cubicBezTo>
                    <a:cubicBezTo>
                      <a:pt x="668" y="1014"/>
                      <a:pt x="668" y="1017"/>
                      <a:pt x="667" y="1020"/>
                    </a:cubicBezTo>
                    <a:cubicBezTo>
                      <a:pt x="667" y="1020"/>
                      <a:pt x="665" y="1019"/>
                      <a:pt x="664" y="1020"/>
                    </a:cubicBezTo>
                    <a:cubicBezTo>
                      <a:pt x="663" y="1021"/>
                      <a:pt x="664" y="1022"/>
                      <a:pt x="665" y="1022"/>
                    </a:cubicBezTo>
                    <a:cubicBezTo>
                      <a:pt x="666" y="1023"/>
                      <a:pt x="667" y="1023"/>
                      <a:pt x="668" y="1023"/>
                    </a:cubicBezTo>
                    <a:cubicBezTo>
                      <a:pt x="669" y="1023"/>
                      <a:pt x="670" y="1024"/>
                      <a:pt x="670" y="1025"/>
                    </a:cubicBezTo>
                    <a:cubicBezTo>
                      <a:pt x="669" y="1027"/>
                      <a:pt x="666" y="1026"/>
                      <a:pt x="664" y="1027"/>
                    </a:cubicBezTo>
                    <a:cubicBezTo>
                      <a:pt x="664" y="1028"/>
                      <a:pt x="663" y="1028"/>
                      <a:pt x="662" y="1028"/>
                    </a:cubicBezTo>
                    <a:cubicBezTo>
                      <a:pt x="662" y="1029"/>
                      <a:pt x="661" y="1028"/>
                      <a:pt x="661" y="1029"/>
                    </a:cubicBezTo>
                    <a:cubicBezTo>
                      <a:pt x="660" y="1029"/>
                      <a:pt x="660" y="1030"/>
                      <a:pt x="659" y="1030"/>
                    </a:cubicBezTo>
                    <a:cubicBezTo>
                      <a:pt x="659" y="1030"/>
                      <a:pt x="658" y="1030"/>
                      <a:pt x="658" y="1031"/>
                    </a:cubicBezTo>
                    <a:cubicBezTo>
                      <a:pt x="657" y="1031"/>
                      <a:pt x="656" y="1033"/>
                      <a:pt x="655" y="1034"/>
                    </a:cubicBezTo>
                    <a:cubicBezTo>
                      <a:pt x="655" y="1034"/>
                      <a:pt x="654" y="1035"/>
                      <a:pt x="654" y="1036"/>
                    </a:cubicBezTo>
                    <a:cubicBezTo>
                      <a:pt x="653" y="1037"/>
                      <a:pt x="653" y="1037"/>
                      <a:pt x="653" y="1039"/>
                    </a:cubicBezTo>
                    <a:cubicBezTo>
                      <a:pt x="653" y="1039"/>
                      <a:pt x="653" y="1040"/>
                      <a:pt x="653" y="1041"/>
                    </a:cubicBezTo>
                    <a:cubicBezTo>
                      <a:pt x="652" y="1043"/>
                      <a:pt x="650" y="1046"/>
                      <a:pt x="647" y="1046"/>
                    </a:cubicBezTo>
                    <a:cubicBezTo>
                      <a:pt x="646" y="1045"/>
                      <a:pt x="645" y="1044"/>
                      <a:pt x="644" y="1044"/>
                    </a:cubicBezTo>
                    <a:cubicBezTo>
                      <a:pt x="642" y="1044"/>
                      <a:pt x="642" y="1045"/>
                      <a:pt x="640" y="1046"/>
                    </a:cubicBezTo>
                    <a:cubicBezTo>
                      <a:pt x="638" y="1047"/>
                      <a:pt x="636" y="1043"/>
                      <a:pt x="636" y="1041"/>
                    </a:cubicBezTo>
                    <a:cubicBezTo>
                      <a:pt x="636" y="1040"/>
                      <a:pt x="636" y="1040"/>
                      <a:pt x="637" y="1039"/>
                    </a:cubicBezTo>
                    <a:cubicBezTo>
                      <a:pt x="637" y="1038"/>
                      <a:pt x="638" y="1037"/>
                      <a:pt x="637" y="1037"/>
                    </a:cubicBezTo>
                    <a:cubicBezTo>
                      <a:pt x="636" y="1036"/>
                      <a:pt x="636" y="1037"/>
                      <a:pt x="636" y="1036"/>
                    </a:cubicBezTo>
                    <a:cubicBezTo>
                      <a:pt x="636" y="1036"/>
                      <a:pt x="636" y="1035"/>
                      <a:pt x="636" y="1035"/>
                    </a:cubicBezTo>
                    <a:cubicBezTo>
                      <a:pt x="636" y="1033"/>
                      <a:pt x="638" y="1034"/>
                      <a:pt x="639" y="1034"/>
                    </a:cubicBezTo>
                    <a:cubicBezTo>
                      <a:pt x="640" y="1034"/>
                      <a:pt x="641" y="1034"/>
                      <a:pt x="642" y="1033"/>
                    </a:cubicBezTo>
                    <a:cubicBezTo>
                      <a:pt x="642" y="1033"/>
                      <a:pt x="643" y="1031"/>
                      <a:pt x="644" y="1031"/>
                    </a:cubicBezTo>
                    <a:cubicBezTo>
                      <a:pt x="644" y="1030"/>
                      <a:pt x="645" y="1028"/>
                      <a:pt x="645" y="1027"/>
                    </a:cubicBezTo>
                    <a:cubicBezTo>
                      <a:pt x="644" y="1027"/>
                      <a:pt x="642" y="1027"/>
                      <a:pt x="642" y="1027"/>
                    </a:cubicBezTo>
                    <a:cubicBezTo>
                      <a:pt x="640" y="1027"/>
                      <a:pt x="640" y="1028"/>
                      <a:pt x="638" y="1029"/>
                    </a:cubicBezTo>
                    <a:cubicBezTo>
                      <a:pt x="638" y="1030"/>
                      <a:pt x="636" y="1030"/>
                      <a:pt x="635" y="1030"/>
                    </a:cubicBezTo>
                    <a:cubicBezTo>
                      <a:pt x="634" y="1031"/>
                      <a:pt x="633" y="1030"/>
                      <a:pt x="632" y="1029"/>
                    </a:cubicBezTo>
                    <a:cubicBezTo>
                      <a:pt x="631" y="1028"/>
                      <a:pt x="632" y="1027"/>
                      <a:pt x="632" y="1025"/>
                    </a:cubicBezTo>
                    <a:cubicBezTo>
                      <a:pt x="630" y="1025"/>
                      <a:pt x="628" y="1024"/>
                      <a:pt x="628" y="1021"/>
                    </a:cubicBezTo>
                    <a:cubicBezTo>
                      <a:pt x="628" y="1018"/>
                      <a:pt x="630" y="1016"/>
                      <a:pt x="633" y="1014"/>
                    </a:cubicBezTo>
                    <a:cubicBezTo>
                      <a:pt x="635" y="1013"/>
                      <a:pt x="638" y="1013"/>
                      <a:pt x="641" y="1013"/>
                    </a:cubicBezTo>
                    <a:cubicBezTo>
                      <a:pt x="644" y="1014"/>
                      <a:pt x="647" y="1013"/>
                      <a:pt x="648" y="1011"/>
                    </a:cubicBezTo>
                    <a:cubicBezTo>
                      <a:pt x="650" y="1005"/>
                      <a:pt x="638" y="1008"/>
                      <a:pt x="636" y="1006"/>
                    </a:cubicBezTo>
                    <a:cubicBezTo>
                      <a:pt x="633" y="1003"/>
                      <a:pt x="643" y="995"/>
                      <a:pt x="637" y="993"/>
                    </a:cubicBezTo>
                    <a:cubicBezTo>
                      <a:pt x="634" y="992"/>
                      <a:pt x="632" y="995"/>
                      <a:pt x="630" y="996"/>
                    </a:cubicBezTo>
                    <a:cubicBezTo>
                      <a:pt x="628" y="998"/>
                      <a:pt x="626" y="997"/>
                      <a:pt x="625" y="995"/>
                    </a:cubicBezTo>
                    <a:cubicBezTo>
                      <a:pt x="622" y="990"/>
                      <a:pt x="623" y="985"/>
                      <a:pt x="623" y="979"/>
                    </a:cubicBezTo>
                    <a:cubicBezTo>
                      <a:pt x="623" y="978"/>
                      <a:pt x="623" y="976"/>
                      <a:pt x="623" y="974"/>
                    </a:cubicBezTo>
                    <a:cubicBezTo>
                      <a:pt x="623" y="974"/>
                      <a:pt x="624" y="972"/>
                      <a:pt x="623" y="972"/>
                    </a:cubicBezTo>
                    <a:cubicBezTo>
                      <a:pt x="623" y="971"/>
                      <a:pt x="622" y="972"/>
                      <a:pt x="621" y="972"/>
                    </a:cubicBezTo>
                    <a:cubicBezTo>
                      <a:pt x="620" y="973"/>
                      <a:pt x="618" y="974"/>
                      <a:pt x="617" y="974"/>
                    </a:cubicBezTo>
                    <a:cubicBezTo>
                      <a:pt x="614" y="974"/>
                      <a:pt x="611" y="972"/>
                      <a:pt x="612" y="968"/>
                    </a:cubicBezTo>
                    <a:cubicBezTo>
                      <a:pt x="612" y="966"/>
                      <a:pt x="614" y="964"/>
                      <a:pt x="614" y="961"/>
                    </a:cubicBezTo>
                    <a:cubicBezTo>
                      <a:pt x="614" y="958"/>
                      <a:pt x="611" y="956"/>
                      <a:pt x="608" y="956"/>
                    </a:cubicBezTo>
                    <a:cubicBezTo>
                      <a:pt x="606" y="955"/>
                      <a:pt x="603" y="955"/>
                      <a:pt x="601" y="955"/>
                    </a:cubicBezTo>
                    <a:cubicBezTo>
                      <a:pt x="600" y="955"/>
                      <a:pt x="597" y="953"/>
                      <a:pt x="598" y="951"/>
                    </a:cubicBezTo>
                    <a:close/>
                    <a:moveTo>
                      <a:pt x="407" y="586"/>
                    </a:moveTo>
                    <a:cubicBezTo>
                      <a:pt x="409" y="584"/>
                      <a:pt x="410" y="582"/>
                      <a:pt x="413" y="581"/>
                    </a:cubicBezTo>
                    <a:cubicBezTo>
                      <a:pt x="414" y="581"/>
                      <a:pt x="416" y="580"/>
                      <a:pt x="417" y="580"/>
                    </a:cubicBezTo>
                    <a:cubicBezTo>
                      <a:pt x="419" y="579"/>
                      <a:pt x="421" y="579"/>
                      <a:pt x="423" y="579"/>
                    </a:cubicBezTo>
                    <a:cubicBezTo>
                      <a:pt x="427" y="580"/>
                      <a:pt x="431" y="580"/>
                      <a:pt x="433" y="584"/>
                    </a:cubicBezTo>
                    <a:cubicBezTo>
                      <a:pt x="434" y="584"/>
                      <a:pt x="434" y="585"/>
                      <a:pt x="434" y="586"/>
                    </a:cubicBezTo>
                    <a:cubicBezTo>
                      <a:pt x="434" y="587"/>
                      <a:pt x="433" y="587"/>
                      <a:pt x="433" y="588"/>
                    </a:cubicBezTo>
                    <a:cubicBezTo>
                      <a:pt x="433" y="589"/>
                      <a:pt x="436" y="590"/>
                      <a:pt x="436" y="590"/>
                    </a:cubicBezTo>
                    <a:cubicBezTo>
                      <a:pt x="439" y="592"/>
                      <a:pt x="443" y="597"/>
                      <a:pt x="441" y="600"/>
                    </a:cubicBezTo>
                    <a:cubicBezTo>
                      <a:pt x="439" y="602"/>
                      <a:pt x="437" y="601"/>
                      <a:pt x="435" y="600"/>
                    </a:cubicBezTo>
                    <a:cubicBezTo>
                      <a:pt x="433" y="599"/>
                      <a:pt x="429" y="598"/>
                      <a:pt x="427" y="596"/>
                    </a:cubicBezTo>
                    <a:cubicBezTo>
                      <a:pt x="426" y="593"/>
                      <a:pt x="425" y="591"/>
                      <a:pt x="422" y="590"/>
                    </a:cubicBezTo>
                    <a:cubicBezTo>
                      <a:pt x="421" y="590"/>
                      <a:pt x="420" y="589"/>
                      <a:pt x="419" y="589"/>
                    </a:cubicBezTo>
                    <a:cubicBezTo>
                      <a:pt x="419" y="589"/>
                      <a:pt x="418" y="590"/>
                      <a:pt x="418" y="590"/>
                    </a:cubicBezTo>
                    <a:cubicBezTo>
                      <a:pt x="417" y="590"/>
                      <a:pt x="416" y="590"/>
                      <a:pt x="416" y="590"/>
                    </a:cubicBezTo>
                    <a:cubicBezTo>
                      <a:pt x="415" y="591"/>
                      <a:pt x="414" y="591"/>
                      <a:pt x="414" y="592"/>
                    </a:cubicBezTo>
                    <a:cubicBezTo>
                      <a:pt x="413" y="593"/>
                      <a:pt x="413" y="594"/>
                      <a:pt x="413" y="594"/>
                    </a:cubicBezTo>
                    <a:cubicBezTo>
                      <a:pt x="413" y="596"/>
                      <a:pt x="412" y="597"/>
                      <a:pt x="410" y="597"/>
                    </a:cubicBezTo>
                    <a:cubicBezTo>
                      <a:pt x="409" y="597"/>
                      <a:pt x="408" y="596"/>
                      <a:pt x="407" y="595"/>
                    </a:cubicBezTo>
                    <a:cubicBezTo>
                      <a:pt x="406" y="595"/>
                      <a:pt x="405" y="594"/>
                      <a:pt x="404" y="594"/>
                    </a:cubicBezTo>
                    <a:cubicBezTo>
                      <a:pt x="402" y="592"/>
                      <a:pt x="406" y="588"/>
                      <a:pt x="407" y="586"/>
                    </a:cubicBezTo>
                    <a:close/>
                    <a:moveTo>
                      <a:pt x="313" y="586"/>
                    </a:moveTo>
                    <a:cubicBezTo>
                      <a:pt x="315" y="586"/>
                      <a:pt x="316" y="586"/>
                      <a:pt x="317" y="585"/>
                    </a:cubicBezTo>
                    <a:cubicBezTo>
                      <a:pt x="319" y="585"/>
                      <a:pt x="320" y="585"/>
                      <a:pt x="322" y="585"/>
                    </a:cubicBezTo>
                    <a:cubicBezTo>
                      <a:pt x="323" y="585"/>
                      <a:pt x="327" y="587"/>
                      <a:pt x="326" y="589"/>
                    </a:cubicBezTo>
                    <a:cubicBezTo>
                      <a:pt x="325" y="590"/>
                      <a:pt x="323" y="591"/>
                      <a:pt x="322" y="591"/>
                    </a:cubicBezTo>
                    <a:cubicBezTo>
                      <a:pt x="320" y="592"/>
                      <a:pt x="318" y="592"/>
                      <a:pt x="315" y="593"/>
                    </a:cubicBezTo>
                    <a:cubicBezTo>
                      <a:pt x="313" y="594"/>
                      <a:pt x="311" y="594"/>
                      <a:pt x="310" y="592"/>
                    </a:cubicBezTo>
                    <a:cubicBezTo>
                      <a:pt x="309" y="589"/>
                      <a:pt x="311" y="587"/>
                      <a:pt x="313" y="586"/>
                    </a:cubicBezTo>
                    <a:close/>
                    <a:moveTo>
                      <a:pt x="339" y="624"/>
                    </a:moveTo>
                    <a:cubicBezTo>
                      <a:pt x="339" y="625"/>
                      <a:pt x="340" y="625"/>
                      <a:pt x="341" y="626"/>
                    </a:cubicBezTo>
                    <a:cubicBezTo>
                      <a:pt x="342" y="627"/>
                      <a:pt x="342" y="629"/>
                      <a:pt x="341" y="630"/>
                    </a:cubicBezTo>
                    <a:cubicBezTo>
                      <a:pt x="340" y="631"/>
                      <a:pt x="338" y="632"/>
                      <a:pt x="336" y="632"/>
                    </a:cubicBezTo>
                    <a:cubicBezTo>
                      <a:pt x="335" y="631"/>
                      <a:pt x="334" y="630"/>
                      <a:pt x="334" y="628"/>
                    </a:cubicBezTo>
                    <a:cubicBezTo>
                      <a:pt x="333" y="627"/>
                      <a:pt x="333" y="627"/>
                      <a:pt x="332" y="627"/>
                    </a:cubicBezTo>
                    <a:cubicBezTo>
                      <a:pt x="330" y="626"/>
                      <a:pt x="328" y="627"/>
                      <a:pt x="326" y="626"/>
                    </a:cubicBezTo>
                    <a:cubicBezTo>
                      <a:pt x="325" y="625"/>
                      <a:pt x="325" y="624"/>
                      <a:pt x="326" y="623"/>
                    </a:cubicBezTo>
                    <a:cubicBezTo>
                      <a:pt x="326" y="622"/>
                      <a:pt x="326" y="621"/>
                      <a:pt x="325" y="620"/>
                    </a:cubicBezTo>
                    <a:cubicBezTo>
                      <a:pt x="325" y="619"/>
                      <a:pt x="324" y="618"/>
                      <a:pt x="324" y="618"/>
                    </a:cubicBezTo>
                    <a:cubicBezTo>
                      <a:pt x="322" y="618"/>
                      <a:pt x="322" y="620"/>
                      <a:pt x="322" y="621"/>
                    </a:cubicBezTo>
                    <a:cubicBezTo>
                      <a:pt x="322" y="622"/>
                      <a:pt x="322" y="623"/>
                      <a:pt x="321" y="624"/>
                    </a:cubicBezTo>
                    <a:cubicBezTo>
                      <a:pt x="318" y="626"/>
                      <a:pt x="318" y="621"/>
                      <a:pt x="318" y="620"/>
                    </a:cubicBezTo>
                    <a:cubicBezTo>
                      <a:pt x="316" y="618"/>
                      <a:pt x="313" y="619"/>
                      <a:pt x="312" y="621"/>
                    </a:cubicBezTo>
                    <a:cubicBezTo>
                      <a:pt x="312" y="623"/>
                      <a:pt x="313" y="627"/>
                      <a:pt x="310" y="626"/>
                    </a:cubicBezTo>
                    <a:cubicBezTo>
                      <a:pt x="309" y="626"/>
                      <a:pt x="308" y="625"/>
                      <a:pt x="307" y="626"/>
                    </a:cubicBezTo>
                    <a:cubicBezTo>
                      <a:pt x="306" y="627"/>
                      <a:pt x="306" y="628"/>
                      <a:pt x="306" y="629"/>
                    </a:cubicBezTo>
                    <a:cubicBezTo>
                      <a:pt x="305" y="633"/>
                      <a:pt x="302" y="631"/>
                      <a:pt x="300" y="629"/>
                    </a:cubicBezTo>
                    <a:cubicBezTo>
                      <a:pt x="298" y="627"/>
                      <a:pt x="298" y="625"/>
                      <a:pt x="299" y="622"/>
                    </a:cubicBezTo>
                    <a:cubicBezTo>
                      <a:pt x="300" y="620"/>
                      <a:pt x="301" y="619"/>
                      <a:pt x="303" y="619"/>
                    </a:cubicBezTo>
                    <a:cubicBezTo>
                      <a:pt x="304" y="619"/>
                      <a:pt x="306" y="619"/>
                      <a:pt x="307" y="618"/>
                    </a:cubicBezTo>
                    <a:cubicBezTo>
                      <a:pt x="309" y="616"/>
                      <a:pt x="309" y="611"/>
                      <a:pt x="306" y="610"/>
                    </a:cubicBezTo>
                    <a:cubicBezTo>
                      <a:pt x="304" y="609"/>
                      <a:pt x="300" y="610"/>
                      <a:pt x="299" y="608"/>
                    </a:cubicBezTo>
                    <a:cubicBezTo>
                      <a:pt x="298" y="606"/>
                      <a:pt x="299" y="604"/>
                      <a:pt x="300" y="603"/>
                    </a:cubicBezTo>
                    <a:cubicBezTo>
                      <a:pt x="301" y="601"/>
                      <a:pt x="303" y="599"/>
                      <a:pt x="305" y="598"/>
                    </a:cubicBezTo>
                    <a:cubicBezTo>
                      <a:pt x="309" y="596"/>
                      <a:pt x="313" y="599"/>
                      <a:pt x="315" y="603"/>
                    </a:cubicBezTo>
                    <a:cubicBezTo>
                      <a:pt x="316" y="606"/>
                      <a:pt x="317" y="609"/>
                      <a:pt x="320" y="611"/>
                    </a:cubicBezTo>
                    <a:cubicBezTo>
                      <a:pt x="322" y="613"/>
                      <a:pt x="325" y="613"/>
                      <a:pt x="327" y="612"/>
                    </a:cubicBezTo>
                    <a:cubicBezTo>
                      <a:pt x="331" y="612"/>
                      <a:pt x="333" y="613"/>
                      <a:pt x="336" y="614"/>
                    </a:cubicBezTo>
                    <a:cubicBezTo>
                      <a:pt x="338" y="615"/>
                      <a:pt x="342" y="615"/>
                      <a:pt x="342" y="619"/>
                    </a:cubicBezTo>
                    <a:cubicBezTo>
                      <a:pt x="342" y="621"/>
                      <a:pt x="337" y="621"/>
                      <a:pt x="339" y="624"/>
                    </a:cubicBezTo>
                    <a:close/>
                    <a:moveTo>
                      <a:pt x="344" y="604"/>
                    </a:moveTo>
                    <a:cubicBezTo>
                      <a:pt x="342" y="603"/>
                      <a:pt x="342" y="601"/>
                      <a:pt x="341" y="600"/>
                    </a:cubicBezTo>
                    <a:cubicBezTo>
                      <a:pt x="339" y="598"/>
                      <a:pt x="337" y="598"/>
                      <a:pt x="335" y="597"/>
                    </a:cubicBezTo>
                    <a:cubicBezTo>
                      <a:pt x="333" y="597"/>
                      <a:pt x="331" y="594"/>
                      <a:pt x="333" y="593"/>
                    </a:cubicBezTo>
                    <a:cubicBezTo>
                      <a:pt x="336" y="591"/>
                      <a:pt x="339" y="594"/>
                      <a:pt x="342" y="594"/>
                    </a:cubicBezTo>
                    <a:cubicBezTo>
                      <a:pt x="343" y="593"/>
                      <a:pt x="343" y="593"/>
                      <a:pt x="344" y="592"/>
                    </a:cubicBezTo>
                    <a:cubicBezTo>
                      <a:pt x="344" y="591"/>
                      <a:pt x="346" y="591"/>
                      <a:pt x="347" y="590"/>
                    </a:cubicBezTo>
                    <a:cubicBezTo>
                      <a:pt x="348" y="590"/>
                      <a:pt x="350" y="590"/>
                      <a:pt x="352" y="590"/>
                    </a:cubicBezTo>
                    <a:cubicBezTo>
                      <a:pt x="353" y="590"/>
                      <a:pt x="353" y="591"/>
                      <a:pt x="354" y="591"/>
                    </a:cubicBezTo>
                    <a:cubicBezTo>
                      <a:pt x="355" y="592"/>
                      <a:pt x="360" y="595"/>
                      <a:pt x="359" y="597"/>
                    </a:cubicBezTo>
                    <a:cubicBezTo>
                      <a:pt x="358" y="598"/>
                      <a:pt x="353" y="598"/>
                      <a:pt x="354" y="600"/>
                    </a:cubicBezTo>
                    <a:cubicBezTo>
                      <a:pt x="354" y="601"/>
                      <a:pt x="356" y="601"/>
                      <a:pt x="358" y="601"/>
                    </a:cubicBezTo>
                    <a:cubicBezTo>
                      <a:pt x="359" y="601"/>
                      <a:pt x="360" y="600"/>
                      <a:pt x="362" y="600"/>
                    </a:cubicBezTo>
                    <a:cubicBezTo>
                      <a:pt x="364" y="600"/>
                      <a:pt x="369" y="602"/>
                      <a:pt x="369" y="599"/>
                    </a:cubicBezTo>
                    <a:cubicBezTo>
                      <a:pt x="370" y="597"/>
                      <a:pt x="368" y="594"/>
                      <a:pt x="371" y="594"/>
                    </a:cubicBezTo>
                    <a:cubicBezTo>
                      <a:pt x="373" y="593"/>
                      <a:pt x="376" y="593"/>
                      <a:pt x="377" y="590"/>
                    </a:cubicBezTo>
                    <a:cubicBezTo>
                      <a:pt x="377" y="589"/>
                      <a:pt x="377" y="589"/>
                      <a:pt x="378" y="588"/>
                    </a:cubicBezTo>
                    <a:cubicBezTo>
                      <a:pt x="378" y="587"/>
                      <a:pt x="380" y="588"/>
                      <a:pt x="381" y="588"/>
                    </a:cubicBezTo>
                    <a:cubicBezTo>
                      <a:pt x="384" y="588"/>
                      <a:pt x="384" y="591"/>
                      <a:pt x="385" y="594"/>
                    </a:cubicBezTo>
                    <a:cubicBezTo>
                      <a:pt x="385" y="596"/>
                      <a:pt x="385" y="598"/>
                      <a:pt x="388" y="597"/>
                    </a:cubicBezTo>
                    <a:cubicBezTo>
                      <a:pt x="390" y="596"/>
                      <a:pt x="391" y="594"/>
                      <a:pt x="391" y="592"/>
                    </a:cubicBezTo>
                    <a:cubicBezTo>
                      <a:pt x="392" y="590"/>
                      <a:pt x="391" y="588"/>
                      <a:pt x="391" y="586"/>
                    </a:cubicBezTo>
                    <a:cubicBezTo>
                      <a:pt x="391" y="584"/>
                      <a:pt x="392" y="583"/>
                      <a:pt x="394" y="582"/>
                    </a:cubicBezTo>
                    <a:cubicBezTo>
                      <a:pt x="395" y="581"/>
                      <a:pt x="396" y="582"/>
                      <a:pt x="396" y="583"/>
                    </a:cubicBezTo>
                    <a:cubicBezTo>
                      <a:pt x="396" y="584"/>
                      <a:pt x="396" y="585"/>
                      <a:pt x="397" y="586"/>
                    </a:cubicBezTo>
                    <a:cubicBezTo>
                      <a:pt x="397" y="586"/>
                      <a:pt x="398" y="587"/>
                      <a:pt x="399" y="588"/>
                    </a:cubicBezTo>
                    <a:cubicBezTo>
                      <a:pt x="399" y="589"/>
                      <a:pt x="398" y="591"/>
                      <a:pt x="397" y="592"/>
                    </a:cubicBezTo>
                    <a:cubicBezTo>
                      <a:pt x="397" y="594"/>
                      <a:pt x="397" y="595"/>
                      <a:pt x="397" y="597"/>
                    </a:cubicBezTo>
                    <a:cubicBezTo>
                      <a:pt x="398" y="599"/>
                      <a:pt x="398" y="602"/>
                      <a:pt x="400" y="603"/>
                    </a:cubicBezTo>
                    <a:cubicBezTo>
                      <a:pt x="402" y="604"/>
                      <a:pt x="404" y="602"/>
                      <a:pt x="405" y="602"/>
                    </a:cubicBezTo>
                    <a:cubicBezTo>
                      <a:pt x="407" y="602"/>
                      <a:pt x="409" y="603"/>
                      <a:pt x="410" y="604"/>
                    </a:cubicBezTo>
                    <a:cubicBezTo>
                      <a:pt x="411" y="605"/>
                      <a:pt x="411" y="607"/>
                      <a:pt x="412" y="608"/>
                    </a:cubicBezTo>
                    <a:cubicBezTo>
                      <a:pt x="414" y="609"/>
                      <a:pt x="416" y="609"/>
                      <a:pt x="418" y="608"/>
                    </a:cubicBezTo>
                    <a:cubicBezTo>
                      <a:pt x="420" y="608"/>
                      <a:pt x="421" y="606"/>
                      <a:pt x="423" y="605"/>
                    </a:cubicBezTo>
                    <a:cubicBezTo>
                      <a:pt x="425" y="603"/>
                      <a:pt x="428" y="605"/>
                      <a:pt x="429" y="607"/>
                    </a:cubicBezTo>
                    <a:cubicBezTo>
                      <a:pt x="430" y="608"/>
                      <a:pt x="431" y="609"/>
                      <a:pt x="432" y="609"/>
                    </a:cubicBezTo>
                    <a:cubicBezTo>
                      <a:pt x="433" y="609"/>
                      <a:pt x="435" y="609"/>
                      <a:pt x="436" y="610"/>
                    </a:cubicBezTo>
                    <a:cubicBezTo>
                      <a:pt x="437" y="611"/>
                      <a:pt x="436" y="612"/>
                      <a:pt x="438" y="613"/>
                    </a:cubicBezTo>
                    <a:cubicBezTo>
                      <a:pt x="440" y="614"/>
                      <a:pt x="442" y="613"/>
                      <a:pt x="443" y="612"/>
                    </a:cubicBezTo>
                    <a:cubicBezTo>
                      <a:pt x="444" y="611"/>
                      <a:pt x="445" y="609"/>
                      <a:pt x="447" y="609"/>
                    </a:cubicBezTo>
                    <a:cubicBezTo>
                      <a:pt x="448" y="608"/>
                      <a:pt x="451" y="608"/>
                      <a:pt x="452" y="608"/>
                    </a:cubicBezTo>
                    <a:cubicBezTo>
                      <a:pt x="455" y="609"/>
                      <a:pt x="459" y="612"/>
                      <a:pt x="461" y="608"/>
                    </a:cubicBezTo>
                    <a:cubicBezTo>
                      <a:pt x="462" y="607"/>
                      <a:pt x="461" y="605"/>
                      <a:pt x="462" y="603"/>
                    </a:cubicBezTo>
                    <a:cubicBezTo>
                      <a:pt x="463" y="602"/>
                      <a:pt x="465" y="602"/>
                      <a:pt x="467" y="602"/>
                    </a:cubicBezTo>
                    <a:cubicBezTo>
                      <a:pt x="470" y="602"/>
                      <a:pt x="474" y="601"/>
                      <a:pt x="478" y="601"/>
                    </a:cubicBezTo>
                    <a:cubicBezTo>
                      <a:pt x="479" y="601"/>
                      <a:pt x="481" y="601"/>
                      <a:pt x="482" y="601"/>
                    </a:cubicBezTo>
                    <a:cubicBezTo>
                      <a:pt x="483" y="601"/>
                      <a:pt x="484" y="602"/>
                      <a:pt x="486" y="602"/>
                    </a:cubicBezTo>
                    <a:cubicBezTo>
                      <a:pt x="489" y="602"/>
                      <a:pt x="487" y="599"/>
                      <a:pt x="489" y="597"/>
                    </a:cubicBezTo>
                    <a:cubicBezTo>
                      <a:pt x="490" y="597"/>
                      <a:pt x="491" y="598"/>
                      <a:pt x="492" y="597"/>
                    </a:cubicBezTo>
                    <a:cubicBezTo>
                      <a:pt x="494" y="595"/>
                      <a:pt x="493" y="592"/>
                      <a:pt x="493" y="590"/>
                    </a:cubicBezTo>
                    <a:cubicBezTo>
                      <a:pt x="492" y="589"/>
                      <a:pt x="491" y="587"/>
                      <a:pt x="489" y="587"/>
                    </a:cubicBezTo>
                    <a:cubicBezTo>
                      <a:pt x="488" y="587"/>
                      <a:pt x="487" y="587"/>
                      <a:pt x="487" y="586"/>
                    </a:cubicBezTo>
                    <a:cubicBezTo>
                      <a:pt x="487" y="583"/>
                      <a:pt x="490" y="580"/>
                      <a:pt x="492" y="582"/>
                    </a:cubicBezTo>
                    <a:cubicBezTo>
                      <a:pt x="495" y="583"/>
                      <a:pt x="496" y="585"/>
                      <a:pt x="499" y="585"/>
                    </a:cubicBezTo>
                    <a:cubicBezTo>
                      <a:pt x="502" y="585"/>
                      <a:pt x="506" y="585"/>
                      <a:pt x="506" y="581"/>
                    </a:cubicBezTo>
                    <a:cubicBezTo>
                      <a:pt x="505" y="578"/>
                      <a:pt x="502" y="578"/>
                      <a:pt x="500" y="576"/>
                    </a:cubicBezTo>
                    <a:cubicBezTo>
                      <a:pt x="498" y="573"/>
                      <a:pt x="498" y="569"/>
                      <a:pt x="499" y="566"/>
                    </a:cubicBezTo>
                    <a:cubicBezTo>
                      <a:pt x="501" y="562"/>
                      <a:pt x="504" y="565"/>
                      <a:pt x="505" y="567"/>
                    </a:cubicBezTo>
                    <a:cubicBezTo>
                      <a:pt x="506" y="568"/>
                      <a:pt x="506" y="570"/>
                      <a:pt x="507" y="571"/>
                    </a:cubicBezTo>
                    <a:cubicBezTo>
                      <a:pt x="509" y="572"/>
                      <a:pt x="510" y="571"/>
                      <a:pt x="512" y="571"/>
                    </a:cubicBezTo>
                    <a:cubicBezTo>
                      <a:pt x="514" y="570"/>
                      <a:pt x="516" y="571"/>
                      <a:pt x="518" y="571"/>
                    </a:cubicBezTo>
                    <a:cubicBezTo>
                      <a:pt x="521" y="570"/>
                      <a:pt x="525" y="570"/>
                      <a:pt x="526" y="567"/>
                    </a:cubicBezTo>
                    <a:cubicBezTo>
                      <a:pt x="526" y="566"/>
                      <a:pt x="526" y="565"/>
                      <a:pt x="526" y="564"/>
                    </a:cubicBezTo>
                    <a:cubicBezTo>
                      <a:pt x="525" y="563"/>
                      <a:pt x="524" y="562"/>
                      <a:pt x="524" y="561"/>
                    </a:cubicBezTo>
                    <a:cubicBezTo>
                      <a:pt x="524" y="558"/>
                      <a:pt x="524" y="555"/>
                      <a:pt x="521" y="554"/>
                    </a:cubicBezTo>
                    <a:cubicBezTo>
                      <a:pt x="518" y="553"/>
                      <a:pt x="515" y="555"/>
                      <a:pt x="514" y="556"/>
                    </a:cubicBezTo>
                    <a:cubicBezTo>
                      <a:pt x="513" y="558"/>
                      <a:pt x="509" y="560"/>
                      <a:pt x="507" y="558"/>
                    </a:cubicBezTo>
                    <a:cubicBezTo>
                      <a:pt x="505" y="556"/>
                      <a:pt x="509" y="553"/>
                      <a:pt x="510" y="552"/>
                    </a:cubicBezTo>
                    <a:cubicBezTo>
                      <a:pt x="510" y="550"/>
                      <a:pt x="510" y="549"/>
                      <a:pt x="510" y="547"/>
                    </a:cubicBezTo>
                    <a:cubicBezTo>
                      <a:pt x="510" y="546"/>
                      <a:pt x="510" y="544"/>
                      <a:pt x="510" y="543"/>
                    </a:cubicBezTo>
                    <a:cubicBezTo>
                      <a:pt x="510" y="542"/>
                      <a:pt x="511" y="540"/>
                      <a:pt x="512" y="540"/>
                    </a:cubicBezTo>
                    <a:cubicBezTo>
                      <a:pt x="514" y="539"/>
                      <a:pt x="515" y="542"/>
                      <a:pt x="516" y="542"/>
                    </a:cubicBezTo>
                    <a:cubicBezTo>
                      <a:pt x="518" y="543"/>
                      <a:pt x="522" y="545"/>
                      <a:pt x="524" y="543"/>
                    </a:cubicBezTo>
                    <a:cubicBezTo>
                      <a:pt x="525" y="542"/>
                      <a:pt x="524" y="540"/>
                      <a:pt x="523" y="539"/>
                    </a:cubicBezTo>
                    <a:cubicBezTo>
                      <a:pt x="522" y="538"/>
                      <a:pt x="519" y="538"/>
                      <a:pt x="517" y="537"/>
                    </a:cubicBezTo>
                    <a:cubicBezTo>
                      <a:pt x="516" y="536"/>
                      <a:pt x="516" y="534"/>
                      <a:pt x="515" y="533"/>
                    </a:cubicBezTo>
                    <a:cubicBezTo>
                      <a:pt x="515" y="529"/>
                      <a:pt x="515" y="526"/>
                      <a:pt x="514" y="522"/>
                    </a:cubicBezTo>
                    <a:cubicBezTo>
                      <a:pt x="514" y="519"/>
                      <a:pt x="511" y="520"/>
                      <a:pt x="509" y="521"/>
                    </a:cubicBezTo>
                    <a:cubicBezTo>
                      <a:pt x="508" y="521"/>
                      <a:pt x="506" y="522"/>
                      <a:pt x="505" y="523"/>
                    </a:cubicBezTo>
                    <a:cubicBezTo>
                      <a:pt x="505" y="523"/>
                      <a:pt x="505" y="524"/>
                      <a:pt x="505" y="524"/>
                    </a:cubicBezTo>
                    <a:cubicBezTo>
                      <a:pt x="504" y="525"/>
                      <a:pt x="505" y="526"/>
                      <a:pt x="504" y="526"/>
                    </a:cubicBezTo>
                    <a:cubicBezTo>
                      <a:pt x="504" y="527"/>
                      <a:pt x="503" y="526"/>
                      <a:pt x="502" y="526"/>
                    </a:cubicBezTo>
                    <a:cubicBezTo>
                      <a:pt x="502" y="524"/>
                      <a:pt x="502" y="523"/>
                      <a:pt x="502" y="522"/>
                    </a:cubicBezTo>
                    <a:cubicBezTo>
                      <a:pt x="500" y="519"/>
                      <a:pt x="495" y="521"/>
                      <a:pt x="492" y="521"/>
                    </a:cubicBezTo>
                    <a:cubicBezTo>
                      <a:pt x="490" y="521"/>
                      <a:pt x="489" y="518"/>
                      <a:pt x="490" y="517"/>
                    </a:cubicBezTo>
                    <a:cubicBezTo>
                      <a:pt x="492" y="513"/>
                      <a:pt x="496" y="517"/>
                      <a:pt x="497" y="514"/>
                    </a:cubicBezTo>
                    <a:cubicBezTo>
                      <a:pt x="498" y="513"/>
                      <a:pt x="499" y="505"/>
                      <a:pt x="502" y="509"/>
                    </a:cubicBezTo>
                    <a:cubicBezTo>
                      <a:pt x="504" y="510"/>
                      <a:pt x="504" y="512"/>
                      <a:pt x="506" y="513"/>
                    </a:cubicBezTo>
                    <a:cubicBezTo>
                      <a:pt x="508" y="514"/>
                      <a:pt x="509" y="513"/>
                      <a:pt x="510" y="512"/>
                    </a:cubicBezTo>
                    <a:cubicBezTo>
                      <a:pt x="511" y="511"/>
                      <a:pt x="512" y="510"/>
                      <a:pt x="514" y="509"/>
                    </a:cubicBezTo>
                    <a:cubicBezTo>
                      <a:pt x="515" y="507"/>
                      <a:pt x="514" y="503"/>
                      <a:pt x="514" y="500"/>
                    </a:cubicBezTo>
                    <a:cubicBezTo>
                      <a:pt x="514" y="499"/>
                      <a:pt x="514" y="496"/>
                      <a:pt x="513" y="495"/>
                    </a:cubicBezTo>
                    <a:cubicBezTo>
                      <a:pt x="512" y="494"/>
                      <a:pt x="510" y="494"/>
                      <a:pt x="509" y="494"/>
                    </a:cubicBezTo>
                    <a:cubicBezTo>
                      <a:pt x="508" y="494"/>
                      <a:pt x="507" y="495"/>
                      <a:pt x="506" y="494"/>
                    </a:cubicBezTo>
                    <a:cubicBezTo>
                      <a:pt x="505" y="493"/>
                      <a:pt x="504" y="492"/>
                      <a:pt x="504" y="491"/>
                    </a:cubicBezTo>
                    <a:cubicBezTo>
                      <a:pt x="503" y="490"/>
                      <a:pt x="503" y="489"/>
                      <a:pt x="502" y="488"/>
                    </a:cubicBezTo>
                    <a:cubicBezTo>
                      <a:pt x="501" y="487"/>
                      <a:pt x="500" y="487"/>
                      <a:pt x="499" y="486"/>
                    </a:cubicBezTo>
                    <a:cubicBezTo>
                      <a:pt x="498" y="486"/>
                      <a:pt x="496" y="485"/>
                      <a:pt x="495" y="484"/>
                    </a:cubicBezTo>
                    <a:cubicBezTo>
                      <a:pt x="493" y="483"/>
                      <a:pt x="490" y="482"/>
                      <a:pt x="488" y="481"/>
                    </a:cubicBezTo>
                    <a:cubicBezTo>
                      <a:pt x="484" y="480"/>
                      <a:pt x="482" y="478"/>
                      <a:pt x="479" y="476"/>
                    </a:cubicBezTo>
                    <a:cubicBezTo>
                      <a:pt x="474" y="470"/>
                      <a:pt x="471" y="463"/>
                      <a:pt x="468" y="456"/>
                    </a:cubicBezTo>
                    <a:cubicBezTo>
                      <a:pt x="467" y="453"/>
                      <a:pt x="466" y="450"/>
                      <a:pt x="465" y="447"/>
                    </a:cubicBezTo>
                    <a:cubicBezTo>
                      <a:pt x="464" y="444"/>
                      <a:pt x="462" y="442"/>
                      <a:pt x="460" y="440"/>
                    </a:cubicBezTo>
                    <a:cubicBezTo>
                      <a:pt x="457" y="437"/>
                      <a:pt x="453" y="435"/>
                      <a:pt x="451" y="433"/>
                    </a:cubicBezTo>
                    <a:cubicBezTo>
                      <a:pt x="447" y="430"/>
                      <a:pt x="444" y="426"/>
                      <a:pt x="441" y="423"/>
                    </a:cubicBezTo>
                    <a:cubicBezTo>
                      <a:pt x="439" y="420"/>
                      <a:pt x="437" y="418"/>
                      <a:pt x="435" y="416"/>
                    </a:cubicBezTo>
                    <a:cubicBezTo>
                      <a:pt x="435" y="415"/>
                      <a:pt x="432" y="413"/>
                      <a:pt x="433" y="412"/>
                    </a:cubicBezTo>
                    <a:cubicBezTo>
                      <a:pt x="433" y="411"/>
                      <a:pt x="441" y="418"/>
                      <a:pt x="442" y="418"/>
                    </a:cubicBezTo>
                    <a:cubicBezTo>
                      <a:pt x="446" y="422"/>
                      <a:pt x="450" y="426"/>
                      <a:pt x="454" y="431"/>
                    </a:cubicBezTo>
                    <a:cubicBezTo>
                      <a:pt x="456" y="434"/>
                      <a:pt x="460" y="436"/>
                      <a:pt x="463" y="439"/>
                    </a:cubicBezTo>
                    <a:cubicBezTo>
                      <a:pt x="467" y="442"/>
                      <a:pt x="470" y="445"/>
                      <a:pt x="472" y="449"/>
                    </a:cubicBezTo>
                    <a:cubicBezTo>
                      <a:pt x="473" y="452"/>
                      <a:pt x="474" y="455"/>
                      <a:pt x="476" y="459"/>
                    </a:cubicBezTo>
                    <a:cubicBezTo>
                      <a:pt x="478" y="463"/>
                      <a:pt x="481" y="466"/>
                      <a:pt x="484" y="469"/>
                    </a:cubicBezTo>
                    <a:cubicBezTo>
                      <a:pt x="488" y="472"/>
                      <a:pt x="492" y="475"/>
                      <a:pt x="496" y="477"/>
                    </a:cubicBezTo>
                    <a:cubicBezTo>
                      <a:pt x="499" y="479"/>
                      <a:pt x="502" y="480"/>
                      <a:pt x="505" y="482"/>
                    </a:cubicBezTo>
                    <a:cubicBezTo>
                      <a:pt x="506" y="483"/>
                      <a:pt x="510" y="486"/>
                      <a:pt x="511" y="483"/>
                    </a:cubicBezTo>
                    <a:cubicBezTo>
                      <a:pt x="512" y="481"/>
                      <a:pt x="512" y="478"/>
                      <a:pt x="512" y="475"/>
                    </a:cubicBezTo>
                    <a:cubicBezTo>
                      <a:pt x="512" y="474"/>
                      <a:pt x="512" y="473"/>
                      <a:pt x="513" y="472"/>
                    </a:cubicBezTo>
                    <a:cubicBezTo>
                      <a:pt x="514" y="471"/>
                      <a:pt x="515" y="470"/>
                      <a:pt x="515" y="469"/>
                    </a:cubicBezTo>
                    <a:cubicBezTo>
                      <a:pt x="519" y="469"/>
                      <a:pt x="520" y="467"/>
                      <a:pt x="519" y="464"/>
                    </a:cubicBezTo>
                    <a:cubicBezTo>
                      <a:pt x="519" y="460"/>
                      <a:pt x="520" y="457"/>
                      <a:pt x="520" y="454"/>
                    </a:cubicBezTo>
                    <a:cubicBezTo>
                      <a:pt x="521" y="452"/>
                      <a:pt x="521" y="450"/>
                      <a:pt x="520" y="449"/>
                    </a:cubicBezTo>
                    <a:cubicBezTo>
                      <a:pt x="519" y="448"/>
                      <a:pt x="518" y="448"/>
                      <a:pt x="518" y="447"/>
                    </a:cubicBezTo>
                    <a:cubicBezTo>
                      <a:pt x="517" y="445"/>
                      <a:pt x="517" y="444"/>
                      <a:pt x="517" y="442"/>
                    </a:cubicBezTo>
                    <a:cubicBezTo>
                      <a:pt x="517" y="440"/>
                      <a:pt x="517" y="439"/>
                      <a:pt x="517" y="437"/>
                    </a:cubicBezTo>
                    <a:cubicBezTo>
                      <a:pt x="517" y="429"/>
                      <a:pt x="515" y="421"/>
                      <a:pt x="514" y="413"/>
                    </a:cubicBezTo>
                    <a:cubicBezTo>
                      <a:pt x="514" y="412"/>
                      <a:pt x="514" y="411"/>
                      <a:pt x="513" y="410"/>
                    </a:cubicBezTo>
                    <a:cubicBezTo>
                      <a:pt x="513" y="408"/>
                      <a:pt x="512" y="407"/>
                      <a:pt x="512" y="405"/>
                    </a:cubicBezTo>
                    <a:cubicBezTo>
                      <a:pt x="512" y="404"/>
                      <a:pt x="513" y="402"/>
                      <a:pt x="514" y="401"/>
                    </a:cubicBezTo>
                    <a:cubicBezTo>
                      <a:pt x="515" y="400"/>
                      <a:pt x="517" y="401"/>
                      <a:pt x="518" y="400"/>
                    </a:cubicBezTo>
                    <a:cubicBezTo>
                      <a:pt x="519" y="400"/>
                      <a:pt x="520" y="398"/>
                      <a:pt x="521" y="397"/>
                    </a:cubicBezTo>
                    <a:cubicBezTo>
                      <a:pt x="523" y="396"/>
                      <a:pt x="524" y="397"/>
                      <a:pt x="526" y="397"/>
                    </a:cubicBezTo>
                    <a:cubicBezTo>
                      <a:pt x="528" y="397"/>
                      <a:pt x="530" y="397"/>
                      <a:pt x="532" y="396"/>
                    </a:cubicBezTo>
                    <a:cubicBezTo>
                      <a:pt x="534" y="396"/>
                      <a:pt x="534" y="394"/>
                      <a:pt x="534" y="393"/>
                    </a:cubicBezTo>
                    <a:cubicBezTo>
                      <a:pt x="534" y="391"/>
                      <a:pt x="535" y="389"/>
                      <a:pt x="535" y="388"/>
                    </a:cubicBezTo>
                    <a:cubicBezTo>
                      <a:pt x="535" y="387"/>
                      <a:pt x="535" y="386"/>
                      <a:pt x="535" y="385"/>
                    </a:cubicBezTo>
                    <a:cubicBezTo>
                      <a:pt x="535" y="384"/>
                      <a:pt x="535" y="383"/>
                      <a:pt x="535" y="381"/>
                    </a:cubicBezTo>
                    <a:cubicBezTo>
                      <a:pt x="536" y="379"/>
                      <a:pt x="535" y="377"/>
                      <a:pt x="537" y="375"/>
                    </a:cubicBezTo>
                    <a:cubicBezTo>
                      <a:pt x="538" y="374"/>
                      <a:pt x="540" y="375"/>
                      <a:pt x="542" y="375"/>
                    </a:cubicBezTo>
                    <a:cubicBezTo>
                      <a:pt x="544" y="376"/>
                      <a:pt x="544" y="377"/>
                      <a:pt x="546" y="379"/>
                    </a:cubicBezTo>
                    <a:cubicBezTo>
                      <a:pt x="548" y="382"/>
                      <a:pt x="552" y="380"/>
                      <a:pt x="555" y="378"/>
                    </a:cubicBezTo>
                    <a:cubicBezTo>
                      <a:pt x="557" y="377"/>
                      <a:pt x="559" y="375"/>
                      <a:pt x="561" y="374"/>
                    </a:cubicBezTo>
                    <a:cubicBezTo>
                      <a:pt x="562" y="374"/>
                      <a:pt x="563" y="374"/>
                      <a:pt x="564" y="373"/>
                    </a:cubicBezTo>
                    <a:cubicBezTo>
                      <a:pt x="565" y="373"/>
                      <a:pt x="566" y="372"/>
                      <a:pt x="566" y="372"/>
                    </a:cubicBezTo>
                    <a:cubicBezTo>
                      <a:pt x="568" y="371"/>
                      <a:pt x="570" y="372"/>
                      <a:pt x="572" y="373"/>
                    </a:cubicBezTo>
                    <a:cubicBezTo>
                      <a:pt x="572" y="373"/>
                      <a:pt x="575" y="373"/>
                      <a:pt x="574" y="375"/>
                    </a:cubicBezTo>
                    <a:cubicBezTo>
                      <a:pt x="571" y="375"/>
                      <a:pt x="568" y="374"/>
                      <a:pt x="564" y="375"/>
                    </a:cubicBezTo>
                    <a:cubicBezTo>
                      <a:pt x="561" y="375"/>
                      <a:pt x="557" y="378"/>
                      <a:pt x="555" y="379"/>
                    </a:cubicBezTo>
                    <a:cubicBezTo>
                      <a:pt x="553" y="380"/>
                      <a:pt x="552" y="382"/>
                      <a:pt x="551" y="383"/>
                    </a:cubicBezTo>
                    <a:cubicBezTo>
                      <a:pt x="549" y="384"/>
                      <a:pt x="548" y="385"/>
                      <a:pt x="546" y="384"/>
                    </a:cubicBezTo>
                    <a:cubicBezTo>
                      <a:pt x="544" y="382"/>
                      <a:pt x="541" y="376"/>
                      <a:pt x="538" y="380"/>
                    </a:cubicBezTo>
                    <a:cubicBezTo>
                      <a:pt x="535" y="385"/>
                      <a:pt x="538" y="389"/>
                      <a:pt x="536" y="393"/>
                    </a:cubicBezTo>
                    <a:cubicBezTo>
                      <a:pt x="535" y="397"/>
                      <a:pt x="530" y="400"/>
                      <a:pt x="527" y="400"/>
                    </a:cubicBezTo>
                    <a:cubicBezTo>
                      <a:pt x="525" y="400"/>
                      <a:pt x="524" y="400"/>
                      <a:pt x="523" y="401"/>
                    </a:cubicBezTo>
                    <a:cubicBezTo>
                      <a:pt x="521" y="403"/>
                      <a:pt x="521" y="407"/>
                      <a:pt x="521" y="409"/>
                    </a:cubicBezTo>
                    <a:cubicBezTo>
                      <a:pt x="522" y="414"/>
                      <a:pt x="527" y="418"/>
                      <a:pt x="524" y="423"/>
                    </a:cubicBezTo>
                    <a:cubicBezTo>
                      <a:pt x="524" y="425"/>
                      <a:pt x="522" y="426"/>
                      <a:pt x="521" y="428"/>
                    </a:cubicBezTo>
                    <a:cubicBezTo>
                      <a:pt x="521" y="429"/>
                      <a:pt x="521" y="431"/>
                      <a:pt x="521" y="433"/>
                    </a:cubicBezTo>
                    <a:cubicBezTo>
                      <a:pt x="521" y="435"/>
                      <a:pt x="520" y="437"/>
                      <a:pt x="521" y="439"/>
                    </a:cubicBezTo>
                    <a:cubicBezTo>
                      <a:pt x="522" y="442"/>
                      <a:pt x="524" y="444"/>
                      <a:pt x="525" y="446"/>
                    </a:cubicBezTo>
                    <a:cubicBezTo>
                      <a:pt x="525" y="447"/>
                      <a:pt x="525" y="448"/>
                      <a:pt x="525" y="449"/>
                    </a:cubicBezTo>
                    <a:cubicBezTo>
                      <a:pt x="526" y="450"/>
                      <a:pt x="526" y="451"/>
                      <a:pt x="526" y="453"/>
                    </a:cubicBezTo>
                    <a:cubicBezTo>
                      <a:pt x="526" y="453"/>
                      <a:pt x="527" y="454"/>
                      <a:pt x="527" y="455"/>
                    </a:cubicBezTo>
                    <a:cubicBezTo>
                      <a:pt x="527" y="459"/>
                      <a:pt x="527" y="459"/>
                      <a:pt x="527" y="459"/>
                    </a:cubicBezTo>
                    <a:cubicBezTo>
                      <a:pt x="527" y="460"/>
                      <a:pt x="527" y="462"/>
                      <a:pt x="527" y="463"/>
                    </a:cubicBezTo>
                    <a:cubicBezTo>
                      <a:pt x="527" y="468"/>
                      <a:pt x="526" y="473"/>
                      <a:pt x="526" y="477"/>
                    </a:cubicBezTo>
                    <a:cubicBezTo>
                      <a:pt x="527" y="478"/>
                      <a:pt x="528" y="479"/>
                      <a:pt x="528" y="480"/>
                    </a:cubicBezTo>
                    <a:cubicBezTo>
                      <a:pt x="529" y="481"/>
                      <a:pt x="529" y="481"/>
                      <a:pt x="530" y="482"/>
                    </a:cubicBezTo>
                    <a:cubicBezTo>
                      <a:pt x="531" y="484"/>
                      <a:pt x="532" y="486"/>
                      <a:pt x="532" y="488"/>
                    </a:cubicBezTo>
                    <a:cubicBezTo>
                      <a:pt x="532" y="491"/>
                      <a:pt x="532" y="495"/>
                      <a:pt x="531" y="498"/>
                    </a:cubicBezTo>
                    <a:cubicBezTo>
                      <a:pt x="530" y="501"/>
                      <a:pt x="530" y="504"/>
                      <a:pt x="530" y="507"/>
                    </a:cubicBezTo>
                    <a:cubicBezTo>
                      <a:pt x="530" y="508"/>
                      <a:pt x="530" y="509"/>
                      <a:pt x="530" y="511"/>
                    </a:cubicBezTo>
                    <a:cubicBezTo>
                      <a:pt x="531" y="512"/>
                      <a:pt x="531" y="514"/>
                      <a:pt x="531" y="515"/>
                    </a:cubicBezTo>
                    <a:cubicBezTo>
                      <a:pt x="531" y="517"/>
                      <a:pt x="531" y="520"/>
                      <a:pt x="531" y="522"/>
                    </a:cubicBezTo>
                    <a:cubicBezTo>
                      <a:pt x="532" y="523"/>
                      <a:pt x="532" y="523"/>
                      <a:pt x="532" y="524"/>
                    </a:cubicBezTo>
                    <a:cubicBezTo>
                      <a:pt x="533" y="525"/>
                      <a:pt x="534" y="526"/>
                      <a:pt x="534" y="528"/>
                    </a:cubicBezTo>
                    <a:cubicBezTo>
                      <a:pt x="535" y="530"/>
                      <a:pt x="536" y="533"/>
                      <a:pt x="537" y="536"/>
                    </a:cubicBezTo>
                    <a:cubicBezTo>
                      <a:pt x="537" y="538"/>
                      <a:pt x="539" y="540"/>
                      <a:pt x="540" y="541"/>
                    </a:cubicBezTo>
                    <a:cubicBezTo>
                      <a:pt x="543" y="543"/>
                      <a:pt x="544" y="545"/>
                      <a:pt x="547" y="547"/>
                    </a:cubicBezTo>
                    <a:cubicBezTo>
                      <a:pt x="548" y="547"/>
                      <a:pt x="549" y="548"/>
                      <a:pt x="551" y="549"/>
                    </a:cubicBezTo>
                    <a:cubicBezTo>
                      <a:pt x="553" y="549"/>
                      <a:pt x="554" y="550"/>
                      <a:pt x="556" y="550"/>
                    </a:cubicBezTo>
                    <a:cubicBezTo>
                      <a:pt x="558" y="551"/>
                      <a:pt x="561" y="551"/>
                      <a:pt x="561" y="553"/>
                    </a:cubicBezTo>
                    <a:cubicBezTo>
                      <a:pt x="562" y="555"/>
                      <a:pt x="558" y="556"/>
                      <a:pt x="557" y="556"/>
                    </a:cubicBezTo>
                    <a:cubicBezTo>
                      <a:pt x="555" y="557"/>
                      <a:pt x="552" y="558"/>
                      <a:pt x="551" y="556"/>
                    </a:cubicBezTo>
                    <a:cubicBezTo>
                      <a:pt x="549" y="554"/>
                      <a:pt x="548" y="553"/>
                      <a:pt x="546" y="554"/>
                    </a:cubicBezTo>
                    <a:cubicBezTo>
                      <a:pt x="543" y="554"/>
                      <a:pt x="542" y="556"/>
                      <a:pt x="540" y="557"/>
                    </a:cubicBezTo>
                    <a:cubicBezTo>
                      <a:pt x="539" y="558"/>
                      <a:pt x="537" y="559"/>
                      <a:pt x="536" y="560"/>
                    </a:cubicBezTo>
                    <a:cubicBezTo>
                      <a:pt x="534" y="561"/>
                      <a:pt x="535" y="564"/>
                      <a:pt x="536" y="565"/>
                    </a:cubicBezTo>
                    <a:cubicBezTo>
                      <a:pt x="538" y="567"/>
                      <a:pt x="541" y="567"/>
                      <a:pt x="544" y="567"/>
                    </a:cubicBezTo>
                    <a:cubicBezTo>
                      <a:pt x="546" y="566"/>
                      <a:pt x="549" y="565"/>
                      <a:pt x="550" y="567"/>
                    </a:cubicBezTo>
                    <a:cubicBezTo>
                      <a:pt x="552" y="568"/>
                      <a:pt x="552" y="569"/>
                      <a:pt x="553" y="570"/>
                    </a:cubicBezTo>
                    <a:cubicBezTo>
                      <a:pt x="555" y="572"/>
                      <a:pt x="558" y="571"/>
                      <a:pt x="560" y="571"/>
                    </a:cubicBezTo>
                    <a:cubicBezTo>
                      <a:pt x="562" y="571"/>
                      <a:pt x="566" y="569"/>
                      <a:pt x="567" y="572"/>
                    </a:cubicBezTo>
                    <a:cubicBezTo>
                      <a:pt x="569" y="575"/>
                      <a:pt x="562" y="578"/>
                      <a:pt x="560" y="580"/>
                    </a:cubicBezTo>
                    <a:cubicBezTo>
                      <a:pt x="558" y="581"/>
                      <a:pt x="556" y="582"/>
                      <a:pt x="554" y="580"/>
                    </a:cubicBezTo>
                    <a:cubicBezTo>
                      <a:pt x="553" y="580"/>
                      <a:pt x="552" y="578"/>
                      <a:pt x="551" y="579"/>
                    </a:cubicBezTo>
                    <a:cubicBezTo>
                      <a:pt x="550" y="581"/>
                      <a:pt x="551" y="582"/>
                      <a:pt x="552" y="583"/>
                    </a:cubicBezTo>
                    <a:cubicBezTo>
                      <a:pt x="554" y="585"/>
                      <a:pt x="552" y="586"/>
                      <a:pt x="551" y="587"/>
                    </a:cubicBezTo>
                    <a:cubicBezTo>
                      <a:pt x="548" y="591"/>
                      <a:pt x="553" y="594"/>
                      <a:pt x="555" y="599"/>
                    </a:cubicBezTo>
                    <a:cubicBezTo>
                      <a:pt x="556" y="603"/>
                      <a:pt x="549" y="603"/>
                      <a:pt x="547" y="601"/>
                    </a:cubicBezTo>
                    <a:cubicBezTo>
                      <a:pt x="546" y="600"/>
                      <a:pt x="545" y="599"/>
                      <a:pt x="543" y="598"/>
                    </a:cubicBezTo>
                    <a:cubicBezTo>
                      <a:pt x="542" y="596"/>
                      <a:pt x="540" y="595"/>
                      <a:pt x="539" y="593"/>
                    </a:cubicBezTo>
                    <a:cubicBezTo>
                      <a:pt x="536" y="589"/>
                      <a:pt x="532" y="585"/>
                      <a:pt x="527" y="585"/>
                    </a:cubicBezTo>
                    <a:cubicBezTo>
                      <a:pt x="522" y="586"/>
                      <a:pt x="518" y="587"/>
                      <a:pt x="514" y="589"/>
                    </a:cubicBezTo>
                    <a:cubicBezTo>
                      <a:pt x="511" y="590"/>
                      <a:pt x="511" y="592"/>
                      <a:pt x="510" y="594"/>
                    </a:cubicBezTo>
                    <a:cubicBezTo>
                      <a:pt x="510" y="596"/>
                      <a:pt x="511" y="600"/>
                      <a:pt x="509" y="601"/>
                    </a:cubicBezTo>
                    <a:cubicBezTo>
                      <a:pt x="507" y="602"/>
                      <a:pt x="505" y="601"/>
                      <a:pt x="504" y="601"/>
                    </a:cubicBezTo>
                    <a:cubicBezTo>
                      <a:pt x="503" y="601"/>
                      <a:pt x="499" y="602"/>
                      <a:pt x="499" y="603"/>
                    </a:cubicBezTo>
                    <a:cubicBezTo>
                      <a:pt x="499" y="605"/>
                      <a:pt x="503" y="606"/>
                      <a:pt x="504" y="607"/>
                    </a:cubicBezTo>
                    <a:cubicBezTo>
                      <a:pt x="506" y="608"/>
                      <a:pt x="507" y="610"/>
                      <a:pt x="509" y="610"/>
                    </a:cubicBezTo>
                    <a:cubicBezTo>
                      <a:pt x="510" y="611"/>
                      <a:pt x="514" y="609"/>
                      <a:pt x="514" y="611"/>
                    </a:cubicBezTo>
                    <a:cubicBezTo>
                      <a:pt x="515" y="613"/>
                      <a:pt x="509" y="614"/>
                      <a:pt x="508" y="614"/>
                    </a:cubicBezTo>
                    <a:cubicBezTo>
                      <a:pt x="506" y="615"/>
                      <a:pt x="504" y="613"/>
                      <a:pt x="503" y="614"/>
                    </a:cubicBezTo>
                    <a:cubicBezTo>
                      <a:pt x="501" y="615"/>
                      <a:pt x="500" y="618"/>
                      <a:pt x="500" y="619"/>
                    </a:cubicBezTo>
                    <a:cubicBezTo>
                      <a:pt x="500" y="621"/>
                      <a:pt x="500" y="623"/>
                      <a:pt x="500" y="625"/>
                    </a:cubicBezTo>
                    <a:cubicBezTo>
                      <a:pt x="499" y="626"/>
                      <a:pt x="499" y="628"/>
                      <a:pt x="499" y="630"/>
                    </a:cubicBezTo>
                    <a:cubicBezTo>
                      <a:pt x="499" y="630"/>
                      <a:pt x="499" y="631"/>
                      <a:pt x="499" y="631"/>
                    </a:cubicBezTo>
                    <a:cubicBezTo>
                      <a:pt x="498" y="632"/>
                      <a:pt x="498" y="633"/>
                      <a:pt x="497" y="633"/>
                    </a:cubicBezTo>
                    <a:cubicBezTo>
                      <a:pt x="496" y="635"/>
                      <a:pt x="496" y="637"/>
                      <a:pt x="496" y="639"/>
                    </a:cubicBezTo>
                    <a:cubicBezTo>
                      <a:pt x="496" y="641"/>
                      <a:pt x="496" y="644"/>
                      <a:pt x="497" y="646"/>
                    </a:cubicBezTo>
                    <a:cubicBezTo>
                      <a:pt x="497" y="647"/>
                      <a:pt x="498" y="648"/>
                      <a:pt x="498" y="649"/>
                    </a:cubicBezTo>
                    <a:cubicBezTo>
                      <a:pt x="499" y="650"/>
                      <a:pt x="499" y="651"/>
                      <a:pt x="499" y="653"/>
                    </a:cubicBezTo>
                    <a:cubicBezTo>
                      <a:pt x="500" y="655"/>
                      <a:pt x="500" y="658"/>
                      <a:pt x="499" y="660"/>
                    </a:cubicBezTo>
                    <a:cubicBezTo>
                      <a:pt x="499" y="663"/>
                      <a:pt x="499" y="665"/>
                      <a:pt x="500" y="668"/>
                    </a:cubicBezTo>
                    <a:cubicBezTo>
                      <a:pt x="500" y="670"/>
                      <a:pt x="502" y="671"/>
                      <a:pt x="502" y="673"/>
                    </a:cubicBezTo>
                    <a:cubicBezTo>
                      <a:pt x="503" y="675"/>
                      <a:pt x="504" y="677"/>
                      <a:pt x="504" y="679"/>
                    </a:cubicBezTo>
                    <a:cubicBezTo>
                      <a:pt x="505" y="681"/>
                      <a:pt x="506" y="684"/>
                      <a:pt x="506" y="686"/>
                    </a:cubicBezTo>
                    <a:cubicBezTo>
                      <a:pt x="506" y="688"/>
                      <a:pt x="505" y="689"/>
                      <a:pt x="504" y="691"/>
                    </a:cubicBezTo>
                    <a:cubicBezTo>
                      <a:pt x="501" y="686"/>
                      <a:pt x="505" y="680"/>
                      <a:pt x="501" y="675"/>
                    </a:cubicBezTo>
                    <a:cubicBezTo>
                      <a:pt x="499" y="673"/>
                      <a:pt x="497" y="671"/>
                      <a:pt x="496" y="668"/>
                    </a:cubicBezTo>
                    <a:cubicBezTo>
                      <a:pt x="495" y="666"/>
                      <a:pt x="495" y="663"/>
                      <a:pt x="496" y="660"/>
                    </a:cubicBezTo>
                    <a:cubicBezTo>
                      <a:pt x="497" y="655"/>
                      <a:pt x="496" y="650"/>
                      <a:pt x="494" y="644"/>
                    </a:cubicBezTo>
                    <a:cubicBezTo>
                      <a:pt x="493" y="641"/>
                      <a:pt x="493" y="638"/>
                      <a:pt x="493" y="635"/>
                    </a:cubicBezTo>
                    <a:cubicBezTo>
                      <a:pt x="493" y="634"/>
                      <a:pt x="494" y="632"/>
                      <a:pt x="493" y="631"/>
                    </a:cubicBezTo>
                    <a:cubicBezTo>
                      <a:pt x="492" y="631"/>
                      <a:pt x="491" y="630"/>
                      <a:pt x="491" y="630"/>
                    </a:cubicBezTo>
                    <a:cubicBezTo>
                      <a:pt x="488" y="627"/>
                      <a:pt x="488" y="624"/>
                      <a:pt x="487" y="621"/>
                    </a:cubicBezTo>
                    <a:cubicBezTo>
                      <a:pt x="487" y="618"/>
                      <a:pt x="486" y="616"/>
                      <a:pt x="484" y="615"/>
                    </a:cubicBezTo>
                    <a:cubicBezTo>
                      <a:pt x="482" y="615"/>
                      <a:pt x="479" y="612"/>
                      <a:pt x="478" y="613"/>
                    </a:cubicBezTo>
                    <a:cubicBezTo>
                      <a:pt x="476" y="614"/>
                      <a:pt x="477" y="619"/>
                      <a:pt x="476" y="621"/>
                    </a:cubicBezTo>
                    <a:cubicBezTo>
                      <a:pt x="476" y="625"/>
                      <a:pt x="473" y="624"/>
                      <a:pt x="470" y="625"/>
                    </a:cubicBezTo>
                    <a:cubicBezTo>
                      <a:pt x="467" y="626"/>
                      <a:pt x="467" y="627"/>
                      <a:pt x="466" y="630"/>
                    </a:cubicBezTo>
                    <a:cubicBezTo>
                      <a:pt x="465" y="631"/>
                      <a:pt x="464" y="633"/>
                      <a:pt x="465" y="635"/>
                    </a:cubicBezTo>
                    <a:cubicBezTo>
                      <a:pt x="466" y="637"/>
                      <a:pt x="468" y="638"/>
                      <a:pt x="466" y="640"/>
                    </a:cubicBezTo>
                    <a:cubicBezTo>
                      <a:pt x="464" y="642"/>
                      <a:pt x="461" y="641"/>
                      <a:pt x="459" y="640"/>
                    </a:cubicBezTo>
                    <a:cubicBezTo>
                      <a:pt x="457" y="639"/>
                      <a:pt x="456" y="640"/>
                      <a:pt x="455" y="642"/>
                    </a:cubicBezTo>
                    <a:cubicBezTo>
                      <a:pt x="455" y="644"/>
                      <a:pt x="454" y="646"/>
                      <a:pt x="455" y="648"/>
                    </a:cubicBezTo>
                    <a:cubicBezTo>
                      <a:pt x="455" y="648"/>
                      <a:pt x="455" y="651"/>
                      <a:pt x="454" y="651"/>
                    </a:cubicBezTo>
                    <a:cubicBezTo>
                      <a:pt x="453" y="653"/>
                      <a:pt x="451" y="649"/>
                      <a:pt x="451" y="648"/>
                    </a:cubicBezTo>
                    <a:cubicBezTo>
                      <a:pt x="449" y="645"/>
                      <a:pt x="449" y="643"/>
                      <a:pt x="449" y="640"/>
                    </a:cubicBezTo>
                    <a:cubicBezTo>
                      <a:pt x="448" y="639"/>
                      <a:pt x="446" y="639"/>
                      <a:pt x="446" y="638"/>
                    </a:cubicBezTo>
                    <a:cubicBezTo>
                      <a:pt x="445" y="637"/>
                      <a:pt x="444" y="636"/>
                      <a:pt x="443" y="635"/>
                    </a:cubicBezTo>
                    <a:cubicBezTo>
                      <a:pt x="443" y="634"/>
                      <a:pt x="442" y="633"/>
                      <a:pt x="441" y="632"/>
                    </a:cubicBezTo>
                    <a:cubicBezTo>
                      <a:pt x="439" y="631"/>
                      <a:pt x="437" y="630"/>
                      <a:pt x="436" y="628"/>
                    </a:cubicBezTo>
                    <a:cubicBezTo>
                      <a:pt x="434" y="627"/>
                      <a:pt x="433" y="625"/>
                      <a:pt x="431" y="624"/>
                    </a:cubicBezTo>
                    <a:cubicBezTo>
                      <a:pt x="429" y="623"/>
                      <a:pt x="426" y="623"/>
                      <a:pt x="423" y="623"/>
                    </a:cubicBezTo>
                    <a:cubicBezTo>
                      <a:pt x="421" y="623"/>
                      <a:pt x="416" y="624"/>
                      <a:pt x="414" y="621"/>
                    </a:cubicBezTo>
                    <a:cubicBezTo>
                      <a:pt x="413" y="619"/>
                      <a:pt x="415" y="618"/>
                      <a:pt x="417" y="617"/>
                    </a:cubicBezTo>
                    <a:cubicBezTo>
                      <a:pt x="419" y="616"/>
                      <a:pt x="421" y="617"/>
                      <a:pt x="424" y="617"/>
                    </a:cubicBezTo>
                    <a:cubicBezTo>
                      <a:pt x="425" y="618"/>
                      <a:pt x="433" y="620"/>
                      <a:pt x="431" y="616"/>
                    </a:cubicBezTo>
                    <a:cubicBezTo>
                      <a:pt x="431" y="615"/>
                      <a:pt x="429" y="615"/>
                      <a:pt x="427" y="614"/>
                    </a:cubicBezTo>
                    <a:cubicBezTo>
                      <a:pt x="425" y="614"/>
                      <a:pt x="423" y="613"/>
                      <a:pt x="420" y="613"/>
                    </a:cubicBezTo>
                    <a:cubicBezTo>
                      <a:pt x="418" y="613"/>
                      <a:pt x="416" y="613"/>
                      <a:pt x="414" y="613"/>
                    </a:cubicBezTo>
                    <a:cubicBezTo>
                      <a:pt x="413" y="613"/>
                      <a:pt x="412" y="613"/>
                      <a:pt x="411" y="614"/>
                    </a:cubicBezTo>
                    <a:cubicBezTo>
                      <a:pt x="411" y="614"/>
                      <a:pt x="410" y="614"/>
                      <a:pt x="410" y="615"/>
                    </a:cubicBezTo>
                    <a:cubicBezTo>
                      <a:pt x="409" y="616"/>
                      <a:pt x="406" y="615"/>
                      <a:pt x="405" y="613"/>
                    </a:cubicBezTo>
                    <a:cubicBezTo>
                      <a:pt x="404" y="612"/>
                      <a:pt x="404" y="611"/>
                      <a:pt x="403" y="610"/>
                    </a:cubicBezTo>
                    <a:cubicBezTo>
                      <a:pt x="402" y="609"/>
                      <a:pt x="401" y="609"/>
                      <a:pt x="399" y="609"/>
                    </a:cubicBezTo>
                    <a:cubicBezTo>
                      <a:pt x="399" y="609"/>
                      <a:pt x="399" y="609"/>
                      <a:pt x="399" y="609"/>
                    </a:cubicBezTo>
                    <a:cubicBezTo>
                      <a:pt x="398" y="609"/>
                      <a:pt x="398" y="608"/>
                      <a:pt x="397" y="607"/>
                    </a:cubicBezTo>
                    <a:cubicBezTo>
                      <a:pt x="397" y="605"/>
                      <a:pt x="395" y="606"/>
                      <a:pt x="394" y="606"/>
                    </a:cubicBezTo>
                    <a:cubicBezTo>
                      <a:pt x="393" y="606"/>
                      <a:pt x="392" y="606"/>
                      <a:pt x="392" y="606"/>
                    </a:cubicBezTo>
                    <a:cubicBezTo>
                      <a:pt x="390" y="606"/>
                      <a:pt x="390" y="607"/>
                      <a:pt x="390" y="609"/>
                    </a:cubicBezTo>
                    <a:cubicBezTo>
                      <a:pt x="391" y="610"/>
                      <a:pt x="392" y="611"/>
                      <a:pt x="391" y="613"/>
                    </a:cubicBezTo>
                    <a:cubicBezTo>
                      <a:pt x="390" y="614"/>
                      <a:pt x="389" y="614"/>
                      <a:pt x="387" y="614"/>
                    </a:cubicBezTo>
                    <a:cubicBezTo>
                      <a:pt x="386" y="613"/>
                      <a:pt x="384" y="613"/>
                      <a:pt x="382" y="613"/>
                    </a:cubicBezTo>
                    <a:cubicBezTo>
                      <a:pt x="381" y="613"/>
                      <a:pt x="379" y="613"/>
                      <a:pt x="377" y="614"/>
                    </a:cubicBezTo>
                    <a:cubicBezTo>
                      <a:pt x="376" y="614"/>
                      <a:pt x="375" y="614"/>
                      <a:pt x="374" y="614"/>
                    </a:cubicBezTo>
                    <a:cubicBezTo>
                      <a:pt x="371" y="615"/>
                      <a:pt x="370" y="614"/>
                      <a:pt x="368" y="613"/>
                    </a:cubicBezTo>
                    <a:cubicBezTo>
                      <a:pt x="367" y="613"/>
                      <a:pt x="366" y="613"/>
                      <a:pt x="365" y="612"/>
                    </a:cubicBezTo>
                    <a:cubicBezTo>
                      <a:pt x="364" y="612"/>
                      <a:pt x="363" y="610"/>
                      <a:pt x="363" y="609"/>
                    </a:cubicBezTo>
                    <a:cubicBezTo>
                      <a:pt x="362" y="608"/>
                      <a:pt x="361" y="608"/>
                      <a:pt x="360" y="609"/>
                    </a:cubicBezTo>
                    <a:cubicBezTo>
                      <a:pt x="359" y="609"/>
                      <a:pt x="357" y="609"/>
                      <a:pt x="356" y="609"/>
                    </a:cubicBezTo>
                    <a:cubicBezTo>
                      <a:pt x="355" y="608"/>
                      <a:pt x="354" y="608"/>
                      <a:pt x="353" y="608"/>
                    </a:cubicBezTo>
                    <a:cubicBezTo>
                      <a:pt x="353" y="607"/>
                      <a:pt x="352" y="606"/>
                      <a:pt x="351" y="606"/>
                    </a:cubicBezTo>
                    <a:cubicBezTo>
                      <a:pt x="349" y="605"/>
                      <a:pt x="346" y="605"/>
                      <a:pt x="344" y="604"/>
                    </a:cubicBezTo>
                    <a:close/>
                    <a:moveTo>
                      <a:pt x="543" y="865"/>
                    </a:moveTo>
                    <a:cubicBezTo>
                      <a:pt x="544" y="865"/>
                      <a:pt x="545" y="865"/>
                      <a:pt x="546" y="866"/>
                    </a:cubicBezTo>
                    <a:cubicBezTo>
                      <a:pt x="547" y="867"/>
                      <a:pt x="547" y="867"/>
                      <a:pt x="547" y="868"/>
                    </a:cubicBezTo>
                    <a:cubicBezTo>
                      <a:pt x="548" y="870"/>
                      <a:pt x="549" y="870"/>
                      <a:pt x="548" y="871"/>
                    </a:cubicBezTo>
                    <a:cubicBezTo>
                      <a:pt x="547" y="872"/>
                      <a:pt x="546" y="873"/>
                      <a:pt x="546" y="873"/>
                    </a:cubicBezTo>
                    <a:cubicBezTo>
                      <a:pt x="546" y="875"/>
                      <a:pt x="548" y="875"/>
                      <a:pt x="549" y="875"/>
                    </a:cubicBezTo>
                    <a:cubicBezTo>
                      <a:pt x="551" y="875"/>
                      <a:pt x="553" y="875"/>
                      <a:pt x="555" y="875"/>
                    </a:cubicBezTo>
                    <a:cubicBezTo>
                      <a:pt x="556" y="875"/>
                      <a:pt x="558" y="875"/>
                      <a:pt x="558" y="876"/>
                    </a:cubicBezTo>
                    <a:cubicBezTo>
                      <a:pt x="560" y="879"/>
                      <a:pt x="555" y="880"/>
                      <a:pt x="554" y="880"/>
                    </a:cubicBezTo>
                    <a:cubicBezTo>
                      <a:pt x="550" y="880"/>
                      <a:pt x="547" y="879"/>
                      <a:pt x="543" y="879"/>
                    </a:cubicBezTo>
                    <a:cubicBezTo>
                      <a:pt x="541" y="878"/>
                      <a:pt x="538" y="878"/>
                      <a:pt x="536" y="878"/>
                    </a:cubicBezTo>
                    <a:cubicBezTo>
                      <a:pt x="533" y="878"/>
                      <a:pt x="530" y="879"/>
                      <a:pt x="528" y="880"/>
                    </a:cubicBezTo>
                    <a:cubicBezTo>
                      <a:pt x="526" y="881"/>
                      <a:pt x="524" y="882"/>
                      <a:pt x="522" y="883"/>
                    </a:cubicBezTo>
                    <a:cubicBezTo>
                      <a:pt x="515" y="884"/>
                      <a:pt x="510" y="887"/>
                      <a:pt x="504" y="889"/>
                    </a:cubicBezTo>
                    <a:cubicBezTo>
                      <a:pt x="501" y="890"/>
                      <a:pt x="498" y="889"/>
                      <a:pt x="495" y="889"/>
                    </a:cubicBezTo>
                    <a:cubicBezTo>
                      <a:pt x="492" y="889"/>
                      <a:pt x="489" y="889"/>
                      <a:pt x="486" y="888"/>
                    </a:cubicBezTo>
                    <a:cubicBezTo>
                      <a:pt x="482" y="887"/>
                      <a:pt x="486" y="884"/>
                      <a:pt x="488" y="883"/>
                    </a:cubicBezTo>
                    <a:cubicBezTo>
                      <a:pt x="489" y="882"/>
                      <a:pt x="490" y="881"/>
                      <a:pt x="491" y="880"/>
                    </a:cubicBezTo>
                    <a:cubicBezTo>
                      <a:pt x="493" y="877"/>
                      <a:pt x="492" y="875"/>
                      <a:pt x="490" y="873"/>
                    </a:cubicBezTo>
                    <a:cubicBezTo>
                      <a:pt x="488" y="872"/>
                      <a:pt x="485" y="871"/>
                      <a:pt x="483" y="870"/>
                    </a:cubicBezTo>
                    <a:cubicBezTo>
                      <a:pt x="480" y="868"/>
                      <a:pt x="476" y="870"/>
                      <a:pt x="473" y="870"/>
                    </a:cubicBezTo>
                    <a:cubicBezTo>
                      <a:pt x="470" y="870"/>
                      <a:pt x="466" y="870"/>
                      <a:pt x="463" y="867"/>
                    </a:cubicBezTo>
                    <a:cubicBezTo>
                      <a:pt x="462" y="866"/>
                      <a:pt x="461" y="863"/>
                      <a:pt x="461" y="861"/>
                    </a:cubicBezTo>
                    <a:cubicBezTo>
                      <a:pt x="462" y="856"/>
                      <a:pt x="469" y="856"/>
                      <a:pt x="473" y="857"/>
                    </a:cubicBezTo>
                    <a:cubicBezTo>
                      <a:pt x="476" y="857"/>
                      <a:pt x="478" y="857"/>
                      <a:pt x="481" y="856"/>
                    </a:cubicBezTo>
                    <a:cubicBezTo>
                      <a:pt x="483" y="855"/>
                      <a:pt x="486" y="853"/>
                      <a:pt x="488" y="852"/>
                    </a:cubicBezTo>
                    <a:cubicBezTo>
                      <a:pt x="491" y="852"/>
                      <a:pt x="493" y="852"/>
                      <a:pt x="496" y="851"/>
                    </a:cubicBezTo>
                    <a:cubicBezTo>
                      <a:pt x="499" y="850"/>
                      <a:pt x="503" y="851"/>
                      <a:pt x="507" y="850"/>
                    </a:cubicBezTo>
                    <a:cubicBezTo>
                      <a:pt x="511" y="850"/>
                      <a:pt x="510" y="847"/>
                      <a:pt x="508" y="845"/>
                    </a:cubicBezTo>
                    <a:cubicBezTo>
                      <a:pt x="506" y="842"/>
                      <a:pt x="504" y="840"/>
                      <a:pt x="501" y="840"/>
                    </a:cubicBezTo>
                    <a:cubicBezTo>
                      <a:pt x="498" y="840"/>
                      <a:pt x="494" y="840"/>
                      <a:pt x="492" y="837"/>
                    </a:cubicBezTo>
                    <a:cubicBezTo>
                      <a:pt x="492" y="835"/>
                      <a:pt x="492" y="834"/>
                      <a:pt x="491" y="832"/>
                    </a:cubicBezTo>
                    <a:cubicBezTo>
                      <a:pt x="491" y="831"/>
                      <a:pt x="490" y="829"/>
                      <a:pt x="489" y="828"/>
                    </a:cubicBezTo>
                    <a:cubicBezTo>
                      <a:pt x="488" y="827"/>
                      <a:pt x="488" y="826"/>
                      <a:pt x="487" y="824"/>
                    </a:cubicBezTo>
                    <a:cubicBezTo>
                      <a:pt x="487" y="823"/>
                      <a:pt x="487" y="822"/>
                      <a:pt x="487" y="821"/>
                    </a:cubicBezTo>
                    <a:cubicBezTo>
                      <a:pt x="486" y="818"/>
                      <a:pt x="483" y="817"/>
                      <a:pt x="480" y="817"/>
                    </a:cubicBezTo>
                    <a:cubicBezTo>
                      <a:pt x="478" y="817"/>
                      <a:pt x="474" y="817"/>
                      <a:pt x="472" y="818"/>
                    </a:cubicBezTo>
                    <a:cubicBezTo>
                      <a:pt x="471" y="818"/>
                      <a:pt x="470" y="818"/>
                      <a:pt x="469" y="819"/>
                    </a:cubicBezTo>
                    <a:cubicBezTo>
                      <a:pt x="468" y="820"/>
                      <a:pt x="468" y="821"/>
                      <a:pt x="467" y="822"/>
                    </a:cubicBezTo>
                    <a:cubicBezTo>
                      <a:pt x="465" y="822"/>
                      <a:pt x="464" y="822"/>
                      <a:pt x="462" y="822"/>
                    </a:cubicBezTo>
                    <a:cubicBezTo>
                      <a:pt x="461" y="822"/>
                      <a:pt x="460" y="823"/>
                      <a:pt x="459" y="823"/>
                    </a:cubicBezTo>
                    <a:cubicBezTo>
                      <a:pt x="456" y="823"/>
                      <a:pt x="453" y="823"/>
                      <a:pt x="450" y="822"/>
                    </a:cubicBezTo>
                    <a:cubicBezTo>
                      <a:pt x="448" y="821"/>
                      <a:pt x="445" y="821"/>
                      <a:pt x="443" y="820"/>
                    </a:cubicBezTo>
                    <a:cubicBezTo>
                      <a:pt x="442" y="819"/>
                      <a:pt x="442" y="819"/>
                      <a:pt x="441" y="818"/>
                    </a:cubicBezTo>
                    <a:cubicBezTo>
                      <a:pt x="440" y="817"/>
                      <a:pt x="437" y="816"/>
                      <a:pt x="437" y="815"/>
                    </a:cubicBezTo>
                    <a:cubicBezTo>
                      <a:pt x="437" y="814"/>
                      <a:pt x="440" y="814"/>
                      <a:pt x="440" y="814"/>
                    </a:cubicBezTo>
                    <a:cubicBezTo>
                      <a:pt x="442" y="813"/>
                      <a:pt x="443" y="813"/>
                      <a:pt x="444" y="812"/>
                    </a:cubicBezTo>
                    <a:cubicBezTo>
                      <a:pt x="446" y="810"/>
                      <a:pt x="443" y="808"/>
                      <a:pt x="442" y="806"/>
                    </a:cubicBezTo>
                    <a:cubicBezTo>
                      <a:pt x="440" y="803"/>
                      <a:pt x="445" y="803"/>
                      <a:pt x="447" y="802"/>
                    </a:cubicBezTo>
                    <a:cubicBezTo>
                      <a:pt x="449" y="802"/>
                      <a:pt x="451" y="802"/>
                      <a:pt x="453" y="802"/>
                    </a:cubicBezTo>
                    <a:cubicBezTo>
                      <a:pt x="454" y="802"/>
                      <a:pt x="456" y="802"/>
                      <a:pt x="457" y="802"/>
                    </a:cubicBezTo>
                    <a:cubicBezTo>
                      <a:pt x="459" y="801"/>
                      <a:pt x="460" y="799"/>
                      <a:pt x="463" y="800"/>
                    </a:cubicBezTo>
                    <a:cubicBezTo>
                      <a:pt x="464" y="800"/>
                      <a:pt x="465" y="801"/>
                      <a:pt x="466" y="800"/>
                    </a:cubicBezTo>
                    <a:cubicBezTo>
                      <a:pt x="468" y="800"/>
                      <a:pt x="469" y="798"/>
                      <a:pt x="470" y="797"/>
                    </a:cubicBezTo>
                    <a:cubicBezTo>
                      <a:pt x="470" y="796"/>
                      <a:pt x="471" y="794"/>
                      <a:pt x="473" y="794"/>
                    </a:cubicBezTo>
                    <a:cubicBezTo>
                      <a:pt x="474" y="793"/>
                      <a:pt x="475" y="794"/>
                      <a:pt x="476" y="794"/>
                    </a:cubicBezTo>
                    <a:cubicBezTo>
                      <a:pt x="478" y="796"/>
                      <a:pt x="480" y="797"/>
                      <a:pt x="481" y="794"/>
                    </a:cubicBezTo>
                    <a:cubicBezTo>
                      <a:pt x="482" y="792"/>
                      <a:pt x="482" y="790"/>
                      <a:pt x="484" y="789"/>
                    </a:cubicBezTo>
                    <a:cubicBezTo>
                      <a:pt x="487" y="787"/>
                      <a:pt x="490" y="789"/>
                      <a:pt x="493" y="789"/>
                    </a:cubicBezTo>
                    <a:cubicBezTo>
                      <a:pt x="496" y="789"/>
                      <a:pt x="496" y="786"/>
                      <a:pt x="498" y="784"/>
                    </a:cubicBezTo>
                    <a:cubicBezTo>
                      <a:pt x="499" y="784"/>
                      <a:pt x="500" y="784"/>
                      <a:pt x="501" y="784"/>
                    </a:cubicBezTo>
                    <a:cubicBezTo>
                      <a:pt x="503" y="783"/>
                      <a:pt x="504" y="783"/>
                      <a:pt x="505" y="781"/>
                    </a:cubicBezTo>
                    <a:cubicBezTo>
                      <a:pt x="506" y="780"/>
                      <a:pt x="507" y="779"/>
                      <a:pt x="508" y="778"/>
                    </a:cubicBezTo>
                    <a:cubicBezTo>
                      <a:pt x="509" y="777"/>
                      <a:pt x="511" y="777"/>
                      <a:pt x="512" y="777"/>
                    </a:cubicBezTo>
                    <a:cubicBezTo>
                      <a:pt x="513" y="777"/>
                      <a:pt x="515" y="776"/>
                      <a:pt x="516" y="776"/>
                    </a:cubicBezTo>
                    <a:cubicBezTo>
                      <a:pt x="517" y="775"/>
                      <a:pt x="519" y="774"/>
                      <a:pt x="519" y="775"/>
                    </a:cubicBezTo>
                    <a:cubicBezTo>
                      <a:pt x="520" y="776"/>
                      <a:pt x="518" y="778"/>
                      <a:pt x="518" y="778"/>
                    </a:cubicBezTo>
                    <a:cubicBezTo>
                      <a:pt x="516" y="780"/>
                      <a:pt x="515" y="780"/>
                      <a:pt x="513" y="781"/>
                    </a:cubicBezTo>
                    <a:cubicBezTo>
                      <a:pt x="511" y="781"/>
                      <a:pt x="510" y="781"/>
                      <a:pt x="509" y="783"/>
                    </a:cubicBezTo>
                    <a:cubicBezTo>
                      <a:pt x="508" y="784"/>
                      <a:pt x="508" y="786"/>
                      <a:pt x="508" y="787"/>
                    </a:cubicBezTo>
                    <a:cubicBezTo>
                      <a:pt x="510" y="791"/>
                      <a:pt x="515" y="788"/>
                      <a:pt x="517" y="791"/>
                    </a:cubicBezTo>
                    <a:cubicBezTo>
                      <a:pt x="519" y="795"/>
                      <a:pt x="512" y="797"/>
                      <a:pt x="510" y="798"/>
                    </a:cubicBezTo>
                    <a:cubicBezTo>
                      <a:pt x="507" y="800"/>
                      <a:pt x="509" y="803"/>
                      <a:pt x="509" y="805"/>
                    </a:cubicBezTo>
                    <a:cubicBezTo>
                      <a:pt x="509" y="807"/>
                      <a:pt x="508" y="808"/>
                      <a:pt x="507" y="809"/>
                    </a:cubicBezTo>
                    <a:cubicBezTo>
                      <a:pt x="507" y="810"/>
                      <a:pt x="506" y="811"/>
                      <a:pt x="506" y="812"/>
                    </a:cubicBezTo>
                    <a:cubicBezTo>
                      <a:pt x="507" y="814"/>
                      <a:pt x="514" y="808"/>
                      <a:pt x="515" y="808"/>
                    </a:cubicBezTo>
                    <a:cubicBezTo>
                      <a:pt x="519" y="806"/>
                      <a:pt x="518" y="813"/>
                      <a:pt x="520" y="815"/>
                    </a:cubicBezTo>
                    <a:cubicBezTo>
                      <a:pt x="520" y="816"/>
                      <a:pt x="522" y="816"/>
                      <a:pt x="523" y="816"/>
                    </a:cubicBezTo>
                    <a:cubicBezTo>
                      <a:pt x="525" y="816"/>
                      <a:pt x="527" y="815"/>
                      <a:pt x="528" y="815"/>
                    </a:cubicBezTo>
                    <a:cubicBezTo>
                      <a:pt x="530" y="815"/>
                      <a:pt x="532" y="816"/>
                      <a:pt x="533" y="815"/>
                    </a:cubicBezTo>
                    <a:cubicBezTo>
                      <a:pt x="535" y="815"/>
                      <a:pt x="536" y="814"/>
                      <a:pt x="537" y="813"/>
                    </a:cubicBezTo>
                    <a:cubicBezTo>
                      <a:pt x="539" y="812"/>
                      <a:pt x="543" y="811"/>
                      <a:pt x="543" y="815"/>
                    </a:cubicBezTo>
                    <a:cubicBezTo>
                      <a:pt x="544" y="818"/>
                      <a:pt x="540" y="821"/>
                      <a:pt x="538" y="822"/>
                    </a:cubicBezTo>
                    <a:cubicBezTo>
                      <a:pt x="534" y="824"/>
                      <a:pt x="530" y="823"/>
                      <a:pt x="527" y="822"/>
                    </a:cubicBezTo>
                    <a:cubicBezTo>
                      <a:pt x="524" y="822"/>
                      <a:pt x="522" y="822"/>
                      <a:pt x="519" y="823"/>
                    </a:cubicBezTo>
                    <a:cubicBezTo>
                      <a:pt x="517" y="826"/>
                      <a:pt x="516" y="829"/>
                      <a:pt x="520" y="831"/>
                    </a:cubicBezTo>
                    <a:cubicBezTo>
                      <a:pt x="521" y="831"/>
                      <a:pt x="523" y="832"/>
                      <a:pt x="524" y="833"/>
                    </a:cubicBezTo>
                    <a:cubicBezTo>
                      <a:pt x="524" y="834"/>
                      <a:pt x="523" y="835"/>
                      <a:pt x="522" y="835"/>
                    </a:cubicBezTo>
                    <a:cubicBezTo>
                      <a:pt x="520" y="837"/>
                      <a:pt x="519" y="839"/>
                      <a:pt x="520" y="842"/>
                    </a:cubicBezTo>
                    <a:cubicBezTo>
                      <a:pt x="521" y="845"/>
                      <a:pt x="523" y="845"/>
                      <a:pt x="526" y="844"/>
                    </a:cubicBezTo>
                    <a:cubicBezTo>
                      <a:pt x="527" y="844"/>
                      <a:pt x="528" y="843"/>
                      <a:pt x="529" y="843"/>
                    </a:cubicBezTo>
                    <a:cubicBezTo>
                      <a:pt x="530" y="843"/>
                      <a:pt x="531" y="844"/>
                      <a:pt x="533" y="844"/>
                    </a:cubicBezTo>
                    <a:cubicBezTo>
                      <a:pt x="536" y="844"/>
                      <a:pt x="539" y="844"/>
                      <a:pt x="541" y="844"/>
                    </a:cubicBezTo>
                    <a:cubicBezTo>
                      <a:pt x="543" y="845"/>
                      <a:pt x="548" y="847"/>
                      <a:pt x="545" y="849"/>
                    </a:cubicBezTo>
                    <a:cubicBezTo>
                      <a:pt x="541" y="850"/>
                      <a:pt x="536" y="849"/>
                      <a:pt x="532" y="849"/>
                    </a:cubicBezTo>
                    <a:cubicBezTo>
                      <a:pt x="529" y="849"/>
                      <a:pt x="527" y="850"/>
                      <a:pt x="525" y="851"/>
                    </a:cubicBezTo>
                    <a:cubicBezTo>
                      <a:pt x="523" y="852"/>
                      <a:pt x="523" y="855"/>
                      <a:pt x="523" y="857"/>
                    </a:cubicBezTo>
                    <a:cubicBezTo>
                      <a:pt x="525" y="864"/>
                      <a:pt x="536" y="858"/>
                      <a:pt x="541" y="857"/>
                    </a:cubicBezTo>
                    <a:cubicBezTo>
                      <a:pt x="542" y="857"/>
                      <a:pt x="543" y="856"/>
                      <a:pt x="544" y="856"/>
                    </a:cubicBezTo>
                    <a:cubicBezTo>
                      <a:pt x="547" y="856"/>
                      <a:pt x="549" y="856"/>
                      <a:pt x="552" y="856"/>
                    </a:cubicBezTo>
                    <a:cubicBezTo>
                      <a:pt x="554" y="856"/>
                      <a:pt x="559" y="854"/>
                      <a:pt x="559" y="857"/>
                    </a:cubicBezTo>
                    <a:cubicBezTo>
                      <a:pt x="559" y="860"/>
                      <a:pt x="552" y="860"/>
                      <a:pt x="550" y="860"/>
                    </a:cubicBezTo>
                    <a:cubicBezTo>
                      <a:pt x="547" y="860"/>
                      <a:pt x="544" y="859"/>
                      <a:pt x="541" y="860"/>
                    </a:cubicBezTo>
                    <a:cubicBezTo>
                      <a:pt x="540" y="860"/>
                      <a:pt x="536" y="861"/>
                      <a:pt x="536" y="863"/>
                    </a:cubicBezTo>
                    <a:cubicBezTo>
                      <a:pt x="535" y="865"/>
                      <a:pt x="542" y="865"/>
                      <a:pt x="543" y="865"/>
                    </a:cubicBezTo>
                    <a:close/>
                    <a:moveTo>
                      <a:pt x="525" y="946"/>
                    </a:moveTo>
                    <a:cubicBezTo>
                      <a:pt x="521" y="951"/>
                      <a:pt x="515" y="944"/>
                      <a:pt x="512" y="942"/>
                    </a:cubicBezTo>
                    <a:cubicBezTo>
                      <a:pt x="509" y="940"/>
                      <a:pt x="505" y="940"/>
                      <a:pt x="501" y="941"/>
                    </a:cubicBezTo>
                    <a:cubicBezTo>
                      <a:pt x="498" y="942"/>
                      <a:pt x="495" y="942"/>
                      <a:pt x="491" y="944"/>
                    </a:cubicBezTo>
                    <a:cubicBezTo>
                      <a:pt x="491" y="944"/>
                      <a:pt x="490" y="944"/>
                      <a:pt x="489" y="944"/>
                    </a:cubicBezTo>
                    <a:cubicBezTo>
                      <a:pt x="488" y="944"/>
                      <a:pt x="487" y="944"/>
                      <a:pt x="486" y="944"/>
                    </a:cubicBezTo>
                    <a:cubicBezTo>
                      <a:pt x="485" y="944"/>
                      <a:pt x="485" y="945"/>
                      <a:pt x="484" y="945"/>
                    </a:cubicBezTo>
                    <a:cubicBezTo>
                      <a:pt x="482" y="944"/>
                      <a:pt x="481" y="945"/>
                      <a:pt x="480" y="945"/>
                    </a:cubicBezTo>
                    <a:cubicBezTo>
                      <a:pt x="479" y="945"/>
                      <a:pt x="477" y="945"/>
                      <a:pt x="476" y="945"/>
                    </a:cubicBezTo>
                    <a:cubicBezTo>
                      <a:pt x="474" y="945"/>
                      <a:pt x="472" y="944"/>
                      <a:pt x="472" y="941"/>
                    </a:cubicBezTo>
                    <a:cubicBezTo>
                      <a:pt x="471" y="940"/>
                      <a:pt x="472" y="938"/>
                      <a:pt x="474" y="937"/>
                    </a:cubicBezTo>
                    <a:cubicBezTo>
                      <a:pt x="475" y="936"/>
                      <a:pt x="476" y="936"/>
                      <a:pt x="478" y="935"/>
                    </a:cubicBezTo>
                    <a:cubicBezTo>
                      <a:pt x="479" y="935"/>
                      <a:pt x="481" y="934"/>
                      <a:pt x="482" y="934"/>
                    </a:cubicBezTo>
                    <a:cubicBezTo>
                      <a:pt x="485" y="934"/>
                      <a:pt x="486" y="931"/>
                      <a:pt x="486" y="929"/>
                    </a:cubicBezTo>
                    <a:cubicBezTo>
                      <a:pt x="486" y="927"/>
                      <a:pt x="484" y="927"/>
                      <a:pt x="483" y="926"/>
                    </a:cubicBezTo>
                    <a:cubicBezTo>
                      <a:pt x="482" y="926"/>
                      <a:pt x="481" y="926"/>
                      <a:pt x="480" y="926"/>
                    </a:cubicBezTo>
                    <a:cubicBezTo>
                      <a:pt x="476" y="925"/>
                      <a:pt x="476" y="922"/>
                      <a:pt x="476" y="919"/>
                    </a:cubicBezTo>
                    <a:cubicBezTo>
                      <a:pt x="475" y="916"/>
                      <a:pt x="479" y="913"/>
                      <a:pt x="481" y="911"/>
                    </a:cubicBezTo>
                    <a:cubicBezTo>
                      <a:pt x="483" y="910"/>
                      <a:pt x="485" y="909"/>
                      <a:pt x="487" y="909"/>
                    </a:cubicBezTo>
                    <a:cubicBezTo>
                      <a:pt x="489" y="909"/>
                      <a:pt x="490" y="909"/>
                      <a:pt x="492" y="910"/>
                    </a:cubicBezTo>
                    <a:cubicBezTo>
                      <a:pt x="494" y="911"/>
                      <a:pt x="496" y="911"/>
                      <a:pt x="498" y="912"/>
                    </a:cubicBezTo>
                    <a:cubicBezTo>
                      <a:pt x="501" y="913"/>
                      <a:pt x="505" y="914"/>
                      <a:pt x="506" y="917"/>
                    </a:cubicBezTo>
                    <a:cubicBezTo>
                      <a:pt x="506" y="918"/>
                      <a:pt x="506" y="920"/>
                      <a:pt x="507" y="921"/>
                    </a:cubicBezTo>
                    <a:cubicBezTo>
                      <a:pt x="508" y="921"/>
                      <a:pt x="509" y="920"/>
                      <a:pt x="509" y="920"/>
                    </a:cubicBezTo>
                    <a:cubicBezTo>
                      <a:pt x="510" y="919"/>
                      <a:pt x="512" y="918"/>
                      <a:pt x="513" y="917"/>
                    </a:cubicBezTo>
                    <a:cubicBezTo>
                      <a:pt x="513" y="917"/>
                      <a:pt x="513" y="916"/>
                      <a:pt x="513" y="915"/>
                    </a:cubicBezTo>
                    <a:cubicBezTo>
                      <a:pt x="514" y="915"/>
                      <a:pt x="514" y="914"/>
                      <a:pt x="515" y="914"/>
                    </a:cubicBezTo>
                    <a:cubicBezTo>
                      <a:pt x="516" y="913"/>
                      <a:pt x="517" y="911"/>
                      <a:pt x="517" y="910"/>
                    </a:cubicBezTo>
                    <a:cubicBezTo>
                      <a:pt x="518" y="910"/>
                      <a:pt x="520" y="910"/>
                      <a:pt x="520" y="911"/>
                    </a:cubicBezTo>
                    <a:cubicBezTo>
                      <a:pt x="521" y="912"/>
                      <a:pt x="521" y="915"/>
                      <a:pt x="521" y="916"/>
                    </a:cubicBezTo>
                    <a:cubicBezTo>
                      <a:pt x="520" y="918"/>
                      <a:pt x="520" y="920"/>
                      <a:pt x="521" y="921"/>
                    </a:cubicBezTo>
                    <a:cubicBezTo>
                      <a:pt x="522" y="922"/>
                      <a:pt x="523" y="922"/>
                      <a:pt x="524" y="923"/>
                    </a:cubicBezTo>
                    <a:cubicBezTo>
                      <a:pt x="525" y="925"/>
                      <a:pt x="523" y="927"/>
                      <a:pt x="523" y="929"/>
                    </a:cubicBezTo>
                    <a:cubicBezTo>
                      <a:pt x="522" y="930"/>
                      <a:pt x="525" y="931"/>
                      <a:pt x="525" y="933"/>
                    </a:cubicBezTo>
                    <a:cubicBezTo>
                      <a:pt x="526" y="935"/>
                      <a:pt x="525" y="938"/>
                      <a:pt x="525" y="940"/>
                    </a:cubicBezTo>
                    <a:cubicBezTo>
                      <a:pt x="525" y="942"/>
                      <a:pt x="526" y="944"/>
                      <a:pt x="525" y="946"/>
                    </a:cubicBezTo>
                    <a:close/>
                    <a:moveTo>
                      <a:pt x="436" y="781"/>
                    </a:moveTo>
                    <a:cubicBezTo>
                      <a:pt x="434" y="781"/>
                      <a:pt x="432" y="782"/>
                      <a:pt x="432" y="781"/>
                    </a:cubicBezTo>
                    <a:cubicBezTo>
                      <a:pt x="430" y="780"/>
                      <a:pt x="432" y="779"/>
                      <a:pt x="433" y="778"/>
                    </a:cubicBezTo>
                    <a:cubicBezTo>
                      <a:pt x="435" y="776"/>
                      <a:pt x="437" y="776"/>
                      <a:pt x="440" y="775"/>
                    </a:cubicBezTo>
                    <a:cubicBezTo>
                      <a:pt x="444" y="775"/>
                      <a:pt x="449" y="776"/>
                      <a:pt x="453" y="774"/>
                    </a:cubicBezTo>
                    <a:cubicBezTo>
                      <a:pt x="457" y="771"/>
                      <a:pt x="461" y="768"/>
                      <a:pt x="463" y="764"/>
                    </a:cubicBezTo>
                    <a:cubicBezTo>
                      <a:pt x="466" y="762"/>
                      <a:pt x="467" y="758"/>
                      <a:pt x="471" y="757"/>
                    </a:cubicBezTo>
                    <a:cubicBezTo>
                      <a:pt x="475" y="755"/>
                      <a:pt x="480" y="755"/>
                      <a:pt x="484" y="755"/>
                    </a:cubicBezTo>
                    <a:cubicBezTo>
                      <a:pt x="485" y="756"/>
                      <a:pt x="487" y="756"/>
                      <a:pt x="488" y="757"/>
                    </a:cubicBezTo>
                    <a:cubicBezTo>
                      <a:pt x="488" y="758"/>
                      <a:pt x="486" y="759"/>
                      <a:pt x="486" y="759"/>
                    </a:cubicBezTo>
                    <a:cubicBezTo>
                      <a:pt x="483" y="760"/>
                      <a:pt x="480" y="759"/>
                      <a:pt x="479" y="762"/>
                    </a:cubicBezTo>
                    <a:cubicBezTo>
                      <a:pt x="478" y="763"/>
                      <a:pt x="477" y="764"/>
                      <a:pt x="476" y="765"/>
                    </a:cubicBezTo>
                    <a:cubicBezTo>
                      <a:pt x="474" y="766"/>
                      <a:pt x="473" y="766"/>
                      <a:pt x="471" y="767"/>
                    </a:cubicBezTo>
                    <a:cubicBezTo>
                      <a:pt x="469" y="768"/>
                      <a:pt x="468" y="769"/>
                      <a:pt x="467" y="771"/>
                    </a:cubicBezTo>
                    <a:cubicBezTo>
                      <a:pt x="466" y="773"/>
                      <a:pt x="464" y="773"/>
                      <a:pt x="462" y="774"/>
                    </a:cubicBezTo>
                    <a:cubicBezTo>
                      <a:pt x="462" y="774"/>
                      <a:pt x="460" y="775"/>
                      <a:pt x="460" y="775"/>
                    </a:cubicBezTo>
                    <a:cubicBezTo>
                      <a:pt x="459" y="775"/>
                      <a:pt x="459" y="777"/>
                      <a:pt x="459" y="777"/>
                    </a:cubicBezTo>
                    <a:cubicBezTo>
                      <a:pt x="459" y="778"/>
                      <a:pt x="460" y="778"/>
                      <a:pt x="460" y="778"/>
                    </a:cubicBezTo>
                    <a:cubicBezTo>
                      <a:pt x="461" y="778"/>
                      <a:pt x="462" y="778"/>
                      <a:pt x="462" y="778"/>
                    </a:cubicBezTo>
                    <a:cubicBezTo>
                      <a:pt x="463" y="779"/>
                      <a:pt x="463" y="779"/>
                      <a:pt x="464" y="779"/>
                    </a:cubicBezTo>
                    <a:cubicBezTo>
                      <a:pt x="465" y="779"/>
                      <a:pt x="465" y="778"/>
                      <a:pt x="466" y="779"/>
                    </a:cubicBezTo>
                    <a:cubicBezTo>
                      <a:pt x="466" y="780"/>
                      <a:pt x="466" y="781"/>
                      <a:pt x="465" y="782"/>
                    </a:cubicBezTo>
                    <a:cubicBezTo>
                      <a:pt x="465" y="784"/>
                      <a:pt x="465" y="786"/>
                      <a:pt x="464" y="786"/>
                    </a:cubicBezTo>
                    <a:cubicBezTo>
                      <a:pt x="462" y="787"/>
                      <a:pt x="461" y="786"/>
                      <a:pt x="459" y="786"/>
                    </a:cubicBezTo>
                    <a:cubicBezTo>
                      <a:pt x="457" y="784"/>
                      <a:pt x="456" y="784"/>
                      <a:pt x="454" y="785"/>
                    </a:cubicBezTo>
                    <a:cubicBezTo>
                      <a:pt x="452" y="785"/>
                      <a:pt x="447" y="785"/>
                      <a:pt x="447" y="786"/>
                    </a:cubicBezTo>
                    <a:cubicBezTo>
                      <a:pt x="447" y="787"/>
                      <a:pt x="447" y="787"/>
                      <a:pt x="447" y="788"/>
                    </a:cubicBezTo>
                    <a:cubicBezTo>
                      <a:pt x="447" y="789"/>
                      <a:pt x="446" y="790"/>
                      <a:pt x="446" y="790"/>
                    </a:cubicBezTo>
                    <a:cubicBezTo>
                      <a:pt x="446" y="792"/>
                      <a:pt x="445" y="793"/>
                      <a:pt x="443" y="794"/>
                    </a:cubicBezTo>
                    <a:cubicBezTo>
                      <a:pt x="440" y="796"/>
                      <a:pt x="436" y="794"/>
                      <a:pt x="433" y="794"/>
                    </a:cubicBezTo>
                    <a:cubicBezTo>
                      <a:pt x="433" y="793"/>
                      <a:pt x="433" y="792"/>
                      <a:pt x="434" y="792"/>
                    </a:cubicBezTo>
                    <a:cubicBezTo>
                      <a:pt x="434" y="790"/>
                      <a:pt x="435" y="789"/>
                      <a:pt x="436" y="788"/>
                    </a:cubicBezTo>
                    <a:cubicBezTo>
                      <a:pt x="438" y="786"/>
                      <a:pt x="440" y="783"/>
                      <a:pt x="441" y="781"/>
                    </a:cubicBezTo>
                    <a:cubicBezTo>
                      <a:pt x="439" y="781"/>
                      <a:pt x="437" y="781"/>
                      <a:pt x="436" y="781"/>
                    </a:cubicBezTo>
                    <a:close/>
                    <a:moveTo>
                      <a:pt x="367" y="882"/>
                    </a:moveTo>
                    <a:cubicBezTo>
                      <a:pt x="366" y="881"/>
                      <a:pt x="365" y="879"/>
                      <a:pt x="365" y="877"/>
                    </a:cubicBezTo>
                    <a:cubicBezTo>
                      <a:pt x="365" y="875"/>
                      <a:pt x="366" y="873"/>
                      <a:pt x="365" y="871"/>
                    </a:cubicBezTo>
                    <a:cubicBezTo>
                      <a:pt x="365" y="868"/>
                      <a:pt x="362" y="867"/>
                      <a:pt x="359" y="866"/>
                    </a:cubicBezTo>
                    <a:cubicBezTo>
                      <a:pt x="357" y="866"/>
                      <a:pt x="353" y="865"/>
                      <a:pt x="352" y="863"/>
                    </a:cubicBezTo>
                    <a:cubicBezTo>
                      <a:pt x="351" y="861"/>
                      <a:pt x="355" y="861"/>
                      <a:pt x="356" y="861"/>
                    </a:cubicBezTo>
                    <a:cubicBezTo>
                      <a:pt x="357" y="862"/>
                      <a:pt x="358" y="862"/>
                      <a:pt x="359" y="862"/>
                    </a:cubicBezTo>
                    <a:cubicBezTo>
                      <a:pt x="360" y="862"/>
                      <a:pt x="361" y="861"/>
                      <a:pt x="363" y="861"/>
                    </a:cubicBezTo>
                    <a:cubicBezTo>
                      <a:pt x="365" y="861"/>
                      <a:pt x="366" y="861"/>
                      <a:pt x="367" y="859"/>
                    </a:cubicBezTo>
                    <a:cubicBezTo>
                      <a:pt x="368" y="857"/>
                      <a:pt x="367" y="855"/>
                      <a:pt x="369" y="854"/>
                    </a:cubicBezTo>
                    <a:cubicBezTo>
                      <a:pt x="371" y="852"/>
                      <a:pt x="374" y="851"/>
                      <a:pt x="376" y="849"/>
                    </a:cubicBezTo>
                    <a:cubicBezTo>
                      <a:pt x="379" y="847"/>
                      <a:pt x="381" y="844"/>
                      <a:pt x="383" y="841"/>
                    </a:cubicBezTo>
                    <a:cubicBezTo>
                      <a:pt x="385" y="839"/>
                      <a:pt x="386" y="838"/>
                      <a:pt x="388" y="837"/>
                    </a:cubicBezTo>
                    <a:cubicBezTo>
                      <a:pt x="390" y="836"/>
                      <a:pt x="391" y="834"/>
                      <a:pt x="393" y="833"/>
                    </a:cubicBezTo>
                    <a:cubicBezTo>
                      <a:pt x="394" y="832"/>
                      <a:pt x="396" y="832"/>
                      <a:pt x="396" y="833"/>
                    </a:cubicBezTo>
                    <a:cubicBezTo>
                      <a:pt x="397" y="835"/>
                      <a:pt x="396" y="836"/>
                      <a:pt x="395" y="836"/>
                    </a:cubicBezTo>
                    <a:cubicBezTo>
                      <a:pt x="394" y="837"/>
                      <a:pt x="392" y="839"/>
                      <a:pt x="391" y="840"/>
                    </a:cubicBezTo>
                    <a:cubicBezTo>
                      <a:pt x="391" y="843"/>
                      <a:pt x="391" y="845"/>
                      <a:pt x="391" y="848"/>
                    </a:cubicBezTo>
                    <a:cubicBezTo>
                      <a:pt x="391" y="850"/>
                      <a:pt x="391" y="853"/>
                      <a:pt x="389" y="855"/>
                    </a:cubicBezTo>
                    <a:cubicBezTo>
                      <a:pt x="387" y="856"/>
                      <a:pt x="386" y="857"/>
                      <a:pt x="385" y="859"/>
                    </a:cubicBezTo>
                    <a:cubicBezTo>
                      <a:pt x="385" y="861"/>
                      <a:pt x="385" y="862"/>
                      <a:pt x="386" y="863"/>
                    </a:cubicBezTo>
                    <a:cubicBezTo>
                      <a:pt x="387" y="864"/>
                      <a:pt x="389" y="865"/>
                      <a:pt x="390" y="864"/>
                    </a:cubicBezTo>
                    <a:cubicBezTo>
                      <a:pt x="391" y="864"/>
                      <a:pt x="392" y="863"/>
                      <a:pt x="392" y="863"/>
                    </a:cubicBezTo>
                    <a:cubicBezTo>
                      <a:pt x="393" y="862"/>
                      <a:pt x="394" y="862"/>
                      <a:pt x="395" y="862"/>
                    </a:cubicBezTo>
                    <a:cubicBezTo>
                      <a:pt x="396" y="861"/>
                      <a:pt x="396" y="861"/>
                      <a:pt x="397" y="861"/>
                    </a:cubicBezTo>
                    <a:cubicBezTo>
                      <a:pt x="399" y="860"/>
                      <a:pt x="401" y="860"/>
                      <a:pt x="403" y="859"/>
                    </a:cubicBezTo>
                    <a:cubicBezTo>
                      <a:pt x="406" y="859"/>
                      <a:pt x="409" y="859"/>
                      <a:pt x="412" y="858"/>
                    </a:cubicBezTo>
                    <a:cubicBezTo>
                      <a:pt x="413" y="858"/>
                      <a:pt x="414" y="857"/>
                      <a:pt x="415" y="857"/>
                    </a:cubicBezTo>
                    <a:cubicBezTo>
                      <a:pt x="417" y="856"/>
                      <a:pt x="417" y="855"/>
                      <a:pt x="418" y="855"/>
                    </a:cubicBezTo>
                    <a:cubicBezTo>
                      <a:pt x="419" y="854"/>
                      <a:pt x="420" y="853"/>
                      <a:pt x="420" y="852"/>
                    </a:cubicBezTo>
                    <a:cubicBezTo>
                      <a:pt x="421" y="852"/>
                      <a:pt x="422" y="851"/>
                      <a:pt x="423" y="850"/>
                    </a:cubicBezTo>
                    <a:cubicBezTo>
                      <a:pt x="423" y="849"/>
                      <a:pt x="424" y="849"/>
                      <a:pt x="425" y="848"/>
                    </a:cubicBezTo>
                    <a:cubicBezTo>
                      <a:pt x="426" y="847"/>
                      <a:pt x="427" y="846"/>
                      <a:pt x="427" y="846"/>
                    </a:cubicBezTo>
                    <a:cubicBezTo>
                      <a:pt x="428" y="845"/>
                      <a:pt x="429" y="844"/>
                      <a:pt x="429" y="843"/>
                    </a:cubicBezTo>
                    <a:cubicBezTo>
                      <a:pt x="430" y="842"/>
                      <a:pt x="430" y="841"/>
                      <a:pt x="430" y="840"/>
                    </a:cubicBezTo>
                    <a:cubicBezTo>
                      <a:pt x="430" y="840"/>
                      <a:pt x="431" y="840"/>
                      <a:pt x="431" y="839"/>
                    </a:cubicBezTo>
                    <a:cubicBezTo>
                      <a:pt x="433" y="838"/>
                      <a:pt x="433" y="836"/>
                      <a:pt x="434" y="834"/>
                    </a:cubicBezTo>
                    <a:cubicBezTo>
                      <a:pt x="436" y="832"/>
                      <a:pt x="441" y="825"/>
                      <a:pt x="444" y="827"/>
                    </a:cubicBezTo>
                    <a:cubicBezTo>
                      <a:pt x="446" y="828"/>
                      <a:pt x="445" y="830"/>
                      <a:pt x="444" y="832"/>
                    </a:cubicBezTo>
                    <a:cubicBezTo>
                      <a:pt x="443" y="834"/>
                      <a:pt x="442" y="836"/>
                      <a:pt x="440" y="838"/>
                    </a:cubicBezTo>
                    <a:cubicBezTo>
                      <a:pt x="437" y="841"/>
                      <a:pt x="434" y="842"/>
                      <a:pt x="432" y="845"/>
                    </a:cubicBezTo>
                    <a:cubicBezTo>
                      <a:pt x="430" y="849"/>
                      <a:pt x="429" y="853"/>
                      <a:pt x="426" y="857"/>
                    </a:cubicBezTo>
                    <a:cubicBezTo>
                      <a:pt x="425" y="858"/>
                      <a:pt x="424" y="859"/>
                      <a:pt x="422" y="861"/>
                    </a:cubicBezTo>
                    <a:cubicBezTo>
                      <a:pt x="421" y="863"/>
                      <a:pt x="419" y="866"/>
                      <a:pt x="417" y="868"/>
                    </a:cubicBezTo>
                    <a:cubicBezTo>
                      <a:pt x="416" y="870"/>
                      <a:pt x="416" y="872"/>
                      <a:pt x="415" y="874"/>
                    </a:cubicBezTo>
                    <a:cubicBezTo>
                      <a:pt x="414" y="876"/>
                      <a:pt x="411" y="877"/>
                      <a:pt x="409" y="877"/>
                    </a:cubicBezTo>
                    <a:cubicBezTo>
                      <a:pt x="408" y="877"/>
                      <a:pt x="407" y="877"/>
                      <a:pt x="407" y="878"/>
                    </a:cubicBezTo>
                    <a:cubicBezTo>
                      <a:pt x="406" y="879"/>
                      <a:pt x="406" y="880"/>
                      <a:pt x="406" y="881"/>
                    </a:cubicBezTo>
                    <a:cubicBezTo>
                      <a:pt x="407" y="884"/>
                      <a:pt x="408" y="889"/>
                      <a:pt x="405" y="891"/>
                    </a:cubicBezTo>
                    <a:cubicBezTo>
                      <a:pt x="404" y="892"/>
                      <a:pt x="401" y="892"/>
                      <a:pt x="400" y="894"/>
                    </a:cubicBezTo>
                    <a:cubicBezTo>
                      <a:pt x="400" y="894"/>
                      <a:pt x="400" y="895"/>
                      <a:pt x="399" y="896"/>
                    </a:cubicBezTo>
                    <a:cubicBezTo>
                      <a:pt x="399" y="897"/>
                      <a:pt x="398" y="898"/>
                      <a:pt x="398" y="899"/>
                    </a:cubicBezTo>
                    <a:cubicBezTo>
                      <a:pt x="396" y="901"/>
                      <a:pt x="394" y="902"/>
                      <a:pt x="392" y="904"/>
                    </a:cubicBezTo>
                    <a:cubicBezTo>
                      <a:pt x="391" y="906"/>
                      <a:pt x="389" y="908"/>
                      <a:pt x="387" y="909"/>
                    </a:cubicBezTo>
                    <a:cubicBezTo>
                      <a:pt x="386" y="911"/>
                      <a:pt x="383" y="913"/>
                      <a:pt x="382" y="910"/>
                    </a:cubicBezTo>
                    <a:cubicBezTo>
                      <a:pt x="381" y="910"/>
                      <a:pt x="381" y="909"/>
                      <a:pt x="380" y="908"/>
                    </a:cubicBezTo>
                    <a:cubicBezTo>
                      <a:pt x="380" y="907"/>
                      <a:pt x="379" y="906"/>
                      <a:pt x="378" y="906"/>
                    </a:cubicBezTo>
                    <a:cubicBezTo>
                      <a:pt x="377" y="904"/>
                      <a:pt x="377" y="902"/>
                      <a:pt x="379" y="900"/>
                    </a:cubicBezTo>
                    <a:cubicBezTo>
                      <a:pt x="381" y="899"/>
                      <a:pt x="384" y="898"/>
                      <a:pt x="385" y="896"/>
                    </a:cubicBezTo>
                    <a:cubicBezTo>
                      <a:pt x="385" y="893"/>
                      <a:pt x="384" y="889"/>
                      <a:pt x="383" y="887"/>
                    </a:cubicBezTo>
                    <a:cubicBezTo>
                      <a:pt x="381" y="884"/>
                      <a:pt x="378" y="884"/>
                      <a:pt x="375" y="883"/>
                    </a:cubicBezTo>
                    <a:cubicBezTo>
                      <a:pt x="373" y="883"/>
                      <a:pt x="369" y="883"/>
                      <a:pt x="367" y="882"/>
                    </a:cubicBezTo>
                    <a:close/>
                    <a:moveTo>
                      <a:pt x="383" y="1023"/>
                    </a:moveTo>
                    <a:cubicBezTo>
                      <a:pt x="383" y="1022"/>
                      <a:pt x="382" y="1021"/>
                      <a:pt x="382" y="1019"/>
                    </a:cubicBezTo>
                    <a:cubicBezTo>
                      <a:pt x="382" y="1018"/>
                      <a:pt x="381" y="1016"/>
                      <a:pt x="382" y="1015"/>
                    </a:cubicBezTo>
                    <a:cubicBezTo>
                      <a:pt x="383" y="1013"/>
                      <a:pt x="387" y="1012"/>
                      <a:pt x="389" y="1011"/>
                    </a:cubicBezTo>
                    <a:cubicBezTo>
                      <a:pt x="392" y="1010"/>
                      <a:pt x="392" y="1009"/>
                      <a:pt x="391" y="1006"/>
                    </a:cubicBezTo>
                    <a:cubicBezTo>
                      <a:pt x="390" y="1004"/>
                      <a:pt x="388" y="1003"/>
                      <a:pt x="386" y="1002"/>
                    </a:cubicBezTo>
                    <a:cubicBezTo>
                      <a:pt x="385" y="1002"/>
                      <a:pt x="383" y="1002"/>
                      <a:pt x="382" y="1001"/>
                    </a:cubicBezTo>
                    <a:cubicBezTo>
                      <a:pt x="381" y="1000"/>
                      <a:pt x="379" y="999"/>
                      <a:pt x="378" y="998"/>
                    </a:cubicBezTo>
                    <a:cubicBezTo>
                      <a:pt x="376" y="996"/>
                      <a:pt x="375" y="994"/>
                      <a:pt x="375" y="992"/>
                    </a:cubicBezTo>
                    <a:cubicBezTo>
                      <a:pt x="378" y="992"/>
                      <a:pt x="378" y="991"/>
                      <a:pt x="379" y="988"/>
                    </a:cubicBezTo>
                    <a:cubicBezTo>
                      <a:pt x="379" y="987"/>
                      <a:pt x="379" y="983"/>
                      <a:pt x="381" y="984"/>
                    </a:cubicBezTo>
                    <a:cubicBezTo>
                      <a:pt x="382" y="985"/>
                      <a:pt x="385" y="988"/>
                      <a:pt x="386" y="988"/>
                    </a:cubicBezTo>
                    <a:cubicBezTo>
                      <a:pt x="388" y="987"/>
                      <a:pt x="387" y="983"/>
                      <a:pt x="388" y="982"/>
                    </a:cubicBezTo>
                    <a:cubicBezTo>
                      <a:pt x="389" y="980"/>
                      <a:pt x="392" y="981"/>
                      <a:pt x="393" y="979"/>
                    </a:cubicBezTo>
                    <a:cubicBezTo>
                      <a:pt x="394" y="976"/>
                      <a:pt x="391" y="974"/>
                      <a:pt x="389" y="972"/>
                    </a:cubicBezTo>
                    <a:cubicBezTo>
                      <a:pt x="387" y="970"/>
                      <a:pt x="387" y="969"/>
                      <a:pt x="387" y="966"/>
                    </a:cubicBezTo>
                    <a:cubicBezTo>
                      <a:pt x="388" y="963"/>
                      <a:pt x="389" y="961"/>
                      <a:pt x="392" y="961"/>
                    </a:cubicBezTo>
                    <a:cubicBezTo>
                      <a:pt x="394" y="961"/>
                      <a:pt x="396" y="964"/>
                      <a:pt x="399" y="965"/>
                    </a:cubicBezTo>
                    <a:cubicBezTo>
                      <a:pt x="401" y="965"/>
                      <a:pt x="403" y="964"/>
                      <a:pt x="404" y="963"/>
                    </a:cubicBezTo>
                    <a:cubicBezTo>
                      <a:pt x="407" y="962"/>
                      <a:pt x="409" y="960"/>
                      <a:pt x="411" y="960"/>
                    </a:cubicBezTo>
                    <a:cubicBezTo>
                      <a:pt x="413" y="959"/>
                      <a:pt x="417" y="959"/>
                      <a:pt x="418" y="962"/>
                    </a:cubicBezTo>
                    <a:cubicBezTo>
                      <a:pt x="419" y="963"/>
                      <a:pt x="417" y="965"/>
                      <a:pt x="417" y="967"/>
                    </a:cubicBezTo>
                    <a:cubicBezTo>
                      <a:pt x="416" y="968"/>
                      <a:pt x="418" y="969"/>
                      <a:pt x="418" y="971"/>
                    </a:cubicBezTo>
                    <a:cubicBezTo>
                      <a:pt x="419" y="973"/>
                      <a:pt x="419" y="974"/>
                      <a:pt x="420" y="976"/>
                    </a:cubicBezTo>
                    <a:cubicBezTo>
                      <a:pt x="421" y="978"/>
                      <a:pt x="421" y="980"/>
                      <a:pt x="419" y="981"/>
                    </a:cubicBezTo>
                    <a:cubicBezTo>
                      <a:pt x="418" y="982"/>
                      <a:pt x="415" y="982"/>
                      <a:pt x="417" y="983"/>
                    </a:cubicBezTo>
                    <a:cubicBezTo>
                      <a:pt x="419" y="984"/>
                      <a:pt x="421" y="985"/>
                      <a:pt x="423" y="986"/>
                    </a:cubicBezTo>
                    <a:cubicBezTo>
                      <a:pt x="428" y="989"/>
                      <a:pt x="431" y="992"/>
                      <a:pt x="431" y="998"/>
                    </a:cubicBezTo>
                    <a:cubicBezTo>
                      <a:pt x="431" y="1000"/>
                      <a:pt x="430" y="1002"/>
                      <a:pt x="433" y="1003"/>
                    </a:cubicBezTo>
                    <a:cubicBezTo>
                      <a:pt x="434" y="1003"/>
                      <a:pt x="438" y="1003"/>
                      <a:pt x="439" y="1004"/>
                    </a:cubicBezTo>
                    <a:cubicBezTo>
                      <a:pt x="440" y="1005"/>
                      <a:pt x="437" y="1007"/>
                      <a:pt x="438" y="1008"/>
                    </a:cubicBezTo>
                    <a:cubicBezTo>
                      <a:pt x="438" y="1011"/>
                      <a:pt x="443" y="1010"/>
                      <a:pt x="445" y="1010"/>
                    </a:cubicBezTo>
                    <a:cubicBezTo>
                      <a:pt x="447" y="1010"/>
                      <a:pt x="452" y="1010"/>
                      <a:pt x="452" y="1013"/>
                    </a:cubicBezTo>
                    <a:cubicBezTo>
                      <a:pt x="452" y="1016"/>
                      <a:pt x="448" y="1016"/>
                      <a:pt x="447" y="1016"/>
                    </a:cubicBezTo>
                    <a:cubicBezTo>
                      <a:pt x="442" y="1017"/>
                      <a:pt x="444" y="1024"/>
                      <a:pt x="446" y="1026"/>
                    </a:cubicBezTo>
                    <a:cubicBezTo>
                      <a:pt x="448" y="1028"/>
                      <a:pt x="450" y="1029"/>
                      <a:pt x="449" y="1031"/>
                    </a:cubicBezTo>
                    <a:cubicBezTo>
                      <a:pt x="448" y="1033"/>
                      <a:pt x="446" y="1033"/>
                      <a:pt x="447" y="1035"/>
                    </a:cubicBezTo>
                    <a:cubicBezTo>
                      <a:pt x="447" y="1038"/>
                      <a:pt x="449" y="1040"/>
                      <a:pt x="451" y="1040"/>
                    </a:cubicBezTo>
                    <a:cubicBezTo>
                      <a:pt x="454" y="1041"/>
                      <a:pt x="456" y="1040"/>
                      <a:pt x="459" y="1041"/>
                    </a:cubicBezTo>
                    <a:cubicBezTo>
                      <a:pt x="463" y="1042"/>
                      <a:pt x="469" y="1045"/>
                      <a:pt x="467" y="1050"/>
                    </a:cubicBezTo>
                    <a:cubicBezTo>
                      <a:pt x="467" y="1052"/>
                      <a:pt x="464" y="1053"/>
                      <a:pt x="463" y="1055"/>
                    </a:cubicBezTo>
                    <a:cubicBezTo>
                      <a:pt x="462" y="1057"/>
                      <a:pt x="464" y="1059"/>
                      <a:pt x="465" y="1059"/>
                    </a:cubicBezTo>
                    <a:cubicBezTo>
                      <a:pt x="467" y="1061"/>
                      <a:pt x="470" y="1061"/>
                      <a:pt x="472" y="1061"/>
                    </a:cubicBezTo>
                    <a:cubicBezTo>
                      <a:pt x="474" y="1061"/>
                      <a:pt x="475" y="1062"/>
                      <a:pt x="477" y="1062"/>
                    </a:cubicBezTo>
                    <a:cubicBezTo>
                      <a:pt x="480" y="1062"/>
                      <a:pt x="483" y="1063"/>
                      <a:pt x="485" y="1063"/>
                    </a:cubicBezTo>
                    <a:cubicBezTo>
                      <a:pt x="487" y="1063"/>
                      <a:pt x="490" y="1063"/>
                      <a:pt x="491" y="1061"/>
                    </a:cubicBezTo>
                    <a:cubicBezTo>
                      <a:pt x="493" y="1058"/>
                      <a:pt x="490" y="1054"/>
                      <a:pt x="488" y="1052"/>
                    </a:cubicBezTo>
                    <a:cubicBezTo>
                      <a:pt x="489" y="1051"/>
                      <a:pt x="491" y="1050"/>
                      <a:pt x="492" y="1051"/>
                    </a:cubicBezTo>
                    <a:cubicBezTo>
                      <a:pt x="494" y="1052"/>
                      <a:pt x="495" y="1054"/>
                      <a:pt x="496" y="1055"/>
                    </a:cubicBezTo>
                    <a:cubicBezTo>
                      <a:pt x="500" y="1058"/>
                      <a:pt x="505" y="1061"/>
                      <a:pt x="510" y="1058"/>
                    </a:cubicBezTo>
                    <a:cubicBezTo>
                      <a:pt x="511" y="1057"/>
                      <a:pt x="511" y="1056"/>
                      <a:pt x="511" y="1054"/>
                    </a:cubicBezTo>
                    <a:cubicBezTo>
                      <a:pt x="511" y="1053"/>
                      <a:pt x="511" y="1051"/>
                      <a:pt x="511" y="1050"/>
                    </a:cubicBezTo>
                    <a:cubicBezTo>
                      <a:pt x="511" y="1049"/>
                      <a:pt x="512" y="1049"/>
                      <a:pt x="512" y="1048"/>
                    </a:cubicBezTo>
                    <a:cubicBezTo>
                      <a:pt x="514" y="1047"/>
                      <a:pt x="516" y="1047"/>
                      <a:pt x="518" y="1046"/>
                    </a:cubicBezTo>
                    <a:cubicBezTo>
                      <a:pt x="519" y="1044"/>
                      <a:pt x="518" y="1043"/>
                      <a:pt x="518" y="1041"/>
                    </a:cubicBezTo>
                    <a:cubicBezTo>
                      <a:pt x="518" y="1037"/>
                      <a:pt x="523" y="1035"/>
                      <a:pt x="526" y="1034"/>
                    </a:cubicBezTo>
                    <a:cubicBezTo>
                      <a:pt x="527" y="1033"/>
                      <a:pt x="529" y="1032"/>
                      <a:pt x="530" y="1033"/>
                    </a:cubicBezTo>
                    <a:cubicBezTo>
                      <a:pt x="532" y="1033"/>
                      <a:pt x="533" y="1035"/>
                      <a:pt x="535" y="1035"/>
                    </a:cubicBezTo>
                    <a:cubicBezTo>
                      <a:pt x="539" y="1037"/>
                      <a:pt x="544" y="1037"/>
                      <a:pt x="548" y="1034"/>
                    </a:cubicBezTo>
                    <a:cubicBezTo>
                      <a:pt x="550" y="1033"/>
                      <a:pt x="556" y="1027"/>
                      <a:pt x="559" y="1031"/>
                    </a:cubicBezTo>
                    <a:cubicBezTo>
                      <a:pt x="562" y="1035"/>
                      <a:pt x="553" y="1037"/>
                      <a:pt x="551" y="1037"/>
                    </a:cubicBezTo>
                    <a:cubicBezTo>
                      <a:pt x="550" y="1037"/>
                      <a:pt x="547" y="1037"/>
                      <a:pt x="546" y="1039"/>
                    </a:cubicBezTo>
                    <a:cubicBezTo>
                      <a:pt x="545" y="1040"/>
                      <a:pt x="545" y="1041"/>
                      <a:pt x="544" y="1042"/>
                    </a:cubicBezTo>
                    <a:cubicBezTo>
                      <a:pt x="543" y="1046"/>
                      <a:pt x="540" y="1044"/>
                      <a:pt x="536" y="1045"/>
                    </a:cubicBezTo>
                    <a:cubicBezTo>
                      <a:pt x="535" y="1045"/>
                      <a:pt x="533" y="1046"/>
                      <a:pt x="534" y="1047"/>
                    </a:cubicBezTo>
                    <a:cubicBezTo>
                      <a:pt x="534" y="1049"/>
                      <a:pt x="539" y="1049"/>
                      <a:pt x="540" y="1049"/>
                    </a:cubicBezTo>
                    <a:cubicBezTo>
                      <a:pt x="545" y="1049"/>
                      <a:pt x="550" y="1048"/>
                      <a:pt x="554" y="1045"/>
                    </a:cubicBezTo>
                    <a:cubicBezTo>
                      <a:pt x="558" y="1043"/>
                      <a:pt x="560" y="1040"/>
                      <a:pt x="565" y="1040"/>
                    </a:cubicBezTo>
                    <a:cubicBezTo>
                      <a:pt x="566" y="1040"/>
                      <a:pt x="569" y="1040"/>
                      <a:pt x="569" y="1042"/>
                    </a:cubicBezTo>
                    <a:cubicBezTo>
                      <a:pt x="568" y="1044"/>
                      <a:pt x="564" y="1046"/>
                      <a:pt x="562" y="1047"/>
                    </a:cubicBezTo>
                    <a:cubicBezTo>
                      <a:pt x="559" y="1048"/>
                      <a:pt x="553" y="1051"/>
                      <a:pt x="557" y="1056"/>
                    </a:cubicBezTo>
                    <a:cubicBezTo>
                      <a:pt x="560" y="1060"/>
                      <a:pt x="566" y="1057"/>
                      <a:pt x="570" y="1055"/>
                    </a:cubicBezTo>
                    <a:cubicBezTo>
                      <a:pt x="573" y="1054"/>
                      <a:pt x="582" y="1051"/>
                      <a:pt x="580" y="1058"/>
                    </a:cubicBezTo>
                    <a:cubicBezTo>
                      <a:pt x="579" y="1061"/>
                      <a:pt x="575" y="1064"/>
                      <a:pt x="580" y="1066"/>
                    </a:cubicBezTo>
                    <a:cubicBezTo>
                      <a:pt x="584" y="1067"/>
                      <a:pt x="587" y="1064"/>
                      <a:pt x="591" y="1064"/>
                    </a:cubicBezTo>
                    <a:cubicBezTo>
                      <a:pt x="595" y="1064"/>
                      <a:pt x="600" y="1068"/>
                      <a:pt x="601" y="1071"/>
                    </a:cubicBezTo>
                    <a:cubicBezTo>
                      <a:pt x="602" y="1075"/>
                      <a:pt x="596" y="1078"/>
                      <a:pt x="597" y="1081"/>
                    </a:cubicBezTo>
                    <a:cubicBezTo>
                      <a:pt x="598" y="1085"/>
                      <a:pt x="605" y="1082"/>
                      <a:pt x="607" y="1083"/>
                    </a:cubicBezTo>
                    <a:cubicBezTo>
                      <a:pt x="610" y="1083"/>
                      <a:pt x="611" y="1085"/>
                      <a:pt x="612" y="1087"/>
                    </a:cubicBezTo>
                    <a:cubicBezTo>
                      <a:pt x="611" y="1088"/>
                      <a:pt x="610" y="1089"/>
                      <a:pt x="608" y="1089"/>
                    </a:cubicBezTo>
                    <a:cubicBezTo>
                      <a:pt x="607" y="1089"/>
                      <a:pt x="606" y="1088"/>
                      <a:pt x="606" y="1090"/>
                    </a:cubicBezTo>
                    <a:cubicBezTo>
                      <a:pt x="605" y="1091"/>
                      <a:pt x="606" y="1091"/>
                      <a:pt x="607" y="1092"/>
                    </a:cubicBezTo>
                    <a:cubicBezTo>
                      <a:pt x="607" y="1094"/>
                      <a:pt x="605" y="1094"/>
                      <a:pt x="603" y="1094"/>
                    </a:cubicBezTo>
                    <a:cubicBezTo>
                      <a:pt x="602" y="1094"/>
                      <a:pt x="599" y="1094"/>
                      <a:pt x="598" y="1095"/>
                    </a:cubicBezTo>
                    <a:cubicBezTo>
                      <a:pt x="597" y="1096"/>
                      <a:pt x="595" y="1099"/>
                      <a:pt x="595" y="1100"/>
                    </a:cubicBezTo>
                    <a:cubicBezTo>
                      <a:pt x="595" y="1101"/>
                      <a:pt x="596" y="1101"/>
                      <a:pt x="596" y="1102"/>
                    </a:cubicBezTo>
                    <a:cubicBezTo>
                      <a:pt x="596" y="1102"/>
                      <a:pt x="595" y="1103"/>
                      <a:pt x="596" y="1104"/>
                    </a:cubicBezTo>
                    <a:cubicBezTo>
                      <a:pt x="596" y="1104"/>
                      <a:pt x="597" y="1105"/>
                      <a:pt x="597" y="1105"/>
                    </a:cubicBezTo>
                    <a:cubicBezTo>
                      <a:pt x="599" y="1107"/>
                      <a:pt x="602" y="1107"/>
                      <a:pt x="603" y="1110"/>
                    </a:cubicBezTo>
                    <a:cubicBezTo>
                      <a:pt x="604" y="1110"/>
                      <a:pt x="604" y="1111"/>
                      <a:pt x="605" y="1112"/>
                    </a:cubicBezTo>
                    <a:cubicBezTo>
                      <a:pt x="606" y="1112"/>
                      <a:pt x="608" y="1112"/>
                      <a:pt x="609" y="1112"/>
                    </a:cubicBezTo>
                    <a:cubicBezTo>
                      <a:pt x="611" y="1113"/>
                      <a:pt x="614" y="1114"/>
                      <a:pt x="615" y="1112"/>
                    </a:cubicBezTo>
                    <a:cubicBezTo>
                      <a:pt x="615" y="1111"/>
                      <a:pt x="615" y="1109"/>
                      <a:pt x="616" y="1108"/>
                    </a:cubicBezTo>
                    <a:cubicBezTo>
                      <a:pt x="616" y="1107"/>
                      <a:pt x="618" y="1107"/>
                      <a:pt x="619" y="1107"/>
                    </a:cubicBezTo>
                    <a:cubicBezTo>
                      <a:pt x="621" y="1106"/>
                      <a:pt x="624" y="1104"/>
                      <a:pt x="625" y="1106"/>
                    </a:cubicBezTo>
                    <a:cubicBezTo>
                      <a:pt x="627" y="1109"/>
                      <a:pt x="621" y="1111"/>
                      <a:pt x="624" y="1113"/>
                    </a:cubicBezTo>
                    <a:cubicBezTo>
                      <a:pt x="627" y="1115"/>
                      <a:pt x="631" y="1113"/>
                      <a:pt x="634" y="1113"/>
                    </a:cubicBezTo>
                    <a:cubicBezTo>
                      <a:pt x="638" y="1112"/>
                      <a:pt x="642" y="1113"/>
                      <a:pt x="646" y="1114"/>
                    </a:cubicBezTo>
                    <a:cubicBezTo>
                      <a:pt x="647" y="1114"/>
                      <a:pt x="649" y="1114"/>
                      <a:pt x="650" y="1115"/>
                    </a:cubicBezTo>
                    <a:cubicBezTo>
                      <a:pt x="651" y="1116"/>
                      <a:pt x="650" y="1118"/>
                      <a:pt x="650" y="1119"/>
                    </a:cubicBezTo>
                    <a:cubicBezTo>
                      <a:pt x="651" y="1121"/>
                      <a:pt x="655" y="1120"/>
                      <a:pt x="656" y="1122"/>
                    </a:cubicBezTo>
                    <a:cubicBezTo>
                      <a:pt x="657" y="1124"/>
                      <a:pt x="654" y="1127"/>
                      <a:pt x="657" y="1129"/>
                    </a:cubicBezTo>
                    <a:cubicBezTo>
                      <a:pt x="658" y="1130"/>
                      <a:pt x="660" y="1130"/>
                      <a:pt x="661" y="1130"/>
                    </a:cubicBezTo>
                    <a:cubicBezTo>
                      <a:pt x="662" y="1130"/>
                      <a:pt x="663" y="1129"/>
                      <a:pt x="664" y="1129"/>
                    </a:cubicBezTo>
                    <a:cubicBezTo>
                      <a:pt x="666" y="1127"/>
                      <a:pt x="669" y="1127"/>
                      <a:pt x="671" y="1127"/>
                    </a:cubicBezTo>
                    <a:cubicBezTo>
                      <a:pt x="677" y="1127"/>
                      <a:pt x="677" y="1127"/>
                      <a:pt x="677" y="1127"/>
                    </a:cubicBezTo>
                    <a:cubicBezTo>
                      <a:pt x="678" y="1127"/>
                      <a:pt x="680" y="1127"/>
                      <a:pt x="681" y="1127"/>
                    </a:cubicBezTo>
                    <a:cubicBezTo>
                      <a:pt x="684" y="1127"/>
                      <a:pt x="683" y="1124"/>
                      <a:pt x="685" y="1123"/>
                    </a:cubicBezTo>
                    <a:cubicBezTo>
                      <a:pt x="686" y="1122"/>
                      <a:pt x="687" y="1123"/>
                      <a:pt x="687" y="1125"/>
                    </a:cubicBezTo>
                    <a:cubicBezTo>
                      <a:pt x="687" y="1126"/>
                      <a:pt x="687" y="1127"/>
                      <a:pt x="689" y="1129"/>
                    </a:cubicBezTo>
                    <a:cubicBezTo>
                      <a:pt x="691" y="1131"/>
                      <a:pt x="693" y="1128"/>
                      <a:pt x="696" y="1129"/>
                    </a:cubicBezTo>
                    <a:cubicBezTo>
                      <a:pt x="699" y="1130"/>
                      <a:pt x="700" y="1132"/>
                      <a:pt x="702" y="1133"/>
                    </a:cubicBezTo>
                    <a:cubicBezTo>
                      <a:pt x="704" y="1135"/>
                      <a:pt x="706" y="1135"/>
                      <a:pt x="708" y="1136"/>
                    </a:cubicBezTo>
                    <a:cubicBezTo>
                      <a:pt x="710" y="1137"/>
                      <a:pt x="711" y="1137"/>
                      <a:pt x="712" y="1138"/>
                    </a:cubicBezTo>
                    <a:cubicBezTo>
                      <a:pt x="714" y="1142"/>
                      <a:pt x="705" y="1140"/>
                      <a:pt x="703" y="1141"/>
                    </a:cubicBezTo>
                    <a:cubicBezTo>
                      <a:pt x="701" y="1141"/>
                      <a:pt x="700" y="1143"/>
                      <a:pt x="698" y="1142"/>
                    </a:cubicBezTo>
                    <a:cubicBezTo>
                      <a:pt x="698" y="1142"/>
                      <a:pt x="698" y="1140"/>
                      <a:pt x="697" y="1140"/>
                    </a:cubicBezTo>
                    <a:cubicBezTo>
                      <a:pt x="697" y="1139"/>
                      <a:pt x="696" y="1138"/>
                      <a:pt x="696" y="1138"/>
                    </a:cubicBezTo>
                    <a:cubicBezTo>
                      <a:pt x="694" y="1137"/>
                      <a:pt x="692" y="1137"/>
                      <a:pt x="691" y="1137"/>
                    </a:cubicBezTo>
                    <a:cubicBezTo>
                      <a:pt x="689" y="1138"/>
                      <a:pt x="690" y="1140"/>
                      <a:pt x="687" y="1140"/>
                    </a:cubicBezTo>
                    <a:cubicBezTo>
                      <a:pt x="683" y="1141"/>
                      <a:pt x="685" y="1135"/>
                      <a:pt x="681" y="1134"/>
                    </a:cubicBezTo>
                    <a:cubicBezTo>
                      <a:pt x="679" y="1133"/>
                      <a:pt x="676" y="1133"/>
                      <a:pt x="673" y="1133"/>
                    </a:cubicBezTo>
                    <a:cubicBezTo>
                      <a:pt x="671" y="1133"/>
                      <a:pt x="669" y="1134"/>
                      <a:pt x="668" y="1132"/>
                    </a:cubicBezTo>
                    <a:cubicBezTo>
                      <a:pt x="665" y="1130"/>
                      <a:pt x="664" y="1137"/>
                      <a:pt x="661" y="1138"/>
                    </a:cubicBezTo>
                    <a:cubicBezTo>
                      <a:pt x="659" y="1138"/>
                      <a:pt x="656" y="1137"/>
                      <a:pt x="655" y="1136"/>
                    </a:cubicBezTo>
                    <a:cubicBezTo>
                      <a:pt x="654" y="1135"/>
                      <a:pt x="653" y="1135"/>
                      <a:pt x="652" y="1134"/>
                    </a:cubicBezTo>
                    <a:cubicBezTo>
                      <a:pt x="652" y="1133"/>
                      <a:pt x="652" y="1132"/>
                      <a:pt x="652" y="1132"/>
                    </a:cubicBezTo>
                    <a:cubicBezTo>
                      <a:pt x="651" y="1129"/>
                      <a:pt x="648" y="1129"/>
                      <a:pt x="646" y="1128"/>
                    </a:cubicBezTo>
                    <a:cubicBezTo>
                      <a:pt x="643" y="1128"/>
                      <a:pt x="643" y="1125"/>
                      <a:pt x="640" y="1125"/>
                    </a:cubicBezTo>
                    <a:cubicBezTo>
                      <a:pt x="636" y="1124"/>
                      <a:pt x="631" y="1125"/>
                      <a:pt x="627" y="1126"/>
                    </a:cubicBezTo>
                    <a:cubicBezTo>
                      <a:pt x="624" y="1127"/>
                      <a:pt x="621" y="1127"/>
                      <a:pt x="618" y="1126"/>
                    </a:cubicBezTo>
                    <a:cubicBezTo>
                      <a:pt x="617" y="1125"/>
                      <a:pt x="617" y="1124"/>
                      <a:pt x="616" y="1123"/>
                    </a:cubicBezTo>
                    <a:cubicBezTo>
                      <a:pt x="615" y="1122"/>
                      <a:pt x="615" y="1121"/>
                      <a:pt x="614" y="1120"/>
                    </a:cubicBezTo>
                    <a:cubicBezTo>
                      <a:pt x="612" y="1119"/>
                      <a:pt x="610" y="1119"/>
                      <a:pt x="608" y="1119"/>
                    </a:cubicBezTo>
                    <a:cubicBezTo>
                      <a:pt x="606" y="1119"/>
                      <a:pt x="604" y="1119"/>
                      <a:pt x="603" y="1120"/>
                    </a:cubicBezTo>
                    <a:cubicBezTo>
                      <a:pt x="601" y="1121"/>
                      <a:pt x="600" y="1122"/>
                      <a:pt x="598" y="1123"/>
                    </a:cubicBezTo>
                    <a:cubicBezTo>
                      <a:pt x="598" y="1123"/>
                      <a:pt x="598" y="1123"/>
                      <a:pt x="598" y="1123"/>
                    </a:cubicBezTo>
                    <a:cubicBezTo>
                      <a:pt x="597" y="1123"/>
                      <a:pt x="597" y="1123"/>
                      <a:pt x="596" y="1124"/>
                    </a:cubicBezTo>
                    <a:cubicBezTo>
                      <a:pt x="596" y="1124"/>
                      <a:pt x="594" y="1125"/>
                      <a:pt x="594" y="1125"/>
                    </a:cubicBezTo>
                    <a:cubicBezTo>
                      <a:pt x="592" y="1124"/>
                      <a:pt x="592" y="1122"/>
                      <a:pt x="593" y="1121"/>
                    </a:cubicBezTo>
                    <a:cubicBezTo>
                      <a:pt x="593" y="1119"/>
                      <a:pt x="597" y="1118"/>
                      <a:pt x="596" y="1117"/>
                    </a:cubicBezTo>
                    <a:cubicBezTo>
                      <a:pt x="595" y="1116"/>
                      <a:pt x="592" y="1116"/>
                      <a:pt x="591" y="1116"/>
                    </a:cubicBezTo>
                    <a:cubicBezTo>
                      <a:pt x="587" y="1116"/>
                      <a:pt x="584" y="1115"/>
                      <a:pt x="580" y="1115"/>
                    </a:cubicBezTo>
                    <a:cubicBezTo>
                      <a:pt x="578" y="1115"/>
                      <a:pt x="576" y="1115"/>
                      <a:pt x="574" y="1115"/>
                    </a:cubicBezTo>
                    <a:cubicBezTo>
                      <a:pt x="572" y="1115"/>
                      <a:pt x="569" y="1114"/>
                      <a:pt x="567" y="1115"/>
                    </a:cubicBezTo>
                    <a:cubicBezTo>
                      <a:pt x="565" y="1115"/>
                      <a:pt x="564" y="1117"/>
                      <a:pt x="562" y="1118"/>
                    </a:cubicBezTo>
                    <a:cubicBezTo>
                      <a:pt x="562" y="1118"/>
                      <a:pt x="561" y="1118"/>
                      <a:pt x="560" y="1118"/>
                    </a:cubicBezTo>
                    <a:cubicBezTo>
                      <a:pt x="559" y="1118"/>
                      <a:pt x="557" y="1116"/>
                      <a:pt x="557" y="1114"/>
                    </a:cubicBezTo>
                    <a:cubicBezTo>
                      <a:pt x="559" y="1114"/>
                      <a:pt x="558" y="1112"/>
                      <a:pt x="558" y="1111"/>
                    </a:cubicBezTo>
                    <a:cubicBezTo>
                      <a:pt x="555" y="1110"/>
                      <a:pt x="555" y="1106"/>
                      <a:pt x="554" y="1103"/>
                    </a:cubicBezTo>
                    <a:cubicBezTo>
                      <a:pt x="554" y="1102"/>
                      <a:pt x="554" y="1099"/>
                      <a:pt x="553" y="1098"/>
                    </a:cubicBezTo>
                    <a:cubicBezTo>
                      <a:pt x="552" y="1097"/>
                      <a:pt x="551" y="1097"/>
                      <a:pt x="550" y="1097"/>
                    </a:cubicBezTo>
                    <a:cubicBezTo>
                      <a:pt x="547" y="1096"/>
                      <a:pt x="544" y="1097"/>
                      <a:pt x="542" y="1098"/>
                    </a:cubicBezTo>
                    <a:cubicBezTo>
                      <a:pt x="541" y="1098"/>
                      <a:pt x="540" y="1098"/>
                      <a:pt x="540" y="1099"/>
                    </a:cubicBezTo>
                    <a:cubicBezTo>
                      <a:pt x="539" y="1100"/>
                      <a:pt x="539" y="1101"/>
                      <a:pt x="538" y="1101"/>
                    </a:cubicBezTo>
                    <a:cubicBezTo>
                      <a:pt x="537" y="1102"/>
                      <a:pt x="535" y="1101"/>
                      <a:pt x="534" y="1101"/>
                    </a:cubicBezTo>
                    <a:cubicBezTo>
                      <a:pt x="531" y="1100"/>
                      <a:pt x="530" y="1097"/>
                      <a:pt x="528" y="1096"/>
                    </a:cubicBezTo>
                    <a:cubicBezTo>
                      <a:pt x="525" y="1095"/>
                      <a:pt x="522" y="1096"/>
                      <a:pt x="519" y="1096"/>
                    </a:cubicBezTo>
                    <a:cubicBezTo>
                      <a:pt x="516" y="1096"/>
                      <a:pt x="513" y="1096"/>
                      <a:pt x="511" y="1094"/>
                    </a:cubicBezTo>
                    <a:cubicBezTo>
                      <a:pt x="509" y="1091"/>
                      <a:pt x="511" y="1088"/>
                      <a:pt x="510" y="1085"/>
                    </a:cubicBezTo>
                    <a:cubicBezTo>
                      <a:pt x="509" y="1085"/>
                      <a:pt x="509" y="1085"/>
                      <a:pt x="508" y="1084"/>
                    </a:cubicBezTo>
                    <a:cubicBezTo>
                      <a:pt x="507" y="1083"/>
                      <a:pt x="507" y="1083"/>
                      <a:pt x="507" y="1082"/>
                    </a:cubicBezTo>
                    <a:cubicBezTo>
                      <a:pt x="506" y="1080"/>
                      <a:pt x="507" y="1077"/>
                      <a:pt x="505" y="1076"/>
                    </a:cubicBezTo>
                    <a:cubicBezTo>
                      <a:pt x="503" y="1076"/>
                      <a:pt x="501" y="1078"/>
                      <a:pt x="499" y="1078"/>
                    </a:cubicBezTo>
                    <a:cubicBezTo>
                      <a:pt x="497" y="1079"/>
                      <a:pt x="495" y="1078"/>
                      <a:pt x="494" y="1076"/>
                    </a:cubicBezTo>
                    <a:cubicBezTo>
                      <a:pt x="492" y="1075"/>
                      <a:pt x="493" y="1072"/>
                      <a:pt x="491" y="1071"/>
                    </a:cubicBezTo>
                    <a:cubicBezTo>
                      <a:pt x="489" y="1069"/>
                      <a:pt x="487" y="1069"/>
                      <a:pt x="484" y="1069"/>
                    </a:cubicBezTo>
                    <a:cubicBezTo>
                      <a:pt x="483" y="1069"/>
                      <a:pt x="483" y="1069"/>
                      <a:pt x="483" y="1068"/>
                    </a:cubicBezTo>
                    <a:cubicBezTo>
                      <a:pt x="482" y="1067"/>
                      <a:pt x="481" y="1067"/>
                      <a:pt x="479" y="1067"/>
                    </a:cubicBezTo>
                    <a:cubicBezTo>
                      <a:pt x="477" y="1067"/>
                      <a:pt x="474" y="1067"/>
                      <a:pt x="472" y="1066"/>
                    </a:cubicBezTo>
                    <a:cubicBezTo>
                      <a:pt x="470" y="1066"/>
                      <a:pt x="467" y="1066"/>
                      <a:pt x="465" y="1065"/>
                    </a:cubicBezTo>
                    <a:cubicBezTo>
                      <a:pt x="464" y="1065"/>
                      <a:pt x="462" y="1063"/>
                      <a:pt x="461" y="1063"/>
                    </a:cubicBezTo>
                    <a:cubicBezTo>
                      <a:pt x="460" y="1062"/>
                      <a:pt x="458" y="1062"/>
                      <a:pt x="457" y="1061"/>
                    </a:cubicBezTo>
                    <a:cubicBezTo>
                      <a:pt x="456" y="1060"/>
                      <a:pt x="456" y="1059"/>
                      <a:pt x="455" y="1058"/>
                    </a:cubicBezTo>
                    <a:cubicBezTo>
                      <a:pt x="453" y="1054"/>
                      <a:pt x="448" y="1052"/>
                      <a:pt x="444" y="1052"/>
                    </a:cubicBezTo>
                    <a:cubicBezTo>
                      <a:pt x="439" y="1052"/>
                      <a:pt x="435" y="1049"/>
                      <a:pt x="431" y="1049"/>
                    </a:cubicBezTo>
                    <a:cubicBezTo>
                      <a:pt x="429" y="1048"/>
                      <a:pt x="427" y="1049"/>
                      <a:pt x="425" y="1048"/>
                    </a:cubicBezTo>
                    <a:cubicBezTo>
                      <a:pt x="424" y="1047"/>
                      <a:pt x="423" y="1047"/>
                      <a:pt x="423" y="1046"/>
                    </a:cubicBezTo>
                    <a:cubicBezTo>
                      <a:pt x="422" y="1046"/>
                      <a:pt x="422" y="1046"/>
                      <a:pt x="421" y="1045"/>
                    </a:cubicBezTo>
                    <a:cubicBezTo>
                      <a:pt x="420" y="1045"/>
                      <a:pt x="419" y="1044"/>
                      <a:pt x="418" y="1043"/>
                    </a:cubicBezTo>
                    <a:cubicBezTo>
                      <a:pt x="418" y="1042"/>
                      <a:pt x="417" y="1042"/>
                      <a:pt x="416" y="1041"/>
                    </a:cubicBezTo>
                    <a:cubicBezTo>
                      <a:pt x="413" y="1040"/>
                      <a:pt x="410" y="1038"/>
                      <a:pt x="407" y="1037"/>
                    </a:cubicBezTo>
                    <a:cubicBezTo>
                      <a:pt x="403" y="1036"/>
                      <a:pt x="401" y="1035"/>
                      <a:pt x="397" y="1033"/>
                    </a:cubicBezTo>
                    <a:cubicBezTo>
                      <a:pt x="392" y="1032"/>
                      <a:pt x="386" y="1028"/>
                      <a:pt x="383" y="1023"/>
                    </a:cubicBezTo>
                    <a:close/>
                    <a:moveTo>
                      <a:pt x="398" y="1258"/>
                    </a:moveTo>
                    <a:cubicBezTo>
                      <a:pt x="403" y="1256"/>
                      <a:pt x="407" y="1258"/>
                      <a:pt x="410" y="1261"/>
                    </a:cubicBezTo>
                    <a:cubicBezTo>
                      <a:pt x="412" y="1260"/>
                      <a:pt x="411" y="1259"/>
                      <a:pt x="412" y="1258"/>
                    </a:cubicBezTo>
                    <a:cubicBezTo>
                      <a:pt x="414" y="1256"/>
                      <a:pt x="416" y="1258"/>
                      <a:pt x="417" y="1260"/>
                    </a:cubicBezTo>
                    <a:cubicBezTo>
                      <a:pt x="420" y="1263"/>
                      <a:pt x="422" y="1269"/>
                      <a:pt x="426" y="1271"/>
                    </a:cubicBezTo>
                    <a:cubicBezTo>
                      <a:pt x="428" y="1272"/>
                      <a:pt x="430" y="1273"/>
                      <a:pt x="432" y="1274"/>
                    </a:cubicBezTo>
                    <a:cubicBezTo>
                      <a:pt x="434" y="1275"/>
                      <a:pt x="435" y="1275"/>
                      <a:pt x="437" y="1275"/>
                    </a:cubicBezTo>
                    <a:cubicBezTo>
                      <a:pt x="439" y="1275"/>
                      <a:pt x="442" y="1275"/>
                      <a:pt x="444" y="1274"/>
                    </a:cubicBezTo>
                    <a:cubicBezTo>
                      <a:pt x="446" y="1273"/>
                      <a:pt x="446" y="1272"/>
                      <a:pt x="447" y="1270"/>
                    </a:cubicBezTo>
                    <a:cubicBezTo>
                      <a:pt x="448" y="1267"/>
                      <a:pt x="449" y="1266"/>
                      <a:pt x="450" y="1264"/>
                    </a:cubicBezTo>
                    <a:cubicBezTo>
                      <a:pt x="451" y="1261"/>
                      <a:pt x="452" y="1260"/>
                      <a:pt x="454" y="1259"/>
                    </a:cubicBezTo>
                    <a:cubicBezTo>
                      <a:pt x="456" y="1257"/>
                      <a:pt x="462" y="1253"/>
                      <a:pt x="464" y="1256"/>
                    </a:cubicBezTo>
                    <a:cubicBezTo>
                      <a:pt x="466" y="1258"/>
                      <a:pt x="466" y="1267"/>
                      <a:pt x="470" y="1265"/>
                    </a:cubicBezTo>
                    <a:cubicBezTo>
                      <a:pt x="472" y="1264"/>
                      <a:pt x="471" y="1261"/>
                      <a:pt x="473" y="1260"/>
                    </a:cubicBezTo>
                    <a:cubicBezTo>
                      <a:pt x="474" y="1259"/>
                      <a:pt x="477" y="1260"/>
                      <a:pt x="476" y="1257"/>
                    </a:cubicBezTo>
                    <a:cubicBezTo>
                      <a:pt x="475" y="1255"/>
                      <a:pt x="473" y="1254"/>
                      <a:pt x="471" y="1252"/>
                    </a:cubicBezTo>
                    <a:cubicBezTo>
                      <a:pt x="470" y="1250"/>
                      <a:pt x="471" y="1248"/>
                      <a:pt x="474" y="1248"/>
                    </a:cubicBezTo>
                    <a:cubicBezTo>
                      <a:pt x="477" y="1248"/>
                      <a:pt x="478" y="1250"/>
                      <a:pt x="480" y="1251"/>
                    </a:cubicBezTo>
                    <a:cubicBezTo>
                      <a:pt x="482" y="1252"/>
                      <a:pt x="485" y="1252"/>
                      <a:pt x="488" y="1252"/>
                    </a:cubicBezTo>
                    <a:cubicBezTo>
                      <a:pt x="485" y="1248"/>
                      <a:pt x="481" y="1246"/>
                      <a:pt x="476" y="1244"/>
                    </a:cubicBezTo>
                    <a:cubicBezTo>
                      <a:pt x="474" y="1243"/>
                      <a:pt x="472" y="1243"/>
                      <a:pt x="469" y="1243"/>
                    </a:cubicBezTo>
                    <a:cubicBezTo>
                      <a:pt x="467" y="1243"/>
                      <a:pt x="466" y="1245"/>
                      <a:pt x="464" y="1245"/>
                    </a:cubicBezTo>
                    <a:cubicBezTo>
                      <a:pt x="458" y="1246"/>
                      <a:pt x="458" y="1239"/>
                      <a:pt x="459" y="1236"/>
                    </a:cubicBezTo>
                    <a:cubicBezTo>
                      <a:pt x="461" y="1232"/>
                      <a:pt x="466" y="1229"/>
                      <a:pt x="470" y="1229"/>
                    </a:cubicBezTo>
                    <a:cubicBezTo>
                      <a:pt x="473" y="1229"/>
                      <a:pt x="474" y="1231"/>
                      <a:pt x="477" y="1232"/>
                    </a:cubicBezTo>
                    <a:cubicBezTo>
                      <a:pt x="481" y="1234"/>
                      <a:pt x="484" y="1234"/>
                      <a:pt x="489" y="1232"/>
                    </a:cubicBezTo>
                    <a:cubicBezTo>
                      <a:pt x="491" y="1229"/>
                      <a:pt x="493" y="1226"/>
                      <a:pt x="497" y="1226"/>
                    </a:cubicBezTo>
                    <a:cubicBezTo>
                      <a:pt x="501" y="1226"/>
                      <a:pt x="505" y="1229"/>
                      <a:pt x="508" y="1231"/>
                    </a:cubicBezTo>
                    <a:cubicBezTo>
                      <a:pt x="511" y="1233"/>
                      <a:pt x="515" y="1236"/>
                      <a:pt x="518" y="1234"/>
                    </a:cubicBezTo>
                    <a:cubicBezTo>
                      <a:pt x="521" y="1233"/>
                      <a:pt x="523" y="1229"/>
                      <a:pt x="525" y="1227"/>
                    </a:cubicBezTo>
                    <a:cubicBezTo>
                      <a:pt x="527" y="1224"/>
                      <a:pt x="530" y="1221"/>
                      <a:pt x="534" y="1222"/>
                    </a:cubicBezTo>
                    <a:cubicBezTo>
                      <a:pt x="537" y="1222"/>
                      <a:pt x="540" y="1225"/>
                      <a:pt x="543" y="1228"/>
                    </a:cubicBezTo>
                    <a:cubicBezTo>
                      <a:pt x="545" y="1230"/>
                      <a:pt x="548" y="1232"/>
                      <a:pt x="552" y="1232"/>
                    </a:cubicBezTo>
                    <a:cubicBezTo>
                      <a:pt x="556" y="1232"/>
                      <a:pt x="560" y="1231"/>
                      <a:pt x="564" y="1231"/>
                    </a:cubicBezTo>
                    <a:cubicBezTo>
                      <a:pt x="568" y="1230"/>
                      <a:pt x="572" y="1231"/>
                      <a:pt x="577" y="1231"/>
                    </a:cubicBezTo>
                    <a:cubicBezTo>
                      <a:pt x="579" y="1232"/>
                      <a:pt x="582" y="1232"/>
                      <a:pt x="585" y="1231"/>
                    </a:cubicBezTo>
                    <a:cubicBezTo>
                      <a:pt x="587" y="1229"/>
                      <a:pt x="590" y="1227"/>
                      <a:pt x="593" y="1227"/>
                    </a:cubicBezTo>
                    <a:cubicBezTo>
                      <a:pt x="597" y="1226"/>
                      <a:pt x="601" y="1228"/>
                      <a:pt x="604" y="1230"/>
                    </a:cubicBezTo>
                    <a:cubicBezTo>
                      <a:pt x="607" y="1232"/>
                      <a:pt x="610" y="1234"/>
                      <a:pt x="614" y="1234"/>
                    </a:cubicBezTo>
                    <a:cubicBezTo>
                      <a:pt x="619" y="1235"/>
                      <a:pt x="623" y="1232"/>
                      <a:pt x="626" y="1230"/>
                    </a:cubicBezTo>
                    <a:cubicBezTo>
                      <a:pt x="629" y="1229"/>
                      <a:pt x="634" y="1226"/>
                      <a:pt x="637" y="1228"/>
                    </a:cubicBezTo>
                    <a:cubicBezTo>
                      <a:pt x="640" y="1229"/>
                      <a:pt x="641" y="1232"/>
                      <a:pt x="642" y="1234"/>
                    </a:cubicBezTo>
                    <a:cubicBezTo>
                      <a:pt x="644" y="1237"/>
                      <a:pt x="646" y="1239"/>
                      <a:pt x="649" y="1239"/>
                    </a:cubicBezTo>
                    <a:cubicBezTo>
                      <a:pt x="652" y="1240"/>
                      <a:pt x="655" y="1239"/>
                      <a:pt x="658" y="1241"/>
                    </a:cubicBezTo>
                    <a:cubicBezTo>
                      <a:pt x="661" y="1243"/>
                      <a:pt x="660" y="1246"/>
                      <a:pt x="660" y="1249"/>
                    </a:cubicBezTo>
                    <a:cubicBezTo>
                      <a:pt x="660" y="1253"/>
                      <a:pt x="660" y="1257"/>
                      <a:pt x="662" y="1261"/>
                    </a:cubicBezTo>
                    <a:cubicBezTo>
                      <a:pt x="669" y="1270"/>
                      <a:pt x="683" y="1270"/>
                      <a:pt x="692" y="1274"/>
                    </a:cubicBezTo>
                    <a:cubicBezTo>
                      <a:pt x="697" y="1276"/>
                      <a:pt x="703" y="1283"/>
                      <a:pt x="703" y="1290"/>
                    </a:cubicBezTo>
                    <a:cubicBezTo>
                      <a:pt x="703" y="1299"/>
                      <a:pt x="688" y="1292"/>
                      <a:pt x="684" y="1290"/>
                    </a:cubicBezTo>
                    <a:cubicBezTo>
                      <a:pt x="677" y="1286"/>
                      <a:pt x="672" y="1280"/>
                      <a:pt x="664" y="1278"/>
                    </a:cubicBezTo>
                    <a:cubicBezTo>
                      <a:pt x="658" y="1276"/>
                      <a:pt x="649" y="1276"/>
                      <a:pt x="648" y="1268"/>
                    </a:cubicBezTo>
                    <a:cubicBezTo>
                      <a:pt x="647" y="1263"/>
                      <a:pt x="649" y="1257"/>
                      <a:pt x="646" y="1252"/>
                    </a:cubicBezTo>
                    <a:cubicBezTo>
                      <a:pt x="643" y="1248"/>
                      <a:pt x="639" y="1247"/>
                      <a:pt x="634" y="1249"/>
                    </a:cubicBezTo>
                    <a:cubicBezTo>
                      <a:pt x="631" y="1250"/>
                      <a:pt x="630" y="1252"/>
                      <a:pt x="628" y="1254"/>
                    </a:cubicBezTo>
                    <a:cubicBezTo>
                      <a:pt x="626" y="1254"/>
                      <a:pt x="625" y="1254"/>
                      <a:pt x="624" y="1253"/>
                    </a:cubicBezTo>
                    <a:cubicBezTo>
                      <a:pt x="622" y="1253"/>
                      <a:pt x="621" y="1253"/>
                      <a:pt x="619" y="1253"/>
                    </a:cubicBezTo>
                    <a:cubicBezTo>
                      <a:pt x="618" y="1253"/>
                      <a:pt x="616" y="1253"/>
                      <a:pt x="615" y="1252"/>
                    </a:cubicBezTo>
                    <a:cubicBezTo>
                      <a:pt x="613" y="1252"/>
                      <a:pt x="612" y="1251"/>
                      <a:pt x="610" y="1251"/>
                    </a:cubicBezTo>
                    <a:cubicBezTo>
                      <a:pt x="609" y="1252"/>
                      <a:pt x="609" y="1253"/>
                      <a:pt x="609" y="1254"/>
                    </a:cubicBezTo>
                    <a:cubicBezTo>
                      <a:pt x="610" y="1257"/>
                      <a:pt x="610" y="1263"/>
                      <a:pt x="608" y="1265"/>
                    </a:cubicBezTo>
                    <a:cubicBezTo>
                      <a:pt x="606" y="1268"/>
                      <a:pt x="603" y="1268"/>
                      <a:pt x="601" y="1270"/>
                    </a:cubicBezTo>
                    <a:cubicBezTo>
                      <a:pt x="599" y="1272"/>
                      <a:pt x="601" y="1273"/>
                      <a:pt x="603" y="1274"/>
                    </a:cubicBezTo>
                    <a:cubicBezTo>
                      <a:pt x="606" y="1277"/>
                      <a:pt x="610" y="1279"/>
                      <a:pt x="613" y="1281"/>
                    </a:cubicBezTo>
                    <a:cubicBezTo>
                      <a:pt x="615" y="1283"/>
                      <a:pt x="616" y="1284"/>
                      <a:pt x="617" y="1287"/>
                    </a:cubicBezTo>
                    <a:cubicBezTo>
                      <a:pt x="617" y="1289"/>
                      <a:pt x="623" y="1298"/>
                      <a:pt x="619" y="1298"/>
                    </a:cubicBezTo>
                    <a:cubicBezTo>
                      <a:pt x="616" y="1299"/>
                      <a:pt x="613" y="1293"/>
                      <a:pt x="612" y="1291"/>
                    </a:cubicBezTo>
                    <a:cubicBezTo>
                      <a:pt x="610" y="1289"/>
                      <a:pt x="607" y="1288"/>
                      <a:pt x="605" y="1287"/>
                    </a:cubicBezTo>
                    <a:cubicBezTo>
                      <a:pt x="600" y="1285"/>
                      <a:pt x="594" y="1285"/>
                      <a:pt x="590" y="1281"/>
                    </a:cubicBezTo>
                    <a:cubicBezTo>
                      <a:pt x="588" y="1279"/>
                      <a:pt x="584" y="1273"/>
                      <a:pt x="582" y="1278"/>
                    </a:cubicBezTo>
                    <a:cubicBezTo>
                      <a:pt x="581" y="1280"/>
                      <a:pt x="581" y="1283"/>
                      <a:pt x="579" y="1285"/>
                    </a:cubicBezTo>
                    <a:cubicBezTo>
                      <a:pt x="578" y="1286"/>
                      <a:pt x="576" y="1287"/>
                      <a:pt x="575" y="1287"/>
                    </a:cubicBezTo>
                    <a:cubicBezTo>
                      <a:pt x="574" y="1288"/>
                      <a:pt x="573" y="1289"/>
                      <a:pt x="572" y="1289"/>
                    </a:cubicBezTo>
                    <a:cubicBezTo>
                      <a:pt x="571" y="1286"/>
                      <a:pt x="570" y="1283"/>
                      <a:pt x="570" y="1280"/>
                    </a:cubicBezTo>
                    <a:cubicBezTo>
                      <a:pt x="570" y="1278"/>
                      <a:pt x="571" y="1276"/>
                      <a:pt x="570" y="1274"/>
                    </a:cubicBezTo>
                    <a:cubicBezTo>
                      <a:pt x="569" y="1272"/>
                      <a:pt x="566" y="1270"/>
                      <a:pt x="564" y="1269"/>
                    </a:cubicBezTo>
                    <a:cubicBezTo>
                      <a:pt x="561" y="1268"/>
                      <a:pt x="559" y="1269"/>
                      <a:pt x="556" y="1269"/>
                    </a:cubicBezTo>
                    <a:cubicBezTo>
                      <a:pt x="553" y="1269"/>
                      <a:pt x="552" y="1267"/>
                      <a:pt x="551" y="1264"/>
                    </a:cubicBezTo>
                    <a:cubicBezTo>
                      <a:pt x="550" y="1262"/>
                      <a:pt x="548" y="1261"/>
                      <a:pt x="547" y="1259"/>
                    </a:cubicBezTo>
                    <a:cubicBezTo>
                      <a:pt x="544" y="1255"/>
                      <a:pt x="549" y="1249"/>
                      <a:pt x="542" y="1249"/>
                    </a:cubicBezTo>
                    <a:cubicBezTo>
                      <a:pt x="537" y="1249"/>
                      <a:pt x="531" y="1250"/>
                      <a:pt x="527" y="1253"/>
                    </a:cubicBezTo>
                    <a:cubicBezTo>
                      <a:pt x="525" y="1255"/>
                      <a:pt x="523" y="1256"/>
                      <a:pt x="520" y="1255"/>
                    </a:cubicBezTo>
                    <a:cubicBezTo>
                      <a:pt x="516" y="1254"/>
                      <a:pt x="514" y="1252"/>
                      <a:pt x="513" y="1249"/>
                    </a:cubicBezTo>
                    <a:cubicBezTo>
                      <a:pt x="512" y="1247"/>
                      <a:pt x="510" y="1245"/>
                      <a:pt x="507" y="1245"/>
                    </a:cubicBezTo>
                    <a:cubicBezTo>
                      <a:pt x="505" y="1245"/>
                      <a:pt x="504" y="1247"/>
                      <a:pt x="503" y="1249"/>
                    </a:cubicBezTo>
                    <a:cubicBezTo>
                      <a:pt x="501" y="1251"/>
                      <a:pt x="501" y="1253"/>
                      <a:pt x="503" y="1255"/>
                    </a:cubicBezTo>
                    <a:cubicBezTo>
                      <a:pt x="505" y="1258"/>
                      <a:pt x="507" y="1259"/>
                      <a:pt x="507" y="1262"/>
                    </a:cubicBezTo>
                    <a:cubicBezTo>
                      <a:pt x="508" y="1264"/>
                      <a:pt x="510" y="1270"/>
                      <a:pt x="509" y="1272"/>
                    </a:cubicBezTo>
                    <a:cubicBezTo>
                      <a:pt x="507" y="1275"/>
                      <a:pt x="505" y="1270"/>
                      <a:pt x="504" y="1269"/>
                    </a:cubicBezTo>
                    <a:cubicBezTo>
                      <a:pt x="502" y="1266"/>
                      <a:pt x="503" y="1259"/>
                      <a:pt x="499" y="1258"/>
                    </a:cubicBezTo>
                    <a:cubicBezTo>
                      <a:pt x="497" y="1256"/>
                      <a:pt x="494" y="1258"/>
                      <a:pt x="492" y="1257"/>
                    </a:cubicBezTo>
                    <a:cubicBezTo>
                      <a:pt x="489" y="1256"/>
                      <a:pt x="486" y="1255"/>
                      <a:pt x="484" y="1258"/>
                    </a:cubicBezTo>
                    <a:cubicBezTo>
                      <a:pt x="482" y="1260"/>
                      <a:pt x="481" y="1263"/>
                      <a:pt x="480" y="1266"/>
                    </a:cubicBezTo>
                    <a:cubicBezTo>
                      <a:pt x="480" y="1268"/>
                      <a:pt x="479" y="1269"/>
                      <a:pt x="477" y="1270"/>
                    </a:cubicBezTo>
                    <a:cubicBezTo>
                      <a:pt x="475" y="1272"/>
                      <a:pt x="473" y="1271"/>
                      <a:pt x="471" y="1271"/>
                    </a:cubicBezTo>
                    <a:cubicBezTo>
                      <a:pt x="466" y="1272"/>
                      <a:pt x="470" y="1280"/>
                      <a:pt x="472" y="1282"/>
                    </a:cubicBezTo>
                    <a:cubicBezTo>
                      <a:pt x="474" y="1283"/>
                      <a:pt x="476" y="1285"/>
                      <a:pt x="475" y="1286"/>
                    </a:cubicBezTo>
                    <a:cubicBezTo>
                      <a:pt x="475" y="1288"/>
                      <a:pt x="472" y="1289"/>
                      <a:pt x="471" y="1290"/>
                    </a:cubicBezTo>
                    <a:cubicBezTo>
                      <a:pt x="469" y="1293"/>
                      <a:pt x="472" y="1299"/>
                      <a:pt x="468" y="1302"/>
                    </a:cubicBezTo>
                    <a:cubicBezTo>
                      <a:pt x="466" y="1303"/>
                      <a:pt x="463" y="1302"/>
                      <a:pt x="461" y="1301"/>
                    </a:cubicBezTo>
                    <a:cubicBezTo>
                      <a:pt x="459" y="1301"/>
                      <a:pt x="457" y="1301"/>
                      <a:pt x="454" y="1300"/>
                    </a:cubicBezTo>
                    <a:cubicBezTo>
                      <a:pt x="452" y="1300"/>
                      <a:pt x="450" y="1299"/>
                      <a:pt x="449" y="1297"/>
                    </a:cubicBezTo>
                    <a:cubicBezTo>
                      <a:pt x="449" y="1295"/>
                      <a:pt x="450" y="1294"/>
                      <a:pt x="452" y="1293"/>
                    </a:cubicBezTo>
                    <a:cubicBezTo>
                      <a:pt x="457" y="1290"/>
                      <a:pt x="455" y="1285"/>
                      <a:pt x="449" y="1284"/>
                    </a:cubicBezTo>
                    <a:cubicBezTo>
                      <a:pt x="447" y="1284"/>
                      <a:pt x="444" y="1283"/>
                      <a:pt x="442" y="1283"/>
                    </a:cubicBezTo>
                    <a:cubicBezTo>
                      <a:pt x="439" y="1283"/>
                      <a:pt x="436" y="1285"/>
                      <a:pt x="433" y="1285"/>
                    </a:cubicBezTo>
                    <a:cubicBezTo>
                      <a:pt x="428" y="1285"/>
                      <a:pt x="426" y="1279"/>
                      <a:pt x="424" y="1276"/>
                    </a:cubicBezTo>
                    <a:cubicBezTo>
                      <a:pt x="421" y="1272"/>
                      <a:pt x="418" y="1267"/>
                      <a:pt x="412" y="1265"/>
                    </a:cubicBezTo>
                    <a:cubicBezTo>
                      <a:pt x="410" y="1264"/>
                      <a:pt x="408" y="1263"/>
                      <a:pt x="406" y="1262"/>
                    </a:cubicBezTo>
                    <a:cubicBezTo>
                      <a:pt x="404" y="1261"/>
                      <a:pt x="399" y="1260"/>
                      <a:pt x="398" y="125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9" name="Freeform 3610">
                <a:extLst>
                  <a:ext uri="{FF2B5EF4-FFF2-40B4-BE49-F238E27FC236}">
                    <a16:creationId xmlns:a16="http://schemas.microsoft.com/office/drawing/2014/main" id="{912ED11E-BE74-4D90-BBC2-F515D42AE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757"/>
                <a:ext cx="2" cy="4"/>
              </a:xfrm>
              <a:custGeom>
                <a:avLst/>
                <a:gdLst>
                  <a:gd name="T0" fmla="*/ 0 w 6"/>
                  <a:gd name="T1" fmla="*/ 8 h 9"/>
                  <a:gd name="T2" fmla="*/ 2 w 6"/>
                  <a:gd name="T3" fmla="*/ 9 h 9"/>
                  <a:gd name="T4" fmla="*/ 3 w 6"/>
                  <a:gd name="T5" fmla="*/ 9 h 9"/>
                  <a:gd name="T6" fmla="*/ 4 w 6"/>
                  <a:gd name="T7" fmla="*/ 9 h 9"/>
                  <a:gd name="T8" fmla="*/ 6 w 6"/>
                  <a:gd name="T9" fmla="*/ 9 h 9"/>
                  <a:gd name="T10" fmla="*/ 6 w 6"/>
                  <a:gd name="T11" fmla="*/ 7 h 9"/>
                  <a:gd name="T12" fmla="*/ 5 w 6"/>
                  <a:gd name="T13" fmla="*/ 6 h 9"/>
                  <a:gd name="T14" fmla="*/ 4 w 6"/>
                  <a:gd name="T15" fmla="*/ 5 h 9"/>
                  <a:gd name="T16" fmla="*/ 4 w 6"/>
                  <a:gd name="T17" fmla="*/ 2 h 9"/>
                  <a:gd name="T18" fmla="*/ 4 w 6"/>
                  <a:gd name="T19" fmla="*/ 1 h 9"/>
                  <a:gd name="T20" fmla="*/ 2 w 6"/>
                  <a:gd name="T21" fmla="*/ 1 h 9"/>
                  <a:gd name="T22" fmla="*/ 0 w 6"/>
                  <a:gd name="T23" fmla="*/ 2 h 9"/>
                  <a:gd name="T24" fmla="*/ 0 w 6"/>
                  <a:gd name="T25" fmla="*/ 3 h 9"/>
                  <a:gd name="T26" fmla="*/ 0 w 6"/>
                  <a:gd name="T27" fmla="*/ 6 h 9"/>
                  <a:gd name="T28" fmla="*/ 0 w 6"/>
                  <a:gd name="T2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9">
                    <a:moveTo>
                      <a:pt x="0" y="8"/>
                    </a:moveTo>
                    <a:cubicBezTo>
                      <a:pt x="1" y="9"/>
                      <a:pt x="1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0" y="8"/>
                      <a:pt x="0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0" name="Freeform 3611">
                <a:extLst>
                  <a:ext uri="{FF2B5EF4-FFF2-40B4-BE49-F238E27FC236}">
                    <a16:creationId xmlns:a16="http://schemas.microsoft.com/office/drawing/2014/main" id="{9B399258-0F03-4B32-9A3B-7C5E9B6FC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1302"/>
                <a:ext cx="9" cy="24"/>
              </a:xfrm>
              <a:custGeom>
                <a:avLst/>
                <a:gdLst>
                  <a:gd name="T0" fmla="*/ 9 w 22"/>
                  <a:gd name="T1" fmla="*/ 59 h 59"/>
                  <a:gd name="T2" fmla="*/ 18 w 22"/>
                  <a:gd name="T3" fmla="*/ 57 h 59"/>
                  <a:gd name="T4" fmla="*/ 22 w 22"/>
                  <a:gd name="T5" fmla="*/ 46 h 59"/>
                  <a:gd name="T6" fmla="*/ 20 w 22"/>
                  <a:gd name="T7" fmla="*/ 41 h 59"/>
                  <a:gd name="T8" fmla="*/ 21 w 22"/>
                  <a:gd name="T9" fmla="*/ 35 h 59"/>
                  <a:gd name="T10" fmla="*/ 19 w 22"/>
                  <a:gd name="T11" fmla="*/ 23 h 59"/>
                  <a:gd name="T12" fmla="*/ 5 w 22"/>
                  <a:gd name="T13" fmla="*/ 3 h 59"/>
                  <a:gd name="T14" fmla="*/ 1 w 22"/>
                  <a:gd name="T15" fmla="*/ 8 h 59"/>
                  <a:gd name="T16" fmla="*/ 3 w 22"/>
                  <a:gd name="T17" fmla="*/ 23 h 59"/>
                  <a:gd name="T18" fmla="*/ 3 w 22"/>
                  <a:gd name="T19" fmla="*/ 29 h 59"/>
                  <a:gd name="T20" fmla="*/ 1 w 22"/>
                  <a:gd name="T21" fmla="*/ 34 h 59"/>
                  <a:gd name="T22" fmla="*/ 2 w 22"/>
                  <a:gd name="T23" fmla="*/ 49 h 59"/>
                  <a:gd name="T24" fmla="*/ 2 w 22"/>
                  <a:gd name="T25" fmla="*/ 52 h 59"/>
                  <a:gd name="T26" fmla="*/ 9 w 22"/>
                  <a:gd name="T27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59">
                    <a:moveTo>
                      <a:pt x="9" y="59"/>
                    </a:moveTo>
                    <a:cubicBezTo>
                      <a:pt x="12" y="59"/>
                      <a:pt x="16" y="58"/>
                      <a:pt x="18" y="57"/>
                    </a:cubicBezTo>
                    <a:cubicBezTo>
                      <a:pt x="22" y="55"/>
                      <a:pt x="22" y="50"/>
                      <a:pt x="22" y="46"/>
                    </a:cubicBezTo>
                    <a:cubicBezTo>
                      <a:pt x="22" y="44"/>
                      <a:pt x="20" y="43"/>
                      <a:pt x="20" y="41"/>
                    </a:cubicBezTo>
                    <a:cubicBezTo>
                      <a:pt x="20" y="39"/>
                      <a:pt x="20" y="37"/>
                      <a:pt x="21" y="35"/>
                    </a:cubicBezTo>
                    <a:cubicBezTo>
                      <a:pt x="21" y="30"/>
                      <a:pt x="21" y="27"/>
                      <a:pt x="19" y="23"/>
                    </a:cubicBezTo>
                    <a:cubicBezTo>
                      <a:pt x="15" y="15"/>
                      <a:pt x="13" y="7"/>
                      <a:pt x="5" y="3"/>
                    </a:cubicBezTo>
                    <a:cubicBezTo>
                      <a:pt x="0" y="0"/>
                      <a:pt x="1" y="5"/>
                      <a:pt x="1" y="8"/>
                    </a:cubicBezTo>
                    <a:cubicBezTo>
                      <a:pt x="1" y="13"/>
                      <a:pt x="3" y="18"/>
                      <a:pt x="3" y="23"/>
                    </a:cubicBezTo>
                    <a:cubicBezTo>
                      <a:pt x="4" y="25"/>
                      <a:pt x="4" y="27"/>
                      <a:pt x="3" y="29"/>
                    </a:cubicBezTo>
                    <a:cubicBezTo>
                      <a:pt x="2" y="31"/>
                      <a:pt x="1" y="32"/>
                      <a:pt x="1" y="34"/>
                    </a:cubicBezTo>
                    <a:cubicBezTo>
                      <a:pt x="0" y="39"/>
                      <a:pt x="1" y="44"/>
                      <a:pt x="2" y="49"/>
                    </a:cubicBezTo>
                    <a:cubicBezTo>
                      <a:pt x="2" y="50"/>
                      <a:pt x="3" y="51"/>
                      <a:pt x="2" y="52"/>
                    </a:cubicBezTo>
                    <a:cubicBezTo>
                      <a:pt x="4" y="54"/>
                      <a:pt x="7" y="58"/>
                      <a:pt x="9" y="5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1" name="Freeform 3612">
                <a:extLst>
                  <a:ext uri="{FF2B5EF4-FFF2-40B4-BE49-F238E27FC236}">
                    <a16:creationId xmlns:a16="http://schemas.microsoft.com/office/drawing/2014/main" id="{E55A3408-E23E-40B7-80CF-A3FC45600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3" y="2897"/>
                <a:ext cx="9" cy="9"/>
              </a:xfrm>
              <a:custGeom>
                <a:avLst/>
                <a:gdLst>
                  <a:gd name="T0" fmla="*/ 5 w 23"/>
                  <a:gd name="T1" fmla="*/ 19 h 21"/>
                  <a:gd name="T2" fmla="*/ 13 w 23"/>
                  <a:gd name="T3" fmla="*/ 20 h 21"/>
                  <a:gd name="T4" fmla="*/ 20 w 23"/>
                  <a:gd name="T5" fmla="*/ 19 h 21"/>
                  <a:gd name="T6" fmla="*/ 22 w 23"/>
                  <a:gd name="T7" fmla="*/ 14 h 21"/>
                  <a:gd name="T8" fmla="*/ 18 w 23"/>
                  <a:gd name="T9" fmla="*/ 10 h 21"/>
                  <a:gd name="T10" fmla="*/ 17 w 23"/>
                  <a:gd name="T11" fmla="*/ 3 h 21"/>
                  <a:gd name="T12" fmla="*/ 11 w 23"/>
                  <a:gd name="T13" fmla="*/ 0 h 21"/>
                  <a:gd name="T14" fmla="*/ 1 w 23"/>
                  <a:gd name="T15" fmla="*/ 4 h 21"/>
                  <a:gd name="T16" fmla="*/ 1 w 23"/>
                  <a:gd name="T17" fmla="*/ 9 h 21"/>
                  <a:gd name="T18" fmla="*/ 0 w 23"/>
                  <a:gd name="T19" fmla="*/ 13 h 21"/>
                  <a:gd name="T20" fmla="*/ 5 w 23"/>
                  <a:gd name="T21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5" y="19"/>
                    </a:moveTo>
                    <a:cubicBezTo>
                      <a:pt x="8" y="20"/>
                      <a:pt x="11" y="20"/>
                      <a:pt x="13" y="20"/>
                    </a:cubicBezTo>
                    <a:cubicBezTo>
                      <a:pt x="15" y="20"/>
                      <a:pt x="18" y="21"/>
                      <a:pt x="20" y="19"/>
                    </a:cubicBezTo>
                    <a:cubicBezTo>
                      <a:pt x="22" y="18"/>
                      <a:pt x="23" y="16"/>
                      <a:pt x="22" y="14"/>
                    </a:cubicBezTo>
                    <a:cubicBezTo>
                      <a:pt x="21" y="13"/>
                      <a:pt x="19" y="12"/>
                      <a:pt x="18" y="10"/>
                    </a:cubicBezTo>
                    <a:cubicBezTo>
                      <a:pt x="18" y="8"/>
                      <a:pt x="18" y="5"/>
                      <a:pt x="17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8" y="0"/>
                      <a:pt x="3" y="1"/>
                      <a:pt x="1" y="4"/>
                    </a:cubicBezTo>
                    <a:cubicBezTo>
                      <a:pt x="1" y="6"/>
                      <a:pt x="1" y="8"/>
                      <a:pt x="1" y="9"/>
                    </a:cubicBezTo>
                    <a:cubicBezTo>
                      <a:pt x="1" y="10"/>
                      <a:pt x="1" y="13"/>
                      <a:pt x="0" y="13"/>
                    </a:cubicBezTo>
                    <a:cubicBezTo>
                      <a:pt x="2" y="15"/>
                      <a:pt x="3" y="18"/>
                      <a:pt x="5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2" name="Freeform 3613">
                <a:extLst>
                  <a:ext uri="{FF2B5EF4-FFF2-40B4-BE49-F238E27FC236}">
                    <a16:creationId xmlns:a16="http://schemas.microsoft.com/office/drawing/2014/main" id="{79C83B0E-9DCA-476C-B2F8-C01D18A5B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4" y="2941"/>
                <a:ext cx="18" cy="9"/>
              </a:xfrm>
              <a:custGeom>
                <a:avLst/>
                <a:gdLst>
                  <a:gd name="T0" fmla="*/ 4 w 45"/>
                  <a:gd name="T1" fmla="*/ 19 h 20"/>
                  <a:gd name="T2" fmla="*/ 10 w 45"/>
                  <a:gd name="T3" fmla="*/ 20 h 20"/>
                  <a:gd name="T4" fmla="*/ 16 w 45"/>
                  <a:gd name="T5" fmla="*/ 19 h 20"/>
                  <a:gd name="T6" fmla="*/ 20 w 45"/>
                  <a:gd name="T7" fmla="*/ 19 h 20"/>
                  <a:gd name="T8" fmla="*/ 25 w 45"/>
                  <a:gd name="T9" fmla="*/ 20 h 20"/>
                  <a:gd name="T10" fmla="*/ 25 w 45"/>
                  <a:gd name="T11" fmla="*/ 20 h 20"/>
                  <a:gd name="T12" fmla="*/ 35 w 45"/>
                  <a:gd name="T13" fmla="*/ 20 h 20"/>
                  <a:gd name="T14" fmla="*/ 43 w 45"/>
                  <a:gd name="T15" fmla="*/ 15 h 20"/>
                  <a:gd name="T16" fmla="*/ 42 w 45"/>
                  <a:gd name="T17" fmla="*/ 7 h 20"/>
                  <a:gd name="T18" fmla="*/ 28 w 45"/>
                  <a:gd name="T19" fmla="*/ 0 h 20"/>
                  <a:gd name="T20" fmla="*/ 20 w 45"/>
                  <a:gd name="T21" fmla="*/ 3 h 20"/>
                  <a:gd name="T22" fmla="*/ 10 w 45"/>
                  <a:gd name="T23" fmla="*/ 7 h 20"/>
                  <a:gd name="T24" fmla="*/ 8 w 45"/>
                  <a:gd name="T25" fmla="*/ 10 h 20"/>
                  <a:gd name="T26" fmla="*/ 4 w 45"/>
                  <a:gd name="T27" fmla="*/ 12 h 20"/>
                  <a:gd name="T28" fmla="*/ 4 w 45"/>
                  <a:gd name="T29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20">
                    <a:moveTo>
                      <a:pt x="4" y="19"/>
                    </a:moveTo>
                    <a:cubicBezTo>
                      <a:pt x="6" y="20"/>
                      <a:pt x="8" y="20"/>
                      <a:pt x="10" y="20"/>
                    </a:cubicBezTo>
                    <a:cubicBezTo>
                      <a:pt x="12" y="20"/>
                      <a:pt x="14" y="19"/>
                      <a:pt x="16" y="19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2" y="20"/>
                      <a:pt x="24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8" y="20"/>
                      <a:pt x="32" y="20"/>
                      <a:pt x="35" y="20"/>
                    </a:cubicBezTo>
                    <a:cubicBezTo>
                      <a:pt x="38" y="20"/>
                      <a:pt x="41" y="18"/>
                      <a:pt x="43" y="15"/>
                    </a:cubicBezTo>
                    <a:cubicBezTo>
                      <a:pt x="45" y="13"/>
                      <a:pt x="45" y="9"/>
                      <a:pt x="42" y="7"/>
                    </a:cubicBezTo>
                    <a:cubicBezTo>
                      <a:pt x="38" y="4"/>
                      <a:pt x="34" y="0"/>
                      <a:pt x="28" y="0"/>
                    </a:cubicBezTo>
                    <a:cubicBezTo>
                      <a:pt x="25" y="0"/>
                      <a:pt x="23" y="2"/>
                      <a:pt x="20" y="3"/>
                    </a:cubicBezTo>
                    <a:cubicBezTo>
                      <a:pt x="16" y="4"/>
                      <a:pt x="13" y="4"/>
                      <a:pt x="10" y="7"/>
                    </a:cubicBezTo>
                    <a:cubicBezTo>
                      <a:pt x="9" y="8"/>
                      <a:pt x="9" y="9"/>
                      <a:pt x="8" y="10"/>
                    </a:cubicBezTo>
                    <a:cubicBezTo>
                      <a:pt x="7" y="11"/>
                      <a:pt x="5" y="11"/>
                      <a:pt x="4" y="12"/>
                    </a:cubicBezTo>
                    <a:cubicBezTo>
                      <a:pt x="1" y="14"/>
                      <a:pt x="0" y="18"/>
                      <a:pt x="4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3" name="Freeform 3614">
                <a:extLst>
                  <a:ext uri="{FF2B5EF4-FFF2-40B4-BE49-F238E27FC236}">
                    <a16:creationId xmlns:a16="http://schemas.microsoft.com/office/drawing/2014/main" id="{8DA58AD5-1654-46DF-90EC-5AE19D10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055"/>
                <a:ext cx="9" cy="9"/>
              </a:xfrm>
              <a:custGeom>
                <a:avLst/>
                <a:gdLst>
                  <a:gd name="T0" fmla="*/ 13 w 24"/>
                  <a:gd name="T1" fmla="*/ 19 h 22"/>
                  <a:gd name="T2" fmla="*/ 20 w 24"/>
                  <a:gd name="T3" fmla="*/ 20 h 22"/>
                  <a:gd name="T4" fmla="*/ 24 w 24"/>
                  <a:gd name="T5" fmla="*/ 15 h 22"/>
                  <a:gd name="T6" fmla="*/ 18 w 24"/>
                  <a:gd name="T7" fmla="*/ 3 h 22"/>
                  <a:gd name="T8" fmla="*/ 4 w 24"/>
                  <a:gd name="T9" fmla="*/ 4 h 22"/>
                  <a:gd name="T10" fmla="*/ 1 w 24"/>
                  <a:gd name="T11" fmla="*/ 7 h 22"/>
                  <a:gd name="T12" fmla="*/ 1 w 24"/>
                  <a:gd name="T13" fmla="*/ 10 h 22"/>
                  <a:gd name="T14" fmla="*/ 1 w 24"/>
                  <a:gd name="T15" fmla="*/ 12 h 22"/>
                  <a:gd name="T16" fmla="*/ 13 w 24"/>
                  <a:gd name="T17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2">
                    <a:moveTo>
                      <a:pt x="13" y="19"/>
                    </a:moveTo>
                    <a:cubicBezTo>
                      <a:pt x="16" y="20"/>
                      <a:pt x="17" y="22"/>
                      <a:pt x="20" y="20"/>
                    </a:cubicBezTo>
                    <a:cubicBezTo>
                      <a:pt x="22" y="19"/>
                      <a:pt x="24" y="17"/>
                      <a:pt x="24" y="15"/>
                    </a:cubicBezTo>
                    <a:cubicBezTo>
                      <a:pt x="24" y="10"/>
                      <a:pt x="22" y="5"/>
                      <a:pt x="18" y="3"/>
                    </a:cubicBezTo>
                    <a:cubicBezTo>
                      <a:pt x="14" y="0"/>
                      <a:pt x="8" y="2"/>
                      <a:pt x="4" y="4"/>
                    </a:cubicBezTo>
                    <a:cubicBezTo>
                      <a:pt x="2" y="4"/>
                      <a:pt x="1" y="5"/>
                      <a:pt x="1" y="7"/>
                    </a:cubicBezTo>
                    <a:cubicBezTo>
                      <a:pt x="0" y="8"/>
                      <a:pt x="1" y="10"/>
                      <a:pt x="1" y="10"/>
                    </a:cubicBezTo>
                    <a:cubicBezTo>
                      <a:pt x="1" y="10"/>
                      <a:pt x="2" y="12"/>
                      <a:pt x="1" y="12"/>
                    </a:cubicBezTo>
                    <a:cubicBezTo>
                      <a:pt x="4" y="16"/>
                      <a:pt x="9" y="17"/>
                      <a:pt x="13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4" name="Freeform 3615">
                <a:extLst>
                  <a:ext uri="{FF2B5EF4-FFF2-40B4-BE49-F238E27FC236}">
                    <a16:creationId xmlns:a16="http://schemas.microsoft.com/office/drawing/2014/main" id="{396B247B-3185-4783-A38A-2373204AE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1032"/>
                <a:ext cx="9" cy="6"/>
              </a:xfrm>
              <a:custGeom>
                <a:avLst/>
                <a:gdLst>
                  <a:gd name="T0" fmla="*/ 16 w 22"/>
                  <a:gd name="T1" fmla="*/ 7 h 13"/>
                  <a:gd name="T2" fmla="*/ 13 w 22"/>
                  <a:gd name="T3" fmla="*/ 6 h 13"/>
                  <a:gd name="T4" fmla="*/ 7 w 22"/>
                  <a:gd name="T5" fmla="*/ 1 h 13"/>
                  <a:gd name="T6" fmla="*/ 4 w 22"/>
                  <a:gd name="T7" fmla="*/ 1 h 13"/>
                  <a:gd name="T8" fmla="*/ 1 w 22"/>
                  <a:gd name="T9" fmla="*/ 3 h 13"/>
                  <a:gd name="T10" fmla="*/ 16 w 22"/>
                  <a:gd name="T11" fmla="*/ 12 h 13"/>
                  <a:gd name="T12" fmla="*/ 19 w 22"/>
                  <a:gd name="T13" fmla="*/ 9 h 13"/>
                  <a:gd name="T14" fmla="*/ 16 w 22"/>
                  <a:gd name="T15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6" y="7"/>
                    </a:moveTo>
                    <a:cubicBezTo>
                      <a:pt x="15" y="6"/>
                      <a:pt x="14" y="7"/>
                      <a:pt x="13" y="6"/>
                    </a:cubicBezTo>
                    <a:cubicBezTo>
                      <a:pt x="10" y="5"/>
                      <a:pt x="10" y="1"/>
                      <a:pt x="7" y="1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0" y="11"/>
                      <a:pt x="10" y="10"/>
                      <a:pt x="16" y="12"/>
                    </a:cubicBezTo>
                    <a:cubicBezTo>
                      <a:pt x="18" y="13"/>
                      <a:pt x="22" y="12"/>
                      <a:pt x="19" y="9"/>
                    </a:cubicBezTo>
                    <a:cubicBezTo>
                      <a:pt x="19" y="8"/>
                      <a:pt x="17" y="7"/>
                      <a:pt x="16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5" name="Freeform 3616">
                <a:extLst>
                  <a:ext uri="{FF2B5EF4-FFF2-40B4-BE49-F238E27FC236}">
                    <a16:creationId xmlns:a16="http://schemas.microsoft.com/office/drawing/2014/main" id="{8374E457-275D-4468-98E0-4D8680E05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027"/>
                <a:ext cx="6" cy="5"/>
              </a:xfrm>
              <a:custGeom>
                <a:avLst/>
                <a:gdLst>
                  <a:gd name="T0" fmla="*/ 12 w 14"/>
                  <a:gd name="T1" fmla="*/ 9 h 14"/>
                  <a:gd name="T2" fmla="*/ 10 w 14"/>
                  <a:gd name="T3" fmla="*/ 3 h 14"/>
                  <a:gd name="T4" fmla="*/ 2 w 14"/>
                  <a:gd name="T5" fmla="*/ 10 h 14"/>
                  <a:gd name="T6" fmla="*/ 5 w 14"/>
                  <a:gd name="T7" fmla="*/ 14 h 14"/>
                  <a:gd name="T8" fmla="*/ 12 w 14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2" y="9"/>
                    </a:moveTo>
                    <a:cubicBezTo>
                      <a:pt x="14" y="7"/>
                      <a:pt x="12" y="4"/>
                      <a:pt x="10" y="3"/>
                    </a:cubicBezTo>
                    <a:cubicBezTo>
                      <a:pt x="5" y="0"/>
                      <a:pt x="0" y="5"/>
                      <a:pt x="2" y="10"/>
                    </a:cubicBezTo>
                    <a:cubicBezTo>
                      <a:pt x="3" y="11"/>
                      <a:pt x="6" y="12"/>
                      <a:pt x="5" y="14"/>
                    </a:cubicBezTo>
                    <a:cubicBezTo>
                      <a:pt x="8" y="13"/>
                      <a:pt x="11" y="11"/>
                      <a:pt x="1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6" name="Freeform 3617">
                <a:extLst>
                  <a:ext uri="{FF2B5EF4-FFF2-40B4-BE49-F238E27FC236}">
                    <a16:creationId xmlns:a16="http://schemas.microsoft.com/office/drawing/2014/main" id="{3E63B95A-2DEA-43AF-A66D-D0F3F1E53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972"/>
                <a:ext cx="25" cy="25"/>
              </a:xfrm>
              <a:custGeom>
                <a:avLst/>
                <a:gdLst>
                  <a:gd name="T0" fmla="*/ 61 w 62"/>
                  <a:gd name="T1" fmla="*/ 56 h 62"/>
                  <a:gd name="T2" fmla="*/ 62 w 62"/>
                  <a:gd name="T3" fmla="*/ 50 h 62"/>
                  <a:gd name="T4" fmla="*/ 56 w 62"/>
                  <a:gd name="T5" fmla="*/ 40 h 62"/>
                  <a:gd name="T6" fmla="*/ 45 w 62"/>
                  <a:gd name="T7" fmla="*/ 36 h 62"/>
                  <a:gd name="T8" fmla="*/ 51 w 62"/>
                  <a:gd name="T9" fmla="*/ 29 h 62"/>
                  <a:gd name="T10" fmla="*/ 53 w 62"/>
                  <a:gd name="T11" fmla="*/ 20 h 62"/>
                  <a:gd name="T12" fmla="*/ 49 w 62"/>
                  <a:gd name="T13" fmla="*/ 11 h 62"/>
                  <a:gd name="T14" fmla="*/ 31 w 62"/>
                  <a:gd name="T15" fmla="*/ 2 h 62"/>
                  <a:gd name="T16" fmla="*/ 32 w 62"/>
                  <a:gd name="T17" fmla="*/ 14 h 62"/>
                  <a:gd name="T18" fmla="*/ 32 w 62"/>
                  <a:gd name="T19" fmla="*/ 21 h 62"/>
                  <a:gd name="T20" fmla="*/ 28 w 62"/>
                  <a:gd name="T21" fmla="*/ 20 h 62"/>
                  <a:gd name="T22" fmla="*/ 18 w 62"/>
                  <a:gd name="T23" fmla="*/ 11 h 62"/>
                  <a:gd name="T24" fmla="*/ 9 w 62"/>
                  <a:gd name="T25" fmla="*/ 8 h 62"/>
                  <a:gd name="T26" fmla="*/ 5 w 62"/>
                  <a:gd name="T27" fmla="*/ 19 h 62"/>
                  <a:gd name="T28" fmla="*/ 12 w 62"/>
                  <a:gd name="T29" fmla="*/ 23 h 62"/>
                  <a:gd name="T30" fmla="*/ 14 w 62"/>
                  <a:gd name="T31" fmla="*/ 26 h 62"/>
                  <a:gd name="T32" fmla="*/ 14 w 62"/>
                  <a:gd name="T33" fmla="*/ 30 h 62"/>
                  <a:gd name="T34" fmla="*/ 18 w 62"/>
                  <a:gd name="T35" fmla="*/ 35 h 62"/>
                  <a:gd name="T36" fmla="*/ 19 w 62"/>
                  <a:gd name="T37" fmla="*/ 37 h 62"/>
                  <a:gd name="T38" fmla="*/ 21 w 62"/>
                  <a:gd name="T39" fmla="*/ 41 h 62"/>
                  <a:gd name="T40" fmla="*/ 37 w 62"/>
                  <a:gd name="T41" fmla="*/ 43 h 62"/>
                  <a:gd name="T42" fmla="*/ 43 w 62"/>
                  <a:gd name="T43" fmla="*/ 45 h 62"/>
                  <a:gd name="T44" fmla="*/ 51 w 62"/>
                  <a:gd name="T45" fmla="*/ 58 h 62"/>
                  <a:gd name="T46" fmla="*/ 58 w 62"/>
                  <a:gd name="T47" fmla="*/ 61 h 62"/>
                  <a:gd name="T48" fmla="*/ 61 w 62"/>
                  <a:gd name="T49" fmla="*/ 5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62">
                    <a:moveTo>
                      <a:pt x="61" y="56"/>
                    </a:moveTo>
                    <a:cubicBezTo>
                      <a:pt x="62" y="54"/>
                      <a:pt x="62" y="52"/>
                      <a:pt x="62" y="50"/>
                    </a:cubicBezTo>
                    <a:cubicBezTo>
                      <a:pt x="62" y="45"/>
                      <a:pt x="60" y="42"/>
                      <a:pt x="56" y="40"/>
                    </a:cubicBezTo>
                    <a:cubicBezTo>
                      <a:pt x="53" y="37"/>
                      <a:pt x="49" y="38"/>
                      <a:pt x="45" y="36"/>
                    </a:cubicBezTo>
                    <a:cubicBezTo>
                      <a:pt x="45" y="32"/>
                      <a:pt x="48" y="31"/>
                      <a:pt x="51" y="29"/>
                    </a:cubicBezTo>
                    <a:cubicBezTo>
                      <a:pt x="54" y="27"/>
                      <a:pt x="54" y="23"/>
                      <a:pt x="53" y="20"/>
                    </a:cubicBezTo>
                    <a:cubicBezTo>
                      <a:pt x="53" y="16"/>
                      <a:pt x="52" y="13"/>
                      <a:pt x="49" y="11"/>
                    </a:cubicBezTo>
                    <a:cubicBezTo>
                      <a:pt x="44" y="7"/>
                      <a:pt x="38" y="0"/>
                      <a:pt x="31" y="2"/>
                    </a:cubicBezTo>
                    <a:cubicBezTo>
                      <a:pt x="32" y="6"/>
                      <a:pt x="31" y="10"/>
                      <a:pt x="32" y="14"/>
                    </a:cubicBezTo>
                    <a:cubicBezTo>
                      <a:pt x="32" y="15"/>
                      <a:pt x="33" y="19"/>
                      <a:pt x="32" y="21"/>
                    </a:cubicBezTo>
                    <a:cubicBezTo>
                      <a:pt x="31" y="24"/>
                      <a:pt x="29" y="21"/>
                      <a:pt x="28" y="20"/>
                    </a:cubicBezTo>
                    <a:cubicBezTo>
                      <a:pt x="26" y="15"/>
                      <a:pt x="22" y="13"/>
                      <a:pt x="18" y="11"/>
                    </a:cubicBezTo>
                    <a:cubicBezTo>
                      <a:pt x="15" y="10"/>
                      <a:pt x="12" y="8"/>
                      <a:pt x="9" y="8"/>
                    </a:cubicBezTo>
                    <a:cubicBezTo>
                      <a:pt x="3" y="8"/>
                      <a:pt x="0" y="16"/>
                      <a:pt x="5" y="19"/>
                    </a:cubicBezTo>
                    <a:cubicBezTo>
                      <a:pt x="7" y="21"/>
                      <a:pt x="10" y="21"/>
                      <a:pt x="12" y="23"/>
                    </a:cubicBezTo>
                    <a:cubicBezTo>
                      <a:pt x="13" y="24"/>
                      <a:pt x="14" y="25"/>
                      <a:pt x="14" y="26"/>
                    </a:cubicBezTo>
                    <a:cubicBezTo>
                      <a:pt x="14" y="27"/>
                      <a:pt x="14" y="29"/>
                      <a:pt x="14" y="30"/>
                    </a:cubicBezTo>
                    <a:cubicBezTo>
                      <a:pt x="15" y="31"/>
                      <a:pt x="17" y="33"/>
                      <a:pt x="18" y="35"/>
                    </a:cubicBezTo>
                    <a:cubicBezTo>
                      <a:pt x="18" y="36"/>
                      <a:pt x="18" y="36"/>
                      <a:pt x="19" y="37"/>
                    </a:cubicBezTo>
                    <a:cubicBezTo>
                      <a:pt x="19" y="38"/>
                      <a:pt x="20" y="40"/>
                      <a:pt x="21" y="41"/>
                    </a:cubicBezTo>
                    <a:cubicBezTo>
                      <a:pt x="25" y="46"/>
                      <a:pt x="31" y="44"/>
                      <a:pt x="37" y="43"/>
                    </a:cubicBezTo>
                    <a:cubicBezTo>
                      <a:pt x="40" y="42"/>
                      <a:pt x="41" y="43"/>
                      <a:pt x="43" y="45"/>
                    </a:cubicBezTo>
                    <a:cubicBezTo>
                      <a:pt x="46" y="49"/>
                      <a:pt x="47" y="55"/>
                      <a:pt x="51" y="58"/>
                    </a:cubicBezTo>
                    <a:cubicBezTo>
                      <a:pt x="53" y="60"/>
                      <a:pt x="55" y="62"/>
                      <a:pt x="58" y="61"/>
                    </a:cubicBezTo>
                    <a:cubicBezTo>
                      <a:pt x="60" y="60"/>
                      <a:pt x="60" y="58"/>
                      <a:pt x="61" y="5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7" name="Freeform 3618">
                <a:extLst>
                  <a:ext uri="{FF2B5EF4-FFF2-40B4-BE49-F238E27FC236}">
                    <a16:creationId xmlns:a16="http://schemas.microsoft.com/office/drawing/2014/main" id="{EAECF1BD-9914-484C-8FD7-70119188B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985"/>
                <a:ext cx="7" cy="5"/>
              </a:xfrm>
              <a:custGeom>
                <a:avLst/>
                <a:gdLst>
                  <a:gd name="T0" fmla="*/ 18 w 18"/>
                  <a:gd name="T1" fmla="*/ 8 h 13"/>
                  <a:gd name="T2" fmla="*/ 16 w 18"/>
                  <a:gd name="T3" fmla="*/ 4 h 13"/>
                  <a:gd name="T4" fmla="*/ 11 w 18"/>
                  <a:gd name="T5" fmla="*/ 1 h 13"/>
                  <a:gd name="T6" fmla="*/ 5 w 18"/>
                  <a:gd name="T7" fmla="*/ 1 h 13"/>
                  <a:gd name="T8" fmla="*/ 2 w 18"/>
                  <a:gd name="T9" fmla="*/ 9 h 13"/>
                  <a:gd name="T10" fmla="*/ 11 w 18"/>
                  <a:gd name="T11" fmla="*/ 12 h 13"/>
                  <a:gd name="T12" fmla="*/ 18 w 18"/>
                  <a:gd name="T1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3">
                    <a:moveTo>
                      <a:pt x="18" y="8"/>
                    </a:moveTo>
                    <a:cubicBezTo>
                      <a:pt x="18" y="7"/>
                      <a:pt x="17" y="5"/>
                      <a:pt x="16" y="4"/>
                    </a:cubicBezTo>
                    <a:cubicBezTo>
                      <a:pt x="15" y="3"/>
                      <a:pt x="12" y="2"/>
                      <a:pt x="11" y="1"/>
                    </a:cubicBezTo>
                    <a:cubicBezTo>
                      <a:pt x="9" y="0"/>
                      <a:pt x="7" y="1"/>
                      <a:pt x="5" y="1"/>
                    </a:cubicBezTo>
                    <a:cubicBezTo>
                      <a:pt x="1" y="3"/>
                      <a:pt x="0" y="6"/>
                      <a:pt x="2" y="9"/>
                    </a:cubicBezTo>
                    <a:cubicBezTo>
                      <a:pt x="4" y="13"/>
                      <a:pt x="8" y="12"/>
                      <a:pt x="11" y="12"/>
                    </a:cubicBezTo>
                    <a:cubicBezTo>
                      <a:pt x="14" y="12"/>
                      <a:pt x="18" y="12"/>
                      <a:pt x="18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8" name="Freeform 3619">
                <a:extLst>
                  <a:ext uri="{FF2B5EF4-FFF2-40B4-BE49-F238E27FC236}">
                    <a16:creationId xmlns:a16="http://schemas.microsoft.com/office/drawing/2014/main" id="{0BA5DA44-7623-47FD-94A1-396566419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969"/>
                <a:ext cx="23" cy="8"/>
              </a:xfrm>
              <a:custGeom>
                <a:avLst/>
                <a:gdLst>
                  <a:gd name="T0" fmla="*/ 41 w 58"/>
                  <a:gd name="T1" fmla="*/ 15 h 18"/>
                  <a:gd name="T2" fmla="*/ 47 w 58"/>
                  <a:gd name="T3" fmla="*/ 11 h 18"/>
                  <a:gd name="T4" fmla="*/ 55 w 58"/>
                  <a:gd name="T5" fmla="*/ 6 h 18"/>
                  <a:gd name="T6" fmla="*/ 57 w 58"/>
                  <a:gd name="T7" fmla="*/ 2 h 18"/>
                  <a:gd name="T8" fmla="*/ 54 w 58"/>
                  <a:gd name="T9" fmla="*/ 0 h 18"/>
                  <a:gd name="T10" fmla="*/ 50 w 58"/>
                  <a:gd name="T11" fmla="*/ 1 h 18"/>
                  <a:gd name="T12" fmla="*/ 46 w 58"/>
                  <a:gd name="T13" fmla="*/ 1 h 18"/>
                  <a:gd name="T14" fmla="*/ 43 w 58"/>
                  <a:gd name="T15" fmla="*/ 3 h 18"/>
                  <a:gd name="T16" fmla="*/ 36 w 58"/>
                  <a:gd name="T17" fmla="*/ 7 h 18"/>
                  <a:gd name="T18" fmla="*/ 29 w 58"/>
                  <a:gd name="T19" fmla="*/ 10 h 18"/>
                  <a:gd name="T20" fmla="*/ 23 w 58"/>
                  <a:gd name="T21" fmla="*/ 8 h 18"/>
                  <a:gd name="T22" fmla="*/ 19 w 58"/>
                  <a:gd name="T23" fmla="*/ 6 h 18"/>
                  <a:gd name="T24" fmla="*/ 13 w 58"/>
                  <a:gd name="T25" fmla="*/ 5 h 18"/>
                  <a:gd name="T26" fmla="*/ 1 w 58"/>
                  <a:gd name="T27" fmla="*/ 4 h 18"/>
                  <a:gd name="T28" fmla="*/ 2 w 58"/>
                  <a:gd name="T29" fmla="*/ 8 h 18"/>
                  <a:gd name="T30" fmla="*/ 5 w 58"/>
                  <a:gd name="T31" fmla="*/ 10 h 18"/>
                  <a:gd name="T32" fmla="*/ 14 w 58"/>
                  <a:gd name="T33" fmla="*/ 14 h 18"/>
                  <a:gd name="T34" fmla="*/ 22 w 58"/>
                  <a:gd name="T35" fmla="*/ 16 h 18"/>
                  <a:gd name="T36" fmla="*/ 25 w 58"/>
                  <a:gd name="T37" fmla="*/ 16 h 18"/>
                  <a:gd name="T38" fmla="*/ 41 w 58"/>
                  <a:gd name="T39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" h="18">
                    <a:moveTo>
                      <a:pt x="41" y="15"/>
                    </a:moveTo>
                    <a:cubicBezTo>
                      <a:pt x="43" y="13"/>
                      <a:pt x="45" y="12"/>
                      <a:pt x="47" y="11"/>
                    </a:cubicBezTo>
                    <a:cubicBezTo>
                      <a:pt x="50" y="9"/>
                      <a:pt x="53" y="8"/>
                      <a:pt x="55" y="6"/>
                    </a:cubicBezTo>
                    <a:cubicBezTo>
                      <a:pt x="57" y="4"/>
                      <a:pt x="58" y="4"/>
                      <a:pt x="57" y="2"/>
                    </a:cubicBezTo>
                    <a:cubicBezTo>
                      <a:pt x="56" y="0"/>
                      <a:pt x="56" y="0"/>
                      <a:pt x="54" y="0"/>
                    </a:cubicBezTo>
                    <a:cubicBezTo>
                      <a:pt x="53" y="0"/>
                      <a:pt x="52" y="1"/>
                      <a:pt x="50" y="1"/>
                    </a:cubicBezTo>
                    <a:cubicBezTo>
                      <a:pt x="49" y="1"/>
                      <a:pt x="48" y="1"/>
                      <a:pt x="46" y="1"/>
                    </a:cubicBezTo>
                    <a:cubicBezTo>
                      <a:pt x="45" y="2"/>
                      <a:pt x="44" y="2"/>
                      <a:pt x="43" y="3"/>
                    </a:cubicBezTo>
                    <a:cubicBezTo>
                      <a:pt x="41" y="5"/>
                      <a:pt x="39" y="6"/>
                      <a:pt x="36" y="7"/>
                    </a:cubicBezTo>
                    <a:cubicBezTo>
                      <a:pt x="33" y="8"/>
                      <a:pt x="32" y="10"/>
                      <a:pt x="29" y="10"/>
                    </a:cubicBezTo>
                    <a:cubicBezTo>
                      <a:pt x="27" y="10"/>
                      <a:pt x="25" y="9"/>
                      <a:pt x="23" y="8"/>
                    </a:cubicBezTo>
                    <a:cubicBezTo>
                      <a:pt x="22" y="8"/>
                      <a:pt x="20" y="7"/>
                      <a:pt x="19" y="6"/>
                    </a:cubicBezTo>
                    <a:cubicBezTo>
                      <a:pt x="17" y="6"/>
                      <a:pt x="15" y="6"/>
                      <a:pt x="13" y="5"/>
                    </a:cubicBezTo>
                    <a:cubicBezTo>
                      <a:pt x="11" y="5"/>
                      <a:pt x="3" y="1"/>
                      <a:pt x="1" y="4"/>
                    </a:cubicBezTo>
                    <a:cubicBezTo>
                      <a:pt x="0" y="5"/>
                      <a:pt x="1" y="8"/>
                      <a:pt x="2" y="8"/>
                    </a:cubicBezTo>
                    <a:cubicBezTo>
                      <a:pt x="3" y="9"/>
                      <a:pt x="4" y="10"/>
                      <a:pt x="5" y="10"/>
                    </a:cubicBezTo>
                    <a:cubicBezTo>
                      <a:pt x="8" y="12"/>
                      <a:pt x="11" y="13"/>
                      <a:pt x="14" y="14"/>
                    </a:cubicBezTo>
                    <a:cubicBezTo>
                      <a:pt x="17" y="15"/>
                      <a:pt x="19" y="16"/>
                      <a:pt x="22" y="16"/>
                    </a:cubicBezTo>
                    <a:cubicBezTo>
                      <a:pt x="23" y="16"/>
                      <a:pt x="24" y="16"/>
                      <a:pt x="25" y="16"/>
                    </a:cubicBezTo>
                    <a:cubicBezTo>
                      <a:pt x="30" y="17"/>
                      <a:pt x="37" y="18"/>
                      <a:pt x="41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9" name="Freeform 3620">
                <a:extLst>
                  <a:ext uri="{FF2B5EF4-FFF2-40B4-BE49-F238E27FC236}">
                    <a16:creationId xmlns:a16="http://schemas.microsoft.com/office/drawing/2014/main" id="{9B2EF32D-430B-4C6A-B742-4D02F542C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967"/>
                <a:ext cx="6" cy="4"/>
              </a:xfrm>
              <a:custGeom>
                <a:avLst/>
                <a:gdLst>
                  <a:gd name="T0" fmla="*/ 11 w 15"/>
                  <a:gd name="T1" fmla="*/ 9 h 11"/>
                  <a:gd name="T2" fmla="*/ 15 w 15"/>
                  <a:gd name="T3" fmla="*/ 5 h 11"/>
                  <a:gd name="T4" fmla="*/ 3 w 15"/>
                  <a:gd name="T5" fmla="*/ 3 h 11"/>
                  <a:gd name="T6" fmla="*/ 0 w 15"/>
                  <a:gd name="T7" fmla="*/ 8 h 11"/>
                  <a:gd name="T8" fmla="*/ 5 w 15"/>
                  <a:gd name="T9" fmla="*/ 11 h 11"/>
                  <a:gd name="T10" fmla="*/ 11 w 15"/>
                  <a:gd name="T1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1" y="9"/>
                    </a:moveTo>
                    <a:cubicBezTo>
                      <a:pt x="12" y="8"/>
                      <a:pt x="15" y="7"/>
                      <a:pt x="15" y="5"/>
                    </a:cubicBezTo>
                    <a:cubicBezTo>
                      <a:pt x="15" y="0"/>
                      <a:pt x="6" y="0"/>
                      <a:pt x="3" y="3"/>
                    </a:cubicBezTo>
                    <a:cubicBezTo>
                      <a:pt x="1" y="4"/>
                      <a:pt x="0" y="6"/>
                      <a:pt x="0" y="8"/>
                    </a:cubicBezTo>
                    <a:cubicBezTo>
                      <a:pt x="0" y="10"/>
                      <a:pt x="3" y="11"/>
                      <a:pt x="5" y="11"/>
                    </a:cubicBezTo>
                    <a:cubicBezTo>
                      <a:pt x="7" y="11"/>
                      <a:pt x="9" y="10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0" name="Freeform 3621">
                <a:extLst>
                  <a:ext uri="{FF2B5EF4-FFF2-40B4-BE49-F238E27FC236}">
                    <a16:creationId xmlns:a16="http://schemas.microsoft.com/office/drawing/2014/main" id="{A5E33AFC-4C04-4A57-856D-0E505579F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971"/>
                <a:ext cx="25" cy="9"/>
              </a:xfrm>
              <a:custGeom>
                <a:avLst/>
                <a:gdLst>
                  <a:gd name="T0" fmla="*/ 45 w 62"/>
                  <a:gd name="T1" fmla="*/ 11 h 23"/>
                  <a:gd name="T2" fmla="*/ 32 w 62"/>
                  <a:gd name="T3" fmla="*/ 10 h 23"/>
                  <a:gd name="T4" fmla="*/ 28 w 62"/>
                  <a:gd name="T5" fmla="*/ 8 h 23"/>
                  <a:gd name="T6" fmla="*/ 23 w 62"/>
                  <a:gd name="T7" fmla="*/ 4 h 23"/>
                  <a:gd name="T8" fmla="*/ 18 w 62"/>
                  <a:gd name="T9" fmla="*/ 2 h 23"/>
                  <a:gd name="T10" fmla="*/ 10 w 62"/>
                  <a:gd name="T11" fmla="*/ 0 h 23"/>
                  <a:gd name="T12" fmla="*/ 5 w 62"/>
                  <a:gd name="T13" fmla="*/ 1 h 23"/>
                  <a:gd name="T14" fmla="*/ 1 w 62"/>
                  <a:gd name="T15" fmla="*/ 4 h 23"/>
                  <a:gd name="T16" fmla="*/ 4 w 62"/>
                  <a:gd name="T17" fmla="*/ 7 h 23"/>
                  <a:gd name="T18" fmla="*/ 7 w 62"/>
                  <a:gd name="T19" fmla="*/ 9 h 23"/>
                  <a:gd name="T20" fmla="*/ 11 w 62"/>
                  <a:gd name="T21" fmla="*/ 10 h 23"/>
                  <a:gd name="T22" fmla="*/ 14 w 62"/>
                  <a:gd name="T23" fmla="*/ 11 h 23"/>
                  <a:gd name="T24" fmla="*/ 18 w 62"/>
                  <a:gd name="T25" fmla="*/ 15 h 23"/>
                  <a:gd name="T26" fmla="*/ 23 w 62"/>
                  <a:gd name="T27" fmla="*/ 19 h 23"/>
                  <a:gd name="T28" fmla="*/ 30 w 62"/>
                  <a:gd name="T29" fmla="*/ 23 h 23"/>
                  <a:gd name="T30" fmla="*/ 40 w 62"/>
                  <a:gd name="T31" fmla="*/ 22 h 23"/>
                  <a:gd name="T32" fmla="*/ 50 w 62"/>
                  <a:gd name="T33" fmla="*/ 22 h 23"/>
                  <a:gd name="T34" fmla="*/ 56 w 62"/>
                  <a:gd name="T35" fmla="*/ 22 h 23"/>
                  <a:gd name="T36" fmla="*/ 60 w 62"/>
                  <a:gd name="T37" fmla="*/ 21 h 23"/>
                  <a:gd name="T38" fmla="*/ 62 w 62"/>
                  <a:gd name="T39" fmla="*/ 18 h 23"/>
                  <a:gd name="T40" fmla="*/ 59 w 62"/>
                  <a:gd name="T41" fmla="*/ 14 h 23"/>
                  <a:gd name="T42" fmla="*/ 45 w 62"/>
                  <a:gd name="T43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23">
                    <a:moveTo>
                      <a:pt x="45" y="11"/>
                    </a:moveTo>
                    <a:cubicBezTo>
                      <a:pt x="41" y="11"/>
                      <a:pt x="37" y="11"/>
                      <a:pt x="32" y="10"/>
                    </a:cubicBezTo>
                    <a:cubicBezTo>
                      <a:pt x="31" y="9"/>
                      <a:pt x="29" y="9"/>
                      <a:pt x="28" y="8"/>
                    </a:cubicBezTo>
                    <a:cubicBezTo>
                      <a:pt x="26" y="7"/>
                      <a:pt x="25" y="5"/>
                      <a:pt x="23" y="4"/>
                    </a:cubicBezTo>
                    <a:cubicBezTo>
                      <a:pt x="22" y="2"/>
                      <a:pt x="20" y="2"/>
                      <a:pt x="18" y="2"/>
                    </a:cubicBezTo>
                    <a:cubicBezTo>
                      <a:pt x="15" y="1"/>
                      <a:pt x="13" y="1"/>
                      <a:pt x="10" y="0"/>
                    </a:cubicBezTo>
                    <a:cubicBezTo>
                      <a:pt x="8" y="0"/>
                      <a:pt x="7" y="0"/>
                      <a:pt x="5" y="1"/>
                    </a:cubicBezTo>
                    <a:cubicBezTo>
                      <a:pt x="3" y="1"/>
                      <a:pt x="0" y="2"/>
                      <a:pt x="1" y="4"/>
                    </a:cubicBezTo>
                    <a:cubicBezTo>
                      <a:pt x="2" y="5"/>
                      <a:pt x="3" y="6"/>
                      <a:pt x="4" y="7"/>
                    </a:cubicBezTo>
                    <a:cubicBezTo>
                      <a:pt x="5" y="8"/>
                      <a:pt x="6" y="9"/>
                      <a:pt x="7" y="9"/>
                    </a:cubicBezTo>
                    <a:cubicBezTo>
                      <a:pt x="9" y="10"/>
                      <a:pt x="10" y="9"/>
                      <a:pt x="11" y="10"/>
                    </a:cubicBezTo>
                    <a:cubicBezTo>
                      <a:pt x="12" y="10"/>
                      <a:pt x="13" y="11"/>
                      <a:pt x="14" y="11"/>
                    </a:cubicBezTo>
                    <a:cubicBezTo>
                      <a:pt x="16" y="12"/>
                      <a:pt x="17" y="13"/>
                      <a:pt x="18" y="15"/>
                    </a:cubicBezTo>
                    <a:cubicBezTo>
                      <a:pt x="19" y="16"/>
                      <a:pt x="21" y="18"/>
                      <a:pt x="23" y="19"/>
                    </a:cubicBezTo>
                    <a:cubicBezTo>
                      <a:pt x="25" y="21"/>
                      <a:pt x="28" y="23"/>
                      <a:pt x="30" y="23"/>
                    </a:cubicBezTo>
                    <a:cubicBezTo>
                      <a:pt x="33" y="23"/>
                      <a:pt x="36" y="22"/>
                      <a:pt x="40" y="22"/>
                    </a:cubicBezTo>
                    <a:cubicBezTo>
                      <a:pt x="43" y="22"/>
                      <a:pt x="47" y="22"/>
                      <a:pt x="50" y="22"/>
                    </a:cubicBezTo>
                    <a:cubicBezTo>
                      <a:pt x="52" y="22"/>
                      <a:pt x="54" y="22"/>
                      <a:pt x="56" y="22"/>
                    </a:cubicBezTo>
                    <a:cubicBezTo>
                      <a:pt x="57" y="22"/>
                      <a:pt x="59" y="22"/>
                      <a:pt x="60" y="21"/>
                    </a:cubicBezTo>
                    <a:cubicBezTo>
                      <a:pt x="61" y="21"/>
                      <a:pt x="62" y="19"/>
                      <a:pt x="62" y="18"/>
                    </a:cubicBezTo>
                    <a:cubicBezTo>
                      <a:pt x="62" y="16"/>
                      <a:pt x="60" y="15"/>
                      <a:pt x="59" y="14"/>
                    </a:cubicBezTo>
                    <a:cubicBezTo>
                      <a:pt x="55" y="11"/>
                      <a:pt x="50" y="11"/>
                      <a:pt x="45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1" name="Freeform 3622">
                <a:extLst>
                  <a:ext uri="{FF2B5EF4-FFF2-40B4-BE49-F238E27FC236}">
                    <a16:creationId xmlns:a16="http://schemas.microsoft.com/office/drawing/2014/main" id="{16A36898-333A-42FE-8810-89EFF12E8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961"/>
                <a:ext cx="18" cy="10"/>
              </a:xfrm>
              <a:custGeom>
                <a:avLst/>
                <a:gdLst>
                  <a:gd name="T0" fmla="*/ 37 w 45"/>
                  <a:gd name="T1" fmla="*/ 8 h 24"/>
                  <a:gd name="T2" fmla="*/ 27 w 45"/>
                  <a:gd name="T3" fmla="*/ 3 h 24"/>
                  <a:gd name="T4" fmla="*/ 22 w 45"/>
                  <a:gd name="T5" fmla="*/ 3 h 24"/>
                  <a:gd name="T6" fmla="*/ 16 w 45"/>
                  <a:gd name="T7" fmla="*/ 2 h 24"/>
                  <a:gd name="T8" fmla="*/ 4 w 45"/>
                  <a:gd name="T9" fmla="*/ 0 h 24"/>
                  <a:gd name="T10" fmla="*/ 1 w 45"/>
                  <a:gd name="T11" fmla="*/ 1 h 24"/>
                  <a:gd name="T12" fmla="*/ 1 w 45"/>
                  <a:gd name="T13" fmla="*/ 4 h 24"/>
                  <a:gd name="T14" fmla="*/ 7 w 45"/>
                  <a:gd name="T15" fmla="*/ 6 h 24"/>
                  <a:gd name="T16" fmla="*/ 11 w 45"/>
                  <a:gd name="T17" fmla="*/ 6 h 24"/>
                  <a:gd name="T18" fmla="*/ 14 w 45"/>
                  <a:gd name="T19" fmla="*/ 6 h 24"/>
                  <a:gd name="T20" fmla="*/ 16 w 45"/>
                  <a:gd name="T21" fmla="*/ 6 h 24"/>
                  <a:gd name="T22" fmla="*/ 21 w 45"/>
                  <a:gd name="T23" fmla="*/ 8 h 24"/>
                  <a:gd name="T24" fmla="*/ 28 w 45"/>
                  <a:gd name="T25" fmla="*/ 14 h 24"/>
                  <a:gd name="T26" fmla="*/ 35 w 45"/>
                  <a:gd name="T27" fmla="*/ 21 h 24"/>
                  <a:gd name="T28" fmla="*/ 43 w 45"/>
                  <a:gd name="T29" fmla="*/ 23 h 24"/>
                  <a:gd name="T30" fmla="*/ 44 w 45"/>
                  <a:gd name="T31" fmla="*/ 20 h 24"/>
                  <a:gd name="T32" fmla="*/ 44 w 45"/>
                  <a:gd name="T33" fmla="*/ 15 h 24"/>
                  <a:gd name="T34" fmla="*/ 37 w 45"/>
                  <a:gd name="T35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" h="24">
                    <a:moveTo>
                      <a:pt x="37" y="8"/>
                    </a:moveTo>
                    <a:cubicBezTo>
                      <a:pt x="34" y="6"/>
                      <a:pt x="30" y="4"/>
                      <a:pt x="27" y="3"/>
                    </a:cubicBezTo>
                    <a:cubicBezTo>
                      <a:pt x="25" y="3"/>
                      <a:pt x="24" y="3"/>
                      <a:pt x="22" y="3"/>
                    </a:cubicBezTo>
                    <a:cubicBezTo>
                      <a:pt x="20" y="3"/>
                      <a:pt x="18" y="3"/>
                      <a:pt x="16" y="2"/>
                    </a:cubicBezTo>
                    <a:cubicBezTo>
                      <a:pt x="12" y="1"/>
                      <a:pt x="8" y="0"/>
                      <a:pt x="4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7"/>
                      <a:pt x="4" y="7"/>
                      <a:pt x="7" y="6"/>
                    </a:cubicBezTo>
                    <a:cubicBezTo>
                      <a:pt x="8" y="6"/>
                      <a:pt x="10" y="6"/>
                      <a:pt x="11" y="6"/>
                    </a:cubicBezTo>
                    <a:cubicBezTo>
                      <a:pt x="12" y="6"/>
                      <a:pt x="12" y="6"/>
                      <a:pt x="14" y="6"/>
                    </a:cubicBezTo>
                    <a:cubicBezTo>
                      <a:pt x="15" y="6"/>
                      <a:pt x="16" y="5"/>
                      <a:pt x="16" y="6"/>
                    </a:cubicBezTo>
                    <a:cubicBezTo>
                      <a:pt x="18" y="6"/>
                      <a:pt x="20" y="7"/>
                      <a:pt x="21" y="8"/>
                    </a:cubicBezTo>
                    <a:cubicBezTo>
                      <a:pt x="24" y="10"/>
                      <a:pt x="26" y="12"/>
                      <a:pt x="28" y="14"/>
                    </a:cubicBezTo>
                    <a:cubicBezTo>
                      <a:pt x="30" y="17"/>
                      <a:pt x="32" y="20"/>
                      <a:pt x="35" y="21"/>
                    </a:cubicBezTo>
                    <a:cubicBezTo>
                      <a:pt x="37" y="22"/>
                      <a:pt x="40" y="24"/>
                      <a:pt x="43" y="23"/>
                    </a:cubicBezTo>
                    <a:cubicBezTo>
                      <a:pt x="44" y="23"/>
                      <a:pt x="44" y="22"/>
                      <a:pt x="44" y="20"/>
                    </a:cubicBezTo>
                    <a:cubicBezTo>
                      <a:pt x="45" y="19"/>
                      <a:pt x="45" y="17"/>
                      <a:pt x="44" y="15"/>
                    </a:cubicBezTo>
                    <a:cubicBezTo>
                      <a:pt x="43" y="12"/>
                      <a:pt x="39" y="11"/>
                      <a:pt x="3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2" name="Freeform 3623">
                <a:extLst>
                  <a:ext uri="{FF2B5EF4-FFF2-40B4-BE49-F238E27FC236}">
                    <a16:creationId xmlns:a16="http://schemas.microsoft.com/office/drawing/2014/main" id="{4AC8C286-25CA-4275-A848-B2D2499D9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942"/>
                <a:ext cx="12" cy="8"/>
              </a:xfrm>
              <a:custGeom>
                <a:avLst/>
                <a:gdLst>
                  <a:gd name="T0" fmla="*/ 24 w 28"/>
                  <a:gd name="T1" fmla="*/ 15 h 21"/>
                  <a:gd name="T2" fmla="*/ 21 w 28"/>
                  <a:gd name="T3" fmla="*/ 12 h 21"/>
                  <a:gd name="T4" fmla="*/ 17 w 28"/>
                  <a:gd name="T5" fmla="*/ 11 h 21"/>
                  <a:gd name="T6" fmla="*/ 15 w 28"/>
                  <a:gd name="T7" fmla="*/ 10 h 21"/>
                  <a:gd name="T8" fmla="*/ 14 w 28"/>
                  <a:gd name="T9" fmla="*/ 6 h 21"/>
                  <a:gd name="T10" fmla="*/ 12 w 28"/>
                  <a:gd name="T11" fmla="*/ 3 h 21"/>
                  <a:gd name="T12" fmla="*/ 7 w 28"/>
                  <a:gd name="T13" fmla="*/ 0 h 21"/>
                  <a:gd name="T14" fmla="*/ 1 w 28"/>
                  <a:gd name="T15" fmla="*/ 2 h 21"/>
                  <a:gd name="T16" fmla="*/ 0 w 28"/>
                  <a:gd name="T17" fmla="*/ 5 h 21"/>
                  <a:gd name="T18" fmla="*/ 2 w 28"/>
                  <a:gd name="T19" fmla="*/ 7 h 21"/>
                  <a:gd name="T20" fmla="*/ 5 w 28"/>
                  <a:gd name="T21" fmla="*/ 8 h 21"/>
                  <a:gd name="T22" fmla="*/ 6 w 28"/>
                  <a:gd name="T23" fmla="*/ 10 h 21"/>
                  <a:gd name="T24" fmla="*/ 7 w 28"/>
                  <a:gd name="T25" fmla="*/ 12 h 21"/>
                  <a:gd name="T26" fmla="*/ 9 w 28"/>
                  <a:gd name="T27" fmla="*/ 13 h 21"/>
                  <a:gd name="T28" fmla="*/ 12 w 28"/>
                  <a:gd name="T29" fmla="*/ 15 h 21"/>
                  <a:gd name="T30" fmla="*/ 12 w 28"/>
                  <a:gd name="T31" fmla="*/ 16 h 21"/>
                  <a:gd name="T32" fmla="*/ 12 w 28"/>
                  <a:gd name="T33" fmla="*/ 17 h 21"/>
                  <a:gd name="T34" fmla="*/ 12 w 28"/>
                  <a:gd name="T35" fmla="*/ 17 h 21"/>
                  <a:gd name="T36" fmla="*/ 12 w 28"/>
                  <a:gd name="T37" fmla="*/ 18 h 21"/>
                  <a:gd name="T38" fmla="*/ 14 w 28"/>
                  <a:gd name="T39" fmla="*/ 19 h 21"/>
                  <a:gd name="T40" fmla="*/ 16 w 28"/>
                  <a:gd name="T41" fmla="*/ 20 h 21"/>
                  <a:gd name="T42" fmla="*/ 21 w 28"/>
                  <a:gd name="T43" fmla="*/ 21 h 21"/>
                  <a:gd name="T44" fmla="*/ 27 w 28"/>
                  <a:gd name="T45" fmla="*/ 19 h 21"/>
                  <a:gd name="T46" fmla="*/ 24 w 28"/>
                  <a:gd name="T47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1">
                    <a:moveTo>
                      <a:pt x="24" y="15"/>
                    </a:moveTo>
                    <a:cubicBezTo>
                      <a:pt x="23" y="14"/>
                      <a:pt x="22" y="13"/>
                      <a:pt x="21" y="12"/>
                    </a:cubicBezTo>
                    <a:cubicBezTo>
                      <a:pt x="20" y="12"/>
                      <a:pt x="19" y="11"/>
                      <a:pt x="17" y="11"/>
                    </a:cubicBezTo>
                    <a:cubicBezTo>
                      <a:pt x="16" y="11"/>
                      <a:pt x="16" y="11"/>
                      <a:pt x="15" y="10"/>
                    </a:cubicBezTo>
                    <a:cubicBezTo>
                      <a:pt x="15" y="9"/>
                      <a:pt x="14" y="7"/>
                      <a:pt x="14" y="6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0" y="2"/>
                      <a:pt x="9" y="1"/>
                      <a:pt x="7" y="0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6"/>
                      <a:pt x="2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5" y="9"/>
                      <a:pt x="6" y="9"/>
                      <a:pt x="6" y="10"/>
                    </a:cubicBezTo>
                    <a:cubicBezTo>
                      <a:pt x="7" y="11"/>
                      <a:pt x="7" y="11"/>
                      <a:pt x="7" y="12"/>
                    </a:cubicBezTo>
                    <a:cubicBezTo>
                      <a:pt x="8" y="12"/>
                      <a:pt x="8" y="13"/>
                      <a:pt x="9" y="13"/>
                    </a:cubicBezTo>
                    <a:cubicBezTo>
                      <a:pt x="10" y="14"/>
                      <a:pt x="11" y="14"/>
                      <a:pt x="12" y="15"/>
                    </a:cubicBezTo>
                    <a:cubicBezTo>
                      <a:pt x="12" y="15"/>
                      <a:pt x="12" y="16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8"/>
                      <a:pt x="13" y="18"/>
                      <a:pt x="12" y="18"/>
                    </a:cubicBezTo>
                    <a:cubicBezTo>
                      <a:pt x="13" y="18"/>
                      <a:pt x="14" y="19"/>
                      <a:pt x="14" y="19"/>
                    </a:cubicBezTo>
                    <a:cubicBezTo>
                      <a:pt x="15" y="20"/>
                      <a:pt x="15" y="20"/>
                      <a:pt x="16" y="20"/>
                    </a:cubicBezTo>
                    <a:cubicBezTo>
                      <a:pt x="18" y="20"/>
                      <a:pt x="19" y="20"/>
                      <a:pt x="21" y="21"/>
                    </a:cubicBezTo>
                    <a:cubicBezTo>
                      <a:pt x="22" y="21"/>
                      <a:pt x="26" y="21"/>
                      <a:pt x="27" y="19"/>
                    </a:cubicBezTo>
                    <a:cubicBezTo>
                      <a:pt x="28" y="17"/>
                      <a:pt x="25" y="16"/>
                      <a:pt x="24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3" name="Freeform 3624">
                <a:extLst>
                  <a:ext uri="{FF2B5EF4-FFF2-40B4-BE49-F238E27FC236}">
                    <a16:creationId xmlns:a16="http://schemas.microsoft.com/office/drawing/2014/main" id="{5B31C331-6F64-4BD3-933D-B3C6B3EF5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722"/>
                <a:ext cx="18" cy="14"/>
              </a:xfrm>
              <a:custGeom>
                <a:avLst/>
                <a:gdLst>
                  <a:gd name="T0" fmla="*/ 9 w 43"/>
                  <a:gd name="T1" fmla="*/ 14 h 35"/>
                  <a:gd name="T2" fmla="*/ 21 w 43"/>
                  <a:gd name="T3" fmla="*/ 17 h 35"/>
                  <a:gd name="T4" fmla="*/ 26 w 43"/>
                  <a:gd name="T5" fmla="*/ 19 h 35"/>
                  <a:gd name="T6" fmla="*/ 32 w 43"/>
                  <a:gd name="T7" fmla="*/ 27 h 35"/>
                  <a:gd name="T8" fmla="*/ 34 w 43"/>
                  <a:gd name="T9" fmla="*/ 32 h 35"/>
                  <a:gd name="T10" fmla="*/ 41 w 43"/>
                  <a:gd name="T11" fmla="*/ 27 h 35"/>
                  <a:gd name="T12" fmla="*/ 41 w 43"/>
                  <a:gd name="T13" fmla="*/ 18 h 35"/>
                  <a:gd name="T14" fmla="*/ 36 w 43"/>
                  <a:gd name="T15" fmla="*/ 10 h 35"/>
                  <a:gd name="T16" fmla="*/ 27 w 43"/>
                  <a:gd name="T17" fmla="*/ 2 h 35"/>
                  <a:gd name="T18" fmla="*/ 14 w 43"/>
                  <a:gd name="T19" fmla="*/ 1 h 35"/>
                  <a:gd name="T20" fmla="*/ 3 w 43"/>
                  <a:gd name="T21" fmla="*/ 3 h 35"/>
                  <a:gd name="T22" fmla="*/ 1 w 43"/>
                  <a:gd name="T23" fmla="*/ 11 h 35"/>
                  <a:gd name="T24" fmla="*/ 9 w 43"/>
                  <a:gd name="T25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35">
                    <a:moveTo>
                      <a:pt x="9" y="14"/>
                    </a:moveTo>
                    <a:cubicBezTo>
                      <a:pt x="12" y="16"/>
                      <a:pt x="17" y="16"/>
                      <a:pt x="21" y="17"/>
                    </a:cubicBezTo>
                    <a:cubicBezTo>
                      <a:pt x="23" y="17"/>
                      <a:pt x="25" y="17"/>
                      <a:pt x="26" y="19"/>
                    </a:cubicBezTo>
                    <a:cubicBezTo>
                      <a:pt x="29" y="21"/>
                      <a:pt x="30" y="25"/>
                      <a:pt x="32" y="27"/>
                    </a:cubicBezTo>
                    <a:cubicBezTo>
                      <a:pt x="33" y="28"/>
                      <a:pt x="33" y="30"/>
                      <a:pt x="34" y="32"/>
                    </a:cubicBezTo>
                    <a:cubicBezTo>
                      <a:pt x="38" y="35"/>
                      <a:pt x="40" y="30"/>
                      <a:pt x="41" y="27"/>
                    </a:cubicBezTo>
                    <a:cubicBezTo>
                      <a:pt x="43" y="24"/>
                      <a:pt x="42" y="21"/>
                      <a:pt x="41" y="18"/>
                    </a:cubicBezTo>
                    <a:cubicBezTo>
                      <a:pt x="40" y="15"/>
                      <a:pt x="38" y="13"/>
                      <a:pt x="36" y="10"/>
                    </a:cubicBezTo>
                    <a:cubicBezTo>
                      <a:pt x="33" y="6"/>
                      <a:pt x="32" y="4"/>
                      <a:pt x="27" y="2"/>
                    </a:cubicBezTo>
                    <a:cubicBezTo>
                      <a:pt x="23" y="1"/>
                      <a:pt x="19" y="1"/>
                      <a:pt x="14" y="1"/>
                    </a:cubicBezTo>
                    <a:cubicBezTo>
                      <a:pt x="10" y="0"/>
                      <a:pt x="7" y="0"/>
                      <a:pt x="3" y="3"/>
                    </a:cubicBezTo>
                    <a:cubicBezTo>
                      <a:pt x="1" y="5"/>
                      <a:pt x="0" y="8"/>
                      <a:pt x="1" y="11"/>
                    </a:cubicBezTo>
                    <a:cubicBezTo>
                      <a:pt x="2" y="13"/>
                      <a:pt x="6" y="14"/>
                      <a:pt x="9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4" name="Freeform 3625">
                <a:extLst>
                  <a:ext uri="{FF2B5EF4-FFF2-40B4-BE49-F238E27FC236}">
                    <a16:creationId xmlns:a16="http://schemas.microsoft.com/office/drawing/2014/main" id="{C4151F56-94AE-4F8D-BE17-49FF4F85A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415"/>
                <a:ext cx="5" cy="6"/>
              </a:xfrm>
              <a:custGeom>
                <a:avLst/>
                <a:gdLst>
                  <a:gd name="T0" fmla="*/ 7 w 12"/>
                  <a:gd name="T1" fmla="*/ 1 h 14"/>
                  <a:gd name="T2" fmla="*/ 6 w 12"/>
                  <a:gd name="T3" fmla="*/ 3 h 14"/>
                  <a:gd name="T4" fmla="*/ 4 w 12"/>
                  <a:gd name="T5" fmla="*/ 4 h 14"/>
                  <a:gd name="T6" fmla="*/ 1 w 12"/>
                  <a:gd name="T7" fmla="*/ 8 h 14"/>
                  <a:gd name="T8" fmla="*/ 1 w 12"/>
                  <a:gd name="T9" fmla="*/ 12 h 14"/>
                  <a:gd name="T10" fmla="*/ 8 w 12"/>
                  <a:gd name="T11" fmla="*/ 13 h 14"/>
                  <a:gd name="T12" fmla="*/ 10 w 12"/>
                  <a:gd name="T13" fmla="*/ 8 h 14"/>
                  <a:gd name="T14" fmla="*/ 11 w 12"/>
                  <a:gd name="T15" fmla="*/ 2 h 14"/>
                  <a:gd name="T16" fmla="*/ 7 w 12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7" y="1"/>
                    </a:moveTo>
                    <a:cubicBezTo>
                      <a:pt x="6" y="1"/>
                      <a:pt x="6" y="2"/>
                      <a:pt x="6" y="3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3" y="5"/>
                      <a:pt x="1" y="7"/>
                      <a:pt x="1" y="8"/>
                    </a:cubicBezTo>
                    <a:cubicBezTo>
                      <a:pt x="0" y="9"/>
                      <a:pt x="1" y="11"/>
                      <a:pt x="1" y="12"/>
                    </a:cubicBezTo>
                    <a:cubicBezTo>
                      <a:pt x="3" y="13"/>
                      <a:pt x="5" y="14"/>
                      <a:pt x="8" y="13"/>
                    </a:cubicBezTo>
                    <a:cubicBezTo>
                      <a:pt x="10" y="13"/>
                      <a:pt x="10" y="10"/>
                      <a:pt x="10" y="8"/>
                    </a:cubicBezTo>
                    <a:cubicBezTo>
                      <a:pt x="10" y="6"/>
                      <a:pt x="12" y="4"/>
                      <a:pt x="11" y="2"/>
                    </a:cubicBezTo>
                    <a:cubicBezTo>
                      <a:pt x="10" y="0"/>
                      <a:pt x="8" y="0"/>
                      <a:pt x="7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5" name="Freeform 3626">
                <a:extLst>
                  <a:ext uri="{FF2B5EF4-FFF2-40B4-BE49-F238E27FC236}">
                    <a16:creationId xmlns:a16="http://schemas.microsoft.com/office/drawing/2014/main" id="{2B0D6716-8691-4273-A0B7-947CA302B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409"/>
                <a:ext cx="5" cy="5"/>
              </a:xfrm>
              <a:custGeom>
                <a:avLst/>
                <a:gdLst>
                  <a:gd name="T0" fmla="*/ 12 w 13"/>
                  <a:gd name="T1" fmla="*/ 2 h 14"/>
                  <a:gd name="T2" fmla="*/ 9 w 13"/>
                  <a:gd name="T3" fmla="*/ 1 h 14"/>
                  <a:gd name="T4" fmla="*/ 5 w 13"/>
                  <a:gd name="T5" fmla="*/ 5 h 14"/>
                  <a:gd name="T6" fmla="*/ 2 w 13"/>
                  <a:gd name="T7" fmla="*/ 9 h 14"/>
                  <a:gd name="T8" fmla="*/ 1 w 13"/>
                  <a:gd name="T9" fmla="*/ 14 h 14"/>
                  <a:gd name="T10" fmla="*/ 4 w 13"/>
                  <a:gd name="T11" fmla="*/ 11 h 14"/>
                  <a:gd name="T12" fmla="*/ 9 w 13"/>
                  <a:gd name="T13" fmla="*/ 6 h 14"/>
                  <a:gd name="T14" fmla="*/ 12 w 13"/>
                  <a:gd name="T1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4">
                    <a:moveTo>
                      <a:pt x="12" y="2"/>
                    </a:moveTo>
                    <a:cubicBezTo>
                      <a:pt x="12" y="0"/>
                      <a:pt x="10" y="1"/>
                      <a:pt x="9" y="1"/>
                    </a:cubicBezTo>
                    <a:cubicBezTo>
                      <a:pt x="7" y="2"/>
                      <a:pt x="6" y="4"/>
                      <a:pt x="5" y="5"/>
                    </a:cubicBezTo>
                    <a:cubicBezTo>
                      <a:pt x="4" y="7"/>
                      <a:pt x="4" y="8"/>
                      <a:pt x="2" y="9"/>
                    </a:cubicBezTo>
                    <a:cubicBezTo>
                      <a:pt x="1" y="11"/>
                      <a:pt x="0" y="12"/>
                      <a:pt x="1" y="14"/>
                    </a:cubicBezTo>
                    <a:cubicBezTo>
                      <a:pt x="2" y="13"/>
                      <a:pt x="3" y="12"/>
                      <a:pt x="4" y="11"/>
                    </a:cubicBezTo>
                    <a:cubicBezTo>
                      <a:pt x="5" y="10"/>
                      <a:pt x="7" y="8"/>
                      <a:pt x="9" y="6"/>
                    </a:cubicBezTo>
                    <a:cubicBezTo>
                      <a:pt x="10" y="5"/>
                      <a:pt x="13" y="3"/>
                      <a:pt x="1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6" name="Freeform 3627">
                <a:extLst>
                  <a:ext uri="{FF2B5EF4-FFF2-40B4-BE49-F238E27FC236}">
                    <a16:creationId xmlns:a16="http://schemas.microsoft.com/office/drawing/2014/main" id="{4E00EFDA-C1A4-4C5F-BEDE-FEA5D3F03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403"/>
                <a:ext cx="5" cy="4"/>
              </a:xfrm>
              <a:custGeom>
                <a:avLst/>
                <a:gdLst>
                  <a:gd name="T0" fmla="*/ 12 w 13"/>
                  <a:gd name="T1" fmla="*/ 2 h 9"/>
                  <a:gd name="T2" fmla="*/ 5 w 13"/>
                  <a:gd name="T3" fmla="*/ 2 h 9"/>
                  <a:gd name="T4" fmla="*/ 0 w 13"/>
                  <a:gd name="T5" fmla="*/ 7 h 9"/>
                  <a:gd name="T6" fmla="*/ 4 w 13"/>
                  <a:gd name="T7" fmla="*/ 8 h 9"/>
                  <a:gd name="T8" fmla="*/ 10 w 13"/>
                  <a:gd name="T9" fmla="*/ 7 h 9"/>
                  <a:gd name="T10" fmla="*/ 12 w 13"/>
                  <a:gd name="T11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12" y="2"/>
                    </a:moveTo>
                    <a:cubicBezTo>
                      <a:pt x="11" y="0"/>
                      <a:pt x="6" y="1"/>
                      <a:pt x="5" y="2"/>
                    </a:cubicBezTo>
                    <a:cubicBezTo>
                      <a:pt x="3" y="3"/>
                      <a:pt x="0" y="5"/>
                      <a:pt x="0" y="7"/>
                    </a:cubicBezTo>
                    <a:cubicBezTo>
                      <a:pt x="0" y="9"/>
                      <a:pt x="2" y="9"/>
                      <a:pt x="4" y="8"/>
                    </a:cubicBezTo>
                    <a:cubicBezTo>
                      <a:pt x="6" y="8"/>
                      <a:pt x="9" y="8"/>
                      <a:pt x="10" y="7"/>
                    </a:cubicBezTo>
                    <a:cubicBezTo>
                      <a:pt x="12" y="6"/>
                      <a:pt x="13" y="3"/>
                      <a:pt x="1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7" name="Freeform 3628">
                <a:extLst>
                  <a:ext uri="{FF2B5EF4-FFF2-40B4-BE49-F238E27FC236}">
                    <a16:creationId xmlns:a16="http://schemas.microsoft.com/office/drawing/2014/main" id="{CB6048BD-7900-459E-8E23-D364F7F0B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392"/>
                <a:ext cx="6" cy="6"/>
              </a:xfrm>
              <a:custGeom>
                <a:avLst/>
                <a:gdLst>
                  <a:gd name="T0" fmla="*/ 1 w 15"/>
                  <a:gd name="T1" fmla="*/ 9 h 16"/>
                  <a:gd name="T2" fmla="*/ 3 w 15"/>
                  <a:gd name="T3" fmla="*/ 15 h 16"/>
                  <a:gd name="T4" fmla="*/ 6 w 15"/>
                  <a:gd name="T5" fmla="*/ 13 h 16"/>
                  <a:gd name="T6" fmla="*/ 13 w 15"/>
                  <a:gd name="T7" fmla="*/ 0 h 16"/>
                  <a:gd name="T8" fmla="*/ 10 w 15"/>
                  <a:gd name="T9" fmla="*/ 1 h 16"/>
                  <a:gd name="T10" fmla="*/ 6 w 15"/>
                  <a:gd name="T11" fmla="*/ 2 h 16"/>
                  <a:gd name="T12" fmla="*/ 1 w 15"/>
                  <a:gd name="T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1" y="9"/>
                    </a:moveTo>
                    <a:cubicBezTo>
                      <a:pt x="1" y="11"/>
                      <a:pt x="0" y="16"/>
                      <a:pt x="3" y="15"/>
                    </a:cubicBezTo>
                    <a:cubicBezTo>
                      <a:pt x="4" y="14"/>
                      <a:pt x="5" y="13"/>
                      <a:pt x="6" y="13"/>
                    </a:cubicBezTo>
                    <a:cubicBezTo>
                      <a:pt x="6" y="12"/>
                      <a:pt x="15" y="1"/>
                      <a:pt x="13" y="0"/>
                    </a:cubicBezTo>
                    <a:cubicBezTo>
                      <a:pt x="12" y="0"/>
                      <a:pt x="11" y="1"/>
                      <a:pt x="10" y="1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4" y="4"/>
                      <a:pt x="2" y="6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8" name="Freeform 3629">
                <a:extLst>
                  <a:ext uri="{FF2B5EF4-FFF2-40B4-BE49-F238E27FC236}">
                    <a16:creationId xmlns:a16="http://schemas.microsoft.com/office/drawing/2014/main" id="{CF834619-3829-492F-9A00-82ABBA61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434"/>
                <a:ext cx="20" cy="6"/>
              </a:xfrm>
              <a:custGeom>
                <a:avLst/>
                <a:gdLst>
                  <a:gd name="T0" fmla="*/ 38 w 48"/>
                  <a:gd name="T1" fmla="*/ 1 h 16"/>
                  <a:gd name="T2" fmla="*/ 28 w 48"/>
                  <a:gd name="T3" fmla="*/ 3 h 16"/>
                  <a:gd name="T4" fmla="*/ 23 w 48"/>
                  <a:gd name="T5" fmla="*/ 4 h 16"/>
                  <a:gd name="T6" fmla="*/ 19 w 48"/>
                  <a:gd name="T7" fmla="*/ 5 h 16"/>
                  <a:gd name="T8" fmla="*/ 12 w 48"/>
                  <a:gd name="T9" fmla="*/ 5 h 16"/>
                  <a:gd name="T10" fmla="*/ 7 w 48"/>
                  <a:gd name="T11" fmla="*/ 7 h 16"/>
                  <a:gd name="T12" fmla="*/ 0 w 48"/>
                  <a:gd name="T13" fmla="*/ 10 h 16"/>
                  <a:gd name="T14" fmla="*/ 5 w 48"/>
                  <a:gd name="T15" fmla="*/ 15 h 16"/>
                  <a:gd name="T16" fmla="*/ 15 w 48"/>
                  <a:gd name="T17" fmla="*/ 14 h 16"/>
                  <a:gd name="T18" fmla="*/ 29 w 48"/>
                  <a:gd name="T19" fmla="*/ 13 h 16"/>
                  <a:gd name="T20" fmla="*/ 32 w 48"/>
                  <a:gd name="T21" fmla="*/ 13 h 16"/>
                  <a:gd name="T22" fmla="*/ 39 w 48"/>
                  <a:gd name="T23" fmla="*/ 14 h 16"/>
                  <a:gd name="T24" fmla="*/ 45 w 48"/>
                  <a:gd name="T25" fmla="*/ 13 h 16"/>
                  <a:gd name="T26" fmla="*/ 47 w 48"/>
                  <a:gd name="T27" fmla="*/ 5 h 16"/>
                  <a:gd name="T28" fmla="*/ 38 w 48"/>
                  <a:gd name="T2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16">
                    <a:moveTo>
                      <a:pt x="38" y="1"/>
                    </a:moveTo>
                    <a:cubicBezTo>
                      <a:pt x="35" y="1"/>
                      <a:pt x="32" y="2"/>
                      <a:pt x="28" y="3"/>
                    </a:cubicBezTo>
                    <a:cubicBezTo>
                      <a:pt x="27" y="4"/>
                      <a:pt x="25" y="4"/>
                      <a:pt x="23" y="4"/>
                    </a:cubicBezTo>
                    <a:cubicBezTo>
                      <a:pt x="22" y="4"/>
                      <a:pt x="20" y="4"/>
                      <a:pt x="19" y="5"/>
                    </a:cubicBezTo>
                    <a:cubicBezTo>
                      <a:pt x="16" y="5"/>
                      <a:pt x="14" y="5"/>
                      <a:pt x="12" y="5"/>
                    </a:cubicBezTo>
                    <a:cubicBezTo>
                      <a:pt x="10" y="6"/>
                      <a:pt x="9" y="6"/>
                      <a:pt x="7" y="7"/>
                    </a:cubicBezTo>
                    <a:cubicBezTo>
                      <a:pt x="5" y="7"/>
                      <a:pt x="0" y="7"/>
                      <a:pt x="0" y="10"/>
                    </a:cubicBezTo>
                    <a:cubicBezTo>
                      <a:pt x="0" y="13"/>
                      <a:pt x="3" y="15"/>
                      <a:pt x="5" y="15"/>
                    </a:cubicBezTo>
                    <a:cubicBezTo>
                      <a:pt x="9" y="16"/>
                      <a:pt x="12" y="15"/>
                      <a:pt x="15" y="14"/>
                    </a:cubicBezTo>
                    <a:cubicBezTo>
                      <a:pt x="20" y="13"/>
                      <a:pt x="24" y="12"/>
                      <a:pt x="29" y="13"/>
                    </a:cubicBezTo>
                    <a:cubicBezTo>
                      <a:pt x="30" y="13"/>
                      <a:pt x="31" y="13"/>
                      <a:pt x="32" y="13"/>
                    </a:cubicBezTo>
                    <a:cubicBezTo>
                      <a:pt x="34" y="14"/>
                      <a:pt x="36" y="14"/>
                      <a:pt x="39" y="14"/>
                    </a:cubicBezTo>
                    <a:cubicBezTo>
                      <a:pt x="41" y="14"/>
                      <a:pt x="43" y="14"/>
                      <a:pt x="45" y="13"/>
                    </a:cubicBezTo>
                    <a:cubicBezTo>
                      <a:pt x="48" y="12"/>
                      <a:pt x="47" y="7"/>
                      <a:pt x="47" y="5"/>
                    </a:cubicBezTo>
                    <a:cubicBezTo>
                      <a:pt x="46" y="0"/>
                      <a:pt x="42" y="2"/>
                      <a:pt x="38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9" name="Freeform 3630">
                <a:extLst>
                  <a:ext uri="{FF2B5EF4-FFF2-40B4-BE49-F238E27FC236}">
                    <a16:creationId xmlns:a16="http://schemas.microsoft.com/office/drawing/2014/main" id="{D66DFE9B-DCE9-45AA-87C9-2219DCCCC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354"/>
                <a:ext cx="93" cy="86"/>
              </a:xfrm>
              <a:custGeom>
                <a:avLst/>
                <a:gdLst>
                  <a:gd name="T0" fmla="*/ 2 w 229"/>
                  <a:gd name="T1" fmla="*/ 80 h 210"/>
                  <a:gd name="T2" fmla="*/ 4 w 229"/>
                  <a:gd name="T3" fmla="*/ 92 h 210"/>
                  <a:gd name="T4" fmla="*/ 10 w 229"/>
                  <a:gd name="T5" fmla="*/ 105 h 210"/>
                  <a:gd name="T6" fmla="*/ 16 w 229"/>
                  <a:gd name="T7" fmla="*/ 129 h 210"/>
                  <a:gd name="T8" fmla="*/ 32 w 229"/>
                  <a:gd name="T9" fmla="*/ 151 h 210"/>
                  <a:gd name="T10" fmla="*/ 33 w 229"/>
                  <a:gd name="T11" fmla="*/ 166 h 210"/>
                  <a:gd name="T12" fmla="*/ 35 w 229"/>
                  <a:gd name="T13" fmla="*/ 177 h 210"/>
                  <a:gd name="T14" fmla="*/ 35 w 229"/>
                  <a:gd name="T15" fmla="*/ 182 h 210"/>
                  <a:gd name="T16" fmla="*/ 34 w 229"/>
                  <a:gd name="T17" fmla="*/ 187 h 210"/>
                  <a:gd name="T18" fmla="*/ 36 w 229"/>
                  <a:gd name="T19" fmla="*/ 193 h 210"/>
                  <a:gd name="T20" fmla="*/ 37 w 229"/>
                  <a:gd name="T21" fmla="*/ 201 h 210"/>
                  <a:gd name="T22" fmla="*/ 41 w 229"/>
                  <a:gd name="T23" fmla="*/ 204 h 210"/>
                  <a:gd name="T24" fmla="*/ 51 w 229"/>
                  <a:gd name="T25" fmla="*/ 210 h 210"/>
                  <a:gd name="T26" fmla="*/ 63 w 229"/>
                  <a:gd name="T27" fmla="*/ 208 h 210"/>
                  <a:gd name="T28" fmla="*/ 81 w 229"/>
                  <a:gd name="T29" fmla="*/ 206 h 210"/>
                  <a:gd name="T30" fmla="*/ 91 w 229"/>
                  <a:gd name="T31" fmla="*/ 206 h 210"/>
                  <a:gd name="T32" fmla="*/ 101 w 229"/>
                  <a:gd name="T33" fmla="*/ 206 h 210"/>
                  <a:gd name="T34" fmla="*/ 108 w 229"/>
                  <a:gd name="T35" fmla="*/ 209 h 210"/>
                  <a:gd name="T36" fmla="*/ 117 w 229"/>
                  <a:gd name="T37" fmla="*/ 208 h 210"/>
                  <a:gd name="T38" fmla="*/ 116 w 229"/>
                  <a:gd name="T39" fmla="*/ 196 h 210"/>
                  <a:gd name="T40" fmla="*/ 125 w 229"/>
                  <a:gd name="T41" fmla="*/ 187 h 210"/>
                  <a:gd name="T42" fmla="*/ 144 w 229"/>
                  <a:gd name="T43" fmla="*/ 180 h 210"/>
                  <a:gd name="T44" fmla="*/ 158 w 229"/>
                  <a:gd name="T45" fmla="*/ 165 h 210"/>
                  <a:gd name="T46" fmla="*/ 174 w 229"/>
                  <a:gd name="T47" fmla="*/ 148 h 210"/>
                  <a:gd name="T48" fmla="*/ 187 w 229"/>
                  <a:gd name="T49" fmla="*/ 133 h 210"/>
                  <a:gd name="T50" fmla="*/ 199 w 229"/>
                  <a:gd name="T51" fmla="*/ 112 h 210"/>
                  <a:gd name="T52" fmla="*/ 204 w 229"/>
                  <a:gd name="T53" fmla="*/ 94 h 210"/>
                  <a:gd name="T54" fmla="*/ 197 w 229"/>
                  <a:gd name="T55" fmla="*/ 78 h 210"/>
                  <a:gd name="T56" fmla="*/ 202 w 229"/>
                  <a:gd name="T57" fmla="*/ 56 h 210"/>
                  <a:gd name="T58" fmla="*/ 210 w 229"/>
                  <a:gd name="T59" fmla="*/ 62 h 210"/>
                  <a:gd name="T60" fmla="*/ 217 w 229"/>
                  <a:gd name="T61" fmla="*/ 75 h 210"/>
                  <a:gd name="T62" fmla="*/ 223 w 229"/>
                  <a:gd name="T63" fmla="*/ 68 h 210"/>
                  <a:gd name="T64" fmla="*/ 228 w 229"/>
                  <a:gd name="T65" fmla="*/ 56 h 210"/>
                  <a:gd name="T66" fmla="*/ 224 w 229"/>
                  <a:gd name="T67" fmla="*/ 36 h 210"/>
                  <a:gd name="T68" fmla="*/ 208 w 229"/>
                  <a:gd name="T69" fmla="*/ 20 h 210"/>
                  <a:gd name="T70" fmla="*/ 165 w 229"/>
                  <a:gd name="T71" fmla="*/ 6 h 210"/>
                  <a:gd name="T72" fmla="*/ 140 w 229"/>
                  <a:gd name="T73" fmla="*/ 2 h 210"/>
                  <a:gd name="T74" fmla="*/ 115 w 229"/>
                  <a:gd name="T75" fmla="*/ 3 h 210"/>
                  <a:gd name="T76" fmla="*/ 92 w 229"/>
                  <a:gd name="T77" fmla="*/ 1 h 210"/>
                  <a:gd name="T78" fmla="*/ 70 w 229"/>
                  <a:gd name="T79" fmla="*/ 1 h 210"/>
                  <a:gd name="T80" fmla="*/ 63 w 229"/>
                  <a:gd name="T81" fmla="*/ 0 h 210"/>
                  <a:gd name="T82" fmla="*/ 55 w 229"/>
                  <a:gd name="T83" fmla="*/ 4 h 210"/>
                  <a:gd name="T84" fmla="*/ 44 w 229"/>
                  <a:gd name="T85" fmla="*/ 8 h 210"/>
                  <a:gd name="T86" fmla="*/ 32 w 229"/>
                  <a:gd name="T87" fmla="*/ 15 h 210"/>
                  <a:gd name="T88" fmla="*/ 23 w 229"/>
                  <a:gd name="T89" fmla="*/ 24 h 210"/>
                  <a:gd name="T90" fmla="*/ 17 w 229"/>
                  <a:gd name="T91" fmla="*/ 34 h 210"/>
                  <a:gd name="T92" fmla="*/ 8 w 229"/>
                  <a:gd name="T93" fmla="*/ 42 h 210"/>
                  <a:gd name="T94" fmla="*/ 1 w 229"/>
                  <a:gd name="T95" fmla="*/ 52 h 210"/>
                  <a:gd name="T96" fmla="*/ 1 w 229"/>
                  <a:gd name="T97" fmla="*/ 66 h 210"/>
                  <a:gd name="T98" fmla="*/ 2 w 229"/>
                  <a:gd name="T99" fmla="*/ 8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9" h="210">
                    <a:moveTo>
                      <a:pt x="2" y="80"/>
                    </a:moveTo>
                    <a:cubicBezTo>
                      <a:pt x="2" y="84"/>
                      <a:pt x="3" y="88"/>
                      <a:pt x="4" y="92"/>
                    </a:cubicBezTo>
                    <a:cubicBezTo>
                      <a:pt x="6" y="97"/>
                      <a:pt x="9" y="100"/>
                      <a:pt x="10" y="105"/>
                    </a:cubicBezTo>
                    <a:cubicBezTo>
                      <a:pt x="11" y="113"/>
                      <a:pt x="10" y="122"/>
                      <a:pt x="16" y="129"/>
                    </a:cubicBezTo>
                    <a:cubicBezTo>
                      <a:pt x="22" y="136"/>
                      <a:pt x="30" y="141"/>
                      <a:pt x="32" y="151"/>
                    </a:cubicBezTo>
                    <a:cubicBezTo>
                      <a:pt x="33" y="156"/>
                      <a:pt x="32" y="161"/>
                      <a:pt x="33" y="166"/>
                    </a:cubicBezTo>
                    <a:cubicBezTo>
                      <a:pt x="33" y="169"/>
                      <a:pt x="34" y="173"/>
                      <a:pt x="35" y="177"/>
                    </a:cubicBezTo>
                    <a:cubicBezTo>
                      <a:pt x="35" y="178"/>
                      <a:pt x="35" y="180"/>
                      <a:pt x="35" y="182"/>
                    </a:cubicBezTo>
                    <a:cubicBezTo>
                      <a:pt x="35" y="184"/>
                      <a:pt x="34" y="185"/>
                      <a:pt x="34" y="187"/>
                    </a:cubicBezTo>
                    <a:cubicBezTo>
                      <a:pt x="34" y="189"/>
                      <a:pt x="36" y="191"/>
                      <a:pt x="36" y="193"/>
                    </a:cubicBezTo>
                    <a:cubicBezTo>
                      <a:pt x="37" y="196"/>
                      <a:pt x="36" y="198"/>
                      <a:pt x="37" y="201"/>
                    </a:cubicBezTo>
                    <a:cubicBezTo>
                      <a:pt x="38" y="202"/>
                      <a:pt x="40" y="203"/>
                      <a:pt x="41" y="204"/>
                    </a:cubicBezTo>
                    <a:cubicBezTo>
                      <a:pt x="43" y="207"/>
                      <a:pt x="47" y="210"/>
                      <a:pt x="51" y="210"/>
                    </a:cubicBezTo>
                    <a:cubicBezTo>
                      <a:pt x="55" y="210"/>
                      <a:pt x="59" y="208"/>
                      <a:pt x="63" y="208"/>
                    </a:cubicBezTo>
                    <a:cubicBezTo>
                      <a:pt x="69" y="206"/>
                      <a:pt x="75" y="206"/>
                      <a:pt x="81" y="206"/>
                    </a:cubicBezTo>
                    <a:cubicBezTo>
                      <a:pt x="84" y="206"/>
                      <a:pt x="88" y="206"/>
                      <a:pt x="91" y="206"/>
                    </a:cubicBezTo>
                    <a:cubicBezTo>
                      <a:pt x="94" y="206"/>
                      <a:pt x="98" y="205"/>
                      <a:pt x="101" y="206"/>
                    </a:cubicBezTo>
                    <a:cubicBezTo>
                      <a:pt x="103" y="207"/>
                      <a:pt x="106" y="208"/>
                      <a:pt x="108" y="209"/>
                    </a:cubicBezTo>
                    <a:cubicBezTo>
                      <a:pt x="111" y="209"/>
                      <a:pt x="114" y="208"/>
                      <a:pt x="117" y="208"/>
                    </a:cubicBezTo>
                    <a:cubicBezTo>
                      <a:pt x="117" y="208"/>
                      <a:pt x="116" y="197"/>
                      <a:pt x="116" y="196"/>
                    </a:cubicBezTo>
                    <a:cubicBezTo>
                      <a:pt x="117" y="192"/>
                      <a:pt x="122" y="189"/>
                      <a:pt x="125" y="187"/>
                    </a:cubicBezTo>
                    <a:cubicBezTo>
                      <a:pt x="131" y="184"/>
                      <a:pt x="138" y="184"/>
                      <a:pt x="144" y="180"/>
                    </a:cubicBezTo>
                    <a:cubicBezTo>
                      <a:pt x="150" y="177"/>
                      <a:pt x="154" y="170"/>
                      <a:pt x="158" y="165"/>
                    </a:cubicBezTo>
                    <a:cubicBezTo>
                      <a:pt x="162" y="158"/>
                      <a:pt x="168" y="153"/>
                      <a:pt x="174" y="148"/>
                    </a:cubicBezTo>
                    <a:cubicBezTo>
                      <a:pt x="179" y="144"/>
                      <a:pt x="184" y="139"/>
                      <a:pt x="187" y="133"/>
                    </a:cubicBezTo>
                    <a:cubicBezTo>
                      <a:pt x="191" y="126"/>
                      <a:pt x="195" y="119"/>
                      <a:pt x="199" y="112"/>
                    </a:cubicBezTo>
                    <a:cubicBezTo>
                      <a:pt x="202" y="107"/>
                      <a:pt x="206" y="100"/>
                      <a:pt x="204" y="94"/>
                    </a:cubicBezTo>
                    <a:cubicBezTo>
                      <a:pt x="202" y="88"/>
                      <a:pt x="198" y="84"/>
                      <a:pt x="197" y="78"/>
                    </a:cubicBezTo>
                    <a:cubicBezTo>
                      <a:pt x="195" y="71"/>
                      <a:pt x="197" y="62"/>
                      <a:pt x="202" y="56"/>
                    </a:cubicBezTo>
                    <a:cubicBezTo>
                      <a:pt x="206" y="50"/>
                      <a:pt x="209" y="58"/>
                      <a:pt x="210" y="62"/>
                    </a:cubicBezTo>
                    <a:cubicBezTo>
                      <a:pt x="211" y="65"/>
                      <a:pt x="212" y="77"/>
                      <a:pt x="217" y="75"/>
                    </a:cubicBezTo>
                    <a:cubicBezTo>
                      <a:pt x="220" y="74"/>
                      <a:pt x="222" y="70"/>
                      <a:pt x="223" y="68"/>
                    </a:cubicBezTo>
                    <a:cubicBezTo>
                      <a:pt x="225" y="64"/>
                      <a:pt x="227" y="60"/>
                      <a:pt x="228" y="56"/>
                    </a:cubicBezTo>
                    <a:cubicBezTo>
                      <a:pt x="229" y="49"/>
                      <a:pt x="228" y="42"/>
                      <a:pt x="224" y="36"/>
                    </a:cubicBezTo>
                    <a:cubicBezTo>
                      <a:pt x="220" y="30"/>
                      <a:pt x="214" y="24"/>
                      <a:pt x="208" y="20"/>
                    </a:cubicBezTo>
                    <a:cubicBezTo>
                      <a:pt x="196" y="10"/>
                      <a:pt x="180" y="10"/>
                      <a:pt x="165" y="6"/>
                    </a:cubicBezTo>
                    <a:cubicBezTo>
                      <a:pt x="157" y="4"/>
                      <a:pt x="149" y="2"/>
                      <a:pt x="140" y="2"/>
                    </a:cubicBezTo>
                    <a:cubicBezTo>
                      <a:pt x="132" y="1"/>
                      <a:pt x="123" y="3"/>
                      <a:pt x="115" y="3"/>
                    </a:cubicBezTo>
                    <a:cubicBezTo>
                      <a:pt x="107" y="4"/>
                      <a:pt x="99" y="2"/>
                      <a:pt x="92" y="1"/>
                    </a:cubicBezTo>
                    <a:cubicBezTo>
                      <a:pt x="84" y="0"/>
                      <a:pt x="77" y="0"/>
                      <a:pt x="70" y="1"/>
                    </a:cubicBezTo>
                    <a:cubicBezTo>
                      <a:pt x="67" y="1"/>
                      <a:pt x="65" y="0"/>
                      <a:pt x="63" y="0"/>
                    </a:cubicBezTo>
                    <a:cubicBezTo>
                      <a:pt x="60" y="1"/>
                      <a:pt x="58" y="2"/>
                      <a:pt x="55" y="4"/>
                    </a:cubicBezTo>
                    <a:cubicBezTo>
                      <a:pt x="52" y="5"/>
                      <a:pt x="48" y="7"/>
                      <a:pt x="44" y="8"/>
                    </a:cubicBezTo>
                    <a:cubicBezTo>
                      <a:pt x="40" y="9"/>
                      <a:pt x="35" y="12"/>
                      <a:pt x="32" y="15"/>
                    </a:cubicBezTo>
                    <a:cubicBezTo>
                      <a:pt x="29" y="18"/>
                      <a:pt x="25" y="20"/>
                      <a:pt x="23" y="24"/>
                    </a:cubicBezTo>
                    <a:cubicBezTo>
                      <a:pt x="20" y="27"/>
                      <a:pt x="19" y="31"/>
                      <a:pt x="17" y="34"/>
                    </a:cubicBezTo>
                    <a:cubicBezTo>
                      <a:pt x="15" y="38"/>
                      <a:pt x="11" y="39"/>
                      <a:pt x="8" y="42"/>
                    </a:cubicBezTo>
                    <a:cubicBezTo>
                      <a:pt x="5" y="44"/>
                      <a:pt x="3" y="48"/>
                      <a:pt x="1" y="52"/>
                    </a:cubicBezTo>
                    <a:cubicBezTo>
                      <a:pt x="0" y="57"/>
                      <a:pt x="1" y="61"/>
                      <a:pt x="1" y="66"/>
                    </a:cubicBezTo>
                    <a:cubicBezTo>
                      <a:pt x="1" y="71"/>
                      <a:pt x="1" y="75"/>
                      <a:pt x="2" y="8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0" name="Freeform 3631">
                <a:extLst>
                  <a:ext uri="{FF2B5EF4-FFF2-40B4-BE49-F238E27FC236}">
                    <a16:creationId xmlns:a16="http://schemas.microsoft.com/office/drawing/2014/main" id="{3E30FEE6-7897-486B-9736-796AF2827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413"/>
                <a:ext cx="26" cy="20"/>
              </a:xfrm>
              <a:custGeom>
                <a:avLst/>
                <a:gdLst>
                  <a:gd name="T0" fmla="*/ 1 w 64"/>
                  <a:gd name="T1" fmla="*/ 49 h 50"/>
                  <a:gd name="T2" fmla="*/ 4 w 64"/>
                  <a:gd name="T3" fmla="*/ 49 h 50"/>
                  <a:gd name="T4" fmla="*/ 9 w 64"/>
                  <a:gd name="T5" fmla="*/ 48 h 50"/>
                  <a:gd name="T6" fmla="*/ 11 w 64"/>
                  <a:gd name="T7" fmla="*/ 46 h 50"/>
                  <a:gd name="T8" fmla="*/ 12 w 64"/>
                  <a:gd name="T9" fmla="*/ 43 h 50"/>
                  <a:gd name="T10" fmla="*/ 16 w 64"/>
                  <a:gd name="T11" fmla="*/ 38 h 50"/>
                  <a:gd name="T12" fmla="*/ 20 w 64"/>
                  <a:gd name="T13" fmla="*/ 34 h 50"/>
                  <a:gd name="T14" fmla="*/ 22 w 64"/>
                  <a:gd name="T15" fmla="*/ 32 h 50"/>
                  <a:gd name="T16" fmla="*/ 24 w 64"/>
                  <a:gd name="T17" fmla="*/ 30 h 50"/>
                  <a:gd name="T18" fmla="*/ 28 w 64"/>
                  <a:gd name="T19" fmla="*/ 28 h 50"/>
                  <a:gd name="T20" fmla="*/ 35 w 64"/>
                  <a:gd name="T21" fmla="*/ 26 h 50"/>
                  <a:gd name="T22" fmla="*/ 37 w 64"/>
                  <a:gd name="T23" fmla="*/ 23 h 50"/>
                  <a:gd name="T24" fmla="*/ 40 w 64"/>
                  <a:gd name="T25" fmla="*/ 20 h 50"/>
                  <a:gd name="T26" fmla="*/ 43 w 64"/>
                  <a:gd name="T27" fmla="*/ 15 h 50"/>
                  <a:gd name="T28" fmla="*/ 48 w 64"/>
                  <a:gd name="T29" fmla="*/ 11 h 50"/>
                  <a:gd name="T30" fmla="*/ 53 w 64"/>
                  <a:gd name="T31" fmla="*/ 9 h 50"/>
                  <a:gd name="T32" fmla="*/ 58 w 64"/>
                  <a:gd name="T33" fmla="*/ 8 h 50"/>
                  <a:gd name="T34" fmla="*/ 64 w 64"/>
                  <a:gd name="T35" fmla="*/ 2 h 50"/>
                  <a:gd name="T36" fmla="*/ 52 w 64"/>
                  <a:gd name="T37" fmla="*/ 1 h 50"/>
                  <a:gd name="T38" fmla="*/ 43 w 64"/>
                  <a:gd name="T39" fmla="*/ 2 h 50"/>
                  <a:gd name="T40" fmla="*/ 32 w 64"/>
                  <a:gd name="T41" fmla="*/ 2 h 50"/>
                  <a:gd name="T42" fmla="*/ 24 w 64"/>
                  <a:gd name="T43" fmla="*/ 3 h 50"/>
                  <a:gd name="T44" fmla="*/ 19 w 64"/>
                  <a:gd name="T45" fmla="*/ 9 h 50"/>
                  <a:gd name="T46" fmla="*/ 14 w 64"/>
                  <a:gd name="T47" fmla="*/ 18 h 50"/>
                  <a:gd name="T48" fmla="*/ 12 w 64"/>
                  <a:gd name="T49" fmla="*/ 23 h 50"/>
                  <a:gd name="T50" fmla="*/ 12 w 64"/>
                  <a:gd name="T51" fmla="*/ 27 h 50"/>
                  <a:gd name="T52" fmla="*/ 7 w 64"/>
                  <a:gd name="T53" fmla="*/ 37 h 50"/>
                  <a:gd name="T54" fmla="*/ 2 w 64"/>
                  <a:gd name="T55" fmla="*/ 46 h 50"/>
                  <a:gd name="T56" fmla="*/ 1 w 64"/>
                  <a:gd name="T57" fmla="*/ 4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50">
                    <a:moveTo>
                      <a:pt x="1" y="49"/>
                    </a:moveTo>
                    <a:cubicBezTo>
                      <a:pt x="2" y="50"/>
                      <a:pt x="3" y="50"/>
                      <a:pt x="4" y="49"/>
                    </a:cubicBezTo>
                    <a:cubicBezTo>
                      <a:pt x="6" y="49"/>
                      <a:pt x="7" y="49"/>
                      <a:pt x="9" y="48"/>
                    </a:cubicBezTo>
                    <a:cubicBezTo>
                      <a:pt x="10" y="48"/>
                      <a:pt x="10" y="47"/>
                      <a:pt x="11" y="46"/>
                    </a:cubicBezTo>
                    <a:cubicBezTo>
                      <a:pt x="11" y="45"/>
                      <a:pt x="12" y="44"/>
                      <a:pt x="12" y="43"/>
                    </a:cubicBezTo>
                    <a:cubicBezTo>
                      <a:pt x="13" y="41"/>
                      <a:pt x="14" y="40"/>
                      <a:pt x="16" y="38"/>
                    </a:cubicBezTo>
                    <a:cubicBezTo>
                      <a:pt x="17" y="37"/>
                      <a:pt x="18" y="35"/>
                      <a:pt x="20" y="34"/>
                    </a:cubicBezTo>
                    <a:cubicBezTo>
                      <a:pt x="20" y="34"/>
                      <a:pt x="22" y="33"/>
                      <a:pt x="22" y="32"/>
                    </a:cubicBezTo>
                    <a:cubicBezTo>
                      <a:pt x="23" y="32"/>
                      <a:pt x="24" y="31"/>
                      <a:pt x="24" y="30"/>
                    </a:cubicBezTo>
                    <a:cubicBezTo>
                      <a:pt x="26" y="29"/>
                      <a:pt x="27" y="29"/>
                      <a:pt x="28" y="28"/>
                    </a:cubicBezTo>
                    <a:cubicBezTo>
                      <a:pt x="30" y="27"/>
                      <a:pt x="33" y="27"/>
                      <a:pt x="35" y="26"/>
                    </a:cubicBezTo>
                    <a:cubicBezTo>
                      <a:pt x="36" y="25"/>
                      <a:pt x="37" y="24"/>
                      <a:pt x="37" y="23"/>
                    </a:cubicBezTo>
                    <a:cubicBezTo>
                      <a:pt x="38" y="22"/>
                      <a:pt x="39" y="21"/>
                      <a:pt x="40" y="20"/>
                    </a:cubicBezTo>
                    <a:cubicBezTo>
                      <a:pt x="41" y="18"/>
                      <a:pt x="41" y="17"/>
                      <a:pt x="43" y="15"/>
                    </a:cubicBezTo>
                    <a:cubicBezTo>
                      <a:pt x="44" y="13"/>
                      <a:pt x="46" y="12"/>
                      <a:pt x="48" y="11"/>
                    </a:cubicBezTo>
                    <a:cubicBezTo>
                      <a:pt x="49" y="10"/>
                      <a:pt x="51" y="10"/>
                      <a:pt x="53" y="9"/>
                    </a:cubicBezTo>
                    <a:cubicBezTo>
                      <a:pt x="55" y="8"/>
                      <a:pt x="56" y="8"/>
                      <a:pt x="58" y="8"/>
                    </a:cubicBezTo>
                    <a:cubicBezTo>
                      <a:pt x="60" y="7"/>
                      <a:pt x="64" y="5"/>
                      <a:pt x="64" y="2"/>
                    </a:cubicBezTo>
                    <a:cubicBezTo>
                      <a:pt x="60" y="1"/>
                      <a:pt x="56" y="0"/>
                      <a:pt x="52" y="1"/>
                    </a:cubicBezTo>
                    <a:cubicBezTo>
                      <a:pt x="49" y="1"/>
                      <a:pt x="47" y="2"/>
                      <a:pt x="43" y="2"/>
                    </a:cubicBezTo>
                    <a:cubicBezTo>
                      <a:pt x="40" y="2"/>
                      <a:pt x="36" y="2"/>
                      <a:pt x="32" y="2"/>
                    </a:cubicBezTo>
                    <a:cubicBezTo>
                      <a:pt x="30" y="2"/>
                      <a:pt x="27" y="1"/>
                      <a:pt x="24" y="3"/>
                    </a:cubicBezTo>
                    <a:cubicBezTo>
                      <a:pt x="22" y="4"/>
                      <a:pt x="20" y="7"/>
                      <a:pt x="19" y="9"/>
                    </a:cubicBezTo>
                    <a:cubicBezTo>
                      <a:pt x="17" y="12"/>
                      <a:pt x="15" y="15"/>
                      <a:pt x="14" y="18"/>
                    </a:cubicBezTo>
                    <a:cubicBezTo>
                      <a:pt x="13" y="19"/>
                      <a:pt x="12" y="21"/>
                      <a:pt x="12" y="23"/>
                    </a:cubicBezTo>
                    <a:cubicBezTo>
                      <a:pt x="12" y="24"/>
                      <a:pt x="12" y="25"/>
                      <a:pt x="12" y="27"/>
                    </a:cubicBezTo>
                    <a:cubicBezTo>
                      <a:pt x="12" y="31"/>
                      <a:pt x="9" y="34"/>
                      <a:pt x="7" y="37"/>
                    </a:cubicBezTo>
                    <a:cubicBezTo>
                      <a:pt x="5" y="40"/>
                      <a:pt x="4" y="43"/>
                      <a:pt x="2" y="46"/>
                    </a:cubicBezTo>
                    <a:cubicBezTo>
                      <a:pt x="2" y="47"/>
                      <a:pt x="0" y="49"/>
                      <a:pt x="1" y="4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1" name="Freeform 3632">
                <a:extLst>
                  <a:ext uri="{FF2B5EF4-FFF2-40B4-BE49-F238E27FC236}">
                    <a16:creationId xmlns:a16="http://schemas.microsoft.com/office/drawing/2014/main" id="{44F75347-5833-4594-88DD-53084768D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9" y="387"/>
                <a:ext cx="7" cy="7"/>
              </a:xfrm>
              <a:custGeom>
                <a:avLst/>
                <a:gdLst>
                  <a:gd name="T0" fmla="*/ 2 w 17"/>
                  <a:gd name="T1" fmla="*/ 11 h 18"/>
                  <a:gd name="T2" fmla="*/ 3 w 17"/>
                  <a:gd name="T3" fmla="*/ 13 h 18"/>
                  <a:gd name="T4" fmla="*/ 4 w 17"/>
                  <a:gd name="T5" fmla="*/ 14 h 18"/>
                  <a:gd name="T6" fmla="*/ 5 w 17"/>
                  <a:gd name="T7" fmla="*/ 15 h 18"/>
                  <a:gd name="T8" fmla="*/ 8 w 17"/>
                  <a:gd name="T9" fmla="*/ 17 h 18"/>
                  <a:gd name="T10" fmla="*/ 10 w 17"/>
                  <a:gd name="T11" fmla="*/ 18 h 18"/>
                  <a:gd name="T12" fmla="*/ 13 w 17"/>
                  <a:gd name="T13" fmla="*/ 17 h 18"/>
                  <a:gd name="T14" fmla="*/ 15 w 17"/>
                  <a:gd name="T15" fmla="*/ 16 h 18"/>
                  <a:gd name="T16" fmla="*/ 16 w 17"/>
                  <a:gd name="T17" fmla="*/ 14 h 18"/>
                  <a:gd name="T18" fmla="*/ 16 w 17"/>
                  <a:gd name="T19" fmla="*/ 12 h 18"/>
                  <a:gd name="T20" fmla="*/ 16 w 17"/>
                  <a:gd name="T21" fmla="*/ 9 h 18"/>
                  <a:gd name="T22" fmla="*/ 14 w 17"/>
                  <a:gd name="T23" fmla="*/ 2 h 18"/>
                  <a:gd name="T24" fmla="*/ 8 w 17"/>
                  <a:gd name="T25" fmla="*/ 0 h 18"/>
                  <a:gd name="T26" fmla="*/ 3 w 17"/>
                  <a:gd name="T27" fmla="*/ 1 h 18"/>
                  <a:gd name="T28" fmla="*/ 1 w 17"/>
                  <a:gd name="T29" fmla="*/ 4 h 18"/>
                  <a:gd name="T30" fmla="*/ 1 w 17"/>
                  <a:gd name="T31" fmla="*/ 8 h 18"/>
                  <a:gd name="T32" fmla="*/ 1 w 17"/>
                  <a:gd name="T33" fmla="*/ 10 h 18"/>
                  <a:gd name="T34" fmla="*/ 2 w 17"/>
                  <a:gd name="T35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18">
                    <a:moveTo>
                      <a:pt x="2" y="11"/>
                    </a:moveTo>
                    <a:cubicBezTo>
                      <a:pt x="3" y="12"/>
                      <a:pt x="3" y="12"/>
                      <a:pt x="3" y="13"/>
                    </a:cubicBezTo>
                    <a:cubicBezTo>
                      <a:pt x="3" y="13"/>
                      <a:pt x="4" y="13"/>
                      <a:pt x="4" y="14"/>
                    </a:cubicBezTo>
                    <a:cubicBezTo>
                      <a:pt x="5" y="14"/>
                      <a:pt x="5" y="15"/>
                      <a:pt x="5" y="15"/>
                    </a:cubicBezTo>
                    <a:cubicBezTo>
                      <a:pt x="6" y="16"/>
                      <a:pt x="7" y="17"/>
                      <a:pt x="8" y="17"/>
                    </a:cubicBezTo>
                    <a:cubicBezTo>
                      <a:pt x="9" y="18"/>
                      <a:pt x="9" y="18"/>
                      <a:pt x="10" y="18"/>
                    </a:cubicBezTo>
                    <a:cubicBezTo>
                      <a:pt x="11" y="18"/>
                      <a:pt x="12" y="18"/>
                      <a:pt x="13" y="17"/>
                    </a:cubicBezTo>
                    <a:cubicBezTo>
                      <a:pt x="13" y="17"/>
                      <a:pt x="14" y="17"/>
                      <a:pt x="15" y="16"/>
                    </a:cubicBezTo>
                    <a:cubicBezTo>
                      <a:pt x="15" y="16"/>
                      <a:pt x="15" y="15"/>
                      <a:pt x="16" y="14"/>
                    </a:cubicBezTo>
                    <a:cubicBezTo>
                      <a:pt x="16" y="14"/>
                      <a:pt x="16" y="13"/>
                      <a:pt x="16" y="12"/>
                    </a:cubicBezTo>
                    <a:cubicBezTo>
                      <a:pt x="17" y="11"/>
                      <a:pt x="17" y="10"/>
                      <a:pt x="16" y="9"/>
                    </a:cubicBezTo>
                    <a:cubicBezTo>
                      <a:pt x="16" y="7"/>
                      <a:pt x="16" y="4"/>
                      <a:pt x="14" y="2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3" y="2"/>
                      <a:pt x="2" y="3"/>
                      <a:pt x="1" y="4"/>
                    </a:cubicBezTo>
                    <a:cubicBezTo>
                      <a:pt x="0" y="5"/>
                      <a:pt x="1" y="7"/>
                      <a:pt x="1" y="8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1" y="10"/>
                      <a:pt x="2" y="11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2" name="Freeform 3633">
                <a:extLst>
                  <a:ext uri="{FF2B5EF4-FFF2-40B4-BE49-F238E27FC236}">
                    <a16:creationId xmlns:a16="http://schemas.microsoft.com/office/drawing/2014/main" id="{BDF071EF-71B7-4A5A-B2F5-75B38AF84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8" y="385"/>
                <a:ext cx="4" cy="6"/>
              </a:xfrm>
              <a:custGeom>
                <a:avLst/>
                <a:gdLst>
                  <a:gd name="T0" fmla="*/ 1 w 11"/>
                  <a:gd name="T1" fmla="*/ 6 h 16"/>
                  <a:gd name="T2" fmla="*/ 2 w 11"/>
                  <a:gd name="T3" fmla="*/ 8 h 16"/>
                  <a:gd name="T4" fmla="*/ 4 w 11"/>
                  <a:gd name="T5" fmla="*/ 10 h 16"/>
                  <a:gd name="T6" fmla="*/ 5 w 11"/>
                  <a:gd name="T7" fmla="*/ 12 h 16"/>
                  <a:gd name="T8" fmla="*/ 8 w 11"/>
                  <a:gd name="T9" fmla="*/ 15 h 16"/>
                  <a:gd name="T10" fmla="*/ 9 w 11"/>
                  <a:gd name="T11" fmla="*/ 16 h 16"/>
                  <a:gd name="T12" fmla="*/ 11 w 11"/>
                  <a:gd name="T13" fmla="*/ 15 h 16"/>
                  <a:gd name="T14" fmla="*/ 11 w 11"/>
                  <a:gd name="T15" fmla="*/ 10 h 16"/>
                  <a:gd name="T16" fmla="*/ 11 w 11"/>
                  <a:gd name="T17" fmla="*/ 6 h 16"/>
                  <a:gd name="T18" fmla="*/ 10 w 11"/>
                  <a:gd name="T19" fmla="*/ 3 h 16"/>
                  <a:gd name="T20" fmla="*/ 8 w 11"/>
                  <a:gd name="T21" fmla="*/ 1 h 16"/>
                  <a:gd name="T22" fmla="*/ 6 w 11"/>
                  <a:gd name="T23" fmla="*/ 0 h 16"/>
                  <a:gd name="T24" fmla="*/ 4 w 11"/>
                  <a:gd name="T25" fmla="*/ 0 h 16"/>
                  <a:gd name="T26" fmla="*/ 1 w 11"/>
                  <a:gd name="T27" fmla="*/ 1 h 16"/>
                  <a:gd name="T28" fmla="*/ 0 w 11"/>
                  <a:gd name="T29" fmla="*/ 4 h 16"/>
                  <a:gd name="T30" fmla="*/ 1 w 11"/>
                  <a:gd name="T3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6">
                    <a:moveTo>
                      <a:pt x="1" y="6"/>
                    </a:moveTo>
                    <a:cubicBezTo>
                      <a:pt x="1" y="7"/>
                      <a:pt x="1" y="7"/>
                      <a:pt x="2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11"/>
                      <a:pt x="4" y="11"/>
                      <a:pt x="5" y="12"/>
                    </a:cubicBezTo>
                    <a:cubicBezTo>
                      <a:pt x="5" y="13"/>
                      <a:pt x="7" y="14"/>
                      <a:pt x="8" y="15"/>
                    </a:cubicBezTo>
                    <a:cubicBezTo>
                      <a:pt x="8" y="15"/>
                      <a:pt x="8" y="16"/>
                      <a:pt x="9" y="16"/>
                    </a:cubicBezTo>
                    <a:cubicBezTo>
                      <a:pt x="10" y="16"/>
                      <a:pt x="10" y="15"/>
                      <a:pt x="11" y="15"/>
                    </a:cubicBezTo>
                    <a:cubicBezTo>
                      <a:pt x="11" y="13"/>
                      <a:pt x="11" y="12"/>
                      <a:pt x="11" y="10"/>
                    </a:cubicBezTo>
                    <a:cubicBezTo>
                      <a:pt x="11" y="9"/>
                      <a:pt x="11" y="8"/>
                      <a:pt x="11" y="6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5"/>
                      <a:pt x="1" y="5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3" name="Freeform 3634">
                <a:extLst>
                  <a:ext uri="{FF2B5EF4-FFF2-40B4-BE49-F238E27FC236}">
                    <a16:creationId xmlns:a16="http://schemas.microsoft.com/office/drawing/2014/main" id="{019E0B98-C17E-4CDE-AE7B-C24101E95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80"/>
                <a:ext cx="6" cy="11"/>
              </a:xfrm>
              <a:custGeom>
                <a:avLst/>
                <a:gdLst>
                  <a:gd name="T0" fmla="*/ 6 w 15"/>
                  <a:gd name="T1" fmla="*/ 5 h 26"/>
                  <a:gd name="T2" fmla="*/ 1 w 15"/>
                  <a:gd name="T3" fmla="*/ 1 h 26"/>
                  <a:gd name="T4" fmla="*/ 0 w 15"/>
                  <a:gd name="T5" fmla="*/ 2 h 26"/>
                  <a:gd name="T6" fmla="*/ 1 w 15"/>
                  <a:gd name="T7" fmla="*/ 5 h 26"/>
                  <a:gd name="T8" fmla="*/ 2 w 15"/>
                  <a:gd name="T9" fmla="*/ 7 h 26"/>
                  <a:gd name="T10" fmla="*/ 3 w 15"/>
                  <a:gd name="T11" fmla="*/ 9 h 26"/>
                  <a:gd name="T12" fmla="*/ 6 w 15"/>
                  <a:gd name="T13" fmla="*/ 15 h 26"/>
                  <a:gd name="T14" fmla="*/ 7 w 15"/>
                  <a:gd name="T15" fmla="*/ 21 h 26"/>
                  <a:gd name="T16" fmla="*/ 10 w 15"/>
                  <a:gd name="T17" fmla="*/ 26 h 26"/>
                  <a:gd name="T18" fmla="*/ 13 w 15"/>
                  <a:gd name="T19" fmla="*/ 24 h 26"/>
                  <a:gd name="T20" fmla="*/ 14 w 15"/>
                  <a:gd name="T21" fmla="*/ 19 h 26"/>
                  <a:gd name="T22" fmla="*/ 10 w 15"/>
                  <a:gd name="T23" fmla="*/ 10 h 26"/>
                  <a:gd name="T24" fmla="*/ 6 w 15"/>
                  <a:gd name="T25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26">
                    <a:moveTo>
                      <a:pt x="6" y="5"/>
                    </a:moveTo>
                    <a:cubicBezTo>
                      <a:pt x="5" y="3"/>
                      <a:pt x="4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8"/>
                      <a:pt x="3" y="9"/>
                      <a:pt x="3" y="9"/>
                    </a:cubicBezTo>
                    <a:cubicBezTo>
                      <a:pt x="4" y="9"/>
                      <a:pt x="6" y="14"/>
                      <a:pt x="6" y="15"/>
                    </a:cubicBezTo>
                    <a:cubicBezTo>
                      <a:pt x="7" y="17"/>
                      <a:pt x="7" y="19"/>
                      <a:pt x="7" y="21"/>
                    </a:cubicBezTo>
                    <a:cubicBezTo>
                      <a:pt x="7" y="24"/>
                      <a:pt x="7" y="26"/>
                      <a:pt x="10" y="26"/>
                    </a:cubicBezTo>
                    <a:cubicBezTo>
                      <a:pt x="12" y="26"/>
                      <a:pt x="13" y="26"/>
                      <a:pt x="13" y="24"/>
                    </a:cubicBezTo>
                    <a:cubicBezTo>
                      <a:pt x="13" y="22"/>
                      <a:pt x="13" y="20"/>
                      <a:pt x="14" y="19"/>
                    </a:cubicBezTo>
                    <a:cubicBezTo>
                      <a:pt x="15" y="15"/>
                      <a:pt x="13" y="13"/>
                      <a:pt x="10" y="10"/>
                    </a:cubicBezTo>
                    <a:cubicBezTo>
                      <a:pt x="9" y="8"/>
                      <a:pt x="8" y="7"/>
                      <a:pt x="6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4" name="Freeform 3635">
                <a:extLst>
                  <a:ext uri="{FF2B5EF4-FFF2-40B4-BE49-F238E27FC236}">
                    <a16:creationId xmlns:a16="http://schemas.microsoft.com/office/drawing/2014/main" id="{CCEBEF2E-8847-4B9C-951E-F908BC4AB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97"/>
                <a:ext cx="3" cy="4"/>
              </a:xfrm>
              <a:custGeom>
                <a:avLst/>
                <a:gdLst>
                  <a:gd name="T0" fmla="*/ 2 w 7"/>
                  <a:gd name="T1" fmla="*/ 1 h 9"/>
                  <a:gd name="T2" fmla="*/ 5 w 7"/>
                  <a:gd name="T3" fmla="*/ 6 h 9"/>
                  <a:gd name="T4" fmla="*/ 6 w 7"/>
                  <a:gd name="T5" fmla="*/ 2 h 9"/>
                  <a:gd name="T6" fmla="*/ 2 w 7"/>
                  <a:gd name="T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2" y="1"/>
                    </a:moveTo>
                    <a:cubicBezTo>
                      <a:pt x="0" y="3"/>
                      <a:pt x="2" y="9"/>
                      <a:pt x="5" y="6"/>
                    </a:cubicBezTo>
                    <a:cubicBezTo>
                      <a:pt x="6" y="5"/>
                      <a:pt x="7" y="4"/>
                      <a:pt x="6" y="2"/>
                    </a:cubicBezTo>
                    <a:cubicBezTo>
                      <a:pt x="5" y="1"/>
                      <a:pt x="4" y="0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5" name="Freeform 3636">
                <a:extLst>
                  <a:ext uri="{FF2B5EF4-FFF2-40B4-BE49-F238E27FC236}">
                    <a16:creationId xmlns:a16="http://schemas.microsoft.com/office/drawing/2014/main" id="{24979830-58DD-479E-852E-9DC80132D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574"/>
                <a:ext cx="3" cy="3"/>
              </a:xfrm>
              <a:custGeom>
                <a:avLst/>
                <a:gdLst>
                  <a:gd name="T0" fmla="*/ 1 w 7"/>
                  <a:gd name="T1" fmla="*/ 2 h 7"/>
                  <a:gd name="T2" fmla="*/ 2 w 7"/>
                  <a:gd name="T3" fmla="*/ 5 h 7"/>
                  <a:gd name="T4" fmla="*/ 5 w 7"/>
                  <a:gd name="T5" fmla="*/ 7 h 7"/>
                  <a:gd name="T6" fmla="*/ 6 w 7"/>
                  <a:gd name="T7" fmla="*/ 2 h 7"/>
                  <a:gd name="T8" fmla="*/ 5 w 7"/>
                  <a:gd name="T9" fmla="*/ 2 h 7"/>
                  <a:gd name="T10" fmla="*/ 1 w 7"/>
                  <a:gd name="T1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7" y="6"/>
                      <a:pt x="6" y="3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2" y="0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6" name="Freeform 3637">
                <a:extLst>
                  <a:ext uri="{FF2B5EF4-FFF2-40B4-BE49-F238E27FC236}">
                    <a16:creationId xmlns:a16="http://schemas.microsoft.com/office/drawing/2014/main" id="{BC3EB010-D93E-4421-A38A-9710A483B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77"/>
                <a:ext cx="5" cy="3"/>
              </a:xfrm>
              <a:custGeom>
                <a:avLst/>
                <a:gdLst>
                  <a:gd name="T0" fmla="*/ 9 w 13"/>
                  <a:gd name="T1" fmla="*/ 1 h 6"/>
                  <a:gd name="T2" fmla="*/ 6 w 13"/>
                  <a:gd name="T3" fmla="*/ 1 h 6"/>
                  <a:gd name="T4" fmla="*/ 4 w 13"/>
                  <a:gd name="T5" fmla="*/ 0 h 6"/>
                  <a:gd name="T6" fmla="*/ 0 w 13"/>
                  <a:gd name="T7" fmla="*/ 3 h 6"/>
                  <a:gd name="T8" fmla="*/ 6 w 13"/>
                  <a:gd name="T9" fmla="*/ 6 h 6"/>
                  <a:gd name="T10" fmla="*/ 10 w 13"/>
                  <a:gd name="T11" fmla="*/ 5 h 6"/>
                  <a:gd name="T12" fmla="*/ 13 w 13"/>
                  <a:gd name="T13" fmla="*/ 3 h 6"/>
                  <a:gd name="T14" fmla="*/ 9 w 13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">
                    <a:moveTo>
                      <a:pt x="9" y="1"/>
                    </a:moveTo>
                    <a:cubicBezTo>
                      <a:pt x="8" y="1"/>
                      <a:pt x="7" y="1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  <a:cubicBezTo>
                      <a:pt x="2" y="0"/>
                      <a:pt x="1" y="1"/>
                      <a:pt x="0" y="3"/>
                    </a:cubicBezTo>
                    <a:cubicBezTo>
                      <a:pt x="1" y="5"/>
                      <a:pt x="3" y="6"/>
                      <a:pt x="6" y="6"/>
                    </a:cubicBezTo>
                    <a:cubicBezTo>
                      <a:pt x="7" y="6"/>
                      <a:pt x="9" y="6"/>
                      <a:pt x="10" y="5"/>
                    </a:cubicBezTo>
                    <a:cubicBezTo>
                      <a:pt x="12" y="5"/>
                      <a:pt x="13" y="4"/>
                      <a:pt x="13" y="3"/>
                    </a:cubicBezTo>
                    <a:cubicBezTo>
                      <a:pt x="13" y="1"/>
                      <a:pt x="10" y="1"/>
                      <a:pt x="9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7" name="Freeform 3638">
                <a:extLst>
                  <a:ext uri="{FF2B5EF4-FFF2-40B4-BE49-F238E27FC236}">
                    <a16:creationId xmlns:a16="http://schemas.microsoft.com/office/drawing/2014/main" id="{025C8569-C90C-4D00-9CCF-48CC20F34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580"/>
                <a:ext cx="7" cy="7"/>
              </a:xfrm>
              <a:custGeom>
                <a:avLst/>
                <a:gdLst>
                  <a:gd name="T0" fmla="*/ 8 w 16"/>
                  <a:gd name="T1" fmla="*/ 2 h 18"/>
                  <a:gd name="T2" fmla="*/ 5 w 16"/>
                  <a:gd name="T3" fmla="*/ 2 h 18"/>
                  <a:gd name="T4" fmla="*/ 3 w 16"/>
                  <a:gd name="T5" fmla="*/ 0 h 18"/>
                  <a:gd name="T6" fmla="*/ 1 w 16"/>
                  <a:gd name="T7" fmla="*/ 0 h 18"/>
                  <a:gd name="T8" fmla="*/ 1 w 16"/>
                  <a:gd name="T9" fmla="*/ 5 h 18"/>
                  <a:gd name="T10" fmla="*/ 1 w 16"/>
                  <a:gd name="T11" fmla="*/ 11 h 18"/>
                  <a:gd name="T12" fmla="*/ 11 w 16"/>
                  <a:gd name="T13" fmla="*/ 3 h 18"/>
                  <a:gd name="T14" fmla="*/ 8 w 16"/>
                  <a:gd name="T1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8">
                    <a:moveTo>
                      <a:pt x="8" y="2"/>
                    </a:moveTo>
                    <a:cubicBezTo>
                      <a:pt x="7" y="2"/>
                      <a:pt x="6" y="3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1" y="5"/>
                    </a:cubicBezTo>
                    <a:cubicBezTo>
                      <a:pt x="1" y="7"/>
                      <a:pt x="0" y="9"/>
                      <a:pt x="1" y="11"/>
                    </a:cubicBezTo>
                    <a:cubicBezTo>
                      <a:pt x="5" y="18"/>
                      <a:pt x="16" y="7"/>
                      <a:pt x="11" y="3"/>
                    </a:cubicBezTo>
                    <a:cubicBezTo>
                      <a:pt x="10" y="3"/>
                      <a:pt x="9" y="2"/>
                      <a:pt x="8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8" name="Freeform 3639">
                <a:extLst>
                  <a:ext uri="{FF2B5EF4-FFF2-40B4-BE49-F238E27FC236}">
                    <a16:creationId xmlns:a16="http://schemas.microsoft.com/office/drawing/2014/main" id="{082DC518-1B4F-4B26-8E47-F23F44859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558"/>
                <a:ext cx="10" cy="5"/>
              </a:xfrm>
              <a:custGeom>
                <a:avLst/>
                <a:gdLst>
                  <a:gd name="T0" fmla="*/ 6 w 25"/>
                  <a:gd name="T1" fmla="*/ 4 h 13"/>
                  <a:gd name="T2" fmla="*/ 7 w 25"/>
                  <a:gd name="T3" fmla="*/ 6 h 13"/>
                  <a:gd name="T4" fmla="*/ 9 w 25"/>
                  <a:gd name="T5" fmla="*/ 7 h 13"/>
                  <a:gd name="T6" fmla="*/ 10 w 25"/>
                  <a:gd name="T7" fmla="*/ 8 h 13"/>
                  <a:gd name="T8" fmla="*/ 12 w 25"/>
                  <a:gd name="T9" fmla="*/ 8 h 13"/>
                  <a:gd name="T10" fmla="*/ 16 w 25"/>
                  <a:gd name="T11" fmla="*/ 10 h 13"/>
                  <a:gd name="T12" fmla="*/ 17 w 25"/>
                  <a:gd name="T13" fmla="*/ 12 h 13"/>
                  <a:gd name="T14" fmla="*/ 23 w 25"/>
                  <a:gd name="T15" fmla="*/ 13 h 13"/>
                  <a:gd name="T16" fmla="*/ 23 w 25"/>
                  <a:gd name="T17" fmla="*/ 8 h 13"/>
                  <a:gd name="T18" fmla="*/ 19 w 25"/>
                  <a:gd name="T19" fmla="*/ 7 h 13"/>
                  <a:gd name="T20" fmla="*/ 17 w 25"/>
                  <a:gd name="T21" fmla="*/ 5 h 13"/>
                  <a:gd name="T22" fmla="*/ 15 w 25"/>
                  <a:gd name="T23" fmla="*/ 4 h 13"/>
                  <a:gd name="T24" fmla="*/ 10 w 25"/>
                  <a:gd name="T25" fmla="*/ 3 h 13"/>
                  <a:gd name="T26" fmla="*/ 4 w 25"/>
                  <a:gd name="T27" fmla="*/ 0 h 13"/>
                  <a:gd name="T28" fmla="*/ 2 w 25"/>
                  <a:gd name="T29" fmla="*/ 2 h 13"/>
                  <a:gd name="T30" fmla="*/ 6 w 25"/>
                  <a:gd name="T3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13">
                    <a:moveTo>
                      <a:pt x="6" y="4"/>
                    </a:moveTo>
                    <a:cubicBezTo>
                      <a:pt x="6" y="5"/>
                      <a:pt x="6" y="5"/>
                      <a:pt x="7" y="6"/>
                    </a:cubicBezTo>
                    <a:cubicBezTo>
                      <a:pt x="7" y="6"/>
                      <a:pt x="8" y="7"/>
                      <a:pt x="9" y="7"/>
                    </a:cubicBezTo>
                    <a:cubicBezTo>
                      <a:pt x="9" y="7"/>
                      <a:pt x="10" y="8"/>
                      <a:pt x="10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3" y="9"/>
                      <a:pt x="15" y="9"/>
                      <a:pt x="16" y="10"/>
                    </a:cubicBezTo>
                    <a:cubicBezTo>
                      <a:pt x="16" y="10"/>
                      <a:pt x="17" y="11"/>
                      <a:pt x="17" y="12"/>
                    </a:cubicBezTo>
                    <a:cubicBezTo>
                      <a:pt x="18" y="13"/>
                      <a:pt x="22" y="13"/>
                      <a:pt x="23" y="13"/>
                    </a:cubicBezTo>
                    <a:cubicBezTo>
                      <a:pt x="24" y="12"/>
                      <a:pt x="25" y="9"/>
                      <a:pt x="23" y="8"/>
                    </a:cubicBezTo>
                    <a:cubicBezTo>
                      <a:pt x="22" y="7"/>
                      <a:pt x="20" y="8"/>
                      <a:pt x="19" y="7"/>
                    </a:cubicBezTo>
                    <a:cubicBezTo>
                      <a:pt x="18" y="7"/>
                      <a:pt x="18" y="6"/>
                      <a:pt x="17" y="5"/>
                    </a:cubicBezTo>
                    <a:cubicBezTo>
                      <a:pt x="17" y="5"/>
                      <a:pt x="16" y="4"/>
                      <a:pt x="15" y="4"/>
                    </a:cubicBezTo>
                    <a:cubicBezTo>
                      <a:pt x="13" y="3"/>
                      <a:pt x="12" y="3"/>
                      <a:pt x="10" y="3"/>
                    </a:cubicBezTo>
                    <a:cubicBezTo>
                      <a:pt x="8" y="3"/>
                      <a:pt x="6" y="1"/>
                      <a:pt x="4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3" y="3"/>
                      <a:pt x="5" y="3"/>
                      <a:pt x="6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9" name="Freeform 3640">
                <a:extLst>
                  <a:ext uri="{FF2B5EF4-FFF2-40B4-BE49-F238E27FC236}">
                    <a16:creationId xmlns:a16="http://schemas.microsoft.com/office/drawing/2014/main" id="{23849CB0-A8B4-4C9A-87C4-E392606C0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530"/>
                <a:ext cx="7" cy="6"/>
              </a:xfrm>
              <a:custGeom>
                <a:avLst/>
                <a:gdLst>
                  <a:gd name="T0" fmla="*/ 13 w 16"/>
                  <a:gd name="T1" fmla="*/ 6 h 14"/>
                  <a:gd name="T2" fmla="*/ 13 w 16"/>
                  <a:gd name="T3" fmla="*/ 2 h 14"/>
                  <a:gd name="T4" fmla="*/ 9 w 16"/>
                  <a:gd name="T5" fmla="*/ 0 h 14"/>
                  <a:gd name="T6" fmla="*/ 7 w 16"/>
                  <a:gd name="T7" fmla="*/ 7 h 14"/>
                  <a:gd name="T8" fmla="*/ 1 w 16"/>
                  <a:gd name="T9" fmla="*/ 7 h 14"/>
                  <a:gd name="T10" fmla="*/ 3 w 16"/>
                  <a:gd name="T11" fmla="*/ 11 h 14"/>
                  <a:gd name="T12" fmla="*/ 8 w 16"/>
                  <a:gd name="T13" fmla="*/ 13 h 14"/>
                  <a:gd name="T14" fmla="*/ 11 w 16"/>
                  <a:gd name="T15" fmla="*/ 14 h 14"/>
                  <a:gd name="T16" fmla="*/ 16 w 16"/>
                  <a:gd name="T17" fmla="*/ 10 h 14"/>
                  <a:gd name="T18" fmla="*/ 13 w 16"/>
                  <a:gd name="T1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13" y="6"/>
                    </a:moveTo>
                    <a:cubicBezTo>
                      <a:pt x="12" y="5"/>
                      <a:pt x="13" y="4"/>
                      <a:pt x="13" y="2"/>
                    </a:cubicBezTo>
                    <a:cubicBezTo>
                      <a:pt x="13" y="1"/>
                      <a:pt x="11" y="0"/>
                      <a:pt x="9" y="0"/>
                    </a:cubicBezTo>
                    <a:cubicBezTo>
                      <a:pt x="6" y="1"/>
                      <a:pt x="9" y="5"/>
                      <a:pt x="7" y="7"/>
                    </a:cubicBezTo>
                    <a:cubicBezTo>
                      <a:pt x="5" y="8"/>
                      <a:pt x="2" y="6"/>
                      <a:pt x="1" y="7"/>
                    </a:cubicBezTo>
                    <a:cubicBezTo>
                      <a:pt x="0" y="9"/>
                      <a:pt x="2" y="11"/>
                      <a:pt x="3" y="11"/>
                    </a:cubicBezTo>
                    <a:cubicBezTo>
                      <a:pt x="5" y="12"/>
                      <a:pt x="6" y="12"/>
                      <a:pt x="8" y="13"/>
                    </a:cubicBezTo>
                    <a:cubicBezTo>
                      <a:pt x="9" y="14"/>
                      <a:pt x="9" y="14"/>
                      <a:pt x="11" y="14"/>
                    </a:cubicBezTo>
                    <a:cubicBezTo>
                      <a:pt x="13" y="14"/>
                      <a:pt x="16" y="13"/>
                      <a:pt x="16" y="10"/>
                    </a:cubicBezTo>
                    <a:cubicBezTo>
                      <a:pt x="15" y="9"/>
                      <a:pt x="13" y="8"/>
                      <a:pt x="13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0" name="Freeform 3641">
                <a:extLst>
                  <a:ext uri="{FF2B5EF4-FFF2-40B4-BE49-F238E27FC236}">
                    <a16:creationId xmlns:a16="http://schemas.microsoft.com/office/drawing/2014/main" id="{155C9829-FE7F-4643-8D6B-463AACD98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537"/>
                <a:ext cx="4" cy="3"/>
              </a:xfrm>
              <a:custGeom>
                <a:avLst/>
                <a:gdLst>
                  <a:gd name="T0" fmla="*/ 1 w 10"/>
                  <a:gd name="T1" fmla="*/ 4 h 8"/>
                  <a:gd name="T2" fmla="*/ 8 w 10"/>
                  <a:gd name="T3" fmla="*/ 5 h 8"/>
                  <a:gd name="T4" fmla="*/ 1 w 10"/>
                  <a:gd name="T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" y="4"/>
                    </a:moveTo>
                    <a:cubicBezTo>
                      <a:pt x="0" y="8"/>
                      <a:pt x="6" y="8"/>
                      <a:pt x="8" y="5"/>
                    </a:cubicBezTo>
                    <a:cubicBezTo>
                      <a:pt x="10" y="2"/>
                      <a:pt x="2" y="0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1" name="Freeform 3642">
                <a:extLst>
                  <a:ext uri="{FF2B5EF4-FFF2-40B4-BE49-F238E27FC236}">
                    <a16:creationId xmlns:a16="http://schemas.microsoft.com/office/drawing/2014/main" id="{6C249AC4-929A-45D2-8370-DF9BAC353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36"/>
                <a:ext cx="8" cy="9"/>
              </a:xfrm>
              <a:custGeom>
                <a:avLst/>
                <a:gdLst>
                  <a:gd name="T0" fmla="*/ 1 w 19"/>
                  <a:gd name="T1" fmla="*/ 3 h 21"/>
                  <a:gd name="T2" fmla="*/ 2 w 19"/>
                  <a:gd name="T3" fmla="*/ 7 h 21"/>
                  <a:gd name="T4" fmla="*/ 7 w 19"/>
                  <a:gd name="T5" fmla="*/ 9 h 21"/>
                  <a:gd name="T6" fmla="*/ 19 w 19"/>
                  <a:gd name="T7" fmla="*/ 17 h 21"/>
                  <a:gd name="T8" fmla="*/ 16 w 19"/>
                  <a:gd name="T9" fmla="*/ 12 h 21"/>
                  <a:gd name="T10" fmla="*/ 15 w 19"/>
                  <a:gd name="T11" fmla="*/ 8 h 21"/>
                  <a:gd name="T12" fmla="*/ 13 w 19"/>
                  <a:gd name="T13" fmla="*/ 4 h 21"/>
                  <a:gd name="T14" fmla="*/ 8 w 19"/>
                  <a:gd name="T15" fmla="*/ 2 h 21"/>
                  <a:gd name="T16" fmla="*/ 4 w 19"/>
                  <a:gd name="T17" fmla="*/ 1 h 21"/>
                  <a:gd name="T18" fmla="*/ 1 w 19"/>
                  <a:gd name="T19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1">
                    <a:moveTo>
                      <a:pt x="1" y="3"/>
                    </a:moveTo>
                    <a:cubicBezTo>
                      <a:pt x="0" y="4"/>
                      <a:pt x="1" y="6"/>
                      <a:pt x="2" y="7"/>
                    </a:cubicBezTo>
                    <a:cubicBezTo>
                      <a:pt x="4" y="8"/>
                      <a:pt x="5" y="8"/>
                      <a:pt x="7" y="9"/>
                    </a:cubicBezTo>
                    <a:cubicBezTo>
                      <a:pt x="8" y="10"/>
                      <a:pt x="18" y="21"/>
                      <a:pt x="19" y="17"/>
                    </a:cubicBezTo>
                    <a:cubicBezTo>
                      <a:pt x="19" y="15"/>
                      <a:pt x="17" y="14"/>
                      <a:pt x="16" y="12"/>
                    </a:cubicBezTo>
                    <a:cubicBezTo>
                      <a:pt x="16" y="11"/>
                      <a:pt x="16" y="9"/>
                      <a:pt x="15" y="8"/>
                    </a:cubicBezTo>
                    <a:cubicBezTo>
                      <a:pt x="15" y="6"/>
                      <a:pt x="14" y="4"/>
                      <a:pt x="13" y="4"/>
                    </a:cubicBezTo>
                    <a:cubicBezTo>
                      <a:pt x="11" y="3"/>
                      <a:pt x="10" y="3"/>
                      <a:pt x="8" y="2"/>
                    </a:cubicBezTo>
                    <a:cubicBezTo>
                      <a:pt x="7" y="2"/>
                      <a:pt x="6" y="1"/>
                      <a:pt x="4" y="1"/>
                    </a:cubicBezTo>
                    <a:cubicBezTo>
                      <a:pt x="3" y="0"/>
                      <a:pt x="1" y="1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2" name="Freeform 3643">
                <a:extLst>
                  <a:ext uri="{FF2B5EF4-FFF2-40B4-BE49-F238E27FC236}">
                    <a16:creationId xmlns:a16="http://schemas.microsoft.com/office/drawing/2014/main" id="{40FFEB4B-C68B-4CF5-A94F-96A31AC60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538"/>
                <a:ext cx="14" cy="8"/>
              </a:xfrm>
              <a:custGeom>
                <a:avLst/>
                <a:gdLst>
                  <a:gd name="T0" fmla="*/ 31 w 34"/>
                  <a:gd name="T1" fmla="*/ 8 h 20"/>
                  <a:gd name="T2" fmla="*/ 24 w 34"/>
                  <a:gd name="T3" fmla="*/ 8 h 20"/>
                  <a:gd name="T4" fmla="*/ 17 w 34"/>
                  <a:gd name="T5" fmla="*/ 6 h 20"/>
                  <a:gd name="T6" fmla="*/ 10 w 34"/>
                  <a:gd name="T7" fmla="*/ 2 h 20"/>
                  <a:gd name="T8" fmla="*/ 6 w 34"/>
                  <a:gd name="T9" fmla="*/ 1 h 20"/>
                  <a:gd name="T10" fmla="*/ 3 w 34"/>
                  <a:gd name="T11" fmla="*/ 0 h 20"/>
                  <a:gd name="T12" fmla="*/ 5 w 34"/>
                  <a:gd name="T13" fmla="*/ 4 h 20"/>
                  <a:gd name="T14" fmla="*/ 5 w 34"/>
                  <a:gd name="T15" fmla="*/ 6 h 20"/>
                  <a:gd name="T16" fmla="*/ 12 w 34"/>
                  <a:gd name="T17" fmla="*/ 17 h 20"/>
                  <a:gd name="T18" fmla="*/ 21 w 34"/>
                  <a:gd name="T19" fmla="*/ 18 h 20"/>
                  <a:gd name="T20" fmla="*/ 25 w 34"/>
                  <a:gd name="T21" fmla="*/ 19 h 20"/>
                  <a:gd name="T22" fmla="*/ 30 w 34"/>
                  <a:gd name="T23" fmla="*/ 19 h 20"/>
                  <a:gd name="T24" fmla="*/ 34 w 34"/>
                  <a:gd name="T25" fmla="*/ 18 h 20"/>
                  <a:gd name="T26" fmla="*/ 33 w 34"/>
                  <a:gd name="T27" fmla="*/ 15 h 20"/>
                  <a:gd name="T28" fmla="*/ 31 w 34"/>
                  <a:gd name="T2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20">
                    <a:moveTo>
                      <a:pt x="31" y="8"/>
                    </a:moveTo>
                    <a:cubicBezTo>
                      <a:pt x="29" y="7"/>
                      <a:pt x="26" y="8"/>
                      <a:pt x="24" y="8"/>
                    </a:cubicBezTo>
                    <a:cubicBezTo>
                      <a:pt x="22" y="7"/>
                      <a:pt x="19" y="6"/>
                      <a:pt x="17" y="6"/>
                    </a:cubicBezTo>
                    <a:cubicBezTo>
                      <a:pt x="15" y="5"/>
                      <a:pt x="12" y="3"/>
                      <a:pt x="10" y="2"/>
                    </a:cubicBezTo>
                    <a:cubicBezTo>
                      <a:pt x="9" y="2"/>
                      <a:pt x="7" y="2"/>
                      <a:pt x="6" y="1"/>
                    </a:cubicBezTo>
                    <a:cubicBezTo>
                      <a:pt x="5" y="1"/>
                      <a:pt x="5" y="0"/>
                      <a:pt x="3" y="0"/>
                    </a:cubicBezTo>
                    <a:cubicBezTo>
                      <a:pt x="0" y="0"/>
                      <a:pt x="4" y="3"/>
                      <a:pt x="5" y="4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11"/>
                      <a:pt x="8" y="15"/>
                      <a:pt x="12" y="17"/>
                    </a:cubicBezTo>
                    <a:cubicBezTo>
                      <a:pt x="15" y="18"/>
                      <a:pt x="18" y="18"/>
                      <a:pt x="21" y="18"/>
                    </a:cubicBezTo>
                    <a:cubicBezTo>
                      <a:pt x="22" y="18"/>
                      <a:pt x="23" y="19"/>
                      <a:pt x="25" y="19"/>
                    </a:cubicBezTo>
                    <a:cubicBezTo>
                      <a:pt x="26" y="19"/>
                      <a:pt x="28" y="20"/>
                      <a:pt x="30" y="19"/>
                    </a:cubicBezTo>
                    <a:cubicBezTo>
                      <a:pt x="31" y="19"/>
                      <a:pt x="34" y="19"/>
                      <a:pt x="34" y="18"/>
                    </a:cubicBezTo>
                    <a:cubicBezTo>
                      <a:pt x="34" y="17"/>
                      <a:pt x="33" y="16"/>
                      <a:pt x="33" y="15"/>
                    </a:cubicBezTo>
                    <a:cubicBezTo>
                      <a:pt x="32" y="13"/>
                      <a:pt x="33" y="10"/>
                      <a:pt x="3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3" name="Freeform 3644">
                <a:extLst>
                  <a:ext uri="{FF2B5EF4-FFF2-40B4-BE49-F238E27FC236}">
                    <a16:creationId xmlns:a16="http://schemas.microsoft.com/office/drawing/2014/main" id="{B2FEEB4F-10C3-4B58-8480-1EDAE54C3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529"/>
                <a:ext cx="7" cy="7"/>
              </a:xfrm>
              <a:custGeom>
                <a:avLst/>
                <a:gdLst>
                  <a:gd name="T0" fmla="*/ 2 w 17"/>
                  <a:gd name="T1" fmla="*/ 4 h 18"/>
                  <a:gd name="T2" fmla="*/ 5 w 17"/>
                  <a:gd name="T3" fmla="*/ 7 h 18"/>
                  <a:gd name="T4" fmla="*/ 7 w 17"/>
                  <a:gd name="T5" fmla="*/ 10 h 18"/>
                  <a:gd name="T6" fmla="*/ 9 w 17"/>
                  <a:gd name="T7" fmla="*/ 13 h 18"/>
                  <a:gd name="T8" fmla="*/ 11 w 17"/>
                  <a:gd name="T9" fmla="*/ 16 h 18"/>
                  <a:gd name="T10" fmla="*/ 15 w 17"/>
                  <a:gd name="T11" fmla="*/ 18 h 18"/>
                  <a:gd name="T12" fmla="*/ 15 w 17"/>
                  <a:gd name="T13" fmla="*/ 15 h 18"/>
                  <a:gd name="T14" fmla="*/ 12 w 17"/>
                  <a:gd name="T15" fmla="*/ 12 h 18"/>
                  <a:gd name="T16" fmla="*/ 9 w 17"/>
                  <a:gd name="T17" fmla="*/ 9 h 18"/>
                  <a:gd name="T18" fmla="*/ 6 w 17"/>
                  <a:gd name="T19" fmla="*/ 4 h 18"/>
                  <a:gd name="T20" fmla="*/ 3 w 17"/>
                  <a:gd name="T21" fmla="*/ 1 h 18"/>
                  <a:gd name="T22" fmla="*/ 0 w 17"/>
                  <a:gd name="T23" fmla="*/ 1 h 18"/>
                  <a:gd name="T24" fmla="*/ 2 w 17"/>
                  <a:gd name="T25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8">
                    <a:moveTo>
                      <a:pt x="2" y="4"/>
                    </a:moveTo>
                    <a:cubicBezTo>
                      <a:pt x="3" y="5"/>
                      <a:pt x="4" y="6"/>
                      <a:pt x="5" y="7"/>
                    </a:cubicBezTo>
                    <a:cubicBezTo>
                      <a:pt x="6" y="8"/>
                      <a:pt x="7" y="9"/>
                      <a:pt x="7" y="10"/>
                    </a:cubicBezTo>
                    <a:cubicBezTo>
                      <a:pt x="8" y="11"/>
                      <a:pt x="8" y="12"/>
                      <a:pt x="9" y="13"/>
                    </a:cubicBezTo>
                    <a:cubicBezTo>
                      <a:pt x="9" y="13"/>
                      <a:pt x="10" y="15"/>
                      <a:pt x="11" y="16"/>
                    </a:cubicBezTo>
                    <a:cubicBezTo>
                      <a:pt x="12" y="17"/>
                      <a:pt x="14" y="18"/>
                      <a:pt x="15" y="18"/>
                    </a:cubicBezTo>
                    <a:cubicBezTo>
                      <a:pt x="17" y="18"/>
                      <a:pt x="16" y="16"/>
                      <a:pt x="15" y="15"/>
                    </a:cubicBezTo>
                    <a:cubicBezTo>
                      <a:pt x="14" y="14"/>
                      <a:pt x="13" y="13"/>
                      <a:pt x="12" y="12"/>
                    </a:cubicBezTo>
                    <a:cubicBezTo>
                      <a:pt x="11" y="11"/>
                      <a:pt x="10" y="10"/>
                      <a:pt x="9" y="9"/>
                    </a:cubicBezTo>
                    <a:cubicBezTo>
                      <a:pt x="8" y="7"/>
                      <a:pt x="7" y="6"/>
                      <a:pt x="6" y="4"/>
                    </a:cubicBezTo>
                    <a:cubicBezTo>
                      <a:pt x="5" y="3"/>
                      <a:pt x="4" y="1"/>
                      <a:pt x="3" y="1"/>
                    </a:cubicBezTo>
                    <a:cubicBezTo>
                      <a:pt x="2" y="0"/>
                      <a:pt x="0" y="0"/>
                      <a:pt x="0" y="1"/>
                    </a:cubicBezTo>
                    <a:cubicBezTo>
                      <a:pt x="0" y="2"/>
                      <a:pt x="2" y="3"/>
                      <a:pt x="2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4" name="Freeform 3645">
                <a:extLst>
                  <a:ext uri="{FF2B5EF4-FFF2-40B4-BE49-F238E27FC236}">
                    <a16:creationId xmlns:a16="http://schemas.microsoft.com/office/drawing/2014/main" id="{1B7D33FE-3EC4-44E0-A1B5-B2256149D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513"/>
                <a:ext cx="3" cy="3"/>
              </a:xfrm>
              <a:custGeom>
                <a:avLst/>
                <a:gdLst>
                  <a:gd name="T0" fmla="*/ 5 w 7"/>
                  <a:gd name="T1" fmla="*/ 4 h 6"/>
                  <a:gd name="T2" fmla="*/ 6 w 7"/>
                  <a:gd name="T3" fmla="*/ 4 h 6"/>
                  <a:gd name="T4" fmla="*/ 6 w 7"/>
                  <a:gd name="T5" fmla="*/ 1 h 6"/>
                  <a:gd name="T6" fmla="*/ 1 w 7"/>
                  <a:gd name="T7" fmla="*/ 1 h 6"/>
                  <a:gd name="T8" fmla="*/ 0 w 7"/>
                  <a:gd name="T9" fmla="*/ 4 h 6"/>
                  <a:gd name="T10" fmla="*/ 5 w 7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5" y="4"/>
                    </a:moveTo>
                    <a:cubicBezTo>
                      <a:pt x="6" y="4"/>
                      <a:pt x="6" y="5"/>
                      <a:pt x="6" y="4"/>
                    </a:cubicBezTo>
                    <a:cubicBezTo>
                      <a:pt x="7" y="3"/>
                      <a:pt x="6" y="1"/>
                      <a:pt x="6" y="1"/>
                    </a:cubicBezTo>
                    <a:cubicBezTo>
                      <a:pt x="5" y="1"/>
                      <a:pt x="2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6"/>
                      <a:pt x="4" y="5"/>
                      <a:pt x="5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5" name="Freeform 3646">
                <a:extLst>
                  <a:ext uri="{FF2B5EF4-FFF2-40B4-BE49-F238E27FC236}">
                    <a16:creationId xmlns:a16="http://schemas.microsoft.com/office/drawing/2014/main" id="{085693EF-FBC8-4D7C-A1EF-489ED87DB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09"/>
                <a:ext cx="6" cy="9"/>
              </a:xfrm>
              <a:custGeom>
                <a:avLst/>
                <a:gdLst>
                  <a:gd name="T0" fmla="*/ 1 w 14"/>
                  <a:gd name="T1" fmla="*/ 13 h 22"/>
                  <a:gd name="T2" fmla="*/ 6 w 14"/>
                  <a:gd name="T3" fmla="*/ 15 h 22"/>
                  <a:gd name="T4" fmla="*/ 8 w 14"/>
                  <a:gd name="T5" fmla="*/ 18 h 22"/>
                  <a:gd name="T6" fmla="*/ 10 w 14"/>
                  <a:gd name="T7" fmla="*/ 21 h 22"/>
                  <a:gd name="T8" fmla="*/ 13 w 14"/>
                  <a:gd name="T9" fmla="*/ 18 h 22"/>
                  <a:gd name="T10" fmla="*/ 12 w 14"/>
                  <a:gd name="T11" fmla="*/ 14 h 22"/>
                  <a:gd name="T12" fmla="*/ 12 w 14"/>
                  <a:gd name="T13" fmla="*/ 10 h 22"/>
                  <a:gd name="T14" fmla="*/ 8 w 14"/>
                  <a:gd name="T15" fmla="*/ 8 h 22"/>
                  <a:gd name="T16" fmla="*/ 6 w 14"/>
                  <a:gd name="T17" fmla="*/ 4 h 22"/>
                  <a:gd name="T18" fmla="*/ 2 w 14"/>
                  <a:gd name="T19" fmla="*/ 1 h 22"/>
                  <a:gd name="T20" fmla="*/ 2 w 14"/>
                  <a:gd name="T21" fmla="*/ 5 h 22"/>
                  <a:gd name="T22" fmla="*/ 2 w 14"/>
                  <a:gd name="T23" fmla="*/ 9 h 22"/>
                  <a:gd name="T24" fmla="*/ 1 w 14"/>
                  <a:gd name="T25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22">
                    <a:moveTo>
                      <a:pt x="1" y="13"/>
                    </a:moveTo>
                    <a:cubicBezTo>
                      <a:pt x="2" y="14"/>
                      <a:pt x="4" y="14"/>
                      <a:pt x="6" y="15"/>
                    </a:cubicBezTo>
                    <a:cubicBezTo>
                      <a:pt x="7" y="15"/>
                      <a:pt x="8" y="17"/>
                      <a:pt x="8" y="18"/>
                    </a:cubicBezTo>
                    <a:cubicBezTo>
                      <a:pt x="9" y="19"/>
                      <a:pt x="9" y="21"/>
                      <a:pt x="10" y="21"/>
                    </a:cubicBezTo>
                    <a:cubicBezTo>
                      <a:pt x="11" y="22"/>
                      <a:pt x="14" y="20"/>
                      <a:pt x="13" y="18"/>
                    </a:cubicBezTo>
                    <a:cubicBezTo>
                      <a:pt x="13" y="16"/>
                      <a:pt x="11" y="16"/>
                      <a:pt x="12" y="14"/>
                    </a:cubicBezTo>
                    <a:cubicBezTo>
                      <a:pt x="12" y="13"/>
                      <a:pt x="13" y="12"/>
                      <a:pt x="12" y="10"/>
                    </a:cubicBezTo>
                    <a:cubicBezTo>
                      <a:pt x="11" y="9"/>
                      <a:pt x="10" y="9"/>
                      <a:pt x="8" y="8"/>
                    </a:cubicBezTo>
                    <a:cubicBezTo>
                      <a:pt x="7" y="7"/>
                      <a:pt x="6" y="6"/>
                      <a:pt x="6" y="4"/>
                    </a:cubicBezTo>
                    <a:cubicBezTo>
                      <a:pt x="5" y="3"/>
                      <a:pt x="3" y="0"/>
                      <a:pt x="2" y="1"/>
                    </a:cubicBezTo>
                    <a:cubicBezTo>
                      <a:pt x="0" y="1"/>
                      <a:pt x="2" y="4"/>
                      <a:pt x="2" y="5"/>
                    </a:cubicBezTo>
                    <a:cubicBezTo>
                      <a:pt x="3" y="6"/>
                      <a:pt x="3" y="8"/>
                      <a:pt x="2" y="9"/>
                    </a:cubicBezTo>
                    <a:cubicBezTo>
                      <a:pt x="1" y="10"/>
                      <a:pt x="0" y="11"/>
                      <a:pt x="1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6" name="Freeform 3647">
                <a:extLst>
                  <a:ext uri="{FF2B5EF4-FFF2-40B4-BE49-F238E27FC236}">
                    <a16:creationId xmlns:a16="http://schemas.microsoft.com/office/drawing/2014/main" id="{F18C4E2F-3832-41E8-94F4-E5B7B2F3B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521"/>
                <a:ext cx="7" cy="4"/>
              </a:xfrm>
              <a:custGeom>
                <a:avLst/>
                <a:gdLst>
                  <a:gd name="T0" fmla="*/ 1 w 17"/>
                  <a:gd name="T1" fmla="*/ 5 h 12"/>
                  <a:gd name="T2" fmla="*/ 8 w 17"/>
                  <a:gd name="T3" fmla="*/ 10 h 12"/>
                  <a:gd name="T4" fmla="*/ 13 w 17"/>
                  <a:gd name="T5" fmla="*/ 11 h 12"/>
                  <a:gd name="T6" fmla="*/ 15 w 17"/>
                  <a:gd name="T7" fmla="*/ 6 h 12"/>
                  <a:gd name="T8" fmla="*/ 9 w 17"/>
                  <a:gd name="T9" fmla="*/ 4 h 12"/>
                  <a:gd name="T10" fmla="*/ 6 w 17"/>
                  <a:gd name="T11" fmla="*/ 1 h 12"/>
                  <a:gd name="T12" fmla="*/ 1 w 17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2">
                    <a:moveTo>
                      <a:pt x="1" y="5"/>
                    </a:moveTo>
                    <a:cubicBezTo>
                      <a:pt x="3" y="7"/>
                      <a:pt x="6" y="8"/>
                      <a:pt x="8" y="10"/>
                    </a:cubicBezTo>
                    <a:cubicBezTo>
                      <a:pt x="9" y="11"/>
                      <a:pt x="11" y="12"/>
                      <a:pt x="13" y="11"/>
                    </a:cubicBezTo>
                    <a:cubicBezTo>
                      <a:pt x="15" y="11"/>
                      <a:pt x="17" y="8"/>
                      <a:pt x="15" y="6"/>
                    </a:cubicBezTo>
                    <a:cubicBezTo>
                      <a:pt x="14" y="5"/>
                      <a:pt x="10" y="6"/>
                      <a:pt x="9" y="4"/>
                    </a:cubicBezTo>
                    <a:cubicBezTo>
                      <a:pt x="8" y="3"/>
                      <a:pt x="8" y="1"/>
                      <a:pt x="6" y="1"/>
                    </a:cubicBezTo>
                    <a:cubicBezTo>
                      <a:pt x="4" y="0"/>
                      <a:pt x="0" y="2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7" name="Freeform 3648">
                <a:extLst>
                  <a:ext uri="{FF2B5EF4-FFF2-40B4-BE49-F238E27FC236}">
                    <a16:creationId xmlns:a16="http://schemas.microsoft.com/office/drawing/2014/main" id="{5EEB7879-6661-4DC5-9A3C-9FC8EEAC1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09"/>
                <a:ext cx="4" cy="3"/>
              </a:xfrm>
              <a:custGeom>
                <a:avLst/>
                <a:gdLst>
                  <a:gd name="T0" fmla="*/ 6 w 10"/>
                  <a:gd name="T1" fmla="*/ 6 h 7"/>
                  <a:gd name="T2" fmla="*/ 3 w 10"/>
                  <a:gd name="T3" fmla="*/ 0 h 7"/>
                  <a:gd name="T4" fmla="*/ 3 w 10"/>
                  <a:gd name="T5" fmla="*/ 3 h 7"/>
                  <a:gd name="T6" fmla="*/ 6 w 10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6" y="6"/>
                    </a:moveTo>
                    <a:cubicBezTo>
                      <a:pt x="10" y="4"/>
                      <a:pt x="7" y="0"/>
                      <a:pt x="3" y="0"/>
                    </a:cubicBezTo>
                    <a:cubicBezTo>
                      <a:pt x="0" y="0"/>
                      <a:pt x="2" y="2"/>
                      <a:pt x="3" y="3"/>
                    </a:cubicBezTo>
                    <a:cubicBezTo>
                      <a:pt x="4" y="5"/>
                      <a:pt x="4" y="7"/>
                      <a:pt x="6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8" name="Rectangle 3649">
                <a:extLst>
                  <a:ext uri="{FF2B5EF4-FFF2-40B4-BE49-F238E27FC236}">
                    <a16:creationId xmlns:a16="http://schemas.microsoft.com/office/drawing/2014/main" id="{A1C0EC5F-82A8-406A-81B5-895537933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27" y="2089"/>
                <a:ext cx="1" cy="1"/>
              </a:xfrm>
              <a:prstGeom prst="rect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9" name="Freeform 3650">
                <a:extLst>
                  <a:ext uri="{FF2B5EF4-FFF2-40B4-BE49-F238E27FC236}">
                    <a16:creationId xmlns:a16="http://schemas.microsoft.com/office/drawing/2014/main" id="{B1702EBD-5D1C-4114-8C74-4B4996DE4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018"/>
                <a:ext cx="19" cy="13"/>
              </a:xfrm>
              <a:custGeom>
                <a:avLst/>
                <a:gdLst>
                  <a:gd name="T0" fmla="*/ 22 w 46"/>
                  <a:gd name="T1" fmla="*/ 22 h 33"/>
                  <a:gd name="T2" fmla="*/ 15 w 46"/>
                  <a:gd name="T3" fmla="*/ 20 h 33"/>
                  <a:gd name="T4" fmla="*/ 15 w 46"/>
                  <a:gd name="T5" fmla="*/ 16 h 33"/>
                  <a:gd name="T6" fmla="*/ 3 w 46"/>
                  <a:gd name="T7" fmla="*/ 14 h 33"/>
                  <a:gd name="T8" fmla="*/ 5 w 46"/>
                  <a:gd name="T9" fmla="*/ 7 h 33"/>
                  <a:gd name="T10" fmla="*/ 16 w 46"/>
                  <a:gd name="T11" fmla="*/ 6 h 33"/>
                  <a:gd name="T12" fmla="*/ 24 w 46"/>
                  <a:gd name="T13" fmla="*/ 2 h 33"/>
                  <a:gd name="T14" fmla="*/ 32 w 46"/>
                  <a:gd name="T15" fmla="*/ 5 h 33"/>
                  <a:gd name="T16" fmla="*/ 39 w 46"/>
                  <a:gd name="T17" fmla="*/ 12 h 33"/>
                  <a:gd name="T18" fmla="*/ 44 w 46"/>
                  <a:gd name="T19" fmla="*/ 19 h 33"/>
                  <a:gd name="T20" fmla="*/ 46 w 46"/>
                  <a:gd name="T21" fmla="*/ 29 h 33"/>
                  <a:gd name="T22" fmla="*/ 40 w 46"/>
                  <a:gd name="T23" fmla="*/ 32 h 33"/>
                  <a:gd name="T24" fmla="*/ 31 w 46"/>
                  <a:gd name="T25" fmla="*/ 26 h 33"/>
                  <a:gd name="T26" fmla="*/ 22 w 46"/>
                  <a:gd name="T27" fmla="*/ 2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33">
                    <a:moveTo>
                      <a:pt x="22" y="22"/>
                    </a:moveTo>
                    <a:cubicBezTo>
                      <a:pt x="19" y="22"/>
                      <a:pt x="17" y="22"/>
                      <a:pt x="15" y="20"/>
                    </a:cubicBezTo>
                    <a:cubicBezTo>
                      <a:pt x="18" y="19"/>
                      <a:pt x="19" y="18"/>
                      <a:pt x="15" y="16"/>
                    </a:cubicBezTo>
                    <a:cubicBezTo>
                      <a:pt x="11" y="15"/>
                      <a:pt x="6" y="17"/>
                      <a:pt x="3" y="14"/>
                    </a:cubicBezTo>
                    <a:cubicBezTo>
                      <a:pt x="0" y="11"/>
                      <a:pt x="2" y="8"/>
                      <a:pt x="5" y="7"/>
                    </a:cubicBezTo>
                    <a:cubicBezTo>
                      <a:pt x="9" y="6"/>
                      <a:pt x="12" y="6"/>
                      <a:pt x="16" y="6"/>
                    </a:cubicBezTo>
                    <a:cubicBezTo>
                      <a:pt x="20" y="6"/>
                      <a:pt x="21" y="3"/>
                      <a:pt x="24" y="2"/>
                    </a:cubicBezTo>
                    <a:cubicBezTo>
                      <a:pt x="27" y="0"/>
                      <a:pt x="30" y="3"/>
                      <a:pt x="32" y="5"/>
                    </a:cubicBezTo>
                    <a:cubicBezTo>
                      <a:pt x="34" y="8"/>
                      <a:pt x="36" y="10"/>
                      <a:pt x="39" y="12"/>
                    </a:cubicBezTo>
                    <a:cubicBezTo>
                      <a:pt x="42" y="14"/>
                      <a:pt x="43" y="15"/>
                      <a:pt x="44" y="19"/>
                    </a:cubicBezTo>
                    <a:cubicBezTo>
                      <a:pt x="45" y="22"/>
                      <a:pt x="46" y="26"/>
                      <a:pt x="46" y="29"/>
                    </a:cubicBezTo>
                    <a:cubicBezTo>
                      <a:pt x="45" y="31"/>
                      <a:pt x="43" y="33"/>
                      <a:pt x="40" y="32"/>
                    </a:cubicBezTo>
                    <a:cubicBezTo>
                      <a:pt x="37" y="32"/>
                      <a:pt x="34" y="28"/>
                      <a:pt x="31" y="26"/>
                    </a:cubicBezTo>
                    <a:cubicBezTo>
                      <a:pt x="27" y="25"/>
                      <a:pt x="26" y="22"/>
                      <a:pt x="22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0" name="Rectangle 3651">
                <a:extLst>
                  <a:ext uri="{FF2B5EF4-FFF2-40B4-BE49-F238E27FC236}">
                    <a16:creationId xmlns:a16="http://schemas.microsoft.com/office/drawing/2014/main" id="{3C26274A-4F41-4ABD-B5D1-CB206909E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27" y="2089"/>
                <a:ext cx="1" cy="1"/>
              </a:xfrm>
              <a:prstGeom prst="rect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1" name="Freeform 3652">
                <a:extLst>
                  <a:ext uri="{FF2B5EF4-FFF2-40B4-BE49-F238E27FC236}">
                    <a16:creationId xmlns:a16="http://schemas.microsoft.com/office/drawing/2014/main" id="{5BB18EED-EB63-4898-8A46-2CA6FAC3A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4" y="2777"/>
                <a:ext cx="8" cy="11"/>
              </a:xfrm>
              <a:custGeom>
                <a:avLst/>
                <a:gdLst>
                  <a:gd name="T0" fmla="*/ 8 w 21"/>
                  <a:gd name="T1" fmla="*/ 15 h 29"/>
                  <a:gd name="T2" fmla="*/ 6 w 21"/>
                  <a:gd name="T3" fmla="*/ 13 h 29"/>
                  <a:gd name="T4" fmla="*/ 3 w 21"/>
                  <a:gd name="T5" fmla="*/ 12 h 29"/>
                  <a:gd name="T6" fmla="*/ 1 w 21"/>
                  <a:gd name="T7" fmla="*/ 8 h 29"/>
                  <a:gd name="T8" fmla="*/ 2 w 21"/>
                  <a:gd name="T9" fmla="*/ 3 h 29"/>
                  <a:gd name="T10" fmla="*/ 5 w 21"/>
                  <a:gd name="T11" fmla="*/ 1 h 29"/>
                  <a:gd name="T12" fmla="*/ 8 w 21"/>
                  <a:gd name="T13" fmla="*/ 0 h 29"/>
                  <a:gd name="T14" fmla="*/ 12 w 21"/>
                  <a:gd name="T15" fmla="*/ 5 h 29"/>
                  <a:gd name="T16" fmla="*/ 12 w 21"/>
                  <a:gd name="T17" fmla="*/ 9 h 29"/>
                  <a:gd name="T18" fmla="*/ 13 w 21"/>
                  <a:gd name="T19" fmla="*/ 13 h 29"/>
                  <a:gd name="T20" fmla="*/ 15 w 21"/>
                  <a:gd name="T21" fmla="*/ 19 h 29"/>
                  <a:gd name="T22" fmla="*/ 20 w 21"/>
                  <a:gd name="T23" fmla="*/ 24 h 29"/>
                  <a:gd name="T24" fmla="*/ 18 w 21"/>
                  <a:gd name="T25" fmla="*/ 29 h 29"/>
                  <a:gd name="T26" fmla="*/ 14 w 21"/>
                  <a:gd name="T27" fmla="*/ 28 h 29"/>
                  <a:gd name="T28" fmla="*/ 11 w 21"/>
                  <a:gd name="T29" fmla="*/ 24 h 29"/>
                  <a:gd name="T30" fmla="*/ 11 w 21"/>
                  <a:gd name="T31" fmla="*/ 22 h 29"/>
                  <a:gd name="T32" fmla="*/ 10 w 21"/>
                  <a:gd name="T33" fmla="*/ 19 h 29"/>
                  <a:gd name="T34" fmla="*/ 8 w 21"/>
                  <a:gd name="T35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29">
                    <a:moveTo>
                      <a:pt x="8" y="15"/>
                    </a:moveTo>
                    <a:cubicBezTo>
                      <a:pt x="7" y="14"/>
                      <a:pt x="6" y="14"/>
                      <a:pt x="6" y="13"/>
                    </a:cubicBezTo>
                    <a:cubicBezTo>
                      <a:pt x="5" y="13"/>
                      <a:pt x="4" y="13"/>
                      <a:pt x="3" y="12"/>
                    </a:cubicBezTo>
                    <a:cubicBezTo>
                      <a:pt x="2" y="11"/>
                      <a:pt x="2" y="10"/>
                      <a:pt x="1" y="8"/>
                    </a:cubicBezTo>
                    <a:cubicBezTo>
                      <a:pt x="0" y="7"/>
                      <a:pt x="1" y="5"/>
                      <a:pt x="2" y="3"/>
                    </a:cubicBezTo>
                    <a:cubicBezTo>
                      <a:pt x="3" y="3"/>
                      <a:pt x="4" y="2"/>
                      <a:pt x="5" y="1"/>
                    </a:cubicBezTo>
                    <a:cubicBezTo>
                      <a:pt x="5" y="0"/>
                      <a:pt x="6" y="0"/>
                      <a:pt x="8" y="0"/>
                    </a:cubicBezTo>
                    <a:cubicBezTo>
                      <a:pt x="10" y="0"/>
                      <a:pt x="11" y="3"/>
                      <a:pt x="12" y="5"/>
                    </a:cubicBezTo>
                    <a:cubicBezTo>
                      <a:pt x="12" y="6"/>
                      <a:pt x="12" y="7"/>
                      <a:pt x="12" y="9"/>
                    </a:cubicBezTo>
                    <a:cubicBezTo>
                      <a:pt x="13" y="10"/>
                      <a:pt x="13" y="11"/>
                      <a:pt x="13" y="13"/>
                    </a:cubicBezTo>
                    <a:cubicBezTo>
                      <a:pt x="13" y="15"/>
                      <a:pt x="14" y="17"/>
                      <a:pt x="15" y="19"/>
                    </a:cubicBezTo>
                    <a:cubicBezTo>
                      <a:pt x="17" y="20"/>
                      <a:pt x="19" y="22"/>
                      <a:pt x="20" y="24"/>
                    </a:cubicBezTo>
                    <a:cubicBezTo>
                      <a:pt x="21" y="26"/>
                      <a:pt x="21" y="29"/>
                      <a:pt x="18" y="29"/>
                    </a:cubicBezTo>
                    <a:cubicBezTo>
                      <a:pt x="17" y="29"/>
                      <a:pt x="15" y="29"/>
                      <a:pt x="14" y="28"/>
                    </a:cubicBezTo>
                    <a:cubicBezTo>
                      <a:pt x="13" y="28"/>
                      <a:pt x="12" y="26"/>
                      <a:pt x="11" y="24"/>
                    </a:cubicBezTo>
                    <a:cubicBezTo>
                      <a:pt x="11" y="24"/>
                      <a:pt x="11" y="23"/>
                      <a:pt x="11" y="22"/>
                    </a:cubicBezTo>
                    <a:cubicBezTo>
                      <a:pt x="11" y="21"/>
                      <a:pt x="10" y="20"/>
                      <a:pt x="10" y="19"/>
                    </a:cubicBezTo>
                    <a:cubicBezTo>
                      <a:pt x="10" y="18"/>
                      <a:pt x="9" y="16"/>
                      <a:pt x="8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2" name="Freeform 3653">
                <a:extLst>
                  <a:ext uri="{FF2B5EF4-FFF2-40B4-BE49-F238E27FC236}">
                    <a16:creationId xmlns:a16="http://schemas.microsoft.com/office/drawing/2014/main" id="{A3341D8D-59E2-4486-93E3-CFEF9E66D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8" y="2771"/>
                <a:ext cx="18" cy="24"/>
              </a:xfrm>
              <a:custGeom>
                <a:avLst/>
                <a:gdLst>
                  <a:gd name="T0" fmla="*/ 7 w 45"/>
                  <a:gd name="T1" fmla="*/ 11 h 59"/>
                  <a:gd name="T2" fmla="*/ 2 w 45"/>
                  <a:gd name="T3" fmla="*/ 5 h 59"/>
                  <a:gd name="T4" fmla="*/ 2 w 45"/>
                  <a:gd name="T5" fmla="*/ 1 h 59"/>
                  <a:gd name="T6" fmla="*/ 9 w 45"/>
                  <a:gd name="T7" fmla="*/ 2 h 59"/>
                  <a:gd name="T8" fmla="*/ 15 w 45"/>
                  <a:gd name="T9" fmla="*/ 8 h 59"/>
                  <a:gd name="T10" fmla="*/ 19 w 45"/>
                  <a:gd name="T11" fmla="*/ 14 h 59"/>
                  <a:gd name="T12" fmla="*/ 32 w 45"/>
                  <a:gd name="T13" fmla="*/ 21 h 59"/>
                  <a:gd name="T14" fmla="*/ 44 w 45"/>
                  <a:gd name="T15" fmla="*/ 29 h 59"/>
                  <a:gd name="T16" fmla="*/ 42 w 45"/>
                  <a:gd name="T17" fmla="*/ 42 h 59"/>
                  <a:gd name="T18" fmla="*/ 42 w 45"/>
                  <a:gd name="T19" fmla="*/ 54 h 59"/>
                  <a:gd name="T20" fmla="*/ 32 w 45"/>
                  <a:gd name="T21" fmla="*/ 54 h 59"/>
                  <a:gd name="T22" fmla="*/ 22 w 45"/>
                  <a:gd name="T23" fmla="*/ 47 h 59"/>
                  <a:gd name="T24" fmla="*/ 21 w 45"/>
                  <a:gd name="T25" fmla="*/ 38 h 59"/>
                  <a:gd name="T26" fmla="*/ 20 w 45"/>
                  <a:gd name="T27" fmla="*/ 31 h 59"/>
                  <a:gd name="T28" fmla="*/ 17 w 45"/>
                  <a:gd name="T29" fmla="*/ 27 h 59"/>
                  <a:gd name="T30" fmla="*/ 12 w 45"/>
                  <a:gd name="T31" fmla="*/ 21 h 59"/>
                  <a:gd name="T32" fmla="*/ 7 w 45"/>
                  <a:gd name="T33" fmla="*/ 1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59">
                    <a:moveTo>
                      <a:pt x="7" y="11"/>
                    </a:moveTo>
                    <a:cubicBezTo>
                      <a:pt x="6" y="9"/>
                      <a:pt x="4" y="7"/>
                      <a:pt x="2" y="5"/>
                    </a:cubicBezTo>
                    <a:cubicBezTo>
                      <a:pt x="2" y="4"/>
                      <a:pt x="0" y="2"/>
                      <a:pt x="2" y="1"/>
                    </a:cubicBezTo>
                    <a:cubicBezTo>
                      <a:pt x="3" y="0"/>
                      <a:pt x="7" y="1"/>
                      <a:pt x="9" y="2"/>
                    </a:cubicBezTo>
                    <a:cubicBezTo>
                      <a:pt x="11" y="3"/>
                      <a:pt x="13" y="5"/>
                      <a:pt x="15" y="8"/>
                    </a:cubicBezTo>
                    <a:cubicBezTo>
                      <a:pt x="16" y="10"/>
                      <a:pt x="17" y="12"/>
                      <a:pt x="19" y="14"/>
                    </a:cubicBezTo>
                    <a:cubicBezTo>
                      <a:pt x="22" y="18"/>
                      <a:pt x="27" y="20"/>
                      <a:pt x="32" y="21"/>
                    </a:cubicBezTo>
                    <a:cubicBezTo>
                      <a:pt x="37" y="22"/>
                      <a:pt x="43" y="23"/>
                      <a:pt x="44" y="29"/>
                    </a:cubicBezTo>
                    <a:cubicBezTo>
                      <a:pt x="45" y="33"/>
                      <a:pt x="43" y="38"/>
                      <a:pt x="42" y="42"/>
                    </a:cubicBezTo>
                    <a:cubicBezTo>
                      <a:pt x="42" y="46"/>
                      <a:pt x="43" y="50"/>
                      <a:pt x="42" y="54"/>
                    </a:cubicBezTo>
                    <a:cubicBezTo>
                      <a:pt x="40" y="59"/>
                      <a:pt x="35" y="56"/>
                      <a:pt x="32" y="54"/>
                    </a:cubicBezTo>
                    <a:cubicBezTo>
                      <a:pt x="28" y="52"/>
                      <a:pt x="24" y="51"/>
                      <a:pt x="22" y="47"/>
                    </a:cubicBezTo>
                    <a:cubicBezTo>
                      <a:pt x="21" y="44"/>
                      <a:pt x="21" y="41"/>
                      <a:pt x="21" y="38"/>
                    </a:cubicBezTo>
                    <a:cubicBezTo>
                      <a:pt x="20" y="36"/>
                      <a:pt x="21" y="33"/>
                      <a:pt x="20" y="31"/>
                    </a:cubicBezTo>
                    <a:cubicBezTo>
                      <a:pt x="19" y="29"/>
                      <a:pt x="18" y="28"/>
                      <a:pt x="17" y="27"/>
                    </a:cubicBezTo>
                    <a:cubicBezTo>
                      <a:pt x="15" y="25"/>
                      <a:pt x="13" y="23"/>
                      <a:pt x="12" y="21"/>
                    </a:cubicBezTo>
                    <a:cubicBezTo>
                      <a:pt x="10" y="18"/>
                      <a:pt x="9" y="14"/>
                      <a:pt x="7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3" name="Freeform 3654">
                <a:extLst>
                  <a:ext uri="{FF2B5EF4-FFF2-40B4-BE49-F238E27FC236}">
                    <a16:creationId xmlns:a16="http://schemas.microsoft.com/office/drawing/2014/main" id="{4AFD73E1-AFF9-4A9B-866F-4E91F8C7B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7" y="2746"/>
                <a:ext cx="3" cy="7"/>
              </a:xfrm>
              <a:custGeom>
                <a:avLst/>
                <a:gdLst>
                  <a:gd name="T0" fmla="*/ 4 w 8"/>
                  <a:gd name="T1" fmla="*/ 0 h 17"/>
                  <a:gd name="T2" fmla="*/ 7 w 8"/>
                  <a:gd name="T3" fmla="*/ 1 h 17"/>
                  <a:gd name="T4" fmla="*/ 7 w 8"/>
                  <a:gd name="T5" fmla="*/ 4 h 17"/>
                  <a:gd name="T6" fmla="*/ 7 w 8"/>
                  <a:gd name="T7" fmla="*/ 9 h 17"/>
                  <a:gd name="T8" fmla="*/ 8 w 8"/>
                  <a:gd name="T9" fmla="*/ 12 h 17"/>
                  <a:gd name="T10" fmla="*/ 4 w 8"/>
                  <a:gd name="T11" fmla="*/ 17 h 17"/>
                  <a:gd name="T12" fmla="*/ 0 w 8"/>
                  <a:gd name="T13" fmla="*/ 13 h 17"/>
                  <a:gd name="T14" fmla="*/ 0 w 8"/>
                  <a:gd name="T15" fmla="*/ 9 h 17"/>
                  <a:gd name="T16" fmla="*/ 1 w 8"/>
                  <a:gd name="T17" fmla="*/ 6 h 17"/>
                  <a:gd name="T18" fmla="*/ 1 w 8"/>
                  <a:gd name="T19" fmla="*/ 3 h 17"/>
                  <a:gd name="T20" fmla="*/ 4 w 8"/>
                  <a:gd name="T21" fmla="*/ 0 h 17"/>
                  <a:gd name="T22" fmla="*/ 4 w 8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7">
                    <a:moveTo>
                      <a:pt x="4" y="0"/>
                    </a:moveTo>
                    <a:cubicBezTo>
                      <a:pt x="5" y="0"/>
                      <a:pt x="6" y="0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8" y="10"/>
                      <a:pt x="8" y="11"/>
                      <a:pt x="8" y="12"/>
                    </a:cubicBezTo>
                    <a:cubicBezTo>
                      <a:pt x="8" y="15"/>
                      <a:pt x="6" y="17"/>
                      <a:pt x="4" y="17"/>
                    </a:cubicBezTo>
                    <a:cubicBezTo>
                      <a:pt x="2" y="17"/>
                      <a:pt x="0" y="15"/>
                      <a:pt x="0" y="13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4" name="Freeform 3655">
                <a:extLst>
                  <a:ext uri="{FF2B5EF4-FFF2-40B4-BE49-F238E27FC236}">
                    <a16:creationId xmlns:a16="http://schemas.microsoft.com/office/drawing/2014/main" id="{EEB5A0A5-1D87-4850-9EBD-E71CCC99A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3" y="2746"/>
                <a:ext cx="10" cy="10"/>
              </a:xfrm>
              <a:custGeom>
                <a:avLst/>
                <a:gdLst>
                  <a:gd name="T0" fmla="*/ 0 w 24"/>
                  <a:gd name="T1" fmla="*/ 15 h 25"/>
                  <a:gd name="T2" fmla="*/ 5 w 24"/>
                  <a:gd name="T3" fmla="*/ 11 h 25"/>
                  <a:gd name="T4" fmla="*/ 5 w 24"/>
                  <a:gd name="T5" fmla="*/ 5 h 25"/>
                  <a:gd name="T6" fmla="*/ 8 w 24"/>
                  <a:gd name="T7" fmla="*/ 1 h 25"/>
                  <a:gd name="T8" fmla="*/ 11 w 24"/>
                  <a:gd name="T9" fmla="*/ 7 h 25"/>
                  <a:gd name="T10" fmla="*/ 15 w 24"/>
                  <a:gd name="T11" fmla="*/ 12 h 25"/>
                  <a:gd name="T12" fmla="*/ 21 w 24"/>
                  <a:gd name="T13" fmla="*/ 22 h 25"/>
                  <a:gd name="T14" fmla="*/ 14 w 24"/>
                  <a:gd name="T15" fmla="*/ 24 h 25"/>
                  <a:gd name="T16" fmla="*/ 7 w 24"/>
                  <a:gd name="T17" fmla="*/ 20 h 25"/>
                  <a:gd name="T18" fmla="*/ 2 w 24"/>
                  <a:gd name="T19" fmla="*/ 19 h 25"/>
                  <a:gd name="T20" fmla="*/ 0 w 24"/>
                  <a:gd name="T21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5">
                    <a:moveTo>
                      <a:pt x="0" y="15"/>
                    </a:moveTo>
                    <a:cubicBezTo>
                      <a:pt x="1" y="13"/>
                      <a:pt x="4" y="13"/>
                      <a:pt x="5" y="11"/>
                    </a:cubicBezTo>
                    <a:cubicBezTo>
                      <a:pt x="5" y="9"/>
                      <a:pt x="5" y="6"/>
                      <a:pt x="5" y="5"/>
                    </a:cubicBezTo>
                    <a:cubicBezTo>
                      <a:pt x="5" y="3"/>
                      <a:pt x="5" y="0"/>
                      <a:pt x="8" y="1"/>
                    </a:cubicBezTo>
                    <a:cubicBezTo>
                      <a:pt x="11" y="1"/>
                      <a:pt x="11" y="5"/>
                      <a:pt x="11" y="7"/>
                    </a:cubicBezTo>
                    <a:cubicBezTo>
                      <a:pt x="12" y="9"/>
                      <a:pt x="14" y="11"/>
                      <a:pt x="15" y="12"/>
                    </a:cubicBezTo>
                    <a:cubicBezTo>
                      <a:pt x="18" y="15"/>
                      <a:pt x="24" y="18"/>
                      <a:pt x="21" y="22"/>
                    </a:cubicBezTo>
                    <a:cubicBezTo>
                      <a:pt x="20" y="25"/>
                      <a:pt x="16" y="25"/>
                      <a:pt x="14" y="24"/>
                    </a:cubicBezTo>
                    <a:cubicBezTo>
                      <a:pt x="12" y="23"/>
                      <a:pt x="10" y="21"/>
                      <a:pt x="7" y="20"/>
                    </a:cubicBezTo>
                    <a:cubicBezTo>
                      <a:pt x="6" y="20"/>
                      <a:pt x="3" y="20"/>
                      <a:pt x="2" y="19"/>
                    </a:cubicBezTo>
                    <a:cubicBezTo>
                      <a:pt x="1" y="18"/>
                      <a:pt x="0" y="17"/>
                      <a:pt x="0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5" name="Freeform 3656">
                <a:extLst>
                  <a:ext uri="{FF2B5EF4-FFF2-40B4-BE49-F238E27FC236}">
                    <a16:creationId xmlns:a16="http://schemas.microsoft.com/office/drawing/2014/main" id="{0E97CBF9-E95F-43C7-87E5-85CB79B4B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4" y="2747"/>
                <a:ext cx="5" cy="4"/>
              </a:xfrm>
              <a:custGeom>
                <a:avLst/>
                <a:gdLst>
                  <a:gd name="T0" fmla="*/ 9 w 12"/>
                  <a:gd name="T1" fmla="*/ 10 h 10"/>
                  <a:gd name="T2" fmla="*/ 3 w 12"/>
                  <a:gd name="T3" fmla="*/ 10 h 10"/>
                  <a:gd name="T4" fmla="*/ 1 w 12"/>
                  <a:gd name="T5" fmla="*/ 7 h 10"/>
                  <a:gd name="T6" fmla="*/ 1 w 12"/>
                  <a:gd name="T7" fmla="*/ 4 h 10"/>
                  <a:gd name="T8" fmla="*/ 6 w 12"/>
                  <a:gd name="T9" fmla="*/ 0 h 10"/>
                  <a:gd name="T10" fmla="*/ 9 w 12"/>
                  <a:gd name="T11" fmla="*/ 0 h 10"/>
                  <a:gd name="T12" fmla="*/ 11 w 12"/>
                  <a:gd name="T13" fmla="*/ 4 h 10"/>
                  <a:gd name="T14" fmla="*/ 12 w 12"/>
                  <a:gd name="T15" fmla="*/ 8 h 10"/>
                  <a:gd name="T16" fmla="*/ 9 w 12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9" y="10"/>
                    </a:moveTo>
                    <a:cubicBezTo>
                      <a:pt x="7" y="10"/>
                      <a:pt x="5" y="10"/>
                      <a:pt x="3" y="10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2" y="2"/>
                      <a:pt x="4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5"/>
                      <a:pt x="12" y="7"/>
                      <a:pt x="12" y="8"/>
                    </a:cubicBezTo>
                    <a:cubicBezTo>
                      <a:pt x="11" y="9"/>
                      <a:pt x="10" y="9"/>
                      <a:pt x="9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6" name="Freeform 3657">
                <a:extLst>
                  <a:ext uri="{FF2B5EF4-FFF2-40B4-BE49-F238E27FC236}">
                    <a16:creationId xmlns:a16="http://schemas.microsoft.com/office/drawing/2014/main" id="{5915AE0D-38EF-4F89-A442-64520FB33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0" y="2743"/>
                <a:ext cx="6" cy="10"/>
              </a:xfrm>
              <a:custGeom>
                <a:avLst/>
                <a:gdLst>
                  <a:gd name="T0" fmla="*/ 1 w 14"/>
                  <a:gd name="T1" fmla="*/ 2 h 25"/>
                  <a:gd name="T2" fmla="*/ 5 w 14"/>
                  <a:gd name="T3" fmla="*/ 0 h 25"/>
                  <a:gd name="T4" fmla="*/ 10 w 14"/>
                  <a:gd name="T5" fmla="*/ 3 h 25"/>
                  <a:gd name="T6" fmla="*/ 11 w 14"/>
                  <a:gd name="T7" fmla="*/ 10 h 25"/>
                  <a:gd name="T8" fmla="*/ 13 w 14"/>
                  <a:gd name="T9" fmla="*/ 14 h 25"/>
                  <a:gd name="T10" fmla="*/ 13 w 14"/>
                  <a:gd name="T11" fmla="*/ 19 h 25"/>
                  <a:gd name="T12" fmla="*/ 12 w 14"/>
                  <a:gd name="T13" fmla="*/ 21 h 25"/>
                  <a:gd name="T14" fmla="*/ 12 w 14"/>
                  <a:gd name="T15" fmla="*/ 23 h 25"/>
                  <a:gd name="T16" fmla="*/ 8 w 14"/>
                  <a:gd name="T17" fmla="*/ 20 h 25"/>
                  <a:gd name="T18" fmla="*/ 7 w 14"/>
                  <a:gd name="T19" fmla="*/ 17 h 25"/>
                  <a:gd name="T20" fmla="*/ 5 w 14"/>
                  <a:gd name="T21" fmla="*/ 15 h 25"/>
                  <a:gd name="T22" fmla="*/ 5 w 14"/>
                  <a:gd name="T23" fmla="*/ 13 h 25"/>
                  <a:gd name="T24" fmla="*/ 5 w 14"/>
                  <a:gd name="T25" fmla="*/ 6 h 25"/>
                  <a:gd name="T26" fmla="*/ 1 w 14"/>
                  <a:gd name="T27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25">
                    <a:moveTo>
                      <a:pt x="1" y="2"/>
                    </a:moveTo>
                    <a:cubicBezTo>
                      <a:pt x="0" y="0"/>
                      <a:pt x="4" y="0"/>
                      <a:pt x="5" y="0"/>
                    </a:cubicBezTo>
                    <a:cubicBezTo>
                      <a:pt x="8" y="0"/>
                      <a:pt x="10" y="0"/>
                      <a:pt x="10" y="3"/>
                    </a:cubicBezTo>
                    <a:cubicBezTo>
                      <a:pt x="11" y="5"/>
                      <a:pt x="11" y="7"/>
                      <a:pt x="11" y="10"/>
                    </a:cubicBezTo>
                    <a:cubicBezTo>
                      <a:pt x="11" y="11"/>
                      <a:pt x="13" y="12"/>
                      <a:pt x="13" y="14"/>
                    </a:cubicBezTo>
                    <a:cubicBezTo>
                      <a:pt x="13" y="16"/>
                      <a:pt x="14" y="17"/>
                      <a:pt x="13" y="19"/>
                    </a:cubicBezTo>
                    <a:cubicBezTo>
                      <a:pt x="13" y="20"/>
                      <a:pt x="13" y="21"/>
                      <a:pt x="12" y="21"/>
                    </a:cubicBezTo>
                    <a:cubicBezTo>
                      <a:pt x="12" y="22"/>
                      <a:pt x="12" y="23"/>
                      <a:pt x="12" y="23"/>
                    </a:cubicBezTo>
                    <a:cubicBezTo>
                      <a:pt x="10" y="25"/>
                      <a:pt x="8" y="21"/>
                      <a:pt x="8" y="20"/>
                    </a:cubicBezTo>
                    <a:cubicBezTo>
                      <a:pt x="7" y="19"/>
                      <a:pt x="8" y="18"/>
                      <a:pt x="7" y="17"/>
                    </a:cubicBezTo>
                    <a:cubicBezTo>
                      <a:pt x="7" y="16"/>
                      <a:pt x="6" y="16"/>
                      <a:pt x="5" y="15"/>
                    </a:cubicBezTo>
                    <a:cubicBezTo>
                      <a:pt x="5" y="15"/>
                      <a:pt x="5" y="14"/>
                      <a:pt x="5" y="13"/>
                    </a:cubicBezTo>
                    <a:cubicBezTo>
                      <a:pt x="5" y="11"/>
                      <a:pt x="5" y="8"/>
                      <a:pt x="5" y="6"/>
                    </a:cubicBezTo>
                    <a:cubicBezTo>
                      <a:pt x="5" y="4"/>
                      <a:pt x="2" y="4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7" name="Freeform 3658">
                <a:extLst>
                  <a:ext uri="{FF2B5EF4-FFF2-40B4-BE49-F238E27FC236}">
                    <a16:creationId xmlns:a16="http://schemas.microsoft.com/office/drawing/2014/main" id="{8DB44F1A-28EF-4FC6-BE56-D0E94E608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6" y="2743"/>
                <a:ext cx="9" cy="5"/>
              </a:xfrm>
              <a:custGeom>
                <a:avLst/>
                <a:gdLst>
                  <a:gd name="T0" fmla="*/ 2 w 23"/>
                  <a:gd name="T1" fmla="*/ 5 h 12"/>
                  <a:gd name="T2" fmla="*/ 1 w 23"/>
                  <a:gd name="T3" fmla="*/ 2 h 12"/>
                  <a:gd name="T4" fmla="*/ 6 w 23"/>
                  <a:gd name="T5" fmla="*/ 0 h 12"/>
                  <a:gd name="T6" fmla="*/ 17 w 23"/>
                  <a:gd name="T7" fmla="*/ 1 h 12"/>
                  <a:gd name="T8" fmla="*/ 21 w 23"/>
                  <a:gd name="T9" fmla="*/ 2 h 12"/>
                  <a:gd name="T10" fmla="*/ 21 w 23"/>
                  <a:gd name="T11" fmla="*/ 8 h 12"/>
                  <a:gd name="T12" fmla="*/ 15 w 23"/>
                  <a:gd name="T13" fmla="*/ 11 h 12"/>
                  <a:gd name="T14" fmla="*/ 10 w 23"/>
                  <a:gd name="T15" fmla="*/ 11 h 12"/>
                  <a:gd name="T16" fmla="*/ 6 w 23"/>
                  <a:gd name="T17" fmla="*/ 10 h 12"/>
                  <a:gd name="T18" fmla="*/ 2 w 23"/>
                  <a:gd name="T1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2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10" y="0"/>
                      <a:pt x="13" y="2"/>
                      <a:pt x="17" y="1"/>
                    </a:cubicBezTo>
                    <a:cubicBezTo>
                      <a:pt x="18" y="1"/>
                      <a:pt x="20" y="1"/>
                      <a:pt x="21" y="2"/>
                    </a:cubicBezTo>
                    <a:cubicBezTo>
                      <a:pt x="23" y="3"/>
                      <a:pt x="22" y="6"/>
                      <a:pt x="21" y="8"/>
                    </a:cubicBezTo>
                    <a:cubicBezTo>
                      <a:pt x="20" y="10"/>
                      <a:pt x="17" y="11"/>
                      <a:pt x="15" y="11"/>
                    </a:cubicBezTo>
                    <a:cubicBezTo>
                      <a:pt x="13" y="12"/>
                      <a:pt x="12" y="12"/>
                      <a:pt x="10" y="11"/>
                    </a:cubicBezTo>
                    <a:cubicBezTo>
                      <a:pt x="9" y="11"/>
                      <a:pt x="8" y="11"/>
                      <a:pt x="6" y="10"/>
                    </a:cubicBezTo>
                    <a:cubicBezTo>
                      <a:pt x="3" y="10"/>
                      <a:pt x="3" y="7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8" name="Freeform 3659">
                <a:extLst>
                  <a:ext uri="{FF2B5EF4-FFF2-40B4-BE49-F238E27FC236}">
                    <a16:creationId xmlns:a16="http://schemas.microsoft.com/office/drawing/2014/main" id="{951EF188-354E-4AA8-8FE6-2328E7415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709"/>
                <a:ext cx="4" cy="3"/>
              </a:xfrm>
              <a:custGeom>
                <a:avLst/>
                <a:gdLst>
                  <a:gd name="T0" fmla="*/ 3 w 11"/>
                  <a:gd name="T1" fmla="*/ 9 h 9"/>
                  <a:gd name="T2" fmla="*/ 0 w 11"/>
                  <a:gd name="T3" fmla="*/ 5 h 9"/>
                  <a:gd name="T4" fmla="*/ 0 w 11"/>
                  <a:gd name="T5" fmla="*/ 2 h 9"/>
                  <a:gd name="T6" fmla="*/ 4 w 11"/>
                  <a:gd name="T7" fmla="*/ 0 h 9"/>
                  <a:gd name="T8" fmla="*/ 9 w 11"/>
                  <a:gd name="T9" fmla="*/ 2 h 9"/>
                  <a:gd name="T10" fmla="*/ 10 w 11"/>
                  <a:gd name="T11" fmla="*/ 4 h 9"/>
                  <a:gd name="T12" fmla="*/ 10 w 11"/>
                  <a:gd name="T13" fmla="*/ 7 h 9"/>
                  <a:gd name="T14" fmla="*/ 6 w 11"/>
                  <a:gd name="T15" fmla="*/ 8 h 9"/>
                  <a:gd name="T16" fmla="*/ 3 w 11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3" y="9"/>
                    </a:moveTo>
                    <a:cubicBezTo>
                      <a:pt x="1" y="9"/>
                      <a:pt x="0" y="7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9" y="0"/>
                      <a:pt x="9" y="2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0" y="5"/>
                      <a:pt x="11" y="6"/>
                      <a:pt x="10" y="7"/>
                    </a:cubicBezTo>
                    <a:cubicBezTo>
                      <a:pt x="9" y="8"/>
                      <a:pt x="8" y="8"/>
                      <a:pt x="6" y="8"/>
                    </a:cubicBezTo>
                    <a:cubicBezTo>
                      <a:pt x="5" y="8"/>
                      <a:pt x="4" y="9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9" name="Freeform 3660">
                <a:extLst>
                  <a:ext uri="{FF2B5EF4-FFF2-40B4-BE49-F238E27FC236}">
                    <a16:creationId xmlns:a16="http://schemas.microsoft.com/office/drawing/2014/main" id="{417F049F-5405-4838-AFEC-721F73A4A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695"/>
                <a:ext cx="5" cy="4"/>
              </a:xfrm>
              <a:custGeom>
                <a:avLst/>
                <a:gdLst>
                  <a:gd name="T0" fmla="*/ 1 w 13"/>
                  <a:gd name="T1" fmla="*/ 7 h 10"/>
                  <a:gd name="T2" fmla="*/ 1 w 13"/>
                  <a:gd name="T3" fmla="*/ 7 h 10"/>
                  <a:gd name="T4" fmla="*/ 1 w 13"/>
                  <a:gd name="T5" fmla="*/ 6 h 10"/>
                  <a:gd name="T6" fmla="*/ 1 w 13"/>
                  <a:gd name="T7" fmla="*/ 3 h 10"/>
                  <a:gd name="T8" fmla="*/ 3 w 13"/>
                  <a:gd name="T9" fmla="*/ 2 h 10"/>
                  <a:gd name="T10" fmla="*/ 5 w 13"/>
                  <a:gd name="T11" fmla="*/ 1 h 10"/>
                  <a:gd name="T12" fmla="*/ 11 w 13"/>
                  <a:gd name="T13" fmla="*/ 2 h 10"/>
                  <a:gd name="T14" fmla="*/ 13 w 13"/>
                  <a:gd name="T15" fmla="*/ 4 h 10"/>
                  <a:gd name="T16" fmla="*/ 13 w 13"/>
                  <a:gd name="T17" fmla="*/ 7 h 10"/>
                  <a:gd name="T18" fmla="*/ 10 w 13"/>
                  <a:gd name="T19" fmla="*/ 9 h 10"/>
                  <a:gd name="T20" fmla="*/ 6 w 13"/>
                  <a:gd name="T21" fmla="*/ 10 h 10"/>
                  <a:gd name="T22" fmla="*/ 1 w 13"/>
                  <a:gd name="T23" fmla="*/ 7 h 10"/>
                  <a:gd name="T24" fmla="*/ 1 w 13"/>
                  <a:gd name="T2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0"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4" y="1"/>
                      <a:pt x="5" y="1"/>
                    </a:cubicBezTo>
                    <a:cubicBezTo>
                      <a:pt x="7" y="0"/>
                      <a:pt x="9" y="1"/>
                      <a:pt x="11" y="2"/>
                    </a:cubicBezTo>
                    <a:cubicBezTo>
                      <a:pt x="12" y="2"/>
                      <a:pt x="13" y="3"/>
                      <a:pt x="13" y="4"/>
                    </a:cubicBezTo>
                    <a:cubicBezTo>
                      <a:pt x="13" y="5"/>
                      <a:pt x="13" y="6"/>
                      <a:pt x="13" y="7"/>
                    </a:cubicBezTo>
                    <a:cubicBezTo>
                      <a:pt x="13" y="8"/>
                      <a:pt x="11" y="9"/>
                      <a:pt x="10" y="9"/>
                    </a:cubicBezTo>
                    <a:cubicBezTo>
                      <a:pt x="8" y="9"/>
                      <a:pt x="8" y="10"/>
                      <a:pt x="6" y="10"/>
                    </a:cubicBezTo>
                    <a:cubicBezTo>
                      <a:pt x="5" y="9"/>
                      <a:pt x="2" y="9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0" name="Freeform 3661">
                <a:extLst>
                  <a:ext uri="{FF2B5EF4-FFF2-40B4-BE49-F238E27FC236}">
                    <a16:creationId xmlns:a16="http://schemas.microsoft.com/office/drawing/2014/main" id="{1FE67421-686F-4E86-94B9-76BC579D5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683"/>
                <a:ext cx="10" cy="5"/>
              </a:xfrm>
              <a:custGeom>
                <a:avLst/>
                <a:gdLst>
                  <a:gd name="T0" fmla="*/ 1 w 24"/>
                  <a:gd name="T1" fmla="*/ 11 h 14"/>
                  <a:gd name="T2" fmla="*/ 1 w 24"/>
                  <a:gd name="T3" fmla="*/ 6 h 14"/>
                  <a:gd name="T4" fmla="*/ 4 w 24"/>
                  <a:gd name="T5" fmla="*/ 2 h 14"/>
                  <a:gd name="T6" fmla="*/ 9 w 24"/>
                  <a:gd name="T7" fmla="*/ 0 h 14"/>
                  <a:gd name="T8" fmla="*/ 14 w 24"/>
                  <a:gd name="T9" fmla="*/ 2 h 14"/>
                  <a:gd name="T10" fmla="*/ 22 w 24"/>
                  <a:gd name="T11" fmla="*/ 8 h 14"/>
                  <a:gd name="T12" fmla="*/ 18 w 24"/>
                  <a:gd name="T13" fmla="*/ 13 h 14"/>
                  <a:gd name="T14" fmla="*/ 13 w 24"/>
                  <a:gd name="T15" fmla="*/ 13 h 14"/>
                  <a:gd name="T16" fmla="*/ 8 w 24"/>
                  <a:gd name="T17" fmla="*/ 13 h 14"/>
                  <a:gd name="T18" fmla="*/ 1 w 24"/>
                  <a:gd name="T19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4">
                    <a:moveTo>
                      <a:pt x="1" y="11"/>
                    </a:moveTo>
                    <a:cubicBezTo>
                      <a:pt x="0" y="9"/>
                      <a:pt x="1" y="8"/>
                      <a:pt x="1" y="6"/>
                    </a:cubicBezTo>
                    <a:cubicBezTo>
                      <a:pt x="2" y="5"/>
                      <a:pt x="2" y="3"/>
                      <a:pt x="4" y="2"/>
                    </a:cubicBezTo>
                    <a:cubicBezTo>
                      <a:pt x="5" y="0"/>
                      <a:pt x="7" y="0"/>
                      <a:pt x="9" y="0"/>
                    </a:cubicBezTo>
                    <a:cubicBezTo>
                      <a:pt x="11" y="0"/>
                      <a:pt x="12" y="1"/>
                      <a:pt x="14" y="2"/>
                    </a:cubicBezTo>
                    <a:cubicBezTo>
                      <a:pt x="16" y="4"/>
                      <a:pt x="20" y="5"/>
                      <a:pt x="22" y="8"/>
                    </a:cubicBezTo>
                    <a:cubicBezTo>
                      <a:pt x="24" y="12"/>
                      <a:pt x="20" y="13"/>
                      <a:pt x="18" y="13"/>
                    </a:cubicBezTo>
                    <a:cubicBezTo>
                      <a:pt x="16" y="13"/>
                      <a:pt x="14" y="13"/>
                      <a:pt x="13" y="13"/>
                    </a:cubicBezTo>
                    <a:cubicBezTo>
                      <a:pt x="11" y="13"/>
                      <a:pt x="9" y="13"/>
                      <a:pt x="8" y="13"/>
                    </a:cubicBezTo>
                    <a:cubicBezTo>
                      <a:pt x="5" y="14"/>
                      <a:pt x="3" y="13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1" name="Freeform 3662">
                <a:extLst>
                  <a:ext uri="{FF2B5EF4-FFF2-40B4-BE49-F238E27FC236}">
                    <a16:creationId xmlns:a16="http://schemas.microsoft.com/office/drawing/2014/main" id="{EA586D45-BB41-4E58-BA7E-2117998DC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2" y="2528"/>
                <a:ext cx="340" cy="136"/>
              </a:xfrm>
              <a:custGeom>
                <a:avLst/>
                <a:gdLst>
                  <a:gd name="T0" fmla="*/ 810 w 835"/>
                  <a:gd name="T1" fmla="*/ 330 h 333"/>
                  <a:gd name="T2" fmla="*/ 778 w 835"/>
                  <a:gd name="T3" fmla="*/ 324 h 333"/>
                  <a:gd name="T4" fmla="*/ 753 w 835"/>
                  <a:gd name="T5" fmla="*/ 327 h 333"/>
                  <a:gd name="T6" fmla="*/ 741 w 835"/>
                  <a:gd name="T7" fmla="*/ 318 h 333"/>
                  <a:gd name="T8" fmla="*/ 731 w 835"/>
                  <a:gd name="T9" fmla="*/ 301 h 333"/>
                  <a:gd name="T10" fmla="*/ 693 w 835"/>
                  <a:gd name="T11" fmla="*/ 288 h 333"/>
                  <a:gd name="T12" fmla="*/ 669 w 835"/>
                  <a:gd name="T13" fmla="*/ 279 h 333"/>
                  <a:gd name="T14" fmla="*/ 640 w 835"/>
                  <a:gd name="T15" fmla="*/ 272 h 333"/>
                  <a:gd name="T16" fmla="*/ 614 w 835"/>
                  <a:gd name="T17" fmla="*/ 265 h 333"/>
                  <a:gd name="T18" fmla="*/ 603 w 835"/>
                  <a:gd name="T19" fmla="*/ 252 h 333"/>
                  <a:gd name="T20" fmla="*/ 590 w 835"/>
                  <a:gd name="T21" fmla="*/ 235 h 333"/>
                  <a:gd name="T22" fmla="*/ 567 w 835"/>
                  <a:gd name="T23" fmla="*/ 221 h 333"/>
                  <a:gd name="T24" fmla="*/ 552 w 835"/>
                  <a:gd name="T25" fmla="*/ 218 h 333"/>
                  <a:gd name="T26" fmla="*/ 516 w 835"/>
                  <a:gd name="T27" fmla="*/ 206 h 333"/>
                  <a:gd name="T28" fmla="*/ 492 w 835"/>
                  <a:gd name="T29" fmla="*/ 187 h 333"/>
                  <a:gd name="T30" fmla="*/ 476 w 835"/>
                  <a:gd name="T31" fmla="*/ 178 h 333"/>
                  <a:gd name="T32" fmla="*/ 448 w 835"/>
                  <a:gd name="T33" fmla="*/ 173 h 333"/>
                  <a:gd name="T34" fmla="*/ 414 w 835"/>
                  <a:gd name="T35" fmla="*/ 164 h 333"/>
                  <a:gd name="T36" fmla="*/ 400 w 835"/>
                  <a:gd name="T37" fmla="*/ 158 h 333"/>
                  <a:gd name="T38" fmla="*/ 373 w 835"/>
                  <a:gd name="T39" fmla="*/ 141 h 333"/>
                  <a:gd name="T40" fmla="*/ 359 w 835"/>
                  <a:gd name="T41" fmla="*/ 120 h 333"/>
                  <a:gd name="T42" fmla="*/ 348 w 835"/>
                  <a:gd name="T43" fmla="*/ 101 h 333"/>
                  <a:gd name="T44" fmla="*/ 333 w 835"/>
                  <a:gd name="T45" fmla="*/ 83 h 333"/>
                  <a:gd name="T46" fmla="*/ 305 w 835"/>
                  <a:gd name="T47" fmla="*/ 70 h 333"/>
                  <a:gd name="T48" fmla="*/ 275 w 835"/>
                  <a:gd name="T49" fmla="*/ 65 h 333"/>
                  <a:gd name="T50" fmla="*/ 239 w 835"/>
                  <a:gd name="T51" fmla="*/ 60 h 333"/>
                  <a:gd name="T52" fmla="*/ 217 w 835"/>
                  <a:gd name="T53" fmla="*/ 53 h 333"/>
                  <a:gd name="T54" fmla="*/ 186 w 835"/>
                  <a:gd name="T55" fmla="*/ 60 h 333"/>
                  <a:gd name="T56" fmla="*/ 171 w 835"/>
                  <a:gd name="T57" fmla="*/ 75 h 333"/>
                  <a:gd name="T58" fmla="*/ 149 w 835"/>
                  <a:gd name="T59" fmla="*/ 71 h 333"/>
                  <a:gd name="T60" fmla="*/ 116 w 835"/>
                  <a:gd name="T61" fmla="*/ 79 h 333"/>
                  <a:gd name="T62" fmla="*/ 94 w 835"/>
                  <a:gd name="T63" fmla="*/ 83 h 333"/>
                  <a:gd name="T64" fmla="*/ 90 w 835"/>
                  <a:gd name="T65" fmla="*/ 83 h 333"/>
                  <a:gd name="T66" fmla="*/ 60 w 835"/>
                  <a:gd name="T67" fmla="*/ 84 h 333"/>
                  <a:gd name="T68" fmla="*/ 18 w 835"/>
                  <a:gd name="T69" fmla="*/ 80 h 333"/>
                  <a:gd name="T70" fmla="*/ 1 w 835"/>
                  <a:gd name="T71" fmla="*/ 57 h 333"/>
                  <a:gd name="T72" fmla="*/ 6 w 835"/>
                  <a:gd name="T73" fmla="*/ 40 h 333"/>
                  <a:gd name="T74" fmla="*/ 20 w 835"/>
                  <a:gd name="T75" fmla="*/ 24 h 333"/>
                  <a:gd name="T76" fmla="*/ 20 w 835"/>
                  <a:gd name="T77" fmla="*/ 0 h 333"/>
                  <a:gd name="T78" fmla="*/ 69 w 835"/>
                  <a:gd name="T79" fmla="*/ 32 h 333"/>
                  <a:gd name="T80" fmla="*/ 111 w 835"/>
                  <a:gd name="T81" fmla="*/ 15 h 333"/>
                  <a:gd name="T82" fmla="*/ 159 w 835"/>
                  <a:gd name="T83" fmla="*/ 17 h 333"/>
                  <a:gd name="T84" fmla="*/ 201 w 835"/>
                  <a:gd name="T85" fmla="*/ 10 h 333"/>
                  <a:gd name="T86" fmla="*/ 246 w 835"/>
                  <a:gd name="T87" fmla="*/ 20 h 333"/>
                  <a:gd name="T88" fmla="*/ 286 w 835"/>
                  <a:gd name="T89" fmla="*/ 28 h 333"/>
                  <a:gd name="T90" fmla="*/ 323 w 835"/>
                  <a:gd name="T91" fmla="*/ 55 h 333"/>
                  <a:gd name="T92" fmla="*/ 360 w 835"/>
                  <a:gd name="T93" fmla="*/ 79 h 333"/>
                  <a:gd name="T94" fmla="*/ 382 w 835"/>
                  <a:gd name="T95" fmla="*/ 108 h 333"/>
                  <a:gd name="T96" fmla="*/ 448 w 835"/>
                  <a:gd name="T97" fmla="*/ 137 h 333"/>
                  <a:gd name="T98" fmla="*/ 494 w 835"/>
                  <a:gd name="T99" fmla="*/ 163 h 333"/>
                  <a:gd name="T100" fmla="*/ 560 w 835"/>
                  <a:gd name="T101" fmla="*/ 212 h 333"/>
                  <a:gd name="T102" fmla="*/ 611 w 835"/>
                  <a:gd name="T103" fmla="*/ 225 h 333"/>
                  <a:gd name="T104" fmla="*/ 665 w 835"/>
                  <a:gd name="T105" fmla="*/ 244 h 333"/>
                  <a:gd name="T106" fmla="*/ 748 w 835"/>
                  <a:gd name="T107" fmla="*/ 275 h 333"/>
                  <a:gd name="T108" fmla="*/ 794 w 835"/>
                  <a:gd name="T109" fmla="*/ 295 h 333"/>
                  <a:gd name="T110" fmla="*/ 835 w 835"/>
                  <a:gd name="T111" fmla="*/ 326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35" h="333">
                    <a:moveTo>
                      <a:pt x="835" y="326"/>
                    </a:moveTo>
                    <a:cubicBezTo>
                      <a:pt x="834" y="326"/>
                      <a:pt x="834" y="326"/>
                      <a:pt x="833" y="326"/>
                    </a:cubicBezTo>
                    <a:cubicBezTo>
                      <a:pt x="829" y="326"/>
                      <a:pt x="826" y="328"/>
                      <a:pt x="822" y="328"/>
                    </a:cubicBezTo>
                    <a:cubicBezTo>
                      <a:pt x="820" y="329"/>
                      <a:pt x="819" y="329"/>
                      <a:pt x="817" y="328"/>
                    </a:cubicBezTo>
                    <a:cubicBezTo>
                      <a:pt x="816" y="328"/>
                      <a:pt x="814" y="329"/>
                      <a:pt x="813" y="330"/>
                    </a:cubicBezTo>
                    <a:cubicBezTo>
                      <a:pt x="812" y="330"/>
                      <a:pt x="811" y="330"/>
                      <a:pt x="810" y="330"/>
                    </a:cubicBezTo>
                    <a:cubicBezTo>
                      <a:pt x="808" y="331"/>
                      <a:pt x="806" y="332"/>
                      <a:pt x="804" y="332"/>
                    </a:cubicBezTo>
                    <a:cubicBezTo>
                      <a:pt x="802" y="332"/>
                      <a:pt x="800" y="333"/>
                      <a:pt x="799" y="333"/>
                    </a:cubicBezTo>
                    <a:cubicBezTo>
                      <a:pt x="797" y="332"/>
                      <a:pt x="794" y="333"/>
                      <a:pt x="793" y="332"/>
                    </a:cubicBezTo>
                    <a:cubicBezTo>
                      <a:pt x="791" y="331"/>
                      <a:pt x="790" y="330"/>
                      <a:pt x="788" y="328"/>
                    </a:cubicBezTo>
                    <a:cubicBezTo>
                      <a:pt x="787" y="327"/>
                      <a:pt x="785" y="326"/>
                      <a:pt x="783" y="326"/>
                    </a:cubicBezTo>
                    <a:cubicBezTo>
                      <a:pt x="781" y="325"/>
                      <a:pt x="779" y="325"/>
                      <a:pt x="778" y="324"/>
                    </a:cubicBezTo>
                    <a:cubicBezTo>
                      <a:pt x="774" y="324"/>
                      <a:pt x="770" y="324"/>
                      <a:pt x="767" y="325"/>
                    </a:cubicBezTo>
                    <a:cubicBezTo>
                      <a:pt x="765" y="325"/>
                      <a:pt x="764" y="325"/>
                      <a:pt x="762" y="325"/>
                    </a:cubicBezTo>
                    <a:cubicBezTo>
                      <a:pt x="761" y="326"/>
                      <a:pt x="760" y="326"/>
                      <a:pt x="758" y="326"/>
                    </a:cubicBezTo>
                    <a:cubicBezTo>
                      <a:pt x="758" y="326"/>
                      <a:pt x="757" y="327"/>
                      <a:pt x="756" y="327"/>
                    </a:cubicBezTo>
                    <a:cubicBezTo>
                      <a:pt x="756" y="327"/>
                      <a:pt x="756" y="327"/>
                      <a:pt x="755" y="327"/>
                    </a:cubicBezTo>
                    <a:cubicBezTo>
                      <a:pt x="754" y="327"/>
                      <a:pt x="754" y="327"/>
                      <a:pt x="753" y="327"/>
                    </a:cubicBezTo>
                    <a:cubicBezTo>
                      <a:pt x="752" y="327"/>
                      <a:pt x="752" y="327"/>
                      <a:pt x="751" y="327"/>
                    </a:cubicBezTo>
                    <a:cubicBezTo>
                      <a:pt x="750" y="327"/>
                      <a:pt x="749" y="326"/>
                      <a:pt x="748" y="325"/>
                    </a:cubicBezTo>
                    <a:cubicBezTo>
                      <a:pt x="747" y="325"/>
                      <a:pt x="746" y="325"/>
                      <a:pt x="745" y="324"/>
                    </a:cubicBezTo>
                    <a:cubicBezTo>
                      <a:pt x="745" y="323"/>
                      <a:pt x="744" y="322"/>
                      <a:pt x="743" y="322"/>
                    </a:cubicBezTo>
                    <a:cubicBezTo>
                      <a:pt x="743" y="321"/>
                      <a:pt x="743" y="321"/>
                      <a:pt x="743" y="321"/>
                    </a:cubicBezTo>
                    <a:cubicBezTo>
                      <a:pt x="742" y="320"/>
                      <a:pt x="741" y="319"/>
                      <a:pt x="741" y="318"/>
                    </a:cubicBezTo>
                    <a:cubicBezTo>
                      <a:pt x="740" y="318"/>
                      <a:pt x="740" y="317"/>
                      <a:pt x="739" y="317"/>
                    </a:cubicBezTo>
                    <a:cubicBezTo>
                      <a:pt x="739" y="316"/>
                      <a:pt x="739" y="315"/>
                      <a:pt x="738" y="315"/>
                    </a:cubicBezTo>
                    <a:cubicBezTo>
                      <a:pt x="737" y="313"/>
                      <a:pt x="736" y="312"/>
                      <a:pt x="736" y="310"/>
                    </a:cubicBezTo>
                    <a:cubicBezTo>
                      <a:pt x="735" y="309"/>
                      <a:pt x="735" y="308"/>
                      <a:pt x="735" y="307"/>
                    </a:cubicBezTo>
                    <a:cubicBezTo>
                      <a:pt x="734" y="306"/>
                      <a:pt x="734" y="305"/>
                      <a:pt x="733" y="304"/>
                    </a:cubicBezTo>
                    <a:cubicBezTo>
                      <a:pt x="732" y="303"/>
                      <a:pt x="731" y="302"/>
                      <a:pt x="731" y="301"/>
                    </a:cubicBezTo>
                    <a:cubicBezTo>
                      <a:pt x="730" y="301"/>
                      <a:pt x="730" y="300"/>
                      <a:pt x="729" y="299"/>
                    </a:cubicBezTo>
                    <a:cubicBezTo>
                      <a:pt x="729" y="299"/>
                      <a:pt x="728" y="298"/>
                      <a:pt x="727" y="297"/>
                    </a:cubicBezTo>
                    <a:cubicBezTo>
                      <a:pt x="726" y="297"/>
                      <a:pt x="725" y="296"/>
                      <a:pt x="724" y="296"/>
                    </a:cubicBezTo>
                    <a:cubicBezTo>
                      <a:pt x="721" y="295"/>
                      <a:pt x="717" y="294"/>
                      <a:pt x="714" y="293"/>
                    </a:cubicBezTo>
                    <a:cubicBezTo>
                      <a:pt x="709" y="292"/>
                      <a:pt x="705" y="291"/>
                      <a:pt x="700" y="290"/>
                    </a:cubicBezTo>
                    <a:cubicBezTo>
                      <a:pt x="698" y="289"/>
                      <a:pt x="696" y="288"/>
                      <a:pt x="693" y="288"/>
                    </a:cubicBezTo>
                    <a:cubicBezTo>
                      <a:pt x="691" y="287"/>
                      <a:pt x="689" y="286"/>
                      <a:pt x="687" y="286"/>
                    </a:cubicBezTo>
                    <a:cubicBezTo>
                      <a:pt x="686" y="285"/>
                      <a:pt x="685" y="285"/>
                      <a:pt x="684" y="285"/>
                    </a:cubicBezTo>
                    <a:cubicBezTo>
                      <a:pt x="682" y="284"/>
                      <a:pt x="681" y="284"/>
                      <a:pt x="680" y="283"/>
                    </a:cubicBezTo>
                    <a:cubicBezTo>
                      <a:pt x="679" y="283"/>
                      <a:pt x="677" y="282"/>
                      <a:pt x="676" y="281"/>
                    </a:cubicBezTo>
                    <a:cubicBezTo>
                      <a:pt x="675" y="281"/>
                      <a:pt x="674" y="280"/>
                      <a:pt x="672" y="280"/>
                    </a:cubicBezTo>
                    <a:cubicBezTo>
                      <a:pt x="671" y="279"/>
                      <a:pt x="670" y="279"/>
                      <a:pt x="669" y="279"/>
                    </a:cubicBezTo>
                    <a:cubicBezTo>
                      <a:pt x="668" y="278"/>
                      <a:pt x="667" y="278"/>
                      <a:pt x="666" y="277"/>
                    </a:cubicBezTo>
                    <a:cubicBezTo>
                      <a:pt x="665" y="277"/>
                      <a:pt x="664" y="276"/>
                      <a:pt x="664" y="276"/>
                    </a:cubicBezTo>
                    <a:cubicBezTo>
                      <a:pt x="662" y="275"/>
                      <a:pt x="660" y="275"/>
                      <a:pt x="658" y="274"/>
                    </a:cubicBezTo>
                    <a:cubicBezTo>
                      <a:pt x="655" y="273"/>
                      <a:pt x="653" y="273"/>
                      <a:pt x="651" y="273"/>
                    </a:cubicBezTo>
                    <a:cubicBezTo>
                      <a:pt x="648" y="273"/>
                      <a:pt x="646" y="272"/>
                      <a:pt x="643" y="272"/>
                    </a:cubicBezTo>
                    <a:cubicBezTo>
                      <a:pt x="642" y="272"/>
                      <a:pt x="641" y="272"/>
                      <a:pt x="640" y="272"/>
                    </a:cubicBezTo>
                    <a:cubicBezTo>
                      <a:pt x="638" y="272"/>
                      <a:pt x="637" y="272"/>
                      <a:pt x="636" y="272"/>
                    </a:cubicBezTo>
                    <a:cubicBezTo>
                      <a:pt x="633" y="272"/>
                      <a:pt x="630" y="271"/>
                      <a:pt x="627" y="271"/>
                    </a:cubicBezTo>
                    <a:cubicBezTo>
                      <a:pt x="625" y="270"/>
                      <a:pt x="623" y="270"/>
                      <a:pt x="621" y="269"/>
                    </a:cubicBezTo>
                    <a:cubicBezTo>
                      <a:pt x="620" y="269"/>
                      <a:pt x="619" y="269"/>
                      <a:pt x="619" y="268"/>
                    </a:cubicBezTo>
                    <a:cubicBezTo>
                      <a:pt x="618" y="268"/>
                      <a:pt x="617" y="267"/>
                      <a:pt x="616" y="267"/>
                    </a:cubicBezTo>
                    <a:cubicBezTo>
                      <a:pt x="616" y="266"/>
                      <a:pt x="615" y="265"/>
                      <a:pt x="614" y="265"/>
                    </a:cubicBezTo>
                    <a:cubicBezTo>
                      <a:pt x="614" y="265"/>
                      <a:pt x="613" y="264"/>
                      <a:pt x="613" y="264"/>
                    </a:cubicBezTo>
                    <a:cubicBezTo>
                      <a:pt x="612" y="263"/>
                      <a:pt x="611" y="263"/>
                      <a:pt x="611" y="262"/>
                    </a:cubicBezTo>
                    <a:cubicBezTo>
                      <a:pt x="610" y="261"/>
                      <a:pt x="610" y="261"/>
                      <a:pt x="609" y="260"/>
                    </a:cubicBezTo>
                    <a:cubicBezTo>
                      <a:pt x="608" y="259"/>
                      <a:pt x="608" y="257"/>
                      <a:pt x="607" y="256"/>
                    </a:cubicBezTo>
                    <a:cubicBezTo>
                      <a:pt x="606" y="256"/>
                      <a:pt x="606" y="255"/>
                      <a:pt x="605" y="255"/>
                    </a:cubicBezTo>
                    <a:cubicBezTo>
                      <a:pt x="604" y="254"/>
                      <a:pt x="604" y="253"/>
                      <a:pt x="603" y="252"/>
                    </a:cubicBezTo>
                    <a:cubicBezTo>
                      <a:pt x="603" y="251"/>
                      <a:pt x="603" y="251"/>
                      <a:pt x="603" y="251"/>
                    </a:cubicBezTo>
                    <a:cubicBezTo>
                      <a:pt x="602" y="251"/>
                      <a:pt x="602" y="250"/>
                      <a:pt x="602" y="250"/>
                    </a:cubicBezTo>
                    <a:cubicBezTo>
                      <a:pt x="601" y="249"/>
                      <a:pt x="601" y="248"/>
                      <a:pt x="600" y="247"/>
                    </a:cubicBezTo>
                    <a:cubicBezTo>
                      <a:pt x="599" y="245"/>
                      <a:pt x="598" y="244"/>
                      <a:pt x="596" y="242"/>
                    </a:cubicBezTo>
                    <a:cubicBezTo>
                      <a:pt x="595" y="240"/>
                      <a:pt x="594" y="239"/>
                      <a:pt x="592" y="238"/>
                    </a:cubicBezTo>
                    <a:cubicBezTo>
                      <a:pt x="591" y="237"/>
                      <a:pt x="591" y="236"/>
                      <a:pt x="590" y="235"/>
                    </a:cubicBezTo>
                    <a:cubicBezTo>
                      <a:pt x="589" y="234"/>
                      <a:pt x="588" y="233"/>
                      <a:pt x="587" y="232"/>
                    </a:cubicBezTo>
                    <a:cubicBezTo>
                      <a:pt x="586" y="231"/>
                      <a:pt x="585" y="230"/>
                      <a:pt x="583" y="229"/>
                    </a:cubicBezTo>
                    <a:cubicBezTo>
                      <a:pt x="580" y="226"/>
                      <a:pt x="576" y="225"/>
                      <a:pt x="572" y="223"/>
                    </a:cubicBezTo>
                    <a:cubicBezTo>
                      <a:pt x="571" y="223"/>
                      <a:pt x="571" y="223"/>
                      <a:pt x="570" y="223"/>
                    </a:cubicBezTo>
                    <a:cubicBezTo>
                      <a:pt x="570" y="222"/>
                      <a:pt x="569" y="222"/>
                      <a:pt x="569" y="222"/>
                    </a:cubicBezTo>
                    <a:cubicBezTo>
                      <a:pt x="568" y="221"/>
                      <a:pt x="567" y="221"/>
                      <a:pt x="567" y="221"/>
                    </a:cubicBezTo>
                    <a:cubicBezTo>
                      <a:pt x="566" y="221"/>
                      <a:pt x="566" y="220"/>
                      <a:pt x="565" y="220"/>
                    </a:cubicBezTo>
                    <a:cubicBezTo>
                      <a:pt x="565" y="220"/>
                      <a:pt x="565" y="220"/>
                      <a:pt x="565" y="220"/>
                    </a:cubicBezTo>
                    <a:cubicBezTo>
                      <a:pt x="564" y="220"/>
                      <a:pt x="563" y="220"/>
                      <a:pt x="562" y="219"/>
                    </a:cubicBezTo>
                    <a:cubicBezTo>
                      <a:pt x="561" y="219"/>
                      <a:pt x="559" y="219"/>
                      <a:pt x="558" y="219"/>
                    </a:cubicBezTo>
                    <a:cubicBezTo>
                      <a:pt x="557" y="219"/>
                      <a:pt x="556" y="219"/>
                      <a:pt x="555" y="219"/>
                    </a:cubicBezTo>
                    <a:cubicBezTo>
                      <a:pt x="554" y="219"/>
                      <a:pt x="553" y="219"/>
                      <a:pt x="552" y="218"/>
                    </a:cubicBezTo>
                    <a:cubicBezTo>
                      <a:pt x="551" y="218"/>
                      <a:pt x="550" y="218"/>
                      <a:pt x="549" y="218"/>
                    </a:cubicBezTo>
                    <a:cubicBezTo>
                      <a:pt x="547" y="218"/>
                      <a:pt x="545" y="218"/>
                      <a:pt x="543" y="217"/>
                    </a:cubicBezTo>
                    <a:cubicBezTo>
                      <a:pt x="539" y="216"/>
                      <a:pt x="535" y="215"/>
                      <a:pt x="531" y="214"/>
                    </a:cubicBezTo>
                    <a:cubicBezTo>
                      <a:pt x="528" y="213"/>
                      <a:pt x="526" y="212"/>
                      <a:pt x="523" y="211"/>
                    </a:cubicBezTo>
                    <a:cubicBezTo>
                      <a:pt x="522" y="210"/>
                      <a:pt x="521" y="209"/>
                      <a:pt x="520" y="208"/>
                    </a:cubicBezTo>
                    <a:cubicBezTo>
                      <a:pt x="518" y="207"/>
                      <a:pt x="517" y="207"/>
                      <a:pt x="516" y="206"/>
                    </a:cubicBezTo>
                    <a:cubicBezTo>
                      <a:pt x="514" y="204"/>
                      <a:pt x="513" y="203"/>
                      <a:pt x="511" y="202"/>
                    </a:cubicBezTo>
                    <a:cubicBezTo>
                      <a:pt x="510" y="201"/>
                      <a:pt x="509" y="201"/>
                      <a:pt x="508" y="200"/>
                    </a:cubicBezTo>
                    <a:cubicBezTo>
                      <a:pt x="506" y="198"/>
                      <a:pt x="504" y="196"/>
                      <a:pt x="502" y="194"/>
                    </a:cubicBezTo>
                    <a:cubicBezTo>
                      <a:pt x="501" y="193"/>
                      <a:pt x="500" y="192"/>
                      <a:pt x="499" y="192"/>
                    </a:cubicBezTo>
                    <a:cubicBezTo>
                      <a:pt x="498" y="191"/>
                      <a:pt x="498" y="191"/>
                      <a:pt x="497" y="190"/>
                    </a:cubicBezTo>
                    <a:cubicBezTo>
                      <a:pt x="495" y="189"/>
                      <a:pt x="494" y="187"/>
                      <a:pt x="492" y="187"/>
                    </a:cubicBezTo>
                    <a:cubicBezTo>
                      <a:pt x="491" y="186"/>
                      <a:pt x="490" y="185"/>
                      <a:pt x="489" y="184"/>
                    </a:cubicBezTo>
                    <a:cubicBezTo>
                      <a:pt x="488" y="183"/>
                      <a:pt x="487" y="183"/>
                      <a:pt x="485" y="182"/>
                    </a:cubicBezTo>
                    <a:cubicBezTo>
                      <a:pt x="485" y="182"/>
                      <a:pt x="484" y="182"/>
                      <a:pt x="484" y="182"/>
                    </a:cubicBezTo>
                    <a:cubicBezTo>
                      <a:pt x="483" y="182"/>
                      <a:pt x="483" y="181"/>
                      <a:pt x="482" y="181"/>
                    </a:cubicBezTo>
                    <a:cubicBezTo>
                      <a:pt x="481" y="181"/>
                      <a:pt x="480" y="180"/>
                      <a:pt x="479" y="179"/>
                    </a:cubicBezTo>
                    <a:cubicBezTo>
                      <a:pt x="478" y="179"/>
                      <a:pt x="477" y="179"/>
                      <a:pt x="476" y="178"/>
                    </a:cubicBezTo>
                    <a:cubicBezTo>
                      <a:pt x="475" y="178"/>
                      <a:pt x="474" y="178"/>
                      <a:pt x="473" y="178"/>
                    </a:cubicBezTo>
                    <a:cubicBezTo>
                      <a:pt x="472" y="178"/>
                      <a:pt x="471" y="178"/>
                      <a:pt x="470" y="177"/>
                    </a:cubicBezTo>
                    <a:cubicBezTo>
                      <a:pt x="468" y="177"/>
                      <a:pt x="467" y="177"/>
                      <a:pt x="466" y="176"/>
                    </a:cubicBezTo>
                    <a:cubicBezTo>
                      <a:pt x="463" y="176"/>
                      <a:pt x="460" y="175"/>
                      <a:pt x="457" y="174"/>
                    </a:cubicBezTo>
                    <a:cubicBezTo>
                      <a:pt x="456" y="174"/>
                      <a:pt x="454" y="174"/>
                      <a:pt x="453" y="174"/>
                    </a:cubicBezTo>
                    <a:cubicBezTo>
                      <a:pt x="451" y="173"/>
                      <a:pt x="450" y="173"/>
                      <a:pt x="448" y="173"/>
                    </a:cubicBezTo>
                    <a:cubicBezTo>
                      <a:pt x="446" y="172"/>
                      <a:pt x="444" y="172"/>
                      <a:pt x="442" y="172"/>
                    </a:cubicBezTo>
                    <a:cubicBezTo>
                      <a:pt x="441" y="171"/>
                      <a:pt x="439" y="171"/>
                      <a:pt x="437" y="171"/>
                    </a:cubicBezTo>
                    <a:cubicBezTo>
                      <a:pt x="435" y="170"/>
                      <a:pt x="433" y="170"/>
                      <a:pt x="431" y="170"/>
                    </a:cubicBezTo>
                    <a:cubicBezTo>
                      <a:pt x="429" y="169"/>
                      <a:pt x="428" y="169"/>
                      <a:pt x="426" y="168"/>
                    </a:cubicBezTo>
                    <a:cubicBezTo>
                      <a:pt x="424" y="168"/>
                      <a:pt x="422" y="167"/>
                      <a:pt x="420" y="166"/>
                    </a:cubicBezTo>
                    <a:cubicBezTo>
                      <a:pt x="418" y="166"/>
                      <a:pt x="416" y="165"/>
                      <a:pt x="414" y="164"/>
                    </a:cubicBezTo>
                    <a:cubicBezTo>
                      <a:pt x="413" y="164"/>
                      <a:pt x="413" y="164"/>
                      <a:pt x="412" y="163"/>
                    </a:cubicBezTo>
                    <a:cubicBezTo>
                      <a:pt x="411" y="163"/>
                      <a:pt x="410" y="163"/>
                      <a:pt x="410" y="163"/>
                    </a:cubicBezTo>
                    <a:cubicBezTo>
                      <a:pt x="409" y="162"/>
                      <a:pt x="409" y="162"/>
                      <a:pt x="408" y="162"/>
                    </a:cubicBezTo>
                    <a:cubicBezTo>
                      <a:pt x="408" y="161"/>
                      <a:pt x="407" y="161"/>
                      <a:pt x="406" y="161"/>
                    </a:cubicBezTo>
                    <a:cubicBezTo>
                      <a:pt x="406" y="161"/>
                      <a:pt x="405" y="161"/>
                      <a:pt x="404" y="160"/>
                    </a:cubicBezTo>
                    <a:cubicBezTo>
                      <a:pt x="403" y="160"/>
                      <a:pt x="401" y="159"/>
                      <a:pt x="400" y="158"/>
                    </a:cubicBezTo>
                    <a:cubicBezTo>
                      <a:pt x="398" y="157"/>
                      <a:pt x="395" y="156"/>
                      <a:pt x="393" y="155"/>
                    </a:cubicBezTo>
                    <a:cubicBezTo>
                      <a:pt x="391" y="153"/>
                      <a:pt x="389" y="152"/>
                      <a:pt x="386" y="151"/>
                    </a:cubicBezTo>
                    <a:cubicBezTo>
                      <a:pt x="385" y="150"/>
                      <a:pt x="384" y="150"/>
                      <a:pt x="383" y="149"/>
                    </a:cubicBezTo>
                    <a:cubicBezTo>
                      <a:pt x="381" y="148"/>
                      <a:pt x="380" y="147"/>
                      <a:pt x="379" y="146"/>
                    </a:cubicBezTo>
                    <a:cubicBezTo>
                      <a:pt x="378" y="145"/>
                      <a:pt x="377" y="145"/>
                      <a:pt x="376" y="144"/>
                    </a:cubicBezTo>
                    <a:cubicBezTo>
                      <a:pt x="375" y="143"/>
                      <a:pt x="374" y="142"/>
                      <a:pt x="373" y="141"/>
                    </a:cubicBezTo>
                    <a:cubicBezTo>
                      <a:pt x="372" y="139"/>
                      <a:pt x="370" y="137"/>
                      <a:pt x="369" y="135"/>
                    </a:cubicBezTo>
                    <a:cubicBezTo>
                      <a:pt x="367" y="134"/>
                      <a:pt x="367" y="132"/>
                      <a:pt x="366" y="130"/>
                    </a:cubicBezTo>
                    <a:cubicBezTo>
                      <a:pt x="365" y="128"/>
                      <a:pt x="364" y="127"/>
                      <a:pt x="363" y="125"/>
                    </a:cubicBezTo>
                    <a:cubicBezTo>
                      <a:pt x="362" y="125"/>
                      <a:pt x="362" y="124"/>
                      <a:pt x="361" y="124"/>
                    </a:cubicBezTo>
                    <a:cubicBezTo>
                      <a:pt x="361" y="123"/>
                      <a:pt x="360" y="122"/>
                      <a:pt x="360" y="122"/>
                    </a:cubicBezTo>
                    <a:cubicBezTo>
                      <a:pt x="360" y="121"/>
                      <a:pt x="359" y="121"/>
                      <a:pt x="359" y="120"/>
                    </a:cubicBezTo>
                    <a:cubicBezTo>
                      <a:pt x="358" y="119"/>
                      <a:pt x="357" y="118"/>
                      <a:pt x="356" y="117"/>
                    </a:cubicBezTo>
                    <a:cubicBezTo>
                      <a:pt x="356" y="116"/>
                      <a:pt x="355" y="115"/>
                      <a:pt x="355" y="114"/>
                    </a:cubicBezTo>
                    <a:cubicBezTo>
                      <a:pt x="354" y="113"/>
                      <a:pt x="353" y="112"/>
                      <a:pt x="353" y="111"/>
                    </a:cubicBezTo>
                    <a:cubicBezTo>
                      <a:pt x="352" y="109"/>
                      <a:pt x="352" y="108"/>
                      <a:pt x="351" y="106"/>
                    </a:cubicBezTo>
                    <a:cubicBezTo>
                      <a:pt x="351" y="105"/>
                      <a:pt x="350" y="104"/>
                      <a:pt x="350" y="103"/>
                    </a:cubicBezTo>
                    <a:cubicBezTo>
                      <a:pt x="349" y="102"/>
                      <a:pt x="349" y="101"/>
                      <a:pt x="348" y="101"/>
                    </a:cubicBezTo>
                    <a:cubicBezTo>
                      <a:pt x="347" y="100"/>
                      <a:pt x="347" y="99"/>
                      <a:pt x="346" y="98"/>
                    </a:cubicBezTo>
                    <a:cubicBezTo>
                      <a:pt x="346" y="97"/>
                      <a:pt x="345" y="97"/>
                      <a:pt x="345" y="96"/>
                    </a:cubicBezTo>
                    <a:cubicBezTo>
                      <a:pt x="344" y="95"/>
                      <a:pt x="344" y="94"/>
                      <a:pt x="343" y="93"/>
                    </a:cubicBezTo>
                    <a:cubicBezTo>
                      <a:pt x="342" y="91"/>
                      <a:pt x="341" y="89"/>
                      <a:pt x="339" y="88"/>
                    </a:cubicBezTo>
                    <a:cubicBezTo>
                      <a:pt x="338" y="87"/>
                      <a:pt x="337" y="86"/>
                      <a:pt x="336" y="86"/>
                    </a:cubicBezTo>
                    <a:cubicBezTo>
                      <a:pt x="335" y="85"/>
                      <a:pt x="334" y="83"/>
                      <a:pt x="333" y="83"/>
                    </a:cubicBezTo>
                    <a:cubicBezTo>
                      <a:pt x="331" y="81"/>
                      <a:pt x="329" y="80"/>
                      <a:pt x="327" y="79"/>
                    </a:cubicBezTo>
                    <a:cubicBezTo>
                      <a:pt x="325" y="78"/>
                      <a:pt x="323" y="77"/>
                      <a:pt x="321" y="76"/>
                    </a:cubicBezTo>
                    <a:cubicBezTo>
                      <a:pt x="320" y="75"/>
                      <a:pt x="318" y="74"/>
                      <a:pt x="316" y="74"/>
                    </a:cubicBezTo>
                    <a:cubicBezTo>
                      <a:pt x="315" y="73"/>
                      <a:pt x="313" y="72"/>
                      <a:pt x="312" y="72"/>
                    </a:cubicBezTo>
                    <a:cubicBezTo>
                      <a:pt x="311" y="72"/>
                      <a:pt x="309" y="71"/>
                      <a:pt x="308" y="70"/>
                    </a:cubicBezTo>
                    <a:cubicBezTo>
                      <a:pt x="307" y="70"/>
                      <a:pt x="306" y="70"/>
                      <a:pt x="305" y="70"/>
                    </a:cubicBezTo>
                    <a:cubicBezTo>
                      <a:pt x="304" y="69"/>
                      <a:pt x="303" y="69"/>
                      <a:pt x="302" y="69"/>
                    </a:cubicBezTo>
                    <a:cubicBezTo>
                      <a:pt x="301" y="69"/>
                      <a:pt x="300" y="69"/>
                      <a:pt x="299" y="69"/>
                    </a:cubicBezTo>
                    <a:cubicBezTo>
                      <a:pt x="297" y="69"/>
                      <a:pt x="295" y="68"/>
                      <a:pt x="293" y="68"/>
                    </a:cubicBezTo>
                    <a:cubicBezTo>
                      <a:pt x="292" y="68"/>
                      <a:pt x="291" y="68"/>
                      <a:pt x="290" y="68"/>
                    </a:cubicBezTo>
                    <a:cubicBezTo>
                      <a:pt x="288" y="68"/>
                      <a:pt x="287" y="68"/>
                      <a:pt x="285" y="68"/>
                    </a:cubicBezTo>
                    <a:cubicBezTo>
                      <a:pt x="282" y="67"/>
                      <a:pt x="278" y="66"/>
                      <a:pt x="275" y="65"/>
                    </a:cubicBezTo>
                    <a:cubicBezTo>
                      <a:pt x="273" y="65"/>
                      <a:pt x="272" y="65"/>
                      <a:pt x="271" y="65"/>
                    </a:cubicBezTo>
                    <a:cubicBezTo>
                      <a:pt x="269" y="65"/>
                      <a:pt x="268" y="64"/>
                      <a:pt x="266" y="64"/>
                    </a:cubicBezTo>
                    <a:cubicBezTo>
                      <a:pt x="263" y="63"/>
                      <a:pt x="259" y="63"/>
                      <a:pt x="256" y="63"/>
                    </a:cubicBezTo>
                    <a:cubicBezTo>
                      <a:pt x="254" y="62"/>
                      <a:pt x="252" y="62"/>
                      <a:pt x="250" y="62"/>
                    </a:cubicBezTo>
                    <a:cubicBezTo>
                      <a:pt x="249" y="62"/>
                      <a:pt x="247" y="61"/>
                      <a:pt x="246" y="61"/>
                    </a:cubicBezTo>
                    <a:cubicBezTo>
                      <a:pt x="243" y="61"/>
                      <a:pt x="241" y="60"/>
                      <a:pt x="239" y="60"/>
                    </a:cubicBezTo>
                    <a:cubicBezTo>
                      <a:pt x="238" y="60"/>
                      <a:pt x="237" y="60"/>
                      <a:pt x="236" y="59"/>
                    </a:cubicBezTo>
                    <a:cubicBezTo>
                      <a:pt x="235" y="59"/>
                      <a:pt x="234" y="59"/>
                      <a:pt x="234" y="59"/>
                    </a:cubicBezTo>
                    <a:cubicBezTo>
                      <a:pt x="233" y="59"/>
                      <a:pt x="232" y="59"/>
                      <a:pt x="232" y="58"/>
                    </a:cubicBezTo>
                    <a:cubicBezTo>
                      <a:pt x="230" y="58"/>
                      <a:pt x="229" y="57"/>
                      <a:pt x="227" y="57"/>
                    </a:cubicBezTo>
                    <a:cubicBezTo>
                      <a:pt x="226" y="56"/>
                      <a:pt x="224" y="55"/>
                      <a:pt x="223" y="55"/>
                    </a:cubicBezTo>
                    <a:cubicBezTo>
                      <a:pt x="221" y="54"/>
                      <a:pt x="219" y="54"/>
                      <a:pt x="217" y="53"/>
                    </a:cubicBezTo>
                    <a:cubicBezTo>
                      <a:pt x="215" y="53"/>
                      <a:pt x="214" y="52"/>
                      <a:pt x="212" y="52"/>
                    </a:cubicBezTo>
                    <a:cubicBezTo>
                      <a:pt x="210" y="51"/>
                      <a:pt x="208" y="52"/>
                      <a:pt x="206" y="52"/>
                    </a:cubicBezTo>
                    <a:cubicBezTo>
                      <a:pt x="204" y="52"/>
                      <a:pt x="201" y="52"/>
                      <a:pt x="199" y="52"/>
                    </a:cubicBezTo>
                    <a:cubicBezTo>
                      <a:pt x="198" y="53"/>
                      <a:pt x="196" y="54"/>
                      <a:pt x="194" y="55"/>
                    </a:cubicBezTo>
                    <a:cubicBezTo>
                      <a:pt x="193" y="55"/>
                      <a:pt x="191" y="56"/>
                      <a:pt x="190" y="57"/>
                    </a:cubicBezTo>
                    <a:cubicBezTo>
                      <a:pt x="188" y="59"/>
                      <a:pt x="187" y="59"/>
                      <a:pt x="186" y="60"/>
                    </a:cubicBezTo>
                    <a:cubicBezTo>
                      <a:pt x="184" y="62"/>
                      <a:pt x="183" y="63"/>
                      <a:pt x="182" y="65"/>
                    </a:cubicBezTo>
                    <a:cubicBezTo>
                      <a:pt x="181" y="66"/>
                      <a:pt x="180" y="66"/>
                      <a:pt x="179" y="67"/>
                    </a:cubicBezTo>
                    <a:cubicBezTo>
                      <a:pt x="178" y="68"/>
                      <a:pt x="178" y="69"/>
                      <a:pt x="177" y="70"/>
                    </a:cubicBezTo>
                    <a:cubicBezTo>
                      <a:pt x="176" y="70"/>
                      <a:pt x="175" y="71"/>
                      <a:pt x="174" y="72"/>
                    </a:cubicBezTo>
                    <a:cubicBezTo>
                      <a:pt x="174" y="72"/>
                      <a:pt x="173" y="73"/>
                      <a:pt x="172" y="73"/>
                    </a:cubicBezTo>
                    <a:cubicBezTo>
                      <a:pt x="172" y="74"/>
                      <a:pt x="171" y="75"/>
                      <a:pt x="171" y="75"/>
                    </a:cubicBezTo>
                    <a:cubicBezTo>
                      <a:pt x="170" y="75"/>
                      <a:pt x="170" y="76"/>
                      <a:pt x="169" y="76"/>
                    </a:cubicBezTo>
                    <a:cubicBezTo>
                      <a:pt x="168" y="77"/>
                      <a:pt x="166" y="76"/>
                      <a:pt x="165" y="76"/>
                    </a:cubicBezTo>
                    <a:cubicBezTo>
                      <a:pt x="164" y="76"/>
                      <a:pt x="162" y="76"/>
                      <a:pt x="161" y="76"/>
                    </a:cubicBezTo>
                    <a:cubicBezTo>
                      <a:pt x="160" y="76"/>
                      <a:pt x="159" y="75"/>
                      <a:pt x="158" y="74"/>
                    </a:cubicBezTo>
                    <a:cubicBezTo>
                      <a:pt x="157" y="73"/>
                      <a:pt x="156" y="72"/>
                      <a:pt x="154" y="72"/>
                    </a:cubicBezTo>
                    <a:cubicBezTo>
                      <a:pt x="153" y="71"/>
                      <a:pt x="151" y="71"/>
                      <a:pt x="149" y="71"/>
                    </a:cubicBezTo>
                    <a:cubicBezTo>
                      <a:pt x="148" y="71"/>
                      <a:pt x="147" y="71"/>
                      <a:pt x="145" y="71"/>
                    </a:cubicBezTo>
                    <a:cubicBezTo>
                      <a:pt x="144" y="72"/>
                      <a:pt x="143" y="73"/>
                      <a:pt x="142" y="73"/>
                    </a:cubicBezTo>
                    <a:cubicBezTo>
                      <a:pt x="140" y="75"/>
                      <a:pt x="138" y="76"/>
                      <a:pt x="136" y="77"/>
                    </a:cubicBezTo>
                    <a:cubicBezTo>
                      <a:pt x="135" y="77"/>
                      <a:pt x="133" y="78"/>
                      <a:pt x="131" y="78"/>
                    </a:cubicBezTo>
                    <a:cubicBezTo>
                      <a:pt x="128" y="78"/>
                      <a:pt x="125" y="78"/>
                      <a:pt x="122" y="78"/>
                    </a:cubicBezTo>
                    <a:cubicBezTo>
                      <a:pt x="120" y="78"/>
                      <a:pt x="118" y="79"/>
                      <a:pt x="116" y="79"/>
                    </a:cubicBezTo>
                    <a:cubicBezTo>
                      <a:pt x="114" y="80"/>
                      <a:pt x="112" y="80"/>
                      <a:pt x="110" y="80"/>
                    </a:cubicBezTo>
                    <a:cubicBezTo>
                      <a:pt x="108" y="81"/>
                      <a:pt x="107" y="81"/>
                      <a:pt x="105" y="81"/>
                    </a:cubicBezTo>
                    <a:cubicBezTo>
                      <a:pt x="103" y="81"/>
                      <a:pt x="101" y="82"/>
                      <a:pt x="99" y="82"/>
                    </a:cubicBezTo>
                    <a:cubicBezTo>
                      <a:pt x="98" y="82"/>
                      <a:pt x="97" y="82"/>
                      <a:pt x="97" y="82"/>
                    </a:cubicBezTo>
                    <a:cubicBezTo>
                      <a:pt x="94" y="86"/>
                      <a:pt x="94" y="86"/>
                      <a:pt x="94" y="86"/>
                    </a:cubicBezTo>
                    <a:cubicBezTo>
                      <a:pt x="94" y="83"/>
                      <a:pt x="94" y="83"/>
                      <a:pt x="94" y="83"/>
                    </a:cubicBezTo>
                    <a:cubicBezTo>
                      <a:pt x="94" y="83"/>
                      <a:pt x="94" y="83"/>
                      <a:pt x="94" y="83"/>
                    </a:cubicBezTo>
                    <a:cubicBezTo>
                      <a:pt x="95" y="82"/>
                      <a:pt x="95" y="82"/>
                      <a:pt x="96" y="82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2"/>
                      <a:pt x="95" y="82"/>
                      <a:pt x="94" y="83"/>
                    </a:cubicBezTo>
                    <a:cubicBezTo>
                      <a:pt x="93" y="83"/>
                      <a:pt x="92" y="83"/>
                      <a:pt x="92" y="83"/>
                    </a:cubicBezTo>
                    <a:cubicBezTo>
                      <a:pt x="91" y="83"/>
                      <a:pt x="90" y="83"/>
                      <a:pt x="90" y="83"/>
                    </a:cubicBezTo>
                    <a:cubicBezTo>
                      <a:pt x="89" y="83"/>
                      <a:pt x="88" y="83"/>
                      <a:pt x="87" y="83"/>
                    </a:cubicBezTo>
                    <a:cubicBezTo>
                      <a:pt x="85" y="83"/>
                      <a:pt x="84" y="83"/>
                      <a:pt x="82" y="83"/>
                    </a:cubicBezTo>
                    <a:cubicBezTo>
                      <a:pt x="81" y="83"/>
                      <a:pt x="80" y="84"/>
                      <a:pt x="79" y="84"/>
                    </a:cubicBezTo>
                    <a:cubicBezTo>
                      <a:pt x="78" y="84"/>
                      <a:pt x="76" y="84"/>
                      <a:pt x="75" y="84"/>
                    </a:cubicBezTo>
                    <a:cubicBezTo>
                      <a:pt x="71" y="83"/>
                      <a:pt x="68" y="84"/>
                      <a:pt x="64" y="84"/>
                    </a:cubicBezTo>
                    <a:cubicBezTo>
                      <a:pt x="63" y="84"/>
                      <a:pt x="61" y="83"/>
                      <a:pt x="60" y="84"/>
                    </a:cubicBezTo>
                    <a:cubicBezTo>
                      <a:pt x="59" y="84"/>
                      <a:pt x="58" y="84"/>
                      <a:pt x="57" y="84"/>
                    </a:cubicBezTo>
                    <a:cubicBezTo>
                      <a:pt x="51" y="84"/>
                      <a:pt x="46" y="85"/>
                      <a:pt x="41" y="85"/>
                    </a:cubicBezTo>
                    <a:cubicBezTo>
                      <a:pt x="39" y="85"/>
                      <a:pt x="37" y="85"/>
                      <a:pt x="35" y="85"/>
                    </a:cubicBezTo>
                    <a:cubicBezTo>
                      <a:pt x="33" y="85"/>
                      <a:pt x="31" y="84"/>
                      <a:pt x="29" y="84"/>
                    </a:cubicBezTo>
                    <a:cubicBezTo>
                      <a:pt x="26" y="84"/>
                      <a:pt x="24" y="83"/>
                      <a:pt x="22" y="83"/>
                    </a:cubicBezTo>
                    <a:cubicBezTo>
                      <a:pt x="20" y="82"/>
                      <a:pt x="19" y="81"/>
                      <a:pt x="18" y="80"/>
                    </a:cubicBezTo>
                    <a:cubicBezTo>
                      <a:pt x="15" y="78"/>
                      <a:pt x="13" y="76"/>
                      <a:pt x="11" y="74"/>
                    </a:cubicBezTo>
                    <a:cubicBezTo>
                      <a:pt x="9" y="73"/>
                      <a:pt x="8" y="72"/>
                      <a:pt x="6" y="70"/>
                    </a:cubicBezTo>
                    <a:cubicBezTo>
                      <a:pt x="6" y="69"/>
                      <a:pt x="5" y="69"/>
                      <a:pt x="4" y="68"/>
                    </a:cubicBezTo>
                    <a:cubicBezTo>
                      <a:pt x="4" y="67"/>
                      <a:pt x="4" y="66"/>
                      <a:pt x="3" y="66"/>
                    </a:cubicBezTo>
                    <a:cubicBezTo>
                      <a:pt x="3" y="64"/>
                      <a:pt x="2" y="62"/>
                      <a:pt x="1" y="60"/>
                    </a:cubicBezTo>
                    <a:cubicBezTo>
                      <a:pt x="1" y="59"/>
                      <a:pt x="1" y="58"/>
                      <a:pt x="1" y="57"/>
                    </a:cubicBezTo>
                    <a:cubicBezTo>
                      <a:pt x="1" y="57"/>
                      <a:pt x="0" y="56"/>
                      <a:pt x="0" y="55"/>
                    </a:cubicBezTo>
                    <a:cubicBezTo>
                      <a:pt x="0" y="54"/>
                      <a:pt x="1" y="53"/>
                      <a:pt x="1" y="53"/>
                    </a:cubicBezTo>
                    <a:cubicBezTo>
                      <a:pt x="1" y="52"/>
                      <a:pt x="1" y="51"/>
                      <a:pt x="1" y="50"/>
                    </a:cubicBezTo>
                    <a:cubicBezTo>
                      <a:pt x="1" y="49"/>
                      <a:pt x="2" y="48"/>
                      <a:pt x="2" y="47"/>
                    </a:cubicBezTo>
                    <a:cubicBezTo>
                      <a:pt x="2" y="47"/>
                      <a:pt x="3" y="46"/>
                      <a:pt x="3" y="45"/>
                    </a:cubicBezTo>
                    <a:cubicBezTo>
                      <a:pt x="4" y="43"/>
                      <a:pt x="4" y="41"/>
                      <a:pt x="6" y="40"/>
                    </a:cubicBezTo>
                    <a:cubicBezTo>
                      <a:pt x="6" y="39"/>
                      <a:pt x="7" y="39"/>
                      <a:pt x="8" y="38"/>
                    </a:cubicBezTo>
                    <a:cubicBezTo>
                      <a:pt x="9" y="37"/>
                      <a:pt x="9" y="37"/>
                      <a:pt x="10" y="36"/>
                    </a:cubicBezTo>
                    <a:cubicBezTo>
                      <a:pt x="11" y="35"/>
                      <a:pt x="12" y="34"/>
                      <a:pt x="12" y="34"/>
                    </a:cubicBezTo>
                    <a:cubicBezTo>
                      <a:pt x="13" y="32"/>
                      <a:pt x="14" y="31"/>
                      <a:pt x="15" y="30"/>
                    </a:cubicBezTo>
                    <a:cubicBezTo>
                      <a:pt x="16" y="28"/>
                      <a:pt x="17" y="27"/>
                      <a:pt x="18" y="26"/>
                    </a:cubicBezTo>
                    <a:cubicBezTo>
                      <a:pt x="19" y="25"/>
                      <a:pt x="20" y="24"/>
                      <a:pt x="20" y="24"/>
                    </a:cubicBezTo>
                    <a:cubicBezTo>
                      <a:pt x="21" y="23"/>
                      <a:pt x="22" y="22"/>
                      <a:pt x="22" y="20"/>
                    </a:cubicBezTo>
                    <a:cubicBezTo>
                      <a:pt x="22" y="19"/>
                      <a:pt x="21" y="19"/>
                      <a:pt x="21" y="18"/>
                    </a:cubicBezTo>
                    <a:cubicBezTo>
                      <a:pt x="21" y="16"/>
                      <a:pt x="21" y="15"/>
                      <a:pt x="20" y="14"/>
                    </a:cubicBezTo>
                    <a:cubicBezTo>
                      <a:pt x="19" y="12"/>
                      <a:pt x="19" y="9"/>
                      <a:pt x="19" y="7"/>
                    </a:cubicBezTo>
                    <a:cubicBezTo>
                      <a:pt x="19" y="4"/>
                      <a:pt x="19" y="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7" y="6"/>
                      <a:pt x="30" y="10"/>
                      <a:pt x="33" y="13"/>
                    </a:cubicBezTo>
                    <a:cubicBezTo>
                      <a:pt x="35" y="14"/>
                      <a:pt x="37" y="15"/>
                      <a:pt x="39" y="17"/>
                    </a:cubicBezTo>
                    <a:cubicBezTo>
                      <a:pt x="41" y="18"/>
                      <a:pt x="43" y="19"/>
                      <a:pt x="44" y="20"/>
                    </a:cubicBezTo>
                    <a:cubicBezTo>
                      <a:pt x="48" y="23"/>
                      <a:pt x="53" y="26"/>
                      <a:pt x="58" y="27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71" y="33"/>
                      <a:pt x="74" y="34"/>
                      <a:pt x="77" y="34"/>
                    </a:cubicBezTo>
                    <a:cubicBezTo>
                      <a:pt x="79" y="35"/>
                      <a:pt x="80" y="35"/>
                      <a:pt x="82" y="34"/>
                    </a:cubicBezTo>
                    <a:cubicBezTo>
                      <a:pt x="83" y="33"/>
                      <a:pt x="85" y="31"/>
                      <a:pt x="87" y="30"/>
                    </a:cubicBezTo>
                    <a:cubicBezTo>
                      <a:pt x="89" y="29"/>
                      <a:pt x="91" y="29"/>
                      <a:pt x="93" y="28"/>
                    </a:cubicBezTo>
                    <a:cubicBezTo>
                      <a:pt x="95" y="26"/>
                      <a:pt x="98" y="25"/>
                      <a:pt x="101" y="23"/>
                    </a:cubicBezTo>
                    <a:cubicBezTo>
                      <a:pt x="104" y="21"/>
                      <a:pt x="108" y="18"/>
                      <a:pt x="111" y="15"/>
                    </a:cubicBezTo>
                    <a:cubicBezTo>
                      <a:pt x="114" y="13"/>
                      <a:pt x="116" y="12"/>
                      <a:pt x="119" y="11"/>
                    </a:cubicBezTo>
                    <a:cubicBezTo>
                      <a:pt x="121" y="11"/>
                      <a:pt x="124" y="10"/>
                      <a:pt x="126" y="10"/>
                    </a:cubicBezTo>
                    <a:cubicBezTo>
                      <a:pt x="129" y="10"/>
                      <a:pt x="131" y="10"/>
                      <a:pt x="133" y="11"/>
                    </a:cubicBezTo>
                    <a:cubicBezTo>
                      <a:pt x="136" y="12"/>
                      <a:pt x="138" y="13"/>
                      <a:pt x="140" y="14"/>
                    </a:cubicBezTo>
                    <a:cubicBezTo>
                      <a:pt x="145" y="16"/>
                      <a:pt x="150" y="20"/>
                      <a:pt x="155" y="19"/>
                    </a:cubicBezTo>
                    <a:cubicBezTo>
                      <a:pt x="157" y="18"/>
                      <a:pt x="158" y="18"/>
                      <a:pt x="159" y="17"/>
                    </a:cubicBezTo>
                    <a:cubicBezTo>
                      <a:pt x="161" y="17"/>
                      <a:pt x="163" y="16"/>
                      <a:pt x="165" y="16"/>
                    </a:cubicBezTo>
                    <a:cubicBezTo>
                      <a:pt x="169" y="15"/>
                      <a:pt x="172" y="14"/>
                      <a:pt x="175" y="12"/>
                    </a:cubicBezTo>
                    <a:cubicBezTo>
                      <a:pt x="178" y="10"/>
                      <a:pt x="183" y="10"/>
                      <a:pt x="187" y="10"/>
                    </a:cubicBezTo>
                    <a:cubicBezTo>
                      <a:pt x="189" y="10"/>
                      <a:pt x="191" y="9"/>
                      <a:pt x="194" y="9"/>
                    </a:cubicBezTo>
                    <a:cubicBezTo>
                      <a:pt x="195" y="9"/>
                      <a:pt x="196" y="9"/>
                      <a:pt x="197" y="9"/>
                    </a:cubicBezTo>
                    <a:cubicBezTo>
                      <a:pt x="199" y="9"/>
                      <a:pt x="200" y="9"/>
                      <a:pt x="201" y="10"/>
                    </a:cubicBezTo>
                    <a:cubicBezTo>
                      <a:pt x="203" y="10"/>
                      <a:pt x="205" y="12"/>
                      <a:pt x="206" y="13"/>
                    </a:cubicBezTo>
                    <a:cubicBezTo>
                      <a:pt x="208" y="14"/>
                      <a:pt x="209" y="15"/>
                      <a:pt x="211" y="17"/>
                    </a:cubicBezTo>
                    <a:cubicBezTo>
                      <a:pt x="213" y="19"/>
                      <a:pt x="216" y="22"/>
                      <a:pt x="219" y="22"/>
                    </a:cubicBezTo>
                    <a:cubicBezTo>
                      <a:pt x="222" y="22"/>
                      <a:pt x="224" y="21"/>
                      <a:pt x="226" y="21"/>
                    </a:cubicBezTo>
                    <a:cubicBezTo>
                      <a:pt x="230" y="20"/>
                      <a:pt x="233" y="20"/>
                      <a:pt x="237" y="20"/>
                    </a:cubicBezTo>
                    <a:cubicBezTo>
                      <a:pt x="240" y="20"/>
                      <a:pt x="243" y="20"/>
                      <a:pt x="246" y="20"/>
                    </a:cubicBezTo>
                    <a:cubicBezTo>
                      <a:pt x="249" y="20"/>
                      <a:pt x="251" y="23"/>
                      <a:pt x="253" y="25"/>
                    </a:cubicBezTo>
                    <a:cubicBezTo>
                      <a:pt x="255" y="27"/>
                      <a:pt x="257" y="30"/>
                      <a:pt x="259" y="32"/>
                    </a:cubicBezTo>
                    <a:cubicBezTo>
                      <a:pt x="263" y="35"/>
                      <a:pt x="269" y="29"/>
                      <a:pt x="273" y="28"/>
                    </a:cubicBezTo>
                    <a:cubicBezTo>
                      <a:pt x="274" y="28"/>
                      <a:pt x="273" y="28"/>
                      <a:pt x="273" y="29"/>
                    </a:cubicBezTo>
                    <a:cubicBezTo>
                      <a:pt x="275" y="28"/>
                      <a:pt x="276" y="28"/>
                      <a:pt x="278" y="28"/>
                    </a:cubicBezTo>
                    <a:cubicBezTo>
                      <a:pt x="281" y="28"/>
                      <a:pt x="283" y="27"/>
                      <a:pt x="286" y="28"/>
                    </a:cubicBezTo>
                    <a:cubicBezTo>
                      <a:pt x="289" y="30"/>
                      <a:pt x="292" y="31"/>
                      <a:pt x="295" y="32"/>
                    </a:cubicBezTo>
                    <a:cubicBezTo>
                      <a:pt x="298" y="33"/>
                      <a:pt x="299" y="34"/>
                      <a:pt x="302" y="36"/>
                    </a:cubicBezTo>
                    <a:cubicBezTo>
                      <a:pt x="303" y="37"/>
                      <a:pt x="305" y="37"/>
                      <a:pt x="306" y="38"/>
                    </a:cubicBezTo>
                    <a:cubicBezTo>
                      <a:pt x="307" y="39"/>
                      <a:pt x="308" y="41"/>
                      <a:pt x="309" y="42"/>
                    </a:cubicBezTo>
                    <a:cubicBezTo>
                      <a:pt x="311" y="45"/>
                      <a:pt x="313" y="46"/>
                      <a:pt x="315" y="48"/>
                    </a:cubicBezTo>
                    <a:cubicBezTo>
                      <a:pt x="317" y="51"/>
                      <a:pt x="320" y="53"/>
                      <a:pt x="323" y="55"/>
                    </a:cubicBezTo>
                    <a:cubicBezTo>
                      <a:pt x="324" y="56"/>
                      <a:pt x="326" y="57"/>
                      <a:pt x="327" y="58"/>
                    </a:cubicBezTo>
                    <a:cubicBezTo>
                      <a:pt x="329" y="59"/>
                      <a:pt x="331" y="60"/>
                      <a:pt x="333" y="61"/>
                    </a:cubicBezTo>
                    <a:cubicBezTo>
                      <a:pt x="336" y="64"/>
                      <a:pt x="338" y="66"/>
                      <a:pt x="342" y="68"/>
                    </a:cubicBezTo>
                    <a:cubicBezTo>
                      <a:pt x="344" y="70"/>
                      <a:pt x="347" y="70"/>
                      <a:pt x="350" y="71"/>
                    </a:cubicBezTo>
                    <a:cubicBezTo>
                      <a:pt x="353" y="72"/>
                      <a:pt x="355" y="74"/>
                      <a:pt x="357" y="75"/>
                    </a:cubicBezTo>
                    <a:cubicBezTo>
                      <a:pt x="358" y="76"/>
                      <a:pt x="360" y="77"/>
                      <a:pt x="360" y="79"/>
                    </a:cubicBezTo>
                    <a:cubicBezTo>
                      <a:pt x="362" y="84"/>
                      <a:pt x="358" y="88"/>
                      <a:pt x="359" y="93"/>
                    </a:cubicBezTo>
                    <a:cubicBezTo>
                      <a:pt x="360" y="95"/>
                      <a:pt x="361" y="95"/>
                      <a:pt x="363" y="96"/>
                    </a:cubicBezTo>
                    <a:cubicBezTo>
                      <a:pt x="364" y="97"/>
                      <a:pt x="366" y="99"/>
                      <a:pt x="368" y="99"/>
                    </a:cubicBezTo>
                    <a:cubicBezTo>
                      <a:pt x="369" y="100"/>
                      <a:pt x="370" y="100"/>
                      <a:pt x="371" y="101"/>
                    </a:cubicBezTo>
                    <a:cubicBezTo>
                      <a:pt x="373" y="102"/>
                      <a:pt x="375" y="102"/>
                      <a:pt x="376" y="104"/>
                    </a:cubicBezTo>
                    <a:cubicBezTo>
                      <a:pt x="378" y="105"/>
                      <a:pt x="380" y="107"/>
                      <a:pt x="382" y="108"/>
                    </a:cubicBezTo>
                    <a:cubicBezTo>
                      <a:pt x="384" y="109"/>
                      <a:pt x="387" y="111"/>
                      <a:pt x="390" y="112"/>
                    </a:cubicBezTo>
                    <a:cubicBezTo>
                      <a:pt x="395" y="114"/>
                      <a:pt x="400" y="117"/>
                      <a:pt x="405" y="119"/>
                    </a:cubicBezTo>
                    <a:cubicBezTo>
                      <a:pt x="409" y="122"/>
                      <a:pt x="413" y="125"/>
                      <a:pt x="418" y="127"/>
                    </a:cubicBezTo>
                    <a:cubicBezTo>
                      <a:pt x="420" y="128"/>
                      <a:pt x="423" y="129"/>
                      <a:pt x="425" y="129"/>
                    </a:cubicBezTo>
                    <a:cubicBezTo>
                      <a:pt x="428" y="129"/>
                      <a:pt x="431" y="129"/>
                      <a:pt x="434" y="130"/>
                    </a:cubicBezTo>
                    <a:cubicBezTo>
                      <a:pt x="439" y="132"/>
                      <a:pt x="443" y="135"/>
                      <a:pt x="448" y="137"/>
                    </a:cubicBezTo>
                    <a:cubicBezTo>
                      <a:pt x="450" y="137"/>
                      <a:pt x="452" y="137"/>
                      <a:pt x="454" y="138"/>
                    </a:cubicBezTo>
                    <a:cubicBezTo>
                      <a:pt x="457" y="138"/>
                      <a:pt x="459" y="139"/>
                      <a:pt x="461" y="140"/>
                    </a:cubicBezTo>
                    <a:cubicBezTo>
                      <a:pt x="464" y="142"/>
                      <a:pt x="468" y="143"/>
                      <a:pt x="471" y="144"/>
                    </a:cubicBezTo>
                    <a:cubicBezTo>
                      <a:pt x="474" y="146"/>
                      <a:pt x="476" y="147"/>
                      <a:pt x="478" y="149"/>
                    </a:cubicBezTo>
                    <a:cubicBezTo>
                      <a:pt x="481" y="151"/>
                      <a:pt x="482" y="153"/>
                      <a:pt x="485" y="155"/>
                    </a:cubicBezTo>
                    <a:cubicBezTo>
                      <a:pt x="488" y="158"/>
                      <a:pt x="491" y="160"/>
                      <a:pt x="494" y="163"/>
                    </a:cubicBezTo>
                    <a:cubicBezTo>
                      <a:pt x="498" y="167"/>
                      <a:pt x="501" y="171"/>
                      <a:pt x="505" y="174"/>
                    </a:cubicBezTo>
                    <a:cubicBezTo>
                      <a:pt x="508" y="177"/>
                      <a:pt x="511" y="179"/>
                      <a:pt x="514" y="182"/>
                    </a:cubicBezTo>
                    <a:cubicBezTo>
                      <a:pt x="519" y="185"/>
                      <a:pt x="523" y="188"/>
                      <a:pt x="527" y="191"/>
                    </a:cubicBezTo>
                    <a:cubicBezTo>
                      <a:pt x="531" y="194"/>
                      <a:pt x="534" y="196"/>
                      <a:pt x="537" y="199"/>
                    </a:cubicBezTo>
                    <a:cubicBezTo>
                      <a:pt x="539" y="201"/>
                      <a:pt x="542" y="203"/>
                      <a:pt x="545" y="204"/>
                    </a:cubicBezTo>
                    <a:cubicBezTo>
                      <a:pt x="550" y="207"/>
                      <a:pt x="556" y="208"/>
                      <a:pt x="560" y="212"/>
                    </a:cubicBezTo>
                    <a:cubicBezTo>
                      <a:pt x="562" y="214"/>
                      <a:pt x="564" y="215"/>
                      <a:pt x="566" y="217"/>
                    </a:cubicBezTo>
                    <a:cubicBezTo>
                      <a:pt x="568" y="219"/>
                      <a:pt x="571" y="220"/>
                      <a:pt x="573" y="220"/>
                    </a:cubicBezTo>
                    <a:cubicBezTo>
                      <a:pt x="577" y="222"/>
                      <a:pt x="582" y="223"/>
                      <a:pt x="586" y="224"/>
                    </a:cubicBezTo>
                    <a:cubicBezTo>
                      <a:pt x="588" y="225"/>
                      <a:pt x="590" y="225"/>
                      <a:pt x="593" y="225"/>
                    </a:cubicBezTo>
                    <a:cubicBezTo>
                      <a:pt x="596" y="225"/>
                      <a:pt x="599" y="226"/>
                      <a:pt x="602" y="226"/>
                    </a:cubicBezTo>
                    <a:cubicBezTo>
                      <a:pt x="605" y="226"/>
                      <a:pt x="608" y="226"/>
                      <a:pt x="611" y="225"/>
                    </a:cubicBezTo>
                    <a:cubicBezTo>
                      <a:pt x="616" y="225"/>
                      <a:pt x="621" y="225"/>
                      <a:pt x="625" y="229"/>
                    </a:cubicBezTo>
                    <a:cubicBezTo>
                      <a:pt x="626" y="231"/>
                      <a:pt x="628" y="232"/>
                      <a:pt x="630" y="234"/>
                    </a:cubicBezTo>
                    <a:cubicBezTo>
                      <a:pt x="632" y="235"/>
                      <a:pt x="633" y="236"/>
                      <a:pt x="635" y="237"/>
                    </a:cubicBezTo>
                    <a:cubicBezTo>
                      <a:pt x="637" y="239"/>
                      <a:pt x="640" y="240"/>
                      <a:pt x="643" y="241"/>
                    </a:cubicBezTo>
                    <a:cubicBezTo>
                      <a:pt x="647" y="242"/>
                      <a:pt x="651" y="242"/>
                      <a:pt x="655" y="243"/>
                    </a:cubicBezTo>
                    <a:cubicBezTo>
                      <a:pt x="658" y="243"/>
                      <a:pt x="662" y="243"/>
                      <a:pt x="665" y="244"/>
                    </a:cubicBezTo>
                    <a:cubicBezTo>
                      <a:pt x="669" y="244"/>
                      <a:pt x="672" y="245"/>
                      <a:pt x="675" y="246"/>
                    </a:cubicBezTo>
                    <a:cubicBezTo>
                      <a:pt x="680" y="247"/>
                      <a:pt x="685" y="248"/>
                      <a:pt x="690" y="249"/>
                    </a:cubicBezTo>
                    <a:cubicBezTo>
                      <a:pt x="692" y="250"/>
                      <a:pt x="693" y="251"/>
                      <a:pt x="695" y="252"/>
                    </a:cubicBezTo>
                    <a:cubicBezTo>
                      <a:pt x="697" y="252"/>
                      <a:pt x="700" y="253"/>
                      <a:pt x="702" y="254"/>
                    </a:cubicBezTo>
                    <a:cubicBezTo>
                      <a:pt x="710" y="257"/>
                      <a:pt x="717" y="263"/>
                      <a:pt x="725" y="267"/>
                    </a:cubicBezTo>
                    <a:cubicBezTo>
                      <a:pt x="733" y="269"/>
                      <a:pt x="740" y="272"/>
                      <a:pt x="748" y="275"/>
                    </a:cubicBezTo>
                    <a:cubicBezTo>
                      <a:pt x="750" y="277"/>
                      <a:pt x="752" y="279"/>
                      <a:pt x="754" y="280"/>
                    </a:cubicBezTo>
                    <a:cubicBezTo>
                      <a:pt x="756" y="282"/>
                      <a:pt x="758" y="282"/>
                      <a:pt x="760" y="283"/>
                    </a:cubicBezTo>
                    <a:cubicBezTo>
                      <a:pt x="761" y="284"/>
                      <a:pt x="763" y="285"/>
                      <a:pt x="766" y="285"/>
                    </a:cubicBezTo>
                    <a:cubicBezTo>
                      <a:pt x="768" y="285"/>
                      <a:pt x="770" y="286"/>
                      <a:pt x="773" y="287"/>
                    </a:cubicBezTo>
                    <a:cubicBezTo>
                      <a:pt x="776" y="288"/>
                      <a:pt x="779" y="289"/>
                      <a:pt x="783" y="290"/>
                    </a:cubicBezTo>
                    <a:cubicBezTo>
                      <a:pt x="786" y="291"/>
                      <a:pt x="791" y="293"/>
                      <a:pt x="794" y="295"/>
                    </a:cubicBezTo>
                    <a:cubicBezTo>
                      <a:pt x="798" y="297"/>
                      <a:pt x="802" y="300"/>
                      <a:pt x="805" y="303"/>
                    </a:cubicBezTo>
                    <a:cubicBezTo>
                      <a:pt x="807" y="306"/>
                      <a:pt x="812" y="308"/>
                      <a:pt x="816" y="309"/>
                    </a:cubicBezTo>
                    <a:cubicBezTo>
                      <a:pt x="815" y="309"/>
                      <a:pt x="816" y="309"/>
                      <a:pt x="816" y="309"/>
                    </a:cubicBezTo>
                    <a:cubicBezTo>
                      <a:pt x="818" y="310"/>
                      <a:pt x="820" y="312"/>
                      <a:pt x="822" y="313"/>
                    </a:cubicBezTo>
                    <a:cubicBezTo>
                      <a:pt x="825" y="315"/>
                      <a:pt x="827" y="319"/>
                      <a:pt x="830" y="322"/>
                    </a:cubicBezTo>
                    <a:cubicBezTo>
                      <a:pt x="832" y="323"/>
                      <a:pt x="833" y="324"/>
                      <a:pt x="835" y="3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2" name="Freeform 3663">
                <a:extLst>
                  <a:ext uri="{FF2B5EF4-FFF2-40B4-BE49-F238E27FC236}">
                    <a16:creationId xmlns:a16="http://schemas.microsoft.com/office/drawing/2014/main" id="{7C4BDA70-EE95-49F4-9403-E6B5D6E4A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1" y="2722"/>
                <a:ext cx="34" cy="53"/>
              </a:xfrm>
              <a:custGeom>
                <a:avLst/>
                <a:gdLst>
                  <a:gd name="T0" fmla="*/ 61 w 83"/>
                  <a:gd name="T1" fmla="*/ 109 h 129"/>
                  <a:gd name="T2" fmla="*/ 61 w 83"/>
                  <a:gd name="T3" fmla="*/ 120 h 129"/>
                  <a:gd name="T4" fmla="*/ 58 w 83"/>
                  <a:gd name="T5" fmla="*/ 127 h 129"/>
                  <a:gd name="T6" fmla="*/ 31 w 83"/>
                  <a:gd name="T7" fmla="*/ 115 h 129"/>
                  <a:gd name="T8" fmla="*/ 15 w 83"/>
                  <a:gd name="T9" fmla="*/ 122 h 129"/>
                  <a:gd name="T10" fmla="*/ 14 w 83"/>
                  <a:gd name="T11" fmla="*/ 122 h 129"/>
                  <a:gd name="T12" fmla="*/ 4 w 83"/>
                  <a:gd name="T13" fmla="*/ 99 h 129"/>
                  <a:gd name="T14" fmla="*/ 12 w 83"/>
                  <a:gd name="T15" fmla="*/ 90 h 129"/>
                  <a:gd name="T16" fmla="*/ 14 w 83"/>
                  <a:gd name="T17" fmla="*/ 79 h 129"/>
                  <a:gd name="T18" fmla="*/ 4 w 83"/>
                  <a:gd name="T19" fmla="*/ 64 h 129"/>
                  <a:gd name="T20" fmla="*/ 2 w 83"/>
                  <a:gd name="T21" fmla="*/ 52 h 129"/>
                  <a:gd name="T22" fmla="*/ 11 w 83"/>
                  <a:gd name="T23" fmla="*/ 41 h 129"/>
                  <a:gd name="T24" fmla="*/ 15 w 83"/>
                  <a:gd name="T25" fmla="*/ 27 h 129"/>
                  <a:gd name="T26" fmla="*/ 18 w 83"/>
                  <a:gd name="T27" fmla="*/ 10 h 129"/>
                  <a:gd name="T28" fmla="*/ 23 w 83"/>
                  <a:gd name="T29" fmla="*/ 0 h 129"/>
                  <a:gd name="T30" fmla="*/ 27 w 83"/>
                  <a:gd name="T31" fmla="*/ 9 h 129"/>
                  <a:gd name="T32" fmla="*/ 31 w 83"/>
                  <a:gd name="T33" fmla="*/ 23 h 129"/>
                  <a:gd name="T34" fmla="*/ 35 w 83"/>
                  <a:gd name="T35" fmla="*/ 35 h 129"/>
                  <a:gd name="T36" fmla="*/ 37 w 83"/>
                  <a:gd name="T37" fmla="*/ 49 h 129"/>
                  <a:gd name="T38" fmla="*/ 45 w 83"/>
                  <a:gd name="T39" fmla="*/ 59 h 129"/>
                  <a:gd name="T40" fmla="*/ 54 w 83"/>
                  <a:gd name="T41" fmla="*/ 68 h 129"/>
                  <a:gd name="T42" fmla="*/ 64 w 83"/>
                  <a:gd name="T43" fmla="*/ 74 h 129"/>
                  <a:gd name="T44" fmla="*/ 76 w 83"/>
                  <a:gd name="T45" fmla="*/ 85 h 129"/>
                  <a:gd name="T46" fmla="*/ 81 w 83"/>
                  <a:gd name="T47" fmla="*/ 93 h 129"/>
                  <a:gd name="T48" fmla="*/ 83 w 83"/>
                  <a:gd name="T49" fmla="*/ 99 h 129"/>
                  <a:gd name="T50" fmla="*/ 61 w 83"/>
                  <a:gd name="T51" fmla="*/ 10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3" h="129">
                    <a:moveTo>
                      <a:pt x="61" y="109"/>
                    </a:moveTo>
                    <a:cubicBezTo>
                      <a:pt x="61" y="109"/>
                      <a:pt x="58" y="114"/>
                      <a:pt x="61" y="120"/>
                    </a:cubicBezTo>
                    <a:cubicBezTo>
                      <a:pt x="65" y="126"/>
                      <a:pt x="63" y="129"/>
                      <a:pt x="58" y="127"/>
                    </a:cubicBezTo>
                    <a:cubicBezTo>
                      <a:pt x="53" y="126"/>
                      <a:pt x="40" y="113"/>
                      <a:pt x="31" y="115"/>
                    </a:cubicBezTo>
                    <a:cubicBezTo>
                      <a:pt x="25" y="116"/>
                      <a:pt x="16" y="119"/>
                      <a:pt x="15" y="122"/>
                    </a:cubicBezTo>
                    <a:cubicBezTo>
                      <a:pt x="15" y="122"/>
                      <a:pt x="14" y="122"/>
                      <a:pt x="14" y="122"/>
                    </a:cubicBezTo>
                    <a:cubicBezTo>
                      <a:pt x="5" y="119"/>
                      <a:pt x="1" y="108"/>
                      <a:pt x="4" y="99"/>
                    </a:cubicBezTo>
                    <a:cubicBezTo>
                      <a:pt x="6" y="95"/>
                      <a:pt x="9" y="93"/>
                      <a:pt x="12" y="90"/>
                    </a:cubicBezTo>
                    <a:cubicBezTo>
                      <a:pt x="14" y="87"/>
                      <a:pt x="15" y="83"/>
                      <a:pt x="14" y="79"/>
                    </a:cubicBezTo>
                    <a:cubicBezTo>
                      <a:pt x="12" y="73"/>
                      <a:pt x="8" y="69"/>
                      <a:pt x="4" y="64"/>
                    </a:cubicBezTo>
                    <a:cubicBezTo>
                      <a:pt x="2" y="60"/>
                      <a:pt x="0" y="57"/>
                      <a:pt x="2" y="52"/>
                    </a:cubicBezTo>
                    <a:cubicBezTo>
                      <a:pt x="4" y="48"/>
                      <a:pt x="8" y="45"/>
                      <a:pt x="11" y="41"/>
                    </a:cubicBezTo>
                    <a:cubicBezTo>
                      <a:pt x="13" y="37"/>
                      <a:pt x="14" y="32"/>
                      <a:pt x="15" y="27"/>
                    </a:cubicBezTo>
                    <a:cubicBezTo>
                      <a:pt x="15" y="22"/>
                      <a:pt x="16" y="16"/>
                      <a:pt x="18" y="10"/>
                    </a:cubicBezTo>
                    <a:cubicBezTo>
                      <a:pt x="18" y="8"/>
                      <a:pt x="21" y="0"/>
                      <a:pt x="23" y="0"/>
                    </a:cubicBezTo>
                    <a:cubicBezTo>
                      <a:pt x="26" y="0"/>
                      <a:pt x="26" y="8"/>
                      <a:pt x="27" y="9"/>
                    </a:cubicBezTo>
                    <a:cubicBezTo>
                      <a:pt x="28" y="14"/>
                      <a:pt x="29" y="18"/>
                      <a:pt x="31" y="23"/>
                    </a:cubicBezTo>
                    <a:cubicBezTo>
                      <a:pt x="33" y="27"/>
                      <a:pt x="34" y="30"/>
                      <a:pt x="35" y="35"/>
                    </a:cubicBezTo>
                    <a:cubicBezTo>
                      <a:pt x="35" y="39"/>
                      <a:pt x="36" y="45"/>
                      <a:pt x="37" y="49"/>
                    </a:cubicBezTo>
                    <a:cubicBezTo>
                      <a:pt x="39" y="53"/>
                      <a:pt x="42" y="56"/>
                      <a:pt x="45" y="59"/>
                    </a:cubicBezTo>
                    <a:cubicBezTo>
                      <a:pt x="48" y="62"/>
                      <a:pt x="51" y="65"/>
                      <a:pt x="54" y="68"/>
                    </a:cubicBezTo>
                    <a:cubicBezTo>
                      <a:pt x="57" y="71"/>
                      <a:pt x="61" y="72"/>
                      <a:pt x="64" y="74"/>
                    </a:cubicBezTo>
                    <a:cubicBezTo>
                      <a:pt x="69" y="77"/>
                      <a:pt x="73" y="80"/>
                      <a:pt x="76" y="85"/>
                    </a:cubicBezTo>
                    <a:cubicBezTo>
                      <a:pt x="78" y="88"/>
                      <a:pt x="79" y="90"/>
                      <a:pt x="81" y="93"/>
                    </a:cubicBezTo>
                    <a:cubicBezTo>
                      <a:pt x="81" y="94"/>
                      <a:pt x="82" y="96"/>
                      <a:pt x="83" y="99"/>
                    </a:cubicBezTo>
                    <a:cubicBezTo>
                      <a:pt x="71" y="104"/>
                      <a:pt x="61" y="109"/>
                      <a:pt x="61" y="10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3" name="Freeform 3664">
                <a:extLst>
                  <a:ext uri="{FF2B5EF4-FFF2-40B4-BE49-F238E27FC236}">
                    <a16:creationId xmlns:a16="http://schemas.microsoft.com/office/drawing/2014/main" id="{925F4E30-E02B-461D-B9CB-911A743E4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2" y="2713"/>
                <a:ext cx="35" cy="49"/>
              </a:xfrm>
              <a:custGeom>
                <a:avLst/>
                <a:gdLst>
                  <a:gd name="T0" fmla="*/ 60 w 86"/>
                  <a:gd name="T1" fmla="*/ 115 h 120"/>
                  <a:gd name="T2" fmla="*/ 37 w 86"/>
                  <a:gd name="T3" fmla="*/ 93 h 120"/>
                  <a:gd name="T4" fmla="*/ 14 w 86"/>
                  <a:gd name="T5" fmla="*/ 68 h 120"/>
                  <a:gd name="T6" fmla="*/ 10 w 86"/>
                  <a:gd name="T7" fmla="*/ 53 h 120"/>
                  <a:gd name="T8" fmla="*/ 5 w 86"/>
                  <a:gd name="T9" fmla="*/ 36 h 120"/>
                  <a:gd name="T10" fmla="*/ 1 w 86"/>
                  <a:gd name="T11" fmla="*/ 19 h 120"/>
                  <a:gd name="T12" fmla="*/ 3 w 86"/>
                  <a:gd name="T13" fmla="*/ 7 h 120"/>
                  <a:gd name="T14" fmla="*/ 19 w 86"/>
                  <a:gd name="T15" fmla="*/ 16 h 120"/>
                  <a:gd name="T16" fmla="*/ 24 w 86"/>
                  <a:gd name="T17" fmla="*/ 27 h 120"/>
                  <a:gd name="T18" fmla="*/ 33 w 86"/>
                  <a:gd name="T19" fmla="*/ 36 h 120"/>
                  <a:gd name="T20" fmla="*/ 61 w 86"/>
                  <a:gd name="T21" fmla="*/ 53 h 120"/>
                  <a:gd name="T22" fmla="*/ 65 w 86"/>
                  <a:gd name="T23" fmla="*/ 74 h 120"/>
                  <a:gd name="T24" fmla="*/ 71 w 86"/>
                  <a:gd name="T25" fmla="*/ 90 h 120"/>
                  <a:gd name="T26" fmla="*/ 79 w 86"/>
                  <a:gd name="T27" fmla="*/ 101 h 120"/>
                  <a:gd name="T28" fmla="*/ 86 w 86"/>
                  <a:gd name="T29" fmla="*/ 108 h 120"/>
                  <a:gd name="T30" fmla="*/ 60 w 86"/>
                  <a:gd name="T31" fmla="*/ 120 h 120"/>
                  <a:gd name="T32" fmla="*/ 60 w 86"/>
                  <a:gd name="T33" fmla="*/ 115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20">
                    <a:moveTo>
                      <a:pt x="60" y="115"/>
                    </a:moveTo>
                    <a:cubicBezTo>
                      <a:pt x="61" y="102"/>
                      <a:pt x="46" y="98"/>
                      <a:pt x="37" y="93"/>
                    </a:cubicBezTo>
                    <a:cubicBezTo>
                      <a:pt x="27" y="87"/>
                      <a:pt x="18" y="79"/>
                      <a:pt x="14" y="68"/>
                    </a:cubicBezTo>
                    <a:cubicBezTo>
                      <a:pt x="13" y="63"/>
                      <a:pt x="12" y="58"/>
                      <a:pt x="10" y="53"/>
                    </a:cubicBezTo>
                    <a:cubicBezTo>
                      <a:pt x="9" y="47"/>
                      <a:pt x="7" y="42"/>
                      <a:pt x="5" y="36"/>
                    </a:cubicBezTo>
                    <a:cubicBezTo>
                      <a:pt x="3" y="31"/>
                      <a:pt x="1" y="25"/>
                      <a:pt x="1" y="19"/>
                    </a:cubicBezTo>
                    <a:cubicBezTo>
                      <a:pt x="0" y="15"/>
                      <a:pt x="0" y="10"/>
                      <a:pt x="3" y="7"/>
                    </a:cubicBezTo>
                    <a:cubicBezTo>
                      <a:pt x="9" y="0"/>
                      <a:pt x="17" y="11"/>
                      <a:pt x="19" y="16"/>
                    </a:cubicBezTo>
                    <a:cubicBezTo>
                      <a:pt x="21" y="20"/>
                      <a:pt x="22" y="23"/>
                      <a:pt x="24" y="27"/>
                    </a:cubicBezTo>
                    <a:cubicBezTo>
                      <a:pt x="27" y="31"/>
                      <a:pt x="30" y="34"/>
                      <a:pt x="33" y="36"/>
                    </a:cubicBezTo>
                    <a:cubicBezTo>
                      <a:pt x="42" y="42"/>
                      <a:pt x="53" y="45"/>
                      <a:pt x="61" y="53"/>
                    </a:cubicBezTo>
                    <a:cubicBezTo>
                      <a:pt x="66" y="59"/>
                      <a:pt x="65" y="66"/>
                      <a:pt x="65" y="74"/>
                    </a:cubicBezTo>
                    <a:cubicBezTo>
                      <a:pt x="65" y="80"/>
                      <a:pt x="67" y="85"/>
                      <a:pt x="71" y="90"/>
                    </a:cubicBezTo>
                    <a:cubicBezTo>
                      <a:pt x="74" y="94"/>
                      <a:pt x="77" y="97"/>
                      <a:pt x="79" y="101"/>
                    </a:cubicBezTo>
                    <a:cubicBezTo>
                      <a:pt x="81" y="103"/>
                      <a:pt x="83" y="107"/>
                      <a:pt x="86" y="108"/>
                    </a:cubicBezTo>
                    <a:cubicBezTo>
                      <a:pt x="79" y="111"/>
                      <a:pt x="70" y="116"/>
                      <a:pt x="60" y="120"/>
                    </a:cubicBezTo>
                    <a:cubicBezTo>
                      <a:pt x="60" y="118"/>
                      <a:pt x="60" y="115"/>
                      <a:pt x="60" y="1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4" name="Freeform 3665">
                <a:extLst>
                  <a:ext uri="{FF2B5EF4-FFF2-40B4-BE49-F238E27FC236}">
                    <a16:creationId xmlns:a16="http://schemas.microsoft.com/office/drawing/2014/main" id="{80ED956B-8E31-44F3-828B-B8BF2E4D1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2" y="2706"/>
                <a:ext cx="52" cy="50"/>
              </a:xfrm>
              <a:custGeom>
                <a:avLst/>
                <a:gdLst>
                  <a:gd name="T0" fmla="*/ 96 w 126"/>
                  <a:gd name="T1" fmla="*/ 93 h 123"/>
                  <a:gd name="T2" fmla="*/ 91 w 126"/>
                  <a:gd name="T3" fmla="*/ 121 h 123"/>
                  <a:gd name="T4" fmla="*/ 86 w 126"/>
                  <a:gd name="T5" fmla="*/ 123 h 123"/>
                  <a:gd name="T6" fmla="*/ 86 w 126"/>
                  <a:gd name="T7" fmla="*/ 123 h 123"/>
                  <a:gd name="T8" fmla="*/ 80 w 126"/>
                  <a:gd name="T9" fmla="*/ 115 h 123"/>
                  <a:gd name="T10" fmla="*/ 71 w 126"/>
                  <a:gd name="T11" fmla="*/ 106 h 123"/>
                  <a:gd name="T12" fmla="*/ 65 w 126"/>
                  <a:gd name="T13" fmla="*/ 90 h 123"/>
                  <a:gd name="T14" fmla="*/ 66 w 126"/>
                  <a:gd name="T15" fmla="*/ 81 h 123"/>
                  <a:gd name="T16" fmla="*/ 67 w 126"/>
                  <a:gd name="T17" fmla="*/ 72 h 123"/>
                  <a:gd name="T18" fmla="*/ 57 w 126"/>
                  <a:gd name="T19" fmla="*/ 62 h 123"/>
                  <a:gd name="T20" fmla="*/ 44 w 126"/>
                  <a:gd name="T21" fmla="*/ 53 h 123"/>
                  <a:gd name="T22" fmla="*/ 27 w 126"/>
                  <a:gd name="T23" fmla="*/ 43 h 123"/>
                  <a:gd name="T24" fmla="*/ 24 w 126"/>
                  <a:gd name="T25" fmla="*/ 38 h 123"/>
                  <a:gd name="T26" fmla="*/ 21 w 126"/>
                  <a:gd name="T27" fmla="*/ 30 h 123"/>
                  <a:gd name="T28" fmla="*/ 13 w 126"/>
                  <a:gd name="T29" fmla="*/ 19 h 123"/>
                  <a:gd name="T30" fmla="*/ 7 w 126"/>
                  <a:gd name="T31" fmla="*/ 17 h 123"/>
                  <a:gd name="T32" fmla="*/ 1 w 126"/>
                  <a:gd name="T33" fmla="*/ 9 h 123"/>
                  <a:gd name="T34" fmla="*/ 5 w 126"/>
                  <a:gd name="T35" fmla="*/ 0 h 123"/>
                  <a:gd name="T36" fmla="*/ 8 w 126"/>
                  <a:gd name="T37" fmla="*/ 0 h 123"/>
                  <a:gd name="T38" fmla="*/ 17 w 126"/>
                  <a:gd name="T39" fmla="*/ 1 h 123"/>
                  <a:gd name="T40" fmla="*/ 32 w 126"/>
                  <a:gd name="T41" fmla="*/ 9 h 123"/>
                  <a:gd name="T42" fmla="*/ 41 w 126"/>
                  <a:gd name="T43" fmla="*/ 14 h 123"/>
                  <a:gd name="T44" fmla="*/ 48 w 126"/>
                  <a:gd name="T45" fmla="*/ 23 h 123"/>
                  <a:gd name="T46" fmla="*/ 50 w 126"/>
                  <a:gd name="T47" fmla="*/ 28 h 123"/>
                  <a:gd name="T48" fmla="*/ 53 w 126"/>
                  <a:gd name="T49" fmla="*/ 33 h 123"/>
                  <a:gd name="T50" fmla="*/ 59 w 126"/>
                  <a:gd name="T51" fmla="*/ 35 h 123"/>
                  <a:gd name="T52" fmla="*/ 68 w 126"/>
                  <a:gd name="T53" fmla="*/ 36 h 123"/>
                  <a:gd name="T54" fmla="*/ 75 w 126"/>
                  <a:gd name="T55" fmla="*/ 45 h 123"/>
                  <a:gd name="T56" fmla="*/ 96 w 126"/>
                  <a:gd name="T57" fmla="*/ 56 h 123"/>
                  <a:gd name="T58" fmla="*/ 98 w 126"/>
                  <a:gd name="T59" fmla="*/ 56 h 123"/>
                  <a:gd name="T60" fmla="*/ 98 w 126"/>
                  <a:gd name="T61" fmla="*/ 57 h 123"/>
                  <a:gd name="T62" fmla="*/ 111 w 126"/>
                  <a:gd name="T63" fmla="*/ 70 h 123"/>
                  <a:gd name="T64" fmla="*/ 122 w 126"/>
                  <a:gd name="T65" fmla="*/ 77 h 123"/>
                  <a:gd name="T66" fmla="*/ 96 w 126"/>
                  <a:gd name="T67" fmla="*/ 9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6" h="123">
                    <a:moveTo>
                      <a:pt x="96" y="93"/>
                    </a:moveTo>
                    <a:cubicBezTo>
                      <a:pt x="95" y="102"/>
                      <a:pt x="100" y="117"/>
                      <a:pt x="91" y="121"/>
                    </a:cubicBezTo>
                    <a:cubicBezTo>
                      <a:pt x="90" y="121"/>
                      <a:pt x="88" y="122"/>
                      <a:pt x="86" y="123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85" y="120"/>
                      <a:pt x="82" y="117"/>
                      <a:pt x="80" y="115"/>
                    </a:cubicBezTo>
                    <a:cubicBezTo>
                      <a:pt x="77" y="112"/>
                      <a:pt x="73" y="109"/>
                      <a:pt x="71" y="106"/>
                    </a:cubicBezTo>
                    <a:cubicBezTo>
                      <a:pt x="68" y="101"/>
                      <a:pt x="66" y="95"/>
                      <a:pt x="65" y="90"/>
                    </a:cubicBezTo>
                    <a:cubicBezTo>
                      <a:pt x="65" y="87"/>
                      <a:pt x="65" y="84"/>
                      <a:pt x="66" y="81"/>
                    </a:cubicBezTo>
                    <a:cubicBezTo>
                      <a:pt x="66" y="78"/>
                      <a:pt x="67" y="75"/>
                      <a:pt x="67" y="72"/>
                    </a:cubicBezTo>
                    <a:cubicBezTo>
                      <a:pt x="68" y="67"/>
                      <a:pt x="61" y="64"/>
                      <a:pt x="57" y="62"/>
                    </a:cubicBezTo>
                    <a:cubicBezTo>
                      <a:pt x="53" y="59"/>
                      <a:pt x="48" y="56"/>
                      <a:pt x="44" y="53"/>
                    </a:cubicBezTo>
                    <a:cubicBezTo>
                      <a:pt x="38" y="50"/>
                      <a:pt x="32" y="47"/>
                      <a:pt x="27" y="43"/>
                    </a:cubicBezTo>
                    <a:cubicBezTo>
                      <a:pt x="26" y="42"/>
                      <a:pt x="25" y="40"/>
                      <a:pt x="24" y="38"/>
                    </a:cubicBezTo>
                    <a:cubicBezTo>
                      <a:pt x="23" y="35"/>
                      <a:pt x="22" y="33"/>
                      <a:pt x="21" y="30"/>
                    </a:cubicBezTo>
                    <a:cubicBezTo>
                      <a:pt x="20" y="26"/>
                      <a:pt x="18" y="22"/>
                      <a:pt x="13" y="19"/>
                    </a:cubicBezTo>
                    <a:cubicBezTo>
                      <a:pt x="12" y="18"/>
                      <a:pt x="9" y="17"/>
                      <a:pt x="7" y="17"/>
                    </a:cubicBezTo>
                    <a:cubicBezTo>
                      <a:pt x="3" y="15"/>
                      <a:pt x="0" y="13"/>
                      <a:pt x="1" y="9"/>
                    </a:cubicBezTo>
                    <a:cubicBezTo>
                      <a:pt x="1" y="5"/>
                      <a:pt x="1" y="1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1" y="0"/>
                      <a:pt x="14" y="1"/>
                      <a:pt x="17" y="1"/>
                    </a:cubicBezTo>
                    <a:cubicBezTo>
                      <a:pt x="23" y="2"/>
                      <a:pt x="27" y="6"/>
                      <a:pt x="32" y="9"/>
                    </a:cubicBezTo>
                    <a:cubicBezTo>
                      <a:pt x="35" y="11"/>
                      <a:pt x="39" y="12"/>
                      <a:pt x="41" y="14"/>
                    </a:cubicBezTo>
                    <a:cubicBezTo>
                      <a:pt x="44" y="16"/>
                      <a:pt x="46" y="20"/>
                      <a:pt x="48" y="23"/>
                    </a:cubicBezTo>
                    <a:cubicBezTo>
                      <a:pt x="49" y="25"/>
                      <a:pt x="49" y="26"/>
                      <a:pt x="50" y="28"/>
                    </a:cubicBezTo>
                    <a:cubicBezTo>
                      <a:pt x="50" y="30"/>
                      <a:pt x="51" y="32"/>
                      <a:pt x="53" y="33"/>
                    </a:cubicBezTo>
                    <a:cubicBezTo>
                      <a:pt x="54" y="35"/>
                      <a:pt x="57" y="35"/>
                      <a:pt x="59" y="35"/>
                    </a:cubicBezTo>
                    <a:cubicBezTo>
                      <a:pt x="62" y="35"/>
                      <a:pt x="65" y="35"/>
                      <a:pt x="68" y="36"/>
                    </a:cubicBezTo>
                    <a:cubicBezTo>
                      <a:pt x="71" y="37"/>
                      <a:pt x="73" y="42"/>
                      <a:pt x="75" y="45"/>
                    </a:cubicBezTo>
                    <a:cubicBezTo>
                      <a:pt x="79" y="52"/>
                      <a:pt x="89" y="54"/>
                      <a:pt x="96" y="56"/>
                    </a:cubicBezTo>
                    <a:cubicBezTo>
                      <a:pt x="97" y="56"/>
                      <a:pt x="97" y="56"/>
                      <a:pt x="98" y="56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99" y="66"/>
                      <a:pt x="101" y="70"/>
                      <a:pt x="111" y="70"/>
                    </a:cubicBezTo>
                    <a:cubicBezTo>
                      <a:pt x="121" y="69"/>
                      <a:pt x="126" y="73"/>
                      <a:pt x="122" y="77"/>
                    </a:cubicBezTo>
                    <a:cubicBezTo>
                      <a:pt x="118" y="81"/>
                      <a:pt x="97" y="84"/>
                      <a:pt x="96" y="9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5" name="Freeform 3666">
                <a:extLst>
                  <a:ext uri="{FF2B5EF4-FFF2-40B4-BE49-F238E27FC236}">
                    <a16:creationId xmlns:a16="http://schemas.microsoft.com/office/drawing/2014/main" id="{E8D9D627-798B-494D-BB02-C39237FE0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9" y="2692"/>
                <a:ext cx="57" cy="36"/>
              </a:xfrm>
              <a:custGeom>
                <a:avLst/>
                <a:gdLst>
                  <a:gd name="T0" fmla="*/ 130 w 140"/>
                  <a:gd name="T1" fmla="*/ 85 h 88"/>
                  <a:gd name="T2" fmla="*/ 108 w 140"/>
                  <a:gd name="T3" fmla="*/ 88 h 88"/>
                  <a:gd name="T4" fmla="*/ 104 w 140"/>
                  <a:gd name="T5" fmla="*/ 87 h 88"/>
                  <a:gd name="T6" fmla="*/ 91 w 140"/>
                  <a:gd name="T7" fmla="*/ 84 h 88"/>
                  <a:gd name="T8" fmla="*/ 83 w 140"/>
                  <a:gd name="T9" fmla="*/ 77 h 88"/>
                  <a:gd name="T10" fmla="*/ 77 w 140"/>
                  <a:gd name="T11" fmla="*/ 68 h 88"/>
                  <a:gd name="T12" fmla="*/ 66 w 140"/>
                  <a:gd name="T13" fmla="*/ 66 h 88"/>
                  <a:gd name="T14" fmla="*/ 59 w 140"/>
                  <a:gd name="T15" fmla="*/ 60 h 88"/>
                  <a:gd name="T16" fmla="*/ 57 w 140"/>
                  <a:gd name="T17" fmla="*/ 51 h 88"/>
                  <a:gd name="T18" fmla="*/ 49 w 140"/>
                  <a:gd name="T19" fmla="*/ 45 h 88"/>
                  <a:gd name="T20" fmla="*/ 37 w 140"/>
                  <a:gd name="T21" fmla="*/ 38 h 88"/>
                  <a:gd name="T22" fmla="*/ 26 w 140"/>
                  <a:gd name="T23" fmla="*/ 33 h 88"/>
                  <a:gd name="T24" fmla="*/ 13 w 140"/>
                  <a:gd name="T25" fmla="*/ 30 h 88"/>
                  <a:gd name="T26" fmla="*/ 6 w 140"/>
                  <a:gd name="T27" fmla="*/ 12 h 88"/>
                  <a:gd name="T28" fmla="*/ 1 w 140"/>
                  <a:gd name="T29" fmla="*/ 4 h 88"/>
                  <a:gd name="T30" fmla="*/ 4 w 140"/>
                  <a:gd name="T31" fmla="*/ 1 h 88"/>
                  <a:gd name="T32" fmla="*/ 17 w 140"/>
                  <a:gd name="T33" fmla="*/ 2 h 88"/>
                  <a:gd name="T34" fmla="*/ 33 w 140"/>
                  <a:gd name="T35" fmla="*/ 5 h 88"/>
                  <a:gd name="T36" fmla="*/ 45 w 140"/>
                  <a:gd name="T37" fmla="*/ 9 h 88"/>
                  <a:gd name="T38" fmla="*/ 51 w 140"/>
                  <a:gd name="T39" fmla="*/ 17 h 88"/>
                  <a:gd name="T40" fmla="*/ 55 w 140"/>
                  <a:gd name="T41" fmla="*/ 27 h 88"/>
                  <a:gd name="T42" fmla="*/ 62 w 140"/>
                  <a:gd name="T43" fmla="*/ 33 h 88"/>
                  <a:gd name="T44" fmla="*/ 78 w 140"/>
                  <a:gd name="T45" fmla="*/ 42 h 88"/>
                  <a:gd name="T46" fmla="*/ 95 w 140"/>
                  <a:gd name="T47" fmla="*/ 47 h 88"/>
                  <a:gd name="T48" fmla="*/ 106 w 140"/>
                  <a:gd name="T49" fmla="*/ 48 h 88"/>
                  <a:gd name="T50" fmla="*/ 121 w 140"/>
                  <a:gd name="T51" fmla="*/ 54 h 88"/>
                  <a:gd name="T52" fmla="*/ 126 w 140"/>
                  <a:gd name="T53" fmla="*/ 56 h 88"/>
                  <a:gd name="T54" fmla="*/ 131 w 140"/>
                  <a:gd name="T55" fmla="*/ 61 h 88"/>
                  <a:gd name="T56" fmla="*/ 137 w 140"/>
                  <a:gd name="T57" fmla="*/ 72 h 88"/>
                  <a:gd name="T58" fmla="*/ 140 w 140"/>
                  <a:gd name="T59" fmla="*/ 78 h 88"/>
                  <a:gd name="T60" fmla="*/ 130 w 140"/>
                  <a:gd name="T61" fmla="*/ 8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0" h="88">
                    <a:moveTo>
                      <a:pt x="130" y="85"/>
                    </a:moveTo>
                    <a:cubicBezTo>
                      <a:pt x="124" y="85"/>
                      <a:pt x="112" y="84"/>
                      <a:pt x="108" y="88"/>
                    </a:cubicBezTo>
                    <a:cubicBezTo>
                      <a:pt x="106" y="88"/>
                      <a:pt x="105" y="87"/>
                      <a:pt x="104" y="87"/>
                    </a:cubicBezTo>
                    <a:cubicBezTo>
                      <a:pt x="100" y="86"/>
                      <a:pt x="95" y="86"/>
                      <a:pt x="91" y="84"/>
                    </a:cubicBezTo>
                    <a:cubicBezTo>
                      <a:pt x="87" y="83"/>
                      <a:pt x="84" y="80"/>
                      <a:pt x="83" y="77"/>
                    </a:cubicBezTo>
                    <a:cubicBezTo>
                      <a:pt x="81" y="74"/>
                      <a:pt x="80" y="70"/>
                      <a:pt x="77" y="68"/>
                    </a:cubicBezTo>
                    <a:cubicBezTo>
                      <a:pt x="74" y="67"/>
                      <a:pt x="70" y="67"/>
                      <a:pt x="66" y="66"/>
                    </a:cubicBezTo>
                    <a:cubicBezTo>
                      <a:pt x="63" y="65"/>
                      <a:pt x="60" y="64"/>
                      <a:pt x="59" y="60"/>
                    </a:cubicBezTo>
                    <a:cubicBezTo>
                      <a:pt x="58" y="57"/>
                      <a:pt x="58" y="54"/>
                      <a:pt x="57" y="51"/>
                    </a:cubicBezTo>
                    <a:cubicBezTo>
                      <a:pt x="56" y="48"/>
                      <a:pt x="52" y="47"/>
                      <a:pt x="49" y="45"/>
                    </a:cubicBezTo>
                    <a:cubicBezTo>
                      <a:pt x="45" y="43"/>
                      <a:pt x="41" y="40"/>
                      <a:pt x="37" y="38"/>
                    </a:cubicBezTo>
                    <a:cubicBezTo>
                      <a:pt x="34" y="35"/>
                      <a:pt x="30" y="34"/>
                      <a:pt x="26" y="33"/>
                    </a:cubicBezTo>
                    <a:cubicBezTo>
                      <a:pt x="22" y="32"/>
                      <a:pt x="17" y="31"/>
                      <a:pt x="13" y="30"/>
                    </a:cubicBezTo>
                    <a:cubicBezTo>
                      <a:pt x="6" y="27"/>
                      <a:pt x="9" y="18"/>
                      <a:pt x="6" y="12"/>
                    </a:cubicBezTo>
                    <a:cubicBezTo>
                      <a:pt x="4" y="9"/>
                      <a:pt x="2" y="7"/>
                      <a:pt x="1" y="4"/>
                    </a:cubicBezTo>
                    <a:cubicBezTo>
                      <a:pt x="0" y="2"/>
                      <a:pt x="2" y="1"/>
                      <a:pt x="4" y="1"/>
                    </a:cubicBezTo>
                    <a:cubicBezTo>
                      <a:pt x="8" y="0"/>
                      <a:pt x="13" y="1"/>
                      <a:pt x="17" y="2"/>
                    </a:cubicBezTo>
                    <a:cubicBezTo>
                      <a:pt x="23" y="3"/>
                      <a:pt x="28" y="4"/>
                      <a:pt x="33" y="5"/>
                    </a:cubicBezTo>
                    <a:cubicBezTo>
                      <a:pt x="37" y="6"/>
                      <a:pt x="42" y="6"/>
                      <a:pt x="45" y="9"/>
                    </a:cubicBezTo>
                    <a:cubicBezTo>
                      <a:pt x="49" y="11"/>
                      <a:pt x="50" y="14"/>
                      <a:pt x="51" y="17"/>
                    </a:cubicBezTo>
                    <a:cubicBezTo>
                      <a:pt x="52" y="21"/>
                      <a:pt x="53" y="24"/>
                      <a:pt x="55" y="27"/>
                    </a:cubicBezTo>
                    <a:cubicBezTo>
                      <a:pt x="57" y="29"/>
                      <a:pt x="60" y="31"/>
                      <a:pt x="62" y="33"/>
                    </a:cubicBezTo>
                    <a:cubicBezTo>
                      <a:pt x="67" y="36"/>
                      <a:pt x="72" y="40"/>
                      <a:pt x="78" y="42"/>
                    </a:cubicBezTo>
                    <a:cubicBezTo>
                      <a:pt x="84" y="44"/>
                      <a:pt x="89" y="47"/>
                      <a:pt x="95" y="47"/>
                    </a:cubicBezTo>
                    <a:cubicBezTo>
                      <a:pt x="99" y="47"/>
                      <a:pt x="103" y="47"/>
                      <a:pt x="106" y="48"/>
                    </a:cubicBezTo>
                    <a:cubicBezTo>
                      <a:pt x="112" y="49"/>
                      <a:pt x="116" y="52"/>
                      <a:pt x="121" y="54"/>
                    </a:cubicBezTo>
                    <a:cubicBezTo>
                      <a:pt x="123" y="55"/>
                      <a:pt x="124" y="55"/>
                      <a:pt x="126" y="56"/>
                    </a:cubicBezTo>
                    <a:cubicBezTo>
                      <a:pt x="128" y="57"/>
                      <a:pt x="129" y="59"/>
                      <a:pt x="131" y="61"/>
                    </a:cubicBezTo>
                    <a:cubicBezTo>
                      <a:pt x="133" y="64"/>
                      <a:pt x="135" y="68"/>
                      <a:pt x="137" y="72"/>
                    </a:cubicBezTo>
                    <a:cubicBezTo>
                      <a:pt x="138" y="73"/>
                      <a:pt x="139" y="76"/>
                      <a:pt x="140" y="78"/>
                    </a:cubicBezTo>
                    <a:cubicBezTo>
                      <a:pt x="139" y="81"/>
                      <a:pt x="137" y="84"/>
                      <a:pt x="130" y="8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6" name="Freeform 3667">
                <a:extLst>
                  <a:ext uri="{FF2B5EF4-FFF2-40B4-BE49-F238E27FC236}">
                    <a16:creationId xmlns:a16="http://schemas.microsoft.com/office/drawing/2014/main" id="{E65905C1-899D-424A-9292-150F4CEE7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8" y="2662"/>
                <a:ext cx="95" cy="49"/>
              </a:xfrm>
              <a:custGeom>
                <a:avLst/>
                <a:gdLst>
                  <a:gd name="T0" fmla="*/ 2 w 232"/>
                  <a:gd name="T1" fmla="*/ 7 h 120"/>
                  <a:gd name="T2" fmla="*/ 6 w 232"/>
                  <a:gd name="T3" fmla="*/ 6 h 120"/>
                  <a:gd name="T4" fmla="*/ 10 w 232"/>
                  <a:gd name="T5" fmla="*/ 5 h 120"/>
                  <a:gd name="T6" fmla="*/ 20 w 232"/>
                  <a:gd name="T7" fmla="*/ 3 h 120"/>
                  <a:gd name="T8" fmla="*/ 32 w 232"/>
                  <a:gd name="T9" fmla="*/ 2 h 120"/>
                  <a:gd name="T10" fmla="*/ 38 w 232"/>
                  <a:gd name="T11" fmla="*/ 0 h 120"/>
                  <a:gd name="T12" fmla="*/ 39 w 232"/>
                  <a:gd name="T13" fmla="*/ 0 h 120"/>
                  <a:gd name="T14" fmla="*/ 46 w 232"/>
                  <a:gd name="T15" fmla="*/ 6 h 120"/>
                  <a:gd name="T16" fmla="*/ 67 w 232"/>
                  <a:gd name="T17" fmla="*/ 13 h 120"/>
                  <a:gd name="T18" fmla="*/ 91 w 232"/>
                  <a:gd name="T19" fmla="*/ 21 h 120"/>
                  <a:gd name="T20" fmla="*/ 118 w 232"/>
                  <a:gd name="T21" fmla="*/ 31 h 120"/>
                  <a:gd name="T22" fmla="*/ 140 w 232"/>
                  <a:gd name="T23" fmla="*/ 37 h 120"/>
                  <a:gd name="T24" fmla="*/ 157 w 232"/>
                  <a:gd name="T25" fmla="*/ 42 h 120"/>
                  <a:gd name="T26" fmla="*/ 164 w 232"/>
                  <a:gd name="T27" fmla="*/ 43 h 120"/>
                  <a:gd name="T28" fmla="*/ 172 w 232"/>
                  <a:gd name="T29" fmla="*/ 42 h 120"/>
                  <a:gd name="T30" fmla="*/ 181 w 232"/>
                  <a:gd name="T31" fmla="*/ 45 h 120"/>
                  <a:gd name="T32" fmla="*/ 187 w 232"/>
                  <a:gd name="T33" fmla="*/ 51 h 120"/>
                  <a:gd name="T34" fmla="*/ 194 w 232"/>
                  <a:gd name="T35" fmla="*/ 56 h 120"/>
                  <a:gd name="T36" fmla="*/ 199 w 232"/>
                  <a:gd name="T37" fmla="*/ 59 h 120"/>
                  <a:gd name="T38" fmla="*/ 200 w 232"/>
                  <a:gd name="T39" fmla="*/ 62 h 120"/>
                  <a:gd name="T40" fmla="*/ 200 w 232"/>
                  <a:gd name="T41" fmla="*/ 73 h 120"/>
                  <a:gd name="T42" fmla="*/ 201 w 232"/>
                  <a:gd name="T43" fmla="*/ 76 h 120"/>
                  <a:gd name="T44" fmla="*/ 213 w 232"/>
                  <a:gd name="T45" fmla="*/ 86 h 120"/>
                  <a:gd name="T46" fmla="*/ 221 w 232"/>
                  <a:gd name="T47" fmla="*/ 94 h 120"/>
                  <a:gd name="T48" fmla="*/ 220 w 232"/>
                  <a:gd name="T49" fmla="*/ 94 h 120"/>
                  <a:gd name="T50" fmla="*/ 231 w 232"/>
                  <a:gd name="T51" fmla="*/ 114 h 120"/>
                  <a:gd name="T52" fmla="*/ 232 w 232"/>
                  <a:gd name="T53" fmla="*/ 120 h 120"/>
                  <a:gd name="T54" fmla="*/ 231 w 232"/>
                  <a:gd name="T55" fmla="*/ 119 h 120"/>
                  <a:gd name="T56" fmla="*/ 224 w 232"/>
                  <a:gd name="T57" fmla="*/ 117 h 120"/>
                  <a:gd name="T58" fmla="*/ 216 w 232"/>
                  <a:gd name="T59" fmla="*/ 113 h 120"/>
                  <a:gd name="T60" fmla="*/ 211 w 232"/>
                  <a:gd name="T61" fmla="*/ 110 h 120"/>
                  <a:gd name="T62" fmla="*/ 205 w 232"/>
                  <a:gd name="T63" fmla="*/ 108 h 120"/>
                  <a:gd name="T64" fmla="*/ 198 w 232"/>
                  <a:gd name="T65" fmla="*/ 105 h 120"/>
                  <a:gd name="T66" fmla="*/ 189 w 232"/>
                  <a:gd name="T67" fmla="*/ 102 h 120"/>
                  <a:gd name="T68" fmla="*/ 173 w 232"/>
                  <a:gd name="T69" fmla="*/ 95 h 120"/>
                  <a:gd name="T70" fmla="*/ 156 w 232"/>
                  <a:gd name="T71" fmla="*/ 91 h 120"/>
                  <a:gd name="T72" fmla="*/ 147 w 232"/>
                  <a:gd name="T73" fmla="*/ 88 h 120"/>
                  <a:gd name="T74" fmla="*/ 143 w 232"/>
                  <a:gd name="T75" fmla="*/ 86 h 120"/>
                  <a:gd name="T76" fmla="*/ 138 w 232"/>
                  <a:gd name="T77" fmla="*/ 85 h 120"/>
                  <a:gd name="T78" fmla="*/ 136 w 232"/>
                  <a:gd name="T79" fmla="*/ 84 h 120"/>
                  <a:gd name="T80" fmla="*/ 131 w 232"/>
                  <a:gd name="T81" fmla="*/ 82 h 120"/>
                  <a:gd name="T82" fmla="*/ 126 w 232"/>
                  <a:gd name="T83" fmla="*/ 80 h 120"/>
                  <a:gd name="T84" fmla="*/ 116 w 232"/>
                  <a:gd name="T85" fmla="*/ 77 h 120"/>
                  <a:gd name="T86" fmla="*/ 104 w 232"/>
                  <a:gd name="T87" fmla="*/ 75 h 120"/>
                  <a:gd name="T88" fmla="*/ 97 w 232"/>
                  <a:gd name="T89" fmla="*/ 75 h 120"/>
                  <a:gd name="T90" fmla="*/ 91 w 232"/>
                  <a:gd name="T91" fmla="*/ 74 h 120"/>
                  <a:gd name="T92" fmla="*/ 82 w 232"/>
                  <a:gd name="T93" fmla="*/ 74 h 120"/>
                  <a:gd name="T94" fmla="*/ 74 w 232"/>
                  <a:gd name="T95" fmla="*/ 73 h 120"/>
                  <a:gd name="T96" fmla="*/ 68 w 232"/>
                  <a:gd name="T97" fmla="*/ 72 h 120"/>
                  <a:gd name="T98" fmla="*/ 64 w 232"/>
                  <a:gd name="T99" fmla="*/ 69 h 120"/>
                  <a:gd name="T100" fmla="*/ 63 w 232"/>
                  <a:gd name="T101" fmla="*/ 60 h 120"/>
                  <a:gd name="T102" fmla="*/ 59 w 232"/>
                  <a:gd name="T103" fmla="*/ 50 h 120"/>
                  <a:gd name="T104" fmla="*/ 51 w 232"/>
                  <a:gd name="T105" fmla="*/ 46 h 120"/>
                  <a:gd name="T106" fmla="*/ 41 w 232"/>
                  <a:gd name="T107" fmla="*/ 42 h 120"/>
                  <a:gd name="T108" fmla="*/ 27 w 232"/>
                  <a:gd name="T109" fmla="*/ 37 h 120"/>
                  <a:gd name="T110" fmla="*/ 16 w 232"/>
                  <a:gd name="T111" fmla="*/ 25 h 120"/>
                  <a:gd name="T112" fmla="*/ 5 w 232"/>
                  <a:gd name="T113" fmla="*/ 13 h 120"/>
                  <a:gd name="T114" fmla="*/ 2 w 232"/>
                  <a:gd name="T115" fmla="*/ 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2" h="120">
                    <a:moveTo>
                      <a:pt x="2" y="7"/>
                    </a:moveTo>
                    <a:cubicBezTo>
                      <a:pt x="3" y="6"/>
                      <a:pt x="5" y="6"/>
                      <a:pt x="6" y="6"/>
                    </a:cubicBezTo>
                    <a:cubicBezTo>
                      <a:pt x="7" y="6"/>
                      <a:pt x="8" y="5"/>
                      <a:pt x="10" y="5"/>
                    </a:cubicBezTo>
                    <a:cubicBezTo>
                      <a:pt x="13" y="5"/>
                      <a:pt x="16" y="3"/>
                      <a:pt x="20" y="3"/>
                    </a:cubicBezTo>
                    <a:cubicBezTo>
                      <a:pt x="24" y="2"/>
                      <a:pt x="28" y="2"/>
                      <a:pt x="32" y="2"/>
                    </a:cubicBezTo>
                    <a:cubicBezTo>
                      <a:pt x="33" y="1"/>
                      <a:pt x="37" y="1"/>
                      <a:pt x="38" y="0"/>
                    </a:cubicBezTo>
                    <a:cubicBezTo>
                      <a:pt x="38" y="0"/>
                      <a:pt x="39" y="0"/>
                      <a:pt x="39" y="0"/>
                    </a:cubicBezTo>
                    <a:cubicBezTo>
                      <a:pt x="41" y="2"/>
                      <a:pt x="44" y="4"/>
                      <a:pt x="46" y="6"/>
                    </a:cubicBezTo>
                    <a:cubicBezTo>
                      <a:pt x="52" y="11"/>
                      <a:pt x="60" y="11"/>
                      <a:pt x="67" y="13"/>
                    </a:cubicBezTo>
                    <a:cubicBezTo>
                      <a:pt x="75" y="15"/>
                      <a:pt x="83" y="19"/>
                      <a:pt x="91" y="21"/>
                    </a:cubicBezTo>
                    <a:cubicBezTo>
                      <a:pt x="100" y="24"/>
                      <a:pt x="109" y="29"/>
                      <a:pt x="118" y="31"/>
                    </a:cubicBezTo>
                    <a:cubicBezTo>
                      <a:pt x="125" y="33"/>
                      <a:pt x="133" y="35"/>
                      <a:pt x="140" y="37"/>
                    </a:cubicBezTo>
                    <a:cubicBezTo>
                      <a:pt x="146" y="39"/>
                      <a:pt x="151" y="40"/>
                      <a:pt x="157" y="42"/>
                    </a:cubicBezTo>
                    <a:cubicBezTo>
                      <a:pt x="159" y="43"/>
                      <a:pt x="162" y="43"/>
                      <a:pt x="164" y="43"/>
                    </a:cubicBezTo>
                    <a:cubicBezTo>
                      <a:pt x="167" y="42"/>
                      <a:pt x="169" y="42"/>
                      <a:pt x="172" y="42"/>
                    </a:cubicBezTo>
                    <a:cubicBezTo>
                      <a:pt x="175" y="43"/>
                      <a:pt x="178" y="43"/>
                      <a:pt x="181" y="45"/>
                    </a:cubicBezTo>
                    <a:cubicBezTo>
                      <a:pt x="183" y="47"/>
                      <a:pt x="185" y="49"/>
                      <a:pt x="187" y="51"/>
                    </a:cubicBezTo>
                    <a:cubicBezTo>
                      <a:pt x="190" y="53"/>
                      <a:pt x="192" y="55"/>
                      <a:pt x="194" y="56"/>
                    </a:cubicBezTo>
                    <a:cubicBezTo>
                      <a:pt x="196" y="57"/>
                      <a:pt x="197" y="58"/>
                      <a:pt x="199" y="59"/>
                    </a:cubicBezTo>
                    <a:cubicBezTo>
                      <a:pt x="200" y="59"/>
                      <a:pt x="200" y="60"/>
                      <a:pt x="200" y="62"/>
                    </a:cubicBezTo>
                    <a:cubicBezTo>
                      <a:pt x="200" y="65"/>
                      <a:pt x="201" y="69"/>
                      <a:pt x="200" y="73"/>
                    </a:cubicBezTo>
                    <a:cubicBezTo>
                      <a:pt x="200" y="74"/>
                      <a:pt x="200" y="75"/>
                      <a:pt x="201" y="76"/>
                    </a:cubicBezTo>
                    <a:cubicBezTo>
                      <a:pt x="204" y="80"/>
                      <a:pt x="209" y="83"/>
                      <a:pt x="213" y="86"/>
                    </a:cubicBezTo>
                    <a:cubicBezTo>
                      <a:pt x="216" y="88"/>
                      <a:pt x="218" y="91"/>
                      <a:pt x="221" y="94"/>
                    </a:cubicBezTo>
                    <a:cubicBezTo>
                      <a:pt x="220" y="94"/>
                      <a:pt x="220" y="94"/>
                      <a:pt x="220" y="94"/>
                    </a:cubicBezTo>
                    <a:cubicBezTo>
                      <a:pt x="231" y="114"/>
                      <a:pt x="231" y="114"/>
                      <a:pt x="231" y="114"/>
                    </a:cubicBezTo>
                    <a:cubicBezTo>
                      <a:pt x="232" y="120"/>
                      <a:pt x="232" y="120"/>
                      <a:pt x="232" y="120"/>
                    </a:cubicBezTo>
                    <a:cubicBezTo>
                      <a:pt x="232" y="119"/>
                      <a:pt x="231" y="119"/>
                      <a:pt x="231" y="119"/>
                    </a:cubicBezTo>
                    <a:cubicBezTo>
                      <a:pt x="229" y="118"/>
                      <a:pt x="226" y="117"/>
                      <a:pt x="224" y="117"/>
                    </a:cubicBezTo>
                    <a:cubicBezTo>
                      <a:pt x="221" y="116"/>
                      <a:pt x="218" y="114"/>
                      <a:pt x="216" y="113"/>
                    </a:cubicBezTo>
                    <a:cubicBezTo>
                      <a:pt x="214" y="112"/>
                      <a:pt x="213" y="111"/>
                      <a:pt x="211" y="110"/>
                    </a:cubicBezTo>
                    <a:cubicBezTo>
                      <a:pt x="209" y="109"/>
                      <a:pt x="207" y="109"/>
                      <a:pt x="205" y="108"/>
                    </a:cubicBezTo>
                    <a:cubicBezTo>
                      <a:pt x="202" y="107"/>
                      <a:pt x="200" y="106"/>
                      <a:pt x="198" y="105"/>
                    </a:cubicBezTo>
                    <a:cubicBezTo>
                      <a:pt x="195" y="104"/>
                      <a:pt x="192" y="103"/>
                      <a:pt x="189" y="102"/>
                    </a:cubicBezTo>
                    <a:cubicBezTo>
                      <a:pt x="184" y="100"/>
                      <a:pt x="178" y="97"/>
                      <a:pt x="173" y="95"/>
                    </a:cubicBezTo>
                    <a:cubicBezTo>
                      <a:pt x="167" y="93"/>
                      <a:pt x="162" y="92"/>
                      <a:pt x="156" y="91"/>
                    </a:cubicBezTo>
                    <a:cubicBezTo>
                      <a:pt x="153" y="90"/>
                      <a:pt x="150" y="89"/>
                      <a:pt x="147" y="88"/>
                    </a:cubicBezTo>
                    <a:cubicBezTo>
                      <a:pt x="146" y="87"/>
                      <a:pt x="145" y="86"/>
                      <a:pt x="143" y="86"/>
                    </a:cubicBezTo>
                    <a:cubicBezTo>
                      <a:pt x="141" y="85"/>
                      <a:pt x="140" y="86"/>
                      <a:pt x="138" y="85"/>
                    </a:cubicBezTo>
                    <a:cubicBezTo>
                      <a:pt x="137" y="85"/>
                      <a:pt x="137" y="84"/>
                      <a:pt x="136" y="84"/>
                    </a:cubicBezTo>
                    <a:cubicBezTo>
                      <a:pt x="134" y="83"/>
                      <a:pt x="132" y="83"/>
                      <a:pt x="131" y="82"/>
                    </a:cubicBezTo>
                    <a:cubicBezTo>
                      <a:pt x="129" y="81"/>
                      <a:pt x="128" y="80"/>
                      <a:pt x="126" y="80"/>
                    </a:cubicBezTo>
                    <a:cubicBezTo>
                      <a:pt x="123" y="78"/>
                      <a:pt x="119" y="77"/>
                      <a:pt x="116" y="77"/>
                    </a:cubicBezTo>
                    <a:cubicBezTo>
                      <a:pt x="112" y="76"/>
                      <a:pt x="108" y="75"/>
                      <a:pt x="104" y="75"/>
                    </a:cubicBezTo>
                    <a:cubicBezTo>
                      <a:pt x="102" y="75"/>
                      <a:pt x="100" y="75"/>
                      <a:pt x="97" y="75"/>
                    </a:cubicBezTo>
                    <a:cubicBezTo>
                      <a:pt x="95" y="74"/>
                      <a:pt x="93" y="75"/>
                      <a:pt x="91" y="74"/>
                    </a:cubicBezTo>
                    <a:cubicBezTo>
                      <a:pt x="88" y="74"/>
                      <a:pt x="85" y="74"/>
                      <a:pt x="82" y="74"/>
                    </a:cubicBezTo>
                    <a:cubicBezTo>
                      <a:pt x="79" y="74"/>
                      <a:pt x="77" y="74"/>
                      <a:pt x="74" y="73"/>
                    </a:cubicBezTo>
                    <a:cubicBezTo>
                      <a:pt x="72" y="73"/>
                      <a:pt x="70" y="72"/>
                      <a:pt x="68" y="72"/>
                    </a:cubicBezTo>
                    <a:cubicBezTo>
                      <a:pt x="66" y="72"/>
                      <a:pt x="65" y="71"/>
                      <a:pt x="64" y="69"/>
                    </a:cubicBezTo>
                    <a:cubicBezTo>
                      <a:pt x="63" y="66"/>
                      <a:pt x="63" y="63"/>
                      <a:pt x="63" y="60"/>
                    </a:cubicBezTo>
                    <a:cubicBezTo>
                      <a:pt x="62" y="57"/>
                      <a:pt x="61" y="53"/>
                      <a:pt x="59" y="50"/>
                    </a:cubicBezTo>
                    <a:cubicBezTo>
                      <a:pt x="57" y="47"/>
                      <a:pt x="54" y="47"/>
                      <a:pt x="51" y="46"/>
                    </a:cubicBezTo>
                    <a:cubicBezTo>
                      <a:pt x="47" y="45"/>
                      <a:pt x="44" y="43"/>
                      <a:pt x="41" y="42"/>
                    </a:cubicBezTo>
                    <a:cubicBezTo>
                      <a:pt x="36" y="40"/>
                      <a:pt x="32" y="39"/>
                      <a:pt x="27" y="37"/>
                    </a:cubicBezTo>
                    <a:cubicBezTo>
                      <a:pt x="22" y="35"/>
                      <a:pt x="19" y="30"/>
                      <a:pt x="16" y="25"/>
                    </a:cubicBezTo>
                    <a:cubicBezTo>
                      <a:pt x="12" y="21"/>
                      <a:pt x="9" y="17"/>
                      <a:pt x="5" y="13"/>
                    </a:cubicBezTo>
                    <a:cubicBezTo>
                      <a:pt x="4" y="12"/>
                      <a:pt x="0" y="8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7" name="Freeform 3668">
                <a:extLst>
                  <a:ext uri="{FF2B5EF4-FFF2-40B4-BE49-F238E27FC236}">
                    <a16:creationId xmlns:a16="http://schemas.microsoft.com/office/drawing/2014/main" id="{87900529-5082-49F7-944A-6871BE0D4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0" y="2696"/>
                <a:ext cx="57" cy="34"/>
              </a:xfrm>
              <a:custGeom>
                <a:avLst/>
                <a:gdLst>
                  <a:gd name="T0" fmla="*/ 91 w 139"/>
                  <a:gd name="T1" fmla="*/ 63 h 84"/>
                  <a:gd name="T2" fmla="*/ 66 w 139"/>
                  <a:gd name="T3" fmla="*/ 38 h 84"/>
                  <a:gd name="T4" fmla="*/ 18 w 139"/>
                  <a:gd name="T5" fmla="*/ 26 h 84"/>
                  <a:gd name="T6" fmla="*/ 2 w 139"/>
                  <a:gd name="T7" fmla="*/ 7 h 84"/>
                  <a:gd name="T8" fmla="*/ 1 w 139"/>
                  <a:gd name="T9" fmla="*/ 1 h 84"/>
                  <a:gd name="T10" fmla="*/ 5 w 139"/>
                  <a:gd name="T11" fmla="*/ 1 h 84"/>
                  <a:gd name="T12" fmla="*/ 9 w 139"/>
                  <a:gd name="T13" fmla="*/ 2 h 84"/>
                  <a:gd name="T14" fmla="*/ 18 w 139"/>
                  <a:gd name="T15" fmla="*/ 5 h 84"/>
                  <a:gd name="T16" fmla="*/ 24 w 139"/>
                  <a:gd name="T17" fmla="*/ 8 h 84"/>
                  <a:gd name="T18" fmla="*/ 28 w 139"/>
                  <a:gd name="T19" fmla="*/ 9 h 84"/>
                  <a:gd name="T20" fmla="*/ 36 w 139"/>
                  <a:gd name="T21" fmla="*/ 12 h 84"/>
                  <a:gd name="T22" fmla="*/ 38 w 139"/>
                  <a:gd name="T23" fmla="*/ 12 h 84"/>
                  <a:gd name="T24" fmla="*/ 42 w 139"/>
                  <a:gd name="T25" fmla="*/ 13 h 84"/>
                  <a:gd name="T26" fmla="*/ 50 w 139"/>
                  <a:gd name="T27" fmla="*/ 16 h 84"/>
                  <a:gd name="T28" fmla="*/ 55 w 139"/>
                  <a:gd name="T29" fmla="*/ 18 h 84"/>
                  <a:gd name="T30" fmla="*/ 59 w 139"/>
                  <a:gd name="T31" fmla="*/ 20 h 84"/>
                  <a:gd name="T32" fmla="*/ 68 w 139"/>
                  <a:gd name="T33" fmla="*/ 22 h 84"/>
                  <a:gd name="T34" fmla="*/ 75 w 139"/>
                  <a:gd name="T35" fmla="*/ 25 h 84"/>
                  <a:gd name="T36" fmla="*/ 79 w 139"/>
                  <a:gd name="T37" fmla="*/ 28 h 84"/>
                  <a:gd name="T38" fmla="*/ 83 w 139"/>
                  <a:gd name="T39" fmla="*/ 30 h 84"/>
                  <a:gd name="T40" fmla="*/ 92 w 139"/>
                  <a:gd name="T41" fmla="*/ 33 h 84"/>
                  <a:gd name="T42" fmla="*/ 99 w 139"/>
                  <a:gd name="T43" fmla="*/ 36 h 84"/>
                  <a:gd name="T44" fmla="*/ 105 w 139"/>
                  <a:gd name="T45" fmla="*/ 39 h 84"/>
                  <a:gd name="T46" fmla="*/ 105 w 139"/>
                  <a:gd name="T47" fmla="*/ 42 h 84"/>
                  <a:gd name="T48" fmla="*/ 114 w 139"/>
                  <a:gd name="T49" fmla="*/ 53 h 84"/>
                  <a:gd name="T50" fmla="*/ 114 w 139"/>
                  <a:gd name="T51" fmla="*/ 62 h 84"/>
                  <a:gd name="T52" fmla="*/ 131 w 139"/>
                  <a:gd name="T53" fmla="*/ 59 h 84"/>
                  <a:gd name="T54" fmla="*/ 136 w 139"/>
                  <a:gd name="T55" fmla="*/ 75 h 84"/>
                  <a:gd name="T56" fmla="*/ 124 w 139"/>
                  <a:gd name="T57" fmla="*/ 81 h 84"/>
                  <a:gd name="T58" fmla="*/ 103 w 139"/>
                  <a:gd name="T59" fmla="*/ 74 h 84"/>
                  <a:gd name="T60" fmla="*/ 91 w 139"/>
                  <a:gd name="T61" fmla="*/ 6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9" h="84">
                    <a:moveTo>
                      <a:pt x="91" y="63"/>
                    </a:moveTo>
                    <a:cubicBezTo>
                      <a:pt x="88" y="51"/>
                      <a:pt x="78" y="42"/>
                      <a:pt x="66" y="38"/>
                    </a:cubicBezTo>
                    <a:cubicBezTo>
                      <a:pt x="51" y="32"/>
                      <a:pt x="33" y="36"/>
                      <a:pt x="18" y="26"/>
                    </a:cubicBezTo>
                    <a:cubicBezTo>
                      <a:pt x="12" y="21"/>
                      <a:pt x="5" y="14"/>
                      <a:pt x="2" y="7"/>
                    </a:cubicBezTo>
                    <a:cubicBezTo>
                      <a:pt x="1" y="6"/>
                      <a:pt x="0" y="3"/>
                      <a:pt x="1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7" y="1"/>
                      <a:pt x="8" y="1"/>
                      <a:pt x="9" y="2"/>
                    </a:cubicBezTo>
                    <a:cubicBezTo>
                      <a:pt x="12" y="3"/>
                      <a:pt x="15" y="4"/>
                      <a:pt x="18" y="5"/>
                    </a:cubicBezTo>
                    <a:cubicBezTo>
                      <a:pt x="20" y="7"/>
                      <a:pt x="22" y="7"/>
                      <a:pt x="24" y="8"/>
                    </a:cubicBezTo>
                    <a:cubicBezTo>
                      <a:pt x="25" y="8"/>
                      <a:pt x="27" y="9"/>
                      <a:pt x="28" y="9"/>
                    </a:cubicBezTo>
                    <a:cubicBezTo>
                      <a:pt x="31" y="10"/>
                      <a:pt x="33" y="11"/>
                      <a:pt x="36" y="12"/>
                    </a:cubicBezTo>
                    <a:cubicBezTo>
                      <a:pt x="37" y="12"/>
                      <a:pt x="38" y="12"/>
                      <a:pt x="38" y="12"/>
                    </a:cubicBezTo>
                    <a:cubicBezTo>
                      <a:pt x="40" y="12"/>
                      <a:pt x="41" y="13"/>
                      <a:pt x="42" y="13"/>
                    </a:cubicBezTo>
                    <a:cubicBezTo>
                      <a:pt x="45" y="14"/>
                      <a:pt x="47" y="15"/>
                      <a:pt x="50" y="16"/>
                    </a:cubicBezTo>
                    <a:cubicBezTo>
                      <a:pt x="52" y="17"/>
                      <a:pt x="53" y="17"/>
                      <a:pt x="55" y="18"/>
                    </a:cubicBezTo>
                    <a:cubicBezTo>
                      <a:pt x="56" y="18"/>
                      <a:pt x="58" y="19"/>
                      <a:pt x="59" y="20"/>
                    </a:cubicBezTo>
                    <a:cubicBezTo>
                      <a:pt x="62" y="20"/>
                      <a:pt x="65" y="21"/>
                      <a:pt x="68" y="22"/>
                    </a:cubicBezTo>
                    <a:cubicBezTo>
                      <a:pt x="71" y="23"/>
                      <a:pt x="73" y="24"/>
                      <a:pt x="75" y="25"/>
                    </a:cubicBezTo>
                    <a:cubicBezTo>
                      <a:pt x="76" y="26"/>
                      <a:pt x="78" y="27"/>
                      <a:pt x="79" y="28"/>
                    </a:cubicBezTo>
                    <a:cubicBezTo>
                      <a:pt x="80" y="28"/>
                      <a:pt x="82" y="29"/>
                      <a:pt x="83" y="30"/>
                    </a:cubicBezTo>
                    <a:cubicBezTo>
                      <a:pt x="86" y="31"/>
                      <a:pt x="89" y="32"/>
                      <a:pt x="92" y="33"/>
                    </a:cubicBezTo>
                    <a:cubicBezTo>
                      <a:pt x="94" y="34"/>
                      <a:pt x="97" y="35"/>
                      <a:pt x="99" y="36"/>
                    </a:cubicBezTo>
                    <a:cubicBezTo>
                      <a:pt x="101" y="38"/>
                      <a:pt x="103" y="39"/>
                      <a:pt x="105" y="39"/>
                    </a:cubicBezTo>
                    <a:cubicBezTo>
                      <a:pt x="105" y="42"/>
                      <a:pt x="105" y="42"/>
                      <a:pt x="105" y="42"/>
                    </a:cubicBezTo>
                    <a:cubicBezTo>
                      <a:pt x="105" y="42"/>
                      <a:pt x="115" y="49"/>
                      <a:pt x="114" y="53"/>
                    </a:cubicBezTo>
                    <a:cubicBezTo>
                      <a:pt x="113" y="58"/>
                      <a:pt x="109" y="65"/>
                      <a:pt x="114" y="62"/>
                    </a:cubicBezTo>
                    <a:cubicBezTo>
                      <a:pt x="119" y="60"/>
                      <a:pt x="127" y="57"/>
                      <a:pt x="131" y="59"/>
                    </a:cubicBezTo>
                    <a:cubicBezTo>
                      <a:pt x="134" y="62"/>
                      <a:pt x="139" y="66"/>
                      <a:pt x="136" y="75"/>
                    </a:cubicBezTo>
                    <a:cubicBezTo>
                      <a:pt x="133" y="83"/>
                      <a:pt x="132" y="84"/>
                      <a:pt x="124" y="81"/>
                    </a:cubicBezTo>
                    <a:cubicBezTo>
                      <a:pt x="116" y="79"/>
                      <a:pt x="107" y="78"/>
                      <a:pt x="103" y="74"/>
                    </a:cubicBezTo>
                    <a:cubicBezTo>
                      <a:pt x="100" y="72"/>
                      <a:pt x="94" y="62"/>
                      <a:pt x="91" y="6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8" name="Freeform 3669">
                <a:extLst>
                  <a:ext uri="{FF2B5EF4-FFF2-40B4-BE49-F238E27FC236}">
                    <a16:creationId xmlns:a16="http://schemas.microsoft.com/office/drawing/2014/main" id="{D81F9C48-16F0-4D90-9A97-E538F287D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1" y="2686"/>
                <a:ext cx="30" cy="33"/>
              </a:xfrm>
              <a:custGeom>
                <a:avLst/>
                <a:gdLst>
                  <a:gd name="T0" fmla="*/ 68 w 75"/>
                  <a:gd name="T1" fmla="*/ 81 h 83"/>
                  <a:gd name="T2" fmla="*/ 51 w 75"/>
                  <a:gd name="T3" fmla="*/ 66 h 83"/>
                  <a:gd name="T4" fmla="*/ 38 w 75"/>
                  <a:gd name="T5" fmla="*/ 38 h 83"/>
                  <a:gd name="T6" fmla="*/ 23 w 75"/>
                  <a:gd name="T7" fmla="*/ 36 h 83"/>
                  <a:gd name="T8" fmla="*/ 16 w 75"/>
                  <a:gd name="T9" fmla="*/ 31 h 83"/>
                  <a:gd name="T10" fmla="*/ 9 w 75"/>
                  <a:gd name="T11" fmla="*/ 25 h 83"/>
                  <a:gd name="T12" fmla="*/ 4 w 75"/>
                  <a:gd name="T13" fmla="*/ 19 h 83"/>
                  <a:gd name="T14" fmla="*/ 0 w 75"/>
                  <a:gd name="T15" fmla="*/ 11 h 83"/>
                  <a:gd name="T16" fmla="*/ 1 w 75"/>
                  <a:gd name="T17" fmla="*/ 0 h 83"/>
                  <a:gd name="T18" fmla="*/ 5 w 75"/>
                  <a:gd name="T19" fmla="*/ 0 h 83"/>
                  <a:gd name="T20" fmla="*/ 11 w 75"/>
                  <a:gd name="T21" fmla="*/ 1 h 83"/>
                  <a:gd name="T22" fmla="*/ 20 w 75"/>
                  <a:gd name="T23" fmla="*/ 4 h 83"/>
                  <a:gd name="T24" fmla="*/ 28 w 75"/>
                  <a:gd name="T25" fmla="*/ 9 h 83"/>
                  <a:gd name="T26" fmla="*/ 34 w 75"/>
                  <a:gd name="T27" fmla="*/ 15 h 83"/>
                  <a:gd name="T28" fmla="*/ 40 w 75"/>
                  <a:gd name="T29" fmla="*/ 20 h 83"/>
                  <a:gd name="T30" fmla="*/ 50 w 75"/>
                  <a:gd name="T31" fmla="*/ 23 h 83"/>
                  <a:gd name="T32" fmla="*/ 59 w 75"/>
                  <a:gd name="T33" fmla="*/ 27 h 83"/>
                  <a:gd name="T34" fmla="*/ 63 w 75"/>
                  <a:gd name="T35" fmla="*/ 30 h 83"/>
                  <a:gd name="T36" fmla="*/ 67 w 75"/>
                  <a:gd name="T37" fmla="*/ 31 h 83"/>
                  <a:gd name="T38" fmla="*/ 72 w 75"/>
                  <a:gd name="T39" fmla="*/ 34 h 83"/>
                  <a:gd name="T40" fmla="*/ 72 w 75"/>
                  <a:gd name="T41" fmla="*/ 35 h 83"/>
                  <a:gd name="T42" fmla="*/ 66 w 75"/>
                  <a:gd name="T43" fmla="*/ 42 h 83"/>
                  <a:gd name="T44" fmla="*/ 60 w 75"/>
                  <a:gd name="T45" fmla="*/ 49 h 83"/>
                  <a:gd name="T46" fmla="*/ 67 w 75"/>
                  <a:gd name="T47" fmla="*/ 68 h 83"/>
                  <a:gd name="T48" fmla="*/ 68 w 75"/>
                  <a:gd name="T49" fmla="*/ 8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5" h="83">
                    <a:moveTo>
                      <a:pt x="68" y="81"/>
                    </a:moveTo>
                    <a:cubicBezTo>
                      <a:pt x="61" y="79"/>
                      <a:pt x="54" y="75"/>
                      <a:pt x="51" y="66"/>
                    </a:cubicBezTo>
                    <a:cubicBezTo>
                      <a:pt x="48" y="58"/>
                      <a:pt x="38" y="38"/>
                      <a:pt x="38" y="38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1" y="35"/>
                      <a:pt x="18" y="33"/>
                      <a:pt x="16" y="31"/>
                    </a:cubicBezTo>
                    <a:cubicBezTo>
                      <a:pt x="14" y="29"/>
                      <a:pt x="12" y="27"/>
                      <a:pt x="9" y="25"/>
                    </a:cubicBezTo>
                    <a:cubicBezTo>
                      <a:pt x="8" y="23"/>
                      <a:pt x="6" y="21"/>
                      <a:pt x="4" y="19"/>
                    </a:cubicBezTo>
                    <a:cubicBezTo>
                      <a:pt x="2" y="17"/>
                      <a:pt x="0" y="15"/>
                      <a:pt x="0" y="11"/>
                    </a:cubicBezTo>
                    <a:cubicBezTo>
                      <a:pt x="0" y="7"/>
                      <a:pt x="1" y="4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7" y="0"/>
                      <a:pt x="9" y="0"/>
                      <a:pt x="11" y="1"/>
                    </a:cubicBezTo>
                    <a:cubicBezTo>
                      <a:pt x="14" y="2"/>
                      <a:pt x="17" y="3"/>
                      <a:pt x="20" y="4"/>
                    </a:cubicBezTo>
                    <a:cubicBezTo>
                      <a:pt x="23" y="6"/>
                      <a:pt x="25" y="7"/>
                      <a:pt x="28" y="9"/>
                    </a:cubicBezTo>
                    <a:cubicBezTo>
                      <a:pt x="30" y="10"/>
                      <a:pt x="32" y="13"/>
                      <a:pt x="34" y="15"/>
                    </a:cubicBezTo>
                    <a:cubicBezTo>
                      <a:pt x="36" y="17"/>
                      <a:pt x="37" y="19"/>
                      <a:pt x="40" y="20"/>
                    </a:cubicBezTo>
                    <a:cubicBezTo>
                      <a:pt x="43" y="22"/>
                      <a:pt x="46" y="22"/>
                      <a:pt x="50" y="23"/>
                    </a:cubicBezTo>
                    <a:cubicBezTo>
                      <a:pt x="53" y="24"/>
                      <a:pt x="56" y="25"/>
                      <a:pt x="59" y="27"/>
                    </a:cubicBezTo>
                    <a:cubicBezTo>
                      <a:pt x="61" y="28"/>
                      <a:pt x="62" y="29"/>
                      <a:pt x="63" y="30"/>
                    </a:cubicBezTo>
                    <a:cubicBezTo>
                      <a:pt x="64" y="30"/>
                      <a:pt x="66" y="31"/>
                      <a:pt x="67" y="31"/>
                    </a:cubicBezTo>
                    <a:cubicBezTo>
                      <a:pt x="68" y="32"/>
                      <a:pt x="70" y="34"/>
                      <a:pt x="72" y="34"/>
                    </a:cubicBezTo>
                    <a:cubicBezTo>
                      <a:pt x="72" y="34"/>
                      <a:pt x="72" y="34"/>
                      <a:pt x="72" y="35"/>
                    </a:cubicBezTo>
                    <a:cubicBezTo>
                      <a:pt x="71" y="38"/>
                      <a:pt x="70" y="42"/>
                      <a:pt x="66" y="42"/>
                    </a:cubicBezTo>
                    <a:cubicBezTo>
                      <a:pt x="61" y="42"/>
                      <a:pt x="59" y="45"/>
                      <a:pt x="60" y="49"/>
                    </a:cubicBezTo>
                    <a:cubicBezTo>
                      <a:pt x="60" y="53"/>
                      <a:pt x="60" y="62"/>
                      <a:pt x="67" y="68"/>
                    </a:cubicBezTo>
                    <a:cubicBezTo>
                      <a:pt x="74" y="73"/>
                      <a:pt x="75" y="83"/>
                      <a:pt x="68" y="8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9" name="Freeform 3670">
                <a:extLst>
                  <a:ext uri="{FF2B5EF4-FFF2-40B4-BE49-F238E27FC236}">
                    <a16:creationId xmlns:a16="http://schemas.microsoft.com/office/drawing/2014/main" id="{B98D2A95-0914-4D7E-B28F-4D71590F3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1" y="2676"/>
                <a:ext cx="42" cy="22"/>
              </a:xfrm>
              <a:custGeom>
                <a:avLst/>
                <a:gdLst>
                  <a:gd name="T0" fmla="*/ 98 w 103"/>
                  <a:gd name="T1" fmla="*/ 55 h 55"/>
                  <a:gd name="T2" fmla="*/ 94 w 103"/>
                  <a:gd name="T3" fmla="*/ 53 h 55"/>
                  <a:gd name="T4" fmla="*/ 77 w 103"/>
                  <a:gd name="T5" fmla="*/ 46 h 55"/>
                  <a:gd name="T6" fmla="*/ 61 w 103"/>
                  <a:gd name="T7" fmla="*/ 34 h 55"/>
                  <a:gd name="T8" fmla="*/ 45 w 103"/>
                  <a:gd name="T9" fmla="*/ 27 h 55"/>
                  <a:gd name="T10" fmla="*/ 31 w 103"/>
                  <a:gd name="T11" fmla="*/ 22 h 55"/>
                  <a:gd name="T12" fmla="*/ 16 w 103"/>
                  <a:gd name="T13" fmla="*/ 18 h 55"/>
                  <a:gd name="T14" fmla="*/ 13 w 103"/>
                  <a:gd name="T15" fmla="*/ 16 h 55"/>
                  <a:gd name="T16" fmla="*/ 3 w 103"/>
                  <a:gd name="T17" fmla="*/ 9 h 55"/>
                  <a:gd name="T18" fmla="*/ 1 w 103"/>
                  <a:gd name="T19" fmla="*/ 5 h 55"/>
                  <a:gd name="T20" fmla="*/ 0 w 103"/>
                  <a:gd name="T21" fmla="*/ 3 h 55"/>
                  <a:gd name="T22" fmla="*/ 3 w 103"/>
                  <a:gd name="T23" fmla="*/ 1 h 55"/>
                  <a:gd name="T24" fmla="*/ 4 w 103"/>
                  <a:gd name="T25" fmla="*/ 0 h 55"/>
                  <a:gd name="T26" fmla="*/ 7 w 103"/>
                  <a:gd name="T27" fmla="*/ 1 h 55"/>
                  <a:gd name="T28" fmla="*/ 11 w 103"/>
                  <a:gd name="T29" fmla="*/ 1 h 55"/>
                  <a:gd name="T30" fmla="*/ 18 w 103"/>
                  <a:gd name="T31" fmla="*/ 1 h 55"/>
                  <a:gd name="T32" fmla="*/ 23 w 103"/>
                  <a:gd name="T33" fmla="*/ 1 h 55"/>
                  <a:gd name="T34" fmla="*/ 29 w 103"/>
                  <a:gd name="T35" fmla="*/ 2 h 55"/>
                  <a:gd name="T36" fmla="*/ 34 w 103"/>
                  <a:gd name="T37" fmla="*/ 3 h 55"/>
                  <a:gd name="T38" fmla="*/ 45 w 103"/>
                  <a:gd name="T39" fmla="*/ 5 h 55"/>
                  <a:gd name="T40" fmla="*/ 68 w 103"/>
                  <a:gd name="T41" fmla="*/ 8 h 55"/>
                  <a:gd name="T42" fmla="*/ 82 w 103"/>
                  <a:gd name="T43" fmla="*/ 9 h 55"/>
                  <a:gd name="T44" fmla="*/ 91 w 103"/>
                  <a:gd name="T45" fmla="*/ 9 h 55"/>
                  <a:gd name="T46" fmla="*/ 103 w 103"/>
                  <a:gd name="T47" fmla="*/ 43 h 55"/>
                  <a:gd name="T48" fmla="*/ 98 w 103"/>
                  <a:gd name="T4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3" h="55">
                    <a:moveTo>
                      <a:pt x="98" y="55"/>
                    </a:moveTo>
                    <a:cubicBezTo>
                      <a:pt x="97" y="54"/>
                      <a:pt x="95" y="53"/>
                      <a:pt x="94" y="53"/>
                    </a:cubicBezTo>
                    <a:cubicBezTo>
                      <a:pt x="88" y="51"/>
                      <a:pt x="83" y="49"/>
                      <a:pt x="77" y="46"/>
                    </a:cubicBezTo>
                    <a:cubicBezTo>
                      <a:pt x="72" y="42"/>
                      <a:pt x="67" y="37"/>
                      <a:pt x="61" y="34"/>
                    </a:cubicBezTo>
                    <a:cubicBezTo>
                      <a:pt x="55" y="31"/>
                      <a:pt x="50" y="29"/>
                      <a:pt x="45" y="27"/>
                    </a:cubicBezTo>
                    <a:cubicBezTo>
                      <a:pt x="40" y="25"/>
                      <a:pt x="36" y="23"/>
                      <a:pt x="31" y="22"/>
                    </a:cubicBezTo>
                    <a:cubicBezTo>
                      <a:pt x="26" y="20"/>
                      <a:pt x="21" y="20"/>
                      <a:pt x="16" y="18"/>
                    </a:cubicBezTo>
                    <a:cubicBezTo>
                      <a:pt x="15" y="17"/>
                      <a:pt x="14" y="16"/>
                      <a:pt x="13" y="16"/>
                    </a:cubicBezTo>
                    <a:cubicBezTo>
                      <a:pt x="9" y="14"/>
                      <a:pt x="6" y="11"/>
                      <a:pt x="3" y="9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9" y="1"/>
                      <a:pt x="10" y="1"/>
                      <a:pt x="11" y="1"/>
                    </a:cubicBezTo>
                    <a:cubicBezTo>
                      <a:pt x="13" y="1"/>
                      <a:pt x="15" y="1"/>
                      <a:pt x="18" y="1"/>
                    </a:cubicBezTo>
                    <a:cubicBezTo>
                      <a:pt x="19" y="1"/>
                      <a:pt x="21" y="1"/>
                      <a:pt x="23" y="1"/>
                    </a:cubicBezTo>
                    <a:cubicBezTo>
                      <a:pt x="25" y="2"/>
                      <a:pt x="27" y="2"/>
                      <a:pt x="29" y="2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8" y="4"/>
                      <a:pt x="42" y="5"/>
                      <a:pt x="45" y="5"/>
                    </a:cubicBezTo>
                    <a:cubicBezTo>
                      <a:pt x="53" y="6"/>
                      <a:pt x="60" y="7"/>
                      <a:pt x="68" y="8"/>
                    </a:cubicBezTo>
                    <a:cubicBezTo>
                      <a:pt x="72" y="9"/>
                      <a:pt x="77" y="9"/>
                      <a:pt x="82" y="9"/>
                    </a:cubicBezTo>
                    <a:cubicBezTo>
                      <a:pt x="85" y="9"/>
                      <a:pt x="88" y="9"/>
                      <a:pt x="91" y="9"/>
                    </a:cubicBezTo>
                    <a:cubicBezTo>
                      <a:pt x="94" y="15"/>
                      <a:pt x="103" y="35"/>
                      <a:pt x="103" y="43"/>
                    </a:cubicBezTo>
                    <a:cubicBezTo>
                      <a:pt x="102" y="49"/>
                      <a:pt x="100" y="52"/>
                      <a:pt x="98" y="5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3695" name="Freeform 3673">
              <a:extLst>
                <a:ext uri="{FF2B5EF4-FFF2-40B4-BE49-F238E27FC236}">
                  <a16:creationId xmlns:a16="http://schemas.microsoft.com/office/drawing/2014/main" id="{138702C0-B4E7-4D07-B17B-D1C3884CF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482"/>
              <a:ext cx="4" cy="4"/>
            </a:xfrm>
            <a:custGeom>
              <a:avLst/>
              <a:gdLst>
                <a:gd name="T0" fmla="*/ 2 w 10"/>
                <a:gd name="T1" fmla="*/ 1 h 9"/>
                <a:gd name="T2" fmla="*/ 0 w 10"/>
                <a:gd name="T3" fmla="*/ 5 h 9"/>
                <a:gd name="T4" fmla="*/ 1 w 10"/>
                <a:gd name="T5" fmla="*/ 8 h 9"/>
                <a:gd name="T6" fmla="*/ 4 w 10"/>
                <a:gd name="T7" fmla="*/ 9 h 9"/>
                <a:gd name="T8" fmla="*/ 9 w 10"/>
                <a:gd name="T9" fmla="*/ 6 h 9"/>
                <a:gd name="T10" fmla="*/ 8 w 10"/>
                <a:gd name="T11" fmla="*/ 2 h 9"/>
                <a:gd name="T12" fmla="*/ 2 w 10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2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2" y="9"/>
                    <a:pt x="2" y="9"/>
                    <a:pt x="4" y="9"/>
                  </a:cubicBezTo>
                  <a:cubicBezTo>
                    <a:pt x="5" y="9"/>
                    <a:pt x="8" y="8"/>
                    <a:pt x="9" y="6"/>
                  </a:cubicBezTo>
                  <a:cubicBezTo>
                    <a:pt x="10" y="5"/>
                    <a:pt x="9" y="3"/>
                    <a:pt x="8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696" name="Freeform 3674">
              <a:extLst>
                <a:ext uri="{FF2B5EF4-FFF2-40B4-BE49-F238E27FC236}">
                  <a16:creationId xmlns:a16="http://schemas.microsoft.com/office/drawing/2014/main" id="{4AD9ADF0-1646-40BC-901B-B9BB5F826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8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697" name="Freeform 3675">
              <a:extLst>
                <a:ext uri="{FF2B5EF4-FFF2-40B4-BE49-F238E27FC236}">
                  <a16:creationId xmlns:a16="http://schemas.microsoft.com/office/drawing/2014/main" id="{09B24DB1-4BD3-4C4C-A8D7-61078C1D2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850"/>
              <a:ext cx="15" cy="7"/>
            </a:xfrm>
            <a:custGeom>
              <a:avLst/>
              <a:gdLst>
                <a:gd name="T0" fmla="*/ 35 w 36"/>
                <a:gd name="T1" fmla="*/ 10 h 19"/>
                <a:gd name="T2" fmla="*/ 34 w 36"/>
                <a:gd name="T3" fmla="*/ 9 h 19"/>
                <a:gd name="T4" fmla="*/ 31 w 36"/>
                <a:gd name="T5" fmla="*/ 6 h 19"/>
                <a:gd name="T6" fmla="*/ 27 w 36"/>
                <a:gd name="T7" fmla="*/ 4 h 19"/>
                <a:gd name="T8" fmla="*/ 25 w 36"/>
                <a:gd name="T9" fmla="*/ 2 h 19"/>
                <a:gd name="T10" fmla="*/ 19 w 36"/>
                <a:gd name="T11" fmla="*/ 0 h 19"/>
                <a:gd name="T12" fmla="*/ 15 w 36"/>
                <a:gd name="T13" fmla="*/ 0 h 19"/>
                <a:gd name="T14" fmla="*/ 10 w 36"/>
                <a:gd name="T15" fmla="*/ 0 h 19"/>
                <a:gd name="T16" fmla="*/ 4 w 36"/>
                <a:gd name="T17" fmla="*/ 2 h 19"/>
                <a:gd name="T18" fmla="*/ 1 w 36"/>
                <a:gd name="T19" fmla="*/ 4 h 19"/>
                <a:gd name="T20" fmla="*/ 1 w 36"/>
                <a:gd name="T21" fmla="*/ 7 h 19"/>
                <a:gd name="T22" fmla="*/ 4 w 36"/>
                <a:gd name="T23" fmla="*/ 7 h 19"/>
                <a:gd name="T24" fmla="*/ 8 w 36"/>
                <a:gd name="T25" fmla="*/ 8 h 19"/>
                <a:gd name="T26" fmla="*/ 12 w 36"/>
                <a:gd name="T27" fmla="*/ 10 h 19"/>
                <a:gd name="T28" fmla="*/ 17 w 36"/>
                <a:gd name="T29" fmla="*/ 13 h 19"/>
                <a:gd name="T30" fmla="*/ 18 w 36"/>
                <a:gd name="T31" fmla="*/ 14 h 19"/>
                <a:gd name="T32" fmla="*/ 19 w 36"/>
                <a:gd name="T33" fmla="*/ 14 h 19"/>
                <a:gd name="T34" fmla="*/ 23 w 36"/>
                <a:gd name="T35" fmla="*/ 17 h 19"/>
                <a:gd name="T36" fmla="*/ 26 w 36"/>
                <a:gd name="T37" fmla="*/ 18 h 19"/>
                <a:gd name="T38" fmla="*/ 30 w 36"/>
                <a:gd name="T39" fmla="*/ 18 h 19"/>
                <a:gd name="T40" fmla="*/ 35 w 36"/>
                <a:gd name="T41" fmla="*/ 17 h 19"/>
                <a:gd name="T42" fmla="*/ 35 w 36"/>
                <a:gd name="T43" fmla="*/ 14 h 19"/>
                <a:gd name="T44" fmla="*/ 35 w 36"/>
                <a:gd name="T45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19">
                  <a:moveTo>
                    <a:pt x="35" y="1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8"/>
                    <a:pt x="32" y="7"/>
                    <a:pt x="31" y="6"/>
                  </a:cubicBezTo>
                  <a:cubicBezTo>
                    <a:pt x="30" y="6"/>
                    <a:pt x="29" y="5"/>
                    <a:pt x="27" y="4"/>
                  </a:cubicBezTo>
                  <a:cubicBezTo>
                    <a:pt x="27" y="4"/>
                    <a:pt x="26" y="3"/>
                    <a:pt x="25" y="2"/>
                  </a:cubicBezTo>
                  <a:cubicBezTo>
                    <a:pt x="24" y="1"/>
                    <a:pt x="21" y="0"/>
                    <a:pt x="19" y="0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3" y="0"/>
                    <a:pt x="12" y="0"/>
                    <a:pt x="10" y="0"/>
                  </a:cubicBezTo>
                  <a:cubicBezTo>
                    <a:pt x="8" y="0"/>
                    <a:pt x="6" y="1"/>
                    <a:pt x="4" y="2"/>
                  </a:cubicBezTo>
                  <a:cubicBezTo>
                    <a:pt x="2" y="2"/>
                    <a:pt x="1" y="3"/>
                    <a:pt x="1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7"/>
                    <a:pt x="7" y="7"/>
                    <a:pt x="8" y="8"/>
                  </a:cubicBezTo>
                  <a:cubicBezTo>
                    <a:pt x="9" y="8"/>
                    <a:pt x="11" y="9"/>
                    <a:pt x="12" y="10"/>
                  </a:cubicBezTo>
                  <a:cubicBezTo>
                    <a:pt x="14" y="11"/>
                    <a:pt x="15" y="12"/>
                    <a:pt x="17" y="13"/>
                  </a:cubicBezTo>
                  <a:cubicBezTo>
                    <a:pt x="17" y="13"/>
                    <a:pt x="18" y="13"/>
                    <a:pt x="18" y="14"/>
                  </a:cubicBezTo>
                  <a:cubicBezTo>
                    <a:pt x="18" y="14"/>
                    <a:pt x="19" y="14"/>
                    <a:pt x="19" y="14"/>
                  </a:cubicBezTo>
                  <a:cubicBezTo>
                    <a:pt x="20" y="15"/>
                    <a:pt x="22" y="16"/>
                    <a:pt x="23" y="17"/>
                  </a:cubicBezTo>
                  <a:cubicBezTo>
                    <a:pt x="24" y="17"/>
                    <a:pt x="25" y="18"/>
                    <a:pt x="26" y="18"/>
                  </a:cubicBezTo>
                  <a:cubicBezTo>
                    <a:pt x="27" y="19"/>
                    <a:pt x="29" y="19"/>
                    <a:pt x="30" y="18"/>
                  </a:cubicBezTo>
                  <a:cubicBezTo>
                    <a:pt x="32" y="18"/>
                    <a:pt x="34" y="18"/>
                    <a:pt x="35" y="17"/>
                  </a:cubicBezTo>
                  <a:cubicBezTo>
                    <a:pt x="36" y="17"/>
                    <a:pt x="35" y="15"/>
                    <a:pt x="35" y="14"/>
                  </a:cubicBezTo>
                  <a:cubicBezTo>
                    <a:pt x="36" y="12"/>
                    <a:pt x="36" y="11"/>
                    <a:pt x="35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698" name="Freeform 3676">
              <a:extLst>
                <a:ext uri="{FF2B5EF4-FFF2-40B4-BE49-F238E27FC236}">
                  <a16:creationId xmlns:a16="http://schemas.microsoft.com/office/drawing/2014/main" id="{284C8B1C-338B-4665-AA06-4EA7301CA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547"/>
              <a:ext cx="25" cy="6"/>
            </a:xfrm>
            <a:custGeom>
              <a:avLst/>
              <a:gdLst>
                <a:gd name="T0" fmla="*/ 4 w 62"/>
                <a:gd name="T1" fmla="*/ 11 h 15"/>
                <a:gd name="T2" fmla="*/ 7 w 62"/>
                <a:gd name="T3" fmla="*/ 13 h 15"/>
                <a:gd name="T4" fmla="*/ 10 w 62"/>
                <a:gd name="T5" fmla="*/ 14 h 15"/>
                <a:gd name="T6" fmla="*/ 17 w 62"/>
                <a:gd name="T7" fmla="*/ 14 h 15"/>
                <a:gd name="T8" fmla="*/ 23 w 62"/>
                <a:gd name="T9" fmla="*/ 13 h 15"/>
                <a:gd name="T10" fmla="*/ 26 w 62"/>
                <a:gd name="T11" fmla="*/ 14 h 15"/>
                <a:gd name="T12" fmla="*/ 31 w 62"/>
                <a:gd name="T13" fmla="*/ 15 h 15"/>
                <a:gd name="T14" fmla="*/ 39 w 62"/>
                <a:gd name="T15" fmla="*/ 15 h 15"/>
                <a:gd name="T16" fmla="*/ 44 w 62"/>
                <a:gd name="T17" fmla="*/ 15 h 15"/>
                <a:gd name="T18" fmla="*/ 50 w 62"/>
                <a:gd name="T19" fmla="*/ 14 h 15"/>
                <a:gd name="T20" fmla="*/ 55 w 62"/>
                <a:gd name="T21" fmla="*/ 14 h 15"/>
                <a:gd name="T22" fmla="*/ 58 w 62"/>
                <a:gd name="T23" fmla="*/ 8 h 15"/>
                <a:gd name="T24" fmla="*/ 53 w 62"/>
                <a:gd name="T25" fmla="*/ 6 h 15"/>
                <a:gd name="T26" fmla="*/ 48 w 62"/>
                <a:gd name="T27" fmla="*/ 3 h 15"/>
                <a:gd name="T28" fmla="*/ 36 w 62"/>
                <a:gd name="T29" fmla="*/ 0 h 15"/>
                <a:gd name="T30" fmla="*/ 24 w 62"/>
                <a:gd name="T31" fmla="*/ 1 h 15"/>
                <a:gd name="T32" fmla="*/ 13 w 62"/>
                <a:gd name="T33" fmla="*/ 2 h 15"/>
                <a:gd name="T34" fmla="*/ 2 w 62"/>
                <a:gd name="T35" fmla="*/ 5 h 15"/>
                <a:gd name="T36" fmla="*/ 4 w 62"/>
                <a:gd name="T37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15">
                  <a:moveTo>
                    <a:pt x="4" y="11"/>
                  </a:moveTo>
                  <a:cubicBezTo>
                    <a:pt x="5" y="12"/>
                    <a:pt x="6" y="12"/>
                    <a:pt x="7" y="13"/>
                  </a:cubicBezTo>
                  <a:cubicBezTo>
                    <a:pt x="8" y="13"/>
                    <a:pt x="9" y="14"/>
                    <a:pt x="10" y="14"/>
                  </a:cubicBezTo>
                  <a:cubicBezTo>
                    <a:pt x="12" y="15"/>
                    <a:pt x="15" y="14"/>
                    <a:pt x="17" y="14"/>
                  </a:cubicBezTo>
                  <a:cubicBezTo>
                    <a:pt x="19" y="15"/>
                    <a:pt x="21" y="13"/>
                    <a:pt x="23" y="13"/>
                  </a:cubicBezTo>
                  <a:cubicBezTo>
                    <a:pt x="24" y="13"/>
                    <a:pt x="25" y="14"/>
                    <a:pt x="26" y="14"/>
                  </a:cubicBezTo>
                  <a:cubicBezTo>
                    <a:pt x="28" y="15"/>
                    <a:pt x="30" y="15"/>
                    <a:pt x="31" y="15"/>
                  </a:cubicBezTo>
                  <a:cubicBezTo>
                    <a:pt x="34" y="15"/>
                    <a:pt x="37" y="14"/>
                    <a:pt x="39" y="15"/>
                  </a:cubicBezTo>
                  <a:cubicBezTo>
                    <a:pt x="41" y="15"/>
                    <a:pt x="43" y="15"/>
                    <a:pt x="44" y="15"/>
                  </a:cubicBezTo>
                  <a:cubicBezTo>
                    <a:pt x="46" y="15"/>
                    <a:pt x="48" y="15"/>
                    <a:pt x="50" y="14"/>
                  </a:cubicBezTo>
                  <a:cubicBezTo>
                    <a:pt x="52" y="14"/>
                    <a:pt x="53" y="14"/>
                    <a:pt x="55" y="14"/>
                  </a:cubicBezTo>
                  <a:cubicBezTo>
                    <a:pt x="58" y="14"/>
                    <a:pt x="62" y="10"/>
                    <a:pt x="58" y="8"/>
                  </a:cubicBezTo>
                  <a:cubicBezTo>
                    <a:pt x="56" y="7"/>
                    <a:pt x="54" y="7"/>
                    <a:pt x="53" y="6"/>
                  </a:cubicBezTo>
                  <a:cubicBezTo>
                    <a:pt x="51" y="5"/>
                    <a:pt x="49" y="4"/>
                    <a:pt x="48" y="3"/>
                  </a:cubicBezTo>
                  <a:cubicBezTo>
                    <a:pt x="44" y="1"/>
                    <a:pt x="40" y="0"/>
                    <a:pt x="36" y="0"/>
                  </a:cubicBezTo>
                  <a:cubicBezTo>
                    <a:pt x="32" y="0"/>
                    <a:pt x="28" y="1"/>
                    <a:pt x="24" y="1"/>
                  </a:cubicBezTo>
                  <a:cubicBezTo>
                    <a:pt x="20" y="1"/>
                    <a:pt x="16" y="2"/>
                    <a:pt x="13" y="2"/>
                  </a:cubicBezTo>
                  <a:cubicBezTo>
                    <a:pt x="9" y="2"/>
                    <a:pt x="4" y="1"/>
                    <a:pt x="2" y="5"/>
                  </a:cubicBezTo>
                  <a:cubicBezTo>
                    <a:pt x="0" y="8"/>
                    <a:pt x="2" y="10"/>
                    <a:pt x="4" y="1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699" name="Freeform 3678">
              <a:extLst>
                <a:ext uri="{FF2B5EF4-FFF2-40B4-BE49-F238E27FC236}">
                  <a16:creationId xmlns:a16="http://schemas.microsoft.com/office/drawing/2014/main" id="{09324A71-3036-4EBF-ABD4-492E58128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757"/>
              <a:ext cx="2" cy="4"/>
            </a:xfrm>
            <a:custGeom>
              <a:avLst/>
              <a:gdLst>
                <a:gd name="T0" fmla="*/ 0 w 6"/>
                <a:gd name="T1" fmla="*/ 8 h 9"/>
                <a:gd name="T2" fmla="*/ 2 w 6"/>
                <a:gd name="T3" fmla="*/ 9 h 9"/>
                <a:gd name="T4" fmla="*/ 3 w 6"/>
                <a:gd name="T5" fmla="*/ 9 h 9"/>
                <a:gd name="T6" fmla="*/ 4 w 6"/>
                <a:gd name="T7" fmla="*/ 9 h 9"/>
                <a:gd name="T8" fmla="*/ 6 w 6"/>
                <a:gd name="T9" fmla="*/ 9 h 9"/>
                <a:gd name="T10" fmla="*/ 6 w 6"/>
                <a:gd name="T11" fmla="*/ 7 h 9"/>
                <a:gd name="T12" fmla="*/ 5 w 6"/>
                <a:gd name="T13" fmla="*/ 6 h 9"/>
                <a:gd name="T14" fmla="*/ 4 w 6"/>
                <a:gd name="T15" fmla="*/ 5 h 9"/>
                <a:gd name="T16" fmla="*/ 4 w 6"/>
                <a:gd name="T17" fmla="*/ 2 h 9"/>
                <a:gd name="T18" fmla="*/ 4 w 6"/>
                <a:gd name="T19" fmla="*/ 1 h 9"/>
                <a:gd name="T20" fmla="*/ 2 w 6"/>
                <a:gd name="T21" fmla="*/ 1 h 9"/>
                <a:gd name="T22" fmla="*/ 0 w 6"/>
                <a:gd name="T23" fmla="*/ 2 h 9"/>
                <a:gd name="T24" fmla="*/ 0 w 6"/>
                <a:gd name="T25" fmla="*/ 3 h 9"/>
                <a:gd name="T26" fmla="*/ 0 w 6"/>
                <a:gd name="T27" fmla="*/ 6 h 9"/>
                <a:gd name="T28" fmla="*/ 0 w 6"/>
                <a:gd name="T2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1" y="9"/>
                    <a:pt x="1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4" y="9"/>
                    <a:pt x="5" y="9"/>
                    <a:pt x="6" y="9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00" name="Freeform 3679">
              <a:extLst>
                <a:ext uri="{FF2B5EF4-FFF2-40B4-BE49-F238E27FC236}">
                  <a16:creationId xmlns:a16="http://schemas.microsoft.com/office/drawing/2014/main" id="{7F1C7628-046A-4ABC-AEF6-1C127EDAB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302"/>
              <a:ext cx="9" cy="24"/>
            </a:xfrm>
            <a:custGeom>
              <a:avLst/>
              <a:gdLst>
                <a:gd name="T0" fmla="*/ 9 w 22"/>
                <a:gd name="T1" fmla="*/ 59 h 59"/>
                <a:gd name="T2" fmla="*/ 18 w 22"/>
                <a:gd name="T3" fmla="*/ 57 h 59"/>
                <a:gd name="T4" fmla="*/ 22 w 22"/>
                <a:gd name="T5" fmla="*/ 46 h 59"/>
                <a:gd name="T6" fmla="*/ 20 w 22"/>
                <a:gd name="T7" fmla="*/ 41 h 59"/>
                <a:gd name="T8" fmla="*/ 21 w 22"/>
                <a:gd name="T9" fmla="*/ 35 h 59"/>
                <a:gd name="T10" fmla="*/ 19 w 22"/>
                <a:gd name="T11" fmla="*/ 23 h 59"/>
                <a:gd name="T12" fmla="*/ 5 w 22"/>
                <a:gd name="T13" fmla="*/ 3 h 59"/>
                <a:gd name="T14" fmla="*/ 1 w 22"/>
                <a:gd name="T15" fmla="*/ 8 h 59"/>
                <a:gd name="T16" fmla="*/ 3 w 22"/>
                <a:gd name="T17" fmla="*/ 23 h 59"/>
                <a:gd name="T18" fmla="*/ 3 w 22"/>
                <a:gd name="T19" fmla="*/ 29 h 59"/>
                <a:gd name="T20" fmla="*/ 1 w 22"/>
                <a:gd name="T21" fmla="*/ 34 h 59"/>
                <a:gd name="T22" fmla="*/ 2 w 22"/>
                <a:gd name="T23" fmla="*/ 49 h 59"/>
                <a:gd name="T24" fmla="*/ 2 w 22"/>
                <a:gd name="T25" fmla="*/ 52 h 59"/>
                <a:gd name="T26" fmla="*/ 9 w 22"/>
                <a:gd name="T2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59">
                  <a:moveTo>
                    <a:pt x="9" y="59"/>
                  </a:moveTo>
                  <a:cubicBezTo>
                    <a:pt x="12" y="59"/>
                    <a:pt x="16" y="58"/>
                    <a:pt x="18" y="57"/>
                  </a:cubicBezTo>
                  <a:cubicBezTo>
                    <a:pt x="22" y="55"/>
                    <a:pt x="22" y="50"/>
                    <a:pt x="22" y="46"/>
                  </a:cubicBezTo>
                  <a:cubicBezTo>
                    <a:pt x="22" y="44"/>
                    <a:pt x="20" y="43"/>
                    <a:pt x="20" y="41"/>
                  </a:cubicBezTo>
                  <a:cubicBezTo>
                    <a:pt x="20" y="39"/>
                    <a:pt x="20" y="37"/>
                    <a:pt x="21" y="35"/>
                  </a:cubicBezTo>
                  <a:cubicBezTo>
                    <a:pt x="21" y="30"/>
                    <a:pt x="21" y="27"/>
                    <a:pt x="19" y="23"/>
                  </a:cubicBezTo>
                  <a:cubicBezTo>
                    <a:pt x="15" y="15"/>
                    <a:pt x="13" y="7"/>
                    <a:pt x="5" y="3"/>
                  </a:cubicBezTo>
                  <a:cubicBezTo>
                    <a:pt x="0" y="0"/>
                    <a:pt x="1" y="5"/>
                    <a:pt x="1" y="8"/>
                  </a:cubicBezTo>
                  <a:cubicBezTo>
                    <a:pt x="1" y="13"/>
                    <a:pt x="3" y="18"/>
                    <a:pt x="3" y="23"/>
                  </a:cubicBezTo>
                  <a:cubicBezTo>
                    <a:pt x="4" y="25"/>
                    <a:pt x="4" y="27"/>
                    <a:pt x="3" y="29"/>
                  </a:cubicBezTo>
                  <a:cubicBezTo>
                    <a:pt x="2" y="31"/>
                    <a:pt x="1" y="32"/>
                    <a:pt x="1" y="34"/>
                  </a:cubicBezTo>
                  <a:cubicBezTo>
                    <a:pt x="0" y="39"/>
                    <a:pt x="1" y="44"/>
                    <a:pt x="2" y="49"/>
                  </a:cubicBezTo>
                  <a:cubicBezTo>
                    <a:pt x="2" y="50"/>
                    <a:pt x="3" y="51"/>
                    <a:pt x="2" y="52"/>
                  </a:cubicBezTo>
                  <a:cubicBezTo>
                    <a:pt x="4" y="54"/>
                    <a:pt x="7" y="58"/>
                    <a:pt x="9" y="5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01" name="Freeform 3680">
              <a:extLst>
                <a:ext uri="{FF2B5EF4-FFF2-40B4-BE49-F238E27FC236}">
                  <a16:creationId xmlns:a16="http://schemas.microsoft.com/office/drawing/2014/main" id="{B22148BE-A4C2-4550-886D-0940B0614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3" y="2897"/>
              <a:ext cx="9" cy="9"/>
            </a:xfrm>
            <a:custGeom>
              <a:avLst/>
              <a:gdLst>
                <a:gd name="T0" fmla="*/ 5 w 23"/>
                <a:gd name="T1" fmla="*/ 19 h 21"/>
                <a:gd name="T2" fmla="*/ 13 w 23"/>
                <a:gd name="T3" fmla="*/ 20 h 21"/>
                <a:gd name="T4" fmla="*/ 20 w 23"/>
                <a:gd name="T5" fmla="*/ 19 h 21"/>
                <a:gd name="T6" fmla="*/ 22 w 23"/>
                <a:gd name="T7" fmla="*/ 14 h 21"/>
                <a:gd name="T8" fmla="*/ 18 w 23"/>
                <a:gd name="T9" fmla="*/ 10 h 21"/>
                <a:gd name="T10" fmla="*/ 17 w 23"/>
                <a:gd name="T11" fmla="*/ 3 h 21"/>
                <a:gd name="T12" fmla="*/ 11 w 23"/>
                <a:gd name="T13" fmla="*/ 0 h 21"/>
                <a:gd name="T14" fmla="*/ 1 w 23"/>
                <a:gd name="T15" fmla="*/ 4 h 21"/>
                <a:gd name="T16" fmla="*/ 1 w 23"/>
                <a:gd name="T17" fmla="*/ 9 h 21"/>
                <a:gd name="T18" fmla="*/ 0 w 23"/>
                <a:gd name="T19" fmla="*/ 13 h 21"/>
                <a:gd name="T20" fmla="*/ 5 w 23"/>
                <a:gd name="T2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21">
                  <a:moveTo>
                    <a:pt x="5" y="19"/>
                  </a:moveTo>
                  <a:cubicBezTo>
                    <a:pt x="8" y="20"/>
                    <a:pt x="11" y="20"/>
                    <a:pt x="13" y="20"/>
                  </a:cubicBezTo>
                  <a:cubicBezTo>
                    <a:pt x="15" y="20"/>
                    <a:pt x="18" y="21"/>
                    <a:pt x="20" y="19"/>
                  </a:cubicBezTo>
                  <a:cubicBezTo>
                    <a:pt x="22" y="18"/>
                    <a:pt x="23" y="16"/>
                    <a:pt x="22" y="14"/>
                  </a:cubicBezTo>
                  <a:cubicBezTo>
                    <a:pt x="21" y="13"/>
                    <a:pt x="19" y="12"/>
                    <a:pt x="18" y="10"/>
                  </a:cubicBezTo>
                  <a:cubicBezTo>
                    <a:pt x="18" y="8"/>
                    <a:pt x="18" y="5"/>
                    <a:pt x="17" y="3"/>
                  </a:cubicBezTo>
                  <a:cubicBezTo>
                    <a:pt x="16" y="1"/>
                    <a:pt x="14" y="0"/>
                    <a:pt x="11" y="0"/>
                  </a:cubicBezTo>
                  <a:cubicBezTo>
                    <a:pt x="8" y="0"/>
                    <a:pt x="3" y="1"/>
                    <a:pt x="1" y="4"/>
                  </a:cubicBezTo>
                  <a:cubicBezTo>
                    <a:pt x="1" y="6"/>
                    <a:pt x="1" y="8"/>
                    <a:pt x="1" y="9"/>
                  </a:cubicBezTo>
                  <a:cubicBezTo>
                    <a:pt x="1" y="10"/>
                    <a:pt x="1" y="13"/>
                    <a:pt x="0" y="13"/>
                  </a:cubicBezTo>
                  <a:cubicBezTo>
                    <a:pt x="2" y="15"/>
                    <a:pt x="3" y="18"/>
                    <a:pt x="5" y="1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02" name="Freeform 3681">
              <a:extLst>
                <a:ext uri="{FF2B5EF4-FFF2-40B4-BE49-F238E27FC236}">
                  <a16:creationId xmlns:a16="http://schemas.microsoft.com/office/drawing/2014/main" id="{EBDE475A-43CB-4FF4-8622-F67199734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4" y="2941"/>
              <a:ext cx="18" cy="9"/>
            </a:xfrm>
            <a:custGeom>
              <a:avLst/>
              <a:gdLst>
                <a:gd name="T0" fmla="*/ 4 w 45"/>
                <a:gd name="T1" fmla="*/ 19 h 20"/>
                <a:gd name="T2" fmla="*/ 10 w 45"/>
                <a:gd name="T3" fmla="*/ 20 h 20"/>
                <a:gd name="T4" fmla="*/ 16 w 45"/>
                <a:gd name="T5" fmla="*/ 19 h 20"/>
                <a:gd name="T6" fmla="*/ 20 w 45"/>
                <a:gd name="T7" fmla="*/ 19 h 20"/>
                <a:gd name="T8" fmla="*/ 25 w 45"/>
                <a:gd name="T9" fmla="*/ 20 h 20"/>
                <a:gd name="T10" fmla="*/ 25 w 45"/>
                <a:gd name="T11" fmla="*/ 20 h 20"/>
                <a:gd name="T12" fmla="*/ 35 w 45"/>
                <a:gd name="T13" fmla="*/ 20 h 20"/>
                <a:gd name="T14" fmla="*/ 43 w 45"/>
                <a:gd name="T15" fmla="*/ 15 h 20"/>
                <a:gd name="T16" fmla="*/ 42 w 45"/>
                <a:gd name="T17" fmla="*/ 7 h 20"/>
                <a:gd name="T18" fmla="*/ 28 w 45"/>
                <a:gd name="T19" fmla="*/ 0 h 20"/>
                <a:gd name="T20" fmla="*/ 20 w 45"/>
                <a:gd name="T21" fmla="*/ 3 h 20"/>
                <a:gd name="T22" fmla="*/ 10 w 45"/>
                <a:gd name="T23" fmla="*/ 7 h 20"/>
                <a:gd name="T24" fmla="*/ 8 w 45"/>
                <a:gd name="T25" fmla="*/ 10 h 20"/>
                <a:gd name="T26" fmla="*/ 4 w 45"/>
                <a:gd name="T27" fmla="*/ 12 h 20"/>
                <a:gd name="T28" fmla="*/ 4 w 45"/>
                <a:gd name="T29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" h="20">
                  <a:moveTo>
                    <a:pt x="4" y="19"/>
                  </a:moveTo>
                  <a:cubicBezTo>
                    <a:pt x="6" y="20"/>
                    <a:pt x="8" y="20"/>
                    <a:pt x="10" y="20"/>
                  </a:cubicBezTo>
                  <a:cubicBezTo>
                    <a:pt x="12" y="20"/>
                    <a:pt x="14" y="19"/>
                    <a:pt x="16" y="19"/>
                  </a:cubicBezTo>
                  <a:cubicBezTo>
                    <a:pt x="18" y="18"/>
                    <a:pt x="19" y="19"/>
                    <a:pt x="20" y="19"/>
                  </a:cubicBezTo>
                  <a:cubicBezTo>
                    <a:pt x="22" y="20"/>
                    <a:pt x="24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8" y="20"/>
                    <a:pt x="32" y="20"/>
                    <a:pt x="35" y="20"/>
                  </a:cubicBezTo>
                  <a:cubicBezTo>
                    <a:pt x="38" y="20"/>
                    <a:pt x="41" y="18"/>
                    <a:pt x="43" y="15"/>
                  </a:cubicBezTo>
                  <a:cubicBezTo>
                    <a:pt x="45" y="13"/>
                    <a:pt x="45" y="9"/>
                    <a:pt x="42" y="7"/>
                  </a:cubicBezTo>
                  <a:cubicBezTo>
                    <a:pt x="38" y="4"/>
                    <a:pt x="34" y="0"/>
                    <a:pt x="28" y="0"/>
                  </a:cubicBezTo>
                  <a:cubicBezTo>
                    <a:pt x="25" y="0"/>
                    <a:pt x="23" y="2"/>
                    <a:pt x="20" y="3"/>
                  </a:cubicBezTo>
                  <a:cubicBezTo>
                    <a:pt x="16" y="4"/>
                    <a:pt x="13" y="4"/>
                    <a:pt x="10" y="7"/>
                  </a:cubicBezTo>
                  <a:cubicBezTo>
                    <a:pt x="9" y="8"/>
                    <a:pt x="9" y="9"/>
                    <a:pt x="8" y="10"/>
                  </a:cubicBezTo>
                  <a:cubicBezTo>
                    <a:pt x="7" y="11"/>
                    <a:pt x="5" y="11"/>
                    <a:pt x="4" y="12"/>
                  </a:cubicBezTo>
                  <a:cubicBezTo>
                    <a:pt x="1" y="14"/>
                    <a:pt x="0" y="18"/>
                    <a:pt x="4" y="1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03" name="Freeform 3682">
              <a:extLst>
                <a:ext uri="{FF2B5EF4-FFF2-40B4-BE49-F238E27FC236}">
                  <a16:creationId xmlns:a16="http://schemas.microsoft.com/office/drawing/2014/main" id="{5217CC4C-A621-4873-A85E-7D73CECF3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1055"/>
              <a:ext cx="9" cy="9"/>
            </a:xfrm>
            <a:custGeom>
              <a:avLst/>
              <a:gdLst>
                <a:gd name="T0" fmla="*/ 13 w 24"/>
                <a:gd name="T1" fmla="*/ 19 h 22"/>
                <a:gd name="T2" fmla="*/ 20 w 24"/>
                <a:gd name="T3" fmla="*/ 20 h 22"/>
                <a:gd name="T4" fmla="*/ 24 w 24"/>
                <a:gd name="T5" fmla="*/ 15 h 22"/>
                <a:gd name="T6" fmla="*/ 18 w 24"/>
                <a:gd name="T7" fmla="*/ 3 h 22"/>
                <a:gd name="T8" fmla="*/ 4 w 24"/>
                <a:gd name="T9" fmla="*/ 4 h 22"/>
                <a:gd name="T10" fmla="*/ 1 w 24"/>
                <a:gd name="T11" fmla="*/ 7 h 22"/>
                <a:gd name="T12" fmla="*/ 1 w 24"/>
                <a:gd name="T13" fmla="*/ 10 h 22"/>
                <a:gd name="T14" fmla="*/ 1 w 24"/>
                <a:gd name="T15" fmla="*/ 12 h 22"/>
                <a:gd name="T16" fmla="*/ 13 w 24"/>
                <a:gd name="T17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2">
                  <a:moveTo>
                    <a:pt x="13" y="19"/>
                  </a:moveTo>
                  <a:cubicBezTo>
                    <a:pt x="16" y="20"/>
                    <a:pt x="17" y="22"/>
                    <a:pt x="20" y="20"/>
                  </a:cubicBezTo>
                  <a:cubicBezTo>
                    <a:pt x="22" y="19"/>
                    <a:pt x="24" y="17"/>
                    <a:pt x="24" y="15"/>
                  </a:cubicBezTo>
                  <a:cubicBezTo>
                    <a:pt x="24" y="10"/>
                    <a:pt x="22" y="5"/>
                    <a:pt x="18" y="3"/>
                  </a:cubicBezTo>
                  <a:cubicBezTo>
                    <a:pt x="14" y="0"/>
                    <a:pt x="8" y="2"/>
                    <a:pt x="4" y="4"/>
                  </a:cubicBezTo>
                  <a:cubicBezTo>
                    <a:pt x="2" y="4"/>
                    <a:pt x="1" y="5"/>
                    <a:pt x="1" y="7"/>
                  </a:cubicBezTo>
                  <a:cubicBezTo>
                    <a:pt x="0" y="8"/>
                    <a:pt x="1" y="10"/>
                    <a:pt x="1" y="10"/>
                  </a:cubicBezTo>
                  <a:cubicBezTo>
                    <a:pt x="1" y="10"/>
                    <a:pt x="2" y="12"/>
                    <a:pt x="1" y="12"/>
                  </a:cubicBezTo>
                  <a:cubicBezTo>
                    <a:pt x="4" y="16"/>
                    <a:pt x="9" y="17"/>
                    <a:pt x="13" y="1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04" name="Freeform 3683">
              <a:extLst>
                <a:ext uri="{FF2B5EF4-FFF2-40B4-BE49-F238E27FC236}">
                  <a16:creationId xmlns:a16="http://schemas.microsoft.com/office/drawing/2014/main" id="{F86B2E3E-F4E8-49C5-8E94-A89125A5D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032"/>
              <a:ext cx="9" cy="6"/>
            </a:xfrm>
            <a:custGeom>
              <a:avLst/>
              <a:gdLst>
                <a:gd name="T0" fmla="*/ 16 w 22"/>
                <a:gd name="T1" fmla="*/ 7 h 13"/>
                <a:gd name="T2" fmla="*/ 13 w 22"/>
                <a:gd name="T3" fmla="*/ 6 h 13"/>
                <a:gd name="T4" fmla="*/ 7 w 22"/>
                <a:gd name="T5" fmla="*/ 1 h 13"/>
                <a:gd name="T6" fmla="*/ 4 w 22"/>
                <a:gd name="T7" fmla="*/ 1 h 13"/>
                <a:gd name="T8" fmla="*/ 1 w 22"/>
                <a:gd name="T9" fmla="*/ 3 h 13"/>
                <a:gd name="T10" fmla="*/ 16 w 22"/>
                <a:gd name="T11" fmla="*/ 12 h 13"/>
                <a:gd name="T12" fmla="*/ 19 w 22"/>
                <a:gd name="T13" fmla="*/ 9 h 13"/>
                <a:gd name="T14" fmla="*/ 16 w 22"/>
                <a:gd name="T15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3">
                  <a:moveTo>
                    <a:pt x="16" y="7"/>
                  </a:moveTo>
                  <a:cubicBezTo>
                    <a:pt x="15" y="6"/>
                    <a:pt x="14" y="7"/>
                    <a:pt x="13" y="6"/>
                  </a:cubicBezTo>
                  <a:cubicBezTo>
                    <a:pt x="10" y="5"/>
                    <a:pt x="10" y="1"/>
                    <a:pt x="7" y="1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3" y="1"/>
                    <a:pt x="2" y="2"/>
                    <a:pt x="1" y="3"/>
                  </a:cubicBezTo>
                  <a:cubicBezTo>
                    <a:pt x="0" y="11"/>
                    <a:pt x="10" y="10"/>
                    <a:pt x="16" y="12"/>
                  </a:cubicBezTo>
                  <a:cubicBezTo>
                    <a:pt x="18" y="13"/>
                    <a:pt x="22" y="12"/>
                    <a:pt x="19" y="9"/>
                  </a:cubicBezTo>
                  <a:cubicBezTo>
                    <a:pt x="19" y="8"/>
                    <a:pt x="17" y="7"/>
                    <a:pt x="16" y="7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05" name="Freeform 3684">
              <a:extLst>
                <a:ext uri="{FF2B5EF4-FFF2-40B4-BE49-F238E27FC236}">
                  <a16:creationId xmlns:a16="http://schemas.microsoft.com/office/drawing/2014/main" id="{DB1F84FD-C7F5-4C9A-8801-9FEB45279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1027"/>
              <a:ext cx="6" cy="5"/>
            </a:xfrm>
            <a:custGeom>
              <a:avLst/>
              <a:gdLst>
                <a:gd name="T0" fmla="*/ 12 w 14"/>
                <a:gd name="T1" fmla="*/ 9 h 14"/>
                <a:gd name="T2" fmla="*/ 10 w 14"/>
                <a:gd name="T3" fmla="*/ 3 h 14"/>
                <a:gd name="T4" fmla="*/ 2 w 14"/>
                <a:gd name="T5" fmla="*/ 10 h 14"/>
                <a:gd name="T6" fmla="*/ 5 w 14"/>
                <a:gd name="T7" fmla="*/ 14 h 14"/>
                <a:gd name="T8" fmla="*/ 12 w 14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12" y="9"/>
                  </a:moveTo>
                  <a:cubicBezTo>
                    <a:pt x="14" y="7"/>
                    <a:pt x="12" y="4"/>
                    <a:pt x="10" y="3"/>
                  </a:cubicBezTo>
                  <a:cubicBezTo>
                    <a:pt x="5" y="0"/>
                    <a:pt x="0" y="5"/>
                    <a:pt x="2" y="10"/>
                  </a:cubicBezTo>
                  <a:cubicBezTo>
                    <a:pt x="3" y="11"/>
                    <a:pt x="6" y="12"/>
                    <a:pt x="5" y="14"/>
                  </a:cubicBezTo>
                  <a:cubicBezTo>
                    <a:pt x="8" y="13"/>
                    <a:pt x="11" y="11"/>
                    <a:pt x="12" y="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06" name="Freeform 3685">
              <a:extLst>
                <a:ext uri="{FF2B5EF4-FFF2-40B4-BE49-F238E27FC236}">
                  <a16:creationId xmlns:a16="http://schemas.microsoft.com/office/drawing/2014/main" id="{FCFA0FEA-D1E0-43D5-9A02-6D1857F5C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972"/>
              <a:ext cx="25" cy="25"/>
            </a:xfrm>
            <a:custGeom>
              <a:avLst/>
              <a:gdLst>
                <a:gd name="T0" fmla="*/ 61 w 62"/>
                <a:gd name="T1" fmla="*/ 56 h 62"/>
                <a:gd name="T2" fmla="*/ 62 w 62"/>
                <a:gd name="T3" fmla="*/ 50 h 62"/>
                <a:gd name="T4" fmla="*/ 56 w 62"/>
                <a:gd name="T5" fmla="*/ 40 h 62"/>
                <a:gd name="T6" fmla="*/ 45 w 62"/>
                <a:gd name="T7" fmla="*/ 36 h 62"/>
                <a:gd name="T8" fmla="*/ 51 w 62"/>
                <a:gd name="T9" fmla="*/ 29 h 62"/>
                <a:gd name="T10" fmla="*/ 53 w 62"/>
                <a:gd name="T11" fmla="*/ 20 h 62"/>
                <a:gd name="T12" fmla="*/ 49 w 62"/>
                <a:gd name="T13" fmla="*/ 11 h 62"/>
                <a:gd name="T14" fmla="*/ 31 w 62"/>
                <a:gd name="T15" fmla="*/ 2 h 62"/>
                <a:gd name="T16" fmla="*/ 32 w 62"/>
                <a:gd name="T17" fmla="*/ 14 h 62"/>
                <a:gd name="T18" fmla="*/ 32 w 62"/>
                <a:gd name="T19" fmla="*/ 21 h 62"/>
                <a:gd name="T20" fmla="*/ 28 w 62"/>
                <a:gd name="T21" fmla="*/ 20 h 62"/>
                <a:gd name="T22" fmla="*/ 18 w 62"/>
                <a:gd name="T23" fmla="*/ 11 h 62"/>
                <a:gd name="T24" fmla="*/ 9 w 62"/>
                <a:gd name="T25" fmla="*/ 8 h 62"/>
                <a:gd name="T26" fmla="*/ 5 w 62"/>
                <a:gd name="T27" fmla="*/ 19 h 62"/>
                <a:gd name="T28" fmla="*/ 12 w 62"/>
                <a:gd name="T29" fmla="*/ 23 h 62"/>
                <a:gd name="T30" fmla="*/ 14 w 62"/>
                <a:gd name="T31" fmla="*/ 26 h 62"/>
                <a:gd name="T32" fmla="*/ 14 w 62"/>
                <a:gd name="T33" fmla="*/ 30 h 62"/>
                <a:gd name="T34" fmla="*/ 18 w 62"/>
                <a:gd name="T35" fmla="*/ 35 h 62"/>
                <a:gd name="T36" fmla="*/ 19 w 62"/>
                <a:gd name="T37" fmla="*/ 37 h 62"/>
                <a:gd name="T38" fmla="*/ 21 w 62"/>
                <a:gd name="T39" fmla="*/ 41 h 62"/>
                <a:gd name="T40" fmla="*/ 37 w 62"/>
                <a:gd name="T41" fmla="*/ 43 h 62"/>
                <a:gd name="T42" fmla="*/ 43 w 62"/>
                <a:gd name="T43" fmla="*/ 45 h 62"/>
                <a:gd name="T44" fmla="*/ 51 w 62"/>
                <a:gd name="T45" fmla="*/ 58 h 62"/>
                <a:gd name="T46" fmla="*/ 58 w 62"/>
                <a:gd name="T47" fmla="*/ 61 h 62"/>
                <a:gd name="T48" fmla="*/ 61 w 62"/>
                <a:gd name="T49" fmla="*/ 56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2" h="62">
                  <a:moveTo>
                    <a:pt x="61" y="56"/>
                  </a:moveTo>
                  <a:cubicBezTo>
                    <a:pt x="62" y="54"/>
                    <a:pt x="62" y="52"/>
                    <a:pt x="62" y="50"/>
                  </a:cubicBezTo>
                  <a:cubicBezTo>
                    <a:pt x="62" y="45"/>
                    <a:pt x="60" y="42"/>
                    <a:pt x="56" y="40"/>
                  </a:cubicBezTo>
                  <a:cubicBezTo>
                    <a:pt x="53" y="37"/>
                    <a:pt x="49" y="38"/>
                    <a:pt x="45" y="36"/>
                  </a:cubicBezTo>
                  <a:cubicBezTo>
                    <a:pt x="45" y="32"/>
                    <a:pt x="48" y="31"/>
                    <a:pt x="51" y="29"/>
                  </a:cubicBezTo>
                  <a:cubicBezTo>
                    <a:pt x="54" y="27"/>
                    <a:pt x="54" y="23"/>
                    <a:pt x="53" y="20"/>
                  </a:cubicBezTo>
                  <a:cubicBezTo>
                    <a:pt x="53" y="16"/>
                    <a:pt x="52" y="13"/>
                    <a:pt x="49" y="11"/>
                  </a:cubicBezTo>
                  <a:cubicBezTo>
                    <a:pt x="44" y="7"/>
                    <a:pt x="38" y="0"/>
                    <a:pt x="31" y="2"/>
                  </a:cubicBezTo>
                  <a:cubicBezTo>
                    <a:pt x="32" y="6"/>
                    <a:pt x="31" y="10"/>
                    <a:pt x="32" y="14"/>
                  </a:cubicBezTo>
                  <a:cubicBezTo>
                    <a:pt x="32" y="15"/>
                    <a:pt x="33" y="19"/>
                    <a:pt x="32" y="21"/>
                  </a:cubicBezTo>
                  <a:cubicBezTo>
                    <a:pt x="31" y="24"/>
                    <a:pt x="29" y="21"/>
                    <a:pt x="28" y="20"/>
                  </a:cubicBezTo>
                  <a:cubicBezTo>
                    <a:pt x="26" y="15"/>
                    <a:pt x="22" y="13"/>
                    <a:pt x="18" y="11"/>
                  </a:cubicBezTo>
                  <a:cubicBezTo>
                    <a:pt x="15" y="10"/>
                    <a:pt x="12" y="8"/>
                    <a:pt x="9" y="8"/>
                  </a:cubicBezTo>
                  <a:cubicBezTo>
                    <a:pt x="3" y="8"/>
                    <a:pt x="0" y="16"/>
                    <a:pt x="5" y="19"/>
                  </a:cubicBezTo>
                  <a:cubicBezTo>
                    <a:pt x="7" y="21"/>
                    <a:pt x="10" y="21"/>
                    <a:pt x="12" y="23"/>
                  </a:cubicBezTo>
                  <a:cubicBezTo>
                    <a:pt x="13" y="24"/>
                    <a:pt x="14" y="25"/>
                    <a:pt x="14" y="26"/>
                  </a:cubicBezTo>
                  <a:cubicBezTo>
                    <a:pt x="14" y="27"/>
                    <a:pt x="14" y="29"/>
                    <a:pt x="14" y="30"/>
                  </a:cubicBezTo>
                  <a:cubicBezTo>
                    <a:pt x="15" y="31"/>
                    <a:pt x="17" y="33"/>
                    <a:pt x="18" y="35"/>
                  </a:cubicBezTo>
                  <a:cubicBezTo>
                    <a:pt x="18" y="36"/>
                    <a:pt x="18" y="36"/>
                    <a:pt x="19" y="37"/>
                  </a:cubicBezTo>
                  <a:cubicBezTo>
                    <a:pt x="19" y="38"/>
                    <a:pt x="20" y="40"/>
                    <a:pt x="21" y="41"/>
                  </a:cubicBezTo>
                  <a:cubicBezTo>
                    <a:pt x="25" y="46"/>
                    <a:pt x="31" y="44"/>
                    <a:pt x="37" y="43"/>
                  </a:cubicBezTo>
                  <a:cubicBezTo>
                    <a:pt x="40" y="42"/>
                    <a:pt x="41" y="43"/>
                    <a:pt x="43" y="45"/>
                  </a:cubicBezTo>
                  <a:cubicBezTo>
                    <a:pt x="46" y="49"/>
                    <a:pt x="47" y="55"/>
                    <a:pt x="51" y="58"/>
                  </a:cubicBezTo>
                  <a:cubicBezTo>
                    <a:pt x="53" y="60"/>
                    <a:pt x="55" y="62"/>
                    <a:pt x="58" y="61"/>
                  </a:cubicBezTo>
                  <a:cubicBezTo>
                    <a:pt x="60" y="60"/>
                    <a:pt x="60" y="58"/>
                    <a:pt x="61" y="56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07" name="Freeform 3686">
              <a:extLst>
                <a:ext uri="{FF2B5EF4-FFF2-40B4-BE49-F238E27FC236}">
                  <a16:creationId xmlns:a16="http://schemas.microsoft.com/office/drawing/2014/main" id="{80540073-3015-40C3-AEF8-026C2D216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985"/>
              <a:ext cx="7" cy="5"/>
            </a:xfrm>
            <a:custGeom>
              <a:avLst/>
              <a:gdLst>
                <a:gd name="T0" fmla="*/ 18 w 18"/>
                <a:gd name="T1" fmla="*/ 8 h 13"/>
                <a:gd name="T2" fmla="*/ 16 w 18"/>
                <a:gd name="T3" fmla="*/ 4 h 13"/>
                <a:gd name="T4" fmla="*/ 11 w 18"/>
                <a:gd name="T5" fmla="*/ 1 h 13"/>
                <a:gd name="T6" fmla="*/ 5 w 18"/>
                <a:gd name="T7" fmla="*/ 1 h 13"/>
                <a:gd name="T8" fmla="*/ 2 w 18"/>
                <a:gd name="T9" fmla="*/ 9 h 13"/>
                <a:gd name="T10" fmla="*/ 11 w 18"/>
                <a:gd name="T11" fmla="*/ 12 h 13"/>
                <a:gd name="T12" fmla="*/ 18 w 18"/>
                <a:gd name="T13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18" y="8"/>
                  </a:moveTo>
                  <a:cubicBezTo>
                    <a:pt x="18" y="7"/>
                    <a:pt x="17" y="5"/>
                    <a:pt x="16" y="4"/>
                  </a:cubicBezTo>
                  <a:cubicBezTo>
                    <a:pt x="15" y="3"/>
                    <a:pt x="12" y="2"/>
                    <a:pt x="11" y="1"/>
                  </a:cubicBezTo>
                  <a:cubicBezTo>
                    <a:pt x="9" y="0"/>
                    <a:pt x="7" y="1"/>
                    <a:pt x="5" y="1"/>
                  </a:cubicBezTo>
                  <a:cubicBezTo>
                    <a:pt x="1" y="3"/>
                    <a:pt x="0" y="6"/>
                    <a:pt x="2" y="9"/>
                  </a:cubicBezTo>
                  <a:cubicBezTo>
                    <a:pt x="4" y="13"/>
                    <a:pt x="8" y="12"/>
                    <a:pt x="11" y="12"/>
                  </a:cubicBezTo>
                  <a:cubicBezTo>
                    <a:pt x="14" y="12"/>
                    <a:pt x="18" y="12"/>
                    <a:pt x="18" y="8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08" name="Freeform 3687">
              <a:extLst>
                <a:ext uri="{FF2B5EF4-FFF2-40B4-BE49-F238E27FC236}">
                  <a16:creationId xmlns:a16="http://schemas.microsoft.com/office/drawing/2014/main" id="{1C760FC9-7650-4E8C-8810-93385FE84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969"/>
              <a:ext cx="23" cy="8"/>
            </a:xfrm>
            <a:custGeom>
              <a:avLst/>
              <a:gdLst>
                <a:gd name="T0" fmla="*/ 41 w 58"/>
                <a:gd name="T1" fmla="*/ 15 h 18"/>
                <a:gd name="T2" fmla="*/ 47 w 58"/>
                <a:gd name="T3" fmla="*/ 11 h 18"/>
                <a:gd name="T4" fmla="*/ 55 w 58"/>
                <a:gd name="T5" fmla="*/ 6 h 18"/>
                <a:gd name="T6" fmla="*/ 57 w 58"/>
                <a:gd name="T7" fmla="*/ 2 h 18"/>
                <a:gd name="T8" fmla="*/ 54 w 58"/>
                <a:gd name="T9" fmla="*/ 0 h 18"/>
                <a:gd name="T10" fmla="*/ 50 w 58"/>
                <a:gd name="T11" fmla="*/ 1 h 18"/>
                <a:gd name="T12" fmla="*/ 46 w 58"/>
                <a:gd name="T13" fmla="*/ 1 h 18"/>
                <a:gd name="T14" fmla="*/ 43 w 58"/>
                <a:gd name="T15" fmla="*/ 3 h 18"/>
                <a:gd name="T16" fmla="*/ 36 w 58"/>
                <a:gd name="T17" fmla="*/ 7 h 18"/>
                <a:gd name="T18" fmla="*/ 29 w 58"/>
                <a:gd name="T19" fmla="*/ 10 h 18"/>
                <a:gd name="T20" fmla="*/ 23 w 58"/>
                <a:gd name="T21" fmla="*/ 8 h 18"/>
                <a:gd name="T22" fmla="*/ 19 w 58"/>
                <a:gd name="T23" fmla="*/ 6 h 18"/>
                <a:gd name="T24" fmla="*/ 13 w 58"/>
                <a:gd name="T25" fmla="*/ 5 h 18"/>
                <a:gd name="T26" fmla="*/ 1 w 58"/>
                <a:gd name="T27" fmla="*/ 4 h 18"/>
                <a:gd name="T28" fmla="*/ 2 w 58"/>
                <a:gd name="T29" fmla="*/ 8 h 18"/>
                <a:gd name="T30" fmla="*/ 5 w 58"/>
                <a:gd name="T31" fmla="*/ 10 h 18"/>
                <a:gd name="T32" fmla="*/ 14 w 58"/>
                <a:gd name="T33" fmla="*/ 14 h 18"/>
                <a:gd name="T34" fmla="*/ 22 w 58"/>
                <a:gd name="T35" fmla="*/ 16 h 18"/>
                <a:gd name="T36" fmla="*/ 25 w 58"/>
                <a:gd name="T37" fmla="*/ 16 h 18"/>
                <a:gd name="T38" fmla="*/ 41 w 58"/>
                <a:gd name="T3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8" h="18">
                  <a:moveTo>
                    <a:pt x="41" y="15"/>
                  </a:moveTo>
                  <a:cubicBezTo>
                    <a:pt x="43" y="13"/>
                    <a:pt x="45" y="12"/>
                    <a:pt x="47" y="11"/>
                  </a:cubicBezTo>
                  <a:cubicBezTo>
                    <a:pt x="50" y="9"/>
                    <a:pt x="53" y="8"/>
                    <a:pt x="55" y="6"/>
                  </a:cubicBezTo>
                  <a:cubicBezTo>
                    <a:pt x="57" y="4"/>
                    <a:pt x="58" y="4"/>
                    <a:pt x="57" y="2"/>
                  </a:cubicBezTo>
                  <a:cubicBezTo>
                    <a:pt x="56" y="0"/>
                    <a:pt x="56" y="0"/>
                    <a:pt x="54" y="0"/>
                  </a:cubicBezTo>
                  <a:cubicBezTo>
                    <a:pt x="53" y="0"/>
                    <a:pt x="52" y="1"/>
                    <a:pt x="50" y="1"/>
                  </a:cubicBezTo>
                  <a:cubicBezTo>
                    <a:pt x="49" y="1"/>
                    <a:pt x="48" y="1"/>
                    <a:pt x="46" y="1"/>
                  </a:cubicBezTo>
                  <a:cubicBezTo>
                    <a:pt x="45" y="2"/>
                    <a:pt x="44" y="2"/>
                    <a:pt x="43" y="3"/>
                  </a:cubicBezTo>
                  <a:cubicBezTo>
                    <a:pt x="41" y="5"/>
                    <a:pt x="39" y="6"/>
                    <a:pt x="36" y="7"/>
                  </a:cubicBezTo>
                  <a:cubicBezTo>
                    <a:pt x="33" y="8"/>
                    <a:pt x="32" y="10"/>
                    <a:pt x="29" y="10"/>
                  </a:cubicBezTo>
                  <a:cubicBezTo>
                    <a:pt x="27" y="10"/>
                    <a:pt x="25" y="9"/>
                    <a:pt x="23" y="8"/>
                  </a:cubicBezTo>
                  <a:cubicBezTo>
                    <a:pt x="22" y="8"/>
                    <a:pt x="20" y="7"/>
                    <a:pt x="19" y="6"/>
                  </a:cubicBezTo>
                  <a:cubicBezTo>
                    <a:pt x="17" y="6"/>
                    <a:pt x="15" y="6"/>
                    <a:pt x="13" y="5"/>
                  </a:cubicBezTo>
                  <a:cubicBezTo>
                    <a:pt x="11" y="5"/>
                    <a:pt x="3" y="1"/>
                    <a:pt x="1" y="4"/>
                  </a:cubicBezTo>
                  <a:cubicBezTo>
                    <a:pt x="0" y="5"/>
                    <a:pt x="1" y="8"/>
                    <a:pt x="2" y="8"/>
                  </a:cubicBezTo>
                  <a:cubicBezTo>
                    <a:pt x="3" y="9"/>
                    <a:pt x="4" y="10"/>
                    <a:pt x="5" y="10"/>
                  </a:cubicBezTo>
                  <a:cubicBezTo>
                    <a:pt x="8" y="12"/>
                    <a:pt x="11" y="13"/>
                    <a:pt x="14" y="14"/>
                  </a:cubicBezTo>
                  <a:cubicBezTo>
                    <a:pt x="17" y="15"/>
                    <a:pt x="19" y="16"/>
                    <a:pt x="22" y="16"/>
                  </a:cubicBezTo>
                  <a:cubicBezTo>
                    <a:pt x="23" y="16"/>
                    <a:pt x="24" y="16"/>
                    <a:pt x="25" y="16"/>
                  </a:cubicBezTo>
                  <a:cubicBezTo>
                    <a:pt x="30" y="17"/>
                    <a:pt x="37" y="18"/>
                    <a:pt x="41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09" name="Freeform 3688">
              <a:extLst>
                <a:ext uri="{FF2B5EF4-FFF2-40B4-BE49-F238E27FC236}">
                  <a16:creationId xmlns:a16="http://schemas.microsoft.com/office/drawing/2014/main" id="{F3203249-950B-49E6-8AD9-57B9B30D8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967"/>
              <a:ext cx="6" cy="4"/>
            </a:xfrm>
            <a:custGeom>
              <a:avLst/>
              <a:gdLst>
                <a:gd name="T0" fmla="*/ 11 w 15"/>
                <a:gd name="T1" fmla="*/ 9 h 11"/>
                <a:gd name="T2" fmla="*/ 15 w 15"/>
                <a:gd name="T3" fmla="*/ 5 h 11"/>
                <a:gd name="T4" fmla="*/ 3 w 15"/>
                <a:gd name="T5" fmla="*/ 3 h 11"/>
                <a:gd name="T6" fmla="*/ 0 w 15"/>
                <a:gd name="T7" fmla="*/ 8 h 11"/>
                <a:gd name="T8" fmla="*/ 5 w 15"/>
                <a:gd name="T9" fmla="*/ 11 h 11"/>
                <a:gd name="T10" fmla="*/ 11 w 15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1">
                  <a:moveTo>
                    <a:pt x="11" y="9"/>
                  </a:moveTo>
                  <a:cubicBezTo>
                    <a:pt x="12" y="8"/>
                    <a:pt x="15" y="7"/>
                    <a:pt x="15" y="5"/>
                  </a:cubicBezTo>
                  <a:cubicBezTo>
                    <a:pt x="15" y="0"/>
                    <a:pt x="6" y="0"/>
                    <a:pt x="3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10"/>
                    <a:pt x="3" y="11"/>
                    <a:pt x="5" y="11"/>
                  </a:cubicBezTo>
                  <a:cubicBezTo>
                    <a:pt x="7" y="11"/>
                    <a:pt x="9" y="10"/>
                    <a:pt x="11" y="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10" name="Freeform 3689">
              <a:extLst>
                <a:ext uri="{FF2B5EF4-FFF2-40B4-BE49-F238E27FC236}">
                  <a16:creationId xmlns:a16="http://schemas.microsoft.com/office/drawing/2014/main" id="{DB5B2BDB-89BE-448E-9A25-618BA558D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971"/>
              <a:ext cx="25" cy="9"/>
            </a:xfrm>
            <a:custGeom>
              <a:avLst/>
              <a:gdLst>
                <a:gd name="T0" fmla="*/ 45 w 62"/>
                <a:gd name="T1" fmla="*/ 11 h 23"/>
                <a:gd name="T2" fmla="*/ 32 w 62"/>
                <a:gd name="T3" fmla="*/ 10 h 23"/>
                <a:gd name="T4" fmla="*/ 28 w 62"/>
                <a:gd name="T5" fmla="*/ 8 h 23"/>
                <a:gd name="T6" fmla="*/ 23 w 62"/>
                <a:gd name="T7" fmla="*/ 4 h 23"/>
                <a:gd name="T8" fmla="*/ 18 w 62"/>
                <a:gd name="T9" fmla="*/ 2 h 23"/>
                <a:gd name="T10" fmla="*/ 10 w 62"/>
                <a:gd name="T11" fmla="*/ 0 h 23"/>
                <a:gd name="T12" fmla="*/ 5 w 62"/>
                <a:gd name="T13" fmla="*/ 1 h 23"/>
                <a:gd name="T14" fmla="*/ 1 w 62"/>
                <a:gd name="T15" fmla="*/ 4 h 23"/>
                <a:gd name="T16" fmla="*/ 4 w 62"/>
                <a:gd name="T17" fmla="*/ 7 h 23"/>
                <a:gd name="T18" fmla="*/ 7 w 62"/>
                <a:gd name="T19" fmla="*/ 9 h 23"/>
                <a:gd name="T20" fmla="*/ 11 w 62"/>
                <a:gd name="T21" fmla="*/ 10 h 23"/>
                <a:gd name="T22" fmla="*/ 14 w 62"/>
                <a:gd name="T23" fmla="*/ 11 h 23"/>
                <a:gd name="T24" fmla="*/ 18 w 62"/>
                <a:gd name="T25" fmla="*/ 15 h 23"/>
                <a:gd name="T26" fmla="*/ 23 w 62"/>
                <a:gd name="T27" fmla="*/ 19 h 23"/>
                <a:gd name="T28" fmla="*/ 30 w 62"/>
                <a:gd name="T29" fmla="*/ 23 h 23"/>
                <a:gd name="T30" fmla="*/ 40 w 62"/>
                <a:gd name="T31" fmla="*/ 22 h 23"/>
                <a:gd name="T32" fmla="*/ 50 w 62"/>
                <a:gd name="T33" fmla="*/ 22 h 23"/>
                <a:gd name="T34" fmla="*/ 56 w 62"/>
                <a:gd name="T35" fmla="*/ 22 h 23"/>
                <a:gd name="T36" fmla="*/ 60 w 62"/>
                <a:gd name="T37" fmla="*/ 21 h 23"/>
                <a:gd name="T38" fmla="*/ 62 w 62"/>
                <a:gd name="T39" fmla="*/ 18 h 23"/>
                <a:gd name="T40" fmla="*/ 59 w 62"/>
                <a:gd name="T41" fmla="*/ 14 h 23"/>
                <a:gd name="T42" fmla="*/ 45 w 62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2" h="23">
                  <a:moveTo>
                    <a:pt x="45" y="11"/>
                  </a:moveTo>
                  <a:cubicBezTo>
                    <a:pt x="41" y="11"/>
                    <a:pt x="37" y="11"/>
                    <a:pt x="32" y="10"/>
                  </a:cubicBezTo>
                  <a:cubicBezTo>
                    <a:pt x="31" y="9"/>
                    <a:pt x="29" y="9"/>
                    <a:pt x="28" y="8"/>
                  </a:cubicBezTo>
                  <a:cubicBezTo>
                    <a:pt x="26" y="7"/>
                    <a:pt x="25" y="5"/>
                    <a:pt x="23" y="4"/>
                  </a:cubicBezTo>
                  <a:cubicBezTo>
                    <a:pt x="22" y="2"/>
                    <a:pt x="20" y="2"/>
                    <a:pt x="18" y="2"/>
                  </a:cubicBezTo>
                  <a:cubicBezTo>
                    <a:pt x="15" y="1"/>
                    <a:pt x="13" y="1"/>
                    <a:pt x="10" y="0"/>
                  </a:cubicBezTo>
                  <a:cubicBezTo>
                    <a:pt x="8" y="0"/>
                    <a:pt x="7" y="0"/>
                    <a:pt x="5" y="1"/>
                  </a:cubicBezTo>
                  <a:cubicBezTo>
                    <a:pt x="3" y="1"/>
                    <a:pt x="0" y="2"/>
                    <a:pt x="1" y="4"/>
                  </a:cubicBezTo>
                  <a:cubicBezTo>
                    <a:pt x="2" y="5"/>
                    <a:pt x="3" y="6"/>
                    <a:pt x="4" y="7"/>
                  </a:cubicBezTo>
                  <a:cubicBezTo>
                    <a:pt x="5" y="8"/>
                    <a:pt x="6" y="9"/>
                    <a:pt x="7" y="9"/>
                  </a:cubicBezTo>
                  <a:cubicBezTo>
                    <a:pt x="9" y="10"/>
                    <a:pt x="10" y="9"/>
                    <a:pt x="11" y="10"/>
                  </a:cubicBezTo>
                  <a:cubicBezTo>
                    <a:pt x="12" y="10"/>
                    <a:pt x="13" y="11"/>
                    <a:pt x="14" y="11"/>
                  </a:cubicBezTo>
                  <a:cubicBezTo>
                    <a:pt x="16" y="12"/>
                    <a:pt x="17" y="13"/>
                    <a:pt x="18" y="15"/>
                  </a:cubicBezTo>
                  <a:cubicBezTo>
                    <a:pt x="19" y="16"/>
                    <a:pt x="21" y="18"/>
                    <a:pt x="23" y="19"/>
                  </a:cubicBezTo>
                  <a:cubicBezTo>
                    <a:pt x="25" y="21"/>
                    <a:pt x="28" y="23"/>
                    <a:pt x="30" y="23"/>
                  </a:cubicBezTo>
                  <a:cubicBezTo>
                    <a:pt x="33" y="23"/>
                    <a:pt x="36" y="22"/>
                    <a:pt x="40" y="22"/>
                  </a:cubicBezTo>
                  <a:cubicBezTo>
                    <a:pt x="43" y="22"/>
                    <a:pt x="47" y="22"/>
                    <a:pt x="50" y="22"/>
                  </a:cubicBezTo>
                  <a:cubicBezTo>
                    <a:pt x="52" y="22"/>
                    <a:pt x="54" y="22"/>
                    <a:pt x="56" y="22"/>
                  </a:cubicBezTo>
                  <a:cubicBezTo>
                    <a:pt x="57" y="22"/>
                    <a:pt x="59" y="22"/>
                    <a:pt x="60" y="21"/>
                  </a:cubicBezTo>
                  <a:cubicBezTo>
                    <a:pt x="61" y="21"/>
                    <a:pt x="62" y="19"/>
                    <a:pt x="62" y="18"/>
                  </a:cubicBezTo>
                  <a:cubicBezTo>
                    <a:pt x="62" y="16"/>
                    <a:pt x="60" y="15"/>
                    <a:pt x="59" y="14"/>
                  </a:cubicBezTo>
                  <a:cubicBezTo>
                    <a:pt x="55" y="11"/>
                    <a:pt x="50" y="11"/>
                    <a:pt x="45" y="1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11" name="Freeform 3690">
              <a:extLst>
                <a:ext uri="{FF2B5EF4-FFF2-40B4-BE49-F238E27FC236}">
                  <a16:creationId xmlns:a16="http://schemas.microsoft.com/office/drawing/2014/main" id="{C44CA055-D486-46F4-B48F-4E020FDA8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961"/>
              <a:ext cx="18" cy="10"/>
            </a:xfrm>
            <a:custGeom>
              <a:avLst/>
              <a:gdLst>
                <a:gd name="T0" fmla="*/ 37 w 45"/>
                <a:gd name="T1" fmla="*/ 8 h 24"/>
                <a:gd name="T2" fmla="*/ 27 w 45"/>
                <a:gd name="T3" fmla="*/ 3 h 24"/>
                <a:gd name="T4" fmla="*/ 22 w 45"/>
                <a:gd name="T5" fmla="*/ 3 h 24"/>
                <a:gd name="T6" fmla="*/ 16 w 45"/>
                <a:gd name="T7" fmla="*/ 2 h 24"/>
                <a:gd name="T8" fmla="*/ 4 w 45"/>
                <a:gd name="T9" fmla="*/ 0 h 24"/>
                <a:gd name="T10" fmla="*/ 1 w 45"/>
                <a:gd name="T11" fmla="*/ 1 h 24"/>
                <a:gd name="T12" fmla="*/ 1 w 45"/>
                <a:gd name="T13" fmla="*/ 4 h 24"/>
                <a:gd name="T14" fmla="*/ 7 w 45"/>
                <a:gd name="T15" fmla="*/ 6 h 24"/>
                <a:gd name="T16" fmla="*/ 11 w 45"/>
                <a:gd name="T17" fmla="*/ 6 h 24"/>
                <a:gd name="T18" fmla="*/ 14 w 45"/>
                <a:gd name="T19" fmla="*/ 6 h 24"/>
                <a:gd name="T20" fmla="*/ 16 w 45"/>
                <a:gd name="T21" fmla="*/ 6 h 24"/>
                <a:gd name="T22" fmla="*/ 21 w 45"/>
                <a:gd name="T23" fmla="*/ 8 h 24"/>
                <a:gd name="T24" fmla="*/ 28 w 45"/>
                <a:gd name="T25" fmla="*/ 14 h 24"/>
                <a:gd name="T26" fmla="*/ 35 w 45"/>
                <a:gd name="T27" fmla="*/ 21 h 24"/>
                <a:gd name="T28" fmla="*/ 43 w 45"/>
                <a:gd name="T29" fmla="*/ 23 h 24"/>
                <a:gd name="T30" fmla="*/ 44 w 45"/>
                <a:gd name="T31" fmla="*/ 20 h 24"/>
                <a:gd name="T32" fmla="*/ 44 w 45"/>
                <a:gd name="T33" fmla="*/ 15 h 24"/>
                <a:gd name="T34" fmla="*/ 37 w 45"/>
                <a:gd name="T35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" h="24">
                  <a:moveTo>
                    <a:pt x="37" y="8"/>
                  </a:moveTo>
                  <a:cubicBezTo>
                    <a:pt x="34" y="6"/>
                    <a:pt x="30" y="4"/>
                    <a:pt x="27" y="3"/>
                  </a:cubicBezTo>
                  <a:cubicBezTo>
                    <a:pt x="25" y="3"/>
                    <a:pt x="24" y="3"/>
                    <a:pt x="22" y="3"/>
                  </a:cubicBezTo>
                  <a:cubicBezTo>
                    <a:pt x="20" y="3"/>
                    <a:pt x="18" y="3"/>
                    <a:pt x="16" y="2"/>
                  </a:cubicBezTo>
                  <a:cubicBezTo>
                    <a:pt x="12" y="1"/>
                    <a:pt x="8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" y="7"/>
                    <a:pt x="4" y="7"/>
                    <a:pt x="7" y="6"/>
                  </a:cubicBezTo>
                  <a:cubicBezTo>
                    <a:pt x="8" y="6"/>
                    <a:pt x="10" y="6"/>
                    <a:pt x="11" y="6"/>
                  </a:cubicBezTo>
                  <a:cubicBezTo>
                    <a:pt x="12" y="6"/>
                    <a:pt x="12" y="6"/>
                    <a:pt x="14" y="6"/>
                  </a:cubicBezTo>
                  <a:cubicBezTo>
                    <a:pt x="15" y="6"/>
                    <a:pt x="16" y="5"/>
                    <a:pt x="16" y="6"/>
                  </a:cubicBezTo>
                  <a:cubicBezTo>
                    <a:pt x="18" y="6"/>
                    <a:pt x="20" y="7"/>
                    <a:pt x="21" y="8"/>
                  </a:cubicBezTo>
                  <a:cubicBezTo>
                    <a:pt x="24" y="10"/>
                    <a:pt x="26" y="12"/>
                    <a:pt x="28" y="14"/>
                  </a:cubicBezTo>
                  <a:cubicBezTo>
                    <a:pt x="30" y="17"/>
                    <a:pt x="32" y="20"/>
                    <a:pt x="35" y="21"/>
                  </a:cubicBezTo>
                  <a:cubicBezTo>
                    <a:pt x="37" y="22"/>
                    <a:pt x="40" y="24"/>
                    <a:pt x="43" y="23"/>
                  </a:cubicBezTo>
                  <a:cubicBezTo>
                    <a:pt x="44" y="23"/>
                    <a:pt x="44" y="22"/>
                    <a:pt x="44" y="20"/>
                  </a:cubicBezTo>
                  <a:cubicBezTo>
                    <a:pt x="45" y="19"/>
                    <a:pt x="45" y="17"/>
                    <a:pt x="44" y="15"/>
                  </a:cubicBezTo>
                  <a:cubicBezTo>
                    <a:pt x="43" y="12"/>
                    <a:pt x="39" y="11"/>
                    <a:pt x="37" y="8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12" name="Freeform 3691">
              <a:extLst>
                <a:ext uri="{FF2B5EF4-FFF2-40B4-BE49-F238E27FC236}">
                  <a16:creationId xmlns:a16="http://schemas.microsoft.com/office/drawing/2014/main" id="{D3DECA12-576E-452A-B048-CEB7CEF82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942"/>
              <a:ext cx="12" cy="8"/>
            </a:xfrm>
            <a:custGeom>
              <a:avLst/>
              <a:gdLst>
                <a:gd name="T0" fmla="*/ 24 w 28"/>
                <a:gd name="T1" fmla="*/ 15 h 21"/>
                <a:gd name="T2" fmla="*/ 21 w 28"/>
                <a:gd name="T3" fmla="*/ 12 h 21"/>
                <a:gd name="T4" fmla="*/ 17 w 28"/>
                <a:gd name="T5" fmla="*/ 11 h 21"/>
                <a:gd name="T6" fmla="*/ 15 w 28"/>
                <a:gd name="T7" fmla="*/ 10 h 21"/>
                <a:gd name="T8" fmla="*/ 14 w 28"/>
                <a:gd name="T9" fmla="*/ 6 h 21"/>
                <a:gd name="T10" fmla="*/ 12 w 28"/>
                <a:gd name="T11" fmla="*/ 3 h 21"/>
                <a:gd name="T12" fmla="*/ 7 w 28"/>
                <a:gd name="T13" fmla="*/ 0 h 21"/>
                <a:gd name="T14" fmla="*/ 1 w 28"/>
                <a:gd name="T15" fmla="*/ 2 h 21"/>
                <a:gd name="T16" fmla="*/ 0 w 28"/>
                <a:gd name="T17" fmla="*/ 5 h 21"/>
                <a:gd name="T18" fmla="*/ 2 w 28"/>
                <a:gd name="T19" fmla="*/ 7 h 21"/>
                <a:gd name="T20" fmla="*/ 5 w 28"/>
                <a:gd name="T21" fmla="*/ 8 h 21"/>
                <a:gd name="T22" fmla="*/ 6 w 28"/>
                <a:gd name="T23" fmla="*/ 10 h 21"/>
                <a:gd name="T24" fmla="*/ 7 w 28"/>
                <a:gd name="T25" fmla="*/ 12 h 21"/>
                <a:gd name="T26" fmla="*/ 9 w 28"/>
                <a:gd name="T27" fmla="*/ 13 h 21"/>
                <a:gd name="T28" fmla="*/ 12 w 28"/>
                <a:gd name="T29" fmla="*/ 15 h 21"/>
                <a:gd name="T30" fmla="*/ 12 w 28"/>
                <a:gd name="T31" fmla="*/ 16 h 21"/>
                <a:gd name="T32" fmla="*/ 12 w 28"/>
                <a:gd name="T33" fmla="*/ 17 h 21"/>
                <a:gd name="T34" fmla="*/ 12 w 28"/>
                <a:gd name="T35" fmla="*/ 17 h 21"/>
                <a:gd name="T36" fmla="*/ 12 w 28"/>
                <a:gd name="T37" fmla="*/ 18 h 21"/>
                <a:gd name="T38" fmla="*/ 14 w 28"/>
                <a:gd name="T39" fmla="*/ 19 h 21"/>
                <a:gd name="T40" fmla="*/ 16 w 28"/>
                <a:gd name="T41" fmla="*/ 20 h 21"/>
                <a:gd name="T42" fmla="*/ 21 w 28"/>
                <a:gd name="T43" fmla="*/ 21 h 21"/>
                <a:gd name="T44" fmla="*/ 27 w 28"/>
                <a:gd name="T45" fmla="*/ 19 h 21"/>
                <a:gd name="T46" fmla="*/ 24 w 28"/>
                <a:gd name="T47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21">
                  <a:moveTo>
                    <a:pt x="24" y="15"/>
                  </a:moveTo>
                  <a:cubicBezTo>
                    <a:pt x="23" y="14"/>
                    <a:pt x="22" y="13"/>
                    <a:pt x="21" y="12"/>
                  </a:cubicBezTo>
                  <a:cubicBezTo>
                    <a:pt x="20" y="12"/>
                    <a:pt x="19" y="11"/>
                    <a:pt x="17" y="11"/>
                  </a:cubicBezTo>
                  <a:cubicBezTo>
                    <a:pt x="16" y="11"/>
                    <a:pt x="16" y="11"/>
                    <a:pt x="15" y="10"/>
                  </a:cubicBezTo>
                  <a:cubicBezTo>
                    <a:pt x="15" y="9"/>
                    <a:pt x="14" y="7"/>
                    <a:pt x="14" y="6"/>
                  </a:cubicBezTo>
                  <a:cubicBezTo>
                    <a:pt x="13" y="5"/>
                    <a:pt x="13" y="4"/>
                    <a:pt x="12" y="3"/>
                  </a:cubicBezTo>
                  <a:cubicBezTo>
                    <a:pt x="10" y="2"/>
                    <a:pt x="9" y="1"/>
                    <a:pt x="7" y="0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6"/>
                    <a:pt x="2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5" y="9"/>
                    <a:pt x="6" y="9"/>
                    <a:pt x="6" y="10"/>
                  </a:cubicBezTo>
                  <a:cubicBezTo>
                    <a:pt x="7" y="11"/>
                    <a:pt x="7" y="11"/>
                    <a:pt x="7" y="12"/>
                  </a:cubicBezTo>
                  <a:cubicBezTo>
                    <a:pt x="8" y="12"/>
                    <a:pt x="8" y="13"/>
                    <a:pt x="9" y="13"/>
                  </a:cubicBezTo>
                  <a:cubicBezTo>
                    <a:pt x="10" y="14"/>
                    <a:pt x="11" y="14"/>
                    <a:pt x="12" y="15"/>
                  </a:cubicBezTo>
                  <a:cubicBezTo>
                    <a:pt x="12" y="15"/>
                    <a:pt x="12" y="16"/>
                    <a:pt x="12" y="16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8"/>
                    <a:pt x="13" y="18"/>
                    <a:pt x="12" y="18"/>
                  </a:cubicBezTo>
                  <a:cubicBezTo>
                    <a:pt x="13" y="18"/>
                    <a:pt x="14" y="19"/>
                    <a:pt x="14" y="19"/>
                  </a:cubicBezTo>
                  <a:cubicBezTo>
                    <a:pt x="15" y="20"/>
                    <a:pt x="15" y="20"/>
                    <a:pt x="16" y="20"/>
                  </a:cubicBezTo>
                  <a:cubicBezTo>
                    <a:pt x="18" y="20"/>
                    <a:pt x="19" y="20"/>
                    <a:pt x="21" y="21"/>
                  </a:cubicBezTo>
                  <a:cubicBezTo>
                    <a:pt x="22" y="21"/>
                    <a:pt x="26" y="21"/>
                    <a:pt x="27" y="19"/>
                  </a:cubicBezTo>
                  <a:cubicBezTo>
                    <a:pt x="28" y="17"/>
                    <a:pt x="25" y="16"/>
                    <a:pt x="24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13" name="Freeform 3692">
              <a:extLst>
                <a:ext uri="{FF2B5EF4-FFF2-40B4-BE49-F238E27FC236}">
                  <a16:creationId xmlns:a16="http://schemas.microsoft.com/office/drawing/2014/main" id="{94AA44AD-B4FB-460D-9574-378F3887A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722"/>
              <a:ext cx="18" cy="14"/>
            </a:xfrm>
            <a:custGeom>
              <a:avLst/>
              <a:gdLst>
                <a:gd name="T0" fmla="*/ 9 w 43"/>
                <a:gd name="T1" fmla="*/ 14 h 35"/>
                <a:gd name="T2" fmla="*/ 21 w 43"/>
                <a:gd name="T3" fmla="*/ 17 h 35"/>
                <a:gd name="T4" fmla="*/ 26 w 43"/>
                <a:gd name="T5" fmla="*/ 19 h 35"/>
                <a:gd name="T6" fmla="*/ 32 w 43"/>
                <a:gd name="T7" fmla="*/ 27 h 35"/>
                <a:gd name="T8" fmla="*/ 34 w 43"/>
                <a:gd name="T9" fmla="*/ 32 h 35"/>
                <a:gd name="T10" fmla="*/ 41 w 43"/>
                <a:gd name="T11" fmla="*/ 27 h 35"/>
                <a:gd name="T12" fmla="*/ 41 w 43"/>
                <a:gd name="T13" fmla="*/ 18 h 35"/>
                <a:gd name="T14" fmla="*/ 36 w 43"/>
                <a:gd name="T15" fmla="*/ 10 h 35"/>
                <a:gd name="T16" fmla="*/ 27 w 43"/>
                <a:gd name="T17" fmla="*/ 2 h 35"/>
                <a:gd name="T18" fmla="*/ 14 w 43"/>
                <a:gd name="T19" fmla="*/ 1 h 35"/>
                <a:gd name="T20" fmla="*/ 3 w 43"/>
                <a:gd name="T21" fmla="*/ 3 h 35"/>
                <a:gd name="T22" fmla="*/ 1 w 43"/>
                <a:gd name="T23" fmla="*/ 11 h 35"/>
                <a:gd name="T24" fmla="*/ 9 w 43"/>
                <a:gd name="T25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35">
                  <a:moveTo>
                    <a:pt x="9" y="14"/>
                  </a:moveTo>
                  <a:cubicBezTo>
                    <a:pt x="12" y="16"/>
                    <a:pt x="17" y="16"/>
                    <a:pt x="21" y="17"/>
                  </a:cubicBezTo>
                  <a:cubicBezTo>
                    <a:pt x="23" y="17"/>
                    <a:pt x="25" y="17"/>
                    <a:pt x="26" y="19"/>
                  </a:cubicBezTo>
                  <a:cubicBezTo>
                    <a:pt x="29" y="21"/>
                    <a:pt x="30" y="25"/>
                    <a:pt x="32" y="27"/>
                  </a:cubicBezTo>
                  <a:cubicBezTo>
                    <a:pt x="33" y="28"/>
                    <a:pt x="33" y="30"/>
                    <a:pt x="34" y="32"/>
                  </a:cubicBezTo>
                  <a:cubicBezTo>
                    <a:pt x="38" y="35"/>
                    <a:pt x="40" y="30"/>
                    <a:pt x="41" y="27"/>
                  </a:cubicBezTo>
                  <a:cubicBezTo>
                    <a:pt x="43" y="24"/>
                    <a:pt x="42" y="21"/>
                    <a:pt x="41" y="18"/>
                  </a:cubicBezTo>
                  <a:cubicBezTo>
                    <a:pt x="40" y="15"/>
                    <a:pt x="38" y="13"/>
                    <a:pt x="36" y="10"/>
                  </a:cubicBezTo>
                  <a:cubicBezTo>
                    <a:pt x="33" y="6"/>
                    <a:pt x="32" y="4"/>
                    <a:pt x="27" y="2"/>
                  </a:cubicBezTo>
                  <a:cubicBezTo>
                    <a:pt x="23" y="1"/>
                    <a:pt x="19" y="1"/>
                    <a:pt x="14" y="1"/>
                  </a:cubicBezTo>
                  <a:cubicBezTo>
                    <a:pt x="10" y="0"/>
                    <a:pt x="7" y="0"/>
                    <a:pt x="3" y="3"/>
                  </a:cubicBezTo>
                  <a:cubicBezTo>
                    <a:pt x="1" y="5"/>
                    <a:pt x="0" y="8"/>
                    <a:pt x="1" y="11"/>
                  </a:cubicBezTo>
                  <a:cubicBezTo>
                    <a:pt x="2" y="13"/>
                    <a:pt x="6" y="14"/>
                    <a:pt x="9" y="1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14" name="Freeform 3693">
              <a:extLst>
                <a:ext uri="{FF2B5EF4-FFF2-40B4-BE49-F238E27FC236}">
                  <a16:creationId xmlns:a16="http://schemas.microsoft.com/office/drawing/2014/main" id="{069C7E54-2732-416B-A7A0-FA3980F03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415"/>
              <a:ext cx="5" cy="6"/>
            </a:xfrm>
            <a:custGeom>
              <a:avLst/>
              <a:gdLst>
                <a:gd name="T0" fmla="*/ 7 w 12"/>
                <a:gd name="T1" fmla="*/ 1 h 14"/>
                <a:gd name="T2" fmla="*/ 6 w 12"/>
                <a:gd name="T3" fmla="*/ 3 h 14"/>
                <a:gd name="T4" fmla="*/ 4 w 12"/>
                <a:gd name="T5" fmla="*/ 4 h 14"/>
                <a:gd name="T6" fmla="*/ 1 w 12"/>
                <a:gd name="T7" fmla="*/ 8 h 14"/>
                <a:gd name="T8" fmla="*/ 1 w 12"/>
                <a:gd name="T9" fmla="*/ 12 h 14"/>
                <a:gd name="T10" fmla="*/ 8 w 12"/>
                <a:gd name="T11" fmla="*/ 13 h 14"/>
                <a:gd name="T12" fmla="*/ 10 w 12"/>
                <a:gd name="T13" fmla="*/ 8 h 14"/>
                <a:gd name="T14" fmla="*/ 11 w 12"/>
                <a:gd name="T15" fmla="*/ 2 h 14"/>
                <a:gd name="T16" fmla="*/ 7 w 12"/>
                <a:gd name="T17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4">
                  <a:moveTo>
                    <a:pt x="7" y="1"/>
                  </a:moveTo>
                  <a:cubicBezTo>
                    <a:pt x="6" y="1"/>
                    <a:pt x="6" y="2"/>
                    <a:pt x="6" y="3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3" y="5"/>
                    <a:pt x="1" y="7"/>
                    <a:pt x="1" y="8"/>
                  </a:cubicBezTo>
                  <a:cubicBezTo>
                    <a:pt x="0" y="9"/>
                    <a:pt x="1" y="11"/>
                    <a:pt x="1" y="12"/>
                  </a:cubicBezTo>
                  <a:cubicBezTo>
                    <a:pt x="3" y="13"/>
                    <a:pt x="5" y="14"/>
                    <a:pt x="8" y="13"/>
                  </a:cubicBezTo>
                  <a:cubicBezTo>
                    <a:pt x="10" y="13"/>
                    <a:pt x="10" y="10"/>
                    <a:pt x="10" y="8"/>
                  </a:cubicBezTo>
                  <a:cubicBezTo>
                    <a:pt x="10" y="6"/>
                    <a:pt x="12" y="4"/>
                    <a:pt x="11" y="2"/>
                  </a:cubicBezTo>
                  <a:cubicBezTo>
                    <a:pt x="10" y="0"/>
                    <a:pt x="8" y="0"/>
                    <a:pt x="7" y="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15" name="Freeform 3694">
              <a:extLst>
                <a:ext uri="{FF2B5EF4-FFF2-40B4-BE49-F238E27FC236}">
                  <a16:creationId xmlns:a16="http://schemas.microsoft.com/office/drawing/2014/main" id="{ED2A6BF8-0DE5-40E0-8F37-DAF032B90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409"/>
              <a:ext cx="5" cy="5"/>
            </a:xfrm>
            <a:custGeom>
              <a:avLst/>
              <a:gdLst>
                <a:gd name="T0" fmla="*/ 12 w 13"/>
                <a:gd name="T1" fmla="*/ 2 h 14"/>
                <a:gd name="T2" fmla="*/ 9 w 13"/>
                <a:gd name="T3" fmla="*/ 1 h 14"/>
                <a:gd name="T4" fmla="*/ 5 w 13"/>
                <a:gd name="T5" fmla="*/ 5 h 14"/>
                <a:gd name="T6" fmla="*/ 2 w 13"/>
                <a:gd name="T7" fmla="*/ 9 h 14"/>
                <a:gd name="T8" fmla="*/ 1 w 13"/>
                <a:gd name="T9" fmla="*/ 14 h 14"/>
                <a:gd name="T10" fmla="*/ 4 w 13"/>
                <a:gd name="T11" fmla="*/ 11 h 14"/>
                <a:gd name="T12" fmla="*/ 9 w 13"/>
                <a:gd name="T13" fmla="*/ 6 h 14"/>
                <a:gd name="T14" fmla="*/ 12 w 13"/>
                <a:gd name="T1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12" y="2"/>
                  </a:moveTo>
                  <a:cubicBezTo>
                    <a:pt x="12" y="0"/>
                    <a:pt x="10" y="1"/>
                    <a:pt x="9" y="1"/>
                  </a:cubicBezTo>
                  <a:cubicBezTo>
                    <a:pt x="7" y="2"/>
                    <a:pt x="6" y="4"/>
                    <a:pt x="5" y="5"/>
                  </a:cubicBezTo>
                  <a:cubicBezTo>
                    <a:pt x="4" y="7"/>
                    <a:pt x="4" y="8"/>
                    <a:pt x="2" y="9"/>
                  </a:cubicBezTo>
                  <a:cubicBezTo>
                    <a:pt x="1" y="11"/>
                    <a:pt x="0" y="12"/>
                    <a:pt x="1" y="14"/>
                  </a:cubicBezTo>
                  <a:cubicBezTo>
                    <a:pt x="2" y="13"/>
                    <a:pt x="3" y="12"/>
                    <a:pt x="4" y="11"/>
                  </a:cubicBezTo>
                  <a:cubicBezTo>
                    <a:pt x="5" y="10"/>
                    <a:pt x="7" y="8"/>
                    <a:pt x="9" y="6"/>
                  </a:cubicBezTo>
                  <a:cubicBezTo>
                    <a:pt x="10" y="5"/>
                    <a:pt x="13" y="3"/>
                    <a:pt x="1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16" name="Freeform 3695">
              <a:extLst>
                <a:ext uri="{FF2B5EF4-FFF2-40B4-BE49-F238E27FC236}">
                  <a16:creationId xmlns:a16="http://schemas.microsoft.com/office/drawing/2014/main" id="{70051792-AEAE-4551-BDE7-7B915B835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403"/>
              <a:ext cx="5" cy="4"/>
            </a:xfrm>
            <a:custGeom>
              <a:avLst/>
              <a:gdLst>
                <a:gd name="T0" fmla="*/ 12 w 13"/>
                <a:gd name="T1" fmla="*/ 2 h 9"/>
                <a:gd name="T2" fmla="*/ 5 w 13"/>
                <a:gd name="T3" fmla="*/ 2 h 9"/>
                <a:gd name="T4" fmla="*/ 0 w 13"/>
                <a:gd name="T5" fmla="*/ 7 h 9"/>
                <a:gd name="T6" fmla="*/ 4 w 13"/>
                <a:gd name="T7" fmla="*/ 8 h 9"/>
                <a:gd name="T8" fmla="*/ 10 w 13"/>
                <a:gd name="T9" fmla="*/ 7 h 9"/>
                <a:gd name="T10" fmla="*/ 12 w 13"/>
                <a:gd name="T1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9">
                  <a:moveTo>
                    <a:pt x="12" y="2"/>
                  </a:moveTo>
                  <a:cubicBezTo>
                    <a:pt x="11" y="0"/>
                    <a:pt x="6" y="1"/>
                    <a:pt x="5" y="2"/>
                  </a:cubicBezTo>
                  <a:cubicBezTo>
                    <a:pt x="3" y="3"/>
                    <a:pt x="0" y="5"/>
                    <a:pt x="0" y="7"/>
                  </a:cubicBezTo>
                  <a:cubicBezTo>
                    <a:pt x="0" y="9"/>
                    <a:pt x="2" y="9"/>
                    <a:pt x="4" y="8"/>
                  </a:cubicBezTo>
                  <a:cubicBezTo>
                    <a:pt x="6" y="8"/>
                    <a:pt x="9" y="8"/>
                    <a:pt x="10" y="7"/>
                  </a:cubicBezTo>
                  <a:cubicBezTo>
                    <a:pt x="12" y="6"/>
                    <a:pt x="13" y="3"/>
                    <a:pt x="1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17" name="Freeform 3696">
              <a:extLst>
                <a:ext uri="{FF2B5EF4-FFF2-40B4-BE49-F238E27FC236}">
                  <a16:creationId xmlns:a16="http://schemas.microsoft.com/office/drawing/2014/main" id="{60D4697B-F597-431F-B6A9-7F36A62E3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92"/>
              <a:ext cx="6" cy="6"/>
            </a:xfrm>
            <a:custGeom>
              <a:avLst/>
              <a:gdLst>
                <a:gd name="T0" fmla="*/ 1 w 15"/>
                <a:gd name="T1" fmla="*/ 9 h 16"/>
                <a:gd name="T2" fmla="*/ 3 w 15"/>
                <a:gd name="T3" fmla="*/ 15 h 16"/>
                <a:gd name="T4" fmla="*/ 6 w 15"/>
                <a:gd name="T5" fmla="*/ 13 h 16"/>
                <a:gd name="T6" fmla="*/ 13 w 15"/>
                <a:gd name="T7" fmla="*/ 0 h 16"/>
                <a:gd name="T8" fmla="*/ 10 w 15"/>
                <a:gd name="T9" fmla="*/ 1 h 16"/>
                <a:gd name="T10" fmla="*/ 6 w 15"/>
                <a:gd name="T11" fmla="*/ 2 h 16"/>
                <a:gd name="T12" fmla="*/ 1 w 15"/>
                <a:gd name="T13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6">
                  <a:moveTo>
                    <a:pt x="1" y="9"/>
                  </a:moveTo>
                  <a:cubicBezTo>
                    <a:pt x="1" y="11"/>
                    <a:pt x="0" y="16"/>
                    <a:pt x="3" y="15"/>
                  </a:cubicBezTo>
                  <a:cubicBezTo>
                    <a:pt x="4" y="14"/>
                    <a:pt x="5" y="13"/>
                    <a:pt x="6" y="13"/>
                  </a:cubicBezTo>
                  <a:cubicBezTo>
                    <a:pt x="6" y="12"/>
                    <a:pt x="15" y="1"/>
                    <a:pt x="13" y="0"/>
                  </a:cubicBezTo>
                  <a:cubicBezTo>
                    <a:pt x="12" y="0"/>
                    <a:pt x="11" y="1"/>
                    <a:pt x="10" y="1"/>
                  </a:cubicBezTo>
                  <a:cubicBezTo>
                    <a:pt x="8" y="2"/>
                    <a:pt x="7" y="2"/>
                    <a:pt x="6" y="2"/>
                  </a:cubicBezTo>
                  <a:cubicBezTo>
                    <a:pt x="4" y="4"/>
                    <a:pt x="2" y="6"/>
                    <a:pt x="1" y="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18" name="Freeform 3697">
              <a:extLst>
                <a:ext uri="{FF2B5EF4-FFF2-40B4-BE49-F238E27FC236}">
                  <a16:creationId xmlns:a16="http://schemas.microsoft.com/office/drawing/2014/main" id="{F386B83C-42C7-4686-873B-30F5C99F6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434"/>
              <a:ext cx="20" cy="6"/>
            </a:xfrm>
            <a:custGeom>
              <a:avLst/>
              <a:gdLst>
                <a:gd name="T0" fmla="*/ 38 w 48"/>
                <a:gd name="T1" fmla="*/ 1 h 16"/>
                <a:gd name="T2" fmla="*/ 28 w 48"/>
                <a:gd name="T3" fmla="*/ 3 h 16"/>
                <a:gd name="T4" fmla="*/ 23 w 48"/>
                <a:gd name="T5" fmla="*/ 4 h 16"/>
                <a:gd name="T6" fmla="*/ 19 w 48"/>
                <a:gd name="T7" fmla="*/ 5 h 16"/>
                <a:gd name="T8" fmla="*/ 12 w 48"/>
                <a:gd name="T9" fmla="*/ 5 h 16"/>
                <a:gd name="T10" fmla="*/ 7 w 48"/>
                <a:gd name="T11" fmla="*/ 7 h 16"/>
                <a:gd name="T12" fmla="*/ 0 w 48"/>
                <a:gd name="T13" fmla="*/ 10 h 16"/>
                <a:gd name="T14" fmla="*/ 5 w 48"/>
                <a:gd name="T15" fmla="*/ 15 h 16"/>
                <a:gd name="T16" fmla="*/ 15 w 48"/>
                <a:gd name="T17" fmla="*/ 14 h 16"/>
                <a:gd name="T18" fmla="*/ 29 w 48"/>
                <a:gd name="T19" fmla="*/ 13 h 16"/>
                <a:gd name="T20" fmla="*/ 32 w 48"/>
                <a:gd name="T21" fmla="*/ 13 h 16"/>
                <a:gd name="T22" fmla="*/ 39 w 48"/>
                <a:gd name="T23" fmla="*/ 14 h 16"/>
                <a:gd name="T24" fmla="*/ 45 w 48"/>
                <a:gd name="T25" fmla="*/ 13 h 16"/>
                <a:gd name="T26" fmla="*/ 47 w 48"/>
                <a:gd name="T27" fmla="*/ 5 h 16"/>
                <a:gd name="T28" fmla="*/ 38 w 48"/>
                <a:gd name="T29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8" h="16">
                  <a:moveTo>
                    <a:pt x="38" y="1"/>
                  </a:moveTo>
                  <a:cubicBezTo>
                    <a:pt x="35" y="1"/>
                    <a:pt x="32" y="2"/>
                    <a:pt x="28" y="3"/>
                  </a:cubicBezTo>
                  <a:cubicBezTo>
                    <a:pt x="27" y="4"/>
                    <a:pt x="25" y="4"/>
                    <a:pt x="23" y="4"/>
                  </a:cubicBezTo>
                  <a:cubicBezTo>
                    <a:pt x="22" y="4"/>
                    <a:pt x="20" y="4"/>
                    <a:pt x="19" y="5"/>
                  </a:cubicBezTo>
                  <a:cubicBezTo>
                    <a:pt x="16" y="5"/>
                    <a:pt x="14" y="5"/>
                    <a:pt x="12" y="5"/>
                  </a:cubicBezTo>
                  <a:cubicBezTo>
                    <a:pt x="10" y="6"/>
                    <a:pt x="9" y="6"/>
                    <a:pt x="7" y="7"/>
                  </a:cubicBezTo>
                  <a:cubicBezTo>
                    <a:pt x="5" y="7"/>
                    <a:pt x="0" y="7"/>
                    <a:pt x="0" y="10"/>
                  </a:cubicBezTo>
                  <a:cubicBezTo>
                    <a:pt x="0" y="13"/>
                    <a:pt x="3" y="15"/>
                    <a:pt x="5" y="15"/>
                  </a:cubicBezTo>
                  <a:cubicBezTo>
                    <a:pt x="9" y="16"/>
                    <a:pt x="12" y="15"/>
                    <a:pt x="15" y="14"/>
                  </a:cubicBezTo>
                  <a:cubicBezTo>
                    <a:pt x="20" y="13"/>
                    <a:pt x="24" y="12"/>
                    <a:pt x="29" y="13"/>
                  </a:cubicBezTo>
                  <a:cubicBezTo>
                    <a:pt x="30" y="13"/>
                    <a:pt x="31" y="13"/>
                    <a:pt x="32" y="13"/>
                  </a:cubicBezTo>
                  <a:cubicBezTo>
                    <a:pt x="34" y="14"/>
                    <a:pt x="36" y="14"/>
                    <a:pt x="39" y="14"/>
                  </a:cubicBezTo>
                  <a:cubicBezTo>
                    <a:pt x="41" y="14"/>
                    <a:pt x="43" y="14"/>
                    <a:pt x="45" y="13"/>
                  </a:cubicBezTo>
                  <a:cubicBezTo>
                    <a:pt x="48" y="12"/>
                    <a:pt x="47" y="7"/>
                    <a:pt x="47" y="5"/>
                  </a:cubicBezTo>
                  <a:cubicBezTo>
                    <a:pt x="46" y="0"/>
                    <a:pt x="42" y="2"/>
                    <a:pt x="38" y="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19" name="Freeform 3699">
              <a:extLst>
                <a:ext uri="{FF2B5EF4-FFF2-40B4-BE49-F238E27FC236}">
                  <a16:creationId xmlns:a16="http://schemas.microsoft.com/office/drawing/2014/main" id="{E661B3CA-7E7D-45B8-9847-BF4FE1FC8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413"/>
              <a:ext cx="26" cy="20"/>
            </a:xfrm>
            <a:custGeom>
              <a:avLst/>
              <a:gdLst>
                <a:gd name="T0" fmla="*/ 1 w 64"/>
                <a:gd name="T1" fmla="*/ 49 h 50"/>
                <a:gd name="T2" fmla="*/ 4 w 64"/>
                <a:gd name="T3" fmla="*/ 49 h 50"/>
                <a:gd name="T4" fmla="*/ 9 w 64"/>
                <a:gd name="T5" fmla="*/ 48 h 50"/>
                <a:gd name="T6" fmla="*/ 11 w 64"/>
                <a:gd name="T7" fmla="*/ 46 h 50"/>
                <a:gd name="T8" fmla="*/ 12 w 64"/>
                <a:gd name="T9" fmla="*/ 43 h 50"/>
                <a:gd name="T10" fmla="*/ 16 w 64"/>
                <a:gd name="T11" fmla="*/ 38 h 50"/>
                <a:gd name="T12" fmla="*/ 20 w 64"/>
                <a:gd name="T13" fmla="*/ 34 h 50"/>
                <a:gd name="T14" fmla="*/ 22 w 64"/>
                <a:gd name="T15" fmla="*/ 32 h 50"/>
                <a:gd name="T16" fmla="*/ 24 w 64"/>
                <a:gd name="T17" fmla="*/ 30 h 50"/>
                <a:gd name="T18" fmla="*/ 28 w 64"/>
                <a:gd name="T19" fmla="*/ 28 h 50"/>
                <a:gd name="T20" fmla="*/ 35 w 64"/>
                <a:gd name="T21" fmla="*/ 26 h 50"/>
                <a:gd name="T22" fmla="*/ 37 w 64"/>
                <a:gd name="T23" fmla="*/ 23 h 50"/>
                <a:gd name="T24" fmla="*/ 40 w 64"/>
                <a:gd name="T25" fmla="*/ 20 h 50"/>
                <a:gd name="T26" fmla="*/ 43 w 64"/>
                <a:gd name="T27" fmla="*/ 15 h 50"/>
                <a:gd name="T28" fmla="*/ 48 w 64"/>
                <a:gd name="T29" fmla="*/ 11 h 50"/>
                <a:gd name="T30" fmla="*/ 53 w 64"/>
                <a:gd name="T31" fmla="*/ 9 h 50"/>
                <a:gd name="T32" fmla="*/ 58 w 64"/>
                <a:gd name="T33" fmla="*/ 8 h 50"/>
                <a:gd name="T34" fmla="*/ 64 w 64"/>
                <a:gd name="T35" fmla="*/ 2 h 50"/>
                <a:gd name="T36" fmla="*/ 52 w 64"/>
                <a:gd name="T37" fmla="*/ 1 h 50"/>
                <a:gd name="T38" fmla="*/ 43 w 64"/>
                <a:gd name="T39" fmla="*/ 2 h 50"/>
                <a:gd name="T40" fmla="*/ 32 w 64"/>
                <a:gd name="T41" fmla="*/ 2 h 50"/>
                <a:gd name="T42" fmla="*/ 24 w 64"/>
                <a:gd name="T43" fmla="*/ 3 h 50"/>
                <a:gd name="T44" fmla="*/ 19 w 64"/>
                <a:gd name="T45" fmla="*/ 9 h 50"/>
                <a:gd name="T46" fmla="*/ 14 w 64"/>
                <a:gd name="T47" fmla="*/ 18 h 50"/>
                <a:gd name="T48" fmla="*/ 12 w 64"/>
                <a:gd name="T49" fmla="*/ 23 h 50"/>
                <a:gd name="T50" fmla="*/ 12 w 64"/>
                <a:gd name="T51" fmla="*/ 27 h 50"/>
                <a:gd name="T52" fmla="*/ 7 w 64"/>
                <a:gd name="T53" fmla="*/ 37 h 50"/>
                <a:gd name="T54" fmla="*/ 2 w 64"/>
                <a:gd name="T55" fmla="*/ 46 h 50"/>
                <a:gd name="T56" fmla="*/ 1 w 64"/>
                <a:gd name="T57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50">
                  <a:moveTo>
                    <a:pt x="1" y="49"/>
                  </a:moveTo>
                  <a:cubicBezTo>
                    <a:pt x="2" y="50"/>
                    <a:pt x="3" y="50"/>
                    <a:pt x="4" y="49"/>
                  </a:cubicBezTo>
                  <a:cubicBezTo>
                    <a:pt x="6" y="49"/>
                    <a:pt x="7" y="49"/>
                    <a:pt x="9" y="48"/>
                  </a:cubicBezTo>
                  <a:cubicBezTo>
                    <a:pt x="10" y="48"/>
                    <a:pt x="10" y="47"/>
                    <a:pt x="11" y="46"/>
                  </a:cubicBezTo>
                  <a:cubicBezTo>
                    <a:pt x="11" y="45"/>
                    <a:pt x="12" y="44"/>
                    <a:pt x="12" y="43"/>
                  </a:cubicBezTo>
                  <a:cubicBezTo>
                    <a:pt x="13" y="41"/>
                    <a:pt x="14" y="40"/>
                    <a:pt x="16" y="38"/>
                  </a:cubicBezTo>
                  <a:cubicBezTo>
                    <a:pt x="17" y="37"/>
                    <a:pt x="18" y="35"/>
                    <a:pt x="20" y="34"/>
                  </a:cubicBezTo>
                  <a:cubicBezTo>
                    <a:pt x="20" y="34"/>
                    <a:pt x="22" y="33"/>
                    <a:pt x="22" y="32"/>
                  </a:cubicBezTo>
                  <a:cubicBezTo>
                    <a:pt x="23" y="32"/>
                    <a:pt x="24" y="31"/>
                    <a:pt x="24" y="30"/>
                  </a:cubicBezTo>
                  <a:cubicBezTo>
                    <a:pt x="26" y="29"/>
                    <a:pt x="27" y="29"/>
                    <a:pt x="28" y="28"/>
                  </a:cubicBezTo>
                  <a:cubicBezTo>
                    <a:pt x="30" y="27"/>
                    <a:pt x="33" y="27"/>
                    <a:pt x="35" y="26"/>
                  </a:cubicBezTo>
                  <a:cubicBezTo>
                    <a:pt x="36" y="25"/>
                    <a:pt x="37" y="24"/>
                    <a:pt x="37" y="23"/>
                  </a:cubicBezTo>
                  <a:cubicBezTo>
                    <a:pt x="38" y="22"/>
                    <a:pt x="39" y="21"/>
                    <a:pt x="40" y="20"/>
                  </a:cubicBezTo>
                  <a:cubicBezTo>
                    <a:pt x="41" y="18"/>
                    <a:pt x="41" y="17"/>
                    <a:pt x="43" y="15"/>
                  </a:cubicBezTo>
                  <a:cubicBezTo>
                    <a:pt x="44" y="13"/>
                    <a:pt x="46" y="12"/>
                    <a:pt x="48" y="11"/>
                  </a:cubicBezTo>
                  <a:cubicBezTo>
                    <a:pt x="49" y="10"/>
                    <a:pt x="51" y="10"/>
                    <a:pt x="53" y="9"/>
                  </a:cubicBezTo>
                  <a:cubicBezTo>
                    <a:pt x="55" y="8"/>
                    <a:pt x="56" y="8"/>
                    <a:pt x="58" y="8"/>
                  </a:cubicBezTo>
                  <a:cubicBezTo>
                    <a:pt x="60" y="7"/>
                    <a:pt x="64" y="5"/>
                    <a:pt x="64" y="2"/>
                  </a:cubicBezTo>
                  <a:cubicBezTo>
                    <a:pt x="60" y="1"/>
                    <a:pt x="56" y="0"/>
                    <a:pt x="52" y="1"/>
                  </a:cubicBezTo>
                  <a:cubicBezTo>
                    <a:pt x="49" y="1"/>
                    <a:pt x="47" y="2"/>
                    <a:pt x="43" y="2"/>
                  </a:cubicBezTo>
                  <a:cubicBezTo>
                    <a:pt x="40" y="2"/>
                    <a:pt x="36" y="2"/>
                    <a:pt x="32" y="2"/>
                  </a:cubicBezTo>
                  <a:cubicBezTo>
                    <a:pt x="30" y="2"/>
                    <a:pt x="27" y="1"/>
                    <a:pt x="24" y="3"/>
                  </a:cubicBezTo>
                  <a:cubicBezTo>
                    <a:pt x="22" y="4"/>
                    <a:pt x="20" y="7"/>
                    <a:pt x="19" y="9"/>
                  </a:cubicBezTo>
                  <a:cubicBezTo>
                    <a:pt x="17" y="12"/>
                    <a:pt x="15" y="15"/>
                    <a:pt x="14" y="18"/>
                  </a:cubicBezTo>
                  <a:cubicBezTo>
                    <a:pt x="13" y="19"/>
                    <a:pt x="12" y="21"/>
                    <a:pt x="12" y="23"/>
                  </a:cubicBezTo>
                  <a:cubicBezTo>
                    <a:pt x="12" y="24"/>
                    <a:pt x="12" y="25"/>
                    <a:pt x="12" y="27"/>
                  </a:cubicBezTo>
                  <a:cubicBezTo>
                    <a:pt x="12" y="31"/>
                    <a:pt x="9" y="34"/>
                    <a:pt x="7" y="37"/>
                  </a:cubicBezTo>
                  <a:cubicBezTo>
                    <a:pt x="5" y="40"/>
                    <a:pt x="4" y="43"/>
                    <a:pt x="2" y="46"/>
                  </a:cubicBezTo>
                  <a:cubicBezTo>
                    <a:pt x="2" y="47"/>
                    <a:pt x="0" y="49"/>
                    <a:pt x="1" y="4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20" name="Freeform 3700">
              <a:extLst>
                <a:ext uri="{FF2B5EF4-FFF2-40B4-BE49-F238E27FC236}">
                  <a16:creationId xmlns:a16="http://schemas.microsoft.com/office/drawing/2014/main" id="{5201BA31-955A-4696-8951-D1C082BC8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387"/>
              <a:ext cx="7" cy="7"/>
            </a:xfrm>
            <a:custGeom>
              <a:avLst/>
              <a:gdLst>
                <a:gd name="T0" fmla="*/ 2 w 17"/>
                <a:gd name="T1" fmla="*/ 11 h 18"/>
                <a:gd name="T2" fmla="*/ 3 w 17"/>
                <a:gd name="T3" fmla="*/ 13 h 18"/>
                <a:gd name="T4" fmla="*/ 4 w 17"/>
                <a:gd name="T5" fmla="*/ 14 h 18"/>
                <a:gd name="T6" fmla="*/ 5 w 17"/>
                <a:gd name="T7" fmla="*/ 15 h 18"/>
                <a:gd name="T8" fmla="*/ 8 w 17"/>
                <a:gd name="T9" fmla="*/ 17 h 18"/>
                <a:gd name="T10" fmla="*/ 10 w 17"/>
                <a:gd name="T11" fmla="*/ 18 h 18"/>
                <a:gd name="T12" fmla="*/ 13 w 17"/>
                <a:gd name="T13" fmla="*/ 17 h 18"/>
                <a:gd name="T14" fmla="*/ 15 w 17"/>
                <a:gd name="T15" fmla="*/ 16 h 18"/>
                <a:gd name="T16" fmla="*/ 16 w 17"/>
                <a:gd name="T17" fmla="*/ 14 h 18"/>
                <a:gd name="T18" fmla="*/ 16 w 17"/>
                <a:gd name="T19" fmla="*/ 12 h 18"/>
                <a:gd name="T20" fmla="*/ 16 w 17"/>
                <a:gd name="T21" fmla="*/ 9 h 18"/>
                <a:gd name="T22" fmla="*/ 14 w 17"/>
                <a:gd name="T23" fmla="*/ 2 h 18"/>
                <a:gd name="T24" fmla="*/ 8 w 17"/>
                <a:gd name="T25" fmla="*/ 0 h 18"/>
                <a:gd name="T26" fmla="*/ 3 w 17"/>
                <a:gd name="T27" fmla="*/ 1 h 18"/>
                <a:gd name="T28" fmla="*/ 1 w 17"/>
                <a:gd name="T29" fmla="*/ 4 h 18"/>
                <a:gd name="T30" fmla="*/ 1 w 17"/>
                <a:gd name="T31" fmla="*/ 8 h 18"/>
                <a:gd name="T32" fmla="*/ 1 w 17"/>
                <a:gd name="T33" fmla="*/ 10 h 18"/>
                <a:gd name="T34" fmla="*/ 2 w 17"/>
                <a:gd name="T35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" h="18">
                  <a:moveTo>
                    <a:pt x="2" y="11"/>
                  </a:moveTo>
                  <a:cubicBezTo>
                    <a:pt x="3" y="12"/>
                    <a:pt x="3" y="12"/>
                    <a:pt x="3" y="13"/>
                  </a:cubicBezTo>
                  <a:cubicBezTo>
                    <a:pt x="3" y="13"/>
                    <a:pt x="4" y="13"/>
                    <a:pt x="4" y="14"/>
                  </a:cubicBezTo>
                  <a:cubicBezTo>
                    <a:pt x="5" y="14"/>
                    <a:pt x="5" y="15"/>
                    <a:pt x="5" y="15"/>
                  </a:cubicBezTo>
                  <a:cubicBezTo>
                    <a:pt x="6" y="16"/>
                    <a:pt x="7" y="17"/>
                    <a:pt x="8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11" y="18"/>
                    <a:pt x="12" y="18"/>
                    <a:pt x="13" y="17"/>
                  </a:cubicBezTo>
                  <a:cubicBezTo>
                    <a:pt x="13" y="17"/>
                    <a:pt x="14" y="17"/>
                    <a:pt x="15" y="16"/>
                  </a:cubicBezTo>
                  <a:cubicBezTo>
                    <a:pt x="15" y="16"/>
                    <a:pt x="15" y="15"/>
                    <a:pt x="16" y="14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7" y="11"/>
                    <a:pt x="17" y="10"/>
                    <a:pt x="16" y="9"/>
                  </a:cubicBezTo>
                  <a:cubicBezTo>
                    <a:pt x="16" y="7"/>
                    <a:pt x="16" y="4"/>
                    <a:pt x="14" y="2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7" y="0"/>
                    <a:pt x="5" y="0"/>
                    <a:pt x="3" y="1"/>
                  </a:cubicBezTo>
                  <a:cubicBezTo>
                    <a:pt x="3" y="2"/>
                    <a:pt x="2" y="3"/>
                    <a:pt x="1" y="4"/>
                  </a:cubicBezTo>
                  <a:cubicBezTo>
                    <a:pt x="0" y="5"/>
                    <a:pt x="1" y="7"/>
                    <a:pt x="1" y="8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1" y="10"/>
                    <a:pt x="2" y="11"/>
                    <a:pt x="2" y="1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21" name="Freeform 3701">
              <a:extLst>
                <a:ext uri="{FF2B5EF4-FFF2-40B4-BE49-F238E27FC236}">
                  <a16:creationId xmlns:a16="http://schemas.microsoft.com/office/drawing/2014/main" id="{1500C1CD-35B4-4B79-B5B4-D52F88BDF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385"/>
              <a:ext cx="4" cy="6"/>
            </a:xfrm>
            <a:custGeom>
              <a:avLst/>
              <a:gdLst>
                <a:gd name="T0" fmla="*/ 1 w 11"/>
                <a:gd name="T1" fmla="*/ 6 h 16"/>
                <a:gd name="T2" fmla="*/ 2 w 11"/>
                <a:gd name="T3" fmla="*/ 8 h 16"/>
                <a:gd name="T4" fmla="*/ 4 w 11"/>
                <a:gd name="T5" fmla="*/ 10 h 16"/>
                <a:gd name="T6" fmla="*/ 5 w 11"/>
                <a:gd name="T7" fmla="*/ 12 h 16"/>
                <a:gd name="T8" fmla="*/ 8 w 11"/>
                <a:gd name="T9" fmla="*/ 15 h 16"/>
                <a:gd name="T10" fmla="*/ 9 w 11"/>
                <a:gd name="T11" fmla="*/ 16 h 16"/>
                <a:gd name="T12" fmla="*/ 11 w 11"/>
                <a:gd name="T13" fmla="*/ 15 h 16"/>
                <a:gd name="T14" fmla="*/ 11 w 11"/>
                <a:gd name="T15" fmla="*/ 10 h 16"/>
                <a:gd name="T16" fmla="*/ 11 w 11"/>
                <a:gd name="T17" fmla="*/ 6 h 16"/>
                <a:gd name="T18" fmla="*/ 10 w 11"/>
                <a:gd name="T19" fmla="*/ 3 h 16"/>
                <a:gd name="T20" fmla="*/ 8 w 11"/>
                <a:gd name="T21" fmla="*/ 1 h 16"/>
                <a:gd name="T22" fmla="*/ 6 w 11"/>
                <a:gd name="T23" fmla="*/ 0 h 16"/>
                <a:gd name="T24" fmla="*/ 4 w 11"/>
                <a:gd name="T25" fmla="*/ 0 h 16"/>
                <a:gd name="T26" fmla="*/ 1 w 11"/>
                <a:gd name="T27" fmla="*/ 1 h 16"/>
                <a:gd name="T28" fmla="*/ 0 w 11"/>
                <a:gd name="T29" fmla="*/ 4 h 16"/>
                <a:gd name="T30" fmla="*/ 1 w 11"/>
                <a:gd name="T31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16">
                  <a:moveTo>
                    <a:pt x="1" y="6"/>
                  </a:moveTo>
                  <a:cubicBezTo>
                    <a:pt x="1" y="7"/>
                    <a:pt x="1" y="7"/>
                    <a:pt x="2" y="8"/>
                  </a:cubicBezTo>
                  <a:cubicBezTo>
                    <a:pt x="2" y="9"/>
                    <a:pt x="3" y="9"/>
                    <a:pt x="4" y="10"/>
                  </a:cubicBezTo>
                  <a:cubicBezTo>
                    <a:pt x="4" y="11"/>
                    <a:pt x="4" y="11"/>
                    <a:pt x="5" y="12"/>
                  </a:cubicBezTo>
                  <a:cubicBezTo>
                    <a:pt x="5" y="13"/>
                    <a:pt x="7" y="14"/>
                    <a:pt x="8" y="15"/>
                  </a:cubicBezTo>
                  <a:cubicBezTo>
                    <a:pt x="8" y="15"/>
                    <a:pt x="8" y="16"/>
                    <a:pt x="9" y="16"/>
                  </a:cubicBezTo>
                  <a:cubicBezTo>
                    <a:pt x="10" y="16"/>
                    <a:pt x="10" y="15"/>
                    <a:pt x="11" y="15"/>
                  </a:cubicBezTo>
                  <a:cubicBezTo>
                    <a:pt x="11" y="13"/>
                    <a:pt x="11" y="12"/>
                    <a:pt x="11" y="10"/>
                  </a:cubicBezTo>
                  <a:cubicBezTo>
                    <a:pt x="11" y="9"/>
                    <a:pt x="11" y="8"/>
                    <a:pt x="11" y="6"/>
                  </a:cubicBezTo>
                  <a:cubicBezTo>
                    <a:pt x="11" y="5"/>
                    <a:pt x="11" y="4"/>
                    <a:pt x="10" y="3"/>
                  </a:cubicBezTo>
                  <a:cubicBezTo>
                    <a:pt x="10" y="2"/>
                    <a:pt x="9" y="1"/>
                    <a:pt x="8" y="1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22" name="Freeform 3702">
              <a:extLst>
                <a:ext uri="{FF2B5EF4-FFF2-40B4-BE49-F238E27FC236}">
                  <a16:creationId xmlns:a16="http://schemas.microsoft.com/office/drawing/2014/main" id="{1C4593EB-01DB-4A86-BFA6-C01EFE09C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580"/>
              <a:ext cx="6" cy="11"/>
            </a:xfrm>
            <a:custGeom>
              <a:avLst/>
              <a:gdLst>
                <a:gd name="T0" fmla="*/ 6 w 15"/>
                <a:gd name="T1" fmla="*/ 5 h 26"/>
                <a:gd name="T2" fmla="*/ 1 w 15"/>
                <a:gd name="T3" fmla="*/ 1 h 26"/>
                <a:gd name="T4" fmla="*/ 0 w 15"/>
                <a:gd name="T5" fmla="*/ 2 h 26"/>
                <a:gd name="T6" fmla="*/ 1 w 15"/>
                <a:gd name="T7" fmla="*/ 5 h 26"/>
                <a:gd name="T8" fmla="*/ 2 w 15"/>
                <a:gd name="T9" fmla="*/ 7 h 26"/>
                <a:gd name="T10" fmla="*/ 3 w 15"/>
                <a:gd name="T11" fmla="*/ 9 h 26"/>
                <a:gd name="T12" fmla="*/ 6 w 15"/>
                <a:gd name="T13" fmla="*/ 15 h 26"/>
                <a:gd name="T14" fmla="*/ 7 w 15"/>
                <a:gd name="T15" fmla="*/ 21 h 26"/>
                <a:gd name="T16" fmla="*/ 10 w 15"/>
                <a:gd name="T17" fmla="*/ 26 h 26"/>
                <a:gd name="T18" fmla="*/ 13 w 15"/>
                <a:gd name="T19" fmla="*/ 24 h 26"/>
                <a:gd name="T20" fmla="*/ 14 w 15"/>
                <a:gd name="T21" fmla="*/ 19 h 26"/>
                <a:gd name="T22" fmla="*/ 10 w 15"/>
                <a:gd name="T23" fmla="*/ 10 h 26"/>
                <a:gd name="T24" fmla="*/ 6 w 15"/>
                <a:gd name="T25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26">
                  <a:moveTo>
                    <a:pt x="6" y="5"/>
                  </a:moveTo>
                  <a:cubicBezTo>
                    <a:pt x="5" y="3"/>
                    <a:pt x="4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6"/>
                    <a:pt x="1" y="6"/>
                    <a:pt x="2" y="7"/>
                  </a:cubicBezTo>
                  <a:cubicBezTo>
                    <a:pt x="2" y="8"/>
                    <a:pt x="3" y="9"/>
                    <a:pt x="3" y="9"/>
                  </a:cubicBezTo>
                  <a:cubicBezTo>
                    <a:pt x="4" y="9"/>
                    <a:pt x="6" y="14"/>
                    <a:pt x="6" y="15"/>
                  </a:cubicBezTo>
                  <a:cubicBezTo>
                    <a:pt x="7" y="17"/>
                    <a:pt x="7" y="19"/>
                    <a:pt x="7" y="21"/>
                  </a:cubicBezTo>
                  <a:cubicBezTo>
                    <a:pt x="7" y="24"/>
                    <a:pt x="7" y="26"/>
                    <a:pt x="10" y="26"/>
                  </a:cubicBezTo>
                  <a:cubicBezTo>
                    <a:pt x="12" y="26"/>
                    <a:pt x="13" y="26"/>
                    <a:pt x="13" y="24"/>
                  </a:cubicBezTo>
                  <a:cubicBezTo>
                    <a:pt x="13" y="22"/>
                    <a:pt x="13" y="20"/>
                    <a:pt x="14" y="19"/>
                  </a:cubicBezTo>
                  <a:cubicBezTo>
                    <a:pt x="15" y="15"/>
                    <a:pt x="13" y="13"/>
                    <a:pt x="10" y="10"/>
                  </a:cubicBezTo>
                  <a:cubicBezTo>
                    <a:pt x="9" y="8"/>
                    <a:pt x="8" y="7"/>
                    <a:pt x="6" y="5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23" name="Freeform 3703">
              <a:extLst>
                <a:ext uri="{FF2B5EF4-FFF2-40B4-BE49-F238E27FC236}">
                  <a16:creationId xmlns:a16="http://schemas.microsoft.com/office/drawing/2014/main" id="{20618E5B-6E05-4E25-BF3B-00967827F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597"/>
              <a:ext cx="3" cy="4"/>
            </a:xfrm>
            <a:custGeom>
              <a:avLst/>
              <a:gdLst>
                <a:gd name="T0" fmla="*/ 2 w 7"/>
                <a:gd name="T1" fmla="*/ 1 h 9"/>
                <a:gd name="T2" fmla="*/ 5 w 7"/>
                <a:gd name="T3" fmla="*/ 6 h 9"/>
                <a:gd name="T4" fmla="*/ 6 w 7"/>
                <a:gd name="T5" fmla="*/ 2 h 9"/>
                <a:gd name="T6" fmla="*/ 2 w 7"/>
                <a:gd name="T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9">
                  <a:moveTo>
                    <a:pt x="2" y="1"/>
                  </a:moveTo>
                  <a:cubicBezTo>
                    <a:pt x="0" y="3"/>
                    <a:pt x="2" y="9"/>
                    <a:pt x="5" y="6"/>
                  </a:cubicBezTo>
                  <a:cubicBezTo>
                    <a:pt x="6" y="5"/>
                    <a:pt x="7" y="4"/>
                    <a:pt x="6" y="2"/>
                  </a:cubicBezTo>
                  <a:cubicBezTo>
                    <a:pt x="5" y="1"/>
                    <a:pt x="4" y="0"/>
                    <a:pt x="2" y="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24" name="Freeform 3704">
              <a:extLst>
                <a:ext uri="{FF2B5EF4-FFF2-40B4-BE49-F238E27FC236}">
                  <a16:creationId xmlns:a16="http://schemas.microsoft.com/office/drawing/2014/main" id="{D9483E14-0E17-478B-8447-1C52B9DD4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574"/>
              <a:ext cx="3" cy="3"/>
            </a:xfrm>
            <a:custGeom>
              <a:avLst/>
              <a:gdLst>
                <a:gd name="T0" fmla="*/ 1 w 7"/>
                <a:gd name="T1" fmla="*/ 2 h 7"/>
                <a:gd name="T2" fmla="*/ 2 w 7"/>
                <a:gd name="T3" fmla="*/ 5 h 7"/>
                <a:gd name="T4" fmla="*/ 5 w 7"/>
                <a:gd name="T5" fmla="*/ 7 h 7"/>
                <a:gd name="T6" fmla="*/ 6 w 7"/>
                <a:gd name="T7" fmla="*/ 2 h 7"/>
                <a:gd name="T8" fmla="*/ 5 w 7"/>
                <a:gd name="T9" fmla="*/ 2 h 7"/>
                <a:gd name="T10" fmla="*/ 1 w 7"/>
                <a:gd name="T1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3" y="6"/>
                    <a:pt x="4" y="7"/>
                    <a:pt x="5" y="7"/>
                  </a:cubicBezTo>
                  <a:cubicBezTo>
                    <a:pt x="7" y="6"/>
                    <a:pt x="6" y="3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2" y="0"/>
                    <a:pt x="1" y="2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25" name="Freeform 3705">
              <a:extLst>
                <a:ext uri="{FF2B5EF4-FFF2-40B4-BE49-F238E27FC236}">
                  <a16:creationId xmlns:a16="http://schemas.microsoft.com/office/drawing/2014/main" id="{515722C7-905E-47DB-A0A6-F30CA25B3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577"/>
              <a:ext cx="5" cy="3"/>
            </a:xfrm>
            <a:custGeom>
              <a:avLst/>
              <a:gdLst>
                <a:gd name="T0" fmla="*/ 9 w 13"/>
                <a:gd name="T1" fmla="*/ 1 h 6"/>
                <a:gd name="T2" fmla="*/ 6 w 13"/>
                <a:gd name="T3" fmla="*/ 1 h 6"/>
                <a:gd name="T4" fmla="*/ 4 w 13"/>
                <a:gd name="T5" fmla="*/ 0 h 6"/>
                <a:gd name="T6" fmla="*/ 0 w 13"/>
                <a:gd name="T7" fmla="*/ 3 h 6"/>
                <a:gd name="T8" fmla="*/ 6 w 13"/>
                <a:gd name="T9" fmla="*/ 6 h 6"/>
                <a:gd name="T10" fmla="*/ 10 w 13"/>
                <a:gd name="T11" fmla="*/ 5 h 6"/>
                <a:gd name="T12" fmla="*/ 13 w 13"/>
                <a:gd name="T13" fmla="*/ 3 h 6"/>
                <a:gd name="T14" fmla="*/ 9 w 13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6">
                  <a:moveTo>
                    <a:pt x="9" y="1"/>
                  </a:moveTo>
                  <a:cubicBezTo>
                    <a:pt x="8" y="1"/>
                    <a:pt x="7" y="1"/>
                    <a:pt x="6" y="1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1" y="5"/>
                    <a:pt x="3" y="6"/>
                    <a:pt x="6" y="6"/>
                  </a:cubicBezTo>
                  <a:cubicBezTo>
                    <a:pt x="7" y="6"/>
                    <a:pt x="9" y="6"/>
                    <a:pt x="10" y="5"/>
                  </a:cubicBezTo>
                  <a:cubicBezTo>
                    <a:pt x="12" y="5"/>
                    <a:pt x="13" y="4"/>
                    <a:pt x="13" y="3"/>
                  </a:cubicBezTo>
                  <a:cubicBezTo>
                    <a:pt x="13" y="1"/>
                    <a:pt x="10" y="1"/>
                    <a:pt x="9" y="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26" name="Freeform 3706">
              <a:extLst>
                <a:ext uri="{FF2B5EF4-FFF2-40B4-BE49-F238E27FC236}">
                  <a16:creationId xmlns:a16="http://schemas.microsoft.com/office/drawing/2014/main" id="{169DD56E-C36D-4B1B-B80E-61291763B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580"/>
              <a:ext cx="7" cy="7"/>
            </a:xfrm>
            <a:custGeom>
              <a:avLst/>
              <a:gdLst>
                <a:gd name="T0" fmla="*/ 8 w 16"/>
                <a:gd name="T1" fmla="*/ 2 h 18"/>
                <a:gd name="T2" fmla="*/ 5 w 16"/>
                <a:gd name="T3" fmla="*/ 2 h 18"/>
                <a:gd name="T4" fmla="*/ 3 w 16"/>
                <a:gd name="T5" fmla="*/ 0 h 18"/>
                <a:gd name="T6" fmla="*/ 1 w 16"/>
                <a:gd name="T7" fmla="*/ 0 h 18"/>
                <a:gd name="T8" fmla="*/ 1 w 16"/>
                <a:gd name="T9" fmla="*/ 5 h 18"/>
                <a:gd name="T10" fmla="*/ 1 w 16"/>
                <a:gd name="T11" fmla="*/ 11 h 18"/>
                <a:gd name="T12" fmla="*/ 11 w 16"/>
                <a:gd name="T13" fmla="*/ 3 h 18"/>
                <a:gd name="T14" fmla="*/ 8 w 16"/>
                <a:gd name="T15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8">
                  <a:moveTo>
                    <a:pt x="8" y="2"/>
                  </a:moveTo>
                  <a:cubicBezTo>
                    <a:pt x="7" y="2"/>
                    <a:pt x="6" y="3"/>
                    <a:pt x="5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2"/>
                    <a:pt x="0" y="3"/>
                    <a:pt x="1" y="5"/>
                  </a:cubicBezTo>
                  <a:cubicBezTo>
                    <a:pt x="1" y="7"/>
                    <a:pt x="0" y="9"/>
                    <a:pt x="1" y="11"/>
                  </a:cubicBezTo>
                  <a:cubicBezTo>
                    <a:pt x="5" y="18"/>
                    <a:pt x="16" y="7"/>
                    <a:pt x="11" y="3"/>
                  </a:cubicBezTo>
                  <a:cubicBezTo>
                    <a:pt x="10" y="3"/>
                    <a:pt x="9" y="2"/>
                    <a:pt x="8" y="2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27" name="Freeform 3707">
              <a:extLst>
                <a:ext uri="{FF2B5EF4-FFF2-40B4-BE49-F238E27FC236}">
                  <a16:creationId xmlns:a16="http://schemas.microsoft.com/office/drawing/2014/main" id="{B052ACEB-C932-4FCD-A21E-E06CEEC5F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558"/>
              <a:ext cx="10" cy="5"/>
            </a:xfrm>
            <a:custGeom>
              <a:avLst/>
              <a:gdLst>
                <a:gd name="T0" fmla="*/ 6 w 25"/>
                <a:gd name="T1" fmla="*/ 4 h 13"/>
                <a:gd name="T2" fmla="*/ 7 w 25"/>
                <a:gd name="T3" fmla="*/ 6 h 13"/>
                <a:gd name="T4" fmla="*/ 9 w 25"/>
                <a:gd name="T5" fmla="*/ 7 h 13"/>
                <a:gd name="T6" fmla="*/ 10 w 25"/>
                <a:gd name="T7" fmla="*/ 8 h 13"/>
                <a:gd name="T8" fmla="*/ 12 w 25"/>
                <a:gd name="T9" fmla="*/ 8 h 13"/>
                <a:gd name="T10" fmla="*/ 16 w 25"/>
                <a:gd name="T11" fmla="*/ 10 h 13"/>
                <a:gd name="T12" fmla="*/ 17 w 25"/>
                <a:gd name="T13" fmla="*/ 12 h 13"/>
                <a:gd name="T14" fmla="*/ 23 w 25"/>
                <a:gd name="T15" fmla="*/ 13 h 13"/>
                <a:gd name="T16" fmla="*/ 23 w 25"/>
                <a:gd name="T17" fmla="*/ 8 h 13"/>
                <a:gd name="T18" fmla="*/ 19 w 25"/>
                <a:gd name="T19" fmla="*/ 7 h 13"/>
                <a:gd name="T20" fmla="*/ 17 w 25"/>
                <a:gd name="T21" fmla="*/ 5 h 13"/>
                <a:gd name="T22" fmla="*/ 15 w 25"/>
                <a:gd name="T23" fmla="*/ 4 h 13"/>
                <a:gd name="T24" fmla="*/ 10 w 25"/>
                <a:gd name="T25" fmla="*/ 3 h 13"/>
                <a:gd name="T26" fmla="*/ 4 w 25"/>
                <a:gd name="T27" fmla="*/ 0 h 13"/>
                <a:gd name="T28" fmla="*/ 2 w 25"/>
                <a:gd name="T29" fmla="*/ 2 h 13"/>
                <a:gd name="T30" fmla="*/ 6 w 25"/>
                <a:gd name="T31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13">
                  <a:moveTo>
                    <a:pt x="6" y="4"/>
                  </a:moveTo>
                  <a:cubicBezTo>
                    <a:pt x="6" y="5"/>
                    <a:pt x="6" y="5"/>
                    <a:pt x="7" y="6"/>
                  </a:cubicBezTo>
                  <a:cubicBezTo>
                    <a:pt x="7" y="6"/>
                    <a:pt x="8" y="7"/>
                    <a:pt x="9" y="7"/>
                  </a:cubicBezTo>
                  <a:cubicBezTo>
                    <a:pt x="9" y="7"/>
                    <a:pt x="10" y="8"/>
                    <a:pt x="10" y="8"/>
                  </a:cubicBezTo>
                  <a:cubicBezTo>
                    <a:pt x="11" y="8"/>
                    <a:pt x="12" y="8"/>
                    <a:pt x="12" y="8"/>
                  </a:cubicBezTo>
                  <a:cubicBezTo>
                    <a:pt x="13" y="9"/>
                    <a:pt x="15" y="9"/>
                    <a:pt x="16" y="10"/>
                  </a:cubicBezTo>
                  <a:cubicBezTo>
                    <a:pt x="16" y="10"/>
                    <a:pt x="17" y="11"/>
                    <a:pt x="17" y="12"/>
                  </a:cubicBezTo>
                  <a:cubicBezTo>
                    <a:pt x="18" y="13"/>
                    <a:pt x="22" y="13"/>
                    <a:pt x="23" y="13"/>
                  </a:cubicBezTo>
                  <a:cubicBezTo>
                    <a:pt x="24" y="12"/>
                    <a:pt x="25" y="9"/>
                    <a:pt x="23" y="8"/>
                  </a:cubicBezTo>
                  <a:cubicBezTo>
                    <a:pt x="22" y="7"/>
                    <a:pt x="20" y="8"/>
                    <a:pt x="19" y="7"/>
                  </a:cubicBezTo>
                  <a:cubicBezTo>
                    <a:pt x="18" y="7"/>
                    <a:pt x="18" y="6"/>
                    <a:pt x="17" y="5"/>
                  </a:cubicBezTo>
                  <a:cubicBezTo>
                    <a:pt x="17" y="5"/>
                    <a:pt x="16" y="4"/>
                    <a:pt x="15" y="4"/>
                  </a:cubicBezTo>
                  <a:cubicBezTo>
                    <a:pt x="13" y="3"/>
                    <a:pt x="12" y="3"/>
                    <a:pt x="10" y="3"/>
                  </a:cubicBezTo>
                  <a:cubicBezTo>
                    <a:pt x="8" y="3"/>
                    <a:pt x="6" y="1"/>
                    <a:pt x="4" y="0"/>
                  </a:cubicBezTo>
                  <a:cubicBezTo>
                    <a:pt x="3" y="0"/>
                    <a:pt x="0" y="1"/>
                    <a:pt x="2" y="2"/>
                  </a:cubicBezTo>
                  <a:cubicBezTo>
                    <a:pt x="3" y="3"/>
                    <a:pt x="5" y="3"/>
                    <a:pt x="6" y="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28" name="Freeform 3708">
              <a:extLst>
                <a:ext uri="{FF2B5EF4-FFF2-40B4-BE49-F238E27FC236}">
                  <a16:creationId xmlns:a16="http://schemas.microsoft.com/office/drawing/2014/main" id="{65C3387E-3EBE-405A-B901-7CBCB6CF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530"/>
              <a:ext cx="7" cy="6"/>
            </a:xfrm>
            <a:custGeom>
              <a:avLst/>
              <a:gdLst>
                <a:gd name="T0" fmla="*/ 13 w 16"/>
                <a:gd name="T1" fmla="*/ 6 h 14"/>
                <a:gd name="T2" fmla="*/ 13 w 16"/>
                <a:gd name="T3" fmla="*/ 2 h 14"/>
                <a:gd name="T4" fmla="*/ 9 w 16"/>
                <a:gd name="T5" fmla="*/ 0 h 14"/>
                <a:gd name="T6" fmla="*/ 7 w 16"/>
                <a:gd name="T7" fmla="*/ 7 h 14"/>
                <a:gd name="T8" fmla="*/ 1 w 16"/>
                <a:gd name="T9" fmla="*/ 7 h 14"/>
                <a:gd name="T10" fmla="*/ 3 w 16"/>
                <a:gd name="T11" fmla="*/ 11 h 14"/>
                <a:gd name="T12" fmla="*/ 8 w 16"/>
                <a:gd name="T13" fmla="*/ 13 h 14"/>
                <a:gd name="T14" fmla="*/ 11 w 16"/>
                <a:gd name="T15" fmla="*/ 14 h 14"/>
                <a:gd name="T16" fmla="*/ 16 w 16"/>
                <a:gd name="T17" fmla="*/ 10 h 14"/>
                <a:gd name="T18" fmla="*/ 13 w 16"/>
                <a:gd name="T19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4">
                  <a:moveTo>
                    <a:pt x="13" y="6"/>
                  </a:moveTo>
                  <a:cubicBezTo>
                    <a:pt x="12" y="5"/>
                    <a:pt x="13" y="4"/>
                    <a:pt x="13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6" y="1"/>
                    <a:pt x="9" y="5"/>
                    <a:pt x="7" y="7"/>
                  </a:cubicBezTo>
                  <a:cubicBezTo>
                    <a:pt x="5" y="8"/>
                    <a:pt x="2" y="6"/>
                    <a:pt x="1" y="7"/>
                  </a:cubicBezTo>
                  <a:cubicBezTo>
                    <a:pt x="0" y="9"/>
                    <a:pt x="2" y="11"/>
                    <a:pt x="3" y="11"/>
                  </a:cubicBezTo>
                  <a:cubicBezTo>
                    <a:pt x="5" y="12"/>
                    <a:pt x="6" y="12"/>
                    <a:pt x="8" y="13"/>
                  </a:cubicBezTo>
                  <a:cubicBezTo>
                    <a:pt x="9" y="14"/>
                    <a:pt x="9" y="14"/>
                    <a:pt x="11" y="14"/>
                  </a:cubicBezTo>
                  <a:cubicBezTo>
                    <a:pt x="13" y="14"/>
                    <a:pt x="16" y="13"/>
                    <a:pt x="16" y="10"/>
                  </a:cubicBezTo>
                  <a:cubicBezTo>
                    <a:pt x="15" y="9"/>
                    <a:pt x="13" y="8"/>
                    <a:pt x="13" y="6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29" name="Freeform 3709">
              <a:extLst>
                <a:ext uri="{FF2B5EF4-FFF2-40B4-BE49-F238E27FC236}">
                  <a16:creationId xmlns:a16="http://schemas.microsoft.com/office/drawing/2014/main" id="{A2607166-309A-45A0-BF38-04BC81F8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537"/>
              <a:ext cx="4" cy="3"/>
            </a:xfrm>
            <a:custGeom>
              <a:avLst/>
              <a:gdLst>
                <a:gd name="T0" fmla="*/ 1 w 10"/>
                <a:gd name="T1" fmla="*/ 4 h 8"/>
                <a:gd name="T2" fmla="*/ 8 w 10"/>
                <a:gd name="T3" fmla="*/ 5 h 8"/>
                <a:gd name="T4" fmla="*/ 1 w 10"/>
                <a:gd name="T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8">
                  <a:moveTo>
                    <a:pt x="1" y="4"/>
                  </a:moveTo>
                  <a:cubicBezTo>
                    <a:pt x="0" y="8"/>
                    <a:pt x="6" y="8"/>
                    <a:pt x="8" y="5"/>
                  </a:cubicBezTo>
                  <a:cubicBezTo>
                    <a:pt x="10" y="2"/>
                    <a:pt x="2" y="0"/>
                    <a:pt x="1" y="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30" name="Freeform 3710">
              <a:extLst>
                <a:ext uri="{FF2B5EF4-FFF2-40B4-BE49-F238E27FC236}">
                  <a16:creationId xmlns:a16="http://schemas.microsoft.com/office/drawing/2014/main" id="{785F53E9-3DC7-494D-A7A7-12BB31A18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536"/>
              <a:ext cx="8" cy="9"/>
            </a:xfrm>
            <a:custGeom>
              <a:avLst/>
              <a:gdLst>
                <a:gd name="T0" fmla="*/ 1 w 19"/>
                <a:gd name="T1" fmla="*/ 3 h 21"/>
                <a:gd name="T2" fmla="*/ 2 w 19"/>
                <a:gd name="T3" fmla="*/ 7 h 21"/>
                <a:gd name="T4" fmla="*/ 7 w 19"/>
                <a:gd name="T5" fmla="*/ 9 h 21"/>
                <a:gd name="T6" fmla="*/ 19 w 19"/>
                <a:gd name="T7" fmla="*/ 17 h 21"/>
                <a:gd name="T8" fmla="*/ 16 w 19"/>
                <a:gd name="T9" fmla="*/ 12 h 21"/>
                <a:gd name="T10" fmla="*/ 15 w 19"/>
                <a:gd name="T11" fmla="*/ 8 h 21"/>
                <a:gd name="T12" fmla="*/ 13 w 19"/>
                <a:gd name="T13" fmla="*/ 4 h 21"/>
                <a:gd name="T14" fmla="*/ 8 w 19"/>
                <a:gd name="T15" fmla="*/ 2 h 21"/>
                <a:gd name="T16" fmla="*/ 4 w 19"/>
                <a:gd name="T17" fmla="*/ 1 h 21"/>
                <a:gd name="T18" fmla="*/ 1 w 19"/>
                <a:gd name="T1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21">
                  <a:moveTo>
                    <a:pt x="1" y="3"/>
                  </a:moveTo>
                  <a:cubicBezTo>
                    <a:pt x="0" y="4"/>
                    <a:pt x="1" y="6"/>
                    <a:pt x="2" y="7"/>
                  </a:cubicBezTo>
                  <a:cubicBezTo>
                    <a:pt x="4" y="8"/>
                    <a:pt x="5" y="8"/>
                    <a:pt x="7" y="9"/>
                  </a:cubicBezTo>
                  <a:cubicBezTo>
                    <a:pt x="8" y="10"/>
                    <a:pt x="18" y="21"/>
                    <a:pt x="19" y="17"/>
                  </a:cubicBezTo>
                  <a:cubicBezTo>
                    <a:pt x="19" y="15"/>
                    <a:pt x="17" y="14"/>
                    <a:pt x="16" y="12"/>
                  </a:cubicBezTo>
                  <a:cubicBezTo>
                    <a:pt x="16" y="11"/>
                    <a:pt x="16" y="9"/>
                    <a:pt x="15" y="8"/>
                  </a:cubicBezTo>
                  <a:cubicBezTo>
                    <a:pt x="15" y="6"/>
                    <a:pt x="14" y="4"/>
                    <a:pt x="13" y="4"/>
                  </a:cubicBezTo>
                  <a:cubicBezTo>
                    <a:pt x="11" y="3"/>
                    <a:pt x="10" y="3"/>
                    <a:pt x="8" y="2"/>
                  </a:cubicBezTo>
                  <a:cubicBezTo>
                    <a:pt x="7" y="2"/>
                    <a:pt x="6" y="1"/>
                    <a:pt x="4" y="1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31" name="Freeform 3711">
              <a:extLst>
                <a:ext uri="{FF2B5EF4-FFF2-40B4-BE49-F238E27FC236}">
                  <a16:creationId xmlns:a16="http://schemas.microsoft.com/office/drawing/2014/main" id="{D2B34CF6-C6CA-4610-990A-44CA80176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538"/>
              <a:ext cx="14" cy="8"/>
            </a:xfrm>
            <a:custGeom>
              <a:avLst/>
              <a:gdLst>
                <a:gd name="T0" fmla="*/ 31 w 34"/>
                <a:gd name="T1" fmla="*/ 8 h 20"/>
                <a:gd name="T2" fmla="*/ 24 w 34"/>
                <a:gd name="T3" fmla="*/ 8 h 20"/>
                <a:gd name="T4" fmla="*/ 17 w 34"/>
                <a:gd name="T5" fmla="*/ 6 h 20"/>
                <a:gd name="T6" fmla="*/ 10 w 34"/>
                <a:gd name="T7" fmla="*/ 2 h 20"/>
                <a:gd name="T8" fmla="*/ 6 w 34"/>
                <a:gd name="T9" fmla="*/ 1 h 20"/>
                <a:gd name="T10" fmla="*/ 3 w 34"/>
                <a:gd name="T11" fmla="*/ 0 h 20"/>
                <a:gd name="T12" fmla="*/ 5 w 34"/>
                <a:gd name="T13" fmla="*/ 4 h 20"/>
                <a:gd name="T14" fmla="*/ 5 w 34"/>
                <a:gd name="T15" fmla="*/ 6 h 20"/>
                <a:gd name="T16" fmla="*/ 12 w 34"/>
                <a:gd name="T17" fmla="*/ 17 h 20"/>
                <a:gd name="T18" fmla="*/ 21 w 34"/>
                <a:gd name="T19" fmla="*/ 18 h 20"/>
                <a:gd name="T20" fmla="*/ 25 w 34"/>
                <a:gd name="T21" fmla="*/ 19 h 20"/>
                <a:gd name="T22" fmla="*/ 30 w 34"/>
                <a:gd name="T23" fmla="*/ 19 h 20"/>
                <a:gd name="T24" fmla="*/ 34 w 34"/>
                <a:gd name="T25" fmla="*/ 18 h 20"/>
                <a:gd name="T26" fmla="*/ 33 w 34"/>
                <a:gd name="T27" fmla="*/ 15 h 20"/>
                <a:gd name="T28" fmla="*/ 31 w 34"/>
                <a:gd name="T2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20">
                  <a:moveTo>
                    <a:pt x="31" y="8"/>
                  </a:moveTo>
                  <a:cubicBezTo>
                    <a:pt x="29" y="7"/>
                    <a:pt x="26" y="8"/>
                    <a:pt x="24" y="8"/>
                  </a:cubicBezTo>
                  <a:cubicBezTo>
                    <a:pt x="22" y="7"/>
                    <a:pt x="19" y="6"/>
                    <a:pt x="17" y="6"/>
                  </a:cubicBezTo>
                  <a:cubicBezTo>
                    <a:pt x="15" y="5"/>
                    <a:pt x="12" y="3"/>
                    <a:pt x="10" y="2"/>
                  </a:cubicBezTo>
                  <a:cubicBezTo>
                    <a:pt x="9" y="2"/>
                    <a:pt x="7" y="2"/>
                    <a:pt x="6" y="1"/>
                  </a:cubicBezTo>
                  <a:cubicBezTo>
                    <a:pt x="5" y="1"/>
                    <a:pt x="5" y="0"/>
                    <a:pt x="3" y="0"/>
                  </a:cubicBezTo>
                  <a:cubicBezTo>
                    <a:pt x="0" y="0"/>
                    <a:pt x="4" y="3"/>
                    <a:pt x="5" y="4"/>
                  </a:cubicBezTo>
                  <a:cubicBezTo>
                    <a:pt x="5" y="5"/>
                    <a:pt x="5" y="5"/>
                    <a:pt x="5" y="6"/>
                  </a:cubicBezTo>
                  <a:cubicBezTo>
                    <a:pt x="5" y="11"/>
                    <a:pt x="8" y="15"/>
                    <a:pt x="12" y="17"/>
                  </a:cubicBezTo>
                  <a:cubicBezTo>
                    <a:pt x="15" y="18"/>
                    <a:pt x="18" y="18"/>
                    <a:pt x="21" y="18"/>
                  </a:cubicBezTo>
                  <a:cubicBezTo>
                    <a:pt x="22" y="18"/>
                    <a:pt x="23" y="19"/>
                    <a:pt x="25" y="19"/>
                  </a:cubicBezTo>
                  <a:cubicBezTo>
                    <a:pt x="26" y="19"/>
                    <a:pt x="28" y="20"/>
                    <a:pt x="30" y="19"/>
                  </a:cubicBezTo>
                  <a:cubicBezTo>
                    <a:pt x="31" y="19"/>
                    <a:pt x="34" y="19"/>
                    <a:pt x="34" y="18"/>
                  </a:cubicBezTo>
                  <a:cubicBezTo>
                    <a:pt x="34" y="17"/>
                    <a:pt x="33" y="16"/>
                    <a:pt x="33" y="15"/>
                  </a:cubicBezTo>
                  <a:cubicBezTo>
                    <a:pt x="32" y="13"/>
                    <a:pt x="33" y="10"/>
                    <a:pt x="31" y="8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32" name="Freeform 3712">
              <a:extLst>
                <a:ext uri="{FF2B5EF4-FFF2-40B4-BE49-F238E27FC236}">
                  <a16:creationId xmlns:a16="http://schemas.microsoft.com/office/drawing/2014/main" id="{90DEF07C-6153-42FD-8E7E-7407AECAE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529"/>
              <a:ext cx="7" cy="7"/>
            </a:xfrm>
            <a:custGeom>
              <a:avLst/>
              <a:gdLst>
                <a:gd name="T0" fmla="*/ 2 w 17"/>
                <a:gd name="T1" fmla="*/ 4 h 18"/>
                <a:gd name="T2" fmla="*/ 5 w 17"/>
                <a:gd name="T3" fmla="*/ 7 h 18"/>
                <a:gd name="T4" fmla="*/ 7 w 17"/>
                <a:gd name="T5" fmla="*/ 10 h 18"/>
                <a:gd name="T6" fmla="*/ 9 w 17"/>
                <a:gd name="T7" fmla="*/ 13 h 18"/>
                <a:gd name="T8" fmla="*/ 11 w 17"/>
                <a:gd name="T9" fmla="*/ 16 h 18"/>
                <a:gd name="T10" fmla="*/ 15 w 17"/>
                <a:gd name="T11" fmla="*/ 18 h 18"/>
                <a:gd name="T12" fmla="*/ 15 w 17"/>
                <a:gd name="T13" fmla="*/ 15 h 18"/>
                <a:gd name="T14" fmla="*/ 12 w 17"/>
                <a:gd name="T15" fmla="*/ 12 h 18"/>
                <a:gd name="T16" fmla="*/ 9 w 17"/>
                <a:gd name="T17" fmla="*/ 9 h 18"/>
                <a:gd name="T18" fmla="*/ 6 w 17"/>
                <a:gd name="T19" fmla="*/ 4 h 18"/>
                <a:gd name="T20" fmla="*/ 3 w 17"/>
                <a:gd name="T21" fmla="*/ 1 h 18"/>
                <a:gd name="T22" fmla="*/ 0 w 17"/>
                <a:gd name="T23" fmla="*/ 1 h 18"/>
                <a:gd name="T24" fmla="*/ 2 w 17"/>
                <a:gd name="T25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8">
                  <a:moveTo>
                    <a:pt x="2" y="4"/>
                  </a:moveTo>
                  <a:cubicBezTo>
                    <a:pt x="3" y="5"/>
                    <a:pt x="4" y="6"/>
                    <a:pt x="5" y="7"/>
                  </a:cubicBezTo>
                  <a:cubicBezTo>
                    <a:pt x="6" y="8"/>
                    <a:pt x="7" y="9"/>
                    <a:pt x="7" y="10"/>
                  </a:cubicBezTo>
                  <a:cubicBezTo>
                    <a:pt x="8" y="11"/>
                    <a:pt x="8" y="12"/>
                    <a:pt x="9" y="13"/>
                  </a:cubicBezTo>
                  <a:cubicBezTo>
                    <a:pt x="9" y="13"/>
                    <a:pt x="10" y="15"/>
                    <a:pt x="11" y="16"/>
                  </a:cubicBezTo>
                  <a:cubicBezTo>
                    <a:pt x="12" y="17"/>
                    <a:pt x="14" y="18"/>
                    <a:pt x="15" y="18"/>
                  </a:cubicBezTo>
                  <a:cubicBezTo>
                    <a:pt x="17" y="18"/>
                    <a:pt x="16" y="16"/>
                    <a:pt x="15" y="15"/>
                  </a:cubicBezTo>
                  <a:cubicBezTo>
                    <a:pt x="14" y="14"/>
                    <a:pt x="13" y="13"/>
                    <a:pt x="12" y="12"/>
                  </a:cubicBezTo>
                  <a:cubicBezTo>
                    <a:pt x="11" y="11"/>
                    <a:pt x="10" y="10"/>
                    <a:pt x="9" y="9"/>
                  </a:cubicBezTo>
                  <a:cubicBezTo>
                    <a:pt x="8" y="7"/>
                    <a:pt x="7" y="6"/>
                    <a:pt x="6" y="4"/>
                  </a:cubicBezTo>
                  <a:cubicBezTo>
                    <a:pt x="5" y="3"/>
                    <a:pt x="4" y="1"/>
                    <a:pt x="3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2"/>
                    <a:pt x="2" y="3"/>
                    <a:pt x="2" y="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33" name="Freeform 3713">
              <a:extLst>
                <a:ext uri="{FF2B5EF4-FFF2-40B4-BE49-F238E27FC236}">
                  <a16:creationId xmlns:a16="http://schemas.microsoft.com/office/drawing/2014/main" id="{7B9752CD-AAF4-439A-A119-371FF7710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513"/>
              <a:ext cx="3" cy="3"/>
            </a:xfrm>
            <a:custGeom>
              <a:avLst/>
              <a:gdLst>
                <a:gd name="T0" fmla="*/ 5 w 7"/>
                <a:gd name="T1" fmla="*/ 4 h 6"/>
                <a:gd name="T2" fmla="*/ 6 w 7"/>
                <a:gd name="T3" fmla="*/ 4 h 6"/>
                <a:gd name="T4" fmla="*/ 6 w 7"/>
                <a:gd name="T5" fmla="*/ 1 h 6"/>
                <a:gd name="T6" fmla="*/ 1 w 7"/>
                <a:gd name="T7" fmla="*/ 1 h 6"/>
                <a:gd name="T8" fmla="*/ 0 w 7"/>
                <a:gd name="T9" fmla="*/ 4 h 6"/>
                <a:gd name="T10" fmla="*/ 5 w 7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5" y="4"/>
                  </a:moveTo>
                  <a:cubicBezTo>
                    <a:pt x="6" y="4"/>
                    <a:pt x="6" y="5"/>
                    <a:pt x="6" y="4"/>
                  </a:cubicBezTo>
                  <a:cubicBezTo>
                    <a:pt x="7" y="3"/>
                    <a:pt x="6" y="1"/>
                    <a:pt x="6" y="1"/>
                  </a:cubicBezTo>
                  <a:cubicBezTo>
                    <a:pt x="5" y="1"/>
                    <a:pt x="2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6"/>
                    <a:pt x="4" y="5"/>
                    <a:pt x="5" y="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34" name="Freeform 3714">
              <a:extLst>
                <a:ext uri="{FF2B5EF4-FFF2-40B4-BE49-F238E27FC236}">
                  <a16:creationId xmlns:a16="http://schemas.microsoft.com/office/drawing/2014/main" id="{829277E5-9A91-4A6C-B565-23400EFBC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509"/>
              <a:ext cx="6" cy="9"/>
            </a:xfrm>
            <a:custGeom>
              <a:avLst/>
              <a:gdLst>
                <a:gd name="T0" fmla="*/ 1 w 14"/>
                <a:gd name="T1" fmla="*/ 13 h 22"/>
                <a:gd name="T2" fmla="*/ 6 w 14"/>
                <a:gd name="T3" fmla="*/ 15 h 22"/>
                <a:gd name="T4" fmla="*/ 8 w 14"/>
                <a:gd name="T5" fmla="*/ 18 h 22"/>
                <a:gd name="T6" fmla="*/ 10 w 14"/>
                <a:gd name="T7" fmla="*/ 21 h 22"/>
                <a:gd name="T8" fmla="*/ 13 w 14"/>
                <a:gd name="T9" fmla="*/ 18 h 22"/>
                <a:gd name="T10" fmla="*/ 12 w 14"/>
                <a:gd name="T11" fmla="*/ 14 h 22"/>
                <a:gd name="T12" fmla="*/ 12 w 14"/>
                <a:gd name="T13" fmla="*/ 10 h 22"/>
                <a:gd name="T14" fmla="*/ 8 w 14"/>
                <a:gd name="T15" fmla="*/ 8 h 22"/>
                <a:gd name="T16" fmla="*/ 6 w 14"/>
                <a:gd name="T17" fmla="*/ 4 h 22"/>
                <a:gd name="T18" fmla="*/ 2 w 14"/>
                <a:gd name="T19" fmla="*/ 1 h 22"/>
                <a:gd name="T20" fmla="*/ 2 w 14"/>
                <a:gd name="T21" fmla="*/ 5 h 22"/>
                <a:gd name="T22" fmla="*/ 2 w 14"/>
                <a:gd name="T23" fmla="*/ 9 h 22"/>
                <a:gd name="T24" fmla="*/ 1 w 14"/>
                <a:gd name="T25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22">
                  <a:moveTo>
                    <a:pt x="1" y="13"/>
                  </a:moveTo>
                  <a:cubicBezTo>
                    <a:pt x="2" y="14"/>
                    <a:pt x="4" y="14"/>
                    <a:pt x="6" y="15"/>
                  </a:cubicBezTo>
                  <a:cubicBezTo>
                    <a:pt x="7" y="15"/>
                    <a:pt x="8" y="17"/>
                    <a:pt x="8" y="18"/>
                  </a:cubicBezTo>
                  <a:cubicBezTo>
                    <a:pt x="9" y="19"/>
                    <a:pt x="9" y="21"/>
                    <a:pt x="10" y="21"/>
                  </a:cubicBezTo>
                  <a:cubicBezTo>
                    <a:pt x="11" y="22"/>
                    <a:pt x="14" y="20"/>
                    <a:pt x="13" y="18"/>
                  </a:cubicBezTo>
                  <a:cubicBezTo>
                    <a:pt x="13" y="16"/>
                    <a:pt x="11" y="16"/>
                    <a:pt x="12" y="14"/>
                  </a:cubicBezTo>
                  <a:cubicBezTo>
                    <a:pt x="12" y="13"/>
                    <a:pt x="13" y="12"/>
                    <a:pt x="12" y="10"/>
                  </a:cubicBezTo>
                  <a:cubicBezTo>
                    <a:pt x="11" y="9"/>
                    <a:pt x="10" y="9"/>
                    <a:pt x="8" y="8"/>
                  </a:cubicBezTo>
                  <a:cubicBezTo>
                    <a:pt x="7" y="7"/>
                    <a:pt x="6" y="6"/>
                    <a:pt x="6" y="4"/>
                  </a:cubicBezTo>
                  <a:cubicBezTo>
                    <a:pt x="5" y="3"/>
                    <a:pt x="3" y="0"/>
                    <a:pt x="2" y="1"/>
                  </a:cubicBezTo>
                  <a:cubicBezTo>
                    <a:pt x="0" y="1"/>
                    <a:pt x="2" y="4"/>
                    <a:pt x="2" y="5"/>
                  </a:cubicBezTo>
                  <a:cubicBezTo>
                    <a:pt x="3" y="6"/>
                    <a:pt x="3" y="8"/>
                    <a:pt x="2" y="9"/>
                  </a:cubicBezTo>
                  <a:cubicBezTo>
                    <a:pt x="1" y="10"/>
                    <a:pt x="0" y="11"/>
                    <a:pt x="1" y="13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35" name="Freeform 3715">
              <a:extLst>
                <a:ext uri="{FF2B5EF4-FFF2-40B4-BE49-F238E27FC236}">
                  <a16:creationId xmlns:a16="http://schemas.microsoft.com/office/drawing/2014/main" id="{1C8A0418-462C-4A3E-B72B-F427937F6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521"/>
              <a:ext cx="7" cy="4"/>
            </a:xfrm>
            <a:custGeom>
              <a:avLst/>
              <a:gdLst>
                <a:gd name="T0" fmla="*/ 1 w 17"/>
                <a:gd name="T1" fmla="*/ 5 h 12"/>
                <a:gd name="T2" fmla="*/ 8 w 17"/>
                <a:gd name="T3" fmla="*/ 10 h 12"/>
                <a:gd name="T4" fmla="*/ 13 w 17"/>
                <a:gd name="T5" fmla="*/ 11 h 12"/>
                <a:gd name="T6" fmla="*/ 15 w 17"/>
                <a:gd name="T7" fmla="*/ 6 h 12"/>
                <a:gd name="T8" fmla="*/ 9 w 17"/>
                <a:gd name="T9" fmla="*/ 4 h 12"/>
                <a:gd name="T10" fmla="*/ 6 w 17"/>
                <a:gd name="T11" fmla="*/ 1 h 12"/>
                <a:gd name="T12" fmla="*/ 1 w 17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2">
                  <a:moveTo>
                    <a:pt x="1" y="5"/>
                  </a:moveTo>
                  <a:cubicBezTo>
                    <a:pt x="3" y="7"/>
                    <a:pt x="6" y="8"/>
                    <a:pt x="8" y="10"/>
                  </a:cubicBezTo>
                  <a:cubicBezTo>
                    <a:pt x="9" y="11"/>
                    <a:pt x="11" y="12"/>
                    <a:pt x="13" y="11"/>
                  </a:cubicBezTo>
                  <a:cubicBezTo>
                    <a:pt x="15" y="11"/>
                    <a:pt x="17" y="8"/>
                    <a:pt x="15" y="6"/>
                  </a:cubicBezTo>
                  <a:cubicBezTo>
                    <a:pt x="14" y="5"/>
                    <a:pt x="10" y="6"/>
                    <a:pt x="9" y="4"/>
                  </a:cubicBezTo>
                  <a:cubicBezTo>
                    <a:pt x="8" y="3"/>
                    <a:pt x="8" y="1"/>
                    <a:pt x="6" y="1"/>
                  </a:cubicBezTo>
                  <a:cubicBezTo>
                    <a:pt x="4" y="0"/>
                    <a:pt x="0" y="2"/>
                    <a:pt x="1" y="5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36" name="Freeform 3716">
              <a:extLst>
                <a:ext uri="{FF2B5EF4-FFF2-40B4-BE49-F238E27FC236}">
                  <a16:creationId xmlns:a16="http://schemas.microsoft.com/office/drawing/2014/main" id="{9D86A474-52CA-4CE5-A62E-0C5F013C6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1509"/>
              <a:ext cx="4" cy="3"/>
            </a:xfrm>
            <a:custGeom>
              <a:avLst/>
              <a:gdLst>
                <a:gd name="T0" fmla="*/ 6 w 10"/>
                <a:gd name="T1" fmla="*/ 6 h 7"/>
                <a:gd name="T2" fmla="*/ 3 w 10"/>
                <a:gd name="T3" fmla="*/ 0 h 7"/>
                <a:gd name="T4" fmla="*/ 3 w 10"/>
                <a:gd name="T5" fmla="*/ 3 h 7"/>
                <a:gd name="T6" fmla="*/ 6 w 10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7">
                  <a:moveTo>
                    <a:pt x="6" y="6"/>
                  </a:moveTo>
                  <a:cubicBezTo>
                    <a:pt x="10" y="4"/>
                    <a:pt x="7" y="0"/>
                    <a:pt x="3" y="0"/>
                  </a:cubicBezTo>
                  <a:cubicBezTo>
                    <a:pt x="0" y="0"/>
                    <a:pt x="2" y="2"/>
                    <a:pt x="3" y="3"/>
                  </a:cubicBezTo>
                  <a:cubicBezTo>
                    <a:pt x="4" y="5"/>
                    <a:pt x="4" y="7"/>
                    <a:pt x="6" y="6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37" name="Rectangle 3717">
              <a:extLst>
                <a:ext uri="{FF2B5EF4-FFF2-40B4-BE49-F238E27FC236}">
                  <a16:creationId xmlns:a16="http://schemas.microsoft.com/office/drawing/2014/main" id="{2DE7B5F1-75F8-4DEF-943F-E6DFD749E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7" y="2089"/>
              <a:ext cx="1" cy="1"/>
            </a:xfrm>
            <a:prstGeom prst="rect">
              <a:avLst/>
            </a:prstGeom>
            <a:grpFill/>
            <a:ln w="3175" cap="rnd">
              <a:solidFill>
                <a:schemeClr val="bg1">
                  <a:alpha val="50000"/>
                </a:schemeClr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5463" name="Tijdelijke aanduiding voor dianummer 15">
            <a:extLst>
              <a:ext uri="{FF2B5EF4-FFF2-40B4-BE49-F238E27FC236}">
                <a16:creationId xmlns:a16="http://schemas.microsoft.com/office/drawing/2014/main" id="{A4F16D40-1F80-42C7-8256-CE9453A453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606368" y="6327925"/>
            <a:ext cx="256480" cy="153888"/>
          </a:xfrm>
        </p:spPr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5464" name="Rechte verbindingslijn 2">
            <a:extLst>
              <a:ext uri="{FF2B5EF4-FFF2-40B4-BE49-F238E27FC236}">
                <a16:creationId xmlns:a16="http://schemas.microsoft.com/office/drawing/2014/main" id="{ED55C223-B414-4747-B491-174B9FD5C170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65" name="Rechthoek 13">
            <a:extLst>
              <a:ext uri="{FF2B5EF4-FFF2-40B4-BE49-F238E27FC236}">
                <a16:creationId xmlns:a16="http://schemas.microsoft.com/office/drawing/2014/main" id="{E93D4EFB-566F-43D9-A441-84FCF861D2E0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466" name="Tijdelijke aanduiding voor verticale tekst 2">
            <a:extLst>
              <a:ext uri="{FF2B5EF4-FFF2-40B4-BE49-F238E27FC236}">
                <a16:creationId xmlns:a16="http://schemas.microsoft.com/office/drawing/2014/main" id="{811D7E08-28F8-46EF-8875-B34D11C8009B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207067" y="765175"/>
            <a:ext cx="378565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accent3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5467" name="Content Placeholder 2">
            <a:extLst>
              <a:ext uri="{FF2B5EF4-FFF2-40B4-BE49-F238E27FC236}">
                <a16:creationId xmlns:a16="http://schemas.microsoft.com/office/drawing/2014/main" id="{031DEF65-9D76-4D88-8801-C16B2C18223E}"/>
              </a:ext>
            </a:extLst>
          </p:cNvPr>
          <p:cNvSpPr txBox="1">
            <a:spLocks/>
          </p:cNvSpPr>
          <p:nvPr userDrawn="1"/>
        </p:nvSpPr>
        <p:spPr>
          <a:xfrm>
            <a:off x="1287505" y="2762667"/>
            <a:ext cx="2904215" cy="62800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000" b="0" i="0" kern="1200">
                <a:solidFill>
                  <a:schemeClr val="tx1"/>
                </a:solidFill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defRPr>
            </a:lvl1pPr>
            <a:lvl2pPr marL="447675" indent="-439738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75000"/>
              <a:buFontTx/>
              <a:buBlip>
                <a:blip r:embed="rId2"/>
              </a:buBlip>
              <a:tabLst/>
              <a:defRPr sz="2000" b="0" i="0" kern="1200">
                <a:solidFill>
                  <a:schemeClr val="tx1"/>
                </a:solidFill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defRPr>
            </a:lvl2pPr>
            <a:lvl3pPr marL="889000" indent="-441325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75000"/>
              <a:buFontTx/>
              <a:buBlip>
                <a:blip r:embed="rId2"/>
              </a:buBlip>
              <a:tabLst/>
              <a:defRPr sz="2000" b="0" i="0" kern="1200">
                <a:solidFill>
                  <a:schemeClr val="tx1"/>
                </a:solidFill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defRPr>
            </a:lvl3pPr>
            <a:lvl4pPr marL="1371600" indent="-1363663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tabLst/>
              <a:defRPr sz="2000" b="1" i="0" kern="1200">
                <a:solidFill>
                  <a:schemeClr val="tx1"/>
                </a:solidFill>
                <a:latin typeface="Segoe UI" panose="020B0502040204020203" pitchFamily="34" charset="0"/>
                <a:ea typeface="+mn-ea"/>
                <a:cs typeface="Segoe UI" panose="020B0502040204020203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chemeClr val="tx1"/>
                </a:solidFill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2" indent="0">
              <a:lnSpc>
                <a:spcPct val="160000"/>
              </a:lnSpc>
              <a:buFontTx/>
              <a:buNone/>
            </a:pPr>
            <a:r>
              <a:rPr lang="en-GB">
                <a:solidFill>
                  <a:schemeClr val="bg2">
                    <a:lumMod val="10000"/>
                  </a:schemeClr>
                </a:solidFill>
                <a:sym typeface="Wingdings" panose="05000000000000000000" pitchFamily="2" charset="2"/>
              </a:rPr>
              <a:t></a:t>
            </a:r>
            <a:r>
              <a:rPr lang="en-GB">
                <a:solidFill>
                  <a:schemeClr val="bg2">
                    <a:lumMod val="10000"/>
                  </a:schemeClr>
                </a:solidFill>
              </a:rPr>
              <a:t> Hub   -   </a:t>
            </a:r>
            <a:r>
              <a:rPr lang="en-GB">
                <a:solidFill>
                  <a:schemeClr val="bg2">
                    <a:lumMod val="10000"/>
                  </a:schemeClr>
                </a:solidFill>
                <a:sym typeface="Wingdings" panose="05000000000000000000" pitchFamily="2" charset="2"/>
              </a:rPr>
              <a:t></a:t>
            </a:r>
            <a:r>
              <a:rPr lang="en-GB">
                <a:solidFill>
                  <a:schemeClr val="bg2">
                    <a:lumMod val="10000"/>
                  </a:schemeClr>
                </a:solidFill>
              </a:rPr>
              <a:t> Spoke</a:t>
            </a:r>
          </a:p>
          <a:p>
            <a:endParaRPr lang="de-DE">
              <a:solidFill>
                <a:schemeClr val="bg2">
                  <a:lumMod val="10000"/>
                </a:schemeClr>
              </a:solidFill>
            </a:endParaRPr>
          </a:p>
        </p:txBody>
      </p:sp>
      <p:sp>
        <p:nvSpPr>
          <p:cNvPr id="5468" name="Rectangle 3">
            <a:extLst>
              <a:ext uri="{FF2B5EF4-FFF2-40B4-BE49-F238E27FC236}">
                <a16:creationId xmlns:a16="http://schemas.microsoft.com/office/drawing/2014/main" id="{288ED54A-11F8-46D8-B03A-43F29CCAA4AE}"/>
              </a:ext>
            </a:extLst>
          </p:cNvPr>
          <p:cNvSpPr/>
          <p:nvPr userDrawn="1"/>
        </p:nvSpPr>
        <p:spPr>
          <a:xfrm>
            <a:off x="1670951" y="3335752"/>
            <a:ext cx="2327919" cy="5200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2" indent="0" algn="l" defTabSz="914400" rtl="0" eaLnBrk="1" fontAlgn="auto" latinLnBrk="0" hangingPunct="1">
              <a:lnSpc>
                <a:spcPct val="16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yriad Pro"/>
                <a:ea typeface="+mn-ea"/>
                <a:cs typeface="+mn-cs"/>
                <a:sym typeface="Wingdings" panose="05000000000000000000" pitchFamily="2" charset="2"/>
              </a:rPr>
              <a:t> </a:t>
            </a:r>
            <a:r>
              <a:rPr kumimoji="0" lang="en-GB" sz="2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yriad Pro"/>
                <a:ea typeface="+mn-ea"/>
                <a:cs typeface="+mn-cs"/>
              </a:rPr>
              <a:t>Joris Ide Group</a:t>
            </a:r>
          </a:p>
        </p:txBody>
      </p:sp>
      <p:sp>
        <p:nvSpPr>
          <p:cNvPr id="5469" name="Ovaal 46">
            <a:extLst>
              <a:ext uri="{FF2B5EF4-FFF2-40B4-BE49-F238E27FC236}">
                <a16:creationId xmlns:a16="http://schemas.microsoft.com/office/drawing/2014/main" id="{B15BF9FD-DD30-4994-8E30-86EA7B461531}"/>
              </a:ext>
            </a:extLst>
          </p:cNvPr>
          <p:cNvSpPr/>
          <p:nvPr userDrawn="1"/>
        </p:nvSpPr>
        <p:spPr>
          <a:xfrm rot="1397061">
            <a:off x="8392068" y="1145551"/>
            <a:ext cx="2928102" cy="3886819"/>
          </a:xfrm>
          <a:custGeom>
            <a:avLst/>
            <a:gdLst>
              <a:gd name="connsiteX0" fmla="*/ 0 w 2333138"/>
              <a:gd name="connsiteY0" fmla="*/ 1654815 h 3309629"/>
              <a:gd name="connsiteX1" fmla="*/ 1166569 w 2333138"/>
              <a:gd name="connsiteY1" fmla="*/ 0 h 3309629"/>
              <a:gd name="connsiteX2" fmla="*/ 2333138 w 2333138"/>
              <a:gd name="connsiteY2" fmla="*/ 1654815 h 3309629"/>
              <a:gd name="connsiteX3" fmla="*/ 1166569 w 2333138"/>
              <a:gd name="connsiteY3" fmla="*/ 3309630 h 3309629"/>
              <a:gd name="connsiteX4" fmla="*/ 0 w 2333138"/>
              <a:gd name="connsiteY4" fmla="*/ 1654815 h 3309629"/>
              <a:gd name="connsiteX0" fmla="*/ 1725 w 2334863"/>
              <a:gd name="connsiteY0" fmla="*/ 1654815 h 4126201"/>
              <a:gd name="connsiteX1" fmla="*/ 1168294 w 2334863"/>
              <a:gd name="connsiteY1" fmla="*/ 0 h 4126201"/>
              <a:gd name="connsiteX2" fmla="*/ 2334863 w 2334863"/>
              <a:gd name="connsiteY2" fmla="*/ 1654815 h 4126201"/>
              <a:gd name="connsiteX3" fmla="*/ 1389451 w 2334863"/>
              <a:gd name="connsiteY3" fmla="*/ 4126201 h 4126201"/>
              <a:gd name="connsiteX4" fmla="*/ 1725 w 2334863"/>
              <a:gd name="connsiteY4" fmla="*/ 1654815 h 4126201"/>
              <a:gd name="connsiteX0" fmla="*/ 127132 w 2460270"/>
              <a:gd name="connsiteY0" fmla="*/ 1691832 h 4163218"/>
              <a:gd name="connsiteX1" fmla="*/ 1293701 w 2460270"/>
              <a:gd name="connsiteY1" fmla="*/ 37017 h 4163218"/>
              <a:gd name="connsiteX2" fmla="*/ 2460270 w 2460270"/>
              <a:gd name="connsiteY2" fmla="*/ 1691832 h 4163218"/>
              <a:gd name="connsiteX3" fmla="*/ 1514858 w 2460270"/>
              <a:gd name="connsiteY3" fmla="*/ 4163218 h 4163218"/>
              <a:gd name="connsiteX4" fmla="*/ 127132 w 2460270"/>
              <a:gd name="connsiteY4" fmla="*/ 1691832 h 4163218"/>
              <a:gd name="connsiteX0" fmla="*/ 1300 w 2334438"/>
              <a:gd name="connsiteY0" fmla="*/ 1654815 h 4229286"/>
              <a:gd name="connsiteX1" fmla="*/ 1167869 w 2334438"/>
              <a:gd name="connsiteY1" fmla="*/ 0 h 4229286"/>
              <a:gd name="connsiteX2" fmla="*/ 2334438 w 2334438"/>
              <a:gd name="connsiteY2" fmla="*/ 1654815 h 4229286"/>
              <a:gd name="connsiteX3" fmla="*/ 1389026 w 2334438"/>
              <a:gd name="connsiteY3" fmla="*/ 4126201 h 4229286"/>
              <a:gd name="connsiteX4" fmla="*/ 947563 w 2334438"/>
              <a:gd name="connsiteY4" fmla="*/ 3554658 h 4229286"/>
              <a:gd name="connsiteX5" fmla="*/ 1300 w 2334438"/>
              <a:gd name="connsiteY5" fmla="*/ 1654815 h 4229286"/>
              <a:gd name="connsiteX0" fmla="*/ 71769 w 2404907"/>
              <a:gd name="connsiteY0" fmla="*/ 1654815 h 4229286"/>
              <a:gd name="connsiteX1" fmla="*/ 1238338 w 2404907"/>
              <a:gd name="connsiteY1" fmla="*/ 0 h 4229286"/>
              <a:gd name="connsiteX2" fmla="*/ 2404907 w 2404907"/>
              <a:gd name="connsiteY2" fmla="*/ 1654815 h 4229286"/>
              <a:gd name="connsiteX3" fmla="*/ 1459495 w 2404907"/>
              <a:gd name="connsiteY3" fmla="*/ 4126201 h 4229286"/>
              <a:gd name="connsiteX4" fmla="*/ 1018032 w 2404907"/>
              <a:gd name="connsiteY4" fmla="*/ 3554658 h 4229286"/>
              <a:gd name="connsiteX5" fmla="*/ 71769 w 2404907"/>
              <a:gd name="connsiteY5" fmla="*/ 1654815 h 4229286"/>
              <a:gd name="connsiteX0" fmla="*/ 210701 w 2543839"/>
              <a:gd name="connsiteY0" fmla="*/ 1654815 h 4209013"/>
              <a:gd name="connsiteX1" fmla="*/ 1377270 w 2543839"/>
              <a:gd name="connsiteY1" fmla="*/ 0 h 4209013"/>
              <a:gd name="connsiteX2" fmla="*/ 2543839 w 2543839"/>
              <a:gd name="connsiteY2" fmla="*/ 1654815 h 4209013"/>
              <a:gd name="connsiteX3" fmla="*/ 1598427 w 2543839"/>
              <a:gd name="connsiteY3" fmla="*/ 4126201 h 4209013"/>
              <a:gd name="connsiteX4" fmla="*/ 1156964 w 2543839"/>
              <a:gd name="connsiteY4" fmla="*/ 3554658 h 4209013"/>
              <a:gd name="connsiteX5" fmla="*/ 86818 w 2543839"/>
              <a:gd name="connsiteY5" fmla="*/ 3791904 h 4209013"/>
              <a:gd name="connsiteX6" fmla="*/ 210701 w 2543839"/>
              <a:gd name="connsiteY6" fmla="*/ 1654815 h 4209013"/>
              <a:gd name="connsiteX0" fmla="*/ 178153 w 2511291"/>
              <a:gd name="connsiteY0" fmla="*/ 1654815 h 4209013"/>
              <a:gd name="connsiteX1" fmla="*/ 1344722 w 2511291"/>
              <a:gd name="connsiteY1" fmla="*/ 0 h 4209013"/>
              <a:gd name="connsiteX2" fmla="*/ 2511291 w 2511291"/>
              <a:gd name="connsiteY2" fmla="*/ 1654815 h 4209013"/>
              <a:gd name="connsiteX3" fmla="*/ 1565879 w 2511291"/>
              <a:gd name="connsiteY3" fmla="*/ 4126201 h 4209013"/>
              <a:gd name="connsiteX4" fmla="*/ 1124416 w 2511291"/>
              <a:gd name="connsiteY4" fmla="*/ 3554658 h 4209013"/>
              <a:gd name="connsiteX5" fmla="*/ 54270 w 2511291"/>
              <a:gd name="connsiteY5" fmla="*/ 3791904 h 4209013"/>
              <a:gd name="connsiteX6" fmla="*/ 276566 w 2511291"/>
              <a:gd name="connsiteY6" fmla="*/ 3119423 h 4209013"/>
              <a:gd name="connsiteX7" fmla="*/ 178153 w 2511291"/>
              <a:gd name="connsiteY7" fmla="*/ 1654815 h 4209013"/>
              <a:gd name="connsiteX0" fmla="*/ 260213 w 2593351"/>
              <a:gd name="connsiteY0" fmla="*/ 1654815 h 4209013"/>
              <a:gd name="connsiteX1" fmla="*/ 1426782 w 2593351"/>
              <a:gd name="connsiteY1" fmla="*/ 0 h 4209013"/>
              <a:gd name="connsiteX2" fmla="*/ 2593351 w 2593351"/>
              <a:gd name="connsiteY2" fmla="*/ 1654815 h 4209013"/>
              <a:gd name="connsiteX3" fmla="*/ 1647939 w 2593351"/>
              <a:gd name="connsiteY3" fmla="*/ 4126201 h 4209013"/>
              <a:gd name="connsiteX4" fmla="*/ 1206476 w 2593351"/>
              <a:gd name="connsiteY4" fmla="*/ 3554658 h 4209013"/>
              <a:gd name="connsiteX5" fmla="*/ 136330 w 2593351"/>
              <a:gd name="connsiteY5" fmla="*/ 3791904 h 4209013"/>
              <a:gd name="connsiteX6" fmla="*/ 358626 w 2593351"/>
              <a:gd name="connsiteY6" fmla="*/ 3119423 h 4209013"/>
              <a:gd name="connsiteX7" fmla="*/ 3415 w 2593351"/>
              <a:gd name="connsiteY7" fmla="*/ 2704771 h 4209013"/>
              <a:gd name="connsiteX8" fmla="*/ 260213 w 2593351"/>
              <a:gd name="connsiteY8" fmla="*/ 1654815 h 4209013"/>
              <a:gd name="connsiteX0" fmla="*/ 504687 w 2590617"/>
              <a:gd name="connsiteY0" fmla="*/ 1884698 h 4210353"/>
              <a:gd name="connsiteX1" fmla="*/ 1424048 w 2590617"/>
              <a:gd name="connsiteY1" fmla="*/ 1340 h 4210353"/>
              <a:gd name="connsiteX2" fmla="*/ 2590617 w 2590617"/>
              <a:gd name="connsiteY2" fmla="*/ 1656155 h 4210353"/>
              <a:gd name="connsiteX3" fmla="*/ 1645205 w 2590617"/>
              <a:gd name="connsiteY3" fmla="*/ 4127541 h 4210353"/>
              <a:gd name="connsiteX4" fmla="*/ 1203742 w 2590617"/>
              <a:gd name="connsiteY4" fmla="*/ 3555998 h 4210353"/>
              <a:gd name="connsiteX5" fmla="*/ 133596 w 2590617"/>
              <a:gd name="connsiteY5" fmla="*/ 3793244 h 4210353"/>
              <a:gd name="connsiteX6" fmla="*/ 355892 w 2590617"/>
              <a:gd name="connsiteY6" fmla="*/ 3120763 h 4210353"/>
              <a:gd name="connsiteX7" fmla="*/ 681 w 2590617"/>
              <a:gd name="connsiteY7" fmla="*/ 2706111 h 4210353"/>
              <a:gd name="connsiteX8" fmla="*/ 504687 w 2590617"/>
              <a:gd name="connsiteY8" fmla="*/ 1884698 h 4210353"/>
              <a:gd name="connsiteX0" fmla="*/ 504441 w 2590371"/>
              <a:gd name="connsiteY0" fmla="*/ 1891953 h 4217608"/>
              <a:gd name="connsiteX1" fmla="*/ 401910 w 2590371"/>
              <a:gd name="connsiteY1" fmla="*/ 1052029 h 4217608"/>
              <a:gd name="connsiteX2" fmla="*/ 1423802 w 2590371"/>
              <a:gd name="connsiteY2" fmla="*/ 8595 h 4217608"/>
              <a:gd name="connsiteX3" fmla="*/ 2590371 w 2590371"/>
              <a:gd name="connsiteY3" fmla="*/ 1663410 h 4217608"/>
              <a:gd name="connsiteX4" fmla="*/ 1644959 w 2590371"/>
              <a:gd name="connsiteY4" fmla="*/ 4134796 h 4217608"/>
              <a:gd name="connsiteX5" fmla="*/ 1203496 w 2590371"/>
              <a:gd name="connsiteY5" fmla="*/ 3563253 h 4217608"/>
              <a:gd name="connsiteX6" fmla="*/ 133350 w 2590371"/>
              <a:gd name="connsiteY6" fmla="*/ 3800499 h 4217608"/>
              <a:gd name="connsiteX7" fmla="*/ 355646 w 2590371"/>
              <a:gd name="connsiteY7" fmla="*/ 3128018 h 4217608"/>
              <a:gd name="connsiteX8" fmla="*/ 435 w 2590371"/>
              <a:gd name="connsiteY8" fmla="*/ 2713366 h 4217608"/>
              <a:gd name="connsiteX9" fmla="*/ 504441 w 2590371"/>
              <a:gd name="connsiteY9" fmla="*/ 1891953 h 4217608"/>
              <a:gd name="connsiteX0" fmla="*/ 504441 w 2599162"/>
              <a:gd name="connsiteY0" fmla="*/ 1891953 h 4184883"/>
              <a:gd name="connsiteX1" fmla="*/ 401910 w 2599162"/>
              <a:gd name="connsiteY1" fmla="*/ 1052029 h 4184883"/>
              <a:gd name="connsiteX2" fmla="*/ 1423802 w 2599162"/>
              <a:gd name="connsiteY2" fmla="*/ 8595 h 4184883"/>
              <a:gd name="connsiteX3" fmla="*/ 2590371 w 2599162"/>
              <a:gd name="connsiteY3" fmla="*/ 1663410 h 4184883"/>
              <a:gd name="connsiteX4" fmla="*/ 2119613 w 2599162"/>
              <a:gd name="connsiteY4" fmla="*/ 3876075 h 4184883"/>
              <a:gd name="connsiteX5" fmla="*/ 1644959 w 2599162"/>
              <a:gd name="connsiteY5" fmla="*/ 4134796 h 4184883"/>
              <a:gd name="connsiteX6" fmla="*/ 1203496 w 2599162"/>
              <a:gd name="connsiteY6" fmla="*/ 3563253 h 4184883"/>
              <a:gd name="connsiteX7" fmla="*/ 133350 w 2599162"/>
              <a:gd name="connsiteY7" fmla="*/ 3800499 h 4184883"/>
              <a:gd name="connsiteX8" fmla="*/ 355646 w 2599162"/>
              <a:gd name="connsiteY8" fmla="*/ 3128018 h 4184883"/>
              <a:gd name="connsiteX9" fmla="*/ 435 w 2599162"/>
              <a:gd name="connsiteY9" fmla="*/ 2713366 h 4184883"/>
              <a:gd name="connsiteX10" fmla="*/ 504441 w 2599162"/>
              <a:gd name="connsiteY10" fmla="*/ 1891953 h 4184883"/>
              <a:gd name="connsiteX0" fmla="*/ 504441 w 2616266"/>
              <a:gd name="connsiteY0" fmla="*/ 1891953 h 4143756"/>
              <a:gd name="connsiteX1" fmla="*/ 401910 w 2616266"/>
              <a:gd name="connsiteY1" fmla="*/ 1052029 h 4143756"/>
              <a:gd name="connsiteX2" fmla="*/ 1423802 w 2616266"/>
              <a:gd name="connsiteY2" fmla="*/ 8595 h 4143756"/>
              <a:gd name="connsiteX3" fmla="*/ 2590371 w 2616266"/>
              <a:gd name="connsiteY3" fmla="*/ 1663410 h 4143756"/>
              <a:gd name="connsiteX4" fmla="*/ 2150329 w 2616266"/>
              <a:gd name="connsiteY4" fmla="*/ 3406984 h 4143756"/>
              <a:gd name="connsiteX5" fmla="*/ 2119613 w 2616266"/>
              <a:gd name="connsiteY5" fmla="*/ 3876075 h 4143756"/>
              <a:gd name="connsiteX6" fmla="*/ 1644959 w 2616266"/>
              <a:gd name="connsiteY6" fmla="*/ 4134796 h 4143756"/>
              <a:gd name="connsiteX7" fmla="*/ 1203496 w 2616266"/>
              <a:gd name="connsiteY7" fmla="*/ 3563253 h 4143756"/>
              <a:gd name="connsiteX8" fmla="*/ 133350 w 2616266"/>
              <a:gd name="connsiteY8" fmla="*/ 3800499 h 4143756"/>
              <a:gd name="connsiteX9" fmla="*/ 355646 w 2616266"/>
              <a:gd name="connsiteY9" fmla="*/ 3128018 h 4143756"/>
              <a:gd name="connsiteX10" fmla="*/ 435 w 2616266"/>
              <a:gd name="connsiteY10" fmla="*/ 2713366 h 4143756"/>
              <a:gd name="connsiteX11" fmla="*/ 504441 w 2616266"/>
              <a:gd name="connsiteY11" fmla="*/ 1891953 h 4143756"/>
              <a:gd name="connsiteX0" fmla="*/ 504441 w 3046852"/>
              <a:gd name="connsiteY0" fmla="*/ 1891953 h 4143756"/>
              <a:gd name="connsiteX1" fmla="*/ 401910 w 3046852"/>
              <a:gd name="connsiteY1" fmla="*/ 1052029 h 4143756"/>
              <a:gd name="connsiteX2" fmla="*/ 1423802 w 3046852"/>
              <a:gd name="connsiteY2" fmla="*/ 8595 h 4143756"/>
              <a:gd name="connsiteX3" fmla="*/ 2590371 w 3046852"/>
              <a:gd name="connsiteY3" fmla="*/ 1663410 h 4143756"/>
              <a:gd name="connsiteX4" fmla="*/ 3036964 w 3046852"/>
              <a:gd name="connsiteY4" fmla="*/ 2764926 h 4143756"/>
              <a:gd name="connsiteX5" fmla="*/ 2150329 w 3046852"/>
              <a:gd name="connsiteY5" fmla="*/ 3406984 h 4143756"/>
              <a:gd name="connsiteX6" fmla="*/ 2119613 w 3046852"/>
              <a:gd name="connsiteY6" fmla="*/ 3876075 h 4143756"/>
              <a:gd name="connsiteX7" fmla="*/ 1644959 w 3046852"/>
              <a:gd name="connsiteY7" fmla="*/ 4134796 h 4143756"/>
              <a:gd name="connsiteX8" fmla="*/ 1203496 w 3046852"/>
              <a:gd name="connsiteY8" fmla="*/ 3563253 h 4143756"/>
              <a:gd name="connsiteX9" fmla="*/ 133350 w 3046852"/>
              <a:gd name="connsiteY9" fmla="*/ 3800499 h 4143756"/>
              <a:gd name="connsiteX10" fmla="*/ 355646 w 3046852"/>
              <a:gd name="connsiteY10" fmla="*/ 3128018 h 4143756"/>
              <a:gd name="connsiteX11" fmla="*/ 435 w 3046852"/>
              <a:gd name="connsiteY11" fmla="*/ 2713366 h 4143756"/>
              <a:gd name="connsiteX12" fmla="*/ 504441 w 3046852"/>
              <a:gd name="connsiteY12" fmla="*/ 1891953 h 4143756"/>
              <a:gd name="connsiteX0" fmla="*/ 504441 w 3046852"/>
              <a:gd name="connsiteY0" fmla="*/ 1934582 h 4186385"/>
              <a:gd name="connsiteX1" fmla="*/ 401910 w 3046852"/>
              <a:gd name="connsiteY1" fmla="*/ 1094658 h 4186385"/>
              <a:gd name="connsiteX2" fmla="*/ 1675093 w 3046852"/>
              <a:gd name="connsiteY2" fmla="*/ 8208 h 4186385"/>
              <a:gd name="connsiteX3" fmla="*/ 2590371 w 3046852"/>
              <a:gd name="connsiteY3" fmla="*/ 1706039 h 4186385"/>
              <a:gd name="connsiteX4" fmla="*/ 3036964 w 3046852"/>
              <a:gd name="connsiteY4" fmla="*/ 2807555 h 4186385"/>
              <a:gd name="connsiteX5" fmla="*/ 2150329 w 3046852"/>
              <a:gd name="connsiteY5" fmla="*/ 3449613 h 4186385"/>
              <a:gd name="connsiteX6" fmla="*/ 2119613 w 3046852"/>
              <a:gd name="connsiteY6" fmla="*/ 3918704 h 4186385"/>
              <a:gd name="connsiteX7" fmla="*/ 1644959 w 3046852"/>
              <a:gd name="connsiteY7" fmla="*/ 4177425 h 4186385"/>
              <a:gd name="connsiteX8" fmla="*/ 1203496 w 3046852"/>
              <a:gd name="connsiteY8" fmla="*/ 3605882 h 4186385"/>
              <a:gd name="connsiteX9" fmla="*/ 133350 w 3046852"/>
              <a:gd name="connsiteY9" fmla="*/ 3843128 h 4186385"/>
              <a:gd name="connsiteX10" fmla="*/ 355646 w 3046852"/>
              <a:gd name="connsiteY10" fmla="*/ 3170647 h 4186385"/>
              <a:gd name="connsiteX11" fmla="*/ 435 w 3046852"/>
              <a:gd name="connsiteY11" fmla="*/ 2755995 h 4186385"/>
              <a:gd name="connsiteX12" fmla="*/ 504441 w 3046852"/>
              <a:gd name="connsiteY12" fmla="*/ 1934582 h 4186385"/>
              <a:gd name="connsiteX0" fmla="*/ 504441 w 3046852"/>
              <a:gd name="connsiteY0" fmla="*/ 1934582 h 4204010"/>
              <a:gd name="connsiteX1" fmla="*/ 401910 w 3046852"/>
              <a:gd name="connsiteY1" fmla="*/ 1094658 h 4204010"/>
              <a:gd name="connsiteX2" fmla="*/ 1675093 w 3046852"/>
              <a:gd name="connsiteY2" fmla="*/ 8208 h 4204010"/>
              <a:gd name="connsiteX3" fmla="*/ 2590371 w 3046852"/>
              <a:gd name="connsiteY3" fmla="*/ 1706039 h 4204010"/>
              <a:gd name="connsiteX4" fmla="*/ 3036964 w 3046852"/>
              <a:gd name="connsiteY4" fmla="*/ 2807555 h 4204010"/>
              <a:gd name="connsiteX5" fmla="*/ 2150329 w 3046852"/>
              <a:gd name="connsiteY5" fmla="*/ 3449613 h 4204010"/>
              <a:gd name="connsiteX6" fmla="*/ 2119613 w 3046852"/>
              <a:gd name="connsiteY6" fmla="*/ 3918704 h 4204010"/>
              <a:gd name="connsiteX7" fmla="*/ 1429539 w 3046852"/>
              <a:gd name="connsiteY7" fmla="*/ 4195701 h 4204010"/>
              <a:gd name="connsiteX8" fmla="*/ 1203496 w 3046852"/>
              <a:gd name="connsiteY8" fmla="*/ 3605882 h 4204010"/>
              <a:gd name="connsiteX9" fmla="*/ 133350 w 3046852"/>
              <a:gd name="connsiteY9" fmla="*/ 3843128 h 4204010"/>
              <a:gd name="connsiteX10" fmla="*/ 355646 w 3046852"/>
              <a:gd name="connsiteY10" fmla="*/ 3170647 h 4204010"/>
              <a:gd name="connsiteX11" fmla="*/ 435 w 3046852"/>
              <a:gd name="connsiteY11" fmla="*/ 2755995 h 4204010"/>
              <a:gd name="connsiteX12" fmla="*/ 504441 w 3046852"/>
              <a:gd name="connsiteY12" fmla="*/ 1934582 h 4204010"/>
              <a:gd name="connsiteX0" fmla="*/ 504441 w 3046852"/>
              <a:gd name="connsiteY0" fmla="*/ 1934582 h 4196120"/>
              <a:gd name="connsiteX1" fmla="*/ 401910 w 3046852"/>
              <a:gd name="connsiteY1" fmla="*/ 1094658 h 4196120"/>
              <a:gd name="connsiteX2" fmla="*/ 1675093 w 3046852"/>
              <a:gd name="connsiteY2" fmla="*/ 8208 h 4196120"/>
              <a:gd name="connsiteX3" fmla="*/ 2590371 w 3046852"/>
              <a:gd name="connsiteY3" fmla="*/ 1706039 h 4196120"/>
              <a:gd name="connsiteX4" fmla="*/ 3036964 w 3046852"/>
              <a:gd name="connsiteY4" fmla="*/ 2807555 h 4196120"/>
              <a:gd name="connsiteX5" fmla="*/ 2150329 w 3046852"/>
              <a:gd name="connsiteY5" fmla="*/ 3449613 h 4196120"/>
              <a:gd name="connsiteX6" fmla="*/ 1837628 w 3046852"/>
              <a:gd name="connsiteY6" fmla="*/ 3695825 h 4196120"/>
              <a:gd name="connsiteX7" fmla="*/ 1429539 w 3046852"/>
              <a:gd name="connsiteY7" fmla="*/ 4195701 h 4196120"/>
              <a:gd name="connsiteX8" fmla="*/ 1203496 w 3046852"/>
              <a:gd name="connsiteY8" fmla="*/ 3605882 h 4196120"/>
              <a:gd name="connsiteX9" fmla="*/ 133350 w 3046852"/>
              <a:gd name="connsiteY9" fmla="*/ 3843128 h 4196120"/>
              <a:gd name="connsiteX10" fmla="*/ 355646 w 3046852"/>
              <a:gd name="connsiteY10" fmla="*/ 3170647 h 4196120"/>
              <a:gd name="connsiteX11" fmla="*/ 435 w 3046852"/>
              <a:gd name="connsiteY11" fmla="*/ 2755995 h 4196120"/>
              <a:gd name="connsiteX12" fmla="*/ 504441 w 3046852"/>
              <a:gd name="connsiteY12" fmla="*/ 1934582 h 4196120"/>
              <a:gd name="connsiteX0" fmla="*/ 504441 w 3046852"/>
              <a:gd name="connsiteY0" fmla="*/ 1934582 h 4196120"/>
              <a:gd name="connsiteX1" fmla="*/ 401910 w 3046852"/>
              <a:gd name="connsiteY1" fmla="*/ 1094658 h 4196120"/>
              <a:gd name="connsiteX2" fmla="*/ 1675093 w 3046852"/>
              <a:gd name="connsiteY2" fmla="*/ 8208 h 4196120"/>
              <a:gd name="connsiteX3" fmla="*/ 2590371 w 3046852"/>
              <a:gd name="connsiteY3" fmla="*/ 1706039 h 4196120"/>
              <a:gd name="connsiteX4" fmla="*/ 3036964 w 3046852"/>
              <a:gd name="connsiteY4" fmla="*/ 2807555 h 4196120"/>
              <a:gd name="connsiteX5" fmla="*/ 2268974 w 3046852"/>
              <a:gd name="connsiteY5" fmla="*/ 3249699 h 4196120"/>
              <a:gd name="connsiteX6" fmla="*/ 1837628 w 3046852"/>
              <a:gd name="connsiteY6" fmla="*/ 3695825 h 4196120"/>
              <a:gd name="connsiteX7" fmla="*/ 1429539 w 3046852"/>
              <a:gd name="connsiteY7" fmla="*/ 4195701 h 4196120"/>
              <a:gd name="connsiteX8" fmla="*/ 1203496 w 3046852"/>
              <a:gd name="connsiteY8" fmla="*/ 3605882 h 4196120"/>
              <a:gd name="connsiteX9" fmla="*/ 133350 w 3046852"/>
              <a:gd name="connsiteY9" fmla="*/ 3843128 h 4196120"/>
              <a:gd name="connsiteX10" fmla="*/ 355646 w 3046852"/>
              <a:gd name="connsiteY10" fmla="*/ 3170647 h 4196120"/>
              <a:gd name="connsiteX11" fmla="*/ 435 w 3046852"/>
              <a:gd name="connsiteY11" fmla="*/ 2755995 h 4196120"/>
              <a:gd name="connsiteX12" fmla="*/ 504441 w 3046852"/>
              <a:gd name="connsiteY12" fmla="*/ 1934582 h 4196120"/>
              <a:gd name="connsiteX0" fmla="*/ 504441 w 3046852"/>
              <a:gd name="connsiteY0" fmla="*/ 1934582 h 4196120"/>
              <a:gd name="connsiteX1" fmla="*/ 401910 w 3046852"/>
              <a:gd name="connsiteY1" fmla="*/ 1094658 h 4196120"/>
              <a:gd name="connsiteX2" fmla="*/ 1675093 w 3046852"/>
              <a:gd name="connsiteY2" fmla="*/ 8208 h 4196120"/>
              <a:gd name="connsiteX3" fmla="*/ 2590371 w 3046852"/>
              <a:gd name="connsiteY3" fmla="*/ 1706039 h 4196120"/>
              <a:gd name="connsiteX4" fmla="*/ 3036964 w 3046852"/>
              <a:gd name="connsiteY4" fmla="*/ 2807555 h 4196120"/>
              <a:gd name="connsiteX5" fmla="*/ 2268974 w 3046852"/>
              <a:gd name="connsiteY5" fmla="*/ 3249699 h 4196120"/>
              <a:gd name="connsiteX6" fmla="*/ 1837628 w 3046852"/>
              <a:gd name="connsiteY6" fmla="*/ 3695825 h 4196120"/>
              <a:gd name="connsiteX7" fmla="*/ 1429539 w 3046852"/>
              <a:gd name="connsiteY7" fmla="*/ 4195701 h 4196120"/>
              <a:gd name="connsiteX8" fmla="*/ 1203496 w 3046852"/>
              <a:gd name="connsiteY8" fmla="*/ 3605882 h 4196120"/>
              <a:gd name="connsiteX9" fmla="*/ 133350 w 3046852"/>
              <a:gd name="connsiteY9" fmla="*/ 3843128 h 4196120"/>
              <a:gd name="connsiteX10" fmla="*/ 355646 w 3046852"/>
              <a:gd name="connsiteY10" fmla="*/ 3170647 h 4196120"/>
              <a:gd name="connsiteX11" fmla="*/ 435 w 3046852"/>
              <a:gd name="connsiteY11" fmla="*/ 2755995 h 4196120"/>
              <a:gd name="connsiteX12" fmla="*/ 504441 w 3046852"/>
              <a:gd name="connsiteY12" fmla="*/ 1934582 h 4196120"/>
              <a:gd name="connsiteX0" fmla="*/ 504441 w 3046852"/>
              <a:gd name="connsiteY0" fmla="*/ 1934582 h 4196597"/>
              <a:gd name="connsiteX1" fmla="*/ 401910 w 3046852"/>
              <a:gd name="connsiteY1" fmla="*/ 1094658 h 4196597"/>
              <a:gd name="connsiteX2" fmla="*/ 1675093 w 3046852"/>
              <a:gd name="connsiteY2" fmla="*/ 8208 h 4196597"/>
              <a:gd name="connsiteX3" fmla="*/ 2590371 w 3046852"/>
              <a:gd name="connsiteY3" fmla="*/ 1706039 h 4196597"/>
              <a:gd name="connsiteX4" fmla="*/ 3036964 w 3046852"/>
              <a:gd name="connsiteY4" fmla="*/ 2807555 h 4196597"/>
              <a:gd name="connsiteX5" fmla="*/ 2268974 w 3046852"/>
              <a:gd name="connsiteY5" fmla="*/ 3249699 h 4196597"/>
              <a:gd name="connsiteX6" fmla="*/ 1751280 w 3046852"/>
              <a:gd name="connsiteY6" fmla="*/ 3732984 h 4196597"/>
              <a:gd name="connsiteX7" fmla="*/ 1429539 w 3046852"/>
              <a:gd name="connsiteY7" fmla="*/ 4195701 h 4196597"/>
              <a:gd name="connsiteX8" fmla="*/ 1203496 w 3046852"/>
              <a:gd name="connsiteY8" fmla="*/ 3605882 h 4196597"/>
              <a:gd name="connsiteX9" fmla="*/ 133350 w 3046852"/>
              <a:gd name="connsiteY9" fmla="*/ 3843128 h 4196597"/>
              <a:gd name="connsiteX10" fmla="*/ 355646 w 3046852"/>
              <a:gd name="connsiteY10" fmla="*/ 3170647 h 4196597"/>
              <a:gd name="connsiteX11" fmla="*/ 435 w 3046852"/>
              <a:gd name="connsiteY11" fmla="*/ 2755995 h 4196597"/>
              <a:gd name="connsiteX12" fmla="*/ 504441 w 3046852"/>
              <a:gd name="connsiteY12" fmla="*/ 1934582 h 4196597"/>
              <a:gd name="connsiteX0" fmla="*/ 504441 w 3046852"/>
              <a:gd name="connsiteY0" fmla="*/ 1934582 h 4196597"/>
              <a:gd name="connsiteX1" fmla="*/ 401910 w 3046852"/>
              <a:gd name="connsiteY1" fmla="*/ 1094658 h 4196597"/>
              <a:gd name="connsiteX2" fmla="*/ 1675093 w 3046852"/>
              <a:gd name="connsiteY2" fmla="*/ 8208 h 4196597"/>
              <a:gd name="connsiteX3" fmla="*/ 2590371 w 3046852"/>
              <a:gd name="connsiteY3" fmla="*/ 1706039 h 4196597"/>
              <a:gd name="connsiteX4" fmla="*/ 3036964 w 3046852"/>
              <a:gd name="connsiteY4" fmla="*/ 2807555 h 4196597"/>
              <a:gd name="connsiteX5" fmla="*/ 2268974 w 3046852"/>
              <a:gd name="connsiteY5" fmla="*/ 3249699 h 4196597"/>
              <a:gd name="connsiteX6" fmla="*/ 1751280 w 3046852"/>
              <a:gd name="connsiteY6" fmla="*/ 3732984 h 4196597"/>
              <a:gd name="connsiteX7" fmla="*/ 1429539 w 3046852"/>
              <a:gd name="connsiteY7" fmla="*/ 4195701 h 4196597"/>
              <a:gd name="connsiteX8" fmla="*/ 1203496 w 3046852"/>
              <a:gd name="connsiteY8" fmla="*/ 3605882 h 4196597"/>
              <a:gd name="connsiteX9" fmla="*/ 133350 w 3046852"/>
              <a:gd name="connsiteY9" fmla="*/ 3843128 h 4196597"/>
              <a:gd name="connsiteX10" fmla="*/ 355646 w 3046852"/>
              <a:gd name="connsiteY10" fmla="*/ 3170647 h 4196597"/>
              <a:gd name="connsiteX11" fmla="*/ 435 w 3046852"/>
              <a:gd name="connsiteY11" fmla="*/ 2755995 h 4196597"/>
              <a:gd name="connsiteX12" fmla="*/ 504441 w 3046852"/>
              <a:gd name="connsiteY12" fmla="*/ 1934582 h 41965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046852" h="4196597">
                <a:moveTo>
                  <a:pt x="504441" y="1934582"/>
                </a:moveTo>
                <a:cubicBezTo>
                  <a:pt x="571354" y="1657693"/>
                  <a:pt x="248683" y="1408551"/>
                  <a:pt x="401910" y="1094658"/>
                </a:cubicBezTo>
                <a:cubicBezTo>
                  <a:pt x="555137" y="780765"/>
                  <a:pt x="1310350" y="-93689"/>
                  <a:pt x="1675093" y="8208"/>
                </a:cubicBezTo>
                <a:cubicBezTo>
                  <a:pt x="2039836" y="110105"/>
                  <a:pt x="2423655" y="1267818"/>
                  <a:pt x="2590371" y="1706039"/>
                </a:cubicBezTo>
                <a:cubicBezTo>
                  <a:pt x="2757087" y="2144260"/>
                  <a:pt x="3110304" y="2516959"/>
                  <a:pt x="3036964" y="2807555"/>
                </a:cubicBezTo>
                <a:cubicBezTo>
                  <a:pt x="2963624" y="3098151"/>
                  <a:pt x="2319721" y="3043340"/>
                  <a:pt x="2268974" y="3249699"/>
                </a:cubicBezTo>
                <a:cubicBezTo>
                  <a:pt x="1970120" y="3376760"/>
                  <a:pt x="1736843" y="3540948"/>
                  <a:pt x="1751280" y="3732984"/>
                </a:cubicBezTo>
                <a:cubicBezTo>
                  <a:pt x="1643304" y="3856753"/>
                  <a:pt x="1520836" y="4216885"/>
                  <a:pt x="1429539" y="4195701"/>
                </a:cubicBezTo>
                <a:cubicBezTo>
                  <a:pt x="1338242" y="4174517"/>
                  <a:pt x="1444066" y="3815346"/>
                  <a:pt x="1203496" y="3605882"/>
                </a:cubicBezTo>
                <a:cubicBezTo>
                  <a:pt x="962926" y="3396419"/>
                  <a:pt x="329688" y="3946256"/>
                  <a:pt x="133350" y="3843128"/>
                </a:cubicBezTo>
                <a:cubicBezTo>
                  <a:pt x="-62988" y="3740000"/>
                  <a:pt x="338052" y="3410806"/>
                  <a:pt x="355646" y="3170647"/>
                </a:cubicBezTo>
                <a:cubicBezTo>
                  <a:pt x="373240" y="2930488"/>
                  <a:pt x="16837" y="3000096"/>
                  <a:pt x="435" y="2755995"/>
                </a:cubicBezTo>
                <a:cubicBezTo>
                  <a:pt x="-15967" y="2511894"/>
                  <a:pt x="437529" y="2211472"/>
                  <a:pt x="504441" y="1934582"/>
                </a:cubicBezTo>
                <a:close/>
              </a:path>
            </a:pathLst>
          </a:custGeom>
          <a:solidFill>
            <a:srgbClr val="92D05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5470" name="Ovaal 7">
            <a:extLst>
              <a:ext uri="{FF2B5EF4-FFF2-40B4-BE49-F238E27FC236}">
                <a16:creationId xmlns:a16="http://schemas.microsoft.com/office/drawing/2014/main" id="{4678A498-FA58-4646-B383-E4B0E7478C74}"/>
              </a:ext>
            </a:extLst>
          </p:cNvPr>
          <p:cNvSpPr/>
          <p:nvPr userDrawn="1"/>
        </p:nvSpPr>
        <p:spPr>
          <a:xfrm rot="2784076">
            <a:off x="4390465" y="-8868"/>
            <a:ext cx="4535826" cy="8097984"/>
          </a:xfrm>
          <a:custGeom>
            <a:avLst/>
            <a:gdLst>
              <a:gd name="connsiteX0" fmla="*/ 0 w 2333138"/>
              <a:gd name="connsiteY0" fmla="*/ 1654815 h 3309629"/>
              <a:gd name="connsiteX1" fmla="*/ 1166569 w 2333138"/>
              <a:gd name="connsiteY1" fmla="*/ 0 h 3309629"/>
              <a:gd name="connsiteX2" fmla="*/ 2333138 w 2333138"/>
              <a:gd name="connsiteY2" fmla="*/ 1654815 h 3309629"/>
              <a:gd name="connsiteX3" fmla="*/ 1166569 w 2333138"/>
              <a:gd name="connsiteY3" fmla="*/ 3309630 h 3309629"/>
              <a:gd name="connsiteX4" fmla="*/ 0 w 2333138"/>
              <a:gd name="connsiteY4" fmla="*/ 1654815 h 3309629"/>
              <a:gd name="connsiteX0" fmla="*/ 6291 w 2339429"/>
              <a:gd name="connsiteY0" fmla="*/ 1218075 h 2872890"/>
              <a:gd name="connsiteX1" fmla="*/ 863180 w 2339429"/>
              <a:gd name="connsiteY1" fmla="*/ 0 h 2872890"/>
              <a:gd name="connsiteX2" fmla="*/ 2339429 w 2339429"/>
              <a:gd name="connsiteY2" fmla="*/ 1218075 h 2872890"/>
              <a:gd name="connsiteX3" fmla="*/ 1172860 w 2339429"/>
              <a:gd name="connsiteY3" fmla="*/ 2872890 h 2872890"/>
              <a:gd name="connsiteX4" fmla="*/ 6291 w 2339429"/>
              <a:gd name="connsiteY4" fmla="*/ 1218075 h 2872890"/>
              <a:gd name="connsiteX0" fmla="*/ 3101 w 2370358"/>
              <a:gd name="connsiteY0" fmla="*/ 1242003 h 2896818"/>
              <a:gd name="connsiteX1" fmla="*/ 859990 w 2370358"/>
              <a:gd name="connsiteY1" fmla="*/ 23928 h 2896818"/>
              <a:gd name="connsiteX2" fmla="*/ 1819548 w 2370358"/>
              <a:gd name="connsiteY2" fmla="*/ 494711 h 2896818"/>
              <a:gd name="connsiteX3" fmla="*/ 2336239 w 2370358"/>
              <a:gd name="connsiteY3" fmla="*/ 1242003 h 2896818"/>
              <a:gd name="connsiteX4" fmla="*/ 1169670 w 2370358"/>
              <a:gd name="connsiteY4" fmla="*/ 2896818 h 2896818"/>
              <a:gd name="connsiteX5" fmla="*/ 3101 w 2370358"/>
              <a:gd name="connsiteY5" fmla="*/ 1242003 h 2896818"/>
              <a:gd name="connsiteX0" fmla="*/ 3101 w 2500968"/>
              <a:gd name="connsiteY0" fmla="*/ 1242003 h 2900162"/>
              <a:gd name="connsiteX1" fmla="*/ 859990 w 2500968"/>
              <a:gd name="connsiteY1" fmla="*/ 23928 h 2900162"/>
              <a:gd name="connsiteX2" fmla="*/ 1819548 w 2500968"/>
              <a:gd name="connsiteY2" fmla="*/ 494711 h 2900162"/>
              <a:gd name="connsiteX3" fmla="*/ 2336239 w 2500968"/>
              <a:gd name="connsiteY3" fmla="*/ 1242003 h 2900162"/>
              <a:gd name="connsiteX4" fmla="*/ 2422256 w 2500968"/>
              <a:gd name="connsiteY4" fmla="*/ 1658664 h 2900162"/>
              <a:gd name="connsiteX5" fmla="*/ 1169670 w 2500968"/>
              <a:gd name="connsiteY5" fmla="*/ 2896818 h 2900162"/>
              <a:gd name="connsiteX6" fmla="*/ 3101 w 2500968"/>
              <a:gd name="connsiteY6" fmla="*/ 1242003 h 2900162"/>
              <a:gd name="connsiteX0" fmla="*/ 4027 w 2323030"/>
              <a:gd name="connsiteY0" fmla="*/ 1136021 h 2896955"/>
              <a:gd name="connsiteX1" fmla="*/ 682052 w 2323030"/>
              <a:gd name="connsiteY1" fmla="*/ 19035 h 2896955"/>
              <a:gd name="connsiteX2" fmla="*/ 1641610 w 2323030"/>
              <a:gd name="connsiteY2" fmla="*/ 489818 h 2896955"/>
              <a:gd name="connsiteX3" fmla="*/ 2158301 w 2323030"/>
              <a:gd name="connsiteY3" fmla="*/ 1237110 h 2896955"/>
              <a:gd name="connsiteX4" fmla="*/ 2244318 w 2323030"/>
              <a:gd name="connsiteY4" fmla="*/ 1653771 h 2896955"/>
              <a:gd name="connsiteX5" fmla="*/ 991732 w 2323030"/>
              <a:gd name="connsiteY5" fmla="*/ 2891925 h 2896955"/>
              <a:gd name="connsiteX6" fmla="*/ 4027 w 2323030"/>
              <a:gd name="connsiteY6" fmla="*/ 1136021 h 2896955"/>
              <a:gd name="connsiteX0" fmla="*/ 822 w 2319825"/>
              <a:gd name="connsiteY0" fmla="*/ 1136021 h 2903959"/>
              <a:gd name="connsiteX1" fmla="*/ 678847 w 2319825"/>
              <a:gd name="connsiteY1" fmla="*/ 19035 h 2903959"/>
              <a:gd name="connsiteX2" fmla="*/ 1638405 w 2319825"/>
              <a:gd name="connsiteY2" fmla="*/ 489818 h 2903959"/>
              <a:gd name="connsiteX3" fmla="*/ 2155096 w 2319825"/>
              <a:gd name="connsiteY3" fmla="*/ 1237110 h 2903959"/>
              <a:gd name="connsiteX4" fmla="*/ 2241113 w 2319825"/>
              <a:gd name="connsiteY4" fmla="*/ 1653771 h 2903959"/>
              <a:gd name="connsiteX5" fmla="*/ 988527 w 2319825"/>
              <a:gd name="connsiteY5" fmla="*/ 2891925 h 2903959"/>
              <a:gd name="connsiteX6" fmla="*/ 549878 w 2319825"/>
              <a:gd name="connsiteY6" fmla="*/ 2216670 h 2903959"/>
              <a:gd name="connsiteX7" fmla="*/ 822 w 2319825"/>
              <a:gd name="connsiteY7" fmla="*/ 1136021 h 2903959"/>
              <a:gd name="connsiteX0" fmla="*/ 435 w 2693335"/>
              <a:gd name="connsiteY0" fmla="*/ 1955842 h 2946971"/>
              <a:gd name="connsiteX1" fmla="*/ 1052357 w 2693335"/>
              <a:gd name="connsiteY1" fmla="*/ 62047 h 2946971"/>
              <a:gd name="connsiteX2" fmla="*/ 2011915 w 2693335"/>
              <a:gd name="connsiteY2" fmla="*/ 532830 h 2946971"/>
              <a:gd name="connsiteX3" fmla="*/ 2528606 w 2693335"/>
              <a:gd name="connsiteY3" fmla="*/ 1280122 h 2946971"/>
              <a:gd name="connsiteX4" fmla="*/ 2614623 w 2693335"/>
              <a:gd name="connsiteY4" fmla="*/ 1696783 h 2946971"/>
              <a:gd name="connsiteX5" fmla="*/ 1362037 w 2693335"/>
              <a:gd name="connsiteY5" fmla="*/ 2934937 h 2946971"/>
              <a:gd name="connsiteX6" fmla="*/ 923388 w 2693335"/>
              <a:gd name="connsiteY6" fmla="*/ 2259682 h 2946971"/>
              <a:gd name="connsiteX7" fmla="*/ 435 w 2693335"/>
              <a:gd name="connsiteY7" fmla="*/ 1955842 h 2946971"/>
              <a:gd name="connsiteX0" fmla="*/ 24303 w 2717203"/>
              <a:gd name="connsiteY0" fmla="*/ 1918184 h 2909313"/>
              <a:gd name="connsiteX1" fmla="*/ 337193 w 2717203"/>
              <a:gd name="connsiteY1" fmla="*/ 1251676 h 2909313"/>
              <a:gd name="connsiteX2" fmla="*/ 1076225 w 2717203"/>
              <a:gd name="connsiteY2" fmla="*/ 24389 h 2909313"/>
              <a:gd name="connsiteX3" fmla="*/ 2035783 w 2717203"/>
              <a:gd name="connsiteY3" fmla="*/ 495172 h 2909313"/>
              <a:gd name="connsiteX4" fmla="*/ 2552474 w 2717203"/>
              <a:gd name="connsiteY4" fmla="*/ 1242464 h 2909313"/>
              <a:gd name="connsiteX5" fmla="*/ 2638491 w 2717203"/>
              <a:gd name="connsiteY5" fmla="*/ 1659125 h 2909313"/>
              <a:gd name="connsiteX6" fmla="*/ 1385905 w 2717203"/>
              <a:gd name="connsiteY6" fmla="*/ 2897279 h 2909313"/>
              <a:gd name="connsiteX7" fmla="*/ 947256 w 2717203"/>
              <a:gd name="connsiteY7" fmla="*/ 2222024 h 2909313"/>
              <a:gd name="connsiteX8" fmla="*/ 24303 w 2717203"/>
              <a:gd name="connsiteY8" fmla="*/ 1918184 h 2909313"/>
              <a:gd name="connsiteX0" fmla="*/ 24303 w 2717203"/>
              <a:gd name="connsiteY0" fmla="*/ 1918184 h 2909313"/>
              <a:gd name="connsiteX1" fmla="*/ 337193 w 2717203"/>
              <a:gd name="connsiteY1" fmla="*/ 1251676 h 2909313"/>
              <a:gd name="connsiteX2" fmla="*/ 1076225 w 2717203"/>
              <a:gd name="connsiteY2" fmla="*/ 24389 h 2909313"/>
              <a:gd name="connsiteX3" fmla="*/ 2035783 w 2717203"/>
              <a:gd name="connsiteY3" fmla="*/ 495172 h 2909313"/>
              <a:gd name="connsiteX4" fmla="*/ 2552474 w 2717203"/>
              <a:gd name="connsiteY4" fmla="*/ 1242464 h 2909313"/>
              <a:gd name="connsiteX5" fmla="*/ 2638491 w 2717203"/>
              <a:gd name="connsiteY5" fmla="*/ 1659125 h 2909313"/>
              <a:gd name="connsiteX6" fmla="*/ 1385905 w 2717203"/>
              <a:gd name="connsiteY6" fmla="*/ 2897279 h 2909313"/>
              <a:gd name="connsiteX7" fmla="*/ 947256 w 2717203"/>
              <a:gd name="connsiteY7" fmla="*/ 2222024 h 2909313"/>
              <a:gd name="connsiteX8" fmla="*/ 24303 w 2717203"/>
              <a:gd name="connsiteY8" fmla="*/ 1918184 h 2909313"/>
              <a:gd name="connsiteX0" fmla="*/ 24303 w 2717203"/>
              <a:gd name="connsiteY0" fmla="*/ 1893855 h 2884984"/>
              <a:gd name="connsiteX1" fmla="*/ 337193 w 2717203"/>
              <a:gd name="connsiteY1" fmla="*/ 1227347 h 2884984"/>
              <a:gd name="connsiteX2" fmla="*/ 712272 w 2717203"/>
              <a:gd name="connsiteY2" fmla="*/ 498866 h 2884984"/>
              <a:gd name="connsiteX3" fmla="*/ 1076225 w 2717203"/>
              <a:gd name="connsiteY3" fmla="*/ 60 h 2884984"/>
              <a:gd name="connsiteX4" fmla="*/ 2035783 w 2717203"/>
              <a:gd name="connsiteY4" fmla="*/ 470843 h 2884984"/>
              <a:gd name="connsiteX5" fmla="*/ 2552474 w 2717203"/>
              <a:gd name="connsiteY5" fmla="*/ 1218135 h 2884984"/>
              <a:gd name="connsiteX6" fmla="*/ 2638491 w 2717203"/>
              <a:gd name="connsiteY6" fmla="*/ 1634796 h 2884984"/>
              <a:gd name="connsiteX7" fmla="*/ 1385905 w 2717203"/>
              <a:gd name="connsiteY7" fmla="*/ 2872950 h 2884984"/>
              <a:gd name="connsiteX8" fmla="*/ 947256 w 2717203"/>
              <a:gd name="connsiteY8" fmla="*/ 2197695 h 2884984"/>
              <a:gd name="connsiteX9" fmla="*/ 24303 w 2717203"/>
              <a:gd name="connsiteY9" fmla="*/ 1893855 h 2884984"/>
              <a:gd name="connsiteX0" fmla="*/ 24303 w 2717203"/>
              <a:gd name="connsiteY0" fmla="*/ 2158132 h 3149261"/>
              <a:gd name="connsiteX1" fmla="*/ 337193 w 2717203"/>
              <a:gd name="connsiteY1" fmla="*/ 1491624 h 3149261"/>
              <a:gd name="connsiteX2" fmla="*/ 712272 w 2717203"/>
              <a:gd name="connsiteY2" fmla="*/ 763143 h 3149261"/>
              <a:gd name="connsiteX3" fmla="*/ 761485 w 2717203"/>
              <a:gd name="connsiteY3" fmla="*/ 30 h 3149261"/>
              <a:gd name="connsiteX4" fmla="*/ 2035783 w 2717203"/>
              <a:gd name="connsiteY4" fmla="*/ 735120 h 3149261"/>
              <a:gd name="connsiteX5" fmla="*/ 2552474 w 2717203"/>
              <a:gd name="connsiteY5" fmla="*/ 1482412 h 3149261"/>
              <a:gd name="connsiteX6" fmla="*/ 2638491 w 2717203"/>
              <a:gd name="connsiteY6" fmla="*/ 1899073 h 3149261"/>
              <a:gd name="connsiteX7" fmla="*/ 1385905 w 2717203"/>
              <a:gd name="connsiteY7" fmla="*/ 3137227 h 3149261"/>
              <a:gd name="connsiteX8" fmla="*/ 947256 w 2717203"/>
              <a:gd name="connsiteY8" fmla="*/ 2461972 h 3149261"/>
              <a:gd name="connsiteX9" fmla="*/ 24303 w 2717203"/>
              <a:gd name="connsiteY9" fmla="*/ 2158132 h 3149261"/>
              <a:gd name="connsiteX0" fmla="*/ 24303 w 2717203"/>
              <a:gd name="connsiteY0" fmla="*/ 2541391 h 3532520"/>
              <a:gd name="connsiteX1" fmla="*/ 337193 w 2717203"/>
              <a:gd name="connsiteY1" fmla="*/ 1874883 h 3532520"/>
              <a:gd name="connsiteX2" fmla="*/ 712272 w 2717203"/>
              <a:gd name="connsiteY2" fmla="*/ 1146402 h 3532520"/>
              <a:gd name="connsiteX3" fmla="*/ 761485 w 2717203"/>
              <a:gd name="connsiteY3" fmla="*/ 383289 h 3532520"/>
              <a:gd name="connsiteX4" fmla="*/ 914639 w 2717203"/>
              <a:gd name="connsiteY4" fmla="*/ 29245 h 3532520"/>
              <a:gd name="connsiteX5" fmla="*/ 2035783 w 2717203"/>
              <a:gd name="connsiteY5" fmla="*/ 1118379 h 3532520"/>
              <a:gd name="connsiteX6" fmla="*/ 2552474 w 2717203"/>
              <a:gd name="connsiteY6" fmla="*/ 1865671 h 3532520"/>
              <a:gd name="connsiteX7" fmla="*/ 2638491 w 2717203"/>
              <a:gd name="connsiteY7" fmla="*/ 2282332 h 3532520"/>
              <a:gd name="connsiteX8" fmla="*/ 1385905 w 2717203"/>
              <a:gd name="connsiteY8" fmla="*/ 3520486 h 3532520"/>
              <a:gd name="connsiteX9" fmla="*/ 947256 w 2717203"/>
              <a:gd name="connsiteY9" fmla="*/ 2845231 h 3532520"/>
              <a:gd name="connsiteX10" fmla="*/ 24303 w 2717203"/>
              <a:gd name="connsiteY10" fmla="*/ 2541391 h 3532520"/>
              <a:gd name="connsiteX0" fmla="*/ 24303 w 2717203"/>
              <a:gd name="connsiteY0" fmla="*/ 2964173 h 3955302"/>
              <a:gd name="connsiteX1" fmla="*/ 337193 w 2717203"/>
              <a:gd name="connsiteY1" fmla="*/ 2297665 h 3955302"/>
              <a:gd name="connsiteX2" fmla="*/ 712272 w 2717203"/>
              <a:gd name="connsiteY2" fmla="*/ 1569184 h 3955302"/>
              <a:gd name="connsiteX3" fmla="*/ 761485 w 2717203"/>
              <a:gd name="connsiteY3" fmla="*/ 806071 h 3955302"/>
              <a:gd name="connsiteX4" fmla="*/ 914639 w 2717203"/>
              <a:gd name="connsiteY4" fmla="*/ 452027 h 3955302"/>
              <a:gd name="connsiteX5" fmla="*/ 475237 w 2717203"/>
              <a:gd name="connsiteY5" fmla="*/ 33609 h 3955302"/>
              <a:gd name="connsiteX6" fmla="*/ 2035783 w 2717203"/>
              <a:gd name="connsiteY6" fmla="*/ 1541161 h 3955302"/>
              <a:gd name="connsiteX7" fmla="*/ 2552474 w 2717203"/>
              <a:gd name="connsiteY7" fmla="*/ 2288453 h 3955302"/>
              <a:gd name="connsiteX8" fmla="*/ 2638491 w 2717203"/>
              <a:gd name="connsiteY8" fmla="*/ 2705114 h 3955302"/>
              <a:gd name="connsiteX9" fmla="*/ 1385905 w 2717203"/>
              <a:gd name="connsiteY9" fmla="*/ 3943268 h 3955302"/>
              <a:gd name="connsiteX10" fmla="*/ 947256 w 2717203"/>
              <a:gd name="connsiteY10" fmla="*/ 3268013 h 3955302"/>
              <a:gd name="connsiteX11" fmla="*/ 24303 w 2717203"/>
              <a:gd name="connsiteY11" fmla="*/ 2964173 h 3955302"/>
              <a:gd name="connsiteX0" fmla="*/ 24303 w 2717203"/>
              <a:gd name="connsiteY0" fmla="*/ 2964389 h 3955518"/>
              <a:gd name="connsiteX1" fmla="*/ 337193 w 2717203"/>
              <a:gd name="connsiteY1" fmla="*/ 2297881 h 3955518"/>
              <a:gd name="connsiteX2" fmla="*/ 712272 w 2717203"/>
              <a:gd name="connsiteY2" fmla="*/ 1569400 h 3955518"/>
              <a:gd name="connsiteX3" fmla="*/ 761485 w 2717203"/>
              <a:gd name="connsiteY3" fmla="*/ 806287 h 3955518"/>
              <a:gd name="connsiteX4" fmla="*/ 914639 w 2717203"/>
              <a:gd name="connsiteY4" fmla="*/ 452243 h 3955518"/>
              <a:gd name="connsiteX5" fmla="*/ 475237 w 2717203"/>
              <a:gd name="connsiteY5" fmla="*/ 33825 h 3955518"/>
              <a:gd name="connsiteX6" fmla="*/ 144904 w 2717203"/>
              <a:gd name="connsiteY6" fmla="*/ 120486 h 3955518"/>
              <a:gd name="connsiteX7" fmla="*/ 2035783 w 2717203"/>
              <a:gd name="connsiteY7" fmla="*/ 1541377 h 3955518"/>
              <a:gd name="connsiteX8" fmla="*/ 2552474 w 2717203"/>
              <a:gd name="connsiteY8" fmla="*/ 2288669 h 3955518"/>
              <a:gd name="connsiteX9" fmla="*/ 2638491 w 2717203"/>
              <a:gd name="connsiteY9" fmla="*/ 2705330 h 3955518"/>
              <a:gd name="connsiteX10" fmla="*/ 1385905 w 2717203"/>
              <a:gd name="connsiteY10" fmla="*/ 3943484 h 3955518"/>
              <a:gd name="connsiteX11" fmla="*/ 947256 w 2717203"/>
              <a:gd name="connsiteY11" fmla="*/ 3268229 h 3955518"/>
              <a:gd name="connsiteX12" fmla="*/ 24303 w 2717203"/>
              <a:gd name="connsiteY12" fmla="*/ 2964389 h 3955518"/>
              <a:gd name="connsiteX0" fmla="*/ 722040 w 3414940"/>
              <a:gd name="connsiteY0" fmla="*/ 3673866 h 4664995"/>
              <a:gd name="connsiteX1" fmla="*/ 1034930 w 3414940"/>
              <a:gd name="connsiteY1" fmla="*/ 3007358 h 4664995"/>
              <a:gd name="connsiteX2" fmla="*/ 1410009 w 3414940"/>
              <a:gd name="connsiteY2" fmla="*/ 2278877 h 4664995"/>
              <a:gd name="connsiteX3" fmla="*/ 1459222 w 3414940"/>
              <a:gd name="connsiteY3" fmla="*/ 1515764 h 4664995"/>
              <a:gd name="connsiteX4" fmla="*/ 1612376 w 3414940"/>
              <a:gd name="connsiteY4" fmla="*/ 1161720 h 4664995"/>
              <a:gd name="connsiteX5" fmla="*/ 1172974 w 3414940"/>
              <a:gd name="connsiteY5" fmla="*/ 743302 h 4664995"/>
              <a:gd name="connsiteX6" fmla="*/ 842641 w 3414940"/>
              <a:gd name="connsiteY6" fmla="*/ 829963 h 4664995"/>
              <a:gd name="connsiteX7" fmla="*/ 55487 w 3414940"/>
              <a:gd name="connsiteY7" fmla="*/ 33197 h 4664995"/>
              <a:gd name="connsiteX8" fmla="*/ 2733520 w 3414940"/>
              <a:gd name="connsiteY8" fmla="*/ 2250854 h 4664995"/>
              <a:gd name="connsiteX9" fmla="*/ 3250211 w 3414940"/>
              <a:gd name="connsiteY9" fmla="*/ 2998146 h 4664995"/>
              <a:gd name="connsiteX10" fmla="*/ 3336228 w 3414940"/>
              <a:gd name="connsiteY10" fmla="*/ 3414807 h 4664995"/>
              <a:gd name="connsiteX11" fmla="*/ 2083642 w 3414940"/>
              <a:gd name="connsiteY11" fmla="*/ 4652961 h 4664995"/>
              <a:gd name="connsiteX12" fmla="*/ 1644993 w 3414940"/>
              <a:gd name="connsiteY12" fmla="*/ 3977706 h 4664995"/>
              <a:gd name="connsiteX13" fmla="*/ 722040 w 3414940"/>
              <a:gd name="connsiteY13" fmla="*/ 3673866 h 4664995"/>
              <a:gd name="connsiteX0" fmla="*/ 666555 w 3359455"/>
              <a:gd name="connsiteY0" fmla="*/ 4802182 h 5793311"/>
              <a:gd name="connsiteX1" fmla="*/ 979445 w 3359455"/>
              <a:gd name="connsiteY1" fmla="*/ 4135674 h 5793311"/>
              <a:gd name="connsiteX2" fmla="*/ 1354524 w 3359455"/>
              <a:gd name="connsiteY2" fmla="*/ 3407193 h 5793311"/>
              <a:gd name="connsiteX3" fmla="*/ 1403737 w 3359455"/>
              <a:gd name="connsiteY3" fmla="*/ 2644080 h 5793311"/>
              <a:gd name="connsiteX4" fmla="*/ 1556891 w 3359455"/>
              <a:gd name="connsiteY4" fmla="*/ 2290036 h 5793311"/>
              <a:gd name="connsiteX5" fmla="*/ 1117489 w 3359455"/>
              <a:gd name="connsiteY5" fmla="*/ 1871618 h 5793311"/>
              <a:gd name="connsiteX6" fmla="*/ 787156 w 3359455"/>
              <a:gd name="connsiteY6" fmla="*/ 1958279 h 5793311"/>
              <a:gd name="connsiteX7" fmla="*/ 2 w 3359455"/>
              <a:gd name="connsiteY7" fmla="*/ 1161513 h 5793311"/>
              <a:gd name="connsiteX8" fmla="*/ 529173 w 3359455"/>
              <a:gd name="connsiteY8" fmla="*/ 60542 h 5793311"/>
              <a:gd name="connsiteX9" fmla="*/ 2678035 w 3359455"/>
              <a:gd name="connsiteY9" fmla="*/ 3379170 h 5793311"/>
              <a:gd name="connsiteX10" fmla="*/ 3194726 w 3359455"/>
              <a:gd name="connsiteY10" fmla="*/ 4126462 h 5793311"/>
              <a:gd name="connsiteX11" fmla="*/ 3280743 w 3359455"/>
              <a:gd name="connsiteY11" fmla="*/ 4543123 h 5793311"/>
              <a:gd name="connsiteX12" fmla="*/ 2028157 w 3359455"/>
              <a:gd name="connsiteY12" fmla="*/ 5781277 h 5793311"/>
              <a:gd name="connsiteX13" fmla="*/ 1589508 w 3359455"/>
              <a:gd name="connsiteY13" fmla="*/ 5106022 h 5793311"/>
              <a:gd name="connsiteX14" fmla="*/ 666555 w 3359455"/>
              <a:gd name="connsiteY14" fmla="*/ 4802182 h 5793311"/>
              <a:gd name="connsiteX0" fmla="*/ 666555 w 3359455"/>
              <a:gd name="connsiteY0" fmla="*/ 5098418 h 6089547"/>
              <a:gd name="connsiteX1" fmla="*/ 979445 w 3359455"/>
              <a:gd name="connsiteY1" fmla="*/ 4431910 h 6089547"/>
              <a:gd name="connsiteX2" fmla="*/ 1354524 w 3359455"/>
              <a:gd name="connsiteY2" fmla="*/ 3703429 h 6089547"/>
              <a:gd name="connsiteX3" fmla="*/ 1403737 w 3359455"/>
              <a:gd name="connsiteY3" fmla="*/ 2940316 h 6089547"/>
              <a:gd name="connsiteX4" fmla="*/ 1556891 w 3359455"/>
              <a:gd name="connsiteY4" fmla="*/ 2586272 h 6089547"/>
              <a:gd name="connsiteX5" fmla="*/ 1117489 w 3359455"/>
              <a:gd name="connsiteY5" fmla="*/ 2167854 h 6089547"/>
              <a:gd name="connsiteX6" fmla="*/ 787156 w 3359455"/>
              <a:gd name="connsiteY6" fmla="*/ 2254515 h 6089547"/>
              <a:gd name="connsiteX7" fmla="*/ 2 w 3359455"/>
              <a:gd name="connsiteY7" fmla="*/ 1457749 h 6089547"/>
              <a:gd name="connsiteX8" fmla="*/ 529173 w 3359455"/>
              <a:gd name="connsiteY8" fmla="*/ 356778 h 6089547"/>
              <a:gd name="connsiteX9" fmla="*/ 1644243 w 3359455"/>
              <a:gd name="connsiteY9" fmla="*/ 226743 h 6089547"/>
              <a:gd name="connsiteX10" fmla="*/ 2678035 w 3359455"/>
              <a:gd name="connsiteY10" fmla="*/ 3675406 h 6089547"/>
              <a:gd name="connsiteX11" fmla="*/ 3194726 w 3359455"/>
              <a:gd name="connsiteY11" fmla="*/ 4422698 h 6089547"/>
              <a:gd name="connsiteX12" fmla="*/ 3280743 w 3359455"/>
              <a:gd name="connsiteY12" fmla="*/ 4839359 h 6089547"/>
              <a:gd name="connsiteX13" fmla="*/ 2028157 w 3359455"/>
              <a:gd name="connsiteY13" fmla="*/ 6077513 h 6089547"/>
              <a:gd name="connsiteX14" fmla="*/ 1589508 w 3359455"/>
              <a:gd name="connsiteY14" fmla="*/ 5402258 h 6089547"/>
              <a:gd name="connsiteX15" fmla="*/ 666555 w 3359455"/>
              <a:gd name="connsiteY15" fmla="*/ 5098418 h 6089547"/>
              <a:gd name="connsiteX0" fmla="*/ 666555 w 3359455"/>
              <a:gd name="connsiteY0" fmla="*/ 4898337 h 5889466"/>
              <a:gd name="connsiteX1" fmla="*/ 979445 w 3359455"/>
              <a:gd name="connsiteY1" fmla="*/ 4231829 h 5889466"/>
              <a:gd name="connsiteX2" fmla="*/ 1354524 w 3359455"/>
              <a:gd name="connsiteY2" fmla="*/ 3503348 h 5889466"/>
              <a:gd name="connsiteX3" fmla="*/ 1403737 w 3359455"/>
              <a:gd name="connsiteY3" fmla="*/ 2740235 h 5889466"/>
              <a:gd name="connsiteX4" fmla="*/ 1556891 w 3359455"/>
              <a:gd name="connsiteY4" fmla="*/ 2386191 h 5889466"/>
              <a:gd name="connsiteX5" fmla="*/ 1117489 w 3359455"/>
              <a:gd name="connsiteY5" fmla="*/ 1967773 h 5889466"/>
              <a:gd name="connsiteX6" fmla="*/ 787156 w 3359455"/>
              <a:gd name="connsiteY6" fmla="*/ 2054434 h 5889466"/>
              <a:gd name="connsiteX7" fmla="*/ 2 w 3359455"/>
              <a:gd name="connsiteY7" fmla="*/ 1257668 h 5889466"/>
              <a:gd name="connsiteX8" fmla="*/ 529173 w 3359455"/>
              <a:gd name="connsiteY8" fmla="*/ 156697 h 5889466"/>
              <a:gd name="connsiteX9" fmla="*/ 1644243 w 3359455"/>
              <a:gd name="connsiteY9" fmla="*/ 26662 h 5889466"/>
              <a:gd name="connsiteX10" fmla="*/ 2285823 w 3359455"/>
              <a:gd name="connsiteY10" fmla="*/ 802810 h 5889466"/>
              <a:gd name="connsiteX11" fmla="*/ 2678035 w 3359455"/>
              <a:gd name="connsiteY11" fmla="*/ 3475325 h 5889466"/>
              <a:gd name="connsiteX12" fmla="*/ 3194726 w 3359455"/>
              <a:gd name="connsiteY12" fmla="*/ 4222617 h 5889466"/>
              <a:gd name="connsiteX13" fmla="*/ 3280743 w 3359455"/>
              <a:gd name="connsiteY13" fmla="*/ 4639278 h 5889466"/>
              <a:gd name="connsiteX14" fmla="*/ 2028157 w 3359455"/>
              <a:gd name="connsiteY14" fmla="*/ 5877432 h 5889466"/>
              <a:gd name="connsiteX15" fmla="*/ 1589508 w 3359455"/>
              <a:gd name="connsiteY15" fmla="*/ 5202177 h 5889466"/>
              <a:gd name="connsiteX16" fmla="*/ 666555 w 3359455"/>
              <a:gd name="connsiteY16" fmla="*/ 4898337 h 5889466"/>
              <a:gd name="connsiteX0" fmla="*/ 666555 w 3359455"/>
              <a:gd name="connsiteY0" fmla="*/ 4898337 h 5889466"/>
              <a:gd name="connsiteX1" fmla="*/ 979445 w 3359455"/>
              <a:gd name="connsiteY1" fmla="*/ 4231829 h 5889466"/>
              <a:gd name="connsiteX2" fmla="*/ 1354524 w 3359455"/>
              <a:gd name="connsiteY2" fmla="*/ 3503348 h 5889466"/>
              <a:gd name="connsiteX3" fmla="*/ 1403737 w 3359455"/>
              <a:gd name="connsiteY3" fmla="*/ 2740235 h 5889466"/>
              <a:gd name="connsiteX4" fmla="*/ 1556891 w 3359455"/>
              <a:gd name="connsiteY4" fmla="*/ 2386191 h 5889466"/>
              <a:gd name="connsiteX5" fmla="*/ 1117489 w 3359455"/>
              <a:gd name="connsiteY5" fmla="*/ 1967773 h 5889466"/>
              <a:gd name="connsiteX6" fmla="*/ 787156 w 3359455"/>
              <a:gd name="connsiteY6" fmla="*/ 2054434 h 5889466"/>
              <a:gd name="connsiteX7" fmla="*/ 2 w 3359455"/>
              <a:gd name="connsiteY7" fmla="*/ 1257668 h 5889466"/>
              <a:gd name="connsiteX8" fmla="*/ 529173 w 3359455"/>
              <a:gd name="connsiteY8" fmla="*/ 156697 h 5889466"/>
              <a:gd name="connsiteX9" fmla="*/ 1644243 w 3359455"/>
              <a:gd name="connsiteY9" fmla="*/ 26662 h 5889466"/>
              <a:gd name="connsiteX10" fmla="*/ 2285823 w 3359455"/>
              <a:gd name="connsiteY10" fmla="*/ 802810 h 5889466"/>
              <a:gd name="connsiteX11" fmla="*/ 2295888 w 3359455"/>
              <a:gd name="connsiteY11" fmla="*/ 1461425 h 5889466"/>
              <a:gd name="connsiteX12" fmla="*/ 2678035 w 3359455"/>
              <a:gd name="connsiteY12" fmla="*/ 3475325 h 5889466"/>
              <a:gd name="connsiteX13" fmla="*/ 3194726 w 3359455"/>
              <a:gd name="connsiteY13" fmla="*/ 4222617 h 5889466"/>
              <a:gd name="connsiteX14" fmla="*/ 3280743 w 3359455"/>
              <a:gd name="connsiteY14" fmla="*/ 4639278 h 5889466"/>
              <a:gd name="connsiteX15" fmla="*/ 2028157 w 3359455"/>
              <a:gd name="connsiteY15" fmla="*/ 5877432 h 5889466"/>
              <a:gd name="connsiteX16" fmla="*/ 1589508 w 3359455"/>
              <a:gd name="connsiteY16" fmla="*/ 5202177 h 5889466"/>
              <a:gd name="connsiteX17" fmla="*/ 666555 w 3359455"/>
              <a:gd name="connsiteY17" fmla="*/ 4898337 h 5889466"/>
              <a:gd name="connsiteX0" fmla="*/ 666555 w 3359455"/>
              <a:gd name="connsiteY0" fmla="*/ 4898337 h 5889466"/>
              <a:gd name="connsiteX1" fmla="*/ 979445 w 3359455"/>
              <a:gd name="connsiteY1" fmla="*/ 4231829 h 5889466"/>
              <a:gd name="connsiteX2" fmla="*/ 1354524 w 3359455"/>
              <a:gd name="connsiteY2" fmla="*/ 3503348 h 5889466"/>
              <a:gd name="connsiteX3" fmla="*/ 1403737 w 3359455"/>
              <a:gd name="connsiteY3" fmla="*/ 2740235 h 5889466"/>
              <a:gd name="connsiteX4" fmla="*/ 1556891 w 3359455"/>
              <a:gd name="connsiteY4" fmla="*/ 2386191 h 5889466"/>
              <a:gd name="connsiteX5" fmla="*/ 1117489 w 3359455"/>
              <a:gd name="connsiteY5" fmla="*/ 1967773 h 5889466"/>
              <a:gd name="connsiteX6" fmla="*/ 787156 w 3359455"/>
              <a:gd name="connsiteY6" fmla="*/ 2054434 h 5889466"/>
              <a:gd name="connsiteX7" fmla="*/ 2 w 3359455"/>
              <a:gd name="connsiteY7" fmla="*/ 1257668 h 5889466"/>
              <a:gd name="connsiteX8" fmla="*/ 529173 w 3359455"/>
              <a:gd name="connsiteY8" fmla="*/ 156697 h 5889466"/>
              <a:gd name="connsiteX9" fmla="*/ 1644243 w 3359455"/>
              <a:gd name="connsiteY9" fmla="*/ 26662 h 5889466"/>
              <a:gd name="connsiteX10" fmla="*/ 2285823 w 3359455"/>
              <a:gd name="connsiteY10" fmla="*/ 802810 h 5889466"/>
              <a:gd name="connsiteX11" fmla="*/ 2295888 w 3359455"/>
              <a:gd name="connsiteY11" fmla="*/ 1461425 h 5889466"/>
              <a:gd name="connsiteX12" fmla="*/ 2379611 w 3359455"/>
              <a:gd name="connsiteY12" fmla="*/ 1918766 h 5889466"/>
              <a:gd name="connsiteX13" fmla="*/ 2678035 w 3359455"/>
              <a:gd name="connsiteY13" fmla="*/ 3475325 h 5889466"/>
              <a:gd name="connsiteX14" fmla="*/ 3194726 w 3359455"/>
              <a:gd name="connsiteY14" fmla="*/ 4222617 h 5889466"/>
              <a:gd name="connsiteX15" fmla="*/ 3280743 w 3359455"/>
              <a:gd name="connsiteY15" fmla="*/ 4639278 h 5889466"/>
              <a:gd name="connsiteX16" fmla="*/ 2028157 w 3359455"/>
              <a:gd name="connsiteY16" fmla="*/ 5877432 h 5889466"/>
              <a:gd name="connsiteX17" fmla="*/ 1589508 w 3359455"/>
              <a:gd name="connsiteY17" fmla="*/ 5202177 h 5889466"/>
              <a:gd name="connsiteX18" fmla="*/ 666555 w 3359455"/>
              <a:gd name="connsiteY18" fmla="*/ 4898337 h 5889466"/>
              <a:gd name="connsiteX0" fmla="*/ 666555 w 3359455"/>
              <a:gd name="connsiteY0" fmla="*/ 4898337 h 5889466"/>
              <a:gd name="connsiteX1" fmla="*/ 979445 w 3359455"/>
              <a:gd name="connsiteY1" fmla="*/ 4231829 h 5889466"/>
              <a:gd name="connsiteX2" fmla="*/ 1354524 w 3359455"/>
              <a:gd name="connsiteY2" fmla="*/ 3503348 h 5889466"/>
              <a:gd name="connsiteX3" fmla="*/ 1403737 w 3359455"/>
              <a:gd name="connsiteY3" fmla="*/ 2740235 h 5889466"/>
              <a:gd name="connsiteX4" fmla="*/ 1556891 w 3359455"/>
              <a:gd name="connsiteY4" fmla="*/ 2386191 h 5889466"/>
              <a:gd name="connsiteX5" fmla="*/ 1117489 w 3359455"/>
              <a:gd name="connsiteY5" fmla="*/ 1967773 h 5889466"/>
              <a:gd name="connsiteX6" fmla="*/ 787156 w 3359455"/>
              <a:gd name="connsiteY6" fmla="*/ 2054434 h 5889466"/>
              <a:gd name="connsiteX7" fmla="*/ 2 w 3359455"/>
              <a:gd name="connsiteY7" fmla="*/ 1257668 h 5889466"/>
              <a:gd name="connsiteX8" fmla="*/ 529173 w 3359455"/>
              <a:gd name="connsiteY8" fmla="*/ 156697 h 5889466"/>
              <a:gd name="connsiteX9" fmla="*/ 1644243 w 3359455"/>
              <a:gd name="connsiteY9" fmla="*/ 26662 h 5889466"/>
              <a:gd name="connsiteX10" fmla="*/ 2285823 w 3359455"/>
              <a:gd name="connsiteY10" fmla="*/ 802810 h 5889466"/>
              <a:gd name="connsiteX11" fmla="*/ 2295888 w 3359455"/>
              <a:gd name="connsiteY11" fmla="*/ 1461425 h 5889466"/>
              <a:gd name="connsiteX12" fmla="*/ 2379611 w 3359455"/>
              <a:gd name="connsiteY12" fmla="*/ 1918766 h 5889466"/>
              <a:gd name="connsiteX13" fmla="*/ 2869096 w 3359455"/>
              <a:gd name="connsiteY13" fmla="*/ 2160666 h 5889466"/>
              <a:gd name="connsiteX14" fmla="*/ 2678035 w 3359455"/>
              <a:gd name="connsiteY14" fmla="*/ 3475325 h 5889466"/>
              <a:gd name="connsiteX15" fmla="*/ 3194726 w 3359455"/>
              <a:gd name="connsiteY15" fmla="*/ 4222617 h 5889466"/>
              <a:gd name="connsiteX16" fmla="*/ 3280743 w 3359455"/>
              <a:gd name="connsiteY16" fmla="*/ 4639278 h 5889466"/>
              <a:gd name="connsiteX17" fmla="*/ 2028157 w 3359455"/>
              <a:gd name="connsiteY17" fmla="*/ 5877432 h 5889466"/>
              <a:gd name="connsiteX18" fmla="*/ 1589508 w 3359455"/>
              <a:gd name="connsiteY18" fmla="*/ 5202177 h 5889466"/>
              <a:gd name="connsiteX19" fmla="*/ 666555 w 3359455"/>
              <a:gd name="connsiteY19" fmla="*/ 4898337 h 5889466"/>
              <a:gd name="connsiteX0" fmla="*/ 666555 w 3359455"/>
              <a:gd name="connsiteY0" fmla="*/ 4898337 h 5889466"/>
              <a:gd name="connsiteX1" fmla="*/ 979445 w 3359455"/>
              <a:gd name="connsiteY1" fmla="*/ 4231829 h 5889466"/>
              <a:gd name="connsiteX2" fmla="*/ 1354524 w 3359455"/>
              <a:gd name="connsiteY2" fmla="*/ 3503348 h 5889466"/>
              <a:gd name="connsiteX3" fmla="*/ 1403737 w 3359455"/>
              <a:gd name="connsiteY3" fmla="*/ 2740235 h 5889466"/>
              <a:gd name="connsiteX4" fmla="*/ 1556891 w 3359455"/>
              <a:gd name="connsiteY4" fmla="*/ 2386191 h 5889466"/>
              <a:gd name="connsiteX5" fmla="*/ 1117489 w 3359455"/>
              <a:gd name="connsiteY5" fmla="*/ 1967773 h 5889466"/>
              <a:gd name="connsiteX6" fmla="*/ 787156 w 3359455"/>
              <a:gd name="connsiteY6" fmla="*/ 2054434 h 5889466"/>
              <a:gd name="connsiteX7" fmla="*/ 2 w 3359455"/>
              <a:gd name="connsiteY7" fmla="*/ 1257668 h 5889466"/>
              <a:gd name="connsiteX8" fmla="*/ 529173 w 3359455"/>
              <a:gd name="connsiteY8" fmla="*/ 156697 h 5889466"/>
              <a:gd name="connsiteX9" fmla="*/ 1644243 w 3359455"/>
              <a:gd name="connsiteY9" fmla="*/ 26662 h 5889466"/>
              <a:gd name="connsiteX10" fmla="*/ 2285823 w 3359455"/>
              <a:gd name="connsiteY10" fmla="*/ 802810 h 5889466"/>
              <a:gd name="connsiteX11" fmla="*/ 2295888 w 3359455"/>
              <a:gd name="connsiteY11" fmla="*/ 1461425 h 5889466"/>
              <a:gd name="connsiteX12" fmla="*/ 2379611 w 3359455"/>
              <a:gd name="connsiteY12" fmla="*/ 1918766 h 5889466"/>
              <a:gd name="connsiteX13" fmla="*/ 2869096 w 3359455"/>
              <a:gd name="connsiteY13" fmla="*/ 2160666 h 5889466"/>
              <a:gd name="connsiteX14" fmla="*/ 2834955 w 3359455"/>
              <a:gd name="connsiteY14" fmla="*/ 2741782 h 5889466"/>
              <a:gd name="connsiteX15" fmla="*/ 2678035 w 3359455"/>
              <a:gd name="connsiteY15" fmla="*/ 3475325 h 5889466"/>
              <a:gd name="connsiteX16" fmla="*/ 3194726 w 3359455"/>
              <a:gd name="connsiteY16" fmla="*/ 4222617 h 5889466"/>
              <a:gd name="connsiteX17" fmla="*/ 3280743 w 3359455"/>
              <a:gd name="connsiteY17" fmla="*/ 4639278 h 5889466"/>
              <a:gd name="connsiteX18" fmla="*/ 2028157 w 3359455"/>
              <a:gd name="connsiteY18" fmla="*/ 5877432 h 5889466"/>
              <a:gd name="connsiteX19" fmla="*/ 1589508 w 3359455"/>
              <a:gd name="connsiteY19" fmla="*/ 5202177 h 5889466"/>
              <a:gd name="connsiteX20" fmla="*/ 666555 w 3359455"/>
              <a:gd name="connsiteY20" fmla="*/ 4898337 h 5889466"/>
              <a:gd name="connsiteX0" fmla="*/ 666555 w 3359455"/>
              <a:gd name="connsiteY0" fmla="*/ 4898337 h 5889466"/>
              <a:gd name="connsiteX1" fmla="*/ 979445 w 3359455"/>
              <a:gd name="connsiteY1" fmla="*/ 4231829 h 5889466"/>
              <a:gd name="connsiteX2" fmla="*/ 1354524 w 3359455"/>
              <a:gd name="connsiteY2" fmla="*/ 3503348 h 5889466"/>
              <a:gd name="connsiteX3" fmla="*/ 1403737 w 3359455"/>
              <a:gd name="connsiteY3" fmla="*/ 2740235 h 5889466"/>
              <a:gd name="connsiteX4" fmla="*/ 1556891 w 3359455"/>
              <a:gd name="connsiteY4" fmla="*/ 2386191 h 5889466"/>
              <a:gd name="connsiteX5" fmla="*/ 1117489 w 3359455"/>
              <a:gd name="connsiteY5" fmla="*/ 1967773 h 5889466"/>
              <a:gd name="connsiteX6" fmla="*/ 787156 w 3359455"/>
              <a:gd name="connsiteY6" fmla="*/ 2054434 h 5889466"/>
              <a:gd name="connsiteX7" fmla="*/ 2 w 3359455"/>
              <a:gd name="connsiteY7" fmla="*/ 1257668 h 5889466"/>
              <a:gd name="connsiteX8" fmla="*/ 529173 w 3359455"/>
              <a:gd name="connsiteY8" fmla="*/ 156697 h 5889466"/>
              <a:gd name="connsiteX9" fmla="*/ 1644243 w 3359455"/>
              <a:gd name="connsiteY9" fmla="*/ 26662 h 5889466"/>
              <a:gd name="connsiteX10" fmla="*/ 2285823 w 3359455"/>
              <a:gd name="connsiteY10" fmla="*/ 802810 h 5889466"/>
              <a:gd name="connsiteX11" fmla="*/ 2295888 w 3359455"/>
              <a:gd name="connsiteY11" fmla="*/ 1461425 h 5889466"/>
              <a:gd name="connsiteX12" fmla="*/ 2379611 w 3359455"/>
              <a:gd name="connsiteY12" fmla="*/ 1918766 h 5889466"/>
              <a:gd name="connsiteX13" fmla="*/ 2869096 w 3359455"/>
              <a:gd name="connsiteY13" fmla="*/ 2160666 h 5889466"/>
              <a:gd name="connsiteX14" fmla="*/ 2834955 w 3359455"/>
              <a:gd name="connsiteY14" fmla="*/ 2741782 h 5889466"/>
              <a:gd name="connsiteX15" fmla="*/ 3170996 w 3359455"/>
              <a:gd name="connsiteY15" fmla="*/ 2870897 h 5889466"/>
              <a:gd name="connsiteX16" fmla="*/ 3194726 w 3359455"/>
              <a:gd name="connsiteY16" fmla="*/ 4222617 h 5889466"/>
              <a:gd name="connsiteX17" fmla="*/ 3280743 w 3359455"/>
              <a:gd name="connsiteY17" fmla="*/ 4639278 h 5889466"/>
              <a:gd name="connsiteX18" fmla="*/ 2028157 w 3359455"/>
              <a:gd name="connsiteY18" fmla="*/ 5877432 h 5889466"/>
              <a:gd name="connsiteX19" fmla="*/ 1589508 w 3359455"/>
              <a:gd name="connsiteY19" fmla="*/ 5202177 h 5889466"/>
              <a:gd name="connsiteX20" fmla="*/ 666555 w 3359455"/>
              <a:gd name="connsiteY20" fmla="*/ 4898337 h 5889466"/>
              <a:gd name="connsiteX0" fmla="*/ 666555 w 3363075"/>
              <a:gd name="connsiteY0" fmla="*/ 4898337 h 5889466"/>
              <a:gd name="connsiteX1" fmla="*/ 979445 w 3363075"/>
              <a:gd name="connsiteY1" fmla="*/ 4231829 h 5889466"/>
              <a:gd name="connsiteX2" fmla="*/ 1354524 w 3363075"/>
              <a:gd name="connsiteY2" fmla="*/ 3503348 h 5889466"/>
              <a:gd name="connsiteX3" fmla="*/ 1403737 w 3363075"/>
              <a:gd name="connsiteY3" fmla="*/ 2740235 h 5889466"/>
              <a:gd name="connsiteX4" fmla="*/ 1556891 w 3363075"/>
              <a:gd name="connsiteY4" fmla="*/ 2386191 h 5889466"/>
              <a:gd name="connsiteX5" fmla="*/ 1117489 w 3363075"/>
              <a:gd name="connsiteY5" fmla="*/ 1967773 h 5889466"/>
              <a:gd name="connsiteX6" fmla="*/ 787156 w 3363075"/>
              <a:gd name="connsiteY6" fmla="*/ 2054434 h 5889466"/>
              <a:gd name="connsiteX7" fmla="*/ 2 w 3363075"/>
              <a:gd name="connsiteY7" fmla="*/ 1257668 h 5889466"/>
              <a:gd name="connsiteX8" fmla="*/ 529173 w 3363075"/>
              <a:gd name="connsiteY8" fmla="*/ 156697 h 5889466"/>
              <a:gd name="connsiteX9" fmla="*/ 1644243 w 3363075"/>
              <a:gd name="connsiteY9" fmla="*/ 26662 h 5889466"/>
              <a:gd name="connsiteX10" fmla="*/ 2285823 w 3363075"/>
              <a:gd name="connsiteY10" fmla="*/ 802810 h 5889466"/>
              <a:gd name="connsiteX11" fmla="*/ 2295888 w 3363075"/>
              <a:gd name="connsiteY11" fmla="*/ 1461425 h 5889466"/>
              <a:gd name="connsiteX12" fmla="*/ 2379611 w 3363075"/>
              <a:gd name="connsiteY12" fmla="*/ 1918766 h 5889466"/>
              <a:gd name="connsiteX13" fmla="*/ 2869096 w 3363075"/>
              <a:gd name="connsiteY13" fmla="*/ 2160666 h 5889466"/>
              <a:gd name="connsiteX14" fmla="*/ 2834955 w 3363075"/>
              <a:gd name="connsiteY14" fmla="*/ 2741782 h 5889466"/>
              <a:gd name="connsiteX15" fmla="*/ 3170996 w 3363075"/>
              <a:gd name="connsiteY15" fmla="*/ 2870897 h 5889466"/>
              <a:gd name="connsiteX16" fmla="*/ 3363014 w 3363075"/>
              <a:gd name="connsiteY16" fmla="*/ 2583794 h 5889466"/>
              <a:gd name="connsiteX17" fmla="*/ 3194726 w 3363075"/>
              <a:gd name="connsiteY17" fmla="*/ 4222617 h 5889466"/>
              <a:gd name="connsiteX18" fmla="*/ 3280743 w 3363075"/>
              <a:gd name="connsiteY18" fmla="*/ 4639278 h 5889466"/>
              <a:gd name="connsiteX19" fmla="*/ 2028157 w 3363075"/>
              <a:gd name="connsiteY19" fmla="*/ 5877432 h 5889466"/>
              <a:gd name="connsiteX20" fmla="*/ 1589508 w 3363075"/>
              <a:gd name="connsiteY20" fmla="*/ 5202177 h 5889466"/>
              <a:gd name="connsiteX21" fmla="*/ 666555 w 3363075"/>
              <a:gd name="connsiteY21" fmla="*/ 4898337 h 5889466"/>
              <a:gd name="connsiteX0" fmla="*/ 666555 w 3709972"/>
              <a:gd name="connsiteY0" fmla="*/ 4898337 h 5889466"/>
              <a:gd name="connsiteX1" fmla="*/ 979445 w 3709972"/>
              <a:gd name="connsiteY1" fmla="*/ 4231829 h 5889466"/>
              <a:gd name="connsiteX2" fmla="*/ 1354524 w 3709972"/>
              <a:gd name="connsiteY2" fmla="*/ 3503348 h 5889466"/>
              <a:gd name="connsiteX3" fmla="*/ 1403737 w 3709972"/>
              <a:gd name="connsiteY3" fmla="*/ 2740235 h 5889466"/>
              <a:gd name="connsiteX4" fmla="*/ 1556891 w 3709972"/>
              <a:gd name="connsiteY4" fmla="*/ 2386191 h 5889466"/>
              <a:gd name="connsiteX5" fmla="*/ 1117489 w 3709972"/>
              <a:gd name="connsiteY5" fmla="*/ 1967773 h 5889466"/>
              <a:gd name="connsiteX6" fmla="*/ 787156 w 3709972"/>
              <a:gd name="connsiteY6" fmla="*/ 2054434 h 5889466"/>
              <a:gd name="connsiteX7" fmla="*/ 2 w 3709972"/>
              <a:gd name="connsiteY7" fmla="*/ 1257668 h 5889466"/>
              <a:gd name="connsiteX8" fmla="*/ 529173 w 3709972"/>
              <a:gd name="connsiteY8" fmla="*/ 156697 h 5889466"/>
              <a:gd name="connsiteX9" fmla="*/ 1644243 w 3709972"/>
              <a:gd name="connsiteY9" fmla="*/ 26662 h 5889466"/>
              <a:gd name="connsiteX10" fmla="*/ 2285823 w 3709972"/>
              <a:gd name="connsiteY10" fmla="*/ 802810 h 5889466"/>
              <a:gd name="connsiteX11" fmla="*/ 2295888 w 3709972"/>
              <a:gd name="connsiteY11" fmla="*/ 1461425 h 5889466"/>
              <a:gd name="connsiteX12" fmla="*/ 2379611 w 3709972"/>
              <a:gd name="connsiteY12" fmla="*/ 1918766 h 5889466"/>
              <a:gd name="connsiteX13" fmla="*/ 2869096 w 3709972"/>
              <a:gd name="connsiteY13" fmla="*/ 2160666 h 5889466"/>
              <a:gd name="connsiteX14" fmla="*/ 2834955 w 3709972"/>
              <a:gd name="connsiteY14" fmla="*/ 2741782 h 5889466"/>
              <a:gd name="connsiteX15" fmla="*/ 3170996 w 3709972"/>
              <a:gd name="connsiteY15" fmla="*/ 2870897 h 5889466"/>
              <a:gd name="connsiteX16" fmla="*/ 3363014 w 3709972"/>
              <a:gd name="connsiteY16" fmla="*/ 2583794 h 5889466"/>
              <a:gd name="connsiteX17" fmla="*/ 3708368 w 3709972"/>
              <a:gd name="connsiteY17" fmla="*/ 2369830 h 5889466"/>
              <a:gd name="connsiteX18" fmla="*/ 3194726 w 3709972"/>
              <a:gd name="connsiteY18" fmla="*/ 4222617 h 5889466"/>
              <a:gd name="connsiteX19" fmla="*/ 3280743 w 3709972"/>
              <a:gd name="connsiteY19" fmla="*/ 4639278 h 5889466"/>
              <a:gd name="connsiteX20" fmla="*/ 2028157 w 3709972"/>
              <a:gd name="connsiteY20" fmla="*/ 5877432 h 5889466"/>
              <a:gd name="connsiteX21" fmla="*/ 1589508 w 3709972"/>
              <a:gd name="connsiteY21" fmla="*/ 5202177 h 5889466"/>
              <a:gd name="connsiteX22" fmla="*/ 666555 w 3709972"/>
              <a:gd name="connsiteY22" fmla="*/ 4898337 h 5889466"/>
              <a:gd name="connsiteX0" fmla="*/ 666555 w 3977395"/>
              <a:gd name="connsiteY0" fmla="*/ 4898337 h 5889466"/>
              <a:gd name="connsiteX1" fmla="*/ 979445 w 3977395"/>
              <a:gd name="connsiteY1" fmla="*/ 4231829 h 5889466"/>
              <a:gd name="connsiteX2" fmla="*/ 1354524 w 3977395"/>
              <a:gd name="connsiteY2" fmla="*/ 3503348 h 5889466"/>
              <a:gd name="connsiteX3" fmla="*/ 1403737 w 3977395"/>
              <a:gd name="connsiteY3" fmla="*/ 2740235 h 5889466"/>
              <a:gd name="connsiteX4" fmla="*/ 1556891 w 3977395"/>
              <a:gd name="connsiteY4" fmla="*/ 2386191 h 5889466"/>
              <a:gd name="connsiteX5" fmla="*/ 1117489 w 3977395"/>
              <a:gd name="connsiteY5" fmla="*/ 1967773 h 5889466"/>
              <a:gd name="connsiteX6" fmla="*/ 787156 w 3977395"/>
              <a:gd name="connsiteY6" fmla="*/ 2054434 h 5889466"/>
              <a:gd name="connsiteX7" fmla="*/ 2 w 3977395"/>
              <a:gd name="connsiteY7" fmla="*/ 1257668 h 5889466"/>
              <a:gd name="connsiteX8" fmla="*/ 529173 w 3977395"/>
              <a:gd name="connsiteY8" fmla="*/ 156697 h 5889466"/>
              <a:gd name="connsiteX9" fmla="*/ 1644243 w 3977395"/>
              <a:gd name="connsiteY9" fmla="*/ 26662 h 5889466"/>
              <a:gd name="connsiteX10" fmla="*/ 2285823 w 3977395"/>
              <a:gd name="connsiteY10" fmla="*/ 802810 h 5889466"/>
              <a:gd name="connsiteX11" fmla="*/ 2295888 w 3977395"/>
              <a:gd name="connsiteY11" fmla="*/ 1461425 h 5889466"/>
              <a:gd name="connsiteX12" fmla="*/ 2379611 w 3977395"/>
              <a:gd name="connsiteY12" fmla="*/ 1918766 h 5889466"/>
              <a:gd name="connsiteX13" fmla="*/ 2869096 w 3977395"/>
              <a:gd name="connsiteY13" fmla="*/ 2160666 h 5889466"/>
              <a:gd name="connsiteX14" fmla="*/ 2834955 w 3977395"/>
              <a:gd name="connsiteY14" fmla="*/ 2741782 h 5889466"/>
              <a:gd name="connsiteX15" fmla="*/ 3170996 w 3977395"/>
              <a:gd name="connsiteY15" fmla="*/ 2870897 h 5889466"/>
              <a:gd name="connsiteX16" fmla="*/ 3363014 w 3977395"/>
              <a:gd name="connsiteY16" fmla="*/ 2583794 h 5889466"/>
              <a:gd name="connsiteX17" fmla="*/ 3708368 w 3977395"/>
              <a:gd name="connsiteY17" fmla="*/ 2369830 h 5889466"/>
              <a:gd name="connsiteX18" fmla="*/ 3962123 w 3977395"/>
              <a:gd name="connsiteY18" fmla="*/ 2859280 h 5889466"/>
              <a:gd name="connsiteX19" fmla="*/ 3194726 w 3977395"/>
              <a:gd name="connsiteY19" fmla="*/ 4222617 h 5889466"/>
              <a:gd name="connsiteX20" fmla="*/ 3280743 w 3977395"/>
              <a:gd name="connsiteY20" fmla="*/ 4639278 h 5889466"/>
              <a:gd name="connsiteX21" fmla="*/ 2028157 w 3977395"/>
              <a:gd name="connsiteY21" fmla="*/ 5877432 h 5889466"/>
              <a:gd name="connsiteX22" fmla="*/ 1589508 w 3977395"/>
              <a:gd name="connsiteY22" fmla="*/ 5202177 h 5889466"/>
              <a:gd name="connsiteX23" fmla="*/ 666555 w 3977395"/>
              <a:gd name="connsiteY23" fmla="*/ 4898337 h 5889466"/>
              <a:gd name="connsiteX0" fmla="*/ 666555 w 3962325"/>
              <a:gd name="connsiteY0" fmla="*/ 4898337 h 5889466"/>
              <a:gd name="connsiteX1" fmla="*/ 979445 w 3962325"/>
              <a:gd name="connsiteY1" fmla="*/ 4231829 h 5889466"/>
              <a:gd name="connsiteX2" fmla="*/ 1354524 w 3962325"/>
              <a:gd name="connsiteY2" fmla="*/ 3503348 h 5889466"/>
              <a:gd name="connsiteX3" fmla="*/ 1403737 w 3962325"/>
              <a:gd name="connsiteY3" fmla="*/ 2740235 h 5889466"/>
              <a:gd name="connsiteX4" fmla="*/ 1556891 w 3962325"/>
              <a:gd name="connsiteY4" fmla="*/ 2386191 h 5889466"/>
              <a:gd name="connsiteX5" fmla="*/ 1117489 w 3962325"/>
              <a:gd name="connsiteY5" fmla="*/ 1967773 h 5889466"/>
              <a:gd name="connsiteX6" fmla="*/ 787156 w 3962325"/>
              <a:gd name="connsiteY6" fmla="*/ 2054434 h 5889466"/>
              <a:gd name="connsiteX7" fmla="*/ 2 w 3962325"/>
              <a:gd name="connsiteY7" fmla="*/ 1257668 h 5889466"/>
              <a:gd name="connsiteX8" fmla="*/ 529173 w 3962325"/>
              <a:gd name="connsiteY8" fmla="*/ 156697 h 5889466"/>
              <a:gd name="connsiteX9" fmla="*/ 1644243 w 3962325"/>
              <a:gd name="connsiteY9" fmla="*/ 26662 h 5889466"/>
              <a:gd name="connsiteX10" fmla="*/ 2285823 w 3962325"/>
              <a:gd name="connsiteY10" fmla="*/ 802810 h 5889466"/>
              <a:gd name="connsiteX11" fmla="*/ 2295888 w 3962325"/>
              <a:gd name="connsiteY11" fmla="*/ 1461425 h 5889466"/>
              <a:gd name="connsiteX12" fmla="*/ 2379611 w 3962325"/>
              <a:gd name="connsiteY12" fmla="*/ 1918766 h 5889466"/>
              <a:gd name="connsiteX13" fmla="*/ 2869096 w 3962325"/>
              <a:gd name="connsiteY13" fmla="*/ 2160666 h 5889466"/>
              <a:gd name="connsiteX14" fmla="*/ 2834955 w 3962325"/>
              <a:gd name="connsiteY14" fmla="*/ 2741782 h 5889466"/>
              <a:gd name="connsiteX15" fmla="*/ 3170996 w 3962325"/>
              <a:gd name="connsiteY15" fmla="*/ 2870897 h 5889466"/>
              <a:gd name="connsiteX16" fmla="*/ 3363014 w 3962325"/>
              <a:gd name="connsiteY16" fmla="*/ 2583794 h 5889466"/>
              <a:gd name="connsiteX17" fmla="*/ 3708368 w 3962325"/>
              <a:gd name="connsiteY17" fmla="*/ 2369830 h 5889466"/>
              <a:gd name="connsiteX18" fmla="*/ 3962123 w 3962325"/>
              <a:gd name="connsiteY18" fmla="*/ 2859280 h 5889466"/>
              <a:gd name="connsiteX19" fmla="*/ 3506296 w 3962325"/>
              <a:gd name="connsiteY19" fmla="*/ 3499069 h 5889466"/>
              <a:gd name="connsiteX20" fmla="*/ 3194726 w 3962325"/>
              <a:gd name="connsiteY20" fmla="*/ 4222617 h 5889466"/>
              <a:gd name="connsiteX21" fmla="*/ 3280743 w 3962325"/>
              <a:gd name="connsiteY21" fmla="*/ 4639278 h 5889466"/>
              <a:gd name="connsiteX22" fmla="*/ 2028157 w 3962325"/>
              <a:gd name="connsiteY22" fmla="*/ 5877432 h 5889466"/>
              <a:gd name="connsiteX23" fmla="*/ 1589508 w 3962325"/>
              <a:gd name="connsiteY23" fmla="*/ 5202177 h 5889466"/>
              <a:gd name="connsiteX24" fmla="*/ 666555 w 3962325"/>
              <a:gd name="connsiteY24" fmla="*/ 4898337 h 5889466"/>
              <a:gd name="connsiteX0" fmla="*/ 666555 w 3962325"/>
              <a:gd name="connsiteY0" fmla="*/ 4898337 h 5889466"/>
              <a:gd name="connsiteX1" fmla="*/ 979445 w 3962325"/>
              <a:gd name="connsiteY1" fmla="*/ 4231829 h 5889466"/>
              <a:gd name="connsiteX2" fmla="*/ 1354524 w 3962325"/>
              <a:gd name="connsiteY2" fmla="*/ 3503348 h 5889466"/>
              <a:gd name="connsiteX3" fmla="*/ 1403737 w 3962325"/>
              <a:gd name="connsiteY3" fmla="*/ 2740235 h 5889466"/>
              <a:gd name="connsiteX4" fmla="*/ 1556891 w 3962325"/>
              <a:gd name="connsiteY4" fmla="*/ 2386191 h 5889466"/>
              <a:gd name="connsiteX5" fmla="*/ 1117489 w 3962325"/>
              <a:gd name="connsiteY5" fmla="*/ 1967773 h 5889466"/>
              <a:gd name="connsiteX6" fmla="*/ 787156 w 3962325"/>
              <a:gd name="connsiteY6" fmla="*/ 2054434 h 5889466"/>
              <a:gd name="connsiteX7" fmla="*/ 2 w 3962325"/>
              <a:gd name="connsiteY7" fmla="*/ 1257668 h 5889466"/>
              <a:gd name="connsiteX8" fmla="*/ 529173 w 3962325"/>
              <a:gd name="connsiteY8" fmla="*/ 156697 h 5889466"/>
              <a:gd name="connsiteX9" fmla="*/ 1644243 w 3962325"/>
              <a:gd name="connsiteY9" fmla="*/ 26662 h 5889466"/>
              <a:gd name="connsiteX10" fmla="*/ 2285823 w 3962325"/>
              <a:gd name="connsiteY10" fmla="*/ 802810 h 5889466"/>
              <a:gd name="connsiteX11" fmla="*/ 2295888 w 3962325"/>
              <a:gd name="connsiteY11" fmla="*/ 1461425 h 5889466"/>
              <a:gd name="connsiteX12" fmla="*/ 2379611 w 3962325"/>
              <a:gd name="connsiteY12" fmla="*/ 1918766 h 5889466"/>
              <a:gd name="connsiteX13" fmla="*/ 2869096 w 3962325"/>
              <a:gd name="connsiteY13" fmla="*/ 2160666 h 5889466"/>
              <a:gd name="connsiteX14" fmla="*/ 2834955 w 3962325"/>
              <a:gd name="connsiteY14" fmla="*/ 2741782 h 5889466"/>
              <a:gd name="connsiteX15" fmla="*/ 3170996 w 3962325"/>
              <a:gd name="connsiteY15" fmla="*/ 2870897 h 5889466"/>
              <a:gd name="connsiteX16" fmla="*/ 3363014 w 3962325"/>
              <a:gd name="connsiteY16" fmla="*/ 2583794 h 5889466"/>
              <a:gd name="connsiteX17" fmla="*/ 3708368 w 3962325"/>
              <a:gd name="connsiteY17" fmla="*/ 2369830 h 5889466"/>
              <a:gd name="connsiteX18" fmla="*/ 3962123 w 3962325"/>
              <a:gd name="connsiteY18" fmla="*/ 2859280 h 5889466"/>
              <a:gd name="connsiteX19" fmla="*/ 3506296 w 3962325"/>
              <a:gd name="connsiteY19" fmla="*/ 3499069 h 5889466"/>
              <a:gd name="connsiteX20" fmla="*/ 3062827 w 3962325"/>
              <a:gd name="connsiteY20" fmla="*/ 3902816 h 5889466"/>
              <a:gd name="connsiteX21" fmla="*/ 3194726 w 3962325"/>
              <a:gd name="connsiteY21" fmla="*/ 4222617 h 5889466"/>
              <a:gd name="connsiteX22" fmla="*/ 3280743 w 3962325"/>
              <a:gd name="connsiteY22" fmla="*/ 4639278 h 5889466"/>
              <a:gd name="connsiteX23" fmla="*/ 2028157 w 3962325"/>
              <a:gd name="connsiteY23" fmla="*/ 5877432 h 5889466"/>
              <a:gd name="connsiteX24" fmla="*/ 1589508 w 3962325"/>
              <a:gd name="connsiteY24" fmla="*/ 5202177 h 5889466"/>
              <a:gd name="connsiteX25" fmla="*/ 666555 w 3962325"/>
              <a:gd name="connsiteY25" fmla="*/ 4898337 h 5889466"/>
              <a:gd name="connsiteX0" fmla="*/ 666555 w 3962325"/>
              <a:gd name="connsiteY0" fmla="*/ 4898337 h 5889466"/>
              <a:gd name="connsiteX1" fmla="*/ 979445 w 3962325"/>
              <a:gd name="connsiteY1" fmla="*/ 4231829 h 5889466"/>
              <a:gd name="connsiteX2" fmla="*/ 1354524 w 3962325"/>
              <a:gd name="connsiteY2" fmla="*/ 3503348 h 5889466"/>
              <a:gd name="connsiteX3" fmla="*/ 1403737 w 3962325"/>
              <a:gd name="connsiteY3" fmla="*/ 2740235 h 5889466"/>
              <a:gd name="connsiteX4" fmla="*/ 1556891 w 3962325"/>
              <a:gd name="connsiteY4" fmla="*/ 2386191 h 5889466"/>
              <a:gd name="connsiteX5" fmla="*/ 1117489 w 3962325"/>
              <a:gd name="connsiteY5" fmla="*/ 1967773 h 5889466"/>
              <a:gd name="connsiteX6" fmla="*/ 787156 w 3962325"/>
              <a:gd name="connsiteY6" fmla="*/ 2054434 h 5889466"/>
              <a:gd name="connsiteX7" fmla="*/ 2 w 3962325"/>
              <a:gd name="connsiteY7" fmla="*/ 1257668 h 5889466"/>
              <a:gd name="connsiteX8" fmla="*/ 529173 w 3962325"/>
              <a:gd name="connsiteY8" fmla="*/ 156697 h 5889466"/>
              <a:gd name="connsiteX9" fmla="*/ 1644243 w 3962325"/>
              <a:gd name="connsiteY9" fmla="*/ 26662 h 5889466"/>
              <a:gd name="connsiteX10" fmla="*/ 2285823 w 3962325"/>
              <a:gd name="connsiteY10" fmla="*/ 802810 h 5889466"/>
              <a:gd name="connsiteX11" fmla="*/ 2295888 w 3962325"/>
              <a:gd name="connsiteY11" fmla="*/ 1461425 h 5889466"/>
              <a:gd name="connsiteX12" fmla="*/ 2379611 w 3962325"/>
              <a:gd name="connsiteY12" fmla="*/ 1918766 h 5889466"/>
              <a:gd name="connsiteX13" fmla="*/ 2869096 w 3962325"/>
              <a:gd name="connsiteY13" fmla="*/ 2160666 h 5889466"/>
              <a:gd name="connsiteX14" fmla="*/ 2834955 w 3962325"/>
              <a:gd name="connsiteY14" fmla="*/ 2741782 h 5889466"/>
              <a:gd name="connsiteX15" fmla="*/ 3170996 w 3962325"/>
              <a:gd name="connsiteY15" fmla="*/ 2870897 h 5889466"/>
              <a:gd name="connsiteX16" fmla="*/ 3363014 w 3962325"/>
              <a:gd name="connsiteY16" fmla="*/ 2583794 h 5889466"/>
              <a:gd name="connsiteX17" fmla="*/ 3708368 w 3962325"/>
              <a:gd name="connsiteY17" fmla="*/ 2369830 h 5889466"/>
              <a:gd name="connsiteX18" fmla="*/ 3962123 w 3962325"/>
              <a:gd name="connsiteY18" fmla="*/ 2859280 h 5889466"/>
              <a:gd name="connsiteX19" fmla="*/ 3506296 w 3962325"/>
              <a:gd name="connsiteY19" fmla="*/ 3499069 h 5889466"/>
              <a:gd name="connsiteX20" fmla="*/ 3062827 w 3962325"/>
              <a:gd name="connsiteY20" fmla="*/ 3902816 h 5889466"/>
              <a:gd name="connsiteX21" fmla="*/ 3041207 w 3962325"/>
              <a:gd name="connsiteY21" fmla="*/ 4371443 h 5889466"/>
              <a:gd name="connsiteX22" fmla="*/ 3280743 w 3962325"/>
              <a:gd name="connsiteY22" fmla="*/ 4639278 h 5889466"/>
              <a:gd name="connsiteX23" fmla="*/ 2028157 w 3962325"/>
              <a:gd name="connsiteY23" fmla="*/ 5877432 h 5889466"/>
              <a:gd name="connsiteX24" fmla="*/ 1589508 w 3962325"/>
              <a:gd name="connsiteY24" fmla="*/ 5202177 h 5889466"/>
              <a:gd name="connsiteX25" fmla="*/ 666555 w 3962325"/>
              <a:gd name="connsiteY25" fmla="*/ 4898337 h 5889466"/>
              <a:gd name="connsiteX0" fmla="*/ 666555 w 3962325"/>
              <a:gd name="connsiteY0" fmla="*/ 4898337 h 5884355"/>
              <a:gd name="connsiteX1" fmla="*/ 979445 w 3962325"/>
              <a:gd name="connsiteY1" fmla="*/ 4231829 h 5884355"/>
              <a:gd name="connsiteX2" fmla="*/ 1354524 w 3962325"/>
              <a:gd name="connsiteY2" fmla="*/ 3503348 h 5884355"/>
              <a:gd name="connsiteX3" fmla="*/ 1403737 w 3962325"/>
              <a:gd name="connsiteY3" fmla="*/ 2740235 h 5884355"/>
              <a:gd name="connsiteX4" fmla="*/ 1556891 w 3962325"/>
              <a:gd name="connsiteY4" fmla="*/ 2386191 h 5884355"/>
              <a:gd name="connsiteX5" fmla="*/ 1117489 w 3962325"/>
              <a:gd name="connsiteY5" fmla="*/ 1967773 h 5884355"/>
              <a:gd name="connsiteX6" fmla="*/ 787156 w 3962325"/>
              <a:gd name="connsiteY6" fmla="*/ 2054434 h 5884355"/>
              <a:gd name="connsiteX7" fmla="*/ 2 w 3962325"/>
              <a:gd name="connsiteY7" fmla="*/ 1257668 h 5884355"/>
              <a:gd name="connsiteX8" fmla="*/ 529173 w 3962325"/>
              <a:gd name="connsiteY8" fmla="*/ 156697 h 5884355"/>
              <a:gd name="connsiteX9" fmla="*/ 1644243 w 3962325"/>
              <a:gd name="connsiteY9" fmla="*/ 26662 h 5884355"/>
              <a:gd name="connsiteX10" fmla="*/ 2285823 w 3962325"/>
              <a:gd name="connsiteY10" fmla="*/ 802810 h 5884355"/>
              <a:gd name="connsiteX11" fmla="*/ 2295888 w 3962325"/>
              <a:gd name="connsiteY11" fmla="*/ 1461425 h 5884355"/>
              <a:gd name="connsiteX12" fmla="*/ 2379611 w 3962325"/>
              <a:gd name="connsiteY12" fmla="*/ 1918766 h 5884355"/>
              <a:gd name="connsiteX13" fmla="*/ 2869096 w 3962325"/>
              <a:gd name="connsiteY13" fmla="*/ 2160666 h 5884355"/>
              <a:gd name="connsiteX14" fmla="*/ 2834955 w 3962325"/>
              <a:gd name="connsiteY14" fmla="*/ 2741782 h 5884355"/>
              <a:gd name="connsiteX15" fmla="*/ 3170996 w 3962325"/>
              <a:gd name="connsiteY15" fmla="*/ 2870897 h 5884355"/>
              <a:gd name="connsiteX16" fmla="*/ 3363014 w 3962325"/>
              <a:gd name="connsiteY16" fmla="*/ 2583794 h 5884355"/>
              <a:gd name="connsiteX17" fmla="*/ 3708368 w 3962325"/>
              <a:gd name="connsiteY17" fmla="*/ 2369830 h 5884355"/>
              <a:gd name="connsiteX18" fmla="*/ 3962123 w 3962325"/>
              <a:gd name="connsiteY18" fmla="*/ 2859280 h 5884355"/>
              <a:gd name="connsiteX19" fmla="*/ 3506296 w 3962325"/>
              <a:gd name="connsiteY19" fmla="*/ 3499069 h 5884355"/>
              <a:gd name="connsiteX20" fmla="*/ 3062827 w 3962325"/>
              <a:gd name="connsiteY20" fmla="*/ 3902816 h 5884355"/>
              <a:gd name="connsiteX21" fmla="*/ 3041207 w 3962325"/>
              <a:gd name="connsiteY21" fmla="*/ 4371443 h 5884355"/>
              <a:gd name="connsiteX22" fmla="*/ 3169659 w 3962325"/>
              <a:gd name="connsiteY22" fmla="*/ 4793110 h 5884355"/>
              <a:gd name="connsiteX23" fmla="*/ 2028157 w 3962325"/>
              <a:gd name="connsiteY23" fmla="*/ 5877432 h 5884355"/>
              <a:gd name="connsiteX24" fmla="*/ 1589508 w 3962325"/>
              <a:gd name="connsiteY24" fmla="*/ 5202177 h 5884355"/>
              <a:gd name="connsiteX25" fmla="*/ 666555 w 3962325"/>
              <a:gd name="connsiteY25" fmla="*/ 4898337 h 5884355"/>
              <a:gd name="connsiteX0" fmla="*/ 666555 w 3962325"/>
              <a:gd name="connsiteY0" fmla="*/ 4898337 h 5879273"/>
              <a:gd name="connsiteX1" fmla="*/ 979445 w 3962325"/>
              <a:gd name="connsiteY1" fmla="*/ 4231829 h 5879273"/>
              <a:gd name="connsiteX2" fmla="*/ 1354524 w 3962325"/>
              <a:gd name="connsiteY2" fmla="*/ 3503348 h 5879273"/>
              <a:gd name="connsiteX3" fmla="*/ 1403737 w 3962325"/>
              <a:gd name="connsiteY3" fmla="*/ 2740235 h 5879273"/>
              <a:gd name="connsiteX4" fmla="*/ 1556891 w 3962325"/>
              <a:gd name="connsiteY4" fmla="*/ 2386191 h 5879273"/>
              <a:gd name="connsiteX5" fmla="*/ 1117489 w 3962325"/>
              <a:gd name="connsiteY5" fmla="*/ 1967773 h 5879273"/>
              <a:gd name="connsiteX6" fmla="*/ 787156 w 3962325"/>
              <a:gd name="connsiteY6" fmla="*/ 2054434 h 5879273"/>
              <a:gd name="connsiteX7" fmla="*/ 2 w 3962325"/>
              <a:gd name="connsiteY7" fmla="*/ 1257668 h 5879273"/>
              <a:gd name="connsiteX8" fmla="*/ 529173 w 3962325"/>
              <a:gd name="connsiteY8" fmla="*/ 156697 h 5879273"/>
              <a:gd name="connsiteX9" fmla="*/ 1644243 w 3962325"/>
              <a:gd name="connsiteY9" fmla="*/ 26662 h 5879273"/>
              <a:gd name="connsiteX10" fmla="*/ 2285823 w 3962325"/>
              <a:gd name="connsiteY10" fmla="*/ 802810 h 5879273"/>
              <a:gd name="connsiteX11" fmla="*/ 2295888 w 3962325"/>
              <a:gd name="connsiteY11" fmla="*/ 1461425 h 5879273"/>
              <a:gd name="connsiteX12" fmla="*/ 2379611 w 3962325"/>
              <a:gd name="connsiteY12" fmla="*/ 1918766 h 5879273"/>
              <a:gd name="connsiteX13" fmla="*/ 2869096 w 3962325"/>
              <a:gd name="connsiteY13" fmla="*/ 2160666 h 5879273"/>
              <a:gd name="connsiteX14" fmla="*/ 2834955 w 3962325"/>
              <a:gd name="connsiteY14" fmla="*/ 2741782 h 5879273"/>
              <a:gd name="connsiteX15" fmla="*/ 3170996 w 3962325"/>
              <a:gd name="connsiteY15" fmla="*/ 2870897 h 5879273"/>
              <a:gd name="connsiteX16" fmla="*/ 3363014 w 3962325"/>
              <a:gd name="connsiteY16" fmla="*/ 2583794 h 5879273"/>
              <a:gd name="connsiteX17" fmla="*/ 3708368 w 3962325"/>
              <a:gd name="connsiteY17" fmla="*/ 2369830 h 5879273"/>
              <a:gd name="connsiteX18" fmla="*/ 3962123 w 3962325"/>
              <a:gd name="connsiteY18" fmla="*/ 2859280 h 5879273"/>
              <a:gd name="connsiteX19" fmla="*/ 3506296 w 3962325"/>
              <a:gd name="connsiteY19" fmla="*/ 3499069 h 5879273"/>
              <a:gd name="connsiteX20" fmla="*/ 3062827 w 3962325"/>
              <a:gd name="connsiteY20" fmla="*/ 3902816 h 5879273"/>
              <a:gd name="connsiteX21" fmla="*/ 3041207 w 3962325"/>
              <a:gd name="connsiteY21" fmla="*/ 4371443 h 5879273"/>
              <a:gd name="connsiteX22" fmla="*/ 3169659 w 3962325"/>
              <a:gd name="connsiteY22" fmla="*/ 4793110 h 5879273"/>
              <a:gd name="connsiteX23" fmla="*/ 2745237 w 3962325"/>
              <a:gd name="connsiteY23" fmla="*/ 5004657 h 5879273"/>
              <a:gd name="connsiteX24" fmla="*/ 2028157 w 3962325"/>
              <a:gd name="connsiteY24" fmla="*/ 5877432 h 5879273"/>
              <a:gd name="connsiteX25" fmla="*/ 1589508 w 3962325"/>
              <a:gd name="connsiteY25" fmla="*/ 5202177 h 5879273"/>
              <a:gd name="connsiteX26" fmla="*/ 666555 w 3962325"/>
              <a:gd name="connsiteY26" fmla="*/ 4898337 h 5879273"/>
              <a:gd name="connsiteX0" fmla="*/ 666555 w 3962325"/>
              <a:gd name="connsiteY0" fmla="*/ 4898337 h 5878915"/>
              <a:gd name="connsiteX1" fmla="*/ 979445 w 3962325"/>
              <a:gd name="connsiteY1" fmla="*/ 4231829 h 5878915"/>
              <a:gd name="connsiteX2" fmla="*/ 1354524 w 3962325"/>
              <a:gd name="connsiteY2" fmla="*/ 3503348 h 5878915"/>
              <a:gd name="connsiteX3" fmla="*/ 1403737 w 3962325"/>
              <a:gd name="connsiteY3" fmla="*/ 2740235 h 5878915"/>
              <a:gd name="connsiteX4" fmla="*/ 1556891 w 3962325"/>
              <a:gd name="connsiteY4" fmla="*/ 2386191 h 5878915"/>
              <a:gd name="connsiteX5" fmla="*/ 1117489 w 3962325"/>
              <a:gd name="connsiteY5" fmla="*/ 1967773 h 5878915"/>
              <a:gd name="connsiteX6" fmla="*/ 787156 w 3962325"/>
              <a:gd name="connsiteY6" fmla="*/ 2054434 h 5878915"/>
              <a:gd name="connsiteX7" fmla="*/ 2 w 3962325"/>
              <a:gd name="connsiteY7" fmla="*/ 1257668 h 5878915"/>
              <a:gd name="connsiteX8" fmla="*/ 529173 w 3962325"/>
              <a:gd name="connsiteY8" fmla="*/ 156697 h 5878915"/>
              <a:gd name="connsiteX9" fmla="*/ 1644243 w 3962325"/>
              <a:gd name="connsiteY9" fmla="*/ 26662 h 5878915"/>
              <a:gd name="connsiteX10" fmla="*/ 2285823 w 3962325"/>
              <a:gd name="connsiteY10" fmla="*/ 802810 h 5878915"/>
              <a:gd name="connsiteX11" fmla="*/ 2295888 w 3962325"/>
              <a:gd name="connsiteY11" fmla="*/ 1461425 h 5878915"/>
              <a:gd name="connsiteX12" fmla="*/ 2379611 w 3962325"/>
              <a:gd name="connsiteY12" fmla="*/ 1918766 h 5878915"/>
              <a:gd name="connsiteX13" fmla="*/ 2869096 w 3962325"/>
              <a:gd name="connsiteY13" fmla="*/ 2160666 h 5878915"/>
              <a:gd name="connsiteX14" fmla="*/ 2834955 w 3962325"/>
              <a:gd name="connsiteY14" fmla="*/ 2741782 h 5878915"/>
              <a:gd name="connsiteX15" fmla="*/ 3170996 w 3962325"/>
              <a:gd name="connsiteY15" fmla="*/ 2870897 h 5878915"/>
              <a:gd name="connsiteX16" fmla="*/ 3363014 w 3962325"/>
              <a:gd name="connsiteY16" fmla="*/ 2583794 h 5878915"/>
              <a:gd name="connsiteX17" fmla="*/ 3708368 w 3962325"/>
              <a:gd name="connsiteY17" fmla="*/ 2369830 h 5878915"/>
              <a:gd name="connsiteX18" fmla="*/ 3962123 w 3962325"/>
              <a:gd name="connsiteY18" fmla="*/ 2859280 h 5878915"/>
              <a:gd name="connsiteX19" fmla="*/ 3506296 w 3962325"/>
              <a:gd name="connsiteY19" fmla="*/ 3499069 h 5878915"/>
              <a:gd name="connsiteX20" fmla="*/ 3062827 w 3962325"/>
              <a:gd name="connsiteY20" fmla="*/ 3902816 h 5878915"/>
              <a:gd name="connsiteX21" fmla="*/ 3041207 w 3962325"/>
              <a:gd name="connsiteY21" fmla="*/ 4371443 h 5878915"/>
              <a:gd name="connsiteX22" fmla="*/ 3169659 w 3962325"/>
              <a:gd name="connsiteY22" fmla="*/ 4793110 h 5878915"/>
              <a:gd name="connsiteX23" fmla="*/ 2745237 w 3962325"/>
              <a:gd name="connsiteY23" fmla="*/ 5004657 h 5878915"/>
              <a:gd name="connsiteX24" fmla="*/ 2772374 w 3962325"/>
              <a:gd name="connsiteY24" fmla="*/ 5372713 h 5878915"/>
              <a:gd name="connsiteX25" fmla="*/ 2028157 w 3962325"/>
              <a:gd name="connsiteY25" fmla="*/ 5877432 h 5878915"/>
              <a:gd name="connsiteX26" fmla="*/ 1589508 w 3962325"/>
              <a:gd name="connsiteY26" fmla="*/ 5202177 h 5878915"/>
              <a:gd name="connsiteX27" fmla="*/ 666555 w 3962325"/>
              <a:gd name="connsiteY27" fmla="*/ 4898337 h 5878915"/>
              <a:gd name="connsiteX0" fmla="*/ 666555 w 3962325"/>
              <a:gd name="connsiteY0" fmla="*/ 4898337 h 5878915"/>
              <a:gd name="connsiteX1" fmla="*/ 725595 w 3962325"/>
              <a:gd name="connsiteY1" fmla="*/ 3752063 h 5878915"/>
              <a:gd name="connsiteX2" fmla="*/ 1354524 w 3962325"/>
              <a:gd name="connsiteY2" fmla="*/ 3503348 h 5878915"/>
              <a:gd name="connsiteX3" fmla="*/ 1403737 w 3962325"/>
              <a:gd name="connsiteY3" fmla="*/ 2740235 h 5878915"/>
              <a:gd name="connsiteX4" fmla="*/ 1556891 w 3962325"/>
              <a:gd name="connsiteY4" fmla="*/ 2386191 h 5878915"/>
              <a:gd name="connsiteX5" fmla="*/ 1117489 w 3962325"/>
              <a:gd name="connsiteY5" fmla="*/ 1967773 h 5878915"/>
              <a:gd name="connsiteX6" fmla="*/ 787156 w 3962325"/>
              <a:gd name="connsiteY6" fmla="*/ 2054434 h 5878915"/>
              <a:gd name="connsiteX7" fmla="*/ 2 w 3962325"/>
              <a:gd name="connsiteY7" fmla="*/ 1257668 h 5878915"/>
              <a:gd name="connsiteX8" fmla="*/ 529173 w 3962325"/>
              <a:gd name="connsiteY8" fmla="*/ 156697 h 5878915"/>
              <a:gd name="connsiteX9" fmla="*/ 1644243 w 3962325"/>
              <a:gd name="connsiteY9" fmla="*/ 26662 h 5878915"/>
              <a:gd name="connsiteX10" fmla="*/ 2285823 w 3962325"/>
              <a:gd name="connsiteY10" fmla="*/ 802810 h 5878915"/>
              <a:gd name="connsiteX11" fmla="*/ 2295888 w 3962325"/>
              <a:gd name="connsiteY11" fmla="*/ 1461425 h 5878915"/>
              <a:gd name="connsiteX12" fmla="*/ 2379611 w 3962325"/>
              <a:gd name="connsiteY12" fmla="*/ 1918766 h 5878915"/>
              <a:gd name="connsiteX13" fmla="*/ 2869096 w 3962325"/>
              <a:gd name="connsiteY13" fmla="*/ 2160666 h 5878915"/>
              <a:gd name="connsiteX14" fmla="*/ 2834955 w 3962325"/>
              <a:gd name="connsiteY14" fmla="*/ 2741782 h 5878915"/>
              <a:gd name="connsiteX15" fmla="*/ 3170996 w 3962325"/>
              <a:gd name="connsiteY15" fmla="*/ 2870897 h 5878915"/>
              <a:gd name="connsiteX16" fmla="*/ 3363014 w 3962325"/>
              <a:gd name="connsiteY16" fmla="*/ 2583794 h 5878915"/>
              <a:gd name="connsiteX17" fmla="*/ 3708368 w 3962325"/>
              <a:gd name="connsiteY17" fmla="*/ 2369830 h 5878915"/>
              <a:gd name="connsiteX18" fmla="*/ 3962123 w 3962325"/>
              <a:gd name="connsiteY18" fmla="*/ 2859280 h 5878915"/>
              <a:gd name="connsiteX19" fmla="*/ 3506296 w 3962325"/>
              <a:gd name="connsiteY19" fmla="*/ 3499069 h 5878915"/>
              <a:gd name="connsiteX20" fmla="*/ 3062827 w 3962325"/>
              <a:gd name="connsiteY20" fmla="*/ 3902816 h 5878915"/>
              <a:gd name="connsiteX21" fmla="*/ 3041207 w 3962325"/>
              <a:gd name="connsiteY21" fmla="*/ 4371443 h 5878915"/>
              <a:gd name="connsiteX22" fmla="*/ 3169659 w 3962325"/>
              <a:gd name="connsiteY22" fmla="*/ 4793110 h 5878915"/>
              <a:gd name="connsiteX23" fmla="*/ 2745237 w 3962325"/>
              <a:gd name="connsiteY23" fmla="*/ 5004657 h 5878915"/>
              <a:gd name="connsiteX24" fmla="*/ 2772374 w 3962325"/>
              <a:gd name="connsiteY24" fmla="*/ 5372713 h 5878915"/>
              <a:gd name="connsiteX25" fmla="*/ 2028157 w 3962325"/>
              <a:gd name="connsiteY25" fmla="*/ 5877432 h 5878915"/>
              <a:gd name="connsiteX26" fmla="*/ 1589508 w 3962325"/>
              <a:gd name="connsiteY26" fmla="*/ 5202177 h 5878915"/>
              <a:gd name="connsiteX27" fmla="*/ 666555 w 3962325"/>
              <a:gd name="connsiteY27" fmla="*/ 4898337 h 5878915"/>
              <a:gd name="connsiteX0" fmla="*/ 666555 w 3962325"/>
              <a:gd name="connsiteY0" fmla="*/ 4898337 h 5878915"/>
              <a:gd name="connsiteX1" fmla="*/ 912337 w 3962325"/>
              <a:gd name="connsiteY1" fmla="*/ 4452563 h 5878915"/>
              <a:gd name="connsiteX2" fmla="*/ 725595 w 3962325"/>
              <a:gd name="connsiteY2" fmla="*/ 3752063 h 5878915"/>
              <a:gd name="connsiteX3" fmla="*/ 1354524 w 3962325"/>
              <a:gd name="connsiteY3" fmla="*/ 3503348 h 5878915"/>
              <a:gd name="connsiteX4" fmla="*/ 1403737 w 3962325"/>
              <a:gd name="connsiteY4" fmla="*/ 2740235 h 5878915"/>
              <a:gd name="connsiteX5" fmla="*/ 1556891 w 3962325"/>
              <a:gd name="connsiteY5" fmla="*/ 2386191 h 5878915"/>
              <a:gd name="connsiteX6" fmla="*/ 1117489 w 3962325"/>
              <a:gd name="connsiteY6" fmla="*/ 1967773 h 5878915"/>
              <a:gd name="connsiteX7" fmla="*/ 787156 w 3962325"/>
              <a:gd name="connsiteY7" fmla="*/ 2054434 h 5878915"/>
              <a:gd name="connsiteX8" fmla="*/ 2 w 3962325"/>
              <a:gd name="connsiteY8" fmla="*/ 1257668 h 5878915"/>
              <a:gd name="connsiteX9" fmla="*/ 529173 w 3962325"/>
              <a:gd name="connsiteY9" fmla="*/ 156697 h 5878915"/>
              <a:gd name="connsiteX10" fmla="*/ 1644243 w 3962325"/>
              <a:gd name="connsiteY10" fmla="*/ 26662 h 5878915"/>
              <a:gd name="connsiteX11" fmla="*/ 2285823 w 3962325"/>
              <a:gd name="connsiteY11" fmla="*/ 802810 h 5878915"/>
              <a:gd name="connsiteX12" fmla="*/ 2295888 w 3962325"/>
              <a:gd name="connsiteY12" fmla="*/ 1461425 h 5878915"/>
              <a:gd name="connsiteX13" fmla="*/ 2379611 w 3962325"/>
              <a:gd name="connsiteY13" fmla="*/ 1918766 h 5878915"/>
              <a:gd name="connsiteX14" fmla="*/ 2869096 w 3962325"/>
              <a:gd name="connsiteY14" fmla="*/ 2160666 h 5878915"/>
              <a:gd name="connsiteX15" fmla="*/ 2834955 w 3962325"/>
              <a:gd name="connsiteY15" fmla="*/ 2741782 h 5878915"/>
              <a:gd name="connsiteX16" fmla="*/ 3170996 w 3962325"/>
              <a:gd name="connsiteY16" fmla="*/ 2870897 h 5878915"/>
              <a:gd name="connsiteX17" fmla="*/ 3363014 w 3962325"/>
              <a:gd name="connsiteY17" fmla="*/ 2583794 h 5878915"/>
              <a:gd name="connsiteX18" fmla="*/ 3708368 w 3962325"/>
              <a:gd name="connsiteY18" fmla="*/ 2369830 h 5878915"/>
              <a:gd name="connsiteX19" fmla="*/ 3962123 w 3962325"/>
              <a:gd name="connsiteY19" fmla="*/ 2859280 h 5878915"/>
              <a:gd name="connsiteX20" fmla="*/ 3506296 w 3962325"/>
              <a:gd name="connsiteY20" fmla="*/ 3499069 h 5878915"/>
              <a:gd name="connsiteX21" fmla="*/ 3062827 w 3962325"/>
              <a:gd name="connsiteY21" fmla="*/ 3902816 h 5878915"/>
              <a:gd name="connsiteX22" fmla="*/ 3041207 w 3962325"/>
              <a:gd name="connsiteY22" fmla="*/ 4371443 h 5878915"/>
              <a:gd name="connsiteX23" fmla="*/ 3169659 w 3962325"/>
              <a:gd name="connsiteY23" fmla="*/ 4793110 h 5878915"/>
              <a:gd name="connsiteX24" fmla="*/ 2745237 w 3962325"/>
              <a:gd name="connsiteY24" fmla="*/ 5004657 h 5878915"/>
              <a:gd name="connsiteX25" fmla="*/ 2772374 w 3962325"/>
              <a:gd name="connsiteY25" fmla="*/ 5372713 h 5878915"/>
              <a:gd name="connsiteX26" fmla="*/ 2028157 w 3962325"/>
              <a:gd name="connsiteY26" fmla="*/ 5877432 h 5878915"/>
              <a:gd name="connsiteX27" fmla="*/ 1589508 w 3962325"/>
              <a:gd name="connsiteY27" fmla="*/ 5202177 h 5878915"/>
              <a:gd name="connsiteX28" fmla="*/ 666555 w 3962325"/>
              <a:gd name="connsiteY28" fmla="*/ 4898337 h 5878915"/>
              <a:gd name="connsiteX0" fmla="*/ 666555 w 3962325"/>
              <a:gd name="connsiteY0" fmla="*/ 4898337 h 5878915"/>
              <a:gd name="connsiteX1" fmla="*/ 912337 w 3962325"/>
              <a:gd name="connsiteY1" fmla="*/ 4452563 h 5878915"/>
              <a:gd name="connsiteX2" fmla="*/ 770332 w 3962325"/>
              <a:gd name="connsiteY2" fmla="*/ 3742360 h 5878915"/>
              <a:gd name="connsiteX3" fmla="*/ 1354524 w 3962325"/>
              <a:gd name="connsiteY3" fmla="*/ 3503348 h 5878915"/>
              <a:gd name="connsiteX4" fmla="*/ 1403737 w 3962325"/>
              <a:gd name="connsiteY4" fmla="*/ 2740235 h 5878915"/>
              <a:gd name="connsiteX5" fmla="*/ 1556891 w 3962325"/>
              <a:gd name="connsiteY5" fmla="*/ 2386191 h 5878915"/>
              <a:gd name="connsiteX6" fmla="*/ 1117489 w 3962325"/>
              <a:gd name="connsiteY6" fmla="*/ 1967773 h 5878915"/>
              <a:gd name="connsiteX7" fmla="*/ 787156 w 3962325"/>
              <a:gd name="connsiteY7" fmla="*/ 2054434 h 5878915"/>
              <a:gd name="connsiteX8" fmla="*/ 2 w 3962325"/>
              <a:gd name="connsiteY8" fmla="*/ 1257668 h 5878915"/>
              <a:gd name="connsiteX9" fmla="*/ 529173 w 3962325"/>
              <a:gd name="connsiteY9" fmla="*/ 156697 h 5878915"/>
              <a:gd name="connsiteX10" fmla="*/ 1644243 w 3962325"/>
              <a:gd name="connsiteY10" fmla="*/ 26662 h 5878915"/>
              <a:gd name="connsiteX11" fmla="*/ 2285823 w 3962325"/>
              <a:gd name="connsiteY11" fmla="*/ 802810 h 5878915"/>
              <a:gd name="connsiteX12" fmla="*/ 2295888 w 3962325"/>
              <a:gd name="connsiteY12" fmla="*/ 1461425 h 5878915"/>
              <a:gd name="connsiteX13" fmla="*/ 2379611 w 3962325"/>
              <a:gd name="connsiteY13" fmla="*/ 1918766 h 5878915"/>
              <a:gd name="connsiteX14" fmla="*/ 2869096 w 3962325"/>
              <a:gd name="connsiteY14" fmla="*/ 2160666 h 5878915"/>
              <a:gd name="connsiteX15" fmla="*/ 2834955 w 3962325"/>
              <a:gd name="connsiteY15" fmla="*/ 2741782 h 5878915"/>
              <a:gd name="connsiteX16" fmla="*/ 3170996 w 3962325"/>
              <a:gd name="connsiteY16" fmla="*/ 2870897 h 5878915"/>
              <a:gd name="connsiteX17" fmla="*/ 3363014 w 3962325"/>
              <a:gd name="connsiteY17" fmla="*/ 2583794 h 5878915"/>
              <a:gd name="connsiteX18" fmla="*/ 3708368 w 3962325"/>
              <a:gd name="connsiteY18" fmla="*/ 2369830 h 5878915"/>
              <a:gd name="connsiteX19" fmla="*/ 3962123 w 3962325"/>
              <a:gd name="connsiteY19" fmla="*/ 2859280 h 5878915"/>
              <a:gd name="connsiteX20" fmla="*/ 3506296 w 3962325"/>
              <a:gd name="connsiteY20" fmla="*/ 3499069 h 5878915"/>
              <a:gd name="connsiteX21" fmla="*/ 3062827 w 3962325"/>
              <a:gd name="connsiteY21" fmla="*/ 3902816 h 5878915"/>
              <a:gd name="connsiteX22" fmla="*/ 3041207 w 3962325"/>
              <a:gd name="connsiteY22" fmla="*/ 4371443 h 5878915"/>
              <a:gd name="connsiteX23" fmla="*/ 3169659 w 3962325"/>
              <a:gd name="connsiteY23" fmla="*/ 4793110 h 5878915"/>
              <a:gd name="connsiteX24" fmla="*/ 2745237 w 3962325"/>
              <a:gd name="connsiteY24" fmla="*/ 5004657 h 5878915"/>
              <a:gd name="connsiteX25" fmla="*/ 2772374 w 3962325"/>
              <a:gd name="connsiteY25" fmla="*/ 5372713 h 5878915"/>
              <a:gd name="connsiteX26" fmla="*/ 2028157 w 3962325"/>
              <a:gd name="connsiteY26" fmla="*/ 5877432 h 5878915"/>
              <a:gd name="connsiteX27" fmla="*/ 1589508 w 3962325"/>
              <a:gd name="connsiteY27" fmla="*/ 5202177 h 5878915"/>
              <a:gd name="connsiteX28" fmla="*/ 666555 w 3962325"/>
              <a:gd name="connsiteY28" fmla="*/ 4898337 h 5878915"/>
              <a:gd name="connsiteX0" fmla="*/ 666555 w 3962325"/>
              <a:gd name="connsiteY0" fmla="*/ 4898337 h 5878915"/>
              <a:gd name="connsiteX1" fmla="*/ 912337 w 3962325"/>
              <a:gd name="connsiteY1" fmla="*/ 4452563 h 5878915"/>
              <a:gd name="connsiteX2" fmla="*/ 770332 w 3962325"/>
              <a:gd name="connsiteY2" fmla="*/ 3742360 h 5878915"/>
              <a:gd name="connsiteX3" fmla="*/ 1354524 w 3962325"/>
              <a:gd name="connsiteY3" fmla="*/ 3503348 h 5878915"/>
              <a:gd name="connsiteX4" fmla="*/ 1403737 w 3962325"/>
              <a:gd name="connsiteY4" fmla="*/ 2740235 h 5878915"/>
              <a:gd name="connsiteX5" fmla="*/ 1556891 w 3962325"/>
              <a:gd name="connsiteY5" fmla="*/ 2386191 h 5878915"/>
              <a:gd name="connsiteX6" fmla="*/ 1117489 w 3962325"/>
              <a:gd name="connsiteY6" fmla="*/ 1967773 h 5878915"/>
              <a:gd name="connsiteX7" fmla="*/ 787156 w 3962325"/>
              <a:gd name="connsiteY7" fmla="*/ 2054434 h 5878915"/>
              <a:gd name="connsiteX8" fmla="*/ 2 w 3962325"/>
              <a:gd name="connsiteY8" fmla="*/ 1257668 h 5878915"/>
              <a:gd name="connsiteX9" fmla="*/ 529173 w 3962325"/>
              <a:gd name="connsiteY9" fmla="*/ 156697 h 5878915"/>
              <a:gd name="connsiteX10" fmla="*/ 1644243 w 3962325"/>
              <a:gd name="connsiteY10" fmla="*/ 26662 h 5878915"/>
              <a:gd name="connsiteX11" fmla="*/ 2285823 w 3962325"/>
              <a:gd name="connsiteY11" fmla="*/ 802810 h 5878915"/>
              <a:gd name="connsiteX12" fmla="*/ 2295888 w 3962325"/>
              <a:gd name="connsiteY12" fmla="*/ 1461425 h 5878915"/>
              <a:gd name="connsiteX13" fmla="*/ 2379611 w 3962325"/>
              <a:gd name="connsiteY13" fmla="*/ 1918766 h 5878915"/>
              <a:gd name="connsiteX14" fmla="*/ 2869096 w 3962325"/>
              <a:gd name="connsiteY14" fmla="*/ 2160666 h 5878915"/>
              <a:gd name="connsiteX15" fmla="*/ 2834955 w 3962325"/>
              <a:gd name="connsiteY15" fmla="*/ 2741782 h 5878915"/>
              <a:gd name="connsiteX16" fmla="*/ 3170996 w 3962325"/>
              <a:gd name="connsiteY16" fmla="*/ 2870897 h 5878915"/>
              <a:gd name="connsiteX17" fmla="*/ 3363014 w 3962325"/>
              <a:gd name="connsiteY17" fmla="*/ 2583794 h 5878915"/>
              <a:gd name="connsiteX18" fmla="*/ 3708368 w 3962325"/>
              <a:gd name="connsiteY18" fmla="*/ 2369830 h 5878915"/>
              <a:gd name="connsiteX19" fmla="*/ 3962123 w 3962325"/>
              <a:gd name="connsiteY19" fmla="*/ 2859280 h 5878915"/>
              <a:gd name="connsiteX20" fmla="*/ 3506296 w 3962325"/>
              <a:gd name="connsiteY20" fmla="*/ 3499069 h 5878915"/>
              <a:gd name="connsiteX21" fmla="*/ 3062827 w 3962325"/>
              <a:gd name="connsiteY21" fmla="*/ 3902816 h 5878915"/>
              <a:gd name="connsiteX22" fmla="*/ 3041207 w 3962325"/>
              <a:gd name="connsiteY22" fmla="*/ 4371443 h 5878915"/>
              <a:gd name="connsiteX23" fmla="*/ 3169659 w 3962325"/>
              <a:gd name="connsiteY23" fmla="*/ 4793110 h 5878915"/>
              <a:gd name="connsiteX24" fmla="*/ 2745237 w 3962325"/>
              <a:gd name="connsiteY24" fmla="*/ 5004657 h 5878915"/>
              <a:gd name="connsiteX25" fmla="*/ 2772374 w 3962325"/>
              <a:gd name="connsiteY25" fmla="*/ 5372713 h 5878915"/>
              <a:gd name="connsiteX26" fmla="*/ 2028157 w 3962325"/>
              <a:gd name="connsiteY26" fmla="*/ 5877432 h 5878915"/>
              <a:gd name="connsiteX27" fmla="*/ 1589508 w 3962325"/>
              <a:gd name="connsiteY27" fmla="*/ 5202177 h 5878915"/>
              <a:gd name="connsiteX28" fmla="*/ 666555 w 3962325"/>
              <a:gd name="connsiteY28" fmla="*/ 4898337 h 5878915"/>
              <a:gd name="connsiteX0" fmla="*/ 666555 w 3962325"/>
              <a:gd name="connsiteY0" fmla="*/ 4898337 h 5878915"/>
              <a:gd name="connsiteX1" fmla="*/ 912337 w 3962325"/>
              <a:gd name="connsiteY1" fmla="*/ 4452563 h 5878915"/>
              <a:gd name="connsiteX2" fmla="*/ 770332 w 3962325"/>
              <a:gd name="connsiteY2" fmla="*/ 3742360 h 5878915"/>
              <a:gd name="connsiteX3" fmla="*/ 1354524 w 3962325"/>
              <a:gd name="connsiteY3" fmla="*/ 3503348 h 5878915"/>
              <a:gd name="connsiteX4" fmla="*/ 1403737 w 3962325"/>
              <a:gd name="connsiteY4" fmla="*/ 2740235 h 5878915"/>
              <a:gd name="connsiteX5" fmla="*/ 1556891 w 3962325"/>
              <a:gd name="connsiteY5" fmla="*/ 2386191 h 5878915"/>
              <a:gd name="connsiteX6" fmla="*/ 1117489 w 3962325"/>
              <a:gd name="connsiteY6" fmla="*/ 1967773 h 5878915"/>
              <a:gd name="connsiteX7" fmla="*/ 787156 w 3962325"/>
              <a:gd name="connsiteY7" fmla="*/ 2054434 h 5878915"/>
              <a:gd name="connsiteX8" fmla="*/ 2 w 3962325"/>
              <a:gd name="connsiteY8" fmla="*/ 1257668 h 5878915"/>
              <a:gd name="connsiteX9" fmla="*/ 529173 w 3962325"/>
              <a:gd name="connsiteY9" fmla="*/ 156697 h 5878915"/>
              <a:gd name="connsiteX10" fmla="*/ 1644243 w 3962325"/>
              <a:gd name="connsiteY10" fmla="*/ 26662 h 5878915"/>
              <a:gd name="connsiteX11" fmla="*/ 2285823 w 3962325"/>
              <a:gd name="connsiteY11" fmla="*/ 802810 h 5878915"/>
              <a:gd name="connsiteX12" fmla="*/ 2295888 w 3962325"/>
              <a:gd name="connsiteY12" fmla="*/ 1461425 h 5878915"/>
              <a:gd name="connsiteX13" fmla="*/ 2379611 w 3962325"/>
              <a:gd name="connsiteY13" fmla="*/ 1918766 h 5878915"/>
              <a:gd name="connsiteX14" fmla="*/ 2869096 w 3962325"/>
              <a:gd name="connsiteY14" fmla="*/ 2160666 h 5878915"/>
              <a:gd name="connsiteX15" fmla="*/ 2834955 w 3962325"/>
              <a:gd name="connsiteY15" fmla="*/ 2741782 h 5878915"/>
              <a:gd name="connsiteX16" fmla="*/ 3170996 w 3962325"/>
              <a:gd name="connsiteY16" fmla="*/ 2870897 h 5878915"/>
              <a:gd name="connsiteX17" fmla="*/ 3363014 w 3962325"/>
              <a:gd name="connsiteY17" fmla="*/ 2583794 h 5878915"/>
              <a:gd name="connsiteX18" fmla="*/ 3708368 w 3962325"/>
              <a:gd name="connsiteY18" fmla="*/ 2369830 h 5878915"/>
              <a:gd name="connsiteX19" fmla="*/ 3962123 w 3962325"/>
              <a:gd name="connsiteY19" fmla="*/ 2859280 h 5878915"/>
              <a:gd name="connsiteX20" fmla="*/ 3506296 w 3962325"/>
              <a:gd name="connsiteY20" fmla="*/ 3499069 h 5878915"/>
              <a:gd name="connsiteX21" fmla="*/ 3062827 w 3962325"/>
              <a:gd name="connsiteY21" fmla="*/ 3902816 h 5878915"/>
              <a:gd name="connsiteX22" fmla="*/ 3041207 w 3962325"/>
              <a:gd name="connsiteY22" fmla="*/ 4371443 h 5878915"/>
              <a:gd name="connsiteX23" fmla="*/ 3169659 w 3962325"/>
              <a:gd name="connsiteY23" fmla="*/ 4793110 h 5878915"/>
              <a:gd name="connsiteX24" fmla="*/ 2745237 w 3962325"/>
              <a:gd name="connsiteY24" fmla="*/ 5004657 h 5878915"/>
              <a:gd name="connsiteX25" fmla="*/ 2772374 w 3962325"/>
              <a:gd name="connsiteY25" fmla="*/ 5372713 h 5878915"/>
              <a:gd name="connsiteX26" fmla="*/ 2028157 w 3962325"/>
              <a:gd name="connsiteY26" fmla="*/ 5877432 h 5878915"/>
              <a:gd name="connsiteX27" fmla="*/ 1589508 w 3962325"/>
              <a:gd name="connsiteY27" fmla="*/ 5202177 h 5878915"/>
              <a:gd name="connsiteX28" fmla="*/ 666555 w 3962325"/>
              <a:gd name="connsiteY28" fmla="*/ 4898337 h 5878915"/>
              <a:gd name="connsiteX0" fmla="*/ 666555 w 3962325"/>
              <a:gd name="connsiteY0" fmla="*/ 4898337 h 7845989"/>
              <a:gd name="connsiteX1" fmla="*/ 912337 w 3962325"/>
              <a:gd name="connsiteY1" fmla="*/ 4452563 h 7845989"/>
              <a:gd name="connsiteX2" fmla="*/ 770332 w 3962325"/>
              <a:gd name="connsiteY2" fmla="*/ 3742360 h 7845989"/>
              <a:gd name="connsiteX3" fmla="*/ 1354524 w 3962325"/>
              <a:gd name="connsiteY3" fmla="*/ 3503348 h 7845989"/>
              <a:gd name="connsiteX4" fmla="*/ 1403737 w 3962325"/>
              <a:gd name="connsiteY4" fmla="*/ 2740235 h 7845989"/>
              <a:gd name="connsiteX5" fmla="*/ 1556891 w 3962325"/>
              <a:gd name="connsiteY5" fmla="*/ 2386191 h 7845989"/>
              <a:gd name="connsiteX6" fmla="*/ 1117489 w 3962325"/>
              <a:gd name="connsiteY6" fmla="*/ 1967773 h 7845989"/>
              <a:gd name="connsiteX7" fmla="*/ 787156 w 3962325"/>
              <a:gd name="connsiteY7" fmla="*/ 2054434 h 7845989"/>
              <a:gd name="connsiteX8" fmla="*/ 2 w 3962325"/>
              <a:gd name="connsiteY8" fmla="*/ 1257668 h 7845989"/>
              <a:gd name="connsiteX9" fmla="*/ 529173 w 3962325"/>
              <a:gd name="connsiteY9" fmla="*/ 156697 h 7845989"/>
              <a:gd name="connsiteX10" fmla="*/ 1644243 w 3962325"/>
              <a:gd name="connsiteY10" fmla="*/ 26662 h 7845989"/>
              <a:gd name="connsiteX11" fmla="*/ 2285823 w 3962325"/>
              <a:gd name="connsiteY11" fmla="*/ 802810 h 7845989"/>
              <a:gd name="connsiteX12" fmla="*/ 2295888 w 3962325"/>
              <a:gd name="connsiteY12" fmla="*/ 1461425 h 7845989"/>
              <a:gd name="connsiteX13" fmla="*/ 2379611 w 3962325"/>
              <a:gd name="connsiteY13" fmla="*/ 1918766 h 7845989"/>
              <a:gd name="connsiteX14" fmla="*/ 2869096 w 3962325"/>
              <a:gd name="connsiteY14" fmla="*/ 2160666 h 7845989"/>
              <a:gd name="connsiteX15" fmla="*/ 2834955 w 3962325"/>
              <a:gd name="connsiteY15" fmla="*/ 2741782 h 7845989"/>
              <a:gd name="connsiteX16" fmla="*/ 3170996 w 3962325"/>
              <a:gd name="connsiteY16" fmla="*/ 2870897 h 7845989"/>
              <a:gd name="connsiteX17" fmla="*/ 3363014 w 3962325"/>
              <a:gd name="connsiteY17" fmla="*/ 2583794 h 7845989"/>
              <a:gd name="connsiteX18" fmla="*/ 3708368 w 3962325"/>
              <a:gd name="connsiteY18" fmla="*/ 2369830 h 7845989"/>
              <a:gd name="connsiteX19" fmla="*/ 3962123 w 3962325"/>
              <a:gd name="connsiteY19" fmla="*/ 2859280 h 7845989"/>
              <a:gd name="connsiteX20" fmla="*/ 3506296 w 3962325"/>
              <a:gd name="connsiteY20" fmla="*/ 3499069 h 7845989"/>
              <a:gd name="connsiteX21" fmla="*/ 3062827 w 3962325"/>
              <a:gd name="connsiteY21" fmla="*/ 3902816 h 7845989"/>
              <a:gd name="connsiteX22" fmla="*/ 3041207 w 3962325"/>
              <a:gd name="connsiteY22" fmla="*/ 4371443 h 7845989"/>
              <a:gd name="connsiteX23" fmla="*/ 3169659 w 3962325"/>
              <a:gd name="connsiteY23" fmla="*/ 4793110 h 7845989"/>
              <a:gd name="connsiteX24" fmla="*/ 2745237 w 3962325"/>
              <a:gd name="connsiteY24" fmla="*/ 5004657 h 7845989"/>
              <a:gd name="connsiteX25" fmla="*/ 2772374 w 3962325"/>
              <a:gd name="connsiteY25" fmla="*/ 5372713 h 7845989"/>
              <a:gd name="connsiteX26" fmla="*/ 1362443 w 3962325"/>
              <a:gd name="connsiteY26" fmla="*/ 7845694 h 7845989"/>
              <a:gd name="connsiteX27" fmla="*/ 1589508 w 3962325"/>
              <a:gd name="connsiteY27" fmla="*/ 5202177 h 7845989"/>
              <a:gd name="connsiteX28" fmla="*/ 666555 w 3962325"/>
              <a:gd name="connsiteY28" fmla="*/ 4898337 h 7845989"/>
              <a:gd name="connsiteX0" fmla="*/ 666555 w 3962325"/>
              <a:gd name="connsiteY0" fmla="*/ 4898337 h 7845989"/>
              <a:gd name="connsiteX1" fmla="*/ 912337 w 3962325"/>
              <a:gd name="connsiteY1" fmla="*/ 4452563 h 7845989"/>
              <a:gd name="connsiteX2" fmla="*/ 770332 w 3962325"/>
              <a:gd name="connsiteY2" fmla="*/ 3742360 h 7845989"/>
              <a:gd name="connsiteX3" fmla="*/ 1354524 w 3962325"/>
              <a:gd name="connsiteY3" fmla="*/ 3503348 h 7845989"/>
              <a:gd name="connsiteX4" fmla="*/ 1403737 w 3962325"/>
              <a:gd name="connsiteY4" fmla="*/ 2740235 h 7845989"/>
              <a:gd name="connsiteX5" fmla="*/ 1556891 w 3962325"/>
              <a:gd name="connsiteY5" fmla="*/ 2386191 h 7845989"/>
              <a:gd name="connsiteX6" fmla="*/ 1117489 w 3962325"/>
              <a:gd name="connsiteY6" fmla="*/ 1967773 h 7845989"/>
              <a:gd name="connsiteX7" fmla="*/ 787156 w 3962325"/>
              <a:gd name="connsiteY7" fmla="*/ 2054434 h 7845989"/>
              <a:gd name="connsiteX8" fmla="*/ 2 w 3962325"/>
              <a:gd name="connsiteY8" fmla="*/ 1257668 h 7845989"/>
              <a:gd name="connsiteX9" fmla="*/ 529173 w 3962325"/>
              <a:gd name="connsiteY9" fmla="*/ 156697 h 7845989"/>
              <a:gd name="connsiteX10" fmla="*/ 1644243 w 3962325"/>
              <a:gd name="connsiteY10" fmla="*/ 26662 h 7845989"/>
              <a:gd name="connsiteX11" fmla="*/ 2285823 w 3962325"/>
              <a:gd name="connsiteY11" fmla="*/ 802810 h 7845989"/>
              <a:gd name="connsiteX12" fmla="*/ 2295888 w 3962325"/>
              <a:gd name="connsiteY12" fmla="*/ 1461425 h 7845989"/>
              <a:gd name="connsiteX13" fmla="*/ 2379611 w 3962325"/>
              <a:gd name="connsiteY13" fmla="*/ 1918766 h 7845989"/>
              <a:gd name="connsiteX14" fmla="*/ 2869096 w 3962325"/>
              <a:gd name="connsiteY14" fmla="*/ 2160666 h 7845989"/>
              <a:gd name="connsiteX15" fmla="*/ 2834955 w 3962325"/>
              <a:gd name="connsiteY15" fmla="*/ 2741782 h 7845989"/>
              <a:gd name="connsiteX16" fmla="*/ 3170996 w 3962325"/>
              <a:gd name="connsiteY16" fmla="*/ 2870897 h 7845989"/>
              <a:gd name="connsiteX17" fmla="*/ 3363014 w 3962325"/>
              <a:gd name="connsiteY17" fmla="*/ 2583794 h 7845989"/>
              <a:gd name="connsiteX18" fmla="*/ 3708368 w 3962325"/>
              <a:gd name="connsiteY18" fmla="*/ 2369830 h 7845989"/>
              <a:gd name="connsiteX19" fmla="*/ 3962123 w 3962325"/>
              <a:gd name="connsiteY19" fmla="*/ 2859280 h 7845989"/>
              <a:gd name="connsiteX20" fmla="*/ 3506296 w 3962325"/>
              <a:gd name="connsiteY20" fmla="*/ 3499069 h 7845989"/>
              <a:gd name="connsiteX21" fmla="*/ 3062827 w 3962325"/>
              <a:gd name="connsiteY21" fmla="*/ 3902816 h 7845989"/>
              <a:gd name="connsiteX22" fmla="*/ 3041207 w 3962325"/>
              <a:gd name="connsiteY22" fmla="*/ 4371443 h 7845989"/>
              <a:gd name="connsiteX23" fmla="*/ 3169659 w 3962325"/>
              <a:gd name="connsiteY23" fmla="*/ 4793110 h 7845989"/>
              <a:gd name="connsiteX24" fmla="*/ 2745237 w 3962325"/>
              <a:gd name="connsiteY24" fmla="*/ 5004657 h 7845989"/>
              <a:gd name="connsiteX25" fmla="*/ 2772374 w 3962325"/>
              <a:gd name="connsiteY25" fmla="*/ 5372713 h 7845989"/>
              <a:gd name="connsiteX26" fmla="*/ 1362443 w 3962325"/>
              <a:gd name="connsiteY26" fmla="*/ 7845694 h 7845989"/>
              <a:gd name="connsiteX27" fmla="*/ 753972 w 3962325"/>
              <a:gd name="connsiteY27" fmla="*/ 6267084 h 7845989"/>
              <a:gd name="connsiteX28" fmla="*/ 666555 w 3962325"/>
              <a:gd name="connsiteY28" fmla="*/ 4898337 h 7845989"/>
              <a:gd name="connsiteX0" fmla="*/ 666555 w 3962325"/>
              <a:gd name="connsiteY0" fmla="*/ 4898337 h 7845989"/>
              <a:gd name="connsiteX1" fmla="*/ 912337 w 3962325"/>
              <a:gd name="connsiteY1" fmla="*/ 4452563 h 7845989"/>
              <a:gd name="connsiteX2" fmla="*/ 770332 w 3962325"/>
              <a:gd name="connsiteY2" fmla="*/ 3742360 h 7845989"/>
              <a:gd name="connsiteX3" fmla="*/ 1354524 w 3962325"/>
              <a:gd name="connsiteY3" fmla="*/ 3503348 h 7845989"/>
              <a:gd name="connsiteX4" fmla="*/ 1403737 w 3962325"/>
              <a:gd name="connsiteY4" fmla="*/ 2740235 h 7845989"/>
              <a:gd name="connsiteX5" fmla="*/ 1556891 w 3962325"/>
              <a:gd name="connsiteY5" fmla="*/ 2386191 h 7845989"/>
              <a:gd name="connsiteX6" fmla="*/ 1117489 w 3962325"/>
              <a:gd name="connsiteY6" fmla="*/ 1967773 h 7845989"/>
              <a:gd name="connsiteX7" fmla="*/ 787156 w 3962325"/>
              <a:gd name="connsiteY7" fmla="*/ 2054434 h 7845989"/>
              <a:gd name="connsiteX8" fmla="*/ 2 w 3962325"/>
              <a:gd name="connsiteY8" fmla="*/ 1257668 h 7845989"/>
              <a:gd name="connsiteX9" fmla="*/ 529173 w 3962325"/>
              <a:gd name="connsiteY9" fmla="*/ 156697 h 7845989"/>
              <a:gd name="connsiteX10" fmla="*/ 1644243 w 3962325"/>
              <a:gd name="connsiteY10" fmla="*/ 26662 h 7845989"/>
              <a:gd name="connsiteX11" fmla="*/ 2285823 w 3962325"/>
              <a:gd name="connsiteY11" fmla="*/ 802810 h 7845989"/>
              <a:gd name="connsiteX12" fmla="*/ 2295888 w 3962325"/>
              <a:gd name="connsiteY12" fmla="*/ 1461425 h 7845989"/>
              <a:gd name="connsiteX13" fmla="*/ 2379611 w 3962325"/>
              <a:gd name="connsiteY13" fmla="*/ 1918766 h 7845989"/>
              <a:gd name="connsiteX14" fmla="*/ 2869096 w 3962325"/>
              <a:gd name="connsiteY14" fmla="*/ 2160666 h 7845989"/>
              <a:gd name="connsiteX15" fmla="*/ 2834955 w 3962325"/>
              <a:gd name="connsiteY15" fmla="*/ 2741782 h 7845989"/>
              <a:gd name="connsiteX16" fmla="*/ 3170996 w 3962325"/>
              <a:gd name="connsiteY16" fmla="*/ 2870897 h 7845989"/>
              <a:gd name="connsiteX17" fmla="*/ 3363014 w 3962325"/>
              <a:gd name="connsiteY17" fmla="*/ 2583794 h 7845989"/>
              <a:gd name="connsiteX18" fmla="*/ 3708368 w 3962325"/>
              <a:gd name="connsiteY18" fmla="*/ 2369830 h 7845989"/>
              <a:gd name="connsiteX19" fmla="*/ 3962123 w 3962325"/>
              <a:gd name="connsiteY19" fmla="*/ 2859280 h 7845989"/>
              <a:gd name="connsiteX20" fmla="*/ 3506296 w 3962325"/>
              <a:gd name="connsiteY20" fmla="*/ 3499069 h 7845989"/>
              <a:gd name="connsiteX21" fmla="*/ 3062827 w 3962325"/>
              <a:gd name="connsiteY21" fmla="*/ 3902816 h 7845989"/>
              <a:gd name="connsiteX22" fmla="*/ 3041207 w 3962325"/>
              <a:gd name="connsiteY22" fmla="*/ 4371443 h 7845989"/>
              <a:gd name="connsiteX23" fmla="*/ 3169659 w 3962325"/>
              <a:gd name="connsiteY23" fmla="*/ 4793110 h 7845989"/>
              <a:gd name="connsiteX24" fmla="*/ 2745237 w 3962325"/>
              <a:gd name="connsiteY24" fmla="*/ 5004657 h 7845989"/>
              <a:gd name="connsiteX25" fmla="*/ 2772374 w 3962325"/>
              <a:gd name="connsiteY25" fmla="*/ 5372713 h 7845989"/>
              <a:gd name="connsiteX26" fmla="*/ 1362443 w 3962325"/>
              <a:gd name="connsiteY26" fmla="*/ 7845694 h 7845989"/>
              <a:gd name="connsiteX27" fmla="*/ 753972 w 3962325"/>
              <a:gd name="connsiteY27" fmla="*/ 6267084 h 7845989"/>
              <a:gd name="connsiteX28" fmla="*/ 1745434 w 3962325"/>
              <a:gd name="connsiteY28" fmla="*/ 5416568 h 7845989"/>
              <a:gd name="connsiteX29" fmla="*/ 666555 w 3962325"/>
              <a:gd name="connsiteY29" fmla="*/ 4898337 h 7845989"/>
              <a:gd name="connsiteX0" fmla="*/ 666555 w 3962325"/>
              <a:gd name="connsiteY0" fmla="*/ 4898337 h 7846013"/>
              <a:gd name="connsiteX1" fmla="*/ 912337 w 3962325"/>
              <a:gd name="connsiteY1" fmla="*/ 4452563 h 7846013"/>
              <a:gd name="connsiteX2" fmla="*/ 770332 w 3962325"/>
              <a:gd name="connsiteY2" fmla="*/ 3742360 h 7846013"/>
              <a:gd name="connsiteX3" fmla="*/ 1354524 w 3962325"/>
              <a:gd name="connsiteY3" fmla="*/ 3503348 h 7846013"/>
              <a:gd name="connsiteX4" fmla="*/ 1403737 w 3962325"/>
              <a:gd name="connsiteY4" fmla="*/ 2740235 h 7846013"/>
              <a:gd name="connsiteX5" fmla="*/ 1556891 w 3962325"/>
              <a:gd name="connsiteY5" fmla="*/ 2386191 h 7846013"/>
              <a:gd name="connsiteX6" fmla="*/ 1117489 w 3962325"/>
              <a:gd name="connsiteY6" fmla="*/ 1967773 h 7846013"/>
              <a:gd name="connsiteX7" fmla="*/ 787156 w 3962325"/>
              <a:gd name="connsiteY7" fmla="*/ 2054434 h 7846013"/>
              <a:gd name="connsiteX8" fmla="*/ 2 w 3962325"/>
              <a:gd name="connsiteY8" fmla="*/ 1257668 h 7846013"/>
              <a:gd name="connsiteX9" fmla="*/ 529173 w 3962325"/>
              <a:gd name="connsiteY9" fmla="*/ 156697 h 7846013"/>
              <a:gd name="connsiteX10" fmla="*/ 1644243 w 3962325"/>
              <a:gd name="connsiteY10" fmla="*/ 26662 h 7846013"/>
              <a:gd name="connsiteX11" fmla="*/ 2285823 w 3962325"/>
              <a:gd name="connsiteY11" fmla="*/ 802810 h 7846013"/>
              <a:gd name="connsiteX12" fmla="*/ 2295888 w 3962325"/>
              <a:gd name="connsiteY12" fmla="*/ 1461425 h 7846013"/>
              <a:gd name="connsiteX13" fmla="*/ 2379611 w 3962325"/>
              <a:gd name="connsiteY13" fmla="*/ 1918766 h 7846013"/>
              <a:gd name="connsiteX14" fmla="*/ 2869096 w 3962325"/>
              <a:gd name="connsiteY14" fmla="*/ 2160666 h 7846013"/>
              <a:gd name="connsiteX15" fmla="*/ 2834955 w 3962325"/>
              <a:gd name="connsiteY15" fmla="*/ 2741782 h 7846013"/>
              <a:gd name="connsiteX16" fmla="*/ 3170996 w 3962325"/>
              <a:gd name="connsiteY16" fmla="*/ 2870897 h 7846013"/>
              <a:gd name="connsiteX17" fmla="*/ 3363014 w 3962325"/>
              <a:gd name="connsiteY17" fmla="*/ 2583794 h 7846013"/>
              <a:gd name="connsiteX18" fmla="*/ 3708368 w 3962325"/>
              <a:gd name="connsiteY18" fmla="*/ 2369830 h 7846013"/>
              <a:gd name="connsiteX19" fmla="*/ 3962123 w 3962325"/>
              <a:gd name="connsiteY19" fmla="*/ 2859280 h 7846013"/>
              <a:gd name="connsiteX20" fmla="*/ 3506296 w 3962325"/>
              <a:gd name="connsiteY20" fmla="*/ 3499069 h 7846013"/>
              <a:gd name="connsiteX21" fmla="*/ 3062827 w 3962325"/>
              <a:gd name="connsiteY21" fmla="*/ 3902816 h 7846013"/>
              <a:gd name="connsiteX22" fmla="*/ 3041207 w 3962325"/>
              <a:gd name="connsiteY22" fmla="*/ 4371443 h 7846013"/>
              <a:gd name="connsiteX23" fmla="*/ 3169659 w 3962325"/>
              <a:gd name="connsiteY23" fmla="*/ 4793110 h 7846013"/>
              <a:gd name="connsiteX24" fmla="*/ 2745237 w 3962325"/>
              <a:gd name="connsiteY24" fmla="*/ 5004657 h 7846013"/>
              <a:gd name="connsiteX25" fmla="*/ 2585475 w 3962325"/>
              <a:gd name="connsiteY25" fmla="*/ 5524849 h 7846013"/>
              <a:gd name="connsiteX26" fmla="*/ 1362443 w 3962325"/>
              <a:gd name="connsiteY26" fmla="*/ 7845694 h 7846013"/>
              <a:gd name="connsiteX27" fmla="*/ 753972 w 3962325"/>
              <a:gd name="connsiteY27" fmla="*/ 6267084 h 7846013"/>
              <a:gd name="connsiteX28" fmla="*/ 1745434 w 3962325"/>
              <a:gd name="connsiteY28" fmla="*/ 5416568 h 7846013"/>
              <a:gd name="connsiteX29" fmla="*/ 666555 w 3962325"/>
              <a:gd name="connsiteY29" fmla="*/ 4898337 h 7846013"/>
              <a:gd name="connsiteX0" fmla="*/ 666555 w 3962325"/>
              <a:gd name="connsiteY0" fmla="*/ 4898337 h 7845993"/>
              <a:gd name="connsiteX1" fmla="*/ 912337 w 3962325"/>
              <a:gd name="connsiteY1" fmla="*/ 4452563 h 7845993"/>
              <a:gd name="connsiteX2" fmla="*/ 770332 w 3962325"/>
              <a:gd name="connsiteY2" fmla="*/ 3742360 h 7845993"/>
              <a:gd name="connsiteX3" fmla="*/ 1354524 w 3962325"/>
              <a:gd name="connsiteY3" fmla="*/ 3503348 h 7845993"/>
              <a:gd name="connsiteX4" fmla="*/ 1403737 w 3962325"/>
              <a:gd name="connsiteY4" fmla="*/ 2740235 h 7845993"/>
              <a:gd name="connsiteX5" fmla="*/ 1556891 w 3962325"/>
              <a:gd name="connsiteY5" fmla="*/ 2386191 h 7845993"/>
              <a:gd name="connsiteX6" fmla="*/ 1117489 w 3962325"/>
              <a:gd name="connsiteY6" fmla="*/ 1967773 h 7845993"/>
              <a:gd name="connsiteX7" fmla="*/ 787156 w 3962325"/>
              <a:gd name="connsiteY7" fmla="*/ 2054434 h 7845993"/>
              <a:gd name="connsiteX8" fmla="*/ 2 w 3962325"/>
              <a:gd name="connsiteY8" fmla="*/ 1257668 h 7845993"/>
              <a:gd name="connsiteX9" fmla="*/ 529173 w 3962325"/>
              <a:gd name="connsiteY9" fmla="*/ 156697 h 7845993"/>
              <a:gd name="connsiteX10" fmla="*/ 1644243 w 3962325"/>
              <a:gd name="connsiteY10" fmla="*/ 26662 h 7845993"/>
              <a:gd name="connsiteX11" fmla="*/ 2285823 w 3962325"/>
              <a:gd name="connsiteY11" fmla="*/ 802810 h 7845993"/>
              <a:gd name="connsiteX12" fmla="*/ 2295888 w 3962325"/>
              <a:gd name="connsiteY12" fmla="*/ 1461425 h 7845993"/>
              <a:gd name="connsiteX13" fmla="*/ 2379611 w 3962325"/>
              <a:gd name="connsiteY13" fmla="*/ 1918766 h 7845993"/>
              <a:gd name="connsiteX14" fmla="*/ 2869096 w 3962325"/>
              <a:gd name="connsiteY14" fmla="*/ 2160666 h 7845993"/>
              <a:gd name="connsiteX15" fmla="*/ 2834955 w 3962325"/>
              <a:gd name="connsiteY15" fmla="*/ 2741782 h 7845993"/>
              <a:gd name="connsiteX16" fmla="*/ 3170996 w 3962325"/>
              <a:gd name="connsiteY16" fmla="*/ 2870897 h 7845993"/>
              <a:gd name="connsiteX17" fmla="*/ 3363014 w 3962325"/>
              <a:gd name="connsiteY17" fmla="*/ 2583794 h 7845993"/>
              <a:gd name="connsiteX18" fmla="*/ 3708368 w 3962325"/>
              <a:gd name="connsiteY18" fmla="*/ 2369830 h 7845993"/>
              <a:gd name="connsiteX19" fmla="*/ 3962123 w 3962325"/>
              <a:gd name="connsiteY19" fmla="*/ 2859280 h 7845993"/>
              <a:gd name="connsiteX20" fmla="*/ 3506296 w 3962325"/>
              <a:gd name="connsiteY20" fmla="*/ 3499069 h 7845993"/>
              <a:gd name="connsiteX21" fmla="*/ 3062827 w 3962325"/>
              <a:gd name="connsiteY21" fmla="*/ 3902816 h 7845993"/>
              <a:gd name="connsiteX22" fmla="*/ 3041207 w 3962325"/>
              <a:gd name="connsiteY22" fmla="*/ 4371443 h 7845993"/>
              <a:gd name="connsiteX23" fmla="*/ 3169659 w 3962325"/>
              <a:gd name="connsiteY23" fmla="*/ 4793110 h 7845993"/>
              <a:gd name="connsiteX24" fmla="*/ 2745237 w 3962325"/>
              <a:gd name="connsiteY24" fmla="*/ 5004657 h 7845993"/>
              <a:gd name="connsiteX25" fmla="*/ 2585475 w 3962325"/>
              <a:gd name="connsiteY25" fmla="*/ 5524849 h 7845993"/>
              <a:gd name="connsiteX26" fmla="*/ 1362443 w 3962325"/>
              <a:gd name="connsiteY26" fmla="*/ 7845694 h 7845993"/>
              <a:gd name="connsiteX27" fmla="*/ 753972 w 3962325"/>
              <a:gd name="connsiteY27" fmla="*/ 6267084 h 7845993"/>
              <a:gd name="connsiteX28" fmla="*/ 1745434 w 3962325"/>
              <a:gd name="connsiteY28" fmla="*/ 5416568 h 7845993"/>
              <a:gd name="connsiteX29" fmla="*/ 666555 w 3962325"/>
              <a:gd name="connsiteY29" fmla="*/ 4898337 h 7845993"/>
              <a:gd name="connsiteX0" fmla="*/ 666555 w 3962325"/>
              <a:gd name="connsiteY0" fmla="*/ 4898337 h 7846041"/>
              <a:gd name="connsiteX1" fmla="*/ 912337 w 3962325"/>
              <a:gd name="connsiteY1" fmla="*/ 4452563 h 7846041"/>
              <a:gd name="connsiteX2" fmla="*/ 770332 w 3962325"/>
              <a:gd name="connsiteY2" fmla="*/ 3742360 h 7846041"/>
              <a:gd name="connsiteX3" fmla="*/ 1354524 w 3962325"/>
              <a:gd name="connsiteY3" fmla="*/ 3503348 h 7846041"/>
              <a:gd name="connsiteX4" fmla="*/ 1403737 w 3962325"/>
              <a:gd name="connsiteY4" fmla="*/ 2740235 h 7846041"/>
              <a:gd name="connsiteX5" fmla="*/ 1556891 w 3962325"/>
              <a:gd name="connsiteY5" fmla="*/ 2386191 h 7846041"/>
              <a:gd name="connsiteX6" fmla="*/ 1117489 w 3962325"/>
              <a:gd name="connsiteY6" fmla="*/ 1967773 h 7846041"/>
              <a:gd name="connsiteX7" fmla="*/ 787156 w 3962325"/>
              <a:gd name="connsiteY7" fmla="*/ 2054434 h 7846041"/>
              <a:gd name="connsiteX8" fmla="*/ 2 w 3962325"/>
              <a:gd name="connsiteY8" fmla="*/ 1257668 h 7846041"/>
              <a:gd name="connsiteX9" fmla="*/ 529173 w 3962325"/>
              <a:gd name="connsiteY9" fmla="*/ 156697 h 7846041"/>
              <a:gd name="connsiteX10" fmla="*/ 1644243 w 3962325"/>
              <a:gd name="connsiteY10" fmla="*/ 26662 h 7846041"/>
              <a:gd name="connsiteX11" fmla="*/ 2285823 w 3962325"/>
              <a:gd name="connsiteY11" fmla="*/ 802810 h 7846041"/>
              <a:gd name="connsiteX12" fmla="*/ 2295888 w 3962325"/>
              <a:gd name="connsiteY12" fmla="*/ 1461425 h 7846041"/>
              <a:gd name="connsiteX13" fmla="*/ 2379611 w 3962325"/>
              <a:gd name="connsiteY13" fmla="*/ 1918766 h 7846041"/>
              <a:gd name="connsiteX14" fmla="*/ 2869096 w 3962325"/>
              <a:gd name="connsiteY14" fmla="*/ 2160666 h 7846041"/>
              <a:gd name="connsiteX15" fmla="*/ 2834955 w 3962325"/>
              <a:gd name="connsiteY15" fmla="*/ 2741782 h 7846041"/>
              <a:gd name="connsiteX16" fmla="*/ 3170996 w 3962325"/>
              <a:gd name="connsiteY16" fmla="*/ 2870897 h 7846041"/>
              <a:gd name="connsiteX17" fmla="*/ 3363014 w 3962325"/>
              <a:gd name="connsiteY17" fmla="*/ 2583794 h 7846041"/>
              <a:gd name="connsiteX18" fmla="*/ 3708368 w 3962325"/>
              <a:gd name="connsiteY18" fmla="*/ 2369830 h 7846041"/>
              <a:gd name="connsiteX19" fmla="*/ 3962123 w 3962325"/>
              <a:gd name="connsiteY19" fmla="*/ 2859280 h 7846041"/>
              <a:gd name="connsiteX20" fmla="*/ 3506296 w 3962325"/>
              <a:gd name="connsiteY20" fmla="*/ 3499069 h 7846041"/>
              <a:gd name="connsiteX21" fmla="*/ 3062827 w 3962325"/>
              <a:gd name="connsiteY21" fmla="*/ 3902816 h 7846041"/>
              <a:gd name="connsiteX22" fmla="*/ 3041207 w 3962325"/>
              <a:gd name="connsiteY22" fmla="*/ 4371443 h 7846041"/>
              <a:gd name="connsiteX23" fmla="*/ 3169659 w 3962325"/>
              <a:gd name="connsiteY23" fmla="*/ 4793110 h 7846041"/>
              <a:gd name="connsiteX24" fmla="*/ 2745237 w 3962325"/>
              <a:gd name="connsiteY24" fmla="*/ 5004657 h 7846041"/>
              <a:gd name="connsiteX25" fmla="*/ 2089976 w 3962325"/>
              <a:gd name="connsiteY25" fmla="*/ 5800451 h 7846041"/>
              <a:gd name="connsiteX26" fmla="*/ 1362443 w 3962325"/>
              <a:gd name="connsiteY26" fmla="*/ 7845694 h 7846041"/>
              <a:gd name="connsiteX27" fmla="*/ 753972 w 3962325"/>
              <a:gd name="connsiteY27" fmla="*/ 6267084 h 7846041"/>
              <a:gd name="connsiteX28" fmla="*/ 1745434 w 3962325"/>
              <a:gd name="connsiteY28" fmla="*/ 5416568 h 7846041"/>
              <a:gd name="connsiteX29" fmla="*/ 666555 w 3962325"/>
              <a:gd name="connsiteY29" fmla="*/ 4898337 h 7846041"/>
              <a:gd name="connsiteX0" fmla="*/ 666555 w 3962325"/>
              <a:gd name="connsiteY0" fmla="*/ 4898337 h 7845694"/>
              <a:gd name="connsiteX1" fmla="*/ 912337 w 3962325"/>
              <a:gd name="connsiteY1" fmla="*/ 4452563 h 7845694"/>
              <a:gd name="connsiteX2" fmla="*/ 770332 w 3962325"/>
              <a:gd name="connsiteY2" fmla="*/ 3742360 h 7845694"/>
              <a:gd name="connsiteX3" fmla="*/ 1354524 w 3962325"/>
              <a:gd name="connsiteY3" fmla="*/ 3503348 h 7845694"/>
              <a:gd name="connsiteX4" fmla="*/ 1403737 w 3962325"/>
              <a:gd name="connsiteY4" fmla="*/ 2740235 h 7845694"/>
              <a:gd name="connsiteX5" fmla="*/ 1556891 w 3962325"/>
              <a:gd name="connsiteY5" fmla="*/ 2386191 h 7845694"/>
              <a:gd name="connsiteX6" fmla="*/ 1117489 w 3962325"/>
              <a:gd name="connsiteY6" fmla="*/ 1967773 h 7845694"/>
              <a:gd name="connsiteX7" fmla="*/ 787156 w 3962325"/>
              <a:gd name="connsiteY7" fmla="*/ 2054434 h 7845694"/>
              <a:gd name="connsiteX8" fmla="*/ 2 w 3962325"/>
              <a:gd name="connsiteY8" fmla="*/ 1257668 h 7845694"/>
              <a:gd name="connsiteX9" fmla="*/ 529173 w 3962325"/>
              <a:gd name="connsiteY9" fmla="*/ 156697 h 7845694"/>
              <a:gd name="connsiteX10" fmla="*/ 1644243 w 3962325"/>
              <a:gd name="connsiteY10" fmla="*/ 26662 h 7845694"/>
              <a:gd name="connsiteX11" fmla="*/ 2285823 w 3962325"/>
              <a:gd name="connsiteY11" fmla="*/ 802810 h 7845694"/>
              <a:gd name="connsiteX12" fmla="*/ 2295888 w 3962325"/>
              <a:gd name="connsiteY12" fmla="*/ 1461425 h 7845694"/>
              <a:gd name="connsiteX13" fmla="*/ 2379611 w 3962325"/>
              <a:gd name="connsiteY13" fmla="*/ 1918766 h 7845694"/>
              <a:gd name="connsiteX14" fmla="*/ 2869096 w 3962325"/>
              <a:gd name="connsiteY14" fmla="*/ 2160666 h 7845694"/>
              <a:gd name="connsiteX15" fmla="*/ 2834955 w 3962325"/>
              <a:gd name="connsiteY15" fmla="*/ 2741782 h 7845694"/>
              <a:gd name="connsiteX16" fmla="*/ 3170996 w 3962325"/>
              <a:gd name="connsiteY16" fmla="*/ 2870897 h 7845694"/>
              <a:gd name="connsiteX17" fmla="*/ 3363014 w 3962325"/>
              <a:gd name="connsiteY17" fmla="*/ 2583794 h 7845694"/>
              <a:gd name="connsiteX18" fmla="*/ 3708368 w 3962325"/>
              <a:gd name="connsiteY18" fmla="*/ 2369830 h 7845694"/>
              <a:gd name="connsiteX19" fmla="*/ 3962123 w 3962325"/>
              <a:gd name="connsiteY19" fmla="*/ 2859280 h 7845694"/>
              <a:gd name="connsiteX20" fmla="*/ 3506296 w 3962325"/>
              <a:gd name="connsiteY20" fmla="*/ 3499069 h 7845694"/>
              <a:gd name="connsiteX21" fmla="*/ 3062827 w 3962325"/>
              <a:gd name="connsiteY21" fmla="*/ 3902816 h 7845694"/>
              <a:gd name="connsiteX22" fmla="*/ 3041207 w 3962325"/>
              <a:gd name="connsiteY22" fmla="*/ 4371443 h 7845694"/>
              <a:gd name="connsiteX23" fmla="*/ 3169659 w 3962325"/>
              <a:gd name="connsiteY23" fmla="*/ 4793110 h 7845694"/>
              <a:gd name="connsiteX24" fmla="*/ 2745237 w 3962325"/>
              <a:gd name="connsiteY24" fmla="*/ 5004657 h 7845694"/>
              <a:gd name="connsiteX25" fmla="*/ 2089976 w 3962325"/>
              <a:gd name="connsiteY25" fmla="*/ 5800451 h 7845694"/>
              <a:gd name="connsiteX26" fmla="*/ 1362443 w 3962325"/>
              <a:gd name="connsiteY26" fmla="*/ 7845694 h 7845694"/>
              <a:gd name="connsiteX27" fmla="*/ 753972 w 3962325"/>
              <a:gd name="connsiteY27" fmla="*/ 6267084 h 7845694"/>
              <a:gd name="connsiteX28" fmla="*/ 1745434 w 3962325"/>
              <a:gd name="connsiteY28" fmla="*/ 5416568 h 7845694"/>
              <a:gd name="connsiteX29" fmla="*/ 666555 w 3962325"/>
              <a:gd name="connsiteY29" fmla="*/ 4898337 h 7845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2325" h="7845694">
                <a:moveTo>
                  <a:pt x="666555" y="4898337"/>
                </a:moveTo>
                <a:cubicBezTo>
                  <a:pt x="527706" y="4737670"/>
                  <a:pt x="902497" y="4643609"/>
                  <a:pt x="912337" y="4452563"/>
                </a:cubicBezTo>
                <a:cubicBezTo>
                  <a:pt x="922177" y="4261517"/>
                  <a:pt x="641638" y="3868925"/>
                  <a:pt x="770332" y="3742360"/>
                </a:cubicBezTo>
                <a:cubicBezTo>
                  <a:pt x="940639" y="3598239"/>
                  <a:pt x="1248957" y="3670369"/>
                  <a:pt x="1354524" y="3503348"/>
                </a:cubicBezTo>
                <a:cubicBezTo>
                  <a:pt x="1460092" y="3336327"/>
                  <a:pt x="1370009" y="2926428"/>
                  <a:pt x="1403737" y="2740235"/>
                </a:cubicBezTo>
                <a:cubicBezTo>
                  <a:pt x="1437465" y="2554042"/>
                  <a:pt x="1453024" y="2372565"/>
                  <a:pt x="1556891" y="2386191"/>
                </a:cubicBezTo>
                <a:cubicBezTo>
                  <a:pt x="1660758" y="2399817"/>
                  <a:pt x="1048381" y="1901966"/>
                  <a:pt x="1117489" y="1967773"/>
                </a:cubicBezTo>
                <a:cubicBezTo>
                  <a:pt x="1186597" y="2033580"/>
                  <a:pt x="758075" y="1977573"/>
                  <a:pt x="787156" y="2054434"/>
                </a:cubicBezTo>
                <a:cubicBezTo>
                  <a:pt x="816237" y="2131295"/>
                  <a:pt x="-1322" y="1285908"/>
                  <a:pt x="2" y="1257668"/>
                </a:cubicBezTo>
                <a:cubicBezTo>
                  <a:pt x="1326" y="1229428"/>
                  <a:pt x="354283" y="214369"/>
                  <a:pt x="529173" y="156697"/>
                </a:cubicBezTo>
                <a:cubicBezTo>
                  <a:pt x="704063" y="99025"/>
                  <a:pt x="1415366" y="-63445"/>
                  <a:pt x="1644243" y="26662"/>
                </a:cubicBezTo>
                <a:cubicBezTo>
                  <a:pt x="1873120" y="116769"/>
                  <a:pt x="2163809" y="592219"/>
                  <a:pt x="2285823" y="802810"/>
                </a:cubicBezTo>
                <a:cubicBezTo>
                  <a:pt x="2407837" y="1013401"/>
                  <a:pt x="2277455" y="1243263"/>
                  <a:pt x="2295888" y="1461425"/>
                </a:cubicBezTo>
                <a:cubicBezTo>
                  <a:pt x="2314321" y="1679587"/>
                  <a:pt x="2351556" y="1760278"/>
                  <a:pt x="2379611" y="1918766"/>
                </a:cubicBezTo>
                <a:cubicBezTo>
                  <a:pt x="2407666" y="2077254"/>
                  <a:pt x="2806956" y="2009056"/>
                  <a:pt x="2869096" y="2160666"/>
                </a:cubicBezTo>
                <a:cubicBezTo>
                  <a:pt x="2931236" y="2312276"/>
                  <a:pt x="2866798" y="2522672"/>
                  <a:pt x="2834955" y="2741782"/>
                </a:cubicBezTo>
                <a:cubicBezTo>
                  <a:pt x="2803112" y="2960892"/>
                  <a:pt x="3113136" y="2811866"/>
                  <a:pt x="3170996" y="2870897"/>
                </a:cubicBezTo>
                <a:cubicBezTo>
                  <a:pt x="3228856" y="2929928"/>
                  <a:pt x="3338225" y="2555911"/>
                  <a:pt x="3363014" y="2583794"/>
                </a:cubicBezTo>
                <a:cubicBezTo>
                  <a:pt x="3387803" y="2611677"/>
                  <a:pt x="3669468" y="2344588"/>
                  <a:pt x="3708368" y="2369830"/>
                </a:cubicBezTo>
                <a:cubicBezTo>
                  <a:pt x="3747268" y="2395072"/>
                  <a:pt x="3969969" y="2685810"/>
                  <a:pt x="3962123" y="2859280"/>
                </a:cubicBezTo>
                <a:cubicBezTo>
                  <a:pt x="3954277" y="3032750"/>
                  <a:pt x="3620619" y="3312920"/>
                  <a:pt x="3506296" y="3499069"/>
                </a:cubicBezTo>
                <a:cubicBezTo>
                  <a:pt x="3391973" y="3685218"/>
                  <a:pt x="3114755" y="3782225"/>
                  <a:pt x="3062827" y="3902816"/>
                </a:cubicBezTo>
                <a:cubicBezTo>
                  <a:pt x="3010899" y="4023407"/>
                  <a:pt x="3040447" y="4260926"/>
                  <a:pt x="3041207" y="4371443"/>
                </a:cubicBezTo>
                <a:cubicBezTo>
                  <a:pt x="3041967" y="4481960"/>
                  <a:pt x="3195362" y="4669011"/>
                  <a:pt x="3169659" y="4793110"/>
                </a:cubicBezTo>
                <a:cubicBezTo>
                  <a:pt x="3143956" y="4917209"/>
                  <a:pt x="2925184" y="4836767"/>
                  <a:pt x="2745237" y="5004657"/>
                </a:cubicBezTo>
                <a:cubicBezTo>
                  <a:pt x="2565290" y="5172547"/>
                  <a:pt x="2865153" y="5452838"/>
                  <a:pt x="2089976" y="5800451"/>
                </a:cubicBezTo>
                <a:cubicBezTo>
                  <a:pt x="1314799" y="6148064"/>
                  <a:pt x="2015174" y="7618781"/>
                  <a:pt x="1362443" y="7845694"/>
                </a:cubicBezTo>
                <a:cubicBezTo>
                  <a:pt x="1165299" y="7817271"/>
                  <a:pt x="690140" y="6671938"/>
                  <a:pt x="753972" y="6267084"/>
                </a:cubicBezTo>
                <a:cubicBezTo>
                  <a:pt x="817804" y="5862230"/>
                  <a:pt x="1760004" y="5644693"/>
                  <a:pt x="1745434" y="5416568"/>
                </a:cubicBezTo>
                <a:cubicBezTo>
                  <a:pt x="1730865" y="5188444"/>
                  <a:pt x="805404" y="5059004"/>
                  <a:pt x="666555" y="4898337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grpSp>
        <p:nvGrpSpPr>
          <p:cNvPr id="5471" name="Groep 21">
            <a:extLst>
              <a:ext uri="{FF2B5EF4-FFF2-40B4-BE49-F238E27FC236}">
                <a16:creationId xmlns:a16="http://schemas.microsoft.com/office/drawing/2014/main" id="{BAB63865-38E4-4AD0-B7FA-6AADF8263E7B}"/>
              </a:ext>
            </a:extLst>
          </p:cNvPr>
          <p:cNvGrpSpPr/>
          <p:nvPr userDrawn="1"/>
        </p:nvGrpSpPr>
        <p:grpSpPr>
          <a:xfrm>
            <a:off x="8182775" y="1988840"/>
            <a:ext cx="1927639" cy="2187601"/>
            <a:chOff x="9685470" y="1996789"/>
            <a:chExt cx="1927639" cy="2187601"/>
          </a:xfrm>
        </p:grpSpPr>
        <p:sp>
          <p:nvSpPr>
            <p:cNvPr id="5472" name="Rechthoek 22">
              <a:extLst>
                <a:ext uri="{FF2B5EF4-FFF2-40B4-BE49-F238E27FC236}">
                  <a16:creationId xmlns:a16="http://schemas.microsoft.com/office/drawing/2014/main" id="{C5AC0702-1CD1-431C-8A87-4B967B820E21}"/>
                </a:ext>
              </a:extLst>
            </p:cNvPr>
            <p:cNvSpPr/>
            <p:nvPr/>
          </p:nvSpPr>
          <p:spPr>
            <a:xfrm>
              <a:off x="10438243" y="2758736"/>
              <a:ext cx="144113" cy="144113"/>
            </a:xfrm>
            <a:prstGeom prst="rect">
              <a:avLst/>
            </a:prstGeom>
            <a:solidFill>
              <a:srgbClr val="92D05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5473" name="Rechthoek 23">
              <a:extLst>
                <a:ext uri="{FF2B5EF4-FFF2-40B4-BE49-F238E27FC236}">
                  <a16:creationId xmlns:a16="http://schemas.microsoft.com/office/drawing/2014/main" id="{D3725EA3-7DBD-48B7-9D52-0D3924DECAFA}"/>
                </a:ext>
              </a:extLst>
            </p:cNvPr>
            <p:cNvSpPr/>
            <p:nvPr/>
          </p:nvSpPr>
          <p:spPr>
            <a:xfrm>
              <a:off x="10669459" y="3306028"/>
              <a:ext cx="144113" cy="144113"/>
            </a:xfrm>
            <a:prstGeom prst="rect">
              <a:avLst/>
            </a:prstGeom>
            <a:solidFill>
              <a:srgbClr val="92D05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5474" name="Ovaal 24">
              <a:extLst>
                <a:ext uri="{FF2B5EF4-FFF2-40B4-BE49-F238E27FC236}">
                  <a16:creationId xmlns:a16="http://schemas.microsoft.com/office/drawing/2014/main" id="{6E67D247-4EC4-4225-8D28-B823BDD0A5B6}"/>
                </a:ext>
              </a:extLst>
            </p:cNvPr>
            <p:cNvSpPr/>
            <p:nvPr/>
          </p:nvSpPr>
          <p:spPr>
            <a:xfrm>
              <a:off x="11011685" y="2088554"/>
              <a:ext cx="108000" cy="108000"/>
            </a:xfrm>
            <a:prstGeom prst="ellipse">
              <a:avLst/>
            </a:prstGeom>
            <a:solidFill>
              <a:srgbClr val="92D05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5475" name="Ovaal 25">
              <a:extLst>
                <a:ext uri="{FF2B5EF4-FFF2-40B4-BE49-F238E27FC236}">
                  <a16:creationId xmlns:a16="http://schemas.microsoft.com/office/drawing/2014/main" id="{63CCB05D-4277-4565-9176-E42C547DDDB7}"/>
                </a:ext>
              </a:extLst>
            </p:cNvPr>
            <p:cNvSpPr/>
            <p:nvPr/>
          </p:nvSpPr>
          <p:spPr>
            <a:xfrm>
              <a:off x="11286966" y="2460486"/>
              <a:ext cx="108000" cy="108000"/>
            </a:xfrm>
            <a:prstGeom prst="ellipse">
              <a:avLst/>
            </a:prstGeom>
            <a:solidFill>
              <a:srgbClr val="92D05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5476" name="Ovaal 26">
              <a:extLst>
                <a:ext uri="{FF2B5EF4-FFF2-40B4-BE49-F238E27FC236}">
                  <a16:creationId xmlns:a16="http://schemas.microsoft.com/office/drawing/2014/main" id="{0B57D2C0-0E05-41F1-948F-36765A805057}"/>
                </a:ext>
              </a:extLst>
            </p:cNvPr>
            <p:cNvSpPr/>
            <p:nvPr/>
          </p:nvSpPr>
          <p:spPr>
            <a:xfrm>
              <a:off x="11505109" y="1996789"/>
              <a:ext cx="108000" cy="108000"/>
            </a:xfrm>
            <a:prstGeom prst="ellipse">
              <a:avLst/>
            </a:prstGeom>
            <a:solidFill>
              <a:srgbClr val="92D05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5477" name="Ovaal 27">
              <a:extLst>
                <a:ext uri="{FF2B5EF4-FFF2-40B4-BE49-F238E27FC236}">
                  <a16:creationId xmlns:a16="http://schemas.microsoft.com/office/drawing/2014/main" id="{62E2135F-D7B5-4738-87AF-C63475B145C7}"/>
                </a:ext>
              </a:extLst>
            </p:cNvPr>
            <p:cNvSpPr/>
            <p:nvPr/>
          </p:nvSpPr>
          <p:spPr>
            <a:xfrm>
              <a:off x="10647992" y="4076390"/>
              <a:ext cx="108000" cy="108000"/>
            </a:xfrm>
            <a:prstGeom prst="ellipse">
              <a:avLst/>
            </a:prstGeom>
            <a:solidFill>
              <a:srgbClr val="92D05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5478" name="Ovaal 28">
              <a:extLst>
                <a:ext uri="{FF2B5EF4-FFF2-40B4-BE49-F238E27FC236}">
                  <a16:creationId xmlns:a16="http://schemas.microsoft.com/office/drawing/2014/main" id="{F0E955F2-1495-4927-89D0-91643C46E651}"/>
                </a:ext>
              </a:extLst>
            </p:cNvPr>
            <p:cNvSpPr/>
            <p:nvPr/>
          </p:nvSpPr>
          <p:spPr>
            <a:xfrm>
              <a:off x="10192235" y="3512279"/>
              <a:ext cx="108000" cy="108000"/>
            </a:xfrm>
            <a:prstGeom prst="ellipse">
              <a:avLst/>
            </a:prstGeom>
            <a:solidFill>
              <a:srgbClr val="92D05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5479" name="Ovaal 29">
              <a:extLst>
                <a:ext uri="{FF2B5EF4-FFF2-40B4-BE49-F238E27FC236}">
                  <a16:creationId xmlns:a16="http://schemas.microsoft.com/office/drawing/2014/main" id="{3970CC5B-F9BC-41A8-8AD3-514BFB49F80F}"/>
                </a:ext>
              </a:extLst>
            </p:cNvPr>
            <p:cNvSpPr/>
            <p:nvPr/>
          </p:nvSpPr>
          <p:spPr>
            <a:xfrm>
              <a:off x="9976573" y="3803638"/>
              <a:ext cx="108000" cy="108000"/>
            </a:xfrm>
            <a:prstGeom prst="ellipse">
              <a:avLst/>
            </a:prstGeom>
            <a:solidFill>
              <a:srgbClr val="92D05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5480" name="Ovaal 30">
              <a:extLst>
                <a:ext uri="{FF2B5EF4-FFF2-40B4-BE49-F238E27FC236}">
                  <a16:creationId xmlns:a16="http://schemas.microsoft.com/office/drawing/2014/main" id="{20AB2DCD-17EA-47DD-ABD5-B33B1FDBC7BE}"/>
                </a:ext>
              </a:extLst>
            </p:cNvPr>
            <p:cNvSpPr/>
            <p:nvPr/>
          </p:nvSpPr>
          <p:spPr>
            <a:xfrm>
              <a:off x="9685470" y="3919568"/>
              <a:ext cx="108000" cy="108000"/>
            </a:xfrm>
            <a:prstGeom prst="ellipse">
              <a:avLst/>
            </a:prstGeom>
            <a:solidFill>
              <a:srgbClr val="92D05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</p:grpSp>
      <p:sp>
        <p:nvSpPr>
          <p:cNvPr id="5481" name="Rechthoek 32">
            <a:extLst>
              <a:ext uri="{FF2B5EF4-FFF2-40B4-BE49-F238E27FC236}">
                <a16:creationId xmlns:a16="http://schemas.microsoft.com/office/drawing/2014/main" id="{95644174-B7FD-43DF-893B-AC1971A19008}"/>
              </a:ext>
            </a:extLst>
          </p:cNvPr>
          <p:cNvSpPr/>
          <p:nvPr userDrawn="1"/>
        </p:nvSpPr>
        <p:spPr>
          <a:xfrm>
            <a:off x="9748158" y="4923104"/>
            <a:ext cx="144113" cy="144113"/>
          </a:xfrm>
          <a:prstGeom prst="rect">
            <a:avLst/>
          </a:prstGeom>
          <a:solidFill>
            <a:srgbClr val="FFFF00"/>
          </a:solidFill>
          <a:ln w="3175">
            <a:solidFill>
              <a:schemeClr val="tx1"/>
            </a:solidFill>
          </a:ln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5482" name="Ovaal 3">
            <a:extLst>
              <a:ext uri="{FF2B5EF4-FFF2-40B4-BE49-F238E27FC236}">
                <a16:creationId xmlns:a16="http://schemas.microsoft.com/office/drawing/2014/main" id="{8FC57557-6721-421D-B328-EA62112967CC}"/>
              </a:ext>
            </a:extLst>
          </p:cNvPr>
          <p:cNvSpPr/>
          <p:nvPr userDrawn="1"/>
        </p:nvSpPr>
        <p:spPr>
          <a:xfrm>
            <a:off x="9277549" y="4287973"/>
            <a:ext cx="832866" cy="1084127"/>
          </a:xfrm>
          <a:custGeom>
            <a:avLst/>
            <a:gdLst>
              <a:gd name="connsiteX0" fmla="*/ 0 w 1728192"/>
              <a:gd name="connsiteY0" fmla="*/ 855104 h 1710208"/>
              <a:gd name="connsiteX1" fmla="*/ 864096 w 1728192"/>
              <a:gd name="connsiteY1" fmla="*/ 0 h 1710208"/>
              <a:gd name="connsiteX2" fmla="*/ 1728192 w 1728192"/>
              <a:gd name="connsiteY2" fmla="*/ 855104 h 1710208"/>
              <a:gd name="connsiteX3" fmla="*/ 864096 w 1728192"/>
              <a:gd name="connsiteY3" fmla="*/ 1710208 h 1710208"/>
              <a:gd name="connsiteX4" fmla="*/ 0 w 1728192"/>
              <a:gd name="connsiteY4" fmla="*/ 855104 h 1710208"/>
              <a:gd name="connsiteX0" fmla="*/ 61 w 1728253"/>
              <a:gd name="connsiteY0" fmla="*/ 667097 h 1522201"/>
              <a:gd name="connsiteX1" fmla="*/ 898340 w 1728253"/>
              <a:gd name="connsiteY1" fmla="*/ 0 h 1522201"/>
              <a:gd name="connsiteX2" fmla="*/ 1728253 w 1728253"/>
              <a:gd name="connsiteY2" fmla="*/ 667097 h 1522201"/>
              <a:gd name="connsiteX3" fmla="*/ 864157 w 1728253"/>
              <a:gd name="connsiteY3" fmla="*/ 1522201 h 1522201"/>
              <a:gd name="connsiteX4" fmla="*/ 61 w 1728253"/>
              <a:gd name="connsiteY4" fmla="*/ 667097 h 1522201"/>
              <a:gd name="connsiteX0" fmla="*/ 39 w 1770960"/>
              <a:gd name="connsiteY0" fmla="*/ 565188 h 1523370"/>
              <a:gd name="connsiteX1" fmla="*/ 941047 w 1770960"/>
              <a:gd name="connsiteY1" fmla="*/ 641 h 1523370"/>
              <a:gd name="connsiteX2" fmla="*/ 1770960 w 1770960"/>
              <a:gd name="connsiteY2" fmla="*/ 667738 h 1523370"/>
              <a:gd name="connsiteX3" fmla="*/ 906864 w 1770960"/>
              <a:gd name="connsiteY3" fmla="*/ 1522842 h 1523370"/>
              <a:gd name="connsiteX4" fmla="*/ 39 w 1770960"/>
              <a:gd name="connsiteY4" fmla="*/ 565188 h 1523370"/>
              <a:gd name="connsiteX0" fmla="*/ 531 w 1771452"/>
              <a:gd name="connsiteY0" fmla="*/ 565116 h 1259260"/>
              <a:gd name="connsiteX1" fmla="*/ 941539 w 1771452"/>
              <a:gd name="connsiteY1" fmla="*/ 569 h 1259260"/>
              <a:gd name="connsiteX2" fmla="*/ 1771452 w 1771452"/>
              <a:gd name="connsiteY2" fmla="*/ 667666 h 1259260"/>
              <a:gd name="connsiteX3" fmla="*/ 821898 w 1771452"/>
              <a:gd name="connsiteY3" fmla="*/ 1257851 h 1259260"/>
              <a:gd name="connsiteX4" fmla="*/ 531 w 1771452"/>
              <a:gd name="connsiteY4" fmla="*/ 565116 h 1259260"/>
              <a:gd name="connsiteX0" fmla="*/ 531 w 1771452"/>
              <a:gd name="connsiteY0" fmla="*/ 564696 h 1258840"/>
              <a:gd name="connsiteX1" fmla="*/ 941539 w 1771452"/>
              <a:gd name="connsiteY1" fmla="*/ 149 h 1258840"/>
              <a:gd name="connsiteX2" fmla="*/ 1771452 w 1771452"/>
              <a:gd name="connsiteY2" fmla="*/ 667246 h 1258840"/>
              <a:gd name="connsiteX3" fmla="*/ 821898 w 1771452"/>
              <a:gd name="connsiteY3" fmla="*/ 1257431 h 1258840"/>
              <a:gd name="connsiteX4" fmla="*/ 531 w 1771452"/>
              <a:gd name="connsiteY4" fmla="*/ 564696 h 1258840"/>
              <a:gd name="connsiteX0" fmla="*/ 531 w 1771452"/>
              <a:gd name="connsiteY0" fmla="*/ 567881 h 1262025"/>
              <a:gd name="connsiteX1" fmla="*/ 941539 w 1771452"/>
              <a:gd name="connsiteY1" fmla="*/ 3334 h 1262025"/>
              <a:gd name="connsiteX2" fmla="*/ 1771452 w 1771452"/>
              <a:gd name="connsiteY2" fmla="*/ 670431 h 1262025"/>
              <a:gd name="connsiteX3" fmla="*/ 821898 w 1771452"/>
              <a:gd name="connsiteY3" fmla="*/ 1260616 h 1262025"/>
              <a:gd name="connsiteX4" fmla="*/ 531 w 1771452"/>
              <a:gd name="connsiteY4" fmla="*/ 567881 h 1262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71452" h="1262025">
                <a:moveTo>
                  <a:pt x="531" y="567881"/>
                </a:moveTo>
                <a:cubicBezTo>
                  <a:pt x="20471" y="358334"/>
                  <a:pt x="441287" y="37516"/>
                  <a:pt x="941539" y="3334"/>
                </a:cubicBezTo>
                <a:cubicBezTo>
                  <a:pt x="1441791" y="-30848"/>
                  <a:pt x="1771452" y="198170"/>
                  <a:pt x="1771452" y="670431"/>
                </a:cubicBezTo>
                <a:cubicBezTo>
                  <a:pt x="1771452" y="1142692"/>
                  <a:pt x="1117051" y="1277708"/>
                  <a:pt x="821898" y="1260616"/>
                </a:cubicBezTo>
                <a:cubicBezTo>
                  <a:pt x="526745" y="1243524"/>
                  <a:pt x="-19409" y="777428"/>
                  <a:pt x="531" y="567881"/>
                </a:cubicBezTo>
                <a:close/>
              </a:path>
            </a:pathLst>
          </a:custGeom>
          <a:solidFill>
            <a:srgbClr val="FFFF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5483" name="Ovaal 3">
            <a:extLst>
              <a:ext uri="{FF2B5EF4-FFF2-40B4-BE49-F238E27FC236}">
                <a16:creationId xmlns:a16="http://schemas.microsoft.com/office/drawing/2014/main" id="{97CC6995-0A7E-47FA-A327-52230D242413}"/>
              </a:ext>
            </a:extLst>
          </p:cNvPr>
          <p:cNvSpPr/>
          <p:nvPr userDrawn="1"/>
        </p:nvSpPr>
        <p:spPr>
          <a:xfrm>
            <a:off x="9777046" y="4210562"/>
            <a:ext cx="1246378" cy="1534552"/>
          </a:xfrm>
          <a:custGeom>
            <a:avLst/>
            <a:gdLst>
              <a:gd name="connsiteX0" fmla="*/ 0 w 1728192"/>
              <a:gd name="connsiteY0" fmla="*/ 855104 h 1710208"/>
              <a:gd name="connsiteX1" fmla="*/ 864096 w 1728192"/>
              <a:gd name="connsiteY1" fmla="*/ 0 h 1710208"/>
              <a:gd name="connsiteX2" fmla="*/ 1728192 w 1728192"/>
              <a:gd name="connsiteY2" fmla="*/ 855104 h 1710208"/>
              <a:gd name="connsiteX3" fmla="*/ 864096 w 1728192"/>
              <a:gd name="connsiteY3" fmla="*/ 1710208 h 1710208"/>
              <a:gd name="connsiteX4" fmla="*/ 0 w 1728192"/>
              <a:gd name="connsiteY4" fmla="*/ 855104 h 1710208"/>
              <a:gd name="connsiteX0" fmla="*/ 61 w 1728253"/>
              <a:gd name="connsiteY0" fmla="*/ 667097 h 1522201"/>
              <a:gd name="connsiteX1" fmla="*/ 898340 w 1728253"/>
              <a:gd name="connsiteY1" fmla="*/ 0 h 1522201"/>
              <a:gd name="connsiteX2" fmla="*/ 1728253 w 1728253"/>
              <a:gd name="connsiteY2" fmla="*/ 667097 h 1522201"/>
              <a:gd name="connsiteX3" fmla="*/ 864157 w 1728253"/>
              <a:gd name="connsiteY3" fmla="*/ 1522201 h 1522201"/>
              <a:gd name="connsiteX4" fmla="*/ 61 w 1728253"/>
              <a:gd name="connsiteY4" fmla="*/ 667097 h 1522201"/>
              <a:gd name="connsiteX0" fmla="*/ 39 w 1770960"/>
              <a:gd name="connsiteY0" fmla="*/ 565188 h 1523370"/>
              <a:gd name="connsiteX1" fmla="*/ 941047 w 1770960"/>
              <a:gd name="connsiteY1" fmla="*/ 641 h 1523370"/>
              <a:gd name="connsiteX2" fmla="*/ 1770960 w 1770960"/>
              <a:gd name="connsiteY2" fmla="*/ 667738 h 1523370"/>
              <a:gd name="connsiteX3" fmla="*/ 906864 w 1770960"/>
              <a:gd name="connsiteY3" fmla="*/ 1522842 h 1523370"/>
              <a:gd name="connsiteX4" fmla="*/ 39 w 1770960"/>
              <a:gd name="connsiteY4" fmla="*/ 565188 h 1523370"/>
              <a:gd name="connsiteX0" fmla="*/ 531 w 1771452"/>
              <a:gd name="connsiteY0" fmla="*/ 565116 h 1259260"/>
              <a:gd name="connsiteX1" fmla="*/ 941539 w 1771452"/>
              <a:gd name="connsiteY1" fmla="*/ 569 h 1259260"/>
              <a:gd name="connsiteX2" fmla="*/ 1771452 w 1771452"/>
              <a:gd name="connsiteY2" fmla="*/ 667666 h 1259260"/>
              <a:gd name="connsiteX3" fmla="*/ 821898 w 1771452"/>
              <a:gd name="connsiteY3" fmla="*/ 1257851 h 1259260"/>
              <a:gd name="connsiteX4" fmla="*/ 531 w 1771452"/>
              <a:gd name="connsiteY4" fmla="*/ 565116 h 1259260"/>
              <a:gd name="connsiteX0" fmla="*/ 531 w 1771452"/>
              <a:gd name="connsiteY0" fmla="*/ 564696 h 1258840"/>
              <a:gd name="connsiteX1" fmla="*/ 941539 w 1771452"/>
              <a:gd name="connsiteY1" fmla="*/ 149 h 1258840"/>
              <a:gd name="connsiteX2" fmla="*/ 1771452 w 1771452"/>
              <a:gd name="connsiteY2" fmla="*/ 667246 h 1258840"/>
              <a:gd name="connsiteX3" fmla="*/ 821898 w 1771452"/>
              <a:gd name="connsiteY3" fmla="*/ 1257431 h 1258840"/>
              <a:gd name="connsiteX4" fmla="*/ 531 w 1771452"/>
              <a:gd name="connsiteY4" fmla="*/ 564696 h 1258840"/>
              <a:gd name="connsiteX0" fmla="*/ 531 w 1771452"/>
              <a:gd name="connsiteY0" fmla="*/ 567881 h 1262025"/>
              <a:gd name="connsiteX1" fmla="*/ 941539 w 1771452"/>
              <a:gd name="connsiteY1" fmla="*/ 3334 h 1262025"/>
              <a:gd name="connsiteX2" fmla="*/ 1771452 w 1771452"/>
              <a:gd name="connsiteY2" fmla="*/ 670431 h 1262025"/>
              <a:gd name="connsiteX3" fmla="*/ 821898 w 1771452"/>
              <a:gd name="connsiteY3" fmla="*/ 1260616 h 1262025"/>
              <a:gd name="connsiteX4" fmla="*/ 531 w 1771452"/>
              <a:gd name="connsiteY4" fmla="*/ 567881 h 1262025"/>
              <a:gd name="connsiteX0" fmla="*/ 3985 w 1774906"/>
              <a:gd name="connsiteY0" fmla="*/ 604225 h 1298369"/>
              <a:gd name="connsiteX1" fmla="*/ 530442 w 1774906"/>
              <a:gd name="connsiteY1" fmla="*/ 133467 h 1298369"/>
              <a:gd name="connsiteX2" fmla="*/ 944993 w 1774906"/>
              <a:gd name="connsiteY2" fmla="*/ 39678 h 1298369"/>
              <a:gd name="connsiteX3" fmla="*/ 1774906 w 1774906"/>
              <a:gd name="connsiteY3" fmla="*/ 706775 h 1298369"/>
              <a:gd name="connsiteX4" fmla="*/ 825352 w 1774906"/>
              <a:gd name="connsiteY4" fmla="*/ 1296960 h 1298369"/>
              <a:gd name="connsiteX5" fmla="*/ 3985 w 1774906"/>
              <a:gd name="connsiteY5" fmla="*/ 604225 h 1298369"/>
              <a:gd name="connsiteX0" fmla="*/ 24939 w 1795860"/>
              <a:gd name="connsiteY0" fmla="*/ 647091 h 1341235"/>
              <a:gd name="connsiteX1" fmla="*/ 280147 w 1795860"/>
              <a:gd name="connsiteY1" fmla="*/ 72649 h 1341235"/>
              <a:gd name="connsiteX2" fmla="*/ 965947 w 1795860"/>
              <a:gd name="connsiteY2" fmla="*/ 82544 h 1341235"/>
              <a:gd name="connsiteX3" fmla="*/ 1795860 w 1795860"/>
              <a:gd name="connsiteY3" fmla="*/ 749641 h 1341235"/>
              <a:gd name="connsiteX4" fmla="*/ 846306 w 1795860"/>
              <a:gd name="connsiteY4" fmla="*/ 1339826 h 1341235"/>
              <a:gd name="connsiteX5" fmla="*/ 24939 w 1795860"/>
              <a:gd name="connsiteY5" fmla="*/ 647091 h 1341235"/>
              <a:gd name="connsiteX0" fmla="*/ 24939 w 1795860"/>
              <a:gd name="connsiteY0" fmla="*/ 738365 h 1432509"/>
              <a:gd name="connsiteX1" fmla="*/ 280147 w 1795860"/>
              <a:gd name="connsiteY1" fmla="*/ 163923 h 1432509"/>
              <a:gd name="connsiteX2" fmla="*/ 1372822 w 1795860"/>
              <a:gd name="connsiteY2" fmla="*/ 41856 h 1432509"/>
              <a:gd name="connsiteX3" fmla="*/ 1795860 w 1795860"/>
              <a:gd name="connsiteY3" fmla="*/ 840915 h 1432509"/>
              <a:gd name="connsiteX4" fmla="*/ 846306 w 1795860"/>
              <a:gd name="connsiteY4" fmla="*/ 1431100 h 1432509"/>
              <a:gd name="connsiteX5" fmla="*/ 24939 w 1795860"/>
              <a:gd name="connsiteY5" fmla="*/ 738365 h 1432509"/>
              <a:gd name="connsiteX0" fmla="*/ 24939 w 1646673"/>
              <a:gd name="connsiteY0" fmla="*/ 736347 h 1429747"/>
              <a:gd name="connsiteX1" fmla="*/ 280147 w 1646673"/>
              <a:gd name="connsiteY1" fmla="*/ 161905 h 1429747"/>
              <a:gd name="connsiteX2" fmla="*/ 1372822 w 1646673"/>
              <a:gd name="connsiteY2" fmla="*/ 39838 h 1429747"/>
              <a:gd name="connsiteX3" fmla="*/ 1646673 w 1646673"/>
              <a:gd name="connsiteY3" fmla="*/ 810620 h 1429747"/>
              <a:gd name="connsiteX4" fmla="*/ 846306 w 1646673"/>
              <a:gd name="connsiteY4" fmla="*/ 1429082 h 1429747"/>
              <a:gd name="connsiteX5" fmla="*/ 24939 w 1646673"/>
              <a:gd name="connsiteY5" fmla="*/ 736347 h 1429747"/>
              <a:gd name="connsiteX0" fmla="*/ 24939 w 1646673"/>
              <a:gd name="connsiteY0" fmla="*/ 626269 h 1319669"/>
              <a:gd name="connsiteX1" fmla="*/ 280147 w 1646673"/>
              <a:gd name="connsiteY1" fmla="*/ 51827 h 1319669"/>
              <a:gd name="connsiteX2" fmla="*/ 1277885 w 1646673"/>
              <a:gd name="connsiteY2" fmla="*/ 108852 h 1319669"/>
              <a:gd name="connsiteX3" fmla="*/ 1646673 w 1646673"/>
              <a:gd name="connsiteY3" fmla="*/ 700542 h 1319669"/>
              <a:gd name="connsiteX4" fmla="*/ 846306 w 1646673"/>
              <a:gd name="connsiteY4" fmla="*/ 1319004 h 1319669"/>
              <a:gd name="connsiteX5" fmla="*/ 24939 w 1646673"/>
              <a:gd name="connsiteY5" fmla="*/ 626269 h 1319669"/>
              <a:gd name="connsiteX0" fmla="*/ 232102 w 1853836"/>
              <a:gd name="connsiteY0" fmla="*/ 626269 h 1371139"/>
              <a:gd name="connsiteX1" fmla="*/ 487310 w 1853836"/>
              <a:gd name="connsiteY1" fmla="*/ 51827 h 1371139"/>
              <a:gd name="connsiteX2" fmla="*/ 1485048 w 1853836"/>
              <a:gd name="connsiteY2" fmla="*/ 108852 h 1371139"/>
              <a:gd name="connsiteX3" fmla="*/ 1853836 w 1853836"/>
              <a:gd name="connsiteY3" fmla="*/ 700542 h 1371139"/>
              <a:gd name="connsiteX4" fmla="*/ 1053469 w 1853836"/>
              <a:gd name="connsiteY4" fmla="*/ 1319004 h 1371139"/>
              <a:gd name="connsiteX5" fmla="*/ 39750 w 1853836"/>
              <a:gd name="connsiteY5" fmla="*/ 1258343 h 1371139"/>
              <a:gd name="connsiteX6" fmla="*/ 232102 w 1853836"/>
              <a:gd name="connsiteY6" fmla="*/ 626269 h 1371139"/>
              <a:gd name="connsiteX0" fmla="*/ 232102 w 1853836"/>
              <a:gd name="connsiteY0" fmla="*/ 626269 h 1384279"/>
              <a:gd name="connsiteX1" fmla="*/ 487310 w 1853836"/>
              <a:gd name="connsiteY1" fmla="*/ 51827 h 1384279"/>
              <a:gd name="connsiteX2" fmla="*/ 1485048 w 1853836"/>
              <a:gd name="connsiteY2" fmla="*/ 108852 h 1384279"/>
              <a:gd name="connsiteX3" fmla="*/ 1853836 w 1853836"/>
              <a:gd name="connsiteY3" fmla="*/ 700542 h 1384279"/>
              <a:gd name="connsiteX4" fmla="*/ 1243343 w 1853836"/>
              <a:gd name="connsiteY4" fmla="*/ 1337856 h 1384279"/>
              <a:gd name="connsiteX5" fmla="*/ 39750 w 1853836"/>
              <a:gd name="connsiteY5" fmla="*/ 1258343 h 1384279"/>
              <a:gd name="connsiteX6" fmla="*/ 232102 w 1853836"/>
              <a:gd name="connsiteY6" fmla="*/ 626269 h 1384279"/>
              <a:gd name="connsiteX0" fmla="*/ 232102 w 1853836"/>
              <a:gd name="connsiteY0" fmla="*/ 626269 h 1375912"/>
              <a:gd name="connsiteX1" fmla="*/ 487310 w 1853836"/>
              <a:gd name="connsiteY1" fmla="*/ 51827 h 1375912"/>
              <a:gd name="connsiteX2" fmla="*/ 1485048 w 1853836"/>
              <a:gd name="connsiteY2" fmla="*/ 108852 h 1375912"/>
              <a:gd name="connsiteX3" fmla="*/ 1853836 w 1853836"/>
              <a:gd name="connsiteY3" fmla="*/ 700542 h 1375912"/>
              <a:gd name="connsiteX4" fmla="*/ 1243343 w 1853836"/>
              <a:gd name="connsiteY4" fmla="*/ 1337856 h 1375912"/>
              <a:gd name="connsiteX5" fmla="*/ 39750 w 1853836"/>
              <a:gd name="connsiteY5" fmla="*/ 1258343 h 1375912"/>
              <a:gd name="connsiteX6" fmla="*/ 232102 w 1853836"/>
              <a:gd name="connsiteY6" fmla="*/ 626269 h 1375912"/>
              <a:gd name="connsiteX0" fmla="*/ 162076 w 1865184"/>
              <a:gd name="connsiteY0" fmla="*/ 428326 h 1375912"/>
              <a:gd name="connsiteX1" fmla="*/ 498658 w 1865184"/>
              <a:gd name="connsiteY1" fmla="*/ 51827 h 1375912"/>
              <a:gd name="connsiteX2" fmla="*/ 1496396 w 1865184"/>
              <a:gd name="connsiteY2" fmla="*/ 108852 h 1375912"/>
              <a:gd name="connsiteX3" fmla="*/ 1865184 w 1865184"/>
              <a:gd name="connsiteY3" fmla="*/ 700542 h 1375912"/>
              <a:gd name="connsiteX4" fmla="*/ 1254691 w 1865184"/>
              <a:gd name="connsiteY4" fmla="*/ 1337856 h 1375912"/>
              <a:gd name="connsiteX5" fmla="*/ 51098 w 1865184"/>
              <a:gd name="connsiteY5" fmla="*/ 1258343 h 1375912"/>
              <a:gd name="connsiteX6" fmla="*/ 162076 w 1865184"/>
              <a:gd name="connsiteY6" fmla="*/ 428326 h 1375912"/>
              <a:gd name="connsiteX0" fmla="*/ 146347 w 1849455"/>
              <a:gd name="connsiteY0" fmla="*/ 428326 h 1375912"/>
              <a:gd name="connsiteX1" fmla="*/ 482929 w 1849455"/>
              <a:gd name="connsiteY1" fmla="*/ 51827 h 1375912"/>
              <a:gd name="connsiteX2" fmla="*/ 1480667 w 1849455"/>
              <a:gd name="connsiteY2" fmla="*/ 108852 h 1375912"/>
              <a:gd name="connsiteX3" fmla="*/ 1849455 w 1849455"/>
              <a:gd name="connsiteY3" fmla="*/ 700542 h 1375912"/>
              <a:gd name="connsiteX4" fmla="*/ 1238962 w 1849455"/>
              <a:gd name="connsiteY4" fmla="*/ 1337856 h 1375912"/>
              <a:gd name="connsiteX5" fmla="*/ 35369 w 1849455"/>
              <a:gd name="connsiteY5" fmla="*/ 1258343 h 1375912"/>
              <a:gd name="connsiteX6" fmla="*/ 146347 w 1849455"/>
              <a:gd name="connsiteY6" fmla="*/ 428326 h 1375912"/>
              <a:gd name="connsiteX0" fmla="*/ 350811 w 1836920"/>
              <a:gd name="connsiteY0" fmla="*/ 484882 h 1375912"/>
              <a:gd name="connsiteX1" fmla="*/ 470394 w 1836920"/>
              <a:gd name="connsiteY1" fmla="*/ 51827 h 1375912"/>
              <a:gd name="connsiteX2" fmla="*/ 1468132 w 1836920"/>
              <a:gd name="connsiteY2" fmla="*/ 108852 h 1375912"/>
              <a:gd name="connsiteX3" fmla="*/ 1836920 w 1836920"/>
              <a:gd name="connsiteY3" fmla="*/ 700542 h 1375912"/>
              <a:gd name="connsiteX4" fmla="*/ 1226427 w 1836920"/>
              <a:gd name="connsiteY4" fmla="*/ 1337856 h 1375912"/>
              <a:gd name="connsiteX5" fmla="*/ 22834 w 1836920"/>
              <a:gd name="connsiteY5" fmla="*/ 1258343 h 1375912"/>
              <a:gd name="connsiteX6" fmla="*/ 350811 w 1836920"/>
              <a:gd name="connsiteY6" fmla="*/ 484882 h 1375912"/>
              <a:gd name="connsiteX0" fmla="*/ 247219 w 1841828"/>
              <a:gd name="connsiteY0" fmla="*/ 466030 h 1375912"/>
              <a:gd name="connsiteX1" fmla="*/ 475302 w 1841828"/>
              <a:gd name="connsiteY1" fmla="*/ 51827 h 1375912"/>
              <a:gd name="connsiteX2" fmla="*/ 1473040 w 1841828"/>
              <a:gd name="connsiteY2" fmla="*/ 108852 h 1375912"/>
              <a:gd name="connsiteX3" fmla="*/ 1841828 w 1841828"/>
              <a:gd name="connsiteY3" fmla="*/ 700542 h 1375912"/>
              <a:gd name="connsiteX4" fmla="*/ 1231335 w 1841828"/>
              <a:gd name="connsiteY4" fmla="*/ 1337856 h 1375912"/>
              <a:gd name="connsiteX5" fmla="*/ 27742 w 1841828"/>
              <a:gd name="connsiteY5" fmla="*/ 1258343 h 1375912"/>
              <a:gd name="connsiteX6" fmla="*/ 247219 w 1841828"/>
              <a:gd name="connsiteY6" fmla="*/ 466030 h 1375912"/>
              <a:gd name="connsiteX0" fmla="*/ 254015 w 1848624"/>
              <a:gd name="connsiteY0" fmla="*/ 472916 h 1382798"/>
              <a:gd name="connsiteX1" fmla="*/ 305786 w 1848624"/>
              <a:gd name="connsiteY1" fmla="*/ 49286 h 1382798"/>
              <a:gd name="connsiteX2" fmla="*/ 1479836 w 1848624"/>
              <a:gd name="connsiteY2" fmla="*/ 115738 h 1382798"/>
              <a:gd name="connsiteX3" fmla="*/ 1848624 w 1848624"/>
              <a:gd name="connsiteY3" fmla="*/ 707428 h 1382798"/>
              <a:gd name="connsiteX4" fmla="*/ 1238131 w 1848624"/>
              <a:gd name="connsiteY4" fmla="*/ 1344742 h 1382798"/>
              <a:gd name="connsiteX5" fmla="*/ 34538 w 1848624"/>
              <a:gd name="connsiteY5" fmla="*/ 1265229 h 1382798"/>
              <a:gd name="connsiteX6" fmla="*/ 254015 w 1848624"/>
              <a:gd name="connsiteY6" fmla="*/ 472916 h 1382798"/>
              <a:gd name="connsiteX0" fmla="*/ 254017 w 1848626"/>
              <a:gd name="connsiteY0" fmla="*/ 490631 h 1400513"/>
              <a:gd name="connsiteX1" fmla="*/ 305788 w 1848626"/>
              <a:gd name="connsiteY1" fmla="*/ 67001 h 1400513"/>
              <a:gd name="connsiteX2" fmla="*/ 1493400 w 1848626"/>
              <a:gd name="connsiteY2" fmla="*/ 86323 h 1400513"/>
              <a:gd name="connsiteX3" fmla="*/ 1848626 w 1848626"/>
              <a:gd name="connsiteY3" fmla="*/ 725143 h 1400513"/>
              <a:gd name="connsiteX4" fmla="*/ 1238133 w 1848626"/>
              <a:gd name="connsiteY4" fmla="*/ 1362457 h 1400513"/>
              <a:gd name="connsiteX5" fmla="*/ 34540 w 1848626"/>
              <a:gd name="connsiteY5" fmla="*/ 1282944 h 1400513"/>
              <a:gd name="connsiteX6" fmla="*/ 254017 w 1848626"/>
              <a:gd name="connsiteY6" fmla="*/ 490631 h 1400513"/>
              <a:gd name="connsiteX0" fmla="*/ 219477 w 1814086"/>
              <a:gd name="connsiteY0" fmla="*/ 490631 h 1400513"/>
              <a:gd name="connsiteX1" fmla="*/ 271248 w 1814086"/>
              <a:gd name="connsiteY1" fmla="*/ 67001 h 1400513"/>
              <a:gd name="connsiteX2" fmla="*/ 1458860 w 1814086"/>
              <a:gd name="connsiteY2" fmla="*/ 86323 h 1400513"/>
              <a:gd name="connsiteX3" fmla="*/ 1814086 w 1814086"/>
              <a:gd name="connsiteY3" fmla="*/ 725143 h 1400513"/>
              <a:gd name="connsiteX4" fmla="*/ 1203593 w 1814086"/>
              <a:gd name="connsiteY4" fmla="*/ 1362457 h 1400513"/>
              <a:gd name="connsiteX5" fmla="*/ 0 w 1814086"/>
              <a:gd name="connsiteY5" fmla="*/ 1282944 h 1400513"/>
              <a:gd name="connsiteX6" fmla="*/ 219477 w 1814086"/>
              <a:gd name="connsiteY6" fmla="*/ 490631 h 1400513"/>
              <a:gd name="connsiteX0" fmla="*/ 219477 w 1814086"/>
              <a:gd name="connsiteY0" fmla="*/ 490631 h 1400513"/>
              <a:gd name="connsiteX1" fmla="*/ 271248 w 1814086"/>
              <a:gd name="connsiteY1" fmla="*/ 67001 h 1400513"/>
              <a:gd name="connsiteX2" fmla="*/ 1458860 w 1814086"/>
              <a:gd name="connsiteY2" fmla="*/ 86323 h 1400513"/>
              <a:gd name="connsiteX3" fmla="*/ 1814086 w 1814086"/>
              <a:gd name="connsiteY3" fmla="*/ 725143 h 1400513"/>
              <a:gd name="connsiteX4" fmla="*/ 1203593 w 1814086"/>
              <a:gd name="connsiteY4" fmla="*/ 1362457 h 1400513"/>
              <a:gd name="connsiteX5" fmla="*/ 0 w 1814086"/>
              <a:gd name="connsiteY5" fmla="*/ 1282944 h 1400513"/>
              <a:gd name="connsiteX6" fmla="*/ 219477 w 1814086"/>
              <a:gd name="connsiteY6" fmla="*/ 490631 h 1400513"/>
              <a:gd name="connsiteX0" fmla="*/ 246603 w 1841212"/>
              <a:gd name="connsiteY0" fmla="*/ 490631 h 1385111"/>
              <a:gd name="connsiteX1" fmla="*/ 298374 w 1841212"/>
              <a:gd name="connsiteY1" fmla="*/ 67001 h 1385111"/>
              <a:gd name="connsiteX2" fmla="*/ 1485986 w 1841212"/>
              <a:gd name="connsiteY2" fmla="*/ 86323 h 1385111"/>
              <a:gd name="connsiteX3" fmla="*/ 1841212 w 1841212"/>
              <a:gd name="connsiteY3" fmla="*/ 725143 h 1385111"/>
              <a:gd name="connsiteX4" fmla="*/ 1230719 w 1841212"/>
              <a:gd name="connsiteY4" fmla="*/ 1362457 h 1385111"/>
              <a:gd name="connsiteX5" fmla="*/ 0 w 1841212"/>
              <a:gd name="connsiteY5" fmla="*/ 1188494 h 1385111"/>
              <a:gd name="connsiteX6" fmla="*/ 246603 w 1841212"/>
              <a:gd name="connsiteY6" fmla="*/ 490631 h 1385111"/>
              <a:gd name="connsiteX0" fmla="*/ 246603 w 1841212"/>
              <a:gd name="connsiteY0" fmla="*/ 490631 h 1462137"/>
              <a:gd name="connsiteX1" fmla="*/ 298374 w 1841212"/>
              <a:gd name="connsiteY1" fmla="*/ 67001 h 1462137"/>
              <a:gd name="connsiteX2" fmla="*/ 1485986 w 1841212"/>
              <a:gd name="connsiteY2" fmla="*/ 86323 h 1462137"/>
              <a:gd name="connsiteX3" fmla="*/ 1841212 w 1841212"/>
              <a:gd name="connsiteY3" fmla="*/ 725143 h 1462137"/>
              <a:gd name="connsiteX4" fmla="*/ 1230719 w 1841212"/>
              <a:gd name="connsiteY4" fmla="*/ 1362457 h 1462137"/>
              <a:gd name="connsiteX5" fmla="*/ 542500 w 1841212"/>
              <a:gd name="connsiteY5" fmla="*/ 1443444 h 1462137"/>
              <a:gd name="connsiteX6" fmla="*/ 0 w 1841212"/>
              <a:gd name="connsiteY6" fmla="*/ 1188494 h 1462137"/>
              <a:gd name="connsiteX7" fmla="*/ 246603 w 1841212"/>
              <a:gd name="connsiteY7" fmla="*/ 490631 h 1462137"/>
              <a:gd name="connsiteX0" fmla="*/ 246603 w 1841212"/>
              <a:gd name="connsiteY0" fmla="*/ 490631 h 1490171"/>
              <a:gd name="connsiteX1" fmla="*/ 298374 w 1841212"/>
              <a:gd name="connsiteY1" fmla="*/ 67001 h 1490171"/>
              <a:gd name="connsiteX2" fmla="*/ 1485986 w 1841212"/>
              <a:gd name="connsiteY2" fmla="*/ 86323 h 1490171"/>
              <a:gd name="connsiteX3" fmla="*/ 1841212 w 1841212"/>
              <a:gd name="connsiteY3" fmla="*/ 725143 h 1490171"/>
              <a:gd name="connsiteX4" fmla="*/ 1407031 w 1841212"/>
              <a:gd name="connsiteY4" fmla="*/ 1422561 h 1490171"/>
              <a:gd name="connsiteX5" fmla="*/ 542500 w 1841212"/>
              <a:gd name="connsiteY5" fmla="*/ 1443444 h 1490171"/>
              <a:gd name="connsiteX6" fmla="*/ 0 w 1841212"/>
              <a:gd name="connsiteY6" fmla="*/ 1188494 h 1490171"/>
              <a:gd name="connsiteX7" fmla="*/ 246603 w 1841212"/>
              <a:gd name="connsiteY7" fmla="*/ 490631 h 1490171"/>
              <a:gd name="connsiteX0" fmla="*/ 246603 w 1841212"/>
              <a:gd name="connsiteY0" fmla="*/ 490631 h 1498612"/>
              <a:gd name="connsiteX1" fmla="*/ 298374 w 1841212"/>
              <a:gd name="connsiteY1" fmla="*/ 67001 h 1498612"/>
              <a:gd name="connsiteX2" fmla="*/ 1485986 w 1841212"/>
              <a:gd name="connsiteY2" fmla="*/ 86323 h 1498612"/>
              <a:gd name="connsiteX3" fmla="*/ 1841212 w 1841212"/>
              <a:gd name="connsiteY3" fmla="*/ 725143 h 1498612"/>
              <a:gd name="connsiteX4" fmla="*/ 1407031 w 1841212"/>
              <a:gd name="connsiteY4" fmla="*/ 1422561 h 1498612"/>
              <a:gd name="connsiteX5" fmla="*/ 515374 w 1841212"/>
              <a:gd name="connsiteY5" fmla="*/ 1460616 h 1498612"/>
              <a:gd name="connsiteX6" fmla="*/ 0 w 1841212"/>
              <a:gd name="connsiteY6" fmla="*/ 1188494 h 1498612"/>
              <a:gd name="connsiteX7" fmla="*/ 246603 w 1841212"/>
              <a:gd name="connsiteY7" fmla="*/ 490631 h 1498612"/>
              <a:gd name="connsiteX0" fmla="*/ 327977 w 1922586"/>
              <a:gd name="connsiteY0" fmla="*/ 490631 h 1498612"/>
              <a:gd name="connsiteX1" fmla="*/ 379748 w 1922586"/>
              <a:gd name="connsiteY1" fmla="*/ 67001 h 1498612"/>
              <a:gd name="connsiteX2" fmla="*/ 1567360 w 1922586"/>
              <a:gd name="connsiteY2" fmla="*/ 86323 h 1498612"/>
              <a:gd name="connsiteX3" fmla="*/ 1922586 w 1922586"/>
              <a:gd name="connsiteY3" fmla="*/ 725143 h 1498612"/>
              <a:gd name="connsiteX4" fmla="*/ 1488405 w 1922586"/>
              <a:gd name="connsiteY4" fmla="*/ 1422561 h 1498612"/>
              <a:gd name="connsiteX5" fmla="*/ 596748 w 1922586"/>
              <a:gd name="connsiteY5" fmla="*/ 1460616 h 1498612"/>
              <a:gd name="connsiteX6" fmla="*/ 0 w 1922586"/>
              <a:gd name="connsiteY6" fmla="*/ 1231426 h 1498612"/>
              <a:gd name="connsiteX7" fmla="*/ 327977 w 1922586"/>
              <a:gd name="connsiteY7" fmla="*/ 490631 h 1498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22586" h="1498612">
                <a:moveTo>
                  <a:pt x="327977" y="490631"/>
                </a:moveTo>
                <a:cubicBezTo>
                  <a:pt x="391268" y="296560"/>
                  <a:pt x="222913" y="161092"/>
                  <a:pt x="379748" y="67001"/>
                </a:cubicBezTo>
                <a:cubicBezTo>
                  <a:pt x="536583" y="-27090"/>
                  <a:pt x="1310220" y="-23367"/>
                  <a:pt x="1567360" y="86323"/>
                </a:cubicBezTo>
                <a:cubicBezTo>
                  <a:pt x="1824500" y="196013"/>
                  <a:pt x="1922586" y="252882"/>
                  <a:pt x="1922586" y="725143"/>
                </a:cubicBezTo>
                <a:cubicBezTo>
                  <a:pt x="1922586" y="1197404"/>
                  <a:pt x="1709378" y="1299982"/>
                  <a:pt x="1488405" y="1422561"/>
                </a:cubicBezTo>
                <a:cubicBezTo>
                  <a:pt x="1267432" y="1545140"/>
                  <a:pt x="801868" y="1489610"/>
                  <a:pt x="596748" y="1460616"/>
                </a:cubicBezTo>
                <a:cubicBezTo>
                  <a:pt x="391628" y="1431622"/>
                  <a:pt x="90004" y="1375917"/>
                  <a:pt x="0" y="1231426"/>
                </a:cubicBezTo>
                <a:cubicBezTo>
                  <a:pt x="242857" y="965156"/>
                  <a:pt x="264686" y="684702"/>
                  <a:pt x="327977" y="490631"/>
                </a:cubicBezTo>
                <a:close/>
              </a:path>
            </a:pathLst>
          </a:custGeom>
          <a:solidFill>
            <a:srgbClr val="FF99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5484" name="Rechthoek 32">
            <a:extLst>
              <a:ext uri="{FF2B5EF4-FFF2-40B4-BE49-F238E27FC236}">
                <a16:creationId xmlns:a16="http://schemas.microsoft.com/office/drawing/2014/main" id="{EA24CC91-7B9A-47E2-ADD3-9F215A4DE918}"/>
              </a:ext>
            </a:extLst>
          </p:cNvPr>
          <p:cNvSpPr/>
          <p:nvPr userDrawn="1"/>
        </p:nvSpPr>
        <p:spPr>
          <a:xfrm>
            <a:off x="10056414" y="5164715"/>
            <a:ext cx="144113" cy="144113"/>
          </a:xfrm>
          <a:prstGeom prst="rect">
            <a:avLst/>
          </a:prstGeom>
          <a:solidFill>
            <a:srgbClr val="FF9900"/>
          </a:solidFill>
          <a:ln w="3175">
            <a:solidFill>
              <a:schemeClr val="tx1"/>
            </a:solidFill>
          </a:ln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5485" name="Rechthoek 32">
            <a:extLst>
              <a:ext uri="{FF2B5EF4-FFF2-40B4-BE49-F238E27FC236}">
                <a16:creationId xmlns:a16="http://schemas.microsoft.com/office/drawing/2014/main" id="{1C345B4D-E641-44E5-B7DE-B3A397FA03B3}"/>
              </a:ext>
            </a:extLst>
          </p:cNvPr>
          <p:cNvSpPr/>
          <p:nvPr userDrawn="1"/>
        </p:nvSpPr>
        <p:spPr>
          <a:xfrm>
            <a:off x="10254466" y="4966602"/>
            <a:ext cx="144113" cy="144113"/>
          </a:xfrm>
          <a:prstGeom prst="rect">
            <a:avLst/>
          </a:prstGeom>
          <a:solidFill>
            <a:srgbClr val="FF9900"/>
          </a:solidFill>
          <a:ln w="3175">
            <a:solidFill>
              <a:schemeClr val="tx1"/>
            </a:solidFill>
          </a:ln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5486" name="Rectangle 3">
            <a:extLst>
              <a:ext uri="{FF2B5EF4-FFF2-40B4-BE49-F238E27FC236}">
                <a16:creationId xmlns:a16="http://schemas.microsoft.com/office/drawing/2014/main" id="{BB47CFA5-345E-4721-9787-CCF58C30558F}"/>
              </a:ext>
            </a:extLst>
          </p:cNvPr>
          <p:cNvSpPr/>
          <p:nvPr userDrawn="1"/>
        </p:nvSpPr>
        <p:spPr>
          <a:xfrm>
            <a:off x="1672129" y="3860043"/>
            <a:ext cx="2327919" cy="5200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2" indent="0" algn="l" defTabSz="914400" rtl="0" eaLnBrk="1" fontAlgn="auto" latinLnBrk="0" hangingPunct="1">
              <a:lnSpc>
                <a:spcPct val="16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0" i="0" u="none" strike="noStrike" kern="1200" cap="none" spc="0" normalizeH="0" baseline="0" noProof="0">
                <a:ln>
                  <a:noFill/>
                </a:ln>
                <a:solidFill>
                  <a:srgbClr val="92D050"/>
                </a:solidFill>
                <a:effectLst/>
                <a:uLnTx/>
                <a:uFillTx/>
                <a:latin typeface="Myriad Pro"/>
                <a:ea typeface="+mn-ea"/>
                <a:cs typeface="+mn-cs"/>
                <a:sym typeface="Wingdings" panose="05000000000000000000" pitchFamily="2" charset="2"/>
              </a:rPr>
              <a:t> </a:t>
            </a:r>
            <a:r>
              <a:rPr kumimoji="0" lang="en-GB" sz="2000" b="0" i="0" u="none" strike="noStrike" kern="1200" cap="none" spc="0" normalizeH="0" baseline="0" noProof="0" err="1">
                <a:ln>
                  <a:noFill/>
                </a:ln>
                <a:solidFill>
                  <a:srgbClr val="92D050"/>
                </a:solidFill>
                <a:effectLst/>
                <a:uLnTx/>
                <a:uFillTx/>
                <a:latin typeface="Myriad Pro"/>
                <a:ea typeface="+mn-ea"/>
                <a:cs typeface="+mn-cs"/>
              </a:rPr>
              <a:t>Balex</a:t>
            </a:r>
            <a:endParaRPr kumimoji="0" lang="en-GB" sz="2000" b="0" i="0" u="none" strike="noStrike" kern="1200" cap="none" spc="0" normalizeH="0" baseline="0" noProof="0">
              <a:ln>
                <a:noFill/>
              </a:ln>
              <a:solidFill>
                <a:srgbClr val="92D050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5487" name="Rectangle 3">
            <a:extLst>
              <a:ext uri="{FF2B5EF4-FFF2-40B4-BE49-F238E27FC236}">
                <a16:creationId xmlns:a16="http://schemas.microsoft.com/office/drawing/2014/main" id="{B0514D2E-3C33-4628-8E17-107A8A335AA7}"/>
              </a:ext>
            </a:extLst>
          </p:cNvPr>
          <p:cNvSpPr/>
          <p:nvPr userDrawn="1"/>
        </p:nvSpPr>
        <p:spPr>
          <a:xfrm>
            <a:off x="1670951" y="4384334"/>
            <a:ext cx="2327919" cy="5200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2" indent="0" algn="l" defTabSz="914400" rtl="0" eaLnBrk="1" fontAlgn="auto" latinLnBrk="0" hangingPunct="1">
              <a:lnSpc>
                <a:spcPct val="16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0" i="0" u="none" strike="noStrike" kern="1200" cap="none" spc="0" normalizeH="0" baseline="0" noProof="0">
                <a:ln>
                  <a:noFill/>
                </a:ln>
                <a:solidFill>
                  <a:schemeClr val="accent4"/>
                </a:solidFill>
                <a:effectLst/>
                <a:uLnTx/>
                <a:uFillTx/>
                <a:latin typeface="Myriad Pro"/>
                <a:ea typeface="+mn-ea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sz="2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Myriad Pro"/>
                <a:ea typeface="+mn-ea"/>
                <a:cs typeface="+mn-cs"/>
                <a:sym typeface="Wingdings" panose="05000000000000000000" pitchFamily="2" charset="2"/>
              </a:rPr>
              <a:t> </a:t>
            </a:r>
            <a:r>
              <a:rPr kumimoji="0" lang="en-GB" sz="2000" b="0" i="0" u="none" strike="noStrike" kern="1200" cap="none" spc="0" normalizeH="0" baseline="0" noProof="0">
                <a:ln>
                  <a:noFill/>
                </a:ln>
                <a:solidFill>
                  <a:schemeClr val="accent4"/>
                </a:solidFill>
                <a:effectLst/>
                <a:uLnTx/>
                <a:uFillTx/>
                <a:latin typeface="Myriad Pro"/>
                <a:ea typeface="+mn-ea"/>
                <a:cs typeface="+mn-cs"/>
              </a:rPr>
              <a:t>JI South</a:t>
            </a: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chemeClr val="accent4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5488" name="Rectangle 3">
            <a:extLst>
              <a:ext uri="{FF2B5EF4-FFF2-40B4-BE49-F238E27FC236}">
                <a16:creationId xmlns:a16="http://schemas.microsoft.com/office/drawing/2014/main" id="{34809414-7880-4EB3-B988-39D9F4DDD613}"/>
              </a:ext>
            </a:extLst>
          </p:cNvPr>
          <p:cNvSpPr/>
          <p:nvPr userDrawn="1"/>
        </p:nvSpPr>
        <p:spPr>
          <a:xfrm>
            <a:off x="1670951" y="4908626"/>
            <a:ext cx="2327919" cy="4773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2" indent="0" algn="l" defTabSz="914400" rtl="0" eaLnBrk="1" fontAlgn="auto" latinLnBrk="0" hangingPunct="1">
              <a:lnSpc>
                <a:spcPct val="16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60000"/>
                    <a:lumOff val="40000"/>
                  </a:schemeClr>
                </a:solidFill>
                <a:effectLst/>
                <a:uLnTx/>
                <a:uFillTx/>
                <a:latin typeface="Myriad Pro"/>
                <a:ea typeface="+mn-ea"/>
                <a:cs typeface="+mn-cs"/>
                <a:sym typeface="Wingdings" panose="05000000000000000000" pitchFamily="2" charset="2"/>
              </a:rPr>
              <a:t> </a:t>
            </a:r>
            <a:r>
              <a: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60000"/>
                    <a:lumOff val="40000"/>
                  </a:schemeClr>
                </a:solidFill>
                <a:effectLst/>
                <a:uLnTx/>
                <a:uFillTx/>
                <a:latin typeface="Myriad Pro"/>
                <a:ea typeface="+mn-ea"/>
                <a:cs typeface="+mn-cs"/>
              </a:rPr>
              <a:t>Wetterbest</a:t>
            </a:r>
          </a:p>
        </p:txBody>
      </p:sp>
      <p:grpSp>
        <p:nvGrpSpPr>
          <p:cNvPr id="5489" name="Groep 1841">
            <a:extLst>
              <a:ext uri="{FF2B5EF4-FFF2-40B4-BE49-F238E27FC236}">
                <a16:creationId xmlns:a16="http://schemas.microsoft.com/office/drawing/2014/main" id="{D0F3718C-421D-49D6-842F-59B3C857969F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5490" name="Vrije vorm 1842">
              <a:extLst>
                <a:ext uri="{FF2B5EF4-FFF2-40B4-BE49-F238E27FC236}">
                  <a16:creationId xmlns:a16="http://schemas.microsoft.com/office/drawing/2014/main" id="{24B82F60-3B27-4599-B847-E23016C20BFE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91" name="Vrije vorm 1843">
              <a:extLst>
                <a:ext uri="{FF2B5EF4-FFF2-40B4-BE49-F238E27FC236}">
                  <a16:creationId xmlns:a16="http://schemas.microsoft.com/office/drawing/2014/main" id="{1AA4BC4E-49E0-496D-A84E-919332BDBD19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92" name="Vrije vorm 1844">
              <a:extLst>
                <a:ext uri="{FF2B5EF4-FFF2-40B4-BE49-F238E27FC236}">
                  <a16:creationId xmlns:a16="http://schemas.microsoft.com/office/drawing/2014/main" id="{4A8B00E8-5C6E-4665-A756-26E0F4C4E2BA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93" name="Vrije vorm 1845">
              <a:extLst>
                <a:ext uri="{FF2B5EF4-FFF2-40B4-BE49-F238E27FC236}">
                  <a16:creationId xmlns:a16="http://schemas.microsoft.com/office/drawing/2014/main" id="{2DC31718-332E-499C-807E-B30C6DC8C002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94" name="Vrije vorm 1846">
              <a:extLst>
                <a:ext uri="{FF2B5EF4-FFF2-40B4-BE49-F238E27FC236}">
                  <a16:creationId xmlns:a16="http://schemas.microsoft.com/office/drawing/2014/main" id="{56AC2FF7-5D58-4174-AAED-836A13D0437F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95" name="Vrije vorm 1847">
              <a:extLst>
                <a:ext uri="{FF2B5EF4-FFF2-40B4-BE49-F238E27FC236}">
                  <a16:creationId xmlns:a16="http://schemas.microsoft.com/office/drawing/2014/main" id="{30DA4BE8-CF80-4234-A19B-1F072C733071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96" name="Vrije vorm 1848">
              <a:extLst>
                <a:ext uri="{FF2B5EF4-FFF2-40B4-BE49-F238E27FC236}">
                  <a16:creationId xmlns:a16="http://schemas.microsoft.com/office/drawing/2014/main" id="{2761F5CD-A0E1-4337-B2DD-F568BBDA3884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97" name="Vrije vorm 1849">
              <a:extLst>
                <a:ext uri="{FF2B5EF4-FFF2-40B4-BE49-F238E27FC236}">
                  <a16:creationId xmlns:a16="http://schemas.microsoft.com/office/drawing/2014/main" id="{EF411CFD-48B0-430D-8EED-7651DE3100CB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98" name="Vrije vorm 1850">
              <a:extLst>
                <a:ext uri="{FF2B5EF4-FFF2-40B4-BE49-F238E27FC236}">
                  <a16:creationId xmlns:a16="http://schemas.microsoft.com/office/drawing/2014/main" id="{65DE0163-EB28-467E-8D28-FD34375DDFB0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5499" name="Graphic 23">
              <a:extLst>
                <a:ext uri="{FF2B5EF4-FFF2-40B4-BE49-F238E27FC236}">
                  <a16:creationId xmlns:a16="http://schemas.microsoft.com/office/drawing/2014/main" id="{D6DF6A72-EE6A-4736-A891-683E6187CEC6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5500" name="Vrije vorm 1852">
                <a:extLst>
                  <a:ext uri="{FF2B5EF4-FFF2-40B4-BE49-F238E27FC236}">
                    <a16:creationId xmlns:a16="http://schemas.microsoft.com/office/drawing/2014/main" id="{775DDB1F-962F-41EF-84F2-229DC14AF651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01" name="Vrije vorm 1853">
                <a:extLst>
                  <a:ext uri="{FF2B5EF4-FFF2-40B4-BE49-F238E27FC236}">
                    <a16:creationId xmlns:a16="http://schemas.microsoft.com/office/drawing/2014/main" id="{2A297851-6295-4788-8D24-7849FDA0A73C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02" name="Vrije vorm 1854">
                <a:extLst>
                  <a:ext uri="{FF2B5EF4-FFF2-40B4-BE49-F238E27FC236}">
                    <a16:creationId xmlns:a16="http://schemas.microsoft.com/office/drawing/2014/main" id="{02240A1E-B900-4D34-AA9F-10D639282D43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03" name="Vrije vorm 1855">
                <a:extLst>
                  <a:ext uri="{FF2B5EF4-FFF2-40B4-BE49-F238E27FC236}">
                    <a16:creationId xmlns:a16="http://schemas.microsoft.com/office/drawing/2014/main" id="{9BE95381-90F3-4C86-A953-36467C5261D1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04" name="Vrije vorm 1856">
                <a:extLst>
                  <a:ext uri="{FF2B5EF4-FFF2-40B4-BE49-F238E27FC236}">
                    <a16:creationId xmlns:a16="http://schemas.microsoft.com/office/drawing/2014/main" id="{E41BB15C-E767-4394-88EC-6A542FDD108C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05" name="Vrije vorm 1857">
                <a:extLst>
                  <a:ext uri="{FF2B5EF4-FFF2-40B4-BE49-F238E27FC236}">
                    <a16:creationId xmlns:a16="http://schemas.microsoft.com/office/drawing/2014/main" id="{40BDB908-B69B-4E83-BEC8-F518BE2E9D24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06" name="Vrije vorm 1858">
                <a:extLst>
                  <a:ext uri="{FF2B5EF4-FFF2-40B4-BE49-F238E27FC236}">
                    <a16:creationId xmlns:a16="http://schemas.microsoft.com/office/drawing/2014/main" id="{5C3ACD9A-A947-473E-9602-800BE8888875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07" name="Vrije vorm 1859">
                <a:extLst>
                  <a:ext uri="{FF2B5EF4-FFF2-40B4-BE49-F238E27FC236}">
                    <a16:creationId xmlns:a16="http://schemas.microsoft.com/office/drawing/2014/main" id="{50C5D5E9-0BD6-4B4E-92AC-BB05C16C159C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08" name="Vrije vorm 1860">
                <a:extLst>
                  <a:ext uri="{FF2B5EF4-FFF2-40B4-BE49-F238E27FC236}">
                    <a16:creationId xmlns:a16="http://schemas.microsoft.com/office/drawing/2014/main" id="{72556D07-E2E2-4343-82BA-725D297A4251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09" name="Vrije vorm 1861">
                <a:extLst>
                  <a:ext uri="{FF2B5EF4-FFF2-40B4-BE49-F238E27FC236}">
                    <a16:creationId xmlns:a16="http://schemas.microsoft.com/office/drawing/2014/main" id="{3ACE4D48-AD58-487A-BC52-89DE628A8613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10" name="Vrije vorm 1862">
                <a:extLst>
                  <a:ext uri="{FF2B5EF4-FFF2-40B4-BE49-F238E27FC236}">
                    <a16:creationId xmlns:a16="http://schemas.microsoft.com/office/drawing/2014/main" id="{A3523F48-BBA1-428F-B6EB-CB7E4084943C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11" name="Vrije vorm 1863">
                <a:extLst>
                  <a:ext uri="{FF2B5EF4-FFF2-40B4-BE49-F238E27FC236}">
                    <a16:creationId xmlns:a16="http://schemas.microsoft.com/office/drawing/2014/main" id="{ED520151-8831-44E0-B6F4-63D92E41B52A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12" name="Vrije vorm 1864">
                <a:extLst>
                  <a:ext uri="{FF2B5EF4-FFF2-40B4-BE49-F238E27FC236}">
                    <a16:creationId xmlns:a16="http://schemas.microsoft.com/office/drawing/2014/main" id="{3FB6E1FE-B71D-485E-9A19-2C6037BC92D5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13" name="Vrije vorm 1865">
                <a:extLst>
                  <a:ext uri="{FF2B5EF4-FFF2-40B4-BE49-F238E27FC236}">
                    <a16:creationId xmlns:a16="http://schemas.microsoft.com/office/drawing/2014/main" id="{862EFAC2-39A3-45AE-A33F-3059E8A489E1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97616AB-0DE7-4131-BAFA-349EE2C3BFFC}"/>
              </a:ext>
            </a:extLst>
          </p:cNvPr>
          <p:cNvGrpSpPr/>
          <p:nvPr userDrawn="1"/>
        </p:nvGrpSpPr>
        <p:grpSpPr>
          <a:xfrm>
            <a:off x="3590237" y="2982061"/>
            <a:ext cx="4217496" cy="2660676"/>
            <a:chOff x="3590237" y="2982061"/>
            <a:chExt cx="4217496" cy="2660676"/>
          </a:xfrm>
        </p:grpSpPr>
        <p:grpSp>
          <p:nvGrpSpPr>
            <p:cNvPr id="5514" name="Group 5513">
              <a:extLst>
                <a:ext uri="{FF2B5EF4-FFF2-40B4-BE49-F238E27FC236}">
                  <a16:creationId xmlns:a16="http://schemas.microsoft.com/office/drawing/2014/main" id="{64920BE3-B29D-4E55-88F9-65006EFDF014}"/>
                </a:ext>
              </a:extLst>
            </p:cNvPr>
            <p:cNvGrpSpPr/>
            <p:nvPr userDrawn="1"/>
          </p:nvGrpSpPr>
          <p:grpSpPr>
            <a:xfrm>
              <a:off x="5295858" y="2982061"/>
              <a:ext cx="2511875" cy="2470758"/>
              <a:chOff x="5295858" y="2982061"/>
              <a:chExt cx="2511875" cy="2470758"/>
            </a:xfrm>
          </p:grpSpPr>
          <p:grpSp>
            <p:nvGrpSpPr>
              <p:cNvPr id="5515" name="Groep 3">
                <a:extLst>
                  <a:ext uri="{FF2B5EF4-FFF2-40B4-BE49-F238E27FC236}">
                    <a16:creationId xmlns:a16="http://schemas.microsoft.com/office/drawing/2014/main" id="{17E38AB1-39DA-4A10-8B3E-9F966EA411E8}"/>
                  </a:ext>
                </a:extLst>
              </p:cNvPr>
              <p:cNvGrpSpPr/>
              <p:nvPr userDrawn="1"/>
            </p:nvGrpSpPr>
            <p:grpSpPr>
              <a:xfrm>
                <a:off x="5295858" y="2982061"/>
                <a:ext cx="2511875" cy="2470758"/>
                <a:chOff x="6798897" y="2956506"/>
                <a:chExt cx="2511875" cy="2470758"/>
              </a:xfrm>
            </p:grpSpPr>
            <p:sp>
              <p:nvSpPr>
                <p:cNvPr id="5520" name="Ovaal 4">
                  <a:extLst>
                    <a:ext uri="{FF2B5EF4-FFF2-40B4-BE49-F238E27FC236}">
                      <a16:creationId xmlns:a16="http://schemas.microsoft.com/office/drawing/2014/main" id="{299BF8FD-6D7F-4414-8016-76534A8E93B7}"/>
                    </a:ext>
                  </a:extLst>
                </p:cNvPr>
                <p:cNvSpPr/>
                <p:nvPr/>
              </p:nvSpPr>
              <p:spPr>
                <a:xfrm>
                  <a:off x="7267797" y="3080909"/>
                  <a:ext cx="108000" cy="108000"/>
                </a:xfrm>
                <a:prstGeom prst="ellipse">
                  <a:avLst/>
                </a:prstGeom>
                <a:solidFill>
                  <a:schemeClr val="accent1"/>
                </a:solidFill>
                <a:ln w="3175">
                  <a:solidFill>
                    <a:schemeClr val="tx1"/>
                  </a:solidFill>
                </a:ln>
                <a:effectLst>
                  <a:innerShdw blurRad="63500" dist="50800" dir="54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yriad Pro"/>
                    <a:ea typeface="+mn-ea"/>
                    <a:cs typeface="+mn-cs"/>
                  </a:endParaRPr>
                </a:p>
              </p:txBody>
            </p:sp>
            <p:grpSp>
              <p:nvGrpSpPr>
                <p:cNvPr id="5521" name="Groep 5">
                  <a:extLst>
                    <a:ext uri="{FF2B5EF4-FFF2-40B4-BE49-F238E27FC236}">
                      <a16:creationId xmlns:a16="http://schemas.microsoft.com/office/drawing/2014/main" id="{19486997-B4E6-41E8-A5E1-664591BBBC1B}"/>
                    </a:ext>
                  </a:extLst>
                </p:cNvPr>
                <p:cNvGrpSpPr/>
                <p:nvPr/>
              </p:nvGrpSpPr>
              <p:grpSpPr>
                <a:xfrm>
                  <a:off x="6798897" y="2956506"/>
                  <a:ext cx="2511875" cy="2470758"/>
                  <a:chOff x="6798897" y="2956506"/>
                  <a:chExt cx="2511875" cy="2470758"/>
                </a:xfrm>
              </p:grpSpPr>
              <p:sp>
                <p:nvSpPr>
                  <p:cNvPr id="5522" name="Rechthoek 6">
                    <a:extLst>
                      <a:ext uri="{FF2B5EF4-FFF2-40B4-BE49-F238E27FC236}">
                        <a16:creationId xmlns:a16="http://schemas.microsoft.com/office/drawing/2014/main" id="{00E23C01-C2DA-4C7C-83CE-FE86BA9EE27B}"/>
                      </a:ext>
                    </a:extLst>
                  </p:cNvPr>
                  <p:cNvSpPr/>
                  <p:nvPr/>
                </p:nvSpPr>
                <p:spPr>
                  <a:xfrm>
                    <a:off x="8034440" y="3403445"/>
                    <a:ext cx="144113" cy="144113"/>
                  </a:xfrm>
                  <a:prstGeom prst="rect">
                    <a:avLst/>
                  </a:prstGeom>
                  <a:solidFill>
                    <a:schemeClr val="accent1"/>
                  </a:solidFill>
                  <a:ln w="3175">
                    <a:solidFill>
                      <a:schemeClr val="tx1"/>
                    </a:solidFill>
                  </a:ln>
                  <a:effectLst>
                    <a:innerShdw blurRad="63500" dist="50800" dir="54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yriad Pro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23" name="Ovaal 7">
                    <a:extLst>
                      <a:ext uri="{FF2B5EF4-FFF2-40B4-BE49-F238E27FC236}">
                        <a16:creationId xmlns:a16="http://schemas.microsoft.com/office/drawing/2014/main" id="{F6D07321-9954-4527-943C-BFE7A3689C0F}"/>
                      </a:ext>
                    </a:extLst>
                  </p:cNvPr>
                  <p:cNvSpPr/>
                  <p:nvPr/>
                </p:nvSpPr>
                <p:spPr>
                  <a:xfrm>
                    <a:off x="8046132" y="3662134"/>
                    <a:ext cx="108000" cy="108000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3175">
                    <a:solidFill>
                      <a:schemeClr val="tx1"/>
                    </a:solidFill>
                  </a:ln>
                  <a:effectLst>
                    <a:innerShdw blurRad="63500" dist="50800" dir="54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yriad Pro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24" name="Ovaal 8">
                    <a:extLst>
                      <a:ext uri="{FF2B5EF4-FFF2-40B4-BE49-F238E27FC236}">
                        <a16:creationId xmlns:a16="http://schemas.microsoft.com/office/drawing/2014/main" id="{D6D652FB-2A86-4D2F-9715-31D3A1F3F55C}"/>
                      </a:ext>
                    </a:extLst>
                  </p:cNvPr>
                  <p:cNvSpPr/>
                  <p:nvPr/>
                </p:nvSpPr>
                <p:spPr>
                  <a:xfrm>
                    <a:off x="8178553" y="4069780"/>
                    <a:ext cx="108000" cy="108000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3175">
                    <a:solidFill>
                      <a:schemeClr val="tx1"/>
                    </a:solidFill>
                  </a:ln>
                  <a:effectLst>
                    <a:innerShdw blurRad="63500" dist="50800" dir="54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yriad Pro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25" name="Ovaal 9">
                    <a:extLst>
                      <a:ext uri="{FF2B5EF4-FFF2-40B4-BE49-F238E27FC236}">
                        <a16:creationId xmlns:a16="http://schemas.microsoft.com/office/drawing/2014/main" id="{63F213F3-9FF5-4F00-AB0F-2A1DF075607C}"/>
                      </a:ext>
                    </a:extLst>
                  </p:cNvPr>
                  <p:cNvSpPr/>
                  <p:nvPr/>
                </p:nvSpPr>
                <p:spPr>
                  <a:xfrm>
                    <a:off x="6798897" y="3791621"/>
                    <a:ext cx="108000" cy="108000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3175">
                    <a:solidFill>
                      <a:schemeClr val="tx1"/>
                    </a:solidFill>
                  </a:ln>
                  <a:effectLst>
                    <a:innerShdw blurRad="63500" dist="50800" dir="54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yriad Pro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26" name="Ovaal 10">
                    <a:extLst>
                      <a:ext uri="{FF2B5EF4-FFF2-40B4-BE49-F238E27FC236}">
                        <a16:creationId xmlns:a16="http://schemas.microsoft.com/office/drawing/2014/main" id="{68313277-79D5-4837-8F9F-AA654751B896}"/>
                      </a:ext>
                    </a:extLst>
                  </p:cNvPr>
                  <p:cNvSpPr/>
                  <p:nvPr/>
                </p:nvSpPr>
                <p:spPr>
                  <a:xfrm>
                    <a:off x="7933896" y="4750602"/>
                    <a:ext cx="108000" cy="108000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3175">
                    <a:solidFill>
                      <a:schemeClr val="tx1"/>
                    </a:solidFill>
                  </a:ln>
                  <a:effectLst>
                    <a:innerShdw blurRad="63500" dist="50800" dir="54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yriad Pro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27" name="Ovaal 11">
                    <a:extLst>
                      <a:ext uri="{FF2B5EF4-FFF2-40B4-BE49-F238E27FC236}">
                        <a16:creationId xmlns:a16="http://schemas.microsoft.com/office/drawing/2014/main" id="{82E9A681-03EA-4C2F-B905-13CCEC6305AA}"/>
                      </a:ext>
                    </a:extLst>
                  </p:cNvPr>
                  <p:cNvSpPr/>
                  <p:nvPr/>
                </p:nvSpPr>
                <p:spPr>
                  <a:xfrm>
                    <a:off x="8070553" y="5031160"/>
                    <a:ext cx="108000" cy="108000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3175">
                    <a:solidFill>
                      <a:schemeClr val="tx1"/>
                    </a:solidFill>
                  </a:ln>
                  <a:effectLst>
                    <a:innerShdw blurRad="63500" dist="50800" dir="54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yriad Pro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28" name="Ovaal 12">
                    <a:extLst>
                      <a:ext uri="{FF2B5EF4-FFF2-40B4-BE49-F238E27FC236}">
                        <a16:creationId xmlns:a16="http://schemas.microsoft.com/office/drawing/2014/main" id="{865689BF-DC66-4153-A1D2-CC19EE4DA932}"/>
                      </a:ext>
                    </a:extLst>
                  </p:cNvPr>
                  <p:cNvSpPr/>
                  <p:nvPr/>
                </p:nvSpPr>
                <p:spPr>
                  <a:xfrm>
                    <a:off x="7352325" y="4923160"/>
                    <a:ext cx="108000" cy="108000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3175">
                    <a:solidFill>
                      <a:schemeClr val="tx1"/>
                    </a:solidFill>
                  </a:ln>
                  <a:effectLst>
                    <a:innerShdw blurRad="63500" dist="50800" dir="54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yriad Pro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29" name="Ovaal 13">
                    <a:extLst>
                      <a:ext uri="{FF2B5EF4-FFF2-40B4-BE49-F238E27FC236}">
                        <a16:creationId xmlns:a16="http://schemas.microsoft.com/office/drawing/2014/main" id="{16E0C6E3-6117-41B0-BE9D-D96E0EAF6948}"/>
                      </a:ext>
                    </a:extLst>
                  </p:cNvPr>
                  <p:cNvSpPr/>
                  <p:nvPr/>
                </p:nvSpPr>
                <p:spPr>
                  <a:xfrm>
                    <a:off x="7019032" y="4977160"/>
                    <a:ext cx="108000" cy="108000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3175">
                    <a:solidFill>
                      <a:schemeClr val="tx1"/>
                    </a:solidFill>
                  </a:ln>
                  <a:effectLst>
                    <a:innerShdw blurRad="63500" dist="50800" dir="54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yriad Pro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30" name="Ovaal 14">
                    <a:extLst>
                      <a:ext uri="{FF2B5EF4-FFF2-40B4-BE49-F238E27FC236}">
                        <a16:creationId xmlns:a16="http://schemas.microsoft.com/office/drawing/2014/main" id="{C90B3E4F-205A-4FC4-B5B1-81B52C680C34}"/>
                      </a:ext>
                    </a:extLst>
                  </p:cNvPr>
                  <p:cNvSpPr/>
                  <p:nvPr/>
                </p:nvSpPr>
                <p:spPr>
                  <a:xfrm>
                    <a:off x="8543977" y="2956506"/>
                    <a:ext cx="108000" cy="108000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3175">
                    <a:solidFill>
                      <a:schemeClr val="tx1"/>
                    </a:solidFill>
                  </a:ln>
                  <a:effectLst>
                    <a:innerShdw blurRad="63500" dist="50800" dir="54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yriad Pro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31" name="Rechthoek 15">
                    <a:extLst>
                      <a:ext uri="{FF2B5EF4-FFF2-40B4-BE49-F238E27FC236}">
                        <a16:creationId xmlns:a16="http://schemas.microsoft.com/office/drawing/2014/main" id="{F9BA4925-197A-491C-8607-2244461C42D1}"/>
                      </a:ext>
                    </a:extLst>
                  </p:cNvPr>
                  <p:cNvSpPr/>
                  <p:nvPr/>
                </p:nvSpPr>
                <p:spPr>
                  <a:xfrm>
                    <a:off x="7448660" y="5283151"/>
                    <a:ext cx="144113" cy="144113"/>
                  </a:xfrm>
                  <a:prstGeom prst="rect">
                    <a:avLst/>
                  </a:prstGeom>
                  <a:solidFill>
                    <a:schemeClr val="accent1"/>
                  </a:solidFill>
                  <a:ln w="3175">
                    <a:solidFill>
                      <a:schemeClr val="tx1"/>
                    </a:solidFill>
                  </a:ln>
                  <a:effectLst>
                    <a:innerShdw blurRad="63500" dist="50800" dir="54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yriad Pro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32" name="Rechthoek 16">
                    <a:extLst>
                      <a:ext uri="{FF2B5EF4-FFF2-40B4-BE49-F238E27FC236}">
                        <a16:creationId xmlns:a16="http://schemas.microsoft.com/office/drawing/2014/main" id="{BEBC0319-EA4A-4DD7-BD24-AA5440BE2A60}"/>
                      </a:ext>
                    </a:extLst>
                  </p:cNvPr>
                  <p:cNvSpPr/>
                  <p:nvPr/>
                </p:nvSpPr>
                <p:spPr>
                  <a:xfrm>
                    <a:off x="8294695" y="3419161"/>
                    <a:ext cx="144113" cy="144113"/>
                  </a:xfrm>
                  <a:prstGeom prst="rect">
                    <a:avLst/>
                  </a:prstGeom>
                  <a:solidFill>
                    <a:schemeClr val="accent1"/>
                  </a:solidFill>
                  <a:ln w="3175">
                    <a:solidFill>
                      <a:schemeClr val="tx1"/>
                    </a:solidFill>
                  </a:ln>
                  <a:effectLst>
                    <a:innerShdw blurRad="63500" dist="50800" dir="54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yriad Pro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33" name="Rechthoek 17">
                    <a:extLst>
                      <a:ext uri="{FF2B5EF4-FFF2-40B4-BE49-F238E27FC236}">
                        <a16:creationId xmlns:a16="http://schemas.microsoft.com/office/drawing/2014/main" id="{89BC0FE7-4114-4357-AE5B-D3E1ECD2C75B}"/>
                      </a:ext>
                    </a:extLst>
                  </p:cNvPr>
                  <p:cNvSpPr/>
                  <p:nvPr/>
                </p:nvSpPr>
                <p:spPr>
                  <a:xfrm>
                    <a:off x="8294694" y="3554134"/>
                    <a:ext cx="144113" cy="144113"/>
                  </a:xfrm>
                  <a:prstGeom prst="rect">
                    <a:avLst/>
                  </a:prstGeom>
                  <a:solidFill>
                    <a:schemeClr val="accent1"/>
                  </a:solidFill>
                  <a:ln w="3175">
                    <a:solidFill>
                      <a:schemeClr val="tx1"/>
                    </a:solidFill>
                  </a:ln>
                  <a:effectLst>
                    <a:innerShdw blurRad="63500" dist="50800" dir="54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yriad Pro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34" name="Rechthoek 18">
                    <a:extLst>
                      <a:ext uri="{FF2B5EF4-FFF2-40B4-BE49-F238E27FC236}">
                        <a16:creationId xmlns:a16="http://schemas.microsoft.com/office/drawing/2014/main" id="{3230FB41-09E8-44C3-9AE3-175A52323BF8}"/>
                      </a:ext>
                    </a:extLst>
                  </p:cNvPr>
                  <p:cNvSpPr/>
                  <p:nvPr/>
                </p:nvSpPr>
                <p:spPr>
                  <a:xfrm>
                    <a:off x="9166659" y="3952773"/>
                    <a:ext cx="144113" cy="144113"/>
                  </a:xfrm>
                  <a:prstGeom prst="rect">
                    <a:avLst/>
                  </a:prstGeom>
                  <a:solidFill>
                    <a:schemeClr val="accent1"/>
                  </a:solidFill>
                  <a:ln w="3175">
                    <a:solidFill>
                      <a:schemeClr val="tx1"/>
                    </a:solidFill>
                  </a:ln>
                  <a:effectLst>
                    <a:innerShdw blurRad="63500" dist="50800" dir="54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yriad Pro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35" name="Ovaal 19">
                    <a:extLst>
                      <a:ext uri="{FF2B5EF4-FFF2-40B4-BE49-F238E27FC236}">
                        <a16:creationId xmlns:a16="http://schemas.microsoft.com/office/drawing/2014/main" id="{76DDDBEE-1F88-4D51-90E5-E999FA22508D}"/>
                      </a:ext>
                    </a:extLst>
                  </p:cNvPr>
                  <p:cNvSpPr/>
                  <p:nvPr/>
                </p:nvSpPr>
                <p:spPr>
                  <a:xfrm>
                    <a:off x="7576101" y="3662134"/>
                    <a:ext cx="108000" cy="108000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3175">
                    <a:solidFill>
                      <a:schemeClr val="tx1"/>
                    </a:solidFill>
                  </a:ln>
                  <a:effectLst>
                    <a:innerShdw blurRad="63500" dist="50800" dir="54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yriad Pro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5516" name="Rechthoek 20">
                <a:extLst>
                  <a:ext uri="{FF2B5EF4-FFF2-40B4-BE49-F238E27FC236}">
                    <a16:creationId xmlns:a16="http://schemas.microsoft.com/office/drawing/2014/main" id="{CF733B46-F39A-47C5-8AAB-FB2E456684C5}"/>
                  </a:ext>
                </a:extLst>
              </p:cNvPr>
              <p:cNvSpPr/>
              <p:nvPr userDrawn="1"/>
            </p:nvSpPr>
            <p:spPr>
              <a:xfrm>
                <a:off x="5674645" y="4434345"/>
                <a:ext cx="144113" cy="144113"/>
              </a:xfrm>
              <a:prstGeom prst="rect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5517" name="Ovaal 14">
                <a:extLst>
                  <a:ext uri="{FF2B5EF4-FFF2-40B4-BE49-F238E27FC236}">
                    <a16:creationId xmlns:a16="http://schemas.microsoft.com/office/drawing/2014/main" id="{CD08F84D-2EDB-409E-8252-E80ACCD34417}"/>
                  </a:ext>
                </a:extLst>
              </p:cNvPr>
              <p:cNvSpPr/>
              <p:nvPr userDrawn="1"/>
            </p:nvSpPr>
            <p:spPr>
              <a:xfrm>
                <a:off x="7655033" y="3254494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nl-BE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5518" name="Ovaal 14">
                <a:extLst>
                  <a:ext uri="{FF2B5EF4-FFF2-40B4-BE49-F238E27FC236}">
                    <a16:creationId xmlns:a16="http://schemas.microsoft.com/office/drawing/2014/main" id="{203E1C33-BF00-49EE-AD54-E65711B831C5}"/>
                  </a:ext>
                </a:extLst>
              </p:cNvPr>
              <p:cNvSpPr/>
              <p:nvPr userDrawn="1"/>
            </p:nvSpPr>
            <p:spPr>
              <a:xfrm>
                <a:off x="6056685" y="4264968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nl-BE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5519" name="Ovaal 10">
                <a:extLst>
                  <a:ext uri="{FF2B5EF4-FFF2-40B4-BE49-F238E27FC236}">
                    <a16:creationId xmlns:a16="http://schemas.microsoft.com/office/drawing/2014/main" id="{451E3445-F024-47A6-91EF-D34E4E6FEAC2}"/>
                  </a:ext>
                </a:extLst>
              </p:cNvPr>
              <p:cNvSpPr/>
              <p:nvPr userDrawn="1"/>
            </p:nvSpPr>
            <p:spPr>
              <a:xfrm>
                <a:off x="6344494" y="4608801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</p:grpSp>
        <p:sp>
          <p:nvSpPr>
            <p:cNvPr id="1853" name="Ovaal 4">
              <a:extLst>
                <a:ext uri="{FF2B5EF4-FFF2-40B4-BE49-F238E27FC236}">
                  <a16:creationId xmlns:a16="http://schemas.microsoft.com/office/drawing/2014/main" id="{54EBC924-9C51-4073-8B65-18ABE6A7655D}"/>
                </a:ext>
              </a:extLst>
            </p:cNvPr>
            <p:cNvSpPr/>
            <p:nvPr userDrawn="1"/>
          </p:nvSpPr>
          <p:spPr>
            <a:xfrm>
              <a:off x="3590237" y="5534737"/>
              <a:ext cx="108000" cy="108000"/>
            </a:xfrm>
            <a:prstGeom prst="ellipse">
              <a:avLst/>
            </a:prstGeom>
            <a:solidFill>
              <a:schemeClr val="accent1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31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0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5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68" grpId="0" uiExpand="1" build="p"/>
      <p:bldP spid="5469" grpId="0" uiExpand="1" animBg="1"/>
      <p:bldP spid="5470" grpId="0" uiExpand="1" animBg="1"/>
      <p:bldP spid="5481" grpId="0" animBg="1"/>
      <p:bldP spid="5482" grpId="0" animBg="1"/>
      <p:bldP spid="5483" grpId="0" animBg="1"/>
      <p:bldP spid="5484" grpId="0" animBg="1"/>
      <p:bldP spid="5485" grpId="0" animBg="1"/>
      <p:bldP spid="5486" grpId="0" uiExpand="1" build="p"/>
      <p:bldP spid="5487" grpId="0" uiExpand="1" build="p"/>
      <p:bldP spid="5488" grpId="0" uiExpand="1" build="p"/>
    </p:bld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Afbeelding 7">
            <a:extLst>
              <a:ext uri="{FF2B5EF4-FFF2-40B4-BE49-F238E27FC236}">
                <a16:creationId xmlns:a16="http://schemas.microsoft.com/office/drawing/2014/main" id="{B39EAE8F-1DAC-1145-97B8-F2FCC528D19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4611757"/>
          </a:xfrm>
          <a:prstGeom prst="rect">
            <a:avLst/>
          </a:prstGeom>
          <a:blipFill>
            <a:blip r:embed="rId3"/>
            <a:tile tx="0" ty="0" sx="100000" sy="100000" flip="none" algn="tl"/>
          </a:blipFill>
        </p:spPr>
      </p:pic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9715" y="5279665"/>
            <a:ext cx="9717460" cy="522661"/>
          </a:xfrm>
        </p:spPr>
        <p:txBody>
          <a:bodyPr anchor="b">
            <a:noAutofit/>
          </a:bodyPr>
          <a:lstStyle>
            <a:lvl1pPr>
              <a:defRPr sz="3600"/>
            </a:lvl1pPr>
          </a:lstStyle>
          <a:p>
            <a:r>
              <a:rPr lang="nl-NL"/>
              <a:t>Presentation </a:t>
            </a:r>
            <a:r>
              <a:rPr lang="nl-NL" err="1"/>
              <a:t>Title</a:t>
            </a:r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533B953C-C203-AA46-AD43-0A3DBC55833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9715" y="5802326"/>
            <a:ext cx="2905539" cy="369332"/>
          </a:xfrm>
        </p:spPr>
        <p:txBody>
          <a:bodyPr wrap="none">
            <a:spAutoFit/>
          </a:bodyPr>
          <a:lstStyle/>
          <a:p>
            <a:pPr lvl="0"/>
            <a:r>
              <a:rPr lang="nl-NL"/>
              <a:t>PRESENTATION SUBTITLE</a:t>
            </a:r>
          </a:p>
        </p:txBody>
      </p:sp>
      <p:grpSp>
        <p:nvGrpSpPr>
          <p:cNvPr id="2" name="Groep 1">
            <a:extLst>
              <a:ext uri="{FF2B5EF4-FFF2-40B4-BE49-F238E27FC236}">
                <a16:creationId xmlns:a16="http://schemas.microsoft.com/office/drawing/2014/main" id="{CAC55CF8-6AA3-9348-8C02-71AC5006E849}"/>
              </a:ext>
            </a:extLst>
          </p:cNvPr>
          <p:cNvGrpSpPr/>
          <p:nvPr userDrawn="1"/>
        </p:nvGrpSpPr>
        <p:grpSpPr>
          <a:xfrm>
            <a:off x="749242" y="764011"/>
            <a:ext cx="4232556" cy="907200"/>
            <a:chOff x="749242" y="764011"/>
            <a:chExt cx="4232556" cy="907200"/>
          </a:xfrm>
        </p:grpSpPr>
        <p:sp>
          <p:nvSpPr>
            <p:cNvPr id="6" name="Vrije vorm 5">
              <a:extLst>
                <a:ext uri="{FF2B5EF4-FFF2-40B4-BE49-F238E27FC236}">
                  <a16:creationId xmlns:a16="http://schemas.microsoft.com/office/drawing/2014/main" id="{FB11238F-B457-1E4B-84C9-14530E436852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" name="Vrije vorm 6">
              <a:extLst>
                <a:ext uri="{FF2B5EF4-FFF2-40B4-BE49-F238E27FC236}">
                  <a16:creationId xmlns:a16="http://schemas.microsoft.com/office/drawing/2014/main" id="{30244BF9-66E9-D647-A674-AD23D18F741F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9" name="Vrije vorm 8">
              <a:extLst>
                <a:ext uri="{FF2B5EF4-FFF2-40B4-BE49-F238E27FC236}">
                  <a16:creationId xmlns:a16="http://schemas.microsoft.com/office/drawing/2014/main" id="{C53D3523-D7EE-5348-B43E-684A60F9139C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0" name="Vrije vorm 9">
              <a:extLst>
                <a:ext uri="{FF2B5EF4-FFF2-40B4-BE49-F238E27FC236}">
                  <a16:creationId xmlns:a16="http://schemas.microsoft.com/office/drawing/2014/main" id="{7634C425-C2E2-EC40-A63C-3ACD83EC2556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1" name="Vrije vorm 10">
              <a:extLst>
                <a:ext uri="{FF2B5EF4-FFF2-40B4-BE49-F238E27FC236}">
                  <a16:creationId xmlns:a16="http://schemas.microsoft.com/office/drawing/2014/main" id="{C436CA37-377F-B24D-A0DF-26DB2E09CAFA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2" name="Vrije vorm 11">
              <a:extLst>
                <a:ext uri="{FF2B5EF4-FFF2-40B4-BE49-F238E27FC236}">
                  <a16:creationId xmlns:a16="http://schemas.microsoft.com/office/drawing/2014/main" id="{EA8E6DDB-E6F5-EF47-9EEF-6DEBFF8AECA8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3" name="Vrije vorm 12">
              <a:extLst>
                <a:ext uri="{FF2B5EF4-FFF2-40B4-BE49-F238E27FC236}">
                  <a16:creationId xmlns:a16="http://schemas.microsoft.com/office/drawing/2014/main" id="{860F93CF-101D-B445-8051-96103CE8A424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" name="Vrije vorm 13">
              <a:extLst>
                <a:ext uri="{FF2B5EF4-FFF2-40B4-BE49-F238E27FC236}">
                  <a16:creationId xmlns:a16="http://schemas.microsoft.com/office/drawing/2014/main" id="{D682A1FA-0DA4-0F46-A3F4-04D74437ED2B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" name="Vrije vorm 14">
              <a:extLst>
                <a:ext uri="{FF2B5EF4-FFF2-40B4-BE49-F238E27FC236}">
                  <a16:creationId xmlns:a16="http://schemas.microsoft.com/office/drawing/2014/main" id="{F5F96FA3-C1C4-3D49-8900-BF0E60B5BFA4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6" name="Graphic 23">
              <a:extLst>
                <a:ext uri="{FF2B5EF4-FFF2-40B4-BE49-F238E27FC236}">
                  <a16:creationId xmlns:a16="http://schemas.microsoft.com/office/drawing/2014/main" id="{43155466-2A66-9F46-9D09-2538706CD403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8" name="Vrije vorm 17">
                <a:extLst>
                  <a:ext uri="{FF2B5EF4-FFF2-40B4-BE49-F238E27FC236}">
                    <a16:creationId xmlns:a16="http://schemas.microsoft.com/office/drawing/2014/main" id="{24F0CE04-0757-644A-AEE0-0BF8BE075A75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" name="Vrije vorm 18">
                <a:extLst>
                  <a:ext uri="{FF2B5EF4-FFF2-40B4-BE49-F238E27FC236}">
                    <a16:creationId xmlns:a16="http://schemas.microsoft.com/office/drawing/2014/main" id="{02E7C08A-3015-1D47-BE7C-EB7D1DA80706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" name="Vrije vorm 19">
                <a:extLst>
                  <a:ext uri="{FF2B5EF4-FFF2-40B4-BE49-F238E27FC236}">
                    <a16:creationId xmlns:a16="http://schemas.microsoft.com/office/drawing/2014/main" id="{722A91E2-69B9-8B4F-930D-EBEE7A9AD663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" name="Vrije vorm 21">
                <a:extLst>
                  <a:ext uri="{FF2B5EF4-FFF2-40B4-BE49-F238E27FC236}">
                    <a16:creationId xmlns:a16="http://schemas.microsoft.com/office/drawing/2014/main" id="{32BA5F88-2738-3C43-B59E-A5EBFD21CF5D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" name="Vrije vorm 22">
                <a:extLst>
                  <a:ext uri="{FF2B5EF4-FFF2-40B4-BE49-F238E27FC236}">
                    <a16:creationId xmlns:a16="http://schemas.microsoft.com/office/drawing/2014/main" id="{30C4BD1C-933A-4349-B7B9-5E1A4D28A37C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" name="Vrije vorm 24">
                <a:extLst>
                  <a:ext uri="{FF2B5EF4-FFF2-40B4-BE49-F238E27FC236}">
                    <a16:creationId xmlns:a16="http://schemas.microsoft.com/office/drawing/2014/main" id="{2AB6C8EF-DA42-5F46-8651-0D1176E23992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" name="Vrije vorm 25">
                <a:extLst>
                  <a:ext uri="{FF2B5EF4-FFF2-40B4-BE49-F238E27FC236}">
                    <a16:creationId xmlns:a16="http://schemas.microsoft.com/office/drawing/2014/main" id="{309A9824-0498-F64A-9C25-C1EC2AAE3E0C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" name="Vrije vorm 26">
                <a:extLst>
                  <a:ext uri="{FF2B5EF4-FFF2-40B4-BE49-F238E27FC236}">
                    <a16:creationId xmlns:a16="http://schemas.microsoft.com/office/drawing/2014/main" id="{71285F08-41D4-C54F-B4ED-ADBB9DE20893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" name="Vrije vorm 27">
                <a:extLst>
                  <a:ext uri="{FF2B5EF4-FFF2-40B4-BE49-F238E27FC236}">
                    <a16:creationId xmlns:a16="http://schemas.microsoft.com/office/drawing/2014/main" id="{9F5B6E60-8227-904D-A856-68F3D9C50638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" name="Vrije vorm 28">
                <a:extLst>
                  <a:ext uri="{FF2B5EF4-FFF2-40B4-BE49-F238E27FC236}">
                    <a16:creationId xmlns:a16="http://schemas.microsoft.com/office/drawing/2014/main" id="{1543B8FC-C236-374F-AB13-C5D0380BE7BD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" name="Vrije vorm 29">
                <a:extLst>
                  <a:ext uri="{FF2B5EF4-FFF2-40B4-BE49-F238E27FC236}">
                    <a16:creationId xmlns:a16="http://schemas.microsoft.com/office/drawing/2014/main" id="{4A8A4799-43DF-B843-9116-EB60765A1BDF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" name="Vrije vorm 30">
                <a:extLst>
                  <a:ext uri="{FF2B5EF4-FFF2-40B4-BE49-F238E27FC236}">
                    <a16:creationId xmlns:a16="http://schemas.microsoft.com/office/drawing/2014/main" id="{C0256341-2C06-024B-A589-94C65A60367A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" name="Vrije vorm 31">
                <a:extLst>
                  <a:ext uri="{FF2B5EF4-FFF2-40B4-BE49-F238E27FC236}">
                    <a16:creationId xmlns:a16="http://schemas.microsoft.com/office/drawing/2014/main" id="{F30FE386-B1C4-A741-A13F-9FA5AA70045C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" name="Vrije vorm 32">
                <a:extLst>
                  <a:ext uri="{FF2B5EF4-FFF2-40B4-BE49-F238E27FC236}">
                    <a16:creationId xmlns:a16="http://schemas.microsoft.com/office/drawing/2014/main" id="{481B188F-AE8A-4542-A497-939BB3221338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34" name="Afbeelding 33">
            <a:extLst>
              <a:ext uri="{FF2B5EF4-FFF2-40B4-BE49-F238E27FC236}">
                <a16:creationId xmlns:a16="http://schemas.microsoft.com/office/drawing/2014/main" id="{36DA23FA-13A4-B94E-BF8C-C9EB19C6A252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0296922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Afbeelding 7">
            <a:extLst>
              <a:ext uri="{FF2B5EF4-FFF2-40B4-BE49-F238E27FC236}">
                <a16:creationId xmlns:a16="http://schemas.microsoft.com/office/drawing/2014/main" id="{B39EAE8F-1DAC-1145-97B8-F2FCC528D19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4611757"/>
          </a:xfrm>
          <a:prstGeom prst="rect">
            <a:avLst/>
          </a:prstGeom>
          <a:blipFill>
            <a:blip r:embed="rId3"/>
            <a:tile tx="0" ty="0" sx="100000" sy="100000" flip="none" algn="tl"/>
          </a:blipFill>
        </p:spPr>
      </p:pic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9715" y="5279665"/>
            <a:ext cx="9717460" cy="522661"/>
          </a:xfrm>
        </p:spPr>
        <p:txBody>
          <a:bodyPr anchor="b">
            <a:noAutofit/>
          </a:bodyPr>
          <a:lstStyle>
            <a:lvl1pPr>
              <a:defRPr sz="3600"/>
            </a:lvl1pPr>
          </a:lstStyle>
          <a:p>
            <a:r>
              <a:rPr lang="nl-NL"/>
              <a:t>Presentation </a:t>
            </a:r>
            <a:r>
              <a:rPr lang="nl-NL" err="1"/>
              <a:t>Title</a:t>
            </a:r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533B953C-C203-AA46-AD43-0A3DBC55833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9715" y="5802326"/>
            <a:ext cx="2905539" cy="369332"/>
          </a:xfrm>
        </p:spPr>
        <p:txBody>
          <a:bodyPr wrap="none">
            <a:spAutoFit/>
          </a:bodyPr>
          <a:lstStyle/>
          <a:p>
            <a:pPr lvl="0"/>
            <a:r>
              <a:rPr lang="nl-NL"/>
              <a:t>PRESENTATION SUBTITLE</a:t>
            </a:r>
          </a:p>
        </p:txBody>
      </p:sp>
      <p:sp>
        <p:nvSpPr>
          <p:cNvPr id="34" name="Vrije vorm 33">
            <a:extLst>
              <a:ext uri="{FF2B5EF4-FFF2-40B4-BE49-F238E27FC236}">
                <a16:creationId xmlns:a16="http://schemas.microsoft.com/office/drawing/2014/main" id="{B7A1764E-3946-E04D-8171-57032586B2C3}"/>
              </a:ext>
            </a:extLst>
          </p:cNvPr>
          <p:cNvSpPr/>
          <p:nvPr userDrawn="1"/>
        </p:nvSpPr>
        <p:spPr>
          <a:xfrm>
            <a:off x="749242" y="1437433"/>
            <a:ext cx="4227864" cy="233778"/>
          </a:xfrm>
          <a:custGeom>
            <a:avLst/>
            <a:gdLst>
              <a:gd name="connsiteX0" fmla="*/ 0 w 4227864"/>
              <a:gd name="connsiteY0" fmla="*/ 0 h 233778"/>
              <a:gd name="connsiteX1" fmla="*/ 4227865 w 4227864"/>
              <a:gd name="connsiteY1" fmla="*/ 0 h 233778"/>
              <a:gd name="connsiteX2" fmla="*/ 4227865 w 4227864"/>
              <a:gd name="connsiteY2" fmla="*/ 233778 h 233778"/>
              <a:gd name="connsiteX3" fmla="*/ 0 w 4227864"/>
              <a:gd name="connsiteY3" fmla="*/ 233778 h 233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864" h="233778">
                <a:moveTo>
                  <a:pt x="0" y="0"/>
                </a:moveTo>
                <a:lnTo>
                  <a:pt x="4227865" y="0"/>
                </a:lnTo>
                <a:lnTo>
                  <a:pt x="4227865" y="233778"/>
                </a:lnTo>
                <a:lnTo>
                  <a:pt x="0" y="233778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35" name="Vrije vorm 34">
            <a:extLst>
              <a:ext uri="{FF2B5EF4-FFF2-40B4-BE49-F238E27FC236}">
                <a16:creationId xmlns:a16="http://schemas.microsoft.com/office/drawing/2014/main" id="{DBF9AA43-A460-434A-97DF-9F9FC1023644}"/>
              </a:ext>
            </a:extLst>
          </p:cNvPr>
          <p:cNvSpPr/>
          <p:nvPr userDrawn="1"/>
        </p:nvSpPr>
        <p:spPr>
          <a:xfrm>
            <a:off x="749242" y="765175"/>
            <a:ext cx="407066" cy="590843"/>
          </a:xfrm>
          <a:custGeom>
            <a:avLst/>
            <a:gdLst>
              <a:gd name="connsiteX0" fmla="*/ 407067 w 407066"/>
              <a:gd name="connsiteY0" fmla="*/ 0 h 590843"/>
              <a:gd name="connsiteX1" fmla="*/ 407067 w 407066"/>
              <a:gd name="connsiteY1" fmla="*/ 407077 h 590843"/>
              <a:gd name="connsiteX2" fmla="*/ 195908 w 407066"/>
              <a:gd name="connsiteY2" fmla="*/ 590843 h 590843"/>
              <a:gd name="connsiteX3" fmla="*/ 0 w 407066"/>
              <a:gd name="connsiteY3" fmla="*/ 390794 h 590843"/>
              <a:gd name="connsiteX4" fmla="*/ 0 w 407066"/>
              <a:gd name="connsiteY4" fmla="*/ 343108 h 590843"/>
              <a:gd name="connsiteX5" fmla="*/ 148984 w 407066"/>
              <a:gd name="connsiteY5" fmla="*/ 343108 h 590843"/>
              <a:gd name="connsiteX6" fmla="*/ 148984 w 407066"/>
              <a:gd name="connsiteY6" fmla="*/ 390794 h 590843"/>
              <a:gd name="connsiteX7" fmla="*/ 197081 w 407066"/>
              <a:gd name="connsiteY7" fmla="*/ 455926 h 590843"/>
              <a:gd name="connsiteX8" fmla="*/ 252217 w 407066"/>
              <a:gd name="connsiteY8" fmla="*/ 407077 h 590843"/>
              <a:gd name="connsiteX9" fmla="*/ 252217 w 407066"/>
              <a:gd name="connsiteY9" fmla="*/ 0 h 590843"/>
              <a:gd name="connsiteX10" fmla="*/ 407067 w 407066"/>
              <a:gd name="connsiteY10" fmla="*/ 0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7066" h="590843">
                <a:moveTo>
                  <a:pt x="407067" y="0"/>
                </a:moveTo>
                <a:lnTo>
                  <a:pt x="407067" y="407077"/>
                </a:lnTo>
                <a:cubicBezTo>
                  <a:pt x="407067" y="562929"/>
                  <a:pt x="360143" y="590843"/>
                  <a:pt x="195908" y="590843"/>
                </a:cubicBezTo>
                <a:cubicBezTo>
                  <a:pt x="34020" y="590843"/>
                  <a:pt x="0" y="552462"/>
                  <a:pt x="0" y="390794"/>
                </a:cubicBezTo>
                <a:lnTo>
                  <a:pt x="0" y="343108"/>
                </a:lnTo>
                <a:lnTo>
                  <a:pt x="148984" y="343108"/>
                </a:lnTo>
                <a:lnTo>
                  <a:pt x="148984" y="390794"/>
                </a:lnTo>
                <a:cubicBezTo>
                  <a:pt x="148984" y="438480"/>
                  <a:pt x="154850" y="455926"/>
                  <a:pt x="197081" y="455926"/>
                </a:cubicBezTo>
                <a:cubicBezTo>
                  <a:pt x="245179" y="455926"/>
                  <a:pt x="252217" y="443132"/>
                  <a:pt x="252217" y="407077"/>
                </a:cubicBezTo>
                <a:lnTo>
                  <a:pt x="252217" y="0"/>
                </a:lnTo>
                <a:lnTo>
                  <a:pt x="407067" y="0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36" name="Vrije vorm 35">
            <a:extLst>
              <a:ext uri="{FF2B5EF4-FFF2-40B4-BE49-F238E27FC236}">
                <a16:creationId xmlns:a16="http://schemas.microsoft.com/office/drawing/2014/main" id="{9C74162A-FCAC-9744-B998-537F1B774F71}"/>
              </a:ext>
            </a:extLst>
          </p:cNvPr>
          <p:cNvSpPr/>
          <p:nvPr userDrawn="1"/>
        </p:nvSpPr>
        <p:spPr>
          <a:xfrm>
            <a:off x="1304119" y="765175"/>
            <a:ext cx="543146" cy="589708"/>
          </a:xfrm>
          <a:custGeom>
            <a:avLst/>
            <a:gdLst>
              <a:gd name="connsiteX0" fmla="*/ 0 w 543146"/>
              <a:gd name="connsiteY0" fmla="*/ 378000 h 589708"/>
              <a:gd name="connsiteX1" fmla="*/ 0 w 543146"/>
              <a:gd name="connsiteY1" fmla="*/ 212843 h 589708"/>
              <a:gd name="connsiteX2" fmla="*/ 270987 w 543146"/>
              <a:gd name="connsiteY2" fmla="*/ 0 h 589708"/>
              <a:gd name="connsiteX3" fmla="*/ 543147 w 543146"/>
              <a:gd name="connsiteY3" fmla="*/ 212843 h 589708"/>
              <a:gd name="connsiteX4" fmla="*/ 543147 w 543146"/>
              <a:gd name="connsiteY4" fmla="*/ 376837 h 589708"/>
              <a:gd name="connsiteX5" fmla="*/ 272160 w 543146"/>
              <a:gd name="connsiteY5" fmla="*/ 589680 h 589708"/>
              <a:gd name="connsiteX6" fmla="*/ 0 w 543146"/>
              <a:gd name="connsiteY6" fmla="*/ 378000 h 589708"/>
              <a:gd name="connsiteX7" fmla="*/ 381259 w 543146"/>
              <a:gd name="connsiteY7" fmla="*/ 360554 h 589708"/>
              <a:gd name="connsiteX8" fmla="*/ 381259 w 543146"/>
              <a:gd name="connsiteY8" fmla="*/ 229126 h 589708"/>
              <a:gd name="connsiteX9" fmla="*/ 270987 w 543146"/>
              <a:gd name="connsiteY9" fmla="*/ 134917 h 589708"/>
              <a:gd name="connsiteX10" fmla="*/ 160715 w 543146"/>
              <a:gd name="connsiteY10" fmla="*/ 229126 h 589708"/>
              <a:gd name="connsiteX11" fmla="*/ 160715 w 543146"/>
              <a:gd name="connsiteY11" fmla="*/ 360554 h 589708"/>
              <a:gd name="connsiteX12" fmla="*/ 270987 w 543146"/>
              <a:gd name="connsiteY12" fmla="*/ 455926 h 589708"/>
              <a:gd name="connsiteX13" fmla="*/ 381259 w 543146"/>
              <a:gd name="connsiteY13" fmla="*/ 360554 h 589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43146" h="589708">
                <a:moveTo>
                  <a:pt x="0" y="378000"/>
                </a:moveTo>
                <a:lnTo>
                  <a:pt x="0" y="212843"/>
                </a:lnTo>
                <a:cubicBezTo>
                  <a:pt x="0" y="33729"/>
                  <a:pt x="112618" y="0"/>
                  <a:pt x="270987" y="0"/>
                </a:cubicBezTo>
                <a:cubicBezTo>
                  <a:pt x="430529" y="0"/>
                  <a:pt x="543147" y="33729"/>
                  <a:pt x="543147" y="212843"/>
                </a:cubicBezTo>
                <a:lnTo>
                  <a:pt x="543147" y="376837"/>
                </a:lnTo>
                <a:cubicBezTo>
                  <a:pt x="543147" y="555951"/>
                  <a:pt x="430529" y="589680"/>
                  <a:pt x="272160" y="589680"/>
                </a:cubicBezTo>
                <a:cubicBezTo>
                  <a:pt x="112618" y="590843"/>
                  <a:pt x="0" y="557114"/>
                  <a:pt x="0" y="378000"/>
                </a:cubicBezTo>
                <a:close/>
                <a:moveTo>
                  <a:pt x="381259" y="360554"/>
                </a:moveTo>
                <a:lnTo>
                  <a:pt x="381259" y="229126"/>
                </a:lnTo>
                <a:cubicBezTo>
                  <a:pt x="381259" y="143058"/>
                  <a:pt x="351931" y="134917"/>
                  <a:pt x="270987" y="134917"/>
                </a:cubicBezTo>
                <a:cubicBezTo>
                  <a:pt x="190043" y="134917"/>
                  <a:pt x="163061" y="143058"/>
                  <a:pt x="160715" y="229126"/>
                </a:cubicBezTo>
                <a:lnTo>
                  <a:pt x="160715" y="360554"/>
                </a:lnTo>
                <a:cubicBezTo>
                  <a:pt x="163061" y="447785"/>
                  <a:pt x="190043" y="455926"/>
                  <a:pt x="270987" y="455926"/>
                </a:cubicBezTo>
                <a:cubicBezTo>
                  <a:pt x="351931" y="455926"/>
                  <a:pt x="381259" y="447785"/>
                  <a:pt x="381259" y="360554"/>
                </a:cubicBez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37" name="Vrije vorm 36">
            <a:extLst>
              <a:ext uri="{FF2B5EF4-FFF2-40B4-BE49-F238E27FC236}">
                <a16:creationId xmlns:a16="http://schemas.microsoft.com/office/drawing/2014/main" id="{19E53010-1BDA-6B44-89E5-6D8D92FCF415}"/>
              </a:ext>
            </a:extLst>
          </p:cNvPr>
          <p:cNvSpPr/>
          <p:nvPr userDrawn="1"/>
        </p:nvSpPr>
        <p:spPr>
          <a:xfrm>
            <a:off x="1988039" y="765175"/>
            <a:ext cx="503261" cy="590843"/>
          </a:xfrm>
          <a:custGeom>
            <a:avLst/>
            <a:gdLst>
              <a:gd name="connsiteX0" fmla="*/ 0 w 503261"/>
              <a:gd name="connsiteY0" fmla="*/ 0 h 590843"/>
              <a:gd name="connsiteX1" fmla="*/ 301488 w 503261"/>
              <a:gd name="connsiteY1" fmla="*/ 0 h 590843"/>
              <a:gd name="connsiteX2" fmla="*/ 503261 w 503261"/>
              <a:gd name="connsiteY2" fmla="*/ 175625 h 590843"/>
              <a:gd name="connsiteX3" fmla="*/ 391817 w 503261"/>
              <a:gd name="connsiteY3" fmla="*/ 354738 h 590843"/>
              <a:gd name="connsiteX4" fmla="*/ 391817 w 503261"/>
              <a:gd name="connsiteY4" fmla="*/ 360554 h 590843"/>
              <a:gd name="connsiteX5" fmla="*/ 497396 w 503261"/>
              <a:gd name="connsiteY5" fmla="*/ 464068 h 590843"/>
              <a:gd name="connsiteX6" fmla="*/ 497396 w 503261"/>
              <a:gd name="connsiteY6" fmla="*/ 590843 h 590843"/>
              <a:gd name="connsiteX7" fmla="*/ 341373 w 503261"/>
              <a:gd name="connsiteY7" fmla="*/ 590843 h 590843"/>
              <a:gd name="connsiteX8" fmla="*/ 341373 w 503261"/>
              <a:gd name="connsiteY8" fmla="*/ 500123 h 590843"/>
              <a:gd name="connsiteX9" fmla="*/ 276852 w 503261"/>
              <a:gd name="connsiteY9" fmla="*/ 426849 h 590843"/>
              <a:gd name="connsiteX10" fmla="*/ 156023 w 503261"/>
              <a:gd name="connsiteY10" fmla="*/ 426849 h 590843"/>
              <a:gd name="connsiteX11" fmla="*/ 156023 w 503261"/>
              <a:gd name="connsiteY11" fmla="*/ 590843 h 590843"/>
              <a:gd name="connsiteX12" fmla="*/ 0 w 503261"/>
              <a:gd name="connsiteY12" fmla="*/ 590843 h 590843"/>
              <a:gd name="connsiteX13" fmla="*/ 0 w 503261"/>
              <a:gd name="connsiteY13" fmla="*/ 0 h 590843"/>
              <a:gd name="connsiteX14" fmla="*/ 276852 w 503261"/>
              <a:gd name="connsiteY14" fmla="*/ 291932 h 590843"/>
              <a:gd name="connsiteX15" fmla="*/ 341373 w 503261"/>
              <a:gd name="connsiteY15" fmla="*/ 201212 h 590843"/>
              <a:gd name="connsiteX16" fmla="*/ 276852 w 503261"/>
              <a:gd name="connsiteY16" fmla="*/ 134917 h 590843"/>
              <a:gd name="connsiteX17" fmla="*/ 156023 w 503261"/>
              <a:gd name="connsiteY17" fmla="*/ 134917 h 590843"/>
              <a:gd name="connsiteX18" fmla="*/ 156023 w 503261"/>
              <a:gd name="connsiteY18" fmla="*/ 291932 h 590843"/>
              <a:gd name="connsiteX19" fmla="*/ 276852 w 503261"/>
              <a:gd name="connsiteY19" fmla="*/ 291932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503261" h="590843">
                <a:moveTo>
                  <a:pt x="0" y="0"/>
                </a:moveTo>
                <a:lnTo>
                  <a:pt x="301488" y="0"/>
                </a:lnTo>
                <a:cubicBezTo>
                  <a:pt x="436395" y="2326"/>
                  <a:pt x="503261" y="31403"/>
                  <a:pt x="503261" y="175625"/>
                </a:cubicBezTo>
                <a:cubicBezTo>
                  <a:pt x="503261" y="272160"/>
                  <a:pt x="503261" y="329151"/>
                  <a:pt x="391817" y="354738"/>
                </a:cubicBezTo>
                <a:lnTo>
                  <a:pt x="391817" y="360554"/>
                </a:lnTo>
                <a:cubicBezTo>
                  <a:pt x="456337" y="362880"/>
                  <a:pt x="497396" y="397772"/>
                  <a:pt x="497396" y="464068"/>
                </a:cubicBezTo>
                <a:lnTo>
                  <a:pt x="497396" y="590843"/>
                </a:lnTo>
                <a:lnTo>
                  <a:pt x="341373" y="590843"/>
                </a:lnTo>
                <a:lnTo>
                  <a:pt x="341373" y="500123"/>
                </a:lnTo>
                <a:cubicBezTo>
                  <a:pt x="342546" y="457089"/>
                  <a:pt x="323777" y="426849"/>
                  <a:pt x="276852" y="426849"/>
                </a:cubicBezTo>
                <a:lnTo>
                  <a:pt x="156023" y="426849"/>
                </a:lnTo>
                <a:lnTo>
                  <a:pt x="156023" y="590843"/>
                </a:lnTo>
                <a:lnTo>
                  <a:pt x="0" y="590843"/>
                </a:lnTo>
                <a:lnTo>
                  <a:pt x="0" y="0"/>
                </a:lnTo>
                <a:close/>
                <a:moveTo>
                  <a:pt x="276852" y="291932"/>
                </a:moveTo>
                <a:cubicBezTo>
                  <a:pt x="343719" y="291932"/>
                  <a:pt x="341373" y="267508"/>
                  <a:pt x="341373" y="201212"/>
                </a:cubicBezTo>
                <a:cubicBezTo>
                  <a:pt x="341373" y="148874"/>
                  <a:pt x="328469" y="134917"/>
                  <a:pt x="276852" y="134917"/>
                </a:cubicBezTo>
                <a:lnTo>
                  <a:pt x="156023" y="134917"/>
                </a:lnTo>
                <a:lnTo>
                  <a:pt x="156023" y="291932"/>
                </a:lnTo>
                <a:lnTo>
                  <a:pt x="276852" y="291932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38" name="Vrije vorm 37">
            <a:extLst>
              <a:ext uri="{FF2B5EF4-FFF2-40B4-BE49-F238E27FC236}">
                <a16:creationId xmlns:a16="http://schemas.microsoft.com/office/drawing/2014/main" id="{67BE48C4-A095-7D49-95A3-84CB1B8C3925}"/>
              </a:ext>
            </a:extLst>
          </p:cNvPr>
          <p:cNvSpPr/>
          <p:nvPr userDrawn="1"/>
        </p:nvSpPr>
        <p:spPr>
          <a:xfrm>
            <a:off x="2642630" y="765175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39" name="Vrije vorm 38">
            <a:extLst>
              <a:ext uri="{FF2B5EF4-FFF2-40B4-BE49-F238E27FC236}">
                <a16:creationId xmlns:a16="http://schemas.microsoft.com/office/drawing/2014/main" id="{6B9146CA-B154-0A47-BB02-7285290DEF67}"/>
              </a:ext>
            </a:extLst>
          </p:cNvPr>
          <p:cNvSpPr/>
          <p:nvPr userDrawn="1"/>
        </p:nvSpPr>
        <p:spPr>
          <a:xfrm>
            <a:off x="2946464" y="764011"/>
            <a:ext cx="503263" cy="592006"/>
          </a:xfrm>
          <a:custGeom>
            <a:avLst/>
            <a:gdLst>
              <a:gd name="connsiteX0" fmla="*/ 286237 w 503263"/>
              <a:gd name="connsiteY0" fmla="*/ 233778 h 592006"/>
              <a:gd name="connsiteX1" fmla="*/ 503261 w 503263"/>
              <a:gd name="connsiteY1" fmla="*/ 401262 h 592006"/>
              <a:gd name="connsiteX2" fmla="*/ 248698 w 503263"/>
              <a:gd name="connsiteY2" fmla="*/ 592006 h 592006"/>
              <a:gd name="connsiteX3" fmla="*/ 0 w 503263"/>
              <a:gd name="connsiteY3" fmla="*/ 397772 h 592006"/>
              <a:gd name="connsiteX4" fmla="*/ 150157 w 503263"/>
              <a:gd name="connsiteY4" fmla="*/ 397772 h 592006"/>
              <a:gd name="connsiteX5" fmla="*/ 248698 w 503263"/>
              <a:gd name="connsiteY5" fmla="*/ 464068 h 592006"/>
              <a:gd name="connsiteX6" fmla="*/ 346065 w 503263"/>
              <a:gd name="connsiteY6" fmla="*/ 410566 h 592006"/>
              <a:gd name="connsiteX7" fmla="*/ 263948 w 503263"/>
              <a:gd name="connsiteY7" fmla="*/ 355902 h 592006"/>
              <a:gd name="connsiteX8" fmla="*/ 229928 w 503263"/>
              <a:gd name="connsiteY8" fmla="*/ 353575 h 592006"/>
              <a:gd name="connsiteX9" fmla="*/ 1173 w 503263"/>
              <a:gd name="connsiteY9" fmla="*/ 177951 h 592006"/>
              <a:gd name="connsiteX10" fmla="*/ 248698 w 503263"/>
              <a:gd name="connsiteY10" fmla="*/ 0 h 592006"/>
              <a:gd name="connsiteX11" fmla="*/ 486838 w 503263"/>
              <a:gd name="connsiteY11" fmla="*/ 162831 h 592006"/>
              <a:gd name="connsiteX12" fmla="*/ 486838 w 503263"/>
              <a:gd name="connsiteY12" fmla="*/ 187255 h 592006"/>
              <a:gd name="connsiteX13" fmla="*/ 336681 w 503263"/>
              <a:gd name="connsiteY13" fmla="*/ 187255 h 592006"/>
              <a:gd name="connsiteX14" fmla="*/ 248698 w 503263"/>
              <a:gd name="connsiteY14" fmla="*/ 127938 h 592006"/>
              <a:gd name="connsiteX15" fmla="*/ 157196 w 503263"/>
              <a:gd name="connsiteY15" fmla="*/ 177951 h 592006"/>
              <a:gd name="connsiteX16" fmla="*/ 221716 w 503263"/>
              <a:gd name="connsiteY16" fmla="*/ 229126 h 592006"/>
              <a:gd name="connsiteX17" fmla="*/ 286237 w 503263"/>
              <a:gd name="connsiteY17" fmla="*/ 233778 h 592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03263" h="592006">
                <a:moveTo>
                  <a:pt x="286237" y="233778"/>
                </a:moveTo>
                <a:cubicBezTo>
                  <a:pt x="459856" y="246572"/>
                  <a:pt x="503261" y="267508"/>
                  <a:pt x="503261" y="401262"/>
                </a:cubicBezTo>
                <a:cubicBezTo>
                  <a:pt x="503261" y="497797"/>
                  <a:pt x="506781" y="592006"/>
                  <a:pt x="248698" y="592006"/>
                </a:cubicBezTo>
                <a:cubicBezTo>
                  <a:pt x="99714" y="592006"/>
                  <a:pt x="0" y="588517"/>
                  <a:pt x="0" y="397772"/>
                </a:cubicBezTo>
                <a:lnTo>
                  <a:pt x="150157" y="397772"/>
                </a:lnTo>
                <a:cubicBezTo>
                  <a:pt x="150157" y="458252"/>
                  <a:pt x="172446" y="464068"/>
                  <a:pt x="248698" y="464068"/>
                </a:cubicBezTo>
                <a:cubicBezTo>
                  <a:pt x="322603" y="464068"/>
                  <a:pt x="346065" y="459415"/>
                  <a:pt x="346065" y="410566"/>
                </a:cubicBezTo>
                <a:cubicBezTo>
                  <a:pt x="346065" y="360554"/>
                  <a:pt x="337854" y="360554"/>
                  <a:pt x="263948" y="355902"/>
                </a:cubicBezTo>
                <a:lnTo>
                  <a:pt x="229928" y="353575"/>
                </a:lnTo>
                <a:cubicBezTo>
                  <a:pt x="85637" y="343108"/>
                  <a:pt x="1173" y="344271"/>
                  <a:pt x="1173" y="177951"/>
                </a:cubicBezTo>
                <a:cubicBezTo>
                  <a:pt x="1173" y="11631"/>
                  <a:pt x="96194" y="0"/>
                  <a:pt x="248698" y="0"/>
                </a:cubicBezTo>
                <a:cubicBezTo>
                  <a:pt x="376566" y="0"/>
                  <a:pt x="486838" y="2326"/>
                  <a:pt x="486838" y="162831"/>
                </a:cubicBezTo>
                <a:lnTo>
                  <a:pt x="486838" y="187255"/>
                </a:lnTo>
                <a:lnTo>
                  <a:pt x="336681" y="187255"/>
                </a:lnTo>
                <a:cubicBezTo>
                  <a:pt x="336681" y="127938"/>
                  <a:pt x="312045" y="127938"/>
                  <a:pt x="248698" y="127938"/>
                </a:cubicBezTo>
                <a:cubicBezTo>
                  <a:pt x="164234" y="127938"/>
                  <a:pt x="157196" y="145385"/>
                  <a:pt x="157196" y="177951"/>
                </a:cubicBezTo>
                <a:cubicBezTo>
                  <a:pt x="157196" y="224474"/>
                  <a:pt x="179485" y="225637"/>
                  <a:pt x="221716" y="229126"/>
                </a:cubicBezTo>
                <a:lnTo>
                  <a:pt x="286237" y="233778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40" name="Vrije vorm 39">
            <a:extLst>
              <a:ext uri="{FF2B5EF4-FFF2-40B4-BE49-F238E27FC236}">
                <a16:creationId xmlns:a16="http://schemas.microsoft.com/office/drawing/2014/main" id="{A4670C92-6900-6B4D-9D98-AF736767471F}"/>
              </a:ext>
            </a:extLst>
          </p:cNvPr>
          <p:cNvSpPr/>
          <p:nvPr userDrawn="1"/>
        </p:nvSpPr>
        <p:spPr>
          <a:xfrm>
            <a:off x="3605748" y="765175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41" name="Vrije vorm 40">
            <a:extLst>
              <a:ext uri="{FF2B5EF4-FFF2-40B4-BE49-F238E27FC236}">
                <a16:creationId xmlns:a16="http://schemas.microsoft.com/office/drawing/2014/main" id="{06894C10-CD9A-FA4B-8303-4691A4B93473}"/>
              </a:ext>
            </a:extLst>
          </p:cNvPr>
          <p:cNvSpPr/>
          <p:nvPr userDrawn="1"/>
        </p:nvSpPr>
        <p:spPr>
          <a:xfrm>
            <a:off x="3891985" y="765175"/>
            <a:ext cx="532588" cy="590843"/>
          </a:xfrm>
          <a:custGeom>
            <a:avLst/>
            <a:gdLst>
              <a:gd name="connsiteX0" fmla="*/ 0 w 532588"/>
              <a:gd name="connsiteY0" fmla="*/ 0 h 590843"/>
              <a:gd name="connsiteX1" fmla="*/ 296795 w 532588"/>
              <a:gd name="connsiteY1" fmla="*/ 0 h 590843"/>
              <a:gd name="connsiteX2" fmla="*/ 532589 w 532588"/>
              <a:gd name="connsiteY2" fmla="*/ 225637 h 590843"/>
              <a:gd name="connsiteX3" fmla="*/ 532589 w 532588"/>
              <a:gd name="connsiteY3" fmla="*/ 357065 h 590843"/>
              <a:gd name="connsiteX4" fmla="*/ 317911 w 532588"/>
              <a:gd name="connsiteY4" fmla="*/ 590843 h 590843"/>
              <a:gd name="connsiteX5" fmla="*/ 0 w 532588"/>
              <a:gd name="connsiteY5" fmla="*/ 590843 h 590843"/>
              <a:gd name="connsiteX6" fmla="*/ 0 w 532588"/>
              <a:gd name="connsiteY6" fmla="*/ 0 h 590843"/>
              <a:gd name="connsiteX7" fmla="*/ 156023 w 532588"/>
              <a:gd name="connsiteY7" fmla="*/ 455926 h 590843"/>
              <a:gd name="connsiteX8" fmla="*/ 293276 w 532588"/>
              <a:gd name="connsiteY8" fmla="*/ 455926 h 590843"/>
              <a:gd name="connsiteX9" fmla="*/ 371874 w 532588"/>
              <a:gd name="connsiteY9" fmla="*/ 357065 h 590843"/>
              <a:gd name="connsiteX10" fmla="*/ 371874 w 532588"/>
              <a:gd name="connsiteY10" fmla="*/ 225637 h 590843"/>
              <a:gd name="connsiteX11" fmla="*/ 293276 w 532588"/>
              <a:gd name="connsiteY11" fmla="*/ 134917 h 590843"/>
              <a:gd name="connsiteX12" fmla="*/ 156023 w 532588"/>
              <a:gd name="connsiteY12" fmla="*/ 134917 h 590843"/>
              <a:gd name="connsiteX13" fmla="*/ 156023 w 532588"/>
              <a:gd name="connsiteY13" fmla="*/ 455926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32588" h="590843">
                <a:moveTo>
                  <a:pt x="0" y="0"/>
                </a:moveTo>
                <a:lnTo>
                  <a:pt x="296795" y="0"/>
                </a:lnTo>
                <a:cubicBezTo>
                  <a:pt x="459857" y="0"/>
                  <a:pt x="532589" y="60480"/>
                  <a:pt x="532589" y="225637"/>
                </a:cubicBezTo>
                <a:lnTo>
                  <a:pt x="532589" y="357065"/>
                </a:lnTo>
                <a:cubicBezTo>
                  <a:pt x="532589" y="516406"/>
                  <a:pt x="480972" y="590843"/>
                  <a:pt x="317911" y="590843"/>
                </a:cubicBezTo>
                <a:lnTo>
                  <a:pt x="0" y="590843"/>
                </a:lnTo>
                <a:lnTo>
                  <a:pt x="0" y="0"/>
                </a:lnTo>
                <a:close/>
                <a:moveTo>
                  <a:pt x="156023" y="455926"/>
                </a:moveTo>
                <a:lnTo>
                  <a:pt x="293276" y="455926"/>
                </a:lnTo>
                <a:cubicBezTo>
                  <a:pt x="350758" y="455926"/>
                  <a:pt x="371874" y="417545"/>
                  <a:pt x="371874" y="357065"/>
                </a:cubicBezTo>
                <a:lnTo>
                  <a:pt x="371874" y="225637"/>
                </a:lnTo>
                <a:cubicBezTo>
                  <a:pt x="371874" y="150037"/>
                  <a:pt x="347239" y="134917"/>
                  <a:pt x="293276" y="134917"/>
                </a:cubicBezTo>
                <a:lnTo>
                  <a:pt x="156023" y="134917"/>
                </a:lnTo>
                <a:lnTo>
                  <a:pt x="156023" y="455926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42" name="Vrije vorm 41">
            <a:extLst>
              <a:ext uri="{FF2B5EF4-FFF2-40B4-BE49-F238E27FC236}">
                <a16:creationId xmlns:a16="http://schemas.microsoft.com/office/drawing/2014/main" id="{39E457BA-B404-904D-AA4C-53B5779F8191}"/>
              </a:ext>
            </a:extLst>
          </p:cNvPr>
          <p:cNvSpPr/>
          <p:nvPr userDrawn="1"/>
        </p:nvSpPr>
        <p:spPr>
          <a:xfrm>
            <a:off x="4548923" y="765175"/>
            <a:ext cx="428182" cy="590843"/>
          </a:xfrm>
          <a:custGeom>
            <a:avLst/>
            <a:gdLst>
              <a:gd name="connsiteX0" fmla="*/ 156023 w 428182"/>
              <a:gd name="connsiteY0" fmla="*/ 238431 h 590843"/>
              <a:gd name="connsiteX1" fmla="*/ 405894 w 428182"/>
              <a:gd name="connsiteY1" fmla="*/ 238431 h 590843"/>
              <a:gd name="connsiteX2" fmla="*/ 405894 w 428182"/>
              <a:gd name="connsiteY2" fmla="*/ 346597 h 590843"/>
              <a:gd name="connsiteX3" fmla="*/ 156023 w 428182"/>
              <a:gd name="connsiteY3" fmla="*/ 346597 h 590843"/>
              <a:gd name="connsiteX4" fmla="*/ 156023 w 428182"/>
              <a:gd name="connsiteY4" fmla="*/ 464068 h 590843"/>
              <a:gd name="connsiteX5" fmla="*/ 428183 w 428182"/>
              <a:gd name="connsiteY5" fmla="*/ 464068 h 590843"/>
              <a:gd name="connsiteX6" fmla="*/ 428183 w 428182"/>
              <a:gd name="connsiteY6" fmla="*/ 590843 h 590843"/>
              <a:gd name="connsiteX7" fmla="*/ 0 w 428182"/>
              <a:gd name="connsiteY7" fmla="*/ 590843 h 590843"/>
              <a:gd name="connsiteX8" fmla="*/ 0 w 428182"/>
              <a:gd name="connsiteY8" fmla="*/ 0 h 590843"/>
              <a:gd name="connsiteX9" fmla="*/ 428183 w 428182"/>
              <a:gd name="connsiteY9" fmla="*/ 0 h 590843"/>
              <a:gd name="connsiteX10" fmla="*/ 428183 w 428182"/>
              <a:gd name="connsiteY10" fmla="*/ 126775 h 590843"/>
              <a:gd name="connsiteX11" fmla="*/ 156023 w 428182"/>
              <a:gd name="connsiteY11" fmla="*/ 126775 h 590843"/>
              <a:gd name="connsiteX12" fmla="*/ 156023 w 428182"/>
              <a:gd name="connsiteY12" fmla="*/ 238431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28182" h="590843">
                <a:moveTo>
                  <a:pt x="156023" y="238431"/>
                </a:moveTo>
                <a:lnTo>
                  <a:pt x="405894" y="238431"/>
                </a:lnTo>
                <a:lnTo>
                  <a:pt x="405894" y="346597"/>
                </a:lnTo>
                <a:lnTo>
                  <a:pt x="156023" y="346597"/>
                </a:lnTo>
                <a:lnTo>
                  <a:pt x="156023" y="464068"/>
                </a:lnTo>
                <a:lnTo>
                  <a:pt x="428183" y="464068"/>
                </a:lnTo>
                <a:lnTo>
                  <a:pt x="428183" y="590843"/>
                </a:lnTo>
                <a:lnTo>
                  <a:pt x="0" y="590843"/>
                </a:lnTo>
                <a:lnTo>
                  <a:pt x="0" y="0"/>
                </a:lnTo>
                <a:lnTo>
                  <a:pt x="428183" y="0"/>
                </a:lnTo>
                <a:lnTo>
                  <a:pt x="428183" y="126775"/>
                </a:lnTo>
                <a:lnTo>
                  <a:pt x="156023" y="126775"/>
                </a:lnTo>
                <a:lnTo>
                  <a:pt x="156023" y="238431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43" name="Graphic 23">
            <a:extLst>
              <a:ext uri="{FF2B5EF4-FFF2-40B4-BE49-F238E27FC236}">
                <a16:creationId xmlns:a16="http://schemas.microsoft.com/office/drawing/2014/main" id="{4F60EFD7-83D9-204F-AA69-9407F9459C23}"/>
              </a:ext>
            </a:extLst>
          </p:cNvPr>
          <p:cNvGrpSpPr/>
          <p:nvPr userDrawn="1"/>
        </p:nvGrpSpPr>
        <p:grpSpPr>
          <a:xfrm>
            <a:off x="750415" y="1469999"/>
            <a:ext cx="4231383" cy="173298"/>
            <a:chOff x="750415" y="1469999"/>
            <a:chExt cx="4231383" cy="173298"/>
          </a:xfrm>
          <a:solidFill>
            <a:schemeClr val="bg1"/>
          </a:solidFill>
        </p:grpSpPr>
        <p:sp>
          <p:nvSpPr>
            <p:cNvPr id="44" name="Vrije vorm 43">
              <a:extLst>
                <a:ext uri="{FF2B5EF4-FFF2-40B4-BE49-F238E27FC236}">
                  <a16:creationId xmlns:a16="http://schemas.microsoft.com/office/drawing/2014/main" id="{C9B770A0-E50F-D145-97BF-A3A20987F9A5}"/>
                </a:ext>
              </a:extLst>
            </p:cNvPr>
            <p:cNvSpPr/>
            <p:nvPr/>
          </p:nvSpPr>
          <p:spPr>
            <a:xfrm>
              <a:off x="75041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" name="Vrije vorm 44">
              <a:extLst>
                <a:ext uri="{FF2B5EF4-FFF2-40B4-BE49-F238E27FC236}">
                  <a16:creationId xmlns:a16="http://schemas.microsoft.com/office/drawing/2014/main" id="{433BB25F-8E0C-384D-9AC2-D6BFC5825B0E}"/>
                </a:ext>
              </a:extLst>
            </p:cNvPr>
            <p:cNvSpPr/>
            <p:nvPr/>
          </p:nvSpPr>
          <p:spPr>
            <a:xfrm>
              <a:off x="1038998" y="1472325"/>
              <a:ext cx="111444" cy="168646"/>
            </a:xfrm>
            <a:custGeom>
              <a:avLst/>
              <a:gdLst>
                <a:gd name="connsiteX0" fmla="*/ 0 w 111444"/>
                <a:gd name="connsiteY0" fmla="*/ 168646 h 168646"/>
                <a:gd name="connsiteX1" fmla="*/ 0 w 111444"/>
                <a:gd name="connsiteY1" fmla="*/ 0 h 168646"/>
                <a:gd name="connsiteX2" fmla="*/ 32847 w 111444"/>
                <a:gd name="connsiteY2" fmla="*/ 0 h 168646"/>
                <a:gd name="connsiteX3" fmla="*/ 32847 w 111444"/>
                <a:gd name="connsiteY3" fmla="*/ 67458 h 168646"/>
                <a:gd name="connsiteX4" fmla="*/ 78598 w 111444"/>
                <a:gd name="connsiteY4" fmla="*/ 67458 h 168646"/>
                <a:gd name="connsiteX5" fmla="*/ 78598 w 111444"/>
                <a:gd name="connsiteY5" fmla="*/ 0 h 168646"/>
                <a:gd name="connsiteX6" fmla="*/ 111445 w 111444"/>
                <a:gd name="connsiteY6" fmla="*/ 0 h 168646"/>
                <a:gd name="connsiteX7" fmla="*/ 111445 w 111444"/>
                <a:gd name="connsiteY7" fmla="*/ 168646 h 168646"/>
                <a:gd name="connsiteX8" fmla="*/ 78598 w 111444"/>
                <a:gd name="connsiteY8" fmla="*/ 168646 h 168646"/>
                <a:gd name="connsiteX9" fmla="*/ 78598 w 111444"/>
                <a:gd name="connsiteY9" fmla="*/ 95372 h 168646"/>
                <a:gd name="connsiteX10" fmla="*/ 32847 w 111444"/>
                <a:gd name="connsiteY10" fmla="*/ 95372 h 168646"/>
                <a:gd name="connsiteX11" fmla="*/ 32847 w 111444"/>
                <a:gd name="connsiteY11" fmla="*/ 168646 h 168646"/>
                <a:gd name="connsiteX12" fmla="*/ 0 w 111444"/>
                <a:gd name="connsiteY12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444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67458"/>
                  </a:lnTo>
                  <a:lnTo>
                    <a:pt x="78598" y="67458"/>
                  </a:lnTo>
                  <a:lnTo>
                    <a:pt x="78598" y="0"/>
                  </a:lnTo>
                  <a:lnTo>
                    <a:pt x="111445" y="0"/>
                  </a:lnTo>
                  <a:lnTo>
                    <a:pt x="111445" y="168646"/>
                  </a:lnTo>
                  <a:lnTo>
                    <a:pt x="78598" y="168646"/>
                  </a:lnTo>
                  <a:lnTo>
                    <a:pt x="78598" y="95372"/>
                  </a:lnTo>
                  <a:lnTo>
                    <a:pt x="32847" y="95372"/>
                  </a:lnTo>
                  <a:lnTo>
                    <a:pt x="32847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" name="Vrije vorm 45">
              <a:extLst>
                <a:ext uri="{FF2B5EF4-FFF2-40B4-BE49-F238E27FC236}">
                  <a16:creationId xmlns:a16="http://schemas.microsoft.com/office/drawing/2014/main" id="{11868BD3-CCB8-BC4F-9512-9FB2B2E898E8}"/>
                </a:ext>
              </a:extLst>
            </p:cNvPr>
            <p:cNvSpPr/>
            <p:nvPr/>
          </p:nvSpPr>
          <p:spPr>
            <a:xfrm>
              <a:off x="1340486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" name="Vrije vorm 46">
              <a:extLst>
                <a:ext uri="{FF2B5EF4-FFF2-40B4-BE49-F238E27FC236}">
                  <a16:creationId xmlns:a16="http://schemas.microsoft.com/office/drawing/2014/main" id="{CFFAD85E-EC58-B342-AADD-B58B72F0B3DE}"/>
                </a:ext>
              </a:extLst>
            </p:cNvPr>
            <p:cNvSpPr/>
            <p:nvPr/>
          </p:nvSpPr>
          <p:spPr>
            <a:xfrm>
              <a:off x="1836708" y="1469999"/>
              <a:ext cx="109098" cy="173298"/>
            </a:xfrm>
            <a:custGeom>
              <a:avLst/>
              <a:gdLst>
                <a:gd name="connsiteX0" fmla="*/ 77425 w 109098"/>
                <a:gd name="connsiteY0" fmla="*/ 48849 h 173298"/>
                <a:gd name="connsiteX1" fmla="*/ 53963 w 109098"/>
                <a:gd name="connsiteY1" fmla="*/ 26751 h 173298"/>
                <a:gd name="connsiteX2" fmla="*/ 36366 w 109098"/>
                <a:gd name="connsiteY2" fmla="*/ 45360 h 173298"/>
                <a:gd name="connsiteX3" fmla="*/ 109099 w 109098"/>
                <a:gd name="connsiteY3" fmla="*/ 125612 h 173298"/>
                <a:gd name="connsiteX4" fmla="*/ 55136 w 109098"/>
                <a:gd name="connsiteY4" fmla="*/ 173298 h 173298"/>
                <a:gd name="connsiteX5" fmla="*/ 0 w 109098"/>
                <a:gd name="connsiteY5" fmla="*/ 125612 h 173298"/>
                <a:gd name="connsiteX6" fmla="*/ 31674 w 109098"/>
                <a:gd name="connsiteY6" fmla="*/ 118634 h 173298"/>
                <a:gd name="connsiteX7" fmla="*/ 56309 w 109098"/>
                <a:gd name="connsiteY7" fmla="*/ 146548 h 173298"/>
                <a:gd name="connsiteX8" fmla="*/ 76252 w 109098"/>
                <a:gd name="connsiteY8" fmla="*/ 126775 h 173298"/>
                <a:gd name="connsiteX9" fmla="*/ 3519 w 109098"/>
                <a:gd name="connsiteY9" fmla="*/ 47686 h 173298"/>
                <a:gd name="connsiteX10" fmla="*/ 55136 w 109098"/>
                <a:gd name="connsiteY10" fmla="*/ 0 h 173298"/>
                <a:gd name="connsiteX11" fmla="*/ 107926 w 109098"/>
                <a:gd name="connsiteY11" fmla="*/ 40708 h 173298"/>
                <a:gd name="connsiteX12" fmla="*/ 77425 w 109098"/>
                <a:gd name="connsiteY12" fmla="*/ 48849 h 17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098" h="173298">
                  <a:moveTo>
                    <a:pt x="77425" y="48849"/>
                  </a:moveTo>
                  <a:cubicBezTo>
                    <a:pt x="71559" y="32566"/>
                    <a:pt x="64521" y="26751"/>
                    <a:pt x="53963" y="26751"/>
                  </a:cubicBezTo>
                  <a:cubicBezTo>
                    <a:pt x="42232" y="26751"/>
                    <a:pt x="36366" y="33729"/>
                    <a:pt x="36366" y="45360"/>
                  </a:cubicBezTo>
                  <a:cubicBezTo>
                    <a:pt x="36366" y="70948"/>
                    <a:pt x="109099" y="72111"/>
                    <a:pt x="109099" y="125612"/>
                  </a:cubicBezTo>
                  <a:cubicBezTo>
                    <a:pt x="109099" y="154689"/>
                    <a:pt x="89156" y="173298"/>
                    <a:pt x="55136" y="173298"/>
                  </a:cubicBezTo>
                  <a:cubicBezTo>
                    <a:pt x="29328" y="173298"/>
                    <a:pt x="8212" y="159342"/>
                    <a:pt x="0" y="125612"/>
                  </a:cubicBezTo>
                  <a:lnTo>
                    <a:pt x="31674" y="118634"/>
                  </a:lnTo>
                  <a:cubicBezTo>
                    <a:pt x="35193" y="138406"/>
                    <a:pt x="46924" y="146548"/>
                    <a:pt x="56309" y="146548"/>
                  </a:cubicBezTo>
                  <a:cubicBezTo>
                    <a:pt x="68040" y="146548"/>
                    <a:pt x="76252" y="139569"/>
                    <a:pt x="76252" y="126775"/>
                  </a:cubicBezTo>
                  <a:cubicBezTo>
                    <a:pt x="76252" y="95372"/>
                    <a:pt x="3519" y="94209"/>
                    <a:pt x="3519" y="47686"/>
                  </a:cubicBezTo>
                  <a:cubicBezTo>
                    <a:pt x="3519" y="18609"/>
                    <a:pt x="21116" y="0"/>
                    <a:pt x="55136" y="0"/>
                  </a:cubicBezTo>
                  <a:cubicBezTo>
                    <a:pt x="84463" y="0"/>
                    <a:pt x="102060" y="17446"/>
                    <a:pt x="107926" y="40708"/>
                  </a:cubicBezTo>
                  <a:lnTo>
                    <a:pt x="77425" y="48849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" name="Vrije vorm 47">
              <a:extLst>
                <a:ext uri="{FF2B5EF4-FFF2-40B4-BE49-F238E27FC236}">
                  <a16:creationId xmlns:a16="http://schemas.microsoft.com/office/drawing/2014/main" id="{D154CF63-D2D6-A34C-9E07-B78085B6B66D}"/>
                </a:ext>
              </a:extLst>
            </p:cNvPr>
            <p:cNvSpPr/>
            <p:nvPr/>
          </p:nvSpPr>
          <p:spPr>
            <a:xfrm>
              <a:off x="212294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" name="Vrije vorm 48">
              <a:extLst>
                <a:ext uri="{FF2B5EF4-FFF2-40B4-BE49-F238E27FC236}">
                  <a16:creationId xmlns:a16="http://schemas.microsoft.com/office/drawing/2014/main" id="{91A8FB44-CAE3-D040-A55A-FEC29E58CFC7}"/>
                </a:ext>
              </a:extLst>
            </p:cNvPr>
            <p:cNvSpPr/>
            <p:nvPr/>
          </p:nvSpPr>
          <p:spPr>
            <a:xfrm>
              <a:off x="241035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" name="Vrije vorm 49">
              <a:extLst>
                <a:ext uri="{FF2B5EF4-FFF2-40B4-BE49-F238E27FC236}">
                  <a16:creationId xmlns:a16="http://schemas.microsoft.com/office/drawing/2014/main" id="{707BE7FA-350C-414E-9107-A966D60E1AB4}"/>
                </a:ext>
              </a:extLst>
            </p:cNvPr>
            <p:cNvSpPr/>
            <p:nvPr/>
          </p:nvSpPr>
          <p:spPr>
            <a:xfrm>
              <a:off x="2687208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" name="Vrije vorm 50">
              <a:extLst>
                <a:ext uri="{FF2B5EF4-FFF2-40B4-BE49-F238E27FC236}">
                  <a16:creationId xmlns:a16="http://schemas.microsoft.com/office/drawing/2014/main" id="{84C14C98-9BD2-9B42-B1AF-B367AED950EC}"/>
                </a:ext>
              </a:extLst>
            </p:cNvPr>
            <p:cNvSpPr/>
            <p:nvPr/>
          </p:nvSpPr>
          <p:spPr>
            <a:xfrm>
              <a:off x="2964061" y="1472325"/>
              <a:ext cx="85636" cy="168646"/>
            </a:xfrm>
            <a:custGeom>
              <a:avLst/>
              <a:gdLst>
                <a:gd name="connsiteX0" fmla="*/ 0 w 85636"/>
                <a:gd name="connsiteY0" fmla="*/ 168646 h 168646"/>
                <a:gd name="connsiteX1" fmla="*/ 0 w 85636"/>
                <a:gd name="connsiteY1" fmla="*/ 0 h 168646"/>
                <a:gd name="connsiteX2" fmla="*/ 32847 w 85636"/>
                <a:gd name="connsiteY2" fmla="*/ 0 h 168646"/>
                <a:gd name="connsiteX3" fmla="*/ 32847 w 85636"/>
                <a:gd name="connsiteY3" fmla="*/ 139569 h 168646"/>
                <a:gd name="connsiteX4" fmla="*/ 85637 w 85636"/>
                <a:gd name="connsiteY4" fmla="*/ 139569 h 168646"/>
                <a:gd name="connsiteX5" fmla="*/ 85637 w 85636"/>
                <a:gd name="connsiteY5" fmla="*/ 167483 h 168646"/>
                <a:gd name="connsiteX6" fmla="*/ 0 w 85636"/>
                <a:gd name="connsiteY6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36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139569"/>
                  </a:lnTo>
                  <a:lnTo>
                    <a:pt x="85637" y="139569"/>
                  </a:lnTo>
                  <a:lnTo>
                    <a:pt x="85637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" name="Vrije vorm 51">
              <a:extLst>
                <a:ext uri="{FF2B5EF4-FFF2-40B4-BE49-F238E27FC236}">
                  <a16:creationId xmlns:a16="http://schemas.microsoft.com/office/drawing/2014/main" id="{AEA34619-1278-0747-B6E3-2D712E0D075D}"/>
                </a:ext>
              </a:extLst>
            </p:cNvPr>
            <p:cNvSpPr/>
            <p:nvPr/>
          </p:nvSpPr>
          <p:spPr>
            <a:xfrm>
              <a:off x="3453245" y="1472325"/>
              <a:ext cx="84463" cy="168646"/>
            </a:xfrm>
            <a:custGeom>
              <a:avLst/>
              <a:gdLst>
                <a:gd name="connsiteX0" fmla="*/ 0 w 84463"/>
                <a:gd name="connsiteY0" fmla="*/ 168646 h 168646"/>
                <a:gd name="connsiteX1" fmla="*/ 0 w 84463"/>
                <a:gd name="connsiteY1" fmla="*/ 0 h 168646"/>
                <a:gd name="connsiteX2" fmla="*/ 84463 w 84463"/>
                <a:gd name="connsiteY2" fmla="*/ 0 h 168646"/>
                <a:gd name="connsiteX3" fmla="*/ 84463 w 84463"/>
                <a:gd name="connsiteY3" fmla="*/ 27914 h 168646"/>
                <a:gd name="connsiteX4" fmla="*/ 31674 w 84463"/>
                <a:gd name="connsiteY4" fmla="*/ 27914 h 168646"/>
                <a:gd name="connsiteX5" fmla="*/ 31674 w 84463"/>
                <a:gd name="connsiteY5" fmla="*/ 66295 h 168646"/>
                <a:gd name="connsiteX6" fmla="*/ 72732 w 84463"/>
                <a:gd name="connsiteY6" fmla="*/ 66295 h 168646"/>
                <a:gd name="connsiteX7" fmla="*/ 72732 w 84463"/>
                <a:gd name="connsiteY7" fmla="*/ 95372 h 168646"/>
                <a:gd name="connsiteX8" fmla="*/ 31674 w 84463"/>
                <a:gd name="connsiteY8" fmla="*/ 95372 h 168646"/>
                <a:gd name="connsiteX9" fmla="*/ 31674 w 84463"/>
                <a:gd name="connsiteY9" fmla="*/ 168646 h 168646"/>
                <a:gd name="connsiteX10" fmla="*/ 0 w 84463"/>
                <a:gd name="connsiteY10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463" h="168646">
                  <a:moveTo>
                    <a:pt x="0" y="168646"/>
                  </a:moveTo>
                  <a:lnTo>
                    <a:pt x="0" y="0"/>
                  </a:lnTo>
                  <a:lnTo>
                    <a:pt x="84463" y="0"/>
                  </a:lnTo>
                  <a:lnTo>
                    <a:pt x="84463" y="27914"/>
                  </a:lnTo>
                  <a:lnTo>
                    <a:pt x="31674" y="27914"/>
                  </a:lnTo>
                  <a:lnTo>
                    <a:pt x="31674" y="66295"/>
                  </a:lnTo>
                  <a:lnTo>
                    <a:pt x="72732" y="66295"/>
                  </a:lnTo>
                  <a:lnTo>
                    <a:pt x="72732" y="95372"/>
                  </a:lnTo>
                  <a:lnTo>
                    <a:pt x="31674" y="95372"/>
                  </a:lnTo>
                  <a:lnTo>
                    <a:pt x="31674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" name="Vrije vorm 52">
              <a:extLst>
                <a:ext uri="{FF2B5EF4-FFF2-40B4-BE49-F238E27FC236}">
                  <a16:creationId xmlns:a16="http://schemas.microsoft.com/office/drawing/2014/main" id="{613B7759-BFC1-A145-ACAD-49FB0FA33B39}"/>
                </a:ext>
              </a:extLst>
            </p:cNvPr>
            <p:cNvSpPr/>
            <p:nvPr/>
          </p:nvSpPr>
          <p:spPr>
            <a:xfrm>
              <a:off x="3719539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" name="Vrije vorm 53">
              <a:extLst>
                <a:ext uri="{FF2B5EF4-FFF2-40B4-BE49-F238E27FC236}">
                  <a16:creationId xmlns:a16="http://schemas.microsoft.com/office/drawing/2014/main" id="{36EBA009-EA51-1D42-B068-D65CED5F7C26}"/>
                </a:ext>
              </a:extLst>
            </p:cNvPr>
            <p:cNvSpPr/>
            <p:nvPr/>
          </p:nvSpPr>
          <p:spPr>
            <a:xfrm>
              <a:off x="4010469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" name="Vrije vorm 54">
              <a:extLst>
                <a:ext uri="{FF2B5EF4-FFF2-40B4-BE49-F238E27FC236}">
                  <a16:creationId xmlns:a16="http://schemas.microsoft.com/office/drawing/2014/main" id="{F3DBA44C-7626-8140-85F3-5163B1FA778E}"/>
                </a:ext>
              </a:extLst>
            </p:cNvPr>
            <p:cNvSpPr/>
            <p:nvPr/>
          </p:nvSpPr>
          <p:spPr>
            <a:xfrm>
              <a:off x="4299052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6" name="Vrije vorm 55">
              <a:extLst>
                <a:ext uri="{FF2B5EF4-FFF2-40B4-BE49-F238E27FC236}">
                  <a16:creationId xmlns:a16="http://schemas.microsoft.com/office/drawing/2014/main" id="{6B8AB080-6923-7C4C-B93A-1F4524868B25}"/>
                </a:ext>
              </a:extLst>
            </p:cNvPr>
            <p:cNvSpPr/>
            <p:nvPr/>
          </p:nvSpPr>
          <p:spPr>
            <a:xfrm>
              <a:off x="4599367" y="1472325"/>
              <a:ext cx="110271" cy="168646"/>
            </a:xfrm>
            <a:custGeom>
              <a:avLst/>
              <a:gdLst>
                <a:gd name="connsiteX0" fmla="*/ 77425 w 110271"/>
                <a:gd name="connsiteY0" fmla="*/ 168646 h 168646"/>
                <a:gd name="connsiteX1" fmla="*/ 49270 w 110271"/>
                <a:gd name="connsiteY1" fmla="*/ 100025 h 168646"/>
                <a:gd name="connsiteX2" fmla="*/ 32847 w 110271"/>
                <a:gd name="connsiteY2" fmla="*/ 100025 h 168646"/>
                <a:gd name="connsiteX3" fmla="*/ 32847 w 110271"/>
                <a:gd name="connsiteY3" fmla="*/ 168646 h 168646"/>
                <a:gd name="connsiteX4" fmla="*/ 0 w 110271"/>
                <a:gd name="connsiteY4" fmla="*/ 168646 h 168646"/>
                <a:gd name="connsiteX5" fmla="*/ 0 w 110271"/>
                <a:gd name="connsiteY5" fmla="*/ 0 h 168646"/>
                <a:gd name="connsiteX6" fmla="*/ 46924 w 110271"/>
                <a:gd name="connsiteY6" fmla="*/ 0 h 168646"/>
                <a:gd name="connsiteX7" fmla="*/ 104406 w 110271"/>
                <a:gd name="connsiteY7" fmla="*/ 50012 h 168646"/>
                <a:gd name="connsiteX8" fmla="*/ 78598 w 110271"/>
                <a:gd name="connsiteY8" fmla="*/ 93046 h 168646"/>
                <a:gd name="connsiteX9" fmla="*/ 110272 w 110271"/>
                <a:gd name="connsiteY9" fmla="*/ 168646 h 168646"/>
                <a:gd name="connsiteX10" fmla="*/ 77425 w 110271"/>
                <a:gd name="connsiteY10" fmla="*/ 168646 h 168646"/>
                <a:gd name="connsiteX11" fmla="*/ 32847 w 110271"/>
                <a:gd name="connsiteY11" fmla="*/ 73274 h 168646"/>
                <a:gd name="connsiteX12" fmla="*/ 49270 w 110271"/>
                <a:gd name="connsiteY12" fmla="*/ 73274 h 168646"/>
                <a:gd name="connsiteX13" fmla="*/ 72732 w 110271"/>
                <a:gd name="connsiteY13" fmla="*/ 50012 h 168646"/>
                <a:gd name="connsiteX14" fmla="*/ 49270 w 110271"/>
                <a:gd name="connsiteY14" fmla="*/ 26751 h 168646"/>
                <a:gd name="connsiteX15" fmla="*/ 32847 w 110271"/>
                <a:gd name="connsiteY15" fmla="*/ 26751 h 168646"/>
                <a:gd name="connsiteX16" fmla="*/ 32847 w 110271"/>
                <a:gd name="connsiteY16" fmla="*/ 73274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271" h="168646">
                  <a:moveTo>
                    <a:pt x="77425" y="168646"/>
                  </a:moveTo>
                  <a:lnTo>
                    <a:pt x="49270" y="100025"/>
                  </a:lnTo>
                  <a:lnTo>
                    <a:pt x="32847" y="100025"/>
                  </a:lnTo>
                  <a:lnTo>
                    <a:pt x="32847" y="168646"/>
                  </a:lnTo>
                  <a:lnTo>
                    <a:pt x="0" y="168646"/>
                  </a:lnTo>
                  <a:lnTo>
                    <a:pt x="0" y="0"/>
                  </a:lnTo>
                  <a:lnTo>
                    <a:pt x="46924" y="0"/>
                  </a:lnTo>
                  <a:cubicBezTo>
                    <a:pt x="85636" y="0"/>
                    <a:pt x="104406" y="18609"/>
                    <a:pt x="104406" y="50012"/>
                  </a:cubicBezTo>
                  <a:cubicBezTo>
                    <a:pt x="104406" y="70948"/>
                    <a:pt x="97367" y="86068"/>
                    <a:pt x="78598" y="93046"/>
                  </a:cubicBezTo>
                  <a:lnTo>
                    <a:pt x="110272" y="168646"/>
                  </a:lnTo>
                  <a:lnTo>
                    <a:pt x="77425" y="168646"/>
                  </a:lnTo>
                  <a:close/>
                  <a:moveTo>
                    <a:pt x="32847" y="73274"/>
                  </a:moveTo>
                  <a:lnTo>
                    <a:pt x="49270" y="73274"/>
                  </a:lnTo>
                  <a:cubicBezTo>
                    <a:pt x="63348" y="73274"/>
                    <a:pt x="72732" y="66295"/>
                    <a:pt x="72732" y="50012"/>
                  </a:cubicBezTo>
                  <a:cubicBezTo>
                    <a:pt x="72732" y="33729"/>
                    <a:pt x="64521" y="26751"/>
                    <a:pt x="49270" y="26751"/>
                  </a:cubicBezTo>
                  <a:lnTo>
                    <a:pt x="32847" y="26751"/>
                  </a:lnTo>
                  <a:lnTo>
                    <a:pt x="32847" y="73274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7" name="Vrije vorm 56">
              <a:extLst>
                <a:ext uri="{FF2B5EF4-FFF2-40B4-BE49-F238E27FC236}">
                  <a16:creationId xmlns:a16="http://schemas.microsoft.com/office/drawing/2014/main" id="{D6F7A2C4-12F4-944E-9BD2-7EFAAD4DBB6D}"/>
                </a:ext>
              </a:extLst>
            </p:cNvPr>
            <p:cNvSpPr/>
            <p:nvPr/>
          </p:nvSpPr>
          <p:spPr>
            <a:xfrm>
              <a:off x="489029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pic>
        <p:nvPicPr>
          <p:cNvPr id="29" name="Afbeelding 28">
            <a:extLst>
              <a:ext uri="{FF2B5EF4-FFF2-40B4-BE49-F238E27FC236}">
                <a16:creationId xmlns:a16="http://schemas.microsoft.com/office/drawing/2014/main" id="{3E086D0E-29E4-254F-9391-1D0E8B303CC5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099271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9715" y="5279665"/>
            <a:ext cx="9717460" cy="522661"/>
          </a:xfrm>
        </p:spPr>
        <p:txBody>
          <a:bodyPr anchor="b">
            <a:noAutofit/>
          </a:bodyPr>
          <a:lstStyle>
            <a:lvl1pPr>
              <a:defRPr sz="3600"/>
            </a:lvl1pPr>
          </a:lstStyle>
          <a:p>
            <a:r>
              <a:rPr lang="nl-NL"/>
              <a:t>Presentation </a:t>
            </a:r>
            <a:r>
              <a:rPr lang="nl-NL" err="1"/>
              <a:t>Title</a:t>
            </a:r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533B953C-C203-AA46-AD43-0A3DBC55833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9715" y="5802326"/>
            <a:ext cx="2905539" cy="369332"/>
          </a:xfrm>
        </p:spPr>
        <p:txBody>
          <a:bodyPr wrap="none">
            <a:spAutoFit/>
          </a:bodyPr>
          <a:lstStyle/>
          <a:p>
            <a:pPr lvl="0"/>
            <a:r>
              <a:rPr lang="nl-NL"/>
              <a:t>PRESENTATION SUBTITLE</a:t>
            </a:r>
          </a:p>
        </p:txBody>
      </p:sp>
      <p:sp>
        <p:nvSpPr>
          <p:cNvPr id="8" name="Vrije vorm 7">
            <a:extLst>
              <a:ext uri="{FF2B5EF4-FFF2-40B4-BE49-F238E27FC236}">
                <a16:creationId xmlns:a16="http://schemas.microsoft.com/office/drawing/2014/main" id="{E181D78E-F26A-7343-A6B3-1BA740090DF1}"/>
              </a:ext>
            </a:extLst>
          </p:cNvPr>
          <p:cNvSpPr/>
          <p:nvPr userDrawn="1"/>
        </p:nvSpPr>
        <p:spPr>
          <a:xfrm>
            <a:off x="749242" y="1437433"/>
            <a:ext cx="4227864" cy="233778"/>
          </a:xfrm>
          <a:custGeom>
            <a:avLst/>
            <a:gdLst>
              <a:gd name="connsiteX0" fmla="*/ 0 w 4227864"/>
              <a:gd name="connsiteY0" fmla="*/ 0 h 233778"/>
              <a:gd name="connsiteX1" fmla="*/ 4227865 w 4227864"/>
              <a:gd name="connsiteY1" fmla="*/ 0 h 233778"/>
              <a:gd name="connsiteX2" fmla="*/ 4227865 w 4227864"/>
              <a:gd name="connsiteY2" fmla="*/ 233778 h 233778"/>
              <a:gd name="connsiteX3" fmla="*/ 0 w 4227864"/>
              <a:gd name="connsiteY3" fmla="*/ 233778 h 233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864" h="233778">
                <a:moveTo>
                  <a:pt x="0" y="0"/>
                </a:moveTo>
                <a:lnTo>
                  <a:pt x="4227865" y="0"/>
                </a:lnTo>
                <a:lnTo>
                  <a:pt x="4227865" y="233778"/>
                </a:lnTo>
                <a:lnTo>
                  <a:pt x="0" y="233778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9" name="Vrije vorm 8">
            <a:extLst>
              <a:ext uri="{FF2B5EF4-FFF2-40B4-BE49-F238E27FC236}">
                <a16:creationId xmlns:a16="http://schemas.microsoft.com/office/drawing/2014/main" id="{67496307-D6F1-8E42-BBC8-A9BA723FD1A4}"/>
              </a:ext>
            </a:extLst>
          </p:cNvPr>
          <p:cNvSpPr/>
          <p:nvPr userDrawn="1"/>
        </p:nvSpPr>
        <p:spPr>
          <a:xfrm>
            <a:off x="749242" y="765175"/>
            <a:ext cx="407066" cy="590843"/>
          </a:xfrm>
          <a:custGeom>
            <a:avLst/>
            <a:gdLst>
              <a:gd name="connsiteX0" fmla="*/ 407067 w 407066"/>
              <a:gd name="connsiteY0" fmla="*/ 0 h 590843"/>
              <a:gd name="connsiteX1" fmla="*/ 407067 w 407066"/>
              <a:gd name="connsiteY1" fmla="*/ 407077 h 590843"/>
              <a:gd name="connsiteX2" fmla="*/ 195908 w 407066"/>
              <a:gd name="connsiteY2" fmla="*/ 590843 h 590843"/>
              <a:gd name="connsiteX3" fmla="*/ 0 w 407066"/>
              <a:gd name="connsiteY3" fmla="*/ 390794 h 590843"/>
              <a:gd name="connsiteX4" fmla="*/ 0 w 407066"/>
              <a:gd name="connsiteY4" fmla="*/ 343108 h 590843"/>
              <a:gd name="connsiteX5" fmla="*/ 148984 w 407066"/>
              <a:gd name="connsiteY5" fmla="*/ 343108 h 590843"/>
              <a:gd name="connsiteX6" fmla="*/ 148984 w 407066"/>
              <a:gd name="connsiteY6" fmla="*/ 390794 h 590843"/>
              <a:gd name="connsiteX7" fmla="*/ 197081 w 407066"/>
              <a:gd name="connsiteY7" fmla="*/ 455926 h 590843"/>
              <a:gd name="connsiteX8" fmla="*/ 252217 w 407066"/>
              <a:gd name="connsiteY8" fmla="*/ 407077 h 590843"/>
              <a:gd name="connsiteX9" fmla="*/ 252217 w 407066"/>
              <a:gd name="connsiteY9" fmla="*/ 0 h 590843"/>
              <a:gd name="connsiteX10" fmla="*/ 407067 w 407066"/>
              <a:gd name="connsiteY10" fmla="*/ 0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7066" h="590843">
                <a:moveTo>
                  <a:pt x="407067" y="0"/>
                </a:moveTo>
                <a:lnTo>
                  <a:pt x="407067" y="407077"/>
                </a:lnTo>
                <a:cubicBezTo>
                  <a:pt x="407067" y="562929"/>
                  <a:pt x="360143" y="590843"/>
                  <a:pt x="195908" y="590843"/>
                </a:cubicBezTo>
                <a:cubicBezTo>
                  <a:pt x="34020" y="590843"/>
                  <a:pt x="0" y="552462"/>
                  <a:pt x="0" y="390794"/>
                </a:cubicBezTo>
                <a:lnTo>
                  <a:pt x="0" y="343108"/>
                </a:lnTo>
                <a:lnTo>
                  <a:pt x="148984" y="343108"/>
                </a:lnTo>
                <a:lnTo>
                  <a:pt x="148984" y="390794"/>
                </a:lnTo>
                <a:cubicBezTo>
                  <a:pt x="148984" y="438480"/>
                  <a:pt x="154850" y="455926"/>
                  <a:pt x="197081" y="455926"/>
                </a:cubicBezTo>
                <a:cubicBezTo>
                  <a:pt x="245179" y="455926"/>
                  <a:pt x="252217" y="443132"/>
                  <a:pt x="252217" y="407077"/>
                </a:cubicBezTo>
                <a:lnTo>
                  <a:pt x="252217" y="0"/>
                </a:lnTo>
                <a:lnTo>
                  <a:pt x="407067" y="0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0" name="Vrije vorm 9">
            <a:extLst>
              <a:ext uri="{FF2B5EF4-FFF2-40B4-BE49-F238E27FC236}">
                <a16:creationId xmlns:a16="http://schemas.microsoft.com/office/drawing/2014/main" id="{96F54EBD-D596-424B-8B8F-EA2FC3136C40}"/>
              </a:ext>
            </a:extLst>
          </p:cNvPr>
          <p:cNvSpPr/>
          <p:nvPr userDrawn="1"/>
        </p:nvSpPr>
        <p:spPr>
          <a:xfrm>
            <a:off x="1304119" y="765175"/>
            <a:ext cx="543146" cy="589708"/>
          </a:xfrm>
          <a:custGeom>
            <a:avLst/>
            <a:gdLst>
              <a:gd name="connsiteX0" fmla="*/ 0 w 543146"/>
              <a:gd name="connsiteY0" fmla="*/ 378000 h 589708"/>
              <a:gd name="connsiteX1" fmla="*/ 0 w 543146"/>
              <a:gd name="connsiteY1" fmla="*/ 212843 h 589708"/>
              <a:gd name="connsiteX2" fmla="*/ 270987 w 543146"/>
              <a:gd name="connsiteY2" fmla="*/ 0 h 589708"/>
              <a:gd name="connsiteX3" fmla="*/ 543147 w 543146"/>
              <a:gd name="connsiteY3" fmla="*/ 212843 h 589708"/>
              <a:gd name="connsiteX4" fmla="*/ 543147 w 543146"/>
              <a:gd name="connsiteY4" fmla="*/ 376837 h 589708"/>
              <a:gd name="connsiteX5" fmla="*/ 272160 w 543146"/>
              <a:gd name="connsiteY5" fmla="*/ 589680 h 589708"/>
              <a:gd name="connsiteX6" fmla="*/ 0 w 543146"/>
              <a:gd name="connsiteY6" fmla="*/ 378000 h 589708"/>
              <a:gd name="connsiteX7" fmla="*/ 381259 w 543146"/>
              <a:gd name="connsiteY7" fmla="*/ 360554 h 589708"/>
              <a:gd name="connsiteX8" fmla="*/ 381259 w 543146"/>
              <a:gd name="connsiteY8" fmla="*/ 229126 h 589708"/>
              <a:gd name="connsiteX9" fmla="*/ 270987 w 543146"/>
              <a:gd name="connsiteY9" fmla="*/ 134917 h 589708"/>
              <a:gd name="connsiteX10" fmla="*/ 160715 w 543146"/>
              <a:gd name="connsiteY10" fmla="*/ 229126 h 589708"/>
              <a:gd name="connsiteX11" fmla="*/ 160715 w 543146"/>
              <a:gd name="connsiteY11" fmla="*/ 360554 h 589708"/>
              <a:gd name="connsiteX12" fmla="*/ 270987 w 543146"/>
              <a:gd name="connsiteY12" fmla="*/ 455926 h 589708"/>
              <a:gd name="connsiteX13" fmla="*/ 381259 w 543146"/>
              <a:gd name="connsiteY13" fmla="*/ 360554 h 589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43146" h="589708">
                <a:moveTo>
                  <a:pt x="0" y="378000"/>
                </a:moveTo>
                <a:lnTo>
                  <a:pt x="0" y="212843"/>
                </a:lnTo>
                <a:cubicBezTo>
                  <a:pt x="0" y="33729"/>
                  <a:pt x="112618" y="0"/>
                  <a:pt x="270987" y="0"/>
                </a:cubicBezTo>
                <a:cubicBezTo>
                  <a:pt x="430529" y="0"/>
                  <a:pt x="543147" y="33729"/>
                  <a:pt x="543147" y="212843"/>
                </a:cubicBezTo>
                <a:lnTo>
                  <a:pt x="543147" y="376837"/>
                </a:lnTo>
                <a:cubicBezTo>
                  <a:pt x="543147" y="555951"/>
                  <a:pt x="430529" y="589680"/>
                  <a:pt x="272160" y="589680"/>
                </a:cubicBezTo>
                <a:cubicBezTo>
                  <a:pt x="112618" y="590843"/>
                  <a:pt x="0" y="557114"/>
                  <a:pt x="0" y="378000"/>
                </a:cubicBezTo>
                <a:close/>
                <a:moveTo>
                  <a:pt x="381259" y="360554"/>
                </a:moveTo>
                <a:lnTo>
                  <a:pt x="381259" y="229126"/>
                </a:lnTo>
                <a:cubicBezTo>
                  <a:pt x="381259" y="143058"/>
                  <a:pt x="351931" y="134917"/>
                  <a:pt x="270987" y="134917"/>
                </a:cubicBezTo>
                <a:cubicBezTo>
                  <a:pt x="190043" y="134917"/>
                  <a:pt x="163061" y="143058"/>
                  <a:pt x="160715" y="229126"/>
                </a:cubicBezTo>
                <a:lnTo>
                  <a:pt x="160715" y="360554"/>
                </a:lnTo>
                <a:cubicBezTo>
                  <a:pt x="163061" y="447785"/>
                  <a:pt x="190043" y="455926"/>
                  <a:pt x="270987" y="455926"/>
                </a:cubicBezTo>
                <a:cubicBezTo>
                  <a:pt x="351931" y="455926"/>
                  <a:pt x="381259" y="447785"/>
                  <a:pt x="381259" y="360554"/>
                </a:cubicBez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1" name="Vrije vorm 10">
            <a:extLst>
              <a:ext uri="{FF2B5EF4-FFF2-40B4-BE49-F238E27FC236}">
                <a16:creationId xmlns:a16="http://schemas.microsoft.com/office/drawing/2014/main" id="{503B7D72-7A6D-E344-820B-71A1F262386F}"/>
              </a:ext>
            </a:extLst>
          </p:cNvPr>
          <p:cNvSpPr/>
          <p:nvPr userDrawn="1"/>
        </p:nvSpPr>
        <p:spPr>
          <a:xfrm>
            <a:off x="1988039" y="765175"/>
            <a:ext cx="503261" cy="590843"/>
          </a:xfrm>
          <a:custGeom>
            <a:avLst/>
            <a:gdLst>
              <a:gd name="connsiteX0" fmla="*/ 0 w 503261"/>
              <a:gd name="connsiteY0" fmla="*/ 0 h 590843"/>
              <a:gd name="connsiteX1" fmla="*/ 301488 w 503261"/>
              <a:gd name="connsiteY1" fmla="*/ 0 h 590843"/>
              <a:gd name="connsiteX2" fmla="*/ 503261 w 503261"/>
              <a:gd name="connsiteY2" fmla="*/ 175625 h 590843"/>
              <a:gd name="connsiteX3" fmla="*/ 391817 w 503261"/>
              <a:gd name="connsiteY3" fmla="*/ 354738 h 590843"/>
              <a:gd name="connsiteX4" fmla="*/ 391817 w 503261"/>
              <a:gd name="connsiteY4" fmla="*/ 360554 h 590843"/>
              <a:gd name="connsiteX5" fmla="*/ 497396 w 503261"/>
              <a:gd name="connsiteY5" fmla="*/ 464068 h 590843"/>
              <a:gd name="connsiteX6" fmla="*/ 497396 w 503261"/>
              <a:gd name="connsiteY6" fmla="*/ 590843 h 590843"/>
              <a:gd name="connsiteX7" fmla="*/ 341373 w 503261"/>
              <a:gd name="connsiteY7" fmla="*/ 590843 h 590843"/>
              <a:gd name="connsiteX8" fmla="*/ 341373 w 503261"/>
              <a:gd name="connsiteY8" fmla="*/ 500123 h 590843"/>
              <a:gd name="connsiteX9" fmla="*/ 276852 w 503261"/>
              <a:gd name="connsiteY9" fmla="*/ 426849 h 590843"/>
              <a:gd name="connsiteX10" fmla="*/ 156023 w 503261"/>
              <a:gd name="connsiteY10" fmla="*/ 426849 h 590843"/>
              <a:gd name="connsiteX11" fmla="*/ 156023 w 503261"/>
              <a:gd name="connsiteY11" fmla="*/ 590843 h 590843"/>
              <a:gd name="connsiteX12" fmla="*/ 0 w 503261"/>
              <a:gd name="connsiteY12" fmla="*/ 590843 h 590843"/>
              <a:gd name="connsiteX13" fmla="*/ 0 w 503261"/>
              <a:gd name="connsiteY13" fmla="*/ 0 h 590843"/>
              <a:gd name="connsiteX14" fmla="*/ 276852 w 503261"/>
              <a:gd name="connsiteY14" fmla="*/ 291932 h 590843"/>
              <a:gd name="connsiteX15" fmla="*/ 341373 w 503261"/>
              <a:gd name="connsiteY15" fmla="*/ 201212 h 590843"/>
              <a:gd name="connsiteX16" fmla="*/ 276852 w 503261"/>
              <a:gd name="connsiteY16" fmla="*/ 134917 h 590843"/>
              <a:gd name="connsiteX17" fmla="*/ 156023 w 503261"/>
              <a:gd name="connsiteY17" fmla="*/ 134917 h 590843"/>
              <a:gd name="connsiteX18" fmla="*/ 156023 w 503261"/>
              <a:gd name="connsiteY18" fmla="*/ 291932 h 590843"/>
              <a:gd name="connsiteX19" fmla="*/ 276852 w 503261"/>
              <a:gd name="connsiteY19" fmla="*/ 291932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503261" h="590843">
                <a:moveTo>
                  <a:pt x="0" y="0"/>
                </a:moveTo>
                <a:lnTo>
                  <a:pt x="301488" y="0"/>
                </a:lnTo>
                <a:cubicBezTo>
                  <a:pt x="436395" y="2326"/>
                  <a:pt x="503261" y="31403"/>
                  <a:pt x="503261" y="175625"/>
                </a:cubicBezTo>
                <a:cubicBezTo>
                  <a:pt x="503261" y="272160"/>
                  <a:pt x="503261" y="329151"/>
                  <a:pt x="391817" y="354738"/>
                </a:cubicBezTo>
                <a:lnTo>
                  <a:pt x="391817" y="360554"/>
                </a:lnTo>
                <a:cubicBezTo>
                  <a:pt x="456337" y="362880"/>
                  <a:pt x="497396" y="397772"/>
                  <a:pt x="497396" y="464068"/>
                </a:cubicBezTo>
                <a:lnTo>
                  <a:pt x="497396" y="590843"/>
                </a:lnTo>
                <a:lnTo>
                  <a:pt x="341373" y="590843"/>
                </a:lnTo>
                <a:lnTo>
                  <a:pt x="341373" y="500123"/>
                </a:lnTo>
                <a:cubicBezTo>
                  <a:pt x="342546" y="457089"/>
                  <a:pt x="323777" y="426849"/>
                  <a:pt x="276852" y="426849"/>
                </a:cubicBezTo>
                <a:lnTo>
                  <a:pt x="156023" y="426849"/>
                </a:lnTo>
                <a:lnTo>
                  <a:pt x="156023" y="590843"/>
                </a:lnTo>
                <a:lnTo>
                  <a:pt x="0" y="590843"/>
                </a:lnTo>
                <a:lnTo>
                  <a:pt x="0" y="0"/>
                </a:lnTo>
                <a:close/>
                <a:moveTo>
                  <a:pt x="276852" y="291932"/>
                </a:moveTo>
                <a:cubicBezTo>
                  <a:pt x="343719" y="291932"/>
                  <a:pt x="341373" y="267508"/>
                  <a:pt x="341373" y="201212"/>
                </a:cubicBezTo>
                <a:cubicBezTo>
                  <a:pt x="341373" y="148874"/>
                  <a:pt x="328469" y="134917"/>
                  <a:pt x="276852" y="134917"/>
                </a:cubicBezTo>
                <a:lnTo>
                  <a:pt x="156023" y="134917"/>
                </a:lnTo>
                <a:lnTo>
                  <a:pt x="156023" y="291932"/>
                </a:lnTo>
                <a:lnTo>
                  <a:pt x="276852" y="291932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2" name="Vrije vorm 11">
            <a:extLst>
              <a:ext uri="{FF2B5EF4-FFF2-40B4-BE49-F238E27FC236}">
                <a16:creationId xmlns:a16="http://schemas.microsoft.com/office/drawing/2014/main" id="{D86CA4FB-97E6-D84B-97DC-651C482528D5}"/>
              </a:ext>
            </a:extLst>
          </p:cNvPr>
          <p:cNvSpPr/>
          <p:nvPr userDrawn="1"/>
        </p:nvSpPr>
        <p:spPr>
          <a:xfrm>
            <a:off x="2642630" y="765175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Vrije vorm 12">
            <a:extLst>
              <a:ext uri="{FF2B5EF4-FFF2-40B4-BE49-F238E27FC236}">
                <a16:creationId xmlns:a16="http://schemas.microsoft.com/office/drawing/2014/main" id="{151BCAC8-BD50-DB4F-B099-A3749B816B67}"/>
              </a:ext>
            </a:extLst>
          </p:cNvPr>
          <p:cNvSpPr/>
          <p:nvPr userDrawn="1"/>
        </p:nvSpPr>
        <p:spPr>
          <a:xfrm>
            <a:off x="2946464" y="764011"/>
            <a:ext cx="503263" cy="592006"/>
          </a:xfrm>
          <a:custGeom>
            <a:avLst/>
            <a:gdLst>
              <a:gd name="connsiteX0" fmla="*/ 286237 w 503263"/>
              <a:gd name="connsiteY0" fmla="*/ 233778 h 592006"/>
              <a:gd name="connsiteX1" fmla="*/ 503261 w 503263"/>
              <a:gd name="connsiteY1" fmla="*/ 401262 h 592006"/>
              <a:gd name="connsiteX2" fmla="*/ 248698 w 503263"/>
              <a:gd name="connsiteY2" fmla="*/ 592006 h 592006"/>
              <a:gd name="connsiteX3" fmla="*/ 0 w 503263"/>
              <a:gd name="connsiteY3" fmla="*/ 397772 h 592006"/>
              <a:gd name="connsiteX4" fmla="*/ 150157 w 503263"/>
              <a:gd name="connsiteY4" fmla="*/ 397772 h 592006"/>
              <a:gd name="connsiteX5" fmla="*/ 248698 w 503263"/>
              <a:gd name="connsiteY5" fmla="*/ 464068 h 592006"/>
              <a:gd name="connsiteX6" fmla="*/ 346065 w 503263"/>
              <a:gd name="connsiteY6" fmla="*/ 410566 h 592006"/>
              <a:gd name="connsiteX7" fmla="*/ 263948 w 503263"/>
              <a:gd name="connsiteY7" fmla="*/ 355902 h 592006"/>
              <a:gd name="connsiteX8" fmla="*/ 229928 w 503263"/>
              <a:gd name="connsiteY8" fmla="*/ 353575 h 592006"/>
              <a:gd name="connsiteX9" fmla="*/ 1173 w 503263"/>
              <a:gd name="connsiteY9" fmla="*/ 177951 h 592006"/>
              <a:gd name="connsiteX10" fmla="*/ 248698 w 503263"/>
              <a:gd name="connsiteY10" fmla="*/ 0 h 592006"/>
              <a:gd name="connsiteX11" fmla="*/ 486838 w 503263"/>
              <a:gd name="connsiteY11" fmla="*/ 162831 h 592006"/>
              <a:gd name="connsiteX12" fmla="*/ 486838 w 503263"/>
              <a:gd name="connsiteY12" fmla="*/ 187255 h 592006"/>
              <a:gd name="connsiteX13" fmla="*/ 336681 w 503263"/>
              <a:gd name="connsiteY13" fmla="*/ 187255 h 592006"/>
              <a:gd name="connsiteX14" fmla="*/ 248698 w 503263"/>
              <a:gd name="connsiteY14" fmla="*/ 127938 h 592006"/>
              <a:gd name="connsiteX15" fmla="*/ 157196 w 503263"/>
              <a:gd name="connsiteY15" fmla="*/ 177951 h 592006"/>
              <a:gd name="connsiteX16" fmla="*/ 221716 w 503263"/>
              <a:gd name="connsiteY16" fmla="*/ 229126 h 592006"/>
              <a:gd name="connsiteX17" fmla="*/ 286237 w 503263"/>
              <a:gd name="connsiteY17" fmla="*/ 233778 h 592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03263" h="592006">
                <a:moveTo>
                  <a:pt x="286237" y="233778"/>
                </a:moveTo>
                <a:cubicBezTo>
                  <a:pt x="459856" y="246572"/>
                  <a:pt x="503261" y="267508"/>
                  <a:pt x="503261" y="401262"/>
                </a:cubicBezTo>
                <a:cubicBezTo>
                  <a:pt x="503261" y="497797"/>
                  <a:pt x="506781" y="592006"/>
                  <a:pt x="248698" y="592006"/>
                </a:cubicBezTo>
                <a:cubicBezTo>
                  <a:pt x="99714" y="592006"/>
                  <a:pt x="0" y="588517"/>
                  <a:pt x="0" y="397772"/>
                </a:cubicBezTo>
                <a:lnTo>
                  <a:pt x="150157" y="397772"/>
                </a:lnTo>
                <a:cubicBezTo>
                  <a:pt x="150157" y="458252"/>
                  <a:pt x="172446" y="464068"/>
                  <a:pt x="248698" y="464068"/>
                </a:cubicBezTo>
                <a:cubicBezTo>
                  <a:pt x="322603" y="464068"/>
                  <a:pt x="346065" y="459415"/>
                  <a:pt x="346065" y="410566"/>
                </a:cubicBezTo>
                <a:cubicBezTo>
                  <a:pt x="346065" y="360554"/>
                  <a:pt x="337854" y="360554"/>
                  <a:pt x="263948" y="355902"/>
                </a:cubicBezTo>
                <a:lnTo>
                  <a:pt x="229928" y="353575"/>
                </a:lnTo>
                <a:cubicBezTo>
                  <a:pt x="85637" y="343108"/>
                  <a:pt x="1173" y="344271"/>
                  <a:pt x="1173" y="177951"/>
                </a:cubicBezTo>
                <a:cubicBezTo>
                  <a:pt x="1173" y="11631"/>
                  <a:pt x="96194" y="0"/>
                  <a:pt x="248698" y="0"/>
                </a:cubicBezTo>
                <a:cubicBezTo>
                  <a:pt x="376566" y="0"/>
                  <a:pt x="486838" y="2326"/>
                  <a:pt x="486838" y="162831"/>
                </a:cubicBezTo>
                <a:lnTo>
                  <a:pt x="486838" y="187255"/>
                </a:lnTo>
                <a:lnTo>
                  <a:pt x="336681" y="187255"/>
                </a:lnTo>
                <a:cubicBezTo>
                  <a:pt x="336681" y="127938"/>
                  <a:pt x="312045" y="127938"/>
                  <a:pt x="248698" y="127938"/>
                </a:cubicBezTo>
                <a:cubicBezTo>
                  <a:pt x="164234" y="127938"/>
                  <a:pt x="157196" y="145385"/>
                  <a:pt x="157196" y="177951"/>
                </a:cubicBezTo>
                <a:cubicBezTo>
                  <a:pt x="157196" y="224474"/>
                  <a:pt x="179485" y="225637"/>
                  <a:pt x="221716" y="229126"/>
                </a:cubicBezTo>
                <a:lnTo>
                  <a:pt x="286237" y="233778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" name="Vrije vorm 13">
            <a:extLst>
              <a:ext uri="{FF2B5EF4-FFF2-40B4-BE49-F238E27FC236}">
                <a16:creationId xmlns:a16="http://schemas.microsoft.com/office/drawing/2014/main" id="{4768A9BE-11D6-5D4F-8B81-0885B6AEC0B4}"/>
              </a:ext>
            </a:extLst>
          </p:cNvPr>
          <p:cNvSpPr/>
          <p:nvPr userDrawn="1"/>
        </p:nvSpPr>
        <p:spPr>
          <a:xfrm>
            <a:off x="3605748" y="765175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96E1D767-95A1-184C-8FDC-04D0D50791C4}"/>
              </a:ext>
            </a:extLst>
          </p:cNvPr>
          <p:cNvSpPr/>
          <p:nvPr userDrawn="1"/>
        </p:nvSpPr>
        <p:spPr>
          <a:xfrm>
            <a:off x="3891985" y="765175"/>
            <a:ext cx="532588" cy="590843"/>
          </a:xfrm>
          <a:custGeom>
            <a:avLst/>
            <a:gdLst>
              <a:gd name="connsiteX0" fmla="*/ 0 w 532588"/>
              <a:gd name="connsiteY0" fmla="*/ 0 h 590843"/>
              <a:gd name="connsiteX1" fmla="*/ 296795 w 532588"/>
              <a:gd name="connsiteY1" fmla="*/ 0 h 590843"/>
              <a:gd name="connsiteX2" fmla="*/ 532589 w 532588"/>
              <a:gd name="connsiteY2" fmla="*/ 225637 h 590843"/>
              <a:gd name="connsiteX3" fmla="*/ 532589 w 532588"/>
              <a:gd name="connsiteY3" fmla="*/ 357065 h 590843"/>
              <a:gd name="connsiteX4" fmla="*/ 317911 w 532588"/>
              <a:gd name="connsiteY4" fmla="*/ 590843 h 590843"/>
              <a:gd name="connsiteX5" fmla="*/ 0 w 532588"/>
              <a:gd name="connsiteY5" fmla="*/ 590843 h 590843"/>
              <a:gd name="connsiteX6" fmla="*/ 0 w 532588"/>
              <a:gd name="connsiteY6" fmla="*/ 0 h 590843"/>
              <a:gd name="connsiteX7" fmla="*/ 156023 w 532588"/>
              <a:gd name="connsiteY7" fmla="*/ 455926 h 590843"/>
              <a:gd name="connsiteX8" fmla="*/ 293276 w 532588"/>
              <a:gd name="connsiteY8" fmla="*/ 455926 h 590843"/>
              <a:gd name="connsiteX9" fmla="*/ 371874 w 532588"/>
              <a:gd name="connsiteY9" fmla="*/ 357065 h 590843"/>
              <a:gd name="connsiteX10" fmla="*/ 371874 w 532588"/>
              <a:gd name="connsiteY10" fmla="*/ 225637 h 590843"/>
              <a:gd name="connsiteX11" fmla="*/ 293276 w 532588"/>
              <a:gd name="connsiteY11" fmla="*/ 134917 h 590843"/>
              <a:gd name="connsiteX12" fmla="*/ 156023 w 532588"/>
              <a:gd name="connsiteY12" fmla="*/ 134917 h 590843"/>
              <a:gd name="connsiteX13" fmla="*/ 156023 w 532588"/>
              <a:gd name="connsiteY13" fmla="*/ 455926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32588" h="590843">
                <a:moveTo>
                  <a:pt x="0" y="0"/>
                </a:moveTo>
                <a:lnTo>
                  <a:pt x="296795" y="0"/>
                </a:lnTo>
                <a:cubicBezTo>
                  <a:pt x="459857" y="0"/>
                  <a:pt x="532589" y="60480"/>
                  <a:pt x="532589" y="225637"/>
                </a:cubicBezTo>
                <a:lnTo>
                  <a:pt x="532589" y="357065"/>
                </a:lnTo>
                <a:cubicBezTo>
                  <a:pt x="532589" y="516406"/>
                  <a:pt x="480972" y="590843"/>
                  <a:pt x="317911" y="590843"/>
                </a:cubicBezTo>
                <a:lnTo>
                  <a:pt x="0" y="590843"/>
                </a:lnTo>
                <a:lnTo>
                  <a:pt x="0" y="0"/>
                </a:lnTo>
                <a:close/>
                <a:moveTo>
                  <a:pt x="156023" y="455926"/>
                </a:moveTo>
                <a:lnTo>
                  <a:pt x="293276" y="455926"/>
                </a:lnTo>
                <a:cubicBezTo>
                  <a:pt x="350758" y="455926"/>
                  <a:pt x="371874" y="417545"/>
                  <a:pt x="371874" y="357065"/>
                </a:cubicBezTo>
                <a:lnTo>
                  <a:pt x="371874" y="225637"/>
                </a:lnTo>
                <a:cubicBezTo>
                  <a:pt x="371874" y="150037"/>
                  <a:pt x="347239" y="134917"/>
                  <a:pt x="293276" y="134917"/>
                </a:cubicBezTo>
                <a:lnTo>
                  <a:pt x="156023" y="134917"/>
                </a:lnTo>
                <a:lnTo>
                  <a:pt x="156023" y="455926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Vrije vorm 15">
            <a:extLst>
              <a:ext uri="{FF2B5EF4-FFF2-40B4-BE49-F238E27FC236}">
                <a16:creationId xmlns:a16="http://schemas.microsoft.com/office/drawing/2014/main" id="{4871296E-4C43-4240-8E1B-35BD9177357A}"/>
              </a:ext>
            </a:extLst>
          </p:cNvPr>
          <p:cNvSpPr/>
          <p:nvPr userDrawn="1"/>
        </p:nvSpPr>
        <p:spPr>
          <a:xfrm>
            <a:off x="4548923" y="765175"/>
            <a:ext cx="428182" cy="590843"/>
          </a:xfrm>
          <a:custGeom>
            <a:avLst/>
            <a:gdLst>
              <a:gd name="connsiteX0" fmla="*/ 156023 w 428182"/>
              <a:gd name="connsiteY0" fmla="*/ 238431 h 590843"/>
              <a:gd name="connsiteX1" fmla="*/ 405894 w 428182"/>
              <a:gd name="connsiteY1" fmla="*/ 238431 h 590843"/>
              <a:gd name="connsiteX2" fmla="*/ 405894 w 428182"/>
              <a:gd name="connsiteY2" fmla="*/ 346597 h 590843"/>
              <a:gd name="connsiteX3" fmla="*/ 156023 w 428182"/>
              <a:gd name="connsiteY3" fmla="*/ 346597 h 590843"/>
              <a:gd name="connsiteX4" fmla="*/ 156023 w 428182"/>
              <a:gd name="connsiteY4" fmla="*/ 464068 h 590843"/>
              <a:gd name="connsiteX5" fmla="*/ 428183 w 428182"/>
              <a:gd name="connsiteY5" fmla="*/ 464068 h 590843"/>
              <a:gd name="connsiteX6" fmla="*/ 428183 w 428182"/>
              <a:gd name="connsiteY6" fmla="*/ 590843 h 590843"/>
              <a:gd name="connsiteX7" fmla="*/ 0 w 428182"/>
              <a:gd name="connsiteY7" fmla="*/ 590843 h 590843"/>
              <a:gd name="connsiteX8" fmla="*/ 0 w 428182"/>
              <a:gd name="connsiteY8" fmla="*/ 0 h 590843"/>
              <a:gd name="connsiteX9" fmla="*/ 428183 w 428182"/>
              <a:gd name="connsiteY9" fmla="*/ 0 h 590843"/>
              <a:gd name="connsiteX10" fmla="*/ 428183 w 428182"/>
              <a:gd name="connsiteY10" fmla="*/ 126775 h 590843"/>
              <a:gd name="connsiteX11" fmla="*/ 156023 w 428182"/>
              <a:gd name="connsiteY11" fmla="*/ 126775 h 590843"/>
              <a:gd name="connsiteX12" fmla="*/ 156023 w 428182"/>
              <a:gd name="connsiteY12" fmla="*/ 238431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28182" h="590843">
                <a:moveTo>
                  <a:pt x="156023" y="238431"/>
                </a:moveTo>
                <a:lnTo>
                  <a:pt x="405894" y="238431"/>
                </a:lnTo>
                <a:lnTo>
                  <a:pt x="405894" y="346597"/>
                </a:lnTo>
                <a:lnTo>
                  <a:pt x="156023" y="346597"/>
                </a:lnTo>
                <a:lnTo>
                  <a:pt x="156023" y="464068"/>
                </a:lnTo>
                <a:lnTo>
                  <a:pt x="428183" y="464068"/>
                </a:lnTo>
                <a:lnTo>
                  <a:pt x="428183" y="590843"/>
                </a:lnTo>
                <a:lnTo>
                  <a:pt x="0" y="590843"/>
                </a:lnTo>
                <a:lnTo>
                  <a:pt x="0" y="0"/>
                </a:lnTo>
                <a:lnTo>
                  <a:pt x="428183" y="0"/>
                </a:lnTo>
                <a:lnTo>
                  <a:pt x="428183" y="126775"/>
                </a:lnTo>
                <a:lnTo>
                  <a:pt x="156023" y="126775"/>
                </a:lnTo>
                <a:lnTo>
                  <a:pt x="156023" y="238431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8" name="Graphic 23">
            <a:extLst>
              <a:ext uri="{FF2B5EF4-FFF2-40B4-BE49-F238E27FC236}">
                <a16:creationId xmlns:a16="http://schemas.microsoft.com/office/drawing/2014/main" id="{CD172840-2469-694C-BD7C-1261A34E7789}"/>
              </a:ext>
            </a:extLst>
          </p:cNvPr>
          <p:cNvGrpSpPr/>
          <p:nvPr userDrawn="1"/>
        </p:nvGrpSpPr>
        <p:grpSpPr>
          <a:xfrm>
            <a:off x="750415" y="1469999"/>
            <a:ext cx="4231383" cy="173298"/>
            <a:chOff x="750415" y="1469999"/>
            <a:chExt cx="4231383" cy="173298"/>
          </a:xfrm>
          <a:solidFill>
            <a:schemeClr val="bg1"/>
          </a:solidFill>
        </p:grpSpPr>
        <p:sp>
          <p:nvSpPr>
            <p:cNvPr id="19" name="Vrije vorm 18">
              <a:extLst>
                <a:ext uri="{FF2B5EF4-FFF2-40B4-BE49-F238E27FC236}">
                  <a16:creationId xmlns:a16="http://schemas.microsoft.com/office/drawing/2014/main" id="{0BD831CA-8AE5-3B4B-9A49-347DC809B33A}"/>
                </a:ext>
              </a:extLst>
            </p:cNvPr>
            <p:cNvSpPr/>
            <p:nvPr/>
          </p:nvSpPr>
          <p:spPr>
            <a:xfrm>
              <a:off x="75041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0" name="Vrije vorm 19">
              <a:extLst>
                <a:ext uri="{FF2B5EF4-FFF2-40B4-BE49-F238E27FC236}">
                  <a16:creationId xmlns:a16="http://schemas.microsoft.com/office/drawing/2014/main" id="{3394E02E-D255-A843-B7E3-526EC7D47202}"/>
                </a:ext>
              </a:extLst>
            </p:cNvPr>
            <p:cNvSpPr/>
            <p:nvPr/>
          </p:nvSpPr>
          <p:spPr>
            <a:xfrm>
              <a:off x="1038998" y="1472325"/>
              <a:ext cx="111444" cy="168646"/>
            </a:xfrm>
            <a:custGeom>
              <a:avLst/>
              <a:gdLst>
                <a:gd name="connsiteX0" fmla="*/ 0 w 111444"/>
                <a:gd name="connsiteY0" fmla="*/ 168646 h 168646"/>
                <a:gd name="connsiteX1" fmla="*/ 0 w 111444"/>
                <a:gd name="connsiteY1" fmla="*/ 0 h 168646"/>
                <a:gd name="connsiteX2" fmla="*/ 32847 w 111444"/>
                <a:gd name="connsiteY2" fmla="*/ 0 h 168646"/>
                <a:gd name="connsiteX3" fmla="*/ 32847 w 111444"/>
                <a:gd name="connsiteY3" fmla="*/ 67458 h 168646"/>
                <a:gd name="connsiteX4" fmla="*/ 78598 w 111444"/>
                <a:gd name="connsiteY4" fmla="*/ 67458 h 168646"/>
                <a:gd name="connsiteX5" fmla="*/ 78598 w 111444"/>
                <a:gd name="connsiteY5" fmla="*/ 0 h 168646"/>
                <a:gd name="connsiteX6" fmla="*/ 111445 w 111444"/>
                <a:gd name="connsiteY6" fmla="*/ 0 h 168646"/>
                <a:gd name="connsiteX7" fmla="*/ 111445 w 111444"/>
                <a:gd name="connsiteY7" fmla="*/ 168646 h 168646"/>
                <a:gd name="connsiteX8" fmla="*/ 78598 w 111444"/>
                <a:gd name="connsiteY8" fmla="*/ 168646 h 168646"/>
                <a:gd name="connsiteX9" fmla="*/ 78598 w 111444"/>
                <a:gd name="connsiteY9" fmla="*/ 95372 h 168646"/>
                <a:gd name="connsiteX10" fmla="*/ 32847 w 111444"/>
                <a:gd name="connsiteY10" fmla="*/ 95372 h 168646"/>
                <a:gd name="connsiteX11" fmla="*/ 32847 w 111444"/>
                <a:gd name="connsiteY11" fmla="*/ 168646 h 168646"/>
                <a:gd name="connsiteX12" fmla="*/ 0 w 111444"/>
                <a:gd name="connsiteY12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444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67458"/>
                  </a:lnTo>
                  <a:lnTo>
                    <a:pt x="78598" y="67458"/>
                  </a:lnTo>
                  <a:lnTo>
                    <a:pt x="78598" y="0"/>
                  </a:lnTo>
                  <a:lnTo>
                    <a:pt x="111445" y="0"/>
                  </a:lnTo>
                  <a:lnTo>
                    <a:pt x="111445" y="168646"/>
                  </a:lnTo>
                  <a:lnTo>
                    <a:pt x="78598" y="168646"/>
                  </a:lnTo>
                  <a:lnTo>
                    <a:pt x="78598" y="95372"/>
                  </a:lnTo>
                  <a:lnTo>
                    <a:pt x="32847" y="95372"/>
                  </a:lnTo>
                  <a:lnTo>
                    <a:pt x="32847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" name="Vrije vorm 21">
              <a:extLst>
                <a:ext uri="{FF2B5EF4-FFF2-40B4-BE49-F238E27FC236}">
                  <a16:creationId xmlns:a16="http://schemas.microsoft.com/office/drawing/2014/main" id="{7CF35867-6FF2-1A40-964C-9067F767AE6B}"/>
                </a:ext>
              </a:extLst>
            </p:cNvPr>
            <p:cNvSpPr/>
            <p:nvPr/>
          </p:nvSpPr>
          <p:spPr>
            <a:xfrm>
              <a:off x="1340486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3" name="Vrije vorm 22">
              <a:extLst>
                <a:ext uri="{FF2B5EF4-FFF2-40B4-BE49-F238E27FC236}">
                  <a16:creationId xmlns:a16="http://schemas.microsoft.com/office/drawing/2014/main" id="{55265280-D2D8-9948-A03A-97B38DCF4719}"/>
                </a:ext>
              </a:extLst>
            </p:cNvPr>
            <p:cNvSpPr/>
            <p:nvPr/>
          </p:nvSpPr>
          <p:spPr>
            <a:xfrm>
              <a:off x="1836708" y="1469999"/>
              <a:ext cx="109098" cy="173298"/>
            </a:xfrm>
            <a:custGeom>
              <a:avLst/>
              <a:gdLst>
                <a:gd name="connsiteX0" fmla="*/ 77425 w 109098"/>
                <a:gd name="connsiteY0" fmla="*/ 48849 h 173298"/>
                <a:gd name="connsiteX1" fmla="*/ 53963 w 109098"/>
                <a:gd name="connsiteY1" fmla="*/ 26751 h 173298"/>
                <a:gd name="connsiteX2" fmla="*/ 36366 w 109098"/>
                <a:gd name="connsiteY2" fmla="*/ 45360 h 173298"/>
                <a:gd name="connsiteX3" fmla="*/ 109099 w 109098"/>
                <a:gd name="connsiteY3" fmla="*/ 125612 h 173298"/>
                <a:gd name="connsiteX4" fmla="*/ 55136 w 109098"/>
                <a:gd name="connsiteY4" fmla="*/ 173298 h 173298"/>
                <a:gd name="connsiteX5" fmla="*/ 0 w 109098"/>
                <a:gd name="connsiteY5" fmla="*/ 125612 h 173298"/>
                <a:gd name="connsiteX6" fmla="*/ 31674 w 109098"/>
                <a:gd name="connsiteY6" fmla="*/ 118634 h 173298"/>
                <a:gd name="connsiteX7" fmla="*/ 56309 w 109098"/>
                <a:gd name="connsiteY7" fmla="*/ 146548 h 173298"/>
                <a:gd name="connsiteX8" fmla="*/ 76252 w 109098"/>
                <a:gd name="connsiteY8" fmla="*/ 126775 h 173298"/>
                <a:gd name="connsiteX9" fmla="*/ 3519 w 109098"/>
                <a:gd name="connsiteY9" fmla="*/ 47686 h 173298"/>
                <a:gd name="connsiteX10" fmla="*/ 55136 w 109098"/>
                <a:gd name="connsiteY10" fmla="*/ 0 h 173298"/>
                <a:gd name="connsiteX11" fmla="*/ 107926 w 109098"/>
                <a:gd name="connsiteY11" fmla="*/ 40708 h 173298"/>
                <a:gd name="connsiteX12" fmla="*/ 77425 w 109098"/>
                <a:gd name="connsiteY12" fmla="*/ 48849 h 17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098" h="173298">
                  <a:moveTo>
                    <a:pt x="77425" y="48849"/>
                  </a:moveTo>
                  <a:cubicBezTo>
                    <a:pt x="71559" y="32566"/>
                    <a:pt x="64521" y="26751"/>
                    <a:pt x="53963" y="26751"/>
                  </a:cubicBezTo>
                  <a:cubicBezTo>
                    <a:pt x="42232" y="26751"/>
                    <a:pt x="36366" y="33729"/>
                    <a:pt x="36366" y="45360"/>
                  </a:cubicBezTo>
                  <a:cubicBezTo>
                    <a:pt x="36366" y="70948"/>
                    <a:pt x="109099" y="72111"/>
                    <a:pt x="109099" y="125612"/>
                  </a:cubicBezTo>
                  <a:cubicBezTo>
                    <a:pt x="109099" y="154689"/>
                    <a:pt x="89156" y="173298"/>
                    <a:pt x="55136" y="173298"/>
                  </a:cubicBezTo>
                  <a:cubicBezTo>
                    <a:pt x="29328" y="173298"/>
                    <a:pt x="8212" y="159342"/>
                    <a:pt x="0" y="125612"/>
                  </a:cubicBezTo>
                  <a:lnTo>
                    <a:pt x="31674" y="118634"/>
                  </a:lnTo>
                  <a:cubicBezTo>
                    <a:pt x="35193" y="138406"/>
                    <a:pt x="46924" y="146548"/>
                    <a:pt x="56309" y="146548"/>
                  </a:cubicBezTo>
                  <a:cubicBezTo>
                    <a:pt x="68040" y="146548"/>
                    <a:pt x="76252" y="139569"/>
                    <a:pt x="76252" y="126775"/>
                  </a:cubicBezTo>
                  <a:cubicBezTo>
                    <a:pt x="76252" y="95372"/>
                    <a:pt x="3519" y="94209"/>
                    <a:pt x="3519" y="47686"/>
                  </a:cubicBezTo>
                  <a:cubicBezTo>
                    <a:pt x="3519" y="18609"/>
                    <a:pt x="21116" y="0"/>
                    <a:pt x="55136" y="0"/>
                  </a:cubicBezTo>
                  <a:cubicBezTo>
                    <a:pt x="84463" y="0"/>
                    <a:pt x="102060" y="17446"/>
                    <a:pt x="107926" y="40708"/>
                  </a:cubicBezTo>
                  <a:lnTo>
                    <a:pt x="77425" y="48849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5" name="Vrije vorm 24">
              <a:extLst>
                <a:ext uri="{FF2B5EF4-FFF2-40B4-BE49-F238E27FC236}">
                  <a16:creationId xmlns:a16="http://schemas.microsoft.com/office/drawing/2014/main" id="{A5074AB3-32E6-0B43-9E61-A144DECD0211}"/>
                </a:ext>
              </a:extLst>
            </p:cNvPr>
            <p:cNvSpPr/>
            <p:nvPr/>
          </p:nvSpPr>
          <p:spPr>
            <a:xfrm>
              <a:off x="212294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6" name="Vrije vorm 25">
              <a:extLst>
                <a:ext uri="{FF2B5EF4-FFF2-40B4-BE49-F238E27FC236}">
                  <a16:creationId xmlns:a16="http://schemas.microsoft.com/office/drawing/2014/main" id="{04469F8E-3ED5-5144-9E9B-AD73D9C08F0A}"/>
                </a:ext>
              </a:extLst>
            </p:cNvPr>
            <p:cNvSpPr/>
            <p:nvPr/>
          </p:nvSpPr>
          <p:spPr>
            <a:xfrm>
              <a:off x="241035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7" name="Vrije vorm 26">
              <a:extLst>
                <a:ext uri="{FF2B5EF4-FFF2-40B4-BE49-F238E27FC236}">
                  <a16:creationId xmlns:a16="http://schemas.microsoft.com/office/drawing/2014/main" id="{0517D1F6-BB8A-B54E-9E86-5802DE982FEF}"/>
                </a:ext>
              </a:extLst>
            </p:cNvPr>
            <p:cNvSpPr/>
            <p:nvPr/>
          </p:nvSpPr>
          <p:spPr>
            <a:xfrm>
              <a:off x="2687208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46C76E74-5CEE-FD4D-95DE-E0CF0A4114A9}"/>
                </a:ext>
              </a:extLst>
            </p:cNvPr>
            <p:cNvSpPr/>
            <p:nvPr/>
          </p:nvSpPr>
          <p:spPr>
            <a:xfrm>
              <a:off x="2964061" y="1472325"/>
              <a:ext cx="85636" cy="168646"/>
            </a:xfrm>
            <a:custGeom>
              <a:avLst/>
              <a:gdLst>
                <a:gd name="connsiteX0" fmla="*/ 0 w 85636"/>
                <a:gd name="connsiteY0" fmla="*/ 168646 h 168646"/>
                <a:gd name="connsiteX1" fmla="*/ 0 w 85636"/>
                <a:gd name="connsiteY1" fmla="*/ 0 h 168646"/>
                <a:gd name="connsiteX2" fmla="*/ 32847 w 85636"/>
                <a:gd name="connsiteY2" fmla="*/ 0 h 168646"/>
                <a:gd name="connsiteX3" fmla="*/ 32847 w 85636"/>
                <a:gd name="connsiteY3" fmla="*/ 139569 h 168646"/>
                <a:gd name="connsiteX4" fmla="*/ 85637 w 85636"/>
                <a:gd name="connsiteY4" fmla="*/ 139569 h 168646"/>
                <a:gd name="connsiteX5" fmla="*/ 85637 w 85636"/>
                <a:gd name="connsiteY5" fmla="*/ 167483 h 168646"/>
                <a:gd name="connsiteX6" fmla="*/ 0 w 85636"/>
                <a:gd name="connsiteY6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36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139569"/>
                  </a:lnTo>
                  <a:lnTo>
                    <a:pt x="85637" y="139569"/>
                  </a:lnTo>
                  <a:lnTo>
                    <a:pt x="85637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56A56367-1E73-C44B-8ADE-149498179466}"/>
                </a:ext>
              </a:extLst>
            </p:cNvPr>
            <p:cNvSpPr/>
            <p:nvPr/>
          </p:nvSpPr>
          <p:spPr>
            <a:xfrm>
              <a:off x="3453245" y="1472325"/>
              <a:ext cx="84463" cy="168646"/>
            </a:xfrm>
            <a:custGeom>
              <a:avLst/>
              <a:gdLst>
                <a:gd name="connsiteX0" fmla="*/ 0 w 84463"/>
                <a:gd name="connsiteY0" fmla="*/ 168646 h 168646"/>
                <a:gd name="connsiteX1" fmla="*/ 0 w 84463"/>
                <a:gd name="connsiteY1" fmla="*/ 0 h 168646"/>
                <a:gd name="connsiteX2" fmla="*/ 84463 w 84463"/>
                <a:gd name="connsiteY2" fmla="*/ 0 h 168646"/>
                <a:gd name="connsiteX3" fmla="*/ 84463 w 84463"/>
                <a:gd name="connsiteY3" fmla="*/ 27914 h 168646"/>
                <a:gd name="connsiteX4" fmla="*/ 31674 w 84463"/>
                <a:gd name="connsiteY4" fmla="*/ 27914 h 168646"/>
                <a:gd name="connsiteX5" fmla="*/ 31674 w 84463"/>
                <a:gd name="connsiteY5" fmla="*/ 66295 h 168646"/>
                <a:gd name="connsiteX6" fmla="*/ 72732 w 84463"/>
                <a:gd name="connsiteY6" fmla="*/ 66295 h 168646"/>
                <a:gd name="connsiteX7" fmla="*/ 72732 w 84463"/>
                <a:gd name="connsiteY7" fmla="*/ 95372 h 168646"/>
                <a:gd name="connsiteX8" fmla="*/ 31674 w 84463"/>
                <a:gd name="connsiteY8" fmla="*/ 95372 h 168646"/>
                <a:gd name="connsiteX9" fmla="*/ 31674 w 84463"/>
                <a:gd name="connsiteY9" fmla="*/ 168646 h 168646"/>
                <a:gd name="connsiteX10" fmla="*/ 0 w 84463"/>
                <a:gd name="connsiteY10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463" h="168646">
                  <a:moveTo>
                    <a:pt x="0" y="168646"/>
                  </a:moveTo>
                  <a:lnTo>
                    <a:pt x="0" y="0"/>
                  </a:lnTo>
                  <a:lnTo>
                    <a:pt x="84463" y="0"/>
                  </a:lnTo>
                  <a:lnTo>
                    <a:pt x="84463" y="27914"/>
                  </a:lnTo>
                  <a:lnTo>
                    <a:pt x="31674" y="27914"/>
                  </a:lnTo>
                  <a:lnTo>
                    <a:pt x="31674" y="66295"/>
                  </a:lnTo>
                  <a:lnTo>
                    <a:pt x="72732" y="66295"/>
                  </a:lnTo>
                  <a:lnTo>
                    <a:pt x="72732" y="95372"/>
                  </a:lnTo>
                  <a:lnTo>
                    <a:pt x="31674" y="95372"/>
                  </a:lnTo>
                  <a:lnTo>
                    <a:pt x="31674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" name="Vrije vorm 29">
              <a:extLst>
                <a:ext uri="{FF2B5EF4-FFF2-40B4-BE49-F238E27FC236}">
                  <a16:creationId xmlns:a16="http://schemas.microsoft.com/office/drawing/2014/main" id="{1FB0AE8F-13A3-214D-B8D8-87C87DE3FAC0}"/>
                </a:ext>
              </a:extLst>
            </p:cNvPr>
            <p:cNvSpPr/>
            <p:nvPr/>
          </p:nvSpPr>
          <p:spPr>
            <a:xfrm>
              <a:off x="3719539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" name="Vrije vorm 30">
              <a:extLst>
                <a:ext uri="{FF2B5EF4-FFF2-40B4-BE49-F238E27FC236}">
                  <a16:creationId xmlns:a16="http://schemas.microsoft.com/office/drawing/2014/main" id="{6AF1EADA-9702-F84A-AA1C-E862E38D0A37}"/>
                </a:ext>
              </a:extLst>
            </p:cNvPr>
            <p:cNvSpPr/>
            <p:nvPr/>
          </p:nvSpPr>
          <p:spPr>
            <a:xfrm>
              <a:off x="4010469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" name="Vrije vorm 31">
              <a:extLst>
                <a:ext uri="{FF2B5EF4-FFF2-40B4-BE49-F238E27FC236}">
                  <a16:creationId xmlns:a16="http://schemas.microsoft.com/office/drawing/2014/main" id="{6B052F72-EC67-374D-BD80-2B0DA2F7458D}"/>
                </a:ext>
              </a:extLst>
            </p:cNvPr>
            <p:cNvSpPr/>
            <p:nvPr/>
          </p:nvSpPr>
          <p:spPr>
            <a:xfrm>
              <a:off x="4299052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" name="Vrije vorm 32">
              <a:extLst>
                <a:ext uri="{FF2B5EF4-FFF2-40B4-BE49-F238E27FC236}">
                  <a16:creationId xmlns:a16="http://schemas.microsoft.com/office/drawing/2014/main" id="{966DB015-023D-BA40-85D2-74C77541D1FF}"/>
                </a:ext>
              </a:extLst>
            </p:cNvPr>
            <p:cNvSpPr/>
            <p:nvPr/>
          </p:nvSpPr>
          <p:spPr>
            <a:xfrm>
              <a:off x="4599367" y="1472325"/>
              <a:ext cx="110271" cy="168646"/>
            </a:xfrm>
            <a:custGeom>
              <a:avLst/>
              <a:gdLst>
                <a:gd name="connsiteX0" fmla="*/ 77425 w 110271"/>
                <a:gd name="connsiteY0" fmla="*/ 168646 h 168646"/>
                <a:gd name="connsiteX1" fmla="*/ 49270 w 110271"/>
                <a:gd name="connsiteY1" fmla="*/ 100025 h 168646"/>
                <a:gd name="connsiteX2" fmla="*/ 32847 w 110271"/>
                <a:gd name="connsiteY2" fmla="*/ 100025 h 168646"/>
                <a:gd name="connsiteX3" fmla="*/ 32847 w 110271"/>
                <a:gd name="connsiteY3" fmla="*/ 168646 h 168646"/>
                <a:gd name="connsiteX4" fmla="*/ 0 w 110271"/>
                <a:gd name="connsiteY4" fmla="*/ 168646 h 168646"/>
                <a:gd name="connsiteX5" fmla="*/ 0 w 110271"/>
                <a:gd name="connsiteY5" fmla="*/ 0 h 168646"/>
                <a:gd name="connsiteX6" fmla="*/ 46924 w 110271"/>
                <a:gd name="connsiteY6" fmla="*/ 0 h 168646"/>
                <a:gd name="connsiteX7" fmla="*/ 104406 w 110271"/>
                <a:gd name="connsiteY7" fmla="*/ 50012 h 168646"/>
                <a:gd name="connsiteX8" fmla="*/ 78598 w 110271"/>
                <a:gd name="connsiteY8" fmla="*/ 93046 h 168646"/>
                <a:gd name="connsiteX9" fmla="*/ 110272 w 110271"/>
                <a:gd name="connsiteY9" fmla="*/ 168646 h 168646"/>
                <a:gd name="connsiteX10" fmla="*/ 77425 w 110271"/>
                <a:gd name="connsiteY10" fmla="*/ 168646 h 168646"/>
                <a:gd name="connsiteX11" fmla="*/ 32847 w 110271"/>
                <a:gd name="connsiteY11" fmla="*/ 73274 h 168646"/>
                <a:gd name="connsiteX12" fmla="*/ 49270 w 110271"/>
                <a:gd name="connsiteY12" fmla="*/ 73274 h 168646"/>
                <a:gd name="connsiteX13" fmla="*/ 72732 w 110271"/>
                <a:gd name="connsiteY13" fmla="*/ 50012 h 168646"/>
                <a:gd name="connsiteX14" fmla="*/ 49270 w 110271"/>
                <a:gd name="connsiteY14" fmla="*/ 26751 h 168646"/>
                <a:gd name="connsiteX15" fmla="*/ 32847 w 110271"/>
                <a:gd name="connsiteY15" fmla="*/ 26751 h 168646"/>
                <a:gd name="connsiteX16" fmla="*/ 32847 w 110271"/>
                <a:gd name="connsiteY16" fmla="*/ 73274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271" h="168646">
                  <a:moveTo>
                    <a:pt x="77425" y="168646"/>
                  </a:moveTo>
                  <a:lnTo>
                    <a:pt x="49270" y="100025"/>
                  </a:lnTo>
                  <a:lnTo>
                    <a:pt x="32847" y="100025"/>
                  </a:lnTo>
                  <a:lnTo>
                    <a:pt x="32847" y="168646"/>
                  </a:lnTo>
                  <a:lnTo>
                    <a:pt x="0" y="168646"/>
                  </a:lnTo>
                  <a:lnTo>
                    <a:pt x="0" y="0"/>
                  </a:lnTo>
                  <a:lnTo>
                    <a:pt x="46924" y="0"/>
                  </a:lnTo>
                  <a:cubicBezTo>
                    <a:pt x="85636" y="0"/>
                    <a:pt x="104406" y="18609"/>
                    <a:pt x="104406" y="50012"/>
                  </a:cubicBezTo>
                  <a:cubicBezTo>
                    <a:pt x="104406" y="70948"/>
                    <a:pt x="97367" y="86068"/>
                    <a:pt x="78598" y="93046"/>
                  </a:cubicBezTo>
                  <a:lnTo>
                    <a:pt x="110272" y="168646"/>
                  </a:lnTo>
                  <a:lnTo>
                    <a:pt x="77425" y="168646"/>
                  </a:lnTo>
                  <a:close/>
                  <a:moveTo>
                    <a:pt x="32847" y="73274"/>
                  </a:moveTo>
                  <a:lnTo>
                    <a:pt x="49270" y="73274"/>
                  </a:lnTo>
                  <a:cubicBezTo>
                    <a:pt x="63348" y="73274"/>
                    <a:pt x="72732" y="66295"/>
                    <a:pt x="72732" y="50012"/>
                  </a:cubicBezTo>
                  <a:cubicBezTo>
                    <a:pt x="72732" y="33729"/>
                    <a:pt x="64521" y="26751"/>
                    <a:pt x="49270" y="26751"/>
                  </a:cubicBezTo>
                  <a:lnTo>
                    <a:pt x="32847" y="26751"/>
                  </a:lnTo>
                  <a:lnTo>
                    <a:pt x="32847" y="73274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" name="Vrije vorm 33">
              <a:extLst>
                <a:ext uri="{FF2B5EF4-FFF2-40B4-BE49-F238E27FC236}">
                  <a16:creationId xmlns:a16="http://schemas.microsoft.com/office/drawing/2014/main" id="{4EA9C2A0-D1F3-564B-A596-66648DABFDDB}"/>
                </a:ext>
              </a:extLst>
            </p:cNvPr>
            <p:cNvSpPr/>
            <p:nvPr/>
          </p:nvSpPr>
          <p:spPr>
            <a:xfrm>
              <a:off x="489029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sp>
        <p:nvSpPr>
          <p:cNvPr id="35" name="Tijdelijke aanduiding voor afbeelding 42">
            <a:extLst>
              <a:ext uri="{FF2B5EF4-FFF2-40B4-BE49-F238E27FC236}">
                <a16:creationId xmlns:a16="http://schemas.microsoft.com/office/drawing/2014/main" id="{A3697F68-C058-6C49-82CF-141977F4520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4611757"/>
          </a:xfrm>
          <a:custGeom>
            <a:avLst/>
            <a:gdLst>
              <a:gd name="connsiteX0" fmla="*/ 744550 w 12192000"/>
              <a:gd name="connsiteY0" fmla="*/ 1438597 h 4611757"/>
              <a:gd name="connsiteX1" fmla="*/ 744550 w 12192000"/>
              <a:gd name="connsiteY1" fmla="*/ 1672375 h 4611757"/>
              <a:gd name="connsiteX2" fmla="*/ 4972415 w 12192000"/>
              <a:gd name="connsiteY2" fmla="*/ 1672375 h 4611757"/>
              <a:gd name="connsiteX3" fmla="*/ 4972415 w 12192000"/>
              <a:gd name="connsiteY3" fmla="*/ 1640972 h 4611757"/>
              <a:gd name="connsiteX4" fmla="*/ 4977107 w 12192000"/>
              <a:gd name="connsiteY4" fmla="*/ 1640972 h 4611757"/>
              <a:gd name="connsiteX5" fmla="*/ 4977107 w 12192000"/>
              <a:gd name="connsiteY5" fmla="*/ 1613058 h 4611757"/>
              <a:gd name="connsiteX6" fmla="*/ 4972415 w 12192000"/>
              <a:gd name="connsiteY6" fmla="*/ 1613058 h 4611757"/>
              <a:gd name="connsiteX7" fmla="*/ 4972415 w 12192000"/>
              <a:gd name="connsiteY7" fmla="*/ 1501403 h 4611757"/>
              <a:gd name="connsiteX8" fmla="*/ 4974760 w 12192000"/>
              <a:gd name="connsiteY8" fmla="*/ 1501403 h 4611757"/>
              <a:gd name="connsiteX9" fmla="*/ 4974760 w 12192000"/>
              <a:gd name="connsiteY9" fmla="*/ 1473489 h 4611757"/>
              <a:gd name="connsiteX10" fmla="*/ 4972415 w 12192000"/>
              <a:gd name="connsiteY10" fmla="*/ 1473489 h 4611757"/>
              <a:gd name="connsiteX11" fmla="*/ 4972415 w 12192000"/>
              <a:gd name="connsiteY11" fmla="*/ 1438597 h 4611757"/>
              <a:gd name="connsiteX12" fmla="*/ 4043317 w 12192000"/>
              <a:gd name="connsiteY12" fmla="*/ 901256 h 4611757"/>
              <a:gd name="connsiteX13" fmla="*/ 4180570 w 12192000"/>
              <a:gd name="connsiteY13" fmla="*/ 901256 h 4611757"/>
              <a:gd name="connsiteX14" fmla="*/ 4259169 w 12192000"/>
              <a:gd name="connsiteY14" fmla="*/ 991976 h 4611757"/>
              <a:gd name="connsiteX15" fmla="*/ 4259169 w 12192000"/>
              <a:gd name="connsiteY15" fmla="*/ 1123404 h 4611757"/>
              <a:gd name="connsiteX16" fmla="*/ 4180570 w 12192000"/>
              <a:gd name="connsiteY16" fmla="*/ 1222265 h 4611757"/>
              <a:gd name="connsiteX17" fmla="*/ 4043317 w 12192000"/>
              <a:gd name="connsiteY17" fmla="*/ 1222265 h 4611757"/>
              <a:gd name="connsiteX18" fmla="*/ 2139371 w 12192000"/>
              <a:gd name="connsiteY18" fmla="*/ 901256 h 4611757"/>
              <a:gd name="connsiteX19" fmla="*/ 2260200 w 12192000"/>
              <a:gd name="connsiteY19" fmla="*/ 901256 h 4611757"/>
              <a:gd name="connsiteX20" fmla="*/ 2324721 w 12192000"/>
              <a:gd name="connsiteY20" fmla="*/ 967551 h 4611757"/>
              <a:gd name="connsiteX21" fmla="*/ 2260200 w 12192000"/>
              <a:gd name="connsiteY21" fmla="*/ 1058271 h 4611757"/>
              <a:gd name="connsiteX22" fmla="*/ 2139371 w 12192000"/>
              <a:gd name="connsiteY22" fmla="*/ 1058271 h 4611757"/>
              <a:gd name="connsiteX23" fmla="*/ 1570415 w 12192000"/>
              <a:gd name="connsiteY23" fmla="*/ 901256 h 4611757"/>
              <a:gd name="connsiteX24" fmla="*/ 1680687 w 12192000"/>
              <a:gd name="connsiteY24" fmla="*/ 995465 h 4611757"/>
              <a:gd name="connsiteX25" fmla="*/ 1680687 w 12192000"/>
              <a:gd name="connsiteY25" fmla="*/ 1126893 h 4611757"/>
              <a:gd name="connsiteX26" fmla="*/ 1570415 w 12192000"/>
              <a:gd name="connsiteY26" fmla="*/ 1222265 h 4611757"/>
              <a:gd name="connsiteX27" fmla="*/ 1460143 w 12192000"/>
              <a:gd name="connsiteY27" fmla="*/ 1126893 h 4611757"/>
              <a:gd name="connsiteX28" fmla="*/ 1460143 w 12192000"/>
              <a:gd name="connsiteY28" fmla="*/ 995465 h 4611757"/>
              <a:gd name="connsiteX29" fmla="*/ 1570415 w 12192000"/>
              <a:gd name="connsiteY29" fmla="*/ 901256 h 4611757"/>
              <a:gd name="connsiteX30" fmla="*/ 4544233 w 12192000"/>
              <a:gd name="connsiteY30" fmla="*/ 766339 h 4611757"/>
              <a:gd name="connsiteX31" fmla="*/ 4544233 w 12192000"/>
              <a:gd name="connsiteY31" fmla="*/ 1357182 h 4611757"/>
              <a:gd name="connsiteX32" fmla="*/ 4972415 w 12192000"/>
              <a:gd name="connsiteY32" fmla="*/ 1357182 h 4611757"/>
              <a:gd name="connsiteX33" fmla="*/ 4972415 w 12192000"/>
              <a:gd name="connsiteY33" fmla="*/ 1230407 h 4611757"/>
              <a:gd name="connsiteX34" fmla="*/ 4700256 w 12192000"/>
              <a:gd name="connsiteY34" fmla="*/ 1230407 h 4611757"/>
              <a:gd name="connsiteX35" fmla="*/ 4700256 w 12192000"/>
              <a:gd name="connsiteY35" fmla="*/ 1112936 h 4611757"/>
              <a:gd name="connsiteX36" fmla="*/ 4950127 w 12192000"/>
              <a:gd name="connsiteY36" fmla="*/ 1112936 h 4611757"/>
              <a:gd name="connsiteX37" fmla="*/ 4950127 w 12192000"/>
              <a:gd name="connsiteY37" fmla="*/ 1004770 h 4611757"/>
              <a:gd name="connsiteX38" fmla="*/ 4700256 w 12192000"/>
              <a:gd name="connsiteY38" fmla="*/ 1004770 h 4611757"/>
              <a:gd name="connsiteX39" fmla="*/ 4700256 w 12192000"/>
              <a:gd name="connsiteY39" fmla="*/ 893114 h 4611757"/>
              <a:gd name="connsiteX40" fmla="*/ 4972415 w 12192000"/>
              <a:gd name="connsiteY40" fmla="*/ 893114 h 4611757"/>
              <a:gd name="connsiteX41" fmla="*/ 4972415 w 12192000"/>
              <a:gd name="connsiteY41" fmla="*/ 766339 h 4611757"/>
              <a:gd name="connsiteX42" fmla="*/ 3887294 w 12192000"/>
              <a:gd name="connsiteY42" fmla="*/ 766339 h 4611757"/>
              <a:gd name="connsiteX43" fmla="*/ 3887294 w 12192000"/>
              <a:gd name="connsiteY43" fmla="*/ 1357182 h 4611757"/>
              <a:gd name="connsiteX44" fmla="*/ 4205205 w 12192000"/>
              <a:gd name="connsiteY44" fmla="*/ 1357182 h 4611757"/>
              <a:gd name="connsiteX45" fmla="*/ 4419883 w 12192000"/>
              <a:gd name="connsiteY45" fmla="*/ 1123404 h 4611757"/>
              <a:gd name="connsiteX46" fmla="*/ 4419883 w 12192000"/>
              <a:gd name="connsiteY46" fmla="*/ 991976 h 4611757"/>
              <a:gd name="connsiteX47" fmla="*/ 4184089 w 12192000"/>
              <a:gd name="connsiteY47" fmla="*/ 766339 h 4611757"/>
              <a:gd name="connsiteX48" fmla="*/ 3601057 w 12192000"/>
              <a:gd name="connsiteY48" fmla="*/ 766339 h 4611757"/>
              <a:gd name="connsiteX49" fmla="*/ 3601057 w 12192000"/>
              <a:gd name="connsiteY49" fmla="*/ 1357182 h 4611757"/>
              <a:gd name="connsiteX50" fmla="*/ 3757080 w 12192000"/>
              <a:gd name="connsiteY50" fmla="*/ 1357182 h 4611757"/>
              <a:gd name="connsiteX51" fmla="*/ 3757080 w 12192000"/>
              <a:gd name="connsiteY51" fmla="*/ 766339 h 4611757"/>
              <a:gd name="connsiteX52" fmla="*/ 2637939 w 12192000"/>
              <a:gd name="connsiteY52" fmla="*/ 766339 h 4611757"/>
              <a:gd name="connsiteX53" fmla="*/ 2637939 w 12192000"/>
              <a:gd name="connsiteY53" fmla="*/ 1357182 h 4611757"/>
              <a:gd name="connsiteX54" fmla="*/ 2793962 w 12192000"/>
              <a:gd name="connsiteY54" fmla="*/ 1357182 h 4611757"/>
              <a:gd name="connsiteX55" fmla="*/ 2793962 w 12192000"/>
              <a:gd name="connsiteY55" fmla="*/ 766339 h 4611757"/>
              <a:gd name="connsiteX56" fmla="*/ 1983348 w 12192000"/>
              <a:gd name="connsiteY56" fmla="*/ 766339 h 4611757"/>
              <a:gd name="connsiteX57" fmla="*/ 1983348 w 12192000"/>
              <a:gd name="connsiteY57" fmla="*/ 1357182 h 4611757"/>
              <a:gd name="connsiteX58" fmla="*/ 2139371 w 12192000"/>
              <a:gd name="connsiteY58" fmla="*/ 1357182 h 4611757"/>
              <a:gd name="connsiteX59" fmla="*/ 2139371 w 12192000"/>
              <a:gd name="connsiteY59" fmla="*/ 1193188 h 4611757"/>
              <a:gd name="connsiteX60" fmla="*/ 2260200 w 12192000"/>
              <a:gd name="connsiteY60" fmla="*/ 1193188 h 4611757"/>
              <a:gd name="connsiteX61" fmla="*/ 2324721 w 12192000"/>
              <a:gd name="connsiteY61" fmla="*/ 1266462 h 4611757"/>
              <a:gd name="connsiteX62" fmla="*/ 2324721 w 12192000"/>
              <a:gd name="connsiteY62" fmla="*/ 1357182 h 4611757"/>
              <a:gd name="connsiteX63" fmla="*/ 2480744 w 12192000"/>
              <a:gd name="connsiteY63" fmla="*/ 1357182 h 4611757"/>
              <a:gd name="connsiteX64" fmla="*/ 2480744 w 12192000"/>
              <a:gd name="connsiteY64" fmla="*/ 1230407 h 4611757"/>
              <a:gd name="connsiteX65" fmla="*/ 2375165 w 12192000"/>
              <a:gd name="connsiteY65" fmla="*/ 1126893 h 4611757"/>
              <a:gd name="connsiteX66" fmla="*/ 2375165 w 12192000"/>
              <a:gd name="connsiteY66" fmla="*/ 1121077 h 4611757"/>
              <a:gd name="connsiteX67" fmla="*/ 2486609 w 12192000"/>
              <a:gd name="connsiteY67" fmla="*/ 941964 h 4611757"/>
              <a:gd name="connsiteX68" fmla="*/ 2284836 w 12192000"/>
              <a:gd name="connsiteY68" fmla="*/ 766339 h 4611757"/>
              <a:gd name="connsiteX69" fmla="*/ 1570415 w 12192000"/>
              <a:gd name="connsiteY69" fmla="*/ 766339 h 4611757"/>
              <a:gd name="connsiteX70" fmla="*/ 1299428 w 12192000"/>
              <a:gd name="connsiteY70" fmla="*/ 979182 h 4611757"/>
              <a:gd name="connsiteX71" fmla="*/ 1299428 w 12192000"/>
              <a:gd name="connsiteY71" fmla="*/ 1144339 h 4611757"/>
              <a:gd name="connsiteX72" fmla="*/ 1571588 w 12192000"/>
              <a:gd name="connsiteY72" fmla="*/ 1356019 h 4611757"/>
              <a:gd name="connsiteX73" fmla="*/ 1842575 w 12192000"/>
              <a:gd name="connsiteY73" fmla="*/ 1143176 h 4611757"/>
              <a:gd name="connsiteX74" fmla="*/ 1842575 w 12192000"/>
              <a:gd name="connsiteY74" fmla="*/ 979182 h 4611757"/>
              <a:gd name="connsiteX75" fmla="*/ 1570415 w 12192000"/>
              <a:gd name="connsiteY75" fmla="*/ 766339 h 4611757"/>
              <a:gd name="connsiteX76" fmla="*/ 996768 w 12192000"/>
              <a:gd name="connsiteY76" fmla="*/ 766339 h 4611757"/>
              <a:gd name="connsiteX77" fmla="*/ 996768 w 12192000"/>
              <a:gd name="connsiteY77" fmla="*/ 1173416 h 4611757"/>
              <a:gd name="connsiteX78" fmla="*/ 941632 w 12192000"/>
              <a:gd name="connsiteY78" fmla="*/ 1222265 h 4611757"/>
              <a:gd name="connsiteX79" fmla="*/ 893535 w 12192000"/>
              <a:gd name="connsiteY79" fmla="*/ 1157133 h 4611757"/>
              <a:gd name="connsiteX80" fmla="*/ 893535 w 12192000"/>
              <a:gd name="connsiteY80" fmla="*/ 1109447 h 4611757"/>
              <a:gd name="connsiteX81" fmla="*/ 744551 w 12192000"/>
              <a:gd name="connsiteY81" fmla="*/ 1109447 h 4611757"/>
              <a:gd name="connsiteX82" fmla="*/ 744551 w 12192000"/>
              <a:gd name="connsiteY82" fmla="*/ 1157133 h 4611757"/>
              <a:gd name="connsiteX83" fmla="*/ 940459 w 12192000"/>
              <a:gd name="connsiteY83" fmla="*/ 1357182 h 4611757"/>
              <a:gd name="connsiteX84" fmla="*/ 1151618 w 12192000"/>
              <a:gd name="connsiteY84" fmla="*/ 1173416 h 4611757"/>
              <a:gd name="connsiteX85" fmla="*/ 1151618 w 12192000"/>
              <a:gd name="connsiteY85" fmla="*/ 766339 h 4611757"/>
              <a:gd name="connsiteX86" fmla="*/ 3190471 w 12192000"/>
              <a:gd name="connsiteY86" fmla="*/ 765175 h 4611757"/>
              <a:gd name="connsiteX87" fmla="*/ 2942946 w 12192000"/>
              <a:gd name="connsiteY87" fmla="*/ 943126 h 4611757"/>
              <a:gd name="connsiteX88" fmla="*/ 3171701 w 12192000"/>
              <a:gd name="connsiteY88" fmla="*/ 1118750 h 4611757"/>
              <a:gd name="connsiteX89" fmla="*/ 3205721 w 12192000"/>
              <a:gd name="connsiteY89" fmla="*/ 1121077 h 4611757"/>
              <a:gd name="connsiteX90" fmla="*/ 3287838 w 12192000"/>
              <a:gd name="connsiteY90" fmla="*/ 1175741 h 4611757"/>
              <a:gd name="connsiteX91" fmla="*/ 3190471 w 12192000"/>
              <a:gd name="connsiteY91" fmla="*/ 1229243 h 4611757"/>
              <a:gd name="connsiteX92" fmla="*/ 3091930 w 12192000"/>
              <a:gd name="connsiteY92" fmla="*/ 1162947 h 4611757"/>
              <a:gd name="connsiteX93" fmla="*/ 2941773 w 12192000"/>
              <a:gd name="connsiteY93" fmla="*/ 1162947 h 4611757"/>
              <a:gd name="connsiteX94" fmla="*/ 3190471 w 12192000"/>
              <a:gd name="connsiteY94" fmla="*/ 1357181 h 4611757"/>
              <a:gd name="connsiteX95" fmla="*/ 3445034 w 12192000"/>
              <a:gd name="connsiteY95" fmla="*/ 1166437 h 4611757"/>
              <a:gd name="connsiteX96" fmla="*/ 3228010 w 12192000"/>
              <a:gd name="connsiteY96" fmla="*/ 998953 h 4611757"/>
              <a:gd name="connsiteX97" fmla="*/ 3163489 w 12192000"/>
              <a:gd name="connsiteY97" fmla="*/ 994301 h 4611757"/>
              <a:gd name="connsiteX98" fmla="*/ 3098969 w 12192000"/>
              <a:gd name="connsiteY98" fmla="*/ 943126 h 4611757"/>
              <a:gd name="connsiteX99" fmla="*/ 3190471 w 12192000"/>
              <a:gd name="connsiteY99" fmla="*/ 893113 h 4611757"/>
              <a:gd name="connsiteX100" fmla="*/ 3278454 w 12192000"/>
              <a:gd name="connsiteY100" fmla="*/ 952430 h 4611757"/>
              <a:gd name="connsiteX101" fmla="*/ 3428611 w 12192000"/>
              <a:gd name="connsiteY101" fmla="*/ 952430 h 4611757"/>
              <a:gd name="connsiteX102" fmla="*/ 3428611 w 12192000"/>
              <a:gd name="connsiteY102" fmla="*/ 928006 h 4611757"/>
              <a:gd name="connsiteX103" fmla="*/ 3190471 w 12192000"/>
              <a:gd name="connsiteY103" fmla="*/ 765175 h 4611757"/>
              <a:gd name="connsiteX104" fmla="*/ 0 w 12192000"/>
              <a:gd name="connsiteY104" fmla="*/ 0 h 4611757"/>
              <a:gd name="connsiteX105" fmla="*/ 12192000 w 12192000"/>
              <a:gd name="connsiteY105" fmla="*/ 0 h 4611757"/>
              <a:gd name="connsiteX106" fmla="*/ 12192000 w 12192000"/>
              <a:gd name="connsiteY106" fmla="*/ 4611757 h 4611757"/>
              <a:gd name="connsiteX107" fmla="*/ 0 w 12192000"/>
              <a:gd name="connsiteY107" fmla="*/ 4611757 h 4611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12192000" h="4611757">
                <a:moveTo>
                  <a:pt x="744550" y="1438597"/>
                </a:moveTo>
                <a:lnTo>
                  <a:pt x="744550" y="1672375"/>
                </a:lnTo>
                <a:lnTo>
                  <a:pt x="4972415" y="1672375"/>
                </a:lnTo>
                <a:lnTo>
                  <a:pt x="4972415" y="1640972"/>
                </a:lnTo>
                <a:lnTo>
                  <a:pt x="4977107" y="1640972"/>
                </a:lnTo>
                <a:lnTo>
                  <a:pt x="4977107" y="1613058"/>
                </a:lnTo>
                <a:lnTo>
                  <a:pt x="4972415" y="1613058"/>
                </a:lnTo>
                <a:lnTo>
                  <a:pt x="4972415" y="1501403"/>
                </a:lnTo>
                <a:lnTo>
                  <a:pt x="4974760" y="1501403"/>
                </a:lnTo>
                <a:lnTo>
                  <a:pt x="4974760" y="1473489"/>
                </a:lnTo>
                <a:lnTo>
                  <a:pt x="4972415" y="1473489"/>
                </a:lnTo>
                <a:lnTo>
                  <a:pt x="4972415" y="1438597"/>
                </a:lnTo>
                <a:close/>
                <a:moveTo>
                  <a:pt x="4043317" y="901256"/>
                </a:moveTo>
                <a:lnTo>
                  <a:pt x="4180570" y="901256"/>
                </a:lnTo>
                <a:cubicBezTo>
                  <a:pt x="4234533" y="901256"/>
                  <a:pt x="4259169" y="916376"/>
                  <a:pt x="4259169" y="991976"/>
                </a:cubicBezTo>
                <a:lnTo>
                  <a:pt x="4259169" y="1123404"/>
                </a:lnTo>
                <a:cubicBezTo>
                  <a:pt x="4259169" y="1183884"/>
                  <a:pt x="4238052" y="1222265"/>
                  <a:pt x="4180570" y="1222265"/>
                </a:cubicBezTo>
                <a:lnTo>
                  <a:pt x="4043317" y="1222265"/>
                </a:lnTo>
                <a:close/>
                <a:moveTo>
                  <a:pt x="2139371" y="901256"/>
                </a:moveTo>
                <a:lnTo>
                  <a:pt x="2260200" y="901256"/>
                </a:lnTo>
                <a:cubicBezTo>
                  <a:pt x="2311817" y="901256"/>
                  <a:pt x="2324721" y="915213"/>
                  <a:pt x="2324721" y="967551"/>
                </a:cubicBezTo>
                <a:cubicBezTo>
                  <a:pt x="2324721" y="1033847"/>
                  <a:pt x="2327067" y="1058271"/>
                  <a:pt x="2260200" y="1058271"/>
                </a:cubicBezTo>
                <a:lnTo>
                  <a:pt x="2139371" y="1058271"/>
                </a:lnTo>
                <a:close/>
                <a:moveTo>
                  <a:pt x="1570415" y="901256"/>
                </a:moveTo>
                <a:cubicBezTo>
                  <a:pt x="1651359" y="901256"/>
                  <a:pt x="1680687" y="909397"/>
                  <a:pt x="1680687" y="995465"/>
                </a:cubicBezTo>
                <a:lnTo>
                  <a:pt x="1680687" y="1126893"/>
                </a:lnTo>
                <a:cubicBezTo>
                  <a:pt x="1680687" y="1214124"/>
                  <a:pt x="1651359" y="1222265"/>
                  <a:pt x="1570415" y="1222265"/>
                </a:cubicBezTo>
                <a:cubicBezTo>
                  <a:pt x="1489471" y="1222265"/>
                  <a:pt x="1462489" y="1214124"/>
                  <a:pt x="1460143" y="1126893"/>
                </a:cubicBezTo>
                <a:lnTo>
                  <a:pt x="1460143" y="995465"/>
                </a:lnTo>
                <a:cubicBezTo>
                  <a:pt x="1462489" y="909397"/>
                  <a:pt x="1489471" y="901256"/>
                  <a:pt x="1570415" y="901256"/>
                </a:cubicBezTo>
                <a:close/>
                <a:moveTo>
                  <a:pt x="4544233" y="766339"/>
                </a:moveTo>
                <a:lnTo>
                  <a:pt x="4544233" y="1357182"/>
                </a:lnTo>
                <a:lnTo>
                  <a:pt x="4972415" y="1357182"/>
                </a:lnTo>
                <a:lnTo>
                  <a:pt x="4972415" y="1230407"/>
                </a:lnTo>
                <a:lnTo>
                  <a:pt x="4700256" y="1230407"/>
                </a:lnTo>
                <a:lnTo>
                  <a:pt x="4700256" y="1112936"/>
                </a:lnTo>
                <a:lnTo>
                  <a:pt x="4950127" y="1112936"/>
                </a:lnTo>
                <a:lnTo>
                  <a:pt x="4950127" y="1004770"/>
                </a:lnTo>
                <a:lnTo>
                  <a:pt x="4700256" y="1004770"/>
                </a:lnTo>
                <a:lnTo>
                  <a:pt x="4700256" y="893114"/>
                </a:lnTo>
                <a:lnTo>
                  <a:pt x="4972415" y="893114"/>
                </a:lnTo>
                <a:lnTo>
                  <a:pt x="4972415" y="766339"/>
                </a:lnTo>
                <a:close/>
                <a:moveTo>
                  <a:pt x="3887294" y="766339"/>
                </a:moveTo>
                <a:lnTo>
                  <a:pt x="3887294" y="1357182"/>
                </a:lnTo>
                <a:lnTo>
                  <a:pt x="4205205" y="1357182"/>
                </a:lnTo>
                <a:cubicBezTo>
                  <a:pt x="4368267" y="1357182"/>
                  <a:pt x="4419883" y="1282745"/>
                  <a:pt x="4419883" y="1123404"/>
                </a:cubicBezTo>
                <a:lnTo>
                  <a:pt x="4419883" y="991976"/>
                </a:lnTo>
                <a:cubicBezTo>
                  <a:pt x="4419883" y="826819"/>
                  <a:pt x="4347152" y="766339"/>
                  <a:pt x="4184089" y="766339"/>
                </a:cubicBezTo>
                <a:close/>
                <a:moveTo>
                  <a:pt x="3601057" y="766339"/>
                </a:moveTo>
                <a:lnTo>
                  <a:pt x="3601057" y="1357182"/>
                </a:lnTo>
                <a:lnTo>
                  <a:pt x="3757080" y="1357182"/>
                </a:lnTo>
                <a:lnTo>
                  <a:pt x="3757080" y="766339"/>
                </a:lnTo>
                <a:close/>
                <a:moveTo>
                  <a:pt x="2637939" y="766339"/>
                </a:moveTo>
                <a:lnTo>
                  <a:pt x="2637939" y="1357182"/>
                </a:lnTo>
                <a:lnTo>
                  <a:pt x="2793962" y="1357182"/>
                </a:lnTo>
                <a:lnTo>
                  <a:pt x="2793962" y="766339"/>
                </a:lnTo>
                <a:close/>
                <a:moveTo>
                  <a:pt x="1983348" y="766339"/>
                </a:moveTo>
                <a:lnTo>
                  <a:pt x="1983348" y="1357182"/>
                </a:lnTo>
                <a:lnTo>
                  <a:pt x="2139371" y="1357182"/>
                </a:lnTo>
                <a:lnTo>
                  <a:pt x="2139371" y="1193188"/>
                </a:lnTo>
                <a:lnTo>
                  <a:pt x="2260200" y="1193188"/>
                </a:lnTo>
                <a:cubicBezTo>
                  <a:pt x="2307125" y="1193188"/>
                  <a:pt x="2325894" y="1223428"/>
                  <a:pt x="2324721" y="1266462"/>
                </a:cubicBezTo>
                <a:lnTo>
                  <a:pt x="2324721" y="1357182"/>
                </a:lnTo>
                <a:lnTo>
                  <a:pt x="2480744" y="1357182"/>
                </a:lnTo>
                <a:lnTo>
                  <a:pt x="2480744" y="1230407"/>
                </a:lnTo>
                <a:cubicBezTo>
                  <a:pt x="2480744" y="1164111"/>
                  <a:pt x="2439685" y="1129219"/>
                  <a:pt x="2375165" y="1126893"/>
                </a:cubicBezTo>
                <a:lnTo>
                  <a:pt x="2375165" y="1121077"/>
                </a:lnTo>
                <a:cubicBezTo>
                  <a:pt x="2486609" y="1095490"/>
                  <a:pt x="2486609" y="1038499"/>
                  <a:pt x="2486609" y="941964"/>
                </a:cubicBezTo>
                <a:cubicBezTo>
                  <a:pt x="2486609" y="797742"/>
                  <a:pt x="2419743" y="768665"/>
                  <a:pt x="2284836" y="766339"/>
                </a:cubicBezTo>
                <a:close/>
                <a:moveTo>
                  <a:pt x="1570415" y="766339"/>
                </a:moveTo>
                <a:cubicBezTo>
                  <a:pt x="1412046" y="766339"/>
                  <a:pt x="1299428" y="800068"/>
                  <a:pt x="1299428" y="979182"/>
                </a:cubicBezTo>
                <a:lnTo>
                  <a:pt x="1299428" y="1144339"/>
                </a:lnTo>
                <a:cubicBezTo>
                  <a:pt x="1299428" y="1323453"/>
                  <a:pt x="1412046" y="1357182"/>
                  <a:pt x="1571588" y="1356019"/>
                </a:cubicBezTo>
                <a:cubicBezTo>
                  <a:pt x="1729957" y="1356019"/>
                  <a:pt x="1842575" y="1322290"/>
                  <a:pt x="1842575" y="1143176"/>
                </a:cubicBezTo>
                <a:lnTo>
                  <a:pt x="1842575" y="979182"/>
                </a:lnTo>
                <a:cubicBezTo>
                  <a:pt x="1842575" y="800068"/>
                  <a:pt x="1729957" y="766339"/>
                  <a:pt x="1570415" y="766339"/>
                </a:cubicBezTo>
                <a:close/>
                <a:moveTo>
                  <a:pt x="996768" y="766339"/>
                </a:moveTo>
                <a:lnTo>
                  <a:pt x="996768" y="1173416"/>
                </a:lnTo>
                <a:cubicBezTo>
                  <a:pt x="996768" y="1209471"/>
                  <a:pt x="989730" y="1222265"/>
                  <a:pt x="941632" y="1222265"/>
                </a:cubicBezTo>
                <a:cubicBezTo>
                  <a:pt x="899401" y="1222265"/>
                  <a:pt x="893535" y="1204819"/>
                  <a:pt x="893535" y="1157133"/>
                </a:cubicBezTo>
                <a:lnTo>
                  <a:pt x="893535" y="1109447"/>
                </a:lnTo>
                <a:lnTo>
                  <a:pt x="744551" y="1109447"/>
                </a:lnTo>
                <a:lnTo>
                  <a:pt x="744551" y="1157133"/>
                </a:lnTo>
                <a:cubicBezTo>
                  <a:pt x="744551" y="1318801"/>
                  <a:pt x="778571" y="1357182"/>
                  <a:pt x="940459" y="1357182"/>
                </a:cubicBezTo>
                <a:cubicBezTo>
                  <a:pt x="1104694" y="1357182"/>
                  <a:pt x="1151618" y="1329268"/>
                  <a:pt x="1151618" y="1173416"/>
                </a:cubicBezTo>
                <a:lnTo>
                  <a:pt x="1151618" y="766339"/>
                </a:lnTo>
                <a:close/>
                <a:moveTo>
                  <a:pt x="3190471" y="765175"/>
                </a:moveTo>
                <a:cubicBezTo>
                  <a:pt x="3037967" y="765175"/>
                  <a:pt x="2942946" y="776806"/>
                  <a:pt x="2942946" y="943126"/>
                </a:cubicBezTo>
                <a:cubicBezTo>
                  <a:pt x="2942946" y="1109446"/>
                  <a:pt x="3027410" y="1108283"/>
                  <a:pt x="3171701" y="1118750"/>
                </a:cubicBezTo>
                <a:lnTo>
                  <a:pt x="3205721" y="1121077"/>
                </a:lnTo>
                <a:cubicBezTo>
                  <a:pt x="3279627" y="1125729"/>
                  <a:pt x="3287838" y="1125729"/>
                  <a:pt x="3287838" y="1175741"/>
                </a:cubicBezTo>
                <a:cubicBezTo>
                  <a:pt x="3287838" y="1224590"/>
                  <a:pt x="3264376" y="1229243"/>
                  <a:pt x="3190471" y="1229243"/>
                </a:cubicBezTo>
                <a:cubicBezTo>
                  <a:pt x="3114219" y="1229243"/>
                  <a:pt x="3091930" y="1223427"/>
                  <a:pt x="3091930" y="1162947"/>
                </a:cubicBezTo>
                <a:lnTo>
                  <a:pt x="2941773" y="1162947"/>
                </a:lnTo>
                <a:cubicBezTo>
                  <a:pt x="2941773" y="1353692"/>
                  <a:pt x="3041487" y="1357181"/>
                  <a:pt x="3190471" y="1357181"/>
                </a:cubicBezTo>
                <a:cubicBezTo>
                  <a:pt x="3448554" y="1357181"/>
                  <a:pt x="3445034" y="1262972"/>
                  <a:pt x="3445034" y="1166437"/>
                </a:cubicBezTo>
                <a:cubicBezTo>
                  <a:pt x="3445034" y="1032683"/>
                  <a:pt x="3401629" y="1011747"/>
                  <a:pt x="3228010" y="998953"/>
                </a:cubicBezTo>
                <a:lnTo>
                  <a:pt x="3163489" y="994301"/>
                </a:lnTo>
                <a:cubicBezTo>
                  <a:pt x="3121258" y="990812"/>
                  <a:pt x="3098969" y="989649"/>
                  <a:pt x="3098969" y="943126"/>
                </a:cubicBezTo>
                <a:cubicBezTo>
                  <a:pt x="3098969" y="910560"/>
                  <a:pt x="3106007" y="893113"/>
                  <a:pt x="3190471" y="893113"/>
                </a:cubicBezTo>
                <a:cubicBezTo>
                  <a:pt x="3253818" y="893113"/>
                  <a:pt x="3278454" y="893113"/>
                  <a:pt x="3278454" y="952430"/>
                </a:cubicBezTo>
                <a:lnTo>
                  <a:pt x="3428611" y="952430"/>
                </a:lnTo>
                <a:lnTo>
                  <a:pt x="3428611" y="928006"/>
                </a:lnTo>
                <a:cubicBezTo>
                  <a:pt x="3428611" y="767501"/>
                  <a:pt x="3318339" y="765175"/>
                  <a:pt x="3190471" y="765175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4611757"/>
                </a:lnTo>
                <a:lnTo>
                  <a:pt x="0" y="461175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defRPr sz="1400">
                <a:solidFill>
                  <a:schemeClr val="bg1"/>
                </a:solidFill>
              </a:defRPr>
            </a:lvl1pPr>
          </a:lstStyle>
          <a:p>
            <a:r>
              <a:rPr lang="nl-NL"/>
              <a:t>Image</a:t>
            </a:r>
          </a:p>
        </p:txBody>
      </p:sp>
      <p:pic>
        <p:nvPicPr>
          <p:cNvPr id="36" name="Afbeelding 35">
            <a:extLst>
              <a:ext uri="{FF2B5EF4-FFF2-40B4-BE49-F238E27FC236}">
                <a16:creationId xmlns:a16="http://schemas.microsoft.com/office/drawing/2014/main" id="{07D48921-7D65-BB4A-B65F-7FB9EDB6627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2" name="Afbeelding 1">
            <a:extLst>
              <a:ext uri="{FF2B5EF4-FFF2-40B4-BE49-F238E27FC236}">
                <a16:creationId xmlns:a16="http://schemas.microsoft.com/office/drawing/2014/main" id="{FA579FE5-51B4-5547-AB1C-CAA39BEB4A5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135537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Cl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hthoek 2">
            <a:extLst>
              <a:ext uri="{FF2B5EF4-FFF2-40B4-BE49-F238E27FC236}">
                <a16:creationId xmlns:a16="http://schemas.microsoft.com/office/drawing/2014/main" id="{B981262F-2DBB-1840-AB88-47F9F3B62670}"/>
              </a:ext>
            </a:extLst>
          </p:cNvPr>
          <p:cNvSpPr/>
          <p:nvPr userDrawn="1"/>
        </p:nvSpPr>
        <p:spPr>
          <a:xfrm>
            <a:off x="8531750" y="4611758"/>
            <a:ext cx="3660250" cy="22462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4" name="Vrije vorm 3">
            <a:extLst>
              <a:ext uri="{FF2B5EF4-FFF2-40B4-BE49-F238E27FC236}">
                <a16:creationId xmlns:a16="http://schemas.microsoft.com/office/drawing/2014/main" id="{A1A3A6DA-826D-2C45-A9D6-FD15F64CE934}"/>
              </a:ext>
            </a:extLst>
          </p:cNvPr>
          <p:cNvSpPr/>
          <p:nvPr/>
        </p:nvSpPr>
        <p:spPr>
          <a:xfrm>
            <a:off x="749242" y="1437433"/>
            <a:ext cx="4227864" cy="233778"/>
          </a:xfrm>
          <a:custGeom>
            <a:avLst/>
            <a:gdLst>
              <a:gd name="connsiteX0" fmla="*/ 0 w 4227864"/>
              <a:gd name="connsiteY0" fmla="*/ 0 h 233778"/>
              <a:gd name="connsiteX1" fmla="*/ 4227865 w 4227864"/>
              <a:gd name="connsiteY1" fmla="*/ 0 h 233778"/>
              <a:gd name="connsiteX2" fmla="*/ 4227865 w 4227864"/>
              <a:gd name="connsiteY2" fmla="*/ 233778 h 233778"/>
              <a:gd name="connsiteX3" fmla="*/ 0 w 4227864"/>
              <a:gd name="connsiteY3" fmla="*/ 233778 h 233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864" h="233778">
                <a:moveTo>
                  <a:pt x="0" y="0"/>
                </a:moveTo>
                <a:lnTo>
                  <a:pt x="4227865" y="0"/>
                </a:lnTo>
                <a:lnTo>
                  <a:pt x="4227865" y="233778"/>
                </a:lnTo>
                <a:lnTo>
                  <a:pt x="0" y="233778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4">
            <a:extLst>
              <a:ext uri="{FF2B5EF4-FFF2-40B4-BE49-F238E27FC236}">
                <a16:creationId xmlns:a16="http://schemas.microsoft.com/office/drawing/2014/main" id="{047A045B-1273-7145-ACAD-7BF4B5F99F0A}"/>
              </a:ext>
            </a:extLst>
          </p:cNvPr>
          <p:cNvSpPr/>
          <p:nvPr/>
        </p:nvSpPr>
        <p:spPr>
          <a:xfrm>
            <a:off x="749242" y="765175"/>
            <a:ext cx="407066" cy="590843"/>
          </a:xfrm>
          <a:custGeom>
            <a:avLst/>
            <a:gdLst>
              <a:gd name="connsiteX0" fmla="*/ 407067 w 407066"/>
              <a:gd name="connsiteY0" fmla="*/ 0 h 590843"/>
              <a:gd name="connsiteX1" fmla="*/ 407067 w 407066"/>
              <a:gd name="connsiteY1" fmla="*/ 407077 h 590843"/>
              <a:gd name="connsiteX2" fmla="*/ 195908 w 407066"/>
              <a:gd name="connsiteY2" fmla="*/ 590843 h 590843"/>
              <a:gd name="connsiteX3" fmla="*/ 0 w 407066"/>
              <a:gd name="connsiteY3" fmla="*/ 390794 h 590843"/>
              <a:gd name="connsiteX4" fmla="*/ 0 w 407066"/>
              <a:gd name="connsiteY4" fmla="*/ 343108 h 590843"/>
              <a:gd name="connsiteX5" fmla="*/ 148984 w 407066"/>
              <a:gd name="connsiteY5" fmla="*/ 343108 h 590843"/>
              <a:gd name="connsiteX6" fmla="*/ 148984 w 407066"/>
              <a:gd name="connsiteY6" fmla="*/ 390794 h 590843"/>
              <a:gd name="connsiteX7" fmla="*/ 197081 w 407066"/>
              <a:gd name="connsiteY7" fmla="*/ 455926 h 590843"/>
              <a:gd name="connsiteX8" fmla="*/ 252217 w 407066"/>
              <a:gd name="connsiteY8" fmla="*/ 407077 h 590843"/>
              <a:gd name="connsiteX9" fmla="*/ 252217 w 407066"/>
              <a:gd name="connsiteY9" fmla="*/ 0 h 590843"/>
              <a:gd name="connsiteX10" fmla="*/ 407067 w 407066"/>
              <a:gd name="connsiteY10" fmla="*/ 0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7066" h="590843">
                <a:moveTo>
                  <a:pt x="407067" y="0"/>
                </a:moveTo>
                <a:lnTo>
                  <a:pt x="407067" y="407077"/>
                </a:lnTo>
                <a:cubicBezTo>
                  <a:pt x="407067" y="562929"/>
                  <a:pt x="360143" y="590843"/>
                  <a:pt x="195908" y="590843"/>
                </a:cubicBezTo>
                <a:cubicBezTo>
                  <a:pt x="34020" y="590843"/>
                  <a:pt x="0" y="552462"/>
                  <a:pt x="0" y="390794"/>
                </a:cubicBezTo>
                <a:lnTo>
                  <a:pt x="0" y="343108"/>
                </a:lnTo>
                <a:lnTo>
                  <a:pt x="148984" y="343108"/>
                </a:lnTo>
                <a:lnTo>
                  <a:pt x="148984" y="390794"/>
                </a:lnTo>
                <a:cubicBezTo>
                  <a:pt x="148984" y="438480"/>
                  <a:pt x="154850" y="455926"/>
                  <a:pt x="197081" y="455926"/>
                </a:cubicBezTo>
                <a:cubicBezTo>
                  <a:pt x="245179" y="455926"/>
                  <a:pt x="252217" y="443132"/>
                  <a:pt x="252217" y="407077"/>
                </a:cubicBezTo>
                <a:lnTo>
                  <a:pt x="252217" y="0"/>
                </a:lnTo>
                <a:lnTo>
                  <a:pt x="407067" y="0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B9C7DBC2-5EA1-FF47-A0BD-C8B9435092EB}"/>
              </a:ext>
            </a:extLst>
          </p:cNvPr>
          <p:cNvSpPr/>
          <p:nvPr/>
        </p:nvSpPr>
        <p:spPr>
          <a:xfrm>
            <a:off x="1304119" y="765175"/>
            <a:ext cx="543146" cy="589708"/>
          </a:xfrm>
          <a:custGeom>
            <a:avLst/>
            <a:gdLst>
              <a:gd name="connsiteX0" fmla="*/ 0 w 543146"/>
              <a:gd name="connsiteY0" fmla="*/ 378000 h 589708"/>
              <a:gd name="connsiteX1" fmla="*/ 0 w 543146"/>
              <a:gd name="connsiteY1" fmla="*/ 212843 h 589708"/>
              <a:gd name="connsiteX2" fmla="*/ 270987 w 543146"/>
              <a:gd name="connsiteY2" fmla="*/ 0 h 589708"/>
              <a:gd name="connsiteX3" fmla="*/ 543147 w 543146"/>
              <a:gd name="connsiteY3" fmla="*/ 212843 h 589708"/>
              <a:gd name="connsiteX4" fmla="*/ 543147 w 543146"/>
              <a:gd name="connsiteY4" fmla="*/ 376837 h 589708"/>
              <a:gd name="connsiteX5" fmla="*/ 272160 w 543146"/>
              <a:gd name="connsiteY5" fmla="*/ 589680 h 589708"/>
              <a:gd name="connsiteX6" fmla="*/ 0 w 543146"/>
              <a:gd name="connsiteY6" fmla="*/ 378000 h 589708"/>
              <a:gd name="connsiteX7" fmla="*/ 381259 w 543146"/>
              <a:gd name="connsiteY7" fmla="*/ 360554 h 589708"/>
              <a:gd name="connsiteX8" fmla="*/ 381259 w 543146"/>
              <a:gd name="connsiteY8" fmla="*/ 229126 h 589708"/>
              <a:gd name="connsiteX9" fmla="*/ 270987 w 543146"/>
              <a:gd name="connsiteY9" fmla="*/ 134917 h 589708"/>
              <a:gd name="connsiteX10" fmla="*/ 160715 w 543146"/>
              <a:gd name="connsiteY10" fmla="*/ 229126 h 589708"/>
              <a:gd name="connsiteX11" fmla="*/ 160715 w 543146"/>
              <a:gd name="connsiteY11" fmla="*/ 360554 h 589708"/>
              <a:gd name="connsiteX12" fmla="*/ 270987 w 543146"/>
              <a:gd name="connsiteY12" fmla="*/ 455926 h 589708"/>
              <a:gd name="connsiteX13" fmla="*/ 381259 w 543146"/>
              <a:gd name="connsiteY13" fmla="*/ 360554 h 589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43146" h="589708">
                <a:moveTo>
                  <a:pt x="0" y="378000"/>
                </a:moveTo>
                <a:lnTo>
                  <a:pt x="0" y="212843"/>
                </a:lnTo>
                <a:cubicBezTo>
                  <a:pt x="0" y="33729"/>
                  <a:pt x="112618" y="0"/>
                  <a:pt x="270987" y="0"/>
                </a:cubicBezTo>
                <a:cubicBezTo>
                  <a:pt x="430529" y="0"/>
                  <a:pt x="543147" y="33729"/>
                  <a:pt x="543147" y="212843"/>
                </a:cubicBezTo>
                <a:lnTo>
                  <a:pt x="543147" y="376837"/>
                </a:lnTo>
                <a:cubicBezTo>
                  <a:pt x="543147" y="555951"/>
                  <a:pt x="430529" y="589680"/>
                  <a:pt x="272160" y="589680"/>
                </a:cubicBezTo>
                <a:cubicBezTo>
                  <a:pt x="112618" y="590843"/>
                  <a:pt x="0" y="557114"/>
                  <a:pt x="0" y="378000"/>
                </a:cubicBezTo>
                <a:close/>
                <a:moveTo>
                  <a:pt x="381259" y="360554"/>
                </a:moveTo>
                <a:lnTo>
                  <a:pt x="381259" y="229126"/>
                </a:lnTo>
                <a:cubicBezTo>
                  <a:pt x="381259" y="143058"/>
                  <a:pt x="351931" y="134917"/>
                  <a:pt x="270987" y="134917"/>
                </a:cubicBezTo>
                <a:cubicBezTo>
                  <a:pt x="190043" y="134917"/>
                  <a:pt x="163061" y="143058"/>
                  <a:pt x="160715" y="229126"/>
                </a:cubicBezTo>
                <a:lnTo>
                  <a:pt x="160715" y="360554"/>
                </a:lnTo>
                <a:cubicBezTo>
                  <a:pt x="163061" y="447785"/>
                  <a:pt x="190043" y="455926"/>
                  <a:pt x="270987" y="455926"/>
                </a:cubicBezTo>
                <a:cubicBezTo>
                  <a:pt x="351931" y="455926"/>
                  <a:pt x="381259" y="447785"/>
                  <a:pt x="381259" y="360554"/>
                </a:cubicBez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30" name="Vrije vorm 29">
            <a:extLst>
              <a:ext uri="{FF2B5EF4-FFF2-40B4-BE49-F238E27FC236}">
                <a16:creationId xmlns:a16="http://schemas.microsoft.com/office/drawing/2014/main" id="{87213388-1980-E04F-98CC-D11BB8849FAB}"/>
              </a:ext>
            </a:extLst>
          </p:cNvPr>
          <p:cNvSpPr/>
          <p:nvPr/>
        </p:nvSpPr>
        <p:spPr>
          <a:xfrm>
            <a:off x="1988039" y="765175"/>
            <a:ext cx="503261" cy="590843"/>
          </a:xfrm>
          <a:custGeom>
            <a:avLst/>
            <a:gdLst>
              <a:gd name="connsiteX0" fmla="*/ 0 w 503261"/>
              <a:gd name="connsiteY0" fmla="*/ 0 h 590843"/>
              <a:gd name="connsiteX1" fmla="*/ 301488 w 503261"/>
              <a:gd name="connsiteY1" fmla="*/ 0 h 590843"/>
              <a:gd name="connsiteX2" fmla="*/ 503261 w 503261"/>
              <a:gd name="connsiteY2" fmla="*/ 175625 h 590843"/>
              <a:gd name="connsiteX3" fmla="*/ 391817 w 503261"/>
              <a:gd name="connsiteY3" fmla="*/ 354738 h 590843"/>
              <a:gd name="connsiteX4" fmla="*/ 391817 w 503261"/>
              <a:gd name="connsiteY4" fmla="*/ 360554 h 590843"/>
              <a:gd name="connsiteX5" fmla="*/ 497396 w 503261"/>
              <a:gd name="connsiteY5" fmla="*/ 464068 h 590843"/>
              <a:gd name="connsiteX6" fmla="*/ 497396 w 503261"/>
              <a:gd name="connsiteY6" fmla="*/ 590843 h 590843"/>
              <a:gd name="connsiteX7" fmla="*/ 341373 w 503261"/>
              <a:gd name="connsiteY7" fmla="*/ 590843 h 590843"/>
              <a:gd name="connsiteX8" fmla="*/ 341373 w 503261"/>
              <a:gd name="connsiteY8" fmla="*/ 500123 h 590843"/>
              <a:gd name="connsiteX9" fmla="*/ 276852 w 503261"/>
              <a:gd name="connsiteY9" fmla="*/ 426849 h 590843"/>
              <a:gd name="connsiteX10" fmla="*/ 156023 w 503261"/>
              <a:gd name="connsiteY10" fmla="*/ 426849 h 590843"/>
              <a:gd name="connsiteX11" fmla="*/ 156023 w 503261"/>
              <a:gd name="connsiteY11" fmla="*/ 590843 h 590843"/>
              <a:gd name="connsiteX12" fmla="*/ 0 w 503261"/>
              <a:gd name="connsiteY12" fmla="*/ 590843 h 590843"/>
              <a:gd name="connsiteX13" fmla="*/ 0 w 503261"/>
              <a:gd name="connsiteY13" fmla="*/ 0 h 590843"/>
              <a:gd name="connsiteX14" fmla="*/ 276852 w 503261"/>
              <a:gd name="connsiteY14" fmla="*/ 291932 h 590843"/>
              <a:gd name="connsiteX15" fmla="*/ 341373 w 503261"/>
              <a:gd name="connsiteY15" fmla="*/ 201212 h 590843"/>
              <a:gd name="connsiteX16" fmla="*/ 276852 w 503261"/>
              <a:gd name="connsiteY16" fmla="*/ 134917 h 590843"/>
              <a:gd name="connsiteX17" fmla="*/ 156023 w 503261"/>
              <a:gd name="connsiteY17" fmla="*/ 134917 h 590843"/>
              <a:gd name="connsiteX18" fmla="*/ 156023 w 503261"/>
              <a:gd name="connsiteY18" fmla="*/ 291932 h 590843"/>
              <a:gd name="connsiteX19" fmla="*/ 276852 w 503261"/>
              <a:gd name="connsiteY19" fmla="*/ 291932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503261" h="590843">
                <a:moveTo>
                  <a:pt x="0" y="0"/>
                </a:moveTo>
                <a:lnTo>
                  <a:pt x="301488" y="0"/>
                </a:lnTo>
                <a:cubicBezTo>
                  <a:pt x="436395" y="2326"/>
                  <a:pt x="503261" y="31403"/>
                  <a:pt x="503261" y="175625"/>
                </a:cubicBezTo>
                <a:cubicBezTo>
                  <a:pt x="503261" y="272160"/>
                  <a:pt x="503261" y="329151"/>
                  <a:pt x="391817" y="354738"/>
                </a:cubicBezTo>
                <a:lnTo>
                  <a:pt x="391817" y="360554"/>
                </a:lnTo>
                <a:cubicBezTo>
                  <a:pt x="456337" y="362880"/>
                  <a:pt x="497396" y="397772"/>
                  <a:pt x="497396" y="464068"/>
                </a:cubicBezTo>
                <a:lnTo>
                  <a:pt x="497396" y="590843"/>
                </a:lnTo>
                <a:lnTo>
                  <a:pt x="341373" y="590843"/>
                </a:lnTo>
                <a:lnTo>
                  <a:pt x="341373" y="500123"/>
                </a:lnTo>
                <a:cubicBezTo>
                  <a:pt x="342546" y="457089"/>
                  <a:pt x="323777" y="426849"/>
                  <a:pt x="276852" y="426849"/>
                </a:cubicBezTo>
                <a:lnTo>
                  <a:pt x="156023" y="426849"/>
                </a:lnTo>
                <a:lnTo>
                  <a:pt x="156023" y="590843"/>
                </a:lnTo>
                <a:lnTo>
                  <a:pt x="0" y="590843"/>
                </a:lnTo>
                <a:lnTo>
                  <a:pt x="0" y="0"/>
                </a:lnTo>
                <a:close/>
                <a:moveTo>
                  <a:pt x="276852" y="291932"/>
                </a:moveTo>
                <a:cubicBezTo>
                  <a:pt x="343719" y="291932"/>
                  <a:pt x="341373" y="267508"/>
                  <a:pt x="341373" y="201212"/>
                </a:cubicBezTo>
                <a:cubicBezTo>
                  <a:pt x="341373" y="148874"/>
                  <a:pt x="328469" y="134917"/>
                  <a:pt x="276852" y="134917"/>
                </a:cubicBezTo>
                <a:lnTo>
                  <a:pt x="156023" y="134917"/>
                </a:lnTo>
                <a:lnTo>
                  <a:pt x="156023" y="291932"/>
                </a:lnTo>
                <a:lnTo>
                  <a:pt x="276852" y="291932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31" name="Vrije vorm 30">
            <a:extLst>
              <a:ext uri="{FF2B5EF4-FFF2-40B4-BE49-F238E27FC236}">
                <a16:creationId xmlns:a16="http://schemas.microsoft.com/office/drawing/2014/main" id="{0D66370A-2A21-9642-9B63-3B529C71A0F1}"/>
              </a:ext>
            </a:extLst>
          </p:cNvPr>
          <p:cNvSpPr/>
          <p:nvPr/>
        </p:nvSpPr>
        <p:spPr>
          <a:xfrm>
            <a:off x="2642630" y="765175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32" name="Vrije vorm 31">
            <a:extLst>
              <a:ext uri="{FF2B5EF4-FFF2-40B4-BE49-F238E27FC236}">
                <a16:creationId xmlns:a16="http://schemas.microsoft.com/office/drawing/2014/main" id="{7EC605F2-BA65-E143-9E12-C2555B9DC56E}"/>
              </a:ext>
            </a:extLst>
          </p:cNvPr>
          <p:cNvSpPr/>
          <p:nvPr/>
        </p:nvSpPr>
        <p:spPr>
          <a:xfrm>
            <a:off x="2946464" y="764011"/>
            <a:ext cx="503263" cy="592006"/>
          </a:xfrm>
          <a:custGeom>
            <a:avLst/>
            <a:gdLst>
              <a:gd name="connsiteX0" fmla="*/ 286237 w 503263"/>
              <a:gd name="connsiteY0" fmla="*/ 233778 h 592006"/>
              <a:gd name="connsiteX1" fmla="*/ 503261 w 503263"/>
              <a:gd name="connsiteY1" fmla="*/ 401262 h 592006"/>
              <a:gd name="connsiteX2" fmla="*/ 248698 w 503263"/>
              <a:gd name="connsiteY2" fmla="*/ 592006 h 592006"/>
              <a:gd name="connsiteX3" fmla="*/ 0 w 503263"/>
              <a:gd name="connsiteY3" fmla="*/ 397772 h 592006"/>
              <a:gd name="connsiteX4" fmla="*/ 150157 w 503263"/>
              <a:gd name="connsiteY4" fmla="*/ 397772 h 592006"/>
              <a:gd name="connsiteX5" fmla="*/ 248698 w 503263"/>
              <a:gd name="connsiteY5" fmla="*/ 464068 h 592006"/>
              <a:gd name="connsiteX6" fmla="*/ 346065 w 503263"/>
              <a:gd name="connsiteY6" fmla="*/ 410566 h 592006"/>
              <a:gd name="connsiteX7" fmla="*/ 263948 w 503263"/>
              <a:gd name="connsiteY7" fmla="*/ 355902 h 592006"/>
              <a:gd name="connsiteX8" fmla="*/ 229928 w 503263"/>
              <a:gd name="connsiteY8" fmla="*/ 353575 h 592006"/>
              <a:gd name="connsiteX9" fmla="*/ 1173 w 503263"/>
              <a:gd name="connsiteY9" fmla="*/ 177951 h 592006"/>
              <a:gd name="connsiteX10" fmla="*/ 248698 w 503263"/>
              <a:gd name="connsiteY10" fmla="*/ 0 h 592006"/>
              <a:gd name="connsiteX11" fmla="*/ 486838 w 503263"/>
              <a:gd name="connsiteY11" fmla="*/ 162831 h 592006"/>
              <a:gd name="connsiteX12" fmla="*/ 486838 w 503263"/>
              <a:gd name="connsiteY12" fmla="*/ 187255 h 592006"/>
              <a:gd name="connsiteX13" fmla="*/ 336681 w 503263"/>
              <a:gd name="connsiteY13" fmla="*/ 187255 h 592006"/>
              <a:gd name="connsiteX14" fmla="*/ 248698 w 503263"/>
              <a:gd name="connsiteY14" fmla="*/ 127938 h 592006"/>
              <a:gd name="connsiteX15" fmla="*/ 157196 w 503263"/>
              <a:gd name="connsiteY15" fmla="*/ 177951 h 592006"/>
              <a:gd name="connsiteX16" fmla="*/ 221716 w 503263"/>
              <a:gd name="connsiteY16" fmla="*/ 229126 h 592006"/>
              <a:gd name="connsiteX17" fmla="*/ 286237 w 503263"/>
              <a:gd name="connsiteY17" fmla="*/ 233778 h 592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03263" h="592006">
                <a:moveTo>
                  <a:pt x="286237" y="233778"/>
                </a:moveTo>
                <a:cubicBezTo>
                  <a:pt x="459856" y="246572"/>
                  <a:pt x="503261" y="267508"/>
                  <a:pt x="503261" y="401262"/>
                </a:cubicBezTo>
                <a:cubicBezTo>
                  <a:pt x="503261" y="497797"/>
                  <a:pt x="506781" y="592006"/>
                  <a:pt x="248698" y="592006"/>
                </a:cubicBezTo>
                <a:cubicBezTo>
                  <a:pt x="99714" y="592006"/>
                  <a:pt x="0" y="588517"/>
                  <a:pt x="0" y="397772"/>
                </a:cubicBezTo>
                <a:lnTo>
                  <a:pt x="150157" y="397772"/>
                </a:lnTo>
                <a:cubicBezTo>
                  <a:pt x="150157" y="458252"/>
                  <a:pt x="172446" y="464068"/>
                  <a:pt x="248698" y="464068"/>
                </a:cubicBezTo>
                <a:cubicBezTo>
                  <a:pt x="322603" y="464068"/>
                  <a:pt x="346065" y="459415"/>
                  <a:pt x="346065" y="410566"/>
                </a:cubicBezTo>
                <a:cubicBezTo>
                  <a:pt x="346065" y="360554"/>
                  <a:pt x="337854" y="360554"/>
                  <a:pt x="263948" y="355902"/>
                </a:cubicBezTo>
                <a:lnTo>
                  <a:pt x="229928" y="353575"/>
                </a:lnTo>
                <a:cubicBezTo>
                  <a:pt x="85637" y="343108"/>
                  <a:pt x="1173" y="344271"/>
                  <a:pt x="1173" y="177951"/>
                </a:cubicBezTo>
                <a:cubicBezTo>
                  <a:pt x="1173" y="11631"/>
                  <a:pt x="96194" y="0"/>
                  <a:pt x="248698" y="0"/>
                </a:cubicBezTo>
                <a:cubicBezTo>
                  <a:pt x="376566" y="0"/>
                  <a:pt x="486838" y="2326"/>
                  <a:pt x="486838" y="162831"/>
                </a:cubicBezTo>
                <a:lnTo>
                  <a:pt x="486838" y="187255"/>
                </a:lnTo>
                <a:lnTo>
                  <a:pt x="336681" y="187255"/>
                </a:lnTo>
                <a:cubicBezTo>
                  <a:pt x="336681" y="127938"/>
                  <a:pt x="312045" y="127938"/>
                  <a:pt x="248698" y="127938"/>
                </a:cubicBezTo>
                <a:cubicBezTo>
                  <a:pt x="164234" y="127938"/>
                  <a:pt x="157196" y="145385"/>
                  <a:pt x="157196" y="177951"/>
                </a:cubicBezTo>
                <a:cubicBezTo>
                  <a:pt x="157196" y="224474"/>
                  <a:pt x="179485" y="225637"/>
                  <a:pt x="221716" y="229126"/>
                </a:cubicBezTo>
                <a:lnTo>
                  <a:pt x="286237" y="233778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33" name="Vrije vorm 32">
            <a:extLst>
              <a:ext uri="{FF2B5EF4-FFF2-40B4-BE49-F238E27FC236}">
                <a16:creationId xmlns:a16="http://schemas.microsoft.com/office/drawing/2014/main" id="{D4A77C98-23E6-274D-A40D-27CDE8956BF5}"/>
              </a:ext>
            </a:extLst>
          </p:cNvPr>
          <p:cNvSpPr/>
          <p:nvPr/>
        </p:nvSpPr>
        <p:spPr>
          <a:xfrm>
            <a:off x="3605748" y="765175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34" name="Vrije vorm 33">
            <a:extLst>
              <a:ext uri="{FF2B5EF4-FFF2-40B4-BE49-F238E27FC236}">
                <a16:creationId xmlns:a16="http://schemas.microsoft.com/office/drawing/2014/main" id="{6DD6C301-AB07-E840-B8A3-00095FF65A6F}"/>
              </a:ext>
            </a:extLst>
          </p:cNvPr>
          <p:cNvSpPr/>
          <p:nvPr/>
        </p:nvSpPr>
        <p:spPr>
          <a:xfrm>
            <a:off x="3891985" y="765175"/>
            <a:ext cx="532588" cy="590843"/>
          </a:xfrm>
          <a:custGeom>
            <a:avLst/>
            <a:gdLst>
              <a:gd name="connsiteX0" fmla="*/ 0 w 532588"/>
              <a:gd name="connsiteY0" fmla="*/ 0 h 590843"/>
              <a:gd name="connsiteX1" fmla="*/ 296795 w 532588"/>
              <a:gd name="connsiteY1" fmla="*/ 0 h 590843"/>
              <a:gd name="connsiteX2" fmla="*/ 532589 w 532588"/>
              <a:gd name="connsiteY2" fmla="*/ 225637 h 590843"/>
              <a:gd name="connsiteX3" fmla="*/ 532589 w 532588"/>
              <a:gd name="connsiteY3" fmla="*/ 357065 h 590843"/>
              <a:gd name="connsiteX4" fmla="*/ 317911 w 532588"/>
              <a:gd name="connsiteY4" fmla="*/ 590843 h 590843"/>
              <a:gd name="connsiteX5" fmla="*/ 0 w 532588"/>
              <a:gd name="connsiteY5" fmla="*/ 590843 h 590843"/>
              <a:gd name="connsiteX6" fmla="*/ 0 w 532588"/>
              <a:gd name="connsiteY6" fmla="*/ 0 h 590843"/>
              <a:gd name="connsiteX7" fmla="*/ 156023 w 532588"/>
              <a:gd name="connsiteY7" fmla="*/ 455926 h 590843"/>
              <a:gd name="connsiteX8" fmla="*/ 293276 w 532588"/>
              <a:gd name="connsiteY8" fmla="*/ 455926 h 590843"/>
              <a:gd name="connsiteX9" fmla="*/ 371874 w 532588"/>
              <a:gd name="connsiteY9" fmla="*/ 357065 h 590843"/>
              <a:gd name="connsiteX10" fmla="*/ 371874 w 532588"/>
              <a:gd name="connsiteY10" fmla="*/ 225637 h 590843"/>
              <a:gd name="connsiteX11" fmla="*/ 293276 w 532588"/>
              <a:gd name="connsiteY11" fmla="*/ 134917 h 590843"/>
              <a:gd name="connsiteX12" fmla="*/ 156023 w 532588"/>
              <a:gd name="connsiteY12" fmla="*/ 134917 h 590843"/>
              <a:gd name="connsiteX13" fmla="*/ 156023 w 532588"/>
              <a:gd name="connsiteY13" fmla="*/ 455926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32588" h="590843">
                <a:moveTo>
                  <a:pt x="0" y="0"/>
                </a:moveTo>
                <a:lnTo>
                  <a:pt x="296795" y="0"/>
                </a:lnTo>
                <a:cubicBezTo>
                  <a:pt x="459857" y="0"/>
                  <a:pt x="532589" y="60480"/>
                  <a:pt x="532589" y="225637"/>
                </a:cubicBezTo>
                <a:lnTo>
                  <a:pt x="532589" y="357065"/>
                </a:lnTo>
                <a:cubicBezTo>
                  <a:pt x="532589" y="516406"/>
                  <a:pt x="480972" y="590843"/>
                  <a:pt x="317911" y="590843"/>
                </a:cubicBezTo>
                <a:lnTo>
                  <a:pt x="0" y="590843"/>
                </a:lnTo>
                <a:lnTo>
                  <a:pt x="0" y="0"/>
                </a:lnTo>
                <a:close/>
                <a:moveTo>
                  <a:pt x="156023" y="455926"/>
                </a:moveTo>
                <a:lnTo>
                  <a:pt x="293276" y="455926"/>
                </a:lnTo>
                <a:cubicBezTo>
                  <a:pt x="350758" y="455926"/>
                  <a:pt x="371874" y="417545"/>
                  <a:pt x="371874" y="357065"/>
                </a:cubicBezTo>
                <a:lnTo>
                  <a:pt x="371874" y="225637"/>
                </a:lnTo>
                <a:cubicBezTo>
                  <a:pt x="371874" y="150037"/>
                  <a:pt x="347239" y="134917"/>
                  <a:pt x="293276" y="134917"/>
                </a:cubicBezTo>
                <a:lnTo>
                  <a:pt x="156023" y="134917"/>
                </a:lnTo>
                <a:lnTo>
                  <a:pt x="156023" y="455926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35" name="Vrije vorm 34">
            <a:extLst>
              <a:ext uri="{FF2B5EF4-FFF2-40B4-BE49-F238E27FC236}">
                <a16:creationId xmlns:a16="http://schemas.microsoft.com/office/drawing/2014/main" id="{B4628595-00BE-E642-95B1-15756E5A56C1}"/>
              </a:ext>
            </a:extLst>
          </p:cNvPr>
          <p:cNvSpPr/>
          <p:nvPr/>
        </p:nvSpPr>
        <p:spPr>
          <a:xfrm>
            <a:off x="4548923" y="765175"/>
            <a:ext cx="428182" cy="590843"/>
          </a:xfrm>
          <a:custGeom>
            <a:avLst/>
            <a:gdLst>
              <a:gd name="connsiteX0" fmla="*/ 156023 w 428182"/>
              <a:gd name="connsiteY0" fmla="*/ 238431 h 590843"/>
              <a:gd name="connsiteX1" fmla="*/ 405894 w 428182"/>
              <a:gd name="connsiteY1" fmla="*/ 238431 h 590843"/>
              <a:gd name="connsiteX2" fmla="*/ 405894 w 428182"/>
              <a:gd name="connsiteY2" fmla="*/ 346597 h 590843"/>
              <a:gd name="connsiteX3" fmla="*/ 156023 w 428182"/>
              <a:gd name="connsiteY3" fmla="*/ 346597 h 590843"/>
              <a:gd name="connsiteX4" fmla="*/ 156023 w 428182"/>
              <a:gd name="connsiteY4" fmla="*/ 464068 h 590843"/>
              <a:gd name="connsiteX5" fmla="*/ 428183 w 428182"/>
              <a:gd name="connsiteY5" fmla="*/ 464068 h 590843"/>
              <a:gd name="connsiteX6" fmla="*/ 428183 w 428182"/>
              <a:gd name="connsiteY6" fmla="*/ 590843 h 590843"/>
              <a:gd name="connsiteX7" fmla="*/ 0 w 428182"/>
              <a:gd name="connsiteY7" fmla="*/ 590843 h 590843"/>
              <a:gd name="connsiteX8" fmla="*/ 0 w 428182"/>
              <a:gd name="connsiteY8" fmla="*/ 0 h 590843"/>
              <a:gd name="connsiteX9" fmla="*/ 428183 w 428182"/>
              <a:gd name="connsiteY9" fmla="*/ 0 h 590843"/>
              <a:gd name="connsiteX10" fmla="*/ 428183 w 428182"/>
              <a:gd name="connsiteY10" fmla="*/ 126775 h 590843"/>
              <a:gd name="connsiteX11" fmla="*/ 156023 w 428182"/>
              <a:gd name="connsiteY11" fmla="*/ 126775 h 590843"/>
              <a:gd name="connsiteX12" fmla="*/ 156023 w 428182"/>
              <a:gd name="connsiteY12" fmla="*/ 238431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28182" h="590843">
                <a:moveTo>
                  <a:pt x="156023" y="238431"/>
                </a:moveTo>
                <a:lnTo>
                  <a:pt x="405894" y="238431"/>
                </a:lnTo>
                <a:lnTo>
                  <a:pt x="405894" y="346597"/>
                </a:lnTo>
                <a:lnTo>
                  <a:pt x="156023" y="346597"/>
                </a:lnTo>
                <a:lnTo>
                  <a:pt x="156023" y="464068"/>
                </a:lnTo>
                <a:lnTo>
                  <a:pt x="428183" y="464068"/>
                </a:lnTo>
                <a:lnTo>
                  <a:pt x="428183" y="590843"/>
                </a:lnTo>
                <a:lnTo>
                  <a:pt x="0" y="590843"/>
                </a:lnTo>
                <a:lnTo>
                  <a:pt x="0" y="0"/>
                </a:lnTo>
                <a:lnTo>
                  <a:pt x="428183" y="0"/>
                </a:lnTo>
                <a:lnTo>
                  <a:pt x="428183" y="126775"/>
                </a:lnTo>
                <a:lnTo>
                  <a:pt x="156023" y="126775"/>
                </a:lnTo>
                <a:lnTo>
                  <a:pt x="156023" y="238431"/>
                </a:lnTo>
                <a:close/>
              </a:path>
            </a:pathLst>
          </a:custGeom>
          <a:solidFill>
            <a:srgbClr val="7495C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6" name="Graphic 23">
            <a:extLst>
              <a:ext uri="{FF2B5EF4-FFF2-40B4-BE49-F238E27FC236}">
                <a16:creationId xmlns:a16="http://schemas.microsoft.com/office/drawing/2014/main" id="{9FA9D296-3BC5-934C-832E-7375D2FE9FD0}"/>
              </a:ext>
            </a:extLst>
          </p:cNvPr>
          <p:cNvGrpSpPr/>
          <p:nvPr/>
        </p:nvGrpSpPr>
        <p:grpSpPr>
          <a:xfrm>
            <a:off x="750415" y="1469999"/>
            <a:ext cx="4231383" cy="173298"/>
            <a:chOff x="750415" y="1469999"/>
            <a:chExt cx="4231383" cy="173298"/>
          </a:xfrm>
          <a:solidFill>
            <a:schemeClr val="bg1"/>
          </a:solidFill>
        </p:grpSpPr>
        <p:sp>
          <p:nvSpPr>
            <p:cNvPr id="37" name="Vrije vorm 36">
              <a:extLst>
                <a:ext uri="{FF2B5EF4-FFF2-40B4-BE49-F238E27FC236}">
                  <a16:creationId xmlns:a16="http://schemas.microsoft.com/office/drawing/2014/main" id="{16554102-2E24-1340-A699-7B5298AA3AA9}"/>
                </a:ext>
              </a:extLst>
            </p:cNvPr>
            <p:cNvSpPr/>
            <p:nvPr/>
          </p:nvSpPr>
          <p:spPr>
            <a:xfrm>
              <a:off x="75041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" name="Vrije vorm 37">
              <a:extLst>
                <a:ext uri="{FF2B5EF4-FFF2-40B4-BE49-F238E27FC236}">
                  <a16:creationId xmlns:a16="http://schemas.microsoft.com/office/drawing/2014/main" id="{CFA56B22-E49C-8741-872E-5D451DCEDEF5}"/>
                </a:ext>
              </a:extLst>
            </p:cNvPr>
            <p:cNvSpPr/>
            <p:nvPr/>
          </p:nvSpPr>
          <p:spPr>
            <a:xfrm>
              <a:off x="1038998" y="1472325"/>
              <a:ext cx="111444" cy="168646"/>
            </a:xfrm>
            <a:custGeom>
              <a:avLst/>
              <a:gdLst>
                <a:gd name="connsiteX0" fmla="*/ 0 w 111444"/>
                <a:gd name="connsiteY0" fmla="*/ 168646 h 168646"/>
                <a:gd name="connsiteX1" fmla="*/ 0 w 111444"/>
                <a:gd name="connsiteY1" fmla="*/ 0 h 168646"/>
                <a:gd name="connsiteX2" fmla="*/ 32847 w 111444"/>
                <a:gd name="connsiteY2" fmla="*/ 0 h 168646"/>
                <a:gd name="connsiteX3" fmla="*/ 32847 w 111444"/>
                <a:gd name="connsiteY3" fmla="*/ 67458 h 168646"/>
                <a:gd name="connsiteX4" fmla="*/ 78598 w 111444"/>
                <a:gd name="connsiteY4" fmla="*/ 67458 h 168646"/>
                <a:gd name="connsiteX5" fmla="*/ 78598 w 111444"/>
                <a:gd name="connsiteY5" fmla="*/ 0 h 168646"/>
                <a:gd name="connsiteX6" fmla="*/ 111445 w 111444"/>
                <a:gd name="connsiteY6" fmla="*/ 0 h 168646"/>
                <a:gd name="connsiteX7" fmla="*/ 111445 w 111444"/>
                <a:gd name="connsiteY7" fmla="*/ 168646 h 168646"/>
                <a:gd name="connsiteX8" fmla="*/ 78598 w 111444"/>
                <a:gd name="connsiteY8" fmla="*/ 168646 h 168646"/>
                <a:gd name="connsiteX9" fmla="*/ 78598 w 111444"/>
                <a:gd name="connsiteY9" fmla="*/ 95372 h 168646"/>
                <a:gd name="connsiteX10" fmla="*/ 32847 w 111444"/>
                <a:gd name="connsiteY10" fmla="*/ 95372 h 168646"/>
                <a:gd name="connsiteX11" fmla="*/ 32847 w 111444"/>
                <a:gd name="connsiteY11" fmla="*/ 168646 h 168646"/>
                <a:gd name="connsiteX12" fmla="*/ 0 w 111444"/>
                <a:gd name="connsiteY12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444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67458"/>
                  </a:lnTo>
                  <a:lnTo>
                    <a:pt x="78598" y="67458"/>
                  </a:lnTo>
                  <a:lnTo>
                    <a:pt x="78598" y="0"/>
                  </a:lnTo>
                  <a:lnTo>
                    <a:pt x="111445" y="0"/>
                  </a:lnTo>
                  <a:lnTo>
                    <a:pt x="111445" y="168646"/>
                  </a:lnTo>
                  <a:lnTo>
                    <a:pt x="78598" y="168646"/>
                  </a:lnTo>
                  <a:lnTo>
                    <a:pt x="78598" y="95372"/>
                  </a:lnTo>
                  <a:lnTo>
                    <a:pt x="32847" y="95372"/>
                  </a:lnTo>
                  <a:lnTo>
                    <a:pt x="32847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" name="Vrije vorm 38">
              <a:extLst>
                <a:ext uri="{FF2B5EF4-FFF2-40B4-BE49-F238E27FC236}">
                  <a16:creationId xmlns:a16="http://schemas.microsoft.com/office/drawing/2014/main" id="{5E4D70B1-7423-BB44-8065-DC3C6F845140}"/>
                </a:ext>
              </a:extLst>
            </p:cNvPr>
            <p:cNvSpPr/>
            <p:nvPr/>
          </p:nvSpPr>
          <p:spPr>
            <a:xfrm>
              <a:off x="1340486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" name="Vrije vorm 39">
              <a:extLst>
                <a:ext uri="{FF2B5EF4-FFF2-40B4-BE49-F238E27FC236}">
                  <a16:creationId xmlns:a16="http://schemas.microsoft.com/office/drawing/2014/main" id="{0CFF9FCE-48D3-7941-B71F-BC42D13B59A8}"/>
                </a:ext>
              </a:extLst>
            </p:cNvPr>
            <p:cNvSpPr/>
            <p:nvPr/>
          </p:nvSpPr>
          <p:spPr>
            <a:xfrm>
              <a:off x="1836708" y="1469999"/>
              <a:ext cx="109098" cy="173298"/>
            </a:xfrm>
            <a:custGeom>
              <a:avLst/>
              <a:gdLst>
                <a:gd name="connsiteX0" fmla="*/ 77425 w 109098"/>
                <a:gd name="connsiteY0" fmla="*/ 48849 h 173298"/>
                <a:gd name="connsiteX1" fmla="*/ 53963 w 109098"/>
                <a:gd name="connsiteY1" fmla="*/ 26751 h 173298"/>
                <a:gd name="connsiteX2" fmla="*/ 36366 w 109098"/>
                <a:gd name="connsiteY2" fmla="*/ 45360 h 173298"/>
                <a:gd name="connsiteX3" fmla="*/ 109099 w 109098"/>
                <a:gd name="connsiteY3" fmla="*/ 125612 h 173298"/>
                <a:gd name="connsiteX4" fmla="*/ 55136 w 109098"/>
                <a:gd name="connsiteY4" fmla="*/ 173298 h 173298"/>
                <a:gd name="connsiteX5" fmla="*/ 0 w 109098"/>
                <a:gd name="connsiteY5" fmla="*/ 125612 h 173298"/>
                <a:gd name="connsiteX6" fmla="*/ 31674 w 109098"/>
                <a:gd name="connsiteY6" fmla="*/ 118634 h 173298"/>
                <a:gd name="connsiteX7" fmla="*/ 56309 w 109098"/>
                <a:gd name="connsiteY7" fmla="*/ 146548 h 173298"/>
                <a:gd name="connsiteX8" fmla="*/ 76252 w 109098"/>
                <a:gd name="connsiteY8" fmla="*/ 126775 h 173298"/>
                <a:gd name="connsiteX9" fmla="*/ 3519 w 109098"/>
                <a:gd name="connsiteY9" fmla="*/ 47686 h 173298"/>
                <a:gd name="connsiteX10" fmla="*/ 55136 w 109098"/>
                <a:gd name="connsiteY10" fmla="*/ 0 h 173298"/>
                <a:gd name="connsiteX11" fmla="*/ 107926 w 109098"/>
                <a:gd name="connsiteY11" fmla="*/ 40708 h 173298"/>
                <a:gd name="connsiteX12" fmla="*/ 77425 w 109098"/>
                <a:gd name="connsiteY12" fmla="*/ 48849 h 17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098" h="173298">
                  <a:moveTo>
                    <a:pt x="77425" y="48849"/>
                  </a:moveTo>
                  <a:cubicBezTo>
                    <a:pt x="71559" y="32566"/>
                    <a:pt x="64521" y="26751"/>
                    <a:pt x="53963" y="26751"/>
                  </a:cubicBezTo>
                  <a:cubicBezTo>
                    <a:pt x="42232" y="26751"/>
                    <a:pt x="36366" y="33729"/>
                    <a:pt x="36366" y="45360"/>
                  </a:cubicBezTo>
                  <a:cubicBezTo>
                    <a:pt x="36366" y="70948"/>
                    <a:pt x="109099" y="72111"/>
                    <a:pt x="109099" y="125612"/>
                  </a:cubicBezTo>
                  <a:cubicBezTo>
                    <a:pt x="109099" y="154689"/>
                    <a:pt x="89156" y="173298"/>
                    <a:pt x="55136" y="173298"/>
                  </a:cubicBezTo>
                  <a:cubicBezTo>
                    <a:pt x="29328" y="173298"/>
                    <a:pt x="8212" y="159342"/>
                    <a:pt x="0" y="125612"/>
                  </a:cubicBezTo>
                  <a:lnTo>
                    <a:pt x="31674" y="118634"/>
                  </a:lnTo>
                  <a:cubicBezTo>
                    <a:pt x="35193" y="138406"/>
                    <a:pt x="46924" y="146548"/>
                    <a:pt x="56309" y="146548"/>
                  </a:cubicBezTo>
                  <a:cubicBezTo>
                    <a:pt x="68040" y="146548"/>
                    <a:pt x="76252" y="139569"/>
                    <a:pt x="76252" y="126775"/>
                  </a:cubicBezTo>
                  <a:cubicBezTo>
                    <a:pt x="76252" y="95372"/>
                    <a:pt x="3519" y="94209"/>
                    <a:pt x="3519" y="47686"/>
                  </a:cubicBezTo>
                  <a:cubicBezTo>
                    <a:pt x="3519" y="18609"/>
                    <a:pt x="21116" y="0"/>
                    <a:pt x="55136" y="0"/>
                  </a:cubicBezTo>
                  <a:cubicBezTo>
                    <a:pt x="84463" y="0"/>
                    <a:pt x="102060" y="17446"/>
                    <a:pt x="107926" y="40708"/>
                  </a:cubicBezTo>
                  <a:lnTo>
                    <a:pt x="77425" y="48849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" name="Vrije vorm 40">
              <a:extLst>
                <a:ext uri="{FF2B5EF4-FFF2-40B4-BE49-F238E27FC236}">
                  <a16:creationId xmlns:a16="http://schemas.microsoft.com/office/drawing/2014/main" id="{DEC79F91-541C-7045-9E9E-36365A1ECD57}"/>
                </a:ext>
              </a:extLst>
            </p:cNvPr>
            <p:cNvSpPr/>
            <p:nvPr/>
          </p:nvSpPr>
          <p:spPr>
            <a:xfrm>
              <a:off x="2122945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" name="Vrije vorm 41">
              <a:extLst>
                <a:ext uri="{FF2B5EF4-FFF2-40B4-BE49-F238E27FC236}">
                  <a16:creationId xmlns:a16="http://schemas.microsoft.com/office/drawing/2014/main" id="{E7B3D1CC-253D-AD41-B3FE-2C151EC409F7}"/>
                </a:ext>
              </a:extLst>
            </p:cNvPr>
            <p:cNvSpPr/>
            <p:nvPr/>
          </p:nvSpPr>
          <p:spPr>
            <a:xfrm>
              <a:off x="241035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4" name="Vrije vorm 43">
              <a:extLst>
                <a:ext uri="{FF2B5EF4-FFF2-40B4-BE49-F238E27FC236}">
                  <a16:creationId xmlns:a16="http://schemas.microsoft.com/office/drawing/2014/main" id="{B1DA59C9-476E-7E40-9B12-C99DDC6C49E4}"/>
                </a:ext>
              </a:extLst>
            </p:cNvPr>
            <p:cNvSpPr/>
            <p:nvPr/>
          </p:nvSpPr>
          <p:spPr>
            <a:xfrm>
              <a:off x="2687208" y="1472325"/>
              <a:ext cx="91502" cy="168646"/>
            </a:xfrm>
            <a:custGeom>
              <a:avLst/>
              <a:gdLst>
                <a:gd name="connsiteX0" fmla="*/ 0 w 91502"/>
                <a:gd name="connsiteY0" fmla="*/ 168646 h 168646"/>
                <a:gd name="connsiteX1" fmla="*/ 0 w 91502"/>
                <a:gd name="connsiteY1" fmla="*/ 0 h 168646"/>
                <a:gd name="connsiteX2" fmla="*/ 89156 w 91502"/>
                <a:gd name="connsiteY2" fmla="*/ 0 h 168646"/>
                <a:gd name="connsiteX3" fmla="*/ 89156 w 91502"/>
                <a:gd name="connsiteY3" fmla="*/ 27914 h 168646"/>
                <a:gd name="connsiteX4" fmla="*/ 32847 w 91502"/>
                <a:gd name="connsiteY4" fmla="*/ 27914 h 168646"/>
                <a:gd name="connsiteX5" fmla="*/ 32847 w 91502"/>
                <a:gd name="connsiteY5" fmla="*/ 66295 h 168646"/>
                <a:gd name="connsiteX6" fmla="*/ 76252 w 91502"/>
                <a:gd name="connsiteY6" fmla="*/ 66295 h 168646"/>
                <a:gd name="connsiteX7" fmla="*/ 76252 w 91502"/>
                <a:gd name="connsiteY7" fmla="*/ 95372 h 168646"/>
                <a:gd name="connsiteX8" fmla="*/ 32847 w 91502"/>
                <a:gd name="connsiteY8" fmla="*/ 95372 h 168646"/>
                <a:gd name="connsiteX9" fmla="*/ 32847 w 91502"/>
                <a:gd name="connsiteY9" fmla="*/ 139569 h 168646"/>
                <a:gd name="connsiteX10" fmla="*/ 91502 w 91502"/>
                <a:gd name="connsiteY10" fmla="*/ 139569 h 168646"/>
                <a:gd name="connsiteX11" fmla="*/ 91502 w 91502"/>
                <a:gd name="connsiteY11" fmla="*/ 167483 h 168646"/>
                <a:gd name="connsiteX12" fmla="*/ 0 w 91502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2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" name="Vrije vorm 44">
              <a:extLst>
                <a:ext uri="{FF2B5EF4-FFF2-40B4-BE49-F238E27FC236}">
                  <a16:creationId xmlns:a16="http://schemas.microsoft.com/office/drawing/2014/main" id="{20F5C915-14AF-1C46-9B06-BFC38A831ED4}"/>
                </a:ext>
              </a:extLst>
            </p:cNvPr>
            <p:cNvSpPr/>
            <p:nvPr/>
          </p:nvSpPr>
          <p:spPr>
            <a:xfrm>
              <a:off x="2964061" y="1472325"/>
              <a:ext cx="85636" cy="168646"/>
            </a:xfrm>
            <a:custGeom>
              <a:avLst/>
              <a:gdLst>
                <a:gd name="connsiteX0" fmla="*/ 0 w 85636"/>
                <a:gd name="connsiteY0" fmla="*/ 168646 h 168646"/>
                <a:gd name="connsiteX1" fmla="*/ 0 w 85636"/>
                <a:gd name="connsiteY1" fmla="*/ 0 h 168646"/>
                <a:gd name="connsiteX2" fmla="*/ 32847 w 85636"/>
                <a:gd name="connsiteY2" fmla="*/ 0 h 168646"/>
                <a:gd name="connsiteX3" fmla="*/ 32847 w 85636"/>
                <a:gd name="connsiteY3" fmla="*/ 139569 h 168646"/>
                <a:gd name="connsiteX4" fmla="*/ 85637 w 85636"/>
                <a:gd name="connsiteY4" fmla="*/ 139569 h 168646"/>
                <a:gd name="connsiteX5" fmla="*/ 85637 w 85636"/>
                <a:gd name="connsiteY5" fmla="*/ 167483 h 168646"/>
                <a:gd name="connsiteX6" fmla="*/ 0 w 85636"/>
                <a:gd name="connsiteY6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36" h="168646">
                  <a:moveTo>
                    <a:pt x="0" y="168646"/>
                  </a:moveTo>
                  <a:lnTo>
                    <a:pt x="0" y="0"/>
                  </a:lnTo>
                  <a:lnTo>
                    <a:pt x="32847" y="0"/>
                  </a:lnTo>
                  <a:lnTo>
                    <a:pt x="32847" y="139569"/>
                  </a:lnTo>
                  <a:lnTo>
                    <a:pt x="85637" y="139569"/>
                  </a:lnTo>
                  <a:lnTo>
                    <a:pt x="85637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" name="Vrije vorm 45">
              <a:extLst>
                <a:ext uri="{FF2B5EF4-FFF2-40B4-BE49-F238E27FC236}">
                  <a16:creationId xmlns:a16="http://schemas.microsoft.com/office/drawing/2014/main" id="{11B68D5C-CE8C-AF40-B68C-6ACF7B4CDA26}"/>
                </a:ext>
              </a:extLst>
            </p:cNvPr>
            <p:cNvSpPr/>
            <p:nvPr/>
          </p:nvSpPr>
          <p:spPr>
            <a:xfrm>
              <a:off x="3453245" y="1472325"/>
              <a:ext cx="84463" cy="168646"/>
            </a:xfrm>
            <a:custGeom>
              <a:avLst/>
              <a:gdLst>
                <a:gd name="connsiteX0" fmla="*/ 0 w 84463"/>
                <a:gd name="connsiteY0" fmla="*/ 168646 h 168646"/>
                <a:gd name="connsiteX1" fmla="*/ 0 w 84463"/>
                <a:gd name="connsiteY1" fmla="*/ 0 h 168646"/>
                <a:gd name="connsiteX2" fmla="*/ 84463 w 84463"/>
                <a:gd name="connsiteY2" fmla="*/ 0 h 168646"/>
                <a:gd name="connsiteX3" fmla="*/ 84463 w 84463"/>
                <a:gd name="connsiteY3" fmla="*/ 27914 h 168646"/>
                <a:gd name="connsiteX4" fmla="*/ 31674 w 84463"/>
                <a:gd name="connsiteY4" fmla="*/ 27914 h 168646"/>
                <a:gd name="connsiteX5" fmla="*/ 31674 w 84463"/>
                <a:gd name="connsiteY5" fmla="*/ 66295 h 168646"/>
                <a:gd name="connsiteX6" fmla="*/ 72732 w 84463"/>
                <a:gd name="connsiteY6" fmla="*/ 66295 h 168646"/>
                <a:gd name="connsiteX7" fmla="*/ 72732 w 84463"/>
                <a:gd name="connsiteY7" fmla="*/ 95372 h 168646"/>
                <a:gd name="connsiteX8" fmla="*/ 31674 w 84463"/>
                <a:gd name="connsiteY8" fmla="*/ 95372 h 168646"/>
                <a:gd name="connsiteX9" fmla="*/ 31674 w 84463"/>
                <a:gd name="connsiteY9" fmla="*/ 168646 h 168646"/>
                <a:gd name="connsiteX10" fmla="*/ 0 w 84463"/>
                <a:gd name="connsiteY10" fmla="*/ 168646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463" h="168646">
                  <a:moveTo>
                    <a:pt x="0" y="168646"/>
                  </a:moveTo>
                  <a:lnTo>
                    <a:pt x="0" y="0"/>
                  </a:lnTo>
                  <a:lnTo>
                    <a:pt x="84463" y="0"/>
                  </a:lnTo>
                  <a:lnTo>
                    <a:pt x="84463" y="27914"/>
                  </a:lnTo>
                  <a:lnTo>
                    <a:pt x="31674" y="27914"/>
                  </a:lnTo>
                  <a:lnTo>
                    <a:pt x="31674" y="66295"/>
                  </a:lnTo>
                  <a:lnTo>
                    <a:pt x="72732" y="66295"/>
                  </a:lnTo>
                  <a:lnTo>
                    <a:pt x="72732" y="95372"/>
                  </a:lnTo>
                  <a:lnTo>
                    <a:pt x="31674" y="95372"/>
                  </a:lnTo>
                  <a:lnTo>
                    <a:pt x="31674" y="168646"/>
                  </a:lnTo>
                  <a:lnTo>
                    <a:pt x="0" y="168646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" name="Vrije vorm 46">
              <a:extLst>
                <a:ext uri="{FF2B5EF4-FFF2-40B4-BE49-F238E27FC236}">
                  <a16:creationId xmlns:a16="http://schemas.microsoft.com/office/drawing/2014/main" id="{C60F389E-5396-D446-8D77-C39BF4200CC5}"/>
                </a:ext>
              </a:extLst>
            </p:cNvPr>
            <p:cNvSpPr/>
            <p:nvPr/>
          </p:nvSpPr>
          <p:spPr>
            <a:xfrm>
              <a:off x="3719539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" name="Vrije vorm 47">
              <a:extLst>
                <a:ext uri="{FF2B5EF4-FFF2-40B4-BE49-F238E27FC236}">
                  <a16:creationId xmlns:a16="http://schemas.microsoft.com/office/drawing/2014/main" id="{6A9B3ADF-BB7E-7C4E-B411-7398C139A0D1}"/>
                </a:ext>
              </a:extLst>
            </p:cNvPr>
            <p:cNvSpPr/>
            <p:nvPr/>
          </p:nvSpPr>
          <p:spPr>
            <a:xfrm>
              <a:off x="4010469" y="1472325"/>
              <a:ext cx="107925" cy="167483"/>
            </a:xfrm>
            <a:custGeom>
              <a:avLst/>
              <a:gdLst>
                <a:gd name="connsiteX0" fmla="*/ 107926 w 107925"/>
                <a:gd name="connsiteY0" fmla="*/ 0 h 167483"/>
                <a:gd name="connsiteX1" fmla="*/ 107926 w 107925"/>
                <a:gd name="connsiteY1" fmla="*/ 27914 h 167483"/>
                <a:gd name="connsiteX2" fmla="*/ 70386 w 107925"/>
                <a:gd name="connsiteY2" fmla="*/ 27914 h 167483"/>
                <a:gd name="connsiteX3" fmla="*/ 70386 w 107925"/>
                <a:gd name="connsiteY3" fmla="*/ 167483 h 167483"/>
                <a:gd name="connsiteX4" fmla="*/ 37539 w 107925"/>
                <a:gd name="connsiteY4" fmla="*/ 167483 h 167483"/>
                <a:gd name="connsiteX5" fmla="*/ 37539 w 107925"/>
                <a:gd name="connsiteY5" fmla="*/ 27914 h 167483"/>
                <a:gd name="connsiteX6" fmla="*/ 0 w 107925"/>
                <a:gd name="connsiteY6" fmla="*/ 27914 h 167483"/>
                <a:gd name="connsiteX7" fmla="*/ 0 w 107925"/>
                <a:gd name="connsiteY7" fmla="*/ 0 h 167483"/>
                <a:gd name="connsiteX8" fmla="*/ 107926 w 107925"/>
                <a:gd name="connsiteY8" fmla="*/ 0 h 16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5" h="167483">
                  <a:moveTo>
                    <a:pt x="107926" y="0"/>
                  </a:moveTo>
                  <a:lnTo>
                    <a:pt x="107926" y="27914"/>
                  </a:lnTo>
                  <a:lnTo>
                    <a:pt x="70386" y="27914"/>
                  </a:lnTo>
                  <a:lnTo>
                    <a:pt x="70386" y="167483"/>
                  </a:lnTo>
                  <a:lnTo>
                    <a:pt x="37539" y="167483"/>
                  </a:lnTo>
                  <a:lnTo>
                    <a:pt x="37539" y="27914"/>
                  </a:lnTo>
                  <a:lnTo>
                    <a:pt x="0" y="27914"/>
                  </a:lnTo>
                  <a:lnTo>
                    <a:pt x="0" y="0"/>
                  </a:lnTo>
                  <a:lnTo>
                    <a:pt x="107926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" name="Vrije vorm 48">
              <a:extLst>
                <a:ext uri="{FF2B5EF4-FFF2-40B4-BE49-F238E27FC236}">
                  <a16:creationId xmlns:a16="http://schemas.microsoft.com/office/drawing/2014/main" id="{81996044-CF1F-6444-B640-A8820309771A}"/>
                </a:ext>
              </a:extLst>
            </p:cNvPr>
            <p:cNvSpPr/>
            <p:nvPr/>
          </p:nvSpPr>
          <p:spPr>
            <a:xfrm>
              <a:off x="4299052" y="1472325"/>
              <a:ext cx="110271" cy="170972"/>
            </a:xfrm>
            <a:custGeom>
              <a:avLst/>
              <a:gdLst>
                <a:gd name="connsiteX0" fmla="*/ 31674 w 110271"/>
                <a:gd name="connsiteY0" fmla="*/ 0 h 170972"/>
                <a:gd name="connsiteX1" fmla="*/ 31674 w 110271"/>
                <a:gd name="connsiteY1" fmla="*/ 117471 h 170972"/>
                <a:gd name="connsiteX2" fmla="*/ 53963 w 110271"/>
                <a:gd name="connsiteY2" fmla="*/ 141895 h 170972"/>
                <a:gd name="connsiteX3" fmla="*/ 77425 w 110271"/>
                <a:gd name="connsiteY3" fmla="*/ 117471 h 170972"/>
                <a:gd name="connsiteX4" fmla="*/ 77425 w 110271"/>
                <a:gd name="connsiteY4" fmla="*/ 0 h 170972"/>
                <a:gd name="connsiteX5" fmla="*/ 110272 w 110271"/>
                <a:gd name="connsiteY5" fmla="*/ 0 h 170972"/>
                <a:gd name="connsiteX6" fmla="*/ 110272 w 110271"/>
                <a:gd name="connsiteY6" fmla="*/ 118634 h 170972"/>
                <a:gd name="connsiteX7" fmla="*/ 55136 w 110271"/>
                <a:gd name="connsiteY7" fmla="*/ 170972 h 170972"/>
                <a:gd name="connsiteX8" fmla="*/ 0 w 110271"/>
                <a:gd name="connsiteY8" fmla="*/ 118634 h 170972"/>
                <a:gd name="connsiteX9" fmla="*/ 0 w 110271"/>
                <a:gd name="connsiteY9" fmla="*/ 0 h 170972"/>
                <a:gd name="connsiteX10" fmla="*/ 31674 w 110271"/>
                <a:gd name="connsiteY10" fmla="*/ 0 h 17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71" h="170972">
                  <a:moveTo>
                    <a:pt x="31674" y="0"/>
                  </a:moveTo>
                  <a:lnTo>
                    <a:pt x="31674" y="117471"/>
                  </a:lnTo>
                  <a:cubicBezTo>
                    <a:pt x="31674" y="133754"/>
                    <a:pt x="38712" y="141895"/>
                    <a:pt x="53963" y="141895"/>
                  </a:cubicBezTo>
                  <a:cubicBezTo>
                    <a:pt x="69213" y="141895"/>
                    <a:pt x="77425" y="133754"/>
                    <a:pt x="77425" y="117471"/>
                  </a:cubicBezTo>
                  <a:lnTo>
                    <a:pt x="77425" y="0"/>
                  </a:lnTo>
                  <a:lnTo>
                    <a:pt x="110272" y="0"/>
                  </a:lnTo>
                  <a:lnTo>
                    <a:pt x="110272" y="118634"/>
                  </a:lnTo>
                  <a:cubicBezTo>
                    <a:pt x="110272" y="155852"/>
                    <a:pt x="87983" y="170972"/>
                    <a:pt x="55136" y="170972"/>
                  </a:cubicBezTo>
                  <a:cubicBezTo>
                    <a:pt x="22289" y="170972"/>
                    <a:pt x="0" y="155852"/>
                    <a:pt x="0" y="118634"/>
                  </a:cubicBezTo>
                  <a:lnTo>
                    <a:pt x="0" y="0"/>
                  </a:lnTo>
                  <a:lnTo>
                    <a:pt x="31674" y="0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" name="Vrije vorm 49">
              <a:extLst>
                <a:ext uri="{FF2B5EF4-FFF2-40B4-BE49-F238E27FC236}">
                  <a16:creationId xmlns:a16="http://schemas.microsoft.com/office/drawing/2014/main" id="{C6965F6D-18D3-EE44-8AC9-2871A2739C59}"/>
                </a:ext>
              </a:extLst>
            </p:cNvPr>
            <p:cNvSpPr/>
            <p:nvPr/>
          </p:nvSpPr>
          <p:spPr>
            <a:xfrm>
              <a:off x="4599367" y="1472325"/>
              <a:ext cx="110271" cy="168646"/>
            </a:xfrm>
            <a:custGeom>
              <a:avLst/>
              <a:gdLst>
                <a:gd name="connsiteX0" fmla="*/ 77425 w 110271"/>
                <a:gd name="connsiteY0" fmla="*/ 168646 h 168646"/>
                <a:gd name="connsiteX1" fmla="*/ 49270 w 110271"/>
                <a:gd name="connsiteY1" fmla="*/ 100025 h 168646"/>
                <a:gd name="connsiteX2" fmla="*/ 32847 w 110271"/>
                <a:gd name="connsiteY2" fmla="*/ 100025 h 168646"/>
                <a:gd name="connsiteX3" fmla="*/ 32847 w 110271"/>
                <a:gd name="connsiteY3" fmla="*/ 168646 h 168646"/>
                <a:gd name="connsiteX4" fmla="*/ 0 w 110271"/>
                <a:gd name="connsiteY4" fmla="*/ 168646 h 168646"/>
                <a:gd name="connsiteX5" fmla="*/ 0 w 110271"/>
                <a:gd name="connsiteY5" fmla="*/ 0 h 168646"/>
                <a:gd name="connsiteX6" fmla="*/ 46924 w 110271"/>
                <a:gd name="connsiteY6" fmla="*/ 0 h 168646"/>
                <a:gd name="connsiteX7" fmla="*/ 104406 w 110271"/>
                <a:gd name="connsiteY7" fmla="*/ 50012 h 168646"/>
                <a:gd name="connsiteX8" fmla="*/ 78598 w 110271"/>
                <a:gd name="connsiteY8" fmla="*/ 93046 h 168646"/>
                <a:gd name="connsiteX9" fmla="*/ 110272 w 110271"/>
                <a:gd name="connsiteY9" fmla="*/ 168646 h 168646"/>
                <a:gd name="connsiteX10" fmla="*/ 77425 w 110271"/>
                <a:gd name="connsiteY10" fmla="*/ 168646 h 168646"/>
                <a:gd name="connsiteX11" fmla="*/ 32847 w 110271"/>
                <a:gd name="connsiteY11" fmla="*/ 73274 h 168646"/>
                <a:gd name="connsiteX12" fmla="*/ 49270 w 110271"/>
                <a:gd name="connsiteY12" fmla="*/ 73274 h 168646"/>
                <a:gd name="connsiteX13" fmla="*/ 72732 w 110271"/>
                <a:gd name="connsiteY13" fmla="*/ 50012 h 168646"/>
                <a:gd name="connsiteX14" fmla="*/ 49270 w 110271"/>
                <a:gd name="connsiteY14" fmla="*/ 26751 h 168646"/>
                <a:gd name="connsiteX15" fmla="*/ 32847 w 110271"/>
                <a:gd name="connsiteY15" fmla="*/ 26751 h 168646"/>
                <a:gd name="connsiteX16" fmla="*/ 32847 w 110271"/>
                <a:gd name="connsiteY16" fmla="*/ 73274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271" h="168646">
                  <a:moveTo>
                    <a:pt x="77425" y="168646"/>
                  </a:moveTo>
                  <a:lnTo>
                    <a:pt x="49270" y="100025"/>
                  </a:lnTo>
                  <a:lnTo>
                    <a:pt x="32847" y="100025"/>
                  </a:lnTo>
                  <a:lnTo>
                    <a:pt x="32847" y="168646"/>
                  </a:lnTo>
                  <a:lnTo>
                    <a:pt x="0" y="168646"/>
                  </a:lnTo>
                  <a:lnTo>
                    <a:pt x="0" y="0"/>
                  </a:lnTo>
                  <a:lnTo>
                    <a:pt x="46924" y="0"/>
                  </a:lnTo>
                  <a:cubicBezTo>
                    <a:pt x="85636" y="0"/>
                    <a:pt x="104406" y="18609"/>
                    <a:pt x="104406" y="50012"/>
                  </a:cubicBezTo>
                  <a:cubicBezTo>
                    <a:pt x="104406" y="70948"/>
                    <a:pt x="97367" y="86068"/>
                    <a:pt x="78598" y="93046"/>
                  </a:cubicBezTo>
                  <a:lnTo>
                    <a:pt x="110272" y="168646"/>
                  </a:lnTo>
                  <a:lnTo>
                    <a:pt x="77425" y="168646"/>
                  </a:lnTo>
                  <a:close/>
                  <a:moveTo>
                    <a:pt x="32847" y="73274"/>
                  </a:moveTo>
                  <a:lnTo>
                    <a:pt x="49270" y="73274"/>
                  </a:lnTo>
                  <a:cubicBezTo>
                    <a:pt x="63348" y="73274"/>
                    <a:pt x="72732" y="66295"/>
                    <a:pt x="72732" y="50012"/>
                  </a:cubicBezTo>
                  <a:cubicBezTo>
                    <a:pt x="72732" y="33729"/>
                    <a:pt x="64521" y="26751"/>
                    <a:pt x="49270" y="26751"/>
                  </a:cubicBezTo>
                  <a:lnTo>
                    <a:pt x="32847" y="26751"/>
                  </a:lnTo>
                  <a:lnTo>
                    <a:pt x="32847" y="73274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" name="Vrije vorm 50">
              <a:extLst>
                <a:ext uri="{FF2B5EF4-FFF2-40B4-BE49-F238E27FC236}">
                  <a16:creationId xmlns:a16="http://schemas.microsoft.com/office/drawing/2014/main" id="{49C34BC4-B72E-C946-9511-2E9080052311}"/>
                </a:ext>
              </a:extLst>
            </p:cNvPr>
            <p:cNvSpPr/>
            <p:nvPr/>
          </p:nvSpPr>
          <p:spPr>
            <a:xfrm>
              <a:off x="4890296" y="1472325"/>
              <a:ext cx="91501" cy="168646"/>
            </a:xfrm>
            <a:custGeom>
              <a:avLst/>
              <a:gdLst>
                <a:gd name="connsiteX0" fmla="*/ 0 w 91501"/>
                <a:gd name="connsiteY0" fmla="*/ 168646 h 168646"/>
                <a:gd name="connsiteX1" fmla="*/ 0 w 91501"/>
                <a:gd name="connsiteY1" fmla="*/ 0 h 168646"/>
                <a:gd name="connsiteX2" fmla="*/ 89156 w 91501"/>
                <a:gd name="connsiteY2" fmla="*/ 0 h 168646"/>
                <a:gd name="connsiteX3" fmla="*/ 89156 w 91501"/>
                <a:gd name="connsiteY3" fmla="*/ 27914 h 168646"/>
                <a:gd name="connsiteX4" fmla="*/ 32847 w 91501"/>
                <a:gd name="connsiteY4" fmla="*/ 27914 h 168646"/>
                <a:gd name="connsiteX5" fmla="*/ 32847 w 91501"/>
                <a:gd name="connsiteY5" fmla="*/ 66295 h 168646"/>
                <a:gd name="connsiteX6" fmla="*/ 76252 w 91501"/>
                <a:gd name="connsiteY6" fmla="*/ 66295 h 168646"/>
                <a:gd name="connsiteX7" fmla="*/ 76252 w 91501"/>
                <a:gd name="connsiteY7" fmla="*/ 95372 h 168646"/>
                <a:gd name="connsiteX8" fmla="*/ 32847 w 91501"/>
                <a:gd name="connsiteY8" fmla="*/ 95372 h 168646"/>
                <a:gd name="connsiteX9" fmla="*/ 32847 w 91501"/>
                <a:gd name="connsiteY9" fmla="*/ 139569 h 168646"/>
                <a:gd name="connsiteX10" fmla="*/ 91502 w 91501"/>
                <a:gd name="connsiteY10" fmla="*/ 139569 h 168646"/>
                <a:gd name="connsiteX11" fmla="*/ 91502 w 91501"/>
                <a:gd name="connsiteY11" fmla="*/ 167483 h 168646"/>
                <a:gd name="connsiteX12" fmla="*/ 0 w 91501"/>
                <a:gd name="connsiteY12" fmla="*/ 167483 h 16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01" h="168646">
                  <a:moveTo>
                    <a:pt x="0" y="168646"/>
                  </a:moveTo>
                  <a:lnTo>
                    <a:pt x="0" y="0"/>
                  </a:lnTo>
                  <a:lnTo>
                    <a:pt x="89156" y="0"/>
                  </a:lnTo>
                  <a:lnTo>
                    <a:pt x="89156" y="27914"/>
                  </a:lnTo>
                  <a:lnTo>
                    <a:pt x="32847" y="27914"/>
                  </a:lnTo>
                  <a:lnTo>
                    <a:pt x="32847" y="66295"/>
                  </a:lnTo>
                  <a:lnTo>
                    <a:pt x="76252" y="66295"/>
                  </a:lnTo>
                  <a:lnTo>
                    <a:pt x="76252" y="95372"/>
                  </a:lnTo>
                  <a:lnTo>
                    <a:pt x="32847" y="95372"/>
                  </a:lnTo>
                  <a:lnTo>
                    <a:pt x="32847" y="139569"/>
                  </a:lnTo>
                  <a:lnTo>
                    <a:pt x="91502" y="139569"/>
                  </a:lnTo>
                  <a:lnTo>
                    <a:pt x="91502" y="167483"/>
                  </a:lnTo>
                  <a:lnTo>
                    <a:pt x="0" y="167483"/>
                  </a:lnTo>
                  <a:close/>
                </a:path>
              </a:pathLst>
            </a:custGeom>
            <a:grpFill/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9715" y="5279665"/>
            <a:ext cx="7832035" cy="522661"/>
          </a:xfrm>
        </p:spPr>
        <p:txBody>
          <a:bodyPr anchor="b">
            <a:noAutofit/>
          </a:bodyPr>
          <a:lstStyle>
            <a:lvl1pPr>
              <a:defRPr sz="3600"/>
            </a:lvl1pPr>
          </a:lstStyle>
          <a:p>
            <a:r>
              <a:rPr lang="nl-NL"/>
              <a:t>Presentation </a:t>
            </a:r>
            <a:r>
              <a:rPr lang="nl-NL" err="1"/>
              <a:t>Title</a:t>
            </a:r>
            <a:endParaRPr lang="nl-NL"/>
          </a:p>
        </p:txBody>
      </p:sp>
      <p:sp>
        <p:nvSpPr>
          <p:cNvPr id="43" name="Tijdelijke aanduiding voor afbeelding 42">
            <a:extLst>
              <a:ext uri="{FF2B5EF4-FFF2-40B4-BE49-F238E27FC236}">
                <a16:creationId xmlns:a16="http://schemas.microsoft.com/office/drawing/2014/main" id="{70C665E7-3DC3-C84E-9DEE-9655F59491D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4611757"/>
          </a:xfrm>
          <a:custGeom>
            <a:avLst/>
            <a:gdLst>
              <a:gd name="connsiteX0" fmla="*/ 744550 w 12192000"/>
              <a:gd name="connsiteY0" fmla="*/ 1438597 h 4611757"/>
              <a:gd name="connsiteX1" fmla="*/ 744550 w 12192000"/>
              <a:gd name="connsiteY1" fmla="*/ 1672375 h 4611757"/>
              <a:gd name="connsiteX2" fmla="*/ 4972415 w 12192000"/>
              <a:gd name="connsiteY2" fmla="*/ 1672375 h 4611757"/>
              <a:gd name="connsiteX3" fmla="*/ 4972415 w 12192000"/>
              <a:gd name="connsiteY3" fmla="*/ 1640972 h 4611757"/>
              <a:gd name="connsiteX4" fmla="*/ 4977107 w 12192000"/>
              <a:gd name="connsiteY4" fmla="*/ 1640972 h 4611757"/>
              <a:gd name="connsiteX5" fmla="*/ 4977107 w 12192000"/>
              <a:gd name="connsiteY5" fmla="*/ 1613058 h 4611757"/>
              <a:gd name="connsiteX6" fmla="*/ 4972415 w 12192000"/>
              <a:gd name="connsiteY6" fmla="*/ 1613058 h 4611757"/>
              <a:gd name="connsiteX7" fmla="*/ 4972415 w 12192000"/>
              <a:gd name="connsiteY7" fmla="*/ 1501403 h 4611757"/>
              <a:gd name="connsiteX8" fmla="*/ 4974760 w 12192000"/>
              <a:gd name="connsiteY8" fmla="*/ 1501403 h 4611757"/>
              <a:gd name="connsiteX9" fmla="*/ 4974760 w 12192000"/>
              <a:gd name="connsiteY9" fmla="*/ 1473489 h 4611757"/>
              <a:gd name="connsiteX10" fmla="*/ 4972415 w 12192000"/>
              <a:gd name="connsiteY10" fmla="*/ 1473489 h 4611757"/>
              <a:gd name="connsiteX11" fmla="*/ 4972415 w 12192000"/>
              <a:gd name="connsiteY11" fmla="*/ 1438597 h 4611757"/>
              <a:gd name="connsiteX12" fmla="*/ 4043317 w 12192000"/>
              <a:gd name="connsiteY12" fmla="*/ 901256 h 4611757"/>
              <a:gd name="connsiteX13" fmla="*/ 4180570 w 12192000"/>
              <a:gd name="connsiteY13" fmla="*/ 901256 h 4611757"/>
              <a:gd name="connsiteX14" fmla="*/ 4259169 w 12192000"/>
              <a:gd name="connsiteY14" fmla="*/ 991976 h 4611757"/>
              <a:gd name="connsiteX15" fmla="*/ 4259169 w 12192000"/>
              <a:gd name="connsiteY15" fmla="*/ 1123404 h 4611757"/>
              <a:gd name="connsiteX16" fmla="*/ 4180570 w 12192000"/>
              <a:gd name="connsiteY16" fmla="*/ 1222265 h 4611757"/>
              <a:gd name="connsiteX17" fmla="*/ 4043317 w 12192000"/>
              <a:gd name="connsiteY17" fmla="*/ 1222265 h 4611757"/>
              <a:gd name="connsiteX18" fmla="*/ 2139371 w 12192000"/>
              <a:gd name="connsiteY18" fmla="*/ 901256 h 4611757"/>
              <a:gd name="connsiteX19" fmla="*/ 2260200 w 12192000"/>
              <a:gd name="connsiteY19" fmla="*/ 901256 h 4611757"/>
              <a:gd name="connsiteX20" fmla="*/ 2324721 w 12192000"/>
              <a:gd name="connsiteY20" fmla="*/ 967551 h 4611757"/>
              <a:gd name="connsiteX21" fmla="*/ 2260200 w 12192000"/>
              <a:gd name="connsiteY21" fmla="*/ 1058271 h 4611757"/>
              <a:gd name="connsiteX22" fmla="*/ 2139371 w 12192000"/>
              <a:gd name="connsiteY22" fmla="*/ 1058271 h 4611757"/>
              <a:gd name="connsiteX23" fmla="*/ 1570415 w 12192000"/>
              <a:gd name="connsiteY23" fmla="*/ 901256 h 4611757"/>
              <a:gd name="connsiteX24" fmla="*/ 1680687 w 12192000"/>
              <a:gd name="connsiteY24" fmla="*/ 995465 h 4611757"/>
              <a:gd name="connsiteX25" fmla="*/ 1680687 w 12192000"/>
              <a:gd name="connsiteY25" fmla="*/ 1126893 h 4611757"/>
              <a:gd name="connsiteX26" fmla="*/ 1570415 w 12192000"/>
              <a:gd name="connsiteY26" fmla="*/ 1222265 h 4611757"/>
              <a:gd name="connsiteX27" fmla="*/ 1460143 w 12192000"/>
              <a:gd name="connsiteY27" fmla="*/ 1126893 h 4611757"/>
              <a:gd name="connsiteX28" fmla="*/ 1460143 w 12192000"/>
              <a:gd name="connsiteY28" fmla="*/ 995465 h 4611757"/>
              <a:gd name="connsiteX29" fmla="*/ 1570415 w 12192000"/>
              <a:gd name="connsiteY29" fmla="*/ 901256 h 4611757"/>
              <a:gd name="connsiteX30" fmla="*/ 4544233 w 12192000"/>
              <a:gd name="connsiteY30" fmla="*/ 766339 h 4611757"/>
              <a:gd name="connsiteX31" fmla="*/ 4544233 w 12192000"/>
              <a:gd name="connsiteY31" fmla="*/ 1357182 h 4611757"/>
              <a:gd name="connsiteX32" fmla="*/ 4972415 w 12192000"/>
              <a:gd name="connsiteY32" fmla="*/ 1357182 h 4611757"/>
              <a:gd name="connsiteX33" fmla="*/ 4972415 w 12192000"/>
              <a:gd name="connsiteY33" fmla="*/ 1230407 h 4611757"/>
              <a:gd name="connsiteX34" fmla="*/ 4700256 w 12192000"/>
              <a:gd name="connsiteY34" fmla="*/ 1230407 h 4611757"/>
              <a:gd name="connsiteX35" fmla="*/ 4700256 w 12192000"/>
              <a:gd name="connsiteY35" fmla="*/ 1112936 h 4611757"/>
              <a:gd name="connsiteX36" fmla="*/ 4950127 w 12192000"/>
              <a:gd name="connsiteY36" fmla="*/ 1112936 h 4611757"/>
              <a:gd name="connsiteX37" fmla="*/ 4950127 w 12192000"/>
              <a:gd name="connsiteY37" fmla="*/ 1004770 h 4611757"/>
              <a:gd name="connsiteX38" fmla="*/ 4700256 w 12192000"/>
              <a:gd name="connsiteY38" fmla="*/ 1004770 h 4611757"/>
              <a:gd name="connsiteX39" fmla="*/ 4700256 w 12192000"/>
              <a:gd name="connsiteY39" fmla="*/ 893114 h 4611757"/>
              <a:gd name="connsiteX40" fmla="*/ 4972415 w 12192000"/>
              <a:gd name="connsiteY40" fmla="*/ 893114 h 4611757"/>
              <a:gd name="connsiteX41" fmla="*/ 4972415 w 12192000"/>
              <a:gd name="connsiteY41" fmla="*/ 766339 h 4611757"/>
              <a:gd name="connsiteX42" fmla="*/ 3887294 w 12192000"/>
              <a:gd name="connsiteY42" fmla="*/ 766339 h 4611757"/>
              <a:gd name="connsiteX43" fmla="*/ 3887294 w 12192000"/>
              <a:gd name="connsiteY43" fmla="*/ 1357182 h 4611757"/>
              <a:gd name="connsiteX44" fmla="*/ 4205205 w 12192000"/>
              <a:gd name="connsiteY44" fmla="*/ 1357182 h 4611757"/>
              <a:gd name="connsiteX45" fmla="*/ 4419883 w 12192000"/>
              <a:gd name="connsiteY45" fmla="*/ 1123404 h 4611757"/>
              <a:gd name="connsiteX46" fmla="*/ 4419883 w 12192000"/>
              <a:gd name="connsiteY46" fmla="*/ 991976 h 4611757"/>
              <a:gd name="connsiteX47" fmla="*/ 4184089 w 12192000"/>
              <a:gd name="connsiteY47" fmla="*/ 766339 h 4611757"/>
              <a:gd name="connsiteX48" fmla="*/ 3601057 w 12192000"/>
              <a:gd name="connsiteY48" fmla="*/ 766339 h 4611757"/>
              <a:gd name="connsiteX49" fmla="*/ 3601057 w 12192000"/>
              <a:gd name="connsiteY49" fmla="*/ 1357182 h 4611757"/>
              <a:gd name="connsiteX50" fmla="*/ 3757080 w 12192000"/>
              <a:gd name="connsiteY50" fmla="*/ 1357182 h 4611757"/>
              <a:gd name="connsiteX51" fmla="*/ 3757080 w 12192000"/>
              <a:gd name="connsiteY51" fmla="*/ 766339 h 4611757"/>
              <a:gd name="connsiteX52" fmla="*/ 2637939 w 12192000"/>
              <a:gd name="connsiteY52" fmla="*/ 766339 h 4611757"/>
              <a:gd name="connsiteX53" fmla="*/ 2637939 w 12192000"/>
              <a:gd name="connsiteY53" fmla="*/ 1357182 h 4611757"/>
              <a:gd name="connsiteX54" fmla="*/ 2793962 w 12192000"/>
              <a:gd name="connsiteY54" fmla="*/ 1357182 h 4611757"/>
              <a:gd name="connsiteX55" fmla="*/ 2793962 w 12192000"/>
              <a:gd name="connsiteY55" fmla="*/ 766339 h 4611757"/>
              <a:gd name="connsiteX56" fmla="*/ 1983348 w 12192000"/>
              <a:gd name="connsiteY56" fmla="*/ 766339 h 4611757"/>
              <a:gd name="connsiteX57" fmla="*/ 1983348 w 12192000"/>
              <a:gd name="connsiteY57" fmla="*/ 1357182 h 4611757"/>
              <a:gd name="connsiteX58" fmla="*/ 2139371 w 12192000"/>
              <a:gd name="connsiteY58" fmla="*/ 1357182 h 4611757"/>
              <a:gd name="connsiteX59" fmla="*/ 2139371 w 12192000"/>
              <a:gd name="connsiteY59" fmla="*/ 1193188 h 4611757"/>
              <a:gd name="connsiteX60" fmla="*/ 2260200 w 12192000"/>
              <a:gd name="connsiteY60" fmla="*/ 1193188 h 4611757"/>
              <a:gd name="connsiteX61" fmla="*/ 2324721 w 12192000"/>
              <a:gd name="connsiteY61" fmla="*/ 1266462 h 4611757"/>
              <a:gd name="connsiteX62" fmla="*/ 2324721 w 12192000"/>
              <a:gd name="connsiteY62" fmla="*/ 1357182 h 4611757"/>
              <a:gd name="connsiteX63" fmla="*/ 2480744 w 12192000"/>
              <a:gd name="connsiteY63" fmla="*/ 1357182 h 4611757"/>
              <a:gd name="connsiteX64" fmla="*/ 2480744 w 12192000"/>
              <a:gd name="connsiteY64" fmla="*/ 1230407 h 4611757"/>
              <a:gd name="connsiteX65" fmla="*/ 2375165 w 12192000"/>
              <a:gd name="connsiteY65" fmla="*/ 1126893 h 4611757"/>
              <a:gd name="connsiteX66" fmla="*/ 2375165 w 12192000"/>
              <a:gd name="connsiteY66" fmla="*/ 1121077 h 4611757"/>
              <a:gd name="connsiteX67" fmla="*/ 2486609 w 12192000"/>
              <a:gd name="connsiteY67" fmla="*/ 941964 h 4611757"/>
              <a:gd name="connsiteX68" fmla="*/ 2284836 w 12192000"/>
              <a:gd name="connsiteY68" fmla="*/ 766339 h 4611757"/>
              <a:gd name="connsiteX69" fmla="*/ 1570415 w 12192000"/>
              <a:gd name="connsiteY69" fmla="*/ 766339 h 4611757"/>
              <a:gd name="connsiteX70" fmla="*/ 1299428 w 12192000"/>
              <a:gd name="connsiteY70" fmla="*/ 979182 h 4611757"/>
              <a:gd name="connsiteX71" fmla="*/ 1299428 w 12192000"/>
              <a:gd name="connsiteY71" fmla="*/ 1144339 h 4611757"/>
              <a:gd name="connsiteX72" fmla="*/ 1571588 w 12192000"/>
              <a:gd name="connsiteY72" fmla="*/ 1356019 h 4611757"/>
              <a:gd name="connsiteX73" fmla="*/ 1842575 w 12192000"/>
              <a:gd name="connsiteY73" fmla="*/ 1143176 h 4611757"/>
              <a:gd name="connsiteX74" fmla="*/ 1842575 w 12192000"/>
              <a:gd name="connsiteY74" fmla="*/ 979182 h 4611757"/>
              <a:gd name="connsiteX75" fmla="*/ 1570415 w 12192000"/>
              <a:gd name="connsiteY75" fmla="*/ 766339 h 4611757"/>
              <a:gd name="connsiteX76" fmla="*/ 996768 w 12192000"/>
              <a:gd name="connsiteY76" fmla="*/ 766339 h 4611757"/>
              <a:gd name="connsiteX77" fmla="*/ 996768 w 12192000"/>
              <a:gd name="connsiteY77" fmla="*/ 1173416 h 4611757"/>
              <a:gd name="connsiteX78" fmla="*/ 941632 w 12192000"/>
              <a:gd name="connsiteY78" fmla="*/ 1222265 h 4611757"/>
              <a:gd name="connsiteX79" fmla="*/ 893535 w 12192000"/>
              <a:gd name="connsiteY79" fmla="*/ 1157133 h 4611757"/>
              <a:gd name="connsiteX80" fmla="*/ 893535 w 12192000"/>
              <a:gd name="connsiteY80" fmla="*/ 1109447 h 4611757"/>
              <a:gd name="connsiteX81" fmla="*/ 744551 w 12192000"/>
              <a:gd name="connsiteY81" fmla="*/ 1109447 h 4611757"/>
              <a:gd name="connsiteX82" fmla="*/ 744551 w 12192000"/>
              <a:gd name="connsiteY82" fmla="*/ 1157133 h 4611757"/>
              <a:gd name="connsiteX83" fmla="*/ 940459 w 12192000"/>
              <a:gd name="connsiteY83" fmla="*/ 1357182 h 4611757"/>
              <a:gd name="connsiteX84" fmla="*/ 1151618 w 12192000"/>
              <a:gd name="connsiteY84" fmla="*/ 1173416 h 4611757"/>
              <a:gd name="connsiteX85" fmla="*/ 1151618 w 12192000"/>
              <a:gd name="connsiteY85" fmla="*/ 766339 h 4611757"/>
              <a:gd name="connsiteX86" fmla="*/ 3190471 w 12192000"/>
              <a:gd name="connsiteY86" fmla="*/ 765175 h 4611757"/>
              <a:gd name="connsiteX87" fmla="*/ 2942946 w 12192000"/>
              <a:gd name="connsiteY87" fmla="*/ 943126 h 4611757"/>
              <a:gd name="connsiteX88" fmla="*/ 3171701 w 12192000"/>
              <a:gd name="connsiteY88" fmla="*/ 1118750 h 4611757"/>
              <a:gd name="connsiteX89" fmla="*/ 3205721 w 12192000"/>
              <a:gd name="connsiteY89" fmla="*/ 1121077 h 4611757"/>
              <a:gd name="connsiteX90" fmla="*/ 3287838 w 12192000"/>
              <a:gd name="connsiteY90" fmla="*/ 1175741 h 4611757"/>
              <a:gd name="connsiteX91" fmla="*/ 3190471 w 12192000"/>
              <a:gd name="connsiteY91" fmla="*/ 1229243 h 4611757"/>
              <a:gd name="connsiteX92" fmla="*/ 3091930 w 12192000"/>
              <a:gd name="connsiteY92" fmla="*/ 1162947 h 4611757"/>
              <a:gd name="connsiteX93" fmla="*/ 2941773 w 12192000"/>
              <a:gd name="connsiteY93" fmla="*/ 1162947 h 4611757"/>
              <a:gd name="connsiteX94" fmla="*/ 3190471 w 12192000"/>
              <a:gd name="connsiteY94" fmla="*/ 1357181 h 4611757"/>
              <a:gd name="connsiteX95" fmla="*/ 3445034 w 12192000"/>
              <a:gd name="connsiteY95" fmla="*/ 1166437 h 4611757"/>
              <a:gd name="connsiteX96" fmla="*/ 3228010 w 12192000"/>
              <a:gd name="connsiteY96" fmla="*/ 998953 h 4611757"/>
              <a:gd name="connsiteX97" fmla="*/ 3163489 w 12192000"/>
              <a:gd name="connsiteY97" fmla="*/ 994301 h 4611757"/>
              <a:gd name="connsiteX98" fmla="*/ 3098969 w 12192000"/>
              <a:gd name="connsiteY98" fmla="*/ 943126 h 4611757"/>
              <a:gd name="connsiteX99" fmla="*/ 3190471 w 12192000"/>
              <a:gd name="connsiteY99" fmla="*/ 893113 h 4611757"/>
              <a:gd name="connsiteX100" fmla="*/ 3278454 w 12192000"/>
              <a:gd name="connsiteY100" fmla="*/ 952430 h 4611757"/>
              <a:gd name="connsiteX101" fmla="*/ 3428611 w 12192000"/>
              <a:gd name="connsiteY101" fmla="*/ 952430 h 4611757"/>
              <a:gd name="connsiteX102" fmla="*/ 3428611 w 12192000"/>
              <a:gd name="connsiteY102" fmla="*/ 928006 h 4611757"/>
              <a:gd name="connsiteX103" fmla="*/ 3190471 w 12192000"/>
              <a:gd name="connsiteY103" fmla="*/ 765175 h 4611757"/>
              <a:gd name="connsiteX104" fmla="*/ 0 w 12192000"/>
              <a:gd name="connsiteY104" fmla="*/ 0 h 4611757"/>
              <a:gd name="connsiteX105" fmla="*/ 12192000 w 12192000"/>
              <a:gd name="connsiteY105" fmla="*/ 0 h 4611757"/>
              <a:gd name="connsiteX106" fmla="*/ 12192000 w 12192000"/>
              <a:gd name="connsiteY106" fmla="*/ 4611757 h 4611757"/>
              <a:gd name="connsiteX107" fmla="*/ 0 w 12192000"/>
              <a:gd name="connsiteY107" fmla="*/ 4611757 h 4611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12192000" h="4611757">
                <a:moveTo>
                  <a:pt x="744550" y="1438597"/>
                </a:moveTo>
                <a:lnTo>
                  <a:pt x="744550" y="1672375"/>
                </a:lnTo>
                <a:lnTo>
                  <a:pt x="4972415" y="1672375"/>
                </a:lnTo>
                <a:lnTo>
                  <a:pt x="4972415" y="1640972"/>
                </a:lnTo>
                <a:lnTo>
                  <a:pt x="4977107" y="1640972"/>
                </a:lnTo>
                <a:lnTo>
                  <a:pt x="4977107" y="1613058"/>
                </a:lnTo>
                <a:lnTo>
                  <a:pt x="4972415" y="1613058"/>
                </a:lnTo>
                <a:lnTo>
                  <a:pt x="4972415" y="1501403"/>
                </a:lnTo>
                <a:lnTo>
                  <a:pt x="4974760" y="1501403"/>
                </a:lnTo>
                <a:lnTo>
                  <a:pt x="4974760" y="1473489"/>
                </a:lnTo>
                <a:lnTo>
                  <a:pt x="4972415" y="1473489"/>
                </a:lnTo>
                <a:lnTo>
                  <a:pt x="4972415" y="1438597"/>
                </a:lnTo>
                <a:close/>
                <a:moveTo>
                  <a:pt x="4043317" y="901256"/>
                </a:moveTo>
                <a:lnTo>
                  <a:pt x="4180570" y="901256"/>
                </a:lnTo>
                <a:cubicBezTo>
                  <a:pt x="4234533" y="901256"/>
                  <a:pt x="4259169" y="916376"/>
                  <a:pt x="4259169" y="991976"/>
                </a:cubicBezTo>
                <a:lnTo>
                  <a:pt x="4259169" y="1123404"/>
                </a:lnTo>
                <a:cubicBezTo>
                  <a:pt x="4259169" y="1183884"/>
                  <a:pt x="4238052" y="1222265"/>
                  <a:pt x="4180570" y="1222265"/>
                </a:cubicBezTo>
                <a:lnTo>
                  <a:pt x="4043317" y="1222265"/>
                </a:lnTo>
                <a:close/>
                <a:moveTo>
                  <a:pt x="2139371" y="901256"/>
                </a:moveTo>
                <a:lnTo>
                  <a:pt x="2260200" y="901256"/>
                </a:lnTo>
                <a:cubicBezTo>
                  <a:pt x="2311817" y="901256"/>
                  <a:pt x="2324721" y="915213"/>
                  <a:pt x="2324721" y="967551"/>
                </a:cubicBezTo>
                <a:cubicBezTo>
                  <a:pt x="2324721" y="1033847"/>
                  <a:pt x="2327067" y="1058271"/>
                  <a:pt x="2260200" y="1058271"/>
                </a:cubicBezTo>
                <a:lnTo>
                  <a:pt x="2139371" y="1058271"/>
                </a:lnTo>
                <a:close/>
                <a:moveTo>
                  <a:pt x="1570415" y="901256"/>
                </a:moveTo>
                <a:cubicBezTo>
                  <a:pt x="1651359" y="901256"/>
                  <a:pt x="1680687" y="909397"/>
                  <a:pt x="1680687" y="995465"/>
                </a:cubicBezTo>
                <a:lnTo>
                  <a:pt x="1680687" y="1126893"/>
                </a:lnTo>
                <a:cubicBezTo>
                  <a:pt x="1680687" y="1214124"/>
                  <a:pt x="1651359" y="1222265"/>
                  <a:pt x="1570415" y="1222265"/>
                </a:cubicBezTo>
                <a:cubicBezTo>
                  <a:pt x="1489471" y="1222265"/>
                  <a:pt x="1462489" y="1214124"/>
                  <a:pt x="1460143" y="1126893"/>
                </a:cubicBezTo>
                <a:lnTo>
                  <a:pt x="1460143" y="995465"/>
                </a:lnTo>
                <a:cubicBezTo>
                  <a:pt x="1462489" y="909397"/>
                  <a:pt x="1489471" y="901256"/>
                  <a:pt x="1570415" y="901256"/>
                </a:cubicBezTo>
                <a:close/>
                <a:moveTo>
                  <a:pt x="4544233" y="766339"/>
                </a:moveTo>
                <a:lnTo>
                  <a:pt x="4544233" y="1357182"/>
                </a:lnTo>
                <a:lnTo>
                  <a:pt x="4972415" y="1357182"/>
                </a:lnTo>
                <a:lnTo>
                  <a:pt x="4972415" y="1230407"/>
                </a:lnTo>
                <a:lnTo>
                  <a:pt x="4700256" y="1230407"/>
                </a:lnTo>
                <a:lnTo>
                  <a:pt x="4700256" y="1112936"/>
                </a:lnTo>
                <a:lnTo>
                  <a:pt x="4950127" y="1112936"/>
                </a:lnTo>
                <a:lnTo>
                  <a:pt x="4950127" y="1004770"/>
                </a:lnTo>
                <a:lnTo>
                  <a:pt x="4700256" y="1004770"/>
                </a:lnTo>
                <a:lnTo>
                  <a:pt x="4700256" y="893114"/>
                </a:lnTo>
                <a:lnTo>
                  <a:pt x="4972415" y="893114"/>
                </a:lnTo>
                <a:lnTo>
                  <a:pt x="4972415" y="766339"/>
                </a:lnTo>
                <a:close/>
                <a:moveTo>
                  <a:pt x="3887294" y="766339"/>
                </a:moveTo>
                <a:lnTo>
                  <a:pt x="3887294" y="1357182"/>
                </a:lnTo>
                <a:lnTo>
                  <a:pt x="4205205" y="1357182"/>
                </a:lnTo>
                <a:cubicBezTo>
                  <a:pt x="4368267" y="1357182"/>
                  <a:pt x="4419883" y="1282745"/>
                  <a:pt x="4419883" y="1123404"/>
                </a:cubicBezTo>
                <a:lnTo>
                  <a:pt x="4419883" y="991976"/>
                </a:lnTo>
                <a:cubicBezTo>
                  <a:pt x="4419883" y="826819"/>
                  <a:pt x="4347152" y="766339"/>
                  <a:pt x="4184089" y="766339"/>
                </a:cubicBezTo>
                <a:close/>
                <a:moveTo>
                  <a:pt x="3601057" y="766339"/>
                </a:moveTo>
                <a:lnTo>
                  <a:pt x="3601057" y="1357182"/>
                </a:lnTo>
                <a:lnTo>
                  <a:pt x="3757080" y="1357182"/>
                </a:lnTo>
                <a:lnTo>
                  <a:pt x="3757080" y="766339"/>
                </a:lnTo>
                <a:close/>
                <a:moveTo>
                  <a:pt x="2637939" y="766339"/>
                </a:moveTo>
                <a:lnTo>
                  <a:pt x="2637939" y="1357182"/>
                </a:lnTo>
                <a:lnTo>
                  <a:pt x="2793962" y="1357182"/>
                </a:lnTo>
                <a:lnTo>
                  <a:pt x="2793962" y="766339"/>
                </a:lnTo>
                <a:close/>
                <a:moveTo>
                  <a:pt x="1983348" y="766339"/>
                </a:moveTo>
                <a:lnTo>
                  <a:pt x="1983348" y="1357182"/>
                </a:lnTo>
                <a:lnTo>
                  <a:pt x="2139371" y="1357182"/>
                </a:lnTo>
                <a:lnTo>
                  <a:pt x="2139371" y="1193188"/>
                </a:lnTo>
                <a:lnTo>
                  <a:pt x="2260200" y="1193188"/>
                </a:lnTo>
                <a:cubicBezTo>
                  <a:pt x="2307125" y="1193188"/>
                  <a:pt x="2325894" y="1223428"/>
                  <a:pt x="2324721" y="1266462"/>
                </a:cubicBezTo>
                <a:lnTo>
                  <a:pt x="2324721" y="1357182"/>
                </a:lnTo>
                <a:lnTo>
                  <a:pt x="2480744" y="1357182"/>
                </a:lnTo>
                <a:lnTo>
                  <a:pt x="2480744" y="1230407"/>
                </a:lnTo>
                <a:cubicBezTo>
                  <a:pt x="2480744" y="1164111"/>
                  <a:pt x="2439685" y="1129219"/>
                  <a:pt x="2375165" y="1126893"/>
                </a:cubicBezTo>
                <a:lnTo>
                  <a:pt x="2375165" y="1121077"/>
                </a:lnTo>
                <a:cubicBezTo>
                  <a:pt x="2486609" y="1095490"/>
                  <a:pt x="2486609" y="1038499"/>
                  <a:pt x="2486609" y="941964"/>
                </a:cubicBezTo>
                <a:cubicBezTo>
                  <a:pt x="2486609" y="797742"/>
                  <a:pt x="2419743" y="768665"/>
                  <a:pt x="2284836" y="766339"/>
                </a:cubicBezTo>
                <a:close/>
                <a:moveTo>
                  <a:pt x="1570415" y="766339"/>
                </a:moveTo>
                <a:cubicBezTo>
                  <a:pt x="1412046" y="766339"/>
                  <a:pt x="1299428" y="800068"/>
                  <a:pt x="1299428" y="979182"/>
                </a:cubicBezTo>
                <a:lnTo>
                  <a:pt x="1299428" y="1144339"/>
                </a:lnTo>
                <a:cubicBezTo>
                  <a:pt x="1299428" y="1323453"/>
                  <a:pt x="1412046" y="1357182"/>
                  <a:pt x="1571588" y="1356019"/>
                </a:cubicBezTo>
                <a:cubicBezTo>
                  <a:pt x="1729957" y="1356019"/>
                  <a:pt x="1842575" y="1322290"/>
                  <a:pt x="1842575" y="1143176"/>
                </a:cubicBezTo>
                <a:lnTo>
                  <a:pt x="1842575" y="979182"/>
                </a:lnTo>
                <a:cubicBezTo>
                  <a:pt x="1842575" y="800068"/>
                  <a:pt x="1729957" y="766339"/>
                  <a:pt x="1570415" y="766339"/>
                </a:cubicBezTo>
                <a:close/>
                <a:moveTo>
                  <a:pt x="996768" y="766339"/>
                </a:moveTo>
                <a:lnTo>
                  <a:pt x="996768" y="1173416"/>
                </a:lnTo>
                <a:cubicBezTo>
                  <a:pt x="996768" y="1209471"/>
                  <a:pt x="989730" y="1222265"/>
                  <a:pt x="941632" y="1222265"/>
                </a:cubicBezTo>
                <a:cubicBezTo>
                  <a:pt x="899401" y="1222265"/>
                  <a:pt x="893535" y="1204819"/>
                  <a:pt x="893535" y="1157133"/>
                </a:cubicBezTo>
                <a:lnTo>
                  <a:pt x="893535" y="1109447"/>
                </a:lnTo>
                <a:lnTo>
                  <a:pt x="744551" y="1109447"/>
                </a:lnTo>
                <a:lnTo>
                  <a:pt x="744551" y="1157133"/>
                </a:lnTo>
                <a:cubicBezTo>
                  <a:pt x="744551" y="1318801"/>
                  <a:pt x="778571" y="1357182"/>
                  <a:pt x="940459" y="1357182"/>
                </a:cubicBezTo>
                <a:cubicBezTo>
                  <a:pt x="1104694" y="1357182"/>
                  <a:pt x="1151618" y="1329268"/>
                  <a:pt x="1151618" y="1173416"/>
                </a:cubicBezTo>
                <a:lnTo>
                  <a:pt x="1151618" y="766339"/>
                </a:lnTo>
                <a:close/>
                <a:moveTo>
                  <a:pt x="3190471" y="765175"/>
                </a:moveTo>
                <a:cubicBezTo>
                  <a:pt x="3037967" y="765175"/>
                  <a:pt x="2942946" y="776806"/>
                  <a:pt x="2942946" y="943126"/>
                </a:cubicBezTo>
                <a:cubicBezTo>
                  <a:pt x="2942946" y="1109446"/>
                  <a:pt x="3027410" y="1108283"/>
                  <a:pt x="3171701" y="1118750"/>
                </a:cubicBezTo>
                <a:lnTo>
                  <a:pt x="3205721" y="1121077"/>
                </a:lnTo>
                <a:cubicBezTo>
                  <a:pt x="3279627" y="1125729"/>
                  <a:pt x="3287838" y="1125729"/>
                  <a:pt x="3287838" y="1175741"/>
                </a:cubicBezTo>
                <a:cubicBezTo>
                  <a:pt x="3287838" y="1224590"/>
                  <a:pt x="3264376" y="1229243"/>
                  <a:pt x="3190471" y="1229243"/>
                </a:cubicBezTo>
                <a:cubicBezTo>
                  <a:pt x="3114219" y="1229243"/>
                  <a:pt x="3091930" y="1223427"/>
                  <a:pt x="3091930" y="1162947"/>
                </a:cubicBezTo>
                <a:lnTo>
                  <a:pt x="2941773" y="1162947"/>
                </a:lnTo>
                <a:cubicBezTo>
                  <a:pt x="2941773" y="1353692"/>
                  <a:pt x="3041487" y="1357181"/>
                  <a:pt x="3190471" y="1357181"/>
                </a:cubicBezTo>
                <a:cubicBezTo>
                  <a:pt x="3448554" y="1357181"/>
                  <a:pt x="3445034" y="1262972"/>
                  <a:pt x="3445034" y="1166437"/>
                </a:cubicBezTo>
                <a:cubicBezTo>
                  <a:pt x="3445034" y="1032683"/>
                  <a:pt x="3401629" y="1011747"/>
                  <a:pt x="3228010" y="998953"/>
                </a:cubicBezTo>
                <a:lnTo>
                  <a:pt x="3163489" y="994301"/>
                </a:lnTo>
                <a:cubicBezTo>
                  <a:pt x="3121258" y="990812"/>
                  <a:pt x="3098969" y="989649"/>
                  <a:pt x="3098969" y="943126"/>
                </a:cubicBezTo>
                <a:cubicBezTo>
                  <a:pt x="3098969" y="910560"/>
                  <a:pt x="3106007" y="893113"/>
                  <a:pt x="3190471" y="893113"/>
                </a:cubicBezTo>
                <a:cubicBezTo>
                  <a:pt x="3253818" y="893113"/>
                  <a:pt x="3278454" y="893113"/>
                  <a:pt x="3278454" y="952430"/>
                </a:cubicBezTo>
                <a:lnTo>
                  <a:pt x="3428611" y="952430"/>
                </a:lnTo>
                <a:lnTo>
                  <a:pt x="3428611" y="928006"/>
                </a:lnTo>
                <a:cubicBezTo>
                  <a:pt x="3428611" y="767501"/>
                  <a:pt x="3318339" y="765175"/>
                  <a:pt x="3190471" y="765175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4611757"/>
                </a:lnTo>
                <a:lnTo>
                  <a:pt x="0" y="461175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defRPr sz="1400">
                <a:solidFill>
                  <a:schemeClr val="bg1"/>
                </a:solidFill>
              </a:defRPr>
            </a:lvl1pPr>
          </a:lstStyle>
          <a:p>
            <a:r>
              <a:rPr lang="nl-NL"/>
              <a:t>Image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533B953C-C203-AA46-AD43-0A3DBC55833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9715" y="5802326"/>
            <a:ext cx="2905539" cy="369332"/>
          </a:xfrm>
        </p:spPr>
        <p:txBody>
          <a:bodyPr wrap="none">
            <a:spAutoFit/>
          </a:bodyPr>
          <a:lstStyle/>
          <a:p>
            <a:pPr lvl="0"/>
            <a:r>
              <a:rPr lang="nl-NL"/>
              <a:t>PRESENTATION SUBTITLE</a:t>
            </a:r>
          </a:p>
        </p:txBody>
      </p:sp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A086EAD-441A-E741-8CF4-D1621AA7B5F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117496" y="5079117"/>
            <a:ext cx="2488758" cy="1326358"/>
          </a:xfrm>
        </p:spPr>
        <p:txBody>
          <a:bodyPr anchor="ctr">
            <a:normAutofit/>
          </a:bodyPr>
          <a:lstStyle>
            <a:lvl1pPr algn="ctr">
              <a:defRPr sz="1400"/>
            </a:lvl1pPr>
          </a:lstStyle>
          <a:p>
            <a:r>
              <a:rPr lang="nl-NL"/>
              <a:t>Logo </a:t>
            </a:r>
            <a:r>
              <a:rPr lang="nl-NL" err="1"/>
              <a:t>client</a:t>
            </a:r>
            <a:endParaRPr lang="nl-NL"/>
          </a:p>
        </p:txBody>
      </p:sp>
      <p:pic>
        <p:nvPicPr>
          <p:cNvPr id="52" name="Afbeelding 51">
            <a:extLst>
              <a:ext uri="{FF2B5EF4-FFF2-40B4-BE49-F238E27FC236}">
                <a16:creationId xmlns:a16="http://schemas.microsoft.com/office/drawing/2014/main" id="{E6AFC442-0032-5D46-B7DD-2FA07983F1E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53" name="Afbeelding 52">
            <a:extLst>
              <a:ext uri="{FF2B5EF4-FFF2-40B4-BE49-F238E27FC236}">
                <a16:creationId xmlns:a16="http://schemas.microsoft.com/office/drawing/2014/main" id="{0F65FFD2-F7E8-4747-8F6F-06A95F65325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  <p:pic>
        <p:nvPicPr>
          <p:cNvPr id="2" name="Afbeelding 1">
            <a:extLst>
              <a:ext uri="{FF2B5EF4-FFF2-40B4-BE49-F238E27FC236}">
                <a16:creationId xmlns:a16="http://schemas.microsoft.com/office/drawing/2014/main" id="{E749CF64-861C-C249-AD0D-04CFDE5D6D3F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-3658753" y="1437433"/>
            <a:ext cx="36576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037939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aseline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Afbeelding 2">
            <a:extLst>
              <a:ext uri="{FF2B5EF4-FFF2-40B4-BE49-F238E27FC236}">
                <a16:creationId xmlns:a16="http://schemas.microsoft.com/office/drawing/2014/main" id="{69412429-927D-964E-B18E-11452CBDFCF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0" y="0"/>
            <a:ext cx="12192000" cy="6864626"/>
          </a:xfrm>
          <a:prstGeom prst="rect">
            <a:avLst/>
          </a:prstGeom>
        </p:spPr>
      </p:pic>
      <p:sp>
        <p:nvSpPr>
          <p:cNvPr id="9" name="Vrije vorm 8">
            <a:extLst>
              <a:ext uri="{FF2B5EF4-FFF2-40B4-BE49-F238E27FC236}">
                <a16:creationId xmlns:a16="http://schemas.microsoft.com/office/drawing/2014/main" id="{F3D36C18-5AE8-2146-9D33-5E134260552C}"/>
              </a:ext>
            </a:extLst>
          </p:cNvPr>
          <p:cNvSpPr/>
          <p:nvPr/>
        </p:nvSpPr>
        <p:spPr>
          <a:xfrm>
            <a:off x="766763" y="1014641"/>
            <a:ext cx="407066" cy="590843"/>
          </a:xfrm>
          <a:custGeom>
            <a:avLst/>
            <a:gdLst>
              <a:gd name="connsiteX0" fmla="*/ 407067 w 407066"/>
              <a:gd name="connsiteY0" fmla="*/ 0 h 590843"/>
              <a:gd name="connsiteX1" fmla="*/ 407067 w 407066"/>
              <a:gd name="connsiteY1" fmla="*/ 407077 h 590843"/>
              <a:gd name="connsiteX2" fmla="*/ 195908 w 407066"/>
              <a:gd name="connsiteY2" fmla="*/ 590843 h 590843"/>
              <a:gd name="connsiteX3" fmla="*/ 0 w 407066"/>
              <a:gd name="connsiteY3" fmla="*/ 390794 h 590843"/>
              <a:gd name="connsiteX4" fmla="*/ 0 w 407066"/>
              <a:gd name="connsiteY4" fmla="*/ 343108 h 590843"/>
              <a:gd name="connsiteX5" fmla="*/ 148984 w 407066"/>
              <a:gd name="connsiteY5" fmla="*/ 343108 h 590843"/>
              <a:gd name="connsiteX6" fmla="*/ 148984 w 407066"/>
              <a:gd name="connsiteY6" fmla="*/ 390794 h 590843"/>
              <a:gd name="connsiteX7" fmla="*/ 197081 w 407066"/>
              <a:gd name="connsiteY7" fmla="*/ 455926 h 590843"/>
              <a:gd name="connsiteX8" fmla="*/ 252217 w 407066"/>
              <a:gd name="connsiteY8" fmla="*/ 407077 h 590843"/>
              <a:gd name="connsiteX9" fmla="*/ 252217 w 407066"/>
              <a:gd name="connsiteY9" fmla="*/ 0 h 590843"/>
              <a:gd name="connsiteX10" fmla="*/ 407067 w 407066"/>
              <a:gd name="connsiteY10" fmla="*/ 0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7066" h="590843">
                <a:moveTo>
                  <a:pt x="407067" y="0"/>
                </a:moveTo>
                <a:lnTo>
                  <a:pt x="407067" y="407077"/>
                </a:lnTo>
                <a:cubicBezTo>
                  <a:pt x="407067" y="562929"/>
                  <a:pt x="360143" y="590843"/>
                  <a:pt x="195908" y="590843"/>
                </a:cubicBezTo>
                <a:cubicBezTo>
                  <a:pt x="34020" y="590843"/>
                  <a:pt x="0" y="552462"/>
                  <a:pt x="0" y="390794"/>
                </a:cubicBezTo>
                <a:lnTo>
                  <a:pt x="0" y="343108"/>
                </a:lnTo>
                <a:lnTo>
                  <a:pt x="148984" y="343108"/>
                </a:lnTo>
                <a:lnTo>
                  <a:pt x="148984" y="390794"/>
                </a:lnTo>
                <a:cubicBezTo>
                  <a:pt x="148984" y="438480"/>
                  <a:pt x="154850" y="455926"/>
                  <a:pt x="197081" y="455926"/>
                </a:cubicBezTo>
                <a:cubicBezTo>
                  <a:pt x="245179" y="455926"/>
                  <a:pt x="252217" y="443132"/>
                  <a:pt x="252217" y="407077"/>
                </a:cubicBezTo>
                <a:lnTo>
                  <a:pt x="252217" y="0"/>
                </a:lnTo>
                <a:lnTo>
                  <a:pt x="407067" y="0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0" name="Vrije vorm 9">
            <a:extLst>
              <a:ext uri="{FF2B5EF4-FFF2-40B4-BE49-F238E27FC236}">
                <a16:creationId xmlns:a16="http://schemas.microsoft.com/office/drawing/2014/main" id="{33F66215-B8D3-1641-879C-965F810C4BD7}"/>
              </a:ext>
            </a:extLst>
          </p:cNvPr>
          <p:cNvSpPr/>
          <p:nvPr/>
        </p:nvSpPr>
        <p:spPr>
          <a:xfrm>
            <a:off x="1321640" y="1014641"/>
            <a:ext cx="543146" cy="589708"/>
          </a:xfrm>
          <a:custGeom>
            <a:avLst/>
            <a:gdLst>
              <a:gd name="connsiteX0" fmla="*/ 0 w 543146"/>
              <a:gd name="connsiteY0" fmla="*/ 378000 h 589708"/>
              <a:gd name="connsiteX1" fmla="*/ 0 w 543146"/>
              <a:gd name="connsiteY1" fmla="*/ 212843 h 589708"/>
              <a:gd name="connsiteX2" fmla="*/ 270987 w 543146"/>
              <a:gd name="connsiteY2" fmla="*/ 0 h 589708"/>
              <a:gd name="connsiteX3" fmla="*/ 543147 w 543146"/>
              <a:gd name="connsiteY3" fmla="*/ 212843 h 589708"/>
              <a:gd name="connsiteX4" fmla="*/ 543147 w 543146"/>
              <a:gd name="connsiteY4" fmla="*/ 376837 h 589708"/>
              <a:gd name="connsiteX5" fmla="*/ 272160 w 543146"/>
              <a:gd name="connsiteY5" fmla="*/ 589680 h 589708"/>
              <a:gd name="connsiteX6" fmla="*/ 0 w 543146"/>
              <a:gd name="connsiteY6" fmla="*/ 378000 h 589708"/>
              <a:gd name="connsiteX7" fmla="*/ 381259 w 543146"/>
              <a:gd name="connsiteY7" fmla="*/ 360554 h 589708"/>
              <a:gd name="connsiteX8" fmla="*/ 381259 w 543146"/>
              <a:gd name="connsiteY8" fmla="*/ 229126 h 589708"/>
              <a:gd name="connsiteX9" fmla="*/ 270987 w 543146"/>
              <a:gd name="connsiteY9" fmla="*/ 134917 h 589708"/>
              <a:gd name="connsiteX10" fmla="*/ 160715 w 543146"/>
              <a:gd name="connsiteY10" fmla="*/ 229126 h 589708"/>
              <a:gd name="connsiteX11" fmla="*/ 160715 w 543146"/>
              <a:gd name="connsiteY11" fmla="*/ 360554 h 589708"/>
              <a:gd name="connsiteX12" fmla="*/ 270987 w 543146"/>
              <a:gd name="connsiteY12" fmla="*/ 455926 h 589708"/>
              <a:gd name="connsiteX13" fmla="*/ 381259 w 543146"/>
              <a:gd name="connsiteY13" fmla="*/ 360554 h 589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43146" h="589708">
                <a:moveTo>
                  <a:pt x="0" y="378000"/>
                </a:moveTo>
                <a:lnTo>
                  <a:pt x="0" y="212843"/>
                </a:lnTo>
                <a:cubicBezTo>
                  <a:pt x="0" y="33729"/>
                  <a:pt x="112618" y="0"/>
                  <a:pt x="270987" y="0"/>
                </a:cubicBezTo>
                <a:cubicBezTo>
                  <a:pt x="430529" y="0"/>
                  <a:pt x="543147" y="33729"/>
                  <a:pt x="543147" y="212843"/>
                </a:cubicBezTo>
                <a:lnTo>
                  <a:pt x="543147" y="376837"/>
                </a:lnTo>
                <a:cubicBezTo>
                  <a:pt x="543147" y="555951"/>
                  <a:pt x="430529" y="589680"/>
                  <a:pt x="272160" y="589680"/>
                </a:cubicBezTo>
                <a:cubicBezTo>
                  <a:pt x="112618" y="590843"/>
                  <a:pt x="0" y="557114"/>
                  <a:pt x="0" y="378000"/>
                </a:cubicBezTo>
                <a:close/>
                <a:moveTo>
                  <a:pt x="381259" y="360554"/>
                </a:moveTo>
                <a:lnTo>
                  <a:pt x="381259" y="229126"/>
                </a:lnTo>
                <a:cubicBezTo>
                  <a:pt x="381259" y="143058"/>
                  <a:pt x="351931" y="134917"/>
                  <a:pt x="270987" y="134917"/>
                </a:cubicBezTo>
                <a:cubicBezTo>
                  <a:pt x="190043" y="134917"/>
                  <a:pt x="163061" y="143058"/>
                  <a:pt x="160715" y="229126"/>
                </a:cubicBezTo>
                <a:lnTo>
                  <a:pt x="160715" y="360554"/>
                </a:lnTo>
                <a:cubicBezTo>
                  <a:pt x="163061" y="447785"/>
                  <a:pt x="190043" y="455926"/>
                  <a:pt x="270987" y="455926"/>
                </a:cubicBezTo>
                <a:cubicBezTo>
                  <a:pt x="351931" y="455926"/>
                  <a:pt x="381259" y="447785"/>
                  <a:pt x="381259" y="360554"/>
                </a:cubicBez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1" name="Vrije vorm 10">
            <a:extLst>
              <a:ext uri="{FF2B5EF4-FFF2-40B4-BE49-F238E27FC236}">
                <a16:creationId xmlns:a16="http://schemas.microsoft.com/office/drawing/2014/main" id="{B990F311-7739-5D45-B0FF-14C191CE0977}"/>
              </a:ext>
            </a:extLst>
          </p:cNvPr>
          <p:cNvSpPr/>
          <p:nvPr/>
        </p:nvSpPr>
        <p:spPr>
          <a:xfrm>
            <a:off x="2005560" y="1014641"/>
            <a:ext cx="503261" cy="590843"/>
          </a:xfrm>
          <a:custGeom>
            <a:avLst/>
            <a:gdLst>
              <a:gd name="connsiteX0" fmla="*/ 0 w 503261"/>
              <a:gd name="connsiteY0" fmla="*/ 0 h 590843"/>
              <a:gd name="connsiteX1" fmla="*/ 301488 w 503261"/>
              <a:gd name="connsiteY1" fmla="*/ 0 h 590843"/>
              <a:gd name="connsiteX2" fmla="*/ 503261 w 503261"/>
              <a:gd name="connsiteY2" fmla="*/ 175625 h 590843"/>
              <a:gd name="connsiteX3" fmla="*/ 391817 w 503261"/>
              <a:gd name="connsiteY3" fmla="*/ 354738 h 590843"/>
              <a:gd name="connsiteX4" fmla="*/ 391817 w 503261"/>
              <a:gd name="connsiteY4" fmla="*/ 360554 h 590843"/>
              <a:gd name="connsiteX5" fmla="*/ 497396 w 503261"/>
              <a:gd name="connsiteY5" fmla="*/ 464068 h 590843"/>
              <a:gd name="connsiteX6" fmla="*/ 497396 w 503261"/>
              <a:gd name="connsiteY6" fmla="*/ 590843 h 590843"/>
              <a:gd name="connsiteX7" fmla="*/ 341373 w 503261"/>
              <a:gd name="connsiteY7" fmla="*/ 590843 h 590843"/>
              <a:gd name="connsiteX8" fmla="*/ 341373 w 503261"/>
              <a:gd name="connsiteY8" fmla="*/ 500123 h 590843"/>
              <a:gd name="connsiteX9" fmla="*/ 276852 w 503261"/>
              <a:gd name="connsiteY9" fmla="*/ 426849 h 590843"/>
              <a:gd name="connsiteX10" fmla="*/ 156023 w 503261"/>
              <a:gd name="connsiteY10" fmla="*/ 426849 h 590843"/>
              <a:gd name="connsiteX11" fmla="*/ 156023 w 503261"/>
              <a:gd name="connsiteY11" fmla="*/ 590843 h 590843"/>
              <a:gd name="connsiteX12" fmla="*/ 0 w 503261"/>
              <a:gd name="connsiteY12" fmla="*/ 590843 h 590843"/>
              <a:gd name="connsiteX13" fmla="*/ 0 w 503261"/>
              <a:gd name="connsiteY13" fmla="*/ 0 h 590843"/>
              <a:gd name="connsiteX14" fmla="*/ 276852 w 503261"/>
              <a:gd name="connsiteY14" fmla="*/ 291932 h 590843"/>
              <a:gd name="connsiteX15" fmla="*/ 341373 w 503261"/>
              <a:gd name="connsiteY15" fmla="*/ 201212 h 590843"/>
              <a:gd name="connsiteX16" fmla="*/ 276852 w 503261"/>
              <a:gd name="connsiteY16" fmla="*/ 134917 h 590843"/>
              <a:gd name="connsiteX17" fmla="*/ 156023 w 503261"/>
              <a:gd name="connsiteY17" fmla="*/ 134917 h 590843"/>
              <a:gd name="connsiteX18" fmla="*/ 156023 w 503261"/>
              <a:gd name="connsiteY18" fmla="*/ 291932 h 590843"/>
              <a:gd name="connsiteX19" fmla="*/ 276852 w 503261"/>
              <a:gd name="connsiteY19" fmla="*/ 291932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503261" h="590843">
                <a:moveTo>
                  <a:pt x="0" y="0"/>
                </a:moveTo>
                <a:lnTo>
                  <a:pt x="301488" y="0"/>
                </a:lnTo>
                <a:cubicBezTo>
                  <a:pt x="436395" y="2326"/>
                  <a:pt x="503261" y="31403"/>
                  <a:pt x="503261" y="175625"/>
                </a:cubicBezTo>
                <a:cubicBezTo>
                  <a:pt x="503261" y="272160"/>
                  <a:pt x="503261" y="329151"/>
                  <a:pt x="391817" y="354738"/>
                </a:cubicBezTo>
                <a:lnTo>
                  <a:pt x="391817" y="360554"/>
                </a:lnTo>
                <a:cubicBezTo>
                  <a:pt x="456337" y="362880"/>
                  <a:pt x="497396" y="397772"/>
                  <a:pt x="497396" y="464068"/>
                </a:cubicBezTo>
                <a:lnTo>
                  <a:pt x="497396" y="590843"/>
                </a:lnTo>
                <a:lnTo>
                  <a:pt x="341373" y="590843"/>
                </a:lnTo>
                <a:lnTo>
                  <a:pt x="341373" y="500123"/>
                </a:lnTo>
                <a:cubicBezTo>
                  <a:pt x="342546" y="457089"/>
                  <a:pt x="323777" y="426849"/>
                  <a:pt x="276852" y="426849"/>
                </a:cubicBezTo>
                <a:lnTo>
                  <a:pt x="156023" y="426849"/>
                </a:lnTo>
                <a:lnTo>
                  <a:pt x="156023" y="590843"/>
                </a:lnTo>
                <a:lnTo>
                  <a:pt x="0" y="590843"/>
                </a:lnTo>
                <a:lnTo>
                  <a:pt x="0" y="0"/>
                </a:lnTo>
                <a:close/>
                <a:moveTo>
                  <a:pt x="276852" y="291932"/>
                </a:moveTo>
                <a:cubicBezTo>
                  <a:pt x="343719" y="291932"/>
                  <a:pt x="341373" y="267508"/>
                  <a:pt x="341373" y="201212"/>
                </a:cubicBezTo>
                <a:cubicBezTo>
                  <a:pt x="341373" y="148874"/>
                  <a:pt x="328469" y="134917"/>
                  <a:pt x="276852" y="134917"/>
                </a:cubicBezTo>
                <a:lnTo>
                  <a:pt x="156023" y="134917"/>
                </a:lnTo>
                <a:lnTo>
                  <a:pt x="156023" y="291932"/>
                </a:lnTo>
                <a:lnTo>
                  <a:pt x="276852" y="291932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2" name="Vrije vorm 11">
            <a:extLst>
              <a:ext uri="{FF2B5EF4-FFF2-40B4-BE49-F238E27FC236}">
                <a16:creationId xmlns:a16="http://schemas.microsoft.com/office/drawing/2014/main" id="{9EC37B8C-F4A6-654A-9FFB-A2A0683911B4}"/>
              </a:ext>
            </a:extLst>
          </p:cNvPr>
          <p:cNvSpPr/>
          <p:nvPr/>
        </p:nvSpPr>
        <p:spPr>
          <a:xfrm>
            <a:off x="2660151" y="1014641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Vrije vorm 12">
            <a:extLst>
              <a:ext uri="{FF2B5EF4-FFF2-40B4-BE49-F238E27FC236}">
                <a16:creationId xmlns:a16="http://schemas.microsoft.com/office/drawing/2014/main" id="{836D83F4-A802-3A4B-9AD6-ED18EF95C3B5}"/>
              </a:ext>
            </a:extLst>
          </p:cNvPr>
          <p:cNvSpPr/>
          <p:nvPr/>
        </p:nvSpPr>
        <p:spPr>
          <a:xfrm>
            <a:off x="2963985" y="1013477"/>
            <a:ext cx="503263" cy="592006"/>
          </a:xfrm>
          <a:custGeom>
            <a:avLst/>
            <a:gdLst>
              <a:gd name="connsiteX0" fmla="*/ 286237 w 503263"/>
              <a:gd name="connsiteY0" fmla="*/ 233778 h 592006"/>
              <a:gd name="connsiteX1" fmla="*/ 503261 w 503263"/>
              <a:gd name="connsiteY1" fmla="*/ 401262 h 592006"/>
              <a:gd name="connsiteX2" fmla="*/ 248698 w 503263"/>
              <a:gd name="connsiteY2" fmla="*/ 592006 h 592006"/>
              <a:gd name="connsiteX3" fmla="*/ 0 w 503263"/>
              <a:gd name="connsiteY3" fmla="*/ 397772 h 592006"/>
              <a:gd name="connsiteX4" fmla="*/ 150157 w 503263"/>
              <a:gd name="connsiteY4" fmla="*/ 397772 h 592006"/>
              <a:gd name="connsiteX5" fmla="*/ 248698 w 503263"/>
              <a:gd name="connsiteY5" fmla="*/ 464068 h 592006"/>
              <a:gd name="connsiteX6" fmla="*/ 346065 w 503263"/>
              <a:gd name="connsiteY6" fmla="*/ 410566 h 592006"/>
              <a:gd name="connsiteX7" fmla="*/ 263948 w 503263"/>
              <a:gd name="connsiteY7" fmla="*/ 355902 h 592006"/>
              <a:gd name="connsiteX8" fmla="*/ 229928 w 503263"/>
              <a:gd name="connsiteY8" fmla="*/ 353575 h 592006"/>
              <a:gd name="connsiteX9" fmla="*/ 1173 w 503263"/>
              <a:gd name="connsiteY9" fmla="*/ 177951 h 592006"/>
              <a:gd name="connsiteX10" fmla="*/ 248698 w 503263"/>
              <a:gd name="connsiteY10" fmla="*/ 0 h 592006"/>
              <a:gd name="connsiteX11" fmla="*/ 486838 w 503263"/>
              <a:gd name="connsiteY11" fmla="*/ 162831 h 592006"/>
              <a:gd name="connsiteX12" fmla="*/ 486838 w 503263"/>
              <a:gd name="connsiteY12" fmla="*/ 187255 h 592006"/>
              <a:gd name="connsiteX13" fmla="*/ 336681 w 503263"/>
              <a:gd name="connsiteY13" fmla="*/ 187255 h 592006"/>
              <a:gd name="connsiteX14" fmla="*/ 248698 w 503263"/>
              <a:gd name="connsiteY14" fmla="*/ 127938 h 592006"/>
              <a:gd name="connsiteX15" fmla="*/ 157196 w 503263"/>
              <a:gd name="connsiteY15" fmla="*/ 177951 h 592006"/>
              <a:gd name="connsiteX16" fmla="*/ 221716 w 503263"/>
              <a:gd name="connsiteY16" fmla="*/ 229126 h 592006"/>
              <a:gd name="connsiteX17" fmla="*/ 286237 w 503263"/>
              <a:gd name="connsiteY17" fmla="*/ 233778 h 592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03263" h="592006">
                <a:moveTo>
                  <a:pt x="286237" y="233778"/>
                </a:moveTo>
                <a:cubicBezTo>
                  <a:pt x="459856" y="246572"/>
                  <a:pt x="503261" y="267508"/>
                  <a:pt x="503261" y="401262"/>
                </a:cubicBezTo>
                <a:cubicBezTo>
                  <a:pt x="503261" y="497797"/>
                  <a:pt x="506781" y="592006"/>
                  <a:pt x="248698" y="592006"/>
                </a:cubicBezTo>
                <a:cubicBezTo>
                  <a:pt x="99714" y="592006"/>
                  <a:pt x="0" y="588517"/>
                  <a:pt x="0" y="397772"/>
                </a:cubicBezTo>
                <a:lnTo>
                  <a:pt x="150157" y="397772"/>
                </a:lnTo>
                <a:cubicBezTo>
                  <a:pt x="150157" y="458252"/>
                  <a:pt x="172446" y="464068"/>
                  <a:pt x="248698" y="464068"/>
                </a:cubicBezTo>
                <a:cubicBezTo>
                  <a:pt x="322603" y="464068"/>
                  <a:pt x="346065" y="459415"/>
                  <a:pt x="346065" y="410566"/>
                </a:cubicBezTo>
                <a:cubicBezTo>
                  <a:pt x="346065" y="360554"/>
                  <a:pt x="337854" y="360554"/>
                  <a:pt x="263948" y="355902"/>
                </a:cubicBezTo>
                <a:lnTo>
                  <a:pt x="229928" y="353575"/>
                </a:lnTo>
                <a:cubicBezTo>
                  <a:pt x="85637" y="343108"/>
                  <a:pt x="1173" y="344271"/>
                  <a:pt x="1173" y="177951"/>
                </a:cubicBezTo>
                <a:cubicBezTo>
                  <a:pt x="1173" y="11631"/>
                  <a:pt x="96194" y="0"/>
                  <a:pt x="248698" y="0"/>
                </a:cubicBezTo>
                <a:cubicBezTo>
                  <a:pt x="376566" y="0"/>
                  <a:pt x="486838" y="2326"/>
                  <a:pt x="486838" y="162831"/>
                </a:cubicBezTo>
                <a:lnTo>
                  <a:pt x="486838" y="187255"/>
                </a:lnTo>
                <a:lnTo>
                  <a:pt x="336681" y="187255"/>
                </a:lnTo>
                <a:cubicBezTo>
                  <a:pt x="336681" y="127938"/>
                  <a:pt x="312045" y="127938"/>
                  <a:pt x="248698" y="127938"/>
                </a:cubicBezTo>
                <a:cubicBezTo>
                  <a:pt x="164234" y="127938"/>
                  <a:pt x="157196" y="145385"/>
                  <a:pt x="157196" y="177951"/>
                </a:cubicBezTo>
                <a:cubicBezTo>
                  <a:pt x="157196" y="224474"/>
                  <a:pt x="179485" y="225637"/>
                  <a:pt x="221716" y="229126"/>
                </a:cubicBezTo>
                <a:lnTo>
                  <a:pt x="286237" y="233778"/>
                </a:lnTo>
                <a:close/>
              </a:path>
            </a:pathLst>
          </a:custGeom>
          <a:solidFill>
            <a:schemeClr val="tx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" name="Vrije vorm 13">
            <a:extLst>
              <a:ext uri="{FF2B5EF4-FFF2-40B4-BE49-F238E27FC236}">
                <a16:creationId xmlns:a16="http://schemas.microsoft.com/office/drawing/2014/main" id="{04DEECA3-149F-6E42-B144-ED58D80D043A}"/>
              </a:ext>
            </a:extLst>
          </p:cNvPr>
          <p:cNvSpPr/>
          <p:nvPr/>
        </p:nvSpPr>
        <p:spPr>
          <a:xfrm>
            <a:off x="3623269" y="1014641"/>
            <a:ext cx="156022" cy="590843"/>
          </a:xfrm>
          <a:custGeom>
            <a:avLst/>
            <a:gdLst>
              <a:gd name="connsiteX0" fmla="*/ 156023 w 156022"/>
              <a:gd name="connsiteY0" fmla="*/ 590843 h 590843"/>
              <a:gd name="connsiteX1" fmla="*/ 0 w 156022"/>
              <a:gd name="connsiteY1" fmla="*/ 590843 h 590843"/>
              <a:gd name="connsiteX2" fmla="*/ 0 w 156022"/>
              <a:gd name="connsiteY2" fmla="*/ 0 h 590843"/>
              <a:gd name="connsiteX3" fmla="*/ 156023 w 156022"/>
              <a:gd name="connsiteY3" fmla="*/ 0 h 590843"/>
              <a:gd name="connsiteX4" fmla="*/ 156023 w 156022"/>
              <a:gd name="connsiteY4" fmla="*/ 590843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022" h="590843">
                <a:moveTo>
                  <a:pt x="156023" y="590843"/>
                </a:moveTo>
                <a:lnTo>
                  <a:pt x="0" y="590843"/>
                </a:lnTo>
                <a:lnTo>
                  <a:pt x="0" y="0"/>
                </a:lnTo>
                <a:lnTo>
                  <a:pt x="156023" y="0"/>
                </a:lnTo>
                <a:lnTo>
                  <a:pt x="156023" y="590843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2B77B04B-1CA7-7B4C-80C5-A842ECDA40C2}"/>
              </a:ext>
            </a:extLst>
          </p:cNvPr>
          <p:cNvSpPr/>
          <p:nvPr/>
        </p:nvSpPr>
        <p:spPr>
          <a:xfrm>
            <a:off x="3909506" y="1014641"/>
            <a:ext cx="532588" cy="590843"/>
          </a:xfrm>
          <a:custGeom>
            <a:avLst/>
            <a:gdLst>
              <a:gd name="connsiteX0" fmla="*/ 0 w 532588"/>
              <a:gd name="connsiteY0" fmla="*/ 0 h 590843"/>
              <a:gd name="connsiteX1" fmla="*/ 296795 w 532588"/>
              <a:gd name="connsiteY1" fmla="*/ 0 h 590843"/>
              <a:gd name="connsiteX2" fmla="*/ 532589 w 532588"/>
              <a:gd name="connsiteY2" fmla="*/ 225637 h 590843"/>
              <a:gd name="connsiteX3" fmla="*/ 532589 w 532588"/>
              <a:gd name="connsiteY3" fmla="*/ 357065 h 590843"/>
              <a:gd name="connsiteX4" fmla="*/ 317911 w 532588"/>
              <a:gd name="connsiteY4" fmla="*/ 590843 h 590843"/>
              <a:gd name="connsiteX5" fmla="*/ 0 w 532588"/>
              <a:gd name="connsiteY5" fmla="*/ 590843 h 590843"/>
              <a:gd name="connsiteX6" fmla="*/ 0 w 532588"/>
              <a:gd name="connsiteY6" fmla="*/ 0 h 590843"/>
              <a:gd name="connsiteX7" fmla="*/ 156023 w 532588"/>
              <a:gd name="connsiteY7" fmla="*/ 455926 h 590843"/>
              <a:gd name="connsiteX8" fmla="*/ 293276 w 532588"/>
              <a:gd name="connsiteY8" fmla="*/ 455926 h 590843"/>
              <a:gd name="connsiteX9" fmla="*/ 371874 w 532588"/>
              <a:gd name="connsiteY9" fmla="*/ 357065 h 590843"/>
              <a:gd name="connsiteX10" fmla="*/ 371874 w 532588"/>
              <a:gd name="connsiteY10" fmla="*/ 225637 h 590843"/>
              <a:gd name="connsiteX11" fmla="*/ 293276 w 532588"/>
              <a:gd name="connsiteY11" fmla="*/ 134917 h 590843"/>
              <a:gd name="connsiteX12" fmla="*/ 156023 w 532588"/>
              <a:gd name="connsiteY12" fmla="*/ 134917 h 590843"/>
              <a:gd name="connsiteX13" fmla="*/ 156023 w 532588"/>
              <a:gd name="connsiteY13" fmla="*/ 455926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32588" h="590843">
                <a:moveTo>
                  <a:pt x="0" y="0"/>
                </a:moveTo>
                <a:lnTo>
                  <a:pt x="296795" y="0"/>
                </a:lnTo>
                <a:cubicBezTo>
                  <a:pt x="459857" y="0"/>
                  <a:pt x="532589" y="60480"/>
                  <a:pt x="532589" y="225637"/>
                </a:cubicBezTo>
                <a:lnTo>
                  <a:pt x="532589" y="357065"/>
                </a:lnTo>
                <a:cubicBezTo>
                  <a:pt x="532589" y="516406"/>
                  <a:pt x="480972" y="590843"/>
                  <a:pt x="317911" y="590843"/>
                </a:cubicBezTo>
                <a:lnTo>
                  <a:pt x="0" y="590843"/>
                </a:lnTo>
                <a:lnTo>
                  <a:pt x="0" y="0"/>
                </a:lnTo>
                <a:close/>
                <a:moveTo>
                  <a:pt x="156023" y="455926"/>
                </a:moveTo>
                <a:lnTo>
                  <a:pt x="293276" y="455926"/>
                </a:lnTo>
                <a:cubicBezTo>
                  <a:pt x="350758" y="455926"/>
                  <a:pt x="371874" y="417545"/>
                  <a:pt x="371874" y="357065"/>
                </a:cubicBezTo>
                <a:lnTo>
                  <a:pt x="371874" y="225637"/>
                </a:lnTo>
                <a:cubicBezTo>
                  <a:pt x="371874" y="150037"/>
                  <a:pt x="347239" y="134917"/>
                  <a:pt x="293276" y="134917"/>
                </a:cubicBezTo>
                <a:lnTo>
                  <a:pt x="156023" y="134917"/>
                </a:lnTo>
                <a:lnTo>
                  <a:pt x="156023" y="455926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Vrije vorm 15">
            <a:extLst>
              <a:ext uri="{FF2B5EF4-FFF2-40B4-BE49-F238E27FC236}">
                <a16:creationId xmlns:a16="http://schemas.microsoft.com/office/drawing/2014/main" id="{122C6BB8-FF31-9A47-9E28-BFB09C69A9E6}"/>
              </a:ext>
            </a:extLst>
          </p:cNvPr>
          <p:cNvSpPr/>
          <p:nvPr/>
        </p:nvSpPr>
        <p:spPr>
          <a:xfrm>
            <a:off x="4566444" y="1014641"/>
            <a:ext cx="428182" cy="590843"/>
          </a:xfrm>
          <a:custGeom>
            <a:avLst/>
            <a:gdLst>
              <a:gd name="connsiteX0" fmla="*/ 156023 w 428182"/>
              <a:gd name="connsiteY0" fmla="*/ 238431 h 590843"/>
              <a:gd name="connsiteX1" fmla="*/ 405894 w 428182"/>
              <a:gd name="connsiteY1" fmla="*/ 238431 h 590843"/>
              <a:gd name="connsiteX2" fmla="*/ 405894 w 428182"/>
              <a:gd name="connsiteY2" fmla="*/ 346597 h 590843"/>
              <a:gd name="connsiteX3" fmla="*/ 156023 w 428182"/>
              <a:gd name="connsiteY3" fmla="*/ 346597 h 590843"/>
              <a:gd name="connsiteX4" fmla="*/ 156023 w 428182"/>
              <a:gd name="connsiteY4" fmla="*/ 464068 h 590843"/>
              <a:gd name="connsiteX5" fmla="*/ 428183 w 428182"/>
              <a:gd name="connsiteY5" fmla="*/ 464068 h 590843"/>
              <a:gd name="connsiteX6" fmla="*/ 428183 w 428182"/>
              <a:gd name="connsiteY6" fmla="*/ 590843 h 590843"/>
              <a:gd name="connsiteX7" fmla="*/ 0 w 428182"/>
              <a:gd name="connsiteY7" fmla="*/ 590843 h 590843"/>
              <a:gd name="connsiteX8" fmla="*/ 0 w 428182"/>
              <a:gd name="connsiteY8" fmla="*/ 0 h 590843"/>
              <a:gd name="connsiteX9" fmla="*/ 428183 w 428182"/>
              <a:gd name="connsiteY9" fmla="*/ 0 h 590843"/>
              <a:gd name="connsiteX10" fmla="*/ 428183 w 428182"/>
              <a:gd name="connsiteY10" fmla="*/ 126775 h 590843"/>
              <a:gd name="connsiteX11" fmla="*/ 156023 w 428182"/>
              <a:gd name="connsiteY11" fmla="*/ 126775 h 590843"/>
              <a:gd name="connsiteX12" fmla="*/ 156023 w 428182"/>
              <a:gd name="connsiteY12" fmla="*/ 238431 h 590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28182" h="590843">
                <a:moveTo>
                  <a:pt x="156023" y="238431"/>
                </a:moveTo>
                <a:lnTo>
                  <a:pt x="405894" y="238431"/>
                </a:lnTo>
                <a:lnTo>
                  <a:pt x="405894" y="346597"/>
                </a:lnTo>
                <a:lnTo>
                  <a:pt x="156023" y="346597"/>
                </a:lnTo>
                <a:lnTo>
                  <a:pt x="156023" y="464068"/>
                </a:lnTo>
                <a:lnTo>
                  <a:pt x="428183" y="464068"/>
                </a:lnTo>
                <a:lnTo>
                  <a:pt x="428183" y="590843"/>
                </a:lnTo>
                <a:lnTo>
                  <a:pt x="0" y="590843"/>
                </a:lnTo>
                <a:lnTo>
                  <a:pt x="0" y="0"/>
                </a:lnTo>
                <a:lnTo>
                  <a:pt x="428183" y="0"/>
                </a:lnTo>
                <a:lnTo>
                  <a:pt x="428183" y="126775"/>
                </a:lnTo>
                <a:lnTo>
                  <a:pt x="156023" y="126775"/>
                </a:lnTo>
                <a:lnTo>
                  <a:pt x="156023" y="238431"/>
                </a:lnTo>
                <a:close/>
              </a:path>
            </a:pathLst>
          </a:custGeom>
          <a:solidFill>
            <a:schemeClr val="bg1"/>
          </a:solidFill>
          <a:ln w="1172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Tekstvak 4">
            <a:extLst>
              <a:ext uri="{FF2B5EF4-FFF2-40B4-BE49-F238E27FC236}">
                <a16:creationId xmlns:a16="http://schemas.microsoft.com/office/drawing/2014/main" id="{865F3FC6-17E2-2B43-8714-BFA9FAD2658E}"/>
              </a:ext>
            </a:extLst>
          </p:cNvPr>
          <p:cNvSpPr txBox="1"/>
          <p:nvPr userDrawn="1"/>
        </p:nvSpPr>
        <p:spPr>
          <a:xfrm>
            <a:off x="4829291" y="3498653"/>
            <a:ext cx="6380273" cy="259417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70000"/>
              </a:lnSpc>
            </a:pPr>
            <a:r>
              <a:rPr lang="nl-NL" sz="115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The steel</a:t>
            </a:r>
            <a:br>
              <a:rPr lang="nl-NL" sz="115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</a:br>
            <a:r>
              <a:rPr lang="nl-NL" sz="11500" b="1" i="0" err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future</a:t>
            </a:r>
            <a:endParaRPr lang="nl-NL" sz="11500" b="1" i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" name="Afgeronde rechthoek 5">
            <a:extLst>
              <a:ext uri="{FF2B5EF4-FFF2-40B4-BE49-F238E27FC236}">
                <a16:creationId xmlns:a16="http://schemas.microsoft.com/office/drawing/2014/main" id="{5851A37C-70B4-3841-A4CA-9CF3A698DA87}"/>
              </a:ext>
            </a:extLst>
          </p:cNvPr>
          <p:cNvSpPr/>
          <p:nvPr userDrawn="1"/>
        </p:nvSpPr>
        <p:spPr>
          <a:xfrm>
            <a:off x="10129914" y="5957653"/>
            <a:ext cx="914400" cy="13517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b="1" i="0" err="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7" name="Afbeelding 16">
            <a:extLst>
              <a:ext uri="{FF2B5EF4-FFF2-40B4-BE49-F238E27FC236}">
                <a16:creationId xmlns:a16="http://schemas.microsoft.com/office/drawing/2014/main" id="{194DCDAE-28F3-B64D-A442-0D489543A9D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9268758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Groep 40">
            <a:extLst>
              <a:ext uri="{FF2B5EF4-FFF2-40B4-BE49-F238E27FC236}">
                <a16:creationId xmlns:a16="http://schemas.microsoft.com/office/drawing/2014/main" id="{6AAEBBD5-7049-5542-929D-E22683E2685B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43" name="Vrije vorm 42">
              <a:extLst>
                <a:ext uri="{FF2B5EF4-FFF2-40B4-BE49-F238E27FC236}">
                  <a16:creationId xmlns:a16="http://schemas.microsoft.com/office/drawing/2014/main" id="{A6490973-E45D-0444-92B6-D2519AF8D877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4" name="Vrije vorm 43">
              <a:extLst>
                <a:ext uri="{FF2B5EF4-FFF2-40B4-BE49-F238E27FC236}">
                  <a16:creationId xmlns:a16="http://schemas.microsoft.com/office/drawing/2014/main" id="{1D044AB8-C01F-154C-961B-0F7ADD8ADA06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" name="Vrije vorm 51">
              <a:extLst>
                <a:ext uri="{FF2B5EF4-FFF2-40B4-BE49-F238E27FC236}">
                  <a16:creationId xmlns:a16="http://schemas.microsoft.com/office/drawing/2014/main" id="{B76F128E-6F4D-E240-8E64-D43B09F8F6D3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" name="Vrije vorm 54">
              <a:extLst>
                <a:ext uri="{FF2B5EF4-FFF2-40B4-BE49-F238E27FC236}">
                  <a16:creationId xmlns:a16="http://schemas.microsoft.com/office/drawing/2014/main" id="{79E7173F-D867-1947-9978-E7F26171DAD5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0" name="Vrije vorm 59">
              <a:extLst>
                <a:ext uri="{FF2B5EF4-FFF2-40B4-BE49-F238E27FC236}">
                  <a16:creationId xmlns:a16="http://schemas.microsoft.com/office/drawing/2014/main" id="{94F349CB-CA8D-F043-B1E8-3F7581E5FCC7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" name="Vrije vorm 60">
              <a:extLst>
                <a:ext uri="{FF2B5EF4-FFF2-40B4-BE49-F238E27FC236}">
                  <a16:creationId xmlns:a16="http://schemas.microsoft.com/office/drawing/2014/main" id="{BA0B30AE-4C0B-3F41-8646-A0B3000FB608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2" name="Vrije vorm 61">
              <a:extLst>
                <a:ext uri="{FF2B5EF4-FFF2-40B4-BE49-F238E27FC236}">
                  <a16:creationId xmlns:a16="http://schemas.microsoft.com/office/drawing/2014/main" id="{83EE585D-810B-0944-9307-00B4C64371EC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3" name="Vrije vorm 62">
              <a:extLst>
                <a:ext uri="{FF2B5EF4-FFF2-40B4-BE49-F238E27FC236}">
                  <a16:creationId xmlns:a16="http://schemas.microsoft.com/office/drawing/2014/main" id="{249A62C5-3F94-AF45-86C2-70FA93A6DDB2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4" name="Vrije vorm 63">
              <a:extLst>
                <a:ext uri="{FF2B5EF4-FFF2-40B4-BE49-F238E27FC236}">
                  <a16:creationId xmlns:a16="http://schemas.microsoft.com/office/drawing/2014/main" id="{FEB51405-4F70-244C-9A0F-55BBD5BB382B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65" name="Graphic 23">
              <a:extLst>
                <a:ext uri="{FF2B5EF4-FFF2-40B4-BE49-F238E27FC236}">
                  <a16:creationId xmlns:a16="http://schemas.microsoft.com/office/drawing/2014/main" id="{E5026767-C4D9-5E46-B9B5-DDD9C62F60AB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66" name="Vrije vorm 65">
                <a:extLst>
                  <a:ext uri="{FF2B5EF4-FFF2-40B4-BE49-F238E27FC236}">
                    <a16:creationId xmlns:a16="http://schemas.microsoft.com/office/drawing/2014/main" id="{2A0CC563-167F-0F49-A24A-A16CB15A0E1A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" name="Vrije vorm 66">
                <a:extLst>
                  <a:ext uri="{FF2B5EF4-FFF2-40B4-BE49-F238E27FC236}">
                    <a16:creationId xmlns:a16="http://schemas.microsoft.com/office/drawing/2014/main" id="{2B187F08-3FE4-4F4A-9B65-DCC29AA8C694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" name="Vrije vorm 67">
                <a:extLst>
                  <a:ext uri="{FF2B5EF4-FFF2-40B4-BE49-F238E27FC236}">
                    <a16:creationId xmlns:a16="http://schemas.microsoft.com/office/drawing/2014/main" id="{6574A978-7648-0342-B282-3475080BF76C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" name="Vrije vorm 68">
                <a:extLst>
                  <a:ext uri="{FF2B5EF4-FFF2-40B4-BE49-F238E27FC236}">
                    <a16:creationId xmlns:a16="http://schemas.microsoft.com/office/drawing/2014/main" id="{6AAEEEBA-A490-1240-B90D-0D9AD66FB8ED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" name="Vrije vorm 69">
                <a:extLst>
                  <a:ext uri="{FF2B5EF4-FFF2-40B4-BE49-F238E27FC236}">
                    <a16:creationId xmlns:a16="http://schemas.microsoft.com/office/drawing/2014/main" id="{13EA7515-707E-A044-BF45-43873D3A91A0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" name="Vrije vorm 70">
                <a:extLst>
                  <a:ext uri="{FF2B5EF4-FFF2-40B4-BE49-F238E27FC236}">
                    <a16:creationId xmlns:a16="http://schemas.microsoft.com/office/drawing/2014/main" id="{50EDE105-D4EE-1541-927B-EA6BC4E964FE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2" name="Vrije vorm 71">
                <a:extLst>
                  <a:ext uri="{FF2B5EF4-FFF2-40B4-BE49-F238E27FC236}">
                    <a16:creationId xmlns:a16="http://schemas.microsoft.com/office/drawing/2014/main" id="{8B099301-291D-8A48-B1F9-C6C5F78C17A7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3" name="Vrije vorm 72">
                <a:extLst>
                  <a:ext uri="{FF2B5EF4-FFF2-40B4-BE49-F238E27FC236}">
                    <a16:creationId xmlns:a16="http://schemas.microsoft.com/office/drawing/2014/main" id="{F4E3CAED-734D-0E4F-8187-4133BB7DD8C4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" name="Vrije vorm 73">
                <a:extLst>
                  <a:ext uri="{FF2B5EF4-FFF2-40B4-BE49-F238E27FC236}">
                    <a16:creationId xmlns:a16="http://schemas.microsoft.com/office/drawing/2014/main" id="{90A371E7-BB6E-A646-BA5F-6BD486B60F0E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" name="Vrije vorm 74">
                <a:extLst>
                  <a:ext uri="{FF2B5EF4-FFF2-40B4-BE49-F238E27FC236}">
                    <a16:creationId xmlns:a16="http://schemas.microsoft.com/office/drawing/2014/main" id="{6EC9FEF0-F092-E943-8553-0882DBB62563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" name="Vrije vorm 75">
                <a:extLst>
                  <a:ext uri="{FF2B5EF4-FFF2-40B4-BE49-F238E27FC236}">
                    <a16:creationId xmlns:a16="http://schemas.microsoft.com/office/drawing/2014/main" id="{89762308-5CC3-C949-9921-0FF205E39848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" name="Vrije vorm 76">
                <a:extLst>
                  <a:ext uri="{FF2B5EF4-FFF2-40B4-BE49-F238E27FC236}">
                    <a16:creationId xmlns:a16="http://schemas.microsoft.com/office/drawing/2014/main" id="{F0A7412D-57F2-5141-BE09-44A122113E48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" name="Vrije vorm 77">
                <a:extLst>
                  <a:ext uri="{FF2B5EF4-FFF2-40B4-BE49-F238E27FC236}">
                    <a16:creationId xmlns:a16="http://schemas.microsoft.com/office/drawing/2014/main" id="{15D5879C-E561-AB48-939A-42BD94C87646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" name="Vrije vorm 78">
                <a:extLst>
                  <a:ext uri="{FF2B5EF4-FFF2-40B4-BE49-F238E27FC236}">
                    <a16:creationId xmlns:a16="http://schemas.microsoft.com/office/drawing/2014/main" id="{FE7C4B48-18EA-2747-9CE6-7B138C2F7F5B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640206" y="3616025"/>
            <a:ext cx="2785031" cy="1947161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agenda</a:t>
            </a:r>
          </a:p>
        </p:txBody>
      </p:sp>
      <p:sp>
        <p:nvSpPr>
          <p:cNvPr id="19" name="Afgeronde rechthoek 18">
            <a:extLst>
              <a:ext uri="{FF2B5EF4-FFF2-40B4-BE49-F238E27FC236}">
                <a16:creationId xmlns:a16="http://schemas.microsoft.com/office/drawing/2014/main" id="{F53B573C-0004-A841-BC71-6C13CBF6B5A3}"/>
              </a:ext>
            </a:extLst>
          </p:cNvPr>
          <p:cNvSpPr/>
          <p:nvPr userDrawn="1"/>
        </p:nvSpPr>
        <p:spPr>
          <a:xfrm>
            <a:off x="10510838" y="5563570"/>
            <a:ext cx="914400" cy="13517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b="1" i="0" err="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Tijdelijke aanduiding voor afbeelding 29">
            <a:extLst>
              <a:ext uri="{FF2B5EF4-FFF2-40B4-BE49-F238E27FC236}">
                <a16:creationId xmlns:a16="http://schemas.microsoft.com/office/drawing/2014/main" id="{BA3A25BE-8831-6848-A014-F776420DACA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66763" y="765175"/>
            <a:ext cx="3717773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2" name="Tijdelijke aanduiding voor afbeelding 29">
            <a:extLst>
              <a:ext uri="{FF2B5EF4-FFF2-40B4-BE49-F238E27FC236}">
                <a16:creationId xmlns:a16="http://schemas.microsoft.com/office/drawing/2014/main" id="{940F11EC-064B-1149-BBB8-7E119B08C32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66763" y="3464826"/>
            <a:ext cx="3717773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5" name="Tijdelijke aanduiding voor afbeelding 29">
            <a:extLst>
              <a:ext uri="{FF2B5EF4-FFF2-40B4-BE49-F238E27FC236}">
                <a16:creationId xmlns:a16="http://schemas.microsoft.com/office/drawing/2014/main" id="{C01FC09D-0B8B-4E46-B78D-13B722381111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4562257" y="765175"/>
            <a:ext cx="3717772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6" name="Tijdelijke aanduiding voor afbeelding 29">
            <a:extLst>
              <a:ext uri="{FF2B5EF4-FFF2-40B4-BE49-F238E27FC236}">
                <a16:creationId xmlns:a16="http://schemas.microsoft.com/office/drawing/2014/main" id="{44B8CA23-ED30-B946-BA39-2E530B9B68B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562257" y="3464826"/>
            <a:ext cx="3717773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95741461-2414-7944-A0A7-0C99B480A64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93140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47" name="Tijdelijke aanduiding voor tekst 13">
            <a:extLst>
              <a:ext uri="{FF2B5EF4-FFF2-40B4-BE49-F238E27FC236}">
                <a16:creationId xmlns:a16="http://schemas.microsoft.com/office/drawing/2014/main" id="{BBCA57F4-38C2-0847-B836-10AC5F06BD1D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93138" y="2305877"/>
            <a:ext cx="3276711" cy="695179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48" name="Tijdelijke aanduiding voor tekst 13">
            <a:extLst>
              <a:ext uri="{FF2B5EF4-FFF2-40B4-BE49-F238E27FC236}">
                <a16:creationId xmlns:a16="http://schemas.microsoft.com/office/drawing/2014/main" id="{8E35E2C1-87A8-3E44-B3F0-638F614528B5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82787" y="2302665"/>
            <a:ext cx="3276711" cy="695179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49" name="Tijdelijke aanduiding voor tekst 13">
            <a:extLst>
              <a:ext uri="{FF2B5EF4-FFF2-40B4-BE49-F238E27FC236}">
                <a16:creationId xmlns:a16="http://schemas.microsoft.com/office/drawing/2014/main" id="{B12B323A-5762-9A4E-8150-E73F85E181B4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782787" y="5003563"/>
            <a:ext cx="3276711" cy="695179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50" name="Tijdelijke aanduiding voor tekst 13">
            <a:extLst>
              <a:ext uri="{FF2B5EF4-FFF2-40B4-BE49-F238E27FC236}">
                <a16:creationId xmlns:a16="http://schemas.microsoft.com/office/drawing/2014/main" id="{ECEFB2D1-964B-0F42-9E71-B17ED58F34D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782787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51" name="Tijdelijke aanduiding voor tekst 13">
            <a:extLst>
              <a:ext uri="{FF2B5EF4-FFF2-40B4-BE49-F238E27FC236}">
                <a16:creationId xmlns:a16="http://schemas.microsoft.com/office/drawing/2014/main" id="{63B3CBEF-DDC4-9A49-89E5-53270134B1B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82786" y="3692197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53" name="Tijdelijke aanduiding voor tekst 13">
            <a:extLst>
              <a:ext uri="{FF2B5EF4-FFF2-40B4-BE49-F238E27FC236}">
                <a16:creationId xmlns:a16="http://schemas.microsoft.com/office/drawing/2014/main" id="{76D832D6-DA61-1043-8908-7C09C978169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93138" y="3684702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54" name="Tijdelijke aanduiding voor tekst 13">
            <a:extLst>
              <a:ext uri="{FF2B5EF4-FFF2-40B4-BE49-F238E27FC236}">
                <a16:creationId xmlns:a16="http://schemas.microsoft.com/office/drawing/2014/main" id="{0C3B77F9-9C43-AD4A-B0EA-CE6888122A7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93139" y="5003563"/>
            <a:ext cx="3276711" cy="695179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56" name="Tijdelijke aanduiding voor tekst 55">
            <a:extLst>
              <a:ext uri="{FF2B5EF4-FFF2-40B4-BE49-F238E27FC236}">
                <a16:creationId xmlns:a16="http://schemas.microsoft.com/office/drawing/2014/main" id="{090702A3-644B-574F-9B0D-63708DF92AB4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93138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57" name="Tijdelijke aanduiding voor tekst 56">
            <a:extLst>
              <a:ext uri="{FF2B5EF4-FFF2-40B4-BE49-F238E27FC236}">
                <a16:creationId xmlns:a16="http://schemas.microsoft.com/office/drawing/2014/main" id="{3DCC2456-2A34-9140-92F3-4C313A23FC9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782786" y="3015825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58" name="Tijdelijke aanduiding voor tekst 57">
            <a:extLst>
              <a:ext uri="{FF2B5EF4-FFF2-40B4-BE49-F238E27FC236}">
                <a16:creationId xmlns:a16="http://schemas.microsoft.com/office/drawing/2014/main" id="{C27076AA-B3F7-4F46-85D0-C5566D91DBB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993138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59" name="Tijdelijke aanduiding voor tekst 58">
            <a:extLst>
              <a:ext uri="{FF2B5EF4-FFF2-40B4-BE49-F238E27FC236}">
                <a16:creationId xmlns:a16="http://schemas.microsoft.com/office/drawing/2014/main" id="{52F42F69-4894-7B49-8194-1C2B43EC0E5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4782786" y="5714293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pic>
        <p:nvPicPr>
          <p:cNvPr id="80" name="Afbeelding 79">
            <a:extLst>
              <a:ext uri="{FF2B5EF4-FFF2-40B4-BE49-F238E27FC236}">
                <a16:creationId xmlns:a16="http://schemas.microsoft.com/office/drawing/2014/main" id="{1401488D-44D5-1949-AA31-226253B28F3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81" name="Afbeelding 80">
            <a:extLst>
              <a:ext uri="{FF2B5EF4-FFF2-40B4-BE49-F238E27FC236}">
                <a16:creationId xmlns:a16="http://schemas.microsoft.com/office/drawing/2014/main" id="{71E54110-4204-1346-9FF1-EAB7C14B9C7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774509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ijdelijke aanduiding voor afbeelding 29">
            <a:extLst>
              <a:ext uri="{FF2B5EF4-FFF2-40B4-BE49-F238E27FC236}">
                <a16:creationId xmlns:a16="http://schemas.microsoft.com/office/drawing/2014/main" id="{BA3A25BE-8831-6848-A014-F776420DACA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66763" y="765175"/>
            <a:ext cx="2477369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2" name="Tijdelijke aanduiding voor afbeelding 29">
            <a:extLst>
              <a:ext uri="{FF2B5EF4-FFF2-40B4-BE49-F238E27FC236}">
                <a16:creationId xmlns:a16="http://schemas.microsoft.com/office/drawing/2014/main" id="{940F11EC-064B-1149-BBB8-7E119B08C32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66763" y="3464826"/>
            <a:ext cx="2477369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3" name="Tijdelijke aanduiding voor afbeelding 29">
            <a:extLst>
              <a:ext uri="{FF2B5EF4-FFF2-40B4-BE49-F238E27FC236}">
                <a16:creationId xmlns:a16="http://schemas.microsoft.com/office/drawing/2014/main" id="{3E77FC21-A15E-4546-B5A9-C4BBA024A09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3308564" y="765175"/>
            <a:ext cx="2477369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4" name="Tijdelijke aanduiding voor afbeelding 29">
            <a:extLst>
              <a:ext uri="{FF2B5EF4-FFF2-40B4-BE49-F238E27FC236}">
                <a16:creationId xmlns:a16="http://schemas.microsoft.com/office/drawing/2014/main" id="{6C7B5770-5024-E548-8C76-662294CE2BC4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308564" y="3464826"/>
            <a:ext cx="2477369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5" name="Tijdelijke aanduiding voor afbeelding 29">
            <a:extLst>
              <a:ext uri="{FF2B5EF4-FFF2-40B4-BE49-F238E27FC236}">
                <a16:creationId xmlns:a16="http://schemas.microsoft.com/office/drawing/2014/main" id="{C01FC09D-0B8B-4E46-B78D-13B722381111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5850365" y="765175"/>
            <a:ext cx="2477369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6" name="Tijdelijke aanduiding voor afbeelding 29">
            <a:extLst>
              <a:ext uri="{FF2B5EF4-FFF2-40B4-BE49-F238E27FC236}">
                <a16:creationId xmlns:a16="http://schemas.microsoft.com/office/drawing/2014/main" id="{44B8CA23-ED30-B946-BA39-2E530B9B68B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850364" y="3464826"/>
            <a:ext cx="2477369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23" name="Titel 20">
            <a:extLst>
              <a:ext uri="{FF2B5EF4-FFF2-40B4-BE49-F238E27FC236}">
                <a16:creationId xmlns:a16="http://schemas.microsoft.com/office/drawing/2014/main" id="{8D2B24B3-F8D5-7B46-948E-C0D8846391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640206" y="3613742"/>
            <a:ext cx="2785031" cy="1947161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agenda</a:t>
            </a:r>
          </a:p>
        </p:txBody>
      </p:sp>
      <p:sp>
        <p:nvSpPr>
          <p:cNvPr id="24" name="Afgeronde rechthoek 23">
            <a:extLst>
              <a:ext uri="{FF2B5EF4-FFF2-40B4-BE49-F238E27FC236}">
                <a16:creationId xmlns:a16="http://schemas.microsoft.com/office/drawing/2014/main" id="{86867101-F702-C641-9DA1-101F799FB0E6}"/>
              </a:ext>
            </a:extLst>
          </p:cNvPr>
          <p:cNvSpPr/>
          <p:nvPr userDrawn="1"/>
        </p:nvSpPr>
        <p:spPr>
          <a:xfrm>
            <a:off x="10500988" y="5565535"/>
            <a:ext cx="914400" cy="13517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b="1" i="0" err="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" name="Tijdelijke aanduiding voor tekst 13">
            <a:extLst>
              <a:ext uri="{FF2B5EF4-FFF2-40B4-BE49-F238E27FC236}">
                <a16:creationId xmlns:a16="http://schemas.microsoft.com/office/drawing/2014/main" id="{3F8F5B7B-2963-BA45-AFF2-7EDA5DFEE17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93140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26" name="Tijdelijke aanduiding voor tekst 13">
            <a:extLst>
              <a:ext uri="{FF2B5EF4-FFF2-40B4-BE49-F238E27FC236}">
                <a16:creationId xmlns:a16="http://schemas.microsoft.com/office/drawing/2014/main" id="{05763DFC-3CDB-4949-9D89-CAB2271FBB2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93138" y="2189753"/>
            <a:ext cx="2036309" cy="811303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27" name="Tijdelijke aanduiding voor tekst 13">
            <a:extLst>
              <a:ext uri="{FF2B5EF4-FFF2-40B4-BE49-F238E27FC236}">
                <a16:creationId xmlns:a16="http://schemas.microsoft.com/office/drawing/2014/main" id="{E4E09B24-6878-3641-AF88-385811EE477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23170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28" name="Tijdelijke aanduiding voor tekst 13">
            <a:extLst>
              <a:ext uri="{FF2B5EF4-FFF2-40B4-BE49-F238E27FC236}">
                <a16:creationId xmlns:a16="http://schemas.microsoft.com/office/drawing/2014/main" id="{81F38974-D010-C646-BE47-746B78030D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523170" y="2189753"/>
            <a:ext cx="2036309" cy="811303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29" name="Tijdelijke aanduiding voor tekst 13">
            <a:extLst>
              <a:ext uri="{FF2B5EF4-FFF2-40B4-BE49-F238E27FC236}">
                <a16:creationId xmlns:a16="http://schemas.microsoft.com/office/drawing/2014/main" id="{F4E54A95-BDDC-DE48-A667-83EAD627B66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070893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1" name="Tijdelijke aanduiding voor tekst 13">
            <a:extLst>
              <a:ext uri="{FF2B5EF4-FFF2-40B4-BE49-F238E27FC236}">
                <a16:creationId xmlns:a16="http://schemas.microsoft.com/office/drawing/2014/main" id="{4EA394E7-6D59-E744-8725-80238C80A03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070893" y="2189753"/>
            <a:ext cx="2036309" cy="811303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2" name="Tijdelijke aanduiding voor tekst 13">
            <a:extLst>
              <a:ext uri="{FF2B5EF4-FFF2-40B4-BE49-F238E27FC236}">
                <a16:creationId xmlns:a16="http://schemas.microsoft.com/office/drawing/2014/main" id="{421EDFD3-5DF7-FB47-988B-04DC0D008F0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93139" y="3677206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3" name="Tijdelijke aanduiding voor tekst 13">
            <a:extLst>
              <a:ext uri="{FF2B5EF4-FFF2-40B4-BE49-F238E27FC236}">
                <a16:creationId xmlns:a16="http://schemas.microsoft.com/office/drawing/2014/main" id="{F3082DA4-934E-4341-B5D6-01B4DF0A18B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93137" y="4889404"/>
            <a:ext cx="2036309" cy="811303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4" name="Tijdelijke aanduiding voor tekst 13">
            <a:extLst>
              <a:ext uri="{FF2B5EF4-FFF2-40B4-BE49-F238E27FC236}">
                <a16:creationId xmlns:a16="http://schemas.microsoft.com/office/drawing/2014/main" id="{3B7CE307-AE3A-E741-BAA2-128FF07F4B34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523169" y="3677206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5" name="Tijdelijke aanduiding voor tekst 13">
            <a:extLst>
              <a:ext uri="{FF2B5EF4-FFF2-40B4-BE49-F238E27FC236}">
                <a16:creationId xmlns:a16="http://schemas.microsoft.com/office/drawing/2014/main" id="{FB28C789-5F52-554B-BD71-C68EFA18AF69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523169" y="4889404"/>
            <a:ext cx="2036309" cy="811303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6" name="Tijdelijke aanduiding voor tekst 13">
            <a:extLst>
              <a:ext uri="{FF2B5EF4-FFF2-40B4-BE49-F238E27FC236}">
                <a16:creationId xmlns:a16="http://schemas.microsoft.com/office/drawing/2014/main" id="{2D9B9B1D-A364-DB4F-A379-075DC40327A8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070892" y="3677206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7" name="Tijdelijke aanduiding voor tekst 13">
            <a:extLst>
              <a:ext uri="{FF2B5EF4-FFF2-40B4-BE49-F238E27FC236}">
                <a16:creationId xmlns:a16="http://schemas.microsoft.com/office/drawing/2014/main" id="{25E719ED-6D3C-A147-B38D-9B85C22E1936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70892" y="4889404"/>
            <a:ext cx="2036309" cy="811303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8" name="Tijdelijke aanduiding voor tekst 37">
            <a:extLst>
              <a:ext uri="{FF2B5EF4-FFF2-40B4-BE49-F238E27FC236}">
                <a16:creationId xmlns:a16="http://schemas.microsoft.com/office/drawing/2014/main" id="{65A517CD-183B-0746-B0D8-FAE510710C1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993138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9" name="Tijdelijke aanduiding voor tekst 38">
            <a:extLst>
              <a:ext uri="{FF2B5EF4-FFF2-40B4-BE49-F238E27FC236}">
                <a16:creationId xmlns:a16="http://schemas.microsoft.com/office/drawing/2014/main" id="{773FCD42-54D0-3B41-872B-557998B69881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93138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0" name="Tijdelijke aanduiding voor tekst 39">
            <a:extLst>
              <a:ext uri="{FF2B5EF4-FFF2-40B4-BE49-F238E27FC236}">
                <a16:creationId xmlns:a16="http://schemas.microsoft.com/office/drawing/2014/main" id="{73A7FD18-E63E-BE44-A236-D0E255B25114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523169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1" name="Tijdelijke aanduiding voor tekst 40">
            <a:extLst>
              <a:ext uri="{FF2B5EF4-FFF2-40B4-BE49-F238E27FC236}">
                <a16:creationId xmlns:a16="http://schemas.microsoft.com/office/drawing/2014/main" id="{939E2E09-A97D-3C44-8E6E-4B5B70B74C0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3523169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7" name="Tijdelijke aanduiding voor tekst 46">
            <a:extLst>
              <a:ext uri="{FF2B5EF4-FFF2-40B4-BE49-F238E27FC236}">
                <a16:creationId xmlns:a16="http://schemas.microsoft.com/office/drawing/2014/main" id="{BAEA31E8-B7D2-974D-BAC2-82F3EFFE02A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070892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8" name="Tijdelijke aanduiding voor tekst 47">
            <a:extLst>
              <a:ext uri="{FF2B5EF4-FFF2-40B4-BE49-F238E27FC236}">
                <a16:creationId xmlns:a16="http://schemas.microsoft.com/office/drawing/2014/main" id="{8544A5F4-6BC4-564D-9A56-4C150B57C58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70892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grpSp>
        <p:nvGrpSpPr>
          <p:cNvPr id="59" name="Groep 58">
            <a:extLst>
              <a:ext uri="{FF2B5EF4-FFF2-40B4-BE49-F238E27FC236}">
                <a16:creationId xmlns:a16="http://schemas.microsoft.com/office/drawing/2014/main" id="{E3E5B8DF-B91D-9648-8DE1-FBAF85DF9181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60" name="Vrije vorm 59">
              <a:extLst>
                <a:ext uri="{FF2B5EF4-FFF2-40B4-BE49-F238E27FC236}">
                  <a16:creationId xmlns:a16="http://schemas.microsoft.com/office/drawing/2014/main" id="{10FC3A2A-4B6E-2140-BF54-F730A8E0BD55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" name="Vrije vorm 60">
              <a:extLst>
                <a:ext uri="{FF2B5EF4-FFF2-40B4-BE49-F238E27FC236}">
                  <a16:creationId xmlns:a16="http://schemas.microsoft.com/office/drawing/2014/main" id="{D5EEEEFF-A549-0848-81D5-33757719A8E6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2" name="Vrije vorm 61">
              <a:extLst>
                <a:ext uri="{FF2B5EF4-FFF2-40B4-BE49-F238E27FC236}">
                  <a16:creationId xmlns:a16="http://schemas.microsoft.com/office/drawing/2014/main" id="{89012C06-C8E6-DF44-A4A4-434FF3651EBB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3" name="Vrije vorm 62">
              <a:extLst>
                <a:ext uri="{FF2B5EF4-FFF2-40B4-BE49-F238E27FC236}">
                  <a16:creationId xmlns:a16="http://schemas.microsoft.com/office/drawing/2014/main" id="{8DB7061B-5DD4-AA43-9635-88E200BADC03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4" name="Vrije vorm 63">
              <a:extLst>
                <a:ext uri="{FF2B5EF4-FFF2-40B4-BE49-F238E27FC236}">
                  <a16:creationId xmlns:a16="http://schemas.microsoft.com/office/drawing/2014/main" id="{E88D41EA-16E1-2F40-AD13-7A3EC5B49E3D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5" name="Vrije vorm 64">
              <a:extLst>
                <a:ext uri="{FF2B5EF4-FFF2-40B4-BE49-F238E27FC236}">
                  <a16:creationId xmlns:a16="http://schemas.microsoft.com/office/drawing/2014/main" id="{A4B6EFD6-6BA4-4346-811C-2840FBB7D37E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6" name="Vrije vorm 65">
              <a:extLst>
                <a:ext uri="{FF2B5EF4-FFF2-40B4-BE49-F238E27FC236}">
                  <a16:creationId xmlns:a16="http://schemas.microsoft.com/office/drawing/2014/main" id="{7BA31084-F71F-494E-9B77-B6C6379D12E2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7" name="Vrije vorm 66">
              <a:extLst>
                <a:ext uri="{FF2B5EF4-FFF2-40B4-BE49-F238E27FC236}">
                  <a16:creationId xmlns:a16="http://schemas.microsoft.com/office/drawing/2014/main" id="{09B4B590-CD9A-EB4D-862D-F2B52BB9A7EF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8" name="Vrije vorm 67">
              <a:extLst>
                <a:ext uri="{FF2B5EF4-FFF2-40B4-BE49-F238E27FC236}">
                  <a16:creationId xmlns:a16="http://schemas.microsoft.com/office/drawing/2014/main" id="{A4B7C28E-D4BE-7849-8D0C-F24495C285E2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69" name="Graphic 23">
              <a:extLst>
                <a:ext uri="{FF2B5EF4-FFF2-40B4-BE49-F238E27FC236}">
                  <a16:creationId xmlns:a16="http://schemas.microsoft.com/office/drawing/2014/main" id="{8D7428A7-96B3-B641-9FEB-98A0ECFECBA1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70" name="Vrije vorm 69">
                <a:extLst>
                  <a:ext uri="{FF2B5EF4-FFF2-40B4-BE49-F238E27FC236}">
                    <a16:creationId xmlns:a16="http://schemas.microsoft.com/office/drawing/2014/main" id="{310F75BD-7F37-1A4B-AC35-F5310E7D55F5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" name="Vrije vorm 70">
                <a:extLst>
                  <a:ext uri="{FF2B5EF4-FFF2-40B4-BE49-F238E27FC236}">
                    <a16:creationId xmlns:a16="http://schemas.microsoft.com/office/drawing/2014/main" id="{4711434D-7E46-7A41-A87B-5D9B72D147D4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2" name="Vrije vorm 71">
                <a:extLst>
                  <a:ext uri="{FF2B5EF4-FFF2-40B4-BE49-F238E27FC236}">
                    <a16:creationId xmlns:a16="http://schemas.microsoft.com/office/drawing/2014/main" id="{1F39A78C-78CB-A347-B3BD-2B91E0C84798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3" name="Vrije vorm 72">
                <a:extLst>
                  <a:ext uri="{FF2B5EF4-FFF2-40B4-BE49-F238E27FC236}">
                    <a16:creationId xmlns:a16="http://schemas.microsoft.com/office/drawing/2014/main" id="{5F01D0DA-E052-0E4B-8DA2-293F493DF7D5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" name="Vrije vorm 73">
                <a:extLst>
                  <a:ext uri="{FF2B5EF4-FFF2-40B4-BE49-F238E27FC236}">
                    <a16:creationId xmlns:a16="http://schemas.microsoft.com/office/drawing/2014/main" id="{BE86B3F5-B51D-8B47-AA36-CEB8C0F8E696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" name="Vrije vorm 74">
                <a:extLst>
                  <a:ext uri="{FF2B5EF4-FFF2-40B4-BE49-F238E27FC236}">
                    <a16:creationId xmlns:a16="http://schemas.microsoft.com/office/drawing/2014/main" id="{97968A20-5DEE-C24A-92E6-EEF44A0F59C8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" name="Vrije vorm 75">
                <a:extLst>
                  <a:ext uri="{FF2B5EF4-FFF2-40B4-BE49-F238E27FC236}">
                    <a16:creationId xmlns:a16="http://schemas.microsoft.com/office/drawing/2014/main" id="{5BFB386C-9938-3F4D-AB21-0DAABBA20BFB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" name="Vrije vorm 76">
                <a:extLst>
                  <a:ext uri="{FF2B5EF4-FFF2-40B4-BE49-F238E27FC236}">
                    <a16:creationId xmlns:a16="http://schemas.microsoft.com/office/drawing/2014/main" id="{231467D4-9BD6-F24B-B242-3C643F7F28D1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" name="Vrije vorm 77">
                <a:extLst>
                  <a:ext uri="{FF2B5EF4-FFF2-40B4-BE49-F238E27FC236}">
                    <a16:creationId xmlns:a16="http://schemas.microsoft.com/office/drawing/2014/main" id="{1B6B5F3D-D8DE-6A4D-9BAA-B36C75DF621A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" name="Vrije vorm 78">
                <a:extLst>
                  <a:ext uri="{FF2B5EF4-FFF2-40B4-BE49-F238E27FC236}">
                    <a16:creationId xmlns:a16="http://schemas.microsoft.com/office/drawing/2014/main" id="{92360998-540B-E248-9D12-112DD7B7EDAC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" name="Vrije vorm 79">
                <a:extLst>
                  <a:ext uri="{FF2B5EF4-FFF2-40B4-BE49-F238E27FC236}">
                    <a16:creationId xmlns:a16="http://schemas.microsoft.com/office/drawing/2014/main" id="{1933BA73-377D-BA49-A21E-50B5E4ED7B2F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" name="Vrije vorm 80">
                <a:extLst>
                  <a:ext uri="{FF2B5EF4-FFF2-40B4-BE49-F238E27FC236}">
                    <a16:creationId xmlns:a16="http://schemas.microsoft.com/office/drawing/2014/main" id="{3BFBA568-6711-9C4F-9F62-793C9408A311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" name="Vrije vorm 81">
                <a:extLst>
                  <a:ext uri="{FF2B5EF4-FFF2-40B4-BE49-F238E27FC236}">
                    <a16:creationId xmlns:a16="http://schemas.microsoft.com/office/drawing/2014/main" id="{CA596EB3-0F7B-E44F-BAD2-7F2444828C27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" name="Vrije vorm 82">
                <a:extLst>
                  <a:ext uri="{FF2B5EF4-FFF2-40B4-BE49-F238E27FC236}">
                    <a16:creationId xmlns:a16="http://schemas.microsoft.com/office/drawing/2014/main" id="{ECF087F5-8E9D-CB4C-BA13-2639EB265131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55" name="Afbeelding 54">
            <a:extLst>
              <a:ext uri="{FF2B5EF4-FFF2-40B4-BE49-F238E27FC236}">
                <a16:creationId xmlns:a16="http://schemas.microsoft.com/office/drawing/2014/main" id="{9923D3C7-85FC-CF43-A6B2-AE2A8812478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56" name="Afbeelding 55">
            <a:extLst>
              <a:ext uri="{FF2B5EF4-FFF2-40B4-BE49-F238E27FC236}">
                <a16:creationId xmlns:a16="http://schemas.microsoft.com/office/drawing/2014/main" id="{7FEB8F01-CA00-4E4D-9C01-6B9DE8AFC50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506102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ijdelijke aanduiding voor afbeelding 29">
            <a:extLst>
              <a:ext uri="{FF2B5EF4-FFF2-40B4-BE49-F238E27FC236}">
                <a16:creationId xmlns:a16="http://schemas.microsoft.com/office/drawing/2014/main" id="{BA3A25BE-8831-6848-A014-F776420DACA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66763" y="765175"/>
            <a:ext cx="2477369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2" name="Tijdelijke aanduiding voor afbeelding 29">
            <a:extLst>
              <a:ext uri="{FF2B5EF4-FFF2-40B4-BE49-F238E27FC236}">
                <a16:creationId xmlns:a16="http://schemas.microsoft.com/office/drawing/2014/main" id="{940F11EC-064B-1149-BBB8-7E119B08C32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66763" y="3464826"/>
            <a:ext cx="2477369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3" name="Tijdelijke aanduiding voor afbeelding 29">
            <a:extLst>
              <a:ext uri="{FF2B5EF4-FFF2-40B4-BE49-F238E27FC236}">
                <a16:creationId xmlns:a16="http://schemas.microsoft.com/office/drawing/2014/main" id="{3E77FC21-A15E-4546-B5A9-C4BBA024A09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3308564" y="765175"/>
            <a:ext cx="2477369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4" name="Tijdelijke aanduiding voor afbeelding 29">
            <a:extLst>
              <a:ext uri="{FF2B5EF4-FFF2-40B4-BE49-F238E27FC236}">
                <a16:creationId xmlns:a16="http://schemas.microsoft.com/office/drawing/2014/main" id="{6C7B5770-5024-E548-8C76-662294CE2BC4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308564" y="3464826"/>
            <a:ext cx="2477369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5" name="Tijdelijke aanduiding voor afbeelding 29">
            <a:extLst>
              <a:ext uri="{FF2B5EF4-FFF2-40B4-BE49-F238E27FC236}">
                <a16:creationId xmlns:a16="http://schemas.microsoft.com/office/drawing/2014/main" id="{C01FC09D-0B8B-4E46-B78D-13B722381111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5850365" y="765175"/>
            <a:ext cx="2477369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46" name="Tijdelijke aanduiding voor afbeelding 29">
            <a:extLst>
              <a:ext uri="{FF2B5EF4-FFF2-40B4-BE49-F238E27FC236}">
                <a16:creationId xmlns:a16="http://schemas.microsoft.com/office/drawing/2014/main" id="{44B8CA23-ED30-B946-BA39-2E530B9B68B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850364" y="3464826"/>
            <a:ext cx="2477369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21" name="Tijdelijke aanduiding voor afbeelding 29">
            <a:extLst>
              <a:ext uri="{FF2B5EF4-FFF2-40B4-BE49-F238E27FC236}">
                <a16:creationId xmlns:a16="http://schemas.microsoft.com/office/drawing/2014/main" id="{EB1C389B-6265-1146-9CB5-0D1B9A26743A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92164" y="765175"/>
            <a:ext cx="2477369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22" name="Tijdelijke aanduiding voor afbeelding 29">
            <a:extLst>
              <a:ext uri="{FF2B5EF4-FFF2-40B4-BE49-F238E27FC236}">
                <a16:creationId xmlns:a16="http://schemas.microsoft.com/office/drawing/2014/main" id="{CAA14AE7-E615-5040-9B4F-AC8E83CFD032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8392163" y="3464826"/>
            <a:ext cx="2477369" cy="2628000"/>
          </a:xfrm>
          <a:noFill/>
        </p:spPr>
        <p:txBody>
          <a:bodyPr anchor="ctr">
            <a:normAutofit/>
          </a:bodyPr>
          <a:lstStyle>
            <a:lvl1pPr algn="ctr">
              <a:defRPr sz="1600">
                <a:solidFill>
                  <a:schemeClr val="tx1"/>
                </a:solidFill>
              </a:defRPr>
            </a:lvl1pPr>
          </a:lstStyle>
          <a:p>
            <a:r>
              <a:rPr lang="nl-NL" err="1"/>
              <a:t>Pic</a:t>
            </a:r>
            <a:r>
              <a:rPr lang="nl-NL"/>
              <a:t> topic</a:t>
            </a:r>
          </a:p>
        </p:txBody>
      </p:sp>
      <p:sp>
        <p:nvSpPr>
          <p:cNvPr id="23" name="Tijdelijke aanduiding voor tekst 13">
            <a:extLst>
              <a:ext uri="{FF2B5EF4-FFF2-40B4-BE49-F238E27FC236}">
                <a16:creationId xmlns:a16="http://schemas.microsoft.com/office/drawing/2014/main" id="{27F44C6F-7E88-F845-B74B-2116B100998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93140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24" name="Tijdelijke aanduiding voor tekst 13">
            <a:extLst>
              <a:ext uri="{FF2B5EF4-FFF2-40B4-BE49-F238E27FC236}">
                <a16:creationId xmlns:a16="http://schemas.microsoft.com/office/drawing/2014/main" id="{FE51CC7C-C3BB-6243-9FBF-AE066100E3C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93138" y="2214255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25" name="Tijdelijke aanduiding voor tekst 13">
            <a:extLst>
              <a:ext uri="{FF2B5EF4-FFF2-40B4-BE49-F238E27FC236}">
                <a16:creationId xmlns:a16="http://schemas.microsoft.com/office/drawing/2014/main" id="{00378CF2-A571-EB46-9B7A-1015DA741D1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523170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26" name="Tijdelijke aanduiding voor tekst 13">
            <a:extLst>
              <a:ext uri="{FF2B5EF4-FFF2-40B4-BE49-F238E27FC236}">
                <a16:creationId xmlns:a16="http://schemas.microsoft.com/office/drawing/2014/main" id="{A661E1BD-EF20-AC4C-98CD-68430C20275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523170" y="2214255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27" name="Tijdelijke aanduiding voor tekst 13">
            <a:extLst>
              <a:ext uri="{FF2B5EF4-FFF2-40B4-BE49-F238E27FC236}">
                <a16:creationId xmlns:a16="http://schemas.microsoft.com/office/drawing/2014/main" id="{914874A9-D494-4140-AE50-CD92AA56016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070893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28" name="Tijdelijke aanduiding voor tekst 13">
            <a:extLst>
              <a:ext uri="{FF2B5EF4-FFF2-40B4-BE49-F238E27FC236}">
                <a16:creationId xmlns:a16="http://schemas.microsoft.com/office/drawing/2014/main" id="{662A763A-49CA-9145-8832-927DE98F966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70893" y="2214255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29" name="Tijdelijke aanduiding voor tekst 13">
            <a:extLst>
              <a:ext uri="{FF2B5EF4-FFF2-40B4-BE49-F238E27FC236}">
                <a16:creationId xmlns:a16="http://schemas.microsoft.com/office/drawing/2014/main" id="{FCAEA785-0E9A-FB4D-8D0E-6B854A5FDA0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93139" y="3677206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1" name="Tijdelijke aanduiding voor tekst 13">
            <a:extLst>
              <a:ext uri="{FF2B5EF4-FFF2-40B4-BE49-F238E27FC236}">
                <a16:creationId xmlns:a16="http://schemas.microsoft.com/office/drawing/2014/main" id="{7A3946D8-C14B-3341-A23C-927586E371A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93137" y="4913906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2" name="Tijdelijke aanduiding voor tekst 13">
            <a:extLst>
              <a:ext uri="{FF2B5EF4-FFF2-40B4-BE49-F238E27FC236}">
                <a16:creationId xmlns:a16="http://schemas.microsoft.com/office/drawing/2014/main" id="{151C194E-27EB-6345-A0EF-2589891A8FAF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523169" y="3677206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3" name="Tijdelijke aanduiding voor tekst 13">
            <a:extLst>
              <a:ext uri="{FF2B5EF4-FFF2-40B4-BE49-F238E27FC236}">
                <a16:creationId xmlns:a16="http://schemas.microsoft.com/office/drawing/2014/main" id="{FF3B65E9-17F2-C24E-BE8C-36807A51152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3523169" y="4913906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4" name="Tijdelijke aanduiding voor tekst 13">
            <a:extLst>
              <a:ext uri="{FF2B5EF4-FFF2-40B4-BE49-F238E27FC236}">
                <a16:creationId xmlns:a16="http://schemas.microsoft.com/office/drawing/2014/main" id="{735B4F78-DC08-1E40-93C9-80300ED4F70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070892" y="3677206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5" name="Tijdelijke aanduiding voor tekst 13">
            <a:extLst>
              <a:ext uri="{FF2B5EF4-FFF2-40B4-BE49-F238E27FC236}">
                <a16:creationId xmlns:a16="http://schemas.microsoft.com/office/drawing/2014/main" id="{5BAEB4CE-CA30-924E-AE5C-0DCD7C02BA79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70892" y="4913906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6" name="Tijdelijke aanduiding voor tekst 13">
            <a:extLst>
              <a:ext uri="{FF2B5EF4-FFF2-40B4-BE49-F238E27FC236}">
                <a16:creationId xmlns:a16="http://schemas.microsoft.com/office/drawing/2014/main" id="{BF73CF80-F215-3E4A-B213-190741B9DF3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607476" y="977555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7" name="Tijdelijke aanduiding voor tekst 13">
            <a:extLst>
              <a:ext uri="{FF2B5EF4-FFF2-40B4-BE49-F238E27FC236}">
                <a16:creationId xmlns:a16="http://schemas.microsoft.com/office/drawing/2014/main" id="{3A82EED2-EED5-4F4C-BBD3-D81D04A2697A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607476" y="2214255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38" name="Tijdelijke aanduiding voor tekst 13">
            <a:extLst>
              <a:ext uri="{FF2B5EF4-FFF2-40B4-BE49-F238E27FC236}">
                <a16:creationId xmlns:a16="http://schemas.microsoft.com/office/drawing/2014/main" id="{AA7088C1-1B4E-A644-B682-B16F7749DF5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8607476" y="3677206"/>
            <a:ext cx="704039" cy="584775"/>
          </a:xfrm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NR</a:t>
            </a:r>
          </a:p>
        </p:txBody>
      </p:sp>
      <p:sp>
        <p:nvSpPr>
          <p:cNvPr id="39" name="Tijdelijke aanduiding voor tekst 13">
            <a:extLst>
              <a:ext uri="{FF2B5EF4-FFF2-40B4-BE49-F238E27FC236}">
                <a16:creationId xmlns:a16="http://schemas.microsoft.com/office/drawing/2014/main" id="{04463C36-F6A7-EC42-A6BD-6FF38E2D5DB0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607476" y="4913906"/>
            <a:ext cx="2036309" cy="786801"/>
          </a:xfrm>
        </p:spPr>
        <p:txBody>
          <a:bodyPr wrap="square" lIns="0" tIns="0" rIns="0" anchor="b">
            <a:noAutofit/>
          </a:bodyPr>
          <a:lstStyle>
            <a:lvl1pPr>
              <a:defRPr sz="2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Agenda topic</a:t>
            </a:r>
            <a:br>
              <a:rPr lang="nl-NL"/>
            </a:br>
            <a:r>
              <a:rPr lang="nl-NL"/>
              <a:t>in max 2 </a:t>
            </a:r>
            <a:r>
              <a:rPr lang="nl-NL" err="1"/>
              <a:t>lines</a:t>
            </a:r>
            <a:endParaRPr lang="nl-NL"/>
          </a:p>
        </p:txBody>
      </p:sp>
      <p:sp>
        <p:nvSpPr>
          <p:cNvPr id="40" name="Tijdelijke aanduiding voor tekst 39">
            <a:extLst>
              <a:ext uri="{FF2B5EF4-FFF2-40B4-BE49-F238E27FC236}">
                <a16:creationId xmlns:a16="http://schemas.microsoft.com/office/drawing/2014/main" id="{4B1C2B9D-DCE9-524B-9329-93AA84926CF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93138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1" name="Tijdelijke aanduiding voor tekst 40">
            <a:extLst>
              <a:ext uri="{FF2B5EF4-FFF2-40B4-BE49-F238E27FC236}">
                <a16:creationId xmlns:a16="http://schemas.microsoft.com/office/drawing/2014/main" id="{B4F68BF7-1753-6644-8E1F-F3C265062DB1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93138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7" name="Tijdelijke aanduiding voor tekst 46">
            <a:extLst>
              <a:ext uri="{FF2B5EF4-FFF2-40B4-BE49-F238E27FC236}">
                <a16:creationId xmlns:a16="http://schemas.microsoft.com/office/drawing/2014/main" id="{F78E001A-D541-764F-B6FC-361512AF5480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523169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8" name="Tijdelijke aanduiding voor tekst 47">
            <a:extLst>
              <a:ext uri="{FF2B5EF4-FFF2-40B4-BE49-F238E27FC236}">
                <a16:creationId xmlns:a16="http://schemas.microsoft.com/office/drawing/2014/main" id="{4D7A3A6F-87CA-504F-8B33-42CDC98FC5EB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3523169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49" name="Tijdelijke aanduiding voor tekst 48">
            <a:extLst>
              <a:ext uri="{FF2B5EF4-FFF2-40B4-BE49-F238E27FC236}">
                <a16:creationId xmlns:a16="http://schemas.microsoft.com/office/drawing/2014/main" id="{D7E973E5-A2DD-6C43-890D-99E9E7CE8DCE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070892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50" name="Tijdelijke aanduiding voor tekst 49">
            <a:extLst>
              <a:ext uri="{FF2B5EF4-FFF2-40B4-BE49-F238E27FC236}">
                <a16:creationId xmlns:a16="http://schemas.microsoft.com/office/drawing/2014/main" id="{1BB169F9-508F-464C-9FDC-CFE6C7A90B91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070892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51" name="Tijdelijke aanduiding voor tekst 50">
            <a:extLst>
              <a:ext uri="{FF2B5EF4-FFF2-40B4-BE49-F238E27FC236}">
                <a16:creationId xmlns:a16="http://schemas.microsoft.com/office/drawing/2014/main" id="{5DB2181C-DEDA-DC4D-94D2-1A5C95A7A1F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07476" y="3014022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52" name="Tijdelijke aanduiding voor tekst 51">
            <a:extLst>
              <a:ext uri="{FF2B5EF4-FFF2-40B4-BE49-F238E27FC236}">
                <a16:creationId xmlns:a16="http://schemas.microsoft.com/office/drawing/2014/main" id="{062B1E11-3814-2044-BB92-C5FF4DB1BF39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07476" y="5712490"/>
            <a:ext cx="262394" cy="45720"/>
          </a:xfrm>
          <a:custGeom>
            <a:avLst/>
            <a:gdLst>
              <a:gd name="connsiteX0" fmla="*/ 0 w 262394"/>
              <a:gd name="connsiteY0" fmla="*/ 22859 h 45720"/>
              <a:gd name="connsiteX1" fmla="*/ 0 w 262394"/>
              <a:gd name="connsiteY1" fmla="*/ 22860 h 45720"/>
              <a:gd name="connsiteX2" fmla="*/ 0 w 262394"/>
              <a:gd name="connsiteY2" fmla="*/ 22860 h 45720"/>
              <a:gd name="connsiteX3" fmla="*/ 22860 w 262394"/>
              <a:gd name="connsiteY3" fmla="*/ 0 h 45720"/>
              <a:gd name="connsiteX4" fmla="*/ 239534 w 262394"/>
              <a:gd name="connsiteY4" fmla="*/ 0 h 45720"/>
              <a:gd name="connsiteX5" fmla="*/ 262394 w 262394"/>
              <a:gd name="connsiteY5" fmla="*/ 22860 h 45720"/>
              <a:gd name="connsiteX6" fmla="*/ 262393 w 262394"/>
              <a:gd name="connsiteY6" fmla="*/ 22860 h 45720"/>
              <a:gd name="connsiteX7" fmla="*/ 239533 w 262394"/>
              <a:gd name="connsiteY7" fmla="*/ 45720 h 45720"/>
              <a:gd name="connsiteX8" fmla="*/ 22860 w 262394"/>
              <a:gd name="connsiteY8" fmla="*/ 45719 h 45720"/>
              <a:gd name="connsiteX9" fmla="*/ 6696 w 262394"/>
              <a:gd name="connsiteY9" fmla="*/ 39023 h 45720"/>
              <a:gd name="connsiteX10" fmla="*/ 0 w 262394"/>
              <a:gd name="connsiteY10" fmla="*/ 22860 h 45720"/>
              <a:gd name="connsiteX11" fmla="*/ 6696 w 262394"/>
              <a:gd name="connsiteY11" fmla="*/ 6696 h 45720"/>
              <a:gd name="connsiteX12" fmla="*/ 22860 w 262394"/>
              <a:gd name="connsiteY12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2394" h="45720">
                <a:moveTo>
                  <a:pt x="0" y="22859"/>
                </a:moveTo>
                <a:lnTo>
                  <a:pt x="0" y="22860"/>
                </a:lnTo>
                <a:lnTo>
                  <a:pt x="0" y="22860"/>
                </a:lnTo>
                <a:close/>
                <a:moveTo>
                  <a:pt x="22860" y="0"/>
                </a:moveTo>
                <a:lnTo>
                  <a:pt x="239534" y="0"/>
                </a:lnTo>
                <a:cubicBezTo>
                  <a:pt x="252159" y="0"/>
                  <a:pt x="262394" y="10235"/>
                  <a:pt x="262394" y="22860"/>
                </a:cubicBezTo>
                <a:lnTo>
                  <a:pt x="262393" y="22860"/>
                </a:lnTo>
                <a:cubicBezTo>
                  <a:pt x="262393" y="35485"/>
                  <a:pt x="252158" y="45720"/>
                  <a:pt x="239533" y="45720"/>
                </a:cubicBezTo>
                <a:lnTo>
                  <a:pt x="22860" y="45719"/>
                </a:lnTo>
                <a:cubicBezTo>
                  <a:pt x="16548" y="45719"/>
                  <a:pt x="10833" y="43160"/>
                  <a:pt x="6696" y="39023"/>
                </a:cubicBezTo>
                <a:lnTo>
                  <a:pt x="0" y="22860"/>
                </a:lnTo>
                <a:lnTo>
                  <a:pt x="6696" y="6696"/>
                </a:lnTo>
                <a:cubicBezTo>
                  <a:pt x="10833" y="2559"/>
                  <a:pt x="16548" y="0"/>
                  <a:pt x="22860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 lIns="0" tIns="0" rIns="0">
            <a:noAutofit/>
          </a:bodyPr>
          <a:lstStyle>
            <a:lvl1pPr>
              <a:defRPr>
                <a:solidFill>
                  <a:schemeClr val="tx1"/>
                </a:solidFill>
              </a:defRPr>
            </a:lvl1pPr>
            <a:lvl5pPr marL="1828800" indent="0">
              <a:buNone/>
              <a:defRPr/>
            </a:lvl5pPr>
          </a:lstStyle>
          <a:p>
            <a:pPr lvl="0"/>
            <a:r>
              <a:rPr lang="nl-NL"/>
              <a:t> </a:t>
            </a:r>
          </a:p>
        </p:txBody>
      </p:sp>
      <p:grpSp>
        <p:nvGrpSpPr>
          <p:cNvPr id="54" name="Groep 53">
            <a:extLst>
              <a:ext uri="{FF2B5EF4-FFF2-40B4-BE49-F238E27FC236}">
                <a16:creationId xmlns:a16="http://schemas.microsoft.com/office/drawing/2014/main" id="{89BAE301-FFA3-3541-A47B-563ED74AEA56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55" name="Vrije vorm 54">
              <a:extLst>
                <a:ext uri="{FF2B5EF4-FFF2-40B4-BE49-F238E27FC236}">
                  <a16:creationId xmlns:a16="http://schemas.microsoft.com/office/drawing/2014/main" id="{F9DD46F9-BF23-A445-A980-AE9498ED8821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6" name="Vrije vorm 55">
              <a:extLst>
                <a:ext uri="{FF2B5EF4-FFF2-40B4-BE49-F238E27FC236}">
                  <a16:creationId xmlns:a16="http://schemas.microsoft.com/office/drawing/2014/main" id="{773A9965-C494-B74C-88B7-57111B1ADDFB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7" name="Vrije vorm 56">
              <a:extLst>
                <a:ext uri="{FF2B5EF4-FFF2-40B4-BE49-F238E27FC236}">
                  <a16:creationId xmlns:a16="http://schemas.microsoft.com/office/drawing/2014/main" id="{C79735AD-C7D0-D344-A0E7-597A7A9B4A69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8" name="Vrije vorm 57">
              <a:extLst>
                <a:ext uri="{FF2B5EF4-FFF2-40B4-BE49-F238E27FC236}">
                  <a16:creationId xmlns:a16="http://schemas.microsoft.com/office/drawing/2014/main" id="{09D55A6C-1777-7743-9CDD-6E01375ADDDE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9" name="Vrije vorm 58">
              <a:extLst>
                <a:ext uri="{FF2B5EF4-FFF2-40B4-BE49-F238E27FC236}">
                  <a16:creationId xmlns:a16="http://schemas.microsoft.com/office/drawing/2014/main" id="{0659040A-EA4F-8D4F-8BED-F421E3FB76A0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0" name="Vrije vorm 59">
              <a:extLst>
                <a:ext uri="{FF2B5EF4-FFF2-40B4-BE49-F238E27FC236}">
                  <a16:creationId xmlns:a16="http://schemas.microsoft.com/office/drawing/2014/main" id="{B335EBB2-701F-B443-9AF4-716393351FF3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" name="Vrije vorm 60">
              <a:extLst>
                <a:ext uri="{FF2B5EF4-FFF2-40B4-BE49-F238E27FC236}">
                  <a16:creationId xmlns:a16="http://schemas.microsoft.com/office/drawing/2014/main" id="{50010942-0CF4-D540-B5A8-135385AF73BC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" name="Vrije vorm 70">
              <a:extLst>
                <a:ext uri="{FF2B5EF4-FFF2-40B4-BE49-F238E27FC236}">
                  <a16:creationId xmlns:a16="http://schemas.microsoft.com/office/drawing/2014/main" id="{8E277348-5D58-6649-9E05-A5BFDFA3AC9C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2" name="Vrije vorm 71">
              <a:extLst>
                <a:ext uri="{FF2B5EF4-FFF2-40B4-BE49-F238E27FC236}">
                  <a16:creationId xmlns:a16="http://schemas.microsoft.com/office/drawing/2014/main" id="{07F850A9-B4DD-A541-BBD6-6A362E2A59D4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3" name="Graphic 23">
              <a:extLst>
                <a:ext uri="{FF2B5EF4-FFF2-40B4-BE49-F238E27FC236}">
                  <a16:creationId xmlns:a16="http://schemas.microsoft.com/office/drawing/2014/main" id="{E02D4939-40A8-0745-8519-87A2A5564099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74" name="Vrije vorm 73">
                <a:extLst>
                  <a:ext uri="{FF2B5EF4-FFF2-40B4-BE49-F238E27FC236}">
                    <a16:creationId xmlns:a16="http://schemas.microsoft.com/office/drawing/2014/main" id="{93A352C9-1A13-5F44-BE1C-5EDD0474AB73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" name="Vrije vorm 74">
                <a:extLst>
                  <a:ext uri="{FF2B5EF4-FFF2-40B4-BE49-F238E27FC236}">
                    <a16:creationId xmlns:a16="http://schemas.microsoft.com/office/drawing/2014/main" id="{952153B6-77E6-7243-9542-E4E819F47931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" name="Vrije vorm 75">
                <a:extLst>
                  <a:ext uri="{FF2B5EF4-FFF2-40B4-BE49-F238E27FC236}">
                    <a16:creationId xmlns:a16="http://schemas.microsoft.com/office/drawing/2014/main" id="{6594E39F-1D78-7C43-87DC-C2853739BE29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" name="Vrije vorm 76">
                <a:extLst>
                  <a:ext uri="{FF2B5EF4-FFF2-40B4-BE49-F238E27FC236}">
                    <a16:creationId xmlns:a16="http://schemas.microsoft.com/office/drawing/2014/main" id="{89B4DCC1-87F9-C94B-93E8-DDF971FDA6AD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" name="Vrije vorm 77">
                <a:extLst>
                  <a:ext uri="{FF2B5EF4-FFF2-40B4-BE49-F238E27FC236}">
                    <a16:creationId xmlns:a16="http://schemas.microsoft.com/office/drawing/2014/main" id="{5E773E7A-08BF-3D42-B09B-E62377869C10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" name="Vrije vorm 78">
                <a:extLst>
                  <a:ext uri="{FF2B5EF4-FFF2-40B4-BE49-F238E27FC236}">
                    <a16:creationId xmlns:a16="http://schemas.microsoft.com/office/drawing/2014/main" id="{5DF70DE9-C6F8-904B-AB34-002E7FCD4E62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" name="Vrije vorm 79">
                <a:extLst>
                  <a:ext uri="{FF2B5EF4-FFF2-40B4-BE49-F238E27FC236}">
                    <a16:creationId xmlns:a16="http://schemas.microsoft.com/office/drawing/2014/main" id="{4833D8D1-3F9B-0948-82E2-50D20359FF05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" name="Vrije vorm 80">
                <a:extLst>
                  <a:ext uri="{FF2B5EF4-FFF2-40B4-BE49-F238E27FC236}">
                    <a16:creationId xmlns:a16="http://schemas.microsoft.com/office/drawing/2014/main" id="{AB5C3919-E8D1-A945-9947-419D252DEF2F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" name="Vrije vorm 81">
                <a:extLst>
                  <a:ext uri="{FF2B5EF4-FFF2-40B4-BE49-F238E27FC236}">
                    <a16:creationId xmlns:a16="http://schemas.microsoft.com/office/drawing/2014/main" id="{C18FBD43-C69C-7E40-9CB0-DCF057937AB4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" name="Vrije vorm 82">
                <a:extLst>
                  <a:ext uri="{FF2B5EF4-FFF2-40B4-BE49-F238E27FC236}">
                    <a16:creationId xmlns:a16="http://schemas.microsoft.com/office/drawing/2014/main" id="{0E1BFD6F-4CD2-4241-A70F-D04F919B8DEA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" name="Vrije vorm 83">
                <a:extLst>
                  <a:ext uri="{FF2B5EF4-FFF2-40B4-BE49-F238E27FC236}">
                    <a16:creationId xmlns:a16="http://schemas.microsoft.com/office/drawing/2014/main" id="{1C6DDE5B-3A4D-9340-A12D-5292F68F27D8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" name="Vrije vorm 84">
                <a:extLst>
                  <a:ext uri="{FF2B5EF4-FFF2-40B4-BE49-F238E27FC236}">
                    <a16:creationId xmlns:a16="http://schemas.microsoft.com/office/drawing/2014/main" id="{0D759586-4C17-0947-9E53-FCFDCDD0F52F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" name="Vrije vorm 85">
                <a:extLst>
                  <a:ext uri="{FF2B5EF4-FFF2-40B4-BE49-F238E27FC236}">
                    <a16:creationId xmlns:a16="http://schemas.microsoft.com/office/drawing/2014/main" id="{709E77DF-85EC-7641-86E8-6ABC64C704A4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7" name="Vrije vorm 86">
                <a:extLst>
                  <a:ext uri="{FF2B5EF4-FFF2-40B4-BE49-F238E27FC236}">
                    <a16:creationId xmlns:a16="http://schemas.microsoft.com/office/drawing/2014/main" id="{F1B729FB-9C9B-184A-B208-AE17D573493F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62" name="Afbeelding 61">
            <a:extLst>
              <a:ext uri="{FF2B5EF4-FFF2-40B4-BE49-F238E27FC236}">
                <a16:creationId xmlns:a16="http://schemas.microsoft.com/office/drawing/2014/main" id="{C0F61D6C-3CE0-D04F-93AF-E2B41573EA1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63" name="Afbeelding 62">
            <a:extLst>
              <a:ext uri="{FF2B5EF4-FFF2-40B4-BE49-F238E27FC236}">
                <a16:creationId xmlns:a16="http://schemas.microsoft.com/office/drawing/2014/main" id="{418EC492-647F-B14F-BB92-E2AF5796A04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0943272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8E614B23-D3E0-A74C-9776-EAF0B9C63AF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" y="1085066"/>
            <a:ext cx="5690489" cy="5207779"/>
          </a:xfrm>
          <a:custGeom>
            <a:avLst/>
            <a:gdLst/>
            <a:ahLst/>
            <a:cxnLst/>
            <a:rect l="l" t="t" r="r" b="b"/>
            <a:pathLst>
              <a:path w="5690489" h="5207779">
                <a:moveTo>
                  <a:pt x="688214" y="1114206"/>
                </a:moveTo>
                <a:cubicBezTo>
                  <a:pt x="383175" y="1114206"/>
                  <a:pt x="230656" y="1624156"/>
                  <a:pt x="230656" y="2644057"/>
                </a:cubicBezTo>
                <a:cubicBezTo>
                  <a:pt x="230656" y="3144693"/>
                  <a:pt x="266166" y="3515513"/>
                  <a:pt x="337187" y="3756517"/>
                </a:cubicBezTo>
                <a:cubicBezTo>
                  <a:pt x="408207" y="3997521"/>
                  <a:pt x="520559" y="4118023"/>
                  <a:pt x="674243" y="4118023"/>
                </a:cubicBezTo>
                <a:cubicBezTo>
                  <a:pt x="979282" y="4118023"/>
                  <a:pt x="1131801" y="3603416"/>
                  <a:pt x="1131801" y="2574201"/>
                </a:cubicBezTo>
                <a:cubicBezTo>
                  <a:pt x="1131801" y="2075893"/>
                  <a:pt x="1096873" y="1707984"/>
                  <a:pt x="1027017" y="1470472"/>
                </a:cubicBezTo>
                <a:cubicBezTo>
                  <a:pt x="957161" y="1232962"/>
                  <a:pt x="844226" y="1114206"/>
                  <a:pt x="688214" y="1114206"/>
                </a:cubicBezTo>
                <a:close/>
                <a:moveTo>
                  <a:pt x="761563" y="27942"/>
                </a:moveTo>
                <a:cubicBezTo>
                  <a:pt x="1986375" y="27942"/>
                  <a:pt x="2598781" y="876695"/>
                  <a:pt x="2598781" y="2574201"/>
                </a:cubicBezTo>
                <a:cubicBezTo>
                  <a:pt x="2598781" y="3433432"/>
                  <a:pt x="2435201" y="4087170"/>
                  <a:pt x="2108041" y="4535413"/>
                </a:cubicBezTo>
                <a:cubicBezTo>
                  <a:pt x="1780881" y="4983658"/>
                  <a:pt x="1302948" y="5207779"/>
                  <a:pt x="674243" y="5207779"/>
                </a:cubicBezTo>
                <a:cubicBezTo>
                  <a:pt x="433239" y="5207779"/>
                  <a:pt x="215075" y="5178800"/>
                  <a:pt x="19750" y="5120841"/>
                </a:cubicBezTo>
                <a:lnTo>
                  <a:pt x="0" y="5113727"/>
                </a:lnTo>
                <a:lnTo>
                  <a:pt x="0" y="159067"/>
                </a:lnTo>
                <a:lnTo>
                  <a:pt x="95283" y="122739"/>
                </a:lnTo>
                <a:cubicBezTo>
                  <a:pt x="295846" y="59541"/>
                  <a:pt x="517940" y="27942"/>
                  <a:pt x="761563" y="27942"/>
                </a:cubicBezTo>
                <a:close/>
                <a:moveTo>
                  <a:pt x="4813794" y="0"/>
                </a:moveTo>
                <a:lnTo>
                  <a:pt x="5690489" y="0"/>
                </a:lnTo>
                <a:lnTo>
                  <a:pt x="5690489" y="5120459"/>
                </a:lnTo>
                <a:lnTo>
                  <a:pt x="4202552" y="5120459"/>
                </a:lnTo>
                <a:lnTo>
                  <a:pt x="4202552" y="1515879"/>
                </a:lnTo>
                <a:cubicBezTo>
                  <a:pt x="4039555" y="1611349"/>
                  <a:pt x="3870735" y="1684116"/>
                  <a:pt x="3696095" y="1734180"/>
                </a:cubicBezTo>
                <a:cubicBezTo>
                  <a:pt x="3521454" y="1784243"/>
                  <a:pt x="3323529" y="1820918"/>
                  <a:pt x="3102318" y="1844203"/>
                </a:cubicBezTo>
                <a:lnTo>
                  <a:pt x="3102318" y="726504"/>
                </a:lnTo>
                <a:cubicBezTo>
                  <a:pt x="3416670" y="672948"/>
                  <a:pt x="3709484" y="588538"/>
                  <a:pt x="3980759" y="473275"/>
                </a:cubicBezTo>
                <a:cubicBezTo>
                  <a:pt x="4252034" y="358013"/>
                  <a:pt x="4529713" y="200254"/>
                  <a:pt x="4813794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26" name="Groep 25">
            <a:extLst>
              <a:ext uri="{FF2B5EF4-FFF2-40B4-BE49-F238E27FC236}">
                <a16:creationId xmlns:a16="http://schemas.microsoft.com/office/drawing/2014/main" id="{A78B5C4F-E61D-1D4A-AAFB-8641748330C2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27" name="Vrije vorm 26">
              <a:extLst>
                <a:ext uri="{FF2B5EF4-FFF2-40B4-BE49-F238E27FC236}">
                  <a16:creationId xmlns:a16="http://schemas.microsoft.com/office/drawing/2014/main" id="{6E14319A-1B23-CB4C-8911-32D6995932C0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3570770A-CCBB-9646-A74F-ACA6720CB069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509312EC-6335-7544-A045-3FEBE0D5F426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" name="Vrije vorm 29">
              <a:extLst>
                <a:ext uri="{FF2B5EF4-FFF2-40B4-BE49-F238E27FC236}">
                  <a16:creationId xmlns:a16="http://schemas.microsoft.com/office/drawing/2014/main" id="{E9957C76-11FC-A945-84EF-FEF0C32E9AB0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" name="Vrije vorm 31">
              <a:extLst>
                <a:ext uri="{FF2B5EF4-FFF2-40B4-BE49-F238E27FC236}">
                  <a16:creationId xmlns:a16="http://schemas.microsoft.com/office/drawing/2014/main" id="{D8A62097-F140-D140-B7B5-1B9EA617EBFE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" name="Vrije vorm 32">
              <a:extLst>
                <a:ext uri="{FF2B5EF4-FFF2-40B4-BE49-F238E27FC236}">
                  <a16:creationId xmlns:a16="http://schemas.microsoft.com/office/drawing/2014/main" id="{91728FF7-D688-B14D-88F9-6C3B352A5A6B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" name="Vrije vorm 33">
              <a:extLst>
                <a:ext uri="{FF2B5EF4-FFF2-40B4-BE49-F238E27FC236}">
                  <a16:creationId xmlns:a16="http://schemas.microsoft.com/office/drawing/2014/main" id="{6282859C-8534-C247-97DD-BC963A4FA4E5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" name="Vrije vorm 34">
              <a:extLst>
                <a:ext uri="{FF2B5EF4-FFF2-40B4-BE49-F238E27FC236}">
                  <a16:creationId xmlns:a16="http://schemas.microsoft.com/office/drawing/2014/main" id="{F1A0C3A7-553B-2248-998A-0FCA66752457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" name="Vrije vorm 35">
              <a:extLst>
                <a:ext uri="{FF2B5EF4-FFF2-40B4-BE49-F238E27FC236}">
                  <a16:creationId xmlns:a16="http://schemas.microsoft.com/office/drawing/2014/main" id="{60B12A4C-6804-3048-BEB8-868A18036A36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37" name="Graphic 23">
              <a:extLst>
                <a:ext uri="{FF2B5EF4-FFF2-40B4-BE49-F238E27FC236}">
                  <a16:creationId xmlns:a16="http://schemas.microsoft.com/office/drawing/2014/main" id="{0DA8D9C0-A3D6-4A47-8C0E-765C22804D08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38" name="Vrije vorm 37">
                <a:extLst>
                  <a:ext uri="{FF2B5EF4-FFF2-40B4-BE49-F238E27FC236}">
                    <a16:creationId xmlns:a16="http://schemas.microsoft.com/office/drawing/2014/main" id="{490E3B67-C026-8145-9D9C-199F97C153EA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" name="Vrije vorm 38">
                <a:extLst>
                  <a:ext uri="{FF2B5EF4-FFF2-40B4-BE49-F238E27FC236}">
                    <a16:creationId xmlns:a16="http://schemas.microsoft.com/office/drawing/2014/main" id="{E48B13CA-8AB3-6445-B8E4-31DC0CD143F2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 39">
                <a:extLst>
                  <a:ext uri="{FF2B5EF4-FFF2-40B4-BE49-F238E27FC236}">
                    <a16:creationId xmlns:a16="http://schemas.microsoft.com/office/drawing/2014/main" id="{D258F317-7D4E-E741-A999-DF0122A18E1F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 40">
                <a:extLst>
                  <a:ext uri="{FF2B5EF4-FFF2-40B4-BE49-F238E27FC236}">
                    <a16:creationId xmlns:a16="http://schemas.microsoft.com/office/drawing/2014/main" id="{8CF2F531-C7D2-6541-9151-21C58F3BA88F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 41">
                <a:extLst>
                  <a:ext uri="{FF2B5EF4-FFF2-40B4-BE49-F238E27FC236}">
                    <a16:creationId xmlns:a16="http://schemas.microsoft.com/office/drawing/2014/main" id="{A1B70A4B-62F7-5C4F-98D1-2CC25AEB3811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 42">
                <a:extLst>
                  <a:ext uri="{FF2B5EF4-FFF2-40B4-BE49-F238E27FC236}">
                    <a16:creationId xmlns:a16="http://schemas.microsoft.com/office/drawing/2014/main" id="{0F476841-0F77-664E-88D3-F5BC6B7544EB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 43">
                <a:extLst>
                  <a:ext uri="{FF2B5EF4-FFF2-40B4-BE49-F238E27FC236}">
                    <a16:creationId xmlns:a16="http://schemas.microsoft.com/office/drawing/2014/main" id="{0B29F4EC-6310-BA44-AF8C-AD5790B810CC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 44">
                <a:extLst>
                  <a:ext uri="{FF2B5EF4-FFF2-40B4-BE49-F238E27FC236}">
                    <a16:creationId xmlns:a16="http://schemas.microsoft.com/office/drawing/2014/main" id="{A3EC76B2-CBE5-8049-B067-9CDE62C01F76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 45">
                <a:extLst>
                  <a:ext uri="{FF2B5EF4-FFF2-40B4-BE49-F238E27FC236}">
                    <a16:creationId xmlns:a16="http://schemas.microsoft.com/office/drawing/2014/main" id="{3E8E1887-4E2A-C043-AABF-962311875DEA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 46">
                <a:extLst>
                  <a:ext uri="{FF2B5EF4-FFF2-40B4-BE49-F238E27FC236}">
                    <a16:creationId xmlns:a16="http://schemas.microsoft.com/office/drawing/2014/main" id="{4EADDF7E-8A64-DD4D-B68C-2CE844B6E2B3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 47">
                <a:extLst>
                  <a:ext uri="{FF2B5EF4-FFF2-40B4-BE49-F238E27FC236}">
                    <a16:creationId xmlns:a16="http://schemas.microsoft.com/office/drawing/2014/main" id="{5CBC9BA2-6E7E-554D-B7D2-664E181EBD50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 48">
                <a:extLst>
                  <a:ext uri="{FF2B5EF4-FFF2-40B4-BE49-F238E27FC236}">
                    <a16:creationId xmlns:a16="http://schemas.microsoft.com/office/drawing/2014/main" id="{2C9987C6-7BAE-9B46-A94E-565E754BE9F5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 49">
                <a:extLst>
                  <a:ext uri="{FF2B5EF4-FFF2-40B4-BE49-F238E27FC236}">
                    <a16:creationId xmlns:a16="http://schemas.microsoft.com/office/drawing/2014/main" id="{2D4C945B-0674-EE46-949A-164C6F81E5FE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 50">
                <a:extLst>
                  <a:ext uri="{FF2B5EF4-FFF2-40B4-BE49-F238E27FC236}">
                    <a16:creationId xmlns:a16="http://schemas.microsoft.com/office/drawing/2014/main" id="{4FF8E6FA-5C54-9146-8C71-F745F28D092C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52" name="Afbeelding 51">
            <a:extLst>
              <a:ext uri="{FF2B5EF4-FFF2-40B4-BE49-F238E27FC236}">
                <a16:creationId xmlns:a16="http://schemas.microsoft.com/office/drawing/2014/main" id="{58B29B04-1DC0-6A4B-8914-873A21663BA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53" name="Afbeelding 52">
            <a:extLst>
              <a:ext uri="{FF2B5EF4-FFF2-40B4-BE49-F238E27FC236}">
                <a16:creationId xmlns:a16="http://schemas.microsoft.com/office/drawing/2014/main" id="{149A2B82-3FAB-5645-A407-5A8D8C002706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06107939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CDEDEA90-3EBB-2D41-851E-F582847F288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1113008"/>
            <a:ext cx="6664984" cy="5179837"/>
          </a:xfrm>
          <a:custGeom>
            <a:avLst/>
            <a:gdLst/>
            <a:ahLst/>
            <a:cxnLst/>
            <a:rect l="l" t="t" r="r" b="b"/>
            <a:pathLst>
              <a:path w="6664984" h="5179837"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60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4908100" y="6986"/>
                </a:moveTo>
                <a:cubicBezTo>
                  <a:pt x="5452978" y="6986"/>
                  <a:pt x="5874443" y="136220"/>
                  <a:pt x="6172497" y="394688"/>
                </a:cubicBezTo>
                <a:cubicBezTo>
                  <a:pt x="6470550" y="653155"/>
                  <a:pt x="6619577" y="1017572"/>
                  <a:pt x="6619577" y="1487937"/>
                </a:cubicBezTo>
                <a:cubicBezTo>
                  <a:pt x="6619577" y="1848861"/>
                  <a:pt x="6541570" y="2155064"/>
                  <a:pt x="6385559" y="2406546"/>
                </a:cubicBezTo>
                <a:cubicBezTo>
                  <a:pt x="6229546" y="2658029"/>
                  <a:pt x="5939643" y="2919989"/>
                  <a:pt x="5515849" y="3192428"/>
                </a:cubicBezTo>
                <a:cubicBezTo>
                  <a:pt x="5192182" y="3401997"/>
                  <a:pt x="4977374" y="3555099"/>
                  <a:pt x="4871426" y="3651733"/>
                </a:cubicBezTo>
                <a:cubicBezTo>
                  <a:pt x="4765477" y="3748368"/>
                  <a:pt x="4711339" y="3830449"/>
                  <a:pt x="4709010" y="3897976"/>
                </a:cubicBezTo>
                <a:lnTo>
                  <a:pt x="6664984" y="3897976"/>
                </a:lnTo>
                <a:lnTo>
                  <a:pt x="6664984" y="5092517"/>
                </a:lnTo>
                <a:lnTo>
                  <a:pt x="3137246" y="5092517"/>
                </a:lnTo>
                <a:lnTo>
                  <a:pt x="3137246" y="4690844"/>
                </a:lnTo>
                <a:cubicBezTo>
                  <a:pt x="3137246" y="4406762"/>
                  <a:pt x="3172174" y="4159937"/>
                  <a:pt x="3242030" y="3950368"/>
                </a:cubicBezTo>
                <a:cubicBezTo>
                  <a:pt x="3311886" y="3740800"/>
                  <a:pt x="3421909" y="3544038"/>
                  <a:pt x="3572100" y="3360083"/>
                </a:cubicBezTo>
                <a:cubicBezTo>
                  <a:pt x="3722291" y="3176129"/>
                  <a:pt x="3983670" y="2939782"/>
                  <a:pt x="4356236" y="2651043"/>
                </a:cubicBezTo>
                <a:cubicBezTo>
                  <a:pt x="4621690" y="2441475"/>
                  <a:pt x="4798077" y="2290702"/>
                  <a:pt x="4885397" y="2198724"/>
                </a:cubicBezTo>
                <a:cubicBezTo>
                  <a:pt x="4972717" y="2106747"/>
                  <a:pt x="5037917" y="2017680"/>
                  <a:pt x="5080994" y="1931524"/>
                </a:cubicBezTo>
                <a:cubicBezTo>
                  <a:pt x="5124072" y="1845368"/>
                  <a:pt x="5145611" y="1752227"/>
                  <a:pt x="5145611" y="1652099"/>
                </a:cubicBezTo>
                <a:cubicBezTo>
                  <a:pt x="5145611" y="1319118"/>
                  <a:pt x="4945357" y="1152628"/>
                  <a:pt x="4544848" y="1152628"/>
                </a:cubicBezTo>
                <a:cubicBezTo>
                  <a:pt x="4137353" y="1152628"/>
                  <a:pt x="3751980" y="1300490"/>
                  <a:pt x="3388728" y="1596214"/>
                </a:cubicBezTo>
                <a:lnTo>
                  <a:pt x="3388728" y="377224"/>
                </a:lnTo>
                <a:cubicBezTo>
                  <a:pt x="3665824" y="237511"/>
                  <a:pt x="3924874" y="140877"/>
                  <a:pt x="4165878" y="87320"/>
                </a:cubicBezTo>
                <a:cubicBezTo>
                  <a:pt x="4406882" y="33764"/>
                  <a:pt x="4654289" y="6986"/>
                  <a:pt x="4908100" y="6986"/>
                </a:cubicBezTo>
                <a:close/>
                <a:moveTo>
                  <a:pt x="761563" y="0"/>
                </a:moveTo>
                <a:cubicBezTo>
                  <a:pt x="1986375" y="0"/>
                  <a:pt x="2598781" y="848753"/>
                  <a:pt x="2598781" y="2546259"/>
                </a:cubicBezTo>
                <a:cubicBezTo>
                  <a:pt x="2598781" y="3405490"/>
                  <a:pt x="2435201" y="4059228"/>
                  <a:pt x="2108041" y="4507471"/>
                </a:cubicBezTo>
                <a:cubicBezTo>
                  <a:pt x="1780881" y="4955716"/>
                  <a:pt x="1302948" y="5179837"/>
                  <a:pt x="674243" y="5179837"/>
                </a:cubicBezTo>
                <a:cubicBezTo>
                  <a:pt x="433239" y="5179837"/>
                  <a:pt x="215075" y="5150858"/>
                  <a:pt x="19750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2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27" name="Groep 26">
            <a:extLst>
              <a:ext uri="{FF2B5EF4-FFF2-40B4-BE49-F238E27FC236}">
                <a16:creationId xmlns:a16="http://schemas.microsoft.com/office/drawing/2014/main" id="{73F185D5-5FA7-624A-B180-8D1D81DF733D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8976FDD4-302E-A149-B2DD-C852142758F5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DA19DEED-0BB8-C240-8FD6-5FD089E74103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" name="Vrije vorm 29">
              <a:extLst>
                <a:ext uri="{FF2B5EF4-FFF2-40B4-BE49-F238E27FC236}">
                  <a16:creationId xmlns:a16="http://schemas.microsoft.com/office/drawing/2014/main" id="{B53ACABC-1788-7045-B22D-4AC8583D3492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" name="Vrije vorm 31">
              <a:extLst>
                <a:ext uri="{FF2B5EF4-FFF2-40B4-BE49-F238E27FC236}">
                  <a16:creationId xmlns:a16="http://schemas.microsoft.com/office/drawing/2014/main" id="{69DE13B1-1B7C-F342-B2E1-B131ADB2A5F1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" name="Vrije vorm 32">
              <a:extLst>
                <a:ext uri="{FF2B5EF4-FFF2-40B4-BE49-F238E27FC236}">
                  <a16:creationId xmlns:a16="http://schemas.microsoft.com/office/drawing/2014/main" id="{8E2507D7-3B8F-8043-B283-B00C28B57783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" name="Vrije vorm 33">
              <a:extLst>
                <a:ext uri="{FF2B5EF4-FFF2-40B4-BE49-F238E27FC236}">
                  <a16:creationId xmlns:a16="http://schemas.microsoft.com/office/drawing/2014/main" id="{8EA9F900-5399-C04A-9A00-6FF4DC515187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" name="Vrije vorm 34">
              <a:extLst>
                <a:ext uri="{FF2B5EF4-FFF2-40B4-BE49-F238E27FC236}">
                  <a16:creationId xmlns:a16="http://schemas.microsoft.com/office/drawing/2014/main" id="{7767A168-5D92-1F4D-B9DB-EE6F57AEC20E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" name="Vrije vorm 35">
              <a:extLst>
                <a:ext uri="{FF2B5EF4-FFF2-40B4-BE49-F238E27FC236}">
                  <a16:creationId xmlns:a16="http://schemas.microsoft.com/office/drawing/2014/main" id="{2FA22DD4-9CF0-824A-85E8-E2666412C1A9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" name="Vrije vorm 36">
              <a:extLst>
                <a:ext uri="{FF2B5EF4-FFF2-40B4-BE49-F238E27FC236}">
                  <a16:creationId xmlns:a16="http://schemas.microsoft.com/office/drawing/2014/main" id="{DAA3C2C6-EB87-0F43-9EF9-4B9159604AB2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38" name="Graphic 23">
              <a:extLst>
                <a:ext uri="{FF2B5EF4-FFF2-40B4-BE49-F238E27FC236}">
                  <a16:creationId xmlns:a16="http://schemas.microsoft.com/office/drawing/2014/main" id="{657C83CB-42BD-A041-8337-2BBD3E30F352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39" name="Vrije vorm 38">
                <a:extLst>
                  <a:ext uri="{FF2B5EF4-FFF2-40B4-BE49-F238E27FC236}">
                    <a16:creationId xmlns:a16="http://schemas.microsoft.com/office/drawing/2014/main" id="{8BF0267A-1E17-A843-A7F7-ED7B32AFB394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 39">
                <a:extLst>
                  <a:ext uri="{FF2B5EF4-FFF2-40B4-BE49-F238E27FC236}">
                    <a16:creationId xmlns:a16="http://schemas.microsoft.com/office/drawing/2014/main" id="{F7AED185-AC3F-1247-AD0A-C76ED6E96C70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 40">
                <a:extLst>
                  <a:ext uri="{FF2B5EF4-FFF2-40B4-BE49-F238E27FC236}">
                    <a16:creationId xmlns:a16="http://schemas.microsoft.com/office/drawing/2014/main" id="{8FD1C0A2-C083-1247-AB58-51CE54E1754D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 41">
                <a:extLst>
                  <a:ext uri="{FF2B5EF4-FFF2-40B4-BE49-F238E27FC236}">
                    <a16:creationId xmlns:a16="http://schemas.microsoft.com/office/drawing/2014/main" id="{8E05C32B-8C76-5645-B8AE-BB1236E9A112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 42">
                <a:extLst>
                  <a:ext uri="{FF2B5EF4-FFF2-40B4-BE49-F238E27FC236}">
                    <a16:creationId xmlns:a16="http://schemas.microsoft.com/office/drawing/2014/main" id="{A5964D69-FCBA-0D4A-9308-E700FCC5EC44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 43">
                <a:extLst>
                  <a:ext uri="{FF2B5EF4-FFF2-40B4-BE49-F238E27FC236}">
                    <a16:creationId xmlns:a16="http://schemas.microsoft.com/office/drawing/2014/main" id="{912056AE-C6AC-534F-9F89-117FFE393455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 44">
                <a:extLst>
                  <a:ext uri="{FF2B5EF4-FFF2-40B4-BE49-F238E27FC236}">
                    <a16:creationId xmlns:a16="http://schemas.microsoft.com/office/drawing/2014/main" id="{6E223E4E-031C-BF4F-9CDE-082D3DA65521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 45">
                <a:extLst>
                  <a:ext uri="{FF2B5EF4-FFF2-40B4-BE49-F238E27FC236}">
                    <a16:creationId xmlns:a16="http://schemas.microsoft.com/office/drawing/2014/main" id="{124A2A33-9E75-4747-A6B9-D7113A96996A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 46">
                <a:extLst>
                  <a:ext uri="{FF2B5EF4-FFF2-40B4-BE49-F238E27FC236}">
                    <a16:creationId xmlns:a16="http://schemas.microsoft.com/office/drawing/2014/main" id="{F21D04A1-7A10-254A-BEE7-9D5513A05708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 47">
                <a:extLst>
                  <a:ext uri="{FF2B5EF4-FFF2-40B4-BE49-F238E27FC236}">
                    <a16:creationId xmlns:a16="http://schemas.microsoft.com/office/drawing/2014/main" id="{352C27D8-E8ED-1143-A9F8-E175264F8D7D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 48">
                <a:extLst>
                  <a:ext uri="{FF2B5EF4-FFF2-40B4-BE49-F238E27FC236}">
                    <a16:creationId xmlns:a16="http://schemas.microsoft.com/office/drawing/2014/main" id="{5138D032-A236-0044-82F6-5117297F9837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 49">
                <a:extLst>
                  <a:ext uri="{FF2B5EF4-FFF2-40B4-BE49-F238E27FC236}">
                    <a16:creationId xmlns:a16="http://schemas.microsoft.com/office/drawing/2014/main" id="{DD811042-13C6-7544-8E7D-A174B056754E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 50">
                <a:extLst>
                  <a:ext uri="{FF2B5EF4-FFF2-40B4-BE49-F238E27FC236}">
                    <a16:creationId xmlns:a16="http://schemas.microsoft.com/office/drawing/2014/main" id="{A9DE79B4-66C8-6D47-AB9E-34134B6DC2CE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" name="Vrije vorm 51">
                <a:extLst>
                  <a:ext uri="{FF2B5EF4-FFF2-40B4-BE49-F238E27FC236}">
                    <a16:creationId xmlns:a16="http://schemas.microsoft.com/office/drawing/2014/main" id="{B7D07A3C-E314-A84E-A599-4DA10E75E942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53" name="Afbeelding 52">
            <a:extLst>
              <a:ext uri="{FF2B5EF4-FFF2-40B4-BE49-F238E27FC236}">
                <a16:creationId xmlns:a16="http://schemas.microsoft.com/office/drawing/2014/main" id="{FBAD663C-79BB-5B48-A9A1-3A2138255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54" name="Afbeelding 53">
            <a:extLst>
              <a:ext uri="{FF2B5EF4-FFF2-40B4-BE49-F238E27FC236}">
                <a16:creationId xmlns:a16="http://schemas.microsoft.com/office/drawing/2014/main" id="{062225DE-EC03-FE44-AF35-5AEBE633AFF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7701505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58B8E805-772D-A34E-AF18-A014A6797DB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" y="1113008"/>
            <a:ext cx="6595127" cy="5179837"/>
          </a:xfrm>
          <a:custGeom>
            <a:avLst/>
            <a:gdLst/>
            <a:ahLst/>
            <a:cxnLst/>
            <a:rect l="l" t="t" r="r" b="b"/>
            <a:pathLst>
              <a:path w="6595127" h="5179837"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60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4691546" y="0"/>
                </a:moveTo>
                <a:cubicBezTo>
                  <a:pt x="5245739" y="0"/>
                  <a:pt x="5680011" y="112935"/>
                  <a:pt x="5994364" y="338803"/>
                </a:cubicBezTo>
                <a:cubicBezTo>
                  <a:pt x="6308717" y="564671"/>
                  <a:pt x="6465893" y="877860"/>
                  <a:pt x="6465893" y="1278368"/>
                </a:cubicBezTo>
                <a:cubicBezTo>
                  <a:pt x="6465893" y="1590393"/>
                  <a:pt x="6381483" y="1852354"/>
                  <a:pt x="6212665" y="2064251"/>
                </a:cubicBezTo>
                <a:cubicBezTo>
                  <a:pt x="6043845" y="2276148"/>
                  <a:pt x="5806916" y="2414696"/>
                  <a:pt x="5501878" y="2479895"/>
                </a:cubicBezTo>
                <a:lnTo>
                  <a:pt x="5501878" y="2497359"/>
                </a:lnTo>
                <a:cubicBezTo>
                  <a:pt x="5839516" y="2543930"/>
                  <a:pt x="6106134" y="2672582"/>
                  <a:pt x="6301731" y="2883315"/>
                </a:cubicBezTo>
                <a:cubicBezTo>
                  <a:pt x="6497329" y="3094048"/>
                  <a:pt x="6595127" y="3353098"/>
                  <a:pt x="6595127" y="3660465"/>
                </a:cubicBezTo>
                <a:cubicBezTo>
                  <a:pt x="6595127" y="4142473"/>
                  <a:pt x="6420487" y="4516203"/>
                  <a:pt x="6071206" y="4781657"/>
                </a:cubicBezTo>
                <a:cubicBezTo>
                  <a:pt x="5721925" y="5047111"/>
                  <a:pt x="5222453" y="5179837"/>
                  <a:pt x="4572790" y="5179837"/>
                </a:cubicBezTo>
                <a:cubicBezTo>
                  <a:pt x="4330622" y="5179837"/>
                  <a:pt x="4090782" y="5159463"/>
                  <a:pt x="3853271" y="5118713"/>
                </a:cubicBezTo>
                <a:cubicBezTo>
                  <a:pt x="3615760" y="5077964"/>
                  <a:pt x="3412013" y="5023825"/>
                  <a:pt x="3242030" y="4956298"/>
                </a:cubicBezTo>
                <a:lnTo>
                  <a:pt x="3242030" y="3789699"/>
                </a:lnTo>
                <a:cubicBezTo>
                  <a:pt x="3398042" y="3882841"/>
                  <a:pt x="3576176" y="3956190"/>
                  <a:pt x="3776430" y="4009746"/>
                </a:cubicBezTo>
                <a:cubicBezTo>
                  <a:pt x="3976684" y="4063303"/>
                  <a:pt x="4179267" y="4090081"/>
                  <a:pt x="4384179" y="4090081"/>
                </a:cubicBezTo>
                <a:cubicBezTo>
                  <a:pt x="4621690" y="4090081"/>
                  <a:pt x="4803898" y="4047585"/>
                  <a:pt x="4930803" y="3962593"/>
                </a:cubicBezTo>
                <a:cubicBezTo>
                  <a:pt x="5057709" y="3877602"/>
                  <a:pt x="5121161" y="3755935"/>
                  <a:pt x="5121161" y="3597594"/>
                </a:cubicBezTo>
                <a:cubicBezTo>
                  <a:pt x="5121161" y="3436925"/>
                  <a:pt x="5043156" y="3311184"/>
                  <a:pt x="4887143" y="3220371"/>
                </a:cubicBezTo>
                <a:cubicBezTo>
                  <a:pt x="4731131" y="3129558"/>
                  <a:pt x="4513413" y="3084151"/>
                  <a:pt x="4233988" y="3084151"/>
                </a:cubicBezTo>
                <a:lnTo>
                  <a:pt x="3751980" y="3084151"/>
                </a:lnTo>
                <a:lnTo>
                  <a:pt x="3751980" y="1987409"/>
                </a:lnTo>
                <a:lnTo>
                  <a:pt x="4178103" y="1987409"/>
                </a:lnTo>
                <a:cubicBezTo>
                  <a:pt x="4459856" y="1987409"/>
                  <a:pt x="4667679" y="1943749"/>
                  <a:pt x="4801569" y="1856429"/>
                </a:cubicBezTo>
                <a:cubicBezTo>
                  <a:pt x="4935461" y="1769108"/>
                  <a:pt x="5002406" y="1655592"/>
                  <a:pt x="5002406" y="1515880"/>
                </a:cubicBezTo>
                <a:cubicBezTo>
                  <a:pt x="5002406" y="1383153"/>
                  <a:pt x="4951760" y="1278368"/>
                  <a:pt x="4850469" y="1201527"/>
                </a:cubicBezTo>
                <a:cubicBezTo>
                  <a:pt x="4749177" y="1124685"/>
                  <a:pt x="4593747" y="1086264"/>
                  <a:pt x="4384179" y="1086264"/>
                </a:cubicBezTo>
                <a:cubicBezTo>
                  <a:pt x="4060512" y="1086264"/>
                  <a:pt x="3736845" y="1179406"/>
                  <a:pt x="3413178" y="1365689"/>
                </a:cubicBezTo>
                <a:lnTo>
                  <a:pt x="3413178" y="251482"/>
                </a:lnTo>
                <a:cubicBezTo>
                  <a:pt x="3818343" y="83828"/>
                  <a:pt x="4244466" y="0"/>
                  <a:pt x="4691546" y="0"/>
                </a:cubicBezTo>
                <a:close/>
                <a:moveTo>
                  <a:pt x="761563" y="0"/>
                </a:moveTo>
                <a:cubicBezTo>
                  <a:pt x="1986375" y="0"/>
                  <a:pt x="2598782" y="848753"/>
                  <a:pt x="2598782" y="2546259"/>
                </a:cubicBezTo>
                <a:cubicBezTo>
                  <a:pt x="2598782" y="3405490"/>
                  <a:pt x="2435201" y="4059228"/>
                  <a:pt x="2108041" y="4507471"/>
                </a:cubicBezTo>
                <a:cubicBezTo>
                  <a:pt x="1780881" y="4955716"/>
                  <a:pt x="1302948" y="5179837"/>
                  <a:pt x="674243" y="5179837"/>
                </a:cubicBezTo>
                <a:cubicBezTo>
                  <a:pt x="433239" y="5179837"/>
                  <a:pt x="215075" y="5150858"/>
                  <a:pt x="19751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2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27" name="Groep 26">
            <a:extLst>
              <a:ext uri="{FF2B5EF4-FFF2-40B4-BE49-F238E27FC236}">
                <a16:creationId xmlns:a16="http://schemas.microsoft.com/office/drawing/2014/main" id="{A5DA9214-4CB0-2447-ABFF-6CF837168A47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56A9D3ED-963D-E548-A682-BE7EFB7D9273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FAFAC2B5-6A11-1449-AB9A-00D519DBE726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" name="Vrije vorm 29">
              <a:extLst>
                <a:ext uri="{FF2B5EF4-FFF2-40B4-BE49-F238E27FC236}">
                  <a16:creationId xmlns:a16="http://schemas.microsoft.com/office/drawing/2014/main" id="{AFD7C408-38F7-424F-8682-24964D0FF1E3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" name="Vrije vorm 31">
              <a:extLst>
                <a:ext uri="{FF2B5EF4-FFF2-40B4-BE49-F238E27FC236}">
                  <a16:creationId xmlns:a16="http://schemas.microsoft.com/office/drawing/2014/main" id="{2FF97D7F-85E9-CB44-93CF-D8387BA65BF1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" name="Vrije vorm 32">
              <a:extLst>
                <a:ext uri="{FF2B5EF4-FFF2-40B4-BE49-F238E27FC236}">
                  <a16:creationId xmlns:a16="http://schemas.microsoft.com/office/drawing/2014/main" id="{6134D822-AC32-DC4D-9DA7-1016822BB9C8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" name="Vrije vorm 33">
              <a:extLst>
                <a:ext uri="{FF2B5EF4-FFF2-40B4-BE49-F238E27FC236}">
                  <a16:creationId xmlns:a16="http://schemas.microsoft.com/office/drawing/2014/main" id="{95B3EDE3-5139-9142-9A95-E62CC9DF25FE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" name="Vrije vorm 34">
              <a:extLst>
                <a:ext uri="{FF2B5EF4-FFF2-40B4-BE49-F238E27FC236}">
                  <a16:creationId xmlns:a16="http://schemas.microsoft.com/office/drawing/2014/main" id="{89011E6E-1B2A-9F41-B17F-089D6ED86988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" name="Vrije vorm 35">
              <a:extLst>
                <a:ext uri="{FF2B5EF4-FFF2-40B4-BE49-F238E27FC236}">
                  <a16:creationId xmlns:a16="http://schemas.microsoft.com/office/drawing/2014/main" id="{2CD71A7C-395E-064C-98FC-ECAE5173465A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" name="Vrije vorm 36">
              <a:extLst>
                <a:ext uri="{FF2B5EF4-FFF2-40B4-BE49-F238E27FC236}">
                  <a16:creationId xmlns:a16="http://schemas.microsoft.com/office/drawing/2014/main" id="{8F9C6437-B203-BD4D-A4F9-1C2FBD804C81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38" name="Graphic 23">
              <a:extLst>
                <a:ext uri="{FF2B5EF4-FFF2-40B4-BE49-F238E27FC236}">
                  <a16:creationId xmlns:a16="http://schemas.microsoft.com/office/drawing/2014/main" id="{4BF12E6A-75A5-2248-A6E8-EC462C4225DD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39" name="Vrije vorm 38">
                <a:extLst>
                  <a:ext uri="{FF2B5EF4-FFF2-40B4-BE49-F238E27FC236}">
                    <a16:creationId xmlns:a16="http://schemas.microsoft.com/office/drawing/2014/main" id="{0391DA04-61AA-2C48-8151-3865AD7B28A2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 39">
                <a:extLst>
                  <a:ext uri="{FF2B5EF4-FFF2-40B4-BE49-F238E27FC236}">
                    <a16:creationId xmlns:a16="http://schemas.microsoft.com/office/drawing/2014/main" id="{BD7449E7-F9CF-4044-81EA-44CA710CE7DC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 40">
                <a:extLst>
                  <a:ext uri="{FF2B5EF4-FFF2-40B4-BE49-F238E27FC236}">
                    <a16:creationId xmlns:a16="http://schemas.microsoft.com/office/drawing/2014/main" id="{49769688-10B1-A544-B3ED-D8A3725F402C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 41">
                <a:extLst>
                  <a:ext uri="{FF2B5EF4-FFF2-40B4-BE49-F238E27FC236}">
                    <a16:creationId xmlns:a16="http://schemas.microsoft.com/office/drawing/2014/main" id="{8375A81D-8641-CC41-A3A4-18A4BB276FC6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 42">
                <a:extLst>
                  <a:ext uri="{FF2B5EF4-FFF2-40B4-BE49-F238E27FC236}">
                    <a16:creationId xmlns:a16="http://schemas.microsoft.com/office/drawing/2014/main" id="{9B3CF115-8446-2248-BD0B-76D517B9232C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 43">
                <a:extLst>
                  <a:ext uri="{FF2B5EF4-FFF2-40B4-BE49-F238E27FC236}">
                    <a16:creationId xmlns:a16="http://schemas.microsoft.com/office/drawing/2014/main" id="{0448539E-CD04-274C-9553-323C552259BA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 44">
                <a:extLst>
                  <a:ext uri="{FF2B5EF4-FFF2-40B4-BE49-F238E27FC236}">
                    <a16:creationId xmlns:a16="http://schemas.microsoft.com/office/drawing/2014/main" id="{38DE3FC1-6C63-F846-BD4F-FEFD70D27C10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 45">
                <a:extLst>
                  <a:ext uri="{FF2B5EF4-FFF2-40B4-BE49-F238E27FC236}">
                    <a16:creationId xmlns:a16="http://schemas.microsoft.com/office/drawing/2014/main" id="{97920FE1-1382-BF42-8784-7E73B8E638D5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 46">
                <a:extLst>
                  <a:ext uri="{FF2B5EF4-FFF2-40B4-BE49-F238E27FC236}">
                    <a16:creationId xmlns:a16="http://schemas.microsoft.com/office/drawing/2014/main" id="{02A647D7-5A22-7745-AD50-4DD466687B0B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 47">
                <a:extLst>
                  <a:ext uri="{FF2B5EF4-FFF2-40B4-BE49-F238E27FC236}">
                    <a16:creationId xmlns:a16="http://schemas.microsoft.com/office/drawing/2014/main" id="{7B216945-0A14-7047-89D5-40FC52E1BBED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 48">
                <a:extLst>
                  <a:ext uri="{FF2B5EF4-FFF2-40B4-BE49-F238E27FC236}">
                    <a16:creationId xmlns:a16="http://schemas.microsoft.com/office/drawing/2014/main" id="{D2C0BB2A-B468-0F44-A68E-6794D4B44FA5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 49">
                <a:extLst>
                  <a:ext uri="{FF2B5EF4-FFF2-40B4-BE49-F238E27FC236}">
                    <a16:creationId xmlns:a16="http://schemas.microsoft.com/office/drawing/2014/main" id="{68102716-6EDE-1844-8C75-3CA3028FA7FB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 50">
                <a:extLst>
                  <a:ext uri="{FF2B5EF4-FFF2-40B4-BE49-F238E27FC236}">
                    <a16:creationId xmlns:a16="http://schemas.microsoft.com/office/drawing/2014/main" id="{6D45C669-4FC9-224A-8F99-177EF23A67C7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" name="Vrije vorm 51">
                <a:extLst>
                  <a:ext uri="{FF2B5EF4-FFF2-40B4-BE49-F238E27FC236}">
                    <a16:creationId xmlns:a16="http://schemas.microsoft.com/office/drawing/2014/main" id="{B377C98A-BFE9-6B43-87C9-ADF422398BC0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53" name="Afbeelding 52">
            <a:extLst>
              <a:ext uri="{FF2B5EF4-FFF2-40B4-BE49-F238E27FC236}">
                <a16:creationId xmlns:a16="http://schemas.microsoft.com/office/drawing/2014/main" id="{1596F1AB-7905-D54A-AEF5-394B75CE58A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54" name="Afbeelding 53">
            <a:extLst>
              <a:ext uri="{FF2B5EF4-FFF2-40B4-BE49-F238E27FC236}">
                <a16:creationId xmlns:a16="http://schemas.microsoft.com/office/drawing/2014/main" id="{10BFC0BE-3233-4B44-8270-E81946CC286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8590553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2B8AF499-C531-CD4F-BFD4-AF059915A3C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" y="1113008"/>
            <a:ext cx="7122541" cy="5179837"/>
          </a:xfrm>
          <a:custGeom>
            <a:avLst/>
            <a:gdLst/>
            <a:ahLst/>
            <a:cxnLst/>
            <a:rect l="l" t="t" r="r" b="b"/>
            <a:pathLst>
              <a:path w="7122541" h="5179837">
                <a:moveTo>
                  <a:pt x="5096712" y="1774347"/>
                </a:moveTo>
                <a:cubicBezTo>
                  <a:pt x="4882486" y="2247042"/>
                  <a:pt x="4587926" y="2736035"/>
                  <a:pt x="4213031" y="3241328"/>
                </a:cubicBezTo>
                <a:lnTo>
                  <a:pt x="5096712" y="3241328"/>
                </a:lnTo>
                <a:close/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59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4991927" y="83828"/>
                </a:moveTo>
                <a:lnTo>
                  <a:pt x="6413501" y="83828"/>
                </a:lnTo>
                <a:lnTo>
                  <a:pt x="6413501" y="3241328"/>
                </a:lnTo>
                <a:lnTo>
                  <a:pt x="7122541" y="3241328"/>
                </a:lnTo>
                <a:lnTo>
                  <a:pt x="7122541" y="4233286"/>
                </a:lnTo>
                <a:lnTo>
                  <a:pt x="6410008" y="4233286"/>
                </a:lnTo>
                <a:lnTo>
                  <a:pt x="6410008" y="5092517"/>
                </a:lnTo>
                <a:lnTo>
                  <a:pt x="5100205" y="5092517"/>
                </a:lnTo>
                <a:lnTo>
                  <a:pt x="5100205" y="4233286"/>
                </a:lnTo>
                <a:lnTo>
                  <a:pt x="2980069" y="4233286"/>
                </a:lnTo>
                <a:lnTo>
                  <a:pt x="2980069" y="3202907"/>
                </a:lnTo>
                <a:cubicBezTo>
                  <a:pt x="3352636" y="2774456"/>
                  <a:pt x="3723455" y="2277312"/>
                  <a:pt x="4092529" y="1711477"/>
                </a:cubicBezTo>
                <a:cubicBezTo>
                  <a:pt x="4461603" y="1145642"/>
                  <a:pt x="4761402" y="603092"/>
                  <a:pt x="4991927" y="83828"/>
                </a:cubicBezTo>
                <a:close/>
                <a:moveTo>
                  <a:pt x="761563" y="0"/>
                </a:moveTo>
                <a:cubicBezTo>
                  <a:pt x="1986375" y="0"/>
                  <a:pt x="2598781" y="848753"/>
                  <a:pt x="2598781" y="2546259"/>
                </a:cubicBezTo>
                <a:cubicBezTo>
                  <a:pt x="2598781" y="3405490"/>
                  <a:pt x="2435201" y="4059228"/>
                  <a:pt x="2108042" y="4507471"/>
                </a:cubicBezTo>
                <a:cubicBezTo>
                  <a:pt x="1780881" y="4955716"/>
                  <a:pt x="1302948" y="5179837"/>
                  <a:pt x="674243" y="5179837"/>
                </a:cubicBezTo>
                <a:cubicBezTo>
                  <a:pt x="433239" y="5179837"/>
                  <a:pt x="215075" y="5150858"/>
                  <a:pt x="19751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2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27" name="Groep 26">
            <a:extLst>
              <a:ext uri="{FF2B5EF4-FFF2-40B4-BE49-F238E27FC236}">
                <a16:creationId xmlns:a16="http://schemas.microsoft.com/office/drawing/2014/main" id="{61408967-2A1F-EB4F-9B1C-CB54A89011C1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0EE336CD-2B1E-454C-BFD7-59FEE089985C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02479838-3DDB-064D-B8B2-F45D03401A6F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" name="Vrije vorm 29">
              <a:extLst>
                <a:ext uri="{FF2B5EF4-FFF2-40B4-BE49-F238E27FC236}">
                  <a16:creationId xmlns:a16="http://schemas.microsoft.com/office/drawing/2014/main" id="{7640FC9F-BBCF-F64E-97DC-E3CB2C1DF93A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" name="Vrije vorm 31">
              <a:extLst>
                <a:ext uri="{FF2B5EF4-FFF2-40B4-BE49-F238E27FC236}">
                  <a16:creationId xmlns:a16="http://schemas.microsoft.com/office/drawing/2014/main" id="{C905A15C-D242-BC4C-988D-BA0B48F50F14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" name="Vrije vorm 32">
              <a:extLst>
                <a:ext uri="{FF2B5EF4-FFF2-40B4-BE49-F238E27FC236}">
                  <a16:creationId xmlns:a16="http://schemas.microsoft.com/office/drawing/2014/main" id="{758A1F7A-F63F-A84D-8346-B22B0917D0AB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" name="Vrije vorm 33">
              <a:extLst>
                <a:ext uri="{FF2B5EF4-FFF2-40B4-BE49-F238E27FC236}">
                  <a16:creationId xmlns:a16="http://schemas.microsoft.com/office/drawing/2014/main" id="{930FA738-8F95-5041-AD8A-7D6EE630B80A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" name="Vrije vorm 34">
              <a:extLst>
                <a:ext uri="{FF2B5EF4-FFF2-40B4-BE49-F238E27FC236}">
                  <a16:creationId xmlns:a16="http://schemas.microsoft.com/office/drawing/2014/main" id="{D6A1C472-E3FE-2540-8742-8000E7A5E206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" name="Vrije vorm 35">
              <a:extLst>
                <a:ext uri="{FF2B5EF4-FFF2-40B4-BE49-F238E27FC236}">
                  <a16:creationId xmlns:a16="http://schemas.microsoft.com/office/drawing/2014/main" id="{CF395640-811D-4847-A880-73E7C842A73B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" name="Vrije vorm 36">
              <a:extLst>
                <a:ext uri="{FF2B5EF4-FFF2-40B4-BE49-F238E27FC236}">
                  <a16:creationId xmlns:a16="http://schemas.microsoft.com/office/drawing/2014/main" id="{536F2F6B-A8E3-6345-8F2D-D270BC0DD43D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38" name="Graphic 23">
              <a:extLst>
                <a:ext uri="{FF2B5EF4-FFF2-40B4-BE49-F238E27FC236}">
                  <a16:creationId xmlns:a16="http://schemas.microsoft.com/office/drawing/2014/main" id="{C59BA88D-AB25-F042-B76C-7B791DD419E1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39" name="Vrije vorm 38">
                <a:extLst>
                  <a:ext uri="{FF2B5EF4-FFF2-40B4-BE49-F238E27FC236}">
                    <a16:creationId xmlns:a16="http://schemas.microsoft.com/office/drawing/2014/main" id="{E431D556-BFD9-E94B-A564-4861180FA78F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 39">
                <a:extLst>
                  <a:ext uri="{FF2B5EF4-FFF2-40B4-BE49-F238E27FC236}">
                    <a16:creationId xmlns:a16="http://schemas.microsoft.com/office/drawing/2014/main" id="{786B22A1-4B8C-A041-8CC2-BE1F9EA48094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 40">
                <a:extLst>
                  <a:ext uri="{FF2B5EF4-FFF2-40B4-BE49-F238E27FC236}">
                    <a16:creationId xmlns:a16="http://schemas.microsoft.com/office/drawing/2014/main" id="{FCF3FEED-CA72-5141-9EFE-C7E8F9240C84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 41">
                <a:extLst>
                  <a:ext uri="{FF2B5EF4-FFF2-40B4-BE49-F238E27FC236}">
                    <a16:creationId xmlns:a16="http://schemas.microsoft.com/office/drawing/2014/main" id="{BAACEBBF-9013-9E40-8702-B3CAEA530B52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 42">
                <a:extLst>
                  <a:ext uri="{FF2B5EF4-FFF2-40B4-BE49-F238E27FC236}">
                    <a16:creationId xmlns:a16="http://schemas.microsoft.com/office/drawing/2014/main" id="{61F47606-4B7C-5149-9262-ED6BD141A474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 43">
                <a:extLst>
                  <a:ext uri="{FF2B5EF4-FFF2-40B4-BE49-F238E27FC236}">
                    <a16:creationId xmlns:a16="http://schemas.microsoft.com/office/drawing/2014/main" id="{59443A8C-F105-524C-A682-6D5F465C3EFA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 44">
                <a:extLst>
                  <a:ext uri="{FF2B5EF4-FFF2-40B4-BE49-F238E27FC236}">
                    <a16:creationId xmlns:a16="http://schemas.microsoft.com/office/drawing/2014/main" id="{11ABA2F1-E728-D546-8C29-60413D99FE3F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 45">
                <a:extLst>
                  <a:ext uri="{FF2B5EF4-FFF2-40B4-BE49-F238E27FC236}">
                    <a16:creationId xmlns:a16="http://schemas.microsoft.com/office/drawing/2014/main" id="{1AC6C6B4-E307-4D41-80E6-35C1EEC6A40F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 46">
                <a:extLst>
                  <a:ext uri="{FF2B5EF4-FFF2-40B4-BE49-F238E27FC236}">
                    <a16:creationId xmlns:a16="http://schemas.microsoft.com/office/drawing/2014/main" id="{7F9EBCF3-FC32-E44A-816E-26A6FECF22E9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 47">
                <a:extLst>
                  <a:ext uri="{FF2B5EF4-FFF2-40B4-BE49-F238E27FC236}">
                    <a16:creationId xmlns:a16="http://schemas.microsoft.com/office/drawing/2014/main" id="{84B68902-422F-7B49-85EA-CBDDD0BE6B31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 48">
                <a:extLst>
                  <a:ext uri="{FF2B5EF4-FFF2-40B4-BE49-F238E27FC236}">
                    <a16:creationId xmlns:a16="http://schemas.microsoft.com/office/drawing/2014/main" id="{F6CE2A51-EDBD-4B47-9F32-5934B7A4CBBE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 49">
                <a:extLst>
                  <a:ext uri="{FF2B5EF4-FFF2-40B4-BE49-F238E27FC236}">
                    <a16:creationId xmlns:a16="http://schemas.microsoft.com/office/drawing/2014/main" id="{EF4A7609-0D88-C145-B723-8CFFBB7EB223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 50">
                <a:extLst>
                  <a:ext uri="{FF2B5EF4-FFF2-40B4-BE49-F238E27FC236}">
                    <a16:creationId xmlns:a16="http://schemas.microsoft.com/office/drawing/2014/main" id="{2D125805-E194-DB41-B70A-48ADC9E7DE66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" name="Vrije vorm 51">
                <a:extLst>
                  <a:ext uri="{FF2B5EF4-FFF2-40B4-BE49-F238E27FC236}">
                    <a16:creationId xmlns:a16="http://schemas.microsoft.com/office/drawing/2014/main" id="{6EDC81C7-8825-614F-A07D-62498D84CC86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53" name="Afbeelding 52">
            <a:extLst>
              <a:ext uri="{FF2B5EF4-FFF2-40B4-BE49-F238E27FC236}">
                <a16:creationId xmlns:a16="http://schemas.microsoft.com/office/drawing/2014/main" id="{C3290B8B-9D3D-CC41-A462-D1BDBFA4347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54" name="Afbeelding 53">
            <a:extLst>
              <a:ext uri="{FF2B5EF4-FFF2-40B4-BE49-F238E27FC236}">
                <a16:creationId xmlns:a16="http://schemas.microsoft.com/office/drawing/2014/main" id="{EA6127B6-7C57-4242-90E9-488D708E09D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688799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E31EB834-89B4-2940-B9E4-91C428C86F77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" y="1113008"/>
            <a:ext cx="6630055" cy="5179837"/>
          </a:xfrm>
          <a:custGeom>
            <a:avLst/>
            <a:gdLst/>
            <a:ahLst/>
            <a:cxnLst/>
            <a:rect l="l" t="t" r="r" b="b"/>
            <a:pathLst>
              <a:path w="6630055" h="5179837"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60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3580832" y="83828"/>
                </a:moveTo>
                <a:lnTo>
                  <a:pt x="6410008" y="83828"/>
                </a:lnTo>
                <a:lnTo>
                  <a:pt x="6410008" y="1243440"/>
                </a:lnTo>
                <a:lnTo>
                  <a:pt x="4733460" y="1243440"/>
                </a:lnTo>
                <a:lnTo>
                  <a:pt x="4684560" y="1945495"/>
                </a:lnTo>
                <a:cubicBezTo>
                  <a:pt x="4819616" y="1931524"/>
                  <a:pt x="4946521" y="1924538"/>
                  <a:pt x="5065276" y="1924538"/>
                </a:cubicBezTo>
                <a:cubicBezTo>
                  <a:pt x="5554270" y="1924538"/>
                  <a:pt x="5937314" y="2056683"/>
                  <a:pt x="6214411" y="2320972"/>
                </a:cubicBezTo>
                <a:cubicBezTo>
                  <a:pt x="6491507" y="2585262"/>
                  <a:pt x="6630055" y="2944439"/>
                  <a:pt x="6630055" y="3398504"/>
                </a:cubicBezTo>
                <a:cubicBezTo>
                  <a:pt x="6630055" y="3740800"/>
                  <a:pt x="6549138" y="4047585"/>
                  <a:pt x="6387305" y="4318860"/>
                </a:cubicBezTo>
                <a:cubicBezTo>
                  <a:pt x="6225471" y="4590135"/>
                  <a:pt x="5992036" y="4801450"/>
                  <a:pt x="5686997" y="4952805"/>
                </a:cubicBezTo>
                <a:cubicBezTo>
                  <a:pt x="5381958" y="5104160"/>
                  <a:pt x="5022199" y="5179837"/>
                  <a:pt x="4607718" y="5179837"/>
                </a:cubicBezTo>
                <a:cubicBezTo>
                  <a:pt x="4377193" y="5179837"/>
                  <a:pt x="4136772" y="5160045"/>
                  <a:pt x="3886453" y="5120460"/>
                </a:cubicBezTo>
                <a:cubicBezTo>
                  <a:pt x="3636135" y="5080875"/>
                  <a:pt x="3430641" y="5030811"/>
                  <a:pt x="3269973" y="4970269"/>
                </a:cubicBezTo>
                <a:lnTo>
                  <a:pt x="3269973" y="3810656"/>
                </a:lnTo>
                <a:cubicBezTo>
                  <a:pt x="3619253" y="3996939"/>
                  <a:pt x="3988327" y="4090081"/>
                  <a:pt x="4377193" y="4090081"/>
                </a:cubicBezTo>
                <a:cubicBezTo>
                  <a:pt x="4633333" y="4090081"/>
                  <a:pt x="4827183" y="4043510"/>
                  <a:pt x="4958746" y="3950368"/>
                </a:cubicBezTo>
                <a:cubicBezTo>
                  <a:pt x="5090309" y="3857227"/>
                  <a:pt x="5156090" y="3725665"/>
                  <a:pt x="5156090" y="3555681"/>
                </a:cubicBezTo>
                <a:cubicBezTo>
                  <a:pt x="5156090" y="3187772"/>
                  <a:pt x="4851051" y="3003817"/>
                  <a:pt x="4240973" y="3003817"/>
                </a:cubicBezTo>
                <a:cubicBezTo>
                  <a:pt x="3935935" y="3003817"/>
                  <a:pt x="3653017" y="3032924"/>
                  <a:pt x="3392221" y="3091137"/>
                </a:cubicBezTo>
                <a:close/>
                <a:moveTo>
                  <a:pt x="761563" y="0"/>
                </a:moveTo>
                <a:cubicBezTo>
                  <a:pt x="1986375" y="0"/>
                  <a:pt x="2598781" y="848753"/>
                  <a:pt x="2598781" y="2546259"/>
                </a:cubicBezTo>
                <a:cubicBezTo>
                  <a:pt x="2598781" y="3405490"/>
                  <a:pt x="2435201" y="4059228"/>
                  <a:pt x="2108042" y="4507471"/>
                </a:cubicBezTo>
                <a:cubicBezTo>
                  <a:pt x="1780881" y="4955716"/>
                  <a:pt x="1302948" y="5179837"/>
                  <a:pt x="674243" y="5179837"/>
                </a:cubicBezTo>
                <a:cubicBezTo>
                  <a:pt x="433239" y="5179837"/>
                  <a:pt x="215075" y="5150858"/>
                  <a:pt x="19751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2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27" name="Groep 26">
            <a:extLst>
              <a:ext uri="{FF2B5EF4-FFF2-40B4-BE49-F238E27FC236}">
                <a16:creationId xmlns:a16="http://schemas.microsoft.com/office/drawing/2014/main" id="{257163A4-2C17-834F-B67C-41CB2A531E71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3EC3B07D-8AD7-2C48-A55D-36593BA10763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CB02E6EA-26AD-5149-A76B-0FED037B4D76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" name="Vrije vorm 29">
              <a:extLst>
                <a:ext uri="{FF2B5EF4-FFF2-40B4-BE49-F238E27FC236}">
                  <a16:creationId xmlns:a16="http://schemas.microsoft.com/office/drawing/2014/main" id="{2A71CFE2-C32F-0244-909D-330FCCF4C3BD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" name="Vrije vorm 31">
              <a:extLst>
                <a:ext uri="{FF2B5EF4-FFF2-40B4-BE49-F238E27FC236}">
                  <a16:creationId xmlns:a16="http://schemas.microsoft.com/office/drawing/2014/main" id="{9659BAFB-D516-1348-979F-03259C69CFF1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" name="Vrije vorm 32">
              <a:extLst>
                <a:ext uri="{FF2B5EF4-FFF2-40B4-BE49-F238E27FC236}">
                  <a16:creationId xmlns:a16="http://schemas.microsoft.com/office/drawing/2014/main" id="{43C690DF-D2C4-CC41-9A45-3485DF6EECC4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" name="Vrije vorm 33">
              <a:extLst>
                <a:ext uri="{FF2B5EF4-FFF2-40B4-BE49-F238E27FC236}">
                  <a16:creationId xmlns:a16="http://schemas.microsoft.com/office/drawing/2014/main" id="{8C739EE1-882A-C747-BDE1-288DCF521AF4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" name="Vrije vorm 34">
              <a:extLst>
                <a:ext uri="{FF2B5EF4-FFF2-40B4-BE49-F238E27FC236}">
                  <a16:creationId xmlns:a16="http://schemas.microsoft.com/office/drawing/2014/main" id="{CE89EAF5-4F7A-1A43-A1BD-5734CEE86CEA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" name="Vrije vorm 35">
              <a:extLst>
                <a:ext uri="{FF2B5EF4-FFF2-40B4-BE49-F238E27FC236}">
                  <a16:creationId xmlns:a16="http://schemas.microsoft.com/office/drawing/2014/main" id="{B780A27C-2825-634F-B4DE-5AEEF54F4C8E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" name="Vrije vorm 36">
              <a:extLst>
                <a:ext uri="{FF2B5EF4-FFF2-40B4-BE49-F238E27FC236}">
                  <a16:creationId xmlns:a16="http://schemas.microsoft.com/office/drawing/2014/main" id="{B1AC673E-7AD0-6B43-82B0-A8E9129941C7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38" name="Graphic 23">
              <a:extLst>
                <a:ext uri="{FF2B5EF4-FFF2-40B4-BE49-F238E27FC236}">
                  <a16:creationId xmlns:a16="http://schemas.microsoft.com/office/drawing/2014/main" id="{DF56A61D-3864-374B-B408-9154AC793E4A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39" name="Vrije vorm 38">
                <a:extLst>
                  <a:ext uri="{FF2B5EF4-FFF2-40B4-BE49-F238E27FC236}">
                    <a16:creationId xmlns:a16="http://schemas.microsoft.com/office/drawing/2014/main" id="{76CC6CEE-9817-7F44-9605-B26A2BB29EC2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 39">
                <a:extLst>
                  <a:ext uri="{FF2B5EF4-FFF2-40B4-BE49-F238E27FC236}">
                    <a16:creationId xmlns:a16="http://schemas.microsoft.com/office/drawing/2014/main" id="{DBB51287-4CAC-954C-94C4-880667C4207C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 40">
                <a:extLst>
                  <a:ext uri="{FF2B5EF4-FFF2-40B4-BE49-F238E27FC236}">
                    <a16:creationId xmlns:a16="http://schemas.microsoft.com/office/drawing/2014/main" id="{110212B1-EA2F-6E47-8F4E-5C7E41F6BE9D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 41">
                <a:extLst>
                  <a:ext uri="{FF2B5EF4-FFF2-40B4-BE49-F238E27FC236}">
                    <a16:creationId xmlns:a16="http://schemas.microsoft.com/office/drawing/2014/main" id="{DF17AFA0-3B0B-8747-A3AC-A6F318A3424D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 42">
                <a:extLst>
                  <a:ext uri="{FF2B5EF4-FFF2-40B4-BE49-F238E27FC236}">
                    <a16:creationId xmlns:a16="http://schemas.microsoft.com/office/drawing/2014/main" id="{2FCB8F0A-B04B-C14A-8F71-47A3191123E1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 43">
                <a:extLst>
                  <a:ext uri="{FF2B5EF4-FFF2-40B4-BE49-F238E27FC236}">
                    <a16:creationId xmlns:a16="http://schemas.microsoft.com/office/drawing/2014/main" id="{EBC172B2-E259-F34D-A878-EB78CF000F76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 44">
                <a:extLst>
                  <a:ext uri="{FF2B5EF4-FFF2-40B4-BE49-F238E27FC236}">
                    <a16:creationId xmlns:a16="http://schemas.microsoft.com/office/drawing/2014/main" id="{4C9B8CA6-70EF-8841-ADE3-0E31C0D9FC44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 45">
                <a:extLst>
                  <a:ext uri="{FF2B5EF4-FFF2-40B4-BE49-F238E27FC236}">
                    <a16:creationId xmlns:a16="http://schemas.microsoft.com/office/drawing/2014/main" id="{207ABE49-2D67-5846-95D0-F5FB9B8615A0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 46">
                <a:extLst>
                  <a:ext uri="{FF2B5EF4-FFF2-40B4-BE49-F238E27FC236}">
                    <a16:creationId xmlns:a16="http://schemas.microsoft.com/office/drawing/2014/main" id="{9F40E955-80A0-3F46-87B3-68E6E8E666D3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 47">
                <a:extLst>
                  <a:ext uri="{FF2B5EF4-FFF2-40B4-BE49-F238E27FC236}">
                    <a16:creationId xmlns:a16="http://schemas.microsoft.com/office/drawing/2014/main" id="{60DFF4CF-D52C-B447-BD35-F71F0911C715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 48">
                <a:extLst>
                  <a:ext uri="{FF2B5EF4-FFF2-40B4-BE49-F238E27FC236}">
                    <a16:creationId xmlns:a16="http://schemas.microsoft.com/office/drawing/2014/main" id="{CD90DB1F-975F-954D-A641-DA1A014CEE0E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 49">
                <a:extLst>
                  <a:ext uri="{FF2B5EF4-FFF2-40B4-BE49-F238E27FC236}">
                    <a16:creationId xmlns:a16="http://schemas.microsoft.com/office/drawing/2014/main" id="{77005099-5D41-4249-BE48-A6C73A972D1A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 50">
                <a:extLst>
                  <a:ext uri="{FF2B5EF4-FFF2-40B4-BE49-F238E27FC236}">
                    <a16:creationId xmlns:a16="http://schemas.microsoft.com/office/drawing/2014/main" id="{AE4235E8-30AB-8F4E-996B-8E1F859B6CB5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" name="Vrije vorm 51">
                <a:extLst>
                  <a:ext uri="{FF2B5EF4-FFF2-40B4-BE49-F238E27FC236}">
                    <a16:creationId xmlns:a16="http://schemas.microsoft.com/office/drawing/2014/main" id="{9BC8AA0B-1A1B-014F-AEE0-1127819E5820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53" name="Afbeelding 52">
            <a:extLst>
              <a:ext uri="{FF2B5EF4-FFF2-40B4-BE49-F238E27FC236}">
                <a16:creationId xmlns:a16="http://schemas.microsoft.com/office/drawing/2014/main" id="{120B3B37-7049-E94A-8D14-79F0D9139F6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54" name="Afbeelding 53">
            <a:extLst>
              <a:ext uri="{FF2B5EF4-FFF2-40B4-BE49-F238E27FC236}">
                <a16:creationId xmlns:a16="http://schemas.microsoft.com/office/drawing/2014/main" id="{DDFA356C-8A75-A749-9276-D940F441C24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865561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8FE2EDAC-6B28-DC40-A559-D3FE8386695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1113008"/>
            <a:ext cx="6899002" cy="5179837"/>
          </a:xfrm>
          <a:custGeom>
            <a:avLst/>
            <a:gdLst/>
            <a:ahLst/>
            <a:cxnLst/>
            <a:rect l="l" t="t" r="r" b="b"/>
            <a:pathLst>
              <a:path w="6899002" h="5179837">
                <a:moveTo>
                  <a:pt x="5054798" y="2832669"/>
                </a:moveTo>
                <a:cubicBezTo>
                  <a:pt x="4917415" y="2832669"/>
                  <a:pt x="4811466" y="2887972"/>
                  <a:pt x="4736952" y="2998578"/>
                </a:cubicBezTo>
                <a:cubicBezTo>
                  <a:pt x="4662439" y="3109184"/>
                  <a:pt x="4625182" y="3258792"/>
                  <a:pt x="4625182" y="3447404"/>
                </a:cubicBezTo>
                <a:cubicBezTo>
                  <a:pt x="4625182" y="3624373"/>
                  <a:pt x="4665350" y="3769907"/>
                  <a:pt x="4745684" y="3884005"/>
                </a:cubicBezTo>
                <a:cubicBezTo>
                  <a:pt x="4826019" y="3998104"/>
                  <a:pt x="4929057" y="4055153"/>
                  <a:pt x="5054798" y="4055153"/>
                </a:cubicBezTo>
                <a:cubicBezTo>
                  <a:pt x="5187525" y="4055153"/>
                  <a:pt x="5292309" y="3998686"/>
                  <a:pt x="5369151" y="3885751"/>
                </a:cubicBezTo>
                <a:cubicBezTo>
                  <a:pt x="5445993" y="3772817"/>
                  <a:pt x="5484414" y="3619716"/>
                  <a:pt x="5484414" y="3426447"/>
                </a:cubicBezTo>
                <a:cubicBezTo>
                  <a:pt x="5484414" y="3242492"/>
                  <a:pt x="5448904" y="3097541"/>
                  <a:pt x="5377883" y="2991592"/>
                </a:cubicBezTo>
                <a:cubicBezTo>
                  <a:pt x="5306863" y="2885643"/>
                  <a:pt x="5199168" y="2832669"/>
                  <a:pt x="5054798" y="2832669"/>
                </a:cubicBezTo>
                <a:close/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60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5592691" y="0"/>
                </a:moveTo>
                <a:cubicBezTo>
                  <a:pt x="5974572" y="0"/>
                  <a:pt x="6281938" y="43078"/>
                  <a:pt x="6514793" y="129234"/>
                </a:cubicBezTo>
                <a:lnTo>
                  <a:pt x="6514793" y="1295832"/>
                </a:lnTo>
                <a:cubicBezTo>
                  <a:pt x="6284267" y="1156120"/>
                  <a:pt x="6011828" y="1086264"/>
                  <a:pt x="5697475" y="1086264"/>
                </a:cubicBezTo>
                <a:cubicBezTo>
                  <a:pt x="5378466" y="1086264"/>
                  <a:pt x="5119415" y="1190466"/>
                  <a:pt x="4920325" y="1398870"/>
                </a:cubicBezTo>
                <a:cubicBezTo>
                  <a:pt x="4721235" y="1607275"/>
                  <a:pt x="4611211" y="1882625"/>
                  <a:pt x="4590254" y="2224920"/>
                </a:cubicBezTo>
                <a:lnTo>
                  <a:pt x="4611211" y="2224920"/>
                </a:lnTo>
                <a:cubicBezTo>
                  <a:pt x="4846394" y="1938510"/>
                  <a:pt x="5182868" y="1795304"/>
                  <a:pt x="5620633" y="1795304"/>
                </a:cubicBezTo>
                <a:cubicBezTo>
                  <a:pt x="6014156" y="1795304"/>
                  <a:pt x="6325598" y="1939674"/>
                  <a:pt x="6554960" y="2228413"/>
                </a:cubicBezTo>
                <a:cubicBezTo>
                  <a:pt x="6784320" y="2517152"/>
                  <a:pt x="6899002" y="2894375"/>
                  <a:pt x="6899002" y="3360083"/>
                </a:cubicBezTo>
                <a:cubicBezTo>
                  <a:pt x="6899002" y="3695393"/>
                  <a:pt x="6821577" y="4002178"/>
                  <a:pt x="6666730" y="4280439"/>
                </a:cubicBezTo>
                <a:cubicBezTo>
                  <a:pt x="6511881" y="4558700"/>
                  <a:pt x="6292999" y="4777000"/>
                  <a:pt x="6010082" y="4935341"/>
                </a:cubicBezTo>
                <a:cubicBezTo>
                  <a:pt x="5727164" y="5093682"/>
                  <a:pt x="5413394" y="5172852"/>
                  <a:pt x="5068769" y="5172852"/>
                </a:cubicBezTo>
                <a:cubicBezTo>
                  <a:pt x="4456364" y="5172852"/>
                  <a:pt x="3984834" y="4969104"/>
                  <a:pt x="3654181" y="4561610"/>
                </a:cubicBezTo>
                <a:cubicBezTo>
                  <a:pt x="3323529" y="4154116"/>
                  <a:pt x="3158202" y="3577802"/>
                  <a:pt x="3158203" y="2832669"/>
                </a:cubicBezTo>
                <a:cubicBezTo>
                  <a:pt x="3158202" y="2269162"/>
                  <a:pt x="3258330" y="1769108"/>
                  <a:pt x="3458584" y="1332507"/>
                </a:cubicBezTo>
                <a:cubicBezTo>
                  <a:pt x="3658839" y="895906"/>
                  <a:pt x="3940010" y="564671"/>
                  <a:pt x="4302097" y="338803"/>
                </a:cubicBezTo>
                <a:cubicBezTo>
                  <a:pt x="4664186" y="112935"/>
                  <a:pt x="5094383" y="0"/>
                  <a:pt x="5592691" y="0"/>
                </a:cubicBezTo>
                <a:close/>
                <a:moveTo>
                  <a:pt x="761563" y="0"/>
                </a:moveTo>
                <a:cubicBezTo>
                  <a:pt x="1986375" y="0"/>
                  <a:pt x="2598782" y="848753"/>
                  <a:pt x="2598782" y="2546259"/>
                </a:cubicBezTo>
                <a:cubicBezTo>
                  <a:pt x="2598782" y="3405490"/>
                  <a:pt x="2435201" y="4059228"/>
                  <a:pt x="2108041" y="4507471"/>
                </a:cubicBezTo>
                <a:cubicBezTo>
                  <a:pt x="1780881" y="4955716"/>
                  <a:pt x="1302949" y="5179837"/>
                  <a:pt x="674243" y="5179837"/>
                </a:cubicBezTo>
                <a:cubicBezTo>
                  <a:pt x="433239" y="5179837"/>
                  <a:pt x="215075" y="5150858"/>
                  <a:pt x="19751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3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27" name="Groep 26">
            <a:extLst>
              <a:ext uri="{FF2B5EF4-FFF2-40B4-BE49-F238E27FC236}">
                <a16:creationId xmlns:a16="http://schemas.microsoft.com/office/drawing/2014/main" id="{17E58B55-61C3-5441-802E-96EDD30B9A9A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568BF633-575B-8C49-B969-F5957B6F181F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F7616C50-5BF1-C84E-94ED-EA439F9D38DF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" name="Vrije vorm 29">
              <a:extLst>
                <a:ext uri="{FF2B5EF4-FFF2-40B4-BE49-F238E27FC236}">
                  <a16:creationId xmlns:a16="http://schemas.microsoft.com/office/drawing/2014/main" id="{F329A0AE-FBEA-0F4A-9E10-50687F21178C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" name="Vrije vorm 31">
              <a:extLst>
                <a:ext uri="{FF2B5EF4-FFF2-40B4-BE49-F238E27FC236}">
                  <a16:creationId xmlns:a16="http://schemas.microsoft.com/office/drawing/2014/main" id="{964AD4EC-6283-7149-8CBF-4FE1B8F4A3B2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" name="Vrije vorm 32">
              <a:extLst>
                <a:ext uri="{FF2B5EF4-FFF2-40B4-BE49-F238E27FC236}">
                  <a16:creationId xmlns:a16="http://schemas.microsoft.com/office/drawing/2014/main" id="{7E9AFC36-99D4-5646-9949-9E82D88DA82C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" name="Vrije vorm 33">
              <a:extLst>
                <a:ext uri="{FF2B5EF4-FFF2-40B4-BE49-F238E27FC236}">
                  <a16:creationId xmlns:a16="http://schemas.microsoft.com/office/drawing/2014/main" id="{5D1F2320-F051-CF46-BB71-36CB3BBE7641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" name="Vrije vorm 34">
              <a:extLst>
                <a:ext uri="{FF2B5EF4-FFF2-40B4-BE49-F238E27FC236}">
                  <a16:creationId xmlns:a16="http://schemas.microsoft.com/office/drawing/2014/main" id="{5214E430-6A34-F849-8A72-F43844474C0D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" name="Vrije vorm 35">
              <a:extLst>
                <a:ext uri="{FF2B5EF4-FFF2-40B4-BE49-F238E27FC236}">
                  <a16:creationId xmlns:a16="http://schemas.microsoft.com/office/drawing/2014/main" id="{3D2186D5-593F-0347-BE7C-D1C9B9678AC6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" name="Vrije vorm 36">
              <a:extLst>
                <a:ext uri="{FF2B5EF4-FFF2-40B4-BE49-F238E27FC236}">
                  <a16:creationId xmlns:a16="http://schemas.microsoft.com/office/drawing/2014/main" id="{4121CB53-5C4A-DA48-89F8-B48B8F55CCA4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38" name="Graphic 23">
              <a:extLst>
                <a:ext uri="{FF2B5EF4-FFF2-40B4-BE49-F238E27FC236}">
                  <a16:creationId xmlns:a16="http://schemas.microsoft.com/office/drawing/2014/main" id="{58E5812B-5CE7-3D4B-A397-7B9B5EFE104B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39" name="Vrije vorm 38">
                <a:extLst>
                  <a:ext uri="{FF2B5EF4-FFF2-40B4-BE49-F238E27FC236}">
                    <a16:creationId xmlns:a16="http://schemas.microsoft.com/office/drawing/2014/main" id="{C40354B7-1A35-A642-A8F7-2BDA43F526E9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 39">
                <a:extLst>
                  <a:ext uri="{FF2B5EF4-FFF2-40B4-BE49-F238E27FC236}">
                    <a16:creationId xmlns:a16="http://schemas.microsoft.com/office/drawing/2014/main" id="{0742B7FD-DC00-424A-A21D-A77C3A52AD4B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 40">
                <a:extLst>
                  <a:ext uri="{FF2B5EF4-FFF2-40B4-BE49-F238E27FC236}">
                    <a16:creationId xmlns:a16="http://schemas.microsoft.com/office/drawing/2014/main" id="{58C0364E-4DA7-C145-B3B4-0D1943F6F085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 41">
                <a:extLst>
                  <a:ext uri="{FF2B5EF4-FFF2-40B4-BE49-F238E27FC236}">
                    <a16:creationId xmlns:a16="http://schemas.microsoft.com/office/drawing/2014/main" id="{A755B11F-A730-D848-8BF2-341D665A7782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 42">
                <a:extLst>
                  <a:ext uri="{FF2B5EF4-FFF2-40B4-BE49-F238E27FC236}">
                    <a16:creationId xmlns:a16="http://schemas.microsoft.com/office/drawing/2014/main" id="{ED235C3B-E5BF-A643-A57C-BDFBE2DF8B23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 43">
                <a:extLst>
                  <a:ext uri="{FF2B5EF4-FFF2-40B4-BE49-F238E27FC236}">
                    <a16:creationId xmlns:a16="http://schemas.microsoft.com/office/drawing/2014/main" id="{C6B6B34A-3ABA-8A4F-98C9-5F2F2C20629F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 44">
                <a:extLst>
                  <a:ext uri="{FF2B5EF4-FFF2-40B4-BE49-F238E27FC236}">
                    <a16:creationId xmlns:a16="http://schemas.microsoft.com/office/drawing/2014/main" id="{9729F704-CF84-EC4A-837E-9A2F0994A52B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 45">
                <a:extLst>
                  <a:ext uri="{FF2B5EF4-FFF2-40B4-BE49-F238E27FC236}">
                    <a16:creationId xmlns:a16="http://schemas.microsoft.com/office/drawing/2014/main" id="{C8717578-C433-AB4B-8871-423A5CE55936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 46">
                <a:extLst>
                  <a:ext uri="{FF2B5EF4-FFF2-40B4-BE49-F238E27FC236}">
                    <a16:creationId xmlns:a16="http://schemas.microsoft.com/office/drawing/2014/main" id="{71DF8AA8-1F50-0D41-BFD5-BF9836BAF837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 47">
                <a:extLst>
                  <a:ext uri="{FF2B5EF4-FFF2-40B4-BE49-F238E27FC236}">
                    <a16:creationId xmlns:a16="http://schemas.microsoft.com/office/drawing/2014/main" id="{86F74E09-6600-674A-A956-474387D671C3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 48">
                <a:extLst>
                  <a:ext uri="{FF2B5EF4-FFF2-40B4-BE49-F238E27FC236}">
                    <a16:creationId xmlns:a16="http://schemas.microsoft.com/office/drawing/2014/main" id="{39B287BD-75E8-C341-97E3-6ED0217C1E00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 49">
                <a:extLst>
                  <a:ext uri="{FF2B5EF4-FFF2-40B4-BE49-F238E27FC236}">
                    <a16:creationId xmlns:a16="http://schemas.microsoft.com/office/drawing/2014/main" id="{8B5D1AC6-7A86-2A48-89BC-1FEEE49E627A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 50">
                <a:extLst>
                  <a:ext uri="{FF2B5EF4-FFF2-40B4-BE49-F238E27FC236}">
                    <a16:creationId xmlns:a16="http://schemas.microsoft.com/office/drawing/2014/main" id="{8142E350-3F81-FA43-9EB6-C01378608A12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" name="Vrije vorm 51">
                <a:extLst>
                  <a:ext uri="{FF2B5EF4-FFF2-40B4-BE49-F238E27FC236}">
                    <a16:creationId xmlns:a16="http://schemas.microsoft.com/office/drawing/2014/main" id="{4A75FDC1-18B8-8B4C-AB01-B09D17B332C8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53" name="Afbeelding 52">
            <a:extLst>
              <a:ext uri="{FF2B5EF4-FFF2-40B4-BE49-F238E27FC236}">
                <a16:creationId xmlns:a16="http://schemas.microsoft.com/office/drawing/2014/main" id="{002C91AA-2FAB-5649-8816-8DD047E190D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54" name="Afbeelding 53">
            <a:extLst>
              <a:ext uri="{FF2B5EF4-FFF2-40B4-BE49-F238E27FC236}">
                <a16:creationId xmlns:a16="http://schemas.microsoft.com/office/drawing/2014/main" id="{402B75C9-66C5-2B47-93F5-112C445FE19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1372513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7B586FF1-0FDA-484F-A81E-58251B4B604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1113008"/>
            <a:ext cx="6829146" cy="5179837"/>
          </a:xfrm>
          <a:custGeom>
            <a:avLst/>
            <a:gdLst/>
            <a:ahLst/>
            <a:cxnLst/>
            <a:rect l="l" t="t" r="r" b="b"/>
            <a:pathLst>
              <a:path w="6829146" h="5179837"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60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3165188" y="83828"/>
                </a:moveTo>
                <a:lnTo>
                  <a:pt x="6829146" y="83828"/>
                </a:lnTo>
                <a:lnTo>
                  <a:pt x="6829146" y="964016"/>
                </a:lnTo>
                <a:cubicBezTo>
                  <a:pt x="6496164" y="1557794"/>
                  <a:pt x="6244100" y="2053773"/>
                  <a:pt x="6072952" y="2451953"/>
                </a:cubicBezTo>
                <a:cubicBezTo>
                  <a:pt x="5901805" y="2850133"/>
                  <a:pt x="5753941" y="3264031"/>
                  <a:pt x="5629365" y="3693647"/>
                </a:cubicBezTo>
                <a:cubicBezTo>
                  <a:pt x="5504789" y="4123262"/>
                  <a:pt x="5402915" y="4589552"/>
                  <a:pt x="5323744" y="5092517"/>
                </a:cubicBezTo>
                <a:lnTo>
                  <a:pt x="3776430" y="5092517"/>
                </a:lnTo>
                <a:cubicBezTo>
                  <a:pt x="3846286" y="4633795"/>
                  <a:pt x="3945249" y="4206508"/>
                  <a:pt x="4073318" y="3810656"/>
                </a:cubicBezTo>
                <a:cubicBezTo>
                  <a:pt x="4201389" y="3414804"/>
                  <a:pt x="4354490" y="3032924"/>
                  <a:pt x="4532623" y="2665014"/>
                </a:cubicBezTo>
                <a:cubicBezTo>
                  <a:pt x="4710756" y="2297105"/>
                  <a:pt x="4981449" y="1823247"/>
                  <a:pt x="5344701" y="1243440"/>
                </a:cubicBezTo>
                <a:lnTo>
                  <a:pt x="3165188" y="1243440"/>
                </a:lnTo>
                <a:close/>
                <a:moveTo>
                  <a:pt x="761563" y="0"/>
                </a:moveTo>
                <a:cubicBezTo>
                  <a:pt x="1986375" y="0"/>
                  <a:pt x="2598782" y="848753"/>
                  <a:pt x="2598782" y="2546259"/>
                </a:cubicBezTo>
                <a:cubicBezTo>
                  <a:pt x="2598782" y="3405490"/>
                  <a:pt x="2435201" y="4059228"/>
                  <a:pt x="2108041" y="4507471"/>
                </a:cubicBezTo>
                <a:cubicBezTo>
                  <a:pt x="1780881" y="4955716"/>
                  <a:pt x="1302949" y="5179837"/>
                  <a:pt x="674243" y="5179837"/>
                </a:cubicBezTo>
                <a:cubicBezTo>
                  <a:pt x="433239" y="5179837"/>
                  <a:pt x="215075" y="5150858"/>
                  <a:pt x="19751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2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27" name="Groep 26">
            <a:extLst>
              <a:ext uri="{FF2B5EF4-FFF2-40B4-BE49-F238E27FC236}">
                <a16:creationId xmlns:a16="http://schemas.microsoft.com/office/drawing/2014/main" id="{171553D8-282B-5945-B092-984E0F8B6F57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A7AE6439-DF6C-EF4D-9864-39D062DA5207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546D592E-1DD6-0744-9B93-9151393F5773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" name="Vrije vorm 29">
              <a:extLst>
                <a:ext uri="{FF2B5EF4-FFF2-40B4-BE49-F238E27FC236}">
                  <a16:creationId xmlns:a16="http://schemas.microsoft.com/office/drawing/2014/main" id="{08752911-C495-0D44-822A-07858AD51D41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" name="Vrije vorm 31">
              <a:extLst>
                <a:ext uri="{FF2B5EF4-FFF2-40B4-BE49-F238E27FC236}">
                  <a16:creationId xmlns:a16="http://schemas.microsoft.com/office/drawing/2014/main" id="{C7C1D77F-821E-F148-9A84-109F5731B4D5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" name="Vrije vorm 32">
              <a:extLst>
                <a:ext uri="{FF2B5EF4-FFF2-40B4-BE49-F238E27FC236}">
                  <a16:creationId xmlns:a16="http://schemas.microsoft.com/office/drawing/2014/main" id="{9CFA5FBF-91CA-BA44-A28B-FB9EA6F174E7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" name="Vrije vorm 33">
              <a:extLst>
                <a:ext uri="{FF2B5EF4-FFF2-40B4-BE49-F238E27FC236}">
                  <a16:creationId xmlns:a16="http://schemas.microsoft.com/office/drawing/2014/main" id="{7214C61B-923A-E246-88F5-5F361FC32966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" name="Vrije vorm 34">
              <a:extLst>
                <a:ext uri="{FF2B5EF4-FFF2-40B4-BE49-F238E27FC236}">
                  <a16:creationId xmlns:a16="http://schemas.microsoft.com/office/drawing/2014/main" id="{8A461063-38B2-514C-8881-89200E36BEF3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" name="Vrije vorm 35">
              <a:extLst>
                <a:ext uri="{FF2B5EF4-FFF2-40B4-BE49-F238E27FC236}">
                  <a16:creationId xmlns:a16="http://schemas.microsoft.com/office/drawing/2014/main" id="{398BFB74-399C-5B42-A170-D35ABF55261C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" name="Vrije vorm 36">
              <a:extLst>
                <a:ext uri="{FF2B5EF4-FFF2-40B4-BE49-F238E27FC236}">
                  <a16:creationId xmlns:a16="http://schemas.microsoft.com/office/drawing/2014/main" id="{B9F99BCC-C00E-6A4B-8ABF-9EA02DA72E4E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38" name="Graphic 23">
              <a:extLst>
                <a:ext uri="{FF2B5EF4-FFF2-40B4-BE49-F238E27FC236}">
                  <a16:creationId xmlns:a16="http://schemas.microsoft.com/office/drawing/2014/main" id="{38BCAE42-81C9-364A-B793-CDBF1C63F8EB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39" name="Vrije vorm 38">
                <a:extLst>
                  <a:ext uri="{FF2B5EF4-FFF2-40B4-BE49-F238E27FC236}">
                    <a16:creationId xmlns:a16="http://schemas.microsoft.com/office/drawing/2014/main" id="{B10608D3-F373-5746-AE66-DAD33888EE98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 39">
                <a:extLst>
                  <a:ext uri="{FF2B5EF4-FFF2-40B4-BE49-F238E27FC236}">
                    <a16:creationId xmlns:a16="http://schemas.microsoft.com/office/drawing/2014/main" id="{FBD27026-C52D-F44E-A56D-EA773934773B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 40">
                <a:extLst>
                  <a:ext uri="{FF2B5EF4-FFF2-40B4-BE49-F238E27FC236}">
                    <a16:creationId xmlns:a16="http://schemas.microsoft.com/office/drawing/2014/main" id="{5EF8433D-7FFA-6044-8C39-6194C4E3BFD5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 41">
                <a:extLst>
                  <a:ext uri="{FF2B5EF4-FFF2-40B4-BE49-F238E27FC236}">
                    <a16:creationId xmlns:a16="http://schemas.microsoft.com/office/drawing/2014/main" id="{096E67A8-62C0-BE4A-A446-1FC2E1FA4592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 42">
                <a:extLst>
                  <a:ext uri="{FF2B5EF4-FFF2-40B4-BE49-F238E27FC236}">
                    <a16:creationId xmlns:a16="http://schemas.microsoft.com/office/drawing/2014/main" id="{7328398B-515D-2542-9809-B8B6F22E6197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 43">
                <a:extLst>
                  <a:ext uri="{FF2B5EF4-FFF2-40B4-BE49-F238E27FC236}">
                    <a16:creationId xmlns:a16="http://schemas.microsoft.com/office/drawing/2014/main" id="{93C11F0E-0468-3047-8AF0-2AB97F5BF710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 44">
                <a:extLst>
                  <a:ext uri="{FF2B5EF4-FFF2-40B4-BE49-F238E27FC236}">
                    <a16:creationId xmlns:a16="http://schemas.microsoft.com/office/drawing/2014/main" id="{ACC0CC3A-5BF5-484F-90B7-7C6014D8EB60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 45">
                <a:extLst>
                  <a:ext uri="{FF2B5EF4-FFF2-40B4-BE49-F238E27FC236}">
                    <a16:creationId xmlns:a16="http://schemas.microsoft.com/office/drawing/2014/main" id="{26F74600-A488-1245-BE63-3F3D5842B2EF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 46">
                <a:extLst>
                  <a:ext uri="{FF2B5EF4-FFF2-40B4-BE49-F238E27FC236}">
                    <a16:creationId xmlns:a16="http://schemas.microsoft.com/office/drawing/2014/main" id="{D9CC6C5C-0076-9244-B969-0641F9C47250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 47">
                <a:extLst>
                  <a:ext uri="{FF2B5EF4-FFF2-40B4-BE49-F238E27FC236}">
                    <a16:creationId xmlns:a16="http://schemas.microsoft.com/office/drawing/2014/main" id="{9AB11E26-E70D-864C-A6E8-7C50A4407C3F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 48">
                <a:extLst>
                  <a:ext uri="{FF2B5EF4-FFF2-40B4-BE49-F238E27FC236}">
                    <a16:creationId xmlns:a16="http://schemas.microsoft.com/office/drawing/2014/main" id="{EB5FB1D9-6D94-A042-AC11-19122D1A062C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 49">
                <a:extLst>
                  <a:ext uri="{FF2B5EF4-FFF2-40B4-BE49-F238E27FC236}">
                    <a16:creationId xmlns:a16="http://schemas.microsoft.com/office/drawing/2014/main" id="{09890994-0698-5545-B559-4B890A103585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 50">
                <a:extLst>
                  <a:ext uri="{FF2B5EF4-FFF2-40B4-BE49-F238E27FC236}">
                    <a16:creationId xmlns:a16="http://schemas.microsoft.com/office/drawing/2014/main" id="{D5A6D03D-E28B-6744-9C33-6A54316C1FC3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" name="Vrije vorm 51">
                <a:extLst>
                  <a:ext uri="{FF2B5EF4-FFF2-40B4-BE49-F238E27FC236}">
                    <a16:creationId xmlns:a16="http://schemas.microsoft.com/office/drawing/2014/main" id="{73C2A9EB-50F6-C04A-9F88-AA06C968B756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53" name="Afbeelding 52">
            <a:extLst>
              <a:ext uri="{FF2B5EF4-FFF2-40B4-BE49-F238E27FC236}">
                <a16:creationId xmlns:a16="http://schemas.microsoft.com/office/drawing/2014/main" id="{338967B6-A2B1-A54F-AF87-FDD02111AD7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54" name="Afbeelding 53">
            <a:extLst>
              <a:ext uri="{FF2B5EF4-FFF2-40B4-BE49-F238E27FC236}">
                <a16:creationId xmlns:a16="http://schemas.microsoft.com/office/drawing/2014/main" id="{73E74660-6A87-1A41-B2A3-7C75D4F9768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1375531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9AF608BE-9175-524F-9E4E-BA037C4C55A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" y="1113008"/>
            <a:ext cx="6871059" cy="5179837"/>
          </a:xfrm>
          <a:custGeom>
            <a:avLst/>
            <a:gdLst/>
            <a:ahLst/>
            <a:cxnLst/>
            <a:rect l="l" t="t" r="r" b="b"/>
            <a:pathLst>
              <a:path w="6871059" h="5179837">
                <a:moveTo>
                  <a:pt x="4967478" y="3024774"/>
                </a:moveTo>
                <a:cubicBezTo>
                  <a:pt x="4809137" y="3024774"/>
                  <a:pt x="4676411" y="3078912"/>
                  <a:pt x="4569297" y="3187189"/>
                </a:cubicBezTo>
                <a:cubicBezTo>
                  <a:pt x="4462185" y="3295466"/>
                  <a:pt x="4408628" y="3435761"/>
                  <a:pt x="4408628" y="3608073"/>
                </a:cubicBezTo>
                <a:cubicBezTo>
                  <a:pt x="4408628" y="3787371"/>
                  <a:pt x="4459856" y="3928248"/>
                  <a:pt x="4562312" y="4030703"/>
                </a:cubicBezTo>
                <a:cubicBezTo>
                  <a:pt x="4664768" y="4133159"/>
                  <a:pt x="4799823" y="4184387"/>
                  <a:pt x="4967478" y="4184387"/>
                </a:cubicBezTo>
                <a:cubicBezTo>
                  <a:pt x="5137462" y="4184387"/>
                  <a:pt x="5273681" y="4129666"/>
                  <a:pt x="5376137" y="4020224"/>
                </a:cubicBezTo>
                <a:cubicBezTo>
                  <a:pt x="5478593" y="3910783"/>
                  <a:pt x="5529820" y="3773399"/>
                  <a:pt x="5529820" y="3608073"/>
                </a:cubicBezTo>
                <a:cubicBezTo>
                  <a:pt x="5529820" y="3440418"/>
                  <a:pt x="5476264" y="3301288"/>
                  <a:pt x="5369151" y="3190682"/>
                </a:cubicBezTo>
                <a:cubicBezTo>
                  <a:pt x="5262038" y="3080077"/>
                  <a:pt x="5128147" y="3024774"/>
                  <a:pt x="4967478" y="3024774"/>
                </a:cubicBezTo>
                <a:close/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60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4988435" y="936073"/>
                </a:moveTo>
                <a:cubicBezTo>
                  <a:pt x="4858037" y="936073"/>
                  <a:pt x="4749760" y="986137"/>
                  <a:pt x="4663603" y="1086264"/>
                </a:cubicBezTo>
                <a:cubicBezTo>
                  <a:pt x="4577448" y="1186392"/>
                  <a:pt x="4534369" y="1310968"/>
                  <a:pt x="4534369" y="1459995"/>
                </a:cubicBezTo>
                <a:cubicBezTo>
                  <a:pt x="4534369" y="1597379"/>
                  <a:pt x="4578029" y="1718463"/>
                  <a:pt x="4665350" y="1823247"/>
                </a:cubicBezTo>
                <a:cubicBezTo>
                  <a:pt x="4752670" y="1928032"/>
                  <a:pt x="4860365" y="1980424"/>
                  <a:pt x="4988435" y="1980423"/>
                </a:cubicBezTo>
                <a:cubicBezTo>
                  <a:pt x="5118833" y="1980424"/>
                  <a:pt x="5227692" y="1928032"/>
                  <a:pt x="5315012" y="1823247"/>
                </a:cubicBezTo>
                <a:cubicBezTo>
                  <a:pt x="5402333" y="1718463"/>
                  <a:pt x="5445993" y="1597379"/>
                  <a:pt x="5445993" y="1459995"/>
                </a:cubicBezTo>
                <a:cubicBezTo>
                  <a:pt x="5445993" y="1310968"/>
                  <a:pt x="5401751" y="1186392"/>
                  <a:pt x="5313266" y="1086264"/>
                </a:cubicBezTo>
                <a:cubicBezTo>
                  <a:pt x="5224782" y="986137"/>
                  <a:pt x="5116505" y="936073"/>
                  <a:pt x="4988435" y="936073"/>
                </a:cubicBezTo>
                <a:close/>
                <a:moveTo>
                  <a:pt x="4977956" y="0"/>
                </a:moveTo>
                <a:cubicBezTo>
                  <a:pt x="5320252" y="0"/>
                  <a:pt x="5627619" y="55303"/>
                  <a:pt x="5900058" y="165909"/>
                </a:cubicBezTo>
                <a:cubicBezTo>
                  <a:pt x="6172497" y="276515"/>
                  <a:pt x="6383230" y="430780"/>
                  <a:pt x="6532257" y="628706"/>
                </a:cubicBezTo>
                <a:cubicBezTo>
                  <a:pt x="6681283" y="826632"/>
                  <a:pt x="6755797" y="1047843"/>
                  <a:pt x="6755797" y="1292340"/>
                </a:cubicBezTo>
                <a:cubicBezTo>
                  <a:pt x="6755797" y="1527522"/>
                  <a:pt x="6687104" y="1747569"/>
                  <a:pt x="6549721" y="1952481"/>
                </a:cubicBezTo>
                <a:cubicBezTo>
                  <a:pt x="6412336" y="2157393"/>
                  <a:pt x="6212082" y="2322719"/>
                  <a:pt x="5948957" y="2448460"/>
                </a:cubicBezTo>
                <a:cubicBezTo>
                  <a:pt x="6274953" y="2590501"/>
                  <a:pt x="6510135" y="2766888"/>
                  <a:pt x="6654505" y="2977621"/>
                </a:cubicBezTo>
                <a:cubicBezTo>
                  <a:pt x="6798874" y="3188354"/>
                  <a:pt x="6871059" y="3435761"/>
                  <a:pt x="6871059" y="3719843"/>
                </a:cubicBezTo>
                <a:cubicBezTo>
                  <a:pt x="6871059" y="3999268"/>
                  <a:pt x="6790142" y="4250750"/>
                  <a:pt x="6628309" y="4474290"/>
                </a:cubicBezTo>
                <a:cubicBezTo>
                  <a:pt x="6466475" y="4697830"/>
                  <a:pt x="6239442" y="4870142"/>
                  <a:pt x="5947211" y="4991226"/>
                </a:cubicBezTo>
                <a:cubicBezTo>
                  <a:pt x="5654979" y="5112310"/>
                  <a:pt x="5327237" y="5172852"/>
                  <a:pt x="4963985" y="5172852"/>
                </a:cubicBezTo>
                <a:cubicBezTo>
                  <a:pt x="4400479" y="5172852"/>
                  <a:pt x="3941756" y="5037797"/>
                  <a:pt x="3587818" y="4767686"/>
                </a:cubicBezTo>
                <a:cubicBezTo>
                  <a:pt x="3233880" y="4497576"/>
                  <a:pt x="3056911" y="4151787"/>
                  <a:pt x="3056911" y="3730321"/>
                </a:cubicBezTo>
                <a:cubicBezTo>
                  <a:pt x="3056911" y="3422954"/>
                  <a:pt x="3134918" y="3164486"/>
                  <a:pt x="3290930" y="2954917"/>
                </a:cubicBezTo>
                <a:cubicBezTo>
                  <a:pt x="3446942" y="2745349"/>
                  <a:pt x="3676303" y="2574201"/>
                  <a:pt x="3979013" y="2441474"/>
                </a:cubicBezTo>
                <a:cubicBezTo>
                  <a:pt x="3725202" y="2313405"/>
                  <a:pt x="3534262" y="2149243"/>
                  <a:pt x="3406192" y="1948988"/>
                </a:cubicBezTo>
                <a:cubicBezTo>
                  <a:pt x="3278123" y="1748734"/>
                  <a:pt x="3214088" y="1528687"/>
                  <a:pt x="3214088" y="1288847"/>
                </a:cubicBezTo>
                <a:cubicBezTo>
                  <a:pt x="3214088" y="1051336"/>
                  <a:pt x="3290348" y="833035"/>
                  <a:pt x="3442866" y="633945"/>
                </a:cubicBezTo>
                <a:cubicBezTo>
                  <a:pt x="3595386" y="434855"/>
                  <a:pt x="3807283" y="279425"/>
                  <a:pt x="4078558" y="167655"/>
                </a:cubicBezTo>
                <a:cubicBezTo>
                  <a:pt x="4349833" y="55885"/>
                  <a:pt x="4649632" y="0"/>
                  <a:pt x="4977956" y="0"/>
                </a:cubicBezTo>
                <a:close/>
                <a:moveTo>
                  <a:pt x="761563" y="0"/>
                </a:moveTo>
                <a:cubicBezTo>
                  <a:pt x="1986375" y="0"/>
                  <a:pt x="2598781" y="848753"/>
                  <a:pt x="2598781" y="2546259"/>
                </a:cubicBezTo>
                <a:cubicBezTo>
                  <a:pt x="2598781" y="3405490"/>
                  <a:pt x="2435201" y="4059228"/>
                  <a:pt x="2108042" y="4507471"/>
                </a:cubicBezTo>
                <a:cubicBezTo>
                  <a:pt x="1780881" y="4955716"/>
                  <a:pt x="1302949" y="5179837"/>
                  <a:pt x="674243" y="5179837"/>
                </a:cubicBezTo>
                <a:cubicBezTo>
                  <a:pt x="433239" y="5179837"/>
                  <a:pt x="215075" y="5150858"/>
                  <a:pt x="19751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2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27" name="Groep 26">
            <a:extLst>
              <a:ext uri="{FF2B5EF4-FFF2-40B4-BE49-F238E27FC236}">
                <a16:creationId xmlns:a16="http://schemas.microsoft.com/office/drawing/2014/main" id="{FE6767C0-17B6-CF4D-AEA3-49C3C181F3E1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17343D71-E54C-1A4D-BA85-067C7E1A6561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0A07A323-8802-B248-B9D4-556507DE3967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" name="Vrije vorm 29">
              <a:extLst>
                <a:ext uri="{FF2B5EF4-FFF2-40B4-BE49-F238E27FC236}">
                  <a16:creationId xmlns:a16="http://schemas.microsoft.com/office/drawing/2014/main" id="{0B9F63FE-D697-954D-8334-DBB8B6B0FE19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" name="Vrije vorm 31">
              <a:extLst>
                <a:ext uri="{FF2B5EF4-FFF2-40B4-BE49-F238E27FC236}">
                  <a16:creationId xmlns:a16="http://schemas.microsoft.com/office/drawing/2014/main" id="{4076B077-ADF6-5D48-BBF6-1B8A1EFF54DB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" name="Vrije vorm 32">
              <a:extLst>
                <a:ext uri="{FF2B5EF4-FFF2-40B4-BE49-F238E27FC236}">
                  <a16:creationId xmlns:a16="http://schemas.microsoft.com/office/drawing/2014/main" id="{5AAF0C83-5DBD-A24C-BD36-389D603D5901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" name="Vrije vorm 33">
              <a:extLst>
                <a:ext uri="{FF2B5EF4-FFF2-40B4-BE49-F238E27FC236}">
                  <a16:creationId xmlns:a16="http://schemas.microsoft.com/office/drawing/2014/main" id="{7AA2EB16-7306-0440-8775-3583743EF9AA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" name="Vrije vorm 34">
              <a:extLst>
                <a:ext uri="{FF2B5EF4-FFF2-40B4-BE49-F238E27FC236}">
                  <a16:creationId xmlns:a16="http://schemas.microsoft.com/office/drawing/2014/main" id="{E0536F2B-0673-AC46-B28D-CCE7AA31E89D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" name="Vrije vorm 35">
              <a:extLst>
                <a:ext uri="{FF2B5EF4-FFF2-40B4-BE49-F238E27FC236}">
                  <a16:creationId xmlns:a16="http://schemas.microsoft.com/office/drawing/2014/main" id="{2505E715-45FB-DA4B-B2A3-88C96C803861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" name="Vrije vorm 36">
              <a:extLst>
                <a:ext uri="{FF2B5EF4-FFF2-40B4-BE49-F238E27FC236}">
                  <a16:creationId xmlns:a16="http://schemas.microsoft.com/office/drawing/2014/main" id="{B6189FD9-F7EE-9048-AD2A-FFAFD742FA66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38" name="Graphic 23">
              <a:extLst>
                <a:ext uri="{FF2B5EF4-FFF2-40B4-BE49-F238E27FC236}">
                  <a16:creationId xmlns:a16="http://schemas.microsoft.com/office/drawing/2014/main" id="{570A7ED3-B8C0-9440-9E77-6AA1A0E7D1D2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39" name="Vrije vorm 38">
                <a:extLst>
                  <a:ext uri="{FF2B5EF4-FFF2-40B4-BE49-F238E27FC236}">
                    <a16:creationId xmlns:a16="http://schemas.microsoft.com/office/drawing/2014/main" id="{07D2A51B-0ACD-DF4C-81E9-2430AAD780BE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 39">
                <a:extLst>
                  <a:ext uri="{FF2B5EF4-FFF2-40B4-BE49-F238E27FC236}">
                    <a16:creationId xmlns:a16="http://schemas.microsoft.com/office/drawing/2014/main" id="{273C3919-63F1-A74A-9D76-D5EF3EB4A58C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 40">
                <a:extLst>
                  <a:ext uri="{FF2B5EF4-FFF2-40B4-BE49-F238E27FC236}">
                    <a16:creationId xmlns:a16="http://schemas.microsoft.com/office/drawing/2014/main" id="{6DC8613D-00E3-BB4F-BF76-CC29C5D73D9A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 41">
                <a:extLst>
                  <a:ext uri="{FF2B5EF4-FFF2-40B4-BE49-F238E27FC236}">
                    <a16:creationId xmlns:a16="http://schemas.microsoft.com/office/drawing/2014/main" id="{175350F2-C7D5-BA4D-8D21-0D73832C52FE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 42">
                <a:extLst>
                  <a:ext uri="{FF2B5EF4-FFF2-40B4-BE49-F238E27FC236}">
                    <a16:creationId xmlns:a16="http://schemas.microsoft.com/office/drawing/2014/main" id="{DBEF721D-F658-F040-821E-F31F17719D10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 43">
                <a:extLst>
                  <a:ext uri="{FF2B5EF4-FFF2-40B4-BE49-F238E27FC236}">
                    <a16:creationId xmlns:a16="http://schemas.microsoft.com/office/drawing/2014/main" id="{629EF558-21BE-FB42-9102-E9CA8581B48B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 44">
                <a:extLst>
                  <a:ext uri="{FF2B5EF4-FFF2-40B4-BE49-F238E27FC236}">
                    <a16:creationId xmlns:a16="http://schemas.microsoft.com/office/drawing/2014/main" id="{223295D7-675F-B44C-9F1E-3AB2683690F3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 45">
                <a:extLst>
                  <a:ext uri="{FF2B5EF4-FFF2-40B4-BE49-F238E27FC236}">
                    <a16:creationId xmlns:a16="http://schemas.microsoft.com/office/drawing/2014/main" id="{479701AF-627B-8243-A560-6C3833964799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 46">
                <a:extLst>
                  <a:ext uri="{FF2B5EF4-FFF2-40B4-BE49-F238E27FC236}">
                    <a16:creationId xmlns:a16="http://schemas.microsoft.com/office/drawing/2014/main" id="{374A73FD-A853-CD45-A1CA-2286C74192E2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 47">
                <a:extLst>
                  <a:ext uri="{FF2B5EF4-FFF2-40B4-BE49-F238E27FC236}">
                    <a16:creationId xmlns:a16="http://schemas.microsoft.com/office/drawing/2014/main" id="{A3E17256-D855-9741-9F78-94397BE4FF9F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 48">
                <a:extLst>
                  <a:ext uri="{FF2B5EF4-FFF2-40B4-BE49-F238E27FC236}">
                    <a16:creationId xmlns:a16="http://schemas.microsoft.com/office/drawing/2014/main" id="{20388171-E73B-484F-ACB4-DA88F0A71D0D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 49">
                <a:extLst>
                  <a:ext uri="{FF2B5EF4-FFF2-40B4-BE49-F238E27FC236}">
                    <a16:creationId xmlns:a16="http://schemas.microsoft.com/office/drawing/2014/main" id="{8B5EF6B8-94B4-6245-A937-04DF648C5DF8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 50">
                <a:extLst>
                  <a:ext uri="{FF2B5EF4-FFF2-40B4-BE49-F238E27FC236}">
                    <a16:creationId xmlns:a16="http://schemas.microsoft.com/office/drawing/2014/main" id="{A7CCFDBB-5657-394E-8286-140F5C959E17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" name="Vrije vorm 51">
                <a:extLst>
                  <a:ext uri="{FF2B5EF4-FFF2-40B4-BE49-F238E27FC236}">
                    <a16:creationId xmlns:a16="http://schemas.microsoft.com/office/drawing/2014/main" id="{8EC56703-DD14-EA4C-83E7-DFB767C51B37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53" name="Afbeelding 52">
            <a:extLst>
              <a:ext uri="{FF2B5EF4-FFF2-40B4-BE49-F238E27FC236}">
                <a16:creationId xmlns:a16="http://schemas.microsoft.com/office/drawing/2014/main" id="{FA81BD47-28A5-3340-92A4-1CBDE4974BB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54" name="Afbeelding 53">
            <a:extLst>
              <a:ext uri="{FF2B5EF4-FFF2-40B4-BE49-F238E27FC236}">
                <a16:creationId xmlns:a16="http://schemas.microsoft.com/office/drawing/2014/main" id="{8D2DE968-4D54-E943-A095-2C91673A15D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1902711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D63D58D8-94CD-5547-A15B-A13B2F71E9F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" y="1113008"/>
            <a:ext cx="6808189" cy="5179837"/>
          </a:xfrm>
          <a:custGeom>
            <a:avLst/>
            <a:gdLst/>
            <a:ahLst/>
            <a:cxnLst/>
            <a:rect l="l" t="t" r="r" b="b"/>
            <a:pathLst>
              <a:path w="6808189" h="5179837">
                <a:moveTo>
                  <a:pt x="4911593" y="1114206"/>
                </a:moveTo>
                <a:cubicBezTo>
                  <a:pt x="4785852" y="1114206"/>
                  <a:pt x="4681650" y="1164852"/>
                  <a:pt x="4598986" y="1266144"/>
                </a:cubicBezTo>
                <a:cubicBezTo>
                  <a:pt x="4516323" y="1367435"/>
                  <a:pt x="4474992" y="1524030"/>
                  <a:pt x="4474992" y="1735927"/>
                </a:cubicBezTo>
                <a:cubicBezTo>
                  <a:pt x="4474992" y="1933853"/>
                  <a:pt x="4515741" y="2084044"/>
                  <a:pt x="4597240" y="2186499"/>
                </a:cubicBezTo>
                <a:cubicBezTo>
                  <a:pt x="4678739" y="2288955"/>
                  <a:pt x="4781195" y="2340183"/>
                  <a:pt x="4904607" y="2340183"/>
                </a:cubicBezTo>
                <a:cubicBezTo>
                  <a:pt x="5044320" y="2340183"/>
                  <a:pt x="5150850" y="2283716"/>
                  <a:pt x="5224199" y="2170781"/>
                </a:cubicBezTo>
                <a:cubicBezTo>
                  <a:pt x="5297548" y="2057848"/>
                  <a:pt x="5334223" y="1910567"/>
                  <a:pt x="5334223" y="1728941"/>
                </a:cubicBezTo>
                <a:cubicBezTo>
                  <a:pt x="5334223" y="1558958"/>
                  <a:pt x="5295802" y="1414006"/>
                  <a:pt x="5218960" y="1294086"/>
                </a:cubicBezTo>
                <a:cubicBezTo>
                  <a:pt x="5142118" y="1174167"/>
                  <a:pt x="5039663" y="1114206"/>
                  <a:pt x="4911593" y="1114206"/>
                </a:cubicBezTo>
                <a:close/>
                <a:moveTo>
                  <a:pt x="688214" y="1086264"/>
                </a:moveTo>
                <a:cubicBezTo>
                  <a:pt x="383175" y="1086264"/>
                  <a:pt x="230656" y="1596214"/>
                  <a:pt x="230656" y="2616115"/>
                </a:cubicBezTo>
                <a:cubicBezTo>
                  <a:pt x="230656" y="3116751"/>
                  <a:pt x="266166" y="3487571"/>
                  <a:pt x="337187" y="3728575"/>
                </a:cubicBezTo>
                <a:cubicBezTo>
                  <a:pt x="408207" y="3969579"/>
                  <a:pt x="520560" y="4090081"/>
                  <a:pt x="674243" y="4090081"/>
                </a:cubicBezTo>
                <a:cubicBezTo>
                  <a:pt x="979282" y="4090081"/>
                  <a:pt x="1131801" y="3575474"/>
                  <a:pt x="1131801" y="2546259"/>
                </a:cubicBezTo>
                <a:cubicBezTo>
                  <a:pt x="1131801" y="2047951"/>
                  <a:pt x="1096873" y="1680042"/>
                  <a:pt x="1027017" y="1442530"/>
                </a:cubicBezTo>
                <a:cubicBezTo>
                  <a:pt x="957161" y="1205020"/>
                  <a:pt x="844226" y="1086264"/>
                  <a:pt x="688214" y="1086264"/>
                </a:cubicBezTo>
                <a:close/>
                <a:moveTo>
                  <a:pt x="4925564" y="0"/>
                </a:moveTo>
                <a:cubicBezTo>
                  <a:pt x="5307445" y="0"/>
                  <a:pt x="5643919" y="98963"/>
                  <a:pt x="5934986" y="296889"/>
                </a:cubicBezTo>
                <a:cubicBezTo>
                  <a:pt x="6226053" y="494815"/>
                  <a:pt x="6444354" y="769583"/>
                  <a:pt x="6589888" y="1121192"/>
                </a:cubicBezTo>
                <a:cubicBezTo>
                  <a:pt x="6735421" y="1472802"/>
                  <a:pt x="6808189" y="1893103"/>
                  <a:pt x="6808189" y="2382097"/>
                </a:cubicBezTo>
                <a:cubicBezTo>
                  <a:pt x="6808189" y="3257627"/>
                  <a:pt x="6604441" y="3942801"/>
                  <a:pt x="6196947" y="4437615"/>
                </a:cubicBezTo>
                <a:cubicBezTo>
                  <a:pt x="5789453" y="4932430"/>
                  <a:pt x="5227110" y="5179837"/>
                  <a:pt x="4509920" y="5179837"/>
                </a:cubicBezTo>
                <a:cubicBezTo>
                  <a:pt x="4069826" y="5179837"/>
                  <a:pt x="3686781" y="5114638"/>
                  <a:pt x="3360786" y="4984240"/>
                </a:cubicBezTo>
                <a:lnTo>
                  <a:pt x="3360786" y="3835106"/>
                </a:lnTo>
                <a:cubicBezTo>
                  <a:pt x="3458584" y="3904962"/>
                  <a:pt x="3602372" y="3964922"/>
                  <a:pt x="3792147" y="4014985"/>
                </a:cubicBezTo>
                <a:cubicBezTo>
                  <a:pt x="3981923" y="4065049"/>
                  <a:pt x="4152489" y="4090081"/>
                  <a:pt x="4303844" y="4090081"/>
                </a:cubicBezTo>
                <a:cubicBezTo>
                  <a:pt x="4653125" y="4090081"/>
                  <a:pt x="4920325" y="3993446"/>
                  <a:pt x="5105444" y="3800177"/>
                </a:cubicBezTo>
                <a:cubicBezTo>
                  <a:pt x="5290563" y="3606909"/>
                  <a:pt x="5385451" y="3322827"/>
                  <a:pt x="5390108" y="2947932"/>
                </a:cubicBezTo>
                <a:lnTo>
                  <a:pt x="5369151" y="2947932"/>
                </a:lnTo>
                <a:cubicBezTo>
                  <a:pt x="5150268" y="3227357"/>
                  <a:pt x="4831258" y="3367069"/>
                  <a:pt x="4412121" y="3367069"/>
                </a:cubicBezTo>
                <a:cubicBezTo>
                  <a:pt x="4162968" y="3367069"/>
                  <a:pt x="3934189" y="3302452"/>
                  <a:pt x="3725784" y="3173218"/>
                </a:cubicBezTo>
                <a:cubicBezTo>
                  <a:pt x="3517380" y="3043984"/>
                  <a:pt x="3354382" y="2863522"/>
                  <a:pt x="3236791" y="2631832"/>
                </a:cubicBezTo>
                <a:cubicBezTo>
                  <a:pt x="3119199" y="2400143"/>
                  <a:pt x="3060404" y="2135271"/>
                  <a:pt x="3060404" y="1837218"/>
                </a:cubicBezTo>
                <a:cubicBezTo>
                  <a:pt x="3060404" y="1469309"/>
                  <a:pt x="3137828" y="1145642"/>
                  <a:pt x="3292676" y="866217"/>
                </a:cubicBezTo>
                <a:cubicBezTo>
                  <a:pt x="3447523" y="586792"/>
                  <a:pt x="3666406" y="372567"/>
                  <a:pt x="3949324" y="223540"/>
                </a:cubicBezTo>
                <a:cubicBezTo>
                  <a:pt x="4232241" y="74514"/>
                  <a:pt x="4557655" y="0"/>
                  <a:pt x="4925564" y="0"/>
                </a:cubicBezTo>
                <a:close/>
                <a:moveTo>
                  <a:pt x="761563" y="0"/>
                </a:moveTo>
                <a:cubicBezTo>
                  <a:pt x="1986375" y="0"/>
                  <a:pt x="2598782" y="848753"/>
                  <a:pt x="2598782" y="2546259"/>
                </a:cubicBezTo>
                <a:cubicBezTo>
                  <a:pt x="2598782" y="3405490"/>
                  <a:pt x="2435201" y="4059228"/>
                  <a:pt x="2108041" y="4507471"/>
                </a:cubicBezTo>
                <a:cubicBezTo>
                  <a:pt x="1780881" y="4955716"/>
                  <a:pt x="1302948" y="5179837"/>
                  <a:pt x="674243" y="5179837"/>
                </a:cubicBezTo>
                <a:cubicBezTo>
                  <a:pt x="433239" y="5179837"/>
                  <a:pt x="215075" y="5150858"/>
                  <a:pt x="19751" y="5092899"/>
                </a:cubicBezTo>
                <a:lnTo>
                  <a:pt x="0" y="5085785"/>
                </a:lnTo>
                <a:lnTo>
                  <a:pt x="0" y="131125"/>
                </a:lnTo>
                <a:lnTo>
                  <a:pt x="95282" y="94797"/>
                </a:lnTo>
                <a:cubicBezTo>
                  <a:pt x="295846" y="31599"/>
                  <a:pt x="517940" y="0"/>
                  <a:pt x="761563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27" name="Groep 26">
            <a:extLst>
              <a:ext uri="{FF2B5EF4-FFF2-40B4-BE49-F238E27FC236}">
                <a16:creationId xmlns:a16="http://schemas.microsoft.com/office/drawing/2014/main" id="{F228A87D-D944-824C-9F54-0A2F988A623D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55AE3085-BE89-8B4E-A364-0E5845680B4C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9D758742-0F22-3245-97E7-A3341E7BF829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" name="Vrije vorm 29">
              <a:extLst>
                <a:ext uri="{FF2B5EF4-FFF2-40B4-BE49-F238E27FC236}">
                  <a16:creationId xmlns:a16="http://schemas.microsoft.com/office/drawing/2014/main" id="{5EA03F11-3BA5-1E44-9048-99453C3BFD53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" name="Vrije vorm 31">
              <a:extLst>
                <a:ext uri="{FF2B5EF4-FFF2-40B4-BE49-F238E27FC236}">
                  <a16:creationId xmlns:a16="http://schemas.microsoft.com/office/drawing/2014/main" id="{73C86E7B-FE78-C64A-B48C-AA1865922C0F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" name="Vrije vorm 32">
              <a:extLst>
                <a:ext uri="{FF2B5EF4-FFF2-40B4-BE49-F238E27FC236}">
                  <a16:creationId xmlns:a16="http://schemas.microsoft.com/office/drawing/2014/main" id="{91E26F5E-9236-B74B-9FEC-932978E07F33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" name="Vrije vorm 33">
              <a:extLst>
                <a:ext uri="{FF2B5EF4-FFF2-40B4-BE49-F238E27FC236}">
                  <a16:creationId xmlns:a16="http://schemas.microsoft.com/office/drawing/2014/main" id="{031D9653-B8D0-104D-B7D9-A05E916690CA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" name="Vrije vorm 34">
              <a:extLst>
                <a:ext uri="{FF2B5EF4-FFF2-40B4-BE49-F238E27FC236}">
                  <a16:creationId xmlns:a16="http://schemas.microsoft.com/office/drawing/2014/main" id="{600099D8-3FC8-EC41-AA2A-C8A45667B14D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" name="Vrije vorm 35">
              <a:extLst>
                <a:ext uri="{FF2B5EF4-FFF2-40B4-BE49-F238E27FC236}">
                  <a16:creationId xmlns:a16="http://schemas.microsoft.com/office/drawing/2014/main" id="{5A817FA7-E12D-D44B-9216-1B2728EE4626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" name="Vrije vorm 36">
              <a:extLst>
                <a:ext uri="{FF2B5EF4-FFF2-40B4-BE49-F238E27FC236}">
                  <a16:creationId xmlns:a16="http://schemas.microsoft.com/office/drawing/2014/main" id="{66C8200B-BE57-5745-B8A1-2FC59DBB076C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38" name="Graphic 23">
              <a:extLst>
                <a:ext uri="{FF2B5EF4-FFF2-40B4-BE49-F238E27FC236}">
                  <a16:creationId xmlns:a16="http://schemas.microsoft.com/office/drawing/2014/main" id="{8872E413-59D2-7F44-8EF2-2C82C091ACA9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39" name="Vrije vorm 38">
                <a:extLst>
                  <a:ext uri="{FF2B5EF4-FFF2-40B4-BE49-F238E27FC236}">
                    <a16:creationId xmlns:a16="http://schemas.microsoft.com/office/drawing/2014/main" id="{0A8FBCD4-8639-784F-97F2-BBC5F4870BA6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 39">
                <a:extLst>
                  <a:ext uri="{FF2B5EF4-FFF2-40B4-BE49-F238E27FC236}">
                    <a16:creationId xmlns:a16="http://schemas.microsoft.com/office/drawing/2014/main" id="{0469DBBA-7606-9145-B51A-84736455A98A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 40">
                <a:extLst>
                  <a:ext uri="{FF2B5EF4-FFF2-40B4-BE49-F238E27FC236}">
                    <a16:creationId xmlns:a16="http://schemas.microsoft.com/office/drawing/2014/main" id="{DE436500-F944-B04C-8709-58A0B795AFBB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 41">
                <a:extLst>
                  <a:ext uri="{FF2B5EF4-FFF2-40B4-BE49-F238E27FC236}">
                    <a16:creationId xmlns:a16="http://schemas.microsoft.com/office/drawing/2014/main" id="{17878A2E-6A41-1540-B184-A0DCC4E5847D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 42">
                <a:extLst>
                  <a:ext uri="{FF2B5EF4-FFF2-40B4-BE49-F238E27FC236}">
                    <a16:creationId xmlns:a16="http://schemas.microsoft.com/office/drawing/2014/main" id="{D5B6A7D4-F768-F342-885D-21BB77D46E0F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 43">
                <a:extLst>
                  <a:ext uri="{FF2B5EF4-FFF2-40B4-BE49-F238E27FC236}">
                    <a16:creationId xmlns:a16="http://schemas.microsoft.com/office/drawing/2014/main" id="{3C77EF7E-5470-954F-9F75-D74B33466DBC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 44">
                <a:extLst>
                  <a:ext uri="{FF2B5EF4-FFF2-40B4-BE49-F238E27FC236}">
                    <a16:creationId xmlns:a16="http://schemas.microsoft.com/office/drawing/2014/main" id="{FEE67AFF-3426-F643-A5A6-2D71BE8A2626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 45">
                <a:extLst>
                  <a:ext uri="{FF2B5EF4-FFF2-40B4-BE49-F238E27FC236}">
                    <a16:creationId xmlns:a16="http://schemas.microsoft.com/office/drawing/2014/main" id="{FDEEBBE0-EC9D-154F-B4E2-7F749385567B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 46">
                <a:extLst>
                  <a:ext uri="{FF2B5EF4-FFF2-40B4-BE49-F238E27FC236}">
                    <a16:creationId xmlns:a16="http://schemas.microsoft.com/office/drawing/2014/main" id="{596A4CE8-D51B-A947-8A27-239AC869AEDA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 47">
                <a:extLst>
                  <a:ext uri="{FF2B5EF4-FFF2-40B4-BE49-F238E27FC236}">
                    <a16:creationId xmlns:a16="http://schemas.microsoft.com/office/drawing/2014/main" id="{B2DBAAAE-DE90-F04D-AFF4-2BD4967CCD61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 48">
                <a:extLst>
                  <a:ext uri="{FF2B5EF4-FFF2-40B4-BE49-F238E27FC236}">
                    <a16:creationId xmlns:a16="http://schemas.microsoft.com/office/drawing/2014/main" id="{6D4CFD54-A9B5-9B49-A69D-74D631991321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 49">
                <a:extLst>
                  <a:ext uri="{FF2B5EF4-FFF2-40B4-BE49-F238E27FC236}">
                    <a16:creationId xmlns:a16="http://schemas.microsoft.com/office/drawing/2014/main" id="{7990A9EB-2548-E745-AAA8-A8949D55C643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 50">
                <a:extLst>
                  <a:ext uri="{FF2B5EF4-FFF2-40B4-BE49-F238E27FC236}">
                    <a16:creationId xmlns:a16="http://schemas.microsoft.com/office/drawing/2014/main" id="{9BB9AFCA-B98C-6648-9B3B-A5C74715263A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" name="Vrije vorm 51">
                <a:extLst>
                  <a:ext uri="{FF2B5EF4-FFF2-40B4-BE49-F238E27FC236}">
                    <a16:creationId xmlns:a16="http://schemas.microsoft.com/office/drawing/2014/main" id="{21CC911C-15C4-B247-BBAA-D9D4C1FE084A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53" name="Afbeelding 52">
            <a:extLst>
              <a:ext uri="{FF2B5EF4-FFF2-40B4-BE49-F238E27FC236}">
                <a16:creationId xmlns:a16="http://schemas.microsoft.com/office/drawing/2014/main" id="{CFE3BE53-2158-2140-8250-1D583A0B03A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54" name="Afbeelding 53">
            <a:extLst>
              <a:ext uri="{FF2B5EF4-FFF2-40B4-BE49-F238E27FC236}">
                <a16:creationId xmlns:a16="http://schemas.microsoft.com/office/drawing/2014/main" id="{10DE90C2-70DB-3242-8D6D-2B6C00E4016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32040735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520563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563186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6B755F73-6638-7943-9671-03DB4862F10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1085066"/>
            <a:ext cx="6819816" cy="5207779"/>
          </a:xfrm>
          <a:custGeom>
            <a:avLst/>
            <a:gdLst/>
            <a:ahLst/>
            <a:cxnLst/>
            <a:rect l="l" t="t" r="r" b="b"/>
            <a:pathLst>
              <a:path w="6819816" h="5207779">
                <a:moveTo>
                  <a:pt x="4909249" y="1114206"/>
                </a:moveTo>
                <a:cubicBezTo>
                  <a:pt x="4604210" y="1114206"/>
                  <a:pt x="4451691" y="1624156"/>
                  <a:pt x="4451691" y="2644057"/>
                </a:cubicBezTo>
                <a:cubicBezTo>
                  <a:pt x="4451691" y="3144693"/>
                  <a:pt x="4487201" y="3515513"/>
                  <a:pt x="4558222" y="3756517"/>
                </a:cubicBezTo>
                <a:cubicBezTo>
                  <a:pt x="4629242" y="3997521"/>
                  <a:pt x="4741594" y="4118023"/>
                  <a:pt x="4895278" y="4118023"/>
                </a:cubicBezTo>
                <a:cubicBezTo>
                  <a:pt x="5200316" y="4118023"/>
                  <a:pt x="5352836" y="3603416"/>
                  <a:pt x="5352836" y="2574201"/>
                </a:cubicBezTo>
                <a:cubicBezTo>
                  <a:pt x="5352836" y="2075893"/>
                  <a:pt x="5317908" y="1707984"/>
                  <a:pt x="5248052" y="1470472"/>
                </a:cubicBezTo>
                <a:cubicBezTo>
                  <a:pt x="5178195" y="1232962"/>
                  <a:pt x="5065261" y="1114206"/>
                  <a:pt x="4909249" y="1114206"/>
                </a:cubicBezTo>
                <a:close/>
                <a:moveTo>
                  <a:pt x="4982598" y="27942"/>
                </a:moveTo>
                <a:cubicBezTo>
                  <a:pt x="6207410" y="27942"/>
                  <a:pt x="6819816" y="876695"/>
                  <a:pt x="6819816" y="2574201"/>
                </a:cubicBezTo>
                <a:cubicBezTo>
                  <a:pt x="6819816" y="3433432"/>
                  <a:pt x="6656235" y="4087170"/>
                  <a:pt x="6329076" y="4535413"/>
                </a:cubicBezTo>
                <a:cubicBezTo>
                  <a:pt x="6001916" y="4983658"/>
                  <a:pt x="5523983" y="5207779"/>
                  <a:pt x="4895278" y="5207779"/>
                </a:cubicBezTo>
                <a:cubicBezTo>
                  <a:pt x="4252601" y="5207779"/>
                  <a:pt x="3772340" y="5001704"/>
                  <a:pt x="3454494" y="4589552"/>
                </a:cubicBezTo>
                <a:cubicBezTo>
                  <a:pt x="3136649" y="4177400"/>
                  <a:pt x="2977725" y="3539381"/>
                  <a:pt x="2977725" y="2675492"/>
                </a:cubicBezTo>
                <a:cubicBezTo>
                  <a:pt x="2977725" y="1809275"/>
                  <a:pt x="3149455" y="1151463"/>
                  <a:pt x="3492915" y="702054"/>
                </a:cubicBezTo>
                <a:cubicBezTo>
                  <a:pt x="3836374" y="252646"/>
                  <a:pt x="4332935" y="27942"/>
                  <a:pt x="4982598" y="27942"/>
                </a:cubicBezTo>
                <a:close/>
                <a:moveTo>
                  <a:pt x="1291005" y="0"/>
                </a:moveTo>
                <a:lnTo>
                  <a:pt x="2167700" y="0"/>
                </a:lnTo>
                <a:lnTo>
                  <a:pt x="2167700" y="5120459"/>
                </a:lnTo>
                <a:lnTo>
                  <a:pt x="679763" y="5120459"/>
                </a:lnTo>
                <a:lnTo>
                  <a:pt x="679763" y="1515879"/>
                </a:lnTo>
                <a:cubicBezTo>
                  <a:pt x="516765" y="1611349"/>
                  <a:pt x="347946" y="1684116"/>
                  <a:pt x="173306" y="1734180"/>
                </a:cubicBezTo>
                <a:cubicBezTo>
                  <a:pt x="129646" y="1746696"/>
                  <a:pt x="84530" y="1758375"/>
                  <a:pt x="37959" y="1769217"/>
                </a:cubicBezTo>
                <a:lnTo>
                  <a:pt x="0" y="1777125"/>
                </a:lnTo>
                <a:lnTo>
                  <a:pt x="0" y="632007"/>
                </a:lnTo>
                <a:lnTo>
                  <a:pt x="34903" y="623030"/>
                </a:lnTo>
                <a:cubicBezTo>
                  <a:pt x="181310" y="580825"/>
                  <a:pt x="322332" y="530907"/>
                  <a:pt x="457970" y="473275"/>
                </a:cubicBezTo>
                <a:cubicBezTo>
                  <a:pt x="729245" y="358013"/>
                  <a:pt x="1006923" y="200254"/>
                  <a:pt x="1291005" y="0"/>
                </a:cubicBez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defRPr>
                <a:solidFill>
                  <a:schemeClr val="accent3"/>
                </a:solidFill>
              </a:defRPr>
            </a:lvl1pPr>
          </a:lstStyle>
          <a:p>
            <a:endParaRPr lang="nl-NL"/>
          </a:p>
        </p:txBody>
      </p:sp>
      <p:grpSp>
        <p:nvGrpSpPr>
          <p:cNvPr id="27" name="Groep 26">
            <a:extLst>
              <a:ext uri="{FF2B5EF4-FFF2-40B4-BE49-F238E27FC236}">
                <a16:creationId xmlns:a16="http://schemas.microsoft.com/office/drawing/2014/main" id="{5B79FBA8-FC58-5548-8280-D65A98101849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0F851582-1BB1-E443-AB5D-3160A947256A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D62386E6-8329-BC47-BC49-F62AABE9F842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" name="Vrije vorm 29">
              <a:extLst>
                <a:ext uri="{FF2B5EF4-FFF2-40B4-BE49-F238E27FC236}">
                  <a16:creationId xmlns:a16="http://schemas.microsoft.com/office/drawing/2014/main" id="{92939F76-939C-3A4F-AAAB-1F266FC58B1A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" name="Vrije vorm 31">
              <a:extLst>
                <a:ext uri="{FF2B5EF4-FFF2-40B4-BE49-F238E27FC236}">
                  <a16:creationId xmlns:a16="http://schemas.microsoft.com/office/drawing/2014/main" id="{478C40B3-B5F4-FA42-8E86-9879889DAD1B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" name="Vrije vorm 32">
              <a:extLst>
                <a:ext uri="{FF2B5EF4-FFF2-40B4-BE49-F238E27FC236}">
                  <a16:creationId xmlns:a16="http://schemas.microsoft.com/office/drawing/2014/main" id="{8AE3D4F0-8130-D848-AD6D-6D41361EBE11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" name="Vrije vorm 33">
              <a:extLst>
                <a:ext uri="{FF2B5EF4-FFF2-40B4-BE49-F238E27FC236}">
                  <a16:creationId xmlns:a16="http://schemas.microsoft.com/office/drawing/2014/main" id="{6BAECCFF-9078-764A-AA9E-0F3DDBADE480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" name="Vrije vorm 34">
              <a:extLst>
                <a:ext uri="{FF2B5EF4-FFF2-40B4-BE49-F238E27FC236}">
                  <a16:creationId xmlns:a16="http://schemas.microsoft.com/office/drawing/2014/main" id="{925DA11C-8957-3040-AEE9-32FAC74BB8B0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" name="Vrije vorm 35">
              <a:extLst>
                <a:ext uri="{FF2B5EF4-FFF2-40B4-BE49-F238E27FC236}">
                  <a16:creationId xmlns:a16="http://schemas.microsoft.com/office/drawing/2014/main" id="{64BD406C-3E2A-EF4B-BA4F-5F9E3B047471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" name="Vrije vorm 36">
              <a:extLst>
                <a:ext uri="{FF2B5EF4-FFF2-40B4-BE49-F238E27FC236}">
                  <a16:creationId xmlns:a16="http://schemas.microsoft.com/office/drawing/2014/main" id="{B10325AC-19E9-E14B-978E-65DF216AD72C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38" name="Graphic 23">
              <a:extLst>
                <a:ext uri="{FF2B5EF4-FFF2-40B4-BE49-F238E27FC236}">
                  <a16:creationId xmlns:a16="http://schemas.microsoft.com/office/drawing/2014/main" id="{AAC8BA9C-39EC-CA4F-90AA-D607E41C338B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39" name="Vrije vorm 38">
                <a:extLst>
                  <a:ext uri="{FF2B5EF4-FFF2-40B4-BE49-F238E27FC236}">
                    <a16:creationId xmlns:a16="http://schemas.microsoft.com/office/drawing/2014/main" id="{9B10D043-1D80-904D-BFA8-D4A875454B0E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 39">
                <a:extLst>
                  <a:ext uri="{FF2B5EF4-FFF2-40B4-BE49-F238E27FC236}">
                    <a16:creationId xmlns:a16="http://schemas.microsoft.com/office/drawing/2014/main" id="{0EF0A129-5E21-E94E-B0C5-D87CED280FE1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 40">
                <a:extLst>
                  <a:ext uri="{FF2B5EF4-FFF2-40B4-BE49-F238E27FC236}">
                    <a16:creationId xmlns:a16="http://schemas.microsoft.com/office/drawing/2014/main" id="{E79284FF-F082-5842-AC0B-4ACDAB55055A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 41">
                <a:extLst>
                  <a:ext uri="{FF2B5EF4-FFF2-40B4-BE49-F238E27FC236}">
                    <a16:creationId xmlns:a16="http://schemas.microsoft.com/office/drawing/2014/main" id="{347F4F80-D408-2C47-A20C-102BF178CF99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 42">
                <a:extLst>
                  <a:ext uri="{FF2B5EF4-FFF2-40B4-BE49-F238E27FC236}">
                    <a16:creationId xmlns:a16="http://schemas.microsoft.com/office/drawing/2014/main" id="{5773E0C9-BFD5-B64B-8D88-16F2CB3F8D30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 43">
                <a:extLst>
                  <a:ext uri="{FF2B5EF4-FFF2-40B4-BE49-F238E27FC236}">
                    <a16:creationId xmlns:a16="http://schemas.microsoft.com/office/drawing/2014/main" id="{DC3C01A3-519C-B243-BD4D-2B3A5DE1E858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 44">
                <a:extLst>
                  <a:ext uri="{FF2B5EF4-FFF2-40B4-BE49-F238E27FC236}">
                    <a16:creationId xmlns:a16="http://schemas.microsoft.com/office/drawing/2014/main" id="{8EF9B166-D93A-3C44-B559-10CBAAB8A1EE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 45">
                <a:extLst>
                  <a:ext uri="{FF2B5EF4-FFF2-40B4-BE49-F238E27FC236}">
                    <a16:creationId xmlns:a16="http://schemas.microsoft.com/office/drawing/2014/main" id="{9D246032-9F69-9C44-A9A8-9CBD86DE6742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 46">
                <a:extLst>
                  <a:ext uri="{FF2B5EF4-FFF2-40B4-BE49-F238E27FC236}">
                    <a16:creationId xmlns:a16="http://schemas.microsoft.com/office/drawing/2014/main" id="{D83BAB8B-61C5-7A46-A7DA-786928F5A6D7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 47">
                <a:extLst>
                  <a:ext uri="{FF2B5EF4-FFF2-40B4-BE49-F238E27FC236}">
                    <a16:creationId xmlns:a16="http://schemas.microsoft.com/office/drawing/2014/main" id="{CFEBA5AC-8BE6-2A42-8840-73392CB8911E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 48">
                <a:extLst>
                  <a:ext uri="{FF2B5EF4-FFF2-40B4-BE49-F238E27FC236}">
                    <a16:creationId xmlns:a16="http://schemas.microsoft.com/office/drawing/2014/main" id="{33E549C9-A62B-3E48-943B-90BDE90A59C3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 49">
                <a:extLst>
                  <a:ext uri="{FF2B5EF4-FFF2-40B4-BE49-F238E27FC236}">
                    <a16:creationId xmlns:a16="http://schemas.microsoft.com/office/drawing/2014/main" id="{05DF9646-2936-054A-BC94-94EE65217744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 50">
                <a:extLst>
                  <a:ext uri="{FF2B5EF4-FFF2-40B4-BE49-F238E27FC236}">
                    <a16:creationId xmlns:a16="http://schemas.microsoft.com/office/drawing/2014/main" id="{D606DB03-2686-C445-A975-24B8FBD65861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" name="Vrije vorm 51">
                <a:extLst>
                  <a:ext uri="{FF2B5EF4-FFF2-40B4-BE49-F238E27FC236}">
                    <a16:creationId xmlns:a16="http://schemas.microsoft.com/office/drawing/2014/main" id="{21DF726F-B567-274F-BDDA-7C44CB2CE720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53" name="Afbeelding 52">
            <a:extLst>
              <a:ext uri="{FF2B5EF4-FFF2-40B4-BE49-F238E27FC236}">
                <a16:creationId xmlns:a16="http://schemas.microsoft.com/office/drawing/2014/main" id="{759E4579-8622-4E46-88A5-547DD2DF134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54" name="Afbeelding 53">
            <a:extLst>
              <a:ext uri="{FF2B5EF4-FFF2-40B4-BE49-F238E27FC236}">
                <a16:creationId xmlns:a16="http://schemas.microsoft.com/office/drawing/2014/main" id="{6E0CBE70-6CF0-F547-B135-774A923F4EA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1319248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andom Chap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33538" y="2235904"/>
            <a:ext cx="4491700" cy="3042623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chapter</a:t>
            </a:r>
            <a:endParaRPr lang="nl-NL"/>
          </a:p>
        </p:txBody>
      </p:sp>
      <p:sp>
        <p:nvSpPr>
          <p:cNvPr id="31" name="Tijdelijke aanduiding voor tekst 28">
            <a:extLst>
              <a:ext uri="{FF2B5EF4-FFF2-40B4-BE49-F238E27FC236}">
                <a16:creationId xmlns:a16="http://schemas.microsoft.com/office/drawing/2014/main" id="{E006E510-B1F1-2249-BC95-302233335B4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848364" y="5278527"/>
            <a:ext cx="1576874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CHAPTER SUBTITLE</a:t>
            </a:r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72E13FC9-1394-E246-A59A-C07854ACF6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-526347" y="1"/>
            <a:ext cx="7999306" cy="6858000"/>
          </a:xfrm>
        </p:spPr>
        <p:txBody>
          <a:bodyPr wrap="none" lIns="0" rIns="0" anchor="b">
            <a:normAutofit/>
          </a:bodyPr>
          <a:lstStyle>
            <a:lvl1pPr>
              <a:defRPr sz="45000" b="1" i="0">
                <a:solidFill>
                  <a:schemeClr val="tx1"/>
                </a:solidFill>
                <a:latin typeface="Segoe UI Black" panose="020B0502040204020203" pitchFamily="34" charset="0"/>
                <a:cs typeface="Segoe UI Black" panose="020B0502040204020203" pitchFamily="34" charset="0"/>
              </a:defRPr>
            </a:lvl1pPr>
          </a:lstStyle>
          <a:p>
            <a:pPr lvl="0"/>
            <a:r>
              <a:rPr lang="nl-NL"/>
              <a:t>N°</a:t>
            </a:r>
          </a:p>
        </p:txBody>
      </p:sp>
      <p:grpSp>
        <p:nvGrpSpPr>
          <p:cNvPr id="25" name="Groep 24">
            <a:extLst>
              <a:ext uri="{FF2B5EF4-FFF2-40B4-BE49-F238E27FC236}">
                <a16:creationId xmlns:a16="http://schemas.microsoft.com/office/drawing/2014/main" id="{C540515B-2D96-FE40-9901-1069ADFD6D39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26" name="Vrije vorm 25">
              <a:extLst>
                <a:ext uri="{FF2B5EF4-FFF2-40B4-BE49-F238E27FC236}">
                  <a16:creationId xmlns:a16="http://schemas.microsoft.com/office/drawing/2014/main" id="{E568D4D1-C6B6-1949-85DD-3950F023F3C8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7" name="Vrije vorm 26">
              <a:extLst>
                <a:ext uri="{FF2B5EF4-FFF2-40B4-BE49-F238E27FC236}">
                  <a16:creationId xmlns:a16="http://schemas.microsoft.com/office/drawing/2014/main" id="{62CE486E-A41E-9446-A8E7-50BD5BC729F4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" name="Vrije vorm 27">
              <a:extLst>
                <a:ext uri="{FF2B5EF4-FFF2-40B4-BE49-F238E27FC236}">
                  <a16:creationId xmlns:a16="http://schemas.microsoft.com/office/drawing/2014/main" id="{4ADCC1DE-9A1D-8F43-BC3A-EE9C46CF2ADD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" name="Vrije vorm 28">
              <a:extLst>
                <a:ext uri="{FF2B5EF4-FFF2-40B4-BE49-F238E27FC236}">
                  <a16:creationId xmlns:a16="http://schemas.microsoft.com/office/drawing/2014/main" id="{A163B891-9A9A-724E-B7D3-18F94A7718E2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" name="Vrije vorm 29">
              <a:extLst>
                <a:ext uri="{FF2B5EF4-FFF2-40B4-BE49-F238E27FC236}">
                  <a16:creationId xmlns:a16="http://schemas.microsoft.com/office/drawing/2014/main" id="{AF9C1007-828F-0B4A-8170-81D4F0791B56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" name="Vrije vorm 31">
              <a:extLst>
                <a:ext uri="{FF2B5EF4-FFF2-40B4-BE49-F238E27FC236}">
                  <a16:creationId xmlns:a16="http://schemas.microsoft.com/office/drawing/2014/main" id="{6CD74818-D3D8-BB4A-B9BB-39A0D57EDB74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" name="Vrije vorm 32">
              <a:extLst>
                <a:ext uri="{FF2B5EF4-FFF2-40B4-BE49-F238E27FC236}">
                  <a16:creationId xmlns:a16="http://schemas.microsoft.com/office/drawing/2014/main" id="{40C0F1BB-C74F-4848-8560-DEB427D58502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" name="Vrije vorm 33">
              <a:extLst>
                <a:ext uri="{FF2B5EF4-FFF2-40B4-BE49-F238E27FC236}">
                  <a16:creationId xmlns:a16="http://schemas.microsoft.com/office/drawing/2014/main" id="{D8F33D2F-497F-4646-B485-3FEA4A9F4D98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" name="Vrije vorm 34">
              <a:extLst>
                <a:ext uri="{FF2B5EF4-FFF2-40B4-BE49-F238E27FC236}">
                  <a16:creationId xmlns:a16="http://schemas.microsoft.com/office/drawing/2014/main" id="{03BCE6DC-E6BC-D440-8DF5-42B4CEB7B3B2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36" name="Graphic 23">
              <a:extLst>
                <a:ext uri="{FF2B5EF4-FFF2-40B4-BE49-F238E27FC236}">
                  <a16:creationId xmlns:a16="http://schemas.microsoft.com/office/drawing/2014/main" id="{B24D7180-3456-BB4F-98D7-63328601F78F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37" name="Vrije vorm 36">
                <a:extLst>
                  <a:ext uri="{FF2B5EF4-FFF2-40B4-BE49-F238E27FC236}">
                    <a16:creationId xmlns:a16="http://schemas.microsoft.com/office/drawing/2014/main" id="{4380DA29-2DD2-0247-818D-BCC6B41AD22F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" name="Vrije vorm 37">
                <a:extLst>
                  <a:ext uri="{FF2B5EF4-FFF2-40B4-BE49-F238E27FC236}">
                    <a16:creationId xmlns:a16="http://schemas.microsoft.com/office/drawing/2014/main" id="{7ED5510D-1E92-134E-9DEA-D21942FE4ED2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" name="Vrije vorm 38">
                <a:extLst>
                  <a:ext uri="{FF2B5EF4-FFF2-40B4-BE49-F238E27FC236}">
                    <a16:creationId xmlns:a16="http://schemas.microsoft.com/office/drawing/2014/main" id="{FEB6AC5C-7AE0-A845-A6DA-EF2B513A7E5D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 39">
                <a:extLst>
                  <a:ext uri="{FF2B5EF4-FFF2-40B4-BE49-F238E27FC236}">
                    <a16:creationId xmlns:a16="http://schemas.microsoft.com/office/drawing/2014/main" id="{DA173BDE-BDC7-5542-8684-847A254610C8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 40">
                <a:extLst>
                  <a:ext uri="{FF2B5EF4-FFF2-40B4-BE49-F238E27FC236}">
                    <a16:creationId xmlns:a16="http://schemas.microsoft.com/office/drawing/2014/main" id="{47C79F37-A13F-8F4D-AD7B-C98C74C3E806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 41">
                <a:extLst>
                  <a:ext uri="{FF2B5EF4-FFF2-40B4-BE49-F238E27FC236}">
                    <a16:creationId xmlns:a16="http://schemas.microsoft.com/office/drawing/2014/main" id="{D22FA534-077F-D247-B818-4B3C5CBD94E4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 42">
                <a:extLst>
                  <a:ext uri="{FF2B5EF4-FFF2-40B4-BE49-F238E27FC236}">
                    <a16:creationId xmlns:a16="http://schemas.microsoft.com/office/drawing/2014/main" id="{07BCF820-9002-2743-98DF-0051D54449F5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 43">
                <a:extLst>
                  <a:ext uri="{FF2B5EF4-FFF2-40B4-BE49-F238E27FC236}">
                    <a16:creationId xmlns:a16="http://schemas.microsoft.com/office/drawing/2014/main" id="{E4541547-7030-C247-A80D-F908851E59B6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 44">
                <a:extLst>
                  <a:ext uri="{FF2B5EF4-FFF2-40B4-BE49-F238E27FC236}">
                    <a16:creationId xmlns:a16="http://schemas.microsoft.com/office/drawing/2014/main" id="{20F18CE5-E8A4-FE49-8862-9340461407E0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 45">
                <a:extLst>
                  <a:ext uri="{FF2B5EF4-FFF2-40B4-BE49-F238E27FC236}">
                    <a16:creationId xmlns:a16="http://schemas.microsoft.com/office/drawing/2014/main" id="{F9276D63-BE64-7A44-BB42-26160B84BCA8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 46">
                <a:extLst>
                  <a:ext uri="{FF2B5EF4-FFF2-40B4-BE49-F238E27FC236}">
                    <a16:creationId xmlns:a16="http://schemas.microsoft.com/office/drawing/2014/main" id="{86152F1F-7518-FE4D-88B0-3EA942F75C13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 47">
                <a:extLst>
                  <a:ext uri="{FF2B5EF4-FFF2-40B4-BE49-F238E27FC236}">
                    <a16:creationId xmlns:a16="http://schemas.microsoft.com/office/drawing/2014/main" id="{7E4F1DBF-BAE3-6F46-9E8A-693F62A7B6B7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 48">
                <a:extLst>
                  <a:ext uri="{FF2B5EF4-FFF2-40B4-BE49-F238E27FC236}">
                    <a16:creationId xmlns:a16="http://schemas.microsoft.com/office/drawing/2014/main" id="{65E93D43-4548-B14A-82EA-35EE32783864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 49">
                <a:extLst>
                  <a:ext uri="{FF2B5EF4-FFF2-40B4-BE49-F238E27FC236}">
                    <a16:creationId xmlns:a16="http://schemas.microsoft.com/office/drawing/2014/main" id="{16EE41B5-4751-9449-AD1F-F333D244E594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51" name="Afbeelding 50">
            <a:extLst>
              <a:ext uri="{FF2B5EF4-FFF2-40B4-BE49-F238E27FC236}">
                <a16:creationId xmlns:a16="http://schemas.microsoft.com/office/drawing/2014/main" id="{B67269FA-B44F-6947-9B05-8865B628114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5874028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899163"/>
            <a:ext cx="9938345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8" name="Rechthoek 7">
            <a:extLst>
              <a:ext uri="{FF2B5EF4-FFF2-40B4-BE49-F238E27FC236}">
                <a16:creationId xmlns:a16="http://schemas.microsoft.com/office/drawing/2014/main" id="{B275E813-9072-9B43-A00C-BDCA2C91B168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9" name="Tijdelijke aanduiding voor verticale tekst 2">
            <a:extLst>
              <a:ext uri="{FF2B5EF4-FFF2-40B4-BE49-F238E27FC236}">
                <a16:creationId xmlns:a16="http://schemas.microsoft.com/office/drawing/2014/main" id="{AD6DA2A2-17AB-8F49-A57A-ED13BAC6DE24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2" name="Afbeelding 1">
            <a:extLst>
              <a:ext uri="{FF2B5EF4-FFF2-40B4-BE49-F238E27FC236}">
                <a16:creationId xmlns:a16="http://schemas.microsoft.com/office/drawing/2014/main" id="{FDF3DA6C-CDBA-8D44-9E85-4185F504905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91109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899163"/>
            <a:ext cx="9938345" cy="4193661"/>
          </a:xfrm>
        </p:spPr>
        <p:txBody>
          <a:bodyPr numCol="2" spcCol="360000">
            <a:normAutofit/>
          </a:bodyPr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8" name="Afbeelding 7">
            <a:extLst>
              <a:ext uri="{FF2B5EF4-FFF2-40B4-BE49-F238E27FC236}">
                <a16:creationId xmlns:a16="http://schemas.microsoft.com/office/drawing/2014/main" id="{DDD64239-F5D3-7746-8055-C2983BFFCEA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50618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899163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8" name="Tijdelijke aanduiding voor tekst 30">
            <a:extLst>
              <a:ext uri="{FF2B5EF4-FFF2-40B4-BE49-F238E27FC236}">
                <a16:creationId xmlns:a16="http://schemas.microsoft.com/office/drawing/2014/main" id="{24852BD3-B1BD-8040-8B38-8D1DEBB903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90014" y="1899162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pic>
        <p:nvPicPr>
          <p:cNvPr id="9" name="Afbeelding 8">
            <a:extLst>
              <a:ext uri="{FF2B5EF4-FFF2-40B4-BE49-F238E27FC236}">
                <a16:creationId xmlns:a16="http://schemas.microsoft.com/office/drawing/2014/main" id="{5763C3DB-D074-5F48-93EC-2760722BE23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46747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Image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47C6F06-8D11-BD43-9A76-9EA4FF1DA23A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8253452" y="0"/>
            <a:ext cx="3938548" cy="6858000"/>
          </a:xfrm>
          <a:custGeom>
            <a:avLst/>
            <a:gdLst>
              <a:gd name="connsiteX0" fmla="*/ 3429396 w 3938548"/>
              <a:gd name="connsiteY0" fmla="*/ 6559826 h 6858000"/>
              <a:gd name="connsiteX1" fmla="*/ 3429396 w 3938548"/>
              <a:gd name="connsiteY1" fmla="*/ 6574226 h 6858000"/>
              <a:gd name="connsiteX2" fmla="*/ 3609396 w 3938548"/>
              <a:gd name="connsiteY2" fmla="*/ 6574226 h 6858000"/>
              <a:gd name="connsiteX3" fmla="*/ 3609396 w 3938548"/>
              <a:gd name="connsiteY3" fmla="*/ 6559826 h 6858000"/>
              <a:gd name="connsiteX4" fmla="*/ 2163723 w 3938548"/>
              <a:gd name="connsiteY4" fmla="*/ 523138 h 6858000"/>
              <a:gd name="connsiteX5" fmla="*/ 2163723 w 3938548"/>
              <a:gd name="connsiteY5" fmla="*/ 602674 h 6858000"/>
              <a:gd name="connsiteX6" fmla="*/ 3602127 w 3938548"/>
              <a:gd name="connsiteY6" fmla="*/ 602674 h 6858000"/>
              <a:gd name="connsiteX7" fmla="*/ 3602127 w 3938548"/>
              <a:gd name="connsiteY7" fmla="*/ 591990 h 6858000"/>
              <a:gd name="connsiteX8" fmla="*/ 3603722 w 3938548"/>
              <a:gd name="connsiteY8" fmla="*/ 591990 h 6858000"/>
              <a:gd name="connsiteX9" fmla="*/ 3603722 w 3938548"/>
              <a:gd name="connsiteY9" fmla="*/ 582493 h 6858000"/>
              <a:gd name="connsiteX10" fmla="*/ 3602127 w 3938548"/>
              <a:gd name="connsiteY10" fmla="*/ 582493 h 6858000"/>
              <a:gd name="connsiteX11" fmla="*/ 3602127 w 3938548"/>
              <a:gd name="connsiteY11" fmla="*/ 544506 h 6858000"/>
              <a:gd name="connsiteX12" fmla="*/ 3602924 w 3938548"/>
              <a:gd name="connsiteY12" fmla="*/ 544506 h 6858000"/>
              <a:gd name="connsiteX13" fmla="*/ 3602924 w 3938548"/>
              <a:gd name="connsiteY13" fmla="*/ 535009 h 6858000"/>
              <a:gd name="connsiteX14" fmla="*/ 3602127 w 3938548"/>
              <a:gd name="connsiteY14" fmla="*/ 535009 h 6858000"/>
              <a:gd name="connsiteX15" fmla="*/ 3602127 w 3938548"/>
              <a:gd name="connsiteY15" fmla="*/ 523138 h 6858000"/>
              <a:gd name="connsiteX16" fmla="*/ 3286029 w 3938548"/>
              <a:gd name="connsiteY16" fmla="*/ 340324 h 6858000"/>
              <a:gd name="connsiteX17" fmla="*/ 3332725 w 3938548"/>
              <a:gd name="connsiteY17" fmla="*/ 340324 h 6858000"/>
              <a:gd name="connsiteX18" fmla="*/ 3359466 w 3938548"/>
              <a:gd name="connsiteY18" fmla="*/ 371188 h 6858000"/>
              <a:gd name="connsiteX19" fmla="*/ 3359466 w 3938548"/>
              <a:gd name="connsiteY19" fmla="*/ 415903 h 6858000"/>
              <a:gd name="connsiteX20" fmla="*/ 3332725 w 3938548"/>
              <a:gd name="connsiteY20" fmla="*/ 449537 h 6858000"/>
              <a:gd name="connsiteX21" fmla="*/ 3286029 w 3938548"/>
              <a:gd name="connsiteY21" fmla="*/ 449537 h 6858000"/>
              <a:gd name="connsiteX22" fmla="*/ 2638268 w 3938548"/>
              <a:gd name="connsiteY22" fmla="*/ 340324 h 6858000"/>
              <a:gd name="connsiteX23" fmla="*/ 2679376 w 3938548"/>
              <a:gd name="connsiteY23" fmla="*/ 340324 h 6858000"/>
              <a:gd name="connsiteX24" fmla="*/ 2701328 w 3938548"/>
              <a:gd name="connsiteY24" fmla="*/ 362878 h 6858000"/>
              <a:gd name="connsiteX25" fmla="*/ 2679376 w 3938548"/>
              <a:gd name="connsiteY25" fmla="*/ 393743 h 6858000"/>
              <a:gd name="connsiteX26" fmla="*/ 2638268 w 3938548"/>
              <a:gd name="connsiteY26" fmla="*/ 393743 h 6858000"/>
              <a:gd name="connsiteX27" fmla="*/ 2444698 w 3938548"/>
              <a:gd name="connsiteY27" fmla="*/ 340324 h 6858000"/>
              <a:gd name="connsiteX28" fmla="*/ 2482215 w 3938548"/>
              <a:gd name="connsiteY28" fmla="*/ 372375 h 6858000"/>
              <a:gd name="connsiteX29" fmla="*/ 2482215 w 3938548"/>
              <a:gd name="connsiteY29" fmla="*/ 417090 h 6858000"/>
              <a:gd name="connsiteX30" fmla="*/ 2444698 w 3938548"/>
              <a:gd name="connsiteY30" fmla="*/ 449538 h 6858000"/>
              <a:gd name="connsiteX31" fmla="*/ 2407181 w 3938548"/>
              <a:gd name="connsiteY31" fmla="*/ 417090 h 6858000"/>
              <a:gd name="connsiteX32" fmla="*/ 2407181 w 3938548"/>
              <a:gd name="connsiteY32" fmla="*/ 372375 h 6858000"/>
              <a:gd name="connsiteX33" fmla="*/ 2444698 w 3938548"/>
              <a:gd name="connsiteY33" fmla="*/ 340324 h 6858000"/>
              <a:gd name="connsiteX34" fmla="*/ 3456450 w 3938548"/>
              <a:gd name="connsiteY34" fmla="*/ 294422 h 6858000"/>
              <a:gd name="connsiteX35" fmla="*/ 3456450 w 3938548"/>
              <a:gd name="connsiteY35" fmla="*/ 495439 h 6858000"/>
              <a:gd name="connsiteX36" fmla="*/ 3602126 w 3938548"/>
              <a:gd name="connsiteY36" fmla="*/ 495439 h 6858000"/>
              <a:gd name="connsiteX37" fmla="*/ 3602126 w 3938548"/>
              <a:gd name="connsiteY37" fmla="*/ 452308 h 6858000"/>
              <a:gd name="connsiteX38" fmla="*/ 3509532 w 3938548"/>
              <a:gd name="connsiteY38" fmla="*/ 452308 h 6858000"/>
              <a:gd name="connsiteX39" fmla="*/ 3509532 w 3938548"/>
              <a:gd name="connsiteY39" fmla="*/ 412341 h 6858000"/>
              <a:gd name="connsiteX40" fmla="*/ 3594543 w 3938548"/>
              <a:gd name="connsiteY40" fmla="*/ 412341 h 6858000"/>
              <a:gd name="connsiteX41" fmla="*/ 3594543 w 3938548"/>
              <a:gd name="connsiteY41" fmla="*/ 375541 h 6858000"/>
              <a:gd name="connsiteX42" fmla="*/ 3509532 w 3938548"/>
              <a:gd name="connsiteY42" fmla="*/ 375541 h 6858000"/>
              <a:gd name="connsiteX43" fmla="*/ 3509532 w 3938548"/>
              <a:gd name="connsiteY43" fmla="*/ 337553 h 6858000"/>
              <a:gd name="connsiteX44" fmla="*/ 3602126 w 3938548"/>
              <a:gd name="connsiteY44" fmla="*/ 337553 h 6858000"/>
              <a:gd name="connsiteX45" fmla="*/ 3602126 w 3938548"/>
              <a:gd name="connsiteY45" fmla="*/ 294422 h 6858000"/>
              <a:gd name="connsiteX46" fmla="*/ 3232947 w 3938548"/>
              <a:gd name="connsiteY46" fmla="*/ 294422 h 6858000"/>
              <a:gd name="connsiteX47" fmla="*/ 3232947 w 3938548"/>
              <a:gd name="connsiteY47" fmla="*/ 495439 h 6858000"/>
              <a:gd name="connsiteX48" fmla="*/ 3341107 w 3938548"/>
              <a:gd name="connsiteY48" fmla="*/ 495439 h 6858000"/>
              <a:gd name="connsiteX49" fmla="*/ 3414144 w 3938548"/>
              <a:gd name="connsiteY49" fmla="*/ 415903 h 6858000"/>
              <a:gd name="connsiteX50" fmla="*/ 3414144 w 3938548"/>
              <a:gd name="connsiteY50" fmla="*/ 371188 h 6858000"/>
              <a:gd name="connsiteX51" fmla="*/ 3333923 w 3938548"/>
              <a:gd name="connsiteY51" fmla="*/ 294422 h 6858000"/>
              <a:gd name="connsiteX52" fmla="*/ 3135563 w 3938548"/>
              <a:gd name="connsiteY52" fmla="*/ 294422 h 6858000"/>
              <a:gd name="connsiteX53" fmla="*/ 3135563 w 3938548"/>
              <a:gd name="connsiteY53" fmla="*/ 495439 h 6858000"/>
              <a:gd name="connsiteX54" fmla="*/ 3188645 w 3938548"/>
              <a:gd name="connsiteY54" fmla="*/ 495439 h 6858000"/>
              <a:gd name="connsiteX55" fmla="*/ 3188645 w 3938548"/>
              <a:gd name="connsiteY55" fmla="*/ 294422 h 6858000"/>
              <a:gd name="connsiteX56" fmla="*/ 2807891 w 3938548"/>
              <a:gd name="connsiteY56" fmla="*/ 294422 h 6858000"/>
              <a:gd name="connsiteX57" fmla="*/ 2807891 w 3938548"/>
              <a:gd name="connsiteY57" fmla="*/ 495439 h 6858000"/>
              <a:gd name="connsiteX58" fmla="*/ 2860973 w 3938548"/>
              <a:gd name="connsiteY58" fmla="*/ 495439 h 6858000"/>
              <a:gd name="connsiteX59" fmla="*/ 2860973 w 3938548"/>
              <a:gd name="connsiteY59" fmla="*/ 294422 h 6858000"/>
              <a:gd name="connsiteX60" fmla="*/ 2585186 w 3938548"/>
              <a:gd name="connsiteY60" fmla="*/ 294422 h 6858000"/>
              <a:gd name="connsiteX61" fmla="*/ 2585186 w 3938548"/>
              <a:gd name="connsiteY61" fmla="*/ 495439 h 6858000"/>
              <a:gd name="connsiteX62" fmla="*/ 2638268 w 3938548"/>
              <a:gd name="connsiteY62" fmla="*/ 495439 h 6858000"/>
              <a:gd name="connsiteX63" fmla="*/ 2638268 w 3938548"/>
              <a:gd name="connsiteY63" fmla="*/ 439645 h 6858000"/>
              <a:gd name="connsiteX64" fmla="*/ 2679376 w 3938548"/>
              <a:gd name="connsiteY64" fmla="*/ 439645 h 6858000"/>
              <a:gd name="connsiteX65" fmla="*/ 2701328 w 3938548"/>
              <a:gd name="connsiteY65" fmla="*/ 464574 h 6858000"/>
              <a:gd name="connsiteX66" fmla="*/ 2701328 w 3938548"/>
              <a:gd name="connsiteY66" fmla="*/ 495439 h 6858000"/>
              <a:gd name="connsiteX67" fmla="*/ 2754410 w 3938548"/>
              <a:gd name="connsiteY67" fmla="*/ 495439 h 6858000"/>
              <a:gd name="connsiteX68" fmla="*/ 2754410 w 3938548"/>
              <a:gd name="connsiteY68" fmla="*/ 452308 h 6858000"/>
              <a:gd name="connsiteX69" fmla="*/ 2718490 w 3938548"/>
              <a:gd name="connsiteY69" fmla="*/ 417090 h 6858000"/>
              <a:gd name="connsiteX70" fmla="*/ 2718490 w 3938548"/>
              <a:gd name="connsiteY70" fmla="*/ 415111 h 6858000"/>
              <a:gd name="connsiteX71" fmla="*/ 2756405 w 3938548"/>
              <a:gd name="connsiteY71" fmla="*/ 354173 h 6858000"/>
              <a:gd name="connsiteX72" fmla="*/ 2687758 w 3938548"/>
              <a:gd name="connsiteY72" fmla="*/ 294422 h 6858000"/>
              <a:gd name="connsiteX73" fmla="*/ 2444698 w 3938548"/>
              <a:gd name="connsiteY73" fmla="*/ 294422 h 6858000"/>
              <a:gd name="connsiteX74" fmla="*/ 2352503 w 3938548"/>
              <a:gd name="connsiteY74" fmla="*/ 366836 h 6858000"/>
              <a:gd name="connsiteX75" fmla="*/ 2352503 w 3938548"/>
              <a:gd name="connsiteY75" fmla="*/ 423025 h 6858000"/>
              <a:gd name="connsiteX76" fmla="*/ 2445097 w 3938548"/>
              <a:gd name="connsiteY76" fmla="*/ 495043 h 6858000"/>
              <a:gd name="connsiteX77" fmla="*/ 2537292 w 3938548"/>
              <a:gd name="connsiteY77" fmla="*/ 422630 h 6858000"/>
              <a:gd name="connsiteX78" fmla="*/ 2537292 w 3938548"/>
              <a:gd name="connsiteY78" fmla="*/ 366836 h 6858000"/>
              <a:gd name="connsiteX79" fmla="*/ 2444698 w 3938548"/>
              <a:gd name="connsiteY79" fmla="*/ 294422 h 6858000"/>
              <a:gd name="connsiteX80" fmla="*/ 2249532 w 3938548"/>
              <a:gd name="connsiteY80" fmla="*/ 294422 h 6858000"/>
              <a:gd name="connsiteX81" fmla="*/ 2249532 w 3938548"/>
              <a:gd name="connsiteY81" fmla="*/ 432918 h 6858000"/>
              <a:gd name="connsiteX82" fmla="*/ 2230774 w 3938548"/>
              <a:gd name="connsiteY82" fmla="*/ 449537 h 6858000"/>
              <a:gd name="connsiteX83" fmla="*/ 2214410 w 3938548"/>
              <a:gd name="connsiteY83" fmla="*/ 427378 h 6858000"/>
              <a:gd name="connsiteX84" fmla="*/ 2214410 w 3938548"/>
              <a:gd name="connsiteY84" fmla="*/ 411154 h 6858000"/>
              <a:gd name="connsiteX85" fmla="*/ 2163723 w 3938548"/>
              <a:gd name="connsiteY85" fmla="*/ 411154 h 6858000"/>
              <a:gd name="connsiteX86" fmla="*/ 2163723 w 3938548"/>
              <a:gd name="connsiteY86" fmla="*/ 427378 h 6858000"/>
              <a:gd name="connsiteX87" fmla="*/ 2230375 w 3938548"/>
              <a:gd name="connsiteY87" fmla="*/ 495439 h 6858000"/>
              <a:gd name="connsiteX88" fmla="*/ 2302215 w 3938548"/>
              <a:gd name="connsiteY88" fmla="*/ 432918 h 6858000"/>
              <a:gd name="connsiteX89" fmla="*/ 2302215 w 3938548"/>
              <a:gd name="connsiteY89" fmla="*/ 294422 h 6858000"/>
              <a:gd name="connsiteX90" fmla="*/ 2995874 w 3938548"/>
              <a:gd name="connsiteY90" fmla="*/ 294026 h 6858000"/>
              <a:gd name="connsiteX91" fmla="*/ 2911661 w 3938548"/>
              <a:gd name="connsiteY91" fmla="*/ 354569 h 6858000"/>
              <a:gd name="connsiteX92" fmla="*/ 2989488 w 3938548"/>
              <a:gd name="connsiteY92" fmla="*/ 414320 h 6858000"/>
              <a:gd name="connsiteX93" fmla="*/ 3001062 w 3938548"/>
              <a:gd name="connsiteY93" fmla="*/ 415111 h 6858000"/>
              <a:gd name="connsiteX94" fmla="*/ 3029000 w 3938548"/>
              <a:gd name="connsiteY94" fmla="*/ 433709 h 6858000"/>
              <a:gd name="connsiteX95" fmla="*/ 2995874 w 3938548"/>
              <a:gd name="connsiteY95" fmla="*/ 451912 h 6858000"/>
              <a:gd name="connsiteX96" fmla="*/ 2962348 w 3938548"/>
              <a:gd name="connsiteY96" fmla="*/ 429356 h 6858000"/>
              <a:gd name="connsiteX97" fmla="*/ 2911262 w 3938548"/>
              <a:gd name="connsiteY97" fmla="*/ 429356 h 6858000"/>
              <a:gd name="connsiteX98" fmla="*/ 2995874 w 3938548"/>
              <a:gd name="connsiteY98" fmla="*/ 495439 h 6858000"/>
              <a:gd name="connsiteX99" fmla="*/ 3082481 w 3938548"/>
              <a:gd name="connsiteY99" fmla="*/ 430544 h 6858000"/>
              <a:gd name="connsiteX100" fmla="*/ 3008645 w 3938548"/>
              <a:gd name="connsiteY100" fmla="*/ 373562 h 6858000"/>
              <a:gd name="connsiteX101" fmla="*/ 2986694 w 3938548"/>
              <a:gd name="connsiteY101" fmla="*/ 371980 h 6858000"/>
              <a:gd name="connsiteX102" fmla="*/ 2964743 w 3938548"/>
              <a:gd name="connsiteY102" fmla="*/ 354569 h 6858000"/>
              <a:gd name="connsiteX103" fmla="*/ 2995874 w 3938548"/>
              <a:gd name="connsiteY103" fmla="*/ 337553 h 6858000"/>
              <a:gd name="connsiteX104" fmla="*/ 3025808 w 3938548"/>
              <a:gd name="connsiteY104" fmla="*/ 357734 h 6858000"/>
              <a:gd name="connsiteX105" fmla="*/ 3076894 w 3938548"/>
              <a:gd name="connsiteY105" fmla="*/ 357734 h 6858000"/>
              <a:gd name="connsiteX106" fmla="*/ 3076894 w 3938548"/>
              <a:gd name="connsiteY106" fmla="*/ 349425 h 6858000"/>
              <a:gd name="connsiteX107" fmla="*/ 2995874 w 3938548"/>
              <a:gd name="connsiteY107" fmla="*/ 294026 h 6858000"/>
              <a:gd name="connsiteX108" fmla="*/ 2 w 3938548"/>
              <a:gd name="connsiteY108" fmla="*/ 0 h 6858000"/>
              <a:gd name="connsiteX109" fmla="*/ 3938548 w 3938548"/>
              <a:gd name="connsiteY109" fmla="*/ 0 h 6858000"/>
              <a:gd name="connsiteX110" fmla="*/ 3938548 w 3938548"/>
              <a:gd name="connsiteY110" fmla="*/ 6858000 h 6858000"/>
              <a:gd name="connsiteX111" fmla="*/ 2 w 3938548"/>
              <a:gd name="connsiteY111" fmla="*/ 6858000 h 6858000"/>
              <a:gd name="connsiteX112" fmla="*/ 2 w 3938548"/>
              <a:gd name="connsiteY112" fmla="*/ 1059875 h 6858000"/>
              <a:gd name="connsiteX113" fmla="*/ 0 w 3938548"/>
              <a:gd name="connsiteY113" fmla="*/ 1059875 h 6858000"/>
              <a:gd name="connsiteX114" fmla="*/ 0 w 3938548"/>
              <a:gd name="connsiteY114" fmla="*/ 145475 h 6858000"/>
              <a:gd name="connsiteX115" fmla="*/ 2 w 3938548"/>
              <a:gd name="connsiteY115" fmla="*/ 14547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3938548" h="6858000">
                <a:moveTo>
                  <a:pt x="3429396" y="6559826"/>
                </a:moveTo>
                <a:lnTo>
                  <a:pt x="3429396" y="6574226"/>
                </a:lnTo>
                <a:lnTo>
                  <a:pt x="3609396" y="6574226"/>
                </a:lnTo>
                <a:lnTo>
                  <a:pt x="3609396" y="6559826"/>
                </a:lnTo>
                <a:close/>
                <a:moveTo>
                  <a:pt x="2163723" y="523138"/>
                </a:moveTo>
                <a:lnTo>
                  <a:pt x="2163723" y="602674"/>
                </a:lnTo>
                <a:lnTo>
                  <a:pt x="3602127" y="602674"/>
                </a:lnTo>
                <a:lnTo>
                  <a:pt x="3602127" y="591990"/>
                </a:lnTo>
                <a:lnTo>
                  <a:pt x="3603722" y="591990"/>
                </a:lnTo>
                <a:lnTo>
                  <a:pt x="3603722" y="582493"/>
                </a:lnTo>
                <a:lnTo>
                  <a:pt x="3602127" y="582493"/>
                </a:lnTo>
                <a:lnTo>
                  <a:pt x="3602127" y="544506"/>
                </a:lnTo>
                <a:lnTo>
                  <a:pt x="3602924" y="544506"/>
                </a:lnTo>
                <a:lnTo>
                  <a:pt x="3602924" y="535009"/>
                </a:lnTo>
                <a:lnTo>
                  <a:pt x="3602127" y="535009"/>
                </a:lnTo>
                <a:lnTo>
                  <a:pt x="3602127" y="523138"/>
                </a:lnTo>
                <a:close/>
                <a:moveTo>
                  <a:pt x="3286029" y="340324"/>
                </a:moveTo>
                <a:lnTo>
                  <a:pt x="3332725" y="340324"/>
                </a:lnTo>
                <a:cubicBezTo>
                  <a:pt x="3351085" y="340324"/>
                  <a:pt x="3359466" y="345468"/>
                  <a:pt x="3359466" y="371188"/>
                </a:cubicBezTo>
                <a:lnTo>
                  <a:pt x="3359466" y="415903"/>
                </a:lnTo>
                <a:cubicBezTo>
                  <a:pt x="3359466" y="436479"/>
                  <a:pt x="3352282" y="449537"/>
                  <a:pt x="3332725" y="449537"/>
                </a:cubicBezTo>
                <a:lnTo>
                  <a:pt x="3286029" y="449537"/>
                </a:lnTo>
                <a:close/>
                <a:moveTo>
                  <a:pt x="2638268" y="340324"/>
                </a:moveTo>
                <a:lnTo>
                  <a:pt x="2679376" y="340324"/>
                </a:lnTo>
                <a:cubicBezTo>
                  <a:pt x="2696937" y="340324"/>
                  <a:pt x="2701328" y="345072"/>
                  <a:pt x="2701328" y="362878"/>
                </a:cubicBezTo>
                <a:cubicBezTo>
                  <a:pt x="2701328" y="385434"/>
                  <a:pt x="2702126" y="393743"/>
                  <a:pt x="2679376" y="393743"/>
                </a:cubicBezTo>
                <a:lnTo>
                  <a:pt x="2638268" y="393743"/>
                </a:lnTo>
                <a:close/>
                <a:moveTo>
                  <a:pt x="2444698" y="340324"/>
                </a:moveTo>
                <a:cubicBezTo>
                  <a:pt x="2472237" y="340324"/>
                  <a:pt x="2482215" y="343093"/>
                  <a:pt x="2482215" y="372375"/>
                </a:cubicBezTo>
                <a:lnTo>
                  <a:pt x="2482215" y="417090"/>
                </a:lnTo>
                <a:cubicBezTo>
                  <a:pt x="2482215" y="446768"/>
                  <a:pt x="2472237" y="449538"/>
                  <a:pt x="2444698" y="449538"/>
                </a:cubicBezTo>
                <a:cubicBezTo>
                  <a:pt x="2417159" y="449538"/>
                  <a:pt x="2407980" y="446768"/>
                  <a:pt x="2407181" y="417090"/>
                </a:cubicBezTo>
                <a:lnTo>
                  <a:pt x="2407181" y="372375"/>
                </a:lnTo>
                <a:cubicBezTo>
                  <a:pt x="2407980" y="343093"/>
                  <a:pt x="2417159" y="340324"/>
                  <a:pt x="2444698" y="340324"/>
                </a:cubicBezTo>
                <a:close/>
                <a:moveTo>
                  <a:pt x="3456450" y="294422"/>
                </a:moveTo>
                <a:lnTo>
                  <a:pt x="3456450" y="495439"/>
                </a:lnTo>
                <a:lnTo>
                  <a:pt x="3602126" y="495439"/>
                </a:lnTo>
                <a:lnTo>
                  <a:pt x="3602126" y="452308"/>
                </a:lnTo>
                <a:lnTo>
                  <a:pt x="3509532" y="452308"/>
                </a:lnTo>
                <a:lnTo>
                  <a:pt x="3509532" y="412341"/>
                </a:lnTo>
                <a:lnTo>
                  <a:pt x="3594543" y="412341"/>
                </a:lnTo>
                <a:lnTo>
                  <a:pt x="3594543" y="375541"/>
                </a:lnTo>
                <a:lnTo>
                  <a:pt x="3509532" y="375541"/>
                </a:lnTo>
                <a:lnTo>
                  <a:pt x="3509532" y="337553"/>
                </a:lnTo>
                <a:lnTo>
                  <a:pt x="3602126" y="337553"/>
                </a:lnTo>
                <a:lnTo>
                  <a:pt x="3602126" y="294422"/>
                </a:lnTo>
                <a:close/>
                <a:moveTo>
                  <a:pt x="3232947" y="294422"/>
                </a:moveTo>
                <a:lnTo>
                  <a:pt x="3232947" y="495439"/>
                </a:lnTo>
                <a:lnTo>
                  <a:pt x="3341107" y="495439"/>
                </a:lnTo>
                <a:cubicBezTo>
                  <a:pt x="3396583" y="495439"/>
                  <a:pt x="3414144" y="470114"/>
                  <a:pt x="3414144" y="415903"/>
                </a:cubicBezTo>
                <a:lnTo>
                  <a:pt x="3414144" y="371188"/>
                </a:lnTo>
                <a:cubicBezTo>
                  <a:pt x="3414144" y="314999"/>
                  <a:pt x="3389399" y="294422"/>
                  <a:pt x="3333923" y="294422"/>
                </a:cubicBezTo>
                <a:close/>
                <a:moveTo>
                  <a:pt x="3135563" y="294422"/>
                </a:moveTo>
                <a:lnTo>
                  <a:pt x="3135563" y="495439"/>
                </a:lnTo>
                <a:lnTo>
                  <a:pt x="3188645" y="495439"/>
                </a:lnTo>
                <a:lnTo>
                  <a:pt x="3188645" y="294422"/>
                </a:lnTo>
                <a:close/>
                <a:moveTo>
                  <a:pt x="2807891" y="294422"/>
                </a:moveTo>
                <a:lnTo>
                  <a:pt x="2807891" y="495439"/>
                </a:lnTo>
                <a:lnTo>
                  <a:pt x="2860973" y="495439"/>
                </a:lnTo>
                <a:lnTo>
                  <a:pt x="2860973" y="294422"/>
                </a:lnTo>
                <a:close/>
                <a:moveTo>
                  <a:pt x="2585186" y="294422"/>
                </a:moveTo>
                <a:lnTo>
                  <a:pt x="2585186" y="495439"/>
                </a:lnTo>
                <a:lnTo>
                  <a:pt x="2638268" y="495439"/>
                </a:lnTo>
                <a:lnTo>
                  <a:pt x="2638268" y="439645"/>
                </a:lnTo>
                <a:lnTo>
                  <a:pt x="2679376" y="439645"/>
                </a:lnTo>
                <a:cubicBezTo>
                  <a:pt x="2695341" y="439645"/>
                  <a:pt x="2701727" y="449933"/>
                  <a:pt x="2701328" y="464574"/>
                </a:cubicBezTo>
                <a:lnTo>
                  <a:pt x="2701328" y="495439"/>
                </a:lnTo>
                <a:lnTo>
                  <a:pt x="2754410" y="495439"/>
                </a:lnTo>
                <a:lnTo>
                  <a:pt x="2754410" y="452308"/>
                </a:lnTo>
                <a:cubicBezTo>
                  <a:pt x="2754410" y="429752"/>
                  <a:pt x="2740441" y="417881"/>
                  <a:pt x="2718490" y="417090"/>
                </a:cubicBezTo>
                <a:lnTo>
                  <a:pt x="2718490" y="415111"/>
                </a:lnTo>
                <a:cubicBezTo>
                  <a:pt x="2756405" y="406406"/>
                  <a:pt x="2756405" y="387016"/>
                  <a:pt x="2756405" y="354173"/>
                </a:cubicBezTo>
                <a:cubicBezTo>
                  <a:pt x="2756405" y="305106"/>
                  <a:pt x="2733656" y="295213"/>
                  <a:pt x="2687758" y="294422"/>
                </a:cubicBezTo>
                <a:close/>
                <a:moveTo>
                  <a:pt x="2444698" y="294422"/>
                </a:moveTo>
                <a:cubicBezTo>
                  <a:pt x="2390818" y="294422"/>
                  <a:pt x="2352503" y="305897"/>
                  <a:pt x="2352503" y="366836"/>
                </a:cubicBezTo>
                <a:lnTo>
                  <a:pt x="2352503" y="423025"/>
                </a:lnTo>
                <a:cubicBezTo>
                  <a:pt x="2352503" y="483964"/>
                  <a:pt x="2390818" y="495439"/>
                  <a:pt x="2445097" y="495043"/>
                </a:cubicBezTo>
                <a:cubicBezTo>
                  <a:pt x="2498977" y="495043"/>
                  <a:pt x="2537292" y="483568"/>
                  <a:pt x="2537292" y="422630"/>
                </a:cubicBezTo>
                <a:lnTo>
                  <a:pt x="2537292" y="366836"/>
                </a:lnTo>
                <a:cubicBezTo>
                  <a:pt x="2537292" y="305897"/>
                  <a:pt x="2498977" y="294422"/>
                  <a:pt x="2444698" y="294422"/>
                </a:cubicBezTo>
                <a:close/>
                <a:moveTo>
                  <a:pt x="2249532" y="294422"/>
                </a:moveTo>
                <a:lnTo>
                  <a:pt x="2249532" y="432918"/>
                </a:lnTo>
                <a:cubicBezTo>
                  <a:pt x="2249532" y="445185"/>
                  <a:pt x="2247138" y="449537"/>
                  <a:pt x="2230774" y="449537"/>
                </a:cubicBezTo>
                <a:cubicBezTo>
                  <a:pt x="2216406" y="449537"/>
                  <a:pt x="2214410" y="443602"/>
                  <a:pt x="2214410" y="427378"/>
                </a:cubicBezTo>
                <a:lnTo>
                  <a:pt x="2214410" y="411154"/>
                </a:lnTo>
                <a:lnTo>
                  <a:pt x="2163723" y="411154"/>
                </a:lnTo>
                <a:lnTo>
                  <a:pt x="2163723" y="427378"/>
                </a:lnTo>
                <a:cubicBezTo>
                  <a:pt x="2163723" y="482381"/>
                  <a:pt x="2175297" y="495439"/>
                  <a:pt x="2230375" y="495439"/>
                </a:cubicBezTo>
                <a:cubicBezTo>
                  <a:pt x="2286251" y="495439"/>
                  <a:pt x="2302215" y="485942"/>
                  <a:pt x="2302215" y="432918"/>
                </a:cubicBezTo>
                <a:lnTo>
                  <a:pt x="2302215" y="294422"/>
                </a:lnTo>
                <a:close/>
                <a:moveTo>
                  <a:pt x="2995874" y="294026"/>
                </a:moveTo>
                <a:cubicBezTo>
                  <a:pt x="2943989" y="294026"/>
                  <a:pt x="2911661" y="297983"/>
                  <a:pt x="2911661" y="354569"/>
                </a:cubicBezTo>
                <a:cubicBezTo>
                  <a:pt x="2911661" y="411154"/>
                  <a:pt x="2940397" y="410759"/>
                  <a:pt x="2989488" y="414320"/>
                </a:cubicBezTo>
                <a:lnTo>
                  <a:pt x="3001062" y="415111"/>
                </a:lnTo>
                <a:cubicBezTo>
                  <a:pt x="3026207" y="416694"/>
                  <a:pt x="3029000" y="416694"/>
                  <a:pt x="3029000" y="433709"/>
                </a:cubicBezTo>
                <a:cubicBezTo>
                  <a:pt x="3029000" y="450329"/>
                  <a:pt x="3021018" y="451912"/>
                  <a:pt x="2995874" y="451912"/>
                </a:cubicBezTo>
                <a:cubicBezTo>
                  <a:pt x="2969932" y="451912"/>
                  <a:pt x="2962348" y="449933"/>
                  <a:pt x="2962348" y="429356"/>
                </a:cubicBezTo>
                <a:lnTo>
                  <a:pt x="2911262" y="429356"/>
                </a:lnTo>
                <a:cubicBezTo>
                  <a:pt x="2911262" y="494252"/>
                  <a:pt x="2945187" y="495439"/>
                  <a:pt x="2995874" y="495439"/>
                </a:cubicBezTo>
                <a:cubicBezTo>
                  <a:pt x="3083679" y="495439"/>
                  <a:pt x="3082481" y="463387"/>
                  <a:pt x="3082481" y="430544"/>
                </a:cubicBezTo>
                <a:cubicBezTo>
                  <a:pt x="3082481" y="385038"/>
                  <a:pt x="3067714" y="377915"/>
                  <a:pt x="3008645" y="373562"/>
                </a:cubicBezTo>
                <a:lnTo>
                  <a:pt x="2986694" y="371980"/>
                </a:lnTo>
                <a:cubicBezTo>
                  <a:pt x="2972326" y="370792"/>
                  <a:pt x="2964743" y="370397"/>
                  <a:pt x="2964743" y="354569"/>
                </a:cubicBezTo>
                <a:cubicBezTo>
                  <a:pt x="2964743" y="343489"/>
                  <a:pt x="2967138" y="337553"/>
                  <a:pt x="2995874" y="337553"/>
                </a:cubicBezTo>
                <a:cubicBezTo>
                  <a:pt x="3017426" y="337553"/>
                  <a:pt x="3025808" y="337553"/>
                  <a:pt x="3025808" y="357734"/>
                </a:cubicBezTo>
                <a:lnTo>
                  <a:pt x="3076894" y="357734"/>
                </a:lnTo>
                <a:lnTo>
                  <a:pt x="3076894" y="349425"/>
                </a:lnTo>
                <a:cubicBezTo>
                  <a:pt x="3076894" y="294817"/>
                  <a:pt x="3039377" y="294026"/>
                  <a:pt x="2995874" y="294026"/>
                </a:cubicBezTo>
                <a:close/>
                <a:moveTo>
                  <a:pt x="2" y="0"/>
                </a:moveTo>
                <a:lnTo>
                  <a:pt x="3938548" y="0"/>
                </a:lnTo>
                <a:lnTo>
                  <a:pt x="3938548" y="6858000"/>
                </a:lnTo>
                <a:lnTo>
                  <a:pt x="2" y="6858000"/>
                </a:lnTo>
                <a:lnTo>
                  <a:pt x="2" y="1059875"/>
                </a:lnTo>
                <a:lnTo>
                  <a:pt x="0" y="1059875"/>
                </a:lnTo>
                <a:lnTo>
                  <a:pt x="0" y="145475"/>
                </a:lnTo>
                <a:lnTo>
                  <a:pt x="2" y="145475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>
            <a:noAutofit/>
          </a:bodyPr>
          <a:lstStyle/>
          <a:p>
            <a:endParaRPr lang="nl-NL"/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192696" y="2138901"/>
            <a:ext cx="6217920" cy="3953923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4" name="Tijdelijke aanduiding voor verticale tekst 2">
            <a:extLst>
              <a:ext uri="{FF2B5EF4-FFF2-40B4-BE49-F238E27FC236}">
                <a16:creationId xmlns:a16="http://schemas.microsoft.com/office/drawing/2014/main" id="{92E62DDD-B8D2-9146-B75F-2847AA5559C5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34" name="Titel 20">
            <a:extLst>
              <a:ext uri="{FF2B5EF4-FFF2-40B4-BE49-F238E27FC236}">
                <a16:creationId xmlns:a16="http://schemas.microsoft.com/office/drawing/2014/main" id="{ED088E3F-EEAA-1546-8CA3-33DAA169EA2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2695" y="765175"/>
            <a:ext cx="6217919" cy="898498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36" name="Tijdelijke aanduiding voor tekst 28">
            <a:extLst>
              <a:ext uri="{FF2B5EF4-FFF2-40B4-BE49-F238E27FC236}">
                <a16:creationId xmlns:a16="http://schemas.microsoft.com/office/drawing/2014/main" id="{2D446AF8-49C9-6F43-8B16-F4E571F56DC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233967" y="1680501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pic>
        <p:nvPicPr>
          <p:cNvPr id="9" name="Afbeelding 8">
            <a:extLst>
              <a:ext uri="{FF2B5EF4-FFF2-40B4-BE49-F238E27FC236}">
                <a16:creationId xmlns:a16="http://schemas.microsoft.com/office/drawing/2014/main" id="{7703BA25-B57B-4C4D-A5A0-8476185A3D2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  <p:pic>
        <p:nvPicPr>
          <p:cNvPr id="10" name="Afbeelding 9">
            <a:extLst>
              <a:ext uri="{FF2B5EF4-FFF2-40B4-BE49-F238E27FC236}">
                <a16:creationId xmlns:a16="http://schemas.microsoft.com/office/drawing/2014/main" id="{F9A0B9D1-A0F6-1E4B-8E09-455CCE631637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75819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 userDrawn="1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Small +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07137" y="659958"/>
            <a:ext cx="5110038" cy="554466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/>
              <a:t>Short </a:t>
            </a:r>
            <a:r>
              <a:rPr lang="nl-NL" err="1"/>
              <a:t>Title</a:t>
            </a:r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348408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5307137" y="1899163"/>
            <a:ext cx="6118101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4" name="Tijdelijke aanduiding voor verticale tekst 2">
            <a:extLst>
              <a:ext uri="{FF2B5EF4-FFF2-40B4-BE49-F238E27FC236}">
                <a16:creationId xmlns:a16="http://schemas.microsoft.com/office/drawing/2014/main" id="{92E62DDD-B8D2-9146-B75F-2847AA5559C5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3" name="Tijdelijke aanduiding voor afbeelding 2">
            <a:extLst>
              <a:ext uri="{FF2B5EF4-FFF2-40B4-BE49-F238E27FC236}">
                <a16:creationId xmlns:a16="http://schemas.microsoft.com/office/drawing/2014/main" id="{E654E8F0-4721-AF46-A1D2-74507BB3173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766762" y="0"/>
            <a:ext cx="4242559" cy="6858000"/>
          </a:xfrm>
          <a:solidFill>
            <a:schemeClr val="bg2"/>
          </a:solidFill>
        </p:spPr>
        <p:txBody>
          <a:bodyPr anchor="ctr">
            <a:normAutofit/>
          </a:bodyPr>
          <a:lstStyle>
            <a:lvl1pPr algn="ctr">
              <a:defRPr sz="1400"/>
            </a:lvl1pPr>
          </a:lstStyle>
          <a:p>
            <a:r>
              <a:rPr lang="nl-NL"/>
              <a:t>Image</a:t>
            </a:r>
          </a:p>
        </p:txBody>
      </p:sp>
      <p:pic>
        <p:nvPicPr>
          <p:cNvPr id="9" name="Afbeelding 8">
            <a:extLst>
              <a:ext uri="{FF2B5EF4-FFF2-40B4-BE49-F238E27FC236}">
                <a16:creationId xmlns:a16="http://schemas.microsoft.com/office/drawing/2014/main" id="{D5898763-1371-9A45-B14E-F5846F76E10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  <p:pic>
        <p:nvPicPr>
          <p:cNvPr id="10" name="Afbeelding 9">
            <a:extLst>
              <a:ext uri="{FF2B5EF4-FFF2-40B4-BE49-F238E27FC236}">
                <a16:creationId xmlns:a16="http://schemas.microsoft.com/office/drawing/2014/main" id="{34046F12-6D0E-B043-B15E-C4DFD532A3E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43035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 userDrawn="1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Tijdelijke aanduiding voor afbeelding 39">
            <a:extLst>
              <a:ext uri="{FF2B5EF4-FFF2-40B4-BE49-F238E27FC236}">
                <a16:creationId xmlns:a16="http://schemas.microsoft.com/office/drawing/2014/main" id="{BC990F55-9104-9F43-914E-94C5A9085B6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814268" y="765174"/>
            <a:ext cx="5377732" cy="6092825"/>
          </a:xfrm>
          <a:custGeom>
            <a:avLst/>
            <a:gdLst>
              <a:gd name="connsiteX0" fmla="*/ 4868580 w 5377732"/>
              <a:gd name="connsiteY0" fmla="*/ 5794652 h 6092825"/>
              <a:gd name="connsiteX1" fmla="*/ 4868580 w 5377732"/>
              <a:gd name="connsiteY1" fmla="*/ 5809052 h 6092825"/>
              <a:gd name="connsiteX2" fmla="*/ 5048580 w 5377732"/>
              <a:gd name="connsiteY2" fmla="*/ 5809052 h 6092825"/>
              <a:gd name="connsiteX3" fmla="*/ 5048580 w 5377732"/>
              <a:gd name="connsiteY3" fmla="*/ 5794652 h 6092825"/>
              <a:gd name="connsiteX4" fmla="*/ 0 w 5377732"/>
              <a:gd name="connsiteY4" fmla="*/ 0 h 6092825"/>
              <a:gd name="connsiteX5" fmla="*/ 5377732 w 5377732"/>
              <a:gd name="connsiteY5" fmla="*/ 0 h 6092825"/>
              <a:gd name="connsiteX6" fmla="*/ 5377732 w 5377732"/>
              <a:gd name="connsiteY6" fmla="*/ 6092825 h 6092825"/>
              <a:gd name="connsiteX7" fmla="*/ 0 w 5377732"/>
              <a:gd name="connsiteY7" fmla="*/ 6092825 h 6092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377732" h="6092825">
                <a:moveTo>
                  <a:pt x="4868580" y="5794652"/>
                </a:moveTo>
                <a:lnTo>
                  <a:pt x="4868580" y="5809052"/>
                </a:lnTo>
                <a:lnTo>
                  <a:pt x="5048580" y="5809052"/>
                </a:lnTo>
                <a:lnTo>
                  <a:pt x="5048580" y="5794652"/>
                </a:lnTo>
                <a:close/>
                <a:moveTo>
                  <a:pt x="0" y="0"/>
                </a:moveTo>
                <a:lnTo>
                  <a:pt x="5377732" y="0"/>
                </a:lnTo>
                <a:lnTo>
                  <a:pt x="5377732" y="6092825"/>
                </a:lnTo>
                <a:lnTo>
                  <a:pt x="0" y="6092825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anchor="ctr">
            <a:noAutofit/>
          </a:bodyPr>
          <a:lstStyle>
            <a:lvl1pPr algn="ctr">
              <a:defRPr sz="1600"/>
            </a:lvl1pPr>
          </a:lstStyle>
          <a:p>
            <a:r>
              <a:rPr lang="nl-NL"/>
              <a:t>Image</a:t>
            </a:r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2696" y="765175"/>
            <a:ext cx="5327374" cy="898498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233967" y="1680501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192696" y="2600077"/>
            <a:ext cx="5327374" cy="3492747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6" name="Tijdelijke aanduiding voor verticale tekst 2">
            <a:extLst>
              <a:ext uri="{FF2B5EF4-FFF2-40B4-BE49-F238E27FC236}">
                <a16:creationId xmlns:a16="http://schemas.microsoft.com/office/drawing/2014/main" id="{59199EEF-54C4-9C4D-AB35-A3078BE2EC83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9" name="Afbeelding 8">
            <a:extLst>
              <a:ext uri="{FF2B5EF4-FFF2-40B4-BE49-F238E27FC236}">
                <a16:creationId xmlns:a16="http://schemas.microsoft.com/office/drawing/2014/main" id="{689809D9-62E2-5E45-9644-37EC0C6F10C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  <p:pic>
        <p:nvPicPr>
          <p:cNvPr id="10" name="Afbeelding 9">
            <a:extLst>
              <a:ext uri="{FF2B5EF4-FFF2-40B4-BE49-F238E27FC236}">
                <a16:creationId xmlns:a16="http://schemas.microsoft.com/office/drawing/2014/main" id="{689096A8-6377-8242-8D43-4624A316D95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76537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 userDrawn="1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+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4" name="Tijdelijke aanduiding voor verticale tekst 2">
            <a:extLst>
              <a:ext uri="{FF2B5EF4-FFF2-40B4-BE49-F238E27FC236}">
                <a16:creationId xmlns:a16="http://schemas.microsoft.com/office/drawing/2014/main" id="{92E62DDD-B8D2-9146-B75F-2847AA5559C5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3" name="Tijdelijke aanduiding voor afbeelding 2">
            <a:extLst>
              <a:ext uri="{FF2B5EF4-FFF2-40B4-BE49-F238E27FC236}">
                <a16:creationId xmlns:a16="http://schemas.microsoft.com/office/drawing/2014/main" id="{E654E8F0-4721-AF46-A1D2-74507BB3173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766762" y="0"/>
            <a:ext cx="5327374" cy="6858000"/>
          </a:xfrm>
          <a:solidFill>
            <a:schemeClr val="bg2"/>
          </a:solidFill>
        </p:spPr>
        <p:txBody>
          <a:bodyPr anchor="ctr">
            <a:normAutofit/>
          </a:bodyPr>
          <a:lstStyle>
            <a:lvl1pPr algn="ctr">
              <a:defRPr sz="1400"/>
            </a:lvl1pPr>
          </a:lstStyle>
          <a:p>
            <a:r>
              <a:rPr lang="nl-NL"/>
              <a:t>Image</a:t>
            </a:r>
          </a:p>
        </p:txBody>
      </p:sp>
      <p:sp>
        <p:nvSpPr>
          <p:cNvPr id="9" name="Titel 20">
            <a:extLst>
              <a:ext uri="{FF2B5EF4-FFF2-40B4-BE49-F238E27FC236}">
                <a16:creationId xmlns:a16="http://schemas.microsoft.com/office/drawing/2014/main" id="{BA459634-E583-8745-87F5-A3DE4C6C7B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481482" y="765175"/>
            <a:ext cx="4943756" cy="898498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10" name="Tijdelijke aanduiding voor tekst 28">
            <a:extLst>
              <a:ext uri="{FF2B5EF4-FFF2-40B4-BE49-F238E27FC236}">
                <a16:creationId xmlns:a16="http://schemas.microsoft.com/office/drawing/2014/main" id="{4898E21C-F259-AC4F-B970-E35A49B8DA2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81482" y="1680501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11" name="Tijdelijke aanduiding voor tekst 30">
            <a:extLst>
              <a:ext uri="{FF2B5EF4-FFF2-40B4-BE49-F238E27FC236}">
                <a16:creationId xmlns:a16="http://schemas.microsoft.com/office/drawing/2014/main" id="{C1AF83A9-920A-404C-95EC-EE8943AD665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481482" y="2600077"/>
            <a:ext cx="4943755" cy="3492747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pic>
        <p:nvPicPr>
          <p:cNvPr id="12" name="Afbeelding 11">
            <a:extLst>
              <a:ext uri="{FF2B5EF4-FFF2-40B4-BE49-F238E27FC236}">
                <a16:creationId xmlns:a16="http://schemas.microsoft.com/office/drawing/2014/main" id="{76EDEEB7-7613-2446-B69C-F276D8E4396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  <p:pic>
        <p:nvPicPr>
          <p:cNvPr id="13" name="Afbeelding 12">
            <a:extLst>
              <a:ext uri="{FF2B5EF4-FFF2-40B4-BE49-F238E27FC236}">
                <a16:creationId xmlns:a16="http://schemas.microsoft.com/office/drawing/2014/main" id="{06783526-7062-9042-93CB-BE15BCEDA03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995388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 userDrawn="1">
          <p15:clr>
            <a:srgbClr val="FBAE40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7B887ED9-AE91-2C43-ADFA-9F26AB6E413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787176" y="765174"/>
            <a:ext cx="11404824" cy="6092825"/>
          </a:xfrm>
          <a:custGeom>
            <a:avLst/>
            <a:gdLst>
              <a:gd name="connsiteX0" fmla="*/ 10895672 w 11404824"/>
              <a:gd name="connsiteY0" fmla="*/ 5794652 h 6092825"/>
              <a:gd name="connsiteX1" fmla="*/ 10895672 w 11404824"/>
              <a:gd name="connsiteY1" fmla="*/ 5809052 h 6092825"/>
              <a:gd name="connsiteX2" fmla="*/ 11075672 w 11404824"/>
              <a:gd name="connsiteY2" fmla="*/ 5809052 h 6092825"/>
              <a:gd name="connsiteX3" fmla="*/ 11075672 w 11404824"/>
              <a:gd name="connsiteY3" fmla="*/ 5794652 h 6092825"/>
              <a:gd name="connsiteX4" fmla="*/ 0 w 11404824"/>
              <a:gd name="connsiteY4" fmla="*/ 0 h 6092825"/>
              <a:gd name="connsiteX5" fmla="*/ 6027092 w 11404824"/>
              <a:gd name="connsiteY5" fmla="*/ 0 h 6092825"/>
              <a:gd name="connsiteX6" fmla="*/ 11404824 w 11404824"/>
              <a:gd name="connsiteY6" fmla="*/ 0 h 6092825"/>
              <a:gd name="connsiteX7" fmla="*/ 11404824 w 11404824"/>
              <a:gd name="connsiteY7" fmla="*/ 6092825 h 6092825"/>
              <a:gd name="connsiteX8" fmla="*/ 6027092 w 11404824"/>
              <a:gd name="connsiteY8" fmla="*/ 6092825 h 6092825"/>
              <a:gd name="connsiteX9" fmla="*/ 6027092 w 11404824"/>
              <a:gd name="connsiteY9" fmla="*/ 6092823 h 6092825"/>
              <a:gd name="connsiteX10" fmla="*/ 0 w 11404824"/>
              <a:gd name="connsiteY10" fmla="*/ 6092823 h 6092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04824" h="6092825">
                <a:moveTo>
                  <a:pt x="10895672" y="5794652"/>
                </a:moveTo>
                <a:lnTo>
                  <a:pt x="10895672" y="5809052"/>
                </a:lnTo>
                <a:lnTo>
                  <a:pt x="11075672" y="5809052"/>
                </a:lnTo>
                <a:lnTo>
                  <a:pt x="11075672" y="5794652"/>
                </a:lnTo>
                <a:close/>
                <a:moveTo>
                  <a:pt x="0" y="0"/>
                </a:moveTo>
                <a:lnTo>
                  <a:pt x="6027092" y="0"/>
                </a:lnTo>
                <a:lnTo>
                  <a:pt x="11404824" y="0"/>
                </a:lnTo>
                <a:lnTo>
                  <a:pt x="11404824" y="6092825"/>
                </a:lnTo>
                <a:lnTo>
                  <a:pt x="6027092" y="6092825"/>
                </a:lnTo>
                <a:lnTo>
                  <a:pt x="6027092" y="6092823"/>
                </a:lnTo>
                <a:lnTo>
                  <a:pt x="0" y="6092823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anchor="ctr">
            <a:noAutofit/>
          </a:bodyPr>
          <a:lstStyle>
            <a:lvl1pPr algn="ctr">
              <a:defRPr sz="1600"/>
            </a:lvl1pPr>
          </a:lstStyle>
          <a:p>
            <a:r>
              <a:rPr lang="nl-NL"/>
              <a:t>Image</a:t>
            </a:r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verticale tekst 2">
            <a:extLst>
              <a:ext uri="{FF2B5EF4-FFF2-40B4-BE49-F238E27FC236}">
                <a16:creationId xmlns:a16="http://schemas.microsoft.com/office/drawing/2014/main" id="{41085B1E-B417-454E-BE30-62203F9634DD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2914901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INFORMATION ABOUT THIS PICTURE</a:t>
            </a:r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96FA1363-E446-A149-B7FC-60BDF090EEF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50964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 userDrawn="1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4" name="Tijdelijke aanduiding voor grafiek 3">
            <a:extLst>
              <a:ext uri="{FF2B5EF4-FFF2-40B4-BE49-F238E27FC236}">
                <a16:creationId xmlns:a16="http://schemas.microsoft.com/office/drawing/2014/main" id="{C341B85F-397D-D044-A957-6043BC6E0F69}"/>
              </a:ext>
            </a:extLst>
          </p:cNvPr>
          <p:cNvSpPr>
            <a:spLocks noGrp="1"/>
          </p:cNvSpPr>
          <p:nvPr>
            <p:ph type="chart" sz="quarter" idx="18"/>
          </p:nvPr>
        </p:nvSpPr>
        <p:spPr>
          <a:xfrm>
            <a:off x="1486894" y="1899161"/>
            <a:ext cx="9938344" cy="4193661"/>
          </a:xfrm>
        </p:spPr>
        <p:txBody>
          <a:bodyPr/>
          <a:lstStyle/>
          <a:p>
            <a:endParaRPr lang="nl-NL"/>
          </a:p>
        </p:txBody>
      </p:sp>
      <p:pic>
        <p:nvPicPr>
          <p:cNvPr id="2" name="Afbeelding 1">
            <a:extLst>
              <a:ext uri="{FF2B5EF4-FFF2-40B4-BE49-F238E27FC236}">
                <a16:creationId xmlns:a16="http://schemas.microsoft.com/office/drawing/2014/main" id="{FD7BC198-57EF-A747-B406-5E21B49EE66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2000" y="0"/>
            <a:ext cx="3594100" cy="5334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5534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899163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4" name="Tijdelijke aanduiding voor grafiek 3">
            <a:extLst>
              <a:ext uri="{FF2B5EF4-FFF2-40B4-BE49-F238E27FC236}">
                <a16:creationId xmlns:a16="http://schemas.microsoft.com/office/drawing/2014/main" id="{C341B85F-397D-D044-A957-6043BC6E0F69}"/>
              </a:ext>
            </a:extLst>
          </p:cNvPr>
          <p:cNvSpPr>
            <a:spLocks noGrp="1"/>
          </p:cNvSpPr>
          <p:nvPr>
            <p:ph type="chart" sz="quarter" idx="18"/>
          </p:nvPr>
        </p:nvSpPr>
        <p:spPr>
          <a:xfrm>
            <a:off x="6490015" y="1899161"/>
            <a:ext cx="4935223" cy="4193661"/>
          </a:xfrm>
        </p:spPr>
        <p:txBody>
          <a:bodyPr/>
          <a:lstStyle/>
          <a:p>
            <a:endParaRPr lang="nl-NL"/>
          </a:p>
        </p:txBody>
      </p:sp>
      <p:pic>
        <p:nvPicPr>
          <p:cNvPr id="9" name="Afbeelding 8">
            <a:extLst>
              <a:ext uri="{FF2B5EF4-FFF2-40B4-BE49-F238E27FC236}">
                <a16:creationId xmlns:a16="http://schemas.microsoft.com/office/drawing/2014/main" id="{0F0FAFDC-68E1-1346-8AD2-E56E419C85E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2000" y="0"/>
            <a:ext cx="3594100" cy="5334000"/>
          </a:xfrm>
          <a:prstGeom prst="rect">
            <a:avLst/>
          </a:prstGeom>
        </p:spPr>
      </p:pic>
      <p:pic>
        <p:nvPicPr>
          <p:cNvPr id="10" name="Afbeelding 9">
            <a:extLst>
              <a:ext uri="{FF2B5EF4-FFF2-40B4-BE49-F238E27FC236}">
                <a16:creationId xmlns:a16="http://schemas.microsoft.com/office/drawing/2014/main" id="{81F470A7-5D25-F24E-8A40-B4AB9F7D295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20969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+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490014" y="1899160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4" name="Tijdelijke aanduiding voor grafiek 3">
            <a:extLst>
              <a:ext uri="{FF2B5EF4-FFF2-40B4-BE49-F238E27FC236}">
                <a16:creationId xmlns:a16="http://schemas.microsoft.com/office/drawing/2014/main" id="{C341B85F-397D-D044-A957-6043BC6E0F69}"/>
              </a:ext>
            </a:extLst>
          </p:cNvPr>
          <p:cNvSpPr>
            <a:spLocks noGrp="1"/>
          </p:cNvSpPr>
          <p:nvPr>
            <p:ph type="chart" sz="quarter" idx="18"/>
          </p:nvPr>
        </p:nvSpPr>
        <p:spPr>
          <a:xfrm>
            <a:off x="1486894" y="1899161"/>
            <a:ext cx="4935223" cy="4193661"/>
          </a:xfrm>
        </p:spPr>
        <p:txBody>
          <a:bodyPr/>
          <a:lstStyle/>
          <a:p>
            <a:endParaRPr lang="nl-NL"/>
          </a:p>
        </p:txBody>
      </p:sp>
      <p:pic>
        <p:nvPicPr>
          <p:cNvPr id="9" name="Afbeelding 8">
            <a:extLst>
              <a:ext uri="{FF2B5EF4-FFF2-40B4-BE49-F238E27FC236}">
                <a16:creationId xmlns:a16="http://schemas.microsoft.com/office/drawing/2014/main" id="{BA092BE7-26DF-E14D-9F4D-4E589F99875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2000" y="0"/>
            <a:ext cx="3594100" cy="5334000"/>
          </a:xfrm>
          <a:prstGeom prst="rect">
            <a:avLst/>
          </a:prstGeom>
        </p:spPr>
      </p:pic>
      <p:pic>
        <p:nvPicPr>
          <p:cNvPr id="10" name="Afbeelding 9">
            <a:extLst>
              <a:ext uri="{FF2B5EF4-FFF2-40B4-BE49-F238E27FC236}">
                <a16:creationId xmlns:a16="http://schemas.microsoft.com/office/drawing/2014/main" id="{1546CB84-A9D0-2644-B716-F0E2E7DA0357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67956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5" name="Tijdelijke aanduiding voor tabel 4">
            <a:extLst>
              <a:ext uri="{FF2B5EF4-FFF2-40B4-BE49-F238E27FC236}">
                <a16:creationId xmlns:a16="http://schemas.microsoft.com/office/drawing/2014/main" id="{D171D123-BA76-E642-9701-A2838B383549}"/>
              </a:ext>
            </a:extLst>
          </p:cNvPr>
          <p:cNvSpPr>
            <a:spLocks noGrp="1"/>
          </p:cNvSpPr>
          <p:nvPr>
            <p:ph type="tbl" sz="quarter" idx="19"/>
          </p:nvPr>
        </p:nvSpPr>
        <p:spPr>
          <a:xfrm>
            <a:off x="1486893" y="1899161"/>
            <a:ext cx="9938345" cy="4193664"/>
          </a:xfrm>
        </p:spPr>
        <p:txBody>
          <a:bodyPr/>
          <a:lstStyle/>
          <a:p>
            <a:endParaRPr lang="nl-NL"/>
          </a:p>
        </p:txBody>
      </p:sp>
      <p:pic>
        <p:nvPicPr>
          <p:cNvPr id="2" name="Afbeelding 1">
            <a:extLst>
              <a:ext uri="{FF2B5EF4-FFF2-40B4-BE49-F238E27FC236}">
                <a16:creationId xmlns:a16="http://schemas.microsoft.com/office/drawing/2014/main" id="{626E4BE9-9CF2-6645-9B28-E6D88DF6E06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2000" y="-1"/>
            <a:ext cx="3594100" cy="340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03851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899163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9" name="Tijdelijke aanduiding voor tabel 4">
            <a:extLst>
              <a:ext uri="{FF2B5EF4-FFF2-40B4-BE49-F238E27FC236}">
                <a16:creationId xmlns:a16="http://schemas.microsoft.com/office/drawing/2014/main" id="{CD2133CB-459E-AF45-8ABB-E0A6580DD588}"/>
              </a:ext>
            </a:extLst>
          </p:cNvPr>
          <p:cNvSpPr>
            <a:spLocks noGrp="1"/>
          </p:cNvSpPr>
          <p:nvPr>
            <p:ph type="tbl" sz="quarter" idx="19"/>
          </p:nvPr>
        </p:nvSpPr>
        <p:spPr>
          <a:xfrm>
            <a:off x="6490014" y="1899161"/>
            <a:ext cx="4935224" cy="4193664"/>
          </a:xfrm>
        </p:spPr>
        <p:txBody>
          <a:bodyPr/>
          <a:lstStyle/>
          <a:p>
            <a:endParaRPr lang="nl-NL"/>
          </a:p>
        </p:txBody>
      </p:sp>
      <p:pic>
        <p:nvPicPr>
          <p:cNvPr id="10" name="Afbeelding 9">
            <a:extLst>
              <a:ext uri="{FF2B5EF4-FFF2-40B4-BE49-F238E27FC236}">
                <a16:creationId xmlns:a16="http://schemas.microsoft.com/office/drawing/2014/main" id="{163CE264-D753-2A40-B4B3-6A1EB1CD347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2000" y="-1"/>
            <a:ext cx="3594100" cy="3403600"/>
          </a:xfrm>
          <a:prstGeom prst="rect">
            <a:avLst/>
          </a:prstGeom>
        </p:spPr>
      </p:pic>
      <p:pic>
        <p:nvPicPr>
          <p:cNvPr id="11" name="Afbeelding 10">
            <a:extLst>
              <a:ext uri="{FF2B5EF4-FFF2-40B4-BE49-F238E27FC236}">
                <a16:creationId xmlns:a16="http://schemas.microsoft.com/office/drawing/2014/main" id="{BE3CB9A5-BFF7-5148-AABE-E728B80FD2CB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70562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 +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490014" y="1899160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9" name="Tijdelijke aanduiding voor tabel 4">
            <a:extLst>
              <a:ext uri="{FF2B5EF4-FFF2-40B4-BE49-F238E27FC236}">
                <a16:creationId xmlns:a16="http://schemas.microsoft.com/office/drawing/2014/main" id="{51802AB4-F685-C243-9557-F4E9E40593C2}"/>
              </a:ext>
            </a:extLst>
          </p:cNvPr>
          <p:cNvSpPr>
            <a:spLocks noGrp="1"/>
          </p:cNvSpPr>
          <p:nvPr>
            <p:ph type="tbl" sz="quarter" idx="19"/>
          </p:nvPr>
        </p:nvSpPr>
        <p:spPr>
          <a:xfrm>
            <a:off x="1486894" y="1899157"/>
            <a:ext cx="4935224" cy="4193664"/>
          </a:xfrm>
        </p:spPr>
        <p:txBody>
          <a:bodyPr/>
          <a:lstStyle/>
          <a:p>
            <a:endParaRPr lang="nl-NL"/>
          </a:p>
        </p:txBody>
      </p:sp>
      <p:pic>
        <p:nvPicPr>
          <p:cNvPr id="10" name="Afbeelding 9">
            <a:extLst>
              <a:ext uri="{FF2B5EF4-FFF2-40B4-BE49-F238E27FC236}">
                <a16:creationId xmlns:a16="http://schemas.microsoft.com/office/drawing/2014/main" id="{3E8D556B-CE09-6247-BF45-CDC107B07CB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2000" y="-1"/>
            <a:ext cx="3594100" cy="3403600"/>
          </a:xfrm>
          <a:prstGeom prst="rect">
            <a:avLst/>
          </a:prstGeom>
        </p:spPr>
      </p:pic>
      <p:pic>
        <p:nvPicPr>
          <p:cNvPr id="11" name="Afbeelding 10">
            <a:extLst>
              <a:ext uri="{FF2B5EF4-FFF2-40B4-BE49-F238E27FC236}">
                <a16:creationId xmlns:a16="http://schemas.microsoft.com/office/drawing/2014/main" id="{46D4A114-1153-3244-A4B2-407FF150FB4B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70897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AA50BDFE-7BB3-4E4A-89FF-7CF201DCEAFA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anchor="ctr"/>
          <a:lstStyle>
            <a:lvl1pPr algn="ctr">
              <a:defRPr/>
            </a:lvl1pPr>
          </a:lstStyle>
          <a:p>
            <a:r>
              <a:rPr lang="nl-NL"/>
              <a:t>Video</a:t>
            </a:r>
          </a:p>
        </p:txBody>
      </p:sp>
      <p:pic>
        <p:nvPicPr>
          <p:cNvPr id="4" name="Afbeelding 3">
            <a:extLst>
              <a:ext uri="{FF2B5EF4-FFF2-40B4-BE49-F238E27FC236}">
                <a16:creationId xmlns:a16="http://schemas.microsoft.com/office/drawing/2014/main" id="{2A46218E-CCC4-0141-B5E6-BE2DBC732A1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2" name="Afbeelding 1">
            <a:extLst>
              <a:ext uri="{FF2B5EF4-FFF2-40B4-BE49-F238E27FC236}">
                <a16:creationId xmlns:a16="http://schemas.microsoft.com/office/drawing/2014/main" id="{10B93854-DEFB-3A41-B4BC-F8B886F6E48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92000" y="0"/>
            <a:ext cx="3632200" cy="5930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3098898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erson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87179" y="3483722"/>
            <a:ext cx="5327374" cy="1960624"/>
          </a:xfrm>
        </p:spPr>
        <p:txBody>
          <a:bodyPr anchor="b">
            <a:noAutofit/>
          </a:bodyPr>
          <a:lstStyle>
            <a:lvl1pPr>
              <a:defRPr sz="4000"/>
            </a:lvl1pPr>
          </a:lstStyle>
          <a:p>
            <a:r>
              <a:rPr lang="nl-NL"/>
              <a:t>Name</a:t>
            </a:r>
            <a:br>
              <a:rPr lang="nl-NL"/>
            </a:br>
            <a:r>
              <a:rPr lang="nl-NL" err="1"/>
              <a:t>Surname</a:t>
            </a:r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87179" y="5464923"/>
            <a:ext cx="1210155" cy="30295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4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FUNCTION</a:t>
            </a:r>
          </a:p>
        </p:txBody>
      </p:sp>
      <p:sp>
        <p:nvSpPr>
          <p:cNvPr id="23" name="Tijdelijke aanduiding voor afbeelding 22">
            <a:extLst>
              <a:ext uri="{FF2B5EF4-FFF2-40B4-BE49-F238E27FC236}">
                <a16:creationId xmlns:a16="http://schemas.microsoft.com/office/drawing/2014/main" id="{281498C6-427B-4C42-93AF-E18BFC7F7B38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096000" y="765174"/>
            <a:ext cx="6096000" cy="6092825"/>
          </a:xfrm>
          <a:custGeom>
            <a:avLst/>
            <a:gdLst>
              <a:gd name="connsiteX0" fmla="*/ 5586848 w 6096000"/>
              <a:gd name="connsiteY0" fmla="*/ 5794652 h 6092825"/>
              <a:gd name="connsiteX1" fmla="*/ 5586848 w 6096000"/>
              <a:gd name="connsiteY1" fmla="*/ 5809052 h 6092825"/>
              <a:gd name="connsiteX2" fmla="*/ 5766848 w 6096000"/>
              <a:gd name="connsiteY2" fmla="*/ 5809052 h 6092825"/>
              <a:gd name="connsiteX3" fmla="*/ 5766848 w 6096000"/>
              <a:gd name="connsiteY3" fmla="*/ 5794652 h 6092825"/>
              <a:gd name="connsiteX4" fmla="*/ 718268 w 6096000"/>
              <a:gd name="connsiteY4" fmla="*/ 0 h 6092825"/>
              <a:gd name="connsiteX5" fmla="*/ 6096000 w 6096000"/>
              <a:gd name="connsiteY5" fmla="*/ 0 h 6092825"/>
              <a:gd name="connsiteX6" fmla="*/ 6096000 w 6096000"/>
              <a:gd name="connsiteY6" fmla="*/ 6092825 h 6092825"/>
              <a:gd name="connsiteX7" fmla="*/ 718268 w 6096000"/>
              <a:gd name="connsiteY7" fmla="*/ 6092825 h 6092825"/>
              <a:gd name="connsiteX8" fmla="*/ 0 w 6096000"/>
              <a:gd name="connsiteY8" fmla="*/ 6092825 h 6092825"/>
              <a:gd name="connsiteX9" fmla="*/ 0 w 6096000"/>
              <a:gd name="connsiteY9" fmla="*/ 1 h 6092825"/>
              <a:gd name="connsiteX10" fmla="*/ 718268 w 6096000"/>
              <a:gd name="connsiteY10" fmla="*/ 1 h 6092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096000" h="6092825">
                <a:moveTo>
                  <a:pt x="5586848" y="5794652"/>
                </a:moveTo>
                <a:lnTo>
                  <a:pt x="5586848" y="5809052"/>
                </a:lnTo>
                <a:lnTo>
                  <a:pt x="5766848" y="5809052"/>
                </a:lnTo>
                <a:lnTo>
                  <a:pt x="5766848" y="5794652"/>
                </a:lnTo>
                <a:close/>
                <a:moveTo>
                  <a:pt x="718268" y="0"/>
                </a:moveTo>
                <a:lnTo>
                  <a:pt x="6096000" y="0"/>
                </a:lnTo>
                <a:lnTo>
                  <a:pt x="6096000" y="6092825"/>
                </a:lnTo>
                <a:lnTo>
                  <a:pt x="718268" y="6092825"/>
                </a:lnTo>
                <a:lnTo>
                  <a:pt x="0" y="6092825"/>
                </a:lnTo>
                <a:lnTo>
                  <a:pt x="0" y="1"/>
                </a:lnTo>
                <a:lnTo>
                  <a:pt x="718268" y="1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>
            <a:noAutofit/>
          </a:bodyPr>
          <a:lstStyle/>
          <a:p>
            <a:endParaRPr lang="nl-NL"/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5" name="Tijdelijke aanduiding voor tekst 4">
            <a:extLst>
              <a:ext uri="{FF2B5EF4-FFF2-40B4-BE49-F238E27FC236}">
                <a16:creationId xmlns:a16="http://schemas.microsoft.com/office/drawing/2014/main" id="{84AB24C3-3479-794B-AF90-374E59B15A8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612996" y="2697170"/>
            <a:ext cx="537327" cy="338554"/>
          </a:xfrm>
        </p:spPr>
        <p:txBody>
          <a:bodyPr wrap="none">
            <a:spAutoFit/>
          </a:bodyPr>
          <a:lstStyle>
            <a:lvl1pPr>
              <a:defRPr sz="1600"/>
            </a:lvl1pPr>
          </a:lstStyle>
          <a:p>
            <a:pPr lvl="0"/>
            <a:r>
              <a:rPr lang="nl-NL"/>
              <a:t>mail</a:t>
            </a:r>
          </a:p>
        </p:txBody>
      </p:sp>
      <p:sp>
        <p:nvSpPr>
          <p:cNvPr id="14" name="Tijdelijke aanduiding voor tekst 4">
            <a:extLst>
              <a:ext uri="{FF2B5EF4-FFF2-40B4-BE49-F238E27FC236}">
                <a16:creationId xmlns:a16="http://schemas.microsoft.com/office/drawing/2014/main" id="{E4984B1B-0716-5748-9E9C-8FFB3F6DC53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612996" y="3035724"/>
            <a:ext cx="740908" cy="338554"/>
          </a:xfrm>
        </p:spPr>
        <p:txBody>
          <a:bodyPr wrap="none">
            <a:spAutoFit/>
          </a:bodyPr>
          <a:lstStyle>
            <a:lvl1pPr>
              <a:defRPr sz="1600"/>
            </a:lvl1pPr>
          </a:lstStyle>
          <a:p>
            <a:pPr lvl="0"/>
            <a:r>
              <a:rPr lang="nl-NL" err="1"/>
              <a:t>phone</a:t>
            </a:r>
            <a:endParaRPr lang="nl-NL"/>
          </a:p>
        </p:txBody>
      </p:sp>
      <p:cxnSp>
        <p:nvCxnSpPr>
          <p:cNvPr id="7" name="Rechte verbindingslijn met pijl 6">
            <a:extLst>
              <a:ext uri="{FF2B5EF4-FFF2-40B4-BE49-F238E27FC236}">
                <a16:creationId xmlns:a16="http://schemas.microsoft.com/office/drawing/2014/main" id="{B2A513F7-D3CA-E64E-BA08-463F1B516D45}"/>
              </a:ext>
            </a:extLst>
          </p:cNvPr>
          <p:cNvCxnSpPr/>
          <p:nvPr userDrawn="1"/>
        </p:nvCxnSpPr>
        <p:spPr>
          <a:xfrm>
            <a:off x="1868556" y="2866447"/>
            <a:ext cx="623096" cy="0"/>
          </a:xfrm>
          <a:prstGeom prst="straightConnector1">
            <a:avLst/>
          </a:prstGeom>
          <a:ln>
            <a:solidFill>
              <a:schemeClr val="tx1"/>
            </a:solidFill>
            <a:tailEnd type="arrow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Rechte verbindingslijn met pijl 16">
            <a:extLst>
              <a:ext uri="{FF2B5EF4-FFF2-40B4-BE49-F238E27FC236}">
                <a16:creationId xmlns:a16="http://schemas.microsoft.com/office/drawing/2014/main" id="{FBF1A944-B69E-194E-B830-2D44F10D0B6C}"/>
              </a:ext>
            </a:extLst>
          </p:cNvPr>
          <p:cNvCxnSpPr/>
          <p:nvPr userDrawn="1"/>
        </p:nvCxnSpPr>
        <p:spPr>
          <a:xfrm>
            <a:off x="1868556" y="3205001"/>
            <a:ext cx="623096" cy="0"/>
          </a:xfrm>
          <a:prstGeom prst="straightConnector1">
            <a:avLst/>
          </a:prstGeom>
          <a:ln>
            <a:solidFill>
              <a:schemeClr val="tx1"/>
            </a:solidFill>
            <a:tailEnd type="arrow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Afbeelding 9">
            <a:extLst>
              <a:ext uri="{FF2B5EF4-FFF2-40B4-BE49-F238E27FC236}">
                <a16:creationId xmlns:a16="http://schemas.microsoft.com/office/drawing/2014/main" id="{AD23495F-AB0F-4F4D-B07B-D6AB8CBB003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20458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 userDrawn="1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83496" y="4826442"/>
            <a:ext cx="4741742" cy="617903"/>
          </a:xfrm>
        </p:spPr>
        <p:txBody>
          <a:bodyPr anchor="b">
            <a:normAutofit/>
          </a:bodyPr>
          <a:lstStyle>
            <a:lvl1pPr algn="r">
              <a:defRPr sz="2800"/>
            </a:lvl1pPr>
          </a:lstStyle>
          <a:p>
            <a:r>
              <a:rPr lang="nl-NL"/>
              <a:t>Name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353717" y="5486563"/>
            <a:ext cx="1071521" cy="25967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 algn="r">
              <a:defRPr sz="12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FUNCTION</a:t>
            </a:r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5" name="Tijdelijke aanduiding voor tekst 4">
            <a:extLst>
              <a:ext uri="{FF2B5EF4-FFF2-40B4-BE49-F238E27FC236}">
                <a16:creationId xmlns:a16="http://schemas.microsoft.com/office/drawing/2014/main" id="{84AB24C3-3479-794B-AF90-374E59B15A8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683496" y="1413655"/>
            <a:ext cx="4741742" cy="3187851"/>
          </a:xfrm>
        </p:spPr>
        <p:txBody>
          <a:bodyPr wrap="square" anchor="ctr">
            <a:normAutofit/>
          </a:bodyPr>
          <a:lstStyle>
            <a:lvl1pPr>
              <a:defRPr sz="3200" b="1" i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“quote”</a:t>
            </a:r>
          </a:p>
        </p:txBody>
      </p:sp>
      <p:sp>
        <p:nvSpPr>
          <p:cNvPr id="3" name="Tijdelijke aanduiding voor afbeelding 2">
            <a:extLst>
              <a:ext uri="{FF2B5EF4-FFF2-40B4-BE49-F238E27FC236}">
                <a16:creationId xmlns:a16="http://schemas.microsoft.com/office/drawing/2014/main" id="{DEDAA0A9-8955-F147-8A71-0BEDFF4FAF2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6096000" cy="6858000"/>
          </a:xfrm>
          <a:solidFill>
            <a:schemeClr val="bg2"/>
          </a:solidFill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r>
              <a:rPr lang="nl-NL"/>
              <a:t>Image </a:t>
            </a:r>
            <a:r>
              <a:rPr lang="nl-NL" err="1"/>
              <a:t>about</a:t>
            </a:r>
            <a:r>
              <a:rPr lang="nl-NL"/>
              <a:t> </a:t>
            </a:r>
            <a:r>
              <a:rPr lang="nl-NL" err="1"/>
              <a:t>the</a:t>
            </a:r>
            <a:r>
              <a:rPr lang="nl-NL"/>
              <a:t> quote</a:t>
            </a:r>
            <a:br>
              <a:rPr lang="nl-NL"/>
            </a:br>
            <a:r>
              <a:rPr lang="nl-NL"/>
              <a:t>Image of </a:t>
            </a:r>
            <a:r>
              <a:rPr lang="nl-NL" err="1"/>
              <a:t>the</a:t>
            </a:r>
            <a:r>
              <a:rPr lang="nl-NL"/>
              <a:t> person of </a:t>
            </a:r>
            <a:r>
              <a:rPr lang="nl-NL" err="1"/>
              <a:t>the</a:t>
            </a:r>
            <a:r>
              <a:rPr lang="nl-NL"/>
              <a:t> quote</a:t>
            </a:r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9B738DC4-DCC9-8141-B91D-E9DFB78C920B}"/>
              </a:ext>
            </a:extLst>
          </p:cNvPr>
          <p:cNvSpPr>
            <a:spLocks/>
          </p:cNvSpPr>
          <p:nvPr userDrawn="1"/>
        </p:nvSpPr>
        <p:spPr>
          <a:xfrm>
            <a:off x="11682848" y="6559826"/>
            <a:ext cx="180000" cy="14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Vrije vorm 11">
            <a:extLst>
              <a:ext uri="{FF2B5EF4-FFF2-40B4-BE49-F238E27FC236}">
                <a16:creationId xmlns:a16="http://schemas.microsoft.com/office/drawing/2014/main" id="{E3C44069-9C58-514D-A2EE-408A2EEBBD37}"/>
              </a:ext>
            </a:extLst>
          </p:cNvPr>
          <p:cNvSpPr>
            <a:spLocks noChangeAspect="1"/>
          </p:cNvSpPr>
          <p:nvPr/>
        </p:nvSpPr>
        <p:spPr>
          <a:xfrm>
            <a:off x="6683496" y="491068"/>
            <a:ext cx="688049" cy="540000"/>
          </a:xfrm>
          <a:custGeom>
            <a:avLst/>
            <a:gdLst>
              <a:gd name="connsiteX0" fmla="*/ 13898 w 58449"/>
              <a:gd name="connsiteY0" fmla="*/ 23218 h 45873"/>
              <a:gd name="connsiteX1" fmla="*/ 24560 w 58449"/>
              <a:gd name="connsiteY1" fmla="*/ 23218 h 45873"/>
              <a:gd name="connsiteX2" fmla="*/ 22656 w 58449"/>
              <a:gd name="connsiteY2" fmla="*/ 45874 h 45873"/>
              <a:gd name="connsiteX3" fmla="*/ 0 w 58449"/>
              <a:gd name="connsiteY3" fmla="*/ 45874 h 45873"/>
              <a:gd name="connsiteX4" fmla="*/ 1333 w 58449"/>
              <a:gd name="connsiteY4" fmla="*/ 30462 h 45873"/>
              <a:gd name="connsiteX5" fmla="*/ 5521 w 58449"/>
              <a:gd name="connsiteY5" fmla="*/ 14374 h 45873"/>
              <a:gd name="connsiteX6" fmla="*/ 16754 w 58449"/>
              <a:gd name="connsiteY6" fmla="*/ 0 h 45873"/>
              <a:gd name="connsiteX7" fmla="*/ 24560 w 58449"/>
              <a:gd name="connsiteY7" fmla="*/ 6473 h 45873"/>
              <a:gd name="connsiteX8" fmla="*/ 13898 w 58449"/>
              <a:gd name="connsiteY8" fmla="*/ 23218 h 45873"/>
              <a:gd name="connsiteX9" fmla="*/ 47787 w 58449"/>
              <a:gd name="connsiteY9" fmla="*/ 23218 h 45873"/>
              <a:gd name="connsiteX10" fmla="*/ 58449 w 58449"/>
              <a:gd name="connsiteY10" fmla="*/ 23218 h 45873"/>
              <a:gd name="connsiteX11" fmla="*/ 56545 w 58449"/>
              <a:gd name="connsiteY11" fmla="*/ 45874 h 45873"/>
              <a:gd name="connsiteX12" fmla="*/ 33889 w 58449"/>
              <a:gd name="connsiteY12" fmla="*/ 45874 h 45873"/>
              <a:gd name="connsiteX13" fmla="*/ 35222 w 58449"/>
              <a:gd name="connsiteY13" fmla="*/ 30462 h 45873"/>
              <a:gd name="connsiteX14" fmla="*/ 39410 w 58449"/>
              <a:gd name="connsiteY14" fmla="*/ 14374 h 45873"/>
              <a:gd name="connsiteX15" fmla="*/ 50643 w 58449"/>
              <a:gd name="connsiteY15" fmla="*/ 0 h 45873"/>
              <a:gd name="connsiteX16" fmla="*/ 58449 w 58449"/>
              <a:gd name="connsiteY16" fmla="*/ 6473 h 45873"/>
              <a:gd name="connsiteX17" fmla="*/ 47787 w 58449"/>
              <a:gd name="connsiteY17" fmla="*/ 23218 h 4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8449" h="45873">
                <a:moveTo>
                  <a:pt x="13898" y="23218"/>
                </a:moveTo>
                <a:lnTo>
                  <a:pt x="24560" y="23218"/>
                </a:lnTo>
                <a:lnTo>
                  <a:pt x="22656" y="45874"/>
                </a:lnTo>
                <a:lnTo>
                  <a:pt x="0" y="45874"/>
                </a:lnTo>
                <a:lnTo>
                  <a:pt x="1333" y="30462"/>
                </a:lnTo>
                <a:cubicBezTo>
                  <a:pt x="1714" y="24627"/>
                  <a:pt x="3113" y="19258"/>
                  <a:pt x="5521" y="14374"/>
                </a:cubicBezTo>
                <a:cubicBezTo>
                  <a:pt x="7930" y="9491"/>
                  <a:pt x="11671" y="4693"/>
                  <a:pt x="16754" y="0"/>
                </a:cubicBezTo>
                <a:lnTo>
                  <a:pt x="24560" y="6473"/>
                </a:lnTo>
                <a:cubicBezTo>
                  <a:pt x="18848" y="12166"/>
                  <a:pt x="15288" y="17754"/>
                  <a:pt x="13898" y="23218"/>
                </a:cubicBezTo>
                <a:close/>
                <a:moveTo>
                  <a:pt x="47787" y="23218"/>
                </a:moveTo>
                <a:lnTo>
                  <a:pt x="58449" y="23218"/>
                </a:lnTo>
                <a:lnTo>
                  <a:pt x="56545" y="45874"/>
                </a:lnTo>
                <a:lnTo>
                  <a:pt x="33889" y="45874"/>
                </a:lnTo>
                <a:lnTo>
                  <a:pt x="35222" y="30462"/>
                </a:lnTo>
                <a:cubicBezTo>
                  <a:pt x="35603" y="24627"/>
                  <a:pt x="37002" y="19258"/>
                  <a:pt x="39410" y="14374"/>
                </a:cubicBezTo>
                <a:cubicBezTo>
                  <a:pt x="41819" y="9491"/>
                  <a:pt x="45560" y="4693"/>
                  <a:pt x="50643" y="0"/>
                </a:cubicBezTo>
                <a:lnTo>
                  <a:pt x="58449" y="6473"/>
                </a:lnTo>
                <a:cubicBezTo>
                  <a:pt x="52737" y="12166"/>
                  <a:pt x="49177" y="17754"/>
                  <a:pt x="47787" y="23218"/>
                </a:cubicBezTo>
                <a:close/>
              </a:path>
            </a:pathLst>
          </a:custGeom>
          <a:noFill/>
          <a:ln w="9508" cap="flat">
            <a:solidFill>
              <a:schemeClr val="tx2"/>
            </a:solidFill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2" name="Vrije vorm 21">
            <a:extLst>
              <a:ext uri="{FF2B5EF4-FFF2-40B4-BE49-F238E27FC236}">
                <a16:creationId xmlns:a16="http://schemas.microsoft.com/office/drawing/2014/main" id="{90CCCE9A-B3BD-4E42-8091-3775EE0EB964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7536809" y="495175"/>
            <a:ext cx="688049" cy="540000"/>
          </a:xfrm>
          <a:custGeom>
            <a:avLst/>
            <a:gdLst>
              <a:gd name="connsiteX0" fmla="*/ 13898 w 58449"/>
              <a:gd name="connsiteY0" fmla="*/ 23218 h 45873"/>
              <a:gd name="connsiteX1" fmla="*/ 24560 w 58449"/>
              <a:gd name="connsiteY1" fmla="*/ 23218 h 45873"/>
              <a:gd name="connsiteX2" fmla="*/ 22656 w 58449"/>
              <a:gd name="connsiteY2" fmla="*/ 45874 h 45873"/>
              <a:gd name="connsiteX3" fmla="*/ 0 w 58449"/>
              <a:gd name="connsiteY3" fmla="*/ 45874 h 45873"/>
              <a:gd name="connsiteX4" fmla="*/ 1333 w 58449"/>
              <a:gd name="connsiteY4" fmla="*/ 30462 h 45873"/>
              <a:gd name="connsiteX5" fmla="*/ 5521 w 58449"/>
              <a:gd name="connsiteY5" fmla="*/ 14374 h 45873"/>
              <a:gd name="connsiteX6" fmla="*/ 16754 w 58449"/>
              <a:gd name="connsiteY6" fmla="*/ 0 h 45873"/>
              <a:gd name="connsiteX7" fmla="*/ 24560 w 58449"/>
              <a:gd name="connsiteY7" fmla="*/ 6473 h 45873"/>
              <a:gd name="connsiteX8" fmla="*/ 13898 w 58449"/>
              <a:gd name="connsiteY8" fmla="*/ 23218 h 45873"/>
              <a:gd name="connsiteX9" fmla="*/ 47787 w 58449"/>
              <a:gd name="connsiteY9" fmla="*/ 23218 h 45873"/>
              <a:gd name="connsiteX10" fmla="*/ 58449 w 58449"/>
              <a:gd name="connsiteY10" fmla="*/ 23218 h 45873"/>
              <a:gd name="connsiteX11" fmla="*/ 56545 w 58449"/>
              <a:gd name="connsiteY11" fmla="*/ 45874 h 45873"/>
              <a:gd name="connsiteX12" fmla="*/ 33889 w 58449"/>
              <a:gd name="connsiteY12" fmla="*/ 45874 h 45873"/>
              <a:gd name="connsiteX13" fmla="*/ 35222 w 58449"/>
              <a:gd name="connsiteY13" fmla="*/ 30462 h 45873"/>
              <a:gd name="connsiteX14" fmla="*/ 39410 w 58449"/>
              <a:gd name="connsiteY14" fmla="*/ 14374 h 45873"/>
              <a:gd name="connsiteX15" fmla="*/ 50643 w 58449"/>
              <a:gd name="connsiteY15" fmla="*/ 0 h 45873"/>
              <a:gd name="connsiteX16" fmla="*/ 58449 w 58449"/>
              <a:gd name="connsiteY16" fmla="*/ 6473 h 45873"/>
              <a:gd name="connsiteX17" fmla="*/ 47787 w 58449"/>
              <a:gd name="connsiteY17" fmla="*/ 23218 h 4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8449" h="45873">
                <a:moveTo>
                  <a:pt x="13898" y="23218"/>
                </a:moveTo>
                <a:lnTo>
                  <a:pt x="24560" y="23218"/>
                </a:lnTo>
                <a:lnTo>
                  <a:pt x="22656" y="45874"/>
                </a:lnTo>
                <a:lnTo>
                  <a:pt x="0" y="45874"/>
                </a:lnTo>
                <a:lnTo>
                  <a:pt x="1333" y="30462"/>
                </a:lnTo>
                <a:cubicBezTo>
                  <a:pt x="1714" y="24627"/>
                  <a:pt x="3113" y="19258"/>
                  <a:pt x="5521" y="14374"/>
                </a:cubicBezTo>
                <a:cubicBezTo>
                  <a:pt x="7930" y="9491"/>
                  <a:pt x="11671" y="4693"/>
                  <a:pt x="16754" y="0"/>
                </a:cubicBezTo>
                <a:lnTo>
                  <a:pt x="24560" y="6473"/>
                </a:lnTo>
                <a:cubicBezTo>
                  <a:pt x="18848" y="12166"/>
                  <a:pt x="15288" y="17754"/>
                  <a:pt x="13898" y="23218"/>
                </a:cubicBezTo>
                <a:close/>
                <a:moveTo>
                  <a:pt x="47787" y="23218"/>
                </a:moveTo>
                <a:lnTo>
                  <a:pt x="58449" y="23218"/>
                </a:lnTo>
                <a:lnTo>
                  <a:pt x="56545" y="45874"/>
                </a:lnTo>
                <a:lnTo>
                  <a:pt x="33889" y="45874"/>
                </a:lnTo>
                <a:lnTo>
                  <a:pt x="35222" y="30462"/>
                </a:lnTo>
                <a:cubicBezTo>
                  <a:pt x="35603" y="24627"/>
                  <a:pt x="37002" y="19258"/>
                  <a:pt x="39410" y="14374"/>
                </a:cubicBezTo>
                <a:cubicBezTo>
                  <a:pt x="41819" y="9491"/>
                  <a:pt x="45560" y="4693"/>
                  <a:pt x="50643" y="0"/>
                </a:cubicBezTo>
                <a:lnTo>
                  <a:pt x="58449" y="6473"/>
                </a:lnTo>
                <a:cubicBezTo>
                  <a:pt x="52737" y="12166"/>
                  <a:pt x="49177" y="17754"/>
                  <a:pt x="47787" y="23218"/>
                </a:cubicBezTo>
                <a:close/>
              </a:path>
            </a:pathLst>
          </a:custGeom>
          <a:noFill/>
          <a:ln w="9508" cap="flat">
            <a:solidFill>
              <a:schemeClr val="tx2"/>
            </a:solidFill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pic>
        <p:nvPicPr>
          <p:cNvPr id="10" name="Afbeelding 9">
            <a:extLst>
              <a:ext uri="{FF2B5EF4-FFF2-40B4-BE49-F238E27FC236}">
                <a16:creationId xmlns:a16="http://schemas.microsoft.com/office/drawing/2014/main" id="{A80CF89B-0CEB-DE4E-9BBA-98B1A2CEB4E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16981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 userDrawn="1">
          <p15:clr>
            <a:srgbClr val="FBAE40"/>
          </p15:clr>
        </p15:guide>
      </p15:sldGuideLst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eferenc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hthoek 1">
            <a:extLst>
              <a:ext uri="{FF2B5EF4-FFF2-40B4-BE49-F238E27FC236}">
                <a16:creationId xmlns:a16="http://schemas.microsoft.com/office/drawing/2014/main" id="{92480EDF-1CAE-4343-A31E-DA57760930F3}"/>
              </a:ext>
            </a:extLst>
          </p:cNvPr>
          <p:cNvSpPr/>
          <p:nvPr userDrawn="1"/>
        </p:nvSpPr>
        <p:spPr>
          <a:xfrm>
            <a:off x="766762" y="764513"/>
            <a:ext cx="6635901" cy="511877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b="1" i="0" err="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688916" y="3711295"/>
            <a:ext cx="3736322" cy="1947161"/>
          </a:xfrm>
        </p:spPr>
        <p:txBody>
          <a:bodyPr lIns="0" rIns="0" anchor="b">
            <a:noAutofit/>
          </a:bodyPr>
          <a:lstStyle>
            <a:lvl1pPr algn="r">
              <a:defRPr sz="5400"/>
            </a:lvl1pPr>
          </a:lstStyle>
          <a:p>
            <a:r>
              <a:rPr lang="nl-NL" err="1"/>
              <a:t>Title</a:t>
            </a:r>
            <a:r>
              <a:rPr lang="nl-NL"/>
              <a:t> </a:t>
            </a:r>
            <a:r>
              <a:rPr lang="nl-NL" err="1"/>
              <a:t>references</a:t>
            </a:r>
            <a:endParaRPr lang="nl-NL"/>
          </a:p>
        </p:txBody>
      </p:sp>
      <p:sp>
        <p:nvSpPr>
          <p:cNvPr id="19" name="Afgeronde rechthoek 18">
            <a:extLst>
              <a:ext uri="{FF2B5EF4-FFF2-40B4-BE49-F238E27FC236}">
                <a16:creationId xmlns:a16="http://schemas.microsoft.com/office/drawing/2014/main" id="{F53B573C-0004-A841-BC71-6C13CBF6B5A3}"/>
              </a:ext>
            </a:extLst>
          </p:cNvPr>
          <p:cNvSpPr/>
          <p:nvPr userDrawn="1"/>
        </p:nvSpPr>
        <p:spPr>
          <a:xfrm>
            <a:off x="10510838" y="5658840"/>
            <a:ext cx="914400" cy="13517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b="1" i="0" err="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20" name="Rechte verbindingslijn 19">
            <a:extLst>
              <a:ext uri="{FF2B5EF4-FFF2-40B4-BE49-F238E27FC236}">
                <a16:creationId xmlns:a16="http://schemas.microsoft.com/office/drawing/2014/main" id="{F676D55D-6B7D-7E44-A17D-874AF81C129F}"/>
              </a:ext>
            </a:extLst>
          </p:cNvPr>
          <p:cNvCxnSpPr>
            <a:cxnSpLocks/>
          </p:cNvCxnSpPr>
          <p:nvPr userDrawn="1"/>
        </p:nvCxnSpPr>
        <p:spPr>
          <a:xfrm>
            <a:off x="2997642" y="765175"/>
            <a:ext cx="0" cy="511879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Rechte verbindingslijn 20">
            <a:extLst>
              <a:ext uri="{FF2B5EF4-FFF2-40B4-BE49-F238E27FC236}">
                <a16:creationId xmlns:a16="http://schemas.microsoft.com/office/drawing/2014/main" id="{570993FC-0CCF-BA4E-9B36-AB53827E38CE}"/>
              </a:ext>
            </a:extLst>
          </p:cNvPr>
          <p:cNvCxnSpPr>
            <a:cxnSpLocks/>
          </p:cNvCxnSpPr>
          <p:nvPr userDrawn="1"/>
        </p:nvCxnSpPr>
        <p:spPr>
          <a:xfrm>
            <a:off x="5201478" y="765175"/>
            <a:ext cx="0" cy="511879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Rechte verbindingslijn 21">
            <a:extLst>
              <a:ext uri="{FF2B5EF4-FFF2-40B4-BE49-F238E27FC236}">
                <a16:creationId xmlns:a16="http://schemas.microsoft.com/office/drawing/2014/main" id="{5E46F449-9238-D248-9ED1-4F586105F8BE}"/>
              </a:ext>
            </a:extLst>
          </p:cNvPr>
          <p:cNvCxnSpPr>
            <a:cxnSpLocks/>
          </p:cNvCxnSpPr>
          <p:nvPr userDrawn="1"/>
        </p:nvCxnSpPr>
        <p:spPr>
          <a:xfrm flipH="1">
            <a:off x="781609" y="2091193"/>
            <a:ext cx="6635903" cy="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Rechte verbindingslijn 24">
            <a:extLst>
              <a:ext uri="{FF2B5EF4-FFF2-40B4-BE49-F238E27FC236}">
                <a16:creationId xmlns:a16="http://schemas.microsoft.com/office/drawing/2014/main" id="{07F2B6CE-05CD-5E48-AB8D-9EEE44A4DC61}"/>
              </a:ext>
            </a:extLst>
          </p:cNvPr>
          <p:cNvCxnSpPr>
            <a:cxnSpLocks/>
          </p:cNvCxnSpPr>
          <p:nvPr userDrawn="1"/>
        </p:nvCxnSpPr>
        <p:spPr>
          <a:xfrm flipH="1">
            <a:off x="766763" y="3360751"/>
            <a:ext cx="6635902" cy="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Rechte verbindingslijn 27">
            <a:extLst>
              <a:ext uri="{FF2B5EF4-FFF2-40B4-BE49-F238E27FC236}">
                <a16:creationId xmlns:a16="http://schemas.microsoft.com/office/drawing/2014/main" id="{803D97FB-B8D9-944E-8F22-6FB558805C5C}"/>
              </a:ext>
            </a:extLst>
          </p:cNvPr>
          <p:cNvCxnSpPr>
            <a:cxnSpLocks/>
          </p:cNvCxnSpPr>
          <p:nvPr userDrawn="1"/>
        </p:nvCxnSpPr>
        <p:spPr>
          <a:xfrm flipH="1">
            <a:off x="766763" y="4630309"/>
            <a:ext cx="6635902" cy="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ijdelijke aanduiding voor afbeelding 29">
            <a:extLst>
              <a:ext uri="{FF2B5EF4-FFF2-40B4-BE49-F238E27FC236}">
                <a16:creationId xmlns:a16="http://schemas.microsoft.com/office/drawing/2014/main" id="{BA3A25BE-8831-6848-A014-F776420DACA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26919" y="898928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1" name="Tijdelijke aanduiding voor afbeelding 29">
            <a:extLst>
              <a:ext uri="{FF2B5EF4-FFF2-40B4-BE49-F238E27FC236}">
                <a16:creationId xmlns:a16="http://schemas.microsoft.com/office/drawing/2014/main" id="{C5BCA336-5926-054C-AABF-08170D7A6FE3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926919" y="2197047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2" name="Tijdelijke aanduiding voor afbeelding 29">
            <a:extLst>
              <a:ext uri="{FF2B5EF4-FFF2-40B4-BE49-F238E27FC236}">
                <a16:creationId xmlns:a16="http://schemas.microsoft.com/office/drawing/2014/main" id="{C242897C-72FF-9141-9D0B-CBD8B937BE2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926918" y="3466605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3" name="Tijdelijke aanduiding voor afbeelding 29">
            <a:extLst>
              <a:ext uri="{FF2B5EF4-FFF2-40B4-BE49-F238E27FC236}">
                <a16:creationId xmlns:a16="http://schemas.microsoft.com/office/drawing/2014/main" id="{D111B247-BAF4-E844-9A13-07CBB15BB60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26917" y="4736162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4" name="Tijdelijke aanduiding voor afbeelding 29">
            <a:extLst>
              <a:ext uri="{FF2B5EF4-FFF2-40B4-BE49-F238E27FC236}">
                <a16:creationId xmlns:a16="http://schemas.microsoft.com/office/drawing/2014/main" id="{A9117B17-6377-474F-8200-E3D5B52780F7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3144276" y="4736162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5" name="Tijdelijke aanduiding voor afbeelding 29">
            <a:extLst>
              <a:ext uri="{FF2B5EF4-FFF2-40B4-BE49-F238E27FC236}">
                <a16:creationId xmlns:a16="http://schemas.microsoft.com/office/drawing/2014/main" id="{2A696797-D36F-8B43-A0F1-A26F0DA0AD18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360569" y="4736161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6" name="Tijdelijke aanduiding voor afbeelding 29">
            <a:extLst>
              <a:ext uri="{FF2B5EF4-FFF2-40B4-BE49-F238E27FC236}">
                <a16:creationId xmlns:a16="http://schemas.microsoft.com/office/drawing/2014/main" id="{B6864734-C19A-224B-A201-7E2E29C8EA67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3144276" y="3466603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7" name="Tijdelijke aanduiding voor afbeelding 29">
            <a:extLst>
              <a:ext uri="{FF2B5EF4-FFF2-40B4-BE49-F238E27FC236}">
                <a16:creationId xmlns:a16="http://schemas.microsoft.com/office/drawing/2014/main" id="{57C988DB-190F-5643-9CED-D8599BBAE348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5360569" y="3466602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8" name="Tijdelijke aanduiding voor afbeelding 29">
            <a:extLst>
              <a:ext uri="{FF2B5EF4-FFF2-40B4-BE49-F238E27FC236}">
                <a16:creationId xmlns:a16="http://schemas.microsoft.com/office/drawing/2014/main" id="{B9468B5B-9B76-024A-B9D1-C0AB7991F60C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3144276" y="2197045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39" name="Tijdelijke aanduiding voor afbeelding 29">
            <a:extLst>
              <a:ext uri="{FF2B5EF4-FFF2-40B4-BE49-F238E27FC236}">
                <a16:creationId xmlns:a16="http://schemas.microsoft.com/office/drawing/2014/main" id="{5AF10C23-93AA-004E-A191-F46DB223DE15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360569" y="2197044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40" name="Tijdelijke aanduiding voor afbeelding 29">
            <a:extLst>
              <a:ext uri="{FF2B5EF4-FFF2-40B4-BE49-F238E27FC236}">
                <a16:creationId xmlns:a16="http://schemas.microsoft.com/office/drawing/2014/main" id="{97D713E6-E4F9-BA4D-ABBE-CB36345660E5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3142952" y="902943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sp>
        <p:nvSpPr>
          <p:cNvPr id="41" name="Tijdelijke aanduiding voor afbeelding 29">
            <a:extLst>
              <a:ext uri="{FF2B5EF4-FFF2-40B4-BE49-F238E27FC236}">
                <a16:creationId xmlns:a16="http://schemas.microsoft.com/office/drawing/2014/main" id="{7FF9E3E1-E36D-F441-83C4-6476C5849DAD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5359245" y="902942"/>
            <a:ext cx="1910567" cy="1057851"/>
          </a:xfrm>
        </p:spPr>
        <p:txBody>
          <a:bodyPr anchor="ctr">
            <a:normAutofit/>
          </a:bodyPr>
          <a:lstStyle>
            <a:lvl1pPr algn="ctr">
              <a:defRPr sz="1600"/>
            </a:lvl1pPr>
          </a:lstStyle>
          <a:p>
            <a:r>
              <a:rPr lang="nl-NL"/>
              <a:t>Logo</a:t>
            </a:r>
          </a:p>
        </p:txBody>
      </p:sp>
      <p:grpSp>
        <p:nvGrpSpPr>
          <p:cNvPr id="44" name="Groep 43">
            <a:extLst>
              <a:ext uri="{FF2B5EF4-FFF2-40B4-BE49-F238E27FC236}">
                <a16:creationId xmlns:a16="http://schemas.microsoft.com/office/drawing/2014/main" id="{D9A7E1C0-CCEA-544A-80AA-872B8D090359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45" name="Vrije vorm 44">
              <a:extLst>
                <a:ext uri="{FF2B5EF4-FFF2-40B4-BE49-F238E27FC236}">
                  <a16:creationId xmlns:a16="http://schemas.microsoft.com/office/drawing/2014/main" id="{0078C7EE-3A5F-EA41-BDAC-BBBAC1993406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" name="Vrije vorm 45">
              <a:extLst>
                <a:ext uri="{FF2B5EF4-FFF2-40B4-BE49-F238E27FC236}">
                  <a16:creationId xmlns:a16="http://schemas.microsoft.com/office/drawing/2014/main" id="{E2954F99-D3F0-4B4E-8228-022A32414E04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" name="Vrije vorm 46">
              <a:extLst>
                <a:ext uri="{FF2B5EF4-FFF2-40B4-BE49-F238E27FC236}">
                  <a16:creationId xmlns:a16="http://schemas.microsoft.com/office/drawing/2014/main" id="{D64B1DB0-EBCD-2942-8D7E-98AAF63878AA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" name="Vrije vorm 47">
              <a:extLst>
                <a:ext uri="{FF2B5EF4-FFF2-40B4-BE49-F238E27FC236}">
                  <a16:creationId xmlns:a16="http://schemas.microsoft.com/office/drawing/2014/main" id="{30890514-2005-EB4F-9482-C2E565F06390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" name="Vrije vorm 48">
              <a:extLst>
                <a:ext uri="{FF2B5EF4-FFF2-40B4-BE49-F238E27FC236}">
                  <a16:creationId xmlns:a16="http://schemas.microsoft.com/office/drawing/2014/main" id="{63096F5F-6DC0-B34E-AAA3-F6E3BFD6C025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" name="Vrije vorm 49">
              <a:extLst>
                <a:ext uri="{FF2B5EF4-FFF2-40B4-BE49-F238E27FC236}">
                  <a16:creationId xmlns:a16="http://schemas.microsoft.com/office/drawing/2014/main" id="{BBE9AEC3-E54E-FB45-9B09-D670D05EE6E3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0" name="Vrije vorm 59">
              <a:extLst>
                <a:ext uri="{FF2B5EF4-FFF2-40B4-BE49-F238E27FC236}">
                  <a16:creationId xmlns:a16="http://schemas.microsoft.com/office/drawing/2014/main" id="{FAFE681A-7F8D-9F44-8105-3D913BF04CAE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" name="Vrije vorm 60">
              <a:extLst>
                <a:ext uri="{FF2B5EF4-FFF2-40B4-BE49-F238E27FC236}">
                  <a16:creationId xmlns:a16="http://schemas.microsoft.com/office/drawing/2014/main" id="{E78F9FCA-36C6-0B4E-87E0-B5CC497372E7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2" name="Vrije vorm 61">
              <a:extLst>
                <a:ext uri="{FF2B5EF4-FFF2-40B4-BE49-F238E27FC236}">
                  <a16:creationId xmlns:a16="http://schemas.microsoft.com/office/drawing/2014/main" id="{79887AA4-D498-0041-87A4-5C6A27055775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63" name="Graphic 23">
              <a:extLst>
                <a:ext uri="{FF2B5EF4-FFF2-40B4-BE49-F238E27FC236}">
                  <a16:creationId xmlns:a16="http://schemas.microsoft.com/office/drawing/2014/main" id="{8C4D2AAF-FF0A-9748-BA8E-840D73286A56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64" name="Vrije vorm 63">
                <a:extLst>
                  <a:ext uri="{FF2B5EF4-FFF2-40B4-BE49-F238E27FC236}">
                    <a16:creationId xmlns:a16="http://schemas.microsoft.com/office/drawing/2014/main" id="{003A8F66-E07F-B447-8980-DBEB933402F4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" name="Vrije vorm 64">
                <a:extLst>
                  <a:ext uri="{FF2B5EF4-FFF2-40B4-BE49-F238E27FC236}">
                    <a16:creationId xmlns:a16="http://schemas.microsoft.com/office/drawing/2014/main" id="{4D082DC2-0680-CC4F-BA99-640A5DFE062B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" name="Vrije vorm 65">
                <a:extLst>
                  <a:ext uri="{FF2B5EF4-FFF2-40B4-BE49-F238E27FC236}">
                    <a16:creationId xmlns:a16="http://schemas.microsoft.com/office/drawing/2014/main" id="{D62CCB75-BF3F-E645-BE40-EF81E060CEB0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" name="Vrije vorm 66">
                <a:extLst>
                  <a:ext uri="{FF2B5EF4-FFF2-40B4-BE49-F238E27FC236}">
                    <a16:creationId xmlns:a16="http://schemas.microsoft.com/office/drawing/2014/main" id="{9D60F081-A2EF-3E4F-93B9-D277716BF046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" name="Vrije vorm 67">
                <a:extLst>
                  <a:ext uri="{FF2B5EF4-FFF2-40B4-BE49-F238E27FC236}">
                    <a16:creationId xmlns:a16="http://schemas.microsoft.com/office/drawing/2014/main" id="{9916DECD-6663-EF43-AEE9-DE8D0A030A4A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" name="Vrije vorm 68">
                <a:extLst>
                  <a:ext uri="{FF2B5EF4-FFF2-40B4-BE49-F238E27FC236}">
                    <a16:creationId xmlns:a16="http://schemas.microsoft.com/office/drawing/2014/main" id="{E95E3FA1-3218-B842-BE50-A6D98C605682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" name="Vrije vorm 69">
                <a:extLst>
                  <a:ext uri="{FF2B5EF4-FFF2-40B4-BE49-F238E27FC236}">
                    <a16:creationId xmlns:a16="http://schemas.microsoft.com/office/drawing/2014/main" id="{CD42C4B4-371D-7E4F-9E94-016BFEC68054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" name="Vrije vorm 70">
                <a:extLst>
                  <a:ext uri="{FF2B5EF4-FFF2-40B4-BE49-F238E27FC236}">
                    <a16:creationId xmlns:a16="http://schemas.microsoft.com/office/drawing/2014/main" id="{4F298E11-CCBE-AE47-A628-2F5AF13008E0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2" name="Vrije vorm 71">
                <a:extLst>
                  <a:ext uri="{FF2B5EF4-FFF2-40B4-BE49-F238E27FC236}">
                    <a16:creationId xmlns:a16="http://schemas.microsoft.com/office/drawing/2014/main" id="{A4CF9D40-D858-1343-80DA-3E729EAADCD7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3" name="Vrije vorm 72">
                <a:extLst>
                  <a:ext uri="{FF2B5EF4-FFF2-40B4-BE49-F238E27FC236}">
                    <a16:creationId xmlns:a16="http://schemas.microsoft.com/office/drawing/2014/main" id="{667DADD0-1132-9048-98B5-F297D48F65F3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" name="Vrije vorm 73">
                <a:extLst>
                  <a:ext uri="{FF2B5EF4-FFF2-40B4-BE49-F238E27FC236}">
                    <a16:creationId xmlns:a16="http://schemas.microsoft.com/office/drawing/2014/main" id="{F963AF6D-6982-F34F-92C9-8DA0A98FED26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" name="Vrije vorm 74">
                <a:extLst>
                  <a:ext uri="{FF2B5EF4-FFF2-40B4-BE49-F238E27FC236}">
                    <a16:creationId xmlns:a16="http://schemas.microsoft.com/office/drawing/2014/main" id="{753B97DA-896E-8C49-969C-E8912B71CAC2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" name="Vrije vorm 75">
                <a:extLst>
                  <a:ext uri="{FF2B5EF4-FFF2-40B4-BE49-F238E27FC236}">
                    <a16:creationId xmlns:a16="http://schemas.microsoft.com/office/drawing/2014/main" id="{91F63790-8CE4-3041-B829-46FA35C7A99C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" name="Vrije vorm 76">
                <a:extLst>
                  <a:ext uri="{FF2B5EF4-FFF2-40B4-BE49-F238E27FC236}">
                    <a16:creationId xmlns:a16="http://schemas.microsoft.com/office/drawing/2014/main" id="{3F3F77D0-24FA-9C4F-88BA-BA1153C5B715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51" name="Afbeelding 50">
            <a:extLst>
              <a:ext uri="{FF2B5EF4-FFF2-40B4-BE49-F238E27FC236}">
                <a16:creationId xmlns:a16="http://schemas.microsoft.com/office/drawing/2014/main" id="{E8CD567C-1325-0549-B43B-3CC9CFA4FBE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  <p:pic>
        <p:nvPicPr>
          <p:cNvPr id="4" name="Afbeelding 3">
            <a:extLst>
              <a:ext uri="{FF2B5EF4-FFF2-40B4-BE49-F238E27FC236}">
                <a16:creationId xmlns:a16="http://schemas.microsoft.com/office/drawing/2014/main" id="{C8801F9E-92F8-4344-AE2A-B02CB1B80BA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188440" y="0"/>
            <a:ext cx="36576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9406431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7098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70984" y="765175"/>
            <a:ext cx="4935224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8" name="Tijdelijke aanduiding voor tekst 30">
            <a:extLst>
              <a:ext uri="{FF2B5EF4-FFF2-40B4-BE49-F238E27FC236}">
                <a16:creationId xmlns:a16="http://schemas.microsoft.com/office/drawing/2014/main" id="{24852BD3-B1BD-8040-8B38-8D1DEBB903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170984" y="1899164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9" name="Tijdelijke aanduiding voor tekst 28">
            <a:extLst>
              <a:ext uri="{FF2B5EF4-FFF2-40B4-BE49-F238E27FC236}">
                <a16:creationId xmlns:a16="http://schemas.microsoft.com/office/drawing/2014/main" id="{84107F69-1362-A44D-8149-0BE576EA4D7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49001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10" name="Tijdelijke aanduiding voor tekst 30">
            <a:extLst>
              <a:ext uri="{FF2B5EF4-FFF2-40B4-BE49-F238E27FC236}">
                <a16:creationId xmlns:a16="http://schemas.microsoft.com/office/drawing/2014/main" id="{ACAA29C8-0E89-8D4D-A556-D5F8179D7D2D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90014" y="765175"/>
            <a:ext cx="4935224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11" name="Tijdelijke aanduiding voor tekst 30">
            <a:extLst>
              <a:ext uri="{FF2B5EF4-FFF2-40B4-BE49-F238E27FC236}">
                <a16:creationId xmlns:a16="http://schemas.microsoft.com/office/drawing/2014/main" id="{5062370D-B668-C147-9440-687AF954D5EC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490014" y="1899164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pic>
        <p:nvPicPr>
          <p:cNvPr id="12" name="Afbeelding 11">
            <a:extLst>
              <a:ext uri="{FF2B5EF4-FFF2-40B4-BE49-F238E27FC236}">
                <a16:creationId xmlns:a16="http://schemas.microsoft.com/office/drawing/2014/main" id="{CAF09AC6-86BA-374E-8F6E-9C2AFDD7C6A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36000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7098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70984" y="765175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8" name="Tijdelijke aanduiding voor tekst 30">
            <a:extLst>
              <a:ext uri="{FF2B5EF4-FFF2-40B4-BE49-F238E27FC236}">
                <a16:creationId xmlns:a16="http://schemas.microsoft.com/office/drawing/2014/main" id="{24852BD3-B1BD-8040-8B38-8D1DEBB903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170984" y="1781757"/>
            <a:ext cx="3314389" cy="4311068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0" name="Tijdelijke aanduiding voor tekst 28">
            <a:extLst>
              <a:ext uri="{FF2B5EF4-FFF2-40B4-BE49-F238E27FC236}">
                <a16:creationId xmlns:a16="http://schemas.microsoft.com/office/drawing/2014/main" id="{CD31FB62-CE03-B84D-B23B-BC47FDFECE1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110849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21" name="Tijdelijke aanduiding voor tekst 30">
            <a:extLst>
              <a:ext uri="{FF2B5EF4-FFF2-40B4-BE49-F238E27FC236}">
                <a16:creationId xmlns:a16="http://schemas.microsoft.com/office/drawing/2014/main" id="{0FBDF83D-9C74-4543-B3CA-CB055C26941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110849" y="765175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22" name="Tijdelijke aanduiding voor tekst 30">
            <a:extLst>
              <a:ext uri="{FF2B5EF4-FFF2-40B4-BE49-F238E27FC236}">
                <a16:creationId xmlns:a16="http://schemas.microsoft.com/office/drawing/2014/main" id="{8F43CA51-0533-FD4D-A762-69F51BDA80D9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8110849" y="1781757"/>
            <a:ext cx="3314389" cy="4311068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6" name="Tijdelijke aanduiding voor tekst 28">
            <a:extLst>
              <a:ext uri="{FF2B5EF4-FFF2-40B4-BE49-F238E27FC236}">
                <a16:creationId xmlns:a16="http://schemas.microsoft.com/office/drawing/2014/main" id="{4A4009E3-503D-AF41-AF9A-7995F90377E5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4640916" y="1561838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27" name="Tijdelijke aanduiding voor tekst 30">
            <a:extLst>
              <a:ext uri="{FF2B5EF4-FFF2-40B4-BE49-F238E27FC236}">
                <a16:creationId xmlns:a16="http://schemas.microsoft.com/office/drawing/2014/main" id="{E57B1EAA-8F3A-2F42-B00D-EE802F79846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40916" y="760739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28" name="Tijdelijke aanduiding voor tekst 30">
            <a:extLst>
              <a:ext uri="{FF2B5EF4-FFF2-40B4-BE49-F238E27FC236}">
                <a16:creationId xmlns:a16="http://schemas.microsoft.com/office/drawing/2014/main" id="{9D5632E0-5593-5A4E-BA59-DFEE92DB0BDA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4640916" y="1777321"/>
            <a:ext cx="3314389" cy="4311068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pic>
        <p:nvPicPr>
          <p:cNvPr id="14" name="Afbeelding 13">
            <a:extLst>
              <a:ext uri="{FF2B5EF4-FFF2-40B4-BE49-F238E27FC236}">
                <a16:creationId xmlns:a16="http://schemas.microsoft.com/office/drawing/2014/main" id="{853110E2-5C02-BD47-9D33-B13A7BF3F52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75955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7098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70984" y="765175"/>
            <a:ext cx="4935224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8" name="Tijdelijke aanduiding voor tekst 30">
            <a:extLst>
              <a:ext uri="{FF2B5EF4-FFF2-40B4-BE49-F238E27FC236}">
                <a16:creationId xmlns:a16="http://schemas.microsoft.com/office/drawing/2014/main" id="{24852BD3-B1BD-8040-8B38-8D1DEBB903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170984" y="1781757"/>
            <a:ext cx="4935224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9" name="Tijdelijke aanduiding voor tekst 28">
            <a:extLst>
              <a:ext uri="{FF2B5EF4-FFF2-40B4-BE49-F238E27FC236}">
                <a16:creationId xmlns:a16="http://schemas.microsoft.com/office/drawing/2014/main" id="{84107F69-1362-A44D-8149-0BE576EA4D7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49001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10" name="Tijdelijke aanduiding voor tekst 30">
            <a:extLst>
              <a:ext uri="{FF2B5EF4-FFF2-40B4-BE49-F238E27FC236}">
                <a16:creationId xmlns:a16="http://schemas.microsoft.com/office/drawing/2014/main" id="{ACAA29C8-0E89-8D4D-A556-D5F8179D7D2D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90014" y="765175"/>
            <a:ext cx="4935224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11" name="Tijdelijke aanduiding voor tekst 30">
            <a:extLst>
              <a:ext uri="{FF2B5EF4-FFF2-40B4-BE49-F238E27FC236}">
                <a16:creationId xmlns:a16="http://schemas.microsoft.com/office/drawing/2014/main" id="{5062370D-B668-C147-9440-687AF954D5EC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490014" y="1781757"/>
            <a:ext cx="4935224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12" name="Tijdelijke aanduiding voor tekst 28">
            <a:extLst>
              <a:ext uri="{FF2B5EF4-FFF2-40B4-BE49-F238E27FC236}">
                <a16:creationId xmlns:a16="http://schemas.microsoft.com/office/drawing/2014/main" id="{74F6A9C0-6660-F14C-92F9-5995E033C4D6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70984" y="4230099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13" name="Tijdelijke aanduiding voor tekst 30">
            <a:extLst>
              <a:ext uri="{FF2B5EF4-FFF2-40B4-BE49-F238E27FC236}">
                <a16:creationId xmlns:a16="http://schemas.microsoft.com/office/drawing/2014/main" id="{DFF4862E-FCC3-D441-A77C-F66CD55953F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170984" y="3514645"/>
            <a:ext cx="4935224" cy="719890"/>
          </a:xfrm>
        </p:spPr>
        <p:txBody>
          <a:bodyPr anchor="b"/>
          <a:lstStyle>
            <a:lvl1pPr>
              <a:lnSpc>
                <a:spcPct val="100000"/>
              </a:lnSpc>
              <a:spcBef>
                <a:spcPts val="0"/>
              </a:spcBef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14" name="Tijdelijke aanduiding voor tekst 30">
            <a:extLst>
              <a:ext uri="{FF2B5EF4-FFF2-40B4-BE49-F238E27FC236}">
                <a16:creationId xmlns:a16="http://schemas.microsoft.com/office/drawing/2014/main" id="{0397DC37-BDBF-DA4F-AA57-40FB1E10AEEE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1170984" y="4445582"/>
            <a:ext cx="4935224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15" name="Tijdelijke aanduiding voor tekst 28">
            <a:extLst>
              <a:ext uri="{FF2B5EF4-FFF2-40B4-BE49-F238E27FC236}">
                <a16:creationId xmlns:a16="http://schemas.microsoft.com/office/drawing/2014/main" id="{5897EDB4-62C7-4D49-9BAF-931CFF72F01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490014" y="4230099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17" name="Tijdelijke aanduiding voor tekst 30">
            <a:extLst>
              <a:ext uri="{FF2B5EF4-FFF2-40B4-BE49-F238E27FC236}">
                <a16:creationId xmlns:a16="http://schemas.microsoft.com/office/drawing/2014/main" id="{C3D91285-CF89-8E4F-938D-2D58C5A7A0C5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490014" y="3514645"/>
            <a:ext cx="4935224" cy="719890"/>
          </a:xfrm>
        </p:spPr>
        <p:txBody>
          <a:bodyPr anchor="b"/>
          <a:lstStyle>
            <a:lvl1pPr>
              <a:lnSpc>
                <a:spcPct val="100000"/>
              </a:lnSpc>
              <a:spcBef>
                <a:spcPts val="0"/>
              </a:spcBef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19" name="Tijdelijke aanduiding voor tekst 30">
            <a:extLst>
              <a:ext uri="{FF2B5EF4-FFF2-40B4-BE49-F238E27FC236}">
                <a16:creationId xmlns:a16="http://schemas.microsoft.com/office/drawing/2014/main" id="{6DF83DA2-979D-9C45-B809-08A644248C8B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6490014" y="4445582"/>
            <a:ext cx="4935224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pic>
        <p:nvPicPr>
          <p:cNvPr id="20" name="Afbeelding 19">
            <a:extLst>
              <a:ext uri="{FF2B5EF4-FFF2-40B4-BE49-F238E27FC236}">
                <a16:creationId xmlns:a16="http://schemas.microsoft.com/office/drawing/2014/main" id="{691976E9-35AC-6447-9D8C-189F06F4494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98368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7098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70984" y="765175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8" name="Tijdelijke aanduiding voor tekst 30">
            <a:extLst>
              <a:ext uri="{FF2B5EF4-FFF2-40B4-BE49-F238E27FC236}">
                <a16:creationId xmlns:a16="http://schemas.microsoft.com/office/drawing/2014/main" id="{24852BD3-B1BD-8040-8B38-8D1DEBB903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170984" y="1781757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12" name="Tijdelijke aanduiding voor tekst 28">
            <a:extLst>
              <a:ext uri="{FF2B5EF4-FFF2-40B4-BE49-F238E27FC236}">
                <a16:creationId xmlns:a16="http://schemas.microsoft.com/office/drawing/2014/main" id="{74F6A9C0-6660-F14C-92F9-5995E033C4D6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70984" y="4230099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13" name="Tijdelijke aanduiding voor tekst 30">
            <a:extLst>
              <a:ext uri="{FF2B5EF4-FFF2-40B4-BE49-F238E27FC236}">
                <a16:creationId xmlns:a16="http://schemas.microsoft.com/office/drawing/2014/main" id="{DFF4862E-FCC3-D441-A77C-F66CD55953F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170984" y="3514645"/>
            <a:ext cx="3314389" cy="719890"/>
          </a:xfrm>
        </p:spPr>
        <p:txBody>
          <a:bodyPr anchor="b"/>
          <a:lstStyle>
            <a:lvl1pPr>
              <a:lnSpc>
                <a:spcPct val="100000"/>
              </a:lnSpc>
              <a:spcBef>
                <a:spcPts val="0"/>
              </a:spcBef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14" name="Tijdelijke aanduiding voor tekst 30">
            <a:extLst>
              <a:ext uri="{FF2B5EF4-FFF2-40B4-BE49-F238E27FC236}">
                <a16:creationId xmlns:a16="http://schemas.microsoft.com/office/drawing/2014/main" id="{0397DC37-BDBF-DA4F-AA57-40FB1E10AEEE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1170984" y="4445582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0" name="Tijdelijke aanduiding voor tekst 28">
            <a:extLst>
              <a:ext uri="{FF2B5EF4-FFF2-40B4-BE49-F238E27FC236}">
                <a16:creationId xmlns:a16="http://schemas.microsoft.com/office/drawing/2014/main" id="{CD31FB62-CE03-B84D-B23B-BC47FDFECE1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110849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21" name="Tijdelijke aanduiding voor tekst 30">
            <a:extLst>
              <a:ext uri="{FF2B5EF4-FFF2-40B4-BE49-F238E27FC236}">
                <a16:creationId xmlns:a16="http://schemas.microsoft.com/office/drawing/2014/main" id="{0FBDF83D-9C74-4543-B3CA-CB055C26941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110849" y="765175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22" name="Tijdelijke aanduiding voor tekst 30">
            <a:extLst>
              <a:ext uri="{FF2B5EF4-FFF2-40B4-BE49-F238E27FC236}">
                <a16:creationId xmlns:a16="http://schemas.microsoft.com/office/drawing/2014/main" id="{8F43CA51-0533-FD4D-A762-69F51BDA80D9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8110849" y="1781757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3" name="Tijdelijke aanduiding voor tekst 28">
            <a:extLst>
              <a:ext uri="{FF2B5EF4-FFF2-40B4-BE49-F238E27FC236}">
                <a16:creationId xmlns:a16="http://schemas.microsoft.com/office/drawing/2014/main" id="{27195075-A823-1C46-B5A9-805B71000ECF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110849" y="4230099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24" name="Tijdelijke aanduiding voor tekst 30">
            <a:extLst>
              <a:ext uri="{FF2B5EF4-FFF2-40B4-BE49-F238E27FC236}">
                <a16:creationId xmlns:a16="http://schemas.microsoft.com/office/drawing/2014/main" id="{77E574EB-62CE-0240-BA2C-B7BBB5A0A04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110849" y="3514645"/>
            <a:ext cx="3314389" cy="719890"/>
          </a:xfrm>
        </p:spPr>
        <p:txBody>
          <a:bodyPr anchor="b"/>
          <a:lstStyle>
            <a:lvl1pPr>
              <a:lnSpc>
                <a:spcPct val="100000"/>
              </a:lnSpc>
              <a:spcBef>
                <a:spcPts val="0"/>
              </a:spcBef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25" name="Tijdelijke aanduiding voor tekst 30">
            <a:extLst>
              <a:ext uri="{FF2B5EF4-FFF2-40B4-BE49-F238E27FC236}">
                <a16:creationId xmlns:a16="http://schemas.microsoft.com/office/drawing/2014/main" id="{854A23BA-6461-C947-A1F7-89D9ECFC1F37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110849" y="4445582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6" name="Tijdelijke aanduiding voor tekst 28">
            <a:extLst>
              <a:ext uri="{FF2B5EF4-FFF2-40B4-BE49-F238E27FC236}">
                <a16:creationId xmlns:a16="http://schemas.microsoft.com/office/drawing/2014/main" id="{4A4009E3-503D-AF41-AF9A-7995F90377E5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4640916" y="1561838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27" name="Tijdelijke aanduiding voor tekst 30">
            <a:extLst>
              <a:ext uri="{FF2B5EF4-FFF2-40B4-BE49-F238E27FC236}">
                <a16:creationId xmlns:a16="http://schemas.microsoft.com/office/drawing/2014/main" id="{E57B1EAA-8F3A-2F42-B00D-EE802F79846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40916" y="760739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28" name="Tijdelijke aanduiding voor tekst 30">
            <a:extLst>
              <a:ext uri="{FF2B5EF4-FFF2-40B4-BE49-F238E27FC236}">
                <a16:creationId xmlns:a16="http://schemas.microsoft.com/office/drawing/2014/main" id="{9D5632E0-5593-5A4E-BA59-DFEE92DB0BDA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4640916" y="1777321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0" name="Tijdelijke aanduiding voor tekst 28">
            <a:extLst>
              <a:ext uri="{FF2B5EF4-FFF2-40B4-BE49-F238E27FC236}">
                <a16:creationId xmlns:a16="http://schemas.microsoft.com/office/drawing/2014/main" id="{723DCFDA-4F68-794D-9125-DC648585DDB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40916" y="4225663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2" name="Tijdelijke aanduiding voor tekst 30">
            <a:extLst>
              <a:ext uri="{FF2B5EF4-FFF2-40B4-BE49-F238E27FC236}">
                <a16:creationId xmlns:a16="http://schemas.microsoft.com/office/drawing/2014/main" id="{3D7DFCDC-7A57-7E41-B7FD-4D54B5B193CA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4640916" y="3510209"/>
            <a:ext cx="3314389" cy="719890"/>
          </a:xfrm>
        </p:spPr>
        <p:txBody>
          <a:bodyPr anchor="b"/>
          <a:lstStyle>
            <a:lvl1pPr>
              <a:lnSpc>
                <a:spcPct val="100000"/>
              </a:lnSpc>
              <a:spcBef>
                <a:spcPts val="0"/>
              </a:spcBef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33" name="Tijdelijke aanduiding voor tekst 30">
            <a:extLst>
              <a:ext uri="{FF2B5EF4-FFF2-40B4-BE49-F238E27FC236}">
                <a16:creationId xmlns:a16="http://schemas.microsoft.com/office/drawing/2014/main" id="{8B02D277-145B-D841-AE41-DCCA9ED0DAC2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4640916" y="4441146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pic>
        <p:nvPicPr>
          <p:cNvPr id="34" name="Afbeelding 33">
            <a:extLst>
              <a:ext uri="{FF2B5EF4-FFF2-40B4-BE49-F238E27FC236}">
                <a16:creationId xmlns:a16="http://schemas.microsoft.com/office/drawing/2014/main" id="{A53D2BD3-06A9-7448-9628-7E02F1F789C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72576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hthoek 13">
            <a:extLst>
              <a:ext uri="{FF2B5EF4-FFF2-40B4-BE49-F238E27FC236}">
                <a16:creationId xmlns:a16="http://schemas.microsoft.com/office/drawing/2014/main" id="{612240F9-A90B-2244-AA18-C027ADFBF5B7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Tijdelijke aanduiding voor verticale tekst 2">
            <a:extLst>
              <a:ext uri="{FF2B5EF4-FFF2-40B4-BE49-F238E27FC236}">
                <a16:creationId xmlns:a16="http://schemas.microsoft.com/office/drawing/2014/main" id="{1A9A78AC-A588-5142-BB08-9D67126D8039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18" name="Tijdelijke aanduiding voor tekst 28">
            <a:extLst>
              <a:ext uri="{FF2B5EF4-FFF2-40B4-BE49-F238E27FC236}">
                <a16:creationId xmlns:a16="http://schemas.microsoft.com/office/drawing/2014/main" id="{46BCD7EE-99C8-9A41-B5DF-5A370771834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547382008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hthoek 13">
            <a:extLst>
              <a:ext uri="{FF2B5EF4-FFF2-40B4-BE49-F238E27FC236}">
                <a16:creationId xmlns:a16="http://schemas.microsoft.com/office/drawing/2014/main" id="{612240F9-A90B-2244-AA18-C027ADFBF5B7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Tijdelijke aanduiding voor verticale tekst 2">
            <a:extLst>
              <a:ext uri="{FF2B5EF4-FFF2-40B4-BE49-F238E27FC236}">
                <a16:creationId xmlns:a16="http://schemas.microsoft.com/office/drawing/2014/main" id="{1A9A78AC-A588-5142-BB08-9D67126D8039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grpSp>
        <p:nvGrpSpPr>
          <p:cNvPr id="17" name="Groep 16">
            <a:extLst>
              <a:ext uri="{FF2B5EF4-FFF2-40B4-BE49-F238E27FC236}">
                <a16:creationId xmlns:a16="http://schemas.microsoft.com/office/drawing/2014/main" id="{787EB91E-BA57-C04A-B383-7A99C8821E7B}"/>
              </a:ext>
            </a:extLst>
          </p:cNvPr>
          <p:cNvGrpSpPr/>
          <p:nvPr userDrawn="1"/>
        </p:nvGrpSpPr>
        <p:grpSpPr>
          <a:xfrm>
            <a:off x="10432111" y="294027"/>
            <a:ext cx="1430737" cy="200339"/>
            <a:chOff x="590053" y="3363230"/>
            <a:chExt cx="3432809" cy="480679"/>
          </a:xfrm>
        </p:grpSpPr>
        <p:sp>
          <p:nvSpPr>
            <p:cNvPr id="18" name="Vrije vorm 17">
              <a:extLst>
                <a:ext uri="{FF2B5EF4-FFF2-40B4-BE49-F238E27FC236}">
                  <a16:creationId xmlns:a16="http://schemas.microsoft.com/office/drawing/2014/main" id="{20BE270F-086E-8D4D-9EBD-6EFC8C0C7A30}"/>
                </a:ext>
              </a:extLst>
            </p:cNvPr>
            <p:cNvSpPr/>
            <p:nvPr/>
          </p:nvSpPr>
          <p:spPr>
            <a:xfrm>
              <a:off x="590053" y="3364175"/>
              <a:ext cx="330517" cy="479734"/>
            </a:xfrm>
            <a:custGeom>
              <a:avLst/>
              <a:gdLst>
                <a:gd name="connsiteX0" fmla="*/ 330518 w 330517"/>
                <a:gd name="connsiteY0" fmla="*/ 0 h 479734"/>
                <a:gd name="connsiteX1" fmla="*/ 330518 w 330517"/>
                <a:gd name="connsiteY1" fmla="*/ 330526 h 479734"/>
                <a:gd name="connsiteX2" fmla="*/ 159068 w 330517"/>
                <a:gd name="connsiteY2" fmla="*/ 479734 h 479734"/>
                <a:gd name="connsiteX3" fmla="*/ 0 w 330517"/>
                <a:gd name="connsiteY3" fmla="*/ 317305 h 479734"/>
                <a:gd name="connsiteX4" fmla="*/ 0 w 330517"/>
                <a:gd name="connsiteY4" fmla="*/ 278586 h 479734"/>
                <a:gd name="connsiteX5" fmla="*/ 120968 w 330517"/>
                <a:gd name="connsiteY5" fmla="*/ 278586 h 479734"/>
                <a:gd name="connsiteX6" fmla="*/ 120968 w 330517"/>
                <a:gd name="connsiteY6" fmla="*/ 317305 h 479734"/>
                <a:gd name="connsiteX7" fmla="*/ 160020 w 330517"/>
                <a:gd name="connsiteY7" fmla="*/ 370189 h 479734"/>
                <a:gd name="connsiteX8" fmla="*/ 204788 w 330517"/>
                <a:gd name="connsiteY8" fmla="*/ 330526 h 479734"/>
                <a:gd name="connsiteX9" fmla="*/ 204788 w 330517"/>
                <a:gd name="connsiteY9" fmla="*/ 0 h 479734"/>
                <a:gd name="connsiteX10" fmla="*/ 330518 w 330517"/>
                <a:gd name="connsiteY10" fmla="*/ 0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517" h="479734">
                  <a:moveTo>
                    <a:pt x="330518" y="0"/>
                  </a:moveTo>
                  <a:lnTo>
                    <a:pt x="330518" y="330526"/>
                  </a:lnTo>
                  <a:cubicBezTo>
                    <a:pt x="330518" y="457070"/>
                    <a:pt x="292418" y="479734"/>
                    <a:pt x="159068" y="479734"/>
                  </a:cubicBezTo>
                  <a:cubicBezTo>
                    <a:pt x="27623" y="479734"/>
                    <a:pt x="0" y="448571"/>
                    <a:pt x="0" y="317305"/>
                  </a:cubicBezTo>
                  <a:lnTo>
                    <a:pt x="0" y="278586"/>
                  </a:lnTo>
                  <a:lnTo>
                    <a:pt x="120968" y="278586"/>
                  </a:lnTo>
                  <a:lnTo>
                    <a:pt x="120968" y="317305"/>
                  </a:lnTo>
                  <a:cubicBezTo>
                    <a:pt x="120968" y="356023"/>
                    <a:pt x="125730" y="370189"/>
                    <a:pt x="160020" y="370189"/>
                  </a:cubicBezTo>
                  <a:cubicBezTo>
                    <a:pt x="199073" y="370189"/>
                    <a:pt x="204788" y="359801"/>
                    <a:pt x="204788" y="330526"/>
                  </a:cubicBezTo>
                  <a:lnTo>
                    <a:pt x="204788" y="0"/>
                  </a:lnTo>
                  <a:lnTo>
                    <a:pt x="330518" y="0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" name="Vrije vorm 18">
              <a:extLst>
                <a:ext uri="{FF2B5EF4-FFF2-40B4-BE49-F238E27FC236}">
                  <a16:creationId xmlns:a16="http://schemas.microsoft.com/office/drawing/2014/main" id="{C089663F-1325-204C-9E56-EFCBAA1136D0}"/>
                </a:ext>
              </a:extLst>
            </p:cNvPr>
            <p:cNvSpPr/>
            <p:nvPr/>
          </p:nvSpPr>
          <p:spPr>
            <a:xfrm>
              <a:off x="1040585" y="3364175"/>
              <a:ext cx="441007" cy="478813"/>
            </a:xfrm>
            <a:custGeom>
              <a:avLst/>
              <a:gdLst>
                <a:gd name="connsiteX0" fmla="*/ 0 w 441007"/>
                <a:gd name="connsiteY0" fmla="*/ 306917 h 478813"/>
                <a:gd name="connsiteX1" fmla="*/ 0 w 441007"/>
                <a:gd name="connsiteY1" fmla="*/ 172818 h 478813"/>
                <a:gd name="connsiteX2" fmla="*/ 220028 w 441007"/>
                <a:gd name="connsiteY2" fmla="*/ 0 h 478813"/>
                <a:gd name="connsiteX3" fmla="*/ 441008 w 441007"/>
                <a:gd name="connsiteY3" fmla="*/ 172818 h 478813"/>
                <a:gd name="connsiteX4" fmla="*/ 441008 w 441007"/>
                <a:gd name="connsiteY4" fmla="*/ 305972 h 478813"/>
                <a:gd name="connsiteX5" fmla="*/ 220980 w 441007"/>
                <a:gd name="connsiteY5" fmla="*/ 478790 h 478813"/>
                <a:gd name="connsiteX6" fmla="*/ 0 w 441007"/>
                <a:gd name="connsiteY6" fmla="*/ 306917 h 478813"/>
                <a:gd name="connsiteX7" fmla="*/ 309563 w 441007"/>
                <a:gd name="connsiteY7" fmla="*/ 292751 h 478813"/>
                <a:gd name="connsiteX8" fmla="*/ 309563 w 441007"/>
                <a:gd name="connsiteY8" fmla="*/ 186039 h 478813"/>
                <a:gd name="connsiteX9" fmla="*/ 220028 w 441007"/>
                <a:gd name="connsiteY9" fmla="*/ 109546 h 478813"/>
                <a:gd name="connsiteX10" fmla="*/ 130493 w 441007"/>
                <a:gd name="connsiteY10" fmla="*/ 186039 h 478813"/>
                <a:gd name="connsiteX11" fmla="*/ 130493 w 441007"/>
                <a:gd name="connsiteY11" fmla="*/ 292751 h 478813"/>
                <a:gd name="connsiteX12" fmla="*/ 220028 w 441007"/>
                <a:gd name="connsiteY12" fmla="*/ 370189 h 478813"/>
                <a:gd name="connsiteX13" fmla="*/ 309563 w 441007"/>
                <a:gd name="connsiteY13" fmla="*/ 292751 h 47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1007" h="478813">
                  <a:moveTo>
                    <a:pt x="0" y="306917"/>
                  </a:moveTo>
                  <a:lnTo>
                    <a:pt x="0" y="172818"/>
                  </a:lnTo>
                  <a:cubicBezTo>
                    <a:pt x="0" y="27386"/>
                    <a:pt x="91440" y="0"/>
                    <a:pt x="220028" y="0"/>
                  </a:cubicBezTo>
                  <a:cubicBezTo>
                    <a:pt x="349568" y="0"/>
                    <a:pt x="441008" y="27386"/>
                    <a:pt x="441008" y="172818"/>
                  </a:cubicBezTo>
                  <a:lnTo>
                    <a:pt x="441008" y="305972"/>
                  </a:lnTo>
                  <a:cubicBezTo>
                    <a:pt x="441008" y="451404"/>
                    <a:pt x="349568" y="478790"/>
                    <a:pt x="220980" y="478790"/>
                  </a:cubicBezTo>
                  <a:cubicBezTo>
                    <a:pt x="91440" y="479734"/>
                    <a:pt x="0" y="452348"/>
                    <a:pt x="0" y="306917"/>
                  </a:cubicBezTo>
                  <a:close/>
                  <a:moveTo>
                    <a:pt x="309563" y="292751"/>
                  </a:moveTo>
                  <a:lnTo>
                    <a:pt x="309563" y="186039"/>
                  </a:lnTo>
                  <a:cubicBezTo>
                    <a:pt x="309563" y="116156"/>
                    <a:pt x="285750" y="109546"/>
                    <a:pt x="220028" y="109546"/>
                  </a:cubicBezTo>
                  <a:cubicBezTo>
                    <a:pt x="154305" y="109546"/>
                    <a:pt x="132398" y="116156"/>
                    <a:pt x="130493" y="186039"/>
                  </a:cubicBezTo>
                  <a:lnTo>
                    <a:pt x="130493" y="292751"/>
                  </a:lnTo>
                  <a:cubicBezTo>
                    <a:pt x="132398" y="363578"/>
                    <a:pt x="154305" y="370189"/>
                    <a:pt x="220028" y="370189"/>
                  </a:cubicBezTo>
                  <a:cubicBezTo>
                    <a:pt x="285750" y="370189"/>
                    <a:pt x="309563" y="363578"/>
                    <a:pt x="309563" y="292751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0" name="Vrije vorm 19">
              <a:extLst>
                <a:ext uri="{FF2B5EF4-FFF2-40B4-BE49-F238E27FC236}">
                  <a16:creationId xmlns:a16="http://schemas.microsoft.com/office/drawing/2014/main" id="{8B2A7DC6-1217-8649-9805-C02DF14F891B}"/>
                </a:ext>
              </a:extLst>
            </p:cNvPr>
            <p:cNvSpPr/>
            <p:nvPr/>
          </p:nvSpPr>
          <p:spPr>
            <a:xfrm>
              <a:off x="1595892" y="3364175"/>
              <a:ext cx="408622" cy="479734"/>
            </a:xfrm>
            <a:custGeom>
              <a:avLst/>
              <a:gdLst>
                <a:gd name="connsiteX0" fmla="*/ 0 w 408622"/>
                <a:gd name="connsiteY0" fmla="*/ 0 h 479734"/>
                <a:gd name="connsiteX1" fmla="*/ 244793 w 408622"/>
                <a:gd name="connsiteY1" fmla="*/ 0 h 479734"/>
                <a:gd name="connsiteX2" fmla="*/ 408623 w 408622"/>
                <a:gd name="connsiteY2" fmla="*/ 142598 h 479734"/>
                <a:gd name="connsiteX3" fmla="*/ 318135 w 408622"/>
                <a:gd name="connsiteY3" fmla="*/ 288030 h 479734"/>
                <a:gd name="connsiteX4" fmla="*/ 318135 w 408622"/>
                <a:gd name="connsiteY4" fmla="*/ 292751 h 479734"/>
                <a:gd name="connsiteX5" fmla="*/ 403860 w 408622"/>
                <a:gd name="connsiteY5" fmla="*/ 376799 h 479734"/>
                <a:gd name="connsiteX6" fmla="*/ 403860 w 408622"/>
                <a:gd name="connsiteY6" fmla="*/ 479734 h 479734"/>
                <a:gd name="connsiteX7" fmla="*/ 277178 w 408622"/>
                <a:gd name="connsiteY7" fmla="*/ 479734 h 479734"/>
                <a:gd name="connsiteX8" fmla="*/ 277178 w 408622"/>
                <a:gd name="connsiteY8" fmla="*/ 406074 h 479734"/>
                <a:gd name="connsiteX9" fmla="*/ 224790 w 408622"/>
                <a:gd name="connsiteY9" fmla="*/ 346580 h 479734"/>
                <a:gd name="connsiteX10" fmla="*/ 126683 w 408622"/>
                <a:gd name="connsiteY10" fmla="*/ 346580 h 479734"/>
                <a:gd name="connsiteX11" fmla="*/ 126683 w 408622"/>
                <a:gd name="connsiteY11" fmla="*/ 479734 h 479734"/>
                <a:gd name="connsiteX12" fmla="*/ 0 w 408622"/>
                <a:gd name="connsiteY12" fmla="*/ 479734 h 479734"/>
                <a:gd name="connsiteX13" fmla="*/ 0 w 408622"/>
                <a:gd name="connsiteY13" fmla="*/ 0 h 479734"/>
                <a:gd name="connsiteX14" fmla="*/ 224790 w 408622"/>
                <a:gd name="connsiteY14" fmla="*/ 237034 h 479734"/>
                <a:gd name="connsiteX15" fmla="*/ 277178 w 408622"/>
                <a:gd name="connsiteY15" fmla="*/ 163374 h 479734"/>
                <a:gd name="connsiteX16" fmla="*/ 224790 w 408622"/>
                <a:gd name="connsiteY16" fmla="*/ 109546 h 479734"/>
                <a:gd name="connsiteX17" fmla="*/ 126683 w 408622"/>
                <a:gd name="connsiteY17" fmla="*/ 109546 h 479734"/>
                <a:gd name="connsiteX18" fmla="*/ 126683 w 408622"/>
                <a:gd name="connsiteY18" fmla="*/ 237034 h 479734"/>
                <a:gd name="connsiteX19" fmla="*/ 224790 w 408622"/>
                <a:gd name="connsiteY19" fmla="*/ 23703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8622" h="479734">
                  <a:moveTo>
                    <a:pt x="0" y="0"/>
                  </a:moveTo>
                  <a:lnTo>
                    <a:pt x="244793" y="0"/>
                  </a:lnTo>
                  <a:cubicBezTo>
                    <a:pt x="354330" y="1889"/>
                    <a:pt x="408623" y="25498"/>
                    <a:pt x="408623" y="142598"/>
                  </a:cubicBezTo>
                  <a:cubicBezTo>
                    <a:pt x="408623" y="220980"/>
                    <a:pt x="408623" y="267254"/>
                    <a:pt x="318135" y="288030"/>
                  </a:cubicBezTo>
                  <a:lnTo>
                    <a:pt x="318135" y="292751"/>
                  </a:lnTo>
                  <a:cubicBezTo>
                    <a:pt x="370523" y="294640"/>
                    <a:pt x="403860" y="322971"/>
                    <a:pt x="403860" y="376799"/>
                  </a:cubicBezTo>
                  <a:lnTo>
                    <a:pt x="403860" y="479734"/>
                  </a:lnTo>
                  <a:lnTo>
                    <a:pt x="277178" y="479734"/>
                  </a:lnTo>
                  <a:lnTo>
                    <a:pt x="277178" y="406074"/>
                  </a:lnTo>
                  <a:cubicBezTo>
                    <a:pt x="278130" y="371133"/>
                    <a:pt x="262890" y="346580"/>
                    <a:pt x="224790" y="346580"/>
                  </a:cubicBezTo>
                  <a:lnTo>
                    <a:pt x="126683" y="346580"/>
                  </a:lnTo>
                  <a:lnTo>
                    <a:pt x="126683" y="479734"/>
                  </a:lnTo>
                  <a:lnTo>
                    <a:pt x="0" y="479734"/>
                  </a:lnTo>
                  <a:lnTo>
                    <a:pt x="0" y="0"/>
                  </a:lnTo>
                  <a:close/>
                  <a:moveTo>
                    <a:pt x="224790" y="237034"/>
                  </a:moveTo>
                  <a:cubicBezTo>
                    <a:pt x="279082" y="237034"/>
                    <a:pt x="277178" y="217203"/>
                    <a:pt x="277178" y="163374"/>
                  </a:cubicBezTo>
                  <a:cubicBezTo>
                    <a:pt x="277178" y="120878"/>
                    <a:pt x="266700" y="109546"/>
                    <a:pt x="224790" y="109546"/>
                  </a:cubicBezTo>
                  <a:lnTo>
                    <a:pt x="126683" y="109546"/>
                  </a:lnTo>
                  <a:lnTo>
                    <a:pt x="126683" y="237034"/>
                  </a:lnTo>
                  <a:lnTo>
                    <a:pt x="224790" y="237034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" name="Vrije vorm 20">
              <a:extLst>
                <a:ext uri="{FF2B5EF4-FFF2-40B4-BE49-F238E27FC236}">
                  <a16:creationId xmlns:a16="http://schemas.microsoft.com/office/drawing/2014/main" id="{22F381E8-1CC9-F842-BBB0-EEF7831DA3D9}"/>
                </a:ext>
              </a:extLst>
            </p:cNvPr>
            <p:cNvSpPr/>
            <p:nvPr/>
          </p:nvSpPr>
          <p:spPr>
            <a:xfrm>
              <a:off x="2127387" y="3364175"/>
              <a:ext cx="126682" cy="479734"/>
            </a:xfrm>
            <a:custGeom>
              <a:avLst/>
              <a:gdLst>
                <a:gd name="connsiteX0" fmla="*/ 126683 w 126682"/>
                <a:gd name="connsiteY0" fmla="*/ 479734 h 479734"/>
                <a:gd name="connsiteX1" fmla="*/ 0 w 126682"/>
                <a:gd name="connsiteY1" fmla="*/ 479734 h 479734"/>
                <a:gd name="connsiteX2" fmla="*/ 0 w 126682"/>
                <a:gd name="connsiteY2" fmla="*/ 0 h 479734"/>
                <a:gd name="connsiteX3" fmla="*/ 126683 w 126682"/>
                <a:gd name="connsiteY3" fmla="*/ 0 h 479734"/>
                <a:gd name="connsiteX4" fmla="*/ 126683 w 126682"/>
                <a:gd name="connsiteY4" fmla="*/ 47973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682" h="479734">
                  <a:moveTo>
                    <a:pt x="126683" y="479734"/>
                  </a:moveTo>
                  <a:lnTo>
                    <a:pt x="0" y="479734"/>
                  </a:lnTo>
                  <a:lnTo>
                    <a:pt x="0" y="0"/>
                  </a:lnTo>
                  <a:lnTo>
                    <a:pt x="126683" y="0"/>
                  </a:lnTo>
                  <a:lnTo>
                    <a:pt x="126683" y="479734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" name="Vrije vorm 21">
              <a:extLst>
                <a:ext uri="{FF2B5EF4-FFF2-40B4-BE49-F238E27FC236}">
                  <a16:creationId xmlns:a16="http://schemas.microsoft.com/office/drawing/2014/main" id="{D6C386E3-FD38-D145-8CEC-2E3C562104AF}"/>
                </a:ext>
              </a:extLst>
            </p:cNvPr>
            <p:cNvSpPr/>
            <p:nvPr/>
          </p:nvSpPr>
          <p:spPr>
            <a:xfrm>
              <a:off x="2374085" y="3363230"/>
              <a:ext cx="408624" cy="480678"/>
            </a:xfrm>
            <a:custGeom>
              <a:avLst/>
              <a:gdLst>
                <a:gd name="connsiteX0" fmla="*/ 232410 w 408624"/>
                <a:gd name="connsiteY0" fmla="*/ 189816 h 480678"/>
                <a:gd name="connsiteX1" fmla="*/ 408622 w 408624"/>
                <a:gd name="connsiteY1" fmla="*/ 325804 h 480678"/>
                <a:gd name="connsiteX2" fmla="*/ 201930 w 408624"/>
                <a:gd name="connsiteY2" fmla="*/ 480679 h 480678"/>
                <a:gd name="connsiteX3" fmla="*/ 0 w 408624"/>
                <a:gd name="connsiteY3" fmla="*/ 322971 h 480678"/>
                <a:gd name="connsiteX4" fmla="*/ 121920 w 408624"/>
                <a:gd name="connsiteY4" fmla="*/ 322971 h 480678"/>
                <a:gd name="connsiteX5" fmla="*/ 201930 w 408624"/>
                <a:gd name="connsiteY5" fmla="*/ 376799 h 480678"/>
                <a:gd name="connsiteX6" fmla="*/ 280988 w 408624"/>
                <a:gd name="connsiteY6" fmla="*/ 333359 h 480678"/>
                <a:gd name="connsiteX7" fmla="*/ 214313 w 408624"/>
                <a:gd name="connsiteY7" fmla="*/ 288974 h 480678"/>
                <a:gd name="connsiteX8" fmla="*/ 186690 w 408624"/>
                <a:gd name="connsiteY8" fmla="*/ 287085 h 480678"/>
                <a:gd name="connsiteX9" fmla="*/ 952 w 408624"/>
                <a:gd name="connsiteY9" fmla="*/ 144487 h 480678"/>
                <a:gd name="connsiteX10" fmla="*/ 201930 w 408624"/>
                <a:gd name="connsiteY10" fmla="*/ 0 h 480678"/>
                <a:gd name="connsiteX11" fmla="*/ 395288 w 408624"/>
                <a:gd name="connsiteY11" fmla="*/ 132210 h 480678"/>
                <a:gd name="connsiteX12" fmla="*/ 395288 w 408624"/>
                <a:gd name="connsiteY12" fmla="*/ 152042 h 480678"/>
                <a:gd name="connsiteX13" fmla="*/ 273367 w 408624"/>
                <a:gd name="connsiteY13" fmla="*/ 152042 h 480678"/>
                <a:gd name="connsiteX14" fmla="*/ 201930 w 408624"/>
                <a:gd name="connsiteY14" fmla="*/ 103879 h 480678"/>
                <a:gd name="connsiteX15" fmla="*/ 127635 w 408624"/>
                <a:gd name="connsiteY15" fmla="*/ 144487 h 480678"/>
                <a:gd name="connsiteX16" fmla="*/ 180022 w 408624"/>
                <a:gd name="connsiteY16" fmla="*/ 186039 h 480678"/>
                <a:gd name="connsiteX17" fmla="*/ 232410 w 408624"/>
                <a:gd name="connsiteY17" fmla="*/ 189816 h 480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08624" h="480678">
                  <a:moveTo>
                    <a:pt x="232410" y="189816"/>
                  </a:moveTo>
                  <a:cubicBezTo>
                    <a:pt x="373380" y="200204"/>
                    <a:pt x="408622" y="217203"/>
                    <a:pt x="408622" y="325804"/>
                  </a:cubicBezTo>
                  <a:cubicBezTo>
                    <a:pt x="408622" y="404186"/>
                    <a:pt x="411480" y="480679"/>
                    <a:pt x="201930" y="480679"/>
                  </a:cubicBezTo>
                  <a:cubicBezTo>
                    <a:pt x="80963" y="480679"/>
                    <a:pt x="0" y="477846"/>
                    <a:pt x="0" y="322971"/>
                  </a:cubicBezTo>
                  <a:lnTo>
                    <a:pt x="121920" y="322971"/>
                  </a:lnTo>
                  <a:cubicBezTo>
                    <a:pt x="121920" y="372077"/>
                    <a:pt x="140017" y="376799"/>
                    <a:pt x="201930" y="376799"/>
                  </a:cubicBezTo>
                  <a:cubicBezTo>
                    <a:pt x="261938" y="376799"/>
                    <a:pt x="280988" y="373022"/>
                    <a:pt x="280988" y="333359"/>
                  </a:cubicBezTo>
                  <a:cubicBezTo>
                    <a:pt x="280988" y="292751"/>
                    <a:pt x="274320" y="292751"/>
                    <a:pt x="214313" y="288974"/>
                  </a:cubicBezTo>
                  <a:lnTo>
                    <a:pt x="186690" y="287085"/>
                  </a:lnTo>
                  <a:cubicBezTo>
                    <a:pt x="69533" y="278586"/>
                    <a:pt x="952" y="279530"/>
                    <a:pt x="952" y="144487"/>
                  </a:cubicBezTo>
                  <a:cubicBezTo>
                    <a:pt x="952" y="9444"/>
                    <a:pt x="78105" y="0"/>
                    <a:pt x="201930" y="0"/>
                  </a:cubicBezTo>
                  <a:cubicBezTo>
                    <a:pt x="305752" y="0"/>
                    <a:pt x="395288" y="1889"/>
                    <a:pt x="395288" y="132210"/>
                  </a:cubicBezTo>
                  <a:lnTo>
                    <a:pt x="395288" y="152042"/>
                  </a:lnTo>
                  <a:lnTo>
                    <a:pt x="273367" y="152042"/>
                  </a:lnTo>
                  <a:cubicBezTo>
                    <a:pt x="273367" y="103879"/>
                    <a:pt x="253365" y="103879"/>
                    <a:pt x="201930" y="103879"/>
                  </a:cubicBezTo>
                  <a:cubicBezTo>
                    <a:pt x="133350" y="103879"/>
                    <a:pt x="127635" y="118045"/>
                    <a:pt x="127635" y="144487"/>
                  </a:cubicBezTo>
                  <a:cubicBezTo>
                    <a:pt x="127635" y="182261"/>
                    <a:pt x="145733" y="183206"/>
                    <a:pt x="180022" y="186039"/>
                  </a:cubicBezTo>
                  <a:lnTo>
                    <a:pt x="232410" y="189816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3" name="Vrije vorm 22">
              <a:extLst>
                <a:ext uri="{FF2B5EF4-FFF2-40B4-BE49-F238E27FC236}">
                  <a16:creationId xmlns:a16="http://schemas.microsoft.com/office/drawing/2014/main" id="{1E4A6565-AA9D-5643-8C82-41659151AA93}"/>
                </a:ext>
              </a:extLst>
            </p:cNvPr>
            <p:cNvSpPr/>
            <p:nvPr/>
          </p:nvSpPr>
          <p:spPr>
            <a:xfrm>
              <a:off x="2909390" y="3364175"/>
              <a:ext cx="126682" cy="479734"/>
            </a:xfrm>
            <a:custGeom>
              <a:avLst/>
              <a:gdLst>
                <a:gd name="connsiteX0" fmla="*/ 126682 w 126682"/>
                <a:gd name="connsiteY0" fmla="*/ 479734 h 479734"/>
                <a:gd name="connsiteX1" fmla="*/ 0 w 126682"/>
                <a:gd name="connsiteY1" fmla="*/ 479734 h 479734"/>
                <a:gd name="connsiteX2" fmla="*/ 0 w 126682"/>
                <a:gd name="connsiteY2" fmla="*/ 0 h 479734"/>
                <a:gd name="connsiteX3" fmla="*/ 126682 w 126682"/>
                <a:gd name="connsiteY3" fmla="*/ 0 h 479734"/>
                <a:gd name="connsiteX4" fmla="*/ 126682 w 126682"/>
                <a:gd name="connsiteY4" fmla="*/ 47973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682" h="479734">
                  <a:moveTo>
                    <a:pt x="126682" y="479734"/>
                  </a:moveTo>
                  <a:lnTo>
                    <a:pt x="0" y="479734"/>
                  </a:lnTo>
                  <a:lnTo>
                    <a:pt x="0" y="0"/>
                  </a:lnTo>
                  <a:lnTo>
                    <a:pt x="126682" y="0"/>
                  </a:lnTo>
                  <a:lnTo>
                    <a:pt x="126682" y="479734"/>
                  </a:lnTo>
                  <a:close/>
                </a:path>
              </a:pathLst>
            </a:custGeom>
            <a:solidFill>
              <a:srgbClr val="7495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4" name="Vrije vorm 23">
              <a:extLst>
                <a:ext uri="{FF2B5EF4-FFF2-40B4-BE49-F238E27FC236}">
                  <a16:creationId xmlns:a16="http://schemas.microsoft.com/office/drawing/2014/main" id="{EB333FEA-4721-D94B-8549-A69A6A551D1E}"/>
                </a:ext>
              </a:extLst>
            </p:cNvPr>
            <p:cNvSpPr/>
            <p:nvPr/>
          </p:nvSpPr>
          <p:spPr>
            <a:xfrm>
              <a:off x="3141800" y="3364175"/>
              <a:ext cx="432434" cy="479734"/>
            </a:xfrm>
            <a:custGeom>
              <a:avLst/>
              <a:gdLst>
                <a:gd name="connsiteX0" fmla="*/ 0 w 432434"/>
                <a:gd name="connsiteY0" fmla="*/ 0 h 479734"/>
                <a:gd name="connsiteX1" fmla="*/ 240983 w 432434"/>
                <a:gd name="connsiteY1" fmla="*/ 0 h 479734"/>
                <a:gd name="connsiteX2" fmla="*/ 432435 w 432434"/>
                <a:gd name="connsiteY2" fmla="*/ 183206 h 479734"/>
                <a:gd name="connsiteX3" fmla="*/ 432435 w 432434"/>
                <a:gd name="connsiteY3" fmla="*/ 289918 h 479734"/>
                <a:gd name="connsiteX4" fmla="*/ 258128 w 432434"/>
                <a:gd name="connsiteY4" fmla="*/ 479734 h 479734"/>
                <a:gd name="connsiteX5" fmla="*/ 0 w 432434"/>
                <a:gd name="connsiteY5" fmla="*/ 479734 h 479734"/>
                <a:gd name="connsiteX6" fmla="*/ 0 w 432434"/>
                <a:gd name="connsiteY6" fmla="*/ 0 h 479734"/>
                <a:gd name="connsiteX7" fmla="*/ 126683 w 432434"/>
                <a:gd name="connsiteY7" fmla="*/ 370189 h 479734"/>
                <a:gd name="connsiteX8" fmla="*/ 238125 w 432434"/>
                <a:gd name="connsiteY8" fmla="*/ 370189 h 479734"/>
                <a:gd name="connsiteX9" fmla="*/ 301943 w 432434"/>
                <a:gd name="connsiteY9" fmla="*/ 289918 h 479734"/>
                <a:gd name="connsiteX10" fmla="*/ 301943 w 432434"/>
                <a:gd name="connsiteY10" fmla="*/ 183206 h 479734"/>
                <a:gd name="connsiteX11" fmla="*/ 238125 w 432434"/>
                <a:gd name="connsiteY11" fmla="*/ 109546 h 479734"/>
                <a:gd name="connsiteX12" fmla="*/ 126683 w 432434"/>
                <a:gd name="connsiteY12" fmla="*/ 109546 h 479734"/>
                <a:gd name="connsiteX13" fmla="*/ 126683 w 432434"/>
                <a:gd name="connsiteY13" fmla="*/ 370189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2434" h="479734">
                  <a:moveTo>
                    <a:pt x="0" y="0"/>
                  </a:moveTo>
                  <a:lnTo>
                    <a:pt x="240983" y="0"/>
                  </a:lnTo>
                  <a:cubicBezTo>
                    <a:pt x="373380" y="0"/>
                    <a:pt x="432435" y="49107"/>
                    <a:pt x="432435" y="183206"/>
                  </a:cubicBezTo>
                  <a:lnTo>
                    <a:pt x="432435" y="289918"/>
                  </a:lnTo>
                  <a:cubicBezTo>
                    <a:pt x="432435" y="419295"/>
                    <a:pt x="390525" y="479734"/>
                    <a:pt x="258128" y="479734"/>
                  </a:cubicBezTo>
                  <a:lnTo>
                    <a:pt x="0" y="479734"/>
                  </a:lnTo>
                  <a:lnTo>
                    <a:pt x="0" y="0"/>
                  </a:lnTo>
                  <a:close/>
                  <a:moveTo>
                    <a:pt x="126683" y="370189"/>
                  </a:moveTo>
                  <a:lnTo>
                    <a:pt x="238125" y="370189"/>
                  </a:lnTo>
                  <a:cubicBezTo>
                    <a:pt x="284797" y="370189"/>
                    <a:pt x="301943" y="339025"/>
                    <a:pt x="301943" y="289918"/>
                  </a:cubicBezTo>
                  <a:lnTo>
                    <a:pt x="301943" y="183206"/>
                  </a:lnTo>
                  <a:cubicBezTo>
                    <a:pt x="301943" y="121822"/>
                    <a:pt x="281940" y="109546"/>
                    <a:pt x="238125" y="109546"/>
                  </a:cubicBezTo>
                  <a:lnTo>
                    <a:pt x="126683" y="109546"/>
                  </a:lnTo>
                  <a:lnTo>
                    <a:pt x="126683" y="370189"/>
                  </a:lnTo>
                  <a:close/>
                </a:path>
              </a:pathLst>
            </a:custGeom>
            <a:solidFill>
              <a:srgbClr val="7495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5" name="Vrije vorm 24">
              <a:extLst>
                <a:ext uri="{FF2B5EF4-FFF2-40B4-BE49-F238E27FC236}">
                  <a16:creationId xmlns:a16="http://schemas.microsoft.com/office/drawing/2014/main" id="{1536DCAB-3563-A148-B056-D99D71DC9BBA}"/>
                </a:ext>
              </a:extLst>
            </p:cNvPr>
            <p:cNvSpPr/>
            <p:nvPr/>
          </p:nvSpPr>
          <p:spPr>
            <a:xfrm>
              <a:off x="3675200" y="3364175"/>
              <a:ext cx="347662" cy="479734"/>
            </a:xfrm>
            <a:custGeom>
              <a:avLst/>
              <a:gdLst>
                <a:gd name="connsiteX0" fmla="*/ 126683 w 347662"/>
                <a:gd name="connsiteY0" fmla="*/ 193594 h 479734"/>
                <a:gd name="connsiteX1" fmla="*/ 329565 w 347662"/>
                <a:gd name="connsiteY1" fmla="*/ 193594 h 479734"/>
                <a:gd name="connsiteX2" fmla="*/ 329565 w 347662"/>
                <a:gd name="connsiteY2" fmla="*/ 281419 h 479734"/>
                <a:gd name="connsiteX3" fmla="*/ 126683 w 347662"/>
                <a:gd name="connsiteY3" fmla="*/ 281419 h 479734"/>
                <a:gd name="connsiteX4" fmla="*/ 126683 w 347662"/>
                <a:gd name="connsiteY4" fmla="*/ 376799 h 479734"/>
                <a:gd name="connsiteX5" fmla="*/ 347663 w 347662"/>
                <a:gd name="connsiteY5" fmla="*/ 376799 h 479734"/>
                <a:gd name="connsiteX6" fmla="*/ 347663 w 347662"/>
                <a:gd name="connsiteY6" fmla="*/ 479734 h 479734"/>
                <a:gd name="connsiteX7" fmla="*/ 0 w 347662"/>
                <a:gd name="connsiteY7" fmla="*/ 479734 h 479734"/>
                <a:gd name="connsiteX8" fmla="*/ 0 w 347662"/>
                <a:gd name="connsiteY8" fmla="*/ 0 h 479734"/>
                <a:gd name="connsiteX9" fmla="*/ 347663 w 347662"/>
                <a:gd name="connsiteY9" fmla="*/ 0 h 479734"/>
                <a:gd name="connsiteX10" fmla="*/ 347663 w 347662"/>
                <a:gd name="connsiteY10" fmla="*/ 102935 h 479734"/>
                <a:gd name="connsiteX11" fmla="*/ 126683 w 347662"/>
                <a:gd name="connsiteY11" fmla="*/ 102935 h 479734"/>
                <a:gd name="connsiteX12" fmla="*/ 126683 w 347662"/>
                <a:gd name="connsiteY12" fmla="*/ 19359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7662" h="479734">
                  <a:moveTo>
                    <a:pt x="126683" y="193594"/>
                  </a:moveTo>
                  <a:lnTo>
                    <a:pt x="329565" y="193594"/>
                  </a:lnTo>
                  <a:lnTo>
                    <a:pt x="329565" y="281419"/>
                  </a:lnTo>
                  <a:lnTo>
                    <a:pt x="126683" y="281419"/>
                  </a:lnTo>
                  <a:lnTo>
                    <a:pt x="126683" y="376799"/>
                  </a:lnTo>
                  <a:lnTo>
                    <a:pt x="347663" y="376799"/>
                  </a:lnTo>
                  <a:lnTo>
                    <a:pt x="347663" y="479734"/>
                  </a:lnTo>
                  <a:lnTo>
                    <a:pt x="0" y="479734"/>
                  </a:lnTo>
                  <a:lnTo>
                    <a:pt x="0" y="0"/>
                  </a:lnTo>
                  <a:lnTo>
                    <a:pt x="347663" y="0"/>
                  </a:lnTo>
                  <a:lnTo>
                    <a:pt x="347663" y="102935"/>
                  </a:lnTo>
                  <a:lnTo>
                    <a:pt x="126683" y="102935"/>
                  </a:lnTo>
                  <a:lnTo>
                    <a:pt x="126683" y="193594"/>
                  </a:lnTo>
                  <a:close/>
                </a:path>
              </a:pathLst>
            </a:custGeom>
            <a:solidFill>
              <a:srgbClr val="7495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</p:spTree>
    <p:extLst>
      <p:ext uri="{BB962C8B-B14F-4D97-AF65-F5344CB8AC3E}">
        <p14:creationId xmlns:p14="http://schemas.microsoft.com/office/powerpoint/2010/main" val="3828512327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Afbeelding 1">
            <a:extLst>
              <a:ext uri="{FF2B5EF4-FFF2-40B4-BE49-F238E27FC236}">
                <a16:creationId xmlns:a16="http://schemas.microsoft.com/office/drawing/2014/main" id="{59F9C751-20C2-6A40-8A11-F7D39634521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55596615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hthoek 16">
            <a:extLst>
              <a:ext uri="{FF2B5EF4-FFF2-40B4-BE49-F238E27FC236}">
                <a16:creationId xmlns:a16="http://schemas.microsoft.com/office/drawing/2014/main" id="{FCD50EC1-2D85-1D41-9A4F-4A493BA2A277}"/>
              </a:ext>
            </a:extLst>
          </p:cNvPr>
          <p:cNvSpPr/>
          <p:nvPr userDrawn="1"/>
        </p:nvSpPr>
        <p:spPr>
          <a:xfrm>
            <a:off x="312000" y="3558273"/>
            <a:ext cx="11880000" cy="9079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hthoek 13">
            <a:extLst>
              <a:ext uri="{FF2B5EF4-FFF2-40B4-BE49-F238E27FC236}">
                <a16:creationId xmlns:a16="http://schemas.microsoft.com/office/drawing/2014/main" id="{612240F9-A90B-2244-AA18-C027ADFBF5B7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Tijdelijke aanduiding voor verticale tekst 2">
            <a:extLst>
              <a:ext uri="{FF2B5EF4-FFF2-40B4-BE49-F238E27FC236}">
                <a16:creationId xmlns:a16="http://schemas.microsoft.com/office/drawing/2014/main" id="{1A9A78AC-A588-5142-BB08-9D67126D8039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29" name="Tijdelijke aanduiding voor tekst 19">
            <a:extLst>
              <a:ext uri="{FF2B5EF4-FFF2-40B4-BE49-F238E27FC236}">
                <a16:creationId xmlns:a16="http://schemas.microsoft.com/office/drawing/2014/main" id="{F3EBF283-58F9-CA41-B625-4A95AA43C94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184359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0" name="Tijdelijke aanduiding voor tekst 19">
            <a:extLst>
              <a:ext uri="{FF2B5EF4-FFF2-40B4-BE49-F238E27FC236}">
                <a16:creationId xmlns:a16="http://schemas.microsoft.com/office/drawing/2014/main" id="{19362229-325F-CB47-B9AD-2CB33BE43C7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184359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1" name="Tijdelijke aanduiding voor tekst 19">
            <a:extLst>
              <a:ext uri="{FF2B5EF4-FFF2-40B4-BE49-F238E27FC236}">
                <a16:creationId xmlns:a16="http://schemas.microsoft.com/office/drawing/2014/main" id="{C80D6803-C4F9-0A4E-AC2F-5F9EE012809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751378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2" name="Tijdelijke aanduiding voor tekst 19">
            <a:extLst>
              <a:ext uri="{FF2B5EF4-FFF2-40B4-BE49-F238E27FC236}">
                <a16:creationId xmlns:a16="http://schemas.microsoft.com/office/drawing/2014/main" id="{6E90E04C-CDC4-E24B-B1D9-308D8CC7CBD5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751378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4" name="Tijdelijke aanduiding voor tekst 19">
            <a:extLst>
              <a:ext uri="{FF2B5EF4-FFF2-40B4-BE49-F238E27FC236}">
                <a16:creationId xmlns:a16="http://schemas.microsoft.com/office/drawing/2014/main" id="{8A29E778-9F3E-2F42-B4BC-B50B2885239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13210" y="404184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5" name="Tijdelijke aanduiding voor tekst 19">
            <a:extLst>
              <a:ext uri="{FF2B5EF4-FFF2-40B4-BE49-F238E27FC236}">
                <a16:creationId xmlns:a16="http://schemas.microsoft.com/office/drawing/2014/main" id="{A1001979-EE87-294D-B038-C6567E3B572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13210" y="434962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7" name="Tijdelijke aanduiding voor tekst 19">
            <a:extLst>
              <a:ext uri="{FF2B5EF4-FFF2-40B4-BE49-F238E27FC236}">
                <a16:creationId xmlns:a16="http://schemas.microsoft.com/office/drawing/2014/main" id="{57DBF88F-3080-2F4C-AE3C-AC6E06502C1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619661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8" name="Tijdelijke aanduiding voor tekst 19">
            <a:extLst>
              <a:ext uri="{FF2B5EF4-FFF2-40B4-BE49-F238E27FC236}">
                <a16:creationId xmlns:a16="http://schemas.microsoft.com/office/drawing/2014/main" id="{07AA38EE-921C-7E4C-9525-A8E9AEA6461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619661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56" name="Tijdelijke aanduiding voor tekst 19">
            <a:extLst>
              <a:ext uri="{FF2B5EF4-FFF2-40B4-BE49-F238E27FC236}">
                <a16:creationId xmlns:a16="http://schemas.microsoft.com/office/drawing/2014/main" id="{E9CC0C5F-4C7E-9E47-A372-762C3E6A5A4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594435" y="78133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57" name="Tijdelijke aanduiding voor tekst 19">
            <a:extLst>
              <a:ext uri="{FF2B5EF4-FFF2-40B4-BE49-F238E27FC236}">
                <a16:creationId xmlns:a16="http://schemas.microsoft.com/office/drawing/2014/main" id="{45BE8DC9-ABE3-B54A-8311-41FEAC95E0E6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94435" y="108911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58" name="Tijdelijke aanduiding voor tekst 19">
            <a:extLst>
              <a:ext uri="{FF2B5EF4-FFF2-40B4-BE49-F238E27FC236}">
                <a16:creationId xmlns:a16="http://schemas.microsoft.com/office/drawing/2014/main" id="{40C7440A-E453-E845-9688-E9F080C9FE5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665857" y="78133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59" name="Tijdelijke aanduiding voor tekst 19">
            <a:extLst>
              <a:ext uri="{FF2B5EF4-FFF2-40B4-BE49-F238E27FC236}">
                <a16:creationId xmlns:a16="http://schemas.microsoft.com/office/drawing/2014/main" id="{DEA579D0-A28B-CA41-9864-DA659BF418B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665857" y="108911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60" name="Tijdelijke aanduiding voor tekst 19">
            <a:extLst>
              <a:ext uri="{FF2B5EF4-FFF2-40B4-BE49-F238E27FC236}">
                <a16:creationId xmlns:a16="http://schemas.microsoft.com/office/drawing/2014/main" id="{A62FE2BB-2A36-794E-BED6-7C09472288B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722983" y="784780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61" name="Tijdelijke aanduiding voor tekst 19">
            <a:extLst>
              <a:ext uri="{FF2B5EF4-FFF2-40B4-BE49-F238E27FC236}">
                <a16:creationId xmlns:a16="http://schemas.microsoft.com/office/drawing/2014/main" id="{747B6A19-884B-5947-BD3D-BF107571355B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722983" y="1092559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grpSp>
        <p:nvGrpSpPr>
          <p:cNvPr id="39" name="Groep 38">
            <a:extLst>
              <a:ext uri="{FF2B5EF4-FFF2-40B4-BE49-F238E27FC236}">
                <a16:creationId xmlns:a16="http://schemas.microsoft.com/office/drawing/2014/main" id="{A4EC98A2-90CE-7644-BA71-CB68E6E2791D}"/>
              </a:ext>
            </a:extLst>
          </p:cNvPr>
          <p:cNvGrpSpPr/>
          <p:nvPr userDrawn="1"/>
        </p:nvGrpSpPr>
        <p:grpSpPr>
          <a:xfrm>
            <a:off x="10432111" y="294027"/>
            <a:ext cx="1430737" cy="200339"/>
            <a:chOff x="590053" y="3363230"/>
            <a:chExt cx="3432809" cy="480679"/>
          </a:xfrm>
        </p:grpSpPr>
        <p:sp>
          <p:nvSpPr>
            <p:cNvPr id="40" name="Vrije vorm 39">
              <a:extLst>
                <a:ext uri="{FF2B5EF4-FFF2-40B4-BE49-F238E27FC236}">
                  <a16:creationId xmlns:a16="http://schemas.microsoft.com/office/drawing/2014/main" id="{42CD9E5A-26AE-7144-A1EB-944A8F189C7A}"/>
                </a:ext>
              </a:extLst>
            </p:cNvPr>
            <p:cNvSpPr/>
            <p:nvPr/>
          </p:nvSpPr>
          <p:spPr>
            <a:xfrm>
              <a:off x="590053" y="3364175"/>
              <a:ext cx="330517" cy="479734"/>
            </a:xfrm>
            <a:custGeom>
              <a:avLst/>
              <a:gdLst>
                <a:gd name="connsiteX0" fmla="*/ 330518 w 330517"/>
                <a:gd name="connsiteY0" fmla="*/ 0 h 479734"/>
                <a:gd name="connsiteX1" fmla="*/ 330518 w 330517"/>
                <a:gd name="connsiteY1" fmla="*/ 330526 h 479734"/>
                <a:gd name="connsiteX2" fmla="*/ 159068 w 330517"/>
                <a:gd name="connsiteY2" fmla="*/ 479734 h 479734"/>
                <a:gd name="connsiteX3" fmla="*/ 0 w 330517"/>
                <a:gd name="connsiteY3" fmla="*/ 317305 h 479734"/>
                <a:gd name="connsiteX4" fmla="*/ 0 w 330517"/>
                <a:gd name="connsiteY4" fmla="*/ 278586 h 479734"/>
                <a:gd name="connsiteX5" fmla="*/ 120968 w 330517"/>
                <a:gd name="connsiteY5" fmla="*/ 278586 h 479734"/>
                <a:gd name="connsiteX6" fmla="*/ 120968 w 330517"/>
                <a:gd name="connsiteY6" fmla="*/ 317305 h 479734"/>
                <a:gd name="connsiteX7" fmla="*/ 160020 w 330517"/>
                <a:gd name="connsiteY7" fmla="*/ 370189 h 479734"/>
                <a:gd name="connsiteX8" fmla="*/ 204788 w 330517"/>
                <a:gd name="connsiteY8" fmla="*/ 330526 h 479734"/>
                <a:gd name="connsiteX9" fmla="*/ 204788 w 330517"/>
                <a:gd name="connsiteY9" fmla="*/ 0 h 479734"/>
                <a:gd name="connsiteX10" fmla="*/ 330518 w 330517"/>
                <a:gd name="connsiteY10" fmla="*/ 0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517" h="479734">
                  <a:moveTo>
                    <a:pt x="330518" y="0"/>
                  </a:moveTo>
                  <a:lnTo>
                    <a:pt x="330518" y="330526"/>
                  </a:lnTo>
                  <a:cubicBezTo>
                    <a:pt x="330518" y="457070"/>
                    <a:pt x="292418" y="479734"/>
                    <a:pt x="159068" y="479734"/>
                  </a:cubicBezTo>
                  <a:cubicBezTo>
                    <a:pt x="27623" y="479734"/>
                    <a:pt x="0" y="448571"/>
                    <a:pt x="0" y="317305"/>
                  </a:cubicBezTo>
                  <a:lnTo>
                    <a:pt x="0" y="278586"/>
                  </a:lnTo>
                  <a:lnTo>
                    <a:pt x="120968" y="278586"/>
                  </a:lnTo>
                  <a:lnTo>
                    <a:pt x="120968" y="317305"/>
                  </a:lnTo>
                  <a:cubicBezTo>
                    <a:pt x="120968" y="356023"/>
                    <a:pt x="125730" y="370189"/>
                    <a:pt x="160020" y="370189"/>
                  </a:cubicBezTo>
                  <a:cubicBezTo>
                    <a:pt x="199073" y="370189"/>
                    <a:pt x="204788" y="359801"/>
                    <a:pt x="204788" y="330526"/>
                  </a:cubicBezTo>
                  <a:lnTo>
                    <a:pt x="204788" y="0"/>
                  </a:lnTo>
                  <a:lnTo>
                    <a:pt x="330518" y="0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" name="Vrije vorm 41">
              <a:extLst>
                <a:ext uri="{FF2B5EF4-FFF2-40B4-BE49-F238E27FC236}">
                  <a16:creationId xmlns:a16="http://schemas.microsoft.com/office/drawing/2014/main" id="{C7042BCA-DCA2-A349-825A-4CBED559A8A6}"/>
                </a:ext>
              </a:extLst>
            </p:cNvPr>
            <p:cNvSpPr/>
            <p:nvPr/>
          </p:nvSpPr>
          <p:spPr>
            <a:xfrm>
              <a:off x="1040585" y="3364175"/>
              <a:ext cx="441007" cy="478813"/>
            </a:xfrm>
            <a:custGeom>
              <a:avLst/>
              <a:gdLst>
                <a:gd name="connsiteX0" fmla="*/ 0 w 441007"/>
                <a:gd name="connsiteY0" fmla="*/ 306917 h 478813"/>
                <a:gd name="connsiteX1" fmla="*/ 0 w 441007"/>
                <a:gd name="connsiteY1" fmla="*/ 172818 h 478813"/>
                <a:gd name="connsiteX2" fmla="*/ 220028 w 441007"/>
                <a:gd name="connsiteY2" fmla="*/ 0 h 478813"/>
                <a:gd name="connsiteX3" fmla="*/ 441008 w 441007"/>
                <a:gd name="connsiteY3" fmla="*/ 172818 h 478813"/>
                <a:gd name="connsiteX4" fmla="*/ 441008 w 441007"/>
                <a:gd name="connsiteY4" fmla="*/ 305972 h 478813"/>
                <a:gd name="connsiteX5" fmla="*/ 220980 w 441007"/>
                <a:gd name="connsiteY5" fmla="*/ 478790 h 478813"/>
                <a:gd name="connsiteX6" fmla="*/ 0 w 441007"/>
                <a:gd name="connsiteY6" fmla="*/ 306917 h 478813"/>
                <a:gd name="connsiteX7" fmla="*/ 309563 w 441007"/>
                <a:gd name="connsiteY7" fmla="*/ 292751 h 478813"/>
                <a:gd name="connsiteX8" fmla="*/ 309563 w 441007"/>
                <a:gd name="connsiteY8" fmla="*/ 186039 h 478813"/>
                <a:gd name="connsiteX9" fmla="*/ 220028 w 441007"/>
                <a:gd name="connsiteY9" fmla="*/ 109546 h 478813"/>
                <a:gd name="connsiteX10" fmla="*/ 130493 w 441007"/>
                <a:gd name="connsiteY10" fmla="*/ 186039 h 478813"/>
                <a:gd name="connsiteX11" fmla="*/ 130493 w 441007"/>
                <a:gd name="connsiteY11" fmla="*/ 292751 h 478813"/>
                <a:gd name="connsiteX12" fmla="*/ 220028 w 441007"/>
                <a:gd name="connsiteY12" fmla="*/ 370189 h 478813"/>
                <a:gd name="connsiteX13" fmla="*/ 309563 w 441007"/>
                <a:gd name="connsiteY13" fmla="*/ 292751 h 47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1007" h="478813">
                  <a:moveTo>
                    <a:pt x="0" y="306917"/>
                  </a:moveTo>
                  <a:lnTo>
                    <a:pt x="0" y="172818"/>
                  </a:lnTo>
                  <a:cubicBezTo>
                    <a:pt x="0" y="27386"/>
                    <a:pt x="91440" y="0"/>
                    <a:pt x="220028" y="0"/>
                  </a:cubicBezTo>
                  <a:cubicBezTo>
                    <a:pt x="349568" y="0"/>
                    <a:pt x="441008" y="27386"/>
                    <a:pt x="441008" y="172818"/>
                  </a:cubicBezTo>
                  <a:lnTo>
                    <a:pt x="441008" y="305972"/>
                  </a:lnTo>
                  <a:cubicBezTo>
                    <a:pt x="441008" y="451404"/>
                    <a:pt x="349568" y="478790"/>
                    <a:pt x="220980" y="478790"/>
                  </a:cubicBezTo>
                  <a:cubicBezTo>
                    <a:pt x="91440" y="479734"/>
                    <a:pt x="0" y="452348"/>
                    <a:pt x="0" y="306917"/>
                  </a:cubicBezTo>
                  <a:close/>
                  <a:moveTo>
                    <a:pt x="309563" y="292751"/>
                  </a:moveTo>
                  <a:lnTo>
                    <a:pt x="309563" y="186039"/>
                  </a:lnTo>
                  <a:cubicBezTo>
                    <a:pt x="309563" y="116156"/>
                    <a:pt x="285750" y="109546"/>
                    <a:pt x="220028" y="109546"/>
                  </a:cubicBezTo>
                  <a:cubicBezTo>
                    <a:pt x="154305" y="109546"/>
                    <a:pt x="132398" y="116156"/>
                    <a:pt x="130493" y="186039"/>
                  </a:cubicBezTo>
                  <a:lnTo>
                    <a:pt x="130493" y="292751"/>
                  </a:lnTo>
                  <a:cubicBezTo>
                    <a:pt x="132398" y="363578"/>
                    <a:pt x="154305" y="370189"/>
                    <a:pt x="220028" y="370189"/>
                  </a:cubicBezTo>
                  <a:cubicBezTo>
                    <a:pt x="285750" y="370189"/>
                    <a:pt x="309563" y="363578"/>
                    <a:pt x="309563" y="292751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" name="Vrije vorm 42">
              <a:extLst>
                <a:ext uri="{FF2B5EF4-FFF2-40B4-BE49-F238E27FC236}">
                  <a16:creationId xmlns:a16="http://schemas.microsoft.com/office/drawing/2014/main" id="{B5C135BF-F949-3B4E-B9F1-E819B8AE78A2}"/>
                </a:ext>
              </a:extLst>
            </p:cNvPr>
            <p:cNvSpPr/>
            <p:nvPr/>
          </p:nvSpPr>
          <p:spPr>
            <a:xfrm>
              <a:off x="1595892" y="3364175"/>
              <a:ext cx="408622" cy="479734"/>
            </a:xfrm>
            <a:custGeom>
              <a:avLst/>
              <a:gdLst>
                <a:gd name="connsiteX0" fmla="*/ 0 w 408622"/>
                <a:gd name="connsiteY0" fmla="*/ 0 h 479734"/>
                <a:gd name="connsiteX1" fmla="*/ 244793 w 408622"/>
                <a:gd name="connsiteY1" fmla="*/ 0 h 479734"/>
                <a:gd name="connsiteX2" fmla="*/ 408623 w 408622"/>
                <a:gd name="connsiteY2" fmla="*/ 142598 h 479734"/>
                <a:gd name="connsiteX3" fmla="*/ 318135 w 408622"/>
                <a:gd name="connsiteY3" fmla="*/ 288030 h 479734"/>
                <a:gd name="connsiteX4" fmla="*/ 318135 w 408622"/>
                <a:gd name="connsiteY4" fmla="*/ 292751 h 479734"/>
                <a:gd name="connsiteX5" fmla="*/ 403860 w 408622"/>
                <a:gd name="connsiteY5" fmla="*/ 376799 h 479734"/>
                <a:gd name="connsiteX6" fmla="*/ 403860 w 408622"/>
                <a:gd name="connsiteY6" fmla="*/ 479734 h 479734"/>
                <a:gd name="connsiteX7" fmla="*/ 277178 w 408622"/>
                <a:gd name="connsiteY7" fmla="*/ 479734 h 479734"/>
                <a:gd name="connsiteX8" fmla="*/ 277178 w 408622"/>
                <a:gd name="connsiteY8" fmla="*/ 406074 h 479734"/>
                <a:gd name="connsiteX9" fmla="*/ 224790 w 408622"/>
                <a:gd name="connsiteY9" fmla="*/ 346580 h 479734"/>
                <a:gd name="connsiteX10" fmla="*/ 126683 w 408622"/>
                <a:gd name="connsiteY10" fmla="*/ 346580 h 479734"/>
                <a:gd name="connsiteX11" fmla="*/ 126683 w 408622"/>
                <a:gd name="connsiteY11" fmla="*/ 479734 h 479734"/>
                <a:gd name="connsiteX12" fmla="*/ 0 w 408622"/>
                <a:gd name="connsiteY12" fmla="*/ 479734 h 479734"/>
                <a:gd name="connsiteX13" fmla="*/ 0 w 408622"/>
                <a:gd name="connsiteY13" fmla="*/ 0 h 479734"/>
                <a:gd name="connsiteX14" fmla="*/ 224790 w 408622"/>
                <a:gd name="connsiteY14" fmla="*/ 237034 h 479734"/>
                <a:gd name="connsiteX15" fmla="*/ 277178 w 408622"/>
                <a:gd name="connsiteY15" fmla="*/ 163374 h 479734"/>
                <a:gd name="connsiteX16" fmla="*/ 224790 w 408622"/>
                <a:gd name="connsiteY16" fmla="*/ 109546 h 479734"/>
                <a:gd name="connsiteX17" fmla="*/ 126683 w 408622"/>
                <a:gd name="connsiteY17" fmla="*/ 109546 h 479734"/>
                <a:gd name="connsiteX18" fmla="*/ 126683 w 408622"/>
                <a:gd name="connsiteY18" fmla="*/ 237034 h 479734"/>
                <a:gd name="connsiteX19" fmla="*/ 224790 w 408622"/>
                <a:gd name="connsiteY19" fmla="*/ 23703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8622" h="479734">
                  <a:moveTo>
                    <a:pt x="0" y="0"/>
                  </a:moveTo>
                  <a:lnTo>
                    <a:pt x="244793" y="0"/>
                  </a:lnTo>
                  <a:cubicBezTo>
                    <a:pt x="354330" y="1889"/>
                    <a:pt x="408623" y="25498"/>
                    <a:pt x="408623" y="142598"/>
                  </a:cubicBezTo>
                  <a:cubicBezTo>
                    <a:pt x="408623" y="220980"/>
                    <a:pt x="408623" y="267254"/>
                    <a:pt x="318135" y="288030"/>
                  </a:cubicBezTo>
                  <a:lnTo>
                    <a:pt x="318135" y="292751"/>
                  </a:lnTo>
                  <a:cubicBezTo>
                    <a:pt x="370523" y="294640"/>
                    <a:pt x="403860" y="322971"/>
                    <a:pt x="403860" y="376799"/>
                  </a:cubicBezTo>
                  <a:lnTo>
                    <a:pt x="403860" y="479734"/>
                  </a:lnTo>
                  <a:lnTo>
                    <a:pt x="277178" y="479734"/>
                  </a:lnTo>
                  <a:lnTo>
                    <a:pt x="277178" y="406074"/>
                  </a:lnTo>
                  <a:cubicBezTo>
                    <a:pt x="278130" y="371133"/>
                    <a:pt x="262890" y="346580"/>
                    <a:pt x="224790" y="346580"/>
                  </a:cubicBezTo>
                  <a:lnTo>
                    <a:pt x="126683" y="346580"/>
                  </a:lnTo>
                  <a:lnTo>
                    <a:pt x="126683" y="479734"/>
                  </a:lnTo>
                  <a:lnTo>
                    <a:pt x="0" y="479734"/>
                  </a:lnTo>
                  <a:lnTo>
                    <a:pt x="0" y="0"/>
                  </a:lnTo>
                  <a:close/>
                  <a:moveTo>
                    <a:pt x="224790" y="237034"/>
                  </a:moveTo>
                  <a:cubicBezTo>
                    <a:pt x="279082" y="237034"/>
                    <a:pt x="277178" y="217203"/>
                    <a:pt x="277178" y="163374"/>
                  </a:cubicBezTo>
                  <a:cubicBezTo>
                    <a:pt x="277178" y="120878"/>
                    <a:pt x="266700" y="109546"/>
                    <a:pt x="224790" y="109546"/>
                  </a:cubicBezTo>
                  <a:lnTo>
                    <a:pt x="126683" y="109546"/>
                  </a:lnTo>
                  <a:lnTo>
                    <a:pt x="126683" y="237034"/>
                  </a:lnTo>
                  <a:lnTo>
                    <a:pt x="224790" y="237034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4" name="Vrije vorm 43">
              <a:extLst>
                <a:ext uri="{FF2B5EF4-FFF2-40B4-BE49-F238E27FC236}">
                  <a16:creationId xmlns:a16="http://schemas.microsoft.com/office/drawing/2014/main" id="{0C71EBB7-ABFF-F743-8396-2A72B5DA97E9}"/>
                </a:ext>
              </a:extLst>
            </p:cNvPr>
            <p:cNvSpPr/>
            <p:nvPr/>
          </p:nvSpPr>
          <p:spPr>
            <a:xfrm>
              <a:off x="2127387" y="3364175"/>
              <a:ext cx="126682" cy="479734"/>
            </a:xfrm>
            <a:custGeom>
              <a:avLst/>
              <a:gdLst>
                <a:gd name="connsiteX0" fmla="*/ 126683 w 126682"/>
                <a:gd name="connsiteY0" fmla="*/ 479734 h 479734"/>
                <a:gd name="connsiteX1" fmla="*/ 0 w 126682"/>
                <a:gd name="connsiteY1" fmla="*/ 479734 h 479734"/>
                <a:gd name="connsiteX2" fmla="*/ 0 w 126682"/>
                <a:gd name="connsiteY2" fmla="*/ 0 h 479734"/>
                <a:gd name="connsiteX3" fmla="*/ 126683 w 126682"/>
                <a:gd name="connsiteY3" fmla="*/ 0 h 479734"/>
                <a:gd name="connsiteX4" fmla="*/ 126683 w 126682"/>
                <a:gd name="connsiteY4" fmla="*/ 47973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682" h="479734">
                  <a:moveTo>
                    <a:pt x="126683" y="479734"/>
                  </a:moveTo>
                  <a:lnTo>
                    <a:pt x="0" y="479734"/>
                  </a:lnTo>
                  <a:lnTo>
                    <a:pt x="0" y="0"/>
                  </a:lnTo>
                  <a:lnTo>
                    <a:pt x="126683" y="0"/>
                  </a:lnTo>
                  <a:lnTo>
                    <a:pt x="126683" y="479734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" name="Vrije vorm 44">
              <a:extLst>
                <a:ext uri="{FF2B5EF4-FFF2-40B4-BE49-F238E27FC236}">
                  <a16:creationId xmlns:a16="http://schemas.microsoft.com/office/drawing/2014/main" id="{2AB03873-EDF3-0740-90B5-561E18D5370D}"/>
                </a:ext>
              </a:extLst>
            </p:cNvPr>
            <p:cNvSpPr/>
            <p:nvPr/>
          </p:nvSpPr>
          <p:spPr>
            <a:xfrm>
              <a:off x="2374085" y="3363230"/>
              <a:ext cx="408624" cy="480678"/>
            </a:xfrm>
            <a:custGeom>
              <a:avLst/>
              <a:gdLst>
                <a:gd name="connsiteX0" fmla="*/ 232410 w 408624"/>
                <a:gd name="connsiteY0" fmla="*/ 189816 h 480678"/>
                <a:gd name="connsiteX1" fmla="*/ 408622 w 408624"/>
                <a:gd name="connsiteY1" fmla="*/ 325804 h 480678"/>
                <a:gd name="connsiteX2" fmla="*/ 201930 w 408624"/>
                <a:gd name="connsiteY2" fmla="*/ 480679 h 480678"/>
                <a:gd name="connsiteX3" fmla="*/ 0 w 408624"/>
                <a:gd name="connsiteY3" fmla="*/ 322971 h 480678"/>
                <a:gd name="connsiteX4" fmla="*/ 121920 w 408624"/>
                <a:gd name="connsiteY4" fmla="*/ 322971 h 480678"/>
                <a:gd name="connsiteX5" fmla="*/ 201930 w 408624"/>
                <a:gd name="connsiteY5" fmla="*/ 376799 h 480678"/>
                <a:gd name="connsiteX6" fmla="*/ 280988 w 408624"/>
                <a:gd name="connsiteY6" fmla="*/ 333359 h 480678"/>
                <a:gd name="connsiteX7" fmla="*/ 214313 w 408624"/>
                <a:gd name="connsiteY7" fmla="*/ 288974 h 480678"/>
                <a:gd name="connsiteX8" fmla="*/ 186690 w 408624"/>
                <a:gd name="connsiteY8" fmla="*/ 287085 h 480678"/>
                <a:gd name="connsiteX9" fmla="*/ 952 w 408624"/>
                <a:gd name="connsiteY9" fmla="*/ 144487 h 480678"/>
                <a:gd name="connsiteX10" fmla="*/ 201930 w 408624"/>
                <a:gd name="connsiteY10" fmla="*/ 0 h 480678"/>
                <a:gd name="connsiteX11" fmla="*/ 395288 w 408624"/>
                <a:gd name="connsiteY11" fmla="*/ 132210 h 480678"/>
                <a:gd name="connsiteX12" fmla="*/ 395288 w 408624"/>
                <a:gd name="connsiteY12" fmla="*/ 152042 h 480678"/>
                <a:gd name="connsiteX13" fmla="*/ 273367 w 408624"/>
                <a:gd name="connsiteY13" fmla="*/ 152042 h 480678"/>
                <a:gd name="connsiteX14" fmla="*/ 201930 w 408624"/>
                <a:gd name="connsiteY14" fmla="*/ 103879 h 480678"/>
                <a:gd name="connsiteX15" fmla="*/ 127635 w 408624"/>
                <a:gd name="connsiteY15" fmla="*/ 144487 h 480678"/>
                <a:gd name="connsiteX16" fmla="*/ 180022 w 408624"/>
                <a:gd name="connsiteY16" fmla="*/ 186039 h 480678"/>
                <a:gd name="connsiteX17" fmla="*/ 232410 w 408624"/>
                <a:gd name="connsiteY17" fmla="*/ 189816 h 480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08624" h="480678">
                  <a:moveTo>
                    <a:pt x="232410" y="189816"/>
                  </a:moveTo>
                  <a:cubicBezTo>
                    <a:pt x="373380" y="200204"/>
                    <a:pt x="408622" y="217203"/>
                    <a:pt x="408622" y="325804"/>
                  </a:cubicBezTo>
                  <a:cubicBezTo>
                    <a:pt x="408622" y="404186"/>
                    <a:pt x="411480" y="480679"/>
                    <a:pt x="201930" y="480679"/>
                  </a:cubicBezTo>
                  <a:cubicBezTo>
                    <a:pt x="80963" y="480679"/>
                    <a:pt x="0" y="477846"/>
                    <a:pt x="0" y="322971"/>
                  </a:cubicBezTo>
                  <a:lnTo>
                    <a:pt x="121920" y="322971"/>
                  </a:lnTo>
                  <a:cubicBezTo>
                    <a:pt x="121920" y="372077"/>
                    <a:pt x="140017" y="376799"/>
                    <a:pt x="201930" y="376799"/>
                  </a:cubicBezTo>
                  <a:cubicBezTo>
                    <a:pt x="261938" y="376799"/>
                    <a:pt x="280988" y="373022"/>
                    <a:pt x="280988" y="333359"/>
                  </a:cubicBezTo>
                  <a:cubicBezTo>
                    <a:pt x="280988" y="292751"/>
                    <a:pt x="274320" y="292751"/>
                    <a:pt x="214313" y="288974"/>
                  </a:cubicBezTo>
                  <a:lnTo>
                    <a:pt x="186690" y="287085"/>
                  </a:lnTo>
                  <a:cubicBezTo>
                    <a:pt x="69533" y="278586"/>
                    <a:pt x="952" y="279530"/>
                    <a:pt x="952" y="144487"/>
                  </a:cubicBezTo>
                  <a:cubicBezTo>
                    <a:pt x="952" y="9444"/>
                    <a:pt x="78105" y="0"/>
                    <a:pt x="201930" y="0"/>
                  </a:cubicBezTo>
                  <a:cubicBezTo>
                    <a:pt x="305752" y="0"/>
                    <a:pt x="395288" y="1889"/>
                    <a:pt x="395288" y="132210"/>
                  </a:cubicBezTo>
                  <a:lnTo>
                    <a:pt x="395288" y="152042"/>
                  </a:lnTo>
                  <a:lnTo>
                    <a:pt x="273367" y="152042"/>
                  </a:lnTo>
                  <a:cubicBezTo>
                    <a:pt x="273367" y="103879"/>
                    <a:pt x="253365" y="103879"/>
                    <a:pt x="201930" y="103879"/>
                  </a:cubicBezTo>
                  <a:cubicBezTo>
                    <a:pt x="133350" y="103879"/>
                    <a:pt x="127635" y="118045"/>
                    <a:pt x="127635" y="144487"/>
                  </a:cubicBezTo>
                  <a:cubicBezTo>
                    <a:pt x="127635" y="182261"/>
                    <a:pt x="145733" y="183206"/>
                    <a:pt x="180022" y="186039"/>
                  </a:cubicBezTo>
                  <a:lnTo>
                    <a:pt x="232410" y="189816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" name="Vrije vorm 45">
              <a:extLst>
                <a:ext uri="{FF2B5EF4-FFF2-40B4-BE49-F238E27FC236}">
                  <a16:creationId xmlns:a16="http://schemas.microsoft.com/office/drawing/2014/main" id="{F6B43C37-97DE-074C-8691-11160BA0CD4A}"/>
                </a:ext>
              </a:extLst>
            </p:cNvPr>
            <p:cNvSpPr/>
            <p:nvPr/>
          </p:nvSpPr>
          <p:spPr>
            <a:xfrm>
              <a:off x="2909390" y="3364175"/>
              <a:ext cx="126682" cy="479734"/>
            </a:xfrm>
            <a:custGeom>
              <a:avLst/>
              <a:gdLst>
                <a:gd name="connsiteX0" fmla="*/ 126682 w 126682"/>
                <a:gd name="connsiteY0" fmla="*/ 479734 h 479734"/>
                <a:gd name="connsiteX1" fmla="*/ 0 w 126682"/>
                <a:gd name="connsiteY1" fmla="*/ 479734 h 479734"/>
                <a:gd name="connsiteX2" fmla="*/ 0 w 126682"/>
                <a:gd name="connsiteY2" fmla="*/ 0 h 479734"/>
                <a:gd name="connsiteX3" fmla="*/ 126682 w 126682"/>
                <a:gd name="connsiteY3" fmla="*/ 0 h 479734"/>
                <a:gd name="connsiteX4" fmla="*/ 126682 w 126682"/>
                <a:gd name="connsiteY4" fmla="*/ 47973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682" h="479734">
                  <a:moveTo>
                    <a:pt x="126682" y="479734"/>
                  </a:moveTo>
                  <a:lnTo>
                    <a:pt x="0" y="479734"/>
                  </a:lnTo>
                  <a:lnTo>
                    <a:pt x="0" y="0"/>
                  </a:lnTo>
                  <a:lnTo>
                    <a:pt x="126682" y="0"/>
                  </a:lnTo>
                  <a:lnTo>
                    <a:pt x="126682" y="479734"/>
                  </a:lnTo>
                  <a:close/>
                </a:path>
              </a:pathLst>
            </a:custGeom>
            <a:solidFill>
              <a:srgbClr val="7495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" name="Vrije vorm 46">
              <a:extLst>
                <a:ext uri="{FF2B5EF4-FFF2-40B4-BE49-F238E27FC236}">
                  <a16:creationId xmlns:a16="http://schemas.microsoft.com/office/drawing/2014/main" id="{197165A7-8D5C-2A4F-87BC-61398B569CD0}"/>
                </a:ext>
              </a:extLst>
            </p:cNvPr>
            <p:cNvSpPr/>
            <p:nvPr/>
          </p:nvSpPr>
          <p:spPr>
            <a:xfrm>
              <a:off x="3141800" y="3364175"/>
              <a:ext cx="432434" cy="479734"/>
            </a:xfrm>
            <a:custGeom>
              <a:avLst/>
              <a:gdLst>
                <a:gd name="connsiteX0" fmla="*/ 0 w 432434"/>
                <a:gd name="connsiteY0" fmla="*/ 0 h 479734"/>
                <a:gd name="connsiteX1" fmla="*/ 240983 w 432434"/>
                <a:gd name="connsiteY1" fmla="*/ 0 h 479734"/>
                <a:gd name="connsiteX2" fmla="*/ 432435 w 432434"/>
                <a:gd name="connsiteY2" fmla="*/ 183206 h 479734"/>
                <a:gd name="connsiteX3" fmla="*/ 432435 w 432434"/>
                <a:gd name="connsiteY3" fmla="*/ 289918 h 479734"/>
                <a:gd name="connsiteX4" fmla="*/ 258128 w 432434"/>
                <a:gd name="connsiteY4" fmla="*/ 479734 h 479734"/>
                <a:gd name="connsiteX5" fmla="*/ 0 w 432434"/>
                <a:gd name="connsiteY5" fmla="*/ 479734 h 479734"/>
                <a:gd name="connsiteX6" fmla="*/ 0 w 432434"/>
                <a:gd name="connsiteY6" fmla="*/ 0 h 479734"/>
                <a:gd name="connsiteX7" fmla="*/ 126683 w 432434"/>
                <a:gd name="connsiteY7" fmla="*/ 370189 h 479734"/>
                <a:gd name="connsiteX8" fmla="*/ 238125 w 432434"/>
                <a:gd name="connsiteY8" fmla="*/ 370189 h 479734"/>
                <a:gd name="connsiteX9" fmla="*/ 301943 w 432434"/>
                <a:gd name="connsiteY9" fmla="*/ 289918 h 479734"/>
                <a:gd name="connsiteX10" fmla="*/ 301943 w 432434"/>
                <a:gd name="connsiteY10" fmla="*/ 183206 h 479734"/>
                <a:gd name="connsiteX11" fmla="*/ 238125 w 432434"/>
                <a:gd name="connsiteY11" fmla="*/ 109546 h 479734"/>
                <a:gd name="connsiteX12" fmla="*/ 126683 w 432434"/>
                <a:gd name="connsiteY12" fmla="*/ 109546 h 479734"/>
                <a:gd name="connsiteX13" fmla="*/ 126683 w 432434"/>
                <a:gd name="connsiteY13" fmla="*/ 370189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2434" h="479734">
                  <a:moveTo>
                    <a:pt x="0" y="0"/>
                  </a:moveTo>
                  <a:lnTo>
                    <a:pt x="240983" y="0"/>
                  </a:lnTo>
                  <a:cubicBezTo>
                    <a:pt x="373380" y="0"/>
                    <a:pt x="432435" y="49107"/>
                    <a:pt x="432435" y="183206"/>
                  </a:cubicBezTo>
                  <a:lnTo>
                    <a:pt x="432435" y="289918"/>
                  </a:lnTo>
                  <a:cubicBezTo>
                    <a:pt x="432435" y="419295"/>
                    <a:pt x="390525" y="479734"/>
                    <a:pt x="258128" y="479734"/>
                  </a:cubicBezTo>
                  <a:lnTo>
                    <a:pt x="0" y="479734"/>
                  </a:lnTo>
                  <a:lnTo>
                    <a:pt x="0" y="0"/>
                  </a:lnTo>
                  <a:close/>
                  <a:moveTo>
                    <a:pt x="126683" y="370189"/>
                  </a:moveTo>
                  <a:lnTo>
                    <a:pt x="238125" y="370189"/>
                  </a:lnTo>
                  <a:cubicBezTo>
                    <a:pt x="284797" y="370189"/>
                    <a:pt x="301943" y="339025"/>
                    <a:pt x="301943" y="289918"/>
                  </a:cubicBezTo>
                  <a:lnTo>
                    <a:pt x="301943" y="183206"/>
                  </a:lnTo>
                  <a:cubicBezTo>
                    <a:pt x="301943" y="121822"/>
                    <a:pt x="281940" y="109546"/>
                    <a:pt x="238125" y="109546"/>
                  </a:cubicBezTo>
                  <a:lnTo>
                    <a:pt x="126683" y="109546"/>
                  </a:lnTo>
                  <a:lnTo>
                    <a:pt x="126683" y="370189"/>
                  </a:lnTo>
                  <a:close/>
                </a:path>
              </a:pathLst>
            </a:custGeom>
            <a:solidFill>
              <a:srgbClr val="7495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" name="Vrije vorm 47">
              <a:extLst>
                <a:ext uri="{FF2B5EF4-FFF2-40B4-BE49-F238E27FC236}">
                  <a16:creationId xmlns:a16="http://schemas.microsoft.com/office/drawing/2014/main" id="{061234FE-111B-494F-8D74-C5E844231DA0}"/>
                </a:ext>
              </a:extLst>
            </p:cNvPr>
            <p:cNvSpPr/>
            <p:nvPr/>
          </p:nvSpPr>
          <p:spPr>
            <a:xfrm>
              <a:off x="3675200" y="3364175"/>
              <a:ext cx="347662" cy="479734"/>
            </a:xfrm>
            <a:custGeom>
              <a:avLst/>
              <a:gdLst>
                <a:gd name="connsiteX0" fmla="*/ 126683 w 347662"/>
                <a:gd name="connsiteY0" fmla="*/ 193594 h 479734"/>
                <a:gd name="connsiteX1" fmla="*/ 329565 w 347662"/>
                <a:gd name="connsiteY1" fmla="*/ 193594 h 479734"/>
                <a:gd name="connsiteX2" fmla="*/ 329565 w 347662"/>
                <a:gd name="connsiteY2" fmla="*/ 281419 h 479734"/>
                <a:gd name="connsiteX3" fmla="*/ 126683 w 347662"/>
                <a:gd name="connsiteY3" fmla="*/ 281419 h 479734"/>
                <a:gd name="connsiteX4" fmla="*/ 126683 w 347662"/>
                <a:gd name="connsiteY4" fmla="*/ 376799 h 479734"/>
                <a:gd name="connsiteX5" fmla="*/ 347663 w 347662"/>
                <a:gd name="connsiteY5" fmla="*/ 376799 h 479734"/>
                <a:gd name="connsiteX6" fmla="*/ 347663 w 347662"/>
                <a:gd name="connsiteY6" fmla="*/ 479734 h 479734"/>
                <a:gd name="connsiteX7" fmla="*/ 0 w 347662"/>
                <a:gd name="connsiteY7" fmla="*/ 479734 h 479734"/>
                <a:gd name="connsiteX8" fmla="*/ 0 w 347662"/>
                <a:gd name="connsiteY8" fmla="*/ 0 h 479734"/>
                <a:gd name="connsiteX9" fmla="*/ 347663 w 347662"/>
                <a:gd name="connsiteY9" fmla="*/ 0 h 479734"/>
                <a:gd name="connsiteX10" fmla="*/ 347663 w 347662"/>
                <a:gd name="connsiteY10" fmla="*/ 102935 h 479734"/>
                <a:gd name="connsiteX11" fmla="*/ 126683 w 347662"/>
                <a:gd name="connsiteY11" fmla="*/ 102935 h 479734"/>
                <a:gd name="connsiteX12" fmla="*/ 126683 w 347662"/>
                <a:gd name="connsiteY12" fmla="*/ 19359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7662" h="479734">
                  <a:moveTo>
                    <a:pt x="126683" y="193594"/>
                  </a:moveTo>
                  <a:lnTo>
                    <a:pt x="329565" y="193594"/>
                  </a:lnTo>
                  <a:lnTo>
                    <a:pt x="329565" y="281419"/>
                  </a:lnTo>
                  <a:lnTo>
                    <a:pt x="126683" y="281419"/>
                  </a:lnTo>
                  <a:lnTo>
                    <a:pt x="126683" y="376799"/>
                  </a:lnTo>
                  <a:lnTo>
                    <a:pt x="347663" y="376799"/>
                  </a:lnTo>
                  <a:lnTo>
                    <a:pt x="347663" y="479734"/>
                  </a:lnTo>
                  <a:lnTo>
                    <a:pt x="0" y="479734"/>
                  </a:lnTo>
                  <a:lnTo>
                    <a:pt x="0" y="0"/>
                  </a:lnTo>
                  <a:lnTo>
                    <a:pt x="347663" y="0"/>
                  </a:lnTo>
                  <a:lnTo>
                    <a:pt x="347663" y="102935"/>
                  </a:lnTo>
                  <a:lnTo>
                    <a:pt x="126683" y="102935"/>
                  </a:lnTo>
                  <a:lnTo>
                    <a:pt x="126683" y="193594"/>
                  </a:lnTo>
                  <a:close/>
                </a:path>
              </a:pathLst>
            </a:custGeom>
            <a:solidFill>
              <a:srgbClr val="7495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sp>
        <p:nvSpPr>
          <p:cNvPr id="49" name="Tijdelijke aanduiding voor tekst 48">
            <a:extLst>
              <a:ext uri="{FF2B5EF4-FFF2-40B4-BE49-F238E27FC236}">
                <a16:creationId xmlns:a16="http://schemas.microsoft.com/office/drawing/2014/main" id="{8BFFB55C-937F-E040-A3AA-C0F7E7DCEC2B}"/>
              </a:ext>
            </a:extLst>
          </p:cNvPr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2587235" y="76906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0" name="Tijdelijke aanduiding voor tekst 49">
            <a:extLst>
              <a:ext uri="{FF2B5EF4-FFF2-40B4-BE49-F238E27FC236}">
                <a16:creationId xmlns:a16="http://schemas.microsoft.com/office/drawing/2014/main" id="{3B045DF5-14B3-224E-9623-AE6177DB8AB5}"/>
              </a:ext>
            </a:extLst>
          </p:cNvPr>
          <p:cNvSpPr>
            <a:spLocks noGrp="1" noChangeAspect="1"/>
          </p:cNvSpPr>
          <p:nvPr>
            <p:ph type="body" sz="quarter" idx="33" hasCustomPrompt="1"/>
          </p:nvPr>
        </p:nvSpPr>
        <p:spPr>
          <a:xfrm>
            <a:off x="5665857" y="76906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1" name="Tijdelijke aanduiding voor tekst 50">
            <a:extLst>
              <a:ext uri="{FF2B5EF4-FFF2-40B4-BE49-F238E27FC236}">
                <a16:creationId xmlns:a16="http://schemas.microsoft.com/office/drawing/2014/main" id="{6CBFFB87-A68E-5841-859D-A24FF28771C1}"/>
              </a:ext>
            </a:extLst>
          </p:cNvPr>
          <p:cNvSpPr>
            <a:spLocks noGrp="1" noChangeAspect="1"/>
          </p:cNvSpPr>
          <p:nvPr>
            <p:ph type="body" sz="quarter" idx="34" hasCustomPrompt="1"/>
          </p:nvPr>
        </p:nvSpPr>
        <p:spPr>
          <a:xfrm>
            <a:off x="8715783" y="76980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2" name="Tijdelijke aanduiding voor tekst 51">
            <a:extLst>
              <a:ext uri="{FF2B5EF4-FFF2-40B4-BE49-F238E27FC236}">
                <a16:creationId xmlns:a16="http://schemas.microsoft.com/office/drawing/2014/main" id="{D262664A-0256-784F-9B9D-08F83B1D6A29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740747" y="3562457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3" name="Tijdelijke aanduiding voor tekst 52">
            <a:extLst>
              <a:ext uri="{FF2B5EF4-FFF2-40B4-BE49-F238E27FC236}">
                <a16:creationId xmlns:a16="http://schemas.microsoft.com/office/drawing/2014/main" id="{D2C8FED3-4C19-B044-B7C1-47AB97708886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9306010" y="3562457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4" name="Tijdelijke aanduiding voor tekst 53">
            <a:extLst>
              <a:ext uri="{FF2B5EF4-FFF2-40B4-BE49-F238E27FC236}">
                <a16:creationId xmlns:a16="http://schemas.microsoft.com/office/drawing/2014/main" id="{773FCF82-1878-584B-8A8C-7B26A9410DF6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180928" y="3556664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5" name="Tijdelijke aanduiding voor tekst 54">
            <a:extLst>
              <a:ext uri="{FF2B5EF4-FFF2-40B4-BE49-F238E27FC236}">
                <a16:creationId xmlns:a16="http://schemas.microsoft.com/office/drawing/2014/main" id="{018CA4D7-36C2-A443-B03C-DAFDF3DFABF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1612461" y="3556664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012027048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hthoek 16">
            <a:extLst>
              <a:ext uri="{FF2B5EF4-FFF2-40B4-BE49-F238E27FC236}">
                <a16:creationId xmlns:a16="http://schemas.microsoft.com/office/drawing/2014/main" id="{FCD50EC1-2D85-1D41-9A4F-4A493BA2A277}"/>
              </a:ext>
            </a:extLst>
          </p:cNvPr>
          <p:cNvSpPr/>
          <p:nvPr userDrawn="1"/>
        </p:nvSpPr>
        <p:spPr>
          <a:xfrm>
            <a:off x="312000" y="3558273"/>
            <a:ext cx="11880000" cy="9079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hthoek 13">
            <a:extLst>
              <a:ext uri="{FF2B5EF4-FFF2-40B4-BE49-F238E27FC236}">
                <a16:creationId xmlns:a16="http://schemas.microsoft.com/office/drawing/2014/main" id="{612240F9-A90B-2244-AA18-C027ADFBF5B7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Tijdelijke aanduiding voor verticale tekst 2">
            <a:extLst>
              <a:ext uri="{FF2B5EF4-FFF2-40B4-BE49-F238E27FC236}">
                <a16:creationId xmlns:a16="http://schemas.microsoft.com/office/drawing/2014/main" id="{1A9A78AC-A588-5142-BB08-9D67126D8039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29" name="Tijdelijke aanduiding voor tekst 19">
            <a:extLst>
              <a:ext uri="{FF2B5EF4-FFF2-40B4-BE49-F238E27FC236}">
                <a16:creationId xmlns:a16="http://schemas.microsoft.com/office/drawing/2014/main" id="{F3EBF283-58F9-CA41-B625-4A95AA43C94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184359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0" name="Tijdelijke aanduiding voor tekst 19">
            <a:extLst>
              <a:ext uri="{FF2B5EF4-FFF2-40B4-BE49-F238E27FC236}">
                <a16:creationId xmlns:a16="http://schemas.microsoft.com/office/drawing/2014/main" id="{19362229-325F-CB47-B9AD-2CB33BE43C7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184359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1" name="Tijdelijke aanduiding voor tekst 19">
            <a:extLst>
              <a:ext uri="{FF2B5EF4-FFF2-40B4-BE49-F238E27FC236}">
                <a16:creationId xmlns:a16="http://schemas.microsoft.com/office/drawing/2014/main" id="{C80D6803-C4F9-0A4E-AC2F-5F9EE012809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751378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2" name="Tijdelijke aanduiding voor tekst 19">
            <a:extLst>
              <a:ext uri="{FF2B5EF4-FFF2-40B4-BE49-F238E27FC236}">
                <a16:creationId xmlns:a16="http://schemas.microsoft.com/office/drawing/2014/main" id="{6E90E04C-CDC4-E24B-B1D9-308D8CC7CBD5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751378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4" name="Tijdelijke aanduiding voor tekst 19">
            <a:extLst>
              <a:ext uri="{FF2B5EF4-FFF2-40B4-BE49-F238E27FC236}">
                <a16:creationId xmlns:a16="http://schemas.microsoft.com/office/drawing/2014/main" id="{8A29E778-9F3E-2F42-B4BC-B50B2885239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13210" y="404184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5" name="Tijdelijke aanduiding voor tekst 19">
            <a:extLst>
              <a:ext uri="{FF2B5EF4-FFF2-40B4-BE49-F238E27FC236}">
                <a16:creationId xmlns:a16="http://schemas.microsoft.com/office/drawing/2014/main" id="{A1001979-EE87-294D-B038-C6567E3B572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13210" y="434962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7" name="Tijdelijke aanduiding voor tekst 19">
            <a:extLst>
              <a:ext uri="{FF2B5EF4-FFF2-40B4-BE49-F238E27FC236}">
                <a16:creationId xmlns:a16="http://schemas.microsoft.com/office/drawing/2014/main" id="{57DBF88F-3080-2F4C-AE3C-AC6E06502C1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619661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8" name="Tijdelijke aanduiding voor tekst 19">
            <a:extLst>
              <a:ext uri="{FF2B5EF4-FFF2-40B4-BE49-F238E27FC236}">
                <a16:creationId xmlns:a16="http://schemas.microsoft.com/office/drawing/2014/main" id="{07AA38EE-921C-7E4C-9525-A8E9AEA6461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619661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56" name="Tijdelijke aanduiding voor tekst 19">
            <a:extLst>
              <a:ext uri="{FF2B5EF4-FFF2-40B4-BE49-F238E27FC236}">
                <a16:creationId xmlns:a16="http://schemas.microsoft.com/office/drawing/2014/main" id="{E9CC0C5F-4C7E-9E47-A372-762C3E6A5A4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651513" y="78133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57" name="Tijdelijke aanduiding voor tekst 19">
            <a:extLst>
              <a:ext uri="{FF2B5EF4-FFF2-40B4-BE49-F238E27FC236}">
                <a16:creationId xmlns:a16="http://schemas.microsoft.com/office/drawing/2014/main" id="{45BE8DC9-ABE3-B54A-8311-41FEAC95E0E6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651513" y="108911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58" name="Tijdelijke aanduiding voor tekst 19">
            <a:extLst>
              <a:ext uri="{FF2B5EF4-FFF2-40B4-BE49-F238E27FC236}">
                <a16:creationId xmlns:a16="http://schemas.microsoft.com/office/drawing/2014/main" id="{40C7440A-E453-E845-9688-E9F080C9FE5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180098" y="78133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59" name="Tijdelijke aanduiding voor tekst 19">
            <a:extLst>
              <a:ext uri="{FF2B5EF4-FFF2-40B4-BE49-F238E27FC236}">
                <a16:creationId xmlns:a16="http://schemas.microsoft.com/office/drawing/2014/main" id="{DEA579D0-A28B-CA41-9864-DA659BF418B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180098" y="108911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60" name="Tijdelijke aanduiding voor tekst 19">
            <a:extLst>
              <a:ext uri="{FF2B5EF4-FFF2-40B4-BE49-F238E27FC236}">
                <a16:creationId xmlns:a16="http://schemas.microsoft.com/office/drawing/2014/main" id="{A62FE2BB-2A36-794E-BED6-7C09472288B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722983" y="784780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61" name="Tijdelijke aanduiding voor tekst 19">
            <a:extLst>
              <a:ext uri="{FF2B5EF4-FFF2-40B4-BE49-F238E27FC236}">
                <a16:creationId xmlns:a16="http://schemas.microsoft.com/office/drawing/2014/main" id="{747B6A19-884B-5947-BD3D-BF107571355B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722983" y="1092559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62" name="Tijdelijke aanduiding voor tekst 19">
            <a:extLst>
              <a:ext uri="{FF2B5EF4-FFF2-40B4-BE49-F238E27FC236}">
                <a16:creationId xmlns:a16="http://schemas.microsoft.com/office/drawing/2014/main" id="{73C370C1-0941-914F-B7B9-71FD8AD389F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1108630" y="78133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63" name="Tijdelijke aanduiding voor tekst 19">
            <a:extLst>
              <a:ext uri="{FF2B5EF4-FFF2-40B4-BE49-F238E27FC236}">
                <a16:creationId xmlns:a16="http://schemas.microsoft.com/office/drawing/2014/main" id="{0EE4B40B-48D0-4946-9679-49535B874BD8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08630" y="108911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grpSp>
        <p:nvGrpSpPr>
          <p:cNvPr id="40" name="Groep 39">
            <a:extLst>
              <a:ext uri="{FF2B5EF4-FFF2-40B4-BE49-F238E27FC236}">
                <a16:creationId xmlns:a16="http://schemas.microsoft.com/office/drawing/2014/main" id="{99090CF0-900B-234F-89BF-1FC6DB5215C5}"/>
              </a:ext>
            </a:extLst>
          </p:cNvPr>
          <p:cNvGrpSpPr/>
          <p:nvPr userDrawn="1"/>
        </p:nvGrpSpPr>
        <p:grpSpPr>
          <a:xfrm>
            <a:off x="10432111" y="294027"/>
            <a:ext cx="1430737" cy="200339"/>
            <a:chOff x="590053" y="3363230"/>
            <a:chExt cx="3432809" cy="480679"/>
          </a:xfrm>
        </p:grpSpPr>
        <p:sp>
          <p:nvSpPr>
            <p:cNvPr id="42" name="Vrije vorm 41">
              <a:extLst>
                <a:ext uri="{FF2B5EF4-FFF2-40B4-BE49-F238E27FC236}">
                  <a16:creationId xmlns:a16="http://schemas.microsoft.com/office/drawing/2014/main" id="{13330F58-4F2C-A948-A5AE-D35282043D9A}"/>
                </a:ext>
              </a:extLst>
            </p:cNvPr>
            <p:cNvSpPr/>
            <p:nvPr/>
          </p:nvSpPr>
          <p:spPr>
            <a:xfrm>
              <a:off x="590053" y="3364175"/>
              <a:ext cx="330517" cy="479734"/>
            </a:xfrm>
            <a:custGeom>
              <a:avLst/>
              <a:gdLst>
                <a:gd name="connsiteX0" fmla="*/ 330518 w 330517"/>
                <a:gd name="connsiteY0" fmla="*/ 0 h 479734"/>
                <a:gd name="connsiteX1" fmla="*/ 330518 w 330517"/>
                <a:gd name="connsiteY1" fmla="*/ 330526 h 479734"/>
                <a:gd name="connsiteX2" fmla="*/ 159068 w 330517"/>
                <a:gd name="connsiteY2" fmla="*/ 479734 h 479734"/>
                <a:gd name="connsiteX3" fmla="*/ 0 w 330517"/>
                <a:gd name="connsiteY3" fmla="*/ 317305 h 479734"/>
                <a:gd name="connsiteX4" fmla="*/ 0 w 330517"/>
                <a:gd name="connsiteY4" fmla="*/ 278586 h 479734"/>
                <a:gd name="connsiteX5" fmla="*/ 120968 w 330517"/>
                <a:gd name="connsiteY5" fmla="*/ 278586 h 479734"/>
                <a:gd name="connsiteX6" fmla="*/ 120968 w 330517"/>
                <a:gd name="connsiteY6" fmla="*/ 317305 h 479734"/>
                <a:gd name="connsiteX7" fmla="*/ 160020 w 330517"/>
                <a:gd name="connsiteY7" fmla="*/ 370189 h 479734"/>
                <a:gd name="connsiteX8" fmla="*/ 204788 w 330517"/>
                <a:gd name="connsiteY8" fmla="*/ 330526 h 479734"/>
                <a:gd name="connsiteX9" fmla="*/ 204788 w 330517"/>
                <a:gd name="connsiteY9" fmla="*/ 0 h 479734"/>
                <a:gd name="connsiteX10" fmla="*/ 330518 w 330517"/>
                <a:gd name="connsiteY10" fmla="*/ 0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517" h="479734">
                  <a:moveTo>
                    <a:pt x="330518" y="0"/>
                  </a:moveTo>
                  <a:lnTo>
                    <a:pt x="330518" y="330526"/>
                  </a:lnTo>
                  <a:cubicBezTo>
                    <a:pt x="330518" y="457070"/>
                    <a:pt x="292418" y="479734"/>
                    <a:pt x="159068" y="479734"/>
                  </a:cubicBezTo>
                  <a:cubicBezTo>
                    <a:pt x="27623" y="479734"/>
                    <a:pt x="0" y="448571"/>
                    <a:pt x="0" y="317305"/>
                  </a:cubicBezTo>
                  <a:lnTo>
                    <a:pt x="0" y="278586"/>
                  </a:lnTo>
                  <a:lnTo>
                    <a:pt x="120968" y="278586"/>
                  </a:lnTo>
                  <a:lnTo>
                    <a:pt x="120968" y="317305"/>
                  </a:lnTo>
                  <a:cubicBezTo>
                    <a:pt x="120968" y="356023"/>
                    <a:pt x="125730" y="370189"/>
                    <a:pt x="160020" y="370189"/>
                  </a:cubicBezTo>
                  <a:cubicBezTo>
                    <a:pt x="199073" y="370189"/>
                    <a:pt x="204788" y="359801"/>
                    <a:pt x="204788" y="330526"/>
                  </a:cubicBezTo>
                  <a:lnTo>
                    <a:pt x="204788" y="0"/>
                  </a:lnTo>
                  <a:lnTo>
                    <a:pt x="330518" y="0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" name="Vrije vorm 42">
              <a:extLst>
                <a:ext uri="{FF2B5EF4-FFF2-40B4-BE49-F238E27FC236}">
                  <a16:creationId xmlns:a16="http://schemas.microsoft.com/office/drawing/2014/main" id="{B88662F8-8A79-A84F-8E19-64E6786E564B}"/>
                </a:ext>
              </a:extLst>
            </p:cNvPr>
            <p:cNvSpPr/>
            <p:nvPr/>
          </p:nvSpPr>
          <p:spPr>
            <a:xfrm>
              <a:off x="1040585" y="3364175"/>
              <a:ext cx="441007" cy="478813"/>
            </a:xfrm>
            <a:custGeom>
              <a:avLst/>
              <a:gdLst>
                <a:gd name="connsiteX0" fmla="*/ 0 w 441007"/>
                <a:gd name="connsiteY0" fmla="*/ 306917 h 478813"/>
                <a:gd name="connsiteX1" fmla="*/ 0 w 441007"/>
                <a:gd name="connsiteY1" fmla="*/ 172818 h 478813"/>
                <a:gd name="connsiteX2" fmla="*/ 220028 w 441007"/>
                <a:gd name="connsiteY2" fmla="*/ 0 h 478813"/>
                <a:gd name="connsiteX3" fmla="*/ 441008 w 441007"/>
                <a:gd name="connsiteY3" fmla="*/ 172818 h 478813"/>
                <a:gd name="connsiteX4" fmla="*/ 441008 w 441007"/>
                <a:gd name="connsiteY4" fmla="*/ 305972 h 478813"/>
                <a:gd name="connsiteX5" fmla="*/ 220980 w 441007"/>
                <a:gd name="connsiteY5" fmla="*/ 478790 h 478813"/>
                <a:gd name="connsiteX6" fmla="*/ 0 w 441007"/>
                <a:gd name="connsiteY6" fmla="*/ 306917 h 478813"/>
                <a:gd name="connsiteX7" fmla="*/ 309563 w 441007"/>
                <a:gd name="connsiteY7" fmla="*/ 292751 h 478813"/>
                <a:gd name="connsiteX8" fmla="*/ 309563 w 441007"/>
                <a:gd name="connsiteY8" fmla="*/ 186039 h 478813"/>
                <a:gd name="connsiteX9" fmla="*/ 220028 w 441007"/>
                <a:gd name="connsiteY9" fmla="*/ 109546 h 478813"/>
                <a:gd name="connsiteX10" fmla="*/ 130493 w 441007"/>
                <a:gd name="connsiteY10" fmla="*/ 186039 h 478813"/>
                <a:gd name="connsiteX11" fmla="*/ 130493 w 441007"/>
                <a:gd name="connsiteY11" fmla="*/ 292751 h 478813"/>
                <a:gd name="connsiteX12" fmla="*/ 220028 w 441007"/>
                <a:gd name="connsiteY12" fmla="*/ 370189 h 478813"/>
                <a:gd name="connsiteX13" fmla="*/ 309563 w 441007"/>
                <a:gd name="connsiteY13" fmla="*/ 292751 h 47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1007" h="478813">
                  <a:moveTo>
                    <a:pt x="0" y="306917"/>
                  </a:moveTo>
                  <a:lnTo>
                    <a:pt x="0" y="172818"/>
                  </a:lnTo>
                  <a:cubicBezTo>
                    <a:pt x="0" y="27386"/>
                    <a:pt x="91440" y="0"/>
                    <a:pt x="220028" y="0"/>
                  </a:cubicBezTo>
                  <a:cubicBezTo>
                    <a:pt x="349568" y="0"/>
                    <a:pt x="441008" y="27386"/>
                    <a:pt x="441008" y="172818"/>
                  </a:cubicBezTo>
                  <a:lnTo>
                    <a:pt x="441008" y="305972"/>
                  </a:lnTo>
                  <a:cubicBezTo>
                    <a:pt x="441008" y="451404"/>
                    <a:pt x="349568" y="478790"/>
                    <a:pt x="220980" y="478790"/>
                  </a:cubicBezTo>
                  <a:cubicBezTo>
                    <a:pt x="91440" y="479734"/>
                    <a:pt x="0" y="452348"/>
                    <a:pt x="0" y="306917"/>
                  </a:cubicBezTo>
                  <a:close/>
                  <a:moveTo>
                    <a:pt x="309563" y="292751"/>
                  </a:moveTo>
                  <a:lnTo>
                    <a:pt x="309563" y="186039"/>
                  </a:lnTo>
                  <a:cubicBezTo>
                    <a:pt x="309563" y="116156"/>
                    <a:pt x="285750" y="109546"/>
                    <a:pt x="220028" y="109546"/>
                  </a:cubicBezTo>
                  <a:cubicBezTo>
                    <a:pt x="154305" y="109546"/>
                    <a:pt x="132398" y="116156"/>
                    <a:pt x="130493" y="186039"/>
                  </a:cubicBezTo>
                  <a:lnTo>
                    <a:pt x="130493" y="292751"/>
                  </a:lnTo>
                  <a:cubicBezTo>
                    <a:pt x="132398" y="363578"/>
                    <a:pt x="154305" y="370189"/>
                    <a:pt x="220028" y="370189"/>
                  </a:cubicBezTo>
                  <a:cubicBezTo>
                    <a:pt x="285750" y="370189"/>
                    <a:pt x="309563" y="363578"/>
                    <a:pt x="309563" y="292751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4" name="Vrije vorm 43">
              <a:extLst>
                <a:ext uri="{FF2B5EF4-FFF2-40B4-BE49-F238E27FC236}">
                  <a16:creationId xmlns:a16="http://schemas.microsoft.com/office/drawing/2014/main" id="{40C2B404-2BA1-6B44-BDE4-1A84DC3CE962}"/>
                </a:ext>
              </a:extLst>
            </p:cNvPr>
            <p:cNvSpPr/>
            <p:nvPr/>
          </p:nvSpPr>
          <p:spPr>
            <a:xfrm>
              <a:off x="1595892" y="3364175"/>
              <a:ext cx="408622" cy="479734"/>
            </a:xfrm>
            <a:custGeom>
              <a:avLst/>
              <a:gdLst>
                <a:gd name="connsiteX0" fmla="*/ 0 w 408622"/>
                <a:gd name="connsiteY0" fmla="*/ 0 h 479734"/>
                <a:gd name="connsiteX1" fmla="*/ 244793 w 408622"/>
                <a:gd name="connsiteY1" fmla="*/ 0 h 479734"/>
                <a:gd name="connsiteX2" fmla="*/ 408623 w 408622"/>
                <a:gd name="connsiteY2" fmla="*/ 142598 h 479734"/>
                <a:gd name="connsiteX3" fmla="*/ 318135 w 408622"/>
                <a:gd name="connsiteY3" fmla="*/ 288030 h 479734"/>
                <a:gd name="connsiteX4" fmla="*/ 318135 w 408622"/>
                <a:gd name="connsiteY4" fmla="*/ 292751 h 479734"/>
                <a:gd name="connsiteX5" fmla="*/ 403860 w 408622"/>
                <a:gd name="connsiteY5" fmla="*/ 376799 h 479734"/>
                <a:gd name="connsiteX6" fmla="*/ 403860 w 408622"/>
                <a:gd name="connsiteY6" fmla="*/ 479734 h 479734"/>
                <a:gd name="connsiteX7" fmla="*/ 277178 w 408622"/>
                <a:gd name="connsiteY7" fmla="*/ 479734 h 479734"/>
                <a:gd name="connsiteX8" fmla="*/ 277178 w 408622"/>
                <a:gd name="connsiteY8" fmla="*/ 406074 h 479734"/>
                <a:gd name="connsiteX9" fmla="*/ 224790 w 408622"/>
                <a:gd name="connsiteY9" fmla="*/ 346580 h 479734"/>
                <a:gd name="connsiteX10" fmla="*/ 126683 w 408622"/>
                <a:gd name="connsiteY10" fmla="*/ 346580 h 479734"/>
                <a:gd name="connsiteX11" fmla="*/ 126683 w 408622"/>
                <a:gd name="connsiteY11" fmla="*/ 479734 h 479734"/>
                <a:gd name="connsiteX12" fmla="*/ 0 w 408622"/>
                <a:gd name="connsiteY12" fmla="*/ 479734 h 479734"/>
                <a:gd name="connsiteX13" fmla="*/ 0 w 408622"/>
                <a:gd name="connsiteY13" fmla="*/ 0 h 479734"/>
                <a:gd name="connsiteX14" fmla="*/ 224790 w 408622"/>
                <a:gd name="connsiteY14" fmla="*/ 237034 h 479734"/>
                <a:gd name="connsiteX15" fmla="*/ 277178 w 408622"/>
                <a:gd name="connsiteY15" fmla="*/ 163374 h 479734"/>
                <a:gd name="connsiteX16" fmla="*/ 224790 w 408622"/>
                <a:gd name="connsiteY16" fmla="*/ 109546 h 479734"/>
                <a:gd name="connsiteX17" fmla="*/ 126683 w 408622"/>
                <a:gd name="connsiteY17" fmla="*/ 109546 h 479734"/>
                <a:gd name="connsiteX18" fmla="*/ 126683 w 408622"/>
                <a:gd name="connsiteY18" fmla="*/ 237034 h 479734"/>
                <a:gd name="connsiteX19" fmla="*/ 224790 w 408622"/>
                <a:gd name="connsiteY19" fmla="*/ 23703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8622" h="479734">
                  <a:moveTo>
                    <a:pt x="0" y="0"/>
                  </a:moveTo>
                  <a:lnTo>
                    <a:pt x="244793" y="0"/>
                  </a:lnTo>
                  <a:cubicBezTo>
                    <a:pt x="354330" y="1889"/>
                    <a:pt x="408623" y="25498"/>
                    <a:pt x="408623" y="142598"/>
                  </a:cubicBezTo>
                  <a:cubicBezTo>
                    <a:pt x="408623" y="220980"/>
                    <a:pt x="408623" y="267254"/>
                    <a:pt x="318135" y="288030"/>
                  </a:cubicBezTo>
                  <a:lnTo>
                    <a:pt x="318135" y="292751"/>
                  </a:lnTo>
                  <a:cubicBezTo>
                    <a:pt x="370523" y="294640"/>
                    <a:pt x="403860" y="322971"/>
                    <a:pt x="403860" y="376799"/>
                  </a:cubicBezTo>
                  <a:lnTo>
                    <a:pt x="403860" y="479734"/>
                  </a:lnTo>
                  <a:lnTo>
                    <a:pt x="277178" y="479734"/>
                  </a:lnTo>
                  <a:lnTo>
                    <a:pt x="277178" y="406074"/>
                  </a:lnTo>
                  <a:cubicBezTo>
                    <a:pt x="278130" y="371133"/>
                    <a:pt x="262890" y="346580"/>
                    <a:pt x="224790" y="346580"/>
                  </a:cubicBezTo>
                  <a:lnTo>
                    <a:pt x="126683" y="346580"/>
                  </a:lnTo>
                  <a:lnTo>
                    <a:pt x="126683" y="479734"/>
                  </a:lnTo>
                  <a:lnTo>
                    <a:pt x="0" y="479734"/>
                  </a:lnTo>
                  <a:lnTo>
                    <a:pt x="0" y="0"/>
                  </a:lnTo>
                  <a:close/>
                  <a:moveTo>
                    <a:pt x="224790" y="237034"/>
                  </a:moveTo>
                  <a:cubicBezTo>
                    <a:pt x="279082" y="237034"/>
                    <a:pt x="277178" y="217203"/>
                    <a:pt x="277178" y="163374"/>
                  </a:cubicBezTo>
                  <a:cubicBezTo>
                    <a:pt x="277178" y="120878"/>
                    <a:pt x="266700" y="109546"/>
                    <a:pt x="224790" y="109546"/>
                  </a:cubicBezTo>
                  <a:lnTo>
                    <a:pt x="126683" y="109546"/>
                  </a:lnTo>
                  <a:lnTo>
                    <a:pt x="126683" y="237034"/>
                  </a:lnTo>
                  <a:lnTo>
                    <a:pt x="224790" y="237034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" name="Vrije vorm 44">
              <a:extLst>
                <a:ext uri="{FF2B5EF4-FFF2-40B4-BE49-F238E27FC236}">
                  <a16:creationId xmlns:a16="http://schemas.microsoft.com/office/drawing/2014/main" id="{E430BCCB-A2B4-8E4D-B628-04147B5AB2B3}"/>
                </a:ext>
              </a:extLst>
            </p:cNvPr>
            <p:cNvSpPr/>
            <p:nvPr/>
          </p:nvSpPr>
          <p:spPr>
            <a:xfrm>
              <a:off x="2127387" y="3364175"/>
              <a:ext cx="126682" cy="479734"/>
            </a:xfrm>
            <a:custGeom>
              <a:avLst/>
              <a:gdLst>
                <a:gd name="connsiteX0" fmla="*/ 126683 w 126682"/>
                <a:gd name="connsiteY0" fmla="*/ 479734 h 479734"/>
                <a:gd name="connsiteX1" fmla="*/ 0 w 126682"/>
                <a:gd name="connsiteY1" fmla="*/ 479734 h 479734"/>
                <a:gd name="connsiteX2" fmla="*/ 0 w 126682"/>
                <a:gd name="connsiteY2" fmla="*/ 0 h 479734"/>
                <a:gd name="connsiteX3" fmla="*/ 126683 w 126682"/>
                <a:gd name="connsiteY3" fmla="*/ 0 h 479734"/>
                <a:gd name="connsiteX4" fmla="*/ 126683 w 126682"/>
                <a:gd name="connsiteY4" fmla="*/ 47973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682" h="479734">
                  <a:moveTo>
                    <a:pt x="126683" y="479734"/>
                  </a:moveTo>
                  <a:lnTo>
                    <a:pt x="0" y="479734"/>
                  </a:lnTo>
                  <a:lnTo>
                    <a:pt x="0" y="0"/>
                  </a:lnTo>
                  <a:lnTo>
                    <a:pt x="126683" y="0"/>
                  </a:lnTo>
                  <a:lnTo>
                    <a:pt x="126683" y="479734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" name="Vrije vorm 45">
              <a:extLst>
                <a:ext uri="{FF2B5EF4-FFF2-40B4-BE49-F238E27FC236}">
                  <a16:creationId xmlns:a16="http://schemas.microsoft.com/office/drawing/2014/main" id="{7C2F58D0-E279-2C4E-96BB-8E24A25A63E6}"/>
                </a:ext>
              </a:extLst>
            </p:cNvPr>
            <p:cNvSpPr/>
            <p:nvPr/>
          </p:nvSpPr>
          <p:spPr>
            <a:xfrm>
              <a:off x="2374085" y="3363230"/>
              <a:ext cx="408624" cy="480678"/>
            </a:xfrm>
            <a:custGeom>
              <a:avLst/>
              <a:gdLst>
                <a:gd name="connsiteX0" fmla="*/ 232410 w 408624"/>
                <a:gd name="connsiteY0" fmla="*/ 189816 h 480678"/>
                <a:gd name="connsiteX1" fmla="*/ 408622 w 408624"/>
                <a:gd name="connsiteY1" fmla="*/ 325804 h 480678"/>
                <a:gd name="connsiteX2" fmla="*/ 201930 w 408624"/>
                <a:gd name="connsiteY2" fmla="*/ 480679 h 480678"/>
                <a:gd name="connsiteX3" fmla="*/ 0 w 408624"/>
                <a:gd name="connsiteY3" fmla="*/ 322971 h 480678"/>
                <a:gd name="connsiteX4" fmla="*/ 121920 w 408624"/>
                <a:gd name="connsiteY4" fmla="*/ 322971 h 480678"/>
                <a:gd name="connsiteX5" fmla="*/ 201930 w 408624"/>
                <a:gd name="connsiteY5" fmla="*/ 376799 h 480678"/>
                <a:gd name="connsiteX6" fmla="*/ 280988 w 408624"/>
                <a:gd name="connsiteY6" fmla="*/ 333359 h 480678"/>
                <a:gd name="connsiteX7" fmla="*/ 214313 w 408624"/>
                <a:gd name="connsiteY7" fmla="*/ 288974 h 480678"/>
                <a:gd name="connsiteX8" fmla="*/ 186690 w 408624"/>
                <a:gd name="connsiteY8" fmla="*/ 287085 h 480678"/>
                <a:gd name="connsiteX9" fmla="*/ 952 w 408624"/>
                <a:gd name="connsiteY9" fmla="*/ 144487 h 480678"/>
                <a:gd name="connsiteX10" fmla="*/ 201930 w 408624"/>
                <a:gd name="connsiteY10" fmla="*/ 0 h 480678"/>
                <a:gd name="connsiteX11" fmla="*/ 395288 w 408624"/>
                <a:gd name="connsiteY11" fmla="*/ 132210 h 480678"/>
                <a:gd name="connsiteX12" fmla="*/ 395288 w 408624"/>
                <a:gd name="connsiteY12" fmla="*/ 152042 h 480678"/>
                <a:gd name="connsiteX13" fmla="*/ 273367 w 408624"/>
                <a:gd name="connsiteY13" fmla="*/ 152042 h 480678"/>
                <a:gd name="connsiteX14" fmla="*/ 201930 w 408624"/>
                <a:gd name="connsiteY14" fmla="*/ 103879 h 480678"/>
                <a:gd name="connsiteX15" fmla="*/ 127635 w 408624"/>
                <a:gd name="connsiteY15" fmla="*/ 144487 h 480678"/>
                <a:gd name="connsiteX16" fmla="*/ 180022 w 408624"/>
                <a:gd name="connsiteY16" fmla="*/ 186039 h 480678"/>
                <a:gd name="connsiteX17" fmla="*/ 232410 w 408624"/>
                <a:gd name="connsiteY17" fmla="*/ 189816 h 480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08624" h="480678">
                  <a:moveTo>
                    <a:pt x="232410" y="189816"/>
                  </a:moveTo>
                  <a:cubicBezTo>
                    <a:pt x="373380" y="200204"/>
                    <a:pt x="408622" y="217203"/>
                    <a:pt x="408622" y="325804"/>
                  </a:cubicBezTo>
                  <a:cubicBezTo>
                    <a:pt x="408622" y="404186"/>
                    <a:pt x="411480" y="480679"/>
                    <a:pt x="201930" y="480679"/>
                  </a:cubicBezTo>
                  <a:cubicBezTo>
                    <a:pt x="80963" y="480679"/>
                    <a:pt x="0" y="477846"/>
                    <a:pt x="0" y="322971"/>
                  </a:cubicBezTo>
                  <a:lnTo>
                    <a:pt x="121920" y="322971"/>
                  </a:lnTo>
                  <a:cubicBezTo>
                    <a:pt x="121920" y="372077"/>
                    <a:pt x="140017" y="376799"/>
                    <a:pt x="201930" y="376799"/>
                  </a:cubicBezTo>
                  <a:cubicBezTo>
                    <a:pt x="261938" y="376799"/>
                    <a:pt x="280988" y="373022"/>
                    <a:pt x="280988" y="333359"/>
                  </a:cubicBezTo>
                  <a:cubicBezTo>
                    <a:pt x="280988" y="292751"/>
                    <a:pt x="274320" y="292751"/>
                    <a:pt x="214313" y="288974"/>
                  </a:cubicBezTo>
                  <a:lnTo>
                    <a:pt x="186690" y="287085"/>
                  </a:lnTo>
                  <a:cubicBezTo>
                    <a:pt x="69533" y="278586"/>
                    <a:pt x="952" y="279530"/>
                    <a:pt x="952" y="144487"/>
                  </a:cubicBezTo>
                  <a:cubicBezTo>
                    <a:pt x="952" y="9444"/>
                    <a:pt x="78105" y="0"/>
                    <a:pt x="201930" y="0"/>
                  </a:cubicBezTo>
                  <a:cubicBezTo>
                    <a:pt x="305752" y="0"/>
                    <a:pt x="395288" y="1889"/>
                    <a:pt x="395288" y="132210"/>
                  </a:cubicBezTo>
                  <a:lnTo>
                    <a:pt x="395288" y="152042"/>
                  </a:lnTo>
                  <a:lnTo>
                    <a:pt x="273367" y="152042"/>
                  </a:lnTo>
                  <a:cubicBezTo>
                    <a:pt x="273367" y="103879"/>
                    <a:pt x="253365" y="103879"/>
                    <a:pt x="201930" y="103879"/>
                  </a:cubicBezTo>
                  <a:cubicBezTo>
                    <a:pt x="133350" y="103879"/>
                    <a:pt x="127635" y="118045"/>
                    <a:pt x="127635" y="144487"/>
                  </a:cubicBezTo>
                  <a:cubicBezTo>
                    <a:pt x="127635" y="182261"/>
                    <a:pt x="145733" y="183206"/>
                    <a:pt x="180022" y="186039"/>
                  </a:cubicBezTo>
                  <a:lnTo>
                    <a:pt x="232410" y="189816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" name="Vrije vorm 46">
              <a:extLst>
                <a:ext uri="{FF2B5EF4-FFF2-40B4-BE49-F238E27FC236}">
                  <a16:creationId xmlns:a16="http://schemas.microsoft.com/office/drawing/2014/main" id="{0A22CDD5-60BD-5146-973B-F0D8660EE93E}"/>
                </a:ext>
              </a:extLst>
            </p:cNvPr>
            <p:cNvSpPr/>
            <p:nvPr/>
          </p:nvSpPr>
          <p:spPr>
            <a:xfrm>
              <a:off x="2909390" y="3364175"/>
              <a:ext cx="126682" cy="479734"/>
            </a:xfrm>
            <a:custGeom>
              <a:avLst/>
              <a:gdLst>
                <a:gd name="connsiteX0" fmla="*/ 126682 w 126682"/>
                <a:gd name="connsiteY0" fmla="*/ 479734 h 479734"/>
                <a:gd name="connsiteX1" fmla="*/ 0 w 126682"/>
                <a:gd name="connsiteY1" fmla="*/ 479734 h 479734"/>
                <a:gd name="connsiteX2" fmla="*/ 0 w 126682"/>
                <a:gd name="connsiteY2" fmla="*/ 0 h 479734"/>
                <a:gd name="connsiteX3" fmla="*/ 126682 w 126682"/>
                <a:gd name="connsiteY3" fmla="*/ 0 h 479734"/>
                <a:gd name="connsiteX4" fmla="*/ 126682 w 126682"/>
                <a:gd name="connsiteY4" fmla="*/ 47973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682" h="479734">
                  <a:moveTo>
                    <a:pt x="126682" y="479734"/>
                  </a:moveTo>
                  <a:lnTo>
                    <a:pt x="0" y="479734"/>
                  </a:lnTo>
                  <a:lnTo>
                    <a:pt x="0" y="0"/>
                  </a:lnTo>
                  <a:lnTo>
                    <a:pt x="126682" y="0"/>
                  </a:lnTo>
                  <a:lnTo>
                    <a:pt x="126682" y="479734"/>
                  </a:lnTo>
                  <a:close/>
                </a:path>
              </a:pathLst>
            </a:custGeom>
            <a:solidFill>
              <a:srgbClr val="7495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" name="Vrije vorm 47">
              <a:extLst>
                <a:ext uri="{FF2B5EF4-FFF2-40B4-BE49-F238E27FC236}">
                  <a16:creationId xmlns:a16="http://schemas.microsoft.com/office/drawing/2014/main" id="{AD15BC9B-9AE6-7840-A74C-B19802E30825}"/>
                </a:ext>
              </a:extLst>
            </p:cNvPr>
            <p:cNvSpPr/>
            <p:nvPr/>
          </p:nvSpPr>
          <p:spPr>
            <a:xfrm>
              <a:off x="3141800" y="3364175"/>
              <a:ext cx="432434" cy="479734"/>
            </a:xfrm>
            <a:custGeom>
              <a:avLst/>
              <a:gdLst>
                <a:gd name="connsiteX0" fmla="*/ 0 w 432434"/>
                <a:gd name="connsiteY0" fmla="*/ 0 h 479734"/>
                <a:gd name="connsiteX1" fmla="*/ 240983 w 432434"/>
                <a:gd name="connsiteY1" fmla="*/ 0 h 479734"/>
                <a:gd name="connsiteX2" fmla="*/ 432435 w 432434"/>
                <a:gd name="connsiteY2" fmla="*/ 183206 h 479734"/>
                <a:gd name="connsiteX3" fmla="*/ 432435 w 432434"/>
                <a:gd name="connsiteY3" fmla="*/ 289918 h 479734"/>
                <a:gd name="connsiteX4" fmla="*/ 258128 w 432434"/>
                <a:gd name="connsiteY4" fmla="*/ 479734 h 479734"/>
                <a:gd name="connsiteX5" fmla="*/ 0 w 432434"/>
                <a:gd name="connsiteY5" fmla="*/ 479734 h 479734"/>
                <a:gd name="connsiteX6" fmla="*/ 0 w 432434"/>
                <a:gd name="connsiteY6" fmla="*/ 0 h 479734"/>
                <a:gd name="connsiteX7" fmla="*/ 126683 w 432434"/>
                <a:gd name="connsiteY7" fmla="*/ 370189 h 479734"/>
                <a:gd name="connsiteX8" fmla="*/ 238125 w 432434"/>
                <a:gd name="connsiteY8" fmla="*/ 370189 h 479734"/>
                <a:gd name="connsiteX9" fmla="*/ 301943 w 432434"/>
                <a:gd name="connsiteY9" fmla="*/ 289918 h 479734"/>
                <a:gd name="connsiteX10" fmla="*/ 301943 w 432434"/>
                <a:gd name="connsiteY10" fmla="*/ 183206 h 479734"/>
                <a:gd name="connsiteX11" fmla="*/ 238125 w 432434"/>
                <a:gd name="connsiteY11" fmla="*/ 109546 h 479734"/>
                <a:gd name="connsiteX12" fmla="*/ 126683 w 432434"/>
                <a:gd name="connsiteY12" fmla="*/ 109546 h 479734"/>
                <a:gd name="connsiteX13" fmla="*/ 126683 w 432434"/>
                <a:gd name="connsiteY13" fmla="*/ 370189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2434" h="479734">
                  <a:moveTo>
                    <a:pt x="0" y="0"/>
                  </a:moveTo>
                  <a:lnTo>
                    <a:pt x="240983" y="0"/>
                  </a:lnTo>
                  <a:cubicBezTo>
                    <a:pt x="373380" y="0"/>
                    <a:pt x="432435" y="49107"/>
                    <a:pt x="432435" y="183206"/>
                  </a:cubicBezTo>
                  <a:lnTo>
                    <a:pt x="432435" y="289918"/>
                  </a:lnTo>
                  <a:cubicBezTo>
                    <a:pt x="432435" y="419295"/>
                    <a:pt x="390525" y="479734"/>
                    <a:pt x="258128" y="479734"/>
                  </a:cubicBezTo>
                  <a:lnTo>
                    <a:pt x="0" y="479734"/>
                  </a:lnTo>
                  <a:lnTo>
                    <a:pt x="0" y="0"/>
                  </a:lnTo>
                  <a:close/>
                  <a:moveTo>
                    <a:pt x="126683" y="370189"/>
                  </a:moveTo>
                  <a:lnTo>
                    <a:pt x="238125" y="370189"/>
                  </a:lnTo>
                  <a:cubicBezTo>
                    <a:pt x="284797" y="370189"/>
                    <a:pt x="301943" y="339025"/>
                    <a:pt x="301943" y="289918"/>
                  </a:cubicBezTo>
                  <a:lnTo>
                    <a:pt x="301943" y="183206"/>
                  </a:lnTo>
                  <a:cubicBezTo>
                    <a:pt x="301943" y="121822"/>
                    <a:pt x="281940" y="109546"/>
                    <a:pt x="238125" y="109546"/>
                  </a:cubicBezTo>
                  <a:lnTo>
                    <a:pt x="126683" y="109546"/>
                  </a:lnTo>
                  <a:lnTo>
                    <a:pt x="126683" y="370189"/>
                  </a:lnTo>
                  <a:close/>
                </a:path>
              </a:pathLst>
            </a:custGeom>
            <a:solidFill>
              <a:srgbClr val="7495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" name="Vrije vorm 48">
              <a:extLst>
                <a:ext uri="{FF2B5EF4-FFF2-40B4-BE49-F238E27FC236}">
                  <a16:creationId xmlns:a16="http://schemas.microsoft.com/office/drawing/2014/main" id="{DBB0E28A-C215-644B-BF27-1A1D760A7830}"/>
                </a:ext>
              </a:extLst>
            </p:cNvPr>
            <p:cNvSpPr/>
            <p:nvPr/>
          </p:nvSpPr>
          <p:spPr>
            <a:xfrm>
              <a:off x="3675200" y="3364175"/>
              <a:ext cx="347662" cy="479734"/>
            </a:xfrm>
            <a:custGeom>
              <a:avLst/>
              <a:gdLst>
                <a:gd name="connsiteX0" fmla="*/ 126683 w 347662"/>
                <a:gd name="connsiteY0" fmla="*/ 193594 h 479734"/>
                <a:gd name="connsiteX1" fmla="*/ 329565 w 347662"/>
                <a:gd name="connsiteY1" fmla="*/ 193594 h 479734"/>
                <a:gd name="connsiteX2" fmla="*/ 329565 w 347662"/>
                <a:gd name="connsiteY2" fmla="*/ 281419 h 479734"/>
                <a:gd name="connsiteX3" fmla="*/ 126683 w 347662"/>
                <a:gd name="connsiteY3" fmla="*/ 281419 h 479734"/>
                <a:gd name="connsiteX4" fmla="*/ 126683 w 347662"/>
                <a:gd name="connsiteY4" fmla="*/ 376799 h 479734"/>
                <a:gd name="connsiteX5" fmla="*/ 347663 w 347662"/>
                <a:gd name="connsiteY5" fmla="*/ 376799 h 479734"/>
                <a:gd name="connsiteX6" fmla="*/ 347663 w 347662"/>
                <a:gd name="connsiteY6" fmla="*/ 479734 h 479734"/>
                <a:gd name="connsiteX7" fmla="*/ 0 w 347662"/>
                <a:gd name="connsiteY7" fmla="*/ 479734 h 479734"/>
                <a:gd name="connsiteX8" fmla="*/ 0 w 347662"/>
                <a:gd name="connsiteY8" fmla="*/ 0 h 479734"/>
                <a:gd name="connsiteX9" fmla="*/ 347663 w 347662"/>
                <a:gd name="connsiteY9" fmla="*/ 0 h 479734"/>
                <a:gd name="connsiteX10" fmla="*/ 347663 w 347662"/>
                <a:gd name="connsiteY10" fmla="*/ 102935 h 479734"/>
                <a:gd name="connsiteX11" fmla="*/ 126683 w 347662"/>
                <a:gd name="connsiteY11" fmla="*/ 102935 h 479734"/>
                <a:gd name="connsiteX12" fmla="*/ 126683 w 347662"/>
                <a:gd name="connsiteY12" fmla="*/ 193594 h 47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7662" h="479734">
                  <a:moveTo>
                    <a:pt x="126683" y="193594"/>
                  </a:moveTo>
                  <a:lnTo>
                    <a:pt x="329565" y="193594"/>
                  </a:lnTo>
                  <a:lnTo>
                    <a:pt x="329565" y="281419"/>
                  </a:lnTo>
                  <a:lnTo>
                    <a:pt x="126683" y="281419"/>
                  </a:lnTo>
                  <a:lnTo>
                    <a:pt x="126683" y="376799"/>
                  </a:lnTo>
                  <a:lnTo>
                    <a:pt x="347663" y="376799"/>
                  </a:lnTo>
                  <a:lnTo>
                    <a:pt x="347663" y="479734"/>
                  </a:lnTo>
                  <a:lnTo>
                    <a:pt x="0" y="479734"/>
                  </a:lnTo>
                  <a:lnTo>
                    <a:pt x="0" y="0"/>
                  </a:lnTo>
                  <a:lnTo>
                    <a:pt x="347663" y="0"/>
                  </a:lnTo>
                  <a:lnTo>
                    <a:pt x="347663" y="102935"/>
                  </a:lnTo>
                  <a:lnTo>
                    <a:pt x="126683" y="102935"/>
                  </a:lnTo>
                  <a:lnTo>
                    <a:pt x="126683" y="193594"/>
                  </a:lnTo>
                  <a:close/>
                </a:path>
              </a:pathLst>
            </a:custGeom>
            <a:solidFill>
              <a:srgbClr val="7495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sp>
        <p:nvSpPr>
          <p:cNvPr id="50" name="Tijdelijke aanduiding voor tekst 49">
            <a:extLst>
              <a:ext uri="{FF2B5EF4-FFF2-40B4-BE49-F238E27FC236}">
                <a16:creationId xmlns:a16="http://schemas.microsoft.com/office/drawing/2014/main" id="{374A89D5-98C2-DE4D-ACD1-B69369B22CBC}"/>
              </a:ext>
            </a:extLst>
          </p:cNvPr>
          <p:cNvSpPr>
            <a:spLocks noGrp="1" noChangeAspect="1"/>
          </p:cNvSpPr>
          <p:nvPr>
            <p:ph type="body" sz="quarter" idx="34" hasCustomPrompt="1"/>
          </p:nvPr>
        </p:nvSpPr>
        <p:spPr>
          <a:xfrm>
            <a:off x="8715783" y="76980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1" name="Tijdelijke aanduiding voor tekst 50">
            <a:extLst>
              <a:ext uri="{FF2B5EF4-FFF2-40B4-BE49-F238E27FC236}">
                <a16:creationId xmlns:a16="http://schemas.microsoft.com/office/drawing/2014/main" id="{B93CB589-51C3-EA48-908B-1BE872222DB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740747" y="3562457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2" name="Tijdelijke aanduiding voor tekst 51">
            <a:extLst>
              <a:ext uri="{FF2B5EF4-FFF2-40B4-BE49-F238E27FC236}">
                <a16:creationId xmlns:a16="http://schemas.microsoft.com/office/drawing/2014/main" id="{05967EAE-27F9-A444-9B2A-84D78E96E8F8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9306010" y="3562457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3" name="Tijdelijke aanduiding voor tekst 52">
            <a:extLst>
              <a:ext uri="{FF2B5EF4-FFF2-40B4-BE49-F238E27FC236}">
                <a16:creationId xmlns:a16="http://schemas.microsoft.com/office/drawing/2014/main" id="{C48C52C6-B3D9-0C43-A30F-AF16DD815136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180928" y="3556664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4" name="Tijdelijke aanduiding voor tekst 53">
            <a:extLst>
              <a:ext uri="{FF2B5EF4-FFF2-40B4-BE49-F238E27FC236}">
                <a16:creationId xmlns:a16="http://schemas.microsoft.com/office/drawing/2014/main" id="{E258B221-9E65-6D41-ADE0-8D4AE75C80FD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1612461" y="3556664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5" name="Tijdelijke aanduiding voor tekst 54">
            <a:extLst>
              <a:ext uri="{FF2B5EF4-FFF2-40B4-BE49-F238E27FC236}">
                <a16:creationId xmlns:a16="http://schemas.microsoft.com/office/drawing/2014/main" id="{2778DFB8-30EE-B143-B7F7-F4918AF7784F}"/>
              </a:ext>
            </a:extLst>
          </p:cNvPr>
          <p:cNvSpPr>
            <a:spLocks noGrp="1" noChangeAspect="1"/>
          </p:cNvSpPr>
          <p:nvPr>
            <p:ph type="body" sz="quarter" idx="39" hasCustomPrompt="1"/>
          </p:nvPr>
        </p:nvSpPr>
        <p:spPr>
          <a:xfrm>
            <a:off x="6179412" y="76906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64" name="Tijdelijke aanduiding voor tekst 63">
            <a:extLst>
              <a:ext uri="{FF2B5EF4-FFF2-40B4-BE49-F238E27FC236}">
                <a16:creationId xmlns:a16="http://schemas.microsoft.com/office/drawing/2014/main" id="{9AD4734E-D643-B544-A7C7-0F2602BDB5CD}"/>
              </a:ext>
            </a:extLst>
          </p:cNvPr>
          <p:cNvSpPr>
            <a:spLocks noGrp="1" noChangeAspect="1"/>
          </p:cNvSpPr>
          <p:nvPr>
            <p:ph type="body" sz="quarter" idx="40" hasCustomPrompt="1"/>
          </p:nvPr>
        </p:nvSpPr>
        <p:spPr>
          <a:xfrm>
            <a:off x="3647913" y="76906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65" name="Tijdelijke aanduiding voor tekst 64">
            <a:extLst>
              <a:ext uri="{FF2B5EF4-FFF2-40B4-BE49-F238E27FC236}">
                <a16:creationId xmlns:a16="http://schemas.microsoft.com/office/drawing/2014/main" id="{3E5BA982-E092-F44B-A87F-CFBAD7EA2102}"/>
              </a:ext>
            </a:extLst>
          </p:cNvPr>
          <p:cNvSpPr>
            <a:spLocks noGrp="1" noChangeAspect="1"/>
          </p:cNvSpPr>
          <p:nvPr>
            <p:ph type="body" sz="quarter" idx="41" hasCustomPrompt="1"/>
          </p:nvPr>
        </p:nvSpPr>
        <p:spPr>
          <a:xfrm>
            <a:off x="1105030" y="765175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71613390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JI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oup 1862">
            <a:extLst>
              <a:ext uri="{FF2B5EF4-FFF2-40B4-BE49-F238E27FC236}">
                <a16:creationId xmlns:a16="http://schemas.microsoft.com/office/drawing/2014/main" id="{609A85C9-702D-F442-860A-C7876BA3E71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3368824" y="-2403648"/>
            <a:ext cx="12067644" cy="10033172"/>
            <a:chOff x="1239" y="-4"/>
            <a:chExt cx="5202" cy="4325"/>
          </a:xfrm>
          <a:solidFill>
            <a:schemeClr val="tx1">
              <a:alpha val="30000"/>
            </a:schemeClr>
          </a:solid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27" name="Group 2063">
              <a:extLst>
                <a:ext uri="{FF2B5EF4-FFF2-40B4-BE49-F238E27FC236}">
                  <a16:creationId xmlns:a16="http://schemas.microsoft.com/office/drawing/2014/main" id="{A4876267-59D5-C74A-B256-D79B1FD646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9" y="429"/>
              <a:ext cx="3988" cy="3892"/>
              <a:chOff x="1239" y="429"/>
              <a:chExt cx="3988" cy="3892"/>
            </a:xfrm>
            <a:grpFill/>
          </p:grpSpPr>
          <p:sp>
            <p:nvSpPr>
              <p:cNvPr id="1604" name="Freeform 1863">
                <a:extLst>
                  <a:ext uri="{FF2B5EF4-FFF2-40B4-BE49-F238E27FC236}">
                    <a16:creationId xmlns:a16="http://schemas.microsoft.com/office/drawing/2014/main" id="{F1E2463B-3504-1F49-91E7-2D09413EB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4098"/>
                <a:ext cx="210" cy="146"/>
              </a:xfrm>
              <a:custGeom>
                <a:avLst/>
                <a:gdLst>
                  <a:gd name="T0" fmla="*/ 486 w 518"/>
                  <a:gd name="T1" fmla="*/ 11 h 357"/>
                  <a:gd name="T2" fmla="*/ 513 w 518"/>
                  <a:gd name="T3" fmla="*/ 13 h 357"/>
                  <a:gd name="T4" fmla="*/ 466 w 518"/>
                  <a:gd name="T5" fmla="*/ 49 h 357"/>
                  <a:gd name="T6" fmla="*/ 441 w 518"/>
                  <a:gd name="T7" fmla="*/ 75 h 357"/>
                  <a:gd name="T8" fmla="*/ 418 w 518"/>
                  <a:gd name="T9" fmla="*/ 104 h 357"/>
                  <a:gd name="T10" fmla="*/ 407 w 518"/>
                  <a:gd name="T11" fmla="*/ 115 h 357"/>
                  <a:gd name="T12" fmla="*/ 386 w 518"/>
                  <a:gd name="T13" fmla="*/ 127 h 357"/>
                  <a:gd name="T14" fmla="*/ 384 w 518"/>
                  <a:gd name="T15" fmla="*/ 163 h 357"/>
                  <a:gd name="T16" fmla="*/ 401 w 518"/>
                  <a:gd name="T17" fmla="*/ 175 h 357"/>
                  <a:gd name="T18" fmla="*/ 435 w 518"/>
                  <a:gd name="T19" fmla="*/ 200 h 357"/>
                  <a:gd name="T20" fmla="*/ 412 w 518"/>
                  <a:gd name="T21" fmla="*/ 210 h 357"/>
                  <a:gd name="T22" fmla="*/ 393 w 518"/>
                  <a:gd name="T23" fmla="*/ 219 h 357"/>
                  <a:gd name="T24" fmla="*/ 380 w 518"/>
                  <a:gd name="T25" fmla="*/ 232 h 357"/>
                  <a:gd name="T26" fmla="*/ 357 w 518"/>
                  <a:gd name="T27" fmla="*/ 225 h 357"/>
                  <a:gd name="T28" fmla="*/ 348 w 518"/>
                  <a:gd name="T29" fmla="*/ 239 h 357"/>
                  <a:gd name="T30" fmla="*/ 345 w 518"/>
                  <a:gd name="T31" fmla="*/ 258 h 357"/>
                  <a:gd name="T32" fmla="*/ 321 w 518"/>
                  <a:gd name="T33" fmla="*/ 267 h 357"/>
                  <a:gd name="T34" fmla="*/ 313 w 518"/>
                  <a:gd name="T35" fmla="*/ 275 h 357"/>
                  <a:gd name="T36" fmla="*/ 295 w 518"/>
                  <a:gd name="T37" fmla="*/ 286 h 357"/>
                  <a:gd name="T38" fmla="*/ 280 w 518"/>
                  <a:gd name="T39" fmla="*/ 300 h 357"/>
                  <a:gd name="T40" fmla="*/ 244 w 518"/>
                  <a:gd name="T41" fmla="*/ 320 h 357"/>
                  <a:gd name="T42" fmla="*/ 202 w 518"/>
                  <a:gd name="T43" fmla="*/ 342 h 357"/>
                  <a:gd name="T44" fmla="*/ 187 w 518"/>
                  <a:gd name="T45" fmla="*/ 356 h 357"/>
                  <a:gd name="T46" fmla="*/ 168 w 518"/>
                  <a:gd name="T47" fmla="*/ 348 h 357"/>
                  <a:gd name="T48" fmla="*/ 148 w 518"/>
                  <a:gd name="T49" fmla="*/ 340 h 357"/>
                  <a:gd name="T50" fmla="*/ 122 w 518"/>
                  <a:gd name="T51" fmla="*/ 346 h 357"/>
                  <a:gd name="T52" fmla="*/ 87 w 518"/>
                  <a:gd name="T53" fmla="*/ 341 h 357"/>
                  <a:gd name="T54" fmla="*/ 69 w 518"/>
                  <a:gd name="T55" fmla="*/ 341 h 357"/>
                  <a:gd name="T56" fmla="*/ 46 w 518"/>
                  <a:gd name="T57" fmla="*/ 328 h 357"/>
                  <a:gd name="T58" fmla="*/ 36 w 518"/>
                  <a:gd name="T59" fmla="*/ 320 h 357"/>
                  <a:gd name="T60" fmla="*/ 30 w 518"/>
                  <a:gd name="T61" fmla="*/ 308 h 357"/>
                  <a:gd name="T62" fmla="*/ 22 w 518"/>
                  <a:gd name="T63" fmla="*/ 301 h 357"/>
                  <a:gd name="T64" fmla="*/ 10 w 518"/>
                  <a:gd name="T65" fmla="*/ 289 h 357"/>
                  <a:gd name="T66" fmla="*/ 5 w 518"/>
                  <a:gd name="T67" fmla="*/ 270 h 357"/>
                  <a:gd name="T68" fmla="*/ 0 w 518"/>
                  <a:gd name="T69" fmla="*/ 247 h 357"/>
                  <a:gd name="T70" fmla="*/ 24 w 518"/>
                  <a:gd name="T71" fmla="*/ 255 h 357"/>
                  <a:gd name="T72" fmla="*/ 52 w 518"/>
                  <a:gd name="T73" fmla="*/ 248 h 357"/>
                  <a:gd name="T74" fmla="*/ 53 w 518"/>
                  <a:gd name="T75" fmla="*/ 224 h 357"/>
                  <a:gd name="T76" fmla="*/ 70 w 518"/>
                  <a:gd name="T77" fmla="*/ 209 h 357"/>
                  <a:gd name="T78" fmla="*/ 97 w 518"/>
                  <a:gd name="T79" fmla="*/ 199 h 357"/>
                  <a:gd name="T80" fmla="*/ 109 w 518"/>
                  <a:gd name="T81" fmla="*/ 210 h 357"/>
                  <a:gd name="T82" fmla="*/ 138 w 518"/>
                  <a:gd name="T83" fmla="*/ 200 h 357"/>
                  <a:gd name="T84" fmla="*/ 141 w 518"/>
                  <a:gd name="T85" fmla="*/ 177 h 357"/>
                  <a:gd name="T86" fmla="*/ 145 w 518"/>
                  <a:gd name="T87" fmla="*/ 135 h 357"/>
                  <a:gd name="T88" fmla="*/ 168 w 518"/>
                  <a:gd name="T89" fmla="*/ 143 h 357"/>
                  <a:gd name="T90" fmla="*/ 204 w 518"/>
                  <a:gd name="T91" fmla="*/ 140 h 357"/>
                  <a:gd name="T92" fmla="*/ 255 w 518"/>
                  <a:gd name="T93" fmla="*/ 136 h 357"/>
                  <a:gd name="T94" fmla="*/ 295 w 518"/>
                  <a:gd name="T95" fmla="*/ 132 h 357"/>
                  <a:gd name="T96" fmla="*/ 315 w 518"/>
                  <a:gd name="T97" fmla="*/ 122 h 357"/>
                  <a:gd name="T98" fmla="*/ 341 w 518"/>
                  <a:gd name="T99" fmla="*/ 98 h 357"/>
                  <a:gd name="T100" fmla="*/ 368 w 518"/>
                  <a:gd name="T101" fmla="*/ 93 h 357"/>
                  <a:gd name="T102" fmla="*/ 392 w 518"/>
                  <a:gd name="T103" fmla="*/ 77 h 357"/>
                  <a:gd name="T104" fmla="*/ 402 w 518"/>
                  <a:gd name="T105" fmla="*/ 65 h 357"/>
                  <a:gd name="T106" fmla="*/ 415 w 518"/>
                  <a:gd name="T107" fmla="*/ 56 h 357"/>
                  <a:gd name="T108" fmla="*/ 426 w 518"/>
                  <a:gd name="T109" fmla="*/ 41 h 357"/>
                  <a:gd name="T110" fmla="*/ 439 w 518"/>
                  <a:gd name="T111" fmla="*/ 36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18" h="357">
                    <a:moveTo>
                      <a:pt x="454" y="25"/>
                    </a:moveTo>
                    <a:cubicBezTo>
                      <a:pt x="458" y="21"/>
                      <a:pt x="463" y="18"/>
                      <a:pt x="468" y="16"/>
                    </a:cubicBezTo>
                    <a:cubicBezTo>
                      <a:pt x="474" y="14"/>
                      <a:pt x="481" y="13"/>
                      <a:pt x="486" y="11"/>
                    </a:cubicBezTo>
                    <a:cubicBezTo>
                      <a:pt x="491" y="9"/>
                      <a:pt x="495" y="5"/>
                      <a:pt x="500" y="3"/>
                    </a:cubicBezTo>
                    <a:cubicBezTo>
                      <a:pt x="504" y="0"/>
                      <a:pt x="510" y="0"/>
                      <a:pt x="514" y="3"/>
                    </a:cubicBezTo>
                    <a:cubicBezTo>
                      <a:pt x="518" y="6"/>
                      <a:pt x="517" y="10"/>
                      <a:pt x="513" y="13"/>
                    </a:cubicBezTo>
                    <a:cubicBezTo>
                      <a:pt x="509" y="17"/>
                      <a:pt x="503" y="18"/>
                      <a:pt x="497" y="21"/>
                    </a:cubicBezTo>
                    <a:cubicBezTo>
                      <a:pt x="492" y="24"/>
                      <a:pt x="487" y="27"/>
                      <a:pt x="482" y="32"/>
                    </a:cubicBezTo>
                    <a:cubicBezTo>
                      <a:pt x="477" y="37"/>
                      <a:pt x="471" y="43"/>
                      <a:pt x="466" y="49"/>
                    </a:cubicBezTo>
                    <a:cubicBezTo>
                      <a:pt x="460" y="55"/>
                      <a:pt x="454" y="61"/>
                      <a:pt x="448" y="68"/>
                    </a:cubicBezTo>
                    <a:cubicBezTo>
                      <a:pt x="446" y="69"/>
                      <a:pt x="445" y="71"/>
                      <a:pt x="443" y="73"/>
                    </a:cubicBezTo>
                    <a:cubicBezTo>
                      <a:pt x="443" y="73"/>
                      <a:pt x="442" y="74"/>
                      <a:pt x="441" y="75"/>
                    </a:cubicBezTo>
                    <a:cubicBezTo>
                      <a:pt x="439" y="76"/>
                      <a:pt x="437" y="77"/>
                      <a:pt x="435" y="79"/>
                    </a:cubicBezTo>
                    <a:cubicBezTo>
                      <a:pt x="429" y="84"/>
                      <a:pt x="426" y="90"/>
                      <a:pt x="422" y="96"/>
                    </a:cubicBezTo>
                    <a:cubicBezTo>
                      <a:pt x="420" y="99"/>
                      <a:pt x="419" y="101"/>
                      <a:pt x="418" y="104"/>
                    </a:cubicBezTo>
                    <a:cubicBezTo>
                      <a:pt x="418" y="106"/>
                      <a:pt x="417" y="109"/>
                      <a:pt x="416" y="111"/>
                    </a:cubicBezTo>
                    <a:cubicBezTo>
                      <a:pt x="415" y="113"/>
                      <a:pt x="414" y="113"/>
                      <a:pt x="412" y="114"/>
                    </a:cubicBezTo>
                    <a:cubicBezTo>
                      <a:pt x="410" y="114"/>
                      <a:pt x="409" y="114"/>
                      <a:pt x="407" y="115"/>
                    </a:cubicBezTo>
                    <a:cubicBezTo>
                      <a:pt x="405" y="115"/>
                      <a:pt x="403" y="116"/>
                      <a:pt x="401" y="117"/>
                    </a:cubicBezTo>
                    <a:cubicBezTo>
                      <a:pt x="397" y="118"/>
                      <a:pt x="393" y="120"/>
                      <a:pt x="390" y="123"/>
                    </a:cubicBezTo>
                    <a:cubicBezTo>
                      <a:pt x="388" y="124"/>
                      <a:pt x="386" y="125"/>
                      <a:pt x="386" y="127"/>
                    </a:cubicBezTo>
                    <a:cubicBezTo>
                      <a:pt x="385" y="129"/>
                      <a:pt x="384" y="131"/>
                      <a:pt x="383" y="134"/>
                    </a:cubicBezTo>
                    <a:cubicBezTo>
                      <a:pt x="382" y="136"/>
                      <a:pt x="381" y="139"/>
                      <a:pt x="381" y="141"/>
                    </a:cubicBezTo>
                    <a:cubicBezTo>
                      <a:pt x="380" y="148"/>
                      <a:pt x="383" y="156"/>
                      <a:pt x="384" y="163"/>
                    </a:cubicBezTo>
                    <a:cubicBezTo>
                      <a:pt x="385" y="165"/>
                      <a:pt x="386" y="168"/>
                      <a:pt x="388" y="170"/>
                    </a:cubicBezTo>
                    <a:cubicBezTo>
                      <a:pt x="390" y="171"/>
                      <a:pt x="393" y="171"/>
                      <a:pt x="395" y="171"/>
                    </a:cubicBezTo>
                    <a:cubicBezTo>
                      <a:pt x="398" y="171"/>
                      <a:pt x="400" y="172"/>
                      <a:pt x="401" y="175"/>
                    </a:cubicBezTo>
                    <a:cubicBezTo>
                      <a:pt x="402" y="178"/>
                      <a:pt x="403" y="182"/>
                      <a:pt x="404" y="185"/>
                    </a:cubicBezTo>
                    <a:cubicBezTo>
                      <a:pt x="407" y="191"/>
                      <a:pt x="413" y="190"/>
                      <a:pt x="419" y="190"/>
                    </a:cubicBezTo>
                    <a:cubicBezTo>
                      <a:pt x="425" y="191"/>
                      <a:pt x="431" y="195"/>
                      <a:pt x="435" y="200"/>
                    </a:cubicBezTo>
                    <a:cubicBezTo>
                      <a:pt x="437" y="204"/>
                      <a:pt x="438" y="209"/>
                      <a:pt x="435" y="213"/>
                    </a:cubicBezTo>
                    <a:cubicBezTo>
                      <a:pt x="432" y="219"/>
                      <a:pt x="424" y="214"/>
                      <a:pt x="420" y="212"/>
                    </a:cubicBezTo>
                    <a:cubicBezTo>
                      <a:pt x="417" y="211"/>
                      <a:pt x="415" y="210"/>
                      <a:pt x="412" y="210"/>
                    </a:cubicBezTo>
                    <a:cubicBezTo>
                      <a:pt x="410" y="210"/>
                      <a:pt x="409" y="211"/>
                      <a:pt x="407" y="210"/>
                    </a:cubicBezTo>
                    <a:cubicBezTo>
                      <a:pt x="403" y="210"/>
                      <a:pt x="400" y="212"/>
                      <a:pt x="397" y="215"/>
                    </a:cubicBezTo>
                    <a:cubicBezTo>
                      <a:pt x="396" y="216"/>
                      <a:pt x="394" y="217"/>
                      <a:pt x="393" y="219"/>
                    </a:cubicBezTo>
                    <a:cubicBezTo>
                      <a:pt x="391" y="220"/>
                      <a:pt x="390" y="222"/>
                      <a:pt x="389" y="224"/>
                    </a:cubicBezTo>
                    <a:cubicBezTo>
                      <a:pt x="387" y="226"/>
                      <a:pt x="386" y="229"/>
                      <a:pt x="384" y="230"/>
                    </a:cubicBezTo>
                    <a:cubicBezTo>
                      <a:pt x="383" y="231"/>
                      <a:pt x="382" y="232"/>
                      <a:pt x="380" y="232"/>
                    </a:cubicBezTo>
                    <a:cubicBezTo>
                      <a:pt x="379" y="232"/>
                      <a:pt x="378" y="230"/>
                      <a:pt x="377" y="229"/>
                    </a:cubicBezTo>
                    <a:cubicBezTo>
                      <a:pt x="375" y="226"/>
                      <a:pt x="372" y="224"/>
                      <a:pt x="369" y="223"/>
                    </a:cubicBezTo>
                    <a:cubicBezTo>
                      <a:pt x="365" y="222"/>
                      <a:pt x="360" y="224"/>
                      <a:pt x="357" y="225"/>
                    </a:cubicBezTo>
                    <a:cubicBezTo>
                      <a:pt x="355" y="225"/>
                      <a:pt x="353" y="226"/>
                      <a:pt x="351" y="227"/>
                    </a:cubicBezTo>
                    <a:cubicBezTo>
                      <a:pt x="350" y="228"/>
                      <a:pt x="350" y="229"/>
                      <a:pt x="349" y="230"/>
                    </a:cubicBezTo>
                    <a:cubicBezTo>
                      <a:pt x="348" y="232"/>
                      <a:pt x="348" y="236"/>
                      <a:pt x="348" y="239"/>
                    </a:cubicBezTo>
                    <a:cubicBezTo>
                      <a:pt x="348" y="242"/>
                      <a:pt x="348" y="244"/>
                      <a:pt x="348" y="246"/>
                    </a:cubicBezTo>
                    <a:cubicBezTo>
                      <a:pt x="349" y="248"/>
                      <a:pt x="349" y="249"/>
                      <a:pt x="349" y="251"/>
                    </a:cubicBezTo>
                    <a:cubicBezTo>
                      <a:pt x="348" y="253"/>
                      <a:pt x="347" y="256"/>
                      <a:pt x="345" y="258"/>
                    </a:cubicBezTo>
                    <a:cubicBezTo>
                      <a:pt x="344" y="261"/>
                      <a:pt x="342" y="263"/>
                      <a:pt x="339" y="265"/>
                    </a:cubicBezTo>
                    <a:cubicBezTo>
                      <a:pt x="337" y="266"/>
                      <a:pt x="334" y="267"/>
                      <a:pt x="332" y="266"/>
                    </a:cubicBezTo>
                    <a:cubicBezTo>
                      <a:pt x="328" y="266"/>
                      <a:pt x="324" y="266"/>
                      <a:pt x="321" y="267"/>
                    </a:cubicBezTo>
                    <a:cubicBezTo>
                      <a:pt x="319" y="268"/>
                      <a:pt x="319" y="268"/>
                      <a:pt x="318" y="269"/>
                    </a:cubicBezTo>
                    <a:cubicBezTo>
                      <a:pt x="317" y="270"/>
                      <a:pt x="316" y="270"/>
                      <a:pt x="315" y="271"/>
                    </a:cubicBezTo>
                    <a:cubicBezTo>
                      <a:pt x="314" y="272"/>
                      <a:pt x="313" y="273"/>
                      <a:pt x="313" y="275"/>
                    </a:cubicBezTo>
                    <a:cubicBezTo>
                      <a:pt x="313" y="276"/>
                      <a:pt x="312" y="277"/>
                      <a:pt x="312" y="279"/>
                    </a:cubicBezTo>
                    <a:cubicBezTo>
                      <a:pt x="310" y="284"/>
                      <a:pt x="304" y="284"/>
                      <a:pt x="299" y="285"/>
                    </a:cubicBezTo>
                    <a:cubicBezTo>
                      <a:pt x="297" y="285"/>
                      <a:pt x="296" y="286"/>
                      <a:pt x="295" y="286"/>
                    </a:cubicBezTo>
                    <a:cubicBezTo>
                      <a:pt x="294" y="287"/>
                      <a:pt x="293" y="288"/>
                      <a:pt x="292" y="289"/>
                    </a:cubicBezTo>
                    <a:cubicBezTo>
                      <a:pt x="290" y="291"/>
                      <a:pt x="289" y="293"/>
                      <a:pt x="287" y="295"/>
                    </a:cubicBezTo>
                    <a:cubicBezTo>
                      <a:pt x="285" y="297"/>
                      <a:pt x="283" y="299"/>
                      <a:pt x="280" y="300"/>
                    </a:cubicBezTo>
                    <a:cubicBezTo>
                      <a:pt x="278" y="301"/>
                      <a:pt x="276" y="301"/>
                      <a:pt x="275" y="302"/>
                    </a:cubicBezTo>
                    <a:cubicBezTo>
                      <a:pt x="270" y="305"/>
                      <a:pt x="267" y="309"/>
                      <a:pt x="262" y="312"/>
                    </a:cubicBezTo>
                    <a:cubicBezTo>
                      <a:pt x="256" y="315"/>
                      <a:pt x="250" y="318"/>
                      <a:pt x="244" y="320"/>
                    </a:cubicBezTo>
                    <a:cubicBezTo>
                      <a:pt x="237" y="322"/>
                      <a:pt x="230" y="322"/>
                      <a:pt x="224" y="323"/>
                    </a:cubicBezTo>
                    <a:cubicBezTo>
                      <a:pt x="218" y="324"/>
                      <a:pt x="212" y="326"/>
                      <a:pt x="208" y="328"/>
                    </a:cubicBezTo>
                    <a:cubicBezTo>
                      <a:pt x="202" y="331"/>
                      <a:pt x="202" y="336"/>
                      <a:pt x="202" y="342"/>
                    </a:cubicBezTo>
                    <a:cubicBezTo>
                      <a:pt x="202" y="345"/>
                      <a:pt x="202" y="347"/>
                      <a:pt x="202" y="350"/>
                    </a:cubicBezTo>
                    <a:cubicBezTo>
                      <a:pt x="202" y="352"/>
                      <a:pt x="202" y="354"/>
                      <a:pt x="200" y="355"/>
                    </a:cubicBezTo>
                    <a:cubicBezTo>
                      <a:pt x="197" y="357"/>
                      <a:pt x="191" y="356"/>
                      <a:pt x="187" y="356"/>
                    </a:cubicBezTo>
                    <a:cubicBezTo>
                      <a:pt x="184" y="355"/>
                      <a:pt x="181" y="356"/>
                      <a:pt x="177" y="355"/>
                    </a:cubicBezTo>
                    <a:cubicBezTo>
                      <a:pt x="175" y="355"/>
                      <a:pt x="173" y="355"/>
                      <a:pt x="171" y="354"/>
                    </a:cubicBezTo>
                    <a:cubicBezTo>
                      <a:pt x="170" y="352"/>
                      <a:pt x="168" y="350"/>
                      <a:pt x="168" y="348"/>
                    </a:cubicBezTo>
                    <a:cubicBezTo>
                      <a:pt x="167" y="347"/>
                      <a:pt x="167" y="345"/>
                      <a:pt x="166" y="344"/>
                    </a:cubicBezTo>
                    <a:cubicBezTo>
                      <a:pt x="164" y="342"/>
                      <a:pt x="161" y="342"/>
                      <a:pt x="158" y="341"/>
                    </a:cubicBezTo>
                    <a:cubicBezTo>
                      <a:pt x="155" y="340"/>
                      <a:pt x="151" y="339"/>
                      <a:pt x="148" y="340"/>
                    </a:cubicBezTo>
                    <a:cubicBezTo>
                      <a:pt x="145" y="341"/>
                      <a:pt x="142" y="343"/>
                      <a:pt x="139" y="344"/>
                    </a:cubicBezTo>
                    <a:cubicBezTo>
                      <a:pt x="136" y="345"/>
                      <a:pt x="133" y="347"/>
                      <a:pt x="130" y="347"/>
                    </a:cubicBezTo>
                    <a:cubicBezTo>
                      <a:pt x="127" y="347"/>
                      <a:pt x="124" y="347"/>
                      <a:pt x="122" y="346"/>
                    </a:cubicBezTo>
                    <a:cubicBezTo>
                      <a:pt x="118" y="345"/>
                      <a:pt x="115" y="343"/>
                      <a:pt x="112" y="343"/>
                    </a:cubicBezTo>
                    <a:cubicBezTo>
                      <a:pt x="108" y="342"/>
                      <a:pt x="104" y="342"/>
                      <a:pt x="100" y="342"/>
                    </a:cubicBezTo>
                    <a:cubicBezTo>
                      <a:pt x="96" y="342"/>
                      <a:pt x="91" y="342"/>
                      <a:pt x="87" y="341"/>
                    </a:cubicBezTo>
                    <a:cubicBezTo>
                      <a:pt x="84" y="341"/>
                      <a:pt x="80" y="340"/>
                      <a:pt x="77" y="341"/>
                    </a:cubicBezTo>
                    <a:cubicBezTo>
                      <a:pt x="76" y="341"/>
                      <a:pt x="75" y="341"/>
                      <a:pt x="73" y="341"/>
                    </a:cubicBezTo>
                    <a:cubicBezTo>
                      <a:pt x="72" y="341"/>
                      <a:pt x="71" y="341"/>
                      <a:pt x="69" y="341"/>
                    </a:cubicBezTo>
                    <a:cubicBezTo>
                      <a:pt x="68" y="341"/>
                      <a:pt x="66" y="340"/>
                      <a:pt x="65" y="340"/>
                    </a:cubicBezTo>
                    <a:cubicBezTo>
                      <a:pt x="62" y="339"/>
                      <a:pt x="60" y="338"/>
                      <a:pt x="59" y="335"/>
                    </a:cubicBezTo>
                    <a:cubicBezTo>
                      <a:pt x="57" y="329"/>
                      <a:pt x="51" y="329"/>
                      <a:pt x="46" y="328"/>
                    </a:cubicBezTo>
                    <a:cubicBezTo>
                      <a:pt x="45" y="327"/>
                      <a:pt x="43" y="327"/>
                      <a:pt x="41" y="326"/>
                    </a:cubicBezTo>
                    <a:cubicBezTo>
                      <a:pt x="40" y="325"/>
                      <a:pt x="39" y="324"/>
                      <a:pt x="38" y="323"/>
                    </a:cubicBezTo>
                    <a:cubicBezTo>
                      <a:pt x="37" y="322"/>
                      <a:pt x="36" y="322"/>
                      <a:pt x="36" y="320"/>
                    </a:cubicBezTo>
                    <a:cubicBezTo>
                      <a:pt x="36" y="318"/>
                      <a:pt x="36" y="317"/>
                      <a:pt x="36" y="316"/>
                    </a:cubicBezTo>
                    <a:cubicBezTo>
                      <a:pt x="37" y="314"/>
                      <a:pt x="37" y="312"/>
                      <a:pt x="36" y="310"/>
                    </a:cubicBezTo>
                    <a:cubicBezTo>
                      <a:pt x="35" y="308"/>
                      <a:pt x="32" y="309"/>
                      <a:pt x="30" y="308"/>
                    </a:cubicBezTo>
                    <a:cubicBezTo>
                      <a:pt x="29" y="307"/>
                      <a:pt x="29" y="307"/>
                      <a:pt x="28" y="306"/>
                    </a:cubicBezTo>
                    <a:cubicBezTo>
                      <a:pt x="28" y="305"/>
                      <a:pt x="27" y="305"/>
                      <a:pt x="26" y="304"/>
                    </a:cubicBezTo>
                    <a:cubicBezTo>
                      <a:pt x="25" y="303"/>
                      <a:pt x="24" y="302"/>
                      <a:pt x="22" y="301"/>
                    </a:cubicBezTo>
                    <a:cubicBezTo>
                      <a:pt x="21" y="301"/>
                      <a:pt x="20" y="300"/>
                      <a:pt x="19" y="300"/>
                    </a:cubicBezTo>
                    <a:cubicBezTo>
                      <a:pt x="17" y="298"/>
                      <a:pt x="14" y="297"/>
                      <a:pt x="13" y="295"/>
                    </a:cubicBezTo>
                    <a:cubicBezTo>
                      <a:pt x="12" y="293"/>
                      <a:pt x="11" y="291"/>
                      <a:pt x="10" y="289"/>
                    </a:cubicBezTo>
                    <a:cubicBezTo>
                      <a:pt x="9" y="288"/>
                      <a:pt x="7" y="286"/>
                      <a:pt x="6" y="284"/>
                    </a:cubicBezTo>
                    <a:cubicBezTo>
                      <a:pt x="5" y="282"/>
                      <a:pt x="6" y="280"/>
                      <a:pt x="6" y="278"/>
                    </a:cubicBezTo>
                    <a:cubicBezTo>
                      <a:pt x="5" y="275"/>
                      <a:pt x="6" y="273"/>
                      <a:pt x="5" y="270"/>
                    </a:cubicBezTo>
                    <a:cubicBezTo>
                      <a:pt x="5" y="267"/>
                      <a:pt x="3" y="264"/>
                      <a:pt x="2" y="261"/>
                    </a:cubicBezTo>
                    <a:cubicBezTo>
                      <a:pt x="1" y="259"/>
                      <a:pt x="0" y="256"/>
                      <a:pt x="0" y="253"/>
                    </a:cubicBezTo>
                    <a:cubicBezTo>
                      <a:pt x="0" y="252"/>
                      <a:pt x="0" y="249"/>
                      <a:pt x="0" y="247"/>
                    </a:cubicBezTo>
                    <a:cubicBezTo>
                      <a:pt x="1" y="246"/>
                      <a:pt x="3" y="246"/>
                      <a:pt x="5" y="246"/>
                    </a:cubicBezTo>
                    <a:cubicBezTo>
                      <a:pt x="7" y="246"/>
                      <a:pt x="9" y="246"/>
                      <a:pt x="11" y="246"/>
                    </a:cubicBezTo>
                    <a:cubicBezTo>
                      <a:pt x="17" y="247"/>
                      <a:pt x="21" y="252"/>
                      <a:pt x="24" y="255"/>
                    </a:cubicBezTo>
                    <a:cubicBezTo>
                      <a:pt x="28" y="258"/>
                      <a:pt x="33" y="260"/>
                      <a:pt x="37" y="259"/>
                    </a:cubicBezTo>
                    <a:cubicBezTo>
                      <a:pt x="41" y="258"/>
                      <a:pt x="44" y="254"/>
                      <a:pt x="47" y="252"/>
                    </a:cubicBezTo>
                    <a:cubicBezTo>
                      <a:pt x="49" y="251"/>
                      <a:pt x="51" y="250"/>
                      <a:pt x="52" y="248"/>
                    </a:cubicBezTo>
                    <a:cubicBezTo>
                      <a:pt x="53" y="246"/>
                      <a:pt x="53" y="245"/>
                      <a:pt x="54" y="243"/>
                    </a:cubicBezTo>
                    <a:cubicBezTo>
                      <a:pt x="55" y="237"/>
                      <a:pt x="55" y="233"/>
                      <a:pt x="54" y="227"/>
                    </a:cubicBezTo>
                    <a:cubicBezTo>
                      <a:pt x="54" y="226"/>
                      <a:pt x="53" y="225"/>
                      <a:pt x="53" y="224"/>
                    </a:cubicBezTo>
                    <a:cubicBezTo>
                      <a:pt x="53" y="222"/>
                      <a:pt x="55" y="220"/>
                      <a:pt x="56" y="219"/>
                    </a:cubicBezTo>
                    <a:cubicBezTo>
                      <a:pt x="57" y="216"/>
                      <a:pt x="60" y="215"/>
                      <a:pt x="62" y="213"/>
                    </a:cubicBezTo>
                    <a:cubicBezTo>
                      <a:pt x="65" y="212"/>
                      <a:pt x="67" y="210"/>
                      <a:pt x="70" y="209"/>
                    </a:cubicBezTo>
                    <a:cubicBezTo>
                      <a:pt x="76" y="207"/>
                      <a:pt x="81" y="203"/>
                      <a:pt x="87" y="200"/>
                    </a:cubicBezTo>
                    <a:cubicBezTo>
                      <a:pt x="89" y="200"/>
                      <a:pt x="91" y="198"/>
                      <a:pt x="92" y="199"/>
                    </a:cubicBezTo>
                    <a:cubicBezTo>
                      <a:pt x="94" y="199"/>
                      <a:pt x="95" y="199"/>
                      <a:pt x="97" y="199"/>
                    </a:cubicBezTo>
                    <a:cubicBezTo>
                      <a:pt x="99" y="199"/>
                      <a:pt x="104" y="200"/>
                      <a:pt x="105" y="203"/>
                    </a:cubicBezTo>
                    <a:cubicBezTo>
                      <a:pt x="105" y="204"/>
                      <a:pt x="105" y="206"/>
                      <a:pt x="106" y="208"/>
                    </a:cubicBezTo>
                    <a:cubicBezTo>
                      <a:pt x="106" y="209"/>
                      <a:pt x="108" y="209"/>
                      <a:pt x="109" y="210"/>
                    </a:cubicBezTo>
                    <a:cubicBezTo>
                      <a:pt x="113" y="211"/>
                      <a:pt x="117" y="210"/>
                      <a:pt x="121" y="210"/>
                    </a:cubicBezTo>
                    <a:cubicBezTo>
                      <a:pt x="125" y="210"/>
                      <a:pt x="128" y="209"/>
                      <a:pt x="130" y="205"/>
                    </a:cubicBezTo>
                    <a:cubicBezTo>
                      <a:pt x="132" y="202"/>
                      <a:pt x="135" y="202"/>
                      <a:pt x="138" y="200"/>
                    </a:cubicBezTo>
                    <a:cubicBezTo>
                      <a:pt x="139" y="199"/>
                      <a:pt x="140" y="199"/>
                      <a:pt x="141" y="198"/>
                    </a:cubicBezTo>
                    <a:cubicBezTo>
                      <a:pt x="142" y="196"/>
                      <a:pt x="142" y="194"/>
                      <a:pt x="142" y="192"/>
                    </a:cubicBezTo>
                    <a:cubicBezTo>
                      <a:pt x="142" y="187"/>
                      <a:pt x="143" y="182"/>
                      <a:pt x="141" y="177"/>
                    </a:cubicBezTo>
                    <a:cubicBezTo>
                      <a:pt x="141" y="174"/>
                      <a:pt x="139" y="172"/>
                      <a:pt x="138" y="170"/>
                    </a:cubicBezTo>
                    <a:cubicBezTo>
                      <a:pt x="134" y="163"/>
                      <a:pt x="134" y="154"/>
                      <a:pt x="135" y="147"/>
                    </a:cubicBezTo>
                    <a:cubicBezTo>
                      <a:pt x="135" y="141"/>
                      <a:pt x="138" y="134"/>
                      <a:pt x="145" y="135"/>
                    </a:cubicBezTo>
                    <a:cubicBezTo>
                      <a:pt x="149" y="136"/>
                      <a:pt x="152" y="139"/>
                      <a:pt x="156" y="141"/>
                    </a:cubicBezTo>
                    <a:cubicBezTo>
                      <a:pt x="158" y="142"/>
                      <a:pt x="160" y="144"/>
                      <a:pt x="163" y="144"/>
                    </a:cubicBezTo>
                    <a:cubicBezTo>
                      <a:pt x="165" y="145"/>
                      <a:pt x="167" y="144"/>
                      <a:pt x="168" y="143"/>
                    </a:cubicBezTo>
                    <a:cubicBezTo>
                      <a:pt x="171" y="142"/>
                      <a:pt x="174" y="142"/>
                      <a:pt x="176" y="142"/>
                    </a:cubicBezTo>
                    <a:cubicBezTo>
                      <a:pt x="182" y="141"/>
                      <a:pt x="187" y="138"/>
                      <a:pt x="192" y="138"/>
                    </a:cubicBezTo>
                    <a:cubicBezTo>
                      <a:pt x="196" y="138"/>
                      <a:pt x="200" y="139"/>
                      <a:pt x="204" y="140"/>
                    </a:cubicBezTo>
                    <a:cubicBezTo>
                      <a:pt x="209" y="141"/>
                      <a:pt x="214" y="142"/>
                      <a:pt x="219" y="142"/>
                    </a:cubicBezTo>
                    <a:cubicBezTo>
                      <a:pt x="228" y="142"/>
                      <a:pt x="237" y="142"/>
                      <a:pt x="246" y="139"/>
                    </a:cubicBezTo>
                    <a:cubicBezTo>
                      <a:pt x="249" y="138"/>
                      <a:pt x="252" y="137"/>
                      <a:pt x="255" y="136"/>
                    </a:cubicBezTo>
                    <a:cubicBezTo>
                      <a:pt x="258" y="136"/>
                      <a:pt x="262" y="136"/>
                      <a:pt x="266" y="136"/>
                    </a:cubicBezTo>
                    <a:cubicBezTo>
                      <a:pt x="273" y="137"/>
                      <a:pt x="280" y="137"/>
                      <a:pt x="287" y="135"/>
                    </a:cubicBezTo>
                    <a:cubicBezTo>
                      <a:pt x="290" y="134"/>
                      <a:pt x="293" y="133"/>
                      <a:pt x="295" y="132"/>
                    </a:cubicBezTo>
                    <a:cubicBezTo>
                      <a:pt x="297" y="131"/>
                      <a:pt x="299" y="129"/>
                      <a:pt x="301" y="128"/>
                    </a:cubicBezTo>
                    <a:cubicBezTo>
                      <a:pt x="303" y="127"/>
                      <a:pt x="305" y="126"/>
                      <a:pt x="308" y="125"/>
                    </a:cubicBezTo>
                    <a:cubicBezTo>
                      <a:pt x="311" y="124"/>
                      <a:pt x="313" y="123"/>
                      <a:pt x="315" y="122"/>
                    </a:cubicBezTo>
                    <a:cubicBezTo>
                      <a:pt x="319" y="120"/>
                      <a:pt x="322" y="118"/>
                      <a:pt x="325" y="114"/>
                    </a:cubicBezTo>
                    <a:cubicBezTo>
                      <a:pt x="328" y="111"/>
                      <a:pt x="332" y="109"/>
                      <a:pt x="334" y="106"/>
                    </a:cubicBezTo>
                    <a:cubicBezTo>
                      <a:pt x="337" y="103"/>
                      <a:pt x="337" y="100"/>
                      <a:pt x="341" y="98"/>
                    </a:cubicBezTo>
                    <a:cubicBezTo>
                      <a:pt x="345" y="97"/>
                      <a:pt x="348" y="97"/>
                      <a:pt x="352" y="98"/>
                    </a:cubicBezTo>
                    <a:cubicBezTo>
                      <a:pt x="356" y="98"/>
                      <a:pt x="361" y="97"/>
                      <a:pt x="364" y="96"/>
                    </a:cubicBezTo>
                    <a:cubicBezTo>
                      <a:pt x="365" y="95"/>
                      <a:pt x="366" y="94"/>
                      <a:pt x="368" y="93"/>
                    </a:cubicBezTo>
                    <a:cubicBezTo>
                      <a:pt x="370" y="92"/>
                      <a:pt x="372" y="92"/>
                      <a:pt x="374" y="91"/>
                    </a:cubicBezTo>
                    <a:cubicBezTo>
                      <a:pt x="377" y="89"/>
                      <a:pt x="380" y="87"/>
                      <a:pt x="383" y="85"/>
                    </a:cubicBezTo>
                    <a:cubicBezTo>
                      <a:pt x="387" y="83"/>
                      <a:pt x="390" y="80"/>
                      <a:pt x="392" y="77"/>
                    </a:cubicBezTo>
                    <a:cubicBezTo>
                      <a:pt x="393" y="76"/>
                      <a:pt x="395" y="75"/>
                      <a:pt x="396" y="74"/>
                    </a:cubicBezTo>
                    <a:cubicBezTo>
                      <a:pt x="397" y="73"/>
                      <a:pt x="399" y="71"/>
                      <a:pt x="400" y="70"/>
                    </a:cubicBezTo>
                    <a:cubicBezTo>
                      <a:pt x="401" y="68"/>
                      <a:pt x="401" y="67"/>
                      <a:pt x="402" y="65"/>
                    </a:cubicBezTo>
                    <a:cubicBezTo>
                      <a:pt x="403" y="63"/>
                      <a:pt x="405" y="62"/>
                      <a:pt x="407" y="62"/>
                    </a:cubicBezTo>
                    <a:cubicBezTo>
                      <a:pt x="408" y="61"/>
                      <a:pt x="410" y="61"/>
                      <a:pt x="412" y="60"/>
                    </a:cubicBezTo>
                    <a:cubicBezTo>
                      <a:pt x="413" y="59"/>
                      <a:pt x="414" y="58"/>
                      <a:pt x="415" y="56"/>
                    </a:cubicBezTo>
                    <a:cubicBezTo>
                      <a:pt x="416" y="54"/>
                      <a:pt x="417" y="52"/>
                      <a:pt x="419" y="49"/>
                    </a:cubicBezTo>
                    <a:cubicBezTo>
                      <a:pt x="420" y="47"/>
                      <a:pt x="421" y="46"/>
                      <a:pt x="423" y="44"/>
                    </a:cubicBezTo>
                    <a:cubicBezTo>
                      <a:pt x="423" y="43"/>
                      <a:pt x="424" y="42"/>
                      <a:pt x="426" y="41"/>
                    </a:cubicBezTo>
                    <a:cubicBezTo>
                      <a:pt x="426" y="40"/>
                      <a:pt x="427" y="40"/>
                      <a:pt x="428" y="40"/>
                    </a:cubicBezTo>
                    <a:cubicBezTo>
                      <a:pt x="430" y="39"/>
                      <a:pt x="432" y="37"/>
                      <a:pt x="433" y="36"/>
                    </a:cubicBezTo>
                    <a:cubicBezTo>
                      <a:pt x="435" y="36"/>
                      <a:pt x="437" y="36"/>
                      <a:pt x="439" y="36"/>
                    </a:cubicBezTo>
                    <a:cubicBezTo>
                      <a:pt x="441" y="35"/>
                      <a:pt x="442" y="34"/>
                      <a:pt x="444" y="34"/>
                    </a:cubicBezTo>
                    <a:cubicBezTo>
                      <a:pt x="448" y="31"/>
                      <a:pt x="451" y="28"/>
                      <a:pt x="454" y="2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5" name="Freeform 1864">
                <a:extLst>
                  <a:ext uri="{FF2B5EF4-FFF2-40B4-BE49-F238E27FC236}">
                    <a16:creationId xmlns:a16="http://schemas.microsoft.com/office/drawing/2014/main" id="{4F6DA314-5231-D742-B177-FAEC0E9593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00" y="429"/>
                <a:ext cx="485" cy="384"/>
              </a:xfrm>
              <a:custGeom>
                <a:avLst/>
                <a:gdLst>
                  <a:gd name="T0" fmla="*/ 1062 w 1192"/>
                  <a:gd name="T1" fmla="*/ 445 h 943"/>
                  <a:gd name="T2" fmla="*/ 995 w 1192"/>
                  <a:gd name="T3" fmla="*/ 407 h 943"/>
                  <a:gd name="T4" fmla="*/ 911 w 1192"/>
                  <a:gd name="T5" fmla="*/ 384 h 943"/>
                  <a:gd name="T6" fmla="*/ 843 w 1192"/>
                  <a:gd name="T7" fmla="*/ 411 h 943"/>
                  <a:gd name="T8" fmla="*/ 781 w 1192"/>
                  <a:gd name="T9" fmla="*/ 363 h 943"/>
                  <a:gd name="T10" fmla="*/ 765 w 1192"/>
                  <a:gd name="T11" fmla="*/ 345 h 943"/>
                  <a:gd name="T12" fmla="*/ 705 w 1192"/>
                  <a:gd name="T13" fmla="*/ 306 h 943"/>
                  <a:gd name="T14" fmla="*/ 609 w 1192"/>
                  <a:gd name="T15" fmla="*/ 414 h 943"/>
                  <a:gd name="T16" fmla="*/ 532 w 1192"/>
                  <a:gd name="T17" fmla="*/ 331 h 943"/>
                  <a:gd name="T18" fmla="*/ 435 w 1192"/>
                  <a:gd name="T19" fmla="*/ 333 h 943"/>
                  <a:gd name="T20" fmla="*/ 401 w 1192"/>
                  <a:gd name="T21" fmla="*/ 345 h 943"/>
                  <a:gd name="T22" fmla="*/ 421 w 1192"/>
                  <a:gd name="T23" fmla="*/ 266 h 943"/>
                  <a:gd name="T24" fmla="*/ 468 w 1192"/>
                  <a:gd name="T25" fmla="*/ 215 h 943"/>
                  <a:gd name="T26" fmla="*/ 465 w 1192"/>
                  <a:gd name="T27" fmla="*/ 179 h 943"/>
                  <a:gd name="T28" fmla="*/ 452 w 1192"/>
                  <a:gd name="T29" fmla="*/ 99 h 943"/>
                  <a:gd name="T30" fmla="*/ 433 w 1192"/>
                  <a:gd name="T31" fmla="*/ 30 h 943"/>
                  <a:gd name="T32" fmla="*/ 397 w 1192"/>
                  <a:gd name="T33" fmla="*/ 45 h 943"/>
                  <a:gd name="T34" fmla="*/ 398 w 1192"/>
                  <a:gd name="T35" fmla="*/ 63 h 943"/>
                  <a:gd name="T36" fmla="*/ 371 w 1192"/>
                  <a:gd name="T37" fmla="*/ 154 h 943"/>
                  <a:gd name="T38" fmla="*/ 335 w 1192"/>
                  <a:gd name="T39" fmla="*/ 127 h 943"/>
                  <a:gd name="T40" fmla="*/ 338 w 1192"/>
                  <a:gd name="T41" fmla="*/ 99 h 943"/>
                  <a:gd name="T42" fmla="*/ 311 w 1192"/>
                  <a:gd name="T43" fmla="*/ 55 h 943"/>
                  <a:gd name="T44" fmla="*/ 272 w 1192"/>
                  <a:gd name="T45" fmla="*/ 103 h 943"/>
                  <a:gd name="T46" fmla="*/ 234 w 1192"/>
                  <a:gd name="T47" fmla="*/ 157 h 943"/>
                  <a:gd name="T48" fmla="*/ 174 w 1192"/>
                  <a:gd name="T49" fmla="*/ 134 h 943"/>
                  <a:gd name="T50" fmla="*/ 190 w 1192"/>
                  <a:gd name="T51" fmla="*/ 180 h 943"/>
                  <a:gd name="T52" fmla="*/ 277 w 1192"/>
                  <a:gd name="T53" fmla="*/ 198 h 943"/>
                  <a:gd name="T54" fmla="*/ 292 w 1192"/>
                  <a:gd name="T55" fmla="*/ 212 h 943"/>
                  <a:gd name="T56" fmla="*/ 335 w 1192"/>
                  <a:gd name="T57" fmla="*/ 249 h 943"/>
                  <a:gd name="T58" fmla="*/ 330 w 1192"/>
                  <a:gd name="T59" fmla="*/ 296 h 943"/>
                  <a:gd name="T60" fmla="*/ 286 w 1192"/>
                  <a:gd name="T61" fmla="*/ 349 h 943"/>
                  <a:gd name="T62" fmla="*/ 206 w 1192"/>
                  <a:gd name="T63" fmla="*/ 320 h 943"/>
                  <a:gd name="T64" fmla="*/ 138 w 1192"/>
                  <a:gd name="T65" fmla="*/ 302 h 943"/>
                  <a:gd name="T66" fmla="*/ 38 w 1192"/>
                  <a:gd name="T67" fmla="*/ 285 h 943"/>
                  <a:gd name="T68" fmla="*/ 147 w 1192"/>
                  <a:gd name="T69" fmla="*/ 367 h 943"/>
                  <a:gd name="T70" fmla="*/ 164 w 1192"/>
                  <a:gd name="T71" fmla="*/ 439 h 943"/>
                  <a:gd name="T72" fmla="*/ 220 w 1192"/>
                  <a:gd name="T73" fmla="*/ 484 h 943"/>
                  <a:gd name="T74" fmla="*/ 231 w 1192"/>
                  <a:gd name="T75" fmla="*/ 548 h 943"/>
                  <a:gd name="T76" fmla="*/ 122 w 1192"/>
                  <a:gd name="T77" fmla="*/ 562 h 943"/>
                  <a:gd name="T78" fmla="*/ 19 w 1192"/>
                  <a:gd name="T79" fmla="*/ 558 h 943"/>
                  <a:gd name="T80" fmla="*/ 119 w 1192"/>
                  <a:gd name="T81" fmla="*/ 652 h 943"/>
                  <a:gd name="T82" fmla="*/ 228 w 1192"/>
                  <a:gd name="T83" fmla="*/ 607 h 943"/>
                  <a:gd name="T84" fmla="*/ 209 w 1192"/>
                  <a:gd name="T85" fmla="*/ 661 h 943"/>
                  <a:gd name="T86" fmla="*/ 205 w 1192"/>
                  <a:gd name="T87" fmla="*/ 753 h 943"/>
                  <a:gd name="T88" fmla="*/ 244 w 1192"/>
                  <a:gd name="T89" fmla="*/ 795 h 943"/>
                  <a:gd name="T90" fmla="*/ 377 w 1192"/>
                  <a:gd name="T91" fmla="*/ 932 h 943"/>
                  <a:gd name="T92" fmla="*/ 475 w 1192"/>
                  <a:gd name="T93" fmla="*/ 931 h 943"/>
                  <a:gd name="T94" fmla="*/ 585 w 1192"/>
                  <a:gd name="T95" fmla="*/ 933 h 943"/>
                  <a:gd name="T96" fmla="*/ 658 w 1192"/>
                  <a:gd name="T97" fmla="*/ 942 h 943"/>
                  <a:gd name="T98" fmla="*/ 770 w 1192"/>
                  <a:gd name="T99" fmla="*/ 915 h 943"/>
                  <a:gd name="T100" fmla="*/ 868 w 1192"/>
                  <a:gd name="T101" fmla="*/ 926 h 943"/>
                  <a:gd name="T102" fmla="*/ 964 w 1192"/>
                  <a:gd name="T103" fmla="*/ 892 h 943"/>
                  <a:gd name="T104" fmla="*/ 1071 w 1192"/>
                  <a:gd name="T105" fmla="*/ 860 h 943"/>
                  <a:gd name="T106" fmla="*/ 1098 w 1192"/>
                  <a:gd name="T107" fmla="*/ 818 h 943"/>
                  <a:gd name="T108" fmla="*/ 1151 w 1192"/>
                  <a:gd name="T109" fmla="*/ 770 h 943"/>
                  <a:gd name="T110" fmla="*/ 1175 w 1192"/>
                  <a:gd name="T111" fmla="*/ 708 h 943"/>
                  <a:gd name="T112" fmla="*/ 1117 w 1192"/>
                  <a:gd name="T113" fmla="*/ 653 h 943"/>
                  <a:gd name="T114" fmla="*/ 1139 w 1192"/>
                  <a:gd name="T115" fmla="*/ 615 h 943"/>
                  <a:gd name="T116" fmla="*/ 1115 w 1192"/>
                  <a:gd name="T117" fmla="*/ 535 h 943"/>
                  <a:gd name="T118" fmla="*/ 492 w 1192"/>
                  <a:gd name="T119" fmla="*/ 340 h 943"/>
                  <a:gd name="T120" fmla="*/ 449 w 1192"/>
                  <a:gd name="T121" fmla="*/ 732 h 943"/>
                  <a:gd name="T122" fmla="*/ 537 w 1192"/>
                  <a:gd name="T123" fmla="*/ 773 h 943"/>
                  <a:gd name="T124" fmla="*/ 840 w 1192"/>
                  <a:gd name="T125" fmla="*/ 537 h 9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92" h="943">
                    <a:moveTo>
                      <a:pt x="1190" y="469"/>
                    </a:moveTo>
                    <a:cubicBezTo>
                      <a:pt x="1189" y="468"/>
                      <a:pt x="1188" y="468"/>
                      <a:pt x="1187" y="468"/>
                    </a:cubicBezTo>
                    <a:cubicBezTo>
                      <a:pt x="1185" y="468"/>
                      <a:pt x="1184" y="468"/>
                      <a:pt x="1182" y="468"/>
                    </a:cubicBezTo>
                    <a:cubicBezTo>
                      <a:pt x="1179" y="468"/>
                      <a:pt x="1175" y="467"/>
                      <a:pt x="1172" y="465"/>
                    </a:cubicBezTo>
                    <a:cubicBezTo>
                      <a:pt x="1170" y="463"/>
                      <a:pt x="1170" y="460"/>
                      <a:pt x="1168" y="458"/>
                    </a:cubicBezTo>
                    <a:cubicBezTo>
                      <a:pt x="1164" y="454"/>
                      <a:pt x="1158" y="453"/>
                      <a:pt x="1153" y="453"/>
                    </a:cubicBezTo>
                    <a:cubicBezTo>
                      <a:pt x="1151" y="454"/>
                      <a:pt x="1148" y="454"/>
                      <a:pt x="1146" y="456"/>
                    </a:cubicBezTo>
                    <a:cubicBezTo>
                      <a:pt x="1144" y="457"/>
                      <a:pt x="1143" y="458"/>
                      <a:pt x="1141" y="459"/>
                    </a:cubicBezTo>
                    <a:cubicBezTo>
                      <a:pt x="1138" y="460"/>
                      <a:pt x="1134" y="461"/>
                      <a:pt x="1132" y="463"/>
                    </a:cubicBezTo>
                    <a:cubicBezTo>
                      <a:pt x="1130" y="464"/>
                      <a:pt x="1129" y="466"/>
                      <a:pt x="1127" y="467"/>
                    </a:cubicBezTo>
                    <a:cubicBezTo>
                      <a:pt x="1126" y="468"/>
                      <a:pt x="1125" y="470"/>
                      <a:pt x="1123" y="470"/>
                    </a:cubicBezTo>
                    <a:cubicBezTo>
                      <a:pt x="1121" y="470"/>
                      <a:pt x="1119" y="469"/>
                      <a:pt x="1117" y="468"/>
                    </a:cubicBezTo>
                    <a:cubicBezTo>
                      <a:pt x="1115" y="467"/>
                      <a:pt x="1114" y="466"/>
                      <a:pt x="1112" y="464"/>
                    </a:cubicBezTo>
                    <a:cubicBezTo>
                      <a:pt x="1110" y="463"/>
                      <a:pt x="1108" y="463"/>
                      <a:pt x="1107" y="463"/>
                    </a:cubicBezTo>
                    <a:cubicBezTo>
                      <a:pt x="1105" y="463"/>
                      <a:pt x="1103" y="464"/>
                      <a:pt x="1102" y="465"/>
                    </a:cubicBezTo>
                    <a:cubicBezTo>
                      <a:pt x="1100" y="466"/>
                      <a:pt x="1098" y="467"/>
                      <a:pt x="1097" y="468"/>
                    </a:cubicBezTo>
                    <a:cubicBezTo>
                      <a:pt x="1096" y="469"/>
                      <a:pt x="1094" y="470"/>
                      <a:pt x="1094" y="471"/>
                    </a:cubicBezTo>
                    <a:cubicBezTo>
                      <a:pt x="1092" y="474"/>
                      <a:pt x="1092" y="478"/>
                      <a:pt x="1090" y="480"/>
                    </a:cubicBezTo>
                    <a:cubicBezTo>
                      <a:pt x="1089" y="481"/>
                      <a:pt x="1088" y="482"/>
                      <a:pt x="1087" y="483"/>
                    </a:cubicBezTo>
                    <a:cubicBezTo>
                      <a:pt x="1086" y="483"/>
                      <a:pt x="1085" y="482"/>
                      <a:pt x="1084" y="481"/>
                    </a:cubicBezTo>
                    <a:cubicBezTo>
                      <a:pt x="1083" y="480"/>
                      <a:pt x="1082" y="479"/>
                      <a:pt x="1081" y="478"/>
                    </a:cubicBezTo>
                    <a:cubicBezTo>
                      <a:pt x="1080" y="477"/>
                      <a:pt x="1079" y="477"/>
                      <a:pt x="1078" y="476"/>
                    </a:cubicBezTo>
                    <a:cubicBezTo>
                      <a:pt x="1076" y="474"/>
                      <a:pt x="1077" y="471"/>
                      <a:pt x="1077" y="468"/>
                    </a:cubicBezTo>
                    <a:cubicBezTo>
                      <a:pt x="1078" y="466"/>
                      <a:pt x="1078" y="463"/>
                      <a:pt x="1077" y="461"/>
                    </a:cubicBezTo>
                    <a:cubicBezTo>
                      <a:pt x="1076" y="460"/>
                      <a:pt x="1075" y="459"/>
                      <a:pt x="1074" y="458"/>
                    </a:cubicBezTo>
                    <a:cubicBezTo>
                      <a:pt x="1073" y="456"/>
                      <a:pt x="1072" y="456"/>
                      <a:pt x="1071" y="455"/>
                    </a:cubicBezTo>
                    <a:cubicBezTo>
                      <a:pt x="1069" y="454"/>
                      <a:pt x="1068" y="455"/>
                      <a:pt x="1066" y="454"/>
                    </a:cubicBezTo>
                    <a:cubicBezTo>
                      <a:pt x="1065" y="454"/>
                      <a:pt x="1064" y="453"/>
                      <a:pt x="1064" y="452"/>
                    </a:cubicBezTo>
                    <a:cubicBezTo>
                      <a:pt x="1064" y="452"/>
                      <a:pt x="1065" y="451"/>
                      <a:pt x="1065" y="450"/>
                    </a:cubicBezTo>
                    <a:cubicBezTo>
                      <a:pt x="1066" y="449"/>
                      <a:pt x="1068" y="447"/>
                      <a:pt x="1067" y="445"/>
                    </a:cubicBezTo>
                    <a:cubicBezTo>
                      <a:pt x="1066" y="444"/>
                      <a:pt x="1065" y="444"/>
                      <a:pt x="1064" y="445"/>
                    </a:cubicBezTo>
                    <a:cubicBezTo>
                      <a:pt x="1064" y="445"/>
                      <a:pt x="1064" y="445"/>
                      <a:pt x="1063" y="445"/>
                    </a:cubicBezTo>
                    <a:cubicBezTo>
                      <a:pt x="1063" y="445"/>
                      <a:pt x="1062" y="445"/>
                      <a:pt x="1062" y="445"/>
                    </a:cubicBezTo>
                    <a:cubicBezTo>
                      <a:pt x="1062" y="445"/>
                      <a:pt x="1061" y="445"/>
                      <a:pt x="1061" y="444"/>
                    </a:cubicBezTo>
                    <a:cubicBezTo>
                      <a:pt x="1061" y="444"/>
                      <a:pt x="1061" y="444"/>
                      <a:pt x="1061" y="444"/>
                    </a:cubicBezTo>
                    <a:cubicBezTo>
                      <a:pt x="1061" y="443"/>
                      <a:pt x="1061" y="443"/>
                      <a:pt x="1061" y="443"/>
                    </a:cubicBezTo>
                    <a:cubicBezTo>
                      <a:pt x="1061" y="443"/>
                      <a:pt x="1061" y="443"/>
                      <a:pt x="1061" y="442"/>
                    </a:cubicBezTo>
                    <a:cubicBezTo>
                      <a:pt x="1062" y="441"/>
                      <a:pt x="1062" y="440"/>
                      <a:pt x="1063" y="440"/>
                    </a:cubicBezTo>
                    <a:cubicBezTo>
                      <a:pt x="1064" y="438"/>
                      <a:pt x="1065" y="437"/>
                      <a:pt x="1066" y="436"/>
                    </a:cubicBezTo>
                    <a:cubicBezTo>
                      <a:pt x="1070" y="433"/>
                      <a:pt x="1075" y="430"/>
                      <a:pt x="1079" y="426"/>
                    </a:cubicBezTo>
                    <a:cubicBezTo>
                      <a:pt x="1082" y="423"/>
                      <a:pt x="1086" y="416"/>
                      <a:pt x="1083" y="411"/>
                    </a:cubicBezTo>
                    <a:cubicBezTo>
                      <a:pt x="1081" y="408"/>
                      <a:pt x="1076" y="407"/>
                      <a:pt x="1075" y="403"/>
                    </a:cubicBezTo>
                    <a:cubicBezTo>
                      <a:pt x="1074" y="402"/>
                      <a:pt x="1074" y="401"/>
                      <a:pt x="1074" y="400"/>
                    </a:cubicBezTo>
                    <a:cubicBezTo>
                      <a:pt x="1074" y="399"/>
                      <a:pt x="1073" y="399"/>
                      <a:pt x="1072" y="399"/>
                    </a:cubicBezTo>
                    <a:cubicBezTo>
                      <a:pt x="1070" y="398"/>
                      <a:pt x="1069" y="398"/>
                      <a:pt x="1067" y="396"/>
                    </a:cubicBezTo>
                    <a:cubicBezTo>
                      <a:pt x="1066" y="395"/>
                      <a:pt x="1066" y="393"/>
                      <a:pt x="1067" y="391"/>
                    </a:cubicBezTo>
                    <a:cubicBezTo>
                      <a:pt x="1068" y="389"/>
                      <a:pt x="1070" y="387"/>
                      <a:pt x="1072" y="385"/>
                    </a:cubicBezTo>
                    <a:cubicBezTo>
                      <a:pt x="1073" y="384"/>
                      <a:pt x="1075" y="382"/>
                      <a:pt x="1076" y="380"/>
                    </a:cubicBezTo>
                    <a:cubicBezTo>
                      <a:pt x="1076" y="378"/>
                      <a:pt x="1076" y="376"/>
                      <a:pt x="1075" y="374"/>
                    </a:cubicBezTo>
                    <a:cubicBezTo>
                      <a:pt x="1075" y="372"/>
                      <a:pt x="1074" y="370"/>
                      <a:pt x="1072" y="369"/>
                    </a:cubicBezTo>
                    <a:cubicBezTo>
                      <a:pt x="1071" y="368"/>
                      <a:pt x="1070" y="367"/>
                      <a:pt x="1068" y="366"/>
                    </a:cubicBezTo>
                    <a:cubicBezTo>
                      <a:pt x="1066" y="366"/>
                      <a:pt x="1064" y="365"/>
                      <a:pt x="1062" y="364"/>
                    </a:cubicBezTo>
                    <a:cubicBezTo>
                      <a:pt x="1060" y="364"/>
                      <a:pt x="1058" y="362"/>
                      <a:pt x="1056" y="361"/>
                    </a:cubicBezTo>
                    <a:cubicBezTo>
                      <a:pt x="1055" y="360"/>
                      <a:pt x="1054" y="360"/>
                      <a:pt x="1052" y="360"/>
                    </a:cubicBezTo>
                    <a:cubicBezTo>
                      <a:pt x="1050" y="360"/>
                      <a:pt x="1048" y="362"/>
                      <a:pt x="1047" y="362"/>
                    </a:cubicBezTo>
                    <a:cubicBezTo>
                      <a:pt x="1045" y="363"/>
                      <a:pt x="1042" y="364"/>
                      <a:pt x="1040" y="364"/>
                    </a:cubicBezTo>
                    <a:cubicBezTo>
                      <a:pt x="1038" y="364"/>
                      <a:pt x="1036" y="362"/>
                      <a:pt x="1035" y="360"/>
                    </a:cubicBezTo>
                    <a:cubicBezTo>
                      <a:pt x="1033" y="358"/>
                      <a:pt x="1032" y="356"/>
                      <a:pt x="1030" y="353"/>
                    </a:cubicBezTo>
                    <a:cubicBezTo>
                      <a:pt x="1027" y="349"/>
                      <a:pt x="1020" y="347"/>
                      <a:pt x="1015" y="348"/>
                    </a:cubicBezTo>
                    <a:cubicBezTo>
                      <a:pt x="1011" y="349"/>
                      <a:pt x="1008" y="353"/>
                      <a:pt x="1006" y="357"/>
                    </a:cubicBezTo>
                    <a:cubicBezTo>
                      <a:pt x="1004" y="361"/>
                      <a:pt x="1004" y="365"/>
                      <a:pt x="1003" y="369"/>
                    </a:cubicBezTo>
                    <a:cubicBezTo>
                      <a:pt x="1002" y="371"/>
                      <a:pt x="1002" y="373"/>
                      <a:pt x="1000" y="375"/>
                    </a:cubicBezTo>
                    <a:cubicBezTo>
                      <a:pt x="999" y="377"/>
                      <a:pt x="998" y="379"/>
                      <a:pt x="997" y="381"/>
                    </a:cubicBezTo>
                    <a:cubicBezTo>
                      <a:pt x="996" y="383"/>
                      <a:pt x="997" y="386"/>
                      <a:pt x="997" y="388"/>
                    </a:cubicBezTo>
                    <a:cubicBezTo>
                      <a:pt x="997" y="392"/>
                      <a:pt x="998" y="396"/>
                      <a:pt x="997" y="399"/>
                    </a:cubicBezTo>
                    <a:cubicBezTo>
                      <a:pt x="997" y="402"/>
                      <a:pt x="997" y="405"/>
                      <a:pt x="995" y="407"/>
                    </a:cubicBezTo>
                    <a:cubicBezTo>
                      <a:pt x="994" y="408"/>
                      <a:pt x="992" y="409"/>
                      <a:pt x="990" y="410"/>
                    </a:cubicBezTo>
                    <a:cubicBezTo>
                      <a:pt x="988" y="411"/>
                      <a:pt x="987" y="412"/>
                      <a:pt x="985" y="413"/>
                    </a:cubicBezTo>
                    <a:cubicBezTo>
                      <a:pt x="983" y="414"/>
                      <a:pt x="982" y="416"/>
                      <a:pt x="980" y="418"/>
                    </a:cubicBezTo>
                    <a:cubicBezTo>
                      <a:pt x="978" y="419"/>
                      <a:pt x="977" y="420"/>
                      <a:pt x="975" y="420"/>
                    </a:cubicBezTo>
                    <a:cubicBezTo>
                      <a:pt x="974" y="420"/>
                      <a:pt x="973" y="420"/>
                      <a:pt x="972" y="419"/>
                    </a:cubicBezTo>
                    <a:cubicBezTo>
                      <a:pt x="970" y="418"/>
                      <a:pt x="969" y="418"/>
                      <a:pt x="967" y="418"/>
                    </a:cubicBezTo>
                    <a:cubicBezTo>
                      <a:pt x="966" y="418"/>
                      <a:pt x="965" y="418"/>
                      <a:pt x="964" y="418"/>
                    </a:cubicBezTo>
                    <a:cubicBezTo>
                      <a:pt x="962" y="418"/>
                      <a:pt x="960" y="419"/>
                      <a:pt x="958" y="419"/>
                    </a:cubicBezTo>
                    <a:cubicBezTo>
                      <a:pt x="957" y="419"/>
                      <a:pt x="957" y="419"/>
                      <a:pt x="956" y="419"/>
                    </a:cubicBezTo>
                    <a:cubicBezTo>
                      <a:pt x="956" y="419"/>
                      <a:pt x="955" y="420"/>
                      <a:pt x="955" y="420"/>
                    </a:cubicBezTo>
                    <a:cubicBezTo>
                      <a:pt x="955" y="421"/>
                      <a:pt x="955" y="421"/>
                      <a:pt x="955" y="422"/>
                    </a:cubicBezTo>
                    <a:cubicBezTo>
                      <a:pt x="955" y="423"/>
                      <a:pt x="955" y="424"/>
                      <a:pt x="954" y="425"/>
                    </a:cubicBezTo>
                    <a:cubicBezTo>
                      <a:pt x="953" y="425"/>
                      <a:pt x="951" y="423"/>
                      <a:pt x="951" y="422"/>
                    </a:cubicBezTo>
                    <a:cubicBezTo>
                      <a:pt x="951" y="420"/>
                      <a:pt x="950" y="419"/>
                      <a:pt x="949" y="418"/>
                    </a:cubicBezTo>
                    <a:cubicBezTo>
                      <a:pt x="948" y="417"/>
                      <a:pt x="946" y="417"/>
                      <a:pt x="944" y="418"/>
                    </a:cubicBezTo>
                    <a:cubicBezTo>
                      <a:pt x="943" y="418"/>
                      <a:pt x="942" y="418"/>
                      <a:pt x="941" y="418"/>
                    </a:cubicBezTo>
                    <a:cubicBezTo>
                      <a:pt x="941" y="417"/>
                      <a:pt x="940" y="417"/>
                      <a:pt x="940" y="416"/>
                    </a:cubicBezTo>
                    <a:cubicBezTo>
                      <a:pt x="939" y="416"/>
                      <a:pt x="939" y="415"/>
                      <a:pt x="938" y="415"/>
                    </a:cubicBezTo>
                    <a:cubicBezTo>
                      <a:pt x="936" y="414"/>
                      <a:pt x="934" y="414"/>
                      <a:pt x="932" y="414"/>
                    </a:cubicBezTo>
                    <a:cubicBezTo>
                      <a:pt x="931" y="414"/>
                      <a:pt x="930" y="415"/>
                      <a:pt x="929" y="415"/>
                    </a:cubicBezTo>
                    <a:cubicBezTo>
                      <a:pt x="929" y="415"/>
                      <a:pt x="927" y="416"/>
                      <a:pt x="926" y="416"/>
                    </a:cubicBezTo>
                    <a:cubicBezTo>
                      <a:pt x="925" y="416"/>
                      <a:pt x="923" y="415"/>
                      <a:pt x="922" y="413"/>
                    </a:cubicBezTo>
                    <a:cubicBezTo>
                      <a:pt x="922" y="412"/>
                      <a:pt x="922" y="410"/>
                      <a:pt x="922" y="409"/>
                    </a:cubicBezTo>
                    <a:cubicBezTo>
                      <a:pt x="922" y="408"/>
                      <a:pt x="922" y="407"/>
                      <a:pt x="922" y="406"/>
                    </a:cubicBezTo>
                    <a:cubicBezTo>
                      <a:pt x="923" y="404"/>
                      <a:pt x="924" y="403"/>
                      <a:pt x="925" y="401"/>
                    </a:cubicBezTo>
                    <a:cubicBezTo>
                      <a:pt x="926" y="399"/>
                      <a:pt x="927" y="397"/>
                      <a:pt x="927" y="395"/>
                    </a:cubicBezTo>
                    <a:cubicBezTo>
                      <a:pt x="927" y="393"/>
                      <a:pt x="927" y="391"/>
                      <a:pt x="925" y="390"/>
                    </a:cubicBezTo>
                    <a:cubicBezTo>
                      <a:pt x="925" y="389"/>
                      <a:pt x="924" y="389"/>
                      <a:pt x="924" y="389"/>
                    </a:cubicBezTo>
                    <a:cubicBezTo>
                      <a:pt x="924" y="389"/>
                      <a:pt x="923" y="388"/>
                      <a:pt x="923" y="388"/>
                    </a:cubicBezTo>
                    <a:cubicBezTo>
                      <a:pt x="922" y="387"/>
                      <a:pt x="921" y="387"/>
                      <a:pt x="920" y="386"/>
                    </a:cubicBezTo>
                    <a:cubicBezTo>
                      <a:pt x="919" y="386"/>
                      <a:pt x="917" y="386"/>
                      <a:pt x="916" y="385"/>
                    </a:cubicBezTo>
                    <a:cubicBezTo>
                      <a:pt x="915" y="385"/>
                      <a:pt x="914" y="385"/>
                      <a:pt x="913" y="384"/>
                    </a:cubicBezTo>
                    <a:cubicBezTo>
                      <a:pt x="912" y="384"/>
                      <a:pt x="912" y="384"/>
                      <a:pt x="911" y="384"/>
                    </a:cubicBezTo>
                    <a:cubicBezTo>
                      <a:pt x="910" y="384"/>
                      <a:pt x="910" y="384"/>
                      <a:pt x="909" y="384"/>
                    </a:cubicBezTo>
                    <a:cubicBezTo>
                      <a:pt x="908" y="384"/>
                      <a:pt x="907" y="383"/>
                      <a:pt x="906" y="383"/>
                    </a:cubicBezTo>
                    <a:cubicBezTo>
                      <a:pt x="905" y="383"/>
                      <a:pt x="904" y="383"/>
                      <a:pt x="903" y="383"/>
                    </a:cubicBezTo>
                    <a:cubicBezTo>
                      <a:pt x="902" y="384"/>
                      <a:pt x="901" y="384"/>
                      <a:pt x="901" y="384"/>
                    </a:cubicBezTo>
                    <a:cubicBezTo>
                      <a:pt x="900" y="384"/>
                      <a:pt x="900" y="384"/>
                      <a:pt x="900" y="384"/>
                    </a:cubicBezTo>
                    <a:cubicBezTo>
                      <a:pt x="899" y="385"/>
                      <a:pt x="899" y="385"/>
                      <a:pt x="898" y="386"/>
                    </a:cubicBezTo>
                    <a:cubicBezTo>
                      <a:pt x="898" y="386"/>
                      <a:pt x="897" y="386"/>
                      <a:pt x="897" y="386"/>
                    </a:cubicBezTo>
                    <a:cubicBezTo>
                      <a:pt x="897" y="386"/>
                      <a:pt x="897" y="387"/>
                      <a:pt x="896" y="387"/>
                    </a:cubicBezTo>
                    <a:cubicBezTo>
                      <a:pt x="896" y="388"/>
                      <a:pt x="896" y="389"/>
                      <a:pt x="896" y="390"/>
                    </a:cubicBezTo>
                    <a:cubicBezTo>
                      <a:pt x="896" y="390"/>
                      <a:pt x="896" y="391"/>
                      <a:pt x="896" y="391"/>
                    </a:cubicBezTo>
                    <a:cubicBezTo>
                      <a:pt x="896" y="392"/>
                      <a:pt x="896" y="393"/>
                      <a:pt x="896" y="394"/>
                    </a:cubicBezTo>
                    <a:cubicBezTo>
                      <a:pt x="896" y="395"/>
                      <a:pt x="896" y="396"/>
                      <a:pt x="896" y="397"/>
                    </a:cubicBezTo>
                    <a:cubicBezTo>
                      <a:pt x="896" y="397"/>
                      <a:pt x="896" y="398"/>
                      <a:pt x="895" y="398"/>
                    </a:cubicBezTo>
                    <a:cubicBezTo>
                      <a:pt x="894" y="399"/>
                      <a:pt x="892" y="400"/>
                      <a:pt x="891" y="400"/>
                    </a:cubicBezTo>
                    <a:cubicBezTo>
                      <a:pt x="890" y="400"/>
                      <a:pt x="889" y="400"/>
                      <a:pt x="888" y="399"/>
                    </a:cubicBezTo>
                    <a:cubicBezTo>
                      <a:pt x="887" y="399"/>
                      <a:pt x="886" y="398"/>
                      <a:pt x="886" y="398"/>
                    </a:cubicBezTo>
                    <a:cubicBezTo>
                      <a:pt x="884" y="398"/>
                      <a:pt x="883" y="398"/>
                      <a:pt x="883" y="399"/>
                    </a:cubicBezTo>
                    <a:cubicBezTo>
                      <a:pt x="881" y="399"/>
                      <a:pt x="880" y="400"/>
                      <a:pt x="879" y="401"/>
                    </a:cubicBezTo>
                    <a:cubicBezTo>
                      <a:pt x="878" y="402"/>
                      <a:pt x="878" y="403"/>
                      <a:pt x="877" y="404"/>
                    </a:cubicBezTo>
                    <a:cubicBezTo>
                      <a:pt x="877" y="404"/>
                      <a:pt x="876" y="405"/>
                      <a:pt x="876" y="405"/>
                    </a:cubicBezTo>
                    <a:cubicBezTo>
                      <a:pt x="875" y="406"/>
                      <a:pt x="875" y="406"/>
                      <a:pt x="875" y="407"/>
                    </a:cubicBezTo>
                    <a:cubicBezTo>
                      <a:pt x="874" y="408"/>
                      <a:pt x="874" y="408"/>
                      <a:pt x="874" y="409"/>
                    </a:cubicBezTo>
                    <a:cubicBezTo>
                      <a:pt x="873" y="410"/>
                      <a:pt x="873" y="410"/>
                      <a:pt x="872" y="411"/>
                    </a:cubicBezTo>
                    <a:cubicBezTo>
                      <a:pt x="872" y="412"/>
                      <a:pt x="871" y="412"/>
                      <a:pt x="871" y="413"/>
                    </a:cubicBezTo>
                    <a:cubicBezTo>
                      <a:pt x="870" y="414"/>
                      <a:pt x="869" y="415"/>
                      <a:pt x="868" y="415"/>
                    </a:cubicBezTo>
                    <a:cubicBezTo>
                      <a:pt x="867" y="416"/>
                      <a:pt x="866" y="417"/>
                      <a:pt x="865" y="418"/>
                    </a:cubicBezTo>
                    <a:cubicBezTo>
                      <a:pt x="864" y="418"/>
                      <a:pt x="863" y="418"/>
                      <a:pt x="862" y="419"/>
                    </a:cubicBezTo>
                    <a:cubicBezTo>
                      <a:pt x="861" y="419"/>
                      <a:pt x="860" y="419"/>
                      <a:pt x="859" y="419"/>
                    </a:cubicBezTo>
                    <a:cubicBezTo>
                      <a:pt x="857" y="418"/>
                      <a:pt x="856" y="418"/>
                      <a:pt x="854" y="418"/>
                    </a:cubicBezTo>
                    <a:cubicBezTo>
                      <a:pt x="853" y="417"/>
                      <a:pt x="852" y="417"/>
                      <a:pt x="851" y="416"/>
                    </a:cubicBezTo>
                    <a:cubicBezTo>
                      <a:pt x="851" y="415"/>
                      <a:pt x="850" y="415"/>
                      <a:pt x="849" y="414"/>
                    </a:cubicBezTo>
                    <a:cubicBezTo>
                      <a:pt x="848" y="413"/>
                      <a:pt x="848" y="413"/>
                      <a:pt x="847" y="412"/>
                    </a:cubicBezTo>
                    <a:cubicBezTo>
                      <a:pt x="846" y="411"/>
                      <a:pt x="844" y="410"/>
                      <a:pt x="843" y="411"/>
                    </a:cubicBezTo>
                    <a:cubicBezTo>
                      <a:pt x="840" y="412"/>
                      <a:pt x="840" y="417"/>
                      <a:pt x="840" y="420"/>
                    </a:cubicBezTo>
                    <a:cubicBezTo>
                      <a:pt x="840" y="421"/>
                      <a:pt x="841" y="423"/>
                      <a:pt x="841" y="425"/>
                    </a:cubicBezTo>
                    <a:cubicBezTo>
                      <a:pt x="840" y="426"/>
                      <a:pt x="840" y="427"/>
                      <a:pt x="840" y="428"/>
                    </a:cubicBezTo>
                    <a:cubicBezTo>
                      <a:pt x="839" y="429"/>
                      <a:pt x="839" y="430"/>
                      <a:pt x="839" y="431"/>
                    </a:cubicBezTo>
                    <a:cubicBezTo>
                      <a:pt x="838" y="432"/>
                      <a:pt x="838" y="433"/>
                      <a:pt x="837" y="434"/>
                    </a:cubicBezTo>
                    <a:cubicBezTo>
                      <a:pt x="837" y="434"/>
                      <a:pt x="836" y="433"/>
                      <a:pt x="836" y="433"/>
                    </a:cubicBezTo>
                    <a:cubicBezTo>
                      <a:pt x="836" y="433"/>
                      <a:pt x="836" y="432"/>
                      <a:pt x="836" y="432"/>
                    </a:cubicBezTo>
                    <a:cubicBezTo>
                      <a:pt x="836" y="432"/>
                      <a:pt x="836" y="431"/>
                      <a:pt x="836" y="431"/>
                    </a:cubicBezTo>
                    <a:cubicBezTo>
                      <a:pt x="836" y="429"/>
                      <a:pt x="836" y="428"/>
                      <a:pt x="836" y="426"/>
                    </a:cubicBezTo>
                    <a:cubicBezTo>
                      <a:pt x="836" y="426"/>
                      <a:pt x="836" y="425"/>
                      <a:pt x="836" y="425"/>
                    </a:cubicBezTo>
                    <a:cubicBezTo>
                      <a:pt x="837" y="424"/>
                      <a:pt x="837" y="423"/>
                      <a:pt x="837" y="422"/>
                    </a:cubicBezTo>
                    <a:cubicBezTo>
                      <a:pt x="837" y="421"/>
                      <a:pt x="837" y="420"/>
                      <a:pt x="838" y="419"/>
                    </a:cubicBezTo>
                    <a:cubicBezTo>
                      <a:pt x="838" y="418"/>
                      <a:pt x="838" y="417"/>
                      <a:pt x="838" y="416"/>
                    </a:cubicBezTo>
                    <a:cubicBezTo>
                      <a:pt x="838" y="415"/>
                      <a:pt x="838" y="414"/>
                      <a:pt x="838" y="413"/>
                    </a:cubicBezTo>
                    <a:cubicBezTo>
                      <a:pt x="837" y="412"/>
                      <a:pt x="837" y="411"/>
                      <a:pt x="837" y="410"/>
                    </a:cubicBezTo>
                    <a:cubicBezTo>
                      <a:pt x="836" y="407"/>
                      <a:pt x="837" y="405"/>
                      <a:pt x="838" y="403"/>
                    </a:cubicBezTo>
                    <a:cubicBezTo>
                      <a:pt x="840" y="401"/>
                      <a:pt x="840" y="399"/>
                      <a:pt x="840" y="396"/>
                    </a:cubicBezTo>
                    <a:cubicBezTo>
                      <a:pt x="839" y="395"/>
                      <a:pt x="839" y="394"/>
                      <a:pt x="838" y="393"/>
                    </a:cubicBezTo>
                    <a:cubicBezTo>
                      <a:pt x="838" y="392"/>
                      <a:pt x="837" y="392"/>
                      <a:pt x="837" y="391"/>
                    </a:cubicBezTo>
                    <a:cubicBezTo>
                      <a:pt x="836" y="390"/>
                      <a:pt x="836" y="389"/>
                      <a:pt x="836" y="388"/>
                    </a:cubicBezTo>
                    <a:cubicBezTo>
                      <a:pt x="837" y="386"/>
                      <a:pt x="837" y="384"/>
                      <a:pt x="837" y="383"/>
                    </a:cubicBezTo>
                    <a:cubicBezTo>
                      <a:pt x="838" y="380"/>
                      <a:pt x="839" y="376"/>
                      <a:pt x="838" y="374"/>
                    </a:cubicBezTo>
                    <a:cubicBezTo>
                      <a:pt x="836" y="371"/>
                      <a:pt x="834" y="370"/>
                      <a:pt x="833" y="368"/>
                    </a:cubicBezTo>
                    <a:cubicBezTo>
                      <a:pt x="832" y="365"/>
                      <a:pt x="834" y="365"/>
                      <a:pt x="835" y="363"/>
                    </a:cubicBezTo>
                    <a:cubicBezTo>
                      <a:pt x="836" y="361"/>
                      <a:pt x="833" y="359"/>
                      <a:pt x="832" y="357"/>
                    </a:cubicBezTo>
                    <a:cubicBezTo>
                      <a:pt x="830" y="355"/>
                      <a:pt x="828" y="353"/>
                      <a:pt x="826" y="352"/>
                    </a:cubicBezTo>
                    <a:cubicBezTo>
                      <a:pt x="823" y="350"/>
                      <a:pt x="820" y="350"/>
                      <a:pt x="818" y="349"/>
                    </a:cubicBezTo>
                    <a:cubicBezTo>
                      <a:pt x="815" y="347"/>
                      <a:pt x="814" y="344"/>
                      <a:pt x="812" y="341"/>
                    </a:cubicBezTo>
                    <a:cubicBezTo>
                      <a:pt x="810" y="339"/>
                      <a:pt x="808" y="338"/>
                      <a:pt x="805" y="337"/>
                    </a:cubicBezTo>
                    <a:cubicBezTo>
                      <a:pt x="800" y="335"/>
                      <a:pt x="795" y="340"/>
                      <a:pt x="792" y="343"/>
                    </a:cubicBezTo>
                    <a:cubicBezTo>
                      <a:pt x="790" y="345"/>
                      <a:pt x="788" y="347"/>
                      <a:pt x="786" y="349"/>
                    </a:cubicBezTo>
                    <a:cubicBezTo>
                      <a:pt x="784" y="351"/>
                      <a:pt x="783" y="354"/>
                      <a:pt x="782" y="357"/>
                    </a:cubicBezTo>
                    <a:cubicBezTo>
                      <a:pt x="782" y="359"/>
                      <a:pt x="782" y="361"/>
                      <a:pt x="781" y="363"/>
                    </a:cubicBezTo>
                    <a:cubicBezTo>
                      <a:pt x="781" y="364"/>
                      <a:pt x="781" y="365"/>
                      <a:pt x="781" y="366"/>
                    </a:cubicBezTo>
                    <a:cubicBezTo>
                      <a:pt x="781" y="367"/>
                      <a:pt x="781" y="369"/>
                      <a:pt x="781" y="371"/>
                    </a:cubicBezTo>
                    <a:cubicBezTo>
                      <a:pt x="781" y="373"/>
                      <a:pt x="781" y="375"/>
                      <a:pt x="781" y="376"/>
                    </a:cubicBezTo>
                    <a:cubicBezTo>
                      <a:pt x="780" y="380"/>
                      <a:pt x="779" y="383"/>
                      <a:pt x="778" y="387"/>
                    </a:cubicBezTo>
                    <a:cubicBezTo>
                      <a:pt x="778" y="390"/>
                      <a:pt x="777" y="392"/>
                      <a:pt x="778" y="395"/>
                    </a:cubicBezTo>
                    <a:cubicBezTo>
                      <a:pt x="779" y="397"/>
                      <a:pt x="780" y="399"/>
                      <a:pt x="779" y="402"/>
                    </a:cubicBezTo>
                    <a:cubicBezTo>
                      <a:pt x="779" y="405"/>
                      <a:pt x="778" y="409"/>
                      <a:pt x="777" y="412"/>
                    </a:cubicBezTo>
                    <a:cubicBezTo>
                      <a:pt x="776" y="415"/>
                      <a:pt x="775" y="419"/>
                      <a:pt x="774" y="422"/>
                    </a:cubicBezTo>
                    <a:cubicBezTo>
                      <a:pt x="772" y="425"/>
                      <a:pt x="771" y="428"/>
                      <a:pt x="768" y="430"/>
                    </a:cubicBezTo>
                    <a:cubicBezTo>
                      <a:pt x="766" y="433"/>
                      <a:pt x="764" y="434"/>
                      <a:pt x="762" y="437"/>
                    </a:cubicBezTo>
                    <a:cubicBezTo>
                      <a:pt x="757" y="442"/>
                      <a:pt x="758" y="449"/>
                      <a:pt x="757" y="456"/>
                    </a:cubicBezTo>
                    <a:cubicBezTo>
                      <a:pt x="757" y="459"/>
                      <a:pt x="756" y="462"/>
                      <a:pt x="754" y="464"/>
                    </a:cubicBezTo>
                    <a:cubicBezTo>
                      <a:pt x="752" y="465"/>
                      <a:pt x="751" y="467"/>
                      <a:pt x="749" y="468"/>
                    </a:cubicBezTo>
                    <a:cubicBezTo>
                      <a:pt x="748" y="468"/>
                      <a:pt x="747" y="469"/>
                      <a:pt x="745" y="469"/>
                    </a:cubicBezTo>
                    <a:cubicBezTo>
                      <a:pt x="742" y="470"/>
                      <a:pt x="745" y="465"/>
                      <a:pt x="745" y="464"/>
                    </a:cubicBezTo>
                    <a:cubicBezTo>
                      <a:pt x="748" y="461"/>
                      <a:pt x="751" y="458"/>
                      <a:pt x="752" y="454"/>
                    </a:cubicBezTo>
                    <a:cubicBezTo>
                      <a:pt x="754" y="451"/>
                      <a:pt x="753" y="447"/>
                      <a:pt x="753" y="444"/>
                    </a:cubicBezTo>
                    <a:cubicBezTo>
                      <a:pt x="753" y="440"/>
                      <a:pt x="754" y="437"/>
                      <a:pt x="756" y="434"/>
                    </a:cubicBezTo>
                    <a:cubicBezTo>
                      <a:pt x="757" y="432"/>
                      <a:pt x="758" y="429"/>
                      <a:pt x="758" y="426"/>
                    </a:cubicBezTo>
                    <a:cubicBezTo>
                      <a:pt x="757" y="425"/>
                      <a:pt x="756" y="423"/>
                      <a:pt x="756" y="422"/>
                    </a:cubicBezTo>
                    <a:cubicBezTo>
                      <a:pt x="755" y="419"/>
                      <a:pt x="757" y="418"/>
                      <a:pt x="759" y="416"/>
                    </a:cubicBezTo>
                    <a:cubicBezTo>
                      <a:pt x="761" y="414"/>
                      <a:pt x="762" y="411"/>
                      <a:pt x="763" y="408"/>
                    </a:cubicBezTo>
                    <a:cubicBezTo>
                      <a:pt x="764" y="405"/>
                      <a:pt x="764" y="401"/>
                      <a:pt x="764" y="397"/>
                    </a:cubicBezTo>
                    <a:cubicBezTo>
                      <a:pt x="764" y="396"/>
                      <a:pt x="764" y="395"/>
                      <a:pt x="764" y="394"/>
                    </a:cubicBezTo>
                    <a:cubicBezTo>
                      <a:pt x="764" y="392"/>
                      <a:pt x="764" y="390"/>
                      <a:pt x="764" y="388"/>
                    </a:cubicBezTo>
                    <a:cubicBezTo>
                      <a:pt x="764" y="386"/>
                      <a:pt x="764" y="384"/>
                      <a:pt x="764" y="382"/>
                    </a:cubicBezTo>
                    <a:cubicBezTo>
                      <a:pt x="764" y="380"/>
                      <a:pt x="764" y="376"/>
                      <a:pt x="762" y="375"/>
                    </a:cubicBezTo>
                    <a:cubicBezTo>
                      <a:pt x="761" y="375"/>
                      <a:pt x="760" y="375"/>
                      <a:pt x="759" y="374"/>
                    </a:cubicBezTo>
                    <a:cubicBezTo>
                      <a:pt x="758" y="374"/>
                      <a:pt x="757" y="374"/>
                      <a:pt x="756" y="373"/>
                    </a:cubicBezTo>
                    <a:cubicBezTo>
                      <a:pt x="753" y="372"/>
                      <a:pt x="753" y="370"/>
                      <a:pt x="754" y="367"/>
                    </a:cubicBezTo>
                    <a:cubicBezTo>
                      <a:pt x="755" y="365"/>
                      <a:pt x="756" y="363"/>
                      <a:pt x="757" y="360"/>
                    </a:cubicBezTo>
                    <a:cubicBezTo>
                      <a:pt x="759" y="358"/>
                      <a:pt x="760" y="354"/>
                      <a:pt x="762" y="352"/>
                    </a:cubicBezTo>
                    <a:cubicBezTo>
                      <a:pt x="763" y="350"/>
                      <a:pt x="765" y="348"/>
                      <a:pt x="765" y="345"/>
                    </a:cubicBezTo>
                    <a:cubicBezTo>
                      <a:pt x="766" y="343"/>
                      <a:pt x="766" y="341"/>
                      <a:pt x="765" y="339"/>
                    </a:cubicBezTo>
                    <a:cubicBezTo>
                      <a:pt x="765" y="338"/>
                      <a:pt x="764" y="337"/>
                      <a:pt x="764" y="336"/>
                    </a:cubicBezTo>
                    <a:cubicBezTo>
                      <a:pt x="763" y="336"/>
                      <a:pt x="763" y="335"/>
                      <a:pt x="762" y="334"/>
                    </a:cubicBezTo>
                    <a:cubicBezTo>
                      <a:pt x="761" y="334"/>
                      <a:pt x="759" y="334"/>
                      <a:pt x="758" y="335"/>
                    </a:cubicBezTo>
                    <a:cubicBezTo>
                      <a:pt x="756" y="335"/>
                      <a:pt x="755" y="335"/>
                      <a:pt x="753" y="335"/>
                    </a:cubicBezTo>
                    <a:cubicBezTo>
                      <a:pt x="752" y="335"/>
                      <a:pt x="751" y="335"/>
                      <a:pt x="752" y="334"/>
                    </a:cubicBezTo>
                    <a:cubicBezTo>
                      <a:pt x="752" y="334"/>
                      <a:pt x="753" y="333"/>
                      <a:pt x="754" y="333"/>
                    </a:cubicBezTo>
                    <a:cubicBezTo>
                      <a:pt x="756" y="332"/>
                      <a:pt x="759" y="331"/>
                      <a:pt x="760" y="329"/>
                    </a:cubicBezTo>
                    <a:cubicBezTo>
                      <a:pt x="761" y="327"/>
                      <a:pt x="761" y="326"/>
                      <a:pt x="762" y="324"/>
                    </a:cubicBezTo>
                    <a:cubicBezTo>
                      <a:pt x="762" y="323"/>
                      <a:pt x="762" y="321"/>
                      <a:pt x="761" y="319"/>
                    </a:cubicBezTo>
                    <a:cubicBezTo>
                      <a:pt x="761" y="317"/>
                      <a:pt x="760" y="316"/>
                      <a:pt x="758" y="316"/>
                    </a:cubicBezTo>
                    <a:cubicBezTo>
                      <a:pt x="757" y="316"/>
                      <a:pt x="755" y="316"/>
                      <a:pt x="754" y="317"/>
                    </a:cubicBezTo>
                    <a:cubicBezTo>
                      <a:pt x="753" y="317"/>
                      <a:pt x="752" y="317"/>
                      <a:pt x="752" y="316"/>
                    </a:cubicBezTo>
                    <a:cubicBezTo>
                      <a:pt x="751" y="314"/>
                      <a:pt x="751" y="312"/>
                      <a:pt x="752" y="310"/>
                    </a:cubicBezTo>
                    <a:cubicBezTo>
                      <a:pt x="753" y="309"/>
                      <a:pt x="756" y="308"/>
                      <a:pt x="756" y="306"/>
                    </a:cubicBezTo>
                    <a:cubicBezTo>
                      <a:pt x="756" y="305"/>
                      <a:pt x="755" y="304"/>
                      <a:pt x="755" y="304"/>
                    </a:cubicBezTo>
                    <a:cubicBezTo>
                      <a:pt x="755" y="303"/>
                      <a:pt x="755" y="302"/>
                      <a:pt x="754" y="302"/>
                    </a:cubicBezTo>
                    <a:cubicBezTo>
                      <a:pt x="754" y="300"/>
                      <a:pt x="752" y="299"/>
                      <a:pt x="751" y="298"/>
                    </a:cubicBezTo>
                    <a:cubicBezTo>
                      <a:pt x="750" y="297"/>
                      <a:pt x="749" y="298"/>
                      <a:pt x="748" y="298"/>
                    </a:cubicBezTo>
                    <a:cubicBezTo>
                      <a:pt x="746" y="299"/>
                      <a:pt x="744" y="301"/>
                      <a:pt x="742" y="301"/>
                    </a:cubicBezTo>
                    <a:cubicBezTo>
                      <a:pt x="741" y="302"/>
                      <a:pt x="741" y="305"/>
                      <a:pt x="739" y="305"/>
                    </a:cubicBezTo>
                    <a:cubicBezTo>
                      <a:pt x="740" y="304"/>
                      <a:pt x="740" y="303"/>
                      <a:pt x="740" y="302"/>
                    </a:cubicBezTo>
                    <a:cubicBezTo>
                      <a:pt x="741" y="301"/>
                      <a:pt x="741" y="300"/>
                      <a:pt x="741" y="298"/>
                    </a:cubicBezTo>
                    <a:cubicBezTo>
                      <a:pt x="741" y="298"/>
                      <a:pt x="741" y="296"/>
                      <a:pt x="741" y="296"/>
                    </a:cubicBezTo>
                    <a:cubicBezTo>
                      <a:pt x="740" y="294"/>
                      <a:pt x="738" y="295"/>
                      <a:pt x="736" y="295"/>
                    </a:cubicBezTo>
                    <a:cubicBezTo>
                      <a:pt x="734" y="295"/>
                      <a:pt x="732" y="295"/>
                      <a:pt x="730" y="296"/>
                    </a:cubicBezTo>
                    <a:cubicBezTo>
                      <a:pt x="728" y="296"/>
                      <a:pt x="726" y="295"/>
                      <a:pt x="724" y="296"/>
                    </a:cubicBezTo>
                    <a:cubicBezTo>
                      <a:pt x="723" y="296"/>
                      <a:pt x="721" y="296"/>
                      <a:pt x="720" y="297"/>
                    </a:cubicBezTo>
                    <a:cubicBezTo>
                      <a:pt x="719" y="297"/>
                      <a:pt x="718" y="297"/>
                      <a:pt x="717" y="298"/>
                    </a:cubicBezTo>
                    <a:cubicBezTo>
                      <a:pt x="717" y="298"/>
                      <a:pt x="716" y="299"/>
                      <a:pt x="716" y="300"/>
                    </a:cubicBezTo>
                    <a:cubicBezTo>
                      <a:pt x="715" y="301"/>
                      <a:pt x="714" y="302"/>
                      <a:pt x="713" y="303"/>
                    </a:cubicBezTo>
                    <a:cubicBezTo>
                      <a:pt x="711" y="305"/>
                      <a:pt x="710" y="305"/>
                      <a:pt x="708" y="305"/>
                    </a:cubicBezTo>
                    <a:cubicBezTo>
                      <a:pt x="707" y="305"/>
                      <a:pt x="706" y="305"/>
                      <a:pt x="705" y="306"/>
                    </a:cubicBezTo>
                    <a:cubicBezTo>
                      <a:pt x="705" y="306"/>
                      <a:pt x="705" y="307"/>
                      <a:pt x="705" y="307"/>
                    </a:cubicBezTo>
                    <a:cubicBezTo>
                      <a:pt x="705" y="308"/>
                      <a:pt x="705" y="309"/>
                      <a:pt x="705" y="309"/>
                    </a:cubicBezTo>
                    <a:cubicBezTo>
                      <a:pt x="704" y="310"/>
                      <a:pt x="703" y="309"/>
                      <a:pt x="703" y="309"/>
                    </a:cubicBezTo>
                    <a:cubicBezTo>
                      <a:pt x="702" y="308"/>
                      <a:pt x="701" y="308"/>
                      <a:pt x="701" y="307"/>
                    </a:cubicBezTo>
                    <a:cubicBezTo>
                      <a:pt x="700" y="306"/>
                      <a:pt x="700" y="306"/>
                      <a:pt x="699" y="306"/>
                    </a:cubicBezTo>
                    <a:cubicBezTo>
                      <a:pt x="697" y="305"/>
                      <a:pt x="696" y="303"/>
                      <a:pt x="695" y="301"/>
                    </a:cubicBezTo>
                    <a:cubicBezTo>
                      <a:pt x="693" y="299"/>
                      <a:pt x="691" y="297"/>
                      <a:pt x="688" y="297"/>
                    </a:cubicBezTo>
                    <a:cubicBezTo>
                      <a:pt x="684" y="296"/>
                      <a:pt x="681" y="296"/>
                      <a:pt x="678" y="296"/>
                    </a:cubicBezTo>
                    <a:cubicBezTo>
                      <a:pt x="676" y="296"/>
                      <a:pt x="675" y="296"/>
                      <a:pt x="673" y="296"/>
                    </a:cubicBezTo>
                    <a:cubicBezTo>
                      <a:pt x="672" y="296"/>
                      <a:pt x="671" y="296"/>
                      <a:pt x="670" y="296"/>
                    </a:cubicBezTo>
                    <a:cubicBezTo>
                      <a:pt x="668" y="297"/>
                      <a:pt x="666" y="300"/>
                      <a:pt x="666" y="302"/>
                    </a:cubicBezTo>
                    <a:cubicBezTo>
                      <a:pt x="665" y="303"/>
                      <a:pt x="665" y="304"/>
                      <a:pt x="664" y="306"/>
                    </a:cubicBezTo>
                    <a:cubicBezTo>
                      <a:pt x="664" y="307"/>
                      <a:pt x="663" y="308"/>
                      <a:pt x="662" y="309"/>
                    </a:cubicBezTo>
                    <a:cubicBezTo>
                      <a:pt x="661" y="310"/>
                      <a:pt x="661" y="311"/>
                      <a:pt x="660" y="311"/>
                    </a:cubicBezTo>
                    <a:cubicBezTo>
                      <a:pt x="659" y="312"/>
                      <a:pt x="658" y="312"/>
                      <a:pt x="657" y="312"/>
                    </a:cubicBezTo>
                    <a:cubicBezTo>
                      <a:pt x="656" y="312"/>
                      <a:pt x="655" y="312"/>
                      <a:pt x="654" y="312"/>
                    </a:cubicBezTo>
                    <a:cubicBezTo>
                      <a:pt x="653" y="312"/>
                      <a:pt x="652" y="312"/>
                      <a:pt x="651" y="313"/>
                    </a:cubicBezTo>
                    <a:cubicBezTo>
                      <a:pt x="650" y="314"/>
                      <a:pt x="650" y="315"/>
                      <a:pt x="650" y="316"/>
                    </a:cubicBezTo>
                    <a:cubicBezTo>
                      <a:pt x="649" y="317"/>
                      <a:pt x="649" y="318"/>
                      <a:pt x="649" y="319"/>
                    </a:cubicBezTo>
                    <a:cubicBezTo>
                      <a:pt x="649" y="320"/>
                      <a:pt x="648" y="321"/>
                      <a:pt x="648" y="322"/>
                    </a:cubicBezTo>
                    <a:cubicBezTo>
                      <a:pt x="648" y="324"/>
                      <a:pt x="648" y="325"/>
                      <a:pt x="648" y="326"/>
                    </a:cubicBezTo>
                    <a:cubicBezTo>
                      <a:pt x="648" y="327"/>
                      <a:pt x="648" y="328"/>
                      <a:pt x="648" y="329"/>
                    </a:cubicBezTo>
                    <a:cubicBezTo>
                      <a:pt x="648" y="330"/>
                      <a:pt x="647" y="331"/>
                      <a:pt x="647" y="333"/>
                    </a:cubicBezTo>
                    <a:cubicBezTo>
                      <a:pt x="647" y="335"/>
                      <a:pt x="647" y="337"/>
                      <a:pt x="647" y="340"/>
                    </a:cubicBezTo>
                    <a:cubicBezTo>
                      <a:pt x="648" y="343"/>
                      <a:pt x="648" y="347"/>
                      <a:pt x="647" y="350"/>
                    </a:cubicBezTo>
                    <a:cubicBezTo>
                      <a:pt x="646" y="352"/>
                      <a:pt x="644" y="354"/>
                      <a:pt x="641" y="356"/>
                    </a:cubicBezTo>
                    <a:cubicBezTo>
                      <a:pt x="639" y="358"/>
                      <a:pt x="636" y="360"/>
                      <a:pt x="634" y="363"/>
                    </a:cubicBezTo>
                    <a:cubicBezTo>
                      <a:pt x="632" y="366"/>
                      <a:pt x="630" y="370"/>
                      <a:pt x="628" y="373"/>
                    </a:cubicBezTo>
                    <a:cubicBezTo>
                      <a:pt x="626" y="377"/>
                      <a:pt x="623" y="380"/>
                      <a:pt x="621" y="383"/>
                    </a:cubicBezTo>
                    <a:cubicBezTo>
                      <a:pt x="618" y="385"/>
                      <a:pt x="615" y="388"/>
                      <a:pt x="613" y="391"/>
                    </a:cubicBezTo>
                    <a:cubicBezTo>
                      <a:pt x="612" y="394"/>
                      <a:pt x="611" y="396"/>
                      <a:pt x="610" y="399"/>
                    </a:cubicBezTo>
                    <a:cubicBezTo>
                      <a:pt x="610" y="403"/>
                      <a:pt x="610" y="406"/>
                      <a:pt x="610" y="409"/>
                    </a:cubicBezTo>
                    <a:cubicBezTo>
                      <a:pt x="610" y="411"/>
                      <a:pt x="610" y="412"/>
                      <a:pt x="609" y="414"/>
                    </a:cubicBezTo>
                    <a:cubicBezTo>
                      <a:pt x="609" y="415"/>
                      <a:pt x="609" y="416"/>
                      <a:pt x="608" y="417"/>
                    </a:cubicBezTo>
                    <a:cubicBezTo>
                      <a:pt x="607" y="418"/>
                      <a:pt x="606" y="414"/>
                      <a:pt x="605" y="414"/>
                    </a:cubicBezTo>
                    <a:cubicBezTo>
                      <a:pt x="604" y="411"/>
                      <a:pt x="604" y="408"/>
                      <a:pt x="603" y="406"/>
                    </a:cubicBezTo>
                    <a:cubicBezTo>
                      <a:pt x="603" y="403"/>
                      <a:pt x="602" y="401"/>
                      <a:pt x="602" y="399"/>
                    </a:cubicBezTo>
                    <a:cubicBezTo>
                      <a:pt x="602" y="396"/>
                      <a:pt x="603" y="393"/>
                      <a:pt x="604" y="391"/>
                    </a:cubicBezTo>
                    <a:cubicBezTo>
                      <a:pt x="606" y="384"/>
                      <a:pt x="609" y="378"/>
                      <a:pt x="611" y="372"/>
                    </a:cubicBezTo>
                    <a:cubicBezTo>
                      <a:pt x="612" y="365"/>
                      <a:pt x="612" y="359"/>
                      <a:pt x="610" y="352"/>
                    </a:cubicBezTo>
                    <a:cubicBezTo>
                      <a:pt x="610" y="350"/>
                      <a:pt x="610" y="348"/>
                      <a:pt x="610" y="346"/>
                    </a:cubicBezTo>
                    <a:cubicBezTo>
                      <a:pt x="610" y="345"/>
                      <a:pt x="611" y="344"/>
                      <a:pt x="611" y="343"/>
                    </a:cubicBezTo>
                    <a:cubicBezTo>
                      <a:pt x="611" y="342"/>
                      <a:pt x="612" y="340"/>
                      <a:pt x="613" y="339"/>
                    </a:cubicBezTo>
                    <a:cubicBezTo>
                      <a:pt x="613" y="338"/>
                      <a:pt x="613" y="337"/>
                      <a:pt x="614" y="336"/>
                    </a:cubicBezTo>
                    <a:cubicBezTo>
                      <a:pt x="614" y="336"/>
                      <a:pt x="615" y="335"/>
                      <a:pt x="615" y="334"/>
                    </a:cubicBezTo>
                    <a:cubicBezTo>
                      <a:pt x="619" y="327"/>
                      <a:pt x="614" y="319"/>
                      <a:pt x="611" y="312"/>
                    </a:cubicBezTo>
                    <a:cubicBezTo>
                      <a:pt x="610" y="309"/>
                      <a:pt x="609" y="307"/>
                      <a:pt x="609" y="304"/>
                    </a:cubicBezTo>
                    <a:cubicBezTo>
                      <a:pt x="610" y="299"/>
                      <a:pt x="611" y="295"/>
                      <a:pt x="612" y="291"/>
                    </a:cubicBezTo>
                    <a:cubicBezTo>
                      <a:pt x="613" y="286"/>
                      <a:pt x="613" y="280"/>
                      <a:pt x="613" y="275"/>
                    </a:cubicBezTo>
                    <a:cubicBezTo>
                      <a:pt x="614" y="270"/>
                      <a:pt x="614" y="266"/>
                      <a:pt x="614" y="262"/>
                    </a:cubicBezTo>
                    <a:cubicBezTo>
                      <a:pt x="615" y="259"/>
                      <a:pt x="615" y="256"/>
                      <a:pt x="615" y="253"/>
                    </a:cubicBezTo>
                    <a:cubicBezTo>
                      <a:pt x="614" y="250"/>
                      <a:pt x="612" y="247"/>
                      <a:pt x="610" y="244"/>
                    </a:cubicBezTo>
                    <a:cubicBezTo>
                      <a:pt x="607" y="241"/>
                      <a:pt x="603" y="240"/>
                      <a:pt x="599" y="239"/>
                    </a:cubicBezTo>
                    <a:cubicBezTo>
                      <a:pt x="596" y="238"/>
                      <a:pt x="593" y="238"/>
                      <a:pt x="590" y="238"/>
                    </a:cubicBezTo>
                    <a:cubicBezTo>
                      <a:pt x="586" y="238"/>
                      <a:pt x="580" y="237"/>
                      <a:pt x="577" y="240"/>
                    </a:cubicBezTo>
                    <a:cubicBezTo>
                      <a:pt x="575" y="242"/>
                      <a:pt x="573" y="245"/>
                      <a:pt x="572" y="247"/>
                    </a:cubicBezTo>
                    <a:cubicBezTo>
                      <a:pt x="571" y="251"/>
                      <a:pt x="570" y="254"/>
                      <a:pt x="569" y="257"/>
                    </a:cubicBezTo>
                    <a:cubicBezTo>
                      <a:pt x="566" y="265"/>
                      <a:pt x="564" y="272"/>
                      <a:pt x="561" y="279"/>
                    </a:cubicBezTo>
                    <a:cubicBezTo>
                      <a:pt x="560" y="282"/>
                      <a:pt x="559" y="286"/>
                      <a:pt x="557" y="289"/>
                    </a:cubicBezTo>
                    <a:cubicBezTo>
                      <a:pt x="555" y="292"/>
                      <a:pt x="554" y="296"/>
                      <a:pt x="552" y="299"/>
                    </a:cubicBezTo>
                    <a:cubicBezTo>
                      <a:pt x="550" y="303"/>
                      <a:pt x="548" y="306"/>
                      <a:pt x="547" y="310"/>
                    </a:cubicBezTo>
                    <a:cubicBezTo>
                      <a:pt x="546" y="311"/>
                      <a:pt x="546" y="312"/>
                      <a:pt x="546" y="313"/>
                    </a:cubicBezTo>
                    <a:cubicBezTo>
                      <a:pt x="545" y="315"/>
                      <a:pt x="545" y="316"/>
                      <a:pt x="544" y="318"/>
                    </a:cubicBezTo>
                    <a:cubicBezTo>
                      <a:pt x="544" y="320"/>
                      <a:pt x="543" y="322"/>
                      <a:pt x="542" y="323"/>
                    </a:cubicBezTo>
                    <a:cubicBezTo>
                      <a:pt x="540" y="324"/>
                      <a:pt x="538" y="325"/>
                      <a:pt x="537" y="327"/>
                    </a:cubicBezTo>
                    <a:cubicBezTo>
                      <a:pt x="535" y="328"/>
                      <a:pt x="533" y="330"/>
                      <a:pt x="532" y="331"/>
                    </a:cubicBezTo>
                    <a:cubicBezTo>
                      <a:pt x="530" y="333"/>
                      <a:pt x="529" y="335"/>
                      <a:pt x="527" y="337"/>
                    </a:cubicBezTo>
                    <a:cubicBezTo>
                      <a:pt x="525" y="338"/>
                      <a:pt x="523" y="340"/>
                      <a:pt x="521" y="341"/>
                    </a:cubicBezTo>
                    <a:cubicBezTo>
                      <a:pt x="520" y="342"/>
                      <a:pt x="518" y="344"/>
                      <a:pt x="517" y="346"/>
                    </a:cubicBezTo>
                    <a:cubicBezTo>
                      <a:pt x="516" y="348"/>
                      <a:pt x="515" y="349"/>
                      <a:pt x="513" y="351"/>
                    </a:cubicBezTo>
                    <a:cubicBezTo>
                      <a:pt x="512" y="352"/>
                      <a:pt x="509" y="353"/>
                      <a:pt x="507" y="353"/>
                    </a:cubicBezTo>
                    <a:cubicBezTo>
                      <a:pt x="506" y="353"/>
                      <a:pt x="507" y="351"/>
                      <a:pt x="507" y="350"/>
                    </a:cubicBezTo>
                    <a:cubicBezTo>
                      <a:pt x="509" y="348"/>
                      <a:pt x="511" y="346"/>
                      <a:pt x="512" y="344"/>
                    </a:cubicBezTo>
                    <a:cubicBezTo>
                      <a:pt x="513" y="343"/>
                      <a:pt x="513" y="341"/>
                      <a:pt x="511" y="340"/>
                    </a:cubicBezTo>
                    <a:cubicBezTo>
                      <a:pt x="510" y="339"/>
                      <a:pt x="508" y="338"/>
                      <a:pt x="507" y="337"/>
                    </a:cubicBezTo>
                    <a:cubicBezTo>
                      <a:pt x="505" y="336"/>
                      <a:pt x="504" y="335"/>
                      <a:pt x="503" y="335"/>
                    </a:cubicBezTo>
                    <a:cubicBezTo>
                      <a:pt x="501" y="335"/>
                      <a:pt x="500" y="335"/>
                      <a:pt x="498" y="335"/>
                    </a:cubicBezTo>
                    <a:cubicBezTo>
                      <a:pt x="496" y="335"/>
                      <a:pt x="493" y="336"/>
                      <a:pt x="492" y="338"/>
                    </a:cubicBezTo>
                    <a:cubicBezTo>
                      <a:pt x="492" y="337"/>
                      <a:pt x="492" y="336"/>
                      <a:pt x="492" y="335"/>
                    </a:cubicBezTo>
                    <a:cubicBezTo>
                      <a:pt x="491" y="334"/>
                      <a:pt x="491" y="332"/>
                      <a:pt x="490" y="332"/>
                    </a:cubicBezTo>
                    <a:cubicBezTo>
                      <a:pt x="489" y="331"/>
                      <a:pt x="488" y="332"/>
                      <a:pt x="488" y="333"/>
                    </a:cubicBezTo>
                    <a:cubicBezTo>
                      <a:pt x="487" y="333"/>
                      <a:pt x="486" y="335"/>
                      <a:pt x="485" y="334"/>
                    </a:cubicBezTo>
                    <a:cubicBezTo>
                      <a:pt x="483" y="334"/>
                      <a:pt x="484" y="332"/>
                      <a:pt x="484" y="331"/>
                    </a:cubicBezTo>
                    <a:cubicBezTo>
                      <a:pt x="485" y="329"/>
                      <a:pt x="486" y="327"/>
                      <a:pt x="487" y="326"/>
                    </a:cubicBezTo>
                    <a:cubicBezTo>
                      <a:pt x="488" y="324"/>
                      <a:pt x="489" y="323"/>
                      <a:pt x="491" y="322"/>
                    </a:cubicBezTo>
                    <a:cubicBezTo>
                      <a:pt x="492" y="321"/>
                      <a:pt x="493" y="320"/>
                      <a:pt x="494" y="318"/>
                    </a:cubicBezTo>
                    <a:cubicBezTo>
                      <a:pt x="496" y="317"/>
                      <a:pt x="497" y="315"/>
                      <a:pt x="498" y="314"/>
                    </a:cubicBezTo>
                    <a:cubicBezTo>
                      <a:pt x="499" y="313"/>
                      <a:pt x="500" y="311"/>
                      <a:pt x="499" y="310"/>
                    </a:cubicBezTo>
                    <a:cubicBezTo>
                      <a:pt x="499" y="309"/>
                      <a:pt x="497" y="308"/>
                      <a:pt x="497" y="308"/>
                    </a:cubicBezTo>
                    <a:cubicBezTo>
                      <a:pt x="496" y="307"/>
                      <a:pt x="495" y="307"/>
                      <a:pt x="494" y="306"/>
                    </a:cubicBezTo>
                    <a:cubicBezTo>
                      <a:pt x="493" y="306"/>
                      <a:pt x="492" y="305"/>
                      <a:pt x="491" y="305"/>
                    </a:cubicBezTo>
                    <a:cubicBezTo>
                      <a:pt x="488" y="305"/>
                      <a:pt x="486" y="306"/>
                      <a:pt x="483" y="306"/>
                    </a:cubicBezTo>
                    <a:cubicBezTo>
                      <a:pt x="480" y="307"/>
                      <a:pt x="477" y="307"/>
                      <a:pt x="474" y="308"/>
                    </a:cubicBezTo>
                    <a:cubicBezTo>
                      <a:pt x="472" y="309"/>
                      <a:pt x="470" y="310"/>
                      <a:pt x="468" y="311"/>
                    </a:cubicBezTo>
                    <a:cubicBezTo>
                      <a:pt x="466" y="312"/>
                      <a:pt x="464" y="312"/>
                      <a:pt x="462" y="313"/>
                    </a:cubicBezTo>
                    <a:cubicBezTo>
                      <a:pt x="460" y="314"/>
                      <a:pt x="458" y="314"/>
                      <a:pt x="456" y="316"/>
                    </a:cubicBezTo>
                    <a:cubicBezTo>
                      <a:pt x="452" y="317"/>
                      <a:pt x="449" y="321"/>
                      <a:pt x="446" y="323"/>
                    </a:cubicBezTo>
                    <a:cubicBezTo>
                      <a:pt x="443" y="325"/>
                      <a:pt x="440" y="326"/>
                      <a:pt x="438" y="329"/>
                    </a:cubicBezTo>
                    <a:cubicBezTo>
                      <a:pt x="437" y="331"/>
                      <a:pt x="436" y="332"/>
                      <a:pt x="435" y="333"/>
                    </a:cubicBezTo>
                    <a:cubicBezTo>
                      <a:pt x="434" y="334"/>
                      <a:pt x="434" y="334"/>
                      <a:pt x="433" y="335"/>
                    </a:cubicBezTo>
                    <a:cubicBezTo>
                      <a:pt x="431" y="337"/>
                      <a:pt x="431" y="340"/>
                      <a:pt x="429" y="342"/>
                    </a:cubicBezTo>
                    <a:cubicBezTo>
                      <a:pt x="428" y="343"/>
                      <a:pt x="427" y="344"/>
                      <a:pt x="427" y="346"/>
                    </a:cubicBezTo>
                    <a:cubicBezTo>
                      <a:pt x="426" y="348"/>
                      <a:pt x="426" y="350"/>
                      <a:pt x="425" y="352"/>
                    </a:cubicBezTo>
                    <a:cubicBezTo>
                      <a:pt x="424" y="355"/>
                      <a:pt x="424" y="358"/>
                      <a:pt x="423" y="361"/>
                    </a:cubicBezTo>
                    <a:cubicBezTo>
                      <a:pt x="422" y="361"/>
                      <a:pt x="421" y="365"/>
                      <a:pt x="420" y="364"/>
                    </a:cubicBezTo>
                    <a:cubicBezTo>
                      <a:pt x="419" y="363"/>
                      <a:pt x="419" y="362"/>
                      <a:pt x="419" y="361"/>
                    </a:cubicBezTo>
                    <a:cubicBezTo>
                      <a:pt x="419" y="360"/>
                      <a:pt x="420" y="359"/>
                      <a:pt x="420" y="358"/>
                    </a:cubicBezTo>
                    <a:cubicBezTo>
                      <a:pt x="420" y="355"/>
                      <a:pt x="421" y="353"/>
                      <a:pt x="422" y="350"/>
                    </a:cubicBezTo>
                    <a:cubicBezTo>
                      <a:pt x="423" y="346"/>
                      <a:pt x="425" y="341"/>
                      <a:pt x="424" y="337"/>
                    </a:cubicBezTo>
                    <a:cubicBezTo>
                      <a:pt x="424" y="336"/>
                      <a:pt x="424" y="335"/>
                      <a:pt x="423" y="334"/>
                    </a:cubicBezTo>
                    <a:cubicBezTo>
                      <a:pt x="422" y="334"/>
                      <a:pt x="421" y="335"/>
                      <a:pt x="420" y="336"/>
                    </a:cubicBezTo>
                    <a:cubicBezTo>
                      <a:pt x="419" y="337"/>
                      <a:pt x="418" y="339"/>
                      <a:pt x="417" y="340"/>
                    </a:cubicBezTo>
                    <a:cubicBezTo>
                      <a:pt x="416" y="342"/>
                      <a:pt x="415" y="345"/>
                      <a:pt x="413" y="347"/>
                    </a:cubicBezTo>
                    <a:cubicBezTo>
                      <a:pt x="411" y="351"/>
                      <a:pt x="408" y="356"/>
                      <a:pt x="404" y="359"/>
                    </a:cubicBezTo>
                    <a:cubicBezTo>
                      <a:pt x="401" y="362"/>
                      <a:pt x="398" y="364"/>
                      <a:pt x="396" y="367"/>
                    </a:cubicBezTo>
                    <a:cubicBezTo>
                      <a:pt x="393" y="370"/>
                      <a:pt x="392" y="374"/>
                      <a:pt x="390" y="377"/>
                    </a:cubicBezTo>
                    <a:cubicBezTo>
                      <a:pt x="389" y="379"/>
                      <a:pt x="388" y="380"/>
                      <a:pt x="387" y="382"/>
                    </a:cubicBezTo>
                    <a:cubicBezTo>
                      <a:pt x="387" y="384"/>
                      <a:pt x="386" y="386"/>
                      <a:pt x="385" y="388"/>
                    </a:cubicBezTo>
                    <a:cubicBezTo>
                      <a:pt x="385" y="389"/>
                      <a:pt x="384" y="390"/>
                      <a:pt x="383" y="392"/>
                    </a:cubicBezTo>
                    <a:cubicBezTo>
                      <a:pt x="383" y="392"/>
                      <a:pt x="382" y="393"/>
                      <a:pt x="382" y="392"/>
                    </a:cubicBezTo>
                    <a:cubicBezTo>
                      <a:pt x="381" y="392"/>
                      <a:pt x="382" y="391"/>
                      <a:pt x="382" y="391"/>
                    </a:cubicBezTo>
                    <a:cubicBezTo>
                      <a:pt x="382" y="390"/>
                      <a:pt x="382" y="389"/>
                      <a:pt x="382" y="389"/>
                    </a:cubicBezTo>
                    <a:cubicBezTo>
                      <a:pt x="383" y="387"/>
                      <a:pt x="384" y="386"/>
                      <a:pt x="384" y="385"/>
                    </a:cubicBezTo>
                    <a:cubicBezTo>
                      <a:pt x="384" y="383"/>
                      <a:pt x="384" y="382"/>
                      <a:pt x="385" y="380"/>
                    </a:cubicBezTo>
                    <a:cubicBezTo>
                      <a:pt x="385" y="378"/>
                      <a:pt x="386" y="377"/>
                      <a:pt x="386" y="375"/>
                    </a:cubicBezTo>
                    <a:cubicBezTo>
                      <a:pt x="387" y="371"/>
                      <a:pt x="388" y="368"/>
                      <a:pt x="390" y="364"/>
                    </a:cubicBezTo>
                    <a:cubicBezTo>
                      <a:pt x="391" y="363"/>
                      <a:pt x="392" y="361"/>
                      <a:pt x="392" y="360"/>
                    </a:cubicBezTo>
                    <a:cubicBezTo>
                      <a:pt x="392" y="359"/>
                      <a:pt x="393" y="358"/>
                      <a:pt x="393" y="357"/>
                    </a:cubicBezTo>
                    <a:cubicBezTo>
                      <a:pt x="393" y="357"/>
                      <a:pt x="393" y="356"/>
                      <a:pt x="394" y="356"/>
                    </a:cubicBezTo>
                    <a:cubicBezTo>
                      <a:pt x="394" y="355"/>
                      <a:pt x="394" y="355"/>
                      <a:pt x="395" y="355"/>
                    </a:cubicBezTo>
                    <a:cubicBezTo>
                      <a:pt x="395" y="354"/>
                      <a:pt x="396" y="353"/>
                      <a:pt x="396" y="353"/>
                    </a:cubicBezTo>
                    <a:cubicBezTo>
                      <a:pt x="398" y="350"/>
                      <a:pt x="399" y="348"/>
                      <a:pt x="401" y="345"/>
                    </a:cubicBezTo>
                    <a:cubicBezTo>
                      <a:pt x="403" y="342"/>
                      <a:pt x="404" y="339"/>
                      <a:pt x="406" y="337"/>
                    </a:cubicBezTo>
                    <a:cubicBezTo>
                      <a:pt x="407" y="336"/>
                      <a:pt x="408" y="335"/>
                      <a:pt x="408" y="333"/>
                    </a:cubicBezTo>
                    <a:cubicBezTo>
                      <a:pt x="408" y="332"/>
                      <a:pt x="408" y="330"/>
                      <a:pt x="408" y="329"/>
                    </a:cubicBezTo>
                    <a:cubicBezTo>
                      <a:pt x="407" y="326"/>
                      <a:pt x="408" y="323"/>
                      <a:pt x="408" y="320"/>
                    </a:cubicBezTo>
                    <a:cubicBezTo>
                      <a:pt x="408" y="319"/>
                      <a:pt x="408" y="318"/>
                      <a:pt x="407" y="317"/>
                    </a:cubicBezTo>
                    <a:cubicBezTo>
                      <a:pt x="406" y="316"/>
                      <a:pt x="405" y="316"/>
                      <a:pt x="404" y="316"/>
                    </a:cubicBezTo>
                    <a:cubicBezTo>
                      <a:pt x="401" y="315"/>
                      <a:pt x="397" y="314"/>
                      <a:pt x="394" y="315"/>
                    </a:cubicBezTo>
                    <a:cubicBezTo>
                      <a:pt x="392" y="315"/>
                      <a:pt x="390" y="315"/>
                      <a:pt x="388" y="315"/>
                    </a:cubicBezTo>
                    <a:cubicBezTo>
                      <a:pt x="388" y="314"/>
                      <a:pt x="387" y="314"/>
                      <a:pt x="387" y="313"/>
                    </a:cubicBezTo>
                    <a:cubicBezTo>
                      <a:pt x="387" y="311"/>
                      <a:pt x="388" y="310"/>
                      <a:pt x="390" y="310"/>
                    </a:cubicBezTo>
                    <a:cubicBezTo>
                      <a:pt x="392" y="309"/>
                      <a:pt x="393" y="309"/>
                      <a:pt x="395" y="309"/>
                    </a:cubicBezTo>
                    <a:cubicBezTo>
                      <a:pt x="396" y="309"/>
                      <a:pt x="397" y="309"/>
                      <a:pt x="398" y="308"/>
                    </a:cubicBezTo>
                    <a:cubicBezTo>
                      <a:pt x="401" y="308"/>
                      <a:pt x="404" y="306"/>
                      <a:pt x="406" y="305"/>
                    </a:cubicBezTo>
                    <a:cubicBezTo>
                      <a:pt x="407" y="305"/>
                      <a:pt x="408" y="305"/>
                      <a:pt x="409" y="305"/>
                    </a:cubicBezTo>
                    <a:cubicBezTo>
                      <a:pt x="411" y="304"/>
                      <a:pt x="412" y="304"/>
                      <a:pt x="413" y="303"/>
                    </a:cubicBezTo>
                    <a:cubicBezTo>
                      <a:pt x="414" y="303"/>
                      <a:pt x="415" y="302"/>
                      <a:pt x="416" y="301"/>
                    </a:cubicBezTo>
                    <a:cubicBezTo>
                      <a:pt x="417" y="300"/>
                      <a:pt x="419" y="299"/>
                      <a:pt x="420" y="299"/>
                    </a:cubicBezTo>
                    <a:cubicBezTo>
                      <a:pt x="423" y="297"/>
                      <a:pt x="425" y="294"/>
                      <a:pt x="426" y="291"/>
                    </a:cubicBezTo>
                    <a:cubicBezTo>
                      <a:pt x="427" y="289"/>
                      <a:pt x="426" y="287"/>
                      <a:pt x="424" y="287"/>
                    </a:cubicBezTo>
                    <a:cubicBezTo>
                      <a:pt x="422" y="286"/>
                      <a:pt x="419" y="286"/>
                      <a:pt x="416" y="287"/>
                    </a:cubicBezTo>
                    <a:cubicBezTo>
                      <a:pt x="414" y="287"/>
                      <a:pt x="412" y="287"/>
                      <a:pt x="410" y="287"/>
                    </a:cubicBezTo>
                    <a:cubicBezTo>
                      <a:pt x="409" y="287"/>
                      <a:pt x="408" y="287"/>
                      <a:pt x="408" y="287"/>
                    </a:cubicBezTo>
                    <a:cubicBezTo>
                      <a:pt x="407" y="287"/>
                      <a:pt x="406" y="287"/>
                      <a:pt x="406" y="286"/>
                    </a:cubicBezTo>
                    <a:cubicBezTo>
                      <a:pt x="405" y="286"/>
                      <a:pt x="409" y="284"/>
                      <a:pt x="409" y="283"/>
                    </a:cubicBezTo>
                    <a:cubicBezTo>
                      <a:pt x="410" y="283"/>
                      <a:pt x="411" y="283"/>
                      <a:pt x="412" y="283"/>
                    </a:cubicBezTo>
                    <a:cubicBezTo>
                      <a:pt x="413" y="283"/>
                      <a:pt x="414" y="283"/>
                      <a:pt x="415" y="282"/>
                    </a:cubicBezTo>
                    <a:cubicBezTo>
                      <a:pt x="416" y="282"/>
                      <a:pt x="418" y="282"/>
                      <a:pt x="419" y="282"/>
                    </a:cubicBezTo>
                    <a:cubicBezTo>
                      <a:pt x="420" y="281"/>
                      <a:pt x="421" y="280"/>
                      <a:pt x="423" y="279"/>
                    </a:cubicBezTo>
                    <a:cubicBezTo>
                      <a:pt x="424" y="279"/>
                      <a:pt x="425" y="279"/>
                      <a:pt x="425" y="278"/>
                    </a:cubicBezTo>
                    <a:cubicBezTo>
                      <a:pt x="425" y="278"/>
                      <a:pt x="425" y="277"/>
                      <a:pt x="425" y="277"/>
                    </a:cubicBezTo>
                    <a:cubicBezTo>
                      <a:pt x="425" y="275"/>
                      <a:pt x="425" y="274"/>
                      <a:pt x="426" y="273"/>
                    </a:cubicBezTo>
                    <a:cubicBezTo>
                      <a:pt x="426" y="272"/>
                      <a:pt x="425" y="270"/>
                      <a:pt x="425" y="269"/>
                    </a:cubicBezTo>
                    <a:cubicBezTo>
                      <a:pt x="424" y="268"/>
                      <a:pt x="422" y="267"/>
                      <a:pt x="421" y="266"/>
                    </a:cubicBezTo>
                    <a:cubicBezTo>
                      <a:pt x="417" y="265"/>
                      <a:pt x="414" y="263"/>
                      <a:pt x="411" y="261"/>
                    </a:cubicBezTo>
                    <a:cubicBezTo>
                      <a:pt x="409" y="260"/>
                      <a:pt x="405" y="258"/>
                      <a:pt x="405" y="255"/>
                    </a:cubicBezTo>
                    <a:cubicBezTo>
                      <a:pt x="405" y="254"/>
                      <a:pt x="405" y="253"/>
                      <a:pt x="405" y="252"/>
                    </a:cubicBezTo>
                    <a:cubicBezTo>
                      <a:pt x="405" y="250"/>
                      <a:pt x="405" y="249"/>
                      <a:pt x="405" y="248"/>
                    </a:cubicBezTo>
                    <a:cubicBezTo>
                      <a:pt x="405" y="246"/>
                      <a:pt x="406" y="245"/>
                      <a:pt x="406" y="244"/>
                    </a:cubicBezTo>
                    <a:cubicBezTo>
                      <a:pt x="407" y="243"/>
                      <a:pt x="408" y="243"/>
                      <a:pt x="409" y="242"/>
                    </a:cubicBezTo>
                    <a:cubicBezTo>
                      <a:pt x="412" y="241"/>
                      <a:pt x="414" y="239"/>
                      <a:pt x="414" y="235"/>
                    </a:cubicBezTo>
                    <a:cubicBezTo>
                      <a:pt x="414" y="232"/>
                      <a:pt x="412" y="230"/>
                      <a:pt x="412" y="226"/>
                    </a:cubicBezTo>
                    <a:cubicBezTo>
                      <a:pt x="412" y="224"/>
                      <a:pt x="413" y="221"/>
                      <a:pt x="415" y="223"/>
                    </a:cubicBezTo>
                    <a:cubicBezTo>
                      <a:pt x="417" y="225"/>
                      <a:pt x="417" y="226"/>
                      <a:pt x="418" y="228"/>
                    </a:cubicBezTo>
                    <a:cubicBezTo>
                      <a:pt x="419" y="229"/>
                      <a:pt x="419" y="231"/>
                      <a:pt x="420" y="232"/>
                    </a:cubicBezTo>
                    <a:cubicBezTo>
                      <a:pt x="421" y="235"/>
                      <a:pt x="420" y="238"/>
                      <a:pt x="419" y="240"/>
                    </a:cubicBezTo>
                    <a:cubicBezTo>
                      <a:pt x="418" y="242"/>
                      <a:pt x="417" y="243"/>
                      <a:pt x="417" y="245"/>
                    </a:cubicBezTo>
                    <a:cubicBezTo>
                      <a:pt x="416" y="247"/>
                      <a:pt x="417" y="250"/>
                      <a:pt x="417" y="252"/>
                    </a:cubicBezTo>
                    <a:cubicBezTo>
                      <a:pt x="418" y="254"/>
                      <a:pt x="419" y="256"/>
                      <a:pt x="421" y="257"/>
                    </a:cubicBezTo>
                    <a:cubicBezTo>
                      <a:pt x="423" y="258"/>
                      <a:pt x="425" y="259"/>
                      <a:pt x="427" y="260"/>
                    </a:cubicBezTo>
                    <a:cubicBezTo>
                      <a:pt x="429" y="262"/>
                      <a:pt x="431" y="263"/>
                      <a:pt x="433" y="262"/>
                    </a:cubicBezTo>
                    <a:cubicBezTo>
                      <a:pt x="434" y="262"/>
                      <a:pt x="435" y="261"/>
                      <a:pt x="437" y="260"/>
                    </a:cubicBezTo>
                    <a:cubicBezTo>
                      <a:pt x="439" y="259"/>
                      <a:pt x="441" y="260"/>
                      <a:pt x="443" y="259"/>
                    </a:cubicBezTo>
                    <a:cubicBezTo>
                      <a:pt x="446" y="259"/>
                      <a:pt x="448" y="257"/>
                      <a:pt x="449" y="254"/>
                    </a:cubicBezTo>
                    <a:cubicBezTo>
                      <a:pt x="449" y="251"/>
                      <a:pt x="449" y="247"/>
                      <a:pt x="447" y="245"/>
                    </a:cubicBezTo>
                    <a:cubicBezTo>
                      <a:pt x="446" y="244"/>
                      <a:pt x="443" y="243"/>
                      <a:pt x="445" y="242"/>
                    </a:cubicBezTo>
                    <a:cubicBezTo>
                      <a:pt x="447" y="241"/>
                      <a:pt x="450" y="242"/>
                      <a:pt x="451" y="243"/>
                    </a:cubicBezTo>
                    <a:cubicBezTo>
                      <a:pt x="453" y="244"/>
                      <a:pt x="455" y="244"/>
                      <a:pt x="456" y="244"/>
                    </a:cubicBezTo>
                    <a:cubicBezTo>
                      <a:pt x="457" y="244"/>
                      <a:pt x="458" y="244"/>
                      <a:pt x="458" y="244"/>
                    </a:cubicBezTo>
                    <a:cubicBezTo>
                      <a:pt x="460" y="244"/>
                      <a:pt x="461" y="243"/>
                      <a:pt x="461" y="242"/>
                    </a:cubicBezTo>
                    <a:cubicBezTo>
                      <a:pt x="463" y="240"/>
                      <a:pt x="464" y="239"/>
                      <a:pt x="466" y="238"/>
                    </a:cubicBezTo>
                    <a:cubicBezTo>
                      <a:pt x="467" y="237"/>
                      <a:pt x="469" y="236"/>
                      <a:pt x="470" y="234"/>
                    </a:cubicBezTo>
                    <a:cubicBezTo>
                      <a:pt x="471" y="234"/>
                      <a:pt x="472" y="233"/>
                      <a:pt x="472" y="232"/>
                    </a:cubicBezTo>
                    <a:cubicBezTo>
                      <a:pt x="472" y="231"/>
                      <a:pt x="473" y="230"/>
                      <a:pt x="473" y="229"/>
                    </a:cubicBezTo>
                    <a:cubicBezTo>
                      <a:pt x="475" y="227"/>
                      <a:pt x="479" y="226"/>
                      <a:pt x="480" y="223"/>
                    </a:cubicBezTo>
                    <a:cubicBezTo>
                      <a:pt x="482" y="220"/>
                      <a:pt x="478" y="218"/>
                      <a:pt x="476" y="217"/>
                    </a:cubicBezTo>
                    <a:cubicBezTo>
                      <a:pt x="473" y="216"/>
                      <a:pt x="470" y="217"/>
                      <a:pt x="468" y="215"/>
                    </a:cubicBezTo>
                    <a:cubicBezTo>
                      <a:pt x="468" y="214"/>
                      <a:pt x="467" y="213"/>
                      <a:pt x="468" y="212"/>
                    </a:cubicBezTo>
                    <a:cubicBezTo>
                      <a:pt x="469" y="211"/>
                      <a:pt x="470" y="211"/>
                      <a:pt x="472" y="210"/>
                    </a:cubicBezTo>
                    <a:cubicBezTo>
                      <a:pt x="473" y="210"/>
                      <a:pt x="474" y="210"/>
                      <a:pt x="475" y="210"/>
                    </a:cubicBezTo>
                    <a:cubicBezTo>
                      <a:pt x="476" y="209"/>
                      <a:pt x="475" y="208"/>
                      <a:pt x="475" y="208"/>
                    </a:cubicBezTo>
                    <a:cubicBezTo>
                      <a:pt x="473" y="206"/>
                      <a:pt x="470" y="204"/>
                      <a:pt x="468" y="204"/>
                    </a:cubicBezTo>
                    <a:cubicBezTo>
                      <a:pt x="465" y="203"/>
                      <a:pt x="461" y="202"/>
                      <a:pt x="459" y="200"/>
                    </a:cubicBezTo>
                    <a:cubicBezTo>
                      <a:pt x="458" y="199"/>
                      <a:pt x="456" y="196"/>
                      <a:pt x="458" y="195"/>
                    </a:cubicBezTo>
                    <a:cubicBezTo>
                      <a:pt x="459" y="194"/>
                      <a:pt x="460" y="195"/>
                      <a:pt x="461" y="195"/>
                    </a:cubicBezTo>
                    <a:cubicBezTo>
                      <a:pt x="463" y="195"/>
                      <a:pt x="465" y="195"/>
                      <a:pt x="466" y="196"/>
                    </a:cubicBezTo>
                    <a:cubicBezTo>
                      <a:pt x="468" y="196"/>
                      <a:pt x="469" y="197"/>
                      <a:pt x="470" y="198"/>
                    </a:cubicBezTo>
                    <a:cubicBezTo>
                      <a:pt x="472" y="199"/>
                      <a:pt x="473" y="200"/>
                      <a:pt x="474" y="201"/>
                    </a:cubicBezTo>
                    <a:cubicBezTo>
                      <a:pt x="476" y="201"/>
                      <a:pt x="477" y="202"/>
                      <a:pt x="479" y="202"/>
                    </a:cubicBezTo>
                    <a:cubicBezTo>
                      <a:pt x="480" y="202"/>
                      <a:pt x="481" y="202"/>
                      <a:pt x="483" y="203"/>
                    </a:cubicBezTo>
                    <a:cubicBezTo>
                      <a:pt x="484" y="204"/>
                      <a:pt x="484" y="207"/>
                      <a:pt x="487" y="208"/>
                    </a:cubicBezTo>
                    <a:cubicBezTo>
                      <a:pt x="489" y="209"/>
                      <a:pt x="491" y="207"/>
                      <a:pt x="491" y="205"/>
                    </a:cubicBezTo>
                    <a:cubicBezTo>
                      <a:pt x="491" y="203"/>
                      <a:pt x="491" y="202"/>
                      <a:pt x="489" y="200"/>
                    </a:cubicBezTo>
                    <a:cubicBezTo>
                      <a:pt x="489" y="199"/>
                      <a:pt x="488" y="198"/>
                      <a:pt x="487" y="197"/>
                    </a:cubicBezTo>
                    <a:cubicBezTo>
                      <a:pt x="487" y="197"/>
                      <a:pt x="486" y="196"/>
                      <a:pt x="486" y="195"/>
                    </a:cubicBezTo>
                    <a:cubicBezTo>
                      <a:pt x="485" y="194"/>
                      <a:pt x="484" y="194"/>
                      <a:pt x="484" y="193"/>
                    </a:cubicBezTo>
                    <a:cubicBezTo>
                      <a:pt x="482" y="193"/>
                      <a:pt x="480" y="192"/>
                      <a:pt x="478" y="192"/>
                    </a:cubicBezTo>
                    <a:cubicBezTo>
                      <a:pt x="475" y="191"/>
                      <a:pt x="472" y="191"/>
                      <a:pt x="472" y="188"/>
                    </a:cubicBezTo>
                    <a:cubicBezTo>
                      <a:pt x="471" y="187"/>
                      <a:pt x="472" y="186"/>
                      <a:pt x="472" y="185"/>
                    </a:cubicBezTo>
                    <a:cubicBezTo>
                      <a:pt x="472" y="184"/>
                      <a:pt x="472" y="183"/>
                      <a:pt x="473" y="182"/>
                    </a:cubicBezTo>
                    <a:cubicBezTo>
                      <a:pt x="473" y="181"/>
                      <a:pt x="474" y="181"/>
                      <a:pt x="476" y="181"/>
                    </a:cubicBezTo>
                    <a:cubicBezTo>
                      <a:pt x="477" y="181"/>
                      <a:pt x="479" y="181"/>
                      <a:pt x="480" y="180"/>
                    </a:cubicBezTo>
                    <a:cubicBezTo>
                      <a:pt x="481" y="179"/>
                      <a:pt x="481" y="178"/>
                      <a:pt x="481" y="177"/>
                    </a:cubicBezTo>
                    <a:cubicBezTo>
                      <a:pt x="481" y="175"/>
                      <a:pt x="482" y="174"/>
                      <a:pt x="482" y="172"/>
                    </a:cubicBezTo>
                    <a:cubicBezTo>
                      <a:pt x="482" y="171"/>
                      <a:pt x="481" y="171"/>
                      <a:pt x="480" y="171"/>
                    </a:cubicBezTo>
                    <a:cubicBezTo>
                      <a:pt x="479" y="170"/>
                      <a:pt x="478" y="170"/>
                      <a:pt x="477" y="170"/>
                    </a:cubicBezTo>
                    <a:cubicBezTo>
                      <a:pt x="476" y="170"/>
                      <a:pt x="474" y="170"/>
                      <a:pt x="473" y="170"/>
                    </a:cubicBezTo>
                    <a:cubicBezTo>
                      <a:pt x="472" y="170"/>
                      <a:pt x="472" y="171"/>
                      <a:pt x="471" y="172"/>
                    </a:cubicBezTo>
                    <a:cubicBezTo>
                      <a:pt x="471" y="173"/>
                      <a:pt x="470" y="173"/>
                      <a:pt x="469" y="174"/>
                    </a:cubicBezTo>
                    <a:cubicBezTo>
                      <a:pt x="468" y="176"/>
                      <a:pt x="467" y="178"/>
                      <a:pt x="465" y="179"/>
                    </a:cubicBezTo>
                    <a:cubicBezTo>
                      <a:pt x="464" y="179"/>
                      <a:pt x="463" y="178"/>
                      <a:pt x="463" y="177"/>
                    </a:cubicBezTo>
                    <a:cubicBezTo>
                      <a:pt x="464" y="176"/>
                      <a:pt x="465" y="175"/>
                      <a:pt x="465" y="174"/>
                    </a:cubicBezTo>
                    <a:cubicBezTo>
                      <a:pt x="465" y="171"/>
                      <a:pt x="461" y="171"/>
                      <a:pt x="460" y="171"/>
                    </a:cubicBezTo>
                    <a:cubicBezTo>
                      <a:pt x="460" y="170"/>
                      <a:pt x="460" y="169"/>
                      <a:pt x="461" y="168"/>
                    </a:cubicBezTo>
                    <a:cubicBezTo>
                      <a:pt x="461" y="167"/>
                      <a:pt x="461" y="165"/>
                      <a:pt x="462" y="163"/>
                    </a:cubicBezTo>
                    <a:cubicBezTo>
                      <a:pt x="463" y="162"/>
                      <a:pt x="464" y="161"/>
                      <a:pt x="465" y="160"/>
                    </a:cubicBezTo>
                    <a:cubicBezTo>
                      <a:pt x="465" y="158"/>
                      <a:pt x="466" y="156"/>
                      <a:pt x="467" y="155"/>
                    </a:cubicBezTo>
                    <a:cubicBezTo>
                      <a:pt x="468" y="154"/>
                      <a:pt x="469" y="153"/>
                      <a:pt x="470" y="152"/>
                    </a:cubicBezTo>
                    <a:cubicBezTo>
                      <a:pt x="471" y="151"/>
                      <a:pt x="471" y="150"/>
                      <a:pt x="471" y="149"/>
                    </a:cubicBezTo>
                    <a:cubicBezTo>
                      <a:pt x="472" y="148"/>
                      <a:pt x="472" y="147"/>
                      <a:pt x="473" y="146"/>
                    </a:cubicBezTo>
                    <a:cubicBezTo>
                      <a:pt x="474" y="145"/>
                      <a:pt x="475" y="145"/>
                      <a:pt x="476" y="144"/>
                    </a:cubicBezTo>
                    <a:cubicBezTo>
                      <a:pt x="477" y="143"/>
                      <a:pt x="479" y="142"/>
                      <a:pt x="478" y="141"/>
                    </a:cubicBezTo>
                    <a:cubicBezTo>
                      <a:pt x="478" y="140"/>
                      <a:pt x="477" y="139"/>
                      <a:pt x="477" y="138"/>
                    </a:cubicBezTo>
                    <a:cubicBezTo>
                      <a:pt x="476" y="136"/>
                      <a:pt x="474" y="135"/>
                      <a:pt x="472" y="134"/>
                    </a:cubicBezTo>
                    <a:cubicBezTo>
                      <a:pt x="471" y="133"/>
                      <a:pt x="470" y="132"/>
                      <a:pt x="469" y="132"/>
                    </a:cubicBezTo>
                    <a:cubicBezTo>
                      <a:pt x="468" y="130"/>
                      <a:pt x="468" y="129"/>
                      <a:pt x="468" y="127"/>
                    </a:cubicBezTo>
                    <a:cubicBezTo>
                      <a:pt x="468" y="124"/>
                      <a:pt x="468" y="121"/>
                      <a:pt x="469" y="118"/>
                    </a:cubicBezTo>
                    <a:cubicBezTo>
                      <a:pt x="469" y="117"/>
                      <a:pt x="470" y="117"/>
                      <a:pt x="471" y="116"/>
                    </a:cubicBezTo>
                    <a:cubicBezTo>
                      <a:pt x="472" y="115"/>
                      <a:pt x="472" y="114"/>
                      <a:pt x="472" y="112"/>
                    </a:cubicBezTo>
                    <a:cubicBezTo>
                      <a:pt x="472" y="111"/>
                      <a:pt x="472" y="110"/>
                      <a:pt x="472" y="109"/>
                    </a:cubicBezTo>
                    <a:cubicBezTo>
                      <a:pt x="472" y="108"/>
                      <a:pt x="471" y="108"/>
                      <a:pt x="471" y="107"/>
                    </a:cubicBezTo>
                    <a:cubicBezTo>
                      <a:pt x="471" y="107"/>
                      <a:pt x="470" y="106"/>
                      <a:pt x="469" y="106"/>
                    </a:cubicBezTo>
                    <a:cubicBezTo>
                      <a:pt x="469" y="106"/>
                      <a:pt x="468" y="106"/>
                      <a:pt x="468" y="106"/>
                    </a:cubicBezTo>
                    <a:cubicBezTo>
                      <a:pt x="467" y="106"/>
                      <a:pt x="467" y="106"/>
                      <a:pt x="466" y="106"/>
                    </a:cubicBezTo>
                    <a:cubicBezTo>
                      <a:pt x="465" y="106"/>
                      <a:pt x="465" y="105"/>
                      <a:pt x="464" y="105"/>
                    </a:cubicBezTo>
                    <a:cubicBezTo>
                      <a:pt x="463" y="104"/>
                      <a:pt x="462" y="104"/>
                      <a:pt x="462" y="103"/>
                    </a:cubicBezTo>
                    <a:cubicBezTo>
                      <a:pt x="461" y="103"/>
                      <a:pt x="459" y="102"/>
                      <a:pt x="459" y="101"/>
                    </a:cubicBezTo>
                    <a:cubicBezTo>
                      <a:pt x="459" y="101"/>
                      <a:pt x="460" y="101"/>
                      <a:pt x="461" y="100"/>
                    </a:cubicBezTo>
                    <a:cubicBezTo>
                      <a:pt x="461" y="100"/>
                      <a:pt x="462" y="100"/>
                      <a:pt x="462" y="99"/>
                    </a:cubicBezTo>
                    <a:cubicBezTo>
                      <a:pt x="463" y="99"/>
                      <a:pt x="464" y="97"/>
                      <a:pt x="463" y="96"/>
                    </a:cubicBezTo>
                    <a:cubicBezTo>
                      <a:pt x="463" y="96"/>
                      <a:pt x="462" y="95"/>
                      <a:pt x="461" y="96"/>
                    </a:cubicBezTo>
                    <a:cubicBezTo>
                      <a:pt x="459" y="96"/>
                      <a:pt x="458" y="97"/>
                      <a:pt x="456" y="97"/>
                    </a:cubicBezTo>
                    <a:cubicBezTo>
                      <a:pt x="455" y="98"/>
                      <a:pt x="454" y="99"/>
                      <a:pt x="452" y="99"/>
                    </a:cubicBezTo>
                    <a:cubicBezTo>
                      <a:pt x="451" y="99"/>
                      <a:pt x="449" y="100"/>
                      <a:pt x="448" y="99"/>
                    </a:cubicBezTo>
                    <a:cubicBezTo>
                      <a:pt x="449" y="98"/>
                      <a:pt x="450" y="97"/>
                      <a:pt x="451" y="96"/>
                    </a:cubicBezTo>
                    <a:cubicBezTo>
                      <a:pt x="451" y="96"/>
                      <a:pt x="453" y="94"/>
                      <a:pt x="452" y="93"/>
                    </a:cubicBezTo>
                    <a:cubicBezTo>
                      <a:pt x="451" y="92"/>
                      <a:pt x="449" y="93"/>
                      <a:pt x="448" y="93"/>
                    </a:cubicBezTo>
                    <a:cubicBezTo>
                      <a:pt x="447" y="94"/>
                      <a:pt x="445" y="94"/>
                      <a:pt x="444" y="94"/>
                    </a:cubicBezTo>
                    <a:cubicBezTo>
                      <a:pt x="443" y="93"/>
                      <a:pt x="444" y="92"/>
                      <a:pt x="444" y="91"/>
                    </a:cubicBezTo>
                    <a:cubicBezTo>
                      <a:pt x="446" y="90"/>
                      <a:pt x="450" y="90"/>
                      <a:pt x="451" y="87"/>
                    </a:cubicBezTo>
                    <a:cubicBezTo>
                      <a:pt x="453" y="85"/>
                      <a:pt x="451" y="82"/>
                      <a:pt x="454" y="81"/>
                    </a:cubicBezTo>
                    <a:cubicBezTo>
                      <a:pt x="455" y="80"/>
                      <a:pt x="456" y="80"/>
                      <a:pt x="457" y="80"/>
                    </a:cubicBezTo>
                    <a:cubicBezTo>
                      <a:pt x="457" y="79"/>
                      <a:pt x="457" y="78"/>
                      <a:pt x="457" y="77"/>
                    </a:cubicBezTo>
                    <a:cubicBezTo>
                      <a:pt x="456" y="76"/>
                      <a:pt x="453" y="76"/>
                      <a:pt x="454" y="74"/>
                    </a:cubicBezTo>
                    <a:cubicBezTo>
                      <a:pt x="454" y="72"/>
                      <a:pt x="457" y="71"/>
                      <a:pt x="457" y="69"/>
                    </a:cubicBezTo>
                    <a:cubicBezTo>
                      <a:pt x="458" y="67"/>
                      <a:pt x="458" y="63"/>
                      <a:pt x="456" y="61"/>
                    </a:cubicBezTo>
                    <a:cubicBezTo>
                      <a:pt x="455" y="60"/>
                      <a:pt x="455" y="60"/>
                      <a:pt x="454" y="59"/>
                    </a:cubicBezTo>
                    <a:cubicBezTo>
                      <a:pt x="454" y="57"/>
                      <a:pt x="454" y="56"/>
                      <a:pt x="454" y="55"/>
                    </a:cubicBezTo>
                    <a:cubicBezTo>
                      <a:pt x="454" y="54"/>
                      <a:pt x="454" y="52"/>
                      <a:pt x="454" y="51"/>
                    </a:cubicBezTo>
                    <a:cubicBezTo>
                      <a:pt x="455" y="50"/>
                      <a:pt x="455" y="49"/>
                      <a:pt x="456" y="48"/>
                    </a:cubicBezTo>
                    <a:cubicBezTo>
                      <a:pt x="457" y="46"/>
                      <a:pt x="457" y="44"/>
                      <a:pt x="457" y="41"/>
                    </a:cubicBezTo>
                    <a:cubicBezTo>
                      <a:pt x="457" y="40"/>
                      <a:pt x="457" y="39"/>
                      <a:pt x="457" y="38"/>
                    </a:cubicBezTo>
                    <a:cubicBezTo>
                      <a:pt x="457" y="36"/>
                      <a:pt x="457" y="35"/>
                      <a:pt x="456" y="34"/>
                    </a:cubicBezTo>
                    <a:cubicBezTo>
                      <a:pt x="455" y="33"/>
                      <a:pt x="454" y="33"/>
                      <a:pt x="454" y="34"/>
                    </a:cubicBezTo>
                    <a:cubicBezTo>
                      <a:pt x="453" y="35"/>
                      <a:pt x="454" y="37"/>
                      <a:pt x="454" y="38"/>
                    </a:cubicBezTo>
                    <a:cubicBezTo>
                      <a:pt x="454" y="39"/>
                      <a:pt x="455" y="41"/>
                      <a:pt x="454" y="42"/>
                    </a:cubicBezTo>
                    <a:cubicBezTo>
                      <a:pt x="454" y="44"/>
                      <a:pt x="453" y="45"/>
                      <a:pt x="452" y="46"/>
                    </a:cubicBezTo>
                    <a:cubicBezTo>
                      <a:pt x="451" y="46"/>
                      <a:pt x="449" y="47"/>
                      <a:pt x="449" y="46"/>
                    </a:cubicBezTo>
                    <a:cubicBezTo>
                      <a:pt x="448" y="45"/>
                      <a:pt x="449" y="44"/>
                      <a:pt x="449" y="43"/>
                    </a:cubicBezTo>
                    <a:cubicBezTo>
                      <a:pt x="449" y="41"/>
                      <a:pt x="449" y="40"/>
                      <a:pt x="448" y="39"/>
                    </a:cubicBezTo>
                    <a:cubicBezTo>
                      <a:pt x="448" y="38"/>
                      <a:pt x="447" y="37"/>
                      <a:pt x="446" y="37"/>
                    </a:cubicBezTo>
                    <a:cubicBezTo>
                      <a:pt x="443" y="35"/>
                      <a:pt x="443" y="33"/>
                      <a:pt x="443" y="31"/>
                    </a:cubicBezTo>
                    <a:cubicBezTo>
                      <a:pt x="443" y="29"/>
                      <a:pt x="443" y="24"/>
                      <a:pt x="441" y="23"/>
                    </a:cubicBezTo>
                    <a:cubicBezTo>
                      <a:pt x="439" y="23"/>
                      <a:pt x="437" y="25"/>
                      <a:pt x="437" y="26"/>
                    </a:cubicBezTo>
                    <a:cubicBezTo>
                      <a:pt x="436" y="27"/>
                      <a:pt x="437" y="28"/>
                      <a:pt x="436" y="29"/>
                    </a:cubicBezTo>
                    <a:cubicBezTo>
                      <a:pt x="435" y="30"/>
                      <a:pt x="434" y="30"/>
                      <a:pt x="433" y="30"/>
                    </a:cubicBezTo>
                    <a:cubicBezTo>
                      <a:pt x="432" y="30"/>
                      <a:pt x="431" y="30"/>
                      <a:pt x="430" y="30"/>
                    </a:cubicBezTo>
                    <a:cubicBezTo>
                      <a:pt x="428" y="31"/>
                      <a:pt x="425" y="30"/>
                      <a:pt x="424" y="28"/>
                    </a:cubicBezTo>
                    <a:cubicBezTo>
                      <a:pt x="422" y="25"/>
                      <a:pt x="422" y="20"/>
                      <a:pt x="420" y="17"/>
                    </a:cubicBezTo>
                    <a:cubicBezTo>
                      <a:pt x="419" y="13"/>
                      <a:pt x="416" y="10"/>
                      <a:pt x="413" y="8"/>
                    </a:cubicBezTo>
                    <a:cubicBezTo>
                      <a:pt x="412" y="7"/>
                      <a:pt x="411" y="5"/>
                      <a:pt x="410" y="6"/>
                    </a:cubicBezTo>
                    <a:cubicBezTo>
                      <a:pt x="409" y="6"/>
                      <a:pt x="409" y="7"/>
                      <a:pt x="408" y="8"/>
                    </a:cubicBezTo>
                    <a:cubicBezTo>
                      <a:pt x="408" y="9"/>
                      <a:pt x="408" y="11"/>
                      <a:pt x="406" y="11"/>
                    </a:cubicBezTo>
                    <a:cubicBezTo>
                      <a:pt x="405" y="12"/>
                      <a:pt x="404" y="11"/>
                      <a:pt x="403" y="10"/>
                    </a:cubicBezTo>
                    <a:cubicBezTo>
                      <a:pt x="400" y="9"/>
                      <a:pt x="397" y="8"/>
                      <a:pt x="394" y="6"/>
                    </a:cubicBezTo>
                    <a:cubicBezTo>
                      <a:pt x="393" y="5"/>
                      <a:pt x="392" y="3"/>
                      <a:pt x="390" y="2"/>
                    </a:cubicBezTo>
                    <a:cubicBezTo>
                      <a:pt x="390" y="1"/>
                      <a:pt x="389" y="0"/>
                      <a:pt x="388" y="1"/>
                    </a:cubicBezTo>
                    <a:cubicBezTo>
                      <a:pt x="386" y="2"/>
                      <a:pt x="386" y="4"/>
                      <a:pt x="385" y="5"/>
                    </a:cubicBezTo>
                    <a:cubicBezTo>
                      <a:pt x="385" y="7"/>
                      <a:pt x="384" y="8"/>
                      <a:pt x="384" y="10"/>
                    </a:cubicBezTo>
                    <a:cubicBezTo>
                      <a:pt x="383" y="12"/>
                      <a:pt x="386" y="14"/>
                      <a:pt x="387" y="16"/>
                    </a:cubicBezTo>
                    <a:cubicBezTo>
                      <a:pt x="388" y="17"/>
                      <a:pt x="389" y="18"/>
                      <a:pt x="389" y="19"/>
                    </a:cubicBezTo>
                    <a:cubicBezTo>
                      <a:pt x="388" y="20"/>
                      <a:pt x="387" y="21"/>
                      <a:pt x="386" y="22"/>
                    </a:cubicBezTo>
                    <a:cubicBezTo>
                      <a:pt x="385" y="23"/>
                      <a:pt x="383" y="24"/>
                      <a:pt x="381" y="24"/>
                    </a:cubicBezTo>
                    <a:cubicBezTo>
                      <a:pt x="380" y="24"/>
                      <a:pt x="378" y="23"/>
                      <a:pt x="377" y="22"/>
                    </a:cubicBezTo>
                    <a:cubicBezTo>
                      <a:pt x="376" y="20"/>
                      <a:pt x="370" y="13"/>
                      <a:pt x="368" y="17"/>
                    </a:cubicBezTo>
                    <a:cubicBezTo>
                      <a:pt x="368" y="19"/>
                      <a:pt x="369" y="21"/>
                      <a:pt x="369" y="23"/>
                    </a:cubicBezTo>
                    <a:cubicBezTo>
                      <a:pt x="370" y="25"/>
                      <a:pt x="372" y="26"/>
                      <a:pt x="373" y="28"/>
                    </a:cubicBezTo>
                    <a:cubicBezTo>
                      <a:pt x="374" y="29"/>
                      <a:pt x="374" y="31"/>
                      <a:pt x="373" y="32"/>
                    </a:cubicBezTo>
                    <a:cubicBezTo>
                      <a:pt x="373" y="33"/>
                      <a:pt x="373" y="35"/>
                      <a:pt x="374" y="36"/>
                    </a:cubicBezTo>
                    <a:cubicBezTo>
                      <a:pt x="375" y="38"/>
                      <a:pt x="377" y="39"/>
                      <a:pt x="378" y="39"/>
                    </a:cubicBezTo>
                    <a:cubicBezTo>
                      <a:pt x="381" y="40"/>
                      <a:pt x="383" y="40"/>
                      <a:pt x="385" y="40"/>
                    </a:cubicBezTo>
                    <a:cubicBezTo>
                      <a:pt x="387" y="40"/>
                      <a:pt x="390" y="40"/>
                      <a:pt x="392" y="40"/>
                    </a:cubicBezTo>
                    <a:cubicBezTo>
                      <a:pt x="393" y="40"/>
                      <a:pt x="395" y="40"/>
                      <a:pt x="396" y="40"/>
                    </a:cubicBezTo>
                    <a:cubicBezTo>
                      <a:pt x="398" y="40"/>
                      <a:pt x="399" y="39"/>
                      <a:pt x="401" y="39"/>
                    </a:cubicBezTo>
                    <a:cubicBezTo>
                      <a:pt x="402" y="38"/>
                      <a:pt x="404" y="39"/>
                      <a:pt x="406" y="39"/>
                    </a:cubicBezTo>
                    <a:cubicBezTo>
                      <a:pt x="407" y="39"/>
                      <a:pt x="408" y="40"/>
                      <a:pt x="409" y="40"/>
                    </a:cubicBezTo>
                    <a:cubicBezTo>
                      <a:pt x="409" y="40"/>
                      <a:pt x="410" y="41"/>
                      <a:pt x="410" y="41"/>
                    </a:cubicBezTo>
                    <a:cubicBezTo>
                      <a:pt x="410" y="42"/>
                      <a:pt x="406" y="42"/>
                      <a:pt x="406" y="42"/>
                    </a:cubicBezTo>
                    <a:cubicBezTo>
                      <a:pt x="404" y="42"/>
                      <a:pt x="397" y="41"/>
                      <a:pt x="397" y="45"/>
                    </a:cubicBezTo>
                    <a:cubicBezTo>
                      <a:pt x="398" y="47"/>
                      <a:pt x="401" y="48"/>
                      <a:pt x="404" y="48"/>
                    </a:cubicBezTo>
                    <a:cubicBezTo>
                      <a:pt x="407" y="49"/>
                      <a:pt x="412" y="50"/>
                      <a:pt x="415" y="48"/>
                    </a:cubicBezTo>
                    <a:cubicBezTo>
                      <a:pt x="416" y="47"/>
                      <a:pt x="417" y="46"/>
                      <a:pt x="419" y="45"/>
                    </a:cubicBezTo>
                    <a:cubicBezTo>
                      <a:pt x="420" y="45"/>
                      <a:pt x="422" y="45"/>
                      <a:pt x="423" y="46"/>
                    </a:cubicBezTo>
                    <a:cubicBezTo>
                      <a:pt x="424" y="48"/>
                      <a:pt x="423" y="49"/>
                      <a:pt x="422" y="50"/>
                    </a:cubicBezTo>
                    <a:cubicBezTo>
                      <a:pt x="421" y="51"/>
                      <a:pt x="418" y="52"/>
                      <a:pt x="416" y="52"/>
                    </a:cubicBezTo>
                    <a:cubicBezTo>
                      <a:pt x="414" y="53"/>
                      <a:pt x="412" y="53"/>
                      <a:pt x="409" y="53"/>
                    </a:cubicBezTo>
                    <a:cubicBezTo>
                      <a:pt x="408" y="53"/>
                      <a:pt x="407" y="54"/>
                      <a:pt x="407" y="56"/>
                    </a:cubicBezTo>
                    <a:cubicBezTo>
                      <a:pt x="406" y="58"/>
                      <a:pt x="408" y="62"/>
                      <a:pt x="410" y="63"/>
                    </a:cubicBezTo>
                    <a:cubicBezTo>
                      <a:pt x="411" y="64"/>
                      <a:pt x="412" y="64"/>
                      <a:pt x="413" y="64"/>
                    </a:cubicBezTo>
                    <a:cubicBezTo>
                      <a:pt x="415" y="64"/>
                      <a:pt x="417" y="65"/>
                      <a:pt x="418" y="65"/>
                    </a:cubicBezTo>
                    <a:cubicBezTo>
                      <a:pt x="421" y="65"/>
                      <a:pt x="423" y="65"/>
                      <a:pt x="425" y="65"/>
                    </a:cubicBezTo>
                    <a:cubicBezTo>
                      <a:pt x="425" y="64"/>
                      <a:pt x="426" y="64"/>
                      <a:pt x="427" y="64"/>
                    </a:cubicBezTo>
                    <a:cubicBezTo>
                      <a:pt x="427" y="63"/>
                      <a:pt x="427" y="63"/>
                      <a:pt x="428" y="63"/>
                    </a:cubicBezTo>
                    <a:cubicBezTo>
                      <a:pt x="429" y="63"/>
                      <a:pt x="429" y="65"/>
                      <a:pt x="429" y="65"/>
                    </a:cubicBezTo>
                    <a:cubicBezTo>
                      <a:pt x="429" y="67"/>
                      <a:pt x="430" y="68"/>
                      <a:pt x="429" y="69"/>
                    </a:cubicBezTo>
                    <a:cubicBezTo>
                      <a:pt x="427" y="71"/>
                      <a:pt x="425" y="70"/>
                      <a:pt x="423" y="70"/>
                    </a:cubicBezTo>
                    <a:cubicBezTo>
                      <a:pt x="421" y="70"/>
                      <a:pt x="419" y="69"/>
                      <a:pt x="417" y="70"/>
                    </a:cubicBezTo>
                    <a:cubicBezTo>
                      <a:pt x="415" y="71"/>
                      <a:pt x="416" y="72"/>
                      <a:pt x="417" y="72"/>
                    </a:cubicBezTo>
                    <a:cubicBezTo>
                      <a:pt x="418" y="73"/>
                      <a:pt x="420" y="74"/>
                      <a:pt x="422" y="74"/>
                    </a:cubicBezTo>
                    <a:cubicBezTo>
                      <a:pt x="425" y="75"/>
                      <a:pt x="427" y="75"/>
                      <a:pt x="429" y="76"/>
                    </a:cubicBezTo>
                    <a:cubicBezTo>
                      <a:pt x="430" y="77"/>
                      <a:pt x="432" y="78"/>
                      <a:pt x="433" y="80"/>
                    </a:cubicBezTo>
                    <a:cubicBezTo>
                      <a:pt x="434" y="83"/>
                      <a:pt x="427" y="81"/>
                      <a:pt x="426" y="80"/>
                    </a:cubicBezTo>
                    <a:cubicBezTo>
                      <a:pt x="423" y="80"/>
                      <a:pt x="421" y="78"/>
                      <a:pt x="418" y="77"/>
                    </a:cubicBezTo>
                    <a:cubicBezTo>
                      <a:pt x="417" y="77"/>
                      <a:pt x="414" y="75"/>
                      <a:pt x="412" y="76"/>
                    </a:cubicBezTo>
                    <a:cubicBezTo>
                      <a:pt x="410" y="77"/>
                      <a:pt x="410" y="80"/>
                      <a:pt x="410" y="81"/>
                    </a:cubicBezTo>
                    <a:cubicBezTo>
                      <a:pt x="410" y="82"/>
                      <a:pt x="410" y="85"/>
                      <a:pt x="410" y="85"/>
                    </a:cubicBezTo>
                    <a:cubicBezTo>
                      <a:pt x="409" y="85"/>
                      <a:pt x="409" y="85"/>
                      <a:pt x="409" y="84"/>
                    </a:cubicBezTo>
                    <a:cubicBezTo>
                      <a:pt x="408" y="83"/>
                      <a:pt x="408" y="82"/>
                      <a:pt x="407" y="82"/>
                    </a:cubicBezTo>
                    <a:cubicBezTo>
                      <a:pt x="407" y="80"/>
                      <a:pt x="406" y="77"/>
                      <a:pt x="405" y="75"/>
                    </a:cubicBezTo>
                    <a:cubicBezTo>
                      <a:pt x="405" y="74"/>
                      <a:pt x="405" y="73"/>
                      <a:pt x="404" y="72"/>
                    </a:cubicBezTo>
                    <a:cubicBezTo>
                      <a:pt x="403" y="71"/>
                      <a:pt x="402" y="69"/>
                      <a:pt x="401" y="68"/>
                    </a:cubicBezTo>
                    <a:cubicBezTo>
                      <a:pt x="400" y="67"/>
                      <a:pt x="399" y="65"/>
                      <a:pt x="398" y="63"/>
                    </a:cubicBezTo>
                    <a:cubicBezTo>
                      <a:pt x="397" y="62"/>
                      <a:pt x="395" y="60"/>
                      <a:pt x="393" y="59"/>
                    </a:cubicBezTo>
                    <a:cubicBezTo>
                      <a:pt x="389" y="56"/>
                      <a:pt x="384" y="54"/>
                      <a:pt x="379" y="54"/>
                    </a:cubicBezTo>
                    <a:cubicBezTo>
                      <a:pt x="376" y="55"/>
                      <a:pt x="372" y="55"/>
                      <a:pt x="370" y="58"/>
                    </a:cubicBezTo>
                    <a:cubicBezTo>
                      <a:pt x="368" y="59"/>
                      <a:pt x="367" y="62"/>
                      <a:pt x="367" y="64"/>
                    </a:cubicBezTo>
                    <a:cubicBezTo>
                      <a:pt x="367" y="66"/>
                      <a:pt x="367" y="69"/>
                      <a:pt x="367" y="71"/>
                    </a:cubicBezTo>
                    <a:cubicBezTo>
                      <a:pt x="367" y="73"/>
                      <a:pt x="367" y="75"/>
                      <a:pt x="367" y="77"/>
                    </a:cubicBezTo>
                    <a:cubicBezTo>
                      <a:pt x="368" y="78"/>
                      <a:pt x="369" y="80"/>
                      <a:pt x="369" y="82"/>
                    </a:cubicBezTo>
                    <a:cubicBezTo>
                      <a:pt x="370" y="83"/>
                      <a:pt x="371" y="85"/>
                      <a:pt x="371" y="86"/>
                    </a:cubicBezTo>
                    <a:cubicBezTo>
                      <a:pt x="373" y="89"/>
                      <a:pt x="375" y="93"/>
                      <a:pt x="377" y="95"/>
                    </a:cubicBezTo>
                    <a:cubicBezTo>
                      <a:pt x="379" y="99"/>
                      <a:pt x="381" y="102"/>
                      <a:pt x="383" y="105"/>
                    </a:cubicBezTo>
                    <a:cubicBezTo>
                      <a:pt x="384" y="109"/>
                      <a:pt x="385" y="113"/>
                      <a:pt x="388" y="115"/>
                    </a:cubicBezTo>
                    <a:cubicBezTo>
                      <a:pt x="391" y="116"/>
                      <a:pt x="395" y="116"/>
                      <a:pt x="398" y="117"/>
                    </a:cubicBezTo>
                    <a:cubicBezTo>
                      <a:pt x="400" y="117"/>
                      <a:pt x="404" y="119"/>
                      <a:pt x="403" y="121"/>
                    </a:cubicBezTo>
                    <a:cubicBezTo>
                      <a:pt x="403" y="124"/>
                      <a:pt x="399" y="123"/>
                      <a:pt x="397" y="123"/>
                    </a:cubicBezTo>
                    <a:cubicBezTo>
                      <a:pt x="394" y="122"/>
                      <a:pt x="390" y="122"/>
                      <a:pt x="387" y="123"/>
                    </a:cubicBezTo>
                    <a:cubicBezTo>
                      <a:pt x="386" y="123"/>
                      <a:pt x="385" y="124"/>
                      <a:pt x="384" y="125"/>
                    </a:cubicBezTo>
                    <a:cubicBezTo>
                      <a:pt x="384" y="126"/>
                      <a:pt x="383" y="127"/>
                      <a:pt x="384" y="128"/>
                    </a:cubicBezTo>
                    <a:cubicBezTo>
                      <a:pt x="384" y="131"/>
                      <a:pt x="384" y="135"/>
                      <a:pt x="384" y="138"/>
                    </a:cubicBezTo>
                    <a:cubicBezTo>
                      <a:pt x="384" y="141"/>
                      <a:pt x="384" y="144"/>
                      <a:pt x="383" y="147"/>
                    </a:cubicBezTo>
                    <a:cubicBezTo>
                      <a:pt x="383" y="150"/>
                      <a:pt x="382" y="152"/>
                      <a:pt x="380" y="154"/>
                    </a:cubicBezTo>
                    <a:cubicBezTo>
                      <a:pt x="379" y="157"/>
                      <a:pt x="377" y="159"/>
                      <a:pt x="375" y="161"/>
                    </a:cubicBezTo>
                    <a:cubicBezTo>
                      <a:pt x="373" y="163"/>
                      <a:pt x="370" y="165"/>
                      <a:pt x="368" y="167"/>
                    </a:cubicBezTo>
                    <a:cubicBezTo>
                      <a:pt x="366" y="169"/>
                      <a:pt x="363" y="171"/>
                      <a:pt x="360" y="172"/>
                    </a:cubicBezTo>
                    <a:cubicBezTo>
                      <a:pt x="356" y="173"/>
                      <a:pt x="352" y="174"/>
                      <a:pt x="349" y="175"/>
                    </a:cubicBezTo>
                    <a:cubicBezTo>
                      <a:pt x="347" y="175"/>
                      <a:pt x="345" y="175"/>
                      <a:pt x="343" y="176"/>
                    </a:cubicBezTo>
                    <a:cubicBezTo>
                      <a:pt x="342" y="176"/>
                      <a:pt x="340" y="175"/>
                      <a:pt x="339" y="175"/>
                    </a:cubicBezTo>
                    <a:cubicBezTo>
                      <a:pt x="337" y="173"/>
                      <a:pt x="341" y="171"/>
                      <a:pt x="342" y="170"/>
                    </a:cubicBezTo>
                    <a:cubicBezTo>
                      <a:pt x="345" y="169"/>
                      <a:pt x="348" y="168"/>
                      <a:pt x="351" y="167"/>
                    </a:cubicBezTo>
                    <a:cubicBezTo>
                      <a:pt x="353" y="166"/>
                      <a:pt x="355" y="166"/>
                      <a:pt x="357" y="165"/>
                    </a:cubicBezTo>
                    <a:cubicBezTo>
                      <a:pt x="360" y="163"/>
                      <a:pt x="362" y="161"/>
                      <a:pt x="365" y="159"/>
                    </a:cubicBezTo>
                    <a:cubicBezTo>
                      <a:pt x="366" y="158"/>
                      <a:pt x="368" y="157"/>
                      <a:pt x="369" y="157"/>
                    </a:cubicBezTo>
                    <a:cubicBezTo>
                      <a:pt x="370" y="156"/>
                      <a:pt x="370" y="156"/>
                      <a:pt x="370" y="156"/>
                    </a:cubicBezTo>
                    <a:cubicBezTo>
                      <a:pt x="371" y="155"/>
                      <a:pt x="371" y="154"/>
                      <a:pt x="371" y="154"/>
                    </a:cubicBezTo>
                    <a:cubicBezTo>
                      <a:pt x="372" y="152"/>
                      <a:pt x="373" y="151"/>
                      <a:pt x="373" y="149"/>
                    </a:cubicBezTo>
                    <a:cubicBezTo>
                      <a:pt x="374" y="147"/>
                      <a:pt x="374" y="145"/>
                      <a:pt x="374" y="144"/>
                    </a:cubicBezTo>
                    <a:cubicBezTo>
                      <a:pt x="374" y="142"/>
                      <a:pt x="374" y="140"/>
                      <a:pt x="374" y="139"/>
                    </a:cubicBezTo>
                    <a:cubicBezTo>
                      <a:pt x="374" y="138"/>
                      <a:pt x="373" y="136"/>
                      <a:pt x="373" y="136"/>
                    </a:cubicBezTo>
                    <a:cubicBezTo>
                      <a:pt x="372" y="136"/>
                      <a:pt x="372" y="136"/>
                      <a:pt x="371" y="136"/>
                    </a:cubicBezTo>
                    <a:cubicBezTo>
                      <a:pt x="370" y="137"/>
                      <a:pt x="370" y="138"/>
                      <a:pt x="369" y="138"/>
                    </a:cubicBezTo>
                    <a:cubicBezTo>
                      <a:pt x="367" y="140"/>
                      <a:pt x="365" y="142"/>
                      <a:pt x="363" y="145"/>
                    </a:cubicBezTo>
                    <a:cubicBezTo>
                      <a:pt x="361" y="147"/>
                      <a:pt x="359" y="148"/>
                      <a:pt x="357" y="150"/>
                    </a:cubicBezTo>
                    <a:cubicBezTo>
                      <a:pt x="354" y="151"/>
                      <a:pt x="351" y="152"/>
                      <a:pt x="349" y="154"/>
                    </a:cubicBezTo>
                    <a:cubicBezTo>
                      <a:pt x="348" y="155"/>
                      <a:pt x="346" y="156"/>
                      <a:pt x="345" y="157"/>
                    </a:cubicBezTo>
                    <a:cubicBezTo>
                      <a:pt x="344" y="158"/>
                      <a:pt x="343" y="158"/>
                      <a:pt x="342" y="159"/>
                    </a:cubicBezTo>
                    <a:cubicBezTo>
                      <a:pt x="341" y="159"/>
                      <a:pt x="341" y="158"/>
                      <a:pt x="342" y="157"/>
                    </a:cubicBezTo>
                    <a:cubicBezTo>
                      <a:pt x="342" y="156"/>
                      <a:pt x="343" y="156"/>
                      <a:pt x="343" y="156"/>
                    </a:cubicBezTo>
                    <a:cubicBezTo>
                      <a:pt x="344" y="155"/>
                      <a:pt x="345" y="154"/>
                      <a:pt x="345" y="154"/>
                    </a:cubicBezTo>
                    <a:cubicBezTo>
                      <a:pt x="346" y="152"/>
                      <a:pt x="348" y="150"/>
                      <a:pt x="350" y="149"/>
                    </a:cubicBezTo>
                    <a:cubicBezTo>
                      <a:pt x="351" y="148"/>
                      <a:pt x="352" y="147"/>
                      <a:pt x="353" y="146"/>
                    </a:cubicBezTo>
                    <a:cubicBezTo>
                      <a:pt x="354" y="145"/>
                      <a:pt x="355" y="144"/>
                      <a:pt x="356" y="143"/>
                    </a:cubicBezTo>
                    <a:cubicBezTo>
                      <a:pt x="358" y="140"/>
                      <a:pt x="360" y="138"/>
                      <a:pt x="362" y="135"/>
                    </a:cubicBezTo>
                    <a:cubicBezTo>
                      <a:pt x="364" y="134"/>
                      <a:pt x="366" y="132"/>
                      <a:pt x="367" y="129"/>
                    </a:cubicBezTo>
                    <a:cubicBezTo>
                      <a:pt x="367" y="127"/>
                      <a:pt x="368" y="124"/>
                      <a:pt x="366" y="123"/>
                    </a:cubicBezTo>
                    <a:cubicBezTo>
                      <a:pt x="365" y="122"/>
                      <a:pt x="362" y="123"/>
                      <a:pt x="361" y="122"/>
                    </a:cubicBezTo>
                    <a:cubicBezTo>
                      <a:pt x="360" y="121"/>
                      <a:pt x="363" y="118"/>
                      <a:pt x="364" y="117"/>
                    </a:cubicBezTo>
                    <a:cubicBezTo>
                      <a:pt x="365" y="116"/>
                      <a:pt x="366" y="116"/>
                      <a:pt x="367" y="114"/>
                    </a:cubicBezTo>
                    <a:cubicBezTo>
                      <a:pt x="368" y="114"/>
                      <a:pt x="369" y="113"/>
                      <a:pt x="369" y="112"/>
                    </a:cubicBezTo>
                    <a:cubicBezTo>
                      <a:pt x="368" y="110"/>
                      <a:pt x="366" y="110"/>
                      <a:pt x="365" y="110"/>
                    </a:cubicBezTo>
                    <a:cubicBezTo>
                      <a:pt x="363" y="110"/>
                      <a:pt x="362" y="110"/>
                      <a:pt x="362" y="109"/>
                    </a:cubicBezTo>
                    <a:cubicBezTo>
                      <a:pt x="362" y="108"/>
                      <a:pt x="363" y="106"/>
                      <a:pt x="362" y="105"/>
                    </a:cubicBezTo>
                    <a:cubicBezTo>
                      <a:pt x="360" y="103"/>
                      <a:pt x="357" y="109"/>
                      <a:pt x="356" y="110"/>
                    </a:cubicBezTo>
                    <a:cubicBezTo>
                      <a:pt x="355" y="111"/>
                      <a:pt x="353" y="113"/>
                      <a:pt x="351" y="115"/>
                    </a:cubicBezTo>
                    <a:cubicBezTo>
                      <a:pt x="349" y="117"/>
                      <a:pt x="348" y="119"/>
                      <a:pt x="346" y="121"/>
                    </a:cubicBezTo>
                    <a:cubicBezTo>
                      <a:pt x="344" y="124"/>
                      <a:pt x="342" y="126"/>
                      <a:pt x="339" y="128"/>
                    </a:cubicBezTo>
                    <a:cubicBezTo>
                      <a:pt x="339" y="129"/>
                      <a:pt x="335" y="132"/>
                      <a:pt x="334" y="130"/>
                    </a:cubicBezTo>
                    <a:cubicBezTo>
                      <a:pt x="334" y="129"/>
                      <a:pt x="335" y="127"/>
                      <a:pt x="335" y="127"/>
                    </a:cubicBezTo>
                    <a:cubicBezTo>
                      <a:pt x="336" y="125"/>
                      <a:pt x="337" y="125"/>
                      <a:pt x="339" y="124"/>
                    </a:cubicBezTo>
                    <a:cubicBezTo>
                      <a:pt x="341" y="121"/>
                      <a:pt x="343" y="119"/>
                      <a:pt x="345" y="116"/>
                    </a:cubicBezTo>
                    <a:cubicBezTo>
                      <a:pt x="345" y="115"/>
                      <a:pt x="346" y="114"/>
                      <a:pt x="345" y="113"/>
                    </a:cubicBezTo>
                    <a:cubicBezTo>
                      <a:pt x="345" y="113"/>
                      <a:pt x="344" y="113"/>
                      <a:pt x="344" y="113"/>
                    </a:cubicBezTo>
                    <a:cubicBezTo>
                      <a:pt x="343" y="113"/>
                      <a:pt x="342" y="114"/>
                      <a:pt x="341" y="115"/>
                    </a:cubicBezTo>
                    <a:cubicBezTo>
                      <a:pt x="340" y="116"/>
                      <a:pt x="339" y="117"/>
                      <a:pt x="338" y="118"/>
                    </a:cubicBezTo>
                    <a:cubicBezTo>
                      <a:pt x="337" y="119"/>
                      <a:pt x="336" y="120"/>
                      <a:pt x="335" y="121"/>
                    </a:cubicBezTo>
                    <a:cubicBezTo>
                      <a:pt x="334" y="121"/>
                      <a:pt x="333" y="122"/>
                      <a:pt x="332" y="122"/>
                    </a:cubicBezTo>
                    <a:cubicBezTo>
                      <a:pt x="332" y="121"/>
                      <a:pt x="334" y="118"/>
                      <a:pt x="335" y="118"/>
                    </a:cubicBezTo>
                    <a:cubicBezTo>
                      <a:pt x="336" y="116"/>
                      <a:pt x="337" y="115"/>
                      <a:pt x="339" y="114"/>
                    </a:cubicBezTo>
                    <a:cubicBezTo>
                      <a:pt x="341" y="113"/>
                      <a:pt x="344" y="111"/>
                      <a:pt x="346" y="109"/>
                    </a:cubicBezTo>
                    <a:cubicBezTo>
                      <a:pt x="347" y="108"/>
                      <a:pt x="347" y="107"/>
                      <a:pt x="348" y="106"/>
                    </a:cubicBezTo>
                    <a:cubicBezTo>
                      <a:pt x="348" y="105"/>
                      <a:pt x="348" y="104"/>
                      <a:pt x="348" y="103"/>
                    </a:cubicBezTo>
                    <a:cubicBezTo>
                      <a:pt x="347" y="103"/>
                      <a:pt x="347" y="104"/>
                      <a:pt x="346" y="104"/>
                    </a:cubicBezTo>
                    <a:cubicBezTo>
                      <a:pt x="345" y="104"/>
                      <a:pt x="345" y="104"/>
                      <a:pt x="345" y="105"/>
                    </a:cubicBezTo>
                    <a:cubicBezTo>
                      <a:pt x="344" y="106"/>
                      <a:pt x="343" y="107"/>
                      <a:pt x="342" y="108"/>
                    </a:cubicBezTo>
                    <a:cubicBezTo>
                      <a:pt x="341" y="108"/>
                      <a:pt x="341" y="109"/>
                      <a:pt x="340" y="109"/>
                    </a:cubicBezTo>
                    <a:cubicBezTo>
                      <a:pt x="339" y="110"/>
                      <a:pt x="339" y="110"/>
                      <a:pt x="338" y="111"/>
                    </a:cubicBezTo>
                    <a:cubicBezTo>
                      <a:pt x="337" y="111"/>
                      <a:pt x="335" y="111"/>
                      <a:pt x="335" y="110"/>
                    </a:cubicBezTo>
                    <a:cubicBezTo>
                      <a:pt x="335" y="109"/>
                      <a:pt x="335" y="108"/>
                      <a:pt x="335" y="108"/>
                    </a:cubicBezTo>
                    <a:cubicBezTo>
                      <a:pt x="335" y="107"/>
                      <a:pt x="336" y="106"/>
                      <a:pt x="337" y="105"/>
                    </a:cubicBezTo>
                    <a:cubicBezTo>
                      <a:pt x="337" y="105"/>
                      <a:pt x="337" y="104"/>
                      <a:pt x="337" y="104"/>
                    </a:cubicBezTo>
                    <a:cubicBezTo>
                      <a:pt x="337" y="104"/>
                      <a:pt x="338" y="104"/>
                      <a:pt x="338" y="104"/>
                    </a:cubicBezTo>
                    <a:cubicBezTo>
                      <a:pt x="338" y="104"/>
                      <a:pt x="338" y="104"/>
                      <a:pt x="338" y="104"/>
                    </a:cubicBezTo>
                    <a:cubicBezTo>
                      <a:pt x="338" y="104"/>
                      <a:pt x="338" y="104"/>
                      <a:pt x="338" y="104"/>
                    </a:cubicBezTo>
                    <a:cubicBezTo>
                      <a:pt x="338" y="104"/>
                      <a:pt x="338" y="104"/>
                      <a:pt x="338" y="104"/>
                    </a:cubicBezTo>
                    <a:cubicBezTo>
                      <a:pt x="338" y="104"/>
                      <a:pt x="338" y="104"/>
                      <a:pt x="338" y="104"/>
                    </a:cubicBezTo>
                    <a:cubicBezTo>
                      <a:pt x="339" y="103"/>
                      <a:pt x="340" y="103"/>
                      <a:pt x="340" y="102"/>
                    </a:cubicBezTo>
                    <a:cubicBezTo>
                      <a:pt x="341" y="102"/>
                      <a:pt x="341" y="102"/>
                      <a:pt x="342" y="102"/>
                    </a:cubicBezTo>
                    <a:cubicBezTo>
                      <a:pt x="342" y="101"/>
                      <a:pt x="342" y="101"/>
                      <a:pt x="343" y="100"/>
                    </a:cubicBezTo>
                    <a:cubicBezTo>
                      <a:pt x="343" y="100"/>
                      <a:pt x="343" y="99"/>
                      <a:pt x="344" y="98"/>
                    </a:cubicBezTo>
                    <a:cubicBezTo>
                      <a:pt x="344" y="98"/>
                      <a:pt x="344" y="97"/>
                      <a:pt x="344" y="97"/>
                    </a:cubicBezTo>
                    <a:cubicBezTo>
                      <a:pt x="341" y="97"/>
                      <a:pt x="340" y="98"/>
                      <a:pt x="338" y="99"/>
                    </a:cubicBezTo>
                    <a:cubicBezTo>
                      <a:pt x="336" y="101"/>
                      <a:pt x="334" y="103"/>
                      <a:pt x="331" y="104"/>
                    </a:cubicBezTo>
                    <a:cubicBezTo>
                      <a:pt x="330" y="104"/>
                      <a:pt x="328" y="104"/>
                      <a:pt x="326" y="104"/>
                    </a:cubicBezTo>
                    <a:cubicBezTo>
                      <a:pt x="325" y="104"/>
                      <a:pt x="323" y="103"/>
                      <a:pt x="323" y="102"/>
                    </a:cubicBezTo>
                    <a:cubicBezTo>
                      <a:pt x="323" y="102"/>
                      <a:pt x="325" y="101"/>
                      <a:pt x="325" y="101"/>
                    </a:cubicBezTo>
                    <a:cubicBezTo>
                      <a:pt x="327" y="101"/>
                      <a:pt x="329" y="100"/>
                      <a:pt x="331" y="100"/>
                    </a:cubicBezTo>
                    <a:cubicBezTo>
                      <a:pt x="333" y="99"/>
                      <a:pt x="334" y="99"/>
                      <a:pt x="336" y="98"/>
                    </a:cubicBezTo>
                    <a:cubicBezTo>
                      <a:pt x="337" y="97"/>
                      <a:pt x="338" y="95"/>
                      <a:pt x="338" y="94"/>
                    </a:cubicBezTo>
                    <a:cubicBezTo>
                      <a:pt x="339" y="93"/>
                      <a:pt x="340" y="91"/>
                      <a:pt x="341" y="90"/>
                    </a:cubicBezTo>
                    <a:cubicBezTo>
                      <a:pt x="342" y="88"/>
                      <a:pt x="343" y="87"/>
                      <a:pt x="344" y="86"/>
                    </a:cubicBezTo>
                    <a:cubicBezTo>
                      <a:pt x="344" y="85"/>
                      <a:pt x="345" y="84"/>
                      <a:pt x="345" y="82"/>
                    </a:cubicBezTo>
                    <a:cubicBezTo>
                      <a:pt x="344" y="81"/>
                      <a:pt x="344" y="81"/>
                      <a:pt x="343" y="80"/>
                    </a:cubicBezTo>
                    <a:cubicBezTo>
                      <a:pt x="341" y="79"/>
                      <a:pt x="339" y="80"/>
                      <a:pt x="337" y="80"/>
                    </a:cubicBezTo>
                    <a:cubicBezTo>
                      <a:pt x="333" y="82"/>
                      <a:pt x="330" y="84"/>
                      <a:pt x="326" y="85"/>
                    </a:cubicBezTo>
                    <a:cubicBezTo>
                      <a:pt x="325" y="85"/>
                      <a:pt x="324" y="85"/>
                      <a:pt x="323" y="84"/>
                    </a:cubicBezTo>
                    <a:cubicBezTo>
                      <a:pt x="323" y="83"/>
                      <a:pt x="324" y="81"/>
                      <a:pt x="325" y="81"/>
                    </a:cubicBezTo>
                    <a:cubicBezTo>
                      <a:pt x="327" y="78"/>
                      <a:pt x="330" y="77"/>
                      <a:pt x="334" y="76"/>
                    </a:cubicBezTo>
                    <a:cubicBezTo>
                      <a:pt x="335" y="75"/>
                      <a:pt x="337" y="75"/>
                      <a:pt x="338" y="74"/>
                    </a:cubicBezTo>
                    <a:cubicBezTo>
                      <a:pt x="339" y="73"/>
                      <a:pt x="339" y="72"/>
                      <a:pt x="340" y="70"/>
                    </a:cubicBezTo>
                    <a:cubicBezTo>
                      <a:pt x="340" y="69"/>
                      <a:pt x="340" y="67"/>
                      <a:pt x="340" y="65"/>
                    </a:cubicBezTo>
                    <a:cubicBezTo>
                      <a:pt x="340" y="64"/>
                      <a:pt x="340" y="62"/>
                      <a:pt x="340" y="60"/>
                    </a:cubicBezTo>
                    <a:cubicBezTo>
                      <a:pt x="340" y="59"/>
                      <a:pt x="340" y="58"/>
                      <a:pt x="339" y="57"/>
                    </a:cubicBezTo>
                    <a:cubicBezTo>
                      <a:pt x="338" y="57"/>
                      <a:pt x="337" y="56"/>
                      <a:pt x="336" y="56"/>
                    </a:cubicBezTo>
                    <a:cubicBezTo>
                      <a:pt x="336" y="55"/>
                      <a:pt x="335" y="55"/>
                      <a:pt x="334" y="54"/>
                    </a:cubicBezTo>
                    <a:cubicBezTo>
                      <a:pt x="334" y="52"/>
                      <a:pt x="334" y="51"/>
                      <a:pt x="334" y="50"/>
                    </a:cubicBezTo>
                    <a:cubicBezTo>
                      <a:pt x="334" y="46"/>
                      <a:pt x="333" y="42"/>
                      <a:pt x="330" y="40"/>
                    </a:cubicBezTo>
                    <a:cubicBezTo>
                      <a:pt x="329" y="38"/>
                      <a:pt x="326" y="36"/>
                      <a:pt x="324" y="35"/>
                    </a:cubicBezTo>
                    <a:cubicBezTo>
                      <a:pt x="321" y="33"/>
                      <a:pt x="318" y="32"/>
                      <a:pt x="315" y="32"/>
                    </a:cubicBezTo>
                    <a:cubicBezTo>
                      <a:pt x="312" y="31"/>
                      <a:pt x="308" y="32"/>
                      <a:pt x="305" y="32"/>
                    </a:cubicBezTo>
                    <a:cubicBezTo>
                      <a:pt x="304" y="32"/>
                      <a:pt x="298" y="33"/>
                      <a:pt x="299" y="35"/>
                    </a:cubicBezTo>
                    <a:cubicBezTo>
                      <a:pt x="299" y="35"/>
                      <a:pt x="300" y="36"/>
                      <a:pt x="300" y="36"/>
                    </a:cubicBezTo>
                    <a:cubicBezTo>
                      <a:pt x="301" y="37"/>
                      <a:pt x="302" y="37"/>
                      <a:pt x="303" y="38"/>
                    </a:cubicBezTo>
                    <a:cubicBezTo>
                      <a:pt x="305" y="40"/>
                      <a:pt x="307" y="41"/>
                      <a:pt x="308" y="43"/>
                    </a:cubicBezTo>
                    <a:cubicBezTo>
                      <a:pt x="311" y="46"/>
                      <a:pt x="313" y="51"/>
                      <a:pt x="311" y="55"/>
                    </a:cubicBezTo>
                    <a:cubicBezTo>
                      <a:pt x="311" y="56"/>
                      <a:pt x="310" y="57"/>
                      <a:pt x="309" y="56"/>
                    </a:cubicBezTo>
                    <a:cubicBezTo>
                      <a:pt x="309" y="55"/>
                      <a:pt x="308" y="54"/>
                      <a:pt x="308" y="53"/>
                    </a:cubicBezTo>
                    <a:cubicBezTo>
                      <a:pt x="307" y="49"/>
                      <a:pt x="305" y="46"/>
                      <a:pt x="303" y="44"/>
                    </a:cubicBezTo>
                    <a:cubicBezTo>
                      <a:pt x="300" y="42"/>
                      <a:pt x="297" y="40"/>
                      <a:pt x="294" y="38"/>
                    </a:cubicBezTo>
                    <a:cubicBezTo>
                      <a:pt x="291" y="37"/>
                      <a:pt x="288" y="37"/>
                      <a:pt x="287" y="40"/>
                    </a:cubicBezTo>
                    <a:cubicBezTo>
                      <a:pt x="287" y="41"/>
                      <a:pt x="287" y="43"/>
                      <a:pt x="288" y="45"/>
                    </a:cubicBezTo>
                    <a:cubicBezTo>
                      <a:pt x="288" y="47"/>
                      <a:pt x="288" y="48"/>
                      <a:pt x="289" y="50"/>
                    </a:cubicBezTo>
                    <a:cubicBezTo>
                      <a:pt x="289" y="54"/>
                      <a:pt x="290" y="57"/>
                      <a:pt x="291" y="60"/>
                    </a:cubicBezTo>
                    <a:cubicBezTo>
                      <a:pt x="293" y="63"/>
                      <a:pt x="296" y="66"/>
                      <a:pt x="297" y="69"/>
                    </a:cubicBezTo>
                    <a:cubicBezTo>
                      <a:pt x="299" y="73"/>
                      <a:pt x="299" y="78"/>
                      <a:pt x="298" y="82"/>
                    </a:cubicBezTo>
                    <a:cubicBezTo>
                      <a:pt x="297" y="83"/>
                      <a:pt x="296" y="85"/>
                      <a:pt x="295" y="85"/>
                    </a:cubicBezTo>
                    <a:cubicBezTo>
                      <a:pt x="294" y="85"/>
                      <a:pt x="294" y="84"/>
                      <a:pt x="293" y="83"/>
                    </a:cubicBezTo>
                    <a:cubicBezTo>
                      <a:pt x="292" y="80"/>
                      <a:pt x="293" y="77"/>
                      <a:pt x="293" y="74"/>
                    </a:cubicBezTo>
                    <a:cubicBezTo>
                      <a:pt x="293" y="71"/>
                      <a:pt x="292" y="68"/>
                      <a:pt x="290" y="66"/>
                    </a:cubicBezTo>
                    <a:cubicBezTo>
                      <a:pt x="289" y="64"/>
                      <a:pt x="287" y="63"/>
                      <a:pt x="285" y="61"/>
                    </a:cubicBezTo>
                    <a:cubicBezTo>
                      <a:pt x="283" y="58"/>
                      <a:pt x="282" y="55"/>
                      <a:pt x="280" y="53"/>
                    </a:cubicBezTo>
                    <a:cubicBezTo>
                      <a:pt x="277" y="50"/>
                      <a:pt x="275" y="48"/>
                      <a:pt x="273" y="44"/>
                    </a:cubicBezTo>
                    <a:cubicBezTo>
                      <a:pt x="272" y="44"/>
                      <a:pt x="271" y="42"/>
                      <a:pt x="270" y="42"/>
                    </a:cubicBezTo>
                    <a:cubicBezTo>
                      <a:pt x="270" y="41"/>
                      <a:pt x="269" y="41"/>
                      <a:pt x="268" y="42"/>
                    </a:cubicBezTo>
                    <a:cubicBezTo>
                      <a:pt x="267" y="42"/>
                      <a:pt x="265" y="43"/>
                      <a:pt x="264" y="44"/>
                    </a:cubicBezTo>
                    <a:cubicBezTo>
                      <a:pt x="262" y="45"/>
                      <a:pt x="261" y="45"/>
                      <a:pt x="259" y="46"/>
                    </a:cubicBezTo>
                    <a:cubicBezTo>
                      <a:pt x="258" y="47"/>
                      <a:pt x="257" y="47"/>
                      <a:pt x="256" y="48"/>
                    </a:cubicBezTo>
                    <a:cubicBezTo>
                      <a:pt x="256" y="49"/>
                      <a:pt x="256" y="51"/>
                      <a:pt x="256" y="52"/>
                    </a:cubicBezTo>
                    <a:cubicBezTo>
                      <a:pt x="257" y="55"/>
                      <a:pt x="257" y="58"/>
                      <a:pt x="258" y="61"/>
                    </a:cubicBezTo>
                    <a:cubicBezTo>
                      <a:pt x="258" y="62"/>
                      <a:pt x="258" y="63"/>
                      <a:pt x="259" y="64"/>
                    </a:cubicBezTo>
                    <a:cubicBezTo>
                      <a:pt x="259" y="65"/>
                      <a:pt x="259" y="66"/>
                      <a:pt x="260" y="67"/>
                    </a:cubicBezTo>
                    <a:cubicBezTo>
                      <a:pt x="260" y="68"/>
                      <a:pt x="260" y="69"/>
                      <a:pt x="261" y="70"/>
                    </a:cubicBezTo>
                    <a:cubicBezTo>
                      <a:pt x="261" y="71"/>
                      <a:pt x="262" y="72"/>
                      <a:pt x="262" y="73"/>
                    </a:cubicBezTo>
                    <a:cubicBezTo>
                      <a:pt x="262" y="74"/>
                      <a:pt x="263" y="75"/>
                      <a:pt x="263" y="75"/>
                    </a:cubicBezTo>
                    <a:cubicBezTo>
                      <a:pt x="264" y="78"/>
                      <a:pt x="264" y="80"/>
                      <a:pt x="264" y="82"/>
                    </a:cubicBezTo>
                    <a:cubicBezTo>
                      <a:pt x="265" y="84"/>
                      <a:pt x="264" y="87"/>
                      <a:pt x="265" y="89"/>
                    </a:cubicBezTo>
                    <a:cubicBezTo>
                      <a:pt x="266" y="91"/>
                      <a:pt x="267" y="93"/>
                      <a:pt x="269" y="95"/>
                    </a:cubicBezTo>
                    <a:cubicBezTo>
                      <a:pt x="270" y="97"/>
                      <a:pt x="271" y="100"/>
                      <a:pt x="272" y="103"/>
                    </a:cubicBezTo>
                    <a:cubicBezTo>
                      <a:pt x="272" y="106"/>
                      <a:pt x="274" y="107"/>
                      <a:pt x="276" y="109"/>
                    </a:cubicBezTo>
                    <a:cubicBezTo>
                      <a:pt x="278" y="111"/>
                      <a:pt x="281" y="113"/>
                      <a:pt x="282" y="116"/>
                    </a:cubicBezTo>
                    <a:cubicBezTo>
                      <a:pt x="282" y="117"/>
                      <a:pt x="283" y="120"/>
                      <a:pt x="281" y="118"/>
                    </a:cubicBezTo>
                    <a:cubicBezTo>
                      <a:pt x="278" y="116"/>
                      <a:pt x="277" y="113"/>
                      <a:pt x="275" y="111"/>
                    </a:cubicBezTo>
                    <a:cubicBezTo>
                      <a:pt x="273" y="110"/>
                      <a:pt x="270" y="109"/>
                      <a:pt x="268" y="107"/>
                    </a:cubicBezTo>
                    <a:cubicBezTo>
                      <a:pt x="267" y="105"/>
                      <a:pt x="267" y="101"/>
                      <a:pt x="266" y="99"/>
                    </a:cubicBezTo>
                    <a:cubicBezTo>
                      <a:pt x="265" y="96"/>
                      <a:pt x="262" y="95"/>
                      <a:pt x="260" y="95"/>
                    </a:cubicBezTo>
                    <a:cubicBezTo>
                      <a:pt x="257" y="94"/>
                      <a:pt x="256" y="92"/>
                      <a:pt x="255" y="89"/>
                    </a:cubicBezTo>
                    <a:cubicBezTo>
                      <a:pt x="254" y="86"/>
                      <a:pt x="254" y="84"/>
                      <a:pt x="252" y="81"/>
                    </a:cubicBezTo>
                    <a:cubicBezTo>
                      <a:pt x="251" y="79"/>
                      <a:pt x="249" y="76"/>
                      <a:pt x="248" y="74"/>
                    </a:cubicBezTo>
                    <a:cubicBezTo>
                      <a:pt x="246" y="71"/>
                      <a:pt x="243" y="68"/>
                      <a:pt x="240" y="68"/>
                    </a:cubicBezTo>
                    <a:cubicBezTo>
                      <a:pt x="237" y="67"/>
                      <a:pt x="236" y="69"/>
                      <a:pt x="234" y="71"/>
                    </a:cubicBezTo>
                    <a:cubicBezTo>
                      <a:pt x="231" y="75"/>
                      <a:pt x="227" y="78"/>
                      <a:pt x="226" y="84"/>
                    </a:cubicBezTo>
                    <a:cubicBezTo>
                      <a:pt x="226" y="86"/>
                      <a:pt x="226" y="88"/>
                      <a:pt x="227" y="90"/>
                    </a:cubicBezTo>
                    <a:cubicBezTo>
                      <a:pt x="227" y="93"/>
                      <a:pt x="226" y="95"/>
                      <a:pt x="227" y="97"/>
                    </a:cubicBezTo>
                    <a:cubicBezTo>
                      <a:pt x="227" y="102"/>
                      <a:pt x="231" y="105"/>
                      <a:pt x="234" y="108"/>
                    </a:cubicBezTo>
                    <a:cubicBezTo>
                      <a:pt x="237" y="112"/>
                      <a:pt x="241" y="115"/>
                      <a:pt x="245" y="119"/>
                    </a:cubicBezTo>
                    <a:cubicBezTo>
                      <a:pt x="248" y="123"/>
                      <a:pt x="250" y="127"/>
                      <a:pt x="255" y="129"/>
                    </a:cubicBezTo>
                    <a:cubicBezTo>
                      <a:pt x="259" y="131"/>
                      <a:pt x="263" y="133"/>
                      <a:pt x="268" y="134"/>
                    </a:cubicBezTo>
                    <a:cubicBezTo>
                      <a:pt x="270" y="134"/>
                      <a:pt x="273" y="134"/>
                      <a:pt x="275" y="136"/>
                    </a:cubicBezTo>
                    <a:cubicBezTo>
                      <a:pt x="277" y="137"/>
                      <a:pt x="276" y="138"/>
                      <a:pt x="274" y="139"/>
                    </a:cubicBezTo>
                    <a:cubicBezTo>
                      <a:pt x="272" y="140"/>
                      <a:pt x="270" y="141"/>
                      <a:pt x="269" y="142"/>
                    </a:cubicBezTo>
                    <a:cubicBezTo>
                      <a:pt x="267" y="144"/>
                      <a:pt x="266" y="144"/>
                      <a:pt x="265" y="142"/>
                    </a:cubicBezTo>
                    <a:cubicBezTo>
                      <a:pt x="263" y="141"/>
                      <a:pt x="261" y="139"/>
                      <a:pt x="258" y="138"/>
                    </a:cubicBezTo>
                    <a:cubicBezTo>
                      <a:pt x="256" y="137"/>
                      <a:pt x="253" y="137"/>
                      <a:pt x="251" y="135"/>
                    </a:cubicBezTo>
                    <a:cubicBezTo>
                      <a:pt x="249" y="134"/>
                      <a:pt x="248" y="132"/>
                      <a:pt x="246" y="131"/>
                    </a:cubicBezTo>
                    <a:cubicBezTo>
                      <a:pt x="244" y="129"/>
                      <a:pt x="241" y="129"/>
                      <a:pt x="239" y="130"/>
                    </a:cubicBezTo>
                    <a:cubicBezTo>
                      <a:pt x="235" y="132"/>
                      <a:pt x="235" y="138"/>
                      <a:pt x="237" y="141"/>
                    </a:cubicBezTo>
                    <a:cubicBezTo>
                      <a:pt x="239" y="146"/>
                      <a:pt x="246" y="147"/>
                      <a:pt x="247" y="152"/>
                    </a:cubicBezTo>
                    <a:cubicBezTo>
                      <a:pt x="246" y="152"/>
                      <a:pt x="244" y="152"/>
                      <a:pt x="243" y="152"/>
                    </a:cubicBezTo>
                    <a:cubicBezTo>
                      <a:pt x="242" y="152"/>
                      <a:pt x="241" y="152"/>
                      <a:pt x="240" y="152"/>
                    </a:cubicBezTo>
                    <a:cubicBezTo>
                      <a:pt x="238" y="153"/>
                      <a:pt x="238" y="154"/>
                      <a:pt x="237" y="154"/>
                    </a:cubicBezTo>
                    <a:cubicBezTo>
                      <a:pt x="236" y="155"/>
                      <a:pt x="236" y="157"/>
                      <a:pt x="234" y="157"/>
                    </a:cubicBezTo>
                    <a:cubicBezTo>
                      <a:pt x="233" y="157"/>
                      <a:pt x="232" y="155"/>
                      <a:pt x="232" y="154"/>
                    </a:cubicBezTo>
                    <a:cubicBezTo>
                      <a:pt x="231" y="153"/>
                      <a:pt x="231" y="151"/>
                      <a:pt x="230" y="150"/>
                    </a:cubicBezTo>
                    <a:cubicBezTo>
                      <a:pt x="229" y="149"/>
                      <a:pt x="228" y="150"/>
                      <a:pt x="228" y="151"/>
                    </a:cubicBezTo>
                    <a:cubicBezTo>
                      <a:pt x="227" y="153"/>
                      <a:pt x="226" y="156"/>
                      <a:pt x="224" y="154"/>
                    </a:cubicBezTo>
                    <a:cubicBezTo>
                      <a:pt x="223" y="153"/>
                      <a:pt x="222" y="152"/>
                      <a:pt x="221" y="151"/>
                    </a:cubicBezTo>
                    <a:cubicBezTo>
                      <a:pt x="220" y="151"/>
                      <a:pt x="218" y="150"/>
                      <a:pt x="217" y="149"/>
                    </a:cubicBezTo>
                    <a:cubicBezTo>
                      <a:pt x="215" y="148"/>
                      <a:pt x="216" y="145"/>
                      <a:pt x="218" y="143"/>
                    </a:cubicBezTo>
                    <a:cubicBezTo>
                      <a:pt x="220" y="141"/>
                      <a:pt x="223" y="139"/>
                      <a:pt x="224" y="135"/>
                    </a:cubicBezTo>
                    <a:cubicBezTo>
                      <a:pt x="225" y="133"/>
                      <a:pt x="226" y="130"/>
                      <a:pt x="225" y="128"/>
                    </a:cubicBezTo>
                    <a:cubicBezTo>
                      <a:pt x="224" y="127"/>
                      <a:pt x="223" y="126"/>
                      <a:pt x="222" y="125"/>
                    </a:cubicBezTo>
                    <a:cubicBezTo>
                      <a:pt x="220" y="124"/>
                      <a:pt x="219" y="123"/>
                      <a:pt x="218" y="121"/>
                    </a:cubicBezTo>
                    <a:cubicBezTo>
                      <a:pt x="216" y="118"/>
                      <a:pt x="216" y="114"/>
                      <a:pt x="214" y="111"/>
                    </a:cubicBezTo>
                    <a:cubicBezTo>
                      <a:pt x="213" y="107"/>
                      <a:pt x="211" y="105"/>
                      <a:pt x="210" y="101"/>
                    </a:cubicBezTo>
                    <a:cubicBezTo>
                      <a:pt x="209" y="98"/>
                      <a:pt x="208" y="95"/>
                      <a:pt x="206" y="92"/>
                    </a:cubicBezTo>
                    <a:cubicBezTo>
                      <a:pt x="204" y="89"/>
                      <a:pt x="203" y="86"/>
                      <a:pt x="202" y="83"/>
                    </a:cubicBezTo>
                    <a:cubicBezTo>
                      <a:pt x="201" y="81"/>
                      <a:pt x="200" y="77"/>
                      <a:pt x="197" y="76"/>
                    </a:cubicBezTo>
                    <a:cubicBezTo>
                      <a:pt x="194" y="76"/>
                      <a:pt x="192" y="78"/>
                      <a:pt x="190" y="79"/>
                    </a:cubicBezTo>
                    <a:cubicBezTo>
                      <a:pt x="188" y="81"/>
                      <a:pt x="186" y="82"/>
                      <a:pt x="186" y="85"/>
                    </a:cubicBezTo>
                    <a:cubicBezTo>
                      <a:pt x="185" y="89"/>
                      <a:pt x="185" y="93"/>
                      <a:pt x="185" y="96"/>
                    </a:cubicBezTo>
                    <a:cubicBezTo>
                      <a:pt x="185" y="100"/>
                      <a:pt x="184" y="103"/>
                      <a:pt x="184" y="107"/>
                    </a:cubicBezTo>
                    <a:cubicBezTo>
                      <a:pt x="184" y="110"/>
                      <a:pt x="184" y="112"/>
                      <a:pt x="186" y="114"/>
                    </a:cubicBezTo>
                    <a:cubicBezTo>
                      <a:pt x="187" y="115"/>
                      <a:pt x="187" y="116"/>
                      <a:pt x="188" y="118"/>
                    </a:cubicBezTo>
                    <a:cubicBezTo>
                      <a:pt x="190" y="120"/>
                      <a:pt x="190" y="123"/>
                      <a:pt x="192" y="125"/>
                    </a:cubicBezTo>
                    <a:cubicBezTo>
                      <a:pt x="193" y="128"/>
                      <a:pt x="193" y="131"/>
                      <a:pt x="193" y="134"/>
                    </a:cubicBezTo>
                    <a:cubicBezTo>
                      <a:pt x="193" y="135"/>
                      <a:pt x="193" y="140"/>
                      <a:pt x="190" y="139"/>
                    </a:cubicBezTo>
                    <a:cubicBezTo>
                      <a:pt x="188" y="139"/>
                      <a:pt x="188" y="134"/>
                      <a:pt x="187" y="133"/>
                    </a:cubicBezTo>
                    <a:cubicBezTo>
                      <a:pt x="187" y="130"/>
                      <a:pt x="187" y="127"/>
                      <a:pt x="187" y="124"/>
                    </a:cubicBezTo>
                    <a:cubicBezTo>
                      <a:pt x="186" y="122"/>
                      <a:pt x="184" y="121"/>
                      <a:pt x="182" y="119"/>
                    </a:cubicBezTo>
                    <a:cubicBezTo>
                      <a:pt x="180" y="117"/>
                      <a:pt x="178" y="114"/>
                      <a:pt x="176" y="112"/>
                    </a:cubicBezTo>
                    <a:cubicBezTo>
                      <a:pt x="175" y="110"/>
                      <a:pt x="173" y="109"/>
                      <a:pt x="171" y="110"/>
                    </a:cubicBezTo>
                    <a:cubicBezTo>
                      <a:pt x="169" y="112"/>
                      <a:pt x="168" y="115"/>
                      <a:pt x="168" y="118"/>
                    </a:cubicBezTo>
                    <a:cubicBezTo>
                      <a:pt x="167" y="121"/>
                      <a:pt x="169" y="123"/>
                      <a:pt x="170" y="126"/>
                    </a:cubicBezTo>
                    <a:cubicBezTo>
                      <a:pt x="172" y="128"/>
                      <a:pt x="174" y="131"/>
                      <a:pt x="174" y="134"/>
                    </a:cubicBezTo>
                    <a:cubicBezTo>
                      <a:pt x="175" y="137"/>
                      <a:pt x="175" y="140"/>
                      <a:pt x="175" y="143"/>
                    </a:cubicBezTo>
                    <a:cubicBezTo>
                      <a:pt x="176" y="146"/>
                      <a:pt x="177" y="148"/>
                      <a:pt x="177" y="150"/>
                    </a:cubicBezTo>
                    <a:cubicBezTo>
                      <a:pt x="178" y="152"/>
                      <a:pt x="177" y="154"/>
                      <a:pt x="175" y="155"/>
                    </a:cubicBezTo>
                    <a:cubicBezTo>
                      <a:pt x="173" y="155"/>
                      <a:pt x="171" y="154"/>
                      <a:pt x="170" y="152"/>
                    </a:cubicBezTo>
                    <a:cubicBezTo>
                      <a:pt x="167" y="146"/>
                      <a:pt x="171" y="139"/>
                      <a:pt x="169" y="133"/>
                    </a:cubicBezTo>
                    <a:cubicBezTo>
                      <a:pt x="167" y="127"/>
                      <a:pt x="159" y="126"/>
                      <a:pt x="157" y="121"/>
                    </a:cubicBezTo>
                    <a:cubicBezTo>
                      <a:pt x="156" y="118"/>
                      <a:pt x="157" y="115"/>
                      <a:pt x="157" y="112"/>
                    </a:cubicBezTo>
                    <a:cubicBezTo>
                      <a:pt x="158" y="109"/>
                      <a:pt x="158" y="107"/>
                      <a:pt x="156" y="104"/>
                    </a:cubicBezTo>
                    <a:cubicBezTo>
                      <a:pt x="154" y="102"/>
                      <a:pt x="152" y="99"/>
                      <a:pt x="149" y="97"/>
                    </a:cubicBezTo>
                    <a:cubicBezTo>
                      <a:pt x="148" y="95"/>
                      <a:pt x="146" y="94"/>
                      <a:pt x="144" y="96"/>
                    </a:cubicBezTo>
                    <a:cubicBezTo>
                      <a:pt x="141" y="98"/>
                      <a:pt x="139" y="101"/>
                      <a:pt x="136" y="103"/>
                    </a:cubicBezTo>
                    <a:cubicBezTo>
                      <a:pt x="133" y="105"/>
                      <a:pt x="131" y="107"/>
                      <a:pt x="128" y="109"/>
                    </a:cubicBezTo>
                    <a:cubicBezTo>
                      <a:pt x="125" y="111"/>
                      <a:pt x="123" y="111"/>
                      <a:pt x="119" y="112"/>
                    </a:cubicBezTo>
                    <a:cubicBezTo>
                      <a:pt x="118" y="112"/>
                      <a:pt x="116" y="112"/>
                      <a:pt x="114" y="112"/>
                    </a:cubicBezTo>
                    <a:cubicBezTo>
                      <a:pt x="112" y="112"/>
                      <a:pt x="111" y="112"/>
                      <a:pt x="109" y="112"/>
                    </a:cubicBezTo>
                    <a:cubicBezTo>
                      <a:pt x="106" y="113"/>
                      <a:pt x="110" y="117"/>
                      <a:pt x="111" y="118"/>
                    </a:cubicBezTo>
                    <a:cubicBezTo>
                      <a:pt x="114" y="121"/>
                      <a:pt x="117" y="125"/>
                      <a:pt x="121" y="127"/>
                    </a:cubicBezTo>
                    <a:cubicBezTo>
                      <a:pt x="124" y="129"/>
                      <a:pt x="127" y="129"/>
                      <a:pt x="130" y="129"/>
                    </a:cubicBezTo>
                    <a:cubicBezTo>
                      <a:pt x="134" y="130"/>
                      <a:pt x="136" y="132"/>
                      <a:pt x="138" y="135"/>
                    </a:cubicBezTo>
                    <a:cubicBezTo>
                      <a:pt x="139" y="139"/>
                      <a:pt x="140" y="142"/>
                      <a:pt x="142" y="145"/>
                    </a:cubicBezTo>
                    <a:cubicBezTo>
                      <a:pt x="144" y="148"/>
                      <a:pt x="147" y="149"/>
                      <a:pt x="149" y="151"/>
                    </a:cubicBezTo>
                    <a:cubicBezTo>
                      <a:pt x="152" y="154"/>
                      <a:pt x="152" y="157"/>
                      <a:pt x="151" y="160"/>
                    </a:cubicBezTo>
                    <a:cubicBezTo>
                      <a:pt x="150" y="162"/>
                      <a:pt x="148" y="165"/>
                      <a:pt x="148" y="168"/>
                    </a:cubicBezTo>
                    <a:cubicBezTo>
                      <a:pt x="148" y="170"/>
                      <a:pt x="151" y="172"/>
                      <a:pt x="153" y="172"/>
                    </a:cubicBezTo>
                    <a:cubicBezTo>
                      <a:pt x="156" y="174"/>
                      <a:pt x="159" y="174"/>
                      <a:pt x="162" y="175"/>
                    </a:cubicBezTo>
                    <a:cubicBezTo>
                      <a:pt x="166" y="177"/>
                      <a:pt x="174" y="181"/>
                      <a:pt x="177" y="176"/>
                    </a:cubicBezTo>
                    <a:cubicBezTo>
                      <a:pt x="178" y="175"/>
                      <a:pt x="179" y="171"/>
                      <a:pt x="181" y="171"/>
                    </a:cubicBezTo>
                    <a:cubicBezTo>
                      <a:pt x="182" y="171"/>
                      <a:pt x="183" y="172"/>
                      <a:pt x="184" y="173"/>
                    </a:cubicBezTo>
                    <a:cubicBezTo>
                      <a:pt x="184" y="173"/>
                      <a:pt x="185" y="174"/>
                      <a:pt x="186" y="175"/>
                    </a:cubicBezTo>
                    <a:cubicBezTo>
                      <a:pt x="186" y="175"/>
                      <a:pt x="186" y="175"/>
                      <a:pt x="186" y="176"/>
                    </a:cubicBezTo>
                    <a:cubicBezTo>
                      <a:pt x="187" y="176"/>
                      <a:pt x="187" y="176"/>
                      <a:pt x="187" y="177"/>
                    </a:cubicBezTo>
                    <a:cubicBezTo>
                      <a:pt x="187" y="178"/>
                      <a:pt x="188" y="178"/>
                      <a:pt x="189" y="179"/>
                    </a:cubicBezTo>
                    <a:cubicBezTo>
                      <a:pt x="189" y="179"/>
                      <a:pt x="190" y="179"/>
                      <a:pt x="190" y="180"/>
                    </a:cubicBezTo>
                    <a:cubicBezTo>
                      <a:pt x="191" y="180"/>
                      <a:pt x="192" y="181"/>
                      <a:pt x="193" y="181"/>
                    </a:cubicBezTo>
                    <a:cubicBezTo>
                      <a:pt x="193" y="182"/>
                      <a:pt x="194" y="182"/>
                      <a:pt x="195" y="182"/>
                    </a:cubicBezTo>
                    <a:cubicBezTo>
                      <a:pt x="195" y="183"/>
                      <a:pt x="196" y="183"/>
                      <a:pt x="196" y="183"/>
                    </a:cubicBezTo>
                    <a:cubicBezTo>
                      <a:pt x="197" y="184"/>
                      <a:pt x="197" y="184"/>
                      <a:pt x="198" y="184"/>
                    </a:cubicBezTo>
                    <a:cubicBezTo>
                      <a:pt x="199" y="183"/>
                      <a:pt x="200" y="183"/>
                      <a:pt x="200" y="184"/>
                    </a:cubicBezTo>
                    <a:cubicBezTo>
                      <a:pt x="203" y="184"/>
                      <a:pt x="206" y="187"/>
                      <a:pt x="209" y="186"/>
                    </a:cubicBezTo>
                    <a:cubicBezTo>
                      <a:pt x="210" y="186"/>
                      <a:pt x="210" y="185"/>
                      <a:pt x="211" y="186"/>
                    </a:cubicBezTo>
                    <a:cubicBezTo>
                      <a:pt x="211" y="186"/>
                      <a:pt x="212" y="186"/>
                      <a:pt x="212" y="187"/>
                    </a:cubicBezTo>
                    <a:cubicBezTo>
                      <a:pt x="214" y="189"/>
                      <a:pt x="216" y="191"/>
                      <a:pt x="217" y="193"/>
                    </a:cubicBezTo>
                    <a:cubicBezTo>
                      <a:pt x="218" y="193"/>
                      <a:pt x="219" y="194"/>
                      <a:pt x="219" y="195"/>
                    </a:cubicBezTo>
                    <a:cubicBezTo>
                      <a:pt x="219" y="196"/>
                      <a:pt x="220" y="196"/>
                      <a:pt x="221" y="197"/>
                    </a:cubicBezTo>
                    <a:cubicBezTo>
                      <a:pt x="222" y="197"/>
                      <a:pt x="224" y="198"/>
                      <a:pt x="225" y="198"/>
                    </a:cubicBezTo>
                    <a:cubicBezTo>
                      <a:pt x="226" y="198"/>
                      <a:pt x="227" y="199"/>
                      <a:pt x="228" y="199"/>
                    </a:cubicBezTo>
                    <a:cubicBezTo>
                      <a:pt x="229" y="198"/>
                      <a:pt x="229" y="198"/>
                      <a:pt x="230" y="197"/>
                    </a:cubicBezTo>
                    <a:cubicBezTo>
                      <a:pt x="230" y="197"/>
                      <a:pt x="231" y="196"/>
                      <a:pt x="232" y="196"/>
                    </a:cubicBezTo>
                    <a:cubicBezTo>
                      <a:pt x="233" y="195"/>
                      <a:pt x="234" y="194"/>
                      <a:pt x="235" y="192"/>
                    </a:cubicBezTo>
                    <a:cubicBezTo>
                      <a:pt x="236" y="191"/>
                      <a:pt x="237" y="189"/>
                      <a:pt x="238" y="188"/>
                    </a:cubicBezTo>
                    <a:cubicBezTo>
                      <a:pt x="240" y="186"/>
                      <a:pt x="243" y="183"/>
                      <a:pt x="247" y="184"/>
                    </a:cubicBezTo>
                    <a:cubicBezTo>
                      <a:pt x="249" y="185"/>
                      <a:pt x="248" y="187"/>
                      <a:pt x="248" y="188"/>
                    </a:cubicBezTo>
                    <a:cubicBezTo>
                      <a:pt x="247" y="190"/>
                      <a:pt x="245" y="193"/>
                      <a:pt x="248" y="195"/>
                    </a:cubicBezTo>
                    <a:cubicBezTo>
                      <a:pt x="248" y="196"/>
                      <a:pt x="249" y="196"/>
                      <a:pt x="250" y="197"/>
                    </a:cubicBezTo>
                    <a:cubicBezTo>
                      <a:pt x="251" y="198"/>
                      <a:pt x="251" y="198"/>
                      <a:pt x="251" y="198"/>
                    </a:cubicBezTo>
                    <a:cubicBezTo>
                      <a:pt x="252" y="198"/>
                      <a:pt x="253" y="199"/>
                      <a:pt x="253" y="199"/>
                    </a:cubicBezTo>
                    <a:cubicBezTo>
                      <a:pt x="254" y="199"/>
                      <a:pt x="254" y="199"/>
                      <a:pt x="255" y="199"/>
                    </a:cubicBezTo>
                    <a:cubicBezTo>
                      <a:pt x="256" y="199"/>
                      <a:pt x="258" y="198"/>
                      <a:pt x="259" y="198"/>
                    </a:cubicBezTo>
                    <a:cubicBezTo>
                      <a:pt x="261" y="197"/>
                      <a:pt x="262" y="196"/>
                      <a:pt x="263" y="194"/>
                    </a:cubicBezTo>
                    <a:cubicBezTo>
                      <a:pt x="265" y="193"/>
                      <a:pt x="266" y="193"/>
                      <a:pt x="267" y="192"/>
                    </a:cubicBezTo>
                    <a:cubicBezTo>
                      <a:pt x="268" y="192"/>
                      <a:pt x="269" y="191"/>
                      <a:pt x="270" y="191"/>
                    </a:cubicBezTo>
                    <a:cubicBezTo>
                      <a:pt x="270" y="193"/>
                      <a:pt x="269" y="195"/>
                      <a:pt x="269" y="196"/>
                    </a:cubicBezTo>
                    <a:cubicBezTo>
                      <a:pt x="269" y="197"/>
                      <a:pt x="269" y="199"/>
                      <a:pt x="270" y="199"/>
                    </a:cubicBezTo>
                    <a:cubicBezTo>
                      <a:pt x="270" y="199"/>
                      <a:pt x="271" y="199"/>
                      <a:pt x="271" y="199"/>
                    </a:cubicBezTo>
                    <a:cubicBezTo>
                      <a:pt x="272" y="200"/>
                      <a:pt x="273" y="200"/>
                      <a:pt x="274" y="199"/>
                    </a:cubicBezTo>
                    <a:cubicBezTo>
                      <a:pt x="275" y="199"/>
                      <a:pt x="276" y="199"/>
                      <a:pt x="277" y="198"/>
                    </a:cubicBezTo>
                    <a:cubicBezTo>
                      <a:pt x="277" y="197"/>
                      <a:pt x="278" y="196"/>
                      <a:pt x="279" y="195"/>
                    </a:cubicBezTo>
                    <a:cubicBezTo>
                      <a:pt x="279" y="195"/>
                      <a:pt x="280" y="195"/>
                      <a:pt x="281" y="195"/>
                    </a:cubicBezTo>
                    <a:cubicBezTo>
                      <a:pt x="281" y="195"/>
                      <a:pt x="282" y="195"/>
                      <a:pt x="282" y="195"/>
                    </a:cubicBezTo>
                    <a:cubicBezTo>
                      <a:pt x="282" y="195"/>
                      <a:pt x="283" y="196"/>
                      <a:pt x="283" y="196"/>
                    </a:cubicBezTo>
                    <a:cubicBezTo>
                      <a:pt x="283" y="196"/>
                      <a:pt x="284" y="196"/>
                      <a:pt x="284" y="197"/>
                    </a:cubicBezTo>
                    <a:cubicBezTo>
                      <a:pt x="284" y="197"/>
                      <a:pt x="284" y="197"/>
                      <a:pt x="284" y="197"/>
                    </a:cubicBezTo>
                    <a:cubicBezTo>
                      <a:pt x="284" y="198"/>
                      <a:pt x="284" y="198"/>
                      <a:pt x="284" y="198"/>
                    </a:cubicBezTo>
                    <a:cubicBezTo>
                      <a:pt x="284" y="198"/>
                      <a:pt x="284" y="198"/>
                      <a:pt x="284" y="198"/>
                    </a:cubicBezTo>
                    <a:cubicBezTo>
                      <a:pt x="284" y="199"/>
                      <a:pt x="284" y="201"/>
                      <a:pt x="283" y="202"/>
                    </a:cubicBezTo>
                    <a:cubicBezTo>
                      <a:pt x="283" y="203"/>
                      <a:pt x="282" y="203"/>
                      <a:pt x="281" y="203"/>
                    </a:cubicBezTo>
                    <a:cubicBezTo>
                      <a:pt x="279" y="203"/>
                      <a:pt x="278" y="203"/>
                      <a:pt x="277" y="203"/>
                    </a:cubicBezTo>
                    <a:cubicBezTo>
                      <a:pt x="275" y="203"/>
                      <a:pt x="274" y="203"/>
                      <a:pt x="272" y="204"/>
                    </a:cubicBezTo>
                    <a:cubicBezTo>
                      <a:pt x="271" y="204"/>
                      <a:pt x="270" y="205"/>
                      <a:pt x="270" y="207"/>
                    </a:cubicBezTo>
                    <a:cubicBezTo>
                      <a:pt x="269" y="208"/>
                      <a:pt x="269" y="210"/>
                      <a:pt x="270" y="211"/>
                    </a:cubicBezTo>
                    <a:cubicBezTo>
                      <a:pt x="270" y="212"/>
                      <a:pt x="271" y="212"/>
                      <a:pt x="271" y="212"/>
                    </a:cubicBezTo>
                    <a:cubicBezTo>
                      <a:pt x="273" y="214"/>
                      <a:pt x="272" y="215"/>
                      <a:pt x="271" y="216"/>
                    </a:cubicBezTo>
                    <a:cubicBezTo>
                      <a:pt x="270" y="218"/>
                      <a:pt x="269" y="221"/>
                      <a:pt x="270" y="224"/>
                    </a:cubicBezTo>
                    <a:cubicBezTo>
                      <a:pt x="271" y="226"/>
                      <a:pt x="273" y="227"/>
                      <a:pt x="275" y="226"/>
                    </a:cubicBezTo>
                    <a:cubicBezTo>
                      <a:pt x="276" y="226"/>
                      <a:pt x="276" y="226"/>
                      <a:pt x="277" y="225"/>
                    </a:cubicBezTo>
                    <a:cubicBezTo>
                      <a:pt x="277" y="225"/>
                      <a:pt x="278" y="225"/>
                      <a:pt x="278" y="224"/>
                    </a:cubicBezTo>
                    <a:cubicBezTo>
                      <a:pt x="279" y="223"/>
                      <a:pt x="280" y="223"/>
                      <a:pt x="280" y="222"/>
                    </a:cubicBezTo>
                    <a:cubicBezTo>
                      <a:pt x="281" y="221"/>
                      <a:pt x="282" y="219"/>
                      <a:pt x="282" y="218"/>
                    </a:cubicBezTo>
                    <a:cubicBezTo>
                      <a:pt x="283" y="216"/>
                      <a:pt x="283" y="215"/>
                      <a:pt x="283" y="214"/>
                    </a:cubicBezTo>
                    <a:cubicBezTo>
                      <a:pt x="284" y="212"/>
                      <a:pt x="284" y="211"/>
                      <a:pt x="285" y="210"/>
                    </a:cubicBezTo>
                    <a:cubicBezTo>
                      <a:pt x="285" y="209"/>
                      <a:pt x="286" y="207"/>
                      <a:pt x="286" y="206"/>
                    </a:cubicBezTo>
                    <a:cubicBezTo>
                      <a:pt x="287" y="203"/>
                      <a:pt x="288" y="201"/>
                      <a:pt x="289" y="199"/>
                    </a:cubicBezTo>
                    <a:cubicBezTo>
                      <a:pt x="290" y="198"/>
                      <a:pt x="291" y="197"/>
                      <a:pt x="293" y="197"/>
                    </a:cubicBezTo>
                    <a:cubicBezTo>
                      <a:pt x="293" y="198"/>
                      <a:pt x="293" y="198"/>
                      <a:pt x="294" y="198"/>
                    </a:cubicBezTo>
                    <a:cubicBezTo>
                      <a:pt x="295" y="199"/>
                      <a:pt x="296" y="198"/>
                      <a:pt x="297" y="198"/>
                    </a:cubicBezTo>
                    <a:cubicBezTo>
                      <a:pt x="298" y="198"/>
                      <a:pt x="299" y="199"/>
                      <a:pt x="299" y="200"/>
                    </a:cubicBezTo>
                    <a:cubicBezTo>
                      <a:pt x="299" y="201"/>
                      <a:pt x="298" y="203"/>
                      <a:pt x="298" y="204"/>
                    </a:cubicBezTo>
                    <a:cubicBezTo>
                      <a:pt x="297" y="205"/>
                      <a:pt x="296" y="207"/>
                      <a:pt x="296" y="208"/>
                    </a:cubicBezTo>
                    <a:cubicBezTo>
                      <a:pt x="295" y="209"/>
                      <a:pt x="294" y="211"/>
                      <a:pt x="292" y="212"/>
                    </a:cubicBezTo>
                    <a:cubicBezTo>
                      <a:pt x="291" y="213"/>
                      <a:pt x="290" y="213"/>
                      <a:pt x="288" y="214"/>
                    </a:cubicBezTo>
                    <a:cubicBezTo>
                      <a:pt x="287" y="216"/>
                      <a:pt x="286" y="218"/>
                      <a:pt x="286" y="220"/>
                    </a:cubicBezTo>
                    <a:cubicBezTo>
                      <a:pt x="286" y="221"/>
                      <a:pt x="286" y="223"/>
                      <a:pt x="287" y="224"/>
                    </a:cubicBezTo>
                    <a:cubicBezTo>
                      <a:pt x="287" y="225"/>
                      <a:pt x="289" y="225"/>
                      <a:pt x="289" y="224"/>
                    </a:cubicBezTo>
                    <a:cubicBezTo>
                      <a:pt x="291" y="224"/>
                      <a:pt x="292" y="223"/>
                      <a:pt x="293" y="223"/>
                    </a:cubicBezTo>
                    <a:cubicBezTo>
                      <a:pt x="295" y="221"/>
                      <a:pt x="295" y="218"/>
                      <a:pt x="297" y="216"/>
                    </a:cubicBezTo>
                    <a:cubicBezTo>
                      <a:pt x="298" y="214"/>
                      <a:pt x="299" y="213"/>
                      <a:pt x="301" y="212"/>
                    </a:cubicBezTo>
                    <a:cubicBezTo>
                      <a:pt x="301" y="211"/>
                      <a:pt x="303" y="210"/>
                      <a:pt x="304" y="211"/>
                    </a:cubicBezTo>
                    <a:cubicBezTo>
                      <a:pt x="305" y="212"/>
                      <a:pt x="303" y="214"/>
                      <a:pt x="303" y="214"/>
                    </a:cubicBezTo>
                    <a:cubicBezTo>
                      <a:pt x="301" y="216"/>
                      <a:pt x="300" y="218"/>
                      <a:pt x="298" y="219"/>
                    </a:cubicBezTo>
                    <a:cubicBezTo>
                      <a:pt x="296" y="222"/>
                      <a:pt x="294" y="224"/>
                      <a:pt x="294" y="228"/>
                    </a:cubicBezTo>
                    <a:cubicBezTo>
                      <a:pt x="295" y="227"/>
                      <a:pt x="296" y="226"/>
                      <a:pt x="297" y="225"/>
                    </a:cubicBezTo>
                    <a:cubicBezTo>
                      <a:pt x="300" y="224"/>
                      <a:pt x="302" y="222"/>
                      <a:pt x="304" y="220"/>
                    </a:cubicBezTo>
                    <a:cubicBezTo>
                      <a:pt x="306" y="218"/>
                      <a:pt x="308" y="215"/>
                      <a:pt x="310" y="212"/>
                    </a:cubicBezTo>
                    <a:cubicBezTo>
                      <a:pt x="310" y="211"/>
                      <a:pt x="312" y="208"/>
                      <a:pt x="312" y="210"/>
                    </a:cubicBezTo>
                    <a:cubicBezTo>
                      <a:pt x="313" y="211"/>
                      <a:pt x="312" y="213"/>
                      <a:pt x="311" y="214"/>
                    </a:cubicBezTo>
                    <a:cubicBezTo>
                      <a:pt x="308" y="217"/>
                      <a:pt x="308" y="222"/>
                      <a:pt x="307" y="226"/>
                    </a:cubicBezTo>
                    <a:cubicBezTo>
                      <a:pt x="306" y="229"/>
                      <a:pt x="304" y="231"/>
                      <a:pt x="302" y="233"/>
                    </a:cubicBezTo>
                    <a:cubicBezTo>
                      <a:pt x="301" y="234"/>
                      <a:pt x="300" y="235"/>
                      <a:pt x="299" y="236"/>
                    </a:cubicBezTo>
                    <a:cubicBezTo>
                      <a:pt x="298" y="237"/>
                      <a:pt x="298" y="238"/>
                      <a:pt x="298" y="238"/>
                    </a:cubicBezTo>
                    <a:cubicBezTo>
                      <a:pt x="299" y="240"/>
                      <a:pt x="302" y="240"/>
                      <a:pt x="303" y="239"/>
                    </a:cubicBezTo>
                    <a:cubicBezTo>
                      <a:pt x="305" y="239"/>
                      <a:pt x="306" y="238"/>
                      <a:pt x="307" y="237"/>
                    </a:cubicBezTo>
                    <a:cubicBezTo>
                      <a:pt x="308" y="236"/>
                      <a:pt x="310" y="234"/>
                      <a:pt x="312" y="234"/>
                    </a:cubicBezTo>
                    <a:cubicBezTo>
                      <a:pt x="313" y="234"/>
                      <a:pt x="313" y="236"/>
                      <a:pt x="314" y="237"/>
                    </a:cubicBezTo>
                    <a:cubicBezTo>
                      <a:pt x="314" y="238"/>
                      <a:pt x="315" y="240"/>
                      <a:pt x="316" y="241"/>
                    </a:cubicBezTo>
                    <a:cubicBezTo>
                      <a:pt x="317" y="242"/>
                      <a:pt x="319" y="242"/>
                      <a:pt x="321" y="243"/>
                    </a:cubicBezTo>
                    <a:cubicBezTo>
                      <a:pt x="322" y="243"/>
                      <a:pt x="323" y="244"/>
                      <a:pt x="324" y="244"/>
                    </a:cubicBezTo>
                    <a:cubicBezTo>
                      <a:pt x="326" y="245"/>
                      <a:pt x="328" y="245"/>
                      <a:pt x="330" y="245"/>
                    </a:cubicBezTo>
                    <a:cubicBezTo>
                      <a:pt x="331" y="246"/>
                      <a:pt x="333" y="246"/>
                      <a:pt x="335" y="246"/>
                    </a:cubicBezTo>
                    <a:cubicBezTo>
                      <a:pt x="337" y="245"/>
                      <a:pt x="338" y="243"/>
                      <a:pt x="339" y="242"/>
                    </a:cubicBezTo>
                    <a:cubicBezTo>
                      <a:pt x="340" y="241"/>
                      <a:pt x="343" y="240"/>
                      <a:pt x="343" y="242"/>
                    </a:cubicBezTo>
                    <a:cubicBezTo>
                      <a:pt x="344" y="244"/>
                      <a:pt x="343" y="247"/>
                      <a:pt x="341" y="248"/>
                    </a:cubicBezTo>
                    <a:cubicBezTo>
                      <a:pt x="339" y="250"/>
                      <a:pt x="337" y="249"/>
                      <a:pt x="335" y="249"/>
                    </a:cubicBezTo>
                    <a:cubicBezTo>
                      <a:pt x="333" y="249"/>
                      <a:pt x="332" y="250"/>
                      <a:pt x="330" y="250"/>
                    </a:cubicBezTo>
                    <a:cubicBezTo>
                      <a:pt x="328" y="251"/>
                      <a:pt x="326" y="251"/>
                      <a:pt x="324" y="251"/>
                    </a:cubicBezTo>
                    <a:cubicBezTo>
                      <a:pt x="322" y="251"/>
                      <a:pt x="320" y="250"/>
                      <a:pt x="319" y="249"/>
                    </a:cubicBezTo>
                    <a:cubicBezTo>
                      <a:pt x="317" y="247"/>
                      <a:pt x="315" y="246"/>
                      <a:pt x="312" y="246"/>
                    </a:cubicBezTo>
                    <a:cubicBezTo>
                      <a:pt x="309" y="246"/>
                      <a:pt x="306" y="246"/>
                      <a:pt x="304" y="248"/>
                    </a:cubicBezTo>
                    <a:cubicBezTo>
                      <a:pt x="303" y="249"/>
                      <a:pt x="302" y="250"/>
                      <a:pt x="303" y="252"/>
                    </a:cubicBezTo>
                    <a:cubicBezTo>
                      <a:pt x="303" y="254"/>
                      <a:pt x="305" y="256"/>
                      <a:pt x="305" y="258"/>
                    </a:cubicBezTo>
                    <a:cubicBezTo>
                      <a:pt x="306" y="260"/>
                      <a:pt x="306" y="262"/>
                      <a:pt x="307" y="264"/>
                    </a:cubicBezTo>
                    <a:cubicBezTo>
                      <a:pt x="307" y="266"/>
                      <a:pt x="308" y="267"/>
                      <a:pt x="309" y="269"/>
                    </a:cubicBezTo>
                    <a:cubicBezTo>
                      <a:pt x="310" y="269"/>
                      <a:pt x="312" y="270"/>
                      <a:pt x="313" y="270"/>
                    </a:cubicBezTo>
                    <a:cubicBezTo>
                      <a:pt x="315" y="270"/>
                      <a:pt x="318" y="270"/>
                      <a:pt x="320" y="269"/>
                    </a:cubicBezTo>
                    <a:cubicBezTo>
                      <a:pt x="322" y="269"/>
                      <a:pt x="322" y="267"/>
                      <a:pt x="324" y="266"/>
                    </a:cubicBezTo>
                    <a:cubicBezTo>
                      <a:pt x="325" y="264"/>
                      <a:pt x="327" y="263"/>
                      <a:pt x="329" y="263"/>
                    </a:cubicBezTo>
                    <a:cubicBezTo>
                      <a:pt x="331" y="263"/>
                      <a:pt x="331" y="266"/>
                      <a:pt x="331" y="267"/>
                    </a:cubicBezTo>
                    <a:cubicBezTo>
                      <a:pt x="331" y="268"/>
                      <a:pt x="332" y="270"/>
                      <a:pt x="334" y="270"/>
                    </a:cubicBezTo>
                    <a:cubicBezTo>
                      <a:pt x="335" y="269"/>
                      <a:pt x="336" y="268"/>
                      <a:pt x="337" y="268"/>
                    </a:cubicBezTo>
                    <a:cubicBezTo>
                      <a:pt x="338" y="268"/>
                      <a:pt x="339" y="270"/>
                      <a:pt x="340" y="271"/>
                    </a:cubicBezTo>
                    <a:cubicBezTo>
                      <a:pt x="340" y="272"/>
                      <a:pt x="340" y="272"/>
                      <a:pt x="340" y="273"/>
                    </a:cubicBezTo>
                    <a:cubicBezTo>
                      <a:pt x="340" y="274"/>
                      <a:pt x="340" y="274"/>
                      <a:pt x="341" y="275"/>
                    </a:cubicBezTo>
                    <a:cubicBezTo>
                      <a:pt x="341" y="276"/>
                      <a:pt x="341" y="277"/>
                      <a:pt x="341" y="278"/>
                    </a:cubicBezTo>
                    <a:cubicBezTo>
                      <a:pt x="340" y="278"/>
                      <a:pt x="339" y="278"/>
                      <a:pt x="338" y="279"/>
                    </a:cubicBezTo>
                    <a:cubicBezTo>
                      <a:pt x="338" y="279"/>
                      <a:pt x="337" y="280"/>
                      <a:pt x="336" y="280"/>
                    </a:cubicBezTo>
                    <a:cubicBezTo>
                      <a:pt x="336" y="280"/>
                      <a:pt x="335" y="281"/>
                      <a:pt x="335" y="281"/>
                    </a:cubicBezTo>
                    <a:cubicBezTo>
                      <a:pt x="338" y="283"/>
                      <a:pt x="341" y="285"/>
                      <a:pt x="344" y="288"/>
                    </a:cubicBezTo>
                    <a:cubicBezTo>
                      <a:pt x="345" y="289"/>
                      <a:pt x="346" y="290"/>
                      <a:pt x="347" y="290"/>
                    </a:cubicBezTo>
                    <a:cubicBezTo>
                      <a:pt x="349" y="291"/>
                      <a:pt x="351" y="292"/>
                      <a:pt x="354" y="292"/>
                    </a:cubicBezTo>
                    <a:cubicBezTo>
                      <a:pt x="356" y="293"/>
                      <a:pt x="359" y="293"/>
                      <a:pt x="361" y="294"/>
                    </a:cubicBezTo>
                    <a:cubicBezTo>
                      <a:pt x="362" y="295"/>
                      <a:pt x="363" y="295"/>
                      <a:pt x="362" y="296"/>
                    </a:cubicBezTo>
                    <a:cubicBezTo>
                      <a:pt x="360" y="297"/>
                      <a:pt x="358" y="297"/>
                      <a:pt x="356" y="297"/>
                    </a:cubicBezTo>
                    <a:cubicBezTo>
                      <a:pt x="354" y="297"/>
                      <a:pt x="352" y="297"/>
                      <a:pt x="350" y="297"/>
                    </a:cubicBezTo>
                    <a:cubicBezTo>
                      <a:pt x="349" y="296"/>
                      <a:pt x="348" y="296"/>
                      <a:pt x="347" y="295"/>
                    </a:cubicBezTo>
                    <a:cubicBezTo>
                      <a:pt x="345" y="294"/>
                      <a:pt x="344" y="294"/>
                      <a:pt x="342" y="293"/>
                    </a:cubicBezTo>
                    <a:cubicBezTo>
                      <a:pt x="338" y="293"/>
                      <a:pt x="334" y="294"/>
                      <a:pt x="330" y="296"/>
                    </a:cubicBezTo>
                    <a:cubicBezTo>
                      <a:pt x="329" y="296"/>
                      <a:pt x="329" y="297"/>
                      <a:pt x="328" y="296"/>
                    </a:cubicBezTo>
                    <a:cubicBezTo>
                      <a:pt x="327" y="296"/>
                      <a:pt x="326" y="295"/>
                      <a:pt x="325" y="295"/>
                    </a:cubicBezTo>
                    <a:cubicBezTo>
                      <a:pt x="321" y="293"/>
                      <a:pt x="317" y="292"/>
                      <a:pt x="313" y="293"/>
                    </a:cubicBezTo>
                    <a:cubicBezTo>
                      <a:pt x="311" y="294"/>
                      <a:pt x="310" y="297"/>
                      <a:pt x="308" y="297"/>
                    </a:cubicBezTo>
                    <a:cubicBezTo>
                      <a:pt x="306" y="297"/>
                      <a:pt x="305" y="295"/>
                      <a:pt x="304" y="294"/>
                    </a:cubicBezTo>
                    <a:cubicBezTo>
                      <a:pt x="303" y="293"/>
                      <a:pt x="302" y="293"/>
                      <a:pt x="301" y="293"/>
                    </a:cubicBezTo>
                    <a:cubicBezTo>
                      <a:pt x="299" y="292"/>
                      <a:pt x="297" y="293"/>
                      <a:pt x="295" y="293"/>
                    </a:cubicBezTo>
                    <a:cubicBezTo>
                      <a:pt x="291" y="293"/>
                      <a:pt x="287" y="294"/>
                      <a:pt x="283" y="293"/>
                    </a:cubicBezTo>
                    <a:cubicBezTo>
                      <a:pt x="280" y="292"/>
                      <a:pt x="276" y="290"/>
                      <a:pt x="273" y="292"/>
                    </a:cubicBezTo>
                    <a:cubicBezTo>
                      <a:pt x="272" y="293"/>
                      <a:pt x="270" y="294"/>
                      <a:pt x="269" y="295"/>
                    </a:cubicBezTo>
                    <a:cubicBezTo>
                      <a:pt x="268" y="296"/>
                      <a:pt x="266" y="297"/>
                      <a:pt x="264" y="297"/>
                    </a:cubicBezTo>
                    <a:cubicBezTo>
                      <a:pt x="262" y="297"/>
                      <a:pt x="260" y="296"/>
                      <a:pt x="257" y="296"/>
                    </a:cubicBezTo>
                    <a:cubicBezTo>
                      <a:pt x="256" y="295"/>
                      <a:pt x="254" y="295"/>
                      <a:pt x="252" y="295"/>
                    </a:cubicBezTo>
                    <a:cubicBezTo>
                      <a:pt x="251" y="296"/>
                      <a:pt x="250" y="296"/>
                      <a:pt x="249" y="297"/>
                    </a:cubicBezTo>
                    <a:cubicBezTo>
                      <a:pt x="247" y="298"/>
                      <a:pt x="246" y="298"/>
                      <a:pt x="244" y="299"/>
                    </a:cubicBezTo>
                    <a:cubicBezTo>
                      <a:pt x="243" y="299"/>
                      <a:pt x="242" y="299"/>
                      <a:pt x="241" y="299"/>
                    </a:cubicBezTo>
                    <a:cubicBezTo>
                      <a:pt x="241" y="299"/>
                      <a:pt x="240" y="298"/>
                      <a:pt x="240" y="299"/>
                    </a:cubicBezTo>
                    <a:cubicBezTo>
                      <a:pt x="240" y="299"/>
                      <a:pt x="240" y="299"/>
                      <a:pt x="240" y="299"/>
                    </a:cubicBezTo>
                    <a:cubicBezTo>
                      <a:pt x="240" y="300"/>
                      <a:pt x="241" y="300"/>
                      <a:pt x="241" y="300"/>
                    </a:cubicBezTo>
                    <a:cubicBezTo>
                      <a:pt x="243" y="302"/>
                      <a:pt x="245" y="303"/>
                      <a:pt x="247" y="305"/>
                    </a:cubicBezTo>
                    <a:cubicBezTo>
                      <a:pt x="248" y="306"/>
                      <a:pt x="249" y="307"/>
                      <a:pt x="250" y="308"/>
                    </a:cubicBezTo>
                    <a:cubicBezTo>
                      <a:pt x="250" y="308"/>
                      <a:pt x="250" y="309"/>
                      <a:pt x="250" y="309"/>
                    </a:cubicBezTo>
                    <a:cubicBezTo>
                      <a:pt x="249" y="311"/>
                      <a:pt x="242" y="306"/>
                      <a:pt x="242" y="306"/>
                    </a:cubicBezTo>
                    <a:cubicBezTo>
                      <a:pt x="239" y="304"/>
                      <a:pt x="236" y="301"/>
                      <a:pt x="233" y="302"/>
                    </a:cubicBezTo>
                    <a:cubicBezTo>
                      <a:pt x="230" y="304"/>
                      <a:pt x="232" y="308"/>
                      <a:pt x="234" y="310"/>
                    </a:cubicBezTo>
                    <a:cubicBezTo>
                      <a:pt x="236" y="312"/>
                      <a:pt x="240" y="314"/>
                      <a:pt x="243" y="316"/>
                    </a:cubicBezTo>
                    <a:cubicBezTo>
                      <a:pt x="247" y="317"/>
                      <a:pt x="249" y="320"/>
                      <a:pt x="251" y="323"/>
                    </a:cubicBezTo>
                    <a:cubicBezTo>
                      <a:pt x="252" y="324"/>
                      <a:pt x="252" y="326"/>
                      <a:pt x="253" y="328"/>
                    </a:cubicBezTo>
                    <a:cubicBezTo>
                      <a:pt x="253" y="329"/>
                      <a:pt x="253" y="330"/>
                      <a:pt x="254" y="332"/>
                    </a:cubicBezTo>
                    <a:cubicBezTo>
                      <a:pt x="256" y="335"/>
                      <a:pt x="260" y="338"/>
                      <a:pt x="263" y="340"/>
                    </a:cubicBezTo>
                    <a:cubicBezTo>
                      <a:pt x="266" y="342"/>
                      <a:pt x="269" y="344"/>
                      <a:pt x="272" y="346"/>
                    </a:cubicBezTo>
                    <a:cubicBezTo>
                      <a:pt x="274" y="348"/>
                      <a:pt x="277" y="350"/>
                      <a:pt x="280" y="350"/>
                    </a:cubicBezTo>
                    <a:cubicBezTo>
                      <a:pt x="282" y="350"/>
                      <a:pt x="284" y="349"/>
                      <a:pt x="286" y="349"/>
                    </a:cubicBezTo>
                    <a:cubicBezTo>
                      <a:pt x="288" y="349"/>
                      <a:pt x="291" y="349"/>
                      <a:pt x="293" y="349"/>
                    </a:cubicBezTo>
                    <a:cubicBezTo>
                      <a:pt x="295" y="349"/>
                      <a:pt x="297" y="349"/>
                      <a:pt x="300" y="349"/>
                    </a:cubicBezTo>
                    <a:cubicBezTo>
                      <a:pt x="302" y="349"/>
                      <a:pt x="304" y="349"/>
                      <a:pt x="306" y="348"/>
                    </a:cubicBezTo>
                    <a:cubicBezTo>
                      <a:pt x="308" y="348"/>
                      <a:pt x="310" y="347"/>
                      <a:pt x="312" y="346"/>
                    </a:cubicBezTo>
                    <a:cubicBezTo>
                      <a:pt x="314" y="346"/>
                      <a:pt x="315" y="346"/>
                      <a:pt x="316" y="347"/>
                    </a:cubicBezTo>
                    <a:cubicBezTo>
                      <a:pt x="319" y="349"/>
                      <a:pt x="318" y="354"/>
                      <a:pt x="317" y="356"/>
                    </a:cubicBezTo>
                    <a:cubicBezTo>
                      <a:pt x="316" y="360"/>
                      <a:pt x="313" y="362"/>
                      <a:pt x="309" y="364"/>
                    </a:cubicBezTo>
                    <a:cubicBezTo>
                      <a:pt x="307" y="365"/>
                      <a:pt x="304" y="366"/>
                      <a:pt x="302" y="367"/>
                    </a:cubicBezTo>
                    <a:cubicBezTo>
                      <a:pt x="299" y="367"/>
                      <a:pt x="297" y="368"/>
                      <a:pt x="295" y="369"/>
                    </a:cubicBezTo>
                    <a:cubicBezTo>
                      <a:pt x="293" y="370"/>
                      <a:pt x="292" y="371"/>
                      <a:pt x="292" y="373"/>
                    </a:cubicBezTo>
                    <a:cubicBezTo>
                      <a:pt x="291" y="375"/>
                      <a:pt x="291" y="376"/>
                      <a:pt x="291" y="378"/>
                    </a:cubicBezTo>
                    <a:cubicBezTo>
                      <a:pt x="290" y="379"/>
                      <a:pt x="290" y="381"/>
                      <a:pt x="289" y="381"/>
                    </a:cubicBezTo>
                    <a:cubicBezTo>
                      <a:pt x="287" y="382"/>
                      <a:pt x="286" y="382"/>
                      <a:pt x="284" y="382"/>
                    </a:cubicBezTo>
                    <a:cubicBezTo>
                      <a:pt x="280" y="382"/>
                      <a:pt x="277" y="379"/>
                      <a:pt x="274" y="376"/>
                    </a:cubicBezTo>
                    <a:cubicBezTo>
                      <a:pt x="273" y="374"/>
                      <a:pt x="272" y="372"/>
                      <a:pt x="270" y="371"/>
                    </a:cubicBezTo>
                    <a:cubicBezTo>
                      <a:pt x="268" y="369"/>
                      <a:pt x="266" y="368"/>
                      <a:pt x="264" y="367"/>
                    </a:cubicBezTo>
                    <a:cubicBezTo>
                      <a:pt x="260" y="365"/>
                      <a:pt x="255" y="365"/>
                      <a:pt x="252" y="361"/>
                    </a:cubicBezTo>
                    <a:cubicBezTo>
                      <a:pt x="249" y="357"/>
                      <a:pt x="248" y="353"/>
                      <a:pt x="245" y="349"/>
                    </a:cubicBezTo>
                    <a:cubicBezTo>
                      <a:pt x="243" y="346"/>
                      <a:pt x="240" y="345"/>
                      <a:pt x="237" y="343"/>
                    </a:cubicBezTo>
                    <a:cubicBezTo>
                      <a:pt x="235" y="343"/>
                      <a:pt x="234" y="342"/>
                      <a:pt x="232" y="341"/>
                    </a:cubicBezTo>
                    <a:cubicBezTo>
                      <a:pt x="230" y="340"/>
                      <a:pt x="227" y="339"/>
                      <a:pt x="224" y="338"/>
                    </a:cubicBezTo>
                    <a:cubicBezTo>
                      <a:pt x="223" y="337"/>
                      <a:pt x="221" y="337"/>
                      <a:pt x="220" y="336"/>
                    </a:cubicBezTo>
                    <a:cubicBezTo>
                      <a:pt x="219" y="336"/>
                      <a:pt x="218" y="335"/>
                      <a:pt x="218" y="334"/>
                    </a:cubicBezTo>
                    <a:cubicBezTo>
                      <a:pt x="217" y="333"/>
                      <a:pt x="215" y="332"/>
                      <a:pt x="214" y="331"/>
                    </a:cubicBezTo>
                    <a:cubicBezTo>
                      <a:pt x="213" y="330"/>
                      <a:pt x="212" y="330"/>
                      <a:pt x="211" y="330"/>
                    </a:cubicBezTo>
                    <a:cubicBezTo>
                      <a:pt x="209" y="330"/>
                      <a:pt x="207" y="330"/>
                      <a:pt x="206" y="331"/>
                    </a:cubicBezTo>
                    <a:cubicBezTo>
                      <a:pt x="204" y="332"/>
                      <a:pt x="204" y="334"/>
                      <a:pt x="204" y="336"/>
                    </a:cubicBezTo>
                    <a:cubicBezTo>
                      <a:pt x="203" y="337"/>
                      <a:pt x="202" y="340"/>
                      <a:pt x="200" y="339"/>
                    </a:cubicBezTo>
                    <a:cubicBezTo>
                      <a:pt x="199" y="338"/>
                      <a:pt x="198" y="336"/>
                      <a:pt x="198" y="335"/>
                    </a:cubicBezTo>
                    <a:cubicBezTo>
                      <a:pt x="197" y="334"/>
                      <a:pt x="196" y="332"/>
                      <a:pt x="196" y="330"/>
                    </a:cubicBezTo>
                    <a:cubicBezTo>
                      <a:pt x="196" y="328"/>
                      <a:pt x="197" y="327"/>
                      <a:pt x="199" y="326"/>
                    </a:cubicBezTo>
                    <a:cubicBezTo>
                      <a:pt x="200" y="326"/>
                      <a:pt x="202" y="325"/>
                      <a:pt x="203" y="323"/>
                    </a:cubicBezTo>
                    <a:cubicBezTo>
                      <a:pt x="204" y="322"/>
                      <a:pt x="206" y="321"/>
                      <a:pt x="206" y="320"/>
                    </a:cubicBezTo>
                    <a:cubicBezTo>
                      <a:pt x="206" y="318"/>
                      <a:pt x="206" y="316"/>
                      <a:pt x="205" y="315"/>
                    </a:cubicBezTo>
                    <a:cubicBezTo>
                      <a:pt x="204" y="314"/>
                      <a:pt x="203" y="314"/>
                      <a:pt x="202" y="314"/>
                    </a:cubicBezTo>
                    <a:cubicBezTo>
                      <a:pt x="201" y="314"/>
                      <a:pt x="200" y="314"/>
                      <a:pt x="199" y="314"/>
                    </a:cubicBezTo>
                    <a:cubicBezTo>
                      <a:pt x="197" y="314"/>
                      <a:pt x="196" y="314"/>
                      <a:pt x="194" y="313"/>
                    </a:cubicBezTo>
                    <a:cubicBezTo>
                      <a:pt x="192" y="313"/>
                      <a:pt x="190" y="311"/>
                      <a:pt x="188" y="312"/>
                    </a:cubicBezTo>
                    <a:cubicBezTo>
                      <a:pt x="186" y="312"/>
                      <a:pt x="184" y="314"/>
                      <a:pt x="184" y="316"/>
                    </a:cubicBezTo>
                    <a:cubicBezTo>
                      <a:pt x="185" y="317"/>
                      <a:pt x="186" y="318"/>
                      <a:pt x="187" y="318"/>
                    </a:cubicBezTo>
                    <a:cubicBezTo>
                      <a:pt x="188" y="319"/>
                      <a:pt x="189" y="319"/>
                      <a:pt x="190" y="320"/>
                    </a:cubicBezTo>
                    <a:cubicBezTo>
                      <a:pt x="190" y="321"/>
                      <a:pt x="186" y="322"/>
                      <a:pt x="185" y="322"/>
                    </a:cubicBezTo>
                    <a:cubicBezTo>
                      <a:pt x="184" y="322"/>
                      <a:pt x="183" y="321"/>
                      <a:pt x="181" y="320"/>
                    </a:cubicBezTo>
                    <a:cubicBezTo>
                      <a:pt x="180" y="320"/>
                      <a:pt x="178" y="320"/>
                      <a:pt x="177" y="320"/>
                    </a:cubicBezTo>
                    <a:cubicBezTo>
                      <a:pt x="174" y="320"/>
                      <a:pt x="172" y="319"/>
                      <a:pt x="171" y="317"/>
                    </a:cubicBezTo>
                    <a:cubicBezTo>
                      <a:pt x="171" y="316"/>
                      <a:pt x="171" y="315"/>
                      <a:pt x="170" y="314"/>
                    </a:cubicBezTo>
                    <a:cubicBezTo>
                      <a:pt x="170" y="313"/>
                      <a:pt x="169" y="313"/>
                      <a:pt x="168" y="313"/>
                    </a:cubicBezTo>
                    <a:cubicBezTo>
                      <a:pt x="167" y="313"/>
                      <a:pt x="166" y="313"/>
                      <a:pt x="164" y="313"/>
                    </a:cubicBezTo>
                    <a:cubicBezTo>
                      <a:pt x="163" y="313"/>
                      <a:pt x="163" y="313"/>
                      <a:pt x="162" y="313"/>
                    </a:cubicBezTo>
                    <a:cubicBezTo>
                      <a:pt x="160" y="313"/>
                      <a:pt x="157" y="314"/>
                      <a:pt x="156" y="316"/>
                    </a:cubicBezTo>
                    <a:cubicBezTo>
                      <a:pt x="156" y="317"/>
                      <a:pt x="156" y="318"/>
                      <a:pt x="154" y="318"/>
                    </a:cubicBezTo>
                    <a:cubicBezTo>
                      <a:pt x="152" y="317"/>
                      <a:pt x="152" y="315"/>
                      <a:pt x="151" y="313"/>
                    </a:cubicBezTo>
                    <a:cubicBezTo>
                      <a:pt x="150" y="312"/>
                      <a:pt x="149" y="313"/>
                      <a:pt x="148" y="315"/>
                    </a:cubicBezTo>
                    <a:cubicBezTo>
                      <a:pt x="148" y="316"/>
                      <a:pt x="148" y="316"/>
                      <a:pt x="148" y="317"/>
                    </a:cubicBezTo>
                    <a:cubicBezTo>
                      <a:pt x="148" y="318"/>
                      <a:pt x="148" y="319"/>
                      <a:pt x="147" y="320"/>
                    </a:cubicBezTo>
                    <a:cubicBezTo>
                      <a:pt x="146" y="322"/>
                      <a:pt x="145" y="324"/>
                      <a:pt x="143" y="323"/>
                    </a:cubicBezTo>
                    <a:cubicBezTo>
                      <a:pt x="142" y="322"/>
                      <a:pt x="141" y="321"/>
                      <a:pt x="141" y="319"/>
                    </a:cubicBezTo>
                    <a:cubicBezTo>
                      <a:pt x="141" y="317"/>
                      <a:pt x="141" y="315"/>
                      <a:pt x="142" y="313"/>
                    </a:cubicBezTo>
                    <a:cubicBezTo>
                      <a:pt x="143" y="311"/>
                      <a:pt x="144" y="310"/>
                      <a:pt x="146" y="309"/>
                    </a:cubicBezTo>
                    <a:cubicBezTo>
                      <a:pt x="147" y="308"/>
                      <a:pt x="149" y="307"/>
                      <a:pt x="152" y="307"/>
                    </a:cubicBezTo>
                    <a:cubicBezTo>
                      <a:pt x="153" y="307"/>
                      <a:pt x="155" y="307"/>
                      <a:pt x="156" y="306"/>
                    </a:cubicBezTo>
                    <a:cubicBezTo>
                      <a:pt x="156" y="304"/>
                      <a:pt x="154" y="304"/>
                      <a:pt x="154" y="303"/>
                    </a:cubicBezTo>
                    <a:cubicBezTo>
                      <a:pt x="153" y="302"/>
                      <a:pt x="152" y="300"/>
                      <a:pt x="151" y="299"/>
                    </a:cubicBezTo>
                    <a:cubicBezTo>
                      <a:pt x="150" y="298"/>
                      <a:pt x="148" y="298"/>
                      <a:pt x="146" y="297"/>
                    </a:cubicBezTo>
                    <a:cubicBezTo>
                      <a:pt x="144" y="297"/>
                      <a:pt x="142" y="297"/>
                      <a:pt x="141" y="298"/>
                    </a:cubicBezTo>
                    <a:cubicBezTo>
                      <a:pt x="139" y="299"/>
                      <a:pt x="139" y="300"/>
                      <a:pt x="138" y="302"/>
                    </a:cubicBezTo>
                    <a:cubicBezTo>
                      <a:pt x="138" y="302"/>
                      <a:pt x="138" y="303"/>
                      <a:pt x="137" y="303"/>
                    </a:cubicBezTo>
                    <a:cubicBezTo>
                      <a:pt x="137" y="304"/>
                      <a:pt x="137" y="304"/>
                      <a:pt x="137" y="305"/>
                    </a:cubicBezTo>
                    <a:cubicBezTo>
                      <a:pt x="136" y="305"/>
                      <a:pt x="135" y="305"/>
                      <a:pt x="135" y="306"/>
                    </a:cubicBezTo>
                    <a:cubicBezTo>
                      <a:pt x="135" y="306"/>
                      <a:pt x="134" y="307"/>
                      <a:pt x="134" y="307"/>
                    </a:cubicBezTo>
                    <a:cubicBezTo>
                      <a:pt x="133" y="309"/>
                      <a:pt x="132" y="310"/>
                      <a:pt x="131" y="311"/>
                    </a:cubicBezTo>
                    <a:cubicBezTo>
                      <a:pt x="131" y="312"/>
                      <a:pt x="130" y="314"/>
                      <a:pt x="129" y="315"/>
                    </a:cubicBezTo>
                    <a:cubicBezTo>
                      <a:pt x="127" y="315"/>
                      <a:pt x="127" y="313"/>
                      <a:pt x="127" y="312"/>
                    </a:cubicBezTo>
                    <a:cubicBezTo>
                      <a:pt x="126" y="310"/>
                      <a:pt x="126" y="309"/>
                      <a:pt x="127" y="307"/>
                    </a:cubicBezTo>
                    <a:cubicBezTo>
                      <a:pt x="127" y="305"/>
                      <a:pt x="128" y="303"/>
                      <a:pt x="128" y="301"/>
                    </a:cubicBezTo>
                    <a:cubicBezTo>
                      <a:pt x="128" y="299"/>
                      <a:pt x="127" y="298"/>
                      <a:pt x="126" y="296"/>
                    </a:cubicBezTo>
                    <a:cubicBezTo>
                      <a:pt x="125" y="296"/>
                      <a:pt x="124" y="296"/>
                      <a:pt x="123" y="295"/>
                    </a:cubicBezTo>
                    <a:cubicBezTo>
                      <a:pt x="121" y="295"/>
                      <a:pt x="120" y="295"/>
                      <a:pt x="119" y="295"/>
                    </a:cubicBezTo>
                    <a:cubicBezTo>
                      <a:pt x="117" y="294"/>
                      <a:pt x="116" y="294"/>
                      <a:pt x="114" y="294"/>
                    </a:cubicBezTo>
                    <a:cubicBezTo>
                      <a:pt x="113" y="294"/>
                      <a:pt x="113" y="293"/>
                      <a:pt x="112" y="292"/>
                    </a:cubicBezTo>
                    <a:cubicBezTo>
                      <a:pt x="110" y="290"/>
                      <a:pt x="106" y="291"/>
                      <a:pt x="104" y="292"/>
                    </a:cubicBezTo>
                    <a:cubicBezTo>
                      <a:pt x="102" y="294"/>
                      <a:pt x="102" y="296"/>
                      <a:pt x="100" y="297"/>
                    </a:cubicBezTo>
                    <a:cubicBezTo>
                      <a:pt x="97" y="298"/>
                      <a:pt x="97" y="294"/>
                      <a:pt x="95" y="293"/>
                    </a:cubicBezTo>
                    <a:cubicBezTo>
                      <a:pt x="93" y="292"/>
                      <a:pt x="92" y="292"/>
                      <a:pt x="90" y="292"/>
                    </a:cubicBezTo>
                    <a:cubicBezTo>
                      <a:pt x="88" y="293"/>
                      <a:pt x="87" y="293"/>
                      <a:pt x="85" y="293"/>
                    </a:cubicBezTo>
                    <a:cubicBezTo>
                      <a:pt x="84" y="293"/>
                      <a:pt x="82" y="293"/>
                      <a:pt x="81" y="293"/>
                    </a:cubicBezTo>
                    <a:cubicBezTo>
                      <a:pt x="80" y="293"/>
                      <a:pt x="79" y="291"/>
                      <a:pt x="78" y="290"/>
                    </a:cubicBezTo>
                    <a:cubicBezTo>
                      <a:pt x="76" y="286"/>
                      <a:pt x="75" y="282"/>
                      <a:pt x="74" y="277"/>
                    </a:cubicBezTo>
                    <a:cubicBezTo>
                      <a:pt x="74" y="276"/>
                      <a:pt x="73" y="275"/>
                      <a:pt x="72" y="274"/>
                    </a:cubicBezTo>
                    <a:cubicBezTo>
                      <a:pt x="71" y="273"/>
                      <a:pt x="69" y="273"/>
                      <a:pt x="67" y="272"/>
                    </a:cubicBezTo>
                    <a:cubicBezTo>
                      <a:pt x="64" y="271"/>
                      <a:pt x="61" y="270"/>
                      <a:pt x="59" y="271"/>
                    </a:cubicBezTo>
                    <a:cubicBezTo>
                      <a:pt x="57" y="272"/>
                      <a:pt x="55" y="274"/>
                      <a:pt x="53" y="273"/>
                    </a:cubicBezTo>
                    <a:cubicBezTo>
                      <a:pt x="52" y="272"/>
                      <a:pt x="51" y="271"/>
                      <a:pt x="50" y="270"/>
                    </a:cubicBezTo>
                    <a:cubicBezTo>
                      <a:pt x="50" y="270"/>
                      <a:pt x="49" y="269"/>
                      <a:pt x="48" y="269"/>
                    </a:cubicBezTo>
                    <a:cubicBezTo>
                      <a:pt x="46" y="269"/>
                      <a:pt x="45" y="270"/>
                      <a:pt x="44" y="272"/>
                    </a:cubicBezTo>
                    <a:cubicBezTo>
                      <a:pt x="44" y="273"/>
                      <a:pt x="44" y="274"/>
                      <a:pt x="43" y="275"/>
                    </a:cubicBezTo>
                    <a:cubicBezTo>
                      <a:pt x="43" y="276"/>
                      <a:pt x="42" y="277"/>
                      <a:pt x="42" y="278"/>
                    </a:cubicBezTo>
                    <a:cubicBezTo>
                      <a:pt x="41" y="279"/>
                      <a:pt x="41" y="281"/>
                      <a:pt x="41" y="282"/>
                    </a:cubicBezTo>
                    <a:cubicBezTo>
                      <a:pt x="40" y="283"/>
                      <a:pt x="39" y="284"/>
                      <a:pt x="38" y="285"/>
                    </a:cubicBezTo>
                    <a:cubicBezTo>
                      <a:pt x="38" y="285"/>
                      <a:pt x="37" y="286"/>
                      <a:pt x="37" y="287"/>
                    </a:cubicBezTo>
                    <a:cubicBezTo>
                      <a:pt x="37" y="288"/>
                      <a:pt x="37" y="289"/>
                      <a:pt x="37" y="290"/>
                    </a:cubicBezTo>
                    <a:cubicBezTo>
                      <a:pt x="37" y="291"/>
                      <a:pt x="37" y="292"/>
                      <a:pt x="38" y="294"/>
                    </a:cubicBezTo>
                    <a:cubicBezTo>
                      <a:pt x="38" y="295"/>
                      <a:pt x="38" y="297"/>
                      <a:pt x="38" y="299"/>
                    </a:cubicBezTo>
                    <a:cubicBezTo>
                      <a:pt x="38" y="300"/>
                      <a:pt x="39" y="300"/>
                      <a:pt x="39" y="301"/>
                    </a:cubicBezTo>
                    <a:cubicBezTo>
                      <a:pt x="39" y="301"/>
                      <a:pt x="39" y="302"/>
                      <a:pt x="40" y="303"/>
                    </a:cubicBezTo>
                    <a:cubicBezTo>
                      <a:pt x="40" y="304"/>
                      <a:pt x="41" y="306"/>
                      <a:pt x="41" y="307"/>
                    </a:cubicBezTo>
                    <a:cubicBezTo>
                      <a:pt x="41" y="309"/>
                      <a:pt x="40" y="311"/>
                      <a:pt x="40" y="313"/>
                    </a:cubicBezTo>
                    <a:cubicBezTo>
                      <a:pt x="40" y="315"/>
                      <a:pt x="41" y="316"/>
                      <a:pt x="43" y="317"/>
                    </a:cubicBezTo>
                    <a:cubicBezTo>
                      <a:pt x="45" y="318"/>
                      <a:pt x="46" y="318"/>
                      <a:pt x="48" y="319"/>
                    </a:cubicBezTo>
                    <a:cubicBezTo>
                      <a:pt x="49" y="319"/>
                      <a:pt x="50" y="318"/>
                      <a:pt x="51" y="319"/>
                    </a:cubicBezTo>
                    <a:cubicBezTo>
                      <a:pt x="53" y="319"/>
                      <a:pt x="53" y="320"/>
                      <a:pt x="54" y="321"/>
                    </a:cubicBezTo>
                    <a:cubicBezTo>
                      <a:pt x="54" y="322"/>
                      <a:pt x="55" y="323"/>
                      <a:pt x="56" y="324"/>
                    </a:cubicBezTo>
                    <a:cubicBezTo>
                      <a:pt x="57" y="324"/>
                      <a:pt x="58" y="324"/>
                      <a:pt x="59" y="324"/>
                    </a:cubicBezTo>
                    <a:cubicBezTo>
                      <a:pt x="60" y="324"/>
                      <a:pt x="61" y="324"/>
                      <a:pt x="62" y="323"/>
                    </a:cubicBezTo>
                    <a:cubicBezTo>
                      <a:pt x="63" y="323"/>
                      <a:pt x="64" y="322"/>
                      <a:pt x="65" y="322"/>
                    </a:cubicBezTo>
                    <a:cubicBezTo>
                      <a:pt x="67" y="320"/>
                      <a:pt x="68" y="319"/>
                      <a:pt x="70" y="318"/>
                    </a:cubicBezTo>
                    <a:cubicBezTo>
                      <a:pt x="72" y="317"/>
                      <a:pt x="75" y="316"/>
                      <a:pt x="77" y="317"/>
                    </a:cubicBezTo>
                    <a:cubicBezTo>
                      <a:pt x="79" y="318"/>
                      <a:pt x="80" y="321"/>
                      <a:pt x="82" y="323"/>
                    </a:cubicBezTo>
                    <a:cubicBezTo>
                      <a:pt x="83" y="325"/>
                      <a:pt x="84" y="325"/>
                      <a:pt x="86" y="325"/>
                    </a:cubicBezTo>
                    <a:cubicBezTo>
                      <a:pt x="87" y="325"/>
                      <a:pt x="88" y="325"/>
                      <a:pt x="89" y="326"/>
                    </a:cubicBezTo>
                    <a:cubicBezTo>
                      <a:pt x="90" y="326"/>
                      <a:pt x="91" y="326"/>
                      <a:pt x="92" y="326"/>
                    </a:cubicBezTo>
                    <a:cubicBezTo>
                      <a:pt x="94" y="326"/>
                      <a:pt x="95" y="326"/>
                      <a:pt x="96" y="326"/>
                    </a:cubicBezTo>
                    <a:cubicBezTo>
                      <a:pt x="98" y="326"/>
                      <a:pt x="100" y="326"/>
                      <a:pt x="102" y="326"/>
                    </a:cubicBezTo>
                    <a:cubicBezTo>
                      <a:pt x="105" y="328"/>
                      <a:pt x="108" y="331"/>
                      <a:pt x="109" y="334"/>
                    </a:cubicBezTo>
                    <a:cubicBezTo>
                      <a:pt x="110" y="335"/>
                      <a:pt x="111" y="337"/>
                      <a:pt x="112" y="338"/>
                    </a:cubicBezTo>
                    <a:cubicBezTo>
                      <a:pt x="113" y="338"/>
                      <a:pt x="114" y="339"/>
                      <a:pt x="115" y="340"/>
                    </a:cubicBezTo>
                    <a:cubicBezTo>
                      <a:pt x="117" y="342"/>
                      <a:pt x="120" y="344"/>
                      <a:pt x="123" y="346"/>
                    </a:cubicBezTo>
                    <a:cubicBezTo>
                      <a:pt x="124" y="347"/>
                      <a:pt x="126" y="348"/>
                      <a:pt x="127" y="349"/>
                    </a:cubicBezTo>
                    <a:cubicBezTo>
                      <a:pt x="129" y="350"/>
                      <a:pt x="130" y="350"/>
                      <a:pt x="132" y="351"/>
                    </a:cubicBezTo>
                    <a:cubicBezTo>
                      <a:pt x="134" y="353"/>
                      <a:pt x="135" y="355"/>
                      <a:pt x="137" y="358"/>
                    </a:cubicBezTo>
                    <a:cubicBezTo>
                      <a:pt x="138" y="360"/>
                      <a:pt x="140" y="362"/>
                      <a:pt x="143" y="364"/>
                    </a:cubicBezTo>
                    <a:cubicBezTo>
                      <a:pt x="144" y="365"/>
                      <a:pt x="145" y="366"/>
                      <a:pt x="147" y="367"/>
                    </a:cubicBezTo>
                    <a:cubicBezTo>
                      <a:pt x="147" y="368"/>
                      <a:pt x="148" y="368"/>
                      <a:pt x="149" y="369"/>
                    </a:cubicBezTo>
                    <a:cubicBezTo>
                      <a:pt x="150" y="369"/>
                      <a:pt x="151" y="369"/>
                      <a:pt x="152" y="370"/>
                    </a:cubicBezTo>
                    <a:cubicBezTo>
                      <a:pt x="152" y="371"/>
                      <a:pt x="152" y="372"/>
                      <a:pt x="153" y="373"/>
                    </a:cubicBezTo>
                    <a:cubicBezTo>
                      <a:pt x="153" y="373"/>
                      <a:pt x="153" y="375"/>
                      <a:pt x="154" y="375"/>
                    </a:cubicBezTo>
                    <a:cubicBezTo>
                      <a:pt x="154" y="375"/>
                      <a:pt x="155" y="373"/>
                      <a:pt x="155" y="373"/>
                    </a:cubicBezTo>
                    <a:cubicBezTo>
                      <a:pt x="156" y="372"/>
                      <a:pt x="158" y="373"/>
                      <a:pt x="159" y="374"/>
                    </a:cubicBezTo>
                    <a:cubicBezTo>
                      <a:pt x="160" y="375"/>
                      <a:pt x="161" y="376"/>
                      <a:pt x="160" y="377"/>
                    </a:cubicBezTo>
                    <a:cubicBezTo>
                      <a:pt x="160" y="378"/>
                      <a:pt x="160" y="380"/>
                      <a:pt x="160" y="381"/>
                    </a:cubicBezTo>
                    <a:cubicBezTo>
                      <a:pt x="161" y="382"/>
                      <a:pt x="162" y="383"/>
                      <a:pt x="163" y="384"/>
                    </a:cubicBezTo>
                    <a:cubicBezTo>
                      <a:pt x="164" y="385"/>
                      <a:pt x="165" y="386"/>
                      <a:pt x="167" y="386"/>
                    </a:cubicBezTo>
                    <a:cubicBezTo>
                      <a:pt x="169" y="386"/>
                      <a:pt x="170" y="386"/>
                      <a:pt x="172" y="386"/>
                    </a:cubicBezTo>
                    <a:cubicBezTo>
                      <a:pt x="173" y="387"/>
                      <a:pt x="175" y="386"/>
                      <a:pt x="177" y="386"/>
                    </a:cubicBezTo>
                    <a:cubicBezTo>
                      <a:pt x="178" y="385"/>
                      <a:pt x="180" y="385"/>
                      <a:pt x="181" y="385"/>
                    </a:cubicBezTo>
                    <a:cubicBezTo>
                      <a:pt x="182" y="386"/>
                      <a:pt x="183" y="387"/>
                      <a:pt x="184" y="388"/>
                    </a:cubicBezTo>
                    <a:cubicBezTo>
                      <a:pt x="185" y="390"/>
                      <a:pt x="185" y="392"/>
                      <a:pt x="185" y="394"/>
                    </a:cubicBezTo>
                    <a:cubicBezTo>
                      <a:pt x="184" y="395"/>
                      <a:pt x="182" y="395"/>
                      <a:pt x="181" y="396"/>
                    </a:cubicBezTo>
                    <a:cubicBezTo>
                      <a:pt x="180" y="397"/>
                      <a:pt x="179" y="398"/>
                      <a:pt x="180" y="400"/>
                    </a:cubicBezTo>
                    <a:cubicBezTo>
                      <a:pt x="180" y="401"/>
                      <a:pt x="181" y="400"/>
                      <a:pt x="182" y="400"/>
                    </a:cubicBezTo>
                    <a:cubicBezTo>
                      <a:pt x="184" y="401"/>
                      <a:pt x="186" y="401"/>
                      <a:pt x="188" y="403"/>
                    </a:cubicBezTo>
                    <a:cubicBezTo>
                      <a:pt x="190" y="404"/>
                      <a:pt x="190" y="405"/>
                      <a:pt x="189" y="407"/>
                    </a:cubicBezTo>
                    <a:cubicBezTo>
                      <a:pt x="189" y="408"/>
                      <a:pt x="188" y="410"/>
                      <a:pt x="186" y="410"/>
                    </a:cubicBezTo>
                    <a:cubicBezTo>
                      <a:pt x="185" y="410"/>
                      <a:pt x="183" y="409"/>
                      <a:pt x="181" y="410"/>
                    </a:cubicBezTo>
                    <a:cubicBezTo>
                      <a:pt x="179" y="410"/>
                      <a:pt x="178" y="411"/>
                      <a:pt x="177" y="412"/>
                    </a:cubicBezTo>
                    <a:cubicBezTo>
                      <a:pt x="176" y="413"/>
                      <a:pt x="176" y="413"/>
                      <a:pt x="175" y="414"/>
                    </a:cubicBezTo>
                    <a:cubicBezTo>
                      <a:pt x="174" y="414"/>
                      <a:pt x="173" y="414"/>
                      <a:pt x="172" y="414"/>
                    </a:cubicBezTo>
                    <a:cubicBezTo>
                      <a:pt x="171" y="415"/>
                      <a:pt x="170" y="416"/>
                      <a:pt x="170" y="417"/>
                    </a:cubicBezTo>
                    <a:cubicBezTo>
                      <a:pt x="170" y="420"/>
                      <a:pt x="176" y="418"/>
                      <a:pt x="176" y="421"/>
                    </a:cubicBezTo>
                    <a:cubicBezTo>
                      <a:pt x="175" y="422"/>
                      <a:pt x="175" y="423"/>
                      <a:pt x="174" y="424"/>
                    </a:cubicBezTo>
                    <a:cubicBezTo>
                      <a:pt x="173" y="425"/>
                      <a:pt x="172" y="426"/>
                      <a:pt x="170" y="426"/>
                    </a:cubicBezTo>
                    <a:cubicBezTo>
                      <a:pt x="169" y="426"/>
                      <a:pt x="167" y="426"/>
                      <a:pt x="166" y="427"/>
                    </a:cubicBezTo>
                    <a:cubicBezTo>
                      <a:pt x="165" y="428"/>
                      <a:pt x="165" y="429"/>
                      <a:pt x="165" y="430"/>
                    </a:cubicBezTo>
                    <a:cubicBezTo>
                      <a:pt x="165" y="431"/>
                      <a:pt x="165" y="432"/>
                      <a:pt x="165" y="433"/>
                    </a:cubicBezTo>
                    <a:cubicBezTo>
                      <a:pt x="165" y="435"/>
                      <a:pt x="164" y="437"/>
                      <a:pt x="164" y="439"/>
                    </a:cubicBezTo>
                    <a:cubicBezTo>
                      <a:pt x="163" y="441"/>
                      <a:pt x="162" y="441"/>
                      <a:pt x="160" y="442"/>
                    </a:cubicBezTo>
                    <a:cubicBezTo>
                      <a:pt x="159" y="443"/>
                      <a:pt x="158" y="444"/>
                      <a:pt x="158" y="445"/>
                    </a:cubicBezTo>
                    <a:cubicBezTo>
                      <a:pt x="158" y="446"/>
                      <a:pt x="158" y="448"/>
                      <a:pt x="160" y="448"/>
                    </a:cubicBezTo>
                    <a:cubicBezTo>
                      <a:pt x="160" y="448"/>
                      <a:pt x="161" y="448"/>
                      <a:pt x="162" y="448"/>
                    </a:cubicBezTo>
                    <a:cubicBezTo>
                      <a:pt x="162" y="448"/>
                      <a:pt x="163" y="448"/>
                      <a:pt x="164" y="448"/>
                    </a:cubicBezTo>
                    <a:cubicBezTo>
                      <a:pt x="165" y="449"/>
                      <a:pt x="166" y="449"/>
                      <a:pt x="166" y="449"/>
                    </a:cubicBezTo>
                    <a:cubicBezTo>
                      <a:pt x="167" y="449"/>
                      <a:pt x="167" y="449"/>
                      <a:pt x="168" y="450"/>
                    </a:cubicBezTo>
                    <a:cubicBezTo>
                      <a:pt x="168" y="450"/>
                      <a:pt x="167" y="450"/>
                      <a:pt x="167" y="451"/>
                    </a:cubicBezTo>
                    <a:cubicBezTo>
                      <a:pt x="167" y="451"/>
                      <a:pt x="167" y="452"/>
                      <a:pt x="166" y="453"/>
                    </a:cubicBezTo>
                    <a:cubicBezTo>
                      <a:pt x="166" y="454"/>
                      <a:pt x="166" y="455"/>
                      <a:pt x="166" y="456"/>
                    </a:cubicBezTo>
                    <a:cubicBezTo>
                      <a:pt x="165" y="458"/>
                      <a:pt x="165" y="459"/>
                      <a:pt x="164" y="461"/>
                    </a:cubicBezTo>
                    <a:cubicBezTo>
                      <a:pt x="164" y="462"/>
                      <a:pt x="164" y="462"/>
                      <a:pt x="163" y="463"/>
                    </a:cubicBezTo>
                    <a:cubicBezTo>
                      <a:pt x="163" y="463"/>
                      <a:pt x="162" y="464"/>
                      <a:pt x="162" y="465"/>
                    </a:cubicBezTo>
                    <a:cubicBezTo>
                      <a:pt x="161" y="466"/>
                      <a:pt x="159" y="466"/>
                      <a:pt x="158" y="467"/>
                    </a:cubicBezTo>
                    <a:cubicBezTo>
                      <a:pt x="157" y="468"/>
                      <a:pt x="157" y="469"/>
                      <a:pt x="157" y="470"/>
                    </a:cubicBezTo>
                    <a:cubicBezTo>
                      <a:pt x="157" y="472"/>
                      <a:pt x="158" y="473"/>
                      <a:pt x="159" y="474"/>
                    </a:cubicBezTo>
                    <a:cubicBezTo>
                      <a:pt x="161" y="477"/>
                      <a:pt x="164" y="478"/>
                      <a:pt x="167" y="479"/>
                    </a:cubicBezTo>
                    <a:cubicBezTo>
                      <a:pt x="170" y="480"/>
                      <a:pt x="174" y="480"/>
                      <a:pt x="177" y="478"/>
                    </a:cubicBezTo>
                    <a:cubicBezTo>
                      <a:pt x="179" y="478"/>
                      <a:pt x="180" y="477"/>
                      <a:pt x="182" y="475"/>
                    </a:cubicBezTo>
                    <a:cubicBezTo>
                      <a:pt x="183" y="474"/>
                      <a:pt x="184" y="473"/>
                      <a:pt x="185" y="472"/>
                    </a:cubicBezTo>
                    <a:cubicBezTo>
                      <a:pt x="187" y="470"/>
                      <a:pt x="186" y="473"/>
                      <a:pt x="186" y="475"/>
                    </a:cubicBezTo>
                    <a:cubicBezTo>
                      <a:pt x="186" y="476"/>
                      <a:pt x="186" y="477"/>
                      <a:pt x="187" y="478"/>
                    </a:cubicBezTo>
                    <a:cubicBezTo>
                      <a:pt x="187" y="479"/>
                      <a:pt x="188" y="480"/>
                      <a:pt x="190" y="480"/>
                    </a:cubicBezTo>
                    <a:cubicBezTo>
                      <a:pt x="193" y="482"/>
                      <a:pt x="197" y="482"/>
                      <a:pt x="201" y="481"/>
                    </a:cubicBezTo>
                    <a:cubicBezTo>
                      <a:pt x="204" y="480"/>
                      <a:pt x="206" y="478"/>
                      <a:pt x="210" y="478"/>
                    </a:cubicBezTo>
                    <a:cubicBezTo>
                      <a:pt x="212" y="477"/>
                      <a:pt x="214" y="478"/>
                      <a:pt x="216" y="478"/>
                    </a:cubicBezTo>
                    <a:cubicBezTo>
                      <a:pt x="219" y="478"/>
                      <a:pt x="221" y="479"/>
                      <a:pt x="224" y="479"/>
                    </a:cubicBezTo>
                    <a:cubicBezTo>
                      <a:pt x="227" y="479"/>
                      <a:pt x="229" y="479"/>
                      <a:pt x="232" y="479"/>
                    </a:cubicBezTo>
                    <a:cubicBezTo>
                      <a:pt x="233" y="480"/>
                      <a:pt x="234" y="480"/>
                      <a:pt x="235" y="480"/>
                    </a:cubicBezTo>
                    <a:cubicBezTo>
                      <a:pt x="235" y="480"/>
                      <a:pt x="236" y="480"/>
                      <a:pt x="236" y="480"/>
                    </a:cubicBezTo>
                    <a:cubicBezTo>
                      <a:pt x="237" y="482"/>
                      <a:pt x="229" y="483"/>
                      <a:pt x="229" y="484"/>
                    </a:cubicBezTo>
                    <a:cubicBezTo>
                      <a:pt x="227" y="484"/>
                      <a:pt x="225" y="484"/>
                      <a:pt x="223" y="484"/>
                    </a:cubicBezTo>
                    <a:cubicBezTo>
                      <a:pt x="222" y="484"/>
                      <a:pt x="221" y="484"/>
                      <a:pt x="220" y="484"/>
                    </a:cubicBezTo>
                    <a:cubicBezTo>
                      <a:pt x="217" y="485"/>
                      <a:pt x="216" y="487"/>
                      <a:pt x="214" y="488"/>
                    </a:cubicBezTo>
                    <a:cubicBezTo>
                      <a:pt x="211" y="490"/>
                      <a:pt x="209" y="489"/>
                      <a:pt x="206" y="487"/>
                    </a:cubicBezTo>
                    <a:cubicBezTo>
                      <a:pt x="205" y="487"/>
                      <a:pt x="203" y="486"/>
                      <a:pt x="201" y="486"/>
                    </a:cubicBezTo>
                    <a:cubicBezTo>
                      <a:pt x="199" y="485"/>
                      <a:pt x="197" y="485"/>
                      <a:pt x="195" y="485"/>
                    </a:cubicBezTo>
                    <a:cubicBezTo>
                      <a:pt x="193" y="485"/>
                      <a:pt x="190" y="485"/>
                      <a:pt x="188" y="486"/>
                    </a:cubicBezTo>
                    <a:cubicBezTo>
                      <a:pt x="186" y="486"/>
                      <a:pt x="184" y="486"/>
                      <a:pt x="183" y="487"/>
                    </a:cubicBezTo>
                    <a:cubicBezTo>
                      <a:pt x="181" y="487"/>
                      <a:pt x="180" y="489"/>
                      <a:pt x="179" y="490"/>
                    </a:cubicBezTo>
                    <a:cubicBezTo>
                      <a:pt x="178" y="492"/>
                      <a:pt x="177" y="494"/>
                      <a:pt x="175" y="495"/>
                    </a:cubicBezTo>
                    <a:cubicBezTo>
                      <a:pt x="174" y="496"/>
                      <a:pt x="172" y="496"/>
                      <a:pt x="170" y="497"/>
                    </a:cubicBezTo>
                    <a:cubicBezTo>
                      <a:pt x="168" y="497"/>
                      <a:pt x="167" y="497"/>
                      <a:pt x="165" y="497"/>
                    </a:cubicBezTo>
                    <a:cubicBezTo>
                      <a:pt x="162" y="498"/>
                      <a:pt x="162" y="502"/>
                      <a:pt x="164" y="505"/>
                    </a:cubicBezTo>
                    <a:cubicBezTo>
                      <a:pt x="165" y="506"/>
                      <a:pt x="167" y="507"/>
                      <a:pt x="169" y="508"/>
                    </a:cubicBezTo>
                    <a:cubicBezTo>
                      <a:pt x="172" y="508"/>
                      <a:pt x="174" y="509"/>
                      <a:pt x="176" y="510"/>
                    </a:cubicBezTo>
                    <a:cubicBezTo>
                      <a:pt x="177" y="510"/>
                      <a:pt x="179" y="511"/>
                      <a:pt x="179" y="512"/>
                    </a:cubicBezTo>
                    <a:cubicBezTo>
                      <a:pt x="178" y="514"/>
                      <a:pt x="175" y="513"/>
                      <a:pt x="174" y="513"/>
                    </a:cubicBezTo>
                    <a:cubicBezTo>
                      <a:pt x="170" y="513"/>
                      <a:pt x="166" y="510"/>
                      <a:pt x="161" y="510"/>
                    </a:cubicBezTo>
                    <a:cubicBezTo>
                      <a:pt x="159" y="510"/>
                      <a:pt x="156" y="510"/>
                      <a:pt x="154" y="511"/>
                    </a:cubicBezTo>
                    <a:cubicBezTo>
                      <a:pt x="152" y="511"/>
                      <a:pt x="150" y="512"/>
                      <a:pt x="147" y="513"/>
                    </a:cubicBezTo>
                    <a:cubicBezTo>
                      <a:pt x="145" y="514"/>
                      <a:pt x="143" y="515"/>
                      <a:pt x="143" y="518"/>
                    </a:cubicBezTo>
                    <a:cubicBezTo>
                      <a:pt x="144" y="521"/>
                      <a:pt x="147" y="522"/>
                      <a:pt x="149" y="524"/>
                    </a:cubicBezTo>
                    <a:cubicBezTo>
                      <a:pt x="151" y="525"/>
                      <a:pt x="153" y="526"/>
                      <a:pt x="154" y="527"/>
                    </a:cubicBezTo>
                    <a:cubicBezTo>
                      <a:pt x="156" y="527"/>
                      <a:pt x="158" y="528"/>
                      <a:pt x="159" y="529"/>
                    </a:cubicBezTo>
                    <a:cubicBezTo>
                      <a:pt x="161" y="529"/>
                      <a:pt x="163" y="529"/>
                      <a:pt x="165" y="528"/>
                    </a:cubicBezTo>
                    <a:cubicBezTo>
                      <a:pt x="167" y="528"/>
                      <a:pt x="170" y="528"/>
                      <a:pt x="172" y="528"/>
                    </a:cubicBezTo>
                    <a:cubicBezTo>
                      <a:pt x="176" y="527"/>
                      <a:pt x="180" y="528"/>
                      <a:pt x="184" y="526"/>
                    </a:cubicBezTo>
                    <a:cubicBezTo>
                      <a:pt x="188" y="525"/>
                      <a:pt x="191" y="523"/>
                      <a:pt x="195" y="524"/>
                    </a:cubicBezTo>
                    <a:cubicBezTo>
                      <a:pt x="199" y="524"/>
                      <a:pt x="202" y="525"/>
                      <a:pt x="205" y="527"/>
                    </a:cubicBezTo>
                    <a:cubicBezTo>
                      <a:pt x="209" y="530"/>
                      <a:pt x="211" y="533"/>
                      <a:pt x="213" y="537"/>
                    </a:cubicBezTo>
                    <a:cubicBezTo>
                      <a:pt x="214" y="538"/>
                      <a:pt x="215" y="540"/>
                      <a:pt x="217" y="541"/>
                    </a:cubicBezTo>
                    <a:cubicBezTo>
                      <a:pt x="219" y="542"/>
                      <a:pt x="221" y="542"/>
                      <a:pt x="223" y="543"/>
                    </a:cubicBezTo>
                    <a:cubicBezTo>
                      <a:pt x="225" y="543"/>
                      <a:pt x="227" y="543"/>
                      <a:pt x="229" y="544"/>
                    </a:cubicBezTo>
                    <a:cubicBezTo>
                      <a:pt x="230" y="545"/>
                      <a:pt x="231" y="546"/>
                      <a:pt x="232" y="547"/>
                    </a:cubicBezTo>
                    <a:cubicBezTo>
                      <a:pt x="232" y="548"/>
                      <a:pt x="231" y="548"/>
                      <a:pt x="231" y="548"/>
                    </a:cubicBezTo>
                    <a:cubicBezTo>
                      <a:pt x="229" y="548"/>
                      <a:pt x="228" y="547"/>
                      <a:pt x="226" y="546"/>
                    </a:cubicBezTo>
                    <a:cubicBezTo>
                      <a:pt x="224" y="546"/>
                      <a:pt x="222" y="546"/>
                      <a:pt x="220" y="546"/>
                    </a:cubicBezTo>
                    <a:cubicBezTo>
                      <a:pt x="218" y="546"/>
                      <a:pt x="216" y="546"/>
                      <a:pt x="215" y="546"/>
                    </a:cubicBezTo>
                    <a:cubicBezTo>
                      <a:pt x="213" y="545"/>
                      <a:pt x="212" y="543"/>
                      <a:pt x="211" y="542"/>
                    </a:cubicBezTo>
                    <a:cubicBezTo>
                      <a:pt x="210" y="540"/>
                      <a:pt x="209" y="537"/>
                      <a:pt x="207" y="536"/>
                    </a:cubicBezTo>
                    <a:cubicBezTo>
                      <a:pt x="205" y="534"/>
                      <a:pt x="203" y="533"/>
                      <a:pt x="201" y="533"/>
                    </a:cubicBezTo>
                    <a:cubicBezTo>
                      <a:pt x="199" y="534"/>
                      <a:pt x="197" y="535"/>
                      <a:pt x="196" y="536"/>
                    </a:cubicBezTo>
                    <a:cubicBezTo>
                      <a:pt x="195" y="536"/>
                      <a:pt x="194" y="537"/>
                      <a:pt x="193" y="537"/>
                    </a:cubicBezTo>
                    <a:cubicBezTo>
                      <a:pt x="191" y="537"/>
                      <a:pt x="190" y="536"/>
                      <a:pt x="189" y="535"/>
                    </a:cubicBezTo>
                    <a:cubicBezTo>
                      <a:pt x="183" y="532"/>
                      <a:pt x="178" y="532"/>
                      <a:pt x="172" y="533"/>
                    </a:cubicBezTo>
                    <a:cubicBezTo>
                      <a:pt x="168" y="534"/>
                      <a:pt x="165" y="536"/>
                      <a:pt x="162" y="538"/>
                    </a:cubicBezTo>
                    <a:cubicBezTo>
                      <a:pt x="161" y="539"/>
                      <a:pt x="160" y="539"/>
                      <a:pt x="159" y="539"/>
                    </a:cubicBezTo>
                    <a:cubicBezTo>
                      <a:pt x="158" y="539"/>
                      <a:pt x="157" y="539"/>
                      <a:pt x="157" y="540"/>
                    </a:cubicBezTo>
                    <a:cubicBezTo>
                      <a:pt x="156" y="540"/>
                      <a:pt x="156" y="540"/>
                      <a:pt x="155" y="540"/>
                    </a:cubicBezTo>
                    <a:cubicBezTo>
                      <a:pt x="155" y="540"/>
                      <a:pt x="152" y="540"/>
                      <a:pt x="152" y="541"/>
                    </a:cubicBezTo>
                    <a:cubicBezTo>
                      <a:pt x="152" y="541"/>
                      <a:pt x="152" y="542"/>
                      <a:pt x="153" y="543"/>
                    </a:cubicBezTo>
                    <a:cubicBezTo>
                      <a:pt x="153" y="544"/>
                      <a:pt x="154" y="544"/>
                      <a:pt x="154" y="545"/>
                    </a:cubicBezTo>
                    <a:cubicBezTo>
                      <a:pt x="156" y="546"/>
                      <a:pt x="157" y="548"/>
                      <a:pt x="158" y="550"/>
                    </a:cubicBezTo>
                    <a:cubicBezTo>
                      <a:pt x="158" y="552"/>
                      <a:pt x="158" y="555"/>
                      <a:pt x="157" y="557"/>
                    </a:cubicBezTo>
                    <a:cubicBezTo>
                      <a:pt x="157" y="559"/>
                      <a:pt x="157" y="561"/>
                      <a:pt x="156" y="563"/>
                    </a:cubicBezTo>
                    <a:cubicBezTo>
                      <a:pt x="155" y="564"/>
                      <a:pt x="154" y="564"/>
                      <a:pt x="153" y="564"/>
                    </a:cubicBezTo>
                    <a:cubicBezTo>
                      <a:pt x="150" y="565"/>
                      <a:pt x="149" y="565"/>
                      <a:pt x="146" y="565"/>
                    </a:cubicBezTo>
                    <a:cubicBezTo>
                      <a:pt x="145" y="564"/>
                      <a:pt x="144" y="564"/>
                      <a:pt x="143" y="564"/>
                    </a:cubicBezTo>
                    <a:cubicBezTo>
                      <a:pt x="142" y="564"/>
                      <a:pt x="141" y="564"/>
                      <a:pt x="140" y="564"/>
                    </a:cubicBezTo>
                    <a:cubicBezTo>
                      <a:pt x="138" y="563"/>
                      <a:pt x="137" y="561"/>
                      <a:pt x="135" y="559"/>
                    </a:cubicBezTo>
                    <a:cubicBezTo>
                      <a:pt x="134" y="558"/>
                      <a:pt x="133" y="556"/>
                      <a:pt x="132" y="555"/>
                    </a:cubicBezTo>
                    <a:cubicBezTo>
                      <a:pt x="131" y="554"/>
                      <a:pt x="130" y="553"/>
                      <a:pt x="129" y="552"/>
                    </a:cubicBezTo>
                    <a:cubicBezTo>
                      <a:pt x="127" y="551"/>
                      <a:pt x="126" y="554"/>
                      <a:pt x="127" y="556"/>
                    </a:cubicBezTo>
                    <a:cubicBezTo>
                      <a:pt x="127" y="559"/>
                      <a:pt x="128" y="561"/>
                      <a:pt x="129" y="564"/>
                    </a:cubicBezTo>
                    <a:cubicBezTo>
                      <a:pt x="130" y="566"/>
                      <a:pt x="130" y="568"/>
                      <a:pt x="129" y="570"/>
                    </a:cubicBezTo>
                    <a:cubicBezTo>
                      <a:pt x="128" y="571"/>
                      <a:pt x="127" y="572"/>
                      <a:pt x="126" y="572"/>
                    </a:cubicBezTo>
                    <a:cubicBezTo>
                      <a:pt x="125" y="572"/>
                      <a:pt x="125" y="571"/>
                      <a:pt x="125" y="570"/>
                    </a:cubicBezTo>
                    <a:cubicBezTo>
                      <a:pt x="125" y="567"/>
                      <a:pt x="125" y="563"/>
                      <a:pt x="122" y="562"/>
                    </a:cubicBezTo>
                    <a:cubicBezTo>
                      <a:pt x="120" y="561"/>
                      <a:pt x="118" y="563"/>
                      <a:pt x="118" y="565"/>
                    </a:cubicBezTo>
                    <a:cubicBezTo>
                      <a:pt x="118" y="567"/>
                      <a:pt x="119" y="569"/>
                      <a:pt x="118" y="571"/>
                    </a:cubicBezTo>
                    <a:cubicBezTo>
                      <a:pt x="118" y="572"/>
                      <a:pt x="116" y="574"/>
                      <a:pt x="115" y="573"/>
                    </a:cubicBezTo>
                    <a:cubicBezTo>
                      <a:pt x="114" y="573"/>
                      <a:pt x="114" y="573"/>
                      <a:pt x="113" y="573"/>
                    </a:cubicBezTo>
                    <a:cubicBezTo>
                      <a:pt x="112" y="572"/>
                      <a:pt x="112" y="572"/>
                      <a:pt x="111" y="572"/>
                    </a:cubicBezTo>
                    <a:cubicBezTo>
                      <a:pt x="109" y="572"/>
                      <a:pt x="107" y="572"/>
                      <a:pt x="105" y="572"/>
                    </a:cubicBezTo>
                    <a:cubicBezTo>
                      <a:pt x="103" y="572"/>
                      <a:pt x="101" y="573"/>
                      <a:pt x="99" y="573"/>
                    </a:cubicBezTo>
                    <a:cubicBezTo>
                      <a:pt x="96" y="573"/>
                      <a:pt x="92" y="573"/>
                      <a:pt x="90" y="571"/>
                    </a:cubicBezTo>
                    <a:cubicBezTo>
                      <a:pt x="89" y="570"/>
                      <a:pt x="88" y="570"/>
                      <a:pt x="87" y="569"/>
                    </a:cubicBezTo>
                    <a:cubicBezTo>
                      <a:pt x="87" y="568"/>
                      <a:pt x="86" y="567"/>
                      <a:pt x="85" y="566"/>
                    </a:cubicBezTo>
                    <a:cubicBezTo>
                      <a:pt x="82" y="565"/>
                      <a:pt x="79" y="564"/>
                      <a:pt x="76" y="562"/>
                    </a:cubicBezTo>
                    <a:cubicBezTo>
                      <a:pt x="74" y="561"/>
                      <a:pt x="72" y="560"/>
                      <a:pt x="70" y="561"/>
                    </a:cubicBezTo>
                    <a:cubicBezTo>
                      <a:pt x="68" y="562"/>
                      <a:pt x="66" y="564"/>
                      <a:pt x="64" y="565"/>
                    </a:cubicBezTo>
                    <a:cubicBezTo>
                      <a:pt x="62" y="566"/>
                      <a:pt x="59" y="566"/>
                      <a:pt x="58" y="564"/>
                    </a:cubicBezTo>
                    <a:cubicBezTo>
                      <a:pt x="57" y="562"/>
                      <a:pt x="56" y="561"/>
                      <a:pt x="54" y="560"/>
                    </a:cubicBezTo>
                    <a:cubicBezTo>
                      <a:pt x="53" y="560"/>
                      <a:pt x="52" y="560"/>
                      <a:pt x="50" y="560"/>
                    </a:cubicBezTo>
                    <a:cubicBezTo>
                      <a:pt x="49" y="559"/>
                      <a:pt x="48" y="559"/>
                      <a:pt x="46" y="559"/>
                    </a:cubicBezTo>
                    <a:cubicBezTo>
                      <a:pt x="45" y="558"/>
                      <a:pt x="46" y="554"/>
                      <a:pt x="47" y="553"/>
                    </a:cubicBezTo>
                    <a:cubicBezTo>
                      <a:pt x="48" y="551"/>
                      <a:pt x="49" y="550"/>
                      <a:pt x="50" y="548"/>
                    </a:cubicBezTo>
                    <a:cubicBezTo>
                      <a:pt x="51" y="546"/>
                      <a:pt x="51" y="543"/>
                      <a:pt x="51" y="541"/>
                    </a:cubicBezTo>
                    <a:cubicBezTo>
                      <a:pt x="51" y="539"/>
                      <a:pt x="50" y="537"/>
                      <a:pt x="50" y="534"/>
                    </a:cubicBezTo>
                    <a:cubicBezTo>
                      <a:pt x="50" y="532"/>
                      <a:pt x="49" y="529"/>
                      <a:pt x="47" y="527"/>
                    </a:cubicBezTo>
                    <a:cubicBezTo>
                      <a:pt x="47" y="526"/>
                      <a:pt x="46" y="526"/>
                      <a:pt x="45" y="526"/>
                    </a:cubicBezTo>
                    <a:cubicBezTo>
                      <a:pt x="44" y="526"/>
                      <a:pt x="44" y="527"/>
                      <a:pt x="43" y="527"/>
                    </a:cubicBezTo>
                    <a:cubicBezTo>
                      <a:pt x="42" y="529"/>
                      <a:pt x="41" y="531"/>
                      <a:pt x="40" y="533"/>
                    </a:cubicBezTo>
                    <a:cubicBezTo>
                      <a:pt x="38" y="535"/>
                      <a:pt x="36" y="537"/>
                      <a:pt x="34" y="538"/>
                    </a:cubicBezTo>
                    <a:cubicBezTo>
                      <a:pt x="32" y="540"/>
                      <a:pt x="29" y="541"/>
                      <a:pt x="26" y="541"/>
                    </a:cubicBezTo>
                    <a:cubicBezTo>
                      <a:pt x="24" y="542"/>
                      <a:pt x="24" y="543"/>
                      <a:pt x="23" y="545"/>
                    </a:cubicBezTo>
                    <a:cubicBezTo>
                      <a:pt x="23" y="547"/>
                      <a:pt x="22" y="549"/>
                      <a:pt x="23" y="551"/>
                    </a:cubicBezTo>
                    <a:cubicBezTo>
                      <a:pt x="24" y="553"/>
                      <a:pt x="25" y="554"/>
                      <a:pt x="25" y="556"/>
                    </a:cubicBezTo>
                    <a:cubicBezTo>
                      <a:pt x="25" y="557"/>
                      <a:pt x="24" y="557"/>
                      <a:pt x="23" y="557"/>
                    </a:cubicBezTo>
                    <a:cubicBezTo>
                      <a:pt x="22" y="557"/>
                      <a:pt x="22" y="557"/>
                      <a:pt x="21" y="558"/>
                    </a:cubicBezTo>
                    <a:cubicBezTo>
                      <a:pt x="20" y="558"/>
                      <a:pt x="20" y="558"/>
                      <a:pt x="19" y="558"/>
                    </a:cubicBezTo>
                    <a:cubicBezTo>
                      <a:pt x="18" y="558"/>
                      <a:pt x="17" y="558"/>
                      <a:pt x="15" y="559"/>
                    </a:cubicBezTo>
                    <a:cubicBezTo>
                      <a:pt x="13" y="559"/>
                      <a:pt x="11" y="560"/>
                      <a:pt x="10" y="562"/>
                    </a:cubicBezTo>
                    <a:cubicBezTo>
                      <a:pt x="9" y="564"/>
                      <a:pt x="9" y="565"/>
                      <a:pt x="9" y="567"/>
                    </a:cubicBezTo>
                    <a:cubicBezTo>
                      <a:pt x="8" y="568"/>
                      <a:pt x="8" y="569"/>
                      <a:pt x="7" y="571"/>
                    </a:cubicBezTo>
                    <a:cubicBezTo>
                      <a:pt x="7" y="572"/>
                      <a:pt x="6" y="573"/>
                      <a:pt x="5" y="574"/>
                    </a:cubicBezTo>
                    <a:cubicBezTo>
                      <a:pt x="5" y="574"/>
                      <a:pt x="4" y="575"/>
                      <a:pt x="3" y="575"/>
                    </a:cubicBezTo>
                    <a:cubicBezTo>
                      <a:pt x="1" y="577"/>
                      <a:pt x="0" y="579"/>
                      <a:pt x="1" y="582"/>
                    </a:cubicBezTo>
                    <a:cubicBezTo>
                      <a:pt x="2" y="584"/>
                      <a:pt x="4" y="584"/>
                      <a:pt x="6" y="584"/>
                    </a:cubicBezTo>
                    <a:cubicBezTo>
                      <a:pt x="7" y="583"/>
                      <a:pt x="8" y="583"/>
                      <a:pt x="10" y="584"/>
                    </a:cubicBezTo>
                    <a:cubicBezTo>
                      <a:pt x="11" y="584"/>
                      <a:pt x="12" y="586"/>
                      <a:pt x="12" y="587"/>
                    </a:cubicBezTo>
                    <a:cubicBezTo>
                      <a:pt x="13" y="589"/>
                      <a:pt x="14" y="590"/>
                      <a:pt x="15" y="591"/>
                    </a:cubicBezTo>
                    <a:cubicBezTo>
                      <a:pt x="16" y="592"/>
                      <a:pt x="17" y="592"/>
                      <a:pt x="19" y="592"/>
                    </a:cubicBezTo>
                    <a:cubicBezTo>
                      <a:pt x="20" y="592"/>
                      <a:pt x="22" y="593"/>
                      <a:pt x="23" y="594"/>
                    </a:cubicBezTo>
                    <a:cubicBezTo>
                      <a:pt x="24" y="595"/>
                      <a:pt x="24" y="596"/>
                      <a:pt x="25" y="597"/>
                    </a:cubicBezTo>
                    <a:cubicBezTo>
                      <a:pt x="27" y="598"/>
                      <a:pt x="29" y="598"/>
                      <a:pt x="31" y="599"/>
                    </a:cubicBezTo>
                    <a:cubicBezTo>
                      <a:pt x="33" y="599"/>
                      <a:pt x="35" y="599"/>
                      <a:pt x="38" y="599"/>
                    </a:cubicBezTo>
                    <a:cubicBezTo>
                      <a:pt x="40" y="599"/>
                      <a:pt x="42" y="598"/>
                      <a:pt x="45" y="597"/>
                    </a:cubicBezTo>
                    <a:cubicBezTo>
                      <a:pt x="46" y="597"/>
                      <a:pt x="47" y="596"/>
                      <a:pt x="49" y="596"/>
                    </a:cubicBezTo>
                    <a:cubicBezTo>
                      <a:pt x="50" y="596"/>
                      <a:pt x="51" y="597"/>
                      <a:pt x="51" y="599"/>
                    </a:cubicBezTo>
                    <a:cubicBezTo>
                      <a:pt x="52" y="600"/>
                      <a:pt x="52" y="602"/>
                      <a:pt x="53" y="604"/>
                    </a:cubicBezTo>
                    <a:cubicBezTo>
                      <a:pt x="54" y="605"/>
                      <a:pt x="55" y="607"/>
                      <a:pt x="56" y="608"/>
                    </a:cubicBezTo>
                    <a:cubicBezTo>
                      <a:pt x="58" y="610"/>
                      <a:pt x="59" y="611"/>
                      <a:pt x="61" y="612"/>
                    </a:cubicBezTo>
                    <a:cubicBezTo>
                      <a:pt x="62" y="613"/>
                      <a:pt x="63" y="615"/>
                      <a:pt x="64" y="616"/>
                    </a:cubicBezTo>
                    <a:cubicBezTo>
                      <a:pt x="67" y="618"/>
                      <a:pt x="70" y="620"/>
                      <a:pt x="74" y="621"/>
                    </a:cubicBezTo>
                    <a:cubicBezTo>
                      <a:pt x="75" y="622"/>
                      <a:pt x="77" y="623"/>
                      <a:pt x="79" y="623"/>
                    </a:cubicBezTo>
                    <a:cubicBezTo>
                      <a:pt x="82" y="624"/>
                      <a:pt x="84" y="625"/>
                      <a:pt x="86" y="626"/>
                    </a:cubicBezTo>
                    <a:cubicBezTo>
                      <a:pt x="88" y="628"/>
                      <a:pt x="90" y="629"/>
                      <a:pt x="92" y="630"/>
                    </a:cubicBezTo>
                    <a:cubicBezTo>
                      <a:pt x="93" y="631"/>
                      <a:pt x="95" y="631"/>
                      <a:pt x="97" y="630"/>
                    </a:cubicBezTo>
                    <a:cubicBezTo>
                      <a:pt x="101" y="630"/>
                      <a:pt x="107" y="632"/>
                      <a:pt x="108" y="637"/>
                    </a:cubicBezTo>
                    <a:cubicBezTo>
                      <a:pt x="109" y="641"/>
                      <a:pt x="107" y="645"/>
                      <a:pt x="109" y="648"/>
                    </a:cubicBezTo>
                    <a:cubicBezTo>
                      <a:pt x="110" y="649"/>
                      <a:pt x="111" y="650"/>
                      <a:pt x="112" y="651"/>
                    </a:cubicBezTo>
                    <a:cubicBezTo>
                      <a:pt x="113" y="651"/>
                      <a:pt x="114" y="651"/>
                      <a:pt x="115" y="651"/>
                    </a:cubicBezTo>
                    <a:cubicBezTo>
                      <a:pt x="116" y="651"/>
                      <a:pt x="117" y="652"/>
                      <a:pt x="119" y="652"/>
                    </a:cubicBezTo>
                    <a:cubicBezTo>
                      <a:pt x="121" y="653"/>
                      <a:pt x="123" y="653"/>
                      <a:pt x="125" y="654"/>
                    </a:cubicBezTo>
                    <a:cubicBezTo>
                      <a:pt x="125" y="655"/>
                      <a:pt x="126" y="655"/>
                      <a:pt x="126" y="655"/>
                    </a:cubicBezTo>
                    <a:cubicBezTo>
                      <a:pt x="127" y="655"/>
                      <a:pt x="127" y="655"/>
                      <a:pt x="128" y="655"/>
                    </a:cubicBezTo>
                    <a:cubicBezTo>
                      <a:pt x="129" y="656"/>
                      <a:pt x="130" y="656"/>
                      <a:pt x="131" y="657"/>
                    </a:cubicBezTo>
                    <a:cubicBezTo>
                      <a:pt x="134" y="659"/>
                      <a:pt x="137" y="661"/>
                      <a:pt x="141" y="661"/>
                    </a:cubicBezTo>
                    <a:cubicBezTo>
                      <a:pt x="144" y="662"/>
                      <a:pt x="146" y="660"/>
                      <a:pt x="149" y="659"/>
                    </a:cubicBezTo>
                    <a:cubicBezTo>
                      <a:pt x="150" y="658"/>
                      <a:pt x="151" y="657"/>
                      <a:pt x="153" y="658"/>
                    </a:cubicBezTo>
                    <a:cubicBezTo>
                      <a:pt x="154" y="658"/>
                      <a:pt x="155" y="659"/>
                      <a:pt x="156" y="660"/>
                    </a:cubicBezTo>
                    <a:cubicBezTo>
                      <a:pt x="157" y="662"/>
                      <a:pt x="160" y="665"/>
                      <a:pt x="162" y="662"/>
                    </a:cubicBezTo>
                    <a:cubicBezTo>
                      <a:pt x="162" y="661"/>
                      <a:pt x="162" y="659"/>
                      <a:pt x="163" y="658"/>
                    </a:cubicBezTo>
                    <a:cubicBezTo>
                      <a:pt x="163" y="656"/>
                      <a:pt x="164" y="654"/>
                      <a:pt x="165" y="653"/>
                    </a:cubicBezTo>
                    <a:cubicBezTo>
                      <a:pt x="167" y="649"/>
                      <a:pt x="172" y="652"/>
                      <a:pt x="176" y="652"/>
                    </a:cubicBezTo>
                    <a:cubicBezTo>
                      <a:pt x="177" y="653"/>
                      <a:pt x="179" y="653"/>
                      <a:pt x="180" y="653"/>
                    </a:cubicBezTo>
                    <a:cubicBezTo>
                      <a:pt x="182" y="654"/>
                      <a:pt x="184" y="655"/>
                      <a:pt x="186" y="656"/>
                    </a:cubicBezTo>
                    <a:cubicBezTo>
                      <a:pt x="189" y="658"/>
                      <a:pt x="192" y="662"/>
                      <a:pt x="197" y="660"/>
                    </a:cubicBezTo>
                    <a:cubicBezTo>
                      <a:pt x="197" y="660"/>
                      <a:pt x="198" y="659"/>
                      <a:pt x="199" y="659"/>
                    </a:cubicBezTo>
                    <a:cubicBezTo>
                      <a:pt x="201" y="659"/>
                      <a:pt x="202" y="659"/>
                      <a:pt x="203" y="659"/>
                    </a:cubicBezTo>
                    <a:cubicBezTo>
                      <a:pt x="206" y="658"/>
                      <a:pt x="209" y="656"/>
                      <a:pt x="211" y="653"/>
                    </a:cubicBezTo>
                    <a:cubicBezTo>
                      <a:pt x="213" y="649"/>
                      <a:pt x="212" y="644"/>
                      <a:pt x="213" y="640"/>
                    </a:cubicBezTo>
                    <a:cubicBezTo>
                      <a:pt x="214" y="636"/>
                      <a:pt x="217" y="631"/>
                      <a:pt x="216" y="627"/>
                    </a:cubicBezTo>
                    <a:cubicBezTo>
                      <a:pt x="216" y="625"/>
                      <a:pt x="214" y="624"/>
                      <a:pt x="213" y="622"/>
                    </a:cubicBezTo>
                    <a:cubicBezTo>
                      <a:pt x="212" y="621"/>
                      <a:pt x="211" y="621"/>
                      <a:pt x="211" y="619"/>
                    </a:cubicBezTo>
                    <a:cubicBezTo>
                      <a:pt x="210" y="618"/>
                      <a:pt x="210" y="617"/>
                      <a:pt x="210" y="615"/>
                    </a:cubicBezTo>
                    <a:cubicBezTo>
                      <a:pt x="209" y="613"/>
                      <a:pt x="208" y="612"/>
                      <a:pt x="207" y="610"/>
                    </a:cubicBezTo>
                    <a:cubicBezTo>
                      <a:pt x="206" y="609"/>
                      <a:pt x="205" y="607"/>
                      <a:pt x="205" y="605"/>
                    </a:cubicBezTo>
                    <a:cubicBezTo>
                      <a:pt x="205" y="604"/>
                      <a:pt x="207" y="602"/>
                      <a:pt x="208" y="601"/>
                    </a:cubicBezTo>
                    <a:cubicBezTo>
                      <a:pt x="212" y="598"/>
                      <a:pt x="216" y="595"/>
                      <a:pt x="222" y="594"/>
                    </a:cubicBezTo>
                    <a:cubicBezTo>
                      <a:pt x="223" y="594"/>
                      <a:pt x="225" y="594"/>
                      <a:pt x="227" y="594"/>
                    </a:cubicBezTo>
                    <a:cubicBezTo>
                      <a:pt x="229" y="594"/>
                      <a:pt x="232" y="594"/>
                      <a:pt x="234" y="595"/>
                    </a:cubicBezTo>
                    <a:cubicBezTo>
                      <a:pt x="235" y="595"/>
                      <a:pt x="237" y="596"/>
                      <a:pt x="237" y="598"/>
                    </a:cubicBezTo>
                    <a:cubicBezTo>
                      <a:pt x="237" y="599"/>
                      <a:pt x="236" y="599"/>
                      <a:pt x="235" y="600"/>
                    </a:cubicBezTo>
                    <a:cubicBezTo>
                      <a:pt x="234" y="602"/>
                      <a:pt x="232" y="604"/>
                      <a:pt x="230" y="605"/>
                    </a:cubicBezTo>
                    <a:cubicBezTo>
                      <a:pt x="229" y="606"/>
                      <a:pt x="228" y="606"/>
                      <a:pt x="228" y="607"/>
                    </a:cubicBezTo>
                    <a:cubicBezTo>
                      <a:pt x="227" y="608"/>
                      <a:pt x="226" y="610"/>
                      <a:pt x="226" y="612"/>
                    </a:cubicBezTo>
                    <a:cubicBezTo>
                      <a:pt x="226" y="614"/>
                      <a:pt x="225" y="616"/>
                      <a:pt x="225" y="617"/>
                    </a:cubicBezTo>
                    <a:cubicBezTo>
                      <a:pt x="224" y="620"/>
                      <a:pt x="223" y="622"/>
                      <a:pt x="223" y="624"/>
                    </a:cubicBezTo>
                    <a:cubicBezTo>
                      <a:pt x="222" y="626"/>
                      <a:pt x="222" y="629"/>
                      <a:pt x="222" y="631"/>
                    </a:cubicBezTo>
                    <a:cubicBezTo>
                      <a:pt x="222" y="634"/>
                      <a:pt x="222" y="636"/>
                      <a:pt x="221" y="639"/>
                    </a:cubicBezTo>
                    <a:cubicBezTo>
                      <a:pt x="221" y="641"/>
                      <a:pt x="220" y="644"/>
                      <a:pt x="219" y="646"/>
                    </a:cubicBezTo>
                    <a:cubicBezTo>
                      <a:pt x="217" y="650"/>
                      <a:pt x="214" y="654"/>
                      <a:pt x="216" y="658"/>
                    </a:cubicBezTo>
                    <a:cubicBezTo>
                      <a:pt x="217" y="660"/>
                      <a:pt x="219" y="662"/>
                      <a:pt x="221" y="663"/>
                    </a:cubicBezTo>
                    <a:cubicBezTo>
                      <a:pt x="223" y="665"/>
                      <a:pt x="225" y="666"/>
                      <a:pt x="227" y="667"/>
                    </a:cubicBezTo>
                    <a:cubicBezTo>
                      <a:pt x="229" y="668"/>
                      <a:pt x="231" y="668"/>
                      <a:pt x="234" y="667"/>
                    </a:cubicBezTo>
                    <a:cubicBezTo>
                      <a:pt x="236" y="667"/>
                      <a:pt x="238" y="666"/>
                      <a:pt x="240" y="665"/>
                    </a:cubicBezTo>
                    <a:cubicBezTo>
                      <a:pt x="241" y="665"/>
                      <a:pt x="243" y="665"/>
                      <a:pt x="245" y="665"/>
                    </a:cubicBezTo>
                    <a:cubicBezTo>
                      <a:pt x="247" y="665"/>
                      <a:pt x="248" y="666"/>
                      <a:pt x="250" y="666"/>
                    </a:cubicBezTo>
                    <a:cubicBezTo>
                      <a:pt x="255" y="666"/>
                      <a:pt x="257" y="662"/>
                      <a:pt x="260" y="660"/>
                    </a:cubicBezTo>
                    <a:cubicBezTo>
                      <a:pt x="261" y="658"/>
                      <a:pt x="263" y="657"/>
                      <a:pt x="266" y="656"/>
                    </a:cubicBezTo>
                    <a:cubicBezTo>
                      <a:pt x="268" y="656"/>
                      <a:pt x="271" y="657"/>
                      <a:pt x="273" y="658"/>
                    </a:cubicBezTo>
                    <a:cubicBezTo>
                      <a:pt x="275" y="658"/>
                      <a:pt x="277" y="659"/>
                      <a:pt x="278" y="661"/>
                    </a:cubicBezTo>
                    <a:cubicBezTo>
                      <a:pt x="278" y="662"/>
                      <a:pt x="278" y="663"/>
                      <a:pt x="277" y="665"/>
                    </a:cubicBezTo>
                    <a:cubicBezTo>
                      <a:pt x="276" y="666"/>
                      <a:pt x="275" y="668"/>
                      <a:pt x="275" y="669"/>
                    </a:cubicBezTo>
                    <a:cubicBezTo>
                      <a:pt x="274" y="671"/>
                      <a:pt x="274" y="672"/>
                      <a:pt x="273" y="674"/>
                    </a:cubicBezTo>
                    <a:cubicBezTo>
                      <a:pt x="273" y="674"/>
                      <a:pt x="273" y="676"/>
                      <a:pt x="273" y="675"/>
                    </a:cubicBezTo>
                    <a:cubicBezTo>
                      <a:pt x="273" y="673"/>
                      <a:pt x="273" y="671"/>
                      <a:pt x="273" y="670"/>
                    </a:cubicBezTo>
                    <a:cubicBezTo>
                      <a:pt x="273" y="668"/>
                      <a:pt x="273" y="665"/>
                      <a:pt x="272" y="663"/>
                    </a:cubicBezTo>
                    <a:cubicBezTo>
                      <a:pt x="271" y="662"/>
                      <a:pt x="269" y="662"/>
                      <a:pt x="268" y="663"/>
                    </a:cubicBezTo>
                    <a:cubicBezTo>
                      <a:pt x="264" y="664"/>
                      <a:pt x="261" y="667"/>
                      <a:pt x="257" y="668"/>
                    </a:cubicBezTo>
                    <a:cubicBezTo>
                      <a:pt x="256" y="668"/>
                      <a:pt x="255" y="668"/>
                      <a:pt x="254" y="668"/>
                    </a:cubicBezTo>
                    <a:cubicBezTo>
                      <a:pt x="252" y="669"/>
                      <a:pt x="250" y="671"/>
                      <a:pt x="249" y="672"/>
                    </a:cubicBezTo>
                    <a:cubicBezTo>
                      <a:pt x="247" y="674"/>
                      <a:pt x="245" y="676"/>
                      <a:pt x="243" y="678"/>
                    </a:cubicBezTo>
                    <a:cubicBezTo>
                      <a:pt x="242" y="680"/>
                      <a:pt x="241" y="681"/>
                      <a:pt x="239" y="681"/>
                    </a:cubicBezTo>
                    <a:cubicBezTo>
                      <a:pt x="237" y="681"/>
                      <a:pt x="235" y="681"/>
                      <a:pt x="234" y="680"/>
                    </a:cubicBezTo>
                    <a:cubicBezTo>
                      <a:pt x="232" y="679"/>
                      <a:pt x="230" y="678"/>
                      <a:pt x="229" y="676"/>
                    </a:cubicBezTo>
                    <a:cubicBezTo>
                      <a:pt x="225" y="673"/>
                      <a:pt x="223" y="667"/>
                      <a:pt x="219" y="664"/>
                    </a:cubicBezTo>
                    <a:cubicBezTo>
                      <a:pt x="216" y="662"/>
                      <a:pt x="213" y="660"/>
                      <a:pt x="209" y="661"/>
                    </a:cubicBezTo>
                    <a:cubicBezTo>
                      <a:pt x="206" y="661"/>
                      <a:pt x="202" y="662"/>
                      <a:pt x="199" y="664"/>
                    </a:cubicBezTo>
                    <a:cubicBezTo>
                      <a:pt x="197" y="665"/>
                      <a:pt x="194" y="666"/>
                      <a:pt x="191" y="665"/>
                    </a:cubicBezTo>
                    <a:cubicBezTo>
                      <a:pt x="188" y="664"/>
                      <a:pt x="186" y="662"/>
                      <a:pt x="184" y="660"/>
                    </a:cubicBezTo>
                    <a:cubicBezTo>
                      <a:pt x="182" y="658"/>
                      <a:pt x="180" y="656"/>
                      <a:pt x="177" y="657"/>
                    </a:cubicBezTo>
                    <a:cubicBezTo>
                      <a:pt x="176" y="657"/>
                      <a:pt x="175" y="657"/>
                      <a:pt x="174" y="658"/>
                    </a:cubicBezTo>
                    <a:cubicBezTo>
                      <a:pt x="172" y="660"/>
                      <a:pt x="169" y="664"/>
                      <a:pt x="169" y="667"/>
                    </a:cubicBezTo>
                    <a:cubicBezTo>
                      <a:pt x="169" y="668"/>
                      <a:pt x="169" y="669"/>
                      <a:pt x="169" y="670"/>
                    </a:cubicBezTo>
                    <a:cubicBezTo>
                      <a:pt x="169" y="672"/>
                      <a:pt x="170" y="675"/>
                      <a:pt x="171" y="677"/>
                    </a:cubicBezTo>
                    <a:cubicBezTo>
                      <a:pt x="172" y="680"/>
                      <a:pt x="175" y="682"/>
                      <a:pt x="177" y="684"/>
                    </a:cubicBezTo>
                    <a:cubicBezTo>
                      <a:pt x="178" y="686"/>
                      <a:pt x="180" y="689"/>
                      <a:pt x="181" y="692"/>
                    </a:cubicBezTo>
                    <a:cubicBezTo>
                      <a:pt x="183" y="695"/>
                      <a:pt x="183" y="698"/>
                      <a:pt x="185" y="701"/>
                    </a:cubicBezTo>
                    <a:cubicBezTo>
                      <a:pt x="186" y="702"/>
                      <a:pt x="186" y="703"/>
                      <a:pt x="187" y="704"/>
                    </a:cubicBezTo>
                    <a:cubicBezTo>
                      <a:pt x="188" y="706"/>
                      <a:pt x="189" y="707"/>
                      <a:pt x="190" y="709"/>
                    </a:cubicBezTo>
                    <a:cubicBezTo>
                      <a:pt x="191" y="710"/>
                      <a:pt x="192" y="711"/>
                      <a:pt x="193" y="711"/>
                    </a:cubicBezTo>
                    <a:cubicBezTo>
                      <a:pt x="194" y="711"/>
                      <a:pt x="195" y="711"/>
                      <a:pt x="195" y="710"/>
                    </a:cubicBezTo>
                    <a:cubicBezTo>
                      <a:pt x="197" y="709"/>
                      <a:pt x="199" y="708"/>
                      <a:pt x="200" y="707"/>
                    </a:cubicBezTo>
                    <a:cubicBezTo>
                      <a:pt x="203" y="706"/>
                      <a:pt x="205" y="703"/>
                      <a:pt x="207" y="702"/>
                    </a:cubicBezTo>
                    <a:cubicBezTo>
                      <a:pt x="211" y="700"/>
                      <a:pt x="214" y="699"/>
                      <a:pt x="217" y="696"/>
                    </a:cubicBezTo>
                    <a:cubicBezTo>
                      <a:pt x="218" y="695"/>
                      <a:pt x="219" y="693"/>
                      <a:pt x="221" y="692"/>
                    </a:cubicBezTo>
                    <a:cubicBezTo>
                      <a:pt x="222" y="691"/>
                      <a:pt x="223" y="689"/>
                      <a:pt x="224" y="690"/>
                    </a:cubicBezTo>
                    <a:cubicBezTo>
                      <a:pt x="225" y="690"/>
                      <a:pt x="225" y="691"/>
                      <a:pt x="224" y="692"/>
                    </a:cubicBezTo>
                    <a:cubicBezTo>
                      <a:pt x="224" y="693"/>
                      <a:pt x="223" y="694"/>
                      <a:pt x="223" y="695"/>
                    </a:cubicBezTo>
                    <a:cubicBezTo>
                      <a:pt x="222" y="698"/>
                      <a:pt x="222" y="701"/>
                      <a:pt x="220" y="703"/>
                    </a:cubicBezTo>
                    <a:cubicBezTo>
                      <a:pt x="218" y="705"/>
                      <a:pt x="216" y="707"/>
                      <a:pt x="214" y="709"/>
                    </a:cubicBezTo>
                    <a:cubicBezTo>
                      <a:pt x="212" y="711"/>
                      <a:pt x="210" y="713"/>
                      <a:pt x="208" y="715"/>
                    </a:cubicBezTo>
                    <a:cubicBezTo>
                      <a:pt x="205" y="716"/>
                      <a:pt x="202" y="716"/>
                      <a:pt x="200" y="718"/>
                    </a:cubicBezTo>
                    <a:cubicBezTo>
                      <a:pt x="198" y="719"/>
                      <a:pt x="196" y="721"/>
                      <a:pt x="196" y="723"/>
                    </a:cubicBezTo>
                    <a:cubicBezTo>
                      <a:pt x="196" y="724"/>
                      <a:pt x="196" y="725"/>
                      <a:pt x="197" y="726"/>
                    </a:cubicBezTo>
                    <a:cubicBezTo>
                      <a:pt x="197" y="728"/>
                      <a:pt x="198" y="729"/>
                      <a:pt x="198" y="730"/>
                    </a:cubicBezTo>
                    <a:cubicBezTo>
                      <a:pt x="199" y="734"/>
                      <a:pt x="200" y="738"/>
                      <a:pt x="202" y="741"/>
                    </a:cubicBezTo>
                    <a:cubicBezTo>
                      <a:pt x="203" y="742"/>
                      <a:pt x="203" y="744"/>
                      <a:pt x="203" y="745"/>
                    </a:cubicBezTo>
                    <a:cubicBezTo>
                      <a:pt x="204" y="747"/>
                      <a:pt x="204" y="749"/>
                      <a:pt x="205" y="751"/>
                    </a:cubicBezTo>
                    <a:cubicBezTo>
                      <a:pt x="205" y="752"/>
                      <a:pt x="205" y="752"/>
                      <a:pt x="205" y="753"/>
                    </a:cubicBezTo>
                    <a:cubicBezTo>
                      <a:pt x="206" y="754"/>
                      <a:pt x="206" y="755"/>
                      <a:pt x="206" y="756"/>
                    </a:cubicBezTo>
                    <a:cubicBezTo>
                      <a:pt x="207" y="757"/>
                      <a:pt x="207" y="759"/>
                      <a:pt x="207" y="760"/>
                    </a:cubicBezTo>
                    <a:cubicBezTo>
                      <a:pt x="208" y="761"/>
                      <a:pt x="208" y="762"/>
                      <a:pt x="208" y="763"/>
                    </a:cubicBezTo>
                    <a:cubicBezTo>
                      <a:pt x="209" y="765"/>
                      <a:pt x="210" y="766"/>
                      <a:pt x="211" y="768"/>
                    </a:cubicBezTo>
                    <a:cubicBezTo>
                      <a:pt x="212" y="769"/>
                      <a:pt x="213" y="771"/>
                      <a:pt x="214" y="771"/>
                    </a:cubicBezTo>
                    <a:cubicBezTo>
                      <a:pt x="215" y="772"/>
                      <a:pt x="215" y="772"/>
                      <a:pt x="216" y="772"/>
                    </a:cubicBezTo>
                    <a:cubicBezTo>
                      <a:pt x="217" y="772"/>
                      <a:pt x="217" y="772"/>
                      <a:pt x="217" y="773"/>
                    </a:cubicBezTo>
                    <a:cubicBezTo>
                      <a:pt x="218" y="773"/>
                      <a:pt x="218" y="773"/>
                      <a:pt x="219" y="774"/>
                    </a:cubicBezTo>
                    <a:cubicBezTo>
                      <a:pt x="219" y="774"/>
                      <a:pt x="219" y="775"/>
                      <a:pt x="219" y="776"/>
                    </a:cubicBezTo>
                    <a:cubicBezTo>
                      <a:pt x="217" y="776"/>
                      <a:pt x="214" y="775"/>
                      <a:pt x="214" y="777"/>
                    </a:cubicBezTo>
                    <a:cubicBezTo>
                      <a:pt x="213" y="778"/>
                      <a:pt x="213" y="779"/>
                      <a:pt x="214" y="780"/>
                    </a:cubicBezTo>
                    <a:cubicBezTo>
                      <a:pt x="214" y="782"/>
                      <a:pt x="214" y="784"/>
                      <a:pt x="215" y="785"/>
                    </a:cubicBezTo>
                    <a:cubicBezTo>
                      <a:pt x="215" y="787"/>
                      <a:pt x="216" y="788"/>
                      <a:pt x="217" y="790"/>
                    </a:cubicBezTo>
                    <a:cubicBezTo>
                      <a:pt x="217" y="792"/>
                      <a:pt x="218" y="795"/>
                      <a:pt x="219" y="798"/>
                    </a:cubicBezTo>
                    <a:cubicBezTo>
                      <a:pt x="219" y="799"/>
                      <a:pt x="220" y="800"/>
                      <a:pt x="221" y="802"/>
                    </a:cubicBezTo>
                    <a:cubicBezTo>
                      <a:pt x="222" y="803"/>
                      <a:pt x="222" y="804"/>
                      <a:pt x="223" y="805"/>
                    </a:cubicBezTo>
                    <a:cubicBezTo>
                      <a:pt x="224" y="806"/>
                      <a:pt x="225" y="806"/>
                      <a:pt x="227" y="807"/>
                    </a:cubicBezTo>
                    <a:cubicBezTo>
                      <a:pt x="228" y="806"/>
                      <a:pt x="229" y="805"/>
                      <a:pt x="230" y="804"/>
                    </a:cubicBezTo>
                    <a:cubicBezTo>
                      <a:pt x="230" y="804"/>
                      <a:pt x="230" y="803"/>
                      <a:pt x="230" y="803"/>
                    </a:cubicBezTo>
                    <a:cubicBezTo>
                      <a:pt x="231" y="803"/>
                      <a:pt x="231" y="802"/>
                      <a:pt x="232" y="802"/>
                    </a:cubicBezTo>
                    <a:cubicBezTo>
                      <a:pt x="232" y="801"/>
                      <a:pt x="233" y="800"/>
                      <a:pt x="234" y="799"/>
                    </a:cubicBezTo>
                    <a:cubicBezTo>
                      <a:pt x="234" y="799"/>
                      <a:pt x="235" y="798"/>
                      <a:pt x="235" y="797"/>
                    </a:cubicBezTo>
                    <a:cubicBezTo>
                      <a:pt x="236" y="796"/>
                      <a:pt x="236" y="796"/>
                      <a:pt x="237" y="795"/>
                    </a:cubicBezTo>
                    <a:cubicBezTo>
                      <a:pt x="237" y="794"/>
                      <a:pt x="237" y="794"/>
                      <a:pt x="238" y="793"/>
                    </a:cubicBezTo>
                    <a:cubicBezTo>
                      <a:pt x="238" y="792"/>
                      <a:pt x="238" y="792"/>
                      <a:pt x="239" y="791"/>
                    </a:cubicBezTo>
                    <a:cubicBezTo>
                      <a:pt x="239" y="791"/>
                      <a:pt x="240" y="790"/>
                      <a:pt x="240" y="790"/>
                    </a:cubicBezTo>
                    <a:cubicBezTo>
                      <a:pt x="241" y="789"/>
                      <a:pt x="242" y="788"/>
                      <a:pt x="242" y="788"/>
                    </a:cubicBezTo>
                    <a:cubicBezTo>
                      <a:pt x="242" y="787"/>
                      <a:pt x="243" y="786"/>
                      <a:pt x="243" y="786"/>
                    </a:cubicBezTo>
                    <a:cubicBezTo>
                      <a:pt x="244" y="785"/>
                      <a:pt x="244" y="784"/>
                      <a:pt x="245" y="784"/>
                    </a:cubicBezTo>
                    <a:cubicBezTo>
                      <a:pt x="245" y="784"/>
                      <a:pt x="246" y="784"/>
                      <a:pt x="246" y="785"/>
                    </a:cubicBezTo>
                    <a:cubicBezTo>
                      <a:pt x="247" y="786"/>
                      <a:pt x="247" y="786"/>
                      <a:pt x="246" y="787"/>
                    </a:cubicBezTo>
                    <a:cubicBezTo>
                      <a:pt x="246" y="788"/>
                      <a:pt x="245" y="789"/>
                      <a:pt x="245" y="790"/>
                    </a:cubicBezTo>
                    <a:cubicBezTo>
                      <a:pt x="245" y="792"/>
                      <a:pt x="245" y="793"/>
                      <a:pt x="244" y="795"/>
                    </a:cubicBezTo>
                    <a:cubicBezTo>
                      <a:pt x="243" y="796"/>
                      <a:pt x="242" y="797"/>
                      <a:pt x="241" y="798"/>
                    </a:cubicBezTo>
                    <a:cubicBezTo>
                      <a:pt x="240" y="800"/>
                      <a:pt x="239" y="801"/>
                      <a:pt x="239" y="803"/>
                    </a:cubicBezTo>
                    <a:cubicBezTo>
                      <a:pt x="239" y="805"/>
                      <a:pt x="239" y="808"/>
                      <a:pt x="240" y="810"/>
                    </a:cubicBezTo>
                    <a:cubicBezTo>
                      <a:pt x="242" y="813"/>
                      <a:pt x="244" y="816"/>
                      <a:pt x="247" y="819"/>
                    </a:cubicBezTo>
                    <a:cubicBezTo>
                      <a:pt x="250" y="821"/>
                      <a:pt x="254" y="823"/>
                      <a:pt x="257" y="826"/>
                    </a:cubicBezTo>
                    <a:cubicBezTo>
                      <a:pt x="258" y="827"/>
                      <a:pt x="259" y="828"/>
                      <a:pt x="260" y="829"/>
                    </a:cubicBezTo>
                    <a:cubicBezTo>
                      <a:pt x="260" y="830"/>
                      <a:pt x="261" y="831"/>
                      <a:pt x="262" y="832"/>
                    </a:cubicBezTo>
                    <a:cubicBezTo>
                      <a:pt x="264" y="834"/>
                      <a:pt x="265" y="835"/>
                      <a:pt x="266" y="837"/>
                    </a:cubicBezTo>
                    <a:cubicBezTo>
                      <a:pt x="267" y="839"/>
                      <a:pt x="269" y="840"/>
                      <a:pt x="270" y="842"/>
                    </a:cubicBezTo>
                    <a:cubicBezTo>
                      <a:pt x="271" y="843"/>
                      <a:pt x="272" y="845"/>
                      <a:pt x="273" y="846"/>
                    </a:cubicBezTo>
                    <a:cubicBezTo>
                      <a:pt x="274" y="847"/>
                      <a:pt x="275" y="848"/>
                      <a:pt x="276" y="850"/>
                    </a:cubicBezTo>
                    <a:cubicBezTo>
                      <a:pt x="278" y="852"/>
                      <a:pt x="281" y="855"/>
                      <a:pt x="283" y="858"/>
                    </a:cubicBezTo>
                    <a:cubicBezTo>
                      <a:pt x="285" y="860"/>
                      <a:pt x="286" y="862"/>
                      <a:pt x="288" y="864"/>
                    </a:cubicBezTo>
                    <a:cubicBezTo>
                      <a:pt x="291" y="867"/>
                      <a:pt x="294" y="870"/>
                      <a:pt x="295" y="874"/>
                    </a:cubicBezTo>
                    <a:cubicBezTo>
                      <a:pt x="296" y="876"/>
                      <a:pt x="297" y="878"/>
                      <a:pt x="298" y="880"/>
                    </a:cubicBezTo>
                    <a:cubicBezTo>
                      <a:pt x="300" y="882"/>
                      <a:pt x="302" y="883"/>
                      <a:pt x="303" y="885"/>
                    </a:cubicBezTo>
                    <a:cubicBezTo>
                      <a:pt x="305" y="887"/>
                      <a:pt x="306" y="890"/>
                      <a:pt x="307" y="892"/>
                    </a:cubicBezTo>
                    <a:cubicBezTo>
                      <a:pt x="308" y="893"/>
                      <a:pt x="309" y="895"/>
                      <a:pt x="311" y="896"/>
                    </a:cubicBezTo>
                    <a:cubicBezTo>
                      <a:pt x="312" y="897"/>
                      <a:pt x="313" y="897"/>
                      <a:pt x="314" y="898"/>
                    </a:cubicBezTo>
                    <a:cubicBezTo>
                      <a:pt x="314" y="898"/>
                      <a:pt x="315" y="898"/>
                      <a:pt x="316" y="899"/>
                    </a:cubicBezTo>
                    <a:cubicBezTo>
                      <a:pt x="316" y="899"/>
                      <a:pt x="317" y="899"/>
                      <a:pt x="317" y="900"/>
                    </a:cubicBezTo>
                    <a:cubicBezTo>
                      <a:pt x="319" y="900"/>
                      <a:pt x="320" y="901"/>
                      <a:pt x="321" y="901"/>
                    </a:cubicBezTo>
                    <a:cubicBezTo>
                      <a:pt x="323" y="902"/>
                      <a:pt x="324" y="903"/>
                      <a:pt x="326" y="904"/>
                    </a:cubicBezTo>
                    <a:cubicBezTo>
                      <a:pt x="328" y="904"/>
                      <a:pt x="329" y="904"/>
                      <a:pt x="330" y="905"/>
                    </a:cubicBezTo>
                    <a:cubicBezTo>
                      <a:pt x="332" y="906"/>
                      <a:pt x="333" y="907"/>
                      <a:pt x="334" y="908"/>
                    </a:cubicBezTo>
                    <a:cubicBezTo>
                      <a:pt x="335" y="908"/>
                      <a:pt x="336" y="910"/>
                      <a:pt x="337" y="911"/>
                    </a:cubicBezTo>
                    <a:cubicBezTo>
                      <a:pt x="339" y="912"/>
                      <a:pt x="340" y="913"/>
                      <a:pt x="341" y="914"/>
                    </a:cubicBezTo>
                    <a:cubicBezTo>
                      <a:pt x="343" y="915"/>
                      <a:pt x="344" y="916"/>
                      <a:pt x="345" y="917"/>
                    </a:cubicBezTo>
                    <a:cubicBezTo>
                      <a:pt x="346" y="919"/>
                      <a:pt x="348" y="920"/>
                      <a:pt x="349" y="921"/>
                    </a:cubicBezTo>
                    <a:cubicBezTo>
                      <a:pt x="350" y="922"/>
                      <a:pt x="352" y="923"/>
                      <a:pt x="354" y="923"/>
                    </a:cubicBezTo>
                    <a:cubicBezTo>
                      <a:pt x="356" y="924"/>
                      <a:pt x="358" y="924"/>
                      <a:pt x="360" y="925"/>
                    </a:cubicBezTo>
                    <a:cubicBezTo>
                      <a:pt x="364" y="927"/>
                      <a:pt x="367" y="929"/>
                      <a:pt x="371" y="930"/>
                    </a:cubicBezTo>
                    <a:cubicBezTo>
                      <a:pt x="373" y="931"/>
                      <a:pt x="375" y="932"/>
                      <a:pt x="377" y="932"/>
                    </a:cubicBezTo>
                    <a:cubicBezTo>
                      <a:pt x="379" y="932"/>
                      <a:pt x="380" y="932"/>
                      <a:pt x="382" y="932"/>
                    </a:cubicBezTo>
                    <a:cubicBezTo>
                      <a:pt x="387" y="932"/>
                      <a:pt x="391" y="933"/>
                      <a:pt x="395" y="934"/>
                    </a:cubicBezTo>
                    <a:cubicBezTo>
                      <a:pt x="398" y="934"/>
                      <a:pt x="401" y="935"/>
                      <a:pt x="404" y="935"/>
                    </a:cubicBezTo>
                    <a:cubicBezTo>
                      <a:pt x="408" y="935"/>
                      <a:pt x="412" y="936"/>
                      <a:pt x="416" y="936"/>
                    </a:cubicBezTo>
                    <a:cubicBezTo>
                      <a:pt x="417" y="936"/>
                      <a:pt x="420" y="937"/>
                      <a:pt x="419" y="935"/>
                    </a:cubicBezTo>
                    <a:cubicBezTo>
                      <a:pt x="419" y="932"/>
                      <a:pt x="416" y="931"/>
                      <a:pt x="416" y="928"/>
                    </a:cubicBezTo>
                    <a:cubicBezTo>
                      <a:pt x="416" y="925"/>
                      <a:pt x="419" y="924"/>
                      <a:pt x="420" y="921"/>
                    </a:cubicBezTo>
                    <a:cubicBezTo>
                      <a:pt x="420" y="919"/>
                      <a:pt x="417" y="917"/>
                      <a:pt x="416" y="915"/>
                    </a:cubicBezTo>
                    <a:cubicBezTo>
                      <a:pt x="415" y="912"/>
                      <a:pt x="419" y="911"/>
                      <a:pt x="420" y="910"/>
                    </a:cubicBezTo>
                    <a:cubicBezTo>
                      <a:pt x="422" y="910"/>
                      <a:pt x="423" y="909"/>
                      <a:pt x="424" y="908"/>
                    </a:cubicBezTo>
                    <a:cubicBezTo>
                      <a:pt x="424" y="907"/>
                      <a:pt x="425" y="906"/>
                      <a:pt x="425" y="905"/>
                    </a:cubicBezTo>
                    <a:cubicBezTo>
                      <a:pt x="425" y="901"/>
                      <a:pt x="424" y="897"/>
                      <a:pt x="423" y="893"/>
                    </a:cubicBezTo>
                    <a:cubicBezTo>
                      <a:pt x="423" y="890"/>
                      <a:pt x="422" y="887"/>
                      <a:pt x="423" y="885"/>
                    </a:cubicBezTo>
                    <a:cubicBezTo>
                      <a:pt x="424" y="883"/>
                      <a:pt x="426" y="880"/>
                      <a:pt x="428" y="879"/>
                    </a:cubicBezTo>
                    <a:cubicBezTo>
                      <a:pt x="430" y="878"/>
                      <a:pt x="430" y="881"/>
                      <a:pt x="430" y="882"/>
                    </a:cubicBezTo>
                    <a:cubicBezTo>
                      <a:pt x="430" y="883"/>
                      <a:pt x="430" y="884"/>
                      <a:pt x="430" y="885"/>
                    </a:cubicBezTo>
                    <a:cubicBezTo>
                      <a:pt x="430" y="886"/>
                      <a:pt x="430" y="887"/>
                      <a:pt x="430" y="888"/>
                    </a:cubicBezTo>
                    <a:cubicBezTo>
                      <a:pt x="430" y="893"/>
                      <a:pt x="431" y="897"/>
                      <a:pt x="431" y="902"/>
                    </a:cubicBezTo>
                    <a:cubicBezTo>
                      <a:pt x="431" y="904"/>
                      <a:pt x="431" y="906"/>
                      <a:pt x="432" y="908"/>
                    </a:cubicBezTo>
                    <a:cubicBezTo>
                      <a:pt x="432" y="910"/>
                      <a:pt x="432" y="913"/>
                      <a:pt x="432" y="916"/>
                    </a:cubicBezTo>
                    <a:cubicBezTo>
                      <a:pt x="432" y="917"/>
                      <a:pt x="432" y="918"/>
                      <a:pt x="432" y="920"/>
                    </a:cubicBezTo>
                    <a:cubicBezTo>
                      <a:pt x="431" y="921"/>
                      <a:pt x="431" y="923"/>
                      <a:pt x="431" y="925"/>
                    </a:cubicBezTo>
                    <a:cubicBezTo>
                      <a:pt x="431" y="926"/>
                      <a:pt x="431" y="927"/>
                      <a:pt x="431" y="929"/>
                    </a:cubicBezTo>
                    <a:cubicBezTo>
                      <a:pt x="430" y="930"/>
                      <a:pt x="429" y="931"/>
                      <a:pt x="428" y="931"/>
                    </a:cubicBezTo>
                    <a:cubicBezTo>
                      <a:pt x="427" y="933"/>
                      <a:pt x="425" y="936"/>
                      <a:pt x="426" y="939"/>
                    </a:cubicBezTo>
                    <a:cubicBezTo>
                      <a:pt x="426" y="940"/>
                      <a:pt x="426" y="941"/>
                      <a:pt x="427" y="941"/>
                    </a:cubicBezTo>
                    <a:cubicBezTo>
                      <a:pt x="428" y="941"/>
                      <a:pt x="430" y="941"/>
                      <a:pt x="431" y="940"/>
                    </a:cubicBezTo>
                    <a:cubicBezTo>
                      <a:pt x="434" y="939"/>
                      <a:pt x="438" y="939"/>
                      <a:pt x="442" y="940"/>
                    </a:cubicBezTo>
                    <a:cubicBezTo>
                      <a:pt x="444" y="940"/>
                      <a:pt x="447" y="940"/>
                      <a:pt x="449" y="940"/>
                    </a:cubicBezTo>
                    <a:cubicBezTo>
                      <a:pt x="451" y="940"/>
                      <a:pt x="454" y="940"/>
                      <a:pt x="456" y="940"/>
                    </a:cubicBezTo>
                    <a:cubicBezTo>
                      <a:pt x="457" y="940"/>
                      <a:pt x="459" y="940"/>
                      <a:pt x="461" y="940"/>
                    </a:cubicBezTo>
                    <a:cubicBezTo>
                      <a:pt x="463" y="940"/>
                      <a:pt x="465" y="938"/>
                      <a:pt x="466" y="937"/>
                    </a:cubicBezTo>
                    <a:cubicBezTo>
                      <a:pt x="469" y="935"/>
                      <a:pt x="472" y="933"/>
                      <a:pt x="475" y="931"/>
                    </a:cubicBezTo>
                    <a:cubicBezTo>
                      <a:pt x="476" y="930"/>
                      <a:pt x="477" y="928"/>
                      <a:pt x="479" y="927"/>
                    </a:cubicBezTo>
                    <a:cubicBezTo>
                      <a:pt x="481" y="926"/>
                      <a:pt x="483" y="925"/>
                      <a:pt x="485" y="924"/>
                    </a:cubicBezTo>
                    <a:cubicBezTo>
                      <a:pt x="487" y="923"/>
                      <a:pt x="489" y="923"/>
                      <a:pt x="491" y="922"/>
                    </a:cubicBezTo>
                    <a:cubicBezTo>
                      <a:pt x="492" y="922"/>
                      <a:pt x="494" y="921"/>
                      <a:pt x="494" y="920"/>
                    </a:cubicBezTo>
                    <a:cubicBezTo>
                      <a:pt x="495" y="918"/>
                      <a:pt x="493" y="917"/>
                      <a:pt x="492" y="916"/>
                    </a:cubicBezTo>
                    <a:cubicBezTo>
                      <a:pt x="490" y="914"/>
                      <a:pt x="487" y="913"/>
                      <a:pt x="486" y="911"/>
                    </a:cubicBezTo>
                    <a:cubicBezTo>
                      <a:pt x="485" y="908"/>
                      <a:pt x="487" y="905"/>
                      <a:pt x="489" y="904"/>
                    </a:cubicBezTo>
                    <a:cubicBezTo>
                      <a:pt x="492" y="904"/>
                      <a:pt x="491" y="907"/>
                      <a:pt x="492" y="909"/>
                    </a:cubicBezTo>
                    <a:cubicBezTo>
                      <a:pt x="492" y="911"/>
                      <a:pt x="493" y="912"/>
                      <a:pt x="495" y="913"/>
                    </a:cubicBezTo>
                    <a:cubicBezTo>
                      <a:pt x="497" y="914"/>
                      <a:pt x="499" y="915"/>
                      <a:pt x="501" y="916"/>
                    </a:cubicBezTo>
                    <a:cubicBezTo>
                      <a:pt x="502" y="917"/>
                      <a:pt x="504" y="916"/>
                      <a:pt x="506" y="916"/>
                    </a:cubicBezTo>
                    <a:cubicBezTo>
                      <a:pt x="510" y="916"/>
                      <a:pt x="513" y="915"/>
                      <a:pt x="516" y="915"/>
                    </a:cubicBezTo>
                    <a:cubicBezTo>
                      <a:pt x="518" y="915"/>
                      <a:pt x="519" y="915"/>
                      <a:pt x="520" y="915"/>
                    </a:cubicBezTo>
                    <a:cubicBezTo>
                      <a:pt x="522" y="915"/>
                      <a:pt x="524" y="916"/>
                      <a:pt x="526" y="917"/>
                    </a:cubicBezTo>
                    <a:cubicBezTo>
                      <a:pt x="527" y="917"/>
                      <a:pt x="528" y="917"/>
                      <a:pt x="529" y="918"/>
                    </a:cubicBezTo>
                    <a:cubicBezTo>
                      <a:pt x="530" y="918"/>
                      <a:pt x="531" y="918"/>
                      <a:pt x="532" y="918"/>
                    </a:cubicBezTo>
                    <a:cubicBezTo>
                      <a:pt x="536" y="918"/>
                      <a:pt x="540" y="918"/>
                      <a:pt x="544" y="919"/>
                    </a:cubicBezTo>
                    <a:cubicBezTo>
                      <a:pt x="547" y="919"/>
                      <a:pt x="550" y="921"/>
                      <a:pt x="553" y="920"/>
                    </a:cubicBezTo>
                    <a:cubicBezTo>
                      <a:pt x="556" y="920"/>
                      <a:pt x="559" y="919"/>
                      <a:pt x="562" y="920"/>
                    </a:cubicBezTo>
                    <a:cubicBezTo>
                      <a:pt x="564" y="920"/>
                      <a:pt x="565" y="921"/>
                      <a:pt x="567" y="921"/>
                    </a:cubicBezTo>
                    <a:cubicBezTo>
                      <a:pt x="568" y="922"/>
                      <a:pt x="570" y="922"/>
                      <a:pt x="571" y="923"/>
                    </a:cubicBezTo>
                    <a:cubicBezTo>
                      <a:pt x="572" y="923"/>
                      <a:pt x="573" y="924"/>
                      <a:pt x="574" y="925"/>
                    </a:cubicBezTo>
                    <a:cubicBezTo>
                      <a:pt x="575" y="925"/>
                      <a:pt x="575" y="926"/>
                      <a:pt x="576" y="926"/>
                    </a:cubicBezTo>
                    <a:cubicBezTo>
                      <a:pt x="579" y="927"/>
                      <a:pt x="582" y="924"/>
                      <a:pt x="583" y="922"/>
                    </a:cubicBezTo>
                    <a:cubicBezTo>
                      <a:pt x="587" y="917"/>
                      <a:pt x="590" y="912"/>
                      <a:pt x="593" y="907"/>
                    </a:cubicBezTo>
                    <a:cubicBezTo>
                      <a:pt x="594" y="907"/>
                      <a:pt x="599" y="899"/>
                      <a:pt x="600" y="901"/>
                    </a:cubicBezTo>
                    <a:cubicBezTo>
                      <a:pt x="601" y="902"/>
                      <a:pt x="600" y="903"/>
                      <a:pt x="600" y="904"/>
                    </a:cubicBezTo>
                    <a:cubicBezTo>
                      <a:pt x="599" y="906"/>
                      <a:pt x="599" y="907"/>
                      <a:pt x="598" y="908"/>
                    </a:cubicBezTo>
                    <a:cubicBezTo>
                      <a:pt x="596" y="912"/>
                      <a:pt x="593" y="915"/>
                      <a:pt x="590" y="918"/>
                    </a:cubicBezTo>
                    <a:cubicBezTo>
                      <a:pt x="589" y="920"/>
                      <a:pt x="587" y="921"/>
                      <a:pt x="585" y="923"/>
                    </a:cubicBezTo>
                    <a:cubicBezTo>
                      <a:pt x="584" y="924"/>
                      <a:pt x="583" y="925"/>
                      <a:pt x="582" y="926"/>
                    </a:cubicBezTo>
                    <a:cubicBezTo>
                      <a:pt x="581" y="927"/>
                      <a:pt x="581" y="929"/>
                      <a:pt x="582" y="930"/>
                    </a:cubicBezTo>
                    <a:cubicBezTo>
                      <a:pt x="583" y="931"/>
                      <a:pt x="584" y="932"/>
                      <a:pt x="585" y="933"/>
                    </a:cubicBezTo>
                    <a:cubicBezTo>
                      <a:pt x="587" y="935"/>
                      <a:pt x="589" y="935"/>
                      <a:pt x="591" y="936"/>
                    </a:cubicBezTo>
                    <a:cubicBezTo>
                      <a:pt x="592" y="936"/>
                      <a:pt x="593" y="936"/>
                      <a:pt x="594" y="936"/>
                    </a:cubicBezTo>
                    <a:cubicBezTo>
                      <a:pt x="596" y="935"/>
                      <a:pt x="597" y="934"/>
                      <a:pt x="598" y="933"/>
                    </a:cubicBezTo>
                    <a:cubicBezTo>
                      <a:pt x="600" y="929"/>
                      <a:pt x="603" y="927"/>
                      <a:pt x="606" y="923"/>
                    </a:cubicBezTo>
                    <a:cubicBezTo>
                      <a:pt x="608" y="921"/>
                      <a:pt x="609" y="919"/>
                      <a:pt x="610" y="917"/>
                    </a:cubicBezTo>
                    <a:cubicBezTo>
                      <a:pt x="611" y="915"/>
                      <a:pt x="612" y="913"/>
                      <a:pt x="614" y="912"/>
                    </a:cubicBezTo>
                    <a:cubicBezTo>
                      <a:pt x="615" y="912"/>
                      <a:pt x="615" y="912"/>
                      <a:pt x="615" y="913"/>
                    </a:cubicBezTo>
                    <a:cubicBezTo>
                      <a:pt x="615" y="915"/>
                      <a:pt x="614" y="916"/>
                      <a:pt x="613" y="918"/>
                    </a:cubicBezTo>
                    <a:cubicBezTo>
                      <a:pt x="611" y="921"/>
                      <a:pt x="609" y="924"/>
                      <a:pt x="607" y="927"/>
                    </a:cubicBezTo>
                    <a:cubicBezTo>
                      <a:pt x="607" y="928"/>
                      <a:pt x="606" y="929"/>
                      <a:pt x="606" y="930"/>
                    </a:cubicBezTo>
                    <a:cubicBezTo>
                      <a:pt x="605" y="932"/>
                      <a:pt x="604" y="933"/>
                      <a:pt x="603" y="935"/>
                    </a:cubicBezTo>
                    <a:cubicBezTo>
                      <a:pt x="603" y="936"/>
                      <a:pt x="602" y="937"/>
                      <a:pt x="603" y="937"/>
                    </a:cubicBezTo>
                    <a:cubicBezTo>
                      <a:pt x="603" y="938"/>
                      <a:pt x="604" y="938"/>
                      <a:pt x="605" y="938"/>
                    </a:cubicBezTo>
                    <a:cubicBezTo>
                      <a:pt x="606" y="938"/>
                      <a:pt x="607" y="937"/>
                      <a:pt x="608" y="937"/>
                    </a:cubicBezTo>
                    <a:cubicBezTo>
                      <a:pt x="609" y="937"/>
                      <a:pt x="609" y="937"/>
                      <a:pt x="610" y="936"/>
                    </a:cubicBezTo>
                    <a:cubicBezTo>
                      <a:pt x="611" y="935"/>
                      <a:pt x="611" y="933"/>
                      <a:pt x="611" y="931"/>
                    </a:cubicBezTo>
                    <a:cubicBezTo>
                      <a:pt x="612" y="929"/>
                      <a:pt x="614" y="926"/>
                      <a:pt x="615" y="924"/>
                    </a:cubicBezTo>
                    <a:cubicBezTo>
                      <a:pt x="616" y="923"/>
                      <a:pt x="617" y="922"/>
                      <a:pt x="618" y="921"/>
                    </a:cubicBezTo>
                    <a:cubicBezTo>
                      <a:pt x="619" y="920"/>
                      <a:pt x="619" y="919"/>
                      <a:pt x="620" y="919"/>
                    </a:cubicBezTo>
                    <a:cubicBezTo>
                      <a:pt x="620" y="922"/>
                      <a:pt x="619" y="924"/>
                      <a:pt x="619" y="926"/>
                    </a:cubicBezTo>
                    <a:cubicBezTo>
                      <a:pt x="617" y="930"/>
                      <a:pt x="618" y="933"/>
                      <a:pt x="619" y="937"/>
                    </a:cubicBezTo>
                    <a:cubicBezTo>
                      <a:pt x="619" y="938"/>
                      <a:pt x="619" y="940"/>
                      <a:pt x="620" y="942"/>
                    </a:cubicBezTo>
                    <a:cubicBezTo>
                      <a:pt x="620" y="942"/>
                      <a:pt x="621" y="942"/>
                      <a:pt x="621" y="942"/>
                    </a:cubicBezTo>
                    <a:cubicBezTo>
                      <a:pt x="622" y="942"/>
                      <a:pt x="623" y="941"/>
                      <a:pt x="623" y="941"/>
                    </a:cubicBezTo>
                    <a:cubicBezTo>
                      <a:pt x="624" y="940"/>
                      <a:pt x="625" y="940"/>
                      <a:pt x="625" y="940"/>
                    </a:cubicBezTo>
                    <a:cubicBezTo>
                      <a:pt x="627" y="938"/>
                      <a:pt x="628" y="937"/>
                      <a:pt x="630" y="937"/>
                    </a:cubicBezTo>
                    <a:cubicBezTo>
                      <a:pt x="632" y="937"/>
                      <a:pt x="633" y="937"/>
                      <a:pt x="634" y="937"/>
                    </a:cubicBezTo>
                    <a:cubicBezTo>
                      <a:pt x="635" y="937"/>
                      <a:pt x="636" y="937"/>
                      <a:pt x="637" y="937"/>
                    </a:cubicBezTo>
                    <a:cubicBezTo>
                      <a:pt x="640" y="937"/>
                      <a:pt x="642" y="937"/>
                      <a:pt x="645" y="938"/>
                    </a:cubicBezTo>
                    <a:cubicBezTo>
                      <a:pt x="648" y="938"/>
                      <a:pt x="651" y="938"/>
                      <a:pt x="654" y="938"/>
                    </a:cubicBezTo>
                    <a:cubicBezTo>
                      <a:pt x="655" y="938"/>
                      <a:pt x="661" y="937"/>
                      <a:pt x="661" y="939"/>
                    </a:cubicBezTo>
                    <a:cubicBezTo>
                      <a:pt x="661" y="940"/>
                      <a:pt x="660" y="940"/>
                      <a:pt x="659" y="941"/>
                    </a:cubicBezTo>
                    <a:cubicBezTo>
                      <a:pt x="659" y="941"/>
                      <a:pt x="659" y="942"/>
                      <a:pt x="658" y="942"/>
                    </a:cubicBezTo>
                    <a:cubicBezTo>
                      <a:pt x="659" y="943"/>
                      <a:pt x="660" y="943"/>
                      <a:pt x="660" y="943"/>
                    </a:cubicBezTo>
                    <a:cubicBezTo>
                      <a:pt x="661" y="943"/>
                      <a:pt x="661" y="942"/>
                      <a:pt x="662" y="942"/>
                    </a:cubicBezTo>
                    <a:cubicBezTo>
                      <a:pt x="663" y="942"/>
                      <a:pt x="663" y="942"/>
                      <a:pt x="664" y="941"/>
                    </a:cubicBezTo>
                    <a:cubicBezTo>
                      <a:pt x="665" y="941"/>
                      <a:pt x="666" y="941"/>
                      <a:pt x="668" y="940"/>
                    </a:cubicBezTo>
                    <a:cubicBezTo>
                      <a:pt x="669" y="940"/>
                      <a:pt x="671" y="940"/>
                      <a:pt x="672" y="939"/>
                    </a:cubicBezTo>
                    <a:cubicBezTo>
                      <a:pt x="674" y="938"/>
                      <a:pt x="675" y="938"/>
                      <a:pt x="677" y="937"/>
                    </a:cubicBezTo>
                    <a:cubicBezTo>
                      <a:pt x="678" y="936"/>
                      <a:pt x="680" y="936"/>
                      <a:pt x="682" y="935"/>
                    </a:cubicBezTo>
                    <a:cubicBezTo>
                      <a:pt x="683" y="935"/>
                      <a:pt x="684" y="935"/>
                      <a:pt x="685" y="934"/>
                    </a:cubicBezTo>
                    <a:cubicBezTo>
                      <a:pt x="686" y="934"/>
                      <a:pt x="686" y="933"/>
                      <a:pt x="687" y="933"/>
                    </a:cubicBezTo>
                    <a:cubicBezTo>
                      <a:pt x="688" y="932"/>
                      <a:pt x="689" y="931"/>
                      <a:pt x="690" y="931"/>
                    </a:cubicBezTo>
                    <a:cubicBezTo>
                      <a:pt x="691" y="930"/>
                      <a:pt x="692" y="930"/>
                      <a:pt x="692" y="929"/>
                    </a:cubicBezTo>
                    <a:cubicBezTo>
                      <a:pt x="694" y="928"/>
                      <a:pt x="696" y="927"/>
                      <a:pt x="697" y="926"/>
                    </a:cubicBezTo>
                    <a:cubicBezTo>
                      <a:pt x="698" y="926"/>
                      <a:pt x="699" y="925"/>
                      <a:pt x="700" y="925"/>
                    </a:cubicBezTo>
                    <a:cubicBezTo>
                      <a:pt x="701" y="925"/>
                      <a:pt x="702" y="924"/>
                      <a:pt x="702" y="924"/>
                    </a:cubicBezTo>
                    <a:cubicBezTo>
                      <a:pt x="704" y="924"/>
                      <a:pt x="705" y="924"/>
                      <a:pt x="707" y="924"/>
                    </a:cubicBezTo>
                    <a:cubicBezTo>
                      <a:pt x="708" y="924"/>
                      <a:pt x="708" y="924"/>
                      <a:pt x="709" y="924"/>
                    </a:cubicBezTo>
                    <a:cubicBezTo>
                      <a:pt x="709" y="924"/>
                      <a:pt x="710" y="924"/>
                      <a:pt x="710" y="924"/>
                    </a:cubicBezTo>
                    <a:cubicBezTo>
                      <a:pt x="710" y="924"/>
                      <a:pt x="710" y="924"/>
                      <a:pt x="710" y="924"/>
                    </a:cubicBezTo>
                    <a:cubicBezTo>
                      <a:pt x="710" y="924"/>
                      <a:pt x="711" y="924"/>
                      <a:pt x="711" y="924"/>
                    </a:cubicBezTo>
                    <a:cubicBezTo>
                      <a:pt x="711" y="924"/>
                      <a:pt x="712" y="924"/>
                      <a:pt x="713" y="924"/>
                    </a:cubicBezTo>
                    <a:cubicBezTo>
                      <a:pt x="714" y="924"/>
                      <a:pt x="715" y="925"/>
                      <a:pt x="715" y="924"/>
                    </a:cubicBezTo>
                    <a:cubicBezTo>
                      <a:pt x="717" y="924"/>
                      <a:pt x="718" y="925"/>
                      <a:pt x="720" y="924"/>
                    </a:cubicBezTo>
                    <a:cubicBezTo>
                      <a:pt x="720" y="924"/>
                      <a:pt x="721" y="924"/>
                      <a:pt x="721" y="924"/>
                    </a:cubicBezTo>
                    <a:cubicBezTo>
                      <a:pt x="721" y="924"/>
                      <a:pt x="722" y="923"/>
                      <a:pt x="722" y="923"/>
                    </a:cubicBezTo>
                    <a:cubicBezTo>
                      <a:pt x="724" y="922"/>
                      <a:pt x="725" y="922"/>
                      <a:pt x="727" y="921"/>
                    </a:cubicBezTo>
                    <a:cubicBezTo>
                      <a:pt x="728" y="921"/>
                      <a:pt x="730" y="920"/>
                      <a:pt x="731" y="920"/>
                    </a:cubicBezTo>
                    <a:cubicBezTo>
                      <a:pt x="733" y="920"/>
                      <a:pt x="734" y="920"/>
                      <a:pt x="736" y="919"/>
                    </a:cubicBezTo>
                    <a:cubicBezTo>
                      <a:pt x="739" y="919"/>
                      <a:pt x="742" y="918"/>
                      <a:pt x="745" y="917"/>
                    </a:cubicBezTo>
                    <a:cubicBezTo>
                      <a:pt x="746" y="917"/>
                      <a:pt x="748" y="917"/>
                      <a:pt x="750" y="916"/>
                    </a:cubicBezTo>
                    <a:cubicBezTo>
                      <a:pt x="752" y="916"/>
                      <a:pt x="754" y="915"/>
                      <a:pt x="756" y="915"/>
                    </a:cubicBezTo>
                    <a:cubicBezTo>
                      <a:pt x="757" y="915"/>
                      <a:pt x="759" y="915"/>
                      <a:pt x="760" y="915"/>
                    </a:cubicBezTo>
                    <a:cubicBezTo>
                      <a:pt x="761" y="915"/>
                      <a:pt x="762" y="915"/>
                      <a:pt x="763" y="915"/>
                    </a:cubicBezTo>
                    <a:cubicBezTo>
                      <a:pt x="766" y="915"/>
                      <a:pt x="768" y="915"/>
                      <a:pt x="770" y="915"/>
                    </a:cubicBezTo>
                    <a:cubicBezTo>
                      <a:pt x="772" y="915"/>
                      <a:pt x="774" y="915"/>
                      <a:pt x="776" y="915"/>
                    </a:cubicBezTo>
                    <a:cubicBezTo>
                      <a:pt x="778" y="915"/>
                      <a:pt x="780" y="915"/>
                      <a:pt x="782" y="915"/>
                    </a:cubicBezTo>
                    <a:cubicBezTo>
                      <a:pt x="783" y="916"/>
                      <a:pt x="785" y="916"/>
                      <a:pt x="785" y="915"/>
                    </a:cubicBezTo>
                    <a:cubicBezTo>
                      <a:pt x="786" y="915"/>
                      <a:pt x="786" y="915"/>
                      <a:pt x="786" y="914"/>
                    </a:cubicBezTo>
                    <a:cubicBezTo>
                      <a:pt x="786" y="914"/>
                      <a:pt x="786" y="913"/>
                      <a:pt x="787" y="913"/>
                    </a:cubicBezTo>
                    <a:cubicBezTo>
                      <a:pt x="788" y="912"/>
                      <a:pt x="789" y="911"/>
                      <a:pt x="791" y="911"/>
                    </a:cubicBezTo>
                    <a:cubicBezTo>
                      <a:pt x="793" y="911"/>
                      <a:pt x="795" y="910"/>
                      <a:pt x="798" y="911"/>
                    </a:cubicBezTo>
                    <a:cubicBezTo>
                      <a:pt x="799" y="911"/>
                      <a:pt x="800" y="911"/>
                      <a:pt x="801" y="910"/>
                    </a:cubicBezTo>
                    <a:cubicBezTo>
                      <a:pt x="802" y="910"/>
                      <a:pt x="803" y="910"/>
                      <a:pt x="804" y="910"/>
                    </a:cubicBezTo>
                    <a:cubicBezTo>
                      <a:pt x="805" y="909"/>
                      <a:pt x="807" y="909"/>
                      <a:pt x="809" y="909"/>
                    </a:cubicBezTo>
                    <a:cubicBezTo>
                      <a:pt x="810" y="909"/>
                      <a:pt x="812" y="909"/>
                      <a:pt x="814" y="909"/>
                    </a:cubicBezTo>
                    <a:cubicBezTo>
                      <a:pt x="817" y="909"/>
                      <a:pt x="821" y="910"/>
                      <a:pt x="824" y="910"/>
                    </a:cubicBezTo>
                    <a:cubicBezTo>
                      <a:pt x="825" y="911"/>
                      <a:pt x="827" y="911"/>
                      <a:pt x="828" y="911"/>
                    </a:cubicBezTo>
                    <a:cubicBezTo>
                      <a:pt x="829" y="911"/>
                      <a:pt x="830" y="911"/>
                      <a:pt x="832" y="911"/>
                    </a:cubicBezTo>
                    <a:cubicBezTo>
                      <a:pt x="833" y="912"/>
                      <a:pt x="835" y="912"/>
                      <a:pt x="837" y="912"/>
                    </a:cubicBezTo>
                    <a:cubicBezTo>
                      <a:pt x="838" y="912"/>
                      <a:pt x="840" y="913"/>
                      <a:pt x="842" y="912"/>
                    </a:cubicBezTo>
                    <a:cubicBezTo>
                      <a:pt x="842" y="911"/>
                      <a:pt x="843" y="911"/>
                      <a:pt x="843" y="910"/>
                    </a:cubicBezTo>
                    <a:cubicBezTo>
                      <a:pt x="843" y="908"/>
                      <a:pt x="843" y="907"/>
                      <a:pt x="844" y="906"/>
                    </a:cubicBezTo>
                    <a:cubicBezTo>
                      <a:pt x="844" y="905"/>
                      <a:pt x="845" y="899"/>
                      <a:pt x="847" y="900"/>
                    </a:cubicBezTo>
                    <a:cubicBezTo>
                      <a:pt x="848" y="901"/>
                      <a:pt x="848" y="903"/>
                      <a:pt x="849" y="904"/>
                    </a:cubicBezTo>
                    <a:cubicBezTo>
                      <a:pt x="849" y="906"/>
                      <a:pt x="849" y="908"/>
                      <a:pt x="849" y="910"/>
                    </a:cubicBezTo>
                    <a:cubicBezTo>
                      <a:pt x="849" y="911"/>
                      <a:pt x="848" y="913"/>
                      <a:pt x="849" y="914"/>
                    </a:cubicBezTo>
                    <a:cubicBezTo>
                      <a:pt x="849" y="914"/>
                      <a:pt x="850" y="914"/>
                      <a:pt x="851" y="914"/>
                    </a:cubicBezTo>
                    <a:cubicBezTo>
                      <a:pt x="852" y="914"/>
                      <a:pt x="852" y="914"/>
                      <a:pt x="853" y="914"/>
                    </a:cubicBezTo>
                    <a:cubicBezTo>
                      <a:pt x="854" y="913"/>
                      <a:pt x="854" y="913"/>
                      <a:pt x="855" y="913"/>
                    </a:cubicBezTo>
                    <a:cubicBezTo>
                      <a:pt x="855" y="912"/>
                      <a:pt x="855" y="911"/>
                      <a:pt x="856" y="910"/>
                    </a:cubicBezTo>
                    <a:cubicBezTo>
                      <a:pt x="856" y="908"/>
                      <a:pt x="857" y="907"/>
                      <a:pt x="857" y="905"/>
                    </a:cubicBezTo>
                    <a:cubicBezTo>
                      <a:pt x="858" y="904"/>
                      <a:pt x="859" y="903"/>
                      <a:pt x="860" y="904"/>
                    </a:cubicBezTo>
                    <a:cubicBezTo>
                      <a:pt x="861" y="904"/>
                      <a:pt x="861" y="906"/>
                      <a:pt x="861" y="907"/>
                    </a:cubicBezTo>
                    <a:cubicBezTo>
                      <a:pt x="861" y="910"/>
                      <a:pt x="860" y="913"/>
                      <a:pt x="859" y="916"/>
                    </a:cubicBezTo>
                    <a:cubicBezTo>
                      <a:pt x="858" y="918"/>
                      <a:pt x="857" y="921"/>
                      <a:pt x="858" y="923"/>
                    </a:cubicBezTo>
                    <a:cubicBezTo>
                      <a:pt x="859" y="925"/>
                      <a:pt x="861" y="926"/>
                      <a:pt x="863" y="926"/>
                    </a:cubicBezTo>
                    <a:cubicBezTo>
                      <a:pt x="865" y="926"/>
                      <a:pt x="867" y="926"/>
                      <a:pt x="868" y="926"/>
                    </a:cubicBezTo>
                    <a:cubicBezTo>
                      <a:pt x="871" y="926"/>
                      <a:pt x="873" y="925"/>
                      <a:pt x="875" y="926"/>
                    </a:cubicBezTo>
                    <a:cubicBezTo>
                      <a:pt x="879" y="927"/>
                      <a:pt x="883" y="934"/>
                      <a:pt x="878" y="936"/>
                    </a:cubicBezTo>
                    <a:cubicBezTo>
                      <a:pt x="876" y="937"/>
                      <a:pt x="872" y="937"/>
                      <a:pt x="870" y="937"/>
                    </a:cubicBezTo>
                    <a:cubicBezTo>
                      <a:pt x="869" y="936"/>
                      <a:pt x="866" y="936"/>
                      <a:pt x="867" y="938"/>
                    </a:cubicBezTo>
                    <a:cubicBezTo>
                      <a:pt x="868" y="940"/>
                      <a:pt x="871" y="941"/>
                      <a:pt x="872" y="941"/>
                    </a:cubicBezTo>
                    <a:cubicBezTo>
                      <a:pt x="874" y="942"/>
                      <a:pt x="877" y="942"/>
                      <a:pt x="879" y="942"/>
                    </a:cubicBezTo>
                    <a:cubicBezTo>
                      <a:pt x="880" y="942"/>
                      <a:pt x="882" y="941"/>
                      <a:pt x="883" y="940"/>
                    </a:cubicBezTo>
                    <a:cubicBezTo>
                      <a:pt x="885" y="938"/>
                      <a:pt x="888" y="937"/>
                      <a:pt x="889" y="936"/>
                    </a:cubicBezTo>
                    <a:cubicBezTo>
                      <a:pt x="891" y="934"/>
                      <a:pt x="892" y="932"/>
                      <a:pt x="891" y="930"/>
                    </a:cubicBezTo>
                    <a:cubicBezTo>
                      <a:pt x="891" y="929"/>
                      <a:pt x="890" y="928"/>
                      <a:pt x="892" y="927"/>
                    </a:cubicBezTo>
                    <a:cubicBezTo>
                      <a:pt x="895" y="925"/>
                      <a:pt x="898" y="924"/>
                      <a:pt x="902" y="922"/>
                    </a:cubicBezTo>
                    <a:cubicBezTo>
                      <a:pt x="905" y="920"/>
                      <a:pt x="908" y="919"/>
                      <a:pt x="912" y="919"/>
                    </a:cubicBezTo>
                    <a:cubicBezTo>
                      <a:pt x="913" y="918"/>
                      <a:pt x="915" y="919"/>
                      <a:pt x="917" y="919"/>
                    </a:cubicBezTo>
                    <a:cubicBezTo>
                      <a:pt x="918" y="920"/>
                      <a:pt x="919" y="920"/>
                      <a:pt x="920" y="920"/>
                    </a:cubicBezTo>
                    <a:cubicBezTo>
                      <a:pt x="923" y="921"/>
                      <a:pt x="926" y="919"/>
                      <a:pt x="928" y="917"/>
                    </a:cubicBezTo>
                    <a:cubicBezTo>
                      <a:pt x="931" y="916"/>
                      <a:pt x="934" y="915"/>
                      <a:pt x="936" y="915"/>
                    </a:cubicBezTo>
                    <a:cubicBezTo>
                      <a:pt x="938" y="914"/>
                      <a:pt x="941" y="915"/>
                      <a:pt x="942" y="916"/>
                    </a:cubicBezTo>
                    <a:cubicBezTo>
                      <a:pt x="943" y="918"/>
                      <a:pt x="942" y="920"/>
                      <a:pt x="942" y="922"/>
                    </a:cubicBezTo>
                    <a:cubicBezTo>
                      <a:pt x="942" y="925"/>
                      <a:pt x="946" y="926"/>
                      <a:pt x="948" y="925"/>
                    </a:cubicBezTo>
                    <a:cubicBezTo>
                      <a:pt x="950" y="924"/>
                      <a:pt x="952" y="921"/>
                      <a:pt x="953" y="920"/>
                    </a:cubicBezTo>
                    <a:cubicBezTo>
                      <a:pt x="955" y="917"/>
                      <a:pt x="958" y="915"/>
                      <a:pt x="960" y="913"/>
                    </a:cubicBezTo>
                    <a:cubicBezTo>
                      <a:pt x="962" y="912"/>
                      <a:pt x="964" y="911"/>
                      <a:pt x="964" y="909"/>
                    </a:cubicBezTo>
                    <a:cubicBezTo>
                      <a:pt x="965" y="908"/>
                      <a:pt x="965" y="906"/>
                      <a:pt x="966" y="905"/>
                    </a:cubicBezTo>
                    <a:cubicBezTo>
                      <a:pt x="966" y="904"/>
                      <a:pt x="967" y="903"/>
                      <a:pt x="967" y="903"/>
                    </a:cubicBezTo>
                    <a:cubicBezTo>
                      <a:pt x="968" y="902"/>
                      <a:pt x="968" y="901"/>
                      <a:pt x="969" y="900"/>
                    </a:cubicBezTo>
                    <a:cubicBezTo>
                      <a:pt x="970" y="899"/>
                      <a:pt x="972" y="898"/>
                      <a:pt x="974" y="897"/>
                    </a:cubicBezTo>
                    <a:cubicBezTo>
                      <a:pt x="978" y="895"/>
                      <a:pt x="982" y="894"/>
                      <a:pt x="986" y="892"/>
                    </a:cubicBezTo>
                    <a:cubicBezTo>
                      <a:pt x="987" y="891"/>
                      <a:pt x="997" y="887"/>
                      <a:pt x="996" y="885"/>
                    </a:cubicBezTo>
                    <a:cubicBezTo>
                      <a:pt x="995" y="885"/>
                      <a:pt x="993" y="885"/>
                      <a:pt x="992" y="885"/>
                    </a:cubicBezTo>
                    <a:cubicBezTo>
                      <a:pt x="990" y="885"/>
                      <a:pt x="989" y="886"/>
                      <a:pt x="987" y="886"/>
                    </a:cubicBezTo>
                    <a:cubicBezTo>
                      <a:pt x="985" y="886"/>
                      <a:pt x="983" y="887"/>
                      <a:pt x="981" y="888"/>
                    </a:cubicBezTo>
                    <a:cubicBezTo>
                      <a:pt x="979" y="888"/>
                      <a:pt x="977" y="889"/>
                      <a:pt x="975" y="890"/>
                    </a:cubicBezTo>
                    <a:cubicBezTo>
                      <a:pt x="972" y="892"/>
                      <a:pt x="967" y="894"/>
                      <a:pt x="964" y="892"/>
                    </a:cubicBezTo>
                    <a:cubicBezTo>
                      <a:pt x="961" y="890"/>
                      <a:pt x="961" y="887"/>
                      <a:pt x="961" y="884"/>
                    </a:cubicBezTo>
                    <a:cubicBezTo>
                      <a:pt x="961" y="881"/>
                      <a:pt x="964" y="880"/>
                      <a:pt x="967" y="880"/>
                    </a:cubicBezTo>
                    <a:cubicBezTo>
                      <a:pt x="969" y="880"/>
                      <a:pt x="970" y="880"/>
                      <a:pt x="972" y="880"/>
                    </a:cubicBezTo>
                    <a:cubicBezTo>
                      <a:pt x="973" y="881"/>
                      <a:pt x="974" y="881"/>
                      <a:pt x="975" y="882"/>
                    </a:cubicBezTo>
                    <a:cubicBezTo>
                      <a:pt x="977" y="882"/>
                      <a:pt x="980" y="882"/>
                      <a:pt x="982" y="882"/>
                    </a:cubicBezTo>
                    <a:cubicBezTo>
                      <a:pt x="983" y="882"/>
                      <a:pt x="984" y="882"/>
                      <a:pt x="985" y="882"/>
                    </a:cubicBezTo>
                    <a:cubicBezTo>
                      <a:pt x="986" y="882"/>
                      <a:pt x="987" y="881"/>
                      <a:pt x="987" y="880"/>
                    </a:cubicBezTo>
                    <a:cubicBezTo>
                      <a:pt x="987" y="877"/>
                      <a:pt x="987" y="874"/>
                      <a:pt x="989" y="873"/>
                    </a:cubicBezTo>
                    <a:cubicBezTo>
                      <a:pt x="992" y="873"/>
                      <a:pt x="995" y="873"/>
                      <a:pt x="997" y="875"/>
                    </a:cubicBezTo>
                    <a:cubicBezTo>
                      <a:pt x="998" y="876"/>
                      <a:pt x="999" y="877"/>
                      <a:pt x="1000" y="879"/>
                    </a:cubicBezTo>
                    <a:cubicBezTo>
                      <a:pt x="1001" y="880"/>
                      <a:pt x="1002" y="881"/>
                      <a:pt x="1003" y="882"/>
                    </a:cubicBezTo>
                    <a:cubicBezTo>
                      <a:pt x="1004" y="883"/>
                      <a:pt x="1007" y="883"/>
                      <a:pt x="1008" y="882"/>
                    </a:cubicBezTo>
                    <a:cubicBezTo>
                      <a:pt x="1009" y="881"/>
                      <a:pt x="1009" y="881"/>
                      <a:pt x="1009" y="880"/>
                    </a:cubicBezTo>
                    <a:cubicBezTo>
                      <a:pt x="1009" y="878"/>
                      <a:pt x="1008" y="877"/>
                      <a:pt x="1008" y="876"/>
                    </a:cubicBezTo>
                    <a:cubicBezTo>
                      <a:pt x="1008" y="872"/>
                      <a:pt x="1007" y="869"/>
                      <a:pt x="1006" y="865"/>
                    </a:cubicBezTo>
                    <a:cubicBezTo>
                      <a:pt x="1004" y="861"/>
                      <a:pt x="1002" y="857"/>
                      <a:pt x="1000" y="854"/>
                    </a:cubicBezTo>
                    <a:cubicBezTo>
                      <a:pt x="999" y="851"/>
                      <a:pt x="997" y="847"/>
                      <a:pt x="1000" y="845"/>
                    </a:cubicBezTo>
                    <a:cubicBezTo>
                      <a:pt x="1003" y="845"/>
                      <a:pt x="1005" y="848"/>
                      <a:pt x="1005" y="850"/>
                    </a:cubicBezTo>
                    <a:cubicBezTo>
                      <a:pt x="1006" y="853"/>
                      <a:pt x="1006" y="856"/>
                      <a:pt x="1007" y="859"/>
                    </a:cubicBezTo>
                    <a:cubicBezTo>
                      <a:pt x="1008" y="861"/>
                      <a:pt x="1009" y="863"/>
                      <a:pt x="1009" y="865"/>
                    </a:cubicBezTo>
                    <a:cubicBezTo>
                      <a:pt x="1010" y="866"/>
                      <a:pt x="1010" y="868"/>
                      <a:pt x="1011" y="869"/>
                    </a:cubicBezTo>
                    <a:cubicBezTo>
                      <a:pt x="1013" y="872"/>
                      <a:pt x="1015" y="872"/>
                      <a:pt x="1017" y="874"/>
                    </a:cubicBezTo>
                    <a:cubicBezTo>
                      <a:pt x="1018" y="875"/>
                      <a:pt x="1019" y="876"/>
                      <a:pt x="1020" y="876"/>
                    </a:cubicBezTo>
                    <a:cubicBezTo>
                      <a:pt x="1021" y="877"/>
                      <a:pt x="1022" y="877"/>
                      <a:pt x="1023" y="877"/>
                    </a:cubicBezTo>
                    <a:cubicBezTo>
                      <a:pt x="1027" y="878"/>
                      <a:pt x="1030" y="878"/>
                      <a:pt x="1034" y="877"/>
                    </a:cubicBezTo>
                    <a:cubicBezTo>
                      <a:pt x="1037" y="876"/>
                      <a:pt x="1041" y="875"/>
                      <a:pt x="1043" y="871"/>
                    </a:cubicBezTo>
                    <a:cubicBezTo>
                      <a:pt x="1044" y="870"/>
                      <a:pt x="1044" y="867"/>
                      <a:pt x="1045" y="865"/>
                    </a:cubicBezTo>
                    <a:cubicBezTo>
                      <a:pt x="1045" y="863"/>
                      <a:pt x="1045" y="861"/>
                      <a:pt x="1046" y="860"/>
                    </a:cubicBezTo>
                    <a:cubicBezTo>
                      <a:pt x="1049" y="858"/>
                      <a:pt x="1053" y="860"/>
                      <a:pt x="1055" y="861"/>
                    </a:cubicBezTo>
                    <a:cubicBezTo>
                      <a:pt x="1057" y="863"/>
                      <a:pt x="1059" y="865"/>
                      <a:pt x="1061" y="864"/>
                    </a:cubicBezTo>
                    <a:cubicBezTo>
                      <a:pt x="1064" y="864"/>
                      <a:pt x="1065" y="860"/>
                      <a:pt x="1066" y="858"/>
                    </a:cubicBezTo>
                    <a:cubicBezTo>
                      <a:pt x="1067" y="857"/>
                      <a:pt x="1068" y="856"/>
                      <a:pt x="1069" y="857"/>
                    </a:cubicBezTo>
                    <a:cubicBezTo>
                      <a:pt x="1070" y="857"/>
                      <a:pt x="1070" y="859"/>
                      <a:pt x="1071" y="860"/>
                    </a:cubicBezTo>
                    <a:cubicBezTo>
                      <a:pt x="1072" y="861"/>
                      <a:pt x="1072" y="861"/>
                      <a:pt x="1073" y="860"/>
                    </a:cubicBezTo>
                    <a:cubicBezTo>
                      <a:pt x="1075" y="860"/>
                      <a:pt x="1076" y="858"/>
                      <a:pt x="1078" y="857"/>
                    </a:cubicBezTo>
                    <a:cubicBezTo>
                      <a:pt x="1079" y="856"/>
                      <a:pt x="1081" y="856"/>
                      <a:pt x="1082" y="855"/>
                    </a:cubicBezTo>
                    <a:cubicBezTo>
                      <a:pt x="1083" y="854"/>
                      <a:pt x="1083" y="853"/>
                      <a:pt x="1083" y="851"/>
                    </a:cubicBezTo>
                    <a:cubicBezTo>
                      <a:pt x="1083" y="850"/>
                      <a:pt x="1083" y="848"/>
                      <a:pt x="1082" y="847"/>
                    </a:cubicBezTo>
                    <a:cubicBezTo>
                      <a:pt x="1082" y="845"/>
                      <a:pt x="1081" y="843"/>
                      <a:pt x="1080" y="842"/>
                    </a:cubicBezTo>
                    <a:cubicBezTo>
                      <a:pt x="1078" y="838"/>
                      <a:pt x="1074" y="836"/>
                      <a:pt x="1071" y="832"/>
                    </a:cubicBezTo>
                    <a:cubicBezTo>
                      <a:pt x="1071" y="831"/>
                      <a:pt x="1070" y="829"/>
                      <a:pt x="1072" y="830"/>
                    </a:cubicBezTo>
                    <a:cubicBezTo>
                      <a:pt x="1074" y="830"/>
                      <a:pt x="1076" y="831"/>
                      <a:pt x="1077" y="832"/>
                    </a:cubicBezTo>
                    <a:cubicBezTo>
                      <a:pt x="1079" y="833"/>
                      <a:pt x="1080" y="835"/>
                      <a:pt x="1082" y="836"/>
                    </a:cubicBezTo>
                    <a:cubicBezTo>
                      <a:pt x="1083" y="836"/>
                      <a:pt x="1084" y="837"/>
                      <a:pt x="1086" y="838"/>
                    </a:cubicBezTo>
                    <a:cubicBezTo>
                      <a:pt x="1088" y="839"/>
                      <a:pt x="1091" y="842"/>
                      <a:pt x="1094" y="842"/>
                    </a:cubicBezTo>
                    <a:cubicBezTo>
                      <a:pt x="1096" y="842"/>
                      <a:pt x="1099" y="841"/>
                      <a:pt x="1099" y="839"/>
                    </a:cubicBezTo>
                    <a:cubicBezTo>
                      <a:pt x="1099" y="838"/>
                      <a:pt x="1099" y="837"/>
                      <a:pt x="1098" y="836"/>
                    </a:cubicBezTo>
                    <a:cubicBezTo>
                      <a:pt x="1098" y="835"/>
                      <a:pt x="1097" y="834"/>
                      <a:pt x="1097" y="833"/>
                    </a:cubicBezTo>
                    <a:cubicBezTo>
                      <a:pt x="1096" y="832"/>
                      <a:pt x="1095" y="830"/>
                      <a:pt x="1095" y="829"/>
                    </a:cubicBezTo>
                    <a:cubicBezTo>
                      <a:pt x="1094" y="828"/>
                      <a:pt x="1094" y="827"/>
                      <a:pt x="1093" y="825"/>
                    </a:cubicBezTo>
                    <a:cubicBezTo>
                      <a:pt x="1093" y="825"/>
                      <a:pt x="1093" y="824"/>
                      <a:pt x="1093" y="823"/>
                    </a:cubicBezTo>
                    <a:cubicBezTo>
                      <a:pt x="1092" y="821"/>
                      <a:pt x="1090" y="819"/>
                      <a:pt x="1088" y="818"/>
                    </a:cubicBezTo>
                    <a:cubicBezTo>
                      <a:pt x="1086" y="815"/>
                      <a:pt x="1083" y="813"/>
                      <a:pt x="1080" y="810"/>
                    </a:cubicBezTo>
                    <a:cubicBezTo>
                      <a:pt x="1076" y="808"/>
                      <a:pt x="1072" y="805"/>
                      <a:pt x="1068" y="804"/>
                    </a:cubicBezTo>
                    <a:cubicBezTo>
                      <a:pt x="1066" y="803"/>
                      <a:pt x="1064" y="802"/>
                      <a:pt x="1061" y="802"/>
                    </a:cubicBezTo>
                    <a:cubicBezTo>
                      <a:pt x="1060" y="801"/>
                      <a:pt x="1059" y="801"/>
                      <a:pt x="1058" y="800"/>
                    </a:cubicBezTo>
                    <a:cubicBezTo>
                      <a:pt x="1056" y="799"/>
                      <a:pt x="1060" y="799"/>
                      <a:pt x="1061" y="799"/>
                    </a:cubicBezTo>
                    <a:cubicBezTo>
                      <a:pt x="1064" y="798"/>
                      <a:pt x="1067" y="799"/>
                      <a:pt x="1071" y="800"/>
                    </a:cubicBezTo>
                    <a:cubicBezTo>
                      <a:pt x="1073" y="801"/>
                      <a:pt x="1076" y="802"/>
                      <a:pt x="1078" y="801"/>
                    </a:cubicBezTo>
                    <a:cubicBezTo>
                      <a:pt x="1080" y="800"/>
                      <a:pt x="1081" y="798"/>
                      <a:pt x="1082" y="797"/>
                    </a:cubicBezTo>
                    <a:cubicBezTo>
                      <a:pt x="1083" y="796"/>
                      <a:pt x="1083" y="796"/>
                      <a:pt x="1084" y="796"/>
                    </a:cubicBezTo>
                    <a:cubicBezTo>
                      <a:pt x="1085" y="796"/>
                      <a:pt x="1085" y="797"/>
                      <a:pt x="1086" y="797"/>
                    </a:cubicBezTo>
                    <a:cubicBezTo>
                      <a:pt x="1087" y="799"/>
                      <a:pt x="1088" y="801"/>
                      <a:pt x="1089" y="802"/>
                    </a:cubicBezTo>
                    <a:cubicBezTo>
                      <a:pt x="1090" y="803"/>
                      <a:pt x="1092" y="804"/>
                      <a:pt x="1093" y="805"/>
                    </a:cubicBezTo>
                    <a:cubicBezTo>
                      <a:pt x="1095" y="807"/>
                      <a:pt x="1096" y="809"/>
                      <a:pt x="1097" y="811"/>
                    </a:cubicBezTo>
                    <a:cubicBezTo>
                      <a:pt x="1097" y="813"/>
                      <a:pt x="1097" y="816"/>
                      <a:pt x="1098" y="818"/>
                    </a:cubicBezTo>
                    <a:cubicBezTo>
                      <a:pt x="1099" y="821"/>
                      <a:pt x="1102" y="823"/>
                      <a:pt x="1104" y="825"/>
                    </a:cubicBezTo>
                    <a:cubicBezTo>
                      <a:pt x="1107" y="827"/>
                      <a:pt x="1110" y="829"/>
                      <a:pt x="1113" y="828"/>
                    </a:cubicBezTo>
                    <a:cubicBezTo>
                      <a:pt x="1116" y="827"/>
                      <a:pt x="1118" y="825"/>
                      <a:pt x="1120" y="823"/>
                    </a:cubicBezTo>
                    <a:cubicBezTo>
                      <a:pt x="1123" y="822"/>
                      <a:pt x="1126" y="822"/>
                      <a:pt x="1129" y="821"/>
                    </a:cubicBezTo>
                    <a:cubicBezTo>
                      <a:pt x="1131" y="821"/>
                      <a:pt x="1134" y="820"/>
                      <a:pt x="1135" y="817"/>
                    </a:cubicBezTo>
                    <a:cubicBezTo>
                      <a:pt x="1137" y="814"/>
                      <a:pt x="1138" y="811"/>
                      <a:pt x="1139" y="808"/>
                    </a:cubicBezTo>
                    <a:cubicBezTo>
                      <a:pt x="1141" y="804"/>
                      <a:pt x="1143" y="801"/>
                      <a:pt x="1145" y="797"/>
                    </a:cubicBezTo>
                    <a:cubicBezTo>
                      <a:pt x="1144" y="797"/>
                      <a:pt x="1142" y="797"/>
                      <a:pt x="1141" y="798"/>
                    </a:cubicBezTo>
                    <a:cubicBezTo>
                      <a:pt x="1139" y="800"/>
                      <a:pt x="1137" y="802"/>
                      <a:pt x="1134" y="804"/>
                    </a:cubicBezTo>
                    <a:cubicBezTo>
                      <a:pt x="1133" y="805"/>
                      <a:pt x="1131" y="806"/>
                      <a:pt x="1129" y="807"/>
                    </a:cubicBezTo>
                    <a:cubicBezTo>
                      <a:pt x="1128" y="808"/>
                      <a:pt x="1126" y="809"/>
                      <a:pt x="1126" y="809"/>
                    </a:cubicBezTo>
                    <a:cubicBezTo>
                      <a:pt x="1125" y="808"/>
                      <a:pt x="1126" y="806"/>
                      <a:pt x="1126" y="806"/>
                    </a:cubicBezTo>
                    <a:cubicBezTo>
                      <a:pt x="1127" y="804"/>
                      <a:pt x="1128" y="803"/>
                      <a:pt x="1129" y="801"/>
                    </a:cubicBezTo>
                    <a:cubicBezTo>
                      <a:pt x="1129" y="800"/>
                      <a:pt x="1129" y="798"/>
                      <a:pt x="1128" y="797"/>
                    </a:cubicBezTo>
                    <a:cubicBezTo>
                      <a:pt x="1127" y="796"/>
                      <a:pt x="1126" y="796"/>
                      <a:pt x="1125" y="796"/>
                    </a:cubicBezTo>
                    <a:cubicBezTo>
                      <a:pt x="1123" y="795"/>
                      <a:pt x="1120" y="794"/>
                      <a:pt x="1122" y="793"/>
                    </a:cubicBezTo>
                    <a:cubicBezTo>
                      <a:pt x="1123" y="791"/>
                      <a:pt x="1125" y="792"/>
                      <a:pt x="1127" y="792"/>
                    </a:cubicBezTo>
                    <a:cubicBezTo>
                      <a:pt x="1129" y="792"/>
                      <a:pt x="1130" y="792"/>
                      <a:pt x="1132" y="792"/>
                    </a:cubicBezTo>
                    <a:cubicBezTo>
                      <a:pt x="1133" y="792"/>
                      <a:pt x="1134" y="792"/>
                      <a:pt x="1135" y="791"/>
                    </a:cubicBezTo>
                    <a:cubicBezTo>
                      <a:pt x="1136" y="790"/>
                      <a:pt x="1135" y="789"/>
                      <a:pt x="1134" y="787"/>
                    </a:cubicBezTo>
                    <a:cubicBezTo>
                      <a:pt x="1134" y="786"/>
                      <a:pt x="1133" y="785"/>
                      <a:pt x="1131" y="784"/>
                    </a:cubicBezTo>
                    <a:cubicBezTo>
                      <a:pt x="1129" y="783"/>
                      <a:pt x="1126" y="783"/>
                      <a:pt x="1123" y="782"/>
                    </a:cubicBezTo>
                    <a:cubicBezTo>
                      <a:pt x="1122" y="782"/>
                      <a:pt x="1121" y="781"/>
                      <a:pt x="1120" y="780"/>
                    </a:cubicBezTo>
                    <a:cubicBezTo>
                      <a:pt x="1118" y="779"/>
                      <a:pt x="1117" y="778"/>
                      <a:pt x="1115" y="777"/>
                    </a:cubicBezTo>
                    <a:cubicBezTo>
                      <a:pt x="1113" y="776"/>
                      <a:pt x="1111" y="775"/>
                      <a:pt x="1109" y="775"/>
                    </a:cubicBezTo>
                    <a:cubicBezTo>
                      <a:pt x="1107" y="774"/>
                      <a:pt x="1105" y="774"/>
                      <a:pt x="1104" y="773"/>
                    </a:cubicBezTo>
                    <a:cubicBezTo>
                      <a:pt x="1102" y="772"/>
                      <a:pt x="1105" y="772"/>
                      <a:pt x="1106" y="772"/>
                    </a:cubicBezTo>
                    <a:cubicBezTo>
                      <a:pt x="1108" y="771"/>
                      <a:pt x="1110" y="771"/>
                      <a:pt x="1112" y="771"/>
                    </a:cubicBezTo>
                    <a:cubicBezTo>
                      <a:pt x="1114" y="771"/>
                      <a:pt x="1117" y="771"/>
                      <a:pt x="1120" y="771"/>
                    </a:cubicBezTo>
                    <a:cubicBezTo>
                      <a:pt x="1122" y="772"/>
                      <a:pt x="1125" y="774"/>
                      <a:pt x="1127" y="775"/>
                    </a:cubicBezTo>
                    <a:cubicBezTo>
                      <a:pt x="1130" y="777"/>
                      <a:pt x="1133" y="778"/>
                      <a:pt x="1137" y="777"/>
                    </a:cubicBezTo>
                    <a:cubicBezTo>
                      <a:pt x="1140" y="777"/>
                      <a:pt x="1142" y="775"/>
                      <a:pt x="1144" y="774"/>
                    </a:cubicBezTo>
                    <a:cubicBezTo>
                      <a:pt x="1146" y="772"/>
                      <a:pt x="1149" y="772"/>
                      <a:pt x="1151" y="770"/>
                    </a:cubicBezTo>
                    <a:cubicBezTo>
                      <a:pt x="1152" y="768"/>
                      <a:pt x="1153" y="766"/>
                      <a:pt x="1152" y="763"/>
                    </a:cubicBezTo>
                    <a:cubicBezTo>
                      <a:pt x="1152" y="762"/>
                      <a:pt x="1150" y="761"/>
                      <a:pt x="1149" y="760"/>
                    </a:cubicBezTo>
                    <a:cubicBezTo>
                      <a:pt x="1147" y="758"/>
                      <a:pt x="1145" y="758"/>
                      <a:pt x="1142" y="757"/>
                    </a:cubicBezTo>
                    <a:cubicBezTo>
                      <a:pt x="1139" y="757"/>
                      <a:pt x="1137" y="757"/>
                      <a:pt x="1134" y="757"/>
                    </a:cubicBezTo>
                    <a:cubicBezTo>
                      <a:pt x="1130" y="756"/>
                      <a:pt x="1127" y="756"/>
                      <a:pt x="1123" y="756"/>
                    </a:cubicBezTo>
                    <a:cubicBezTo>
                      <a:pt x="1122" y="756"/>
                      <a:pt x="1107" y="757"/>
                      <a:pt x="1107" y="755"/>
                    </a:cubicBezTo>
                    <a:cubicBezTo>
                      <a:pt x="1107" y="754"/>
                      <a:pt x="1109" y="754"/>
                      <a:pt x="1109" y="754"/>
                    </a:cubicBezTo>
                    <a:cubicBezTo>
                      <a:pt x="1110" y="753"/>
                      <a:pt x="1112" y="753"/>
                      <a:pt x="1113" y="753"/>
                    </a:cubicBezTo>
                    <a:cubicBezTo>
                      <a:pt x="1117" y="752"/>
                      <a:pt x="1120" y="752"/>
                      <a:pt x="1124" y="753"/>
                    </a:cubicBezTo>
                    <a:cubicBezTo>
                      <a:pt x="1126" y="753"/>
                      <a:pt x="1129" y="753"/>
                      <a:pt x="1132" y="753"/>
                    </a:cubicBezTo>
                    <a:cubicBezTo>
                      <a:pt x="1132" y="753"/>
                      <a:pt x="1133" y="754"/>
                      <a:pt x="1134" y="754"/>
                    </a:cubicBezTo>
                    <a:cubicBezTo>
                      <a:pt x="1135" y="754"/>
                      <a:pt x="1136" y="754"/>
                      <a:pt x="1137" y="754"/>
                    </a:cubicBezTo>
                    <a:cubicBezTo>
                      <a:pt x="1139" y="753"/>
                      <a:pt x="1141" y="753"/>
                      <a:pt x="1142" y="752"/>
                    </a:cubicBezTo>
                    <a:cubicBezTo>
                      <a:pt x="1143" y="751"/>
                      <a:pt x="1145" y="751"/>
                      <a:pt x="1146" y="749"/>
                    </a:cubicBezTo>
                    <a:cubicBezTo>
                      <a:pt x="1148" y="748"/>
                      <a:pt x="1146" y="746"/>
                      <a:pt x="1145" y="744"/>
                    </a:cubicBezTo>
                    <a:cubicBezTo>
                      <a:pt x="1145" y="743"/>
                      <a:pt x="1144" y="741"/>
                      <a:pt x="1144" y="740"/>
                    </a:cubicBezTo>
                    <a:cubicBezTo>
                      <a:pt x="1144" y="739"/>
                      <a:pt x="1144" y="738"/>
                      <a:pt x="1144" y="737"/>
                    </a:cubicBezTo>
                    <a:cubicBezTo>
                      <a:pt x="1145" y="736"/>
                      <a:pt x="1147" y="738"/>
                      <a:pt x="1148" y="739"/>
                    </a:cubicBezTo>
                    <a:cubicBezTo>
                      <a:pt x="1149" y="740"/>
                      <a:pt x="1151" y="741"/>
                      <a:pt x="1153" y="741"/>
                    </a:cubicBezTo>
                    <a:cubicBezTo>
                      <a:pt x="1156" y="742"/>
                      <a:pt x="1158" y="742"/>
                      <a:pt x="1161" y="742"/>
                    </a:cubicBezTo>
                    <a:cubicBezTo>
                      <a:pt x="1162" y="742"/>
                      <a:pt x="1164" y="741"/>
                      <a:pt x="1165" y="740"/>
                    </a:cubicBezTo>
                    <a:cubicBezTo>
                      <a:pt x="1165" y="740"/>
                      <a:pt x="1165" y="739"/>
                      <a:pt x="1164" y="738"/>
                    </a:cubicBezTo>
                    <a:cubicBezTo>
                      <a:pt x="1164" y="737"/>
                      <a:pt x="1163" y="736"/>
                      <a:pt x="1162" y="735"/>
                    </a:cubicBezTo>
                    <a:cubicBezTo>
                      <a:pt x="1161" y="735"/>
                      <a:pt x="1160" y="734"/>
                      <a:pt x="1161" y="733"/>
                    </a:cubicBezTo>
                    <a:cubicBezTo>
                      <a:pt x="1161" y="732"/>
                      <a:pt x="1162" y="732"/>
                      <a:pt x="1163" y="732"/>
                    </a:cubicBezTo>
                    <a:cubicBezTo>
                      <a:pt x="1164" y="731"/>
                      <a:pt x="1166" y="730"/>
                      <a:pt x="1167" y="729"/>
                    </a:cubicBezTo>
                    <a:cubicBezTo>
                      <a:pt x="1168" y="728"/>
                      <a:pt x="1169" y="727"/>
                      <a:pt x="1170" y="726"/>
                    </a:cubicBezTo>
                    <a:cubicBezTo>
                      <a:pt x="1171" y="724"/>
                      <a:pt x="1172" y="723"/>
                      <a:pt x="1173" y="722"/>
                    </a:cubicBezTo>
                    <a:cubicBezTo>
                      <a:pt x="1174" y="721"/>
                      <a:pt x="1176" y="720"/>
                      <a:pt x="1177" y="719"/>
                    </a:cubicBezTo>
                    <a:cubicBezTo>
                      <a:pt x="1178" y="719"/>
                      <a:pt x="1179" y="718"/>
                      <a:pt x="1179" y="717"/>
                    </a:cubicBezTo>
                    <a:cubicBezTo>
                      <a:pt x="1180" y="715"/>
                      <a:pt x="1180" y="714"/>
                      <a:pt x="1179" y="712"/>
                    </a:cubicBezTo>
                    <a:cubicBezTo>
                      <a:pt x="1179" y="711"/>
                      <a:pt x="1178" y="710"/>
                      <a:pt x="1177" y="710"/>
                    </a:cubicBezTo>
                    <a:cubicBezTo>
                      <a:pt x="1176" y="710"/>
                      <a:pt x="1175" y="709"/>
                      <a:pt x="1175" y="708"/>
                    </a:cubicBezTo>
                    <a:cubicBezTo>
                      <a:pt x="1175" y="707"/>
                      <a:pt x="1175" y="706"/>
                      <a:pt x="1174" y="705"/>
                    </a:cubicBezTo>
                    <a:cubicBezTo>
                      <a:pt x="1174" y="704"/>
                      <a:pt x="1173" y="704"/>
                      <a:pt x="1172" y="704"/>
                    </a:cubicBezTo>
                    <a:cubicBezTo>
                      <a:pt x="1170" y="704"/>
                      <a:pt x="1169" y="704"/>
                      <a:pt x="1167" y="705"/>
                    </a:cubicBezTo>
                    <a:cubicBezTo>
                      <a:pt x="1166" y="705"/>
                      <a:pt x="1164" y="705"/>
                      <a:pt x="1163" y="705"/>
                    </a:cubicBezTo>
                    <a:cubicBezTo>
                      <a:pt x="1161" y="704"/>
                      <a:pt x="1161" y="702"/>
                      <a:pt x="1161" y="701"/>
                    </a:cubicBezTo>
                    <a:cubicBezTo>
                      <a:pt x="1161" y="699"/>
                      <a:pt x="1161" y="698"/>
                      <a:pt x="1162" y="696"/>
                    </a:cubicBezTo>
                    <a:cubicBezTo>
                      <a:pt x="1162" y="695"/>
                      <a:pt x="1161" y="693"/>
                      <a:pt x="1161" y="692"/>
                    </a:cubicBezTo>
                    <a:cubicBezTo>
                      <a:pt x="1161" y="691"/>
                      <a:pt x="1160" y="690"/>
                      <a:pt x="1161" y="689"/>
                    </a:cubicBezTo>
                    <a:cubicBezTo>
                      <a:pt x="1161" y="687"/>
                      <a:pt x="1164" y="686"/>
                      <a:pt x="1164" y="684"/>
                    </a:cubicBezTo>
                    <a:cubicBezTo>
                      <a:pt x="1164" y="682"/>
                      <a:pt x="1164" y="681"/>
                      <a:pt x="1164" y="680"/>
                    </a:cubicBezTo>
                    <a:cubicBezTo>
                      <a:pt x="1163" y="679"/>
                      <a:pt x="1162" y="677"/>
                      <a:pt x="1161" y="677"/>
                    </a:cubicBezTo>
                    <a:cubicBezTo>
                      <a:pt x="1160" y="676"/>
                      <a:pt x="1158" y="676"/>
                      <a:pt x="1157" y="676"/>
                    </a:cubicBezTo>
                    <a:cubicBezTo>
                      <a:pt x="1155" y="677"/>
                      <a:pt x="1154" y="677"/>
                      <a:pt x="1152" y="677"/>
                    </a:cubicBezTo>
                    <a:cubicBezTo>
                      <a:pt x="1151" y="677"/>
                      <a:pt x="1149" y="677"/>
                      <a:pt x="1148" y="676"/>
                    </a:cubicBezTo>
                    <a:cubicBezTo>
                      <a:pt x="1147" y="676"/>
                      <a:pt x="1147" y="675"/>
                      <a:pt x="1147" y="674"/>
                    </a:cubicBezTo>
                    <a:cubicBezTo>
                      <a:pt x="1147" y="672"/>
                      <a:pt x="1147" y="671"/>
                      <a:pt x="1146" y="669"/>
                    </a:cubicBezTo>
                    <a:cubicBezTo>
                      <a:pt x="1146" y="668"/>
                      <a:pt x="1145" y="667"/>
                      <a:pt x="1144" y="665"/>
                    </a:cubicBezTo>
                    <a:cubicBezTo>
                      <a:pt x="1142" y="663"/>
                      <a:pt x="1141" y="662"/>
                      <a:pt x="1140" y="660"/>
                    </a:cubicBezTo>
                    <a:cubicBezTo>
                      <a:pt x="1139" y="659"/>
                      <a:pt x="1138" y="657"/>
                      <a:pt x="1136" y="657"/>
                    </a:cubicBezTo>
                    <a:cubicBezTo>
                      <a:pt x="1135" y="657"/>
                      <a:pt x="1134" y="658"/>
                      <a:pt x="1134" y="658"/>
                    </a:cubicBezTo>
                    <a:cubicBezTo>
                      <a:pt x="1132" y="659"/>
                      <a:pt x="1130" y="659"/>
                      <a:pt x="1129" y="659"/>
                    </a:cubicBezTo>
                    <a:cubicBezTo>
                      <a:pt x="1127" y="659"/>
                      <a:pt x="1125" y="659"/>
                      <a:pt x="1123" y="660"/>
                    </a:cubicBezTo>
                    <a:cubicBezTo>
                      <a:pt x="1121" y="661"/>
                      <a:pt x="1120" y="662"/>
                      <a:pt x="1118" y="663"/>
                    </a:cubicBezTo>
                    <a:cubicBezTo>
                      <a:pt x="1116" y="664"/>
                      <a:pt x="1114" y="666"/>
                      <a:pt x="1112" y="667"/>
                    </a:cubicBezTo>
                    <a:cubicBezTo>
                      <a:pt x="1111" y="667"/>
                      <a:pt x="1108" y="669"/>
                      <a:pt x="1108" y="668"/>
                    </a:cubicBezTo>
                    <a:cubicBezTo>
                      <a:pt x="1108" y="668"/>
                      <a:pt x="1108" y="667"/>
                      <a:pt x="1108" y="667"/>
                    </a:cubicBezTo>
                    <a:cubicBezTo>
                      <a:pt x="1109" y="666"/>
                      <a:pt x="1109" y="665"/>
                      <a:pt x="1110" y="664"/>
                    </a:cubicBezTo>
                    <a:cubicBezTo>
                      <a:pt x="1111" y="662"/>
                      <a:pt x="1112" y="661"/>
                      <a:pt x="1114" y="660"/>
                    </a:cubicBezTo>
                    <a:cubicBezTo>
                      <a:pt x="1117" y="658"/>
                      <a:pt x="1120" y="658"/>
                      <a:pt x="1122" y="658"/>
                    </a:cubicBezTo>
                    <a:cubicBezTo>
                      <a:pt x="1125" y="657"/>
                      <a:pt x="1127" y="657"/>
                      <a:pt x="1129" y="656"/>
                    </a:cubicBezTo>
                    <a:cubicBezTo>
                      <a:pt x="1130" y="655"/>
                      <a:pt x="1131" y="654"/>
                      <a:pt x="1130" y="653"/>
                    </a:cubicBezTo>
                    <a:cubicBezTo>
                      <a:pt x="1129" y="652"/>
                      <a:pt x="1127" y="652"/>
                      <a:pt x="1126" y="652"/>
                    </a:cubicBezTo>
                    <a:cubicBezTo>
                      <a:pt x="1123" y="652"/>
                      <a:pt x="1120" y="653"/>
                      <a:pt x="1117" y="653"/>
                    </a:cubicBezTo>
                    <a:cubicBezTo>
                      <a:pt x="1116" y="653"/>
                      <a:pt x="1116" y="653"/>
                      <a:pt x="1117" y="653"/>
                    </a:cubicBezTo>
                    <a:cubicBezTo>
                      <a:pt x="1115" y="653"/>
                      <a:pt x="1114" y="654"/>
                      <a:pt x="1113" y="654"/>
                    </a:cubicBezTo>
                    <a:cubicBezTo>
                      <a:pt x="1113" y="654"/>
                      <a:pt x="1112" y="654"/>
                      <a:pt x="1111" y="654"/>
                    </a:cubicBezTo>
                    <a:cubicBezTo>
                      <a:pt x="1109" y="654"/>
                      <a:pt x="1107" y="655"/>
                      <a:pt x="1105" y="656"/>
                    </a:cubicBezTo>
                    <a:cubicBezTo>
                      <a:pt x="1103" y="657"/>
                      <a:pt x="1100" y="659"/>
                      <a:pt x="1098" y="661"/>
                    </a:cubicBezTo>
                    <a:cubicBezTo>
                      <a:pt x="1095" y="663"/>
                      <a:pt x="1093" y="665"/>
                      <a:pt x="1091" y="666"/>
                    </a:cubicBezTo>
                    <a:cubicBezTo>
                      <a:pt x="1088" y="668"/>
                      <a:pt x="1086" y="670"/>
                      <a:pt x="1084" y="671"/>
                    </a:cubicBezTo>
                    <a:cubicBezTo>
                      <a:pt x="1082" y="673"/>
                      <a:pt x="1080" y="675"/>
                      <a:pt x="1078" y="676"/>
                    </a:cubicBezTo>
                    <a:cubicBezTo>
                      <a:pt x="1078" y="677"/>
                      <a:pt x="1076" y="678"/>
                      <a:pt x="1076" y="677"/>
                    </a:cubicBezTo>
                    <a:cubicBezTo>
                      <a:pt x="1076" y="677"/>
                      <a:pt x="1076" y="676"/>
                      <a:pt x="1076" y="675"/>
                    </a:cubicBezTo>
                    <a:cubicBezTo>
                      <a:pt x="1077" y="674"/>
                      <a:pt x="1077" y="674"/>
                      <a:pt x="1077" y="673"/>
                    </a:cubicBezTo>
                    <a:cubicBezTo>
                      <a:pt x="1078" y="672"/>
                      <a:pt x="1079" y="671"/>
                      <a:pt x="1080" y="670"/>
                    </a:cubicBezTo>
                    <a:cubicBezTo>
                      <a:pt x="1081" y="668"/>
                      <a:pt x="1083" y="666"/>
                      <a:pt x="1084" y="664"/>
                    </a:cubicBezTo>
                    <a:cubicBezTo>
                      <a:pt x="1085" y="662"/>
                      <a:pt x="1087" y="661"/>
                      <a:pt x="1088" y="660"/>
                    </a:cubicBezTo>
                    <a:cubicBezTo>
                      <a:pt x="1089" y="659"/>
                      <a:pt x="1090" y="659"/>
                      <a:pt x="1091" y="658"/>
                    </a:cubicBezTo>
                    <a:cubicBezTo>
                      <a:pt x="1093" y="657"/>
                      <a:pt x="1094" y="656"/>
                      <a:pt x="1096" y="655"/>
                    </a:cubicBezTo>
                    <a:cubicBezTo>
                      <a:pt x="1099" y="653"/>
                      <a:pt x="1102" y="652"/>
                      <a:pt x="1105" y="651"/>
                    </a:cubicBezTo>
                    <a:cubicBezTo>
                      <a:pt x="1108" y="650"/>
                      <a:pt x="1110" y="649"/>
                      <a:pt x="1112" y="649"/>
                    </a:cubicBezTo>
                    <a:cubicBezTo>
                      <a:pt x="1114" y="648"/>
                      <a:pt x="1116" y="648"/>
                      <a:pt x="1118" y="647"/>
                    </a:cubicBezTo>
                    <a:cubicBezTo>
                      <a:pt x="1119" y="647"/>
                      <a:pt x="1120" y="647"/>
                      <a:pt x="1121" y="647"/>
                    </a:cubicBezTo>
                    <a:cubicBezTo>
                      <a:pt x="1121" y="647"/>
                      <a:pt x="1122" y="647"/>
                      <a:pt x="1123" y="647"/>
                    </a:cubicBezTo>
                    <a:cubicBezTo>
                      <a:pt x="1123" y="646"/>
                      <a:pt x="1124" y="646"/>
                      <a:pt x="1125" y="646"/>
                    </a:cubicBezTo>
                    <a:cubicBezTo>
                      <a:pt x="1126" y="646"/>
                      <a:pt x="1126" y="646"/>
                      <a:pt x="1127" y="646"/>
                    </a:cubicBezTo>
                    <a:cubicBezTo>
                      <a:pt x="1128" y="646"/>
                      <a:pt x="1129" y="645"/>
                      <a:pt x="1129" y="644"/>
                    </a:cubicBezTo>
                    <a:cubicBezTo>
                      <a:pt x="1130" y="642"/>
                      <a:pt x="1130" y="641"/>
                      <a:pt x="1129" y="639"/>
                    </a:cubicBezTo>
                    <a:cubicBezTo>
                      <a:pt x="1129" y="638"/>
                      <a:pt x="1129" y="637"/>
                      <a:pt x="1129" y="637"/>
                    </a:cubicBezTo>
                    <a:cubicBezTo>
                      <a:pt x="1129" y="636"/>
                      <a:pt x="1129" y="636"/>
                      <a:pt x="1128" y="635"/>
                    </a:cubicBezTo>
                    <a:cubicBezTo>
                      <a:pt x="1128" y="635"/>
                      <a:pt x="1128" y="634"/>
                      <a:pt x="1128" y="634"/>
                    </a:cubicBezTo>
                    <a:cubicBezTo>
                      <a:pt x="1128" y="632"/>
                      <a:pt x="1128" y="631"/>
                      <a:pt x="1128" y="630"/>
                    </a:cubicBezTo>
                    <a:cubicBezTo>
                      <a:pt x="1128" y="628"/>
                      <a:pt x="1129" y="627"/>
                      <a:pt x="1130" y="627"/>
                    </a:cubicBezTo>
                    <a:cubicBezTo>
                      <a:pt x="1132" y="625"/>
                      <a:pt x="1133" y="624"/>
                      <a:pt x="1135" y="622"/>
                    </a:cubicBezTo>
                    <a:cubicBezTo>
                      <a:pt x="1137" y="621"/>
                      <a:pt x="1138" y="620"/>
                      <a:pt x="1139" y="619"/>
                    </a:cubicBezTo>
                    <a:cubicBezTo>
                      <a:pt x="1140" y="617"/>
                      <a:pt x="1141" y="615"/>
                      <a:pt x="1139" y="615"/>
                    </a:cubicBezTo>
                    <a:cubicBezTo>
                      <a:pt x="1137" y="614"/>
                      <a:pt x="1136" y="614"/>
                      <a:pt x="1134" y="614"/>
                    </a:cubicBezTo>
                    <a:cubicBezTo>
                      <a:pt x="1132" y="614"/>
                      <a:pt x="1129" y="614"/>
                      <a:pt x="1126" y="613"/>
                    </a:cubicBezTo>
                    <a:cubicBezTo>
                      <a:pt x="1121" y="612"/>
                      <a:pt x="1116" y="611"/>
                      <a:pt x="1110" y="610"/>
                    </a:cubicBezTo>
                    <a:cubicBezTo>
                      <a:pt x="1104" y="609"/>
                      <a:pt x="1098" y="610"/>
                      <a:pt x="1092" y="610"/>
                    </a:cubicBezTo>
                    <a:cubicBezTo>
                      <a:pt x="1088" y="611"/>
                      <a:pt x="1082" y="612"/>
                      <a:pt x="1079" y="607"/>
                    </a:cubicBezTo>
                    <a:cubicBezTo>
                      <a:pt x="1079" y="606"/>
                      <a:pt x="1079" y="605"/>
                      <a:pt x="1080" y="604"/>
                    </a:cubicBezTo>
                    <a:cubicBezTo>
                      <a:pt x="1080" y="603"/>
                      <a:pt x="1082" y="603"/>
                      <a:pt x="1083" y="602"/>
                    </a:cubicBezTo>
                    <a:cubicBezTo>
                      <a:pt x="1085" y="602"/>
                      <a:pt x="1087" y="601"/>
                      <a:pt x="1088" y="600"/>
                    </a:cubicBezTo>
                    <a:cubicBezTo>
                      <a:pt x="1089" y="599"/>
                      <a:pt x="1092" y="598"/>
                      <a:pt x="1091" y="597"/>
                    </a:cubicBezTo>
                    <a:cubicBezTo>
                      <a:pt x="1090" y="596"/>
                      <a:pt x="1089" y="596"/>
                      <a:pt x="1088" y="596"/>
                    </a:cubicBezTo>
                    <a:cubicBezTo>
                      <a:pt x="1087" y="596"/>
                      <a:pt x="1086" y="596"/>
                      <a:pt x="1085" y="596"/>
                    </a:cubicBezTo>
                    <a:cubicBezTo>
                      <a:pt x="1084" y="596"/>
                      <a:pt x="1083" y="596"/>
                      <a:pt x="1083" y="596"/>
                    </a:cubicBezTo>
                    <a:cubicBezTo>
                      <a:pt x="1082" y="596"/>
                      <a:pt x="1082" y="596"/>
                      <a:pt x="1081" y="596"/>
                    </a:cubicBezTo>
                    <a:cubicBezTo>
                      <a:pt x="1081" y="595"/>
                      <a:pt x="1083" y="594"/>
                      <a:pt x="1083" y="593"/>
                    </a:cubicBezTo>
                    <a:cubicBezTo>
                      <a:pt x="1085" y="591"/>
                      <a:pt x="1087" y="590"/>
                      <a:pt x="1089" y="589"/>
                    </a:cubicBezTo>
                    <a:cubicBezTo>
                      <a:pt x="1094" y="585"/>
                      <a:pt x="1100" y="584"/>
                      <a:pt x="1106" y="584"/>
                    </a:cubicBezTo>
                    <a:cubicBezTo>
                      <a:pt x="1107" y="584"/>
                      <a:pt x="1109" y="584"/>
                      <a:pt x="1110" y="583"/>
                    </a:cubicBezTo>
                    <a:cubicBezTo>
                      <a:pt x="1111" y="583"/>
                      <a:pt x="1112" y="582"/>
                      <a:pt x="1113" y="581"/>
                    </a:cubicBezTo>
                    <a:cubicBezTo>
                      <a:pt x="1116" y="579"/>
                      <a:pt x="1120" y="579"/>
                      <a:pt x="1124" y="578"/>
                    </a:cubicBezTo>
                    <a:cubicBezTo>
                      <a:pt x="1125" y="577"/>
                      <a:pt x="1126" y="576"/>
                      <a:pt x="1127" y="574"/>
                    </a:cubicBezTo>
                    <a:cubicBezTo>
                      <a:pt x="1128" y="573"/>
                      <a:pt x="1129" y="572"/>
                      <a:pt x="1130" y="570"/>
                    </a:cubicBezTo>
                    <a:cubicBezTo>
                      <a:pt x="1131" y="569"/>
                      <a:pt x="1133" y="568"/>
                      <a:pt x="1134" y="566"/>
                    </a:cubicBezTo>
                    <a:cubicBezTo>
                      <a:pt x="1135" y="564"/>
                      <a:pt x="1135" y="562"/>
                      <a:pt x="1136" y="560"/>
                    </a:cubicBezTo>
                    <a:cubicBezTo>
                      <a:pt x="1136" y="558"/>
                      <a:pt x="1136" y="556"/>
                      <a:pt x="1137" y="554"/>
                    </a:cubicBezTo>
                    <a:cubicBezTo>
                      <a:pt x="1137" y="552"/>
                      <a:pt x="1138" y="549"/>
                      <a:pt x="1139" y="546"/>
                    </a:cubicBezTo>
                    <a:cubicBezTo>
                      <a:pt x="1139" y="545"/>
                      <a:pt x="1141" y="542"/>
                      <a:pt x="1139" y="541"/>
                    </a:cubicBezTo>
                    <a:cubicBezTo>
                      <a:pt x="1138" y="539"/>
                      <a:pt x="1136" y="540"/>
                      <a:pt x="1134" y="540"/>
                    </a:cubicBezTo>
                    <a:cubicBezTo>
                      <a:pt x="1132" y="539"/>
                      <a:pt x="1130" y="539"/>
                      <a:pt x="1128" y="539"/>
                    </a:cubicBezTo>
                    <a:cubicBezTo>
                      <a:pt x="1127" y="538"/>
                      <a:pt x="1126" y="539"/>
                      <a:pt x="1125" y="540"/>
                    </a:cubicBezTo>
                    <a:cubicBezTo>
                      <a:pt x="1124" y="541"/>
                      <a:pt x="1123" y="542"/>
                      <a:pt x="1122" y="542"/>
                    </a:cubicBezTo>
                    <a:cubicBezTo>
                      <a:pt x="1121" y="542"/>
                      <a:pt x="1120" y="541"/>
                      <a:pt x="1120" y="540"/>
                    </a:cubicBezTo>
                    <a:cubicBezTo>
                      <a:pt x="1119" y="539"/>
                      <a:pt x="1117" y="539"/>
                      <a:pt x="1116" y="538"/>
                    </a:cubicBezTo>
                    <a:cubicBezTo>
                      <a:pt x="1115" y="537"/>
                      <a:pt x="1115" y="536"/>
                      <a:pt x="1115" y="535"/>
                    </a:cubicBezTo>
                    <a:cubicBezTo>
                      <a:pt x="1114" y="534"/>
                      <a:pt x="1114" y="533"/>
                      <a:pt x="1114" y="531"/>
                    </a:cubicBezTo>
                    <a:cubicBezTo>
                      <a:pt x="1114" y="529"/>
                      <a:pt x="1112" y="528"/>
                      <a:pt x="1110" y="528"/>
                    </a:cubicBezTo>
                    <a:cubicBezTo>
                      <a:pt x="1108" y="527"/>
                      <a:pt x="1105" y="526"/>
                      <a:pt x="1103" y="525"/>
                    </a:cubicBezTo>
                    <a:cubicBezTo>
                      <a:pt x="1102" y="523"/>
                      <a:pt x="1100" y="522"/>
                      <a:pt x="1101" y="520"/>
                    </a:cubicBezTo>
                    <a:cubicBezTo>
                      <a:pt x="1102" y="518"/>
                      <a:pt x="1103" y="516"/>
                      <a:pt x="1105" y="514"/>
                    </a:cubicBezTo>
                    <a:cubicBezTo>
                      <a:pt x="1105" y="513"/>
                      <a:pt x="1105" y="512"/>
                      <a:pt x="1105" y="512"/>
                    </a:cubicBezTo>
                    <a:cubicBezTo>
                      <a:pt x="1105" y="511"/>
                      <a:pt x="1104" y="510"/>
                      <a:pt x="1103" y="510"/>
                    </a:cubicBezTo>
                    <a:cubicBezTo>
                      <a:pt x="1101" y="510"/>
                      <a:pt x="1099" y="510"/>
                      <a:pt x="1097" y="509"/>
                    </a:cubicBezTo>
                    <a:cubicBezTo>
                      <a:pt x="1093" y="508"/>
                      <a:pt x="1098" y="503"/>
                      <a:pt x="1100" y="502"/>
                    </a:cubicBezTo>
                    <a:cubicBezTo>
                      <a:pt x="1103" y="499"/>
                      <a:pt x="1107" y="501"/>
                      <a:pt x="1110" y="501"/>
                    </a:cubicBezTo>
                    <a:cubicBezTo>
                      <a:pt x="1112" y="501"/>
                      <a:pt x="1114" y="500"/>
                      <a:pt x="1116" y="500"/>
                    </a:cubicBezTo>
                    <a:cubicBezTo>
                      <a:pt x="1118" y="499"/>
                      <a:pt x="1121" y="499"/>
                      <a:pt x="1123" y="498"/>
                    </a:cubicBezTo>
                    <a:cubicBezTo>
                      <a:pt x="1125" y="498"/>
                      <a:pt x="1127" y="498"/>
                      <a:pt x="1129" y="497"/>
                    </a:cubicBezTo>
                    <a:cubicBezTo>
                      <a:pt x="1131" y="496"/>
                      <a:pt x="1132" y="494"/>
                      <a:pt x="1133" y="492"/>
                    </a:cubicBezTo>
                    <a:cubicBezTo>
                      <a:pt x="1135" y="489"/>
                      <a:pt x="1135" y="487"/>
                      <a:pt x="1136" y="485"/>
                    </a:cubicBezTo>
                    <a:cubicBezTo>
                      <a:pt x="1136" y="483"/>
                      <a:pt x="1136" y="480"/>
                      <a:pt x="1137" y="479"/>
                    </a:cubicBezTo>
                    <a:cubicBezTo>
                      <a:pt x="1138" y="477"/>
                      <a:pt x="1139" y="475"/>
                      <a:pt x="1140" y="474"/>
                    </a:cubicBezTo>
                    <a:cubicBezTo>
                      <a:pt x="1142" y="472"/>
                      <a:pt x="1144" y="472"/>
                      <a:pt x="1146" y="472"/>
                    </a:cubicBezTo>
                    <a:cubicBezTo>
                      <a:pt x="1149" y="472"/>
                      <a:pt x="1152" y="472"/>
                      <a:pt x="1155" y="472"/>
                    </a:cubicBezTo>
                    <a:cubicBezTo>
                      <a:pt x="1157" y="473"/>
                      <a:pt x="1158" y="472"/>
                      <a:pt x="1160" y="472"/>
                    </a:cubicBezTo>
                    <a:cubicBezTo>
                      <a:pt x="1161" y="472"/>
                      <a:pt x="1162" y="471"/>
                      <a:pt x="1163" y="471"/>
                    </a:cubicBezTo>
                    <a:cubicBezTo>
                      <a:pt x="1164" y="471"/>
                      <a:pt x="1165" y="471"/>
                      <a:pt x="1166" y="471"/>
                    </a:cubicBezTo>
                    <a:cubicBezTo>
                      <a:pt x="1167" y="471"/>
                      <a:pt x="1168" y="471"/>
                      <a:pt x="1169" y="471"/>
                    </a:cubicBezTo>
                    <a:cubicBezTo>
                      <a:pt x="1171" y="472"/>
                      <a:pt x="1173" y="472"/>
                      <a:pt x="1175" y="472"/>
                    </a:cubicBezTo>
                    <a:cubicBezTo>
                      <a:pt x="1178" y="472"/>
                      <a:pt x="1181" y="472"/>
                      <a:pt x="1184" y="473"/>
                    </a:cubicBezTo>
                    <a:cubicBezTo>
                      <a:pt x="1186" y="473"/>
                      <a:pt x="1189" y="474"/>
                      <a:pt x="1190" y="472"/>
                    </a:cubicBezTo>
                    <a:cubicBezTo>
                      <a:pt x="1192" y="471"/>
                      <a:pt x="1191" y="469"/>
                      <a:pt x="1190" y="469"/>
                    </a:cubicBezTo>
                    <a:close/>
                    <a:moveTo>
                      <a:pt x="486" y="349"/>
                    </a:moveTo>
                    <a:cubicBezTo>
                      <a:pt x="487" y="347"/>
                      <a:pt x="488" y="345"/>
                      <a:pt x="489" y="344"/>
                    </a:cubicBezTo>
                    <a:cubicBezTo>
                      <a:pt x="490" y="343"/>
                      <a:pt x="491" y="342"/>
                      <a:pt x="492" y="340"/>
                    </a:cubicBezTo>
                    <a:cubicBezTo>
                      <a:pt x="492" y="340"/>
                      <a:pt x="492" y="339"/>
                      <a:pt x="492" y="339"/>
                    </a:cubicBezTo>
                    <a:cubicBezTo>
                      <a:pt x="492" y="338"/>
                      <a:pt x="492" y="338"/>
                      <a:pt x="492" y="338"/>
                    </a:cubicBezTo>
                    <a:cubicBezTo>
                      <a:pt x="492" y="339"/>
                      <a:pt x="492" y="339"/>
                      <a:pt x="492" y="340"/>
                    </a:cubicBezTo>
                    <a:cubicBezTo>
                      <a:pt x="492" y="340"/>
                      <a:pt x="492" y="340"/>
                      <a:pt x="492" y="340"/>
                    </a:cubicBezTo>
                    <a:cubicBezTo>
                      <a:pt x="492" y="343"/>
                      <a:pt x="494" y="345"/>
                      <a:pt x="496" y="347"/>
                    </a:cubicBezTo>
                    <a:cubicBezTo>
                      <a:pt x="497" y="348"/>
                      <a:pt x="498" y="350"/>
                      <a:pt x="498" y="351"/>
                    </a:cubicBezTo>
                    <a:cubicBezTo>
                      <a:pt x="498" y="352"/>
                      <a:pt x="497" y="353"/>
                      <a:pt x="496" y="354"/>
                    </a:cubicBezTo>
                    <a:cubicBezTo>
                      <a:pt x="494" y="355"/>
                      <a:pt x="491" y="355"/>
                      <a:pt x="489" y="355"/>
                    </a:cubicBezTo>
                    <a:cubicBezTo>
                      <a:pt x="488" y="355"/>
                      <a:pt x="487" y="354"/>
                      <a:pt x="486" y="353"/>
                    </a:cubicBezTo>
                    <a:cubicBezTo>
                      <a:pt x="485" y="352"/>
                      <a:pt x="485" y="350"/>
                      <a:pt x="486" y="349"/>
                    </a:cubicBezTo>
                    <a:close/>
                    <a:moveTo>
                      <a:pt x="449" y="729"/>
                    </a:moveTo>
                    <a:cubicBezTo>
                      <a:pt x="450" y="729"/>
                      <a:pt x="451" y="728"/>
                      <a:pt x="452" y="727"/>
                    </a:cubicBezTo>
                    <a:cubicBezTo>
                      <a:pt x="453" y="726"/>
                      <a:pt x="455" y="726"/>
                      <a:pt x="456" y="725"/>
                    </a:cubicBezTo>
                    <a:cubicBezTo>
                      <a:pt x="460" y="725"/>
                      <a:pt x="467" y="727"/>
                      <a:pt x="469" y="722"/>
                    </a:cubicBezTo>
                    <a:cubicBezTo>
                      <a:pt x="469" y="721"/>
                      <a:pt x="469" y="720"/>
                      <a:pt x="469" y="719"/>
                    </a:cubicBezTo>
                    <a:cubicBezTo>
                      <a:pt x="470" y="718"/>
                      <a:pt x="471" y="718"/>
                      <a:pt x="472" y="718"/>
                    </a:cubicBezTo>
                    <a:cubicBezTo>
                      <a:pt x="474" y="717"/>
                      <a:pt x="477" y="716"/>
                      <a:pt x="479" y="717"/>
                    </a:cubicBezTo>
                    <a:cubicBezTo>
                      <a:pt x="481" y="718"/>
                      <a:pt x="482" y="719"/>
                      <a:pt x="482" y="720"/>
                    </a:cubicBezTo>
                    <a:cubicBezTo>
                      <a:pt x="483" y="722"/>
                      <a:pt x="483" y="724"/>
                      <a:pt x="482" y="725"/>
                    </a:cubicBezTo>
                    <a:cubicBezTo>
                      <a:pt x="481" y="727"/>
                      <a:pt x="477" y="727"/>
                      <a:pt x="475" y="727"/>
                    </a:cubicBezTo>
                    <a:cubicBezTo>
                      <a:pt x="473" y="728"/>
                      <a:pt x="471" y="728"/>
                      <a:pt x="470" y="730"/>
                    </a:cubicBezTo>
                    <a:cubicBezTo>
                      <a:pt x="470" y="730"/>
                      <a:pt x="469" y="731"/>
                      <a:pt x="469" y="732"/>
                    </a:cubicBezTo>
                    <a:cubicBezTo>
                      <a:pt x="469" y="733"/>
                      <a:pt x="470" y="733"/>
                      <a:pt x="471" y="733"/>
                    </a:cubicBezTo>
                    <a:cubicBezTo>
                      <a:pt x="474" y="733"/>
                      <a:pt x="477" y="733"/>
                      <a:pt x="480" y="733"/>
                    </a:cubicBezTo>
                    <a:cubicBezTo>
                      <a:pt x="482" y="733"/>
                      <a:pt x="486" y="732"/>
                      <a:pt x="487" y="734"/>
                    </a:cubicBezTo>
                    <a:cubicBezTo>
                      <a:pt x="489" y="736"/>
                      <a:pt x="489" y="738"/>
                      <a:pt x="487" y="739"/>
                    </a:cubicBezTo>
                    <a:cubicBezTo>
                      <a:pt x="486" y="740"/>
                      <a:pt x="484" y="740"/>
                      <a:pt x="483" y="741"/>
                    </a:cubicBezTo>
                    <a:cubicBezTo>
                      <a:pt x="481" y="741"/>
                      <a:pt x="478" y="741"/>
                      <a:pt x="476" y="741"/>
                    </a:cubicBezTo>
                    <a:cubicBezTo>
                      <a:pt x="474" y="740"/>
                      <a:pt x="471" y="740"/>
                      <a:pt x="469" y="740"/>
                    </a:cubicBezTo>
                    <a:cubicBezTo>
                      <a:pt x="467" y="740"/>
                      <a:pt x="466" y="740"/>
                      <a:pt x="465" y="740"/>
                    </a:cubicBezTo>
                    <a:cubicBezTo>
                      <a:pt x="463" y="740"/>
                      <a:pt x="462" y="740"/>
                      <a:pt x="461" y="739"/>
                    </a:cubicBezTo>
                    <a:cubicBezTo>
                      <a:pt x="459" y="739"/>
                      <a:pt x="458" y="740"/>
                      <a:pt x="457" y="740"/>
                    </a:cubicBezTo>
                    <a:cubicBezTo>
                      <a:pt x="456" y="740"/>
                      <a:pt x="455" y="740"/>
                      <a:pt x="455" y="739"/>
                    </a:cubicBezTo>
                    <a:cubicBezTo>
                      <a:pt x="453" y="739"/>
                      <a:pt x="452" y="739"/>
                      <a:pt x="452" y="738"/>
                    </a:cubicBezTo>
                    <a:cubicBezTo>
                      <a:pt x="451" y="736"/>
                      <a:pt x="452" y="735"/>
                      <a:pt x="451" y="734"/>
                    </a:cubicBezTo>
                    <a:cubicBezTo>
                      <a:pt x="451" y="733"/>
                      <a:pt x="450" y="732"/>
                      <a:pt x="449" y="732"/>
                    </a:cubicBezTo>
                    <a:cubicBezTo>
                      <a:pt x="449" y="732"/>
                      <a:pt x="448" y="731"/>
                      <a:pt x="448" y="731"/>
                    </a:cubicBezTo>
                    <a:cubicBezTo>
                      <a:pt x="448" y="730"/>
                      <a:pt x="449" y="730"/>
                      <a:pt x="449" y="729"/>
                    </a:cubicBezTo>
                    <a:close/>
                    <a:moveTo>
                      <a:pt x="537" y="779"/>
                    </a:moveTo>
                    <a:cubicBezTo>
                      <a:pt x="536" y="779"/>
                      <a:pt x="536" y="779"/>
                      <a:pt x="535" y="779"/>
                    </a:cubicBezTo>
                    <a:cubicBezTo>
                      <a:pt x="533" y="779"/>
                      <a:pt x="532" y="779"/>
                      <a:pt x="531" y="779"/>
                    </a:cubicBezTo>
                    <a:cubicBezTo>
                      <a:pt x="528" y="780"/>
                      <a:pt x="526" y="780"/>
                      <a:pt x="524" y="781"/>
                    </a:cubicBezTo>
                    <a:cubicBezTo>
                      <a:pt x="521" y="781"/>
                      <a:pt x="518" y="782"/>
                      <a:pt x="515" y="782"/>
                    </a:cubicBezTo>
                    <a:cubicBezTo>
                      <a:pt x="514" y="782"/>
                      <a:pt x="512" y="782"/>
                      <a:pt x="510" y="783"/>
                    </a:cubicBezTo>
                    <a:cubicBezTo>
                      <a:pt x="508" y="784"/>
                      <a:pt x="506" y="784"/>
                      <a:pt x="504" y="785"/>
                    </a:cubicBezTo>
                    <a:cubicBezTo>
                      <a:pt x="503" y="785"/>
                      <a:pt x="501" y="785"/>
                      <a:pt x="499" y="786"/>
                    </a:cubicBezTo>
                    <a:cubicBezTo>
                      <a:pt x="498" y="786"/>
                      <a:pt x="496" y="786"/>
                      <a:pt x="495" y="787"/>
                    </a:cubicBezTo>
                    <a:cubicBezTo>
                      <a:pt x="494" y="787"/>
                      <a:pt x="492" y="787"/>
                      <a:pt x="491" y="788"/>
                    </a:cubicBezTo>
                    <a:cubicBezTo>
                      <a:pt x="491" y="788"/>
                      <a:pt x="490" y="788"/>
                      <a:pt x="489" y="789"/>
                    </a:cubicBezTo>
                    <a:cubicBezTo>
                      <a:pt x="487" y="790"/>
                      <a:pt x="485" y="789"/>
                      <a:pt x="483" y="788"/>
                    </a:cubicBezTo>
                    <a:cubicBezTo>
                      <a:pt x="482" y="788"/>
                      <a:pt x="482" y="788"/>
                      <a:pt x="481" y="788"/>
                    </a:cubicBezTo>
                    <a:cubicBezTo>
                      <a:pt x="481" y="788"/>
                      <a:pt x="481" y="788"/>
                      <a:pt x="481" y="788"/>
                    </a:cubicBezTo>
                    <a:cubicBezTo>
                      <a:pt x="481" y="788"/>
                      <a:pt x="481" y="787"/>
                      <a:pt x="482" y="787"/>
                    </a:cubicBezTo>
                    <a:cubicBezTo>
                      <a:pt x="482" y="786"/>
                      <a:pt x="483" y="785"/>
                      <a:pt x="484" y="785"/>
                    </a:cubicBezTo>
                    <a:cubicBezTo>
                      <a:pt x="484" y="785"/>
                      <a:pt x="485" y="785"/>
                      <a:pt x="485" y="785"/>
                    </a:cubicBezTo>
                    <a:cubicBezTo>
                      <a:pt x="485" y="785"/>
                      <a:pt x="486" y="784"/>
                      <a:pt x="486" y="784"/>
                    </a:cubicBezTo>
                    <a:cubicBezTo>
                      <a:pt x="486" y="784"/>
                      <a:pt x="486" y="784"/>
                      <a:pt x="486" y="784"/>
                    </a:cubicBezTo>
                    <a:cubicBezTo>
                      <a:pt x="486" y="784"/>
                      <a:pt x="486" y="784"/>
                      <a:pt x="486" y="784"/>
                    </a:cubicBezTo>
                    <a:cubicBezTo>
                      <a:pt x="486" y="784"/>
                      <a:pt x="486" y="784"/>
                      <a:pt x="486" y="784"/>
                    </a:cubicBezTo>
                    <a:cubicBezTo>
                      <a:pt x="486" y="784"/>
                      <a:pt x="486" y="784"/>
                      <a:pt x="486" y="784"/>
                    </a:cubicBezTo>
                    <a:cubicBezTo>
                      <a:pt x="486" y="784"/>
                      <a:pt x="486" y="784"/>
                      <a:pt x="487" y="784"/>
                    </a:cubicBezTo>
                    <a:cubicBezTo>
                      <a:pt x="488" y="784"/>
                      <a:pt x="489" y="783"/>
                      <a:pt x="490" y="783"/>
                    </a:cubicBezTo>
                    <a:cubicBezTo>
                      <a:pt x="491" y="783"/>
                      <a:pt x="492" y="782"/>
                      <a:pt x="493" y="782"/>
                    </a:cubicBezTo>
                    <a:cubicBezTo>
                      <a:pt x="494" y="782"/>
                      <a:pt x="495" y="782"/>
                      <a:pt x="496" y="782"/>
                    </a:cubicBezTo>
                    <a:cubicBezTo>
                      <a:pt x="500" y="781"/>
                      <a:pt x="503" y="779"/>
                      <a:pt x="506" y="778"/>
                    </a:cubicBezTo>
                    <a:cubicBezTo>
                      <a:pt x="509" y="777"/>
                      <a:pt x="512" y="777"/>
                      <a:pt x="515" y="777"/>
                    </a:cubicBezTo>
                    <a:cubicBezTo>
                      <a:pt x="518" y="776"/>
                      <a:pt x="521" y="775"/>
                      <a:pt x="524" y="774"/>
                    </a:cubicBezTo>
                    <a:cubicBezTo>
                      <a:pt x="527" y="774"/>
                      <a:pt x="529" y="773"/>
                      <a:pt x="531" y="773"/>
                    </a:cubicBezTo>
                    <a:cubicBezTo>
                      <a:pt x="533" y="772"/>
                      <a:pt x="536" y="772"/>
                      <a:pt x="537" y="773"/>
                    </a:cubicBezTo>
                    <a:cubicBezTo>
                      <a:pt x="540" y="774"/>
                      <a:pt x="539" y="777"/>
                      <a:pt x="537" y="779"/>
                    </a:cubicBezTo>
                    <a:close/>
                    <a:moveTo>
                      <a:pt x="545" y="755"/>
                    </a:moveTo>
                    <a:cubicBezTo>
                      <a:pt x="541" y="757"/>
                      <a:pt x="537" y="759"/>
                      <a:pt x="533" y="760"/>
                    </a:cubicBezTo>
                    <a:cubicBezTo>
                      <a:pt x="530" y="761"/>
                      <a:pt x="526" y="762"/>
                      <a:pt x="522" y="762"/>
                    </a:cubicBezTo>
                    <a:cubicBezTo>
                      <a:pt x="518" y="763"/>
                      <a:pt x="515" y="764"/>
                      <a:pt x="511" y="765"/>
                    </a:cubicBezTo>
                    <a:cubicBezTo>
                      <a:pt x="507" y="766"/>
                      <a:pt x="503" y="766"/>
                      <a:pt x="498" y="767"/>
                    </a:cubicBezTo>
                    <a:cubicBezTo>
                      <a:pt x="493" y="768"/>
                      <a:pt x="489" y="768"/>
                      <a:pt x="484" y="770"/>
                    </a:cubicBezTo>
                    <a:cubicBezTo>
                      <a:pt x="480" y="771"/>
                      <a:pt x="475" y="772"/>
                      <a:pt x="471" y="774"/>
                    </a:cubicBezTo>
                    <a:cubicBezTo>
                      <a:pt x="467" y="775"/>
                      <a:pt x="464" y="776"/>
                      <a:pt x="460" y="777"/>
                    </a:cubicBezTo>
                    <a:cubicBezTo>
                      <a:pt x="458" y="777"/>
                      <a:pt x="456" y="778"/>
                      <a:pt x="454" y="779"/>
                    </a:cubicBezTo>
                    <a:cubicBezTo>
                      <a:pt x="451" y="780"/>
                      <a:pt x="448" y="781"/>
                      <a:pt x="445" y="782"/>
                    </a:cubicBezTo>
                    <a:cubicBezTo>
                      <a:pt x="444" y="782"/>
                      <a:pt x="442" y="783"/>
                      <a:pt x="441" y="783"/>
                    </a:cubicBezTo>
                    <a:cubicBezTo>
                      <a:pt x="440" y="784"/>
                      <a:pt x="438" y="785"/>
                      <a:pt x="437" y="784"/>
                    </a:cubicBezTo>
                    <a:cubicBezTo>
                      <a:pt x="436" y="784"/>
                      <a:pt x="434" y="784"/>
                      <a:pt x="433" y="783"/>
                    </a:cubicBezTo>
                    <a:cubicBezTo>
                      <a:pt x="433" y="783"/>
                      <a:pt x="434" y="783"/>
                      <a:pt x="434" y="783"/>
                    </a:cubicBezTo>
                    <a:cubicBezTo>
                      <a:pt x="435" y="782"/>
                      <a:pt x="437" y="782"/>
                      <a:pt x="438" y="781"/>
                    </a:cubicBezTo>
                    <a:cubicBezTo>
                      <a:pt x="438" y="781"/>
                      <a:pt x="439" y="780"/>
                      <a:pt x="440" y="780"/>
                    </a:cubicBezTo>
                    <a:cubicBezTo>
                      <a:pt x="441" y="779"/>
                      <a:pt x="442" y="779"/>
                      <a:pt x="443" y="779"/>
                    </a:cubicBezTo>
                    <a:cubicBezTo>
                      <a:pt x="446" y="778"/>
                      <a:pt x="448" y="778"/>
                      <a:pt x="451" y="777"/>
                    </a:cubicBezTo>
                    <a:cubicBezTo>
                      <a:pt x="456" y="775"/>
                      <a:pt x="461" y="772"/>
                      <a:pt x="466" y="770"/>
                    </a:cubicBezTo>
                    <a:cubicBezTo>
                      <a:pt x="472" y="768"/>
                      <a:pt x="478" y="767"/>
                      <a:pt x="484" y="766"/>
                    </a:cubicBezTo>
                    <a:cubicBezTo>
                      <a:pt x="488" y="765"/>
                      <a:pt x="492" y="764"/>
                      <a:pt x="496" y="763"/>
                    </a:cubicBezTo>
                    <a:cubicBezTo>
                      <a:pt x="499" y="763"/>
                      <a:pt x="502" y="763"/>
                      <a:pt x="506" y="762"/>
                    </a:cubicBezTo>
                    <a:cubicBezTo>
                      <a:pt x="509" y="762"/>
                      <a:pt x="513" y="760"/>
                      <a:pt x="516" y="759"/>
                    </a:cubicBezTo>
                    <a:cubicBezTo>
                      <a:pt x="521" y="757"/>
                      <a:pt x="526" y="756"/>
                      <a:pt x="531" y="754"/>
                    </a:cubicBezTo>
                    <a:cubicBezTo>
                      <a:pt x="535" y="753"/>
                      <a:pt x="540" y="752"/>
                      <a:pt x="544" y="752"/>
                    </a:cubicBezTo>
                    <a:cubicBezTo>
                      <a:pt x="545" y="752"/>
                      <a:pt x="547" y="752"/>
                      <a:pt x="547" y="753"/>
                    </a:cubicBezTo>
                    <a:cubicBezTo>
                      <a:pt x="547" y="753"/>
                      <a:pt x="545" y="754"/>
                      <a:pt x="545" y="755"/>
                    </a:cubicBezTo>
                    <a:close/>
                    <a:moveTo>
                      <a:pt x="853" y="531"/>
                    </a:moveTo>
                    <a:cubicBezTo>
                      <a:pt x="850" y="533"/>
                      <a:pt x="847" y="534"/>
                      <a:pt x="846" y="538"/>
                    </a:cubicBezTo>
                    <a:cubicBezTo>
                      <a:pt x="846" y="538"/>
                      <a:pt x="846" y="539"/>
                      <a:pt x="845" y="540"/>
                    </a:cubicBezTo>
                    <a:cubicBezTo>
                      <a:pt x="844" y="540"/>
                      <a:pt x="843" y="540"/>
                      <a:pt x="842" y="539"/>
                    </a:cubicBezTo>
                    <a:cubicBezTo>
                      <a:pt x="841" y="539"/>
                      <a:pt x="841" y="538"/>
                      <a:pt x="840" y="537"/>
                    </a:cubicBezTo>
                    <a:cubicBezTo>
                      <a:pt x="839" y="536"/>
                      <a:pt x="837" y="534"/>
                      <a:pt x="837" y="532"/>
                    </a:cubicBezTo>
                    <a:cubicBezTo>
                      <a:pt x="836" y="530"/>
                      <a:pt x="837" y="527"/>
                      <a:pt x="836" y="526"/>
                    </a:cubicBezTo>
                    <a:cubicBezTo>
                      <a:pt x="835" y="525"/>
                      <a:pt x="834" y="524"/>
                      <a:pt x="833" y="524"/>
                    </a:cubicBezTo>
                    <a:cubicBezTo>
                      <a:pt x="832" y="523"/>
                      <a:pt x="831" y="523"/>
                      <a:pt x="831" y="522"/>
                    </a:cubicBezTo>
                    <a:cubicBezTo>
                      <a:pt x="831" y="521"/>
                      <a:pt x="832" y="520"/>
                      <a:pt x="833" y="519"/>
                    </a:cubicBezTo>
                    <a:cubicBezTo>
                      <a:pt x="835" y="517"/>
                      <a:pt x="838" y="517"/>
                      <a:pt x="841" y="517"/>
                    </a:cubicBezTo>
                    <a:cubicBezTo>
                      <a:pt x="844" y="517"/>
                      <a:pt x="845" y="516"/>
                      <a:pt x="848" y="516"/>
                    </a:cubicBezTo>
                    <a:cubicBezTo>
                      <a:pt x="850" y="515"/>
                      <a:pt x="854" y="516"/>
                      <a:pt x="856" y="517"/>
                    </a:cubicBezTo>
                    <a:cubicBezTo>
                      <a:pt x="858" y="518"/>
                      <a:pt x="859" y="521"/>
                      <a:pt x="859" y="523"/>
                    </a:cubicBezTo>
                    <a:cubicBezTo>
                      <a:pt x="859" y="527"/>
                      <a:pt x="856" y="529"/>
                      <a:pt x="853" y="531"/>
                    </a:cubicBezTo>
                    <a:close/>
                    <a:moveTo>
                      <a:pt x="1070" y="730"/>
                    </a:moveTo>
                    <a:cubicBezTo>
                      <a:pt x="1067" y="734"/>
                      <a:pt x="1063" y="734"/>
                      <a:pt x="1059" y="735"/>
                    </a:cubicBezTo>
                    <a:cubicBezTo>
                      <a:pt x="1054" y="737"/>
                      <a:pt x="1048" y="738"/>
                      <a:pt x="1043" y="741"/>
                    </a:cubicBezTo>
                    <a:cubicBezTo>
                      <a:pt x="1041" y="743"/>
                      <a:pt x="1039" y="744"/>
                      <a:pt x="1037" y="746"/>
                    </a:cubicBezTo>
                    <a:cubicBezTo>
                      <a:pt x="1035" y="748"/>
                      <a:pt x="1034" y="748"/>
                      <a:pt x="1031" y="749"/>
                    </a:cubicBezTo>
                    <a:cubicBezTo>
                      <a:pt x="1030" y="749"/>
                      <a:pt x="1028" y="750"/>
                      <a:pt x="1027" y="751"/>
                    </a:cubicBezTo>
                    <a:cubicBezTo>
                      <a:pt x="1026" y="751"/>
                      <a:pt x="1025" y="751"/>
                      <a:pt x="1025" y="752"/>
                    </a:cubicBezTo>
                    <a:cubicBezTo>
                      <a:pt x="1023" y="753"/>
                      <a:pt x="1021" y="753"/>
                      <a:pt x="1019" y="753"/>
                    </a:cubicBezTo>
                    <a:cubicBezTo>
                      <a:pt x="1018" y="753"/>
                      <a:pt x="1017" y="754"/>
                      <a:pt x="1017" y="754"/>
                    </a:cubicBezTo>
                    <a:cubicBezTo>
                      <a:pt x="1015" y="754"/>
                      <a:pt x="1014" y="755"/>
                      <a:pt x="1013" y="755"/>
                    </a:cubicBezTo>
                    <a:cubicBezTo>
                      <a:pt x="1010" y="756"/>
                      <a:pt x="1007" y="758"/>
                      <a:pt x="1004" y="758"/>
                    </a:cubicBezTo>
                    <a:cubicBezTo>
                      <a:pt x="1002" y="758"/>
                      <a:pt x="1001" y="758"/>
                      <a:pt x="999" y="758"/>
                    </a:cubicBezTo>
                    <a:cubicBezTo>
                      <a:pt x="998" y="758"/>
                      <a:pt x="996" y="758"/>
                      <a:pt x="994" y="757"/>
                    </a:cubicBezTo>
                    <a:cubicBezTo>
                      <a:pt x="991" y="756"/>
                      <a:pt x="997" y="754"/>
                      <a:pt x="998" y="753"/>
                    </a:cubicBezTo>
                    <a:cubicBezTo>
                      <a:pt x="1004" y="750"/>
                      <a:pt x="1011" y="748"/>
                      <a:pt x="1017" y="746"/>
                    </a:cubicBezTo>
                    <a:cubicBezTo>
                      <a:pt x="1021" y="746"/>
                      <a:pt x="1024" y="745"/>
                      <a:pt x="1027" y="744"/>
                    </a:cubicBezTo>
                    <a:cubicBezTo>
                      <a:pt x="1029" y="743"/>
                      <a:pt x="1031" y="742"/>
                      <a:pt x="1032" y="740"/>
                    </a:cubicBezTo>
                    <a:cubicBezTo>
                      <a:pt x="1036" y="736"/>
                      <a:pt x="1040" y="735"/>
                      <a:pt x="1045" y="733"/>
                    </a:cubicBezTo>
                    <a:cubicBezTo>
                      <a:pt x="1047" y="732"/>
                      <a:pt x="1049" y="731"/>
                      <a:pt x="1051" y="731"/>
                    </a:cubicBezTo>
                    <a:cubicBezTo>
                      <a:pt x="1054" y="731"/>
                      <a:pt x="1057" y="729"/>
                      <a:pt x="1059" y="728"/>
                    </a:cubicBezTo>
                    <a:cubicBezTo>
                      <a:pt x="1062" y="727"/>
                      <a:pt x="1065" y="726"/>
                      <a:pt x="1068" y="726"/>
                    </a:cubicBezTo>
                    <a:cubicBezTo>
                      <a:pt x="1070" y="727"/>
                      <a:pt x="1071" y="728"/>
                      <a:pt x="1070" y="7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6" name="Freeform 1865">
                <a:extLst>
                  <a:ext uri="{FF2B5EF4-FFF2-40B4-BE49-F238E27FC236}">
                    <a16:creationId xmlns:a16="http://schemas.microsoft.com/office/drawing/2014/main" id="{D390D050-E740-7E4C-AD57-8069BE879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701"/>
                <a:ext cx="5" cy="4"/>
              </a:xfrm>
              <a:custGeom>
                <a:avLst/>
                <a:gdLst>
                  <a:gd name="T0" fmla="*/ 11 w 14"/>
                  <a:gd name="T1" fmla="*/ 4 h 8"/>
                  <a:gd name="T2" fmla="*/ 9 w 14"/>
                  <a:gd name="T3" fmla="*/ 5 h 8"/>
                  <a:gd name="T4" fmla="*/ 9 w 14"/>
                  <a:gd name="T5" fmla="*/ 6 h 8"/>
                  <a:gd name="T6" fmla="*/ 8 w 14"/>
                  <a:gd name="T7" fmla="*/ 7 h 8"/>
                  <a:gd name="T8" fmla="*/ 7 w 14"/>
                  <a:gd name="T9" fmla="*/ 8 h 8"/>
                  <a:gd name="T10" fmla="*/ 5 w 14"/>
                  <a:gd name="T11" fmla="*/ 8 h 8"/>
                  <a:gd name="T12" fmla="*/ 3 w 14"/>
                  <a:gd name="T13" fmla="*/ 7 h 8"/>
                  <a:gd name="T14" fmla="*/ 2 w 14"/>
                  <a:gd name="T15" fmla="*/ 5 h 8"/>
                  <a:gd name="T16" fmla="*/ 1 w 14"/>
                  <a:gd name="T17" fmla="*/ 4 h 8"/>
                  <a:gd name="T18" fmla="*/ 0 w 14"/>
                  <a:gd name="T19" fmla="*/ 3 h 8"/>
                  <a:gd name="T20" fmla="*/ 0 w 14"/>
                  <a:gd name="T21" fmla="*/ 1 h 8"/>
                  <a:gd name="T22" fmla="*/ 1 w 14"/>
                  <a:gd name="T23" fmla="*/ 1 h 8"/>
                  <a:gd name="T24" fmla="*/ 1 w 14"/>
                  <a:gd name="T25" fmla="*/ 1 h 8"/>
                  <a:gd name="T26" fmla="*/ 3 w 14"/>
                  <a:gd name="T27" fmla="*/ 0 h 8"/>
                  <a:gd name="T28" fmla="*/ 6 w 14"/>
                  <a:gd name="T29" fmla="*/ 0 h 8"/>
                  <a:gd name="T30" fmla="*/ 8 w 14"/>
                  <a:gd name="T31" fmla="*/ 0 h 8"/>
                  <a:gd name="T32" fmla="*/ 10 w 14"/>
                  <a:gd name="T33" fmla="*/ 0 h 8"/>
                  <a:gd name="T34" fmla="*/ 11 w 14"/>
                  <a:gd name="T35" fmla="*/ 0 h 8"/>
                  <a:gd name="T36" fmla="*/ 12 w 14"/>
                  <a:gd name="T37" fmla="*/ 0 h 8"/>
                  <a:gd name="T38" fmla="*/ 13 w 14"/>
                  <a:gd name="T39" fmla="*/ 0 h 8"/>
                  <a:gd name="T40" fmla="*/ 14 w 14"/>
                  <a:gd name="T41" fmla="*/ 0 h 8"/>
                  <a:gd name="T42" fmla="*/ 14 w 14"/>
                  <a:gd name="T43" fmla="*/ 0 h 8"/>
                  <a:gd name="T44" fmla="*/ 14 w 14"/>
                  <a:gd name="T45" fmla="*/ 1 h 8"/>
                  <a:gd name="T46" fmla="*/ 14 w 14"/>
                  <a:gd name="T47" fmla="*/ 2 h 8"/>
                  <a:gd name="T48" fmla="*/ 13 w 14"/>
                  <a:gd name="T49" fmla="*/ 3 h 8"/>
                  <a:gd name="T50" fmla="*/ 12 w 14"/>
                  <a:gd name="T51" fmla="*/ 3 h 8"/>
                  <a:gd name="T52" fmla="*/ 12 w 14"/>
                  <a:gd name="T53" fmla="*/ 4 h 8"/>
                  <a:gd name="T54" fmla="*/ 11 w 14"/>
                  <a:gd name="T5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4" h="8">
                    <a:moveTo>
                      <a:pt x="11" y="4"/>
                    </a:moveTo>
                    <a:cubicBezTo>
                      <a:pt x="10" y="5"/>
                      <a:pt x="10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3"/>
                      <a:pt x="13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7" name="Freeform 1866">
                <a:extLst>
                  <a:ext uri="{FF2B5EF4-FFF2-40B4-BE49-F238E27FC236}">
                    <a16:creationId xmlns:a16="http://schemas.microsoft.com/office/drawing/2014/main" id="{8BDE2C25-2DA6-D749-B1BE-C59060943F4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55" y="1886"/>
                <a:ext cx="343" cy="373"/>
              </a:xfrm>
              <a:custGeom>
                <a:avLst/>
                <a:gdLst>
                  <a:gd name="T0" fmla="*/ 751 w 843"/>
                  <a:gd name="T1" fmla="*/ 289 h 916"/>
                  <a:gd name="T2" fmla="*/ 608 w 843"/>
                  <a:gd name="T3" fmla="*/ 290 h 916"/>
                  <a:gd name="T4" fmla="*/ 637 w 843"/>
                  <a:gd name="T5" fmla="*/ 156 h 916"/>
                  <a:gd name="T6" fmla="*/ 805 w 843"/>
                  <a:gd name="T7" fmla="*/ 55 h 916"/>
                  <a:gd name="T8" fmla="*/ 716 w 843"/>
                  <a:gd name="T9" fmla="*/ 58 h 916"/>
                  <a:gd name="T10" fmla="*/ 703 w 843"/>
                  <a:gd name="T11" fmla="*/ 22 h 916"/>
                  <a:gd name="T12" fmla="*/ 675 w 843"/>
                  <a:gd name="T13" fmla="*/ 38 h 916"/>
                  <a:gd name="T14" fmla="*/ 640 w 843"/>
                  <a:gd name="T15" fmla="*/ 17 h 916"/>
                  <a:gd name="T16" fmla="*/ 575 w 843"/>
                  <a:gd name="T17" fmla="*/ 48 h 916"/>
                  <a:gd name="T18" fmla="*/ 558 w 843"/>
                  <a:gd name="T19" fmla="*/ 89 h 916"/>
                  <a:gd name="T20" fmla="*/ 482 w 843"/>
                  <a:gd name="T21" fmla="*/ 113 h 916"/>
                  <a:gd name="T22" fmla="*/ 535 w 843"/>
                  <a:gd name="T23" fmla="*/ 161 h 916"/>
                  <a:gd name="T24" fmla="*/ 552 w 843"/>
                  <a:gd name="T25" fmla="*/ 188 h 916"/>
                  <a:gd name="T26" fmla="*/ 479 w 843"/>
                  <a:gd name="T27" fmla="*/ 228 h 916"/>
                  <a:gd name="T28" fmla="*/ 423 w 843"/>
                  <a:gd name="T29" fmla="*/ 208 h 916"/>
                  <a:gd name="T30" fmla="*/ 366 w 843"/>
                  <a:gd name="T31" fmla="*/ 183 h 916"/>
                  <a:gd name="T32" fmla="*/ 271 w 843"/>
                  <a:gd name="T33" fmla="*/ 164 h 916"/>
                  <a:gd name="T34" fmla="*/ 262 w 843"/>
                  <a:gd name="T35" fmla="*/ 201 h 916"/>
                  <a:gd name="T36" fmla="*/ 265 w 843"/>
                  <a:gd name="T37" fmla="*/ 242 h 916"/>
                  <a:gd name="T38" fmla="*/ 286 w 843"/>
                  <a:gd name="T39" fmla="*/ 300 h 916"/>
                  <a:gd name="T40" fmla="*/ 229 w 843"/>
                  <a:gd name="T41" fmla="*/ 338 h 916"/>
                  <a:gd name="T42" fmla="*/ 189 w 843"/>
                  <a:gd name="T43" fmla="*/ 363 h 916"/>
                  <a:gd name="T44" fmla="*/ 207 w 843"/>
                  <a:gd name="T45" fmla="*/ 394 h 916"/>
                  <a:gd name="T46" fmla="*/ 256 w 843"/>
                  <a:gd name="T47" fmla="*/ 426 h 916"/>
                  <a:gd name="T48" fmla="*/ 311 w 843"/>
                  <a:gd name="T49" fmla="*/ 493 h 916"/>
                  <a:gd name="T50" fmla="*/ 247 w 843"/>
                  <a:gd name="T51" fmla="*/ 542 h 916"/>
                  <a:gd name="T52" fmla="*/ 195 w 843"/>
                  <a:gd name="T53" fmla="*/ 602 h 916"/>
                  <a:gd name="T54" fmla="*/ 301 w 843"/>
                  <a:gd name="T55" fmla="*/ 596 h 916"/>
                  <a:gd name="T56" fmla="*/ 282 w 843"/>
                  <a:gd name="T57" fmla="*/ 631 h 916"/>
                  <a:gd name="T58" fmla="*/ 175 w 843"/>
                  <a:gd name="T59" fmla="*/ 617 h 916"/>
                  <a:gd name="T60" fmla="*/ 129 w 843"/>
                  <a:gd name="T61" fmla="*/ 688 h 916"/>
                  <a:gd name="T62" fmla="*/ 49 w 843"/>
                  <a:gd name="T63" fmla="*/ 663 h 916"/>
                  <a:gd name="T64" fmla="*/ 47 w 843"/>
                  <a:gd name="T65" fmla="*/ 699 h 916"/>
                  <a:gd name="T66" fmla="*/ 35 w 843"/>
                  <a:gd name="T67" fmla="*/ 743 h 916"/>
                  <a:gd name="T68" fmla="*/ 65 w 843"/>
                  <a:gd name="T69" fmla="*/ 798 h 916"/>
                  <a:gd name="T70" fmla="*/ 101 w 843"/>
                  <a:gd name="T71" fmla="*/ 799 h 916"/>
                  <a:gd name="T72" fmla="*/ 33 w 843"/>
                  <a:gd name="T73" fmla="*/ 831 h 916"/>
                  <a:gd name="T74" fmla="*/ 105 w 843"/>
                  <a:gd name="T75" fmla="*/ 840 h 916"/>
                  <a:gd name="T76" fmla="*/ 110 w 843"/>
                  <a:gd name="T77" fmla="*/ 861 h 916"/>
                  <a:gd name="T78" fmla="*/ 127 w 843"/>
                  <a:gd name="T79" fmla="*/ 894 h 916"/>
                  <a:gd name="T80" fmla="*/ 176 w 843"/>
                  <a:gd name="T81" fmla="*/ 904 h 916"/>
                  <a:gd name="T82" fmla="*/ 237 w 843"/>
                  <a:gd name="T83" fmla="*/ 905 h 916"/>
                  <a:gd name="T84" fmla="*/ 302 w 843"/>
                  <a:gd name="T85" fmla="*/ 898 h 916"/>
                  <a:gd name="T86" fmla="*/ 348 w 843"/>
                  <a:gd name="T87" fmla="*/ 882 h 916"/>
                  <a:gd name="T88" fmla="*/ 457 w 843"/>
                  <a:gd name="T89" fmla="*/ 865 h 916"/>
                  <a:gd name="T90" fmla="*/ 537 w 843"/>
                  <a:gd name="T91" fmla="*/ 844 h 916"/>
                  <a:gd name="T92" fmla="*/ 584 w 843"/>
                  <a:gd name="T93" fmla="*/ 858 h 916"/>
                  <a:gd name="T94" fmla="*/ 682 w 843"/>
                  <a:gd name="T95" fmla="*/ 842 h 916"/>
                  <a:gd name="T96" fmla="*/ 720 w 843"/>
                  <a:gd name="T97" fmla="*/ 794 h 916"/>
                  <a:gd name="T98" fmla="*/ 789 w 843"/>
                  <a:gd name="T99" fmla="*/ 690 h 916"/>
                  <a:gd name="T100" fmla="*/ 812 w 843"/>
                  <a:gd name="T101" fmla="*/ 565 h 916"/>
                  <a:gd name="T102" fmla="*/ 810 w 843"/>
                  <a:gd name="T103" fmla="*/ 469 h 916"/>
                  <a:gd name="T104" fmla="*/ 304 w 843"/>
                  <a:gd name="T105" fmla="*/ 189 h 916"/>
                  <a:gd name="T106" fmla="*/ 324 w 843"/>
                  <a:gd name="T107" fmla="*/ 342 h 916"/>
                  <a:gd name="T108" fmla="*/ 315 w 843"/>
                  <a:gd name="T109" fmla="*/ 424 h 916"/>
                  <a:gd name="T110" fmla="*/ 316 w 843"/>
                  <a:gd name="T111" fmla="*/ 400 h 916"/>
                  <a:gd name="T112" fmla="*/ 362 w 843"/>
                  <a:gd name="T113" fmla="*/ 266 h 916"/>
                  <a:gd name="T114" fmla="*/ 436 w 843"/>
                  <a:gd name="T115" fmla="*/ 584 h 916"/>
                  <a:gd name="T116" fmla="*/ 453 w 843"/>
                  <a:gd name="T117" fmla="*/ 550 h 916"/>
                  <a:gd name="T118" fmla="*/ 521 w 843"/>
                  <a:gd name="T119" fmla="*/ 311 h 916"/>
                  <a:gd name="T120" fmla="*/ 517 w 843"/>
                  <a:gd name="T121" fmla="*/ 477 h 916"/>
                  <a:gd name="T122" fmla="*/ 621 w 843"/>
                  <a:gd name="T123" fmla="*/ 447 h 9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43" h="916">
                    <a:moveTo>
                      <a:pt x="840" y="400"/>
                    </a:moveTo>
                    <a:cubicBezTo>
                      <a:pt x="840" y="399"/>
                      <a:pt x="839" y="397"/>
                      <a:pt x="838" y="396"/>
                    </a:cubicBezTo>
                    <a:cubicBezTo>
                      <a:pt x="837" y="395"/>
                      <a:pt x="836" y="394"/>
                      <a:pt x="835" y="393"/>
                    </a:cubicBezTo>
                    <a:cubicBezTo>
                      <a:pt x="832" y="391"/>
                      <a:pt x="829" y="388"/>
                      <a:pt x="828" y="385"/>
                    </a:cubicBezTo>
                    <a:cubicBezTo>
                      <a:pt x="828" y="384"/>
                      <a:pt x="827" y="382"/>
                      <a:pt x="828" y="380"/>
                    </a:cubicBezTo>
                    <a:cubicBezTo>
                      <a:pt x="822" y="374"/>
                      <a:pt x="822" y="374"/>
                      <a:pt x="822" y="374"/>
                    </a:cubicBezTo>
                    <a:cubicBezTo>
                      <a:pt x="816" y="377"/>
                      <a:pt x="816" y="377"/>
                      <a:pt x="816" y="377"/>
                    </a:cubicBezTo>
                    <a:cubicBezTo>
                      <a:pt x="811" y="370"/>
                      <a:pt x="811" y="370"/>
                      <a:pt x="811" y="370"/>
                    </a:cubicBezTo>
                    <a:cubicBezTo>
                      <a:pt x="810" y="382"/>
                      <a:pt x="810" y="382"/>
                      <a:pt x="810" y="382"/>
                    </a:cubicBezTo>
                    <a:cubicBezTo>
                      <a:pt x="800" y="383"/>
                      <a:pt x="800" y="383"/>
                      <a:pt x="800" y="383"/>
                    </a:cubicBezTo>
                    <a:cubicBezTo>
                      <a:pt x="796" y="378"/>
                      <a:pt x="796" y="378"/>
                      <a:pt x="796" y="378"/>
                    </a:cubicBezTo>
                    <a:cubicBezTo>
                      <a:pt x="781" y="379"/>
                      <a:pt x="781" y="379"/>
                      <a:pt x="781" y="379"/>
                    </a:cubicBezTo>
                    <a:cubicBezTo>
                      <a:pt x="776" y="378"/>
                      <a:pt x="776" y="378"/>
                      <a:pt x="776" y="378"/>
                    </a:cubicBezTo>
                    <a:cubicBezTo>
                      <a:pt x="775" y="379"/>
                      <a:pt x="775" y="379"/>
                      <a:pt x="775" y="379"/>
                    </a:cubicBezTo>
                    <a:cubicBezTo>
                      <a:pt x="769" y="379"/>
                      <a:pt x="769" y="379"/>
                      <a:pt x="769" y="379"/>
                    </a:cubicBezTo>
                    <a:cubicBezTo>
                      <a:pt x="767" y="375"/>
                      <a:pt x="767" y="375"/>
                      <a:pt x="767" y="375"/>
                    </a:cubicBezTo>
                    <a:cubicBezTo>
                      <a:pt x="765" y="368"/>
                      <a:pt x="765" y="368"/>
                      <a:pt x="765" y="368"/>
                    </a:cubicBezTo>
                    <a:cubicBezTo>
                      <a:pt x="767" y="363"/>
                      <a:pt x="767" y="363"/>
                      <a:pt x="767" y="363"/>
                    </a:cubicBezTo>
                    <a:cubicBezTo>
                      <a:pt x="774" y="353"/>
                      <a:pt x="774" y="353"/>
                      <a:pt x="774" y="353"/>
                    </a:cubicBezTo>
                    <a:cubicBezTo>
                      <a:pt x="776" y="343"/>
                      <a:pt x="776" y="343"/>
                      <a:pt x="776" y="343"/>
                    </a:cubicBezTo>
                    <a:cubicBezTo>
                      <a:pt x="773" y="341"/>
                      <a:pt x="773" y="341"/>
                      <a:pt x="773" y="341"/>
                    </a:cubicBezTo>
                    <a:cubicBezTo>
                      <a:pt x="772" y="335"/>
                      <a:pt x="772" y="335"/>
                      <a:pt x="772" y="335"/>
                    </a:cubicBezTo>
                    <a:cubicBezTo>
                      <a:pt x="768" y="335"/>
                      <a:pt x="768" y="335"/>
                      <a:pt x="768" y="335"/>
                    </a:cubicBezTo>
                    <a:cubicBezTo>
                      <a:pt x="765" y="337"/>
                      <a:pt x="765" y="337"/>
                      <a:pt x="765" y="337"/>
                    </a:cubicBezTo>
                    <a:cubicBezTo>
                      <a:pt x="764" y="338"/>
                      <a:pt x="764" y="338"/>
                      <a:pt x="764" y="338"/>
                    </a:cubicBezTo>
                    <a:cubicBezTo>
                      <a:pt x="757" y="331"/>
                      <a:pt x="757" y="331"/>
                      <a:pt x="757" y="331"/>
                    </a:cubicBezTo>
                    <a:cubicBezTo>
                      <a:pt x="753" y="323"/>
                      <a:pt x="753" y="323"/>
                      <a:pt x="753" y="323"/>
                    </a:cubicBezTo>
                    <a:cubicBezTo>
                      <a:pt x="754" y="314"/>
                      <a:pt x="754" y="314"/>
                      <a:pt x="754" y="314"/>
                    </a:cubicBezTo>
                    <a:cubicBezTo>
                      <a:pt x="748" y="311"/>
                      <a:pt x="748" y="311"/>
                      <a:pt x="748" y="311"/>
                    </a:cubicBezTo>
                    <a:cubicBezTo>
                      <a:pt x="747" y="308"/>
                      <a:pt x="747" y="308"/>
                      <a:pt x="747" y="308"/>
                    </a:cubicBezTo>
                    <a:cubicBezTo>
                      <a:pt x="751" y="303"/>
                      <a:pt x="751" y="303"/>
                      <a:pt x="751" y="303"/>
                    </a:cubicBezTo>
                    <a:cubicBezTo>
                      <a:pt x="751" y="289"/>
                      <a:pt x="751" y="289"/>
                      <a:pt x="751" y="289"/>
                    </a:cubicBezTo>
                    <a:cubicBezTo>
                      <a:pt x="746" y="288"/>
                      <a:pt x="746" y="288"/>
                      <a:pt x="746" y="288"/>
                    </a:cubicBezTo>
                    <a:cubicBezTo>
                      <a:pt x="747" y="279"/>
                      <a:pt x="747" y="279"/>
                      <a:pt x="747" y="279"/>
                    </a:cubicBezTo>
                    <a:cubicBezTo>
                      <a:pt x="734" y="264"/>
                      <a:pt x="734" y="264"/>
                      <a:pt x="734" y="264"/>
                    </a:cubicBezTo>
                    <a:cubicBezTo>
                      <a:pt x="728" y="264"/>
                      <a:pt x="728" y="264"/>
                      <a:pt x="728" y="264"/>
                    </a:cubicBezTo>
                    <a:cubicBezTo>
                      <a:pt x="723" y="270"/>
                      <a:pt x="723" y="270"/>
                      <a:pt x="723" y="270"/>
                    </a:cubicBezTo>
                    <a:cubicBezTo>
                      <a:pt x="717" y="271"/>
                      <a:pt x="717" y="271"/>
                      <a:pt x="717" y="271"/>
                    </a:cubicBezTo>
                    <a:cubicBezTo>
                      <a:pt x="714" y="278"/>
                      <a:pt x="714" y="278"/>
                      <a:pt x="714" y="278"/>
                    </a:cubicBezTo>
                    <a:cubicBezTo>
                      <a:pt x="702" y="279"/>
                      <a:pt x="702" y="279"/>
                      <a:pt x="702" y="279"/>
                    </a:cubicBezTo>
                    <a:cubicBezTo>
                      <a:pt x="701" y="284"/>
                      <a:pt x="701" y="284"/>
                      <a:pt x="701" y="284"/>
                    </a:cubicBezTo>
                    <a:cubicBezTo>
                      <a:pt x="699" y="284"/>
                      <a:pt x="699" y="284"/>
                      <a:pt x="699" y="284"/>
                    </a:cubicBezTo>
                    <a:cubicBezTo>
                      <a:pt x="697" y="289"/>
                      <a:pt x="697" y="289"/>
                      <a:pt x="697" y="289"/>
                    </a:cubicBezTo>
                    <a:cubicBezTo>
                      <a:pt x="698" y="292"/>
                      <a:pt x="698" y="292"/>
                      <a:pt x="698" y="292"/>
                    </a:cubicBezTo>
                    <a:cubicBezTo>
                      <a:pt x="698" y="295"/>
                      <a:pt x="698" y="295"/>
                      <a:pt x="698" y="295"/>
                    </a:cubicBezTo>
                    <a:cubicBezTo>
                      <a:pt x="703" y="301"/>
                      <a:pt x="703" y="301"/>
                      <a:pt x="703" y="301"/>
                    </a:cubicBezTo>
                    <a:cubicBezTo>
                      <a:pt x="700" y="308"/>
                      <a:pt x="700" y="308"/>
                      <a:pt x="700" y="308"/>
                    </a:cubicBezTo>
                    <a:cubicBezTo>
                      <a:pt x="685" y="309"/>
                      <a:pt x="685" y="309"/>
                      <a:pt x="685" y="309"/>
                    </a:cubicBezTo>
                    <a:cubicBezTo>
                      <a:pt x="681" y="314"/>
                      <a:pt x="681" y="314"/>
                      <a:pt x="681" y="314"/>
                    </a:cubicBezTo>
                    <a:cubicBezTo>
                      <a:pt x="680" y="321"/>
                      <a:pt x="680" y="321"/>
                      <a:pt x="680" y="321"/>
                    </a:cubicBezTo>
                    <a:cubicBezTo>
                      <a:pt x="670" y="330"/>
                      <a:pt x="670" y="330"/>
                      <a:pt x="670" y="330"/>
                    </a:cubicBezTo>
                    <a:cubicBezTo>
                      <a:pt x="662" y="328"/>
                      <a:pt x="662" y="328"/>
                      <a:pt x="662" y="328"/>
                    </a:cubicBezTo>
                    <a:cubicBezTo>
                      <a:pt x="658" y="322"/>
                      <a:pt x="658" y="322"/>
                      <a:pt x="658" y="322"/>
                    </a:cubicBezTo>
                    <a:cubicBezTo>
                      <a:pt x="655" y="321"/>
                      <a:pt x="655" y="321"/>
                      <a:pt x="655" y="321"/>
                    </a:cubicBezTo>
                    <a:cubicBezTo>
                      <a:pt x="653" y="316"/>
                      <a:pt x="653" y="316"/>
                      <a:pt x="653" y="316"/>
                    </a:cubicBezTo>
                    <a:cubicBezTo>
                      <a:pt x="646" y="316"/>
                      <a:pt x="646" y="316"/>
                      <a:pt x="646" y="316"/>
                    </a:cubicBezTo>
                    <a:cubicBezTo>
                      <a:pt x="642" y="320"/>
                      <a:pt x="642" y="320"/>
                      <a:pt x="642" y="320"/>
                    </a:cubicBezTo>
                    <a:cubicBezTo>
                      <a:pt x="638" y="320"/>
                      <a:pt x="638" y="320"/>
                      <a:pt x="638" y="320"/>
                    </a:cubicBezTo>
                    <a:cubicBezTo>
                      <a:pt x="636" y="317"/>
                      <a:pt x="636" y="317"/>
                      <a:pt x="636" y="317"/>
                    </a:cubicBezTo>
                    <a:cubicBezTo>
                      <a:pt x="628" y="317"/>
                      <a:pt x="628" y="317"/>
                      <a:pt x="628" y="317"/>
                    </a:cubicBezTo>
                    <a:cubicBezTo>
                      <a:pt x="620" y="307"/>
                      <a:pt x="620" y="307"/>
                      <a:pt x="620" y="307"/>
                    </a:cubicBezTo>
                    <a:cubicBezTo>
                      <a:pt x="620" y="298"/>
                      <a:pt x="620" y="298"/>
                      <a:pt x="620" y="298"/>
                    </a:cubicBezTo>
                    <a:cubicBezTo>
                      <a:pt x="616" y="290"/>
                      <a:pt x="616" y="290"/>
                      <a:pt x="616" y="290"/>
                    </a:cubicBezTo>
                    <a:cubicBezTo>
                      <a:pt x="608" y="290"/>
                      <a:pt x="608" y="290"/>
                      <a:pt x="608" y="290"/>
                    </a:cubicBezTo>
                    <a:cubicBezTo>
                      <a:pt x="606" y="285"/>
                      <a:pt x="606" y="285"/>
                      <a:pt x="606" y="285"/>
                    </a:cubicBezTo>
                    <a:cubicBezTo>
                      <a:pt x="595" y="285"/>
                      <a:pt x="595" y="285"/>
                      <a:pt x="595" y="285"/>
                    </a:cubicBezTo>
                    <a:cubicBezTo>
                      <a:pt x="591" y="282"/>
                      <a:pt x="591" y="282"/>
                      <a:pt x="591" y="282"/>
                    </a:cubicBezTo>
                    <a:cubicBezTo>
                      <a:pt x="590" y="276"/>
                      <a:pt x="590" y="276"/>
                      <a:pt x="590" y="276"/>
                    </a:cubicBezTo>
                    <a:cubicBezTo>
                      <a:pt x="593" y="269"/>
                      <a:pt x="593" y="269"/>
                      <a:pt x="593" y="269"/>
                    </a:cubicBezTo>
                    <a:cubicBezTo>
                      <a:pt x="593" y="258"/>
                      <a:pt x="593" y="258"/>
                      <a:pt x="593" y="258"/>
                    </a:cubicBezTo>
                    <a:cubicBezTo>
                      <a:pt x="582" y="254"/>
                      <a:pt x="582" y="254"/>
                      <a:pt x="582" y="254"/>
                    </a:cubicBezTo>
                    <a:cubicBezTo>
                      <a:pt x="581" y="245"/>
                      <a:pt x="581" y="245"/>
                      <a:pt x="581" y="245"/>
                    </a:cubicBezTo>
                    <a:cubicBezTo>
                      <a:pt x="578" y="236"/>
                      <a:pt x="578" y="236"/>
                      <a:pt x="578" y="236"/>
                    </a:cubicBezTo>
                    <a:cubicBezTo>
                      <a:pt x="570" y="232"/>
                      <a:pt x="570" y="232"/>
                      <a:pt x="570" y="232"/>
                    </a:cubicBezTo>
                    <a:cubicBezTo>
                      <a:pt x="568" y="221"/>
                      <a:pt x="568" y="221"/>
                      <a:pt x="568" y="221"/>
                    </a:cubicBezTo>
                    <a:cubicBezTo>
                      <a:pt x="560" y="214"/>
                      <a:pt x="560" y="214"/>
                      <a:pt x="560" y="214"/>
                    </a:cubicBezTo>
                    <a:cubicBezTo>
                      <a:pt x="560" y="202"/>
                      <a:pt x="560" y="202"/>
                      <a:pt x="560" y="202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91" y="188"/>
                      <a:pt x="591" y="188"/>
                      <a:pt x="591" y="188"/>
                    </a:cubicBezTo>
                    <a:cubicBezTo>
                      <a:pt x="598" y="190"/>
                      <a:pt x="598" y="190"/>
                      <a:pt x="598" y="190"/>
                    </a:cubicBezTo>
                    <a:cubicBezTo>
                      <a:pt x="599" y="194"/>
                      <a:pt x="599" y="194"/>
                      <a:pt x="599" y="194"/>
                    </a:cubicBezTo>
                    <a:cubicBezTo>
                      <a:pt x="616" y="199"/>
                      <a:pt x="616" y="199"/>
                      <a:pt x="616" y="199"/>
                    </a:cubicBezTo>
                    <a:cubicBezTo>
                      <a:pt x="626" y="188"/>
                      <a:pt x="626" y="188"/>
                      <a:pt x="626" y="188"/>
                    </a:cubicBezTo>
                    <a:cubicBezTo>
                      <a:pt x="640" y="188"/>
                      <a:pt x="640" y="188"/>
                      <a:pt x="640" y="188"/>
                    </a:cubicBezTo>
                    <a:cubicBezTo>
                      <a:pt x="646" y="184"/>
                      <a:pt x="646" y="184"/>
                      <a:pt x="646" y="184"/>
                    </a:cubicBezTo>
                    <a:cubicBezTo>
                      <a:pt x="643" y="181"/>
                      <a:pt x="643" y="181"/>
                      <a:pt x="643" y="181"/>
                    </a:cubicBezTo>
                    <a:cubicBezTo>
                      <a:pt x="633" y="181"/>
                      <a:pt x="633" y="181"/>
                      <a:pt x="633" y="181"/>
                    </a:cubicBezTo>
                    <a:cubicBezTo>
                      <a:pt x="629" y="175"/>
                      <a:pt x="629" y="175"/>
                      <a:pt x="629" y="175"/>
                    </a:cubicBezTo>
                    <a:cubicBezTo>
                      <a:pt x="621" y="173"/>
                      <a:pt x="621" y="173"/>
                      <a:pt x="621" y="173"/>
                    </a:cubicBezTo>
                    <a:cubicBezTo>
                      <a:pt x="620" y="167"/>
                      <a:pt x="620" y="167"/>
                      <a:pt x="620" y="167"/>
                    </a:cubicBezTo>
                    <a:cubicBezTo>
                      <a:pt x="616" y="163"/>
                      <a:pt x="616" y="163"/>
                      <a:pt x="616" y="163"/>
                    </a:cubicBezTo>
                    <a:cubicBezTo>
                      <a:pt x="617" y="153"/>
                      <a:pt x="617" y="153"/>
                      <a:pt x="617" y="153"/>
                    </a:cubicBezTo>
                    <a:cubicBezTo>
                      <a:pt x="624" y="153"/>
                      <a:pt x="624" y="153"/>
                      <a:pt x="624" y="153"/>
                    </a:cubicBezTo>
                    <a:cubicBezTo>
                      <a:pt x="631" y="146"/>
                      <a:pt x="631" y="146"/>
                      <a:pt x="631" y="146"/>
                    </a:cubicBezTo>
                    <a:cubicBezTo>
                      <a:pt x="635" y="146"/>
                      <a:pt x="635" y="146"/>
                      <a:pt x="635" y="146"/>
                    </a:cubicBezTo>
                    <a:cubicBezTo>
                      <a:pt x="637" y="156"/>
                      <a:pt x="637" y="156"/>
                      <a:pt x="637" y="156"/>
                    </a:cubicBezTo>
                    <a:cubicBezTo>
                      <a:pt x="644" y="159"/>
                      <a:pt x="644" y="159"/>
                      <a:pt x="644" y="159"/>
                    </a:cubicBezTo>
                    <a:cubicBezTo>
                      <a:pt x="647" y="155"/>
                      <a:pt x="647" y="155"/>
                      <a:pt x="647" y="155"/>
                    </a:cubicBezTo>
                    <a:cubicBezTo>
                      <a:pt x="656" y="154"/>
                      <a:pt x="656" y="154"/>
                      <a:pt x="656" y="154"/>
                    </a:cubicBezTo>
                    <a:cubicBezTo>
                      <a:pt x="662" y="151"/>
                      <a:pt x="662" y="151"/>
                      <a:pt x="662" y="151"/>
                    </a:cubicBezTo>
                    <a:cubicBezTo>
                      <a:pt x="669" y="158"/>
                      <a:pt x="669" y="158"/>
                      <a:pt x="669" y="158"/>
                    </a:cubicBezTo>
                    <a:cubicBezTo>
                      <a:pt x="675" y="159"/>
                      <a:pt x="675" y="159"/>
                      <a:pt x="675" y="159"/>
                    </a:cubicBezTo>
                    <a:cubicBezTo>
                      <a:pt x="679" y="157"/>
                      <a:pt x="679" y="157"/>
                      <a:pt x="679" y="157"/>
                    </a:cubicBezTo>
                    <a:cubicBezTo>
                      <a:pt x="679" y="147"/>
                      <a:pt x="679" y="147"/>
                      <a:pt x="679" y="147"/>
                    </a:cubicBezTo>
                    <a:cubicBezTo>
                      <a:pt x="683" y="143"/>
                      <a:pt x="683" y="143"/>
                      <a:pt x="683" y="143"/>
                    </a:cubicBezTo>
                    <a:cubicBezTo>
                      <a:pt x="690" y="143"/>
                      <a:pt x="690" y="143"/>
                      <a:pt x="690" y="143"/>
                    </a:cubicBezTo>
                    <a:cubicBezTo>
                      <a:pt x="702" y="132"/>
                      <a:pt x="702" y="132"/>
                      <a:pt x="702" y="132"/>
                    </a:cubicBezTo>
                    <a:cubicBezTo>
                      <a:pt x="702" y="124"/>
                      <a:pt x="702" y="124"/>
                      <a:pt x="702" y="124"/>
                    </a:cubicBezTo>
                    <a:cubicBezTo>
                      <a:pt x="705" y="121"/>
                      <a:pt x="705" y="121"/>
                      <a:pt x="705" y="121"/>
                    </a:cubicBezTo>
                    <a:cubicBezTo>
                      <a:pt x="704" y="119"/>
                      <a:pt x="704" y="119"/>
                      <a:pt x="704" y="119"/>
                    </a:cubicBezTo>
                    <a:cubicBezTo>
                      <a:pt x="706" y="114"/>
                      <a:pt x="706" y="114"/>
                      <a:pt x="706" y="114"/>
                    </a:cubicBezTo>
                    <a:cubicBezTo>
                      <a:pt x="714" y="114"/>
                      <a:pt x="714" y="114"/>
                      <a:pt x="714" y="114"/>
                    </a:cubicBezTo>
                    <a:cubicBezTo>
                      <a:pt x="714" y="108"/>
                      <a:pt x="714" y="108"/>
                      <a:pt x="714" y="108"/>
                    </a:cubicBezTo>
                    <a:cubicBezTo>
                      <a:pt x="717" y="103"/>
                      <a:pt x="717" y="103"/>
                      <a:pt x="717" y="103"/>
                    </a:cubicBezTo>
                    <a:cubicBezTo>
                      <a:pt x="717" y="97"/>
                      <a:pt x="717" y="97"/>
                      <a:pt x="717" y="97"/>
                    </a:cubicBezTo>
                    <a:cubicBezTo>
                      <a:pt x="732" y="89"/>
                      <a:pt x="732" y="89"/>
                      <a:pt x="732" y="89"/>
                    </a:cubicBezTo>
                    <a:cubicBezTo>
                      <a:pt x="739" y="91"/>
                      <a:pt x="739" y="91"/>
                      <a:pt x="739" y="91"/>
                    </a:cubicBezTo>
                    <a:cubicBezTo>
                      <a:pt x="744" y="89"/>
                      <a:pt x="744" y="89"/>
                      <a:pt x="744" y="89"/>
                    </a:cubicBezTo>
                    <a:cubicBezTo>
                      <a:pt x="743" y="87"/>
                      <a:pt x="745" y="85"/>
                      <a:pt x="746" y="84"/>
                    </a:cubicBezTo>
                    <a:cubicBezTo>
                      <a:pt x="747" y="83"/>
                      <a:pt x="749" y="82"/>
                      <a:pt x="750" y="81"/>
                    </a:cubicBezTo>
                    <a:cubicBezTo>
                      <a:pt x="752" y="80"/>
                      <a:pt x="754" y="79"/>
                      <a:pt x="756" y="78"/>
                    </a:cubicBezTo>
                    <a:cubicBezTo>
                      <a:pt x="757" y="77"/>
                      <a:pt x="757" y="77"/>
                      <a:pt x="758" y="76"/>
                    </a:cubicBezTo>
                    <a:cubicBezTo>
                      <a:pt x="759" y="76"/>
                      <a:pt x="760" y="75"/>
                      <a:pt x="761" y="75"/>
                    </a:cubicBezTo>
                    <a:cubicBezTo>
                      <a:pt x="764" y="72"/>
                      <a:pt x="768" y="71"/>
                      <a:pt x="773" y="70"/>
                    </a:cubicBezTo>
                    <a:cubicBezTo>
                      <a:pt x="778" y="69"/>
                      <a:pt x="784" y="68"/>
                      <a:pt x="789" y="67"/>
                    </a:cubicBezTo>
                    <a:cubicBezTo>
                      <a:pt x="792" y="66"/>
                      <a:pt x="794" y="66"/>
                      <a:pt x="797" y="65"/>
                    </a:cubicBezTo>
                    <a:cubicBezTo>
                      <a:pt x="799" y="65"/>
                      <a:pt x="801" y="65"/>
                      <a:pt x="803" y="64"/>
                    </a:cubicBezTo>
                    <a:cubicBezTo>
                      <a:pt x="806" y="62"/>
                      <a:pt x="807" y="58"/>
                      <a:pt x="805" y="55"/>
                    </a:cubicBezTo>
                    <a:cubicBezTo>
                      <a:pt x="804" y="53"/>
                      <a:pt x="802" y="52"/>
                      <a:pt x="800" y="51"/>
                    </a:cubicBezTo>
                    <a:cubicBezTo>
                      <a:pt x="798" y="49"/>
                      <a:pt x="796" y="47"/>
                      <a:pt x="794" y="46"/>
                    </a:cubicBezTo>
                    <a:cubicBezTo>
                      <a:pt x="791" y="43"/>
                      <a:pt x="788" y="41"/>
                      <a:pt x="785" y="39"/>
                    </a:cubicBezTo>
                    <a:cubicBezTo>
                      <a:pt x="783" y="38"/>
                      <a:pt x="780" y="36"/>
                      <a:pt x="778" y="34"/>
                    </a:cubicBezTo>
                    <a:cubicBezTo>
                      <a:pt x="777" y="32"/>
                      <a:pt x="777" y="29"/>
                      <a:pt x="777" y="26"/>
                    </a:cubicBezTo>
                    <a:cubicBezTo>
                      <a:pt x="777" y="23"/>
                      <a:pt x="777" y="20"/>
                      <a:pt x="775" y="18"/>
                    </a:cubicBezTo>
                    <a:cubicBezTo>
                      <a:pt x="773" y="16"/>
                      <a:pt x="770" y="16"/>
                      <a:pt x="767" y="14"/>
                    </a:cubicBezTo>
                    <a:cubicBezTo>
                      <a:pt x="764" y="13"/>
                      <a:pt x="762" y="11"/>
                      <a:pt x="759" y="9"/>
                    </a:cubicBezTo>
                    <a:cubicBezTo>
                      <a:pt x="757" y="7"/>
                      <a:pt x="754" y="5"/>
                      <a:pt x="752" y="3"/>
                    </a:cubicBezTo>
                    <a:cubicBezTo>
                      <a:pt x="751" y="2"/>
                      <a:pt x="748" y="0"/>
                      <a:pt x="747" y="2"/>
                    </a:cubicBezTo>
                    <a:cubicBezTo>
                      <a:pt x="746" y="2"/>
                      <a:pt x="746" y="3"/>
                      <a:pt x="747" y="4"/>
                    </a:cubicBezTo>
                    <a:cubicBezTo>
                      <a:pt x="747" y="5"/>
                      <a:pt x="747" y="6"/>
                      <a:pt x="748" y="7"/>
                    </a:cubicBezTo>
                    <a:cubicBezTo>
                      <a:pt x="748" y="8"/>
                      <a:pt x="748" y="9"/>
                      <a:pt x="749" y="10"/>
                    </a:cubicBezTo>
                    <a:cubicBezTo>
                      <a:pt x="749" y="12"/>
                      <a:pt x="750" y="14"/>
                      <a:pt x="750" y="16"/>
                    </a:cubicBezTo>
                    <a:cubicBezTo>
                      <a:pt x="751" y="17"/>
                      <a:pt x="751" y="17"/>
                      <a:pt x="751" y="18"/>
                    </a:cubicBezTo>
                    <a:cubicBezTo>
                      <a:pt x="751" y="19"/>
                      <a:pt x="752" y="20"/>
                      <a:pt x="752" y="20"/>
                    </a:cubicBezTo>
                    <a:cubicBezTo>
                      <a:pt x="754" y="22"/>
                      <a:pt x="757" y="23"/>
                      <a:pt x="758" y="25"/>
                    </a:cubicBezTo>
                    <a:cubicBezTo>
                      <a:pt x="760" y="27"/>
                      <a:pt x="760" y="30"/>
                      <a:pt x="759" y="32"/>
                    </a:cubicBezTo>
                    <a:cubicBezTo>
                      <a:pt x="759" y="33"/>
                      <a:pt x="758" y="34"/>
                      <a:pt x="757" y="34"/>
                    </a:cubicBezTo>
                    <a:cubicBezTo>
                      <a:pt x="756" y="34"/>
                      <a:pt x="755" y="33"/>
                      <a:pt x="755" y="33"/>
                    </a:cubicBezTo>
                    <a:cubicBezTo>
                      <a:pt x="753" y="30"/>
                      <a:pt x="753" y="27"/>
                      <a:pt x="752" y="24"/>
                    </a:cubicBezTo>
                    <a:cubicBezTo>
                      <a:pt x="751" y="22"/>
                      <a:pt x="750" y="20"/>
                      <a:pt x="748" y="20"/>
                    </a:cubicBezTo>
                    <a:cubicBezTo>
                      <a:pt x="746" y="20"/>
                      <a:pt x="744" y="21"/>
                      <a:pt x="742" y="22"/>
                    </a:cubicBezTo>
                    <a:cubicBezTo>
                      <a:pt x="741" y="24"/>
                      <a:pt x="740" y="25"/>
                      <a:pt x="738" y="25"/>
                    </a:cubicBezTo>
                    <a:cubicBezTo>
                      <a:pt x="736" y="26"/>
                      <a:pt x="734" y="24"/>
                      <a:pt x="732" y="23"/>
                    </a:cubicBezTo>
                    <a:cubicBezTo>
                      <a:pt x="730" y="22"/>
                      <a:pt x="727" y="21"/>
                      <a:pt x="725" y="20"/>
                    </a:cubicBezTo>
                    <a:cubicBezTo>
                      <a:pt x="723" y="20"/>
                      <a:pt x="722" y="22"/>
                      <a:pt x="721" y="23"/>
                    </a:cubicBezTo>
                    <a:cubicBezTo>
                      <a:pt x="720" y="25"/>
                      <a:pt x="718" y="27"/>
                      <a:pt x="717" y="29"/>
                    </a:cubicBezTo>
                    <a:cubicBezTo>
                      <a:pt x="715" y="31"/>
                      <a:pt x="714" y="33"/>
                      <a:pt x="712" y="36"/>
                    </a:cubicBezTo>
                    <a:cubicBezTo>
                      <a:pt x="711" y="38"/>
                      <a:pt x="711" y="40"/>
                      <a:pt x="711" y="42"/>
                    </a:cubicBezTo>
                    <a:cubicBezTo>
                      <a:pt x="711" y="44"/>
                      <a:pt x="712" y="47"/>
                      <a:pt x="713" y="49"/>
                    </a:cubicBezTo>
                    <a:cubicBezTo>
                      <a:pt x="714" y="52"/>
                      <a:pt x="715" y="55"/>
                      <a:pt x="716" y="58"/>
                    </a:cubicBezTo>
                    <a:cubicBezTo>
                      <a:pt x="717" y="60"/>
                      <a:pt x="718" y="63"/>
                      <a:pt x="717" y="66"/>
                    </a:cubicBezTo>
                    <a:cubicBezTo>
                      <a:pt x="716" y="68"/>
                      <a:pt x="715" y="71"/>
                      <a:pt x="714" y="73"/>
                    </a:cubicBezTo>
                    <a:cubicBezTo>
                      <a:pt x="714" y="74"/>
                      <a:pt x="713" y="75"/>
                      <a:pt x="713" y="76"/>
                    </a:cubicBezTo>
                    <a:cubicBezTo>
                      <a:pt x="713" y="76"/>
                      <a:pt x="713" y="77"/>
                      <a:pt x="713" y="77"/>
                    </a:cubicBezTo>
                    <a:cubicBezTo>
                      <a:pt x="713" y="77"/>
                      <a:pt x="712" y="76"/>
                      <a:pt x="712" y="76"/>
                    </a:cubicBezTo>
                    <a:cubicBezTo>
                      <a:pt x="711" y="75"/>
                      <a:pt x="710" y="75"/>
                      <a:pt x="709" y="74"/>
                    </a:cubicBezTo>
                    <a:cubicBezTo>
                      <a:pt x="708" y="73"/>
                      <a:pt x="705" y="71"/>
                      <a:pt x="703" y="72"/>
                    </a:cubicBezTo>
                    <a:cubicBezTo>
                      <a:pt x="702" y="74"/>
                      <a:pt x="703" y="77"/>
                      <a:pt x="704" y="78"/>
                    </a:cubicBezTo>
                    <a:cubicBezTo>
                      <a:pt x="704" y="80"/>
                      <a:pt x="705" y="82"/>
                      <a:pt x="704" y="84"/>
                    </a:cubicBezTo>
                    <a:cubicBezTo>
                      <a:pt x="703" y="85"/>
                      <a:pt x="701" y="86"/>
                      <a:pt x="699" y="87"/>
                    </a:cubicBezTo>
                    <a:cubicBezTo>
                      <a:pt x="697" y="87"/>
                      <a:pt x="695" y="88"/>
                      <a:pt x="693" y="89"/>
                    </a:cubicBezTo>
                    <a:cubicBezTo>
                      <a:pt x="691" y="90"/>
                      <a:pt x="689" y="92"/>
                      <a:pt x="687" y="94"/>
                    </a:cubicBezTo>
                    <a:cubicBezTo>
                      <a:pt x="685" y="95"/>
                      <a:pt x="683" y="97"/>
                      <a:pt x="681" y="97"/>
                    </a:cubicBezTo>
                    <a:cubicBezTo>
                      <a:pt x="679" y="97"/>
                      <a:pt x="679" y="94"/>
                      <a:pt x="680" y="93"/>
                    </a:cubicBezTo>
                    <a:cubicBezTo>
                      <a:pt x="681" y="90"/>
                      <a:pt x="684" y="88"/>
                      <a:pt x="687" y="87"/>
                    </a:cubicBezTo>
                    <a:cubicBezTo>
                      <a:pt x="688" y="86"/>
                      <a:pt x="690" y="85"/>
                      <a:pt x="692" y="85"/>
                    </a:cubicBezTo>
                    <a:cubicBezTo>
                      <a:pt x="693" y="84"/>
                      <a:pt x="695" y="83"/>
                      <a:pt x="695" y="82"/>
                    </a:cubicBezTo>
                    <a:cubicBezTo>
                      <a:pt x="697" y="80"/>
                      <a:pt x="694" y="79"/>
                      <a:pt x="693" y="78"/>
                    </a:cubicBezTo>
                    <a:cubicBezTo>
                      <a:pt x="692" y="77"/>
                      <a:pt x="691" y="77"/>
                      <a:pt x="690" y="77"/>
                    </a:cubicBezTo>
                    <a:cubicBezTo>
                      <a:pt x="689" y="76"/>
                      <a:pt x="688" y="76"/>
                      <a:pt x="688" y="75"/>
                    </a:cubicBezTo>
                    <a:cubicBezTo>
                      <a:pt x="688" y="75"/>
                      <a:pt x="689" y="74"/>
                      <a:pt x="690" y="73"/>
                    </a:cubicBezTo>
                    <a:cubicBezTo>
                      <a:pt x="691" y="73"/>
                      <a:pt x="692" y="72"/>
                      <a:pt x="693" y="71"/>
                    </a:cubicBezTo>
                    <a:cubicBezTo>
                      <a:pt x="695" y="70"/>
                      <a:pt x="698" y="69"/>
                      <a:pt x="700" y="68"/>
                    </a:cubicBezTo>
                    <a:cubicBezTo>
                      <a:pt x="702" y="67"/>
                      <a:pt x="704" y="67"/>
                      <a:pt x="706" y="65"/>
                    </a:cubicBezTo>
                    <a:cubicBezTo>
                      <a:pt x="707" y="64"/>
                      <a:pt x="709" y="62"/>
                      <a:pt x="709" y="59"/>
                    </a:cubicBezTo>
                    <a:cubicBezTo>
                      <a:pt x="709" y="57"/>
                      <a:pt x="708" y="55"/>
                      <a:pt x="707" y="54"/>
                    </a:cubicBezTo>
                    <a:cubicBezTo>
                      <a:pt x="705" y="49"/>
                      <a:pt x="703" y="45"/>
                      <a:pt x="702" y="40"/>
                    </a:cubicBezTo>
                    <a:cubicBezTo>
                      <a:pt x="701" y="38"/>
                      <a:pt x="701" y="36"/>
                      <a:pt x="701" y="35"/>
                    </a:cubicBezTo>
                    <a:cubicBezTo>
                      <a:pt x="701" y="34"/>
                      <a:pt x="701" y="32"/>
                      <a:pt x="702" y="31"/>
                    </a:cubicBezTo>
                    <a:cubicBezTo>
                      <a:pt x="702" y="30"/>
                      <a:pt x="702" y="30"/>
                      <a:pt x="702" y="29"/>
                    </a:cubicBezTo>
                    <a:cubicBezTo>
                      <a:pt x="702" y="28"/>
                      <a:pt x="702" y="27"/>
                      <a:pt x="703" y="26"/>
                    </a:cubicBezTo>
                    <a:cubicBezTo>
                      <a:pt x="704" y="25"/>
                      <a:pt x="704" y="23"/>
                      <a:pt x="703" y="22"/>
                    </a:cubicBezTo>
                    <a:cubicBezTo>
                      <a:pt x="702" y="19"/>
                      <a:pt x="699" y="18"/>
                      <a:pt x="697" y="18"/>
                    </a:cubicBezTo>
                    <a:cubicBezTo>
                      <a:pt x="695" y="18"/>
                      <a:pt x="694" y="20"/>
                      <a:pt x="693" y="21"/>
                    </a:cubicBezTo>
                    <a:cubicBezTo>
                      <a:pt x="692" y="22"/>
                      <a:pt x="690" y="23"/>
                      <a:pt x="689" y="22"/>
                    </a:cubicBezTo>
                    <a:cubicBezTo>
                      <a:pt x="687" y="21"/>
                      <a:pt x="686" y="19"/>
                      <a:pt x="684" y="20"/>
                    </a:cubicBezTo>
                    <a:cubicBezTo>
                      <a:pt x="683" y="21"/>
                      <a:pt x="683" y="21"/>
                      <a:pt x="682" y="22"/>
                    </a:cubicBezTo>
                    <a:cubicBezTo>
                      <a:pt x="682" y="22"/>
                      <a:pt x="681" y="23"/>
                      <a:pt x="680" y="23"/>
                    </a:cubicBezTo>
                    <a:cubicBezTo>
                      <a:pt x="679" y="23"/>
                      <a:pt x="678" y="24"/>
                      <a:pt x="677" y="25"/>
                    </a:cubicBezTo>
                    <a:cubicBezTo>
                      <a:pt x="676" y="25"/>
                      <a:pt x="676" y="27"/>
                      <a:pt x="676" y="28"/>
                    </a:cubicBezTo>
                    <a:cubicBezTo>
                      <a:pt x="675" y="29"/>
                      <a:pt x="675" y="31"/>
                      <a:pt x="675" y="32"/>
                    </a:cubicBezTo>
                    <a:cubicBezTo>
                      <a:pt x="675" y="33"/>
                      <a:pt x="676" y="34"/>
                      <a:pt x="677" y="34"/>
                    </a:cubicBezTo>
                    <a:cubicBezTo>
                      <a:pt x="678" y="35"/>
                      <a:pt x="679" y="35"/>
                      <a:pt x="679" y="36"/>
                    </a:cubicBezTo>
                    <a:cubicBezTo>
                      <a:pt x="680" y="36"/>
                      <a:pt x="681" y="38"/>
                      <a:pt x="681" y="39"/>
                    </a:cubicBezTo>
                    <a:cubicBezTo>
                      <a:pt x="682" y="40"/>
                      <a:pt x="682" y="41"/>
                      <a:pt x="683" y="42"/>
                    </a:cubicBezTo>
                    <a:cubicBezTo>
                      <a:pt x="684" y="42"/>
                      <a:pt x="685" y="40"/>
                      <a:pt x="685" y="39"/>
                    </a:cubicBezTo>
                    <a:cubicBezTo>
                      <a:pt x="685" y="38"/>
                      <a:pt x="685" y="37"/>
                      <a:pt x="685" y="36"/>
                    </a:cubicBezTo>
                    <a:cubicBezTo>
                      <a:pt x="684" y="34"/>
                      <a:pt x="684" y="32"/>
                      <a:pt x="684" y="30"/>
                    </a:cubicBezTo>
                    <a:cubicBezTo>
                      <a:pt x="685" y="29"/>
                      <a:pt x="685" y="28"/>
                      <a:pt x="685" y="27"/>
                    </a:cubicBezTo>
                    <a:cubicBezTo>
                      <a:pt x="685" y="26"/>
                      <a:pt x="686" y="25"/>
                      <a:pt x="686" y="25"/>
                    </a:cubicBezTo>
                    <a:cubicBezTo>
                      <a:pt x="687" y="25"/>
                      <a:pt x="688" y="28"/>
                      <a:pt x="688" y="28"/>
                    </a:cubicBezTo>
                    <a:cubicBezTo>
                      <a:pt x="688" y="30"/>
                      <a:pt x="688" y="31"/>
                      <a:pt x="688" y="32"/>
                    </a:cubicBezTo>
                    <a:cubicBezTo>
                      <a:pt x="687" y="33"/>
                      <a:pt x="687" y="34"/>
                      <a:pt x="687" y="35"/>
                    </a:cubicBezTo>
                    <a:cubicBezTo>
                      <a:pt x="687" y="36"/>
                      <a:pt x="686" y="38"/>
                      <a:pt x="686" y="39"/>
                    </a:cubicBezTo>
                    <a:cubicBezTo>
                      <a:pt x="686" y="40"/>
                      <a:pt x="686" y="42"/>
                      <a:pt x="687" y="43"/>
                    </a:cubicBezTo>
                    <a:cubicBezTo>
                      <a:pt x="687" y="43"/>
                      <a:pt x="687" y="44"/>
                      <a:pt x="688" y="44"/>
                    </a:cubicBezTo>
                    <a:cubicBezTo>
                      <a:pt x="688" y="45"/>
                      <a:pt x="688" y="46"/>
                      <a:pt x="688" y="47"/>
                    </a:cubicBezTo>
                    <a:cubicBezTo>
                      <a:pt x="687" y="49"/>
                      <a:pt x="687" y="52"/>
                      <a:pt x="686" y="54"/>
                    </a:cubicBezTo>
                    <a:cubicBezTo>
                      <a:pt x="685" y="55"/>
                      <a:pt x="683" y="56"/>
                      <a:pt x="682" y="55"/>
                    </a:cubicBezTo>
                    <a:cubicBezTo>
                      <a:pt x="680" y="53"/>
                      <a:pt x="681" y="51"/>
                      <a:pt x="681" y="49"/>
                    </a:cubicBezTo>
                    <a:cubicBezTo>
                      <a:pt x="682" y="47"/>
                      <a:pt x="683" y="45"/>
                      <a:pt x="681" y="44"/>
                    </a:cubicBezTo>
                    <a:cubicBezTo>
                      <a:pt x="681" y="43"/>
                      <a:pt x="680" y="42"/>
                      <a:pt x="680" y="41"/>
                    </a:cubicBezTo>
                    <a:cubicBezTo>
                      <a:pt x="679" y="40"/>
                      <a:pt x="678" y="40"/>
                      <a:pt x="678" y="39"/>
                    </a:cubicBezTo>
                    <a:cubicBezTo>
                      <a:pt x="677" y="38"/>
                      <a:pt x="676" y="38"/>
                      <a:pt x="675" y="38"/>
                    </a:cubicBezTo>
                    <a:cubicBezTo>
                      <a:pt x="674" y="37"/>
                      <a:pt x="673" y="37"/>
                      <a:pt x="673" y="36"/>
                    </a:cubicBezTo>
                    <a:cubicBezTo>
                      <a:pt x="672" y="36"/>
                      <a:pt x="672" y="35"/>
                      <a:pt x="672" y="34"/>
                    </a:cubicBezTo>
                    <a:cubicBezTo>
                      <a:pt x="672" y="33"/>
                      <a:pt x="672" y="32"/>
                      <a:pt x="672" y="30"/>
                    </a:cubicBezTo>
                    <a:cubicBezTo>
                      <a:pt x="672" y="28"/>
                      <a:pt x="672" y="26"/>
                      <a:pt x="674" y="24"/>
                    </a:cubicBezTo>
                    <a:cubicBezTo>
                      <a:pt x="675" y="23"/>
                      <a:pt x="678" y="23"/>
                      <a:pt x="678" y="20"/>
                    </a:cubicBezTo>
                    <a:cubicBezTo>
                      <a:pt x="677" y="18"/>
                      <a:pt x="674" y="19"/>
                      <a:pt x="673" y="19"/>
                    </a:cubicBezTo>
                    <a:cubicBezTo>
                      <a:pt x="672" y="19"/>
                      <a:pt x="672" y="20"/>
                      <a:pt x="671" y="20"/>
                    </a:cubicBezTo>
                    <a:cubicBezTo>
                      <a:pt x="670" y="20"/>
                      <a:pt x="670" y="21"/>
                      <a:pt x="669" y="21"/>
                    </a:cubicBezTo>
                    <a:cubicBezTo>
                      <a:pt x="668" y="22"/>
                      <a:pt x="667" y="21"/>
                      <a:pt x="666" y="21"/>
                    </a:cubicBezTo>
                    <a:cubicBezTo>
                      <a:pt x="665" y="21"/>
                      <a:pt x="663" y="21"/>
                      <a:pt x="662" y="22"/>
                    </a:cubicBezTo>
                    <a:cubicBezTo>
                      <a:pt x="660" y="22"/>
                      <a:pt x="659" y="26"/>
                      <a:pt x="661" y="27"/>
                    </a:cubicBezTo>
                    <a:cubicBezTo>
                      <a:pt x="662" y="27"/>
                      <a:pt x="663" y="28"/>
                      <a:pt x="664" y="28"/>
                    </a:cubicBezTo>
                    <a:cubicBezTo>
                      <a:pt x="665" y="29"/>
                      <a:pt x="665" y="30"/>
                      <a:pt x="666" y="31"/>
                    </a:cubicBezTo>
                    <a:cubicBezTo>
                      <a:pt x="666" y="33"/>
                      <a:pt x="666" y="37"/>
                      <a:pt x="664" y="38"/>
                    </a:cubicBezTo>
                    <a:cubicBezTo>
                      <a:pt x="663" y="39"/>
                      <a:pt x="662" y="39"/>
                      <a:pt x="662" y="40"/>
                    </a:cubicBezTo>
                    <a:cubicBezTo>
                      <a:pt x="661" y="41"/>
                      <a:pt x="661" y="42"/>
                      <a:pt x="660" y="43"/>
                    </a:cubicBezTo>
                    <a:cubicBezTo>
                      <a:pt x="659" y="43"/>
                      <a:pt x="658" y="43"/>
                      <a:pt x="657" y="43"/>
                    </a:cubicBezTo>
                    <a:cubicBezTo>
                      <a:pt x="656" y="42"/>
                      <a:pt x="657" y="42"/>
                      <a:pt x="657" y="41"/>
                    </a:cubicBezTo>
                    <a:cubicBezTo>
                      <a:pt x="658" y="40"/>
                      <a:pt x="659" y="39"/>
                      <a:pt x="659" y="38"/>
                    </a:cubicBezTo>
                    <a:cubicBezTo>
                      <a:pt x="659" y="37"/>
                      <a:pt x="659" y="36"/>
                      <a:pt x="658" y="36"/>
                    </a:cubicBezTo>
                    <a:cubicBezTo>
                      <a:pt x="657" y="35"/>
                      <a:pt x="657" y="35"/>
                      <a:pt x="657" y="34"/>
                    </a:cubicBezTo>
                    <a:cubicBezTo>
                      <a:pt x="657" y="33"/>
                      <a:pt x="657" y="33"/>
                      <a:pt x="657" y="32"/>
                    </a:cubicBezTo>
                    <a:cubicBezTo>
                      <a:pt x="657" y="31"/>
                      <a:pt x="656" y="30"/>
                      <a:pt x="655" y="30"/>
                    </a:cubicBezTo>
                    <a:cubicBezTo>
                      <a:pt x="654" y="30"/>
                      <a:pt x="653" y="30"/>
                      <a:pt x="652" y="30"/>
                    </a:cubicBezTo>
                    <a:cubicBezTo>
                      <a:pt x="650" y="29"/>
                      <a:pt x="648" y="27"/>
                      <a:pt x="649" y="25"/>
                    </a:cubicBezTo>
                    <a:cubicBezTo>
                      <a:pt x="650" y="24"/>
                      <a:pt x="651" y="23"/>
                      <a:pt x="652" y="22"/>
                    </a:cubicBezTo>
                    <a:cubicBezTo>
                      <a:pt x="652" y="21"/>
                      <a:pt x="652" y="21"/>
                      <a:pt x="651" y="20"/>
                    </a:cubicBezTo>
                    <a:cubicBezTo>
                      <a:pt x="651" y="19"/>
                      <a:pt x="650" y="18"/>
                      <a:pt x="649" y="18"/>
                    </a:cubicBezTo>
                    <a:cubicBezTo>
                      <a:pt x="648" y="18"/>
                      <a:pt x="647" y="18"/>
                      <a:pt x="646" y="18"/>
                    </a:cubicBezTo>
                    <a:cubicBezTo>
                      <a:pt x="645" y="18"/>
                      <a:pt x="645" y="17"/>
                      <a:pt x="644" y="17"/>
                    </a:cubicBezTo>
                    <a:cubicBezTo>
                      <a:pt x="643" y="17"/>
                      <a:pt x="642" y="17"/>
                      <a:pt x="641" y="17"/>
                    </a:cubicBezTo>
                    <a:cubicBezTo>
                      <a:pt x="641" y="17"/>
                      <a:pt x="641" y="17"/>
                      <a:pt x="640" y="17"/>
                    </a:cubicBezTo>
                    <a:cubicBezTo>
                      <a:pt x="640" y="18"/>
                      <a:pt x="639" y="18"/>
                      <a:pt x="639" y="19"/>
                    </a:cubicBezTo>
                    <a:cubicBezTo>
                      <a:pt x="639" y="20"/>
                      <a:pt x="638" y="20"/>
                      <a:pt x="638" y="21"/>
                    </a:cubicBezTo>
                    <a:cubicBezTo>
                      <a:pt x="638" y="22"/>
                      <a:pt x="637" y="23"/>
                      <a:pt x="637" y="24"/>
                    </a:cubicBezTo>
                    <a:cubicBezTo>
                      <a:pt x="637" y="24"/>
                      <a:pt x="637" y="25"/>
                      <a:pt x="637" y="26"/>
                    </a:cubicBezTo>
                    <a:cubicBezTo>
                      <a:pt x="636" y="27"/>
                      <a:pt x="635" y="28"/>
                      <a:pt x="633" y="28"/>
                    </a:cubicBezTo>
                    <a:cubicBezTo>
                      <a:pt x="632" y="28"/>
                      <a:pt x="631" y="28"/>
                      <a:pt x="629" y="27"/>
                    </a:cubicBezTo>
                    <a:cubicBezTo>
                      <a:pt x="628" y="27"/>
                      <a:pt x="626" y="26"/>
                      <a:pt x="624" y="26"/>
                    </a:cubicBezTo>
                    <a:cubicBezTo>
                      <a:pt x="624" y="25"/>
                      <a:pt x="623" y="25"/>
                      <a:pt x="622" y="25"/>
                    </a:cubicBezTo>
                    <a:cubicBezTo>
                      <a:pt x="621" y="25"/>
                      <a:pt x="621" y="26"/>
                      <a:pt x="621" y="27"/>
                    </a:cubicBezTo>
                    <a:cubicBezTo>
                      <a:pt x="621" y="27"/>
                      <a:pt x="620" y="27"/>
                      <a:pt x="620" y="28"/>
                    </a:cubicBezTo>
                    <a:cubicBezTo>
                      <a:pt x="619" y="28"/>
                      <a:pt x="619" y="28"/>
                      <a:pt x="619" y="28"/>
                    </a:cubicBezTo>
                    <a:cubicBezTo>
                      <a:pt x="618" y="29"/>
                      <a:pt x="618" y="30"/>
                      <a:pt x="617" y="31"/>
                    </a:cubicBezTo>
                    <a:cubicBezTo>
                      <a:pt x="617" y="32"/>
                      <a:pt x="616" y="33"/>
                      <a:pt x="616" y="33"/>
                    </a:cubicBezTo>
                    <a:cubicBezTo>
                      <a:pt x="615" y="34"/>
                      <a:pt x="614" y="33"/>
                      <a:pt x="614" y="33"/>
                    </a:cubicBezTo>
                    <a:cubicBezTo>
                      <a:pt x="613" y="32"/>
                      <a:pt x="613" y="31"/>
                      <a:pt x="612" y="31"/>
                    </a:cubicBezTo>
                    <a:cubicBezTo>
                      <a:pt x="611" y="30"/>
                      <a:pt x="611" y="28"/>
                      <a:pt x="610" y="28"/>
                    </a:cubicBezTo>
                    <a:cubicBezTo>
                      <a:pt x="609" y="27"/>
                      <a:pt x="608" y="27"/>
                      <a:pt x="607" y="26"/>
                    </a:cubicBezTo>
                    <a:cubicBezTo>
                      <a:pt x="606" y="25"/>
                      <a:pt x="605" y="25"/>
                      <a:pt x="604" y="24"/>
                    </a:cubicBezTo>
                    <a:cubicBezTo>
                      <a:pt x="603" y="24"/>
                      <a:pt x="601" y="23"/>
                      <a:pt x="600" y="23"/>
                    </a:cubicBezTo>
                    <a:cubicBezTo>
                      <a:pt x="599" y="22"/>
                      <a:pt x="598" y="21"/>
                      <a:pt x="596" y="21"/>
                    </a:cubicBezTo>
                    <a:cubicBezTo>
                      <a:pt x="595" y="20"/>
                      <a:pt x="594" y="20"/>
                      <a:pt x="593" y="20"/>
                    </a:cubicBezTo>
                    <a:cubicBezTo>
                      <a:pt x="592" y="21"/>
                      <a:pt x="592" y="22"/>
                      <a:pt x="592" y="22"/>
                    </a:cubicBezTo>
                    <a:cubicBezTo>
                      <a:pt x="591" y="23"/>
                      <a:pt x="591" y="24"/>
                      <a:pt x="591" y="25"/>
                    </a:cubicBezTo>
                    <a:cubicBezTo>
                      <a:pt x="590" y="26"/>
                      <a:pt x="589" y="27"/>
                      <a:pt x="588" y="27"/>
                    </a:cubicBezTo>
                    <a:cubicBezTo>
                      <a:pt x="587" y="28"/>
                      <a:pt x="587" y="28"/>
                      <a:pt x="587" y="29"/>
                    </a:cubicBezTo>
                    <a:cubicBezTo>
                      <a:pt x="587" y="29"/>
                      <a:pt x="587" y="30"/>
                      <a:pt x="586" y="30"/>
                    </a:cubicBezTo>
                    <a:cubicBezTo>
                      <a:pt x="586" y="30"/>
                      <a:pt x="586" y="31"/>
                      <a:pt x="586" y="31"/>
                    </a:cubicBezTo>
                    <a:cubicBezTo>
                      <a:pt x="586" y="33"/>
                      <a:pt x="587" y="35"/>
                      <a:pt x="586" y="36"/>
                    </a:cubicBezTo>
                    <a:cubicBezTo>
                      <a:pt x="585" y="38"/>
                      <a:pt x="584" y="40"/>
                      <a:pt x="582" y="40"/>
                    </a:cubicBezTo>
                    <a:cubicBezTo>
                      <a:pt x="580" y="40"/>
                      <a:pt x="578" y="40"/>
                      <a:pt x="578" y="42"/>
                    </a:cubicBezTo>
                    <a:cubicBezTo>
                      <a:pt x="577" y="44"/>
                      <a:pt x="578" y="46"/>
                      <a:pt x="577" y="48"/>
                    </a:cubicBezTo>
                    <a:cubicBezTo>
                      <a:pt x="577" y="49"/>
                      <a:pt x="576" y="48"/>
                      <a:pt x="575" y="48"/>
                    </a:cubicBezTo>
                    <a:cubicBezTo>
                      <a:pt x="574" y="48"/>
                      <a:pt x="573" y="47"/>
                      <a:pt x="572" y="47"/>
                    </a:cubicBezTo>
                    <a:cubicBezTo>
                      <a:pt x="570" y="47"/>
                      <a:pt x="569" y="46"/>
                      <a:pt x="569" y="45"/>
                    </a:cubicBezTo>
                    <a:cubicBezTo>
                      <a:pt x="568" y="44"/>
                      <a:pt x="567" y="43"/>
                      <a:pt x="566" y="42"/>
                    </a:cubicBezTo>
                    <a:cubicBezTo>
                      <a:pt x="566" y="42"/>
                      <a:pt x="565" y="41"/>
                      <a:pt x="564" y="42"/>
                    </a:cubicBezTo>
                    <a:cubicBezTo>
                      <a:pt x="564" y="42"/>
                      <a:pt x="564" y="43"/>
                      <a:pt x="564" y="43"/>
                    </a:cubicBezTo>
                    <a:cubicBezTo>
                      <a:pt x="565" y="44"/>
                      <a:pt x="565" y="45"/>
                      <a:pt x="565" y="46"/>
                    </a:cubicBezTo>
                    <a:cubicBezTo>
                      <a:pt x="565" y="48"/>
                      <a:pt x="566" y="50"/>
                      <a:pt x="565" y="51"/>
                    </a:cubicBezTo>
                    <a:cubicBezTo>
                      <a:pt x="565" y="52"/>
                      <a:pt x="564" y="52"/>
                      <a:pt x="564" y="53"/>
                    </a:cubicBezTo>
                    <a:cubicBezTo>
                      <a:pt x="563" y="53"/>
                      <a:pt x="562" y="53"/>
                      <a:pt x="561" y="53"/>
                    </a:cubicBezTo>
                    <a:cubicBezTo>
                      <a:pt x="559" y="53"/>
                      <a:pt x="557" y="53"/>
                      <a:pt x="556" y="54"/>
                    </a:cubicBezTo>
                    <a:cubicBezTo>
                      <a:pt x="555" y="55"/>
                      <a:pt x="556" y="57"/>
                      <a:pt x="557" y="59"/>
                    </a:cubicBezTo>
                    <a:cubicBezTo>
                      <a:pt x="557" y="61"/>
                      <a:pt x="558" y="63"/>
                      <a:pt x="559" y="64"/>
                    </a:cubicBezTo>
                    <a:cubicBezTo>
                      <a:pt x="561" y="65"/>
                      <a:pt x="563" y="66"/>
                      <a:pt x="564" y="67"/>
                    </a:cubicBezTo>
                    <a:cubicBezTo>
                      <a:pt x="564" y="68"/>
                      <a:pt x="565" y="72"/>
                      <a:pt x="563" y="71"/>
                    </a:cubicBezTo>
                    <a:cubicBezTo>
                      <a:pt x="561" y="70"/>
                      <a:pt x="560" y="68"/>
                      <a:pt x="558" y="68"/>
                    </a:cubicBezTo>
                    <a:cubicBezTo>
                      <a:pt x="557" y="68"/>
                      <a:pt x="555" y="69"/>
                      <a:pt x="554" y="69"/>
                    </a:cubicBezTo>
                    <a:cubicBezTo>
                      <a:pt x="553" y="69"/>
                      <a:pt x="553" y="69"/>
                      <a:pt x="552" y="69"/>
                    </a:cubicBezTo>
                    <a:cubicBezTo>
                      <a:pt x="551" y="70"/>
                      <a:pt x="551" y="70"/>
                      <a:pt x="551" y="71"/>
                    </a:cubicBezTo>
                    <a:cubicBezTo>
                      <a:pt x="551" y="72"/>
                      <a:pt x="551" y="73"/>
                      <a:pt x="551" y="74"/>
                    </a:cubicBezTo>
                    <a:cubicBezTo>
                      <a:pt x="551" y="75"/>
                      <a:pt x="551" y="76"/>
                      <a:pt x="552" y="76"/>
                    </a:cubicBezTo>
                    <a:cubicBezTo>
                      <a:pt x="552" y="77"/>
                      <a:pt x="552" y="78"/>
                      <a:pt x="553" y="79"/>
                    </a:cubicBezTo>
                    <a:cubicBezTo>
                      <a:pt x="553" y="80"/>
                      <a:pt x="553" y="80"/>
                      <a:pt x="554" y="80"/>
                    </a:cubicBezTo>
                    <a:cubicBezTo>
                      <a:pt x="555" y="81"/>
                      <a:pt x="556" y="80"/>
                      <a:pt x="556" y="80"/>
                    </a:cubicBezTo>
                    <a:cubicBezTo>
                      <a:pt x="557" y="80"/>
                      <a:pt x="558" y="80"/>
                      <a:pt x="559" y="80"/>
                    </a:cubicBezTo>
                    <a:cubicBezTo>
                      <a:pt x="559" y="80"/>
                      <a:pt x="560" y="81"/>
                      <a:pt x="560" y="81"/>
                    </a:cubicBezTo>
                    <a:cubicBezTo>
                      <a:pt x="562" y="82"/>
                      <a:pt x="563" y="82"/>
                      <a:pt x="564" y="83"/>
                    </a:cubicBezTo>
                    <a:cubicBezTo>
                      <a:pt x="565" y="83"/>
                      <a:pt x="566" y="83"/>
                      <a:pt x="566" y="84"/>
                    </a:cubicBezTo>
                    <a:cubicBezTo>
                      <a:pt x="566" y="84"/>
                      <a:pt x="567" y="84"/>
                      <a:pt x="567" y="85"/>
                    </a:cubicBezTo>
                    <a:cubicBezTo>
                      <a:pt x="568" y="85"/>
                      <a:pt x="569" y="86"/>
                      <a:pt x="569" y="87"/>
                    </a:cubicBezTo>
                    <a:cubicBezTo>
                      <a:pt x="569" y="89"/>
                      <a:pt x="567" y="89"/>
                      <a:pt x="566" y="88"/>
                    </a:cubicBezTo>
                    <a:cubicBezTo>
                      <a:pt x="565" y="88"/>
                      <a:pt x="563" y="88"/>
                      <a:pt x="562" y="88"/>
                    </a:cubicBezTo>
                    <a:cubicBezTo>
                      <a:pt x="560" y="88"/>
                      <a:pt x="558" y="88"/>
                      <a:pt x="558" y="89"/>
                    </a:cubicBezTo>
                    <a:cubicBezTo>
                      <a:pt x="557" y="91"/>
                      <a:pt x="557" y="92"/>
                      <a:pt x="555" y="92"/>
                    </a:cubicBezTo>
                    <a:cubicBezTo>
                      <a:pt x="554" y="92"/>
                      <a:pt x="553" y="92"/>
                      <a:pt x="553" y="92"/>
                    </a:cubicBezTo>
                    <a:cubicBezTo>
                      <a:pt x="552" y="92"/>
                      <a:pt x="551" y="92"/>
                      <a:pt x="550" y="92"/>
                    </a:cubicBezTo>
                    <a:cubicBezTo>
                      <a:pt x="548" y="92"/>
                      <a:pt x="545" y="92"/>
                      <a:pt x="543" y="92"/>
                    </a:cubicBezTo>
                    <a:cubicBezTo>
                      <a:pt x="542" y="91"/>
                      <a:pt x="540" y="91"/>
                      <a:pt x="539" y="90"/>
                    </a:cubicBezTo>
                    <a:cubicBezTo>
                      <a:pt x="538" y="90"/>
                      <a:pt x="537" y="90"/>
                      <a:pt x="536" y="90"/>
                    </a:cubicBezTo>
                    <a:cubicBezTo>
                      <a:pt x="534" y="90"/>
                      <a:pt x="533" y="90"/>
                      <a:pt x="532" y="90"/>
                    </a:cubicBezTo>
                    <a:cubicBezTo>
                      <a:pt x="531" y="91"/>
                      <a:pt x="530" y="91"/>
                      <a:pt x="530" y="91"/>
                    </a:cubicBezTo>
                    <a:cubicBezTo>
                      <a:pt x="529" y="91"/>
                      <a:pt x="529" y="91"/>
                      <a:pt x="529" y="92"/>
                    </a:cubicBezTo>
                    <a:cubicBezTo>
                      <a:pt x="529" y="92"/>
                      <a:pt x="529" y="93"/>
                      <a:pt x="529" y="93"/>
                    </a:cubicBezTo>
                    <a:cubicBezTo>
                      <a:pt x="529" y="93"/>
                      <a:pt x="529" y="93"/>
                      <a:pt x="529" y="94"/>
                    </a:cubicBezTo>
                    <a:cubicBezTo>
                      <a:pt x="529" y="94"/>
                      <a:pt x="530" y="94"/>
                      <a:pt x="530" y="94"/>
                    </a:cubicBezTo>
                    <a:cubicBezTo>
                      <a:pt x="530" y="95"/>
                      <a:pt x="531" y="96"/>
                      <a:pt x="532" y="97"/>
                    </a:cubicBezTo>
                    <a:cubicBezTo>
                      <a:pt x="532" y="97"/>
                      <a:pt x="533" y="97"/>
                      <a:pt x="534" y="98"/>
                    </a:cubicBezTo>
                    <a:cubicBezTo>
                      <a:pt x="535" y="99"/>
                      <a:pt x="536" y="101"/>
                      <a:pt x="538" y="103"/>
                    </a:cubicBezTo>
                    <a:cubicBezTo>
                      <a:pt x="539" y="104"/>
                      <a:pt x="540" y="106"/>
                      <a:pt x="541" y="107"/>
                    </a:cubicBezTo>
                    <a:cubicBezTo>
                      <a:pt x="541" y="108"/>
                      <a:pt x="541" y="108"/>
                      <a:pt x="542" y="109"/>
                    </a:cubicBezTo>
                    <a:cubicBezTo>
                      <a:pt x="542" y="109"/>
                      <a:pt x="543" y="110"/>
                      <a:pt x="542" y="111"/>
                    </a:cubicBezTo>
                    <a:cubicBezTo>
                      <a:pt x="542" y="111"/>
                      <a:pt x="541" y="110"/>
                      <a:pt x="541" y="110"/>
                    </a:cubicBezTo>
                    <a:cubicBezTo>
                      <a:pt x="540" y="110"/>
                      <a:pt x="539" y="109"/>
                      <a:pt x="538" y="108"/>
                    </a:cubicBezTo>
                    <a:cubicBezTo>
                      <a:pt x="536" y="106"/>
                      <a:pt x="534" y="104"/>
                      <a:pt x="532" y="102"/>
                    </a:cubicBezTo>
                    <a:cubicBezTo>
                      <a:pt x="531" y="102"/>
                      <a:pt x="528" y="101"/>
                      <a:pt x="527" y="102"/>
                    </a:cubicBezTo>
                    <a:cubicBezTo>
                      <a:pt x="526" y="103"/>
                      <a:pt x="527" y="105"/>
                      <a:pt x="528" y="106"/>
                    </a:cubicBezTo>
                    <a:cubicBezTo>
                      <a:pt x="528" y="107"/>
                      <a:pt x="528" y="108"/>
                      <a:pt x="527" y="108"/>
                    </a:cubicBezTo>
                    <a:cubicBezTo>
                      <a:pt x="525" y="109"/>
                      <a:pt x="524" y="108"/>
                      <a:pt x="523" y="107"/>
                    </a:cubicBezTo>
                    <a:cubicBezTo>
                      <a:pt x="521" y="106"/>
                      <a:pt x="520" y="104"/>
                      <a:pt x="518" y="103"/>
                    </a:cubicBezTo>
                    <a:cubicBezTo>
                      <a:pt x="516" y="102"/>
                      <a:pt x="513" y="102"/>
                      <a:pt x="511" y="101"/>
                    </a:cubicBezTo>
                    <a:cubicBezTo>
                      <a:pt x="508" y="100"/>
                      <a:pt x="505" y="100"/>
                      <a:pt x="502" y="100"/>
                    </a:cubicBezTo>
                    <a:cubicBezTo>
                      <a:pt x="500" y="101"/>
                      <a:pt x="498" y="102"/>
                      <a:pt x="497" y="104"/>
                    </a:cubicBezTo>
                    <a:cubicBezTo>
                      <a:pt x="496" y="106"/>
                      <a:pt x="495" y="108"/>
                      <a:pt x="493" y="109"/>
                    </a:cubicBezTo>
                    <a:cubicBezTo>
                      <a:pt x="491" y="109"/>
                      <a:pt x="489" y="110"/>
                      <a:pt x="487" y="110"/>
                    </a:cubicBezTo>
                    <a:cubicBezTo>
                      <a:pt x="485" y="111"/>
                      <a:pt x="483" y="112"/>
                      <a:pt x="482" y="113"/>
                    </a:cubicBezTo>
                    <a:cubicBezTo>
                      <a:pt x="480" y="115"/>
                      <a:pt x="477" y="117"/>
                      <a:pt x="476" y="119"/>
                    </a:cubicBezTo>
                    <a:cubicBezTo>
                      <a:pt x="476" y="121"/>
                      <a:pt x="476" y="122"/>
                      <a:pt x="478" y="123"/>
                    </a:cubicBezTo>
                    <a:cubicBezTo>
                      <a:pt x="479" y="124"/>
                      <a:pt x="481" y="124"/>
                      <a:pt x="481" y="126"/>
                    </a:cubicBezTo>
                    <a:cubicBezTo>
                      <a:pt x="483" y="127"/>
                      <a:pt x="484" y="129"/>
                      <a:pt x="486" y="130"/>
                    </a:cubicBezTo>
                    <a:cubicBezTo>
                      <a:pt x="488" y="131"/>
                      <a:pt x="491" y="132"/>
                      <a:pt x="492" y="135"/>
                    </a:cubicBezTo>
                    <a:cubicBezTo>
                      <a:pt x="493" y="136"/>
                      <a:pt x="493" y="139"/>
                      <a:pt x="494" y="140"/>
                    </a:cubicBezTo>
                    <a:cubicBezTo>
                      <a:pt x="495" y="141"/>
                      <a:pt x="496" y="141"/>
                      <a:pt x="497" y="141"/>
                    </a:cubicBezTo>
                    <a:cubicBezTo>
                      <a:pt x="499" y="142"/>
                      <a:pt x="500" y="142"/>
                      <a:pt x="502" y="142"/>
                    </a:cubicBezTo>
                    <a:cubicBezTo>
                      <a:pt x="502" y="142"/>
                      <a:pt x="503" y="142"/>
                      <a:pt x="503" y="142"/>
                    </a:cubicBezTo>
                    <a:cubicBezTo>
                      <a:pt x="504" y="142"/>
                      <a:pt x="504" y="142"/>
                      <a:pt x="505" y="143"/>
                    </a:cubicBezTo>
                    <a:cubicBezTo>
                      <a:pt x="506" y="143"/>
                      <a:pt x="506" y="143"/>
                      <a:pt x="507" y="144"/>
                    </a:cubicBezTo>
                    <a:cubicBezTo>
                      <a:pt x="507" y="144"/>
                      <a:pt x="507" y="145"/>
                      <a:pt x="508" y="145"/>
                    </a:cubicBezTo>
                    <a:cubicBezTo>
                      <a:pt x="508" y="145"/>
                      <a:pt x="509" y="146"/>
                      <a:pt x="510" y="146"/>
                    </a:cubicBezTo>
                    <a:cubicBezTo>
                      <a:pt x="510" y="147"/>
                      <a:pt x="510" y="149"/>
                      <a:pt x="510" y="149"/>
                    </a:cubicBezTo>
                    <a:cubicBezTo>
                      <a:pt x="510" y="150"/>
                      <a:pt x="510" y="150"/>
                      <a:pt x="510" y="151"/>
                    </a:cubicBezTo>
                    <a:cubicBezTo>
                      <a:pt x="510" y="151"/>
                      <a:pt x="511" y="151"/>
                      <a:pt x="512" y="151"/>
                    </a:cubicBezTo>
                    <a:cubicBezTo>
                      <a:pt x="513" y="150"/>
                      <a:pt x="514" y="149"/>
                      <a:pt x="515" y="148"/>
                    </a:cubicBezTo>
                    <a:cubicBezTo>
                      <a:pt x="516" y="147"/>
                      <a:pt x="517" y="146"/>
                      <a:pt x="518" y="146"/>
                    </a:cubicBezTo>
                    <a:cubicBezTo>
                      <a:pt x="519" y="146"/>
                      <a:pt x="521" y="145"/>
                      <a:pt x="522" y="145"/>
                    </a:cubicBezTo>
                    <a:cubicBezTo>
                      <a:pt x="524" y="146"/>
                      <a:pt x="524" y="148"/>
                      <a:pt x="524" y="149"/>
                    </a:cubicBezTo>
                    <a:cubicBezTo>
                      <a:pt x="524" y="150"/>
                      <a:pt x="524" y="151"/>
                      <a:pt x="525" y="152"/>
                    </a:cubicBezTo>
                    <a:cubicBezTo>
                      <a:pt x="526" y="153"/>
                      <a:pt x="528" y="152"/>
                      <a:pt x="528" y="151"/>
                    </a:cubicBezTo>
                    <a:cubicBezTo>
                      <a:pt x="529" y="150"/>
                      <a:pt x="530" y="149"/>
                      <a:pt x="531" y="149"/>
                    </a:cubicBezTo>
                    <a:cubicBezTo>
                      <a:pt x="532" y="149"/>
                      <a:pt x="533" y="148"/>
                      <a:pt x="534" y="148"/>
                    </a:cubicBezTo>
                    <a:cubicBezTo>
                      <a:pt x="535" y="148"/>
                      <a:pt x="537" y="148"/>
                      <a:pt x="537" y="150"/>
                    </a:cubicBezTo>
                    <a:cubicBezTo>
                      <a:pt x="537" y="151"/>
                      <a:pt x="536" y="153"/>
                      <a:pt x="535" y="153"/>
                    </a:cubicBezTo>
                    <a:cubicBezTo>
                      <a:pt x="533" y="156"/>
                      <a:pt x="531" y="157"/>
                      <a:pt x="528" y="159"/>
                    </a:cubicBezTo>
                    <a:cubicBezTo>
                      <a:pt x="527" y="159"/>
                      <a:pt x="526" y="159"/>
                      <a:pt x="525" y="160"/>
                    </a:cubicBezTo>
                    <a:cubicBezTo>
                      <a:pt x="524" y="161"/>
                      <a:pt x="524" y="162"/>
                      <a:pt x="524" y="162"/>
                    </a:cubicBezTo>
                    <a:cubicBezTo>
                      <a:pt x="524" y="164"/>
                      <a:pt x="527" y="163"/>
                      <a:pt x="528" y="162"/>
                    </a:cubicBezTo>
                    <a:cubicBezTo>
                      <a:pt x="530" y="162"/>
                      <a:pt x="531" y="162"/>
                      <a:pt x="532" y="162"/>
                    </a:cubicBezTo>
                    <a:cubicBezTo>
                      <a:pt x="534" y="162"/>
                      <a:pt x="535" y="161"/>
                      <a:pt x="535" y="161"/>
                    </a:cubicBezTo>
                    <a:cubicBezTo>
                      <a:pt x="536" y="160"/>
                      <a:pt x="537" y="159"/>
                      <a:pt x="538" y="159"/>
                    </a:cubicBezTo>
                    <a:cubicBezTo>
                      <a:pt x="539" y="158"/>
                      <a:pt x="540" y="156"/>
                      <a:pt x="541" y="155"/>
                    </a:cubicBezTo>
                    <a:cubicBezTo>
                      <a:pt x="542" y="154"/>
                      <a:pt x="542" y="154"/>
                      <a:pt x="543" y="153"/>
                    </a:cubicBezTo>
                    <a:cubicBezTo>
                      <a:pt x="544" y="152"/>
                      <a:pt x="544" y="152"/>
                      <a:pt x="545" y="151"/>
                    </a:cubicBezTo>
                    <a:cubicBezTo>
                      <a:pt x="546" y="151"/>
                      <a:pt x="546" y="151"/>
                      <a:pt x="546" y="151"/>
                    </a:cubicBezTo>
                    <a:cubicBezTo>
                      <a:pt x="547" y="151"/>
                      <a:pt x="547" y="151"/>
                      <a:pt x="547" y="151"/>
                    </a:cubicBezTo>
                    <a:cubicBezTo>
                      <a:pt x="547" y="151"/>
                      <a:pt x="548" y="151"/>
                      <a:pt x="549" y="151"/>
                    </a:cubicBezTo>
                    <a:cubicBezTo>
                      <a:pt x="550" y="151"/>
                      <a:pt x="551" y="152"/>
                      <a:pt x="552" y="152"/>
                    </a:cubicBezTo>
                    <a:cubicBezTo>
                      <a:pt x="553" y="152"/>
                      <a:pt x="555" y="152"/>
                      <a:pt x="555" y="153"/>
                    </a:cubicBezTo>
                    <a:cubicBezTo>
                      <a:pt x="556" y="154"/>
                      <a:pt x="555" y="157"/>
                      <a:pt x="554" y="158"/>
                    </a:cubicBezTo>
                    <a:cubicBezTo>
                      <a:pt x="553" y="158"/>
                      <a:pt x="549" y="162"/>
                      <a:pt x="551" y="162"/>
                    </a:cubicBezTo>
                    <a:cubicBezTo>
                      <a:pt x="552" y="163"/>
                      <a:pt x="554" y="163"/>
                      <a:pt x="555" y="163"/>
                    </a:cubicBezTo>
                    <a:cubicBezTo>
                      <a:pt x="557" y="162"/>
                      <a:pt x="558" y="162"/>
                      <a:pt x="560" y="161"/>
                    </a:cubicBezTo>
                    <a:cubicBezTo>
                      <a:pt x="561" y="160"/>
                      <a:pt x="563" y="160"/>
                      <a:pt x="564" y="159"/>
                    </a:cubicBezTo>
                    <a:cubicBezTo>
                      <a:pt x="566" y="159"/>
                      <a:pt x="567" y="159"/>
                      <a:pt x="568" y="158"/>
                    </a:cubicBezTo>
                    <a:cubicBezTo>
                      <a:pt x="570" y="158"/>
                      <a:pt x="571" y="157"/>
                      <a:pt x="573" y="157"/>
                    </a:cubicBezTo>
                    <a:cubicBezTo>
                      <a:pt x="574" y="157"/>
                      <a:pt x="575" y="157"/>
                      <a:pt x="576" y="158"/>
                    </a:cubicBezTo>
                    <a:cubicBezTo>
                      <a:pt x="577" y="158"/>
                      <a:pt x="577" y="160"/>
                      <a:pt x="577" y="161"/>
                    </a:cubicBezTo>
                    <a:cubicBezTo>
                      <a:pt x="577" y="162"/>
                      <a:pt x="576" y="163"/>
                      <a:pt x="576" y="164"/>
                    </a:cubicBezTo>
                    <a:cubicBezTo>
                      <a:pt x="575" y="165"/>
                      <a:pt x="574" y="165"/>
                      <a:pt x="573" y="166"/>
                    </a:cubicBezTo>
                    <a:cubicBezTo>
                      <a:pt x="572" y="167"/>
                      <a:pt x="570" y="168"/>
                      <a:pt x="568" y="168"/>
                    </a:cubicBezTo>
                    <a:cubicBezTo>
                      <a:pt x="567" y="169"/>
                      <a:pt x="566" y="170"/>
                      <a:pt x="565" y="170"/>
                    </a:cubicBezTo>
                    <a:cubicBezTo>
                      <a:pt x="563" y="171"/>
                      <a:pt x="562" y="172"/>
                      <a:pt x="561" y="173"/>
                    </a:cubicBezTo>
                    <a:cubicBezTo>
                      <a:pt x="561" y="174"/>
                      <a:pt x="560" y="174"/>
                      <a:pt x="560" y="174"/>
                    </a:cubicBezTo>
                    <a:cubicBezTo>
                      <a:pt x="560" y="175"/>
                      <a:pt x="559" y="176"/>
                      <a:pt x="559" y="177"/>
                    </a:cubicBezTo>
                    <a:cubicBezTo>
                      <a:pt x="558" y="177"/>
                      <a:pt x="558" y="178"/>
                      <a:pt x="558" y="178"/>
                    </a:cubicBezTo>
                    <a:cubicBezTo>
                      <a:pt x="557" y="179"/>
                      <a:pt x="556" y="180"/>
                      <a:pt x="556" y="180"/>
                    </a:cubicBezTo>
                    <a:cubicBezTo>
                      <a:pt x="554" y="180"/>
                      <a:pt x="552" y="180"/>
                      <a:pt x="550" y="180"/>
                    </a:cubicBezTo>
                    <a:cubicBezTo>
                      <a:pt x="549" y="181"/>
                      <a:pt x="549" y="181"/>
                      <a:pt x="549" y="182"/>
                    </a:cubicBezTo>
                    <a:cubicBezTo>
                      <a:pt x="549" y="183"/>
                      <a:pt x="549" y="184"/>
                      <a:pt x="550" y="184"/>
                    </a:cubicBezTo>
                    <a:cubicBezTo>
                      <a:pt x="550" y="185"/>
                      <a:pt x="550" y="185"/>
                      <a:pt x="551" y="186"/>
                    </a:cubicBezTo>
                    <a:cubicBezTo>
                      <a:pt x="551" y="187"/>
                      <a:pt x="552" y="187"/>
                      <a:pt x="552" y="188"/>
                    </a:cubicBezTo>
                    <a:cubicBezTo>
                      <a:pt x="552" y="189"/>
                      <a:pt x="551" y="190"/>
                      <a:pt x="550" y="190"/>
                    </a:cubicBezTo>
                    <a:cubicBezTo>
                      <a:pt x="549" y="190"/>
                      <a:pt x="548" y="190"/>
                      <a:pt x="546" y="190"/>
                    </a:cubicBezTo>
                    <a:cubicBezTo>
                      <a:pt x="544" y="190"/>
                      <a:pt x="542" y="191"/>
                      <a:pt x="540" y="191"/>
                    </a:cubicBezTo>
                    <a:cubicBezTo>
                      <a:pt x="539" y="192"/>
                      <a:pt x="537" y="192"/>
                      <a:pt x="536" y="192"/>
                    </a:cubicBezTo>
                    <a:cubicBezTo>
                      <a:pt x="533" y="192"/>
                      <a:pt x="530" y="192"/>
                      <a:pt x="528" y="192"/>
                    </a:cubicBezTo>
                    <a:cubicBezTo>
                      <a:pt x="526" y="193"/>
                      <a:pt x="525" y="193"/>
                      <a:pt x="523" y="194"/>
                    </a:cubicBezTo>
                    <a:cubicBezTo>
                      <a:pt x="522" y="194"/>
                      <a:pt x="522" y="194"/>
                      <a:pt x="521" y="193"/>
                    </a:cubicBezTo>
                    <a:cubicBezTo>
                      <a:pt x="519" y="191"/>
                      <a:pt x="517" y="187"/>
                      <a:pt x="514" y="188"/>
                    </a:cubicBezTo>
                    <a:cubicBezTo>
                      <a:pt x="511" y="189"/>
                      <a:pt x="511" y="192"/>
                      <a:pt x="511" y="194"/>
                    </a:cubicBezTo>
                    <a:cubicBezTo>
                      <a:pt x="510" y="196"/>
                      <a:pt x="508" y="197"/>
                      <a:pt x="506" y="197"/>
                    </a:cubicBezTo>
                    <a:cubicBezTo>
                      <a:pt x="503" y="198"/>
                      <a:pt x="500" y="199"/>
                      <a:pt x="497" y="199"/>
                    </a:cubicBezTo>
                    <a:cubicBezTo>
                      <a:pt x="496" y="200"/>
                      <a:pt x="495" y="200"/>
                      <a:pt x="493" y="201"/>
                    </a:cubicBezTo>
                    <a:cubicBezTo>
                      <a:pt x="492" y="201"/>
                      <a:pt x="491" y="202"/>
                      <a:pt x="490" y="203"/>
                    </a:cubicBezTo>
                    <a:cubicBezTo>
                      <a:pt x="489" y="204"/>
                      <a:pt x="488" y="205"/>
                      <a:pt x="487" y="205"/>
                    </a:cubicBezTo>
                    <a:cubicBezTo>
                      <a:pt x="485" y="205"/>
                      <a:pt x="484" y="205"/>
                      <a:pt x="482" y="205"/>
                    </a:cubicBezTo>
                    <a:cubicBezTo>
                      <a:pt x="479" y="204"/>
                      <a:pt x="474" y="205"/>
                      <a:pt x="472" y="209"/>
                    </a:cubicBezTo>
                    <a:cubicBezTo>
                      <a:pt x="471" y="212"/>
                      <a:pt x="473" y="216"/>
                      <a:pt x="477" y="216"/>
                    </a:cubicBezTo>
                    <a:cubicBezTo>
                      <a:pt x="480" y="216"/>
                      <a:pt x="482" y="213"/>
                      <a:pt x="485" y="214"/>
                    </a:cubicBezTo>
                    <a:cubicBezTo>
                      <a:pt x="486" y="214"/>
                      <a:pt x="487" y="215"/>
                      <a:pt x="488" y="215"/>
                    </a:cubicBezTo>
                    <a:cubicBezTo>
                      <a:pt x="489" y="216"/>
                      <a:pt x="490" y="217"/>
                      <a:pt x="492" y="218"/>
                    </a:cubicBezTo>
                    <a:cubicBezTo>
                      <a:pt x="493" y="219"/>
                      <a:pt x="495" y="220"/>
                      <a:pt x="496" y="222"/>
                    </a:cubicBezTo>
                    <a:cubicBezTo>
                      <a:pt x="496" y="223"/>
                      <a:pt x="497" y="224"/>
                      <a:pt x="496" y="224"/>
                    </a:cubicBezTo>
                    <a:cubicBezTo>
                      <a:pt x="495" y="224"/>
                      <a:pt x="494" y="223"/>
                      <a:pt x="493" y="223"/>
                    </a:cubicBezTo>
                    <a:cubicBezTo>
                      <a:pt x="492" y="222"/>
                      <a:pt x="491" y="221"/>
                      <a:pt x="490" y="220"/>
                    </a:cubicBezTo>
                    <a:cubicBezTo>
                      <a:pt x="488" y="220"/>
                      <a:pt x="487" y="219"/>
                      <a:pt x="485" y="220"/>
                    </a:cubicBezTo>
                    <a:cubicBezTo>
                      <a:pt x="484" y="220"/>
                      <a:pt x="483" y="221"/>
                      <a:pt x="483" y="223"/>
                    </a:cubicBezTo>
                    <a:cubicBezTo>
                      <a:pt x="484" y="224"/>
                      <a:pt x="485" y="225"/>
                      <a:pt x="487" y="226"/>
                    </a:cubicBezTo>
                    <a:cubicBezTo>
                      <a:pt x="489" y="227"/>
                      <a:pt x="491" y="228"/>
                      <a:pt x="492" y="229"/>
                    </a:cubicBezTo>
                    <a:cubicBezTo>
                      <a:pt x="493" y="229"/>
                      <a:pt x="495" y="230"/>
                      <a:pt x="495" y="232"/>
                    </a:cubicBezTo>
                    <a:cubicBezTo>
                      <a:pt x="495" y="233"/>
                      <a:pt x="494" y="233"/>
                      <a:pt x="493" y="234"/>
                    </a:cubicBezTo>
                    <a:cubicBezTo>
                      <a:pt x="491" y="234"/>
                      <a:pt x="489" y="235"/>
                      <a:pt x="487" y="233"/>
                    </a:cubicBezTo>
                    <a:cubicBezTo>
                      <a:pt x="485" y="231"/>
                      <a:pt x="483" y="227"/>
                      <a:pt x="479" y="228"/>
                    </a:cubicBezTo>
                    <a:cubicBezTo>
                      <a:pt x="477" y="228"/>
                      <a:pt x="476" y="229"/>
                      <a:pt x="475" y="231"/>
                    </a:cubicBezTo>
                    <a:cubicBezTo>
                      <a:pt x="474" y="232"/>
                      <a:pt x="474" y="233"/>
                      <a:pt x="475" y="234"/>
                    </a:cubicBezTo>
                    <a:cubicBezTo>
                      <a:pt x="476" y="235"/>
                      <a:pt x="476" y="236"/>
                      <a:pt x="477" y="237"/>
                    </a:cubicBezTo>
                    <a:cubicBezTo>
                      <a:pt x="477" y="239"/>
                      <a:pt x="478" y="240"/>
                      <a:pt x="479" y="241"/>
                    </a:cubicBezTo>
                    <a:cubicBezTo>
                      <a:pt x="481" y="243"/>
                      <a:pt x="483" y="243"/>
                      <a:pt x="484" y="244"/>
                    </a:cubicBezTo>
                    <a:cubicBezTo>
                      <a:pt x="486" y="246"/>
                      <a:pt x="486" y="247"/>
                      <a:pt x="487" y="249"/>
                    </a:cubicBezTo>
                    <a:cubicBezTo>
                      <a:pt x="486" y="249"/>
                      <a:pt x="485" y="249"/>
                      <a:pt x="484" y="249"/>
                    </a:cubicBezTo>
                    <a:cubicBezTo>
                      <a:pt x="483" y="248"/>
                      <a:pt x="483" y="248"/>
                      <a:pt x="482" y="248"/>
                    </a:cubicBezTo>
                    <a:cubicBezTo>
                      <a:pt x="480" y="247"/>
                      <a:pt x="479" y="247"/>
                      <a:pt x="478" y="247"/>
                    </a:cubicBezTo>
                    <a:cubicBezTo>
                      <a:pt x="477" y="247"/>
                      <a:pt x="477" y="246"/>
                      <a:pt x="476" y="246"/>
                    </a:cubicBezTo>
                    <a:cubicBezTo>
                      <a:pt x="475" y="244"/>
                      <a:pt x="474" y="242"/>
                      <a:pt x="473" y="240"/>
                    </a:cubicBezTo>
                    <a:cubicBezTo>
                      <a:pt x="473" y="239"/>
                      <a:pt x="473" y="238"/>
                      <a:pt x="472" y="237"/>
                    </a:cubicBezTo>
                    <a:cubicBezTo>
                      <a:pt x="472" y="237"/>
                      <a:pt x="472" y="236"/>
                      <a:pt x="472" y="235"/>
                    </a:cubicBezTo>
                    <a:cubicBezTo>
                      <a:pt x="472" y="233"/>
                      <a:pt x="471" y="231"/>
                      <a:pt x="470" y="230"/>
                    </a:cubicBezTo>
                    <a:cubicBezTo>
                      <a:pt x="470" y="229"/>
                      <a:pt x="469" y="229"/>
                      <a:pt x="468" y="229"/>
                    </a:cubicBezTo>
                    <a:cubicBezTo>
                      <a:pt x="468" y="229"/>
                      <a:pt x="467" y="228"/>
                      <a:pt x="467" y="228"/>
                    </a:cubicBezTo>
                    <a:cubicBezTo>
                      <a:pt x="465" y="228"/>
                      <a:pt x="464" y="228"/>
                      <a:pt x="462" y="228"/>
                    </a:cubicBezTo>
                    <a:cubicBezTo>
                      <a:pt x="462" y="228"/>
                      <a:pt x="461" y="228"/>
                      <a:pt x="460" y="228"/>
                    </a:cubicBezTo>
                    <a:cubicBezTo>
                      <a:pt x="459" y="228"/>
                      <a:pt x="459" y="227"/>
                      <a:pt x="458" y="227"/>
                    </a:cubicBezTo>
                    <a:cubicBezTo>
                      <a:pt x="458" y="227"/>
                      <a:pt x="458" y="227"/>
                      <a:pt x="458" y="227"/>
                    </a:cubicBezTo>
                    <a:cubicBezTo>
                      <a:pt x="458" y="227"/>
                      <a:pt x="457" y="227"/>
                      <a:pt x="457" y="227"/>
                    </a:cubicBezTo>
                    <a:cubicBezTo>
                      <a:pt x="457" y="227"/>
                      <a:pt x="456" y="226"/>
                      <a:pt x="455" y="226"/>
                    </a:cubicBezTo>
                    <a:cubicBezTo>
                      <a:pt x="454" y="226"/>
                      <a:pt x="454" y="226"/>
                      <a:pt x="454" y="225"/>
                    </a:cubicBezTo>
                    <a:cubicBezTo>
                      <a:pt x="453" y="224"/>
                      <a:pt x="452" y="224"/>
                      <a:pt x="451" y="224"/>
                    </a:cubicBezTo>
                    <a:cubicBezTo>
                      <a:pt x="450" y="224"/>
                      <a:pt x="449" y="224"/>
                      <a:pt x="448" y="224"/>
                    </a:cubicBezTo>
                    <a:cubicBezTo>
                      <a:pt x="448" y="224"/>
                      <a:pt x="447" y="224"/>
                      <a:pt x="447" y="225"/>
                    </a:cubicBezTo>
                    <a:cubicBezTo>
                      <a:pt x="447" y="226"/>
                      <a:pt x="446" y="227"/>
                      <a:pt x="444" y="227"/>
                    </a:cubicBezTo>
                    <a:cubicBezTo>
                      <a:pt x="442" y="227"/>
                      <a:pt x="441" y="225"/>
                      <a:pt x="440" y="223"/>
                    </a:cubicBezTo>
                    <a:cubicBezTo>
                      <a:pt x="438" y="222"/>
                      <a:pt x="437" y="221"/>
                      <a:pt x="435" y="219"/>
                    </a:cubicBezTo>
                    <a:cubicBezTo>
                      <a:pt x="434" y="218"/>
                      <a:pt x="432" y="216"/>
                      <a:pt x="431" y="215"/>
                    </a:cubicBezTo>
                    <a:cubicBezTo>
                      <a:pt x="430" y="213"/>
                      <a:pt x="429" y="211"/>
                      <a:pt x="427" y="210"/>
                    </a:cubicBezTo>
                    <a:cubicBezTo>
                      <a:pt x="426" y="209"/>
                      <a:pt x="425" y="209"/>
                      <a:pt x="423" y="208"/>
                    </a:cubicBezTo>
                    <a:cubicBezTo>
                      <a:pt x="420" y="207"/>
                      <a:pt x="416" y="206"/>
                      <a:pt x="413" y="208"/>
                    </a:cubicBezTo>
                    <a:cubicBezTo>
                      <a:pt x="411" y="209"/>
                      <a:pt x="410" y="209"/>
                      <a:pt x="408" y="210"/>
                    </a:cubicBezTo>
                    <a:cubicBezTo>
                      <a:pt x="406" y="211"/>
                      <a:pt x="404" y="211"/>
                      <a:pt x="404" y="214"/>
                    </a:cubicBezTo>
                    <a:cubicBezTo>
                      <a:pt x="403" y="215"/>
                      <a:pt x="402" y="217"/>
                      <a:pt x="401" y="218"/>
                    </a:cubicBezTo>
                    <a:cubicBezTo>
                      <a:pt x="400" y="220"/>
                      <a:pt x="399" y="221"/>
                      <a:pt x="397" y="222"/>
                    </a:cubicBezTo>
                    <a:cubicBezTo>
                      <a:pt x="396" y="223"/>
                      <a:pt x="395" y="224"/>
                      <a:pt x="394" y="225"/>
                    </a:cubicBezTo>
                    <a:cubicBezTo>
                      <a:pt x="393" y="226"/>
                      <a:pt x="391" y="227"/>
                      <a:pt x="390" y="226"/>
                    </a:cubicBezTo>
                    <a:cubicBezTo>
                      <a:pt x="389" y="226"/>
                      <a:pt x="388" y="224"/>
                      <a:pt x="388" y="223"/>
                    </a:cubicBezTo>
                    <a:cubicBezTo>
                      <a:pt x="387" y="222"/>
                      <a:pt x="386" y="221"/>
                      <a:pt x="385" y="222"/>
                    </a:cubicBezTo>
                    <a:cubicBezTo>
                      <a:pt x="384" y="221"/>
                      <a:pt x="383" y="221"/>
                      <a:pt x="383" y="221"/>
                    </a:cubicBezTo>
                    <a:cubicBezTo>
                      <a:pt x="382" y="221"/>
                      <a:pt x="382" y="221"/>
                      <a:pt x="381" y="220"/>
                    </a:cubicBezTo>
                    <a:cubicBezTo>
                      <a:pt x="381" y="219"/>
                      <a:pt x="381" y="218"/>
                      <a:pt x="380" y="217"/>
                    </a:cubicBezTo>
                    <a:cubicBezTo>
                      <a:pt x="380" y="216"/>
                      <a:pt x="380" y="215"/>
                      <a:pt x="380" y="214"/>
                    </a:cubicBezTo>
                    <a:cubicBezTo>
                      <a:pt x="381" y="214"/>
                      <a:pt x="381" y="213"/>
                      <a:pt x="382" y="213"/>
                    </a:cubicBezTo>
                    <a:cubicBezTo>
                      <a:pt x="382" y="212"/>
                      <a:pt x="382" y="212"/>
                      <a:pt x="382" y="211"/>
                    </a:cubicBezTo>
                    <a:cubicBezTo>
                      <a:pt x="382" y="211"/>
                      <a:pt x="381" y="209"/>
                      <a:pt x="381" y="209"/>
                    </a:cubicBezTo>
                    <a:cubicBezTo>
                      <a:pt x="381" y="209"/>
                      <a:pt x="381" y="208"/>
                      <a:pt x="381" y="207"/>
                    </a:cubicBezTo>
                    <a:cubicBezTo>
                      <a:pt x="381" y="206"/>
                      <a:pt x="382" y="205"/>
                      <a:pt x="382" y="205"/>
                    </a:cubicBezTo>
                    <a:cubicBezTo>
                      <a:pt x="382" y="204"/>
                      <a:pt x="383" y="204"/>
                      <a:pt x="383" y="204"/>
                    </a:cubicBezTo>
                    <a:cubicBezTo>
                      <a:pt x="384" y="203"/>
                      <a:pt x="384" y="201"/>
                      <a:pt x="383" y="201"/>
                    </a:cubicBezTo>
                    <a:cubicBezTo>
                      <a:pt x="383" y="200"/>
                      <a:pt x="382" y="201"/>
                      <a:pt x="381" y="200"/>
                    </a:cubicBezTo>
                    <a:cubicBezTo>
                      <a:pt x="380" y="200"/>
                      <a:pt x="380" y="199"/>
                      <a:pt x="380" y="198"/>
                    </a:cubicBezTo>
                    <a:cubicBezTo>
                      <a:pt x="380" y="198"/>
                      <a:pt x="379" y="197"/>
                      <a:pt x="379" y="197"/>
                    </a:cubicBezTo>
                    <a:cubicBezTo>
                      <a:pt x="379" y="196"/>
                      <a:pt x="380" y="196"/>
                      <a:pt x="380" y="196"/>
                    </a:cubicBezTo>
                    <a:cubicBezTo>
                      <a:pt x="380" y="195"/>
                      <a:pt x="380" y="195"/>
                      <a:pt x="380" y="195"/>
                    </a:cubicBezTo>
                    <a:cubicBezTo>
                      <a:pt x="380" y="195"/>
                      <a:pt x="380" y="195"/>
                      <a:pt x="380" y="195"/>
                    </a:cubicBezTo>
                    <a:cubicBezTo>
                      <a:pt x="380" y="194"/>
                      <a:pt x="380" y="193"/>
                      <a:pt x="379" y="193"/>
                    </a:cubicBezTo>
                    <a:cubicBezTo>
                      <a:pt x="379" y="192"/>
                      <a:pt x="379" y="192"/>
                      <a:pt x="379" y="191"/>
                    </a:cubicBezTo>
                    <a:cubicBezTo>
                      <a:pt x="379" y="191"/>
                      <a:pt x="378" y="190"/>
                      <a:pt x="378" y="190"/>
                    </a:cubicBezTo>
                    <a:cubicBezTo>
                      <a:pt x="377" y="189"/>
                      <a:pt x="377" y="188"/>
                      <a:pt x="376" y="188"/>
                    </a:cubicBezTo>
                    <a:cubicBezTo>
                      <a:pt x="375" y="186"/>
                      <a:pt x="373" y="185"/>
                      <a:pt x="372" y="184"/>
                    </a:cubicBezTo>
                    <a:cubicBezTo>
                      <a:pt x="370" y="183"/>
                      <a:pt x="368" y="183"/>
                      <a:pt x="366" y="183"/>
                    </a:cubicBezTo>
                    <a:cubicBezTo>
                      <a:pt x="365" y="184"/>
                      <a:pt x="364" y="184"/>
                      <a:pt x="363" y="184"/>
                    </a:cubicBezTo>
                    <a:cubicBezTo>
                      <a:pt x="363" y="184"/>
                      <a:pt x="363" y="185"/>
                      <a:pt x="362" y="185"/>
                    </a:cubicBezTo>
                    <a:cubicBezTo>
                      <a:pt x="359" y="186"/>
                      <a:pt x="357" y="183"/>
                      <a:pt x="355" y="182"/>
                    </a:cubicBezTo>
                    <a:cubicBezTo>
                      <a:pt x="354" y="180"/>
                      <a:pt x="352" y="179"/>
                      <a:pt x="350" y="179"/>
                    </a:cubicBezTo>
                    <a:cubicBezTo>
                      <a:pt x="349" y="179"/>
                      <a:pt x="348" y="179"/>
                      <a:pt x="346" y="179"/>
                    </a:cubicBezTo>
                    <a:cubicBezTo>
                      <a:pt x="344" y="179"/>
                      <a:pt x="342" y="178"/>
                      <a:pt x="340" y="177"/>
                    </a:cubicBezTo>
                    <a:cubicBezTo>
                      <a:pt x="339" y="177"/>
                      <a:pt x="338" y="176"/>
                      <a:pt x="337" y="175"/>
                    </a:cubicBezTo>
                    <a:cubicBezTo>
                      <a:pt x="337" y="175"/>
                      <a:pt x="337" y="174"/>
                      <a:pt x="336" y="173"/>
                    </a:cubicBezTo>
                    <a:cubicBezTo>
                      <a:pt x="334" y="171"/>
                      <a:pt x="331" y="171"/>
                      <a:pt x="328" y="171"/>
                    </a:cubicBezTo>
                    <a:cubicBezTo>
                      <a:pt x="327" y="171"/>
                      <a:pt x="325" y="171"/>
                      <a:pt x="324" y="171"/>
                    </a:cubicBezTo>
                    <a:cubicBezTo>
                      <a:pt x="323" y="171"/>
                      <a:pt x="322" y="171"/>
                      <a:pt x="321" y="171"/>
                    </a:cubicBezTo>
                    <a:cubicBezTo>
                      <a:pt x="320" y="171"/>
                      <a:pt x="318" y="171"/>
                      <a:pt x="317" y="171"/>
                    </a:cubicBezTo>
                    <a:cubicBezTo>
                      <a:pt x="316" y="170"/>
                      <a:pt x="314" y="169"/>
                      <a:pt x="314" y="168"/>
                    </a:cubicBezTo>
                    <a:cubicBezTo>
                      <a:pt x="311" y="166"/>
                      <a:pt x="310" y="163"/>
                      <a:pt x="307" y="160"/>
                    </a:cubicBezTo>
                    <a:cubicBezTo>
                      <a:pt x="305" y="158"/>
                      <a:pt x="303" y="157"/>
                      <a:pt x="300" y="156"/>
                    </a:cubicBezTo>
                    <a:cubicBezTo>
                      <a:pt x="297" y="155"/>
                      <a:pt x="293" y="154"/>
                      <a:pt x="291" y="157"/>
                    </a:cubicBezTo>
                    <a:cubicBezTo>
                      <a:pt x="289" y="159"/>
                      <a:pt x="289" y="161"/>
                      <a:pt x="291" y="163"/>
                    </a:cubicBezTo>
                    <a:cubicBezTo>
                      <a:pt x="292" y="165"/>
                      <a:pt x="294" y="166"/>
                      <a:pt x="295" y="168"/>
                    </a:cubicBezTo>
                    <a:cubicBezTo>
                      <a:pt x="296" y="170"/>
                      <a:pt x="296" y="173"/>
                      <a:pt x="295" y="175"/>
                    </a:cubicBezTo>
                    <a:cubicBezTo>
                      <a:pt x="294" y="177"/>
                      <a:pt x="292" y="175"/>
                      <a:pt x="292" y="174"/>
                    </a:cubicBezTo>
                    <a:cubicBezTo>
                      <a:pt x="290" y="172"/>
                      <a:pt x="289" y="172"/>
                      <a:pt x="286" y="172"/>
                    </a:cubicBezTo>
                    <a:cubicBezTo>
                      <a:pt x="285" y="172"/>
                      <a:pt x="282" y="173"/>
                      <a:pt x="281" y="174"/>
                    </a:cubicBezTo>
                    <a:cubicBezTo>
                      <a:pt x="281" y="175"/>
                      <a:pt x="281" y="177"/>
                      <a:pt x="280" y="178"/>
                    </a:cubicBezTo>
                    <a:cubicBezTo>
                      <a:pt x="280" y="180"/>
                      <a:pt x="280" y="181"/>
                      <a:pt x="279" y="183"/>
                    </a:cubicBezTo>
                    <a:cubicBezTo>
                      <a:pt x="279" y="184"/>
                      <a:pt x="278" y="185"/>
                      <a:pt x="277" y="185"/>
                    </a:cubicBezTo>
                    <a:cubicBezTo>
                      <a:pt x="275" y="185"/>
                      <a:pt x="274" y="185"/>
                      <a:pt x="273" y="184"/>
                    </a:cubicBezTo>
                    <a:cubicBezTo>
                      <a:pt x="271" y="181"/>
                      <a:pt x="271" y="178"/>
                      <a:pt x="273" y="176"/>
                    </a:cubicBezTo>
                    <a:cubicBezTo>
                      <a:pt x="274" y="175"/>
                      <a:pt x="275" y="175"/>
                      <a:pt x="276" y="174"/>
                    </a:cubicBezTo>
                    <a:cubicBezTo>
                      <a:pt x="276" y="174"/>
                      <a:pt x="277" y="174"/>
                      <a:pt x="277" y="173"/>
                    </a:cubicBezTo>
                    <a:cubicBezTo>
                      <a:pt x="277" y="172"/>
                      <a:pt x="276" y="172"/>
                      <a:pt x="275" y="171"/>
                    </a:cubicBezTo>
                    <a:cubicBezTo>
                      <a:pt x="275" y="170"/>
                      <a:pt x="274" y="169"/>
                      <a:pt x="273" y="169"/>
                    </a:cubicBezTo>
                    <a:cubicBezTo>
                      <a:pt x="272" y="167"/>
                      <a:pt x="272" y="166"/>
                      <a:pt x="271" y="164"/>
                    </a:cubicBezTo>
                    <a:cubicBezTo>
                      <a:pt x="270" y="162"/>
                      <a:pt x="268" y="160"/>
                      <a:pt x="267" y="159"/>
                    </a:cubicBezTo>
                    <a:cubicBezTo>
                      <a:pt x="265" y="158"/>
                      <a:pt x="264" y="157"/>
                      <a:pt x="263" y="158"/>
                    </a:cubicBezTo>
                    <a:cubicBezTo>
                      <a:pt x="261" y="160"/>
                      <a:pt x="260" y="161"/>
                      <a:pt x="258" y="161"/>
                    </a:cubicBezTo>
                    <a:cubicBezTo>
                      <a:pt x="255" y="161"/>
                      <a:pt x="253" y="160"/>
                      <a:pt x="251" y="161"/>
                    </a:cubicBezTo>
                    <a:cubicBezTo>
                      <a:pt x="249" y="161"/>
                      <a:pt x="248" y="163"/>
                      <a:pt x="247" y="164"/>
                    </a:cubicBezTo>
                    <a:cubicBezTo>
                      <a:pt x="247" y="166"/>
                      <a:pt x="247" y="168"/>
                      <a:pt x="247" y="170"/>
                    </a:cubicBezTo>
                    <a:cubicBezTo>
                      <a:pt x="248" y="171"/>
                      <a:pt x="249" y="172"/>
                      <a:pt x="249" y="173"/>
                    </a:cubicBezTo>
                    <a:cubicBezTo>
                      <a:pt x="249" y="175"/>
                      <a:pt x="247" y="176"/>
                      <a:pt x="246" y="177"/>
                    </a:cubicBezTo>
                    <a:cubicBezTo>
                      <a:pt x="245" y="178"/>
                      <a:pt x="244" y="179"/>
                      <a:pt x="242" y="181"/>
                    </a:cubicBezTo>
                    <a:cubicBezTo>
                      <a:pt x="240" y="184"/>
                      <a:pt x="238" y="187"/>
                      <a:pt x="235" y="189"/>
                    </a:cubicBezTo>
                    <a:cubicBezTo>
                      <a:pt x="234" y="190"/>
                      <a:pt x="233" y="191"/>
                      <a:pt x="232" y="193"/>
                    </a:cubicBezTo>
                    <a:cubicBezTo>
                      <a:pt x="230" y="194"/>
                      <a:pt x="229" y="196"/>
                      <a:pt x="229" y="198"/>
                    </a:cubicBezTo>
                    <a:cubicBezTo>
                      <a:pt x="229" y="200"/>
                      <a:pt x="230" y="202"/>
                      <a:pt x="230" y="203"/>
                    </a:cubicBezTo>
                    <a:cubicBezTo>
                      <a:pt x="231" y="205"/>
                      <a:pt x="233" y="208"/>
                      <a:pt x="235" y="208"/>
                    </a:cubicBezTo>
                    <a:cubicBezTo>
                      <a:pt x="237" y="208"/>
                      <a:pt x="239" y="206"/>
                      <a:pt x="239" y="204"/>
                    </a:cubicBezTo>
                    <a:cubicBezTo>
                      <a:pt x="239" y="202"/>
                      <a:pt x="238" y="201"/>
                      <a:pt x="238" y="199"/>
                    </a:cubicBezTo>
                    <a:cubicBezTo>
                      <a:pt x="238" y="197"/>
                      <a:pt x="240" y="196"/>
                      <a:pt x="241" y="195"/>
                    </a:cubicBezTo>
                    <a:cubicBezTo>
                      <a:pt x="242" y="193"/>
                      <a:pt x="244" y="191"/>
                      <a:pt x="246" y="190"/>
                    </a:cubicBezTo>
                    <a:cubicBezTo>
                      <a:pt x="247" y="188"/>
                      <a:pt x="250" y="187"/>
                      <a:pt x="252" y="185"/>
                    </a:cubicBezTo>
                    <a:cubicBezTo>
                      <a:pt x="254" y="184"/>
                      <a:pt x="255" y="182"/>
                      <a:pt x="257" y="179"/>
                    </a:cubicBezTo>
                    <a:cubicBezTo>
                      <a:pt x="258" y="177"/>
                      <a:pt x="259" y="175"/>
                      <a:pt x="261" y="174"/>
                    </a:cubicBezTo>
                    <a:cubicBezTo>
                      <a:pt x="263" y="173"/>
                      <a:pt x="265" y="174"/>
                      <a:pt x="265" y="176"/>
                    </a:cubicBezTo>
                    <a:cubicBezTo>
                      <a:pt x="265" y="178"/>
                      <a:pt x="263" y="179"/>
                      <a:pt x="262" y="181"/>
                    </a:cubicBezTo>
                    <a:cubicBezTo>
                      <a:pt x="261" y="183"/>
                      <a:pt x="263" y="184"/>
                      <a:pt x="264" y="185"/>
                    </a:cubicBezTo>
                    <a:cubicBezTo>
                      <a:pt x="265" y="185"/>
                      <a:pt x="265" y="185"/>
                      <a:pt x="266" y="186"/>
                    </a:cubicBezTo>
                    <a:cubicBezTo>
                      <a:pt x="267" y="187"/>
                      <a:pt x="269" y="188"/>
                      <a:pt x="267" y="190"/>
                    </a:cubicBezTo>
                    <a:cubicBezTo>
                      <a:pt x="267" y="191"/>
                      <a:pt x="266" y="191"/>
                      <a:pt x="265" y="191"/>
                    </a:cubicBezTo>
                    <a:cubicBezTo>
                      <a:pt x="264" y="191"/>
                      <a:pt x="263" y="191"/>
                      <a:pt x="263" y="191"/>
                    </a:cubicBezTo>
                    <a:cubicBezTo>
                      <a:pt x="263" y="192"/>
                      <a:pt x="263" y="192"/>
                      <a:pt x="263" y="193"/>
                    </a:cubicBezTo>
                    <a:cubicBezTo>
                      <a:pt x="263" y="194"/>
                      <a:pt x="262" y="194"/>
                      <a:pt x="262" y="195"/>
                    </a:cubicBezTo>
                    <a:cubicBezTo>
                      <a:pt x="261" y="196"/>
                      <a:pt x="263" y="197"/>
                      <a:pt x="263" y="198"/>
                    </a:cubicBezTo>
                    <a:cubicBezTo>
                      <a:pt x="263" y="200"/>
                      <a:pt x="261" y="200"/>
                      <a:pt x="262" y="201"/>
                    </a:cubicBezTo>
                    <a:cubicBezTo>
                      <a:pt x="262" y="202"/>
                      <a:pt x="262" y="203"/>
                      <a:pt x="262" y="204"/>
                    </a:cubicBezTo>
                    <a:cubicBezTo>
                      <a:pt x="262" y="206"/>
                      <a:pt x="261" y="207"/>
                      <a:pt x="260" y="207"/>
                    </a:cubicBezTo>
                    <a:cubicBezTo>
                      <a:pt x="258" y="207"/>
                      <a:pt x="255" y="207"/>
                      <a:pt x="253" y="208"/>
                    </a:cubicBezTo>
                    <a:cubicBezTo>
                      <a:pt x="251" y="209"/>
                      <a:pt x="251" y="212"/>
                      <a:pt x="251" y="213"/>
                    </a:cubicBezTo>
                    <a:cubicBezTo>
                      <a:pt x="251" y="215"/>
                      <a:pt x="251" y="216"/>
                      <a:pt x="252" y="217"/>
                    </a:cubicBezTo>
                    <a:cubicBezTo>
                      <a:pt x="252" y="218"/>
                      <a:pt x="253" y="219"/>
                      <a:pt x="254" y="219"/>
                    </a:cubicBezTo>
                    <a:cubicBezTo>
                      <a:pt x="254" y="220"/>
                      <a:pt x="255" y="221"/>
                      <a:pt x="255" y="221"/>
                    </a:cubicBezTo>
                    <a:cubicBezTo>
                      <a:pt x="257" y="223"/>
                      <a:pt x="258" y="223"/>
                      <a:pt x="260" y="222"/>
                    </a:cubicBezTo>
                    <a:cubicBezTo>
                      <a:pt x="261" y="221"/>
                      <a:pt x="263" y="219"/>
                      <a:pt x="263" y="217"/>
                    </a:cubicBezTo>
                    <a:cubicBezTo>
                      <a:pt x="263" y="216"/>
                      <a:pt x="263" y="215"/>
                      <a:pt x="263" y="214"/>
                    </a:cubicBezTo>
                    <a:cubicBezTo>
                      <a:pt x="264" y="214"/>
                      <a:pt x="265" y="213"/>
                      <a:pt x="265" y="213"/>
                    </a:cubicBezTo>
                    <a:cubicBezTo>
                      <a:pt x="267" y="212"/>
                      <a:pt x="268" y="211"/>
                      <a:pt x="269" y="211"/>
                    </a:cubicBezTo>
                    <a:cubicBezTo>
                      <a:pt x="271" y="210"/>
                      <a:pt x="273" y="212"/>
                      <a:pt x="273" y="213"/>
                    </a:cubicBezTo>
                    <a:cubicBezTo>
                      <a:pt x="274" y="214"/>
                      <a:pt x="273" y="216"/>
                      <a:pt x="272" y="216"/>
                    </a:cubicBezTo>
                    <a:cubicBezTo>
                      <a:pt x="271" y="217"/>
                      <a:pt x="270" y="217"/>
                      <a:pt x="270" y="217"/>
                    </a:cubicBezTo>
                    <a:cubicBezTo>
                      <a:pt x="269" y="217"/>
                      <a:pt x="269" y="217"/>
                      <a:pt x="268" y="218"/>
                    </a:cubicBezTo>
                    <a:cubicBezTo>
                      <a:pt x="267" y="219"/>
                      <a:pt x="268" y="221"/>
                      <a:pt x="268" y="222"/>
                    </a:cubicBezTo>
                    <a:cubicBezTo>
                      <a:pt x="268" y="223"/>
                      <a:pt x="268" y="224"/>
                      <a:pt x="267" y="225"/>
                    </a:cubicBezTo>
                    <a:cubicBezTo>
                      <a:pt x="266" y="225"/>
                      <a:pt x="266" y="225"/>
                      <a:pt x="265" y="226"/>
                    </a:cubicBezTo>
                    <a:cubicBezTo>
                      <a:pt x="264" y="226"/>
                      <a:pt x="263" y="226"/>
                      <a:pt x="263" y="226"/>
                    </a:cubicBezTo>
                    <a:cubicBezTo>
                      <a:pt x="262" y="226"/>
                      <a:pt x="261" y="226"/>
                      <a:pt x="260" y="227"/>
                    </a:cubicBezTo>
                    <a:cubicBezTo>
                      <a:pt x="260" y="227"/>
                      <a:pt x="260" y="227"/>
                      <a:pt x="260" y="227"/>
                    </a:cubicBezTo>
                    <a:cubicBezTo>
                      <a:pt x="259" y="228"/>
                      <a:pt x="259" y="228"/>
                      <a:pt x="260" y="229"/>
                    </a:cubicBezTo>
                    <a:cubicBezTo>
                      <a:pt x="260" y="229"/>
                      <a:pt x="260" y="230"/>
                      <a:pt x="260" y="230"/>
                    </a:cubicBezTo>
                    <a:cubicBezTo>
                      <a:pt x="260" y="231"/>
                      <a:pt x="260" y="232"/>
                      <a:pt x="260" y="233"/>
                    </a:cubicBezTo>
                    <a:cubicBezTo>
                      <a:pt x="260" y="233"/>
                      <a:pt x="261" y="234"/>
                      <a:pt x="261" y="234"/>
                    </a:cubicBezTo>
                    <a:cubicBezTo>
                      <a:pt x="261" y="235"/>
                      <a:pt x="261" y="235"/>
                      <a:pt x="261" y="235"/>
                    </a:cubicBezTo>
                    <a:cubicBezTo>
                      <a:pt x="261" y="235"/>
                      <a:pt x="261" y="235"/>
                      <a:pt x="261" y="235"/>
                    </a:cubicBezTo>
                    <a:cubicBezTo>
                      <a:pt x="261" y="235"/>
                      <a:pt x="261" y="235"/>
                      <a:pt x="261" y="235"/>
                    </a:cubicBezTo>
                    <a:cubicBezTo>
                      <a:pt x="261" y="236"/>
                      <a:pt x="262" y="236"/>
                      <a:pt x="262" y="237"/>
                    </a:cubicBezTo>
                    <a:cubicBezTo>
                      <a:pt x="263" y="237"/>
                      <a:pt x="263" y="237"/>
                      <a:pt x="264" y="238"/>
                    </a:cubicBezTo>
                    <a:cubicBezTo>
                      <a:pt x="266" y="238"/>
                      <a:pt x="266" y="240"/>
                      <a:pt x="265" y="242"/>
                    </a:cubicBezTo>
                    <a:cubicBezTo>
                      <a:pt x="265" y="244"/>
                      <a:pt x="265" y="246"/>
                      <a:pt x="264" y="247"/>
                    </a:cubicBezTo>
                    <a:cubicBezTo>
                      <a:pt x="263" y="247"/>
                      <a:pt x="260" y="247"/>
                      <a:pt x="260" y="249"/>
                    </a:cubicBezTo>
                    <a:cubicBezTo>
                      <a:pt x="260" y="249"/>
                      <a:pt x="261" y="250"/>
                      <a:pt x="261" y="250"/>
                    </a:cubicBezTo>
                    <a:cubicBezTo>
                      <a:pt x="262" y="251"/>
                      <a:pt x="263" y="251"/>
                      <a:pt x="265" y="251"/>
                    </a:cubicBezTo>
                    <a:cubicBezTo>
                      <a:pt x="266" y="252"/>
                      <a:pt x="267" y="252"/>
                      <a:pt x="268" y="254"/>
                    </a:cubicBezTo>
                    <a:cubicBezTo>
                      <a:pt x="268" y="255"/>
                      <a:pt x="269" y="257"/>
                      <a:pt x="268" y="259"/>
                    </a:cubicBezTo>
                    <a:cubicBezTo>
                      <a:pt x="267" y="260"/>
                      <a:pt x="266" y="261"/>
                      <a:pt x="265" y="260"/>
                    </a:cubicBezTo>
                    <a:cubicBezTo>
                      <a:pt x="264" y="259"/>
                      <a:pt x="264" y="259"/>
                      <a:pt x="264" y="258"/>
                    </a:cubicBezTo>
                    <a:cubicBezTo>
                      <a:pt x="264" y="257"/>
                      <a:pt x="264" y="257"/>
                      <a:pt x="264" y="256"/>
                    </a:cubicBezTo>
                    <a:cubicBezTo>
                      <a:pt x="263" y="254"/>
                      <a:pt x="262" y="253"/>
                      <a:pt x="261" y="252"/>
                    </a:cubicBezTo>
                    <a:cubicBezTo>
                      <a:pt x="260" y="251"/>
                      <a:pt x="258" y="250"/>
                      <a:pt x="257" y="250"/>
                    </a:cubicBezTo>
                    <a:cubicBezTo>
                      <a:pt x="255" y="250"/>
                      <a:pt x="253" y="251"/>
                      <a:pt x="252" y="253"/>
                    </a:cubicBezTo>
                    <a:cubicBezTo>
                      <a:pt x="251" y="254"/>
                      <a:pt x="250" y="255"/>
                      <a:pt x="249" y="256"/>
                    </a:cubicBezTo>
                    <a:cubicBezTo>
                      <a:pt x="248" y="257"/>
                      <a:pt x="247" y="258"/>
                      <a:pt x="246" y="258"/>
                    </a:cubicBezTo>
                    <a:cubicBezTo>
                      <a:pt x="245" y="259"/>
                      <a:pt x="244" y="260"/>
                      <a:pt x="243" y="261"/>
                    </a:cubicBezTo>
                    <a:cubicBezTo>
                      <a:pt x="242" y="263"/>
                      <a:pt x="242" y="265"/>
                      <a:pt x="242" y="267"/>
                    </a:cubicBezTo>
                    <a:cubicBezTo>
                      <a:pt x="241" y="268"/>
                      <a:pt x="241" y="270"/>
                      <a:pt x="242" y="271"/>
                    </a:cubicBezTo>
                    <a:cubicBezTo>
                      <a:pt x="243" y="272"/>
                      <a:pt x="245" y="272"/>
                      <a:pt x="246" y="272"/>
                    </a:cubicBezTo>
                    <a:cubicBezTo>
                      <a:pt x="247" y="273"/>
                      <a:pt x="248" y="274"/>
                      <a:pt x="250" y="274"/>
                    </a:cubicBezTo>
                    <a:cubicBezTo>
                      <a:pt x="251" y="274"/>
                      <a:pt x="253" y="274"/>
                      <a:pt x="255" y="274"/>
                    </a:cubicBezTo>
                    <a:cubicBezTo>
                      <a:pt x="257" y="274"/>
                      <a:pt x="257" y="273"/>
                      <a:pt x="259" y="272"/>
                    </a:cubicBezTo>
                    <a:cubicBezTo>
                      <a:pt x="260" y="272"/>
                      <a:pt x="262" y="271"/>
                      <a:pt x="264" y="271"/>
                    </a:cubicBezTo>
                    <a:cubicBezTo>
                      <a:pt x="266" y="271"/>
                      <a:pt x="267" y="271"/>
                      <a:pt x="269" y="272"/>
                    </a:cubicBezTo>
                    <a:cubicBezTo>
                      <a:pt x="271" y="272"/>
                      <a:pt x="272" y="272"/>
                      <a:pt x="274" y="273"/>
                    </a:cubicBezTo>
                    <a:cubicBezTo>
                      <a:pt x="276" y="273"/>
                      <a:pt x="278" y="273"/>
                      <a:pt x="280" y="274"/>
                    </a:cubicBezTo>
                    <a:cubicBezTo>
                      <a:pt x="282" y="274"/>
                      <a:pt x="283" y="276"/>
                      <a:pt x="285" y="277"/>
                    </a:cubicBezTo>
                    <a:cubicBezTo>
                      <a:pt x="287" y="278"/>
                      <a:pt x="289" y="279"/>
                      <a:pt x="291" y="280"/>
                    </a:cubicBezTo>
                    <a:cubicBezTo>
                      <a:pt x="292" y="282"/>
                      <a:pt x="293" y="283"/>
                      <a:pt x="294" y="285"/>
                    </a:cubicBezTo>
                    <a:cubicBezTo>
                      <a:pt x="294" y="287"/>
                      <a:pt x="294" y="288"/>
                      <a:pt x="294" y="290"/>
                    </a:cubicBezTo>
                    <a:cubicBezTo>
                      <a:pt x="294" y="292"/>
                      <a:pt x="293" y="293"/>
                      <a:pt x="291" y="294"/>
                    </a:cubicBezTo>
                    <a:cubicBezTo>
                      <a:pt x="290" y="295"/>
                      <a:pt x="288" y="295"/>
                      <a:pt x="287" y="296"/>
                    </a:cubicBezTo>
                    <a:cubicBezTo>
                      <a:pt x="286" y="297"/>
                      <a:pt x="285" y="299"/>
                      <a:pt x="286" y="300"/>
                    </a:cubicBezTo>
                    <a:cubicBezTo>
                      <a:pt x="287" y="302"/>
                      <a:pt x="289" y="302"/>
                      <a:pt x="291" y="302"/>
                    </a:cubicBezTo>
                    <a:cubicBezTo>
                      <a:pt x="293" y="303"/>
                      <a:pt x="294" y="305"/>
                      <a:pt x="293" y="306"/>
                    </a:cubicBezTo>
                    <a:cubicBezTo>
                      <a:pt x="292" y="308"/>
                      <a:pt x="290" y="308"/>
                      <a:pt x="288" y="308"/>
                    </a:cubicBezTo>
                    <a:cubicBezTo>
                      <a:pt x="286" y="307"/>
                      <a:pt x="285" y="307"/>
                      <a:pt x="283" y="307"/>
                    </a:cubicBezTo>
                    <a:cubicBezTo>
                      <a:pt x="281" y="307"/>
                      <a:pt x="280" y="306"/>
                      <a:pt x="279" y="305"/>
                    </a:cubicBezTo>
                    <a:cubicBezTo>
                      <a:pt x="279" y="304"/>
                      <a:pt x="278" y="304"/>
                      <a:pt x="278" y="304"/>
                    </a:cubicBezTo>
                    <a:cubicBezTo>
                      <a:pt x="277" y="304"/>
                      <a:pt x="277" y="304"/>
                      <a:pt x="276" y="304"/>
                    </a:cubicBezTo>
                    <a:cubicBezTo>
                      <a:pt x="274" y="304"/>
                      <a:pt x="272" y="305"/>
                      <a:pt x="269" y="305"/>
                    </a:cubicBezTo>
                    <a:cubicBezTo>
                      <a:pt x="267" y="305"/>
                      <a:pt x="265" y="305"/>
                      <a:pt x="264" y="304"/>
                    </a:cubicBezTo>
                    <a:cubicBezTo>
                      <a:pt x="262" y="303"/>
                      <a:pt x="261" y="302"/>
                      <a:pt x="260" y="301"/>
                    </a:cubicBezTo>
                    <a:cubicBezTo>
                      <a:pt x="258" y="300"/>
                      <a:pt x="255" y="300"/>
                      <a:pt x="253" y="299"/>
                    </a:cubicBezTo>
                    <a:cubicBezTo>
                      <a:pt x="251" y="299"/>
                      <a:pt x="249" y="299"/>
                      <a:pt x="248" y="299"/>
                    </a:cubicBezTo>
                    <a:cubicBezTo>
                      <a:pt x="246" y="299"/>
                      <a:pt x="245" y="298"/>
                      <a:pt x="244" y="298"/>
                    </a:cubicBezTo>
                    <a:cubicBezTo>
                      <a:pt x="241" y="297"/>
                      <a:pt x="237" y="298"/>
                      <a:pt x="235" y="300"/>
                    </a:cubicBezTo>
                    <a:cubicBezTo>
                      <a:pt x="235" y="301"/>
                      <a:pt x="235" y="302"/>
                      <a:pt x="235" y="303"/>
                    </a:cubicBezTo>
                    <a:cubicBezTo>
                      <a:pt x="235" y="304"/>
                      <a:pt x="234" y="305"/>
                      <a:pt x="234" y="306"/>
                    </a:cubicBezTo>
                    <a:cubicBezTo>
                      <a:pt x="234" y="307"/>
                      <a:pt x="233" y="309"/>
                      <a:pt x="232" y="310"/>
                    </a:cubicBezTo>
                    <a:cubicBezTo>
                      <a:pt x="231" y="311"/>
                      <a:pt x="231" y="311"/>
                      <a:pt x="230" y="312"/>
                    </a:cubicBezTo>
                    <a:cubicBezTo>
                      <a:pt x="229" y="312"/>
                      <a:pt x="229" y="313"/>
                      <a:pt x="229" y="314"/>
                    </a:cubicBezTo>
                    <a:cubicBezTo>
                      <a:pt x="228" y="314"/>
                      <a:pt x="228" y="315"/>
                      <a:pt x="228" y="315"/>
                    </a:cubicBezTo>
                    <a:cubicBezTo>
                      <a:pt x="228" y="316"/>
                      <a:pt x="228" y="317"/>
                      <a:pt x="228" y="318"/>
                    </a:cubicBezTo>
                    <a:cubicBezTo>
                      <a:pt x="228" y="319"/>
                      <a:pt x="227" y="320"/>
                      <a:pt x="227" y="320"/>
                    </a:cubicBezTo>
                    <a:cubicBezTo>
                      <a:pt x="227" y="320"/>
                      <a:pt x="227" y="321"/>
                      <a:pt x="227" y="321"/>
                    </a:cubicBezTo>
                    <a:cubicBezTo>
                      <a:pt x="227" y="322"/>
                      <a:pt x="226" y="321"/>
                      <a:pt x="225" y="322"/>
                    </a:cubicBezTo>
                    <a:cubicBezTo>
                      <a:pt x="224" y="322"/>
                      <a:pt x="223" y="323"/>
                      <a:pt x="224" y="324"/>
                    </a:cubicBezTo>
                    <a:cubicBezTo>
                      <a:pt x="224" y="325"/>
                      <a:pt x="224" y="327"/>
                      <a:pt x="225" y="327"/>
                    </a:cubicBezTo>
                    <a:cubicBezTo>
                      <a:pt x="225" y="328"/>
                      <a:pt x="226" y="328"/>
                      <a:pt x="226" y="328"/>
                    </a:cubicBezTo>
                    <a:cubicBezTo>
                      <a:pt x="227" y="329"/>
                      <a:pt x="227" y="329"/>
                      <a:pt x="228" y="330"/>
                    </a:cubicBezTo>
                    <a:cubicBezTo>
                      <a:pt x="229" y="332"/>
                      <a:pt x="231" y="333"/>
                      <a:pt x="232" y="335"/>
                    </a:cubicBezTo>
                    <a:cubicBezTo>
                      <a:pt x="233" y="336"/>
                      <a:pt x="234" y="338"/>
                      <a:pt x="233" y="339"/>
                    </a:cubicBezTo>
                    <a:cubicBezTo>
                      <a:pt x="233" y="340"/>
                      <a:pt x="232" y="339"/>
                      <a:pt x="232" y="339"/>
                    </a:cubicBezTo>
                    <a:cubicBezTo>
                      <a:pt x="231" y="339"/>
                      <a:pt x="230" y="339"/>
                      <a:pt x="229" y="338"/>
                    </a:cubicBezTo>
                    <a:cubicBezTo>
                      <a:pt x="227" y="338"/>
                      <a:pt x="225" y="338"/>
                      <a:pt x="223" y="338"/>
                    </a:cubicBezTo>
                    <a:cubicBezTo>
                      <a:pt x="222" y="338"/>
                      <a:pt x="221" y="339"/>
                      <a:pt x="220" y="338"/>
                    </a:cubicBezTo>
                    <a:cubicBezTo>
                      <a:pt x="219" y="338"/>
                      <a:pt x="218" y="338"/>
                      <a:pt x="217" y="337"/>
                    </a:cubicBezTo>
                    <a:cubicBezTo>
                      <a:pt x="215" y="337"/>
                      <a:pt x="214" y="337"/>
                      <a:pt x="213" y="336"/>
                    </a:cubicBezTo>
                    <a:cubicBezTo>
                      <a:pt x="210" y="335"/>
                      <a:pt x="209" y="332"/>
                      <a:pt x="206" y="332"/>
                    </a:cubicBezTo>
                    <a:cubicBezTo>
                      <a:pt x="205" y="332"/>
                      <a:pt x="204" y="332"/>
                      <a:pt x="203" y="331"/>
                    </a:cubicBezTo>
                    <a:cubicBezTo>
                      <a:pt x="202" y="331"/>
                      <a:pt x="202" y="331"/>
                      <a:pt x="201" y="332"/>
                    </a:cubicBezTo>
                    <a:cubicBezTo>
                      <a:pt x="200" y="332"/>
                      <a:pt x="200" y="333"/>
                      <a:pt x="200" y="334"/>
                    </a:cubicBezTo>
                    <a:cubicBezTo>
                      <a:pt x="200" y="335"/>
                      <a:pt x="200" y="336"/>
                      <a:pt x="201" y="337"/>
                    </a:cubicBezTo>
                    <a:cubicBezTo>
                      <a:pt x="202" y="340"/>
                      <a:pt x="205" y="342"/>
                      <a:pt x="205" y="345"/>
                    </a:cubicBezTo>
                    <a:cubicBezTo>
                      <a:pt x="203" y="344"/>
                      <a:pt x="200" y="343"/>
                      <a:pt x="198" y="342"/>
                    </a:cubicBezTo>
                    <a:cubicBezTo>
                      <a:pt x="197" y="341"/>
                      <a:pt x="196" y="340"/>
                      <a:pt x="195" y="339"/>
                    </a:cubicBezTo>
                    <a:cubicBezTo>
                      <a:pt x="195" y="338"/>
                      <a:pt x="194" y="337"/>
                      <a:pt x="193" y="337"/>
                    </a:cubicBezTo>
                    <a:cubicBezTo>
                      <a:pt x="190" y="336"/>
                      <a:pt x="188" y="338"/>
                      <a:pt x="186" y="339"/>
                    </a:cubicBezTo>
                    <a:cubicBezTo>
                      <a:pt x="185" y="339"/>
                      <a:pt x="184" y="339"/>
                      <a:pt x="183" y="339"/>
                    </a:cubicBezTo>
                    <a:cubicBezTo>
                      <a:pt x="182" y="338"/>
                      <a:pt x="181" y="337"/>
                      <a:pt x="180" y="337"/>
                    </a:cubicBezTo>
                    <a:cubicBezTo>
                      <a:pt x="178" y="335"/>
                      <a:pt x="174" y="334"/>
                      <a:pt x="172" y="336"/>
                    </a:cubicBezTo>
                    <a:cubicBezTo>
                      <a:pt x="171" y="338"/>
                      <a:pt x="172" y="340"/>
                      <a:pt x="173" y="341"/>
                    </a:cubicBezTo>
                    <a:cubicBezTo>
                      <a:pt x="175" y="342"/>
                      <a:pt x="176" y="343"/>
                      <a:pt x="177" y="345"/>
                    </a:cubicBezTo>
                    <a:cubicBezTo>
                      <a:pt x="178" y="346"/>
                      <a:pt x="179" y="347"/>
                      <a:pt x="180" y="348"/>
                    </a:cubicBezTo>
                    <a:cubicBezTo>
                      <a:pt x="182" y="349"/>
                      <a:pt x="183" y="350"/>
                      <a:pt x="185" y="351"/>
                    </a:cubicBezTo>
                    <a:cubicBezTo>
                      <a:pt x="186" y="352"/>
                      <a:pt x="188" y="353"/>
                      <a:pt x="189" y="355"/>
                    </a:cubicBezTo>
                    <a:cubicBezTo>
                      <a:pt x="189" y="355"/>
                      <a:pt x="188" y="355"/>
                      <a:pt x="188" y="354"/>
                    </a:cubicBezTo>
                    <a:cubicBezTo>
                      <a:pt x="187" y="354"/>
                      <a:pt x="186" y="354"/>
                      <a:pt x="185" y="354"/>
                    </a:cubicBezTo>
                    <a:cubicBezTo>
                      <a:pt x="185" y="354"/>
                      <a:pt x="184" y="353"/>
                      <a:pt x="183" y="353"/>
                    </a:cubicBezTo>
                    <a:cubicBezTo>
                      <a:pt x="182" y="353"/>
                      <a:pt x="182" y="353"/>
                      <a:pt x="181" y="354"/>
                    </a:cubicBezTo>
                    <a:cubicBezTo>
                      <a:pt x="181" y="354"/>
                      <a:pt x="182" y="355"/>
                      <a:pt x="182" y="355"/>
                    </a:cubicBezTo>
                    <a:cubicBezTo>
                      <a:pt x="183" y="356"/>
                      <a:pt x="184" y="358"/>
                      <a:pt x="184" y="359"/>
                    </a:cubicBezTo>
                    <a:cubicBezTo>
                      <a:pt x="185" y="360"/>
                      <a:pt x="185" y="360"/>
                      <a:pt x="185" y="360"/>
                    </a:cubicBezTo>
                    <a:cubicBezTo>
                      <a:pt x="186" y="361"/>
                      <a:pt x="187" y="361"/>
                      <a:pt x="187" y="361"/>
                    </a:cubicBezTo>
                    <a:cubicBezTo>
                      <a:pt x="188" y="361"/>
                      <a:pt x="188" y="361"/>
                      <a:pt x="188" y="362"/>
                    </a:cubicBezTo>
                    <a:cubicBezTo>
                      <a:pt x="189" y="362"/>
                      <a:pt x="189" y="363"/>
                      <a:pt x="189" y="363"/>
                    </a:cubicBezTo>
                    <a:cubicBezTo>
                      <a:pt x="188" y="364"/>
                      <a:pt x="187" y="363"/>
                      <a:pt x="187" y="363"/>
                    </a:cubicBezTo>
                    <a:cubicBezTo>
                      <a:pt x="186" y="362"/>
                      <a:pt x="185" y="361"/>
                      <a:pt x="184" y="360"/>
                    </a:cubicBezTo>
                    <a:cubicBezTo>
                      <a:pt x="183" y="360"/>
                      <a:pt x="182" y="360"/>
                      <a:pt x="182" y="361"/>
                    </a:cubicBezTo>
                    <a:cubicBezTo>
                      <a:pt x="182" y="361"/>
                      <a:pt x="182" y="361"/>
                      <a:pt x="182" y="362"/>
                    </a:cubicBezTo>
                    <a:cubicBezTo>
                      <a:pt x="182" y="362"/>
                      <a:pt x="182" y="363"/>
                      <a:pt x="183" y="363"/>
                    </a:cubicBezTo>
                    <a:cubicBezTo>
                      <a:pt x="183" y="364"/>
                      <a:pt x="183" y="364"/>
                      <a:pt x="183" y="365"/>
                    </a:cubicBezTo>
                    <a:cubicBezTo>
                      <a:pt x="184" y="365"/>
                      <a:pt x="184" y="365"/>
                      <a:pt x="185" y="366"/>
                    </a:cubicBezTo>
                    <a:cubicBezTo>
                      <a:pt x="186" y="366"/>
                      <a:pt x="186" y="368"/>
                      <a:pt x="186" y="369"/>
                    </a:cubicBezTo>
                    <a:cubicBezTo>
                      <a:pt x="186" y="370"/>
                      <a:pt x="185" y="370"/>
                      <a:pt x="184" y="370"/>
                    </a:cubicBezTo>
                    <a:cubicBezTo>
                      <a:pt x="183" y="370"/>
                      <a:pt x="182" y="370"/>
                      <a:pt x="181" y="370"/>
                    </a:cubicBezTo>
                    <a:cubicBezTo>
                      <a:pt x="180" y="369"/>
                      <a:pt x="179" y="367"/>
                      <a:pt x="177" y="366"/>
                    </a:cubicBezTo>
                    <a:cubicBezTo>
                      <a:pt x="177" y="366"/>
                      <a:pt x="176" y="366"/>
                      <a:pt x="176" y="365"/>
                    </a:cubicBezTo>
                    <a:cubicBezTo>
                      <a:pt x="175" y="365"/>
                      <a:pt x="175" y="365"/>
                      <a:pt x="174" y="365"/>
                    </a:cubicBezTo>
                    <a:cubicBezTo>
                      <a:pt x="173" y="364"/>
                      <a:pt x="171" y="364"/>
                      <a:pt x="171" y="366"/>
                    </a:cubicBezTo>
                    <a:cubicBezTo>
                      <a:pt x="171" y="366"/>
                      <a:pt x="171" y="367"/>
                      <a:pt x="171" y="367"/>
                    </a:cubicBezTo>
                    <a:cubicBezTo>
                      <a:pt x="171" y="367"/>
                      <a:pt x="170" y="367"/>
                      <a:pt x="170" y="367"/>
                    </a:cubicBezTo>
                    <a:cubicBezTo>
                      <a:pt x="170" y="367"/>
                      <a:pt x="170" y="367"/>
                      <a:pt x="169" y="367"/>
                    </a:cubicBezTo>
                    <a:cubicBezTo>
                      <a:pt x="169" y="367"/>
                      <a:pt x="169" y="367"/>
                      <a:pt x="169" y="367"/>
                    </a:cubicBezTo>
                    <a:cubicBezTo>
                      <a:pt x="168" y="367"/>
                      <a:pt x="167" y="369"/>
                      <a:pt x="167" y="370"/>
                    </a:cubicBezTo>
                    <a:cubicBezTo>
                      <a:pt x="166" y="371"/>
                      <a:pt x="166" y="372"/>
                      <a:pt x="167" y="373"/>
                    </a:cubicBezTo>
                    <a:cubicBezTo>
                      <a:pt x="168" y="374"/>
                      <a:pt x="170" y="375"/>
                      <a:pt x="171" y="375"/>
                    </a:cubicBezTo>
                    <a:cubicBezTo>
                      <a:pt x="172" y="376"/>
                      <a:pt x="173" y="377"/>
                      <a:pt x="175" y="378"/>
                    </a:cubicBezTo>
                    <a:cubicBezTo>
                      <a:pt x="177" y="379"/>
                      <a:pt x="180" y="378"/>
                      <a:pt x="182" y="378"/>
                    </a:cubicBezTo>
                    <a:cubicBezTo>
                      <a:pt x="185" y="379"/>
                      <a:pt x="187" y="382"/>
                      <a:pt x="187" y="385"/>
                    </a:cubicBezTo>
                    <a:cubicBezTo>
                      <a:pt x="187" y="386"/>
                      <a:pt x="187" y="387"/>
                      <a:pt x="188" y="388"/>
                    </a:cubicBezTo>
                    <a:cubicBezTo>
                      <a:pt x="188" y="389"/>
                      <a:pt x="189" y="390"/>
                      <a:pt x="189" y="391"/>
                    </a:cubicBezTo>
                    <a:cubicBezTo>
                      <a:pt x="191" y="393"/>
                      <a:pt x="192" y="395"/>
                      <a:pt x="195" y="396"/>
                    </a:cubicBezTo>
                    <a:cubicBezTo>
                      <a:pt x="197" y="396"/>
                      <a:pt x="200" y="396"/>
                      <a:pt x="202" y="394"/>
                    </a:cubicBezTo>
                    <a:cubicBezTo>
                      <a:pt x="203" y="393"/>
                      <a:pt x="205" y="391"/>
                      <a:pt x="206" y="390"/>
                    </a:cubicBezTo>
                    <a:cubicBezTo>
                      <a:pt x="207" y="390"/>
                      <a:pt x="209" y="387"/>
                      <a:pt x="210" y="388"/>
                    </a:cubicBezTo>
                    <a:cubicBezTo>
                      <a:pt x="210" y="389"/>
                      <a:pt x="209" y="391"/>
                      <a:pt x="208" y="391"/>
                    </a:cubicBezTo>
                    <a:cubicBezTo>
                      <a:pt x="208" y="392"/>
                      <a:pt x="206" y="394"/>
                      <a:pt x="207" y="394"/>
                    </a:cubicBezTo>
                    <a:cubicBezTo>
                      <a:pt x="207" y="395"/>
                      <a:pt x="210" y="394"/>
                      <a:pt x="210" y="394"/>
                    </a:cubicBezTo>
                    <a:cubicBezTo>
                      <a:pt x="212" y="393"/>
                      <a:pt x="214" y="392"/>
                      <a:pt x="216" y="391"/>
                    </a:cubicBezTo>
                    <a:cubicBezTo>
                      <a:pt x="217" y="391"/>
                      <a:pt x="222" y="390"/>
                      <a:pt x="222" y="393"/>
                    </a:cubicBezTo>
                    <a:cubicBezTo>
                      <a:pt x="222" y="396"/>
                      <a:pt x="218" y="398"/>
                      <a:pt x="216" y="399"/>
                    </a:cubicBezTo>
                    <a:cubicBezTo>
                      <a:pt x="215" y="400"/>
                      <a:pt x="214" y="401"/>
                      <a:pt x="213" y="402"/>
                    </a:cubicBezTo>
                    <a:cubicBezTo>
                      <a:pt x="212" y="403"/>
                      <a:pt x="211" y="403"/>
                      <a:pt x="209" y="403"/>
                    </a:cubicBezTo>
                    <a:cubicBezTo>
                      <a:pt x="206" y="403"/>
                      <a:pt x="202" y="402"/>
                      <a:pt x="201" y="406"/>
                    </a:cubicBezTo>
                    <a:cubicBezTo>
                      <a:pt x="200" y="407"/>
                      <a:pt x="200" y="409"/>
                      <a:pt x="200" y="410"/>
                    </a:cubicBezTo>
                    <a:cubicBezTo>
                      <a:pt x="200" y="411"/>
                      <a:pt x="200" y="413"/>
                      <a:pt x="201" y="414"/>
                    </a:cubicBezTo>
                    <a:cubicBezTo>
                      <a:pt x="202" y="415"/>
                      <a:pt x="203" y="415"/>
                      <a:pt x="204" y="415"/>
                    </a:cubicBezTo>
                    <a:cubicBezTo>
                      <a:pt x="206" y="416"/>
                      <a:pt x="208" y="416"/>
                      <a:pt x="209" y="417"/>
                    </a:cubicBezTo>
                    <a:cubicBezTo>
                      <a:pt x="212" y="418"/>
                      <a:pt x="213" y="421"/>
                      <a:pt x="216" y="424"/>
                    </a:cubicBezTo>
                    <a:cubicBezTo>
                      <a:pt x="217" y="424"/>
                      <a:pt x="218" y="426"/>
                      <a:pt x="219" y="425"/>
                    </a:cubicBezTo>
                    <a:cubicBezTo>
                      <a:pt x="220" y="425"/>
                      <a:pt x="221" y="423"/>
                      <a:pt x="221" y="423"/>
                    </a:cubicBezTo>
                    <a:cubicBezTo>
                      <a:pt x="222" y="421"/>
                      <a:pt x="223" y="420"/>
                      <a:pt x="224" y="420"/>
                    </a:cubicBezTo>
                    <a:cubicBezTo>
                      <a:pt x="226" y="419"/>
                      <a:pt x="227" y="419"/>
                      <a:pt x="229" y="418"/>
                    </a:cubicBezTo>
                    <a:cubicBezTo>
                      <a:pt x="231" y="416"/>
                      <a:pt x="231" y="412"/>
                      <a:pt x="234" y="411"/>
                    </a:cubicBezTo>
                    <a:cubicBezTo>
                      <a:pt x="237" y="411"/>
                      <a:pt x="240" y="413"/>
                      <a:pt x="242" y="410"/>
                    </a:cubicBezTo>
                    <a:cubicBezTo>
                      <a:pt x="243" y="409"/>
                      <a:pt x="243" y="408"/>
                      <a:pt x="244" y="408"/>
                    </a:cubicBezTo>
                    <a:cubicBezTo>
                      <a:pt x="245" y="407"/>
                      <a:pt x="246" y="408"/>
                      <a:pt x="246" y="409"/>
                    </a:cubicBezTo>
                    <a:cubicBezTo>
                      <a:pt x="247" y="412"/>
                      <a:pt x="246" y="414"/>
                      <a:pt x="244" y="416"/>
                    </a:cubicBezTo>
                    <a:cubicBezTo>
                      <a:pt x="243" y="419"/>
                      <a:pt x="246" y="422"/>
                      <a:pt x="249" y="421"/>
                    </a:cubicBezTo>
                    <a:cubicBezTo>
                      <a:pt x="250" y="421"/>
                      <a:pt x="250" y="420"/>
                      <a:pt x="250" y="419"/>
                    </a:cubicBezTo>
                    <a:cubicBezTo>
                      <a:pt x="250" y="418"/>
                      <a:pt x="250" y="417"/>
                      <a:pt x="250" y="416"/>
                    </a:cubicBezTo>
                    <a:cubicBezTo>
                      <a:pt x="250" y="414"/>
                      <a:pt x="251" y="413"/>
                      <a:pt x="252" y="413"/>
                    </a:cubicBezTo>
                    <a:cubicBezTo>
                      <a:pt x="253" y="412"/>
                      <a:pt x="253" y="412"/>
                      <a:pt x="254" y="411"/>
                    </a:cubicBezTo>
                    <a:cubicBezTo>
                      <a:pt x="256" y="411"/>
                      <a:pt x="257" y="409"/>
                      <a:pt x="259" y="408"/>
                    </a:cubicBezTo>
                    <a:cubicBezTo>
                      <a:pt x="262" y="407"/>
                      <a:pt x="262" y="411"/>
                      <a:pt x="261" y="412"/>
                    </a:cubicBezTo>
                    <a:cubicBezTo>
                      <a:pt x="260" y="415"/>
                      <a:pt x="257" y="415"/>
                      <a:pt x="255" y="416"/>
                    </a:cubicBezTo>
                    <a:cubicBezTo>
                      <a:pt x="254" y="416"/>
                      <a:pt x="253" y="417"/>
                      <a:pt x="253" y="418"/>
                    </a:cubicBezTo>
                    <a:cubicBezTo>
                      <a:pt x="253" y="419"/>
                      <a:pt x="254" y="419"/>
                      <a:pt x="254" y="420"/>
                    </a:cubicBezTo>
                    <a:cubicBezTo>
                      <a:pt x="256" y="422"/>
                      <a:pt x="258" y="424"/>
                      <a:pt x="256" y="426"/>
                    </a:cubicBezTo>
                    <a:cubicBezTo>
                      <a:pt x="255" y="429"/>
                      <a:pt x="251" y="427"/>
                      <a:pt x="249" y="427"/>
                    </a:cubicBezTo>
                    <a:cubicBezTo>
                      <a:pt x="247" y="426"/>
                      <a:pt x="245" y="426"/>
                      <a:pt x="244" y="429"/>
                    </a:cubicBezTo>
                    <a:cubicBezTo>
                      <a:pt x="243" y="429"/>
                      <a:pt x="243" y="430"/>
                      <a:pt x="244" y="431"/>
                    </a:cubicBezTo>
                    <a:cubicBezTo>
                      <a:pt x="244" y="432"/>
                      <a:pt x="244" y="433"/>
                      <a:pt x="244" y="434"/>
                    </a:cubicBezTo>
                    <a:cubicBezTo>
                      <a:pt x="244" y="437"/>
                      <a:pt x="243" y="439"/>
                      <a:pt x="241" y="441"/>
                    </a:cubicBezTo>
                    <a:cubicBezTo>
                      <a:pt x="240" y="442"/>
                      <a:pt x="238" y="444"/>
                      <a:pt x="239" y="446"/>
                    </a:cubicBezTo>
                    <a:cubicBezTo>
                      <a:pt x="239" y="448"/>
                      <a:pt x="242" y="447"/>
                      <a:pt x="243" y="446"/>
                    </a:cubicBezTo>
                    <a:cubicBezTo>
                      <a:pt x="245" y="444"/>
                      <a:pt x="245" y="441"/>
                      <a:pt x="247" y="439"/>
                    </a:cubicBezTo>
                    <a:cubicBezTo>
                      <a:pt x="248" y="437"/>
                      <a:pt x="250" y="436"/>
                      <a:pt x="252" y="438"/>
                    </a:cubicBezTo>
                    <a:cubicBezTo>
                      <a:pt x="252" y="438"/>
                      <a:pt x="252" y="439"/>
                      <a:pt x="252" y="440"/>
                    </a:cubicBezTo>
                    <a:cubicBezTo>
                      <a:pt x="252" y="443"/>
                      <a:pt x="251" y="445"/>
                      <a:pt x="252" y="448"/>
                    </a:cubicBezTo>
                    <a:cubicBezTo>
                      <a:pt x="254" y="452"/>
                      <a:pt x="259" y="454"/>
                      <a:pt x="263" y="454"/>
                    </a:cubicBezTo>
                    <a:cubicBezTo>
                      <a:pt x="269" y="456"/>
                      <a:pt x="275" y="455"/>
                      <a:pt x="280" y="455"/>
                    </a:cubicBezTo>
                    <a:cubicBezTo>
                      <a:pt x="287" y="456"/>
                      <a:pt x="293" y="458"/>
                      <a:pt x="299" y="461"/>
                    </a:cubicBezTo>
                    <a:cubicBezTo>
                      <a:pt x="301" y="463"/>
                      <a:pt x="304" y="464"/>
                      <a:pt x="306" y="465"/>
                    </a:cubicBezTo>
                    <a:cubicBezTo>
                      <a:pt x="308" y="466"/>
                      <a:pt x="310" y="466"/>
                      <a:pt x="312" y="465"/>
                    </a:cubicBezTo>
                    <a:cubicBezTo>
                      <a:pt x="313" y="464"/>
                      <a:pt x="315" y="463"/>
                      <a:pt x="317" y="462"/>
                    </a:cubicBezTo>
                    <a:cubicBezTo>
                      <a:pt x="319" y="460"/>
                      <a:pt x="321" y="459"/>
                      <a:pt x="323" y="458"/>
                    </a:cubicBezTo>
                    <a:cubicBezTo>
                      <a:pt x="327" y="456"/>
                      <a:pt x="331" y="455"/>
                      <a:pt x="334" y="458"/>
                    </a:cubicBezTo>
                    <a:cubicBezTo>
                      <a:pt x="336" y="459"/>
                      <a:pt x="337" y="461"/>
                      <a:pt x="338" y="462"/>
                    </a:cubicBezTo>
                    <a:cubicBezTo>
                      <a:pt x="340" y="464"/>
                      <a:pt x="342" y="466"/>
                      <a:pt x="343" y="467"/>
                    </a:cubicBezTo>
                    <a:cubicBezTo>
                      <a:pt x="344" y="468"/>
                      <a:pt x="346" y="470"/>
                      <a:pt x="346" y="471"/>
                    </a:cubicBezTo>
                    <a:cubicBezTo>
                      <a:pt x="346" y="473"/>
                      <a:pt x="344" y="474"/>
                      <a:pt x="343" y="474"/>
                    </a:cubicBezTo>
                    <a:cubicBezTo>
                      <a:pt x="341" y="476"/>
                      <a:pt x="339" y="477"/>
                      <a:pt x="337" y="478"/>
                    </a:cubicBezTo>
                    <a:cubicBezTo>
                      <a:pt x="336" y="479"/>
                      <a:pt x="335" y="480"/>
                      <a:pt x="335" y="482"/>
                    </a:cubicBezTo>
                    <a:cubicBezTo>
                      <a:pt x="335" y="485"/>
                      <a:pt x="339" y="486"/>
                      <a:pt x="342" y="487"/>
                    </a:cubicBezTo>
                    <a:cubicBezTo>
                      <a:pt x="344" y="489"/>
                      <a:pt x="342" y="492"/>
                      <a:pt x="340" y="494"/>
                    </a:cubicBezTo>
                    <a:cubicBezTo>
                      <a:pt x="340" y="495"/>
                      <a:pt x="339" y="497"/>
                      <a:pt x="338" y="498"/>
                    </a:cubicBezTo>
                    <a:cubicBezTo>
                      <a:pt x="337" y="499"/>
                      <a:pt x="336" y="499"/>
                      <a:pt x="336" y="498"/>
                    </a:cubicBezTo>
                    <a:cubicBezTo>
                      <a:pt x="334" y="497"/>
                      <a:pt x="333" y="496"/>
                      <a:pt x="332" y="495"/>
                    </a:cubicBezTo>
                    <a:cubicBezTo>
                      <a:pt x="330" y="493"/>
                      <a:pt x="328" y="492"/>
                      <a:pt x="325" y="491"/>
                    </a:cubicBezTo>
                    <a:cubicBezTo>
                      <a:pt x="320" y="489"/>
                      <a:pt x="315" y="490"/>
                      <a:pt x="311" y="493"/>
                    </a:cubicBezTo>
                    <a:cubicBezTo>
                      <a:pt x="309" y="495"/>
                      <a:pt x="306" y="498"/>
                      <a:pt x="303" y="497"/>
                    </a:cubicBezTo>
                    <a:cubicBezTo>
                      <a:pt x="300" y="497"/>
                      <a:pt x="297" y="493"/>
                      <a:pt x="295" y="491"/>
                    </a:cubicBezTo>
                    <a:cubicBezTo>
                      <a:pt x="293" y="488"/>
                      <a:pt x="290" y="484"/>
                      <a:pt x="286" y="484"/>
                    </a:cubicBezTo>
                    <a:cubicBezTo>
                      <a:pt x="284" y="485"/>
                      <a:pt x="282" y="486"/>
                      <a:pt x="281" y="488"/>
                    </a:cubicBezTo>
                    <a:cubicBezTo>
                      <a:pt x="280" y="490"/>
                      <a:pt x="279" y="492"/>
                      <a:pt x="277" y="494"/>
                    </a:cubicBezTo>
                    <a:cubicBezTo>
                      <a:pt x="276" y="496"/>
                      <a:pt x="275" y="497"/>
                      <a:pt x="273" y="498"/>
                    </a:cubicBezTo>
                    <a:cubicBezTo>
                      <a:pt x="272" y="499"/>
                      <a:pt x="270" y="500"/>
                      <a:pt x="269" y="501"/>
                    </a:cubicBezTo>
                    <a:cubicBezTo>
                      <a:pt x="267" y="501"/>
                      <a:pt x="266" y="502"/>
                      <a:pt x="265" y="502"/>
                    </a:cubicBezTo>
                    <a:cubicBezTo>
                      <a:pt x="263" y="504"/>
                      <a:pt x="261" y="505"/>
                      <a:pt x="259" y="507"/>
                    </a:cubicBezTo>
                    <a:cubicBezTo>
                      <a:pt x="258" y="507"/>
                      <a:pt x="258" y="508"/>
                      <a:pt x="258" y="508"/>
                    </a:cubicBezTo>
                    <a:cubicBezTo>
                      <a:pt x="257" y="508"/>
                      <a:pt x="257" y="509"/>
                      <a:pt x="257" y="509"/>
                    </a:cubicBezTo>
                    <a:cubicBezTo>
                      <a:pt x="256" y="510"/>
                      <a:pt x="255" y="510"/>
                      <a:pt x="254" y="511"/>
                    </a:cubicBezTo>
                    <a:cubicBezTo>
                      <a:pt x="254" y="512"/>
                      <a:pt x="254" y="513"/>
                      <a:pt x="254" y="514"/>
                    </a:cubicBezTo>
                    <a:cubicBezTo>
                      <a:pt x="254" y="515"/>
                      <a:pt x="253" y="516"/>
                      <a:pt x="252" y="516"/>
                    </a:cubicBezTo>
                    <a:cubicBezTo>
                      <a:pt x="251" y="517"/>
                      <a:pt x="250" y="517"/>
                      <a:pt x="250" y="517"/>
                    </a:cubicBezTo>
                    <a:cubicBezTo>
                      <a:pt x="248" y="518"/>
                      <a:pt x="247" y="519"/>
                      <a:pt x="246" y="520"/>
                    </a:cubicBezTo>
                    <a:cubicBezTo>
                      <a:pt x="246" y="522"/>
                      <a:pt x="245" y="523"/>
                      <a:pt x="245" y="524"/>
                    </a:cubicBezTo>
                    <a:cubicBezTo>
                      <a:pt x="244" y="525"/>
                      <a:pt x="243" y="525"/>
                      <a:pt x="242" y="526"/>
                    </a:cubicBezTo>
                    <a:cubicBezTo>
                      <a:pt x="241" y="526"/>
                      <a:pt x="240" y="527"/>
                      <a:pt x="239" y="527"/>
                    </a:cubicBezTo>
                    <a:cubicBezTo>
                      <a:pt x="238" y="528"/>
                      <a:pt x="235" y="529"/>
                      <a:pt x="236" y="531"/>
                    </a:cubicBezTo>
                    <a:cubicBezTo>
                      <a:pt x="236" y="531"/>
                      <a:pt x="236" y="531"/>
                      <a:pt x="236" y="531"/>
                    </a:cubicBezTo>
                    <a:cubicBezTo>
                      <a:pt x="237" y="531"/>
                      <a:pt x="238" y="531"/>
                      <a:pt x="239" y="531"/>
                    </a:cubicBezTo>
                    <a:cubicBezTo>
                      <a:pt x="240" y="531"/>
                      <a:pt x="241" y="532"/>
                      <a:pt x="241" y="532"/>
                    </a:cubicBezTo>
                    <a:cubicBezTo>
                      <a:pt x="242" y="532"/>
                      <a:pt x="242" y="532"/>
                      <a:pt x="242" y="532"/>
                    </a:cubicBezTo>
                    <a:cubicBezTo>
                      <a:pt x="243" y="532"/>
                      <a:pt x="244" y="532"/>
                      <a:pt x="245" y="532"/>
                    </a:cubicBezTo>
                    <a:cubicBezTo>
                      <a:pt x="246" y="532"/>
                      <a:pt x="247" y="532"/>
                      <a:pt x="248" y="533"/>
                    </a:cubicBezTo>
                    <a:cubicBezTo>
                      <a:pt x="250" y="533"/>
                      <a:pt x="251" y="533"/>
                      <a:pt x="253" y="533"/>
                    </a:cubicBezTo>
                    <a:cubicBezTo>
                      <a:pt x="254" y="533"/>
                      <a:pt x="255" y="534"/>
                      <a:pt x="256" y="535"/>
                    </a:cubicBezTo>
                    <a:cubicBezTo>
                      <a:pt x="257" y="536"/>
                      <a:pt x="257" y="539"/>
                      <a:pt x="255" y="540"/>
                    </a:cubicBezTo>
                    <a:cubicBezTo>
                      <a:pt x="254" y="540"/>
                      <a:pt x="253" y="541"/>
                      <a:pt x="252" y="541"/>
                    </a:cubicBezTo>
                    <a:cubicBezTo>
                      <a:pt x="252" y="541"/>
                      <a:pt x="251" y="542"/>
                      <a:pt x="250" y="542"/>
                    </a:cubicBezTo>
                    <a:cubicBezTo>
                      <a:pt x="249" y="542"/>
                      <a:pt x="248" y="542"/>
                      <a:pt x="247" y="542"/>
                    </a:cubicBezTo>
                    <a:cubicBezTo>
                      <a:pt x="246" y="543"/>
                      <a:pt x="246" y="543"/>
                      <a:pt x="245" y="544"/>
                    </a:cubicBezTo>
                    <a:cubicBezTo>
                      <a:pt x="244" y="545"/>
                      <a:pt x="243" y="545"/>
                      <a:pt x="242" y="545"/>
                    </a:cubicBezTo>
                    <a:cubicBezTo>
                      <a:pt x="241" y="545"/>
                      <a:pt x="239" y="545"/>
                      <a:pt x="238" y="545"/>
                    </a:cubicBezTo>
                    <a:cubicBezTo>
                      <a:pt x="236" y="545"/>
                      <a:pt x="234" y="547"/>
                      <a:pt x="234" y="549"/>
                    </a:cubicBezTo>
                    <a:cubicBezTo>
                      <a:pt x="233" y="551"/>
                      <a:pt x="234" y="554"/>
                      <a:pt x="232" y="556"/>
                    </a:cubicBezTo>
                    <a:cubicBezTo>
                      <a:pt x="231" y="557"/>
                      <a:pt x="230" y="557"/>
                      <a:pt x="229" y="558"/>
                    </a:cubicBezTo>
                    <a:cubicBezTo>
                      <a:pt x="229" y="558"/>
                      <a:pt x="228" y="559"/>
                      <a:pt x="227" y="560"/>
                    </a:cubicBezTo>
                    <a:cubicBezTo>
                      <a:pt x="225" y="561"/>
                      <a:pt x="224" y="559"/>
                      <a:pt x="222" y="559"/>
                    </a:cubicBezTo>
                    <a:cubicBezTo>
                      <a:pt x="220" y="558"/>
                      <a:pt x="219" y="559"/>
                      <a:pt x="218" y="561"/>
                    </a:cubicBezTo>
                    <a:cubicBezTo>
                      <a:pt x="218" y="562"/>
                      <a:pt x="218" y="564"/>
                      <a:pt x="220" y="564"/>
                    </a:cubicBezTo>
                    <a:cubicBezTo>
                      <a:pt x="220" y="565"/>
                      <a:pt x="220" y="566"/>
                      <a:pt x="220" y="567"/>
                    </a:cubicBezTo>
                    <a:cubicBezTo>
                      <a:pt x="220" y="568"/>
                      <a:pt x="220" y="569"/>
                      <a:pt x="219" y="570"/>
                    </a:cubicBezTo>
                    <a:cubicBezTo>
                      <a:pt x="218" y="573"/>
                      <a:pt x="217" y="576"/>
                      <a:pt x="214" y="576"/>
                    </a:cubicBezTo>
                    <a:cubicBezTo>
                      <a:pt x="211" y="577"/>
                      <a:pt x="209" y="575"/>
                      <a:pt x="206" y="573"/>
                    </a:cubicBezTo>
                    <a:cubicBezTo>
                      <a:pt x="205" y="572"/>
                      <a:pt x="204" y="571"/>
                      <a:pt x="203" y="571"/>
                    </a:cubicBezTo>
                    <a:cubicBezTo>
                      <a:pt x="201" y="571"/>
                      <a:pt x="199" y="572"/>
                      <a:pt x="198" y="573"/>
                    </a:cubicBezTo>
                    <a:cubicBezTo>
                      <a:pt x="196" y="574"/>
                      <a:pt x="195" y="575"/>
                      <a:pt x="194" y="576"/>
                    </a:cubicBezTo>
                    <a:cubicBezTo>
                      <a:pt x="193" y="577"/>
                      <a:pt x="192" y="578"/>
                      <a:pt x="192" y="580"/>
                    </a:cubicBezTo>
                    <a:cubicBezTo>
                      <a:pt x="190" y="582"/>
                      <a:pt x="187" y="584"/>
                      <a:pt x="184" y="585"/>
                    </a:cubicBezTo>
                    <a:cubicBezTo>
                      <a:pt x="181" y="586"/>
                      <a:pt x="177" y="587"/>
                      <a:pt x="174" y="589"/>
                    </a:cubicBezTo>
                    <a:cubicBezTo>
                      <a:pt x="170" y="590"/>
                      <a:pt x="167" y="592"/>
                      <a:pt x="163" y="593"/>
                    </a:cubicBezTo>
                    <a:cubicBezTo>
                      <a:pt x="160" y="595"/>
                      <a:pt x="156" y="596"/>
                      <a:pt x="152" y="597"/>
                    </a:cubicBezTo>
                    <a:cubicBezTo>
                      <a:pt x="148" y="597"/>
                      <a:pt x="145" y="598"/>
                      <a:pt x="142" y="599"/>
                    </a:cubicBezTo>
                    <a:cubicBezTo>
                      <a:pt x="140" y="599"/>
                      <a:pt x="138" y="600"/>
                      <a:pt x="136" y="601"/>
                    </a:cubicBezTo>
                    <a:cubicBezTo>
                      <a:pt x="134" y="603"/>
                      <a:pt x="140" y="604"/>
                      <a:pt x="141" y="604"/>
                    </a:cubicBezTo>
                    <a:cubicBezTo>
                      <a:pt x="144" y="605"/>
                      <a:pt x="147" y="605"/>
                      <a:pt x="150" y="605"/>
                    </a:cubicBezTo>
                    <a:cubicBezTo>
                      <a:pt x="154" y="605"/>
                      <a:pt x="158" y="607"/>
                      <a:pt x="162" y="607"/>
                    </a:cubicBezTo>
                    <a:cubicBezTo>
                      <a:pt x="166" y="607"/>
                      <a:pt x="169" y="605"/>
                      <a:pt x="172" y="602"/>
                    </a:cubicBezTo>
                    <a:cubicBezTo>
                      <a:pt x="173" y="601"/>
                      <a:pt x="174" y="600"/>
                      <a:pt x="176" y="600"/>
                    </a:cubicBezTo>
                    <a:cubicBezTo>
                      <a:pt x="177" y="599"/>
                      <a:pt x="179" y="600"/>
                      <a:pt x="181" y="601"/>
                    </a:cubicBezTo>
                    <a:cubicBezTo>
                      <a:pt x="184" y="602"/>
                      <a:pt x="186" y="602"/>
                      <a:pt x="189" y="603"/>
                    </a:cubicBezTo>
                    <a:cubicBezTo>
                      <a:pt x="191" y="603"/>
                      <a:pt x="193" y="603"/>
                      <a:pt x="195" y="602"/>
                    </a:cubicBezTo>
                    <a:cubicBezTo>
                      <a:pt x="197" y="599"/>
                      <a:pt x="195" y="596"/>
                      <a:pt x="197" y="593"/>
                    </a:cubicBezTo>
                    <a:cubicBezTo>
                      <a:pt x="197" y="592"/>
                      <a:pt x="199" y="592"/>
                      <a:pt x="200" y="592"/>
                    </a:cubicBezTo>
                    <a:cubicBezTo>
                      <a:pt x="201" y="593"/>
                      <a:pt x="202" y="595"/>
                      <a:pt x="203" y="596"/>
                    </a:cubicBezTo>
                    <a:cubicBezTo>
                      <a:pt x="204" y="598"/>
                      <a:pt x="205" y="600"/>
                      <a:pt x="206" y="602"/>
                    </a:cubicBezTo>
                    <a:cubicBezTo>
                      <a:pt x="207" y="605"/>
                      <a:pt x="208" y="607"/>
                      <a:pt x="210" y="609"/>
                    </a:cubicBezTo>
                    <a:cubicBezTo>
                      <a:pt x="212" y="610"/>
                      <a:pt x="214" y="612"/>
                      <a:pt x="215" y="613"/>
                    </a:cubicBezTo>
                    <a:cubicBezTo>
                      <a:pt x="216" y="614"/>
                      <a:pt x="217" y="615"/>
                      <a:pt x="218" y="616"/>
                    </a:cubicBezTo>
                    <a:cubicBezTo>
                      <a:pt x="219" y="616"/>
                      <a:pt x="221" y="616"/>
                      <a:pt x="222" y="616"/>
                    </a:cubicBezTo>
                    <a:cubicBezTo>
                      <a:pt x="223" y="616"/>
                      <a:pt x="224" y="616"/>
                      <a:pt x="225" y="616"/>
                    </a:cubicBezTo>
                    <a:cubicBezTo>
                      <a:pt x="226" y="616"/>
                      <a:pt x="227" y="616"/>
                      <a:pt x="228" y="616"/>
                    </a:cubicBezTo>
                    <a:cubicBezTo>
                      <a:pt x="229" y="616"/>
                      <a:pt x="230" y="616"/>
                      <a:pt x="231" y="616"/>
                    </a:cubicBezTo>
                    <a:cubicBezTo>
                      <a:pt x="231" y="617"/>
                      <a:pt x="232" y="617"/>
                      <a:pt x="232" y="617"/>
                    </a:cubicBezTo>
                    <a:cubicBezTo>
                      <a:pt x="233" y="617"/>
                      <a:pt x="234" y="617"/>
                      <a:pt x="234" y="616"/>
                    </a:cubicBezTo>
                    <a:cubicBezTo>
                      <a:pt x="236" y="615"/>
                      <a:pt x="237" y="614"/>
                      <a:pt x="239" y="614"/>
                    </a:cubicBezTo>
                    <a:cubicBezTo>
                      <a:pt x="240" y="613"/>
                      <a:pt x="243" y="614"/>
                      <a:pt x="243" y="615"/>
                    </a:cubicBezTo>
                    <a:cubicBezTo>
                      <a:pt x="243" y="617"/>
                      <a:pt x="240" y="618"/>
                      <a:pt x="239" y="618"/>
                    </a:cubicBezTo>
                    <a:cubicBezTo>
                      <a:pt x="238" y="619"/>
                      <a:pt x="236" y="619"/>
                      <a:pt x="235" y="620"/>
                    </a:cubicBezTo>
                    <a:cubicBezTo>
                      <a:pt x="233" y="622"/>
                      <a:pt x="232" y="624"/>
                      <a:pt x="234" y="626"/>
                    </a:cubicBezTo>
                    <a:cubicBezTo>
                      <a:pt x="235" y="627"/>
                      <a:pt x="237" y="627"/>
                      <a:pt x="239" y="627"/>
                    </a:cubicBezTo>
                    <a:cubicBezTo>
                      <a:pt x="240" y="627"/>
                      <a:pt x="242" y="626"/>
                      <a:pt x="243" y="625"/>
                    </a:cubicBezTo>
                    <a:cubicBezTo>
                      <a:pt x="244" y="624"/>
                      <a:pt x="245" y="623"/>
                      <a:pt x="246" y="623"/>
                    </a:cubicBezTo>
                    <a:cubicBezTo>
                      <a:pt x="247" y="623"/>
                      <a:pt x="249" y="624"/>
                      <a:pt x="250" y="624"/>
                    </a:cubicBezTo>
                    <a:cubicBezTo>
                      <a:pt x="251" y="625"/>
                      <a:pt x="253" y="625"/>
                      <a:pt x="255" y="625"/>
                    </a:cubicBezTo>
                    <a:cubicBezTo>
                      <a:pt x="258" y="625"/>
                      <a:pt x="260" y="625"/>
                      <a:pt x="262" y="624"/>
                    </a:cubicBezTo>
                    <a:cubicBezTo>
                      <a:pt x="264" y="623"/>
                      <a:pt x="266" y="623"/>
                      <a:pt x="267" y="622"/>
                    </a:cubicBezTo>
                    <a:cubicBezTo>
                      <a:pt x="269" y="621"/>
                      <a:pt x="270" y="621"/>
                      <a:pt x="272" y="620"/>
                    </a:cubicBezTo>
                    <a:cubicBezTo>
                      <a:pt x="273" y="619"/>
                      <a:pt x="274" y="618"/>
                      <a:pt x="275" y="617"/>
                    </a:cubicBezTo>
                    <a:cubicBezTo>
                      <a:pt x="277" y="615"/>
                      <a:pt x="279" y="613"/>
                      <a:pt x="281" y="612"/>
                    </a:cubicBezTo>
                    <a:cubicBezTo>
                      <a:pt x="282" y="610"/>
                      <a:pt x="285" y="609"/>
                      <a:pt x="287" y="607"/>
                    </a:cubicBezTo>
                    <a:cubicBezTo>
                      <a:pt x="288" y="606"/>
                      <a:pt x="289" y="605"/>
                      <a:pt x="290" y="603"/>
                    </a:cubicBezTo>
                    <a:cubicBezTo>
                      <a:pt x="291" y="600"/>
                      <a:pt x="294" y="599"/>
                      <a:pt x="298" y="598"/>
                    </a:cubicBezTo>
                    <a:cubicBezTo>
                      <a:pt x="299" y="597"/>
                      <a:pt x="300" y="597"/>
                      <a:pt x="301" y="596"/>
                    </a:cubicBezTo>
                    <a:cubicBezTo>
                      <a:pt x="302" y="596"/>
                      <a:pt x="303" y="595"/>
                      <a:pt x="303" y="594"/>
                    </a:cubicBezTo>
                    <a:cubicBezTo>
                      <a:pt x="304" y="593"/>
                      <a:pt x="306" y="592"/>
                      <a:pt x="307" y="592"/>
                    </a:cubicBezTo>
                    <a:cubicBezTo>
                      <a:pt x="308" y="593"/>
                      <a:pt x="310" y="593"/>
                      <a:pt x="309" y="594"/>
                    </a:cubicBezTo>
                    <a:cubicBezTo>
                      <a:pt x="308" y="596"/>
                      <a:pt x="306" y="596"/>
                      <a:pt x="304" y="597"/>
                    </a:cubicBezTo>
                    <a:cubicBezTo>
                      <a:pt x="303" y="598"/>
                      <a:pt x="303" y="599"/>
                      <a:pt x="303" y="600"/>
                    </a:cubicBezTo>
                    <a:cubicBezTo>
                      <a:pt x="304" y="601"/>
                      <a:pt x="305" y="603"/>
                      <a:pt x="304" y="604"/>
                    </a:cubicBezTo>
                    <a:cubicBezTo>
                      <a:pt x="304" y="605"/>
                      <a:pt x="303" y="606"/>
                      <a:pt x="302" y="607"/>
                    </a:cubicBezTo>
                    <a:cubicBezTo>
                      <a:pt x="301" y="608"/>
                      <a:pt x="301" y="608"/>
                      <a:pt x="301" y="610"/>
                    </a:cubicBezTo>
                    <a:cubicBezTo>
                      <a:pt x="301" y="611"/>
                      <a:pt x="301" y="612"/>
                      <a:pt x="300" y="613"/>
                    </a:cubicBezTo>
                    <a:cubicBezTo>
                      <a:pt x="299" y="614"/>
                      <a:pt x="298" y="615"/>
                      <a:pt x="298" y="616"/>
                    </a:cubicBezTo>
                    <a:cubicBezTo>
                      <a:pt x="298" y="617"/>
                      <a:pt x="298" y="618"/>
                      <a:pt x="299" y="618"/>
                    </a:cubicBezTo>
                    <a:cubicBezTo>
                      <a:pt x="300" y="621"/>
                      <a:pt x="304" y="620"/>
                      <a:pt x="306" y="620"/>
                    </a:cubicBezTo>
                    <a:cubicBezTo>
                      <a:pt x="308" y="620"/>
                      <a:pt x="309" y="620"/>
                      <a:pt x="311" y="621"/>
                    </a:cubicBezTo>
                    <a:cubicBezTo>
                      <a:pt x="313" y="621"/>
                      <a:pt x="314" y="621"/>
                      <a:pt x="315" y="622"/>
                    </a:cubicBezTo>
                    <a:cubicBezTo>
                      <a:pt x="318" y="623"/>
                      <a:pt x="319" y="627"/>
                      <a:pt x="322" y="628"/>
                    </a:cubicBezTo>
                    <a:cubicBezTo>
                      <a:pt x="324" y="629"/>
                      <a:pt x="325" y="629"/>
                      <a:pt x="327" y="630"/>
                    </a:cubicBezTo>
                    <a:cubicBezTo>
                      <a:pt x="328" y="631"/>
                      <a:pt x="329" y="632"/>
                      <a:pt x="329" y="633"/>
                    </a:cubicBezTo>
                    <a:cubicBezTo>
                      <a:pt x="328" y="633"/>
                      <a:pt x="326" y="633"/>
                      <a:pt x="325" y="633"/>
                    </a:cubicBezTo>
                    <a:cubicBezTo>
                      <a:pt x="323" y="633"/>
                      <a:pt x="322" y="633"/>
                      <a:pt x="321" y="632"/>
                    </a:cubicBezTo>
                    <a:cubicBezTo>
                      <a:pt x="320" y="632"/>
                      <a:pt x="319" y="632"/>
                      <a:pt x="318" y="631"/>
                    </a:cubicBezTo>
                    <a:cubicBezTo>
                      <a:pt x="316" y="630"/>
                      <a:pt x="315" y="628"/>
                      <a:pt x="313" y="628"/>
                    </a:cubicBezTo>
                    <a:cubicBezTo>
                      <a:pt x="311" y="627"/>
                      <a:pt x="309" y="627"/>
                      <a:pt x="308" y="628"/>
                    </a:cubicBezTo>
                    <a:cubicBezTo>
                      <a:pt x="307" y="628"/>
                      <a:pt x="306" y="628"/>
                      <a:pt x="305" y="628"/>
                    </a:cubicBezTo>
                    <a:cubicBezTo>
                      <a:pt x="304" y="628"/>
                      <a:pt x="304" y="628"/>
                      <a:pt x="303" y="628"/>
                    </a:cubicBezTo>
                    <a:cubicBezTo>
                      <a:pt x="302" y="628"/>
                      <a:pt x="301" y="628"/>
                      <a:pt x="300" y="627"/>
                    </a:cubicBezTo>
                    <a:cubicBezTo>
                      <a:pt x="299" y="627"/>
                      <a:pt x="298" y="627"/>
                      <a:pt x="297" y="627"/>
                    </a:cubicBezTo>
                    <a:cubicBezTo>
                      <a:pt x="295" y="627"/>
                      <a:pt x="293" y="627"/>
                      <a:pt x="292" y="627"/>
                    </a:cubicBezTo>
                    <a:cubicBezTo>
                      <a:pt x="291" y="628"/>
                      <a:pt x="290" y="629"/>
                      <a:pt x="289" y="630"/>
                    </a:cubicBezTo>
                    <a:cubicBezTo>
                      <a:pt x="289" y="630"/>
                      <a:pt x="289" y="631"/>
                      <a:pt x="288" y="632"/>
                    </a:cubicBezTo>
                    <a:cubicBezTo>
                      <a:pt x="288" y="632"/>
                      <a:pt x="287" y="632"/>
                      <a:pt x="287" y="631"/>
                    </a:cubicBezTo>
                    <a:cubicBezTo>
                      <a:pt x="286" y="631"/>
                      <a:pt x="285" y="630"/>
                      <a:pt x="283" y="630"/>
                    </a:cubicBezTo>
                    <a:cubicBezTo>
                      <a:pt x="283" y="630"/>
                      <a:pt x="283" y="631"/>
                      <a:pt x="282" y="631"/>
                    </a:cubicBezTo>
                    <a:cubicBezTo>
                      <a:pt x="282" y="631"/>
                      <a:pt x="282" y="631"/>
                      <a:pt x="281" y="631"/>
                    </a:cubicBezTo>
                    <a:cubicBezTo>
                      <a:pt x="280" y="632"/>
                      <a:pt x="278" y="633"/>
                      <a:pt x="277" y="633"/>
                    </a:cubicBezTo>
                    <a:cubicBezTo>
                      <a:pt x="275" y="633"/>
                      <a:pt x="274" y="631"/>
                      <a:pt x="272" y="630"/>
                    </a:cubicBezTo>
                    <a:cubicBezTo>
                      <a:pt x="269" y="628"/>
                      <a:pt x="265" y="628"/>
                      <a:pt x="261" y="628"/>
                    </a:cubicBezTo>
                    <a:cubicBezTo>
                      <a:pt x="260" y="629"/>
                      <a:pt x="259" y="629"/>
                      <a:pt x="258" y="629"/>
                    </a:cubicBezTo>
                    <a:cubicBezTo>
                      <a:pt x="257" y="629"/>
                      <a:pt x="256" y="629"/>
                      <a:pt x="255" y="629"/>
                    </a:cubicBezTo>
                    <a:cubicBezTo>
                      <a:pt x="253" y="629"/>
                      <a:pt x="251" y="629"/>
                      <a:pt x="249" y="630"/>
                    </a:cubicBezTo>
                    <a:cubicBezTo>
                      <a:pt x="247" y="630"/>
                      <a:pt x="244" y="630"/>
                      <a:pt x="242" y="630"/>
                    </a:cubicBezTo>
                    <a:cubicBezTo>
                      <a:pt x="241" y="631"/>
                      <a:pt x="240" y="631"/>
                      <a:pt x="239" y="631"/>
                    </a:cubicBezTo>
                    <a:cubicBezTo>
                      <a:pt x="239" y="631"/>
                      <a:pt x="239" y="631"/>
                      <a:pt x="239" y="631"/>
                    </a:cubicBezTo>
                    <a:cubicBezTo>
                      <a:pt x="238" y="631"/>
                      <a:pt x="238" y="631"/>
                      <a:pt x="237" y="631"/>
                    </a:cubicBezTo>
                    <a:cubicBezTo>
                      <a:pt x="237" y="631"/>
                      <a:pt x="236" y="631"/>
                      <a:pt x="235" y="631"/>
                    </a:cubicBezTo>
                    <a:cubicBezTo>
                      <a:pt x="234" y="631"/>
                      <a:pt x="233" y="631"/>
                      <a:pt x="232" y="631"/>
                    </a:cubicBezTo>
                    <a:cubicBezTo>
                      <a:pt x="231" y="630"/>
                      <a:pt x="228" y="630"/>
                      <a:pt x="227" y="628"/>
                    </a:cubicBezTo>
                    <a:cubicBezTo>
                      <a:pt x="227" y="627"/>
                      <a:pt x="226" y="625"/>
                      <a:pt x="225" y="624"/>
                    </a:cubicBezTo>
                    <a:cubicBezTo>
                      <a:pt x="224" y="624"/>
                      <a:pt x="223" y="623"/>
                      <a:pt x="222" y="624"/>
                    </a:cubicBezTo>
                    <a:cubicBezTo>
                      <a:pt x="222" y="624"/>
                      <a:pt x="221" y="624"/>
                      <a:pt x="220" y="624"/>
                    </a:cubicBezTo>
                    <a:cubicBezTo>
                      <a:pt x="219" y="624"/>
                      <a:pt x="218" y="622"/>
                      <a:pt x="217" y="621"/>
                    </a:cubicBezTo>
                    <a:cubicBezTo>
                      <a:pt x="216" y="620"/>
                      <a:pt x="214" y="619"/>
                      <a:pt x="212" y="620"/>
                    </a:cubicBezTo>
                    <a:cubicBezTo>
                      <a:pt x="211" y="620"/>
                      <a:pt x="210" y="621"/>
                      <a:pt x="210" y="622"/>
                    </a:cubicBezTo>
                    <a:cubicBezTo>
                      <a:pt x="210" y="622"/>
                      <a:pt x="209" y="623"/>
                      <a:pt x="208" y="623"/>
                    </a:cubicBezTo>
                    <a:cubicBezTo>
                      <a:pt x="208" y="624"/>
                      <a:pt x="207" y="623"/>
                      <a:pt x="207" y="623"/>
                    </a:cubicBezTo>
                    <a:cubicBezTo>
                      <a:pt x="205" y="622"/>
                      <a:pt x="204" y="622"/>
                      <a:pt x="203" y="621"/>
                    </a:cubicBezTo>
                    <a:cubicBezTo>
                      <a:pt x="202" y="620"/>
                      <a:pt x="201" y="620"/>
                      <a:pt x="200" y="619"/>
                    </a:cubicBezTo>
                    <a:cubicBezTo>
                      <a:pt x="199" y="619"/>
                      <a:pt x="197" y="618"/>
                      <a:pt x="196" y="618"/>
                    </a:cubicBezTo>
                    <a:cubicBezTo>
                      <a:pt x="195" y="617"/>
                      <a:pt x="194" y="617"/>
                      <a:pt x="193" y="617"/>
                    </a:cubicBezTo>
                    <a:cubicBezTo>
                      <a:pt x="191" y="617"/>
                      <a:pt x="189" y="616"/>
                      <a:pt x="188" y="615"/>
                    </a:cubicBezTo>
                    <a:cubicBezTo>
                      <a:pt x="187" y="615"/>
                      <a:pt x="186" y="613"/>
                      <a:pt x="184" y="613"/>
                    </a:cubicBezTo>
                    <a:cubicBezTo>
                      <a:pt x="183" y="613"/>
                      <a:pt x="182" y="612"/>
                      <a:pt x="181" y="612"/>
                    </a:cubicBezTo>
                    <a:cubicBezTo>
                      <a:pt x="181" y="612"/>
                      <a:pt x="180" y="613"/>
                      <a:pt x="179" y="613"/>
                    </a:cubicBezTo>
                    <a:cubicBezTo>
                      <a:pt x="178" y="614"/>
                      <a:pt x="177" y="615"/>
                      <a:pt x="177" y="615"/>
                    </a:cubicBezTo>
                    <a:cubicBezTo>
                      <a:pt x="176" y="616"/>
                      <a:pt x="176" y="616"/>
                      <a:pt x="175" y="617"/>
                    </a:cubicBezTo>
                    <a:cubicBezTo>
                      <a:pt x="175" y="618"/>
                      <a:pt x="175" y="618"/>
                      <a:pt x="174" y="619"/>
                    </a:cubicBezTo>
                    <a:cubicBezTo>
                      <a:pt x="173" y="620"/>
                      <a:pt x="172" y="621"/>
                      <a:pt x="170" y="622"/>
                    </a:cubicBezTo>
                    <a:cubicBezTo>
                      <a:pt x="170" y="623"/>
                      <a:pt x="169" y="624"/>
                      <a:pt x="168" y="625"/>
                    </a:cubicBezTo>
                    <a:cubicBezTo>
                      <a:pt x="168" y="626"/>
                      <a:pt x="168" y="626"/>
                      <a:pt x="168" y="626"/>
                    </a:cubicBezTo>
                    <a:cubicBezTo>
                      <a:pt x="168" y="628"/>
                      <a:pt x="167" y="629"/>
                      <a:pt x="166" y="630"/>
                    </a:cubicBezTo>
                    <a:cubicBezTo>
                      <a:pt x="165" y="632"/>
                      <a:pt x="164" y="633"/>
                      <a:pt x="163" y="633"/>
                    </a:cubicBezTo>
                    <a:cubicBezTo>
                      <a:pt x="161" y="635"/>
                      <a:pt x="158" y="633"/>
                      <a:pt x="155" y="633"/>
                    </a:cubicBezTo>
                    <a:cubicBezTo>
                      <a:pt x="154" y="634"/>
                      <a:pt x="153" y="635"/>
                      <a:pt x="152" y="635"/>
                    </a:cubicBezTo>
                    <a:cubicBezTo>
                      <a:pt x="150" y="636"/>
                      <a:pt x="149" y="637"/>
                      <a:pt x="148" y="637"/>
                    </a:cubicBezTo>
                    <a:cubicBezTo>
                      <a:pt x="147" y="638"/>
                      <a:pt x="146" y="638"/>
                      <a:pt x="145" y="638"/>
                    </a:cubicBezTo>
                    <a:cubicBezTo>
                      <a:pt x="144" y="639"/>
                      <a:pt x="143" y="640"/>
                      <a:pt x="141" y="640"/>
                    </a:cubicBezTo>
                    <a:cubicBezTo>
                      <a:pt x="138" y="641"/>
                      <a:pt x="136" y="640"/>
                      <a:pt x="134" y="638"/>
                    </a:cubicBezTo>
                    <a:cubicBezTo>
                      <a:pt x="132" y="636"/>
                      <a:pt x="130" y="635"/>
                      <a:pt x="128" y="634"/>
                    </a:cubicBezTo>
                    <a:cubicBezTo>
                      <a:pt x="125" y="634"/>
                      <a:pt x="123" y="634"/>
                      <a:pt x="121" y="635"/>
                    </a:cubicBezTo>
                    <a:cubicBezTo>
                      <a:pt x="120" y="636"/>
                      <a:pt x="119" y="636"/>
                      <a:pt x="119" y="637"/>
                    </a:cubicBezTo>
                    <a:cubicBezTo>
                      <a:pt x="118" y="637"/>
                      <a:pt x="118" y="638"/>
                      <a:pt x="117" y="638"/>
                    </a:cubicBezTo>
                    <a:cubicBezTo>
                      <a:pt x="117" y="640"/>
                      <a:pt x="118" y="642"/>
                      <a:pt x="119" y="643"/>
                    </a:cubicBezTo>
                    <a:cubicBezTo>
                      <a:pt x="120" y="644"/>
                      <a:pt x="122" y="645"/>
                      <a:pt x="123" y="646"/>
                    </a:cubicBezTo>
                    <a:cubicBezTo>
                      <a:pt x="125" y="647"/>
                      <a:pt x="128" y="647"/>
                      <a:pt x="130" y="648"/>
                    </a:cubicBezTo>
                    <a:cubicBezTo>
                      <a:pt x="131" y="648"/>
                      <a:pt x="132" y="649"/>
                      <a:pt x="132" y="650"/>
                    </a:cubicBezTo>
                    <a:cubicBezTo>
                      <a:pt x="133" y="651"/>
                      <a:pt x="132" y="652"/>
                      <a:pt x="132" y="653"/>
                    </a:cubicBezTo>
                    <a:cubicBezTo>
                      <a:pt x="131" y="656"/>
                      <a:pt x="129" y="659"/>
                      <a:pt x="129" y="662"/>
                    </a:cubicBezTo>
                    <a:cubicBezTo>
                      <a:pt x="130" y="663"/>
                      <a:pt x="130" y="664"/>
                      <a:pt x="130" y="665"/>
                    </a:cubicBezTo>
                    <a:cubicBezTo>
                      <a:pt x="130" y="666"/>
                      <a:pt x="129" y="666"/>
                      <a:pt x="128" y="667"/>
                    </a:cubicBezTo>
                    <a:cubicBezTo>
                      <a:pt x="125" y="667"/>
                      <a:pt x="122" y="667"/>
                      <a:pt x="119" y="668"/>
                    </a:cubicBezTo>
                    <a:cubicBezTo>
                      <a:pt x="117" y="668"/>
                      <a:pt x="117" y="670"/>
                      <a:pt x="117" y="672"/>
                    </a:cubicBezTo>
                    <a:cubicBezTo>
                      <a:pt x="118" y="674"/>
                      <a:pt x="118" y="675"/>
                      <a:pt x="120" y="676"/>
                    </a:cubicBezTo>
                    <a:cubicBezTo>
                      <a:pt x="123" y="679"/>
                      <a:pt x="128" y="679"/>
                      <a:pt x="131" y="682"/>
                    </a:cubicBezTo>
                    <a:cubicBezTo>
                      <a:pt x="132" y="682"/>
                      <a:pt x="133" y="683"/>
                      <a:pt x="134" y="684"/>
                    </a:cubicBezTo>
                    <a:cubicBezTo>
                      <a:pt x="135" y="685"/>
                      <a:pt x="136" y="686"/>
                      <a:pt x="136" y="687"/>
                    </a:cubicBezTo>
                    <a:cubicBezTo>
                      <a:pt x="136" y="688"/>
                      <a:pt x="134" y="688"/>
                      <a:pt x="133" y="688"/>
                    </a:cubicBezTo>
                    <a:cubicBezTo>
                      <a:pt x="132" y="688"/>
                      <a:pt x="130" y="688"/>
                      <a:pt x="129" y="688"/>
                    </a:cubicBezTo>
                    <a:cubicBezTo>
                      <a:pt x="128" y="688"/>
                      <a:pt x="127" y="688"/>
                      <a:pt x="127" y="687"/>
                    </a:cubicBezTo>
                    <a:cubicBezTo>
                      <a:pt x="126" y="686"/>
                      <a:pt x="126" y="685"/>
                      <a:pt x="125" y="684"/>
                    </a:cubicBezTo>
                    <a:cubicBezTo>
                      <a:pt x="124" y="683"/>
                      <a:pt x="121" y="683"/>
                      <a:pt x="119" y="684"/>
                    </a:cubicBezTo>
                    <a:cubicBezTo>
                      <a:pt x="118" y="684"/>
                      <a:pt x="116" y="686"/>
                      <a:pt x="114" y="686"/>
                    </a:cubicBezTo>
                    <a:cubicBezTo>
                      <a:pt x="112" y="687"/>
                      <a:pt x="110" y="686"/>
                      <a:pt x="108" y="686"/>
                    </a:cubicBezTo>
                    <a:cubicBezTo>
                      <a:pt x="107" y="686"/>
                      <a:pt x="105" y="685"/>
                      <a:pt x="104" y="684"/>
                    </a:cubicBezTo>
                    <a:cubicBezTo>
                      <a:pt x="103" y="683"/>
                      <a:pt x="103" y="682"/>
                      <a:pt x="102" y="681"/>
                    </a:cubicBezTo>
                    <a:cubicBezTo>
                      <a:pt x="102" y="681"/>
                      <a:pt x="101" y="680"/>
                      <a:pt x="101" y="679"/>
                    </a:cubicBezTo>
                    <a:cubicBezTo>
                      <a:pt x="99" y="678"/>
                      <a:pt x="98" y="676"/>
                      <a:pt x="97" y="675"/>
                    </a:cubicBezTo>
                    <a:cubicBezTo>
                      <a:pt x="97" y="674"/>
                      <a:pt x="96" y="673"/>
                      <a:pt x="96" y="672"/>
                    </a:cubicBezTo>
                    <a:cubicBezTo>
                      <a:pt x="95" y="671"/>
                      <a:pt x="96" y="669"/>
                      <a:pt x="97" y="667"/>
                    </a:cubicBezTo>
                    <a:cubicBezTo>
                      <a:pt x="98" y="666"/>
                      <a:pt x="99" y="666"/>
                      <a:pt x="100" y="664"/>
                    </a:cubicBezTo>
                    <a:cubicBezTo>
                      <a:pt x="101" y="663"/>
                      <a:pt x="101" y="661"/>
                      <a:pt x="100" y="660"/>
                    </a:cubicBezTo>
                    <a:cubicBezTo>
                      <a:pt x="99" y="660"/>
                      <a:pt x="98" y="660"/>
                      <a:pt x="97" y="660"/>
                    </a:cubicBezTo>
                    <a:cubicBezTo>
                      <a:pt x="96" y="660"/>
                      <a:pt x="95" y="660"/>
                      <a:pt x="94" y="660"/>
                    </a:cubicBezTo>
                    <a:cubicBezTo>
                      <a:pt x="93" y="660"/>
                      <a:pt x="92" y="661"/>
                      <a:pt x="91" y="662"/>
                    </a:cubicBezTo>
                    <a:cubicBezTo>
                      <a:pt x="91" y="663"/>
                      <a:pt x="91" y="664"/>
                      <a:pt x="91" y="665"/>
                    </a:cubicBezTo>
                    <a:cubicBezTo>
                      <a:pt x="91" y="666"/>
                      <a:pt x="90" y="666"/>
                      <a:pt x="89" y="667"/>
                    </a:cubicBezTo>
                    <a:cubicBezTo>
                      <a:pt x="89" y="668"/>
                      <a:pt x="88" y="669"/>
                      <a:pt x="88" y="670"/>
                    </a:cubicBezTo>
                    <a:cubicBezTo>
                      <a:pt x="88" y="670"/>
                      <a:pt x="87" y="671"/>
                      <a:pt x="87" y="672"/>
                    </a:cubicBezTo>
                    <a:cubicBezTo>
                      <a:pt x="86" y="672"/>
                      <a:pt x="85" y="673"/>
                      <a:pt x="84" y="673"/>
                    </a:cubicBezTo>
                    <a:cubicBezTo>
                      <a:pt x="83" y="673"/>
                      <a:pt x="82" y="673"/>
                      <a:pt x="81" y="673"/>
                    </a:cubicBezTo>
                    <a:cubicBezTo>
                      <a:pt x="80" y="672"/>
                      <a:pt x="78" y="672"/>
                      <a:pt x="76" y="672"/>
                    </a:cubicBezTo>
                    <a:cubicBezTo>
                      <a:pt x="75" y="672"/>
                      <a:pt x="74" y="672"/>
                      <a:pt x="73" y="672"/>
                    </a:cubicBezTo>
                    <a:cubicBezTo>
                      <a:pt x="72" y="672"/>
                      <a:pt x="72" y="671"/>
                      <a:pt x="72" y="670"/>
                    </a:cubicBezTo>
                    <a:cubicBezTo>
                      <a:pt x="72" y="669"/>
                      <a:pt x="73" y="667"/>
                      <a:pt x="73" y="666"/>
                    </a:cubicBezTo>
                    <a:cubicBezTo>
                      <a:pt x="74" y="664"/>
                      <a:pt x="76" y="660"/>
                      <a:pt x="73" y="659"/>
                    </a:cubicBezTo>
                    <a:cubicBezTo>
                      <a:pt x="70" y="657"/>
                      <a:pt x="67" y="658"/>
                      <a:pt x="65" y="658"/>
                    </a:cubicBezTo>
                    <a:cubicBezTo>
                      <a:pt x="63" y="658"/>
                      <a:pt x="62" y="658"/>
                      <a:pt x="61" y="658"/>
                    </a:cubicBezTo>
                    <a:cubicBezTo>
                      <a:pt x="60" y="658"/>
                      <a:pt x="59" y="657"/>
                      <a:pt x="57" y="658"/>
                    </a:cubicBezTo>
                    <a:cubicBezTo>
                      <a:pt x="55" y="658"/>
                      <a:pt x="53" y="660"/>
                      <a:pt x="51" y="662"/>
                    </a:cubicBezTo>
                    <a:cubicBezTo>
                      <a:pt x="50" y="663"/>
                      <a:pt x="50" y="663"/>
                      <a:pt x="49" y="663"/>
                    </a:cubicBezTo>
                    <a:cubicBezTo>
                      <a:pt x="47" y="663"/>
                      <a:pt x="46" y="662"/>
                      <a:pt x="45" y="662"/>
                    </a:cubicBezTo>
                    <a:cubicBezTo>
                      <a:pt x="43" y="662"/>
                      <a:pt x="41" y="661"/>
                      <a:pt x="39" y="661"/>
                    </a:cubicBezTo>
                    <a:cubicBezTo>
                      <a:pt x="37" y="662"/>
                      <a:pt x="36" y="662"/>
                      <a:pt x="35" y="663"/>
                    </a:cubicBezTo>
                    <a:cubicBezTo>
                      <a:pt x="33" y="665"/>
                      <a:pt x="35" y="668"/>
                      <a:pt x="34" y="670"/>
                    </a:cubicBezTo>
                    <a:cubicBezTo>
                      <a:pt x="33" y="671"/>
                      <a:pt x="32" y="672"/>
                      <a:pt x="32" y="672"/>
                    </a:cubicBezTo>
                    <a:cubicBezTo>
                      <a:pt x="31" y="673"/>
                      <a:pt x="30" y="673"/>
                      <a:pt x="29" y="674"/>
                    </a:cubicBezTo>
                    <a:cubicBezTo>
                      <a:pt x="29" y="675"/>
                      <a:pt x="28" y="675"/>
                      <a:pt x="27" y="675"/>
                    </a:cubicBezTo>
                    <a:cubicBezTo>
                      <a:pt x="27" y="674"/>
                      <a:pt x="26" y="672"/>
                      <a:pt x="26" y="671"/>
                    </a:cubicBezTo>
                    <a:cubicBezTo>
                      <a:pt x="25" y="670"/>
                      <a:pt x="25" y="668"/>
                      <a:pt x="24" y="667"/>
                    </a:cubicBezTo>
                    <a:cubicBezTo>
                      <a:pt x="24" y="666"/>
                      <a:pt x="23" y="666"/>
                      <a:pt x="22" y="667"/>
                    </a:cubicBezTo>
                    <a:cubicBezTo>
                      <a:pt x="20" y="667"/>
                      <a:pt x="16" y="667"/>
                      <a:pt x="16" y="669"/>
                    </a:cubicBezTo>
                    <a:cubicBezTo>
                      <a:pt x="16" y="671"/>
                      <a:pt x="17" y="672"/>
                      <a:pt x="18" y="673"/>
                    </a:cubicBezTo>
                    <a:cubicBezTo>
                      <a:pt x="18" y="674"/>
                      <a:pt x="18" y="674"/>
                      <a:pt x="17" y="675"/>
                    </a:cubicBezTo>
                    <a:cubicBezTo>
                      <a:pt x="14" y="676"/>
                      <a:pt x="10" y="676"/>
                      <a:pt x="11" y="679"/>
                    </a:cubicBezTo>
                    <a:cubicBezTo>
                      <a:pt x="11" y="681"/>
                      <a:pt x="11" y="682"/>
                      <a:pt x="11" y="684"/>
                    </a:cubicBezTo>
                    <a:cubicBezTo>
                      <a:pt x="11" y="685"/>
                      <a:pt x="10" y="686"/>
                      <a:pt x="9" y="687"/>
                    </a:cubicBezTo>
                    <a:cubicBezTo>
                      <a:pt x="8" y="688"/>
                      <a:pt x="10" y="689"/>
                      <a:pt x="10" y="691"/>
                    </a:cubicBezTo>
                    <a:cubicBezTo>
                      <a:pt x="11" y="691"/>
                      <a:pt x="11" y="692"/>
                      <a:pt x="12" y="692"/>
                    </a:cubicBezTo>
                    <a:cubicBezTo>
                      <a:pt x="13" y="693"/>
                      <a:pt x="15" y="693"/>
                      <a:pt x="16" y="694"/>
                    </a:cubicBezTo>
                    <a:cubicBezTo>
                      <a:pt x="18" y="694"/>
                      <a:pt x="20" y="694"/>
                      <a:pt x="21" y="694"/>
                    </a:cubicBezTo>
                    <a:cubicBezTo>
                      <a:pt x="22" y="693"/>
                      <a:pt x="23" y="693"/>
                      <a:pt x="24" y="692"/>
                    </a:cubicBezTo>
                    <a:cubicBezTo>
                      <a:pt x="25" y="690"/>
                      <a:pt x="27" y="687"/>
                      <a:pt x="28" y="688"/>
                    </a:cubicBezTo>
                    <a:cubicBezTo>
                      <a:pt x="29" y="689"/>
                      <a:pt x="30" y="690"/>
                      <a:pt x="30" y="691"/>
                    </a:cubicBezTo>
                    <a:cubicBezTo>
                      <a:pt x="31" y="693"/>
                      <a:pt x="32" y="694"/>
                      <a:pt x="33" y="696"/>
                    </a:cubicBezTo>
                    <a:cubicBezTo>
                      <a:pt x="33" y="696"/>
                      <a:pt x="34" y="697"/>
                      <a:pt x="34" y="697"/>
                    </a:cubicBezTo>
                    <a:cubicBezTo>
                      <a:pt x="34" y="698"/>
                      <a:pt x="35" y="699"/>
                      <a:pt x="35" y="699"/>
                    </a:cubicBezTo>
                    <a:cubicBezTo>
                      <a:pt x="36" y="700"/>
                      <a:pt x="36" y="699"/>
                      <a:pt x="37" y="698"/>
                    </a:cubicBezTo>
                    <a:cubicBezTo>
                      <a:pt x="37" y="697"/>
                      <a:pt x="37" y="695"/>
                      <a:pt x="38" y="694"/>
                    </a:cubicBezTo>
                    <a:cubicBezTo>
                      <a:pt x="38" y="693"/>
                      <a:pt x="39" y="692"/>
                      <a:pt x="40" y="692"/>
                    </a:cubicBezTo>
                    <a:cubicBezTo>
                      <a:pt x="41" y="693"/>
                      <a:pt x="41" y="694"/>
                      <a:pt x="42" y="695"/>
                    </a:cubicBezTo>
                    <a:cubicBezTo>
                      <a:pt x="42" y="696"/>
                      <a:pt x="43" y="697"/>
                      <a:pt x="44" y="698"/>
                    </a:cubicBezTo>
                    <a:cubicBezTo>
                      <a:pt x="45" y="699"/>
                      <a:pt x="46" y="699"/>
                      <a:pt x="47" y="699"/>
                    </a:cubicBezTo>
                    <a:cubicBezTo>
                      <a:pt x="50" y="701"/>
                      <a:pt x="52" y="703"/>
                      <a:pt x="54" y="704"/>
                    </a:cubicBezTo>
                    <a:cubicBezTo>
                      <a:pt x="56" y="705"/>
                      <a:pt x="57" y="706"/>
                      <a:pt x="58" y="706"/>
                    </a:cubicBezTo>
                    <a:cubicBezTo>
                      <a:pt x="60" y="706"/>
                      <a:pt x="61" y="705"/>
                      <a:pt x="62" y="705"/>
                    </a:cubicBezTo>
                    <a:cubicBezTo>
                      <a:pt x="65" y="704"/>
                      <a:pt x="68" y="704"/>
                      <a:pt x="71" y="704"/>
                    </a:cubicBezTo>
                    <a:cubicBezTo>
                      <a:pt x="73" y="704"/>
                      <a:pt x="75" y="704"/>
                      <a:pt x="77" y="704"/>
                    </a:cubicBezTo>
                    <a:cubicBezTo>
                      <a:pt x="79" y="704"/>
                      <a:pt x="81" y="704"/>
                      <a:pt x="83" y="704"/>
                    </a:cubicBezTo>
                    <a:cubicBezTo>
                      <a:pt x="85" y="705"/>
                      <a:pt x="86" y="705"/>
                      <a:pt x="87" y="707"/>
                    </a:cubicBezTo>
                    <a:cubicBezTo>
                      <a:pt x="88" y="708"/>
                      <a:pt x="89" y="710"/>
                      <a:pt x="89" y="711"/>
                    </a:cubicBezTo>
                    <a:cubicBezTo>
                      <a:pt x="89" y="712"/>
                      <a:pt x="90" y="717"/>
                      <a:pt x="92" y="715"/>
                    </a:cubicBezTo>
                    <a:cubicBezTo>
                      <a:pt x="95" y="714"/>
                      <a:pt x="95" y="711"/>
                      <a:pt x="97" y="709"/>
                    </a:cubicBezTo>
                    <a:cubicBezTo>
                      <a:pt x="99" y="707"/>
                      <a:pt x="102" y="709"/>
                      <a:pt x="104" y="709"/>
                    </a:cubicBezTo>
                    <a:cubicBezTo>
                      <a:pt x="108" y="711"/>
                      <a:pt x="111" y="711"/>
                      <a:pt x="115" y="711"/>
                    </a:cubicBezTo>
                    <a:cubicBezTo>
                      <a:pt x="117" y="711"/>
                      <a:pt x="121" y="710"/>
                      <a:pt x="121" y="713"/>
                    </a:cubicBezTo>
                    <a:cubicBezTo>
                      <a:pt x="120" y="716"/>
                      <a:pt x="118" y="718"/>
                      <a:pt x="115" y="718"/>
                    </a:cubicBezTo>
                    <a:cubicBezTo>
                      <a:pt x="112" y="719"/>
                      <a:pt x="110" y="717"/>
                      <a:pt x="107" y="718"/>
                    </a:cubicBezTo>
                    <a:cubicBezTo>
                      <a:pt x="103" y="718"/>
                      <a:pt x="99" y="720"/>
                      <a:pt x="96" y="722"/>
                    </a:cubicBezTo>
                    <a:cubicBezTo>
                      <a:pt x="95" y="723"/>
                      <a:pt x="94" y="723"/>
                      <a:pt x="93" y="724"/>
                    </a:cubicBezTo>
                    <a:cubicBezTo>
                      <a:pt x="92" y="725"/>
                      <a:pt x="92" y="725"/>
                      <a:pt x="91" y="725"/>
                    </a:cubicBezTo>
                    <a:cubicBezTo>
                      <a:pt x="90" y="726"/>
                      <a:pt x="88" y="726"/>
                      <a:pt x="87" y="726"/>
                    </a:cubicBezTo>
                    <a:cubicBezTo>
                      <a:pt x="85" y="726"/>
                      <a:pt x="83" y="727"/>
                      <a:pt x="80" y="727"/>
                    </a:cubicBezTo>
                    <a:cubicBezTo>
                      <a:pt x="75" y="727"/>
                      <a:pt x="70" y="727"/>
                      <a:pt x="65" y="727"/>
                    </a:cubicBezTo>
                    <a:cubicBezTo>
                      <a:pt x="62" y="727"/>
                      <a:pt x="60" y="727"/>
                      <a:pt x="58" y="727"/>
                    </a:cubicBezTo>
                    <a:cubicBezTo>
                      <a:pt x="54" y="727"/>
                      <a:pt x="50" y="728"/>
                      <a:pt x="46" y="728"/>
                    </a:cubicBezTo>
                    <a:cubicBezTo>
                      <a:pt x="43" y="729"/>
                      <a:pt x="40" y="731"/>
                      <a:pt x="37" y="732"/>
                    </a:cubicBezTo>
                    <a:cubicBezTo>
                      <a:pt x="34" y="733"/>
                      <a:pt x="30" y="732"/>
                      <a:pt x="27" y="733"/>
                    </a:cubicBezTo>
                    <a:cubicBezTo>
                      <a:pt x="26" y="734"/>
                      <a:pt x="22" y="736"/>
                      <a:pt x="24" y="738"/>
                    </a:cubicBezTo>
                    <a:cubicBezTo>
                      <a:pt x="25" y="739"/>
                      <a:pt x="26" y="739"/>
                      <a:pt x="27" y="739"/>
                    </a:cubicBezTo>
                    <a:cubicBezTo>
                      <a:pt x="29" y="740"/>
                      <a:pt x="30" y="740"/>
                      <a:pt x="32" y="740"/>
                    </a:cubicBezTo>
                    <a:cubicBezTo>
                      <a:pt x="34" y="740"/>
                      <a:pt x="36" y="740"/>
                      <a:pt x="38" y="740"/>
                    </a:cubicBezTo>
                    <a:cubicBezTo>
                      <a:pt x="39" y="740"/>
                      <a:pt x="41" y="741"/>
                      <a:pt x="40" y="742"/>
                    </a:cubicBezTo>
                    <a:cubicBezTo>
                      <a:pt x="39" y="742"/>
                      <a:pt x="38" y="742"/>
                      <a:pt x="37" y="742"/>
                    </a:cubicBezTo>
                    <a:cubicBezTo>
                      <a:pt x="37" y="743"/>
                      <a:pt x="36" y="743"/>
                      <a:pt x="35" y="743"/>
                    </a:cubicBezTo>
                    <a:cubicBezTo>
                      <a:pt x="33" y="743"/>
                      <a:pt x="30" y="743"/>
                      <a:pt x="29" y="744"/>
                    </a:cubicBezTo>
                    <a:cubicBezTo>
                      <a:pt x="27" y="744"/>
                      <a:pt x="27" y="745"/>
                      <a:pt x="26" y="746"/>
                    </a:cubicBezTo>
                    <a:cubicBezTo>
                      <a:pt x="26" y="747"/>
                      <a:pt x="26" y="749"/>
                      <a:pt x="25" y="750"/>
                    </a:cubicBezTo>
                    <a:cubicBezTo>
                      <a:pt x="23" y="753"/>
                      <a:pt x="19" y="752"/>
                      <a:pt x="17" y="752"/>
                    </a:cubicBezTo>
                    <a:cubicBezTo>
                      <a:pt x="13" y="751"/>
                      <a:pt x="8" y="750"/>
                      <a:pt x="4" y="751"/>
                    </a:cubicBezTo>
                    <a:cubicBezTo>
                      <a:pt x="3" y="752"/>
                      <a:pt x="1" y="752"/>
                      <a:pt x="0" y="754"/>
                    </a:cubicBezTo>
                    <a:cubicBezTo>
                      <a:pt x="0" y="755"/>
                      <a:pt x="0" y="756"/>
                      <a:pt x="0" y="757"/>
                    </a:cubicBezTo>
                    <a:cubicBezTo>
                      <a:pt x="0" y="759"/>
                      <a:pt x="0" y="761"/>
                      <a:pt x="2" y="761"/>
                    </a:cubicBezTo>
                    <a:cubicBezTo>
                      <a:pt x="3" y="761"/>
                      <a:pt x="4" y="761"/>
                      <a:pt x="5" y="761"/>
                    </a:cubicBezTo>
                    <a:cubicBezTo>
                      <a:pt x="6" y="761"/>
                      <a:pt x="7" y="762"/>
                      <a:pt x="6" y="763"/>
                    </a:cubicBezTo>
                    <a:cubicBezTo>
                      <a:pt x="6" y="767"/>
                      <a:pt x="4" y="770"/>
                      <a:pt x="3" y="774"/>
                    </a:cubicBezTo>
                    <a:cubicBezTo>
                      <a:pt x="2" y="775"/>
                      <a:pt x="3" y="777"/>
                      <a:pt x="4" y="778"/>
                    </a:cubicBezTo>
                    <a:cubicBezTo>
                      <a:pt x="7" y="779"/>
                      <a:pt x="9" y="779"/>
                      <a:pt x="11" y="777"/>
                    </a:cubicBezTo>
                    <a:cubicBezTo>
                      <a:pt x="14" y="776"/>
                      <a:pt x="16" y="772"/>
                      <a:pt x="19" y="770"/>
                    </a:cubicBezTo>
                    <a:cubicBezTo>
                      <a:pt x="21" y="768"/>
                      <a:pt x="24" y="766"/>
                      <a:pt x="27" y="767"/>
                    </a:cubicBezTo>
                    <a:cubicBezTo>
                      <a:pt x="30" y="768"/>
                      <a:pt x="30" y="772"/>
                      <a:pt x="30" y="775"/>
                    </a:cubicBezTo>
                    <a:cubicBezTo>
                      <a:pt x="30" y="778"/>
                      <a:pt x="30" y="781"/>
                      <a:pt x="28" y="783"/>
                    </a:cubicBezTo>
                    <a:cubicBezTo>
                      <a:pt x="28" y="784"/>
                      <a:pt x="27" y="784"/>
                      <a:pt x="27" y="785"/>
                    </a:cubicBezTo>
                    <a:cubicBezTo>
                      <a:pt x="26" y="786"/>
                      <a:pt x="25" y="787"/>
                      <a:pt x="25" y="788"/>
                    </a:cubicBezTo>
                    <a:cubicBezTo>
                      <a:pt x="26" y="790"/>
                      <a:pt x="27" y="790"/>
                      <a:pt x="28" y="792"/>
                    </a:cubicBezTo>
                    <a:cubicBezTo>
                      <a:pt x="28" y="792"/>
                      <a:pt x="28" y="793"/>
                      <a:pt x="29" y="793"/>
                    </a:cubicBezTo>
                    <a:cubicBezTo>
                      <a:pt x="29" y="794"/>
                      <a:pt x="30" y="794"/>
                      <a:pt x="30" y="794"/>
                    </a:cubicBezTo>
                    <a:cubicBezTo>
                      <a:pt x="32" y="795"/>
                      <a:pt x="33" y="796"/>
                      <a:pt x="35" y="796"/>
                    </a:cubicBezTo>
                    <a:cubicBezTo>
                      <a:pt x="36" y="797"/>
                      <a:pt x="38" y="798"/>
                      <a:pt x="40" y="798"/>
                    </a:cubicBezTo>
                    <a:cubicBezTo>
                      <a:pt x="42" y="798"/>
                      <a:pt x="45" y="798"/>
                      <a:pt x="46" y="796"/>
                    </a:cubicBezTo>
                    <a:cubicBezTo>
                      <a:pt x="47" y="796"/>
                      <a:pt x="47" y="795"/>
                      <a:pt x="48" y="795"/>
                    </a:cubicBezTo>
                    <a:cubicBezTo>
                      <a:pt x="48" y="795"/>
                      <a:pt x="49" y="796"/>
                      <a:pt x="49" y="796"/>
                    </a:cubicBezTo>
                    <a:cubicBezTo>
                      <a:pt x="50" y="797"/>
                      <a:pt x="51" y="798"/>
                      <a:pt x="52" y="798"/>
                    </a:cubicBezTo>
                    <a:cubicBezTo>
                      <a:pt x="53" y="799"/>
                      <a:pt x="54" y="799"/>
                      <a:pt x="55" y="799"/>
                    </a:cubicBezTo>
                    <a:cubicBezTo>
                      <a:pt x="56" y="799"/>
                      <a:pt x="57" y="799"/>
                      <a:pt x="58" y="799"/>
                    </a:cubicBezTo>
                    <a:cubicBezTo>
                      <a:pt x="60" y="799"/>
                      <a:pt x="62" y="799"/>
                      <a:pt x="64" y="799"/>
                    </a:cubicBezTo>
                    <a:cubicBezTo>
                      <a:pt x="64" y="799"/>
                      <a:pt x="65" y="799"/>
                      <a:pt x="65" y="798"/>
                    </a:cubicBezTo>
                    <a:cubicBezTo>
                      <a:pt x="66" y="798"/>
                      <a:pt x="66" y="798"/>
                      <a:pt x="66" y="797"/>
                    </a:cubicBezTo>
                    <a:cubicBezTo>
                      <a:pt x="67" y="796"/>
                      <a:pt x="69" y="795"/>
                      <a:pt x="70" y="796"/>
                    </a:cubicBezTo>
                    <a:cubicBezTo>
                      <a:pt x="71" y="796"/>
                      <a:pt x="74" y="797"/>
                      <a:pt x="75" y="796"/>
                    </a:cubicBezTo>
                    <a:cubicBezTo>
                      <a:pt x="75" y="795"/>
                      <a:pt x="75" y="794"/>
                      <a:pt x="75" y="794"/>
                    </a:cubicBezTo>
                    <a:cubicBezTo>
                      <a:pt x="75" y="793"/>
                      <a:pt x="75" y="793"/>
                      <a:pt x="76" y="792"/>
                    </a:cubicBezTo>
                    <a:cubicBezTo>
                      <a:pt x="77" y="791"/>
                      <a:pt x="78" y="792"/>
                      <a:pt x="79" y="793"/>
                    </a:cubicBezTo>
                    <a:cubicBezTo>
                      <a:pt x="79" y="795"/>
                      <a:pt x="80" y="796"/>
                      <a:pt x="81" y="797"/>
                    </a:cubicBezTo>
                    <a:cubicBezTo>
                      <a:pt x="83" y="797"/>
                      <a:pt x="85" y="797"/>
                      <a:pt x="86" y="797"/>
                    </a:cubicBezTo>
                    <a:cubicBezTo>
                      <a:pt x="87" y="796"/>
                      <a:pt x="88" y="796"/>
                      <a:pt x="89" y="795"/>
                    </a:cubicBezTo>
                    <a:cubicBezTo>
                      <a:pt x="89" y="795"/>
                      <a:pt x="90" y="794"/>
                      <a:pt x="90" y="794"/>
                    </a:cubicBezTo>
                    <a:cubicBezTo>
                      <a:pt x="91" y="794"/>
                      <a:pt x="92" y="794"/>
                      <a:pt x="93" y="794"/>
                    </a:cubicBezTo>
                    <a:cubicBezTo>
                      <a:pt x="94" y="793"/>
                      <a:pt x="95" y="793"/>
                      <a:pt x="96" y="793"/>
                    </a:cubicBezTo>
                    <a:cubicBezTo>
                      <a:pt x="97" y="793"/>
                      <a:pt x="98" y="792"/>
                      <a:pt x="99" y="792"/>
                    </a:cubicBezTo>
                    <a:cubicBezTo>
                      <a:pt x="102" y="792"/>
                      <a:pt x="106" y="793"/>
                      <a:pt x="109" y="792"/>
                    </a:cubicBezTo>
                    <a:cubicBezTo>
                      <a:pt x="110" y="792"/>
                      <a:pt x="111" y="792"/>
                      <a:pt x="111" y="793"/>
                    </a:cubicBezTo>
                    <a:cubicBezTo>
                      <a:pt x="112" y="793"/>
                      <a:pt x="113" y="793"/>
                      <a:pt x="114" y="793"/>
                    </a:cubicBezTo>
                    <a:cubicBezTo>
                      <a:pt x="115" y="793"/>
                      <a:pt x="115" y="793"/>
                      <a:pt x="116" y="793"/>
                    </a:cubicBezTo>
                    <a:cubicBezTo>
                      <a:pt x="117" y="794"/>
                      <a:pt x="117" y="794"/>
                      <a:pt x="118" y="794"/>
                    </a:cubicBezTo>
                    <a:cubicBezTo>
                      <a:pt x="119" y="794"/>
                      <a:pt x="121" y="793"/>
                      <a:pt x="122" y="794"/>
                    </a:cubicBezTo>
                    <a:cubicBezTo>
                      <a:pt x="123" y="794"/>
                      <a:pt x="125" y="794"/>
                      <a:pt x="126" y="794"/>
                    </a:cubicBezTo>
                    <a:cubicBezTo>
                      <a:pt x="127" y="794"/>
                      <a:pt x="128" y="794"/>
                      <a:pt x="129" y="795"/>
                    </a:cubicBezTo>
                    <a:cubicBezTo>
                      <a:pt x="130" y="795"/>
                      <a:pt x="130" y="795"/>
                      <a:pt x="131" y="795"/>
                    </a:cubicBezTo>
                    <a:cubicBezTo>
                      <a:pt x="131" y="795"/>
                      <a:pt x="132" y="796"/>
                      <a:pt x="132" y="796"/>
                    </a:cubicBezTo>
                    <a:cubicBezTo>
                      <a:pt x="131" y="796"/>
                      <a:pt x="131" y="796"/>
                      <a:pt x="130" y="797"/>
                    </a:cubicBezTo>
                    <a:cubicBezTo>
                      <a:pt x="128" y="797"/>
                      <a:pt x="126" y="797"/>
                      <a:pt x="124" y="797"/>
                    </a:cubicBezTo>
                    <a:cubicBezTo>
                      <a:pt x="122" y="798"/>
                      <a:pt x="121" y="798"/>
                      <a:pt x="119" y="799"/>
                    </a:cubicBezTo>
                    <a:cubicBezTo>
                      <a:pt x="118" y="799"/>
                      <a:pt x="117" y="799"/>
                      <a:pt x="115" y="799"/>
                    </a:cubicBezTo>
                    <a:cubicBezTo>
                      <a:pt x="114" y="799"/>
                      <a:pt x="113" y="799"/>
                      <a:pt x="112" y="799"/>
                    </a:cubicBezTo>
                    <a:cubicBezTo>
                      <a:pt x="110" y="798"/>
                      <a:pt x="109" y="798"/>
                      <a:pt x="107" y="798"/>
                    </a:cubicBezTo>
                    <a:cubicBezTo>
                      <a:pt x="106" y="798"/>
                      <a:pt x="105" y="798"/>
                      <a:pt x="104" y="798"/>
                    </a:cubicBezTo>
                    <a:cubicBezTo>
                      <a:pt x="103" y="798"/>
                      <a:pt x="103" y="798"/>
                      <a:pt x="103" y="799"/>
                    </a:cubicBezTo>
                    <a:cubicBezTo>
                      <a:pt x="102" y="799"/>
                      <a:pt x="102" y="799"/>
                      <a:pt x="101" y="799"/>
                    </a:cubicBezTo>
                    <a:cubicBezTo>
                      <a:pt x="100" y="800"/>
                      <a:pt x="99" y="800"/>
                      <a:pt x="98" y="800"/>
                    </a:cubicBezTo>
                    <a:cubicBezTo>
                      <a:pt x="97" y="800"/>
                      <a:pt x="96" y="800"/>
                      <a:pt x="95" y="800"/>
                    </a:cubicBezTo>
                    <a:cubicBezTo>
                      <a:pt x="94" y="800"/>
                      <a:pt x="94" y="800"/>
                      <a:pt x="93" y="800"/>
                    </a:cubicBezTo>
                    <a:cubicBezTo>
                      <a:pt x="92" y="801"/>
                      <a:pt x="91" y="801"/>
                      <a:pt x="91" y="802"/>
                    </a:cubicBezTo>
                    <a:cubicBezTo>
                      <a:pt x="90" y="802"/>
                      <a:pt x="89" y="803"/>
                      <a:pt x="89" y="804"/>
                    </a:cubicBezTo>
                    <a:cubicBezTo>
                      <a:pt x="88" y="805"/>
                      <a:pt x="88" y="806"/>
                      <a:pt x="88" y="806"/>
                    </a:cubicBezTo>
                    <a:cubicBezTo>
                      <a:pt x="88" y="807"/>
                      <a:pt x="88" y="807"/>
                      <a:pt x="88" y="808"/>
                    </a:cubicBezTo>
                    <a:cubicBezTo>
                      <a:pt x="88" y="809"/>
                      <a:pt x="88" y="809"/>
                      <a:pt x="87" y="810"/>
                    </a:cubicBezTo>
                    <a:cubicBezTo>
                      <a:pt x="87" y="810"/>
                      <a:pt x="86" y="810"/>
                      <a:pt x="86" y="810"/>
                    </a:cubicBezTo>
                    <a:cubicBezTo>
                      <a:pt x="85" y="809"/>
                      <a:pt x="84" y="809"/>
                      <a:pt x="83" y="809"/>
                    </a:cubicBezTo>
                    <a:cubicBezTo>
                      <a:pt x="82" y="809"/>
                      <a:pt x="81" y="809"/>
                      <a:pt x="80" y="809"/>
                    </a:cubicBezTo>
                    <a:cubicBezTo>
                      <a:pt x="79" y="809"/>
                      <a:pt x="78" y="809"/>
                      <a:pt x="78" y="809"/>
                    </a:cubicBezTo>
                    <a:cubicBezTo>
                      <a:pt x="77" y="809"/>
                      <a:pt x="76" y="808"/>
                      <a:pt x="76" y="808"/>
                    </a:cubicBezTo>
                    <a:cubicBezTo>
                      <a:pt x="75" y="808"/>
                      <a:pt x="74" y="809"/>
                      <a:pt x="73" y="809"/>
                    </a:cubicBezTo>
                    <a:cubicBezTo>
                      <a:pt x="70" y="809"/>
                      <a:pt x="68" y="808"/>
                      <a:pt x="66" y="808"/>
                    </a:cubicBezTo>
                    <a:cubicBezTo>
                      <a:pt x="66" y="809"/>
                      <a:pt x="65" y="809"/>
                      <a:pt x="64" y="809"/>
                    </a:cubicBezTo>
                    <a:cubicBezTo>
                      <a:pt x="63" y="809"/>
                      <a:pt x="62" y="809"/>
                      <a:pt x="61" y="809"/>
                    </a:cubicBezTo>
                    <a:cubicBezTo>
                      <a:pt x="60" y="810"/>
                      <a:pt x="59" y="810"/>
                      <a:pt x="58" y="811"/>
                    </a:cubicBezTo>
                    <a:cubicBezTo>
                      <a:pt x="57" y="811"/>
                      <a:pt x="55" y="811"/>
                      <a:pt x="54" y="811"/>
                    </a:cubicBezTo>
                    <a:cubicBezTo>
                      <a:pt x="53" y="811"/>
                      <a:pt x="53" y="811"/>
                      <a:pt x="52" y="812"/>
                    </a:cubicBezTo>
                    <a:cubicBezTo>
                      <a:pt x="52" y="812"/>
                      <a:pt x="51" y="812"/>
                      <a:pt x="51" y="813"/>
                    </a:cubicBezTo>
                    <a:cubicBezTo>
                      <a:pt x="49" y="815"/>
                      <a:pt x="56" y="815"/>
                      <a:pt x="56" y="817"/>
                    </a:cubicBezTo>
                    <a:cubicBezTo>
                      <a:pt x="56" y="818"/>
                      <a:pt x="55" y="819"/>
                      <a:pt x="54" y="819"/>
                    </a:cubicBezTo>
                    <a:cubicBezTo>
                      <a:pt x="53" y="820"/>
                      <a:pt x="53" y="821"/>
                      <a:pt x="52" y="821"/>
                    </a:cubicBezTo>
                    <a:cubicBezTo>
                      <a:pt x="51" y="822"/>
                      <a:pt x="49" y="822"/>
                      <a:pt x="48" y="822"/>
                    </a:cubicBezTo>
                    <a:cubicBezTo>
                      <a:pt x="47" y="822"/>
                      <a:pt x="46" y="822"/>
                      <a:pt x="44" y="822"/>
                    </a:cubicBezTo>
                    <a:cubicBezTo>
                      <a:pt x="42" y="821"/>
                      <a:pt x="40" y="820"/>
                      <a:pt x="38" y="819"/>
                    </a:cubicBezTo>
                    <a:cubicBezTo>
                      <a:pt x="37" y="818"/>
                      <a:pt x="36" y="818"/>
                      <a:pt x="35" y="819"/>
                    </a:cubicBezTo>
                    <a:cubicBezTo>
                      <a:pt x="34" y="819"/>
                      <a:pt x="32" y="819"/>
                      <a:pt x="31" y="820"/>
                    </a:cubicBezTo>
                    <a:cubicBezTo>
                      <a:pt x="31" y="821"/>
                      <a:pt x="31" y="821"/>
                      <a:pt x="31" y="822"/>
                    </a:cubicBezTo>
                    <a:cubicBezTo>
                      <a:pt x="32" y="823"/>
                      <a:pt x="34" y="823"/>
                      <a:pt x="35" y="824"/>
                    </a:cubicBezTo>
                    <a:cubicBezTo>
                      <a:pt x="37" y="826"/>
                      <a:pt x="36" y="830"/>
                      <a:pt x="33" y="831"/>
                    </a:cubicBezTo>
                    <a:cubicBezTo>
                      <a:pt x="31" y="833"/>
                      <a:pt x="28" y="832"/>
                      <a:pt x="25" y="832"/>
                    </a:cubicBezTo>
                    <a:cubicBezTo>
                      <a:pt x="24" y="831"/>
                      <a:pt x="23" y="831"/>
                      <a:pt x="21" y="831"/>
                    </a:cubicBezTo>
                    <a:cubicBezTo>
                      <a:pt x="21" y="831"/>
                      <a:pt x="20" y="831"/>
                      <a:pt x="19" y="831"/>
                    </a:cubicBezTo>
                    <a:cubicBezTo>
                      <a:pt x="16" y="830"/>
                      <a:pt x="15" y="827"/>
                      <a:pt x="12" y="827"/>
                    </a:cubicBezTo>
                    <a:cubicBezTo>
                      <a:pt x="11" y="828"/>
                      <a:pt x="8" y="830"/>
                      <a:pt x="8" y="832"/>
                    </a:cubicBezTo>
                    <a:cubicBezTo>
                      <a:pt x="8" y="833"/>
                      <a:pt x="9" y="834"/>
                      <a:pt x="10" y="835"/>
                    </a:cubicBezTo>
                    <a:cubicBezTo>
                      <a:pt x="11" y="836"/>
                      <a:pt x="13" y="835"/>
                      <a:pt x="15" y="835"/>
                    </a:cubicBezTo>
                    <a:cubicBezTo>
                      <a:pt x="16" y="834"/>
                      <a:pt x="17" y="834"/>
                      <a:pt x="18" y="835"/>
                    </a:cubicBezTo>
                    <a:cubicBezTo>
                      <a:pt x="19" y="835"/>
                      <a:pt x="21" y="836"/>
                      <a:pt x="22" y="836"/>
                    </a:cubicBezTo>
                    <a:cubicBezTo>
                      <a:pt x="23" y="837"/>
                      <a:pt x="25" y="837"/>
                      <a:pt x="27" y="838"/>
                    </a:cubicBezTo>
                    <a:cubicBezTo>
                      <a:pt x="28" y="838"/>
                      <a:pt x="29" y="838"/>
                      <a:pt x="30" y="839"/>
                    </a:cubicBezTo>
                    <a:cubicBezTo>
                      <a:pt x="32" y="840"/>
                      <a:pt x="34" y="842"/>
                      <a:pt x="37" y="842"/>
                    </a:cubicBezTo>
                    <a:cubicBezTo>
                      <a:pt x="38" y="842"/>
                      <a:pt x="39" y="842"/>
                      <a:pt x="40" y="842"/>
                    </a:cubicBezTo>
                    <a:cubicBezTo>
                      <a:pt x="41" y="842"/>
                      <a:pt x="42" y="842"/>
                      <a:pt x="43" y="842"/>
                    </a:cubicBezTo>
                    <a:cubicBezTo>
                      <a:pt x="46" y="843"/>
                      <a:pt x="49" y="842"/>
                      <a:pt x="51" y="842"/>
                    </a:cubicBezTo>
                    <a:cubicBezTo>
                      <a:pt x="52" y="842"/>
                      <a:pt x="54" y="842"/>
                      <a:pt x="55" y="843"/>
                    </a:cubicBezTo>
                    <a:cubicBezTo>
                      <a:pt x="56" y="843"/>
                      <a:pt x="57" y="843"/>
                      <a:pt x="58" y="843"/>
                    </a:cubicBezTo>
                    <a:cubicBezTo>
                      <a:pt x="61" y="843"/>
                      <a:pt x="63" y="844"/>
                      <a:pt x="66" y="845"/>
                    </a:cubicBezTo>
                    <a:cubicBezTo>
                      <a:pt x="67" y="845"/>
                      <a:pt x="69" y="846"/>
                      <a:pt x="71" y="845"/>
                    </a:cubicBezTo>
                    <a:cubicBezTo>
                      <a:pt x="72" y="845"/>
                      <a:pt x="73" y="844"/>
                      <a:pt x="72" y="843"/>
                    </a:cubicBezTo>
                    <a:cubicBezTo>
                      <a:pt x="71" y="842"/>
                      <a:pt x="70" y="841"/>
                      <a:pt x="69" y="841"/>
                    </a:cubicBezTo>
                    <a:cubicBezTo>
                      <a:pt x="68" y="841"/>
                      <a:pt x="66" y="840"/>
                      <a:pt x="65" y="839"/>
                    </a:cubicBezTo>
                    <a:cubicBezTo>
                      <a:pt x="65" y="838"/>
                      <a:pt x="66" y="837"/>
                      <a:pt x="67" y="836"/>
                    </a:cubicBezTo>
                    <a:cubicBezTo>
                      <a:pt x="68" y="836"/>
                      <a:pt x="69" y="836"/>
                      <a:pt x="70" y="836"/>
                    </a:cubicBezTo>
                    <a:cubicBezTo>
                      <a:pt x="72" y="837"/>
                      <a:pt x="74" y="837"/>
                      <a:pt x="76" y="838"/>
                    </a:cubicBezTo>
                    <a:cubicBezTo>
                      <a:pt x="78" y="839"/>
                      <a:pt x="80" y="839"/>
                      <a:pt x="82" y="839"/>
                    </a:cubicBezTo>
                    <a:cubicBezTo>
                      <a:pt x="83" y="839"/>
                      <a:pt x="84" y="839"/>
                      <a:pt x="84" y="839"/>
                    </a:cubicBezTo>
                    <a:cubicBezTo>
                      <a:pt x="85" y="839"/>
                      <a:pt x="86" y="838"/>
                      <a:pt x="87" y="838"/>
                    </a:cubicBezTo>
                    <a:cubicBezTo>
                      <a:pt x="89" y="838"/>
                      <a:pt x="90" y="837"/>
                      <a:pt x="92" y="837"/>
                    </a:cubicBezTo>
                    <a:cubicBezTo>
                      <a:pt x="93" y="837"/>
                      <a:pt x="94" y="837"/>
                      <a:pt x="94" y="837"/>
                    </a:cubicBezTo>
                    <a:cubicBezTo>
                      <a:pt x="95" y="836"/>
                      <a:pt x="96" y="837"/>
                      <a:pt x="96" y="837"/>
                    </a:cubicBezTo>
                    <a:cubicBezTo>
                      <a:pt x="99" y="838"/>
                      <a:pt x="102" y="839"/>
                      <a:pt x="105" y="840"/>
                    </a:cubicBezTo>
                    <a:cubicBezTo>
                      <a:pt x="107" y="841"/>
                      <a:pt x="109" y="841"/>
                      <a:pt x="111" y="841"/>
                    </a:cubicBezTo>
                    <a:cubicBezTo>
                      <a:pt x="114" y="841"/>
                      <a:pt x="116" y="841"/>
                      <a:pt x="118" y="840"/>
                    </a:cubicBezTo>
                    <a:cubicBezTo>
                      <a:pt x="120" y="839"/>
                      <a:pt x="121" y="838"/>
                      <a:pt x="122" y="837"/>
                    </a:cubicBezTo>
                    <a:cubicBezTo>
                      <a:pt x="123" y="835"/>
                      <a:pt x="124" y="834"/>
                      <a:pt x="126" y="833"/>
                    </a:cubicBezTo>
                    <a:cubicBezTo>
                      <a:pt x="128" y="832"/>
                      <a:pt x="130" y="832"/>
                      <a:pt x="132" y="832"/>
                    </a:cubicBezTo>
                    <a:cubicBezTo>
                      <a:pt x="133" y="832"/>
                      <a:pt x="135" y="833"/>
                      <a:pt x="135" y="834"/>
                    </a:cubicBezTo>
                    <a:cubicBezTo>
                      <a:pt x="136" y="834"/>
                      <a:pt x="137" y="835"/>
                      <a:pt x="138" y="836"/>
                    </a:cubicBezTo>
                    <a:cubicBezTo>
                      <a:pt x="140" y="838"/>
                      <a:pt x="144" y="840"/>
                      <a:pt x="142" y="842"/>
                    </a:cubicBezTo>
                    <a:cubicBezTo>
                      <a:pt x="141" y="843"/>
                      <a:pt x="140" y="844"/>
                      <a:pt x="139" y="845"/>
                    </a:cubicBezTo>
                    <a:cubicBezTo>
                      <a:pt x="139" y="847"/>
                      <a:pt x="138" y="848"/>
                      <a:pt x="137" y="849"/>
                    </a:cubicBezTo>
                    <a:cubicBezTo>
                      <a:pt x="136" y="850"/>
                      <a:pt x="135" y="851"/>
                      <a:pt x="133" y="851"/>
                    </a:cubicBezTo>
                    <a:cubicBezTo>
                      <a:pt x="132" y="851"/>
                      <a:pt x="131" y="851"/>
                      <a:pt x="130" y="851"/>
                    </a:cubicBezTo>
                    <a:cubicBezTo>
                      <a:pt x="128" y="851"/>
                      <a:pt x="126" y="851"/>
                      <a:pt x="125" y="851"/>
                    </a:cubicBezTo>
                    <a:cubicBezTo>
                      <a:pt x="122" y="852"/>
                      <a:pt x="119" y="852"/>
                      <a:pt x="117" y="852"/>
                    </a:cubicBezTo>
                    <a:cubicBezTo>
                      <a:pt x="115" y="852"/>
                      <a:pt x="113" y="851"/>
                      <a:pt x="110" y="852"/>
                    </a:cubicBezTo>
                    <a:cubicBezTo>
                      <a:pt x="109" y="852"/>
                      <a:pt x="107" y="852"/>
                      <a:pt x="106" y="852"/>
                    </a:cubicBezTo>
                    <a:cubicBezTo>
                      <a:pt x="105" y="852"/>
                      <a:pt x="104" y="852"/>
                      <a:pt x="103" y="853"/>
                    </a:cubicBezTo>
                    <a:cubicBezTo>
                      <a:pt x="102" y="853"/>
                      <a:pt x="101" y="854"/>
                      <a:pt x="101" y="854"/>
                    </a:cubicBezTo>
                    <a:cubicBezTo>
                      <a:pt x="98" y="855"/>
                      <a:pt x="95" y="855"/>
                      <a:pt x="93" y="855"/>
                    </a:cubicBezTo>
                    <a:cubicBezTo>
                      <a:pt x="91" y="855"/>
                      <a:pt x="89" y="856"/>
                      <a:pt x="87" y="857"/>
                    </a:cubicBezTo>
                    <a:cubicBezTo>
                      <a:pt x="85" y="857"/>
                      <a:pt x="83" y="858"/>
                      <a:pt x="81" y="858"/>
                    </a:cubicBezTo>
                    <a:cubicBezTo>
                      <a:pt x="79" y="859"/>
                      <a:pt x="77" y="859"/>
                      <a:pt x="75" y="859"/>
                    </a:cubicBezTo>
                    <a:cubicBezTo>
                      <a:pt x="73" y="859"/>
                      <a:pt x="70" y="860"/>
                      <a:pt x="68" y="861"/>
                    </a:cubicBezTo>
                    <a:cubicBezTo>
                      <a:pt x="67" y="861"/>
                      <a:pt x="64" y="862"/>
                      <a:pt x="64" y="864"/>
                    </a:cubicBezTo>
                    <a:cubicBezTo>
                      <a:pt x="64" y="866"/>
                      <a:pt x="66" y="867"/>
                      <a:pt x="67" y="867"/>
                    </a:cubicBezTo>
                    <a:cubicBezTo>
                      <a:pt x="69" y="868"/>
                      <a:pt x="71" y="868"/>
                      <a:pt x="72" y="867"/>
                    </a:cubicBezTo>
                    <a:cubicBezTo>
                      <a:pt x="74" y="867"/>
                      <a:pt x="75" y="867"/>
                      <a:pt x="76" y="867"/>
                    </a:cubicBezTo>
                    <a:cubicBezTo>
                      <a:pt x="77" y="866"/>
                      <a:pt x="79" y="866"/>
                      <a:pt x="80" y="866"/>
                    </a:cubicBezTo>
                    <a:cubicBezTo>
                      <a:pt x="82" y="866"/>
                      <a:pt x="84" y="866"/>
                      <a:pt x="86" y="866"/>
                    </a:cubicBezTo>
                    <a:cubicBezTo>
                      <a:pt x="88" y="866"/>
                      <a:pt x="90" y="865"/>
                      <a:pt x="93" y="865"/>
                    </a:cubicBezTo>
                    <a:cubicBezTo>
                      <a:pt x="96" y="864"/>
                      <a:pt x="100" y="863"/>
                      <a:pt x="104" y="862"/>
                    </a:cubicBezTo>
                    <a:cubicBezTo>
                      <a:pt x="106" y="862"/>
                      <a:pt x="108" y="861"/>
                      <a:pt x="110" y="861"/>
                    </a:cubicBezTo>
                    <a:cubicBezTo>
                      <a:pt x="112" y="861"/>
                      <a:pt x="114" y="861"/>
                      <a:pt x="115" y="863"/>
                    </a:cubicBezTo>
                    <a:cubicBezTo>
                      <a:pt x="117" y="865"/>
                      <a:pt x="111" y="866"/>
                      <a:pt x="110" y="867"/>
                    </a:cubicBezTo>
                    <a:cubicBezTo>
                      <a:pt x="109" y="867"/>
                      <a:pt x="108" y="868"/>
                      <a:pt x="107" y="868"/>
                    </a:cubicBezTo>
                    <a:cubicBezTo>
                      <a:pt x="105" y="869"/>
                      <a:pt x="103" y="869"/>
                      <a:pt x="101" y="869"/>
                    </a:cubicBezTo>
                    <a:cubicBezTo>
                      <a:pt x="99" y="870"/>
                      <a:pt x="97" y="870"/>
                      <a:pt x="95" y="872"/>
                    </a:cubicBezTo>
                    <a:cubicBezTo>
                      <a:pt x="94" y="873"/>
                      <a:pt x="93" y="874"/>
                      <a:pt x="91" y="875"/>
                    </a:cubicBezTo>
                    <a:cubicBezTo>
                      <a:pt x="90" y="877"/>
                      <a:pt x="88" y="877"/>
                      <a:pt x="87" y="877"/>
                    </a:cubicBezTo>
                    <a:cubicBezTo>
                      <a:pt x="85" y="877"/>
                      <a:pt x="82" y="875"/>
                      <a:pt x="80" y="875"/>
                    </a:cubicBezTo>
                    <a:cubicBezTo>
                      <a:pt x="78" y="874"/>
                      <a:pt x="76" y="874"/>
                      <a:pt x="74" y="874"/>
                    </a:cubicBezTo>
                    <a:cubicBezTo>
                      <a:pt x="72" y="875"/>
                      <a:pt x="70" y="876"/>
                      <a:pt x="68" y="877"/>
                    </a:cubicBezTo>
                    <a:cubicBezTo>
                      <a:pt x="66" y="878"/>
                      <a:pt x="65" y="879"/>
                      <a:pt x="63" y="880"/>
                    </a:cubicBezTo>
                    <a:cubicBezTo>
                      <a:pt x="62" y="881"/>
                      <a:pt x="61" y="882"/>
                      <a:pt x="60" y="883"/>
                    </a:cubicBezTo>
                    <a:cubicBezTo>
                      <a:pt x="59" y="885"/>
                      <a:pt x="60" y="888"/>
                      <a:pt x="62" y="890"/>
                    </a:cubicBezTo>
                    <a:cubicBezTo>
                      <a:pt x="63" y="890"/>
                      <a:pt x="64" y="890"/>
                      <a:pt x="66" y="890"/>
                    </a:cubicBezTo>
                    <a:cubicBezTo>
                      <a:pt x="68" y="890"/>
                      <a:pt x="70" y="890"/>
                      <a:pt x="72" y="890"/>
                    </a:cubicBezTo>
                    <a:cubicBezTo>
                      <a:pt x="74" y="890"/>
                      <a:pt x="75" y="890"/>
                      <a:pt x="77" y="890"/>
                    </a:cubicBezTo>
                    <a:cubicBezTo>
                      <a:pt x="78" y="890"/>
                      <a:pt x="78" y="889"/>
                      <a:pt x="79" y="889"/>
                    </a:cubicBezTo>
                    <a:cubicBezTo>
                      <a:pt x="81" y="888"/>
                      <a:pt x="82" y="886"/>
                      <a:pt x="84" y="885"/>
                    </a:cubicBezTo>
                    <a:cubicBezTo>
                      <a:pt x="86" y="885"/>
                      <a:pt x="88" y="884"/>
                      <a:pt x="90" y="884"/>
                    </a:cubicBezTo>
                    <a:cubicBezTo>
                      <a:pt x="91" y="884"/>
                      <a:pt x="92" y="885"/>
                      <a:pt x="94" y="886"/>
                    </a:cubicBezTo>
                    <a:cubicBezTo>
                      <a:pt x="94" y="887"/>
                      <a:pt x="95" y="888"/>
                      <a:pt x="96" y="888"/>
                    </a:cubicBezTo>
                    <a:cubicBezTo>
                      <a:pt x="97" y="889"/>
                      <a:pt x="99" y="889"/>
                      <a:pt x="100" y="889"/>
                    </a:cubicBezTo>
                    <a:cubicBezTo>
                      <a:pt x="102" y="889"/>
                      <a:pt x="104" y="888"/>
                      <a:pt x="106" y="888"/>
                    </a:cubicBezTo>
                    <a:cubicBezTo>
                      <a:pt x="107" y="888"/>
                      <a:pt x="107" y="888"/>
                      <a:pt x="108" y="888"/>
                    </a:cubicBezTo>
                    <a:cubicBezTo>
                      <a:pt x="109" y="888"/>
                      <a:pt x="110" y="888"/>
                      <a:pt x="111" y="888"/>
                    </a:cubicBezTo>
                    <a:cubicBezTo>
                      <a:pt x="112" y="888"/>
                      <a:pt x="113" y="888"/>
                      <a:pt x="114" y="888"/>
                    </a:cubicBezTo>
                    <a:cubicBezTo>
                      <a:pt x="115" y="888"/>
                      <a:pt x="117" y="888"/>
                      <a:pt x="118" y="888"/>
                    </a:cubicBezTo>
                    <a:cubicBezTo>
                      <a:pt x="120" y="888"/>
                      <a:pt x="121" y="888"/>
                      <a:pt x="123" y="887"/>
                    </a:cubicBezTo>
                    <a:cubicBezTo>
                      <a:pt x="125" y="887"/>
                      <a:pt x="135" y="887"/>
                      <a:pt x="134" y="890"/>
                    </a:cubicBezTo>
                    <a:cubicBezTo>
                      <a:pt x="134" y="890"/>
                      <a:pt x="133" y="890"/>
                      <a:pt x="133" y="891"/>
                    </a:cubicBezTo>
                    <a:cubicBezTo>
                      <a:pt x="132" y="891"/>
                      <a:pt x="132" y="892"/>
                      <a:pt x="131" y="893"/>
                    </a:cubicBezTo>
                    <a:cubicBezTo>
                      <a:pt x="130" y="894"/>
                      <a:pt x="129" y="894"/>
                      <a:pt x="127" y="894"/>
                    </a:cubicBezTo>
                    <a:cubicBezTo>
                      <a:pt x="126" y="894"/>
                      <a:pt x="124" y="895"/>
                      <a:pt x="124" y="897"/>
                    </a:cubicBezTo>
                    <a:cubicBezTo>
                      <a:pt x="124" y="898"/>
                      <a:pt x="124" y="899"/>
                      <a:pt x="124" y="900"/>
                    </a:cubicBezTo>
                    <a:cubicBezTo>
                      <a:pt x="124" y="901"/>
                      <a:pt x="123" y="901"/>
                      <a:pt x="123" y="902"/>
                    </a:cubicBezTo>
                    <a:cubicBezTo>
                      <a:pt x="123" y="903"/>
                      <a:pt x="124" y="903"/>
                      <a:pt x="124" y="904"/>
                    </a:cubicBezTo>
                    <a:cubicBezTo>
                      <a:pt x="124" y="904"/>
                      <a:pt x="124" y="905"/>
                      <a:pt x="125" y="906"/>
                    </a:cubicBezTo>
                    <a:cubicBezTo>
                      <a:pt x="125" y="906"/>
                      <a:pt x="126" y="906"/>
                      <a:pt x="127" y="906"/>
                    </a:cubicBezTo>
                    <a:cubicBezTo>
                      <a:pt x="128" y="906"/>
                      <a:pt x="130" y="906"/>
                      <a:pt x="132" y="906"/>
                    </a:cubicBezTo>
                    <a:cubicBezTo>
                      <a:pt x="134" y="907"/>
                      <a:pt x="134" y="908"/>
                      <a:pt x="135" y="909"/>
                    </a:cubicBezTo>
                    <a:cubicBezTo>
                      <a:pt x="137" y="911"/>
                      <a:pt x="139" y="913"/>
                      <a:pt x="141" y="912"/>
                    </a:cubicBezTo>
                    <a:cubicBezTo>
                      <a:pt x="142" y="911"/>
                      <a:pt x="143" y="910"/>
                      <a:pt x="144" y="908"/>
                    </a:cubicBezTo>
                    <a:cubicBezTo>
                      <a:pt x="144" y="908"/>
                      <a:pt x="145" y="908"/>
                      <a:pt x="145" y="907"/>
                    </a:cubicBezTo>
                    <a:cubicBezTo>
                      <a:pt x="145" y="907"/>
                      <a:pt x="145" y="907"/>
                      <a:pt x="146" y="907"/>
                    </a:cubicBezTo>
                    <a:cubicBezTo>
                      <a:pt x="146" y="907"/>
                      <a:pt x="146" y="907"/>
                      <a:pt x="147" y="906"/>
                    </a:cubicBezTo>
                    <a:cubicBezTo>
                      <a:pt x="147" y="906"/>
                      <a:pt x="147" y="906"/>
                      <a:pt x="147" y="906"/>
                    </a:cubicBezTo>
                    <a:cubicBezTo>
                      <a:pt x="148" y="905"/>
                      <a:pt x="148" y="905"/>
                      <a:pt x="149" y="905"/>
                    </a:cubicBezTo>
                    <a:cubicBezTo>
                      <a:pt x="150" y="904"/>
                      <a:pt x="152" y="905"/>
                      <a:pt x="153" y="905"/>
                    </a:cubicBezTo>
                    <a:cubicBezTo>
                      <a:pt x="154" y="906"/>
                      <a:pt x="154" y="906"/>
                      <a:pt x="155" y="907"/>
                    </a:cubicBezTo>
                    <a:cubicBezTo>
                      <a:pt x="156" y="908"/>
                      <a:pt x="156" y="909"/>
                      <a:pt x="157" y="910"/>
                    </a:cubicBezTo>
                    <a:cubicBezTo>
                      <a:pt x="157" y="911"/>
                      <a:pt x="158" y="911"/>
                      <a:pt x="159" y="912"/>
                    </a:cubicBezTo>
                    <a:cubicBezTo>
                      <a:pt x="159" y="913"/>
                      <a:pt x="159" y="913"/>
                      <a:pt x="160" y="913"/>
                    </a:cubicBezTo>
                    <a:cubicBezTo>
                      <a:pt x="160" y="913"/>
                      <a:pt x="161" y="913"/>
                      <a:pt x="161" y="913"/>
                    </a:cubicBezTo>
                    <a:cubicBezTo>
                      <a:pt x="162" y="912"/>
                      <a:pt x="162" y="911"/>
                      <a:pt x="162" y="910"/>
                    </a:cubicBezTo>
                    <a:cubicBezTo>
                      <a:pt x="162" y="910"/>
                      <a:pt x="162" y="908"/>
                      <a:pt x="163" y="908"/>
                    </a:cubicBezTo>
                    <a:cubicBezTo>
                      <a:pt x="163" y="907"/>
                      <a:pt x="164" y="908"/>
                      <a:pt x="164" y="908"/>
                    </a:cubicBezTo>
                    <a:cubicBezTo>
                      <a:pt x="165" y="908"/>
                      <a:pt x="165" y="908"/>
                      <a:pt x="166" y="907"/>
                    </a:cubicBezTo>
                    <a:cubicBezTo>
                      <a:pt x="167" y="907"/>
                      <a:pt x="167" y="906"/>
                      <a:pt x="167" y="906"/>
                    </a:cubicBezTo>
                    <a:cubicBezTo>
                      <a:pt x="168" y="906"/>
                      <a:pt x="168" y="905"/>
                      <a:pt x="169" y="905"/>
                    </a:cubicBezTo>
                    <a:cubicBezTo>
                      <a:pt x="170" y="905"/>
                      <a:pt x="170" y="905"/>
                      <a:pt x="171" y="904"/>
                    </a:cubicBezTo>
                    <a:cubicBezTo>
                      <a:pt x="172" y="904"/>
                      <a:pt x="172" y="904"/>
                      <a:pt x="172" y="904"/>
                    </a:cubicBezTo>
                    <a:cubicBezTo>
                      <a:pt x="173" y="904"/>
                      <a:pt x="173" y="904"/>
                      <a:pt x="173" y="904"/>
                    </a:cubicBezTo>
                    <a:cubicBezTo>
                      <a:pt x="173" y="904"/>
                      <a:pt x="173" y="904"/>
                      <a:pt x="173" y="904"/>
                    </a:cubicBezTo>
                    <a:cubicBezTo>
                      <a:pt x="174" y="904"/>
                      <a:pt x="175" y="904"/>
                      <a:pt x="176" y="904"/>
                    </a:cubicBezTo>
                    <a:cubicBezTo>
                      <a:pt x="176" y="904"/>
                      <a:pt x="176" y="905"/>
                      <a:pt x="177" y="905"/>
                    </a:cubicBezTo>
                    <a:cubicBezTo>
                      <a:pt x="178" y="905"/>
                      <a:pt x="179" y="905"/>
                      <a:pt x="180" y="904"/>
                    </a:cubicBezTo>
                    <a:cubicBezTo>
                      <a:pt x="181" y="904"/>
                      <a:pt x="181" y="903"/>
                      <a:pt x="181" y="903"/>
                    </a:cubicBezTo>
                    <a:cubicBezTo>
                      <a:pt x="182" y="902"/>
                      <a:pt x="181" y="901"/>
                      <a:pt x="181" y="900"/>
                    </a:cubicBezTo>
                    <a:cubicBezTo>
                      <a:pt x="180" y="899"/>
                      <a:pt x="180" y="898"/>
                      <a:pt x="180" y="897"/>
                    </a:cubicBezTo>
                    <a:cubicBezTo>
                      <a:pt x="180" y="896"/>
                      <a:pt x="180" y="896"/>
                      <a:pt x="181" y="895"/>
                    </a:cubicBezTo>
                    <a:cubicBezTo>
                      <a:pt x="181" y="894"/>
                      <a:pt x="183" y="895"/>
                      <a:pt x="183" y="895"/>
                    </a:cubicBezTo>
                    <a:cubicBezTo>
                      <a:pt x="184" y="896"/>
                      <a:pt x="184" y="896"/>
                      <a:pt x="184" y="897"/>
                    </a:cubicBezTo>
                    <a:cubicBezTo>
                      <a:pt x="185" y="897"/>
                      <a:pt x="185" y="898"/>
                      <a:pt x="186" y="899"/>
                    </a:cubicBezTo>
                    <a:cubicBezTo>
                      <a:pt x="186" y="899"/>
                      <a:pt x="186" y="900"/>
                      <a:pt x="186" y="900"/>
                    </a:cubicBezTo>
                    <a:cubicBezTo>
                      <a:pt x="187" y="901"/>
                      <a:pt x="187" y="901"/>
                      <a:pt x="188" y="901"/>
                    </a:cubicBezTo>
                    <a:cubicBezTo>
                      <a:pt x="188" y="902"/>
                      <a:pt x="189" y="902"/>
                      <a:pt x="190" y="902"/>
                    </a:cubicBezTo>
                    <a:cubicBezTo>
                      <a:pt x="193" y="903"/>
                      <a:pt x="195" y="904"/>
                      <a:pt x="198" y="902"/>
                    </a:cubicBezTo>
                    <a:cubicBezTo>
                      <a:pt x="199" y="901"/>
                      <a:pt x="202" y="901"/>
                      <a:pt x="202" y="902"/>
                    </a:cubicBezTo>
                    <a:cubicBezTo>
                      <a:pt x="203" y="903"/>
                      <a:pt x="203" y="904"/>
                      <a:pt x="204" y="904"/>
                    </a:cubicBezTo>
                    <a:cubicBezTo>
                      <a:pt x="204" y="905"/>
                      <a:pt x="205" y="905"/>
                      <a:pt x="205" y="905"/>
                    </a:cubicBezTo>
                    <a:cubicBezTo>
                      <a:pt x="205" y="905"/>
                      <a:pt x="205" y="906"/>
                      <a:pt x="206" y="906"/>
                    </a:cubicBezTo>
                    <a:cubicBezTo>
                      <a:pt x="206" y="907"/>
                      <a:pt x="206" y="908"/>
                      <a:pt x="207" y="909"/>
                    </a:cubicBezTo>
                    <a:cubicBezTo>
                      <a:pt x="208" y="910"/>
                      <a:pt x="209" y="911"/>
                      <a:pt x="210" y="911"/>
                    </a:cubicBezTo>
                    <a:cubicBezTo>
                      <a:pt x="211" y="911"/>
                      <a:pt x="211" y="911"/>
                      <a:pt x="212" y="912"/>
                    </a:cubicBezTo>
                    <a:cubicBezTo>
                      <a:pt x="212" y="912"/>
                      <a:pt x="212" y="912"/>
                      <a:pt x="213" y="912"/>
                    </a:cubicBezTo>
                    <a:cubicBezTo>
                      <a:pt x="214" y="912"/>
                      <a:pt x="216" y="913"/>
                      <a:pt x="217" y="912"/>
                    </a:cubicBezTo>
                    <a:cubicBezTo>
                      <a:pt x="218" y="911"/>
                      <a:pt x="218" y="910"/>
                      <a:pt x="219" y="910"/>
                    </a:cubicBezTo>
                    <a:cubicBezTo>
                      <a:pt x="219" y="909"/>
                      <a:pt x="220" y="909"/>
                      <a:pt x="220" y="909"/>
                    </a:cubicBezTo>
                    <a:cubicBezTo>
                      <a:pt x="220" y="908"/>
                      <a:pt x="220" y="907"/>
                      <a:pt x="221" y="906"/>
                    </a:cubicBezTo>
                    <a:cubicBezTo>
                      <a:pt x="222" y="905"/>
                      <a:pt x="223" y="905"/>
                      <a:pt x="224" y="905"/>
                    </a:cubicBezTo>
                    <a:cubicBezTo>
                      <a:pt x="225" y="904"/>
                      <a:pt x="226" y="904"/>
                      <a:pt x="226" y="903"/>
                    </a:cubicBezTo>
                    <a:cubicBezTo>
                      <a:pt x="226" y="901"/>
                      <a:pt x="225" y="899"/>
                      <a:pt x="226" y="897"/>
                    </a:cubicBezTo>
                    <a:cubicBezTo>
                      <a:pt x="227" y="896"/>
                      <a:pt x="228" y="896"/>
                      <a:pt x="229" y="898"/>
                    </a:cubicBezTo>
                    <a:cubicBezTo>
                      <a:pt x="229" y="899"/>
                      <a:pt x="229" y="899"/>
                      <a:pt x="230" y="900"/>
                    </a:cubicBezTo>
                    <a:cubicBezTo>
                      <a:pt x="231" y="901"/>
                      <a:pt x="232" y="901"/>
                      <a:pt x="233" y="902"/>
                    </a:cubicBezTo>
                    <a:cubicBezTo>
                      <a:pt x="235" y="903"/>
                      <a:pt x="236" y="904"/>
                      <a:pt x="237" y="905"/>
                    </a:cubicBezTo>
                    <a:cubicBezTo>
                      <a:pt x="239" y="906"/>
                      <a:pt x="240" y="908"/>
                      <a:pt x="241" y="909"/>
                    </a:cubicBezTo>
                    <a:cubicBezTo>
                      <a:pt x="241" y="909"/>
                      <a:pt x="242" y="910"/>
                      <a:pt x="242" y="910"/>
                    </a:cubicBezTo>
                    <a:cubicBezTo>
                      <a:pt x="243" y="911"/>
                      <a:pt x="243" y="912"/>
                      <a:pt x="244" y="912"/>
                    </a:cubicBezTo>
                    <a:cubicBezTo>
                      <a:pt x="244" y="913"/>
                      <a:pt x="244" y="913"/>
                      <a:pt x="244" y="914"/>
                    </a:cubicBezTo>
                    <a:cubicBezTo>
                      <a:pt x="245" y="914"/>
                      <a:pt x="245" y="914"/>
                      <a:pt x="245" y="915"/>
                    </a:cubicBezTo>
                    <a:cubicBezTo>
                      <a:pt x="246" y="916"/>
                      <a:pt x="247" y="916"/>
                      <a:pt x="248" y="916"/>
                    </a:cubicBezTo>
                    <a:cubicBezTo>
                      <a:pt x="250" y="916"/>
                      <a:pt x="251" y="915"/>
                      <a:pt x="253" y="914"/>
                    </a:cubicBezTo>
                    <a:cubicBezTo>
                      <a:pt x="254" y="912"/>
                      <a:pt x="254" y="911"/>
                      <a:pt x="255" y="909"/>
                    </a:cubicBezTo>
                    <a:cubicBezTo>
                      <a:pt x="256" y="908"/>
                      <a:pt x="257" y="907"/>
                      <a:pt x="257" y="906"/>
                    </a:cubicBezTo>
                    <a:cubicBezTo>
                      <a:pt x="258" y="905"/>
                      <a:pt x="258" y="904"/>
                      <a:pt x="258" y="903"/>
                    </a:cubicBezTo>
                    <a:cubicBezTo>
                      <a:pt x="258" y="902"/>
                      <a:pt x="258" y="901"/>
                      <a:pt x="259" y="900"/>
                    </a:cubicBezTo>
                    <a:cubicBezTo>
                      <a:pt x="260" y="899"/>
                      <a:pt x="262" y="899"/>
                      <a:pt x="264" y="899"/>
                    </a:cubicBezTo>
                    <a:cubicBezTo>
                      <a:pt x="265" y="899"/>
                      <a:pt x="265" y="900"/>
                      <a:pt x="266" y="901"/>
                    </a:cubicBezTo>
                    <a:cubicBezTo>
                      <a:pt x="267" y="902"/>
                      <a:pt x="268" y="902"/>
                      <a:pt x="269" y="902"/>
                    </a:cubicBezTo>
                    <a:cubicBezTo>
                      <a:pt x="271" y="903"/>
                      <a:pt x="273" y="903"/>
                      <a:pt x="275" y="903"/>
                    </a:cubicBezTo>
                    <a:cubicBezTo>
                      <a:pt x="276" y="903"/>
                      <a:pt x="277" y="903"/>
                      <a:pt x="278" y="904"/>
                    </a:cubicBezTo>
                    <a:cubicBezTo>
                      <a:pt x="279" y="904"/>
                      <a:pt x="279" y="905"/>
                      <a:pt x="280" y="905"/>
                    </a:cubicBezTo>
                    <a:cubicBezTo>
                      <a:pt x="280" y="906"/>
                      <a:pt x="280" y="906"/>
                      <a:pt x="280" y="907"/>
                    </a:cubicBezTo>
                    <a:cubicBezTo>
                      <a:pt x="280" y="909"/>
                      <a:pt x="280" y="911"/>
                      <a:pt x="280" y="913"/>
                    </a:cubicBezTo>
                    <a:cubicBezTo>
                      <a:pt x="280" y="913"/>
                      <a:pt x="281" y="915"/>
                      <a:pt x="281" y="914"/>
                    </a:cubicBezTo>
                    <a:cubicBezTo>
                      <a:pt x="282" y="914"/>
                      <a:pt x="282" y="914"/>
                      <a:pt x="283" y="913"/>
                    </a:cubicBezTo>
                    <a:cubicBezTo>
                      <a:pt x="283" y="912"/>
                      <a:pt x="284" y="910"/>
                      <a:pt x="284" y="908"/>
                    </a:cubicBezTo>
                    <a:cubicBezTo>
                      <a:pt x="284" y="907"/>
                      <a:pt x="284" y="904"/>
                      <a:pt x="285" y="903"/>
                    </a:cubicBezTo>
                    <a:cubicBezTo>
                      <a:pt x="286" y="903"/>
                      <a:pt x="286" y="903"/>
                      <a:pt x="287" y="903"/>
                    </a:cubicBezTo>
                    <a:cubicBezTo>
                      <a:pt x="287" y="903"/>
                      <a:pt x="288" y="902"/>
                      <a:pt x="288" y="902"/>
                    </a:cubicBezTo>
                    <a:cubicBezTo>
                      <a:pt x="289" y="902"/>
                      <a:pt x="289" y="902"/>
                      <a:pt x="289" y="901"/>
                    </a:cubicBezTo>
                    <a:cubicBezTo>
                      <a:pt x="290" y="900"/>
                      <a:pt x="290" y="898"/>
                      <a:pt x="290" y="897"/>
                    </a:cubicBezTo>
                    <a:cubicBezTo>
                      <a:pt x="290" y="896"/>
                      <a:pt x="290" y="895"/>
                      <a:pt x="291" y="894"/>
                    </a:cubicBezTo>
                    <a:cubicBezTo>
                      <a:pt x="292" y="893"/>
                      <a:pt x="295" y="894"/>
                      <a:pt x="296" y="895"/>
                    </a:cubicBezTo>
                    <a:cubicBezTo>
                      <a:pt x="296" y="896"/>
                      <a:pt x="296" y="897"/>
                      <a:pt x="296" y="898"/>
                    </a:cubicBezTo>
                    <a:cubicBezTo>
                      <a:pt x="297" y="899"/>
                      <a:pt x="298" y="900"/>
                      <a:pt x="299" y="899"/>
                    </a:cubicBezTo>
                    <a:cubicBezTo>
                      <a:pt x="301" y="899"/>
                      <a:pt x="301" y="898"/>
                      <a:pt x="302" y="898"/>
                    </a:cubicBezTo>
                    <a:cubicBezTo>
                      <a:pt x="302" y="897"/>
                      <a:pt x="303" y="897"/>
                      <a:pt x="303" y="898"/>
                    </a:cubicBezTo>
                    <a:cubicBezTo>
                      <a:pt x="303" y="898"/>
                      <a:pt x="304" y="899"/>
                      <a:pt x="304" y="899"/>
                    </a:cubicBezTo>
                    <a:cubicBezTo>
                      <a:pt x="306" y="900"/>
                      <a:pt x="307" y="899"/>
                      <a:pt x="308" y="899"/>
                    </a:cubicBezTo>
                    <a:cubicBezTo>
                      <a:pt x="310" y="898"/>
                      <a:pt x="313" y="897"/>
                      <a:pt x="315" y="897"/>
                    </a:cubicBezTo>
                    <a:cubicBezTo>
                      <a:pt x="318" y="897"/>
                      <a:pt x="320" y="898"/>
                      <a:pt x="323" y="898"/>
                    </a:cubicBezTo>
                    <a:cubicBezTo>
                      <a:pt x="324" y="897"/>
                      <a:pt x="326" y="897"/>
                      <a:pt x="327" y="895"/>
                    </a:cubicBezTo>
                    <a:cubicBezTo>
                      <a:pt x="328" y="894"/>
                      <a:pt x="329" y="893"/>
                      <a:pt x="330" y="893"/>
                    </a:cubicBezTo>
                    <a:cubicBezTo>
                      <a:pt x="332" y="893"/>
                      <a:pt x="333" y="894"/>
                      <a:pt x="335" y="893"/>
                    </a:cubicBezTo>
                    <a:cubicBezTo>
                      <a:pt x="336" y="892"/>
                      <a:pt x="336" y="891"/>
                      <a:pt x="336" y="890"/>
                    </a:cubicBezTo>
                    <a:cubicBezTo>
                      <a:pt x="337" y="888"/>
                      <a:pt x="336" y="888"/>
                      <a:pt x="335" y="887"/>
                    </a:cubicBezTo>
                    <a:cubicBezTo>
                      <a:pt x="333" y="887"/>
                      <a:pt x="331" y="887"/>
                      <a:pt x="330" y="887"/>
                    </a:cubicBezTo>
                    <a:cubicBezTo>
                      <a:pt x="329" y="886"/>
                      <a:pt x="330" y="885"/>
                      <a:pt x="330" y="884"/>
                    </a:cubicBezTo>
                    <a:cubicBezTo>
                      <a:pt x="332" y="883"/>
                      <a:pt x="335" y="884"/>
                      <a:pt x="338" y="883"/>
                    </a:cubicBezTo>
                    <a:cubicBezTo>
                      <a:pt x="339" y="883"/>
                      <a:pt x="340" y="882"/>
                      <a:pt x="340" y="881"/>
                    </a:cubicBezTo>
                    <a:cubicBezTo>
                      <a:pt x="340" y="880"/>
                      <a:pt x="339" y="879"/>
                      <a:pt x="339" y="878"/>
                    </a:cubicBezTo>
                    <a:cubicBezTo>
                      <a:pt x="339" y="877"/>
                      <a:pt x="338" y="876"/>
                      <a:pt x="337" y="876"/>
                    </a:cubicBezTo>
                    <a:cubicBezTo>
                      <a:pt x="335" y="875"/>
                      <a:pt x="333" y="875"/>
                      <a:pt x="332" y="875"/>
                    </a:cubicBezTo>
                    <a:cubicBezTo>
                      <a:pt x="330" y="875"/>
                      <a:pt x="328" y="874"/>
                      <a:pt x="327" y="873"/>
                    </a:cubicBezTo>
                    <a:cubicBezTo>
                      <a:pt x="327" y="872"/>
                      <a:pt x="328" y="871"/>
                      <a:pt x="328" y="871"/>
                    </a:cubicBezTo>
                    <a:cubicBezTo>
                      <a:pt x="330" y="871"/>
                      <a:pt x="331" y="871"/>
                      <a:pt x="333" y="870"/>
                    </a:cubicBezTo>
                    <a:cubicBezTo>
                      <a:pt x="334" y="870"/>
                      <a:pt x="334" y="868"/>
                      <a:pt x="334" y="867"/>
                    </a:cubicBezTo>
                    <a:cubicBezTo>
                      <a:pt x="334" y="865"/>
                      <a:pt x="338" y="866"/>
                      <a:pt x="340" y="866"/>
                    </a:cubicBezTo>
                    <a:cubicBezTo>
                      <a:pt x="341" y="866"/>
                      <a:pt x="341" y="865"/>
                      <a:pt x="342" y="865"/>
                    </a:cubicBezTo>
                    <a:cubicBezTo>
                      <a:pt x="344" y="865"/>
                      <a:pt x="346" y="865"/>
                      <a:pt x="347" y="865"/>
                    </a:cubicBezTo>
                    <a:cubicBezTo>
                      <a:pt x="350" y="865"/>
                      <a:pt x="354" y="865"/>
                      <a:pt x="356" y="866"/>
                    </a:cubicBezTo>
                    <a:cubicBezTo>
                      <a:pt x="359" y="868"/>
                      <a:pt x="357" y="871"/>
                      <a:pt x="355" y="872"/>
                    </a:cubicBezTo>
                    <a:cubicBezTo>
                      <a:pt x="354" y="872"/>
                      <a:pt x="353" y="872"/>
                      <a:pt x="352" y="872"/>
                    </a:cubicBezTo>
                    <a:cubicBezTo>
                      <a:pt x="350" y="872"/>
                      <a:pt x="349" y="873"/>
                      <a:pt x="348" y="873"/>
                    </a:cubicBezTo>
                    <a:cubicBezTo>
                      <a:pt x="347" y="873"/>
                      <a:pt x="346" y="874"/>
                      <a:pt x="346" y="875"/>
                    </a:cubicBezTo>
                    <a:cubicBezTo>
                      <a:pt x="345" y="875"/>
                      <a:pt x="345" y="876"/>
                      <a:pt x="345" y="877"/>
                    </a:cubicBezTo>
                    <a:cubicBezTo>
                      <a:pt x="345" y="878"/>
                      <a:pt x="345" y="879"/>
                      <a:pt x="346" y="880"/>
                    </a:cubicBezTo>
                    <a:cubicBezTo>
                      <a:pt x="346" y="881"/>
                      <a:pt x="347" y="881"/>
                      <a:pt x="348" y="882"/>
                    </a:cubicBezTo>
                    <a:cubicBezTo>
                      <a:pt x="350" y="883"/>
                      <a:pt x="351" y="883"/>
                      <a:pt x="352" y="884"/>
                    </a:cubicBezTo>
                    <a:cubicBezTo>
                      <a:pt x="353" y="885"/>
                      <a:pt x="353" y="886"/>
                      <a:pt x="354" y="886"/>
                    </a:cubicBezTo>
                    <a:cubicBezTo>
                      <a:pt x="355" y="887"/>
                      <a:pt x="357" y="887"/>
                      <a:pt x="358" y="887"/>
                    </a:cubicBezTo>
                    <a:cubicBezTo>
                      <a:pt x="359" y="887"/>
                      <a:pt x="361" y="887"/>
                      <a:pt x="362" y="887"/>
                    </a:cubicBezTo>
                    <a:cubicBezTo>
                      <a:pt x="364" y="886"/>
                      <a:pt x="365" y="885"/>
                      <a:pt x="367" y="885"/>
                    </a:cubicBezTo>
                    <a:cubicBezTo>
                      <a:pt x="368" y="885"/>
                      <a:pt x="370" y="885"/>
                      <a:pt x="371" y="886"/>
                    </a:cubicBezTo>
                    <a:cubicBezTo>
                      <a:pt x="372" y="886"/>
                      <a:pt x="373" y="887"/>
                      <a:pt x="374" y="887"/>
                    </a:cubicBezTo>
                    <a:cubicBezTo>
                      <a:pt x="374" y="888"/>
                      <a:pt x="376" y="887"/>
                      <a:pt x="377" y="887"/>
                    </a:cubicBezTo>
                    <a:cubicBezTo>
                      <a:pt x="378" y="888"/>
                      <a:pt x="380" y="888"/>
                      <a:pt x="382" y="888"/>
                    </a:cubicBezTo>
                    <a:cubicBezTo>
                      <a:pt x="384" y="887"/>
                      <a:pt x="384" y="886"/>
                      <a:pt x="384" y="885"/>
                    </a:cubicBezTo>
                    <a:cubicBezTo>
                      <a:pt x="384" y="883"/>
                      <a:pt x="384" y="881"/>
                      <a:pt x="385" y="880"/>
                    </a:cubicBezTo>
                    <a:cubicBezTo>
                      <a:pt x="386" y="879"/>
                      <a:pt x="388" y="879"/>
                      <a:pt x="389" y="878"/>
                    </a:cubicBezTo>
                    <a:cubicBezTo>
                      <a:pt x="390" y="878"/>
                      <a:pt x="391" y="878"/>
                      <a:pt x="392" y="877"/>
                    </a:cubicBezTo>
                    <a:cubicBezTo>
                      <a:pt x="395" y="876"/>
                      <a:pt x="397" y="877"/>
                      <a:pt x="400" y="877"/>
                    </a:cubicBezTo>
                    <a:cubicBezTo>
                      <a:pt x="402" y="878"/>
                      <a:pt x="403" y="878"/>
                      <a:pt x="405" y="878"/>
                    </a:cubicBezTo>
                    <a:cubicBezTo>
                      <a:pt x="407" y="878"/>
                      <a:pt x="409" y="878"/>
                      <a:pt x="411" y="878"/>
                    </a:cubicBezTo>
                    <a:cubicBezTo>
                      <a:pt x="412" y="877"/>
                      <a:pt x="414" y="877"/>
                      <a:pt x="414" y="875"/>
                    </a:cubicBezTo>
                    <a:cubicBezTo>
                      <a:pt x="414" y="874"/>
                      <a:pt x="412" y="873"/>
                      <a:pt x="411" y="873"/>
                    </a:cubicBezTo>
                    <a:cubicBezTo>
                      <a:pt x="410" y="873"/>
                      <a:pt x="409" y="873"/>
                      <a:pt x="408" y="871"/>
                    </a:cubicBezTo>
                    <a:cubicBezTo>
                      <a:pt x="407" y="870"/>
                      <a:pt x="407" y="869"/>
                      <a:pt x="407" y="868"/>
                    </a:cubicBezTo>
                    <a:cubicBezTo>
                      <a:pt x="407" y="866"/>
                      <a:pt x="408" y="865"/>
                      <a:pt x="409" y="865"/>
                    </a:cubicBezTo>
                    <a:cubicBezTo>
                      <a:pt x="411" y="864"/>
                      <a:pt x="413" y="864"/>
                      <a:pt x="415" y="864"/>
                    </a:cubicBezTo>
                    <a:cubicBezTo>
                      <a:pt x="417" y="863"/>
                      <a:pt x="419" y="863"/>
                      <a:pt x="422" y="864"/>
                    </a:cubicBezTo>
                    <a:cubicBezTo>
                      <a:pt x="423" y="864"/>
                      <a:pt x="424" y="865"/>
                      <a:pt x="426" y="865"/>
                    </a:cubicBezTo>
                    <a:cubicBezTo>
                      <a:pt x="427" y="866"/>
                      <a:pt x="430" y="866"/>
                      <a:pt x="432" y="866"/>
                    </a:cubicBezTo>
                    <a:cubicBezTo>
                      <a:pt x="433" y="865"/>
                      <a:pt x="435" y="865"/>
                      <a:pt x="436" y="867"/>
                    </a:cubicBezTo>
                    <a:cubicBezTo>
                      <a:pt x="437" y="868"/>
                      <a:pt x="437" y="869"/>
                      <a:pt x="438" y="869"/>
                    </a:cubicBezTo>
                    <a:cubicBezTo>
                      <a:pt x="439" y="870"/>
                      <a:pt x="441" y="869"/>
                      <a:pt x="442" y="869"/>
                    </a:cubicBezTo>
                    <a:cubicBezTo>
                      <a:pt x="443" y="869"/>
                      <a:pt x="444" y="868"/>
                      <a:pt x="444" y="867"/>
                    </a:cubicBezTo>
                    <a:cubicBezTo>
                      <a:pt x="445" y="866"/>
                      <a:pt x="444" y="865"/>
                      <a:pt x="444" y="864"/>
                    </a:cubicBezTo>
                    <a:cubicBezTo>
                      <a:pt x="445" y="862"/>
                      <a:pt x="449" y="862"/>
                      <a:pt x="451" y="863"/>
                    </a:cubicBezTo>
                    <a:cubicBezTo>
                      <a:pt x="453" y="864"/>
                      <a:pt x="455" y="865"/>
                      <a:pt x="457" y="865"/>
                    </a:cubicBezTo>
                    <a:cubicBezTo>
                      <a:pt x="459" y="865"/>
                      <a:pt x="462" y="866"/>
                      <a:pt x="464" y="864"/>
                    </a:cubicBezTo>
                    <a:cubicBezTo>
                      <a:pt x="465" y="863"/>
                      <a:pt x="465" y="862"/>
                      <a:pt x="466" y="862"/>
                    </a:cubicBezTo>
                    <a:cubicBezTo>
                      <a:pt x="466" y="861"/>
                      <a:pt x="467" y="861"/>
                      <a:pt x="468" y="860"/>
                    </a:cubicBezTo>
                    <a:cubicBezTo>
                      <a:pt x="470" y="859"/>
                      <a:pt x="471" y="858"/>
                      <a:pt x="472" y="856"/>
                    </a:cubicBezTo>
                    <a:cubicBezTo>
                      <a:pt x="473" y="855"/>
                      <a:pt x="474" y="854"/>
                      <a:pt x="475" y="853"/>
                    </a:cubicBezTo>
                    <a:cubicBezTo>
                      <a:pt x="476" y="852"/>
                      <a:pt x="478" y="850"/>
                      <a:pt x="478" y="849"/>
                    </a:cubicBezTo>
                    <a:cubicBezTo>
                      <a:pt x="478" y="848"/>
                      <a:pt x="478" y="847"/>
                      <a:pt x="477" y="847"/>
                    </a:cubicBezTo>
                    <a:cubicBezTo>
                      <a:pt x="476" y="847"/>
                      <a:pt x="474" y="846"/>
                      <a:pt x="473" y="845"/>
                    </a:cubicBezTo>
                    <a:cubicBezTo>
                      <a:pt x="473" y="845"/>
                      <a:pt x="472" y="844"/>
                      <a:pt x="472" y="844"/>
                    </a:cubicBezTo>
                    <a:cubicBezTo>
                      <a:pt x="471" y="843"/>
                      <a:pt x="471" y="843"/>
                      <a:pt x="470" y="843"/>
                    </a:cubicBezTo>
                    <a:cubicBezTo>
                      <a:pt x="469" y="842"/>
                      <a:pt x="467" y="843"/>
                      <a:pt x="466" y="841"/>
                    </a:cubicBezTo>
                    <a:cubicBezTo>
                      <a:pt x="466" y="840"/>
                      <a:pt x="467" y="839"/>
                      <a:pt x="469" y="838"/>
                    </a:cubicBezTo>
                    <a:cubicBezTo>
                      <a:pt x="469" y="838"/>
                      <a:pt x="469" y="837"/>
                      <a:pt x="469" y="836"/>
                    </a:cubicBezTo>
                    <a:cubicBezTo>
                      <a:pt x="470" y="835"/>
                      <a:pt x="474" y="835"/>
                      <a:pt x="475" y="837"/>
                    </a:cubicBezTo>
                    <a:cubicBezTo>
                      <a:pt x="475" y="837"/>
                      <a:pt x="475" y="838"/>
                      <a:pt x="476" y="839"/>
                    </a:cubicBezTo>
                    <a:cubicBezTo>
                      <a:pt x="476" y="839"/>
                      <a:pt x="477" y="840"/>
                      <a:pt x="478" y="840"/>
                    </a:cubicBezTo>
                    <a:cubicBezTo>
                      <a:pt x="479" y="841"/>
                      <a:pt x="480" y="839"/>
                      <a:pt x="482" y="839"/>
                    </a:cubicBezTo>
                    <a:cubicBezTo>
                      <a:pt x="483" y="839"/>
                      <a:pt x="484" y="840"/>
                      <a:pt x="485" y="840"/>
                    </a:cubicBezTo>
                    <a:cubicBezTo>
                      <a:pt x="486" y="840"/>
                      <a:pt x="487" y="840"/>
                      <a:pt x="488" y="840"/>
                    </a:cubicBezTo>
                    <a:cubicBezTo>
                      <a:pt x="490" y="840"/>
                      <a:pt x="492" y="840"/>
                      <a:pt x="494" y="838"/>
                    </a:cubicBezTo>
                    <a:cubicBezTo>
                      <a:pt x="495" y="838"/>
                      <a:pt x="496" y="837"/>
                      <a:pt x="497" y="836"/>
                    </a:cubicBezTo>
                    <a:cubicBezTo>
                      <a:pt x="498" y="836"/>
                      <a:pt x="499" y="836"/>
                      <a:pt x="501" y="836"/>
                    </a:cubicBezTo>
                    <a:cubicBezTo>
                      <a:pt x="502" y="836"/>
                      <a:pt x="504" y="835"/>
                      <a:pt x="506" y="835"/>
                    </a:cubicBezTo>
                    <a:cubicBezTo>
                      <a:pt x="507" y="835"/>
                      <a:pt x="507" y="835"/>
                      <a:pt x="508" y="835"/>
                    </a:cubicBezTo>
                    <a:cubicBezTo>
                      <a:pt x="509" y="835"/>
                      <a:pt x="510" y="835"/>
                      <a:pt x="511" y="835"/>
                    </a:cubicBezTo>
                    <a:cubicBezTo>
                      <a:pt x="513" y="835"/>
                      <a:pt x="514" y="835"/>
                      <a:pt x="515" y="835"/>
                    </a:cubicBezTo>
                    <a:cubicBezTo>
                      <a:pt x="517" y="835"/>
                      <a:pt x="518" y="835"/>
                      <a:pt x="519" y="835"/>
                    </a:cubicBezTo>
                    <a:cubicBezTo>
                      <a:pt x="521" y="836"/>
                      <a:pt x="523" y="838"/>
                      <a:pt x="526" y="839"/>
                    </a:cubicBezTo>
                    <a:cubicBezTo>
                      <a:pt x="527" y="840"/>
                      <a:pt x="528" y="841"/>
                      <a:pt x="530" y="842"/>
                    </a:cubicBezTo>
                    <a:cubicBezTo>
                      <a:pt x="531" y="842"/>
                      <a:pt x="531" y="842"/>
                      <a:pt x="532" y="842"/>
                    </a:cubicBezTo>
                    <a:cubicBezTo>
                      <a:pt x="533" y="843"/>
                      <a:pt x="534" y="843"/>
                      <a:pt x="535" y="844"/>
                    </a:cubicBezTo>
                    <a:cubicBezTo>
                      <a:pt x="536" y="844"/>
                      <a:pt x="536" y="844"/>
                      <a:pt x="537" y="844"/>
                    </a:cubicBezTo>
                    <a:cubicBezTo>
                      <a:pt x="539" y="845"/>
                      <a:pt x="540" y="845"/>
                      <a:pt x="542" y="845"/>
                    </a:cubicBezTo>
                    <a:cubicBezTo>
                      <a:pt x="543" y="845"/>
                      <a:pt x="545" y="845"/>
                      <a:pt x="546" y="844"/>
                    </a:cubicBezTo>
                    <a:cubicBezTo>
                      <a:pt x="547" y="843"/>
                      <a:pt x="548" y="842"/>
                      <a:pt x="548" y="842"/>
                    </a:cubicBezTo>
                    <a:cubicBezTo>
                      <a:pt x="549" y="842"/>
                      <a:pt x="550" y="841"/>
                      <a:pt x="550" y="841"/>
                    </a:cubicBezTo>
                    <a:cubicBezTo>
                      <a:pt x="552" y="840"/>
                      <a:pt x="554" y="838"/>
                      <a:pt x="556" y="840"/>
                    </a:cubicBezTo>
                    <a:cubicBezTo>
                      <a:pt x="556" y="841"/>
                      <a:pt x="556" y="841"/>
                      <a:pt x="557" y="841"/>
                    </a:cubicBezTo>
                    <a:cubicBezTo>
                      <a:pt x="558" y="842"/>
                      <a:pt x="559" y="842"/>
                      <a:pt x="560" y="842"/>
                    </a:cubicBezTo>
                    <a:cubicBezTo>
                      <a:pt x="563" y="843"/>
                      <a:pt x="559" y="844"/>
                      <a:pt x="558" y="845"/>
                    </a:cubicBezTo>
                    <a:cubicBezTo>
                      <a:pt x="557" y="845"/>
                      <a:pt x="556" y="847"/>
                      <a:pt x="556" y="848"/>
                    </a:cubicBezTo>
                    <a:cubicBezTo>
                      <a:pt x="556" y="850"/>
                      <a:pt x="559" y="850"/>
                      <a:pt x="560" y="850"/>
                    </a:cubicBezTo>
                    <a:cubicBezTo>
                      <a:pt x="562" y="850"/>
                      <a:pt x="563" y="850"/>
                      <a:pt x="565" y="849"/>
                    </a:cubicBezTo>
                    <a:cubicBezTo>
                      <a:pt x="566" y="850"/>
                      <a:pt x="566" y="850"/>
                      <a:pt x="567" y="850"/>
                    </a:cubicBezTo>
                    <a:cubicBezTo>
                      <a:pt x="568" y="850"/>
                      <a:pt x="568" y="850"/>
                      <a:pt x="569" y="850"/>
                    </a:cubicBezTo>
                    <a:cubicBezTo>
                      <a:pt x="570" y="851"/>
                      <a:pt x="571" y="851"/>
                      <a:pt x="573" y="851"/>
                    </a:cubicBezTo>
                    <a:cubicBezTo>
                      <a:pt x="574" y="850"/>
                      <a:pt x="575" y="850"/>
                      <a:pt x="576" y="849"/>
                    </a:cubicBezTo>
                    <a:cubicBezTo>
                      <a:pt x="577" y="848"/>
                      <a:pt x="578" y="847"/>
                      <a:pt x="580" y="846"/>
                    </a:cubicBezTo>
                    <a:cubicBezTo>
                      <a:pt x="581" y="845"/>
                      <a:pt x="582" y="844"/>
                      <a:pt x="581" y="843"/>
                    </a:cubicBezTo>
                    <a:cubicBezTo>
                      <a:pt x="581" y="842"/>
                      <a:pt x="581" y="841"/>
                      <a:pt x="581" y="841"/>
                    </a:cubicBezTo>
                    <a:cubicBezTo>
                      <a:pt x="580" y="841"/>
                      <a:pt x="580" y="840"/>
                      <a:pt x="580" y="840"/>
                    </a:cubicBezTo>
                    <a:cubicBezTo>
                      <a:pt x="581" y="839"/>
                      <a:pt x="581" y="839"/>
                      <a:pt x="582" y="838"/>
                    </a:cubicBezTo>
                    <a:cubicBezTo>
                      <a:pt x="584" y="837"/>
                      <a:pt x="584" y="835"/>
                      <a:pt x="584" y="834"/>
                    </a:cubicBezTo>
                    <a:cubicBezTo>
                      <a:pt x="584" y="833"/>
                      <a:pt x="583" y="831"/>
                      <a:pt x="584" y="830"/>
                    </a:cubicBezTo>
                    <a:cubicBezTo>
                      <a:pt x="584" y="829"/>
                      <a:pt x="585" y="828"/>
                      <a:pt x="585" y="827"/>
                    </a:cubicBezTo>
                    <a:cubicBezTo>
                      <a:pt x="586" y="827"/>
                      <a:pt x="587" y="826"/>
                      <a:pt x="588" y="827"/>
                    </a:cubicBezTo>
                    <a:cubicBezTo>
                      <a:pt x="588" y="828"/>
                      <a:pt x="588" y="829"/>
                      <a:pt x="589" y="830"/>
                    </a:cubicBezTo>
                    <a:cubicBezTo>
                      <a:pt x="589" y="832"/>
                      <a:pt x="589" y="833"/>
                      <a:pt x="590" y="835"/>
                    </a:cubicBezTo>
                    <a:cubicBezTo>
                      <a:pt x="590" y="836"/>
                      <a:pt x="591" y="837"/>
                      <a:pt x="592" y="839"/>
                    </a:cubicBezTo>
                    <a:cubicBezTo>
                      <a:pt x="592" y="840"/>
                      <a:pt x="592" y="841"/>
                      <a:pt x="593" y="843"/>
                    </a:cubicBezTo>
                    <a:cubicBezTo>
                      <a:pt x="593" y="844"/>
                      <a:pt x="593" y="846"/>
                      <a:pt x="593" y="847"/>
                    </a:cubicBezTo>
                    <a:cubicBezTo>
                      <a:pt x="594" y="849"/>
                      <a:pt x="593" y="850"/>
                      <a:pt x="591" y="851"/>
                    </a:cubicBezTo>
                    <a:cubicBezTo>
                      <a:pt x="590" y="852"/>
                      <a:pt x="588" y="853"/>
                      <a:pt x="586" y="854"/>
                    </a:cubicBezTo>
                    <a:cubicBezTo>
                      <a:pt x="585" y="855"/>
                      <a:pt x="584" y="856"/>
                      <a:pt x="584" y="858"/>
                    </a:cubicBezTo>
                    <a:cubicBezTo>
                      <a:pt x="584" y="859"/>
                      <a:pt x="584" y="860"/>
                      <a:pt x="585" y="859"/>
                    </a:cubicBezTo>
                    <a:cubicBezTo>
                      <a:pt x="587" y="859"/>
                      <a:pt x="588" y="857"/>
                      <a:pt x="589" y="856"/>
                    </a:cubicBezTo>
                    <a:cubicBezTo>
                      <a:pt x="590" y="855"/>
                      <a:pt x="592" y="854"/>
                      <a:pt x="594" y="853"/>
                    </a:cubicBezTo>
                    <a:cubicBezTo>
                      <a:pt x="595" y="853"/>
                      <a:pt x="596" y="853"/>
                      <a:pt x="598" y="853"/>
                    </a:cubicBezTo>
                    <a:cubicBezTo>
                      <a:pt x="600" y="853"/>
                      <a:pt x="603" y="852"/>
                      <a:pt x="604" y="849"/>
                    </a:cubicBezTo>
                    <a:cubicBezTo>
                      <a:pt x="606" y="846"/>
                      <a:pt x="604" y="842"/>
                      <a:pt x="606" y="839"/>
                    </a:cubicBezTo>
                    <a:cubicBezTo>
                      <a:pt x="608" y="836"/>
                      <a:pt x="611" y="836"/>
                      <a:pt x="614" y="835"/>
                    </a:cubicBezTo>
                    <a:cubicBezTo>
                      <a:pt x="616" y="835"/>
                      <a:pt x="618" y="835"/>
                      <a:pt x="620" y="834"/>
                    </a:cubicBezTo>
                    <a:cubicBezTo>
                      <a:pt x="621" y="836"/>
                      <a:pt x="619" y="837"/>
                      <a:pt x="618" y="838"/>
                    </a:cubicBezTo>
                    <a:cubicBezTo>
                      <a:pt x="617" y="839"/>
                      <a:pt x="616" y="840"/>
                      <a:pt x="615" y="841"/>
                    </a:cubicBezTo>
                    <a:cubicBezTo>
                      <a:pt x="614" y="841"/>
                      <a:pt x="613" y="842"/>
                      <a:pt x="612" y="843"/>
                    </a:cubicBezTo>
                    <a:cubicBezTo>
                      <a:pt x="611" y="844"/>
                      <a:pt x="612" y="845"/>
                      <a:pt x="612" y="846"/>
                    </a:cubicBezTo>
                    <a:cubicBezTo>
                      <a:pt x="613" y="846"/>
                      <a:pt x="614" y="845"/>
                      <a:pt x="615" y="845"/>
                    </a:cubicBezTo>
                    <a:cubicBezTo>
                      <a:pt x="618" y="844"/>
                      <a:pt x="621" y="844"/>
                      <a:pt x="624" y="843"/>
                    </a:cubicBezTo>
                    <a:cubicBezTo>
                      <a:pt x="627" y="843"/>
                      <a:pt x="629" y="843"/>
                      <a:pt x="632" y="844"/>
                    </a:cubicBezTo>
                    <a:cubicBezTo>
                      <a:pt x="634" y="846"/>
                      <a:pt x="636" y="849"/>
                      <a:pt x="638" y="851"/>
                    </a:cubicBezTo>
                    <a:cubicBezTo>
                      <a:pt x="639" y="854"/>
                      <a:pt x="641" y="856"/>
                      <a:pt x="642" y="859"/>
                    </a:cubicBezTo>
                    <a:cubicBezTo>
                      <a:pt x="642" y="860"/>
                      <a:pt x="643" y="862"/>
                      <a:pt x="646" y="862"/>
                    </a:cubicBezTo>
                    <a:cubicBezTo>
                      <a:pt x="648" y="862"/>
                      <a:pt x="650" y="861"/>
                      <a:pt x="652" y="861"/>
                    </a:cubicBezTo>
                    <a:cubicBezTo>
                      <a:pt x="654" y="861"/>
                      <a:pt x="656" y="863"/>
                      <a:pt x="658" y="863"/>
                    </a:cubicBezTo>
                    <a:cubicBezTo>
                      <a:pt x="660" y="864"/>
                      <a:pt x="662" y="863"/>
                      <a:pt x="664" y="862"/>
                    </a:cubicBezTo>
                    <a:cubicBezTo>
                      <a:pt x="665" y="861"/>
                      <a:pt x="666" y="858"/>
                      <a:pt x="667" y="860"/>
                    </a:cubicBezTo>
                    <a:cubicBezTo>
                      <a:pt x="668" y="861"/>
                      <a:pt x="668" y="864"/>
                      <a:pt x="669" y="865"/>
                    </a:cubicBezTo>
                    <a:cubicBezTo>
                      <a:pt x="670" y="867"/>
                      <a:pt x="672" y="868"/>
                      <a:pt x="674" y="868"/>
                    </a:cubicBezTo>
                    <a:cubicBezTo>
                      <a:pt x="676" y="869"/>
                      <a:pt x="678" y="870"/>
                      <a:pt x="680" y="869"/>
                    </a:cubicBezTo>
                    <a:cubicBezTo>
                      <a:pt x="681" y="869"/>
                      <a:pt x="681" y="868"/>
                      <a:pt x="681" y="867"/>
                    </a:cubicBezTo>
                    <a:cubicBezTo>
                      <a:pt x="682" y="867"/>
                      <a:pt x="683" y="866"/>
                      <a:pt x="684" y="865"/>
                    </a:cubicBezTo>
                    <a:cubicBezTo>
                      <a:pt x="686" y="862"/>
                      <a:pt x="688" y="861"/>
                      <a:pt x="691" y="859"/>
                    </a:cubicBezTo>
                    <a:cubicBezTo>
                      <a:pt x="692" y="857"/>
                      <a:pt x="694" y="854"/>
                      <a:pt x="692" y="853"/>
                    </a:cubicBezTo>
                    <a:cubicBezTo>
                      <a:pt x="691" y="851"/>
                      <a:pt x="688" y="852"/>
                      <a:pt x="686" y="852"/>
                    </a:cubicBezTo>
                    <a:cubicBezTo>
                      <a:pt x="683" y="851"/>
                      <a:pt x="682" y="849"/>
                      <a:pt x="682" y="846"/>
                    </a:cubicBezTo>
                    <a:cubicBezTo>
                      <a:pt x="682" y="845"/>
                      <a:pt x="682" y="843"/>
                      <a:pt x="682" y="842"/>
                    </a:cubicBezTo>
                    <a:cubicBezTo>
                      <a:pt x="682" y="841"/>
                      <a:pt x="682" y="839"/>
                      <a:pt x="682" y="838"/>
                    </a:cubicBezTo>
                    <a:cubicBezTo>
                      <a:pt x="681" y="837"/>
                      <a:pt x="679" y="836"/>
                      <a:pt x="678" y="835"/>
                    </a:cubicBezTo>
                    <a:cubicBezTo>
                      <a:pt x="677" y="834"/>
                      <a:pt x="677" y="834"/>
                      <a:pt x="677" y="833"/>
                    </a:cubicBezTo>
                    <a:cubicBezTo>
                      <a:pt x="677" y="831"/>
                      <a:pt x="677" y="830"/>
                      <a:pt x="677" y="829"/>
                    </a:cubicBezTo>
                    <a:cubicBezTo>
                      <a:pt x="677" y="828"/>
                      <a:pt x="677" y="827"/>
                      <a:pt x="677" y="827"/>
                    </a:cubicBezTo>
                    <a:cubicBezTo>
                      <a:pt x="677" y="826"/>
                      <a:pt x="677" y="825"/>
                      <a:pt x="677" y="825"/>
                    </a:cubicBezTo>
                    <a:cubicBezTo>
                      <a:pt x="676" y="824"/>
                      <a:pt x="675" y="824"/>
                      <a:pt x="674" y="823"/>
                    </a:cubicBezTo>
                    <a:cubicBezTo>
                      <a:pt x="673" y="822"/>
                      <a:pt x="673" y="821"/>
                      <a:pt x="673" y="820"/>
                    </a:cubicBezTo>
                    <a:cubicBezTo>
                      <a:pt x="673" y="819"/>
                      <a:pt x="673" y="818"/>
                      <a:pt x="673" y="818"/>
                    </a:cubicBezTo>
                    <a:cubicBezTo>
                      <a:pt x="673" y="817"/>
                      <a:pt x="674" y="817"/>
                      <a:pt x="674" y="816"/>
                    </a:cubicBezTo>
                    <a:cubicBezTo>
                      <a:pt x="675" y="816"/>
                      <a:pt x="676" y="817"/>
                      <a:pt x="676" y="818"/>
                    </a:cubicBezTo>
                    <a:cubicBezTo>
                      <a:pt x="677" y="819"/>
                      <a:pt x="676" y="820"/>
                      <a:pt x="677" y="821"/>
                    </a:cubicBezTo>
                    <a:cubicBezTo>
                      <a:pt x="678" y="822"/>
                      <a:pt x="679" y="822"/>
                      <a:pt x="680" y="822"/>
                    </a:cubicBezTo>
                    <a:cubicBezTo>
                      <a:pt x="681" y="822"/>
                      <a:pt x="682" y="822"/>
                      <a:pt x="683" y="822"/>
                    </a:cubicBezTo>
                    <a:cubicBezTo>
                      <a:pt x="683" y="822"/>
                      <a:pt x="683" y="822"/>
                      <a:pt x="684" y="822"/>
                    </a:cubicBezTo>
                    <a:cubicBezTo>
                      <a:pt x="684" y="822"/>
                      <a:pt x="684" y="822"/>
                      <a:pt x="684" y="823"/>
                    </a:cubicBezTo>
                    <a:cubicBezTo>
                      <a:pt x="685" y="823"/>
                      <a:pt x="685" y="823"/>
                      <a:pt x="685" y="823"/>
                    </a:cubicBezTo>
                    <a:cubicBezTo>
                      <a:pt x="686" y="824"/>
                      <a:pt x="687" y="825"/>
                      <a:pt x="687" y="826"/>
                    </a:cubicBezTo>
                    <a:cubicBezTo>
                      <a:pt x="688" y="826"/>
                      <a:pt x="688" y="827"/>
                      <a:pt x="689" y="827"/>
                    </a:cubicBezTo>
                    <a:cubicBezTo>
                      <a:pt x="690" y="827"/>
                      <a:pt x="691" y="827"/>
                      <a:pt x="692" y="827"/>
                    </a:cubicBezTo>
                    <a:cubicBezTo>
                      <a:pt x="692" y="826"/>
                      <a:pt x="693" y="825"/>
                      <a:pt x="694" y="825"/>
                    </a:cubicBezTo>
                    <a:cubicBezTo>
                      <a:pt x="694" y="824"/>
                      <a:pt x="694" y="823"/>
                      <a:pt x="694" y="821"/>
                    </a:cubicBezTo>
                    <a:cubicBezTo>
                      <a:pt x="695" y="820"/>
                      <a:pt x="695" y="819"/>
                      <a:pt x="695" y="817"/>
                    </a:cubicBezTo>
                    <a:cubicBezTo>
                      <a:pt x="695" y="816"/>
                      <a:pt x="695" y="815"/>
                      <a:pt x="696" y="815"/>
                    </a:cubicBezTo>
                    <a:cubicBezTo>
                      <a:pt x="696" y="814"/>
                      <a:pt x="697" y="813"/>
                      <a:pt x="698" y="813"/>
                    </a:cubicBezTo>
                    <a:cubicBezTo>
                      <a:pt x="699" y="811"/>
                      <a:pt x="700" y="810"/>
                      <a:pt x="702" y="809"/>
                    </a:cubicBezTo>
                    <a:cubicBezTo>
                      <a:pt x="704" y="808"/>
                      <a:pt x="705" y="806"/>
                      <a:pt x="706" y="805"/>
                    </a:cubicBezTo>
                    <a:cubicBezTo>
                      <a:pt x="707" y="804"/>
                      <a:pt x="708" y="803"/>
                      <a:pt x="709" y="803"/>
                    </a:cubicBezTo>
                    <a:cubicBezTo>
                      <a:pt x="710" y="802"/>
                      <a:pt x="711" y="801"/>
                      <a:pt x="712" y="801"/>
                    </a:cubicBezTo>
                    <a:cubicBezTo>
                      <a:pt x="712" y="800"/>
                      <a:pt x="713" y="799"/>
                      <a:pt x="713" y="799"/>
                    </a:cubicBezTo>
                    <a:cubicBezTo>
                      <a:pt x="714" y="798"/>
                      <a:pt x="715" y="798"/>
                      <a:pt x="715" y="797"/>
                    </a:cubicBezTo>
                    <a:cubicBezTo>
                      <a:pt x="717" y="796"/>
                      <a:pt x="718" y="795"/>
                      <a:pt x="720" y="794"/>
                    </a:cubicBezTo>
                    <a:cubicBezTo>
                      <a:pt x="721" y="793"/>
                      <a:pt x="721" y="792"/>
                      <a:pt x="722" y="791"/>
                    </a:cubicBezTo>
                    <a:cubicBezTo>
                      <a:pt x="723" y="791"/>
                      <a:pt x="724" y="790"/>
                      <a:pt x="725" y="789"/>
                    </a:cubicBezTo>
                    <a:cubicBezTo>
                      <a:pt x="726" y="788"/>
                      <a:pt x="727" y="788"/>
                      <a:pt x="728" y="788"/>
                    </a:cubicBezTo>
                    <a:cubicBezTo>
                      <a:pt x="729" y="788"/>
                      <a:pt x="730" y="787"/>
                      <a:pt x="730" y="787"/>
                    </a:cubicBezTo>
                    <a:cubicBezTo>
                      <a:pt x="731" y="786"/>
                      <a:pt x="732" y="785"/>
                      <a:pt x="733" y="783"/>
                    </a:cubicBezTo>
                    <a:cubicBezTo>
                      <a:pt x="733" y="782"/>
                      <a:pt x="733" y="781"/>
                      <a:pt x="733" y="780"/>
                    </a:cubicBezTo>
                    <a:cubicBezTo>
                      <a:pt x="733" y="779"/>
                      <a:pt x="733" y="778"/>
                      <a:pt x="733" y="777"/>
                    </a:cubicBezTo>
                    <a:cubicBezTo>
                      <a:pt x="733" y="775"/>
                      <a:pt x="733" y="772"/>
                      <a:pt x="734" y="770"/>
                    </a:cubicBezTo>
                    <a:cubicBezTo>
                      <a:pt x="734" y="768"/>
                      <a:pt x="734" y="766"/>
                      <a:pt x="734" y="763"/>
                    </a:cubicBezTo>
                    <a:cubicBezTo>
                      <a:pt x="734" y="762"/>
                      <a:pt x="734" y="761"/>
                      <a:pt x="734" y="759"/>
                    </a:cubicBezTo>
                    <a:cubicBezTo>
                      <a:pt x="734" y="758"/>
                      <a:pt x="735" y="758"/>
                      <a:pt x="735" y="757"/>
                    </a:cubicBezTo>
                    <a:cubicBezTo>
                      <a:pt x="735" y="756"/>
                      <a:pt x="736" y="755"/>
                      <a:pt x="736" y="754"/>
                    </a:cubicBezTo>
                    <a:cubicBezTo>
                      <a:pt x="739" y="751"/>
                      <a:pt x="741" y="748"/>
                      <a:pt x="745" y="747"/>
                    </a:cubicBezTo>
                    <a:cubicBezTo>
                      <a:pt x="746" y="746"/>
                      <a:pt x="747" y="745"/>
                      <a:pt x="749" y="745"/>
                    </a:cubicBezTo>
                    <a:cubicBezTo>
                      <a:pt x="749" y="744"/>
                      <a:pt x="750" y="744"/>
                      <a:pt x="751" y="744"/>
                    </a:cubicBezTo>
                    <a:cubicBezTo>
                      <a:pt x="752" y="743"/>
                      <a:pt x="752" y="743"/>
                      <a:pt x="753" y="742"/>
                    </a:cubicBezTo>
                    <a:cubicBezTo>
                      <a:pt x="753" y="742"/>
                      <a:pt x="754" y="741"/>
                      <a:pt x="754" y="740"/>
                    </a:cubicBezTo>
                    <a:cubicBezTo>
                      <a:pt x="754" y="739"/>
                      <a:pt x="754" y="738"/>
                      <a:pt x="754" y="737"/>
                    </a:cubicBezTo>
                    <a:cubicBezTo>
                      <a:pt x="754" y="736"/>
                      <a:pt x="754" y="734"/>
                      <a:pt x="754" y="733"/>
                    </a:cubicBezTo>
                    <a:cubicBezTo>
                      <a:pt x="754" y="732"/>
                      <a:pt x="754" y="731"/>
                      <a:pt x="755" y="730"/>
                    </a:cubicBezTo>
                    <a:cubicBezTo>
                      <a:pt x="755" y="729"/>
                      <a:pt x="755" y="728"/>
                      <a:pt x="755" y="728"/>
                    </a:cubicBezTo>
                    <a:cubicBezTo>
                      <a:pt x="756" y="726"/>
                      <a:pt x="757" y="725"/>
                      <a:pt x="758" y="724"/>
                    </a:cubicBezTo>
                    <a:cubicBezTo>
                      <a:pt x="759" y="723"/>
                      <a:pt x="760" y="723"/>
                      <a:pt x="761" y="722"/>
                    </a:cubicBezTo>
                    <a:cubicBezTo>
                      <a:pt x="761" y="721"/>
                      <a:pt x="762" y="719"/>
                      <a:pt x="763" y="718"/>
                    </a:cubicBezTo>
                    <a:cubicBezTo>
                      <a:pt x="764" y="717"/>
                      <a:pt x="764" y="716"/>
                      <a:pt x="765" y="715"/>
                    </a:cubicBezTo>
                    <a:cubicBezTo>
                      <a:pt x="766" y="714"/>
                      <a:pt x="767" y="714"/>
                      <a:pt x="768" y="713"/>
                    </a:cubicBezTo>
                    <a:cubicBezTo>
                      <a:pt x="769" y="713"/>
                      <a:pt x="770" y="713"/>
                      <a:pt x="770" y="712"/>
                    </a:cubicBezTo>
                    <a:cubicBezTo>
                      <a:pt x="772" y="711"/>
                      <a:pt x="773" y="710"/>
                      <a:pt x="774" y="708"/>
                    </a:cubicBezTo>
                    <a:cubicBezTo>
                      <a:pt x="776" y="706"/>
                      <a:pt x="777" y="704"/>
                      <a:pt x="779" y="703"/>
                    </a:cubicBezTo>
                    <a:cubicBezTo>
                      <a:pt x="780" y="701"/>
                      <a:pt x="782" y="699"/>
                      <a:pt x="783" y="697"/>
                    </a:cubicBezTo>
                    <a:cubicBezTo>
                      <a:pt x="784" y="696"/>
                      <a:pt x="785" y="694"/>
                      <a:pt x="786" y="693"/>
                    </a:cubicBezTo>
                    <a:cubicBezTo>
                      <a:pt x="787" y="692"/>
                      <a:pt x="788" y="691"/>
                      <a:pt x="789" y="690"/>
                    </a:cubicBezTo>
                    <a:cubicBezTo>
                      <a:pt x="790" y="689"/>
                      <a:pt x="792" y="687"/>
                      <a:pt x="793" y="685"/>
                    </a:cubicBezTo>
                    <a:cubicBezTo>
                      <a:pt x="793" y="683"/>
                      <a:pt x="794" y="682"/>
                      <a:pt x="793" y="680"/>
                    </a:cubicBezTo>
                    <a:cubicBezTo>
                      <a:pt x="792" y="678"/>
                      <a:pt x="790" y="678"/>
                      <a:pt x="789" y="676"/>
                    </a:cubicBezTo>
                    <a:cubicBezTo>
                      <a:pt x="787" y="674"/>
                      <a:pt x="788" y="670"/>
                      <a:pt x="788" y="667"/>
                    </a:cubicBezTo>
                    <a:cubicBezTo>
                      <a:pt x="788" y="665"/>
                      <a:pt x="788" y="663"/>
                      <a:pt x="790" y="661"/>
                    </a:cubicBezTo>
                    <a:cubicBezTo>
                      <a:pt x="791" y="660"/>
                      <a:pt x="792" y="662"/>
                      <a:pt x="793" y="662"/>
                    </a:cubicBezTo>
                    <a:cubicBezTo>
                      <a:pt x="794" y="662"/>
                      <a:pt x="794" y="660"/>
                      <a:pt x="794" y="659"/>
                    </a:cubicBezTo>
                    <a:cubicBezTo>
                      <a:pt x="795" y="656"/>
                      <a:pt x="794" y="653"/>
                      <a:pt x="794" y="650"/>
                    </a:cubicBezTo>
                    <a:cubicBezTo>
                      <a:pt x="794" y="645"/>
                      <a:pt x="795" y="641"/>
                      <a:pt x="795" y="636"/>
                    </a:cubicBezTo>
                    <a:cubicBezTo>
                      <a:pt x="795" y="634"/>
                      <a:pt x="795" y="631"/>
                      <a:pt x="794" y="629"/>
                    </a:cubicBezTo>
                    <a:cubicBezTo>
                      <a:pt x="794" y="629"/>
                      <a:pt x="794" y="629"/>
                      <a:pt x="794" y="628"/>
                    </a:cubicBezTo>
                    <a:cubicBezTo>
                      <a:pt x="794" y="626"/>
                      <a:pt x="794" y="625"/>
                      <a:pt x="794" y="623"/>
                    </a:cubicBezTo>
                    <a:cubicBezTo>
                      <a:pt x="794" y="622"/>
                      <a:pt x="795" y="622"/>
                      <a:pt x="795" y="621"/>
                    </a:cubicBezTo>
                    <a:cubicBezTo>
                      <a:pt x="795" y="620"/>
                      <a:pt x="795" y="619"/>
                      <a:pt x="795" y="618"/>
                    </a:cubicBezTo>
                    <a:cubicBezTo>
                      <a:pt x="795" y="616"/>
                      <a:pt x="795" y="613"/>
                      <a:pt x="795" y="610"/>
                    </a:cubicBezTo>
                    <a:cubicBezTo>
                      <a:pt x="795" y="608"/>
                      <a:pt x="795" y="606"/>
                      <a:pt x="795" y="604"/>
                    </a:cubicBezTo>
                    <a:cubicBezTo>
                      <a:pt x="796" y="603"/>
                      <a:pt x="796" y="602"/>
                      <a:pt x="797" y="601"/>
                    </a:cubicBezTo>
                    <a:cubicBezTo>
                      <a:pt x="798" y="599"/>
                      <a:pt x="798" y="598"/>
                      <a:pt x="798" y="596"/>
                    </a:cubicBezTo>
                    <a:cubicBezTo>
                      <a:pt x="798" y="595"/>
                      <a:pt x="798" y="593"/>
                      <a:pt x="797" y="592"/>
                    </a:cubicBezTo>
                    <a:cubicBezTo>
                      <a:pt x="795" y="592"/>
                      <a:pt x="793" y="592"/>
                      <a:pt x="792" y="591"/>
                    </a:cubicBezTo>
                    <a:cubicBezTo>
                      <a:pt x="790" y="591"/>
                      <a:pt x="789" y="591"/>
                      <a:pt x="788" y="590"/>
                    </a:cubicBezTo>
                    <a:cubicBezTo>
                      <a:pt x="787" y="589"/>
                      <a:pt x="787" y="587"/>
                      <a:pt x="786" y="586"/>
                    </a:cubicBezTo>
                    <a:cubicBezTo>
                      <a:pt x="786" y="583"/>
                      <a:pt x="786" y="580"/>
                      <a:pt x="787" y="577"/>
                    </a:cubicBezTo>
                    <a:cubicBezTo>
                      <a:pt x="787" y="575"/>
                      <a:pt x="788" y="574"/>
                      <a:pt x="790" y="573"/>
                    </a:cubicBezTo>
                    <a:cubicBezTo>
                      <a:pt x="792" y="572"/>
                      <a:pt x="794" y="573"/>
                      <a:pt x="796" y="572"/>
                    </a:cubicBezTo>
                    <a:cubicBezTo>
                      <a:pt x="797" y="572"/>
                      <a:pt x="798" y="572"/>
                      <a:pt x="799" y="572"/>
                    </a:cubicBezTo>
                    <a:cubicBezTo>
                      <a:pt x="800" y="571"/>
                      <a:pt x="801" y="571"/>
                      <a:pt x="802" y="571"/>
                    </a:cubicBezTo>
                    <a:cubicBezTo>
                      <a:pt x="803" y="572"/>
                      <a:pt x="803" y="572"/>
                      <a:pt x="804" y="573"/>
                    </a:cubicBezTo>
                    <a:cubicBezTo>
                      <a:pt x="804" y="574"/>
                      <a:pt x="805" y="575"/>
                      <a:pt x="806" y="576"/>
                    </a:cubicBezTo>
                    <a:cubicBezTo>
                      <a:pt x="807" y="578"/>
                      <a:pt x="810" y="579"/>
                      <a:pt x="812" y="577"/>
                    </a:cubicBezTo>
                    <a:cubicBezTo>
                      <a:pt x="815" y="575"/>
                      <a:pt x="814" y="571"/>
                      <a:pt x="814" y="568"/>
                    </a:cubicBezTo>
                    <a:cubicBezTo>
                      <a:pt x="814" y="567"/>
                      <a:pt x="813" y="566"/>
                      <a:pt x="812" y="565"/>
                    </a:cubicBezTo>
                    <a:cubicBezTo>
                      <a:pt x="811" y="564"/>
                      <a:pt x="810" y="565"/>
                      <a:pt x="809" y="564"/>
                    </a:cubicBezTo>
                    <a:cubicBezTo>
                      <a:pt x="807" y="564"/>
                      <a:pt x="806" y="561"/>
                      <a:pt x="806" y="558"/>
                    </a:cubicBezTo>
                    <a:cubicBezTo>
                      <a:pt x="805" y="557"/>
                      <a:pt x="805" y="555"/>
                      <a:pt x="805" y="553"/>
                    </a:cubicBezTo>
                    <a:cubicBezTo>
                      <a:pt x="805" y="552"/>
                      <a:pt x="805" y="550"/>
                      <a:pt x="806" y="549"/>
                    </a:cubicBezTo>
                    <a:cubicBezTo>
                      <a:pt x="807" y="548"/>
                      <a:pt x="810" y="549"/>
                      <a:pt x="811" y="547"/>
                    </a:cubicBezTo>
                    <a:cubicBezTo>
                      <a:pt x="811" y="546"/>
                      <a:pt x="810" y="543"/>
                      <a:pt x="812" y="542"/>
                    </a:cubicBezTo>
                    <a:cubicBezTo>
                      <a:pt x="814" y="542"/>
                      <a:pt x="815" y="545"/>
                      <a:pt x="816" y="546"/>
                    </a:cubicBezTo>
                    <a:cubicBezTo>
                      <a:pt x="817" y="548"/>
                      <a:pt x="819" y="549"/>
                      <a:pt x="821" y="550"/>
                    </a:cubicBezTo>
                    <a:cubicBezTo>
                      <a:pt x="823" y="550"/>
                      <a:pt x="826" y="550"/>
                      <a:pt x="827" y="548"/>
                    </a:cubicBezTo>
                    <a:cubicBezTo>
                      <a:pt x="827" y="547"/>
                      <a:pt x="827" y="547"/>
                      <a:pt x="826" y="546"/>
                    </a:cubicBezTo>
                    <a:cubicBezTo>
                      <a:pt x="826" y="545"/>
                      <a:pt x="824" y="545"/>
                      <a:pt x="823" y="545"/>
                    </a:cubicBezTo>
                    <a:cubicBezTo>
                      <a:pt x="822" y="545"/>
                      <a:pt x="821" y="544"/>
                      <a:pt x="820" y="543"/>
                    </a:cubicBezTo>
                    <a:cubicBezTo>
                      <a:pt x="819" y="540"/>
                      <a:pt x="820" y="537"/>
                      <a:pt x="820" y="535"/>
                    </a:cubicBezTo>
                    <a:cubicBezTo>
                      <a:pt x="820" y="533"/>
                      <a:pt x="821" y="532"/>
                      <a:pt x="821" y="531"/>
                    </a:cubicBezTo>
                    <a:cubicBezTo>
                      <a:pt x="821" y="531"/>
                      <a:pt x="821" y="530"/>
                      <a:pt x="821" y="529"/>
                    </a:cubicBezTo>
                    <a:cubicBezTo>
                      <a:pt x="821" y="528"/>
                      <a:pt x="821" y="528"/>
                      <a:pt x="820" y="527"/>
                    </a:cubicBezTo>
                    <a:cubicBezTo>
                      <a:pt x="820" y="526"/>
                      <a:pt x="820" y="525"/>
                      <a:pt x="819" y="524"/>
                    </a:cubicBezTo>
                    <a:cubicBezTo>
                      <a:pt x="819" y="522"/>
                      <a:pt x="817" y="520"/>
                      <a:pt x="816" y="519"/>
                    </a:cubicBezTo>
                    <a:cubicBezTo>
                      <a:pt x="814" y="517"/>
                      <a:pt x="812" y="515"/>
                      <a:pt x="810" y="514"/>
                    </a:cubicBezTo>
                    <a:cubicBezTo>
                      <a:pt x="810" y="513"/>
                      <a:pt x="810" y="512"/>
                      <a:pt x="810" y="511"/>
                    </a:cubicBezTo>
                    <a:cubicBezTo>
                      <a:pt x="809" y="510"/>
                      <a:pt x="809" y="508"/>
                      <a:pt x="809" y="507"/>
                    </a:cubicBezTo>
                    <a:cubicBezTo>
                      <a:pt x="809" y="506"/>
                      <a:pt x="810" y="506"/>
                      <a:pt x="809" y="505"/>
                    </a:cubicBezTo>
                    <a:cubicBezTo>
                      <a:pt x="809" y="505"/>
                      <a:pt x="808" y="504"/>
                      <a:pt x="808" y="504"/>
                    </a:cubicBezTo>
                    <a:cubicBezTo>
                      <a:pt x="807" y="503"/>
                      <a:pt x="806" y="502"/>
                      <a:pt x="806" y="501"/>
                    </a:cubicBezTo>
                    <a:cubicBezTo>
                      <a:pt x="805" y="500"/>
                      <a:pt x="805" y="499"/>
                      <a:pt x="805" y="498"/>
                    </a:cubicBezTo>
                    <a:cubicBezTo>
                      <a:pt x="805" y="496"/>
                      <a:pt x="805" y="495"/>
                      <a:pt x="805" y="494"/>
                    </a:cubicBezTo>
                    <a:cubicBezTo>
                      <a:pt x="805" y="493"/>
                      <a:pt x="805" y="493"/>
                      <a:pt x="805" y="492"/>
                    </a:cubicBezTo>
                    <a:cubicBezTo>
                      <a:pt x="805" y="489"/>
                      <a:pt x="805" y="486"/>
                      <a:pt x="805" y="483"/>
                    </a:cubicBezTo>
                    <a:cubicBezTo>
                      <a:pt x="805" y="481"/>
                      <a:pt x="805" y="479"/>
                      <a:pt x="805" y="476"/>
                    </a:cubicBezTo>
                    <a:cubicBezTo>
                      <a:pt x="805" y="476"/>
                      <a:pt x="805" y="475"/>
                      <a:pt x="805" y="474"/>
                    </a:cubicBezTo>
                    <a:cubicBezTo>
                      <a:pt x="806" y="473"/>
                      <a:pt x="807" y="473"/>
                      <a:pt x="807" y="472"/>
                    </a:cubicBezTo>
                    <a:cubicBezTo>
                      <a:pt x="809" y="472"/>
                      <a:pt x="809" y="470"/>
                      <a:pt x="810" y="469"/>
                    </a:cubicBezTo>
                    <a:cubicBezTo>
                      <a:pt x="810" y="468"/>
                      <a:pt x="810" y="467"/>
                      <a:pt x="811" y="466"/>
                    </a:cubicBezTo>
                    <a:cubicBezTo>
                      <a:pt x="812" y="465"/>
                      <a:pt x="812" y="464"/>
                      <a:pt x="812" y="463"/>
                    </a:cubicBezTo>
                    <a:cubicBezTo>
                      <a:pt x="813" y="462"/>
                      <a:pt x="813" y="461"/>
                      <a:pt x="813" y="460"/>
                    </a:cubicBezTo>
                    <a:cubicBezTo>
                      <a:pt x="813" y="460"/>
                      <a:pt x="813" y="459"/>
                      <a:pt x="813" y="459"/>
                    </a:cubicBezTo>
                    <a:cubicBezTo>
                      <a:pt x="812" y="458"/>
                      <a:pt x="810" y="458"/>
                      <a:pt x="809" y="457"/>
                    </a:cubicBezTo>
                    <a:cubicBezTo>
                      <a:pt x="809" y="456"/>
                      <a:pt x="809" y="455"/>
                      <a:pt x="809" y="454"/>
                    </a:cubicBezTo>
                    <a:cubicBezTo>
                      <a:pt x="809" y="453"/>
                      <a:pt x="809" y="453"/>
                      <a:pt x="810" y="452"/>
                    </a:cubicBezTo>
                    <a:cubicBezTo>
                      <a:pt x="810" y="451"/>
                      <a:pt x="811" y="449"/>
                      <a:pt x="812" y="448"/>
                    </a:cubicBezTo>
                    <a:cubicBezTo>
                      <a:pt x="812" y="448"/>
                      <a:pt x="813" y="447"/>
                      <a:pt x="813" y="447"/>
                    </a:cubicBezTo>
                    <a:cubicBezTo>
                      <a:pt x="814" y="446"/>
                      <a:pt x="814" y="445"/>
                      <a:pt x="814" y="443"/>
                    </a:cubicBezTo>
                    <a:cubicBezTo>
                      <a:pt x="814" y="442"/>
                      <a:pt x="814" y="441"/>
                      <a:pt x="814" y="440"/>
                    </a:cubicBezTo>
                    <a:cubicBezTo>
                      <a:pt x="813" y="438"/>
                      <a:pt x="810" y="438"/>
                      <a:pt x="809" y="437"/>
                    </a:cubicBezTo>
                    <a:cubicBezTo>
                      <a:pt x="808" y="437"/>
                      <a:pt x="807" y="436"/>
                      <a:pt x="806" y="435"/>
                    </a:cubicBezTo>
                    <a:cubicBezTo>
                      <a:pt x="804" y="435"/>
                      <a:pt x="803" y="434"/>
                      <a:pt x="802" y="434"/>
                    </a:cubicBezTo>
                    <a:cubicBezTo>
                      <a:pt x="800" y="432"/>
                      <a:pt x="800" y="429"/>
                      <a:pt x="800" y="427"/>
                    </a:cubicBezTo>
                    <a:cubicBezTo>
                      <a:pt x="800" y="424"/>
                      <a:pt x="800" y="421"/>
                      <a:pt x="800" y="418"/>
                    </a:cubicBezTo>
                    <a:cubicBezTo>
                      <a:pt x="800" y="416"/>
                      <a:pt x="801" y="414"/>
                      <a:pt x="802" y="412"/>
                    </a:cubicBezTo>
                    <a:cubicBezTo>
                      <a:pt x="802" y="410"/>
                      <a:pt x="803" y="408"/>
                      <a:pt x="805" y="406"/>
                    </a:cubicBezTo>
                    <a:cubicBezTo>
                      <a:pt x="807" y="405"/>
                      <a:pt x="809" y="405"/>
                      <a:pt x="810" y="402"/>
                    </a:cubicBezTo>
                    <a:cubicBezTo>
                      <a:pt x="810" y="400"/>
                      <a:pt x="811" y="398"/>
                      <a:pt x="813" y="398"/>
                    </a:cubicBezTo>
                    <a:cubicBezTo>
                      <a:pt x="815" y="397"/>
                      <a:pt x="816" y="399"/>
                      <a:pt x="817" y="400"/>
                    </a:cubicBezTo>
                    <a:cubicBezTo>
                      <a:pt x="818" y="401"/>
                      <a:pt x="819" y="402"/>
                      <a:pt x="820" y="403"/>
                    </a:cubicBezTo>
                    <a:cubicBezTo>
                      <a:pt x="821" y="404"/>
                      <a:pt x="822" y="404"/>
                      <a:pt x="823" y="405"/>
                    </a:cubicBezTo>
                    <a:cubicBezTo>
                      <a:pt x="825" y="406"/>
                      <a:pt x="826" y="409"/>
                      <a:pt x="827" y="412"/>
                    </a:cubicBezTo>
                    <a:cubicBezTo>
                      <a:pt x="827" y="413"/>
                      <a:pt x="828" y="414"/>
                      <a:pt x="828" y="415"/>
                    </a:cubicBezTo>
                    <a:cubicBezTo>
                      <a:pt x="829" y="415"/>
                      <a:pt x="830" y="415"/>
                      <a:pt x="831" y="415"/>
                    </a:cubicBezTo>
                    <a:cubicBezTo>
                      <a:pt x="834" y="415"/>
                      <a:pt x="837" y="415"/>
                      <a:pt x="839" y="414"/>
                    </a:cubicBezTo>
                    <a:cubicBezTo>
                      <a:pt x="842" y="412"/>
                      <a:pt x="843" y="409"/>
                      <a:pt x="843" y="407"/>
                    </a:cubicBezTo>
                    <a:cubicBezTo>
                      <a:pt x="842" y="405"/>
                      <a:pt x="841" y="402"/>
                      <a:pt x="840" y="400"/>
                    </a:cubicBezTo>
                    <a:close/>
                    <a:moveTo>
                      <a:pt x="301" y="187"/>
                    </a:moveTo>
                    <a:cubicBezTo>
                      <a:pt x="302" y="186"/>
                      <a:pt x="302" y="186"/>
                      <a:pt x="303" y="187"/>
                    </a:cubicBezTo>
                    <a:cubicBezTo>
                      <a:pt x="304" y="187"/>
                      <a:pt x="304" y="188"/>
                      <a:pt x="304" y="189"/>
                    </a:cubicBezTo>
                    <a:cubicBezTo>
                      <a:pt x="304" y="190"/>
                      <a:pt x="305" y="190"/>
                      <a:pt x="305" y="190"/>
                    </a:cubicBezTo>
                    <a:cubicBezTo>
                      <a:pt x="306" y="190"/>
                      <a:pt x="307" y="190"/>
                      <a:pt x="307" y="191"/>
                    </a:cubicBezTo>
                    <a:cubicBezTo>
                      <a:pt x="307" y="192"/>
                      <a:pt x="308" y="192"/>
                      <a:pt x="308" y="193"/>
                    </a:cubicBezTo>
                    <a:cubicBezTo>
                      <a:pt x="308" y="194"/>
                      <a:pt x="308" y="195"/>
                      <a:pt x="308" y="196"/>
                    </a:cubicBezTo>
                    <a:cubicBezTo>
                      <a:pt x="308" y="197"/>
                      <a:pt x="307" y="198"/>
                      <a:pt x="306" y="198"/>
                    </a:cubicBezTo>
                    <a:cubicBezTo>
                      <a:pt x="306" y="199"/>
                      <a:pt x="306" y="199"/>
                      <a:pt x="305" y="199"/>
                    </a:cubicBezTo>
                    <a:cubicBezTo>
                      <a:pt x="305" y="199"/>
                      <a:pt x="304" y="200"/>
                      <a:pt x="304" y="200"/>
                    </a:cubicBezTo>
                    <a:cubicBezTo>
                      <a:pt x="304" y="201"/>
                      <a:pt x="304" y="201"/>
                      <a:pt x="304" y="201"/>
                    </a:cubicBezTo>
                    <a:cubicBezTo>
                      <a:pt x="304" y="202"/>
                      <a:pt x="304" y="202"/>
                      <a:pt x="304" y="202"/>
                    </a:cubicBezTo>
                    <a:cubicBezTo>
                      <a:pt x="304" y="202"/>
                      <a:pt x="304" y="203"/>
                      <a:pt x="304" y="203"/>
                    </a:cubicBezTo>
                    <a:cubicBezTo>
                      <a:pt x="304" y="203"/>
                      <a:pt x="304" y="203"/>
                      <a:pt x="303" y="204"/>
                    </a:cubicBezTo>
                    <a:cubicBezTo>
                      <a:pt x="303" y="204"/>
                      <a:pt x="302" y="203"/>
                      <a:pt x="302" y="203"/>
                    </a:cubicBezTo>
                    <a:cubicBezTo>
                      <a:pt x="301" y="203"/>
                      <a:pt x="301" y="202"/>
                      <a:pt x="301" y="201"/>
                    </a:cubicBezTo>
                    <a:cubicBezTo>
                      <a:pt x="301" y="201"/>
                      <a:pt x="301" y="200"/>
                      <a:pt x="301" y="200"/>
                    </a:cubicBezTo>
                    <a:cubicBezTo>
                      <a:pt x="300" y="200"/>
                      <a:pt x="300" y="199"/>
                      <a:pt x="300" y="199"/>
                    </a:cubicBezTo>
                    <a:cubicBezTo>
                      <a:pt x="300" y="199"/>
                      <a:pt x="299" y="199"/>
                      <a:pt x="299" y="198"/>
                    </a:cubicBezTo>
                    <a:cubicBezTo>
                      <a:pt x="299" y="197"/>
                      <a:pt x="299" y="195"/>
                      <a:pt x="299" y="193"/>
                    </a:cubicBezTo>
                    <a:cubicBezTo>
                      <a:pt x="299" y="193"/>
                      <a:pt x="299" y="192"/>
                      <a:pt x="299" y="192"/>
                    </a:cubicBezTo>
                    <a:cubicBezTo>
                      <a:pt x="298" y="191"/>
                      <a:pt x="298" y="190"/>
                      <a:pt x="298" y="189"/>
                    </a:cubicBezTo>
                    <a:cubicBezTo>
                      <a:pt x="298" y="188"/>
                      <a:pt x="299" y="187"/>
                      <a:pt x="301" y="187"/>
                    </a:cubicBezTo>
                    <a:close/>
                    <a:moveTo>
                      <a:pt x="290" y="366"/>
                    </a:moveTo>
                    <a:cubicBezTo>
                      <a:pt x="291" y="365"/>
                      <a:pt x="292" y="365"/>
                      <a:pt x="293" y="365"/>
                    </a:cubicBezTo>
                    <a:cubicBezTo>
                      <a:pt x="294" y="365"/>
                      <a:pt x="295" y="365"/>
                      <a:pt x="296" y="364"/>
                    </a:cubicBezTo>
                    <a:cubicBezTo>
                      <a:pt x="298" y="363"/>
                      <a:pt x="296" y="361"/>
                      <a:pt x="296" y="360"/>
                    </a:cubicBezTo>
                    <a:cubicBezTo>
                      <a:pt x="296" y="358"/>
                      <a:pt x="300" y="358"/>
                      <a:pt x="301" y="358"/>
                    </a:cubicBezTo>
                    <a:cubicBezTo>
                      <a:pt x="303" y="358"/>
                      <a:pt x="306" y="358"/>
                      <a:pt x="307" y="357"/>
                    </a:cubicBezTo>
                    <a:cubicBezTo>
                      <a:pt x="308" y="356"/>
                      <a:pt x="308" y="355"/>
                      <a:pt x="309" y="354"/>
                    </a:cubicBezTo>
                    <a:cubicBezTo>
                      <a:pt x="310" y="353"/>
                      <a:pt x="311" y="353"/>
                      <a:pt x="312" y="353"/>
                    </a:cubicBezTo>
                    <a:cubicBezTo>
                      <a:pt x="313" y="353"/>
                      <a:pt x="314" y="352"/>
                      <a:pt x="315" y="352"/>
                    </a:cubicBezTo>
                    <a:cubicBezTo>
                      <a:pt x="316" y="351"/>
                      <a:pt x="316" y="350"/>
                      <a:pt x="316" y="349"/>
                    </a:cubicBezTo>
                    <a:cubicBezTo>
                      <a:pt x="317" y="347"/>
                      <a:pt x="319" y="346"/>
                      <a:pt x="321" y="344"/>
                    </a:cubicBezTo>
                    <a:cubicBezTo>
                      <a:pt x="321" y="344"/>
                      <a:pt x="322" y="340"/>
                      <a:pt x="324" y="342"/>
                    </a:cubicBezTo>
                    <a:cubicBezTo>
                      <a:pt x="325" y="343"/>
                      <a:pt x="325" y="346"/>
                      <a:pt x="326" y="348"/>
                    </a:cubicBezTo>
                    <a:cubicBezTo>
                      <a:pt x="326" y="349"/>
                      <a:pt x="327" y="350"/>
                      <a:pt x="327" y="351"/>
                    </a:cubicBezTo>
                    <a:cubicBezTo>
                      <a:pt x="327" y="352"/>
                      <a:pt x="326" y="353"/>
                      <a:pt x="326" y="354"/>
                    </a:cubicBezTo>
                    <a:cubicBezTo>
                      <a:pt x="325" y="354"/>
                      <a:pt x="324" y="355"/>
                      <a:pt x="324" y="356"/>
                    </a:cubicBezTo>
                    <a:cubicBezTo>
                      <a:pt x="325" y="357"/>
                      <a:pt x="328" y="358"/>
                      <a:pt x="326" y="360"/>
                    </a:cubicBezTo>
                    <a:cubicBezTo>
                      <a:pt x="326" y="361"/>
                      <a:pt x="324" y="361"/>
                      <a:pt x="324" y="361"/>
                    </a:cubicBezTo>
                    <a:cubicBezTo>
                      <a:pt x="323" y="362"/>
                      <a:pt x="322" y="362"/>
                      <a:pt x="322" y="362"/>
                    </a:cubicBezTo>
                    <a:cubicBezTo>
                      <a:pt x="320" y="363"/>
                      <a:pt x="319" y="365"/>
                      <a:pt x="319" y="367"/>
                    </a:cubicBezTo>
                    <a:cubicBezTo>
                      <a:pt x="319" y="368"/>
                      <a:pt x="319" y="369"/>
                      <a:pt x="320" y="370"/>
                    </a:cubicBezTo>
                    <a:cubicBezTo>
                      <a:pt x="320" y="372"/>
                      <a:pt x="316" y="372"/>
                      <a:pt x="315" y="372"/>
                    </a:cubicBezTo>
                    <a:cubicBezTo>
                      <a:pt x="314" y="372"/>
                      <a:pt x="313" y="372"/>
                      <a:pt x="312" y="372"/>
                    </a:cubicBezTo>
                    <a:cubicBezTo>
                      <a:pt x="311" y="372"/>
                      <a:pt x="310" y="373"/>
                      <a:pt x="309" y="374"/>
                    </a:cubicBezTo>
                    <a:cubicBezTo>
                      <a:pt x="308" y="375"/>
                      <a:pt x="306" y="376"/>
                      <a:pt x="305" y="376"/>
                    </a:cubicBezTo>
                    <a:cubicBezTo>
                      <a:pt x="303" y="376"/>
                      <a:pt x="303" y="374"/>
                      <a:pt x="302" y="373"/>
                    </a:cubicBezTo>
                    <a:cubicBezTo>
                      <a:pt x="301" y="372"/>
                      <a:pt x="299" y="374"/>
                      <a:pt x="298" y="372"/>
                    </a:cubicBezTo>
                    <a:cubicBezTo>
                      <a:pt x="298" y="371"/>
                      <a:pt x="298" y="371"/>
                      <a:pt x="297" y="370"/>
                    </a:cubicBezTo>
                    <a:cubicBezTo>
                      <a:pt x="297" y="370"/>
                      <a:pt x="296" y="370"/>
                      <a:pt x="295" y="370"/>
                    </a:cubicBezTo>
                    <a:cubicBezTo>
                      <a:pt x="293" y="370"/>
                      <a:pt x="292" y="370"/>
                      <a:pt x="290" y="370"/>
                    </a:cubicBezTo>
                    <a:cubicBezTo>
                      <a:pt x="288" y="369"/>
                      <a:pt x="288" y="367"/>
                      <a:pt x="290" y="366"/>
                    </a:cubicBezTo>
                    <a:close/>
                    <a:moveTo>
                      <a:pt x="331" y="421"/>
                    </a:moveTo>
                    <a:cubicBezTo>
                      <a:pt x="329" y="421"/>
                      <a:pt x="326" y="421"/>
                      <a:pt x="325" y="423"/>
                    </a:cubicBezTo>
                    <a:cubicBezTo>
                      <a:pt x="325" y="424"/>
                      <a:pt x="326" y="426"/>
                      <a:pt x="326" y="427"/>
                    </a:cubicBezTo>
                    <a:cubicBezTo>
                      <a:pt x="326" y="428"/>
                      <a:pt x="326" y="429"/>
                      <a:pt x="326" y="430"/>
                    </a:cubicBezTo>
                    <a:cubicBezTo>
                      <a:pt x="325" y="431"/>
                      <a:pt x="325" y="432"/>
                      <a:pt x="325" y="433"/>
                    </a:cubicBezTo>
                    <a:cubicBezTo>
                      <a:pt x="325" y="435"/>
                      <a:pt x="326" y="437"/>
                      <a:pt x="325" y="439"/>
                    </a:cubicBezTo>
                    <a:cubicBezTo>
                      <a:pt x="324" y="439"/>
                      <a:pt x="323" y="440"/>
                      <a:pt x="323" y="441"/>
                    </a:cubicBezTo>
                    <a:cubicBezTo>
                      <a:pt x="322" y="442"/>
                      <a:pt x="321" y="443"/>
                      <a:pt x="320" y="443"/>
                    </a:cubicBezTo>
                    <a:cubicBezTo>
                      <a:pt x="318" y="443"/>
                      <a:pt x="318" y="439"/>
                      <a:pt x="318" y="438"/>
                    </a:cubicBezTo>
                    <a:cubicBezTo>
                      <a:pt x="317" y="436"/>
                      <a:pt x="316" y="434"/>
                      <a:pt x="315" y="432"/>
                    </a:cubicBezTo>
                    <a:cubicBezTo>
                      <a:pt x="314" y="431"/>
                      <a:pt x="313" y="430"/>
                      <a:pt x="313" y="429"/>
                    </a:cubicBezTo>
                    <a:cubicBezTo>
                      <a:pt x="314" y="429"/>
                      <a:pt x="314" y="428"/>
                      <a:pt x="314" y="427"/>
                    </a:cubicBezTo>
                    <a:cubicBezTo>
                      <a:pt x="314" y="426"/>
                      <a:pt x="314" y="424"/>
                      <a:pt x="315" y="424"/>
                    </a:cubicBezTo>
                    <a:cubicBezTo>
                      <a:pt x="316" y="423"/>
                      <a:pt x="317" y="424"/>
                      <a:pt x="317" y="422"/>
                    </a:cubicBezTo>
                    <a:cubicBezTo>
                      <a:pt x="317" y="421"/>
                      <a:pt x="317" y="420"/>
                      <a:pt x="317" y="419"/>
                    </a:cubicBezTo>
                    <a:cubicBezTo>
                      <a:pt x="317" y="418"/>
                      <a:pt x="317" y="416"/>
                      <a:pt x="317" y="415"/>
                    </a:cubicBezTo>
                    <a:cubicBezTo>
                      <a:pt x="317" y="413"/>
                      <a:pt x="315" y="414"/>
                      <a:pt x="314" y="414"/>
                    </a:cubicBezTo>
                    <a:cubicBezTo>
                      <a:pt x="312" y="414"/>
                      <a:pt x="311" y="414"/>
                      <a:pt x="309" y="415"/>
                    </a:cubicBezTo>
                    <a:cubicBezTo>
                      <a:pt x="308" y="416"/>
                      <a:pt x="307" y="416"/>
                      <a:pt x="306" y="415"/>
                    </a:cubicBezTo>
                    <a:cubicBezTo>
                      <a:pt x="305" y="415"/>
                      <a:pt x="305" y="413"/>
                      <a:pt x="305" y="412"/>
                    </a:cubicBezTo>
                    <a:cubicBezTo>
                      <a:pt x="304" y="411"/>
                      <a:pt x="304" y="410"/>
                      <a:pt x="303" y="409"/>
                    </a:cubicBezTo>
                    <a:cubicBezTo>
                      <a:pt x="303" y="408"/>
                      <a:pt x="302" y="408"/>
                      <a:pt x="301" y="408"/>
                    </a:cubicBezTo>
                    <a:cubicBezTo>
                      <a:pt x="300" y="407"/>
                      <a:pt x="300" y="406"/>
                      <a:pt x="300" y="405"/>
                    </a:cubicBezTo>
                    <a:cubicBezTo>
                      <a:pt x="299" y="404"/>
                      <a:pt x="299" y="403"/>
                      <a:pt x="299" y="401"/>
                    </a:cubicBezTo>
                    <a:cubicBezTo>
                      <a:pt x="299" y="400"/>
                      <a:pt x="299" y="399"/>
                      <a:pt x="298" y="398"/>
                    </a:cubicBezTo>
                    <a:cubicBezTo>
                      <a:pt x="298" y="397"/>
                      <a:pt x="297" y="397"/>
                      <a:pt x="296" y="397"/>
                    </a:cubicBezTo>
                    <a:cubicBezTo>
                      <a:pt x="295" y="396"/>
                      <a:pt x="295" y="396"/>
                      <a:pt x="294" y="395"/>
                    </a:cubicBezTo>
                    <a:cubicBezTo>
                      <a:pt x="293" y="394"/>
                      <a:pt x="293" y="393"/>
                      <a:pt x="293" y="391"/>
                    </a:cubicBezTo>
                    <a:cubicBezTo>
                      <a:pt x="293" y="390"/>
                      <a:pt x="293" y="389"/>
                      <a:pt x="292" y="389"/>
                    </a:cubicBezTo>
                    <a:cubicBezTo>
                      <a:pt x="291" y="388"/>
                      <a:pt x="289" y="388"/>
                      <a:pt x="288" y="388"/>
                    </a:cubicBezTo>
                    <a:cubicBezTo>
                      <a:pt x="287" y="387"/>
                      <a:pt x="286" y="386"/>
                      <a:pt x="285" y="385"/>
                    </a:cubicBezTo>
                    <a:cubicBezTo>
                      <a:pt x="284" y="385"/>
                      <a:pt x="284" y="384"/>
                      <a:pt x="283" y="384"/>
                    </a:cubicBezTo>
                    <a:cubicBezTo>
                      <a:pt x="282" y="384"/>
                      <a:pt x="281" y="384"/>
                      <a:pt x="280" y="383"/>
                    </a:cubicBezTo>
                    <a:cubicBezTo>
                      <a:pt x="278" y="383"/>
                      <a:pt x="277" y="382"/>
                      <a:pt x="276" y="381"/>
                    </a:cubicBezTo>
                    <a:cubicBezTo>
                      <a:pt x="275" y="380"/>
                      <a:pt x="275" y="379"/>
                      <a:pt x="275" y="378"/>
                    </a:cubicBezTo>
                    <a:cubicBezTo>
                      <a:pt x="275" y="378"/>
                      <a:pt x="274" y="377"/>
                      <a:pt x="274" y="376"/>
                    </a:cubicBezTo>
                    <a:cubicBezTo>
                      <a:pt x="276" y="377"/>
                      <a:pt x="278" y="380"/>
                      <a:pt x="281" y="379"/>
                    </a:cubicBezTo>
                    <a:cubicBezTo>
                      <a:pt x="283" y="378"/>
                      <a:pt x="284" y="377"/>
                      <a:pt x="286" y="377"/>
                    </a:cubicBezTo>
                    <a:cubicBezTo>
                      <a:pt x="289" y="377"/>
                      <a:pt x="291" y="379"/>
                      <a:pt x="294" y="379"/>
                    </a:cubicBezTo>
                    <a:cubicBezTo>
                      <a:pt x="297" y="379"/>
                      <a:pt x="300" y="378"/>
                      <a:pt x="303" y="379"/>
                    </a:cubicBezTo>
                    <a:cubicBezTo>
                      <a:pt x="305" y="379"/>
                      <a:pt x="308" y="379"/>
                      <a:pt x="311" y="380"/>
                    </a:cubicBezTo>
                    <a:cubicBezTo>
                      <a:pt x="314" y="380"/>
                      <a:pt x="315" y="382"/>
                      <a:pt x="316" y="385"/>
                    </a:cubicBezTo>
                    <a:cubicBezTo>
                      <a:pt x="316" y="387"/>
                      <a:pt x="316" y="388"/>
                      <a:pt x="316" y="389"/>
                    </a:cubicBezTo>
                    <a:cubicBezTo>
                      <a:pt x="316" y="390"/>
                      <a:pt x="317" y="391"/>
                      <a:pt x="317" y="392"/>
                    </a:cubicBezTo>
                    <a:cubicBezTo>
                      <a:pt x="318" y="395"/>
                      <a:pt x="316" y="397"/>
                      <a:pt x="316" y="400"/>
                    </a:cubicBezTo>
                    <a:cubicBezTo>
                      <a:pt x="316" y="403"/>
                      <a:pt x="316" y="405"/>
                      <a:pt x="319" y="407"/>
                    </a:cubicBezTo>
                    <a:cubicBezTo>
                      <a:pt x="321" y="408"/>
                      <a:pt x="322" y="409"/>
                      <a:pt x="323" y="411"/>
                    </a:cubicBezTo>
                    <a:cubicBezTo>
                      <a:pt x="324" y="413"/>
                      <a:pt x="325" y="415"/>
                      <a:pt x="327" y="416"/>
                    </a:cubicBezTo>
                    <a:cubicBezTo>
                      <a:pt x="329" y="416"/>
                      <a:pt x="331" y="416"/>
                      <a:pt x="332" y="418"/>
                    </a:cubicBezTo>
                    <a:cubicBezTo>
                      <a:pt x="334" y="419"/>
                      <a:pt x="333" y="420"/>
                      <a:pt x="331" y="421"/>
                    </a:cubicBezTo>
                    <a:close/>
                    <a:moveTo>
                      <a:pt x="337" y="344"/>
                    </a:moveTo>
                    <a:cubicBezTo>
                      <a:pt x="337" y="346"/>
                      <a:pt x="335" y="346"/>
                      <a:pt x="334" y="347"/>
                    </a:cubicBezTo>
                    <a:cubicBezTo>
                      <a:pt x="332" y="347"/>
                      <a:pt x="331" y="346"/>
                      <a:pt x="330" y="346"/>
                    </a:cubicBezTo>
                    <a:cubicBezTo>
                      <a:pt x="329" y="345"/>
                      <a:pt x="329" y="343"/>
                      <a:pt x="329" y="342"/>
                    </a:cubicBezTo>
                    <a:cubicBezTo>
                      <a:pt x="329" y="342"/>
                      <a:pt x="329" y="341"/>
                      <a:pt x="329" y="341"/>
                    </a:cubicBezTo>
                    <a:cubicBezTo>
                      <a:pt x="330" y="340"/>
                      <a:pt x="329" y="339"/>
                      <a:pt x="330" y="338"/>
                    </a:cubicBezTo>
                    <a:cubicBezTo>
                      <a:pt x="330" y="337"/>
                      <a:pt x="330" y="337"/>
                      <a:pt x="331" y="336"/>
                    </a:cubicBezTo>
                    <a:cubicBezTo>
                      <a:pt x="331" y="335"/>
                      <a:pt x="332" y="334"/>
                      <a:pt x="333" y="333"/>
                    </a:cubicBezTo>
                    <a:cubicBezTo>
                      <a:pt x="333" y="333"/>
                      <a:pt x="334" y="333"/>
                      <a:pt x="334" y="332"/>
                    </a:cubicBezTo>
                    <a:cubicBezTo>
                      <a:pt x="334" y="332"/>
                      <a:pt x="334" y="332"/>
                      <a:pt x="335" y="332"/>
                    </a:cubicBezTo>
                    <a:cubicBezTo>
                      <a:pt x="336" y="332"/>
                      <a:pt x="336" y="332"/>
                      <a:pt x="336" y="332"/>
                    </a:cubicBezTo>
                    <a:cubicBezTo>
                      <a:pt x="337" y="333"/>
                      <a:pt x="337" y="335"/>
                      <a:pt x="337" y="336"/>
                    </a:cubicBezTo>
                    <a:cubicBezTo>
                      <a:pt x="337" y="337"/>
                      <a:pt x="337" y="339"/>
                      <a:pt x="338" y="340"/>
                    </a:cubicBezTo>
                    <a:cubicBezTo>
                      <a:pt x="337" y="341"/>
                      <a:pt x="338" y="343"/>
                      <a:pt x="337" y="344"/>
                    </a:cubicBezTo>
                    <a:close/>
                    <a:moveTo>
                      <a:pt x="379" y="283"/>
                    </a:moveTo>
                    <a:cubicBezTo>
                      <a:pt x="379" y="284"/>
                      <a:pt x="378" y="284"/>
                      <a:pt x="378" y="284"/>
                    </a:cubicBezTo>
                    <a:cubicBezTo>
                      <a:pt x="377" y="285"/>
                      <a:pt x="376" y="285"/>
                      <a:pt x="376" y="285"/>
                    </a:cubicBezTo>
                    <a:cubicBezTo>
                      <a:pt x="375" y="285"/>
                      <a:pt x="374" y="286"/>
                      <a:pt x="373" y="287"/>
                    </a:cubicBezTo>
                    <a:cubicBezTo>
                      <a:pt x="372" y="287"/>
                      <a:pt x="372" y="287"/>
                      <a:pt x="371" y="287"/>
                    </a:cubicBezTo>
                    <a:cubicBezTo>
                      <a:pt x="370" y="287"/>
                      <a:pt x="370" y="287"/>
                      <a:pt x="370" y="286"/>
                    </a:cubicBezTo>
                    <a:cubicBezTo>
                      <a:pt x="370" y="285"/>
                      <a:pt x="370" y="284"/>
                      <a:pt x="370" y="283"/>
                    </a:cubicBezTo>
                    <a:cubicBezTo>
                      <a:pt x="370" y="280"/>
                      <a:pt x="370" y="278"/>
                      <a:pt x="369" y="276"/>
                    </a:cubicBezTo>
                    <a:cubicBezTo>
                      <a:pt x="368" y="275"/>
                      <a:pt x="366" y="274"/>
                      <a:pt x="365" y="273"/>
                    </a:cubicBezTo>
                    <a:cubicBezTo>
                      <a:pt x="365" y="272"/>
                      <a:pt x="365" y="271"/>
                      <a:pt x="364" y="271"/>
                    </a:cubicBezTo>
                    <a:cubicBezTo>
                      <a:pt x="364" y="270"/>
                      <a:pt x="363" y="270"/>
                      <a:pt x="363" y="269"/>
                    </a:cubicBezTo>
                    <a:cubicBezTo>
                      <a:pt x="362" y="269"/>
                      <a:pt x="362" y="268"/>
                      <a:pt x="361" y="268"/>
                    </a:cubicBezTo>
                    <a:cubicBezTo>
                      <a:pt x="361" y="267"/>
                      <a:pt x="361" y="267"/>
                      <a:pt x="362" y="266"/>
                    </a:cubicBezTo>
                    <a:cubicBezTo>
                      <a:pt x="363" y="265"/>
                      <a:pt x="366" y="264"/>
                      <a:pt x="365" y="262"/>
                    </a:cubicBezTo>
                    <a:cubicBezTo>
                      <a:pt x="365" y="261"/>
                      <a:pt x="364" y="260"/>
                      <a:pt x="363" y="260"/>
                    </a:cubicBezTo>
                    <a:cubicBezTo>
                      <a:pt x="362" y="259"/>
                      <a:pt x="361" y="258"/>
                      <a:pt x="361" y="256"/>
                    </a:cubicBezTo>
                    <a:cubicBezTo>
                      <a:pt x="360" y="254"/>
                      <a:pt x="361" y="252"/>
                      <a:pt x="363" y="251"/>
                    </a:cubicBezTo>
                    <a:cubicBezTo>
                      <a:pt x="364" y="250"/>
                      <a:pt x="364" y="250"/>
                      <a:pt x="365" y="249"/>
                    </a:cubicBezTo>
                    <a:cubicBezTo>
                      <a:pt x="365" y="249"/>
                      <a:pt x="365" y="248"/>
                      <a:pt x="365" y="247"/>
                    </a:cubicBezTo>
                    <a:cubicBezTo>
                      <a:pt x="365" y="246"/>
                      <a:pt x="365" y="245"/>
                      <a:pt x="366" y="243"/>
                    </a:cubicBezTo>
                    <a:cubicBezTo>
                      <a:pt x="366" y="243"/>
                      <a:pt x="367" y="242"/>
                      <a:pt x="368" y="242"/>
                    </a:cubicBezTo>
                    <a:cubicBezTo>
                      <a:pt x="369" y="242"/>
                      <a:pt x="369" y="243"/>
                      <a:pt x="370" y="243"/>
                    </a:cubicBezTo>
                    <a:cubicBezTo>
                      <a:pt x="370" y="244"/>
                      <a:pt x="370" y="245"/>
                      <a:pt x="371" y="246"/>
                    </a:cubicBezTo>
                    <a:cubicBezTo>
                      <a:pt x="371" y="247"/>
                      <a:pt x="372" y="247"/>
                      <a:pt x="372" y="248"/>
                    </a:cubicBezTo>
                    <a:cubicBezTo>
                      <a:pt x="373" y="248"/>
                      <a:pt x="373" y="249"/>
                      <a:pt x="374" y="250"/>
                    </a:cubicBezTo>
                    <a:cubicBezTo>
                      <a:pt x="375" y="252"/>
                      <a:pt x="375" y="254"/>
                      <a:pt x="374" y="256"/>
                    </a:cubicBezTo>
                    <a:cubicBezTo>
                      <a:pt x="374" y="257"/>
                      <a:pt x="374" y="258"/>
                      <a:pt x="373" y="259"/>
                    </a:cubicBezTo>
                    <a:cubicBezTo>
                      <a:pt x="373" y="259"/>
                      <a:pt x="373" y="260"/>
                      <a:pt x="373" y="260"/>
                    </a:cubicBezTo>
                    <a:cubicBezTo>
                      <a:pt x="373" y="262"/>
                      <a:pt x="374" y="264"/>
                      <a:pt x="375" y="265"/>
                    </a:cubicBezTo>
                    <a:cubicBezTo>
                      <a:pt x="376" y="265"/>
                      <a:pt x="377" y="266"/>
                      <a:pt x="377" y="267"/>
                    </a:cubicBezTo>
                    <a:cubicBezTo>
                      <a:pt x="378" y="267"/>
                      <a:pt x="378" y="268"/>
                      <a:pt x="378" y="268"/>
                    </a:cubicBezTo>
                    <a:cubicBezTo>
                      <a:pt x="377" y="270"/>
                      <a:pt x="375" y="270"/>
                      <a:pt x="375" y="272"/>
                    </a:cubicBezTo>
                    <a:cubicBezTo>
                      <a:pt x="375" y="273"/>
                      <a:pt x="375" y="274"/>
                      <a:pt x="376" y="274"/>
                    </a:cubicBezTo>
                    <a:cubicBezTo>
                      <a:pt x="376" y="275"/>
                      <a:pt x="377" y="276"/>
                      <a:pt x="378" y="277"/>
                    </a:cubicBezTo>
                    <a:cubicBezTo>
                      <a:pt x="379" y="279"/>
                      <a:pt x="380" y="281"/>
                      <a:pt x="379" y="283"/>
                    </a:cubicBezTo>
                    <a:close/>
                    <a:moveTo>
                      <a:pt x="459" y="546"/>
                    </a:moveTo>
                    <a:cubicBezTo>
                      <a:pt x="459" y="548"/>
                      <a:pt x="457" y="550"/>
                      <a:pt x="457" y="552"/>
                    </a:cubicBezTo>
                    <a:cubicBezTo>
                      <a:pt x="456" y="554"/>
                      <a:pt x="456" y="555"/>
                      <a:pt x="457" y="557"/>
                    </a:cubicBezTo>
                    <a:cubicBezTo>
                      <a:pt x="457" y="558"/>
                      <a:pt x="459" y="560"/>
                      <a:pt x="458" y="561"/>
                    </a:cubicBezTo>
                    <a:cubicBezTo>
                      <a:pt x="458" y="563"/>
                      <a:pt x="455" y="564"/>
                      <a:pt x="454" y="564"/>
                    </a:cubicBezTo>
                    <a:cubicBezTo>
                      <a:pt x="451" y="565"/>
                      <a:pt x="448" y="566"/>
                      <a:pt x="446" y="566"/>
                    </a:cubicBezTo>
                    <a:cubicBezTo>
                      <a:pt x="445" y="567"/>
                      <a:pt x="443" y="567"/>
                      <a:pt x="443" y="568"/>
                    </a:cubicBezTo>
                    <a:cubicBezTo>
                      <a:pt x="443" y="570"/>
                      <a:pt x="444" y="571"/>
                      <a:pt x="443" y="572"/>
                    </a:cubicBezTo>
                    <a:cubicBezTo>
                      <a:pt x="441" y="574"/>
                      <a:pt x="437" y="574"/>
                      <a:pt x="435" y="576"/>
                    </a:cubicBezTo>
                    <a:cubicBezTo>
                      <a:pt x="434" y="578"/>
                      <a:pt x="436" y="581"/>
                      <a:pt x="436" y="584"/>
                    </a:cubicBezTo>
                    <a:cubicBezTo>
                      <a:pt x="436" y="587"/>
                      <a:pt x="433" y="589"/>
                      <a:pt x="431" y="591"/>
                    </a:cubicBezTo>
                    <a:cubicBezTo>
                      <a:pt x="430" y="592"/>
                      <a:pt x="428" y="592"/>
                      <a:pt x="428" y="594"/>
                    </a:cubicBezTo>
                    <a:cubicBezTo>
                      <a:pt x="428" y="595"/>
                      <a:pt x="428" y="596"/>
                      <a:pt x="427" y="597"/>
                    </a:cubicBezTo>
                    <a:cubicBezTo>
                      <a:pt x="427" y="600"/>
                      <a:pt x="424" y="602"/>
                      <a:pt x="422" y="600"/>
                    </a:cubicBezTo>
                    <a:cubicBezTo>
                      <a:pt x="421" y="599"/>
                      <a:pt x="420" y="597"/>
                      <a:pt x="419" y="596"/>
                    </a:cubicBezTo>
                    <a:cubicBezTo>
                      <a:pt x="418" y="595"/>
                      <a:pt x="417" y="595"/>
                      <a:pt x="416" y="595"/>
                    </a:cubicBezTo>
                    <a:cubicBezTo>
                      <a:pt x="414" y="596"/>
                      <a:pt x="410" y="596"/>
                      <a:pt x="409" y="599"/>
                    </a:cubicBezTo>
                    <a:cubicBezTo>
                      <a:pt x="408" y="600"/>
                      <a:pt x="408" y="602"/>
                      <a:pt x="408" y="603"/>
                    </a:cubicBezTo>
                    <a:cubicBezTo>
                      <a:pt x="407" y="604"/>
                      <a:pt x="407" y="604"/>
                      <a:pt x="406" y="604"/>
                    </a:cubicBezTo>
                    <a:cubicBezTo>
                      <a:pt x="405" y="604"/>
                      <a:pt x="404" y="604"/>
                      <a:pt x="404" y="605"/>
                    </a:cubicBezTo>
                    <a:cubicBezTo>
                      <a:pt x="403" y="605"/>
                      <a:pt x="403" y="605"/>
                      <a:pt x="402" y="605"/>
                    </a:cubicBezTo>
                    <a:cubicBezTo>
                      <a:pt x="401" y="605"/>
                      <a:pt x="400" y="606"/>
                      <a:pt x="400" y="606"/>
                    </a:cubicBezTo>
                    <a:cubicBezTo>
                      <a:pt x="399" y="607"/>
                      <a:pt x="397" y="608"/>
                      <a:pt x="396" y="608"/>
                    </a:cubicBezTo>
                    <a:cubicBezTo>
                      <a:pt x="394" y="608"/>
                      <a:pt x="393" y="606"/>
                      <a:pt x="393" y="604"/>
                    </a:cubicBezTo>
                    <a:cubicBezTo>
                      <a:pt x="393" y="603"/>
                      <a:pt x="394" y="603"/>
                      <a:pt x="396" y="603"/>
                    </a:cubicBezTo>
                    <a:cubicBezTo>
                      <a:pt x="397" y="602"/>
                      <a:pt x="398" y="601"/>
                      <a:pt x="398" y="600"/>
                    </a:cubicBezTo>
                    <a:cubicBezTo>
                      <a:pt x="399" y="598"/>
                      <a:pt x="400" y="596"/>
                      <a:pt x="401" y="594"/>
                    </a:cubicBezTo>
                    <a:cubicBezTo>
                      <a:pt x="402" y="593"/>
                      <a:pt x="403" y="591"/>
                      <a:pt x="403" y="589"/>
                    </a:cubicBezTo>
                    <a:cubicBezTo>
                      <a:pt x="402" y="587"/>
                      <a:pt x="399" y="588"/>
                      <a:pt x="397" y="588"/>
                    </a:cubicBezTo>
                    <a:cubicBezTo>
                      <a:pt x="396" y="588"/>
                      <a:pt x="393" y="590"/>
                      <a:pt x="393" y="588"/>
                    </a:cubicBezTo>
                    <a:cubicBezTo>
                      <a:pt x="393" y="587"/>
                      <a:pt x="396" y="585"/>
                      <a:pt x="397" y="584"/>
                    </a:cubicBezTo>
                    <a:cubicBezTo>
                      <a:pt x="398" y="583"/>
                      <a:pt x="400" y="582"/>
                      <a:pt x="402" y="582"/>
                    </a:cubicBezTo>
                    <a:cubicBezTo>
                      <a:pt x="404" y="583"/>
                      <a:pt x="406" y="583"/>
                      <a:pt x="407" y="584"/>
                    </a:cubicBezTo>
                    <a:cubicBezTo>
                      <a:pt x="410" y="585"/>
                      <a:pt x="413" y="586"/>
                      <a:pt x="416" y="583"/>
                    </a:cubicBezTo>
                    <a:cubicBezTo>
                      <a:pt x="419" y="581"/>
                      <a:pt x="422" y="578"/>
                      <a:pt x="423" y="575"/>
                    </a:cubicBezTo>
                    <a:cubicBezTo>
                      <a:pt x="423" y="573"/>
                      <a:pt x="424" y="572"/>
                      <a:pt x="425" y="570"/>
                    </a:cubicBezTo>
                    <a:cubicBezTo>
                      <a:pt x="426" y="568"/>
                      <a:pt x="428" y="567"/>
                      <a:pt x="429" y="566"/>
                    </a:cubicBezTo>
                    <a:cubicBezTo>
                      <a:pt x="431" y="565"/>
                      <a:pt x="433" y="564"/>
                      <a:pt x="434" y="563"/>
                    </a:cubicBezTo>
                    <a:cubicBezTo>
                      <a:pt x="436" y="562"/>
                      <a:pt x="436" y="560"/>
                      <a:pt x="437" y="558"/>
                    </a:cubicBezTo>
                    <a:cubicBezTo>
                      <a:pt x="439" y="556"/>
                      <a:pt x="440" y="554"/>
                      <a:pt x="442" y="553"/>
                    </a:cubicBezTo>
                    <a:cubicBezTo>
                      <a:pt x="444" y="552"/>
                      <a:pt x="446" y="552"/>
                      <a:pt x="449" y="551"/>
                    </a:cubicBezTo>
                    <a:cubicBezTo>
                      <a:pt x="450" y="551"/>
                      <a:pt x="452" y="551"/>
                      <a:pt x="453" y="550"/>
                    </a:cubicBezTo>
                    <a:cubicBezTo>
                      <a:pt x="455" y="549"/>
                      <a:pt x="456" y="547"/>
                      <a:pt x="457" y="546"/>
                    </a:cubicBezTo>
                    <a:cubicBezTo>
                      <a:pt x="458" y="545"/>
                      <a:pt x="459" y="545"/>
                      <a:pt x="459" y="546"/>
                    </a:cubicBezTo>
                    <a:close/>
                    <a:moveTo>
                      <a:pt x="488" y="318"/>
                    </a:moveTo>
                    <a:cubicBezTo>
                      <a:pt x="487" y="320"/>
                      <a:pt x="486" y="323"/>
                      <a:pt x="485" y="325"/>
                    </a:cubicBezTo>
                    <a:cubicBezTo>
                      <a:pt x="485" y="325"/>
                      <a:pt x="483" y="325"/>
                      <a:pt x="483" y="326"/>
                    </a:cubicBezTo>
                    <a:cubicBezTo>
                      <a:pt x="483" y="326"/>
                      <a:pt x="483" y="326"/>
                      <a:pt x="483" y="327"/>
                    </a:cubicBezTo>
                    <a:cubicBezTo>
                      <a:pt x="483" y="327"/>
                      <a:pt x="482" y="328"/>
                      <a:pt x="482" y="328"/>
                    </a:cubicBezTo>
                    <a:cubicBezTo>
                      <a:pt x="482" y="328"/>
                      <a:pt x="482" y="329"/>
                      <a:pt x="481" y="329"/>
                    </a:cubicBezTo>
                    <a:cubicBezTo>
                      <a:pt x="480" y="330"/>
                      <a:pt x="479" y="329"/>
                      <a:pt x="478" y="328"/>
                    </a:cubicBezTo>
                    <a:cubicBezTo>
                      <a:pt x="476" y="328"/>
                      <a:pt x="475" y="327"/>
                      <a:pt x="474" y="326"/>
                    </a:cubicBezTo>
                    <a:cubicBezTo>
                      <a:pt x="474" y="325"/>
                      <a:pt x="475" y="325"/>
                      <a:pt x="475" y="324"/>
                    </a:cubicBezTo>
                    <a:cubicBezTo>
                      <a:pt x="475" y="323"/>
                      <a:pt x="476" y="322"/>
                      <a:pt x="476" y="321"/>
                    </a:cubicBezTo>
                    <a:cubicBezTo>
                      <a:pt x="477" y="319"/>
                      <a:pt x="476" y="318"/>
                      <a:pt x="477" y="316"/>
                    </a:cubicBezTo>
                    <a:cubicBezTo>
                      <a:pt x="477" y="315"/>
                      <a:pt x="478" y="314"/>
                      <a:pt x="479" y="313"/>
                    </a:cubicBezTo>
                    <a:cubicBezTo>
                      <a:pt x="480" y="312"/>
                      <a:pt x="482" y="312"/>
                      <a:pt x="483" y="312"/>
                    </a:cubicBezTo>
                    <a:cubicBezTo>
                      <a:pt x="484" y="312"/>
                      <a:pt x="484" y="313"/>
                      <a:pt x="485" y="313"/>
                    </a:cubicBezTo>
                    <a:cubicBezTo>
                      <a:pt x="486" y="313"/>
                      <a:pt x="486" y="313"/>
                      <a:pt x="487" y="313"/>
                    </a:cubicBezTo>
                    <a:cubicBezTo>
                      <a:pt x="489" y="314"/>
                      <a:pt x="489" y="316"/>
                      <a:pt x="488" y="318"/>
                    </a:cubicBezTo>
                    <a:close/>
                    <a:moveTo>
                      <a:pt x="521" y="311"/>
                    </a:moveTo>
                    <a:cubicBezTo>
                      <a:pt x="522" y="312"/>
                      <a:pt x="521" y="313"/>
                      <a:pt x="521" y="314"/>
                    </a:cubicBezTo>
                    <a:cubicBezTo>
                      <a:pt x="520" y="316"/>
                      <a:pt x="520" y="317"/>
                      <a:pt x="519" y="319"/>
                    </a:cubicBezTo>
                    <a:cubicBezTo>
                      <a:pt x="519" y="319"/>
                      <a:pt x="519" y="319"/>
                      <a:pt x="519" y="319"/>
                    </a:cubicBezTo>
                    <a:cubicBezTo>
                      <a:pt x="519" y="319"/>
                      <a:pt x="519" y="319"/>
                      <a:pt x="518" y="319"/>
                    </a:cubicBezTo>
                    <a:cubicBezTo>
                      <a:pt x="517" y="319"/>
                      <a:pt x="516" y="319"/>
                      <a:pt x="515" y="319"/>
                    </a:cubicBezTo>
                    <a:cubicBezTo>
                      <a:pt x="515" y="319"/>
                      <a:pt x="515" y="319"/>
                      <a:pt x="514" y="319"/>
                    </a:cubicBezTo>
                    <a:cubicBezTo>
                      <a:pt x="513" y="319"/>
                      <a:pt x="511" y="319"/>
                      <a:pt x="511" y="317"/>
                    </a:cubicBezTo>
                    <a:cubicBezTo>
                      <a:pt x="510" y="316"/>
                      <a:pt x="509" y="315"/>
                      <a:pt x="510" y="313"/>
                    </a:cubicBezTo>
                    <a:cubicBezTo>
                      <a:pt x="511" y="312"/>
                      <a:pt x="512" y="311"/>
                      <a:pt x="512" y="310"/>
                    </a:cubicBezTo>
                    <a:cubicBezTo>
                      <a:pt x="512" y="310"/>
                      <a:pt x="513" y="309"/>
                      <a:pt x="513" y="309"/>
                    </a:cubicBezTo>
                    <a:cubicBezTo>
                      <a:pt x="514" y="309"/>
                      <a:pt x="514" y="309"/>
                      <a:pt x="515" y="309"/>
                    </a:cubicBezTo>
                    <a:cubicBezTo>
                      <a:pt x="516" y="309"/>
                      <a:pt x="517" y="309"/>
                      <a:pt x="518" y="310"/>
                    </a:cubicBezTo>
                    <a:cubicBezTo>
                      <a:pt x="519" y="310"/>
                      <a:pt x="521" y="310"/>
                      <a:pt x="521" y="311"/>
                    </a:cubicBezTo>
                    <a:close/>
                    <a:moveTo>
                      <a:pt x="504" y="248"/>
                    </a:moveTo>
                    <a:cubicBezTo>
                      <a:pt x="503" y="248"/>
                      <a:pt x="503" y="248"/>
                      <a:pt x="503" y="247"/>
                    </a:cubicBezTo>
                    <a:cubicBezTo>
                      <a:pt x="502" y="247"/>
                      <a:pt x="502" y="246"/>
                      <a:pt x="501" y="246"/>
                    </a:cubicBezTo>
                    <a:cubicBezTo>
                      <a:pt x="501" y="245"/>
                      <a:pt x="501" y="245"/>
                      <a:pt x="501" y="245"/>
                    </a:cubicBezTo>
                    <a:cubicBezTo>
                      <a:pt x="501" y="245"/>
                      <a:pt x="501" y="244"/>
                      <a:pt x="501" y="244"/>
                    </a:cubicBezTo>
                    <a:cubicBezTo>
                      <a:pt x="500" y="244"/>
                      <a:pt x="500" y="243"/>
                      <a:pt x="500" y="243"/>
                    </a:cubicBezTo>
                    <a:cubicBezTo>
                      <a:pt x="500" y="242"/>
                      <a:pt x="500" y="242"/>
                      <a:pt x="500" y="242"/>
                    </a:cubicBezTo>
                    <a:cubicBezTo>
                      <a:pt x="500" y="241"/>
                      <a:pt x="501" y="241"/>
                      <a:pt x="501" y="241"/>
                    </a:cubicBezTo>
                    <a:cubicBezTo>
                      <a:pt x="502" y="240"/>
                      <a:pt x="502" y="240"/>
                      <a:pt x="503" y="240"/>
                    </a:cubicBezTo>
                    <a:cubicBezTo>
                      <a:pt x="505" y="240"/>
                      <a:pt x="506" y="240"/>
                      <a:pt x="507" y="240"/>
                    </a:cubicBezTo>
                    <a:cubicBezTo>
                      <a:pt x="508" y="240"/>
                      <a:pt x="509" y="240"/>
                      <a:pt x="509" y="241"/>
                    </a:cubicBezTo>
                    <a:cubicBezTo>
                      <a:pt x="511" y="241"/>
                      <a:pt x="512" y="241"/>
                      <a:pt x="513" y="241"/>
                    </a:cubicBezTo>
                    <a:cubicBezTo>
                      <a:pt x="515" y="241"/>
                      <a:pt x="517" y="241"/>
                      <a:pt x="518" y="242"/>
                    </a:cubicBezTo>
                    <a:cubicBezTo>
                      <a:pt x="519" y="242"/>
                      <a:pt x="519" y="242"/>
                      <a:pt x="520" y="243"/>
                    </a:cubicBezTo>
                    <a:cubicBezTo>
                      <a:pt x="520" y="243"/>
                      <a:pt x="520" y="244"/>
                      <a:pt x="520" y="245"/>
                    </a:cubicBezTo>
                    <a:cubicBezTo>
                      <a:pt x="520" y="246"/>
                      <a:pt x="520" y="246"/>
                      <a:pt x="520" y="247"/>
                    </a:cubicBezTo>
                    <a:cubicBezTo>
                      <a:pt x="519" y="249"/>
                      <a:pt x="517" y="250"/>
                      <a:pt x="515" y="250"/>
                    </a:cubicBezTo>
                    <a:cubicBezTo>
                      <a:pt x="514" y="251"/>
                      <a:pt x="513" y="251"/>
                      <a:pt x="512" y="250"/>
                    </a:cubicBezTo>
                    <a:cubicBezTo>
                      <a:pt x="511" y="250"/>
                      <a:pt x="510" y="249"/>
                      <a:pt x="509" y="249"/>
                    </a:cubicBezTo>
                    <a:cubicBezTo>
                      <a:pt x="508" y="249"/>
                      <a:pt x="507" y="249"/>
                      <a:pt x="506" y="249"/>
                    </a:cubicBezTo>
                    <a:cubicBezTo>
                      <a:pt x="505" y="249"/>
                      <a:pt x="505" y="249"/>
                      <a:pt x="504" y="248"/>
                    </a:cubicBezTo>
                    <a:close/>
                    <a:moveTo>
                      <a:pt x="540" y="456"/>
                    </a:moveTo>
                    <a:cubicBezTo>
                      <a:pt x="538" y="457"/>
                      <a:pt x="531" y="455"/>
                      <a:pt x="531" y="458"/>
                    </a:cubicBezTo>
                    <a:cubicBezTo>
                      <a:pt x="531" y="461"/>
                      <a:pt x="535" y="464"/>
                      <a:pt x="531" y="466"/>
                    </a:cubicBezTo>
                    <a:cubicBezTo>
                      <a:pt x="530" y="467"/>
                      <a:pt x="528" y="467"/>
                      <a:pt x="527" y="469"/>
                    </a:cubicBezTo>
                    <a:cubicBezTo>
                      <a:pt x="526" y="470"/>
                      <a:pt x="527" y="472"/>
                      <a:pt x="528" y="473"/>
                    </a:cubicBezTo>
                    <a:cubicBezTo>
                      <a:pt x="529" y="474"/>
                      <a:pt x="530" y="476"/>
                      <a:pt x="529" y="477"/>
                    </a:cubicBezTo>
                    <a:cubicBezTo>
                      <a:pt x="528" y="479"/>
                      <a:pt x="527" y="479"/>
                      <a:pt x="525" y="480"/>
                    </a:cubicBezTo>
                    <a:cubicBezTo>
                      <a:pt x="524" y="481"/>
                      <a:pt x="523" y="482"/>
                      <a:pt x="522" y="483"/>
                    </a:cubicBezTo>
                    <a:cubicBezTo>
                      <a:pt x="521" y="483"/>
                      <a:pt x="521" y="484"/>
                      <a:pt x="520" y="483"/>
                    </a:cubicBezTo>
                    <a:cubicBezTo>
                      <a:pt x="520" y="482"/>
                      <a:pt x="519" y="481"/>
                      <a:pt x="519" y="480"/>
                    </a:cubicBezTo>
                    <a:cubicBezTo>
                      <a:pt x="518" y="479"/>
                      <a:pt x="518" y="478"/>
                      <a:pt x="517" y="477"/>
                    </a:cubicBezTo>
                    <a:cubicBezTo>
                      <a:pt x="515" y="476"/>
                      <a:pt x="514" y="476"/>
                      <a:pt x="514" y="474"/>
                    </a:cubicBezTo>
                    <a:cubicBezTo>
                      <a:pt x="513" y="473"/>
                      <a:pt x="513" y="472"/>
                      <a:pt x="512" y="470"/>
                    </a:cubicBezTo>
                    <a:cubicBezTo>
                      <a:pt x="511" y="467"/>
                      <a:pt x="511" y="464"/>
                      <a:pt x="511" y="460"/>
                    </a:cubicBezTo>
                    <a:cubicBezTo>
                      <a:pt x="510" y="459"/>
                      <a:pt x="510" y="458"/>
                      <a:pt x="511" y="457"/>
                    </a:cubicBezTo>
                    <a:cubicBezTo>
                      <a:pt x="512" y="456"/>
                      <a:pt x="512" y="455"/>
                      <a:pt x="513" y="454"/>
                    </a:cubicBezTo>
                    <a:cubicBezTo>
                      <a:pt x="514" y="453"/>
                      <a:pt x="514" y="451"/>
                      <a:pt x="515" y="449"/>
                    </a:cubicBezTo>
                    <a:cubicBezTo>
                      <a:pt x="516" y="446"/>
                      <a:pt x="515" y="445"/>
                      <a:pt x="513" y="443"/>
                    </a:cubicBezTo>
                    <a:cubicBezTo>
                      <a:pt x="512" y="442"/>
                      <a:pt x="511" y="442"/>
                      <a:pt x="510" y="441"/>
                    </a:cubicBezTo>
                    <a:cubicBezTo>
                      <a:pt x="509" y="440"/>
                      <a:pt x="509" y="438"/>
                      <a:pt x="509" y="437"/>
                    </a:cubicBezTo>
                    <a:cubicBezTo>
                      <a:pt x="508" y="436"/>
                      <a:pt x="507" y="435"/>
                      <a:pt x="507" y="433"/>
                    </a:cubicBezTo>
                    <a:cubicBezTo>
                      <a:pt x="507" y="432"/>
                      <a:pt x="507" y="431"/>
                      <a:pt x="508" y="430"/>
                    </a:cubicBezTo>
                    <a:cubicBezTo>
                      <a:pt x="510" y="428"/>
                      <a:pt x="511" y="426"/>
                      <a:pt x="513" y="425"/>
                    </a:cubicBezTo>
                    <a:cubicBezTo>
                      <a:pt x="514" y="423"/>
                      <a:pt x="514" y="421"/>
                      <a:pt x="515" y="419"/>
                    </a:cubicBezTo>
                    <a:cubicBezTo>
                      <a:pt x="517" y="416"/>
                      <a:pt x="519" y="415"/>
                      <a:pt x="522" y="413"/>
                    </a:cubicBezTo>
                    <a:cubicBezTo>
                      <a:pt x="524" y="413"/>
                      <a:pt x="526" y="412"/>
                      <a:pt x="527" y="413"/>
                    </a:cubicBezTo>
                    <a:cubicBezTo>
                      <a:pt x="530" y="416"/>
                      <a:pt x="526" y="422"/>
                      <a:pt x="524" y="424"/>
                    </a:cubicBezTo>
                    <a:cubicBezTo>
                      <a:pt x="523" y="426"/>
                      <a:pt x="522" y="427"/>
                      <a:pt x="522" y="428"/>
                    </a:cubicBezTo>
                    <a:cubicBezTo>
                      <a:pt x="522" y="429"/>
                      <a:pt x="523" y="431"/>
                      <a:pt x="523" y="432"/>
                    </a:cubicBezTo>
                    <a:cubicBezTo>
                      <a:pt x="524" y="433"/>
                      <a:pt x="525" y="434"/>
                      <a:pt x="526" y="436"/>
                    </a:cubicBezTo>
                    <a:cubicBezTo>
                      <a:pt x="527" y="436"/>
                      <a:pt x="529" y="437"/>
                      <a:pt x="530" y="438"/>
                    </a:cubicBezTo>
                    <a:cubicBezTo>
                      <a:pt x="532" y="440"/>
                      <a:pt x="529" y="445"/>
                      <a:pt x="531" y="447"/>
                    </a:cubicBezTo>
                    <a:cubicBezTo>
                      <a:pt x="533" y="450"/>
                      <a:pt x="538" y="446"/>
                      <a:pt x="540" y="448"/>
                    </a:cubicBezTo>
                    <a:cubicBezTo>
                      <a:pt x="543" y="449"/>
                      <a:pt x="543" y="456"/>
                      <a:pt x="540" y="456"/>
                    </a:cubicBezTo>
                    <a:close/>
                    <a:moveTo>
                      <a:pt x="628" y="451"/>
                    </a:moveTo>
                    <a:cubicBezTo>
                      <a:pt x="628" y="452"/>
                      <a:pt x="627" y="452"/>
                      <a:pt x="626" y="452"/>
                    </a:cubicBezTo>
                    <a:cubicBezTo>
                      <a:pt x="625" y="452"/>
                      <a:pt x="624" y="451"/>
                      <a:pt x="623" y="451"/>
                    </a:cubicBezTo>
                    <a:cubicBezTo>
                      <a:pt x="623" y="451"/>
                      <a:pt x="622" y="451"/>
                      <a:pt x="622" y="451"/>
                    </a:cubicBezTo>
                    <a:cubicBezTo>
                      <a:pt x="622" y="450"/>
                      <a:pt x="622" y="450"/>
                      <a:pt x="622" y="450"/>
                    </a:cubicBezTo>
                    <a:cubicBezTo>
                      <a:pt x="622" y="450"/>
                      <a:pt x="622" y="450"/>
                      <a:pt x="622" y="450"/>
                    </a:cubicBezTo>
                    <a:cubicBezTo>
                      <a:pt x="621" y="449"/>
                      <a:pt x="621" y="449"/>
                      <a:pt x="621" y="449"/>
                    </a:cubicBezTo>
                    <a:cubicBezTo>
                      <a:pt x="621" y="449"/>
                      <a:pt x="621" y="448"/>
                      <a:pt x="621" y="448"/>
                    </a:cubicBezTo>
                    <a:cubicBezTo>
                      <a:pt x="621" y="448"/>
                      <a:pt x="621" y="448"/>
                      <a:pt x="621" y="447"/>
                    </a:cubicBezTo>
                    <a:cubicBezTo>
                      <a:pt x="621" y="447"/>
                      <a:pt x="621" y="447"/>
                      <a:pt x="621" y="446"/>
                    </a:cubicBezTo>
                    <a:cubicBezTo>
                      <a:pt x="620" y="445"/>
                      <a:pt x="619" y="443"/>
                      <a:pt x="620" y="441"/>
                    </a:cubicBezTo>
                    <a:cubicBezTo>
                      <a:pt x="620" y="440"/>
                      <a:pt x="621" y="439"/>
                      <a:pt x="622" y="439"/>
                    </a:cubicBezTo>
                    <a:cubicBezTo>
                      <a:pt x="623" y="439"/>
                      <a:pt x="624" y="440"/>
                      <a:pt x="624" y="441"/>
                    </a:cubicBezTo>
                    <a:cubicBezTo>
                      <a:pt x="625" y="442"/>
                      <a:pt x="625" y="444"/>
                      <a:pt x="626" y="445"/>
                    </a:cubicBezTo>
                    <a:cubicBezTo>
                      <a:pt x="626" y="446"/>
                      <a:pt x="627" y="446"/>
                      <a:pt x="628" y="446"/>
                    </a:cubicBezTo>
                    <a:cubicBezTo>
                      <a:pt x="630" y="447"/>
                      <a:pt x="630" y="450"/>
                      <a:pt x="628" y="451"/>
                    </a:cubicBezTo>
                    <a:close/>
                    <a:moveTo>
                      <a:pt x="652" y="407"/>
                    </a:moveTo>
                    <a:cubicBezTo>
                      <a:pt x="652" y="408"/>
                      <a:pt x="651" y="408"/>
                      <a:pt x="650" y="409"/>
                    </a:cubicBezTo>
                    <a:cubicBezTo>
                      <a:pt x="649" y="410"/>
                      <a:pt x="647" y="412"/>
                      <a:pt x="645" y="412"/>
                    </a:cubicBezTo>
                    <a:cubicBezTo>
                      <a:pt x="644" y="412"/>
                      <a:pt x="643" y="412"/>
                      <a:pt x="642" y="412"/>
                    </a:cubicBezTo>
                    <a:cubicBezTo>
                      <a:pt x="641" y="412"/>
                      <a:pt x="640" y="413"/>
                      <a:pt x="639" y="412"/>
                    </a:cubicBezTo>
                    <a:cubicBezTo>
                      <a:pt x="638" y="412"/>
                      <a:pt x="637" y="410"/>
                      <a:pt x="637" y="410"/>
                    </a:cubicBezTo>
                    <a:cubicBezTo>
                      <a:pt x="637" y="409"/>
                      <a:pt x="637" y="408"/>
                      <a:pt x="638" y="407"/>
                    </a:cubicBezTo>
                    <a:cubicBezTo>
                      <a:pt x="639" y="406"/>
                      <a:pt x="641" y="406"/>
                      <a:pt x="642" y="406"/>
                    </a:cubicBezTo>
                    <a:cubicBezTo>
                      <a:pt x="643" y="405"/>
                      <a:pt x="643" y="404"/>
                      <a:pt x="643" y="403"/>
                    </a:cubicBezTo>
                    <a:cubicBezTo>
                      <a:pt x="644" y="402"/>
                      <a:pt x="645" y="402"/>
                      <a:pt x="646" y="401"/>
                    </a:cubicBezTo>
                    <a:cubicBezTo>
                      <a:pt x="647" y="401"/>
                      <a:pt x="648" y="401"/>
                      <a:pt x="649" y="402"/>
                    </a:cubicBezTo>
                    <a:cubicBezTo>
                      <a:pt x="650" y="402"/>
                      <a:pt x="651" y="403"/>
                      <a:pt x="651" y="404"/>
                    </a:cubicBezTo>
                    <a:cubicBezTo>
                      <a:pt x="651" y="405"/>
                      <a:pt x="652" y="406"/>
                      <a:pt x="652" y="40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8" name="Freeform 1867">
                <a:extLst>
                  <a:ext uri="{FF2B5EF4-FFF2-40B4-BE49-F238E27FC236}">
                    <a16:creationId xmlns:a16="http://schemas.microsoft.com/office/drawing/2014/main" id="{455B754C-28DF-774F-9A67-64C8557CD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251"/>
                <a:ext cx="2" cy="2"/>
              </a:xfrm>
              <a:custGeom>
                <a:avLst/>
                <a:gdLst>
                  <a:gd name="T0" fmla="*/ 0 w 7"/>
                  <a:gd name="T1" fmla="*/ 2 h 5"/>
                  <a:gd name="T2" fmla="*/ 0 w 7"/>
                  <a:gd name="T3" fmla="*/ 1 h 5"/>
                  <a:gd name="T4" fmla="*/ 2 w 7"/>
                  <a:gd name="T5" fmla="*/ 1 h 5"/>
                  <a:gd name="T6" fmla="*/ 6 w 7"/>
                  <a:gd name="T7" fmla="*/ 1 h 5"/>
                  <a:gd name="T8" fmla="*/ 6 w 7"/>
                  <a:gd name="T9" fmla="*/ 4 h 5"/>
                  <a:gd name="T10" fmla="*/ 2 w 7"/>
                  <a:gd name="T11" fmla="*/ 4 h 5"/>
                  <a:gd name="T12" fmla="*/ 1 w 7"/>
                  <a:gd name="T13" fmla="*/ 3 h 5"/>
                  <a:gd name="T14" fmla="*/ 0 w 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5" y="5"/>
                      <a:pt x="3" y="4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9" name="Freeform 1868">
                <a:extLst>
                  <a:ext uri="{FF2B5EF4-FFF2-40B4-BE49-F238E27FC236}">
                    <a16:creationId xmlns:a16="http://schemas.microsoft.com/office/drawing/2014/main" id="{6FC46B29-37BC-114F-ABEC-A25BD7116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254"/>
                <a:ext cx="6" cy="3"/>
              </a:xfrm>
              <a:custGeom>
                <a:avLst/>
                <a:gdLst>
                  <a:gd name="T0" fmla="*/ 5 w 15"/>
                  <a:gd name="T1" fmla="*/ 4 h 8"/>
                  <a:gd name="T2" fmla="*/ 1 w 15"/>
                  <a:gd name="T3" fmla="*/ 4 h 8"/>
                  <a:gd name="T4" fmla="*/ 0 w 15"/>
                  <a:gd name="T5" fmla="*/ 6 h 8"/>
                  <a:gd name="T6" fmla="*/ 4 w 15"/>
                  <a:gd name="T7" fmla="*/ 8 h 8"/>
                  <a:gd name="T8" fmla="*/ 8 w 15"/>
                  <a:gd name="T9" fmla="*/ 8 h 8"/>
                  <a:gd name="T10" fmla="*/ 11 w 15"/>
                  <a:gd name="T11" fmla="*/ 7 h 8"/>
                  <a:gd name="T12" fmla="*/ 13 w 15"/>
                  <a:gd name="T13" fmla="*/ 7 h 8"/>
                  <a:gd name="T14" fmla="*/ 14 w 15"/>
                  <a:gd name="T15" fmla="*/ 5 h 8"/>
                  <a:gd name="T16" fmla="*/ 14 w 15"/>
                  <a:gd name="T17" fmla="*/ 1 h 8"/>
                  <a:gd name="T18" fmla="*/ 11 w 15"/>
                  <a:gd name="T19" fmla="*/ 0 h 8"/>
                  <a:gd name="T20" fmla="*/ 7 w 15"/>
                  <a:gd name="T21" fmla="*/ 1 h 8"/>
                  <a:gd name="T22" fmla="*/ 7 w 15"/>
                  <a:gd name="T23" fmla="*/ 2 h 8"/>
                  <a:gd name="T24" fmla="*/ 6 w 15"/>
                  <a:gd name="T25" fmla="*/ 3 h 8"/>
                  <a:gd name="T26" fmla="*/ 5 w 15"/>
                  <a:gd name="T2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8">
                    <a:moveTo>
                      <a:pt x="5" y="4"/>
                    </a:moveTo>
                    <a:cubicBezTo>
                      <a:pt x="4" y="4"/>
                      <a:pt x="3" y="4"/>
                      <a:pt x="1" y="4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8"/>
                      <a:pt x="3" y="8"/>
                      <a:pt x="4" y="8"/>
                    </a:cubicBezTo>
                    <a:cubicBezTo>
                      <a:pt x="5" y="8"/>
                      <a:pt x="6" y="8"/>
                      <a:pt x="8" y="8"/>
                    </a:cubicBezTo>
                    <a:cubicBezTo>
                      <a:pt x="9" y="8"/>
                      <a:pt x="10" y="8"/>
                      <a:pt x="11" y="7"/>
                    </a:cubicBezTo>
                    <a:cubicBezTo>
                      <a:pt x="11" y="7"/>
                      <a:pt x="12" y="7"/>
                      <a:pt x="13" y="7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4"/>
                      <a:pt x="15" y="2"/>
                      <a:pt x="14" y="1"/>
                    </a:cubicBezTo>
                    <a:cubicBezTo>
                      <a:pt x="13" y="1"/>
                      <a:pt x="12" y="0"/>
                      <a:pt x="11" y="0"/>
                    </a:cubicBezTo>
                    <a:cubicBezTo>
                      <a:pt x="10" y="1"/>
                      <a:pt x="9" y="1"/>
                      <a:pt x="7" y="1"/>
                    </a:cubicBezTo>
                    <a:cubicBezTo>
                      <a:pt x="7" y="1"/>
                      <a:pt x="5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4"/>
                      <a:pt x="5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0" name="Freeform 1869">
                <a:extLst>
                  <a:ext uri="{FF2B5EF4-FFF2-40B4-BE49-F238E27FC236}">
                    <a16:creationId xmlns:a16="http://schemas.microsoft.com/office/drawing/2014/main" id="{4D8A8059-F01A-CA4F-9355-CC78D704A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09"/>
                <a:ext cx="5" cy="2"/>
              </a:xfrm>
              <a:custGeom>
                <a:avLst/>
                <a:gdLst>
                  <a:gd name="T0" fmla="*/ 1 w 13"/>
                  <a:gd name="T1" fmla="*/ 3 h 6"/>
                  <a:gd name="T2" fmla="*/ 7 w 13"/>
                  <a:gd name="T3" fmla="*/ 0 h 6"/>
                  <a:gd name="T4" fmla="*/ 10 w 13"/>
                  <a:gd name="T5" fmla="*/ 1 h 6"/>
                  <a:gd name="T6" fmla="*/ 13 w 13"/>
                  <a:gd name="T7" fmla="*/ 1 h 6"/>
                  <a:gd name="T8" fmla="*/ 13 w 13"/>
                  <a:gd name="T9" fmla="*/ 4 h 6"/>
                  <a:gd name="T10" fmla="*/ 11 w 13"/>
                  <a:gd name="T11" fmla="*/ 5 h 6"/>
                  <a:gd name="T12" fmla="*/ 8 w 13"/>
                  <a:gd name="T13" fmla="*/ 5 h 6"/>
                  <a:gd name="T14" fmla="*/ 4 w 13"/>
                  <a:gd name="T15" fmla="*/ 5 h 6"/>
                  <a:gd name="T16" fmla="*/ 1 w 13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0" y="0"/>
                      <a:pt x="6" y="0"/>
                      <a:pt x="7" y="0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1" y="1"/>
                      <a:pt x="12" y="1"/>
                      <a:pt x="13" y="1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5"/>
                      <a:pt x="12" y="5"/>
                      <a:pt x="11" y="5"/>
                    </a:cubicBezTo>
                    <a:cubicBezTo>
                      <a:pt x="10" y="6"/>
                      <a:pt x="9" y="5"/>
                      <a:pt x="8" y="5"/>
                    </a:cubicBezTo>
                    <a:cubicBezTo>
                      <a:pt x="7" y="5"/>
                      <a:pt x="5" y="5"/>
                      <a:pt x="4" y="5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1" name="Freeform 1870">
                <a:extLst>
                  <a:ext uri="{FF2B5EF4-FFF2-40B4-BE49-F238E27FC236}">
                    <a16:creationId xmlns:a16="http://schemas.microsoft.com/office/drawing/2014/main" id="{3482DEAB-F1CF-6144-B1E9-0A75C23EC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198"/>
                <a:ext cx="3" cy="2"/>
              </a:xfrm>
              <a:custGeom>
                <a:avLst/>
                <a:gdLst>
                  <a:gd name="T0" fmla="*/ 3 w 9"/>
                  <a:gd name="T1" fmla="*/ 4 h 5"/>
                  <a:gd name="T2" fmla="*/ 3 w 9"/>
                  <a:gd name="T3" fmla="*/ 3 h 5"/>
                  <a:gd name="T4" fmla="*/ 2 w 9"/>
                  <a:gd name="T5" fmla="*/ 2 h 5"/>
                  <a:gd name="T6" fmla="*/ 3 w 9"/>
                  <a:gd name="T7" fmla="*/ 0 h 5"/>
                  <a:gd name="T8" fmla="*/ 8 w 9"/>
                  <a:gd name="T9" fmla="*/ 1 h 5"/>
                  <a:gd name="T10" fmla="*/ 8 w 9"/>
                  <a:gd name="T11" fmla="*/ 4 h 5"/>
                  <a:gd name="T12" fmla="*/ 3 w 9"/>
                  <a:gd name="T13" fmla="*/ 5 h 5"/>
                  <a:gd name="T14" fmla="*/ 3 w 9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3" y="4"/>
                    </a:moveTo>
                    <a:cubicBezTo>
                      <a:pt x="3" y="4"/>
                      <a:pt x="3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7" y="0"/>
                      <a:pt x="8" y="1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7" y="5"/>
                      <a:pt x="5" y="5"/>
                      <a:pt x="3" y="5"/>
                    </a:cubicBezTo>
                    <a:cubicBezTo>
                      <a:pt x="4" y="4"/>
                      <a:pt x="3" y="4"/>
                      <a:pt x="3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2" name="Freeform 1871">
                <a:extLst>
                  <a:ext uri="{FF2B5EF4-FFF2-40B4-BE49-F238E27FC236}">
                    <a16:creationId xmlns:a16="http://schemas.microsoft.com/office/drawing/2014/main" id="{11C83914-5071-7548-B320-9D17447D5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198"/>
                <a:ext cx="1" cy="2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4 h 4"/>
                  <a:gd name="T4" fmla="*/ 0 w 3"/>
                  <a:gd name="T5" fmla="*/ 1 h 4"/>
                  <a:gd name="T6" fmla="*/ 3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3" y="1"/>
                      <a:pt x="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3" name="Freeform 1872">
                <a:extLst>
                  <a:ext uri="{FF2B5EF4-FFF2-40B4-BE49-F238E27FC236}">
                    <a16:creationId xmlns:a16="http://schemas.microsoft.com/office/drawing/2014/main" id="{9AA58C00-C8B0-464C-8A90-22804AB10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188"/>
                <a:ext cx="9" cy="3"/>
              </a:xfrm>
              <a:custGeom>
                <a:avLst/>
                <a:gdLst>
                  <a:gd name="T0" fmla="*/ 2 w 23"/>
                  <a:gd name="T1" fmla="*/ 6 h 7"/>
                  <a:gd name="T2" fmla="*/ 1 w 23"/>
                  <a:gd name="T3" fmla="*/ 4 h 7"/>
                  <a:gd name="T4" fmla="*/ 2 w 23"/>
                  <a:gd name="T5" fmla="*/ 1 h 7"/>
                  <a:gd name="T6" fmla="*/ 7 w 23"/>
                  <a:gd name="T7" fmla="*/ 0 h 7"/>
                  <a:gd name="T8" fmla="*/ 12 w 23"/>
                  <a:gd name="T9" fmla="*/ 0 h 7"/>
                  <a:gd name="T10" fmla="*/ 17 w 23"/>
                  <a:gd name="T11" fmla="*/ 0 h 7"/>
                  <a:gd name="T12" fmla="*/ 21 w 23"/>
                  <a:gd name="T13" fmla="*/ 0 h 7"/>
                  <a:gd name="T14" fmla="*/ 23 w 23"/>
                  <a:gd name="T15" fmla="*/ 3 h 7"/>
                  <a:gd name="T16" fmla="*/ 21 w 23"/>
                  <a:gd name="T17" fmla="*/ 6 h 7"/>
                  <a:gd name="T18" fmla="*/ 16 w 23"/>
                  <a:gd name="T19" fmla="*/ 7 h 7"/>
                  <a:gd name="T20" fmla="*/ 13 w 23"/>
                  <a:gd name="T21" fmla="*/ 7 h 7"/>
                  <a:gd name="T22" fmla="*/ 9 w 23"/>
                  <a:gd name="T23" fmla="*/ 7 h 7"/>
                  <a:gd name="T24" fmla="*/ 2 w 23"/>
                  <a:gd name="T2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7">
                    <a:moveTo>
                      <a:pt x="2" y="6"/>
                    </a:moveTo>
                    <a:cubicBezTo>
                      <a:pt x="1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7" y="0"/>
                    </a:cubicBezTo>
                    <a:cubicBezTo>
                      <a:pt x="8" y="0"/>
                      <a:pt x="10" y="0"/>
                      <a:pt x="12" y="0"/>
                    </a:cubicBezTo>
                    <a:cubicBezTo>
                      <a:pt x="14" y="0"/>
                      <a:pt x="15" y="0"/>
                      <a:pt x="17" y="0"/>
                    </a:cubicBezTo>
                    <a:cubicBezTo>
                      <a:pt x="18" y="0"/>
                      <a:pt x="20" y="0"/>
                      <a:pt x="21" y="0"/>
                    </a:cubicBezTo>
                    <a:cubicBezTo>
                      <a:pt x="22" y="1"/>
                      <a:pt x="23" y="1"/>
                      <a:pt x="23" y="3"/>
                    </a:cubicBezTo>
                    <a:cubicBezTo>
                      <a:pt x="23" y="4"/>
                      <a:pt x="22" y="5"/>
                      <a:pt x="21" y="6"/>
                    </a:cubicBezTo>
                    <a:cubicBezTo>
                      <a:pt x="20" y="7"/>
                      <a:pt x="18" y="7"/>
                      <a:pt x="16" y="7"/>
                    </a:cubicBezTo>
                    <a:cubicBezTo>
                      <a:pt x="15" y="7"/>
                      <a:pt x="14" y="7"/>
                      <a:pt x="13" y="7"/>
                    </a:cubicBezTo>
                    <a:cubicBezTo>
                      <a:pt x="12" y="7"/>
                      <a:pt x="10" y="7"/>
                      <a:pt x="9" y="7"/>
                    </a:cubicBezTo>
                    <a:cubicBezTo>
                      <a:pt x="7" y="7"/>
                      <a:pt x="5" y="7"/>
                      <a:pt x="2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4" name="Freeform 1873">
                <a:extLst>
                  <a:ext uri="{FF2B5EF4-FFF2-40B4-BE49-F238E27FC236}">
                    <a16:creationId xmlns:a16="http://schemas.microsoft.com/office/drawing/2014/main" id="{195F4434-A415-9340-A2FC-E09D3A2F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168"/>
                <a:ext cx="2" cy="3"/>
              </a:xfrm>
              <a:custGeom>
                <a:avLst/>
                <a:gdLst>
                  <a:gd name="T0" fmla="*/ 2 w 7"/>
                  <a:gd name="T1" fmla="*/ 3 h 8"/>
                  <a:gd name="T2" fmla="*/ 5 w 7"/>
                  <a:gd name="T3" fmla="*/ 0 h 8"/>
                  <a:gd name="T4" fmla="*/ 7 w 7"/>
                  <a:gd name="T5" fmla="*/ 4 h 8"/>
                  <a:gd name="T6" fmla="*/ 7 w 7"/>
                  <a:gd name="T7" fmla="*/ 6 h 8"/>
                  <a:gd name="T8" fmla="*/ 3 w 7"/>
                  <a:gd name="T9" fmla="*/ 8 h 8"/>
                  <a:gd name="T10" fmla="*/ 1 w 7"/>
                  <a:gd name="T11" fmla="*/ 8 h 8"/>
                  <a:gd name="T12" fmla="*/ 0 w 7"/>
                  <a:gd name="T13" fmla="*/ 5 h 8"/>
                  <a:gd name="T14" fmla="*/ 2 w 7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2" y="3"/>
                    </a:moveTo>
                    <a:cubicBezTo>
                      <a:pt x="3" y="2"/>
                      <a:pt x="4" y="0"/>
                      <a:pt x="5" y="0"/>
                    </a:cubicBezTo>
                    <a:cubicBezTo>
                      <a:pt x="7" y="0"/>
                      <a:pt x="6" y="3"/>
                      <a:pt x="7" y="4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8"/>
                      <a:pt x="4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4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5" name="Freeform 1874">
                <a:extLst>
                  <a:ext uri="{FF2B5EF4-FFF2-40B4-BE49-F238E27FC236}">
                    <a16:creationId xmlns:a16="http://schemas.microsoft.com/office/drawing/2014/main" id="{9AF869FB-7ED6-FC4D-BF5F-F8DAFA0C0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165"/>
                <a:ext cx="7" cy="3"/>
              </a:xfrm>
              <a:custGeom>
                <a:avLst/>
                <a:gdLst>
                  <a:gd name="T0" fmla="*/ 3 w 16"/>
                  <a:gd name="T1" fmla="*/ 6 h 7"/>
                  <a:gd name="T2" fmla="*/ 9 w 16"/>
                  <a:gd name="T3" fmla="*/ 5 h 7"/>
                  <a:gd name="T4" fmla="*/ 13 w 16"/>
                  <a:gd name="T5" fmla="*/ 6 h 7"/>
                  <a:gd name="T6" fmla="*/ 16 w 16"/>
                  <a:gd name="T7" fmla="*/ 2 h 7"/>
                  <a:gd name="T8" fmla="*/ 12 w 16"/>
                  <a:gd name="T9" fmla="*/ 1 h 7"/>
                  <a:gd name="T10" fmla="*/ 4 w 16"/>
                  <a:gd name="T11" fmla="*/ 1 h 7"/>
                  <a:gd name="T12" fmla="*/ 1 w 16"/>
                  <a:gd name="T13" fmla="*/ 2 h 7"/>
                  <a:gd name="T14" fmla="*/ 0 w 16"/>
                  <a:gd name="T15" fmla="*/ 5 h 7"/>
                  <a:gd name="T16" fmla="*/ 3 w 16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7">
                    <a:moveTo>
                      <a:pt x="3" y="6"/>
                    </a:moveTo>
                    <a:cubicBezTo>
                      <a:pt x="5" y="7"/>
                      <a:pt x="7" y="5"/>
                      <a:pt x="9" y="5"/>
                    </a:cubicBezTo>
                    <a:cubicBezTo>
                      <a:pt x="10" y="6"/>
                      <a:pt x="12" y="6"/>
                      <a:pt x="13" y="6"/>
                    </a:cubicBezTo>
                    <a:cubicBezTo>
                      <a:pt x="15" y="5"/>
                      <a:pt x="16" y="4"/>
                      <a:pt x="16" y="2"/>
                    </a:cubicBezTo>
                    <a:cubicBezTo>
                      <a:pt x="15" y="0"/>
                      <a:pt x="14" y="1"/>
                      <a:pt x="12" y="1"/>
                    </a:cubicBezTo>
                    <a:cubicBezTo>
                      <a:pt x="9" y="0"/>
                      <a:pt x="6" y="1"/>
                      <a:pt x="4" y="1"/>
                    </a:cubicBezTo>
                    <a:cubicBezTo>
                      <a:pt x="3" y="1"/>
                      <a:pt x="1" y="1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6" name="Freeform 1875">
                <a:extLst>
                  <a:ext uri="{FF2B5EF4-FFF2-40B4-BE49-F238E27FC236}">
                    <a16:creationId xmlns:a16="http://schemas.microsoft.com/office/drawing/2014/main" id="{7CDBE18A-E768-3E46-A3D9-148330CF0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161"/>
                <a:ext cx="3" cy="2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2 h 4"/>
                  <a:gd name="T4" fmla="*/ 4 w 7"/>
                  <a:gd name="T5" fmla="*/ 4 h 4"/>
                  <a:gd name="T6" fmla="*/ 1 w 7"/>
                  <a:gd name="T7" fmla="*/ 3 h 4"/>
                  <a:gd name="T8" fmla="*/ 1 w 7"/>
                  <a:gd name="T9" fmla="*/ 1 h 4"/>
                  <a:gd name="T10" fmla="*/ 4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6" y="0"/>
                      <a:pt x="7" y="0"/>
                      <a:pt x="7" y="2"/>
                    </a:cubicBezTo>
                    <a:cubicBezTo>
                      <a:pt x="7" y="4"/>
                      <a:pt x="5" y="4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7" name="Freeform 1876">
                <a:extLst>
                  <a:ext uri="{FF2B5EF4-FFF2-40B4-BE49-F238E27FC236}">
                    <a16:creationId xmlns:a16="http://schemas.microsoft.com/office/drawing/2014/main" id="{E8FB227B-4F37-DD45-A97A-AA54F5CA3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904"/>
                <a:ext cx="5" cy="8"/>
              </a:xfrm>
              <a:custGeom>
                <a:avLst/>
                <a:gdLst>
                  <a:gd name="T0" fmla="*/ 10 w 13"/>
                  <a:gd name="T1" fmla="*/ 16 h 18"/>
                  <a:gd name="T2" fmla="*/ 10 w 13"/>
                  <a:gd name="T3" fmla="*/ 17 h 18"/>
                  <a:gd name="T4" fmla="*/ 6 w 13"/>
                  <a:gd name="T5" fmla="*/ 14 h 18"/>
                  <a:gd name="T6" fmla="*/ 6 w 13"/>
                  <a:gd name="T7" fmla="*/ 11 h 18"/>
                  <a:gd name="T8" fmla="*/ 3 w 13"/>
                  <a:gd name="T9" fmla="*/ 10 h 18"/>
                  <a:gd name="T10" fmla="*/ 0 w 13"/>
                  <a:gd name="T11" fmla="*/ 6 h 18"/>
                  <a:gd name="T12" fmla="*/ 0 w 13"/>
                  <a:gd name="T13" fmla="*/ 4 h 18"/>
                  <a:gd name="T14" fmla="*/ 1 w 13"/>
                  <a:gd name="T15" fmla="*/ 3 h 18"/>
                  <a:gd name="T16" fmla="*/ 2 w 13"/>
                  <a:gd name="T17" fmla="*/ 1 h 18"/>
                  <a:gd name="T18" fmla="*/ 3 w 13"/>
                  <a:gd name="T19" fmla="*/ 1 h 18"/>
                  <a:gd name="T20" fmla="*/ 7 w 13"/>
                  <a:gd name="T21" fmla="*/ 0 h 18"/>
                  <a:gd name="T22" fmla="*/ 10 w 13"/>
                  <a:gd name="T23" fmla="*/ 0 h 18"/>
                  <a:gd name="T24" fmla="*/ 11 w 13"/>
                  <a:gd name="T25" fmla="*/ 0 h 18"/>
                  <a:gd name="T26" fmla="*/ 13 w 13"/>
                  <a:gd name="T27" fmla="*/ 4 h 18"/>
                  <a:gd name="T28" fmla="*/ 13 w 13"/>
                  <a:gd name="T29" fmla="*/ 9 h 18"/>
                  <a:gd name="T30" fmla="*/ 12 w 13"/>
                  <a:gd name="T31" fmla="*/ 13 h 18"/>
                  <a:gd name="T32" fmla="*/ 10 w 13"/>
                  <a:gd name="T33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8">
                    <a:moveTo>
                      <a:pt x="10" y="16"/>
                    </a:moveTo>
                    <a:cubicBezTo>
                      <a:pt x="10" y="17"/>
                      <a:pt x="10" y="17"/>
                      <a:pt x="10" y="17"/>
                    </a:cubicBezTo>
                    <a:cubicBezTo>
                      <a:pt x="8" y="18"/>
                      <a:pt x="6" y="16"/>
                      <a:pt x="6" y="14"/>
                    </a:cubicBezTo>
                    <a:cubicBezTo>
                      <a:pt x="6" y="13"/>
                      <a:pt x="6" y="12"/>
                      <a:pt x="6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2" y="9"/>
                      <a:pt x="1" y="8"/>
                      <a:pt x="0" y="6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2" y="1"/>
                      <a:pt x="13" y="3"/>
                      <a:pt x="13" y="4"/>
                    </a:cubicBezTo>
                    <a:cubicBezTo>
                      <a:pt x="12" y="6"/>
                      <a:pt x="13" y="7"/>
                      <a:pt x="13" y="9"/>
                    </a:cubicBezTo>
                    <a:cubicBezTo>
                      <a:pt x="13" y="11"/>
                      <a:pt x="12" y="12"/>
                      <a:pt x="12" y="13"/>
                    </a:cubicBezTo>
                    <a:cubicBezTo>
                      <a:pt x="11" y="14"/>
                      <a:pt x="10" y="15"/>
                      <a:pt x="10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8" name="Freeform 1877">
                <a:extLst>
                  <a:ext uri="{FF2B5EF4-FFF2-40B4-BE49-F238E27FC236}">
                    <a16:creationId xmlns:a16="http://schemas.microsoft.com/office/drawing/2014/main" id="{6FD93D0C-C84F-0343-BE89-DD127DCC9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961"/>
                <a:ext cx="3" cy="3"/>
              </a:xfrm>
              <a:custGeom>
                <a:avLst/>
                <a:gdLst>
                  <a:gd name="T0" fmla="*/ 0 w 9"/>
                  <a:gd name="T1" fmla="*/ 3 h 7"/>
                  <a:gd name="T2" fmla="*/ 0 w 9"/>
                  <a:gd name="T3" fmla="*/ 1 h 7"/>
                  <a:gd name="T4" fmla="*/ 5 w 9"/>
                  <a:gd name="T5" fmla="*/ 0 h 7"/>
                  <a:gd name="T6" fmla="*/ 8 w 9"/>
                  <a:gd name="T7" fmla="*/ 2 h 7"/>
                  <a:gd name="T8" fmla="*/ 8 w 9"/>
                  <a:gd name="T9" fmla="*/ 5 h 7"/>
                  <a:gd name="T10" fmla="*/ 6 w 9"/>
                  <a:gd name="T11" fmla="*/ 6 h 7"/>
                  <a:gd name="T12" fmla="*/ 1 w 9"/>
                  <a:gd name="T13" fmla="*/ 6 h 7"/>
                  <a:gd name="T14" fmla="*/ 0 w 9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8" y="2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4" y="6"/>
                      <a:pt x="2" y="7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9" name="Freeform 1878">
                <a:extLst>
                  <a:ext uri="{FF2B5EF4-FFF2-40B4-BE49-F238E27FC236}">
                    <a16:creationId xmlns:a16="http://schemas.microsoft.com/office/drawing/2014/main" id="{193F6794-448C-184E-AB95-8530B27DD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086"/>
                <a:ext cx="4" cy="4"/>
              </a:xfrm>
              <a:custGeom>
                <a:avLst/>
                <a:gdLst>
                  <a:gd name="T0" fmla="*/ 1 w 9"/>
                  <a:gd name="T1" fmla="*/ 1 h 9"/>
                  <a:gd name="T2" fmla="*/ 6 w 9"/>
                  <a:gd name="T3" fmla="*/ 1 h 9"/>
                  <a:gd name="T4" fmla="*/ 8 w 9"/>
                  <a:gd name="T5" fmla="*/ 4 h 9"/>
                  <a:gd name="T6" fmla="*/ 8 w 9"/>
                  <a:gd name="T7" fmla="*/ 8 h 9"/>
                  <a:gd name="T8" fmla="*/ 5 w 9"/>
                  <a:gd name="T9" fmla="*/ 9 h 9"/>
                  <a:gd name="T10" fmla="*/ 2 w 9"/>
                  <a:gd name="T11" fmla="*/ 9 h 9"/>
                  <a:gd name="T12" fmla="*/ 0 w 9"/>
                  <a:gd name="T13" fmla="*/ 4 h 9"/>
                  <a:gd name="T14" fmla="*/ 1 w 9"/>
                  <a:gd name="T1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1" y="1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7" y="1"/>
                      <a:pt x="8" y="2"/>
                      <a:pt x="8" y="4"/>
                    </a:cubicBezTo>
                    <a:cubicBezTo>
                      <a:pt x="9" y="5"/>
                      <a:pt x="9" y="7"/>
                      <a:pt x="8" y="8"/>
                    </a:cubicBezTo>
                    <a:cubicBezTo>
                      <a:pt x="7" y="9"/>
                      <a:pt x="6" y="9"/>
                      <a:pt x="5" y="9"/>
                    </a:cubicBezTo>
                    <a:cubicBezTo>
                      <a:pt x="4" y="9"/>
                      <a:pt x="3" y="9"/>
                      <a:pt x="2" y="9"/>
                    </a:cubicBezTo>
                    <a:cubicBezTo>
                      <a:pt x="0" y="8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0" name="Freeform 1879">
                <a:extLst>
                  <a:ext uri="{FF2B5EF4-FFF2-40B4-BE49-F238E27FC236}">
                    <a16:creationId xmlns:a16="http://schemas.microsoft.com/office/drawing/2014/main" id="{2590E9A0-1836-5746-855D-C09BCC8BD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082"/>
                <a:ext cx="5" cy="4"/>
              </a:xfrm>
              <a:custGeom>
                <a:avLst/>
                <a:gdLst>
                  <a:gd name="T0" fmla="*/ 1 w 11"/>
                  <a:gd name="T1" fmla="*/ 8 h 9"/>
                  <a:gd name="T2" fmla="*/ 0 w 11"/>
                  <a:gd name="T3" fmla="*/ 7 h 9"/>
                  <a:gd name="T4" fmla="*/ 0 w 11"/>
                  <a:gd name="T5" fmla="*/ 6 h 9"/>
                  <a:gd name="T6" fmla="*/ 1 w 11"/>
                  <a:gd name="T7" fmla="*/ 2 h 9"/>
                  <a:gd name="T8" fmla="*/ 3 w 11"/>
                  <a:gd name="T9" fmla="*/ 1 h 9"/>
                  <a:gd name="T10" fmla="*/ 6 w 11"/>
                  <a:gd name="T11" fmla="*/ 0 h 9"/>
                  <a:gd name="T12" fmla="*/ 9 w 11"/>
                  <a:gd name="T13" fmla="*/ 1 h 9"/>
                  <a:gd name="T14" fmla="*/ 10 w 11"/>
                  <a:gd name="T15" fmla="*/ 2 h 9"/>
                  <a:gd name="T16" fmla="*/ 11 w 11"/>
                  <a:gd name="T17" fmla="*/ 4 h 9"/>
                  <a:gd name="T18" fmla="*/ 8 w 11"/>
                  <a:gd name="T19" fmla="*/ 8 h 9"/>
                  <a:gd name="T20" fmla="*/ 5 w 11"/>
                  <a:gd name="T21" fmla="*/ 8 h 9"/>
                  <a:gd name="T22" fmla="*/ 3 w 11"/>
                  <a:gd name="T23" fmla="*/ 9 h 9"/>
                  <a:gd name="T24" fmla="*/ 1 w 11"/>
                  <a:gd name="T25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9">
                    <a:moveTo>
                      <a:pt x="1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2"/>
                      <a:pt x="11" y="4"/>
                      <a:pt x="11" y="4"/>
                    </a:cubicBezTo>
                    <a:cubicBezTo>
                      <a:pt x="11" y="6"/>
                      <a:pt x="9" y="7"/>
                      <a:pt x="8" y="8"/>
                    </a:cubicBezTo>
                    <a:cubicBezTo>
                      <a:pt x="7" y="8"/>
                      <a:pt x="6" y="8"/>
                      <a:pt x="5" y="8"/>
                    </a:cubicBezTo>
                    <a:cubicBezTo>
                      <a:pt x="5" y="8"/>
                      <a:pt x="4" y="9"/>
                      <a:pt x="3" y="9"/>
                    </a:cubicBezTo>
                    <a:cubicBezTo>
                      <a:pt x="2" y="9"/>
                      <a:pt x="1" y="8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1" name="Freeform 1880">
                <a:extLst>
                  <a:ext uri="{FF2B5EF4-FFF2-40B4-BE49-F238E27FC236}">
                    <a16:creationId xmlns:a16="http://schemas.microsoft.com/office/drawing/2014/main" id="{F11A64EE-10D7-794E-925A-E2D0E43CC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074"/>
                <a:ext cx="7" cy="8"/>
              </a:xfrm>
              <a:custGeom>
                <a:avLst/>
                <a:gdLst>
                  <a:gd name="T0" fmla="*/ 5 w 18"/>
                  <a:gd name="T1" fmla="*/ 8 h 22"/>
                  <a:gd name="T2" fmla="*/ 1 w 18"/>
                  <a:gd name="T3" fmla="*/ 7 h 22"/>
                  <a:gd name="T4" fmla="*/ 0 w 18"/>
                  <a:gd name="T5" fmla="*/ 5 h 22"/>
                  <a:gd name="T6" fmla="*/ 0 w 18"/>
                  <a:gd name="T7" fmla="*/ 2 h 22"/>
                  <a:gd name="T8" fmla="*/ 1 w 18"/>
                  <a:gd name="T9" fmla="*/ 1 h 22"/>
                  <a:gd name="T10" fmla="*/ 4 w 18"/>
                  <a:gd name="T11" fmla="*/ 1 h 22"/>
                  <a:gd name="T12" fmla="*/ 7 w 18"/>
                  <a:gd name="T13" fmla="*/ 5 h 22"/>
                  <a:gd name="T14" fmla="*/ 10 w 18"/>
                  <a:gd name="T15" fmla="*/ 7 h 22"/>
                  <a:gd name="T16" fmla="*/ 13 w 18"/>
                  <a:gd name="T17" fmla="*/ 9 h 22"/>
                  <a:gd name="T18" fmla="*/ 16 w 18"/>
                  <a:gd name="T19" fmla="*/ 10 h 22"/>
                  <a:gd name="T20" fmla="*/ 18 w 18"/>
                  <a:gd name="T21" fmla="*/ 16 h 22"/>
                  <a:gd name="T22" fmla="*/ 17 w 18"/>
                  <a:gd name="T23" fmla="*/ 20 h 22"/>
                  <a:gd name="T24" fmla="*/ 15 w 18"/>
                  <a:gd name="T25" fmla="*/ 22 h 22"/>
                  <a:gd name="T26" fmla="*/ 12 w 18"/>
                  <a:gd name="T27" fmla="*/ 18 h 22"/>
                  <a:gd name="T28" fmla="*/ 11 w 18"/>
                  <a:gd name="T29" fmla="*/ 15 h 22"/>
                  <a:gd name="T30" fmla="*/ 11 w 18"/>
                  <a:gd name="T31" fmla="*/ 11 h 22"/>
                  <a:gd name="T32" fmla="*/ 10 w 18"/>
                  <a:gd name="T33" fmla="*/ 10 h 22"/>
                  <a:gd name="T34" fmla="*/ 7 w 18"/>
                  <a:gd name="T35" fmla="*/ 9 h 22"/>
                  <a:gd name="T36" fmla="*/ 5 w 18"/>
                  <a:gd name="T3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2">
                    <a:moveTo>
                      <a:pt x="5" y="8"/>
                    </a:moveTo>
                    <a:cubicBezTo>
                      <a:pt x="3" y="8"/>
                      <a:pt x="2" y="8"/>
                      <a:pt x="1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6" y="4"/>
                      <a:pt x="7" y="5"/>
                    </a:cubicBezTo>
                    <a:cubicBezTo>
                      <a:pt x="7" y="6"/>
                      <a:pt x="9" y="6"/>
                      <a:pt x="10" y="7"/>
                    </a:cubicBezTo>
                    <a:cubicBezTo>
                      <a:pt x="11" y="8"/>
                      <a:pt x="12" y="8"/>
                      <a:pt x="13" y="9"/>
                    </a:cubicBezTo>
                    <a:cubicBezTo>
                      <a:pt x="14" y="10"/>
                      <a:pt x="15" y="10"/>
                      <a:pt x="16" y="10"/>
                    </a:cubicBezTo>
                    <a:cubicBezTo>
                      <a:pt x="17" y="12"/>
                      <a:pt x="18" y="14"/>
                      <a:pt x="18" y="16"/>
                    </a:cubicBezTo>
                    <a:cubicBezTo>
                      <a:pt x="18" y="18"/>
                      <a:pt x="17" y="19"/>
                      <a:pt x="17" y="20"/>
                    </a:cubicBezTo>
                    <a:cubicBezTo>
                      <a:pt x="17" y="21"/>
                      <a:pt x="16" y="22"/>
                      <a:pt x="15" y="22"/>
                    </a:cubicBezTo>
                    <a:cubicBezTo>
                      <a:pt x="13" y="22"/>
                      <a:pt x="12" y="20"/>
                      <a:pt x="12" y="18"/>
                    </a:cubicBezTo>
                    <a:cubicBezTo>
                      <a:pt x="11" y="17"/>
                      <a:pt x="11" y="16"/>
                      <a:pt x="11" y="15"/>
                    </a:cubicBezTo>
                    <a:cubicBezTo>
                      <a:pt x="11" y="14"/>
                      <a:pt x="11" y="12"/>
                      <a:pt x="11" y="11"/>
                    </a:cubicBezTo>
                    <a:cubicBezTo>
                      <a:pt x="11" y="10"/>
                      <a:pt x="11" y="10"/>
                      <a:pt x="10" y="10"/>
                    </a:cubicBezTo>
                    <a:cubicBezTo>
                      <a:pt x="9" y="10"/>
                      <a:pt x="8" y="10"/>
                      <a:pt x="7" y="9"/>
                    </a:cubicBezTo>
                    <a:cubicBezTo>
                      <a:pt x="6" y="9"/>
                      <a:pt x="6" y="8"/>
                      <a:pt x="5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2" name="Freeform 1881">
                <a:extLst>
                  <a:ext uri="{FF2B5EF4-FFF2-40B4-BE49-F238E27FC236}">
                    <a16:creationId xmlns:a16="http://schemas.microsoft.com/office/drawing/2014/main" id="{870D4432-68B3-D84B-BC3E-850BFE935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063"/>
                <a:ext cx="6" cy="5"/>
              </a:xfrm>
              <a:custGeom>
                <a:avLst/>
                <a:gdLst>
                  <a:gd name="T0" fmla="*/ 15 w 15"/>
                  <a:gd name="T1" fmla="*/ 3 h 13"/>
                  <a:gd name="T2" fmla="*/ 14 w 15"/>
                  <a:gd name="T3" fmla="*/ 8 h 13"/>
                  <a:gd name="T4" fmla="*/ 13 w 15"/>
                  <a:gd name="T5" fmla="*/ 11 h 13"/>
                  <a:gd name="T6" fmla="*/ 7 w 15"/>
                  <a:gd name="T7" fmla="*/ 12 h 13"/>
                  <a:gd name="T8" fmla="*/ 3 w 15"/>
                  <a:gd name="T9" fmla="*/ 10 h 13"/>
                  <a:gd name="T10" fmla="*/ 2 w 15"/>
                  <a:gd name="T11" fmla="*/ 4 h 13"/>
                  <a:gd name="T12" fmla="*/ 7 w 15"/>
                  <a:gd name="T13" fmla="*/ 1 h 13"/>
                  <a:gd name="T14" fmla="*/ 13 w 15"/>
                  <a:gd name="T15" fmla="*/ 1 h 13"/>
                  <a:gd name="T16" fmla="*/ 15 w 15"/>
                  <a:gd name="T1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5" y="4"/>
                      <a:pt x="15" y="6"/>
                      <a:pt x="14" y="8"/>
                    </a:cubicBezTo>
                    <a:cubicBezTo>
                      <a:pt x="14" y="10"/>
                      <a:pt x="14" y="11"/>
                      <a:pt x="13" y="11"/>
                    </a:cubicBezTo>
                    <a:cubicBezTo>
                      <a:pt x="11" y="12"/>
                      <a:pt x="9" y="13"/>
                      <a:pt x="7" y="12"/>
                    </a:cubicBezTo>
                    <a:cubicBezTo>
                      <a:pt x="6" y="12"/>
                      <a:pt x="4" y="11"/>
                      <a:pt x="3" y="10"/>
                    </a:cubicBezTo>
                    <a:cubicBezTo>
                      <a:pt x="1" y="8"/>
                      <a:pt x="0" y="5"/>
                      <a:pt x="2" y="4"/>
                    </a:cubicBezTo>
                    <a:cubicBezTo>
                      <a:pt x="3" y="2"/>
                      <a:pt x="5" y="1"/>
                      <a:pt x="7" y="1"/>
                    </a:cubicBezTo>
                    <a:cubicBezTo>
                      <a:pt x="9" y="0"/>
                      <a:pt x="11" y="0"/>
                      <a:pt x="13" y="1"/>
                    </a:cubicBezTo>
                    <a:cubicBezTo>
                      <a:pt x="14" y="1"/>
                      <a:pt x="14" y="2"/>
                      <a:pt x="15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3" name="Freeform 1882">
                <a:extLst>
                  <a:ext uri="{FF2B5EF4-FFF2-40B4-BE49-F238E27FC236}">
                    <a16:creationId xmlns:a16="http://schemas.microsoft.com/office/drawing/2014/main" id="{90DD5079-8786-5B4F-89CD-5B43874A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058"/>
                <a:ext cx="4" cy="4"/>
              </a:xfrm>
              <a:custGeom>
                <a:avLst/>
                <a:gdLst>
                  <a:gd name="T0" fmla="*/ 1 w 11"/>
                  <a:gd name="T1" fmla="*/ 4 h 10"/>
                  <a:gd name="T2" fmla="*/ 2 w 11"/>
                  <a:gd name="T3" fmla="*/ 2 h 10"/>
                  <a:gd name="T4" fmla="*/ 4 w 11"/>
                  <a:gd name="T5" fmla="*/ 1 h 10"/>
                  <a:gd name="T6" fmla="*/ 9 w 11"/>
                  <a:gd name="T7" fmla="*/ 1 h 10"/>
                  <a:gd name="T8" fmla="*/ 10 w 11"/>
                  <a:gd name="T9" fmla="*/ 3 h 10"/>
                  <a:gd name="T10" fmla="*/ 10 w 11"/>
                  <a:gd name="T11" fmla="*/ 7 h 10"/>
                  <a:gd name="T12" fmla="*/ 7 w 11"/>
                  <a:gd name="T13" fmla="*/ 9 h 10"/>
                  <a:gd name="T14" fmla="*/ 4 w 11"/>
                  <a:gd name="T15" fmla="*/ 9 h 10"/>
                  <a:gd name="T16" fmla="*/ 1 w 11"/>
                  <a:gd name="T17" fmla="*/ 8 h 10"/>
                  <a:gd name="T18" fmla="*/ 1 w 11"/>
                  <a:gd name="T1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1" y="4"/>
                    </a:moveTo>
                    <a:cubicBezTo>
                      <a:pt x="1" y="3"/>
                      <a:pt x="1" y="3"/>
                      <a:pt x="2" y="2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10" y="1"/>
                      <a:pt x="10" y="2"/>
                      <a:pt x="10" y="3"/>
                    </a:cubicBezTo>
                    <a:cubicBezTo>
                      <a:pt x="10" y="4"/>
                      <a:pt x="11" y="6"/>
                      <a:pt x="10" y="7"/>
                    </a:cubicBezTo>
                    <a:cubicBezTo>
                      <a:pt x="9" y="8"/>
                      <a:pt x="8" y="8"/>
                      <a:pt x="7" y="9"/>
                    </a:cubicBezTo>
                    <a:cubicBezTo>
                      <a:pt x="6" y="10"/>
                      <a:pt x="5" y="10"/>
                      <a:pt x="4" y="9"/>
                    </a:cubicBezTo>
                    <a:cubicBezTo>
                      <a:pt x="3" y="8"/>
                      <a:pt x="2" y="8"/>
                      <a:pt x="1" y="8"/>
                    </a:cubicBezTo>
                    <a:cubicBezTo>
                      <a:pt x="0" y="7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4" name="Freeform 1883">
                <a:extLst>
                  <a:ext uri="{FF2B5EF4-FFF2-40B4-BE49-F238E27FC236}">
                    <a16:creationId xmlns:a16="http://schemas.microsoft.com/office/drawing/2014/main" id="{409FA8BA-D89E-EC49-BB65-A7BF35B36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014"/>
                <a:ext cx="8" cy="4"/>
              </a:xfrm>
              <a:custGeom>
                <a:avLst/>
                <a:gdLst>
                  <a:gd name="T0" fmla="*/ 11 w 21"/>
                  <a:gd name="T1" fmla="*/ 7 h 11"/>
                  <a:gd name="T2" fmla="*/ 7 w 21"/>
                  <a:gd name="T3" fmla="*/ 6 h 11"/>
                  <a:gd name="T4" fmla="*/ 4 w 21"/>
                  <a:gd name="T5" fmla="*/ 6 h 11"/>
                  <a:gd name="T6" fmla="*/ 4 w 21"/>
                  <a:gd name="T7" fmla="*/ 6 h 11"/>
                  <a:gd name="T8" fmla="*/ 3 w 21"/>
                  <a:gd name="T9" fmla="*/ 6 h 11"/>
                  <a:gd name="T10" fmla="*/ 0 w 21"/>
                  <a:gd name="T11" fmla="*/ 5 h 11"/>
                  <a:gd name="T12" fmla="*/ 2 w 21"/>
                  <a:gd name="T13" fmla="*/ 1 h 11"/>
                  <a:gd name="T14" fmla="*/ 8 w 21"/>
                  <a:gd name="T15" fmla="*/ 0 h 11"/>
                  <a:gd name="T16" fmla="*/ 10 w 21"/>
                  <a:gd name="T17" fmla="*/ 0 h 11"/>
                  <a:gd name="T18" fmla="*/ 13 w 21"/>
                  <a:gd name="T19" fmla="*/ 0 h 11"/>
                  <a:gd name="T20" fmla="*/ 19 w 21"/>
                  <a:gd name="T21" fmla="*/ 0 h 11"/>
                  <a:gd name="T22" fmla="*/ 21 w 21"/>
                  <a:gd name="T23" fmla="*/ 4 h 11"/>
                  <a:gd name="T24" fmla="*/ 19 w 21"/>
                  <a:gd name="T25" fmla="*/ 10 h 11"/>
                  <a:gd name="T26" fmla="*/ 18 w 21"/>
                  <a:gd name="T27" fmla="*/ 11 h 11"/>
                  <a:gd name="T28" fmla="*/ 17 w 21"/>
                  <a:gd name="T29" fmla="*/ 11 h 11"/>
                  <a:gd name="T30" fmla="*/ 15 w 21"/>
                  <a:gd name="T31" fmla="*/ 10 h 11"/>
                  <a:gd name="T32" fmla="*/ 13 w 21"/>
                  <a:gd name="T33" fmla="*/ 8 h 11"/>
                  <a:gd name="T34" fmla="*/ 11 w 21"/>
                  <a:gd name="T3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1">
                    <a:moveTo>
                      <a:pt x="11" y="7"/>
                    </a:moveTo>
                    <a:cubicBezTo>
                      <a:pt x="9" y="7"/>
                      <a:pt x="8" y="6"/>
                      <a:pt x="7" y="6"/>
                    </a:cubicBezTo>
                    <a:cubicBezTo>
                      <a:pt x="6" y="6"/>
                      <a:pt x="5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6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11" y="0"/>
                      <a:pt x="12" y="0"/>
                      <a:pt x="13" y="0"/>
                    </a:cubicBezTo>
                    <a:cubicBezTo>
                      <a:pt x="15" y="0"/>
                      <a:pt x="17" y="0"/>
                      <a:pt x="19" y="0"/>
                    </a:cubicBezTo>
                    <a:cubicBezTo>
                      <a:pt x="21" y="1"/>
                      <a:pt x="21" y="3"/>
                      <a:pt x="21" y="4"/>
                    </a:cubicBezTo>
                    <a:cubicBezTo>
                      <a:pt x="21" y="6"/>
                      <a:pt x="20" y="8"/>
                      <a:pt x="19" y="10"/>
                    </a:cubicBezTo>
                    <a:cubicBezTo>
                      <a:pt x="19" y="11"/>
                      <a:pt x="19" y="11"/>
                      <a:pt x="18" y="11"/>
                    </a:cubicBezTo>
                    <a:cubicBezTo>
                      <a:pt x="18" y="11"/>
                      <a:pt x="17" y="11"/>
                      <a:pt x="17" y="11"/>
                    </a:cubicBezTo>
                    <a:cubicBezTo>
                      <a:pt x="16" y="10"/>
                      <a:pt x="16" y="10"/>
                      <a:pt x="15" y="10"/>
                    </a:cubicBezTo>
                    <a:cubicBezTo>
                      <a:pt x="15" y="9"/>
                      <a:pt x="14" y="9"/>
                      <a:pt x="13" y="8"/>
                    </a:cubicBezTo>
                    <a:cubicBezTo>
                      <a:pt x="12" y="7"/>
                      <a:pt x="12" y="7"/>
                      <a:pt x="1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5" name="Freeform 1884">
                <a:extLst>
                  <a:ext uri="{FF2B5EF4-FFF2-40B4-BE49-F238E27FC236}">
                    <a16:creationId xmlns:a16="http://schemas.microsoft.com/office/drawing/2014/main" id="{0EFDBBC6-C797-0E44-AB38-45BF3F946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2007"/>
                <a:ext cx="6" cy="4"/>
              </a:xfrm>
              <a:custGeom>
                <a:avLst/>
                <a:gdLst>
                  <a:gd name="T0" fmla="*/ 4 w 13"/>
                  <a:gd name="T1" fmla="*/ 10 h 10"/>
                  <a:gd name="T2" fmla="*/ 3 w 13"/>
                  <a:gd name="T3" fmla="*/ 10 h 10"/>
                  <a:gd name="T4" fmla="*/ 1 w 13"/>
                  <a:gd name="T5" fmla="*/ 9 h 10"/>
                  <a:gd name="T6" fmla="*/ 1 w 13"/>
                  <a:gd name="T7" fmla="*/ 5 h 10"/>
                  <a:gd name="T8" fmla="*/ 2 w 13"/>
                  <a:gd name="T9" fmla="*/ 3 h 10"/>
                  <a:gd name="T10" fmla="*/ 3 w 13"/>
                  <a:gd name="T11" fmla="*/ 1 h 10"/>
                  <a:gd name="T12" fmla="*/ 6 w 13"/>
                  <a:gd name="T13" fmla="*/ 0 h 10"/>
                  <a:gd name="T14" fmla="*/ 11 w 13"/>
                  <a:gd name="T15" fmla="*/ 2 h 10"/>
                  <a:gd name="T16" fmla="*/ 12 w 13"/>
                  <a:gd name="T17" fmla="*/ 6 h 10"/>
                  <a:gd name="T18" fmla="*/ 10 w 13"/>
                  <a:gd name="T19" fmla="*/ 8 h 10"/>
                  <a:gd name="T20" fmla="*/ 8 w 13"/>
                  <a:gd name="T21" fmla="*/ 10 h 10"/>
                  <a:gd name="T22" fmla="*/ 7 w 13"/>
                  <a:gd name="T23" fmla="*/ 10 h 10"/>
                  <a:gd name="T24" fmla="*/ 5 w 13"/>
                  <a:gd name="T25" fmla="*/ 10 h 10"/>
                  <a:gd name="T26" fmla="*/ 5 w 13"/>
                  <a:gd name="T27" fmla="*/ 9 h 10"/>
                  <a:gd name="T28" fmla="*/ 4 w 13"/>
                  <a:gd name="T2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1" y="10"/>
                      <a:pt x="1" y="9"/>
                    </a:cubicBezTo>
                    <a:cubicBezTo>
                      <a:pt x="0" y="8"/>
                      <a:pt x="1" y="6"/>
                      <a:pt x="1" y="5"/>
                    </a:cubicBezTo>
                    <a:cubicBezTo>
                      <a:pt x="1" y="4"/>
                      <a:pt x="1" y="4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8" y="0"/>
                      <a:pt x="10" y="0"/>
                      <a:pt x="11" y="2"/>
                    </a:cubicBezTo>
                    <a:cubicBezTo>
                      <a:pt x="11" y="3"/>
                      <a:pt x="13" y="5"/>
                      <a:pt x="12" y="6"/>
                    </a:cubicBezTo>
                    <a:cubicBezTo>
                      <a:pt x="12" y="7"/>
                      <a:pt x="11" y="8"/>
                      <a:pt x="10" y="8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5" y="10"/>
                      <a:pt x="6" y="10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6" name="Freeform 1885">
                <a:extLst>
                  <a:ext uri="{FF2B5EF4-FFF2-40B4-BE49-F238E27FC236}">
                    <a16:creationId xmlns:a16="http://schemas.microsoft.com/office/drawing/2014/main" id="{4115B157-382F-9D45-A603-25BFD8C90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999"/>
                <a:ext cx="7" cy="5"/>
              </a:xfrm>
              <a:custGeom>
                <a:avLst/>
                <a:gdLst>
                  <a:gd name="T0" fmla="*/ 3 w 19"/>
                  <a:gd name="T1" fmla="*/ 2 h 10"/>
                  <a:gd name="T2" fmla="*/ 8 w 19"/>
                  <a:gd name="T3" fmla="*/ 1 h 10"/>
                  <a:gd name="T4" fmla="*/ 11 w 19"/>
                  <a:gd name="T5" fmla="*/ 0 h 10"/>
                  <a:gd name="T6" fmla="*/ 14 w 19"/>
                  <a:gd name="T7" fmla="*/ 0 h 10"/>
                  <a:gd name="T8" fmla="*/ 15 w 19"/>
                  <a:gd name="T9" fmla="*/ 0 h 10"/>
                  <a:gd name="T10" fmla="*/ 18 w 19"/>
                  <a:gd name="T11" fmla="*/ 1 h 10"/>
                  <a:gd name="T12" fmla="*/ 19 w 19"/>
                  <a:gd name="T13" fmla="*/ 4 h 10"/>
                  <a:gd name="T14" fmla="*/ 18 w 19"/>
                  <a:gd name="T15" fmla="*/ 8 h 10"/>
                  <a:gd name="T16" fmla="*/ 16 w 19"/>
                  <a:gd name="T17" fmla="*/ 9 h 10"/>
                  <a:gd name="T18" fmla="*/ 11 w 19"/>
                  <a:gd name="T19" fmla="*/ 9 h 10"/>
                  <a:gd name="T20" fmla="*/ 7 w 19"/>
                  <a:gd name="T21" fmla="*/ 8 h 10"/>
                  <a:gd name="T22" fmla="*/ 4 w 19"/>
                  <a:gd name="T23" fmla="*/ 8 h 10"/>
                  <a:gd name="T24" fmla="*/ 1 w 19"/>
                  <a:gd name="T25" fmla="*/ 5 h 10"/>
                  <a:gd name="T26" fmla="*/ 3 w 19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0">
                    <a:moveTo>
                      <a:pt x="3" y="2"/>
                    </a:moveTo>
                    <a:cubicBezTo>
                      <a:pt x="4" y="1"/>
                      <a:pt x="6" y="1"/>
                      <a:pt x="8" y="1"/>
                    </a:cubicBezTo>
                    <a:cubicBezTo>
                      <a:pt x="9" y="1"/>
                      <a:pt x="10" y="1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1"/>
                      <a:pt x="17" y="1"/>
                      <a:pt x="18" y="1"/>
                    </a:cubicBezTo>
                    <a:cubicBezTo>
                      <a:pt x="19" y="2"/>
                      <a:pt x="19" y="3"/>
                      <a:pt x="19" y="4"/>
                    </a:cubicBezTo>
                    <a:cubicBezTo>
                      <a:pt x="19" y="5"/>
                      <a:pt x="19" y="6"/>
                      <a:pt x="18" y="8"/>
                    </a:cubicBezTo>
                    <a:cubicBezTo>
                      <a:pt x="17" y="8"/>
                      <a:pt x="17" y="9"/>
                      <a:pt x="16" y="9"/>
                    </a:cubicBezTo>
                    <a:cubicBezTo>
                      <a:pt x="14" y="10"/>
                      <a:pt x="13" y="9"/>
                      <a:pt x="11" y="9"/>
                    </a:cubicBezTo>
                    <a:cubicBezTo>
                      <a:pt x="10" y="8"/>
                      <a:pt x="9" y="8"/>
                      <a:pt x="7" y="8"/>
                    </a:cubicBezTo>
                    <a:cubicBezTo>
                      <a:pt x="6" y="8"/>
                      <a:pt x="5" y="8"/>
                      <a:pt x="4" y="8"/>
                    </a:cubicBezTo>
                    <a:cubicBezTo>
                      <a:pt x="3" y="8"/>
                      <a:pt x="2" y="6"/>
                      <a:pt x="1" y="5"/>
                    </a:cubicBezTo>
                    <a:cubicBezTo>
                      <a:pt x="0" y="4"/>
                      <a:pt x="1" y="3"/>
                      <a:pt x="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7" name="Freeform 1886">
                <a:extLst>
                  <a:ext uri="{FF2B5EF4-FFF2-40B4-BE49-F238E27FC236}">
                    <a16:creationId xmlns:a16="http://schemas.microsoft.com/office/drawing/2014/main" id="{32EB55A6-9B78-244C-A96F-C67FB0B46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1977"/>
                <a:ext cx="19" cy="19"/>
              </a:xfrm>
              <a:custGeom>
                <a:avLst/>
                <a:gdLst>
                  <a:gd name="T0" fmla="*/ 24 w 47"/>
                  <a:gd name="T1" fmla="*/ 27 h 47"/>
                  <a:gd name="T2" fmla="*/ 25 w 47"/>
                  <a:gd name="T3" fmla="*/ 23 h 47"/>
                  <a:gd name="T4" fmla="*/ 27 w 47"/>
                  <a:gd name="T5" fmla="*/ 19 h 47"/>
                  <a:gd name="T6" fmla="*/ 25 w 47"/>
                  <a:gd name="T7" fmla="*/ 17 h 47"/>
                  <a:gd name="T8" fmla="*/ 23 w 47"/>
                  <a:gd name="T9" fmla="*/ 16 h 47"/>
                  <a:gd name="T10" fmla="*/ 20 w 47"/>
                  <a:gd name="T11" fmla="*/ 12 h 47"/>
                  <a:gd name="T12" fmla="*/ 18 w 47"/>
                  <a:gd name="T13" fmla="*/ 10 h 47"/>
                  <a:gd name="T14" fmla="*/ 16 w 47"/>
                  <a:gd name="T15" fmla="*/ 11 h 47"/>
                  <a:gd name="T16" fmla="*/ 15 w 47"/>
                  <a:gd name="T17" fmla="*/ 12 h 47"/>
                  <a:gd name="T18" fmla="*/ 14 w 47"/>
                  <a:gd name="T19" fmla="*/ 13 h 47"/>
                  <a:gd name="T20" fmla="*/ 12 w 47"/>
                  <a:gd name="T21" fmla="*/ 11 h 47"/>
                  <a:gd name="T22" fmla="*/ 10 w 47"/>
                  <a:gd name="T23" fmla="*/ 9 h 47"/>
                  <a:gd name="T24" fmla="*/ 9 w 47"/>
                  <a:gd name="T25" fmla="*/ 9 h 47"/>
                  <a:gd name="T26" fmla="*/ 7 w 47"/>
                  <a:gd name="T27" fmla="*/ 10 h 47"/>
                  <a:gd name="T28" fmla="*/ 4 w 47"/>
                  <a:gd name="T29" fmla="*/ 10 h 47"/>
                  <a:gd name="T30" fmla="*/ 1 w 47"/>
                  <a:gd name="T31" fmla="*/ 4 h 47"/>
                  <a:gd name="T32" fmla="*/ 5 w 47"/>
                  <a:gd name="T33" fmla="*/ 2 h 47"/>
                  <a:gd name="T34" fmla="*/ 7 w 47"/>
                  <a:gd name="T35" fmla="*/ 1 h 47"/>
                  <a:gd name="T36" fmla="*/ 9 w 47"/>
                  <a:gd name="T37" fmla="*/ 1 h 47"/>
                  <a:gd name="T38" fmla="*/ 14 w 47"/>
                  <a:gd name="T39" fmla="*/ 1 h 47"/>
                  <a:gd name="T40" fmla="*/ 16 w 47"/>
                  <a:gd name="T41" fmla="*/ 1 h 47"/>
                  <a:gd name="T42" fmla="*/ 18 w 47"/>
                  <a:gd name="T43" fmla="*/ 3 h 47"/>
                  <a:gd name="T44" fmla="*/ 22 w 47"/>
                  <a:gd name="T45" fmla="*/ 3 h 47"/>
                  <a:gd name="T46" fmla="*/ 26 w 47"/>
                  <a:gd name="T47" fmla="*/ 3 h 47"/>
                  <a:gd name="T48" fmla="*/ 27 w 47"/>
                  <a:gd name="T49" fmla="*/ 0 h 47"/>
                  <a:gd name="T50" fmla="*/ 31 w 47"/>
                  <a:gd name="T51" fmla="*/ 2 h 47"/>
                  <a:gd name="T52" fmla="*/ 38 w 47"/>
                  <a:gd name="T53" fmla="*/ 5 h 47"/>
                  <a:gd name="T54" fmla="*/ 43 w 47"/>
                  <a:gd name="T55" fmla="*/ 3 h 47"/>
                  <a:gd name="T56" fmla="*/ 45 w 47"/>
                  <a:gd name="T57" fmla="*/ 6 h 47"/>
                  <a:gd name="T58" fmla="*/ 46 w 47"/>
                  <a:gd name="T59" fmla="*/ 11 h 47"/>
                  <a:gd name="T60" fmla="*/ 47 w 47"/>
                  <a:gd name="T61" fmla="*/ 16 h 47"/>
                  <a:gd name="T62" fmla="*/ 41 w 47"/>
                  <a:gd name="T63" fmla="*/ 20 h 47"/>
                  <a:gd name="T64" fmla="*/ 44 w 47"/>
                  <a:gd name="T65" fmla="*/ 25 h 47"/>
                  <a:gd name="T66" fmla="*/ 44 w 47"/>
                  <a:gd name="T67" fmla="*/ 30 h 47"/>
                  <a:gd name="T68" fmla="*/ 41 w 47"/>
                  <a:gd name="T69" fmla="*/ 33 h 47"/>
                  <a:gd name="T70" fmla="*/ 40 w 47"/>
                  <a:gd name="T71" fmla="*/ 35 h 47"/>
                  <a:gd name="T72" fmla="*/ 37 w 47"/>
                  <a:gd name="T73" fmla="*/ 38 h 47"/>
                  <a:gd name="T74" fmla="*/ 35 w 47"/>
                  <a:gd name="T75" fmla="*/ 43 h 47"/>
                  <a:gd name="T76" fmla="*/ 33 w 47"/>
                  <a:gd name="T77" fmla="*/ 47 h 47"/>
                  <a:gd name="T78" fmla="*/ 31 w 47"/>
                  <a:gd name="T79" fmla="*/ 40 h 47"/>
                  <a:gd name="T80" fmla="*/ 30 w 47"/>
                  <a:gd name="T81" fmla="*/ 35 h 47"/>
                  <a:gd name="T82" fmla="*/ 28 w 47"/>
                  <a:gd name="T83" fmla="*/ 30 h 47"/>
                  <a:gd name="T84" fmla="*/ 25 w 47"/>
                  <a:gd name="T85" fmla="*/ 30 h 47"/>
                  <a:gd name="T86" fmla="*/ 24 w 47"/>
                  <a:gd name="T87" fmla="*/ 2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7" h="47">
                    <a:moveTo>
                      <a:pt x="24" y="27"/>
                    </a:moveTo>
                    <a:cubicBezTo>
                      <a:pt x="24" y="26"/>
                      <a:pt x="24" y="24"/>
                      <a:pt x="25" y="23"/>
                    </a:cubicBezTo>
                    <a:cubicBezTo>
                      <a:pt x="25" y="22"/>
                      <a:pt x="27" y="21"/>
                      <a:pt x="27" y="19"/>
                    </a:cubicBezTo>
                    <a:cubicBezTo>
                      <a:pt x="26" y="18"/>
                      <a:pt x="26" y="18"/>
                      <a:pt x="25" y="17"/>
                    </a:cubicBezTo>
                    <a:cubicBezTo>
                      <a:pt x="24" y="17"/>
                      <a:pt x="23" y="16"/>
                      <a:pt x="23" y="16"/>
                    </a:cubicBezTo>
                    <a:cubicBezTo>
                      <a:pt x="22" y="15"/>
                      <a:pt x="21" y="13"/>
                      <a:pt x="20" y="12"/>
                    </a:cubicBezTo>
                    <a:cubicBezTo>
                      <a:pt x="19" y="11"/>
                      <a:pt x="19" y="10"/>
                      <a:pt x="18" y="10"/>
                    </a:cubicBezTo>
                    <a:cubicBezTo>
                      <a:pt x="18" y="11"/>
                      <a:pt x="17" y="11"/>
                      <a:pt x="16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3"/>
                      <a:pt x="14" y="14"/>
                      <a:pt x="14" y="13"/>
                    </a:cubicBezTo>
                    <a:cubicBezTo>
                      <a:pt x="13" y="13"/>
                      <a:pt x="13" y="12"/>
                      <a:pt x="12" y="11"/>
                    </a:cubicBezTo>
                    <a:cubicBezTo>
                      <a:pt x="12" y="10"/>
                      <a:pt x="11" y="9"/>
                      <a:pt x="10" y="9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5" y="10"/>
                      <a:pt x="5" y="10"/>
                      <a:pt x="4" y="10"/>
                    </a:cubicBezTo>
                    <a:cubicBezTo>
                      <a:pt x="2" y="9"/>
                      <a:pt x="0" y="6"/>
                      <a:pt x="1" y="4"/>
                    </a:cubicBezTo>
                    <a:cubicBezTo>
                      <a:pt x="2" y="3"/>
                      <a:pt x="3" y="2"/>
                      <a:pt x="5" y="2"/>
                    </a:cubicBezTo>
                    <a:cubicBezTo>
                      <a:pt x="6" y="2"/>
                      <a:pt x="6" y="2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5" y="1"/>
                      <a:pt x="16" y="1"/>
                      <a:pt x="16" y="1"/>
                    </a:cubicBezTo>
                    <a:cubicBezTo>
                      <a:pt x="17" y="2"/>
                      <a:pt x="17" y="2"/>
                      <a:pt x="18" y="3"/>
                    </a:cubicBezTo>
                    <a:cubicBezTo>
                      <a:pt x="19" y="3"/>
                      <a:pt x="21" y="3"/>
                      <a:pt x="22" y="3"/>
                    </a:cubicBezTo>
                    <a:cubicBezTo>
                      <a:pt x="23" y="2"/>
                      <a:pt x="24" y="3"/>
                      <a:pt x="26" y="3"/>
                    </a:cubicBezTo>
                    <a:cubicBezTo>
                      <a:pt x="25" y="1"/>
                      <a:pt x="26" y="0"/>
                      <a:pt x="27" y="0"/>
                    </a:cubicBezTo>
                    <a:cubicBezTo>
                      <a:pt x="29" y="0"/>
                      <a:pt x="30" y="1"/>
                      <a:pt x="31" y="2"/>
                    </a:cubicBezTo>
                    <a:cubicBezTo>
                      <a:pt x="33" y="3"/>
                      <a:pt x="35" y="6"/>
                      <a:pt x="38" y="5"/>
                    </a:cubicBezTo>
                    <a:cubicBezTo>
                      <a:pt x="40" y="4"/>
                      <a:pt x="41" y="3"/>
                      <a:pt x="43" y="3"/>
                    </a:cubicBezTo>
                    <a:cubicBezTo>
                      <a:pt x="44" y="3"/>
                      <a:pt x="45" y="4"/>
                      <a:pt x="45" y="6"/>
                    </a:cubicBezTo>
                    <a:cubicBezTo>
                      <a:pt x="46" y="7"/>
                      <a:pt x="46" y="9"/>
                      <a:pt x="46" y="11"/>
                    </a:cubicBezTo>
                    <a:cubicBezTo>
                      <a:pt x="46" y="12"/>
                      <a:pt x="47" y="14"/>
                      <a:pt x="47" y="16"/>
                    </a:cubicBezTo>
                    <a:cubicBezTo>
                      <a:pt x="46" y="18"/>
                      <a:pt x="42" y="17"/>
                      <a:pt x="41" y="20"/>
                    </a:cubicBezTo>
                    <a:cubicBezTo>
                      <a:pt x="41" y="22"/>
                      <a:pt x="44" y="24"/>
                      <a:pt x="44" y="25"/>
                    </a:cubicBezTo>
                    <a:cubicBezTo>
                      <a:pt x="44" y="27"/>
                      <a:pt x="44" y="28"/>
                      <a:pt x="44" y="30"/>
                    </a:cubicBezTo>
                    <a:cubicBezTo>
                      <a:pt x="44" y="31"/>
                      <a:pt x="42" y="32"/>
                      <a:pt x="41" y="33"/>
                    </a:cubicBezTo>
                    <a:cubicBezTo>
                      <a:pt x="40" y="33"/>
                      <a:pt x="40" y="34"/>
                      <a:pt x="40" y="35"/>
                    </a:cubicBezTo>
                    <a:cubicBezTo>
                      <a:pt x="39" y="36"/>
                      <a:pt x="37" y="37"/>
                      <a:pt x="37" y="38"/>
                    </a:cubicBezTo>
                    <a:cubicBezTo>
                      <a:pt x="36" y="39"/>
                      <a:pt x="35" y="41"/>
                      <a:pt x="35" y="43"/>
                    </a:cubicBezTo>
                    <a:cubicBezTo>
                      <a:pt x="35" y="44"/>
                      <a:pt x="35" y="46"/>
                      <a:pt x="33" y="47"/>
                    </a:cubicBezTo>
                    <a:cubicBezTo>
                      <a:pt x="31" y="47"/>
                      <a:pt x="31" y="42"/>
                      <a:pt x="31" y="40"/>
                    </a:cubicBezTo>
                    <a:cubicBezTo>
                      <a:pt x="30" y="39"/>
                      <a:pt x="30" y="37"/>
                      <a:pt x="30" y="35"/>
                    </a:cubicBezTo>
                    <a:cubicBezTo>
                      <a:pt x="29" y="33"/>
                      <a:pt x="29" y="31"/>
                      <a:pt x="28" y="30"/>
                    </a:cubicBezTo>
                    <a:cubicBezTo>
                      <a:pt x="27" y="29"/>
                      <a:pt x="26" y="30"/>
                      <a:pt x="25" y="30"/>
                    </a:cubicBezTo>
                    <a:cubicBezTo>
                      <a:pt x="24" y="29"/>
                      <a:pt x="24" y="28"/>
                      <a:pt x="24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8" name="Freeform 1887">
                <a:extLst>
                  <a:ext uri="{FF2B5EF4-FFF2-40B4-BE49-F238E27FC236}">
                    <a16:creationId xmlns:a16="http://schemas.microsoft.com/office/drawing/2014/main" id="{FF3A82E3-B174-6A4D-A851-F2BB273D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982"/>
                <a:ext cx="2" cy="2"/>
              </a:xfrm>
              <a:custGeom>
                <a:avLst/>
                <a:gdLst>
                  <a:gd name="T0" fmla="*/ 0 w 6"/>
                  <a:gd name="T1" fmla="*/ 2 h 5"/>
                  <a:gd name="T2" fmla="*/ 2 w 6"/>
                  <a:gd name="T3" fmla="*/ 0 h 5"/>
                  <a:gd name="T4" fmla="*/ 6 w 6"/>
                  <a:gd name="T5" fmla="*/ 1 h 5"/>
                  <a:gd name="T6" fmla="*/ 5 w 6"/>
                  <a:gd name="T7" fmla="*/ 4 h 5"/>
                  <a:gd name="T8" fmla="*/ 1 w 6"/>
                  <a:gd name="T9" fmla="*/ 5 h 5"/>
                  <a:gd name="T10" fmla="*/ 0 w 6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2" y="5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9" name="Freeform 1888">
                <a:extLst>
                  <a:ext uri="{FF2B5EF4-FFF2-40B4-BE49-F238E27FC236}">
                    <a16:creationId xmlns:a16="http://schemas.microsoft.com/office/drawing/2014/main" id="{2139471B-F178-0645-A377-EB69194D3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961"/>
                <a:ext cx="5" cy="4"/>
              </a:xfrm>
              <a:custGeom>
                <a:avLst/>
                <a:gdLst>
                  <a:gd name="T0" fmla="*/ 7 w 14"/>
                  <a:gd name="T1" fmla="*/ 10 h 10"/>
                  <a:gd name="T2" fmla="*/ 5 w 14"/>
                  <a:gd name="T3" fmla="*/ 10 h 10"/>
                  <a:gd name="T4" fmla="*/ 2 w 14"/>
                  <a:gd name="T5" fmla="*/ 9 h 10"/>
                  <a:gd name="T6" fmla="*/ 0 w 14"/>
                  <a:gd name="T7" fmla="*/ 8 h 10"/>
                  <a:gd name="T8" fmla="*/ 4 w 14"/>
                  <a:gd name="T9" fmla="*/ 6 h 10"/>
                  <a:gd name="T10" fmla="*/ 8 w 14"/>
                  <a:gd name="T11" fmla="*/ 1 h 10"/>
                  <a:gd name="T12" fmla="*/ 11 w 14"/>
                  <a:gd name="T13" fmla="*/ 0 h 10"/>
                  <a:gd name="T14" fmla="*/ 14 w 14"/>
                  <a:gd name="T15" fmla="*/ 2 h 10"/>
                  <a:gd name="T16" fmla="*/ 14 w 14"/>
                  <a:gd name="T17" fmla="*/ 6 h 10"/>
                  <a:gd name="T18" fmla="*/ 12 w 14"/>
                  <a:gd name="T19" fmla="*/ 9 h 10"/>
                  <a:gd name="T20" fmla="*/ 10 w 14"/>
                  <a:gd name="T21" fmla="*/ 9 h 10"/>
                  <a:gd name="T22" fmla="*/ 7 w 14"/>
                  <a:gd name="T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0">
                    <a:moveTo>
                      <a:pt x="7" y="10"/>
                    </a:moveTo>
                    <a:cubicBezTo>
                      <a:pt x="6" y="10"/>
                      <a:pt x="6" y="10"/>
                      <a:pt x="5" y="10"/>
                    </a:cubicBezTo>
                    <a:cubicBezTo>
                      <a:pt x="4" y="10"/>
                      <a:pt x="3" y="10"/>
                      <a:pt x="2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6"/>
                      <a:pt x="2" y="6"/>
                      <a:pt x="4" y="6"/>
                    </a:cubicBezTo>
                    <a:cubicBezTo>
                      <a:pt x="6" y="5"/>
                      <a:pt x="7" y="2"/>
                      <a:pt x="8" y="1"/>
                    </a:cubicBezTo>
                    <a:cubicBezTo>
                      <a:pt x="9" y="0"/>
                      <a:pt x="11" y="0"/>
                      <a:pt x="11" y="0"/>
                    </a:cubicBezTo>
                    <a:cubicBezTo>
                      <a:pt x="12" y="0"/>
                      <a:pt x="13" y="1"/>
                      <a:pt x="14" y="2"/>
                    </a:cubicBezTo>
                    <a:cubicBezTo>
                      <a:pt x="14" y="3"/>
                      <a:pt x="14" y="5"/>
                      <a:pt x="14" y="6"/>
                    </a:cubicBezTo>
                    <a:cubicBezTo>
                      <a:pt x="14" y="8"/>
                      <a:pt x="13" y="9"/>
                      <a:pt x="12" y="9"/>
                    </a:cubicBezTo>
                    <a:cubicBezTo>
                      <a:pt x="11" y="9"/>
                      <a:pt x="10" y="9"/>
                      <a:pt x="10" y="9"/>
                    </a:cubicBezTo>
                    <a:cubicBezTo>
                      <a:pt x="9" y="9"/>
                      <a:pt x="8" y="10"/>
                      <a:pt x="7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0" name="Freeform 1889">
                <a:extLst>
                  <a:ext uri="{FF2B5EF4-FFF2-40B4-BE49-F238E27FC236}">
                    <a16:creationId xmlns:a16="http://schemas.microsoft.com/office/drawing/2014/main" id="{6CFDCD1C-C9E6-4F45-9912-31F7A2B60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881"/>
                <a:ext cx="4" cy="5"/>
              </a:xfrm>
              <a:custGeom>
                <a:avLst/>
                <a:gdLst>
                  <a:gd name="T0" fmla="*/ 3 w 10"/>
                  <a:gd name="T1" fmla="*/ 5 h 12"/>
                  <a:gd name="T2" fmla="*/ 3 w 10"/>
                  <a:gd name="T3" fmla="*/ 5 h 12"/>
                  <a:gd name="T4" fmla="*/ 2 w 10"/>
                  <a:gd name="T5" fmla="*/ 5 h 12"/>
                  <a:gd name="T6" fmla="*/ 1 w 10"/>
                  <a:gd name="T7" fmla="*/ 5 h 12"/>
                  <a:gd name="T8" fmla="*/ 0 w 10"/>
                  <a:gd name="T9" fmla="*/ 3 h 12"/>
                  <a:gd name="T10" fmla="*/ 1 w 10"/>
                  <a:gd name="T11" fmla="*/ 1 h 12"/>
                  <a:gd name="T12" fmla="*/ 3 w 10"/>
                  <a:gd name="T13" fmla="*/ 0 h 12"/>
                  <a:gd name="T14" fmla="*/ 6 w 10"/>
                  <a:gd name="T15" fmla="*/ 1 h 12"/>
                  <a:gd name="T16" fmla="*/ 8 w 10"/>
                  <a:gd name="T17" fmla="*/ 4 h 12"/>
                  <a:gd name="T18" fmla="*/ 9 w 10"/>
                  <a:gd name="T19" fmla="*/ 6 h 12"/>
                  <a:gd name="T20" fmla="*/ 10 w 10"/>
                  <a:gd name="T21" fmla="*/ 9 h 12"/>
                  <a:gd name="T22" fmla="*/ 9 w 10"/>
                  <a:gd name="T23" fmla="*/ 11 h 12"/>
                  <a:gd name="T24" fmla="*/ 7 w 10"/>
                  <a:gd name="T25" fmla="*/ 10 h 12"/>
                  <a:gd name="T26" fmla="*/ 6 w 10"/>
                  <a:gd name="T27" fmla="*/ 8 h 12"/>
                  <a:gd name="T28" fmla="*/ 5 w 10"/>
                  <a:gd name="T29" fmla="*/ 6 h 12"/>
                  <a:gd name="T30" fmla="*/ 4 w 10"/>
                  <a:gd name="T31" fmla="*/ 6 h 12"/>
                  <a:gd name="T32" fmla="*/ 3 w 10"/>
                  <a:gd name="T3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2"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8" y="2"/>
                      <a:pt x="8" y="2"/>
                      <a:pt x="8" y="4"/>
                    </a:cubicBezTo>
                    <a:cubicBezTo>
                      <a:pt x="9" y="4"/>
                      <a:pt x="9" y="5"/>
                      <a:pt x="9" y="6"/>
                    </a:cubicBezTo>
                    <a:cubicBezTo>
                      <a:pt x="9" y="7"/>
                      <a:pt x="10" y="8"/>
                      <a:pt x="10" y="9"/>
                    </a:cubicBezTo>
                    <a:cubicBezTo>
                      <a:pt x="10" y="10"/>
                      <a:pt x="10" y="11"/>
                      <a:pt x="9" y="11"/>
                    </a:cubicBezTo>
                    <a:cubicBezTo>
                      <a:pt x="8" y="12"/>
                      <a:pt x="7" y="11"/>
                      <a:pt x="7" y="10"/>
                    </a:cubicBezTo>
                    <a:cubicBezTo>
                      <a:pt x="6" y="9"/>
                      <a:pt x="6" y="9"/>
                      <a:pt x="6" y="8"/>
                    </a:cubicBezTo>
                    <a:cubicBezTo>
                      <a:pt x="6" y="8"/>
                      <a:pt x="5" y="7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1" name="Freeform 1890">
                <a:extLst>
                  <a:ext uri="{FF2B5EF4-FFF2-40B4-BE49-F238E27FC236}">
                    <a16:creationId xmlns:a16="http://schemas.microsoft.com/office/drawing/2014/main" id="{B28196E0-6150-5248-9213-244D451CA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884"/>
                <a:ext cx="3" cy="3"/>
              </a:xfrm>
              <a:custGeom>
                <a:avLst/>
                <a:gdLst>
                  <a:gd name="T0" fmla="*/ 1 w 6"/>
                  <a:gd name="T1" fmla="*/ 2 h 8"/>
                  <a:gd name="T2" fmla="*/ 0 w 6"/>
                  <a:gd name="T3" fmla="*/ 0 h 8"/>
                  <a:gd name="T4" fmla="*/ 4 w 6"/>
                  <a:gd name="T5" fmla="*/ 0 h 8"/>
                  <a:gd name="T6" fmla="*/ 5 w 6"/>
                  <a:gd name="T7" fmla="*/ 3 h 8"/>
                  <a:gd name="T8" fmla="*/ 6 w 6"/>
                  <a:gd name="T9" fmla="*/ 6 h 8"/>
                  <a:gd name="T10" fmla="*/ 4 w 6"/>
                  <a:gd name="T11" fmla="*/ 8 h 8"/>
                  <a:gd name="T12" fmla="*/ 1 w 6"/>
                  <a:gd name="T13" fmla="*/ 5 h 8"/>
                  <a:gd name="T14" fmla="*/ 1 w 6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4"/>
                      <a:pt x="6" y="5"/>
                      <a:pt x="6" y="6"/>
                    </a:cubicBezTo>
                    <a:cubicBezTo>
                      <a:pt x="6" y="7"/>
                      <a:pt x="5" y="8"/>
                      <a:pt x="4" y="8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4"/>
                      <a:pt x="1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2" name="Freeform 1891">
                <a:extLst>
                  <a:ext uri="{FF2B5EF4-FFF2-40B4-BE49-F238E27FC236}">
                    <a16:creationId xmlns:a16="http://schemas.microsoft.com/office/drawing/2014/main" id="{C55241BF-7AAC-4F44-A312-D0D312BEB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202"/>
                <a:ext cx="3" cy="3"/>
              </a:xfrm>
              <a:custGeom>
                <a:avLst/>
                <a:gdLst>
                  <a:gd name="T0" fmla="*/ 0 w 6"/>
                  <a:gd name="T1" fmla="*/ 4 h 8"/>
                  <a:gd name="T2" fmla="*/ 1 w 6"/>
                  <a:gd name="T3" fmla="*/ 2 h 8"/>
                  <a:gd name="T4" fmla="*/ 3 w 6"/>
                  <a:gd name="T5" fmla="*/ 0 h 8"/>
                  <a:gd name="T6" fmla="*/ 6 w 6"/>
                  <a:gd name="T7" fmla="*/ 1 h 8"/>
                  <a:gd name="T8" fmla="*/ 6 w 6"/>
                  <a:gd name="T9" fmla="*/ 3 h 8"/>
                  <a:gd name="T10" fmla="*/ 2 w 6"/>
                  <a:gd name="T11" fmla="*/ 7 h 8"/>
                  <a:gd name="T12" fmla="*/ 0 w 6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0" y="3"/>
                      <a:pt x="0" y="3"/>
                      <a:pt x="1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1"/>
                      <a:pt x="6" y="3"/>
                      <a:pt x="6" y="3"/>
                    </a:cubicBezTo>
                    <a:cubicBezTo>
                      <a:pt x="5" y="5"/>
                      <a:pt x="4" y="8"/>
                      <a:pt x="2" y="7"/>
                    </a:cubicBezTo>
                    <a:cubicBezTo>
                      <a:pt x="0" y="6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3" name="Freeform 1892">
                <a:extLst>
                  <a:ext uri="{FF2B5EF4-FFF2-40B4-BE49-F238E27FC236}">
                    <a16:creationId xmlns:a16="http://schemas.microsoft.com/office/drawing/2014/main" id="{F3C035E9-A62D-2B48-AB43-21CE4C68F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307"/>
                <a:ext cx="17" cy="20"/>
              </a:xfrm>
              <a:custGeom>
                <a:avLst/>
                <a:gdLst>
                  <a:gd name="T0" fmla="*/ 16 w 44"/>
                  <a:gd name="T1" fmla="*/ 19 h 47"/>
                  <a:gd name="T2" fmla="*/ 19 w 44"/>
                  <a:gd name="T3" fmla="*/ 15 h 47"/>
                  <a:gd name="T4" fmla="*/ 21 w 44"/>
                  <a:gd name="T5" fmla="*/ 12 h 47"/>
                  <a:gd name="T6" fmla="*/ 24 w 44"/>
                  <a:gd name="T7" fmla="*/ 9 h 47"/>
                  <a:gd name="T8" fmla="*/ 26 w 44"/>
                  <a:gd name="T9" fmla="*/ 8 h 47"/>
                  <a:gd name="T10" fmla="*/ 28 w 44"/>
                  <a:gd name="T11" fmla="*/ 4 h 47"/>
                  <a:gd name="T12" fmla="*/ 31 w 44"/>
                  <a:gd name="T13" fmla="*/ 3 h 47"/>
                  <a:gd name="T14" fmla="*/ 34 w 44"/>
                  <a:gd name="T15" fmla="*/ 2 h 47"/>
                  <a:gd name="T16" fmla="*/ 43 w 44"/>
                  <a:gd name="T17" fmla="*/ 5 h 47"/>
                  <a:gd name="T18" fmla="*/ 43 w 44"/>
                  <a:gd name="T19" fmla="*/ 13 h 47"/>
                  <a:gd name="T20" fmla="*/ 43 w 44"/>
                  <a:gd name="T21" fmla="*/ 21 h 47"/>
                  <a:gd name="T22" fmla="*/ 42 w 44"/>
                  <a:gd name="T23" fmla="*/ 28 h 47"/>
                  <a:gd name="T24" fmla="*/ 37 w 44"/>
                  <a:gd name="T25" fmla="*/ 33 h 47"/>
                  <a:gd name="T26" fmla="*/ 27 w 44"/>
                  <a:gd name="T27" fmla="*/ 42 h 47"/>
                  <a:gd name="T28" fmla="*/ 21 w 44"/>
                  <a:gd name="T29" fmla="*/ 45 h 47"/>
                  <a:gd name="T30" fmla="*/ 16 w 44"/>
                  <a:gd name="T31" fmla="*/ 45 h 47"/>
                  <a:gd name="T32" fmla="*/ 6 w 44"/>
                  <a:gd name="T33" fmla="*/ 46 h 47"/>
                  <a:gd name="T34" fmla="*/ 1 w 44"/>
                  <a:gd name="T35" fmla="*/ 42 h 47"/>
                  <a:gd name="T36" fmla="*/ 3 w 44"/>
                  <a:gd name="T37" fmla="*/ 34 h 47"/>
                  <a:gd name="T38" fmla="*/ 5 w 44"/>
                  <a:gd name="T39" fmla="*/ 31 h 47"/>
                  <a:gd name="T40" fmla="*/ 9 w 44"/>
                  <a:gd name="T41" fmla="*/ 27 h 47"/>
                  <a:gd name="T42" fmla="*/ 12 w 44"/>
                  <a:gd name="T43" fmla="*/ 24 h 47"/>
                  <a:gd name="T44" fmla="*/ 16 w 44"/>
                  <a:gd name="T45" fmla="*/ 1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47">
                    <a:moveTo>
                      <a:pt x="16" y="19"/>
                    </a:moveTo>
                    <a:cubicBezTo>
                      <a:pt x="17" y="18"/>
                      <a:pt x="18" y="16"/>
                      <a:pt x="19" y="15"/>
                    </a:cubicBezTo>
                    <a:cubicBezTo>
                      <a:pt x="19" y="14"/>
                      <a:pt x="20" y="13"/>
                      <a:pt x="21" y="12"/>
                    </a:cubicBezTo>
                    <a:cubicBezTo>
                      <a:pt x="22" y="11"/>
                      <a:pt x="23" y="10"/>
                      <a:pt x="24" y="9"/>
                    </a:cubicBezTo>
                    <a:cubicBezTo>
                      <a:pt x="25" y="9"/>
                      <a:pt x="26" y="9"/>
                      <a:pt x="26" y="8"/>
                    </a:cubicBezTo>
                    <a:cubicBezTo>
                      <a:pt x="27" y="7"/>
                      <a:pt x="27" y="5"/>
                      <a:pt x="28" y="4"/>
                    </a:cubicBezTo>
                    <a:cubicBezTo>
                      <a:pt x="29" y="4"/>
                      <a:pt x="30" y="4"/>
                      <a:pt x="31" y="3"/>
                    </a:cubicBezTo>
                    <a:cubicBezTo>
                      <a:pt x="32" y="3"/>
                      <a:pt x="33" y="2"/>
                      <a:pt x="34" y="2"/>
                    </a:cubicBezTo>
                    <a:cubicBezTo>
                      <a:pt x="37" y="0"/>
                      <a:pt x="42" y="1"/>
                      <a:pt x="43" y="5"/>
                    </a:cubicBezTo>
                    <a:cubicBezTo>
                      <a:pt x="44" y="7"/>
                      <a:pt x="44" y="10"/>
                      <a:pt x="43" y="13"/>
                    </a:cubicBezTo>
                    <a:cubicBezTo>
                      <a:pt x="43" y="16"/>
                      <a:pt x="43" y="19"/>
                      <a:pt x="43" y="21"/>
                    </a:cubicBezTo>
                    <a:cubicBezTo>
                      <a:pt x="43" y="24"/>
                      <a:pt x="43" y="26"/>
                      <a:pt x="42" y="28"/>
                    </a:cubicBezTo>
                    <a:cubicBezTo>
                      <a:pt x="41" y="30"/>
                      <a:pt x="39" y="32"/>
                      <a:pt x="37" y="33"/>
                    </a:cubicBezTo>
                    <a:cubicBezTo>
                      <a:pt x="33" y="36"/>
                      <a:pt x="31" y="40"/>
                      <a:pt x="27" y="42"/>
                    </a:cubicBezTo>
                    <a:cubicBezTo>
                      <a:pt x="25" y="43"/>
                      <a:pt x="23" y="44"/>
                      <a:pt x="21" y="45"/>
                    </a:cubicBezTo>
                    <a:cubicBezTo>
                      <a:pt x="19" y="45"/>
                      <a:pt x="18" y="45"/>
                      <a:pt x="16" y="45"/>
                    </a:cubicBezTo>
                    <a:cubicBezTo>
                      <a:pt x="13" y="45"/>
                      <a:pt x="9" y="47"/>
                      <a:pt x="6" y="46"/>
                    </a:cubicBezTo>
                    <a:cubicBezTo>
                      <a:pt x="4" y="45"/>
                      <a:pt x="2" y="44"/>
                      <a:pt x="1" y="42"/>
                    </a:cubicBezTo>
                    <a:cubicBezTo>
                      <a:pt x="0" y="39"/>
                      <a:pt x="2" y="37"/>
                      <a:pt x="3" y="34"/>
                    </a:cubicBezTo>
                    <a:cubicBezTo>
                      <a:pt x="4" y="33"/>
                      <a:pt x="4" y="32"/>
                      <a:pt x="5" y="31"/>
                    </a:cubicBezTo>
                    <a:cubicBezTo>
                      <a:pt x="7" y="29"/>
                      <a:pt x="7" y="28"/>
                      <a:pt x="9" y="27"/>
                    </a:cubicBezTo>
                    <a:cubicBezTo>
                      <a:pt x="10" y="26"/>
                      <a:pt x="11" y="25"/>
                      <a:pt x="12" y="24"/>
                    </a:cubicBezTo>
                    <a:cubicBezTo>
                      <a:pt x="13" y="22"/>
                      <a:pt x="15" y="21"/>
                      <a:pt x="16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4" name="Freeform 1893">
                <a:extLst>
                  <a:ext uri="{FF2B5EF4-FFF2-40B4-BE49-F238E27FC236}">
                    <a16:creationId xmlns:a16="http://schemas.microsoft.com/office/drawing/2014/main" id="{9735FCF1-D1FB-6746-9FE5-92ACD790B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297"/>
                <a:ext cx="21" cy="8"/>
              </a:xfrm>
              <a:custGeom>
                <a:avLst/>
                <a:gdLst>
                  <a:gd name="T0" fmla="*/ 13 w 51"/>
                  <a:gd name="T1" fmla="*/ 22 h 22"/>
                  <a:gd name="T2" fmla="*/ 5 w 51"/>
                  <a:gd name="T3" fmla="*/ 22 h 22"/>
                  <a:gd name="T4" fmla="*/ 2 w 51"/>
                  <a:gd name="T5" fmla="*/ 16 h 22"/>
                  <a:gd name="T6" fmla="*/ 9 w 51"/>
                  <a:gd name="T7" fmla="*/ 13 h 22"/>
                  <a:gd name="T8" fmla="*/ 14 w 51"/>
                  <a:gd name="T9" fmla="*/ 10 h 22"/>
                  <a:gd name="T10" fmla="*/ 19 w 51"/>
                  <a:gd name="T11" fmla="*/ 7 h 22"/>
                  <a:gd name="T12" fmla="*/ 24 w 51"/>
                  <a:gd name="T13" fmla="*/ 5 h 22"/>
                  <a:gd name="T14" fmla="*/ 29 w 51"/>
                  <a:gd name="T15" fmla="*/ 3 h 22"/>
                  <a:gd name="T16" fmla="*/ 34 w 51"/>
                  <a:gd name="T17" fmla="*/ 1 h 22"/>
                  <a:gd name="T18" fmla="*/ 43 w 51"/>
                  <a:gd name="T19" fmla="*/ 0 h 22"/>
                  <a:gd name="T20" fmla="*/ 50 w 51"/>
                  <a:gd name="T21" fmla="*/ 2 h 22"/>
                  <a:gd name="T22" fmla="*/ 47 w 51"/>
                  <a:gd name="T23" fmla="*/ 5 h 22"/>
                  <a:gd name="T24" fmla="*/ 39 w 51"/>
                  <a:gd name="T25" fmla="*/ 7 h 22"/>
                  <a:gd name="T26" fmla="*/ 30 w 51"/>
                  <a:gd name="T27" fmla="*/ 9 h 22"/>
                  <a:gd name="T28" fmla="*/ 23 w 51"/>
                  <a:gd name="T29" fmla="*/ 14 h 22"/>
                  <a:gd name="T30" fmla="*/ 17 w 51"/>
                  <a:gd name="T31" fmla="*/ 19 h 22"/>
                  <a:gd name="T32" fmla="*/ 13 w 51"/>
                  <a:gd name="T3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22">
                    <a:moveTo>
                      <a:pt x="13" y="22"/>
                    </a:moveTo>
                    <a:cubicBezTo>
                      <a:pt x="10" y="22"/>
                      <a:pt x="8" y="22"/>
                      <a:pt x="5" y="22"/>
                    </a:cubicBezTo>
                    <a:cubicBezTo>
                      <a:pt x="2" y="22"/>
                      <a:pt x="0" y="18"/>
                      <a:pt x="2" y="16"/>
                    </a:cubicBezTo>
                    <a:cubicBezTo>
                      <a:pt x="4" y="14"/>
                      <a:pt x="7" y="14"/>
                      <a:pt x="9" y="13"/>
                    </a:cubicBezTo>
                    <a:cubicBezTo>
                      <a:pt x="10" y="12"/>
                      <a:pt x="12" y="11"/>
                      <a:pt x="14" y="10"/>
                    </a:cubicBezTo>
                    <a:cubicBezTo>
                      <a:pt x="15" y="9"/>
                      <a:pt x="17" y="8"/>
                      <a:pt x="19" y="7"/>
                    </a:cubicBezTo>
                    <a:cubicBezTo>
                      <a:pt x="20" y="6"/>
                      <a:pt x="22" y="5"/>
                      <a:pt x="24" y="5"/>
                    </a:cubicBezTo>
                    <a:cubicBezTo>
                      <a:pt x="26" y="4"/>
                      <a:pt x="27" y="3"/>
                      <a:pt x="29" y="3"/>
                    </a:cubicBezTo>
                    <a:cubicBezTo>
                      <a:pt x="31" y="2"/>
                      <a:pt x="32" y="1"/>
                      <a:pt x="34" y="1"/>
                    </a:cubicBezTo>
                    <a:cubicBezTo>
                      <a:pt x="37" y="0"/>
                      <a:pt x="40" y="1"/>
                      <a:pt x="43" y="0"/>
                    </a:cubicBezTo>
                    <a:cubicBezTo>
                      <a:pt x="45" y="0"/>
                      <a:pt x="49" y="0"/>
                      <a:pt x="50" y="2"/>
                    </a:cubicBezTo>
                    <a:cubicBezTo>
                      <a:pt x="51" y="4"/>
                      <a:pt x="48" y="5"/>
                      <a:pt x="47" y="5"/>
                    </a:cubicBezTo>
                    <a:cubicBezTo>
                      <a:pt x="44" y="6"/>
                      <a:pt x="42" y="6"/>
                      <a:pt x="39" y="7"/>
                    </a:cubicBezTo>
                    <a:cubicBezTo>
                      <a:pt x="36" y="7"/>
                      <a:pt x="33" y="8"/>
                      <a:pt x="30" y="9"/>
                    </a:cubicBezTo>
                    <a:cubicBezTo>
                      <a:pt x="27" y="10"/>
                      <a:pt x="26" y="13"/>
                      <a:pt x="23" y="14"/>
                    </a:cubicBezTo>
                    <a:cubicBezTo>
                      <a:pt x="21" y="15"/>
                      <a:pt x="19" y="17"/>
                      <a:pt x="17" y="19"/>
                    </a:cubicBezTo>
                    <a:cubicBezTo>
                      <a:pt x="16" y="20"/>
                      <a:pt x="15" y="21"/>
                      <a:pt x="1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5" name="Freeform 1894">
                <a:extLst>
                  <a:ext uri="{FF2B5EF4-FFF2-40B4-BE49-F238E27FC236}">
                    <a16:creationId xmlns:a16="http://schemas.microsoft.com/office/drawing/2014/main" id="{5A03D6E3-432D-0443-93B6-CD6B9A66A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284"/>
                <a:ext cx="28" cy="10"/>
              </a:xfrm>
              <a:custGeom>
                <a:avLst/>
                <a:gdLst>
                  <a:gd name="T0" fmla="*/ 5 w 69"/>
                  <a:gd name="T1" fmla="*/ 24 h 25"/>
                  <a:gd name="T2" fmla="*/ 2 w 69"/>
                  <a:gd name="T3" fmla="*/ 16 h 25"/>
                  <a:gd name="T4" fmla="*/ 17 w 69"/>
                  <a:gd name="T5" fmla="*/ 9 h 25"/>
                  <a:gd name="T6" fmla="*/ 32 w 69"/>
                  <a:gd name="T7" fmla="*/ 7 h 25"/>
                  <a:gd name="T8" fmla="*/ 48 w 69"/>
                  <a:gd name="T9" fmla="*/ 3 h 25"/>
                  <a:gd name="T10" fmla="*/ 61 w 69"/>
                  <a:gd name="T11" fmla="*/ 1 h 25"/>
                  <a:gd name="T12" fmla="*/ 66 w 69"/>
                  <a:gd name="T13" fmla="*/ 9 h 25"/>
                  <a:gd name="T14" fmla="*/ 60 w 69"/>
                  <a:gd name="T15" fmla="*/ 12 h 25"/>
                  <a:gd name="T16" fmla="*/ 54 w 69"/>
                  <a:gd name="T17" fmla="*/ 14 h 25"/>
                  <a:gd name="T18" fmla="*/ 40 w 69"/>
                  <a:gd name="T19" fmla="*/ 16 h 25"/>
                  <a:gd name="T20" fmla="*/ 31 w 69"/>
                  <a:gd name="T21" fmla="*/ 19 h 25"/>
                  <a:gd name="T22" fmla="*/ 20 w 69"/>
                  <a:gd name="T23" fmla="*/ 23 h 25"/>
                  <a:gd name="T24" fmla="*/ 16 w 69"/>
                  <a:gd name="T25" fmla="*/ 23 h 25"/>
                  <a:gd name="T26" fmla="*/ 13 w 69"/>
                  <a:gd name="T27" fmla="*/ 24 h 25"/>
                  <a:gd name="T28" fmla="*/ 5 w 69"/>
                  <a:gd name="T2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9" h="25">
                    <a:moveTo>
                      <a:pt x="5" y="24"/>
                    </a:moveTo>
                    <a:cubicBezTo>
                      <a:pt x="2" y="23"/>
                      <a:pt x="0" y="19"/>
                      <a:pt x="2" y="16"/>
                    </a:cubicBezTo>
                    <a:cubicBezTo>
                      <a:pt x="5" y="11"/>
                      <a:pt x="12" y="10"/>
                      <a:pt x="17" y="9"/>
                    </a:cubicBezTo>
                    <a:cubicBezTo>
                      <a:pt x="23" y="9"/>
                      <a:pt x="28" y="8"/>
                      <a:pt x="32" y="7"/>
                    </a:cubicBezTo>
                    <a:cubicBezTo>
                      <a:pt x="37" y="5"/>
                      <a:pt x="42" y="4"/>
                      <a:pt x="48" y="3"/>
                    </a:cubicBezTo>
                    <a:cubicBezTo>
                      <a:pt x="52" y="2"/>
                      <a:pt x="57" y="0"/>
                      <a:pt x="61" y="1"/>
                    </a:cubicBezTo>
                    <a:cubicBezTo>
                      <a:pt x="64" y="2"/>
                      <a:pt x="69" y="5"/>
                      <a:pt x="66" y="9"/>
                    </a:cubicBezTo>
                    <a:cubicBezTo>
                      <a:pt x="65" y="10"/>
                      <a:pt x="62" y="11"/>
                      <a:pt x="60" y="12"/>
                    </a:cubicBezTo>
                    <a:cubicBezTo>
                      <a:pt x="58" y="13"/>
                      <a:pt x="56" y="14"/>
                      <a:pt x="54" y="14"/>
                    </a:cubicBezTo>
                    <a:cubicBezTo>
                      <a:pt x="50" y="16"/>
                      <a:pt x="45" y="15"/>
                      <a:pt x="40" y="16"/>
                    </a:cubicBezTo>
                    <a:cubicBezTo>
                      <a:pt x="37" y="16"/>
                      <a:pt x="34" y="18"/>
                      <a:pt x="31" y="19"/>
                    </a:cubicBezTo>
                    <a:cubicBezTo>
                      <a:pt x="27" y="20"/>
                      <a:pt x="24" y="23"/>
                      <a:pt x="20" y="23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4"/>
                      <a:pt x="13" y="24"/>
                    </a:cubicBezTo>
                    <a:cubicBezTo>
                      <a:pt x="10" y="25"/>
                      <a:pt x="8" y="25"/>
                      <a:pt x="5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6" name="Freeform 1895">
                <a:extLst>
                  <a:ext uri="{FF2B5EF4-FFF2-40B4-BE49-F238E27FC236}">
                    <a16:creationId xmlns:a16="http://schemas.microsoft.com/office/drawing/2014/main" id="{4E089EB7-AA2D-F04A-9133-131AB8248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285"/>
                <a:ext cx="23" cy="5"/>
              </a:xfrm>
              <a:custGeom>
                <a:avLst/>
                <a:gdLst>
                  <a:gd name="T0" fmla="*/ 7 w 57"/>
                  <a:gd name="T1" fmla="*/ 10 h 12"/>
                  <a:gd name="T2" fmla="*/ 5 w 57"/>
                  <a:gd name="T3" fmla="*/ 10 h 12"/>
                  <a:gd name="T4" fmla="*/ 3 w 57"/>
                  <a:gd name="T5" fmla="*/ 8 h 12"/>
                  <a:gd name="T6" fmla="*/ 1 w 57"/>
                  <a:gd name="T7" fmla="*/ 3 h 12"/>
                  <a:gd name="T8" fmla="*/ 7 w 57"/>
                  <a:gd name="T9" fmla="*/ 1 h 12"/>
                  <a:gd name="T10" fmla="*/ 17 w 57"/>
                  <a:gd name="T11" fmla="*/ 2 h 12"/>
                  <a:gd name="T12" fmla="*/ 27 w 57"/>
                  <a:gd name="T13" fmla="*/ 2 h 12"/>
                  <a:gd name="T14" fmla="*/ 34 w 57"/>
                  <a:gd name="T15" fmla="*/ 3 h 12"/>
                  <a:gd name="T16" fmla="*/ 43 w 57"/>
                  <a:gd name="T17" fmla="*/ 3 h 12"/>
                  <a:gd name="T18" fmla="*/ 55 w 57"/>
                  <a:gd name="T19" fmla="*/ 6 h 12"/>
                  <a:gd name="T20" fmla="*/ 51 w 57"/>
                  <a:gd name="T21" fmla="*/ 8 h 12"/>
                  <a:gd name="T22" fmla="*/ 43 w 57"/>
                  <a:gd name="T23" fmla="*/ 10 h 12"/>
                  <a:gd name="T24" fmla="*/ 35 w 57"/>
                  <a:gd name="T25" fmla="*/ 10 h 12"/>
                  <a:gd name="T26" fmla="*/ 27 w 57"/>
                  <a:gd name="T27" fmla="*/ 12 h 12"/>
                  <a:gd name="T28" fmla="*/ 16 w 57"/>
                  <a:gd name="T29" fmla="*/ 10 h 12"/>
                  <a:gd name="T30" fmla="*/ 7 w 57"/>
                  <a:gd name="T3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12">
                    <a:moveTo>
                      <a:pt x="7" y="10"/>
                    </a:moveTo>
                    <a:cubicBezTo>
                      <a:pt x="6" y="10"/>
                      <a:pt x="6" y="10"/>
                      <a:pt x="5" y="10"/>
                    </a:cubicBezTo>
                    <a:cubicBezTo>
                      <a:pt x="4" y="9"/>
                      <a:pt x="4" y="8"/>
                      <a:pt x="3" y="8"/>
                    </a:cubicBezTo>
                    <a:cubicBezTo>
                      <a:pt x="2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11" y="1"/>
                      <a:pt x="14" y="1"/>
                      <a:pt x="17" y="2"/>
                    </a:cubicBezTo>
                    <a:cubicBezTo>
                      <a:pt x="20" y="2"/>
                      <a:pt x="24" y="2"/>
                      <a:pt x="27" y="2"/>
                    </a:cubicBezTo>
                    <a:cubicBezTo>
                      <a:pt x="29" y="3"/>
                      <a:pt x="32" y="3"/>
                      <a:pt x="34" y="3"/>
                    </a:cubicBezTo>
                    <a:cubicBezTo>
                      <a:pt x="37" y="3"/>
                      <a:pt x="40" y="3"/>
                      <a:pt x="43" y="3"/>
                    </a:cubicBezTo>
                    <a:cubicBezTo>
                      <a:pt x="44" y="3"/>
                      <a:pt x="57" y="3"/>
                      <a:pt x="55" y="6"/>
                    </a:cubicBezTo>
                    <a:cubicBezTo>
                      <a:pt x="54" y="7"/>
                      <a:pt x="52" y="8"/>
                      <a:pt x="51" y="8"/>
                    </a:cubicBezTo>
                    <a:cubicBezTo>
                      <a:pt x="48" y="9"/>
                      <a:pt x="46" y="9"/>
                      <a:pt x="43" y="10"/>
                    </a:cubicBezTo>
                    <a:cubicBezTo>
                      <a:pt x="40" y="10"/>
                      <a:pt x="38" y="10"/>
                      <a:pt x="35" y="10"/>
                    </a:cubicBezTo>
                    <a:cubicBezTo>
                      <a:pt x="33" y="11"/>
                      <a:pt x="30" y="12"/>
                      <a:pt x="27" y="12"/>
                    </a:cubicBezTo>
                    <a:cubicBezTo>
                      <a:pt x="24" y="12"/>
                      <a:pt x="20" y="10"/>
                      <a:pt x="16" y="10"/>
                    </a:cubicBezTo>
                    <a:cubicBezTo>
                      <a:pt x="13" y="11"/>
                      <a:pt x="10" y="11"/>
                      <a:pt x="7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7" name="Freeform 1896">
                <a:extLst>
                  <a:ext uri="{FF2B5EF4-FFF2-40B4-BE49-F238E27FC236}">
                    <a16:creationId xmlns:a16="http://schemas.microsoft.com/office/drawing/2014/main" id="{C9E8AD6B-8817-104B-A6F3-1462305B6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86"/>
                <a:ext cx="6" cy="4"/>
              </a:xfrm>
              <a:custGeom>
                <a:avLst/>
                <a:gdLst>
                  <a:gd name="T0" fmla="*/ 1 w 15"/>
                  <a:gd name="T1" fmla="*/ 5 h 8"/>
                  <a:gd name="T2" fmla="*/ 1 w 15"/>
                  <a:gd name="T3" fmla="*/ 2 h 8"/>
                  <a:gd name="T4" fmla="*/ 4 w 15"/>
                  <a:gd name="T5" fmla="*/ 0 h 8"/>
                  <a:gd name="T6" fmla="*/ 9 w 15"/>
                  <a:gd name="T7" fmla="*/ 0 h 8"/>
                  <a:gd name="T8" fmla="*/ 13 w 15"/>
                  <a:gd name="T9" fmla="*/ 0 h 8"/>
                  <a:gd name="T10" fmla="*/ 15 w 15"/>
                  <a:gd name="T11" fmla="*/ 1 h 8"/>
                  <a:gd name="T12" fmla="*/ 11 w 15"/>
                  <a:gd name="T13" fmla="*/ 4 h 8"/>
                  <a:gd name="T14" fmla="*/ 7 w 15"/>
                  <a:gd name="T15" fmla="*/ 4 h 8"/>
                  <a:gd name="T16" fmla="*/ 5 w 15"/>
                  <a:gd name="T17" fmla="*/ 6 h 8"/>
                  <a:gd name="T18" fmla="*/ 1 w 15"/>
                  <a:gd name="T1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8">
                    <a:moveTo>
                      <a:pt x="1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10" y="0"/>
                      <a:pt x="12" y="0"/>
                      <a:pt x="13" y="0"/>
                    </a:cubicBezTo>
                    <a:cubicBezTo>
                      <a:pt x="14" y="0"/>
                      <a:pt x="15" y="0"/>
                      <a:pt x="15" y="1"/>
                    </a:cubicBezTo>
                    <a:cubicBezTo>
                      <a:pt x="15" y="3"/>
                      <a:pt x="12" y="3"/>
                      <a:pt x="11" y="4"/>
                    </a:cubicBezTo>
                    <a:cubicBezTo>
                      <a:pt x="10" y="4"/>
                      <a:pt x="8" y="4"/>
                      <a:pt x="7" y="4"/>
                    </a:cubicBezTo>
                    <a:cubicBezTo>
                      <a:pt x="6" y="5"/>
                      <a:pt x="6" y="5"/>
                      <a:pt x="5" y="6"/>
                    </a:cubicBezTo>
                    <a:cubicBezTo>
                      <a:pt x="4" y="8"/>
                      <a:pt x="1" y="8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8" name="Freeform 1897">
                <a:extLst>
                  <a:ext uri="{FF2B5EF4-FFF2-40B4-BE49-F238E27FC236}">
                    <a16:creationId xmlns:a16="http://schemas.microsoft.com/office/drawing/2014/main" id="{E187AA32-F314-8A4F-A3D1-B7725CBBE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86"/>
                <a:ext cx="16" cy="5"/>
              </a:xfrm>
              <a:custGeom>
                <a:avLst/>
                <a:gdLst>
                  <a:gd name="T0" fmla="*/ 8 w 40"/>
                  <a:gd name="T1" fmla="*/ 10 h 13"/>
                  <a:gd name="T2" fmla="*/ 12 w 40"/>
                  <a:gd name="T3" fmla="*/ 10 h 13"/>
                  <a:gd name="T4" fmla="*/ 14 w 40"/>
                  <a:gd name="T5" fmla="*/ 10 h 13"/>
                  <a:gd name="T6" fmla="*/ 21 w 40"/>
                  <a:gd name="T7" fmla="*/ 9 h 13"/>
                  <a:gd name="T8" fmla="*/ 29 w 40"/>
                  <a:gd name="T9" fmla="*/ 9 h 13"/>
                  <a:gd name="T10" fmla="*/ 38 w 40"/>
                  <a:gd name="T11" fmla="*/ 6 h 13"/>
                  <a:gd name="T12" fmla="*/ 36 w 40"/>
                  <a:gd name="T13" fmla="*/ 2 h 13"/>
                  <a:gd name="T14" fmla="*/ 28 w 40"/>
                  <a:gd name="T15" fmla="*/ 1 h 13"/>
                  <a:gd name="T16" fmla="*/ 20 w 40"/>
                  <a:gd name="T17" fmla="*/ 1 h 13"/>
                  <a:gd name="T18" fmla="*/ 14 w 40"/>
                  <a:gd name="T19" fmla="*/ 2 h 13"/>
                  <a:gd name="T20" fmla="*/ 11 w 40"/>
                  <a:gd name="T21" fmla="*/ 2 h 13"/>
                  <a:gd name="T22" fmla="*/ 6 w 40"/>
                  <a:gd name="T23" fmla="*/ 3 h 13"/>
                  <a:gd name="T24" fmla="*/ 0 w 40"/>
                  <a:gd name="T25" fmla="*/ 7 h 13"/>
                  <a:gd name="T26" fmla="*/ 3 w 40"/>
                  <a:gd name="T27" fmla="*/ 12 h 13"/>
                  <a:gd name="T28" fmla="*/ 8 w 40"/>
                  <a:gd name="T29" fmla="*/ 10 h 13"/>
                  <a:gd name="T30" fmla="*/ 8 w 40"/>
                  <a:gd name="T31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13">
                    <a:moveTo>
                      <a:pt x="8" y="10"/>
                    </a:moveTo>
                    <a:cubicBezTo>
                      <a:pt x="9" y="10"/>
                      <a:pt x="11" y="10"/>
                      <a:pt x="12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6" y="10"/>
                      <a:pt x="19" y="9"/>
                      <a:pt x="21" y="9"/>
                    </a:cubicBezTo>
                    <a:cubicBezTo>
                      <a:pt x="24" y="9"/>
                      <a:pt x="27" y="9"/>
                      <a:pt x="29" y="9"/>
                    </a:cubicBezTo>
                    <a:cubicBezTo>
                      <a:pt x="32" y="8"/>
                      <a:pt x="36" y="8"/>
                      <a:pt x="38" y="6"/>
                    </a:cubicBezTo>
                    <a:cubicBezTo>
                      <a:pt x="40" y="4"/>
                      <a:pt x="38" y="2"/>
                      <a:pt x="36" y="2"/>
                    </a:cubicBezTo>
                    <a:cubicBezTo>
                      <a:pt x="33" y="2"/>
                      <a:pt x="31" y="1"/>
                      <a:pt x="28" y="1"/>
                    </a:cubicBezTo>
                    <a:cubicBezTo>
                      <a:pt x="25" y="0"/>
                      <a:pt x="23" y="1"/>
                      <a:pt x="20" y="1"/>
                    </a:cubicBezTo>
                    <a:cubicBezTo>
                      <a:pt x="18" y="2"/>
                      <a:pt x="16" y="2"/>
                      <a:pt x="14" y="2"/>
                    </a:cubicBezTo>
                    <a:cubicBezTo>
                      <a:pt x="13" y="2"/>
                      <a:pt x="12" y="2"/>
                      <a:pt x="11" y="2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4" y="4"/>
                      <a:pt x="1" y="5"/>
                      <a:pt x="0" y="7"/>
                    </a:cubicBezTo>
                    <a:cubicBezTo>
                      <a:pt x="0" y="10"/>
                      <a:pt x="1" y="12"/>
                      <a:pt x="3" y="12"/>
                    </a:cubicBezTo>
                    <a:cubicBezTo>
                      <a:pt x="5" y="13"/>
                      <a:pt x="7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9" name="Freeform 1898">
                <a:extLst>
                  <a:ext uri="{FF2B5EF4-FFF2-40B4-BE49-F238E27FC236}">
                    <a16:creationId xmlns:a16="http://schemas.microsoft.com/office/drawing/2014/main" id="{ACF48A3A-5C64-7849-AF0A-73B57151D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452"/>
                <a:ext cx="41" cy="14"/>
              </a:xfrm>
              <a:custGeom>
                <a:avLst/>
                <a:gdLst>
                  <a:gd name="T0" fmla="*/ 8 w 100"/>
                  <a:gd name="T1" fmla="*/ 13 h 34"/>
                  <a:gd name="T2" fmla="*/ 3 w 100"/>
                  <a:gd name="T3" fmla="*/ 12 h 34"/>
                  <a:gd name="T4" fmla="*/ 6 w 100"/>
                  <a:gd name="T5" fmla="*/ 6 h 34"/>
                  <a:gd name="T6" fmla="*/ 15 w 100"/>
                  <a:gd name="T7" fmla="*/ 1 h 34"/>
                  <a:gd name="T8" fmla="*/ 25 w 100"/>
                  <a:gd name="T9" fmla="*/ 1 h 34"/>
                  <a:gd name="T10" fmla="*/ 36 w 100"/>
                  <a:gd name="T11" fmla="*/ 2 h 34"/>
                  <a:gd name="T12" fmla="*/ 46 w 100"/>
                  <a:gd name="T13" fmla="*/ 2 h 34"/>
                  <a:gd name="T14" fmla="*/ 55 w 100"/>
                  <a:gd name="T15" fmla="*/ 8 h 34"/>
                  <a:gd name="T16" fmla="*/ 64 w 100"/>
                  <a:gd name="T17" fmla="*/ 18 h 34"/>
                  <a:gd name="T18" fmla="*/ 83 w 100"/>
                  <a:gd name="T19" fmla="*/ 24 h 34"/>
                  <a:gd name="T20" fmla="*/ 95 w 100"/>
                  <a:gd name="T21" fmla="*/ 31 h 34"/>
                  <a:gd name="T22" fmla="*/ 86 w 100"/>
                  <a:gd name="T23" fmla="*/ 32 h 34"/>
                  <a:gd name="T24" fmla="*/ 76 w 100"/>
                  <a:gd name="T25" fmla="*/ 32 h 34"/>
                  <a:gd name="T26" fmla="*/ 67 w 100"/>
                  <a:gd name="T27" fmla="*/ 33 h 34"/>
                  <a:gd name="T28" fmla="*/ 57 w 100"/>
                  <a:gd name="T29" fmla="*/ 33 h 34"/>
                  <a:gd name="T30" fmla="*/ 36 w 100"/>
                  <a:gd name="T31" fmla="*/ 27 h 34"/>
                  <a:gd name="T32" fmla="*/ 26 w 100"/>
                  <a:gd name="T33" fmla="*/ 25 h 34"/>
                  <a:gd name="T34" fmla="*/ 23 w 100"/>
                  <a:gd name="T35" fmla="*/ 21 h 34"/>
                  <a:gd name="T36" fmla="*/ 21 w 100"/>
                  <a:gd name="T37" fmla="*/ 16 h 34"/>
                  <a:gd name="T38" fmla="*/ 15 w 100"/>
                  <a:gd name="T39" fmla="*/ 12 h 34"/>
                  <a:gd name="T40" fmla="*/ 13 w 100"/>
                  <a:gd name="T41" fmla="*/ 13 h 34"/>
                  <a:gd name="T42" fmla="*/ 8 w 100"/>
                  <a:gd name="T43" fmla="*/ 1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0" h="34">
                    <a:moveTo>
                      <a:pt x="8" y="13"/>
                    </a:moveTo>
                    <a:cubicBezTo>
                      <a:pt x="7" y="13"/>
                      <a:pt x="4" y="13"/>
                      <a:pt x="3" y="12"/>
                    </a:cubicBezTo>
                    <a:cubicBezTo>
                      <a:pt x="0" y="11"/>
                      <a:pt x="4" y="7"/>
                      <a:pt x="6" y="6"/>
                    </a:cubicBezTo>
                    <a:cubicBezTo>
                      <a:pt x="9" y="4"/>
                      <a:pt x="12" y="2"/>
                      <a:pt x="15" y="1"/>
                    </a:cubicBezTo>
                    <a:cubicBezTo>
                      <a:pt x="18" y="0"/>
                      <a:pt x="22" y="1"/>
                      <a:pt x="25" y="1"/>
                    </a:cubicBezTo>
                    <a:cubicBezTo>
                      <a:pt x="29" y="2"/>
                      <a:pt x="32" y="2"/>
                      <a:pt x="36" y="2"/>
                    </a:cubicBezTo>
                    <a:cubicBezTo>
                      <a:pt x="39" y="1"/>
                      <a:pt x="43" y="1"/>
                      <a:pt x="46" y="2"/>
                    </a:cubicBezTo>
                    <a:cubicBezTo>
                      <a:pt x="50" y="3"/>
                      <a:pt x="52" y="6"/>
                      <a:pt x="55" y="8"/>
                    </a:cubicBezTo>
                    <a:cubicBezTo>
                      <a:pt x="57" y="12"/>
                      <a:pt x="60" y="15"/>
                      <a:pt x="64" y="18"/>
                    </a:cubicBezTo>
                    <a:cubicBezTo>
                      <a:pt x="69" y="22"/>
                      <a:pt x="76" y="23"/>
                      <a:pt x="83" y="24"/>
                    </a:cubicBezTo>
                    <a:cubicBezTo>
                      <a:pt x="85" y="24"/>
                      <a:pt x="100" y="26"/>
                      <a:pt x="95" y="31"/>
                    </a:cubicBezTo>
                    <a:cubicBezTo>
                      <a:pt x="93" y="33"/>
                      <a:pt x="88" y="33"/>
                      <a:pt x="86" y="32"/>
                    </a:cubicBezTo>
                    <a:cubicBezTo>
                      <a:pt x="82" y="32"/>
                      <a:pt x="79" y="31"/>
                      <a:pt x="76" y="32"/>
                    </a:cubicBezTo>
                    <a:cubicBezTo>
                      <a:pt x="73" y="32"/>
                      <a:pt x="70" y="33"/>
                      <a:pt x="67" y="33"/>
                    </a:cubicBezTo>
                    <a:cubicBezTo>
                      <a:pt x="64" y="34"/>
                      <a:pt x="61" y="34"/>
                      <a:pt x="57" y="33"/>
                    </a:cubicBezTo>
                    <a:cubicBezTo>
                      <a:pt x="50" y="32"/>
                      <a:pt x="43" y="29"/>
                      <a:pt x="36" y="27"/>
                    </a:cubicBezTo>
                    <a:cubicBezTo>
                      <a:pt x="33" y="26"/>
                      <a:pt x="29" y="26"/>
                      <a:pt x="26" y="25"/>
                    </a:cubicBezTo>
                    <a:cubicBezTo>
                      <a:pt x="25" y="24"/>
                      <a:pt x="24" y="23"/>
                      <a:pt x="23" y="21"/>
                    </a:cubicBezTo>
                    <a:cubicBezTo>
                      <a:pt x="22" y="20"/>
                      <a:pt x="22" y="18"/>
                      <a:pt x="21" y="16"/>
                    </a:cubicBezTo>
                    <a:cubicBezTo>
                      <a:pt x="20" y="14"/>
                      <a:pt x="18" y="12"/>
                      <a:pt x="15" y="12"/>
                    </a:cubicBezTo>
                    <a:cubicBezTo>
                      <a:pt x="15" y="12"/>
                      <a:pt x="14" y="13"/>
                      <a:pt x="13" y="13"/>
                    </a:cubicBezTo>
                    <a:cubicBezTo>
                      <a:pt x="11" y="13"/>
                      <a:pt x="10" y="13"/>
                      <a:pt x="8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0" name="Freeform 1899">
                <a:extLst>
                  <a:ext uri="{FF2B5EF4-FFF2-40B4-BE49-F238E27FC236}">
                    <a16:creationId xmlns:a16="http://schemas.microsoft.com/office/drawing/2014/main" id="{A66DCE81-580E-D442-9101-DF329216C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454"/>
                <a:ext cx="21" cy="10"/>
              </a:xfrm>
              <a:custGeom>
                <a:avLst/>
                <a:gdLst>
                  <a:gd name="T0" fmla="*/ 7 w 51"/>
                  <a:gd name="T1" fmla="*/ 1 h 24"/>
                  <a:gd name="T2" fmla="*/ 16 w 51"/>
                  <a:gd name="T3" fmla="*/ 4 h 24"/>
                  <a:gd name="T4" fmla="*/ 26 w 51"/>
                  <a:gd name="T5" fmla="*/ 6 h 24"/>
                  <a:gd name="T6" fmla="*/ 35 w 51"/>
                  <a:gd name="T7" fmla="*/ 9 h 24"/>
                  <a:gd name="T8" fmla="*/ 44 w 51"/>
                  <a:gd name="T9" fmla="*/ 13 h 24"/>
                  <a:gd name="T10" fmla="*/ 50 w 51"/>
                  <a:gd name="T11" fmla="*/ 18 h 24"/>
                  <a:gd name="T12" fmla="*/ 49 w 51"/>
                  <a:gd name="T13" fmla="*/ 23 h 24"/>
                  <a:gd name="T14" fmla="*/ 45 w 51"/>
                  <a:gd name="T15" fmla="*/ 22 h 24"/>
                  <a:gd name="T16" fmla="*/ 39 w 51"/>
                  <a:gd name="T17" fmla="*/ 19 h 24"/>
                  <a:gd name="T18" fmla="*/ 32 w 51"/>
                  <a:gd name="T19" fmla="*/ 17 h 24"/>
                  <a:gd name="T20" fmla="*/ 21 w 51"/>
                  <a:gd name="T21" fmla="*/ 15 h 24"/>
                  <a:gd name="T22" fmla="*/ 9 w 51"/>
                  <a:gd name="T23" fmla="*/ 11 h 24"/>
                  <a:gd name="T24" fmla="*/ 5 w 51"/>
                  <a:gd name="T25" fmla="*/ 6 h 24"/>
                  <a:gd name="T26" fmla="*/ 2 w 51"/>
                  <a:gd name="T27" fmla="*/ 1 h 24"/>
                  <a:gd name="T28" fmla="*/ 7 w 51"/>
                  <a:gd name="T2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1" h="24">
                    <a:moveTo>
                      <a:pt x="7" y="1"/>
                    </a:moveTo>
                    <a:cubicBezTo>
                      <a:pt x="10" y="2"/>
                      <a:pt x="13" y="4"/>
                      <a:pt x="16" y="4"/>
                    </a:cubicBezTo>
                    <a:cubicBezTo>
                      <a:pt x="20" y="5"/>
                      <a:pt x="23" y="6"/>
                      <a:pt x="26" y="6"/>
                    </a:cubicBezTo>
                    <a:cubicBezTo>
                      <a:pt x="29" y="7"/>
                      <a:pt x="32" y="7"/>
                      <a:pt x="35" y="9"/>
                    </a:cubicBezTo>
                    <a:cubicBezTo>
                      <a:pt x="38" y="11"/>
                      <a:pt x="41" y="12"/>
                      <a:pt x="44" y="13"/>
                    </a:cubicBezTo>
                    <a:cubicBezTo>
                      <a:pt x="47" y="14"/>
                      <a:pt x="48" y="16"/>
                      <a:pt x="50" y="18"/>
                    </a:cubicBezTo>
                    <a:cubicBezTo>
                      <a:pt x="51" y="19"/>
                      <a:pt x="51" y="22"/>
                      <a:pt x="49" y="23"/>
                    </a:cubicBezTo>
                    <a:cubicBezTo>
                      <a:pt x="48" y="24"/>
                      <a:pt x="47" y="23"/>
                      <a:pt x="45" y="22"/>
                    </a:cubicBezTo>
                    <a:cubicBezTo>
                      <a:pt x="43" y="21"/>
                      <a:pt x="42" y="20"/>
                      <a:pt x="39" y="19"/>
                    </a:cubicBezTo>
                    <a:cubicBezTo>
                      <a:pt x="37" y="18"/>
                      <a:pt x="34" y="18"/>
                      <a:pt x="32" y="17"/>
                    </a:cubicBezTo>
                    <a:cubicBezTo>
                      <a:pt x="29" y="15"/>
                      <a:pt x="24" y="16"/>
                      <a:pt x="21" y="15"/>
                    </a:cubicBezTo>
                    <a:cubicBezTo>
                      <a:pt x="17" y="15"/>
                      <a:pt x="13" y="13"/>
                      <a:pt x="9" y="11"/>
                    </a:cubicBezTo>
                    <a:cubicBezTo>
                      <a:pt x="8" y="10"/>
                      <a:pt x="6" y="8"/>
                      <a:pt x="5" y="6"/>
                    </a:cubicBezTo>
                    <a:cubicBezTo>
                      <a:pt x="4" y="5"/>
                      <a:pt x="0" y="2"/>
                      <a:pt x="2" y="1"/>
                    </a:cubicBezTo>
                    <a:cubicBezTo>
                      <a:pt x="3" y="0"/>
                      <a:pt x="6" y="1"/>
                      <a:pt x="7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1" name="Freeform 1900">
                <a:extLst>
                  <a:ext uri="{FF2B5EF4-FFF2-40B4-BE49-F238E27FC236}">
                    <a16:creationId xmlns:a16="http://schemas.microsoft.com/office/drawing/2014/main" id="{DD4AA01F-0427-5C4B-BD49-EA0561124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425"/>
                <a:ext cx="50" cy="35"/>
              </a:xfrm>
              <a:custGeom>
                <a:avLst/>
                <a:gdLst>
                  <a:gd name="T0" fmla="*/ 11 w 123"/>
                  <a:gd name="T1" fmla="*/ 39 h 86"/>
                  <a:gd name="T2" fmla="*/ 8 w 123"/>
                  <a:gd name="T3" fmla="*/ 35 h 86"/>
                  <a:gd name="T4" fmla="*/ 4 w 123"/>
                  <a:gd name="T5" fmla="*/ 32 h 86"/>
                  <a:gd name="T6" fmla="*/ 2 w 123"/>
                  <a:gd name="T7" fmla="*/ 28 h 86"/>
                  <a:gd name="T8" fmla="*/ 2 w 123"/>
                  <a:gd name="T9" fmla="*/ 23 h 86"/>
                  <a:gd name="T10" fmla="*/ 3 w 123"/>
                  <a:gd name="T11" fmla="*/ 19 h 86"/>
                  <a:gd name="T12" fmla="*/ 0 w 123"/>
                  <a:gd name="T13" fmla="*/ 14 h 86"/>
                  <a:gd name="T14" fmla="*/ 0 w 123"/>
                  <a:gd name="T15" fmla="*/ 7 h 86"/>
                  <a:gd name="T16" fmla="*/ 3 w 123"/>
                  <a:gd name="T17" fmla="*/ 1 h 86"/>
                  <a:gd name="T18" fmla="*/ 7 w 123"/>
                  <a:gd name="T19" fmla="*/ 3 h 86"/>
                  <a:gd name="T20" fmla="*/ 7 w 123"/>
                  <a:gd name="T21" fmla="*/ 8 h 86"/>
                  <a:gd name="T22" fmla="*/ 16 w 123"/>
                  <a:gd name="T23" fmla="*/ 10 h 86"/>
                  <a:gd name="T24" fmla="*/ 17 w 123"/>
                  <a:gd name="T25" fmla="*/ 15 h 86"/>
                  <a:gd name="T26" fmla="*/ 19 w 123"/>
                  <a:gd name="T27" fmla="*/ 20 h 86"/>
                  <a:gd name="T28" fmla="*/ 27 w 123"/>
                  <a:gd name="T29" fmla="*/ 23 h 86"/>
                  <a:gd name="T30" fmla="*/ 31 w 123"/>
                  <a:gd name="T31" fmla="*/ 29 h 86"/>
                  <a:gd name="T32" fmla="*/ 40 w 123"/>
                  <a:gd name="T33" fmla="*/ 32 h 86"/>
                  <a:gd name="T34" fmla="*/ 46 w 123"/>
                  <a:gd name="T35" fmla="*/ 38 h 86"/>
                  <a:gd name="T36" fmla="*/ 51 w 123"/>
                  <a:gd name="T37" fmla="*/ 45 h 86"/>
                  <a:gd name="T38" fmla="*/ 54 w 123"/>
                  <a:gd name="T39" fmla="*/ 47 h 86"/>
                  <a:gd name="T40" fmla="*/ 56 w 123"/>
                  <a:gd name="T41" fmla="*/ 49 h 86"/>
                  <a:gd name="T42" fmla="*/ 62 w 123"/>
                  <a:gd name="T43" fmla="*/ 52 h 86"/>
                  <a:gd name="T44" fmla="*/ 63 w 123"/>
                  <a:gd name="T45" fmla="*/ 54 h 86"/>
                  <a:gd name="T46" fmla="*/ 70 w 123"/>
                  <a:gd name="T47" fmla="*/ 56 h 86"/>
                  <a:gd name="T48" fmla="*/ 71 w 123"/>
                  <a:gd name="T49" fmla="*/ 51 h 86"/>
                  <a:gd name="T50" fmla="*/ 76 w 123"/>
                  <a:gd name="T51" fmla="*/ 50 h 86"/>
                  <a:gd name="T52" fmla="*/ 81 w 123"/>
                  <a:gd name="T53" fmla="*/ 51 h 86"/>
                  <a:gd name="T54" fmla="*/ 85 w 123"/>
                  <a:gd name="T55" fmla="*/ 54 h 86"/>
                  <a:gd name="T56" fmla="*/ 88 w 123"/>
                  <a:gd name="T57" fmla="*/ 57 h 86"/>
                  <a:gd name="T58" fmla="*/ 89 w 123"/>
                  <a:gd name="T59" fmla="*/ 61 h 86"/>
                  <a:gd name="T60" fmla="*/ 95 w 123"/>
                  <a:gd name="T61" fmla="*/ 66 h 86"/>
                  <a:gd name="T62" fmla="*/ 103 w 123"/>
                  <a:gd name="T63" fmla="*/ 64 h 86"/>
                  <a:gd name="T64" fmla="*/ 109 w 123"/>
                  <a:gd name="T65" fmla="*/ 64 h 86"/>
                  <a:gd name="T66" fmla="*/ 112 w 123"/>
                  <a:gd name="T67" fmla="*/ 65 h 86"/>
                  <a:gd name="T68" fmla="*/ 116 w 123"/>
                  <a:gd name="T69" fmla="*/ 66 h 86"/>
                  <a:gd name="T70" fmla="*/ 118 w 123"/>
                  <a:gd name="T71" fmla="*/ 65 h 86"/>
                  <a:gd name="T72" fmla="*/ 123 w 123"/>
                  <a:gd name="T73" fmla="*/ 66 h 86"/>
                  <a:gd name="T74" fmla="*/ 120 w 123"/>
                  <a:gd name="T75" fmla="*/ 70 h 86"/>
                  <a:gd name="T76" fmla="*/ 115 w 123"/>
                  <a:gd name="T77" fmla="*/ 73 h 86"/>
                  <a:gd name="T78" fmla="*/ 111 w 123"/>
                  <a:gd name="T79" fmla="*/ 78 h 86"/>
                  <a:gd name="T80" fmla="*/ 106 w 123"/>
                  <a:gd name="T81" fmla="*/ 80 h 86"/>
                  <a:gd name="T82" fmla="*/ 92 w 123"/>
                  <a:gd name="T83" fmla="*/ 82 h 86"/>
                  <a:gd name="T84" fmla="*/ 79 w 123"/>
                  <a:gd name="T85" fmla="*/ 85 h 86"/>
                  <a:gd name="T86" fmla="*/ 67 w 123"/>
                  <a:gd name="T87" fmla="*/ 84 h 86"/>
                  <a:gd name="T88" fmla="*/ 55 w 123"/>
                  <a:gd name="T89" fmla="*/ 76 h 86"/>
                  <a:gd name="T90" fmla="*/ 52 w 123"/>
                  <a:gd name="T91" fmla="*/ 74 h 86"/>
                  <a:gd name="T92" fmla="*/ 50 w 123"/>
                  <a:gd name="T93" fmla="*/ 71 h 86"/>
                  <a:gd name="T94" fmla="*/ 44 w 123"/>
                  <a:gd name="T95" fmla="*/ 64 h 86"/>
                  <a:gd name="T96" fmla="*/ 38 w 123"/>
                  <a:gd name="T97" fmla="*/ 62 h 86"/>
                  <a:gd name="T98" fmla="*/ 35 w 123"/>
                  <a:gd name="T99" fmla="*/ 57 h 86"/>
                  <a:gd name="T100" fmla="*/ 30 w 123"/>
                  <a:gd name="T101" fmla="*/ 50 h 86"/>
                  <a:gd name="T102" fmla="*/ 27 w 123"/>
                  <a:gd name="T103" fmla="*/ 50 h 86"/>
                  <a:gd name="T104" fmla="*/ 23 w 123"/>
                  <a:gd name="T105" fmla="*/ 47 h 86"/>
                  <a:gd name="T106" fmla="*/ 22 w 123"/>
                  <a:gd name="T107" fmla="*/ 46 h 86"/>
                  <a:gd name="T108" fmla="*/ 15 w 123"/>
                  <a:gd name="T109" fmla="*/ 44 h 86"/>
                  <a:gd name="T110" fmla="*/ 11 w 123"/>
                  <a:gd name="T111" fmla="*/ 39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3" h="86">
                    <a:moveTo>
                      <a:pt x="11" y="39"/>
                    </a:moveTo>
                    <a:cubicBezTo>
                      <a:pt x="10" y="37"/>
                      <a:pt x="10" y="36"/>
                      <a:pt x="8" y="35"/>
                    </a:cubicBezTo>
                    <a:cubicBezTo>
                      <a:pt x="6" y="34"/>
                      <a:pt x="5" y="34"/>
                      <a:pt x="4" y="32"/>
                    </a:cubicBezTo>
                    <a:cubicBezTo>
                      <a:pt x="3" y="30"/>
                      <a:pt x="3" y="29"/>
                      <a:pt x="2" y="28"/>
                    </a:cubicBezTo>
                    <a:cubicBezTo>
                      <a:pt x="1" y="26"/>
                      <a:pt x="1" y="25"/>
                      <a:pt x="2" y="23"/>
                    </a:cubicBezTo>
                    <a:cubicBezTo>
                      <a:pt x="4" y="22"/>
                      <a:pt x="4" y="21"/>
                      <a:pt x="3" y="19"/>
                    </a:cubicBezTo>
                    <a:cubicBezTo>
                      <a:pt x="1" y="18"/>
                      <a:pt x="0" y="16"/>
                      <a:pt x="0" y="14"/>
                    </a:cubicBezTo>
                    <a:cubicBezTo>
                      <a:pt x="0" y="12"/>
                      <a:pt x="0" y="9"/>
                      <a:pt x="0" y="7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0"/>
                      <a:pt x="7" y="3"/>
                    </a:cubicBezTo>
                    <a:cubicBezTo>
                      <a:pt x="6" y="5"/>
                      <a:pt x="4" y="7"/>
                      <a:pt x="7" y="8"/>
                    </a:cubicBezTo>
                    <a:cubicBezTo>
                      <a:pt x="10" y="9"/>
                      <a:pt x="13" y="8"/>
                      <a:pt x="16" y="10"/>
                    </a:cubicBezTo>
                    <a:cubicBezTo>
                      <a:pt x="18" y="11"/>
                      <a:pt x="17" y="13"/>
                      <a:pt x="17" y="15"/>
                    </a:cubicBezTo>
                    <a:cubicBezTo>
                      <a:pt x="16" y="18"/>
                      <a:pt x="17" y="19"/>
                      <a:pt x="19" y="20"/>
                    </a:cubicBezTo>
                    <a:cubicBezTo>
                      <a:pt x="22" y="21"/>
                      <a:pt x="25" y="21"/>
                      <a:pt x="27" y="23"/>
                    </a:cubicBezTo>
                    <a:cubicBezTo>
                      <a:pt x="28" y="25"/>
                      <a:pt x="29" y="28"/>
                      <a:pt x="31" y="29"/>
                    </a:cubicBezTo>
                    <a:cubicBezTo>
                      <a:pt x="33" y="31"/>
                      <a:pt x="37" y="31"/>
                      <a:pt x="40" y="32"/>
                    </a:cubicBezTo>
                    <a:cubicBezTo>
                      <a:pt x="43" y="33"/>
                      <a:pt x="45" y="35"/>
                      <a:pt x="46" y="38"/>
                    </a:cubicBezTo>
                    <a:cubicBezTo>
                      <a:pt x="48" y="41"/>
                      <a:pt x="49" y="43"/>
                      <a:pt x="51" y="45"/>
                    </a:cubicBezTo>
                    <a:cubicBezTo>
                      <a:pt x="52" y="46"/>
                      <a:pt x="53" y="47"/>
                      <a:pt x="54" y="47"/>
                    </a:cubicBezTo>
                    <a:cubicBezTo>
                      <a:pt x="55" y="48"/>
                      <a:pt x="56" y="49"/>
                      <a:pt x="56" y="49"/>
                    </a:cubicBezTo>
                    <a:cubicBezTo>
                      <a:pt x="58" y="50"/>
                      <a:pt x="61" y="50"/>
                      <a:pt x="62" y="52"/>
                    </a:cubicBezTo>
                    <a:cubicBezTo>
                      <a:pt x="63" y="53"/>
                      <a:pt x="63" y="53"/>
                      <a:pt x="63" y="54"/>
                    </a:cubicBezTo>
                    <a:cubicBezTo>
                      <a:pt x="65" y="56"/>
                      <a:pt x="68" y="58"/>
                      <a:pt x="70" y="56"/>
                    </a:cubicBezTo>
                    <a:cubicBezTo>
                      <a:pt x="71" y="54"/>
                      <a:pt x="70" y="52"/>
                      <a:pt x="71" y="51"/>
                    </a:cubicBezTo>
                    <a:cubicBezTo>
                      <a:pt x="73" y="50"/>
                      <a:pt x="74" y="50"/>
                      <a:pt x="76" y="50"/>
                    </a:cubicBezTo>
                    <a:cubicBezTo>
                      <a:pt x="78" y="50"/>
                      <a:pt x="79" y="50"/>
                      <a:pt x="81" y="51"/>
                    </a:cubicBezTo>
                    <a:cubicBezTo>
                      <a:pt x="82" y="52"/>
                      <a:pt x="84" y="53"/>
                      <a:pt x="85" y="54"/>
                    </a:cubicBezTo>
                    <a:cubicBezTo>
                      <a:pt x="87" y="54"/>
                      <a:pt x="88" y="55"/>
                      <a:pt x="88" y="57"/>
                    </a:cubicBezTo>
                    <a:cubicBezTo>
                      <a:pt x="88" y="58"/>
                      <a:pt x="88" y="60"/>
                      <a:pt x="89" y="61"/>
                    </a:cubicBezTo>
                    <a:cubicBezTo>
                      <a:pt x="90" y="63"/>
                      <a:pt x="92" y="66"/>
                      <a:pt x="95" y="66"/>
                    </a:cubicBezTo>
                    <a:cubicBezTo>
                      <a:pt x="97" y="66"/>
                      <a:pt x="100" y="65"/>
                      <a:pt x="103" y="64"/>
                    </a:cubicBezTo>
                    <a:cubicBezTo>
                      <a:pt x="105" y="63"/>
                      <a:pt x="108" y="63"/>
                      <a:pt x="109" y="64"/>
                    </a:cubicBezTo>
                    <a:cubicBezTo>
                      <a:pt x="111" y="65"/>
                      <a:pt x="111" y="65"/>
                      <a:pt x="112" y="65"/>
                    </a:cubicBezTo>
                    <a:cubicBezTo>
                      <a:pt x="113" y="65"/>
                      <a:pt x="115" y="66"/>
                      <a:pt x="116" y="66"/>
                    </a:cubicBezTo>
                    <a:cubicBezTo>
                      <a:pt x="117" y="65"/>
                      <a:pt x="117" y="65"/>
                      <a:pt x="118" y="65"/>
                    </a:cubicBezTo>
                    <a:cubicBezTo>
                      <a:pt x="120" y="64"/>
                      <a:pt x="122" y="65"/>
                      <a:pt x="123" y="66"/>
                    </a:cubicBezTo>
                    <a:cubicBezTo>
                      <a:pt x="122" y="68"/>
                      <a:pt x="121" y="69"/>
                      <a:pt x="120" y="70"/>
                    </a:cubicBezTo>
                    <a:cubicBezTo>
                      <a:pt x="118" y="71"/>
                      <a:pt x="116" y="72"/>
                      <a:pt x="115" y="73"/>
                    </a:cubicBezTo>
                    <a:cubicBezTo>
                      <a:pt x="113" y="75"/>
                      <a:pt x="112" y="76"/>
                      <a:pt x="111" y="78"/>
                    </a:cubicBezTo>
                    <a:cubicBezTo>
                      <a:pt x="109" y="79"/>
                      <a:pt x="108" y="80"/>
                      <a:pt x="106" y="80"/>
                    </a:cubicBezTo>
                    <a:cubicBezTo>
                      <a:pt x="102" y="82"/>
                      <a:pt x="97" y="82"/>
                      <a:pt x="92" y="82"/>
                    </a:cubicBezTo>
                    <a:cubicBezTo>
                      <a:pt x="88" y="83"/>
                      <a:pt x="84" y="85"/>
                      <a:pt x="79" y="85"/>
                    </a:cubicBezTo>
                    <a:cubicBezTo>
                      <a:pt x="75" y="86"/>
                      <a:pt x="71" y="86"/>
                      <a:pt x="67" y="84"/>
                    </a:cubicBezTo>
                    <a:cubicBezTo>
                      <a:pt x="62" y="82"/>
                      <a:pt x="59" y="79"/>
                      <a:pt x="55" y="76"/>
                    </a:cubicBezTo>
                    <a:cubicBezTo>
                      <a:pt x="54" y="75"/>
                      <a:pt x="53" y="75"/>
                      <a:pt x="52" y="74"/>
                    </a:cubicBezTo>
                    <a:cubicBezTo>
                      <a:pt x="51" y="73"/>
                      <a:pt x="51" y="72"/>
                      <a:pt x="50" y="71"/>
                    </a:cubicBezTo>
                    <a:cubicBezTo>
                      <a:pt x="49" y="68"/>
                      <a:pt x="46" y="65"/>
                      <a:pt x="44" y="64"/>
                    </a:cubicBezTo>
                    <a:cubicBezTo>
                      <a:pt x="42" y="63"/>
                      <a:pt x="40" y="63"/>
                      <a:pt x="38" y="62"/>
                    </a:cubicBezTo>
                    <a:cubicBezTo>
                      <a:pt x="36" y="61"/>
                      <a:pt x="35" y="59"/>
                      <a:pt x="35" y="57"/>
                    </a:cubicBezTo>
                    <a:cubicBezTo>
                      <a:pt x="34" y="54"/>
                      <a:pt x="33" y="52"/>
                      <a:pt x="30" y="50"/>
                    </a:cubicBezTo>
                    <a:cubicBezTo>
                      <a:pt x="29" y="50"/>
                      <a:pt x="28" y="50"/>
                      <a:pt x="27" y="50"/>
                    </a:cubicBezTo>
                    <a:cubicBezTo>
                      <a:pt x="25" y="50"/>
                      <a:pt x="24" y="48"/>
                      <a:pt x="23" y="47"/>
                    </a:cubicBezTo>
                    <a:cubicBezTo>
                      <a:pt x="23" y="47"/>
                      <a:pt x="23" y="46"/>
                      <a:pt x="22" y="46"/>
                    </a:cubicBezTo>
                    <a:cubicBezTo>
                      <a:pt x="20" y="45"/>
                      <a:pt x="17" y="45"/>
                      <a:pt x="15" y="44"/>
                    </a:cubicBezTo>
                    <a:cubicBezTo>
                      <a:pt x="13" y="42"/>
                      <a:pt x="11" y="41"/>
                      <a:pt x="11" y="3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2" name="Freeform 1901">
                <a:extLst>
                  <a:ext uri="{FF2B5EF4-FFF2-40B4-BE49-F238E27FC236}">
                    <a16:creationId xmlns:a16="http://schemas.microsoft.com/office/drawing/2014/main" id="{38525560-040A-9F43-A6BE-89126D5A6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452"/>
                <a:ext cx="4" cy="3"/>
              </a:xfrm>
              <a:custGeom>
                <a:avLst/>
                <a:gdLst>
                  <a:gd name="T0" fmla="*/ 11 w 11"/>
                  <a:gd name="T1" fmla="*/ 5 h 7"/>
                  <a:gd name="T2" fmla="*/ 9 w 11"/>
                  <a:gd name="T3" fmla="*/ 7 h 7"/>
                  <a:gd name="T4" fmla="*/ 5 w 11"/>
                  <a:gd name="T5" fmla="*/ 7 h 7"/>
                  <a:gd name="T6" fmla="*/ 2 w 11"/>
                  <a:gd name="T7" fmla="*/ 4 h 7"/>
                  <a:gd name="T8" fmla="*/ 1 w 11"/>
                  <a:gd name="T9" fmla="*/ 1 h 7"/>
                  <a:gd name="T10" fmla="*/ 9 w 11"/>
                  <a:gd name="T11" fmla="*/ 1 h 7"/>
                  <a:gd name="T12" fmla="*/ 11 w 11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6"/>
                      <a:pt x="10" y="7"/>
                      <a:pt x="9" y="7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4" y="6"/>
                      <a:pt x="2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0" y="2"/>
                      <a:pt x="11" y="3"/>
                      <a:pt x="1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3" name="Freeform 1902">
                <a:extLst>
                  <a:ext uri="{FF2B5EF4-FFF2-40B4-BE49-F238E27FC236}">
                    <a16:creationId xmlns:a16="http://schemas.microsoft.com/office/drawing/2014/main" id="{713A87E9-149E-1849-99C5-0E7AFB061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442"/>
                <a:ext cx="22" cy="20"/>
              </a:xfrm>
              <a:custGeom>
                <a:avLst/>
                <a:gdLst>
                  <a:gd name="T0" fmla="*/ 26 w 55"/>
                  <a:gd name="T1" fmla="*/ 42 h 49"/>
                  <a:gd name="T2" fmla="*/ 22 w 55"/>
                  <a:gd name="T3" fmla="*/ 40 h 49"/>
                  <a:gd name="T4" fmla="*/ 19 w 55"/>
                  <a:gd name="T5" fmla="*/ 37 h 49"/>
                  <a:gd name="T6" fmla="*/ 17 w 55"/>
                  <a:gd name="T7" fmla="*/ 33 h 49"/>
                  <a:gd name="T8" fmla="*/ 10 w 55"/>
                  <a:gd name="T9" fmla="*/ 31 h 49"/>
                  <a:gd name="T10" fmla="*/ 8 w 55"/>
                  <a:gd name="T11" fmla="*/ 28 h 49"/>
                  <a:gd name="T12" fmla="*/ 7 w 55"/>
                  <a:gd name="T13" fmla="*/ 27 h 49"/>
                  <a:gd name="T14" fmla="*/ 5 w 55"/>
                  <a:gd name="T15" fmla="*/ 25 h 49"/>
                  <a:gd name="T16" fmla="*/ 4 w 55"/>
                  <a:gd name="T17" fmla="*/ 23 h 49"/>
                  <a:gd name="T18" fmla="*/ 2 w 55"/>
                  <a:gd name="T19" fmla="*/ 15 h 49"/>
                  <a:gd name="T20" fmla="*/ 2 w 55"/>
                  <a:gd name="T21" fmla="*/ 10 h 49"/>
                  <a:gd name="T22" fmla="*/ 0 w 55"/>
                  <a:gd name="T23" fmla="*/ 7 h 49"/>
                  <a:gd name="T24" fmla="*/ 14 w 55"/>
                  <a:gd name="T25" fmla="*/ 8 h 49"/>
                  <a:gd name="T26" fmla="*/ 25 w 55"/>
                  <a:gd name="T27" fmla="*/ 16 h 49"/>
                  <a:gd name="T28" fmla="*/ 32 w 55"/>
                  <a:gd name="T29" fmla="*/ 19 h 49"/>
                  <a:gd name="T30" fmla="*/ 37 w 55"/>
                  <a:gd name="T31" fmla="*/ 28 h 49"/>
                  <a:gd name="T32" fmla="*/ 41 w 55"/>
                  <a:gd name="T33" fmla="*/ 31 h 49"/>
                  <a:gd name="T34" fmla="*/ 45 w 55"/>
                  <a:gd name="T35" fmla="*/ 35 h 49"/>
                  <a:gd name="T36" fmla="*/ 51 w 55"/>
                  <a:gd name="T37" fmla="*/ 38 h 49"/>
                  <a:gd name="T38" fmla="*/ 55 w 55"/>
                  <a:gd name="T39" fmla="*/ 43 h 49"/>
                  <a:gd name="T40" fmla="*/ 52 w 55"/>
                  <a:gd name="T41" fmla="*/ 46 h 49"/>
                  <a:gd name="T42" fmla="*/ 46 w 55"/>
                  <a:gd name="T43" fmla="*/ 49 h 49"/>
                  <a:gd name="T44" fmla="*/ 40 w 55"/>
                  <a:gd name="T45" fmla="*/ 48 h 49"/>
                  <a:gd name="T46" fmla="*/ 37 w 55"/>
                  <a:gd name="T47" fmla="*/ 45 h 49"/>
                  <a:gd name="T48" fmla="*/ 32 w 55"/>
                  <a:gd name="T49" fmla="*/ 44 h 49"/>
                  <a:gd name="T50" fmla="*/ 28 w 55"/>
                  <a:gd name="T51" fmla="*/ 44 h 49"/>
                  <a:gd name="T52" fmla="*/ 26 w 55"/>
                  <a:gd name="T53" fmla="*/ 4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5" h="49">
                    <a:moveTo>
                      <a:pt x="26" y="42"/>
                    </a:moveTo>
                    <a:cubicBezTo>
                      <a:pt x="24" y="41"/>
                      <a:pt x="23" y="40"/>
                      <a:pt x="22" y="40"/>
                    </a:cubicBezTo>
                    <a:cubicBezTo>
                      <a:pt x="20" y="39"/>
                      <a:pt x="20" y="38"/>
                      <a:pt x="19" y="37"/>
                    </a:cubicBezTo>
                    <a:cubicBezTo>
                      <a:pt x="19" y="36"/>
                      <a:pt x="18" y="34"/>
                      <a:pt x="17" y="33"/>
                    </a:cubicBezTo>
                    <a:cubicBezTo>
                      <a:pt x="15" y="32"/>
                      <a:pt x="12" y="33"/>
                      <a:pt x="10" y="31"/>
                    </a:cubicBezTo>
                    <a:cubicBezTo>
                      <a:pt x="9" y="30"/>
                      <a:pt x="8" y="29"/>
                      <a:pt x="8" y="28"/>
                    </a:cubicBezTo>
                    <a:cubicBezTo>
                      <a:pt x="7" y="28"/>
                      <a:pt x="7" y="27"/>
                      <a:pt x="7" y="27"/>
                    </a:cubicBezTo>
                    <a:cubicBezTo>
                      <a:pt x="6" y="26"/>
                      <a:pt x="6" y="26"/>
                      <a:pt x="5" y="25"/>
                    </a:cubicBezTo>
                    <a:cubicBezTo>
                      <a:pt x="5" y="24"/>
                      <a:pt x="4" y="24"/>
                      <a:pt x="4" y="23"/>
                    </a:cubicBezTo>
                    <a:cubicBezTo>
                      <a:pt x="3" y="20"/>
                      <a:pt x="3" y="18"/>
                      <a:pt x="2" y="15"/>
                    </a:cubicBezTo>
                    <a:cubicBezTo>
                      <a:pt x="2" y="14"/>
                      <a:pt x="2" y="12"/>
                      <a:pt x="2" y="10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2" y="0"/>
                      <a:pt x="11" y="5"/>
                      <a:pt x="14" y="8"/>
                    </a:cubicBezTo>
                    <a:cubicBezTo>
                      <a:pt x="18" y="11"/>
                      <a:pt x="20" y="15"/>
                      <a:pt x="25" y="16"/>
                    </a:cubicBezTo>
                    <a:cubicBezTo>
                      <a:pt x="28" y="16"/>
                      <a:pt x="30" y="17"/>
                      <a:pt x="32" y="19"/>
                    </a:cubicBezTo>
                    <a:cubicBezTo>
                      <a:pt x="34" y="22"/>
                      <a:pt x="36" y="25"/>
                      <a:pt x="37" y="28"/>
                    </a:cubicBezTo>
                    <a:cubicBezTo>
                      <a:pt x="38" y="29"/>
                      <a:pt x="40" y="30"/>
                      <a:pt x="41" y="31"/>
                    </a:cubicBezTo>
                    <a:cubicBezTo>
                      <a:pt x="42" y="33"/>
                      <a:pt x="43" y="34"/>
                      <a:pt x="45" y="35"/>
                    </a:cubicBezTo>
                    <a:cubicBezTo>
                      <a:pt x="47" y="36"/>
                      <a:pt x="49" y="37"/>
                      <a:pt x="51" y="38"/>
                    </a:cubicBezTo>
                    <a:cubicBezTo>
                      <a:pt x="52" y="39"/>
                      <a:pt x="55" y="41"/>
                      <a:pt x="55" y="43"/>
                    </a:cubicBezTo>
                    <a:cubicBezTo>
                      <a:pt x="55" y="45"/>
                      <a:pt x="53" y="46"/>
                      <a:pt x="52" y="46"/>
                    </a:cubicBezTo>
                    <a:cubicBezTo>
                      <a:pt x="50" y="47"/>
                      <a:pt x="48" y="48"/>
                      <a:pt x="46" y="49"/>
                    </a:cubicBezTo>
                    <a:cubicBezTo>
                      <a:pt x="44" y="49"/>
                      <a:pt x="42" y="49"/>
                      <a:pt x="40" y="48"/>
                    </a:cubicBezTo>
                    <a:cubicBezTo>
                      <a:pt x="39" y="46"/>
                      <a:pt x="39" y="45"/>
                      <a:pt x="37" y="45"/>
                    </a:cubicBezTo>
                    <a:cubicBezTo>
                      <a:pt x="35" y="44"/>
                      <a:pt x="34" y="44"/>
                      <a:pt x="32" y="44"/>
                    </a:cubicBezTo>
                    <a:cubicBezTo>
                      <a:pt x="31" y="45"/>
                      <a:pt x="30" y="45"/>
                      <a:pt x="28" y="44"/>
                    </a:cubicBezTo>
                    <a:cubicBezTo>
                      <a:pt x="27" y="44"/>
                      <a:pt x="26" y="43"/>
                      <a:pt x="26" y="4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4" name="Freeform 1903">
                <a:extLst>
                  <a:ext uri="{FF2B5EF4-FFF2-40B4-BE49-F238E27FC236}">
                    <a16:creationId xmlns:a16="http://schemas.microsoft.com/office/drawing/2014/main" id="{1124600A-5435-3C4D-BC8E-95B0DFD5E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457"/>
                <a:ext cx="4" cy="2"/>
              </a:xfrm>
              <a:custGeom>
                <a:avLst/>
                <a:gdLst>
                  <a:gd name="T0" fmla="*/ 4 w 10"/>
                  <a:gd name="T1" fmla="*/ 1 h 5"/>
                  <a:gd name="T2" fmla="*/ 6 w 10"/>
                  <a:gd name="T3" fmla="*/ 1 h 5"/>
                  <a:gd name="T4" fmla="*/ 8 w 10"/>
                  <a:gd name="T5" fmla="*/ 1 h 5"/>
                  <a:gd name="T6" fmla="*/ 10 w 10"/>
                  <a:gd name="T7" fmla="*/ 3 h 5"/>
                  <a:gd name="T8" fmla="*/ 8 w 10"/>
                  <a:gd name="T9" fmla="*/ 5 h 5"/>
                  <a:gd name="T10" fmla="*/ 4 w 10"/>
                  <a:gd name="T11" fmla="*/ 5 h 5"/>
                  <a:gd name="T12" fmla="*/ 1 w 10"/>
                  <a:gd name="T13" fmla="*/ 3 h 5"/>
                  <a:gd name="T14" fmla="*/ 4 w 10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5">
                    <a:moveTo>
                      <a:pt x="4" y="1"/>
                    </a:moveTo>
                    <a:cubicBezTo>
                      <a:pt x="5" y="1"/>
                      <a:pt x="6" y="1"/>
                      <a:pt x="6" y="1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9" y="2"/>
                      <a:pt x="9" y="3"/>
                      <a:pt x="10" y="3"/>
                    </a:cubicBezTo>
                    <a:cubicBezTo>
                      <a:pt x="10" y="4"/>
                      <a:pt x="9" y="5"/>
                      <a:pt x="8" y="5"/>
                    </a:cubicBezTo>
                    <a:cubicBezTo>
                      <a:pt x="7" y="5"/>
                      <a:pt x="6" y="5"/>
                      <a:pt x="4" y="5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1"/>
                      <a:pt x="2" y="1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5" name="Freeform 1904">
                <a:extLst>
                  <a:ext uri="{FF2B5EF4-FFF2-40B4-BE49-F238E27FC236}">
                    <a16:creationId xmlns:a16="http://schemas.microsoft.com/office/drawing/2014/main" id="{33CB693E-640C-8741-8C35-F659F17AE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439"/>
                <a:ext cx="17" cy="5"/>
              </a:xfrm>
              <a:custGeom>
                <a:avLst/>
                <a:gdLst>
                  <a:gd name="T0" fmla="*/ 13 w 41"/>
                  <a:gd name="T1" fmla="*/ 11 h 13"/>
                  <a:gd name="T2" fmla="*/ 9 w 41"/>
                  <a:gd name="T3" fmla="*/ 11 h 13"/>
                  <a:gd name="T4" fmla="*/ 3 w 41"/>
                  <a:gd name="T5" fmla="*/ 12 h 13"/>
                  <a:gd name="T6" fmla="*/ 0 w 41"/>
                  <a:gd name="T7" fmla="*/ 10 h 13"/>
                  <a:gd name="T8" fmla="*/ 1 w 41"/>
                  <a:gd name="T9" fmla="*/ 7 h 13"/>
                  <a:gd name="T10" fmla="*/ 9 w 41"/>
                  <a:gd name="T11" fmla="*/ 3 h 13"/>
                  <a:gd name="T12" fmla="*/ 13 w 41"/>
                  <a:gd name="T13" fmla="*/ 3 h 13"/>
                  <a:gd name="T14" fmla="*/ 17 w 41"/>
                  <a:gd name="T15" fmla="*/ 2 h 13"/>
                  <a:gd name="T16" fmla="*/ 27 w 41"/>
                  <a:gd name="T17" fmla="*/ 0 h 13"/>
                  <a:gd name="T18" fmla="*/ 35 w 41"/>
                  <a:gd name="T19" fmla="*/ 2 h 13"/>
                  <a:gd name="T20" fmla="*/ 38 w 41"/>
                  <a:gd name="T21" fmla="*/ 4 h 13"/>
                  <a:gd name="T22" fmla="*/ 41 w 41"/>
                  <a:gd name="T23" fmla="*/ 6 h 13"/>
                  <a:gd name="T24" fmla="*/ 33 w 41"/>
                  <a:gd name="T25" fmla="*/ 8 h 13"/>
                  <a:gd name="T26" fmla="*/ 29 w 41"/>
                  <a:gd name="T27" fmla="*/ 8 h 13"/>
                  <a:gd name="T28" fmla="*/ 27 w 41"/>
                  <a:gd name="T29" fmla="*/ 9 h 13"/>
                  <a:gd name="T30" fmla="*/ 25 w 41"/>
                  <a:gd name="T31" fmla="*/ 10 h 13"/>
                  <a:gd name="T32" fmla="*/ 19 w 41"/>
                  <a:gd name="T33" fmla="*/ 11 h 13"/>
                  <a:gd name="T34" fmla="*/ 13 w 41"/>
                  <a:gd name="T35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" h="13">
                    <a:moveTo>
                      <a:pt x="13" y="11"/>
                    </a:moveTo>
                    <a:cubicBezTo>
                      <a:pt x="11" y="11"/>
                      <a:pt x="10" y="11"/>
                      <a:pt x="9" y="11"/>
                    </a:cubicBezTo>
                    <a:cubicBezTo>
                      <a:pt x="7" y="12"/>
                      <a:pt x="4" y="13"/>
                      <a:pt x="3" y="12"/>
                    </a:cubicBezTo>
                    <a:cubicBezTo>
                      <a:pt x="2" y="12"/>
                      <a:pt x="1" y="11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2" y="5"/>
                      <a:pt x="6" y="3"/>
                      <a:pt x="9" y="3"/>
                    </a:cubicBezTo>
                    <a:cubicBezTo>
                      <a:pt x="10" y="3"/>
                      <a:pt x="12" y="3"/>
                      <a:pt x="13" y="3"/>
                    </a:cubicBezTo>
                    <a:cubicBezTo>
                      <a:pt x="15" y="3"/>
                      <a:pt x="15" y="2"/>
                      <a:pt x="17" y="2"/>
                    </a:cubicBezTo>
                    <a:cubicBezTo>
                      <a:pt x="19" y="0"/>
                      <a:pt x="24" y="0"/>
                      <a:pt x="27" y="0"/>
                    </a:cubicBezTo>
                    <a:cubicBezTo>
                      <a:pt x="30" y="1"/>
                      <a:pt x="32" y="1"/>
                      <a:pt x="35" y="2"/>
                    </a:cubicBezTo>
                    <a:cubicBezTo>
                      <a:pt x="36" y="3"/>
                      <a:pt x="37" y="4"/>
                      <a:pt x="38" y="4"/>
                    </a:cubicBezTo>
                    <a:cubicBezTo>
                      <a:pt x="39" y="4"/>
                      <a:pt x="41" y="5"/>
                      <a:pt x="41" y="6"/>
                    </a:cubicBezTo>
                    <a:cubicBezTo>
                      <a:pt x="41" y="9"/>
                      <a:pt x="35" y="9"/>
                      <a:pt x="33" y="8"/>
                    </a:cubicBezTo>
                    <a:cubicBezTo>
                      <a:pt x="32" y="8"/>
                      <a:pt x="31" y="8"/>
                      <a:pt x="29" y="8"/>
                    </a:cubicBezTo>
                    <a:cubicBezTo>
                      <a:pt x="28" y="8"/>
                      <a:pt x="28" y="8"/>
                      <a:pt x="27" y="9"/>
                    </a:cubicBezTo>
                    <a:cubicBezTo>
                      <a:pt x="27" y="9"/>
                      <a:pt x="26" y="9"/>
                      <a:pt x="25" y="10"/>
                    </a:cubicBezTo>
                    <a:cubicBezTo>
                      <a:pt x="23" y="10"/>
                      <a:pt x="21" y="11"/>
                      <a:pt x="19" y="11"/>
                    </a:cubicBezTo>
                    <a:cubicBezTo>
                      <a:pt x="17" y="11"/>
                      <a:pt x="15" y="11"/>
                      <a:pt x="1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6" name="Freeform 1905">
                <a:extLst>
                  <a:ext uri="{FF2B5EF4-FFF2-40B4-BE49-F238E27FC236}">
                    <a16:creationId xmlns:a16="http://schemas.microsoft.com/office/drawing/2014/main" id="{322C9F7D-DF57-C847-B966-C725F5131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286"/>
                <a:ext cx="2" cy="2"/>
              </a:xfrm>
              <a:custGeom>
                <a:avLst/>
                <a:gdLst>
                  <a:gd name="T0" fmla="*/ 2 w 6"/>
                  <a:gd name="T1" fmla="*/ 0 h 4"/>
                  <a:gd name="T2" fmla="*/ 5 w 6"/>
                  <a:gd name="T3" fmla="*/ 0 h 4"/>
                  <a:gd name="T4" fmla="*/ 5 w 6"/>
                  <a:gd name="T5" fmla="*/ 3 h 4"/>
                  <a:gd name="T6" fmla="*/ 3 w 6"/>
                  <a:gd name="T7" fmla="*/ 3 h 4"/>
                  <a:gd name="T8" fmla="*/ 0 w 6"/>
                  <a:gd name="T9" fmla="*/ 3 h 4"/>
                  <a:gd name="T10" fmla="*/ 0 w 6"/>
                  <a:gd name="T11" fmla="*/ 1 h 4"/>
                  <a:gd name="T12" fmla="*/ 2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6" y="3"/>
                      <a:pt x="5" y="3"/>
                    </a:cubicBezTo>
                    <a:cubicBezTo>
                      <a:pt x="5" y="4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7" name="Freeform 1906">
                <a:extLst>
                  <a:ext uri="{FF2B5EF4-FFF2-40B4-BE49-F238E27FC236}">
                    <a16:creationId xmlns:a16="http://schemas.microsoft.com/office/drawing/2014/main" id="{163261A6-5AE4-EC43-8055-12368C5C9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297"/>
                <a:ext cx="3" cy="4"/>
              </a:xfrm>
              <a:custGeom>
                <a:avLst/>
                <a:gdLst>
                  <a:gd name="T0" fmla="*/ 5 w 9"/>
                  <a:gd name="T1" fmla="*/ 9 h 10"/>
                  <a:gd name="T2" fmla="*/ 1 w 9"/>
                  <a:gd name="T3" fmla="*/ 9 h 10"/>
                  <a:gd name="T4" fmla="*/ 1 w 9"/>
                  <a:gd name="T5" fmla="*/ 5 h 10"/>
                  <a:gd name="T6" fmla="*/ 1 w 9"/>
                  <a:gd name="T7" fmla="*/ 2 h 10"/>
                  <a:gd name="T8" fmla="*/ 6 w 9"/>
                  <a:gd name="T9" fmla="*/ 1 h 10"/>
                  <a:gd name="T10" fmla="*/ 8 w 9"/>
                  <a:gd name="T11" fmla="*/ 3 h 10"/>
                  <a:gd name="T12" fmla="*/ 8 w 9"/>
                  <a:gd name="T13" fmla="*/ 6 h 10"/>
                  <a:gd name="T14" fmla="*/ 5 w 9"/>
                  <a:gd name="T15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0">
                    <a:moveTo>
                      <a:pt x="5" y="9"/>
                    </a:moveTo>
                    <a:cubicBezTo>
                      <a:pt x="4" y="10"/>
                      <a:pt x="2" y="10"/>
                      <a:pt x="1" y="9"/>
                    </a:cubicBezTo>
                    <a:cubicBezTo>
                      <a:pt x="0" y="8"/>
                      <a:pt x="0" y="7"/>
                      <a:pt x="1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4" y="1"/>
                      <a:pt x="6" y="1"/>
                    </a:cubicBezTo>
                    <a:cubicBezTo>
                      <a:pt x="7" y="2"/>
                      <a:pt x="8" y="2"/>
                      <a:pt x="8" y="3"/>
                    </a:cubicBezTo>
                    <a:cubicBezTo>
                      <a:pt x="9" y="4"/>
                      <a:pt x="8" y="5"/>
                      <a:pt x="8" y="6"/>
                    </a:cubicBezTo>
                    <a:cubicBezTo>
                      <a:pt x="7" y="7"/>
                      <a:pt x="7" y="9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8" name="Freeform 1907">
                <a:extLst>
                  <a:ext uri="{FF2B5EF4-FFF2-40B4-BE49-F238E27FC236}">
                    <a16:creationId xmlns:a16="http://schemas.microsoft.com/office/drawing/2014/main" id="{5C7474EA-C5AA-AC4A-AD1A-EF3B256C1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284"/>
                <a:ext cx="5" cy="4"/>
              </a:xfrm>
              <a:custGeom>
                <a:avLst/>
                <a:gdLst>
                  <a:gd name="T0" fmla="*/ 6 w 12"/>
                  <a:gd name="T1" fmla="*/ 9 h 10"/>
                  <a:gd name="T2" fmla="*/ 1 w 12"/>
                  <a:gd name="T3" fmla="*/ 9 h 10"/>
                  <a:gd name="T4" fmla="*/ 1 w 12"/>
                  <a:gd name="T5" fmla="*/ 3 h 10"/>
                  <a:gd name="T6" fmla="*/ 6 w 12"/>
                  <a:gd name="T7" fmla="*/ 0 h 10"/>
                  <a:gd name="T8" fmla="*/ 10 w 12"/>
                  <a:gd name="T9" fmla="*/ 0 h 10"/>
                  <a:gd name="T10" fmla="*/ 11 w 12"/>
                  <a:gd name="T11" fmla="*/ 3 h 10"/>
                  <a:gd name="T12" fmla="*/ 12 w 12"/>
                  <a:gd name="T13" fmla="*/ 4 h 10"/>
                  <a:gd name="T14" fmla="*/ 12 w 12"/>
                  <a:gd name="T15" fmla="*/ 6 h 10"/>
                  <a:gd name="T16" fmla="*/ 10 w 12"/>
                  <a:gd name="T17" fmla="*/ 9 h 10"/>
                  <a:gd name="T18" fmla="*/ 8 w 12"/>
                  <a:gd name="T19" fmla="*/ 9 h 10"/>
                  <a:gd name="T20" fmla="*/ 7 w 12"/>
                  <a:gd name="T21" fmla="*/ 9 h 10"/>
                  <a:gd name="T22" fmla="*/ 6 w 12"/>
                  <a:gd name="T2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0">
                    <a:moveTo>
                      <a:pt x="6" y="9"/>
                    </a:moveTo>
                    <a:cubicBezTo>
                      <a:pt x="4" y="10"/>
                      <a:pt x="2" y="10"/>
                      <a:pt x="1" y="9"/>
                    </a:cubicBezTo>
                    <a:cubicBezTo>
                      <a:pt x="0" y="7"/>
                      <a:pt x="1" y="4"/>
                      <a:pt x="1" y="3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11" y="1"/>
                      <a:pt x="11" y="2"/>
                      <a:pt x="11" y="3"/>
                    </a:cubicBezTo>
                    <a:cubicBezTo>
                      <a:pt x="11" y="3"/>
                      <a:pt x="11" y="4"/>
                      <a:pt x="12" y="4"/>
                    </a:cubicBezTo>
                    <a:cubicBezTo>
                      <a:pt x="12" y="5"/>
                      <a:pt x="12" y="5"/>
                      <a:pt x="12" y="6"/>
                    </a:cubicBezTo>
                    <a:cubicBezTo>
                      <a:pt x="12" y="7"/>
                      <a:pt x="11" y="9"/>
                      <a:pt x="10" y="9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9"/>
                      <a:pt x="7" y="9"/>
                      <a:pt x="7" y="9"/>
                    </a:cubicBezTo>
                    <a:cubicBezTo>
                      <a:pt x="7" y="9"/>
                      <a:pt x="6" y="9"/>
                      <a:pt x="6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9" name="Freeform 1908">
                <a:extLst>
                  <a:ext uri="{FF2B5EF4-FFF2-40B4-BE49-F238E27FC236}">
                    <a16:creationId xmlns:a16="http://schemas.microsoft.com/office/drawing/2014/main" id="{642FA80A-704B-8A47-A50E-FA4A0F853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284"/>
                <a:ext cx="4" cy="4"/>
              </a:xfrm>
              <a:custGeom>
                <a:avLst/>
                <a:gdLst>
                  <a:gd name="T0" fmla="*/ 0 w 10"/>
                  <a:gd name="T1" fmla="*/ 7 h 10"/>
                  <a:gd name="T2" fmla="*/ 4 w 10"/>
                  <a:gd name="T3" fmla="*/ 4 h 10"/>
                  <a:gd name="T4" fmla="*/ 6 w 10"/>
                  <a:gd name="T5" fmla="*/ 0 h 10"/>
                  <a:gd name="T6" fmla="*/ 9 w 10"/>
                  <a:gd name="T7" fmla="*/ 5 h 10"/>
                  <a:gd name="T8" fmla="*/ 9 w 10"/>
                  <a:gd name="T9" fmla="*/ 6 h 10"/>
                  <a:gd name="T10" fmla="*/ 9 w 10"/>
                  <a:gd name="T11" fmla="*/ 7 h 10"/>
                  <a:gd name="T12" fmla="*/ 6 w 10"/>
                  <a:gd name="T13" fmla="*/ 10 h 10"/>
                  <a:gd name="T14" fmla="*/ 4 w 10"/>
                  <a:gd name="T15" fmla="*/ 10 h 10"/>
                  <a:gd name="T16" fmla="*/ 1 w 10"/>
                  <a:gd name="T17" fmla="*/ 9 h 10"/>
                  <a:gd name="T18" fmla="*/ 0 w 10"/>
                  <a:gd name="T19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0" y="5"/>
                      <a:pt x="3" y="6"/>
                      <a:pt x="4" y="4"/>
                    </a:cubicBezTo>
                    <a:cubicBezTo>
                      <a:pt x="4" y="2"/>
                      <a:pt x="4" y="0"/>
                      <a:pt x="6" y="0"/>
                    </a:cubicBezTo>
                    <a:cubicBezTo>
                      <a:pt x="8" y="0"/>
                      <a:pt x="9" y="3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10" y="9"/>
                      <a:pt x="8" y="10"/>
                      <a:pt x="6" y="10"/>
                    </a:cubicBezTo>
                    <a:cubicBezTo>
                      <a:pt x="5" y="10"/>
                      <a:pt x="5" y="10"/>
                      <a:pt x="4" y="10"/>
                    </a:cubicBezTo>
                    <a:cubicBezTo>
                      <a:pt x="3" y="9"/>
                      <a:pt x="2" y="10"/>
                      <a:pt x="1" y="9"/>
                    </a:cubicBezTo>
                    <a:cubicBezTo>
                      <a:pt x="0" y="9"/>
                      <a:pt x="0" y="8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0" name="Freeform 1909">
                <a:extLst>
                  <a:ext uri="{FF2B5EF4-FFF2-40B4-BE49-F238E27FC236}">
                    <a16:creationId xmlns:a16="http://schemas.microsoft.com/office/drawing/2014/main" id="{C7B7DF2A-272C-6443-B33C-BEF0758A0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461"/>
                <a:ext cx="6" cy="5"/>
              </a:xfrm>
              <a:custGeom>
                <a:avLst/>
                <a:gdLst>
                  <a:gd name="T0" fmla="*/ 0 w 16"/>
                  <a:gd name="T1" fmla="*/ 7 h 12"/>
                  <a:gd name="T2" fmla="*/ 0 w 16"/>
                  <a:gd name="T3" fmla="*/ 5 h 12"/>
                  <a:gd name="T4" fmla="*/ 1 w 16"/>
                  <a:gd name="T5" fmla="*/ 4 h 12"/>
                  <a:gd name="T6" fmla="*/ 4 w 16"/>
                  <a:gd name="T7" fmla="*/ 0 h 12"/>
                  <a:gd name="T8" fmla="*/ 8 w 16"/>
                  <a:gd name="T9" fmla="*/ 1 h 12"/>
                  <a:gd name="T10" fmla="*/ 12 w 16"/>
                  <a:gd name="T11" fmla="*/ 4 h 12"/>
                  <a:gd name="T12" fmla="*/ 15 w 16"/>
                  <a:gd name="T13" fmla="*/ 6 h 12"/>
                  <a:gd name="T14" fmla="*/ 15 w 16"/>
                  <a:gd name="T15" fmla="*/ 10 h 12"/>
                  <a:gd name="T16" fmla="*/ 13 w 16"/>
                  <a:gd name="T17" fmla="*/ 12 h 12"/>
                  <a:gd name="T18" fmla="*/ 9 w 16"/>
                  <a:gd name="T19" fmla="*/ 12 h 12"/>
                  <a:gd name="T20" fmla="*/ 3 w 16"/>
                  <a:gd name="T21" fmla="*/ 10 h 12"/>
                  <a:gd name="T22" fmla="*/ 0 w 16"/>
                  <a:gd name="T2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2">
                    <a:moveTo>
                      <a:pt x="0" y="7"/>
                    </a:moveTo>
                    <a:cubicBezTo>
                      <a:pt x="0" y="6"/>
                      <a:pt x="0" y="5"/>
                      <a:pt x="0" y="5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2"/>
                      <a:pt x="2" y="1"/>
                      <a:pt x="4" y="0"/>
                    </a:cubicBezTo>
                    <a:cubicBezTo>
                      <a:pt x="5" y="0"/>
                      <a:pt x="7" y="0"/>
                      <a:pt x="8" y="1"/>
                    </a:cubicBezTo>
                    <a:cubicBezTo>
                      <a:pt x="10" y="2"/>
                      <a:pt x="11" y="2"/>
                      <a:pt x="12" y="4"/>
                    </a:cubicBezTo>
                    <a:cubicBezTo>
                      <a:pt x="12" y="5"/>
                      <a:pt x="14" y="5"/>
                      <a:pt x="15" y="6"/>
                    </a:cubicBezTo>
                    <a:cubicBezTo>
                      <a:pt x="16" y="7"/>
                      <a:pt x="16" y="9"/>
                      <a:pt x="15" y="10"/>
                    </a:cubicBezTo>
                    <a:cubicBezTo>
                      <a:pt x="14" y="11"/>
                      <a:pt x="14" y="12"/>
                      <a:pt x="13" y="12"/>
                    </a:cubicBezTo>
                    <a:cubicBezTo>
                      <a:pt x="12" y="12"/>
                      <a:pt x="10" y="12"/>
                      <a:pt x="9" y="12"/>
                    </a:cubicBezTo>
                    <a:cubicBezTo>
                      <a:pt x="7" y="11"/>
                      <a:pt x="5" y="11"/>
                      <a:pt x="3" y="10"/>
                    </a:cubicBezTo>
                    <a:cubicBezTo>
                      <a:pt x="1" y="10"/>
                      <a:pt x="0" y="9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1" name="Freeform 1910">
                <a:extLst>
                  <a:ext uri="{FF2B5EF4-FFF2-40B4-BE49-F238E27FC236}">
                    <a16:creationId xmlns:a16="http://schemas.microsoft.com/office/drawing/2014/main" id="{E94C6C05-C3D6-114C-9331-5A094E515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460"/>
                <a:ext cx="18" cy="9"/>
              </a:xfrm>
              <a:custGeom>
                <a:avLst/>
                <a:gdLst>
                  <a:gd name="T0" fmla="*/ 16 w 44"/>
                  <a:gd name="T1" fmla="*/ 16 h 21"/>
                  <a:gd name="T2" fmla="*/ 11 w 44"/>
                  <a:gd name="T3" fmla="*/ 16 h 21"/>
                  <a:gd name="T4" fmla="*/ 7 w 44"/>
                  <a:gd name="T5" fmla="*/ 15 h 21"/>
                  <a:gd name="T6" fmla="*/ 6 w 44"/>
                  <a:gd name="T7" fmla="*/ 11 h 21"/>
                  <a:gd name="T8" fmla="*/ 1 w 44"/>
                  <a:gd name="T9" fmla="*/ 7 h 21"/>
                  <a:gd name="T10" fmla="*/ 0 w 44"/>
                  <a:gd name="T11" fmla="*/ 2 h 21"/>
                  <a:gd name="T12" fmla="*/ 3 w 44"/>
                  <a:gd name="T13" fmla="*/ 1 h 21"/>
                  <a:gd name="T14" fmla="*/ 7 w 44"/>
                  <a:gd name="T15" fmla="*/ 2 h 21"/>
                  <a:gd name="T16" fmla="*/ 9 w 44"/>
                  <a:gd name="T17" fmla="*/ 3 h 21"/>
                  <a:gd name="T18" fmla="*/ 10 w 44"/>
                  <a:gd name="T19" fmla="*/ 4 h 21"/>
                  <a:gd name="T20" fmla="*/ 11 w 44"/>
                  <a:gd name="T21" fmla="*/ 5 h 21"/>
                  <a:gd name="T22" fmla="*/ 16 w 44"/>
                  <a:gd name="T23" fmla="*/ 7 h 21"/>
                  <a:gd name="T24" fmla="*/ 20 w 44"/>
                  <a:gd name="T25" fmla="*/ 6 h 21"/>
                  <a:gd name="T26" fmla="*/ 26 w 44"/>
                  <a:gd name="T27" fmla="*/ 5 h 21"/>
                  <a:gd name="T28" fmla="*/ 28 w 44"/>
                  <a:gd name="T29" fmla="*/ 6 h 21"/>
                  <a:gd name="T30" fmla="*/ 31 w 44"/>
                  <a:gd name="T31" fmla="*/ 7 h 21"/>
                  <a:gd name="T32" fmla="*/ 37 w 44"/>
                  <a:gd name="T33" fmla="*/ 8 h 21"/>
                  <a:gd name="T34" fmla="*/ 42 w 44"/>
                  <a:gd name="T35" fmla="*/ 11 h 21"/>
                  <a:gd name="T36" fmla="*/ 42 w 44"/>
                  <a:gd name="T37" fmla="*/ 16 h 21"/>
                  <a:gd name="T38" fmla="*/ 42 w 44"/>
                  <a:gd name="T39" fmla="*/ 18 h 21"/>
                  <a:gd name="T40" fmla="*/ 40 w 44"/>
                  <a:gd name="T41" fmla="*/ 20 h 21"/>
                  <a:gd name="T42" fmla="*/ 37 w 44"/>
                  <a:gd name="T43" fmla="*/ 19 h 21"/>
                  <a:gd name="T44" fmla="*/ 32 w 44"/>
                  <a:gd name="T45" fmla="*/ 18 h 21"/>
                  <a:gd name="T46" fmla="*/ 27 w 44"/>
                  <a:gd name="T47" fmla="*/ 17 h 21"/>
                  <a:gd name="T48" fmla="*/ 21 w 44"/>
                  <a:gd name="T49" fmla="*/ 16 h 21"/>
                  <a:gd name="T50" fmla="*/ 16 w 44"/>
                  <a:gd name="T51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21">
                    <a:moveTo>
                      <a:pt x="16" y="16"/>
                    </a:moveTo>
                    <a:cubicBezTo>
                      <a:pt x="14" y="16"/>
                      <a:pt x="13" y="17"/>
                      <a:pt x="11" y="16"/>
                    </a:cubicBezTo>
                    <a:cubicBezTo>
                      <a:pt x="10" y="16"/>
                      <a:pt x="8" y="16"/>
                      <a:pt x="7" y="15"/>
                    </a:cubicBezTo>
                    <a:cubicBezTo>
                      <a:pt x="6" y="14"/>
                      <a:pt x="7" y="12"/>
                      <a:pt x="6" y="11"/>
                    </a:cubicBezTo>
                    <a:cubicBezTo>
                      <a:pt x="4" y="9"/>
                      <a:pt x="2" y="9"/>
                      <a:pt x="1" y="7"/>
                    </a:cubicBezTo>
                    <a:cubicBezTo>
                      <a:pt x="0" y="6"/>
                      <a:pt x="0" y="3"/>
                      <a:pt x="0" y="2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8" y="2"/>
                      <a:pt x="8" y="2"/>
                      <a:pt x="9" y="3"/>
                    </a:cubicBezTo>
                    <a:cubicBezTo>
                      <a:pt x="9" y="3"/>
                      <a:pt x="10" y="4"/>
                      <a:pt x="10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3" y="6"/>
                      <a:pt x="14" y="7"/>
                      <a:pt x="16" y="7"/>
                    </a:cubicBezTo>
                    <a:cubicBezTo>
                      <a:pt x="17" y="7"/>
                      <a:pt x="18" y="6"/>
                      <a:pt x="20" y="6"/>
                    </a:cubicBezTo>
                    <a:cubicBezTo>
                      <a:pt x="21" y="5"/>
                      <a:pt x="24" y="4"/>
                      <a:pt x="26" y="5"/>
                    </a:cubicBezTo>
                    <a:cubicBezTo>
                      <a:pt x="27" y="5"/>
                      <a:pt x="28" y="6"/>
                      <a:pt x="28" y="6"/>
                    </a:cubicBezTo>
                    <a:cubicBezTo>
                      <a:pt x="29" y="7"/>
                      <a:pt x="30" y="7"/>
                      <a:pt x="31" y="7"/>
                    </a:cubicBezTo>
                    <a:cubicBezTo>
                      <a:pt x="33" y="8"/>
                      <a:pt x="35" y="7"/>
                      <a:pt x="37" y="8"/>
                    </a:cubicBezTo>
                    <a:cubicBezTo>
                      <a:pt x="39" y="9"/>
                      <a:pt x="40" y="10"/>
                      <a:pt x="42" y="11"/>
                    </a:cubicBezTo>
                    <a:cubicBezTo>
                      <a:pt x="44" y="13"/>
                      <a:pt x="43" y="14"/>
                      <a:pt x="42" y="16"/>
                    </a:cubicBezTo>
                    <a:cubicBezTo>
                      <a:pt x="42" y="17"/>
                      <a:pt x="42" y="17"/>
                      <a:pt x="42" y="18"/>
                    </a:cubicBezTo>
                    <a:cubicBezTo>
                      <a:pt x="42" y="19"/>
                      <a:pt x="41" y="20"/>
                      <a:pt x="40" y="20"/>
                    </a:cubicBezTo>
                    <a:cubicBezTo>
                      <a:pt x="38" y="21"/>
                      <a:pt x="38" y="20"/>
                      <a:pt x="37" y="19"/>
                    </a:cubicBezTo>
                    <a:cubicBezTo>
                      <a:pt x="35" y="19"/>
                      <a:pt x="33" y="18"/>
                      <a:pt x="32" y="18"/>
                    </a:cubicBezTo>
                    <a:cubicBezTo>
                      <a:pt x="30" y="18"/>
                      <a:pt x="28" y="17"/>
                      <a:pt x="27" y="17"/>
                    </a:cubicBezTo>
                    <a:cubicBezTo>
                      <a:pt x="24" y="17"/>
                      <a:pt x="23" y="18"/>
                      <a:pt x="21" y="16"/>
                    </a:cubicBezTo>
                    <a:cubicBezTo>
                      <a:pt x="20" y="15"/>
                      <a:pt x="18" y="15"/>
                      <a:pt x="16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2" name="Freeform 1911">
                <a:extLst>
                  <a:ext uri="{FF2B5EF4-FFF2-40B4-BE49-F238E27FC236}">
                    <a16:creationId xmlns:a16="http://schemas.microsoft.com/office/drawing/2014/main" id="{438F827E-8FDD-2C45-9D12-3F56E3D0B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457"/>
                <a:ext cx="3" cy="3"/>
              </a:xfrm>
              <a:custGeom>
                <a:avLst/>
                <a:gdLst>
                  <a:gd name="T0" fmla="*/ 0 w 7"/>
                  <a:gd name="T1" fmla="*/ 5 h 8"/>
                  <a:gd name="T2" fmla="*/ 0 w 7"/>
                  <a:gd name="T3" fmla="*/ 3 h 8"/>
                  <a:gd name="T4" fmla="*/ 3 w 7"/>
                  <a:gd name="T5" fmla="*/ 1 h 8"/>
                  <a:gd name="T6" fmla="*/ 6 w 7"/>
                  <a:gd name="T7" fmla="*/ 4 h 8"/>
                  <a:gd name="T8" fmla="*/ 5 w 7"/>
                  <a:gd name="T9" fmla="*/ 5 h 8"/>
                  <a:gd name="T10" fmla="*/ 5 w 7"/>
                  <a:gd name="T11" fmla="*/ 7 h 8"/>
                  <a:gd name="T12" fmla="*/ 2 w 7"/>
                  <a:gd name="T13" fmla="*/ 8 h 8"/>
                  <a:gd name="T14" fmla="*/ 1 w 7"/>
                  <a:gd name="T15" fmla="*/ 7 h 8"/>
                  <a:gd name="T16" fmla="*/ 0 w 7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1" y="3"/>
                      <a:pt x="2" y="1"/>
                      <a:pt x="3" y="1"/>
                    </a:cubicBezTo>
                    <a:cubicBezTo>
                      <a:pt x="5" y="0"/>
                      <a:pt x="7" y="2"/>
                      <a:pt x="6" y="4"/>
                    </a:cubicBezTo>
                    <a:cubicBezTo>
                      <a:pt x="6" y="4"/>
                      <a:pt x="5" y="5"/>
                      <a:pt x="5" y="5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4" y="8"/>
                      <a:pt x="3" y="8"/>
                      <a:pt x="2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3" name="Freeform 1912">
                <a:extLst>
                  <a:ext uri="{FF2B5EF4-FFF2-40B4-BE49-F238E27FC236}">
                    <a16:creationId xmlns:a16="http://schemas.microsoft.com/office/drawing/2014/main" id="{77D90DFD-0BA8-394E-A900-B066575DD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465"/>
                <a:ext cx="15" cy="14"/>
              </a:xfrm>
              <a:custGeom>
                <a:avLst/>
                <a:gdLst>
                  <a:gd name="T0" fmla="*/ 1 w 37"/>
                  <a:gd name="T1" fmla="*/ 6 h 34"/>
                  <a:gd name="T2" fmla="*/ 0 w 37"/>
                  <a:gd name="T3" fmla="*/ 3 h 34"/>
                  <a:gd name="T4" fmla="*/ 5 w 37"/>
                  <a:gd name="T5" fmla="*/ 1 h 34"/>
                  <a:gd name="T6" fmla="*/ 12 w 37"/>
                  <a:gd name="T7" fmla="*/ 2 h 34"/>
                  <a:gd name="T8" fmla="*/ 15 w 37"/>
                  <a:gd name="T9" fmla="*/ 0 h 34"/>
                  <a:gd name="T10" fmla="*/ 19 w 37"/>
                  <a:gd name="T11" fmla="*/ 2 h 34"/>
                  <a:gd name="T12" fmla="*/ 27 w 37"/>
                  <a:gd name="T13" fmla="*/ 4 h 34"/>
                  <a:gd name="T14" fmla="*/ 34 w 37"/>
                  <a:gd name="T15" fmla="*/ 5 h 34"/>
                  <a:gd name="T16" fmla="*/ 34 w 37"/>
                  <a:gd name="T17" fmla="*/ 14 h 34"/>
                  <a:gd name="T18" fmla="*/ 36 w 37"/>
                  <a:gd name="T19" fmla="*/ 16 h 34"/>
                  <a:gd name="T20" fmla="*/ 36 w 37"/>
                  <a:gd name="T21" fmla="*/ 20 h 34"/>
                  <a:gd name="T22" fmla="*/ 34 w 37"/>
                  <a:gd name="T23" fmla="*/ 24 h 34"/>
                  <a:gd name="T24" fmla="*/ 34 w 37"/>
                  <a:gd name="T25" fmla="*/ 28 h 34"/>
                  <a:gd name="T26" fmla="*/ 33 w 37"/>
                  <a:gd name="T27" fmla="*/ 33 h 34"/>
                  <a:gd name="T28" fmla="*/ 28 w 37"/>
                  <a:gd name="T29" fmla="*/ 33 h 34"/>
                  <a:gd name="T30" fmla="*/ 23 w 37"/>
                  <a:gd name="T31" fmla="*/ 27 h 34"/>
                  <a:gd name="T32" fmla="*/ 18 w 37"/>
                  <a:gd name="T33" fmla="*/ 23 h 34"/>
                  <a:gd name="T34" fmla="*/ 13 w 37"/>
                  <a:gd name="T35" fmla="*/ 19 h 34"/>
                  <a:gd name="T36" fmla="*/ 11 w 37"/>
                  <a:gd name="T37" fmla="*/ 18 h 34"/>
                  <a:gd name="T38" fmla="*/ 8 w 37"/>
                  <a:gd name="T39" fmla="*/ 15 h 34"/>
                  <a:gd name="T40" fmla="*/ 5 w 37"/>
                  <a:gd name="T41" fmla="*/ 13 h 34"/>
                  <a:gd name="T42" fmla="*/ 1 w 37"/>
                  <a:gd name="T43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7" h="34">
                    <a:moveTo>
                      <a:pt x="1" y="6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1"/>
                      <a:pt x="5" y="1"/>
                    </a:cubicBezTo>
                    <a:cubicBezTo>
                      <a:pt x="7" y="0"/>
                      <a:pt x="9" y="2"/>
                      <a:pt x="12" y="2"/>
                    </a:cubicBezTo>
                    <a:cubicBezTo>
                      <a:pt x="13" y="2"/>
                      <a:pt x="14" y="0"/>
                      <a:pt x="15" y="0"/>
                    </a:cubicBezTo>
                    <a:cubicBezTo>
                      <a:pt x="17" y="0"/>
                      <a:pt x="18" y="1"/>
                      <a:pt x="19" y="2"/>
                    </a:cubicBezTo>
                    <a:cubicBezTo>
                      <a:pt x="21" y="4"/>
                      <a:pt x="24" y="4"/>
                      <a:pt x="27" y="4"/>
                    </a:cubicBezTo>
                    <a:cubicBezTo>
                      <a:pt x="29" y="3"/>
                      <a:pt x="32" y="3"/>
                      <a:pt x="34" y="5"/>
                    </a:cubicBezTo>
                    <a:cubicBezTo>
                      <a:pt x="35" y="8"/>
                      <a:pt x="32" y="11"/>
                      <a:pt x="34" y="14"/>
                    </a:cubicBezTo>
                    <a:cubicBezTo>
                      <a:pt x="35" y="14"/>
                      <a:pt x="36" y="15"/>
                      <a:pt x="36" y="16"/>
                    </a:cubicBezTo>
                    <a:cubicBezTo>
                      <a:pt x="37" y="17"/>
                      <a:pt x="37" y="18"/>
                      <a:pt x="36" y="20"/>
                    </a:cubicBezTo>
                    <a:cubicBezTo>
                      <a:pt x="36" y="21"/>
                      <a:pt x="34" y="22"/>
                      <a:pt x="34" y="24"/>
                    </a:cubicBezTo>
                    <a:cubicBezTo>
                      <a:pt x="33" y="25"/>
                      <a:pt x="34" y="27"/>
                      <a:pt x="34" y="28"/>
                    </a:cubicBezTo>
                    <a:cubicBezTo>
                      <a:pt x="34" y="30"/>
                      <a:pt x="34" y="32"/>
                      <a:pt x="33" y="33"/>
                    </a:cubicBezTo>
                    <a:cubicBezTo>
                      <a:pt x="32" y="34"/>
                      <a:pt x="30" y="34"/>
                      <a:pt x="28" y="33"/>
                    </a:cubicBezTo>
                    <a:cubicBezTo>
                      <a:pt x="26" y="32"/>
                      <a:pt x="25" y="29"/>
                      <a:pt x="23" y="27"/>
                    </a:cubicBezTo>
                    <a:cubicBezTo>
                      <a:pt x="22" y="25"/>
                      <a:pt x="20" y="25"/>
                      <a:pt x="18" y="23"/>
                    </a:cubicBezTo>
                    <a:cubicBezTo>
                      <a:pt x="16" y="22"/>
                      <a:pt x="15" y="20"/>
                      <a:pt x="13" y="19"/>
                    </a:cubicBezTo>
                    <a:cubicBezTo>
                      <a:pt x="12" y="19"/>
                      <a:pt x="12" y="19"/>
                      <a:pt x="11" y="18"/>
                    </a:cubicBezTo>
                    <a:cubicBezTo>
                      <a:pt x="10" y="17"/>
                      <a:pt x="9" y="16"/>
                      <a:pt x="8" y="15"/>
                    </a:cubicBezTo>
                    <a:cubicBezTo>
                      <a:pt x="7" y="14"/>
                      <a:pt x="6" y="14"/>
                      <a:pt x="5" y="13"/>
                    </a:cubicBezTo>
                    <a:cubicBezTo>
                      <a:pt x="2" y="12"/>
                      <a:pt x="2" y="9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4" name="Freeform 1913">
                <a:extLst>
                  <a:ext uri="{FF2B5EF4-FFF2-40B4-BE49-F238E27FC236}">
                    <a16:creationId xmlns:a16="http://schemas.microsoft.com/office/drawing/2014/main" id="{0EB05352-4A3F-FA4E-802C-7ED336D67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445"/>
                <a:ext cx="29" cy="19"/>
              </a:xfrm>
              <a:custGeom>
                <a:avLst/>
                <a:gdLst>
                  <a:gd name="T0" fmla="*/ 41 w 72"/>
                  <a:gd name="T1" fmla="*/ 39 h 45"/>
                  <a:gd name="T2" fmla="*/ 36 w 72"/>
                  <a:gd name="T3" fmla="*/ 34 h 45"/>
                  <a:gd name="T4" fmla="*/ 34 w 72"/>
                  <a:gd name="T5" fmla="*/ 25 h 45"/>
                  <a:gd name="T6" fmla="*/ 25 w 72"/>
                  <a:gd name="T7" fmla="*/ 19 h 45"/>
                  <a:gd name="T8" fmla="*/ 16 w 72"/>
                  <a:gd name="T9" fmla="*/ 20 h 45"/>
                  <a:gd name="T10" fmla="*/ 5 w 72"/>
                  <a:gd name="T11" fmla="*/ 25 h 45"/>
                  <a:gd name="T12" fmla="*/ 3 w 72"/>
                  <a:gd name="T13" fmla="*/ 25 h 45"/>
                  <a:gd name="T14" fmla="*/ 3 w 72"/>
                  <a:gd name="T15" fmla="*/ 22 h 45"/>
                  <a:gd name="T16" fmla="*/ 0 w 72"/>
                  <a:gd name="T17" fmla="*/ 13 h 45"/>
                  <a:gd name="T18" fmla="*/ 3 w 72"/>
                  <a:gd name="T19" fmla="*/ 6 h 45"/>
                  <a:gd name="T20" fmla="*/ 9 w 72"/>
                  <a:gd name="T21" fmla="*/ 6 h 45"/>
                  <a:gd name="T22" fmla="*/ 17 w 72"/>
                  <a:gd name="T23" fmla="*/ 6 h 45"/>
                  <a:gd name="T24" fmla="*/ 23 w 72"/>
                  <a:gd name="T25" fmla="*/ 4 h 45"/>
                  <a:gd name="T26" fmla="*/ 26 w 72"/>
                  <a:gd name="T27" fmla="*/ 2 h 45"/>
                  <a:gd name="T28" fmla="*/ 30 w 72"/>
                  <a:gd name="T29" fmla="*/ 1 h 45"/>
                  <a:gd name="T30" fmla="*/ 31 w 72"/>
                  <a:gd name="T31" fmla="*/ 3 h 45"/>
                  <a:gd name="T32" fmla="*/ 32 w 72"/>
                  <a:gd name="T33" fmla="*/ 6 h 45"/>
                  <a:gd name="T34" fmla="*/ 38 w 72"/>
                  <a:gd name="T35" fmla="*/ 7 h 45"/>
                  <a:gd name="T36" fmla="*/ 52 w 72"/>
                  <a:gd name="T37" fmla="*/ 13 h 45"/>
                  <a:gd name="T38" fmla="*/ 58 w 72"/>
                  <a:gd name="T39" fmla="*/ 20 h 45"/>
                  <a:gd name="T40" fmla="*/ 61 w 72"/>
                  <a:gd name="T41" fmla="*/ 27 h 45"/>
                  <a:gd name="T42" fmla="*/ 69 w 72"/>
                  <a:gd name="T43" fmla="*/ 30 h 45"/>
                  <a:gd name="T44" fmla="*/ 71 w 72"/>
                  <a:gd name="T45" fmla="*/ 37 h 45"/>
                  <a:gd name="T46" fmla="*/ 69 w 72"/>
                  <a:gd name="T47" fmla="*/ 42 h 45"/>
                  <a:gd name="T48" fmla="*/ 66 w 72"/>
                  <a:gd name="T49" fmla="*/ 42 h 45"/>
                  <a:gd name="T50" fmla="*/ 63 w 72"/>
                  <a:gd name="T51" fmla="*/ 41 h 45"/>
                  <a:gd name="T52" fmla="*/ 61 w 72"/>
                  <a:gd name="T53" fmla="*/ 42 h 45"/>
                  <a:gd name="T54" fmla="*/ 52 w 72"/>
                  <a:gd name="T55" fmla="*/ 43 h 45"/>
                  <a:gd name="T56" fmla="*/ 46 w 72"/>
                  <a:gd name="T57" fmla="*/ 42 h 45"/>
                  <a:gd name="T58" fmla="*/ 41 w 72"/>
                  <a:gd name="T59" fmla="*/ 3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2" h="45">
                    <a:moveTo>
                      <a:pt x="41" y="39"/>
                    </a:moveTo>
                    <a:cubicBezTo>
                      <a:pt x="38" y="38"/>
                      <a:pt x="37" y="37"/>
                      <a:pt x="36" y="34"/>
                    </a:cubicBezTo>
                    <a:cubicBezTo>
                      <a:pt x="35" y="31"/>
                      <a:pt x="36" y="28"/>
                      <a:pt x="34" y="25"/>
                    </a:cubicBezTo>
                    <a:cubicBezTo>
                      <a:pt x="32" y="22"/>
                      <a:pt x="28" y="20"/>
                      <a:pt x="25" y="19"/>
                    </a:cubicBezTo>
                    <a:cubicBezTo>
                      <a:pt x="22" y="18"/>
                      <a:pt x="19" y="19"/>
                      <a:pt x="16" y="20"/>
                    </a:cubicBezTo>
                    <a:cubicBezTo>
                      <a:pt x="12" y="22"/>
                      <a:pt x="8" y="24"/>
                      <a:pt x="5" y="25"/>
                    </a:cubicBezTo>
                    <a:cubicBezTo>
                      <a:pt x="4" y="26"/>
                      <a:pt x="3" y="26"/>
                      <a:pt x="3" y="25"/>
                    </a:cubicBezTo>
                    <a:cubicBezTo>
                      <a:pt x="3" y="24"/>
                      <a:pt x="3" y="23"/>
                      <a:pt x="3" y="22"/>
                    </a:cubicBezTo>
                    <a:cubicBezTo>
                      <a:pt x="3" y="18"/>
                      <a:pt x="1" y="16"/>
                      <a:pt x="0" y="13"/>
                    </a:cubicBezTo>
                    <a:cubicBezTo>
                      <a:pt x="0" y="10"/>
                      <a:pt x="1" y="7"/>
                      <a:pt x="3" y="6"/>
                    </a:cubicBezTo>
                    <a:cubicBezTo>
                      <a:pt x="5" y="6"/>
                      <a:pt x="8" y="6"/>
                      <a:pt x="9" y="6"/>
                    </a:cubicBezTo>
                    <a:cubicBezTo>
                      <a:pt x="12" y="6"/>
                      <a:pt x="15" y="6"/>
                      <a:pt x="17" y="6"/>
                    </a:cubicBezTo>
                    <a:cubicBezTo>
                      <a:pt x="19" y="5"/>
                      <a:pt x="21" y="5"/>
                      <a:pt x="23" y="4"/>
                    </a:cubicBezTo>
                    <a:cubicBezTo>
                      <a:pt x="24" y="4"/>
                      <a:pt x="25" y="3"/>
                      <a:pt x="26" y="2"/>
                    </a:cubicBezTo>
                    <a:cubicBezTo>
                      <a:pt x="27" y="1"/>
                      <a:pt x="29" y="0"/>
                      <a:pt x="30" y="1"/>
                    </a:cubicBezTo>
                    <a:cubicBezTo>
                      <a:pt x="31" y="1"/>
                      <a:pt x="31" y="2"/>
                      <a:pt x="31" y="3"/>
                    </a:cubicBezTo>
                    <a:cubicBezTo>
                      <a:pt x="31" y="4"/>
                      <a:pt x="31" y="5"/>
                      <a:pt x="32" y="6"/>
                    </a:cubicBezTo>
                    <a:cubicBezTo>
                      <a:pt x="34" y="6"/>
                      <a:pt x="36" y="6"/>
                      <a:pt x="38" y="7"/>
                    </a:cubicBezTo>
                    <a:cubicBezTo>
                      <a:pt x="44" y="7"/>
                      <a:pt x="48" y="9"/>
                      <a:pt x="52" y="13"/>
                    </a:cubicBezTo>
                    <a:cubicBezTo>
                      <a:pt x="54" y="15"/>
                      <a:pt x="56" y="17"/>
                      <a:pt x="58" y="20"/>
                    </a:cubicBezTo>
                    <a:cubicBezTo>
                      <a:pt x="59" y="22"/>
                      <a:pt x="60" y="25"/>
                      <a:pt x="61" y="27"/>
                    </a:cubicBezTo>
                    <a:cubicBezTo>
                      <a:pt x="63" y="30"/>
                      <a:pt x="66" y="28"/>
                      <a:pt x="69" y="30"/>
                    </a:cubicBezTo>
                    <a:cubicBezTo>
                      <a:pt x="71" y="32"/>
                      <a:pt x="71" y="35"/>
                      <a:pt x="71" y="37"/>
                    </a:cubicBezTo>
                    <a:cubicBezTo>
                      <a:pt x="72" y="39"/>
                      <a:pt x="71" y="41"/>
                      <a:pt x="69" y="42"/>
                    </a:cubicBezTo>
                    <a:cubicBezTo>
                      <a:pt x="68" y="42"/>
                      <a:pt x="67" y="43"/>
                      <a:pt x="66" y="42"/>
                    </a:cubicBezTo>
                    <a:cubicBezTo>
                      <a:pt x="65" y="42"/>
                      <a:pt x="64" y="41"/>
                      <a:pt x="63" y="41"/>
                    </a:cubicBezTo>
                    <a:cubicBezTo>
                      <a:pt x="62" y="41"/>
                      <a:pt x="62" y="41"/>
                      <a:pt x="61" y="42"/>
                    </a:cubicBezTo>
                    <a:cubicBezTo>
                      <a:pt x="58" y="43"/>
                      <a:pt x="54" y="41"/>
                      <a:pt x="52" y="43"/>
                    </a:cubicBezTo>
                    <a:cubicBezTo>
                      <a:pt x="49" y="44"/>
                      <a:pt x="47" y="45"/>
                      <a:pt x="46" y="42"/>
                    </a:cubicBezTo>
                    <a:cubicBezTo>
                      <a:pt x="44" y="40"/>
                      <a:pt x="43" y="39"/>
                      <a:pt x="41" y="3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5" name="Freeform 1914">
                <a:extLst>
                  <a:ext uri="{FF2B5EF4-FFF2-40B4-BE49-F238E27FC236}">
                    <a16:creationId xmlns:a16="http://schemas.microsoft.com/office/drawing/2014/main" id="{D8931188-600D-2049-90F5-FE5A423BD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481"/>
                <a:ext cx="56" cy="22"/>
              </a:xfrm>
              <a:custGeom>
                <a:avLst/>
                <a:gdLst>
                  <a:gd name="T0" fmla="*/ 140 w 140"/>
                  <a:gd name="T1" fmla="*/ 37 h 55"/>
                  <a:gd name="T2" fmla="*/ 137 w 140"/>
                  <a:gd name="T3" fmla="*/ 34 h 55"/>
                  <a:gd name="T4" fmla="*/ 131 w 140"/>
                  <a:gd name="T5" fmla="*/ 31 h 55"/>
                  <a:gd name="T6" fmla="*/ 124 w 140"/>
                  <a:gd name="T7" fmla="*/ 34 h 55"/>
                  <a:gd name="T8" fmla="*/ 118 w 140"/>
                  <a:gd name="T9" fmla="*/ 35 h 55"/>
                  <a:gd name="T10" fmla="*/ 113 w 140"/>
                  <a:gd name="T11" fmla="*/ 31 h 55"/>
                  <a:gd name="T12" fmla="*/ 112 w 140"/>
                  <a:gd name="T13" fmla="*/ 28 h 55"/>
                  <a:gd name="T14" fmla="*/ 110 w 140"/>
                  <a:gd name="T15" fmla="*/ 21 h 55"/>
                  <a:gd name="T16" fmla="*/ 104 w 140"/>
                  <a:gd name="T17" fmla="*/ 15 h 55"/>
                  <a:gd name="T18" fmla="*/ 97 w 140"/>
                  <a:gd name="T19" fmla="*/ 15 h 55"/>
                  <a:gd name="T20" fmla="*/ 91 w 140"/>
                  <a:gd name="T21" fmla="*/ 18 h 55"/>
                  <a:gd name="T22" fmla="*/ 88 w 140"/>
                  <a:gd name="T23" fmla="*/ 20 h 55"/>
                  <a:gd name="T24" fmla="*/ 86 w 140"/>
                  <a:gd name="T25" fmla="*/ 22 h 55"/>
                  <a:gd name="T26" fmla="*/ 84 w 140"/>
                  <a:gd name="T27" fmla="*/ 24 h 55"/>
                  <a:gd name="T28" fmla="*/ 82 w 140"/>
                  <a:gd name="T29" fmla="*/ 25 h 55"/>
                  <a:gd name="T30" fmla="*/ 75 w 140"/>
                  <a:gd name="T31" fmla="*/ 23 h 55"/>
                  <a:gd name="T32" fmla="*/ 70 w 140"/>
                  <a:gd name="T33" fmla="*/ 20 h 55"/>
                  <a:gd name="T34" fmla="*/ 65 w 140"/>
                  <a:gd name="T35" fmla="*/ 18 h 55"/>
                  <a:gd name="T36" fmla="*/ 60 w 140"/>
                  <a:gd name="T37" fmla="*/ 19 h 55"/>
                  <a:gd name="T38" fmla="*/ 57 w 140"/>
                  <a:gd name="T39" fmla="*/ 21 h 55"/>
                  <a:gd name="T40" fmla="*/ 56 w 140"/>
                  <a:gd name="T41" fmla="*/ 18 h 55"/>
                  <a:gd name="T42" fmla="*/ 42 w 140"/>
                  <a:gd name="T43" fmla="*/ 16 h 55"/>
                  <a:gd name="T44" fmla="*/ 37 w 140"/>
                  <a:gd name="T45" fmla="*/ 10 h 55"/>
                  <a:gd name="T46" fmla="*/ 31 w 140"/>
                  <a:gd name="T47" fmla="*/ 7 h 55"/>
                  <a:gd name="T48" fmla="*/ 26 w 140"/>
                  <a:gd name="T49" fmla="*/ 4 h 55"/>
                  <a:gd name="T50" fmla="*/ 20 w 140"/>
                  <a:gd name="T51" fmla="*/ 1 h 55"/>
                  <a:gd name="T52" fmla="*/ 11 w 140"/>
                  <a:gd name="T53" fmla="*/ 0 h 55"/>
                  <a:gd name="T54" fmla="*/ 5 w 140"/>
                  <a:gd name="T55" fmla="*/ 2 h 55"/>
                  <a:gd name="T56" fmla="*/ 8 w 140"/>
                  <a:gd name="T57" fmla="*/ 12 h 55"/>
                  <a:gd name="T58" fmla="*/ 0 w 140"/>
                  <a:gd name="T59" fmla="*/ 20 h 55"/>
                  <a:gd name="T60" fmla="*/ 8 w 140"/>
                  <a:gd name="T61" fmla="*/ 36 h 55"/>
                  <a:gd name="T62" fmla="*/ 23 w 140"/>
                  <a:gd name="T63" fmla="*/ 36 h 55"/>
                  <a:gd name="T64" fmla="*/ 23 w 140"/>
                  <a:gd name="T65" fmla="*/ 25 h 55"/>
                  <a:gd name="T66" fmla="*/ 70 w 140"/>
                  <a:gd name="T67" fmla="*/ 34 h 55"/>
                  <a:gd name="T68" fmla="*/ 68 w 140"/>
                  <a:gd name="T69" fmla="*/ 44 h 55"/>
                  <a:gd name="T70" fmla="*/ 84 w 140"/>
                  <a:gd name="T71" fmla="*/ 55 h 55"/>
                  <a:gd name="T72" fmla="*/ 94 w 140"/>
                  <a:gd name="T73" fmla="*/ 52 h 55"/>
                  <a:gd name="T74" fmla="*/ 118 w 140"/>
                  <a:gd name="T75" fmla="*/ 45 h 55"/>
                  <a:gd name="T76" fmla="*/ 136 w 140"/>
                  <a:gd name="T77" fmla="*/ 41 h 55"/>
                  <a:gd name="T78" fmla="*/ 140 w 140"/>
                  <a:gd name="T79" fmla="*/ 37 h 55"/>
                  <a:gd name="T80" fmla="*/ 140 w 140"/>
                  <a:gd name="T81" fmla="*/ 3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0" h="55">
                    <a:moveTo>
                      <a:pt x="140" y="37"/>
                    </a:moveTo>
                    <a:cubicBezTo>
                      <a:pt x="139" y="36"/>
                      <a:pt x="138" y="35"/>
                      <a:pt x="137" y="34"/>
                    </a:cubicBezTo>
                    <a:cubicBezTo>
                      <a:pt x="136" y="31"/>
                      <a:pt x="134" y="31"/>
                      <a:pt x="131" y="31"/>
                    </a:cubicBezTo>
                    <a:cubicBezTo>
                      <a:pt x="128" y="31"/>
                      <a:pt x="127" y="33"/>
                      <a:pt x="124" y="34"/>
                    </a:cubicBezTo>
                    <a:cubicBezTo>
                      <a:pt x="123" y="35"/>
                      <a:pt x="120" y="36"/>
                      <a:pt x="118" y="35"/>
                    </a:cubicBezTo>
                    <a:cubicBezTo>
                      <a:pt x="116" y="34"/>
                      <a:pt x="114" y="32"/>
                      <a:pt x="113" y="31"/>
                    </a:cubicBezTo>
                    <a:cubicBezTo>
                      <a:pt x="112" y="30"/>
                      <a:pt x="113" y="29"/>
                      <a:pt x="112" y="28"/>
                    </a:cubicBezTo>
                    <a:cubicBezTo>
                      <a:pt x="112" y="25"/>
                      <a:pt x="111" y="23"/>
                      <a:pt x="110" y="21"/>
                    </a:cubicBezTo>
                    <a:cubicBezTo>
                      <a:pt x="109" y="18"/>
                      <a:pt x="106" y="16"/>
                      <a:pt x="104" y="15"/>
                    </a:cubicBezTo>
                    <a:cubicBezTo>
                      <a:pt x="101" y="14"/>
                      <a:pt x="99" y="13"/>
                      <a:pt x="97" y="15"/>
                    </a:cubicBezTo>
                    <a:cubicBezTo>
                      <a:pt x="95" y="16"/>
                      <a:pt x="93" y="17"/>
                      <a:pt x="91" y="18"/>
                    </a:cubicBezTo>
                    <a:cubicBezTo>
                      <a:pt x="90" y="19"/>
                      <a:pt x="89" y="19"/>
                      <a:pt x="88" y="20"/>
                    </a:cubicBezTo>
                    <a:cubicBezTo>
                      <a:pt x="87" y="20"/>
                      <a:pt x="87" y="21"/>
                      <a:pt x="86" y="22"/>
                    </a:cubicBezTo>
                    <a:cubicBezTo>
                      <a:pt x="86" y="22"/>
                      <a:pt x="84" y="23"/>
                      <a:pt x="84" y="24"/>
                    </a:cubicBezTo>
                    <a:cubicBezTo>
                      <a:pt x="83" y="24"/>
                      <a:pt x="82" y="25"/>
                      <a:pt x="82" y="25"/>
                    </a:cubicBezTo>
                    <a:cubicBezTo>
                      <a:pt x="79" y="27"/>
                      <a:pt x="77" y="25"/>
                      <a:pt x="75" y="23"/>
                    </a:cubicBezTo>
                    <a:cubicBezTo>
                      <a:pt x="73" y="22"/>
                      <a:pt x="72" y="21"/>
                      <a:pt x="70" y="20"/>
                    </a:cubicBezTo>
                    <a:cubicBezTo>
                      <a:pt x="68" y="19"/>
                      <a:pt x="66" y="18"/>
                      <a:pt x="65" y="18"/>
                    </a:cubicBezTo>
                    <a:cubicBezTo>
                      <a:pt x="63" y="18"/>
                      <a:pt x="62" y="18"/>
                      <a:pt x="60" y="19"/>
                    </a:cubicBezTo>
                    <a:cubicBezTo>
                      <a:pt x="59" y="19"/>
                      <a:pt x="58" y="20"/>
                      <a:pt x="57" y="21"/>
                    </a:cubicBezTo>
                    <a:cubicBezTo>
                      <a:pt x="55" y="22"/>
                      <a:pt x="56" y="19"/>
                      <a:pt x="56" y="18"/>
                    </a:cubicBezTo>
                    <a:cubicBezTo>
                      <a:pt x="51" y="17"/>
                      <a:pt x="47" y="19"/>
                      <a:pt x="42" y="16"/>
                    </a:cubicBezTo>
                    <a:cubicBezTo>
                      <a:pt x="40" y="14"/>
                      <a:pt x="39" y="12"/>
                      <a:pt x="37" y="10"/>
                    </a:cubicBezTo>
                    <a:cubicBezTo>
                      <a:pt x="36" y="8"/>
                      <a:pt x="33" y="8"/>
                      <a:pt x="31" y="7"/>
                    </a:cubicBezTo>
                    <a:cubicBezTo>
                      <a:pt x="29" y="7"/>
                      <a:pt x="28" y="5"/>
                      <a:pt x="26" y="4"/>
                    </a:cubicBezTo>
                    <a:cubicBezTo>
                      <a:pt x="24" y="2"/>
                      <a:pt x="22" y="2"/>
                      <a:pt x="20" y="1"/>
                    </a:cubicBezTo>
                    <a:cubicBezTo>
                      <a:pt x="17" y="1"/>
                      <a:pt x="14" y="0"/>
                      <a:pt x="11" y="0"/>
                    </a:cubicBezTo>
                    <a:cubicBezTo>
                      <a:pt x="9" y="0"/>
                      <a:pt x="7" y="1"/>
                      <a:pt x="5" y="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68" y="44"/>
                      <a:pt x="68" y="44"/>
                      <a:pt x="68" y="44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118" y="45"/>
                      <a:pt x="118" y="45"/>
                      <a:pt x="118" y="45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40" y="37"/>
                      <a:pt x="140" y="37"/>
                      <a:pt x="140" y="37"/>
                    </a:cubicBezTo>
                    <a:cubicBezTo>
                      <a:pt x="140" y="37"/>
                      <a:pt x="140" y="37"/>
                      <a:pt x="140" y="3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6" name="Freeform 1915">
                <a:extLst>
                  <a:ext uri="{FF2B5EF4-FFF2-40B4-BE49-F238E27FC236}">
                    <a16:creationId xmlns:a16="http://schemas.microsoft.com/office/drawing/2014/main" id="{7FFAE47D-E016-FC49-A9F0-5BDDBE24FF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31" y="2295"/>
                <a:ext cx="291" cy="277"/>
              </a:xfrm>
              <a:custGeom>
                <a:avLst/>
                <a:gdLst>
                  <a:gd name="T0" fmla="*/ 698 w 715"/>
                  <a:gd name="T1" fmla="*/ 49 h 682"/>
                  <a:gd name="T2" fmla="*/ 668 w 715"/>
                  <a:gd name="T3" fmla="*/ 16 h 682"/>
                  <a:gd name="T4" fmla="*/ 641 w 715"/>
                  <a:gd name="T5" fmla="*/ 6 h 682"/>
                  <a:gd name="T6" fmla="*/ 579 w 715"/>
                  <a:gd name="T7" fmla="*/ 11 h 682"/>
                  <a:gd name="T8" fmla="*/ 558 w 715"/>
                  <a:gd name="T9" fmla="*/ 18 h 682"/>
                  <a:gd name="T10" fmla="*/ 546 w 715"/>
                  <a:gd name="T11" fmla="*/ 13 h 682"/>
                  <a:gd name="T12" fmla="*/ 531 w 715"/>
                  <a:gd name="T13" fmla="*/ 2 h 682"/>
                  <a:gd name="T14" fmla="*/ 499 w 715"/>
                  <a:gd name="T15" fmla="*/ 4 h 682"/>
                  <a:gd name="T16" fmla="*/ 461 w 715"/>
                  <a:gd name="T17" fmla="*/ 17 h 682"/>
                  <a:gd name="T18" fmla="*/ 430 w 715"/>
                  <a:gd name="T19" fmla="*/ 28 h 682"/>
                  <a:gd name="T20" fmla="*/ 407 w 715"/>
                  <a:gd name="T21" fmla="*/ 58 h 682"/>
                  <a:gd name="T22" fmla="*/ 360 w 715"/>
                  <a:gd name="T23" fmla="*/ 86 h 682"/>
                  <a:gd name="T24" fmla="*/ 322 w 715"/>
                  <a:gd name="T25" fmla="*/ 105 h 682"/>
                  <a:gd name="T26" fmla="*/ 303 w 715"/>
                  <a:gd name="T27" fmla="*/ 92 h 682"/>
                  <a:gd name="T28" fmla="*/ 284 w 715"/>
                  <a:gd name="T29" fmla="*/ 98 h 682"/>
                  <a:gd name="T30" fmla="*/ 271 w 715"/>
                  <a:gd name="T31" fmla="*/ 129 h 682"/>
                  <a:gd name="T32" fmla="*/ 255 w 715"/>
                  <a:gd name="T33" fmla="*/ 169 h 682"/>
                  <a:gd name="T34" fmla="*/ 244 w 715"/>
                  <a:gd name="T35" fmla="*/ 200 h 682"/>
                  <a:gd name="T36" fmla="*/ 256 w 715"/>
                  <a:gd name="T37" fmla="*/ 214 h 682"/>
                  <a:gd name="T38" fmla="*/ 200 w 715"/>
                  <a:gd name="T39" fmla="*/ 268 h 682"/>
                  <a:gd name="T40" fmla="*/ 168 w 715"/>
                  <a:gd name="T41" fmla="*/ 345 h 682"/>
                  <a:gd name="T42" fmla="*/ 222 w 715"/>
                  <a:gd name="T43" fmla="*/ 365 h 682"/>
                  <a:gd name="T44" fmla="*/ 281 w 715"/>
                  <a:gd name="T45" fmla="*/ 387 h 682"/>
                  <a:gd name="T46" fmla="*/ 288 w 715"/>
                  <a:gd name="T47" fmla="*/ 423 h 682"/>
                  <a:gd name="T48" fmla="*/ 208 w 715"/>
                  <a:gd name="T49" fmla="*/ 410 h 682"/>
                  <a:gd name="T50" fmla="*/ 184 w 715"/>
                  <a:gd name="T51" fmla="*/ 405 h 682"/>
                  <a:gd name="T52" fmla="*/ 135 w 715"/>
                  <a:gd name="T53" fmla="*/ 426 h 682"/>
                  <a:gd name="T54" fmla="*/ 134 w 715"/>
                  <a:gd name="T55" fmla="*/ 469 h 682"/>
                  <a:gd name="T56" fmla="*/ 57 w 715"/>
                  <a:gd name="T57" fmla="*/ 425 h 682"/>
                  <a:gd name="T58" fmla="*/ 0 w 715"/>
                  <a:gd name="T59" fmla="*/ 419 h 682"/>
                  <a:gd name="T60" fmla="*/ 97 w 715"/>
                  <a:gd name="T61" fmla="*/ 459 h 682"/>
                  <a:gd name="T62" fmla="*/ 212 w 715"/>
                  <a:gd name="T63" fmla="*/ 474 h 682"/>
                  <a:gd name="T64" fmla="*/ 284 w 715"/>
                  <a:gd name="T65" fmla="*/ 498 h 682"/>
                  <a:gd name="T66" fmla="*/ 355 w 715"/>
                  <a:gd name="T67" fmla="*/ 645 h 682"/>
                  <a:gd name="T68" fmla="*/ 413 w 715"/>
                  <a:gd name="T69" fmla="*/ 610 h 682"/>
                  <a:gd name="T70" fmla="*/ 476 w 715"/>
                  <a:gd name="T71" fmla="*/ 453 h 682"/>
                  <a:gd name="T72" fmla="*/ 530 w 715"/>
                  <a:gd name="T73" fmla="*/ 420 h 682"/>
                  <a:gd name="T74" fmla="*/ 648 w 715"/>
                  <a:gd name="T75" fmla="*/ 327 h 682"/>
                  <a:gd name="T76" fmla="*/ 611 w 715"/>
                  <a:gd name="T77" fmla="*/ 223 h 682"/>
                  <a:gd name="T78" fmla="*/ 474 w 715"/>
                  <a:gd name="T79" fmla="*/ 218 h 682"/>
                  <a:gd name="T80" fmla="*/ 449 w 715"/>
                  <a:gd name="T81" fmla="*/ 250 h 682"/>
                  <a:gd name="T82" fmla="*/ 390 w 715"/>
                  <a:gd name="T83" fmla="*/ 284 h 682"/>
                  <a:gd name="T84" fmla="*/ 344 w 715"/>
                  <a:gd name="T85" fmla="*/ 266 h 682"/>
                  <a:gd name="T86" fmla="*/ 309 w 715"/>
                  <a:gd name="T87" fmla="*/ 252 h 682"/>
                  <a:gd name="T88" fmla="*/ 290 w 715"/>
                  <a:gd name="T89" fmla="*/ 231 h 682"/>
                  <a:gd name="T90" fmla="*/ 326 w 715"/>
                  <a:gd name="T91" fmla="*/ 227 h 682"/>
                  <a:gd name="T92" fmla="*/ 347 w 715"/>
                  <a:gd name="T93" fmla="*/ 186 h 682"/>
                  <a:gd name="T94" fmla="*/ 364 w 715"/>
                  <a:gd name="T95" fmla="*/ 232 h 682"/>
                  <a:gd name="T96" fmla="*/ 354 w 715"/>
                  <a:gd name="T97" fmla="*/ 265 h 682"/>
                  <a:gd name="T98" fmla="*/ 408 w 715"/>
                  <a:gd name="T99" fmla="*/ 262 h 682"/>
                  <a:gd name="T100" fmla="*/ 459 w 715"/>
                  <a:gd name="T101" fmla="*/ 211 h 682"/>
                  <a:gd name="T102" fmla="*/ 414 w 715"/>
                  <a:gd name="T103" fmla="*/ 205 h 682"/>
                  <a:gd name="T104" fmla="*/ 375 w 715"/>
                  <a:gd name="T105" fmla="*/ 166 h 682"/>
                  <a:gd name="T106" fmla="*/ 346 w 715"/>
                  <a:gd name="T107" fmla="*/ 144 h 682"/>
                  <a:gd name="T108" fmla="*/ 371 w 715"/>
                  <a:gd name="T109" fmla="*/ 82 h 682"/>
                  <a:gd name="T110" fmla="*/ 396 w 715"/>
                  <a:gd name="T111" fmla="*/ 117 h 682"/>
                  <a:gd name="T112" fmla="*/ 425 w 715"/>
                  <a:gd name="T113" fmla="*/ 139 h 682"/>
                  <a:gd name="T114" fmla="*/ 436 w 715"/>
                  <a:gd name="T115" fmla="*/ 159 h 682"/>
                  <a:gd name="T116" fmla="*/ 436 w 715"/>
                  <a:gd name="T117" fmla="*/ 201 h 682"/>
                  <a:gd name="T118" fmla="*/ 472 w 715"/>
                  <a:gd name="T119" fmla="*/ 211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5" h="682">
                    <a:moveTo>
                      <a:pt x="710" y="75"/>
                    </a:moveTo>
                    <a:cubicBezTo>
                      <a:pt x="708" y="76"/>
                      <a:pt x="706" y="72"/>
                      <a:pt x="705" y="71"/>
                    </a:cubicBezTo>
                    <a:cubicBezTo>
                      <a:pt x="704" y="70"/>
                      <a:pt x="703" y="69"/>
                      <a:pt x="702" y="68"/>
                    </a:cubicBezTo>
                    <a:cubicBezTo>
                      <a:pt x="701" y="68"/>
                      <a:pt x="700" y="68"/>
                      <a:pt x="698" y="67"/>
                    </a:cubicBezTo>
                    <a:cubicBezTo>
                      <a:pt x="696" y="67"/>
                      <a:pt x="695" y="65"/>
                      <a:pt x="694" y="64"/>
                    </a:cubicBezTo>
                    <a:cubicBezTo>
                      <a:pt x="694" y="62"/>
                      <a:pt x="693" y="61"/>
                      <a:pt x="694" y="60"/>
                    </a:cubicBezTo>
                    <a:cubicBezTo>
                      <a:pt x="697" y="57"/>
                      <a:pt x="702" y="56"/>
                      <a:pt x="702" y="52"/>
                    </a:cubicBezTo>
                    <a:cubicBezTo>
                      <a:pt x="702" y="51"/>
                      <a:pt x="702" y="50"/>
                      <a:pt x="702" y="49"/>
                    </a:cubicBezTo>
                    <a:cubicBezTo>
                      <a:pt x="701" y="49"/>
                      <a:pt x="699" y="49"/>
                      <a:pt x="698" y="49"/>
                    </a:cubicBezTo>
                    <a:cubicBezTo>
                      <a:pt x="696" y="49"/>
                      <a:pt x="695" y="49"/>
                      <a:pt x="693" y="49"/>
                    </a:cubicBezTo>
                    <a:cubicBezTo>
                      <a:pt x="691" y="49"/>
                      <a:pt x="690" y="49"/>
                      <a:pt x="689" y="48"/>
                    </a:cubicBezTo>
                    <a:cubicBezTo>
                      <a:pt x="688" y="46"/>
                      <a:pt x="686" y="44"/>
                      <a:pt x="684" y="43"/>
                    </a:cubicBezTo>
                    <a:cubicBezTo>
                      <a:pt x="683" y="42"/>
                      <a:pt x="682" y="43"/>
                      <a:pt x="680" y="43"/>
                    </a:cubicBezTo>
                    <a:cubicBezTo>
                      <a:pt x="676" y="45"/>
                      <a:pt x="672" y="42"/>
                      <a:pt x="671" y="38"/>
                    </a:cubicBezTo>
                    <a:cubicBezTo>
                      <a:pt x="671" y="37"/>
                      <a:pt x="672" y="35"/>
                      <a:pt x="671" y="34"/>
                    </a:cubicBezTo>
                    <a:cubicBezTo>
                      <a:pt x="670" y="33"/>
                      <a:pt x="669" y="32"/>
                      <a:pt x="668" y="31"/>
                    </a:cubicBezTo>
                    <a:cubicBezTo>
                      <a:pt x="666" y="28"/>
                      <a:pt x="667" y="25"/>
                      <a:pt x="667" y="21"/>
                    </a:cubicBezTo>
                    <a:cubicBezTo>
                      <a:pt x="667" y="20"/>
                      <a:pt x="666" y="17"/>
                      <a:pt x="668" y="16"/>
                    </a:cubicBezTo>
                    <a:cubicBezTo>
                      <a:pt x="669" y="15"/>
                      <a:pt x="670" y="15"/>
                      <a:pt x="671" y="13"/>
                    </a:cubicBezTo>
                    <a:cubicBezTo>
                      <a:pt x="672" y="12"/>
                      <a:pt x="671" y="10"/>
                      <a:pt x="669" y="9"/>
                    </a:cubicBezTo>
                    <a:cubicBezTo>
                      <a:pt x="668" y="8"/>
                      <a:pt x="666" y="9"/>
                      <a:pt x="665" y="8"/>
                    </a:cubicBezTo>
                    <a:cubicBezTo>
                      <a:pt x="663" y="6"/>
                      <a:pt x="661" y="0"/>
                      <a:pt x="658" y="4"/>
                    </a:cubicBezTo>
                    <a:cubicBezTo>
                      <a:pt x="657" y="5"/>
                      <a:pt x="656" y="7"/>
                      <a:pt x="655" y="8"/>
                    </a:cubicBezTo>
                    <a:cubicBezTo>
                      <a:pt x="654" y="8"/>
                      <a:pt x="653" y="8"/>
                      <a:pt x="652" y="8"/>
                    </a:cubicBezTo>
                    <a:cubicBezTo>
                      <a:pt x="650" y="8"/>
                      <a:pt x="650" y="9"/>
                      <a:pt x="648" y="9"/>
                    </a:cubicBezTo>
                    <a:cubicBezTo>
                      <a:pt x="647" y="8"/>
                      <a:pt x="646" y="8"/>
                      <a:pt x="645" y="7"/>
                    </a:cubicBezTo>
                    <a:cubicBezTo>
                      <a:pt x="643" y="7"/>
                      <a:pt x="642" y="7"/>
                      <a:pt x="641" y="6"/>
                    </a:cubicBezTo>
                    <a:cubicBezTo>
                      <a:pt x="639" y="6"/>
                      <a:pt x="637" y="4"/>
                      <a:pt x="635" y="4"/>
                    </a:cubicBezTo>
                    <a:cubicBezTo>
                      <a:pt x="634" y="4"/>
                      <a:pt x="633" y="5"/>
                      <a:pt x="632" y="5"/>
                    </a:cubicBezTo>
                    <a:cubicBezTo>
                      <a:pt x="629" y="7"/>
                      <a:pt x="626" y="6"/>
                      <a:pt x="623" y="6"/>
                    </a:cubicBezTo>
                    <a:cubicBezTo>
                      <a:pt x="619" y="6"/>
                      <a:pt x="615" y="7"/>
                      <a:pt x="611" y="7"/>
                    </a:cubicBezTo>
                    <a:cubicBezTo>
                      <a:pt x="609" y="7"/>
                      <a:pt x="608" y="7"/>
                      <a:pt x="606" y="7"/>
                    </a:cubicBezTo>
                    <a:cubicBezTo>
                      <a:pt x="604" y="7"/>
                      <a:pt x="601" y="7"/>
                      <a:pt x="599" y="8"/>
                    </a:cubicBezTo>
                    <a:cubicBezTo>
                      <a:pt x="597" y="8"/>
                      <a:pt x="594" y="8"/>
                      <a:pt x="592" y="8"/>
                    </a:cubicBezTo>
                    <a:cubicBezTo>
                      <a:pt x="590" y="8"/>
                      <a:pt x="589" y="7"/>
                      <a:pt x="588" y="8"/>
                    </a:cubicBezTo>
                    <a:cubicBezTo>
                      <a:pt x="585" y="9"/>
                      <a:pt x="582" y="10"/>
                      <a:pt x="579" y="11"/>
                    </a:cubicBezTo>
                    <a:cubicBezTo>
                      <a:pt x="576" y="11"/>
                      <a:pt x="574" y="12"/>
                      <a:pt x="572" y="10"/>
                    </a:cubicBezTo>
                    <a:cubicBezTo>
                      <a:pt x="571" y="9"/>
                      <a:pt x="570" y="8"/>
                      <a:pt x="569" y="7"/>
                    </a:cubicBezTo>
                    <a:cubicBezTo>
                      <a:pt x="568" y="7"/>
                      <a:pt x="567" y="7"/>
                      <a:pt x="566" y="7"/>
                    </a:cubicBezTo>
                    <a:cubicBezTo>
                      <a:pt x="565" y="7"/>
                      <a:pt x="565" y="7"/>
                      <a:pt x="564" y="6"/>
                    </a:cubicBezTo>
                    <a:cubicBezTo>
                      <a:pt x="563" y="5"/>
                      <a:pt x="563" y="4"/>
                      <a:pt x="562" y="4"/>
                    </a:cubicBezTo>
                    <a:cubicBezTo>
                      <a:pt x="561" y="4"/>
                      <a:pt x="560" y="4"/>
                      <a:pt x="559" y="4"/>
                    </a:cubicBezTo>
                    <a:cubicBezTo>
                      <a:pt x="558" y="5"/>
                      <a:pt x="559" y="6"/>
                      <a:pt x="559" y="7"/>
                    </a:cubicBezTo>
                    <a:cubicBezTo>
                      <a:pt x="561" y="9"/>
                      <a:pt x="564" y="12"/>
                      <a:pt x="562" y="14"/>
                    </a:cubicBezTo>
                    <a:cubicBezTo>
                      <a:pt x="561" y="15"/>
                      <a:pt x="558" y="16"/>
                      <a:pt x="558" y="18"/>
                    </a:cubicBezTo>
                    <a:cubicBezTo>
                      <a:pt x="558" y="20"/>
                      <a:pt x="563" y="19"/>
                      <a:pt x="562" y="22"/>
                    </a:cubicBezTo>
                    <a:cubicBezTo>
                      <a:pt x="561" y="24"/>
                      <a:pt x="560" y="25"/>
                      <a:pt x="558" y="25"/>
                    </a:cubicBezTo>
                    <a:cubicBezTo>
                      <a:pt x="557" y="25"/>
                      <a:pt x="556" y="24"/>
                      <a:pt x="556" y="23"/>
                    </a:cubicBezTo>
                    <a:cubicBezTo>
                      <a:pt x="555" y="22"/>
                      <a:pt x="555" y="21"/>
                      <a:pt x="554" y="20"/>
                    </a:cubicBezTo>
                    <a:cubicBezTo>
                      <a:pt x="554" y="20"/>
                      <a:pt x="553" y="20"/>
                      <a:pt x="552" y="21"/>
                    </a:cubicBezTo>
                    <a:cubicBezTo>
                      <a:pt x="552" y="21"/>
                      <a:pt x="551" y="21"/>
                      <a:pt x="551" y="21"/>
                    </a:cubicBezTo>
                    <a:cubicBezTo>
                      <a:pt x="549" y="21"/>
                      <a:pt x="548" y="21"/>
                      <a:pt x="547" y="20"/>
                    </a:cubicBezTo>
                    <a:cubicBezTo>
                      <a:pt x="547" y="19"/>
                      <a:pt x="547" y="18"/>
                      <a:pt x="546" y="17"/>
                    </a:cubicBezTo>
                    <a:cubicBezTo>
                      <a:pt x="546" y="16"/>
                      <a:pt x="546" y="15"/>
                      <a:pt x="546" y="13"/>
                    </a:cubicBezTo>
                    <a:cubicBezTo>
                      <a:pt x="546" y="12"/>
                      <a:pt x="546" y="11"/>
                      <a:pt x="546" y="10"/>
                    </a:cubicBezTo>
                    <a:cubicBezTo>
                      <a:pt x="546" y="7"/>
                      <a:pt x="549" y="6"/>
                      <a:pt x="549" y="4"/>
                    </a:cubicBezTo>
                    <a:cubicBezTo>
                      <a:pt x="549" y="2"/>
                      <a:pt x="549" y="1"/>
                      <a:pt x="547" y="1"/>
                    </a:cubicBezTo>
                    <a:cubicBezTo>
                      <a:pt x="546" y="1"/>
                      <a:pt x="544" y="2"/>
                      <a:pt x="543" y="3"/>
                    </a:cubicBezTo>
                    <a:cubicBezTo>
                      <a:pt x="542" y="4"/>
                      <a:pt x="541" y="5"/>
                      <a:pt x="540" y="5"/>
                    </a:cubicBezTo>
                    <a:cubicBezTo>
                      <a:pt x="539" y="4"/>
                      <a:pt x="539" y="4"/>
                      <a:pt x="538" y="3"/>
                    </a:cubicBezTo>
                    <a:cubicBezTo>
                      <a:pt x="538" y="3"/>
                      <a:pt x="537" y="2"/>
                      <a:pt x="536" y="2"/>
                    </a:cubicBezTo>
                    <a:cubicBezTo>
                      <a:pt x="536" y="2"/>
                      <a:pt x="535" y="2"/>
                      <a:pt x="535" y="2"/>
                    </a:cubicBezTo>
                    <a:cubicBezTo>
                      <a:pt x="533" y="2"/>
                      <a:pt x="532" y="2"/>
                      <a:pt x="531" y="2"/>
                    </a:cubicBezTo>
                    <a:cubicBezTo>
                      <a:pt x="530" y="2"/>
                      <a:pt x="530" y="2"/>
                      <a:pt x="528" y="2"/>
                    </a:cubicBezTo>
                    <a:cubicBezTo>
                      <a:pt x="527" y="2"/>
                      <a:pt x="526" y="2"/>
                      <a:pt x="524" y="2"/>
                    </a:cubicBezTo>
                    <a:cubicBezTo>
                      <a:pt x="523" y="2"/>
                      <a:pt x="521" y="2"/>
                      <a:pt x="520" y="2"/>
                    </a:cubicBezTo>
                    <a:cubicBezTo>
                      <a:pt x="519" y="2"/>
                      <a:pt x="518" y="2"/>
                      <a:pt x="517" y="2"/>
                    </a:cubicBezTo>
                    <a:cubicBezTo>
                      <a:pt x="516" y="2"/>
                      <a:pt x="515" y="2"/>
                      <a:pt x="514" y="2"/>
                    </a:cubicBezTo>
                    <a:cubicBezTo>
                      <a:pt x="513" y="2"/>
                      <a:pt x="511" y="2"/>
                      <a:pt x="509" y="2"/>
                    </a:cubicBezTo>
                    <a:cubicBezTo>
                      <a:pt x="508" y="2"/>
                      <a:pt x="507" y="2"/>
                      <a:pt x="506" y="3"/>
                    </a:cubicBezTo>
                    <a:cubicBezTo>
                      <a:pt x="505" y="3"/>
                      <a:pt x="504" y="3"/>
                      <a:pt x="503" y="3"/>
                    </a:cubicBezTo>
                    <a:cubicBezTo>
                      <a:pt x="502" y="3"/>
                      <a:pt x="501" y="4"/>
                      <a:pt x="499" y="4"/>
                    </a:cubicBezTo>
                    <a:cubicBezTo>
                      <a:pt x="497" y="5"/>
                      <a:pt x="496" y="6"/>
                      <a:pt x="494" y="6"/>
                    </a:cubicBezTo>
                    <a:cubicBezTo>
                      <a:pt x="491" y="8"/>
                      <a:pt x="488" y="9"/>
                      <a:pt x="486" y="11"/>
                    </a:cubicBezTo>
                    <a:cubicBezTo>
                      <a:pt x="484" y="12"/>
                      <a:pt x="483" y="12"/>
                      <a:pt x="481" y="12"/>
                    </a:cubicBezTo>
                    <a:cubicBezTo>
                      <a:pt x="480" y="12"/>
                      <a:pt x="479" y="13"/>
                      <a:pt x="478" y="13"/>
                    </a:cubicBezTo>
                    <a:cubicBezTo>
                      <a:pt x="477" y="13"/>
                      <a:pt x="477" y="14"/>
                      <a:pt x="476" y="14"/>
                    </a:cubicBezTo>
                    <a:cubicBezTo>
                      <a:pt x="474" y="14"/>
                      <a:pt x="472" y="15"/>
                      <a:pt x="470" y="16"/>
                    </a:cubicBezTo>
                    <a:cubicBezTo>
                      <a:pt x="469" y="16"/>
                      <a:pt x="468" y="16"/>
                      <a:pt x="467" y="17"/>
                    </a:cubicBezTo>
                    <a:cubicBezTo>
                      <a:pt x="466" y="17"/>
                      <a:pt x="465" y="17"/>
                      <a:pt x="464" y="17"/>
                    </a:cubicBezTo>
                    <a:cubicBezTo>
                      <a:pt x="463" y="17"/>
                      <a:pt x="462" y="17"/>
                      <a:pt x="461" y="17"/>
                    </a:cubicBezTo>
                    <a:cubicBezTo>
                      <a:pt x="460" y="17"/>
                      <a:pt x="459" y="17"/>
                      <a:pt x="458" y="17"/>
                    </a:cubicBezTo>
                    <a:cubicBezTo>
                      <a:pt x="456" y="18"/>
                      <a:pt x="455" y="18"/>
                      <a:pt x="454" y="19"/>
                    </a:cubicBezTo>
                    <a:cubicBezTo>
                      <a:pt x="453" y="19"/>
                      <a:pt x="453" y="20"/>
                      <a:pt x="452" y="20"/>
                    </a:cubicBezTo>
                    <a:cubicBezTo>
                      <a:pt x="451" y="20"/>
                      <a:pt x="450" y="20"/>
                      <a:pt x="449" y="21"/>
                    </a:cubicBezTo>
                    <a:cubicBezTo>
                      <a:pt x="448" y="21"/>
                      <a:pt x="446" y="21"/>
                      <a:pt x="445" y="21"/>
                    </a:cubicBezTo>
                    <a:cubicBezTo>
                      <a:pt x="444" y="21"/>
                      <a:pt x="443" y="22"/>
                      <a:pt x="442" y="22"/>
                    </a:cubicBezTo>
                    <a:cubicBezTo>
                      <a:pt x="440" y="22"/>
                      <a:pt x="440" y="23"/>
                      <a:pt x="439" y="24"/>
                    </a:cubicBezTo>
                    <a:cubicBezTo>
                      <a:pt x="437" y="25"/>
                      <a:pt x="435" y="25"/>
                      <a:pt x="434" y="26"/>
                    </a:cubicBezTo>
                    <a:cubicBezTo>
                      <a:pt x="432" y="26"/>
                      <a:pt x="431" y="27"/>
                      <a:pt x="430" y="28"/>
                    </a:cubicBezTo>
                    <a:cubicBezTo>
                      <a:pt x="429" y="29"/>
                      <a:pt x="428" y="30"/>
                      <a:pt x="427" y="31"/>
                    </a:cubicBezTo>
                    <a:cubicBezTo>
                      <a:pt x="425" y="32"/>
                      <a:pt x="424" y="32"/>
                      <a:pt x="423" y="33"/>
                    </a:cubicBezTo>
                    <a:cubicBezTo>
                      <a:pt x="422" y="34"/>
                      <a:pt x="421" y="35"/>
                      <a:pt x="420" y="37"/>
                    </a:cubicBezTo>
                    <a:cubicBezTo>
                      <a:pt x="420" y="38"/>
                      <a:pt x="419" y="39"/>
                      <a:pt x="418" y="40"/>
                    </a:cubicBezTo>
                    <a:cubicBezTo>
                      <a:pt x="417" y="42"/>
                      <a:pt x="416" y="43"/>
                      <a:pt x="415" y="45"/>
                    </a:cubicBezTo>
                    <a:cubicBezTo>
                      <a:pt x="414" y="45"/>
                      <a:pt x="413" y="46"/>
                      <a:pt x="412" y="47"/>
                    </a:cubicBezTo>
                    <a:cubicBezTo>
                      <a:pt x="412" y="48"/>
                      <a:pt x="411" y="49"/>
                      <a:pt x="411" y="50"/>
                    </a:cubicBezTo>
                    <a:cubicBezTo>
                      <a:pt x="410" y="51"/>
                      <a:pt x="410" y="53"/>
                      <a:pt x="409" y="54"/>
                    </a:cubicBezTo>
                    <a:cubicBezTo>
                      <a:pt x="408" y="55"/>
                      <a:pt x="407" y="57"/>
                      <a:pt x="407" y="58"/>
                    </a:cubicBezTo>
                    <a:cubicBezTo>
                      <a:pt x="405" y="61"/>
                      <a:pt x="405" y="64"/>
                      <a:pt x="403" y="65"/>
                    </a:cubicBezTo>
                    <a:cubicBezTo>
                      <a:pt x="401" y="67"/>
                      <a:pt x="398" y="67"/>
                      <a:pt x="397" y="69"/>
                    </a:cubicBezTo>
                    <a:cubicBezTo>
                      <a:pt x="396" y="69"/>
                      <a:pt x="395" y="70"/>
                      <a:pt x="394" y="70"/>
                    </a:cubicBezTo>
                    <a:cubicBezTo>
                      <a:pt x="391" y="72"/>
                      <a:pt x="387" y="72"/>
                      <a:pt x="384" y="73"/>
                    </a:cubicBezTo>
                    <a:cubicBezTo>
                      <a:pt x="382" y="74"/>
                      <a:pt x="380" y="75"/>
                      <a:pt x="378" y="76"/>
                    </a:cubicBezTo>
                    <a:cubicBezTo>
                      <a:pt x="376" y="77"/>
                      <a:pt x="374" y="78"/>
                      <a:pt x="372" y="79"/>
                    </a:cubicBezTo>
                    <a:cubicBezTo>
                      <a:pt x="371" y="80"/>
                      <a:pt x="369" y="80"/>
                      <a:pt x="368" y="81"/>
                    </a:cubicBezTo>
                    <a:cubicBezTo>
                      <a:pt x="367" y="82"/>
                      <a:pt x="365" y="82"/>
                      <a:pt x="364" y="83"/>
                    </a:cubicBezTo>
                    <a:cubicBezTo>
                      <a:pt x="362" y="84"/>
                      <a:pt x="361" y="85"/>
                      <a:pt x="360" y="86"/>
                    </a:cubicBezTo>
                    <a:cubicBezTo>
                      <a:pt x="358" y="87"/>
                      <a:pt x="356" y="87"/>
                      <a:pt x="355" y="88"/>
                    </a:cubicBezTo>
                    <a:cubicBezTo>
                      <a:pt x="353" y="89"/>
                      <a:pt x="352" y="91"/>
                      <a:pt x="350" y="92"/>
                    </a:cubicBezTo>
                    <a:cubicBezTo>
                      <a:pt x="348" y="92"/>
                      <a:pt x="347" y="93"/>
                      <a:pt x="345" y="94"/>
                    </a:cubicBezTo>
                    <a:cubicBezTo>
                      <a:pt x="343" y="96"/>
                      <a:pt x="340" y="97"/>
                      <a:pt x="337" y="97"/>
                    </a:cubicBezTo>
                    <a:cubicBezTo>
                      <a:pt x="336" y="97"/>
                      <a:pt x="334" y="97"/>
                      <a:pt x="333" y="97"/>
                    </a:cubicBezTo>
                    <a:cubicBezTo>
                      <a:pt x="331" y="97"/>
                      <a:pt x="329" y="97"/>
                      <a:pt x="328" y="97"/>
                    </a:cubicBezTo>
                    <a:cubicBezTo>
                      <a:pt x="326" y="97"/>
                      <a:pt x="325" y="98"/>
                      <a:pt x="325" y="99"/>
                    </a:cubicBezTo>
                    <a:cubicBezTo>
                      <a:pt x="324" y="100"/>
                      <a:pt x="325" y="101"/>
                      <a:pt x="324" y="102"/>
                    </a:cubicBezTo>
                    <a:cubicBezTo>
                      <a:pt x="324" y="104"/>
                      <a:pt x="323" y="104"/>
                      <a:pt x="322" y="105"/>
                    </a:cubicBezTo>
                    <a:cubicBezTo>
                      <a:pt x="320" y="105"/>
                      <a:pt x="319" y="106"/>
                      <a:pt x="318" y="106"/>
                    </a:cubicBezTo>
                    <a:cubicBezTo>
                      <a:pt x="317" y="106"/>
                      <a:pt x="316" y="106"/>
                      <a:pt x="314" y="106"/>
                    </a:cubicBezTo>
                    <a:cubicBezTo>
                      <a:pt x="313" y="105"/>
                      <a:pt x="311" y="105"/>
                      <a:pt x="309" y="104"/>
                    </a:cubicBezTo>
                    <a:cubicBezTo>
                      <a:pt x="308" y="104"/>
                      <a:pt x="308" y="103"/>
                      <a:pt x="308" y="102"/>
                    </a:cubicBezTo>
                    <a:cubicBezTo>
                      <a:pt x="308" y="102"/>
                      <a:pt x="308" y="101"/>
                      <a:pt x="307" y="101"/>
                    </a:cubicBezTo>
                    <a:cubicBezTo>
                      <a:pt x="306" y="101"/>
                      <a:pt x="305" y="100"/>
                      <a:pt x="305" y="100"/>
                    </a:cubicBezTo>
                    <a:cubicBezTo>
                      <a:pt x="305" y="99"/>
                      <a:pt x="305" y="98"/>
                      <a:pt x="305" y="97"/>
                    </a:cubicBezTo>
                    <a:cubicBezTo>
                      <a:pt x="304" y="96"/>
                      <a:pt x="302" y="96"/>
                      <a:pt x="301" y="94"/>
                    </a:cubicBezTo>
                    <a:cubicBezTo>
                      <a:pt x="301" y="93"/>
                      <a:pt x="302" y="92"/>
                      <a:pt x="303" y="92"/>
                    </a:cubicBezTo>
                    <a:cubicBezTo>
                      <a:pt x="303" y="92"/>
                      <a:pt x="304" y="92"/>
                      <a:pt x="305" y="91"/>
                    </a:cubicBezTo>
                    <a:cubicBezTo>
                      <a:pt x="306" y="91"/>
                      <a:pt x="307" y="89"/>
                      <a:pt x="307" y="88"/>
                    </a:cubicBezTo>
                    <a:cubicBezTo>
                      <a:pt x="307" y="86"/>
                      <a:pt x="307" y="84"/>
                      <a:pt x="306" y="82"/>
                    </a:cubicBezTo>
                    <a:cubicBezTo>
                      <a:pt x="304" y="80"/>
                      <a:pt x="302" y="84"/>
                      <a:pt x="301" y="85"/>
                    </a:cubicBezTo>
                    <a:cubicBezTo>
                      <a:pt x="300" y="86"/>
                      <a:pt x="299" y="87"/>
                      <a:pt x="298" y="86"/>
                    </a:cubicBezTo>
                    <a:cubicBezTo>
                      <a:pt x="297" y="86"/>
                      <a:pt x="297" y="85"/>
                      <a:pt x="296" y="84"/>
                    </a:cubicBezTo>
                    <a:cubicBezTo>
                      <a:pt x="295" y="81"/>
                      <a:pt x="291" y="85"/>
                      <a:pt x="289" y="86"/>
                    </a:cubicBezTo>
                    <a:cubicBezTo>
                      <a:pt x="287" y="88"/>
                      <a:pt x="286" y="91"/>
                      <a:pt x="285" y="94"/>
                    </a:cubicBezTo>
                    <a:cubicBezTo>
                      <a:pt x="285" y="95"/>
                      <a:pt x="285" y="97"/>
                      <a:pt x="284" y="98"/>
                    </a:cubicBezTo>
                    <a:cubicBezTo>
                      <a:pt x="284" y="99"/>
                      <a:pt x="283" y="100"/>
                      <a:pt x="282" y="101"/>
                    </a:cubicBezTo>
                    <a:cubicBezTo>
                      <a:pt x="281" y="104"/>
                      <a:pt x="282" y="107"/>
                      <a:pt x="279" y="109"/>
                    </a:cubicBezTo>
                    <a:cubicBezTo>
                      <a:pt x="278" y="110"/>
                      <a:pt x="277" y="111"/>
                      <a:pt x="277" y="112"/>
                    </a:cubicBezTo>
                    <a:cubicBezTo>
                      <a:pt x="277" y="113"/>
                      <a:pt x="277" y="114"/>
                      <a:pt x="276" y="115"/>
                    </a:cubicBezTo>
                    <a:cubicBezTo>
                      <a:pt x="276" y="116"/>
                      <a:pt x="276" y="117"/>
                      <a:pt x="276" y="117"/>
                    </a:cubicBezTo>
                    <a:cubicBezTo>
                      <a:pt x="276" y="119"/>
                      <a:pt x="275" y="121"/>
                      <a:pt x="274" y="122"/>
                    </a:cubicBezTo>
                    <a:cubicBezTo>
                      <a:pt x="274" y="123"/>
                      <a:pt x="274" y="124"/>
                      <a:pt x="274" y="125"/>
                    </a:cubicBezTo>
                    <a:cubicBezTo>
                      <a:pt x="273" y="126"/>
                      <a:pt x="273" y="126"/>
                      <a:pt x="273" y="127"/>
                    </a:cubicBezTo>
                    <a:cubicBezTo>
                      <a:pt x="272" y="128"/>
                      <a:pt x="271" y="128"/>
                      <a:pt x="271" y="129"/>
                    </a:cubicBezTo>
                    <a:cubicBezTo>
                      <a:pt x="268" y="130"/>
                      <a:pt x="264" y="127"/>
                      <a:pt x="263" y="131"/>
                    </a:cubicBezTo>
                    <a:cubicBezTo>
                      <a:pt x="263" y="134"/>
                      <a:pt x="263" y="136"/>
                      <a:pt x="263" y="139"/>
                    </a:cubicBezTo>
                    <a:cubicBezTo>
                      <a:pt x="263" y="141"/>
                      <a:pt x="263" y="143"/>
                      <a:pt x="263" y="145"/>
                    </a:cubicBezTo>
                    <a:cubicBezTo>
                      <a:pt x="262" y="146"/>
                      <a:pt x="262" y="147"/>
                      <a:pt x="260" y="148"/>
                    </a:cubicBezTo>
                    <a:cubicBezTo>
                      <a:pt x="259" y="149"/>
                      <a:pt x="259" y="150"/>
                      <a:pt x="258" y="151"/>
                    </a:cubicBezTo>
                    <a:cubicBezTo>
                      <a:pt x="258" y="153"/>
                      <a:pt x="257" y="154"/>
                      <a:pt x="257" y="156"/>
                    </a:cubicBezTo>
                    <a:cubicBezTo>
                      <a:pt x="257" y="158"/>
                      <a:pt x="257" y="159"/>
                      <a:pt x="257" y="161"/>
                    </a:cubicBezTo>
                    <a:cubicBezTo>
                      <a:pt x="256" y="162"/>
                      <a:pt x="256" y="164"/>
                      <a:pt x="256" y="165"/>
                    </a:cubicBezTo>
                    <a:cubicBezTo>
                      <a:pt x="255" y="166"/>
                      <a:pt x="255" y="168"/>
                      <a:pt x="255" y="169"/>
                    </a:cubicBezTo>
                    <a:cubicBezTo>
                      <a:pt x="254" y="170"/>
                      <a:pt x="253" y="171"/>
                      <a:pt x="253" y="173"/>
                    </a:cubicBezTo>
                    <a:cubicBezTo>
                      <a:pt x="251" y="175"/>
                      <a:pt x="252" y="177"/>
                      <a:pt x="251" y="179"/>
                    </a:cubicBezTo>
                    <a:cubicBezTo>
                      <a:pt x="250" y="180"/>
                      <a:pt x="250" y="181"/>
                      <a:pt x="250" y="182"/>
                    </a:cubicBezTo>
                    <a:cubicBezTo>
                      <a:pt x="250" y="184"/>
                      <a:pt x="250" y="185"/>
                      <a:pt x="250" y="187"/>
                    </a:cubicBezTo>
                    <a:cubicBezTo>
                      <a:pt x="250" y="188"/>
                      <a:pt x="250" y="190"/>
                      <a:pt x="249" y="190"/>
                    </a:cubicBezTo>
                    <a:cubicBezTo>
                      <a:pt x="248" y="190"/>
                      <a:pt x="248" y="191"/>
                      <a:pt x="247" y="191"/>
                    </a:cubicBezTo>
                    <a:cubicBezTo>
                      <a:pt x="247" y="191"/>
                      <a:pt x="247" y="192"/>
                      <a:pt x="246" y="192"/>
                    </a:cubicBezTo>
                    <a:cubicBezTo>
                      <a:pt x="245" y="194"/>
                      <a:pt x="245" y="196"/>
                      <a:pt x="245" y="198"/>
                    </a:cubicBezTo>
                    <a:cubicBezTo>
                      <a:pt x="245" y="199"/>
                      <a:pt x="244" y="200"/>
                      <a:pt x="244" y="200"/>
                    </a:cubicBezTo>
                    <a:cubicBezTo>
                      <a:pt x="244" y="201"/>
                      <a:pt x="244" y="202"/>
                      <a:pt x="244" y="203"/>
                    </a:cubicBezTo>
                    <a:cubicBezTo>
                      <a:pt x="244" y="204"/>
                      <a:pt x="244" y="205"/>
                      <a:pt x="244" y="206"/>
                    </a:cubicBezTo>
                    <a:cubicBezTo>
                      <a:pt x="248" y="208"/>
                      <a:pt x="253" y="211"/>
                      <a:pt x="258" y="212"/>
                    </a:cubicBezTo>
                    <a:cubicBezTo>
                      <a:pt x="259" y="213"/>
                      <a:pt x="261" y="214"/>
                      <a:pt x="263" y="215"/>
                    </a:cubicBezTo>
                    <a:cubicBezTo>
                      <a:pt x="265" y="216"/>
                      <a:pt x="267" y="217"/>
                      <a:pt x="268" y="219"/>
                    </a:cubicBezTo>
                    <a:cubicBezTo>
                      <a:pt x="269" y="220"/>
                      <a:pt x="271" y="222"/>
                      <a:pt x="272" y="224"/>
                    </a:cubicBezTo>
                    <a:cubicBezTo>
                      <a:pt x="273" y="225"/>
                      <a:pt x="271" y="223"/>
                      <a:pt x="270" y="223"/>
                    </a:cubicBezTo>
                    <a:cubicBezTo>
                      <a:pt x="267" y="221"/>
                      <a:pt x="265" y="217"/>
                      <a:pt x="261" y="216"/>
                    </a:cubicBezTo>
                    <a:cubicBezTo>
                      <a:pt x="260" y="215"/>
                      <a:pt x="258" y="215"/>
                      <a:pt x="256" y="214"/>
                    </a:cubicBezTo>
                    <a:cubicBezTo>
                      <a:pt x="254" y="214"/>
                      <a:pt x="252" y="213"/>
                      <a:pt x="250" y="212"/>
                    </a:cubicBezTo>
                    <a:cubicBezTo>
                      <a:pt x="246" y="211"/>
                      <a:pt x="243" y="211"/>
                      <a:pt x="239" y="213"/>
                    </a:cubicBezTo>
                    <a:cubicBezTo>
                      <a:pt x="235" y="216"/>
                      <a:pt x="235" y="220"/>
                      <a:pt x="233" y="224"/>
                    </a:cubicBezTo>
                    <a:cubicBezTo>
                      <a:pt x="231" y="227"/>
                      <a:pt x="230" y="229"/>
                      <a:pt x="228" y="231"/>
                    </a:cubicBezTo>
                    <a:cubicBezTo>
                      <a:pt x="226" y="233"/>
                      <a:pt x="224" y="236"/>
                      <a:pt x="222" y="239"/>
                    </a:cubicBezTo>
                    <a:cubicBezTo>
                      <a:pt x="220" y="243"/>
                      <a:pt x="218" y="247"/>
                      <a:pt x="215" y="251"/>
                    </a:cubicBezTo>
                    <a:cubicBezTo>
                      <a:pt x="213" y="255"/>
                      <a:pt x="210" y="258"/>
                      <a:pt x="207" y="261"/>
                    </a:cubicBezTo>
                    <a:cubicBezTo>
                      <a:pt x="206" y="262"/>
                      <a:pt x="205" y="263"/>
                      <a:pt x="203" y="264"/>
                    </a:cubicBezTo>
                    <a:cubicBezTo>
                      <a:pt x="202" y="265"/>
                      <a:pt x="201" y="267"/>
                      <a:pt x="200" y="268"/>
                    </a:cubicBezTo>
                    <a:cubicBezTo>
                      <a:pt x="199" y="270"/>
                      <a:pt x="197" y="272"/>
                      <a:pt x="196" y="274"/>
                    </a:cubicBezTo>
                    <a:cubicBezTo>
                      <a:pt x="193" y="276"/>
                      <a:pt x="191" y="278"/>
                      <a:pt x="189" y="280"/>
                    </a:cubicBezTo>
                    <a:cubicBezTo>
                      <a:pt x="185" y="285"/>
                      <a:pt x="181" y="291"/>
                      <a:pt x="175" y="294"/>
                    </a:cubicBezTo>
                    <a:cubicBezTo>
                      <a:pt x="172" y="295"/>
                      <a:pt x="169" y="296"/>
                      <a:pt x="166" y="298"/>
                    </a:cubicBezTo>
                    <a:cubicBezTo>
                      <a:pt x="163" y="300"/>
                      <a:pt x="161" y="302"/>
                      <a:pt x="158" y="304"/>
                    </a:cubicBezTo>
                    <a:cubicBezTo>
                      <a:pt x="153" y="309"/>
                      <a:pt x="146" y="312"/>
                      <a:pt x="143" y="318"/>
                    </a:cubicBezTo>
                    <a:cubicBezTo>
                      <a:pt x="142" y="321"/>
                      <a:pt x="142" y="323"/>
                      <a:pt x="143" y="326"/>
                    </a:cubicBezTo>
                    <a:cubicBezTo>
                      <a:pt x="145" y="328"/>
                      <a:pt x="149" y="328"/>
                      <a:pt x="151" y="330"/>
                    </a:cubicBezTo>
                    <a:cubicBezTo>
                      <a:pt x="158" y="334"/>
                      <a:pt x="162" y="341"/>
                      <a:pt x="168" y="345"/>
                    </a:cubicBezTo>
                    <a:cubicBezTo>
                      <a:pt x="171" y="347"/>
                      <a:pt x="175" y="347"/>
                      <a:pt x="178" y="348"/>
                    </a:cubicBezTo>
                    <a:cubicBezTo>
                      <a:pt x="183" y="349"/>
                      <a:pt x="187" y="349"/>
                      <a:pt x="191" y="349"/>
                    </a:cubicBezTo>
                    <a:cubicBezTo>
                      <a:pt x="195" y="349"/>
                      <a:pt x="198" y="349"/>
                      <a:pt x="201" y="350"/>
                    </a:cubicBezTo>
                    <a:cubicBezTo>
                      <a:pt x="203" y="351"/>
                      <a:pt x="206" y="352"/>
                      <a:pt x="208" y="352"/>
                    </a:cubicBezTo>
                    <a:cubicBezTo>
                      <a:pt x="210" y="353"/>
                      <a:pt x="213" y="354"/>
                      <a:pt x="215" y="355"/>
                    </a:cubicBezTo>
                    <a:cubicBezTo>
                      <a:pt x="217" y="355"/>
                      <a:pt x="219" y="356"/>
                      <a:pt x="221" y="358"/>
                    </a:cubicBezTo>
                    <a:cubicBezTo>
                      <a:pt x="223" y="359"/>
                      <a:pt x="225" y="360"/>
                      <a:pt x="227" y="361"/>
                    </a:cubicBezTo>
                    <a:cubicBezTo>
                      <a:pt x="228" y="362"/>
                      <a:pt x="228" y="363"/>
                      <a:pt x="226" y="364"/>
                    </a:cubicBezTo>
                    <a:cubicBezTo>
                      <a:pt x="225" y="364"/>
                      <a:pt x="224" y="365"/>
                      <a:pt x="222" y="365"/>
                    </a:cubicBezTo>
                    <a:cubicBezTo>
                      <a:pt x="222" y="367"/>
                      <a:pt x="225" y="367"/>
                      <a:pt x="226" y="367"/>
                    </a:cubicBezTo>
                    <a:cubicBezTo>
                      <a:pt x="228" y="367"/>
                      <a:pt x="229" y="367"/>
                      <a:pt x="229" y="369"/>
                    </a:cubicBezTo>
                    <a:cubicBezTo>
                      <a:pt x="229" y="371"/>
                      <a:pt x="228" y="372"/>
                      <a:pt x="230" y="373"/>
                    </a:cubicBezTo>
                    <a:cubicBezTo>
                      <a:pt x="231" y="374"/>
                      <a:pt x="232" y="375"/>
                      <a:pt x="233" y="376"/>
                    </a:cubicBezTo>
                    <a:cubicBezTo>
                      <a:pt x="235" y="376"/>
                      <a:pt x="235" y="377"/>
                      <a:pt x="236" y="378"/>
                    </a:cubicBezTo>
                    <a:cubicBezTo>
                      <a:pt x="238" y="380"/>
                      <a:pt x="241" y="380"/>
                      <a:pt x="243" y="381"/>
                    </a:cubicBezTo>
                    <a:cubicBezTo>
                      <a:pt x="247" y="381"/>
                      <a:pt x="251" y="384"/>
                      <a:pt x="255" y="384"/>
                    </a:cubicBezTo>
                    <a:cubicBezTo>
                      <a:pt x="261" y="385"/>
                      <a:pt x="266" y="385"/>
                      <a:pt x="271" y="386"/>
                    </a:cubicBezTo>
                    <a:cubicBezTo>
                      <a:pt x="275" y="386"/>
                      <a:pt x="278" y="386"/>
                      <a:pt x="281" y="387"/>
                    </a:cubicBezTo>
                    <a:cubicBezTo>
                      <a:pt x="288" y="387"/>
                      <a:pt x="294" y="389"/>
                      <a:pt x="301" y="391"/>
                    </a:cubicBezTo>
                    <a:cubicBezTo>
                      <a:pt x="308" y="392"/>
                      <a:pt x="315" y="394"/>
                      <a:pt x="322" y="396"/>
                    </a:cubicBezTo>
                    <a:cubicBezTo>
                      <a:pt x="329" y="399"/>
                      <a:pt x="336" y="401"/>
                      <a:pt x="343" y="404"/>
                    </a:cubicBezTo>
                    <a:cubicBezTo>
                      <a:pt x="346" y="405"/>
                      <a:pt x="349" y="406"/>
                      <a:pt x="350" y="409"/>
                    </a:cubicBezTo>
                    <a:cubicBezTo>
                      <a:pt x="351" y="412"/>
                      <a:pt x="349" y="414"/>
                      <a:pt x="347" y="416"/>
                    </a:cubicBezTo>
                    <a:cubicBezTo>
                      <a:pt x="342" y="422"/>
                      <a:pt x="334" y="422"/>
                      <a:pt x="327" y="421"/>
                    </a:cubicBezTo>
                    <a:cubicBezTo>
                      <a:pt x="323" y="421"/>
                      <a:pt x="319" y="420"/>
                      <a:pt x="315" y="421"/>
                    </a:cubicBezTo>
                    <a:cubicBezTo>
                      <a:pt x="310" y="421"/>
                      <a:pt x="306" y="422"/>
                      <a:pt x="301" y="422"/>
                    </a:cubicBezTo>
                    <a:cubicBezTo>
                      <a:pt x="297" y="423"/>
                      <a:pt x="292" y="423"/>
                      <a:pt x="288" y="423"/>
                    </a:cubicBezTo>
                    <a:cubicBezTo>
                      <a:pt x="284" y="422"/>
                      <a:pt x="280" y="421"/>
                      <a:pt x="276" y="419"/>
                    </a:cubicBezTo>
                    <a:cubicBezTo>
                      <a:pt x="268" y="416"/>
                      <a:pt x="261" y="414"/>
                      <a:pt x="253" y="412"/>
                    </a:cubicBezTo>
                    <a:cubicBezTo>
                      <a:pt x="248" y="411"/>
                      <a:pt x="244" y="410"/>
                      <a:pt x="239" y="409"/>
                    </a:cubicBezTo>
                    <a:cubicBezTo>
                      <a:pt x="237" y="408"/>
                      <a:pt x="235" y="408"/>
                      <a:pt x="233" y="407"/>
                    </a:cubicBezTo>
                    <a:cubicBezTo>
                      <a:pt x="231" y="406"/>
                      <a:pt x="229" y="407"/>
                      <a:pt x="227" y="407"/>
                    </a:cubicBezTo>
                    <a:cubicBezTo>
                      <a:pt x="225" y="407"/>
                      <a:pt x="222" y="407"/>
                      <a:pt x="220" y="407"/>
                    </a:cubicBezTo>
                    <a:cubicBezTo>
                      <a:pt x="217" y="407"/>
                      <a:pt x="215" y="406"/>
                      <a:pt x="213" y="407"/>
                    </a:cubicBezTo>
                    <a:cubicBezTo>
                      <a:pt x="211" y="407"/>
                      <a:pt x="210" y="408"/>
                      <a:pt x="209" y="408"/>
                    </a:cubicBezTo>
                    <a:cubicBezTo>
                      <a:pt x="208" y="409"/>
                      <a:pt x="208" y="409"/>
                      <a:pt x="208" y="410"/>
                    </a:cubicBezTo>
                    <a:cubicBezTo>
                      <a:pt x="207" y="411"/>
                      <a:pt x="207" y="412"/>
                      <a:pt x="206" y="412"/>
                    </a:cubicBezTo>
                    <a:cubicBezTo>
                      <a:pt x="204" y="413"/>
                      <a:pt x="202" y="412"/>
                      <a:pt x="200" y="412"/>
                    </a:cubicBezTo>
                    <a:cubicBezTo>
                      <a:pt x="199" y="412"/>
                      <a:pt x="198" y="411"/>
                      <a:pt x="196" y="411"/>
                    </a:cubicBezTo>
                    <a:cubicBezTo>
                      <a:pt x="196" y="410"/>
                      <a:pt x="195" y="410"/>
                      <a:pt x="194" y="409"/>
                    </a:cubicBezTo>
                    <a:cubicBezTo>
                      <a:pt x="194" y="409"/>
                      <a:pt x="193" y="409"/>
                      <a:pt x="192" y="408"/>
                    </a:cubicBezTo>
                    <a:cubicBezTo>
                      <a:pt x="191" y="408"/>
                      <a:pt x="188" y="408"/>
                      <a:pt x="187" y="408"/>
                    </a:cubicBezTo>
                    <a:cubicBezTo>
                      <a:pt x="187" y="408"/>
                      <a:pt x="187" y="408"/>
                      <a:pt x="187" y="407"/>
                    </a:cubicBezTo>
                    <a:cubicBezTo>
                      <a:pt x="186" y="407"/>
                      <a:pt x="186" y="407"/>
                      <a:pt x="186" y="407"/>
                    </a:cubicBezTo>
                    <a:cubicBezTo>
                      <a:pt x="185" y="407"/>
                      <a:pt x="184" y="406"/>
                      <a:pt x="184" y="405"/>
                    </a:cubicBezTo>
                    <a:cubicBezTo>
                      <a:pt x="182" y="404"/>
                      <a:pt x="180" y="404"/>
                      <a:pt x="178" y="405"/>
                    </a:cubicBezTo>
                    <a:cubicBezTo>
                      <a:pt x="176" y="405"/>
                      <a:pt x="173" y="405"/>
                      <a:pt x="171" y="407"/>
                    </a:cubicBezTo>
                    <a:cubicBezTo>
                      <a:pt x="171" y="407"/>
                      <a:pt x="170" y="408"/>
                      <a:pt x="169" y="409"/>
                    </a:cubicBezTo>
                    <a:cubicBezTo>
                      <a:pt x="169" y="410"/>
                      <a:pt x="169" y="412"/>
                      <a:pt x="168" y="413"/>
                    </a:cubicBezTo>
                    <a:cubicBezTo>
                      <a:pt x="165" y="417"/>
                      <a:pt x="160" y="418"/>
                      <a:pt x="155" y="418"/>
                    </a:cubicBezTo>
                    <a:cubicBezTo>
                      <a:pt x="150" y="419"/>
                      <a:pt x="145" y="419"/>
                      <a:pt x="141" y="419"/>
                    </a:cubicBezTo>
                    <a:cubicBezTo>
                      <a:pt x="139" y="419"/>
                      <a:pt x="137" y="419"/>
                      <a:pt x="136" y="420"/>
                    </a:cubicBezTo>
                    <a:cubicBezTo>
                      <a:pt x="136" y="421"/>
                      <a:pt x="136" y="422"/>
                      <a:pt x="136" y="423"/>
                    </a:cubicBezTo>
                    <a:cubicBezTo>
                      <a:pt x="136" y="424"/>
                      <a:pt x="135" y="425"/>
                      <a:pt x="135" y="426"/>
                    </a:cubicBezTo>
                    <a:cubicBezTo>
                      <a:pt x="135" y="428"/>
                      <a:pt x="137" y="429"/>
                      <a:pt x="139" y="430"/>
                    </a:cubicBezTo>
                    <a:cubicBezTo>
                      <a:pt x="139" y="431"/>
                      <a:pt x="139" y="432"/>
                      <a:pt x="140" y="433"/>
                    </a:cubicBezTo>
                    <a:cubicBezTo>
                      <a:pt x="140" y="434"/>
                      <a:pt x="140" y="436"/>
                      <a:pt x="140" y="437"/>
                    </a:cubicBezTo>
                    <a:cubicBezTo>
                      <a:pt x="140" y="439"/>
                      <a:pt x="138" y="440"/>
                      <a:pt x="137" y="442"/>
                    </a:cubicBezTo>
                    <a:cubicBezTo>
                      <a:pt x="136" y="443"/>
                      <a:pt x="136" y="444"/>
                      <a:pt x="136" y="444"/>
                    </a:cubicBezTo>
                    <a:cubicBezTo>
                      <a:pt x="136" y="446"/>
                      <a:pt x="136" y="447"/>
                      <a:pt x="135" y="448"/>
                    </a:cubicBezTo>
                    <a:cubicBezTo>
                      <a:pt x="134" y="451"/>
                      <a:pt x="135" y="454"/>
                      <a:pt x="135" y="457"/>
                    </a:cubicBezTo>
                    <a:cubicBezTo>
                      <a:pt x="135" y="459"/>
                      <a:pt x="135" y="462"/>
                      <a:pt x="135" y="464"/>
                    </a:cubicBezTo>
                    <a:cubicBezTo>
                      <a:pt x="135" y="466"/>
                      <a:pt x="136" y="468"/>
                      <a:pt x="134" y="469"/>
                    </a:cubicBezTo>
                    <a:cubicBezTo>
                      <a:pt x="132" y="471"/>
                      <a:pt x="130" y="469"/>
                      <a:pt x="128" y="468"/>
                    </a:cubicBezTo>
                    <a:cubicBezTo>
                      <a:pt x="124" y="467"/>
                      <a:pt x="120" y="466"/>
                      <a:pt x="116" y="463"/>
                    </a:cubicBezTo>
                    <a:cubicBezTo>
                      <a:pt x="114" y="462"/>
                      <a:pt x="112" y="460"/>
                      <a:pt x="111" y="458"/>
                    </a:cubicBezTo>
                    <a:cubicBezTo>
                      <a:pt x="108" y="454"/>
                      <a:pt x="106" y="449"/>
                      <a:pt x="103" y="445"/>
                    </a:cubicBezTo>
                    <a:cubicBezTo>
                      <a:pt x="100" y="441"/>
                      <a:pt x="95" y="437"/>
                      <a:pt x="90" y="434"/>
                    </a:cubicBezTo>
                    <a:cubicBezTo>
                      <a:pt x="84" y="430"/>
                      <a:pt x="78" y="428"/>
                      <a:pt x="71" y="428"/>
                    </a:cubicBezTo>
                    <a:cubicBezTo>
                      <a:pt x="69" y="427"/>
                      <a:pt x="66" y="427"/>
                      <a:pt x="65" y="428"/>
                    </a:cubicBezTo>
                    <a:cubicBezTo>
                      <a:pt x="63" y="428"/>
                      <a:pt x="61" y="429"/>
                      <a:pt x="60" y="428"/>
                    </a:cubicBezTo>
                    <a:cubicBezTo>
                      <a:pt x="59" y="427"/>
                      <a:pt x="58" y="426"/>
                      <a:pt x="57" y="425"/>
                    </a:cubicBezTo>
                    <a:cubicBezTo>
                      <a:pt x="54" y="425"/>
                      <a:pt x="52" y="427"/>
                      <a:pt x="51" y="429"/>
                    </a:cubicBezTo>
                    <a:cubicBezTo>
                      <a:pt x="50" y="428"/>
                      <a:pt x="49" y="427"/>
                      <a:pt x="47" y="427"/>
                    </a:cubicBezTo>
                    <a:cubicBezTo>
                      <a:pt x="46" y="426"/>
                      <a:pt x="45" y="426"/>
                      <a:pt x="44" y="425"/>
                    </a:cubicBezTo>
                    <a:cubicBezTo>
                      <a:pt x="42" y="424"/>
                      <a:pt x="41" y="422"/>
                      <a:pt x="40" y="420"/>
                    </a:cubicBezTo>
                    <a:cubicBezTo>
                      <a:pt x="38" y="416"/>
                      <a:pt x="38" y="411"/>
                      <a:pt x="34" y="408"/>
                    </a:cubicBezTo>
                    <a:cubicBezTo>
                      <a:pt x="32" y="407"/>
                      <a:pt x="29" y="407"/>
                      <a:pt x="26" y="407"/>
                    </a:cubicBezTo>
                    <a:cubicBezTo>
                      <a:pt x="23" y="408"/>
                      <a:pt x="19" y="408"/>
                      <a:pt x="15" y="409"/>
                    </a:cubicBezTo>
                    <a:cubicBezTo>
                      <a:pt x="11" y="410"/>
                      <a:pt x="8" y="412"/>
                      <a:pt x="4" y="413"/>
                    </a:cubicBezTo>
                    <a:cubicBezTo>
                      <a:pt x="2" y="415"/>
                      <a:pt x="0" y="416"/>
                      <a:pt x="0" y="419"/>
                    </a:cubicBezTo>
                    <a:cubicBezTo>
                      <a:pt x="0" y="422"/>
                      <a:pt x="2" y="424"/>
                      <a:pt x="3" y="426"/>
                    </a:cubicBezTo>
                    <a:cubicBezTo>
                      <a:pt x="6" y="429"/>
                      <a:pt x="9" y="432"/>
                      <a:pt x="13" y="435"/>
                    </a:cubicBezTo>
                    <a:cubicBezTo>
                      <a:pt x="18" y="439"/>
                      <a:pt x="24" y="443"/>
                      <a:pt x="30" y="446"/>
                    </a:cubicBezTo>
                    <a:cubicBezTo>
                      <a:pt x="35" y="448"/>
                      <a:pt x="40" y="450"/>
                      <a:pt x="44" y="453"/>
                    </a:cubicBezTo>
                    <a:cubicBezTo>
                      <a:pt x="51" y="458"/>
                      <a:pt x="58" y="464"/>
                      <a:pt x="66" y="468"/>
                    </a:cubicBezTo>
                    <a:cubicBezTo>
                      <a:pt x="68" y="469"/>
                      <a:pt x="71" y="470"/>
                      <a:pt x="74" y="470"/>
                    </a:cubicBezTo>
                    <a:cubicBezTo>
                      <a:pt x="77" y="469"/>
                      <a:pt x="78" y="466"/>
                      <a:pt x="79" y="464"/>
                    </a:cubicBezTo>
                    <a:cubicBezTo>
                      <a:pt x="81" y="460"/>
                      <a:pt x="83" y="453"/>
                      <a:pt x="88" y="454"/>
                    </a:cubicBezTo>
                    <a:cubicBezTo>
                      <a:pt x="92" y="455"/>
                      <a:pt x="95" y="457"/>
                      <a:pt x="97" y="459"/>
                    </a:cubicBezTo>
                    <a:cubicBezTo>
                      <a:pt x="101" y="462"/>
                      <a:pt x="104" y="465"/>
                      <a:pt x="107" y="467"/>
                    </a:cubicBezTo>
                    <a:cubicBezTo>
                      <a:pt x="113" y="472"/>
                      <a:pt x="118" y="475"/>
                      <a:pt x="124" y="479"/>
                    </a:cubicBezTo>
                    <a:cubicBezTo>
                      <a:pt x="128" y="481"/>
                      <a:pt x="131" y="485"/>
                      <a:pt x="134" y="489"/>
                    </a:cubicBezTo>
                    <a:cubicBezTo>
                      <a:pt x="144" y="480"/>
                      <a:pt x="144" y="480"/>
                      <a:pt x="144" y="480"/>
                    </a:cubicBezTo>
                    <a:cubicBezTo>
                      <a:pt x="168" y="489"/>
                      <a:pt x="168" y="489"/>
                      <a:pt x="168" y="489"/>
                    </a:cubicBezTo>
                    <a:cubicBezTo>
                      <a:pt x="168" y="462"/>
                      <a:pt x="168" y="462"/>
                      <a:pt x="168" y="462"/>
                    </a:cubicBezTo>
                    <a:cubicBezTo>
                      <a:pt x="194" y="457"/>
                      <a:pt x="194" y="457"/>
                      <a:pt x="194" y="457"/>
                    </a:cubicBezTo>
                    <a:cubicBezTo>
                      <a:pt x="190" y="473"/>
                      <a:pt x="190" y="473"/>
                      <a:pt x="190" y="473"/>
                    </a:cubicBezTo>
                    <a:cubicBezTo>
                      <a:pt x="212" y="474"/>
                      <a:pt x="212" y="474"/>
                      <a:pt x="212" y="474"/>
                    </a:cubicBezTo>
                    <a:cubicBezTo>
                      <a:pt x="238" y="463"/>
                      <a:pt x="238" y="463"/>
                      <a:pt x="238" y="463"/>
                    </a:cubicBezTo>
                    <a:cubicBezTo>
                      <a:pt x="247" y="464"/>
                      <a:pt x="247" y="464"/>
                      <a:pt x="247" y="464"/>
                    </a:cubicBezTo>
                    <a:cubicBezTo>
                      <a:pt x="248" y="479"/>
                      <a:pt x="248" y="479"/>
                      <a:pt x="248" y="479"/>
                    </a:cubicBezTo>
                    <a:cubicBezTo>
                      <a:pt x="238" y="482"/>
                      <a:pt x="238" y="482"/>
                      <a:pt x="238" y="482"/>
                    </a:cubicBezTo>
                    <a:cubicBezTo>
                      <a:pt x="240" y="491"/>
                      <a:pt x="240" y="491"/>
                      <a:pt x="240" y="491"/>
                    </a:cubicBezTo>
                    <a:cubicBezTo>
                      <a:pt x="265" y="495"/>
                      <a:pt x="265" y="495"/>
                      <a:pt x="265" y="495"/>
                    </a:cubicBezTo>
                    <a:cubicBezTo>
                      <a:pt x="281" y="473"/>
                      <a:pt x="281" y="473"/>
                      <a:pt x="281" y="473"/>
                    </a:cubicBezTo>
                    <a:cubicBezTo>
                      <a:pt x="291" y="481"/>
                      <a:pt x="291" y="481"/>
                      <a:pt x="291" y="481"/>
                    </a:cubicBezTo>
                    <a:cubicBezTo>
                      <a:pt x="284" y="498"/>
                      <a:pt x="284" y="498"/>
                      <a:pt x="284" y="498"/>
                    </a:cubicBezTo>
                    <a:cubicBezTo>
                      <a:pt x="309" y="535"/>
                      <a:pt x="309" y="535"/>
                      <a:pt x="309" y="535"/>
                    </a:cubicBezTo>
                    <a:cubicBezTo>
                      <a:pt x="357" y="535"/>
                      <a:pt x="357" y="535"/>
                      <a:pt x="357" y="535"/>
                    </a:cubicBezTo>
                    <a:cubicBezTo>
                      <a:pt x="359" y="555"/>
                      <a:pt x="359" y="555"/>
                      <a:pt x="359" y="555"/>
                    </a:cubicBezTo>
                    <a:cubicBezTo>
                      <a:pt x="377" y="567"/>
                      <a:pt x="377" y="567"/>
                      <a:pt x="377" y="567"/>
                    </a:cubicBezTo>
                    <a:cubicBezTo>
                      <a:pt x="393" y="567"/>
                      <a:pt x="393" y="567"/>
                      <a:pt x="393" y="567"/>
                    </a:cubicBezTo>
                    <a:cubicBezTo>
                      <a:pt x="404" y="580"/>
                      <a:pt x="404" y="580"/>
                      <a:pt x="404" y="580"/>
                    </a:cubicBezTo>
                    <a:cubicBezTo>
                      <a:pt x="386" y="605"/>
                      <a:pt x="386" y="605"/>
                      <a:pt x="386" y="605"/>
                    </a:cubicBezTo>
                    <a:cubicBezTo>
                      <a:pt x="380" y="619"/>
                      <a:pt x="380" y="619"/>
                      <a:pt x="380" y="619"/>
                    </a:cubicBezTo>
                    <a:cubicBezTo>
                      <a:pt x="355" y="645"/>
                      <a:pt x="355" y="645"/>
                      <a:pt x="355" y="645"/>
                    </a:cubicBezTo>
                    <a:cubicBezTo>
                      <a:pt x="369" y="669"/>
                      <a:pt x="369" y="669"/>
                      <a:pt x="369" y="669"/>
                    </a:cubicBezTo>
                    <a:cubicBezTo>
                      <a:pt x="417" y="682"/>
                      <a:pt x="417" y="682"/>
                      <a:pt x="417" y="682"/>
                    </a:cubicBezTo>
                    <a:cubicBezTo>
                      <a:pt x="416" y="671"/>
                      <a:pt x="416" y="671"/>
                      <a:pt x="416" y="671"/>
                    </a:cubicBezTo>
                    <a:cubicBezTo>
                      <a:pt x="442" y="669"/>
                      <a:pt x="442" y="669"/>
                      <a:pt x="442" y="669"/>
                    </a:cubicBezTo>
                    <a:cubicBezTo>
                      <a:pt x="448" y="647"/>
                      <a:pt x="448" y="647"/>
                      <a:pt x="448" y="647"/>
                    </a:cubicBezTo>
                    <a:cubicBezTo>
                      <a:pt x="432" y="635"/>
                      <a:pt x="432" y="635"/>
                      <a:pt x="432" y="635"/>
                    </a:cubicBezTo>
                    <a:cubicBezTo>
                      <a:pt x="433" y="622"/>
                      <a:pt x="433" y="622"/>
                      <a:pt x="433" y="622"/>
                    </a:cubicBezTo>
                    <a:cubicBezTo>
                      <a:pt x="415" y="618"/>
                      <a:pt x="415" y="618"/>
                      <a:pt x="415" y="618"/>
                    </a:cubicBezTo>
                    <a:cubicBezTo>
                      <a:pt x="413" y="610"/>
                      <a:pt x="413" y="610"/>
                      <a:pt x="413" y="610"/>
                    </a:cubicBezTo>
                    <a:cubicBezTo>
                      <a:pt x="428" y="598"/>
                      <a:pt x="428" y="598"/>
                      <a:pt x="428" y="598"/>
                    </a:cubicBezTo>
                    <a:cubicBezTo>
                      <a:pt x="465" y="590"/>
                      <a:pt x="465" y="590"/>
                      <a:pt x="465" y="590"/>
                    </a:cubicBezTo>
                    <a:cubicBezTo>
                      <a:pt x="468" y="573"/>
                      <a:pt x="468" y="573"/>
                      <a:pt x="468" y="573"/>
                    </a:cubicBezTo>
                    <a:cubicBezTo>
                      <a:pt x="453" y="567"/>
                      <a:pt x="453" y="567"/>
                      <a:pt x="453" y="567"/>
                    </a:cubicBezTo>
                    <a:cubicBezTo>
                      <a:pt x="467" y="567"/>
                      <a:pt x="477" y="541"/>
                      <a:pt x="477" y="541"/>
                    </a:cubicBezTo>
                    <a:cubicBezTo>
                      <a:pt x="485" y="509"/>
                      <a:pt x="485" y="509"/>
                      <a:pt x="485" y="509"/>
                    </a:cubicBezTo>
                    <a:cubicBezTo>
                      <a:pt x="490" y="492"/>
                      <a:pt x="490" y="492"/>
                      <a:pt x="490" y="492"/>
                    </a:cubicBezTo>
                    <a:cubicBezTo>
                      <a:pt x="471" y="470"/>
                      <a:pt x="471" y="470"/>
                      <a:pt x="471" y="470"/>
                    </a:cubicBezTo>
                    <a:cubicBezTo>
                      <a:pt x="476" y="453"/>
                      <a:pt x="476" y="453"/>
                      <a:pt x="476" y="453"/>
                    </a:cubicBezTo>
                    <a:cubicBezTo>
                      <a:pt x="476" y="453"/>
                      <a:pt x="464" y="444"/>
                      <a:pt x="463" y="444"/>
                    </a:cubicBezTo>
                    <a:cubicBezTo>
                      <a:pt x="463" y="444"/>
                      <a:pt x="447" y="411"/>
                      <a:pt x="447" y="411"/>
                    </a:cubicBezTo>
                    <a:cubicBezTo>
                      <a:pt x="477" y="408"/>
                      <a:pt x="477" y="408"/>
                      <a:pt x="477" y="408"/>
                    </a:cubicBezTo>
                    <a:cubicBezTo>
                      <a:pt x="476" y="392"/>
                      <a:pt x="476" y="392"/>
                      <a:pt x="476" y="392"/>
                    </a:cubicBezTo>
                    <a:cubicBezTo>
                      <a:pt x="483" y="391"/>
                      <a:pt x="483" y="391"/>
                      <a:pt x="483" y="391"/>
                    </a:cubicBezTo>
                    <a:cubicBezTo>
                      <a:pt x="494" y="405"/>
                      <a:pt x="494" y="405"/>
                      <a:pt x="494" y="405"/>
                    </a:cubicBezTo>
                    <a:cubicBezTo>
                      <a:pt x="516" y="405"/>
                      <a:pt x="516" y="405"/>
                      <a:pt x="516" y="405"/>
                    </a:cubicBezTo>
                    <a:cubicBezTo>
                      <a:pt x="516" y="416"/>
                      <a:pt x="516" y="416"/>
                      <a:pt x="516" y="416"/>
                    </a:cubicBezTo>
                    <a:cubicBezTo>
                      <a:pt x="530" y="420"/>
                      <a:pt x="530" y="420"/>
                      <a:pt x="530" y="420"/>
                    </a:cubicBezTo>
                    <a:cubicBezTo>
                      <a:pt x="532" y="409"/>
                      <a:pt x="532" y="409"/>
                      <a:pt x="532" y="409"/>
                    </a:cubicBezTo>
                    <a:cubicBezTo>
                      <a:pt x="578" y="405"/>
                      <a:pt x="578" y="405"/>
                      <a:pt x="578" y="405"/>
                    </a:cubicBezTo>
                    <a:cubicBezTo>
                      <a:pt x="585" y="412"/>
                      <a:pt x="585" y="412"/>
                      <a:pt x="585" y="412"/>
                    </a:cubicBezTo>
                    <a:cubicBezTo>
                      <a:pt x="608" y="389"/>
                      <a:pt x="608" y="389"/>
                      <a:pt x="608" y="389"/>
                    </a:cubicBezTo>
                    <a:cubicBezTo>
                      <a:pt x="586" y="367"/>
                      <a:pt x="586" y="367"/>
                      <a:pt x="586" y="367"/>
                    </a:cubicBezTo>
                    <a:cubicBezTo>
                      <a:pt x="598" y="354"/>
                      <a:pt x="598" y="354"/>
                      <a:pt x="598" y="354"/>
                    </a:cubicBezTo>
                    <a:cubicBezTo>
                      <a:pt x="616" y="357"/>
                      <a:pt x="616" y="357"/>
                      <a:pt x="616" y="357"/>
                    </a:cubicBezTo>
                    <a:cubicBezTo>
                      <a:pt x="637" y="330"/>
                      <a:pt x="637" y="330"/>
                      <a:pt x="637" y="330"/>
                    </a:cubicBezTo>
                    <a:cubicBezTo>
                      <a:pt x="648" y="327"/>
                      <a:pt x="648" y="327"/>
                      <a:pt x="648" y="327"/>
                    </a:cubicBezTo>
                    <a:cubicBezTo>
                      <a:pt x="661" y="322"/>
                      <a:pt x="661" y="322"/>
                      <a:pt x="661" y="322"/>
                    </a:cubicBezTo>
                    <a:cubicBezTo>
                      <a:pt x="650" y="307"/>
                      <a:pt x="650" y="307"/>
                      <a:pt x="650" y="307"/>
                    </a:cubicBezTo>
                    <a:cubicBezTo>
                      <a:pt x="669" y="288"/>
                      <a:pt x="669" y="288"/>
                      <a:pt x="669" y="288"/>
                    </a:cubicBezTo>
                    <a:cubicBezTo>
                      <a:pt x="654" y="265"/>
                      <a:pt x="654" y="265"/>
                      <a:pt x="654" y="265"/>
                    </a:cubicBezTo>
                    <a:cubicBezTo>
                      <a:pt x="612" y="261"/>
                      <a:pt x="612" y="261"/>
                      <a:pt x="612" y="261"/>
                    </a:cubicBezTo>
                    <a:cubicBezTo>
                      <a:pt x="602" y="249"/>
                      <a:pt x="602" y="249"/>
                      <a:pt x="602" y="249"/>
                    </a:cubicBezTo>
                    <a:cubicBezTo>
                      <a:pt x="602" y="236"/>
                      <a:pt x="602" y="236"/>
                      <a:pt x="602" y="236"/>
                    </a:cubicBezTo>
                    <a:cubicBezTo>
                      <a:pt x="618" y="238"/>
                      <a:pt x="618" y="238"/>
                      <a:pt x="618" y="238"/>
                    </a:cubicBezTo>
                    <a:cubicBezTo>
                      <a:pt x="611" y="223"/>
                      <a:pt x="611" y="223"/>
                      <a:pt x="611" y="223"/>
                    </a:cubicBezTo>
                    <a:cubicBezTo>
                      <a:pt x="618" y="215"/>
                      <a:pt x="618" y="215"/>
                      <a:pt x="618" y="215"/>
                    </a:cubicBezTo>
                    <a:cubicBezTo>
                      <a:pt x="667" y="220"/>
                      <a:pt x="667" y="220"/>
                      <a:pt x="667" y="220"/>
                    </a:cubicBezTo>
                    <a:cubicBezTo>
                      <a:pt x="680" y="171"/>
                      <a:pt x="680" y="171"/>
                      <a:pt x="680" y="171"/>
                    </a:cubicBezTo>
                    <a:cubicBezTo>
                      <a:pt x="703" y="145"/>
                      <a:pt x="703" y="145"/>
                      <a:pt x="703" y="145"/>
                    </a:cubicBezTo>
                    <a:cubicBezTo>
                      <a:pt x="706" y="104"/>
                      <a:pt x="706" y="104"/>
                      <a:pt x="706" y="104"/>
                    </a:cubicBezTo>
                    <a:cubicBezTo>
                      <a:pt x="715" y="85"/>
                      <a:pt x="715" y="85"/>
                      <a:pt x="715" y="85"/>
                    </a:cubicBezTo>
                    <a:lnTo>
                      <a:pt x="710" y="75"/>
                    </a:lnTo>
                    <a:close/>
                    <a:moveTo>
                      <a:pt x="477" y="223"/>
                    </a:moveTo>
                    <a:cubicBezTo>
                      <a:pt x="476" y="222"/>
                      <a:pt x="475" y="220"/>
                      <a:pt x="474" y="218"/>
                    </a:cubicBezTo>
                    <a:cubicBezTo>
                      <a:pt x="473" y="217"/>
                      <a:pt x="473" y="215"/>
                      <a:pt x="471" y="215"/>
                    </a:cubicBezTo>
                    <a:cubicBezTo>
                      <a:pt x="470" y="214"/>
                      <a:pt x="468" y="215"/>
                      <a:pt x="467" y="216"/>
                    </a:cubicBezTo>
                    <a:cubicBezTo>
                      <a:pt x="466" y="217"/>
                      <a:pt x="466" y="220"/>
                      <a:pt x="467" y="221"/>
                    </a:cubicBezTo>
                    <a:cubicBezTo>
                      <a:pt x="467" y="223"/>
                      <a:pt x="468" y="224"/>
                      <a:pt x="468" y="226"/>
                    </a:cubicBezTo>
                    <a:cubicBezTo>
                      <a:pt x="467" y="228"/>
                      <a:pt x="466" y="230"/>
                      <a:pt x="465" y="231"/>
                    </a:cubicBezTo>
                    <a:cubicBezTo>
                      <a:pt x="464" y="233"/>
                      <a:pt x="463" y="234"/>
                      <a:pt x="461" y="236"/>
                    </a:cubicBezTo>
                    <a:cubicBezTo>
                      <a:pt x="460" y="237"/>
                      <a:pt x="459" y="239"/>
                      <a:pt x="458" y="241"/>
                    </a:cubicBezTo>
                    <a:cubicBezTo>
                      <a:pt x="456" y="243"/>
                      <a:pt x="455" y="245"/>
                      <a:pt x="454" y="246"/>
                    </a:cubicBezTo>
                    <a:cubicBezTo>
                      <a:pt x="452" y="248"/>
                      <a:pt x="450" y="249"/>
                      <a:pt x="449" y="250"/>
                    </a:cubicBezTo>
                    <a:cubicBezTo>
                      <a:pt x="447" y="251"/>
                      <a:pt x="446" y="253"/>
                      <a:pt x="444" y="254"/>
                    </a:cubicBezTo>
                    <a:cubicBezTo>
                      <a:pt x="442" y="255"/>
                      <a:pt x="440" y="255"/>
                      <a:pt x="439" y="256"/>
                    </a:cubicBezTo>
                    <a:cubicBezTo>
                      <a:pt x="436" y="258"/>
                      <a:pt x="433" y="260"/>
                      <a:pt x="430" y="261"/>
                    </a:cubicBezTo>
                    <a:cubicBezTo>
                      <a:pt x="427" y="263"/>
                      <a:pt x="424" y="263"/>
                      <a:pt x="420" y="263"/>
                    </a:cubicBezTo>
                    <a:cubicBezTo>
                      <a:pt x="417" y="264"/>
                      <a:pt x="413" y="266"/>
                      <a:pt x="411" y="268"/>
                    </a:cubicBezTo>
                    <a:cubicBezTo>
                      <a:pt x="408" y="271"/>
                      <a:pt x="407" y="274"/>
                      <a:pt x="404" y="276"/>
                    </a:cubicBezTo>
                    <a:cubicBezTo>
                      <a:pt x="403" y="278"/>
                      <a:pt x="402" y="280"/>
                      <a:pt x="400" y="281"/>
                    </a:cubicBezTo>
                    <a:cubicBezTo>
                      <a:pt x="399" y="281"/>
                      <a:pt x="398" y="282"/>
                      <a:pt x="396" y="282"/>
                    </a:cubicBezTo>
                    <a:cubicBezTo>
                      <a:pt x="394" y="283"/>
                      <a:pt x="392" y="284"/>
                      <a:pt x="390" y="284"/>
                    </a:cubicBezTo>
                    <a:cubicBezTo>
                      <a:pt x="388" y="285"/>
                      <a:pt x="386" y="285"/>
                      <a:pt x="384" y="285"/>
                    </a:cubicBezTo>
                    <a:cubicBezTo>
                      <a:pt x="382" y="285"/>
                      <a:pt x="381" y="283"/>
                      <a:pt x="379" y="283"/>
                    </a:cubicBezTo>
                    <a:cubicBezTo>
                      <a:pt x="376" y="282"/>
                      <a:pt x="373" y="283"/>
                      <a:pt x="370" y="281"/>
                    </a:cubicBezTo>
                    <a:cubicBezTo>
                      <a:pt x="368" y="280"/>
                      <a:pt x="367" y="276"/>
                      <a:pt x="364" y="275"/>
                    </a:cubicBezTo>
                    <a:cubicBezTo>
                      <a:pt x="362" y="273"/>
                      <a:pt x="360" y="272"/>
                      <a:pt x="358" y="272"/>
                    </a:cubicBezTo>
                    <a:cubicBezTo>
                      <a:pt x="356" y="271"/>
                      <a:pt x="354" y="269"/>
                      <a:pt x="352" y="269"/>
                    </a:cubicBezTo>
                    <a:cubicBezTo>
                      <a:pt x="351" y="268"/>
                      <a:pt x="350" y="268"/>
                      <a:pt x="350" y="268"/>
                    </a:cubicBezTo>
                    <a:cubicBezTo>
                      <a:pt x="349" y="267"/>
                      <a:pt x="348" y="267"/>
                      <a:pt x="347" y="266"/>
                    </a:cubicBezTo>
                    <a:cubicBezTo>
                      <a:pt x="346" y="266"/>
                      <a:pt x="345" y="266"/>
                      <a:pt x="344" y="266"/>
                    </a:cubicBezTo>
                    <a:cubicBezTo>
                      <a:pt x="343" y="266"/>
                      <a:pt x="342" y="266"/>
                      <a:pt x="340" y="266"/>
                    </a:cubicBezTo>
                    <a:cubicBezTo>
                      <a:pt x="338" y="266"/>
                      <a:pt x="336" y="266"/>
                      <a:pt x="334" y="265"/>
                    </a:cubicBezTo>
                    <a:cubicBezTo>
                      <a:pt x="333" y="264"/>
                      <a:pt x="333" y="262"/>
                      <a:pt x="333" y="260"/>
                    </a:cubicBezTo>
                    <a:cubicBezTo>
                      <a:pt x="332" y="259"/>
                      <a:pt x="331" y="258"/>
                      <a:pt x="330" y="257"/>
                    </a:cubicBezTo>
                    <a:cubicBezTo>
                      <a:pt x="329" y="257"/>
                      <a:pt x="328" y="257"/>
                      <a:pt x="327" y="257"/>
                    </a:cubicBezTo>
                    <a:cubicBezTo>
                      <a:pt x="327" y="256"/>
                      <a:pt x="326" y="255"/>
                      <a:pt x="325" y="254"/>
                    </a:cubicBezTo>
                    <a:cubicBezTo>
                      <a:pt x="324" y="253"/>
                      <a:pt x="322" y="253"/>
                      <a:pt x="320" y="253"/>
                    </a:cubicBezTo>
                    <a:cubicBezTo>
                      <a:pt x="318" y="252"/>
                      <a:pt x="316" y="252"/>
                      <a:pt x="314" y="252"/>
                    </a:cubicBezTo>
                    <a:cubicBezTo>
                      <a:pt x="312" y="252"/>
                      <a:pt x="311" y="252"/>
                      <a:pt x="309" y="252"/>
                    </a:cubicBezTo>
                    <a:cubicBezTo>
                      <a:pt x="307" y="252"/>
                      <a:pt x="307" y="250"/>
                      <a:pt x="307" y="249"/>
                    </a:cubicBezTo>
                    <a:cubicBezTo>
                      <a:pt x="306" y="248"/>
                      <a:pt x="306" y="246"/>
                      <a:pt x="305" y="245"/>
                    </a:cubicBezTo>
                    <a:cubicBezTo>
                      <a:pt x="304" y="245"/>
                      <a:pt x="303" y="245"/>
                      <a:pt x="302" y="245"/>
                    </a:cubicBezTo>
                    <a:cubicBezTo>
                      <a:pt x="302" y="244"/>
                      <a:pt x="302" y="243"/>
                      <a:pt x="302" y="243"/>
                    </a:cubicBezTo>
                    <a:cubicBezTo>
                      <a:pt x="302" y="242"/>
                      <a:pt x="302" y="241"/>
                      <a:pt x="302" y="240"/>
                    </a:cubicBezTo>
                    <a:cubicBezTo>
                      <a:pt x="300" y="240"/>
                      <a:pt x="298" y="240"/>
                      <a:pt x="296" y="240"/>
                    </a:cubicBezTo>
                    <a:cubicBezTo>
                      <a:pt x="294" y="239"/>
                      <a:pt x="294" y="238"/>
                      <a:pt x="293" y="236"/>
                    </a:cubicBezTo>
                    <a:cubicBezTo>
                      <a:pt x="293" y="234"/>
                      <a:pt x="292" y="234"/>
                      <a:pt x="290" y="233"/>
                    </a:cubicBezTo>
                    <a:cubicBezTo>
                      <a:pt x="290" y="232"/>
                      <a:pt x="288" y="231"/>
                      <a:pt x="290" y="231"/>
                    </a:cubicBezTo>
                    <a:cubicBezTo>
                      <a:pt x="292" y="230"/>
                      <a:pt x="293" y="232"/>
                      <a:pt x="294" y="233"/>
                    </a:cubicBezTo>
                    <a:cubicBezTo>
                      <a:pt x="295" y="235"/>
                      <a:pt x="297" y="236"/>
                      <a:pt x="299" y="236"/>
                    </a:cubicBezTo>
                    <a:cubicBezTo>
                      <a:pt x="300" y="237"/>
                      <a:pt x="302" y="237"/>
                      <a:pt x="304" y="238"/>
                    </a:cubicBezTo>
                    <a:cubicBezTo>
                      <a:pt x="306" y="240"/>
                      <a:pt x="307" y="242"/>
                      <a:pt x="309" y="244"/>
                    </a:cubicBezTo>
                    <a:cubicBezTo>
                      <a:pt x="311" y="245"/>
                      <a:pt x="313" y="244"/>
                      <a:pt x="315" y="243"/>
                    </a:cubicBezTo>
                    <a:cubicBezTo>
                      <a:pt x="317" y="242"/>
                      <a:pt x="319" y="241"/>
                      <a:pt x="321" y="240"/>
                    </a:cubicBezTo>
                    <a:cubicBezTo>
                      <a:pt x="323" y="239"/>
                      <a:pt x="323" y="238"/>
                      <a:pt x="325" y="236"/>
                    </a:cubicBezTo>
                    <a:cubicBezTo>
                      <a:pt x="325" y="235"/>
                      <a:pt x="327" y="234"/>
                      <a:pt x="327" y="232"/>
                    </a:cubicBezTo>
                    <a:cubicBezTo>
                      <a:pt x="328" y="230"/>
                      <a:pt x="327" y="228"/>
                      <a:pt x="326" y="227"/>
                    </a:cubicBezTo>
                    <a:cubicBezTo>
                      <a:pt x="324" y="225"/>
                      <a:pt x="321" y="225"/>
                      <a:pt x="319" y="224"/>
                    </a:cubicBezTo>
                    <a:cubicBezTo>
                      <a:pt x="317" y="223"/>
                      <a:pt x="316" y="221"/>
                      <a:pt x="318" y="220"/>
                    </a:cubicBezTo>
                    <a:cubicBezTo>
                      <a:pt x="320" y="219"/>
                      <a:pt x="323" y="220"/>
                      <a:pt x="325" y="219"/>
                    </a:cubicBezTo>
                    <a:cubicBezTo>
                      <a:pt x="329" y="218"/>
                      <a:pt x="330" y="213"/>
                      <a:pt x="330" y="209"/>
                    </a:cubicBezTo>
                    <a:cubicBezTo>
                      <a:pt x="329" y="204"/>
                      <a:pt x="328" y="199"/>
                      <a:pt x="327" y="195"/>
                    </a:cubicBezTo>
                    <a:cubicBezTo>
                      <a:pt x="326" y="191"/>
                      <a:pt x="324" y="186"/>
                      <a:pt x="327" y="183"/>
                    </a:cubicBezTo>
                    <a:cubicBezTo>
                      <a:pt x="329" y="181"/>
                      <a:pt x="332" y="180"/>
                      <a:pt x="334" y="181"/>
                    </a:cubicBezTo>
                    <a:cubicBezTo>
                      <a:pt x="336" y="181"/>
                      <a:pt x="338" y="182"/>
                      <a:pt x="340" y="184"/>
                    </a:cubicBezTo>
                    <a:cubicBezTo>
                      <a:pt x="342" y="185"/>
                      <a:pt x="344" y="186"/>
                      <a:pt x="347" y="186"/>
                    </a:cubicBezTo>
                    <a:cubicBezTo>
                      <a:pt x="350" y="186"/>
                      <a:pt x="353" y="186"/>
                      <a:pt x="355" y="184"/>
                    </a:cubicBezTo>
                    <a:cubicBezTo>
                      <a:pt x="357" y="183"/>
                      <a:pt x="358" y="180"/>
                      <a:pt x="360" y="178"/>
                    </a:cubicBezTo>
                    <a:cubicBezTo>
                      <a:pt x="363" y="172"/>
                      <a:pt x="369" y="170"/>
                      <a:pt x="375" y="173"/>
                    </a:cubicBezTo>
                    <a:cubicBezTo>
                      <a:pt x="377" y="174"/>
                      <a:pt x="379" y="175"/>
                      <a:pt x="382" y="176"/>
                    </a:cubicBezTo>
                    <a:cubicBezTo>
                      <a:pt x="384" y="177"/>
                      <a:pt x="386" y="178"/>
                      <a:pt x="388" y="180"/>
                    </a:cubicBezTo>
                    <a:cubicBezTo>
                      <a:pt x="392" y="184"/>
                      <a:pt x="391" y="190"/>
                      <a:pt x="392" y="196"/>
                    </a:cubicBezTo>
                    <a:cubicBezTo>
                      <a:pt x="393" y="200"/>
                      <a:pt x="395" y="205"/>
                      <a:pt x="393" y="210"/>
                    </a:cubicBezTo>
                    <a:cubicBezTo>
                      <a:pt x="392" y="215"/>
                      <a:pt x="387" y="219"/>
                      <a:pt x="382" y="222"/>
                    </a:cubicBezTo>
                    <a:cubicBezTo>
                      <a:pt x="377" y="226"/>
                      <a:pt x="371" y="229"/>
                      <a:pt x="364" y="232"/>
                    </a:cubicBezTo>
                    <a:cubicBezTo>
                      <a:pt x="360" y="233"/>
                      <a:pt x="356" y="236"/>
                      <a:pt x="352" y="237"/>
                    </a:cubicBezTo>
                    <a:cubicBezTo>
                      <a:pt x="349" y="239"/>
                      <a:pt x="345" y="239"/>
                      <a:pt x="341" y="240"/>
                    </a:cubicBezTo>
                    <a:cubicBezTo>
                      <a:pt x="340" y="241"/>
                      <a:pt x="339" y="241"/>
                      <a:pt x="338" y="242"/>
                    </a:cubicBezTo>
                    <a:cubicBezTo>
                      <a:pt x="338" y="243"/>
                      <a:pt x="337" y="244"/>
                      <a:pt x="336" y="244"/>
                    </a:cubicBezTo>
                    <a:cubicBezTo>
                      <a:pt x="335" y="245"/>
                      <a:pt x="334" y="245"/>
                      <a:pt x="334" y="247"/>
                    </a:cubicBezTo>
                    <a:cubicBezTo>
                      <a:pt x="333" y="248"/>
                      <a:pt x="333" y="249"/>
                      <a:pt x="334" y="250"/>
                    </a:cubicBezTo>
                    <a:cubicBezTo>
                      <a:pt x="334" y="252"/>
                      <a:pt x="333" y="255"/>
                      <a:pt x="334" y="256"/>
                    </a:cubicBezTo>
                    <a:cubicBezTo>
                      <a:pt x="335" y="258"/>
                      <a:pt x="339" y="258"/>
                      <a:pt x="341" y="259"/>
                    </a:cubicBezTo>
                    <a:cubicBezTo>
                      <a:pt x="346" y="259"/>
                      <a:pt x="350" y="263"/>
                      <a:pt x="354" y="265"/>
                    </a:cubicBezTo>
                    <a:cubicBezTo>
                      <a:pt x="357" y="266"/>
                      <a:pt x="360" y="265"/>
                      <a:pt x="363" y="266"/>
                    </a:cubicBezTo>
                    <a:cubicBezTo>
                      <a:pt x="366" y="266"/>
                      <a:pt x="370" y="267"/>
                      <a:pt x="373" y="269"/>
                    </a:cubicBezTo>
                    <a:cubicBezTo>
                      <a:pt x="374" y="270"/>
                      <a:pt x="375" y="271"/>
                      <a:pt x="376" y="273"/>
                    </a:cubicBezTo>
                    <a:cubicBezTo>
                      <a:pt x="377" y="274"/>
                      <a:pt x="378" y="276"/>
                      <a:pt x="379" y="277"/>
                    </a:cubicBezTo>
                    <a:cubicBezTo>
                      <a:pt x="381" y="279"/>
                      <a:pt x="384" y="280"/>
                      <a:pt x="386" y="280"/>
                    </a:cubicBezTo>
                    <a:cubicBezTo>
                      <a:pt x="389" y="280"/>
                      <a:pt x="392" y="281"/>
                      <a:pt x="395" y="279"/>
                    </a:cubicBezTo>
                    <a:cubicBezTo>
                      <a:pt x="397" y="278"/>
                      <a:pt x="398" y="276"/>
                      <a:pt x="399" y="274"/>
                    </a:cubicBezTo>
                    <a:cubicBezTo>
                      <a:pt x="401" y="272"/>
                      <a:pt x="402" y="270"/>
                      <a:pt x="404" y="268"/>
                    </a:cubicBezTo>
                    <a:cubicBezTo>
                      <a:pt x="405" y="266"/>
                      <a:pt x="407" y="264"/>
                      <a:pt x="408" y="262"/>
                    </a:cubicBezTo>
                    <a:cubicBezTo>
                      <a:pt x="412" y="259"/>
                      <a:pt x="417" y="255"/>
                      <a:pt x="422" y="253"/>
                    </a:cubicBezTo>
                    <a:cubicBezTo>
                      <a:pt x="427" y="252"/>
                      <a:pt x="433" y="252"/>
                      <a:pt x="438" y="250"/>
                    </a:cubicBezTo>
                    <a:cubicBezTo>
                      <a:pt x="440" y="249"/>
                      <a:pt x="442" y="249"/>
                      <a:pt x="444" y="248"/>
                    </a:cubicBezTo>
                    <a:cubicBezTo>
                      <a:pt x="446" y="247"/>
                      <a:pt x="448" y="247"/>
                      <a:pt x="449" y="245"/>
                    </a:cubicBezTo>
                    <a:cubicBezTo>
                      <a:pt x="451" y="244"/>
                      <a:pt x="451" y="242"/>
                      <a:pt x="452" y="240"/>
                    </a:cubicBezTo>
                    <a:cubicBezTo>
                      <a:pt x="453" y="239"/>
                      <a:pt x="455" y="237"/>
                      <a:pt x="456" y="236"/>
                    </a:cubicBezTo>
                    <a:cubicBezTo>
                      <a:pt x="457" y="235"/>
                      <a:pt x="458" y="233"/>
                      <a:pt x="458" y="231"/>
                    </a:cubicBezTo>
                    <a:cubicBezTo>
                      <a:pt x="459" y="229"/>
                      <a:pt x="460" y="227"/>
                      <a:pt x="461" y="225"/>
                    </a:cubicBezTo>
                    <a:cubicBezTo>
                      <a:pt x="463" y="221"/>
                      <a:pt x="462" y="214"/>
                      <a:pt x="459" y="211"/>
                    </a:cubicBezTo>
                    <a:cubicBezTo>
                      <a:pt x="457" y="209"/>
                      <a:pt x="454" y="208"/>
                      <a:pt x="452" y="208"/>
                    </a:cubicBezTo>
                    <a:cubicBezTo>
                      <a:pt x="449" y="208"/>
                      <a:pt x="447" y="207"/>
                      <a:pt x="444" y="206"/>
                    </a:cubicBezTo>
                    <a:cubicBezTo>
                      <a:pt x="442" y="205"/>
                      <a:pt x="439" y="204"/>
                      <a:pt x="437" y="204"/>
                    </a:cubicBezTo>
                    <a:cubicBezTo>
                      <a:pt x="436" y="203"/>
                      <a:pt x="435" y="202"/>
                      <a:pt x="433" y="201"/>
                    </a:cubicBezTo>
                    <a:cubicBezTo>
                      <a:pt x="431" y="201"/>
                      <a:pt x="430" y="200"/>
                      <a:pt x="428" y="201"/>
                    </a:cubicBezTo>
                    <a:cubicBezTo>
                      <a:pt x="427" y="201"/>
                      <a:pt x="425" y="201"/>
                      <a:pt x="424" y="201"/>
                    </a:cubicBezTo>
                    <a:cubicBezTo>
                      <a:pt x="423" y="201"/>
                      <a:pt x="422" y="201"/>
                      <a:pt x="421" y="202"/>
                    </a:cubicBezTo>
                    <a:cubicBezTo>
                      <a:pt x="420" y="202"/>
                      <a:pt x="419" y="204"/>
                      <a:pt x="417" y="204"/>
                    </a:cubicBezTo>
                    <a:cubicBezTo>
                      <a:pt x="416" y="204"/>
                      <a:pt x="415" y="204"/>
                      <a:pt x="414" y="205"/>
                    </a:cubicBezTo>
                    <a:cubicBezTo>
                      <a:pt x="411" y="205"/>
                      <a:pt x="409" y="207"/>
                      <a:pt x="407" y="208"/>
                    </a:cubicBezTo>
                    <a:cubicBezTo>
                      <a:pt x="405" y="209"/>
                      <a:pt x="402" y="211"/>
                      <a:pt x="400" y="210"/>
                    </a:cubicBezTo>
                    <a:cubicBezTo>
                      <a:pt x="398" y="209"/>
                      <a:pt x="398" y="206"/>
                      <a:pt x="397" y="204"/>
                    </a:cubicBezTo>
                    <a:cubicBezTo>
                      <a:pt x="396" y="202"/>
                      <a:pt x="397" y="199"/>
                      <a:pt x="396" y="196"/>
                    </a:cubicBezTo>
                    <a:cubicBezTo>
                      <a:pt x="396" y="193"/>
                      <a:pt x="395" y="190"/>
                      <a:pt x="395" y="187"/>
                    </a:cubicBezTo>
                    <a:cubicBezTo>
                      <a:pt x="394" y="183"/>
                      <a:pt x="391" y="178"/>
                      <a:pt x="386" y="176"/>
                    </a:cubicBezTo>
                    <a:cubicBezTo>
                      <a:pt x="385" y="175"/>
                      <a:pt x="384" y="175"/>
                      <a:pt x="383" y="175"/>
                    </a:cubicBezTo>
                    <a:cubicBezTo>
                      <a:pt x="382" y="174"/>
                      <a:pt x="381" y="173"/>
                      <a:pt x="379" y="172"/>
                    </a:cubicBezTo>
                    <a:cubicBezTo>
                      <a:pt x="378" y="170"/>
                      <a:pt x="376" y="169"/>
                      <a:pt x="375" y="166"/>
                    </a:cubicBezTo>
                    <a:cubicBezTo>
                      <a:pt x="374" y="164"/>
                      <a:pt x="374" y="161"/>
                      <a:pt x="373" y="159"/>
                    </a:cubicBezTo>
                    <a:cubicBezTo>
                      <a:pt x="372" y="159"/>
                      <a:pt x="372" y="158"/>
                      <a:pt x="372" y="157"/>
                    </a:cubicBezTo>
                    <a:cubicBezTo>
                      <a:pt x="371" y="156"/>
                      <a:pt x="371" y="156"/>
                      <a:pt x="370" y="155"/>
                    </a:cubicBezTo>
                    <a:cubicBezTo>
                      <a:pt x="369" y="153"/>
                      <a:pt x="366" y="151"/>
                      <a:pt x="364" y="150"/>
                    </a:cubicBezTo>
                    <a:cubicBezTo>
                      <a:pt x="363" y="150"/>
                      <a:pt x="362" y="151"/>
                      <a:pt x="362" y="151"/>
                    </a:cubicBezTo>
                    <a:cubicBezTo>
                      <a:pt x="361" y="151"/>
                      <a:pt x="360" y="151"/>
                      <a:pt x="359" y="151"/>
                    </a:cubicBezTo>
                    <a:cubicBezTo>
                      <a:pt x="357" y="151"/>
                      <a:pt x="356" y="152"/>
                      <a:pt x="355" y="152"/>
                    </a:cubicBezTo>
                    <a:cubicBezTo>
                      <a:pt x="353" y="152"/>
                      <a:pt x="351" y="151"/>
                      <a:pt x="349" y="149"/>
                    </a:cubicBezTo>
                    <a:cubicBezTo>
                      <a:pt x="348" y="148"/>
                      <a:pt x="347" y="146"/>
                      <a:pt x="346" y="144"/>
                    </a:cubicBezTo>
                    <a:cubicBezTo>
                      <a:pt x="345" y="141"/>
                      <a:pt x="347" y="140"/>
                      <a:pt x="347" y="137"/>
                    </a:cubicBezTo>
                    <a:cubicBezTo>
                      <a:pt x="348" y="134"/>
                      <a:pt x="346" y="132"/>
                      <a:pt x="345" y="130"/>
                    </a:cubicBezTo>
                    <a:cubicBezTo>
                      <a:pt x="345" y="128"/>
                      <a:pt x="343" y="126"/>
                      <a:pt x="343" y="124"/>
                    </a:cubicBezTo>
                    <a:cubicBezTo>
                      <a:pt x="343" y="121"/>
                      <a:pt x="344" y="119"/>
                      <a:pt x="344" y="116"/>
                    </a:cubicBezTo>
                    <a:cubicBezTo>
                      <a:pt x="345" y="111"/>
                      <a:pt x="345" y="106"/>
                      <a:pt x="345" y="101"/>
                    </a:cubicBezTo>
                    <a:cubicBezTo>
                      <a:pt x="346" y="98"/>
                      <a:pt x="347" y="97"/>
                      <a:pt x="349" y="95"/>
                    </a:cubicBezTo>
                    <a:cubicBezTo>
                      <a:pt x="351" y="94"/>
                      <a:pt x="353" y="92"/>
                      <a:pt x="355" y="91"/>
                    </a:cubicBezTo>
                    <a:cubicBezTo>
                      <a:pt x="358" y="90"/>
                      <a:pt x="361" y="89"/>
                      <a:pt x="363" y="88"/>
                    </a:cubicBezTo>
                    <a:cubicBezTo>
                      <a:pt x="366" y="86"/>
                      <a:pt x="369" y="84"/>
                      <a:pt x="371" y="82"/>
                    </a:cubicBezTo>
                    <a:cubicBezTo>
                      <a:pt x="374" y="81"/>
                      <a:pt x="377" y="80"/>
                      <a:pt x="379" y="79"/>
                    </a:cubicBezTo>
                    <a:cubicBezTo>
                      <a:pt x="384" y="76"/>
                      <a:pt x="388" y="74"/>
                      <a:pt x="393" y="73"/>
                    </a:cubicBezTo>
                    <a:cubicBezTo>
                      <a:pt x="395" y="73"/>
                      <a:pt x="398" y="72"/>
                      <a:pt x="400" y="73"/>
                    </a:cubicBezTo>
                    <a:cubicBezTo>
                      <a:pt x="402" y="74"/>
                      <a:pt x="403" y="77"/>
                      <a:pt x="404" y="79"/>
                    </a:cubicBezTo>
                    <a:cubicBezTo>
                      <a:pt x="405" y="82"/>
                      <a:pt x="405" y="85"/>
                      <a:pt x="404" y="89"/>
                    </a:cubicBezTo>
                    <a:cubicBezTo>
                      <a:pt x="404" y="91"/>
                      <a:pt x="403" y="92"/>
                      <a:pt x="402" y="94"/>
                    </a:cubicBezTo>
                    <a:cubicBezTo>
                      <a:pt x="400" y="98"/>
                      <a:pt x="399" y="101"/>
                      <a:pt x="399" y="104"/>
                    </a:cubicBezTo>
                    <a:cubicBezTo>
                      <a:pt x="400" y="107"/>
                      <a:pt x="400" y="108"/>
                      <a:pt x="397" y="110"/>
                    </a:cubicBezTo>
                    <a:cubicBezTo>
                      <a:pt x="395" y="112"/>
                      <a:pt x="396" y="115"/>
                      <a:pt x="396" y="117"/>
                    </a:cubicBezTo>
                    <a:cubicBezTo>
                      <a:pt x="396" y="119"/>
                      <a:pt x="396" y="121"/>
                      <a:pt x="395" y="122"/>
                    </a:cubicBezTo>
                    <a:cubicBezTo>
                      <a:pt x="394" y="123"/>
                      <a:pt x="393" y="123"/>
                      <a:pt x="392" y="123"/>
                    </a:cubicBezTo>
                    <a:cubicBezTo>
                      <a:pt x="390" y="123"/>
                      <a:pt x="387" y="125"/>
                      <a:pt x="388" y="127"/>
                    </a:cubicBezTo>
                    <a:cubicBezTo>
                      <a:pt x="390" y="129"/>
                      <a:pt x="393" y="129"/>
                      <a:pt x="394" y="131"/>
                    </a:cubicBezTo>
                    <a:cubicBezTo>
                      <a:pt x="397" y="134"/>
                      <a:pt x="401" y="134"/>
                      <a:pt x="404" y="133"/>
                    </a:cubicBezTo>
                    <a:cubicBezTo>
                      <a:pt x="406" y="133"/>
                      <a:pt x="407" y="133"/>
                      <a:pt x="409" y="134"/>
                    </a:cubicBezTo>
                    <a:cubicBezTo>
                      <a:pt x="410" y="135"/>
                      <a:pt x="410" y="136"/>
                      <a:pt x="411" y="137"/>
                    </a:cubicBezTo>
                    <a:cubicBezTo>
                      <a:pt x="413" y="138"/>
                      <a:pt x="416" y="138"/>
                      <a:pt x="418" y="138"/>
                    </a:cubicBezTo>
                    <a:cubicBezTo>
                      <a:pt x="420" y="139"/>
                      <a:pt x="423" y="138"/>
                      <a:pt x="425" y="139"/>
                    </a:cubicBezTo>
                    <a:cubicBezTo>
                      <a:pt x="426" y="139"/>
                      <a:pt x="427" y="139"/>
                      <a:pt x="429" y="139"/>
                    </a:cubicBezTo>
                    <a:cubicBezTo>
                      <a:pt x="432" y="138"/>
                      <a:pt x="433" y="135"/>
                      <a:pt x="436" y="134"/>
                    </a:cubicBezTo>
                    <a:cubicBezTo>
                      <a:pt x="438" y="134"/>
                      <a:pt x="440" y="134"/>
                      <a:pt x="442" y="135"/>
                    </a:cubicBezTo>
                    <a:cubicBezTo>
                      <a:pt x="443" y="136"/>
                      <a:pt x="444" y="138"/>
                      <a:pt x="445" y="139"/>
                    </a:cubicBezTo>
                    <a:cubicBezTo>
                      <a:pt x="446" y="140"/>
                      <a:pt x="448" y="140"/>
                      <a:pt x="449" y="141"/>
                    </a:cubicBezTo>
                    <a:cubicBezTo>
                      <a:pt x="451" y="141"/>
                      <a:pt x="451" y="141"/>
                      <a:pt x="450" y="143"/>
                    </a:cubicBezTo>
                    <a:cubicBezTo>
                      <a:pt x="448" y="145"/>
                      <a:pt x="444" y="145"/>
                      <a:pt x="442" y="148"/>
                    </a:cubicBezTo>
                    <a:cubicBezTo>
                      <a:pt x="441" y="150"/>
                      <a:pt x="440" y="152"/>
                      <a:pt x="440" y="154"/>
                    </a:cubicBezTo>
                    <a:cubicBezTo>
                      <a:pt x="439" y="155"/>
                      <a:pt x="437" y="157"/>
                      <a:pt x="436" y="159"/>
                    </a:cubicBezTo>
                    <a:cubicBezTo>
                      <a:pt x="435" y="160"/>
                      <a:pt x="434" y="161"/>
                      <a:pt x="432" y="162"/>
                    </a:cubicBezTo>
                    <a:cubicBezTo>
                      <a:pt x="431" y="163"/>
                      <a:pt x="430" y="164"/>
                      <a:pt x="429" y="165"/>
                    </a:cubicBezTo>
                    <a:cubicBezTo>
                      <a:pt x="428" y="166"/>
                      <a:pt x="428" y="168"/>
                      <a:pt x="428" y="170"/>
                    </a:cubicBezTo>
                    <a:cubicBezTo>
                      <a:pt x="428" y="173"/>
                      <a:pt x="427" y="175"/>
                      <a:pt x="427" y="178"/>
                    </a:cubicBezTo>
                    <a:cubicBezTo>
                      <a:pt x="427" y="180"/>
                      <a:pt x="426" y="182"/>
                      <a:pt x="426" y="184"/>
                    </a:cubicBezTo>
                    <a:cubicBezTo>
                      <a:pt x="426" y="186"/>
                      <a:pt x="427" y="186"/>
                      <a:pt x="428" y="187"/>
                    </a:cubicBezTo>
                    <a:cubicBezTo>
                      <a:pt x="430" y="188"/>
                      <a:pt x="431" y="189"/>
                      <a:pt x="431" y="191"/>
                    </a:cubicBezTo>
                    <a:cubicBezTo>
                      <a:pt x="432" y="193"/>
                      <a:pt x="432" y="195"/>
                      <a:pt x="433" y="197"/>
                    </a:cubicBezTo>
                    <a:cubicBezTo>
                      <a:pt x="434" y="198"/>
                      <a:pt x="435" y="200"/>
                      <a:pt x="436" y="201"/>
                    </a:cubicBezTo>
                    <a:cubicBezTo>
                      <a:pt x="438" y="202"/>
                      <a:pt x="439" y="202"/>
                      <a:pt x="440" y="202"/>
                    </a:cubicBezTo>
                    <a:cubicBezTo>
                      <a:pt x="443" y="202"/>
                      <a:pt x="445" y="202"/>
                      <a:pt x="448" y="203"/>
                    </a:cubicBezTo>
                    <a:cubicBezTo>
                      <a:pt x="451" y="204"/>
                      <a:pt x="454" y="205"/>
                      <a:pt x="458" y="204"/>
                    </a:cubicBezTo>
                    <a:cubicBezTo>
                      <a:pt x="459" y="203"/>
                      <a:pt x="461" y="203"/>
                      <a:pt x="462" y="202"/>
                    </a:cubicBezTo>
                    <a:cubicBezTo>
                      <a:pt x="462" y="202"/>
                      <a:pt x="462" y="202"/>
                      <a:pt x="462" y="202"/>
                    </a:cubicBezTo>
                    <a:cubicBezTo>
                      <a:pt x="464" y="202"/>
                      <a:pt x="466" y="202"/>
                      <a:pt x="468" y="202"/>
                    </a:cubicBezTo>
                    <a:cubicBezTo>
                      <a:pt x="470" y="202"/>
                      <a:pt x="471" y="204"/>
                      <a:pt x="472" y="206"/>
                    </a:cubicBezTo>
                    <a:cubicBezTo>
                      <a:pt x="472" y="206"/>
                      <a:pt x="472" y="207"/>
                      <a:pt x="472" y="208"/>
                    </a:cubicBezTo>
                    <a:cubicBezTo>
                      <a:pt x="472" y="209"/>
                      <a:pt x="472" y="210"/>
                      <a:pt x="472" y="211"/>
                    </a:cubicBezTo>
                    <a:cubicBezTo>
                      <a:pt x="472" y="212"/>
                      <a:pt x="473" y="213"/>
                      <a:pt x="473" y="213"/>
                    </a:cubicBezTo>
                    <a:cubicBezTo>
                      <a:pt x="474" y="214"/>
                      <a:pt x="475" y="216"/>
                      <a:pt x="475" y="217"/>
                    </a:cubicBezTo>
                    <a:cubicBezTo>
                      <a:pt x="476" y="219"/>
                      <a:pt x="477" y="221"/>
                      <a:pt x="477" y="2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7" name="Freeform 1916">
                <a:extLst>
                  <a:ext uri="{FF2B5EF4-FFF2-40B4-BE49-F238E27FC236}">
                    <a16:creationId xmlns:a16="http://schemas.microsoft.com/office/drawing/2014/main" id="{38069061-2106-3D4F-B93E-CFB17959D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481"/>
                <a:ext cx="262" cy="215"/>
              </a:xfrm>
              <a:custGeom>
                <a:avLst/>
                <a:gdLst>
                  <a:gd name="T0" fmla="*/ 611 w 642"/>
                  <a:gd name="T1" fmla="*/ 345 h 528"/>
                  <a:gd name="T2" fmla="*/ 575 w 642"/>
                  <a:gd name="T3" fmla="*/ 374 h 528"/>
                  <a:gd name="T4" fmla="*/ 495 w 642"/>
                  <a:gd name="T5" fmla="*/ 454 h 528"/>
                  <a:gd name="T6" fmla="*/ 502 w 642"/>
                  <a:gd name="T7" fmla="*/ 528 h 528"/>
                  <a:gd name="T8" fmla="*/ 434 w 642"/>
                  <a:gd name="T9" fmla="*/ 497 h 528"/>
                  <a:gd name="T10" fmla="*/ 381 w 642"/>
                  <a:gd name="T11" fmla="*/ 463 h 528"/>
                  <a:gd name="T12" fmla="*/ 350 w 642"/>
                  <a:gd name="T13" fmla="*/ 403 h 528"/>
                  <a:gd name="T14" fmla="*/ 360 w 642"/>
                  <a:gd name="T15" fmla="*/ 361 h 528"/>
                  <a:gd name="T16" fmla="*/ 321 w 642"/>
                  <a:gd name="T17" fmla="*/ 359 h 528"/>
                  <a:gd name="T18" fmla="*/ 257 w 642"/>
                  <a:gd name="T19" fmla="*/ 382 h 528"/>
                  <a:gd name="T20" fmla="*/ 232 w 642"/>
                  <a:gd name="T21" fmla="*/ 358 h 528"/>
                  <a:gd name="T22" fmla="*/ 236 w 642"/>
                  <a:gd name="T23" fmla="*/ 328 h 528"/>
                  <a:gd name="T24" fmla="*/ 227 w 642"/>
                  <a:gd name="T25" fmla="*/ 274 h 528"/>
                  <a:gd name="T26" fmla="*/ 165 w 642"/>
                  <a:gd name="T27" fmla="*/ 279 h 528"/>
                  <a:gd name="T28" fmla="*/ 140 w 642"/>
                  <a:gd name="T29" fmla="*/ 218 h 528"/>
                  <a:gd name="T30" fmla="*/ 107 w 642"/>
                  <a:gd name="T31" fmla="*/ 161 h 528"/>
                  <a:gd name="T32" fmla="*/ 43 w 642"/>
                  <a:gd name="T33" fmla="*/ 157 h 528"/>
                  <a:gd name="T34" fmla="*/ 1 w 642"/>
                  <a:gd name="T35" fmla="*/ 111 h 528"/>
                  <a:gd name="T36" fmla="*/ 5 w 642"/>
                  <a:gd name="T37" fmla="*/ 47 h 528"/>
                  <a:gd name="T38" fmla="*/ 40 w 642"/>
                  <a:gd name="T39" fmla="*/ 38 h 528"/>
                  <a:gd name="T40" fmla="*/ 59 w 642"/>
                  <a:gd name="T41" fmla="*/ 32 h 528"/>
                  <a:gd name="T42" fmla="*/ 75 w 642"/>
                  <a:gd name="T43" fmla="*/ 25 h 528"/>
                  <a:gd name="T44" fmla="*/ 96 w 642"/>
                  <a:gd name="T45" fmla="*/ 13 h 528"/>
                  <a:gd name="T46" fmla="*/ 133 w 642"/>
                  <a:gd name="T47" fmla="*/ 7 h 528"/>
                  <a:gd name="T48" fmla="*/ 147 w 642"/>
                  <a:gd name="T49" fmla="*/ 4 h 528"/>
                  <a:gd name="T50" fmla="*/ 163 w 642"/>
                  <a:gd name="T51" fmla="*/ 12 h 528"/>
                  <a:gd name="T52" fmla="*/ 178 w 642"/>
                  <a:gd name="T53" fmla="*/ 36 h 528"/>
                  <a:gd name="T54" fmla="*/ 223 w 642"/>
                  <a:gd name="T55" fmla="*/ 44 h 528"/>
                  <a:gd name="T56" fmla="*/ 273 w 642"/>
                  <a:gd name="T57" fmla="*/ 45 h 528"/>
                  <a:gd name="T58" fmla="*/ 297 w 642"/>
                  <a:gd name="T59" fmla="*/ 39 h 528"/>
                  <a:gd name="T60" fmla="*/ 311 w 642"/>
                  <a:gd name="T61" fmla="*/ 56 h 528"/>
                  <a:gd name="T62" fmla="*/ 316 w 642"/>
                  <a:gd name="T63" fmla="*/ 62 h 528"/>
                  <a:gd name="T64" fmla="*/ 312 w 642"/>
                  <a:gd name="T65" fmla="*/ 23 h 528"/>
                  <a:gd name="T66" fmla="*/ 362 w 642"/>
                  <a:gd name="T67" fmla="*/ 0 h 528"/>
                  <a:gd name="T68" fmla="*/ 406 w 642"/>
                  <a:gd name="T69" fmla="*/ 6 h 528"/>
                  <a:gd name="T70" fmla="*/ 406 w 642"/>
                  <a:gd name="T71" fmla="*/ 25 h 528"/>
                  <a:gd name="T72" fmla="*/ 449 w 642"/>
                  <a:gd name="T73" fmla="*/ 16 h 528"/>
                  <a:gd name="T74" fmla="*/ 477 w 642"/>
                  <a:gd name="T75" fmla="*/ 78 h 528"/>
                  <a:gd name="T76" fmla="*/ 545 w 642"/>
                  <a:gd name="T77" fmla="*/ 110 h 528"/>
                  <a:gd name="T78" fmla="*/ 554 w 642"/>
                  <a:gd name="T79" fmla="*/ 148 h 528"/>
                  <a:gd name="T80" fmla="*/ 537 w 642"/>
                  <a:gd name="T81" fmla="*/ 212 h 528"/>
                  <a:gd name="T82" fmla="*/ 607 w 642"/>
                  <a:gd name="T83" fmla="*/ 255 h 528"/>
                  <a:gd name="T84" fmla="*/ 608 w 642"/>
                  <a:gd name="T85" fmla="*/ 287 h 528"/>
                  <a:gd name="T86" fmla="*/ 633 w 642"/>
                  <a:gd name="T87" fmla="*/ 322 h 5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42" h="528">
                    <a:moveTo>
                      <a:pt x="633" y="322"/>
                    </a:moveTo>
                    <a:cubicBezTo>
                      <a:pt x="634" y="341"/>
                      <a:pt x="634" y="341"/>
                      <a:pt x="634" y="341"/>
                    </a:cubicBezTo>
                    <a:cubicBezTo>
                      <a:pt x="611" y="345"/>
                      <a:pt x="611" y="345"/>
                      <a:pt x="611" y="345"/>
                    </a:cubicBezTo>
                    <a:cubicBezTo>
                      <a:pt x="596" y="376"/>
                      <a:pt x="596" y="376"/>
                      <a:pt x="596" y="376"/>
                    </a:cubicBezTo>
                    <a:cubicBezTo>
                      <a:pt x="583" y="381"/>
                      <a:pt x="583" y="381"/>
                      <a:pt x="583" y="381"/>
                    </a:cubicBezTo>
                    <a:cubicBezTo>
                      <a:pt x="575" y="374"/>
                      <a:pt x="575" y="374"/>
                      <a:pt x="575" y="374"/>
                    </a:cubicBezTo>
                    <a:cubicBezTo>
                      <a:pt x="550" y="372"/>
                      <a:pt x="550" y="372"/>
                      <a:pt x="550" y="372"/>
                    </a:cubicBezTo>
                    <a:cubicBezTo>
                      <a:pt x="525" y="418"/>
                      <a:pt x="503" y="429"/>
                      <a:pt x="503" y="429"/>
                    </a:cubicBezTo>
                    <a:cubicBezTo>
                      <a:pt x="495" y="454"/>
                      <a:pt x="495" y="454"/>
                      <a:pt x="495" y="454"/>
                    </a:cubicBezTo>
                    <a:cubicBezTo>
                      <a:pt x="522" y="491"/>
                      <a:pt x="522" y="491"/>
                      <a:pt x="522" y="491"/>
                    </a:cubicBezTo>
                    <a:cubicBezTo>
                      <a:pt x="510" y="527"/>
                      <a:pt x="510" y="527"/>
                      <a:pt x="510" y="527"/>
                    </a:cubicBezTo>
                    <a:cubicBezTo>
                      <a:pt x="502" y="528"/>
                      <a:pt x="502" y="528"/>
                      <a:pt x="502" y="528"/>
                    </a:cubicBezTo>
                    <a:cubicBezTo>
                      <a:pt x="502" y="527"/>
                      <a:pt x="502" y="527"/>
                      <a:pt x="502" y="527"/>
                    </a:cubicBezTo>
                    <a:cubicBezTo>
                      <a:pt x="444" y="524"/>
                      <a:pt x="444" y="524"/>
                      <a:pt x="444" y="524"/>
                    </a:cubicBezTo>
                    <a:cubicBezTo>
                      <a:pt x="434" y="497"/>
                      <a:pt x="434" y="497"/>
                      <a:pt x="434" y="497"/>
                    </a:cubicBezTo>
                    <a:cubicBezTo>
                      <a:pt x="418" y="495"/>
                      <a:pt x="418" y="495"/>
                      <a:pt x="418" y="495"/>
                    </a:cubicBezTo>
                    <a:cubicBezTo>
                      <a:pt x="418" y="483"/>
                      <a:pt x="418" y="483"/>
                      <a:pt x="418" y="483"/>
                    </a:cubicBezTo>
                    <a:cubicBezTo>
                      <a:pt x="381" y="463"/>
                      <a:pt x="381" y="463"/>
                      <a:pt x="381" y="463"/>
                    </a:cubicBezTo>
                    <a:cubicBezTo>
                      <a:pt x="366" y="440"/>
                      <a:pt x="366" y="440"/>
                      <a:pt x="366" y="440"/>
                    </a:cubicBezTo>
                    <a:cubicBezTo>
                      <a:pt x="346" y="436"/>
                      <a:pt x="346" y="436"/>
                      <a:pt x="346" y="436"/>
                    </a:cubicBezTo>
                    <a:cubicBezTo>
                      <a:pt x="350" y="403"/>
                      <a:pt x="350" y="403"/>
                      <a:pt x="350" y="403"/>
                    </a:cubicBezTo>
                    <a:cubicBezTo>
                      <a:pt x="340" y="393"/>
                      <a:pt x="340" y="393"/>
                      <a:pt x="340" y="393"/>
                    </a:cubicBezTo>
                    <a:cubicBezTo>
                      <a:pt x="353" y="366"/>
                      <a:pt x="353" y="366"/>
                      <a:pt x="353" y="366"/>
                    </a:cubicBezTo>
                    <a:cubicBezTo>
                      <a:pt x="360" y="361"/>
                      <a:pt x="360" y="361"/>
                      <a:pt x="360" y="361"/>
                    </a:cubicBezTo>
                    <a:cubicBezTo>
                      <a:pt x="360" y="346"/>
                      <a:pt x="360" y="346"/>
                      <a:pt x="360" y="346"/>
                    </a:cubicBezTo>
                    <a:cubicBezTo>
                      <a:pt x="348" y="342"/>
                      <a:pt x="348" y="342"/>
                      <a:pt x="348" y="342"/>
                    </a:cubicBezTo>
                    <a:cubicBezTo>
                      <a:pt x="321" y="359"/>
                      <a:pt x="321" y="359"/>
                      <a:pt x="321" y="359"/>
                    </a:cubicBezTo>
                    <a:cubicBezTo>
                      <a:pt x="323" y="381"/>
                      <a:pt x="323" y="381"/>
                      <a:pt x="323" y="381"/>
                    </a:cubicBezTo>
                    <a:cubicBezTo>
                      <a:pt x="315" y="382"/>
                      <a:pt x="280" y="390"/>
                      <a:pt x="280" y="390"/>
                    </a:cubicBezTo>
                    <a:cubicBezTo>
                      <a:pt x="257" y="382"/>
                      <a:pt x="257" y="382"/>
                      <a:pt x="257" y="382"/>
                    </a:cubicBezTo>
                    <a:cubicBezTo>
                      <a:pt x="233" y="382"/>
                      <a:pt x="233" y="382"/>
                      <a:pt x="233" y="382"/>
                    </a:cubicBezTo>
                    <a:cubicBezTo>
                      <a:pt x="226" y="370"/>
                      <a:pt x="226" y="370"/>
                      <a:pt x="226" y="370"/>
                    </a:cubicBezTo>
                    <a:cubicBezTo>
                      <a:pt x="232" y="358"/>
                      <a:pt x="232" y="358"/>
                      <a:pt x="232" y="358"/>
                    </a:cubicBezTo>
                    <a:cubicBezTo>
                      <a:pt x="248" y="356"/>
                      <a:pt x="248" y="356"/>
                      <a:pt x="248" y="356"/>
                    </a:cubicBezTo>
                    <a:cubicBezTo>
                      <a:pt x="244" y="335"/>
                      <a:pt x="244" y="335"/>
                      <a:pt x="244" y="335"/>
                    </a:cubicBezTo>
                    <a:cubicBezTo>
                      <a:pt x="236" y="328"/>
                      <a:pt x="236" y="328"/>
                      <a:pt x="236" y="328"/>
                    </a:cubicBezTo>
                    <a:cubicBezTo>
                      <a:pt x="254" y="302"/>
                      <a:pt x="254" y="302"/>
                      <a:pt x="254" y="302"/>
                    </a:cubicBezTo>
                    <a:cubicBezTo>
                      <a:pt x="242" y="300"/>
                      <a:pt x="242" y="300"/>
                      <a:pt x="242" y="300"/>
                    </a:cubicBezTo>
                    <a:cubicBezTo>
                      <a:pt x="227" y="274"/>
                      <a:pt x="227" y="274"/>
                      <a:pt x="227" y="274"/>
                    </a:cubicBezTo>
                    <a:cubicBezTo>
                      <a:pt x="197" y="274"/>
                      <a:pt x="197" y="274"/>
                      <a:pt x="197" y="274"/>
                    </a:cubicBezTo>
                    <a:cubicBezTo>
                      <a:pt x="172" y="267"/>
                      <a:pt x="172" y="267"/>
                      <a:pt x="172" y="267"/>
                    </a:cubicBezTo>
                    <a:cubicBezTo>
                      <a:pt x="165" y="279"/>
                      <a:pt x="165" y="279"/>
                      <a:pt x="165" y="279"/>
                    </a:cubicBezTo>
                    <a:cubicBezTo>
                      <a:pt x="154" y="267"/>
                      <a:pt x="154" y="267"/>
                      <a:pt x="154" y="267"/>
                    </a:cubicBezTo>
                    <a:cubicBezTo>
                      <a:pt x="162" y="236"/>
                      <a:pt x="162" y="236"/>
                      <a:pt x="162" y="236"/>
                    </a:cubicBezTo>
                    <a:cubicBezTo>
                      <a:pt x="140" y="218"/>
                      <a:pt x="140" y="218"/>
                      <a:pt x="140" y="218"/>
                    </a:cubicBezTo>
                    <a:cubicBezTo>
                      <a:pt x="116" y="222"/>
                      <a:pt x="116" y="222"/>
                      <a:pt x="116" y="222"/>
                    </a:cubicBezTo>
                    <a:cubicBezTo>
                      <a:pt x="100" y="206"/>
                      <a:pt x="100" y="206"/>
                      <a:pt x="100" y="206"/>
                    </a:cubicBezTo>
                    <a:cubicBezTo>
                      <a:pt x="107" y="161"/>
                      <a:pt x="107" y="161"/>
                      <a:pt x="107" y="161"/>
                    </a:cubicBezTo>
                    <a:cubicBezTo>
                      <a:pt x="92" y="141"/>
                      <a:pt x="92" y="141"/>
                      <a:pt x="92" y="141"/>
                    </a:cubicBezTo>
                    <a:cubicBezTo>
                      <a:pt x="54" y="146"/>
                      <a:pt x="54" y="146"/>
                      <a:pt x="54" y="146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21" y="137"/>
                      <a:pt x="21" y="137"/>
                      <a:pt x="21" y="13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7" y="46"/>
                      <a:pt x="10" y="45"/>
                      <a:pt x="13" y="44"/>
                    </a:cubicBezTo>
                    <a:cubicBezTo>
                      <a:pt x="18" y="43"/>
                      <a:pt x="23" y="43"/>
                      <a:pt x="28" y="42"/>
                    </a:cubicBezTo>
                    <a:cubicBezTo>
                      <a:pt x="32" y="41"/>
                      <a:pt x="36" y="39"/>
                      <a:pt x="40" y="38"/>
                    </a:cubicBezTo>
                    <a:cubicBezTo>
                      <a:pt x="44" y="36"/>
                      <a:pt x="49" y="35"/>
                      <a:pt x="54" y="34"/>
                    </a:cubicBezTo>
                    <a:cubicBezTo>
                      <a:pt x="55" y="34"/>
                      <a:pt x="56" y="34"/>
                      <a:pt x="57" y="33"/>
                    </a:cubicBezTo>
                    <a:cubicBezTo>
                      <a:pt x="58" y="33"/>
                      <a:pt x="58" y="33"/>
                      <a:pt x="59" y="32"/>
                    </a:cubicBezTo>
                    <a:cubicBezTo>
                      <a:pt x="59" y="32"/>
                      <a:pt x="60" y="32"/>
                      <a:pt x="60" y="32"/>
                    </a:cubicBezTo>
                    <a:cubicBezTo>
                      <a:pt x="63" y="31"/>
                      <a:pt x="65" y="29"/>
                      <a:pt x="67" y="28"/>
                    </a:cubicBezTo>
                    <a:cubicBezTo>
                      <a:pt x="70" y="27"/>
                      <a:pt x="73" y="27"/>
                      <a:pt x="75" y="25"/>
                    </a:cubicBezTo>
                    <a:cubicBezTo>
                      <a:pt x="77" y="24"/>
                      <a:pt x="79" y="23"/>
                      <a:pt x="80" y="22"/>
                    </a:cubicBezTo>
                    <a:cubicBezTo>
                      <a:pt x="84" y="19"/>
                      <a:pt x="87" y="17"/>
                      <a:pt x="91" y="15"/>
                    </a:cubicBezTo>
                    <a:cubicBezTo>
                      <a:pt x="93" y="15"/>
                      <a:pt x="94" y="14"/>
                      <a:pt x="96" y="13"/>
                    </a:cubicBezTo>
                    <a:cubicBezTo>
                      <a:pt x="99" y="13"/>
                      <a:pt x="101" y="13"/>
                      <a:pt x="104" y="12"/>
                    </a:cubicBezTo>
                    <a:cubicBezTo>
                      <a:pt x="109" y="11"/>
                      <a:pt x="114" y="11"/>
                      <a:pt x="118" y="10"/>
                    </a:cubicBezTo>
                    <a:cubicBezTo>
                      <a:pt x="123" y="10"/>
                      <a:pt x="128" y="9"/>
                      <a:pt x="133" y="7"/>
                    </a:cubicBezTo>
                    <a:cubicBezTo>
                      <a:pt x="136" y="7"/>
                      <a:pt x="139" y="5"/>
                      <a:pt x="142" y="5"/>
                    </a:cubicBezTo>
                    <a:cubicBezTo>
                      <a:pt x="144" y="4"/>
                      <a:pt x="147" y="4"/>
                      <a:pt x="149" y="4"/>
                    </a:cubicBezTo>
                    <a:cubicBezTo>
                      <a:pt x="148" y="4"/>
                      <a:pt x="148" y="4"/>
                      <a:pt x="147" y="4"/>
                    </a:cubicBezTo>
                    <a:cubicBezTo>
                      <a:pt x="150" y="4"/>
                      <a:pt x="152" y="4"/>
                      <a:pt x="154" y="4"/>
                    </a:cubicBezTo>
                    <a:cubicBezTo>
                      <a:pt x="156" y="3"/>
                      <a:pt x="158" y="2"/>
                      <a:pt x="160" y="2"/>
                    </a:cubicBezTo>
                    <a:cubicBezTo>
                      <a:pt x="163" y="12"/>
                      <a:pt x="163" y="12"/>
                      <a:pt x="163" y="12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78" y="36"/>
                      <a:pt x="178" y="36"/>
                      <a:pt x="178" y="36"/>
                    </a:cubicBezTo>
                    <a:cubicBezTo>
                      <a:pt x="178" y="25"/>
                      <a:pt x="178" y="25"/>
                      <a:pt x="178" y="25"/>
                    </a:cubicBezTo>
                    <a:cubicBezTo>
                      <a:pt x="225" y="34"/>
                      <a:pt x="225" y="34"/>
                      <a:pt x="225" y="34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39" y="55"/>
                      <a:pt x="239" y="55"/>
                      <a:pt x="239" y="55"/>
                    </a:cubicBezTo>
                    <a:cubicBezTo>
                      <a:pt x="249" y="52"/>
                      <a:pt x="249" y="52"/>
                      <a:pt x="249" y="52"/>
                    </a:cubicBezTo>
                    <a:cubicBezTo>
                      <a:pt x="273" y="45"/>
                      <a:pt x="273" y="45"/>
                      <a:pt x="273" y="45"/>
                    </a:cubicBezTo>
                    <a:cubicBezTo>
                      <a:pt x="291" y="41"/>
                      <a:pt x="291" y="41"/>
                      <a:pt x="291" y="41"/>
                    </a:cubicBezTo>
                    <a:cubicBezTo>
                      <a:pt x="295" y="37"/>
                      <a:pt x="295" y="37"/>
                      <a:pt x="295" y="37"/>
                    </a:cubicBezTo>
                    <a:cubicBezTo>
                      <a:pt x="296" y="38"/>
                      <a:pt x="297" y="38"/>
                      <a:pt x="297" y="39"/>
                    </a:cubicBezTo>
                    <a:cubicBezTo>
                      <a:pt x="300" y="40"/>
                      <a:pt x="302" y="41"/>
                      <a:pt x="304" y="43"/>
                    </a:cubicBezTo>
                    <a:cubicBezTo>
                      <a:pt x="305" y="45"/>
                      <a:pt x="307" y="47"/>
                      <a:pt x="308" y="50"/>
                    </a:cubicBezTo>
                    <a:cubicBezTo>
                      <a:pt x="308" y="52"/>
                      <a:pt x="310" y="54"/>
                      <a:pt x="311" y="56"/>
                    </a:cubicBezTo>
                    <a:cubicBezTo>
                      <a:pt x="312" y="57"/>
                      <a:pt x="312" y="58"/>
                      <a:pt x="313" y="59"/>
                    </a:cubicBezTo>
                    <a:cubicBezTo>
                      <a:pt x="313" y="59"/>
                      <a:pt x="314" y="60"/>
                      <a:pt x="314" y="61"/>
                    </a:cubicBezTo>
                    <a:cubicBezTo>
                      <a:pt x="314" y="61"/>
                      <a:pt x="316" y="62"/>
                      <a:pt x="316" y="62"/>
                    </a:cubicBezTo>
                    <a:cubicBezTo>
                      <a:pt x="318" y="61"/>
                      <a:pt x="313" y="53"/>
                      <a:pt x="313" y="52"/>
                    </a:cubicBezTo>
                    <a:cubicBezTo>
                      <a:pt x="310" y="46"/>
                      <a:pt x="307" y="38"/>
                      <a:pt x="302" y="32"/>
                    </a:cubicBezTo>
                    <a:cubicBezTo>
                      <a:pt x="312" y="23"/>
                      <a:pt x="312" y="23"/>
                      <a:pt x="312" y="23"/>
                    </a:cubicBezTo>
                    <a:cubicBezTo>
                      <a:pt x="336" y="32"/>
                      <a:pt x="336" y="32"/>
                      <a:pt x="336" y="32"/>
                    </a:cubicBezTo>
                    <a:cubicBezTo>
                      <a:pt x="336" y="5"/>
                      <a:pt x="336" y="5"/>
                      <a:pt x="336" y="5"/>
                    </a:cubicBezTo>
                    <a:cubicBezTo>
                      <a:pt x="362" y="0"/>
                      <a:pt x="362" y="0"/>
                      <a:pt x="362" y="0"/>
                    </a:cubicBezTo>
                    <a:cubicBezTo>
                      <a:pt x="358" y="16"/>
                      <a:pt x="358" y="16"/>
                      <a:pt x="358" y="16"/>
                    </a:cubicBezTo>
                    <a:cubicBezTo>
                      <a:pt x="380" y="17"/>
                      <a:pt x="380" y="17"/>
                      <a:pt x="380" y="17"/>
                    </a:cubicBezTo>
                    <a:cubicBezTo>
                      <a:pt x="406" y="6"/>
                      <a:pt x="406" y="6"/>
                      <a:pt x="406" y="6"/>
                    </a:cubicBezTo>
                    <a:cubicBezTo>
                      <a:pt x="415" y="7"/>
                      <a:pt x="415" y="7"/>
                      <a:pt x="415" y="7"/>
                    </a:cubicBezTo>
                    <a:cubicBezTo>
                      <a:pt x="416" y="22"/>
                      <a:pt x="416" y="22"/>
                      <a:pt x="416" y="22"/>
                    </a:cubicBezTo>
                    <a:cubicBezTo>
                      <a:pt x="406" y="25"/>
                      <a:pt x="406" y="25"/>
                      <a:pt x="406" y="25"/>
                    </a:cubicBezTo>
                    <a:cubicBezTo>
                      <a:pt x="408" y="34"/>
                      <a:pt x="408" y="34"/>
                      <a:pt x="408" y="34"/>
                    </a:cubicBezTo>
                    <a:cubicBezTo>
                      <a:pt x="433" y="38"/>
                      <a:pt x="433" y="38"/>
                      <a:pt x="433" y="38"/>
                    </a:cubicBezTo>
                    <a:cubicBezTo>
                      <a:pt x="449" y="16"/>
                      <a:pt x="449" y="16"/>
                      <a:pt x="449" y="16"/>
                    </a:cubicBezTo>
                    <a:cubicBezTo>
                      <a:pt x="459" y="24"/>
                      <a:pt x="459" y="24"/>
                      <a:pt x="459" y="24"/>
                    </a:cubicBezTo>
                    <a:cubicBezTo>
                      <a:pt x="452" y="41"/>
                      <a:pt x="452" y="41"/>
                      <a:pt x="452" y="41"/>
                    </a:cubicBezTo>
                    <a:cubicBezTo>
                      <a:pt x="477" y="78"/>
                      <a:pt x="477" y="78"/>
                      <a:pt x="477" y="78"/>
                    </a:cubicBezTo>
                    <a:cubicBezTo>
                      <a:pt x="525" y="78"/>
                      <a:pt x="525" y="78"/>
                      <a:pt x="525" y="78"/>
                    </a:cubicBezTo>
                    <a:cubicBezTo>
                      <a:pt x="527" y="98"/>
                      <a:pt x="527" y="98"/>
                      <a:pt x="527" y="98"/>
                    </a:cubicBezTo>
                    <a:cubicBezTo>
                      <a:pt x="545" y="110"/>
                      <a:pt x="545" y="110"/>
                      <a:pt x="545" y="110"/>
                    </a:cubicBezTo>
                    <a:cubicBezTo>
                      <a:pt x="561" y="110"/>
                      <a:pt x="561" y="110"/>
                      <a:pt x="561" y="110"/>
                    </a:cubicBezTo>
                    <a:cubicBezTo>
                      <a:pt x="572" y="123"/>
                      <a:pt x="572" y="123"/>
                      <a:pt x="572" y="123"/>
                    </a:cubicBezTo>
                    <a:cubicBezTo>
                      <a:pt x="554" y="148"/>
                      <a:pt x="554" y="148"/>
                      <a:pt x="554" y="148"/>
                    </a:cubicBezTo>
                    <a:cubicBezTo>
                      <a:pt x="548" y="162"/>
                      <a:pt x="548" y="162"/>
                      <a:pt x="548" y="162"/>
                    </a:cubicBezTo>
                    <a:cubicBezTo>
                      <a:pt x="523" y="188"/>
                      <a:pt x="523" y="188"/>
                      <a:pt x="523" y="188"/>
                    </a:cubicBezTo>
                    <a:cubicBezTo>
                      <a:pt x="537" y="212"/>
                      <a:pt x="537" y="212"/>
                      <a:pt x="537" y="212"/>
                    </a:cubicBezTo>
                    <a:cubicBezTo>
                      <a:pt x="585" y="225"/>
                      <a:pt x="585" y="225"/>
                      <a:pt x="585" y="225"/>
                    </a:cubicBezTo>
                    <a:cubicBezTo>
                      <a:pt x="601" y="230"/>
                      <a:pt x="601" y="230"/>
                      <a:pt x="601" y="230"/>
                    </a:cubicBezTo>
                    <a:cubicBezTo>
                      <a:pt x="607" y="255"/>
                      <a:pt x="607" y="255"/>
                      <a:pt x="607" y="255"/>
                    </a:cubicBezTo>
                    <a:cubicBezTo>
                      <a:pt x="624" y="260"/>
                      <a:pt x="624" y="260"/>
                      <a:pt x="624" y="260"/>
                    </a:cubicBezTo>
                    <a:cubicBezTo>
                      <a:pt x="605" y="275"/>
                      <a:pt x="605" y="275"/>
                      <a:pt x="605" y="275"/>
                    </a:cubicBezTo>
                    <a:cubicBezTo>
                      <a:pt x="608" y="287"/>
                      <a:pt x="608" y="287"/>
                      <a:pt x="608" y="287"/>
                    </a:cubicBezTo>
                    <a:cubicBezTo>
                      <a:pt x="625" y="290"/>
                      <a:pt x="625" y="290"/>
                      <a:pt x="625" y="290"/>
                    </a:cubicBezTo>
                    <a:cubicBezTo>
                      <a:pt x="642" y="312"/>
                      <a:pt x="642" y="312"/>
                      <a:pt x="642" y="312"/>
                    </a:cubicBezTo>
                    <a:lnTo>
                      <a:pt x="633" y="32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8" name="Freeform 1917">
                <a:extLst>
                  <a:ext uri="{FF2B5EF4-FFF2-40B4-BE49-F238E27FC236}">
                    <a16:creationId xmlns:a16="http://schemas.microsoft.com/office/drawing/2014/main" id="{C2BC9F16-940A-4344-961C-6974C7FD4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2100"/>
                <a:ext cx="2" cy="8"/>
              </a:xfrm>
              <a:custGeom>
                <a:avLst/>
                <a:gdLst>
                  <a:gd name="T0" fmla="*/ 3 w 5"/>
                  <a:gd name="T1" fmla="*/ 16 h 19"/>
                  <a:gd name="T2" fmla="*/ 1 w 5"/>
                  <a:gd name="T3" fmla="*/ 13 h 19"/>
                  <a:gd name="T4" fmla="*/ 1 w 5"/>
                  <a:gd name="T5" fmla="*/ 7 h 19"/>
                  <a:gd name="T6" fmla="*/ 0 w 5"/>
                  <a:gd name="T7" fmla="*/ 4 h 19"/>
                  <a:gd name="T8" fmla="*/ 4 w 5"/>
                  <a:gd name="T9" fmla="*/ 1 h 19"/>
                  <a:gd name="T10" fmla="*/ 4 w 5"/>
                  <a:gd name="T11" fmla="*/ 8 h 19"/>
                  <a:gd name="T12" fmla="*/ 3 w 5"/>
                  <a:gd name="T1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9">
                    <a:moveTo>
                      <a:pt x="3" y="16"/>
                    </a:moveTo>
                    <a:cubicBezTo>
                      <a:pt x="1" y="19"/>
                      <a:pt x="1" y="14"/>
                      <a:pt x="1" y="13"/>
                    </a:cubicBezTo>
                    <a:cubicBezTo>
                      <a:pt x="1" y="11"/>
                      <a:pt x="1" y="9"/>
                      <a:pt x="1" y="7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3"/>
                      <a:pt x="2" y="0"/>
                      <a:pt x="4" y="1"/>
                    </a:cubicBezTo>
                    <a:cubicBezTo>
                      <a:pt x="5" y="2"/>
                      <a:pt x="4" y="6"/>
                      <a:pt x="4" y="8"/>
                    </a:cubicBezTo>
                    <a:cubicBezTo>
                      <a:pt x="4" y="11"/>
                      <a:pt x="4" y="13"/>
                      <a:pt x="3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9" name="Freeform 1918">
                <a:extLst>
                  <a:ext uri="{FF2B5EF4-FFF2-40B4-BE49-F238E27FC236}">
                    <a16:creationId xmlns:a16="http://schemas.microsoft.com/office/drawing/2014/main" id="{B46BDEC4-5D99-8640-B8CE-645835E5F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101"/>
                <a:ext cx="8" cy="12"/>
              </a:xfrm>
              <a:custGeom>
                <a:avLst/>
                <a:gdLst>
                  <a:gd name="T0" fmla="*/ 18 w 20"/>
                  <a:gd name="T1" fmla="*/ 24 h 30"/>
                  <a:gd name="T2" fmla="*/ 15 w 20"/>
                  <a:gd name="T3" fmla="*/ 27 h 30"/>
                  <a:gd name="T4" fmla="*/ 12 w 20"/>
                  <a:gd name="T5" fmla="*/ 30 h 30"/>
                  <a:gd name="T6" fmla="*/ 6 w 20"/>
                  <a:gd name="T7" fmla="*/ 27 h 30"/>
                  <a:gd name="T8" fmla="*/ 4 w 20"/>
                  <a:gd name="T9" fmla="*/ 25 h 30"/>
                  <a:gd name="T10" fmla="*/ 1 w 20"/>
                  <a:gd name="T11" fmla="*/ 22 h 30"/>
                  <a:gd name="T12" fmla="*/ 3 w 20"/>
                  <a:gd name="T13" fmla="*/ 11 h 30"/>
                  <a:gd name="T14" fmla="*/ 13 w 20"/>
                  <a:gd name="T15" fmla="*/ 7 h 30"/>
                  <a:gd name="T16" fmla="*/ 20 w 20"/>
                  <a:gd name="T17" fmla="*/ 4 h 30"/>
                  <a:gd name="T18" fmla="*/ 20 w 20"/>
                  <a:gd name="T19" fmla="*/ 9 h 30"/>
                  <a:gd name="T20" fmla="*/ 20 w 20"/>
                  <a:gd name="T21" fmla="*/ 17 h 30"/>
                  <a:gd name="T22" fmla="*/ 18 w 20"/>
                  <a:gd name="T23" fmla="*/ 2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30">
                    <a:moveTo>
                      <a:pt x="18" y="24"/>
                    </a:moveTo>
                    <a:cubicBezTo>
                      <a:pt x="17" y="26"/>
                      <a:pt x="16" y="26"/>
                      <a:pt x="15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6" y="30"/>
                      <a:pt x="6" y="27"/>
                    </a:cubicBezTo>
                    <a:cubicBezTo>
                      <a:pt x="5" y="26"/>
                      <a:pt x="6" y="25"/>
                      <a:pt x="4" y="25"/>
                    </a:cubicBezTo>
                    <a:cubicBezTo>
                      <a:pt x="3" y="24"/>
                      <a:pt x="2" y="24"/>
                      <a:pt x="1" y="22"/>
                    </a:cubicBezTo>
                    <a:cubicBezTo>
                      <a:pt x="0" y="20"/>
                      <a:pt x="0" y="13"/>
                      <a:pt x="3" y="11"/>
                    </a:cubicBezTo>
                    <a:cubicBezTo>
                      <a:pt x="6" y="9"/>
                      <a:pt x="10" y="11"/>
                      <a:pt x="13" y="7"/>
                    </a:cubicBezTo>
                    <a:cubicBezTo>
                      <a:pt x="14" y="5"/>
                      <a:pt x="18" y="0"/>
                      <a:pt x="20" y="4"/>
                    </a:cubicBezTo>
                    <a:cubicBezTo>
                      <a:pt x="20" y="5"/>
                      <a:pt x="20" y="8"/>
                      <a:pt x="20" y="9"/>
                    </a:cubicBezTo>
                    <a:cubicBezTo>
                      <a:pt x="20" y="12"/>
                      <a:pt x="20" y="15"/>
                      <a:pt x="20" y="17"/>
                    </a:cubicBezTo>
                    <a:cubicBezTo>
                      <a:pt x="20" y="20"/>
                      <a:pt x="20" y="23"/>
                      <a:pt x="18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0" name="Freeform 1919">
                <a:extLst>
                  <a:ext uri="{FF2B5EF4-FFF2-40B4-BE49-F238E27FC236}">
                    <a16:creationId xmlns:a16="http://schemas.microsoft.com/office/drawing/2014/main" id="{AD3B6608-8462-ED4C-B0B2-9A6A44205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051"/>
                <a:ext cx="115" cy="122"/>
              </a:xfrm>
              <a:custGeom>
                <a:avLst/>
                <a:gdLst>
                  <a:gd name="T0" fmla="*/ 270 w 282"/>
                  <a:gd name="T1" fmla="*/ 82 h 300"/>
                  <a:gd name="T2" fmla="*/ 280 w 282"/>
                  <a:gd name="T3" fmla="*/ 32 h 300"/>
                  <a:gd name="T4" fmla="*/ 233 w 282"/>
                  <a:gd name="T5" fmla="*/ 0 h 300"/>
                  <a:gd name="T6" fmla="*/ 182 w 282"/>
                  <a:gd name="T7" fmla="*/ 23 h 300"/>
                  <a:gd name="T8" fmla="*/ 176 w 282"/>
                  <a:gd name="T9" fmla="*/ 39 h 300"/>
                  <a:gd name="T10" fmla="*/ 194 w 282"/>
                  <a:gd name="T11" fmla="*/ 55 h 300"/>
                  <a:gd name="T12" fmla="*/ 192 w 282"/>
                  <a:gd name="T13" fmla="*/ 111 h 300"/>
                  <a:gd name="T14" fmla="*/ 190 w 282"/>
                  <a:gd name="T15" fmla="*/ 82 h 300"/>
                  <a:gd name="T16" fmla="*/ 175 w 282"/>
                  <a:gd name="T17" fmla="*/ 54 h 300"/>
                  <a:gd name="T18" fmla="*/ 163 w 282"/>
                  <a:gd name="T19" fmla="*/ 100 h 300"/>
                  <a:gd name="T20" fmla="*/ 143 w 282"/>
                  <a:gd name="T21" fmla="*/ 102 h 300"/>
                  <a:gd name="T22" fmla="*/ 139 w 282"/>
                  <a:gd name="T23" fmla="*/ 83 h 300"/>
                  <a:gd name="T24" fmla="*/ 134 w 282"/>
                  <a:gd name="T25" fmla="*/ 76 h 300"/>
                  <a:gd name="T26" fmla="*/ 135 w 282"/>
                  <a:gd name="T27" fmla="*/ 48 h 300"/>
                  <a:gd name="T28" fmla="*/ 154 w 282"/>
                  <a:gd name="T29" fmla="*/ 41 h 300"/>
                  <a:gd name="T30" fmla="*/ 125 w 282"/>
                  <a:gd name="T31" fmla="*/ 37 h 300"/>
                  <a:gd name="T32" fmla="*/ 87 w 282"/>
                  <a:gd name="T33" fmla="*/ 29 h 300"/>
                  <a:gd name="T34" fmla="*/ 85 w 282"/>
                  <a:gd name="T35" fmla="*/ 32 h 300"/>
                  <a:gd name="T36" fmla="*/ 107 w 282"/>
                  <a:gd name="T37" fmla="*/ 39 h 300"/>
                  <a:gd name="T38" fmla="*/ 115 w 282"/>
                  <a:gd name="T39" fmla="*/ 43 h 300"/>
                  <a:gd name="T40" fmla="*/ 96 w 282"/>
                  <a:gd name="T41" fmla="*/ 65 h 300"/>
                  <a:gd name="T42" fmla="*/ 75 w 282"/>
                  <a:gd name="T43" fmla="*/ 83 h 300"/>
                  <a:gd name="T44" fmla="*/ 46 w 282"/>
                  <a:gd name="T45" fmla="*/ 84 h 300"/>
                  <a:gd name="T46" fmla="*/ 3 w 282"/>
                  <a:gd name="T47" fmla="*/ 87 h 300"/>
                  <a:gd name="T48" fmla="*/ 33 w 282"/>
                  <a:gd name="T49" fmla="*/ 104 h 300"/>
                  <a:gd name="T50" fmla="*/ 42 w 282"/>
                  <a:gd name="T51" fmla="*/ 118 h 300"/>
                  <a:gd name="T52" fmla="*/ 32 w 282"/>
                  <a:gd name="T53" fmla="*/ 143 h 300"/>
                  <a:gd name="T54" fmla="*/ 47 w 282"/>
                  <a:gd name="T55" fmla="*/ 168 h 300"/>
                  <a:gd name="T56" fmla="*/ 38 w 282"/>
                  <a:gd name="T57" fmla="*/ 186 h 300"/>
                  <a:gd name="T58" fmla="*/ 54 w 282"/>
                  <a:gd name="T59" fmla="*/ 208 h 300"/>
                  <a:gd name="T60" fmla="*/ 51 w 282"/>
                  <a:gd name="T61" fmla="*/ 224 h 300"/>
                  <a:gd name="T62" fmla="*/ 66 w 282"/>
                  <a:gd name="T63" fmla="*/ 227 h 300"/>
                  <a:gd name="T64" fmla="*/ 114 w 282"/>
                  <a:gd name="T65" fmla="*/ 240 h 300"/>
                  <a:gd name="T66" fmla="*/ 130 w 282"/>
                  <a:gd name="T67" fmla="*/ 241 h 300"/>
                  <a:gd name="T68" fmla="*/ 130 w 282"/>
                  <a:gd name="T69" fmla="*/ 259 h 300"/>
                  <a:gd name="T70" fmla="*/ 125 w 282"/>
                  <a:gd name="T71" fmla="*/ 271 h 300"/>
                  <a:gd name="T72" fmla="*/ 126 w 282"/>
                  <a:gd name="T73" fmla="*/ 276 h 300"/>
                  <a:gd name="T74" fmla="*/ 142 w 282"/>
                  <a:gd name="T75" fmla="*/ 282 h 300"/>
                  <a:gd name="T76" fmla="*/ 164 w 282"/>
                  <a:gd name="T77" fmla="*/ 297 h 300"/>
                  <a:gd name="T78" fmla="*/ 187 w 282"/>
                  <a:gd name="T79" fmla="*/ 278 h 300"/>
                  <a:gd name="T80" fmla="*/ 196 w 282"/>
                  <a:gd name="T81" fmla="*/ 267 h 300"/>
                  <a:gd name="T82" fmla="*/ 175 w 282"/>
                  <a:gd name="T83" fmla="*/ 259 h 300"/>
                  <a:gd name="T84" fmla="*/ 194 w 282"/>
                  <a:gd name="T85" fmla="*/ 247 h 300"/>
                  <a:gd name="T86" fmla="*/ 218 w 282"/>
                  <a:gd name="T87" fmla="*/ 235 h 300"/>
                  <a:gd name="T88" fmla="*/ 247 w 282"/>
                  <a:gd name="T89" fmla="*/ 224 h 300"/>
                  <a:gd name="T90" fmla="*/ 237 w 282"/>
                  <a:gd name="T91" fmla="*/ 193 h 300"/>
                  <a:gd name="T92" fmla="*/ 214 w 282"/>
                  <a:gd name="T93" fmla="*/ 184 h 300"/>
                  <a:gd name="T94" fmla="*/ 219 w 282"/>
                  <a:gd name="T95" fmla="*/ 160 h 300"/>
                  <a:gd name="T96" fmla="*/ 236 w 282"/>
                  <a:gd name="T97" fmla="*/ 147 h 300"/>
                  <a:gd name="T98" fmla="*/ 255 w 282"/>
                  <a:gd name="T99" fmla="*/ 133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2" h="300">
                    <a:moveTo>
                      <a:pt x="255" y="133"/>
                    </a:moveTo>
                    <a:cubicBezTo>
                      <a:pt x="260" y="132"/>
                      <a:pt x="265" y="132"/>
                      <a:pt x="269" y="130"/>
                    </a:cubicBezTo>
                    <a:cubicBezTo>
                      <a:pt x="276" y="126"/>
                      <a:pt x="276" y="115"/>
                      <a:pt x="275" y="108"/>
                    </a:cubicBezTo>
                    <a:cubicBezTo>
                      <a:pt x="274" y="99"/>
                      <a:pt x="270" y="91"/>
                      <a:pt x="270" y="82"/>
                    </a:cubicBezTo>
                    <a:cubicBezTo>
                      <a:pt x="270" y="78"/>
                      <a:pt x="271" y="74"/>
                      <a:pt x="271" y="70"/>
                    </a:cubicBezTo>
                    <a:cubicBezTo>
                      <a:pt x="271" y="64"/>
                      <a:pt x="269" y="59"/>
                      <a:pt x="269" y="53"/>
                    </a:cubicBezTo>
                    <a:cubicBezTo>
                      <a:pt x="268" y="49"/>
                      <a:pt x="269" y="45"/>
                      <a:pt x="272" y="42"/>
                    </a:cubicBezTo>
                    <a:cubicBezTo>
                      <a:pt x="275" y="39"/>
                      <a:pt x="279" y="36"/>
                      <a:pt x="280" y="32"/>
                    </a:cubicBezTo>
                    <a:cubicBezTo>
                      <a:pt x="282" y="27"/>
                      <a:pt x="281" y="22"/>
                      <a:pt x="277" y="18"/>
                    </a:cubicBezTo>
                    <a:cubicBezTo>
                      <a:pt x="274" y="14"/>
                      <a:pt x="269" y="12"/>
                      <a:pt x="264" y="11"/>
                    </a:cubicBezTo>
                    <a:cubicBezTo>
                      <a:pt x="259" y="10"/>
                      <a:pt x="254" y="7"/>
                      <a:pt x="249" y="5"/>
                    </a:cubicBezTo>
                    <a:cubicBezTo>
                      <a:pt x="244" y="2"/>
                      <a:pt x="239" y="0"/>
                      <a:pt x="233" y="0"/>
                    </a:cubicBezTo>
                    <a:cubicBezTo>
                      <a:pt x="228" y="1"/>
                      <a:pt x="222" y="3"/>
                      <a:pt x="217" y="5"/>
                    </a:cubicBezTo>
                    <a:cubicBezTo>
                      <a:pt x="213" y="7"/>
                      <a:pt x="209" y="9"/>
                      <a:pt x="205" y="11"/>
                    </a:cubicBezTo>
                    <a:cubicBezTo>
                      <a:pt x="202" y="14"/>
                      <a:pt x="199" y="16"/>
                      <a:pt x="196" y="18"/>
                    </a:cubicBezTo>
                    <a:cubicBezTo>
                      <a:pt x="191" y="21"/>
                      <a:pt x="186" y="22"/>
                      <a:pt x="182" y="23"/>
                    </a:cubicBezTo>
                    <a:cubicBezTo>
                      <a:pt x="179" y="24"/>
                      <a:pt x="176" y="25"/>
                      <a:pt x="175" y="28"/>
                    </a:cubicBezTo>
                    <a:cubicBezTo>
                      <a:pt x="174" y="30"/>
                      <a:pt x="172" y="33"/>
                      <a:pt x="169" y="35"/>
                    </a:cubicBezTo>
                    <a:cubicBezTo>
                      <a:pt x="169" y="35"/>
                      <a:pt x="167" y="35"/>
                      <a:pt x="167" y="37"/>
                    </a:cubicBezTo>
                    <a:cubicBezTo>
                      <a:pt x="168" y="38"/>
                      <a:pt x="174" y="39"/>
                      <a:pt x="176" y="39"/>
                    </a:cubicBezTo>
                    <a:cubicBezTo>
                      <a:pt x="179" y="39"/>
                      <a:pt x="183" y="39"/>
                      <a:pt x="187" y="40"/>
                    </a:cubicBezTo>
                    <a:cubicBezTo>
                      <a:pt x="189" y="40"/>
                      <a:pt x="190" y="41"/>
                      <a:pt x="190" y="43"/>
                    </a:cubicBezTo>
                    <a:cubicBezTo>
                      <a:pt x="190" y="45"/>
                      <a:pt x="190" y="48"/>
                      <a:pt x="191" y="49"/>
                    </a:cubicBezTo>
                    <a:cubicBezTo>
                      <a:pt x="192" y="51"/>
                      <a:pt x="193" y="53"/>
                      <a:pt x="194" y="55"/>
                    </a:cubicBezTo>
                    <a:cubicBezTo>
                      <a:pt x="196" y="59"/>
                      <a:pt x="197" y="63"/>
                      <a:pt x="196" y="67"/>
                    </a:cubicBezTo>
                    <a:cubicBezTo>
                      <a:pt x="196" y="75"/>
                      <a:pt x="197" y="82"/>
                      <a:pt x="198" y="89"/>
                    </a:cubicBezTo>
                    <a:cubicBezTo>
                      <a:pt x="198" y="94"/>
                      <a:pt x="198" y="98"/>
                      <a:pt x="197" y="103"/>
                    </a:cubicBezTo>
                    <a:cubicBezTo>
                      <a:pt x="196" y="106"/>
                      <a:pt x="195" y="109"/>
                      <a:pt x="192" y="111"/>
                    </a:cubicBezTo>
                    <a:cubicBezTo>
                      <a:pt x="189" y="112"/>
                      <a:pt x="186" y="111"/>
                      <a:pt x="183" y="109"/>
                    </a:cubicBezTo>
                    <a:cubicBezTo>
                      <a:pt x="182" y="107"/>
                      <a:pt x="178" y="101"/>
                      <a:pt x="182" y="100"/>
                    </a:cubicBezTo>
                    <a:cubicBezTo>
                      <a:pt x="185" y="98"/>
                      <a:pt x="189" y="102"/>
                      <a:pt x="191" y="97"/>
                    </a:cubicBezTo>
                    <a:cubicBezTo>
                      <a:pt x="192" y="92"/>
                      <a:pt x="190" y="86"/>
                      <a:pt x="190" y="82"/>
                    </a:cubicBezTo>
                    <a:cubicBezTo>
                      <a:pt x="189" y="76"/>
                      <a:pt x="189" y="71"/>
                      <a:pt x="189" y="65"/>
                    </a:cubicBezTo>
                    <a:cubicBezTo>
                      <a:pt x="189" y="61"/>
                      <a:pt x="188" y="57"/>
                      <a:pt x="186" y="53"/>
                    </a:cubicBezTo>
                    <a:cubicBezTo>
                      <a:pt x="184" y="51"/>
                      <a:pt x="181" y="48"/>
                      <a:pt x="178" y="47"/>
                    </a:cubicBezTo>
                    <a:cubicBezTo>
                      <a:pt x="174" y="45"/>
                      <a:pt x="174" y="52"/>
                      <a:pt x="175" y="54"/>
                    </a:cubicBezTo>
                    <a:cubicBezTo>
                      <a:pt x="176" y="62"/>
                      <a:pt x="182" y="79"/>
                      <a:pt x="170" y="82"/>
                    </a:cubicBezTo>
                    <a:cubicBezTo>
                      <a:pt x="166" y="82"/>
                      <a:pt x="167" y="87"/>
                      <a:pt x="168" y="91"/>
                    </a:cubicBezTo>
                    <a:cubicBezTo>
                      <a:pt x="168" y="93"/>
                      <a:pt x="168" y="95"/>
                      <a:pt x="166" y="97"/>
                    </a:cubicBezTo>
                    <a:cubicBezTo>
                      <a:pt x="165" y="99"/>
                      <a:pt x="164" y="99"/>
                      <a:pt x="163" y="100"/>
                    </a:cubicBezTo>
                    <a:cubicBezTo>
                      <a:pt x="161" y="101"/>
                      <a:pt x="160" y="103"/>
                      <a:pt x="159" y="104"/>
                    </a:cubicBezTo>
                    <a:cubicBezTo>
                      <a:pt x="158" y="105"/>
                      <a:pt x="158" y="108"/>
                      <a:pt x="156" y="109"/>
                    </a:cubicBezTo>
                    <a:cubicBezTo>
                      <a:pt x="154" y="110"/>
                      <a:pt x="152" y="105"/>
                      <a:pt x="151" y="104"/>
                    </a:cubicBezTo>
                    <a:cubicBezTo>
                      <a:pt x="149" y="101"/>
                      <a:pt x="145" y="103"/>
                      <a:pt x="143" y="102"/>
                    </a:cubicBezTo>
                    <a:cubicBezTo>
                      <a:pt x="141" y="102"/>
                      <a:pt x="134" y="102"/>
                      <a:pt x="134" y="99"/>
                    </a:cubicBezTo>
                    <a:cubicBezTo>
                      <a:pt x="134" y="96"/>
                      <a:pt x="139" y="95"/>
                      <a:pt x="141" y="94"/>
                    </a:cubicBezTo>
                    <a:cubicBezTo>
                      <a:pt x="144" y="93"/>
                      <a:pt x="146" y="91"/>
                      <a:pt x="145" y="88"/>
                    </a:cubicBezTo>
                    <a:cubicBezTo>
                      <a:pt x="144" y="85"/>
                      <a:pt x="142" y="81"/>
                      <a:pt x="139" y="83"/>
                    </a:cubicBezTo>
                    <a:cubicBezTo>
                      <a:pt x="136" y="86"/>
                      <a:pt x="133" y="88"/>
                      <a:pt x="128" y="87"/>
                    </a:cubicBezTo>
                    <a:cubicBezTo>
                      <a:pt x="127" y="87"/>
                      <a:pt x="125" y="86"/>
                      <a:pt x="125" y="85"/>
                    </a:cubicBezTo>
                    <a:cubicBezTo>
                      <a:pt x="125" y="84"/>
                      <a:pt x="127" y="83"/>
                      <a:pt x="127" y="82"/>
                    </a:cubicBezTo>
                    <a:cubicBezTo>
                      <a:pt x="129" y="80"/>
                      <a:pt x="131" y="76"/>
                      <a:pt x="134" y="76"/>
                    </a:cubicBezTo>
                    <a:cubicBezTo>
                      <a:pt x="137" y="76"/>
                      <a:pt x="141" y="79"/>
                      <a:pt x="143" y="74"/>
                    </a:cubicBezTo>
                    <a:cubicBezTo>
                      <a:pt x="145" y="70"/>
                      <a:pt x="141" y="66"/>
                      <a:pt x="137" y="63"/>
                    </a:cubicBezTo>
                    <a:cubicBezTo>
                      <a:pt x="134" y="61"/>
                      <a:pt x="133" y="58"/>
                      <a:pt x="133" y="53"/>
                    </a:cubicBezTo>
                    <a:cubicBezTo>
                      <a:pt x="133" y="52"/>
                      <a:pt x="133" y="49"/>
                      <a:pt x="135" y="48"/>
                    </a:cubicBezTo>
                    <a:cubicBezTo>
                      <a:pt x="136" y="47"/>
                      <a:pt x="138" y="48"/>
                      <a:pt x="139" y="49"/>
                    </a:cubicBezTo>
                    <a:cubicBezTo>
                      <a:pt x="141" y="50"/>
                      <a:pt x="144" y="52"/>
                      <a:pt x="146" y="53"/>
                    </a:cubicBezTo>
                    <a:cubicBezTo>
                      <a:pt x="146" y="50"/>
                      <a:pt x="146" y="46"/>
                      <a:pt x="148" y="44"/>
                    </a:cubicBezTo>
                    <a:cubicBezTo>
                      <a:pt x="149" y="42"/>
                      <a:pt x="153" y="44"/>
                      <a:pt x="154" y="41"/>
                    </a:cubicBezTo>
                    <a:cubicBezTo>
                      <a:pt x="156" y="38"/>
                      <a:pt x="153" y="35"/>
                      <a:pt x="150" y="35"/>
                    </a:cubicBezTo>
                    <a:cubicBezTo>
                      <a:pt x="148" y="35"/>
                      <a:pt x="145" y="36"/>
                      <a:pt x="143" y="37"/>
                    </a:cubicBezTo>
                    <a:cubicBezTo>
                      <a:pt x="140" y="40"/>
                      <a:pt x="139" y="40"/>
                      <a:pt x="135" y="39"/>
                    </a:cubicBezTo>
                    <a:cubicBezTo>
                      <a:pt x="132" y="38"/>
                      <a:pt x="129" y="38"/>
                      <a:pt x="125" y="37"/>
                    </a:cubicBezTo>
                    <a:cubicBezTo>
                      <a:pt x="123" y="37"/>
                      <a:pt x="120" y="37"/>
                      <a:pt x="118" y="37"/>
                    </a:cubicBezTo>
                    <a:cubicBezTo>
                      <a:pt x="115" y="36"/>
                      <a:pt x="113" y="35"/>
                      <a:pt x="111" y="35"/>
                    </a:cubicBezTo>
                    <a:cubicBezTo>
                      <a:pt x="106" y="34"/>
                      <a:pt x="95" y="36"/>
                      <a:pt x="96" y="28"/>
                    </a:cubicBezTo>
                    <a:cubicBezTo>
                      <a:pt x="92" y="28"/>
                      <a:pt x="90" y="31"/>
                      <a:pt x="87" y="29"/>
                    </a:cubicBezTo>
                    <a:cubicBezTo>
                      <a:pt x="85" y="29"/>
                      <a:pt x="84" y="28"/>
                      <a:pt x="82" y="27"/>
                    </a:cubicBezTo>
                    <a:cubicBezTo>
                      <a:pt x="81" y="25"/>
                      <a:pt x="80" y="24"/>
                      <a:pt x="78" y="24"/>
                    </a:cubicBezTo>
                    <a:cubicBezTo>
                      <a:pt x="75" y="24"/>
                      <a:pt x="73" y="25"/>
                      <a:pt x="75" y="27"/>
                    </a:cubicBezTo>
                    <a:cubicBezTo>
                      <a:pt x="78" y="30"/>
                      <a:pt x="82" y="30"/>
                      <a:pt x="85" y="32"/>
                    </a:cubicBezTo>
                    <a:cubicBezTo>
                      <a:pt x="87" y="33"/>
                      <a:pt x="88" y="35"/>
                      <a:pt x="91" y="36"/>
                    </a:cubicBezTo>
                    <a:cubicBezTo>
                      <a:pt x="93" y="38"/>
                      <a:pt x="96" y="38"/>
                      <a:pt x="98" y="39"/>
                    </a:cubicBezTo>
                    <a:cubicBezTo>
                      <a:pt x="100" y="39"/>
                      <a:pt x="101" y="40"/>
                      <a:pt x="103" y="40"/>
                    </a:cubicBezTo>
                    <a:cubicBezTo>
                      <a:pt x="104" y="40"/>
                      <a:pt x="105" y="39"/>
                      <a:pt x="107" y="39"/>
                    </a:cubicBezTo>
                    <a:cubicBezTo>
                      <a:pt x="107" y="39"/>
                      <a:pt x="108" y="39"/>
                      <a:pt x="108" y="39"/>
                    </a:cubicBezTo>
                    <a:cubicBezTo>
                      <a:pt x="109" y="39"/>
                      <a:pt x="110" y="39"/>
                      <a:pt x="111" y="39"/>
                    </a:cubicBezTo>
                    <a:cubicBezTo>
                      <a:pt x="112" y="39"/>
                      <a:pt x="113" y="39"/>
                      <a:pt x="113" y="41"/>
                    </a:cubicBezTo>
                    <a:cubicBezTo>
                      <a:pt x="114" y="42"/>
                      <a:pt x="115" y="42"/>
                      <a:pt x="115" y="43"/>
                    </a:cubicBezTo>
                    <a:cubicBezTo>
                      <a:pt x="116" y="45"/>
                      <a:pt x="114" y="47"/>
                      <a:pt x="113" y="48"/>
                    </a:cubicBezTo>
                    <a:cubicBezTo>
                      <a:pt x="112" y="50"/>
                      <a:pt x="111" y="51"/>
                      <a:pt x="109" y="53"/>
                    </a:cubicBezTo>
                    <a:cubicBezTo>
                      <a:pt x="106" y="56"/>
                      <a:pt x="102" y="58"/>
                      <a:pt x="99" y="61"/>
                    </a:cubicBezTo>
                    <a:cubicBezTo>
                      <a:pt x="98" y="63"/>
                      <a:pt x="97" y="64"/>
                      <a:pt x="96" y="65"/>
                    </a:cubicBezTo>
                    <a:cubicBezTo>
                      <a:pt x="94" y="65"/>
                      <a:pt x="92" y="65"/>
                      <a:pt x="91" y="66"/>
                    </a:cubicBezTo>
                    <a:cubicBezTo>
                      <a:pt x="86" y="67"/>
                      <a:pt x="89" y="73"/>
                      <a:pt x="87" y="76"/>
                    </a:cubicBezTo>
                    <a:cubicBezTo>
                      <a:pt x="86" y="80"/>
                      <a:pt x="81" y="82"/>
                      <a:pt x="78" y="83"/>
                    </a:cubicBezTo>
                    <a:cubicBezTo>
                      <a:pt x="77" y="83"/>
                      <a:pt x="76" y="83"/>
                      <a:pt x="75" y="83"/>
                    </a:cubicBezTo>
                    <a:cubicBezTo>
                      <a:pt x="74" y="84"/>
                      <a:pt x="73" y="85"/>
                      <a:pt x="72" y="85"/>
                    </a:cubicBezTo>
                    <a:cubicBezTo>
                      <a:pt x="70" y="87"/>
                      <a:pt x="68" y="88"/>
                      <a:pt x="66" y="89"/>
                    </a:cubicBezTo>
                    <a:cubicBezTo>
                      <a:pt x="62" y="89"/>
                      <a:pt x="58" y="87"/>
                      <a:pt x="55" y="85"/>
                    </a:cubicBezTo>
                    <a:cubicBezTo>
                      <a:pt x="52" y="84"/>
                      <a:pt x="50" y="83"/>
                      <a:pt x="46" y="84"/>
                    </a:cubicBezTo>
                    <a:cubicBezTo>
                      <a:pt x="43" y="86"/>
                      <a:pt x="40" y="88"/>
                      <a:pt x="36" y="87"/>
                    </a:cubicBezTo>
                    <a:cubicBezTo>
                      <a:pt x="32" y="87"/>
                      <a:pt x="28" y="85"/>
                      <a:pt x="24" y="84"/>
                    </a:cubicBezTo>
                    <a:cubicBezTo>
                      <a:pt x="20" y="83"/>
                      <a:pt x="16" y="82"/>
                      <a:pt x="12" y="83"/>
                    </a:cubicBezTo>
                    <a:cubicBezTo>
                      <a:pt x="11" y="83"/>
                      <a:pt x="0" y="84"/>
                      <a:pt x="3" y="87"/>
                    </a:cubicBezTo>
                    <a:cubicBezTo>
                      <a:pt x="4" y="89"/>
                      <a:pt x="8" y="89"/>
                      <a:pt x="9" y="89"/>
                    </a:cubicBezTo>
                    <a:cubicBezTo>
                      <a:pt x="12" y="90"/>
                      <a:pt x="15" y="90"/>
                      <a:pt x="18" y="90"/>
                    </a:cubicBezTo>
                    <a:cubicBezTo>
                      <a:pt x="22" y="91"/>
                      <a:pt x="26" y="92"/>
                      <a:pt x="29" y="95"/>
                    </a:cubicBezTo>
                    <a:cubicBezTo>
                      <a:pt x="32" y="97"/>
                      <a:pt x="35" y="101"/>
                      <a:pt x="33" y="104"/>
                    </a:cubicBezTo>
                    <a:cubicBezTo>
                      <a:pt x="30" y="108"/>
                      <a:pt x="25" y="106"/>
                      <a:pt x="21" y="105"/>
                    </a:cubicBezTo>
                    <a:cubicBezTo>
                      <a:pt x="20" y="104"/>
                      <a:pt x="13" y="103"/>
                      <a:pt x="14" y="107"/>
                    </a:cubicBezTo>
                    <a:cubicBezTo>
                      <a:pt x="15" y="111"/>
                      <a:pt x="23" y="112"/>
                      <a:pt x="26" y="113"/>
                    </a:cubicBezTo>
                    <a:cubicBezTo>
                      <a:pt x="31" y="114"/>
                      <a:pt x="38" y="114"/>
                      <a:pt x="42" y="118"/>
                    </a:cubicBezTo>
                    <a:cubicBezTo>
                      <a:pt x="43" y="121"/>
                      <a:pt x="44" y="123"/>
                      <a:pt x="45" y="126"/>
                    </a:cubicBezTo>
                    <a:cubicBezTo>
                      <a:pt x="45" y="128"/>
                      <a:pt x="46" y="131"/>
                      <a:pt x="47" y="133"/>
                    </a:cubicBezTo>
                    <a:cubicBezTo>
                      <a:pt x="47" y="139"/>
                      <a:pt x="42" y="139"/>
                      <a:pt x="38" y="140"/>
                    </a:cubicBezTo>
                    <a:cubicBezTo>
                      <a:pt x="36" y="140"/>
                      <a:pt x="33" y="141"/>
                      <a:pt x="32" y="143"/>
                    </a:cubicBezTo>
                    <a:cubicBezTo>
                      <a:pt x="32" y="144"/>
                      <a:pt x="35" y="146"/>
                      <a:pt x="36" y="147"/>
                    </a:cubicBezTo>
                    <a:cubicBezTo>
                      <a:pt x="41" y="149"/>
                      <a:pt x="44" y="152"/>
                      <a:pt x="44" y="158"/>
                    </a:cubicBezTo>
                    <a:cubicBezTo>
                      <a:pt x="44" y="160"/>
                      <a:pt x="43" y="162"/>
                      <a:pt x="44" y="164"/>
                    </a:cubicBezTo>
                    <a:cubicBezTo>
                      <a:pt x="45" y="165"/>
                      <a:pt x="46" y="166"/>
                      <a:pt x="47" y="168"/>
                    </a:cubicBezTo>
                    <a:cubicBezTo>
                      <a:pt x="50" y="171"/>
                      <a:pt x="50" y="175"/>
                      <a:pt x="48" y="179"/>
                    </a:cubicBezTo>
                    <a:cubicBezTo>
                      <a:pt x="47" y="180"/>
                      <a:pt x="46" y="181"/>
                      <a:pt x="46" y="182"/>
                    </a:cubicBezTo>
                    <a:cubicBezTo>
                      <a:pt x="45" y="182"/>
                      <a:pt x="45" y="183"/>
                      <a:pt x="44" y="184"/>
                    </a:cubicBezTo>
                    <a:cubicBezTo>
                      <a:pt x="42" y="185"/>
                      <a:pt x="39" y="184"/>
                      <a:pt x="38" y="186"/>
                    </a:cubicBezTo>
                    <a:cubicBezTo>
                      <a:pt x="36" y="187"/>
                      <a:pt x="36" y="191"/>
                      <a:pt x="36" y="193"/>
                    </a:cubicBezTo>
                    <a:cubicBezTo>
                      <a:pt x="37" y="196"/>
                      <a:pt x="40" y="197"/>
                      <a:pt x="43" y="198"/>
                    </a:cubicBezTo>
                    <a:cubicBezTo>
                      <a:pt x="46" y="199"/>
                      <a:pt x="48" y="201"/>
                      <a:pt x="51" y="203"/>
                    </a:cubicBezTo>
                    <a:cubicBezTo>
                      <a:pt x="53" y="205"/>
                      <a:pt x="54" y="205"/>
                      <a:pt x="54" y="208"/>
                    </a:cubicBezTo>
                    <a:cubicBezTo>
                      <a:pt x="54" y="209"/>
                      <a:pt x="54" y="211"/>
                      <a:pt x="54" y="212"/>
                    </a:cubicBezTo>
                    <a:cubicBezTo>
                      <a:pt x="54" y="213"/>
                      <a:pt x="53" y="213"/>
                      <a:pt x="53" y="214"/>
                    </a:cubicBezTo>
                    <a:cubicBezTo>
                      <a:pt x="53" y="217"/>
                      <a:pt x="58" y="216"/>
                      <a:pt x="57" y="219"/>
                    </a:cubicBezTo>
                    <a:cubicBezTo>
                      <a:pt x="55" y="221"/>
                      <a:pt x="51" y="221"/>
                      <a:pt x="51" y="224"/>
                    </a:cubicBezTo>
                    <a:cubicBezTo>
                      <a:pt x="50" y="226"/>
                      <a:pt x="55" y="229"/>
                      <a:pt x="56" y="230"/>
                    </a:cubicBezTo>
                    <a:cubicBezTo>
                      <a:pt x="57" y="231"/>
                      <a:pt x="58" y="231"/>
                      <a:pt x="60" y="231"/>
                    </a:cubicBezTo>
                    <a:cubicBezTo>
                      <a:pt x="61" y="232"/>
                      <a:pt x="62" y="232"/>
                      <a:pt x="62" y="233"/>
                    </a:cubicBezTo>
                    <a:cubicBezTo>
                      <a:pt x="63" y="231"/>
                      <a:pt x="64" y="229"/>
                      <a:pt x="66" y="227"/>
                    </a:cubicBezTo>
                    <a:cubicBezTo>
                      <a:pt x="68" y="224"/>
                      <a:pt x="72" y="225"/>
                      <a:pt x="76" y="225"/>
                    </a:cubicBezTo>
                    <a:cubicBezTo>
                      <a:pt x="80" y="226"/>
                      <a:pt x="85" y="227"/>
                      <a:pt x="90" y="228"/>
                    </a:cubicBezTo>
                    <a:cubicBezTo>
                      <a:pt x="95" y="230"/>
                      <a:pt x="100" y="234"/>
                      <a:pt x="105" y="236"/>
                    </a:cubicBezTo>
                    <a:cubicBezTo>
                      <a:pt x="108" y="237"/>
                      <a:pt x="112" y="237"/>
                      <a:pt x="114" y="240"/>
                    </a:cubicBezTo>
                    <a:cubicBezTo>
                      <a:pt x="115" y="241"/>
                      <a:pt x="116" y="245"/>
                      <a:pt x="117" y="242"/>
                    </a:cubicBezTo>
                    <a:cubicBezTo>
                      <a:pt x="118" y="238"/>
                      <a:pt x="118" y="234"/>
                      <a:pt x="120" y="231"/>
                    </a:cubicBezTo>
                    <a:cubicBezTo>
                      <a:pt x="122" y="228"/>
                      <a:pt x="126" y="230"/>
                      <a:pt x="128" y="231"/>
                    </a:cubicBezTo>
                    <a:cubicBezTo>
                      <a:pt x="132" y="233"/>
                      <a:pt x="133" y="237"/>
                      <a:pt x="130" y="241"/>
                    </a:cubicBezTo>
                    <a:cubicBezTo>
                      <a:pt x="129" y="243"/>
                      <a:pt x="125" y="246"/>
                      <a:pt x="130" y="248"/>
                    </a:cubicBezTo>
                    <a:cubicBezTo>
                      <a:pt x="133" y="248"/>
                      <a:pt x="138" y="247"/>
                      <a:pt x="140" y="249"/>
                    </a:cubicBezTo>
                    <a:cubicBezTo>
                      <a:pt x="143" y="251"/>
                      <a:pt x="140" y="256"/>
                      <a:pt x="138" y="258"/>
                    </a:cubicBezTo>
                    <a:cubicBezTo>
                      <a:pt x="136" y="261"/>
                      <a:pt x="133" y="259"/>
                      <a:pt x="130" y="259"/>
                    </a:cubicBezTo>
                    <a:cubicBezTo>
                      <a:pt x="128" y="259"/>
                      <a:pt x="124" y="262"/>
                      <a:pt x="127" y="264"/>
                    </a:cubicBezTo>
                    <a:cubicBezTo>
                      <a:pt x="130" y="266"/>
                      <a:pt x="137" y="264"/>
                      <a:pt x="139" y="268"/>
                    </a:cubicBezTo>
                    <a:cubicBezTo>
                      <a:pt x="140" y="270"/>
                      <a:pt x="139" y="274"/>
                      <a:pt x="136" y="275"/>
                    </a:cubicBezTo>
                    <a:cubicBezTo>
                      <a:pt x="133" y="275"/>
                      <a:pt x="128" y="272"/>
                      <a:pt x="125" y="271"/>
                    </a:cubicBezTo>
                    <a:cubicBezTo>
                      <a:pt x="122" y="269"/>
                      <a:pt x="120" y="266"/>
                      <a:pt x="116" y="265"/>
                    </a:cubicBezTo>
                    <a:cubicBezTo>
                      <a:pt x="115" y="265"/>
                      <a:pt x="114" y="266"/>
                      <a:pt x="115" y="267"/>
                    </a:cubicBezTo>
                    <a:cubicBezTo>
                      <a:pt x="116" y="269"/>
                      <a:pt x="118" y="271"/>
                      <a:pt x="120" y="272"/>
                    </a:cubicBezTo>
                    <a:cubicBezTo>
                      <a:pt x="122" y="274"/>
                      <a:pt x="124" y="275"/>
                      <a:pt x="126" y="276"/>
                    </a:cubicBezTo>
                    <a:cubicBezTo>
                      <a:pt x="127" y="276"/>
                      <a:pt x="129" y="276"/>
                      <a:pt x="130" y="277"/>
                    </a:cubicBezTo>
                    <a:cubicBezTo>
                      <a:pt x="131" y="277"/>
                      <a:pt x="131" y="278"/>
                      <a:pt x="132" y="278"/>
                    </a:cubicBezTo>
                    <a:cubicBezTo>
                      <a:pt x="133" y="279"/>
                      <a:pt x="134" y="279"/>
                      <a:pt x="135" y="279"/>
                    </a:cubicBezTo>
                    <a:cubicBezTo>
                      <a:pt x="137" y="280"/>
                      <a:pt x="140" y="281"/>
                      <a:pt x="142" y="282"/>
                    </a:cubicBezTo>
                    <a:cubicBezTo>
                      <a:pt x="143" y="283"/>
                      <a:pt x="145" y="283"/>
                      <a:pt x="146" y="285"/>
                    </a:cubicBezTo>
                    <a:cubicBezTo>
                      <a:pt x="146" y="286"/>
                      <a:pt x="145" y="287"/>
                      <a:pt x="145" y="288"/>
                    </a:cubicBezTo>
                    <a:cubicBezTo>
                      <a:pt x="147" y="291"/>
                      <a:pt x="153" y="290"/>
                      <a:pt x="156" y="290"/>
                    </a:cubicBezTo>
                    <a:cubicBezTo>
                      <a:pt x="160" y="289"/>
                      <a:pt x="162" y="294"/>
                      <a:pt x="164" y="297"/>
                    </a:cubicBezTo>
                    <a:cubicBezTo>
                      <a:pt x="167" y="299"/>
                      <a:pt x="171" y="300"/>
                      <a:pt x="174" y="298"/>
                    </a:cubicBezTo>
                    <a:cubicBezTo>
                      <a:pt x="176" y="297"/>
                      <a:pt x="177" y="294"/>
                      <a:pt x="180" y="293"/>
                    </a:cubicBezTo>
                    <a:cubicBezTo>
                      <a:pt x="183" y="293"/>
                      <a:pt x="185" y="293"/>
                      <a:pt x="187" y="289"/>
                    </a:cubicBezTo>
                    <a:cubicBezTo>
                      <a:pt x="188" y="286"/>
                      <a:pt x="190" y="281"/>
                      <a:pt x="187" y="278"/>
                    </a:cubicBezTo>
                    <a:cubicBezTo>
                      <a:pt x="185" y="276"/>
                      <a:pt x="183" y="273"/>
                      <a:pt x="185" y="271"/>
                    </a:cubicBezTo>
                    <a:cubicBezTo>
                      <a:pt x="186" y="269"/>
                      <a:pt x="188" y="268"/>
                      <a:pt x="189" y="268"/>
                    </a:cubicBezTo>
                    <a:cubicBezTo>
                      <a:pt x="191" y="269"/>
                      <a:pt x="192" y="270"/>
                      <a:pt x="192" y="271"/>
                    </a:cubicBezTo>
                    <a:cubicBezTo>
                      <a:pt x="194" y="275"/>
                      <a:pt x="196" y="269"/>
                      <a:pt x="196" y="267"/>
                    </a:cubicBezTo>
                    <a:cubicBezTo>
                      <a:pt x="196" y="264"/>
                      <a:pt x="195" y="259"/>
                      <a:pt x="191" y="259"/>
                    </a:cubicBezTo>
                    <a:cubicBezTo>
                      <a:pt x="190" y="258"/>
                      <a:pt x="189" y="259"/>
                      <a:pt x="187" y="259"/>
                    </a:cubicBezTo>
                    <a:cubicBezTo>
                      <a:pt x="186" y="259"/>
                      <a:pt x="184" y="258"/>
                      <a:pt x="183" y="258"/>
                    </a:cubicBezTo>
                    <a:cubicBezTo>
                      <a:pt x="180" y="258"/>
                      <a:pt x="178" y="259"/>
                      <a:pt x="175" y="259"/>
                    </a:cubicBezTo>
                    <a:cubicBezTo>
                      <a:pt x="171" y="259"/>
                      <a:pt x="170" y="254"/>
                      <a:pt x="171" y="251"/>
                    </a:cubicBezTo>
                    <a:cubicBezTo>
                      <a:pt x="172" y="247"/>
                      <a:pt x="180" y="244"/>
                      <a:pt x="183" y="246"/>
                    </a:cubicBezTo>
                    <a:cubicBezTo>
                      <a:pt x="185" y="248"/>
                      <a:pt x="186" y="255"/>
                      <a:pt x="190" y="251"/>
                    </a:cubicBezTo>
                    <a:cubicBezTo>
                      <a:pt x="192" y="250"/>
                      <a:pt x="193" y="248"/>
                      <a:pt x="194" y="247"/>
                    </a:cubicBezTo>
                    <a:cubicBezTo>
                      <a:pt x="195" y="245"/>
                      <a:pt x="196" y="245"/>
                      <a:pt x="197" y="244"/>
                    </a:cubicBezTo>
                    <a:cubicBezTo>
                      <a:pt x="201" y="241"/>
                      <a:pt x="204" y="237"/>
                      <a:pt x="208" y="235"/>
                    </a:cubicBezTo>
                    <a:cubicBezTo>
                      <a:pt x="210" y="235"/>
                      <a:pt x="211" y="234"/>
                      <a:pt x="213" y="234"/>
                    </a:cubicBezTo>
                    <a:cubicBezTo>
                      <a:pt x="215" y="234"/>
                      <a:pt x="216" y="234"/>
                      <a:pt x="218" y="235"/>
                    </a:cubicBezTo>
                    <a:cubicBezTo>
                      <a:pt x="219" y="235"/>
                      <a:pt x="221" y="234"/>
                      <a:pt x="223" y="234"/>
                    </a:cubicBezTo>
                    <a:cubicBezTo>
                      <a:pt x="224" y="234"/>
                      <a:pt x="225" y="235"/>
                      <a:pt x="226" y="234"/>
                    </a:cubicBezTo>
                    <a:cubicBezTo>
                      <a:pt x="230" y="234"/>
                      <a:pt x="233" y="232"/>
                      <a:pt x="236" y="232"/>
                    </a:cubicBezTo>
                    <a:cubicBezTo>
                      <a:pt x="241" y="231"/>
                      <a:pt x="246" y="228"/>
                      <a:pt x="247" y="224"/>
                    </a:cubicBezTo>
                    <a:cubicBezTo>
                      <a:pt x="248" y="222"/>
                      <a:pt x="247" y="220"/>
                      <a:pt x="247" y="219"/>
                    </a:cubicBezTo>
                    <a:cubicBezTo>
                      <a:pt x="247" y="216"/>
                      <a:pt x="248" y="213"/>
                      <a:pt x="248" y="211"/>
                    </a:cubicBezTo>
                    <a:cubicBezTo>
                      <a:pt x="248" y="208"/>
                      <a:pt x="248" y="205"/>
                      <a:pt x="246" y="202"/>
                    </a:cubicBezTo>
                    <a:cubicBezTo>
                      <a:pt x="244" y="198"/>
                      <a:pt x="241" y="195"/>
                      <a:pt x="237" y="193"/>
                    </a:cubicBezTo>
                    <a:cubicBezTo>
                      <a:pt x="234" y="192"/>
                      <a:pt x="232" y="190"/>
                      <a:pt x="229" y="189"/>
                    </a:cubicBezTo>
                    <a:cubicBezTo>
                      <a:pt x="228" y="188"/>
                      <a:pt x="226" y="188"/>
                      <a:pt x="224" y="187"/>
                    </a:cubicBezTo>
                    <a:cubicBezTo>
                      <a:pt x="223" y="187"/>
                      <a:pt x="221" y="187"/>
                      <a:pt x="220" y="187"/>
                    </a:cubicBezTo>
                    <a:cubicBezTo>
                      <a:pt x="218" y="186"/>
                      <a:pt x="216" y="185"/>
                      <a:pt x="214" y="184"/>
                    </a:cubicBezTo>
                    <a:cubicBezTo>
                      <a:pt x="212" y="183"/>
                      <a:pt x="210" y="182"/>
                      <a:pt x="210" y="179"/>
                    </a:cubicBezTo>
                    <a:cubicBezTo>
                      <a:pt x="210" y="175"/>
                      <a:pt x="211" y="170"/>
                      <a:pt x="214" y="167"/>
                    </a:cubicBezTo>
                    <a:cubicBezTo>
                      <a:pt x="215" y="166"/>
                      <a:pt x="215" y="165"/>
                      <a:pt x="216" y="164"/>
                    </a:cubicBezTo>
                    <a:cubicBezTo>
                      <a:pt x="217" y="163"/>
                      <a:pt x="217" y="162"/>
                      <a:pt x="219" y="160"/>
                    </a:cubicBezTo>
                    <a:cubicBezTo>
                      <a:pt x="219" y="159"/>
                      <a:pt x="220" y="158"/>
                      <a:pt x="221" y="157"/>
                    </a:cubicBezTo>
                    <a:cubicBezTo>
                      <a:pt x="222" y="156"/>
                      <a:pt x="224" y="155"/>
                      <a:pt x="225" y="155"/>
                    </a:cubicBezTo>
                    <a:cubicBezTo>
                      <a:pt x="227" y="153"/>
                      <a:pt x="229" y="151"/>
                      <a:pt x="231" y="150"/>
                    </a:cubicBezTo>
                    <a:cubicBezTo>
                      <a:pt x="233" y="149"/>
                      <a:pt x="235" y="148"/>
                      <a:pt x="236" y="147"/>
                    </a:cubicBezTo>
                    <a:cubicBezTo>
                      <a:pt x="237" y="147"/>
                      <a:pt x="238" y="146"/>
                      <a:pt x="239" y="145"/>
                    </a:cubicBezTo>
                    <a:cubicBezTo>
                      <a:pt x="240" y="144"/>
                      <a:pt x="242" y="143"/>
                      <a:pt x="243" y="142"/>
                    </a:cubicBezTo>
                    <a:cubicBezTo>
                      <a:pt x="244" y="140"/>
                      <a:pt x="245" y="139"/>
                      <a:pt x="246" y="139"/>
                    </a:cubicBezTo>
                    <a:cubicBezTo>
                      <a:pt x="249" y="136"/>
                      <a:pt x="252" y="135"/>
                      <a:pt x="255" y="13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1" name="Freeform 1920">
                <a:extLst>
                  <a:ext uri="{FF2B5EF4-FFF2-40B4-BE49-F238E27FC236}">
                    <a16:creationId xmlns:a16="http://schemas.microsoft.com/office/drawing/2014/main" id="{9151426A-AE51-F649-8D2F-E8828421D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083"/>
                <a:ext cx="4" cy="5"/>
              </a:xfrm>
              <a:custGeom>
                <a:avLst/>
                <a:gdLst>
                  <a:gd name="T0" fmla="*/ 1 w 11"/>
                  <a:gd name="T1" fmla="*/ 9 h 13"/>
                  <a:gd name="T2" fmla="*/ 4 w 11"/>
                  <a:gd name="T3" fmla="*/ 2 h 13"/>
                  <a:gd name="T4" fmla="*/ 10 w 11"/>
                  <a:gd name="T5" fmla="*/ 9 h 13"/>
                  <a:gd name="T6" fmla="*/ 6 w 11"/>
                  <a:gd name="T7" fmla="*/ 11 h 13"/>
                  <a:gd name="T8" fmla="*/ 1 w 11"/>
                  <a:gd name="T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" y="9"/>
                    </a:moveTo>
                    <a:cubicBezTo>
                      <a:pt x="0" y="7"/>
                      <a:pt x="2" y="3"/>
                      <a:pt x="4" y="2"/>
                    </a:cubicBezTo>
                    <a:cubicBezTo>
                      <a:pt x="8" y="0"/>
                      <a:pt x="11" y="6"/>
                      <a:pt x="10" y="9"/>
                    </a:cubicBezTo>
                    <a:cubicBezTo>
                      <a:pt x="10" y="10"/>
                      <a:pt x="8" y="11"/>
                      <a:pt x="6" y="11"/>
                    </a:cubicBezTo>
                    <a:cubicBezTo>
                      <a:pt x="4" y="12"/>
                      <a:pt x="1" y="13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2" name="Freeform 1921">
                <a:extLst>
                  <a:ext uri="{FF2B5EF4-FFF2-40B4-BE49-F238E27FC236}">
                    <a16:creationId xmlns:a16="http://schemas.microsoft.com/office/drawing/2014/main" id="{28CA019A-E09B-774F-B65D-58908571E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067"/>
                <a:ext cx="11" cy="8"/>
              </a:xfrm>
              <a:custGeom>
                <a:avLst/>
                <a:gdLst>
                  <a:gd name="T0" fmla="*/ 6 w 26"/>
                  <a:gd name="T1" fmla="*/ 1 h 19"/>
                  <a:gd name="T2" fmla="*/ 1 w 26"/>
                  <a:gd name="T3" fmla="*/ 0 h 19"/>
                  <a:gd name="T4" fmla="*/ 11 w 26"/>
                  <a:gd name="T5" fmla="*/ 10 h 19"/>
                  <a:gd name="T6" fmla="*/ 17 w 26"/>
                  <a:gd name="T7" fmla="*/ 16 h 19"/>
                  <a:gd name="T8" fmla="*/ 24 w 26"/>
                  <a:gd name="T9" fmla="*/ 19 h 19"/>
                  <a:gd name="T10" fmla="*/ 26 w 26"/>
                  <a:gd name="T11" fmla="*/ 15 h 19"/>
                  <a:gd name="T12" fmla="*/ 21 w 26"/>
                  <a:gd name="T13" fmla="*/ 11 h 19"/>
                  <a:gd name="T14" fmla="*/ 17 w 26"/>
                  <a:gd name="T15" fmla="*/ 10 h 19"/>
                  <a:gd name="T16" fmla="*/ 12 w 26"/>
                  <a:gd name="T17" fmla="*/ 6 h 19"/>
                  <a:gd name="T18" fmla="*/ 6 w 26"/>
                  <a:gd name="T1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9">
                    <a:moveTo>
                      <a:pt x="6" y="1"/>
                    </a:moveTo>
                    <a:cubicBezTo>
                      <a:pt x="4" y="0"/>
                      <a:pt x="3" y="0"/>
                      <a:pt x="1" y="0"/>
                    </a:cubicBezTo>
                    <a:cubicBezTo>
                      <a:pt x="0" y="4"/>
                      <a:pt x="8" y="8"/>
                      <a:pt x="11" y="10"/>
                    </a:cubicBezTo>
                    <a:cubicBezTo>
                      <a:pt x="13" y="12"/>
                      <a:pt x="15" y="14"/>
                      <a:pt x="17" y="16"/>
                    </a:cubicBezTo>
                    <a:cubicBezTo>
                      <a:pt x="19" y="18"/>
                      <a:pt x="21" y="19"/>
                      <a:pt x="24" y="19"/>
                    </a:cubicBezTo>
                    <a:cubicBezTo>
                      <a:pt x="26" y="18"/>
                      <a:pt x="26" y="17"/>
                      <a:pt x="26" y="15"/>
                    </a:cubicBezTo>
                    <a:cubicBezTo>
                      <a:pt x="25" y="13"/>
                      <a:pt x="23" y="12"/>
                      <a:pt x="21" y="11"/>
                    </a:cubicBezTo>
                    <a:cubicBezTo>
                      <a:pt x="20" y="10"/>
                      <a:pt x="18" y="10"/>
                      <a:pt x="17" y="10"/>
                    </a:cubicBezTo>
                    <a:cubicBezTo>
                      <a:pt x="15" y="9"/>
                      <a:pt x="13" y="7"/>
                      <a:pt x="12" y="6"/>
                    </a:cubicBezTo>
                    <a:cubicBezTo>
                      <a:pt x="10" y="4"/>
                      <a:pt x="8" y="2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3" name="Freeform 1922">
                <a:extLst>
                  <a:ext uri="{FF2B5EF4-FFF2-40B4-BE49-F238E27FC236}">
                    <a16:creationId xmlns:a16="http://schemas.microsoft.com/office/drawing/2014/main" id="{242089C8-5FC4-134C-A371-B260F9800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178"/>
                <a:ext cx="3" cy="2"/>
              </a:xfrm>
              <a:custGeom>
                <a:avLst/>
                <a:gdLst>
                  <a:gd name="T0" fmla="*/ 3 w 8"/>
                  <a:gd name="T1" fmla="*/ 0 h 6"/>
                  <a:gd name="T2" fmla="*/ 5 w 8"/>
                  <a:gd name="T3" fmla="*/ 0 h 6"/>
                  <a:gd name="T4" fmla="*/ 7 w 8"/>
                  <a:gd name="T5" fmla="*/ 1 h 6"/>
                  <a:gd name="T6" fmla="*/ 3 w 8"/>
                  <a:gd name="T7" fmla="*/ 5 h 6"/>
                  <a:gd name="T8" fmla="*/ 3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6" y="1"/>
                      <a:pt x="7" y="1"/>
                    </a:cubicBezTo>
                    <a:cubicBezTo>
                      <a:pt x="8" y="4"/>
                      <a:pt x="6" y="6"/>
                      <a:pt x="3" y="5"/>
                    </a:cubicBezTo>
                    <a:cubicBezTo>
                      <a:pt x="1" y="4"/>
                      <a:pt x="0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4" name="Freeform 1923">
                <a:extLst>
                  <a:ext uri="{FF2B5EF4-FFF2-40B4-BE49-F238E27FC236}">
                    <a16:creationId xmlns:a16="http://schemas.microsoft.com/office/drawing/2014/main" id="{F1ED093C-404E-EA40-B899-C1627D225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165"/>
                <a:ext cx="30" cy="19"/>
              </a:xfrm>
              <a:custGeom>
                <a:avLst/>
                <a:gdLst>
                  <a:gd name="T0" fmla="*/ 1 w 73"/>
                  <a:gd name="T1" fmla="*/ 38 h 46"/>
                  <a:gd name="T2" fmla="*/ 1 w 73"/>
                  <a:gd name="T3" fmla="*/ 32 h 46"/>
                  <a:gd name="T4" fmla="*/ 1 w 73"/>
                  <a:gd name="T5" fmla="*/ 27 h 46"/>
                  <a:gd name="T6" fmla="*/ 9 w 73"/>
                  <a:gd name="T7" fmla="*/ 25 h 46"/>
                  <a:gd name="T8" fmla="*/ 13 w 73"/>
                  <a:gd name="T9" fmla="*/ 17 h 46"/>
                  <a:gd name="T10" fmla="*/ 19 w 73"/>
                  <a:gd name="T11" fmla="*/ 20 h 46"/>
                  <a:gd name="T12" fmla="*/ 24 w 73"/>
                  <a:gd name="T13" fmla="*/ 18 h 46"/>
                  <a:gd name="T14" fmla="*/ 27 w 73"/>
                  <a:gd name="T15" fmla="*/ 21 h 46"/>
                  <a:gd name="T16" fmla="*/ 32 w 73"/>
                  <a:gd name="T17" fmla="*/ 17 h 46"/>
                  <a:gd name="T18" fmla="*/ 33 w 73"/>
                  <a:gd name="T19" fmla="*/ 10 h 46"/>
                  <a:gd name="T20" fmla="*/ 27 w 73"/>
                  <a:gd name="T21" fmla="*/ 5 h 46"/>
                  <a:gd name="T22" fmla="*/ 25 w 73"/>
                  <a:gd name="T23" fmla="*/ 1 h 46"/>
                  <a:gd name="T24" fmla="*/ 28 w 73"/>
                  <a:gd name="T25" fmla="*/ 2 h 46"/>
                  <a:gd name="T26" fmla="*/ 40 w 73"/>
                  <a:gd name="T27" fmla="*/ 10 h 46"/>
                  <a:gd name="T28" fmla="*/ 51 w 73"/>
                  <a:gd name="T29" fmla="*/ 10 h 46"/>
                  <a:gd name="T30" fmla="*/ 67 w 73"/>
                  <a:gd name="T31" fmla="*/ 11 h 46"/>
                  <a:gd name="T32" fmla="*/ 71 w 73"/>
                  <a:gd name="T33" fmla="*/ 18 h 46"/>
                  <a:gd name="T34" fmla="*/ 65 w 73"/>
                  <a:gd name="T35" fmla="*/ 31 h 46"/>
                  <a:gd name="T36" fmla="*/ 52 w 73"/>
                  <a:gd name="T37" fmla="*/ 26 h 46"/>
                  <a:gd name="T38" fmla="*/ 45 w 73"/>
                  <a:gd name="T39" fmla="*/ 24 h 46"/>
                  <a:gd name="T40" fmla="*/ 40 w 73"/>
                  <a:gd name="T41" fmla="*/ 22 h 46"/>
                  <a:gd name="T42" fmla="*/ 30 w 73"/>
                  <a:gd name="T43" fmla="*/ 26 h 46"/>
                  <a:gd name="T44" fmla="*/ 27 w 73"/>
                  <a:gd name="T45" fmla="*/ 34 h 46"/>
                  <a:gd name="T46" fmla="*/ 20 w 73"/>
                  <a:gd name="T47" fmla="*/ 41 h 46"/>
                  <a:gd name="T48" fmla="*/ 7 w 73"/>
                  <a:gd name="T49" fmla="*/ 42 h 46"/>
                  <a:gd name="T50" fmla="*/ 1 w 73"/>
                  <a:gd name="T51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3" h="46">
                    <a:moveTo>
                      <a:pt x="1" y="38"/>
                    </a:moveTo>
                    <a:cubicBezTo>
                      <a:pt x="0" y="36"/>
                      <a:pt x="1" y="34"/>
                      <a:pt x="1" y="32"/>
                    </a:cubicBezTo>
                    <a:cubicBezTo>
                      <a:pt x="1" y="31"/>
                      <a:pt x="1" y="29"/>
                      <a:pt x="1" y="27"/>
                    </a:cubicBezTo>
                    <a:cubicBezTo>
                      <a:pt x="2" y="23"/>
                      <a:pt x="7" y="26"/>
                      <a:pt x="9" y="25"/>
                    </a:cubicBezTo>
                    <a:cubicBezTo>
                      <a:pt x="13" y="25"/>
                      <a:pt x="11" y="19"/>
                      <a:pt x="13" y="17"/>
                    </a:cubicBezTo>
                    <a:cubicBezTo>
                      <a:pt x="15" y="13"/>
                      <a:pt x="17" y="20"/>
                      <a:pt x="19" y="20"/>
                    </a:cubicBezTo>
                    <a:cubicBezTo>
                      <a:pt x="21" y="20"/>
                      <a:pt x="22" y="16"/>
                      <a:pt x="24" y="18"/>
                    </a:cubicBezTo>
                    <a:cubicBezTo>
                      <a:pt x="25" y="19"/>
                      <a:pt x="26" y="21"/>
                      <a:pt x="27" y="21"/>
                    </a:cubicBezTo>
                    <a:cubicBezTo>
                      <a:pt x="29" y="21"/>
                      <a:pt x="31" y="19"/>
                      <a:pt x="32" y="17"/>
                    </a:cubicBezTo>
                    <a:cubicBezTo>
                      <a:pt x="34" y="15"/>
                      <a:pt x="34" y="12"/>
                      <a:pt x="33" y="10"/>
                    </a:cubicBezTo>
                    <a:cubicBezTo>
                      <a:pt x="32" y="8"/>
                      <a:pt x="29" y="7"/>
                      <a:pt x="27" y="5"/>
                    </a:cubicBezTo>
                    <a:cubicBezTo>
                      <a:pt x="26" y="4"/>
                      <a:pt x="24" y="3"/>
                      <a:pt x="25" y="1"/>
                    </a:cubicBezTo>
                    <a:cubicBezTo>
                      <a:pt x="25" y="0"/>
                      <a:pt x="27" y="1"/>
                      <a:pt x="28" y="2"/>
                    </a:cubicBezTo>
                    <a:cubicBezTo>
                      <a:pt x="33" y="4"/>
                      <a:pt x="36" y="8"/>
                      <a:pt x="40" y="10"/>
                    </a:cubicBezTo>
                    <a:cubicBezTo>
                      <a:pt x="44" y="12"/>
                      <a:pt x="47" y="11"/>
                      <a:pt x="51" y="10"/>
                    </a:cubicBezTo>
                    <a:cubicBezTo>
                      <a:pt x="56" y="8"/>
                      <a:pt x="62" y="8"/>
                      <a:pt x="67" y="11"/>
                    </a:cubicBezTo>
                    <a:cubicBezTo>
                      <a:pt x="70" y="12"/>
                      <a:pt x="70" y="15"/>
                      <a:pt x="71" y="18"/>
                    </a:cubicBezTo>
                    <a:cubicBezTo>
                      <a:pt x="72" y="22"/>
                      <a:pt x="73" y="33"/>
                      <a:pt x="65" y="31"/>
                    </a:cubicBezTo>
                    <a:cubicBezTo>
                      <a:pt x="61" y="30"/>
                      <a:pt x="56" y="28"/>
                      <a:pt x="52" y="26"/>
                    </a:cubicBezTo>
                    <a:cubicBezTo>
                      <a:pt x="49" y="26"/>
                      <a:pt x="47" y="25"/>
                      <a:pt x="45" y="24"/>
                    </a:cubicBezTo>
                    <a:cubicBezTo>
                      <a:pt x="43" y="23"/>
                      <a:pt x="41" y="22"/>
                      <a:pt x="40" y="22"/>
                    </a:cubicBezTo>
                    <a:cubicBezTo>
                      <a:pt x="36" y="21"/>
                      <a:pt x="33" y="24"/>
                      <a:pt x="30" y="26"/>
                    </a:cubicBezTo>
                    <a:cubicBezTo>
                      <a:pt x="29" y="28"/>
                      <a:pt x="28" y="31"/>
                      <a:pt x="27" y="34"/>
                    </a:cubicBezTo>
                    <a:cubicBezTo>
                      <a:pt x="25" y="36"/>
                      <a:pt x="22" y="39"/>
                      <a:pt x="20" y="41"/>
                    </a:cubicBezTo>
                    <a:cubicBezTo>
                      <a:pt x="17" y="46"/>
                      <a:pt x="12" y="44"/>
                      <a:pt x="7" y="42"/>
                    </a:cubicBezTo>
                    <a:cubicBezTo>
                      <a:pt x="5" y="41"/>
                      <a:pt x="1" y="40"/>
                      <a:pt x="1" y="3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5" name="Freeform 1924">
                <a:extLst>
                  <a:ext uri="{FF2B5EF4-FFF2-40B4-BE49-F238E27FC236}">
                    <a16:creationId xmlns:a16="http://schemas.microsoft.com/office/drawing/2014/main" id="{050EA0CE-57DA-C849-B6BA-11338B1EE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172"/>
                <a:ext cx="28" cy="44"/>
              </a:xfrm>
              <a:custGeom>
                <a:avLst/>
                <a:gdLst>
                  <a:gd name="T0" fmla="*/ 21 w 68"/>
                  <a:gd name="T1" fmla="*/ 47 h 106"/>
                  <a:gd name="T2" fmla="*/ 17 w 68"/>
                  <a:gd name="T3" fmla="*/ 45 h 106"/>
                  <a:gd name="T4" fmla="*/ 16 w 68"/>
                  <a:gd name="T5" fmla="*/ 31 h 106"/>
                  <a:gd name="T6" fmla="*/ 9 w 68"/>
                  <a:gd name="T7" fmla="*/ 29 h 106"/>
                  <a:gd name="T8" fmla="*/ 7 w 68"/>
                  <a:gd name="T9" fmla="*/ 24 h 106"/>
                  <a:gd name="T10" fmla="*/ 4 w 68"/>
                  <a:gd name="T11" fmla="*/ 20 h 106"/>
                  <a:gd name="T12" fmla="*/ 6 w 68"/>
                  <a:gd name="T13" fmla="*/ 12 h 106"/>
                  <a:gd name="T14" fmla="*/ 6 w 68"/>
                  <a:gd name="T15" fmla="*/ 8 h 106"/>
                  <a:gd name="T16" fmla="*/ 1 w 68"/>
                  <a:gd name="T17" fmla="*/ 6 h 106"/>
                  <a:gd name="T18" fmla="*/ 2 w 68"/>
                  <a:gd name="T19" fmla="*/ 1 h 106"/>
                  <a:gd name="T20" fmla="*/ 9 w 68"/>
                  <a:gd name="T21" fmla="*/ 3 h 106"/>
                  <a:gd name="T22" fmla="*/ 15 w 68"/>
                  <a:gd name="T23" fmla="*/ 4 h 106"/>
                  <a:gd name="T24" fmla="*/ 21 w 68"/>
                  <a:gd name="T25" fmla="*/ 1 h 106"/>
                  <a:gd name="T26" fmla="*/ 28 w 68"/>
                  <a:gd name="T27" fmla="*/ 11 h 106"/>
                  <a:gd name="T28" fmla="*/ 40 w 68"/>
                  <a:gd name="T29" fmla="*/ 12 h 106"/>
                  <a:gd name="T30" fmla="*/ 47 w 68"/>
                  <a:gd name="T31" fmla="*/ 21 h 106"/>
                  <a:gd name="T32" fmla="*/ 58 w 68"/>
                  <a:gd name="T33" fmla="*/ 26 h 106"/>
                  <a:gd name="T34" fmla="*/ 67 w 68"/>
                  <a:gd name="T35" fmla="*/ 34 h 106"/>
                  <a:gd name="T36" fmla="*/ 64 w 68"/>
                  <a:gd name="T37" fmla="*/ 44 h 106"/>
                  <a:gd name="T38" fmla="*/ 53 w 68"/>
                  <a:gd name="T39" fmla="*/ 52 h 106"/>
                  <a:gd name="T40" fmla="*/ 46 w 68"/>
                  <a:gd name="T41" fmla="*/ 59 h 106"/>
                  <a:gd name="T42" fmla="*/ 43 w 68"/>
                  <a:gd name="T43" fmla="*/ 63 h 106"/>
                  <a:gd name="T44" fmla="*/ 40 w 68"/>
                  <a:gd name="T45" fmla="*/ 67 h 106"/>
                  <a:gd name="T46" fmla="*/ 39 w 68"/>
                  <a:gd name="T47" fmla="*/ 83 h 106"/>
                  <a:gd name="T48" fmla="*/ 36 w 68"/>
                  <a:gd name="T49" fmla="*/ 89 h 106"/>
                  <a:gd name="T50" fmla="*/ 37 w 68"/>
                  <a:gd name="T51" fmla="*/ 98 h 106"/>
                  <a:gd name="T52" fmla="*/ 31 w 68"/>
                  <a:gd name="T53" fmla="*/ 105 h 106"/>
                  <a:gd name="T54" fmla="*/ 26 w 68"/>
                  <a:gd name="T55" fmla="*/ 100 h 106"/>
                  <a:gd name="T56" fmla="*/ 27 w 68"/>
                  <a:gd name="T57" fmla="*/ 96 h 106"/>
                  <a:gd name="T58" fmla="*/ 26 w 68"/>
                  <a:gd name="T59" fmla="*/ 91 h 106"/>
                  <a:gd name="T60" fmla="*/ 24 w 68"/>
                  <a:gd name="T61" fmla="*/ 85 h 106"/>
                  <a:gd name="T62" fmla="*/ 22 w 68"/>
                  <a:gd name="T63" fmla="*/ 75 h 106"/>
                  <a:gd name="T64" fmla="*/ 25 w 68"/>
                  <a:gd name="T65" fmla="*/ 69 h 106"/>
                  <a:gd name="T66" fmla="*/ 23 w 68"/>
                  <a:gd name="T67" fmla="*/ 61 h 106"/>
                  <a:gd name="T68" fmla="*/ 21 w 68"/>
                  <a:gd name="T69" fmla="*/ 47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8" h="106">
                    <a:moveTo>
                      <a:pt x="21" y="47"/>
                    </a:moveTo>
                    <a:cubicBezTo>
                      <a:pt x="19" y="46"/>
                      <a:pt x="18" y="47"/>
                      <a:pt x="17" y="45"/>
                    </a:cubicBezTo>
                    <a:cubicBezTo>
                      <a:pt x="16" y="40"/>
                      <a:pt x="17" y="35"/>
                      <a:pt x="16" y="31"/>
                    </a:cubicBezTo>
                    <a:cubicBezTo>
                      <a:pt x="14" y="31"/>
                      <a:pt x="11" y="31"/>
                      <a:pt x="9" y="29"/>
                    </a:cubicBezTo>
                    <a:cubicBezTo>
                      <a:pt x="8" y="28"/>
                      <a:pt x="8" y="26"/>
                      <a:pt x="7" y="24"/>
                    </a:cubicBezTo>
                    <a:cubicBezTo>
                      <a:pt x="6" y="23"/>
                      <a:pt x="4" y="22"/>
                      <a:pt x="4" y="20"/>
                    </a:cubicBezTo>
                    <a:cubicBezTo>
                      <a:pt x="3" y="17"/>
                      <a:pt x="5" y="14"/>
                      <a:pt x="6" y="12"/>
                    </a:cubicBezTo>
                    <a:cubicBezTo>
                      <a:pt x="6" y="11"/>
                      <a:pt x="7" y="9"/>
                      <a:pt x="6" y="8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1"/>
                      <a:pt x="2" y="1"/>
                    </a:cubicBezTo>
                    <a:cubicBezTo>
                      <a:pt x="5" y="0"/>
                      <a:pt x="7" y="2"/>
                      <a:pt x="9" y="3"/>
                    </a:cubicBezTo>
                    <a:cubicBezTo>
                      <a:pt x="11" y="5"/>
                      <a:pt x="13" y="5"/>
                      <a:pt x="15" y="4"/>
                    </a:cubicBezTo>
                    <a:cubicBezTo>
                      <a:pt x="17" y="2"/>
                      <a:pt x="19" y="1"/>
                      <a:pt x="21" y="1"/>
                    </a:cubicBezTo>
                    <a:cubicBezTo>
                      <a:pt x="26" y="1"/>
                      <a:pt x="27" y="7"/>
                      <a:pt x="28" y="11"/>
                    </a:cubicBezTo>
                    <a:cubicBezTo>
                      <a:pt x="30" y="16"/>
                      <a:pt x="36" y="13"/>
                      <a:pt x="40" y="12"/>
                    </a:cubicBezTo>
                    <a:cubicBezTo>
                      <a:pt x="46" y="10"/>
                      <a:pt x="45" y="18"/>
                      <a:pt x="47" y="21"/>
                    </a:cubicBezTo>
                    <a:cubicBezTo>
                      <a:pt x="49" y="27"/>
                      <a:pt x="54" y="25"/>
                      <a:pt x="58" y="26"/>
                    </a:cubicBezTo>
                    <a:cubicBezTo>
                      <a:pt x="62" y="26"/>
                      <a:pt x="65" y="30"/>
                      <a:pt x="67" y="34"/>
                    </a:cubicBezTo>
                    <a:cubicBezTo>
                      <a:pt x="68" y="37"/>
                      <a:pt x="66" y="41"/>
                      <a:pt x="64" y="44"/>
                    </a:cubicBezTo>
                    <a:cubicBezTo>
                      <a:pt x="62" y="49"/>
                      <a:pt x="57" y="50"/>
                      <a:pt x="53" y="52"/>
                    </a:cubicBezTo>
                    <a:cubicBezTo>
                      <a:pt x="50" y="54"/>
                      <a:pt x="48" y="56"/>
                      <a:pt x="46" y="59"/>
                    </a:cubicBezTo>
                    <a:cubicBezTo>
                      <a:pt x="46" y="60"/>
                      <a:pt x="44" y="62"/>
                      <a:pt x="43" y="63"/>
                    </a:cubicBezTo>
                    <a:cubicBezTo>
                      <a:pt x="42" y="65"/>
                      <a:pt x="40" y="66"/>
                      <a:pt x="40" y="67"/>
                    </a:cubicBezTo>
                    <a:cubicBezTo>
                      <a:pt x="38" y="72"/>
                      <a:pt x="41" y="78"/>
                      <a:pt x="39" y="83"/>
                    </a:cubicBezTo>
                    <a:cubicBezTo>
                      <a:pt x="38" y="85"/>
                      <a:pt x="36" y="86"/>
                      <a:pt x="36" y="89"/>
                    </a:cubicBezTo>
                    <a:cubicBezTo>
                      <a:pt x="36" y="92"/>
                      <a:pt x="36" y="95"/>
                      <a:pt x="37" y="98"/>
                    </a:cubicBezTo>
                    <a:cubicBezTo>
                      <a:pt x="37" y="102"/>
                      <a:pt x="36" y="106"/>
                      <a:pt x="31" y="105"/>
                    </a:cubicBezTo>
                    <a:cubicBezTo>
                      <a:pt x="29" y="105"/>
                      <a:pt x="26" y="102"/>
                      <a:pt x="26" y="100"/>
                    </a:cubicBezTo>
                    <a:cubicBezTo>
                      <a:pt x="26" y="98"/>
                      <a:pt x="27" y="97"/>
                      <a:pt x="27" y="96"/>
                    </a:cubicBezTo>
                    <a:cubicBezTo>
                      <a:pt x="27" y="95"/>
                      <a:pt x="26" y="93"/>
                      <a:pt x="26" y="91"/>
                    </a:cubicBezTo>
                    <a:cubicBezTo>
                      <a:pt x="25" y="89"/>
                      <a:pt x="25" y="87"/>
                      <a:pt x="24" y="85"/>
                    </a:cubicBezTo>
                    <a:cubicBezTo>
                      <a:pt x="23" y="82"/>
                      <a:pt x="21" y="79"/>
                      <a:pt x="22" y="75"/>
                    </a:cubicBezTo>
                    <a:cubicBezTo>
                      <a:pt x="23" y="73"/>
                      <a:pt x="24" y="71"/>
                      <a:pt x="25" y="69"/>
                    </a:cubicBezTo>
                    <a:cubicBezTo>
                      <a:pt x="26" y="67"/>
                      <a:pt x="24" y="64"/>
                      <a:pt x="23" y="61"/>
                    </a:cubicBezTo>
                    <a:cubicBezTo>
                      <a:pt x="23" y="57"/>
                      <a:pt x="26" y="50"/>
                      <a:pt x="21" y="4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6" name="Freeform 1925">
                <a:extLst>
                  <a:ext uri="{FF2B5EF4-FFF2-40B4-BE49-F238E27FC236}">
                    <a16:creationId xmlns:a16="http://schemas.microsoft.com/office/drawing/2014/main" id="{A69C1C3F-DED4-574D-8B06-F7D02525D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170"/>
                <a:ext cx="59" cy="37"/>
              </a:xfrm>
              <a:custGeom>
                <a:avLst/>
                <a:gdLst>
                  <a:gd name="T0" fmla="*/ 74 w 143"/>
                  <a:gd name="T1" fmla="*/ 91 h 93"/>
                  <a:gd name="T2" fmla="*/ 78 w 143"/>
                  <a:gd name="T3" fmla="*/ 85 h 93"/>
                  <a:gd name="T4" fmla="*/ 84 w 143"/>
                  <a:gd name="T5" fmla="*/ 88 h 93"/>
                  <a:gd name="T6" fmla="*/ 93 w 143"/>
                  <a:gd name="T7" fmla="*/ 86 h 93"/>
                  <a:gd name="T8" fmla="*/ 103 w 143"/>
                  <a:gd name="T9" fmla="*/ 83 h 93"/>
                  <a:gd name="T10" fmla="*/ 115 w 143"/>
                  <a:gd name="T11" fmla="*/ 85 h 93"/>
                  <a:gd name="T12" fmla="*/ 122 w 143"/>
                  <a:gd name="T13" fmla="*/ 83 h 93"/>
                  <a:gd name="T14" fmla="*/ 129 w 143"/>
                  <a:gd name="T15" fmla="*/ 86 h 93"/>
                  <a:gd name="T16" fmla="*/ 138 w 143"/>
                  <a:gd name="T17" fmla="*/ 85 h 93"/>
                  <a:gd name="T18" fmla="*/ 137 w 143"/>
                  <a:gd name="T19" fmla="*/ 77 h 93"/>
                  <a:gd name="T20" fmla="*/ 135 w 143"/>
                  <a:gd name="T21" fmla="*/ 72 h 93"/>
                  <a:gd name="T22" fmla="*/ 141 w 143"/>
                  <a:gd name="T23" fmla="*/ 67 h 93"/>
                  <a:gd name="T24" fmla="*/ 141 w 143"/>
                  <a:gd name="T25" fmla="*/ 61 h 93"/>
                  <a:gd name="T26" fmla="*/ 137 w 143"/>
                  <a:gd name="T27" fmla="*/ 53 h 93"/>
                  <a:gd name="T28" fmla="*/ 135 w 143"/>
                  <a:gd name="T29" fmla="*/ 45 h 93"/>
                  <a:gd name="T30" fmla="*/ 131 w 143"/>
                  <a:gd name="T31" fmla="*/ 40 h 93"/>
                  <a:gd name="T32" fmla="*/ 126 w 143"/>
                  <a:gd name="T33" fmla="*/ 33 h 93"/>
                  <a:gd name="T34" fmla="*/ 122 w 143"/>
                  <a:gd name="T35" fmla="*/ 26 h 93"/>
                  <a:gd name="T36" fmla="*/ 108 w 143"/>
                  <a:gd name="T37" fmla="*/ 22 h 93"/>
                  <a:gd name="T38" fmla="*/ 108 w 143"/>
                  <a:gd name="T39" fmla="*/ 31 h 93"/>
                  <a:gd name="T40" fmla="*/ 104 w 143"/>
                  <a:gd name="T41" fmla="*/ 33 h 93"/>
                  <a:gd name="T42" fmla="*/ 91 w 143"/>
                  <a:gd name="T43" fmla="*/ 39 h 93"/>
                  <a:gd name="T44" fmla="*/ 81 w 143"/>
                  <a:gd name="T45" fmla="*/ 30 h 93"/>
                  <a:gd name="T46" fmla="*/ 77 w 143"/>
                  <a:gd name="T47" fmla="*/ 26 h 93"/>
                  <a:gd name="T48" fmla="*/ 71 w 143"/>
                  <a:gd name="T49" fmla="*/ 20 h 93"/>
                  <a:gd name="T50" fmla="*/ 62 w 143"/>
                  <a:gd name="T51" fmla="*/ 14 h 93"/>
                  <a:gd name="T52" fmla="*/ 47 w 143"/>
                  <a:gd name="T53" fmla="*/ 2 h 93"/>
                  <a:gd name="T54" fmla="*/ 30 w 143"/>
                  <a:gd name="T55" fmla="*/ 3 h 93"/>
                  <a:gd name="T56" fmla="*/ 19 w 143"/>
                  <a:gd name="T57" fmla="*/ 10 h 93"/>
                  <a:gd name="T58" fmla="*/ 19 w 143"/>
                  <a:gd name="T59" fmla="*/ 23 h 93"/>
                  <a:gd name="T60" fmla="*/ 23 w 143"/>
                  <a:gd name="T61" fmla="*/ 37 h 93"/>
                  <a:gd name="T62" fmla="*/ 18 w 143"/>
                  <a:gd name="T63" fmla="*/ 39 h 93"/>
                  <a:gd name="T64" fmla="*/ 11 w 143"/>
                  <a:gd name="T65" fmla="*/ 37 h 93"/>
                  <a:gd name="T66" fmla="*/ 9 w 143"/>
                  <a:gd name="T67" fmla="*/ 38 h 93"/>
                  <a:gd name="T68" fmla="*/ 6 w 143"/>
                  <a:gd name="T69" fmla="*/ 36 h 93"/>
                  <a:gd name="T70" fmla="*/ 5 w 143"/>
                  <a:gd name="T71" fmla="*/ 32 h 93"/>
                  <a:gd name="T72" fmla="*/ 3 w 143"/>
                  <a:gd name="T73" fmla="*/ 27 h 93"/>
                  <a:gd name="T74" fmla="*/ 1 w 143"/>
                  <a:gd name="T75" fmla="*/ 30 h 93"/>
                  <a:gd name="T76" fmla="*/ 1 w 143"/>
                  <a:gd name="T77" fmla="*/ 38 h 93"/>
                  <a:gd name="T78" fmla="*/ 6 w 143"/>
                  <a:gd name="T79" fmla="*/ 45 h 93"/>
                  <a:gd name="T80" fmla="*/ 9 w 143"/>
                  <a:gd name="T81" fmla="*/ 47 h 93"/>
                  <a:gd name="T82" fmla="*/ 13 w 143"/>
                  <a:gd name="T83" fmla="*/ 50 h 93"/>
                  <a:gd name="T84" fmla="*/ 22 w 143"/>
                  <a:gd name="T85" fmla="*/ 57 h 93"/>
                  <a:gd name="T86" fmla="*/ 34 w 143"/>
                  <a:gd name="T87" fmla="*/ 61 h 93"/>
                  <a:gd name="T88" fmla="*/ 48 w 143"/>
                  <a:gd name="T89" fmla="*/ 69 h 93"/>
                  <a:gd name="T90" fmla="*/ 53 w 143"/>
                  <a:gd name="T91" fmla="*/ 75 h 93"/>
                  <a:gd name="T92" fmla="*/ 58 w 143"/>
                  <a:gd name="T93" fmla="*/ 79 h 93"/>
                  <a:gd name="T94" fmla="*/ 60 w 143"/>
                  <a:gd name="T95" fmla="*/ 83 h 93"/>
                  <a:gd name="T96" fmla="*/ 67 w 143"/>
                  <a:gd name="T97" fmla="*/ 88 h 93"/>
                  <a:gd name="T98" fmla="*/ 74 w 143"/>
                  <a:gd name="T99" fmla="*/ 9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3" h="93">
                    <a:moveTo>
                      <a:pt x="74" y="91"/>
                    </a:moveTo>
                    <a:cubicBezTo>
                      <a:pt x="76" y="90"/>
                      <a:pt x="76" y="86"/>
                      <a:pt x="78" y="85"/>
                    </a:cubicBezTo>
                    <a:cubicBezTo>
                      <a:pt x="80" y="85"/>
                      <a:pt x="83" y="88"/>
                      <a:pt x="84" y="88"/>
                    </a:cubicBezTo>
                    <a:cubicBezTo>
                      <a:pt x="88" y="89"/>
                      <a:pt x="90" y="88"/>
                      <a:pt x="93" y="86"/>
                    </a:cubicBezTo>
                    <a:cubicBezTo>
                      <a:pt x="96" y="83"/>
                      <a:pt x="99" y="82"/>
                      <a:pt x="103" y="83"/>
                    </a:cubicBezTo>
                    <a:cubicBezTo>
                      <a:pt x="107" y="83"/>
                      <a:pt x="111" y="85"/>
                      <a:pt x="115" y="85"/>
                    </a:cubicBezTo>
                    <a:cubicBezTo>
                      <a:pt x="118" y="85"/>
                      <a:pt x="120" y="83"/>
                      <a:pt x="122" y="83"/>
                    </a:cubicBezTo>
                    <a:cubicBezTo>
                      <a:pt x="125" y="83"/>
                      <a:pt x="127" y="85"/>
                      <a:pt x="129" y="86"/>
                    </a:cubicBezTo>
                    <a:cubicBezTo>
                      <a:pt x="132" y="87"/>
                      <a:pt x="135" y="88"/>
                      <a:pt x="138" y="85"/>
                    </a:cubicBezTo>
                    <a:cubicBezTo>
                      <a:pt x="139" y="83"/>
                      <a:pt x="139" y="80"/>
                      <a:pt x="137" y="77"/>
                    </a:cubicBezTo>
                    <a:cubicBezTo>
                      <a:pt x="136" y="76"/>
                      <a:pt x="134" y="74"/>
                      <a:pt x="135" y="72"/>
                    </a:cubicBezTo>
                    <a:cubicBezTo>
                      <a:pt x="136" y="70"/>
                      <a:pt x="139" y="69"/>
                      <a:pt x="141" y="67"/>
                    </a:cubicBezTo>
                    <a:cubicBezTo>
                      <a:pt x="142" y="65"/>
                      <a:pt x="143" y="63"/>
                      <a:pt x="141" y="61"/>
                    </a:cubicBezTo>
                    <a:cubicBezTo>
                      <a:pt x="140" y="58"/>
                      <a:pt x="138" y="56"/>
                      <a:pt x="137" y="53"/>
                    </a:cubicBezTo>
                    <a:cubicBezTo>
                      <a:pt x="136" y="50"/>
                      <a:pt x="136" y="48"/>
                      <a:pt x="135" y="45"/>
                    </a:cubicBezTo>
                    <a:cubicBezTo>
                      <a:pt x="135" y="43"/>
                      <a:pt x="133" y="42"/>
                      <a:pt x="131" y="40"/>
                    </a:cubicBezTo>
                    <a:cubicBezTo>
                      <a:pt x="129" y="38"/>
                      <a:pt x="127" y="36"/>
                      <a:pt x="126" y="33"/>
                    </a:cubicBezTo>
                    <a:cubicBezTo>
                      <a:pt x="124" y="30"/>
                      <a:pt x="123" y="28"/>
                      <a:pt x="122" y="26"/>
                    </a:cubicBezTo>
                    <a:cubicBezTo>
                      <a:pt x="119" y="23"/>
                      <a:pt x="108" y="14"/>
                      <a:pt x="108" y="22"/>
                    </a:cubicBezTo>
                    <a:cubicBezTo>
                      <a:pt x="107" y="25"/>
                      <a:pt x="109" y="28"/>
                      <a:pt x="108" y="31"/>
                    </a:cubicBezTo>
                    <a:cubicBezTo>
                      <a:pt x="108" y="34"/>
                      <a:pt x="106" y="33"/>
                      <a:pt x="104" y="33"/>
                    </a:cubicBezTo>
                    <a:cubicBezTo>
                      <a:pt x="99" y="34"/>
                      <a:pt x="97" y="41"/>
                      <a:pt x="91" y="39"/>
                    </a:cubicBezTo>
                    <a:cubicBezTo>
                      <a:pt x="87" y="38"/>
                      <a:pt x="84" y="34"/>
                      <a:pt x="81" y="30"/>
                    </a:cubicBezTo>
                    <a:cubicBezTo>
                      <a:pt x="80" y="29"/>
                      <a:pt x="79" y="28"/>
                      <a:pt x="77" y="26"/>
                    </a:cubicBezTo>
                    <a:cubicBezTo>
                      <a:pt x="74" y="25"/>
                      <a:pt x="74" y="21"/>
                      <a:pt x="71" y="20"/>
                    </a:cubicBezTo>
                    <a:cubicBezTo>
                      <a:pt x="68" y="18"/>
                      <a:pt x="65" y="16"/>
                      <a:pt x="62" y="14"/>
                    </a:cubicBezTo>
                    <a:cubicBezTo>
                      <a:pt x="57" y="10"/>
                      <a:pt x="53" y="4"/>
                      <a:pt x="47" y="2"/>
                    </a:cubicBezTo>
                    <a:cubicBezTo>
                      <a:pt x="41" y="0"/>
                      <a:pt x="36" y="2"/>
                      <a:pt x="30" y="3"/>
                    </a:cubicBezTo>
                    <a:cubicBezTo>
                      <a:pt x="25" y="4"/>
                      <a:pt x="22" y="6"/>
                      <a:pt x="19" y="10"/>
                    </a:cubicBezTo>
                    <a:cubicBezTo>
                      <a:pt x="16" y="14"/>
                      <a:pt x="16" y="18"/>
                      <a:pt x="19" y="23"/>
                    </a:cubicBezTo>
                    <a:cubicBezTo>
                      <a:pt x="22" y="27"/>
                      <a:pt x="28" y="32"/>
                      <a:pt x="23" y="37"/>
                    </a:cubicBezTo>
                    <a:cubicBezTo>
                      <a:pt x="22" y="38"/>
                      <a:pt x="20" y="39"/>
                      <a:pt x="18" y="39"/>
                    </a:cubicBezTo>
                    <a:cubicBezTo>
                      <a:pt x="16" y="38"/>
                      <a:pt x="13" y="35"/>
                      <a:pt x="11" y="37"/>
                    </a:cubicBezTo>
                    <a:cubicBezTo>
                      <a:pt x="10" y="37"/>
                      <a:pt x="11" y="39"/>
                      <a:pt x="9" y="38"/>
                    </a:cubicBezTo>
                    <a:cubicBezTo>
                      <a:pt x="8" y="38"/>
                      <a:pt x="7" y="37"/>
                      <a:pt x="6" y="36"/>
                    </a:cubicBezTo>
                    <a:cubicBezTo>
                      <a:pt x="4" y="34"/>
                      <a:pt x="4" y="34"/>
                      <a:pt x="5" y="32"/>
                    </a:cubicBezTo>
                    <a:cubicBezTo>
                      <a:pt x="5" y="30"/>
                      <a:pt x="5" y="28"/>
                      <a:pt x="3" y="27"/>
                    </a:cubicBezTo>
                    <a:cubicBezTo>
                      <a:pt x="1" y="24"/>
                      <a:pt x="1" y="28"/>
                      <a:pt x="1" y="30"/>
                    </a:cubicBezTo>
                    <a:cubicBezTo>
                      <a:pt x="1" y="33"/>
                      <a:pt x="0" y="36"/>
                      <a:pt x="1" y="38"/>
                    </a:cubicBezTo>
                    <a:cubicBezTo>
                      <a:pt x="1" y="41"/>
                      <a:pt x="4" y="43"/>
                      <a:pt x="6" y="45"/>
                    </a:cubicBezTo>
                    <a:cubicBezTo>
                      <a:pt x="7" y="46"/>
                      <a:pt x="8" y="46"/>
                      <a:pt x="9" y="47"/>
                    </a:cubicBezTo>
                    <a:cubicBezTo>
                      <a:pt x="11" y="48"/>
                      <a:pt x="12" y="49"/>
                      <a:pt x="13" y="50"/>
                    </a:cubicBezTo>
                    <a:cubicBezTo>
                      <a:pt x="15" y="53"/>
                      <a:pt x="18" y="55"/>
                      <a:pt x="22" y="57"/>
                    </a:cubicBezTo>
                    <a:cubicBezTo>
                      <a:pt x="26" y="59"/>
                      <a:pt x="30" y="60"/>
                      <a:pt x="34" y="61"/>
                    </a:cubicBezTo>
                    <a:cubicBezTo>
                      <a:pt x="40" y="63"/>
                      <a:pt x="44" y="65"/>
                      <a:pt x="48" y="69"/>
                    </a:cubicBezTo>
                    <a:cubicBezTo>
                      <a:pt x="49" y="71"/>
                      <a:pt x="51" y="73"/>
                      <a:pt x="53" y="75"/>
                    </a:cubicBezTo>
                    <a:cubicBezTo>
                      <a:pt x="55" y="76"/>
                      <a:pt x="57" y="77"/>
                      <a:pt x="58" y="79"/>
                    </a:cubicBezTo>
                    <a:cubicBezTo>
                      <a:pt x="59" y="80"/>
                      <a:pt x="59" y="82"/>
                      <a:pt x="60" y="83"/>
                    </a:cubicBezTo>
                    <a:cubicBezTo>
                      <a:pt x="62" y="85"/>
                      <a:pt x="65" y="86"/>
                      <a:pt x="67" y="88"/>
                    </a:cubicBezTo>
                    <a:cubicBezTo>
                      <a:pt x="68" y="90"/>
                      <a:pt x="71" y="93"/>
                      <a:pt x="74" y="9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7" name="Freeform 1926">
                <a:extLst>
                  <a:ext uri="{FF2B5EF4-FFF2-40B4-BE49-F238E27FC236}">
                    <a16:creationId xmlns:a16="http://schemas.microsoft.com/office/drawing/2014/main" id="{71DF63ED-DF0C-7644-81AE-6E4C23733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169"/>
                <a:ext cx="9" cy="5"/>
              </a:xfrm>
              <a:custGeom>
                <a:avLst/>
                <a:gdLst>
                  <a:gd name="T0" fmla="*/ 9 w 24"/>
                  <a:gd name="T1" fmla="*/ 10 h 12"/>
                  <a:gd name="T2" fmla="*/ 9 w 24"/>
                  <a:gd name="T3" fmla="*/ 11 h 12"/>
                  <a:gd name="T4" fmla="*/ 7 w 24"/>
                  <a:gd name="T5" fmla="*/ 12 h 12"/>
                  <a:gd name="T6" fmla="*/ 4 w 24"/>
                  <a:gd name="T7" fmla="*/ 10 h 12"/>
                  <a:gd name="T8" fmla="*/ 2 w 24"/>
                  <a:gd name="T9" fmla="*/ 4 h 12"/>
                  <a:gd name="T10" fmla="*/ 6 w 24"/>
                  <a:gd name="T11" fmla="*/ 2 h 12"/>
                  <a:gd name="T12" fmla="*/ 10 w 24"/>
                  <a:gd name="T13" fmla="*/ 3 h 12"/>
                  <a:gd name="T14" fmla="*/ 13 w 24"/>
                  <a:gd name="T15" fmla="*/ 0 h 12"/>
                  <a:gd name="T16" fmla="*/ 18 w 24"/>
                  <a:gd name="T17" fmla="*/ 1 h 12"/>
                  <a:gd name="T18" fmla="*/ 21 w 24"/>
                  <a:gd name="T19" fmla="*/ 4 h 12"/>
                  <a:gd name="T20" fmla="*/ 11 w 24"/>
                  <a:gd name="T21" fmla="*/ 9 h 12"/>
                  <a:gd name="T22" fmla="*/ 9 w 24"/>
                  <a:gd name="T2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2">
                    <a:moveTo>
                      <a:pt x="9" y="10"/>
                    </a:moveTo>
                    <a:cubicBezTo>
                      <a:pt x="9" y="10"/>
                      <a:pt x="9" y="10"/>
                      <a:pt x="9" y="11"/>
                    </a:cubicBezTo>
                    <a:cubicBezTo>
                      <a:pt x="9" y="11"/>
                      <a:pt x="8" y="12"/>
                      <a:pt x="7" y="12"/>
                    </a:cubicBezTo>
                    <a:cubicBezTo>
                      <a:pt x="5" y="12"/>
                      <a:pt x="5" y="11"/>
                      <a:pt x="4" y="10"/>
                    </a:cubicBezTo>
                    <a:cubicBezTo>
                      <a:pt x="3" y="8"/>
                      <a:pt x="0" y="6"/>
                      <a:pt x="2" y="4"/>
                    </a:cubicBezTo>
                    <a:cubicBezTo>
                      <a:pt x="2" y="3"/>
                      <a:pt x="5" y="2"/>
                      <a:pt x="6" y="2"/>
                    </a:cubicBezTo>
                    <a:cubicBezTo>
                      <a:pt x="8" y="3"/>
                      <a:pt x="8" y="4"/>
                      <a:pt x="10" y="3"/>
                    </a:cubicBezTo>
                    <a:cubicBezTo>
                      <a:pt x="11" y="2"/>
                      <a:pt x="11" y="1"/>
                      <a:pt x="13" y="0"/>
                    </a:cubicBezTo>
                    <a:cubicBezTo>
                      <a:pt x="15" y="0"/>
                      <a:pt x="17" y="0"/>
                      <a:pt x="18" y="1"/>
                    </a:cubicBezTo>
                    <a:cubicBezTo>
                      <a:pt x="19" y="2"/>
                      <a:pt x="21" y="3"/>
                      <a:pt x="21" y="4"/>
                    </a:cubicBezTo>
                    <a:cubicBezTo>
                      <a:pt x="24" y="10"/>
                      <a:pt x="14" y="9"/>
                      <a:pt x="11" y="9"/>
                    </a:cubicBezTo>
                    <a:cubicBezTo>
                      <a:pt x="10" y="9"/>
                      <a:pt x="10" y="9"/>
                      <a:pt x="9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8" name="Freeform 1927">
                <a:extLst>
                  <a:ext uri="{FF2B5EF4-FFF2-40B4-BE49-F238E27FC236}">
                    <a16:creationId xmlns:a16="http://schemas.microsoft.com/office/drawing/2014/main" id="{37DD39D0-5674-964D-850A-6D1F589E4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984"/>
                <a:ext cx="4" cy="4"/>
              </a:xfrm>
              <a:custGeom>
                <a:avLst/>
                <a:gdLst>
                  <a:gd name="T0" fmla="*/ 10 w 10"/>
                  <a:gd name="T1" fmla="*/ 5 h 10"/>
                  <a:gd name="T2" fmla="*/ 9 w 10"/>
                  <a:gd name="T3" fmla="*/ 2 h 10"/>
                  <a:gd name="T4" fmla="*/ 8 w 10"/>
                  <a:gd name="T5" fmla="*/ 0 h 10"/>
                  <a:gd name="T6" fmla="*/ 3 w 10"/>
                  <a:gd name="T7" fmla="*/ 1 h 10"/>
                  <a:gd name="T8" fmla="*/ 0 w 10"/>
                  <a:gd name="T9" fmla="*/ 4 h 10"/>
                  <a:gd name="T10" fmla="*/ 0 w 10"/>
                  <a:gd name="T11" fmla="*/ 8 h 10"/>
                  <a:gd name="T12" fmla="*/ 1 w 10"/>
                  <a:gd name="T13" fmla="*/ 10 h 10"/>
                  <a:gd name="T14" fmla="*/ 4 w 10"/>
                  <a:gd name="T15" fmla="*/ 10 h 10"/>
                  <a:gd name="T16" fmla="*/ 7 w 10"/>
                  <a:gd name="T17" fmla="*/ 8 h 10"/>
                  <a:gd name="T18" fmla="*/ 10 w 10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cubicBezTo>
                      <a:pt x="10" y="4"/>
                      <a:pt x="9" y="3"/>
                      <a:pt x="9" y="2"/>
                    </a:cubicBezTo>
                    <a:cubicBezTo>
                      <a:pt x="9" y="1"/>
                      <a:pt x="8" y="1"/>
                      <a:pt x="8" y="0"/>
                    </a:cubicBezTo>
                    <a:cubicBezTo>
                      <a:pt x="6" y="0"/>
                      <a:pt x="5" y="1"/>
                      <a:pt x="3" y="1"/>
                    </a:cubicBezTo>
                    <a:cubicBezTo>
                      <a:pt x="2" y="2"/>
                      <a:pt x="0" y="2"/>
                      <a:pt x="0" y="4"/>
                    </a:cubicBezTo>
                    <a:cubicBezTo>
                      <a:pt x="0" y="5"/>
                      <a:pt x="0" y="7"/>
                      <a:pt x="0" y="8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2" y="10"/>
                      <a:pt x="3" y="10"/>
                      <a:pt x="4" y="10"/>
                    </a:cubicBezTo>
                    <a:cubicBezTo>
                      <a:pt x="5" y="10"/>
                      <a:pt x="6" y="9"/>
                      <a:pt x="7" y="8"/>
                    </a:cubicBezTo>
                    <a:cubicBezTo>
                      <a:pt x="8" y="7"/>
                      <a:pt x="10" y="6"/>
                      <a:pt x="1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9" name="Freeform 1928">
                <a:extLst>
                  <a:ext uri="{FF2B5EF4-FFF2-40B4-BE49-F238E27FC236}">
                    <a16:creationId xmlns:a16="http://schemas.microsoft.com/office/drawing/2014/main" id="{B7D38FC1-1A38-5444-8A60-E3D9063DB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080"/>
                <a:ext cx="6" cy="5"/>
              </a:xfrm>
              <a:custGeom>
                <a:avLst/>
                <a:gdLst>
                  <a:gd name="T0" fmla="*/ 6 w 16"/>
                  <a:gd name="T1" fmla="*/ 8 h 11"/>
                  <a:gd name="T2" fmla="*/ 0 w 16"/>
                  <a:gd name="T3" fmla="*/ 6 h 11"/>
                  <a:gd name="T4" fmla="*/ 3 w 16"/>
                  <a:gd name="T5" fmla="*/ 4 h 11"/>
                  <a:gd name="T6" fmla="*/ 7 w 16"/>
                  <a:gd name="T7" fmla="*/ 2 h 11"/>
                  <a:gd name="T8" fmla="*/ 10 w 16"/>
                  <a:gd name="T9" fmla="*/ 0 h 11"/>
                  <a:gd name="T10" fmla="*/ 13 w 16"/>
                  <a:gd name="T11" fmla="*/ 1 h 11"/>
                  <a:gd name="T12" fmla="*/ 15 w 16"/>
                  <a:gd name="T13" fmla="*/ 4 h 11"/>
                  <a:gd name="T14" fmla="*/ 16 w 16"/>
                  <a:gd name="T15" fmla="*/ 8 h 11"/>
                  <a:gd name="T16" fmla="*/ 14 w 16"/>
                  <a:gd name="T17" fmla="*/ 11 h 11"/>
                  <a:gd name="T18" fmla="*/ 11 w 16"/>
                  <a:gd name="T19" fmla="*/ 10 h 11"/>
                  <a:gd name="T20" fmla="*/ 8 w 16"/>
                  <a:gd name="T21" fmla="*/ 9 h 11"/>
                  <a:gd name="T22" fmla="*/ 6 w 16"/>
                  <a:gd name="T2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1">
                    <a:moveTo>
                      <a:pt x="6" y="8"/>
                    </a:moveTo>
                    <a:cubicBezTo>
                      <a:pt x="5" y="8"/>
                      <a:pt x="0" y="8"/>
                      <a:pt x="0" y="6"/>
                    </a:cubicBezTo>
                    <a:cubicBezTo>
                      <a:pt x="0" y="4"/>
                      <a:pt x="2" y="4"/>
                      <a:pt x="3" y="4"/>
                    </a:cubicBezTo>
                    <a:cubicBezTo>
                      <a:pt x="4" y="4"/>
                      <a:pt x="6" y="3"/>
                      <a:pt x="7" y="2"/>
                    </a:cubicBezTo>
                    <a:cubicBezTo>
                      <a:pt x="8" y="1"/>
                      <a:pt x="9" y="1"/>
                      <a:pt x="10" y="0"/>
                    </a:cubicBezTo>
                    <a:cubicBezTo>
                      <a:pt x="12" y="0"/>
                      <a:pt x="12" y="0"/>
                      <a:pt x="13" y="1"/>
                    </a:cubicBezTo>
                    <a:cubicBezTo>
                      <a:pt x="14" y="3"/>
                      <a:pt x="15" y="3"/>
                      <a:pt x="15" y="4"/>
                    </a:cubicBezTo>
                    <a:cubicBezTo>
                      <a:pt x="16" y="5"/>
                      <a:pt x="16" y="7"/>
                      <a:pt x="16" y="8"/>
                    </a:cubicBezTo>
                    <a:cubicBezTo>
                      <a:pt x="16" y="9"/>
                      <a:pt x="15" y="11"/>
                      <a:pt x="14" y="11"/>
                    </a:cubicBezTo>
                    <a:cubicBezTo>
                      <a:pt x="13" y="11"/>
                      <a:pt x="12" y="11"/>
                      <a:pt x="11" y="10"/>
                    </a:cubicBezTo>
                    <a:cubicBezTo>
                      <a:pt x="10" y="10"/>
                      <a:pt x="9" y="9"/>
                      <a:pt x="8" y="9"/>
                    </a:cubicBezTo>
                    <a:cubicBezTo>
                      <a:pt x="8" y="9"/>
                      <a:pt x="7" y="8"/>
                      <a:pt x="6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0" name="Freeform 1929">
                <a:extLst>
                  <a:ext uri="{FF2B5EF4-FFF2-40B4-BE49-F238E27FC236}">
                    <a16:creationId xmlns:a16="http://schemas.microsoft.com/office/drawing/2014/main" id="{43DA80B4-A82E-964A-93D1-295A4E931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057"/>
                <a:ext cx="12" cy="24"/>
              </a:xfrm>
              <a:custGeom>
                <a:avLst/>
                <a:gdLst>
                  <a:gd name="T0" fmla="*/ 2 w 30"/>
                  <a:gd name="T1" fmla="*/ 50 h 60"/>
                  <a:gd name="T2" fmla="*/ 2 w 30"/>
                  <a:gd name="T3" fmla="*/ 39 h 60"/>
                  <a:gd name="T4" fmla="*/ 4 w 30"/>
                  <a:gd name="T5" fmla="*/ 34 h 60"/>
                  <a:gd name="T6" fmla="*/ 7 w 30"/>
                  <a:gd name="T7" fmla="*/ 29 h 60"/>
                  <a:gd name="T8" fmla="*/ 10 w 30"/>
                  <a:gd name="T9" fmla="*/ 27 h 60"/>
                  <a:gd name="T10" fmla="*/ 12 w 30"/>
                  <a:gd name="T11" fmla="*/ 25 h 60"/>
                  <a:gd name="T12" fmla="*/ 9 w 30"/>
                  <a:gd name="T13" fmla="*/ 15 h 60"/>
                  <a:gd name="T14" fmla="*/ 7 w 30"/>
                  <a:gd name="T15" fmla="*/ 8 h 60"/>
                  <a:gd name="T16" fmla="*/ 7 w 30"/>
                  <a:gd name="T17" fmla="*/ 5 h 60"/>
                  <a:gd name="T18" fmla="*/ 8 w 30"/>
                  <a:gd name="T19" fmla="*/ 2 h 60"/>
                  <a:gd name="T20" fmla="*/ 15 w 30"/>
                  <a:gd name="T21" fmla="*/ 1 h 60"/>
                  <a:gd name="T22" fmla="*/ 16 w 30"/>
                  <a:gd name="T23" fmla="*/ 6 h 60"/>
                  <a:gd name="T24" fmla="*/ 16 w 30"/>
                  <a:gd name="T25" fmla="*/ 13 h 60"/>
                  <a:gd name="T26" fmla="*/ 17 w 30"/>
                  <a:gd name="T27" fmla="*/ 17 h 60"/>
                  <a:gd name="T28" fmla="*/ 20 w 30"/>
                  <a:gd name="T29" fmla="*/ 19 h 60"/>
                  <a:gd name="T30" fmla="*/ 22 w 30"/>
                  <a:gd name="T31" fmla="*/ 27 h 60"/>
                  <a:gd name="T32" fmla="*/ 25 w 30"/>
                  <a:gd name="T33" fmla="*/ 33 h 60"/>
                  <a:gd name="T34" fmla="*/ 29 w 30"/>
                  <a:gd name="T35" fmla="*/ 37 h 60"/>
                  <a:gd name="T36" fmla="*/ 26 w 30"/>
                  <a:gd name="T37" fmla="*/ 40 h 60"/>
                  <a:gd name="T38" fmla="*/ 24 w 30"/>
                  <a:gd name="T39" fmla="*/ 42 h 60"/>
                  <a:gd name="T40" fmla="*/ 23 w 30"/>
                  <a:gd name="T41" fmla="*/ 48 h 60"/>
                  <a:gd name="T42" fmla="*/ 20 w 30"/>
                  <a:gd name="T43" fmla="*/ 53 h 60"/>
                  <a:gd name="T44" fmla="*/ 14 w 30"/>
                  <a:gd name="T45" fmla="*/ 58 h 60"/>
                  <a:gd name="T46" fmla="*/ 9 w 30"/>
                  <a:gd name="T47" fmla="*/ 60 h 60"/>
                  <a:gd name="T48" fmla="*/ 5 w 30"/>
                  <a:gd name="T49" fmla="*/ 57 h 60"/>
                  <a:gd name="T50" fmla="*/ 4 w 30"/>
                  <a:gd name="T51" fmla="*/ 54 h 60"/>
                  <a:gd name="T52" fmla="*/ 2 w 30"/>
                  <a:gd name="T53" fmla="*/ 5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0" h="60">
                    <a:moveTo>
                      <a:pt x="2" y="50"/>
                    </a:moveTo>
                    <a:cubicBezTo>
                      <a:pt x="2" y="47"/>
                      <a:pt x="0" y="42"/>
                      <a:pt x="2" y="39"/>
                    </a:cubicBezTo>
                    <a:cubicBezTo>
                      <a:pt x="2" y="37"/>
                      <a:pt x="3" y="36"/>
                      <a:pt x="4" y="34"/>
                    </a:cubicBezTo>
                    <a:cubicBezTo>
                      <a:pt x="5" y="33"/>
                      <a:pt x="6" y="31"/>
                      <a:pt x="7" y="29"/>
                    </a:cubicBezTo>
                    <a:cubicBezTo>
                      <a:pt x="8" y="28"/>
                      <a:pt x="9" y="28"/>
                      <a:pt x="10" y="27"/>
                    </a:cubicBezTo>
                    <a:cubicBezTo>
                      <a:pt x="11" y="26"/>
                      <a:pt x="12" y="26"/>
                      <a:pt x="12" y="25"/>
                    </a:cubicBezTo>
                    <a:cubicBezTo>
                      <a:pt x="15" y="22"/>
                      <a:pt x="11" y="18"/>
                      <a:pt x="9" y="15"/>
                    </a:cubicBezTo>
                    <a:cubicBezTo>
                      <a:pt x="8" y="13"/>
                      <a:pt x="7" y="11"/>
                      <a:pt x="7" y="8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8" y="4"/>
                      <a:pt x="8" y="3"/>
                      <a:pt x="8" y="2"/>
                    </a:cubicBezTo>
                    <a:cubicBezTo>
                      <a:pt x="10" y="1"/>
                      <a:pt x="14" y="0"/>
                      <a:pt x="15" y="1"/>
                    </a:cubicBezTo>
                    <a:cubicBezTo>
                      <a:pt x="16" y="2"/>
                      <a:pt x="16" y="5"/>
                      <a:pt x="16" y="6"/>
                    </a:cubicBezTo>
                    <a:cubicBezTo>
                      <a:pt x="16" y="8"/>
                      <a:pt x="16" y="11"/>
                      <a:pt x="16" y="13"/>
                    </a:cubicBezTo>
                    <a:cubicBezTo>
                      <a:pt x="16" y="14"/>
                      <a:pt x="16" y="16"/>
                      <a:pt x="17" y="17"/>
                    </a:cubicBezTo>
                    <a:cubicBezTo>
                      <a:pt x="18" y="18"/>
                      <a:pt x="19" y="18"/>
                      <a:pt x="20" y="19"/>
                    </a:cubicBezTo>
                    <a:cubicBezTo>
                      <a:pt x="22" y="20"/>
                      <a:pt x="21" y="24"/>
                      <a:pt x="22" y="27"/>
                    </a:cubicBezTo>
                    <a:cubicBezTo>
                      <a:pt x="22" y="29"/>
                      <a:pt x="23" y="32"/>
                      <a:pt x="25" y="33"/>
                    </a:cubicBezTo>
                    <a:cubicBezTo>
                      <a:pt x="28" y="34"/>
                      <a:pt x="30" y="35"/>
                      <a:pt x="29" y="37"/>
                    </a:cubicBezTo>
                    <a:cubicBezTo>
                      <a:pt x="28" y="39"/>
                      <a:pt x="27" y="40"/>
                      <a:pt x="26" y="40"/>
                    </a:cubicBezTo>
                    <a:cubicBezTo>
                      <a:pt x="25" y="41"/>
                      <a:pt x="24" y="41"/>
                      <a:pt x="24" y="42"/>
                    </a:cubicBezTo>
                    <a:cubicBezTo>
                      <a:pt x="23" y="44"/>
                      <a:pt x="23" y="46"/>
                      <a:pt x="23" y="48"/>
                    </a:cubicBezTo>
                    <a:cubicBezTo>
                      <a:pt x="22" y="49"/>
                      <a:pt x="22" y="51"/>
                      <a:pt x="20" y="53"/>
                    </a:cubicBezTo>
                    <a:cubicBezTo>
                      <a:pt x="19" y="55"/>
                      <a:pt x="17" y="56"/>
                      <a:pt x="14" y="58"/>
                    </a:cubicBezTo>
                    <a:cubicBezTo>
                      <a:pt x="13" y="59"/>
                      <a:pt x="11" y="60"/>
                      <a:pt x="9" y="60"/>
                    </a:cubicBezTo>
                    <a:cubicBezTo>
                      <a:pt x="7" y="59"/>
                      <a:pt x="6" y="59"/>
                      <a:pt x="5" y="57"/>
                    </a:cubicBezTo>
                    <a:cubicBezTo>
                      <a:pt x="4" y="56"/>
                      <a:pt x="4" y="55"/>
                      <a:pt x="4" y="54"/>
                    </a:cubicBezTo>
                    <a:cubicBezTo>
                      <a:pt x="3" y="52"/>
                      <a:pt x="3" y="51"/>
                      <a:pt x="2" y="5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1" name="Freeform 1930">
                <a:extLst>
                  <a:ext uri="{FF2B5EF4-FFF2-40B4-BE49-F238E27FC236}">
                    <a16:creationId xmlns:a16="http://schemas.microsoft.com/office/drawing/2014/main" id="{0CBCA997-E00A-1941-B2C8-A803EDD31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84"/>
                <a:ext cx="3" cy="6"/>
              </a:xfrm>
              <a:custGeom>
                <a:avLst/>
                <a:gdLst>
                  <a:gd name="T0" fmla="*/ 2 w 8"/>
                  <a:gd name="T1" fmla="*/ 13 h 15"/>
                  <a:gd name="T2" fmla="*/ 1 w 8"/>
                  <a:gd name="T3" fmla="*/ 10 h 15"/>
                  <a:gd name="T4" fmla="*/ 1 w 8"/>
                  <a:gd name="T5" fmla="*/ 8 h 15"/>
                  <a:gd name="T6" fmla="*/ 2 w 8"/>
                  <a:gd name="T7" fmla="*/ 4 h 15"/>
                  <a:gd name="T8" fmla="*/ 6 w 8"/>
                  <a:gd name="T9" fmla="*/ 2 h 15"/>
                  <a:gd name="T10" fmla="*/ 8 w 8"/>
                  <a:gd name="T11" fmla="*/ 4 h 15"/>
                  <a:gd name="T12" fmla="*/ 7 w 8"/>
                  <a:gd name="T13" fmla="*/ 5 h 15"/>
                  <a:gd name="T14" fmla="*/ 7 w 8"/>
                  <a:gd name="T15" fmla="*/ 7 h 15"/>
                  <a:gd name="T16" fmla="*/ 2 w 8"/>
                  <a:gd name="T1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2" y="13"/>
                    </a:moveTo>
                    <a:cubicBezTo>
                      <a:pt x="1" y="12"/>
                      <a:pt x="1" y="11"/>
                      <a:pt x="1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0" y="6"/>
                      <a:pt x="1" y="5"/>
                      <a:pt x="2" y="4"/>
                    </a:cubicBezTo>
                    <a:cubicBezTo>
                      <a:pt x="4" y="3"/>
                      <a:pt x="4" y="0"/>
                      <a:pt x="6" y="2"/>
                    </a:cubicBezTo>
                    <a:cubicBezTo>
                      <a:pt x="7" y="2"/>
                      <a:pt x="8" y="3"/>
                      <a:pt x="8" y="4"/>
                    </a:cubicBezTo>
                    <a:cubicBezTo>
                      <a:pt x="8" y="4"/>
                      <a:pt x="8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8"/>
                      <a:pt x="5" y="15"/>
                      <a:pt x="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2" name="Freeform 1931">
                <a:extLst>
                  <a:ext uri="{FF2B5EF4-FFF2-40B4-BE49-F238E27FC236}">
                    <a16:creationId xmlns:a16="http://schemas.microsoft.com/office/drawing/2014/main" id="{CD2BD44B-0528-3942-9965-4C0965257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971"/>
                <a:ext cx="14" cy="13"/>
              </a:xfrm>
              <a:custGeom>
                <a:avLst/>
                <a:gdLst>
                  <a:gd name="T0" fmla="*/ 13 w 35"/>
                  <a:gd name="T1" fmla="*/ 24 h 32"/>
                  <a:gd name="T2" fmla="*/ 6 w 35"/>
                  <a:gd name="T3" fmla="*/ 15 h 32"/>
                  <a:gd name="T4" fmla="*/ 1 w 35"/>
                  <a:gd name="T5" fmla="*/ 7 h 32"/>
                  <a:gd name="T6" fmla="*/ 7 w 35"/>
                  <a:gd name="T7" fmla="*/ 3 h 32"/>
                  <a:gd name="T8" fmla="*/ 16 w 35"/>
                  <a:gd name="T9" fmla="*/ 3 h 32"/>
                  <a:gd name="T10" fmla="*/ 27 w 35"/>
                  <a:gd name="T11" fmla="*/ 3 h 32"/>
                  <a:gd name="T12" fmla="*/ 28 w 35"/>
                  <a:gd name="T13" fmla="*/ 8 h 32"/>
                  <a:gd name="T14" fmla="*/ 31 w 35"/>
                  <a:gd name="T15" fmla="*/ 11 h 32"/>
                  <a:gd name="T16" fmla="*/ 34 w 35"/>
                  <a:gd name="T17" fmla="*/ 18 h 32"/>
                  <a:gd name="T18" fmla="*/ 30 w 35"/>
                  <a:gd name="T19" fmla="*/ 21 h 32"/>
                  <a:gd name="T20" fmla="*/ 25 w 35"/>
                  <a:gd name="T21" fmla="*/ 23 h 32"/>
                  <a:gd name="T22" fmla="*/ 24 w 35"/>
                  <a:gd name="T23" fmla="*/ 25 h 32"/>
                  <a:gd name="T24" fmla="*/ 21 w 35"/>
                  <a:gd name="T25" fmla="*/ 29 h 32"/>
                  <a:gd name="T26" fmla="*/ 18 w 35"/>
                  <a:gd name="T27" fmla="*/ 30 h 32"/>
                  <a:gd name="T28" fmla="*/ 13 w 35"/>
                  <a:gd name="T29" fmla="*/ 27 h 32"/>
                  <a:gd name="T30" fmla="*/ 13 w 35"/>
                  <a:gd name="T31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32">
                    <a:moveTo>
                      <a:pt x="13" y="24"/>
                    </a:moveTo>
                    <a:cubicBezTo>
                      <a:pt x="13" y="20"/>
                      <a:pt x="9" y="17"/>
                      <a:pt x="6" y="15"/>
                    </a:cubicBezTo>
                    <a:cubicBezTo>
                      <a:pt x="4" y="13"/>
                      <a:pt x="1" y="10"/>
                      <a:pt x="1" y="7"/>
                    </a:cubicBezTo>
                    <a:cubicBezTo>
                      <a:pt x="0" y="4"/>
                      <a:pt x="3" y="2"/>
                      <a:pt x="7" y="3"/>
                    </a:cubicBezTo>
                    <a:cubicBezTo>
                      <a:pt x="10" y="3"/>
                      <a:pt x="12" y="4"/>
                      <a:pt x="16" y="3"/>
                    </a:cubicBezTo>
                    <a:cubicBezTo>
                      <a:pt x="19" y="2"/>
                      <a:pt x="24" y="0"/>
                      <a:pt x="27" y="3"/>
                    </a:cubicBezTo>
                    <a:cubicBezTo>
                      <a:pt x="28" y="5"/>
                      <a:pt x="28" y="6"/>
                      <a:pt x="28" y="8"/>
                    </a:cubicBezTo>
                    <a:cubicBezTo>
                      <a:pt x="29" y="9"/>
                      <a:pt x="30" y="10"/>
                      <a:pt x="31" y="11"/>
                    </a:cubicBezTo>
                    <a:cubicBezTo>
                      <a:pt x="34" y="12"/>
                      <a:pt x="35" y="15"/>
                      <a:pt x="34" y="18"/>
                    </a:cubicBezTo>
                    <a:cubicBezTo>
                      <a:pt x="33" y="19"/>
                      <a:pt x="32" y="21"/>
                      <a:pt x="30" y="21"/>
                    </a:cubicBezTo>
                    <a:cubicBezTo>
                      <a:pt x="28" y="21"/>
                      <a:pt x="26" y="21"/>
                      <a:pt x="25" y="23"/>
                    </a:cubicBezTo>
                    <a:cubicBezTo>
                      <a:pt x="25" y="24"/>
                      <a:pt x="24" y="24"/>
                      <a:pt x="24" y="25"/>
                    </a:cubicBezTo>
                    <a:cubicBezTo>
                      <a:pt x="23" y="27"/>
                      <a:pt x="22" y="28"/>
                      <a:pt x="21" y="29"/>
                    </a:cubicBezTo>
                    <a:cubicBezTo>
                      <a:pt x="19" y="29"/>
                      <a:pt x="19" y="29"/>
                      <a:pt x="18" y="30"/>
                    </a:cubicBezTo>
                    <a:cubicBezTo>
                      <a:pt x="15" y="32"/>
                      <a:pt x="14" y="29"/>
                      <a:pt x="13" y="27"/>
                    </a:cubicBezTo>
                    <a:cubicBezTo>
                      <a:pt x="13" y="26"/>
                      <a:pt x="13" y="25"/>
                      <a:pt x="13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3" name="Freeform 1932">
                <a:extLst>
                  <a:ext uri="{FF2B5EF4-FFF2-40B4-BE49-F238E27FC236}">
                    <a16:creationId xmlns:a16="http://schemas.microsoft.com/office/drawing/2014/main" id="{1263CC26-992A-2C42-9849-555BDDBB2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959"/>
                <a:ext cx="9" cy="4"/>
              </a:xfrm>
              <a:custGeom>
                <a:avLst/>
                <a:gdLst>
                  <a:gd name="T0" fmla="*/ 6 w 22"/>
                  <a:gd name="T1" fmla="*/ 8 h 9"/>
                  <a:gd name="T2" fmla="*/ 4 w 22"/>
                  <a:gd name="T3" fmla="*/ 6 h 9"/>
                  <a:gd name="T4" fmla="*/ 1 w 22"/>
                  <a:gd name="T5" fmla="*/ 4 h 9"/>
                  <a:gd name="T6" fmla="*/ 1 w 22"/>
                  <a:gd name="T7" fmla="*/ 1 h 9"/>
                  <a:gd name="T8" fmla="*/ 5 w 22"/>
                  <a:gd name="T9" fmla="*/ 0 h 9"/>
                  <a:gd name="T10" fmla="*/ 10 w 22"/>
                  <a:gd name="T11" fmla="*/ 1 h 9"/>
                  <a:gd name="T12" fmla="*/ 14 w 22"/>
                  <a:gd name="T13" fmla="*/ 1 h 9"/>
                  <a:gd name="T14" fmla="*/ 19 w 22"/>
                  <a:gd name="T15" fmla="*/ 3 h 9"/>
                  <a:gd name="T16" fmla="*/ 12 w 22"/>
                  <a:gd name="T17" fmla="*/ 6 h 9"/>
                  <a:gd name="T18" fmla="*/ 10 w 22"/>
                  <a:gd name="T19" fmla="*/ 8 h 9"/>
                  <a:gd name="T20" fmla="*/ 6 w 22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9">
                    <a:moveTo>
                      <a:pt x="6" y="8"/>
                    </a:moveTo>
                    <a:cubicBezTo>
                      <a:pt x="5" y="8"/>
                      <a:pt x="5" y="7"/>
                      <a:pt x="4" y="6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1"/>
                      <a:pt x="10" y="1"/>
                    </a:cubicBezTo>
                    <a:cubicBezTo>
                      <a:pt x="11" y="1"/>
                      <a:pt x="13" y="1"/>
                      <a:pt x="14" y="1"/>
                    </a:cubicBezTo>
                    <a:cubicBezTo>
                      <a:pt x="16" y="1"/>
                      <a:pt x="22" y="0"/>
                      <a:pt x="19" y="3"/>
                    </a:cubicBezTo>
                    <a:cubicBezTo>
                      <a:pt x="18" y="5"/>
                      <a:pt x="14" y="4"/>
                      <a:pt x="12" y="6"/>
                    </a:cubicBezTo>
                    <a:cubicBezTo>
                      <a:pt x="11" y="6"/>
                      <a:pt x="11" y="8"/>
                      <a:pt x="10" y="8"/>
                    </a:cubicBezTo>
                    <a:cubicBezTo>
                      <a:pt x="9" y="9"/>
                      <a:pt x="7" y="9"/>
                      <a:pt x="6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4" name="Freeform 1933">
                <a:extLst>
                  <a:ext uri="{FF2B5EF4-FFF2-40B4-BE49-F238E27FC236}">
                    <a16:creationId xmlns:a16="http://schemas.microsoft.com/office/drawing/2014/main" id="{08839F14-7A87-DE45-8E8B-BE924DA70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1953"/>
                <a:ext cx="3" cy="3"/>
              </a:xfrm>
              <a:custGeom>
                <a:avLst/>
                <a:gdLst>
                  <a:gd name="T0" fmla="*/ 2 w 8"/>
                  <a:gd name="T1" fmla="*/ 5 h 7"/>
                  <a:gd name="T2" fmla="*/ 1 w 8"/>
                  <a:gd name="T3" fmla="*/ 2 h 7"/>
                  <a:gd name="T4" fmla="*/ 4 w 8"/>
                  <a:gd name="T5" fmla="*/ 0 h 7"/>
                  <a:gd name="T6" fmla="*/ 2 w 8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2" y="5"/>
                    </a:moveTo>
                    <a:cubicBezTo>
                      <a:pt x="2" y="4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8" y="1"/>
                      <a:pt x="5" y="7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5" name="Freeform 1934">
                <a:extLst>
                  <a:ext uri="{FF2B5EF4-FFF2-40B4-BE49-F238E27FC236}">
                    <a16:creationId xmlns:a16="http://schemas.microsoft.com/office/drawing/2014/main" id="{F04CE0AB-0375-4146-BDCA-D84D35C23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919"/>
                <a:ext cx="22" cy="12"/>
              </a:xfrm>
              <a:custGeom>
                <a:avLst/>
                <a:gdLst>
                  <a:gd name="T0" fmla="*/ 13 w 56"/>
                  <a:gd name="T1" fmla="*/ 21 h 30"/>
                  <a:gd name="T2" fmla="*/ 3 w 56"/>
                  <a:gd name="T3" fmla="*/ 18 h 30"/>
                  <a:gd name="T4" fmla="*/ 10 w 56"/>
                  <a:gd name="T5" fmla="*/ 11 h 30"/>
                  <a:gd name="T6" fmla="*/ 20 w 56"/>
                  <a:gd name="T7" fmla="*/ 6 h 30"/>
                  <a:gd name="T8" fmla="*/ 27 w 56"/>
                  <a:gd name="T9" fmla="*/ 7 h 30"/>
                  <a:gd name="T10" fmla="*/ 32 w 56"/>
                  <a:gd name="T11" fmla="*/ 3 h 30"/>
                  <a:gd name="T12" fmla="*/ 46 w 56"/>
                  <a:gd name="T13" fmla="*/ 0 h 30"/>
                  <a:gd name="T14" fmla="*/ 56 w 56"/>
                  <a:gd name="T15" fmla="*/ 7 h 30"/>
                  <a:gd name="T16" fmla="*/ 37 w 56"/>
                  <a:gd name="T17" fmla="*/ 14 h 30"/>
                  <a:gd name="T18" fmla="*/ 34 w 56"/>
                  <a:gd name="T19" fmla="*/ 25 h 30"/>
                  <a:gd name="T20" fmla="*/ 21 w 56"/>
                  <a:gd name="T21" fmla="*/ 28 h 30"/>
                  <a:gd name="T22" fmla="*/ 17 w 56"/>
                  <a:gd name="T23" fmla="*/ 25 h 30"/>
                  <a:gd name="T24" fmla="*/ 15 w 56"/>
                  <a:gd name="T25" fmla="*/ 23 h 30"/>
                  <a:gd name="T26" fmla="*/ 13 w 56"/>
                  <a:gd name="T2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" h="30">
                    <a:moveTo>
                      <a:pt x="13" y="21"/>
                    </a:moveTo>
                    <a:cubicBezTo>
                      <a:pt x="11" y="20"/>
                      <a:pt x="5" y="20"/>
                      <a:pt x="3" y="18"/>
                    </a:cubicBezTo>
                    <a:cubicBezTo>
                      <a:pt x="0" y="14"/>
                      <a:pt x="8" y="12"/>
                      <a:pt x="10" y="11"/>
                    </a:cubicBezTo>
                    <a:cubicBezTo>
                      <a:pt x="14" y="9"/>
                      <a:pt x="16" y="6"/>
                      <a:pt x="20" y="6"/>
                    </a:cubicBezTo>
                    <a:cubicBezTo>
                      <a:pt x="22" y="6"/>
                      <a:pt x="25" y="7"/>
                      <a:pt x="27" y="7"/>
                    </a:cubicBezTo>
                    <a:cubicBezTo>
                      <a:pt x="29" y="7"/>
                      <a:pt x="30" y="5"/>
                      <a:pt x="32" y="3"/>
                    </a:cubicBezTo>
                    <a:cubicBezTo>
                      <a:pt x="36" y="0"/>
                      <a:pt x="41" y="0"/>
                      <a:pt x="46" y="0"/>
                    </a:cubicBezTo>
                    <a:cubicBezTo>
                      <a:pt x="50" y="1"/>
                      <a:pt x="56" y="1"/>
                      <a:pt x="56" y="7"/>
                    </a:cubicBezTo>
                    <a:cubicBezTo>
                      <a:pt x="56" y="16"/>
                      <a:pt x="37" y="5"/>
                      <a:pt x="37" y="14"/>
                    </a:cubicBezTo>
                    <a:cubicBezTo>
                      <a:pt x="37" y="19"/>
                      <a:pt x="40" y="22"/>
                      <a:pt x="34" y="25"/>
                    </a:cubicBezTo>
                    <a:cubicBezTo>
                      <a:pt x="31" y="27"/>
                      <a:pt x="25" y="30"/>
                      <a:pt x="21" y="28"/>
                    </a:cubicBezTo>
                    <a:cubicBezTo>
                      <a:pt x="20" y="27"/>
                      <a:pt x="19" y="26"/>
                      <a:pt x="17" y="25"/>
                    </a:cubicBezTo>
                    <a:cubicBezTo>
                      <a:pt x="17" y="24"/>
                      <a:pt x="16" y="24"/>
                      <a:pt x="15" y="23"/>
                    </a:cubicBezTo>
                    <a:cubicBezTo>
                      <a:pt x="15" y="23"/>
                      <a:pt x="14" y="21"/>
                      <a:pt x="13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6" name="Freeform 1935">
                <a:extLst>
                  <a:ext uri="{FF2B5EF4-FFF2-40B4-BE49-F238E27FC236}">
                    <a16:creationId xmlns:a16="http://schemas.microsoft.com/office/drawing/2014/main" id="{46AD4024-459C-904B-B43A-FFF01F630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942"/>
                <a:ext cx="75" cy="52"/>
              </a:xfrm>
              <a:custGeom>
                <a:avLst/>
                <a:gdLst>
                  <a:gd name="T0" fmla="*/ 28 w 185"/>
                  <a:gd name="T1" fmla="*/ 75 h 128"/>
                  <a:gd name="T2" fmla="*/ 37 w 185"/>
                  <a:gd name="T3" fmla="*/ 74 h 128"/>
                  <a:gd name="T4" fmla="*/ 59 w 185"/>
                  <a:gd name="T5" fmla="*/ 80 h 128"/>
                  <a:gd name="T6" fmla="*/ 70 w 185"/>
                  <a:gd name="T7" fmla="*/ 87 h 128"/>
                  <a:gd name="T8" fmla="*/ 73 w 185"/>
                  <a:gd name="T9" fmla="*/ 101 h 128"/>
                  <a:gd name="T10" fmla="*/ 83 w 185"/>
                  <a:gd name="T11" fmla="*/ 113 h 128"/>
                  <a:gd name="T12" fmla="*/ 98 w 185"/>
                  <a:gd name="T13" fmla="*/ 126 h 128"/>
                  <a:gd name="T14" fmla="*/ 109 w 185"/>
                  <a:gd name="T15" fmla="*/ 120 h 128"/>
                  <a:gd name="T16" fmla="*/ 116 w 185"/>
                  <a:gd name="T17" fmla="*/ 104 h 128"/>
                  <a:gd name="T18" fmla="*/ 133 w 185"/>
                  <a:gd name="T19" fmla="*/ 97 h 128"/>
                  <a:gd name="T20" fmla="*/ 154 w 185"/>
                  <a:gd name="T21" fmla="*/ 92 h 128"/>
                  <a:gd name="T22" fmla="*/ 171 w 185"/>
                  <a:gd name="T23" fmla="*/ 96 h 128"/>
                  <a:gd name="T24" fmla="*/ 180 w 185"/>
                  <a:gd name="T25" fmla="*/ 88 h 128"/>
                  <a:gd name="T26" fmla="*/ 175 w 185"/>
                  <a:gd name="T27" fmla="*/ 54 h 128"/>
                  <a:gd name="T28" fmla="*/ 178 w 185"/>
                  <a:gd name="T29" fmla="*/ 28 h 128"/>
                  <a:gd name="T30" fmla="*/ 164 w 185"/>
                  <a:gd name="T31" fmla="*/ 18 h 128"/>
                  <a:gd name="T32" fmla="*/ 142 w 185"/>
                  <a:gd name="T33" fmla="*/ 1 h 128"/>
                  <a:gd name="T34" fmla="*/ 127 w 185"/>
                  <a:gd name="T35" fmla="*/ 2 h 128"/>
                  <a:gd name="T36" fmla="*/ 108 w 185"/>
                  <a:gd name="T37" fmla="*/ 0 h 128"/>
                  <a:gd name="T38" fmla="*/ 90 w 185"/>
                  <a:gd name="T39" fmla="*/ 3 h 128"/>
                  <a:gd name="T40" fmla="*/ 78 w 185"/>
                  <a:gd name="T41" fmla="*/ 16 h 128"/>
                  <a:gd name="T42" fmla="*/ 66 w 185"/>
                  <a:gd name="T43" fmla="*/ 23 h 128"/>
                  <a:gd name="T44" fmla="*/ 55 w 185"/>
                  <a:gd name="T45" fmla="*/ 7 h 128"/>
                  <a:gd name="T46" fmla="*/ 43 w 185"/>
                  <a:gd name="T47" fmla="*/ 5 h 128"/>
                  <a:gd name="T48" fmla="*/ 20 w 185"/>
                  <a:gd name="T49" fmla="*/ 15 h 128"/>
                  <a:gd name="T50" fmla="*/ 17 w 185"/>
                  <a:gd name="T51" fmla="*/ 19 h 128"/>
                  <a:gd name="T52" fmla="*/ 11 w 185"/>
                  <a:gd name="T53" fmla="*/ 24 h 128"/>
                  <a:gd name="T54" fmla="*/ 10 w 185"/>
                  <a:gd name="T55" fmla="*/ 33 h 128"/>
                  <a:gd name="T56" fmla="*/ 12 w 185"/>
                  <a:gd name="T57" fmla="*/ 43 h 128"/>
                  <a:gd name="T58" fmla="*/ 5 w 185"/>
                  <a:gd name="T59" fmla="*/ 57 h 128"/>
                  <a:gd name="T60" fmla="*/ 14 w 185"/>
                  <a:gd name="T61" fmla="*/ 68 h 128"/>
                  <a:gd name="T62" fmla="*/ 5 w 185"/>
                  <a:gd name="T63" fmla="*/ 77 h 128"/>
                  <a:gd name="T64" fmla="*/ 1 w 185"/>
                  <a:gd name="T65" fmla="*/ 86 h 128"/>
                  <a:gd name="T66" fmla="*/ 17 w 185"/>
                  <a:gd name="T67" fmla="*/ 86 h 128"/>
                  <a:gd name="T68" fmla="*/ 23 w 185"/>
                  <a:gd name="T69" fmla="*/ 79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5" h="128">
                    <a:moveTo>
                      <a:pt x="23" y="79"/>
                    </a:moveTo>
                    <a:cubicBezTo>
                      <a:pt x="25" y="78"/>
                      <a:pt x="26" y="77"/>
                      <a:pt x="28" y="75"/>
                    </a:cubicBezTo>
                    <a:cubicBezTo>
                      <a:pt x="29" y="74"/>
                      <a:pt x="30" y="74"/>
                      <a:pt x="32" y="74"/>
                    </a:cubicBezTo>
                    <a:cubicBezTo>
                      <a:pt x="34" y="74"/>
                      <a:pt x="35" y="74"/>
                      <a:pt x="37" y="74"/>
                    </a:cubicBezTo>
                    <a:cubicBezTo>
                      <a:pt x="41" y="75"/>
                      <a:pt x="44" y="76"/>
                      <a:pt x="48" y="77"/>
                    </a:cubicBezTo>
                    <a:cubicBezTo>
                      <a:pt x="51" y="79"/>
                      <a:pt x="55" y="79"/>
                      <a:pt x="59" y="80"/>
                    </a:cubicBezTo>
                    <a:cubicBezTo>
                      <a:pt x="60" y="80"/>
                      <a:pt x="62" y="81"/>
                      <a:pt x="64" y="82"/>
                    </a:cubicBezTo>
                    <a:cubicBezTo>
                      <a:pt x="66" y="83"/>
                      <a:pt x="68" y="85"/>
                      <a:pt x="70" y="87"/>
                    </a:cubicBezTo>
                    <a:cubicBezTo>
                      <a:pt x="72" y="88"/>
                      <a:pt x="73" y="90"/>
                      <a:pt x="73" y="93"/>
                    </a:cubicBezTo>
                    <a:cubicBezTo>
                      <a:pt x="73" y="96"/>
                      <a:pt x="73" y="98"/>
                      <a:pt x="73" y="101"/>
                    </a:cubicBezTo>
                    <a:cubicBezTo>
                      <a:pt x="73" y="104"/>
                      <a:pt x="74" y="106"/>
                      <a:pt x="75" y="108"/>
                    </a:cubicBezTo>
                    <a:cubicBezTo>
                      <a:pt x="77" y="111"/>
                      <a:pt x="80" y="112"/>
                      <a:pt x="83" y="113"/>
                    </a:cubicBezTo>
                    <a:cubicBezTo>
                      <a:pt x="86" y="115"/>
                      <a:pt x="89" y="117"/>
                      <a:pt x="91" y="120"/>
                    </a:cubicBezTo>
                    <a:cubicBezTo>
                      <a:pt x="93" y="123"/>
                      <a:pt x="95" y="125"/>
                      <a:pt x="98" y="126"/>
                    </a:cubicBezTo>
                    <a:cubicBezTo>
                      <a:pt x="100" y="126"/>
                      <a:pt x="104" y="128"/>
                      <a:pt x="106" y="128"/>
                    </a:cubicBezTo>
                    <a:cubicBezTo>
                      <a:pt x="108" y="127"/>
                      <a:pt x="109" y="122"/>
                      <a:pt x="109" y="120"/>
                    </a:cubicBezTo>
                    <a:cubicBezTo>
                      <a:pt x="110" y="116"/>
                      <a:pt x="110" y="113"/>
                      <a:pt x="110" y="110"/>
                    </a:cubicBezTo>
                    <a:cubicBezTo>
                      <a:pt x="111" y="107"/>
                      <a:pt x="113" y="105"/>
                      <a:pt x="116" y="104"/>
                    </a:cubicBezTo>
                    <a:cubicBezTo>
                      <a:pt x="119" y="102"/>
                      <a:pt x="122" y="101"/>
                      <a:pt x="125" y="100"/>
                    </a:cubicBezTo>
                    <a:cubicBezTo>
                      <a:pt x="128" y="99"/>
                      <a:pt x="131" y="98"/>
                      <a:pt x="133" y="97"/>
                    </a:cubicBezTo>
                    <a:cubicBezTo>
                      <a:pt x="137" y="95"/>
                      <a:pt x="140" y="93"/>
                      <a:pt x="144" y="93"/>
                    </a:cubicBezTo>
                    <a:cubicBezTo>
                      <a:pt x="147" y="93"/>
                      <a:pt x="151" y="93"/>
                      <a:pt x="154" y="92"/>
                    </a:cubicBezTo>
                    <a:cubicBezTo>
                      <a:pt x="157" y="92"/>
                      <a:pt x="160" y="91"/>
                      <a:pt x="164" y="92"/>
                    </a:cubicBezTo>
                    <a:cubicBezTo>
                      <a:pt x="167" y="92"/>
                      <a:pt x="168" y="94"/>
                      <a:pt x="171" y="96"/>
                    </a:cubicBezTo>
                    <a:cubicBezTo>
                      <a:pt x="173" y="97"/>
                      <a:pt x="177" y="98"/>
                      <a:pt x="179" y="96"/>
                    </a:cubicBezTo>
                    <a:cubicBezTo>
                      <a:pt x="182" y="94"/>
                      <a:pt x="180" y="91"/>
                      <a:pt x="180" y="88"/>
                    </a:cubicBezTo>
                    <a:cubicBezTo>
                      <a:pt x="179" y="85"/>
                      <a:pt x="178" y="81"/>
                      <a:pt x="177" y="78"/>
                    </a:cubicBezTo>
                    <a:cubicBezTo>
                      <a:pt x="177" y="70"/>
                      <a:pt x="176" y="62"/>
                      <a:pt x="175" y="54"/>
                    </a:cubicBezTo>
                    <a:cubicBezTo>
                      <a:pt x="175" y="50"/>
                      <a:pt x="176" y="48"/>
                      <a:pt x="178" y="45"/>
                    </a:cubicBezTo>
                    <a:cubicBezTo>
                      <a:pt x="180" y="40"/>
                      <a:pt x="185" y="31"/>
                      <a:pt x="178" y="28"/>
                    </a:cubicBezTo>
                    <a:cubicBezTo>
                      <a:pt x="175" y="27"/>
                      <a:pt x="172" y="28"/>
                      <a:pt x="169" y="26"/>
                    </a:cubicBezTo>
                    <a:cubicBezTo>
                      <a:pt x="166" y="24"/>
                      <a:pt x="165" y="21"/>
                      <a:pt x="164" y="18"/>
                    </a:cubicBezTo>
                    <a:cubicBezTo>
                      <a:pt x="161" y="13"/>
                      <a:pt x="155" y="17"/>
                      <a:pt x="152" y="14"/>
                    </a:cubicBezTo>
                    <a:cubicBezTo>
                      <a:pt x="147" y="10"/>
                      <a:pt x="148" y="2"/>
                      <a:pt x="142" y="1"/>
                    </a:cubicBezTo>
                    <a:cubicBezTo>
                      <a:pt x="139" y="1"/>
                      <a:pt x="137" y="1"/>
                      <a:pt x="135" y="1"/>
                    </a:cubicBezTo>
                    <a:cubicBezTo>
                      <a:pt x="132" y="0"/>
                      <a:pt x="130" y="2"/>
                      <a:pt x="127" y="2"/>
                    </a:cubicBezTo>
                    <a:cubicBezTo>
                      <a:pt x="124" y="4"/>
                      <a:pt x="120" y="3"/>
                      <a:pt x="116" y="2"/>
                    </a:cubicBezTo>
                    <a:cubicBezTo>
                      <a:pt x="114" y="1"/>
                      <a:pt x="111" y="0"/>
                      <a:pt x="108" y="0"/>
                    </a:cubicBezTo>
                    <a:cubicBezTo>
                      <a:pt x="105" y="0"/>
                      <a:pt x="102" y="0"/>
                      <a:pt x="99" y="0"/>
                    </a:cubicBezTo>
                    <a:cubicBezTo>
                      <a:pt x="96" y="1"/>
                      <a:pt x="93" y="2"/>
                      <a:pt x="90" y="3"/>
                    </a:cubicBezTo>
                    <a:cubicBezTo>
                      <a:pt x="87" y="4"/>
                      <a:pt x="85" y="4"/>
                      <a:pt x="83" y="6"/>
                    </a:cubicBezTo>
                    <a:cubicBezTo>
                      <a:pt x="81" y="9"/>
                      <a:pt x="80" y="13"/>
                      <a:pt x="78" y="16"/>
                    </a:cubicBezTo>
                    <a:cubicBezTo>
                      <a:pt x="76" y="18"/>
                      <a:pt x="73" y="18"/>
                      <a:pt x="71" y="20"/>
                    </a:cubicBezTo>
                    <a:cubicBezTo>
                      <a:pt x="70" y="21"/>
                      <a:pt x="67" y="24"/>
                      <a:pt x="66" y="23"/>
                    </a:cubicBezTo>
                    <a:cubicBezTo>
                      <a:pt x="65" y="22"/>
                      <a:pt x="65" y="20"/>
                      <a:pt x="65" y="19"/>
                    </a:cubicBezTo>
                    <a:cubicBezTo>
                      <a:pt x="62" y="15"/>
                      <a:pt x="59" y="11"/>
                      <a:pt x="55" y="7"/>
                    </a:cubicBezTo>
                    <a:cubicBezTo>
                      <a:pt x="54" y="6"/>
                      <a:pt x="52" y="5"/>
                      <a:pt x="51" y="4"/>
                    </a:cubicBezTo>
                    <a:cubicBezTo>
                      <a:pt x="48" y="3"/>
                      <a:pt x="46" y="4"/>
                      <a:pt x="43" y="5"/>
                    </a:cubicBezTo>
                    <a:cubicBezTo>
                      <a:pt x="40" y="7"/>
                      <a:pt x="36" y="7"/>
                      <a:pt x="32" y="9"/>
                    </a:cubicBezTo>
                    <a:cubicBezTo>
                      <a:pt x="29" y="11"/>
                      <a:pt x="23" y="12"/>
                      <a:pt x="20" y="15"/>
                    </a:cubicBezTo>
                    <a:cubicBezTo>
                      <a:pt x="19" y="16"/>
                      <a:pt x="20" y="16"/>
                      <a:pt x="19" y="17"/>
                    </a:cubicBezTo>
                    <a:cubicBezTo>
                      <a:pt x="18" y="18"/>
                      <a:pt x="17" y="18"/>
                      <a:pt x="17" y="19"/>
                    </a:cubicBezTo>
                    <a:cubicBezTo>
                      <a:pt x="16" y="20"/>
                      <a:pt x="16" y="20"/>
                      <a:pt x="16" y="21"/>
                    </a:cubicBezTo>
                    <a:cubicBezTo>
                      <a:pt x="14" y="22"/>
                      <a:pt x="12" y="22"/>
                      <a:pt x="11" y="24"/>
                    </a:cubicBezTo>
                    <a:cubicBezTo>
                      <a:pt x="10" y="26"/>
                      <a:pt x="10" y="28"/>
                      <a:pt x="10" y="30"/>
                    </a:cubicBezTo>
                    <a:cubicBezTo>
                      <a:pt x="10" y="31"/>
                      <a:pt x="10" y="32"/>
                      <a:pt x="10" y="33"/>
                    </a:cubicBezTo>
                    <a:cubicBezTo>
                      <a:pt x="10" y="34"/>
                      <a:pt x="10" y="35"/>
                      <a:pt x="10" y="36"/>
                    </a:cubicBezTo>
                    <a:cubicBezTo>
                      <a:pt x="11" y="38"/>
                      <a:pt x="12" y="40"/>
                      <a:pt x="12" y="43"/>
                    </a:cubicBezTo>
                    <a:cubicBezTo>
                      <a:pt x="13" y="48"/>
                      <a:pt x="9" y="49"/>
                      <a:pt x="7" y="51"/>
                    </a:cubicBezTo>
                    <a:cubicBezTo>
                      <a:pt x="5" y="53"/>
                      <a:pt x="5" y="56"/>
                      <a:pt x="5" y="57"/>
                    </a:cubicBezTo>
                    <a:cubicBezTo>
                      <a:pt x="5" y="59"/>
                      <a:pt x="6" y="60"/>
                      <a:pt x="7" y="61"/>
                    </a:cubicBezTo>
                    <a:cubicBezTo>
                      <a:pt x="9" y="63"/>
                      <a:pt x="14" y="65"/>
                      <a:pt x="14" y="68"/>
                    </a:cubicBezTo>
                    <a:cubicBezTo>
                      <a:pt x="14" y="70"/>
                      <a:pt x="11" y="72"/>
                      <a:pt x="10" y="73"/>
                    </a:cubicBezTo>
                    <a:cubicBezTo>
                      <a:pt x="8" y="74"/>
                      <a:pt x="6" y="75"/>
                      <a:pt x="5" y="77"/>
                    </a:cubicBezTo>
                    <a:cubicBezTo>
                      <a:pt x="4" y="78"/>
                      <a:pt x="4" y="80"/>
                      <a:pt x="3" y="81"/>
                    </a:cubicBezTo>
                    <a:cubicBezTo>
                      <a:pt x="2" y="83"/>
                      <a:pt x="1" y="84"/>
                      <a:pt x="1" y="86"/>
                    </a:cubicBezTo>
                    <a:cubicBezTo>
                      <a:pt x="0" y="90"/>
                      <a:pt x="7" y="90"/>
                      <a:pt x="10" y="90"/>
                    </a:cubicBezTo>
                    <a:cubicBezTo>
                      <a:pt x="13" y="91"/>
                      <a:pt x="15" y="88"/>
                      <a:pt x="17" y="86"/>
                    </a:cubicBezTo>
                    <a:cubicBezTo>
                      <a:pt x="18" y="84"/>
                      <a:pt x="19" y="84"/>
                      <a:pt x="20" y="83"/>
                    </a:cubicBezTo>
                    <a:cubicBezTo>
                      <a:pt x="21" y="82"/>
                      <a:pt x="22" y="80"/>
                      <a:pt x="23" y="7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7" name="Freeform 1936">
                <a:extLst>
                  <a:ext uri="{FF2B5EF4-FFF2-40B4-BE49-F238E27FC236}">
                    <a16:creationId xmlns:a16="http://schemas.microsoft.com/office/drawing/2014/main" id="{EFD85719-1603-634B-8075-56DD6A718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945"/>
                <a:ext cx="30" cy="32"/>
              </a:xfrm>
              <a:custGeom>
                <a:avLst/>
                <a:gdLst>
                  <a:gd name="T0" fmla="*/ 16 w 73"/>
                  <a:gd name="T1" fmla="*/ 59 h 77"/>
                  <a:gd name="T2" fmla="*/ 9 w 73"/>
                  <a:gd name="T3" fmla="*/ 55 h 77"/>
                  <a:gd name="T4" fmla="*/ 1 w 73"/>
                  <a:gd name="T5" fmla="*/ 53 h 77"/>
                  <a:gd name="T6" fmla="*/ 4 w 73"/>
                  <a:gd name="T7" fmla="*/ 45 h 77"/>
                  <a:gd name="T8" fmla="*/ 9 w 73"/>
                  <a:gd name="T9" fmla="*/ 38 h 77"/>
                  <a:gd name="T10" fmla="*/ 20 w 73"/>
                  <a:gd name="T11" fmla="*/ 38 h 77"/>
                  <a:gd name="T12" fmla="*/ 24 w 73"/>
                  <a:gd name="T13" fmla="*/ 29 h 77"/>
                  <a:gd name="T14" fmla="*/ 30 w 73"/>
                  <a:gd name="T15" fmla="*/ 20 h 77"/>
                  <a:gd name="T16" fmla="*/ 43 w 73"/>
                  <a:gd name="T17" fmla="*/ 18 h 77"/>
                  <a:gd name="T18" fmla="*/ 55 w 73"/>
                  <a:gd name="T19" fmla="*/ 15 h 77"/>
                  <a:gd name="T20" fmla="*/ 65 w 73"/>
                  <a:gd name="T21" fmla="*/ 6 h 77"/>
                  <a:gd name="T22" fmla="*/ 71 w 73"/>
                  <a:gd name="T23" fmla="*/ 4 h 77"/>
                  <a:gd name="T24" fmla="*/ 70 w 73"/>
                  <a:gd name="T25" fmla="*/ 21 h 77"/>
                  <a:gd name="T26" fmla="*/ 66 w 73"/>
                  <a:gd name="T27" fmla="*/ 25 h 77"/>
                  <a:gd name="T28" fmla="*/ 61 w 73"/>
                  <a:gd name="T29" fmla="*/ 25 h 77"/>
                  <a:gd name="T30" fmla="*/ 60 w 73"/>
                  <a:gd name="T31" fmla="*/ 35 h 77"/>
                  <a:gd name="T32" fmla="*/ 58 w 73"/>
                  <a:gd name="T33" fmla="*/ 47 h 77"/>
                  <a:gd name="T34" fmla="*/ 50 w 73"/>
                  <a:gd name="T35" fmla="*/ 54 h 77"/>
                  <a:gd name="T36" fmla="*/ 44 w 73"/>
                  <a:gd name="T37" fmla="*/ 62 h 77"/>
                  <a:gd name="T38" fmla="*/ 35 w 73"/>
                  <a:gd name="T39" fmla="*/ 68 h 77"/>
                  <a:gd name="T40" fmla="*/ 26 w 73"/>
                  <a:gd name="T41" fmla="*/ 74 h 77"/>
                  <a:gd name="T42" fmla="*/ 19 w 73"/>
                  <a:gd name="T43" fmla="*/ 77 h 77"/>
                  <a:gd name="T44" fmla="*/ 19 w 73"/>
                  <a:gd name="T45" fmla="*/ 72 h 77"/>
                  <a:gd name="T46" fmla="*/ 18 w 73"/>
                  <a:gd name="T47" fmla="*/ 69 h 77"/>
                  <a:gd name="T48" fmla="*/ 16 w 73"/>
                  <a:gd name="T49" fmla="*/ 59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3" h="77">
                    <a:moveTo>
                      <a:pt x="16" y="59"/>
                    </a:moveTo>
                    <a:cubicBezTo>
                      <a:pt x="15" y="55"/>
                      <a:pt x="12" y="55"/>
                      <a:pt x="9" y="55"/>
                    </a:cubicBezTo>
                    <a:cubicBezTo>
                      <a:pt x="7" y="55"/>
                      <a:pt x="2" y="55"/>
                      <a:pt x="1" y="53"/>
                    </a:cubicBezTo>
                    <a:cubicBezTo>
                      <a:pt x="0" y="51"/>
                      <a:pt x="3" y="47"/>
                      <a:pt x="4" y="45"/>
                    </a:cubicBezTo>
                    <a:cubicBezTo>
                      <a:pt x="5" y="42"/>
                      <a:pt x="6" y="38"/>
                      <a:pt x="9" y="38"/>
                    </a:cubicBezTo>
                    <a:cubicBezTo>
                      <a:pt x="13" y="37"/>
                      <a:pt x="17" y="39"/>
                      <a:pt x="20" y="38"/>
                    </a:cubicBezTo>
                    <a:cubicBezTo>
                      <a:pt x="24" y="37"/>
                      <a:pt x="24" y="32"/>
                      <a:pt x="24" y="29"/>
                    </a:cubicBezTo>
                    <a:cubicBezTo>
                      <a:pt x="25" y="24"/>
                      <a:pt x="26" y="21"/>
                      <a:pt x="30" y="20"/>
                    </a:cubicBezTo>
                    <a:cubicBezTo>
                      <a:pt x="34" y="19"/>
                      <a:pt x="39" y="19"/>
                      <a:pt x="43" y="18"/>
                    </a:cubicBezTo>
                    <a:cubicBezTo>
                      <a:pt x="47" y="17"/>
                      <a:pt x="51" y="16"/>
                      <a:pt x="55" y="15"/>
                    </a:cubicBezTo>
                    <a:cubicBezTo>
                      <a:pt x="59" y="13"/>
                      <a:pt x="62" y="10"/>
                      <a:pt x="65" y="6"/>
                    </a:cubicBezTo>
                    <a:cubicBezTo>
                      <a:pt x="67" y="4"/>
                      <a:pt x="70" y="0"/>
                      <a:pt x="71" y="4"/>
                    </a:cubicBezTo>
                    <a:cubicBezTo>
                      <a:pt x="73" y="9"/>
                      <a:pt x="72" y="16"/>
                      <a:pt x="70" y="21"/>
                    </a:cubicBezTo>
                    <a:cubicBezTo>
                      <a:pt x="69" y="22"/>
                      <a:pt x="68" y="24"/>
                      <a:pt x="66" y="25"/>
                    </a:cubicBezTo>
                    <a:cubicBezTo>
                      <a:pt x="64" y="25"/>
                      <a:pt x="63" y="25"/>
                      <a:pt x="61" y="25"/>
                    </a:cubicBezTo>
                    <a:cubicBezTo>
                      <a:pt x="58" y="27"/>
                      <a:pt x="60" y="32"/>
                      <a:pt x="60" y="35"/>
                    </a:cubicBezTo>
                    <a:cubicBezTo>
                      <a:pt x="60" y="39"/>
                      <a:pt x="61" y="44"/>
                      <a:pt x="58" y="47"/>
                    </a:cubicBezTo>
                    <a:cubicBezTo>
                      <a:pt x="56" y="50"/>
                      <a:pt x="52" y="51"/>
                      <a:pt x="50" y="54"/>
                    </a:cubicBezTo>
                    <a:cubicBezTo>
                      <a:pt x="48" y="56"/>
                      <a:pt x="47" y="60"/>
                      <a:pt x="44" y="62"/>
                    </a:cubicBezTo>
                    <a:cubicBezTo>
                      <a:pt x="41" y="65"/>
                      <a:pt x="38" y="66"/>
                      <a:pt x="35" y="68"/>
                    </a:cubicBezTo>
                    <a:cubicBezTo>
                      <a:pt x="32" y="70"/>
                      <a:pt x="29" y="72"/>
                      <a:pt x="26" y="74"/>
                    </a:cubicBezTo>
                    <a:cubicBezTo>
                      <a:pt x="24" y="75"/>
                      <a:pt x="21" y="76"/>
                      <a:pt x="19" y="77"/>
                    </a:cubicBezTo>
                    <a:cubicBezTo>
                      <a:pt x="18" y="75"/>
                      <a:pt x="19" y="73"/>
                      <a:pt x="19" y="72"/>
                    </a:cubicBezTo>
                    <a:cubicBezTo>
                      <a:pt x="18" y="71"/>
                      <a:pt x="18" y="70"/>
                      <a:pt x="18" y="69"/>
                    </a:cubicBezTo>
                    <a:cubicBezTo>
                      <a:pt x="17" y="65"/>
                      <a:pt x="17" y="62"/>
                      <a:pt x="16" y="5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8" name="Freeform 1937">
                <a:extLst>
                  <a:ext uri="{FF2B5EF4-FFF2-40B4-BE49-F238E27FC236}">
                    <a16:creationId xmlns:a16="http://schemas.microsoft.com/office/drawing/2014/main" id="{61BBFFC6-55D6-6544-B77F-00C6E6EB8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872"/>
                <a:ext cx="164" cy="100"/>
              </a:xfrm>
              <a:custGeom>
                <a:avLst/>
                <a:gdLst>
                  <a:gd name="T0" fmla="*/ 37 w 401"/>
                  <a:gd name="T1" fmla="*/ 241 h 245"/>
                  <a:gd name="T2" fmla="*/ 28 w 401"/>
                  <a:gd name="T3" fmla="*/ 244 h 245"/>
                  <a:gd name="T4" fmla="*/ 18 w 401"/>
                  <a:gd name="T5" fmla="*/ 239 h 245"/>
                  <a:gd name="T6" fmla="*/ 12 w 401"/>
                  <a:gd name="T7" fmla="*/ 226 h 245"/>
                  <a:gd name="T8" fmla="*/ 6 w 401"/>
                  <a:gd name="T9" fmla="*/ 219 h 245"/>
                  <a:gd name="T10" fmla="*/ 1 w 401"/>
                  <a:gd name="T11" fmla="*/ 230 h 245"/>
                  <a:gd name="T12" fmla="*/ 3 w 401"/>
                  <a:gd name="T13" fmla="*/ 209 h 245"/>
                  <a:gd name="T14" fmla="*/ 9 w 401"/>
                  <a:gd name="T15" fmla="*/ 199 h 245"/>
                  <a:gd name="T16" fmla="*/ 17 w 401"/>
                  <a:gd name="T17" fmla="*/ 184 h 245"/>
                  <a:gd name="T18" fmla="*/ 31 w 401"/>
                  <a:gd name="T19" fmla="*/ 168 h 245"/>
                  <a:gd name="T20" fmla="*/ 49 w 401"/>
                  <a:gd name="T21" fmla="*/ 152 h 245"/>
                  <a:gd name="T22" fmla="*/ 63 w 401"/>
                  <a:gd name="T23" fmla="*/ 139 h 245"/>
                  <a:gd name="T24" fmla="*/ 75 w 401"/>
                  <a:gd name="T25" fmla="*/ 134 h 245"/>
                  <a:gd name="T26" fmla="*/ 86 w 401"/>
                  <a:gd name="T27" fmla="*/ 137 h 245"/>
                  <a:gd name="T28" fmla="*/ 94 w 401"/>
                  <a:gd name="T29" fmla="*/ 138 h 245"/>
                  <a:gd name="T30" fmla="*/ 109 w 401"/>
                  <a:gd name="T31" fmla="*/ 135 h 245"/>
                  <a:gd name="T32" fmla="*/ 124 w 401"/>
                  <a:gd name="T33" fmla="*/ 130 h 245"/>
                  <a:gd name="T34" fmla="*/ 142 w 401"/>
                  <a:gd name="T35" fmla="*/ 132 h 245"/>
                  <a:gd name="T36" fmla="*/ 151 w 401"/>
                  <a:gd name="T37" fmla="*/ 134 h 245"/>
                  <a:gd name="T38" fmla="*/ 166 w 401"/>
                  <a:gd name="T39" fmla="*/ 138 h 245"/>
                  <a:gd name="T40" fmla="*/ 190 w 401"/>
                  <a:gd name="T41" fmla="*/ 135 h 245"/>
                  <a:gd name="T42" fmla="*/ 211 w 401"/>
                  <a:gd name="T43" fmla="*/ 121 h 245"/>
                  <a:gd name="T44" fmla="*/ 228 w 401"/>
                  <a:gd name="T45" fmla="*/ 103 h 245"/>
                  <a:gd name="T46" fmla="*/ 235 w 401"/>
                  <a:gd name="T47" fmla="*/ 93 h 245"/>
                  <a:gd name="T48" fmla="*/ 262 w 401"/>
                  <a:gd name="T49" fmla="*/ 55 h 245"/>
                  <a:gd name="T50" fmla="*/ 280 w 401"/>
                  <a:gd name="T51" fmla="*/ 38 h 245"/>
                  <a:gd name="T52" fmla="*/ 300 w 401"/>
                  <a:gd name="T53" fmla="*/ 31 h 245"/>
                  <a:gd name="T54" fmla="*/ 323 w 401"/>
                  <a:gd name="T55" fmla="*/ 32 h 245"/>
                  <a:gd name="T56" fmla="*/ 345 w 401"/>
                  <a:gd name="T57" fmla="*/ 23 h 245"/>
                  <a:gd name="T58" fmla="*/ 371 w 401"/>
                  <a:gd name="T59" fmla="*/ 9 h 245"/>
                  <a:gd name="T60" fmla="*/ 393 w 401"/>
                  <a:gd name="T61" fmla="*/ 1 h 245"/>
                  <a:gd name="T62" fmla="*/ 389 w 401"/>
                  <a:gd name="T63" fmla="*/ 18 h 245"/>
                  <a:gd name="T64" fmla="*/ 365 w 401"/>
                  <a:gd name="T65" fmla="*/ 45 h 245"/>
                  <a:gd name="T66" fmla="*/ 376 w 401"/>
                  <a:gd name="T67" fmla="*/ 98 h 245"/>
                  <a:gd name="T68" fmla="*/ 374 w 401"/>
                  <a:gd name="T69" fmla="*/ 127 h 245"/>
                  <a:gd name="T70" fmla="*/ 359 w 401"/>
                  <a:gd name="T71" fmla="*/ 146 h 245"/>
                  <a:gd name="T72" fmla="*/ 344 w 401"/>
                  <a:gd name="T73" fmla="*/ 176 h 245"/>
                  <a:gd name="T74" fmla="*/ 337 w 401"/>
                  <a:gd name="T75" fmla="*/ 185 h 245"/>
                  <a:gd name="T76" fmla="*/ 327 w 401"/>
                  <a:gd name="T77" fmla="*/ 195 h 245"/>
                  <a:gd name="T78" fmla="*/ 316 w 401"/>
                  <a:gd name="T79" fmla="*/ 187 h 245"/>
                  <a:gd name="T80" fmla="*/ 305 w 401"/>
                  <a:gd name="T81" fmla="*/ 179 h 245"/>
                  <a:gd name="T82" fmla="*/ 288 w 401"/>
                  <a:gd name="T83" fmla="*/ 162 h 245"/>
                  <a:gd name="T84" fmla="*/ 270 w 401"/>
                  <a:gd name="T85" fmla="*/ 168 h 245"/>
                  <a:gd name="T86" fmla="*/ 241 w 401"/>
                  <a:gd name="T87" fmla="*/ 161 h 245"/>
                  <a:gd name="T88" fmla="*/ 229 w 401"/>
                  <a:gd name="T89" fmla="*/ 169 h 245"/>
                  <a:gd name="T90" fmla="*/ 209 w 401"/>
                  <a:gd name="T91" fmla="*/ 164 h 245"/>
                  <a:gd name="T92" fmla="*/ 176 w 401"/>
                  <a:gd name="T93" fmla="*/ 171 h 245"/>
                  <a:gd name="T94" fmla="*/ 161 w 401"/>
                  <a:gd name="T95" fmla="*/ 170 h 245"/>
                  <a:gd name="T96" fmla="*/ 146 w 401"/>
                  <a:gd name="T97" fmla="*/ 165 h 245"/>
                  <a:gd name="T98" fmla="*/ 132 w 401"/>
                  <a:gd name="T99" fmla="*/ 170 h 245"/>
                  <a:gd name="T100" fmla="*/ 120 w 401"/>
                  <a:gd name="T101" fmla="*/ 170 h 245"/>
                  <a:gd name="T102" fmla="*/ 108 w 401"/>
                  <a:gd name="T103" fmla="*/ 167 h 245"/>
                  <a:gd name="T104" fmla="*/ 100 w 401"/>
                  <a:gd name="T105" fmla="*/ 177 h 245"/>
                  <a:gd name="T106" fmla="*/ 82 w 401"/>
                  <a:gd name="T107" fmla="*/ 185 h 245"/>
                  <a:gd name="T108" fmla="*/ 64 w 401"/>
                  <a:gd name="T109" fmla="*/ 200 h 245"/>
                  <a:gd name="T110" fmla="*/ 54 w 401"/>
                  <a:gd name="T111" fmla="*/ 213 h 245"/>
                  <a:gd name="T112" fmla="*/ 37 w 401"/>
                  <a:gd name="T113" fmla="*/ 224 h 245"/>
                  <a:gd name="T114" fmla="*/ 34 w 401"/>
                  <a:gd name="T115" fmla="*/ 234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01" h="245">
                    <a:moveTo>
                      <a:pt x="35" y="240"/>
                    </a:moveTo>
                    <a:cubicBezTo>
                      <a:pt x="35" y="240"/>
                      <a:pt x="37" y="240"/>
                      <a:pt x="37" y="241"/>
                    </a:cubicBezTo>
                    <a:cubicBezTo>
                      <a:pt x="37" y="241"/>
                      <a:pt x="35" y="242"/>
                      <a:pt x="35" y="243"/>
                    </a:cubicBezTo>
                    <a:cubicBezTo>
                      <a:pt x="32" y="244"/>
                      <a:pt x="30" y="244"/>
                      <a:pt x="28" y="244"/>
                    </a:cubicBezTo>
                    <a:cubicBezTo>
                      <a:pt x="26" y="244"/>
                      <a:pt x="23" y="245"/>
                      <a:pt x="21" y="244"/>
                    </a:cubicBezTo>
                    <a:cubicBezTo>
                      <a:pt x="19" y="243"/>
                      <a:pt x="19" y="240"/>
                      <a:pt x="18" y="239"/>
                    </a:cubicBezTo>
                    <a:cubicBezTo>
                      <a:pt x="17" y="237"/>
                      <a:pt x="16" y="235"/>
                      <a:pt x="15" y="233"/>
                    </a:cubicBezTo>
                    <a:cubicBezTo>
                      <a:pt x="14" y="231"/>
                      <a:pt x="13" y="229"/>
                      <a:pt x="12" y="226"/>
                    </a:cubicBezTo>
                    <a:cubicBezTo>
                      <a:pt x="12" y="224"/>
                      <a:pt x="12" y="220"/>
                      <a:pt x="10" y="218"/>
                    </a:cubicBezTo>
                    <a:cubicBezTo>
                      <a:pt x="8" y="216"/>
                      <a:pt x="6" y="218"/>
                      <a:pt x="6" y="219"/>
                    </a:cubicBezTo>
                    <a:cubicBezTo>
                      <a:pt x="4" y="222"/>
                      <a:pt x="5" y="224"/>
                      <a:pt x="4" y="227"/>
                    </a:cubicBezTo>
                    <a:cubicBezTo>
                      <a:pt x="4" y="228"/>
                      <a:pt x="3" y="231"/>
                      <a:pt x="1" y="230"/>
                    </a:cubicBezTo>
                    <a:cubicBezTo>
                      <a:pt x="0" y="228"/>
                      <a:pt x="0" y="225"/>
                      <a:pt x="0" y="223"/>
                    </a:cubicBezTo>
                    <a:cubicBezTo>
                      <a:pt x="1" y="218"/>
                      <a:pt x="1" y="213"/>
                      <a:pt x="3" y="209"/>
                    </a:cubicBezTo>
                    <a:cubicBezTo>
                      <a:pt x="5" y="207"/>
                      <a:pt x="7" y="205"/>
                      <a:pt x="7" y="202"/>
                    </a:cubicBezTo>
                    <a:cubicBezTo>
                      <a:pt x="8" y="201"/>
                      <a:pt x="8" y="200"/>
                      <a:pt x="9" y="199"/>
                    </a:cubicBezTo>
                    <a:cubicBezTo>
                      <a:pt x="9" y="197"/>
                      <a:pt x="10" y="196"/>
                      <a:pt x="10" y="194"/>
                    </a:cubicBezTo>
                    <a:cubicBezTo>
                      <a:pt x="11" y="190"/>
                      <a:pt x="15" y="187"/>
                      <a:pt x="17" y="184"/>
                    </a:cubicBezTo>
                    <a:cubicBezTo>
                      <a:pt x="20" y="182"/>
                      <a:pt x="22" y="179"/>
                      <a:pt x="24" y="176"/>
                    </a:cubicBezTo>
                    <a:cubicBezTo>
                      <a:pt x="27" y="174"/>
                      <a:pt x="28" y="170"/>
                      <a:pt x="31" y="168"/>
                    </a:cubicBezTo>
                    <a:cubicBezTo>
                      <a:pt x="34" y="165"/>
                      <a:pt x="36" y="163"/>
                      <a:pt x="39" y="161"/>
                    </a:cubicBezTo>
                    <a:cubicBezTo>
                      <a:pt x="43" y="159"/>
                      <a:pt x="46" y="156"/>
                      <a:pt x="49" y="152"/>
                    </a:cubicBezTo>
                    <a:cubicBezTo>
                      <a:pt x="52" y="150"/>
                      <a:pt x="54" y="147"/>
                      <a:pt x="57" y="144"/>
                    </a:cubicBezTo>
                    <a:cubicBezTo>
                      <a:pt x="59" y="143"/>
                      <a:pt x="61" y="141"/>
                      <a:pt x="63" y="139"/>
                    </a:cubicBezTo>
                    <a:cubicBezTo>
                      <a:pt x="64" y="138"/>
                      <a:pt x="66" y="136"/>
                      <a:pt x="67" y="136"/>
                    </a:cubicBezTo>
                    <a:cubicBezTo>
                      <a:pt x="70" y="135"/>
                      <a:pt x="73" y="134"/>
                      <a:pt x="75" y="134"/>
                    </a:cubicBezTo>
                    <a:cubicBezTo>
                      <a:pt x="78" y="134"/>
                      <a:pt x="79" y="134"/>
                      <a:pt x="81" y="135"/>
                    </a:cubicBezTo>
                    <a:cubicBezTo>
                      <a:pt x="83" y="136"/>
                      <a:pt x="84" y="137"/>
                      <a:pt x="86" y="137"/>
                    </a:cubicBezTo>
                    <a:cubicBezTo>
                      <a:pt x="87" y="138"/>
                      <a:pt x="89" y="138"/>
                      <a:pt x="91" y="138"/>
                    </a:cubicBezTo>
                    <a:cubicBezTo>
                      <a:pt x="92" y="138"/>
                      <a:pt x="93" y="138"/>
                      <a:pt x="94" y="138"/>
                    </a:cubicBezTo>
                    <a:cubicBezTo>
                      <a:pt x="97" y="138"/>
                      <a:pt x="100" y="138"/>
                      <a:pt x="102" y="138"/>
                    </a:cubicBezTo>
                    <a:cubicBezTo>
                      <a:pt x="105" y="137"/>
                      <a:pt x="107" y="136"/>
                      <a:pt x="109" y="135"/>
                    </a:cubicBezTo>
                    <a:cubicBezTo>
                      <a:pt x="111" y="134"/>
                      <a:pt x="113" y="134"/>
                      <a:pt x="115" y="133"/>
                    </a:cubicBezTo>
                    <a:cubicBezTo>
                      <a:pt x="118" y="131"/>
                      <a:pt x="120" y="131"/>
                      <a:pt x="124" y="130"/>
                    </a:cubicBezTo>
                    <a:cubicBezTo>
                      <a:pt x="127" y="130"/>
                      <a:pt x="131" y="129"/>
                      <a:pt x="134" y="130"/>
                    </a:cubicBezTo>
                    <a:cubicBezTo>
                      <a:pt x="137" y="130"/>
                      <a:pt x="139" y="131"/>
                      <a:pt x="142" y="132"/>
                    </a:cubicBezTo>
                    <a:cubicBezTo>
                      <a:pt x="143" y="132"/>
                      <a:pt x="144" y="133"/>
                      <a:pt x="145" y="133"/>
                    </a:cubicBezTo>
                    <a:cubicBezTo>
                      <a:pt x="147" y="134"/>
                      <a:pt x="149" y="134"/>
                      <a:pt x="151" y="134"/>
                    </a:cubicBezTo>
                    <a:cubicBezTo>
                      <a:pt x="154" y="135"/>
                      <a:pt x="156" y="136"/>
                      <a:pt x="159" y="137"/>
                    </a:cubicBezTo>
                    <a:cubicBezTo>
                      <a:pt x="161" y="138"/>
                      <a:pt x="164" y="138"/>
                      <a:pt x="166" y="138"/>
                    </a:cubicBezTo>
                    <a:cubicBezTo>
                      <a:pt x="169" y="137"/>
                      <a:pt x="171" y="137"/>
                      <a:pt x="174" y="137"/>
                    </a:cubicBezTo>
                    <a:cubicBezTo>
                      <a:pt x="179" y="137"/>
                      <a:pt x="185" y="137"/>
                      <a:pt x="190" y="135"/>
                    </a:cubicBezTo>
                    <a:cubicBezTo>
                      <a:pt x="193" y="134"/>
                      <a:pt x="195" y="133"/>
                      <a:pt x="198" y="131"/>
                    </a:cubicBezTo>
                    <a:cubicBezTo>
                      <a:pt x="202" y="128"/>
                      <a:pt x="207" y="124"/>
                      <a:pt x="211" y="121"/>
                    </a:cubicBezTo>
                    <a:cubicBezTo>
                      <a:pt x="214" y="118"/>
                      <a:pt x="217" y="116"/>
                      <a:pt x="220" y="113"/>
                    </a:cubicBezTo>
                    <a:cubicBezTo>
                      <a:pt x="223" y="110"/>
                      <a:pt x="226" y="107"/>
                      <a:pt x="228" y="103"/>
                    </a:cubicBezTo>
                    <a:cubicBezTo>
                      <a:pt x="230" y="101"/>
                      <a:pt x="230" y="99"/>
                      <a:pt x="231" y="98"/>
                    </a:cubicBezTo>
                    <a:cubicBezTo>
                      <a:pt x="232" y="96"/>
                      <a:pt x="234" y="94"/>
                      <a:pt x="235" y="93"/>
                    </a:cubicBezTo>
                    <a:cubicBezTo>
                      <a:pt x="239" y="86"/>
                      <a:pt x="244" y="81"/>
                      <a:pt x="249" y="75"/>
                    </a:cubicBezTo>
                    <a:cubicBezTo>
                      <a:pt x="253" y="69"/>
                      <a:pt x="257" y="62"/>
                      <a:pt x="262" y="55"/>
                    </a:cubicBezTo>
                    <a:cubicBezTo>
                      <a:pt x="264" y="52"/>
                      <a:pt x="267" y="49"/>
                      <a:pt x="270" y="46"/>
                    </a:cubicBezTo>
                    <a:cubicBezTo>
                      <a:pt x="273" y="42"/>
                      <a:pt x="276" y="40"/>
                      <a:pt x="280" y="38"/>
                    </a:cubicBezTo>
                    <a:cubicBezTo>
                      <a:pt x="283" y="37"/>
                      <a:pt x="286" y="35"/>
                      <a:pt x="289" y="33"/>
                    </a:cubicBezTo>
                    <a:cubicBezTo>
                      <a:pt x="292" y="31"/>
                      <a:pt x="296" y="31"/>
                      <a:pt x="300" y="31"/>
                    </a:cubicBezTo>
                    <a:cubicBezTo>
                      <a:pt x="305" y="31"/>
                      <a:pt x="310" y="32"/>
                      <a:pt x="315" y="32"/>
                    </a:cubicBezTo>
                    <a:cubicBezTo>
                      <a:pt x="318" y="32"/>
                      <a:pt x="321" y="32"/>
                      <a:pt x="323" y="32"/>
                    </a:cubicBezTo>
                    <a:cubicBezTo>
                      <a:pt x="326" y="32"/>
                      <a:pt x="328" y="31"/>
                      <a:pt x="331" y="30"/>
                    </a:cubicBezTo>
                    <a:cubicBezTo>
                      <a:pt x="336" y="28"/>
                      <a:pt x="341" y="26"/>
                      <a:pt x="345" y="23"/>
                    </a:cubicBezTo>
                    <a:cubicBezTo>
                      <a:pt x="350" y="21"/>
                      <a:pt x="354" y="18"/>
                      <a:pt x="358" y="15"/>
                    </a:cubicBezTo>
                    <a:cubicBezTo>
                      <a:pt x="362" y="13"/>
                      <a:pt x="366" y="11"/>
                      <a:pt x="371" y="9"/>
                    </a:cubicBezTo>
                    <a:cubicBezTo>
                      <a:pt x="374" y="7"/>
                      <a:pt x="378" y="5"/>
                      <a:pt x="382" y="3"/>
                    </a:cubicBezTo>
                    <a:cubicBezTo>
                      <a:pt x="385" y="1"/>
                      <a:pt x="389" y="0"/>
                      <a:pt x="393" y="1"/>
                    </a:cubicBezTo>
                    <a:cubicBezTo>
                      <a:pt x="397" y="1"/>
                      <a:pt x="401" y="3"/>
                      <a:pt x="400" y="7"/>
                    </a:cubicBezTo>
                    <a:cubicBezTo>
                      <a:pt x="399" y="12"/>
                      <a:pt x="393" y="15"/>
                      <a:pt x="389" y="18"/>
                    </a:cubicBezTo>
                    <a:cubicBezTo>
                      <a:pt x="385" y="20"/>
                      <a:pt x="380" y="22"/>
                      <a:pt x="376" y="25"/>
                    </a:cubicBezTo>
                    <a:cubicBezTo>
                      <a:pt x="369" y="29"/>
                      <a:pt x="366" y="38"/>
                      <a:pt x="365" y="45"/>
                    </a:cubicBezTo>
                    <a:cubicBezTo>
                      <a:pt x="363" y="54"/>
                      <a:pt x="369" y="60"/>
                      <a:pt x="373" y="67"/>
                    </a:cubicBezTo>
                    <a:cubicBezTo>
                      <a:pt x="377" y="77"/>
                      <a:pt x="377" y="88"/>
                      <a:pt x="376" y="98"/>
                    </a:cubicBezTo>
                    <a:cubicBezTo>
                      <a:pt x="375" y="103"/>
                      <a:pt x="374" y="109"/>
                      <a:pt x="374" y="114"/>
                    </a:cubicBezTo>
                    <a:cubicBezTo>
                      <a:pt x="373" y="118"/>
                      <a:pt x="374" y="123"/>
                      <a:pt x="374" y="127"/>
                    </a:cubicBezTo>
                    <a:cubicBezTo>
                      <a:pt x="373" y="131"/>
                      <a:pt x="372" y="135"/>
                      <a:pt x="369" y="138"/>
                    </a:cubicBezTo>
                    <a:cubicBezTo>
                      <a:pt x="366" y="141"/>
                      <a:pt x="362" y="143"/>
                      <a:pt x="359" y="146"/>
                    </a:cubicBezTo>
                    <a:cubicBezTo>
                      <a:pt x="354" y="150"/>
                      <a:pt x="351" y="155"/>
                      <a:pt x="349" y="161"/>
                    </a:cubicBezTo>
                    <a:cubicBezTo>
                      <a:pt x="347" y="166"/>
                      <a:pt x="347" y="172"/>
                      <a:pt x="344" y="176"/>
                    </a:cubicBezTo>
                    <a:cubicBezTo>
                      <a:pt x="343" y="178"/>
                      <a:pt x="342" y="179"/>
                      <a:pt x="341" y="181"/>
                    </a:cubicBezTo>
                    <a:cubicBezTo>
                      <a:pt x="340" y="183"/>
                      <a:pt x="339" y="184"/>
                      <a:pt x="337" y="185"/>
                    </a:cubicBezTo>
                    <a:cubicBezTo>
                      <a:pt x="336" y="188"/>
                      <a:pt x="335" y="190"/>
                      <a:pt x="334" y="192"/>
                    </a:cubicBezTo>
                    <a:cubicBezTo>
                      <a:pt x="333" y="196"/>
                      <a:pt x="329" y="195"/>
                      <a:pt x="327" y="195"/>
                    </a:cubicBezTo>
                    <a:cubicBezTo>
                      <a:pt x="324" y="195"/>
                      <a:pt x="320" y="195"/>
                      <a:pt x="318" y="192"/>
                    </a:cubicBezTo>
                    <a:cubicBezTo>
                      <a:pt x="317" y="190"/>
                      <a:pt x="317" y="188"/>
                      <a:pt x="316" y="187"/>
                    </a:cubicBezTo>
                    <a:cubicBezTo>
                      <a:pt x="314" y="185"/>
                      <a:pt x="312" y="183"/>
                      <a:pt x="311" y="181"/>
                    </a:cubicBezTo>
                    <a:cubicBezTo>
                      <a:pt x="309" y="179"/>
                      <a:pt x="307" y="179"/>
                      <a:pt x="305" y="179"/>
                    </a:cubicBezTo>
                    <a:cubicBezTo>
                      <a:pt x="298" y="178"/>
                      <a:pt x="299" y="171"/>
                      <a:pt x="295" y="167"/>
                    </a:cubicBezTo>
                    <a:cubicBezTo>
                      <a:pt x="293" y="165"/>
                      <a:pt x="290" y="163"/>
                      <a:pt x="288" y="162"/>
                    </a:cubicBezTo>
                    <a:cubicBezTo>
                      <a:pt x="284" y="161"/>
                      <a:pt x="281" y="162"/>
                      <a:pt x="279" y="164"/>
                    </a:cubicBezTo>
                    <a:cubicBezTo>
                      <a:pt x="276" y="166"/>
                      <a:pt x="273" y="169"/>
                      <a:pt x="270" y="168"/>
                    </a:cubicBezTo>
                    <a:cubicBezTo>
                      <a:pt x="267" y="167"/>
                      <a:pt x="265" y="163"/>
                      <a:pt x="263" y="161"/>
                    </a:cubicBezTo>
                    <a:cubicBezTo>
                      <a:pt x="257" y="156"/>
                      <a:pt x="245" y="155"/>
                      <a:pt x="241" y="161"/>
                    </a:cubicBezTo>
                    <a:cubicBezTo>
                      <a:pt x="239" y="163"/>
                      <a:pt x="238" y="166"/>
                      <a:pt x="236" y="168"/>
                    </a:cubicBezTo>
                    <a:cubicBezTo>
                      <a:pt x="234" y="170"/>
                      <a:pt x="231" y="169"/>
                      <a:pt x="229" y="169"/>
                    </a:cubicBezTo>
                    <a:cubicBezTo>
                      <a:pt x="225" y="169"/>
                      <a:pt x="221" y="169"/>
                      <a:pt x="217" y="168"/>
                    </a:cubicBezTo>
                    <a:cubicBezTo>
                      <a:pt x="214" y="167"/>
                      <a:pt x="212" y="165"/>
                      <a:pt x="209" y="164"/>
                    </a:cubicBezTo>
                    <a:cubicBezTo>
                      <a:pt x="203" y="162"/>
                      <a:pt x="197" y="166"/>
                      <a:pt x="193" y="170"/>
                    </a:cubicBezTo>
                    <a:cubicBezTo>
                      <a:pt x="187" y="174"/>
                      <a:pt x="182" y="169"/>
                      <a:pt x="176" y="171"/>
                    </a:cubicBezTo>
                    <a:cubicBezTo>
                      <a:pt x="173" y="172"/>
                      <a:pt x="172" y="172"/>
                      <a:pt x="169" y="170"/>
                    </a:cubicBezTo>
                    <a:cubicBezTo>
                      <a:pt x="166" y="168"/>
                      <a:pt x="164" y="167"/>
                      <a:pt x="161" y="170"/>
                    </a:cubicBezTo>
                    <a:cubicBezTo>
                      <a:pt x="159" y="172"/>
                      <a:pt x="156" y="175"/>
                      <a:pt x="153" y="172"/>
                    </a:cubicBezTo>
                    <a:cubicBezTo>
                      <a:pt x="151" y="170"/>
                      <a:pt x="149" y="164"/>
                      <a:pt x="146" y="165"/>
                    </a:cubicBezTo>
                    <a:cubicBezTo>
                      <a:pt x="143" y="165"/>
                      <a:pt x="142" y="169"/>
                      <a:pt x="139" y="170"/>
                    </a:cubicBezTo>
                    <a:cubicBezTo>
                      <a:pt x="137" y="170"/>
                      <a:pt x="135" y="170"/>
                      <a:pt x="132" y="170"/>
                    </a:cubicBezTo>
                    <a:cubicBezTo>
                      <a:pt x="130" y="171"/>
                      <a:pt x="127" y="173"/>
                      <a:pt x="124" y="171"/>
                    </a:cubicBezTo>
                    <a:cubicBezTo>
                      <a:pt x="122" y="170"/>
                      <a:pt x="122" y="168"/>
                      <a:pt x="120" y="170"/>
                    </a:cubicBezTo>
                    <a:cubicBezTo>
                      <a:pt x="118" y="171"/>
                      <a:pt x="116" y="175"/>
                      <a:pt x="114" y="173"/>
                    </a:cubicBezTo>
                    <a:cubicBezTo>
                      <a:pt x="112" y="171"/>
                      <a:pt x="111" y="167"/>
                      <a:pt x="108" y="167"/>
                    </a:cubicBezTo>
                    <a:cubicBezTo>
                      <a:pt x="106" y="167"/>
                      <a:pt x="105" y="169"/>
                      <a:pt x="104" y="171"/>
                    </a:cubicBezTo>
                    <a:cubicBezTo>
                      <a:pt x="103" y="173"/>
                      <a:pt x="101" y="175"/>
                      <a:pt x="100" y="177"/>
                    </a:cubicBezTo>
                    <a:cubicBezTo>
                      <a:pt x="98" y="180"/>
                      <a:pt x="96" y="182"/>
                      <a:pt x="92" y="184"/>
                    </a:cubicBezTo>
                    <a:cubicBezTo>
                      <a:pt x="89" y="185"/>
                      <a:pt x="86" y="186"/>
                      <a:pt x="82" y="185"/>
                    </a:cubicBezTo>
                    <a:cubicBezTo>
                      <a:pt x="80" y="185"/>
                      <a:pt x="77" y="184"/>
                      <a:pt x="74" y="185"/>
                    </a:cubicBezTo>
                    <a:cubicBezTo>
                      <a:pt x="68" y="187"/>
                      <a:pt x="67" y="195"/>
                      <a:pt x="64" y="200"/>
                    </a:cubicBezTo>
                    <a:cubicBezTo>
                      <a:pt x="62" y="202"/>
                      <a:pt x="60" y="204"/>
                      <a:pt x="58" y="207"/>
                    </a:cubicBezTo>
                    <a:cubicBezTo>
                      <a:pt x="57" y="209"/>
                      <a:pt x="55" y="212"/>
                      <a:pt x="54" y="213"/>
                    </a:cubicBezTo>
                    <a:cubicBezTo>
                      <a:pt x="49" y="217"/>
                      <a:pt x="44" y="214"/>
                      <a:pt x="40" y="218"/>
                    </a:cubicBezTo>
                    <a:cubicBezTo>
                      <a:pt x="38" y="220"/>
                      <a:pt x="38" y="222"/>
                      <a:pt x="37" y="224"/>
                    </a:cubicBezTo>
                    <a:cubicBezTo>
                      <a:pt x="37" y="226"/>
                      <a:pt x="36" y="228"/>
                      <a:pt x="35" y="229"/>
                    </a:cubicBezTo>
                    <a:cubicBezTo>
                      <a:pt x="34" y="231"/>
                      <a:pt x="34" y="233"/>
                      <a:pt x="34" y="234"/>
                    </a:cubicBezTo>
                    <a:cubicBezTo>
                      <a:pt x="33" y="236"/>
                      <a:pt x="31" y="240"/>
                      <a:pt x="35" y="24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9" name="Freeform 1938">
                <a:extLst>
                  <a:ext uri="{FF2B5EF4-FFF2-40B4-BE49-F238E27FC236}">
                    <a16:creationId xmlns:a16="http://schemas.microsoft.com/office/drawing/2014/main" id="{F5F88A8E-7C70-6040-843C-F66C1A298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147"/>
                <a:ext cx="26" cy="45"/>
              </a:xfrm>
              <a:custGeom>
                <a:avLst/>
                <a:gdLst>
                  <a:gd name="T0" fmla="*/ 10 w 65"/>
                  <a:gd name="T1" fmla="*/ 83 h 110"/>
                  <a:gd name="T2" fmla="*/ 4 w 65"/>
                  <a:gd name="T3" fmla="*/ 81 h 110"/>
                  <a:gd name="T4" fmla="*/ 2 w 65"/>
                  <a:gd name="T5" fmla="*/ 78 h 110"/>
                  <a:gd name="T6" fmla="*/ 9 w 65"/>
                  <a:gd name="T7" fmla="*/ 76 h 110"/>
                  <a:gd name="T8" fmla="*/ 15 w 65"/>
                  <a:gd name="T9" fmla="*/ 71 h 110"/>
                  <a:gd name="T10" fmla="*/ 20 w 65"/>
                  <a:gd name="T11" fmla="*/ 68 h 110"/>
                  <a:gd name="T12" fmla="*/ 22 w 65"/>
                  <a:gd name="T13" fmla="*/ 62 h 110"/>
                  <a:gd name="T14" fmla="*/ 19 w 65"/>
                  <a:gd name="T15" fmla="*/ 56 h 110"/>
                  <a:gd name="T16" fmla="*/ 30 w 65"/>
                  <a:gd name="T17" fmla="*/ 44 h 110"/>
                  <a:gd name="T18" fmla="*/ 44 w 65"/>
                  <a:gd name="T19" fmla="*/ 26 h 110"/>
                  <a:gd name="T20" fmla="*/ 50 w 65"/>
                  <a:gd name="T21" fmla="*/ 13 h 110"/>
                  <a:gd name="T22" fmla="*/ 54 w 65"/>
                  <a:gd name="T23" fmla="*/ 3 h 110"/>
                  <a:gd name="T24" fmla="*/ 65 w 65"/>
                  <a:gd name="T25" fmla="*/ 1 h 110"/>
                  <a:gd name="T26" fmla="*/ 65 w 65"/>
                  <a:gd name="T27" fmla="*/ 5 h 110"/>
                  <a:gd name="T28" fmla="*/ 63 w 65"/>
                  <a:gd name="T29" fmla="*/ 16 h 110"/>
                  <a:gd name="T30" fmla="*/ 60 w 65"/>
                  <a:gd name="T31" fmla="*/ 30 h 110"/>
                  <a:gd name="T32" fmla="*/ 58 w 65"/>
                  <a:gd name="T33" fmla="*/ 35 h 110"/>
                  <a:gd name="T34" fmla="*/ 52 w 65"/>
                  <a:gd name="T35" fmla="*/ 45 h 110"/>
                  <a:gd name="T36" fmla="*/ 44 w 65"/>
                  <a:gd name="T37" fmla="*/ 52 h 110"/>
                  <a:gd name="T38" fmla="*/ 41 w 65"/>
                  <a:gd name="T39" fmla="*/ 58 h 110"/>
                  <a:gd name="T40" fmla="*/ 39 w 65"/>
                  <a:gd name="T41" fmla="*/ 63 h 110"/>
                  <a:gd name="T42" fmla="*/ 37 w 65"/>
                  <a:gd name="T43" fmla="*/ 68 h 110"/>
                  <a:gd name="T44" fmla="*/ 34 w 65"/>
                  <a:gd name="T45" fmla="*/ 74 h 110"/>
                  <a:gd name="T46" fmla="*/ 30 w 65"/>
                  <a:gd name="T47" fmla="*/ 81 h 110"/>
                  <a:gd name="T48" fmla="*/ 28 w 65"/>
                  <a:gd name="T49" fmla="*/ 86 h 110"/>
                  <a:gd name="T50" fmla="*/ 26 w 65"/>
                  <a:gd name="T51" fmla="*/ 91 h 110"/>
                  <a:gd name="T52" fmla="*/ 24 w 65"/>
                  <a:gd name="T53" fmla="*/ 96 h 110"/>
                  <a:gd name="T54" fmla="*/ 24 w 65"/>
                  <a:gd name="T55" fmla="*/ 97 h 110"/>
                  <a:gd name="T56" fmla="*/ 24 w 65"/>
                  <a:gd name="T57" fmla="*/ 97 h 110"/>
                  <a:gd name="T58" fmla="*/ 21 w 65"/>
                  <a:gd name="T59" fmla="*/ 107 h 110"/>
                  <a:gd name="T60" fmla="*/ 18 w 65"/>
                  <a:gd name="T61" fmla="*/ 110 h 110"/>
                  <a:gd name="T62" fmla="*/ 14 w 65"/>
                  <a:gd name="T63" fmla="*/ 108 h 110"/>
                  <a:gd name="T64" fmla="*/ 14 w 65"/>
                  <a:gd name="T65" fmla="*/ 103 h 110"/>
                  <a:gd name="T66" fmla="*/ 15 w 65"/>
                  <a:gd name="T67" fmla="*/ 98 h 110"/>
                  <a:gd name="T68" fmla="*/ 14 w 65"/>
                  <a:gd name="T69" fmla="*/ 93 h 110"/>
                  <a:gd name="T70" fmla="*/ 13 w 65"/>
                  <a:gd name="T71" fmla="*/ 91 h 110"/>
                  <a:gd name="T72" fmla="*/ 10 w 65"/>
                  <a:gd name="T73" fmla="*/ 83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5" h="110">
                    <a:moveTo>
                      <a:pt x="10" y="83"/>
                    </a:moveTo>
                    <a:cubicBezTo>
                      <a:pt x="8" y="82"/>
                      <a:pt x="6" y="82"/>
                      <a:pt x="4" y="81"/>
                    </a:cubicBezTo>
                    <a:cubicBezTo>
                      <a:pt x="3" y="81"/>
                      <a:pt x="0" y="79"/>
                      <a:pt x="2" y="78"/>
                    </a:cubicBezTo>
                    <a:cubicBezTo>
                      <a:pt x="3" y="76"/>
                      <a:pt x="7" y="77"/>
                      <a:pt x="9" y="76"/>
                    </a:cubicBezTo>
                    <a:cubicBezTo>
                      <a:pt x="13" y="75"/>
                      <a:pt x="13" y="73"/>
                      <a:pt x="15" y="71"/>
                    </a:cubicBezTo>
                    <a:cubicBezTo>
                      <a:pt x="16" y="68"/>
                      <a:pt x="18" y="69"/>
                      <a:pt x="20" y="68"/>
                    </a:cubicBezTo>
                    <a:cubicBezTo>
                      <a:pt x="23" y="67"/>
                      <a:pt x="24" y="65"/>
                      <a:pt x="22" y="62"/>
                    </a:cubicBezTo>
                    <a:cubicBezTo>
                      <a:pt x="21" y="60"/>
                      <a:pt x="19" y="59"/>
                      <a:pt x="19" y="56"/>
                    </a:cubicBezTo>
                    <a:cubicBezTo>
                      <a:pt x="20" y="51"/>
                      <a:pt x="27" y="47"/>
                      <a:pt x="30" y="44"/>
                    </a:cubicBezTo>
                    <a:cubicBezTo>
                      <a:pt x="36" y="38"/>
                      <a:pt x="38" y="31"/>
                      <a:pt x="44" y="26"/>
                    </a:cubicBezTo>
                    <a:cubicBezTo>
                      <a:pt x="48" y="23"/>
                      <a:pt x="48" y="18"/>
                      <a:pt x="50" y="13"/>
                    </a:cubicBezTo>
                    <a:cubicBezTo>
                      <a:pt x="50" y="10"/>
                      <a:pt x="51" y="5"/>
                      <a:pt x="54" y="3"/>
                    </a:cubicBezTo>
                    <a:cubicBezTo>
                      <a:pt x="56" y="1"/>
                      <a:pt x="62" y="0"/>
                      <a:pt x="65" y="1"/>
                    </a:cubicBezTo>
                    <a:cubicBezTo>
                      <a:pt x="65" y="2"/>
                      <a:pt x="65" y="4"/>
                      <a:pt x="65" y="5"/>
                    </a:cubicBezTo>
                    <a:cubicBezTo>
                      <a:pt x="65" y="9"/>
                      <a:pt x="64" y="13"/>
                      <a:pt x="63" y="16"/>
                    </a:cubicBezTo>
                    <a:cubicBezTo>
                      <a:pt x="61" y="21"/>
                      <a:pt x="61" y="26"/>
                      <a:pt x="60" y="30"/>
                    </a:cubicBezTo>
                    <a:cubicBezTo>
                      <a:pt x="59" y="32"/>
                      <a:pt x="58" y="33"/>
                      <a:pt x="58" y="35"/>
                    </a:cubicBezTo>
                    <a:cubicBezTo>
                      <a:pt x="56" y="38"/>
                      <a:pt x="54" y="42"/>
                      <a:pt x="52" y="45"/>
                    </a:cubicBezTo>
                    <a:cubicBezTo>
                      <a:pt x="49" y="48"/>
                      <a:pt x="46" y="49"/>
                      <a:pt x="44" y="52"/>
                    </a:cubicBezTo>
                    <a:cubicBezTo>
                      <a:pt x="43" y="54"/>
                      <a:pt x="42" y="56"/>
                      <a:pt x="41" y="58"/>
                    </a:cubicBezTo>
                    <a:cubicBezTo>
                      <a:pt x="40" y="60"/>
                      <a:pt x="39" y="61"/>
                      <a:pt x="39" y="63"/>
                    </a:cubicBezTo>
                    <a:cubicBezTo>
                      <a:pt x="38" y="65"/>
                      <a:pt x="38" y="67"/>
                      <a:pt x="37" y="68"/>
                    </a:cubicBezTo>
                    <a:cubicBezTo>
                      <a:pt x="36" y="70"/>
                      <a:pt x="35" y="72"/>
                      <a:pt x="34" y="74"/>
                    </a:cubicBezTo>
                    <a:cubicBezTo>
                      <a:pt x="32" y="76"/>
                      <a:pt x="31" y="78"/>
                      <a:pt x="30" y="81"/>
                    </a:cubicBezTo>
                    <a:cubicBezTo>
                      <a:pt x="29" y="82"/>
                      <a:pt x="28" y="84"/>
                      <a:pt x="28" y="86"/>
                    </a:cubicBezTo>
                    <a:cubicBezTo>
                      <a:pt x="27" y="88"/>
                      <a:pt x="27" y="89"/>
                      <a:pt x="26" y="91"/>
                    </a:cubicBezTo>
                    <a:cubicBezTo>
                      <a:pt x="25" y="93"/>
                      <a:pt x="25" y="95"/>
                      <a:pt x="24" y="96"/>
                    </a:cubicBezTo>
                    <a:cubicBezTo>
                      <a:pt x="24" y="96"/>
                      <a:pt x="24" y="97"/>
                      <a:pt x="24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3" y="100"/>
                      <a:pt x="23" y="104"/>
                      <a:pt x="21" y="107"/>
                    </a:cubicBezTo>
                    <a:cubicBezTo>
                      <a:pt x="21" y="109"/>
                      <a:pt x="20" y="110"/>
                      <a:pt x="18" y="110"/>
                    </a:cubicBezTo>
                    <a:cubicBezTo>
                      <a:pt x="16" y="110"/>
                      <a:pt x="15" y="110"/>
                      <a:pt x="14" y="108"/>
                    </a:cubicBezTo>
                    <a:cubicBezTo>
                      <a:pt x="14" y="107"/>
                      <a:pt x="14" y="105"/>
                      <a:pt x="14" y="103"/>
                    </a:cubicBezTo>
                    <a:cubicBezTo>
                      <a:pt x="14" y="101"/>
                      <a:pt x="15" y="100"/>
                      <a:pt x="15" y="98"/>
                    </a:cubicBezTo>
                    <a:cubicBezTo>
                      <a:pt x="15" y="96"/>
                      <a:pt x="15" y="95"/>
                      <a:pt x="14" y="93"/>
                    </a:cubicBezTo>
                    <a:cubicBezTo>
                      <a:pt x="14" y="92"/>
                      <a:pt x="13" y="92"/>
                      <a:pt x="13" y="91"/>
                    </a:cubicBezTo>
                    <a:cubicBezTo>
                      <a:pt x="12" y="89"/>
                      <a:pt x="12" y="85"/>
                      <a:pt x="10" y="8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0" name="Freeform 1939">
                <a:extLst>
                  <a:ext uri="{FF2B5EF4-FFF2-40B4-BE49-F238E27FC236}">
                    <a16:creationId xmlns:a16="http://schemas.microsoft.com/office/drawing/2014/main" id="{E0898BBB-2BC2-BA45-8461-DC78CBB25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158"/>
                <a:ext cx="11" cy="10"/>
              </a:xfrm>
              <a:custGeom>
                <a:avLst/>
                <a:gdLst>
                  <a:gd name="T0" fmla="*/ 5 w 26"/>
                  <a:gd name="T1" fmla="*/ 23 h 25"/>
                  <a:gd name="T2" fmla="*/ 3 w 26"/>
                  <a:gd name="T3" fmla="*/ 22 h 25"/>
                  <a:gd name="T4" fmla="*/ 2 w 26"/>
                  <a:gd name="T5" fmla="*/ 21 h 25"/>
                  <a:gd name="T6" fmla="*/ 1 w 26"/>
                  <a:gd name="T7" fmla="*/ 19 h 25"/>
                  <a:gd name="T8" fmla="*/ 1 w 26"/>
                  <a:gd name="T9" fmla="*/ 17 h 25"/>
                  <a:gd name="T10" fmla="*/ 1 w 26"/>
                  <a:gd name="T11" fmla="*/ 12 h 25"/>
                  <a:gd name="T12" fmla="*/ 1 w 26"/>
                  <a:gd name="T13" fmla="*/ 6 h 25"/>
                  <a:gd name="T14" fmla="*/ 1 w 26"/>
                  <a:gd name="T15" fmla="*/ 3 h 25"/>
                  <a:gd name="T16" fmla="*/ 6 w 26"/>
                  <a:gd name="T17" fmla="*/ 3 h 25"/>
                  <a:gd name="T18" fmla="*/ 11 w 26"/>
                  <a:gd name="T19" fmla="*/ 2 h 25"/>
                  <a:gd name="T20" fmla="*/ 19 w 26"/>
                  <a:gd name="T21" fmla="*/ 2 h 25"/>
                  <a:gd name="T22" fmla="*/ 15 w 26"/>
                  <a:gd name="T23" fmla="*/ 10 h 25"/>
                  <a:gd name="T24" fmla="*/ 14 w 26"/>
                  <a:gd name="T25" fmla="*/ 17 h 25"/>
                  <a:gd name="T26" fmla="*/ 21 w 26"/>
                  <a:gd name="T27" fmla="*/ 11 h 25"/>
                  <a:gd name="T28" fmla="*/ 20 w 26"/>
                  <a:gd name="T29" fmla="*/ 20 h 25"/>
                  <a:gd name="T30" fmla="*/ 13 w 26"/>
                  <a:gd name="T31" fmla="*/ 25 h 25"/>
                  <a:gd name="T32" fmla="*/ 9 w 26"/>
                  <a:gd name="T33" fmla="*/ 25 h 25"/>
                  <a:gd name="T34" fmla="*/ 7 w 26"/>
                  <a:gd name="T35" fmla="*/ 25 h 25"/>
                  <a:gd name="T36" fmla="*/ 5 w 26"/>
                  <a:gd name="T37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5">
                    <a:moveTo>
                      <a:pt x="5" y="23"/>
                    </a:moveTo>
                    <a:cubicBezTo>
                      <a:pt x="4" y="23"/>
                      <a:pt x="3" y="23"/>
                      <a:pt x="3" y="22"/>
                    </a:cubicBezTo>
                    <a:cubicBezTo>
                      <a:pt x="2" y="22"/>
                      <a:pt x="3" y="21"/>
                      <a:pt x="2" y="21"/>
                    </a:cubicBezTo>
                    <a:cubicBezTo>
                      <a:pt x="2" y="20"/>
                      <a:pt x="1" y="20"/>
                      <a:pt x="1" y="19"/>
                    </a:cubicBezTo>
                    <a:cubicBezTo>
                      <a:pt x="1" y="19"/>
                      <a:pt x="1" y="18"/>
                      <a:pt x="1" y="17"/>
                    </a:cubicBezTo>
                    <a:cubicBezTo>
                      <a:pt x="1" y="15"/>
                      <a:pt x="1" y="13"/>
                      <a:pt x="1" y="12"/>
                    </a:cubicBezTo>
                    <a:cubicBezTo>
                      <a:pt x="1" y="10"/>
                      <a:pt x="1" y="8"/>
                      <a:pt x="1" y="6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2" y="2"/>
                      <a:pt x="5" y="3"/>
                      <a:pt x="6" y="3"/>
                    </a:cubicBezTo>
                    <a:cubicBezTo>
                      <a:pt x="7" y="3"/>
                      <a:pt x="9" y="2"/>
                      <a:pt x="11" y="2"/>
                    </a:cubicBezTo>
                    <a:cubicBezTo>
                      <a:pt x="13" y="2"/>
                      <a:pt x="16" y="0"/>
                      <a:pt x="19" y="2"/>
                    </a:cubicBezTo>
                    <a:cubicBezTo>
                      <a:pt x="22" y="4"/>
                      <a:pt x="17" y="8"/>
                      <a:pt x="15" y="10"/>
                    </a:cubicBezTo>
                    <a:cubicBezTo>
                      <a:pt x="14" y="11"/>
                      <a:pt x="11" y="15"/>
                      <a:pt x="14" y="17"/>
                    </a:cubicBezTo>
                    <a:cubicBezTo>
                      <a:pt x="18" y="19"/>
                      <a:pt x="18" y="12"/>
                      <a:pt x="21" y="11"/>
                    </a:cubicBezTo>
                    <a:cubicBezTo>
                      <a:pt x="26" y="11"/>
                      <a:pt x="21" y="19"/>
                      <a:pt x="20" y="20"/>
                    </a:cubicBezTo>
                    <a:cubicBezTo>
                      <a:pt x="19" y="23"/>
                      <a:pt x="16" y="24"/>
                      <a:pt x="13" y="25"/>
                    </a:cubicBezTo>
                    <a:cubicBezTo>
                      <a:pt x="12" y="25"/>
                      <a:pt x="10" y="25"/>
                      <a:pt x="9" y="25"/>
                    </a:cubicBezTo>
                    <a:cubicBezTo>
                      <a:pt x="8" y="25"/>
                      <a:pt x="7" y="25"/>
                      <a:pt x="7" y="25"/>
                    </a:cubicBezTo>
                    <a:cubicBezTo>
                      <a:pt x="6" y="24"/>
                      <a:pt x="6" y="24"/>
                      <a:pt x="5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1" name="Freeform 1940">
                <a:extLst>
                  <a:ext uri="{FF2B5EF4-FFF2-40B4-BE49-F238E27FC236}">
                    <a16:creationId xmlns:a16="http://schemas.microsoft.com/office/drawing/2014/main" id="{FE07831C-83D2-BB49-9212-9696A577D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157"/>
                <a:ext cx="3" cy="3"/>
              </a:xfrm>
              <a:custGeom>
                <a:avLst/>
                <a:gdLst>
                  <a:gd name="T0" fmla="*/ 0 w 6"/>
                  <a:gd name="T1" fmla="*/ 3 h 8"/>
                  <a:gd name="T2" fmla="*/ 4 w 6"/>
                  <a:gd name="T3" fmla="*/ 1 h 8"/>
                  <a:gd name="T4" fmla="*/ 4 w 6"/>
                  <a:gd name="T5" fmla="*/ 6 h 8"/>
                  <a:gd name="T6" fmla="*/ 0 w 6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3"/>
                    </a:moveTo>
                    <a:cubicBezTo>
                      <a:pt x="0" y="1"/>
                      <a:pt x="2" y="0"/>
                      <a:pt x="4" y="1"/>
                    </a:cubicBezTo>
                    <a:cubicBezTo>
                      <a:pt x="5" y="2"/>
                      <a:pt x="6" y="5"/>
                      <a:pt x="4" y="6"/>
                    </a:cubicBezTo>
                    <a:cubicBezTo>
                      <a:pt x="1" y="8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2" name="Freeform 1941">
                <a:extLst>
                  <a:ext uri="{FF2B5EF4-FFF2-40B4-BE49-F238E27FC236}">
                    <a16:creationId xmlns:a16="http://schemas.microsoft.com/office/drawing/2014/main" id="{F86A04AD-9ED3-E84E-BD23-A51B9CFB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170"/>
                <a:ext cx="4" cy="4"/>
              </a:xfrm>
              <a:custGeom>
                <a:avLst/>
                <a:gdLst>
                  <a:gd name="T0" fmla="*/ 8 w 9"/>
                  <a:gd name="T1" fmla="*/ 2 h 10"/>
                  <a:gd name="T2" fmla="*/ 9 w 9"/>
                  <a:gd name="T3" fmla="*/ 6 h 10"/>
                  <a:gd name="T4" fmla="*/ 7 w 9"/>
                  <a:gd name="T5" fmla="*/ 9 h 10"/>
                  <a:gd name="T6" fmla="*/ 4 w 9"/>
                  <a:gd name="T7" fmla="*/ 10 h 10"/>
                  <a:gd name="T8" fmla="*/ 1 w 9"/>
                  <a:gd name="T9" fmla="*/ 3 h 10"/>
                  <a:gd name="T10" fmla="*/ 8 w 9"/>
                  <a:gd name="T1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8" y="2"/>
                    </a:moveTo>
                    <a:cubicBezTo>
                      <a:pt x="9" y="3"/>
                      <a:pt x="9" y="5"/>
                      <a:pt x="9" y="6"/>
                    </a:cubicBezTo>
                    <a:cubicBezTo>
                      <a:pt x="9" y="8"/>
                      <a:pt x="8" y="9"/>
                      <a:pt x="7" y="9"/>
                    </a:cubicBezTo>
                    <a:cubicBezTo>
                      <a:pt x="6" y="10"/>
                      <a:pt x="5" y="10"/>
                      <a:pt x="4" y="10"/>
                    </a:cubicBezTo>
                    <a:cubicBezTo>
                      <a:pt x="1" y="10"/>
                      <a:pt x="0" y="5"/>
                      <a:pt x="1" y="3"/>
                    </a:cubicBezTo>
                    <a:cubicBezTo>
                      <a:pt x="3" y="2"/>
                      <a:pt x="7" y="0"/>
                      <a:pt x="8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3" name="Freeform 1942">
                <a:extLst>
                  <a:ext uri="{FF2B5EF4-FFF2-40B4-BE49-F238E27FC236}">
                    <a16:creationId xmlns:a16="http://schemas.microsoft.com/office/drawing/2014/main" id="{72C17B3E-4F65-C74A-BCBE-9E47E2C3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163"/>
                <a:ext cx="19" cy="17"/>
              </a:xfrm>
              <a:custGeom>
                <a:avLst/>
                <a:gdLst>
                  <a:gd name="T0" fmla="*/ 24 w 46"/>
                  <a:gd name="T1" fmla="*/ 36 h 41"/>
                  <a:gd name="T2" fmla="*/ 22 w 46"/>
                  <a:gd name="T3" fmla="*/ 33 h 41"/>
                  <a:gd name="T4" fmla="*/ 17 w 46"/>
                  <a:gd name="T5" fmla="*/ 26 h 41"/>
                  <a:gd name="T6" fmla="*/ 12 w 46"/>
                  <a:gd name="T7" fmla="*/ 20 h 41"/>
                  <a:gd name="T8" fmla="*/ 9 w 46"/>
                  <a:gd name="T9" fmla="*/ 13 h 41"/>
                  <a:gd name="T10" fmla="*/ 5 w 46"/>
                  <a:gd name="T11" fmla="*/ 9 h 41"/>
                  <a:gd name="T12" fmla="*/ 4 w 46"/>
                  <a:gd name="T13" fmla="*/ 0 h 41"/>
                  <a:gd name="T14" fmla="*/ 6 w 46"/>
                  <a:gd name="T15" fmla="*/ 2 h 41"/>
                  <a:gd name="T16" fmla="*/ 10 w 46"/>
                  <a:gd name="T17" fmla="*/ 5 h 41"/>
                  <a:gd name="T18" fmla="*/ 14 w 46"/>
                  <a:gd name="T19" fmla="*/ 11 h 41"/>
                  <a:gd name="T20" fmla="*/ 17 w 46"/>
                  <a:gd name="T21" fmla="*/ 17 h 41"/>
                  <a:gd name="T22" fmla="*/ 21 w 46"/>
                  <a:gd name="T23" fmla="*/ 22 h 41"/>
                  <a:gd name="T24" fmla="*/ 24 w 46"/>
                  <a:gd name="T25" fmla="*/ 17 h 41"/>
                  <a:gd name="T26" fmla="*/ 29 w 46"/>
                  <a:gd name="T27" fmla="*/ 18 h 41"/>
                  <a:gd name="T28" fmla="*/ 32 w 46"/>
                  <a:gd name="T29" fmla="*/ 25 h 41"/>
                  <a:gd name="T30" fmla="*/ 38 w 46"/>
                  <a:gd name="T31" fmla="*/ 28 h 41"/>
                  <a:gd name="T32" fmla="*/ 42 w 46"/>
                  <a:gd name="T33" fmla="*/ 23 h 41"/>
                  <a:gd name="T34" fmla="*/ 44 w 46"/>
                  <a:gd name="T35" fmla="*/ 27 h 41"/>
                  <a:gd name="T36" fmla="*/ 46 w 46"/>
                  <a:gd name="T37" fmla="*/ 33 h 41"/>
                  <a:gd name="T38" fmla="*/ 40 w 46"/>
                  <a:gd name="T39" fmla="*/ 38 h 41"/>
                  <a:gd name="T40" fmla="*/ 35 w 46"/>
                  <a:gd name="T41" fmla="*/ 39 h 41"/>
                  <a:gd name="T42" fmla="*/ 31 w 46"/>
                  <a:gd name="T43" fmla="*/ 40 h 41"/>
                  <a:gd name="T44" fmla="*/ 27 w 46"/>
                  <a:gd name="T45" fmla="*/ 40 h 41"/>
                  <a:gd name="T46" fmla="*/ 24 w 46"/>
                  <a:gd name="T47" fmla="*/ 3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41">
                    <a:moveTo>
                      <a:pt x="24" y="36"/>
                    </a:moveTo>
                    <a:cubicBezTo>
                      <a:pt x="23" y="35"/>
                      <a:pt x="22" y="34"/>
                      <a:pt x="22" y="33"/>
                    </a:cubicBezTo>
                    <a:cubicBezTo>
                      <a:pt x="20" y="31"/>
                      <a:pt x="18" y="29"/>
                      <a:pt x="17" y="26"/>
                    </a:cubicBezTo>
                    <a:cubicBezTo>
                      <a:pt x="15" y="24"/>
                      <a:pt x="13" y="23"/>
                      <a:pt x="12" y="20"/>
                    </a:cubicBezTo>
                    <a:cubicBezTo>
                      <a:pt x="11" y="17"/>
                      <a:pt x="11" y="15"/>
                      <a:pt x="9" y="13"/>
                    </a:cubicBezTo>
                    <a:cubicBezTo>
                      <a:pt x="7" y="12"/>
                      <a:pt x="6" y="11"/>
                      <a:pt x="5" y="9"/>
                    </a:cubicBezTo>
                    <a:cubicBezTo>
                      <a:pt x="4" y="8"/>
                      <a:pt x="0" y="0"/>
                      <a:pt x="4" y="0"/>
                    </a:cubicBezTo>
                    <a:cubicBezTo>
                      <a:pt x="5" y="0"/>
                      <a:pt x="6" y="1"/>
                      <a:pt x="6" y="2"/>
                    </a:cubicBezTo>
                    <a:cubicBezTo>
                      <a:pt x="8" y="3"/>
                      <a:pt x="9" y="4"/>
                      <a:pt x="10" y="5"/>
                    </a:cubicBezTo>
                    <a:cubicBezTo>
                      <a:pt x="12" y="7"/>
                      <a:pt x="13" y="8"/>
                      <a:pt x="14" y="11"/>
                    </a:cubicBezTo>
                    <a:cubicBezTo>
                      <a:pt x="15" y="13"/>
                      <a:pt x="16" y="15"/>
                      <a:pt x="17" y="17"/>
                    </a:cubicBezTo>
                    <a:cubicBezTo>
                      <a:pt x="18" y="19"/>
                      <a:pt x="19" y="22"/>
                      <a:pt x="21" y="22"/>
                    </a:cubicBezTo>
                    <a:cubicBezTo>
                      <a:pt x="24" y="22"/>
                      <a:pt x="24" y="18"/>
                      <a:pt x="24" y="17"/>
                    </a:cubicBezTo>
                    <a:cubicBezTo>
                      <a:pt x="25" y="14"/>
                      <a:pt x="28" y="16"/>
                      <a:pt x="29" y="18"/>
                    </a:cubicBezTo>
                    <a:cubicBezTo>
                      <a:pt x="31" y="20"/>
                      <a:pt x="31" y="23"/>
                      <a:pt x="32" y="25"/>
                    </a:cubicBezTo>
                    <a:cubicBezTo>
                      <a:pt x="33" y="27"/>
                      <a:pt x="36" y="29"/>
                      <a:pt x="38" y="28"/>
                    </a:cubicBezTo>
                    <a:cubicBezTo>
                      <a:pt x="41" y="27"/>
                      <a:pt x="40" y="24"/>
                      <a:pt x="42" y="23"/>
                    </a:cubicBezTo>
                    <a:cubicBezTo>
                      <a:pt x="43" y="22"/>
                      <a:pt x="44" y="26"/>
                      <a:pt x="44" y="27"/>
                    </a:cubicBezTo>
                    <a:cubicBezTo>
                      <a:pt x="44" y="29"/>
                      <a:pt x="46" y="31"/>
                      <a:pt x="46" y="33"/>
                    </a:cubicBezTo>
                    <a:cubicBezTo>
                      <a:pt x="45" y="35"/>
                      <a:pt x="42" y="37"/>
                      <a:pt x="40" y="38"/>
                    </a:cubicBezTo>
                    <a:cubicBezTo>
                      <a:pt x="38" y="38"/>
                      <a:pt x="37" y="38"/>
                      <a:pt x="35" y="39"/>
                    </a:cubicBezTo>
                    <a:cubicBezTo>
                      <a:pt x="33" y="39"/>
                      <a:pt x="32" y="40"/>
                      <a:pt x="31" y="40"/>
                    </a:cubicBezTo>
                    <a:cubicBezTo>
                      <a:pt x="30" y="41"/>
                      <a:pt x="28" y="41"/>
                      <a:pt x="27" y="40"/>
                    </a:cubicBezTo>
                    <a:cubicBezTo>
                      <a:pt x="25" y="39"/>
                      <a:pt x="25" y="37"/>
                      <a:pt x="24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4" name="Freeform 1943">
                <a:extLst>
                  <a:ext uri="{FF2B5EF4-FFF2-40B4-BE49-F238E27FC236}">
                    <a16:creationId xmlns:a16="http://schemas.microsoft.com/office/drawing/2014/main" id="{1723182D-15AE-D040-B996-3EA232949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170"/>
                <a:ext cx="7" cy="4"/>
              </a:xfrm>
              <a:custGeom>
                <a:avLst/>
                <a:gdLst>
                  <a:gd name="T0" fmla="*/ 11 w 18"/>
                  <a:gd name="T1" fmla="*/ 4 h 11"/>
                  <a:gd name="T2" fmla="*/ 10 w 18"/>
                  <a:gd name="T3" fmla="*/ 2 h 11"/>
                  <a:gd name="T4" fmla="*/ 8 w 18"/>
                  <a:gd name="T5" fmla="*/ 1 h 11"/>
                  <a:gd name="T6" fmla="*/ 2 w 18"/>
                  <a:gd name="T7" fmla="*/ 1 h 11"/>
                  <a:gd name="T8" fmla="*/ 4 w 18"/>
                  <a:gd name="T9" fmla="*/ 6 h 11"/>
                  <a:gd name="T10" fmla="*/ 8 w 18"/>
                  <a:gd name="T11" fmla="*/ 7 h 11"/>
                  <a:gd name="T12" fmla="*/ 11 w 18"/>
                  <a:gd name="T13" fmla="*/ 9 h 11"/>
                  <a:gd name="T14" fmla="*/ 16 w 18"/>
                  <a:gd name="T15" fmla="*/ 11 h 11"/>
                  <a:gd name="T16" fmla="*/ 14 w 18"/>
                  <a:gd name="T17" fmla="*/ 5 h 11"/>
                  <a:gd name="T18" fmla="*/ 13 w 18"/>
                  <a:gd name="T19" fmla="*/ 5 h 11"/>
                  <a:gd name="T20" fmla="*/ 11 w 18"/>
                  <a:gd name="T2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1">
                    <a:moveTo>
                      <a:pt x="11" y="4"/>
                    </a:moveTo>
                    <a:cubicBezTo>
                      <a:pt x="11" y="3"/>
                      <a:pt x="11" y="3"/>
                      <a:pt x="10" y="2"/>
                    </a:cubicBezTo>
                    <a:cubicBezTo>
                      <a:pt x="9" y="2"/>
                      <a:pt x="9" y="1"/>
                      <a:pt x="8" y="1"/>
                    </a:cubicBez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2" y="5"/>
                      <a:pt x="4" y="6"/>
                    </a:cubicBezTo>
                    <a:cubicBezTo>
                      <a:pt x="5" y="6"/>
                      <a:pt x="7" y="6"/>
                      <a:pt x="8" y="7"/>
                    </a:cubicBezTo>
                    <a:cubicBezTo>
                      <a:pt x="9" y="8"/>
                      <a:pt x="10" y="8"/>
                      <a:pt x="11" y="9"/>
                    </a:cubicBezTo>
                    <a:cubicBezTo>
                      <a:pt x="12" y="10"/>
                      <a:pt x="15" y="11"/>
                      <a:pt x="16" y="11"/>
                    </a:cubicBezTo>
                    <a:cubicBezTo>
                      <a:pt x="18" y="10"/>
                      <a:pt x="15" y="6"/>
                      <a:pt x="14" y="5"/>
                    </a:cubicBezTo>
                    <a:cubicBezTo>
                      <a:pt x="14" y="5"/>
                      <a:pt x="13" y="5"/>
                      <a:pt x="13" y="5"/>
                    </a:cubicBezTo>
                    <a:cubicBezTo>
                      <a:pt x="12" y="5"/>
                      <a:pt x="12" y="4"/>
                      <a:pt x="1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5" name="Freeform 1944">
                <a:extLst>
                  <a:ext uri="{FF2B5EF4-FFF2-40B4-BE49-F238E27FC236}">
                    <a16:creationId xmlns:a16="http://schemas.microsoft.com/office/drawing/2014/main" id="{879E5084-1886-4948-897B-D83EEC38A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148"/>
                <a:ext cx="25" cy="25"/>
              </a:xfrm>
              <a:custGeom>
                <a:avLst/>
                <a:gdLst>
                  <a:gd name="T0" fmla="*/ 37 w 61"/>
                  <a:gd name="T1" fmla="*/ 50 h 60"/>
                  <a:gd name="T2" fmla="*/ 25 w 61"/>
                  <a:gd name="T3" fmla="*/ 50 h 60"/>
                  <a:gd name="T4" fmla="*/ 17 w 61"/>
                  <a:gd name="T5" fmla="*/ 44 h 60"/>
                  <a:gd name="T6" fmla="*/ 17 w 61"/>
                  <a:gd name="T7" fmla="*/ 37 h 60"/>
                  <a:gd name="T8" fmla="*/ 14 w 61"/>
                  <a:gd name="T9" fmla="*/ 31 h 60"/>
                  <a:gd name="T10" fmla="*/ 18 w 61"/>
                  <a:gd name="T11" fmla="*/ 29 h 60"/>
                  <a:gd name="T12" fmla="*/ 24 w 61"/>
                  <a:gd name="T13" fmla="*/ 36 h 60"/>
                  <a:gd name="T14" fmla="*/ 29 w 61"/>
                  <a:gd name="T15" fmla="*/ 35 h 60"/>
                  <a:gd name="T16" fmla="*/ 28 w 61"/>
                  <a:gd name="T17" fmla="*/ 27 h 60"/>
                  <a:gd name="T18" fmla="*/ 23 w 61"/>
                  <a:gd name="T19" fmla="*/ 26 h 60"/>
                  <a:gd name="T20" fmla="*/ 19 w 61"/>
                  <a:gd name="T21" fmla="*/ 23 h 60"/>
                  <a:gd name="T22" fmla="*/ 10 w 61"/>
                  <a:gd name="T23" fmla="*/ 20 h 60"/>
                  <a:gd name="T24" fmla="*/ 4 w 61"/>
                  <a:gd name="T25" fmla="*/ 17 h 60"/>
                  <a:gd name="T26" fmla="*/ 5 w 61"/>
                  <a:gd name="T27" fmla="*/ 12 h 60"/>
                  <a:gd name="T28" fmla="*/ 7 w 61"/>
                  <a:gd name="T29" fmla="*/ 7 h 60"/>
                  <a:gd name="T30" fmla="*/ 0 w 61"/>
                  <a:gd name="T31" fmla="*/ 7 h 60"/>
                  <a:gd name="T32" fmla="*/ 6 w 61"/>
                  <a:gd name="T33" fmla="*/ 2 h 60"/>
                  <a:gd name="T34" fmla="*/ 19 w 61"/>
                  <a:gd name="T35" fmla="*/ 1 h 60"/>
                  <a:gd name="T36" fmla="*/ 27 w 61"/>
                  <a:gd name="T37" fmla="*/ 13 h 60"/>
                  <a:gd name="T38" fmla="*/ 37 w 61"/>
                  <a:gd name="T39" fmla="*/ 21 h 60"/>
                  <a:gd name="T40" fmla="*/ 47 w 61"/>
                  <a:gd name="T41" fmla="*/ 22 h 60"/>
                  <a:gd name="T42" fmla="*/ 51 w 61"/>
                  <a:gd name="T43" fmla="*/ 29 h 60"/>
                  <a:gd name="T44" fmla="*/ 52 w 61"/>
                  <a:gd name="T45" fmla="*/ 34 h 60"/>
                  <a:gd name="T46" fmla="*/ 54 w 61"/>
                  <a:gd name="T47" fmla="*/ 38 h 60"/>
                  <a:gd name="T48" fmla="*/ 58 w 61"/>
                  <a:gd name="T49" fmla="*/ 45 h 60"/>
                  <a:gd name="T50" fmla="*/ 61 w 61"/>
                  <a:gd name="T51" fmla="*/ 53 h 60"/>
                  <a:gd name="T52" fmla="*/ 56 w 61"/>
                  <a:gd name="T53" fmla="*/ 59 h 60"/>
                  <a:gd name="T54" fmla="*/ 48 w 61"/>
                  <a:gd name="T55" fmla="*/ 54 h 60"/>
                  <a:gd name="T56" fmla="*/ 37 w 61"/>
                  <a:gd name="T57" fmla="*/ 5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1" h="60">
                    <a:moveTo>
                      <a:pt x="37" y="50"/>
                    </a:moveTo>
                    <a:cubicBezTo>
                      <a:pt x="33" y="50"/>
                      <a:pt x="29" y="50"/>
                      <a:pt x="25" y="50"/>
                    </a:cubicBezTo>
                    <a:cubicBezTo>
                      <a:pt x="21" y="50"/>
                      <a:pt x="18" y="48"/>
                      <a:pt x="17" y="44"/>
                    </a:cubicBezTo>
                    <a:cubicBezTo>
                      <a:pt x="17" y="41"/>
                      <a:pt x="17" y="39"/>
                      <a:pt x="17" y="37"/>
                    </a:cubicBezTo>
                    <a:cubicBezTo>
                      <a:pt x="16" y="35"/>
                      <a:pt x="14" y="33"/>
                      <a:pt x="14" y="31"/>
                    </a:cubicBezTo>
                    <a:cubicBezTo>
                      <a:pt x="13" y="28"/>
                      <a:pt x="17" y="27"/>
                      <a:pt x="18" y="29"/>
                    </a:cubicBezTo>
                    <a:cubicBezTo>
                      <a:pt x="21" y="31"/>
                      <a:pt x="21" y="34"/>
                      <a:pt x="24" y="36"/>
                    </a:cubicBezTo>
                    <a:cubicBezTo>
                      <a:pt x="26" y="36"/>
                      <a:pt x="28" y="37"/>
                      <a:pt x="29" y="35"/>
                    </a:cubicBezTo>
                    <a:cubicBezTo>
                      <a:pt x="30" y="33"/>
                      <a:pt x="30" y="29"/>
                      <a:pt x="28" y="27"/>
                    </a:cubicBezTo>
                    <a:cubicBezTo>
                      <a:pt x="27" y="26"/>
                      <a:pt x="25" y="26"/>
                      <a:pt x="23" y="26"/>
                    </a:cubicBezTo>
                    <a:cubicBezTo>
                      <a:pt x="20" y="27"/>
                      <a:pt x="20" y="25"/>
                      <a:pt x="19" y="23"/>
                    </a:cubicBezTo>
                    <a:cubicBezTo>
                      <a:pt x="18" y="19"/>
                      <a:pt x="14" y="20"/>
                      <a:pt x="10" y="20"/>
                    </a:cubicBezTo>
                    <a:cubicBezTo>
                      <a:pt x="9" y="20"/>
                      <a:pt x="5" y="19"/>
                      <a:pt x="4" y="17"/>
                    </a:cubicBezTo>
                    <a:cubicBezTo>
                      <a:pt x="3" y="15"/>
                      <a:pt x="4" y="13"/>
                      <a:pt x="5" y="12"/>
                    </a:cubicBezTo>
                    <a:cubicBezTo>
                      <a:pt x="6" y="11"/>
                      <a:pt x="10" y="9"/>
                      <a:pt x="7" y="7"/>
                    </a:cubicBezTo>
                    <a:cubicBezTo>
                      <a:pt x="5" y="6"/>
                      <a:pt x="2" y="7"/>
                      <a:pt x="0" y="7"/>
                    </a:cubicBezTo>
                    <a:cubicBezTo>
                      <a:pt x="0" y="3"/>
                      <a:pt x="3" y="2"/>
                      <a:pt x="6" y="2"/>
                    </a:cubicBezTo>
                    <a:cubicBezTo>
                      <a:pt x="10" y="1"/>
                      <a:pt x="15" y="0"/>
                      <a:pt x="19" y="1"/>
                    </a:cubicBezTo>
                    <a:cubicBezTo>
                      <a:pt x="24" y="2"/>
                      <a:pt x="25" y="9"/>
                      <a:pt x="27" y="13"/>
                    </a:cubicBezTo>
                    <a:cubicBezTo>
                      <a:pt x="30" y="17"/>
                      <a:pt x="33" y="19"/>
                      <a:pt x="37" y="21"/>
                    </a:cubicBezTo>
                    <a:cubicBezTo>
                      <a:pt x="40" y="22"/>
                      <a:pt x="43" y="22"/>
                      <a:pt x="47" y="22"/>
                    </a:cubicBezTo>
                    <a:cubicBezTo>
                      <a:pt x="51" y="23"/>
                      <a:pt x="51" y="26"/>
                      <a:pt x="51" y="29"/>
                    </a:cubicBezTo>
                    <a:cubicBezTo>
                      <a:pt x="51" y="31"/>
                      <a:pt x="51" y="33"/>
                      <a:pt x="52" y="34"/>
                    </a:cubicBezTo>
                    <a:cubicBezTo>
                      <a:pt x="52" y="35"/>
                      <a:pt x="53" y="36"/>
                      <a:pt x="54" y="38"/>
                    </a:cubicBezTo>
                    <a:cubicBezTo>
                      <a:pt x="56" y="40"/>
                      <a:pt x="57" y="42"/>
                      <a:pt x="58" y="45"/>
                    </a:cubicBezTo>
                    <a:cubicBezTo>
                      <a:pt x="60" y="47"/>
                      <a:pt x="61" y="50"/>
                      <a:pt x="61" y="53"/>
                    </a:cubicBezTo>
                    <a:cubicBezTo>
                      <a:pt x="61" y="56"/>
                      <a:pt x="59" y="59"/>
                      <a:pt x="56" y="59"/>
                    </a:cubicBezTo>
                    <a:cubicBezTo>
                      <a:pt x="52" y="60"/>
                      <a:pt x="50" y="56"/>
                      <a:pt x="48" y="54"/>
                    </a:cubicBezTo>
                    <a:cubicBezTo>
                      <a:pt x="45" y="51"/>
                      <a:pt x="41" y="50"/>
                      <a:pt x="37" y="5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6" name="Freeform 1945">
                <a:extLst>
                  <a:ext uri="{FF2B5EF4-FFF2-40B4-BE49-F238E27FC236}">
                    <a16:creationId xmlns:a16="http://schemas.microsoft.com/office/drawing/2014/main" id="{65F8C1BB-AFFD-784F-9CFC-171CB8991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162"/>
                <a:ext cx="2" cy="3"/>
              </a:xfrm>
              <a:custGeom>
                <a:avLst/>
                <a:gdLst>
                  <a:gd name="T0" fmla="*/ 3 w 5"/>
                  <a:gd name="T1" fmla="*/ 6 h 7"/>
                  <a:gd name="T2" fmla="*/ 1 w 5"/>
                  <a:gd name="T3" fmla="*/ 2 h 7"/>
                  <a:gd name="T4" fmla="*/ 5 w 5"/>
                  <a:gd name="T5" fmla="*/ 5 h 7"/>
                  <a:gd name="T6" fmla="*/ 3 w 5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3" y="6"/>
                    </a:moveTo>
                    <a:cubicBezTo>
                      <a:pt x="1" y="7"/>
                      <a:pt x="0" y="3"/>
                      <a:pt x="1" y="2"/>
                    </a:cubicBezTo>
                    <a:cubicBezTo>
                      <a:pt x="3" y="0"/>
                      <a:pt x="5" y="3"/>
                      <a:pt x="5" y="5"/>
                    </a:cubicBezTo>
                    <a:cubicBezTo>
                      <a:pt x="5" y="6"/>
                      <a:pt x="4" y="6"/>
                      <a:pt x="3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7" name="Freeform 1946">
                <a:extLst>
                  <a:ext uri="{FF2B5EF4-FFF2-40B4-BE49-F238E27FC236}">
                    <a16:creationId xmlns:a16="http://schemas.microsoft.com/office/drawing/2014/main" id="{B0C4D865-44C3-9A45-AF63-882EF6A43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164"/>
                <a:ext cx="2" cy="2"/>
              </a:xfrm>
              <a:custGeom>
                <a:avLst/>
                <a:gdLst>
                  <a:gd name="T0" fmla="*/ 1 w 6"/>
                  <a:gd name="T1" fmla="*/ 1 h 6"/>
                  <a:gd name="T2" fmla="*/ 3 w 6"/>
                  <a:gd name="T3" fmla="*/ 0 h 6"/>
                  <a:gd name="T4" fmla="*/ 5 w 6"/>
                  <a:gd name="T5" fmla="*/ 4 h 6"/>
                  <a:gd name="T6" fmla="*/ 1 w 6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6" y="2"/>
                      <a:pt x="5" y="4"/>
                    </a:cubicBezTo>
                    <a:cubicBezTo>
                      <a:pt x="4" y="6"/>
                      <a:pt x="0" y="4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8" name="Freeform 1947">
                <a:extLst>
                  <a:ext uri="{FF2B5EF4-FFF2-40B4-BE49-F238E27FC236}">
                    <a16:creationId xmlns:a16="http://schemas.microsoft.com/office/drawing/2014/main" id="{E4D128D9-48EE-2047-8ED2-A4E8158A7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159"/>
                <a:ext cx="2" cy="2"/>
              </a:xfrm>
              <a:custGeom>
                <a:avLst/>
                <a:gdLst>
                  <a:gd name="T0" fmla="*/ 1 w 6"/>
                  <a:gd name="T1" fmla="*/ 1 h 5"/>
                  <a:gd name="T2" fmla="*/ 3 w 6"/>
                  <a:gd name="T3" fmla="*/ 0 h 5"/>
                  <a:gd name="T4" fmla="*/ 5 w 6"/>
                  <a:gd name="T5" fmla="*/ 1 h 5"/>
                  <a:gd name="T6" fmla="*/ 5 w 6"/>
                  <a:gd name="T7" fmla="*/ 3 h 5"/>
                  <a:gd name="T8" fmla="*/ 4 w 6"/>
                  <a:gd name="T9" fmla="*/ 4 h 5"/>
                  <a:gd name="T10" fmla="*/ 2 w 6"/>
                  <a:gd name="T11" fmla="*/ 5 h 5"/>
                  <a:gd name="T12" fmla="*/ 1 w 6"/>
                  <a:gd name="T13" fmla="*/ 4 h 5"/>
                  <a:gd name="T14" fmla="*/ 1 w 6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5" y="0"/>
                      <a:pt x="5" y="1"/>
                    </a:cubicBezTo>
                    <a:cubicBezTo>
                      <a:pt x="6" y="1"/>
                      <a:pt x="6" y="2"/>
                      <a:pt x="5" y="3"/>
                    </a:cubicBezTo>
                    <a:cubicBezTo>
                      <a:pt x="5" y="3"/>
                      <a:pt x="5" y="4"/>
                      <a:pt x="4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9" name="Freeform 1948">
                <a:extLst>
                  <a:ext uri="{FF2B5EF4-FFF2-40B4-BE49-F238E27FC236}">
                    <a16:creationId xmlns:a16="http://schemas.microsoft.com/office/drawing/2014/main" id="{47EE5FDE-4552-794C-824C-4EAA05D09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156"/>
                <a:ext cx="7" cy="3"/>
              </a:xfrm>
              <a:custGeom>
                <a:avLst/>
                <a:gdLst>
                  <a:gd name="T0" fmla="*/ 5 w 17"/>
                  <a:gd name="T1" fmla="*/ 5 h 9"/>
                  <a:gd name="T2" fmla="*/ 2 w 17"/>
                  <a:gd name="T3" fmla="*/ 3 h 9"/>
                  <a:gd name="T4" fmla="*/ 1 w 17"/>
                  <a:gd name="T5" fmla="*/ 1 h 9"/>
                  <a:gd name="T6" fmla="*/ 1 w 17"/>
                  <a:gd name="T7" fmla="*/ 0 h 9"/>
                  <a:gd name="T8" fmla="*/ 2 w 17"/>
                  <a:gd name="T9" fmla="*/ 0 h 9"/>
                  <a:gd name="T10" fmla="*/ 7 w 17"/>
                  <a:gd name="T11" fmla="*/ 1 h 9"/>
                  <a:gd name="T12" fmla="*/ 8 w 17"/>
                  <a:gd name="T13" fmla="*/ 2 h 9"/>
                  <a:gd name="T14" fmla="*/ 10 w 17"/>
                  <a:gd name="T15" fmla="*/ 3 h 9"/>
                  <a:gd name="T16" fmla="*/ 12 w 17"/>
                  <a:gd name="T17" fmla="*/ 5 h 9"/>
                  <a:gd name="T18" fmla="*/ 14 w 17"/>
                  <a:gd name="T19" fmla="*/ 5 h 9"/>
                  <a:gd name="T20" fmla="*/ 16 w 17"/>
                  <a:gd name="T21" fmla="*/ 6 h 9"/>
                  <a:gd name="T22" fmla="*/ 17 w 17"/>
                  <a:gd name="T23" fmla="*/ 7 h 9"/>
                  <a:gd name="T24" fmla="*/ 17 w 17"/>
                  <a:gd name="T25" fmla="*/ 8 h 9"/>
                  <a:gd name="T26" fmla="*/ 14 w 17"/>
                  <a:gd name="T27" fmla="*/ 9 h 9"/>
                  <a:gd name="T28" fmla="*/ 10 w 17"/>
                  <a:gd name="T29" fmla="*/ 8 h 9"/>
                  <a:gd name="T30" fmla="*/ 9 w 17"/>
                  <a:gd name="T31" fmla="*/ 8 h 9"/>
                  <a:gd name="T32" fmla="*/ 7 w 17"/>
                  <a:gd name="T33" fmla="*/ 7 h 9"/>
                  <a:gd name="T34" fmla="*/ 5 w 17"/>
                  <a:gd name="T3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9">
                    <a:moveTo>
                      <a:pt x="5" y="5"/>
                    </a:moveTo>
                    <a:cubicBezTo>
                      <a:pt x="4" y="4"/>
                      <a:pt x="3" y="4"/>
                      <a:pt x="2" y="3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0"/>
                      <a:pt x="5" y="1"/>
                      <a:pt x="7" y="1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11" y="3"/>
                      <a:pt x="11" y="4"/>
                      <a:pt x="12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4" y="5"/>
                      <a:pt x="15" y="6"/>
                      <a:pt x="16" y="6"/>
                    </a:cubicBezTo>
                    <a:cubicBezTo>
                      <a:pt x="16" y="6"/>
                      <a:pt x="16" y="6"/>
                      <a:pt x="17" y="7"/>
                    </a:cubicBezTo>
                    <a:cubicBezTo>
                      <a:pt x="17" y="7"/>
                      <a:pt x="17" y="8"/>
                      <a:pt x="17" y="8"/>
                    </a:cubicBezTo>
                    <a:cubicBezTo>
                      <a:pt x="17" y="9"/>
                      <a:pt x="15" y="9"/>
                      <a:pt x="14" y="9"/>
                    </a:cubicBezTo>
                    <a:cubicBezTo>
                      <a:pt x="13" y="9"/>
                      <a:pt x="11" y="8"/>
                      <a:pt x="10" y="8"/>
                    </a:cubicBezTo>
                    <a:cubicBezTo>
                      <a:pt x="10" y="8"/>
                      <a:pt x="10" y="8"/>
                      <a:pt x="9" y="8"/>
                    </a:cubicBezTo>
                    <a:cubicBezTo>
                      <a:pt x="9" y="7"/>
                      <a:pt x="8" y="7"/>
                      <a:pt x="7" y="7"/>
                    </a:cubicBezTo>
                    <a:cubicBezTo>
                      <a:pt x="7" y="6"/>
                      <a:pt x="6" y="6"/>
                      <a:pt x="5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0" name="Freeform 1949">
                <a:extLst>
                  <a:ext uri="{FF2B5EF4-FFF2-40B4-BE49-F238E27FC236}">
                    <a16:creationId xmlns:a16="http://schemas.microsoft.com/office/drawing/2014/main" id="{45E58E72-D7CE-284F-B67B-CE7F59150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161"/>
                <a:ext cx="2" cy="3"/>
              </a:xfrm>
              <a:custGeom>
                <a:avLst/>
                <a:gdLst>
                  <a:gd name="T0" fmla="*/ 2 w 6"/>
                  <a:gd name="T1" fmla="*/ 6 h 6"/>
                  <a:gd name="T2" fmla="*/ 2 w 6"/>
                  <a:gd name="T3" fmla="*/ 5 h 6"/>
                  <a:gd name="T4" fmla="*/ 1 w 6"/>
                  <a:gd name="T5" fmla="*/ 5 h 6"/>
                  <a:gd name="T6" fmla="*/ 1 w 6"/>
                  <a:gd name="T7" fmla="*/ 4 h 6"/>
                  <a:gd name="T8" fmla="*/ 1 w 6"/>
                  <a:gd name="T9" fmla="*/ 1 h 6"/>
                  <a:gd name="T10" fmla="*/ 3 w 6"/>
                  <a:gd name="T11" fmla="*/ 1 h 6"/>
                  <a:gd name="T12" fmla="*/ 5 w 6"/>
                  <a:gd name="T13" fmla="*/ 2 h 6"/>
                  <a:gd name="T14" fmla="*/ 5 w 6"/>
                  <a:gd name="T15" fmla="*/ 5 h 6"/>
                  <a:gd name="T16" fmla="*/ 2 w 6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5" y="0"/>
                      <a:pt x="5" y="2"/>
                      <a:pt x="5" y="2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5" y="6"/>
                      <a:pt x="3" y="6"/>
                      <a:pt x="2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1" name="Freeform 1950">
                <a:extLst>
                  <a:ext uri="{FF2B5EF4-FFF2-40B4-BE49-F238E27FC236}">
                    <a16:creationId xmlns:a16="http://schemas.microsoft.com/office/drawing/2014/main" id="{52F2DC62-930F-3A4A-A32B-FA5F9EE56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153"/>
                <a:ext cx="4" cy="3"/>
              </a:xfrm>
              <a:custGeom>
                <a:avLst/>
                <a:gdLst>
                  <a:gd name="T0" fmla="*/ 1 w 10"/>
                  <a:gd name="T1" fmla="*/ 2 h 7"/>
                  <a:gd name="T2" fmla="*/ 1 w 10"/>
                  <a:gd name="T3" fmla="*/ 0 h 7"/>
                  <a:gd name="T4" fmla="*/ 5 w 10"/>
                  <a:gd name="T5" fmla="*/ 0 h 7"/>
                  <a:gd name="T6" fmla="*/ 10 w 10"/>
                  <a:gd name="T7" fmla="*/ 2 h 7"/>
                  <a:gd name="T8" fmla="*/ 9 w 10"/>
                  <a:gd name="T9" fmla="*/ 6 h 7"/>
                  <a:gd name="T10" fmla="*/ 6 w 10"/>
                  <a:gd name="T11" fmla="*/ 7 h 7"/>
                  <a:gd name="T12" fmla="*/ 4 w 10"/>
                  <a:gd name="T13" fmla="*/ 7 h 7"/>
                  <a:gd name="T14" fmla="*/ 3 w 10"/>
                  <a:gd name="T15" fmla="*/ 5 h 7"/>
                  <a:gd name="T16" fmla="*/ 1 w 10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7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9" y="0"/>
                      <a:pt x="10" y="2"/>
                    </a:cubicBezTo>
                    <a:cubicBezTo>
                      <a:pt x="10" y="3"/>
                      <a:pt x="10" y="5"/>
                      <a:pt x="9" y="6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2" name="Freeform 1951">
                <a:extLst>
                  <a:ext uri="{FF2B5EF4-FFF2-40B4-BE49-F238E27FC236}">
                    <a16:creationId xmlns:a16="http://schemas.microsoft.com/office/drawing/2014/main" id="{DF699D88-34F7-B841-93F4-D57C1E99C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142"/>
                <a:ext cx="5" cy="6"/>
              </a:xfrm>
              <a:custGeom>
                <a:avLst/>
                <a:gdLst>
                  <a:gd name="T0" fmla="*/ 0 w 11"/>
                  <a:gd name="T1" fmla="*/ 5 h 14"/>
                  <a:gd name="T2" fmla="*/ 1 w 11"/>
                  <a:gd name="T3" fmla="*/ 0 h 14"/>
                  <a:gd name="T4" fmla="*/ 4 w 11"/>
                  <a:gd name="T5" fmla="*/ 0 h 14"/>
                  <a:gd name="T6" fmla="*/ 5 w 11"/>
                  <a:gd name="T7" fmla="*/ 0 h 14"/>
                  <a:gd name="T8" fmla="*/ 6 w 11"/>
                  <a:gd name="T9" fmla="*/ 2 h 14"/>
                  <a:gd name="T10" fmla="*/ 7 w 11"/>
                  <a:gd name="T11" fmla="*/ 5 h 14"/>
                  <a:gd name="T12" fmla="*/ 8 w 11"/>
                  <a:gd name="T13" fmla="*/ 6 h 14"/>
                  <a:gd name="T14" fmla="*/ 10 w 11"/>
                  <a:gd name="T15" fmla="*/ 7 h 14"/>
                  <a:gd name="T16" fmla="*/ 9 w 11"/>
                  <a:gd name="T17" fmla="*/ 12 h 14"/>
                  <a:gd name="T18" fmla="*/ 6 w 11"/>
                  <a:gd name="T19" fmla="*/ 13 h 14"/>
                  <a:gd name="T20" fmla="*/ 4 w 11"/>
                  <a:gd name="T21" fmla="*/ 11 h 14"/>
                  <a:gd name="T22" fmla="*/ 3 w 11"/>
                  <a:gd name="T23" fmla="*/ 10 h 14"/>
                  <a:gd name="T24" fmla="*/ 1 w 11"/>
                  <a:gd name="T25" fmla="*/ 9 h 14"/>
                  <a:gd name="T26" fmla="*/ 0 w 11"/>
                  <a:gd name="T27" fmla="*/ 7 h 14"/>
                  <a:gd name="T28" fmla="*/ 0 w 11"/>
                  <a:gd name="T29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4">
                    <a:moveTo>
                      <a:pt x="0" y="5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6" y="3"/>
                      <a:pt x="6" y="4"/>
                      <a:pt x="7" y="5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11" y="9"/>
                      <a:pt x="10" y="11"/>
                      <a:pt x="9" y="12"/>
                    </a:cubicBezTo>
                    <a:cubicBezTo>
                      <a:pt x="8" y="13"/>
                      <a:pt x="7" y="14"/>
                      <a:pt x="6" y="13"/>
                    </a:cubicBezTo>
                    <a:cubicBezTo>
                      <a:pt x="5" y="12"/>
                      <a:pt x="4" y="12"/>
                      <a:pt x="4" y="11"/>
                    </a:cubicBezTo>
                    <a:cubicBezTo>
                      <a:pt x="4" y="11"/>
                      <a:pt x="3" y="10"/>
                      <a:pt x="3" y="10"/>
                    </a:cubicBezTo>
                    <a:cubicBezTo>
                      <a:pt x="2" y="9"/>
                      <a:pt x="2" y="9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7"/>
                      <a:pt x="0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3" name="Freeform 1952">
                <a:extLst>
                  <a:ext uri="{FF2B5EF4-FFF2-40B4-BE49-F238E27FC236}">
                    <a16:creationId xmlns:a16="http://schemas.microsoft.com/office/drawing/2014/main" id="{14B8B681-7FF9-F040-9062-F3BE10C83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128"/>
                <a:ext cx="3" cy="3"/>
              </a:xfrm>
              <a:custGeom>
                <a:avLst/>
                <a:gdLst>
                  <a:gd name="T0" fmla="*/ 4 w 7"/>
                  <a:gd name="T1" fmla="*/ 6 h 7"/>
                  <a:gd name="T2" fmla="*/ 3 w 7"/>
                  <a:gd name="T3" fmla="*/ 7 h 7"/>
                  <a:gd name="T4" fmla="*/ 1 w 7"/>
                  <a:gd name="T5" fmla="*/ 5 h 7"/>
                  <a:gd name="T6" fmla="*/ 2 w 7"/>
                  <a:gd name="T7" fmla="*/ 0 h 7"/>
                  <a:gd name="T8" fmla="*/ 4 w 7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4" y="6"/>
                      <a:pt x="3" y="7"/>
                      <a:pt x="3" y="7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6" y="0"/>
                      <a:pt x="7" y="5"/>
                      <a:pt x="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4" name="Freeform 1953">
                <a:extLst>
                  <a:ext uri="{FF2B5EF4-FFF2-40B4-BE49-F238E27FC236}">
                    <a16:creationId xmlns:a16="http://schemas.microsoft.com/office/drawing/2014/main" id="{F6730AE7-AA4D-A445-9DBE-97DC4BA6E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095"/>
                <a:ext cx="74" cy="63"/>
              </a:xfrm>
              <a:custGeom>
                <a:avLst/>
                <a:gdLst>
                  <a:gd name="T0" fmla="*/ 23 w 183"/>
                  <a:gd name="T1" fmla="*/ 54 h 155"/>
                  <a:gd name="T2" fmla="*/ 15 w 183"/>
                  <a:gd name="T3" fmla="*/ 44 h 155"/>
                  <a:gd name="T4" fmla="*/ 12 w 183"/>
                  <a:gd name="T5" fmla="*/ 38 h 155"/>
                  <a:gd name="T6" fmla="*/ 20 w 183"/>
                  <a:gd name="T7" fmla="*/ 37 h 155"/>
                  <a:gd name="T8" fmla="*/ 11 w 183"/>
                  <a:gd name="T9" fmla="*/ 26 h 155"/>
                  <a:gd name="T10" fmla="*/ 3 w 183"/>
                  <a:gd name="T11" fmla="*/ 20 h 155"/>
                  <a:gd name="T12" fmla="*/ 16 w 183"/>
                  <a:gd name="T13" fmla="*/ 15 h 155"/>
                  <a:gd name="T14" fmla="*/ 28 w 183"/>
                  <a:gd name="T15" fmla="*/ 8 h 155"/>
                  <a:gd name="T16" fmla="*/ 42 w 183"/>
                  <a:gd name="T17" fmla="*/ 22 h 155"/>
                  <a:gd name="T18" fmla="*/ 52 w 183"/>
                  <a:gd name="T19" fmla="*/ 17 h 155"/>
                  <a:gd name="T20" fmla="*/ 56 w 183"/>
                  <a:gd name="T21" fmla="*/ 13 h 155"/>
                  <a:gd name="T22" fmla="*/ 73 w 183"/>
                  <a:gd name="T23" fmla="*/ 9 h 155"/>
                  <a:gd name="T24" fmla="*/ 88 w 183"/>
                  <a:gd name="T25" fmla="*/ 8 h 155"/>
                  <a:gd name="T26" fmla="*/ 99 w 183"/>
                  <a:gd name="T27" fmla="*/ 9 h 155"/>
                  <a:gd name="T28" fmla="*/ 102 w 183"/>
                  <a:gd name="T29" fmla="*/ 8 h 155"/>
                  <a:gd name="T30" fmla="*/ 113 w 183"/>
                  <a:gd name="T31" fmla="*/ 7 h 155"/>
                  <a:gd name="T32" fmla="*/ 127 w 183"/>
                  <a:gd name="T33" fmla="*/ 18 h 155"/>
                  <a:gd name="T34" fmla="*/ 136 w 183"/>
                  <a:gd name="T35" fmla="*/ 28 h 155"/>
                  <a:gd name="T36" fmla="*/ 133 w 183"/>
                  <a:gd name="T37" fmla="*/ 30 h 155"/>
                  <a:gd name="T38" fmla="*/ 124 w 183"/>
                  <a:gd name="T39" fmla="*/ 41 h 155"/>
                  <a:gd name="T40" fmla="*/ 131 w 183"/>
                  <a:gd name="T41" fmla="*/ 49 h 155"/>
                  <a:gd name="T42" fmla="*/ 136 w 183"/>
                  <a:gd name="T43" fmla="*/ 42 h 155"/>
                  <a:gd name="T44" fmla="*/ 152 w 183"/>
                  <a:gd name="T45" fmla="*/ 40 h 155"/>
                  <a:gd name="T46" fmla="*/ 147 w 183"/>
                  <a:gd name="T47" fmla="*/ 33 h 155"/>
                  <a:gd name="T48" fmla="*/ 155 w 183"/>
                  <a:gd name="T49" fmla="*/ 27 h 155"/>
                  <a:gd name="T50" fmla="*/ 154 w 183"/>
                  <a:gd name="T51" fmla="*/ 4 h 155"/>
                  <a:gd name="T52" fmla="*/ 161 w 183"/>
                  <a:gd name="T53" fmla="*/ 16 h 155"/>
                  <a:gd name="T54" fmla="*/ 172 w 183"/>
                  <a:gd name="T55" fmla="*/ 34 h 155"/>
                  <a:gd name="T56" fmla="*/ 168 w 183"/>
                  <a:gd name="T57" fmla="*/ 47 h 155"/>
                  <a:gd name="T58" fmla="*/ 163 w 183"/>
                  <a:gd name="T59" fmla="*/ 59 h 155"/>
                  <a:gd name="T60" fmla="*/ 181 w 183"/>
                  <a:gd name="T61" fmla="*/ 74 h 155"/>
                  <a:gd name="T62" fmla="*/ 182 w 183"/>
                  <a:gd name="T63" fmla="*/ 88 h 155"/>
                  <a:gd name="T64" fmla="*/ 182 w 183"/>
                  <a:gd name="T65" fmla="*/ 93 h 155"/>
                  <a:gd name="T66" fmla="*/ 176 w 183"/>
                  <a:gd name="T67" fmla="*/ 97 h 155"/>
                  <a:gd name="T68" fmla="*/ 178 w 183"/>
                  <a:gd name="T69" fmla="*/ 108 h 155"/>
                  <a:gd name="T70" fmla="*/ 177 w 183"/>
                  <a:gd name="T71" fmla="*/ 115 h 155"/>
                  <a:gd name="T72" fmla="*/ 177 w 183"/>
                  <a:gd name="T73" fmla="*/ 124 h 155"/>
                  <a:gd name="T74" fmla="*/ 174 w 183"/>
                  <a:gd name="T75" fmla="*/ 134 h 155"/>
                  <a:gd name="T76" fmla="*/ 170 w 183"/>
                  <a:gd name="T77" fmla="*/ 142 h 155"/>
                  <a:gd name="T78" fmla="*/ 161 w 183"/>
                  <a:gd name="T79" fmla="*/ 145 h 155"/>
                  <a:gd name="T80" fmla="*/ 145 w 183"/>
                  <a:gd name="T81" fmla="*/ 147 h 155"/>
                  <a:gd name="T82" fmla="*/ 129 w 183"/>
                  <a:gd name="T83" fmla="*/ 154 h 155"/>
                  <a:gd name="T84" fmla="*/ 113 w 183"/>
                  <a:gd name="T85" fmla="*/ 152 h 155"/>
                  <a:gd name="T86" fmla="*/ 105 w 183"/>
                  <a:gd name="T87" fmla="*/ 145 h 155"/>
                  <a:gd name="T88" fmla="*/ 96 w 183"/>
                  <a:gd name="T89" fmla="*/ 147 h 155"/>
                  <a:gd name="T90" fmla="*/ 87 w 183"/>
                  <a:gd name="T91" fmla="*/ 138 h 155"/>
                  <a:gd name="T92" fmla="*/ 80 w 183"/>
                  <a:gd name="T93" fmla="*/ 137 h 155"/>
                  <a:gd name="T94" fmla="*/ 72 w 183"/>
                  <a:gd name="T95" fmla="*/ 139 h 155"/>
                  <a:gd name="T96" fmla="*/ 61 w 183"/>
                  <a:gd name="T97" fmla="*/ 138 h 155"/>
                  <a:gd name="T98" fmla="*/ 61 w 183"/>
                  <a:gd name="T99" fmla="*/ 130 h 155"/>
                  <a:gd name="T100" fmla="*/ 68 w 183"/>
                  <a:gd name="T101" fmla="*/ 127 h 155"/>
                  <a:gd name="T102" fmla="*/ 63 w 183"/>
                  <a:gd name="T103" fmla="*/ 115 h 155"/>
                  <a:gd name="T104" fmla="*/ 51 w 183"/>
                  <a:gd name="T105" fmla="*/ 110 h 155"/>
                  <a:gd name="T106" fmla="*/ 42 w 183"/>
                  <a:gd name="T107" fmla="*/ 112 h 155"/>
                  <a:gd name="T108" fmla="*/ 39 w 183"/>
                  <a:gd name="T109" fmla="*/ 103 h 155"/>
                  <a:gd name="T110" fmla="*/ 29 w 183"/>
                  <a:gd name="T111" fmla="*/ 93 h 155"/>
                  <a:gd name="T112" fmla="*/ 30 w 183"/>
                  <a:gd name="T113" fmla="*/ 76 h 155"/>
                  <a:gd name="T114" fmla="*/ 26 w 183"/>
                  <a:gd name="T115" fmla="*/ 6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3" h="155">
                    <a:moveTo>
                      <a:pt x="26" y="60"/>
                    </a:moveTo>
                    <a:cubicBezTo>
                      <a:pt x="23" y="58"/>
                      <a:pt x="22" y="57"/>
                      <a:pt x="23" y="54"/>
                    </a:cubicBezTo>
                    <a:cubicBezTo>
                      <a:pt x="23" y="51"/>
                      <a:pt x="24" y="48"/>
                      <a:pt x="21" y="46"/>
                    </a:cubicBezTo>
                    <a:cubicBezTo>
                      <a:pt x="20" y="44"/>
                      <a:pt x="18" y="44"/>
                      <a:pt x="15" y="44"/>
                    </a:cubicBezTo>
                    <a:cubicBezTo>
                      <a:pt x="13" y="44"/>
                      <a:pt x="9" y="45"/>
                      <a:pt x="8" y="42"/>
                    </a:cubicBezTo>
                    <a:cubicBezTo>
                      <a:pt x="7" y="40"/>
                      <a:pt x="10" y="38"/>
                      <a:pt x="12" y="38"/>
                    </a:cubicBezTo>
                    <a:cubicBezTo>
                      <a:pt x="14" y="38"/>
                      <a:pt x="16" y="41"/>
                      <a:pt x="18" y="41"/>
                    </a:cubicBezTo>
                    <a:cubicBezTo>
                      <a:pt x="20" y="41"/>
                      <a:pt x="21" y="39"/>
                      <a:pt x="20" y="37"/>
                    </a:cubicBezTo>
                    <a:cubicBezTo>
                      <a:pt x="19" y="35"/>
                      <a:pt x="17" y="34"/>
                      <a:pt x="16" y="32"/>
                    </a:cubicBezTo>
                    <a:cubicBezTo>
                      <a:pt x="14" y="30"/>
                      <a:pt x="13" y="28"/>
                      <a:pt x="11" y="26"/>
                    </a:cubicBezTo>
                    <a:cubicBezTo>
                      <a:pt x="9" y="24"/>
                      <a:pt x="8" y="24"/>
                      <a:pt x="5" y="23"/>
                    </a:cubicBezTo>
                    <a:cubicBezTo>
                      <a:pt x="4" y="23"/>
                      <a:pt x="0" y="21"/>
                      <a:pt x="3" y="20"/>
                    </a:cubicBezTo>
                    <a:cubicBezTo>
                      <a:pt x="5" y="18"/>
                      <a:pt x="9" y="20"/>
                      <a:pt x="11" y="20"/>
                    </a:cubicBezTo>
                    <a:cubicBezTo>
                      <a:pt x="14" y="20"/>
                      <a:pt x="14" y="17"/>
                      <a:pt x="16" y="15"/>
                    </a:cubicBezTo>
                    <a:cubicBezTo>
                      <a:pt x="18" y="14"/>
                      <a:pt x="20" y="14"/>
                      <a:pt x="22" y="13"/>
                    </a:cubicBezTo>
                    <a:cubicBezTo>
                      <a:pt x="24" y="11"/>
                      <a:pt x="25" y="8"/>
                      <a:pt x="28" y="8"/>
                    </a:cubicBezTo>
                    <a:cubicBezTo>
                      <a:pt x="35" y="7"/>
                      <a:pt x="31" y="17"/>
                      <a:pt x="34" y="20"/>
                    </a:cubicBezTo>
                    <a:cubicBezTo>
                      <a:pt x="35" y="22"/>
                      <a:pt x="39" y="22"/>
                      <a:pt x="42" y="22"/>
                    </a:cubicBezTo>
                    <a:cubicBezTo>
                      <a:pt x="44" y="22"/>
                      <a:pt x="48" y="23"/>
                      <a:pt x="50" y="21"/>
                    </a:cubicBezTo>
                    <a:cubicBezTo>
                      <a:pt x="51" y="20"/>
                      <a:pt x="51" y="18"/>
                      <a:pt x="52" y="17"/>
                    </a:cubicBezTo>
                    <a:cubicBezTo>
                      <a:pt x="53" y="16"/>
                      <a:pt x="54" y="14"/>
                      <a:pt x="55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8" y="13"/>
                      <a:pt x="59" y="12"/>
                      <a:pt x="61" y="12"/>
                    </a:cubicBezTo>
                    <a:cubicBezTo>
                      <a:pt x="65" y="11"/>
                      <a:pt x="69" y="10"/>
                      <a:pt x="73" y="9"/>
                    </a:cubicBezTo>
                    <a:cubicBezTo>
                      <a:pt x="77" y="9"/>
                      <a:pt x="80" y="9"/>
                      <a:pt x="84" y="9"/>
                    </a:cubicBezTo>
                    <a:cubicBezTo>
                      <a:pt x="86" y="9"/>
                      <a:pt x="87" y="9"/>
                      <a:pt x="88" y="8"/>
                    </a:cubicBezTo>
                    <a:cubicBezTo>
                      <a:pt x="90" y="8"/>
                      <a:pt x="92" y="8"/>
                      <a:pt x="94" y="8"/>
                    </a:cubicBezTo>
                    <a:cubicBezTo>
                      <a:pt x="95" y="8"/>
                      <a:pt x="98" y="8"/>
                      <a:pt x="99" y="9"/>
                    </a:cubicBezTo>
                    <a:cubicBezTo>
                      <a:pt x="100" y="10"/>
                      <a:pt x="99" y="12"/>
                      <a:pt x="100" y="13"/>
                    </a:cubicBezTo>
                    <a:cubicBezTo>
                      <a:pt x="102" y="15"/>
                      <a:pt x="103" y="8"/>
                      <a:pt x="102" y="8"/>
                    </a:cubicBezTo>
                    <a:cubicBezTo>
                      <a:pt x="102" y="5"/>
                      <a:pt x="102" y="3"/>
                      <a:pt x="104" y="1"/>
                    </a:cubicBezTo>
                    <a:cubicBezTo>
                      <a:pt x="107" y="0"/>
                      <a:pt x="112" y="5"/>
                      <a:pt x="113" y="7"/>
                    </a:cubicBezTo>
                    <a:cubicBezTo>
                      <a:pt x="117" y="9"/>
                      <a:pt x="121" y="11"/>
                      <a:pt x="124" y="13"/>
                    </a:cubicBezTo>
                    <a:cubicBezTo>
                      <a:pt x="125" y="15"/>
                      <a:pt x="126" y="16"/>
                      <a:pt x="127" y="18"/>
                    </a:cubicBezTo>
                    <a:cubicBezTo>
                      <a:pt x="129" y="19"/>
                      <a:pt x="131" y="20"/>
                      <a:pt x="132" y="22"/>
                    </a:cubicBezTo>
                    <a:cubicBezTo>
                      <a:pt x="133" y="24"/>
                      <a:pt x="134" y="27"/>
                      <a:pt x="136" y="28"/>
                    </a:cubicBezTo>
                    <a:cubicBezTo>
                      <a:pt x="138" y="29"/>
                      <a:pt x="140" y="30"/>
                      <a:pt x="140" y="32"/>
                    </a:cubicBezTo>
                    <a:cubicBezTo>
                      <a:pt x="138" y="32"/>
                      <a:pt x="135" y="29"/>
                      <a:pt x="133" y="30"/>
                    </a:cubicBezTo>
                    <a:cubicBezTo>
                      <a:pt x="131" y="31"/>
                      <a:pt x="133" y="36"/>
                      <a:pt x="131" y="38"/>
                    </a:cubicBezTo>
                    <a:cubicBezTo>
                      <a:pt x="129" y="40"/>
                      <a:pt x="125" y="39"/>
                      <a:pt x="124" y="41"/>
                    </a:cubicBezTo>
                    <a:cubicBezTo>
                      <a:pt x="121" y="43"/>
                      <a:pt x="122" y="47"/>
                      <a:pt x="124" y="49"/>
                    </a:cubicBezTo>
                    <a:cubicBezTo>
                      <a:pt x="126" y="51"/>
                      <a:pt x="130" y="52"/>
                      <a:pt x="131" y="49"/>
                    </a:cubicBezTo>
                    <a:cubicBezTo>
                      <a:pt x="132" y="47"/>
                      <a:pt x="132" y="45"/>
                      <a:pt x="133" y="44"/>
                    </a:cubicBezTo>
                    <a:cubicBezTo>
                      <a:pt x="133" y="42"/>
                      <a:pt x="135" y="42"/>
                      <a:pt x="136" y="42"/>
                    </a:cubicBezTo>
                    <a:cubicBezTo>
                      <a:pt x="140" y="42"/>
                      <a:pt x="144" y="42"/>
                      <a:pt x="148" y="41"/>
                    </a:cubicBezTo>
                    <a:cubicBezTo>
                      <a:pt x="149" y="41"/>
                      <a:pt x="151" y="41"/>
                      <a:pt x="152" y="40"/>
                    </a:cubicBezTo>
                    <a:cubicBezTo>
                      <a:pt x="152" y="39"/>
                      <a:pt x="151" y="37"/>
                      <a:pt x="150" y="36"/>
                    </a:cubicBezTo>
                    <a:cubicBezTo>
                      <a:pt x="149" y="35"/>
                      <a:pt x="147" y="35"/>
                      <a:pt x="147" y="33"/>
                    </a:cubicBezTo>
                    <a:cubicBezTo>
                      <a:pt x="146" y="32"/>
                      <a:pt x="145" y="29"/>
                      <a:pt x="146" y="27"/>
                    </a:cubicBezTo>
                    <a:cubicBezTo>
                      <a:pt x="146" y="24"/>
                      <a:pt x="152" y="27"/>
                      <a:pt x="155" y="27"/>
                    </a:cubicBezTo>
                    <a:cubicBezTo>
                      <a:pt x="155" y="23"/>
                      <a:pt x="155" y="19"/>
                      <a:pt x="154" y="15"/>
                    </a:cubicBezTo>
                    <a:cubicBezTo>
                      <a:pt x="154" y="14"/>
                      <a:pt x="151" y="3"/>
                      <a:pt x="154" y="4"/>
                    </a:cubicBezTo>
                    <a:cubicBezTo>
                      <a:pt x="156" y="5"/>
                      <a:pt x="157" y="8"/>
                      <a:pt x="158" y="10"/>
                    </a:cubicBezTo>
                    <a:cubicBezTo>
                      <a:pt x="159" y="12"/>
                      <a:pt x="159" y="14"/>
                      <a:pt x="161" y="16"/>
                    </a:cubicBezTo>
                    <a:cubicBezTo>
                      <a:pt x="163" y="19"/>
                      <a:pt x="166" y="21"/>
                      <a:pt x="168" y="24"/>
                    </a:cubicBezTo>
                    <a:cubicBezTo>
                      <a:pt x="169" y="28"/>
                      <a:pt x="170" y="31"/>
                      <a:pt x="172" y="34"/>
                    </a:cubicBezTo>
                    <a:cubicBezTo>
                      <a:pt x="174" y="38"/>
                      <a:pt x="176" y="41"/>
                      <a:pt x="173" y="44"/>
                    </a:cubicBezTo>
                    <a:cubicBezTo>
                      <a:pt x="172" y="46"/>
                      <a:pt x="170" y="47"/>
                      <a:pt x="168" y="47"/>
                    </a:cubicBezTo>
                    <a:cubicBezTo>
                      <a:pt x="166" y="48"/>
                      <a:pt x="165" y="48"/>
                      <a:pt x="163" y="49"/>
                    </a:cubicBezTo>
                    <a:cubicBezTo>
                      <a:pt x="161" y="52"/>
                      <a:pt x="161" y="56"/>
                      <a:pt x="163" y="59"/>
                    </a:cubicBezTo>
                    <a:cubicBezTo>
                      <a:pt x="165" y="64"/>
                      <a:pt x="171" y="64"/>
                      <a:pt x="175" y="67"/>
                    </a:cubicBezTo>
                    <a:cubicBezTo>
                      <a:pt x="179" y="68"/>
                      <a:pt x="180" y="71"/>
                      <a:pt x="181" y="74"/>
                    </a:cubicBezTo>
                    <a:cubicBezTo>
                      <a:pt x="183" y="78"/>
                      <a:pt x="181" y="81"/>
                      <a:pt x="181" y="85"/>
                    </a:cubicBezTo>
                    <a:cubicBezTo>
                      <a:pt x="181" y="86"/>
                      <a:pt x="182" y="87"/>
                      <a:pt x="182" y="88"/>
                    </a:cubicBezTo>
                    <a:cubicBezTo>
                      <a:pt x="182" y="89"/>
                      <a:pt x="181" y="90"/>
                      <a:pt x="181" y="90"/>
                    </a:cubicBezTo>
                    <a:cubicBezTo>
                      <a:pt x="182" y="91"/>
                      <a:pt x="182" y="92"/>
                      <a:pt x="182" y="93"/>
                    </a:cubicBezTo>
                    <a:cubicBezTo>
                      <a:pt x="181" y="95"/>
                      <a:pt x="179" y="93"/>
                      <a:pt x="177" y="93"/>
                    </a:cubicBezTo>
                    <a:cubicBezTo>
                      <a:pt x="175" y="93"/>
                      <a:pt x="175" y="96"/>
                      <a:pt x="176" y="97"/>
                    </a:cubicBezTo>
                    <a:cubicBezTo>
                      <a:pt x="176" y="100"/>
                      <a:pt x="176" y="102"/>
                      <a:pt x="177" y="104"/>
                    </a:cubicBezTo>
                    <a:cubicBezTo>
                      <a:pt x="178" y="105"/>
                      <a:pt x="178" y="106"/>
                      <a:pt x="178" y="108"/>
                    </a:cubicBezTo>
                    <a:cubicBezTo>
                      <a:pt x="179" y="109"/>
                      <a:pt x="178" y="111"/>
                      <a:pt x="178" y="113"/>
                    </a:cubicBezTo>
                    <a:cubicBezTo>
                      <a:pt x="177" y="113"/>
                      <a:pt x="177" y="114"/>
                      <a:pt x="177" y="115"/>
                    </a:cubicBezTo>
                    <a:cubicBezTo>
                      <a:pt x="177" y="116"/>
                      <a:pt x="176" y="117"/>
                      <a:pt x="176" y="118"/>
                    </a:cubicBezTo>
                    <a:cubicBezTo>
                      <a:pt x="176" y="120"/>
                      <a:pt x="177" y="122"/>
                      <a:pt x="177" y="124"/>
                    </a:cubicBezTo>
                    <a:cubicBezTo>
                      <a:pt x="177" y="126"/>
                      <a:pt x="177" y="128"/>
                      <a:pt x="177" y="130"/>
                    </a:cubicBezTo>
                    <a:cubicBezTo>
                      <a:pt x="176" y="132"/>
                      <a:pt x="176" y="133"/>
                      <a:pt x="174" y="134"/>
                    </a:cubicBezTo>
                    <a:cubicBezTo>
                      <a:pt x="172" y="135"/>
                      <a:pt x="171" y="136"/>
                      <a:pt x="171" y="137"/>
                    </a:cubicBezTo>
                    <a:cubicBezTo>
                      <a:pt x="170" y="139"/>
                      <a:pt x="170" y="141"/>
                      <a:pt x="170" y="142"/>
                    </a:cubicBezTo>
                    <a:cubicBezTo>
                      <a:pt x="169" y="144"/>
                      <a:pt x="167" y="144"/>
                      <a:pt x="165" y="145"/>
                    </a:cubicBezTo>
                    <a:cubicBezTo>
                      <a:pt x="164" y="146"/>
                      <a:pt x="162" y="145"/>
                      <a:pt x="161" y="145"/>
                    </a:cubicBezTo>
                    <a:cubicBezTo>
                      <a:pt x="159" y="146"/>
                      <a:pt x="156" y="146"/>
                      <a:pt x="154" y="147"/>
                    </a:cubicBezTo>
                    <a:cubicBezTo>
                      <a:pt x="151" y="147"/>
                      <a:pt x="148" y="146"/>
                      <a:pt x="145" y="147"/>
                    </a:cubicBezTo>
                    <a:cubicBezTo>
                      <a:pt x="143" y="147"/>
                      <a:pt x="141" y="147"/>
                      <a:pt x="139" y="148"/>
                    </a:cubicBezTo>
                    <a:cubicBezTo>
                      <a:pt x="135" y="149"/>
                      <a:pt x="133" y="153"/>
                      <a:pt x="129" y="154"/>
                    </a:cubicBezTo>
                    <a:cubicBezTo>
                      <a:pt x="125" y="155"/>
                      <a:pt x="120" y="155"/>
                      <a:pt x="117" y="154"/>
                    </a:cubicBezTo>
                    <a:cubicBezTo>
                      <a:pt x="115" y="153"/>
                      <a:pt x="114" y="152"/>
                      <a:pt x="113" y="152"/>
                    </a:cubicBezTo>
                    <a:cubicBezTo>
                      <a:pt x="110" y="151"/>
                      <a:pt x="107" y="150"/>
                      <a:pt x="106" y="148"/>
                    </a:cubicBezTo>
                    <a:cubicBezTo>
                      <a:pt x="105" y="147"/>
                      <a:pt x="106" y="146"/>
                      <a:pt x="105" y="145"/>
                    </a:cubicBezTo>
                    <a:cubicBezTo>
                      <a:pt x="104" y="144"/>
                      <a:pt x="102" y="145"/>
                      <a:pt x="101" y="145"/>
                    </a:cubicBezTo>
                    <a:cubicBezTo>
                      <a:pt x="99" y="145"/>
                      <a:pt x="98" y="149"/>
                      <a:pt x="96" y="147"/>
                    </a:cubicBezTo>
                    <a:cubicBezTo>
                      <a:pt x="93" y="146"/>
                      <a:pt x="92" y="142"/>
                      <a:pt x="90" y="140"/>
                    </a:cubicBezTo>
                    <a:cubicBezTo>
                      <a:pt x="89" y="139"/>
                      <a:pt x="88" y="139"/>
                      <a:pt x="87" y="138"/>
                    </a:cubicBezTo>
                    <a:cubicBezTo>
                      <a:pt x="86" y="138"/>
                      <a:pt x="86" y="137"/>
                      <a:pt x="85" y="136"/>
                    </a:cubicBezTo>
                    <a:cubicBezTo>
                      <a:pt x="83" y="135"/>
                      <a:pt x="81" y="136"/>
                      <a:pt x="80" y="137"/>
                    </a:cubicBezTo>
                    <a:cubicBezTo>
                      <a:pt x="78" y="139"/>
                      <a:pt x="78" y="142"/>
                      <a:pt x="75" y="141"/>
                    </a:cubicBezTo>
                    <a:cubicBezTo>
                      <a:pt x="73" y="140"/>
                      <a:pt x="73" y="139"/>
                      <a:pt x="72" y="139"/>
                    </a:cubicBezTo>
                    <a:cubicBezTo>
                      <a:pt x="71" y="138"/>
                      <a:pt x="70" y="138"/>
                      <a:pt x="69" y="138"/>
                    </a:cubicBezTo>
                    <a:cubicBezTo>
                      <a:pt x="66" y="138"/>
                      <a:pt x="64" y="137"/>
                      <a:pt x="61" y="138"/>
                    </a:cubicBezTo>
                    <a:cubicBezTo>
                      <a:pt x="59" y="138"/>
                      <a:pt x="57" y="139"/>
                      <a:pt x="57" y="137"/>
                    </a:cubicBezTo>
                    <a:cubicBezTo>
                      <a:pt x="56" y="134"/>
                      <a:pt x="59" y="132"/>
                      <a:pt x="61" y="130"/>
                    </a:cubicBezTo>
                    <a:cubicBezTo>
                      <a:pt x="62" y="129"/>
                      <a:pt x="63" y="128"/>
                      <a:pt x="64" y="128"/>
                    </a:cubicBezTo>
                    <a:cubicBezTo>
                      <a:pt x="66" y="128"/>
                      <a:pt x="67" y="128"/>
                      <a:pt x="68" y="127"/>
                    </a:cubicBezTo>
                    <a:cubicBezTo>
                      <a:pt x="70" y="125"/>
                      <a:pt x="70" y="122"/>
                      <a:pt x="69" y="121"/>
                    </a:cubicBezTo>
                    <a:cubicBezTo>
                      <a:pt x="67" y="118"/>
                      <a:pt x="66" y="116"/>
                      <a:pt x="63" y="115"/>
                    </a:cubicBezTo>
                    <a:cubicBezTo>
                      <a:pt x="60" y="115"/>
                      <a:pt x="58" y="115"/>
                      <a:pt x="55" y="115"/>
                    </a:cubicBezTo>
                    <a:cubicBezTo>
                      <a:pt x="52" y="116"/>
                      <a:pt x="52" y="112"/>
                      <a:pt x="51" y="110"/>
                    </a:cubicBezTo>
                    <a:cubicBezTo>
                      <a:pt x="50" y="109"/>
                      <a:pt x="48" y="106"/>
                      <a:pt x="46" y="107"/>
                    </a:cubicBezTo>
                    <a:cubicBezTo>
                      <a:pt x="45" y="109"/>
                      <a:pt x="45" y="113"/>
                      <a:pt x="42" y="112"/>
                    </a:cubicBezTo>
                    <a:cubicBezTo>
                      <a:pt x="40" y="112"/>
                      <a:pt x="40" y="108"/>
                      <a:pt x="40" y="106"/>
                    </a:cubicBezTo>
                    <a:cubicBezTo>
                      <a:pt x="40" y="105"/>
                      <a:pt x="40" y="103"/>
                      <a:pt x="39" y="103"/>
                    </a:cubicBezTo>
                    <a:cubicBezTo>
                      <a:pt x="38" y="100"/>
                      <a:pt x="36" y="98"/>
                      <a:pt x="33" y="97"/>
                    </a:cubicBezTo>
                    <a:cubicBezTo>
                      <a:pt x="31" y="97"/>
                      <a:pt x="29" y="95"/>
                      <a:pt x="29" y="93"/>
                    </a:cubicBezTo>
                    <a:cubicBezTo>
                      <a:pt x="29" y="90"/>
                      <a:pt x="29" y="88"/>
                      <a:pt x="29" y="85"/>
                    </a:cubicBezTo>
                    <a:cubicBezTo>
                      <a:pt x="29" y="82"/>
                      <a:pt x="29" y="79"/>
                      <a:pt x="30" y="76"/>
                    </a:cubicBezTo>
                    <a:cubicBezTo>
                      <a:pt x="30" y="73"/>
                      <a:pt x="30" y="70"/>
                      <a:pt x="29" y="67"/>
                    </a:cubicBezTo>
                    <a:cubicBezTo>
                      <a:pt x="28" y="64"/>
                      <a:pt x="28" y="61"/>
                      <a:pt x="26" y="6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5" name="Freeform 1954">
                <a:extLst>
                  <a:ext uri="{FF2B5EF4-FFF2-40B4-BE49-F238E27FC236}">
                    <a16:creationId xmlns:a16="http://schemas.microsoft.com/office/drawing/2014/main" id="{9C021376-0C7E-6E4F-9665-81587DF34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104"/>
                <a:ext cx="7" cy="7"/>
              </a:xfrm>
              <a:custGeom>
                <a:avLst/>
                <a:gdLst>
                  <a:gd name="T0" fmla="*/ 4 w 18"/>
                  <a:gd name="T1" fmla="*/ 10 h 18"/>
                  <a:gd name="T2" fmla="*/ 1 w 18"/>
                  <a:gd name="T3" fmla="*/ 8 h 18"/>
                  <a:gd name="T4" fmla="*/ 3 w 18"/>
                  <a:gd name="T5" fmla="*/ 1 h 18"/>
                  <a:gd name="T6" fmla="*/ 7 w 18"/>
                  <a:gd name="T7" fmla="*/ 1 h 18"/>
                  <a:gd name="T8" fmla="*/ 9 w 18"/>
                  <a:gd name="T9" fmla="*/ 0 h 18"/>
                  <a:gd name="T10" fmla="*/ 14 w 18"/>
                  <a:gd name="T11" fmla="*/ 1 h 18"/>
                  <a:gd name="T12" fmla="*/ 17 w 18"/>
                  <a:gd name="T13" fmla="*/ 8 h 18"/>
                  <a:gd name="T14" fmla="*/ 18 w 18"/>
                  <a:gd name="T15" fmla="*/ 13 h 18"/>
                  <a:gd name="T16" fmla="*/ 11 w 18"/>
                  <a:gd name="T17" fmla="*/ 18 h 18"/>
                  <a:gd name="T18" fmla="*/ 7 w 18"/>
                  <a:gd name="T19" fmla="*/ 16 h 18"/>
                  <a:gd name="T20" fmla="*/ 4 w 18"/>
                  <a:gd name="T21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8">
                    <a:moveTo>
                      <a:pt x="4" y="10"/>
                    </a:moveTo>
                    <a:cubicBezTo>
                      <a:pt x="3" y="10"/>
                      <a:pt x="2" y="9"/>
                      <a:pt x="1" y="8"/>
                    </a:cubicBezTo>
                    <a:cubicBezTo>
                      <a:pt x="1" y="5"/>
                      <a:pt x="0" y="2"/>
                      <a:pt x="3" y="1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8" y="1"/>
                      <a:pt x="8" y="0"/>
                      <a:pt x="9" y="0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7" y="2"/>
                      <a:pt x="16" y="5"/>
                      <a:pt x="17" y="8"/>
                    </a:cubicBezTo>
                    <a:cubicBezTo>
                      <a:pt x="18" y="9"/>
                      <a:pt x="18" y="11"/>
                      <a:pt x="18" y="13"/>
                    </a:cubicBezTo>
                    <a:cubicBezTo>
                      <a:pt x="17" y="17"/>
                      <a:pt x="14" y="17"/>
                      <a:pt x="11" y="18"/>
                    </a:cubicBezTo>
                    <a:cubicBezTo>
                      <a:pt x="9" y="18"/>
                      <a:pt x="8" y="17"/>
                      <a:pt x="7" y="16"/>
                    </a:cubicBezTo>
                    <a:cubicBezTo>
                      <a:pt x="7" y="14"/>
                      <a:pt x="5" y="12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6" name="Freeform 1955">
                <a:extLst>
                  <a:ext uri="{FF2B5EF4-FFF2-40B4-BE49-F238E27FC236}">
                    <a16:creationId xmlns:a16="http://schemas.microsoft.com/office/drawing/2014/main" id="{32CA477E-6687-9F4F-9D42-5F822092B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097"/>
                <a:ext cx="9" cy="16"/>
              </a:xfrm>
              <a:custGeom>
                <a:avLst/>
                <a:gdLst>
                  <a:gd name="T0" fmla="*/ 11 w 22"/>
                  <a:gd name="T1" fmla="*/ 24 h 38"/>
                  <a:gd name="T2" fmla="*/ 11 w 22"/>
                  <a:gd name="T3" fmla="*/ 23 h 38"/>
                  <a:gd name="T4" fmla="*/ 10 w 22"/>
                  <a:gd name="T5" fmla="*/ 20 h 38"/>
                  <a:gd name="T6" fmla="*/ 6 w 22"/>
                  <a:gd name="T7" fmla="*/ 18 h 38"/>
                  <a:gd name="T8" fmla="*/ 4 w 22"/>
                  <a:gd name="T9" fmla="*/ 14 h 38"/>
                  <a:gd name="T10" fmla="*/ 2 w 22"/>
                  <a:gd name="T11" fmla="*/ 10 h 38"/>
                  <a:gd name="T12" fmla="*/ 1 w 22"/>
                  <a:gd name="T13" fmla="*/ 7 h 38"/>
                  <a:gd name="T14" fmla="*/ 4 w 22"/>
                  <a:gd name="T15" fmla="*/ 1 h 38"/>
                  <a:gd name="T16" fmla="*/ 12 w 22"/>
                  <a:gd name="T17" fmla="*/ 3 h 38"/>
                  <a:gd name="T18" fmla="*/ 15 w 22"/>
                  <a:gd name="T19" fmla="*/ 11 h 38"/>
                  <a:gd name="T20" fmla="*/ 20 w 22"/>
                  <a:gd name="T21" fmla="*/ 17 h 38"/>
                  <a:gd name="T22" fmla="*/ 22 w 22"/>
                  <a:gd name="T23" fmla="*/ 26 h 38"/>
                  <a:gd name="T24" fmla="*/ 21 w 22"/>
                  <a:gd name="T25" fmla="*/ 30 h 38"/>
                  <a:gd name="T26" fmla="*/ 20 w 22"/>
                  <a:gd name="T27" fmla="*/ 34 h 38"/>
                  <a:gd name="T28" fmla="*/ 11 w 22"/>
                  <a:gd name="T29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38">
                    <a:moveTo>
                      <a:pt x="11" y="24"/>
                    </a:moveTo>
                    <a:cubicBezTo>
                      <a:pt x="11" y="24"/>
                      <a:pt x="10" y="23"/>
                      <a:pt x="11" y="23"/>
                    </a:cubicBezTo>
                    <a:cubicBezTo>
                      <a:pt x="10" y="22"/>
                      <a:pt x="10" y="21"/>
                      <a:pt x="10" y="20"/>
                    </a:cubicBezTo>
                    <a:cubicBezTo>
                      <a:pt x="9" y="19"/>
                      <a:pt x="7" y="19"/>
                      <a:pt x="6" y="18"/>
                    </a:cubicBezTo>
                    <a:cubicBezTo>
                      <a:pt x="5" y="17"/>
                      <a:pt x="4" y="16"/>
                      <a:pt x="4" y="14"/>
                    </a:cubicBezTo>
                    <a:cubicBezTo>
                      <a:pt x="3" y="13"/>
                      <a:pt x="3" y="11"/>
                      <a:pt x="2" y="10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5"/>
                      <a:pt x="2" y="2"/>
                      <a:pt x="4" y="1"/>
                    </a:cubicBezTo>
                    <a:cubicBezTo>
                      <a:pt x="6" y="0"/>
                      <a:pt x="10" y="1"/>
                      <a:pt x="12" y="3"/>
                    </a:cubicBezTo>
                    <a:cubicBezTo>
                      <a:pt x="14" y="5"/>
                      <a:pt x="13" y="9"/>
                      <a:pt x="15" y="11"/>
                    </a:cubicBezTo>
                    <a:cubicBezTo>
                      <a:pt x="16" y="13"/>
                      <a:pt x="19" y="15"/>
                      <a:pt x="20" y="17"/>
                    </a:cubicBezTo>
                    <a:cubicBezTo>
                      <a:pt x="21" y="20"/>
                      <a:pt x="22" y="23"/>
                      <a:pt x="22" y="26"/>
                    </a:cubicBezTo>
                    <a:cubicBezTo>
                      <a:pt x="22" y="27"/>
                      <a:pt x="22" y="28"/>
                      <a:pt x="21" y="30"/>
                    </a:cubicBezTo>
                    <a:cubicBezTo>
                      <a:pt x="21" y="31"/>
                      <a:pt x="21" y="33"/>
                      <a:pt x="20" y="34"/>
                    </a:cubicBezTo>
                    <a:cubicBezTo>
                      <a:pt x="16" y="38"/>
                      <a:pt x="12" y="26"/>
                      <a:pt x="11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7" name="Freeform 1956">
                <a:extLst>
                  <a:ext uri="{FF2B5EF4-FFF2-40B4-BE49-F238E27FC236}">
                    <a16:creationId xmlns:a16="http://schemas.microsoft.com/office/drawing/2014/main" id="{1307F1A3-C17D-6B46-97DF-8F481A85D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117"/>
                <a:ext cx="3" cy="4"/>
              </a:xfrm>
              <a:custGeom>
                <a:avLst/>
                <a:gdLst>
                  <a:gd name="T0" fmla="*/ 4 w 9"/>
                  <a:gd name="T1" fmla="*/ 5 h 10"/>
                  <a:gd name="T2" fmla="*/ 5 w 9"/>
                  <a:gd name="T3" fmla="*/ 2 h 10"/>
                  <a:gd name="T4" fmla="*/ 8 w 9"/>
                  <a:gd name="T5" fmla="*/ 2 h 10"/>
                  <a:gd name="T6" fmla="*/ 8 w 9"/>
                  <a:gd name="T7" fmla="*/ 7 h 10"/>
                  <a:gd name="T8" fmla="*/ 2 w 9"/>
                  <a:gd name="T9" fmla="*/ 9 h 10"/>
                  <a:gd name="T10" fmla="*/ 4 w 9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4" y="5"/>
                    </a:moveTo>
                    <a:cubicBezTo>
                      <a:pt x="5" y="4"/>
                      <a:pt x="5" y="3"/>
                      <a:pt x="5" y="2"/>
                    </a:cubicBezTo>
                    <a:cubicBezTo>
                      <a:pt x="5" y="0"/>
                      <a:pt x="7" y="0"/>
                      <a:pt x="8" y="2"/>
                    </a:cubicBezTo>
                    <a:cubicBezTo>
                      <a:pt x="8" y="4"/>
                      <a:pt x="9" y="6"/>
                      <a:pt x="8" y="7"/>
                    </a:cubicBezTo>
                    <a:cubicBezTo>
                      <a:pt x="7" y="8"/>
                      <a:pt x="3" y="10"/>
                      <a:pt x="2" y="9"/>
                    </a:cubicBezTo>
                    <a:cubicBezTo>
                      <a:pt x="0" y="7"/>
                      <a:pt x="3" y="5"/>
                      <a:pt x="4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8" name="Freeform 1957">
                <a:extLst>
                  <a:ext uri="{FF2B5EF4-FFF2-40B4-BE49-F238E27FC236}">
                    <a16:creationId xmlns:a16="http://schemas.microsoft.com/office/drawing/2014/main" id="{91E7166F-F320-7749-81D6-68CF60F86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127"/>
                <a:ext cx="9" cy="16"/>
              </a:xfrm>
              <a:custGeom>
                <a:avLst/>
                <a:gdLst>
                  <a:gd name="T0" fmla="*/ 4 w 22"/>
                  <a:gd name="T1" fmla="*/ 12 h 38"/>
                  <a:gd name="T2" fmla="*/ 5 w 22"/>
                  <a:gd name="T3" fmla="*/ 8 h 38"/>
                  <a:gd name="T4" fmla="*/ 4 w 22"/>
                  <a:gd name="T5" fmla="*/ 8 h 38"/>
                  <a:gd name="T6" fmla="*/ 4 w 22"/>
                  <a:gd name="T7" fmla="*/ 6 h 38"/>
                  <a:gd name="T8" fmla="*/ 6 w 22"/>
                  <a:gd name="T9" fmla="*/ 2 h 38"/>
                  <a:gd name="T10" fmla="*/ 10 w 22"/>
                  <a:gd name="T11" fmla="*/ 0 h 38"/>
                  <a:gd name="T12" fmla="*/ 14 w 22"/>
                  <a:gd name="T13" fmla="*/ 1 h 38"/>
                  <a:gd name="T14" fmla="*/ 17 w 22"/>
                  <a:gd name="T15" fmla="*/ 3 h 38"/>
                  <a:gd name="T16" fmla="*/ 21 w 22"/>
                  <a:gd name="T17" fmla="*/ 4 h 38"/>
                  <a:gd name="T18" fmla="*/ 21 w 22"/>
                  <a:gd name="T19" fmla="*/ 10 h 38"/>
                  <a:gd name="T20" fmla="*/ 21 w 22"/>
                  <a:gd name="T21" fmla="*/ 16 h 38"/>
                  <a:gd name="T22" fmla="*/ 19 w 22"/>
                  <a:gd name="T23" fmla="*/ 21 h 38"/>
                  <a:gd name="T24" fmla="*/ 18 w 22"/>
                  <a:gd name="T25" fmla="*/ 25 h 38"/>
                  <a:gd name="T26" fmla="*/ 16 w 22"/>
                  <a:gd name="T27" fmla="*/ 32 h 38"/>
                  <a:gd name="T28" fmla="*/ 10 w 22"/>
                  <a:gd name="T29" fmla="*/ 37 h 38"/>
                  <a:gd name="T30" fmla="*/ 3 w 22"/>
                  <a:gd name="T31" fmla="*/ 36 h 38"/>
                  <a:gd name="T32" fmla="*/ 1 w 22"/>
                  <a:gd name="T33" fmla="*/ 33 h 38"/>
                  <a:gd name="T34" fmla="*/ 0 w 22"/>
                  <a:gd name="T35" fmla="*/ 28 h 38"/>
                  <a:gd name="T36" fmla="*/ 0 w 22"/>
                  <a:gd name="T37" fmla="*/ 23 h 38"/>
                  <a:gd name="T38" fmla="*/ 2 w 22"/>
                  <a:gd name="T39" fmla="*/ 20 h 38"/>
                  <a:gd name="T40" fmla="*/ 4 w 22"/>
                  <a:gd name="T41" fmla="*/ 1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8">
                    <a:moveTo>
                      <a:pt x="4" y="12"/>
                    </a:moveTo>
                    <a:cubicBezTo>
                      <a:pt x="4" y="11"/>
                      <a:pt x="5" y="9"/>
                      <a:pt x="5" y="8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6"/>
                      <a:pt x="4" y="6"/>
                    </a:cubicBezTo>
                    <a:cubicBezTo>
                      <a:pt x="5" y="5"/>
                      <a:pt x="5" y="3"/>
                      <a:pt x="6" y="2"/>
                    </a:cubicBezTo>
                    <a:cubicBezTo>
                      <a:pt x="7" y="1"/>
                      <a:pt x="9" y="0"/>
                      <a:pt x="10" y="0"/>
                    </a:cubicBezTo>
                    <a:cubicBezTo>
                      <a:pt x="11" y="0"/>
                      <a:pt x="13" y="0"/>
                      <a:pt x="14" y="1"/>
                    </a:cubicBezTo>
                    <a:cubicBezTo>
                      <a:pt x="15" y="1"/>
                      <a:pt x="16" y="2"/>
                      <a:pt x="17" y="3"/>
                    </a:cubicBezTo>
                    <a:cubicBezTo>
                      <a:pt x="19" y="3"/>
                      <a:pt x="20" y="3"/>
                      <a:pt x="21" y="4"/>
                    </a:cubicBezTo>
                    <a:cubicBezTo>
                      <a:pt x="22" y="6"/>
                      <a:pt x="21" y="8"/>
                      <a:pt x="21" y="10"/>
                    </a:cubicBezTo>
                    <a:cubicBezTo>
                      <a:pt x="22" y="12"/>
                      <a:pt x="21" y="14"/>
                      <a:pt x="21" y="16"/>
                    </a:cubicBezTo>
                    <a:cubicBezTo>
                      <a:pt x="20" y="18"/>
                      <a:pt x="20" y="19"/>
                      <a:pt x="19" y="21"/>
                    </a:cubicBezTo>
                    <a:cubicBezTo>
                      <a:pt x="18" y="22"/>
                      <a:pt x="18" y="23"/>
                      <a:pt x="18" y="25"/>
                    </a:cubicBezTo>
                    <a:cubicBezTo>
                      <a:pt x="17" y="27"/>
                      <a:pt x="17" y="30"/>
                      <a:pt x="16" y="32"/>
                    </a:cubicBezTo>
                    <a:cubicBezTo>
                      <a:pt x="15" y="35"/>
                      <a:pt x="12" y="37"/>
                      <a:pt x="10" y="37"/>
                    </a:cubicBezTo>
                    <a:cubicBezTo>
                      <a:pt x="7" y="38"/>
                      <a:pt x="6" y="36"/>
                      <a:pt x="3" y="36"/>
                    </a:cubicBezTo>
                    <a:cubicBezTo>
                      <a:pt x="1" y="35"/>
                      <a:pt x="1" y="35"/>
                      <a:pt x="1" y="33"/>
                    </a:cubicBezTo>
                    <a:cubicBezTo>
                      <a:pt x="1" y="31"/>
                      <a:pt x="0" y="29"/>
                      <a:pt x="0" y="28"/>
                    </a:cubicBezTo>
                    <a:cubicBezTo>
                      <a:pt x="0" y="26"/>
                      <a:pt x="0" y="25"/>
                      <a:pt x="0" y="23"/>
                    </a:cubicBezTo>
                    <a:cubicBezTo>
                      <a:pt x="1" y="22"/>
                      <a:pt x="2" y="21"/>
                      <a:pt x="2" y="20"/>
                    </a:cubicBezTo>
                    <a:cubicBezTo>
                      <a:pt x="4" y="17"/>
                      <a:pt x="4" y="15"/>
                      <a:pt x="4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9" name="Freeform 1958">
                <a:extLst>
                  <a:ext uri="{FF2B5EF4-FFF2-40B4-BE49-F238E27FC236}">
                    <a16:creationId xmlns:a16="http://schemas.microsoft.com/office/drawing/2014/main" id="{0B29FF72-7F93-B749-B663-1A87541E5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964"/>
                <a:ext cx="196" cy="210"/>
              </a:xfrm>
              <a:custGeom>
                <a:avLst/>
                <a:gdLst>
                  <a:gd name="T0" fmla="*/ 459 w 481"/>
                  <a:gd name="T1" fmla="*/ 157 h 514"/>
                  <a:gd name="T2" fmla="*/ 433 w 481"/>
                  <a:gd name="T3" fmla="*/ 196 h 514"/>
                  <a:gd name="T4" fmla="*/ 424 w 481"/>
                  <a:gd name="T5" fmla="*/ 176 h 514"/>
                  <a:gd name="T6" fmla="*/ 405 w 481"/>
                  <a:gd name="T7" fmla="*/ 196 h 514"/>
                  <a:gd name="T8" fmla="*/ 378 w 481"/>
                  <a:gd name="T9" fmla="*/ 177 h 514"/>
                  <a:gd name="T10" fmla="*/ 393 w 481"/>
                  <a:gd name="T11" fmla="*/ 153 h 514"/>
                  <a:gd name="T12" fmla="*/ 363 w 481"/>
                  <a:gd name="T13" fmla="*/ 179 h 514"/>
                  <a:gd name="T14" fmla="*/ 360 w 481"/>
                  <a:gd name="T15" fmla="*/ 240 h 514"/>
                  <a:gd name="T16" fmla="*/ 342 w 481"/>
                  <a:gd name="T17" fmla="*/ 260 h 514"/>
                  <a:gd name="T18" fmla="*/ 318 w 481"/>
                  <a:gd name="T19" fmla="*/ 251 h 514"/>
                  <a:gd name="T20" fmla="*/ 319 w 481"/>
                  <a:gd name="T21" fmla="*/ 261 h 514"/>
                  <a:gd name="T22" fmla="*/ 318 w 481"/>
                  <a:gd name="T23" fmla="*/ 288 h 514"/>
                  <a:gd name="T24" fmla="*/ 272 w 481"/>
                  <a:gd name="T25" fmla="*/ 289 h 514"/>
                  <a:gd name="T26" fmla="*/ 268 w 481"/>
                  <a:gd name="T27" fmla="*/ 310 h 514"/>
                  <a:gd name="T28" fmla="*/ 258 w 481"/>
                  <a:gd name="T29" fmla="*/ 335 h 514"/>
                  <a:gd name="T30" fmla="*/ 208 w 481"/>
                  <a:gd name="T31" fmla="*/ 304 h 514"/>
                  <a:gd name="T32" fmla="*/ 179 w 481"/>
                  <a:gd name="T33" fmla="*/ 250 h 514"/>
                  <a:gd name="T34" fmla="*/ 183 w 481"/>
                  <a:gd name="T35" fmla="*/ 286 h 514"/>
                  <a:gd name="T36" fmla="*/ 195 w 481"/>
                  <a:gd name="T37" fmla="*/ 327 h 514"/>
                  <a:gd name="T38" fmla="*/ 185 w 481"/>
                  <a:gd name="T39" fmla="*/ 361 h 514"/>
                  <a:gd name="T40" fmla="*/ 223 w 481"/>
                  <a:gd name="T41" fmla="*/ 358 h 514"/>
                  <a:gd name="T42" fmla="*/ 235 w 481"/>
                  <a:gd name="T43" fmla="*/ 397 h 514"/>
                  <a:gd name="T44" fmla="*/ 237 w 481"/>
                  <a:gd name="T45" fmla="*/ 402 h 514"/>
                  <a:gd name="T46" fmla="*/ 247 w 481"/>
                  <a:gd name="T47" fmla="*/ 424 h 514"/>
                  <a:gd name="T48" fmla="*/ 215 w 481"/>
                  <a:gd name="T49" fmla="*/ 433 h 514"/>
                  <a:gd name="T50" fmla="*/ 222 w 481"/>
                  <a:gd name="T51" fmla="*/ 453 h 514"/>
                  <a:gd name="T52" fmla="*/ 236 w 481"/>
                  <a:gd name="T53" fmla="*/ 460 h 514"/>
                  <a:gd name="T54" fmla="*/ 257 w 481"/>
                  <a:gd name="T55" fmla="*/ 492 h 514"/>
                  <a:gd name="T56" fmla="*/ 241 w 481"/>
                  <a:gd name="T57" fmla="*/ 493 h 514"/>
                  <a:gd name="T58" fmla="*/ 172 w 481"/>
                  <a:gd name="T59" fmla="*/ 501 h 514"/>
                  <a:gd name="T60" fmla="*/ 82 w 481"/>
                  <a:gd name="T61" fmla="*/ 458 h 514"/>
                  <a:gd name="T62" fmla="*/ 81 w 481"/>
                  <a:gd name="T63" fmla="*/ 376 h 514"/>
                  <a:gd name="T64" fmla="*/ 51 w 481"/>
                  <a:gd name="T65" fmla="*/ 324 h 514"/>
                  <a:gd name="T66" fmla="*/ 30 w 481"/>
                  <a:gd name="T67" fmla="*/ 323 h 514"/>
                  <a:gd name="T68" fmla="*/ 10 w 481"/>
                  <a:gd name="T69" fmla="*/ 280 h 514"/>
                  <a:gd name="T70" fmla="*/ 20 w 481"/>
                  <a:gd name="T71" fmla="*/ 202 h 514"/>
                  <a:gd name="T72" fmla="*/ 32 w 481"/>
                  <a:gd name="T73" fmla="*/ 230 h 514"/>
                  <a:gd name="T74" fmla="*/ 56 w 481"/>
                  <a:gd name="T75" fmla="*/ 220 h 514"/>
                  <a:gd name="T76" fmla="*/ 44 w 481"/>
                  <a:gd name="T77" fmla="*/ 173 h 514"/>
                  <a:gd name="T78" fmla="*/ 33 w 481"/>
                  <a:gd name="T79" fmla="*/ 149 h 514"/>
                  <a:gd name="T80" fmla="*/ 25 w 481"/>
                  <a:gd name="T81" fmla="*/ 187 h 514"/>
                  <a:gd name="T82" fmla="*/ 26 w 481"/>
                  <a:gd name="T83" fmla="*/ 125 h 514"/>
                  <a:gd name="T84" fmla="*/ 44 w 481"/>
                  <a:gd name="T85" fmla="*/ 106 h 514"/>
                  <a:gd name="T86" fmla="*/ 49 w 481"/>
                  <a:gd name="T87" fmla="*/ 97 h 514"/>
                  <a:gd name="T88" fmla="*/ 33 w 481"/>
                  <a:gd name="T89" fmla="*/ 84 h 514"/>
                  <a:gd name="T90" fmla="*/ 48 w 481"/>
                  <a:gd name="T91" fmla="*/ 18 h 514"/>
                  <a:gd name="T92" fmla="*/ 70 w 481"/>
                  <a:gd name="T93" fmla="*/ 48 h 514"/>
                  <a:gd name="T94" fmla="*/ 108 w 481"/>
                  <a:gd name="T95" fmla="*/ 53 h 514"/>
                  <a:gd name="T96" fmla="*/ 130 w 481"/>
                  <a:gd name="T97" fmla="*/ 72 h 514"/>
                  <a:gd name="T98" fmla="*/ 141 w 481"/>
                  <a:gd name="T99" fmla="*/ 31 h 514"/>
                  <a:gd name="T100" fmla="*/ 164 w 481"/>
                  <a:gd name="T101" fmla="*/ 4 h 514"/>
                  <a:gd name="T102" fmla="*/ 205 w 481"/>
                  <a:gd name="T103" fmla="*/ 18 h 514"/>
                  <a:gd name="T104" fmla="*/ 201 w 481"/>
                  <a:gd name="T105" fmla="*/ 51 h 514"/>
                  <a:gd name="T106" fmla="*/ 225 w 481"/>
                  <a:gd name="T107" fmla="*/ 60 h 514"/>
                  <a:gd name="T108" fmla="*/ 259 w 481"/>
                  <a:gd name="T109" fmla="*/ 26 h 514"/>
                  <a:gd name="T110" fmla="*/ 299 w 481"/>
                  <a:gd name="T111" fmla="*/ 75 h 514"/>
                  <a:gd name="T112" fmla="*/ 348 w 481"/>
                  <a:gd name="T113" fmla="*/ 44 h 514"/>
                  <a:gd name="T114" fmla="*/ 374 w 481"/>
                  <a:gd name="T115" fmla="*/ 74 h 514"/>
                  <a:gd name="T116" fmla="*/ 373 w 481"/>
                  <a:gd name="T117" fmla="*/ 101 h 514"/>
                  <a:gd name="T118" fmla="*/ 378 w 481"/>
                  <a:gd name="T119" fmla="*/ 78 h 514"/>
                  <a:gd name="T120" fmla="*/ 395 w 481"/>
                  <a:gd name="T121" fmla="*/ 84 h 514"/>
                  <a:gd name="T122" fmla="*/ 425 w 481"/>
                  <a:gd name="T123" fmla="*/ 93 h 514"/>
                  <a:gd name="T124" fmla="*/ 475 w 481"/>
                  <a:gd name="T125" fmla="*/ 114 h 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514">
                    <a:moveTo>
                      <a:pt x="481" y="121"/>
                    </a:moveTo>
                    <a:cubicBezTo>
                      <a:pt x="481" y="124"/>
                      <a:pt x="478" y="125"/>
                      <a:pt x="476" y="127"/>
                    </a:cubicBezTo>
                    <a:cubicBezTo>
                      <a:pt x="475" y="128"/>
                      <a:pt x="474" y="129"/>
                      <a:pt x="474" y="131"/>
                    </a:cubicBezTo>
                    <a:cubicBezTo>
                      <a:pt x="473" y="133"/>
                      <a:pt x="473" y="134"/>
                      <a:pt x="473" y="136"/>
                    </a:cubicBezTo>
                    <a:cubicBezTo>
                      <a:pt x="472" y="138"/>
                      <a:pt x="473" y="141"/>
                      <a:pt x="472" y="143"/>
                    </a:cubicBezTo>
                    <a:cubicBezTo>
                      <a:pt x="471" y="146"/>
                      <a:pt x="469" y="149"/>
                      <a:pt x="467" y="151"/>
                    </a:cubicBezTo>
                    <a:cubicBezTo>
                      <a:pt x="465" y="154"/>
                      <a:pt x="462" y="156"/>
                      <a:pt x="459" y="157"/>
                    </a:cubicBezTo>
                    <a:cubicBezTo>
                      <a:pt x="457" y="158"/>
                      <a:pt x="455" y="160"/>
                      <a:pt x="453" y="162"/>
                    </a:cubicBezTo>
                    <a:cubicBezTo>
                      <a:pt x="452" y="164"/>
                      <a:pt x="451" y="167"/>
                      <a:pt x="450" y="169"/>
                    </a:cubicBezTo>
                    <a:cubicBezTo>
                      <a:pt x="449" y="170"/>
                      <a:pt x="448" y="170"/>
                      <a:pt x="447" y="171"/>
                    </a:cubicBezTo>
                    <a:cubicBezTo>
                      <a:pt x="447" y="172"/>
                      <a:pt x="447" y="172"/>
                      <a:pt x="447" y="172"/>
                    </a:cubicBezTo>
                    <a:cubicBezTo>
                      <a:pt x="445" y="175"/>
                      <a:pt x="439" y="176"/>
                      <a:pt x="439" y="180"/>
                    </a:cubicBezTo>
                    <a:cubicBezTo>
                      <a:pt x="439" y="184"/>
                      <a:pt x="439" y="189"/>
                      <a:pt x="438" y="193"/>
                    </a:cubicBezTo>
                    <a:cubicBezTo>
                      <a:pt x="437" y="196"/>
                      <a:pt x="435" y="197"/>
                      <a:pt x="433" y="196"/>
                    </a:cubicBezTo>
                    <a:cubicBezTo>
                      <a:pt x="430" y="196"/>
                      <a:pt x="430" y="195"/>
                      <a:pt x="428" y="193"/>
                    </a:cubicBezTo>
                    <a:cubicBezTo>
                      <a:pt x="427" y="192"/>
                      <a:pt x="425" y="192"/>
                      <a:pt x="424" y="190"/>
                    </a:cubicBezTo>
                    <a:cubicBezTo>
                      <a:pt x="424" y="187"/>
                      <a:pt x="426" y="185"/>
                      <a:pt x="427" y="183"/>
                    </a:cubicBezTo>
                    <a:cubicBezTo>
                      <a:pt x="428" y="182"/>
                      <a:pt x="429" y="180"/>
                      <a:pt x="429" y="179"/>
                    </a:cubicBezTo>
                    <a:cubicBezTo>
                      <a:pt x="429" y="178"/>
                      <a:pt x="429" y="177"/>
                      <a:pt x="428" y="176"/>
                    </a:cubicBezTo>
                    <a:cubicBezTo>
                      <a:pt x="427" y="176"/>
                      <a:pt x="427" y="175"/>
                      <a:pt x="426" y="175"/>
                    </a:cubicBezTo>
                    <a:cubicBezTo>
                      <a:pt x="425" y="174"/>
                      <a:pt x="424" y="176"/>
                      <a:pt x="424" y="176"/>
                    </a:cubicBezTo>
                    <a:cubicBezTo>
                      <a:pt x="422" y="178"/>
                      <a:pt x="420" y="178"/>
                      <a:pt x="418" y="180"/>
                    </a:cubicBezTo>
                    <a:cubicBezTo>
                      <a:pt x="416" y="181"/>
                      <a:pt x="414" y="183"/>
                      <a:pt x="412" y="185"/>
                    </a:cubicBezTo>
                    <a:cubicBezTo>
                      <a:pt x="413" y="186"/>
                      <a:pt x="413" y="188"/>
                      <a:pt x="413" y="189"/>
                    </a:cubicBezTo>
                    <a:cubicBezTo>
                      <a:pt x="413" y="192"/>
                      <a:pt x="413" y="194"/>
                      <a:pt x="413" y="197"/>
                    </a:cubicBezTo>
                    <a:cubicBezTo>
                      <a:pt x="412" y="198"/>
                      <a:pt x="412" y="201"/>
                      <a:pt x="410" y="201"/>
                    </a:cubicBezTo>
                    <a:cubicBezTo>
                      <a:pt x="409" y="201"/>
                      <a:pt x="408" y="199"/>
                      <a:pt x="407" y="198"/>
                    </a:cubicBezTo>
                    <a:cubicBezTo>
                      <a:pt x="407" y="197"/>
                      <a:pt x="405" y="197"/>
                      <a:pt x="405" y="196"/>
                    </a:cubicBezTo>
                    <a:cubicBezTo>
                      <a:pt x="403" y="192"/>
                      <a:pt x="408" y="189"/>
                      <a:pt x="406" y="186"/>
                    </a:cubicBezTo>
                    <a:cubicBezTo>
                      <a:pt x="405" y="185"/>
                      <a:pt x="403" y="185"/>
                      <a:pt x="401" y="185"/>
                    </a:cubicBezTo>
                    <a:cubicBezTo>
                      <a:pt x="399" y="185"/>
                      <a:pt x="397" y="185"/>
                      <a:pt x="395" y="185"/>
                    </a:cubicBezTo>
                    <a:cubicBezTo>
                      <a:pt x="394" y="185"/>
                      <a:pt x="392" y="185"/>
                      <a:pt x="391" y="185"/>
                    </a:cubicBezTo>
                    <a:cubicBezTo>
                      <a:pt x="388" y="185"/>
                      <a:pt x="386" y="185"/>
                      <a:pt x="384" y="185"/>
                    </a:cubicBezTo>
                    <a:cubicBezTo>
                      <a:pt x="382" y="185"/>
                      <a:pt x="382" y="183"/>
                      <a:pt x="381" y="181"/>
                    </a:cubicBezTo>
                    <a:cubicBezTo>
                      <a:pt x="380" y="180"/>
                      <a:pt x="378" y="179"/>
                      <a:pt x="378" y="177"/>
                    </a:cubicBezTo>
                    <a:cubicBezTo>
                      <a:pt x="378" y="176"/>
                      <a:pt x="380" y="175"/>
                      <a:pt x="381" y="175"/>
                    </a:cubicBezTo>
                    <a:cubicBezTo>
                      <a:pt x="383" y="174"/>
                      <a:pt x="385" y="174"/>
                      <a:pt x="386" y="174"/>
                    </a:cubicBezTo>
                    <a:cubicBezTo>
                      <a:pt x="388" y="174"/>
                      <a:pt x="390" y="175"/>
                      <a:pt x="392" y="174"/>
                    </a:cubicBezTo>
                    <a:cubicBezTo>
                      <a:pt x="394" y="174"/>
                      <a:pt x="395" y="173"/>
                      <a:pt x="395" y="172"/>
                    </a:cubicBezTo>
                    <a:cubicBezTo>
                      <a:pt x="396" y="170"/>
                      <a:pt x="396" y="169"/>
                      <a:pt x="397" y="167"/>
                    </a:cubicBezTo>
                    <a:cubicBezTo>
                      <a:pt x="399" y="166"/>
                      <a:pt x="406" y="160"/>
                      <a:pt x="402" y="158"/>
                    </a:cubicBezTo>
                    <a:cubicBezTo>
                      <a:pt x="399" y="157"/>
                      <a:pt x="395" y="157"/>
                      <a:pt x="393" y="153"/>
                    </a:cubicBezTo>
                    <a:cubicBezTo>
                      <a:pt x="392" y="153"/>
                      <a:pt x="391" y="153"/>
                      <a:pt x="390" y="154"/>
                    </a:cubicBezTo>
                    <a:cubicBezTo>
                      <a:pt x="389" y="155"/>
                      <a:pt x="388" y="156"/>
                      <a:pt x="387" y="157"/>
                    </a:cubicBezTo>
                    <a:cubicBezTo>
                      <a:pt x="386" y="159"/>
                      <a:pt x="383" y="161"/>
                      <a:pt x="381" y="163"/>
                    </a:cubicBezTo>
                    <a:cubicBezTo>
                      <a:pt x="378" y="166"/>
                      <a:pt x="375" y="168"/>
                      <a:pt x="373" y="171"/>
                    </a:cubicBezTo>
                    <a:cubicBezTo>
                      <a:pt x="371" y="172"/>
                      <a:pt x="370" y="174"/>
                      <a:pt x="368" y="176"/>
                    </a:cubicBezTo>
                    <a:cubicBezTo>
                      <a:pt x="367" y="177"/>
                      <a:pt x="366" y="177"/>
                      <a:pt x="365" y="178"/>
                    </a:cubicBezTo>
                    <a:cubicBezTo>
                      <a:pt x="364" y="178"/>
                      <a:pt x="363" y="179"/>
                      <a:pt x="363" y="179"/>
                    </a:cubicBezTo>
                    <a:cubicBezTo>
                      <a:pt x="361" y="180"/>
                      <a:pt x="359" y="184"/>
                      <a:pt x="359" y="186"/>
                    </a:cubicBezTo>
                    <a:cubicBezTo>
                      <a:pt x="359" y="187"/>
                      <a:pt x="359" y="188"/>
                      <a:pt x="359" y="190"/>
                    </a:cubicBezTo>
                    <a:cubicBezTo>
                      <a:pt x="360" y="192"/>
                      <a:pt x="361" y="195"/>
                      <a:pt x="362" y="197"/>
                    </a:cubicBezTo>
                    <a:cubicBezTo>
                      <a:pt x="363" y="199"/>
                      <a:pt x="363" y="201"/>
                      <a:pt x="363" y="203"/>
                    </a:cubicBezTo>
                    <a:cubicBezTo>
                      <a:pt x="363" y="206"/>
                      <a:pt x="363" y="208"/>
                      <a:pt x="363" y="211"/>
                    </a:cubicBezTo>
                    <a:cubicBezTo>
                      <a:pt x="363" y="216"/>
                      <a:pt x="363" y="222"/>
                      <a:pt x="362" y="227"/>
                    </a:cubicBezTo>
                    <a:cubicBezTo>
                      <a:pt x="362" y="231"/>
                      <a:pt x="361" y="236"/>
                      <a:pt x="360" y="240"/>
                    </a:cubicBezTo>
                    <a:cubicBezTo>
                      <a:pt x="358" y="243"/>
                      <a:pt x="356" y="245"/>
                      <a:pt x="353" y="246"/>
                    </a:cubicBezTo>
                    <a:cubicBezTo>
                      <a:pt x="351" y="247"/>
                      <a:pt x="350" y="247"/>
                      <a:pt x="349" y="248"/>
                    </a:cubicBezTo>
                    <a:cubicBezTo>
                      <a:pt x="348" y="248"/>
                      <a:pt x="348" y="249"/>
                      <a:pt x="348" y="251"/>
                    </a:cubicBezTo>
                    <a:cubicBezTo>
                      <a:pt x="347" y="253"/>
                      <a:pt x="348" y="255"/>
                      <a:pt x="348" y="257"/>
                    </a:cubicBezTo>
                    <a:cubicBezTo>
                      <a:pt x="348" y="259"/>
                      <a:pt x="348" y="262"/>
                      <a:pt x="347" y="263"/>
                    </a:cubicBezTo>
                    <a:cubicBezTo>
                      <a:pt x="346" y="264"/>
                      <a:pt x="345" y="264"/>
                      <a:pt x="344" y="263"/>
                    </a:cubicBezTo>
                    <a:cubicBezTo>
                      <a:pt x="343" y="263"/>
                      <a:pt x="342" y="261"/>
                      <a:pt x="342" y="260"/>
                    </a:cubicBezTo>
                    <a:cubicBezTo>
                      <a:pt x="341" y="260"/>
                      <a:pt x="342" y="259"/>
                      <a:pt x="342" y="258"/>
                    </a:cubicBezTo>
                    <a:cubicBezTo>
                      <a:pt x="342" y="258"/>
                      <a:pt x="341" y="258"/>
                      <a:pt x="341" y="257"/>
                    </a:cubicBezTo>
                    <a:cubicBezTo>
                      <a:pt x="341" y="256"/>
                      <a:pt x="341" y="256"/>
                      <a:pt x="341" y="256"/>
                    </a:cubicBezTo>
                    <a:cubicBezTo>
                      <a:pt x="340" y="255"/>
                      <a:pt x="338" y="256"/>
                      <a:pt x="337" y="255"/>
                    </a:cubicBezTo>
                    <a:cubicBezTo>
                      <a:pt x="336" y="255"/>
                      <a:pt x="335" y="255"/>
                      <a:pt x="333" y="255"/>
                    </a:cubicBezTo>
                    <a:cubicBezTo>
                      <a:pt x="330" y="253"/>
                      <a:pt x="327" y="255"/>
                      <a:pt x="323" y="254"/>
                    </a:cubicBezTo>
                    <a:cubicBezTo>
                      <a:pt x="321" y="254"/>
                      <a:pt x="320" y="253"/>
                      <a:pt x="318" y="251"/>
                    </a:cubicBezTo>
                    <a:cubicBezTo>
                      <a:pt x="317" y="249"/>
                      <a:pt x="316" y="248"/>
                      <a:pt x="313" y="248"/>
                    </a:cubicBezTo>
                    <a:cubicBezTo>
                      <a:pt x="310" y="247"/>
                      <a:pt x="302" y="246"/>
                      <a:pt x="301" y="250"/>
                    </a:cubicBezTo>
                    <a:cubicBezTo>
                      <a:pt x="301" y="251"/>
                      <a:pt x="302" y="253"/>
                      <a:pt x="302" y="254"/>
                    </a:cubicBezTo>
                    <a:cubicBezTo>
                      <a:pt x="303" y="255"/>
                      <a:pt x="304" y="256"/>
                      <a:pt x="305" y="257"/>
                    </a:cubicBezTo>
                    <a:cubicBezTo>
                      <a:pt x="307" y="257"/>
                      <a:pt x="308" y="258"/>
                      <a:pt x="310" y="259"/>
                    </a:cubicBezTo>
                    <a:cubicBezTo>
                      <a:pt x="312" y="259"/>
                      <a:pt x="314" y="259"/>
                      <a:pt x="315" y="260"/>
                    </a:cubicBezTo>
                    <a:cubicBezTo>
                      <a:pt x="317" y="260"/>
                      <a:pt x="318" y="260"/>
                      <a:pt x="319" y="261"/>
                    </a:cubicBezTo>
                    <a:cubicBezTo>
                      <a:pt x="320" y="263"/>
                      <a:pt x="320" y="264"/>
                      <a:pt x="320" y="265"/>
                    </a:cubicBezTo>
                    <a:cubicBezTo>
                      <a:pt x="320" y="268"/>
                      <a:pt x="320" y="270"/>
                      <a:pt x="319" y="273"/>
                    </a:cubicBezTo>
                    <a:cubicBezTo>
                      <a:pt x="319" y="274"/>
                      <a:pt x="319" y="275"/>
                      <a:pt x="320" y="275"/>
                    </a:cubicBezTo>
                    <a:cubicBezTo>
                      <a:pt x="322" y="276"/>
                      <a:pt x="323" y="275"/>
                      <a:pt x="323" y="277"/>
                    </a:cubicBezTo>
                    <a:cubicBezTo>
                      <a:pt x="323" y="278"/>
                      <a:pt x="324" y="279"/>
                      <a:pt x="325" y="280"/>
                    </a:cubicBezTo>
                    <a:cubicBezTo>
                      <a:pt x="326" y="283"/>
                      <a:pt x="324" y="285"/>
                      <a:pt x="322" y="286"/>
                    </a:cubicBezTo>
                    <a:cubicBezTo>
                      <a:pt x="320" y="286"/>
                      <a:pt x="319" y="287"/>
                      <a:pt x="318" y="288"/>
                    </a:cubicBezTo>
                    <a:cubicBezTo>
                      <a:pt x="317" y="288"/>
                      <a:pt x="317" y="288"/>
                      <a:pt x="317" y="289"/>
                    </a:cubicBezTo>
                    <a:cubicBezTo>
                      <a:pt x="316" y="292"/>
                      <a:pt x="316" y="295"/>
                      <a:pt x="313" y="297"/>
                    </a:cubicBezTo>
                    <a:cubicBezTo>
                      <a:pt x="311" y="299"/>
                      <a:pt x="307" y="296"/>
                      <a:pt x="305" y="295"/>
                    </a:cubicBezTo>
                    <a:cubicBezTo>
                      <a:pt x="302" y="294"/>
                      <a:pt x="299" y="294"/>
                      <a:pt x="296" y="294"/>
                    </a:cubicBezTo>
                    <a:cubicBezTo>
                      <a:pt x="293" y="295"/>
                      <a:pt x="291" y="295"/>
                      <a:pt x="288" y="296"/>
                    </a:cubicBezTo>
                    <a:cubicBezTo>
                      <a:pt x="285" y="296"/>
                      <a:pt x="283" y="297"/>
                      <a:pt x="281" y="297"/>
                    </a:cubicBezTo>
                    <a:cubicBezTo>
                      <a:pt x="277" y="295"/>
                      <a:pt x="274" y="291"/>
                      <a:pt x="272" y="289"/>
                    </a:cubicBezTo>
                    <a:cubicBezTo>
                      <a:pt x="268" y="286"/>
                      <a:pt x="263" y="284"/>
                      <a:pt x="259" y="283"/>
                    </a:cubicBezTo>
                    <a:cubicBezTo>
                      <a:pt x="255" y="283"/>
                      <a:pt x="250" y="283"/>
                      <a:pt x="247" y="286"/>
                    </a:cubicBezTo>
                    <a:cubicBezTo>
                      <a:pt x="245" y="287"/>
                      <a:pt x="245" y="289"/>
                      <a:pt x="247" y="290"/>
                    </a:cubicBezTo>
                    <a:cubicBezTo>
                      <a:pt x="250" y="292"/>
                      <a:pt x="252" y="291"/>
                      <a:pt x="255" y="291"/>
                    </a:cubicBezTo>
                    <a:cubicBezTo>
                      <a:pt x="258" y="291"/>
                      <a:pt x="260" y="292"/>
                      <a:pt x="261" y="294"/>
                    </a:cubicBezTo>
                    <a:cubicBezTo>
                      <a:pt x="263" y="296"/>
                      <a:pt x="264" y="299"/>
                      <a:pt x="265" y="301"/>
                    </a:cubicBezTo>
                    <a:cubicBezTo>
                      <a:pt x="266" y="304"/>
                      <a:pt x="266" y="307"/>
                      <a:pt x="268" y="310"/>
                    </a:cubicBezTo>
                    <a:cubicBezTo>
                      <a:pt x="271" y="312"/>
                      <a:pt x="274" y="312"/>
                      <a:pt x="277" y="311"/>
                    </a:cubicBezTo>
                    <a:cubicBezTo>
                      <a:pt x="280" y="310"/>
                      <a:pt x="284" y="310"/>
                      <a:pt x="285" y="313"/>
                    </a:cubicBezTo>
                    <a:cubicBezTo>
                      <a:pt x="286" y="315"/>
                      <a:pt x="283" y="317"/>
                      <a:pt x="281" y="318"/>
                    </a:cubicBezTo>
                    <a:cubicBezTo>
                      <a:pt x="278" y="320"/>
                      <a:pt x="277" y="321"/>
                      <a:pt x="276" y="324"/>
                    </a:cubicBezTo>
                    <a:cubicBezTo>
                      <a:pt x="275" y="327"/>
                      <a:pt x="274" y="329"/>
                      <a:pt x="271" y="329"/>
                    </a:cubicBezTo>
                    <a:cubicBezTo>
                      <a:pt x="268" y="330"/>
                      <a:pt x="265" y="331"/>
                      <a:pt x="263" y="333"/>
                    </a:cubicBezTo>
                    <a:cubicBezTo>
                      <a:pt x="262" y="334"/>
                      <a:pt x="260" y="335"/>
                      <a:pt x="258" y="335"/>
                    </a:cubicBezTo>
                    <a:cubicBezTo>
                      <a:pt x="256" y="335"/>
                      <a:pt x="254" y="335"/>
                      <a:pt x="252" y="336"/>
                    </a:cubicBezTo>
                    <a:cubicBezTo>
                      <a:pt x="249" y="336"/>
                      <a:pt x="246" y="337"/>
                      <a:pt x="244" y="335"/>
                    </a:cubicBezTo>
                    <a:cubicBezTo>
                      <a:pt x="243" y="333"/>
                      <a:pt x="242" y="334"/>
                      <a:pt x="241" y="335"/>
                    </a:cubicBezTo>
                    <a:cubicBezTo>
                      <a:pt x="238" y="337"/>
                      <a:pt x="235" y="341"/>
                      <a:pt x="232" y="340"/>
                    </a:cubicBezTo>
                    <a:cubicBezTo>
                      <a:pt x="230" y="338"/>
                      <a:pt x="227" y="336"/>
                      <a:pt x="226" y="334"/>
                    </a:cubicBezTo>
                    <a:cubicBezTo>
                      <a:pt x="223" y="330"/>
                      <a:pt x="222" y="325"/>
                      <a:pt x="220" y="321"/>
                    </a:cubicBezTo>
                    <a:cubicBezTo>
                      <a:pt x="216" y="315"/>
                      <a:pt x="211" y="311"/>
                      <a:pt x="208" y="304"/>
                    </a:cubicBezTo>
                    <a:cubicBezTo>
                      <a:pt x="206" y="300"/>
                      <a:pt x="202" y="295"/>
                      <a:pt x="201" y="290"/>
                    </a:cubicBezTo>
                    <a:cubicBezTo>
                      <a:pt x="200" y="287"/>
                      <a:pt x="199" y="285"/>
                      <a:pt x="198" y="282"/>
                    </a:cubicBezTo>
                    <a:cubicBezTo>
                      <a:pt x="196" y="280"/>
                      <a:pt x="195" y="279"/>
                      <a:pt x="193" y="277"/>
                    </a:cubicBezTo>
                    <a:cubicBezTo>
                      <a:pt x="191" y="275"/>
                      <a:pt x="190" y="274"/>
                      <a:pt x="189" y="271"/>
                    </a:cubicBezTo>
                    <a:cubicBezTo>
                      <a:pt x="188" y="269"/>
                      <a:pt x="187" y="266"/>
                      <a:pt x="186" y="263"/>
                    </a:cubicBezTo>
                    <a:cubicBezTo>
                      <a:pt x="184" y="261"/>
                      <a:pt x="182" y="259"/>
                      <a:pt x="181" y="257"/>
                    </a:cubicBezTo>
                    <a:cubicBezTo>
                      <a:pt x="180" y="255"/>
                      <a:pt x="180" y="252"/>
                      <a:pt x="179" y="250"/>
                    </a:cubicBezTo>
                    <a:cubicBezTo>
                      <a:pt x="178" y="249"/>
                      <a:pt x="176" y="244"/>
                      <a:pt x="173" y="245"/>
                    </a:cubicBezTo>
                    <a:cubicBezTo>
                      <a:pt x="171" y="245"/>
                      <a:pt x="172" y="249"/>
                      <a:pt x="172" y="250"/>
                    </a:cubicBezTo>
                    <a:cubicBezTo>
                      <a:pt x="173" y="252"/>
                      <a:pt x="173" y="253"/>
                      <a:pt x="173" y="255"/>
                    </a:cubicBezTo>
                    <a:cubicBezTo>
                      <a:pt x="173" y="256"/>
                      <a:pt x="173" y="257"/>
                      <a:pt x="173" y="258"/>
                    </a:cubicBezTo>
                    <a:cubicBezTo>
                      <a:pt x="173" y="260"/>
                      <a:pt x="175" y="262"/>
                      <a:pt x="175" y="265"/>
                    </a:cubicBezTo>
                    <a:cubicBezTo>
                      <a:pt x="175" y="267"/>
                      <a:pt x="176" y="269"/>
                      <a:pt x="177" y="271"/>
                    </a:cubicBezTo>
                    <a:cubicBezTo>
                      <a:pt x="179" y="276"/>
                      <a:pt x="182" y="281"/>
                      <a:pt x="183" y="286"/>
                    </a:cubicBezTo>
                    <a:cubicBezTo>
                      <a:pt x="184" y="288"/>
                      <a:pt x="184" y="291"/>
                      <a:pt x="185" y="293"/>
                    </a:cubicBezTo>
                    <a:cubicBezTo>
                      <a:pt x="186" y="296"/>
                      <a:pt x="187" y="297"/>
                      <a:pt x="187" y="300"/>
                    </a:cubicBezTo>
                    <a:cubicBezTo>
                      <a:pt x="187" y="302"/>
                      <a:pt x="188" y="304"/>
                      <a:pt x="188" y="306"/>
                    </a:cubicBezTo>
                    <a:cubicBezTo>
                      <a:pt x="189" y="308"/>
                      <a:pt x="189" y="310"/>
                      <a:pt x="190" y="312"/>
                    </a:cubicBezTo>
                    <a:cubicBezTo>
                      <a:pt x="191" y="314"/>
                      <a:pt x="192" y="315"/>
                      <a:pt x="193" y="317"/>
                    </a:cubicBezTo>
                    <a:cubicBezTo>
                      <a:pt x="193" y="318"/>
                      <a:pt x="193" y="320"/>
                      <a:pt x="193" y="321"/>
                    </a:cubicBezTo>
                    <a:cubicBezTo>
                      <a:pt x="194" y="323"/>
                      <a:pt x="194" y="325"/>
                      <a:pt x="195" y="327"/>
                    </a:cubicBezTo>
                    <a:cubicBezTo>
                      <a:pt x="197" y="331"/>
                      <a:pt x="197" y="335"/>
                      <a:pt x="194" y="338"/>
                    </a:cubicBezTo>
                    <a:cubicBezTo>
                      <a:pt x="193" y="339"/>
                      <a:pt x="192" y="340"/>
                      <a:pt x="190" y="341"/>
                    </a:cubicBezTo>
                    <a:cubicBezTo>
                      <a:pt x="189" y="343"/>
                      <a:pt x="188" y="345"/>
                      <a:pt x="186" y="346"/>
                    </a:cubicBezTo>
                    <a:cubicBezTo>
                      <a:pt x="184" y="346"/>
                      <a:pt x="183" y="348"/>
                      <a:pt x="183" y="350"/>
                    </a:cubicBezTo>
                    <a:cubicBezTo>
                      <a:pt x="183" y="352"/>
                      <a:pt x="184" y="353"/>
                      <a:pt x="186" y="354"/>
                    </a:cubicBezTo>
                    <a:cubicBezTo>
                      <a:pt x="187" y="355"/>
                      <a:pt x="187" y="357"/>
                      <a:pt x="186" y="358"/>
                    </a:cubicBezTo>
                    <a:cubicBezTo>
                      <a:pt x="186" y="359"/>
                      <a:pt x="186" y="360"/>
                      <a:pt x="185" y="361"/>
                    </a:cubicBezTo>
                    <a:cubicBezTo>
                      <a:pt x="185" y="362"/>
                      <a:pt x="185" y="363"/>
                      <a:pt x="185" y="364"/>
                    </a:cubicBezTo>
                    <a:cubicBezTo>
                      <a:pt x="186" y="367"/>
                      <a:pt x="190" y="367"/>
                      <a:pt x="192" y="367"/>
                    </a:cubicBezTo>
                    <a:cubicBezTo>
                      <a:pt x="193" y="367"/>
                      <a:pt x="195" y="367"/>
                      <a:pt x="196" y="367"/>
                    </a:cubicBezTo>
                    <a:cubicBezTo>
                      <a:pt x="198" y="367"/>
                      <a:pt x="199" y="367"/>
                      <a:pt x="201" y="367"/>
                    </a:cubicBezTo>
                    <a:cubicBezTo>
                      <a:pt x="205" y="367"/>
                      <a:pt x="210" y="368"/>
                      <a:pt x="213" y="366"/>
                    </a:cubicBezTo>
                    <a:cubicBezTo>
                      <a:pt x="215" y="365"/>
                      <a:pt x="216" y="363"/>
                      <a:pt x="217" y="362"/>
                    </a:cubicBezTo>
                    <a:cubicBezTo>
                      <a:pt x="218" y="360"/>
                      <a:pt x="220" y="358"/>
                      <a:pt x="223" y="358"/>
                    </a:cubicBezTo>
                    <a:cubicBezTo>
                      <a:pt x="225" y="357"/>
                      <a:pt x="227" y="358"/>
                      <a:pt x="229" y="358"/>
                    </a:cubicBezTo>
                    <a:cubicBezTo>
                      <a:pt x="231" y="358"/>
                      <a:pt x="233" y="358"/>
                      <a:pt x="234" y="358"/>
                    </a:cubicBezTo>
                    <a:cubicBezTo>
                      <a:pt x="240" y="358"/>
                      <a:pt x="245" y="363"/>
                      <a:pt x="243" y="369"/>
                    </a:cubicBezTo>
                    <a:cubicBezTo>
                      <a:pt x="243" y="371"/>
                      <a:pt x="242" y="374"/>
                      <a:pt x="242" y="377"/>
                    </a:cubicBezTo>
                    <a:cubicBezTo>
                      <a:pt x="242" y="379"/>
                      <a:pt x="242" y="382"/>
                      <a:pt x="243" y="385"/>
                    </a:cubicBezTo>
                    <a:cubicBezTo>
                      <a:pt x="243" y="388"/>
                      <a:pt x="243" y="395"/>
                      <a:pt x="239" y="396"/>
                    </a:cubicBezTo>
                    <a:cubicBezTo>
                      <a:pt x="238" y="397"/>
                      <a:pt x="236" y="396"/>
                      <a:pt x="235" y="397"/>
                    </a:cubicBezTo>
                    <a:cubicBezTo>
                      <a:pt x="233" y="397"/>
                      <a:pt x="231" y="398"/>
                      <a:pt x="230" y="399"/>
                    </a:cubicBezTo>
                    <a:cubicBezTo>
                      <a:pt x="227" y="400"/>
                      <a:pt x="224" y="401"/>
                      <a:pt x="221" y="402"/>
                    </a:cubicBezTo>
                    <a:cubicBezTo>
                      <a:pt x="219" y="403"/>
                      <a:pt x="218" y="404"/>
                      <a:pt x="217" y="406"/>
                    </a:cubicBezTo>
                    <a:cubicBezTo>
                      <a:pt x="218" y="406"/>
                      <a:pt x="219" y="406"/>
                      <a:pt x="220" y="406"/>
                    </a:cubicBezTo>
                    <a:cubicBezTo>
                      <a:pt x="222" y="405"/>
                      <a:pt x="224" y="405"/>
                      <a:pt x="227" y="405"/>
                    </a:cubicBezTo>
                    <a:cubicBezTo>
                      <a:pt x="229" y="405"/>
                      <a:pt x="232" y="406"/>
                      <a:pt x="234" y="406"/>
                    </a:cubicBezTo>
                    <a:cubicBezTo>
                      <a:pt x="236" y="405"/>
                      <a:pt x="236" y="404"/>
                      <a:pt x="237" y="402"/>
                    </a:cubicBezTo>
                    <a:cubicBezTo>
                      <a:pt x="238" y="400"/>
                      <a:pt x="241" y="398"/>
                      <a:pt x="243" y="398"/>
                    </a:cubicBezTo>
                    <a:cubicBezTo>
                      <a:pt x="245" y="398"/>
                      <a:pt x="246" y="398"/>
                      <a:pt x="247" y="400"/>
                    </a:cubicBezTo>
                    <a:cubicBezTo>
                      <a:pt x="248" y="401"/>
                      <a:pt x="249" y="402"/>
                      <a:pt x="251" y="403"/>
                    </a:cubicBezTo>
                    <a:cubicBezTo>
                      <a:pt x="253" y="405"/>
                      <a:pt x="253" y="407"/>
                      <a:pt x="252" y="409"/>
                    </a:cubicBezTo>
                    <a:cubicBezTo>
                      <a:pt x="252" y="411"/>
                      <a:pt x="250" y="412"/>
                      <a:pt x="250" y="414"/>
                    </a:cubicBezTo>
                    <a:cubicBezTo>
                      <a:pt x="250" y="417"/>
                      <a:pt x="251" y="420"/>
                      <a:pt x="249" y="422"/>
                    </a:cubicBezTo>
                    <a:cubicBezTo>
                      <a:pt x="249" y="423"/>
                      <a:pt x="248" y="423"/>
                      <a:pt x="247" y="424"/>
                    </a:cubicBezTo>
                    <a:cubicBezTo>
                      <a:pt x="245" y="424"/>
                      <a:pt x="244" y="425"/>
                      <a:pt x="243" y="426"/>
                    </a:cubicBezTo>
                    <a:cubicBezTo>
                      <a:pt x="241" y="427"/>
                      <a:pt x="238" y="428"/>
                      <a:pt x="236" y="426"/>
                    </a:cubicBezTo>
                    <a:cubicBezTo>
                      <a:pt x="235" y="424"/>
                      <a:pt x="235" y="423"/>
                      <a:pt x="233" y="422"/>
                    </a:cubicBezTo>
                    <a:cubicBezTo>
                      <a:pt x="230" y="421"/>
                      <a:pt x="228" y="422"/>
                      <a:pt x="226" y="424"/>
                    </a:cubicBezTo>
                    <a:cubicBezTo>
                      <a:pt x="225" y="425"/>
                      <a:pt x="224" y="427"/>
                      <a:pt x="222" y="427"/>
                    </a:cubicBezTo>
                    <a:cubicBezTo>
                      <a:pt x="221" y="427"/>
                      <a:pt x="218" y="426"/>
                      <a:pt x="217" y="428"/>
                    </a:cubicBezTo>
                    <a:cubicBezTo>
                      <a:pt x="215" y="429"/>
                      <a:pt x="215" y="432"/>
                      <a:pt x="215" y="433"/>
                    </a:cubicBezTo>
                    <a:cubicBezTo>
                      <a:pt x="214" y="434"/>
                      <a:pt x="213" y="436"/>
                      <a:pt x="215" y="438"/>
                    </a:cubicBezTo>
                    <a:cubicBezTo>
                      <a:pt x="216" y="439"/>
                      <a:pt x="217" y="437"/>
                      <a:pt x="219" y="437"/>
                    </a:cubicBezTo>
                    <a:cubicBezTo>
                      <a:pt x="221" y="437"/>
                      <a:pt x="223" y="437"/>
                      <a:pt x="225" y="438"/>
                    </a:cubicBezTo>
                    <a:cubicBezTo>
                      <a:pt x="228" y="439"/>
                      <a:pt x="228" y="443"/>
                      <a:pt x="230" y="446"/>
                    </a:cubicBezTo>
                    <a:cubicBezTo>
                      <a:pt x="230" y="447"/>
                      <a:pt x="232" y="449"/>
                      <a:pt x="230" y="451"/>
                    </a:cubicBezTo>
                    <a:cubicBezTo>
                      <a:pt x="229" y="452"/>
                      <a:pt x="227" y="451"/>
                      <a:pt x="226" y="451"/>
                    </a:cubicBezTo>
                    <a:cubicBezTo>
                      <a:pt x="224" y="451"/>
                      <a:pt x="223" y="452"/>
                      <a:pt x="222" y="453"/>
                    </a:cubicBezTo>
                    <a:cubicBezTo>
                      <a:pt x="219" y="456"/>
                      <a:pt x="216" y="453"/>
                      <a:pt x="213" y="455"/>
                    </a:cubicBezTo>
                    <a:cubicBezTo>
                      <a:pt x="212" y="456"/>
                      <a:pt x="212" y="457"/>
                      <a:pt x="213" y="458"/>
                    </a:cubicBezTo>
                    <a:cubicBezTo>
                      <a:pt x="214" y="458"/>
                      <a:pt x="215" y="459"/>
                      <a:pt x="215" y="460"/>
                    </a:cubicBezTo>
                    <a:cubicBezTo>
                      <a:pt x="216" y="462"/>
                      <a:pt x="218" y="465"/>
                      <a:pt x="221" y="465"/>
                    </a:cubicBezTo>
                    <a:cubicBezTo>
                      <a:pt x="224" y="465"/>
                      <a:pt x="225" y="461"/>
                      <a:pt x="228" y="461"/>
                    </a:cubicBezTo>
                    <a:cubicBezTo>
                      <a:pt x="229" y="460"/>
                      <a:pt x="231" y="460"/>
                      <a:pt x="232" y="460"/>
                    </a:cubicBezTo>
                    <a:cubicBezTo>
                      <a:pt x="234" y="459"/>
                      <a:pt x="235" y="459"/>
                      <a:pt x="236" y="460"/>
                    </a:cubicBezTo>
                    <a:cubicBezTo>
                      <a:pt x="237" y="460"/>
                      <a:pt x="237" y="462"/>
                      <a:pt x="238" y="463"/>
                    </a:cubicBezTo>
                    <a:cubicBezTo>
                      <a:pt x="238" y="464"/>
                      <a:pt x="240" y="465"/>
                      <a:pt x="241" y="466"/>
                    </a:cubicBezTo>
                    <a:cubicBezTo>
                      <a:pt x="243" y="468"/>
                      <a:pt x="244" y="470"/>
                      <a:pt x="245" y="473"/>
                    </a:cubicBezTo>
                    <a:cubicBezTo>
                      <a:pt x="246" y="476"/>
                      <a:pt x="248" y="476"/>
                      <a:pt x="251" y="476"/>
                    </a:cubicBezTo>
                    <a:cubicBezTo>
                      <a:pt x="252" y="477"/>
                      <a:pt x="253" y="477"/>
                      <a:pt x="254" y="479"/>
                    </a:cubicBezTo>
                    <a:cubicBezTo>
                      <a:pt x="254" y="481"/>
                      <a:pt x="254" y="483"/>
                      <a:pt x="254" y="485"/>
                    </a:cubicBezTo>
                    <a:cubicBezTo>
                      <a:pt x="255" y="487"/>
                      <a:pt x="256" y="489"/>
                      <a:pt x="257" y="492"/>
                    </a:cubicBezTo>
                    <a:cubicBezTo>
                      <a:pt x="257" y="495"/>
                      <a:pt x="255" y="496"/>
                      <a:pt x="254" y="498"/>
                    </a:cubicBezTo>
                    <a:cubicBezTo>
                      <a:pt x="253" y="500"/>
                      <a:pt x="254" y="504"/>
                      <a:pt x="254" y="506"/>
                    </a:cubicBezTo>
                    <a:cubicBezTo>
                      <a:pt x="254" y="509"/>
                      <a:pt x="254" y="513"/>
                      <a:pt x="251" y="514"/>
                    </a:cubicBezTo>
                    <a:cubicBezTo>
                      <a:pt x="249" y="514"/>
                      <a:pt x="246" y="513"/>
                      <a:pt x="244" y="512"/>
                    </a:cubicBezTo>
                    <a:cubicBezTo>
                      <a:pt x="242" y="511"/>
                      <a:pt x="242" y="509"/>
                      <a:pt x="242" y="506"/>
                    </a:cubicBezTo>
                    <a:cubicBezTo>
                      <a:pt x="241" y="504"/>
                      <a:pt x="238" y="502"/>
                      <a:pt x="238" y="500"/>
                    </a:cubicBezTo>
                    <a:cubicBezTo>
                      <a:pt x="238" y="497"/>
                      <a:pt x="242" y="495"/>
                      <a:pt x="241" y="493"/>
                    </a:cubicBezTo>
                    <a:cubicBezTo>
                      <a:pt x="240" y="491"/>
                      <a:pt x="237" y="493"/>
                      <a:pt x="236" y="494"/>
                    </a:cubicBezTo>
                    <a:cubicBezTo>
                      <a:pt x="234" y="496"/>
                      <a:pt x="234" y="498"/>
                      <a:pt x="231" y="500"/>
                    </a:cubicBezTo>
                    <a:cubicBezTo>
                      <a:pt x="228" y="501"/>
                      <a:pt x="225" y="501"/>
                      <a:pt x="222" y="502"/>
                    </a:cubicBezTo>
                    <a:cubicBezTo>
                      <a:pt x="217" y="503"/>
                      <a:pt x="212" y="506"/>
                      <a:pt x="208" y="509"/>
                    </a:cubicBezTo>
                    <a:cubicBezTo>
                      <a:pt x="207" y="510"/>
                      <a:pt x="205" y="511"/>
                      <a:pt x="203" y="513"/>
                    </a:cubicBezTo>
                    <a:cubicBezTo>
                      <a:pt x="177" y="511"/>
                      <a:pt x="177" y="511"/>
                      <a:pt x="177" y="511"/>
                    </a:cubicBezTo>
                    <a:cubicBezTo>
                      <a:pt x="172" y="501"/>
                      <a:pt x="172" y="501"/>
                      <a:pt x="172" y="501"/>
                    </a:cubicBezTo>
                    <a:cubicBezTo>
                      <a:pt x="136" y="499"/>
                      <a:pt x="136" y="499"/>
                      <a:pt x="136" y="499"/>
                    </a:cubicBezTo>
                    <a:cubicBezTo>
                      <a:pt x="105" y="486"/>
                      <a:pt x="105" y="486"/>
                      <a:pt x="105" y="486"/>
                    </a:cubicBezTo>
                    <a:cubicBezTo>
                      <a:pt x="87" y="494"/>
                      <a:pt x="87" y="494"/>
                      <a:pt x="87" y="494"/>
                    </a:cubicBezTo>
                    <a:cubicBezTo>
                      <a:pt x="73" y="489"/>
                      <a:pt x="73" y="489"/>
                      <a:pt x="73" y="489"/>
                    </a:cubicBezTo>
                    <a:cubicBezTo>
                      <a:pt x="74" y="489"/>
                      <a:pt x="75" y="488"/>
                      <a:pt x="76" y="487"/>
                    </a:cubicBezTo>
                    <a:cubicBezTo>
                      <a:pt x="80" y="483"/>
                      <a:pt x="82" y="478"/>
                      <a:pt x="83" y="473"/>
                    </a:cubicBezTo>
                    <a:cubicBezTo>
                      <a:pt x="84" y="468"/>
                      <a:pt x="84" y="463"/>
                      <a:pt x="82" y="458"/>
                    </a:cubicBezTo>
                    <a:cubicBezTo>
                      <a:pt x="80" y="452"/>
                      <a:pt x="75" y="448"/>
                      <a:pt x="74" y="441"/>
                    </a:cubicBezTo>
                    <a:cubicBezTo>
                      <a:pt x="74" y="437"/>
                      <a:pt x="77" y="433"/>
                      <a:pt x="78" y="429"/>
                    </a:cubicBezTo>
                    <a:cubicBezTo>
                      <a:pt x="79" y="426"/>
                      <a:pt x="79" y="422"/>
                      <a:pt x="79" y="419"/>
                    </a:cubicBezTo>
                    <a:cubicBezTo>
                      <a:pt x="80" y="414"/>
                      <a:pt x="82" y="409"/>
                      <a:pt x="83" y="404"/>
                    </a:cubicBezTo>
                    <a:cubicBezTo>
                      <a:pt x="83" y="401"/>
                      <a:pt x="83" y="399"/>
                      <a:pt x="83" y="397"/>
                    </a:cubicBezTo>
                    <a:cubicBezTo>
                      <a:pt x="83" y="394"/>
                      <a:pt x="83" y="391"/>
                      <a:pt x="82" y="388"/>
                    </a:cubicBezTo>
                    <a:cubicBezTo>
                      <a:pt x="82" y="384"/>
                      <a:pt x="81" y="380"/>
                      <a:pt x="81" y="376"/>
                    </a:cubicBezTo>
                    <a:cubicBezTo>
                      <a:pt x="81" y="373"/>
                      <a:pt x="82" y="370"/>
                      <a:pt x="83" y="367"/>
                    </a:cubicBezTo>
                    <a:cubicBezTo>
                      <a:pt x="84" y="364"/>
                      <a:pt x="84" y="360"/>
                      <a:pt x="83" y="357"/>
                    </a:cubicBezTo>
                    <a:cubicBezTo>
                      <a:pt x="82" y="355"/>
                      <a:pt x="80" y="354"/>
                      <a:pt x="80" y="351"/>
                    </a:cubicBezTo>
                    <a:cubicBezTo>
                      <a:pt x="80" y="348"/>
                      <a:pt x="83" y="344"/>
                      <a:pt x="82" y="341"/>
                    </a:cubicBezTo>
                    <a:cubicBezTo>
                      <a:pt x="81" y="337"/>
                      <a:pt x="76" y="338"/>
                      <a:pt x="73" y="337"/>
                    </a:cubicBezTo>
                    <a:cubicBezTo>
                      <a:pt x="69" y="337"/>
                      <a:pt x="66" y="335"/>
                      <a:pt x="62" y="332"/>
                    </a:cubicBezTo>
                    <a:cubicBezTo>
                      <a:pt x="59" y="329"/>
                      <a:pt x="55" y="327"/>
                      <a:pt x="51" y="324"/>
                    </a:cubicBezTo>
                    <a:cubicBezTo>
                      <a:pt x="47" y="322"/>
                      <a:pt x="43" y="320"/>
                      <a:pt x="40" y="317"/>
                    </a:cubicBezTo>
                    <a:cubicBezTo>
                      <a:pt x="38" y="314"/>
                      <a:pt x="36" y="310"/>
                      <a:pt x="37" y="306"/>
                    </a:cubicBezTo>
                    <a:cubicBezTo>
                      <a:pt x="37" y="304"/>
                      <a:pt x="38" y="297"/>
                      <a:pt x="35" y="295"/>
                    </a:cubicBezTo>
                    <a:cubicBezTo>
                      <a:pt x="33" y="294"/>
                      <a:pt x="29" y="298"/>
                      <a:pt x="28" y="299"/>
                    </a:cubicBezTo>
                    <a:cubicBezTo>
                      <a:pt x="26" y="302"/>
                      <a:pt x="25" y="305"/>
                      <a:pt x="26" y="308"/>
                    </a:cubicBezTo>
                    <a:cubicBezTo>
                      <a:pt x="27" y="312"/>
                      <a:pt x="31" y="314"/>
                      <a:pt x="32" y="318"/>
                    </a:cubicBezTo>
                    <a:cubicBezTo>
                      <a:pt x="33" y="320"/>
                      <a:pt x="34" y="325"/>
                      <a:pt x="30" y="323"/>
                    </a:cubicBezTo>
                    <a:cubicBezTo>
                      <a:pt x="28" y="321"/>
                      <a:pt x="27" y="318"/>
                      <a:pt x="25" y="316"/>
                    </a:cubicBezTo>
                    <a:cubicBezTo>
                      <a:pt x="23" y="313"/>
                      <a:pt x="20" y="312"/>
                      <a:pt x="17" y="311"/>
                    </a:cubicBezTo>
                    <a:cubicBezTo>
                      <a:pt x="15" y="309"/>
                      <a:pt x="13" y="307"/>
                      <a:pt x="9" y="307"/>
                    </a:cubicBezTo>
                    <a:cubicBezTo>
                      <a:pt x="6" y="307"/>
                      <a:pt x="4" y="304"/>
                      <a:pt x="2" y="301"/>
                    </a:cubicBezTo>
                    <a:cubicBezTo>
                      <a:pt x="0" y="298"/>
                      <a:pt x="1" y="296"/>
                      <a:pt x="3" y="293"/>
                    </a:cubicBezTo>
                    <a:cubicBezTo>
                      <a:pt x="4" y="290"/>
                      <a:pt x="4" y="288"/>
                      <a:pt x="6" y="286"/>
                    </a:cubicBezTo>
                    <a:cubicBezTo>
                      <a:pt x="8" y="284"/>
                      <a:pt x="9" y="282"/>
                      <a:pt x="10" y="280"/>
                    </a:cubicBezTo>
                    <a:cubicBezTo>
                      <a:pt x="11" y="278"/>
                      <a:pt x="13" y="276"/>
                      <a:pt x="14" y="274"/>
                    </a:cubicBezTo>
                    <a:cubicBezTo>
                      <a:pt x="14" y="272"/>
                      <a:pt x="15" y="271"/>
                      <a:pt x="16" y="270"/>
                    </a:cubicBezTo>
                    <a:cubicBezTo>
                      <a:pt x="17" y="267"/>
                      <a:pt x="17" y="263"/>
                      <a:pt x="18" y="260"/>
                    </a:cubicBezTo>
                    <a:cubicBezTo>
                      <a:pt x="20" y="256"/>
                      <a:pt x="23" y="252"/>
                      <a:pt x="23" y="248"/>
                    </a:cubicBezTo>
                    <a:cubicBezTo>
                      <a:pt x="23" y="244"/>
                      <a:pt x="23" y="239"/>
                      <a:pt x="23" y="235"/>
                    </a:cubicBezTo>
                    <a:cubicBezTo>
                      <a:pt x="23" y="229"/>
                      <a:pt x="23" y="223"/>
                      <a:pt x="22" y="216"/>
                    </a:cubicBezTo>
                    <a:cubicBezTo>
                      <a:pt x="21" y="212"/>
                      <a:pt x="20" y="207"/>
                      <a:pt x="20" y="202"/>
                    </a:cubicBezTo>
                    <a:cubicBezTo>
                      <a:pt x="20" y="201"/>
                      <a:pt x="21" y="194"/>
                      <a:pt x="23" y="196"/>
                    </a:cubicBezTo>
                    <a:cubicBezTo>
                      <a:pt x="24" y="196"/>
                      <a:pt x="25" y="198"/>
                      <a:pt x="25" y="199"/>
                    </a:cubicBezTo>
                    <a:cubicBezTo>
                      <a:pt x="25" y="202"/>
                      <a:pt x="25" y="204"/>
                      <a:pt x="26" y="206"/>
                    </a:cubicBezTo>
                    <a:cubicBezTo>
                      <a:pt x="26" y="211"/>
                      <a:pt x="27" y="215"/>
                      <a:pt x="27" y="220"/>
                    </a:cubicBezTo>
                    <a:cubicBezTo>
                      <a:pt x="28" y="227"/>
                      <a:pt x="26" y="235"/>
                      <a:pt x="30" y="243"/>
                    </a:cubicBezTo>
                    <a:cubicBezTo>
                      <a:pt x="31" y="241"/>
                      <a:pt x="30" y="238"/>
                      <a:pt x="30" y="236"/>
                    </a:cubicBezTo>
                    <a:cubicBezTo>
                      <a:pt x="30" y="234"/>
                      <a:pt x="30" y="231"/>
                      <a:pt x="32" y="230"/>
                    </a:cubicBezTo>
                    <a:cubicBezTo>
                      <a:pt x="32" y="230"/>
                      <a:pt x="33" y="230"/>
                      <a:pt x="34" y="230"/>
                    </a:cubicBezTo>
                    <a:cubicBezTo>
                      <a:pt x="35" y="230"/>
                      <a:pt x="35" y="231"/>
                      <a:pt x="35" y="231"/>
                    </a:cubicBezTo>
                    <a:cubicBezTo>
                      <a:pt x="36" y="233"/>
                      <a:pt x="39" y="233"/>
                      <a:pt x="40" y="232"/>
                    </a:cubicBezTo>
                    <a:cubicBezTo>
                      <a:pt x="40" y="231"/>
                      <a:pt x="40" y="230"/>
                      <a:pt x="41" y="230"/>
                    </a:cubicBezTo>
                    <a:cubicBezTo>
                      <a:pt x="42" y="230"/>
                      <a:pt x="43" y="230"/>
                      <a:pt x="43" y="230"/>
                    </a:cubicBezTo>
                    <a:cubicBezTo>
                      <a:pt x="46" y="228"/>
                      <a:pt x="48" y="226"/>
                      <a:pt x="51" y="224"/>
                    </a:cubicBezTo>
                    <a:cubicBezTo>
                      <a:pt x="52" y="222"/>
                      <a:pt x="54" y="221"/>
                      <a:pt x="56" y="220"/>
                    </a:cubicBezTo>
                    <a:cubicBezTo>
                      <a:pt x="58" y="219"/>
                      <a:pt x="60" y="218"/>
                      <a:pt x="61" y="217"/>
                    </a:cubicBezTo>
                    <a:cubicBezTo>
                      <a:pt x="64" y="214"/>
                      <a:pt x="61" y="211"/>
                      <a:pt x="59" y="209"/>
                    </a:cubicBezTo>
                    <a:cubicBezTo>
                      <a:pt x="56" y="207"/>
                      <a:pt x="54" y="204"/>
                      <a:pt x="52" y="200"/>
                    </a:cubicBezTo>
                    <a:cubicBezTo>
                      <a:pt x="50" y="195"/>
                      <a:pt x="50" y="189"/>
                      <a:pt x="49" y="184"/>
                    </a:cubicBezTo>
                    <a:cubicBezTo>
                      <a:pt x="49" y="182"/>
                      <a:pt x="49" y="180"/>
                      <a:pt x="47" y="178"/>
                    </a:cubicBezTo>
                    <a:cubicBezTo>
                      <a:pt x="46" y="177"/>
                      <a:pt x="45" y="177"/>
                      <a:pt x="45" y="176"/>
                    </a:cubicBezTo>
                    <a:cubicBezTo>
                      <a:pt x="44" y="176"/>
                      <a:pt x="44" y="174"/>
                      <a:pt x="44" y="173"/>
                    </a:cubicBezTo>
                    <a:cubicBezTo>
                      <a:pt x="44" y="171"/>
                      <a:pt x="43" y="169"/>
                      <a:pt x="43" y="167"/>
                    </a:cubicBezTo>
                    <a:cubicBezTo>
                      <a:pt x="43" y="164"/>
                      <a:pt x="43" y="161"/>
                      <a:pt x="44" y="157"/>
                    </a:cubicBezTo>
                    <a:cubicBezTo>
                      <a:pt x="44" y="156"/>
                      <a:pt x="44" y="155"/>
                      <a:pt x="45" y="154"/>
                    </a:cubicBezTo>
                    <a:cubicBezTo>
                      <a:pt x="46" y="153"/>
                      <a:pt x="46" y="152"/>
                      <a:pt x="46" y="150"/>
                    </a:cubicBezTo>
                    <a:cubicBezTo>
                      <a:pt x="47" y="146"/>
                      <a:pt x="43" y="142"/>
                      <a:pt x="39" y="141"/>
                    </a:cubicBezTo>
                    <a:cubicBezTo>
                      <a:pt x="37" y="141"/>
                      <a:pt x="34" y="141"/>
                      <a:pt x="33" y="143"/>
                    </a:cubicBezTo>
                    <a:cubicBezTo>
                      <a:pt x="32" y="145"/>
                      <a:pt x="33" y="147"/>
                      <a:pt x="33" y="149"/>
                    </a:cubicBezTo>
                    <a:cubicBezTo>
                      <a:pt x="35" y="152"/>
                      <a:pt x="39" y="155"/>
                      <a:pt x="41" y="159"/>
                    </a:cubicBezTo>
                    <a:cubicBezTo>
                      <a:pt x="42" y="163"/>
                      <a:pt x="38" y="167"/>
                      <a:pt x="34" y="166"/>
                    </a:cubicBezTo>
                    <a:cubicBezTo>
                      <a:pt x="31" y="166"/>
                      <a:pt x="30" y="164"/>
                      <a:pt x="29" y="163"/>
                    </a:cubicBezTo>
                    <a:cubicBezTo>
                      <a:pt x="28" y="161"/>
                      <a:pt x="27" y="160"/>
                      <a:pt x="26" y="162"/>
                    </a:cubicBezTo>
                    <a:cubicBezTo>
                      <a:pt x="25" y="165"/>
                      <a:pt x="25" y="169"/>
                      <a:pt x="25" y="172"/>
                    </a:cubicBezTo>
                    <a:cubicBezTo>
                      <a:pt x="25" y="175"/>
                      <a:pt x="25" y="178"/>
                      <a:pt x="26" y="181"/>
                    </a:cubicBezTo>
                    <a:cubicBezTo>
                      <a:pt x="26" y="183"/>
                      <a:pt x="26" y="185"/>
                      <a:pt x="25" y="187"/>
                    </a:cubicBezTo>
                    <a:cubicBezTo>
                      <a:pt x="24" y="189"/>
                      <a:pt x="23" y="190"/>
                      <a:pt x="21" y="189"/>
                    </a:cubicBezTo>
                    <a:cubicBezTo>
                      <a:pt x="19" y="187"/>
                      <a:pt x="20" y="181"/>
                      <a:pt x="19" y="178"/>
                    </a:cubicBezTo>
                    <a:cubicBezTo>
                      <a:pt x="18" y="173"/>
                      <a:pt x="18" y="169"/>
                      <a:pt x="18" y="164"/>
                    </a:cubicBezTo>
                    <a:cubicBezTo>
                      <a:pt x="18" y="160"/>
                      <a:pt x="18" y="157"/>
                      <a:pt x="19" y="153"/>
                    </a:cubicBezTo>
                    <a:cubicBezTo>
                      <a:pt x="20" y="149"/>
                      <a:pt x="21" y="146"/>
                      <a:pt x="22" y="142"/>
                    </a:cubicBezTo>
                    <a:cubicBezTo>
                      <a:pt x="23" y="139"/>
                      <a:pt x="23" y="135"/>
                      <a:pt x="24" y="132"/>
                    </a:cubicBezTo>
                    <a:cubicBezTo>
                      <a:pt x="25" y="130"/>
                      <a:pt x="26" y="127"/>
                      <a:pt x="26" y="125"/>
                    </a:cubicBezTo>
                    <a:cubicBezTo>
                      <a:pt x="27" y="122"/>
                      <a:pt x="26" y="119"/>
                      <a:pt x="27" y="117"/>
                    </a:cubicBezTo>
                    <a:cubicBezTo>
                      <a:pt x="28" y="114"/>
                      <a:pt x="28" y="112"/>
                      <a:pt x="28" y="109"/>
                    </a:cubicBezTo>
                    <a:cubicBezTo>
                      <a:pt x="28" y="106"/>
                      <a:pt x="29" y="104"/>
                      <a:pt x="29" y="101"/>
                    </a:cubicBezTo>
                    <a:cubicBezTo>
                      <a:pt x="30" y="99"/>
                      <a:pt x="30" y="96"/>
                      <a:pt x="31" y="94"/>
                    </a:cubicBezTo>
                    <a:cubicBezTo>
                      <a:pt x="32" y="92"/>
                      <a:pt x="33" y="93"/>
                      <a:pt x="34" y="94"/>
                    </a:cubicBezTo>
                    <a:cubicBezTo>
                      <a:pt x="35" y="96"/>
                      <a:pt x="36" y="98"/>
                      <a:pt x="38" y="100"/>
                    </a:cubicBezTo>
                    <a:cubicBezTo>
                      <a:pt x="40" y="103"/>
                      <a:pt x="42" y="105"/>
                      <a:pt x="44" y="106"/>
                    </a:cubicBezTo>
                    <a:cubicBezTo>
                      <a:pt x="45" y="107"/>
                      <a:pt x="47" y="108"/>
                      <a:pt x="48" y="109"/>
                    </a:cubicBezTo>
                    <a:cubicBezTo>
                      <a:pt x="49" y="109"/>
                      <a:pt x="50" y="110"/>
                      <a:pt x="51" y="111"/>
                    </a:cubicBezTo>
                    <a:cubicBezTo>
                      <a:pt x="52" y="111"/>
                      <a:pt x="52" y="111"/>
                      <a:pt x="53" y="111"/>
                    </a:cubicBezTo>
                    <a:cubicBezTo>
                      <a:pt x="54" y="110"/>
                      <a:pt x="54" y="110"/>
                      <a:pt x="54" y="109"/>
                    </a:cubicBezTo>
                    <a:cubicBezTo>
                      <a:pt x="55" y="107"/>
                      <a:pt x="55" y="105"/>
                      <a:pt x="54" y="104"/>
                    </a:cubicBezTo>
                    <a:cubicBezTo>
                      <a:pt x="53" y="103"/>
                      <a:pt x="52" y="102"/>
                      <a:pt x="51" y="101"/>
                    </a:cubicBezTo>
                    <a:cubicBezTo>
                      <a:pt x="49" y="100"/>
                      <a:pt x="49" y="99"/>
                      <a:pt x="49" y="97"/>
                    </a:cubicBezTo>
                    <a:cubicBezTo>
                      <a:pt x="48" y="95"/>
                      <a:pt x="47" y="94"/>
                      <a:pt x="46" y="93"/>
                    </a:cubicBezTo>
                    <a:cubicBezTo>
                      <a:pt x="45" y="91"/>
                      <a:pt x="43" y="90"/>
                      <a:pt x="42" y="88"/>
                    </a:cubicBezTo>
                    <a:cubicBezTo>
                      <a:pt x="40" y="84"/>
                      <a:pt x="47" y="84"/>
                      <a:pt x="46" y="81"/>
                    </a:cubicBezTo>
                    <a:cubicBezTo>
                      <a:pt x="44" y="79"/>
                      <a:pt x="42" y="77"/>
                      <a:pt x="40" y="75"/>
                    </a:cubicBezTo>
                    <a:cubicBezTo>
                      <a:pt x="40" y="74"/>
                      <a:pt x="39" y="73"/>
                      <a:pt x="38" y="73"/>
                    </a:cubicBezTo>
                    <a:cubicBezTo>
                      <a:pt x="37" y="73"/>
                      <a:pt x="37" y="74"/>
                      <a:pt x="37" y="75"/>
                    </a:cubicBezTo>
                    <a:cubicBezTo>
                      <a:pt x="36" y="78"/>
                      <a:pt x="35" y="82"/>
                      <a:pt x="33" y="84"/>
                    </a:cubicBezTo>
                    <a:cubicBezTo>
                      <a:pt x="31" y="87"/>
                      <a:pt x="31" y="81"/>
                      <a:pt x="31" y="80"/>
                    </a:cubicBezTo>
                    <a:cubicBezTo>
                      <a:pt x="31" y="74"/>
                      <a:pt x="33" y="68"/>
                      <a:pt x="34" y="63"/>
                    </a:cubicBezTo>
                    <a:cubicBezTo>
                      <a:pt x="34" y="60"/>
                      <a:pt x="35" y="57"/>
                      <a:pt x="36" y="55"/>
                    </a:cubicBezTo>
                    <a:cubicBezTo>
                      <a:pt x="37" y="53"/>
                      <a:pt x="38" y="51"/>
                      <a:pt x="39" y="49"/>
                    </a:cubicBezTo>
                    <a:cubicBezTo>
                      <a:pt x="42" y="45"/>
                      <a:pt x="40" y="39"/>
                      <a:pt x="41" y="34"/>
                    </a:cubicBezTo>
                    <a:cubicBezTo>
                      <a:pt x="42" y="32"/>
                      <a:pt x="43" y="29"/>
                      <a:pt x="44" y="27"/>
                    </a:cubicBezTo>
                    <a:cubicBezTo>
                      <a:pt x="46" y="24"/>
                      <a:pt x="47" y="21"/>
                      <a:pt x="48" y="18"/>
                    </a:cubicBezTo>
                    <a:cubicBezTo>
                      <a:pt x="49" y="15"/>
                      <a:pt x="49" y="12"/>
                      <a:pt x="51" y="9"/>
                    </a:cubicBezTo>
                    <a:cubicBezTo>
                      <a:pt x="53" y="7"/>
                      <a:pt x="55" y="6"/>
                      <a:pt x="57" y="8"/>
                    </a:cubicBezTo>
                    <a:cubicBezTo>
                      <a:pt x="62" y="11"/>
                      <a:pt x="55" y="18"/>
                      <a:pt x="53" y="21"/>
                    </a:cubicBezTo>
                    <a:cubicBezTo>
                      <a:pt x="51" y="25"/>
                      <a:pt x="51" y="30"/>
                      <a:pt x="54" y="33"/>
                    </a:cubicBezTo>
                    <a:cubicBezTo>
                      <a:pt x="56" y="34"/>
                      <a:pt x="58" y="35"/>
                      <a:pt x="60" y="36"/>
                    </a:cubicBezTo>
                    <a:cubicBezTo>
                      <a:pt x="62" y="38"/>
                      <a:pt x="63" y="40"/>
                      <a:pt x="65" y="42"/>
                    </a:cubicBezTo>
                    <a:cubicBezTo>
                      <a:pt x="66" y="45"/>
                      <a:pt x="67" y="46"/>
                      <a:pt x="70" y="48"/>
                    </a:cubicBezTo>
                    <a:cubicBezTo>
                      <a:pt x="72" y="49"/>
                      <a:pt x="75" y="49"/>
                      <a:pt x="78" y="50"/>
                    </a:cubicBezTo>
                    <a:cubicBezTo>
                      <a:pt x="80" y="50"/>
                      <a:pt x="82" y="50"/>
                      <a:pt x="84" y="51"/>
                    </a:cubicBezTo>
                    <a:cubicBezTo>
                      <a:pt x="86" y="52"/>
                      <a:pt x="88" y="54"/>
                      <a:pt x="90" y="55"/>
                    </a:cubicBezTo>
                    <a:cubicBezTo>
                      <a:pt x="92" y="56"/>
                      <a:pt x="95" y="56"/>
                      <a:pt x="97" y="55"/>
                    </a:cubicBezTo>
                    <a:cubicBezTo>
                      <a:pt x="100" y="53"/>
                      <a:pt x="101" y="51"/>
                      <a:pt x="102" y="49"/>
                    </a:cubicBezTo>
                    <a:cubicBezTo>
                      <a:pt x="103" y="47"/>
                      <a:pt x="105" y="46"/>
                      <a:pt x="107" y="48"/>
                    </a:cubicBezTo>
                    <a:cubicBezTo>
                      <a:pt x="108" y="49"/>
                      <a:pt x="108" y="51"/>
                      <a:pt x="108" y="53"/>
                    </a:cubicBezTo>
                    <a:cubicBezTo>
                      <a:pt x="108" y="53"/>
                      <a:pt x="108" y="53"/>
                      <a:pt x="109" y="53"/>
                    </a:cubicBezTo>
                    <a:cubicBezTo>
                      <a:pt x="109" y="53"/>
                      <a:pt x="110" y="54"/>
                      <a:pt x="110" y="55"/>
                    </a:cubicBezTo>
                    <a:cubicBezTo>
                      <a:pt x="112" y="59"/>
                      <a:pt x="112" y="63"/>
                      <a:pt x="111" y="68"/>
                    </a:cubicBezTo>
                    <a:cubicBezTo>
                      <a:pt x="110" y="70"/>
                      <a:pt x="110" y="71"/>
                      <a:pt x="111" y="73"/>
                    </a:cubicBezTo>
                    <a:cubicBezTo>
                      <a:pt x="112" y="74"/>
                      <a:pt x="115" y="75"/>
                      <a:pt x="117" y="75"/>
                    </a:cubicBezTo>
                    <a:cubicBezTo>
                      <a:pt x="119" y="75"/>
                      <a:pt x="121" y="75"/>
                      <a:pt x="123" y="75"/>
                    </a:cubicBezTo>
                    <a:cubicBezTo>
                      <a:pt x="126" y="75"/>
                      <a:pt x="129" y="75"/>
                      <a:pt x="130" y="72"/>
                    </a:cubicBezTo>
                    <a:cubicBezTo>
                      <a:pt x="131" y="70"/>
                      <a:pt x="130" y="67"/>
                      <a:pt x="131" y="65"/>
                    </a:cubicBezTo>
                    <a:cubicBezTo>
                      <a:pt x="131" y="62"/>
                      <a:pt x="131" y="60"/>
                      <a:pt x="131" y="58"/>
                    </a:cubicBezTo>
                    <a:cubicBezTo>
                      <a:pt x="131" y="55"/>
                      <a:pt x="131" y="53"/>
                      <a:pt x="129" y="51"/>
                    </a:cubicBezTo>
                    <a:cubicBezTo>
                      <a:pt x="128" y="49"/>
                      <a:pt x="126" y="47"/>
                      <a:pt x="125" y="45"/>
                    </a:cubicBezTo>
                    <a:cubicBezTo>
                      <a:pt x="125" y="42"/>
                      <a:pt x="126" y="39"/>
                      <a:pt x="129" y="37"/>
                    </a:cubicBezTo>
                    <a:cubicBezTo>
                      <a:pt x="130" y="35"/>
                      <a:pt x="132" y="35"/>
                      <a:pt x="134" y="34"/>
                    </a:cubicBezTo>
                    <a:cubicBezTo>
                      <a:pt x="137" y="33"/>
                      <a:pt x="139" y="32"/>
                      <a:pt x="141" y="31"/>
                    </a:cubicBezTo>
                    <a:cubicBezTo>
                      <a:pt x="143" y="30"/>
                      <a:pt x="144" y="30"/>
                      <a:pt x="146" y="29"/>
                    </a:cubicBezTo>
                    <a:cubicBezTo>
                      <a:pt x="147" y="29"/>
                      <a:pt x="150" y="29"/>
                      <a:pt x="151" y="28"/>
                    </a:cubicBezTo>
                    <a:cubicBezTo>
                      <a:pt x="152" y="26"/>
                      <a:pt x="151" y="23"/>
                      <a:pt x="151" y="21"/>
                    </a:cubicBezTo>
                    <a:cubicBezTo>
                      <a:pt x="152" y="19"/>
                      <a:pt x="154" y="19"/>
                      <a:pt x="156" y="18"/>
                    </a:cubicBezTo>
                    <a:cubicBezTo>
                      <a:pt x="158" y="17"/>
                      <a:pt x="158" y="14"/>
                      <a:pt x="158" y="12"/>
                    </a:cubicBezTo>
                    <a:cubicBezTo>
                      <a:pt x="158" y="11"/>
                      <a:pt x="158" y="9"/>
                      <a:pt x="160" y="8"/>
                    </a:cubicBezTo>
                    <a:cubicBezTo>
                      <a:pt x="161" y="7"/>
                      <a:pt x="163" y="5"/>
                      <a:pt x="164" y="4"/>
                    </a:cubicBezTo>
                    <a:cubicBezTo>
                      <a:pt x="164" y="2"/>
                      <a:pt x="165" y="1"/>
                      <a:pt x="166" y="1"/>
                    </a:cubicBezTo>
                    <a:cubicBezTo>
                      <a:pt x="168" y="1"/>
                      <a:pt x="170" y="1"/>
                      <a:pt x="172" y="1"/>
                    </a:cubicBezTo>
                    <a:cubicBezTo>
                      <a:pt x="176" y="1"/>
                      <a:pt x="180" y="2"/>
                      <a:pt x="184" y="1"/>
                    </a:cubicBezTo>
                    <a:cubicBezTo>
                      <a:pt x="186" y="0"/>
                      <a:pt x="188" y="0"/>
                      <a:pt x="191" y="0"/>
                    </a:cubicBezTo>
                    <a:cubicBezTo>
                      <a:pt x="194" y="1"/>
                      <a:pt x="197" y="3"/>
                      <a:pt x="198" y="6"/>
                    </a:cubicBezTo>
                    <a:cubicBezTo>
                      <a:pt x="200" y="8"/>
                      <a:pt x="200" y="11"/>
                      <a:pt x="201" y="13"/>
                    </a:cubicBezTo>
                    <a:cubicBezTo>
                      <a:pt x="202" y="15"/>
                      <a:pt x="204" y="16"/>
                      <a:pt x="205" y="18"/>
                    </a:cubicBezTo>
                    <a:cubicBezTo>
                      <a:pt x="207" y="22"/>
                      <a:pt x="203" y="26"/>
                      <a:pt x="200" y="29"/>
                    </a:cubicBezTo>
                    <a:cubicBezTo>
                      <a:pt x="198" y="33"/>
                      <a:pt x="196" y="36"/>
                      <a:pt x="194" y="40"/>
                    </a:cubicBezTo>
                    <a:cubicBezTo>
                      <a:pt x="191" y="43"/>
                      <a:pt x="186" y="45"/>
                      <a:pt x="187" y="49"/>
                    </a:cubicBezTo>
                    <a:cubicBezTo>
                      <a:pt x="187" y="51"/>
                      <a:pt x="188" y="54"/>
                      <a:pt x="188" y="56"/>
                    </a:cubicBezTo>
                    <a:cubicBezTo>
                      <a:pt x="189" y="58"/>
                      <a:pt x="191" y="57"/>
                      <a:pt x="192" y="56"/>
                    </a:cubicBezTo>
                    <a:cubicBezTo>
                      <a:pt x="194" y="55"/>
                      <a:pt x="195" y="54"/>
                      <a:pt x="197" y="53"/>
                    </a:cubicBezTo>
                    <a:cubicBezTo>
                      <a:pt x="199" y="53"/>
                      <a:pt x="200" y="53"/>
                      <a:pt x="201" y="51"/>
                    </a:cubicBezTo>
                    <a:cubicBezTo>
                      <a:pt x="203" y="49"/>
                      <a:pt x="199" y="38"/>
                      <a:pt x="204" y="38"/>
                    </a:cubicBezTo>
                    <a:cubicBezTo>
                      <a:pt x="207" y="39"/>
                      <a:pt x="209" y="42"/>
                      <a:pt x="210" y="43"/>
                    </a:cubicBezTo>
                    <a:cubicBezTo>
                      <a:pt x="212" y="45"/>
                      <a:pt x="213" y="46"/>
                      <a:pt x="216" y="47"/>
                    </a:cubicBezTo>
                    <a:cubicBezTo>
                      <a:pt x="220" y="49"/>
                      <a:pt x="221" y="54"/>
                      <a:pt x="221" y="58"/>
                    </a:cubicBezTo>
                    <a:cubicBezTo>
                      <a:pt x="221" y="61"/>
                      <a:pt x="221" y="64"/>
                      <a:pt x="221" y="67"/>
                    </a:cubicBezTo>
                    <a:cubicBezTo>
                      <a:pt x="221" y="68"/>
                      <a:pt x="221" y="71"/>
                      <a:pt x="223" y="71"/>
                    </a:cubicBezTo>
                    <a:cubicBezTo>
                      <a:pt x="230" y="70"/>
                      <a:pt x="226" y="63"/>
                      <a:pt x="225" y="60"/>
                    </a:cubicBezTo>
                    <a:cubicBezTo>
                      <a:pt x="223" y="55"/>
                      <a:pt x="224" y="49"/>
                      <a:pt x="224" y="44"/>
                    </a:cubicBezTo>
                    <a:cubicBezTo>
                      <a:pt x="224" y="42"/>
                      <a:pt x="223" y="39"/>
                      <a:pt x="224" y="36"/>
                    </a:cubicBezTo>
                    <a:cubicBezTo>
                      <a:pt x="224" y="33"/>
                      <a:pt x="227" y="31"/>
                      <a:pt x="229" y="30"/>
                    </a:cubicBezTo>
                    <a:cubicBezTo>
                      <a:pt x="232" y="28"/>
                      <a:pt x="234" y="25"/>
                      <a:pt x="237" y="23"/>
                    </a:cubicBezTo>
                    <a:cubicBezTo>
                      <a:pt x="239" y="22"/>
                      <a:pt x="241" y="21"/>
                      <a:pt x="244" y="22"/>
                    </a:cubicBezTo>
                    <a:cubicBezTo>
                      <a:pt x="247" y="23"/>
                      <a:pt x="250" y="24"/>
                      <a:pt x="253" y="25"/>
                    </a:cubicBezTo>
                    <a:cubicBezTo>
                      <a:pt x="255" y="25"/>
                      <a:pt x="257" y="25"/>
                      <a:pt x="259" y="26"/>
                    </a:cubicBezTo>
                    <a:cubicBezTo>
                      <a:pt x="262" y="27"/>
                      <a:pt x="264" y="29"/>
                      <a:pt x="267" y="31"/>
                    </a:cubicBezTo>
                    <a:cubicBezTo>
                      <a:pt x="269" y="33"/>
                      <a:pt x="272" y="34"/>
                      <a:pt x="274" y="37"/>
                    </a:cubicBezTo>
                    <a:cubicBezTo>
                      <a:pt x="275" y="40"/>
                      <a:pt x="275" y="43"/>
                      <a:pt x="275" y="45"/>
                    </a:cubicBezTo>
                    <a:cubicBezTo>
                      <a:pt x="276" y="48"/>
                      <a:pt x="276" y="51"/>
                      <a:pt x="278" y="54"/>
                    </a:cubicBezTo>
                    <a:cubicBezTo>
                      <a:pt x="279" y="58"/>
                      <a:pt x="283" y="60"/>
                      <a:pt x="286" y="63"/>
                    </a:cubicBezTo>
                    <a:cubicBezTo>
                      <a:pt x="288" y="64"/>
                      <a:pt x="290" y="66"/>
                      <a:pt x="292" y="68"/>
                    </a:cubicBezTo>
                    <a:cubicBezTo>
                      <a:pt x="295" y="70"/>
                      <a:pt x="296" y="73"/>
                      <a:pt x="299" y="75"/>
                    </a:cubicBezTo>
                    <a:cubicBezTo>
                      <a:pt x="300" y="76"/>
                      <a:pt x="302" y="77"/>
                      <a:pt x="303" y="77"/>
                    </a:cubicBezTo>
                    <a:cubicBezTo>
                      <a:pt x="305" y="78"/>
                      <a:pt x="307" y="78"/>
                      <a:pt x="308" y="77"/>
                    </a:cubicBezTo>
                    <a:cubicBezTo>
                      <a:pt x="310" y="77"/>
                      <a:pt x="312" y="77"/>
                      <a:pt x="314" y="77"/>
                    </a:cubicBezTo>
                    <a:cubicBezTo>
                      <a:pt x="320" y="76"/>
                      <a:pt x="320" y="70"/>
                      <a:pt x="321" y="65"/>
                    </a:cubicBezTo>
                    <a:cubicBezTo>
                      <a:pt x="322" y="61"/>
                      <a:pt x="323" y="56"/>
                      <a:pt x="326" y="52"/>
                    </a:cubicBezTo>
                    <a:cubicBezTo>
                      <a:pt x="329" y="47"/>
                      <a:pt x="334" y="47"/>
                      <a:pt x="339" y="46"/>
                    </a:cubicBezTo>
                    <a:cubicBezTo>
                      <a:pt x="342" y="46"/>
                      <a:pt x="345" y="45"/>
                      <a:pt x="348" y="44"/>
                    </a:cubicBezTo>
                    <a:cubicBezTo>
                      <a:pt x="350" y="43"/>
                      <a:pt x="352" y="42"/>
                      <a:pt x="355" y="42"/>
                    </a:cubicBezTo>
                    <a:cubicBezTo>
                      <a:pt x="359" y="42"/>
                      <a:pt x="363" y="45"/>
                      <a:pt x="368" y="44"/>
                    </a:cubicBezTo>
                    <a:cubicBezTo>
                      <a:pt x="370" y="44"/>
                      <a:pt x="372" y="44"/>
                      <a:pt x="375" y="44"/>
                    </a:cubicBezTo>
                    <a:cubicBezTo>
                      <a:pt x="378" y="44"/>
                      <a:pt x="380" y="46"/>
                      <a:pt x="383" y="48"/>
                    </a:cubicBezTo>
                    <a:cubicBezTo>
                      <a:pt x="386" y="52"/>
                      <a:pt x="391" y="59"/>
                      <a:pt x="387" y="64"/>
                    </a:cubicBezTo>
                    <a:cubicBezTo>
                      <a:pt x="385" y="65"/>
                      <a:pt x="383" y="67"/>
                      <a:pt x="381" y="68"/>
                    </a:cubicBezTo>
                    <a:cubicBezTo>
                      <a:pt x="379" y="70"/>
                      <a:pt x="376" y="72"/>
                      <a:pt x="374" y="74"/>
                    </a:cubicBezTo>
                    <a:cubicBezTo>
                      <a:pt x="371" y="76"/>
                      <a:pt x="368" y="78"/>
                      <a:pt x="367" y="81"/>
                    </a:cubicBezTo>
                    <a:cubicBezTo>
                      <a:pt x="365" y="84"/>
                      <a:pt x="365" y="88"/>
                      <a:pt x="365" y="91"/>
                    </a:cubicBezTo>
                    <a:cubicBezTo>
                      <a:pt x="365" y="94"/>
                      <a:pt x="366" y="97"/>
                      <a:pt x="365" y="100"/>
                    </a:cubicBezTo>
                    <a:cubicBezTo>
                      <a:pt x="364" y="102"/>
                      <a:pt x="362" y="103"/>
                      <a:pt x="360" y="104"/>
                    </a:cubicBezTo>
                    <a:cubicBezTo>
                      <a:pt x="363" y="104"/>
                      <a:pt x="365" y="104"/>
                      <a:pt x="368" y="104"/>
                    </a:cubicBezTo>
                    <a:cubicBezTo>
                      <a:pt x="369" y="104"/>
                      <a:pt x="378" y="105"/>
                      <a:pt x="376" y="102"/>
                    </a:cubicBezTo>
                    <a:cubicBezTo>
                      <a:pt x="376" y="101"/>
                      <a:pt x="374" y="101"/>
                      <a:pt x="373" y="101"/>
                    </a:cubicBezTo>
                    <a:cubicBezTo>
                      <a:pt x="372" y="101"/>
                      <a:pt x="371" y="100"/>
                      <a:pt x="370" y="99"/>
                    </a:cubicBezTo>
                    <a:cubicBezTo>
                      <a:pt x="370" y="99"/>
                      <a:pt x="370" y="97"/>
                      <a:pt x="370" y="96"/>
                    </a:cubicBezTo>
                    <a:cubicBezTo>
                      <a:pt x="370" y="95"/>
                      <a:pt x="371" y="94"/>
                      <a:pt x="371" y="93"/>
                    </a:cubicBezTo>
                    <a:cubicBezTo>
                      <a:pt x="372" y="92"/>
                      <a:pt x="371" y="90"/>
                      <a:pt x="371" y="89"/>
                    </a:cubicBezTo>
                    <a:cubicBezTo>
                      <a:pt x="371" y="87"/>
                      <a:pt x="372" y="86"/>
                      <a:pt x="373" y="84"/>
                    </a:cubicBezTo>
                    <a:cubicBezTo>
                      <a:pt x="373" y="83"/>
                      <a:pt x="374" y="82"/>
                      <a:pt x="375" y="81"/>
                    </a:cubicBezTo>
                    <a:cubicBezTo>
                      <a:pt x="376" y="80"/>
                      <a:pt x="377" y="79"/>
                      <a:pt x="378" y="78"/>
                    </a:cubicBezTo>
                    <a:cubicBezTo>
                      <a:pt x="379" y="78"/>
                      <a:pt x="380" y="77"/>
                      <a:pt x="381" y="76"/>
                    </a:cubicBezTo>
                    <a:cubicBezTo>
                      <a:pt x="381" y="75"/>
                      <a:pt x="382" y="75"/>
                      <a:pt x="383" y="74"/>
                    </a:cubicBezTo>
                    <a:cubicBezTo>
                      <a:pt x="385" y="73"/>
                      <a:pt x="385" y="72"/>
                      <a:pt x="387" y="72"/>
                    </a:cubicBezTo>
                    <a:cubicBezTo>
                      <a:pt x="388" y="72"/>
                      <a:pt x="389" y="74"/>
                      <a:pt x="390" y="75"/>
                    </a:cubicBezTo>
                    <a:cubicBezTo>
                      <a:pt x="391" y="77"/>
                      <a:pt x="393" y="79"/>
                      <a:pt x="394" y="82"/>
                    </a:cubicBezTo>
                    <a:cubicBezTo>
                      <a:pt x="394" y="82"/>
                      <a:pt x="394" y="82"/>
                      <a:pt x="394" y="83"/>
                    </a:cubicBezTo>
                    <a:cubicBezTo>
                      <a:pt x="395" y="83"/>
                      <a:pt x="395" y="84"/>
                      <a:pt x="395" y="84"/>
                    </a:cubicBezTo>
                    <a:cubicBezTo>
                      <a:pt x="395" y="85"/>
                      <a:pt x="395" y="85"/>
                      <a:pt x="396" y="86"/>
                    </a:cubicBezTo>
                    <a:cubicBezTo>
                      <a:pt x="396" y="87"/>
                      <a:pt x="398" y="88"/>
                      <a:pt x="400" y="88"/>
                    </a:cubicBezTo>
                    <a:cubicBezTo>
                      <a:pt x="402" y="89"/>
                      <a:pt x="404" y="90"/>
                      <a:pt x="406" y="90"/>
                    </a:cubicBezTo>
                    <a:cubicBezTo>
                      <a:pt x="408" y="91"/>
                      <a:pt x="409" y="91"/>
                      <a:pt x="410" y="92"/>
                    </a:cubicBezTo>
                    <a:cubicBezTo>
                      <a:pt x="412" y="92"/>
                      <a:pt x="413" y="94"/>
                      <a:pt x="414" y="94"/>
                    </a:cubicBezTo>
                    <a:cubicBezTo>
                      <a:pt x="415" y="95"/>
                      <a:pt x="417" y="94"/>
                      <a:pt x="418" y="94"/>
                    </a:cubicBezTo>
                    <a:cubicBezTo>
                      <a:pt x="420" y="94"/>
                      <a:pt x="423" y="93"/>
                      <a:pt x="425" y="93"/>
                    </a:cubicBezTo>
                    <a:cubicBezTo>
                      <a:pt x="429" y="92"/>
                      <a:pt x="432" y="93"/>
                      <a:pt x="436" y="93"/>
                    </a:cubicBezTo>
                    <a:cubicBezTo>
                      <a:pt x="438" y="93"/>
                      <a:pt x="441" y="92"/>
                      <a:pt x="444" y="92"/>
                    </a:cubicBezTo>
                    <a:cubicBezTo>
                      <a:pt x="447" y="92"/>
                      <a:pt x="450" y="92"/>
                      <a:pt x="453" y="91"/>
                    </a:cubicBezTo>
                    <a:cubicBezTo>
                      <a:pt x="456" y="91"/>
                      <a:pt x="458" y="91"/>
                      <a:pt x="461" y="93"/>
                    </a:cubicBezTo>
                    <a:cubicBezTo>
                      <a:pt x="464" y="95"/>
                      <a:pt x="464" y="98"/>
                      <a:pt x="466" y="100"/>
                    </a:cubicBezTo>
                    <a:cubicBezTo>
                      <a:pt x="468" y="102"/>
                      <a:pt x="469" y="104"/>
                      <a:pt x="471" y="106"/>
                    </a:cubicBezTo>
                    <a:cubicBezTo>
                      <a:pt x="472" y="108"/>
                      <a:pt x="474" y="111"/>
                      <a:pt x="475" y="114"/>
                    </a:cubicBezTo>
                    <a:cubicBezTo>
                      <a:pt x="476" y="114"/>
                      <a:pt x="478" y="115"/>
                      <a:pt x="479" y="116"/>
                    </a:cubicBezTo>
                    <a:cubicBezTo>
                      <a:pt x="480" y="117"/>
                      <a:pt x="481" y="120"/>
                      <a:pt x="481" y="1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0" name="Freeform 1959">
                <a:extLst>
                  <a:ext uri="{FF2B5EF4-FFF2-40B4-BE49-F238E27FC236}">
                    <a16:creationId xmlns:a16="http://schemas.microsoft.com/office/drawing/2014/main" id="{28A706E3-5C52-9244-BF7B-B519C9F0A2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18" y="2906"/>
                <a:ext cx="359" cy="216"/>
              </a:xfrm>
              <a:custGeom>
                <a:avLst/>
                <a:gdLst>
                  <a:gd name="T0" fmla="*/ 857 w 881"/>
                  <a:gd name="T1" fmla="*/ 239 h 531"/>
                  <a:gd name="T2" fmla="*/ 800 w 881"/>
                  <a:gd name="T3" fmla="*/ 274 h 531"/>
                  <a:gd name="T4" fmla="*/ 762 w 881"/>
                  <a:gd name="T5" fmla="*/ 226 h 531"/>
                  <a:gd name="T6" fmla="*/ 699 w 881"/>
                  <a:gd name="T7" fmla="*/ 165 h 531"/>
                  <a:gd name="T8" fmla="*/ 724 w 881"/>
                  <a:gd name="T9" fmla="*/ 102 h 531"/>
                  <a:gd name="T10" fmla="*/ 709 w 881"/>
                  <a:gd name="T11" fmla="*/ 96 h 531"/>
                  <a:gd name="T12" fmla="*/ 675 w 881"/>
                  <a:gd name="T13" fmla="*/ 62 h 531"/>
                  <a:gd name="T14" fmla="*/ 655 w 881"/>
                  <a:gd name="T15" fmla="*/ 51 h 531"/>
                  <a:gd name="T16" fmla="*/ 624 w 881"/>
                  <a:gd name="T17" fmla="*/ 41 h 531"/>
                  <a:gd name="T18" fmla="*/ 606 w 881"/>
                  <a:gd name="T19" fmla="*/ 44 h 531"/>
                  <a:gd name="T20" fmla="*/ 596 w 881"/>
                  <a:gd name="T21" fmla="*/ 29 h 531"/>
                  <a:gd name="T22" fmla="*/ 559 w 881"/>
                  <a:gd name="T23" fmla="*/ 2 h 531"/>
                  <a:gd name="T24" fmla="*/ 517 w 881"/>
                  <a:gd name="T25" fmla="*/ 37 h 531"/>
                  <a:gd name="T26" fmla="*/ 551 w 881"/>
                  <a:gd name="T27" fmla="*/ 35 h 531"/>
                  <a:gd name="T28" fmla="*/ 519 w 881"/>
                  <a:gd name="T29" fmla="*/ 49 h 531"/>
                  <a:gd name="T30" fmla="*/ 474 w 881"/>
                  <a:gd name="T31" fmla="*/ 37 h 531"/>
                  <a:gd name="T32" fmla="*/ 406 w 881"/>
                  <a:gd name="T33" fmla="*/ 34 h 531"/>
                  <a:gd name="T34" fmla="*/ 366 w 881"/>
                  <a:gd name="T35" fmla="*/ 31 h 531"/>
                  <a:gd name="T36" fmla="*/ 357 w 881"/>
                  <a:gd name="T37" fmla="*/ 21 h 531"/>
                  <a:gd name="T38" fmla="*/ 329 w 881"/>
                  <a:gd name="T39" fmla="*/ 62 h 531"/>
                  <a:gd name="T40" fmla="*/ 277 w 881"/>
                  <a:gd name="T41" fmla="*/ 46 h 531"/>
                  <a:gd name="T42" fmla="*/ 253 w 881"/>
                  <a:gd name="T43" fmla="*/ 73 h 531"/>
                  <a:gd name="T44" fmla="*/ 178 w 881"/>
                  <a:gd name="T45" fmla="*/ 138 h 531"/>
                  <a:gd name="T46" fmla="*/ 128 w 881"/>
                  <a:gd name="T47" fmla="*/ 178 h 531"/>
                  <a:gd name="T48" fmla="*/ 57 w 881"/>
                  <a:gd name="T49" fmla="*/ 244 h 531"/>
                  <a:gd name="T50" fmla="*/ 26 w 881"/>
                  <a:gd name="T51" fmla="*/ 293 h 531"/>
                  <a:gd name="T52" fmla="*/ 27 w 881"/>
                  <a:gd name="T53" fmla="*/ 336 h 531"/>
                  <a:gd name="T54" fmla="*/ 27 w 881"/>
                  <a:gd name="T55" fmla="*/ 355 h 531"/>
                  <a:gd name="T56" fmla="*/ 66 w 881"/>
                  <a:gd name="T57" fmla="*/ 330 h 531"/>
                  <a:gd name="T58" fmla="*/ 42 w 881"/>
                  <a:gd name="T59" fmla="*/ 350 h 531"/>
                  <a:gd name="T60" fmla="*/ 71 w 881"/>
                  <a:gd name="T61" fmla="*/ 302 h 531"/>
                  <a:gd name="T62" fmla="*/ 130 w 881"/>
                  <a:gd name="T63" fmla="*/ 286 h 531"/>
                  <a:gd name="T64" fmla="*/ 189 w 881"/>
                  <a:gd name="T65" fmla="*/ 314 h 531"/>
                  <a:gd name="T66" fmla="*/ 179 w 881"/>
                  <a:gd name="T67" fmla="*/ 339 h 531"/>
                  <a:gd name="T68" fmla="*/ 173 w 881"/>
                  <a:gd name="T69" fmla="*/ 385 h 531"/>
                  <a:gd name="T70" fmla="*/ 198 w 881"/>
                  <a:gd name="T71" fmla="*/ 435 h 531"/>
                  <a:gd name="T72" fmla="*/ 295 w 881"/>
                  <a:gd name="T73" fmla="*/ 444 h 531"/>
                  <a:gd name="T74" fmla="*/ 377 w 881"/>
                  <a:gd name="T75" fmla="*/ 454 h 531"/>
                  <a:gd name="T76" fmla="*/ 417 w 881"/>
                  <a:gd name="T77" fmla="*/ 387 h 531"/>
                  <a:gd name="T78" fmla="*/ 490 w 881"/>
                  <a:gd name="T79" fmla="*/ 351 h 531"/>
                  <a:gd name="T80" fmla="*/ 523 w 881"/>
                  <a:gd name="T81" fmla="*/ 444 h 531"/>
                  <a:gd name="T82" fmla="*/ 551 w 881"/>
                  <a:gd name="T83" fmla="*/ 497 h 531"/>
                  <a:gd name="T84" fmla="*/ 589 w 881"/>
                  <a:gd name="T85" fmla="*/ 508 h 531"/>
                  <a:gd name="T86" fmla="*/ 581 w 881"/>
                  <a:gd name="T87" fmla="*/ 477 h 531"/>
                  <a:gd name="T88" fmla="*/ 565 w 881"/>
                  <a:gd name="T89" fmla="*/ 484 h 531"/>
                  <a:gd name="T90" fmla="*/ 562 w 881"/>
                  <a:gd name="T91" fmla="*/ 496 h 531"/>
                  <a:gd name="T92" fmla="*/ 544 w 881"/>
                  <a:gd name="T93" fmla="*/ 485 h 531"/>
                  <a:gd name="T94" fmla="*/ 556 w 881"/>
                  <a:gd name="T95" fmla="*/ 486 h 531"/>
                  <a:gd name="T96" fmla="*/ 584 w 881"/>
                  <a:gd name="T97" fmla="*/ 470 h 531"/>
                  <a:gd name="T98" fmla="*/ 635 w 881"/>
                  <a:gd name="T99" fmla="*/ 405 h 531"/>
                  <a:gd name="T100" fmla="*/ 670 w 881"/>
                  <a:gd name="T101" fmla="*/ 385 h 531"/>
                  <a:gd name="T102" fmla="*/ 717 w 881"/>
                  <a:gd name="T103" fmla="*/ 398 h 531"/>
                  <a:gd name="T104" fmla="*/ 806 w 881"/>
                  <a:gd name="T105" fmla="*/ 427 h 531"/>
                  <a:gd name="T106" fmla="*/ 795 w 881"/>
                  <a:gd name="T107" fmla="*/ 340 h 531"/>
                  <a:gd name="T108" fmla="*/ 858 w 881"/>
                  <a:gd name="T109" fmla="*/ 355 h 531"/>
                  <a:gd name="T110" fmla="*/ 857 w 881"/>
                  <a:gd name="T111" fmla="*/ 319 h 531"/>
                  <a:gd name="T112" fmla="*/ 234 w 881"/>
                  <a:gd name="T113" fmla="*/ 173 h 531"/>
                  <a:gd name="T114" fmla="*/ 195 w 881"/>
                  <a:gd name="T115" fmla="*/ 203 h 531"/>
                  <a:gd name="T116" fmla="*/ 155 w 881"/>
                  <a:gd name="T117" fmla="*/ 220 h 531"/>
                  <a:gd name="T118" fmla="*/ 170 w 881"/>
                  <a:gd name="T119" fmla="*/ 203 h 531"/>
                  <a:gd name="T120" fmla="*/ 234 w 881"/>
                  <a:gd name="T121" fmla="*/ 173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81" h="531">
                    <a:moveTo>
                      <a:pt x="881" y="277"/>
                    </a:moveTo>
                    <a:cubicBezTo>
                      <a:pt x="881" y="254"/>
                      <a:pt x="881" y="254"/>
                      <a:pt x="881" y="254"/>
                    </a:cubicBezTo>
                    <a:cubicBezTo>
                      <a:pt x="857" y="239"/>
                      <a:pt x="857" y="239"/>
                      <a:pt x="857" y="239"/>
                    </a:cubicBezTo>
                    <a:cubicBezTo>
                      <a:pt x="841" y="261"/>
                      <a:pt x="841" y="261"/>
                      <a:pt x="841" y="261"/>
                    </a:cubicBezTo>
                    <a:cubicBezTo>
                      <a:pt x="822" y="258"/>
                      <a:pt x="822" y="258"/>
                      <a:pt x="822" y="258"/>
                    </a:cubicBezTo>
                    <a:cubicBezTo>
                      <a:pt x="800" y="274"/>
                      <a:pt x="800" y="274"/>
                      <a:pt x="800" y="274"/>
                    </a:cubicBezTo>
                    <a:cubicBezTo>
                      <a:pt x="779" y="252"/>
                      <a:pt x="779" y="252"/>
                      <a:pt x="779" y="252"/>
                    </a:cubicBezTo>
                    <a:cubicBezTo>
                      <a:pt x="761" y="248"/>
                      <a:pt x="761" y="248"/>
                      <a:pt x="761" y="248"/>
                    </a:cubicBezTo>
                    <a:cubicBezTo>
                      <a:pt x="762" y="226"/>
                      <a:pt x="762" y="226"/>
                      <a:pt x="762" y="226"/>
                    </a:cubicBezTo>
                    <a:cubicBezTo>
                      <a:pt x="727" y="210"/>
                      <a:pt x="727" y="210"/>
                      <a:pt x="727" y="210"/>
                    </a:cubicBezTo>
                    <a:cubicBezTo>
                      <a:pt x="696" y="210"/>
                      <a:pt x="696" y="210"/>
                      <a:pt x="696" y="210"/>
                    </a:cubicBezTo>
                    <a:cubicBezTo>
                      <a:pt x="699" y="165"/>
                      <a:pt x="699" y="165"/>
                      <a:pt x="699" y="165"/>
                    </a:cubicBezTo>
                    <a:cubicBezTo>
                      <a:pt x="717" y="151"/>
                      <a:pt x="717" y="151"/>
                      <a:pt x="717" y="151"/>
                    </a:cubicBezTo>
                    <a:cubicBezTo>
                      <a:pt x="742" y="113"/>
                      <a:pt x="742" y="113"/>
                      <a:pt x="742" y="113"/>
                    </a:cubicBezTo>
                    <a:cubicBezTo>
                      <a:pt x="724" y="102"/>
                      <a:pt x="724" y="102"/>
                      <a:pt x="724" y="102"/>
                    </a:cubicBezTo>
                    <a:cubicBezTo>
                      <a:pt x="724" y="98"/>
                      <a:pt x="724" y="98"/>
                      <a:pt x="724" y="98"/>
                    </a:cubicBezTo>
                    <a:cubicBezTo>
                      <a:pt x="723" y="98"/>
                      <a:pt x="721" y="97"/>
                      <a:pt x="719" y="97"/>
                    </a:cubicBezTo>
                    <a:cubicBezTo>
                      <a:pt x="716" y="97"/>
                      <a:pt x="713" y="97"/>
                      <a:pt x="709" y="96"/>
                    </a:cubicBezTo>
                    <a:cubicBezTo>
                      <a:pt x="701" y="94"/>
                      <a:pt x="698" y="87"/>
                      <a:pt x="694" y="81"/>
                    </a:cubicBezTo>
                    <a:cubicBezTo>
                      <a:pt x="691" y="74"/>
                      <a:pt x="685" y="70"/>
                      <a:pt x="680" y="65"/>
                    </a:cubicBezTo>
                    <a:cubicBezTo>
                      <a:pt x="678" y="64"/>
                      <a:pt x="676" y="63"/>
                      <a:pt x="675" y="62"/>
                    </a:cubicBezTo>
                    <a:cubicBezTo>
                      <a:pt x="674" y="61"/>
                      <a:pt x="674" y="59"/>
                      <a:pt x="673" y="58"/>
                    </a:cubicBezTo>
                    <a:cubicBezTo>
                      <a:pt x="670" y="56"/>
                      <a:pt x="667" y="55"/>
                      <a:pt x="665" y="54"/>
                    </a:cubicBezTo>
                    <a:cubicBezTo>
                      <a:pt x="661" y="53"/>
                      <a:pt x="658" y="52"/>
                      <a:pt x="655" y="51"/>
                    </a:cubicBezTo>
                    <a:cubicBezTo>
                      <a:pt x="651" y="50"/>
                      <a:pt x="647" y="48"/>
                      <a:pt x="643" y="47"/>
                    </a:cubicBezTo>
                    <a:cubicBezTo>
                      <a:pt x="640" y="46"/>
                      <a:pt x="638" y="44"/>
                      <a:pt x="636" y="43"/>
                    </a:cubicBezTo>
                    <a:cubicBezTo>
                      <a:pt x="632" y="41"/>
                      <a:pt x="628" y="40"/>
                      <a:pt x="624" y="41"/>
                    </a:cubicBezTo>
                    <a:cubicBezTo>
                      <a:pt x="620" y="42"/>
                      <a:pt x="617" y="44"/>
                      <a:pt x="614" y="46"/>
                    </a:cubicBezTo>
                    <a:cubicBezTo>
                      <a:pt x="611" y="47"/>
                      <a:pt x="607" y="49"/>
                      <a:pt x="604" y="47"/>
                    </a:cubicBezTo>
                    <a:cubicBezTo>
                      <a:pt x="601" y="46"/>
                      <a:pt x="603" y="45"/>
                      <a:pt x="606" y="44"/>
                    </a:cubicBezTo>
                    <a:cubicBezTo>
                      <a:pt x="609" y="42"/>
                      <a:pt x="614" y="42"/>
                      <a:pt x="617" y="39"/>
                    </a:cubicBezTo>
                    <a:cubicBezTo>
                      <a:pt x="603" y="41"/>
                      <a:pt x="603" y="41"/>
                      <a:pt x="603" y="41"/>
                    </a:cubicBezTo>
                    <a:cubicBezTo>
                      <a:pt x="596" y="29"/>
                      <a:pt x="596" y="29"/>
                      <a:pt x="596" y="29"/>
                    </a:cubicBezTo>
                    <a:cubicBezTo>
                      <a:pt x="579" y="29"/>
                      <a:pt x="579" y="29"/>
                      <a:pt x="579" y="29"/>
                    </a:cubicBezTo>
                    <a:cubicBezTo>
                      <a:pt x="578" y="12"/>
                      <a:pt x="578" y="12"/>
                      <a:pt x="578" y="12"/>
                    </a:cubicBezTo>
                    <a:cubicBezTo>
                      <a:pt x="559" y="2"/>
                      <a:pt x="559" y="2"/>
                      <a:pt x="559" y="2"/>
                    </a:cubicBezTo>
                    <a:cubicBezTo>
                      <a:pt x="522" y="0"/>
                      <a:pt x="522" y="0"/>
                      <a:pt x="522" y="0"/>
                    </a:cubicBezTo>
                    <a:cubicBezTo>
                      <a:pt x="507" y="14"/>
                      <a:pt x="507" y="14"/>
                      <a:pt x="507" y="14"/>
                    </a:cubicBezTo>
                    <a:cubicBezTo>
                      <a:pt x="517" y="37"/>
                      <a:pt x="517" y="37"/>
                      <a:pt x="517" y="37"/>
                    </a:cubicBezTo>
                    <a:cubicBezTo>
                      <a:pt x="522" y="38"/>
                      <a:pt x="522" y="38"/>
                      <a:pt x="522" y="38"/>
                    </a:cubicBezTo>
                    <a:cubicBezTo>
                      <a:pt x="539" y="31"/>
                      <a:pt x="539" y="31"/>
                      <a:pt x="539" y="31"/>
                    </a:cubicBezTo>
                    <a:cubicBezTo>
                      <a:pt x="551" y="35"/>
                      <a:pt x="551" y="35"/>
                      <a:pt x="551" y="35"/>
                    </a:cubicBezTo>
                    <a:cubicBezTo>
                      <a:pt x="552" y="50"/>
                      <a:pt x="552" y="50"/>
                      <a:pt x="552" y="50"/>
                    </a:cubicBezTo>
                    <a:cubicBezTo>
                      <a:pt x="537" y="53"/>
                      <a:pt x="537" y="53"/>
                      <a:pt x="537" y="53"/>
                    </a:cubicBezTo>
                    <a:cubicBezTo>
                      <a:pt x="519" y="49"/>
                      <a:pt x="519" y="49"/>
                      <a:pt x="519" y="49"/>
                    </a:cubicBezTo>
                    <a:cubicBezTo>
                      <a:pt x="514" y="57"/>
                      <a:pt x="514" y="57"/>
                      <a:pt x="514" y="57"/>
                    </a:cubicBezTo>
                    <a:cubicBezTo>
                      <a:pt x="494" y="57"/>
                      <a:pt x="494" y="57"/>
                      <a:pt x="494" y="57"/>
                    </a:cubicBezTo>
                    <a:cubicBezTo>
                      <a:pt x="474" y="37"/>
                      <a:pt x="474" y="37"/>
                      <a:pt x="474" y="37"/>
                    </a:cubicBezTo>
                    <a:cubicBezTo>
                      <a:pt x="452" y="47"/>
                      <a:pt x="452" y="47"/>
                      <a:pt x="452" y="47"/>
                    </a:cubicBezTo>
                    <a:cubicBezTo>
                      <a:pt x="425" y="47"/>
                      <a:pt x="425" y="47"/>
                      <a:pt x="425" y="47"/>
                    </a:cubicBezTo>
                    <a:cubicBezTo>
                      <a:pt x="406" y="34"/>
                      <a:pt x="406" y="34"/>
                      <a:pt x="406" y="34"/>
                    </a:cubicBezTo>
                    <a:cubicBezTo>
                      <a:pt x="395" y="43"/>
                      <a:pt x="395" y="43"/>
                      <a:pt x="395" y="43"/>
                    </a:cubicBezTo>
                    <a:cubicBezTo>
                      <a:pt x="367" y="43"/>
                      <a:pt x="367" y="43"/>
                      <a:pt x="367" y="43"/>
                    </a:cubicBezTo>
                    <a:cubicBezTo>
                      <a:pt x="366" y="31"/>
                      <a:pt x="366" y="31"/>
                      <a:pt x="366" y="31"/>
                    </a:cubicBezTo>
                    <a:cubicBezTo>
                      <a:pt x="376" y="25"/>
                      <a:pt x="376" y="25"/>
                      <a:pt x="376" y="25"/>
                    </a:cubicBezTo>
                    <a:cubicBezTo>
                      <a:pt x="357" y="18"/>
                      <a:pt x="357" y="18"/>
                      <a:pt x="357" y="18"/>
                    </a:cubicBezTo>
                    <a:cubicBezTo>
                      <a:pt x="357" y="21"/>
                      <a:pt x="357" y="21"/>
                      <a:pt x="357" y="21"/>
                    </a:cubicBezTo>
                    <a:cubicBezTo>
                      <a:pt x="341" y="45"/>
                      <a:pt x="341" y="45"/>
                      <a:pt x="341" y="45"/>
                    </a:cubicBezTo>
                    <a:cubicBezTo>
                      <a:pt x="347" y="50"/>
                      <a:pt x="347" y="50"/>
                      <a:pt x="347" y="50"/>
                    </a:cubicBezTo>
                    <a:cubicBezTo>
                      <a:pt x="329" y="62"/>
                      <a:pt x="329" y="62"/>
                      <a:pt x="329" y="62"/>
                    </a:cubicBezTo>
                    <a:cubicBezTo>
                      <a:pt x="298" y="64"/>
                      <a:pt x="298" y="64"/>
                      <a:pt x="298" y="64"/>
                    </a:cubicBezTo>
                    <a:cubicBezTo>
                      <a:pt x="275" y="57"/>
                      <a:pt x="275" y="57"/>
                      <a:pt x="275" y="57"/>
                    </a:cubicBezTo>
                    <a:cubicBezTo>
                      <a:pt x="277" y="46"/>
                      <a:pt x="277" y="46"/>
                      <a:pt x="277" y="46"/>
                    </a:cubicBezTo>
                    <a:cubicBezTo>
                      <a:pt x="249" y="41"/>
                      <a:pt x="249" y="41"/>
                      <a:pt x="249" y="41"/>
                    </a:cubicBezTo>
                    <a:cubicBezTo>
                      <a:pt x="234" y="72"/>
                      <a:pt x="234" y="72"/>
                      <a:pt x="234" y="72"/>
                    </a:cubicBezTo>
                    <a:cubicBezTo>
                      <a:pt x="253" y="73"/>
                      <a:pt x="253" y="73"/>
                      <a:pt x="253" y="73"/>
                    </a:cubicBezTo>
                    <a:cubicBezTo>
                      <a:pt x="255" y="87"/>
                      <a:pt x="255" y="87"/>
                      <a:pt x="255" y="87"/>
                    </a:cubicBezTo>
                    <a:cubicBezTo>
                      <a:pt x="255" y="87"/>
                      <a:pt x="227" y="102"/>
                      <a:pt x="200" y="133"/>
                    </a:cubicBezTo>
                    <a:cubicBezTo>
                      <a:pt x="178" y="138"/>
                      <a:pt x="178" y="138"/>
                      <a:pt x="178" y="138"/>
                    </a:cubicBezTo>
                    <a:cubicBezTo>
                      <a:pt x="174" y="159"/>
                      <a:pt x="174" y="159"/>
                      <a:pt x="174" y="159"/>
                    </a:cubicBezTo>
                    <a:cubicBezTo>
                      <a:pt x="133" y="161"/>
                      <a:pt x="133" y="161"/>
                      <a:pt x="133" y="161"/>
                    </a:cubicBezTo>
                    <a:cubicBezTo>
                      <a:pt x="128" y="178"/>
                      <a:pt x="128" y="178"/>
                      <a:pt x="128" y="178"/>
                    </a:cubicBezTo>
                    <a:cubicBezTo>
                      <a:pt x="120" y="195"/>
                      <a:pt x="120" y="195"/>
                      <a:pt x="120" y="195"/>
                    </a:cubicBezTo>
                    <a:cubicBezTo>
                      <a:pt x="122" y="205"/>
                      <a:pt x="122" y="205"/>
                      <a:pt x="122" y="205"/>
                    </a:cubicBezTo>
                    <a:cubicBezTo>
                      <a:pt x="122" y="205"/>
                      <a:pt x="74" y="224"/>
                      <a:pt x="57" y="244"/>
                    </a:cubicBezTo>
                    <a:cubicBezTo>
                      <a:pt x="54" y="266"/>
                      <a:pt x="54" y="266"/>
                      <a:pt x="54" y="266"/>
                    </a:cubicBezTo>
                    <a:cubicBezTo>
                      <a:pt x="26" y="281"/>
                      <a:pt x="26" y="281"/>
                      <a:pt x="26" y="281"/>
                    </a:cubicBezTo>
                    <a:cubicBezTo>
                      <a:pt x="26" y="293"/>
                      <a:pt x="26" y="293"/>
                      <a:pt x="26" y="293"/>
                    </a:cubicBezTo>
                    <a:cubicBezTo>
                      <a:pt x="44" y="306"/>
                      <a:pt x="44" y="306"/>
                      <a:pt x="44" y="306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0" y="345"/>
                      <a:pt x="0" y="345"/>
                      <a:pt x="0" y="345"/>
                    </a:cubicBezTo>
                    <a:cubicBezTo>
                      <a:pt x="0" y="363"/>
                      <a:pt x="0" y="363"/>
                      <a:pt x="0" y="363"/>
                    </a:cubicBezTo>
                    <a:cubicBezTo>
                      <a:pt x="27" y="355"/>
                      <a:pt x="27" y="355"/>
                      <a:pt x="27" y="355"/>
                    </a:cubicBezTo>
                    <a:cubicBezTo>
                      <a:pt x="46" y="362"/>
                      <a:pt x="46" y="362"/>
                      <a:pt x="46" y="362"/>
                    </a:cubicBezTo>
                    <a:cubicBezTo>
                      <a:pt x="46" y="362"/>
                      <a:pt x="62" y="348"/>
                      <a:pt x="78" y="346"/>
                    </a:cubicBezTo>
                    <a:cubicBezTo>
                      <a:pt x="66" y="330"/>
                      <a:pt x="66" y="330"/>
                      <a:pt x="66" y="330"/>
                    </a:cubicBezTo>
                    <a:cubicBezTo>
                      <a:pt x="66" y="330"/>
                      <a:pt x="65" y="331"/>
                      <a:pt x="65" y="331"/>
                    </a:cubicBezTo>
                    <a:cubicBezTo>
                      <a:pt x="61" y="335"/>
                      <a:pt x="57" y="340"/>
                      <a:pt x="53" y="345"/>
                    </a:cubicBezTo>
                    <a:cubicBezTo>
                      <a:pt x="51" y="346"/>
                      <a:pt x="45" y="355"/>
                      <a:pt x="42" y="350"/>
                    </a:cubicBezTo>
                    <a:cubicBezTo>
                      <a:pt x="43" y="346"/>
                      <a:pt x="44" y="342"/>
                      <a:pt x="46" y="339"/>
                    </a:cubicBezTo>
                    <a:cubicBezTo>
                      <a:pt x="51" y="333"/>
                      <a:pt x="54" y="325"/>
                      <a:pt x="58" y="319"/>
                    </a:cubicBezTo>
                    <a:cubicBezTo>
                      <a:pt x="61" y="313"/>
                      <a:pt x="66" y="307"/>
                      <a:pt x="71" y="302"/>
                    </a:cubicBezTo>
                    <a:cubicBezTo>
                      <a:pt x="75" y="298"/>
                      <a:pt x="80" y="295"/>
                      <a:pt x="85" y="294"/>
                    </a:cubicBezTo>
                    <a:cubicBezTo>
                      <a:pt x="90" y="294"/>
                      <a:pt x="95" y="294"/>
                      <a:pt x="100" y="294"/>
                    </a:cubicBezTo>
                    <a:cubicBezTo>
                      <a:pt x="111" y="293"/>
                      <a:pt x="120" y="286"/>
                      <a:pt x="130" y="286"/>
                    </a:cubicBezTo>
                    <a:cubicBezTo>
                      <a:pt x="142" y="286"/>
                      <a:pt x="153" y="294"/>
                      <a:pt x="163" y="299"/>
                    </a:cubicBezTo>
                    <a:cubicBezTo>
                      <a:pt x="167" y="302"/>
                      <a:pt x="172" y="304"/>
                      <a:pt x="177" y="307"/>
                    </a:cubicBezTo>
                    <a:cubicBezTo>
                      <a:pt x="181" y="309"/>
                      <a:pt x="186" y="311"/>
                      <a:pt x="189" y="314"/>
                    </a:cubicBezTo>
                    <a:cubicBezTo>
                      <a:pt x="196" y="321"/>
                      <a:pt x="177" y="322"/>
                      <a:pt x="174" y="322"/>
                    </a:cubicBezTo>
                    <a:cubicBezTo>
                      <a:pt x="172" y="322"/>
                      <a:pt x="171" y="322"/>
                      <a:pt x="169" y="322"/>
                    </a:cubicBezTo>
                    <a:cubicBezTo>
                      <a:pt x="179" y="339"/>
                      <a:pt x="179" y="339"/>
                      <a:pt x="179" y="339"/>
                    </a:cubicBezTo>
                    <a:cubicBezTo>
                      <a:pt x="162" y="359"/>
                      <a:pt x="162" y="359"/>
                      <a:pt x="162" y="359"/>
                    </a:cubicBezTo>
                    <a:cubicBezTo>
                      <a:pt x="160" y="378"/>
                      <a:pt x="160" y="378"/>
                      <a:pt x="160" y="378"/>
                    </a:cubicBezTo>
                    <a:cubicBezTo>
                      <a:pt x="173" y="385"/>
                      <a:pt x="173" y="385"/>
                      <a:pt x="173" y="385"/>
                    </a:cubicBezTo>
                    <a:cubicBezTo>
                      <a:pt x="172" y="406"/>
                      <a:pt x="172" y="406"/>
                      <a:pt x="172" y="406"/>
                    </a:cubicBezTo>
                    <a:cubicBezTo>
                      <a:pt x="183" y="406"/>
                      <a:pt x="183" y="406"/>
                      <a:pt x="183" y="406"/>
                    </a:cubicBezTo>
                    <a:cubicBezTo>
                      <a:pt x="198" y="435"/>
                      <a:pt x="198" y="435"/>
                      <a:pt x="198" y="435"/>
                    </a:cubicBezTo>
                    <a:cubicBezTo>
                      <a:pt x="187" y="459"/>
                      <a:pt x="187" y="459"/>
                      <a:pt x="187" y="459"/>
                    </a:cubicBezTo>
                    <a:cubicBezTo>
                      <a:pt x="204" y="466"/>
                      <a:pt x="204" y="466"/>
                      <a:pt x="204" y="466"/>
                    </a:cubicBezTo>
                    <a:cubicBezTo>
                      <a:pt x="295" y="444"/>
                      <a:pt x="295" y="444"/>
                      <a:pt x="295" y="444"/>
                    </a:cubicBezTo>
                    <a:cubicBezTo>
                      <a:pt x="350" y="469"/>
                      <a:pt x="350" y="469"/>
                      <a:pt x="350" y="469"/>
                    </a:cubicBezTo>
                    <a:cubicBezTo>
                      <a:pt x="357" y="453"/>
                      <a:pt x="357" y="453"/>
                      <a:pt x="357" y="453"/>
                    </a:cubicBezTo>
                    <a:cubicBezTo>
                      <a:pt x="377" y="454"/>
                      <a:pt x="377" y="454"/>
                      <a:pt x="377" y="454"/>
                    </a:cubicBezTo>
                    <a:cubicBezTo>
                      <a:pt x="406" y="414"/>
                      <a:pt x="406" y="414"/>
                      <a:pt x="406" y="414"/>
                    </a:cubicBezTo>
                    <a:cubicBezTo>
                      <a:pt x="398" y="390"/>
                      <a:pt x="398" y="390"/>
                      <a:pt x="398" y="390"/>
                    </a:cubicBezTo>
                    <a:cubicBezTo>
                      <a:pt x="417" y="387"/>
                      <a:pt x="417" y="387"/>
                      <a:pt x="417" y="387"/>
                    </a:cubicBezTo>
                    <a:cubicBezTo>
                      <a:pt x="455" y="347"/>
                      <a:pt x="455" y="347"/>
                      <a:pt x="455" y="347"/>
                    </a:cubicBezTo>
                    <a:cubicBezTo>
                      <a:pt x="480" y="340"/>
                      <a:pt x="480" y="340"/>
                      <a:pt x="480" y="340"/>
                    </a:cubicBezTo>
                    <a:cubicBezTo>
                      <a:pt x="490" y="351"/>
                      <a:pt x="490" y="351"/>
                      <a:pt x="490" y="351"/>
                    </a:cubicBezTo>
                    <a:cubicBezTo>
                      <a:pt x="476" y="395"/>
                      <a:pt x="476" y="395"/>
                      <a:pt x="476" y="395"/>
                    </a:cubicBezTo>
                    <a:cubicBezTo>
                      <a:pt x="504" y="443"/>
                      <a:pt x="504" y="443"/>
                      <a:pt x="504" y="443"/>
                    </a:cubicBezTo>
                    <a:cubicBezTo>
                      <a:pt x="523" y="444"/>
                      <a:pt x="523" y="444"/>
                      <a:pt x="523" y="444"/>
                    </a:cubicBezTo>
                    <a:cubicBezTo>
                      <a:pt x="546" y="459"/>
                      <a:pt x="546" y="459"/>
                      <a:pt x="546" y="459"/>
                    </a:cubicBezTo>
                    <a:cubicBezTo>
                      <a:pt x="529" y="481"/>
                      <a:pt x="529" y="481"/>
                      <a:pt x="529" y="481"/>
                    </a:cubicBezTo>
                    <a:cubicBezTo>
                      <a:pt x="551" y="497"/>
                      <a:pt x="551" y="497"/>
                      <a:pt x="551" y="497"/>
                    </a:cubicBezTo>
                    <a:cubicBezTo>
                      <a:pt x="551" y="517"/>
                      <a:pt x="551" y="517"/>
                      <a:pt x="551" y="517"/>
                    </a:cubicBezTo>
                    <a:cubicBezTo>
                      <a:pt x="568" y="531"/>
                      <a:pt x="568" y="531"/>
                      <a:pt x="568" y="531"/>
                    </a:cubicBezTo>
                    <a:cubicBezTo>
                      <a:pt x="589" y="508"/>
                      <a:pt x="589" y="508"/>
                      <a:pt x="589" y="508"/>
                    </a:cubicBezTo>
                    <a:cubicBezTo>
                      <a:pt x="578" y="492"/>
                      <a:pt x="578" y="492"/>
                      <a:pt x="578" y="492"/>
                    </a:cubicBezTo>
                    <a:cubicBezTo>
                      <a:pt x="583" y="477"/>
                      <a:pt x="583" y="477"/>
                      <a:pt x="583" y="477"/>
                    </a:cubicBezTo>
                    <a:cubicBezTo>
                      <a:pt x="582" y="477"/>
                      <a:pt x="581" y="477"/>
                      <a:pt x="581" y="477"/>
                    </a:cubicBezTo>
                    <a:cubicBezTo>
                      <a:pt x="578" y="477"/>
                      <a:pt x="576" y="477"/>
                      <a:pt x="573" y="477"/>
                    </a:cubicBezTo>
                    <a:cubicBezTo>
                      <a:pt x="571" y="477"/>
                      <a:pt x="567" y="477"/>
                      <a:pt x="566" y="478"/>
                    </a:cubicBezTo>
                    <a:cubicBezTo>
                      <a:pt x="563" y="479"/>
                      <a:pt x="565" y="482"/>
                      <a:pt x="565" y="484"/>
                    </a:cubicBezTo>
                    <a:cubicBezTo>
                      <a:pt x="565" y="487"/>
                      <a:pt x="563" y="489"/>
                      <a:pt x="564" y="491"/>
                    </a:cubicBezTo>
                    <a:cubicBezTo>
                      <a:pt x="564" y="493"/>
                      <a:pt x="566" y="495"/>
                      <a:pt x="566" y="497"/>
                    </a:cubicBezTo>
                    <a:cubicBezTo>
                      <a:pt x="565" y="499"/>
                      <a:pt x="562" y="497"/>
                      <a:pt x="562" y="496"/>
                    </a:cubicBezTo>
                    <a:cubicBezTo>
                      <a:pt x="561" y="493"/>
                      <a:pt x="563" y="490"/>
                      <a:pt x="560" y="489"/>
                    </a:cubicBezTo>
                    <a:cubicBezTo>
                      <a:pt x="557" y="488"/>
                      <a:pt x="554" y="489"/>
                      <a:pt x="552" y="489"/>
                    </a:cubicBezTo>
                    <a:cubicBezTo>
                      <a:pt x="548" y="489"/>
                      <a:pt x="546" y="488"/>
                      <a:pt x="544" y="485"/>
                    </a:cubicBezTo>
                    <a:cubicBezTo>
                      <a:pt x="543" y="482"/>
                      <a:pt x="543" y="481"/>
                      <a:pt x="545" y="480"/>
                    </a:cubicBezTo>
                    <a:cubicBezTo>
                      <a:pt x="546" y="479"/>
                      <a:pt x="549" y="475"/>
                      <a:pt x="550" y="476"/>
                    </a:cubicBezTo>
                    <a:cubicBezTo>
                      <a:pt x="553" y="478"/>
                      <a:pt x="547" y="489"/>
                      <a:pt x="556" y="486"/>
                    </a:cubicBezTo>
                    <a:cubicBezTo>
                      <a:pt x="561" y="484"/>
                      <a:pt x="560" y="475"/>
                      <a:pt x="563" y="472"/>
                    </a:cubicBezTo>
                    <a:cubicBezTo>
                      <a:pt x="566" y="469"/>
                      <a:pt x="574" y="470"/>
                      <a:pt x="577" y="469"/>
                    </a:cubicBezTo>
                    <a:cubicBezTo>
                      <a:pt x="580" y="469"/>
                      <a:pt x="582" y="469"/>
                      <a:pt x="584" y="470"/>
                    </a:cubicBezTo>
                    <a:cubicBezTo>
                      <a:pt x="585" y="470"/>
                      <a:pt x="585" y="470"/>
                      <a:pt x="585" y="470"/>
                    </a:cubicBezTo>
                    <a:cubicBezTo>
                      <a:pt x="591" y="452"/>
                      <a:pt x="591" y="452"/>
                      <a:pt x="591" y="452"/>
                    </a:cubicBezTo>
                    <a:cubicBezTo>
                      <a:pt x="635" y="405"/>
                      <a:pt x="635" y="405"/>
                      <a:pt x="635" y="405"/>
                    </a:cubicBezTo>
                    <a:cubicBezTo>
                      <a:pt x="639" y="355"/>
                      <a:pt x="639" y="355"/>
                      <a:pt x="639" y="355"/>
                    </a:cubicBezTo>
                    <a:cubicBezTo>
                      <a:pt x="673" y="355"/>
                      <a:pt x="673" y="355"/>
                      <a:pt x="673" y="355"/>
                    </a:cubicBezTo>
                    <a:cubicBezTo>
                      <a:pt x="670" y="385"/>
                      <a:pt x="670" y="385"/>
                      <a:pt x="670" y="385"/>
                    </a:cubicBezTo>
                    <a:cubicBezTo>
                      <a:pt x="692" y="414"/>
                      <a:pt x="692" y="414"/>
                      <a:pt x="692" y="414"/>
                    </a:cubicBezTo>
                    <a:cubicBezTo>
                      <a:pt x="715" y="414"/>
                      <a:pt x="715" y="414"/>
                      <a:pt x="715" y="414"/>
                    </a:cubicBezTo>
                    <a:cubicBezTo>
                      <a:pt x="717" y="398"/>
                      <a:pt x="717" y="398"/>
                      <a:pt x="717" y="398"/>
                    </a:cubicBezTo>
                    <a:cubicBezTo>
                      <a:pt x="756" y="398"/>
                      <a:pt x="756" y="398"/>
                      <a:pt x="756" y="398"/>
                    </a:cubicBezTo>
                    <a:cubicBezTo>
                      <a:pt x="779" y="441"/>
                      <a:pt x="779" y="441"/>
                      <a:pt x="779" y="441"/>
                    </a:cubicBezTo>
                    <a:cubicBezTo>
                      <a:pt x="806" y="427"/>
                      <a:pt x="806" y="427"/>
                      <a:pt x="806" y="427"/>
                    </a:cubicBezTo>
                    <a:cubicBezTo>
                      <a:pt x="786" y="385"/>
                      <a:pt x="786" y="385"/>
                      <a:pt x="786" y="385"/>
                    </a:cubicBezTo>
                    <a:cubicBezTo>
                      <a:pt x="780" y="360"/>
                      <a:pt x="780" y="360"/>
                      <a:pt x="780" y="360"/>
                    </a:cubicBezTo>
                    <a:cubicBezTo>
                      <a:pt x="795" y="340"/>
                      <a:pt x="795" y="340"/>
                      <a:pt x="795" y="340"/>
                    </a:cubicBezTo>
                    <a:cubicBezTo>
                      <a:pt x="818" y="334"/>
                      <a:pt x="818" y="334"/>
                      <a:pt x="818" y="334"/>
                    </a:cubicBezTo>
                    <a:cubicBezTo>
                      <a:pt x="828" y="352"/>
                      <a:pt x="828" y="352"/>
                      <a:pt x="828" y="352"/>
                    </a:cubicBezTo>
                    <a:cubicBezTo>
                      <a:pt x="858" y="355"/>
                      <a:pt x="858" y="355"/>
                      <a:pt x="858" y="355"/>
                    </a:cubicBezTo>
                    <a:cubicBezTo>
                      <a:pt x="865" y="349"/>
                      <a:pt x="865" y="349"/>
                      <a:pt x="865" y="349"/>
                    </a:cubicBezTo>
                    <a:cubicBezTo>
                      <a:pt x="866" y="338"/>
                      <a:pt x="866" y="338"/>
                      <a:pt x="866" y="338"/>
                    </a:cubicBezTo>
                    <a:cubicBezTo>
                      <a:pt x="857" y="319"/>
                      <a:pt x="857" y="319"/>
                      <a:pt x="857" y="319"/>
                    </a:cubicBezTo>
                    <a:cubicBezTo>
                      <a:pt x="870" y="289"/>
                      <a:pt x="870" y="289"/>
                      <a:pt x="870" y="289"/>
                    </a:cubicBezTo>
                    <a:lnTo>
                      <a:pt x="881" y="277"/>
                    </a:lnTo>
                    <a:close/>
                    <a:moveTo>
                      <a:pt x="234" y="173"/>
                    </a:moveTo>
                    <a:cubicBezTo>
                      <a:pt x="233" y="179"/>
                      <a:pt x="229" y="183"/>
                      <a:pt x="224" y="186"/>
                    </a:cubicBezTo>
                    <a:cubicBezTo>
                      <a:pt x="220" y="189"/>
                      <a:pt x="215" y="192"/>
                      <a:pt x="210" y="194"/>
                    </a:cubicBezTo>
                    <a:cubicBezTo>
                      <a:pt x="205" y="197"/>
                      <a:pt x="200" y="200"/>
                      <a:pt x="195" y="203"/>
                    </a:cubicBezTo>
                    <a:cubicBezTo>
                      <a:pt x="190" y="206"/>
                      <a:pt x="185" y="210"/>
                      <a:pt x="180" y="212"/>
                    </a:cubicBezTo>
                    <a:cubicBezTo>
                      <a:pt x="173" y="216"/>
                      <a:pt x="166" y="216"/>
                      <a:pt x="159" y="219"/>
                    </a:cubicBezTo>
                    <a:cubicBezTo>
                      <a:pt x="158" y="220"/>
                      <a:pt x="155" y="222"/>
                      <a:pt x="155" y="220"/>
                    </a:cubicBezTo>
                    <a:cubicBezTo>
                      <a:pt x="154" y="218"/>
                      <a:pt x="157" y="213"/>
                      <a:pt x="159" y="211"/>
                    </a:cubicBezTo>
                    <a:cubicBezTo>
                      <a:pt x="160" y="210"/>
                      <a:pt x="161" y="210"/>
                      <a:pt x="162" y="209"/>
                    </a:cubicBezTo>
                    <a:cubicBezTo>
                      <a:pt x="165" y="207"/>
                      <a:pt x="167" y="205"/>
                      <a:pt x="170" y="203"/>
                    </a:cubicBezTo>
                    <a:cubicBezTo>
                      <a:pt x="180" y="196"/>
                      <a:pt x="192" y="191"/>
                      <a:pt x="200" y="181"/>
                    </a:cubicBezTo>
                    <a:cubicBezTo>
                      <a:pt x="207" y="173"/>
                      <a:pt x="214" y="163"/>
                      <a:pt x="227" y="164"/>
                    </a:cubicBezTo>
                    <a:cubicBezTo>
                      <a:pt x="232" y="165"/>
                      <a:pt x="235" y="168"/>
                      <a:pt x="234" y="17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1" name="Freeform 1960">
                <a:extLst>
                  <a:ext uri="{FF2B5EF4-FFF2-40B4-BE49-F238E27FC236}">
                    <a16:creationId xmlns:a16="http://schemas.microsoft.com/office/drawing/2014/main" id="{151DC9D6-8394-EC44-840D-F3F3613AC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967"/>
                <a:ext cx="14" cy="24"/>
              </a:xfrm>
              <a:custGeom>
                <a:avLst/>
                <a:gdLst>
                  <a:gd name="T0" fmla="*/ 14 w 14"/>
                  <a:gd name="T1" fmla="*/ 15 h 24"/>
                  <a:gd name="T2" fmla="*/ 13 w 14"/>
                  <a:gd name="T3" fmla="*/ 24 h 24"/>
                  <a:gd name="T4" fmla="*/ 0 w 14"/>
                  <a:gd name="T5" fmla="*/ 24 h 24"/>
                  <a:gd name="T6" fmla="*/ 2 w 14"/>
                  <a:gd name="T7" fmla="*/ 6 h 24"/>
                  <a:gd name="T8" fmla="*/ 9 w 14"/>
                  <a:gd name="T9" fmla="*/ 0 h 24"/>
                  <a:gd name="T10" fmla="*/ 14 w 14"/>
                  <a:gd name="T11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4">
                    <a:moveTo>
                      <a:pt x="14" y="15"/>
                    </a:moveTo>
                    <a:lnTo>
                      <a:pt x="13" y="24"/>
                    </a:lnTo>
                    <a:lnTo>
                      <a:pt x="0" y="24"/>
                    </a:lnTo>
                    <a:lnTo>
                      <a:pt x="2" y="6"/>
                    </a:lnTo>
                    <a:lnTo>
                      <a:pt x="9" y="0"/>
                    </a:lnTo>
                    <a:lnTo>
                      <a:pt x="14" y="1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2" name="Freeform 1961">
                <a:extLst>
                  <a:ext uri="{FF2B5EF4-FFF2-40B4-BE49-F238E27FC236}">
                    <a16:creationId xmlns:a16="http://schemas.microsoft.com/office/drawing/2014/main" id="{FADC1D17-3DF7-4940-9A13-98CF3327A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361"/>
                <a:ext cx="32" cy="25"/>
              </a:xfrm>
              <a:custGeom>
                <a:avLst/>
                <a:gdLst>
                  <a:gd name="T0" fmla="*/ 32 w 32"/>
                  <a:gd name="T1" fmla="*/ 11 h 25"/>
                  <a:gd name="T2" fmla="*/ 28 w 32"/>
                  <a:gd name="T3" fmla="*/ 20 h 25"/>
                  <a:gd name="T4" fmla="*/ 11 w 32"/>
                  <a:gd name="T5" fmla="*/ 25 h 25"/>
                  <a:gd name="T6" fmla="*/ 2 w 32"/>
                  <a:gd name="T7" fmla="*/ 25 h 25"/>
                  <a:gd name="T8" fmla="*/ 0 w 32"/>
                  <a:gd name="T9" fmla="*/ 19 h 25"/>
                  <a:gd name="T10" fmla="*/ 5 w 32"/>
                  <a:gd name="T11" fmla="*/ 15 h 25"/>
                  <a:gd name="T12" fmla="*/ 1 w 32"/>
                  <a:gd name="T13" fmla="*/ 10 h 25"/>
                  <a:gd name="T14" fmla="*/ 5 w 32"/>
                  <a:gd name="T15" fmla="*/ 5 h 25"/>
                  <a:gd name="T16" fmla="*/ 12 w 32"/>
                  <a:gd name="T17" fmla="*/ 0 h 25"/>
                  <a:gd name="T18" fmla="*/ 30 w 32"/>
                  <a:gd name="T19" fmla="*/ 6 h 25"/>
                  <a:gd name="T20" fmla="*/ 32 w 32"/>
                  <a:gd name="T2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">
                    <a:moveTo>
                      <a:pt x="32" y="11"/>
                    </a:moveTo>
                    <a:lnTo>
                      <a:pt x="28" y="20"/>
                    </a:lnTo>
                    <a:lnTo>
                      <a:pt x="11" y="25"/>
                    </a:lnTo>
                    <a:lnTo>
                      <a:pt x="2" y="25"/>
                    </a:lnTo>
                    <a:lnTo>
                      <a:pt x="0" y="19"/>
                    </a:lnTo>
                    <a:lnTo>
                      <a:pt x="5" y="15"/>
                    </a:lnTo>
                    <a:lnTo>
                      <a:pt x="1" y="10"/>
                    </a:lnTo>
                    <a:lnTo>
                      <a:pt x="5" y="5"/>
                    </a:lnTo>
                    <a:lnTo>
                      <a:pt x="12" y="0"/>
                    </a:lnTo>
                    <a:lnTo>
                      <a:pt x="30" y="6"/>
                    </a:lnTo>
                    <a:lnTo>
                      <a:pt x="32" y="1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3" name="Freeform 1962">
                <a:extLst>
                  <a:ext uri="{FF2B5EF4-FFF2-40B4-BE49-F238E27FC236}">
                    <a16:creationId xmlns:a16="http://schemas.microsoft.com/office/drawing/2014/main" id="{D05FEBFD-69CF-FF41-9DDB-29C70E989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665"/>
                <a:ext cx="42" cy="32"/>
              </a:xfrm>
              <a:custGeom>
                <a:avLst/>
                <a:gdLst>
                  <a:gd name="T0" fmla="*/ 2 w 105"/>
                  <a:gd name="T1" fmla="*/ 16 h 79"/>
                  <a:gd name="T2" fmla="*/ 4 w 105"/>
                  <a:gd name="T3" fmla="*/ 8 h 79"/>
                  <a:gd name="T4" fmla="*/ 16 w 105"/>
                  <a:gd name="T5" fmla="*/ 4 h 79"/>
                  <a:gd name="T6" fmla="*/ 29 w 105"/>
                  <a:gd name="T7" fmla="*/ 6 h 79"/>
                  <a:gd name="T8" fmla="*/ 39 w 105"/>
                  <a:gd name="T9" fmla="*/ 8 h 79"/>
                  <a:gd name="T10" fmla="*/ 50 w 105"/>
                  <a:gd name="T11" fmla="*/ 6 h 79"/>
                  <a:gd name="T12" fmla="*/ 58 w 105"/>
                  <a:gd name="T13" fmla="*/ 10 h 79"/>
                  <a:gd name="T14" fmla="*/ 67 w 105"/>
                  <a:gd name="T15" fmla="*/ 1 h 79"/>
                  <a:gd name="T16" fmla="*/ 70 w 105"/>
                  <a:gd name="T17" fmla="*/ 12 h 79"/>
                  <a:gd name="T18" fmla="*/ 73 w 105"/>
                  <a:gd name="T19" fmla="*/ 14 h 79"/>
                  <a:gd name="T20" fmla="*/ 76 w 105"/>
                  <a:gd name="T21" fmla="*/ 19 h 79"/>
                  <a:gd name="T22" fmla="*/ 79 w 105"/>
                  <a:gd name="T23" fmla="*/ 9 h 79"/>
                  <a:gd name="T24" fmla="*/ 81 w 105"/>
                  <a:gd name="T25" fmla="*/ 17 h 79"/>
                  <a:gd name="T26" fmla="*/ 82 w 105"/>
                  <a:gd name="T27" fmla="*/ 22 h 79"/>
                  <a:gd name="T28" fmla="*/ 87 w 105"/>
                  <a:gd name="T29" fmla="*/ 23 h 79"/>
                  <a:gd name="T30" fmla="*/ 90 w 105"/>
                  <a:gd name="T31" fmla="*/ 28 h 79"/>
                  <a:gd name="T32" fmla="*/ 101 w 105"/>
                  <a:gd name="T33" fmla="*/ 32 h 79"/>
                  <a:gd name="T34" fmla="*/ 98 w 105"/>
                  <a:gd name="T35" fmla="*/ 38 h 79"/>
                  <a:gd name="T36" fmla="*/ 94 w 105"/>
                  <a:gd name="T37" fmla="*/ 46 h 79"/>
                  <a:gd name="T38" fmla="*/ 100 w 105"/>
                  <a:gd name="T39" fmla="*/ 42 h 79"/>
                  <a:gd name="T40" fmla="*/ 102 w 105"/>
                  <a:gd name="T41" fmla="*/ 48 h 79"/>
                  <a:gd name="T42" fmla="*/ 104 w 105"/>
                  <a:gd name="T43" fmla="*/ 57 h 79"/>
                  <a:gd name="T44" fmla="*/ 99 w 105"/>
                  <a:gd name="T45" fmla="*/ 63 h 79"/>
                  <a:gd name="T46" fmla="*/ 99 w 105"/>
                  <a:gd name="T47" fmla="*/ 75 h 79"/>
                  <a:gd name="T48" fmla="*/ 91 w 105"/>
                  <a:gd name="T49" fmla="*/ 78 h 79"/>
                  <a:gd name="T50" fmla="*/ 82 w 105"/>
                  <a:gd name="T51" fmla="*/ 76 h 79"/>
                  <a:gd name="T52" fmla="*/ 75 w 105"/>
                  <a:gd name="T53" fmla="*/ 70 h 79"/>
                  <a:gd name="T54" fmla="*/ 67 w 105"/>
                  <a:gd name="T55" fmla="*/ 64 h 79"/>
                  <a:gd name="T56" fmla="*/ 59 w 105"/>
                  <a:gd name="T57" fmla="*/ 54 h 79"/>
                  <a:gd name="T58" fmla="*/ 47 w 105"/>
                  <a:gd name="T59" fmla="*/ 43 h 79"/>
                  <a:gd name="T60" fmla="*/ 31 w 105"/>
                  <a:gd name="T61" fmla="*/ 33 h 79"/>
                  <a:gd name="T62" fmla="*/ 27 w 105"/>
                  <a:gd name="T63" fmla="*/ 36 h 79"/>
                  <a:gd name="T64" fmla="*/ 22 w 105"/>
                  <a:gd name="T65" fmla="*/ 38 h 79"/>
                  <a:gd name="T66" fmla="*/ 15 w 105"/>
                  <a:gd name="T67" fmla="*/ 39 h 79"/>
                  <a:gd name="T68" fmla="*/ 7 w 105"/>
                  <a:gd name="T69" fmla="*/ 34 h 79"/>
                  <a:gd name="T70" fmla="*/ 12 w 105"/>
                  <a:gd name="T71" fmla="*/ 2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5" h="79">
                    <a:moveTo>
                      <a:pt x="9" y="17"/>
                    </a:moveTo>
                    <a:cubicBezTo>
                      <a:pt x="7" y="16"/>
                      <a:pt x="5" y="16"/>
                      <a:pt x="2" y="16"/>
                    </a:cubicBezTo>
                    <a:cubicBezTo>
                      <a:pt x="0" y="16"/>
                      <a:pt x="0" y="15"/>
                      <a:pt x="0" y="13"/>
                    </a:cubicBezTo>
                    <a:cubicBezTo>
                      <a:pt x="1" y="11"/>
                      <a:pt x="2" y="10"/>
                      <a:pt x="4" y="8"/>
                    </a:cubicBezTo>
                    <a:cubicBezTo>
                      <a:pt x="6" y="7"/>
                      <a:pt x="7" y="5"/>
                      <a:pt x="9" y="4"/>
                    </a:cubicBezTo>
                    <a:cubicBezTo>
                      <a:pt x="11" y="3"/>
                      <a:pt x="14" y="3"/>
                      <a:pt x="16" y="4"/>
                    </a:cubicBezTo>
                    <a:cubicBezTo>
                      <a:pt x="18" y="5"/>
                      <a:pt x="20" y="6"/>
                      <a:pt x="22" y="6"/>
                    </a:cubicBezTo>
                    <a:cubicBezTo>
                      <a:pt x="25" y="6"/>
                      <a:pt x="27" y="7"/>
                      <a:pt x="29" y="6"/>
                    </a:cubicBezTo>
                    <a:cubicBezTo>
                      <a:pt x="31" y="6"/>
                      <a:pt x="32" y="4"/>
                      <a:pt x="34" y="4"/>
                    </a:cubicBezTo>
                    <a:cubicBezTo>
                      <a:pt x="36" y="4"/>
                      <a:pt x="37" y="6"/>
                      <a:pt x="39" y="8"/>
                    </a:cubicBezTo>
                    <a:cubicBezTo>
                      <a:pt x="41" y="9"/>
                      <a:pt x="44" y="9"/>
                      <a:pt x="47" y="9"/>
                    </a:cubicBezTo>
                    <a:cubicBezTo>
                      <a:pt x="48" y="8"/>
                      <a:pt x="49" y="8"/>
                      <a:pt x="50" y="6"/>
                    </a:cubicBezTo>
                    <a:cubicBezTo>
                      <a:pt x="51" y="6"/>
                      <a:pt x="53" y="5"/>
                      <a:pt x="54" y="6"/>
                    </a:cubicBezTo>
                    <a:cubicBezTo>
                      <a:pt x="56" y="7"/>
                      <a:pt x="56" y="10"/>
                      <a:pt x="58" y="10"/>
                    </a:cubicBezTo>
                    <a:cubicBezTo>
                      <a:pt x="61" y="10"/>
                      <a:pt x="63" y="8"/>
                      <a:pt x="64" y="6"/>
                    </a:cubicBezTo>
                    <a:cubicBezTo>
                      <a:pt x="65" y="5"/>
                      <a:pt x="65" y="1"/>
                      <a:pt x="67" y="1"/>
                    </a:cubicBezTo>
                    <a:cubicBezTo>
                      <a:pt x="69" y="0"/>
                      <a:pt x="71" y="3"/>
                      <a:pt x="71" y="5"/>
                    </a:cubicBezTo>
                    <a:cubicBezTo>
                      <a:pt x="71" y="7"/>
                      <a:pt x="71" y="10"/>
                      <a:pt x="70" y="12"/>
                    </a:cubicBezTo>
                    <a:cubicBezTo>
                      <a:pt x="70" y="13"/>
                      <a:pt x="70" y="14"/>
                      <a:pt x="71" y="15"/>
                    </a:cubicBezTo>
                    <a:cubicBezTo>
                      <a:pt x="71" y="16"/>
                      <a:pt x="73" y="15"/>
                      <a:pt x="73" y="14"/>
                    </a:cubicBezTo>
                    <a:cubicBezTo>
                      <a:pt x="73" y="16"/>
                      <a:pt x="73" y="17"/>
                      <a:pt x="73" y="18"/>
                    </a:cubicBezTo>
                    <a:cubicBezTo>
                      <a:pt x="74" y="20"/>
                      <a:pt x="75" y="20"/>
                      <a:pt x="76" y="19"/>
                    </a:cubicBezTo>
                    <a:cubicBezTo>
                      <a:pt x="77" y="17"/>
                      <a:pt x="77" y="14"/>
                      <a:pt x="78" y="12"/>
                    </a:cubicBezTo>
                    <a:cubicBezTo>
                      <a:pt x="78" y="11"/>
                      <a:pt x="78" y="9"/>
                      <a:pt x="79" y="9"/>
                    </a:cubicBezTo>
                    <a:cubicBezTo>
                      <a:pt x="81" y="10"/>
                      <a:pt x="80" y="11"/>
                      <a:pt x="80" y="12"/>
                    </a:cubicBezTo>
                    <a:cubicBezTo>
                      <a:pt x="80" y="14"/>
                      <a:pt x="81" y="16"/>
                      <a:pt x="81" y="17"/>
                    </a:cubicBezTo>
                    <a:cubicBezTo>
                      <a:pt x="81" y="19"/>
                      <a:pt x="81" y="20"/>
                      <a:pt x="82" y="21"/>
                    </a:cubicBezTo>
                    <a:cubicBezTo>
                      <a:pt x="82" y="21"/>
                      <a:pt x="82" y="22"/>
                      <a:pt x="82" y="22"/>
                    </a:cubicBezTo>
                    <a:cubicBezTo>
                      <a:pt x="83" y="23"/>
                      <a:pt x="84" y="23"/>
                      <a:pt x="85" y="22"/>
                    </a:cubicBezTo>
                    <a:cubicBezTo>
                      <a:pt x="86" y="22"/>
                      <a:pt x="87" y="22"/>
                      <a:pt x="87" y="23"/>
                    </a:cubicBezTo>
                    <a:cubicBezTo>
                      <a:pt x="88" y="25"/>
                      <a:pt x="87" y="25"/>
                      <a:pt x="86" y="26"/>
                    </a:cubicBezTo>
                    <a:cubicBezTo>
                      <a:pt x="84" y="28"/>
                      <a:pt x="89" y="28"/>
                      <a:pt x="90" y="28"/>
                    </a:cubicBezTo>
                    <a:cubicBezTo>
                      <a:pt x="92" y="28"/>
                      <a:pt x="94" y="28"/>
                      <a:pt x="96" y="28"/>
                    </a:cubicBezTo>
                    <a:cubicBezTo>
                      <a:pt x="98" y="29"/>
                      <a:pt x="100" y="30"/>
                      <a:pt x="101" y="32"/>
                    </a:cubicBezTo>
                    <a:cubicBezTo>
                      <a:pt x="102" y="33"/>
                      <a:pt x="102" y="34"/>
                      <a:pt x="101" y="35"/>
                    </a:cubicBezTo>
                    <a:cubicBezTo>
                      <a:pt x="100" y="36"/>
                      <a:pt x="99" y="37"/>
                      <a:pt x="98" y="38"/>
                    </a:cubicBezTo>
                    <a:cubicBezTo>
                      <a:pt x="97" y="39"/>
                      <a:pt x="96" y="39"/>
                      <a:pt x="95" y="41"/>
                    </a:cubicBezTo>
                    <a:cubicBezTo>
                      <a:pt x="94" y="42"/>
                      <a:pt x="94" y="44"/>
                      <a:pt x="94" y="46"/>
                    </a:cubicBezTo>
                    <a:cubicBezTo>
                      <a:pt x="96" y="46"/>
                      <a:pt x="97" y="46"/>
                      <a:pt x="98" y="45"/>
                    </a:cubicBezTo>
                    <a:cubicBezTo>
                      <a:pt x="99" y="44"/>
                      <a:pt x="99" y="43"/>
                      <a:pt x="100" y="42"/>
                    </a:cubicBezTo>
                    <a:cubicBezTo>
                      <a:pt x="101" y="41"/>
                      <a:pt x="103" y="43"/>
                      <a:pt x="104" y="44"/>
                    </a:cubicBezTo>
                    <a:cubicBezTo>
                      <a:pt x="104" y="46"/>
                      <a:pt x="103" y="47"/>
                      <a:pt x="102" y="48"/>
                    </a:cubicBezTo>
                    <a:cubicBezTo>
                      <a:pt x="101" y="50"/>
                      <a:pt x="103" y="51"/>
                      <a:pt x="104" y="53"/>
                    </a:cubicBezTo>
                    <a:cubicBezTo>
                      <a:pt x="105" y="54"/>
                      <a:pt x="105" y="56"/>
                      <a:pt x="104" y="57"/>
                    </a:cubicBezTo>
                    <a:cubicBezTo>
                      <a:pt x="104" y="58"/>
                      <a:pt x="103" y="59"/>
                      <a:pt x="102" y="60"/>
                    </a:cubicBezTo>
                    <a:cubicBezTo>
                      <a:pt x="101" y="61"/>
                      <a:pt x="101" y="63"/>
                      <a:pt x="99" y="63"/>
                    </a:cubicBezTo>
                    <a:cubicBezTo>
                      <a:pt x="98" y="64"/>
                      <a:pt x="97" y="65"/>
                      <a:pt x="98" y="66"/>
                    </a:cubicBezTo>
                    <a:cubicBezTo>
                      <a:pt x="100" y="69"/>
                      <a:pt x="99" y="72"/>
                      <a:pt x="99" y="75"/>
                    </a:cubicBezTo>
                    <a:cubicBezTo>
                      <a:pt x="98" y="75"/>
                      <a:pt x="96" y="75"/>
                      <a:pt x="94" y="75"/>
                    </a:cubicBezTo>
                    <a:cubicBezTo>
                      <a:pt x="92" y="75"/>
                      <a:pt x="92" y="77"/>
                      <a:pt x="91" y="78"/>
                    </a:cubicBezTo>
                    <a:cubicBezTo>
                      <a:pt x="90" y="79"/>
                      <a:pt x="87" y="78"/>
                      <a:pt x="86" y="77"/>
                    </a:cubicBezTo>
                    <a:cubicBezTo>
                      <a:pt x="85" y="77"/>
                      <a:pt x="83" y="76"/>
                      <a:pt x="82" y="76"/>
                    </a:cubicBezTo>
                    <a:cubicBezTo>
                      <a:pt x="81" y="75"/>
                      <a:pt x="79" y="74"/>
                      <a:pt x="78" y="73"/>
                    </a:cubicBezTo>
                    <a:cubicBezTo>
                      <a:pt x="77" y="72"/>
                      <a:pt x="76" y="71"/>
                      <a:pt x="75" y="70"/>
                    </a:cubicBezTo>
                    <a:cubicBezTo>
                      <a:pt x="74" y="69"/>
                      <a:pt x="73" y="68"/>
                      <a:pt x="71" y="67"/>
                    </a:cubicBezTo>
                    <a:cubicBezTo>
                      <a:pt x="70" y="66"/>
                      <a:pt x="68" y="65"/>
                      <a:pt x="67" y="64"/>
                    </a:cubicBezTo>
                    <a:cubicBezTo>
                      <a:pt x="65" y="63"/>
                      <a:pt x="64" y="61"/>
                      <a:pt x="62" y="60"/>
                    </a:cubicBezTo>
                    <a:cubicBezTo>
                      <a:pt x="61" y="58"/>
                      <a:pt x="60" y="56"/>
                      <a:pt x="59" y="54"/>
                    </a:cubicBezTo>
                    <a:cubicBezTo>
                      <a:pt x="57" y="52"/>
                      <a:pt x="56" y="50"/>
                      <a:pt x="54" y="49"/>
                    </a:cubicBezTo>
                    <a:cubicBezTo>
                      <a:pt x="52" y="46"/>
                      <a:pt x="50" y="45"/>
                      <a:pt x="47" y="43"/>
                    </a:cubicBezTo>
                    <a:cubicBezTo>
                      <a:pt x="45" y="41"/>
                      <a:pt x="42" y="38"/>
                      <a:pt x="39" y="37"/>
                    </a:cubicBezTo>
                    <a:cubicBezTo>
                      <a:pt x="36" y="35"/>
                      <a:pt x="34" y="33"/>
                      <a:pt x="31" y="33"/>
                    </a:cubicBezTo>
                    <a:cubicBezTo>
                      <a:pt x="30" y="33"/>
                      <a:pt x="29" y="34"/>
                      <a:pt x="28" y="35"/>
                    </a:cubicBezTo>
                    <a:cubicBezTo>
                      <a:pt x="28" y="35"/>
                      <a:pt x="27" y="36"/>
                      <a:pt x="27" y="36"/>
                    </a:cubicBezTo>
                    <a:cubicBezTo>
                      <a:pt x="26" y="36"/>
                      <a:pt x="26" y="37"/>
                      <a:pt x="25" y="37"/>
                    </a:cubicBezTo>
                    <a:cubicBezTo>
                      <a:pt x="24" y="38"/>
                      <a:pt x="23" y="38"/>
                      <a:pt x="22" y="38"/>
                    </a:cubicBezTo>
                    <a:cubicBezTo>
                      <a:pt x="21" y="38"/>
                      <a:pt x="19" y="38"/>
                      <a:pt x="18" y="39"/>
                    </a:cubicBezTo>
                    <a:cubicBezTo>
                      <a:pt x="17" y="39"/>
                      <a:pt x="16" y="39"/>
                      <a:pt x="15" y="39"/>
                    </a:cubicBezTo>
                    <a:cubicBezTo>
                      <a:pt x="13" y="39"/>
                      <a:pt x="11" y="40"/>
                      <a:pt x="9" y="39"/>
                    </a:cubicBezTo>
                    <a:cubicBezTo>
                      <a:pt x="7" y="39"/>
                      <a:pt x="7" y="36"/>
                      <a:pt x="7" y="34"/>
                    </a:cubicBezTo>
                    <a:cubicBezTo>
                      <a:pt x="7" y="33"/>
                      <a:pt x="7" y="32"/>
                      <a:pt x="7" y="31"/>
                    </a:cubicBezTo>
                    <a:cubicBezTo>
                      <a:pt x="8" y="28"/>
                      <a:pt x="11" y="26"/>
                      <a:pt x="12" y="23"/>
                    </a:cubicBezTo>
                    <a:cubicBezTo>
                      <a:pt x="12" y="20"/>
                      <a:pt x="12" y="18"/>
                      <a:pt x="9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4" name="Freeform 1963">
                <a:extLst>
                  <a:ext uri="{FF2B5EF4-FFF2-40B4-BE49-F238E27FC236}">
                    <a16:creationId xmlns:a16="http://schemas.microsoft.com/office/drawing/2014/main" id="{42AB46C3-1AEE-B44C-AA47-1FEBC7268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666"/>
                <a:ext cx="98" cy="71"/>
              </a:xfrm>
              <a:custGeom>
                <a:avLst/>
                <a:gdLst>
                  <a:gd name="T0" fmla="*/ 59 w 241"/>
                  <a:gd name="T1" fmla="*/ 34 h 174"/>
                  <a:gd name="T2" fmla="*/ 100 w 241"/>
                  <a:gd name="T3" fmla="*/ 17 h 174"/>
                  <a:gd name="T4" fmla="*/ 115 w 241"/>
                  <a:gd name="T5" fmla="*/ 12 h 174"/>
                  <a:gd name="T6" fmla="*/ 142 w 241"/>
                  <a:gd name="T7" fmla="*/ 10 h 174"/>
                  <a:gd name="T8" fmla="*/ 166 w 241"/>
                  <a:gd name="T9" fmla="*/ 2 h 174"/>
                  <a:gd name="T10" fmla="*/ 183 w 241"/>
                  <a:gd name="T11" fmla="*/ 2 h 174"/>
                  <a:gd name="T12" fmla="*/ 184 w 241"/>
                  <a:gd name="T13" fmla="*/ 11 h 174"/>
                  <a:gd name="T14" fmla="*/ 164 w 241"/>
                  <a:gd name="T15" fmla="*/ 18 h 174"/>
                  <a:gd name="T16" fmla="*/ 179 w 241"/>
                  <a:gd name="T17" fmla="*/ 20 h 174"/>
                  <a:gd name="T18" fmla="*/ 189 w 241"/>
                  <a:gd name="T19" fmla="*/ 21 h 174"/>
                  <a:gd name="T20" fmla="*/ 176 w 241"/>
                  <a:gd name="T21" fmla="*/ 32 h 174"/>
                  <a:gd name="T22" fmla="*/ 177 w 241"/>
                  <a:gd name="T23" fmla="*/ 53 h 174"/>
                  <a:gd name="T24" fmla="*/ 207 w 241"/>
                  <a:gd name="T25" fmla="*/ 57 h 174"/>
                  <a:gd name="T26" fmla="*/ 220 w 241"/>
                  <a:gd name="T27" fmla="*/ 55 h 174"/>
                  <a:gd name="T28" fmla="*/ 231 w 241"/>
                  <a:gd name="T29" fmla="*/ 63 h 174"/>
                  <a:gd name="T30" fmla="*/ 239 w 241"/>
                  <a:gd name="T31" fmla="*/ 77 h 174"/>
                  <a:gd name="T32" fmla="*/ 231 w 241"/>
                  <a:gd name="T33" fmla="*/ 95 h 174"/>
                  <a:gd name="T34" fmla="*/ 218 w 241"/>
                  <a:gd name="T35" fmla="*/ 108 h 174"/>
                  <a:gd name="T36" fmla="*/ 205 w 241"/>
                  <a:gd name="T37" fmla="*/ 121 h 174"/>
                  <a:gd name="T38" fmla="*/ 191 w 241"/>
                  <a:gd name="T39" fmla="*/ 136 h 174"/>
                  <a:gd name="T40" fmla="*/ 183 w 241"/>
                  <a:gd name="T41" fmla="*/ 152 h 174"/>
                  <a:gd name="T42" fmla="*/ 162 w 241"/>
                  <a:gd name="T43" fmla="*/ 159 h 174"/>
                  <a:gd name="T44" fmla="*/ 144 w 241"/>
                  <a:gd name="T45" fmla="*/ 170 h 174"/>
                  <a:gd name="T46" fmla="*/ 127 w 241"/>
                  <a:gd name="T47" fmla="*/ 171 h 174"/>
                  <a:gd name="T48" fmla="*/ 119 w 241"/>
                  <a:gd name="T49" fmla="*/ 162 h 174"/>
                  <a:gd name="T50" fmla="*/ 116 w 241"/>
                  <a:gd name="T51" fmla="*/ 150 h 174"/>
                  <a:gd name="T52" fmla="*/ 113 w 241"/>
                  <a:gd name="T53" fmla="*/ 145 h 174"/>
                  <a:gd name="T54" fmla="*/ 97 w 241"/>
                  <a:gd name="T55" fmla="*/ 146 h 174"/>
                  <a:gd name="T56" fmla="*/ 93 w 241"/>
                  <a:gd name="T57" fmla="*/ 142 h 174"/>
                  <a:gd name="T58" fmla="*/ 84 w 241"/>
                  <a:gd name="T59" fmla="*/ 143 h 174"/>
                  <a:gd name="T60" fmla="*/ 79 w 241"/>
                  <a:gd name="T61" fmla="*/ 140 h 174"/>
                  <a:gd name="T62" fmla="*/ 72 w 241"/>
                  <a:gd name="T63" fmla="*/ 128 h 174"/>
                  <a:gd name="T64" fmla="*/ 73 w 241"/>
                  <a:gd name="T65" fmla="*/ 124 h 174"/>
                  <a:gd name="T66" fmla="*/ 72 w 241"/>
                  <a:gd name="T67" fmla="*/ 116 h 174"/>
                  <a:gd name="T68" fmla="*/ 78 w 241"/>
                  <a:gd name="T69" fmla="*/ 110 h 174"/>
                  <a:gd name="T70" fmla="*/ 77 w 241"/>
                  <a:gd name="T71" fmla="*/ 103 h 174"/>
                  <a:gd name="T72" fmla="*/ 66 w 241"/>
                  <a:gd name="T73" fmla="*/ 91 h 174"/>
                  <a:gd name="T74" fmla="*/ 54 w 241"/>
                  <a:gd name="T75" fmla="*/ 85 h 174"/>
                  <a:gd name="T76" fmla="*/ 35 w 241"/>
                  <a:gd name="T77" fmla="*/ 94 h 174"/>
                  <a:gd name="T78" fmla="*/ 20 w 241"/>
                  <a:gd name="T79" fmla="*/ 102 h 174"/>
                  <a:gd name="T80" fmla="*/ 15 w 241"/>
                  <a:gd name="T81" fmla="*/ 84 h 174"/>
                  <a:gd name="T82" fmla="*/ 1 w 241"/>
                  <a:gd name="T83" fmla="*/ 76 h 174"/>
                  <a:gd name="T84" fmla="*/ 3 w 241"/>
                  <a:gd name="T85" fmla="*/ 66 h 174"/>
                  <a:gd name="T86" fmla="*/ 8 w 241"/>
                  <a:gd name="T87" fmla="*/ 61 h 174"/>
                  <a:gd name="T88" fmla="*/ 16 w 241"/>
                  <a:gd name="T89" fmla="*/ 56 h 174"/>
                  <a:gd name="T90" fmla="*/ 29 w 241"/>
                  <a:gd name="T91" fmla="*/ 4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1" h="174">
                    <a:moveTo>
                      <a:pt x="37" y="45"/>
                    </a:moveTo>
                    <a:cubicBezTo>
                      <a:pt x="45" y="41"/>
                      <a:pt x="52" y="38"/>
                      <a:pt x="59" y="34"/>
                    </a:cubicBezTo>
                    <a:cubicBezTo>
                      <a:pt x="65" y="30"/>
                      <a:pt x="71" y="26"/>
                      <a:pt x="78" y="24"/>
                    </a:cubicBezTo>
                    <a:cubicBezTo>
                      <a:pt x="86" y="22"/>
                      <a:pt x="93" y="20"/>
                      <a:pt x="100" y="17"/>
                    </a:cubicBezTo>
                    <a:cubicBezTo>
                      <a:pt x="102" y="16"/>
                      <a:pt x="104" y="15"/>
                      <a:pt x="107" y="14"/>
                    </a:cubicBezTo>
                    <a:cubicBezTo>
                      <a:pt x="109" y="13"/>
                      <a:pt x="112" y="13"/>
                      <a:pt x="115" y="12"/>
                    </a:cubicBezTo>
                    <a:cubicBezTo>
                      <a:pt x="121" y="11"/>
                      <a:pt x="128" y="9"/>
                      <a:pt x="134" y="9"/>
                    </a:cubicBezTo>
                    <a:cubicBezTo>
                      <a:pt x="137" y="9"/>
                      <a:pt x="139" y="10"/>
                      <a:pt x="142" y="10"/>
                    </a:cubicBezTo>
                    <a:cubicBezTo>
                      <a:pt x="145" y="9"/>
                      <a:pt x="147" y="9"/>
                      <a:pt x="150" y="7"/>
                    </a:cubicBezTo>
                    <a:cubicBezTo>
                      <a:pt x="155" y="5"/>
                      <a:pt x="160" y="2"/>
                      <a:pt x="166" y="2"/>
                    </a:cubicBezTo>
                    <a:cubicBezTo>
                      <a:pt x="168" y="2"/>
                      <a:pt x="171" y="3"/>
                      <a:pt x="174" y="3"/>
                    </a:cubicBezTo>
                    <a:cubicBezTo>
                      <a:pt x="177" y="3"/>
                      <a:pt x="180" y="2"/>
                      <a:pt x="183" y="2"/>
                    </a:cubicBezTo>
                    <a:cubicBezTo>
                      <a:pt x="186" y="1"/>
                      <a:pt x="193" y="0"/>
                      <a:pt x="193" y="5"/>
                    </a:cubicBezTo>
                    <a:cubicBezTo>
                      <a:pt x="193" y="10"/>
                      <a:pt x="187" y="11"/>
                      <a:pt x="184" y="11"/>
                    </a:cubicBezTo>
                    <a:cubicBezTo>
                      <a:pt x="178" y="11"/>
                      <a:pt x="173" y="10"/>
                      <a:pt x="168" y="13"/>
                    </a:cubicBezTo>
                    <a:cubicBezTo>
                      <a:pt x="167" y="14"/>
                      <a:pt x="164" y="15"/>
                      <a:pt x="164" y="18"/>
                    </a:cubicBezTo>
                    <a:cubicBezTo>
                      <a:pt x="164" y="20"/>
                      <a:pt x="167" y="21"/>
                      <a:pt x="169" y="21"/>
                    </a:cubicBezTo>
                    <a:cubicBezTo>
                      <a:pt x="172" y="22"/>
                      <a:pt x="176" y="21"/>
                      <a:pt x="179" y="20"/>
                    </a:cubicBezTo>
                    <a:cubicBezTo>
                      <a:pt x="181" y="19"/>
                      <a:pt x="184" y="17"/>
                      <a:pt x="187" y="17"/>
                    </a:cubicBezTo>
                    <a:cubicBezTo>
                      <a:pt x="189" y="17"/>
                      <a:pt x="189" y="19"/>
                      <a:pt x="189" y="21"/>
                    </a:cubicBezTo>
                    <a:cubicBezTo>
                      <a:pt x="188" y="23"/>
                      <a:pt x="187" y="26"/>
                      <a:pt x="185" y="28"/>
                    </a:cubicBezTo>
                    <a:cubicBezTo>
                      <a:pt x="182" y="30"/>
                      <a:pt x="179" y="31"/>
                      <a:pt x="176" y="32"/>
                    </a:cubicBezTo>
                    <a:cubicBezTo>
                      <a:pt x="174" y="33"/>
                      <a:pt x="171" y="34"/>
                      <a:pt x="170" y="37"/>
                    </a:cubicBezTo>
                    <a:cubicBezTo>
                      <a:pt x="167" y="43"/>
                      <a:pt x="173" y="50"/>
                      <a:pt x="177" y="53"/>
                    </a:cubicBezTo>
                    <a:cubicBezTo>
                      <a:pt x="181" y="57"/>
                      <a:pt x="186" y="60"/>
                      <a:pt x="191" y="61"/>
                    </a:cubicBezTo>
                    <a:cubicBezTo>
                      <a:pt x="197" y="62"/>
                      <a:pt x="203" y="61"/>
                      <a:pt x="207" y="57"/>
                    </a:cubicBezTo>
                    <a:cubicBezTo>
                      <a:pt x="210" y="55"/>
                      <a:pt x="213" y="51"/>
                      <a:pt x="216" y="53"/>
                    </a:cubicBezTo>
                    <a:cubicBezTo>
                      <a:pt x="218" y="53"/>
                      <a:pt x="219" y="55"/>
                      <a:pt x="220" y="55"/>
                    </a:cubicBezTo>
                    <a:cubicBezTo>
                      <a:pt x="222" y="57"/>
                      <a:pt x="224" y="58"/>
                      <a:pt x="225" y="59"/>
                    </a:cubicBezTo>
                    <a:cubicBezTo>
                      <a:pt x="227" y="60"/>
                      <a:pt x="229" y="61"/>
                      <a:pt x="231" y="63"/>
                    </a:cubicBezTo>
                    <a:cubicBezTo>
                      <a:pt x="233" y="65"/>
                      <a:pt x="236" y="66"/>
                      <a:pt x="238" y="68"/>
                    </a:cubicBezTo>
                    <a:cubicBezTo>
                      <a:pt x="241" y="70"/>
                      <a:pt x="240" y="74"/>
                      <a:pt x="239" y="77"/>
                    </a:cubicBezTo>
                    <a:cubicBezTo>
                      <a:pt x="238" y="80"/>
                      <a:pt x="236" y="83"/>
                      <a:pt x="235" y="87"/>
                    </a:cubicBezTo>
                    <a:cubicBezTo>
                      <a:pt x="234" y="89"/>
                      <a:pt x="233" y="93"/>
                      <a:pt x="231" y="95"/>
                    </a:cubicBezTo>
                    <a:cubicBezTo>
                      <a:pt x="229" y="97"/>
                      <a:pt x="225" y="98"/>
                      <a:pt x="223" y="99"/>
                    </a:cubicBezTo>
                    <a:cubicBezTo>
                      <a:pt x="220" y="101"/>
                      <a:pt x="219" y="104"/>
                      <a:pt x="218" y="108"/>
                    </a:cubicBezTo>
                    <a:cubicBezTo>
                      <a:pt x="216" y="111"/>
                      <a:pt x="214" y="112"/>
                      <a:pt x="211" y="114"/>
                    </a:cubicBezTo>
                    <a:cubicBezTo>
                      <a:pt x="209" y="116"/>
                      <a:pt x="207" y="118"/>
                      <a:pt x="205" y="121"/>
                    </a:cubicBezTo>
                    <a:cubicBezTo>
                      <a:pt x="203" y="123"/>
                      <a:pt x="200" y="126"/>
                      <a:pt x="198" y="128"/>
                    </a:cubicBezTo>
                    <a:cubicBezTo>
                      <a:pt x="196" y="131"/>
                      <a:pt x="193" y="134"/>
                      <a:pt x="191" y="136"/>
                    </a:cubicBezTo>
                    <a:cubicBezTo>
                      <a:pt x="189" y="139"/>
                      <a:pt x="187" y="141"/>
                      <a:pt x="186" y="144"/>
                    </a:cubicBezTo>
                    <a:cubicBezTo>
                      <a:pt x="185" y="146"/>
                      <a:pt x="185" y="150"/>
                      <a:pt x="183" y="152"/>
                    </a:cubicBezTo>
                    <a:cubicBezTo>
                      <a:pt x="181" y="155"/>
                      <a:pt x="177" y="156"/>
                      <a:pt x="174" y="156"/>
                    </a:cubicBezTo>
                    <a:cubicBezTo>
                      <a:pt x="170" y="156"/>
                      <a:pt x="166" y="157"/>
                      <a:pt x="162" y="159"/>
                    </a:cubicBezTo>
                    <a:cubicBezTo>
                      <a:pt x="159" y="161"/>
                      <a:pt x="156" y="162"/>
                      <a:pt x="153" y="164"/>
                    </a:cubicBezTo>
                    <a:cubicBezTo>
                      <a:pt x="150" y="166"/>
                      <a:pt x="147" y="168"/>
                      <a:pt x="144" y="170"/>
                    </a:cubicBezTo>
                    <a:cubicBezTo>
                      <a:pt x="141" y="172"/>
                      <a:pt x="139" y="174"/>
                      <a:pt x="135" y="174"/>
                    </a:cubicBezTo>
                    <a:cubicBezTo>
                      <a:pt x="133" y="174"/>
                      <a:pt x="128" y="173"/>
                      <a:pt x="127" y="171"/>
                    </a:cubicBezTo>
                    <a:cubicBezTo>
                      <a:pt x="125" y="169"/>
                      <a:pt x="124" y="166"/>
                      <a:pt x="122" y="165"/>
                    </a:cubicBezTo>
                    <a:cubicBezTo>
                      <a:pt x="121" y="164"/>
                      <a:pt x="120" y="163"/>
                      <a:pt x="119" y="162"/>
                    </a:cubicBezTo>
                    <a:cubicBezTo>
                      <a:pt x="117" y="161"/>
                      <a:pt x="116" y="159"/>
                      <a:pt x="115" y="157"/>
                    </a:cubicBezTo>
                    <a:cubicBezTo>
                      <a:pt x="115" y="154"/>
                      <a:pt x="116" y="152"/>
                      <a:pt x="116" y="150"/>
                    </a:cubicBezTo>
                    <a:cubicBezTo>
                      <a:pt x="116" y="149"/>
                      <a:pt x="116" y="148"/>
                      <a:pt x="116" y="147"/>
                    </a:cubicBezTo>
                    <a:cubicBezTo>
                      <a:pt x="115" y="146"/>
                      <a:pt x="114" y="146"/>
                      <a:pt x="113" y="145"/>
                    </a:cubicBezTo>
                    <a:cubicBezTo>
                      <a:pt x="110" y="144"/>
                      <a:pt x="107" y="143"/>
                      <a:pt x="104" y="144"/>
                    </a:cubicBezTo>
                    <a:cubicBezTo>
                      <a:pt x="102" y="145"/>
                      <a:pt x="100" y="146"/>
                      <a:pt x="97" y="146"/>
                    </a:cubicBezTo>
                    <a:cubicBezTo>
                      <a:pt x="96" y="147"/>
                      <a:pt x="95" y="146"/>
                      <a:pt x="95" y="145"/>
                    </a:cubicBezTo>
                    <a:cubicBezTo>
                      <a:pt x="95" y="143"/>
                      <a:pt x="94" y="143"/>
                      <a:pt x="93" y="142"/>
                    </a:cubicBezTo>
                    <a:cubicBezTo>
                      <a:pt x="91" y="142"/>
                      <a:pt x="89" y="142"/>
                      <a:pt x="88" y="142"/>
                    </a:cubicBezTo>
                    <a:cubicBezTo>
                      <a:pt x="86" y="142"/>
                      <a:pt x="85" y="142"/>
                      <a:pt x="84" y="143"/>
                    </a:cubicBezTo>
                    <a:cubicBezTo>
                      <a:pt x="83" y="143"/>
                      <a:pt x="82" y="143"/>
                      <a:pt x="81" y="142"/>
                    </a:cubicBezTo>
                    <a:cubicBezTo>
                      <a:pt x="80" y="142"/>
                      <a:pt x="80" y="141"/>
                      <a:pt x="79" y="140"/>
                    </a:cubicBezTo>
                    <a:cubicBezTo>
                      <a:pt x="78" y="138"/>
                      <a:pt x="76" y="136"/>
                      <a:pt x="75" y="135"/>
                    </a:cubicBezTo>
                    <a:cubicBezTo>
                      <a:pt x="73" y="133"/>
                      <a:pt x="72" y="130"/>
                      <a:pt x="72" y="128"/>
                    </a:cubicBezTo>
                    <a:cubicBezTo>
                      <a:pt x="72" y="127"/>
                      <a:pt x="72" y="125"/>
                      <a:pt x="72" y="125"/>
                    </a:cubicBezTo>
                    <a:cubicBezTo>
                      <a:pt x="73" y="124"/>
                      <a:pt x="73" y="124"/>
                      <a:pt x="73" y="124"/>
                    </a:cubicBezTo>
                    <a:cubicBezTo>
                      <a:pt x="74" y="124"/>
                      <a:pt x="74" y="122"/>
                      <a:pt x="74" y="121"/>
                    </a:cubicBezTo>
                    <a:cubicBezTo>
                      <a:pt x="74" y="119"/>
                      <a:pt x="71" y="118"/>
                      <a:pt x="72" y="116"/>
                    </a:cubicBezTo>
                    <a:cubicBezTo>
                      <a:pt x="73" y="115"/>
                      <a:pt x="74" y="114"/>
                      <a:pt x="75" y="114"/>
                    </a:cubicBezTo>
                    <a:cubicBezTo>
                      <a:pt x="76" y="113"/>
                      <a:pt x="77" y="112"/>
                      <a:pt x="78" y="110"/>
                    </a:cubicBezTo>
                    <a:cubicBezTo>
                      <a:pt x="78" y="109"/>
                      <a:pt x="79" y="108"/>
                      <a:pt x="78" y="107"/>
                    </a:cubicBezTo>
                    <a:cubicBezTo>
                      <a:pt x="78" y="105"/>
                      <a:pt x="78" y="104"/>
                      <a:pt x="77" y="103"/>
                    </a:cubicBezTo>
                    <a:cubicBezTo>
                      <a:pt x="75" y="102"/>
                      <a:pt x="74" y="101"/>
                      <a:pt x="73" y="99"/>
                    </a:cubicBezTo>
                    <a:cubicBezTo>
                      <a:pt x="71" y="97"/>
                      <a:pt x="68" y="94"/>
                      <a:pt x="66" y="91"/>
                    </a:cubicBezTo>
                    <a:cubicBezTo>
                      <a:pt x="64" y="89"/>
                      <a:pt x="63" y="87"/>
                      <a:pt x="61" y="85"/>
                    </a:cubicBezTo>
                    <a:cubicBezTo>
                      <a:pt x="59" y="84"/>
                      <a:pt x="56" y="84"/>
                      <a:pt x="54" y="85"/>
                    </a:cubicBezTo>
                    <a:cubicBezTo>
                      <a:pt x="51" y="86"/>
                      <a:pt x="47" y="86"/>
                      <a:pt x="44" y="88"/>
                    </a:cubicBezTo>
                    <a:cubicBezTo>
                      <a:pt x="41" y="89"/>
                      <a:pt x="37" y="92"/>
                      <a:pt x="35" y="94"/>
                    </a:cubicBezTo>
                    <a:cubicBezTo>
                      <a:pt x="33" y="97"/>
                      <a:pt x="32" y="101"/>
                      <a:pt x="30" y="103"/>
                    </a:cubicBezTo>
                    <a:cubicBezTo>
                      <a:pt x="27" y="106"/>
                      <a:pt x="22" y="105"/>
                      <a:pt x="20" y="102"/>
                    </a:cubicBezTo>
                    <a:cubicBezTo>
                      <a:pt x="18" y="99"/>
                      <a:pt x="19" y="95"/>
                      <a:pt x="19" y="91"/>
                    </a:cubicBezTo>
                    <a:cubicBezTo>
                      <a:pt x="20" y="88"/>
                      <a:pt x="19" y="84"/>
                      <a:pt x="15" y="84"/>
                    </a:cubicBezTo>
                    <a:cubicBezTo>
                      <a:pt x="12" y="84"/>
                      <a:pt x="8" y="88"/>
                      <a:pt x="4" y="86"/>
                    </a:cubicBezTo>
                    <a:cubicBezTo>
                      <a:pt x="2" y="84"/>
                      <a:pt x="1" y="79"/>
                      <a:pt x="1" y="76"/>
                    </a:cubicBezTo>
                    <a:cubicBezTo>
                      <a:pt x="0" y="74"/>
                      <a:pt x="0" y="71"/>
                      <a:pt x="1" y="69"/>
                    </a:cubicBezTo>
                    <a:cubicBezTo>
                      <a:pt x="1" y="67"/>
                      <a:pt x="2" y="67"/>
                      <a:pt x="3" y="66"/>
                    </a:cubicBezTo>
                    <a:cubicBezTo>
                      <a:pt x="3" y="65"/>
                      <a:pt x="4" y="63"/>
                      <a:pt x="5" y="62"/>
                    </a:cubicBezTo>
                    <a:cubicBezTo>
                      <a:pt x="6" y="62"/>
                      <a:pt x="7" y="61"/>
                      <a:pt x="8" y="61"/>
                    </a:cubicBezTo>
                    <a:cubicBezTo>
                      <a:pt x="10" y="60"/>
                      <a:pt x="12" y="60"/>
                      <a:pt x="13" y="59"/>
                    </a:cubicBezTo>
                    <a:cubicBezTo>
                      <a:pt x="15" y="58"/>
                      <a:pt x="15" y="57"/>
                      <a:pt x="16" y="56"/>
                    </a:cubicBezTo>
                    <a:cubicBezTo>
                      <a:pt x="18" y="55"/>
                      <a:pt x="20" y="54"/>
                      <a:pt x="22" y="53"/>
                    </a:cubicBezTo>
                    <a:cubicBezTo>
                      <a:pt x="24" y="51"/>
                      <a:pt x="26" y="50"/>
                      <a:pt x="29" y="49"/>
                    </a:cubicBezTo>
                    <a:cubicBezTo>
                      <a:pt x="31" y="47"/>
                      <a:pt x="34" y="46"/>
                      <a:pt x="37" y="4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5" name="Freeform 1964">
                <a:extLst>
                  <a:ext uri="{FF2B5EF4-FFF2-40B4-BE49-F238E27FC236}">
                    <a16:creationId xmlns:a16="http://schemas.microsoft.com/office/drawing/2014/main" id="{14702B60-9040-5B4E-9AF8-FEC21391D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3744"/>
                <a:ext cx="3" cy="2"/>
              </a:xfrm>
              <a:custGeom>
                <a:avLst/>
                <a:gdLst>
                  <a:gd name="T0" fmla="*/ 0 w 6"/>
                  <a:gd name="T1" fmla="*/ 4 h 6"/>
                  <a:gd name="T2" fmla="*/ 0 w 6"/>
                  <a:gd name="T3" fmla="*/ 3 h 6"/>
                  <a:gd name="T4" fmla="*/ 1 w 6"/>
                  <a:gd name="T5" fmla="*/ 2 h 6"/>
                  <a:gd name="T6" fmla="*/ 3 w 6"/>
                  <a:gd name="T7" fmla="*/ 1 h 6"/>
                  <a:gd name="T8" fmla="*/ 4 w 6"/>
                  <a:gd name="T9" fmla="*/ 0 h 6"/>
                  <a:gd name="T10" fmla="*/ 6 w 6"/>
                  <a:gd name="T11" fmla="*/ 2 h 6"/>
                  <a:gd name="T12" fmla="*/ 5 w 6"/>
                  <a:gd name="T13" fmla="*/ 4 h 6"/>
                  <a:gd name="T14" fmla="*/ 4 w 6"/>
                  <a:gd name="T15" fmla="*/ 5 h 6"/>
                  <a:gd name="T16" fmla="*/ 3 w 6"/>
                  <a:gd name="T17" fmla="*/ 6 h 6"/>
                  <a:gd name="T18" fmla="*/ 1 w 6"/>
                  <a:gd name="T19" fmla="*/ 6 h 6"/>
                  <a:gd name="T20" fmla="*/ 0 w 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0"/>
                      <a:pt x="6" y="1"/>
                      <a:pt x="6" y="2"/>
                    </a:cubicBezTo>
                    <a:cubicBezTo>
                      <a:pt x="6" y="3"/>
                      <a:pt x="5" y="4"/>
                      <a:pt x="5" y="4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6" name="Freeform 1965">
                <a:extLst>
                  <a:ext uri="{FF2B5EF4-FFF2-40B4-BE49-F238E27FC236}">
                    <a16:creationId xmlns:a16="http://schemas.microsoft.com/office/drawing/2014/main" id="{58724A95-136B-C04E-82CF-1E195D69F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3747"/>
                <a:ext cx="6" cy="6"/>
              </a:xfrm>
              <a:custGeom>
                <a:avLst/>
                <a:gdLst>
                  <a:gd name="T0" fmla="*/ 1 w 15"/>
                  <a:gd name="T1" fmla="*/ 3 h 15"/>
                  <a:gd name="T2" fmla="*/ 6 w 15"/>
                  <a:gd name="T3" fmla="*/ 0 h 15"/>
                  <a:gd name="T4" fmla="*/ 14 w 15"/>
                  <a:gd name="T5" fmla="*/ 3 h 15"/>
                  <a:gd name="T6" fmla="*/ 15 w 15"/>
                  <a:gd name="T7" fmla="*/ 6 h 15"/>
                  <a:gd name="T8" fmla="*/ 14 w 15"/>
                  <a:gd name="T9" fmla="*/ 10 h 15"/>
                  <a:gd name="T10" fmla="*/ 11 w 15"/>
                  <a:gd name="T11" fmla="*/ 14 h 15"/>
                  <a:gd name="T12" fmla="*/ 7 w 15"/>
                  <a:gd name="T13" fmla="*/ 14 h 15"/>
                  <a:gd name="T14" fmla="*/ 5 w 15"/>
                  <a:gd name="T15" fmla="*/ 13 h 15"/>
                  <a:gd name="T16" fmla="*/ 3 w 15"/>
                  <a:gd name="T17" fmla="*/ 12 h 15"/>
                  <a:gd name="T18" fmla="*/ 1 w 15"/>
                  <a:gd name="T19" fmla="*/ 10 h 15"/>
                  <a:gd name="T20" fmla="*/ 1 w 15"/>
                  <a:gd name="T21" fmla="*/ 9 h 15"/>
                  <a:gd name="T22" fmla="*/ 0 w 15"/>
                  <a:gd name="T23" fmla="*/ 6 h 15"/>
                  <a:gd name="T24" fmla="*/ 1 w 15"/>
                  <a:gd name="T2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5">
                    <a:moveTo>
                      <a:pt x="1" y="3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9" y="0"/>
                      <a:pt x="12" y="1"/>
                      <a:pt x="14" y="3"/>
                    </a:cubicBezTo>
                    <a:cubicBezTo>
                      <a:pt x="15" y="4"/>
                      <a:pt x="15" y="5"/>
                      <a:pt x="15" y="6"/>
                    </a:cubicBezTo>
                    <a:cubicBezTo>
                      <a:pt x="15" y="8"/>
                      <a:pt x="14" y="9"/>
                      <a:pt x="14" y="10"/>
                    </a:cubicBezTo>
                    <a:cubicBezTo>
                      <a:pt x="14" y="12"/>
                      <a:pt x="13" y="14"/>
                      <a:pt x="11" y="14"/>
                    </a:cubicBezTo>
                    <a:cubicBezTo>
                      <a:pt x="10" y="15"/>
                      <a:pt x="8" y="15"/>
                      <a:pt x="7" y="14"/>
                    </a:cubicBezTo>
                    <a:cubicBezTo>
                      <a:pt x="6" y="14"/>
                      <a:pt x="6" y="13"/>
                      <a:pt x="5" y="13"/>
                    </a:cubicBezTo>
                    <a:cubicBezTo>
                      <a:pt x="4" y="13"/>
                      <a:pt x="3" y="12"/>
                      <a:pt x="3" y="12"/>
                    </a:cubicBezTo>
                    <a:cubicBezTo>
                      <a:pt x="2" y="11"/>
                      <a:pt x="2" y="11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7" name="Freeform 1966">
                <a:extLst>
                  <a:ext uri="{FF2B5EF4-FFF2-40B4-BE49-F238E27FC236}">
                    <a16:creationId xmlns:a16="http://schemas.microsoft.com/office/drawing/2014/main" id="{90880375-EB17-5B42-8EBC-5E5B09CAB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728"/>
                <a:ext cx="39" cy="28"/>
              </a:xfrm>
              <a:custGeom>
                <a:avLst/>
                <a:gdLst>
                  <a:gd name="T0" fmla="*/ 8 w 95"/>
                  <a:gd name="T1" fmla="*/ 31 h 70"/>
                  <a:gd name="T2" fmla="*/ 13 w 95"/>
                  <a:gd name="T3" fmla="*/ 29 h 70"/>
                  <a:gd name="T4" fmla="*/ 20 w 95"/>
                  <a:gd name="T5" fmla="*/ 28 h 70"/>
                  <a:gd name="T6" fmla="*/ 28 w 95"/>
                  <a:gd name="T7" fmla="*/ 17 h 70"/>
                  <a:gd name="T8" fmla="*/ 40 w 95"/>
                  <a:gd name="T9" fmla="*/ 6 h 70"/>
                  <a:gd name="T10" fmla="*/ 57 w 95"/>
                  <a:gd name="T11" fmla="*/ 3 h 70"/>
                  <a:gd name="T12" fmla="*/ 77 w 95"/>
                  <a:gd name="T13" fmla="*/ 2 h 70"/>
                  <a:gd name="T14" fmla="*/ 92 w 95"/>
                  <a:gd name="T15" fmla="*/ 4 h 70"/>
                  <a:gd name="T16" fmla="*/ 93 w 95"/>
                  <a:gd name="T17" fmla="*/ 16 h 70"/>
                  <a:gd name="T18" fmla="*/ 93 w 95"/>
                  <a:gd name="T19" fmla="*/ 21 h 70"/>
                  <a:gd name="T20" fmla="*/ 94 w 95"/>
                  <a:gd name="T21" fmla="*/ 26 h 70"/>
                  <a:gd name="T22" fmla="*/ 85 w 95"/>
                  <a:gd name="T23" fmla="*/ 34 h 70"/>
                  <a:gd name="T24" fmla="*/ 79 w 95"/>
                  <a:gd name="T25" fmla="*/ 38 h 70"/>
                  <a:gd name="T26" fmla="*/ 77 w 95"/>
                  <a:gd name="T27" fmla="*/ 42 h 70"/>
                  <a:gd name="T28" fmla="*/ 73 w 95"/>
                  <a:gd name="T29" fmla="*/ 45 h 70"/>
                  <a:gd name="T30" fmla="*/ 65 w 95"/>
                  <a:gd name="T31" fmla="*/ 49 h 70"/>
                  <a:gd name="T32" fmla="*/ 59 w 95"/>
                  <a:gd name="T33" fmla="*/ 52 h 70"/>
                  <a:gd name="T34" fmla="*/ 57 w 95"/>
                  <a:gd name="T35" fmla="*/ 51 h 70"/>
                  <a:gd name="T36" fmla="*/ 47 w 95"/>
                  <a:gd name="T37" fmla="*/ 52 h 70"/>
                  <a:gd name="T38" fmla="*/ 43 w 95"/>
                  <a:gd name="T39" fmla="*/ 57 h 70"/>
                  <a:gd name="T40" fmla="*/ 42 w 95"/>
                  <a:gd name="T41" fmla="*/ 62 h 70"/>
                  <a:gd name="T42" fmla="*/ 36 w 95"/>
                  <a:gd name="T43" fmla="*/ 70 h 70"/>
                  <a:gd name="T44" fmla="*/ 29 w 95"/>
                  <a:gd name="T45" fmla="*/ 61 h 70"/>
                  <a:gd name="T46" fmla="*/ 24 w 95"/>
                  <a:gd name="T47" fmla="*/ 59 h 70"/>
                  <a:gd name="T48" fmla="*/ 19 w 95"/>
                  <a:gd name="T49" fmla="*/ 60 h 70"/>
                  <a:gd name="T50" fmla="*/ 15 w 95"/>
                  <a:gd name="T51" fmla="*/ 59 h 70"/>
                  <a:gd name="T52" fmla="*/ 12 w 95"/>
                  <a:gd name="T53" fmla="*/ 57 h 70"/>
                  <a:gd name="T54" fmla="*/ 4 w 95"/>
                  <a:gd name="T55" fmla="*/ 54 h 70"/>
                  <a:gd name="T56" fmla="*/ 1 w 95"/>
                  <a:gd name="T57" fmla="*/ 44 h 70"/>
                  <a:gd name="T58" fmla="*/ 3 w 95"/>
                  <a:gd name="T59" fmla="*/ 41 h 70"/>
                  <a:gd name="T60" fmla="*/ 5 w 95"/>
                  <a:gd name="T61" fmla="*/ 37 h 70"/>
                  <a:gd name="T62" fmla="*/ 8 w 95"/>
                  <a:gd name="T63" fmla="*/ 3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70">
                    <a:moveTo>
                      <a:pt x="8" y="31"/>
                    </a:moveTo>
                    <a:cubicBezTo>
                      <a:pt x="9" y="29"/>
                      <a:pt x="11" y="29"/>
                      <a:pt x="13" y="29"/>
                    </a:cubicBezTo>
                    <a:cubicBezTo>
                      <a:pt x="15" y="28"/>
                      <a:pt x="18" y="28"/>
                      <a:pt x="20" y="28"/>
                    </a:cubicBezTo>
                    <a:cubicBezTo>
                      <a:pt x="26" y="26"/>
                      <a:pt x="26" y="21"/>
                      <a:pt x="28" y="17"/>
                    </a:cubicBezTo>
                    <a:cubicBezTo>
                      <a:pt x="29" y="11"/>
                      <a:pt x="34" y="7"/>
                      <a:pt x="40" y="6"/>
                    </a:cubicBezTo>
                    <a:cubicBezTo>
                      <a:pt x="45" y="4"/>
                      <a:pt x="51" y="3"/>
                      <a:pt x="57" y="3"/>
                    </a:cubicBezTo>
                    <a:cubicBezTo>
                      <a:pt x="64" y="3"/>
                      <a:pt x="70" y="2"/>
                      <a:pt x="77" y="2"/>
                    </a:cubicBezTo>
                    <a:cubicBezTo>
                      <a:pt x="82" y="1"/>
                      <a:pt x="88" y="0"/>
                      <a:pt x="92" y="4"/>
                    </a:cubicBezTo>
                    <a:cubicBezTo>
                      <a:pt x="95" y="8"/>
                      <a:pt x="94" y="12"/>
                      <a:pt x="93" y="16"/>
                    </a:cubicBezTo>
                    <a:cubicBezTo>
                      <a:pt x="93" y="18"/>
                      <a:pt x="93" y="20"/>
                      <a:pt x="93" y="21"/>
                    </a:cubicBezTo>
                    <a:cubicBezTo>
                      <a:pt x="93" y="23"/>
                      <a:pt x="94" y="25"/>
                      <a:pt x="94" y="26"/>
                    </a:cubicBezTo>
                    <a:cubicBezTo>
                      <a:pt x="94" y="31"/>
                      <a:pt x="88" y="33"/>
                      <a:pt x="85" y="34"/>
                    </a:cubicBezTo>
                    <a:cubicBezTo>
                      <a:pt x="83" y="35"/>
                      <a:pt x="81" y="36"/>
                      <a:pt x="79" y="38"/>
                    </a:cubicBezTo>
                    <a:cubicBezTo>
                      <a:pt x="78" y="39"/>
                      <a:pt x="78" y="41"/>
                      <a:pt x="77" y="42"/>
                    </a:cubicBezTo>
                    <a:cubicBezTo>
                      <a:pt x="77" y="43"/>
                      <a:pt x="75" y="45"/>
                      <a:pt x="73" y="45"/>
                    </a:cubicBezTo>
                    <a:cubicBezTo>
                      <a:pt x="71" y="47"/>
                      <a:pt x="68" y="48"/>
                      <a:pt x="65" y="49"/>
                    </a:cubicBezTo>
                    <a:cubicBezTo>
                      <a:pt x="64" y="50"/>
                      <a:pt x="62" y="51"/>
                      <a:pt x="59" y="52"/>
                    </a:cubicBezTo>
                    <a:cubicBezTo>
                      <a:pt x="59" y="52"/>
                      <a:pt x="58" y="52"/>
                      <a:pt x="57" y="51"/>
                    </a:cubicBezTo>
                    <a:cubicBezTo>
                      <a:pt x="54" y="49"/>
                      <a:pt x="50" y="51"/>
                      <a:pt x="47" y="52"/>
                    </a:cubicBezTo>
                    <a:cubicBezTo>
                      <a:pt x="45" y="54"/>
                      <a:pt x="43" y="55"/>
                      <a:pt x="43" y="57"/>
                    </a:cubicBezTo>
                    <a:cubicBezTo>
                      <a:pt x="42" y="59"/>
                      <a:pt x="42" y="60"/>
                      <a:pt x="42" y="62"/>
                    </a:cubicBezTo>
                    <a:cubicBezTo>
                      <a:pt x="42" y="65"/>
                      <a:pt x="40" y="69"/>
                      <a:pt x="36" y="70"/>
                    </a:cubicBezTo>
                    <a:cubicBezTo>
                      <a:pt x="32" y="70"/>
                      <a:pt x="30" y="64"/>
                      <a:pt x="29" y="61"/>
                    </a:cubicBezTo>
                    <a:cubicBezTo>
                      <a:pt x="27" y="60"/>
                      <a:pt x="26" y="59"/>
                      <a:pt x="24" y="59"/>
                    </a:cubicBezTo>
                    <a:cubicBezTo>
                      <a:pt x="22" y="59"/>
                      <a:pt x="20" y="59"/>
                      <a:pt x="19" y="60"/>
                    </a:cubicBezTo>
                    <a:cubicBezTo>
                      <a:pt x="17" y="60"/>
                      <a:pt x="16" y="60"/>
                      <a:pt x="15" y="59"/>
                    </a:cubicBezTo>
                    <a:cubicBezTo>
                      <a:pt x="14" y="59"/>
                      <a:pt x="13" y="57"/>
                      <a:pt x="12" y="57"/>
                    </a:cubicBezTo>
                    <a:cubicBezTo>
                      <a:pt x="9" y="55"/>
                      <a:pt x="6" y="55"/>
                      <a:pt x="4" y="54"/>
                    </a:cubicBezTo>
                    <a:cubicBezTo>
                      <a:pt x="1" y="51"/>
                      <a:pt x="0" y="47"/>
                      <a:pt x="1" y="44"/>
                    </a:cubicBezTo>
                    <a:cubicBezTo>
                      <a:pt x="1" y="43"/>
                      <a:pt x="2" y="42"/>
                      <a:pt x="3" y="41"/>
                    </a:cubicBezTo>
                    <a:cubicBezTo>
                      <a:pt x="4" y="39"/>
                      <a:pt x="5" y="38"/>
                      <a:pt x="5" y="37"/>
                    </a:cubicBezTo>
                    <a:cubicBezTo>
                      <a:pt x="6" y="34"/>
                      <a:pt x="6" y="32"/>
                      <a:pt x="8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8" name="Freeform 1967">
                <a:extLst>
                  <a:ext uri="{FF2B5EF4-FFF2-40B4-BE49-F238E27FC236}">
                    <a16:creationId xmlns:a16="http://schemas.microsoft.com/office/drawing/2014/main" id="{A4DDBFB3-8058-0146-B54C-BFCD675C4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761"/>
                <a:ext cx="21" cy="17"/>
              </a:xfrm>
              <a:custGeom>
                <a:avLst/>
                <a:gdLst>
                  <a:gd name="T0" fmla="*/ 16 w 50"/>
                  <a:gd name="T1" fmla="*/ 5 h 44"/>
                  <a:gd name="T2" fmla="*/ 18 w 50"/>
                  <a:gd name="T3" fmla="*/ 1 h 44"/>
                  <a:gd name="T4" fmla="*/ 19 w 50"/>
                  <a:gd name="T5" fmla="*/ 1 h 44"/>
                  <a:gd name="T6" fmla="*/ 21 w 50"/>
                  <a:gd name="T7" fmla="*/ 11 h 44"/>
                  <a:gd name="T8" fmla="*/ 27 w 50"/>
                  <a:gd name="T9" fmla="*/ 15 h 44"/>
                  <a:gd name="T10" fmla="*/ 26 w 50"/>
                  <a:gd name="T11" fmla="*/ 24 h 44"/>
                  <a:gd name="T12" fmla="*/ 31 w 50"/>
                  <a:gd name="T13" fmla="*/ 27 h 44"/>
                  <a:gd name="T14" fmla="*/ 34 w 50"/>
                  <a:gd name="T15" fmla="*/ 29 h 44"/>
                  <a:gd name="T16" fmla="*/ 36 w 50"/>
                  <a:gd name="T17" fmla="*/ 31 h 44"/>
                  <a:gd name="T18" fmla="*/ 39 w 50"/>
                  <a:gd name="T19" fmla="*/ 31 h 44"/>
                  <a:gd name="T20" fmla="*/ 43 w 50"/>
                  <a:gd name="T21" fmla="*/ 30 h 44"/>
                  <a:gd name="T22" fmla="*/ 50 w 50"/>
                  <a:gd name="T23" fmla="*/ 35 h 44"/>
                  <a:gd name="T24" fmla="*/ 46 w 50"/>
                  <a:gd name="T25" fmla="*/ 41 h 44"/>
                  <a:gd name="T26" fmla="*/ 39 w 50"/>
                  <a:gd name="T27" fmla="*/ 43 h 44"/>
                  <a:gd name="T28" fmla="*/ 33 w 50"/>
                  <a:gd name="T29" fmla="*/ 42 h 44"/>
                  <a:gd name="T30" fmla="*/ 28 w 50"/>
                  <a:gd name="T31" fmla="*/ 37 h 44"/>
                  <a:gd name="T32" fmla="*/ 24 w 50"/>
                  <a:gd name="T33" fmla="*/ 31 h 44"/>
                  <a:gd name="T34" fmla="*/ 16 w 50"/>
                  <a:gd name="T35" fmla="*/ 30 h 44"/>
                  <a:gd name="T36" fmla="*/ 11 w 50"/>
                  <a:gd name="T37" fmla="*/ 35 h 44"/>
                  <a:gd name="T38" fmla="*/ 7 w 50"/>
                  <a:gd name="T39" fmla="*/ 39 h 44"/>
                  <a:gd name="T40" fmla="*/ 4 w 50"/>
                  <a:gd name="T41" fmla="*/ 38 h 44"/>
                  <a:gd name="T42" fmla="*/ 1 w 50"/>
                  <a:gd name="T43" fmla="*/ 36 h 44"/>
                  <a:gd name="T44" fmla="*/ 1 w 50"/>
                  <a:gd name="T45" fmla="*/ 32 h 44"/>
                  <a:gd name="T46" fmla="*/ 3 w 50"/>
                  <a:gd name="T47" fmla="*/ 28 h 44"/>
                  <a:gd name="T48" fmla="*/ 5 w 50"/>
                  <a:gd name="T49" fmla="*/ 24 h 44"/>
                  <a:gd name="T50" fmla="*/ 8 w 50"/>
                  <a:gd name="T51" fmla="*/ 15 h 44"/>
                  <a:gd name="T52" fmla="*/ 10 w 50"/>
                  <a:gd name="T53" fmla="*/ 12 h 44"/>
                  <a:gd name="T54" fmla="*/ 12 w 50"/>
                  <a:gd name="T55" fmla="*/ 10 h 44"/>
                  <a:gd name="T56" fmla="*/ 14 w 50"/>
                  <a:gd name="T57" fmla="*/ 9 h 44"/>
                  <a:gd name="T58" fmla="*/ 16 w 50"/>
                  <a:gd name="T59" fmla="*/ 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0" h="44">
                    <a:moveTo>
                      <a:pt x="16" y="5"/>
                    </a:moveTo>
                    <a:cubicBezTo>
                      <a:pt x="17" y="4"/>
                      <a:pt x="17" y="2"/>
                      <a:pt x="18" y="1"/>
                    </a:cubicBezTo>
                    <a:cubicBezTo>
                      <a:pt x="18" y="0"/>
                      <a:pt x="19" y="0"/>
                      <a:pt x="19" y="1"/>
                    </a:cubicBezTo>
                    <a:cubicBezTo>
                      <a:pt x="20" y="4"/>
                      <a:pt x="19" y="8"/>
                      <a:pt x="21" y="11"/>
                    </a:cubicBezTo>
                    <a:cubicBezTo>
                      <a:pt x="23" y="13"/>
                      <a:pt x="26" y="12"/>
                      <a:pt x="27" y="15"/>
                    </a:cubicBezTo>
                    <a:cubicBezTo>
                      <a:pt x="28" y="17"/>
                      <a:pt x="26" y="21"/>
                      <a:pt x="26" y="24"/>
                    </a:cubicBezTo>
                    <a:cubicBezTo>
                      <a:pt x="26" y="26"/>
                      <a:pt x="29" y="26"/>
                      <a:pt x="31" y="27"/>
                    </a:cubicBezTo>
                    <a:cubicBezTo>
                      <a:pt x="32" y="27"/>
                      <a:pt x="33" y="28"/>
                      <a:pt x="34" y="29"/>
                    </a:cubicBezTo>
                    <a:cubicBezTo>
                      <a:pt x="35" y="29"/>
                      <a:pt x="35" y="31"/>
                      <a:pt x="36" y="31"/>
                    </a:cubicBezTo>
                    <a:cubicBezTo>
                      <a:pt x="37" y="32"/>
                      <a:pt x="38" y="32"/>
                      <a:pt x="39" y="31"/>
                    </a:cubicBezTo>
                    <a:cubicBezTo>
                      <a:pt x="40" y="31"/>
                      <a:pt x="42" y="30"/>
                      <a:pt x="43" y="30"/>
                    </a:cubicBezTo>
                    <a:cubicBezTo>
                      <a:pt x="47" y="30"/>
                      <a:pt x="50" y="32"/>
                      <a:pt x="50" y="35"/>
                    </a:cubicBezTo>
                    <a:cubicBezTo>
                      <a:pt x="50" y="38"/>
                      <a:pt x="48" y="40"/>
                      <a:pt x="46" y="41"/>
                    </a:cubicBezTo>
                    <a:cubicBezTo>
                      <a:pt x="44" y="42"/>
                      <a:pt x="41" y="42"/>
                      <a:pt x="39" y="43"/>
                    </a:cubicBezTo>
                    <a:cubicBezTo>
                      <a:pt x="37" y="44"/>
                      <a:pt x="35" y="43"/>
                      <a:pt x="33" y="42"/>
                    </a:cubicBezTo>
                    <a:cubicBezTo>
                      <a:pt x="31" y="41"/>
                      <a:pt x="30" y="39"/>
                      <a:pt x="28" y="37"/>
                    </a:cubicBezTo>
                    <a:cubicBezTo>
                      <a:pt x="27" y="35"/>
                      <a:pt x="26" y="32"/>
                      <a:pt x="24" y="31"/>
                    </a:cubicBezTo>
                    <a:cubicBezTo>
                      <a:pt x="22" y="29"/>
                      <a:pt x="19" y="29"/>
                      <a:pt x="16" y="30"/>
                    </a:cubicBezTo>
                    <a:cubicBezTo>
                      <a:pt x="14" y="32"/>
                      <a:pt x="13" y="33"/>
                      <a:pt x="11" y="35"/>
                    </a:cubicBezTo>
                    <a:cubicBezTo>
                      <a:pt x="10" y="36"/>
                      <a:pt x="8" y="38"/>
                      <a:pt x="7" y="39"/>
                    </a:cubicBezTo>
                    <a:cubicBezTo>
                      <a:pt x="6" y="39"/>
                      <a:pt x="4" y="39"/>
                      <a:pt x="4" y="38"/>
                    </a:cubicBezTo>
                    <a:cubicBezTo>
                      <a:pt x="2" y="38"/>
                      <a:pt x="1" y="37"/>
                      <a:pt x="1" y="36"/>
                    </a:cubicBezTo>
                    <a:cubicBezTo>
                      <a:pt x="0" y="35"/>
                      <a:pt x="0" y="33"/>
                      <a:pt x="1" y="32"/>
                    </a:cubicBezTo>
                    <a:cubicBezTo>
                      <a:pt x="1" y="30"/>
                      <a:pt x="2" y="29"/>
                      <a:pt x="3" y="28"/>
                    </a:cubicBezTo>
                    <a:cubicBezTo>
                      <a:pt x="4" y="27"/>
                      <a:pt x="5" y="26"/>
                      <a:pt x="5" y="24"/>
                    </a:cubicBezTo>
                    <a:cubicBezTo>
                      <a:pt x="6" y="20"/>
                      <a:pt x="7" y="18"/>
                      <a:pt x="8" y="15"/>
                    </a:cubicBezTo>
                    <a:cubicBezTo>
                      <a:pt x="9" y="13"/>
                      <a:pt x="9" y="12"/>
                      <a:pt x="10" y="12"/>
                    </a:cubicBezTo>
                    <a:cubicBezTo>
                      <a:pt x="11" y="11"/>
                      <a:pt x="11" y="10"/>
                      <a:pt x="12" y="10"/>
                    </a:cubicBezTo>
                    <a:cubicBezTo>
                      <a:pt x="13" y="10"/>
                      <a:pt x="14" y="10"/>
                      <a:pt x="14" y="9"/>
                    </a:cubicBezTo>
                    <a:cubicBezTo>
                      <a:pt x="15" y="8"/>
                      <a:pt x="16" y="7"/>
                      <a:pt x="16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9" name="Freeform 1968">
                <a:extLst>
                  <a:ext uri="{FF2B5EF4-FFF2-40B4-BE49-F238E27FC236}">
                    <a16:creationId xmlns:a16="http://schemas.microsoft.com/office/drawing/2014/main" id="{54CD7FD2-0FE9-8243-BE97-D7D794C29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3189"/>
                <a:ext cx="3" cy="8"/>
              </a:xfrm>
              <a:custGeom>
                <a:avLst/>
                <a:gdLst>
                  <a:gd name="T0" fmla="*/ 7 w 8"/>
                  <a:gd name="T1" fmla="*/ 1 h 20"/>
                  <a:gd name="T2" fmla="*/ 8 w 8"/>
                  <a:gd name="T3" fmla="*/ 3 h 20"/>
                  <a:gd name="T4" fmla="*/ 8 w 8"/>
                  <a:gd name="T5" fmla="*/ 6 h 20"/>
                  <a:gd name="T6" fmla="*/ 6 w 8"/>
                  <a:gd name="T7" fmla="*/ 10 h 20"/>
                  <a:gd name="T8" fmla="*/ 5 w 8"/>
                  <a:gd name="T9" fmla="*/ 15 h 20"/>
                  <a:gd name="T10" fmla="*/ 2 w 8"/>
                  <a:gd name="T11" fmla="*/ 18 h 20"/>
                  <a:gd name="T12" fmla="*/ 1 w 8"/>
                  <a:gd name="T13" fmla="*/ 15 h 20"/>
                  <a:gd name="T14" fmla="*/ 2 w 8"/>
                  <a:gd name="T15" fmla="*/ 6 h 20"/>
                  <a:gd name="T16" fmla="*/ 4 w 8"/>
                  <a:gd name="T17" fmla="*/ 2 h 20"/>
                  <a:gd name="T18" fmla="*/ 7 w 8"/>
                  <a:gd name="T19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20">
                    <a:moveTo>
                      <a:pt x="7" y="1"/>
                    </a:moveTo>
                    <a:cubicBezTo>
                      <a:pt x="8" y="2"/>
                      <a:pt x="8" y="2"/>
                      <a:pt x="8" y="3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8" y="7"/>
                      <a:pt x="7" y="8"/>
                      <a:pt x="6" y="10"/>
                    </a:cubicBezTo>
                    <a:cubicBezTo>
                      <a:pt x="6" y="11"/>
                      <a:pt x="5" y="13"/>
                      <a:pt x="5" y="15"/>
                    </a:cubicBezTo>
                    <a:cubicBezTo>
                      <a:pt x="4" y="16"/>
                      <a:pt x="4" y="17"/>
                      <a:pt x="2" y="18"/>
                    </a:cubicBezTo>
                    <a:cubicBezTo>
                      <a:pt x="0" y="20"/>
                      <a:pt x="0" y="16"/>
                      <a:pt x="1" y="15"/>
                    </a:cubicBezTo>
                    <a:cubicBezTo>
                      <a:pt x="1" y="12"/>
                      <a:pt x="1" y="9"/>
                      <a:pt x="2" y="6"/>
                    </a:cubicBezTo>
                    <a:cubicBezTo>
                      <a:pt x="3" y="5"/>
                      <a:pt x="3" y="3"/>
                      <a:pt x="4" y="2"/>
                    </a:cubicBezTo>
                    <a:cubicBezTo>
                      <a:pt x="5" y="0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0" name="Freeform 1969">
                <a:extLst>
                  <a:ext uri="{FF2B5EF4-FFF2-40B4-BE49-F238E27FC236}">
                    <a16:creationId xmlns:a16="http://schemas.microsoft.com/office/drawing/2014/main" id="{FDEFE558-B82A-E649-82E7-166AB40C6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3173"/>
                <a:ext cx="3" cy="5"/>
              </a:xfrm>
              <a:custGeom>
                <a:avLst/>
                <a:gdLst>
                  <a:gd name="T0" fmla="*/ 4 w 6"/>
                  <a:gd name="T1" fmla="*/ 11 h 13"/>
                  <a:gd name="T2" fmla="*/ 2 w 6"/>
                  <a:gd name="T3" fmla="*/ 13 h 13"/>
                  <a:gd name="T4" fmla="*/ 1 w 6"/>
                  <a:gd name="T5" fmla="*/ 8 h 13"/>
                  <a:gd name="T6" fmla="*/ 2 w 6"/>
                  <a:gd name="T7" fmla="*/ 6 h 13"/>
                  <a:gd name="T8" fmla="*/ 2 w 6"/>
                  <a:gd name="T9" fmla="*/ 3 h 13"/>
                  <a:gd name="T10" fmla="*/ 6 w 6"/>
                  <a:gd name="T11" fmla="*/ 3 h 13"/>
                  <a:gd name="T12" fmla="*/ 4 w 6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3">
                    <a:moveTo>
                      <a:pt x="4" y="11"/>
                    </a:moveTo>
                    <a:cubicBezTo>
                      <a:pt x="4" y="12"/>
                      <a:pt x="3" y="13"/>
                      <a:pt x="2" y="13"/>
                    </a:cubicBezTo>
                    <a:cubicBezTo>
                      <a:pt x="0" y="13"/>
                      <a:pt x="1" y="9"/>
                      <a:pt x="1" y="8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3" y="2"/>
                      <a:pt x="5" y="0"/>
                      <a:pt x="6" y="3"/>
                    </a:cubicBezTo>
                    <a:cubicBezTo>
                      <a:pt x="6" y="5"/>
                      <a:pt x="5" y="9"/>
                      <a:pt x="4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1" name="Freeform 1970">
                <a:extLst>
                  <a:ext uri="{FF2B5EF4-FFF2-40B4-BE49-F238E27FC236}">
                    <a16:creationId xmlns:a16="http://schemas.microsoft.com/office/drawing/2014/main" id="{177C9FD6-2DC4-B44D-93ED-802D7F310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3162"/>
                <a:ext cx="2" cy="4"/>
              </a:xfrm>
              <a:custGeom>
                <a:avLst/>
                <a:gdLst>
                  <a:gd name="T0" fmla="*/ 1 w 5"/>
                  <a:gd name="T1" fmla="*/ 7 h 10"/>
                  <a:gd name="T2" fmla="*/ 1 w 5"/>
                  <a:gd name="T3" fmla="*/ 2 h 10"/>
                  <a:gd name="T4" fmla="*/ 4 w 5"/>
                  <a:gd name="T5" fmla="*/ 8 h 10"/>
                  <a:gd name="T6" fmla="*/ 2 w 5"/>
                  <a:gd name="T7" fmla="*/ 10 h 10"/>
                  <a:gd name="T8" fmla="*/ 1 w 5"/>
                  <a:gd name="T9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1" y="7"/>
                    </a:moveTo>
                    <a:cubicBezTo>
                      <a:pt x="1" y="6"/>
                      <a:pt x="0" y="3"/>
                      <a:pt x="1" y="2"/>
                    </a:cubicBezTo>
                    <a:cubicBezTo>
                      <a:pt x="3" y="0"/>
                      <a:pt x="4" y="6"/>
                      <a:pt x="4" y="8"/>
                    </a:cubicBezTo>
                    <a:cubicBezTo>
                      <a:pt x="5" y="8"/>
                      <a:pt x="3" y="10"/>
                      <a:pt x="2" y="10"/>
                    </a:cubicBezTo>
                    <a:cubicBezTo>
                      <a:pt x="0" y="10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2" name="Freeform 1971">
                <a:extLst>
                  <a:ext uri="{FF2B5EF4-FFF2-40B4-BE49-F238E27FC236}">
                    <a16:creationId xmlns:a16="http://schemas.microsoft.com/office/drawing/2014/main" id="{F2F2F7B3-CD61-8A4E-963A-9A5A114D1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3157"/>
                <a:ext cx="5" cy="5"/>
              </a:xfrm>
              <a:custGeom>
                <a:avLst/>
                <a:gdLst>
                  <a:gd name="T0" fmla="*/ 12 w 12"/>
                  <a:gd name="T1" fmla="*/ 2 h 12"/>
                  <a:gd name="T2" fmla="*/ 10 w 12"/>
                  <a:gd name="T3" fmla="*/ 6 h 12"/>
                  <a:gd name="T4" fmla="*/ 7 w 12"/>
                  <a:gd name="T5" fmla="*/ 10 h 12"/>
                  <a:gd name="T6" fmla="*/ 2 w 12"/>
                  <a:gd name="T7" fmla="*/ 12 h 12"/>
                  <a:gd name="T8" fmla="*/ 0 w 12"/>
                  <a:gd name="T9" fmla="*/ 7 h 12"/>
                  <a:gd name="T10" fmla="*/ 8 w 12"/>
                  <a:gd name="T11" fmla="*/ 1 h 12"/>
                  <a:gd name="T12" fmla="*/ 12 w 12"/>
                  <a:gd name="T1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2" y="2"/>
                    </a:moveTo>
                    <a:cubicBezTo>
                      <a:pt x="12" y="3"/>
                      <a:pt x="11" y="5"/>
                      <a:pt x="10" y="6"/>
                    </a:cubicBezTo>
                    <a:cubicBezTo>
                      <a:pt x="9" y="7"/>
                      <a:pt x="8" y="9"/>
                      <a:pt x="7" y="10"/>
                    </a:cubicBezTo>
                    <a:cubicBezTo>
                      <a:pt x="6" y="11"/>
                      <a:pt x="4" y="12"/>
                      <a:pt x="2" y="12"/>
                    </a:cubicBezTo>
                    <a:cubicBezTo>
                      <a:pt x="1" y="11"/>
                      <a:pt x="0" y="9"/>
                      <a:pt x="0" y="7"/>
                    </a:cubicBezTo>
                    <a:cubicBezTo>
                      <a:pt x="1" y="5"/>
                      <a:pt x="5" y="1"/>
                      <a:pt x="8" y="1"/>
                    </a:cubicBezTo>
                    <a:cubicBezTo>
                      <a:pt x="9" y="1"/>
                      <a:pt x="11" y="0"/>
                      <a:pt x="1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3" name="Freeform 1972">
                <a:extLst>
                  <a:ext uri="{FF2B5EF4-FFF2-40B4-BE49-F238E27FC236}">
                    <a16:creationId xmlns:a16="http://schemas.microsoft.com/office/drawing/2014/main" id="{9F5339B5-B363-1241-AAE7-1381BC905A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81" y="3061"/>
                <a:ext cx="1057" cy="845"/>
              </a:xfrm>
              <a:custGeom>
                <a:avLst/>
                <a:gdLst>
                  <a:gd name="T0" fmla="*/ 2216 w 2597"/>
                  <a:gd name="T1" fmla="*/ 798 h 2077"/>
                  <a:gd name="T2" fmla="*/ 1809 w 2597"/>
                  <a:gd name="T3" fmla="*/ 587 h 2077"/>
                  <a:gd name="T4" fmla="*/ 1602 w 2597"/>
                  <a:gd name="T5" fmla="*/ 421 h 2077"/>
                  <a:gd name="T6" fmla="*/ 1481 w 2597"/>
                  <a:gd name="T7" fmla="*/ 376 h 2077"/>
                  <a:gd name="T8" fmla="*/ 1386 w 2597"/>
                  <a:gd name="T9" fmla="*/ 359 h 2077"/>
                  <a:gd name="T10" fmla="*/ 1317 w 2597"/>
                  <a:gd name="T11" fmla="*/ 308 h 2077"/>
                  <a:gd name="T12" fmla="*/ 1232 w 2597"/>
                  <a:gd name="T13" fmla="*/ 287 h 2077"/>
                  <a:gd name="T14" fmla="*/ 1144 w 2597"/>
                  <a:gd name="T15" fmla="*/ 286 h 2077"/>
                  <a:gd name="T16" fmla="*/ 1079 w 2597"/>
                  <a:gd name="T17" fmla="*/ 274 h 2077"/>
                  <a:gd name="T18" fmla="*/ 972 w 2597"/>
                  <a:gd name="T19" fmla="*/ 215 h 2077"/>
                  <a:gd name="T20" fmla="*/ 871 w 2597"/>
                  <a:gd name="T21" fmla="*/ 146 h 2077"/>
                  <a:gd name="T22" fmla="*/ 816 w 2597"/>
                  <a:gd name="T23" fmla="*/ 150 h 2077"/>
                  <a:gd name="T24" fmla="*/ 734 w 2597"/>
                  <a:gd name="T25" fmla="*/ 130 h 2077"/>
                  <a:gd name="T26" fmla="*/ 653 w 2597"/>
                  <a:gd name="T27" fmla="*/ 104 h 2077"/>
                  <a:gd name="T28" fmla="*/ 551 w 2597"/>
                  <a:gd name="T29" fmla="*/ 33 h 2077"/>
                  <a:gd name="T30" fmla="*/ 512 w 2597"/>
                  <a:gd name="T31" fmla="*/ 13 h 2077"/>
                  <a:gd name="T32" fmla="*/ 464 w 2597"/>
                  <a:gd name="T33" fmla="*/ 5 h 2077"/>
                  <a:gd name="T34" fmla="*/ 386 w 2597"/>
                  <a:gd name="T35" fmla="*/ 23 h 2077"/>
                  <a:gd name="T36" fmla="*/ 385 w 2597"/>
                  <a:gd name="T37" fmla="*/ 55 h 2077"/>
                  <a:gd name="T38" fmla="*/ 357 w 2597"/>
                  <a:gd name="T39" fmla="*/ 68 h 2077"/>
                  <a:gd name="T40" fmla="*/ 269 w 2597"/>
                  <a:gd name="T41" fmla="*/ 58 h 2077"/>
                  <a:gd name="T42" fmla="*/ 226 w 2597"/>
                  <a:gd name="T43" fmla="*/ 69 h 2077"/>
                  <a:gd name="T44" fmla="*/ 169 w 2597"/>
                  <a:gd name="T45" fmla="*/ 86 h 2077"/>
                  <a:gd name="T46" fmla="*/ 156 w 2597"/>
                  <a:gd name="T47" fmla="*/ 164 h 2077"/>
                  <a:gd name="T48" fmla="*/ 159 w 2597"/>
                  <a:gd name="T49" fmla="*/ 205 h 2077"/>
                  <a:gd name="T50" fmla="*/ 205 w 2597"/>
                  <a:gd name="T51" fmla="*/ 229 h 2077"/>
                  <a:gd name="T52" fmla="*/ 158 w 2597"/>
                  <a:gd name="T53" fmla="*/ 257 h 2077"/>
                  <a:gd name="T54" fmla="*/ 162 w 2597"/>
                  <a:gd name="T55" fmla="*/ 304 h 2077"/>
                  <a:gd name="T56" fmla="*/ 190 w 2597"/>
                  <a:gd name="T57" fmla="*/ 326 h 2077"/>
                  <a:gd name="T58" fmla="*/ 121 w 2597"/>
                  <a:gd name="T59" fmla="*/ 410 h 2077"/>
                  <a:gd name="T60" fmla="*/ 442 w 2597"/>
                  <a:gd name="T61" fmla="*/ 507 h 2077"/>
                  <a:gd name="T62" fmla="*/ 393 w 2597"/>
                  <a:gd name="T63" fmla="*/ 917 h 2077"/>
                  <a:gd name="T64" fmla="*/ 65 w 2597"/>
                  <a:gd name="T65" fmla="*/ 1509 h 2077"/>
                  <a:gd name="T66" fmla="*/ 62 w 2597"/>
                  <a:gd name="T67" fmla="*/ 1661 h 2077"/>
                  <a:gd name="T68" fmla="*/ 156 w 2597"/>
                  <a:gd name="T69" fmla="*/ 1758 h 2077"/>
                  <a:gd name="T70" fmla="*/ 185 w 2597"/>
                  <a:gd name="T71" fmla="*/ 1866 h 2077"/>
                  <a:gd name="T72" fmla="*/ 200 w 2597"/>
                  <a:gd name="T73" fmla="*/ 1960 h 2077"/>
                  <a:gd name="T74" fmla="*/ 342 w 2597"/>
                  <a:gd name="T75" fmla="*/ 2061 h 2077"/>
                  <a:gd name="T76" fmla="*/ 486 w 2597"/>
                  <a:gd name="T77" fmla="*/ 1982 h 2077"/>
                  <a:gd name="T78" fmla="*/ 605 w 2597"/>
                  <a:gd name="T79" fmla="*/ 1961 h 2077"/>
                  <a:gd name="T80" fmla="*/ 753 w 2597"/>
                  <a:gd name="T81" fmla="*/ 1991 h 2077"/>
                  <a:gd name="T82" fmla="*/ 873 w 2597"/>
                  <a:gd name="T83" fmla="*/ 2012 h 2077"/>
                  <a:gd name="T84" fmla="*/ 1000 w 2597"/>
                  <a:gd name="T85" fmla="*/ 2049 h 2077"/>
                  <a:gd name="T86" fmla="*/ 1161 w 2597"/>
                  <a:gd name="T87" fmla="*/ 2038 h 2077"/>
                  <a:gd name="T88" fmla="*/ 1349 w 2597"/>
                  <a:gd name="T89" fmla="*/ 1910 h 2077"/>
                  <a:gd name="T90" fmla="*/ 1468 w 2597"/>
                  <a:gd name="T91" fmla="*/ 1932 h 2077"/>
                  <a:gd name="T92" fmla="*/ 1483 w 2597"/>
                  <a:gd name="T93" fmla="*/ 1910 h 2077"/>
                  <a:gd name="T94" fmla="*/ 1526 w 2597"/>
                  <a:gd name="T95" fmla="*/ 1828 h 2077"/>
                  <a:gd name="T96" fmla="*/ 1666 w 2597"/>
                  <a:gd name="T97" fmla="*/ 1717 h 2077"/>
                  <a:gd name="T98" fmla="*/ 1700 w 2597"/>
                  <a:gd name="T99" fmla="*/ 1623 h 2077"/>
                  <a:gd name="T100" fmla="*/ 1707 w 2597"/>
                  <a:gd name="T101" fmla="*/ 1435 h 2077"/>
                  <a:gd name="T102" fmla="*/ 1885 w 2597"/>
                  <a:gd name="T103" fmla="*/ 1277 h 2077"/>
                  <a:gd name="T104" fmla="*/ 2013 w 2597"/>
                  <a:gd name="T105" fmla="*/ 1208 h 2077"/>
                  <a:gd name="T106" fmla="*/ 2037 w 2597"/>
                  <a:gd name="T107" fmla="*/ 1143 h 2077"/>
                  <a:gd name="T108" fmla="*/ 2146 w 2597"/>
                  <a:gd name="T109" fmla="*/ 1117 h 2077"/>
                  <a:gd name="T110" fmla="*/ 2313 w 2597"/>
                  <a:gd name="T111" fmla="*/ 1101 h 2077"/>
                  <a:gd name="T112" fmla="*/ 2462 w 2597"/>
                  <a:gd name="T113" fmla="*/ 1040 h 2077"/>
                  <a:gd name="T114" fmla="*/ 2552 w 2597"/>
                  <a:gd name="T115" fmla="*/ 915 h 2077"/>
                  <a:gd name="T116" fmla="*/ 596 w 2597"/>
                  <a:gd name="T117" fmla="*/ 736 h 2077"/>
                  <a:gd name="T118" fmla="*/ 728 w 2597"/>
                  <a:gd name="T119" fmla="*/ 628 h 2077"/>
                  <a:gd name="T120" fmla="*/ 674 w 2597"/>
                  <a:gd name="T121" fmla="*/ 634 h 20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97" h="2077">
                    <a:moveTo>
                      <a:pt x="2595" y="886"/>
                    </a:moveTo>
                    <a:cubicBezTo>
                      <a:pt x="2595" y="885"/>
                      <a:pt x="2594" y="884"/>
                      <a:pt x="2593" y="883"/>
                    </a:cubicBezTo>
                    <a:cubicBezTo>
                      <a:pt x="2591" y="883"/>
                      <a:pt x="2590" y="883"/>
                      <a:pt x="2589" y="882"/>
                    </a:cubicBezTo>
                    <a:cubicBezTo>
                      <a:pt x="2586" y="881"/>
                      <a:pt x="2583" y="881"/>
                      <a:pt x="2581" y="878"/>
                    </a:cubicBezTo>
                    <a:cubicBezTo>
                      <a:pt x="2580" y="876"/>
                      <a:pt x="2577" y="877"/>
                      <a:pt x="2575" y="875"/>
                    </a:cubicBezTo>
                    <a:cubicBezTo>
                      <a:pt x="2573" y="874"/>
                      <a:pt x="2573" y="870"/>
                      <a:pt x="2573" y="868"/>
                    </a:cubicBezTo>
                    <a:cubicBezTo>
                      <a:pt x="2573" y="864"/>
                      <a:pt x="2576" y="864"/>
                      <a:pt x="2578" y="862"/>
                    </a:cubicBezTo>
                    <a:cubicBezTo>
                      <a:pt x="2578" y="861"/>
                      <a:pt x="2578" y="860"/>
                      <a:pt x="2579" y="859"/>
                    </a:cubicBezTo>
                    <a:cubicBezTo>
                      <a:pt x="2552" y="854"/>
                      <a:pt x="2552" y="854"/>
                      <a:pt x="2552" y="854"/>
                    </a:cubicBezTo>
                    <a:cubicBezTo>
                      <a:pt x="2545" y="845"/>
                      <a:pt x="2545" y="845"/>
                      <a:pt x="2545" y="845"/>
                    </a:cubicBezTo>
                    <a:cubicBezTo>
                      <a:pt x="2508" y="840"/>
                      <a:pt x="2508" y="840"/>
                      <a:pt x="2508" y="840"/>
                    </a:cubicBezTo>
                    <a:cubicBezTo>
                      <a:pt x="2479" y="848"/>
                      <a:pt x="2479" y="848"/>
                      <a:pt x="2479" y="848"/>
                    </a:cubicBezTo>
                    <a:cubicBezTo>
                      <a:pt x="2467" y="860"/>
                      <a:pt x="2467" y="860"/>
                      <a:pt x="2467" y="860"/>
                    </a:cubicBezTo>
                    <a:cubicBezTo>
                      <a:pt x="2456" y="856"/>
                      <a:pt x="2425" y="855"/>
                      <a:pt x="2425" y="855"/>
                    </a:cubicBezTo>
                    <a:cubicBezTo>
                      <a:pt x="2416" y="839"/>
                      <a:pt x="2416" y="839"/>
                      <a:pt x="2416" y="839"/>
                    </a:cubicBezTo>
                    <a:cubicBezTo>
                      <a:pt x="2378" y="821"/>
                      <a:pt x="2378" y="821"/>
                      <a:pt x="2378" y="821"/>
                    </a:cubicBezTo>
                    <a:cubicBezTo>
                      <a:pt x="2327" y="833"/>
                      <a:pt x="2327" y="833"/>
                      <a:pt x="2327" y="833"/>
                    </a:cubicBezTo>
                    <a:cubicBezTo>
                      <a:pt x="2315" y="805"/>
                      <a:pt x="2315" y="805"/>
                      <a:pt x="2315" y="805"/>
                    </a:cubicBezTo>
                    <a:cubicBezTo>
                      <a:pt x="2281" y="786"/>
                      <a:pt x="2281" y="786"/>
                      <a:pt x="2281" y="786"/>
                    </a:cubicBezTo>
                    <a:cubicBezTo>
                      <a:pt x="2237" y="798"/>
                      <a:pt x="2237" y="798"/>
                      <a:pt x="2237" y="798"/>
                    </a:cubicBezTo>
                    <a:cubicBezTo>
                      <a:pt x="2216" y="798"/>
                      <a:pt x="2216" y="798"/>
                      <a:pt x="2216" y="798"/>
                    </a:cubicBezTo>
                    <a:cubicBezTo>
                      <a:pt x="2211" y="784"/>
                      <a:pt x="2211" y="784"/>
                      <a:pt x="2211" y="784"/>
                    </a:cubicBezTo>
                    <a:cubicBezTo>
                      <a:pt x="2224" y="773"/>
                      <a:pt x="2224" y="773"/>
                      <a:pt x="2224" y="773"/>
                    </a:cubicBezTo>
                    <a:cubicBezTo>
                      <a:pt x="2214" y="762"/>
                      <a:pt x="2214" y="762"/>
                      <a:pt x="2214" y="762"/>
                    </a:cubicBezTo>
                    <a:cubicBezTo>
                      <a:pt x="2224" y="749"/>
                      <a:pt x="2224" y="749"/>
                      <a:pt x="2224" y="749"/>
                    </a:cubicBezTo>
                    <a:cubicBezTo>
                      <a:pt x="2214" y="707"/>
                      <a:pt x="2214" y="707"/>
                      <a:pt x="2214" y="707"/>
                    </a:cubicBezTo>
                    <a:cubicBezTo>
                      <a:pt x="2176" y="705"/>
                      <a:pt x="2176" y="705"/>
                      <a:pt x="2176" y="705"/>
                    </a:cubicBezTo>
                    <a:cubicBezTo>
                      <a:pt x="2171" y="689"/>
                      <a:pt x="2171" y="689"/>
                      <a:pt x="2171" y="689"/>
                    </a:cubicBezTo>
                    <a:cubicBezTo>
                      <a:pt x="2148" y="677"/>
                      <a:pt x="2148" y="677"/>
                      <a:pt x="2148" y="677"/>
                    </a:cubicBezTo>
                    <a:cubicBezTo>
                      <a:pt x="2136" y="677"/>
                      <a:pt x="2136" y="677"/>
                      <a:pt x="2136" y="677"/>
                    </a:cubicBezTo>
                    <a:cubicBezTo>
                      <a:pt x="2131" y="667"/>
                      <a:pt x="2131" y="667"/>
                      <a:pt x="2131" y="667"/>
                    </a:cubicBezTo>
                    <a:cubicBezTo>
                      <a:pt x="2094" y="655"/>
                      <a:pt x="2094" y="655"/>
                      <a:pt x="2094" y="655"/>
                    </a:cubicBezTo>
                    <a:cubicBezTo>
                      <a:pt x="2085" y="687"/>
                      <a:pt x="2085" y="687"/>
                      <a:pt x="2085" y="687"/>
                    </a:cubicBezTo>
                    <a:cubicBezTo>
                      <a:pt x="2039" y="683"/>
                      <a:pt x="2039" y="683"/>
                      <a:pt x="2039" y="683"/>
                    </a:cubicBezTo>
                    <a:cubicBezTo>
                      <a:pt x="2019" y="671"/>
                      <a:pt x="2019" y="671"/>
                      <a:pt x="2019" y="671"/>
                    </a:cubicBezTo>
                    <a:cubicBezTo>
                      <a:pt x="2004" y="683"/>
                      <a:pt x="2004" y="683"/>
                      <a:pt x="2004" y="683"/>
                    </a:cubicBezTo>
                    <a:cubicBezTo>
                      <a:pt x="1985" y="660"/>
                      <a:pt x="1985" y="660"/>
                      <a:pt x="1985" y="660"/>
                    </a:cubicBezTo>
                    <a:cubicBezTo>
                      <a:pt x="1939" y="663"/>
                      <a:pt x="1939" y="663"/>
                      <a:pt x="1939" y="663"/>
                    </a:cubicBezTo>
                    <a:cubicBezTo>
                      <a:pt x="1924" y="640"/>
                      <a:pt x="1924" y="640"/>
                      <a:pt x="1924" y="640"/>
                    </a:cubicBezTo>
                    <a:cubicBezTo>
                      <a:pt x="1889" y="617"/>
                      <a:pt x="1889" y="617"/>
                      <a:pt x="1889" y="617"/>
                    </a:cubicBezTo>
                    <a:cubicBezTo>
                      <a:pt x="1832" y="611"/>
                      <a:pt x="1832" y="611"/>
                      <a:pt x="1832" y="611"/>
                    </a:cubicBezTo>
                    <a:cubicBezTo>
                      <a:pt x="1809" y="587"/>
                      <a:pt x="1809" y="587"/>
                      <a:pt x="1809" y="587"/>
                    </a:cubicBezTo>
                    <a:cubicBezTo>
                      <a:pt x="1817" y="560"/>
                      <a:pt x="1817" y="560"/>
                      <a:pt x="1817" y="560"/>
                    </a:cubicBezTo>
                    <a:cubicBezTo>
                      <a:pt x="1773" y="556"/>
                      <a:pt x="1773" y="556"/>
                      <a:pt x="1773" y="556"/>
                    </a:cubicBezTo>
                    <a:cubicBezTo>
                      <a:pt x="1756" y="534"/>
                      <a:pt x="1756" y="534"/>
                      <a:pt x="1756" y="534"/>
                    </a:cubicBezTo>
                    <a:cubicBezTo>
                      <a:pt x="1714" y="519"/>
                      <a:pt x="1714" y="519"/>
                      <a:pt x="1714" y="519"/>
                    </a:cubicBezTo>
                    <a:cubicBezTo>
                      <a:pt x="1710" y="500"/>
                      <a:pt x="1710" y="500"/>
                      <a:pt x="1710" y="500"/>
                    </a:cubicBezTo>
                    <a:cubicBezTo>
                      <a:pt x="1697" y="519"/>
                      <a:pt x="1697" y="519"/>
                      <a:pt x="1697" y="519"/>
                    </a:cubicBezTo>
                    <a:cubicBezTo>
                      <a:pt x="1677" y="504"/>
                      <a:pt x="1677" y="504"/>
                      <a:pt x="1677" y="504"/>
                    </a:cubicBezTo>
                    <a:cubicBezTo>
                      <a:pt x="1695" y="493"/>
                      <a:pt x="1695" y="493"/>
                      <a:pt x="1695" y="493"/>
                    </a:cubicBezTo>
                    <a:cubicBezTo>
                      <a:pt x="1708" y="465"/>
                      <a:pt x="1708" y="465"/>
                      <a:pt x="1708" y="465"/>
                    </a:cubicBezTo>
                    <a:cubicBezTo>
                      <a:pt x="1688" y="449"/>
                      <a:pt x="1688" y="449"/>
                      <a:pt x="1688" y="449"/>
                    </a:cubicBezTo>
                    <a:cubicBezTo>
                      <a:pt x="1662" y="453"/>
                      <a:pt x="1662" y="453"/>
                      <a:pt x="1662" y="453"/>
                    </a:cubicBezTo>
                    <a:cubicBezTo>
                      <a:pt x="1659" y="438"/>
                      <a:pt x="1659" y="438"/>
                      <a:pt x="1659" y="438"/>
                    </a:cubicBezTo>
                    <a:cubicBezTo>
                      <a:pt x="1647" y="436"/>
                      <a:pt x="1647" y="436"/>
                      <a:pt x="1647" y="436"/>
                    </a:cubicBezTo>
                    <a:cubicBezTo>
                      <a:pt x="1638" y="419"/>
                      <a:pt x="1638" y="419"/>
                      <a:pt x="1638" y="419"/>
                    </a:cubicBezTo>
                    <a:cubicBezTo>
                      <a:pt x="1640" y="410"/>
                      <a:pt x="1640" y="410"/>
                      <a:pt x="1640" y="410"/>
                    </a:cubicBezTo>
                    <a:cubicBezTo>
                      <a:pt x="1638" y="410"/>
                      <a:pt x="1636" y="410"/>
                      <a:pt x="1634" y="411"/>
                    </a:cubicBezTo>
                    <a:cubicBezTo>
                      <a:pt x="1631" y="411"/>
                      <a:pt x="1629" y="412"/>
                      <a:pt x="1626" y="413"/>
                    </a:cubicBezTo>
                    <a:cubicBezTo>
                      <a:pt x="1623" y="414"/>
                      <a:pt x="1622" y="418"/>
                      <a:pt x="1619" y="419"/>
                    </a:cubicBezTo>
                    <a:cubicBezTo>
                      <a:pt x="1616" y="421"/>
                      <a:pt x="1614" y="416"/>
                      <a:pt x="1612" y="416"/>
                    </a:cubicBezTo>
                    <a:cubicBezTo>
                      <a:pt x="1610" y="416"/>
                      <a:pt x="1608" y="417"/>
                      <a:pt x="1606" y="418"/>
                    </a:cubicBezTo>
                    <a:cubicBezTo>
                      <a:pt x="1605" y="420"/>
                      <a:pt x="1604" y="422"/>
                      <a:pt x="1602" y="421"/>
                    </a:cubicBezTo>
                    <a:cubicBezTo>
                      <a:pt x="1600" y="420"/>
                      <a:pt x="1599" y="418"/>
                      <a:pt x="1598" y="417"/>
                    </a:cubicBezTo>
                    <a:cubicBezTo>
                      <a:pt x="1596" y="415"/>
                      <a:pt x="1593" y="416"/>
                      <a:pt x="1591" y="416"/>
                    </a:cubicBezTo>
                    <a:cubicBezTo>
                      <a:pt x="1587" y="417"/>
                      <a:pt x="1583" y="419"/>
                      <a:pt x="1578" y="417"/>
                    </a:cubicBezTo>
                    <a:cubicBezTo>
                      <a:pt x="1576" y="417"/>
                      <a:pt x="1574" y="416"/>
                      <a:pt x="1573" y="417"/>
                    </a:cubicBezTo>
                    <a:cubicBezTo>
                      <a:pt x="1571" y="418"/>
                      <a:pt x="1570" y="420"/>
                      <a:pt x="1569" y="421"/>
                    </a:cubicBezTo>
                    <a:cubicBezTo>
                      <a:pt x="1568" y="422"/>
                      <a:pt x="1567" y="421"/>
                      <a:pt x="1566" y="420"/>
                    </a:cubicBezTo>
                    <a:cubicBezTo>
                      <a:pt x="1565" y="419"/>
                      <a:pt x="1564" y="417"/>
                      <a:pt x="1562" y="416"/>
                    </a:cubicBezTo>
                    <a:cubicBezTo>
                      <a:pt x="1560" y="416"/>
                      <a:pt x="1558" y="416"/>
                      <a:pt x="1556" y="416"/>
                    </a:cubicBezTo>
                    <a:cubicBezTo>
                      <a:pt x="1554" y="415"/>
                      <a:pt x="1553" y="414"/>
                      <a:pt x="1552" y="412"/>
                    </a:cubicBezTo>
                    <a:cubicBezTo>
                      <a:pt x="1550" y="406"/>
                      <a:pt x="1545" y="410"/>
                      <a:pt x="1540" y="410"/>
                    </a:cubicBezTo>
                    <a:cubicBezTo>
                      <a:pt x="1538" y="411"/>
                      <a:pt x="1537" y="409"/>
                      <a:pt x="1535" y="408"/>
                    </a:cubicBezTo>
                    <a:cubicBezTo>
                      <a:pt x="1533" y="407"/>
                      <a:pt x="1532" y="407"/>
                      <a:pt x="1530" y="408"/>
                    </a:cubicBezTo>
                    <a:cubicBezTo>
                      <a:pt x="1528" y="409"/>
                      <a:pt x="1526" y="409"/>
                      <a:pt x="1524" y="408"/>
                    </a:cubicBezTo>
                    <a:cubicBezTo>
                      <a:pt x="1523" y="407"/>
                      <a:pt x="1521" y="405"/>
                      <a:pt x="1520" y="404"/>
                    </a:cubicBezTo>
                    <a:cubicBezTo>
                      <a:pt x="1517" y="401"/>
                      <a:pt x="1513" y="402"/>
                      <a:pt x="1510" y="399"/>
                    </a:cubicBezTo>
                    <a:cubicBezTo>
                      <a:pt x="1508" y="397"/>
                      <a:pt x="1508" y="395"/>
                      <a:pt x="1506" y="393"/>
                    </a:cubicBezTo>
                    <a:cubicBezTo>
                      <a:pt x="1505" y="390"/>
                      <a:pt x="1504" y="389"/>
                      <a:pt x="1501" y="388"/>
                    </a:cubicBezTo>
                    <a:cubicBezTo>
                      <a:pt x="1500" y="387"/>
                      <a:pt x="1499" y="386"/>
                      <a:pt x="1498" y="384"/>
                    </a:cubicBezTo>
                    <a:cubicBezTo>
                      <a:pt x="1497" y="382"/>
                      <a:pt x="1497" y="380"/>
                      <a:pt x="1494" y="379"/>
                    </a:cubicBezTo>
                    <a:cubicBezTo>
                      <a:pt x="1492" y="378"/>
                      <a:pt x="1490" y="380"/>
                      <a:pt x="1487" y="380"/>
                    </a:cubicBezTo>
                    <a:cubicBezTo>
                      <a:pt x="1485" y="380"/>
                      <a:pt x="1483" y="378"/>
                      <a:pt x="1481" y="376"/>
                    </a:cubicBezTo>
                    <a:cubicBezTo>
                      <a:pt x="1478" y="373"/>
                      <a:pt x="1475" y="371"/>
                      <a:pt x="1471" y="368"/>
                    </a:cubicBezTo>
                    <a:cubicBezTo>
                      <a:pt x="1468" y="364"/>
                      <a:pt x="1461" y="358"/>
                      <a:pt x="1458" y="366"/>
                    </a:cubicBezTo>
                    <a:cubicBezTo>
                      <a:pt x="1457" y="369"/>
                      <a:pt x="1458" y="372"/>
                      <a:pt x="1458" y="375"/>
                    </a:cubicBezTo>
                    <a:cubicBezTo>
                      <a:pt x="1458" y="376"/>
                      <a:pt x="1458" y="379"/>
                      <a:pt x="1456" y="379"/>
                    </a:cubicBezTo>
                    <a:cubicBezTo>
                      <a:pt x="1452" y="380"/>
                      <a:pt x="1454" y="368"/>
                      <a:pt x="1454" y="367"/>
                    </a:cubicBezTo>
                    <a:cubicBezTo>
                      <a:pt x="1454" y="365"/>
                      <a:pt x="1454" y="363"/>
                      <a:pt x="1453" y="361"/>
                    </a:cubicBezTo>
                    <a:cubicBezTo>
                      <a:pt x="1451" y="360"/>
                      <a:pt x="1450" y="360"/>
                      <a:pt x="1449" y="359"/>
                    </a:cubicBezTo>
                    <a:cubicBezTo>
                      <a:pt x="1445" y="357"/>
                      <a:pt x="1447" y="352"/>
                      <a:pt x="1444" y="349"/>
                    </a:cubicBezTo>
                    <a:cubicBezTo>
                      <a:pt x="1440" y="345"/>
                      <a:pt x="1435" y="351"/>
                      <a:pt x="1431" y="352"/>
                    </a:cubicBezTo>
                    <a:cubicBezTo>
                      <a:pt x="1427" y="352"/>
                      <a:pt x="1426" y="347"/>
                      <a:pt x="1423" y="346"/>
                    </a:cubicBezTo>
                    <a:cubicBezTo>
                      <a:pt x="1418" y="344"/>
                      <a:pt x="1415" y="347"/>
                      <a:pt x="1412" y="349"/>
                    </a:cubicBezTo>
                    <a:cubicBezTo>
                      <a:pt x="1410" y="349"/>
                      <a:pt x="1408" y="349"/>
                      <a:pt x="1407" y="350"/>
                    </a:cubicBezTo>
                    <a:cubicBezTo>
                      <a:pt x="1406" y="351"/>
                      <a:pt x="1405" y="352"/>
                      <a:pt x="1404" y="353"/>
                    </a:cubicBezTo>
                    <a:cubicBezTo>
                      <a:pt x="1401" y="355"/>
                      <a:pt x="1398" y="353"/>
                      <a:pt x="1397" y="357"/>
                    </a:cubicBezTo>
                    <a:cubicBezTo>
                      <a:pt x="1397" y="359"/>
                      <a:pt x="1397" y="361"/>
                      <a:pt x="1397" y="363"/>
                    </a:cubicBezTo>
                    <a:cubicBezTo>
                      <a:pt x="1397" y="365"/>
                      <a:pt x="1399" y="367"/>
                      <a:pt x="1400" y="368"/>
                    </a:cubicBezTo>
                    <a:cubicBezTo>
                      <a:pt x="1401" y="370"/>
                      <a:pt x="1402" y="372"/>
                      <a:pt x="1400" y="373"/>
                    </a:cubicBezTo>
                    <a:cubicBezTo>
                      <a:pt x="1399" y="375"/>
                      <a:pt x="1397" y="373"/>
                      <a:pt x="1396" y="372"/>
                    </a:cubicBezTo>
                    <a:cubicBezTo>
                      <a:pt x="1395" y="370"/>
                      <a:pt x="1395" y="368"/>
                      <a:pt x="1393" y="367"/>
                    </a:cubicBezTo>
                    <a:cubicBezTo>
                      <a:pt x="1391" y="366"/>
                      <a:pt x="1389" y="366"/>
                      <a:pt x="1388" y="364"/>
                    </a:cubicBezTo>
                    <a:cubicBezTo>
                      <a:pt x="1387" y="363"/>
                      <a:pt x="1387" y="361"/>
                      <a:pt x="1386" y="359"/>
                    </a:cubicBezTo>
                    <a:cubicBezTo>
                      <a:pt x="1385" y="357"/>
                      <a:pt x="1383" y="357"/>
                      <a:pt x="1381" y="357"/>
                    </a:cubicBezTo>
                    <a:cubicBezTo>
                      <a:pt x="1379" y="356"/>
                      <a:pt x="1377" y="354"/>
                      <a:pt x="1375" y="353"/>
                    </a:cubicBezTo>
                    <a:cubicBezTo>
                      <a:pt x="1373" y="352"/>
                      <a:pt x="1370" y="353"/>
                      <a:pt x="1368" y="353"/>
                    </a:cubicBezTo>
                    <a:cubicBezTo>
                      <a:pt x="1366" y="354"/>
                      <a:pt x="1365" y="354"/>
                      <a:pt x="1364" y="352"/>
                    </a:cubicBezTo>
                    <a:cubicBezTo>
                      <a:pt x="1362" y="351"/>
                      <a:pt x="1360" y="350"/>
                      <a:pt x="1358" y="349"/>
                    </a:cubicBezTo>
                    <a:cubicBezTo>
                      <a:pt x="1356" y="348"/>
                      <a:pt x="1354" y="347"/>
                      <a:pt x="1354" y="345"/>
                    </a:cubicBezTo>
                    <a:cubicBezTo>
                      <a:pt x="1354" y="343"/>
                      <a:pt x="1355" y="341"/>
                      <a:pt x="1355" y="339"/>
                    </a:cubicBezTo>
                    <a:cubicBezTo>
                      <a:pt x="1354" y="335"/>
                      <a:pt x="1347" y="335"/>
                      <a:pt x="1344" y="335"/>
                    </a:cubicBezTo>
                    <a:cubicBezTo>
                      <a:pt x="1342" y="335"/>
                      <a:pt x="1339" y="335"/>
                      <a:pt x="1338" y="333"/>
                    </a:cubicBezTo>
                    <a:cubicBezTo>
                      <a:pt x="1338" y="332"/>
                      <a:pt x="1338" y="330"/>
                      <a:pt x="1337" y="328"/>
                    </a:cubicBezTo>
                    <a:cubicBezTo>
                      <a:pt x="1336" y="326"/>
                      <a:pt x="1333" y="326"/>
                      <a:pt x="1331" y="326"/>
                    </a:cubicBezTo>
                    <a:cubicBezTo>
                      <a:pt x="1328" y="325"/>
                      <a:pt x="1325" y="325"/>
                      <a:pt x="1322" y="325"/>
                    </a:cubicBezTo>
                    <a:cubicBezTo>
                      <a:pt x="1320" y="325"/>
                      <a:pt x="1317" y="325"/>
                      <a:pt x="1316" y="327"/>
                    </a:cubicBezTo>
                    <a:cubicBezTo>
                      <a:pt x="1315" y="329"/>
                      <a:pt x="1316" y="331"/>
                      <a:pt x="1315" y="333"/>
                    </a:cubicBezTo>
                    <a:cubicBezTo>
                      <a:pt x="1315" y="335"/>
                      <a:pt x="1314" y="333"/>
                      <a:pt x="1314" y="332"/>
                    </a:cubicBezTo>
                    <a:cubicBezTo>
                      <a:pt x="1313" y="330"/>
                      <a:pt x="1312" y="328"/>
                      <a:pt x="1311" y="326"/>
                    </a:cubicBezTo>
                    <a:cubicBezTo>
                      <a:pt x="1310" y="324"/>
                      <a:pt x="1309" y="323"/>
                      <a:pt x="1308" y="321"/>
                    </a:cubicBezTo>
                    <a:cubicBezTo>
                      <a:pt x="1308" y="318"/>
                      <a:pt x="1310" y="317"/>
                      <a:pt x="1312" y="317"/>
                    </a:cubicBezTo>
                    <a:cubicBezTo>
                      <a:pt x="1315" y="317"/>
                      <a:pt x="1318" y="318"/>
                      <a:pt x="1321" y="318"/>
                    </a:cubicBezTo>
                    <a:cubicBezTo>
                      <a:pt x="1323" y="317"/>
                      <a:pt x="1324" y="314"/>
                      <a:pt x="1322" y="312"/>
                    </a:cubicBezTo>
                    <a:cubicBezTo>
                      <a:pt x="1321" y="310"/>
                      <a:pt x="1319" y="309"/>
                      <a:pt x="1317" y="308"/>
                    </a:cubicBezTo>
                    <a:cubicBezTo>
                      <a:pt x="1316" y="307"/>
                      <a:pt x="1314" y="306"/>
                      <a:pt x="1313" y="305"/>
                    </a:cubicBezTo>
                    <a:cubicBezTo>
                      <a:pt x="1312" y="303"/>
                      <a:pt x="1313" y="301"/>
                      <a:pt x="1311" y="300"/>
                    </a:cubicBezTo>
                    <a:cubicBezTo>
                      <a:pt x="1310" y="299"/>
                      <a:pt x="1308" y="299"/>
                      <a:pt x="1307" y="299"/>
                    </a:cubicBezTo>
                    <a:cubicBezTo>
                      <a:pt x="1306" y="298"/>
                      <a:pt x="1305" y="298"/>
                      <a:pt x="1305" y="297"/>
                    </a:cubicBezTo>
                    <a:cubicBezTo>
                      <a:pt x="1304" y="296"/>
                      <a:pt x="1304" y="294"/>
                      <a:pt x="1303" y="293"/>
                    </a:cubicBezTo>
                    <a:cubicBezTo>
                      <a:pt x="1302" y="291"/>
                      <a:pt x="1299" y="292"/>
                      <a:pt x="1297" y="291"/>
                    </a:cubicBezTo>
                    <a:cubicBezTo>
                      <a:pt x="1294" y="291"/>
                      <a:pt x="1292" y="292"/>
                      <a:pt x="1290" y="294"/>
                    </a:cubicBezTo>
                    <a:cubicBezTo>
                      <a:pt x="1288" y="295"/>
                      <a:pt x="1286" y="296"/>
                      <a:pt x="1284" y="296"/>
                    </a:cubicBezTo>
                    <a:cubicBezTo>
                      <a:pt x="1282" y="296"/>
                      <a:pt x="1281" y="297"/>
                      <a:pt x="1280" y="298"/>
                    </a:cubicBezTo>
                    <a:cubicBezTo>
                      <a:pt x="1279" y="299"/>
                      <a:pt x="1279" y="299"/>
                      <a:pt x="1277" y="300"/>
                    </a:cubicBezTo>
                    <a:cubicBezTo>
                      <a:pt x="1274" y="300"/>
                      <a:pt x="1272" y="298"/>
                      <a:pt x="1270" y="300"/>
                    </a:cubicBezTo>
                    <a:cubicBezTo>
                      <a:pt x="1268" y="301"/>
                      <a:pt x="1267" y="301"/>
                      <a:pt x="1267" y="303"/>
                    </a:cubicBezTo>
                    <a:cubicBezTo>
                      <a:pt x="1266" y="304"/>
                      <a:pt x="1266" y="305"/>
                      <a:pt x="1267" y="307"/>
                    </a:cubicBezTo>
                    <a:cubicBezTo>
                      <a:pt x="1267" y="308"/>
                      <a:pt x="1268" y="310"/>
                      <a:pt x="1267" y="311"/>
                    </a:cubicBezTo>
                    <a:cubicBezTo>
                      <a:pt x="1265" y="312"/>
                      <a:pt x="1264" y="310"/>
                      <a:pt x="1263" y="309"/>
                    </a:cubicBezTo>
                    <a:cubicBezTo>
                      <a:pt x="1261" y="307"/>
                      <a:pt x="1259" y="305"/>
                      <a:pt x="1259" y="302"/>
                    </a:cubicBezTo>
                    <a:cubicBezTo>
                      <a:pt x="1256" y="302"/>
                      <a:pt x="1253" y="304"/>
                      <a:pt x="1250" y="305"/>
                    </a:cubicBezTo>
                    <a:cubicBezTo>
                      <a:pt x="1247" y="307"/>
                      <a:pt x="1247" y="301"/>
                      <a:pt x="1247" y="298"/>
                    </a:cubicBezTo>
                    <a:cubicBezTo>
                      <a:pt x="1247" y="297"/>
                      <a:pt x="1248" y="294"/>
                      <a:pt x="1247" y="292"/>
                    </a:cubicBezTo>
                    <a:cubicBezTo>
                      <a:pt x="1246" y="291"/>
                      <a:pt x="1244" y="290"/>
                      <a:pt x="1243" y="289"/>
                    </a:cubicBezTo>
                    <a:cubicBezTo>
                      <a:pt x="1239" y="287"/>
                      <a:pt x="1236" y="287"/>
                      <a:pt x="1232" y="287"/>
                    </a:cubicBezTo>
                    <a:cubicBezTo>
                      <a:pt x="1230" y="287"/>
                      <a:pt x="1228" y="288"/>
                      <a:pt x="1225" y="288"/>
                    </a:cubicBezTo>
                    <a:cubicBezTo>
                      <a:pt x="1224" y="288"/>
                      <a:pt x="1222" y="288"/>
                      <a:pt x="1221" y="289"/>
                    </a:cubicBezTo>
                    <a:cubicBezTo>
                      <a:pt x="1219" y="290"/>
                      <a:pt x="1222" y="291"/>
                      <a:pt x="1221" y="293"/>
                    </a:cubicBezTo>
                    <a:cubicBezTo>
                      <a:pt x="1220" y="294"/>
                      <a:pt x="1217" y="293"/>
                      <a:pt x="1216" y="292"/>
                    </a:cubicBezTo>
                    <a:cubicBezTo>
                      <a:pt x="1216" y="291"/>
                      <a:pt x="1217" y="289"/>
                      <a:pt x="1215" y="288"/>
                    </a:cubicBezTo>
                    <a:cubicBezTo>
                      <a:pt x="1214" y="288"/>
                      <a:pt x="1212" y="289"/>
                      <a:pt x="1211" y="290"/>
                    </a:cubicBezTo>
                    <a:cubicBezTo>
                      <a:pt x="1209" y="291"/>
                      <a:pt x="1209" y="293"/>
                      <a:pt x="1208" y="294"/>
                    </a:cubicBezTo>
                    <a:cubicBezTo>
                      <a:pt x="1206" y="296"/>
                      <a:pt x="1206" y="294"/>
                      <a:pt x="1205" y="292"/>
                    </a:cubicBezTo>
                    <a:cubicBezTo>
                      <a:pt x="1205" y="290"/>
                      <a:pt x="1204" y="288"/>
                      <a:pt x="1202" y="288"/>
                    </a:cubicBezTo>
                    <a:cubicBezTo>
                      <a:pt x="1199" y="289"/>
                      <a:pt x="1198" y="292"/>
                      <a:pt x="1195" y="292"/>
                    </a:cubicBezTo>
                    <a:cubicBezTo>
                      <a:pt x="1193" y="292"/>
                      <a:pt x="1190" y="291"/>
                      <a:pt x="1187" y="292"/>
                    </a:cubicBezTo>
                    <a:cubicBezTo>
                      <a:pt x="1186" y="292"/>
                      <a:pt x="1187" y="292"/>
                      <a:pt x="1187" y="292"/>
                    </a:cubicBezTo>
                    <a:cubicBezTo>
                      <a:pt x="1186" y="292"/>
                      <a:pt x="1185" y="292"/>
                      <a:pt x="1183" y="292"/>
                    </a:cubicBezTo>
                    <a:cubicBezTo>
                      <a:pt x="1182" y="293"/>
                      <a:pt x="1181" y="293"/>
                      <a:pt x="1179" y="293"/>
                    </a:cubicBezTo>
                    <a:cubicBezTo>
                      <a:pt x="1177" y="293"/>
                      <a:pt x="1174" y="293"/>
                      <a:pt x="1172" y="293"/>
                    </a:cubicBezTo>
                    <a:cubicBezTo>
                      <a:pt x="1170" y="292"/>
                      <a:pt x="1168" y="292"/>
                      <a:pt x="1166" y="291"/>
                    </a:cubicBezTo>
                    <a:cubicBezTo>
                      <a:pt x="1165" y="290"/>
                      <a:pt x="1165" y="290"/>
                      <a:pt x="1164" y="289"/>
                    </a:cubicBezTo>
                    <a:cubicBezTo>
                      <a:pt x="1163" y="288"/>
                      <a:pt x="1161" y="288"/>
                      <a:pt x="1160" y="287"/>
                    </a:cubicBezTo>
                    <a:cubicBezTo>
                      <a:pt x="1159" y="287"/>
                      <a:pt x="1158" y="287"/>
                      <a:pt x="1157" y="287"/>
                    </a:cubicBezTo>
                    <a:cubicBezTo>
                      <a:pt x="1155" y="287"/>
                      <a:pt x="1154" y="286"/>
                      <a:pt x="1153" y="286"/>
                    </a:cubicBezTo>
                    <a:cubicBezTo>
                      <a:pt x="1150" y="286"/>
                      <a:pt x="1147" y="286"/>
                      <a:pt x="1144" y="286"/>
                    </a:cubicBezTo>
                    <a:cubicBezTo>
                      <a:pt x="1143" y="287"/>
                      <a:pt x="1142" y="288"/>
                      <a:pt x="1141" y="288"/>
                    </a:cubicBezTo>
                    <a:cubicBezTo>
                      <a:pt x="1140" y="288"/>
                      <a:pt x="1139" y="287"/>
                      <a:pt x="1138" y="288"/>
                    </a:cubicBezTo>
                    <a:cubicBezTo>
                      <a:pt x="1136" y="289"/>
                      <a:pt x="1136" y="292"/>
                      <a:pt x="1133" y="292"/>
                    </a:cubicBezTo>
                    <a:cubicBezTo>
                      <a:pt x="1132" y="292"/>
                      <a:pt x="1131" y="292"/>
                      <a:pt x="1131" y="291"/>
                    </a:cubicBezTo>
                    <a:cubicBezTo>
                      <a:pt x="1131" y="289"/>
                      <a:pt x="1131" y="288"/>
                      <a:pt x="1131" y="287"/>
                    </a:cubicBezTo>
                    <a:cubicBezTo>
                      <a:pt x="1130" y="286"/>
                      <a:pt x="1129" y="286"/>
                      <a:pt x="1128" y="285"/>
                    </a:cubicBezTo>
                    <a:cubicBezTo>
                      <a:pt x="1127" y="285"/>
                      <a:pt x="1126" y="283"/>
                      <a:pt x="1125" y="284"/>
                    </a:cubicBezTo>
                    <a:cubicBezTo>
                      <a:pt x="1122" y="283"/>
                      <a:pt x="1120" y="282"/>
                      <a:pt x="1117" y="283"/>
                    </a:cubicBezTo>
                    <a:cubicBezTo>
                      <a:pt x="1114" y="283"/>
                      <a:pt x="1112" y="284"/>
                      <a:pt x="1110" y="282"/>
                    </a:cubicBezTo>
                    <a:cubicBezTo>
                      <a:pt x="1109" y="282"/>
                      <a:pt x="1109" y="280"/>
                      <a:pt x="1108" y="280"/>
                    </a:cubicBezTo>
                    <a:cubicBezTo>
                      <a:pt x="1107" y="279"/>
                      <a:pt x="1105" y="280"/>
                      <a:pt x="1104" y="279"/>
                    </a:cubicBezTo>
                    <a:cubicBezTo>
                      <a:pt x="1103" y="279"/>
                      <a:pt x="1102" y="279"/>
                      <a:pt x="1101" y="279"/>
                    </a:cubicBezTo>
                    <a:cubicBezTo>
                      <a:pt x="1099" y="279"/>
                      <a:pt x="1098" y="278"/>
                      <a:pt x="1097" y="278"/>
                    </a:cubicBezTo>
                    <a:cubicBezTo>
                      <a:pt x="1095" y="278"/>
                      <a:pt x="1093" y="279"/>
                      <a:pt x="1093" y="281"/>
                    </a:cubicBezTo>
                    <a:cubicBezTo>
                      <a:pt x="1093" y="283"/>
                      <a:pt x="1096" y="286"/>
                      <a:pt x="1093" y="288"/>
                    </a:cubicBezTo>
                    <a:cubicBezTo>
                      <a:pt x="1092" y="288"/>
                      <a:pt x="1091" y="288"/>
                      <a:pt x="1091" y="287"/>
                    </a:cubicBezTo>
                    <a:cubicBezTo>
                      <a:pt x="1090" y="286"/>
                      <a:pt x="1089" y="285"/>
                      <a:pt x="1089" y="283"/>
                    </a:cubicBezTo>
                    <a:cubicBezTo>
                      <a:pt x="1089" y="282"/>
                      <a:pt x="1089" y="280"/>
                      <a:pt x="1088" y="278"/>
                    </a:cubicBezTo>
                    <a:cubicBezTo>
                      <a:pt x="1087" y="277"/>
                      <a:pt x="1086" y="276"/>
                      <a:pt x="1085" y="275"/>
                    </a:cubicBezTo>
                    <a:cubicBezTo>
                      <a:pt x="1084" y="274"/>
                      <a:pt x="1083" y="274"/>
                      <a:pt x="1082" y="274"/>
                    </a:cubicBezTo>
                    <a:cubicBezTo>
                      <a:pt x="1081" y="274"/>
                      <a:pt x="1080" y="274"/>
                      <a:pt x="1079" y="274"/>
                    </a:cubicBezTo>
                    <a:cubicBezTo>
                      <a:pt x="1077" y="274"/>
                      <a:pt x="1076" y="273"/>
                      <a:pt x="1075" y="272"/>
                    </a:cubicBezTo>
                    <a:cubicBezTo>
                      <a:pt x="1074" y="271"/>
                      <a:pt x="1073" y="270"/>
                      <a:pt x="1072" y="270"/>
                    </a:cubicBezTo>
                    <a:cubicBezTo>
                      <a:pt x="1070" y="269"/>
                      <a:pt x="1069" y="269"/>
                      <a:pt x="1067" y="269"/>
                    </a:cubicBezTo>
                    <a:cubicBezTo>
                      <a:pt x="1066" y="268"/>
                      <a:pt x="1064" y="267"/>
                      <a:pt x="1064" y="266"/>
                    </a:cubicBezTo>
                    <a:cubicBezTo>
                      <a:pt x="1063" y="265"/>
                      <a:pt x="1063" y="264"/>
                      <a:pt x="1062" y="263"/>
                    </a:cubicBezTo>
                    <a:cubicBezTo>
                      <a:pt x="1060" y="261"/>
                      <a:pt x="1059" y="259"/>
                      <a:pt x="1056" y="257"/>
                    </a:cubicBezTo>
                    <a:cubicBezTo>
                      <a:pt x="1053" y="255"/>
                      <a:pt x="1049" y="254"/>
                      <a:pt x="1046" y="253"/>
                    </a:cubicBezTo>
                    <a:cubicBezTo>
                      <a:pt x="1043" y="251"/>
                      <a:pt x="1039" y="251"/>
                      <a:pt x="1036" y="249"/>
                    </a:cubicBezTo>
                    <a:cubicBezTo>
                      <a:pt x="1035" y="248"/>
                      <a:pt x="1033" y="246"/>
                      <a:pt x="1032" y="245"/>
                    </a:cubicBezTo>
                    <a:cubicBezTo>
                      <a:pt x="1031" y="245"/>
                      <a:pt x="1029" y="244"/>
                      <a:pt x="1028" y="243"/>
                    </a:cubicBezTo>
                    <a:cubicBezTo>
                      <a:pt x="1027" y="243"/>
                      <a:pt x="1027" y="242"/>
                      <a:pt x="1026" y="242"/>
                    </a:cubicBezTo>
                    <a:cubicBezTo>
                      <a:pt x="1024" y="241"/>
                      <a:pt x="1023" y="240"/>
                      <a:pt x="1021" y="240"/>
                    </a:cubicBezTo>
                    <a:cubicBezTo>
                      <a:pt x="1019" y="239"/>
                      <a:pt x="1017" y="237"/>
                      <a:pt x="1015" y="237"/>
                    </a:cubicBezTo>
                    <a:cubicBezTo>
                      <a:pt x="1014" y="237"/>
                      <a:pt x="1012" y="237"/>
                      <a:pt x="1010" y="236"/>
                    </a:cubicBezTo>
                    <a:cubicBezTo>
                      <a:pt x="1009" y="236"/>
                      <a:pt x="1007" y="235"/>
                      <a:pt x="1006" y="234"/>
                    </a:cubicBezTo>
                    <a:cubicBezTo>
                      <a:pt x="1004" y="233"/>
                      <a:pt x="1003" y="231"/>
                      <a:pt x="1001" y="230"/>
                    </a:cubicBezTo>
                    <a:cubicBezTo>
                      <a:pt x="998" y="229"/>
                      <a:pt x="996" y="228"/>
                      <a:pt x="993" y="227"/>
                    </a:cubicBezTo>
                    <a:cubicBezTo>
                      <a:pt x="991" y="226"/>
                      <a:pt x="990" y="225"/>
                      <a:pt x="988" y="225"/>
                    </a:cubicBezTo>
                    <a:cubicBezTo>
                      <a:pt x="986" y="224"/>
                      <a:pt x="983" y="222"/>
                      <a:pt x="982" y="221"/>
                    </a:cubicBezTo>
                    <a:cubicBezTo>
                      <a:pt x="980" y="219"/>
                      <a:pt x="979" y="218"/>
                      <a:pt x="976" y="217"/>
                    </a:cubicBezTo>
                    <a:cubicBezTo>
                      <a:pt x="975" y="217"/>
                      <a:pt x="973" y="216"/>
                      <a:pt x="972" y="215"/>
                    </a:cubicBezTo>
                    <a:cubicBezTo>
                      <a:pt x="970" y="214"/>
                      <a:pt x="970" y="214"/>
                      <a:pt x="970" y="212"/>
                    </a:cubicBezTo>
                    <a:cubicBezTo>
                      <a:pt x="968" y="209"/>
                      <a:pt x="965" y="206"/>
                      <a:pt x="963" y="204"/>
                    </a:cubicBezTo>
                    <a:cubicBezTo>
                      <a:pt x="961" y="202"/>
                      <a:pt x="960" y="200"/>
                      <a:pt x="958" y="199"/>
                    </a:cubicBezTo>
                    <a:cubicBezTo>
                      <a:pt x="957" y="198"/>
                      <a:pt x="955" y="198"/>
                      <a:pt x="954" y="198"/>
                    </a:cubicBezTo>
                    <a:cubicBezTo>
                      <a:pt x="953" y="197"/>
                      <a:pt x="952" y="196"/>
                      <a:pt x="951" y="196"/>
                    </a:cubicBezTo>
                    <a:cubicBezTo>
                      <a:pt x="947" y="195"/>
                      <a:pt x="945" y="201"/>
                      <a:pt x="941" y="201"/>
                    </a:cubicBezTo>
                    <a:cubicBezTo>
                      <a:pt x="940" y="201"/>
                      <a:pt x="939" y="201"/>
                      <a:pt x="938" y="201"/>
                    </a:cubicBezTo>
                    <a:cubicBezTo>
                      <a:pt x="938" y="200"/>
                      <a:pt x="940" y="199"/>
                      <a:pt x="941" y="199"/>
                    </a:cubicBezTo>
                    <a:cubicBezTo>
                      <a:pt x="943" y="197"/>
                      <a:pt x="944" y="193"/>
                      <a:pt x="944" y="190"/>
                    </a:cubicBezTo>
                    <a:cubicBezTo>
                      <a:pt x="940" y="184"/>
                      <a:pt x="933" y="186"/>
                      <a:pt x="928" y="185"/>
                    </a:cubicBezTo>
                    <a:cubicBezTo>
                      <a:pt x="924" y="184"/>
                      <a:pt x="921" y="182"/>
                      <a:pt x="919" y="181"/>
                    </a:cubicBezTo>
                    <a:cubicBezTo>
                      <a:pt x="916" y="179"/>
                      <a:pt x="913" y="179"/>
                      <a:pt x="910" y="179"/>
                    </a:cubicBezTo>
                    <a:cubicBezTo>
                      <a:pt x="907" y="179"/>
                      <a:pt x="904" y="178"/>
                      <a:pt x="901" y="178"/>
                    </a:cubicBezTo>
                    <a:cubicBezTo>
                      <a:pt x="898" y="177"/>
                      <a:pt x="892" y="179"/>
                      <a:pt x="891" y="176"/>
                    </a:cubicBezTo>
                    <a:cubicBezTo>
                      <a:pt x="891" y="175"/>
                      <a:pt x="892" y="174"/>
                      <a:pt x="891" y="172"/>
                    </a:cubicBezTo>
                    <a:cubicBezTo>
                      <a:pt x="891" y="171"/>
                      <a:pt x="890" y="170"/>
                      <a:pt x="889" y="170"/>
                    </a:cubicBezTo>
                    <a:cubicBezTo>
                      <a:pt x="886" y="169"/>
                      <a:pt x="883" y="169"/>
                      <a:pt x="881" y="167"/>
                    </a:cubicBezTo>
                    <a:cubicBezTo>
                      <a:pt x="878" y="166"/>
                      <a:pt x="879" y="161"/>
                      <a:pt x="879" y="158"/>
                    </a:cubicBezTo>
                    <a:cubicBezTo>
                      <a:pt x="879" y="157"/>
                      <a:pt x="879" y="155"/>
                      <a:pt x="879" y="153"/>
                    </a:cubicBezTo>
                    <a:cubicBezTo>
                      <a:pt x="879" y="150"/>
                      <a:pt x="875" y="147"/>
                      <a:pt x="871" y="146"/>
                    </a:cubicBezTo>
                    <a:cubicBezTo>
                      <a:pt x="871" y="146"/>
                      <a:pt x="871" y="146"/>
                      <a:pt x="871" y="146"/>
                    </a:cubicBezTo>
                    <a:cubicBezTo>
                      <a:pt x="871" y="146"/>
                      <a:pt x="870" y="146"/>
                      <a:pt x="870" y="146"/>
                    </a:cubicBezTo>
                    <a:cubicBezTo>
                      <a:pt x="870" y="146"/>
                      <a:pt x="870" y="146"/>
                      <a:pt x="870" y="146"/>
                    </a:cubicBezTo>
                    <a:cubicBezTo>
                      <a:pt x="870" y="145"/>
                      <a:pt x="869" y="145"/>
                      <a:pt x="869" y="145"/>
                    </a:cubicBezTo>
                    <a:cubicBezTo>
                      <a:pt x="868" y="145"/>
                      <a:pt x="868" y="145"/>
                      <a:pt x="867" y="144"/>
                    </a:cubicBezTo>
                    <a:cubicBezTo>
                      <a:pt x="866" y="142"/>
                      <a:pt x="867" y="140"/>
                      <a:pt x="865" y="139"/>
                    </a:cubicBezTo>
                    <a:cubicBezTo>
                      <a:pt x="864" y="138"/>
                      <a:pt x="862" y="137"/>
                      <a:pt x="861" y="137"/>
                    </a:cubicBezTo>
                    <a:cubicBezTo>
                      <a:pt x="859" y="138"/>
                      <a:pt x="859" y="140"/>
                      <a:pt x="859" y="142"/>
                    </a:cubicBezTo>
                    <a:cubicBezTo>
                      <a:pt x="857" y="145"/>
                      <a:pt x="851" y="144"/>
                      <a:pt x="848" y="145"/>
                    </a:cubicBezTo>
                    <a:cubicBezTo>
                      <a:pt x="846" y="145"/>
                      <a:pt x="844" y="146"/>
                      <a:pt x="843" y="147"/>
                    </a:cubicBezTo>
                    <a:cubicBezTo>
                      <a:pt x="841" y="148"/>
                      <a:pt x="841" y="149"/>
                      <a:pt x="841" y="151"/>
                    </a:cubicBezTo>
                    <a:cubicBezTo>
                      <a:pt x="842" y="152"/>
                      <a:pt x="842" y="152"/>
                      <a:pt x="842" y="153"/>
                    </a:cubicBezTo>
                    <a:cubicBezTo>
                      <a:pt x="842" y="153"/>
                      <a:pt x="842" y="154"/>
                      <a:pt x="842" y="154"/>
                    </a:cubicBezTo>
                    <a:cubicBezTo>
                      <a:pt x="842" y="155"/>
                      <a:pt x="843" y="155"/>
                      <a:pt x="843" y="155"/>
                    </a:cubicBezTo>
                    <a:cubicBezTo>
                      <a:pt x="845" y="157"/>
                      <a:pt x="840" y="157"/>
                      <a:pt x="839" y="156"/>
                    </a:cubicBezTo>
                    <a:cubicBezTo>
                      <a:pt x="838" y="156"/>
                      <a:pt x="838" y="155"/>
                      <a:pt x="837" y="155"/>
                    </a:cubicBezTo>
                    <a:cubicBezTo>
                      <a:pt x="836" y="154"/>
                      <a:pt x="835" y="154"/>
                      <a:pt x="834" y="154"/>
                    </a:cubicBezTo>
                    <a:cubicBezTo>
                      <a:pt x="833" y="154"/>
                      <a:pt x="831" y="155"/>
                      <a:pt x="830" y="154"/>
                    </a:cubicBezTo>
                    <a:cubicBezTo>
                      <a:pt x="829" y="153"/>
                      <a:pt x="829" y="153"/>
                      <a:pt x="828" y="152"/>
                    </a:cubicBezTo>
                    <a:cubicBezTo>
                      <a:pt x="828" y="152"/>
                      <a:pt x="827" y="151"/>
                      <a:pt x="827" y="150"/>
                    </a:cubicBezTo>
                    <a:cubicBezTo>
                      <a:pt x="825" y="149"/>
                      <a:pt x="823" y="150"/>
                      <a:pt x="821" y="150"/>
                    </a:cubicBezTo>
                    <a:cubicBezTo>
                      <a:pt x="820" y="150"/>
                      <a:pt x="818" y="150"/>
                      <a:pt x="816" y="150"/>
                    </a:cubicBezTo>
                    <a:cubicBezTo>
                      <a:pt x="814" y="150"/>
                      <a:pt x="813" y="151"/>
                      <a:pt x="812" y="151"/>
                    </a:cubicBezTo>
                    <a:cubicBezTo>
                      <a:pt x="810" y="151"/>
                      <a:pt x="808" y="151"/>
                      <a:pt x="806" y="151"/>
                    </a:cubicBezTo>
                    <a:cubicBezTo>
                      <a:pt x="805" y="151"/>
                      <a:pt x="803" y="151"/>
                      <a:pt x="802" y="150"/>
                    </a:cubicBezTo>
                    <a:cubicBezTo>
                      <a:pt x="801" y="149"/>
                      <a:pt x="800" y="147"/>
                      <a:pt x="798" y="146"/>
                    </a:cubicBezTo>
                    <a:cubicBezTo>
                      <a:pt x="796" y="145"/>
                      <a:pt x="795" y="146"/>
                      <a:pt x="794" y="146"/>
                    </a:cubicBezTo>
                    <a:cubicBezTo>
                      <a:pt x="793" y="146"/>
                      <a:pt x="791" y="145"/>
                      <a:pt x="792" y="144"/>
                    </a:cubicBezTo>
                    <a:cubicBezTo>
                      <a:pt x="792" y="142"/>
                      <a:pt x="792" y="141"/>
                      <a:pt x="792" y="140"/>
                    </a:cubicBezTo>
                    <a:cubicBezTo>
                      <a:pt x="792" y="137"/>
                      <a:pt x="790" y="137"/>
                      <a:pt x="788" y="136"/>
                    </a:cubicBezTo>
                    <a:cubicBezTo>
                      <a:pt x="785" y="136"/>
                      <a:pt x="782" y="136"/>
                      <a:pt x="780" y="136"/>
                    </a:cubicBezTo>
                    <a:cubicBezTo>
                      <a:pt x="778" y="137"/>
                      <a:pt x="775" y="136"/>
                      <a:pt x="773" y="137"/>
                    </a:cubicBezTo>
                    <a:cubicBezTo>
                      <a:pt x="772" y="137"/>
                      <a:pt x="771" y="138"/>
                      <a:pt x="769" y="138"/>
                    </a:cubicBezTo>
                    <a:cubicBezTo>
                      <a:pt x="769" y="138"/>
                      <a:pt x="768" y="138"/>
                      <a:pt x="767" y="138"/>
                    </a:cubicBezTo>
                    <a:cubicBezTo>
                      <a:pt x="767" y="138"/>
                      <a:pt x="766" y="138"/>
                      <a:pt x="766" y="138"/>
                    </a:cubicBezTo>
                    <a:cubicBezTo>
                      <a:pt x="766" y="138"/>
                      <a:pt x="767" y="138"/>
                      <a:pt x="767" y="138"/>
                    </a:cubicBezTo>
                    <a:cubicBezTo>
                      <a:pt x="767" y="138"/>
                      <a:pt x="767" y="138"/>
                      <a:pt x="767" y="138"/>
                    </a:cubicBezTo>
                    <a:cubicBezTo>
                      <a:pt x="762" y="137"/>
                      <a:pt x="758" y="134"/>
                      <a:pt x="754" y="132"/>
                    </a:cubicBezTo>
                    <a:cubicBezTo>
                      <a:pt x="751" y="130"/>
                      <a:pt x="748" y="128"/>
                      <a:pt x="745" y="128"/>
                    </a:cubicBezTo>
                    <a:cubicBezTo>
                      <a:pt x="744" y="128"/>
                      <a:pt x="743" y="128"/>
                      <a:pt x="742" y="128"/>
                    </a:cubicBezTo>
                    <a:cubicBezTo>
                      <a:pt x="741" y="129"/>
                      <a:pt x="741" y="130"/>
                      <a:pt x="740" y="130"/>
                    </a:cubicBezTo>
                    <a:cubicBezTo>
                      <a:pt x="739" y="130"/>
                      <a:pt x="738" y="130"/>
                      <a:pt x="737" y="130"/>
                    </a:cubicBezTo>
                    <a:cubicBezTo>
                      <a:pt x="736" y="130"/>
                      <a:pt x="735" y="130"/>
                      <a:pt x="734" y="130"/>
                    </a:cubicBezTo>
                    <a:cubicBezTo>
                      <a:pt x="731" y="129"/>
                      <a:pt x="728" y="127"/>
                      <a:pt x="725" y="125"/>
                    </a:cubicBezTo>
                    <a:cubicBezTo>
                      <a:pt x="722" y="124"/>
                      <a:pt x="719" y="123"/>
                      <a:pt x="716" y="122"/>
                    </a:cubicBezTo>
                    <a:cubicBezTo>
                      <a:pt x="714" y="122"/>
                      <a:pt x="711" y="121"/>
                      <a:pt x="709" y="120"/>
                    </a:cubicBezTo>
                    <a:cubicBezTo>
                      <a:pt x="708" y="119"/>
                      <a:pt x="706" y="119"/>
                      <a:pt x="705" y="118"/>
                    </a:cubicBezTo>
                    <a:cubicBezTo>
                      <a:pt x="701" y="117"/>
                      <a:pt x="698" y="117"/>
                      <a:pt x="695" y="117"/>
                    </a:cubicBezTo>
                    <a:cubicBezTo>
                      <a:pt x="694" y="118"/>
                      <a:pt x="692" y="118"/>
                      <a:pt x="691" y="118"/>
                    </a:cubicBezTo>
                    <a:cubicBezTo>
                      <a:pt x="690" y="118"/>
                      <a:pt x="689" y="119"/>
                      <a:pt x="688" y="120"/>
                    </a:cubicBezTo>
                    <a:cubicBezTo>
                      <a:pt x="687" y="120"/>
                      <a:pt x="687" y="121"/>
                      <a:pt x="686" y="122"/>
                    </a:cubicBezTo>
                    <a:cubicBezTo>
                      <a:pt x="685" y="124"/>
                      <a:pt x="685" y="126"/>
                      <a:pt x="684" y="128"/>
                    </a:cubicBezTo>
                    <a:cubicBezTo>
                      <a:pt x="684" y="131"/>
                      <a:pt x="682" y="134"/>
                      <a:pt x="681" y="137"/>
                    </a:cubicBezTo>
                    <a:cubicBezTo>
                      <a:pt x="680" y="139"/>
                      <a:pt x="679" y="142"/>
                      <a:pt x="676" y="141"/>
                    </a:cubicBezTo>
                    <a:cubicBezTo>
                      <a:pt x="675" y="139"/>
                      <a:pt x="677" y="135"/>
                      <a:pt x="679" y="133"/>
                    </a:cubicBezTo>
                    <a:cubicBezTo>
                      <a:pt x="680" y="132"/>
                      <a:pt x="680" y="131"/>
                      <a:pt x="680" y="129"/>
                    </a:cubicBezTo>
                    <a:cubicBezTo>
                      <a:pt x="681" y="128"/>
                      <a:pt x="681" y="126"/>
                      <a:pt x="682" y="124"/>
                    </a:cubicBezTo>
                    <a:cubicBezTo>
                      <a:pt x="682" y="122"/>
                      <a:pt x="683" y="120"/>
                      <a:pt x="683" y="118"/>
                    </a:cubicBezTo>
                    <a:cubicBezTo>
                      <a:pt x="683" y="112"/>
                      <a:pt x="675" y="112"/>
                      <a:pt x="671" y="113"/>
                    </a:cubicBezTo>
                    <a:cubicBezTo>
                      <a:pt x="669" y="113"/>
                      <a:pt x="666" y="114"/>
                      <a:pt x="665" y="113"/>
                    </a:cubicBezTo>
                    <a:cubicBezTo>
                      <a:pt x="665" y="112"/>
                      <a:pt x="665" y="111"/>
                      <a:pt x="665" y="110"/>
                    </a:cubicBezTo>
                    <a:cubicBezTo>
                      <a:pt x="665" y="109"/>
                      <a:pt x="664" y="108"/>
                      <a:pt x="664" y="107"/>
                    </a:cubicBezTo>
                    <a:cubicBezTo>
                      <a:pt x="662" y="107"/>
                      <a:pt x="661" y="105"/>
                      <a:pt x="659" y="105"/>
                    </a:cubicBezTo>
                    <a:cubicBezTo>
                      <a:pt x="657" y="104"/>
                      <a:pt x="655" y="104"/>
                      <a:pt x="653" y="104"/>
                    </a:cubicBezTo>
                    <a:cubicBezTo>
                      <a:pt x="652" y="104"/>
                      <a:pt x="650" y="103"/>
                      <a:pt x="648" y="103"/>
                    </a:cubicBezTo>
                    <a:cubicBezTo>
                      <a:pt x="646" y="103"/>
                      <a:pt x="644" y="102"/>
                      <a:pt x="642" y="102"/>
                    </a:cubicBezTo>
                    <a:cubicBezTo>
                      <a:pt x="640" y="103"/>
                      <a:pt x="639" y="103"/>
                      <a:pt x="637" y="103"/>
                    </a:cubicBezTo>
                    <a:cubicBezTo>
                      <a:pt x="632" y="103"/>
                      <a:pt x="626" y="103"/>
                      <a:pt x="621" y="101"/>
                    </a:cubicBezTo>
                    <a:cubicBezTo>
                      <a:pt x="619" y="100"/>
                      <a:pt x="618" y="98"/>
                      <a:pt x="616" y="97"/>
                    </a:cubicBezTo>
                    <a:cubicBezTo>
                      <a:pt x="614" y="95"/>
                      <a:pt x="612" y="94"/>
                      <a:pt x="609" y="93"/>
                    </a:cubicBezTo>
                    <a:cubicBezTo>
                      <a:pt x="608" y="93"/>
                      <a:pt x="607" y="93"/>
                      <a:pt x="605" y="92"/>
                    </a:cubicBezTo>
                    <a:cubicBezTo>
                      <a:pt x="604" y="91"/>
                      <a:pt x="603" y="91"/>
                      <a:pt x="601" y="90"/>
                    </a:cubicBezTo>
                    <a:cubicBezTo>
                      <a:pt x="599" y="90"/>
                      <a:pt x="597" y="91"/>
                      <a:pt x="595" y="91"/>
                    </a:cubicBezTo>
                    <a:cubicBezTo>
                      <a:pt x="594" y="91"/>
                      <a:pt x="593" y="91"/>
                      <a:pt x="591" y="90"/>
                    </a:cubicBezTo>
                    <a:cubicBezTo>
                      <a:pt x="590" y="89"/>
                      <a:pt x="591" y="88"/>
                      <a:pt x="591" y="87"/>
                    </a:cubicBezTo>
                    <a:cubicBezTo>
                      <a:pt x="591" y="85"/>
                      <a:pt x="590" y="83"/>
                      <a:pt x="589" y="82"/>
                    </a:cubicBezTo>
                    <a:cubicBezTo>
                      <a:pt x="587" y="78"/>
                      <a:pt x="583" y="75"/>
                      <a:pt x="581" y="71"/>
                    </a:cubicBezTo>
                    <a:cubicBezTo>
                      <a:pt x="579" y="69"/>
                      <a:pt x="578" y="67"/>
                      <a:pt x="578" y="65"/>
                    </a:cubicBezTo>
                    <a:cubicBezTo>
                      <a:pt x="578" y="64"/>
                      <a:pt x="577" y="63"/>
                      <a:pt x="577" y="61"/>
                    </a:cubicBezTo>
                    <a:cubicBezTo>
                      <a:pt x="576" y="59"/>
                      <a:pt x="575" y="57"/>
                      <a:pt x="575" y="56"/>
                    </a:cubicBezTo>
                    <a:cubicBezTo>
                      <a:pt x="574" y="54"/>
                      <a:pt x="573" y="52"/>
                      <a:pt x="572" y="50"/>
                    </a:cubicBezTo>
                    <a:cubicBezTo>
                      <a:pt x="572" y="46"/>
                      <a:pt x="569" y="42"/>
                      <a:pt x="565" y="41"/>
                    </a:cubicBezTo>
                    <a:cubicBezTo>
                      <a:pt x="563" y="41"/>
                      <a:pt x="562" y="41"/>
                      <a:pt x="561" y="39"/>
                    </a:cubicBezTo>
                    <a:cubicBezTo>
                      <a:pt x="559" y="36"/>
                      <a:pt x="558" y="35"/>
                      <a:pt x="556" y="34"/>
                    </a:cubicBezTo>
                    <a:cubicBezTo>
                      <a:pt x="554" y="34"/>
                      <a:pt x="552" y="34"/>
                      <a:pt x="551" y="33"/>
                    </a:cubicBezTo>
                    <a:cubicBezTo>
                      <a:pt x="550" y="32"/>
                      <a:pt x="550" y="30"/>
                      <a:pt x="548" y="31"/>
                    </a:cubicBezTo>
                    <a:cubicBezTo>
                      <a:pt x="546" y="31"/>
                      <a:pt x="544" y="31"/>
                      <a:pt x="543" y="31"/>
                    </a:cubicBezTo>
                    <a:cubicBezTo>
                      <a:pt x="541" y="31"/>
                      <a:pt x="539" y="31"/>
                      <a:pt x="538" y="33"/>
                    </a:cubicBezTo>
                    <a:cubicBezTo>
                      <a:pt x="537" y="34"/>
                      <a:pt x="537" y="35"/>
                      <a:pt x="537" y="37"/>
                    </a:cubicBezTo>
                    <a:cubicBezTo>
                      <a:pt x="537" y="40"/>
                      <a:pt x="535" y="42"/>
                      <a:pt x="532" y="41"/>
                    </a:cubicBezTo>
                    <a:cubicBezTo>
                      <a:pt x="530" y="41"/>
                      <a:pt x="529" y="39"/>
                      <a:pt x="530" y="38"/>
                    </a:cubicBezTo>
                    <a:cubicBezTo>
                      <a:pt x="531" y="37"/>
                      <a:pt x="532" y="36"/>
                      <a:pt x="532" y="35"/>
                    </a:cubicBezTo>
                    <a:cubicBezTo>
                      <a:pt x="533" y="34"/>
                      <a:pt x="533" y="33"/>
                      <a:pt x="533" y="32"/>
                    </a:cubicBezTo>
                    <a:cubicBezTo>
                      <a:pt x="534" y="30"/>
                      <a:pt x="535" y="29"/>
                      <a:pt x="533" y="28"/>
                    </a:cubicBezTo>
                    <a:cubicBezTo>
                      <a:pt x="532" y="26"/>
                      <a:pt x="531" y="25"/>
                      <a:pt x="530" y="24"/>
                    </a:cubicBezTo>
                    <a:cubicBezTo>
                      <a:pt x="529" y="24"/>
                      <a:pt x="528" y="23"/>
                      <a:pt x="526" y="23"/>
                    </a:cubicBezTo>
                    <a:cubicBezTo>
                      <a:pt x="525" y="22"/>
                      <a:pt x="524" y="23"/>
                      <a:pt x="522" y="23"/>
                    </a:cubicBezTo>
                    <a:cubicBezTo>
                      <a:pt x="518" y="24"/>
                      <a:pt x="518" y="19"/>
                      <a:pt x="518" y="17"/>
                    </a:cubicBezTo>
                    <a:cubicBezTo>
                      <a:pt x="518" y="13"/>
                      <a:pt x="522" y="13"/>
                      <a:pt x="525" y="12"/>
                    </a:cubicBezTo>
                    <a:cubicBezTo>
                      <a:pt x="526" y="11"/>
                      <a:pt x="527" y="11"/>
                      <a:pt x="527" y="9"/>
                    </a:cubicBezTo>
                    <a:cubicBezTo>
                      <a:pt x="527" y="8"/>
                      <a:pt x="527" y="6"/>
                      <a:pt x="526" y="5"/>
                    </a:cubicBezTo>
                    <a:cubicBezTo>
                      <a:pt x="525" y="5"/>
                      <a:pt x="523" y="5"/>
                      <a:pt x="521" y="5"/>
                    </a:cubicBezTo>
                    <a:cubicBezTo>
                      <a:pt x="519" y="6"/>
                      <a:pt x="517" y="9"/>
                      <a:pt x="516" y="12"/>
                    </a:cubicBezTo>
                    <a:cubicBezTo>
                      <a:pt x="515" y="12"/>
                      <a:pt x="515" y="13"/>
                      <a:pt x="514" y="13"/>
                    </a:cubicBezTo>
                    <a:cubicBezTo>
                      <a:pt x="514" y="13"/>
                      <a:pt x="514" y="13"/>
                      <a:pt x="514" y="13"/>
                    </a:cubicBezTo>
                    <a:cubicBezTo>
                      <a:pt x="513" y="13"/>
                      <a:pt x="512" y="13"/>
                      <a:pt x="512" y="13"/>
                    </a:cubicBezTo>
                    <a:cubicBezTo>
                      <a:pt x="510" y="14"/>
                      <a:pt x="510" y="13"/>
                      <a:pt x="509" y="13"/>
                    </a:cubicBezTo>
                    <a:cubicBezTo>
                      <a:pt x="508" y="13"/>
                      <a:pt x="507" y="14"/>
                      <a:pt x="506" y="14"/>
                    </a:cubicBezTo>
                    <a:cubicBezTo>
                      <a:pt x="504" y="14"/>
                      <a:pt x="501" y="14"/>
                      <a:pt x="499" y="14"/>
                    </a:cubicBezTo>
                    <a:cubicBezTo>
                      <a:pt x="498" y="14"/>
                      <a:pt x="497" y="15"/>
                      <a:pt x="496" y="16"/>
                    </a:cubicBezTo>
                    <a:cubicBezTo>
                      <a:pt x="496" y="16"/>
                      <a:pt x="496" y="17"/>
                      <a:pt x="495" y="17"/>
                    </a:cubicBezTo>
                    <a:cubicBezTo>
                      <a:pt x="494" y="19"/>
                      <a:pt x="492" y="18"/>
                      <a:pt x="491" y="19"/>
                    </a:cubicBezTo>
                    <a:cubicBezTo>
                      <a:pt x="490" y="21"/>
                      <a:pt x="491" y="24"/>
                      <a:pt x="489" y="23"/>
                    </a:cubicBezTo>
                    <a:cubicBezTo>
                      <a:pt x="487" y="23"/>
                      <a:pt x="486" y="20"/>
                      <a:pt x="484" y="21"/>
                    </a:cubicBezTo>
                    <a:cubicBezTo>
                      <a:pt x="482" y="22"/>
                      <a:pt x="482" y="25"/>
                      <a:pt x="481" y="26"/>
                    </a:cubicBezTo>
                    <a:cubicBezTo>
                      <a:pt x="480" y="28"/>
                      <a:pt x="478" y="28"/>
                      <a:pt x="476" y="28"/>
                    </a:cubicBezTo>
                    <a:cubicBezTo>
                      <a:pt x="474" y="28"/>
                      <a:pt x="473" y="25"/>
                      <a:pt x="473" y="23"/>
                    </a:cubicBezTo>
                    <a:cubicBezTo>
                      <a:pt x="473" y="21"/>
                      <a:pt x="474" y="19"/>
                      <a:pt x="476" y="19"/>
                    </a:cubicBezTo>
                    <a:cubicBezTo>
                      <a:pt x="477" y="18"/>
                      <a:pt x="480" y="18"/>
                      <a:pt x="481" y="16"/>
                    </a:cubicBezTo>
                    <a:cubicBezTo>
                      <a:pt x="482" y="15"/>
                      <a:pt x="481" y="13"/>
                      <a:pt x="482" y="11"/>
                    </a:cubicBezTo>
                    <a:cubicBezTo>
                      <a:pt x="483" y="9"/>
                      <a:pt x="484" y="8"/>
                      <a:pt x="486" y="7"/>
                    </a:cubicBezTo>
                    <a:cubicBezTo>
                      <a:pt x="487" y="6"/>
                      <a:pt x="490" y="5"/>
                      <a:pt x="490" y="3"/>
                    </a:cubicBezTo>
                    <a:cubicBezTo>
                      <a:pt x="490" y="1"/>
                      <a:pt x="487" y="0"/>
                      <a:pt x="485" y="0"/>
                    </a:cubicBezTo>
                    <a:cubicBezTo>
                      <a:pt x="482" y="0"/>
                      <a:pt x="479" y="0"/>
                      <a:pt x="477" y="0"/>
                    </a:cubicBezTo>
                    <a:cubicBezTo>
                      <a:pt x="474" y="1"/>
                      <a:pt x="472" y="1"/>
                      <a:pt x="470" y="2"/>
                    </a:cubicBezTo>
                    <a:cubicBezTo>
                      <a:pt x="469" y="3"/>
                      <a:pt x="468" y="4"/>
                      <a:pt x="467" y="5"/>
                    </a:cubicBezTo>
                    <a:cubicBezTo>
                      <a:pt x="466" y="5"/>
                      <a:pt x="465" y="5"/>
                      <a:pt x="464" y="5"/>
                    </a:cubicBezTo>
                    <a:cubicBezTo>
                      <a:pt x="463" y="5"/>
                      <a:pt x="461" y="5"/>
                      <a:pt x="460" y="6"/>
                    </a:cubicBezTo>
                    <a:cubicBezTo>
                      <a:pt x="459" y="6"/>
                      <a:pt x="459" y="6"/>
                      <a:pt x="458" y="6"/>
                    </a:cubicBezTo>
                    <a:cubicBezTo>
                      <a:pt x="454" y="5"/>
                      <a:pt x="452" y="12"/>
                      <a:pt x="449" y="8"/>
                    </a:cubicBezTo>
                    <a:cubicBezTo>
                      <a:pt x="447" y="7"/>
                      <a:pt x="446" y="5"/>
                      <a:pt x="443" y="6"/>
                    </a:cubicBezTo>
                    <a:cubicBezTo>
                      <a:pt x="442" y="6"/>
                      <a:pt x="441" y="8"/>
                      <a:pt x="440" y="10"/>
                    </a:cubicBezTo>
                    <a:cubicBezTo>
                      <a:pt x="439" y="11"/>
                      <a:pt x="439" y="12"/>
                      <a:pt x="440" y="14"/>
                    </a:cubicBezTo>
                    <a:cubicBezTo>
                      <a:pt x="440" y="16"/>
                      <a:pt x="440" y="18"/>
                      <a:pt x="439" y="20"/>
                    </a:cubicBezTo>
                    <a:cubicBezTo>
                      <a:pt x="439" y="21"/>
                      <a:pt x="438" y="23"/>
                      <a:pt x="437" y="24"/>
                    </a:cubicBezTo>
                    <a:cubicBezTo>
                      <a:pt x="434" y="24"/>
                      <a:pt x="434" y="22"/>
                      <a:pt x="434" y="21"/>
                    </a:cubicBezTo>
                    <a:cubicBezTo>
                      <a:pt x="433" y="16"/>
                      <a:pt x="429" y="16"/>
                      <a:pt x="425" y="18"/>
                    </a:cubicBezTo>
                    <a:cubicBezTo>
                      <a:pt x="424" y="18"/>
                      <a:pt x="422" y="20"/>
                      <a:pt x="422" y="21"/>
                    </a:cubicBezTo>
                    <a:cubicBezTo>
                      <a:pt x="421" y="22"/>
                      <a:pt x="420" y="24"/>
                      <a:pt x="418" y="23"/>
                    </a:cubicBezTo>
                    <a:cubicBezTo>
                      <a:pt x="416" y="22"/>
                      <a:pt x="417" y="17"/>
                      <a:pt x="414" y="18"/>
                    </a:cubicBezTo>
                    <a:cubicBezTo>
                      <a:pt x="413" y="18"/>
                      <a:pt x="411" y="19"/>
                      <a:pt x="411" y="21"/>
                    </a:cubicBezTo>
                    <a:cubicBezTo>
                      <a:pt x="410" y="23"/>
                      <a:pt x="410" y="23"/>
                      <a:pt x="407" y="24"/>
                    </a:cubicBezTo>
                    <a:cubicBezTo>
                      <a:pt x="406" y="24"/>
                      <a:pt x="405" y="25"/>
                      <a:pt x="404" y="26"/>
                    </a:cubicBezTo>
                    <a:cubicBezTo>
                      <a:pt x="403" y="26"/>
                      <a:pt x="402" y="26"/>
                      <a:pt x="401" y="26"/>
                    </a:cubicBezTo>
                    <a:cubicBezTo>
                      <a:pt x="400" y="26"/>
                      <a:pt x="398" y="26"/>
                      <a:pt x="397" y="26"/>
                    </a:cubicBezTo>
                    <a:cubicBezTo>
                      <a:pt x="396" y="26"/>
                      <a:pt x="395" y="26"/>
                      <a:pt x="394" y="26"/>
                    </a:cubicBezTo>
                    <a:cubicBezTo>
                      <a:pt x="393" y="27"/>
                      <a:pt x="392" y="27"/>
                      <a:pt x="391" y="27"/>
                    </a:cubicBezTo>
                    <a:cubicBezTo>
                      <a:pt x="389" y="26"/>
                      <a:pt x="388" y="24"/>
                      <a:pt x="386" y="23"/>
                    </a:cubicBezTo>
                    <a:cubicBezTo>
                      <a:pt x="385" y="23"/>
                      <a:pt x="385" y="23"/>
                      <a:pt x="384" y="22"/>
                    </a:cubicBezTo>
                    <a:cubicBezTo>
                      <a:pt x="383" y="21"/>
                      <a:pt x="382" y="20"/>
                      <a:pt x="381" y="19"/>
                    </a:cubicBezTo>
                    <a:cubicBezTo>
                      <a:pt x="379" y="22"/>
                      <a:pt x="379" y="25"/>
                      <a:pt x="381" y="28"/>
                    </a:cubicBezTo>
                    <a:cubicBezTo>
                      <a:pt x="382" y="28"/>
                      <a:pt x="384" y="29"/>
                      <a:pt x="384" y="30"/>
                    </a:cubicBezTo>
                    <a:cubicBezTo>
                      <a:pt x="385" y="32"/>
                      <a:pt x="383" y="33"/>
                      <a:pt x="382" y="34"/>
                    </a:cubicBezTo>
                    <a:cubicBezTo>
                      <a:pt x="380" y="36"/>
                      <a:pt x="377" y="36"/>
                      <a:pt x="374" y="38"/>
                    </a:cubicBezTo>
                    <a:cubicBezTo>
                      <a:pt x="372" y="39"/>
                      <a:pt x="370" y="42"/>
                      <a:pt x="369" y="44"/>
                    </a:cubicBezTo>
                    <a:cubicBezTo>
                      <a:pt x="368" y="45"/>
                      <a:pt x="367" y="47"/>
                      <a:pt x="368" y="48"/>
                    </a:cubicBezTo>
                    <a:cubicBezTo>
                      <a:pt x="369" y="50"/>
                      <a:pt x="370" y="49"/>
                      <a:pt x="372" y="49"/>
                    </a:cubicBezTo>
                    <a:cubicBezTo>
                      <a:pt x="375" y="49"/>
                      <a:pt x="378" y="51"/>
                      <a:pt x="381" y="49"/>
                    </a:cubicBezTo>
                    <a:cubicBezTo>
                      <a:pt x="382" y="48"/>
                      <a:pt x="386" y="44"/>
                      <a:pt x="388" y="47"/>
                    </a:cubicBezTo>
                    <a:cubicBezTo>
                      <a:pt x="389" y="48"/>
                      <a:pt x="388" y="50"/>
                      <a:pt x="389" y="51"/>
                    </a:cubicBezTo>
                    <a:cubicBezTo>
                      <a:pt x="390" y="52"/>
                      <a:pt x="392" y="51"/>
                      <a:pt x="394" y="51"/>
                    </a:cubicBezTo>
                    <a:cubicBezTo>
                      <a:pt x="395" y="51"/>
                      <a:pt x="397" y="51"/>
                      <a:pt x="398" y="50"/>
                    </a:cubicBezTo>
                    <a:cubicBezTo>
                      <a:pt x="400" y="49"/>
                      <a:pt x="402" y="47"/>
                      <a:pt x="403" y="48"/>
                    </a:cubicBezTo>
                    <a:cubicBezTo>
                      <a:pt x="405" y="48"/>
                      <a:pt x="405" y="50"/>
                      <a:pt x="404" y="52"/>
                    </a:cubicBezTo>
                    <a:cubicBezTo>
                      <a:pt x="403" y="53"/>
                      <a:pt x="400" y="53"/>
                      <a:pt x="398" y="54"/>
                    </a:cubicBezTo>
                    <a:cubicBezTo>
                      <a:pt x="398" y="55"/>
                      <a:pt x="398" y="56"/>
                      <a:pt x="397" y="57"/>
                    </a:cubicBezTo>
                    <a:cubicBezTo>
                      <a:pt x="395" y="58"/>
                      <a:pt x="393" y="56"/>
                      <a:pt x="392" y="55"/>
                    </a:cubicBezTo>
                    <a:cubicBezTo>
                      <a:pt x="391" y="55"/>
                      <a:pt x="390" y="55"/>
                      <a:pt x="389" y="55"/>
                    </a:cubicBezTo>
                    <a:cubicBezTo>
                      <a:pt x="388" y="55"/>
                      <a:pt x="386" y="55"/>
                      <a:pt x="385" y="55"/>
                    </a:cubicBezTo>
                    <a:cubicBezTo>
                      <a:pt x="384" y="55"/>
                      <a:pt x="383" y="55"/>
                      <a:pt x="382" y="56"/>
                    </a:cubicBezTo>
                    <a:cubicBezTo>
                      <a:pt x="380" y="56"/>
                      <a:pt x="379" y="56"/>
                      <a:pt x="378" y="56"/>
                    </a:cubicBezTo>
                    <a:cubicBezTo>
                      <a:pt x="375" y="55"/>
                      <a:pt x="373" y="56"/>
                      <a:pt x="373" y="59"/>
                    </a:cubicBezTo>
                    <a:cubicBezTo>
                      <a:pt x="374" y="59"/>
                      <a:pt x="376" y="60"/>
                      <a:pt x="377" y="60"/>
                    </a:cubicBezTo>
                    <a:cubicBezTo>
                      <a:pt x="378" y="60"/>
                      <a:pt x="379" y="60"/>
                      <a:pt x="380" y="61"/>
                    </a:cubicBezTo>
                    <a:cubicBezTo>
                      <a:pt x="381" y="62"/>
                      <a:pt x="380" y="65"/>
                      <a:pt x="383" y="66"/>
                    </a:cubicBezTo>
                    <a:cubicBezTo>
                      <a:pt x="386" y="67"/>
                      <a:pt x="388" y="64"/>
                      <a:pt x="391" y="65"/>
                    </a:cubicBezTo>
                    <a:cubicBezTo>
                      <a:pt x="392" y="65"/>
                      <a:pt x="395" y="67"/>
                      <a:pt x="395" y="69"/>
                    </a:cubicBezTo>
                    <a:cubicBezTo>
                      <a:pt x="393" y="69"/>
                      <a:pt x="391" y="69"/>
                      <a:pt x="390" y="69"/>
                    </a:cubicBezTo>
                    <a:cubicBezTo>
                      <a:pt x="387" y="70"/>
                      <a:pt x="385" y="72"/>
                      <a:pt x="384" y="74"/>
                    </a:cubicBezTo>
                    <a:cubicBezTo>
                      <a:pt x="384" y="77"/>
                      <a:pt x="384" y="79"/>
                      <a:pt x="382" y="80"/>
                    </a:cubicBezTo>
                    <a:cubicBezTo>
                      <a:pt x="381" y="82"/>
                      <a:pt x="381" y="84"/>
                      <a:pt x="381" y="86"/>
                    </a:cubicBezTo>
                    <a:cubicBezTo>
                      <a:pt x="381" y="88"/>
                      <a:pt x="379" y="92"/>
                      <a:pt x="377" y="89"/>
                    </a:cubicBezTo>
                    <a:cubicBezTo>
                      <a:pt x="376" y="88"/>
                      <a:pt x="376" y="87"/>
                      <a:pt x="376" y="85"/>
                    </a:cubicBezTo>
                    <a:cubicBezTo>
                      <a:pt x="376" y="84"/>
                      <a:pt x="375" y="83"/>
                      <a:pt x="375" y="82"/>
                    </a:cubicBezTo>
                    <a:cubicBezTo>
                      <a:pt x="374" y="80"/>
                      <a:pt x="374" y="78"/>
                      <a:pt x="374" y="76"/>
                    </a:cubicBezTo>
                    <a:cubicBezTo>
                      <a:pt x="374" y="75"/>
                      <a:pt x="374" y="73"/>
                      <a:pt x="375" y="71"/>
                    </a:cubicBezTo>
                    <a:cubicBezTo>
                      <a:pt x="373" y="69"/>
                      <a:pt x="370" y="66"/>
                      <a:pt x="367" y="65"/>
                    </a:cubicBezTo>
                    <a:cubicBezTo>
                      <a:pt x="366" y="65"/>
                      <a:pt x="365" y="65"/>
                      <a:pt x="364" y="65"/>
                    </a:cubicBezTo>
                    <a:cubicBezTo>
                      <a:pt x="363" y="65"/>
                      <a:pt x="362" y="64"/>
                      <a:pt x="361" y="64"/>
                    </a:cubicBezTo>
                    <a:cubicBezTo>
                      <a:pt x="358" y="63"/>
                      <a:pt x="356" y="65"/>
                      <a:pt x="357" y="68"/>
                    </a:cubicBezTo>
                    <a:cubicBezTo>
                      <a:pt x="357" y="70"/>
                      <a:pt x="358" y="72"/>
                      <a:pt x="355" y="74"/>
                    </a:cubicBezTo>
                    <a:cubicBezTo>
                      <a:pt x="355" y="75"/>
                      <a:pt x="353" y="75"/>
                      <a:pt x="352" y="76"/>
                    </a:cubicBezTo>
                    <a:cubicBezTo>
                      <a:pt x="352" y="77"/>
                      <a:pt x="352" y="78"/>
                      <a:pt x="351" y="79"/>
                    </a:cubicBezTo>
                    <a:cubicBezTo>
                      <a:pt x="348" y="80"/>
                      <a:pt x="347" y="74"/>
                      <a:pt x="347" y="72"/>
                    </a:cubicBezTo>
                    <a:cubicBezTo>
                      <a:pt x="347" y="71"/>
                      <a:pt x="347" y="70"/>
                      <a:pt x="348" y="69"/>
                    </a:cubicBezTo>
                    <a:cubicBezTo>
                      <a:pt x="349" y="68"/>
                      <a:pt x="351" y="68"/>
                      <a:pt x="352" y="67"/>
                    </a:cubicBezTo>
                    <a:cubicBezTo>
                      <a:pt x="352" y="66"/>
                      <a:pt x="353" y="65"/>
                      <a:pt x="353" y="64"/>
                    </a:cubicBezTo>
                    <a:cubicBezTo>
                      <a:pt x="352" y="63"/>
                      <a:pt x="351" y="63"/>
                      <a:pt x="350" y="62"/>
                    </a:cubicBezTo>
                    <a:cubicBezTo>
                      <a:pt x="346" y="62"/>
                      <a:pt x="344" y="60"/>
                      <a:pt x="340" y="62"/>
                    </a:cubicBezTo>
                    <a:cubicBezTo>
                      <a:pt x="339" y="62"/>
                      <a:pt x="338" y="63"/>
                      <a:pt x="337" y="64"/>
                    </a:cubicBezTo>
                    <a:cubicBezTo>
                      <a:pt x="335" y="66"/>
                      <a:pt x="330" y="66"/>
                      <a:pt x="326" y="66"/>
                    </a:cubicBezTo>
                    <a:cubicBezTo>
                      <a:pt x="325" y="66"/>
                      <a:pt x="323" y="66"/>
                      <a:pt x="321" y="67"/>
                    </a:cubicBezTo>
                    <a:cubicBezTo>
                      <a:pt x="320" y="67"/>
                      <a:pt x="319" y="68"/>
                      <a:pt x="318" y="69"/>
                    </a:cubicBezTo>
                    <a:cubicBezTo>
                      <a:pt x="316" y="70"/>
                      <a:pt x="314" y="70"/>
                      <a:pt x="313" y="70"/>
                    </a:cubicBezTo>
                    <a:cubicBezTo>
                      <a:pt x="311" y="70"/>
                      <a:pt x="309" y="71"/>
                      <a:pt x="307" y="71"/>
                    </a:cubicBezTo>
                    <a:cubicBezTo>
                      <a:pt x="306" y="70"/>
                      <a:pt x="305" y="69"/>
                      <a:pt x="303" y="69"/>
                    </a:cubicBezTo>
                    <a:cubicBezTo>
                      <a:pt x="301" y="69"/>
                      <a:pt x="299" y="69"/>
                      <a:pt x="297" y="69"/>
                    </a:cubicBezTo>
                    <a:cubicBezTo>
                      <a:pt x="293" y="68"/>
                      <a:pt x="290" y="69"/>
                      <a:pt x="287" y="69"/>
                    </a:cubicBezTo>
                    <a:cubicBezTo>
                      <a:pt x="283" y="70"/>
                      <a:pt x="280" y="70"/>
                      <a:pt x="277" y="68"/>
                    </a:cubicBezTo>
                    <a:cubicBezTo>
                      <a:pt x="275" y="67"/>
                      <a:pt x="271" y="68"/>
                      <a:pt x="270" y="64"/>
                    </a:cubicBezTo>
                    <a:cubicBezTo>
                      <a:pt x="269" y="62"/>
                      <a:pt x="269" y="60"/>
                      <a:pt x="269" y="58"/>
                    </a:cubicBezTo>
                    <a:cubicBezTo>
                      <a:pt x="269" y="57"/>
                      <a:pt x="269" y="57"/>
                      <a:pt x="268" y="56"/>
                    </a:cubicBezTo>
                    <a:cubicBezTo>
                      <a:pt x="268" y="55"/>
                      <a:pt x="267" y="55"/>
                      <a:pt x="266" y="55"/>
                    </a:cubicBezTo>
                    <a:cubicBezTo>
                      <a:pt x="266" y="54"/>
                      <a:pt x="266" y="53"/>
                      <a:pt x="266" y="53"/>
                    </a:cubicBezTo>
                    <a:cubicBezTo>
                      <a:pt x="265" y="52"/>
                      <a:pt x="265" y="52"/>
                      <a:pt x="264" y="52"/>
                    </a:cubicBezTo>
                    <a:cubicBezTo>
                      <a:pt x="262" y="51"/>
                      <a:pt x="262" y="50"/>
                      <a:pt x="261" y="48"/>
                    </a:cubicBezTo>
                    <a:cubicBezTo>
                      <a:pt x="259" y="47"/>
                      <a:pt x="256" y="47"/>
                      <a:pt x="255" y="48"/>
                    </a:cubicBezTo>
                    <a:cubicBezTo>
                      <a:pt x="254" y="49"/>
                      <a:pt x="254" y="50"/>
                      <a:pt x="253" y="51"/>
                    </a:cubicBezTo>
                    <a:cubicBezTo>
                      <a:pt x="252" y="51"/>
                      <a:pt x="251" y="51"/>
                      <a:pt x="251" y="51"/>
                    </a:cubicBezTo>
                    <a:cubicBezTo>
                      <a:pt x="248" y="51"/>
                      <a:pt x="248" y="50"/>
                      <a:pt x="246" y="49"/>
                    </a:cubicBezTo>
                    <a:cubicBezTo>
                      <a:pt x="245" y="49"/>
                      <a:pt x="243" y="49"/>
                      <a:pt x="242" y="51"/>
                    </a:cubicBezTo>
                    <a:cubicBezTo>
                      <a:pt x="241" y="52"/>
                      <a:pt x="241" y="54"/>
                      <a:pt x="240" y="55"/>
                    </a:cubicBezTo>
                    <a:cubicBezTo>
                      <a:pt x="240" y="56"/>
                      <a:pt x="239" y="56"/>
                      <a:pt x="239" y="57"/>
                    </a:cubicBezTo>
                    <a:cubicBezTo>
                      <a:pt x="237" y="58"/>
                      <a:pt x="237" y="57"/>
                      <a:pt x="236" y="56"/>
                    </a:cubicBezTo>
                    <a:cubicBezTo>
                      <a:pt x="234" y="54"/>
                      <a:pt x="230" y="53"/>
                      <a:pt x="227" y="55"/>
                    </a:cubicBezTo>
                    <a:cubicBezTo>
                      <a:pt x="226" y="55"/>
                      <a:pt x="225" y="57"/>
                      <a:pt x="225" y="58"/>
                    </a:cubicBezTo>
                    <a:cubicBezTo>
                      <a:pt x="225" y="60"/>
                      <a:pt x="227" y="60"/>
                      <a:pt x="228" y="60"/>
                    </a:cubicBezTo>
                    <a:cubicBezTo>
                      <a:pt x="229" y="62"/>
                      <a:pt x="228" y="63"/>
                      <a:pt x="228" y="64"/>
                    </a:cubicBezTo>
                    <a:cubicBezTo>
                      <a:pt x="228" y="66"/>
                      <a:pt x="229" y="67"/>
                      <a:pt x="230" y="67"/>
                    </a:cubicBezTo>
                    <a:cubicBezTo>
                      <a:pt x="231" y="68"/>
                      <a:pt x="234" y="68"/>
                      <a:pt x="233" y="69"/>
                    </a:cubicBezTo>
                    <a:cubicBezTo>
                      <a:pt x="233" y="70"/>
                      <a:pt x="230" y="70"/>
                      <a:pt x="229" y="70"/>
                    </a:cubicBezTo>
                    <a:cubicBezTo>
                      <a:pt x="227" y="73"/>
                      <a:pt x="227" y="71"/>
                      <a:pt x="226" y="69"/>
                    </a:cubicBezTo>
                    <a:cubicBezTo>
                      <a:pt x="225" y="67"/>
                      <a:pt x="224" y="68"/>
                      <a:pt x="222" y="67"/>
                    </a:cubicBezTo>
                    <a:cubicBezTo>
                      <a:pt x="220" y="66"/>
                      <a:pt x="221" y="65"/>
                      <a:pt x="218" y="65"/>
                    </a:cubicBezTo>
                    <a:cubicBezTo>
                      <a:pt x="217" y="65"/>
                      <a:pt x="214" y="65"/>
                      <a:pt x="213" y="66"/>
                    </a:cubicBezTo>
                    <a:cubicBezTo>
                      <a:pt x="212" y="67"/>
                      <a:pt x="213" y="69"/>
                      <a:pt x="211" y="70"/>
                    </a:cubicBezTo>
                    <a:cubicBezTo>
                      <a:pt x="210" y="71"/>
                      <a:pt x="208" y="70"/>
                      <a:pt x="207" y="72"/>
                    </a:cubicBezTo>
                    <a:cubicBezTo>
                      <a:pt x="206" y="73"/>
                      <a:pt x="205" y="75"/>
                      <a:pt x="203" y="74"/>
                    </a:cubicBezTo>
                    <a:cubicBezTo>
                      <a:pt x="201" y="74"/>
                      <a:pt x="201" y="72"/>
                      <a:pt x="200" y="71"/>
                    </a:cubicBezTo>
                    <a:cubicBezTo>
                      <a:pt x="198" y="70"/>
                      <a:pt x="196" y="71"/>
                      <a:pt x="194" y="71"/>
                    </a:cubicBezTo>
                    <a:cubicBezTo>
                      <a:pt x="193" y="70"/>
                      <a:pt x="193" y="69"/>
                      <a:pt x="191" y="68"/>
                    </a:cubicBezTo>
                    <a:cubicBezTo>
                      <a:pt x="189" y="68"/>
                      <a:pt x="189" y="68"/>
                      <a:pt x="187" y="66"/>
                    </a:cubicBezTo>
                    <a:cubicBezTo>
                      <a:pt x="186" y="65"/>
                      <a:pt x="185" y="66"/>
                      <a:pt x="183" y="66"/>
                    </a:cubicBezTo>
                    <a:cubicBezTo>
                      <a:pt x="182" y="67"/>
                      <a:pt x="180" y="66"/>
                      <a:pt x="179" y="67"/>
                    </a:cubicBezTo>
                    <a:cubicBezTo>
                      <a:pt x="178" y="68"/>
                      <a:pt x="177" y="70"/>
                      <a:pt x="176" y="70"/>
                    </a:cubicBezTo>
                    <a:cubicBezTo>
                      <a:pt x="174" y="71"/>
                      <a:pt x="173" y="72"/>
                      <a:pt x="172" y="73"/>
                    </a:cubicBezTo>
                    <a:cubicBezTo>
                      <a:pt x="170" y="73"/>
                      <a:pt x="168" y="73"/>
                      <a:pt x="168" y="75"/>
                    </a:cubicBezTo>
                    <a:cubicBezTo>
                      <a:pt x="167" y="76"/>
                      <a:pt x="168" y="80"/>
                      <a:pt x="168" y="81"/>
                    </a:cubicBezTo>
                    <a:cubicBezTo>
                      <a:pt x="169" y="83"/>
                      <a:pt x="172" y="86"/>
                      <a:pt x="174" y="84"/>
                    </a:cubicBezTo>
                    <a:cubicBezTo>
                      <a:pt x="175" y="83"/>
                      <a:pt x="176" y="79"/>
                      <a:pt x="178" y="81"/>
                    </a:cubicBezTo>
                    <a:cubicBezTo>
                      <a:pt x="179" y="83"/>
                      <a:pt x="178" y="85"/>
                      <a:pt x="181" y="86"/>
                    </a:cubicBezTo>
                    <a:cubicBezTo>
                      <a:pt x="179" y="87"/>
                      <a:pt x="177" y="89"/>
                      <a:pt x="174" y="89"/>
                    </a:cubicBezTo>
                    <a:cubicBezTo>
                      <a:pt x="172" y="89"/>
                      <a:pt x="170" y="87"/>
                      <a:pt x="169" y="86"/>
                    </a:cubicBezTo>
                    <a:cubicBezTo>
                      <a:pt x="165" y="83"/>
                      <a:pt x="161" y="83"/>
                      <a:pt x="157" y="86"/>
                    </a:cubicBezTo>
                    <a:cubicBezTo>
                      <a:pt x="155" y="88"/>
                      <a:pt x="154" y="89"/>
                      <a:pt x="151" y="89"/>
                    </a:cubicBezTo>
                    <a:cubicBezTo>
                      <a:pt x="149" y="89"/>
                      <a:pt x="147" y="89"/>
                      <a:pt x="144" y="89"/>
                    </a:cubicBezTo>
                    <a:cubicBezTo>
                      <a:pt x="141" y="91"/>
                      <a:pt x="142" y="98"/>
                      <a:pt x="143" y="101"/>
                    </a:cubicBezTo>
                    <a:cubicBezTo>
                      <a:pt x="144" y="103"/>
                      <a:pt x="146" y="103"/>
                      <a:pt x="148" y="104"/>
                    </a:cubicBezTo>
                    <a:cubicBezTo>
                      <a:pt x="149" y="105"/>
                      <a:pt x="148" y="106"/>
                      <a:pt x="146" y="107"/>
                    </a:cubicBezTo>
                    <a:cubicBezTo>
                      <a:pt x="143" y="110"/>
                      <a:pt x="141" y="113"/>
                      <a:pt x="137" y="115"/>
                    </a:cubicBezTo>
                    <a:cubicBezTo>
                      <a:pt x="135" y="116"/>
                      <a:pt x="132" y="117"/>
                      <a:pt x="132" y="119"/>
                    </a:cubicBezTo>
                    <a:cubicBezTo>
                      <a:pt x="131" y="121"/>
                      <a:pt x="132" y="123"/>
                      <a:pt x="132" y="125"/>
                    </a:cubicBezTo>
                    <a:cubicBezTo>
                      <a:pt x="132" y="127"/>
                      <a:pt x="130" y="129"/>
                      <a:pt x="131" y="132"/>
                    </a:cubicBezTo>
                    <a:cubicBezTo>
                      <a:pt x="131" y="134"/>
                      <a:pt x="133" y="134"/>
                      <a:pt x="135" y="134"/>
                    </a:cubicBezTo>
                    <a:cubicBezTo>
                      <a:pt x="137" y="133"/>
                      <a:pt x="138" y="131"/>
                      <a:pt x="139" y="129"/>
                    </a:cubicBezTo>
                    <a:cubicBezTo>
                      <a:pt x="140" y="127"/>
                      <a:pt x="141" y="125"/>
                      <a:pt x="144" y="123"/>
                    </a:cubicBezTo>
                    <a:cubicBezTo>
                      <a:pt x="150" y="119"/>
                      <a:pt x="148" y="129"/>
                      <a:pt x="150" y="131"/>
                    </a:cubicBezTo>
                    <a:cubicBezTo>
                      <a:pt x="153" y="135"/>
                      <a:pt x="156" y="123"/>
                      <a:pt x="158" y="124"/>
                    </a:cubicBezTo>
                    <a:cubicBezTo>
                      <a:pt x="159" y="125"/>
                      <a:pt x="158" y="130"/>
                      <a:pt x="158" y="131"/>
                    </a:cubicBezTo>
                    <a:cubicBezTo>
                      <a:pt x="158" y="134"/>
                      <a:pt x="159" y="135"/>
                      <a:pt x="162" y="137"/>
                    </a:cubicBezTo>
                    <a:cubicBezTo>
                      <a:pt x="167" y="140"/>
                      <a:pt x="162" y="143"/>
                      <a:pt x="159" y="145"/>
                    </a:cubicBezTo>
                    <a:cubicBezTo>
                      <a:pt x="156" y="147"/>
                      <a:pt x="154" y="153"/>
                      <a:pt x="156" y="156"/>
                    </a:cubicBezTo>
                    <a:cubicBezTo>
                      <a:pt x="157" y="158"/>
                      <a:pt x="160" y="159"/>
                      <a:pt x="161" y="161"/>
                    </a:cubicBezTo>
                    <a:cubicBezTo>
                      <a:pt x="161" y="164"/>
                      <a:pt x="157" y="164"/>
                      <a:pt x="156" y="164"/>
                    </a:cubicBezTo>
                    <a:cubicBezTo>
                      <a:pt x="154" y="164"/>
                      <a:pt x="150" y="164"/>
                      <a:pt x="150" y="167"/>
                    </a:cubicBezTo>
                    <a:cubicBezTo>
                      <a:pt x="150" y="169"/>
                      <a:pt x="152" y="171"/>
                      <a:pt x="153" y="173"/>
                    </a:cubicBezTo>
                    <a:cubicBezTo>
                      <a:pt x="156" y="176"/>
                      <a:pt x="154" y="183"/>
                      <a:pt x="158" y="185"/>
                    </a:cubicBezTo>
                    <a:cubicBezTo>
                      <a:pt x="160" y="186"/>
                      <a:pt x="162" y="184"/>
                      <a:pt x="164" y="183"/>
                    </a:cubicBezTo>
                    <a:cubicBezTo>
                      <a:pt x="165" y="181"/>
                      <a:pt x="167" y="181"/>
                      <a:pt x="169" y="180"/>
                    </a:cubicBezTo>
                    <a:cubicBezTo>
                      <a:pt x="173" y="178"/>
                      <a:pt x="174" y="173"/>
                      <a:pt x="178" y="172"/>
                    </a:cubicBezTo>
                    <a:cubicBezTo>
                      <a:pt x="179" y="173"/>
                      <a:pt x="179" y="175"/>
                      <a:pt x="179" y="176"/>
                    </a:cubicBezTo>
                    <a:cubicBezTo>
                      <a:pt x="180" y="177"/>
                      <a:pt x="182" y="177"/>
                      <a:pt x="184" y="177"/>
                    </a:cubicBezTo>
                    <a:cubicBezTo>
                      <a:pt x="186" y="177"/>
                      <a:pt x="187" y="177"/>
                      <a:pt x="189" y="177"/>
                    </a:cubicBezTo>
                    <a:cubicBezTo>
                      <a:pt x="191" y="177"/>
                      <a:pt x="193" y="178"/>
                      <a:pt x="194" y="177"/>
                    </a:cubicBezTo>
                    <a:cubicBezTo>
                      <a:pt x="196" y="176"/>
                      <a:pt x="199" y="176"/>
                      <a:pt x="201" y="176"/>
                    </a:cubicBezTo>
                    <a:cubicBezTo>
                      <a:pt x="202" y="178"/>
                      <a:pt x="202" y="180"/>
                      <a:pt x="201" y="181"/>
                    </a:cubicBezTo>
                    <a:cubicBezTo>
                      <a:pt x="199" y="182"/>
                      <a:pt x="196" y="182"/>
                      <a:pt x="194" y="183"/>
                    </a:cubicBezTo>
                    <a:cubicBezTo>
                      <a:pt x="193" y="184"/>
                      <a:pt x="191" y="184"/>
                      <a:pt x="189" y="184"/>
                    </a:cubicBezTo>
                    <a:cubicBezTo>
                      <a:pt x="187" y="185"/>
                      <a:pt x="187" y="187"/>
                      <a:pt x="185" y="187"/>
                    </a:cubicBezTo>
                    <a:cubicBezTo>
                      <a:pt x="181" y="188"/>
                      <a:pt x="177" y="188"/>
                      <a:pt x="173" y="189"/>
                    </a:cubicBezTo>
                    <a:cubicBezTo>
                      <a:pt x="172" y="189"/>
                      <a:pt x="170" y="189"/>
                      <a:pt x="169" y="191"/>
                    </a:cubicBezTo>
                    <a:cubicBezTo>
                      <a:pt x="168" y="191"/>
                      <a:pt x="168" y="192"/>
                      <a:pt x="168" y="193"/>
                    </a:cubicBezTo>
                    <a:cubicBezTo>
                      <a:pt x="167" y="194"/>
                      <a:pt x="167" y="195"/>
                      <a:pt x="166" y="195"/>
                    </a:cubicBezTo>
                    <a:cubicBezTo>
                      <a:pt x="165" y="196"/>
                      <a:pt x="163" y="198"/>
                      <a:pt x="163" y="199"/>
                    </a:cubicBezTo>
                    <a:cubicBezTo>
                      <a:pt x="162" y="201"/>
                      <a:pt x="160" y="203"/>
                      <a:pt x="159" y="205"/>
                    </a:cubicBezTo>
                    <a:cubicBezTo>
                      <a:pt x="158" y="207"/>
                      <a:pt x="156" y="209"/>
                      <a:pt x="155" y="212"/>
                    </a:cubicBezTo>
                    <a:cubicBezTo>
                      <a:pt x="154" y="213"/>
                      <a:pt x="154" y="214"/>
                      <a:pt x="153" y="215"/>
                    </a:cubicBezTo>
                    <a:cubicBezTo>
                      <a:pt x="153" y="217"/>
                      <a:pt x="151" y="218"/>
                      <a:pt x="149" y="219"/>
                    </a:cubicBezTo>
                    <a:cubicBezTo>
                      <a:pt x="147" y="219"/>
                      <a:pt x="145" y="218"/>
                      <a:pt x="143" y="220"/>
                    </a:cubicBezTo>
                    <a:cubicBezTo>
                      <a:pt x="142" y="222"/>
                      <a:pt x="143" y="224"/>
                      <a:pt x="144" y="224"/>
                    </a:cubicBezTo>
                    <a:cubicBezTo>
                      <a:pt x="146" y="225"/>
                      <a:pt x="148" y="224"/>
                      <a:pt x="150" y="224"/>
                    </a:cubicBezTo>
                    <a:cubicBezTo>
                      <a:pt x="152" y="225"/>
                      <a:pt x="154" y="226"/>
                      <a:pt x="154" y="228"/>
                    </a:cubicBezTo>
                    <a:cubicBezTo>
                      <a:pt x="154" y="229"/>
                      <a:pt x="153" y="230"/>
                      <a:pt x="152" y="231"/>
                    </a:cubicBezTo>
                    <a:cubicBezTo>
                      <a:pt x="149" y="234"/>
                      <a:pt x="149" y="237"/>
                      <a:pt x="152" y="239"/>
                    </a:cubicBezTo>
                    <a:cubicBezTo>
                      <a:pt x="155" y="242"/>
                      <a:pt x="158" y="241"/>
                      <a:pt x="160" y="237"/>
                    </a:cubicBezTo>
                    <a:cubicBezTo>
                      <a:pt x="162" y="233"/>
                      <a:pt x="162" y="230"/>
                      <a:pt x="168" y="231"/>
                    </a:cubicBezTo>
                    <a:cubicBezTo>
                      <a:pt x="169" y="231"/>
                      <a:pt x="171" y="232"/>
                      <a:pt x="173" y="230"/>
                    </a:cubicBezTo>
                    <a:cubicBezTo>
                      <a:pt x="174" y="229"/>
                      <a:pt x="173" y="227"/>
                      <a:pt x="173" y="225"/>
                    </a:cubicBezTo>
                    <a:cubicBezTo>
                      <a:pt x="174" y="223"/>
                      <a:pt x="175" y="223"/>
                      <a:pt x="176" y="222"/>
                    </a:cubicBezTo>
                    <a:cubicBezTo>
                      <a:pt x="178" y="221"/>
                      <a:pt x="179" y="219"/>
                      <a:pt x="181" y="219"/>
                    </a:cubicBezTo>
                    <a:cubicBezTo>
                      <a:pt x="184" y="217"/>
                      <a:pt x="183" y="224"/>
                      <a:pt x="184" y="226"/>
                    </a:cubicBezTo>
                    <a:cubicBezTo>
                      <a:pt x="185" y="229"/>
                      <a:pt x="191" y="229"/>
                      <a:pt x="193" y="226"/>
                    </a:cubicBezTo>
                    <a:cubicBezTo>
                      <a:pt x="194" y="224"/>
                      <a:pt x="193" y="222"/>
                      <a:pt x="193" y="221"/>
                    </a:cubicBezTo>
                    <a:cubicBezTo>
                      <a:pt x="194" y="219"/>
                      <a:pt x="195" y="218"/>
                      <a:pt x="196" y="217"/>
                    </a:cubicBezTo>
                    <a:cubicBezTo>
                      <a:pt x="199" y="216"/>
                      <a:pt x="203" y="214"/>
                      <a:pt x="204" y="217"/>
                    </a:cubicBezTo>
                    <a:cubicBezTo>
                      <a:pt x="206" y="221"/>
                      <a:pt x="202" y="225"/>
                      <a:pt x="205" y="229"/>
                    </a:cubicBezTo>
                    <a:cubicBezTo>
                      <a:pt x="207" y="233"/>
                      <a:pt x="211" y="230"/>
                      <a:pt x="214" y="227"/>
                    </a:cubicBezTo>
                    <a:cubicBezTo>
                      <a:pt x="217" y="224"/>
                      <a:pt x="219" y="221"/>
                      <a:pt x="224" y="222"/>
                    </a:cubicBezTo>
                    <a:cubicBezTo>
                      <a:pt x="228" y="223"/>
                      <a:pt x="222" y="226"/>
                      <a:pt x="220" y="227"/>
                    </a:cubicBezTo>
                    <a:cubicBezTo>
                      <a:pt x="217" y="228"/>
                      <a:pt x="213" y="229"/>
                      <a:pt x="211" y="232"/>
                    </a:cubicBezTo>
                    <a:cubicBezTo>
                      <a:pt x="210" y="234"/>
                      <a:pt x="210" y="235"/>
                      <a:pt x="209" y="236"/>
                    </a:cubicBezTo>
                    <a:cubicBezTo>
                      <a:pt x="207" y="237"/>
                      <a:pt x="205" y="237"/>
                      <a:pt x="203" y="237"/>
                    </a:cubicBezTo>
                    <a:cubicBezTo>
                      <a:pt x="199" y="237"/>
                      <a:pt x="196" y="236"/>
                      <a:pt x="193" y="238"/>
                    </a:cubicBezTo>
                    <a:cubicBezTo>
                      <a:pt x="192" y="239"/>
                      <a:pt x="190" y="240"/>
                      <a:pt x="189" y="241"/>
                    </a:cubicBezTo>
                    <a:cubicBezTo>
                      <a:pt x="188" y="242"/>
                      <a:pt x="187" y="243"/>
                      <a:pt x="187" y="244"/>
                    </a:cubicBezTo>
                    <a:cubicBezTo>
                      <a:pt x="186" y="246"/>
                      <a:pt x="186" y="249"/>
                      <a:pt x="186" y="251"/>
                    </a:cubicBezTo>
                    <a:cubicBezTo>
                      <a:pt x="186" y="252"/>
                      <a:pt x="185" y="253"/>
                      <a:pt x="185" y="254"/>
                    </a:cubicBezTo>
                    <a:cubicBezTo>
                      <a:pt x="185" y="255"/>
                      <a:pt x="186" y="255"/>
                      <a:pt x="187" y="256"/>
                    </a:cubicBezTo>
                    <a:cubicBezTo>
                      <a:pt x="189" y="258"/>
                      <a:pt x="185" y="258"/>
                      <a:pt x="183" y="258"/>
                    </a:cubicBezTo>
                    <a:cubicBezTo>
                      <a:pt x="182" y="258"/>
                      <a:pt x="180" y="260"/>
                      <a:pt x="179" y="261"/>
                    </a:cubicBezTo>
                    <a:cubicBezTo>
                      <a:pt x="179" y="263"/>
                      <a:pt x="179" y="265"/>
                      <a:pt x="177" y="265"/>
                    </a:cubicBezTo>
                    <a:cubicBezTo>
                      <a:pt x="174" y="266"/>
                      <a:pt x="174" y="264"/>
                      <a:pt x="174" y="262"/>
                    </a:cubicBezTo>
                    <a:cubicBezTo>
                      <a:pt x="174" y="260"/>
                      <a:pt x="177" y="259"/>
                      <a:pt x="177" y="258"/>
                    </a:cubicBezTo>
                    <a:cubicBezTo>
                      <a:pt x="177" y="256"/>
                      <a:pt x="173" y="257"/>
                      <a:pt x="172" y="256"/>
                    </a:cubicBezTo>
                    <a:cubicBezTo>
                      <a:pt x="171" y="255"/>
                      <a:pt x="171" y="254"/>
                      <a:pt x="169" y="254"/>
                    </a:cubicBezTo>
                    <a:cubicBezTo>
                      <a:pt x="168" y="254"/>
                      <a:pt x="166" y="255"/>
                      <a:pt x="165" y="255"/>
                    </a:cubicBezTo>
                    <a:cubicBezTo>
                      <a:pt x="163" y="256"/>
                      <a:pt x="161" y="256"/>
                      <a:pt x="158" y="257"/>
                    </a:cubicBezTo>
                    <a:cubicBezTo>
                      <a:pt x="157" y="262"/>
                      <a:pt x="165" y="260"/>
                      <a:pt x="167" y="264"/>
                    </a:cubicBezTo>
                    <a:cubicBezTo>
                      <a:pt x="168" y="265"/>
                      <a:pt x="168" y="267"/>
                      <a:pt x="169" y="269"/>
                    </a:cubicBezTo>
                    <a:cubicBezTo>
                      <a:pt x="170" y="271"/>
                      <a:pt x="170" y="272"/>
                      <a:pt x="170" y="274"/>
                    </a:cubicBezTo>
                    <a:cubicBezTo>
                      <a:pt x="170" y="276"/>
                      <a:pt x="169" y="278"/>
                      <a:pt x="171" y="280"/>
                    </a:cubicBezTo>
                    <a:cubicBezTo>
                      <a:pt x="172" y="281"/>
                      <a:pt x="173" y="283"/>
                      <a:pt x="174" y="284"/>
                    </a:cubicBezTo>
                    <a:cubicBezTo>
                      <a:pt x="175" y="286"/>
                      <a:pt x="177" y="286"/>
                      <a:pt x="179" y="286"/>
                    </a:cubicBezTo>
                    <a:cubicBezTo>
                      <a:pt x="181" y="285"/>
                      <a:pt x="183" y="286"/>
                      <a:pt x="185" y="287"/>
                    </a:cubicBezTo>
                    <a:cubicBezTo>
                      <a:pt x="191" y="290"/>
                      <a:pt x="194" y="285"/>
                      <a:pt x="199" y="285"/>
                    </a:cubicBezTo>
                    <a:cubicBezTo>
                      <a:pt x="201" y="284"/>
                      <a:pt x="203" y="284"/>
                      <a:pt x="205" y="283"/>
                    </a:cubicBezTo>
                    <a:cubicBezTo>
                      <a:pt x="207" y="283"/>
                      <a:pt x="209" y="282"/>
                      <a:pt x="211" y="283"/>
                    </a:cubicBezTo>
                    <a:cubicBezTo>
                      <a:pt x="214" y="284"/>
                      <a:pt x="212" y="286"/>
                      <a:pt x="210" y="287"/>
                    </a:cubicBezTo>
                    <a:cubicBezTo>
                      <a:pt x="207" y="288"/>
                      <a:pt x="204" y="288"/>
                      <a:pt x="201" y="289"/>
                    </a:cubicBezTo>
                    <a:cubicBezTo>
                      <a:pt x="197" y="290"/>
                      <a:pt x="194" y="292"/>
                      <a:pt x="191" y="295"/>
                    </a:cubicBezTo>
                    <a:cubicBezTo>
                      <a:pt x="190" y="296"/>
                      <a:pt x="190" y="298"/>
                      <a:pt x="189" y="299"/>
                    </a:cubicBezTo>
                    <a:cubicBezTo>
                      <a:pt x="187" y="301"/>
                      <a:pt x="184" y="302"/>
                      <a:pt x="182" y="302"/>
                    </a:cubicBezTo>
                    <a:cubicBezTo>
                      <a:pt x="177" y="302"/>
                      <a:pt x="177" y="297"/>
                      <a:pt x="174" y="295"/>
                    </a:cubicBezTo>
                    <a:cubicBezTo>
                      <a:pt x="173" y="294"/>
                      <a:pt x="173" y="294"/>
                      <a:pt x="172" y="294"/>
                    </a:cubicBezTo>
                    <a:cubicBezTo>
                      <a:pt x="168" y="296"/>
                      <a:pt x="170" y="300"/>
                      <a:pt x="170" y="304"/>
                    </a:cubicBezTo>
                    <a:cubicBezTo>
                      <a:pt x="170" y="306"/>
                      <a:pt x="170" y="308"/>
                      <a:pt x="168" y="309"/>
                    </a:cubicBezTo>
                    <a:cubicBezTo>
                      <a:pt x="166" y="310"/>
                      <a:pt x="166" y="309"/>
                      <a:pt x="165" y="307"/>
                    </a:cubicBezTo>
                    <a:cubicBezTo>
                      <a:pt x="165" y="306"/>
                      <a:pt x="164" y="303"/>
                      <a:pt x="162" y="304"/>
                    </a:cubicBezTo>
                    <a:cubicBezTo>
                      <a:pt x="161" y="305"/>
                      <a:pt x="161" y="307"/>
                      <a:pt x="160" y="308"/>
                    </a:cubicBezTo>
                    <a:cubicBezTo>
                      <a:pt x="159" y="310"/>
                      <a:pt x="157" y="310"/>
                      <a:pt x="156" y="311"/>
                    </a:cubicBezTo>
                    <a:cubicBezTo>
                      <a:pt x="155" y="313"/>
                      <a:pt x="154" y="315"/>
                      <a:pt x="156" y="317"/>
                    </a:cubicBezTo>
                    <a:cubicBezTo>
                      <a:pt x="158" y="318"/>
                      <a:pt x="160" y="318"/>
                      <a:pt x="162" y="317"/>
                    </a:cubicBezTo>
                    <a:cubicBezTo>
                      <a:pt x="163" y="317"/>
                      <a:pt x="164" y="317"/>
                      <a:pt x="166" y="318"/>
                    </a:cubicBezTo>
                    <a:cubicBezTo>
                      <a:pt x="167" y="319"/>
                      <a:pt x="169" y="320"/>
                      <a:pt x="171" y="319"/>
                    </a:cubicBezTo>
                    <a:cubicBezTo>
                      <a:pt x="172" y="319"/>
                      <a:pt x="174" y="317"/>
                      <a:pt x="176" y="318"/>
                    </a:cubicBezTo>
                    <a:cubicBezTo>
                      <a:pt x="177" y="318"/>
                      <a:pt x="178" y="320"/>
                      <a:pt x="180" y="321"/>
                    </a:cubicBezTo>
                    <a:cubicBezTo>
                      <a:pt x="182" y="322"/>
                      <a:pt x="183" y="320"/>
                      <a:pt x="185" y="319"/>
                    </a:cubicBezTo>
                    <a:cubicBezTo>
                      <a:pt x="187" y="316"/>
                      <a:pt x="191" y="317"/>
                      <a:pt x="194" y="317"/>
                    </a:cubicBezTo>
                    <a:cubicBezTo>
                      <a:pt x="196" y="317"/>
                      <a:pt x="198" y="318"/>
                      <a:pt x="200" y="317"/>
                    </a:cubicBezTo>
                    <a:cubicBezTo>
                      <a:pt x="202" y="315"/>
                      <a:pt x="202" y="313"/>
                      <a:pt x="205" y="312"/>
                    </a:cubicBezTo>
                    <a:cubicBezTo>
                      <a:pt x="207" y="312"/>
                      <a:pt x="209" y="312"/>
                      <a:pt x="211" y="311"/>
                    </a:cubicBezTo>
                    <a:cubicBezTo>
                      <a:pt x="213" y="310"/>
                      <a:pt x="213" y="310"/>
                      <a:pt x="214" y="312"/>
                    </a:cubicBezTo>
                    <a:cubicBezTo>
                      <a:pt x="211" y="314"/>
                      <a:pt x="209" y="317"/>
                      <a:pt x="208" y="320"/>
                    </a:cubicBezTo>
                    <a:cubicBezTo>
                      <a:pt x="208" y="321"/>
                      <a:pt x="207" y="321"/>
                      <a:pt x="207" y="322"/>
                    </a:cubicBezTo>
                    <a:cubicBezTo>
                      <a:pt x="206" y="323"/>
                      <a:pt x="206" y="325"/>
                      <a:pt x="205" y="326"/>
                    </a:cubicBezTo>
                    <a:cubicBezTo>
                      <a:pt x="205" y="326"/>
                      <a:pt x="201" y="327"/>
                      <a:pt x="200" y="326"/>
                    </a:cubicBezTo>
                    <a:cubicBezTo>
                      <a:pt x="199" y="326"/>
                      <a:pt x="199" y="324"/>
                      <a:pt x="198" y="323"/>
                    </a:cubicBezTo>
                    <a:cubicBezTo>
                      <a:pt x="197" y="321"/>
                      <a:pt x="196" y="322"/>
                      <a:pt x="194" y="323"/>
                    </a:cubicBezTo>
                    <a:cubicBezTo>
                      <a:pt x="193" y="323"/>
                      <a:pt x="191" y="325"/>
                      <a:pt x="190" y="326"/>
                    </a:cubicBezTo>
                    <a:cubicBezTo>
                      <a:pt x="189" y="328"/>
                      <a:pt x="189" y="329"/>
                      <a:pt x="187" y="329"/>
                    </a:cubicBezTo>
                    <a:cubicBezTo>
                      <a:pt x="185" y="330"/>
                      <a:pt x="183" y="330"/>
                      <a:pt x="181" y="329"/>
                    </a:cubicBezTo>
                    <a:cubicBezTo>
                      <a:pt x="179" y="329"/>
                      <a:pt x="177" y="331"/>
                      <a:pt x="176" y="331"/>
                    </a:cubicBezTo>
                    <a:cubicBezTo>
                      <a:pt x="174" y="332"/>
                      <a:pt x="173" y="331"/>
                      <a:pt x="171" y="331"/>
                    </a:cubicBezTo>
                    <a:cubicBezTo>
                      <a:pt x="168" y="332"/>
                      <a:pt x="166" y="335"/>
                      <a:pt x="164" y="335"/>
                    </a:cubicBezTo>
                    <a:cubicBezTo>
                      <a:pt x="160" y="336"/>
                      <a:pt x="155" y="336"/>
                      <a:pt x="154" y="340"/>
                    </a:cubicBezTo>
                    <a:cubicBezTo>
                      <a:pt x="154" y="343"/>
                      <a:pt x="153" y="343"/>
                      <a:pt x="151" y="344"/>
                    </a:cubicBezTo>
                    <a:cubicBezTo>
                      <a:pt x="149" y="345"/>
                      <a:pt x="150" y="346"/>
                      <a:pt x="151" y="348"/>
                    </a:cubicBezTo>
                    <a:cubicBezTo>
                      <a:pt x="152" y="350"/>
                      <a:pt x="152" y="352"/>
                      <a:pt x="150" y="353"/>
                    </a:cubicBezTo>
                    <a:cubicBezTo>
                      <a:pt x="148" y="355"/>
                      <a:pt x="148" y="352"/>
                      <a:pt x="146" y="351"/>
                    </a:cubicBezTo>
                    <a:cubicBezTo>
                      <a:pt x="145" y="350"/>
                      <a:pt x="143" y="350"/>
                      <a:pt x="141" y="350"/>
                    </a:cubicBezTo>
                    <a:cubicBezTo>
                      <a:pt x="139" y="350"/>
                      <a:pt x="137" y="349"/>
                      <a:pt x="135" y="350"/>
                    </a:cubicBezTo>
                    <a:cubicBezTo>
                      <a:pt x="134" y="351"/>
                      <a:pt x="132" y="353"/>
                      <a:pt x="131" y="355"/>
                    </a:cubicBezTo>
                    <a:cubicBezTo>
                      <a:pt x="130" y="356"/>
                      <a:pt x="131" y="358"/>
                      <a:pt x="131" y="360"/>
                    </a:cubicBezTo>
                    <a:cubicBezTo>
                      <a:pt x="132" y="363"/>
                      <a:pt x="130" y="365"/>
                      <a:pt x="129" y="367"/>
                    </a:cubicBezTo>
                    <a:cubicBezTo>
                      <a:pt x="128" y="369"/>
                      <a:pt x="129" y="372"/>
                      <a:pt x="128" y="375"/>
                    </a:cubicBezTo>
                    <a:cubicBezTo>
                      <a:pt x="127" y="379"/>
                      <a:pt x="124" y="382"/>
                      <a:pt x="122" y="385"/>
                    </a:cubicBezTo>
                    <a:cubicBezTo>
                      <a:pt x="119" y="389"/>
                      <a:pt x="119" y="393"/>
                      <a:pt x="117" y="397"/>
                    </a:cubicBezTo>
                    <a:cubicBezTo>
                      <a:pt x="115" y="401"/>
                      <a:pt x="112" y="403"/>
                      <a:pt x="113" y="408"/>
                    </a:cubicBezTo>
                    <a:cubicBezTo>
                      <a:pt x="113" y="409"/>
                      <a:pt x="113" y="410"/>
                      <a:pt x="114" y="411"/>
                    </a:cubicBezTo>
                    <a:cubicBezTo>
                      <a:pt x="116" y="412"/>
                      <a:pt x="119" y="411"/>
                      <a:pt x="121" y="410"/>
                    </a:cubicBezTo>
                    <a:cubicBezTo>
                      <a:pt x="123" y="408"/>
                      <a:pt x="125" y="406"/>
                      <a:pt x="128" y="405"/>
                    </a:cubicBezTo>
                    <a:cubicBezTo>
                      <a:pt x="131" y="405"/>
                      <a:pt x="134" y="405"/>
                      <a:pt x="137" y="405"/>
                    </a:cubicBezTo>
                    <a:cubicBezTo>
                      <a:pt x="137" y="404"/>
                      <a:pt x="140" y="404"/>
                      <a:pt x="141" y="404"/>
                    </a:cubicBezTo>
                    <a:cubicBezTo>
                      <a:pt x="152" y="393"/>
                      <a:pt x="152" y="393"/>
                      <a:pt x="152" y="393"/>
                    </a:cubicBezTo>
                    <a:cubicBezTo>
                      <a:pt x="181" y="382"/>
                      <a:pt x="181" y="382"/>
                      <a:pt x="181" y="382"/>
                    </a:cubicBezTo>
                    <a:cubicBezTo>
                      <a:pt x="214" y="386"/>
                      <a:pt x="214" y="386"/>
                      <a:pt x="214" y="386"/>
                    </a:cubicBezTo>
                    <a:cubicBezTo>
                      <a:pt x="245" y="385"/>
                      <a:pt x="245" y="385"/>
                      <a:pt x="245" y="385"/>
                    </a:cubicBezTo>
                    <a:cubicBezTo>
                      <a:pt x="264" y="381"/>
                      <a:pt x="264" y="381"/>
                      <a:pt x="264" y="381"/>
                    </a:cubicBezTo>
                    <a:cubicBezTo>
                      <a:pt x="266" y="396"/>
                      <a:pt x="266" y="396"/>
                      <a:pt x="266" y="396"/>
                    </a:cubicBezTo>
                    <a:cubicBezTo>
                      <a:pt x="278" y="403"/>
                      <a:pt x="278" y="403"/>
                      <a:pt x="278" y="403"/>
                    </a:cubicBezTo>
                    <a:cubicBezTo>
                      <a:pt x="276" y="422"/>
                      <a:pt x="276" y="422"/>
                      <a:pt x="276" y="422"/>
                    </a:cubicBezTo>
                    <a:cubicBezTo>
                      <a:pt x="245" y="436"/>
                      <a:pt x="245" y="436"/>
                      <a:pt x="245" y="436"/>
                    </a:cubicBezTo>
                    <a:cubicBezTo>
                      <a:pt x="250" y="466"/>
                      <a:pt x="250" y="466"/>
                      <a:pt x="250" y="466"/>
                    </a:cubicBezTo>
                    <a:cubicBezTo>
                      <a:pt x="276" y="474"/>
                      <a:pt x="276" y="474"/>
                      <a:pt x="276" y="474"/>
                    </a:cubicBezTo>
                    <a:cubicBezTo>
                      <a:pt x="304" y="457"/>
                      <a:pt x="304" y="457"/>
                      <a:pt x="304" y="457"/>
                    </a:cubicBezTo>
                    <a:cubicBezTo>
                      <a:pt x="307" y="478"/>
                      <a:pt x="307" y="478"/>
                      <a:pt x="307" y="478"/>
                    </a:cubicBezTo>
                    <a:cubicBezTo>
                      <a:pt x="355" y="480"/>
                      <a:pt x="355" y="480"/>
                      <a:pt x="355" y="480"/>
                    </a:cubicBezTo>
                    <a:cubicBezTo>
                      <a:pt x="355" y="493"/>
                      <a:pt x="355" y="493"/>
                      <a:pt x="355" y="493"/>
                    </a:cubicBezTo>
                    <a:cubicBezTo>
                      <a:pt x="386" y="495"/>
                      <a:pt x="386" y="495"/>
                      <a:pt x="386" y="495"/>
                    </a:cubicBezTo>
                    <a:cubicBezTo>
                      <a:pt x="398" y="512"/>
                      <a:pt x="398" y="512"/>
                      <a:pt x="398" y="512"/>
                    </a:cubicBezTo>
                    <a:cubicBezTo>
                      <a:pt x="442" y="507"/>
                      <a:pt x="442" y="507"/>
                      <a:pt x="442" y="507"/>
                    </a:cubicBezTo>
                    <a:cubicBezTo>
                      <a:pt x="444" y="486"/>
                      <a:pt x="444" y="486"/>
                      <a:pt x="444" y="486"/>
                    </a:cubicBezTo>
                    <a:cubicBezTo>
                      <a:pt x="466" y="486"/>
                      <a:pt x="466" y="486"/>
                      <a:pt x="466" y="486"/>
                    </a:cubicBezTo>
                    <a:cubicBezTo>
                      <a:pt x="470" y="500"/>
                      <a:pt x="470" y="500"/>
                      <a:pt x="470" y="500"/>
                    </a:cubicBezTo>
                    <a:cubicBezTo>
                      <a:pt x="494" y="500"/>
                      <a:pt x="494" y="500"/>
                      <a:pt x="494" y="500"/>
                    </a:cubicBezTo>
                    <a:cubicBezTo>
                      <a:pt x="514" y="511"/>
                      <a:pt x="514" y="511"/>
                      <a:pt x="514" y="511"/>
                    </a:cubicBezTo>
                    <a:cubicBezTo>
                      <a:pt x="523" y="502"/>
                      <a:pt x="523" y="502"/>
                      <a:pt x="523" y="502"/>
                    </a:cubicBezTo>
                    <a:cubicBezTo>
                      <a:pt x="541" y="509"/>
                      <a:pt x="541" y="509"/>
                      <a:pt x="541" y="509"/>
                    </a:cubicBezTo>
                    <a:cubicBezTo>
                      <a:pt x="541" y="516"/>
                      <a:pt x="541" y="516"/>
                      <a:pt x="541" y="516"/>
                    </a:cubicBezTo>
                    <a:cubicBezTo>
                      <a:pt x="572" y="526"/>
                      <a:pt x="572" y="526"/>
                      <a:pt x="572" y="526"/>
                    </a:cubicBezTo>
                    <a:cubicBezTo>
                      <a:pt x="556" y="576"/>
                      <a:pt x="556" y="576"/>
                      <a:pt x="556" y="576"/>
                    </a:cubicBezTo>
                    <a:cubicBezTo>
                      <a:pt x="565" y="600"/>
                      <a:pt x="565" y="600"/>
                      <a:pt x="565" y="600"/>
                    </a:cubicBezTo>
                    <a:cubicBezTo>
                      <a:pt x="604" y="613"/>
                      <a:pt x="604" y="613"/>
                      <a:pt x="604" y="613"/>
                    </a:cubicBezTo>
                    <a:cubicBezTo>
                      <a:pt x="616" y="648"/>
                      <a:pt x="616" y="648"/>
                      <a:pt x="616" y="648"/>
                    </a:cubicBezTo>
                    <a:cubicBezTo>
                      <a:pt x="616" y="648"/>
                      <a:pt x="577" y="682"/>
                      <a:pt x="546" y="697"/>
                    </a:cubicBezTo>
                    <a:cubicBezTo>
                      <a:pt x="502" y="697"/>
                      <a:pt x="502" y="697"/>
                      <a:pt x="502" y="697"/>
                    </a:cubicBezTo>
                    <a:cubicBezTo>
                      <a:pt x="502" y="697"/>
                      <a:pt x="471" y="718"/>
                      <a:pt x="456" y="739"/>
                    </a:cubicBezTo>
                    <a:cubicBezTo>
                      <a:pt x="423" y="739"/>
                      <a:pt x="423" y="739"/>
                      <a:pt x="423" y="739"/>
                    </a:cubicBezTo>
                    <a:cubicBezTo>
                      <a:pt x="430" y="785"/>
                      <a:pt x="430" y="785"/>
                      <a:pt x="430" y="785"/>
                    </a:cubicBezTo>
                    <a:cubicBezTo>
                      <a:pt x="415" y="846"/>
                      <a:pt x="415" y="846"/>
                      <a:pt x="415" y="846"/>
                    </a:cubicBezTo>
                    <a:cubicBezTo>
                      <a:pt x="393" y="882"/>
                      <a:pt x="393" y="882"/>
                      <a:pt x="393" y="882"/>
                    </a:cubicBezTo>
                    <a:cubicBezTo>
                      <a:pt x="393" y="917"/>
                      <a:pt x="393" y="917"/>
                      <a:pt x="393" y="917"/>
                    </a:cubicBezTo>
                    <a:cubicBezTo>
                      <a:pt x="374" y="933"/>
                      <a:pt x="374" y="933"/>
                      <a:pt x="374" y="933"/>
                    </a:cubicBezTo>
                    <a:cubicBezTo>
                      <a:pt x="349" y="929"/>
                      <a:pt x="349" y="929"/>
                      <a:pt x="349" y="929"/>
                    </a:cubicBezTo>
                    <a:cubicBezTo>
                      <a:pt x="334" y="955"/>
                      <a:pt x="334" y="955"/>
                      <a:pt x="334" y="955"/>
                    </a:cubicBezTo>
                    <a:cubicBezTo>
                      <a:pt x="348" y="995"/>
                      <a:pt x="348" y="995"/>
                      <a:pt x="348" y="995"/>
                    </a:cubicBezTo>
                    <a:cubicBezTo>
                      <a:pt x="338" y="1025"/>
                      <a:pt x="338" y="1025"/>
                      <a:pt x="338" y="1025"/>
                    </a:cubicBezTo>
                    <a:cubicBezTo>
                      <a:pt x="290" y="1074"/>
                      <a:pt x="290" y="1074"/>
                      <a:pt x="290" y="1074"/>
                    </a:cubicBezTo>
                    <a:cubicBezTo>
                      <a:pt x="187" y="1042"/>
                      <a:pt x="187" y="1042"/>
                      <a:pt x="187" y="1042"/>
                    </a:cubicBezTo>
                    <a:cubicBezTo>
                      <a:pt x="191" y="1064"/>
                      <a:pt x="191" y="1064"/>
                      <a:pt x="191" y="1064"/>
                    </a:cubicBezTo>
                    <a:cubicBezTo>
                      <a:pt x="217" y="1106"/>
                      <a:pt x="217" y="1106"/>
                      <a:pt x="217" y="1106"/>
                    </a:cubicBezTo>
                    <a:cubicBezTo>
                      <a:pt x="202" y="1137"/>
                      <a:pt x="202" y="1137"/>
                      <a:pt x="202" y="1137"/>
                    </a:cubicBezTo>
                    <a:cubicBezTo>
                      <a:pt x="228" y="1207"/>
                      <a:pt x="228" y="1207"/>
                      <a:pt x="228" y="1207"/>
                    </a:cubicBezTo>
                    <a:cubicBezTo>
                      <a:pt x="250" y="1214"/>
                      <a:pt x="250" y="1214"/>
                      <a:pt x="250" y="1214"/>
                    </a:cubicBezTo>
                    <a:cubicBezTo>
                      <a:pt x="248" y="1240"/>
                      <a:pt x="248" y="1240"/>
                      <a:pt x="248" y="1240"/>
                    </a:cubicBezTo>
                    <a:cubicBezTo>
                      <a:pt x="206" y="1284"/>
                      <a:pt x="206" y="1284"/>
                      <a:pt x="206" y="1284"/>
                    </a:cubicBezTo>
                    <a:cubicBezTo>
                      <a:pt x="164" y="1287"/>
                      <a:pt x="164" y="1287"/>
                      <a:pt x="164" y="1287"/>
                    </a:cubicBezTo>
                    <a:cubicBezTo>
                      <a:pt x="125" y="1355"/>
                      <a:pt x="125" y="1355"/>
                      <a:pt x="125" y="1355"/>
                    </a:cubicBezTo>
                    <a:cubicBezTo>
                      <a:pt x="148" y="1436"/>
                      <a:pt x="148" y="1436"/>
                      <a:pt x="148" y="1436"/>
                    </a:cubicBezTo>
                    <a:cubicBezTo>
                      <a:pt x="178" y="1439"/>
                      <a:pt x="178" y="1439"/>
                      <a:pt x="178" y="1439"/>
                    </a:cubicBezTo>
                    <a:cubicBezTo>
                      <a:pt x="155" y="1478"/>
                      <a:pt x="155" y="1478"/>
                      <a:pt x="155" y="1478"/>
                    </a:cubicBezTo>
                    <a:cubicBezTo>
                      <a:pt x="100" y="1477"/>
                      <a:pt x="100" y="1477"/>
                      <a:pt x="100" y="1477"/>
                    </a:cubicBezTo>
                    <a:cubicBezTo>
                      <a:pt x="65" y="1509"/>
                      <a:pt x="65" y="1509"/>
                      <a:pt x="65" y="1509"/>
                    </a:cubicBezTo>
                    <a:cubicBezTo>
                      <a:pt x="36" y="1519"/>
                      <a:pt x="36" y="1519"/>
                      <a:pt x="36" y="1519"/>
                    </a:cubicBezTo>
                    <a:cubicBezTo>
                      <a:pt x="7" y="1564"/>
                      <a:pt x="7" y="1564"/>
                      <a:pt x="7" y="1564"/>
                    </a:cubicBezTo>
                    <a:cubicBezTo>
                      <a:pt x="7" y="1564"/>
                      <a:pt x="6" y="1603"/>
                      <a:pt x="0" y="1640"/>
                    </a:cubicBezTo>
                    <a:cubicBezTo>
                      <a:pt x="1" y="1658"/>
                      <a:pt x="1" y="1658"/>
                      <a:pt x="1" y="1658"/>
                    </a:cubicBezTo>
                    <a:cubicBezTo>
                      <a:pt x="2" y="1656"/>
                      <a:pt x="4" y="1654"/>
                      <a:pt x="4" y="1659"/>
                    </a:cubicBezTo>
                    <a:cubicBezTo>
                      <a:pt x="4" y="1660"/>
                      <a:pt x="4" y="1663"/>
                      <a:pt x="5" y="1664"/>
                    </a:cubicBezTo>
                    <a:cubicBezTo>
                      <a:pt x="6" y="1667"/>
                      <a:pt x="8" y="1664"/>
                      <a:pt x="9" y="1663"/>
                    </a:cubicBezTo>
                    <a:cubicBezTo>
                      <a:pt x="10" y="1662"/>
                      <a:pt x="9" y="1661"/>
                      <a:pt x="10" y="1661"/>
                    </a:cubicBezTo>
                    <a:cubicBezTo>
                      <a:pt x="11" y="1661"/>
                      <a:pt x="14" y="1661"/>
                      <a:pt x="14" y="1661"/>
                    </a:cubicBezTo>
                    <a:cubicBezTo>
                      <a:pt x="16" y="1662"/>
                      <a:pt x="15" y="1665"/>
                      <a:pt x="17" y="1666"/>
                    </a:cubicBezTo>
                    <a:cubicBezTo>
                      <a:pt x="19" y="1668"/>
                      <a:pt x="22" y="1669"/>
                      <a:pt x="24" y="1668"/>
                    </a:cubicBezTo>
                    <a:cubicBezTo>
                      <a:pt x="27" y="1668"/>
                      <a:pt x="29" y="1668"/>
                      <a:pt x="32" y="1669"/>
                    </a:cubicBezTo>
                    <a:cubicBezTo>
                      <a:pt x="33" y="1669"/>
                      <a:pt x="38" y="1669"/>
                      <a:pt x="40" y="1669"/>
                    </a:cubicBezTo>
                    <a:cubicBezTo>
                      <a:pt x="43" y="1669"/>
                      <a:pt x="46" y="1668"/>
                      <a:pt x="48" y="1668"/>
                    </a:cubicBezTo>
                    <a:cubicBezTo>
                      <a:pt x="51" y="1668"/>
                      <a:pt x="54" y="1668"/>
                      <a:pt x="56" y="1667"/>
                    </a:cubicBezTo>
                    <a:cubicBezTo>
                      <a:pt x="57" y="1667"/>
                      <a:pt x="57" y="1666"/>
                      <a:pt x="58" y="1666"/>
                    </a:cubicBezTo>
                    <a:cubicBezTo>
                      <a:pt x="59" y="1666"/>
                      <a:pt x="59" y="1667"/>
                      <a:pt x="60" y="1667"/>
                    </a:cubicBezTo>
                    <a:cubicBezTo>
                      <a:pt x="60" y="1667"/>
                      <a:pt x="61" y="1667"/>
                      <a:pt x="62" y="1667"/>
                    </a:cubicBezTo>
                    <a:cubicBezTo>
                      <a:pt x="62" y="1665"/>
                      <a:pt x="60" y="1664"/>
                      <a:pt x="59" y="1663"/>
                    </a:cubicBezTo>
                    <a:cubicBezTo>
                      <a:pt x="59" y="1662"/>
                      <a:pt x="59" y="1658"/>
                      <a:pt x="60" y="1657"/>
                    </a:cubicBezTo>
                    <a:cubicBezTo>
                      <a:pt x="62" y="1655"/>
                      <a:pt x="62" y="1660"/>
                      <a:pt x="62" y="1661"/>
                    </a:cubicBezTo>
                    <a:cubicBezTo>
                      <a:pt x="63" y="1663"/>
                      <a:pt x="63" y="1666"/>
                      <a:pt x="65" y="1667"/>
                    </a:cubicBezTo>
                    <a:cubicBezTo>
                      <a:pt x="68" y="1669"/>
                      <a:pt x="73" y="1666"/>
                      <a:pt x="76" y="1670"/>
                    </a:cubicBezTo>
                    <a:cubicBezTo>
                      <a:pt x="77" y="1671"/>
                      <a:pt x="77" y="1673"/>
                      <a:pt x="78" y="1674"/>
                    </a:cubicBezTo>
                    <a:cubicBezTo>
                      <a:pt x="78" y="1675"/>
                      <a:pt x="79" y="1675"/>
                      <a:pt x="80" y="1676"/>
                    </a:cubicBezTo>
                    <a:cubicBezTo>
                      <a:pt x="82" y="1677"/>
                      <a:pt x="83" y="1679"/>
                      <a:pt x="84" y="1681"/>
                    </a:cubicBezTo>
                    <a:cubicBezTo>
                      <a:pt x="86" y="1684"/>
                      <a:pt x="89" y="1688"/>
                      <a:pt x="93" y="1690"/>
                    </a:cubicBezTo>
                    <a:cubicBezTo>
                      <a:pt x="93" y="1685"/>
                      <a:pt x="90" y="1682"/>
                      <a:pt x="89" y="1678"/>
                    </a:cubicBezTo>
                    <a:cubicBezTo>
                      <a:pt x="89" y="1674"/>
                      <a:pt x="93" y="1674"/>
                      <a:pt x="95" y="1671"/>
                    </a:cubicBezTo>
                    <a:cubicBezTo>
                      <a:pt x="99" y="1666"/>
                      <a:pt x="95" y="1657"/>
                      <a:pt x="98" y="1651"/>
                    </a:cubicBezTo>
                    <a:cubicBezTo>
                      <a:pt x="100" y="1648"/>
                      <a:pt x="105" y="1649"/>
                      <a:pt x="107" y="1652"/>
                    </a:cubicBezTo>
                    <a:cubicBezTo>
                      <a:pt x="109" y="1655"/>
                      <a:pt x="107" y="1662"/>
                      <a:pt x="106" y="1666"/>
                    </a:cubicBezTo>
                    <a:cubicBezTo>
                      <a:pt x="105" y="1670"/>
                      <a:pt x="103" y="1673"/>
                      <a:pt x="106" y="1676"/>
                    </a:cubicBezTo>
                    <a:cubicBezTo>
                      <a:pt x="109" y="1679"/>
                      <a:pt x="111" y="1679"/>
                      <a:pt x="114" y="1676"/>
                    </a:cubicBezTo>
                    <a:cubicBezTo>
                      <a:pt x="118" y="1673"/>
                      <a:pt x="122" y="1671"/>
                      <a:pt x="126" y="1668"/>
                    </a:cubicBezTo>
                    <a:cubicBezTo>
                      <a:pt x="129" y="1667"/>
                      <a:pt x="133" y="1667"/>
                      <a:pt x="131" y="1672"/>
                    </a:cubicBezTo>
                    <a:cubicBezTo>
                      <a:pt x="130" y="1672"/>
                      <a:pt x="130" y="1672"/>
                      <a:pt x="130" y="1672"/>
                    </a:cubicBezTo>
                    <a:cubicBezTo>
                      <a:pt x="128" y="1674"/>
                      <a:pt x="126" y="1676"/>
                      <a:pt x="123" y="1678"/>
                    </a:cubicBezTo>
                    <a:cubicBezTo>
                      <a:pt x="120" y="1679"/>
                      <a:pt x="117" y="1679"/>
                      <a:pt x="113" y="1680"/>
                    </a:cubicBezTo>
                    <a:cubicBezTo>
                      <a:pt x="106" y="1683"/>
                      <a:pt x="107" y="1688"/>
                      <a:pt x="111" y="1694"/>
                    </a:cubicBezTo>
                    <a:cubicBezTo>
                      <a:pt x="117" y="1703"/>
                      <a:pt x="124" y="1712"/>
                      <a:pt x="131" y="1722"/>
                    </a:cubicBezTo>
                    <a:cubicBezTo>
                      <a:pt x="139" y="1734"/>
                      <a:pt x="146" y="1747"/>
                      <a:pt x="156" y="1758"/>
                    </a:cubicBezTo>
                    <a:cubicBezTo>
                      <a:pt x="165" y="1769"/>
                      <a:pt x="175" y="1779"/>
                      <a:pt x="181" y="1792"/>
                    </a:cubicBezTo>
                    <a:cubicBezTo>
                      <a:pt x="183" y="1798"/>
                      <a:pt x="187" y="1803"/>
                      <a:pt x="188" y="1809"/>
                    </a:cubicBezTo>
                    <a:cubicBezTo>
                      <a:pt x="188" y="1813"/>
                      <a:pt x="191" y="1821"/>
                      <a:pt x="197" y="1819"/>
                    </a:cubicBezTo>
                    <a:cubicBezTo>
                      <a:pt x="203" y="1817"/>
                      <a:pt x="199" y="1807"/>
                      <a:pt x="206" y="1805"/>
                    </a:cubicBezTo>
                    <a:cubicBezTo>
                      <a:pt x="209" y="1805"/>
                      <a:pt x="212" y="1806"/>
                      <a:pt x="215" y="1804"/>
                    </a:cubicBezTo>
                    <a:cubicBezTo>
                      <a:pt x="218" y="1803"/>
                      <a:pt x="219" y="1800"/>
                      <a:pt x="221" y="1798"/>
                    </a:cubicBezTo>
                    <a:cubicBezTo>
                      <a:pt x="224" y="1792"/>
                      <a:pt x="229" y="1794"/>
                      <a:pt x="233" y="1798"/>
                    </a:cubicBezTo>
                    <a:cubicBezTo>
                      <a:pt x="233" y="1799"/>
                      <a:pt x="234" y="1800"/>
                      <a:pt x="235" y="1801"/>
                    </a:cubicBezTo>
                    <a:cubicBezTo>
                      <a:pt x="232" y="1799"/>
                      <a:pt x="229" y="1797"/>
                      <a:pt x="225" y="1796"/>
                    </a:cubicBezTo>
                    <a:cubicBezTo>
                      <a:pt x="221" y="1795"/>
                      <a:pt x="220" y="1799"/>
                      <a:pt x="219" y="1803"/>
                    </a:cubicBezTo>
                    <a:cubicBezTo>
                      <a:pt x="218" y="1806"/>
                      <a:pt x="216" y="1809"/>
                      <a:pt x="212" y="1809"/>
                    </a:cubicBezTo>
                    <a:cubicBezTo>
                      <a:pt x="208" y="1809"/>
                      <a:pt x="204" y="1807"/>
                      <a:pt x="203" y="1812"/>
                    </a:cubicBezTo>
                    <a:cubicBezTo>
                      <a:pt x="201" y="1816"/>
                      <a:pt x="202" y="1820"/>
                      <a:pt x="198" y="1822"/>
                    </a:cubicBezTo>
                    <a:cubicBezTo>
                      <a:pt x="196" y="1823"/>
                      <a:pt x="194" y="1823"/>
                      <a:pt x="192" y="1823"/>
                    </a:cubicBezTo>
                    <a:cubicBezTo>
                      <a:pt x="190" y="1823"/>
                      <a:pt x="188" y="1823"/>
                      <a:pt x="186" y="1824"/>
                    </a:cubicBezTo>
                    <a:cubicBezTo>
                      <a:pt x="182" y="1824"/>
                      <a:pt x="178" y="1824"/>
                      <a:pt x="175" y="1827"/>
                    </a:cubicBezTo>
                    <a:cubicBezTo>
                      <a:pt x="173" y="1830"/>
                      <a:pt x="171" y="1833"/>
                      <a:pt x="171" y="1836"/>
                    </a:cubicBezTo>
                    <a:cubicBezTo>
                      <a:pt x="170" y="1842"/>
                      <a:pt x="172" y="1849"/>
                      <a:pt x="173" y="1855"/>
                    </a:cubicBezTo>
                    <a:cubicBezTo>
                      <a:pt x="173" y="1857"/>
                      <a:pt x="173" y="1860"/>
                      <a:pt x="175" y="1862"/>
                    </a:cubicBezTo>
                    <a:cubicBezTo>
                      <a:pt x="177" y="1864"/>
                      <a:pt x="179" y="1865"/>
                      <a:pt x="181" y="1865"/>
                    </a:cubicBezTo>
                    <a:cubicBezTo>
                      <a:pt x="183" y="1865"/>
                      <a:pt x="184" y="1866"/>
                      <a:pt x="185" y="1866"/>
                    </a:cubicBezTo>
                    <a:cubicBezTo>
                      <a:pt x="187" y="1866"/>
                      <a:pt x="190" y="1867"/>
                      <a:pt x="192" y="1868"/>
                    </a:cubicBezTo>
                    <a:cubicBezTo>
                      <a:pt x="197" y="1870"/>
                      <a:pt x="195" y="1878"/>
                      <a:pt x="195" y="1882"/>
                    </a:cubicBezTo>
                    <a:cubicBezTo>
                      <a:pt x="196" y="1886"/>
                      <a:pt x="205" y="1882"/>
                      <a:pt x="205" y="1887"/>
                    </a:cubicBezTo>
                    <a:cubicBezTo>
                      <a:pt x="205" y="1890"/>
                      <a:pt x="201" y="1890"/>
                      <a:pt x="199" y="1890"/>
                    </a:cubicBezTo>
                    <a:cubicBezTo>
                      <a:pt x="197" y="1891"/>
                      <a:pt x="195" y="1892"/>
                      <a:pt x="195" y="1894"/>
                    </a:cubicBezTo>
                    <a:cubicBezTo>
                      <a:pt x="194" y="1898"/>
                      <a:pt x="197" y="1900"/>
                      <a:pt x="199" y="1902"/>
                    </a:cubicBezTo>
                    <a:cubicBezTo>
                      <a:pt x="200" y="1904"/>
                      <a:pt x="203" y="1905"/>
                      <a:pt x="203" y="1907"/>
                    </a:cubicBezTo>
                    <a:cubicBezTo>
                      <a:pt x="197" y="1908"/>
                      <a:pt x="193" y="1906"/>
                      <a:pt x="190" y="1900"/>
                    </a:cubicBezTo>
                    <a:cubicBezTo>
                      <a:pt x="188" y="1898"/>
                      <a:pt x="187" y="1896"/>
                      <a:pt x="188" y="1894"/>
                    </a:cubicBezTo>
                    <a:cubicBezTo>
                      <a:pt x="188" y="1891"/>
                      <a:pt x="189" y="1889"/>
                      <a:pt x="189" y="1887"/>
                    </a:cubicBezTo>
                    <a:cubicBezTo>
                      <a:pt x="187" y="1881"/>
                      <a:pt x="180" y="1883"/>
                      <a:pt x="179" y="1887"/>
                    </a:cubicBezTo>
                    <a:cubicBezTo>
                      <a:pt x="177" y="1893"/>
                      <a:pt x="180" y="1897"/>
                      <a:pt x="183" y="1901"/>
                    </a:cubicBezTo>
                    <a:cubicBezTo>
                      <a:pt x="185" y="1904"/>
                      <a:pt x="185" y="1907"/>
                      <a:pt x="185" y="1909"/>
                    </a:cubicBezTo>
                    <a:cubicBezTo>
                      <a:pt x="186" y="1912"/>
                      <a:pt x="185" y="1913"/>
                      <a:pt x="186" y="1915"/>
                    </a:cubicBezTo>
                    <a:cubicBezTo>
                      <a:pt x="187" y="1918"/>
                      <a:pt x="188" y="1919"/>
                      <a:pt x="189" y="1922"/>
                    </a:cubicBezTo>
                    <a:cubicBezTo>
                      <a:pt x="189" y="1923"/>
                      <a:pt x="189" y="1926"/>
                      <a:pt x="191" y="1927"/>
                    </a:cubicBezTo>
                    <a:cubicBezTo>
                      <a:pt x="193" y="1928"/>
                      <a:pt x="195" y="1922"/>
                      <a:pt x="196" y="1925"/>
                    </a:cubicBezTo>
                    <a:cubicBezTo>
                      <a:pt x="197" y="1926"/>
                      <a:pt x="195" y="1928"/>
                      <a:pt x="195" y="1929"/>
                    </a:cubicBezTo>
                    <a:cubicBezTo>
                      <a:pt x="194" y="1931"/>
                      <a:pt x="194" y="1932"/>
                      <a:pt x="194" y="1934"/>
                    </a:cubicBezTo>
                    <a:cubicBezTo>
                      <a:pt x="194" y="1937"/>
                      <a:pt x="195" y="1938"/>
                      <a:pt x="197" y="1941"/>
                    </a:cubicBezTo>
                    <a:cubicBezTo>
                      <a:pt x="200" y="1947"/>
                      <a:pt x="199" y="1953"/>
                      <a:pt x="200" y="1960"/>
                    </a:cubicBezTo>
                    <a:cubicBezTo>
                      <a:pt x="200" y="1961"/>
                      <a:pt x="200" y="1963"/>
                      <a:pt x="202" y="1964"/>
                    </a:cubicBezTo>
                    <a:cubicBezTo>
                      <a:pt x="203" y="1964"/>
                      <a:pt x="205" y="1963"/>
                      <a:pt x="207" y="1965"/>
                    </a:cubicBezTo>
                    <a:cubicBezTo>
                      <a:pt x="208" y="1967"/>
                      <a:pt x="208" y="1971"/>
                      <a:pt x="208" y="1973"/>
                    </a:cubicBezTo>
                    <a:cubicBezTo>
                      <a:pt x="209" y="1976"/>
                      <a:pt x="210" y="1980"/>
                      <a:pt x="210" y="1983"/>
                    </a:cubicBezTo>
                    <a:cubicBezTo>
                      <a:pt x="210" y="1985"/>
                      <a:pt x="210" y="1987"/>
                      <a:pt x="211" y="1988"/>
                    </a:cubicBezTo>
                    <a:cubicBezTo>
                      <a:pt x="212" y="1991"/>
                      <a:pt x="213" y="1994"/>
                      <a:pt x="215" y="1996"/>
                    </a:cubicBezTo>
                    <a:cubicBezTo>
                      <a:pt x="217" y="1997"/>
                      <a:pt x="219" y="1997"/>
                      <a:pt x="221" y="1997"/>
                    </a:cubicBezTo>
                    <a:cubicBezTo>
                      <a:pt x="223" y="1998"/>
                      <a:pt x="225" y="1999"/>
                      <a:pt x="227" y="2000"/>
                    </a:cubicBezTo>
                    <a:cubicBezTo>
                      <a:pt x="230" y="2000"/>
                      <a:pt x="232" y="2000"/>
                      <a:pt x="234" y="2000"/>
                    </a:cubicBezTo>
                    <a:cubicBezTo>
                      <a:pt x="238" y="2000"/>
                      <a:pt x="242" y="2003"/>
                      <a:pt x="246" y="2005"/>
                    </a:cubicBezTo>
                    <a:cubicBezTo>
                      <a:pt x="249" y="2007"/>
                      <a:pt x="252" y="2010"/>
                      <a:pt x="254" y="2014"/>
                    </a:cubicBezTo>
                    <a:cubicBezTo>
                      <a:pt x="257" y="2018"/>
                      <a:pt x="256" y="2023"/>
                      <a:pt x="257" y="2028"/>
                    </a:cubicBezTo>
                    <a:cubicBezTo>
                      <a:pt x="258" y="2031"/>
                      <a:pt x="262" y="2034"/>
                      <a:pt x="265" y="2037"/>
                    </a:cubicBezTo>
                    <a:cubicBezTo>
                      <a:pt x="268" y="2039"/>
                      <a:pt x="272" y="2039"/>
                      <a:pt x="275" y="2043"/>
                    </a:cubicBezTo>
                    <a:cubicBezTo>
                      <a:pt x="276" y="2044"/>
                      <a:pt x="277" y="2046"/>
                      <a:pt x="279" y="2047"/>
                    </a:cubicBezTo>
                    <a:cubicBezTo>
                      <a:pt x="281" y="2048"/>
                      <a:pt x="283" y="2047"/>
                      <a:pt x="285" y="2047"/>
                    </a:cubicBezTo>
                    <a:cubicBezTo>
                      <a:pt x="289" y="2048"/>
                      <a:pt x="292" y="2052"/>
                      <a:pt x="295" y="2055"/>
                    </a:cubicBezTo>
                    <a:cubicBezTo>
                      <a:pt x="298" y="2057"/>
                      <a:pt x="301" y="2063"/>
                      <a:pt x="305" y="2063"/>
                    </a:cubicBezTo>
                    <a:cubicBezTo>
                      <a:pt x="309" y="2064"/>
                      <a:pt x="314" y="2061"/>
                      <a:pt x="318" y="2060"/>
                    </a:cubicBezTo>
                    <a:cubicBezTo>
                      <a:pt x="322" y="2059"/>
                      <a:pt x="326" y="2061"/>
                      <a:pt x="331" y="2062"/>
                    </a:cubicBezTo>
                    <a:cubicBezTo>
                      <a:pt x="334" y="2063"/>
                      <a:pt x="340" y="2065"/>
                      <a:pt x="342" y="2061"/>
                    </a:cubicBezTo>
                    <a:cubicBezTo>
                      <a:pt x="345" y="2056"/>
                      <a:pt x="340" y="2052"/>
                      <a:pt x="342" y="2047"/>
                    </a:cubicBezTo>
                    <a:cubicBezTo>
                      <a:pt x="343" y="2045"/>
                      <a:pt x="345" y="2043"/>
                      <a:pt x="347" y="2041"/>
                    </a:cubicBezTo>
                    <a:cubicBezTo>
                      <a:pt x="348" y="2039"/>
                      <a:pt x="348" y="2036"/>
                      <a:pt x="348" y="2033"/>
                    </a:cubicBezTo>
                    <a:cubicBezTo>
                      <a:pt x="349" y="2031"/>
                      <a:pt x="349" y="2028"/>
                      <a:pt x="351" y="2027"/>
                    </a:cubicBezTo>
                    <a:cubicBezTo>
                      <a:pt x="354" y="2026"/>
                      <a:pt x="356" y="2028"/>
                      <a:pt x="357" y="2029"/>
                    </a:cubicBezTo>
                    <a:cubicBezTo>
                      <a:pt x="360" y="2032"/>
                      <a:pt x="361" y="2037"/>
                      <a:pt x="361" y="2041"/>
                    </a:cubicBezTo>
                    <a:cubicBezTo>
                      <a:pt x="361" y="2044"/>
                      <a:pt x="359" y="2056"/>
                      <a:pt x="365" y="2053"/>
                    </a:cubicBezTo>
                    <a:cubicBezTo>
                      <a:pt x="367" y="2052"/>
                      <a:pt x="368" y="2048"/>
                      <a:pt x="369" y="2045"/>
                    </a:cubicBezTo>
                    <a:cubicBezTo>
                      <a:pt x="370" y="2043"/>
                      <a:pt x="371" y="2042"/>
                      <a:pt x="373" y="2041"/>
                    </a:cubicBezTo>
                    <a:cubicBezTo>
                      <a:pt x="375" y="2038"/>
                      <a:pt x="377" y="2035"/>
                      <a:pt x="378" y="2032"/>
                    </a:cubicBezTo>
                    <a:cubicBezTo>
                      <a:pt x="378" y="2029"/>
                      <a:pt x="378" y="2026"/>
                      <a:pt x="381" y="2024"/>
                    </a:cubicBezTo>
                    <a:cubicBezTo>
                      <a:pt x="382" y="2023"/>
                      <a:pt x="384" y="2022"/>
                      <a:pt x="385" y="2021"/>
                    </a:cubicBezTo>
                    <a:cubicBezTo>
                      <a:pt x="390" y="2019"/>
                      <a:pt x="393" y="2015"/>
                      <a:pt x="397" y="2011"/>
                    </a:cubicBezTo>
                    <a:cubicBezTo>
                      <a:pt x="398" y="2010"/>
                      <a:pt x="400" y="2009"/>
                      <a:pt x="402" y="2007"/>
                    </a:cubicBezTo>
                    <a:cubicBezTo>
                      <a:pt x="404" y="2006"/>
                      <a:pt x="405" y="2004"/>
                      <a:pt x="407" y="2002"/>
                    </a:cubicBezTo>
                    <a:cubicBezTo>
                      <a:pt x="410" y="1999"/>
                      <a:pt x="413" y="1996"/>
                      <a:pt x="415" y="1993"/>
                    </a:cubicBezTo>
                    <a:cubicBezTo>
                      <a:pt x="416" y="1991"/>
                      <a:pt x="418" y="1990"/>
                      <a:pt x="420" y="1990"/>
                    </a:cubicBezTo>
                    <a:cubicBezTo>
                      <a:pt x="426" y="1991"/>
                      <a:pt x="431" y="1988"/>
                      <a:pt x="437" y="1988"/>
                    </a:cubicBezTo>
                    <a:cubicBezTo>
                      <a:pt x="443" y="1988"/>
                      <a:pt x="450" y="1986"/>
                      <a:pt x="456" y="1986"/>
                    </a:cubicBezTo>
                    <a:cubicBezTo>
                      <a:pt x="463" y="1985"/>
                      <a:pt x="469" y="1985"/>
                      <a:pt x="475" y="1984"/>
                    </a:cubicBezTo>
                    <a:cubicBezTo>
                      <a:pt x="479" y="1983"/>
                      <a:pt x="483" y="1983"/>
                      <a:pt x="486" y="1982"/>
                    </a:cubicBezTo>
                    <a:cubicBezTo>
                      <a:pt x="488" y="1982"/>
                      <a:pt x="490" y="1981"/>
                      <a:pt x="492" y="1981"/>
                    </a:cubicBezTo>
                    <a:cubicBezTo>
                      <a:pt x="494" y="1981"/>
                      <a:pt x="495" y="1982"/>
                      <a:pt x="496" y="1983"/>
                    </a:cubicBezTo>
                    <a:cubicBezTo>
                      <a:pt x="500" y="1985"/>
                      <a:pt x="503" y="1987"/>
                      <a:pt x="507" y="1988"/>
                    </a:cubicBezTo>
                    <a:cubicBezTo>
                      <a:pt x="508" y="1989"/>
                      <a:pt x="510" y="1989"/>
                      <a:pt x="511" y="1990"/>
                    </a:cubicBezTo>
                    <a:cubicBezTo>
                      <a:pt x="512" y="1991"/>
                      <a:pt x="513" y="1991"/>
                      <a:pt x="515" y="1992"/>
                    </a:cubicBezTo>
                    <a:cubicBezTo>
                      <a:pt x="518" y="1993"/>
                      <a:pt x="522" y="1992"/>
                      <a:pt x="526" y="1993"/>
                    </a:cubicBezTo>
                    <a:cubicBezTo>
                      <a:pt x="529" y="1993"/>
                      <a:pt x="532" y="1994"/>
                      <a:pt x="535" y="1994"/>
                    </a:cubicBezTo>
                    <a:cubicBezTo>
                      <a:pt x="538" y="1993"/>
                      <a:pt x="542" y="1993"/>
                      <a:pt x="545" y="1992"/>
                    </a:cubicBezTo>
                    <a:cubicBezTo>
                      <a:pt x="547" y="1992"/>
                      <a:pt x="550" y="1992"/>
                      <a:pt x="552" y="1991"/>
                    </a:cubicBezTo>
                    <a:cubicBezTo>
                      <a:pt x="553" y="1990"/>
                      <a:pt x="554" y="1988"/>
                      <a:pt x="555" y="1987"/>
                    </a:cubicBezTo>
                    <a:cubicBezTo>
                      <a:pt x="558" y="1984"/>
                      <a:pt x="563" y="1985"/>
                      <a:pt x="567" y="1985"/>
                    </a:cubicBezTo>
                    <a:cubicBezTo>
                      <a:pt x="571" y="1985"/>
                      <a:pt x="574" y="1984"/>
                      <a:pt x="577" y="1983"/>
                    </a:cubicBezTo>
                    <a:cubicBezTo>
                      <a:pt x="578" y="1982"/>
                      <a:pt x="579" y="1982"/>
                      <a:pt x="581" y="1981"/>
                    </a:cubicBezTo>
                    <a:cubicBezTo>
                      <a:pt x="582" y="1981"/>
                      <a:pt x="583" y="1981"/>
                      <a:pt x="584" y="1980"/>
                    </a:cubicBezTo>
                    <a:cubicBezTo>
                      <a:pt x="585" y="1980"/>
                      <a:pt x="585" y="1979"/>
                      <a:pt x="586" y="1978"/>
                    </a:cubicBezTo>
                    <a:cubicBezTo>
                      <a:pt x="587" y="1977"/>
                      <a:pt x="588" y="1977"/>
                      <a:pt x="588" y="1976"/>
                    </a:cubicBezTo>
                    <a:cubicBezTo>
                      <a:pt x="589" y="1976"/>
                      <a:pt x="589" y="1975"/>
                      <a:pt x="590" y="1974"/>
                    </a:cubicBezTo>
                    <a:cubicBezTo>
                      <a:pt x="590" y="1973"/>
                      <a:pt x="591" y="1973"/>
                      <a:pt x="592" y="1973"/>
                    </a:cubicBezTo>
                    <a:cubicBezTo>
                      <a:pt x="593" y="1971"/>
                      <a:pt x="594" y="1970"/>
                      <a:pt x="596" y="1969"/>
                    </a:cubicBezTo>
                    <a:cubicBezTo>
                      <a:pt x="598" y="1968"/>
                      <a:pt x="600" y="1967"/>
                      <a:pt x="601" y="1965"/>
                    </a:cubicBezTo>
                    <a:cubicBezTo>
                      <a:pt x="602" y="1964"/>
                      <a:pt x="603" y="1962"/>
                      <a:pt x="605" y="1961"/>
                    </a:cubicBezTo>
                    <a:cubicBezTo>
                      <a:pt x="606" y="1960"/>
                      <a:pt x="608" y="1959"/>
                      <a:pt x="610" y="1958"/>
                    </a:cubicBezTo>
                    <a:cubicBezTo>
                      <a:pt x="611" y="1957"/>
                      <a:pt x="612" y="1957"/>
                      <a:pt x="613" y="1956"/>
                    </a:cubicBezTo>
                    <a:cubicBezTo>
                      <a:pt x="613" y="1955"/>
                      <a:pt x="614" y="1954"/>
                      <a:pt x="615" y="1954"/>
                    </a:cubicBezTo>
                    <a:cubicBezTo>
                      <a:pt x="616" y="1953"/>
                      <a:pt x="618" y="1954"/>
                      <a:pt x="619" y="1954"/>
                    </a:cubicBezTo>
                    <a:cubicBezTo>
                      <a:pt x="621" y="1956"/>
                      <a:pt x="623" y="1958"/>
                      <a:pt x="626" y="1960"/>
                    </a:cubicBezTo>
                    <a:cubicBezTo>
                      <a:pt x="627" y="1962"/>
                      <a:pt x="629" y="1963"/>
                      <a:pt x="630" y="1964"/>
                    </a:cubicBezTo>
                    <a:cubicBezTo>
                      <a:pt x="633" y="1966"/>
                      <a:pt x="636" y="1966"/>
                      <a:pt x="639" y="1968"/>
                    </a:cubicBezTo>
                    <a:cubicBezTo>
                      <a:pt x="643" y="1969"/>
                      <a:pt x="646" y="1970"/>
                      <a:pt x="649" y="1970"/>
                    </a:cubicBezTo>
                    <a:cubicBezTo>
                      <a:pt x="652" y="1970"/>
                      <a:pt x="656" y="1970"/>
                      <a:pt x="659" y="1970"/>
                    </a:cubicBezTo>
                    <a:cubicBezTo>
                      <a:pt x="662" y="1970"/>
                      <a:pt x="666" y="1969"/>
                      <a:pt x="670" y="1969"/>
                    </a:cubicBezTo>
                    <a:cubicBezTo>
                      <a:pt x="672" y="1969"/>
                      <a:pt x="674" y="1970"/>
                      <a:pt x="676" y="1970"/>
                    </a:cubicBezTo>
                    <a:cubicBezTo>
                      <a:pt x="679" y="1970"/>
                      <a:pt x="682" y="1970"/>
                      <a:pt x="685" y="1970"/>
                    </a:cubicBezTo>
                    <a:cubicBezTo>
                      <a:pt x="687" y="1970"/>
                      <a:pt x="689" y="1969"/>
                      <a:pt x="690" y="1970"/>
                    </a:cubicBezTo>
                    <a:cubicBezTo>
                      <a:pt x="692" y="1970"/>
                      <a:pt x="693" y="1971"/>
                      <a:pt x="695" y="1971"/>
                    </a:cubicBezTo>
                    <a:cubicBezTo>
                      <a:pt x="698" y="1972"/>
                      <a:pt x="701" y="1972"/>
                      <a:pt x="704" y="1975"/>
                    </a:cubicBezTo>
                    <a:cubicBezTo>
                      <a:pt x="705" y="1976"/>
                      <a:pt x="707" y="1978"/>
                      <a:pt x="709" y="1980"/>
                    </a:cubicBezTo>
                    <a:cubicBezTo>
                      <a:pt x="713" y="1982"/>
                      <a:pt x="717" y="1981"/>
                      <a:pt x="722" y="1981"/>
                    </a:cubicBezTo>
                    <a:cubicBezTo>
                      <a:pt x="728" y="1979"/>
                      <a:pt x="734" y="1980"/>
                      <a:pt x="740" y="1982"/>
                    </a:cubicBezTo>
                    <a:cubicBezTo>
                      <a:pt x="741" y="1983"/>
                      <a:pt x="742" y="1984"/>
                      <a:pt x="744" y="1984"/>
                    </a:cubicBezTo>
                    <a:cubicBezTo>
                      <a:pt x="746" y="1985"/>
                      <a:pt x="747" y="1986"/>
                      <a:pt x="749" y="1987"/>
                    </a:cubicBezTo>
                    <a:cubicBezTo>
                      <a:pt x="750" y="1989"/>
                      <a:pt x="751" y="1990"/>
                      <a:pt x="753" y="1991"/>
                    </a:cubicBezTo>
                    <a:cubicBezTo>
                      <a:pt x="755" y="1992"/>
                      <a:pt x="756" y="1993"/>
                      <a:pt x="758" y="1993"/>
                    </a:cubicBezTo>
                    <a:cubicBezTo>
                      <a:pt x="759" y="1994"/>
                      <a:pt x="761" y="1994"/>
                      <a:pt x="763" y="1994"/>
                    </a:cubicBezTo>
                    <a:cubicBezTo>
                      <a:pt x="768" y="1994"/>
                      <a:pt x="773" y="1994"/>
                      <a:pt x="777" y="1994"/>
                    </a:cubicBezTo>
                    <a:cubicBezTo>
                      <a:pt x="779" y="1994"/>
                      <a:pt x="782" y="1993"/>
                      <a:pt x="784" y="1993"/>
                    </a:cubicBezTo>
                    <a:cubicBezTo>
                      <a:pt x="787" y="1993"/>
                      <a:pt x="790" y="1994"/>
                      <a:pt x="793" y="1995"/>
                    </a:cubicBezTo>
                    <a:cubicBezTo>
                      <a:pt x="795" y="1996"/>
                      <a:pt x="796" y="1998"/>
                      <a:pt x="798" y="1999"/>
                    </a:cubicBezTo>
                    <a:cubicBezTo>
                      <a:pt x="801" y="2000"/>
                      <a:pt x="801" y="2002"/>
                      <a:pt x="803" y="2003"/>
                    </a:cubicBezTo>
                    <a:cubicBezTo>
                      <a:pt x="804" y="2005"/>
                      <a:pt x="806" y="2006"/>
                      <a:pt x="808" y="2007"/>
                    </a:cubicBezTo>
                    <a:cubicBezTo>
                      <a:pt x="809" y="2007"/>
                      <a:pt x="810" y="2007"/>
                      <a:pt x="811" y="2007"/>
                    </a:cubicBezTo>
                    <a:cubicBezTo>
                      <a:pt x="811" y="2008"/>
                      <a:pt x="812" y="2009"/>
                      <a:pt x="812" y="2010"/>
                    </a:cubicBezTo>
                    <a:cubicBezTo>
                      <a:pt x="813" y="2011"/>
                      <a:pt x="814" y="2013"/>
                      <a:pt x="815" y="2014"/>
                    </a:cubicBezTo>
                    <a:cubicBezTo>
                      <a:pt x="817" y="2015"/>
                      <a:pt x="819" y="2014"/>
                      <a:pt x="820" y="2014"/>
                    </a:cubicBezTo>
                    <a:cubicBezTo>
                      <a:pt x="823" y="2014"/>
                      <a:pt x="826" y="2015"/>
                      <a:pt x="829" y="2015"/>
                    </a:cubicBezTo>
                    <a:cubicBezTo>
                      <a:pt x="832" y="2016"/>
                      <a:pt x="836" y="2016"/>
                      <a:pt x="839" y="2015"/>
                    </a:cubicBezTo>
                    <a:cubicBezTo>
                      <a:pt x="840" y="2014"/>
                      <a:pt x="841" y="2013"/>
                      <a:pt x="842" y="2013"/>
                    </a:cubicBezTo>
                    <a:cubicBezTo>
                      <a:pt x="843" y="2012"/>
                      <a:pt x="845" y="2011"/>
                      <a:pt x="847" y="2011"/>
                    </a:cubicBezTo>
                    <a:cubicBezTo>
                      <a:pt x="848" y="2011"/>
                      <a:pt x="849" y="2011"/>
                      <a:pt x="850" y="2011"/>
                    </a:cubicBezTo>
                    <a:cubicBezTo>
                      <a:pt x="853" y="2011"/>
                      <a:pt x="856" y="2009"/>
                      <a:pt x="859" y="2009"/>
                    </a:cubicBezTo>
                    <a:cubicBezTo>
                      <a:pt x="862" y="2009"/>
                      <a:pt x="864" y="2009"/>
                      <a:pt x="867" y="2009"/>
                    </a:cubicBezTo>
                    <a:cubicBezTo>
                      <a:pt x="867" y="2008"/>
                      <a:pt x="869" y="2008"/>
                      <a:pt x="870" y="2008"/>
                    </a:cubicBezTo>
                    <a:cubicBezTo>
                      <a:pt x="871" y="2009"/>
                      <a:pt x="872" y="2011"/>
                      <a:pt x="873" y="2012"/>
                    </a:cubicBezTo>
                    <a:cubicBezTo>
                      <a:pt x="875" y="2015"/>
                      <a:pt x="879" y="2015"/>
                      <a:pt x="882" y="2015"/>
                    </a:cubicBezTo>
                    <a:cubicBezTo>
                      <a:pt x="885" y="2015"/>
                      <a:pt x="888" y="2015"/>
                      <a:pt x="891" y="2015"/>
                    </a:cubicBezTo>
                    <a:cubicBezTo>
                      <a:pt x="892" y="2015"/>
                      <a:pt x="894" y="2014"/>
                      <a:pt x="895" y="2014"/>
                    </a:cubicBezTo>
                    <a:cubicBezTo>
                      <a:pt x="898" y="2013"/>
                      <a:pt x="897" y="2014"/>
                      <a:pt x="899" y="2016"/>
                    </a:cubicBezTo>
                    <a:cubicBezTo>
                      <a:pt x="900" y="2018"/>
                      <a:pt x="904" y="2018"/>
                      <a:pt x="906" y="2018"/>
                    </a:cubicBezTo>
                    <a:cubicBezTo>
                      <a:pt x="909" y="2019"/>
                      <a:pt x="914" y="2019"/>
                      <a:pt x="915" y="2022"/>
                    </a:cubicBezTo>
                    <a:cubicBezTo>
                      <a:pt x="916" y="2025"/>
                      <a:pt x="917" y="2026"/>
                      <a:pt x="920" y="2027"/>
                    </a:cubicBezTo>
                    <a:cubicBezTo>
                      <a:pt x="923" y="2027"/>
                      <a:pt x="926" y="2028"/>
                      <a:pt x="929" y="2028"/>
                    </a:cubicBezTo>
                    <a:cubicBezTo>
                      <a:pt x="932" y="2028"/>
                      <a:pt x="936" y="2027"/>
                      <a:pt x="939" y="2028"/>
                    </a:cubicBezTo>
                    <a:cubicBezTo>
                      <a:pt x="942" y="2029"/>
                      <a:pt x="944" y="2032"/>
                      <a:pt x="945" y="2035"/>
                    </a:cubicBezTo>
                    <a:cubicBezTo>
                      <a:pt x="947" y="2037"/>
                      <a:pt x="948" y="2038"/>
                      <a:pt x="950" y="2039"/>
                    </a:cubicBezTo>
                    <a:cubicBezTo>
                      <a:pt x="951" y="2040"/>
                      <a:pt x="952" y="2041"/>
                      <a:pt x="953" y="2042"/>
                    </a:cubicBezTo>
                    <a:cubicBezTo>
                      <a:pt x="954" y="2043"/>
                      <a:pt x="955" y="2043"/>
                      <a:pt x="956" y="2043"/>
                    </a:cubicBezTo>
                    <a:cubicBezTo>
                      <a:pt x="959" y="2045"/>
                      <a:pt x="961" y="2045"/>
                      <a:pt x="964" y="2045"/>
                    </a:cubicBezTo>
                    <a:cubicBezTo>
                      <a:pt x="969" y="2045"/>
                      <a:pt x="970" y="2048"/>
                      <a:pt x="971" y="2052"/>
                    </a:cubicBezTo>
                    <a:cubicBezTo>
                      <a:pt x="973" y="2055"/>
                      <a:pt x="977" y="2054"/>
                      <a:pt x="979" y="2055"/>
                    </a:cubicBezTo>
                    <a:cubicBezTo>
                      <a:pt x="981" y="2055"/>
                      <a:pt x="982" y="2055"/>
                      <a:pt x="983" y="2055"/>
                    </a:cubicBezTo>
                    <a:cubicBezTo>
                      <a:pt x="985" y="2054"/>
                      <a:pt x="987" y="2054"/>
                      <a:pt x="989" y="2053"/>
                    </a:cubicBezTo>
                    <a:cubicBezTo>
                      <a:pt x="991" y="2053"/>
                      <a:pt x="992" y="2053"/>
                      <a:pt x="994" y="2051"/>
                    </a:cubicBezTo>
                    <a:cubicBezTo>
                      <a:pt x="995" y="2050"/>
                      <a:pt x="995" y="2049"/>
                      <a:pt x="996" y="2049"/>
                    </a:cubicBezTo>
                    <a:cubicBezTo>
                      <a:pt x="997" y="2048"/>
                      <a:pt x="999" y="2049"/>
                      <a:pt x="1000" y="2049"/>
                    </a:cubicBezTo>
                    <a:cubicBezTo>
                      <a:pt x="1002" y="2049"/>
                      <a:pt x="1005" y="2049"/>
                      <a:pt x="1007" y="2048"/>
                    </a:cubicBezTo>
                    <a:cubicBezTo>
                      <a:pt x="1009" y="2047"/>
                      <a:pt x="1011" y="2046"/>
                      <a:pt x="1013" y="2045"/>
                    </a:cubicBezTo>
                    <a:cubicBezTo>
                      <a:pt x="1018" y="2042"/>
                      <a:pt x="1019" y="2037"/>
                      <a:pt x="1022" y="2033"/>
                    </a:cubicBezTo>
                    <a:cubicBezTo>
                      <a:pt x="1024" y="2031"/>
                      <a:pt x="1025" y="2031"/>
                      <a:pt x="1027" y="2031"/>
                    </a:cubicBezTo>
                    <a:cubicBezTo>
                      <a:pt x="1030" y="2031"/>
                      <a:pt x="1033" y="2032"/>
                      <a:pt x="1036" y="2032"/>
                    </a:cubicBezTo>
                    <a:cubicBezTo>
                      <a:pt x="1040" y="2032"/>
                      <a:pt x="1044" y="2032"/>
                      <a:pt x="1048" y="2032"/>
                    </a:cubicBezTo>
                    <a:cubicBezTo>
                      <a:pt x="1051" y="2032"/>
                      <a:pt x="1051" y="2035"/>
                      <a:pt x="1053" y="2036"/>
                    </a:cubicBezTo>
                    <a:cubicBezTo>
                      <a:pt x="1055" y="2038"/>
                      <a:pt x="1061" y="2038"/>
                      <a:pt x="1064" y="2038"/>
                    </a:cubicBezTo>
                    <a:cubicBezTo>
                      <a:pt x="1067" y="2039"/>
                      <a:pt x="1070" y="2038"/>
                      <a:pt x="1073" y="2038"/>
                    </a:cubicBezTo>
                    <a:cubicBezTo>
                      <a:pt x="1079" y="2038"/>
                      <a:pt x="1083" y="2043"/>
                      <a:pt x="1088" y="2045"/>
                    </a:cubicBezTo>
                    <a:cubicBezTo>
                      <a:pt x="1090" y="2047"/>
                      <a:pt x="1092" y="2048"/>
                      <a:pt x="1093" y="2051"/>
                    </a:cubicBezTo>
                    <a:cubicBezTo>
                      <a:pt x="1095" y="2054"/>
                      <a:pt x="1095" y="2058"/>
                      <a:pt x="1096" y="2061"/>
                    </a:cubicBezTo>
                    <a:cubicBezTo>
                      <a:pt x="1097" y="2068"/>
                      <a:pt x="1100" y="2074"/>
                      <a:pt x="1107" y="2075"/>
                    </a:cubicBezTo>
                    <a:cubicBezTo>
                      <a:pt x="1113" y="2077"/>
                      <a:pt x="1119" y="2077"/>
                      <a:pt x="1123" y="2073"/>
                    </a:cubicBezTo>
                    <a:cubicBezTo>
                      <a:pt x="1125" y="2071"/>
                      <a:pt x="1126" y="2070"/>
                      <a:pt x="1129" y="2069"/>
                    </a:cubicBezTo>
                    <a:cubicBezTo>
                      <a:pt x="1131" y="2069"/>
                      <a:pt x="1133" y="2069"/>
                      <a:pt x="1135" y="2067"/>
                    </a:cubicBezTo>
                    <a:cubicBezTo>
                      <a:pt x="1136" y="2065"/>
                      <a:pt x="1135" y="2062"/>
                      <a:pt x="1137" y="2060"/>
                    </a:cubicBezTo>
                    <a:cubicBezTo>
                      <a:pt x="1139" y="2057"/>
                      <a:pt x="1143" y="2058"/>
                      <a:pt x="1145" y="2058"/>
                    </a:cubicBezTo>
                    <a:cubicBezTo>
                      <a:pt x="1149" y="2058"/>
                      <a:pt x="1152" y="2057"/>
                      <a:pt x="1152" y="2053"/>
                    </a:cubicBezTo>
                    <a:cubicBezTo>
                      <a:pt x="1152" y="2050"/>
                      <a:pt x="1151" y="2047"/>
                      <a:pt x="1154" y="2044"/>
                    </a:cubicBezTo>
                    <a:cubicBezTo>
                      <a:pt x="1156" y="2042"/>
                      <a:pt x="1159" y="2041"/>
                      <a:pt x="1161" y="2038"/>
                    </a:cubicBezTo>
                    <a:cubicBezTo>
                      <a:pt x="1163" y="2037"/>
                      <a:pt x="1164" y="2034"/>
                      <a:pt x="1166" y="2032"/>
                    </a:cubicBezTo>
                    <a:cubicBezTo>
                      <a:pt x="1168" y="2029"/>
                      <a:pt x="1173" y="2031"/>
                      <a:pt x="1176" y="2030"/>
                    </a:cubicBezTo>
                    <a:cubicBezTo>
                      <a:pt x="1178" y="2030"/>
                      <a:pt x="1180" y="2030"/>
                      <a:pt x="1181" y="2028"/>
                    </a:cubicBezTo>
                    <a:cubicBezTo>
                      <a:pt x="1182" y="2026"/>
                      <a:pt x="1181" y="2024"/>
                      <a:pt x="1182" y="2023"/>
                    </a:cubicBezTo>
                    <a:cubicBezTo>
                      <a:pt x="1183" y="2020"/>
                      <a:pt x="1185" y="2017"/>
                      <a:pt x="1187" y="2015"/>
                    </a:cubicBezTo>
                    <a:cubicBezTo>
                      <a:pt x="1190" y="2013"/>
                      <a:pt x="1192" y="2010"/>
                      <a:pt x="1195" y="2008"/>
                    </a:cubicBezTo>
                    <a:cubicBezTo>
                      <a:pt x="1199" y="2005"/>
                      <a:pt x="1203" y="2003"/>
                      <a:pt x="1206" y="1998"/>
                    </a:cubicBezTo>
                    <a:cubicBezTo>
                      <a:pt x="1208" y="1994"/>
                      <a:pt x="1209" y="1989"/>
                      <a:pt x="1211" y="1984"/>
                    </a:cubicBezTo>
                    <a:cubicBezTo>
                      <a:pt x="1212" y="1980"/>
                      <a:pt x="1214" y="1978"/>
                      <a:pt x="1216" y="1975"/>
                    </a:cubicBezTo>
                    <a:cubicBezTo>
                      <a:pt x="1218" y="1972"/>
                      <a:pt x="1220" y="1970"/>
                      <a:pt x="1223" y="1968"/>
                    </a:cubicBezTo>
                    <a:cubicBezTo>
                      <a:pt x="1226" y="1966"/>
                      <a:pt x="1230" y="1965"/>
                      <a:pt x="1234" y="1964"/>
                    </a:cubicBezTo>
                    <a:cubicBezTo>
                      <a:pt x="1237" y="1963"/>
                      <a:pt x="1239" y="1959"/>
                      <a:pt x="1242" y="1956"/>
                    </a:cubicBezTo>
                    <a:cubicBezTo>
                      <a:pt x="1245" y="1952"/>
                      <a:pt x="1249" y="1950"/>
                      <a:pt x="1253" y="1947"/>
                    </a:cubicBezTo>
                    <a:cubicBezTo>
                      <a:pt x="1257" y="1944"/>
                      <a:pt x="1261" y="1940"/>
                      <a:pt x="1266" y="1939"/>
                    </a:cubicBezTo>
                    <a:cubicBezTo>
                      <a:pt x="1269" y="1937"/>
                      <a:pt x="1273" y="1936"/>
                      <a:pt x="1276" y="1935"/>
                    </a:cubicBezTo>
                    <a:cubicBezTo>
                      <a:pt x="1281" y="1935"/>
                      <a:pt x="1287" y="1936"/>
                      <a:pt x="1292" y="1936"/>
                    </a:cubicBezTo>
                    <a:cubicBezTo>
                      <a:pt x="1299" y="1936"/>
                      <a:pt x="1309" y="1938"/>
                      <a:pt x="1314" y="1931"/>
                    </a:cubicBezTo>
                    <a:cubicBezTo>
                      <a:pt x="1316" y="1928"/>
                      <a:pt x="1319" y="1925"/>
                      <a:pt x="1323" y="1923"/>
                    </a:cubicBezTo>
                    <a:cubicBezTo>
                      <a:pt x="1327" y="1920"/>
                      <a:pt x="1331" y="1916"/>
                      <a:pt x="1336" y="1914"/>
                    </a:cubicBezTo>
                    <a:cubicBezTo>
                      <a:pt x="1339" y="1913"/>
                      <a:pt x="1342" y="1913"/>
                      <a:pt x="1345" y="1912"/>
                    </a:cubicBezTo>
                    <a:cubicBezTo>
                      <a:pt x="1346" y="1911"/>
                      <a:pt x="1348" y="1910"/>
                      <a:pt x="1349" y="1910"/>
                    </a:cubicBezTo>
                    <a:cubicBezTo>
                      <a:pt x="1351" y="1911"/>
                      <a:pt x="1352" y="1912"/>
                      <a:pt x="1353" y="1913"/>
                    </a:cubicBezTo>
                    <a:cubicBezTo>
                      <a:pt x="1356" y="1917"/>
                      <a:pt x="1362" y="1915"/>
                      <a:pt x="1366" y="1915"/>
                    </a:cubicBezTo>
                    <a:cubicBezTo>
                      <a:pt x="1369" y="1915"/>
                      <a:pt x="1371" y="1916"/>
                      <a:pt x="1373" y="1917"/>
                    </a:cubicBezTo>
                    <a:cubicBezTo>
                      <a:pt x="1376" y="1918"/>
                      <a:pt x="1379" y="1919"/>
                      <a:pt x="1380" y="1921"/>
                    </a:cubicBezTo>
                    <a:cubicBezTo>
                      <a:pt x="1381" y="1922"/>
                      <a:pt x="1381" y="1923"/>
                      <a:pt x="1382" y="1924"/>
                    </a:cubicBezTo>
                    <a:cubicBezTo>
                      <a:pt x="1382" y="1924"/>
                      <a:pt x="1382" y="1925"/>
                      <a:pt x="1383" y="1926"/>
                    </a:cubicBezTo>
                    <a:cubicBezTo>
                      <a:pt x="1384" y="1926"/>
                      <a:pt x="1385" y="1927"/>
                      <a:pt x="1385" y="1928"/>
                    </a:cubicBezTo>
                    <a:cubicBezTo>
                      <a:pt x="1387" y="1929"/>
                      <a:pt x="1389" y="1930"/>
                      <a:pt x="1390" y="1930"/>
                    </a:cubicBezTo>
                    <a:cubicBezTo>
                      <a:pt x="1394" y="1930"/>
                      <a:pt x="1393" y="1928"/>
                      <a:pt x="1393" y="1926"/>
                    </a:cubicBezTo>
                    <a:cubicBezTo>
                      <a:pt x="1395" y="1923"/>
                      <a:pt x="1399" y="1923"/>
                      <a:pt x="1402" y="1924"/>
                    </a:cubicBezTo>
                    <a:cubicBezTo>
                      <a:pt x="1405" y="1924"/>
                      <a:pt x="1408" y="1924"/>
                      <a:pt x="1411" y="1924"/>
                    </a:cubicBezTo>
                    <a:cubicBezTo>
                      <a:pt x="1412" y="1924"/>
                      <a:pt x="1413" y="1924"/>
                      <a:pt x="1415" y="1924"/>
                    </a:cubicBezTo>
                    <a:cubicBezTo>
                      <a:pt x="1416" y="1924"/>
                      <a:pt x="1417" y="1923"/>
                      <a:pt x="1418" y="1924"/>
                    </a:cubicBezTo>
                    <a:cubicBezTo>
                      <a:pt x="1419" y="1924"/>
                      <a:pt x="1421" y="1926"/>
                      <a:pt x="1422" y="1927"/>
                    </a:cubicBezTo>
                    <a:cubicBezTo>
                      <a:pt x="1423" y="1928"/>
                      <a:pt x="1424" y="1930"/>
                      <a:pt x="1425" y="1932"/>
                    </a:cubicBezTo>
                    <a:cubicBezTo>
                      <a:pt x="1426" y="1934"/>
                      <a:pt x="1428" y="1935"/>
                      <a:pt x="1430" y="1936"/>
                    </a:cubicBezTo>
                    <a:cubicBezTo>
                      <a:pt x="1433" y="1936"/>
                      <a:pt x="1435" y="1936"/>
                      <a:pt x="1438" y="1937"/>
                    </a:cubicBezTo>
                    <a:cubicBezTo>
                      <a:pt x="1440" y="1938"/>
                      <a:pt x="1442" y="1938"/>
                      <a:pt x="1444" y="1936"/>
                    </a:cubicBezTo>
                    <a:cubicBezTo>
                      <a:pt x="1447" y="1933"/>
                      <a:pt x="1450" y="1928"/>
                      <a:pt x="1455" y="1928"/>
                    </a:cubicBezTo>
                    <a:cubicBezTo>
                      <a:pt x="1457" y="1929"/>
                      <a:pt x="1459" y="1930"/>
                      <a:pt x="1461" y="1930"/>
                    </a:cubicBezTo>
                    <a:cubicBezTo>
                      <a:pt x="1464" y="1931"/>
                      <a:pt x="1466" y="1932"/>
                      <a:pt x="1468" y="1932"/>
                    </a:cubicBezTo>
                    <a:cubicBezTo>
                      <a:pt x="1470" y="1932"/>
                      <a:pt x="1472" y="1932"/>
                      <a:pt x="1475" y="1932"/>
                    </a:cubicBezTo>
                    <a:cubicBezTo>
                      <a:pt x="1476" y="1932"/>
                      <a:pt x="1478" y="1933"/>
                      <a:pt x="1479" y="1932"/>
                    </a:cubicBezTo>
                    <a:cubicBezTo>
                      <a:pt x="1480" y="1932"/>
                      <a:pt x="1482" y="1931"/>
                      <a:pt x="1483" y="1930"/>
                    </a:cubicBezTo>
                    <a:cubicBezTo>
                      <a:pt x="1484" y="1930"/>
                      <a:pt x="1484" y="1930"/>
                      <a:pt x="1484" y="1928"/>
                    </a:cubicBezTo>
                    <a:cubicBezTo>
                      <a:pt x="1485" y="1928"/>
                      <a:pt x="1484" y="1926"/>
                      <a:pt x="1485" y="1926"/>
                    </a:cubicBezTo>
                    <a:cubicBezTo>
                      <a:pt x="1485" y="1924"/>
                      <a:pt x="1487" y="1925"/>
                      <a:pt x="1488" y="1924"/>
                    </a:cubicBezTo>
                    <a:cubicBezTo>
                      <a:pt x="1488" y="1923"/>
                      <a:pt x="1488" y="1921"/>
                      <a:pt x="1488" y="1920"/>
                    </a:cubicBezTo>
                    <a:cubicBezTo>
                      <a:pt x="1488" y="1919"/>
                      <a:pt x="1488" y="1918"/>
                      <a:pt x="1487" y="1917"/>
                    </a:cubicBezTo>
                    <a:cubicBezTo>
                      <a:pt x="1487" y="1917"/>
                      <a:pt x="1486" y="1916"/>
                      <a:pt x="1486" y="1916"/>
                    </a:cubicBezTo>
                    <a:cubicBezTo>
                      <a:pt x="1486" y="1915"/>
                      <a:pt x="1486" y="1914"/>
                      <a:pt x="1486" y="1913"/>
                    </a:cubicBezTo>
                    <a:cubicBezTo>
                      <a:pt x="1486" y="1912"/>
                      <a:pt x="1486" y="1911"/>
                      <a:pt x="1486" y="1910"/>
                    </a:cubicBezTo>
                    <a:cubicBezTo>
                      <a:pt x="1486" y="1910"/>
                      <a:pt x="1487" y="1910"/>
                      <a:pt x="1487" y="1909"/>
                    </a:cubicBezTo>
                    <a:cubicBezTo>
                      <a:pt x="1487" y="1909"/>
                      <a:pt x="1487" y="1908"/>
                      <a:pt x="1487" y="1908"/>
                    </a:cubicBezTo>
                    <a:cubicBezTo>
                      <a:pt x="1488" y="1906"/>
                      <a:pt x="1488" y="1904"/>
                      <a:pt x="1488" y="1902"/>
                    </a:cubicBezTo>
                    <a:cubicBezTo>
                      <a:pt x="1488" y="1901"/>
                      <a:pt x="1488" y="1900"/>
                      <a:pt x="1488" y="1899"/>
                    </a:cubicBezTo>
                    <a:cubicBezTo>
                      <a:pt x="1488" y="1896"/>
                      <a:pt x="1488" y="1893"/>
                      <a:pt x="1488" y="1890"/>
                    </a:cubicBezTo>
                    <a:cubicBezTo>
                      <a:pt x="1488" y="1889"/>
                      <a:pt x="1488" y="1887"/>
                      <a:pt x="1487" y="1889"/>
                    </a:cubicBezTo>
                    <a:cubicBezTo>
                      <a:pt x="1485" y="1892"/>
                      <a:pt x="1485" y="1896"/>
                      <a:pt x="1484" y="1899"/>
                    </a:cubicBezTo>
                    <a:cubicBezTo>
                      <a:pt x="1484" y="1901"/>
                      <a:pt x="1484" y="1902"/>
                      <a:pt x="1484" y="1903"/>
                    </a:cubicBezTo>
                    <a:cubicBezTo>
                      <a:pt x="1484" y="1905"/>
                      <a:pt x="1484" y="1906"/>
                      <a:pt x="1483" y="1907"/>
                    </a:cubicBezTo>
                    <a:cubicBezTo>
                      <a:pt x="1483" y="1908"/>
                      <a:pt x="1483" y="1909"/>
                      <a:pt x="1483" y="1910"/>
                    </a:cubicBezTo>
                    <a:cubicBezTo>
                      <a:pt x="1483" y="1911"/>
                      <a:pt x="1482" y="1911"/>
                      <a:pt x="1482" y="1912"/>
                    </a:cubicBezTo>
                    <a:cubicBezTo>
                      <a:pt x="1482" y="1913"/>
                      <a:pt x="1482" y="1914"/>
                      <a:pt x="1482" y="1915"/>
                    </a:cubicBezTo>
                    <a:cubicBezTo>
                      <a:pt x="1482" y="1916"/>
                      <a:pt x="1482" y="1917"/>
                      <a:pt x="1482" y="1917"/>
                    </a:cubicBezTo>
                    <a:cubicBezTo>
                      <a:pt x="1482" y="1917"/>
                      <a:pt x="1482" y="1917"/>
                      <a:pt x="1482" y="1917"/>
                    </a:cubicBezTo>
                    <a:cubicBezTo>
                      <a:pt x="1482" y="1917"/>
                      <a:pt x="1481" y="1917"/>
                      <a:pt x="1481" y="1917"/>
                    </a:cubicBezTo>
                    <a:cubicBezTo>
                      <a:pt x="1480" y="1917"/>
                      <a:pt x="1480" y="1917"/>
                      <a:pt x="1479" y="1917"/>
                    </a:cubicBezTo>
                    <a:cubicBezTo>
                      <a:pt x="1479" y="1918"/>
                      <a:pt x="1479" y="1918"/>
                      <a:pt x="1478" y="1918"/>
                    </a:cubicBezTo>
                    <a:cubicBezTo>
                      <a:pt x="1478" y="1918"/>
                      <a:pt x="1478" y="1918"/>
                      <a:pt x="1477" y="1918"/>
                    </a:cubicBezTo>
                    <a:cubicBezTo>
                      <a:pt x="1473" y="1919"/>
                      <a:pt x="1471" y="1913"/>
                      <a:pt x="1470" y="1910"/>
                    </a:cubicBezTo>
                    <a:cubicBezTo>
                      <a:pt x="1469" y="1906"/>
                      <a:pt x="1466" y="1904"/>
                      <a:pt x="1464" y="1901"/>
                    </a:cubicBezTo>
                    <a:cubicBezTo>
                      <a:pt x="1462" y="1898"/>
                      <a:pt x="1459" y="1895"/>
                      <a:pt x="1460" y="1892"/>
                    </a:cubicBezTo>
                    <a:cubicBezTo>
                      <a:pt x="1462" y="1887"/>
                      <a:pt x="1467" y="1888"/>
                      <a:pt x="1470" y="1885"/>
                    </a:cubicBezTo>
                    <a:cubicBezTo>
                      <a:pt x="1473" y="1883"/>
                      <a:pt x="1473" y="1873"/>
                      <a:pt x="1477" y="1873"/>
                    </a:cubicBezTo>
                    <a:cubicBezTo>
                      <a:pt x="1481" y="1873"/>
                      <a:pt x="1486" y="1882"/>
                      <a:pt x="1487" y="1876"/>
                    </a:cubicBezTo>
                    <a:cubicBezTo>
                      <a:pt x="1489" y="1870"/>
                      <a:pt x="1488" y="1863"/>
                      <a:pt x="1492" y="1858"/>
                    </a:cubicBezTo>
                    <a:cubicBezTo>
                      <a:pt x="1494" y="1854"/>
                      <a:pt x="1497" y="1849"/>
                      <a:pt x="1501" y="1847"/>
                    </a:cubicBezTo>
                    <a:cubicBezTo>
                      <a:pt x="1503" y="1846"/>
                      <a:pt x="1505" y="1845"/>
                      <a:pt x="1506" y="1844"/>
                    </a:cubicBezTo>
                    <a:cubicBezTo>
                      <a:pt x="1509" y="1843"/>
                      <a:pt x="1510" y="1841"/>
                      <a:pt x="1512" y="1840"/>
                    </a:cubicBezTo>
                    <a:cubicBezTo>
                      <a:pt x="1515" y="1839"/>
                      <a:pt x="1517" y="1838"/>
                      <a:pt x="1519" y="1838"/>
                    </a:cubicBezTo>
                    <a:cubicBezTo>
                      <a:pt x="1521" y="1838"/>
                      <a:pt x="1522" y="1838"/>
                      <a:pt x="1524" y="1836"/>
                    </a:cubicBezTo>
                    <a:cubicBezTo>
                      <a:pt x="1525" y="1834"/>
                      <a:pt x="1526" y="1830"/>
                      <a:pt x="1526" y="1828"/>
                    </a:cubicBezTo>
                    <a:cubicBezTo>
                      <a:pt x="1527" y="1825"/>
                      <a:pt x="1528" y="1822"/>
                      <a:pt x="1528" y="1818"/>
                    </a:cubicBezTo>
                    <a:cubicBezTo>
                      <a:pt x="1528" y="1812"/>
                      <a:pt x="1526" y="1802"/>
                      <a:pt x="1533" y="1797"/>
                    </a:cubicBezTo>
                    <a:cubicBezTo>
                      <a:pt x="1536" y="1795"/>
                      <a:pt x="1536" y="1792"/>
                      <a:pt x="1538" y="1789"/>
                    </a:cubicBezTo>
                    <a:cubicBezTo>
                      <a:pt x="1540" y="1788"/>
                      <a:pt x="1542" y="1787"/>
                      <a:pt x="1543" y="1787"/>
                    </a:cubicBezTo>
                    <a:cubicBezTo>
                      <a:pt x="1546" y="1786"/>
                      <a:pt x="1548" y="1785"/>
                      <a:pt x="1550" y="1785"/>
                    </a:cubicBezTo>
                    <a:cubicBezTo>
                      <a:pt x="1554" y="1785"/>
                      <a:pt x="1559" y="1787"/>
                      <a:pt x="1563" y="1785"/>
                    </a:cubicBezTo>
                    <a:cubicBezTo>
                      <a:pt x="1566" y="1784"/>
                      <a:pt x="1566" y="1780"/>
                      <a:pt x="1566" y="1777"/>
                    </a:cubicBezTo>
                    <a:cubicBezTo>
                      <a:pt x="1565" y="1775"/>
                      <a:pt x="1566" y="1773"/>
                      <a:pt x="1567" y="1771"/>
                    </a:cubicBezTo>
                    <a:cubicBezTo>
                      <a:pt x="1567" y="1769"/>
                      <a:pt x="1568" y="1767"/>
                      <a:pt x="1568" y="1764"/>
                    </a:cubicBezTo>
                    <a:cubicBezTo>
                      <a:pt x="1569" y="1763"/>
                      <a:pt x="1570" y="1761"/>
                      <a:pt x="1571" y="1760"/>
                    </a:cubicBezTo>
                    <a:cubicBezTo>
                      <a:pt x="1573" y="1756"/>
                      <a:pt x="1576" y="1751"/>
                      <a:pt x="1580" y="1748"/>
                    </a:cubicBezTo>
                    <a:cubicBezTo>
                      <a:pt x="1582" y="1748"/>
                      <a:pt x="1584" y="1747"/>
                      <a:pt x="1585" y="1748"/>
                    </a:cubicBezTo>
                    <a:cubicBezTo>
                      <a:pt x="1587" y="1748"/>
                      <a:pt x="1588" y="1750"/>
                      <a:pt x="1590" y="1751"/>
                    </a:cubicBezTo>
                    <a:cubicBezTo>
                      <a:pt x="1592" y="1752"/>
                      <a:pt x="1595" y="1752"/>
                      <a:pt x="1597" y="1750"/>
                    </a:cubicBezTo>
                    <a:cubicBezTo>
                      <a:pt x="1598" y="1749"/>
                      <a:pt x="1598" y="1747"/>
                      <a:pt x="1599" y="1745"/>
                    </a:cubicBezTo>
                    <a:cubicBezTo>
                      <a:pt x="1600" y="1743"/>
                      <a:pt x="1602" y="1742"/>
                      <a:pt x="1603" y="1740"/>
                    </a:cubicBezTo>
                    <a:cubicBezTo>
                      <a:pt x="1606" y="1738"/>
                      <a:pt x="1608" y="1735"/>
                      <a:pt x="1610" y="1732"/>
                    </a:cubicBezTo>
                    <a:cubicBezTo>
                      <a:pt x="1613" y="1729"/>
                      <a:pt x="1619" y="1727"/>
                      <a:pt x="1623" y="1726"/>
                    </a:cubicBezTo>
                    <a:cubicBezTo>
                      <a:pt x="1629" y="1725"/>
                      <a:pt x="1636" y="1723"/>
                      <a:pt x="1642" y="1722"/>
                    </a:cubicBezTo>
                    <a:cubicBezTo>
                      <a:pt x="1648" y="1720"/>
                      <a:pt x="1655" y="1722"/>
                      <a:pt x="1661" y="1720"/>
                    </a:cubicBezTo>
                    <a:cubicBezTo>
                      <a:pt x="1663" y="1719"/>
                      <a:pt x="1664" y="1717"/>
                      <a:pt x="1666" y="1717"/>
                    </a:cubicBezTo>
                    <a:cubicBezTo>
                      <a:pt x="1668" y="1717"/>
                      <a:pt x="1671" y="1719"/>
                      <a:pt x="1673" y="1721"/>
                    </a:cubicBezTo>
                    <a:cubicBezTo>
                      <a:pt x="1674" y="1722"/>
                      <a:pt x="1677" y="1724"/>
                      <a:pt x="1679" y="1724"/>
                    </a:cubicBezTo>
                    <a:cubicBezTo>
                      <a:pt x="1681" y="1724"/>
                      <a:pt x="1684" y="1722"/>
                      <a:pt x="1685" y="1720"/>
                    </a:cubicBezTo>
                    <a:cubicBezTo>
                      <a:pt x="1686" y="1719"/>
                      <a:pt x="1686" y="1718"/>
                      <a:pt x="1686" y="1717"/>
                    </a:cubicBezTo>
                    <a:cubicBezTo>
                      <a:pt x="1685" y="1715"/>
                      <a:pt x="1685" y="1714"/>
                      <a:pt x="1685" y="1712"/>
                    </a:cubicBezTo>
                    <a:cubicBezTo>
                      <a:pt x="1685" y="1710"/>
                      <a:pt x="1685" y="1707"/>
                      <a:pt x="1688" y="1706"/>
                    </a:cubicBezTo>
                    <a:cubicBezTo>
                      <a:pt x="1691" y="1705"/>
                      <a:pt x="1694" y="1704"/>
                      <a:pt x="1696" y="1702"/>
                    </a:cubicBezTo>
                    <a:cubicBezTo>
                      <a:pt x="1699" y="1700"/>
                      <a:pt x="1700" y="1697"/>
                      <a:pt x="1703" y="1697"/>
                    </a:cubicBezTo>
                    <a:cubicBezTo>
                      <a:pt x="1707" y="1698"/>
                      <a:pt x="1710" y="1700"/>
                      <a:pt x="1713" y="1701"/>
                    </a:cubicBezTo>
                    <a:cubicBezTo>
                      <a:pt x="1719" y="1701"/>
                      <a:pt x="1721" y="1694"/>
                      <a:pt x="1725" y="1692"/>
                    </a:cubicBezTo>
                    <a:cubicBezTo>
                      <a:pt x="1728" y="1691"/>
                      <a:pt x="1731" y="1691"/>
                      <a:pt x="1733" y="1691"/>
                    </a:cubicBezTo>
                    <a:cubicBezTo>
                      <a:pt x="1736" y="1691"/>
                      <a:pt x="1738" y="1690"/>
                      <a:pt x="1740" y="1688"/>
                    </a:cubicBezTo>
                    <a:cubicBezTo>
                      <a:pt x="1742" y="1685"/>
                      <a:pt x="1744" y="1684"/>
                      <a:pt x="1747" y="1684"/>
                    </a:cubicBezTo>
                    <a:cubicBezTo>
                      <a:pt x="1750" y="1683"/>
                      <a:pt x="1752" y="1683"/>
                      <a:pt x="1753" y="1679"/>
                    </a:cubicBezTo>
                    <a:cubicBezTo>
                      <a:pt x="1753" y="1676"/>
                      <a:pt x="1752" y="1673"/>
                      <a:pt x="1752" y="1670"/>
                    </a:cubicBezTo>
                    <a:cubicBezTo>
                      <a:pt x="1752" y="1667"/>
                      <a:pt x="1753" y="1665"/>
                      <a:pt x="1752" y="1662"/>
                    </a:cubicBezTo>
                    <a:cubicBezTo>
                      <a:pt x="1750" y="1658"/>
                      <a:pt x="1747" y="1653"/>
                      <a:pt x="1744" y="1650"/>
                    </a:cubicBezTo>
                    <a:cubicBezTo>
                      <a:pt x="1741" y="1647"/>
                      <a:pt x="1738" y="1646"/>
                      <a:pt x="1735" y="1644"/>
                    </a:cubicBezTo>
                    <a:cubicBezTo>
                      <a:pt x="1731" y="1642"/>
                      <a:pt x="1727" y="1640"/>
                      <a:pt x="1723" y="1638"/>
                    </a:cubicBezTo>
                    <a:cubicBezTo>
                      <a:pt x="1719" y="1635"/>
                      <a:pt x="1714" y="1633"/>
                      <a:pt x="1710" y="1631"/>
                    </a:cubicBezTo>
                    <a:cubicBezTo>
                      <a:pt x="1706" y="1629"/>
                      <a:pt x="1702" y="1627"/>
                      <a:pt x="1700" y="1623"/>
                    </a:cubicBezTo>
                    <a:cubicBezTo>
                      <a:pt x="1698" y="1621"/>
                      <a:pt x="1698" y="1617"/>
                      <a:pt x="1696" y="1614"/>
                    </a:cubicBezTo>
                    <a:cubicBezTo>
                      <a:pt x="1695" y="1609"/>
                      <a:pt x="1692" y="1605"/>
                      <a:pt x="1689" y="1601"/>
                    </a:cubicBezTo>
                    <a:cubicBezTo>
                      <a:pt x="1687" y="1597"/>
                      <a:pt x="1685" y="1594"/>
                      <a:pt x="1682" y="1591"/>
                    </a:cubicBezTo>
                    <a:cubicBezTo>
                      <a:pt x="1681" y="1590"/>
                      <a:pt x="1678" y="1586"/>
                      <a:pt x="1680" y="1584"/>
                    </a:cubicBezTo>
                    <a:cubicBezTo>
                      <a:pt x="1680" y="1583"/>
                      <a:pt x="1681" y="1584"/>
                      <a:pt x="1682" y="1583"/>
                    </a:cubicBezTo>
                    <a:cubicBezTo>
                      <a:pt x="1683" y="1582"/>
                      <a:pt x="1683" y="1579"/>
                      <a:pt x="1683" y="1577"/>
                    </a:cubicBezTo>
                    <a:cubicBezTo>
                      <a:pt x="1684" y="1574"/>
                      <a:pt x="1685" y="1572"/>
                      <a:pt x="1685" y="1569"/>
                    </a:cubicBezTo>
                    <a:cubicBezTo>
                      <a:pt x="1685" y="1566"/>
                      <a:pt x="1685" y="1564"/>
                      <a:pt x="1685" y="1561"/>
                    </a:cubicBezTo>
                    <a:cubicBezTo>
                      <a:pt x="1685" y="1558"/>
                      <a:pt x="1685" y="1556"/>
                      <a:pt x="1686" y="1554"/>
                    </a:cubicBezTo>
                    <a:cubicBezTo>
                      <a:pt x="1688" y="1552"/>
                      <a:pt x="1688" y="1550"/>
                      <a:pt x="1688" y="1548"/>
                    </a:cubicBezTo>
                    <a:cubicBezTo>
                      <a:pt x="1688" y="1543"/>
                      <a:pt x="1688" y="1539"/>
                      <a:pt x="1687" y="1535"/>
                    </a:cubicBezTo>
                    <a:cubicBezTo>
                      <a:pt x="1686" y="1532"/>
                      <a:pt x="1686" y="1530"/>
                      <a:pt x="1686" y="1527"/>
                    </a:cubicBezTo>
                    <a:cubicBezTo>
                      <a:pt x="1685" y="1523"/>
                      <a:pt x="1683" y="1520"/>
                      <a:pt x="1682" y="1517"/>
                    </a:cubicBezTo>
                    <a:cubicBezTo>
                      <a:pt x="1682" y="1514"/>
                      <a:pt x="1681" y="1512"/>
                      <a:pt x="1681" y="1509"/>
                    </a:cubicBezTo>
                    <a:cubicBezTo>
                      <a:pt x="1680" y="1502"/>
                      <a:pt x="1679" y="1496"/>
                      <a:pt x="1680" y="1489"/>
                    </a:cubicBezTo>
                    <a:cubicBezTo>
                      <a:pt x="1680" y="1486"/>
                      <a:pt x="1681" y="1484"/>
                      <a:pt x="1681" y="1481"/>
                    </a:cubicBezTo>
                    <a:cubicBezTo>
                      <a:pt x="1682" y="1479"/>
                      <a:pt x="1682" y="1477"/>
                      <a:pt x="1682" y="1475"/>
                    </a:cubicBezTo>
                    <a:cubicBezTo>
                      <a:pt x="1682" y="1469"/>
                      <a:pt x="1682" y="1463"/>
                      <a:pt x="1685" y="1457"/>
                    </a:cubicBezTo>
                    <a:cubicBezTo>
                      <a:pt x="1686" y="1455"/>
                      <a:pt x="1687" y="1454"/>
                      <a:pt x="1689" y="1453"/>
                    </a:cubicBezTo>
                    <a:cubicBezTo>
                      <a:pt x="1691" y="1450"/>
                      <a:pt x="1694" y="1447"/>
                      <a:pt x="1697" y="1444"/>
                    </a:cubicBezTo>
                    <a:cubicBezTo>
                      <a:pt x="1700" y="1440"/>
                      <a:pt x="1703" y="1437"/>
                      <a:pt x="1707" y="1435"/>
                    </a:cubicBezTo>
                    <a:cubicBezTo>
                      <a:pt x="1709" y="1434"/>
                      <a:pt x="1711" y="1433"/>
                      <a:pt x="1712" y="1431"/>
                    </a:cubicBezTo>
                    <a:cubicBezTo>
                      <a:pt x="1713" y="1429"/>
                      <a:pt x="1715" y="1428"/>
                      <a:pt x="1716" y="1426"/>
                    </a:cubicBezTo>
                    <a:cubicBezTo>
                      <a:pt x="1719" y="1423"/>
                      <a:pt x="1722" y="1419"/>
                      <a:pt x="1726" y="1416"/>
                    </a:cubicBezTo>
                    <a:cubicBezTo>
                      <a:pt x="1728" y="1415"/>
                      <a:pt x="1730" y="1413"/>
                      <a:pt x="1732" y="1411"/>
                    </a:cubicBezTo>
                    <a:cubicBezTo>
                      <a:pt x="1733" y="1409"/>
                      <a:pt x="1734" y="1406"/>
                      <a:pt x="1736" y="1404"/>
                    </a:cubicBezTo>
                    <a:cubicBezTo>
                      <a:pt x="1740" y="1400"/>
                      <a:pt x="1744" y="1397"/>
                      <a:pt x="1749" y="1393"/>
                    </a:cubicBezTo>
                    <a:cubicBezTo>
                      <a:pt x="1751" y="1391"/>
                      <a:pt x="1754" y="1390"/>
                      <a:pt x="1756" y="1387"/>
                    </a:cubicBezTo>
                    <a:cubicBezTo>
                      <a:pt x="1761" y="1383"/>
                      <a:pt x="1763" y="1376"/>
                      <a:pt x="1768" y="1371"/>
                    </a:cubicBezTo>
                    <a:cubicBezTo>
                      <a:pt x="1772" y="1368"/>
                      <a:pt x="1777" y="1364"/>
                      <a:pt x="1781" y="1360"/>
                    </a:cubicBezTo>
                    <a:cubicBezTo>
                      <a:pt x="1784" y="1357"/>
                      <a:pt x="1787" y="1354"/>
                      <a:pt x="1790" y="1352"/>
                    </a:cubicBezTo>
                    <a:cubicBezTo>
                      <a:pt x="1792" y="1350"/>
                      <a:pt x="1793" y="1349"/>
                      <a:pt x="1795" y="1348"/>
                    </a:cubicBezTo>
                    <a:cubicBezTo>
                      <a:pt x="1800" y="1345"/>
                      <a:pt x="1805" y="1342"/>
                      <a:pt x="1809" y="1339"/>
                    </a:cubicBezTo>
                    <a:cubicBezTo>
                      <a:pt x="1813" y="1335"/>
                      <a:pt x="1817" y="1331"/>
                      <a:pt x="1820" y="1327"/>
                    </a:cubicBezTo>
                    <a:cubicBezTo>
                      <a:pt x="1824" y="1323"/>
                      <a:pt x="1830" y="1320"/>
                      <a:pt x="1834" y="1318"/>
                    </a:cubicBezTo>
                    <a:cubicBezTo>
                      <a:pt x="1839" y="1315"/>
                      <a:pt x="1842" y="1311"/>
                      <a:pt x="1845" y="1307"/>
                    </a:cubicBezTo>
                    <a:cubicBezTo>
                      <a:pt x="1847" y="1305"/>
                      <a:pt x="1850" y="1302"/>
                      <a:pt x="1853" y="1301"/>
                    </a:cubicBezTo>
                    <a:cubicBezTo>
                      <a:pt x="1855" y="1299"/>
                      <a:pt x="1858" y="1298"/>
                      <a:pt x="1861" y="1296"/>
                    </a:cubicBezTo>
                    <a:cubicBezTo>
                      <a:pt x="1863" y="1295"/>
                      <a:pt x="1865" y="1294"/>
                      <a:pt x="1866" y="1293"/>
                    </a:cubicBezTo>
                    <a:cubicBezTo>
                      <a:pt x="1868" y="1291"/>
                      <a:pt x="1870" y="1290"/>
                      <a:pt x="1872" y="1288"/>
                    </a:cubicBezTo>
                    <a:cubicBezTo>
                      <a:pt x="1875" y="1286"/>
                      <a:pt x="1878" y="1284"/>
                      <a:pt x="1881" y="1281"/>
                    </a:cubicBezTo>
                    <a:cubicBezTo>
                      <a:pt x="1882" y="1280"/>
                      <a:pt x="1883" y="1278"/>
                      <a:pt x="1885" y="1277"/>
                    </a:cubicBezTo>
                    <a:cubicBezTo>
                      <a:pt x="1887" y="1275"/>
                      <a:pt x="1889" y="1274"/>
                      <a:pt x="1891" y="1272"/>
                    </a:cubicBezTo>
                    <a:cubicBezTo>
                      <a:pt x="1894" y="1269"/>
                      <a:pt x="1897" y="1266"/>
                      <a:pt x="1901" y="1263"/>
                    </a:cubicBezTo>
                    <a:cubicBezTo>
                      <a:pt x="1903" y="1260"/>
                      <a:pt x="1906" y="1257"/>
                      <a:pt x="1909" y="1255"/>
                    </a:cubicBezTo>
                    <a:cubicBezTo>
                      <a:pt x="1911" y="1252"/>
                      <a:pt x="1913" y="1250"/>
                      <a:pt x="1916" y="1248"/>
                    </a:cubicBezTo>
                    <a:cubicBezTo>
                      <a:pt x="1920" y="1244"/>
                      <a:pt x="1925" y="1242"/>
                      <a:pt x="1929" y="1238"/>
                    </a:cubicBezTo>
                    <a:cubicBezTo>
                      <a:pt x="1932" y="1235"/>
                      <a:pt x="1934" y="1233"/>
                      <a:pt x="1937" y="1230"/>
                    </a:cubicBezTo>
                    <a:cubicBezTo>
                      <a:pt x="1939" y="1228"/>
                      <a:pt x="1941" y="1226"/>
                      <a:pt x="1944" y="1224"/>
                    </a:cubicBezTo>
                    <a:cubicBezTo>
                      <a:pt x="1947" y="1222"/>
                      <a:pt x="1951" y="1221"/>
                      <a:pt x="1954" y="1221"/>
                    </a:cubicBezTo>
                    <a:cubicBezTo>
                      <a:pt x="1957" y="1221"/>
                      <a:pt x="1959" y="1221"/>
                      <a:pt x="1962" y="1221"/>
                    </a:cubicBezTo>
                    <a:cubicBezTo>
                      <a:pt x="1965" y="1221"/>
                      <a:pt x="1968" y="1221"/>
                      <a:pt x="1971" y="1222"/>
                    </a:cubicBezTo>
                    <a:cubicBezTo>
                      <a:pt x="1974" y="1222"/>
                      <a:pt x="1973" y="1225"/>
                      <a:pt x="1971" y="1227"/>
                    </a:cubicBezTo>
                    <a:cubicBezTo>
                      <a:pt x="1969" y="1229"/>
                      <a:pt x="1967" y="1230"/>
                      <a:pt x="1964" y="1230"/>
                    </a:cubicBezTo>
                    <a:cubicBezTo>
                      <a:pt x="1962" y="1231"/>
                      <a:pt x="1959" y="1231"/>
                      <a:pt x="1957" y="1231"/>
                    </a:cubicBezTo>
                    <a:cubicBezTo>
                      <a:pt x="1955" y="1231"/>
                      <a:pt x="1951" y="1230"/>
                      <a:pt x="1949" y="1231"/>
                    </a:cubicBezTo>
                    <a:cubicBezTo>
                      <a:pt x="1947" y="1232"/>
                      <a:pt x="1946" y="1235"/>
                      <a:pt x="1947" y="1237"/>
                    </a:cubicBezTo>
                    <a:cubicBezTo>
                      <a:pt x="1948" y="1239"/>
                      <a:pt x="1951" y="1240"/>
                      <a:pt x="1953" y="1241"/>
                    </a:cubicBezTo>
                    <a:cubicBezTo>
                      <a:pt x="1959" y="1244"/>
                      <a:pt x="1963" y="1240"/>
                      <a:pt x="1966" y="1236"/>
                    </a:cubicBezTo>
                    <a:cubicBezTo>
                      <a:pt x="1969" y="1233"/>
                      <a:pt x="1971" y="1231"/>
                      <a:pt x="1974" y="1229"/>
                    </a:cubicBezTo>
                    <a:cubicBezTo>
                      <a:pt x="1977" y="1228"/>
                      <a:pt x="1980" y="1227"/>
                      <a:pt x="1982" y="1225"/>
                    </a:cubicBezTo>
                    <a:cubicBezTo>
                      <a:pt x="1987" y="1221"/>
                      <a:pt x="1993" y="1220"/>
                      <a:pt x="1999" y="1219"/>
                    </a:cubicBezTo>
                    <a:cubicBezTo>
                      <a:pt x="2005" y="1218"/>
                      <a:pt x="2011" y="1215"/>
                      <a:pt x="2013" y="1208"/>
                    </a:cubicBezTo>
                    <a:cubicBezTo>
                      <a:pt x="2013" y="1207"/>
                      <a:pt x="2013" y="1206"/>
                      <a:pt x="2013" y="1205"/>
                    </a:cubicBezTo>
                    <a:cubicBezTo>
                      <a:pt x="2011" y="1205"/>
                      <a:pt x="2009" y="1205"/>
                      <a:pt x="2007" y="1206"/>
                    </a:cubicBezTo>
                    <a:cubicBezTo>
                      <a:pt x="2005" y="1206"/>
                      <a:pt x="2004" y="1207"/>
                      <a:pt x="2002" y="1204"/>
                    </a:cubicBezTo>
                    <a:cubicBezTo>
                      <a:pt x="2002" y="1204"/>
                      <a:pt x="2002" y="1202"/>
                      <a:pt x="2001" y="1201"/>
                    </a:cubicBezTo>
                    <a:cubicBezTo>
                      <a:pt x="2001" y="1200"/>
                      <a:pt x="2000" y="1199"/>
                      <a:pt x="1999" y="1198"/>
                    </a:cubicBezTo>
                    <a:cubicBezTo>
                      <a:pt x="1998" y="1197"/>
                      <a:pt x="1997" y="1197"/>
                      <a:pt x="1996" y="1196"/>
                    </a:cubicBezTo>
                    <a:cubicBezTo>
                      <a:pt x="1995" y="1196"/>
                      <a:pt x="1995" y="1196"/>
                      <a:pt x="1995" y="1195"/>
                    </a:cubicBezTo>
                    <a:cubicBezTo>
                      <a:pt x="1994" y="1192"/>
                      <a:pt x="1993" y="1190"/>
                      <a:pt x="1992" y="1188"/>
                    </a:cubicBezTo>
                    <a:cubicBezTo>
                      <a:pt x="1992" y="1186"/>
                      <a:pt x="1990" y="1185"/>
                      <a:pt x="1988" y="1186"/>
                    </a:cubicBezTo>
                    <a:cubicBezTo>
                      <a:pt x="1988" y="1187"/>
                      <a:pt x="1987" y="1188"/>
                      <a:pt x="1987" y="1189"/>
                    </a:cubicBezTo>
                    <a:cubicBezTo>
                      <a:pt x="1987" y="1190"/>
                      <a:pt x="1987" y="1191"/>
                      <a:pt x="1986" y="1192"/>
                    </a:cubicBezTo>
                    <a:cubicBezTo>
                      <a:pt x="1984" y="1194"/>
                      <a:pt x="1984" y="1189"/>
                      <a:pt x="1984" y="1188"/>
                    </a:cubicBezTo>
                    <a:cubicBezTo>
                      <a:pt x="1984" y="1187"/>
                      <a:pt x="1985" y="1186"/>
                      <a:pt x="1985" y="1184"/>
                    </a:cubicBezTo>
                    <a:cubicBezTo>
                      <a:pt x="1985" y="1183"/>
                      <a:pt x="1985" y="1181"/>
                      <a:pt x="1985" y="1179"/>
                    </a:cubicBezTo>
                    <a:cubicBezTo>
                      <a:pt x="1985" y="1177"/>
                      <a:pt x="1987" y="1176"/>
                      <a:pt x="1989" y="1176"/>
                    </a:cubicBezTo>
                    <a:cubicBezTo>
                      <a:pt x="1995" y="1172"/>
                      <a:pt x="2002" y="1171"/>
                      <a:pt x="2008" y="1166"/>
                    </a:cubicBezTo>
                    <a:cubicBezTo>
                      <a:pt x="2010" y="1165"/>
                      <a:pt x="2012" y="1163"/>
                      <a:pt x="2014" y="1161"/>
                    </a:cubicBezTo>
                    <a:cubicBezTo>
                      <a:pt x="2016" y="1159"/>
                      <a:pt x="2018" y="1157"/>
                      <a:pt x="2021" y="1155"/>
                    </a:cubicBezTo>
                    <a:cubicBezTo>
                      <a:pt x="2023" y="1153"/>
                      <a:pt x="2025" y="1152"/>
                      <a:pt x="2028" y="1150"/>
                    </a:cubicBezTo>
                    <a:cubicBezTo>
                      <a:pt x="2029" y="1149"/>
                      <a:pt x="2031" y="1148"/>
                      <a:pt x="2032" y="1147"/>
                    </a:cubicBezTo>
                    <a:cubicBezTo>
                      <a:pt x="2034" y="1146"/>
                      <a:pt x="2035" y="1144"/>
                      <a:pt x="2037" y="1143"/>
                    </a:cubicBezTo>
                    <a:cubicBezTo>
                      <a:pt x="2038" y="1141"/>
                      <a:pt x="2041" y="1140"/>
                      <a:pt x="2043" y="1139"/>
                    </a:cubicBezTo>
                    <a:cubicBezTo>
                      <a:pt x="2044" y="1139"/>
                      <a:pt x="2045" y="1138"/>
                      <a:pt x="2045" y="1137"/>
                    </a:cubicBezTo>
                    <a:cubicBezTo>
                      <a:pt x="2047" y="1136"/>
                      <a:pt x="2048" y="1136"/>
                      <a:pt x="2049" y="1135"/>
                    </a:cubicBezTo>
                    <a:cubicBezTo>
                      <a:pt x="2051" y="1133"/>
                      <a:pt x="2053" y="1133"/>
                      <a:pt x="2055" y="1132"/>
                    </a:cubicBezTo>
                    <a:cubicBezTo>
                      <a:pt x="2057" y="1131"/>
                      <a:pt x="2059" y="1129"/>
                      <a:pt x="2060" y="1128"/>
                    </a:cubicBezTo>
                    <a:cubicBezTo>
                      <a:pt x="2062" y="1127"/>
                      <a:pt x="2064" y="1127"/>
                      <a:pt x="2066" y="1126"/>
                    </a:cubicBezTo>
                    <a:cubicBezTo>
                      <a:pt x="2068" y="1125"/>
                      <a:pt x="2071" y="1124"/>
                      <a:pt x="2073" y="1124"/>
                    </a:cubicBezTo>
                    <a:cubicBezTo>
                      <a:pt x="2074" y="1124"/>
                      <a:pt x="2074" y="1124"/>
                      <a:pt x="2075" y="1124"/>
                    </a:cubicBezTo>
                    <a:cubicBezTo>
                      <a:pt x="2076" y="1124"/>
                      <a:pt x="2077" y="1124"/>
                      <a:pt x="2078" y="1124"/>
                    </a:cubicBezTo>
                    <a:cubicBezTo>
                      <a:pt x="2081" y="1125"/>
                      <a:pt x="2083" y="1126"/>
                      <a:pt x="2085" y="1126"/>
                    </a:cubicBezTo>
                    <a:cubicBezTo>
                      <a:pt x="2087" y="1127"/>
                      <a:pt x="2088" y="1129"/>
                      <a:pt x="2089" y="1130"/>
                    </a:cubicBezTo>
                    <a:cubicBezTo>
                      <a:pt x="2092" y="1131"/>
                      <a:pt x="2095" y="1130"/>
                      <a:pt x="2096" y="1128"/>
                    </a:cubicBezTo>
                    <a:cubicBezTo>
                      <a:pt x="2097" y="1126"/>
                      <a:pt x="2098" y="1123"/>
                      <a:pt x="2100" y="1122"/>
                    </a:cubicBezTo>
                    <a:cubicBezTo>
                      <a:pt x="2102" y="1121"/>
                      <a:pt x="2103" y="1124"/>
                      <a:pt x="2105" y="1124"/>
                    </a:cubicBezTo>
                    <a:cubicBezTo>
                      <a:pt x="2106" y="1124"/>
                      <a:pt x="2107" y="1123"/>
                      <a:pt x="2108" y="1123"/>
                    </a:cubicBezTo>
                    <a:cubicBezTo>
                      <a:pt x="2109" y="1122"/>
                      <a:pt x="2111" y="1121"/>
                      <a:pt x="2112" y="1120"/>
                    </a:cubicBezTo>
                    <a:cubicBezTo>
                      <a:pt x="2113" y="1119"/>
                      <a:pt x="2113" y="1118"/>
                      <a:pt x="2114" y="1117"/>
                    </a:cubicBezTo>
                    <a:cubicBezTo>
                      <a:pt x="2115" y="1117"/>
                      <a:pt x="2117" y="1116"/>
                      <a:pt x="2118" y="1116"/>
                    </a:cubicBezTo>
                    <a:cubicBezTo>
                      <a:pt x="2124" y="1115"/>
                      <a:pt x="2129" y="1116"/>
                      <a:pt x="2134" y="1117"/>
                    </a:cubicBezTo>
                    <a:cubicBezTo>
                      <a:pt x="2137" y="1117"/>
                      <a:pt x="2139" y="1118"/>
                      <a:pt x="2142" y="1117"/>
                    </a:cubicBezTo>
                    <a:cubicBezTo>
                      <a:pt x="2144" y="1117"/>
                      <a:pt x="2145" y="1117"/>
                      <a:pt x="2146" y="1117"/>
                    </a:cubicBezTo>
                    <a:cubicBezTo>
                      <a:pt x="2148" y="1117"/>
                      <a:pt x="2149" y="1118"/>
                      <a:pt x="2150" y="1116"/>
                    </a:cubicBezTo>
                    <a:cubicBezTo>
                      <a:pt x="2150" y="1115"/>
                      <a:pt x="2150" y="1114"/>
                      <a:pt x="2152" y="1113"/>
                    </a:cubicBezTo>
                    <a:cubicBezTo>
                      <a:pt x="2153" y="1112"/>
                      <a:pt x="2154" y="1113"/>
                      <a:pt x="2156" y="1113"/>
                    </a:cubicBezTo>
                    <a:cubicBezTo>
                      <a:pt x="2159" y="1113"/>
                      <a:pt x="2162" y="1112"/>
                      <a:pt x="2166" y="1113"/>
                    </a:cubicBezTo>
                    <a:cubicBezTo>
                      <a:pt x="2171" y="1114"/>
                      <a:pt x="2176" y="1116"/>
                      <a:pt x="2182" y="1117"/>
                    </a:cubicBezTo>
                    <a:cubicBezTo>
                      <a:pt x="2184" y="1118"/>
                      <a:pt x="2186" y="1119"/>
                      <a:pt x="2189" y="1118"/>
                    </a:cubicBezTo>
                    <a:cubicBezTo>
                      <a:pt x="2193" y="1118"/>
                      <a:pt x="2197" y="1116"/>
                      <a:pt x="2200" y="1115"/>
                    </a:cubicBezTo>
                    <a:cubicBezTo>
                      <a:pt x="2204" y="1114"/>
                      <a:pt x="2208" y="1112"/>
                      <a:pt x="2211" y="1111"/>
                    </a:cubicBezTo>
                    <a:cubicBezTo>
                      <a:pt x="2213" y="1111"/>
                      <a:pt x="2216" y="1111"/>
                      <a:pt x="2218" y="1110"/>
                    </a:cubicBezTo>
                    <a:cubicBezTo>
                      <a:pt x="2220" y="1110"/>
                      <a:pt x="2222" y="1109"/>
                      <a:pt x="2224" y="1109"/>
                    </a:cubicBezTo>
                    <a:cubicBezTo>
                      <a:pt x="2226" y="1109"/>
                      <a:pt x="2228" y="1110"/>
                      <a:pt x="2229" y="1111"/>
                    </a:cubicBezTo>
                    <a:cubicBezTo>
                      <a:pt x="2234" y="1112"/>
                      <a:pt x="2238" y="1113"/>
                      <a:pt x="2242" y="1113"/>
                    </a:cubicBezTo>
                    <a:cubicBezTo>
                      <a:pt x="2247" y="1113"/>
                      <a:pt x="2251" y="1113"/>
                      <a:pt x="2256" y="1113"/>
                    </a:cubicBezTo>
                    <a:cubicBezTo>
                      <a:pt x="2260" y="1113"/>
                      <a:pt x="2263" y="1110"/>
                      <a:pt x="2268" y="1110"/>
                    </a:cubicBezTo>
                    <a:cubicBezTo>
                      <a:pt x="2270" y="1110"/>
                      <a:pt x="2272" y="1109"/>
                      <a:pt x="2274" y="1110"/>
                    </a:cubicBezTo>
                    <a:cubicBezTo>
                      <a:pt x="2276" y="1110"/>
                      <a:pt x="2278" y="1111"/>
                      <a:pt x="2281" y="1112"/>
                    </a:cubicBezTo>
                    <a:cubicBezTo>
                      <a:pt x="2285" y="1114"/>
                      <a:pt x="2290" y="1113"/>
                      <a:pt x="2294" y="1112"/>
                    </a:cubicBezTo>
                    <a:cubicBezTo>
                      <a:pt x="2296" y="1112"/>
                      <a:pt x="2297" y="1111"/>
                      <a:pt x="2299" y="1110"/>
                    </a:cubicBezTo>
                    <a:cubicBezTo>
                      <a:pt x="2301" y="1109"/>
                      <a:pt x="2304" y="1109"/>
                      <a:pt x="2306" y="1108"/>
                    </a:cubicBezTo>
                    <a:cubicBezTo>
                      <a:pt x="2307" y="1108"/>
                      <a:pt x="2308" y="1107"/>
                      <a:pt x="2309" y="1105"/>
                    </a:cubicBezTo>
                    <a:cubicBezTo>
                      <a:pt x="2310" y="1104"/>
                      <a:pt x="2312" y="1103"/>
                      <a:pt x="2313" y="1101"/>
                    </a:cubicBezTo>
                    <a:cubicBezTo>
                      <a:pt x="2314" y="1100"/>
                      <a:pt x="2316" y="1098"/>
                      <a:pt x="2317" y="1097"/>
                    </a:cubicBezTo>
                    <a:cubicBezTo>
                      <a:pt x="2319" y="1096"/>
                      <a:pt x="2322" y="1094"/>
                      <a:pt x="2324" y="1093"/>
                    </a:cubicBezTo>
                    <a:cubicBezTo>
                      <a:pt x="2326" y="1091"/>
                      <a:pt x="2327" y="1090"/>
                      <a:pt x="2329" y="1088"/>
                    </a:cubicBezTo>
                    <a:cubicBezTo>
                      <a:pt x="2330" y="1086"/>
                      <a:pt x="2331" y="1085"/>
                      <a:pt x="2332" y="1083"/>
                    </a:cubicBezTo>
                    <a:cubicBezTo>
                      <a:pt x="2336" y="1081"/>
                      <a:pt x="2339" y="1077"/>
                      <a:pt x="2343" y="1075"/>
                    </a:cubicBezTo>
                    <a:cubicBezTo>
                      <a:pt x="2344" y="1075"/>
                      <a:pt x="2346" y="1074"/>
                      <a:pt x="2348" y="1074"/>
                    </a:cubicBezTo>
                    <a:cubicBezTo>
                      <a:pt x="2350" y="1073"/>
                      <a:pt x="2352" y="1072"/>
                      <a:pt x="2353" y="1071"/>
                    </a:cubicBezTo>
                    <a:cubicBezTo>
                      <a:pt x="2358" y="1070"/>
                      <a:pt x="2362" y="1070"/>
                      <a:pt x="2366" y="1070"/>
                    </a:cubicBezTo>
                    <a:cubicBezTo>
                      <a:pt x="2371" y="1069"/>
                      <a:pt x="2376" y="1068"/>
                      <a:pt x="2380" y="1066"/>
                    </a:cubicBezTo>
                    <a:cubicBezTo>
                      <a:pt x="2383" y="1064"/>
                      <a:pt x="2385" y="1062"/>
                      <a:pt x="2388" y="1060"/>
                    </a:cubicBezTo>
                    <a:cubicBezTo>
                      <a:pt x="2390" y="1059"/>
                      <a:pt x="2392" y="1060"/>
                      <a:pt x="2394" y="1059"/>
                    </a:cubicBezTo>
                    <a:cubicBezTo>
                      <a:pt x="2394" y="1059"/>
                      <a:pt x="2394" y="1059"/>
                      <a:pt x="2394" y="1059"/>
                    </a:cubicBezTo>
                    <a:cubicBezTo>
                      <a:pt x="2395" y="1059"/>
                      <a:pt x="2396" y="1058"/>
                      <a:pt x="2397" y="1058"/>
                    </a:cubicBezTo>
                    <a:cubicBezTo>
                      <a:pt x="2399" y="1057"/>
                      <a:pt x="2400" y="1057"/>
                      <a:pt x="2402" y="1056"/>
                    </a:cubicBezTo>
                    <a:cubicBezTo>
                      <a:pt x="2402" y="1056"/>
                      <a:pt x="2403" y="1055"/>
                      <a:pt x="2403" y="1055"/>
                    </a:cubicBezTo>
                    <a:cubicBezTo>
                      <a:pt x="2404" y="1055"/>
                      <a:pt x="2405" y="1055"/>
                      <a:pt x="2406" y="1055"/>
                    </a:cubicBezTo>
                    <a:cubicBezTo>
                      <a:pt x="2409" y="1054"/>
                      <a:pt x="2411" y="1054"/>
                      <a:pt x="2413" y="1053"/>
                    </a:cubicBezTo>
                    <a:cubicBezTo>
                      <a:pt x="2416" y="1053"/>
                      <a:pt x="2419" y="1053"/>
                      <a:pt x="2422" y="1052"/>
                    </a:cubicBezTo>
                    <a:cubicBezTo>
                      <a:pt x="2425" y="1052"/>
                      <a:pt x="2429" y="1051"/>
                      <a:pt x="2432" y="1051"/>
                    </a:cubicBezTo>
                    <a:cubicBezTo>
                      <a:pt x="2438" y="1050"/>
                      <a:pt x="2443" y="1047"/>
                      <a:pt x="2449" y="1046"/>
                    </a:cubicBezTo>
                    <a:cubicBezTo>
                      <a:pt x="2453" y="1044"/>
                      <a:pt x="2457" y="1041"/>
                      <a:pt x="2462" y="1040"/>
                    </a:cubicBezTo>
                    <a:cubicBezTo>
                      <a:pt x="2465" y="1038"/>
                      <a:pt x="2468" y="1036"/>
                      <a:pt x="2472" y="1035"/>
                    </a:cubicBezTo>
                    <a:cubicBezTo>
                      <a:pt x="2474" y="1034"/>
                      <a:pt x="2477" y="1033"/>
                      <a:pt x="2480" y="1033"/>
                    </a:cubicBezTo>
                    <a:cubicBezTo>
                      <a:pt x="2485" y="1033"/>
                      <a:pt x="2490" y="1034"/>
                      <a:pt x="2495" y="1033"/>
                    </a:cubicBezTo>
                    <a:cubicBezTo>
                      <a:pt x="2500" y="1033"/>
                      <a:pt x="2499" y="1029"/>
                      <a:pt x="2501" y="1026"/>
                    </a:cubicBezTo>
                    <a:cubicBezTo>
                      <a:pt x="2503" y="1022"/>
                      <a:pt x="2508" y="1023"/>
                      <a:pt x="2512" y="1023"/>
                    </a:cubicBezTo>
                    <a:cubicBezTo>
                      <a:pt x="2517" y="1023"/>
                      <a:pt x="2521" y="1022"/>
                      <a:pt x="2523" y="1017"/>
                    </a:cubicBezTo>
                    <a:cubicBezTo>
                      <a:pt x="2524" y="1014"/>
                      <a:pt x="2524" y="1011"/>
                      <a:pt x="2528" y="1010"/>
                    </a:cubicBezTo>
                    <a:cubicBezTo>
                      <a:pt x="2531" y="1008"/>
                      <a:pt x="2535" y="1010"/>
                      <a:pt x="2538" y="1009"/>
                    </a:cubicBezTo>
                    <a:cubicBezTo>
                      <a:pt x="2543" y="1008"/>
                      <a:pt x="2547" y="1002"/>
                      <a:pt x="2550" y="999"/>
                    </a:cubicBezTo>
                    <a:cubicBezTo>
                      <a:pt x="2552" y="997"/>
                      <a:pt x="2553" y="996"/>
                      <a:pt x="2554" y="995"/>
                    </a:cubicBezTo>
                    <a:cubicBezTo>
                      <a:pt x="2555" y="994"/>
                      <a:pt x="2556" y="992"/>
                      <a:pt x="2556" y="990"/>
                    </a:cubicBezTo>
                    <a:cubicBezTo>
                      <a:pt x="2557" y="989"/>
                      <a:pt x="2557" y="988"/>
                      <a:pt x="2558" y="987"/>
                    </a:cubicBezTo>
                    <a:cubicBezTo>
                      <a:pt x="2559" y="986"/>
                      <a:pt x="2561" y="985"/>
                      <a:pt x="2562" y="984"/>
                    </a:cubicBezTo>
                    <a:cubicBezTo>
                      <a:pt x="2565" y="981"/>
                      <a:pt x="2564" y="977"/>
                      <a:pt x="2561" y="975"/>
                    </a:cubicBezTo>
                    <a:cubicBezTo>
                      <a:pt x="2560" y="974"/>
                      <a:pt x="2558" y="973"/>
                      <a:pt x="2558" y="972"/>
                    </a:cubicBezTo>
                    <a:cubicBezTo>
                      <a:pt x="2557" y="970"/>
                      <a:pt x="2557" y="968"/>
                      <a:pt x="2558" y="966"/>
                    </a:cubicBezTo>
                    <a:cubicBezTo>
                      <a:pt x="2558" y="962"/>
                      <a:pt x="2561" y="961"/>
                      <a:pt x="2562" y="957"/>
                    </a:cubicBezTo>
                    <a:cubicBezTo>
                      <a:pt x="2564" y="953"/>
                      <a:pt x="2563" y="948"/>
                      <a:pt x="2561" y="944"/>
                    </a:cubicBezTo>
                    <a:cubicBezTo>
                      <a:pt x="2558" y="941"/>
                      <a:pt x="2555" y="938"/>
                      <a:pt x="2553" y="935"/>
                    </a:cubicBezTo>
                    <a:cubicBezTo>
                      <a:pt x="2551" y="932"/>
                      <a:pt x="2551" y="929"/>
                      <a:pt x="2551" y="925"/>
                    </a:cubicBezTo>
                    <a:cubicBezTo>
                      <a:pt x="2551" y="921"/>
                      <a:pt x="2550" y="918"/>
                      <a:pt x="2552" y="915"/>
                    </a:cubicBezTo>
                    <a:cubicBezTo>
                      <a:pt x="2554" y="912"/>
                      <a:pt x="2556" y="908"/>
                      <a:pt x="2559" y="905"/>
                    </a:cubicBezTo>
                    <a:cubicBezTo>
                      <a:pt x="2561" y="903"/>
                      <a:pt x="2564" y="902"/>
                      <a:pt x="2567" y="905"/>
                    </a:cubicBezTo>
                    <a:cubicBezTo>
                      <a:pt x="2570" y="908"/>
                      <a:pt x="2571" y="910"/>
                      <a:pt x="2575" y="911"/>
                    </a:cubicBezTo>
                    <a:cubicBezTo>
                      <a:pt x="2577" y="911"/>
                      <a:pt x="2578" y="912"/>
                      <a:pt x="2580" y="912"/>
                    </a:cubicBezTo>
                    <a:cubicBezTo>
                      <a:pt x="2580" y="910"/>
                      <a:pt x="2581" y="909"/>
                      <a:pt x="2581" y="908"/>
                    </a:cubicBezTo>
                    <a:cubicBezTo>
                      <a:pt x="2581" y="906"/>
                      <a:pt x="2581" y="905"/>
                      <a:pt x="2583" y="905"/>
                    </a:cubicBezTo>
                    <a:cubicBezTo>
                      <a:pt x="2585" y="905"/>
                      <a:pt x="2588" y="907"/>
                      <a:pt x="2590" y="906"/>
                    </a:cubicBezTo>
                    <a:cubicBezTo>
                      <a:pt x="2593" y="905"/>
                      <a:pt x="2593" y="900"/>
                      <a:pt x="2594" y="898"/>
                    </a:cubicBezTo>
                    <a:cubicBezTo>
                      <a:pt x="2595" y="897"/>
                      <a:pt x="2596" y="897"/>
                      <a:pt x="2596" y="896"/>
                    </a:cubicBezTo>
                    <a:cubicBezTo>
                      <a:pt x="2597" y="895"/>
                      <a:pt x="2597" y="894"/>
                      <a:pt x="2597" y="893"/>
                    </a:cubicBezTo>
                    <a:cubicBezTo>
                      <a:pt x="2597" y="890"/>
                      <a:pt x="2597" y="889"/>
                      <a:pt x="2595" y="886"/>
                    </a:cubicBezTo>
                    <a:close/>
                    <a:moveTo>
                      <a:pt x="631" y="769"/>
                    </a:moveTo>
                    <a:cubicBezTo>
                      <a:pt x="627" y="773"/>
                      <a:pt x="625" y="768"/>
                      <a:pt x="623" y="764"/>
                    </a:cubicBezTo>
                    <a:cubicBezTo>
                      <a:pt x="622" y="763"/>
                      <a:pt x="621" y="761"/>
                      <a:pt x="620" y="759"/>
                    </a:cubicBezTo>
                    <a:cubicBezTo>
                      <a:pt x="619" y="757"/>
                      <a:pt x="619" y="754"/>
                      <a:pt x="619" y="751"/>
                    </a:cubicBezTo>
                    <a:cubicBezTo>
                      <a:pt x="619" y="747"/>
                      <a:pt x="618" y="744"/>
                      <a:pt x="614" y="748"/>
                    </a:cubicBezTo>
                    <a:cubicBezTo>
                      <a:pt x="613" y="749"/>
                      <a:pt x="612" y="750"/>
                      <a:pt x="611" y="750"/>
                    </a:cubicBezTo>
                    <a:cubicBezTo>
                      <a:pt x="610" y="749"/>
                      <a:pt x="610" y="744"/>
                      <a:pt x="609" y="742"/>
                    </a:cubicBezTo>
                    <a:cubicBezTo>
                      <a:pt x="609" y="741"/>
                      <a:pt x="609" y="738"/>
                      <a:pt x="607" y="737"/>
                    </a:cubicBezTo>
                    <a:cubicBezTo>
                      <a:pt x="605" y="737"/>
                      <a:pt x="603" y="738"/>
                      <a:pt x="602" y="738"/>
                    </a:cubicBezTo>
                    <a:cubicBezTo>
                      <a:pt x="599" y="738"/>
                      <a:pt x="598" y="734"/>
                      <a:pt x="596" y="736"/>
                    </a:cubicBezTo>
                    <a:cubicBezTo>
                      <a:pt x="595" y="737"/>
                      <a:pt x="595" y="740"/>
                      <a:pt x="593" y="740"/>
                    </a:cubicBezTo>
                    <a:cubicBezTo>
                      <a:pt x="591" y="741"/>
                      <a:pt x="590" y="739"/>
                      <a:pt x="590" y="737"/>
                    </a:cubicBezTo>
                    <a:cubicBezTo>
                      <a:pt x="590" y="735"/>
                      <a:pt x="590" y="731"/>
                      <a:pt x="589" y="730"/>
                    </a:cubicBezTo>
                    <a:cubicBezTo>
                      <a:pt x="588" y="728"/>
                      <a:pt x="588" y="729"/>
                      <a:pt x="586" y="730"/>
                    </a:cubicBezTo>
                    <a:cubicBezTo>
                      <a:pt x="581" y="733"/>
                      <a:pt x="580" y="727"/>
                      <a:pt x="580" y="722"/>
                    </a:cubicBezTo>
                    <a:cubicBezTo>
                      <a:pt x="581" y="720"/>
                      <a:pt x="582" y="718"/>
                      <a:pt x="581" y="715"/>
                    </a:cubicBezTo>
                    <a:cubicBezTo>
                      <a:pt x="581" y="713"/>
                      <a:pt x="579" y="712"/>
                      <a:pt x="578" y="710"/>
                    </a:cubicBezTo>
                    <a:cubicBezTo>
                      <a:pt x="575" y="706"/>
                      <a:pt x="577" y="703"/>
                      <a:pt x="581" y="703"/>
                    </a:cubicBezTo>
                    <a:cubicBezTo>
                      <a:pt x="586" y="702"/>
                      <a:pt x="591" y="701"/>
                      <a:pt x="595" y="702"/>
                    </a:cubicBezTo>
                    <a:cubicBezTo>
                      <a:pt x="601" y="704"/>
                      <a:pt x="597" y="709"/>
                      <a:pt x="595" y="712"/>
                    </a:cubicBezTo>
                    <a:cubicBezTo>
                      <a:pt x="593" y="716"/>
                      <a:pt x="596" y="718"/>
                      <a:pt x="599" y="716"/>
                    </a:cubicBezTo>
                    <a:cubicBezTo>
                      <a:pt x="602" y="715"/>
                      <a:pt x="607" y="711"/>
                      <a:pt x="608" y="716"/>
                    </a:cubicBezTo>
                    <a:cubicBezTo>
                      <a:pt x="608" y="719"/>
                      <a:pt x="603" y="725"/>
                      <a:pt x="608" y="726"/>
                    </a:cubicBezTo>
                    <a:cubicBezTo>
                      <a:pt x="611" y="727"/>
                      <a:pt x="616" y="726"/>
                      <a:pt x="616" y="730"/>
                    </a:cubicBezTo>
                    <a:cubicBezTo>
                      <a:pt x="617" y="739"/>
                      <a:pt x="624" y="742"/>
                      <a:pt x="628" y="749"/>
                    </a:cubicBezTo>
                    <a:cubicBezTo>
                      <a:pt x="630" y="753"/>
                      <a:pt x="628" y="755"/>
                      <a:pt x="628" y="759"/>
                    </a:cubicBezTo>
                    <a:cubicBezTo>
                      <a:pt x="629" y="762"/>
                      <a:pt x="633" y="766"/>
                      <a:pt x="631" y="769"/>
                    </a:cubicBezTo>
                    <a:close/>
                    <a:moveTo>
                      <a:pt x="738" y="608"/>
                    </a:moveTo>
                    <a:cubicBezTo>
                      <a:pt x="736" y="610"/>
                      <a:pt x="734" y="611"/>
                      <a:pt x="732" y="613"/>
                    </a:cubicBezTo>
                    <a:cubicBezTo>
                      <a:pt x="730" y="615"/>
                      <a:pt x="730" y="617"/>
                      <a:pt x="729" y="620"/>
                    </a:cubicBezTo>
                    <a:cubicBezTo>
                      <a:pt x="729" y="623"/>
                      <a:pt x="728" y="626"/>
                      <a:pt x="728" y="628"/>
                    </a:cubicBezTo>
                    <a:cubicBezTo>
                      <a:pt x="728" y="631"/>
                      <a:pt x="728" y="633"/>
                      <a:pt x="727" y="635"/>
                    </a:cubicBezTo>
                    <a:cubicBezTo>
                      <a:pt x="724" y="640"/>
                      <a:pt x="717" y="639"/>
                      <a:pt x="712" y="641"/>
                    </a:cubicBezTo>
                    <a:cubicBezTo>
                      <a:pt x="712" y="644"/>
                      <a:pt x="719" y="644"/>
                      <a:pt x="717" y="647"/>
                    </a:cubicBezTo>
                    <a:cubicBezTo>
                      <a:pt x="715" y="650"/>
                      <a:pt x="710" y="649"/>
                      <a:pt x="708" y="649"/>
                    </a:cubicBezTo>
                    <a:cubicBezTo>
                      <a:pt x="705" y="649"/>
                      <a:pt x="704" y="649"/>
                      <a:pt x="701" y="650"/>
                    </a:cubicBezTo>
                    <a:cubicBezTo>
                      <a:pt x="700" y="650"/>
                      <a:pt x="698" y="651"/>
                      <a:pt x="697" y="651"/>
                    </a:cubicBezTo>
                    <a:cubicBezTo>
                      <a:pt x="695" y="653"/>
                      <a:pt x="699" y="656"/>
                      <a:pt x="697" y="658"/>
                    </a:cubicBezTo>
                    <a:cubicBezTo>
                      <a:pt x="696" y="658"/>
                      <a:pt x="693" y="658"/>
                      <a:pt x="692" y="658"/>
                    </a:cubicBezTo>
                    <a:cubicBezTo>
                      <a:pt x="690" y="658"/>
                      <a:pt x="687" y="659"/>
                      <a:pt x="685" y="659"/>
                    </a:cubicBezTo>
                    <a:cubicBezTo>
                      <a:pt x="685" y="659"/>
                      <a:pt x="680" y="658"/>
                      <a:pt x="679" y="659"/>
                    </a:cubicBezTo>
                    <a:cubicBezTo>
                      <a:pt x="678" y="659"/>
                      <a:pt x="679" y="660"/>
                      <a:pt x="678" y="661"/>
                    </a:cubicBezTo>
                    <a:cubicBezTo>
                      <a:pt x="677" y="662"/>
                      <a:pt x="676" y="662"/>
                      <a:pt x="675" y="663"/>
                    </a:cubicBezTo>
                    <a:cubicBezTo>
                      <a:pt x="673" y="663"/>
                      <a:pt x="674" y="664"/>
                      <a:pt x="673" y="665"/>
                    </a:cubicBezTo>
                    <a:cubicBezTo>
                      <a:pt x="672" y="666"/>
                      <a:pt x="670" y="667"/>
                      <a:pt x="668" y="667"/>
                    </a:cubicBezTo>
                    <a:cubicBezTo>
                      <a:pt x="662" y="669"/>
                      <a:pt x="669" y="663"/>
                      <a:pt x="669" y="661"/>
                    </a:cubicBezTo>
                    <a:cubicBezTo>
                      <a:pt x="670" y="659"/>
                      <a:pt x="669" y="658"/>
                      <a:pt x="668" y="657"/>
                    </a:cubicBezTo>
                    <a:cubicBezTo>
                      <a:pt x="666" y="656"/>
                      <a:pt x="666" y="655"/>
                      <a:pt x="665" y="653"/>
                    </a:cubicBezTo>
                    <a:cubicBezTo>
                      <a:pt x="665" y="652"/>
                      <a:pt x="664" y="649"/>
                      <a:pt x="665" y="648"/>
                    </a:cubicBezTo>
                    <a:cubicBezTo>
                      <a:pt x="666" y="646"/>
                      <a:pt x="669" y="647"/>
                      <a:pt x="670" y="645"/>
                    </a:cubicBezTo>
                    <a:cubicBezTo>
                      <a:pt x="673" y="640"/>
                      <a:pt x="654" y="626"/>
                      <a:pt x="663" y="623"/>
                    </a:cubicBezTo>
                    <a:cubicBezTo>
                      <a:pt x="670" y="621"/>
                      <a:pt x="672" y="630"/>
                      <a:pt x="674" y="634"/>
                    </a:cubicBezTo>
                    <a:cubicBezTo>
                      <a:pt x="676" y="638"/>
                      <a:pt x="678" y="641"/>
                      <a:pt x="679" y="644"/>
                    </a:cubicBezTo>
                    <a:cubicBezTo>
                      <a:pt x="680" y="646"/>
                      <a:pt x="680" y="649"/>
                      <a:pt x="682" y="650"/>
                    </a:cubicBezTo>
                    <a:cubicBezTo>
                      <a:pt x="685" y="651"/>
                      <a:pt x="686" y="650"/>
                      <a:pt x="687" y="647"/>
                    </a:cubicBezTo>
                    <a:cubicBezTo>
                      <a:pt x="688" y="644"/>
                      <a:pt x="689" y="642"/>
                      <a:pt x="691" y="640"/>
                    </a:cubicBezTo>
                    <a:cubicBezTo>
                      <a:pt x="693" y="635"/>
                      <a:pt x="698" y="638"/>
                      <a:pt x="702" y="638"/>
                    </a:cubicBezTo>
                    <a:cubicBezTo>
                      <a:pt x="703" y="636"/>
                      <a:pt x="703" y="635"/>
                      <a:pt x="705" y="634"/>
                    </a:cubicBezTo>
                    <a:cubicBezTo>
                      <a:pt x="706" y="634"/>
                      <a:pt x="708" y="634"/>
                      <a:pt x="709" y="633"/>
                    </a:cubicBezTo>
                    <a:cubicBezTo>
                      <a:pt x="713" y="632"/>
                      <a:pt x="716" y="631"/>
                      <a:pt x="718" y="627"/>
                    </a:cubicBezTo>
                    <a:cubicBezTo>
                      <a:pt x="719" y="625"/>
                      <a:pt x="719" y="621"/>
                      <a:pt x="719" y="618"/>
                    </a:cubicBezTo>
                    <a:cubicBezTo>
                      <a:pt x="719" y="615"/>
                      <a:pt x="721" y="612"/>
                      <a:pt x="721" y="609"/>
                    </a:cubicBezTo>
                    <a:cubicBezTo>
                      <a:pt x="725" y="611"/>
                      <a:pt x="723" y="607"/>
                      <a:pt x="725" y="605"/>
                    </a:cubicBezTo>
                    <a:cubicBezTo>
                      <a:pt x="727" y="604"/>
                      <a:pt x="729" y="607"/>
                      <a:pt x="731" y="605"/>
                    </a:cubicBezTo>
                    <a:cubicBezTo>
                      <a:pt x="733" y="603"/>
                      <a:pt x="734" y="599"/>
                      <a:pt x="737" y="600"/>
                    </a:cubicBezTo>
                    <a:cubicBezTo>
                      <a:pt x="740" y="601"/>
                      <a:pt x="739" y="606"/>
                      <a:pt x="738" y="60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4" name="Freeform 1973">
                <a:extLst>
                  <a:ext uri="{FF2B5EF4-FFF2-40B4-BE49-F238E27FC236}">
                    <a16:creationId xmlns:a16="http://schemas.microsoft.com/office/drawing/2014/main" id="{0B34883E-7C4D-C343-A446-DE91F4FFC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418"/>
                <a:ext cx="90" cy="173"/>
              </a:xfrm>
              <a:custGeom>
                <a:avLst/>
                <a:gdLst>
                  <a:gd name="T0" fmla="*/ 46 w 221"/>
                  <a:gd name="T1" fmla="*/ 280 h 424"/>
                  <a:gd name="T2" fmla="*/ 33 w 221"/>
                  <a:gd name="T3" fmla="*/ 301 h 424"/>
                  <a:gd name="T4" fmla="*/ 21 w 221"/>
                  <a:gd name="T5" fmla="*/ 310 h 424"/>
                  <a:gd name="T6" fmla="*/ 25 w 221"/>
                  <a:gd name="T7" fmla="*/ 321 h 424"/>
                  <a:gd name="T8" fmla="*/ 36 w 221"/>
                  <a:gd name="T9" fmla="*/ 328 h 424"/>
                  <a:gd name="T10" fmla="*/ 62 w 221"/>
                  <a:gd name="T11" fmla="*/ 338 h 424"/>
                  <a:gd name="T12" fmla="*/ 46 w 221"/>
                  <a:gd name="T13" fmla="*/ 346 h 424"/>
                  <a:gd name="T14" fmla="*/ 33 w 221"/>
                  <a:gd name="T15" fmla="*/ 352 h 424"/>
                  <a:gd name="T16" fmla="*/ 43 w 221"/>
                  <a:gd name="T17" fmla="*/ 372 h 424"/>
                  <a:gd name="T18" fmla="*/ 57 w 221"/>
                  <a:gd name="T19" fmla="*/ 385 h 424"/>
                  <a:gd name="T20" fmla="*/ 75 w 221"/>
                  <a:gd name="T21" fmla="*/ 392 h 424"/>
                  <a:gd name="T22" fmla="*/ 95 w 221"/>
                  <a:gd name="T23" fmla="*/ 404 h 424"/>
                  <a:gd name="T24" fmla="*/ 101 w 221"/>
                  <a:gd name="T25" fmla="*/ 418 h 424"/>
                  <a:gd name="T26" fmla="*/ 124 w 221"/>
                  <a:gd name="T27" fmla="*/ 410 h 424"/>
                  <a:gd name="T28" fmla="*/ 126 w 221"/>
                  <a:gd name="T29" fmla="*/ 400 h 424"/>
                  <a:gd name="T30" fmla="*/ 131 w 221"/>
                  <a:gd name="T31" fmla="*/ 378 h 424"/>
                  <a:gd name="T32" fmla="*/ 145 w 221"/>
                  <a:gd name="T33" fmla="*/ 374 h 424"/>
                  <a:gd name="T34" fmla="*/ 148 w 221"/>
                  <a:gd name="T35" fmla="*/ 364 h 424"/>
                  <a:gd name="T36" fmla="*/ 142 w 221"/>
                  <a:gd name="T37" fmla="*/ 360 h 424"/>
                  <a:gd name="T38" fmla="*/ 161 w 221"/>
                  <a:gd name="T39" fmla="*/ 347 h 424"/>
                  <a:gd name="T40" fmla="*/ 170 w 221"/>
                  <a:gd name="T41" fmla="*/ 329 h 424"/>
                  <a:gd name="T42" fmla="*/ 173 w 221"/>
                  <a:gd name="T43" fmla="*/ 292 h 424"/>
                  <a:gd name="T44" fmla="*/ 188 w 221"/>
                  <a:gd name="T45" fmla="*/ 261 h 424"/>
                  <a:gd name="T46" fmla="*/ 198 w 221"/>
                  <a:gd name="T47" fmla="*/ 252 h 424"/>
                  <a:gd name="T48" fmla="*/ 206 w 221"/>
                  <a:gd name="T49" fmla="*/ 238 h 424"/>
                  <a:gd name="T50" fmla="*/ 212 w 221"/>
                  <a:gd name="T51" fmla="*/ 224 h 424"/>
                  <a:gd name="T52" fmla="*/ 213 w 221"/>
                  <a:gd name="T53" fmla="*/ 169 h 424"/>
                  <a:gd name="T54" fmla="*/ 215 w 221"/>
                  <a:gd name="T55" fmla="*/ 132 h 424"/>
                  <a:gd name="T56" fmla="*/ 214 w 221"/>
                  <a:gd name="T57" fmla="*/ 114 h 424"/>
                  <a:gd name="T58" fmla="*/ 209 w 221"/>
                  <a:gd name="T59" fmla="*/ 111 h 424"/>
                  <a:gd name="T60" fmla="*/ 206 w 221"/>
                  <a:gd name="T61" fmla="*/ 114 h 424"/>
                  <a:gd name="T62" fmla="*/ 205 w 221"/>
                  <a:gd name="T63" fmla="*/ 86 h 424"/>
                  <a:gd name="T64" fmla="*/ 215 w 221"/>
                  <a:gd name="T65" fmla="*/ 26 h 424"/>
                  <a:gd name="T66" fmla="*/ 191 w 221"/>
                  <a:gd name="T67" fmla="*/ 4 h 424"/>
                  <a:gd name="T68" fmla="*/ 179 w 221"/>
                  <a:gd name="T69" fmla="*/ 45 h 424"/>
                  <a:gd name="T70" fmla="*/ 173 w 221"/>
                  <a:gd name="T71" fmla="*/ 81 h 424"/>
                  <a:gd name="T72" fmla="*/ 148 w 221"/>
                  <a:gd name="T73" fmla="*/ 67 h 424"/>
                  <a:gd name="T74" fmla="*/ 120 w 221"/>
                  <a:gd name="T75" fmla="*/ 80 h 424"/>
                  <a:gd name="T76" fmla="*/ 59 w 221"/>
                  <a:gd name="T77" fmla="*/ 106 h 424"/>
                  <a:gd name="T78" fmla="*/ 46 w 221"/>
                  <a:gd name="T79" fmla="*/ 105 h 424"/>
                  <a:gd name="T80" fmla="*/ 38 w 221"/>
                  <a:gd name="T81" fmla="*/ 121 h 424"/>
                  <a:gd name="T82" fmla="*/ 36 w 221"/>
                  <a:gd name="T83" fmla="*/ 130 h 424"/>
                  <a:gd name="T84" fmla="*/ 21 w 221"/>
                  <a:gd name="T85" fmla="*/ 143 h 424"/>
                  <a:gd name="T86" fmla="*/ 9 w 221"/>
                  <a:gd name="T87" fmla="*/ 151 h 424"/>
                  <a:gd name="T88" fmla="*/ 21 w 221"/>
                  <a:gd name="T89" fmla="*/ 165 h 424"/>
                  <a:gd name="T90" fmla="*/ 30 w 221"/>
                  <a:gd name="T91" fmla="*/ 174 h 424"/>
                  <a:gd name="T92" fmla="*/ 19 w 221"/>
                  <a:gd name="T93" fmla="*/ 182 h 424"/>
                  <a:gd name="T94" fmla="*/ 9 w 221"/>
                  <a:gd name="T95" fmla="*/ 213 h 424"/>
                  <a:gd name="T96" fmla="*/ 21 w 221"/>
                  <a:gd name="T97" fmla="*/ 220 h 424"/>
                  <a:gd name="T98" fmla="*/ 33 w 221"/>
                  <a:gd name="T99" fmla="*/ 231 h 424"/>
                  <a:gd name="T100" fmla="*/ 26 w 221"/>
                  <a:gd name="T101" fmla="*/ 244 h 424"/>
                  <a:gd name="T102" fmla="*/ 17 w 221"/>
                  <a:gd name="T103" fmla="*/ 253 h 424"/>
                  <a:gd name="T104" fmla="*/ 8 w 221"/>
                  <a:gd name="T105" fmla="*/ 266 h 424"/>
                  <a:gd name="T106" fmla="*/ 19 w 221"/>
                  <a:gd name="T107" fmla="*/ 274 h 424"/>
                  <a:gd name="T108" fmla="*/ 46 w 221"/>
                  <a:gd name="T109" fmla="*/ 27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424">
                    <a:moveTo>
                      <a:pt x="46" y="272"/>
                    </a:moveTo>
                    <a:cubicBezTo>
                      <a:pt x="48" y="273"/>
                      <a:pt x="47" y="278"/>
                      <a:pt x="46" y="280"/>
                    </a:cubicBezTo>
                    <a:cubicBezTo>
                      <a:pt x="44" y="287"/>
                      <a:pt x="35" y="286"/>
                      <a:pt x="35" y="294"/>
                    </a:cubicBezTo>
                    <a:cubicBezTo>
                      <a:pt x="35" y="297"/>
                      <a:pt x="36" y="299"/>
                      <a:pt x="33" y="301"/>
                    </a:cubicBezTo>
                    <a:cubicBezTo>
                      <a:pt x="30" y="303"/>
                      <a:pt x="27" y="303"/>
                      <a:pt x="25" y="305"/>
                    </a:cubicBezTo>
                    <a:cubicBezTo>
                      <a:pt x="23" y="306"/>
                      <a:pt x="23" y="308"/>
                      <a:pt x="21" y="310"/>
                    </a:cubicBezTo>
                    <a:cubicBezTo>
                      <a:pt x="19" y="311"/>
                      <a:pt x="15" y="312"/>
                      <a:pt x="14" y="315"/>
                    </a:cubicBezTo>
                    <a:cubicBezTo>
                      <a:pt x="12" y="320"/>
                      <a:pt x="22" y="320"/>
                      <a:pt x="25" y="321"/>
                    </a:cubicBezTo>
                    <a:cubicBezTo>
                      <a:pt x="28" y="321"/>
                      <a:pt x="31" y="321"/>
                      <a:pt x="33" y="322"/>
                    </a:cubicBezTo>
                    <a:cubicBezTo>
                      <a:pt x="35" y="324"/>
                      <a:pt x="35" y="326"/>
                      <a:pt x="36" y="328"/>
                    </a:cubicBezTo>
                    <a:cubicBezTo>
                      <a:pt x="39" y="334"/>
                      <a:pt x="48" y="333"/>
                      <a:pt x="54" y="334"/>
                    </a:cubicBezTo>
                    <a:cubicBezTo>
                      <a:pt x="56" y="334"/>
                      <a:pt x="62" y="336"/>
                      <a:pt x="62" y="338"/>
                    </a:cubicBezTo>
                    <a:cubicBezTo>
                      <a:pt x="62" y="341"/>
                      <a:pt x="56" y="342"/>
                      <a:pt x="54" y="343"/>
                    </a:cubicBezTo>
                    <a:cubicBezTo>
                      <a:pt x="51" y="344"/>
                      <a:pt x="49" y="345"/>
                      <a:pt x="46" y="346"/>
                    </a:cubicBezTo>
                    <a:cubicBezTo>
                      <a:pt x="43" y="346"/>
                      <a:pt x="40" y="346"/>
                      <a:pt x="37" y="347"/>
                    </a:cubicBezTo>
                    <a:cubicBezTo>
                      <a:pt x="34" y="348"/>
                      <a:pt x="33" y="349"/>
                      <a:pt x="33" y="352"/>
                    </a:cubicBezTo>
                    <a:cubicBezTo>
                      <a:pt x="34" y="355"/>
                      <a:pt x="33" y="358"/>
                      <a:pt x="33" y="361"/>
                    </a:cubicBezTo>
                    <a:cubicBezTo>
                      <a:pt x="32" y="370"/>
                      <a:pt x="41" y="367"/>
                      <a:pt x="43" y="372"/>
                    </a:cubicBezTo>
                    <a:cubicBezTo>
                      <a:pt x="45" y="375"/>
                      <a:pt x="44" y="379"/>
                      <a:pt x="47" y="382"/>
                    </a:cubicBezTo>
                    <a:cubicBezTo>
                      <a:pt x="50" y="384"/>
                      <a:pt x="54" y="384"/>
                      <a:pt x="57" y="385"/>
                    </a:cubicBezTo>
                    <a:cubicBezTo>
                      <a:pt x="60" y="386"/>
                      <a:pt x="63" y="388"/>
                      <a:pt x="66" y="389"/>
                    </a:cubicBezTo>
                    <a:cubicBezTo>
                      <a:pt x="69" y="391"/>
                      <a:pt x="72" y="391"/>
                      <a:pt x="75" y="392"/>
                    </a:cubicBezTo>
                    <a:cubicBezTo>
                      <a:pt x="80" y="393"/>
                      <a:pt x="89" y="392"/>
                      <a:pt x="92" y="396"/>
                    </a:cubicBezTo>
                    <a:cubicBezTo>
                      <a:pt x="93" y="398"/>
                      <a:pt x="95" y="402"/>
                      <a:pt x="95" y="404"/>
                    </a:cubicBezTo>
                    <a:cubicBezTo>
                      <a:pt x="95" y="407"/>
                      <a:pt x="92" y="408"/>
                      <a:pt x="90" y="410"/>
                    </a:cubicBezTo>
                    <a:cubicBezTo>
                      <a:pt x="83" y="417"/>
                      <a:pt x="97" y="416"/>
                      <a:pt x="101" y="418"/>
                    </a:cubicBezTo>
                    <a:cubicBezTo>
                      <a:pt x="108" y="421"/>
                      <a:pt x="112" y="424"/>
                      <a:pt x="118" y="417"/>
                    </a:cubicBezTo>
                    <a:cubicBezTo>
                      <a:pt x="119" y="415"/>
                      <a:pt x="123" y="412"/>
                      <a:pt x="124" y="410"/>
                    </a:cubicBezTo>
                    <a:cubicBezTo>
                      <a:pt x="125" y="407"/>
                      <a:pt x="122" y="408"/>
                      <a:pt x="119" y="409"/>
                    </a:cubicBezTo>
                    <a:cubicBezTo>
                      <a:pt x="107" y="409"/>
                      <a:pt x="122" y="402"/>
                      <a:pt x="126" y="400"/>
                    </a:cubicBezTo>
                    <a:cubicBezTo>
                      <a:pt x="132" y="398"/>
                      <a:pt x="132" y="393"/>
                      <a:pt x="131" y="387"/>
                    </a:cubicBezTo>
                    <a:cubicBezTo>
                      <a:pt x="130" y="384"/>
                      <a:pt x="131" y="381"/>
                      <a:pt x="131" y="378"/>
                    </a:cubicBezTo>
                    <a:cubicBezTo>
                      <a:pt x="134" y="378"/>
                      <a:pt x="135" y="379"/>
                      <a:pt x="138" y="377"/>
                    </a:cubicBezTo>
                    <a:cubicBezTo>
                      <a:pt x="141" y="376"/>
                      <a:pt x="143" y="375"/>
                      <a:pt x="145" y="374"/>
                    </a:cubicBezTo>
                    <a:cubicBezTo>
                      <a:pt x="147" y="372"/>
                      <a:pt x="155" y="368"/>
                      <a:pt x="155" y="365"/>
                    </a:cubicBezTo>
                    <a:cubicBezTo>
                      <a:pt x="152" y="365"/>
                      <a:pt x="150" y="364"/>
                      <a:pt x="148" y="364"/>
                    </a:cubicBezTo>
                    <a:cubicBezTo>
                      <a:pt x="145" y="363"/>
                      <a:pt x="144" y="366"/>
                      <a:pt x="142" y="367"/>
                    </a:cubicBezTo>
                    <a:cubicBezTo>
                      <a:pt x="136" y="370"/>
                      <a:pt x="134" y="360"/>
                      <a:pt x="142" y="360"/>
                    </a:cubicBezTo>
                    <a:cubicBezTo>
                      <a:pt x="148" y="360"/>
                      <a:pt x="152" y="359"/>
                      <a:pt x="156" y="354"/>
                    </a:cubicBezTo>
                    <a:cubicBezTo>
                      <a:pt x="158" y="352"/>
                      <a:pt x="159" y="349"/>
                      <a:pt x="161" y="347"/>
                    </a:cubicBezTo>
                    <a:cubicBezTo>
                      <a:pt x="162" y="343"/>
                      <a:pt x="162" y="339"/>
                      <a:pt x="164" y="335"/>
                    </a:cubicBezTo>
                    <a:cubicBezTo>
                      <a:pt x="166" y="333"/>
                      <a:pt x="169" y="332"/>
                      <a:pt x="170" y="329"/>
                    </a:cubicBezTo>
                    <a:cubicBezTo>
                      <a:pt x="171" y="325"/>
                      <a:pt x="170" y="322"/>
                      <a:pt x="169" y="318"/>
                    </a:cubicBezTo>
                    <a:cubicBezTo>
                      <a:pt x="168" y="309"/>
                      <a:pt x="171" y="301"/>
                      <a:pt x="173" y="292"/>
                    </a:cubicBezTo>
                    <a:cubicBezTo>
                      <a:pt x="174" y="286"/>
                      <a:pt x="173" y="279"/>
                      <a:pt x="178" y="275"/>
                    </a:cubicBezTo>
                    <a:cubicBezTo>
                      <a:pt x="182" y="272"/>
                      <a:pt x="187" y="266"/>
                      <a:pt x="188" y="261"/>
                    </a:cubicBezTo>
                    <a:cubicBezTo>
                      <a:pt x="189" y="258"/>
                      <a:pt x="188" y="255"/>
                      <a:pt x="191" y="254"/>
                    </a:cubicBezTo>
                    <a:cubicBezTo>
                      <a:pt x="194" y="253"/>
                      <a:pt x="195" y="255"/>
                      <a:pt x="198" y="252"/>
                    </a:cubicBezTo>
                    <a:cubicBezTo>
                      <a:pt x="200" y="249"/>
                      <a:pt x="200" y="247"/>
                      <a:pt x="204" y="244"/>
                    </a:cubicBezTo>
                    <a:cubicBezTo>
                      <a:pt x="206" y="243"/>
                      <a:pt x="209" y="240"/>
                      <a:pt x="206" y="238"/>
                    </a:cubicBezTo>
                    <a:cubicBezTo>
                      <a:pt x="205" y="237"/>
                      <a:pt x="203" y="237"/>
                      <a:pt x="202" y="237"/>
                    </a:cubicBezTo>
                    <a:cubicBezTo>
                      <a:pt x="207" y="233"/>
                      <a:pt x="211" y="231"/>
                      <a:pt x="212" y="224"/>
                    </a:cubicBezTo>
                    <a:cubicBezTo>
                      <a:pt x="213" y="216"/>
                      <a:pt x="214" y="208"/>
                      <a:pt x="213" y="199"/>
                    </a:cubicBezTo>
                    <a:cubicBezTo>
                      <a:pt x="212" y="189"/>
                      <a:pt x="214" y="179"/>
                      <a:pt x="213" y="169"/>
                    </a:cubicBezTo>
                    <a:cubicBezTo>
                      <a:pt x="212" y="163"/>
                      <a:pt x="214" y="156"/>
                      <a:pt x="213" y="150"/>
                    </a:cubicBezTo>
                    <a:cubicBezTo>
                      <a:pt x="212" y="143"/>
                      <a:pt x="213" y="139"/>
                      <a:pt x="215" y="132"/>
                    </a:cubicBezTo>
                    <a:cubicBezTo>
                      <a:pt x="217" y="128"/>
                      <a:pt x="218" y="123"/>
                      <a:pt x="216" y="119"/>
                    </a:cubicBezTo>
                    <a:cubicBezTo>
                      <a:pt x="215" y="117"/>
                      <a:pt x="214" y="116"/>
                      <a:pt x="214" y="114"/>
                    </a:cubicBezTo>
                    <a:cubicBezTo>
                      <a:pt x="213" y="112"/>
                      <a:pt x="213" y="110"/>
                      <a:pt x="212" y="108"/>
                    </a:cubicBezTo>
                    <a:cubicBezTo>
                      <a:pt x="211" y="108"/>
                      <a:pt x="210" y="109"/>
                      <a:pt x="209" y="111"/>
                    </a:cubicBezTo>
                    <a:cubicBezTo>
                      <a:pt x="208" y="112"/>
                      <a:pt x="208" y="115"/>
                      <a:pt x="207" y="115"/>
                    </a:cubicBezTo>
                    <a:cubicBezTo>
                      <a:pt x="206" y="116"/>
                      <a:pt x="206" y="116"/>
                      <a:pt x="206" y="114"/>
                    </a:cubicBezTo>
                    <a:cubicBezTo>
                      <a:pt x="204" y="111"/>
                      <a:pt x="204" y="107"/>
                      <a:pt x="204" y="104"/>
                    </a:cubicBezTo>
                    <a:cubicBezTo>
                      <a:pt x="203" y="98"/>
                      <a:pt x="202" y="91"/>
                      <a:pt x="205" y="86"/>
                    </a:cubicBezTo>
                    <a:cubicBezTo>
                      <a:pt x="208" y="81"/>
                      <a:pt x="212" y="76"/>
                      <a:pt x="214" y="71"/>
                    </a:cubicBezTo>
                    <a:cubicBezTo>
                      <a:pt x="221" y="55"/>
                      <a:pt x="217" y="42"/>
                      <a:pt x="215" y="26"/>
                    </a:cubicBezTo>
                    <a:cubicBezTo>
                      <a:pt x="214" y="16"/>
                      <a:pt x="217" y="4"/>
                      <a:pt x="204" y="2"/>
                    </a:cubicBezTo>
                    <a:cubicBezTo>
                      <a:pt x="200" y="1"/>
                      <a:pt x="193" y="0"/>
                      <a:pt x="191" y="4"/>
                    </a:cubicBezTo>
                    <a:cubicBezTo>
                      <a:pt x="188" y="8"/>
                      <a:pt x="189" y="14"/>
                      <a:pt x="188" y="19"/>
                    </a:cubicBezTo>
                    <a:cubicBezTo>
                      <a:pt x="186" y="28"/>
                      <a:pt x="181" y="36"/>
                      <a:pt x="179" y="45"/>
                    </a:cubicBezTo>
                    <a:cubicBezTo>
                      <a:pt x="178" y="50"/>
                      <a:pt x="180" y="55"/>
                      <a:pt x="180" y="60"/>
                    </a:cubicBezTo>
                    <a:cubicBezTo>
                      <a:pt x="181" y="67"/>
                      <a:pt x="179" y="76"/>
                      <a:pt x="173" y="81"/>
                    </a:cubicBezTo>
                    <a:cubicBezTo>
                      <a:pt x="168" y="86"/>
                      <a:pt x="164" y="81"/>
                      <a:pt x="161" y="77"/>
                    </a:cubicBezTo>
                    <a:cubicBezTo>
                      <a:pt x="157" y="72"/>
                      <a:pt x="154" y="68"/>
                      <a:pt x="148" y="67"/>
                    </a:cubicBezTo>
                    <a:cubicBezTo>
                      <a:pt x="142" y="67"/>
                      <a:pt x="136" y="67"/>
                      <a:pt x="130" y="68"/>
                    </a:cubicBezTo>
                    <a:cubicBezTo>
                      <a:pt x="124" y="70"/>
                      <a:pt x="123" y="75"/>
                      <a:pt x="120" y="80"/>
                    </a:cubicBezTo>
                    <a:cubicBezTo>
                      <a:pt x="111" y="96"/>
                      <a:pt x="88" y="88"/>
                      <a:pt x="74" y="96"/>
                    </a:cubicBezTo>
                    <a:cubicBezTo>
                      <a:pt x="70" y="99"/>
                      <a:pt x="64" y="106"/>
                      <a:pt x="59" y="106"/>
                    </a:cubicBezTo>
                    <a:cubicBezTo>
                      <a:pt x="54" y="106"/>
                      <a:pt x="55" y="103"/>
                      <a:pt x="52" y="100"/>
                    </a:cubicBezTo>
                    <a:cubicBezTo>
                      <a:pt x="49" y="97"/>
                      <a:pt x="46" y="102"/>
                      <a:pt x="46" y="105"/>
                    </a:cubicBezTo>
                    <a:cubicBezTo>
                      <a:pt x="46" y="109"/>
                      <a:pt x="47" y="111"/>
                      <a:pt x="44" y="114"/>
                    </a:cubicBezTo>
                    <a:cubicBezTo>
                      <a:pt x="42" y="117"/>
                      <a:pt x="40" y="119"/>
                      <a:pt x="38" y="121"/>
                    </a:cubicBezTo>
                    <a:cubicBezTo>
                      <a:pt x="37" y="122"/>
                      <a:pt x="35" y="124"/>
                      <a:pt x="35" y="126"/>
                    </a:cubicBezTo>
                    <a:cubicBezTo>
                      <a:pt x="34" y="128"/>
                      <a:pt x="36" y="128"/>
                      <a:pt x="36" y="130"/>
                    </a:cubicBezTo>
                    <a:cubicBezTo>
                      <a:pt x="37" y="134"/>
                      <a:pt x="33" y="138"/>
                      <a:pt x="29" y="140"/>
                    </a:cubicBezTo>
                    <a:cubicBezTo>
                      <a:pt x="28" y="145"/>
                      <a:pt x="26" y="144"/>
                      <a:pt x="21" y="143"/>
                    </a:cubicBezTo>
                    <a:cubicBezTo>
                      <a:pt x="18" y="142"/>
                      <a:pt x="13" y="144"/>
                      <a:pt x="16" y="148"/>
                    </a:cubicBezTo>
                    <a:cubicBezTo>
                      <a:pt x="13" y="148"/>
                      <a:pt x="10" y="148"/>
                      <a:pt x="9" y="151"/>
                    </a:cubicBezTo>
                    <a:cubicBezTo>
                      <a:pt x="8" y="153"/>
                      <a:pt x="9" y="156"/>
                      <a:pt x="10" y="158"/>
                    </a:cubicBezTo>
                    <a:cubicBezTo>
                      <a:pt x="14" y="162"/>
                      <a:pt x="21" y="158"/>
                      <a:pt x="21" y="165"/>
                    </a:cubicBezTo>
                    <a:cubicBezTo>
                      <a:pt x="21" y="168"/>
                      <a:pt x="20" y="168"/>
                      <a:pt x="24" y="169"/>
                    </a:cubicBezTo>
                    <a:cubicBezTo>
                      <a:pt x="27" y="170"/>
                      <a:pt x="28" y="171"/>
                      <a:pt x="30" y="174"/>
                    </a:cubicBezTo>
                    <a:cubicBezTo>
                      <a:pt x="32" y="177"/>
                      <a:pt x="33" y="180"/>
                      <a:pt x="29" y="182"/>
                    </a:cubicBezTo>
                    <a:cubicBezTo>
                      <a:pt x="26" y="184"/>
                      <a:pt x="22" y="182"/>
                      <a:pt x="19" y="182"/>
                    </a:cubicBezTo>
                    <a:cubicBezTo>
                      <a:pt x="15" y="182"/>
                      <a:pt x="5" y="182"/>
                      <a:pt x="3" y="186"/>
                    </a:cubicBezTo>
                    <a:cubicBezTo>
                      <a:pt x="13" y="188"/>
                      <a:pt x="3" y="207"/>
                      <a:pt x="9" y="213"/>
                    </a:cubicBezTo>
                    <a:cubicBezTo>
                      <a:pt x="10" y="215"/>
                      <a:pt x="12" y="217"/>
                      <a:pt x="14" y="218"/>
                    </a:cubicBezTo>
                    <a:cubicBezTo>
                      <a:pt x="16" y="220"/>
                      <a:pt x="18" y="219"/>
                      <a:pt x="21" y="220"/>
                    </a:cubicBezTo>
                    <a:cubicBezTo>
                      <a:pt x="24" y="220"/>
                      <a:pt x="31" y="221"/>
                      <a:pt x="33" y="224"/>
                    </a:cubicBezTo>
                    <a:cubicBezTo>
                      <a:pt x="34" y="226"/>
                      <a:pt x="33" y="229"/>
                      <a:pt x="33" y="231"/>
                    </a:cubicBezTo>
                    <a:cubicBezTo>
                      <a:pt x="33" y="234"/>
                      <a:pt x="34" y="234"/>
                      <a:pt x="35" y="237"/>
                    </a:cubicBezTo>
                    <a:cubicBezTo>
                      <a:pt x="39" y="242"/>
                      <a:pt x="29" y="242"/>
                      <a:pt x="26" y="244"/>
                    </a:cubicBezTo>
                    <a:cubicBezTo>
                      <a:pt x="24" y="244"/>
                      <a:pt x="21" y="245"/>
                      <a:pt x="20" y="247"/>
                    </a:cubicBezTo>
                    <a:cubicBezTo>
                      <a:pt x="18" y="249"/>
                      <a:pt x="19" y="251"/>
                      <a:pt x="17" y="253"/>
                    </a:cubicBezTo>
                    <a:cubicBezTo>
                      <a:pt x="15" y="255"/>
                      <a:pt x="8" y="255"/>
                      <a:pt x="5" y="257"/>
                    </a:cubicBezTo>
                    <a:cubicBezTo>
                      <a:pt x="0" y="260"/>
                      <a:pt x="9" y="261"/>
                      <a:pt x="8" y="266"/>
                    </a:cubicBezTo>
                    <a:cubicBezTo>
                      <a:pt x="8" y="269"/>
                      <a:pt x="5" y="271"/>
                      <a:pt x="8" y="274"/>
                    </a:cubicBezTo>
                    <a:cubicBezTo>
                      <a:pt x="10" y="276"/>
                      <a:pt x="16" y="274"/>
                      <a:pt x="19" y="274"/>
                    </a:cubicBezTo>
                    <a:cubicBezTo>
                      <a:pt x="24" y="273"/>
                      <a:pt x="28" y="272"/>
                      <a:pt x="33" y="272"/>
                    </a:cubicBezTo>
                    <a:cubicBezTo>
                      <a:pt x="37" y="271"/>
                      <a:pt x="42" y="269"/>
                      <a:pt x="46" y="27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5" name="Freeform 1974">
                <a:extLst>
                  <a:ext uri="{FF2B5EF4-FFF2-40B4-BE49-F238E27FC236}">
                    <a16:creationId xmlns:a16="http://schemas.microsoft.com/office/drawing/2014/main" id="{CF272857-5398-BF4F-9E28-98EC58882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3386"/>
                <a:ext cx="9" cy="3"/>
              </a:xfrm>
              <a:custGeom>
                <a:avLst/>
                <a:gdLst>
                  <a:gd name="T0" fmla="*/ 6 w 22"/>
                  <a:gd name="T1" fmla="*/ 7 h 7"/>
                  <a:gd name="T2" fmla="*/ 5 w 22"/>
                  <a:gd name="T3" fmla="*/ 1 h 7"/>
                  <a:gd name="T4" fmla="*/ 11 w 22"/>
                  <a:gd name="T5" fmla="*/ 1 h 7"/>
                  <a:gd name="T6" fmla="*/ 19 w 22"/>
                  <a:gd name="T7" fmla="*/ 4 h 7"/>
                  <a:gd name="T8" fmla="*/ 8 w 22"/>
                  <a:gd name="T9" fmla="*/ 7 h 7"/>
                  <a:gd name="T10" fmla="*/ 6 w 22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7">
                    <a:moveTo>
                      <a:pt x="6" y="7"/>
                    </a:moveTo>
                    <a:cubicBezTo>
                      <a:pt x="3" y="6"/>
                      <a:pt x="0" y="3"/>
                      <a:pt x="5" y="1"/>
                    </a:cubicBezTo>
                    <a:cubicBezTo>
                      <a:pt x="6" y="0"/>
                      <a:pt x="10" y="1"/>
                      <a:pt x="11" y="1"/>
                    </a:cubicBezTo>
                    <a:cubicBezTo>
                      <a:pt x="14" y="1"/>
                      <a:pt x="22" y="0"/>
                      <a:pt x="19" y="4"/>
                    </a:cubicBezTo>
                    <a:cubicBezTo>
                      <a:pt x="17" y="7"/>
                      <a:pt x="11" y="7"/>
                      <a:pt x="8" y="7"/>
                    </a:cubicBezTo>
                    <a:cubicBezTo>
                      <a:pt x="7" y="7"/>
                      <a:pt x="7" y="7"/>
                      <a:pt x="6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6" name="Freeform 1975">
                <a:extLst>
                  <a:ext uri="{FF2B5EF4-FFF2-40B4-BE49-F238E27FC236}">
                    <a16:creationId xmlns:a16="http://schemas.microsoft.com/office/drawing/2014/main" id="{939AEAB6-4057-2842-8065-BAD37E73B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388"/>
                <a:ext cx="6" cy="3"/>
              </a:xfrm>
              <a:custGeom>
                <a:avLst/>
                <a:gdLst>
                  <a:gd name="T0" fmla="*/ 8 w 14"/>
                  <a:gd name="T1" fmla="*/ 0 h 8"/>
                  <a:gd name="T2" fmla="*/ 14 w 14"/>
                  <a:gd name="T3" fmla="*/ 4 h 8"/>
                  <a:gd name="T4" fmla="*/ 5 w 14"/>
                  <a:gd name="T5" fmla="*/ 7 h 8"/>
                  <a:gd name="T6" fmla="*/ 8 w 14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8" y="0"/>
                    </a:moveTo>
                    <a:cubicBezTo>
                      <a:pt x="10" y="0"/>
                      <a:pt x="14" y="2"/>
                      <a:pt x="14" y="4"/>
                    </a:cubicBezTo>
                    <a:cubicBezTo>
                      <a:pt x="14" y="7"/>
                      <a:pt x="7" y="8"/>
                      <a:pt x="5" y="7"/>
                    </a:cubicBezTo>
                    <a:cubicBezTo>
                      <a:pt x="0" y="5"/>
                      <a:pt x="5" y="0"/>
                      <a:pt x="8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7" name="Freeform 1976">
                <a:extLst>
                  <a:ext uri="{FF2B5EF4-FFF2-40B4-BE49-F238E27FC236}">
                    <a16:creationId xmlns:a16="http://schemas.microsoft.com/office/drawing/2014/main" id="{B05BFFC1-48C4-854E-AC2B-ABD438357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3384"/>
                <a:ext cx="8" cy="6"/>
              </a:xfrm>
              <a:custGeom>
                <a:avLst/>
                <a:gdLst>
                  <a:gd name="T0" fmla="*/ 16 w 19"/>
                  <a:gd name="T1" fmla="*/ 5 h 15"/>
                  <a:gd name="T2" fmla="*/ 19 w 19"/>
                  <a:gd name="T3" fmla="*/ 3 h 15"/>
                  <a:gd name="T4" fmla="*/ 16 w 19"/>
                  <a:gd name="T5" fmla="*/ 1 h 15"/>
                  <a:gd name="T6" fmla="*/ 7 w 19"/>
                  <a:gd name="T7" fmla="*/ 2 h 15"/>
                  <a:gd name="T8" fmla="*/ 4 w 19"/>
                  <a:gd name="T9" fmla="*/ 10 h 15"/>
                  <a:gd name="T10" fmla="*/ 2 w 19"/>
                  <a:gd name="T11" fmla="*/ 13 h 15"/>
                  <a:gd name="T12" fmla="*/ 7 w 19"/>
                  <a:gd name="T13" fmla="*/ 13 h 15"/>
                  <a:gd name="T14" fmla="*/ 11 w 19"/>
                  <a:gd name="T15" fmla="*/ 8 h 15"/>
                  <a:gd name="T16" fmla="*/ 16 w 19"/>
                  <a:gd name="T1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5">
                    <a:moveTo>
                      <a:pt x="16" y="5"/>
                    </a:moveTo>
                    <a:cubicBezTo>
                      <a:pt x="17" y="5"/>
                      <a:pt x="19" y="5"/>
                      <a:pt x="19" y="3"/>
                    </a:cubicBezTo>
                    <a:cubicBezTo>
                      <a:pt x="19" y="1"/>
                      <a:pt x="17" y="1"/>
                      <a:pt x="16" y="1"/>
                    </a:cubicBezTo>
                    <a:cubicBezTo>
                      <a:pt x="13" y="1"/>
                      <a:pt x="9" y="0"/>
                      <a:pt x="7" y="2"/>
                    </a:cubicBezTo>
                    <a:cubicBezTo>
                      <a:pt x="4" y="5"/>
                      <a:pt x="8" y="8"/>
                      <a:pt x="4" y="10"/>
                    </a:cubicBezTo>
                    <a:cubicBezTo>
                      <a:pt x="3" y="11"/>
                      <a:pt x="0" y="11"/>
                      <a:pt x="2" y="13"/>
                    </a:cubicBezTo>
                    <a:cubicBezTo>
                      <a:pt x="3" y="15"/>
                      <a:pt x="6" y="14"/>
                      <a:pt x="7" y="13"/>
                    </a:cubicBezTo>
                    <a:cubicBezTo>
                      <a:pt x="9" y="11"/>
                      <a:pt x="10" y="10"/>
                      <a:pt x="11" y="8"/>
                    </a:cubicBezTo>
                    <a:cubicBezTo>
                      <a:pt x="12" y="6"/>
                      <a:pt x="14" y="5"/>
                      <a:pt x="16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8" name="Freeform 1977">
                <a:extLst>
                  <a:ext uri="{FF2B5EF4-FFF2-40B4-BE49-F238E27FC236}">
                    <a16:creationId xmlns:a16="http://schemas.microsoft.com/office/drawing/2014/main" id="{51EB946A-877F-1445-9FB4-6CD8A5B48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962"/>
                <a:ext cx="14" cy="26"/>
              </a:xfrm>
              <a:custGeom>
                <a:avLst/>
                <a:gdLst>
                  <a:gd name="T0" fmla="*/ 2 w 35"/>
                  <a:gd name="T1" fmla="*/ 15 h 65"/>
                  <a:gd name="T2" fmla="*/ 2 w 35"/>
                  <a:gd name="T3" fmla="*/ 13 h 65"/>
                  <a:gd name="T4" fmla="*/ 2 w 35"/>
                  <a:gd name="T5" fmla="*/ 10 h 65"/>
                  <a:gd name="T6" fmla="*/ 3 w 35"/>
                  <a:gd name="T7" fmla="*/ 8 h 65"/>
                  <a:gd name="T8" fmla="*/ 3 w 35"/>
                  <a:gd name="T9" fmla="*/ 5 h 65"/>
                  <a:gd name="T10" fmla="*/ 6 w 35"/>
                  <a:gd name="T11" fmla="*/ 1 h 65"/>
                  <a:gd name="T12" fmla="*/ 9 w 35"/>
                  <a:gd name="T13" fmla="*/ 2 h 65"/>
                  <a:gd name="T14" fmla="*/ 13 w 35"/>
                  <a:gd name="T15" fmla="*/ 5 h 65"/>
                  <a:gd name="T16" fmla="*/ 15 w 35"/>
                  <a:gd name="T17" fmla="*/ 9 h 65"/>
                  <a:gd name="T18" fmla="*/ 17 w 35"/>
                  <a:gd name="T19" fmla="*/ 14 h 65"/>
                  <a:gd name="T20" fmla="*/ 24 w 35"/>
                  <a:gd name="T21" fmla="*/ 20 h 65"/>
                  <a:gd name="T22" fmla="*/ 32 w 35"/>
                  <a:gd name="T23" fmla="*/ 27 h 65"/>
                  <a:gd name="T24" fmla="*/ 32 w 35"/>
                  <a:gd name="T25" fmla="*/ 39 h 65"/>
                  <a:gd name="T26" fmla="*/ 35 w 35"/>
                  <a:gd name="T27" fmla="*/ 40 h 65"/>
                  <a:gd name="T28" fmla="*/ 35 w 35"/>
                  <a:gd name="T29" fmla="*/ 44 h 65"/>
                  <a:gd name="T30" fmla="*/ 34 w 35"/>
                  <a:gd name="T31" fmla="*/ 52 h 65"/>
                  <a:gd name="T32" fmla="*/ 30 w 35"/>
                  <a:gd name="T33" fmla="*/ 58 h 65"/>
                  <a:gd name="T34" fmla="*/ 26 w 35"/>
                  <a:gd name="T35" fmla="*/ 64 h 65"/>
                  <a:gd name="T36" fmla="*/ 23 w 35"/>
                  <a:gd name="T37" fmla="*/ 65 h 65"/>
                  <a:gd name="T38" fmla="*/ 21 w 35"/>
                  <a:gd name="T39" fmla="*/ 62 h 65"/>
                  <a:gd name="T40" fmla="*/ 21 w 35"/>
                  <a:gd name="T41" fmla="*/ 62 h 65"/>
                  <a:gd name="T42" fmla="*/ 21 w 35"/>
                  <a:gd name="T43" fmla="*/ 61 h 65"/>
                  <a:gd name="T44" fmla="*/ 20 w 35"/>
                  <a:gd name="T45" fmla="*/ 58 h 65"/>
                  <a:gd name="T46" fmla="*/ 20 w 35"/>
                  <a:gd name="T47" fmla="*/ 53 h 65"/>
                  <a:gd name="T48" fmla="*/ 19 w 35"/>
                  <a:gd name="T49" fmla="*/ 48 h 65"/>
                  <a:gd name="T50" fmla="*/ 18 w 35"/>
                  <a:gd name="T51" fmla="*/ 45 h 65"/>
                  <a:gd name="T52" fmla="*/ 18 w 35"/>
                  <a:gd name="T53" fmla="*/ 41 h 65"/>
                  <a:gd name="T54" fmla="*/ 15 w 35"/>
                  <a:gd name="T55" fmla="*/ 37 h 65"/>
                  <a:gd name="T56" fmla="*/ 11 w 35"/>
                  <a:gd name="T57" fmla="*/ 34 h 65"/>
                  <a:gd name="T58" fmla="*/ 7 w 35"/>
                  <a:gd name="T59" fmla="*/ 33 h 65"/>
                  <a:gd name="T60" fmla="*/ 5 w 35"/>
                  <a:gd name="T61" fmla="*/ 32 h 65"/>
                  <a:gd name="T62" fmla="*/ 2 w 35"/>
                  <a:gd name="T63" fmla="*/ 28 h 65"/>
                  <a:gd name="T64" fmla="*/ 1 w 35"/>
                  <a:gd name="T65" fmla="*/ 25 h 65"/>
                  <a:gd name="T66" fmla="*/ 1 w 35"/>
                  <a:gd name="T67" fmla="*/ 22 h 65"/>
                  <a:gd name="T68" fmla="*/ 2 w 35"/>
                  <a:gd name="T69" fmla="*/ 19 h 65"/>
                  <a:gd name="T70" fmla="*/ 2 w 35"/>
                  <a:gd name="T71" fmla="*/ 15 h 65"/>
                  <a:gd name="T72" fmla="*/ 2 w 35"/>
                  <a:gd name="T73" fmla="*/ 1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" h="65">
                    <a:moveTo>
                      <a:pt x="2" y="15"/>
                    </a:moveTo>
                    <a:cubicBezTo>
                      <a:pt x="2" y="14"/>
                      <a:pt x="2" y="14"/>
                      <a:pt x="2" y="13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2" y="10"/>
                      <a:pt x="3" y="9"/>
                      <a:pt x="3" y="8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4"/>
                      <a:pt x="4" y="2"/>
                      <a:pt x="6" y="1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1" y="3"/>
                      <a:pt x="12" y="4"/>
                      <a:pt x="13" y="5"/>
                    </a:cubicBezTo>
                    <a:cubicBezTo>
                      <a:pt x="14" y="6"/>
                      <a:pt x="15" y="8"/>
                      <a:pt x="15" y="9"/>
                    </a:cubicBezTo>
                    <a:cubicBezTo>
                      <a:pt x="16" y="11"/>
                      <a:pt x="17" y="12"/>
                      <a:pt x="17" y="14"/>
                    </a:cubicBezTo>
                    <a:cubicBezTo>
                      <a:pt x="19" y="17"/>
                      <a:pt x="22" y="18"/>
                      <a:pt x="24" y="20"/>
                    </a:cubicBezTo>
                    <a:cubicBezTo>
                      <a:pt x="28" y="22"/>
                      <a:pt x="32" y="23"/>
                      <a:pt x="32" y="27"/>
                    </a:cubicBezTo>
                    <a:cubicBezTo>
                      <a:pt x="32" y="31"/>
                      <a:pt x="30" y="35"/>
                      <a:pt x="32" y="39"/>
                    </a:cubicBezTo>
                    <a:cubicBezTo>
                      <a:pt x="33" y="39"/>
                      <a:pt x="34" y="39"/>
                      <a:pt x="35" y="40"/>
                    </a:cubicBezTo>
                    <a:cubicBezTo>
                      <a:pt x="35" y="41"/>
                      <a:pt x="35" y="43"/>
                      <a:pt x="35" y="44"/>
                    </a:cubicBezTo>
                    <a:cubicBezTo>
                      <a:pt x="35" y="47"/>
                      <a:pt x="35" y="49"/>
                      <a:pt x="34" y="52"/>
                    </a:cubicBezTo>
                    <a:cubicBezTo>
                      <a:pt x="34" y="54"/>
                      <a:pt x="32" y="56"/>
                      <a:pt x="30" y="58"/>
                    </a:cubicBezTo>
                    <a:cubicBezTo>
                      <a:pt x="29" y="60"/>
                      <a:pt x="27" y="62"/>
                      <a:pt x="26" y="64"/>
                    </a:cubicBezTo>
                    <a:cubicBezTo>
                      <a:pt x="25" y="64"/>
                      <a:pt x="24" y="65"/>
                      <a:pt x="23" y="65"/>
                    </a:cubicBezTo>
                    <a:cubicBezTo>
                      <a:pt x="22" y="64"/>
                      <a:pt x="21" y="63"/>
                      <a:pt x="21" y="62"/>
                    </a:cubicBezTo>
                    <a:cubicBezTo>
                      <a:pt x="21" y="62"/>
                      <a:pt x="21" y="61"/>
                      <a:pt x="21" y="62"/>
                    </a:cubicBezTo>
                    <a:cubicBezTo>
                      <a:pt x="21" y="62"/>
                      <a:pt x="21" y="61"/>
                      <a:pt x="21" y="61"/>
                    </a:cubicBezTo>
                    <a:cubicBezTo>
                      <a:pt x="20" y="60"/>
                      <a:pt x="20" y="59"/>
                      <a:pt x="20" y="58"/>
                    </a:cubicBezTo>
                    <a:cubicBezTo>
                      <a:pt x="20" y="56"/>
                      <a:pt x="19" y="54"/>
                      <a:pt x="20" y="53"/>
                    </a:cubicBezTo>
                    <a:cubicBezTo>
                      <a:pt x="20" y="51"/>
                      <a:pt x="19" y="50"/>
                      <a:pt x="19" y="48"/>
                    </a:cubicBezTo>
                    <a:cubicBezTo>
                      <a:pt x="18" y="47"/>
                      <a:pt x="18" y="46"/>
                      <a:pt x="18" y="45"/>
                    </a:cubicBezTo>
                    <a:cubicBezTo>
                      <a:pt x="18" y="44"/>
                      <a:pt x="18" y="42"/>
                      <a:pt x="18" y="41"/>
                    </a:cubicBezTo>
                    <a:cubicBezTo>
                      <a:pt x="18" y="40"/>
                      <a:pt x="17" y="38"/>
                      <a:pt x="15" y="37"/>
                    </a:cubicBezTo>
                    <a:cubicBezTo>
                      <a:pt x="14" y="36"/>
                      <a:pt x="13" y="35"/>
                      <a:pt x="11" y="34"/>
                    </a:cubicBezTo>
                    <a:cubicBezTo>
                      <a:pt x="10" y="34"/>
                      <a:pt x="8" y="34"/>
                      <a:pt x="7" y="33"/>
                    </a:cubicBezTo>
                    <a:cubicBezTo>
                      <a:pt x="7" y="33"/>
                      <a:pt x="6" y="33"/>
                      <a:pt x="5" y="32"/>
                    </a:cubicBezTo>
                    <a:cubicBezTo>
                      <a:pt x="4" y="31"/>
                      <a:pt x="3" y="29"/>
                      <a:pt x="2" y="28"/>
                    </a:cubicBezTo>
                    <a:cubicBezTo>
                      <a:pt x="2" y="27"/>
                      <a:pt x="1" y="25"/>
                      <a:pt x="1" y="25"/>
                    </a:cubicBezTo>
                    <a:cubicBezTo>
                      <a:pt x="1" y="24"/>
                      <a:pt x="0" y="23"/>
                      <a:pt x="1" y="22"/>
                    </a:cubicBezTo>
                    <a:cubicBezTo>
                      <a:pt x="1" y="21"/>
                      <a:pt x="1" y="20"/>
                      <a:pt x="2" y="19"/>
                    </a:cubicBezTo>
                    <a:cubicBezTo>
                      <a:pt x="2" y="18"/>
                      <a:pt x="2" y="16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9" name="Freeform 1978">
                <a:extLst>
                  <a:ext uri="{FF2B5EF4-FFF2-40B4-BE49-F238E27FC236}">
                    <a16:creationId xmlns:a16="http://schemas.microsoft.com/office/drawing/2014/main" id="{F3E4BF79-95BB-744C-8707-ED26A0B76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968"/>
                <a:ext cx="3" cy="3"/>
              </a:xfrm>
              <a:custGeom>
                <a:avLst/>
                <a:gdLst>
                  <a:gd name="T0" fmla="*/ 1 w 8"/>
                  <a:gd name="T1" fmla="*/ 5 h 8"/>
                  <a:gd name="T2" fmla="*/ 3 w 8"/>
                  <a:gd name="T3" fmla="*/ 1 h 8"/>
                  <a:gd name="T4" fmla="*/ 7 w 8"/>
                  <a:gd name="T5" fmla="*/ 2 h 8"/>
                  <a:gd name="T6" fmla="*/ 6 w 8"/>
                  <a:gd name="T7" fmla="*/ 8 h 8"/>
                  <a:gd name="T8" fmla="*/ 1 w 8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5"/>
                    </a:moveTo>
                    <a:cubicBezTo>
                      <a:pt x="0" y="3"/>
                      <a:pt x="2" y="2"/>
                      <a:pt x="3" y="1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8" y="4"/>
                      <a:pt x="8" y="7"/>
                      <a:pt x="6" y="8"/>
                    </a:cubicBezTo>
                    <a:cubicBezTo>
                      <a:pt x="4" y="8"/>
                      <a:pt x="2" y="8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0" name="Freeform 1979">
                <a:extLst>
                  <a:ext uri="{FF2B5EF4-FFF2-40B4-BE49-F238E27FC236}">
                    <a16:creationId xmlns:a16="http://schemas.microsoft.com/office/drawing/2014/main" id="{88016613-6B79-D740-8E75-9D7413F34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939"/>
                <a:ext cx="23" cy="14"/>
              </a:xfrm>
              <a:custGeom>
                <a:avLst/>
                <a:gdLst>
                  <a:gd name="T0" fmla="*/ 33 w 56"/>
                  <a:gd name="T1" fmla="*/ 26 h 36"/>
                  <a:gd name="T2" fmla="*/ 30 w 56"/>
                  <a:gd name="T3" fmla="*/ 23 h 36"/>
                  <a:gd name="T4" fmla="*/ 27 w 56"/>
                  <a:gd name="T5" fmla="*/ 22 h 36"/>
                  <a:gd name="T6" fmla="*/ 24 w 56"/>
                  <a:gd name="T7" fmla="*/ 19 h 36"/>
                  <a:gd name="T8" fmla="*/ 21 w 56"/>
                  <a:gd name="T9" fmla="*/ 18 h 36"/>
                  <a:gd name="T10" fmla="*/ 18 w 56"/>
                  <a:gd name="T11" fmla="*/ 18 h 36"/>
                  <a:gd name="T12" fmla="*/ 10 w 56"/>
                  <a:gd name="T13" fmla="*/ 16 h 36"/>
                  <a:gd name="T14" fmla="*/ 5 w 56"/>
                  <a:gd name="T15" fmla="*/ 14 h 36"/>
                  <a:gd name="T16" fmla="*/ 1 w 56"/>
                  <a:gd name="T17" fmla="*/ 7 h 36"/>
                  <a:gd name="T18" fmla="*/ 13 w 56"/>
                  <a:gd name="T19" fmla="*/ 0 h 36"/>
                  <a:gd name="T20" fmla="*/ 18 w 56"/>
                  <a:gd name="T21" fmla="*/ 2 h 36"/>
                  <a:gd name="T22" fmla="*/ 17 w 56"/>
                  <a:gd name="T23" fmla="*/ 7 h 36"/>
                  <a:gd name="T24" fmla="*/ 11 w 56"/>
                  <a:gd name="T25" fmla="*/ 11 h 36"/>
                  <a:gd name="T26" fmla="*/ 16 w 56"/>
                  <a:gd name="T27" fmla="*/ 13 h 36"/>
                  <a:gd name="T28" fmla="*/ 23 w 56"/>
                  <a:gd name="T29" fmla="*/ 10 h 36"/>
                  <a:gd name="T30" fmla="*/ 28 w 56"/>
                  <a:gd name="T31" fmla="*/ 15 h 36"/>
                  <a:gd name="T32" fmla="*/ 34 w 56"/>
                  <a:gd name="T33" fmla="*/ 17 h 36"/>
                  <a:gd name="T34" fmla="*/ 40 w 56"/>
                  <a:gd name="T35" fmla="*/ 20 h 36"/>
                  <a:gd name="T36" fmla="*/ 42 w 56"/>
                  <a:gd name="T37" fmla="*/ 23 h 36"/>
                  <a:gd name="T38" fmla="*/ 46 w 56"/>
                  <a:gd name="T39" fmla="*/ 25 h 36"/>
                  <a:gd name="T40" fmla="*/ 52 w 56"/>
                  <a:gd name="T41" fmla="*/ 29 h 36"/>
                  <a:gd name="T42" fmla="*/ 54 w 56"/>
                  <a:gd name="T43" fmla="*/ 34 h 36"/>
                  <a:gd name="T44" fmla="*/ 48 w 56"/>
                  <a:gd name="T45" fmla="*/ 35 h 36"/>
                  <a:gd name="T46" fmla="*/ 42 w 56"/>
                  <a:gd name="T47" fmla="*/ 34 h 36"/>
                  <a:gd name="T48" fmla="*/ 38 w 56"/>
                  <a:gd name="T49" fmla="*/ 33 h 36"/>
                  <a:gd name="T50" fmla="*/ 33 w 56"/>
                  <a:gd name="T51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6" h="36">
                    <a:moveTo>
                      <a:pt x="33" y="26"/>
                    </a:moveTo>
                    <a:cubicBezTo>
                      <a:pt x="32" y="25"/>
                      <a:pt x="31" y="24"/>
                      <a:pt x="30" y="23"/>
                    </a:cubicBezTo>
                    <a:cubicBezTo>
                      <a:pt x="29" y="22"/>
                      <a:pt x="28" y="22"/>
                      <a:pt x="27" y="22"/>
                    </a:cubicBezTo>
                    <a:cubicBezTo>
                      <a:pt x="26" y="21"/>
                      <a:pt x="25" y="20"/>
                      <a:pt x="24" y="19"/>
                    </a:cubicBezTo>
                    <a:cubicBezTo>
                      <a:pt x="23" y="19"/>
                      <a:pt x="22" y="18"/>
                      <a:pt x="21" y="18"/>
                    </a:cubicBezTo>
                    <a:cubicBezTo>
                      <a:pt x="20" y="18"/>
                      <a:pt x="19" y="18"/>
                      <a:pt x="18" y="18"/>
                    </a:cubicBezTo>
                    <a:cubicBezTo>
                      <a:pt x="15" y="18"/>
                      <a:pt x="13" y="16"/>
                      <a:pt x="10" y="16"/>
                    </a:cubicBezTo>
                    <a:cubicBezTo>
                      <a:pt x="8" y="15"/>
                      <a:pt x="6" y="15"/>
                      <a:pt x="5" y="14"/>
                    </a:cubicBezTo>
                    <a:cubicBezTo>
                      <a:pt x="3" y="12"/>
                      <a:pt x="1" y="9"/>
                      <a:pt x="1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15" y="0"/>
                      <a:pt x="17" y="0"/>
                      <a:pt x="18" y="2"/>
                    </a:cubicBezTo>
                    <a:cubicBezTo>
                      <a:pt x="18" y="4"/>
                      <a:pt x="20" y="6"/>
                      <a:pt x="17" y="7"/>
                    </a:cubicBezTo>
                    <a:cubicBezTo>
                      <a:pt x="15" y="8"/>
                      <a:pt x="12" y="8"/>
                      <a:pt x="11" y="11"/>
                    </a:cubicBezTo>
                    <a:cubicBezTo>
                      <a:pt x="10" y="14"/>
                      <a:pt x="14" y="14"/>
                      <a:pt x="16" y="13"/>
                    </a:cubicBezTo>
                    <a:cubicBezTo>
                      <a:pt x="18" y="12"/>
                      <a:pt x="20" y="10"/>
                      <a:pt x="23" y="10"/>
                    </a:cubicBezTo>
                    <a:cubicBezTo>
                      <a:pt x="25" y="11"/>
                      <a:pt x="27" y="13"/>
                      <a:pt x="28" y="15"/>
                    </a:cubicBezTo>
                    <a:cubicBezTo>
                      <a:pt x="30" y="17"/>
                      <a:pt x="31" y="17"/>
                      <a:pt x="34" y="17"/>
                    </a:cubicBezTo>
                    <a:cubicBezTo>
                      <a:pt x="36" y="17"/>
                      <a:pt x="39" y="18"/>
                      <a:pt x="40" y="20"/>
                    </a:cubicBezTo>
                    <a:cubicBezTo>
                      <a:pt x="41" y="21"/>
                      <a:pt x="41" y="23"/>
                      <a:pt x="42" y="23"/>
                    </a:cubicBezTo>
                    <a:cubicBezTo>
                      <a:pt x="43" y="24"/>
                      <a:pt x="44" y="25"/>
                      <a:pt x="46" y="25"/>
                    </a:cubicBezTo>
                    <a:cubicBezTo>
                      <a:pt x="48" y="26"/>
                      <a:pt x="50" y="27"/>
                      <a:pt x="52" y="29"/>
                    </a:cubicBezTo>
                    <a:cubicBezTo>
                      <a:pt x="54" y="30"/>
                      <a:pt x="56" y="32"/>
                      <a:pt x="54" y="34"/>
                    </a:cubicBezTo>
                    <a:cubicBezTo>
                      <a:pt x="52" y="35"/>
                      <a:pt x="50" y="36"/>
                      <a:pt x="48" y="35"/>
                    </a:cubicBezTo>
                    <a:cubicBezTo>
                      <a:pt x="46" y="35"/>
                      <a:pt x="44" y="35"/>
                      <a:pt x="42" y="34"/>
                    </a:cubicBezTo>
                    <a:cubicBezTo>
                      <a:pt x="40" y="34"/>
                      <a:pt x="39" y="33"/>
                      <a:pt x="38" y="33"/>
                    </a:cubicBezTo>
                    <a:cubicBezTo>
                      <a:pt x="36" y="31"/>
                      <a:pt x="34" y="28"/>
                      <a:pt x="33" y="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1" name="Freeform 1980">
                <a:extLst>
                  <a:ext uri="{FF2B5EF4-FFF2-40B4-BE49-F238E27FC236}">
                    <a16:creationId xmlns:a16="http://schemas.microsoft.com/office/drawing/2014/main" id="{C51A5B0E-B630-8745-9325-D6E442950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2875"/>
                <a:ext cx="10" cy="5"/>
              </a:xfrm>
              <a:custGeom>
                <a:avLst/>
                <a:gdLst>
                  <a:gd name="T0" fmla="*/ 4 w 25"/>
                  <a:gd name="T1" fmla="*/ 11 h 14"/>
                  <a:gd name="T2" fmla="*/ 4 w 25"/>
                  <a:gd name="T3" fmla="*/ 3 h 14"/>
                  <a:gd name="T4" fmla="*/ 15 w 25"/>
                  <a:gd name="T5" fmla="*/ 1 h 14"/>
                  <a:gd name="T6" fmla="*/ 19 w 25"/>
                  <a:gd name="T7" fmla="*/ 3 h 14"/>
                  <a:gd name="T8" fmla="*/ 20 w 25"/>
                  <a:gd name="T9" fmla="*/ 5 h 14"/>
                  <a:gd name="T10" fmla="*/ 22 w 25"/>
                  <a:gd name="T11" fmla="*/ 8 h 14"/>
                  <a:gd name="T12" fmla="*/ 25 w 25"/>
                  <a:gd name="T13" fmla="*/ 12 h 14"/>
                  <a:gd name="T14" fmla="*/ 20 w 25"/>
                  <a:gd name="T15" fmla="*/ 14 h 14"/>
                  <a:gd name="T16" fmla="*/ 10 w 25"/>
                  <a:gd name="T17" fmla="*/ 14 h 14"/>
                  <a:gd name="T18" fmla="*/ 7 w 25"/>
                  <a:gd name="T19" fmla="*/ 14 h 14"/>
                  <a:gd name="T20" fmla="*/ 4 w 25"/>
                  <a:gd name="T21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4">
                    <a:moveTo>
                      <a:pt x="4" y="11"/>
                    </a:moveTo>
                    <a:cubicBezTo>
                      <a:pt x="3" y="9"/>
                      <a:pt x="0" y="4"/>
                      <a:pt x="4" y="3"/>
                    </a:cubicBezTo>
                    <a:cubicBezTo>
                      <a:pt x="7" y="2"/>
                      <a:pt x="11" y="0"/>
                      <a:pt x="15" y="1"/>
                    </a:cubicBezTo>
                    <a:cubicBezTo>
                      <a:pt x="16" y="1"/>
                      <a:pt x="18" y="2"/>
                      <a:pt x="19" y="3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1" y="6"/>
                      <a:pt x="21" y="7"/>
                      <a:pt x="22" y="8"/>
                    </a:cubicBezTo>
                    <a:cubicBezTo>
                      <a:pt x="23" y="9"/>
                      <a:pt x="25" y="10"/>
                      <a:pt x="25" y="12"/>
                    </a:cubicBezTo>
                    <a:cubicBezTo>
                      <a:pt x="25" y="14"/>
                      <a:pt x="21" y="14"/>
                      <a:pt x="20" y="14"/>
                    </a:cubicBezTo>
                    <a:cubicBezTo>
                      <a:pt x="16" y="14"/>
                      <a:pt x="13" y="14"/>
                      <a:pt x="10" y="14"/>
                    </a:cubicBezTo>
                    <a:cubicBezTo>
                      <a:pt x="9" y="14"/>
                      <a:pt x="8" y="14"/>
                      <a:pt x="7" y="14"/>
                    </a:cubicBezTo>
                    <a:cubicBezTo>
                      <a:pt x="6" y="13"/>
                      <a:pt x="5" y="12"/>
                      <a:pt x="4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2" name="Freeform 1981">
                <a:extLst>
                  <a:ext uri="{FF2B5EF4-FFF2-40B4-BE49-F238E27FC236}">
                    <a16:creationId xmlns:a16="http://schemas.microsoft.com/office/drawing/2014/main" id="{90973542-3A85-8149-BB5A-6734035A1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846"/>
                <a:ext cx="11" cy="14"/>
              </a:xfrm>
              <a:custGeom>
                <a:avLst/>
                <a:gdLst>
                  <a:gd name="T0" fmla="*/ 1 w 27"/>
                  <a:gd name="T1" fmla="*/ 13 h 35"/>
                  <a:gd name="T2" fmla="*/ 1 w 27"/>
                  <a:gd name="T3" fmla="*/ 6 h 35"/>
                  <a:gd name="T4" fmla="*/ 7 w 27"/>
                  <a:gd name="T5" fmla="*/ 1 h 35"/>
                  <a:gd name="T6" fmla="*/ 16 w 27"/>
                  <a:gd name="T7" fmla="*/ 1 h 35"/>
                  <a:gd name="T8" fmla="*/ 19 w 27"/>
                  <a:gd name="T9" fmla="*/ 6 h 35"/>
                  <a:gd name="T10" fmla="*/ 16 w 27"/>
                  <a:gd name="T11" fmla="*/ 10 h 35"/>
                  <a:gd name="T12" fmla="*/ 15 w 27"/>
                  <a:gd name="T13" fmla="*/ 15 h 35"/>
                  <a:gd name="T14" fmla="*/ 18 w 27"/>
                  <a:gd name="T15" fmla="*/ 17 h 35"/>
                  <a:gd name="T16" fmla="*/ 20 w 27"/>
                  <a:gd name="T17" fmla="*/ 20 h 35"/>
                  <a:gd name="T18" fmla="*/ 21 w 27"/>
                  <a:gd name="T19" fmla="*/ 24 h 35"/>
                  <a:gd name="T20" fmla="*/ 24 w 27"/>
                  <a:gd name="T21" fmla="*/ 26 h 35"/>
                  <a:gd name="T22" fmla="*/ 25 w 27"/>
                  <a:gd name="T23" fmla="*/ 28 h 35"/>
                  <a:gd name="T24" fmla="*/ 25 w 27"/>
                  <a:gd name="T25" fmla="*/ 33 h 35"/>
                  <a:gd name="T26" fmla="*/ 23 w 27"/>
                  <a:gd name="T27" fmla="*/ 35 h 35"/>
                  <a:gd name="T28" fmla="*/ 20 w 27"/>
                  <a:gd name="T29" fmla="*/ 34 h 35"/>
                  <a:gd name="T30" fmla="*/ 19 w 27"/>
                  <a:gd name="T31" fmla="*/ 31 h 35"/>
                  <a:gd name="T32" fmla="*/ 18 w 27"/>
                  <a:gd name="T33" fmla="*/ 27 h 35"/>
                  <a:gd name="T34" fmla="*/ 16 w 27"/>
                  <a:gd name="T35" fmla="*/ 21 h 35"/>
                  <a:gd name="T36" fmla="*/ 13 w 27"/>
                  <a:gd name="T37" fmla="*/ 18 h 35"/>
                  <a:gd name="T38" fmla="*/ 9 w 27"/>
                  <a:gd name="T39" fmla="*/ 18 h 35"/>
                  <a:gd name="T40" fmla="*/ 1 w 27"/>
                  <a:gd name="T41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35">
                    <a:moveTo>
                      <a:pt x="1" y="13"/>
                    </a:moveTo>
                    <a:cubicBezTo>
                      <a:pt x="0" y="11"/>
                      <a:pt x="0" y="7"/>
                      <a:pt x="1" y="6"/>
                    </a:cubicBezTo>
                    <a:cubicBezTo>
                      <a:pt x="3" y="4"/>
                      <a:pt x="5" y="1"/>
                      <a:pt x="7" y="1"/>
                    </a:cubicBezTo>
                    <a:cubicBezTo>
                      <a:pt x="10" y="1"/>
                      <a:pt x="13" y="0"/>
                      <a:pt x="16" y="1"/>
                    </a:cubicBezTo>
                    <a:cubicBezTo>
                      <a:pt x="17" y="2"/>
                      <a:pt x="19" y="4"/>
                      <a:pt x="19" y="6"/>
                    </a:cubicBezTo>
                    <a:cubicBezTo>
                      <a:pt x="19" y="8"/>
                      <a:pt x="17" y="9"/>
                      <a:pt x="16" y="10"/>
                    </a:cubicBezTo>
                    <a:cubicBezTo>
                      <a:pt x="16" y="11"/>
                      <a:pt x="15" y="13"/>
                      <a:pt x="15" y="15"/>
                    </a:cubicBezTo>
                    <a:cubicBezTo>
                      <a:pt x="15" y="16"/>
                      <a:pt x="17" y="16"/>
                      <a:pt x="18" y="17"/>
                    </a:cubicBezTo>
                    <a:cubicBezTo>
                      <a:pt x="19" y="18"/>
                      <a:pt x="20" y="19"/>
                      <a:pt x="20" y="20"/>
                    </a:cubicBezTo>
                    <a:cubicBezTo>
                      <a:pt x="21" y="22"/>
                      <a:pt x="20" y="23"/>
                      <a:pt x="21" y="24"/>
                    </a:cubicBezTo>
                    <a:cubicBezTo>
                      <a:pt x="22" y="25"/>
                      <a:pt x="23" y="25"/>
                      <a:pt x="24" y="26"/>
                    </a:cubicBezTo>
                    <a:cubicBezTo>
                      <a:pt x="24" y="27"/>
                      <a:pt x="25" y="28"/>
                      <a:pt x="25" y="28"/>
                    </a:cubicBezTo>
                    <a:cubicBezTo>
                      <a:pt x="26" y="30"/>
                      <a:pt x="27" y="31"/>
                      <a:pt x="25" y="33"/>
                    </a:cubicBezTo>
                    <a:cubicBezTo>
                      <a:pt x="25" y="34"/>
                      <a:pt x="24" y="34"/>
                      <a:pt x="23" y="35"/>
                    </a:cubicBezTo>
                    <a:cubicBezTo>
                      <a:pt x="21" y="35"/>
                      <a:pt x="21" y="35"/>
                      <a:pt x="20" y="34"/>
                    </a:cubicBezTo>
                    <a:cubicBezTo>
                      <a:pt x="19" y="33"/>
                      <a:pt x="19" y="32"/>
                      <a:pt x="19" y="31"/>
                    </a:cubicBezTo>
                    <a:cubicBezTo>
                      <a:pt x="19" y="30"/>
                      <a:pt x="18" y="29"/>
                      <a:pt x="18" y="27"/>
                    </a:cubicBezTo>
                    <a:cubicBezTo>
                      <a:pt x="18" y="25"/>
                      <a:pt x="18" y="23"/>
                      <a:pt x="16" y="21"/>
                    </a:cubicBezTo>
                    <a:cubicBezTo>
                      <a:pt x="15" y="20"/>
                      <a:pt x="14" y="19"/>
                      <a:pt x="13" y="18"/>
                    </a:cubicBezTo>
                    <a:cubicBezTo>
                      <a:pt x="11" y="18"/>
                      <a:pt x="10" y="18"/>
                      <a:pt x="9" y="18"/>
                    </a:cubicBezTo>
                    <a:cubicBezTo>
                      <a:pt x="6" y="17"/>
                      <a:pt x="3" y="16"/>
                      <a:pt x="1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3" name="Freeform 1982">
                <a:extLst>
                  <a:ext uri="{FF2B5EF4-FFF2-40B4-BE49-F238E27FC236}">
                    <a16:creationId xmlns:a16="http://schemas.microsoft.com/office/drawing/2014/main" id="{9014727C-81E2-8A42-8198-52BE86FA5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795"/>
                <a:ext cx="4" cy="4"/>
              </a:xfrm>
              <a:custGeom>
                <a:avLst/>
                <a:gdLst>
                  <a:gd name="T0" fmla="*/ 1 w 9"/>
                  <a:gd name="T1" fmla="*/ 2 h 9"/>
                  <a:gd name="T2" fmla="*/ 4 w 9"/>
                  <a:gd name="T3" fmla="*/ 1 h 9"/>
                  <a:gd name="T4" fmla="*/ 7 w 9"/>
                  <a:gd name="T5" fmla="*/ 4 h 9"/>
                  <a:gd name="T6" fmla="*/ 9 w 9"/>
                  <a:gd name="T7" fmla="*/ 7 h 9"/>
                  <a:gd name="T8" fmla="*/ 8 w 9"/>
                  <a:gd name="T9" fmla="*/ 8 h 9"/>
                  <a:gd name="T10" fmla="*/ 7 w 9"/>
                  <a:gd name="T11" fmla="*/ 9 h 9"/>
                  <a:gd name="T12" fmla="*/ 5 w 9"/>
                  <a:gd name="T13" fmla="*/ 8 h 9"/>
                  <a:gd name="T14" fmla="*/ 2 w 9"/>
                  <a:gd name="T15" fmla="*/ 5 h 9"/>
                  <a:gd name="T16" fmla="*/ 1 w 9"/>
                  <a:gd name="T1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7" y="4"/>
                    </a:cubicBezTo>
                    <a:cubicBezTo>
                      <a:pt x="8" y="5"/>
                      <a:pt x="9" y="6"/>
                      <a:pt x="9" y="7"/>
                    </a:cubicBezTo>
                    <a:cubicBezTo>
                      <a:pt x="9" y="8"/>
                      <a:pt x="9" y="8"/>
                      <a:pt x="8" y="8"/>
                    </a:cubicBezTo>
                    <a:cubicBezTo>
                      <a:pt x="8" y="9"/>
                      <a:pt x="7" y="9"/>
                      <a:pt x="7" y="9"/>
                    </a:cubicBezTo>
                    <a:cubicBezTo>
                      <a:pt x="6" y="9"/>
                      <a:pt x="6" y="9"/>
                      <a:pt x="5" y="8"/>
                    </a:cubicBezTo>
                    <a:cubicBezTo>
                      <a:pt x="4" y="7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4" name="Freeform 1983">
                <a:extLst>
                  <a:ext uri="{FF2B5EF4-FFF2-40B4-BE49-F238E27FC236}">
                    <a16:creationId xmlns:a16="http://schemas.microsoft.com/office/drawing/2014/main" id="{A62A23A2-C4E8-0D41-B475-D1266269F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03"/>
                <a:ext cx="3" cy="3"/>
              </a:xfrm>
              <a:custGeom>
                <a:avLst/>
                <a:gdLst>
                  <a:gd name="T0" fmla="*/ 3 w 6"/>
                  <a:gd name="T1" fmla="*/ 0 h 6"/>
                  <a:gd name="T2" fmla="*/ 5 w 6"/>
                  <a:gd name="T3" fmla="*/ 1 h 6"/>
                  <a:gd name="T4" fmla="*/ 5 w 6"/>
                  <a:gd name="T5" fmla="*/ 4 h 6"/>
                  <a:gd name="T6" fmla="*/ 1 w 6"/>
                  <a:gd name="T7" fmla="*/ 4 h 6"/>
                  <a:gd name="T8" fmla="*/ 1 w 6"/>
                  <a:gd name="T9" fmla="*/ 1 h 6"/>
                  <a:gd name="T10" fmla="*/ 3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5" y="0"/>
                      <a:pt x="5" y="1"/>
                    </a:cubicBezTo>
                    <a:cubicBezTo>
                      <a:pt x="6" y="2"/>
                      <a:pt x="6" y="4"/>
                      <a:pt x="5" y="4"/>
                    </a:cubicBezTo>
                    <a:cubicBezTo>
                      <a:pt x="4" y="5"/>
                      <a:pt x="2" y="6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5" name="Freeform 1984">
                <a:extLst>
                  <a:ext uri="{FF2B5EF4-FFF2-40B4-BE49-F238E27FC236}">
                    <a16:creationId xmlns:a16="http://schemas.microsoft.com/office/drawing/2014/main" id="{46F7A2EF-D5CB-104A-9073-5D39973A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791"/>
                <a:ext cx="18" cy="19"/>
              </a:xfrm>
              <a:custGeom>
                <a:avLst/>
                <a:gdLst>
                  <a:gd name="T0" fmla="*/ 4 w 45"/>
                  <a:gd name="T1" fmla="*/ 28 h 47"/>
                  <a:gd name="T2" fmla="*/ 6 w 45"/>
                  <a:gd name="T3" fmla="*/ 25 h 47"/>
                  <a:gd name="T4" fmla="*/ 0 w 45"/>
                  <a:gd name="T5" fmla="*/ 15 h 47"/>
                  <a:gd name="T6" fmla="*/ 2 w 45"/>
                  <a:gd name="T7" fmla="*/ 10 h 47"/>
                  <a:gd name="T8" fmla="*/ 3 w 45"/>
                  <a:gd name="T9" fmla="*/ 5 h 47"/>
                  <a:gd name="T10" fmla="*/ 13 w 45"/>
                  <a:gd name="T11" fmla="*/ 5 h 47"/>
                  <a:gd name="T12" fmla="*/ 17 w 45"/>
                  <a:gd name="T13" fmla="*/ 10 h 47"/>
                  <a:gd name="T14" fmla="*/ 22 w 45"/>
                  <a:gd name="T15" fmla="*/ 14 h 47"/>
                  <a:gd name="T16" fmla="*/ 28 w 45"/>
                  <a:gd name="T17" fmla="*/ 17 h 47"/>
                  <a:gd name="T18" fmla="*/ 29 w 45"/>
                  <a:gd name="T19" fmla="*/ 23 h 47"/>
                  <a:gd name="T20" fmla="*/ 36 w 45"/>
                  <a:gd name="T21" fmla="*/ 33 h 47"/>
                  <a:gd name="T22" fmla="*/ 41 w 45"/>
                  <a:gd name="T23" fmla="*/ 33 h 47"/>
                  <a:gd name="T24" fmla="*/ 43 w 45"/>
                  <a:gd name="T25" fmla="*/ 38 h 47"/>
                  <a:gd name="T26" fmla="*/ 35 w 45"/>
                  <a:gd name="T27" fmla="*/ 40 h 47"/>
                  <a:gd name="T28" fmla="*/ 32 w 45"/>
                  <a:gd name="T29" fmla="*/ 45 h 47"/>
                  <a:gd name="T30" fmla="*/ 26 w 45"/>
                  <a:gd name="T31" fmla="*/ 46 h 47"/>
                  <a:gd name="T32" fmla="*/ 23 w 45"/>
                  <a:gd name="T33" fmla="*/ 42 h 47"/>
                  <a:gd name="T34" fmla="*/ 16 w 45"/>
                  <a:gd name="T35" fmla="*/ 36 h 47"/>
                  <a:gd name="T36" fmla="*/ 11 w 45"/>
                  <a:gd name="T37" fmla="*/ 35 h 47"/>
                  <a:gd name="T38" fmla="*/ 5 w 45"/>
                  <a:gd name="T39" fmla="*/ 32 h 47"/>
                  <a:gd name="T40" fmla="*/ 4 w 45"/>
                  <a:gd name="T41" fmla="*/ 2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" h="47">
                    <a:moveTo>
                      <a:pt x="4" y="28"/>
                    </a:moveTo>
                    <a:cubicBezTo>
                      <a:pt x="4" y="26"/>
                      <a:pt x="5" y="26"/>
                      <a:pt x="6" y="25"/>
                    </a:cubicBezTo>
                    <a:cubicBezTo>
                      <a:pt x="10" y="21"/>
                      <a:pt x="1" y="18"/>
                      <a:pt x="0" y="15"/>
                    </a:cubicBezTo>
                    <a:cubicBezTo>
                      <a:pt x="0" y="13"/>
                      <a:pt x="2" y="11"/>
                      <a:pt x="2" y="10"/>
                    </a:cubicBezTo>
                    <a:cubicBezTo>
                      <a:pt x="3" y="8"/>
                      <a:pt x="3" y="7"/>
                      <a:pt x="3" y="5"/>
                    </a:cubicBezTo>
                    <a:cubicBezTo>
                      <a:pt x="5" y="0"/>
                      <a:pt x="11" y="3"/>
                      <a:pt x="13" y="5"/>
                    </a:cubicBezTo>
                    <a:cubicBezTo>
                      <a:pt x="15" y="7"/>
                      <a:pt x="16" y="9"/>
                      <a:pt x="17" y="10"/>
                    </a:cubicBezTo>
                    <a:cubicBezTo>
                      <a:pt x="18" y="12"/>
                      <a:pt x="20" y="13"/>
                      <a:pt x="22" y="14"/>
                    </a:cubicBezTo>
                    <a:cubicBezTo>
                      <a:pt x="24" y="14"/>
                      <a:pt x="26" y="15"/>
                      <a:pt x="28" y="17"/>
                    </a:cubicBezTo>
                    <a:cubicBezTo>
                      <a:pt x="29" y="19"/>
                      <a:pt x="29" y="21"/>
                      <a:pt x="29" y="23"/>
                    </a:cubicBezTo>
                    <a:cubicBezTo>
                      <a:pt x="29" y="27"/>
                      <a:pt x="30" y="34"/>
                      <a:pt x="36" y="33"/>
                    </a:cubicBezTo>
                    <a:cubicBezTo>
                      <a:pt x="38" y="33"/>
                      <a:pt x="39" y="32"/>
                      <a:pt x="41" y="33"/>
                    </a:cubicBezTo>
                    <a:cubicBezTo>
                      <a:pt x="43" y="34"/>
                      <a:pt x="45" y="36"/>
                      <a:pt x="43" y="38"/>
                    </a:cubicBezTo>
                    <a:cubicBezTo>
                      <a:pt x="41" y="40"/>
                      <a:pt x="37" y="39"/>
                      <a:pt x="35" y="40"/>
                    </a:cubicBezTo>
                    <a:cubicBezTo>
                      <a:pt x="32" y="41"/>
                      <a:pt x="33" y="44"/>
                      <a:pt x="32" y="45"/>
                    </a:cubicBezTo>
                    <a:cubicBezTo>
                      <a:pt x="31" y="47"/>
                      <a:pt x="28" y="47"/>
                      <a:pt x="26" y="46"/>
                    </a:cubicBezTo>
                    <a:cubicBezTo>
                      <a:pt x="24" y="45"/>
                      <a:pt x="24" y="43"/>
                      <a:pt x="23" y="42"/>
                    </a:cubicBezTo>
                    <a:cubicBezTo>
                      <a:pt x="21" y="40"/>
                      <a:pt x="18" y="38"/>
                      <a:pt x="16" y="36"/>
                    </a:cubicBezTo>
                    <a:cubicBezTo>
                      <a:pt x="15" y="35"/>
                      <a:pt x="12" y="35"/>
                      <a:pt x="11" y="35"/>
                    </a:cubicBezTo>
                    <a:cubicBezTo>
                      <a:pt x="9" y="34"/>
                      <a:pt x="6" y="33"/>
                      <a:pt x="5" y="32"/>
                    </a:cubicBezTo>
                    <a:cubicBezTo>
                      <a:pt x="4" y="31"/>
                      <a:pt x="3" y="30"/>
                      <a:pt x="4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6" name="Freeform 1985">
                <a:extLst>
                  <a:ext uri="{FF2B5EF4-FFF2-40B4-BE49-F238E27FC236}">
                    <a16:creationId xmlns:a16="http://schemas.microsoft.com/office/drawing/2014/main" id="{B1866F43-30C8-884C-853D-E54165D43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762"/>
                <a:ext cx="6" cy="4"/>
              </a:xfrm>
              <a:custGeom>
                <a:avLst/>
                <a:gdLst>
                  <a:gd name="T0" fmla="*/ 9 w 16"/>
                  <a:gd name="T1" fmla="*/ 3 h 10"/>
                  <a:gd name="T2" fmla="*/ 13 w 16"/>
                  <a:gd name="T3" fmla="*/ 4 h 10"/>
                  <a:gd name="T4" fmla="*/ 16 w 16"/>
                  <a:gd name="T5" fmla="*/ 6 h 10"/>
                  <a:gd name="T6" fmla="*/ 16 w 16"/>
                  <a:gd name="T7" fmla="*/ 9 h 10"/>
                  <a:gd name="T8" fmla="*/ 12 w 16"/>
                  <a:gd name="T9" fmla="*/ 10 h 10"/>
                  <a:gd name="T10" fmla="*/ 9 w 16"/>
                  <a:gd name="T11" fmla="*/ 9 h 10"/>
                  <a:gd name="T12" fmla="*/ 3 w 16"/>
                  <a:gd name="T13" fmla="*/ 7 h 10"/>
                  <a:gd name="T14" fmla="*/ 0 w 16"/>
                  <a:gd name="T15" fmla="*/ 4 h 10"/>
                  <a:gd name="T16" fmla="*/ 3 w 16"/>
                  <a:gd name="T17" fmla="*/ 0 h 10"/>
                  <a:gd name="T18" fmla="*/ 9 w 16"/>
                  <a:gd name="T1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0">
                    <a:moveTo>
                      <a:pt x="9" y="3"/>
                    </a:moveTo>
                    <a:cubicBezTo>
                      <a:pt x="10" y="3"/>
                      <a:pt x="12" y="4"/>
                      <a:pt x="13" y="4"/>
                    </a:cubicBezTo>
                    <a:cubicBezTo>
                      <a:pt x="14" y="4"/>
                      <a:pt x="15" y="5"/>
                      <a:pt x="16" y="6"/>
                    </a:cubicBezTo>
                    <a:cubicBezTo>
                      <a:pt x="16" y="7"/>
                      <a:pt x="16" y="9"/>
                      <a:pt x="16" y="9"/>
                    </a:cubicBezTo>
                    <a:cubicBezTo>
                      <a:pt x="15" y="10"/>
                      <a:pt x="13" y="10"/>
                      <a:pt x="12" y="10"/>
                    </a:cubicBezTo>
                    <a:cubicBezTo>
                      <a:pt x="11" y="10"/>
                      <a:pt x="10" y="10"/>
                      <a:pt x="9" y="9"/>
                    </a:cubicBezTo>
                    <a:cubicBezTo>
                      <a:pt x="7" y="9"/>
                      <a:pt x="5" y="8"/>
                      <a:pt x="3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6" y="0"/>
                      <a:pt x="7" y="2"/>
                      <a:pt x="9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7" name="Freeform 1986">
                <a:extLst>
                  <a:ext uri="{FF2B5EF4-FFF2-40B4-BE49-F238E27FC236}">
                    <a16:creationId xmlns:a16="http://schemas.microsoft.com/office/drawing/2014/main" id="{FD26E864-715D-AB41-A292-58EB082F6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744"/>
                <a:ext cx="4" cy="2"/>
              </a:xfrm>
              <a:custGeom>
                <a:avLst/>
                <a:gdLst>
                  <a:gd name="T0" fmla="*/ 0 w 10"/>
                  <a:gd name="T1" fmla="*/ 3 h 5"/>
                  <a:gd name="T2" fmla="*/ 1 w 10"/>
                  <a:gd name="T3" fmla="*/ 2 h 5"/>
                  <a:gd name="T4" fmla="*/ 2 w 10"/>
                  <a:gd name="T5" fmla="*/ 2 h 5"/>
                  <a:gd name="T6" fmla="*/ 3 w 10"/>
                  <a:gd name="T7" fmla="*/ 1 h 5"/>
                  <a:gd name="T8" fmla="*/ 7 w 10"/>
                  <a:gd name="T9" fmla="*/ 0 h 5"/>
                  <a:gd name="T10" fmla="*/ 9 w 10"/>
                  <a:gd name="T11" fmla="*/ 4 h 5"/>
                  <a:gd name="T12" fmla="*/ 7 w 10"/>
                  <a:gd name="T13" fmla="*/ 5 h 5"/>
                  <a:gd name="T14" fmla="*/ 3 w 10"/>
                  <a:gd name="T15" fmla="*/ 5 h 5"/>
                  <a:gd name="T16" fmla="*/ 0 w 10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0"/>
                      <a:pt x="6" y="0"/>
                      <a:pt x="7" y="0"/>
                    </a:cubicBezTo>
                    <a:cubicBezTo>
                      <a:pt x="8" y="0"/>
                      <a:pt x="10" y="2"/>
                      <a:pt x="9" y="4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2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8" name="Freeform 1987">
                <a:extLst>
                  <a:ext uri="{FF2B5EF4-FFF2-40B4-BE49-F238E27FC236}">
                    <a16:creationId xmlns:a16="http://schemas.microsoft.com/office/drawing/2014/main" id="{637CC59F-568C-754C-9E46-D69C50D12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746"/>
                <a:ext cx="2" cy="1"/>
              </a:xfrm>
              <a:custGeom>
                <a:avLst/>
                <a:gdLst>
                  <a:gd name="T0" fmla="*/ 1 w 5"/>
                  <a:gd name="T1" fmla="*/ 0 h 4"/>
                  <a:gd name="T2" fmla="*/ 3 w 5"/>
                  <a:gd name="T3" fmla="*/ 0 h 4"/>
                  <a:gd name="T4" fmla="*/ 3 w 5"/>
                  <a:gd name="T5" fmla="*/ 0 h 4"/>
                  <a:gd name="T6" fmla="*/ 3 w 5"/>
                  <a:gd name="T7" fmla="*/ 3 h 4"/>
                  <a:gd name="T8" fmla="*/ 1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5" y="4"/>
                      <a:pt x="3" y="3"/>
                    </a:cubicBezTo>
                    <a:cubicBezTo>
                      <a:pt x="2" y="3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9" name="Freeform 1988">
                <a:extLst>
                  <a:ext uri="{FF2B5EF4-FFF2-40B4-BE49-F238E27FC236}">
                    <a16:creationId xmlns:a16="http://schemas.microsoft.com/office/drawing/2014/main" id="{FDF9D583-5849-9B4B-82F1-757E12FB1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660"/>
                <a:ext cx="3" cy="3"/>
              </a:xfrm>
              <a:custGeom>
                <a:avLst/>
                <a:gdLst>
                  <a:gd name="T0" fmla="*/ 1 w 6"/>
                  <a:gd name="T1" fmla="*/ 5 h 6"/>
                  <a:gd name="T2" fmla="*/ 1 w 6"/>
                  <a:gd name="T3" fmla="*/ 3 h 6"/>
                  <a:gd name="T4" fmla="*/ 1 w 6"/>
                  <a:gd name="T5" fmla="*/ 1 h 6"/>
                  <a:gd name="T6" fmla="*/ 4 w 6"/>
                  <a:gd name="T7" fmla="*/ 1 h 6"/>
                  <a:gd name="T8" fmla="*/ 6 w 6"/>
                  <a:gd name="T9" fmla="*/ 1 h 6"/>
                  <a:gd name="T10" fmla="*/ 6 w 6"/>
                  <a:gd name="T11" fmla="*/ 3 h 6"/>
                  <a:gd name="T12" fmla="*/ 6 w 6"/>
                  <a:gd name="T13" fmla="*/ 5 h 6"/>
                  <a:gd name="T14" fmla="*/ 4 w 6"/>
                  <a:gd name="T15" fmla="*/ 6 h 6"/>
                  <a:gd name="T16" fmla="*/ 3 w 6"/>
                  <a:gd name="T17" fmla="*/ 6 h 6"/>
                  <a:gd name="T18" fmla="*/ 3 w 6"/>
                  <a:gd name="T19" fmla="*/ 6 h 6"/>
                  <a:gd name="T20" fmla="*/ 2 w 6"/>
                  <a:gd name="T21" fmla="*/ 6 h 6"/>
                  <a:gd name="T22" fmla="*/ 2 w 6"/>
                  <a:gd name="T23" fmla="*/ 6 h 6"/>
                  <a:gd name="T24" fmla="*/ 1 w 6"/>
                  <a:gd name="T2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1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0" name="Freeform 1989">
                <a:extLst>
                  <a:ext uri="{FF2B5EF4-FFF2-40B4-BE49-F238E27FC236}">
                    <a16:creationId xmlns:a16="http://schemas.microsoft.com/office/drawing/2014/main" id="{1A38382F-B1FE-5B48-A72F-796BD88DE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662"/>
                <a:ext cx="2" cy="2"/>
              </a:xfrm>
              <a:custGeom>
                <a:avLst/>
                <a:gdLst>
                  <a:gd name="T0" fmla="*/ 2 w 5"/>
                  <a:gd name="T1" fmla="*/ 0 h 5"/>
                  <a:gd name="T2" fmla="*/ 3 w 5"/>
                  <a:gd name="T3" fmla="*/ 1 h 5"/>
                  <a:gd name="T4" fmla="*/ 3 w 5"/>
                  <a:gd name="T5" fmla="*/ 4 h 5"/>
                  <a:gd name="T6" fmla="*/ 0 w 5"/>
                  <a:gd name="T7" fmla="*/ 2 h 5"/>
                  <a:gd name="T8" fmla="*/ 2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1" name="Freeform 1990">
                <a:extLst>
                  <a:ext uri="{FF2B5EF4-FFF2-40B4-BE49-F238E27FC236}">
                    <a16:creationId xmlns:a16="http://schemas.microsoft.com/office/drawing/2014/main" id="{736AED91-D91E-A64F-A27A-B6861EB69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664"/>
                <a:ext cx="2" cy="2"/>
              </a:xfrm>
              <a:custGeom>
                <a:avLst/>
                <a:gdLst>
                  <a:gd name="T0" fmla="*/ 0 w 5"/>
                  <a:gd name="T1" fmla="*/ 3 h 5"/>
                  <a:gd name="T2" fmla="*/ 1 w 5"/>
                  <a:gd name="T3" fmla="*/ 2 h 5"/>
                  <a:gd name="T4" fmla="*/ 1 w 5"/>
                  <a:gd name="T5" fmla="*/ 1 h 5"/>
                  <a:gd name="T6" fmla="*/ 2 w 5"/>
                  <a:gd name="T7" fmla="*/ 0 h 5"/>
                  <a:gd name="T8" fmla="*/ 4 w 5"/>
                  <a:gd name="T9" fmla="*/ 0 h 5"/>
                  <a:gd name="T10" fmla="*/ 5 w 5"/>
                  <a:gd name="T11" fmla="*/ 2 h 5"/>
                  <a:gd name="T12" fmla="*/ 5 w 5"/>
                  <a:gd name="T13" fmla="*/ 4 h 5"/>
                  <a:gd name="T14" fmla="*/ 2 w 5"/>
                  <a:gd name="T15" fmla="*/ 5 h 5"/>
                  <a:gd name="T16" fmla="*/ 1 w 5"/>
                  <a:gd name="T17" fmla="*/ 5 h 5"/>
                  <a:gd name="T18" fmla="*/ 0 w 5"/>
                  <a:gd name="T19" fmla="*/ 5 h 5"/>
                  <a:gd name="T20" fmla="*/ 0 w 5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2" name="Freeform 1991">
                <a:extLst>
                  <a:ext uri="{FF2B5EF4-FFF2-40B4-BE49-F238E27FC236}">
                    <a16:creationId xmlns:a16="http://schemas.microsoft.com/office/drawing/2014/main" id="{F1B59BFE-7D7D-2F42-9B4F-34F0B9E88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647"/>
                <a:ext cx="9" cy="4"/>
              </a:xfrm>
              <a:custGeom>
                <a:avLst/>
                <a:gdLst>
                  <a:gd name="T0" fmla="*/ 11 w 23"/>
                  <a:gd name="T1" fmla="*/ 9 h 11"/>
                  <a:gd name="T2" fmla="*/ 11 w 23"/>
                  <a:gd name="T3" fmla="*/ 10 h 11"/>
                  <a:gd name="T4" fmla="*/ 10 w 23"/>
                  <a:gd name="T5" fmla="*/ 11 h 11"/>
                  <a:gd name="T6" fmla="*/ 7 w 23"/>
                  <a:gd name="T7" fmla="*/ 11 h 11"/>
                  <a:gd name="T8" fmla="*/ 6 w 23"/>
                  <a:gd name="T9" fmla="*/ 10 h 11"/>
                  <a:gd name="T10" fmla="*/ 5 w 23"/>
                  <a:gd name="T11" fmla="*/ 8 h 11"/>
                  <a:gd name="T12" fmla="*/ 3 w 23"/>
                  <a:gd name="T13" fmla="*/ 7 h 11"/>
                  <a:gd name="T14" fmla="*/ 2 w 23"/>
                  <a:gd name="T15" fmla="*/ 6 h 11"/>
                  <a:gd name="T16" fmla="*/ 1 w 23"/>
                  <a:gd name="T17" fmla="*/ 5 h 11"/>
                  <a:gd name="T18" fmla="*/ 3 w 23"/>
                  <a:gd name="T19" fmla="*/ 1 h 11"/>
                  <a:gd name="T20" fmla="*/ 7 w 23"/>
                  <a:gd name="T21" fmla="*/ 1 h 11"/>
                  <a:gd name="T22" fmla="*/ 11 w 23"/>
                  <a:gd name="T23" fmla="*/ 0 h 11"/>
                  <a:gd name="T24" fmla="*/ 15 w 23"/>
                  <a:gd name="T25" fmla="*/ 0 h 11"/>
                  <a:gd name="T26" fmla="*/ 18 w 23"/>
                  <a:gd name="T27" fmla="*/ 1 h 11"/>
                  <a:gd name="T28" fmla="*/ 20 w 23"/>
                  <a:gd name="T29" fmla="*/ 2 h 11"/>
                  <a:gd name="T30" fmla="*/ 22 w 23"/>
                  <a:gd name="T31" fmla="*/ 3 h 11"/>
                  <a:gd name="T32" fmla="*/ 23 w 23"/>
                  <a:gd name="T33" fmla="*/ 4 h 11"/>
                  <a:gd name="T34" fmla="*/ 22 w 23"/>
                  <a:gd name="T35" fmla="*/ 5 h 11"/>
                  <a:gd name="T36" fmla="*/ 21 w 23"/>
                  <a:gd name="T37" fmla="*/ 7 h 11"/>
                  <a:gd name="T38" fmla="*/ 20 w 23"/>
                  <a:gd name="T39" fmla="*/ 9 h 11"/>
                  <a:gd name="T40" fmla="*/ 18 w 23"/>
                  <a:gd name="T41" fmla="*/ 10 h 11"/>
                  <a:gd name="T42" fmla="*/ 17 w 23"/>
                  <a:gd name="T43" fmla="*/ 10 h 11"/>
                  <a:gd name="T44" fmla="*/ 15 w 23"/>
                  <a:gd name="T45" fmla="*/ 9 h 11"/>
                  <a:gd name="T46" fmla="*/ 14 w 23"/>
                  <a:gd name="T47" fmla="*/ 9 h 11"/>
                  <a:gd name="T48" fmla="*/ 13 w 23"/>
                  <a:gd name="T49" fmla="*/ 9 h 11"/>
                  <a:gd name="T50" fmla="*/ 12 w 23"/>
                  <a:gd name="T51" fmla="*/ 9 h 11"/>
                  <a:gd name="T52" fmla="*/ 11 w 23"/>
                  <a:gd name="T5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" h="11">
                    <a:moveTo>
                      <a:pt x="11" y="9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0" y="10"/>
                      <a:pt x="10" y="11"/>
                    </a:cubicBezTo>
                    <a:cubicBezTo>
                      <a:pt x="9" y="11"/>
                      <a:pt x="8" y="11"/>
                      <a:pt x="7" y="11"/>
                    </a:cubicBezTo>
                    <a:cubicBezTo>
                      <a:pt x="7" y="11"/>
                      <a:pt x="6" y="11"/>
                      <a:pt x="6" y="10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3" y="7"/>
                      <a:pt x="2" y="7"/>
                      <a:pt x="2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1"/>
                      <a:pt x="9" y="1"/>
                      <a:pt x="11" y="0"/>
                    </a:cubicBezTo>
                    <a:cubicBezTo>
                      <a:pt x="12" y="0"/>
                      <a:pt x="13" y="0"/>
                      <a:pt x="15" y="0"/>
                    </a:cubicBezTo>
                    <a:cubicBezTo>
                      <a:pt x="16" y="0"/>
                      <a:pt x="17" y="0"/>
                      <a:pt x="18" y="1"/>
                    </a:cubicBezTo>
                    <a:cubicBezTo>
                      <a:pt x="19" y="1"/>
                      <a:pt x="20" y="2"/>
                      <a:pt x="20" y="2"/>
                    </a:cubicBezTo>
                    <a:cubicBezTo>
                      <a:pt x="21" y="2"/>
                      <a:pt x="22" y="3"/>
                      <a:pt x="22" y="3"/>
                    </a:cubicBezTo>
                    <a:cubicBezTo>
                      <a:pt x="22" y="4"/>
                      <a:pt x="23" y="4"/>
                      <a:pt x="23" y="4"/>
                    </a:cubicBezTo>
                    <a:cubicBezTo>
                      <a:pt x="23" y="5"/>
                      <a:pt x="22" y="5"/>
                      <a:pt x="22" y="5"/>
                    </a:cubicBezTo>
                    <a:cubicBezTo>
                      <a:pt x="22" y="6"/>
                      <a:pt x="21" y="7"/>
                      <a:pt x="21" y="7"/>
                    </a:cubicBezTo>
                    <a:cubicBezTo>
                      <a:pt x="21" y="8"/>
                      <a:pt x="21" y="9"/>
                      <a:pt x="20" y="9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6" y="10"/>
                      <a:pt x="15" y="9"/>
                    </a:cubicBezTo>
                    <a:cubicBezTo>
                      <a:pt x="15" y="9"/>
                      <a:pt x="15" y="9"/>
                      <a:pt x="14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3" name="Freeform 1992">
                <a:extLst>
                  <a:ext uri="{FF2B5EF4-FFF2-40B4-BE49-F238E27FC236}">
                    <a16:creationId xmlns:a16="http://schemas.microsoft.com/office/drawing/2014/main" id="{3D782298-1E7B-F245-B6FA-24854AB1E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620"/>
                <a:ext cx="16" cy="14"/>
              </a:xfrm>
              <a:custGeom>
                <a:avLst/>
                <a:gdLst>
                  <a:gd name="T0" fmla="*/ 3 w 39"/>
                  <a:gd name="T1" fmla="*/ 24 h 34"/>
                  <a:gd name="T2" fmla="*/ 1 w 39"/>
                  <a:gd name="T3" fmla="*/ 24 h 34"/>
                  <a:gd name="T4" fmla="*/ 0 w 39"/>
                  <a:gd name="T5" fmla="*/ 24 h 34"/>
                  <a:gd name="T6" fmla="*/ 1 w 39"/>
                  <a:gd name="T7" fmla="*/ 14 h 34"/>
                  <a:gd name="T8" fmla="*/ 2 w 39"/>
                  <a:gd name="T9" fmla="*/ 5 h 34"/>
                  <a:gd name="T10" fmla="*/ 8 w 39"/>
                  <a:gd name="T11" fmla="*/ 1 h 34"/>
                  <a:gd name="T12" fmla="*/ 15 w 39"/>
                  <a:gd name="T13" fmla="*/ 7 h 34"/>
                  <a:gd name="T14" fmla="*/ 25 w 39"/>
                  <a:gd name="T15" fmla="*/ 9 h 34"/>
                  <a:gd name="T16" fmla="*/ 35 w 39"/>
                  <a:gd name="T17" fmla="*/ 12 h 34"/>
                  <a:gd name="T18" fmla="*/ 38 w 39"/>
                  <a:gd name="T19" fmla="*/ 17 h 34"/>
                  <a:gd name="T20" fmla="*/ 38 w 39"/>
                  <a:gd name="T21" fmla="*/ 25 h 34"/>
                  <a:gd name="T22" fmla="*/ 34 w 39"/>
                  <a:gd name="T23" fmla="*/ 33 h 34"/>
                  <a:gd name="T24" fmla="*/ 31 w 39"/>
                  <a:gd name="T25" fmla="*/ 33 h 34"/>
                  <a:gd name="T26" fmla="*/ 28 w 39"/>
                  <a:gd name="T27" fmla="*/ 31 h 34"/>
                  <a:gd name="T28" fmla="*/ 24 w 39"/>
                  <a:gd name="T29" fmla="*/ 30 h 34"/>
                  <a:gd name="T30" fmla="*/ 19 w 39"/>
                  <a:gd name="T31" fmla="*/ 27 h 34"/>
                  <a:gd name="T32" fmla="*/ 16 w 39"/>
                  <a:gd name="T33" fmla="*/ 25 h 34"/>
                  <a:gd name="T34" fmla="*/ 11 w 39"/>
                  <a:gd name="T35" fmla="*/ 24 h 34"/>
                  <a:gd name="T36" fmla="*/ 7 w 39"/>
                  <a:gd name="T37" fmla="*/ 24 h 34"/>
                  <a:gd name="T38" fmla="*/ 3 w 39"/>
                  <a:gd name="T39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34">
                    <a:moveTo>
                      <a:pt x="3" y="24"/>
                    </a:moveTo>
                    <a:cubicBezTo>
                      <a:pt x="2" y="24"/>
                      <a:pt x="2" y="24"/>
                      <a:pt x="1" y="24"/>
                    </a:cubicBezTo>
                    <a:cubicBezTo>
                      <a:pt x="1" y="24"/>
                      <a:pt x="0" y="24"/>
                      <a:pt x="0" y="24"/>
                    </a:cubicBezTo>
                    <a:cubicBezTo>
                      <a:pt x="0" y="20"/>
                      <a:pt x="0" y="18"/>
                      <a:pt x="1" y="14"/>
                    </a:cubicBezTo>
                    <a:cubicBezTo>
                      <a:pt x="1" y="11"/>
                      <a:pt x="1" y="8"/>
                      <a:pt x="2" y="5"/>
                    </a:cubicBezTo>
                    <a:cubicBezTo>
                      <a:pt x="3" y="3"/>
                      <a:pt x="5" y="0"/>
                      <a:pt x="8" y="1"/>
                    </a:cubicBezTo>
                    <a:cubicBezTo>
                      <a:pt x="11" y="3"/>
                      <a:pt x="12" y="6"/>
                      <a:pt x="15" y="7"/>
                    </a:cubicBezTo>
                    <a:cubicBezTo>
                      <a:pt x="18" y="9"/>
                      <a:pt x="22" y="9"/>
                      <a:pt x="25" y="9"/>
                    </a:cubicBezTo>
                    <a:cubicBezTo>
                      <a:pt x="29" y="10"/>
                      <a:pt x="32" y="11"/>
                      <a:pt x="35" y="12"/>
                    </a:cubicBezTo>
                    <a:cubicBezTo>
                      <a:pt x="37" y="13"/>
                      <a:pt x="38" y="14"/>
                      <a:pt x="38" y="17"/>
                    </a:cubicBezTo>
                    <a:cubicBezTo>
                      <a:pt x="39" y="19"/>
                      <a:pt x="39" y="23"/>
                      <a:pt x="38" y="25"/>
                    </a:cubicBezTo>
                    <a:cubicBezTo>
                      <a:pt x="38" y="28"/>
                      <a:pt x="37" y="32"/>
                      <a:pt x="34" y="33"/>
                    </a:cubicBezTo>
                    <a:cubicBezTo>
                      <a:pt x="33" y="34"/>
                      <a:pt x="32" y="33"/>
                      <a:pt x="31" y="33"/>
                    </a:cubicBezTo>
                    <a:cubicBezTo>
                      <a:pt x="30" y="32"/>
                      <a:pt x="29" y="32"/>
                      <a:pt x="28" y="31"/>
                    </a:cubicBezTo>
                    <a:cubicBezTo>
                      <a:pt x="26" y="31"/>
                      <a:pt x="25" y="31"/>
                      <a:pt x="24" y="30"/>
                    </a:cubicBezTo>
                    <a:cubicBezTo>
                      <a:pt x="22" y="29"/>
                      <a:pt x="20" y="29"/>
                      <a:pt x="19" y="27"/>
                    </a:cubicBezTo>
                    <a:cubicBezTo>
                      <a:pt x="18" y="27"/>
                      <a:pt x="17" y="25"/>
                      <a:pt x="16" y="25"/>
                    </a:cubicBezTo>
                    <a:cubicBezTo>
                      <a:pt x="14" y="24"/>
                      <a:pt x="13" y="24"/>
                      <a:pt x="11" y="24"/>
                    </a:cubicBezTo>
                    <a:cubicBezTo>
                      <a:pt x="10" y="24"/>
                      <a:pt x="8" y="24"/>
                      <a:pt x="7" y="24"/>
                    </a:cubicBezTo>
                    <a:cubicBezTo>
                      <a:pt x="6" y="24"/>
                      <a:pt x="4" y="24"/>
                      <a:pt x="3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4" name="Freeform 1993">
                <a:extLst>
                  <a:ext uri="{FF2B5EF4-FFF2-40B4-BE49-F238E27FC236}">
                    <a16:creationId xmlns:a16="http://schemas.microsoft.com/office/drawing/2014/main" id="{61712B51-9A49-164B-9017-4B85FA7A8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3053"/>
                <a:ext cx="3" cy="4"/>
              </a:xfrm>
              <a:custGeom>
                <a:avLst/>
                <a:gdLst>
                  <a:gd name="T0" fmla="*/ 0 w 5"/>
                  <a:gd name="T1" fmla="*/ 7 h 10"/>
                  <a:gd name="T2" fmla="*/ 0 w 5"/>
                  <a:gd name="T3" fmla="*/ 4 h 10"/>
                  <a:gd name="T4" fmla="*/ 2 w 5"/>
                  <a:gd name="T5" fmla="*/ 2 h 10"/>
                  <a:gd name="T6" fmla="*/ 2 w 5"/>
                  <a:gd name="T7" fmla="*/ 4 h 10"/>
                  <a:gd name="T8" fmla="*/ 3 w 5"/>
                  <a:gd name="T9" fmla="*/ 9 h 10"/>
                  <a:gd name="T10" fmla="*/ 0 w 5"/>
                  <a:gd name="T1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0" y="7"/>
                    </a:moveTo>
                    <a:cubicBezTo>
                      <a:pt x="0" y="6"/>
                      <a:pt x="0" y="5"/>
                      <a:pt x="0" y="4"/>
                    </a:cubicBezTo>
                    <a:cubicBezTo>
                      <a:pt x="0" y="2"/>
                      <a:pt x="1" y="0"/>
                      <a:pt x="2" y="2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3" y="5"/>
                      <a:pt x="5" y="8"/>
                      <a:pt x="3" y="9"/>
                    </a:cubicBezTo>
                    <a:cubicBezTo>
                      <a:pt x="2" y="10"/>
                      <a:pt x="0" y="8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5" name="Freeform 1994">
                <a:extLst>
                  <a:ext uri="{FF2B5EF4-FFF2-40B4-BE49-F238E27FC236}">
                    <a16:creationId xmlns:a16="http://schemas.microsoft.com/office/drawing/2014/main" id="{06723968-F9A3-F346-A1C6-95F87971F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3060"/>
                <a:ext cx="3" cy="3"/>
              </a:xfrm>
              <a:custGeom>
                <a:avLst/>
                <a:gdLst>
                  <a:gd name="T0" fmla="*/ 3 w 6"/>
                  <a:gd name="T1" fmla="*/ 2 h 8"/>
                  <a:gd name="T2" fmla="*/ 5 w 6"/>
                  <a:gd name="T3" fmla="*/ 7 h 8"/>
                  <a:gd name="T4" fmla="*/ 1 w 6"/>
                  <a:gd name="T5" fmla="*/ 7 h 8"/>
                  <a:gd name="T6" fmla="*/ 3 w 6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3" y="2"/>
                    </a:moveTo>
                    <a:cubicBezTo>
                      <a:pt x="4" y="3"/>
                      <a:pt x="6" y="5"/>
                      <a:pt x="5" y="7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5"/>
                      <a:pt x="1" y="0"/>
                      <a:pt x="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6" name="Freeform 1995">
                <a:extLst>
                  <a:ext uri="{FF2B5EF4-FFF2-40B4-BE49-F238E27FC236}">
                    <a16:creationId xmlns:a16="http://schemas.microsoft.com/office/drawing/2014/main" id="{66A9E467-D037-D443-A439-A81EA440C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3064"/>
                <a:ext cx="3" cy="6"/>
              </a:xfrm>
              <a:custGeom>
                <a:avLst/>
                <a:gdLst>
                  <a:gd name="T0" fmla="*/ 1 w 7"/>
                  <a:gd name="T1" fmla="*/ 9 h 13"/>
                  <a:gd name="T2" fmla="*/ 0 w 7"/>
                  <a:gd name="T3" fmla="*/ 3 h 13"/>
                  <a:gd name="T4" fmla="*/ 6 w 7"/>
                  <a:gd name="T5" fmla="*/ 4 h 13"/>
                  <a:gd name="T6" fmla="*/ 6 w 7"/>
                  <a:gd name="T7" fmla="*/ 10 h 13"/>
                  <a:gd name="T8" fmla="*/ 1 w 7"/>
                  <a:gd name="T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1" y="9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2" y="0"/>
                      <a:pt x="5" y="2"/>
                      <a:pt x="6" y="4"/>
                    </a:cubicBezTo>
                    <a:cubicBezTo>
                      <a:pt x="7" y="6"/>
                      <a:pt x="7" y="8"/>
                      <a:pt x="6" y="10"/>
                    </a:cubicBezTo>
                    <a:cubicBezTo>
                      <a:pt x="4" y="13"/>
                      <a:pt x="2" y="11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7" name="Freeform 1996">
                <a:extLst>
                  <a:ext uri="{FF2B5EF4-FFF2-40B4-BE49-F238E27FC236}">
                    <a16:creationId xmlns:a16="http://schemas.microsoft.com/office/drawing/2014/main" id="{1A4D3762-125A-0644-8ADD-A5CFE6E6A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3073"/>
                <a:ext cx="5" cy="7"/>
              </a:xfrm>
              <a:custGeom>
                <a:avLst/>
                <a:gdLst>
                  <a:gd name="T0" fmla="*/ 10 w 11"/>
                  <a:gd name="T1" fmla="*/ 12 h 17"/>
                  <a:gd name="T2" fmla="*/ 11 w 11"/>
                  <a:gd name="T3" fmla="*/ 17 h 17"/>
                  <a:gd name="T4" fmla="*/ 7 w 11"/>
                  <a:gd name="T5" fmla="*/ 12 h 17"/>
                  <a:gd name="T6" fmla="*/ 2 w 11"/>
                  <a:gd name="T7" fmla="*/ 7 h 17"/>
                  <a:gd name="T8" fmla="*/ 0 w 11"/>
                  <a:gd name="T9" fmla="*/ 2 h 17"/>
                  <a:gd name="T10" fmla="*/ 3 w 11"/>
                  <a:gd name="T11" fmla="*/ 1 h 17"/>
                  <a:gd name="T12" fmla="*/ 8 w 11"/>
                  <a:gd name="T13" fmla="*/ 6 h 17"/>
                  <a:gd name="T14" fmla="*/ 8 w 11"/>
                  <a:gd name="T15" fmla="*/ 8 h 17"/>
                  <a:gd name="T16" fmla="*/ 10 w 11"/>
                  <a:gd name="T1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7">
                    <a:moveTo>
                      <a:pt x="10" y="12"/>
                    </a:moveTo>
                    <a:cubicBezTo>
                      <a:pt x="11" y="14"/>
                      <a:pt x="11" y="15"/>
                      <a:pt x="11" y="17"/>
                    </a:cubicBezTo>
                    <a:cubicBezTo>
                      <a:pt x="9" y="17"/>
                      <a:pt x="7" y="13"/>
                      <a:pt x="7" y="12"/>
                    </a:cubicBezTo>
                    <a:cubicBezTo>
                      <a:pt x="5" y="10"/>
                      <a:pt x="4" y="8"/>
                      <a:pt x="2" y="7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0"/>
                      <a:pt x="2" y="0"/>
                      <a:pt x="3" y="1"/>
                    </a:cubicBezTo>
                    <a:cubicBezTo>
                      <a:pt x="5" y="3"/>
                      <a:pt x="7" y="4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9" y="9"/>
                      <a:pt x="10" y="11"/>
                      <a:pt x="10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8" name="Freeform 1997">
                <a:extLst>
                  <a:ext uri="{FF2B5EF4-FFF2-40B4-BE49-F238E27FC236}">
                    <a16:creationId xmlns:a16="http://schemas.microsoft.com/office/drawing/2014/main" id="{6DC8EE32-CF70-F546-8D83-8E7FEA7E9E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62" y="2500"/>
                <a:ext cx="974" cy="911"/>
              </a:xfrm>
              <a:custGeom>
                <a:avLst/>
                <a:gdLst>
                  <a:gd name="T0" fmla="*/ 1921 w 2394"/>
                  <a:gd name="T1" fmla="*/ 477 h 2239"/>
                  <a:gd name="T2" fmla="*/ 1719 w 2394"/>
                  <a:gd name="T3" fmla="*/ 253 h 2239"/>
                  <a:gd name="T4" fmla="*/ 1458 w 2394"/>
                  <a:gd name="T5" fmla="*/ 9 h 2239"/>
                  <a:gd name="T6" fmla="*/ 1275 w 2394"/>
                  <a:gd name="T7" fmla="*/ 126 h 2239"/>
                  <a:gd name="T8" fmla="*/ 1174 w 2394"/>
                  <a:gd name="T9" fmla="*/ 247 h 2239"/>
                  <a:gd name="T10" fmla="*/ 887 w 2394"/>
                  <a:gd name="T11" fmla="*/ 363 h 2239"/>
                  <a:gd name="T12" fmla="*/ 752 w 2394"/>
                  <a:gd name="T13" fmla="*/ 310 h 2239"/>
                  <a:gd name="T14" fmla="*/ 625 w 2394"/>
                  <a:gd name="T15" fmla="*/ 194 h 2239"/>
                  <a:gd name="T16" fmla="*/ 634 w 2394"/>
                  <a:gd name="T17" fmla="*/ 382 h 2239"/>
                  <a:gd name="T18" fmla="*/ 578 w 2394"/>
                  <a:gd name="T19" fmla="*/ 478 h 2239"/>
                  <a:gd name="T20" fmla="*/ 513 w 2394"/>
                  <a:gd name="T21" fmla="*/ 453 h 2239"/>
                  <a:gd name="T22" fmla="*/ 403 w 2394"/>
                  <a:gd name="T23" fmla="*/ 457 h 2239"/>
                  <a:gd name="T24" fmla="*/ 364 w 2394"/>
                  <a:gd name="T25" fmla="*/ 370 h 2239"/>
                  <a:gd name="T26" fmla="*/ 262 w 2394"/>
                  <a:gd name="T27" fmla="*/ 356 h 2239"/>
                  <a:gd name="T28" fmla="*/ 188 w 2394"/>
                  <a:gd name="T29" fmla="*/ 366 h 2239"/>
                  <a:gd name="T30" fmla="*/ 120 w 2394"/>
                  <a:gd name="T31" fmla="*/ 346 h 2239"/>
                  <a:gd name="T32" fmla="*/ 23 w 2394"/>
                  <a:gd name="T33" fmla="*/ 382 h 2239"/>
                  <a:gd name="T34" fmla="*/ 100 w 2394"/>
                  <a:gd name="T35" fmla="*/ 432 h 2239"/>
                  <a:gd name="T36" fmla="*/ 81 w 2394"/>
                  <a:gd name="T37" fmla="*/ 443 h 2239"/>
                  <a:gd name="T38" fmla="*/ 38 w 2394"/>
                  <a:gd name="T39" fmla="*/ 457 h 2239"/>
                  <a:gd name="T40" fmla="*/ 15 w 2394"/>
                  <a:gd name="T41" fmla="*/ 495 h 2239"/>
                  <a:gd name="T42" fmla="*/ 109 w 2394"/>
                  <a:gd name="T43" fmla="*/ 541 h 2239"/>
                  <a:gd name="T44" fmla="*/ 163 w 2394"/>
                  <a:gd name="T45" fmla="*/ 594 h 2239"/>
                  <a:gd name="T46" fmla="*/ 224 w 2394"/>
                  <a:gd name="T47" fmla="*/ 629 h 2239"/>
                  <a:gd name="T48" fmla="*/ 255 w 2394"/>
                  <a:gd name="T49" fmla="*/ 673 h 2239"/>
                  <a:gd name="T50" fmla="*/ 295 w 2394"/>
                  <a:gd name="T51" fmla="*/ 677 h 2239"/>
                  <a:gd name="T52" fmla="*/ 336 w 2394"/>
                  <a:gd name="T53" fmla="*/ 693 h 2239"/>
                  <a:gd name="T54" fmla="*/ 350 w 2394"/>
                  <a:gd name="T55" fmla="*/ 709 h 2239"/>
                  <a:gd name="T56" fmla="*/ 348 w 2394"/>
                  <a:gd name="T57" fmla="*/ 772 h 2239"/>
                  <a:gd name="T58" fmla="*/ 457 w 2394"/>
                  <a:gd name="T59" fmla="*/ 811 h 2239"/>
                  <a:gd name="T60" fmla="*/ 394 w 2394"/>
                  <a:gd name="T61" fmla="*/ 891 h 2239"/>
                  <a:gd name="T62" fmla="*/ 498 w 2394"/>
                  <a:gd name="T63" fmla="*/ 1064 h 2239"/>
                  <a:gd name="T64" fmla="*/ 510 w 2394"/>
                  <a:gd name="T65" fmla="*/ 1112 h 2239"/>
                  <a:gd name="T66" fmla="*/ 509 w 2394"/>
                  <a:gd name="T67" fmla="*/ 1207 h 2239"/>
                  <a:gd name="T68" fmla="*/ 543 w 2394"/>
                  <a:gd name="T69" fmla="*/ 1307 h 2239"/>
                  <a:gd name="T70" fmla="*/ 554 w 2394"/>
                  <a:gd name="T71" fmla="*/ 1465 h 2239"/>
                  <a:gd name="T72" fmla="*/ 477 w 2394"/>
                  <a:gd name="T73" fmla="*/ 1308 h 2239"/>
                  <a:gd name="T74" fmla="*/ 421 w 2394"/>
                  <a:gd name="T75" fmla="*/ 1497 h 2239"/>
                  <a:gd name="T76" fmla="*/ 244 w 2394"/>
                  <a:gd name="T77" fmla="*/ 1792 h 2239"/>
                  <a:gd name="T78" fmla="*/ 559 w 2394"/>
                  <a:gd name="T79" fmla="*/ 2039 h 2239"/>
                  <a:gd name="T80" fmla="*/ 1082 w 2394"/>
                  <a:gd name="T81" fmla="*/ 2219 h 2239"/>
                  <a:gd name="T82" fmla="*/ 1130 w 2394"/>
                  <a:gd name="T83" fmla="*/ 2123 h 2239"/>
                  <a:gd name="T84" fmla="*/ 1158 w 2394"/>
                  <a:gd name="T85" fmla="*/ 2070 h 2239"/>
                  <a:gd name="T86" fmla="*/ 1248 w 2394"/>
                  <a:gd name="T87" fmla="*/ 2030 h 2239"/>
                  <a:gd name="T88" fmla="*/ 1423 w 2394"/>
                  <a:gd name="T89" fmla="*/ 2012 h 2239"/>
                  <a:gd name="T90" fmla="*/ 1481 w 2394"/>
                  <a:gd name="T91" fmla="*/ 2034 h 2239"/>
                  <a:gd name="T92" fmla="*/ 1530 w 2394"/>
                  <a:gd name="T93" fmla="*/ 2060 h 2239"/>
                  <a:gd name="T94" fmla="*/ 1576 w 2394"/>
                  <a:gd name="T95" fmla="*/ 2019 h 2239"/>
                  <a:gd name="T96" fmla="*/ 1612 w 2394"/>
                  <a:gd name="T97" fmla="*/ 2072 h 2239"/>
                  <a:gd name="T98" fmla="*/ 1695 w 2394"/>
                  <a:gd name="T99" fmla="*/ 2137 h 2239"/>
                  <a:gd name="T100" fmla="*/ 1756 w 2394"/>
                  <a:gd name="T101" fmla="*/ 2160 h 2239"/>
                  <a:gd name="T102" fmla="*/ 1819 w 2394"/>
                  <a:gd name="T103" fmla="*/ 2168 h 2239"/>
                  <a:gd name="T104" fmla="*/ 1886 w 2394"/>
                  <a:gd name="T105" fmla="*/ 2148 h 2239"/>
                  <a:gd name="T106" fmla="*/ 1935 w 2394"/>
                  <a:gd name="T107" fmla="*/ 2092 h 2239"/>
                  <a:gd name="T108" fmla="*/ 2019 w 2394"/>
                  <a:gd name="T109" fmla="*/ 2039 h 2239"/>
                  <a:gd name="T110" fmla="*/ 1983 w 2394"/>
                  <a:gd name="T111" fmla="*/ 1833 h 2239"/>
                  <a:gd name="T112" fmla="*/ 2033 w 2394"/>
                  <a:gd name="T113" fmla="*/ 1383 h 2239"/>
                  <a:gd name="T114" fmla="*/ 1980 w 2394"/>
                  <a:gd name="T115" fmla="*/ 1193 h 2239"/>
                  <a:gd name="T116" fmla="*/ 2261 w 2394"/>
                  <a:gd name="T117" fmla="*/ 871 h 2239"/>
                  <a:gd name="T118" fmla="*/ 1303 w 2394"/>
                  <a:gd name="T119" fmla="*/ 1991 h 2239"/>
                  <a:gd name="T120" fmla="*/ 1395 w 2394"/>
                  <a:gd name="T121" fmla="*/ 1970 h 2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94" h="2239">
                    <a:moveTo>
                      <a:pt x="2382" y="681"/>
                    </a:moveTo>
                    <a:cubicBezTo>
                      <a:pt x="2357" y="678"/>
                      <a:pt x="2357" y="678"/>
                      <a:pt x="2357" y="678"/>
                    </a:cubicBezTo>
                    <a:cubicBezTo>
                      <a:pt x="2343" y="660"/>
                      <a:pt x="2343" y="660"/>
                      <a:pt x="2343" y="660"/>
                    </a:cubicBezTo>
                    <a:cubicBezTo>
                      <a:pt x="2323" y="664"/>
                      <a:pt x="2323" y="664"/>
                      <a:pt x="2323" y="664"/>
                    </a:cubicBezTo>
                    <a:cubicBezTo>
                      <a:pt x="2307" y="654"/>
                      <a:pt x="2307" y="654"/>
                      <a:pt x="2307" y="654"/>
                    </a:cubicBezTo>
                    <a:cubicBezTo>
                      <a:pt x="2287" y="652"/>
                      <a:pt x="2287" y="652"/>
                      <a:pt x="2287" y="652"/>
                    </a:cubicBezTo>
                    <a:cubicBezTo>
                      <a:pt x="2267" y="623"/>
                      <a:pt x="2267" y="623"/>
                      <a:pt x="2267" y="623"/>
                    </a:cubicBezTo>
                    <a:cubicBezTo>
                      <a:pt x="2234" y="619"/>
                      <a:pt x="2234" y="619"/>
                      <a:pt x="2234" y="619"/>
                    </a:cubicBezTo>
                    <a:cubicBezTo>
                      <a:pt x="2225" y="629"/>
                      <a:pt x="2225" y="629"/>
                      <a:pt x="2225" y="629"/>
                    </a:cubicBezTo>
                    <a:cubicBezTo>
                      <a:pt x="2179" y="622"/>
                      <a:pt x="2179" y="622"/>
                      <a:pt x="2179" y="622"/>
                    </a:cubicBezTo>
                    <a:cubicBezTo>
                      <a:pt x="2175" y="604"/>
                      <a:pt x="2175" y="604"/>
                      <a:pt x="2175" y="604"/>
                    </a:cubicBezTo>
                    <a:cubicBezTo>
                      <a:pt x="2152" y="599"/>
                      <a:pt x="2152" y="599"/>
                      <a:pt x="2152" y="599"/>
                    </a:cubicBezTo>
                    <a:cubicBezTo>
                      <a:pt x="2141" y="606"/>
                      <a:pt x="2141" y="606"/>
                      <a:pt x="2141" y="606"/>
                    </a:cubicBezTo>
                    <a:cubicBezTo>
                      <a:pt x="2113" y="598"/>
                      <a:pt x="2113" y="598"/>
                      <a:pt x="2113" y="598"/>
                    </a:cubicBezTo>
                    <a:cubicBezTo>
                      <a:pt x="2101" y="544"/>
                      <a:pt x="2101" y="544"/>
                      <a:pt x="2101" y="544"/>
                    </a:cubicBezTo>
                    <a:cubicBezTo>
                      <a:pt x="2086" y="521"/>
                      <a:pt x="2086" y="521"/>
                      <a:pt x="2086" y="521"/>
                    </a:cubicBezTo>
                    <a:cubicBezTo>
                      <a:pt x="2077" y="520"/>
                      <a:pt x="2077" y="520"/>
                      <a:pt x="2077" y="520"/>
                    </a:cubicBezTo>
                    <a:cubicBezTo>
                      <a:pt x="2070" y="520"/>
                      <a:pt x="2070" y="520"/>
                      <a:pt x="2070" y="520"/>
                    </a:cubicBezTo>
                    <a:cubicBezTo>
                      <a:pt x="2046" y="502"/>
                      <a:pt x="2046" y="502"/>
                      <a:pt x="2046" y="502"/>
                    </a:cubicBezTo>
                    <a:cubicBezTo>
                      <a:pt x="2017" y="513"/>
                      <a:pt x="2017" y="513"/>
                      <a:pt x="2017" y="513"/>
                    </a:cubicBezTo>
                    <a:cubicBezTo>
                      <a:pt x="1999" y="511"/>
                      <a:pt x="1999" y="511"/>
                      <a:pt x="1999" y="511"/>
                    </a:cubicBezTo>
                    <a:cubicBezTo>
                      <a:pt x="1979" y="481"/>
                      <a:pt x="1979" y="481"/>
                      <a:pt x="1979" y="481"/>
                    </a:cubicBezTo>
                    <a:cubicBezTo>
                      <a:pt x="1979" y="480"/>
                      <a:pt x="1979" y="480"/>
                      <a:pt x="1979" y="480"/>
                    </a:cubicBezTo>
                    <a:cubicBezTo>
                      <a:pt x="1921" y="477"/>
                      <a:pt x="1921" y="477"/>
                      <a:pt x="1921" y="477"/>
                    </a:cubicBezTo>
                    <a:cubicBezTo>
                      <a:pt x="1911" y="450"/>
                      <a:pt x="1911" y="450"/>
                      <a:pt x="1911" y="450"/>
                    </a:cubicBezTo>
                    <a:cubicBezTo>
                      <a:pt x="1895" y="448"/>
                      <a:pt x="1895" y="448"/>
                      <a:pt x="1895" y="448"/>
                    </a:cubicBezTo>
                    <a:cubicBezTo>
                      <a:pt x="1895" y="436"/>
                      <a:pt x="1895" y="436"/>
                      <a:pt x="1895" y="436"/>
                    </a:cubicBezTo>
                    <a:cubicBezTo>
                      <a:pt x="1858" y="416"/>
                      <a:pt x="1858" y="416"/>
                      <a:pt x="1858" y="416"/>
                    </a:cubicBezTo>
                    <a:cubicBezTo>
                      <a:pt x="1843" y="393"/>
                      <a:pt x="1843" y="393"/>
                      <a:pt x="1843" y="393"/>
                    </a:cubicBezTo>
                    <a:cubicBezTo>
                      <a:pt x="1823" y="389"/>
                      <a:pt x="1823" y="389"/>
                      <a:pt x="1823" y="389"/>
                    </a:cubicBezTo>
                    <a:cubicBezTo>
                      <a:pt x="1827" y="356"/>
                      <a:pt x="1827" y="356"/>
                      <a:pt x="1827" y="356"/>
                    </a:cubicBezTo>
                    <a:cubicBezTo>
                      <a:pt x="1817" y="346"/>
                      <a:pt x="1817" y="346"/>
                      <a:pt x="1817" y="346"/>
                    </a:cubicBezTo>
                    <a:cubicBezTo>
                      <a:pt x="1830" y="319"/>
                      <a:pt x="1830" y="319"/>
                      <a:pt x="1830" y="319"/>
                    </a:cubicBezTo>
                    <a:cubicBezTo>
                      <a:pt x="1837" y="314"/>
                      <a:pt x="1837" y="314"/>
                      <a:pt x="1837" y="314"/>
                    </a:cubicBezTo>
                    <a:cubicBezTo>
                      <a:pt x="1837" y="299"/>
                      <a:pt x="1837" y="299"/>
                      <a:pt x="1837" y="299"/>
                    </a:cubicBezTo>
                    <a:cubicBezTo>
                      <a:pt x="1825" y="295"/>
                      <a:pt x="1825" y="295"/>
                      <a:pt x="1825" y="295"/>
                    </a:cubicBezTo>
                    <a:cubicBezTo>
                      <a:pt x="1798" y="312"/>
                      <a:pt x="1798" y="312"/>
                      <a:pt x="1798" y="312"/>
                    </a:cubicBezTo>
                    <a:cubicBezTo>
                      <a:pt x="1799" y="334"/>
                      <a:pt x="1799" y="334"/>
                      <a:pt x="1799" y="334"/>
                    </a:cubicBezTo>
                    <a:cubicBezTo>
                      <a:pt x="1792" y="335"/>
                      <a:pt x="1757" y="343"/>
                      <a:pt x="1757" y="343"/>
                    </a:cubicBezTo>
                    <a:cubicBezTo>
                      <a:pt x="1734" y="335"/>
                      <a:pt x="1734" y="335"/>
                      <a:pt x="1734" y="335"/>
                    </a:cubicBezTo>
                    <a:cubicBezTo>
                      <a:pt x="1710" y="335"/>
                      <a:pt x="1710" y="335"/>
                      <a:pt x="1710" y="335"/>
                    </a:cubicBezTo>
                    <a:cubicBezTo>
                      <a:pt x="1703" y="323"/>
                      <a:pt x="1703" y="323"/>
                      <a:pt x="1703" y="323"/>
                    </a:cubicBezTo>
                    <a:cubicBezTo>
                      <a:pt x="1709" y="311"/>
                      <a:pt x="1709" y="311"/>
                      <a:pt x="1709" y="311"/>
                    </a:cubicBezTo>
                    <a:cubicBezTo>
                      <a:pt x="1725" y="309"/>
                      <a:pt x="1725" y="309"/>
                      <a:pt x="1725" y="309"/>
                    </a:cubicBezTo>
                    <a:cubicBezTo>
                      <a:pt x="1721" y="288"/>
                      <a:pt x="1721" y="288"/>
                      <a:pt x="1721" y="288"/>
                    </a:cubicBezTo>
                    <a:cubicBezTo>
                      <a:pt x="1713" y="281"/>
                      <a:pt x="1713" y="281"/>
                      <a:pt x="1713" y="281"/>
                    </a:cubicBezTo>
                    <a:cubicBezTo>
                      <a:pt x="1731" y="255"/>
                      <a:pt x="1731" y="255"/>
                      <a:pt x="1731" y="255"/>
                    </a:cubicBezTo>
                    <a:cubicBezTo>
                      <a:pt x="1719" y="253"/>
                      <a:pt x="1719" y="253"/>
                      <a:pt x="1719" y="253"/>
                    </a:cubicBezTo>
                    <a:cubicBezTo>
                      <a:pt x="1704" y="227"/>
                      <a:pt x="1704" y="227"/>
                      <a:pt x="1704" y="227"/>
                    </a:cubicBezTo>
                    <a:cubicBezTo>
                      <a:pt x="1674" y="227"/>
                      <a:pt x="1674" y="227"/>
                      <a:pt x="1674" y="227"/>
                    </a:cubicBezTo>
                    <a:cubicBezTo>
                      <a:pt x="1649" y="220"/>
                      <a:pt x="1649" y="220"/>
                      <a:pt x="1649" y="220"/>
                    </a:cubicBezTo>
                    <a:cubicBezTo>
                      <a:pt x="1642" y="232"/>
                      <a:pt x="1642" y="232"/>
                      <a:pt x="1642" y="232"/>
                    </a:cubicBezTo>
                    <a:cubicBezTo>
                      <a:pt x="1631" y="220"/>
                      <a:pt x="1631" y="220"/>
                      <a:pt x="1631" y="220"/>
                    </a:cubicBezTo>
                    <a:cubicBezTo>
                      <a:pt x="1639" y="189"/>
                      <a:pt x="1639" y="189"/>
                      <a:pt x="1639" y="189"/>
                    </a:cubicBezTo>
                    <a:cubicBezTo>
                      <a:pt x="1617" y="171"/>
                      <a:pt x="1617" y="171"/>
                      <a:pt x="1617" y="171"/>
                    </a:cubicBezTo>
                    <a:cubicBezTo>
                      <a:pt x="1593" y="175"/>
                      <a:pt x="1593" y="175"/>
                      <a:pt x="1593" y="175"/>
                    </a:cubicBezTo>
                    <a:cubicBezTo>
                      <a:pt x="1577" y="159"/>
                      <a:pt x="1577" y="159"/>
                      <a:pt x="1577" y="159"/>
                    </a:cubicBezTo>
                    <a:cubicBezTo>
                      <a:pt x="1584" y="114"/>
                      <a:pt x="1584" y="114"/>
                      <a:pt x="1584" y="114"/>
                    </a:cubicBezTo>
                    <a:cubicBezTo>
                      <a:pt x="1569" y="94"/>
                      <a:pt x="1569" y="94"/>
                      <a:pt x="1569" y="94"/>
                    </a:cubicBezTo>
                    <a:cubicBezTo>
                      <a:pt x="1531" y="99"/>
                      <a:pt x="1531" y="99"/>
                      <a:pt x="1531" y="99"/>
                    </a:cubicBezTo>
                    <a:cubicBezTo>
                      <a:pt x="1520" y="110"/>
                      <a:pt x="1520" y="110"/>
                      <a:pt x="1520" y="110"/>
                    </a:cubicBezTo>
                    <a:cubicBezTo>
                      <a:pt x="1498" y="90"/>
                      <a:pt x="1498" y="90"/>
                      <a:pt x="1498" y="90"/>
                    </a:cubicBezTo>
                    <a:cubicBezTo>
                      <a:pt x="1496" y="70"/>
                      <a:pt x="1496" y="70"/>
                      <a:pt x="1496" y="70"/>
                    </a:cubicBezTo>
                    <a:cubicBezTo>
                      <a:pt x="1478" y="64"/>
                      <a:pt x="1478" y="64"/>
                      <a:pt x="1478" y="64"/>
                    </a:cubicBezTo>
                    <a:cubicBezTo>
                      <a:pt x="1477" y="45"/>
                      <a:pt x="1477" y="45"/>
                      <a:pt x="1477" y="45"/>
                    </a:cubicBezTo>
                    <a:cubicBezTo>
                      <a:pt x="1493" y="30"/>
                      <a:pt x="1493" y="30"/>
                      <a:pt x="1493" y="30"/>
                    </a:cubicBezTo>
                    <a:cubicBezTo>
                      <a:pt x="1482" y="0"/>
                      <a:pt x="1482" y="0"/>
                      <a:pt x="1482" y="0"/>
                    </a:cubicBezTo>
                    <a:cubicBezTo>
                      <a:pt x="1481" y="0"/>
                      <a:pt x="1480" y="0"/>
                      <a:pt x="1479" y="1"/>
                    </a:cubicBezTo>
                    <a:cubicBezTo>
                      <a:pt x="1477" y="1"/>
                      <a:pt x="1474" y="3"/>
                      <a:pt x="1472" y="3"/>
                    </a:cubicBezTo>
                    <a:cubicBezTo>
                      <a:pt x="1470" y="3"/>
                      <a:pt x="1469" y="3"/>
                      <a:pt x="1468" y="4"/>
                    </a:cubicBezTo>
                    <a:cubicBezTo>
                      <a:pt x="1467" y="5"/>
                      <a:pt x="1466" y="6"/>
                      <a:pt x="1465" y="6"/>
                    </a:cubicBezTo>
                    <a:cubicBezTo>
                      <a:pt x="1463" y="7"/>
                      <a:pt x="1460" y="8"/>
                      <a:pt x="1458" y="9"/>
                    </a:cubicBezTo>
                    <a:cubicBezTo>
                      <a:pt x="1456" y="10"/>
                      <a:pt x="1454" y="11"/>
                      <a:pt x="1451" y="12"/>
                    </a:cubicBezTo>
                    <a:cubicBezTo>
                      <a:pt x="1450" y="12"/>
                      <a:pt x="1449" y="13"/>
                      <a:pt x="1448" y="13"/>
                    </a:cubicBezTo>
                    <a:cubicBezTo>
                      <a:pt x="1447" y="13"/>
                      <a:pt x="1447" y="12"/>
                      <a:pt x="1446" y="12"/>
                    </a:cubicBezTo>
                    <a:cubicBezTo>
                      <a:pt x="1443" y="11"/>
                      <a:pt x="1439" y="12"/>
                      <a:pt x="1436" y="12"/>
                    </a:cubicBezTo>
                    <a:cubicBezTo>
                      <a:pt x="1432" y="13"/>
                      <a:pt x="1428" y="13"/>
                      <a:pt x="1424" y="13"/>
                    </a:cubicBezTo>
                    <a:cubicBezTo>
                      <a:pt x="1416" y="13"/>
                      <a:pt x="1408" y="13"/>
                      <a:pt x="1400" y="13"/>
                    </a:cubicBezTo>
                    <a:cubicBezTo>
                      <a:pt x="1388" y="13"/>
                      <a:pt x="1376" y="13"/>
                      <a:pt x="1364" y="13"/>
                    </a:cubicBezTo>
                    <a:cubicBezTo>
                      <a:pt x="1354" y="13"/>
                      <a:pt x="1343" y="12"/>
                      <a:pt x="1334" y="13"/>
                    </a:cubicBezTo>
                    <a:cubicBezTo>
                      <a:pt x="1325" y="14"/>
                      <a:pt x="1317" y="19"/>
                      <a:pt x="1309" y="23"/>
                    </a:cubicBezTo>
                    <a:cubicBezTo>
                      <a:pt x="1307" y="24"/>
                      <a:pt x="1304" y="25"/>
                      <a:pt x="1301" y="26"/>
                    </a:cubicBezTo>
                    <a:cubicBezTo>
                      <a:pt x="1300" y="27"/>
                      <a:pt x="1298" y="27"/>
                      <a:pt x="1297" y="28"/>
                    </a:cubicBezTo>
                    <a:cubicBezTo>
                      <a:pt x="1294" y="31"/>
                      <a:pt x="1294" y="37"/>
                      <a:pt x="1295" y="41"/>
                    </a:cubicBezTo>
                    <a:cubicBezTo>
                      <a:pt x="1295" y="44"/>
                      <a:pt x="1296" y="46"/>
                      <a:pt x="1295" y="48"/>
                    </a:cubicBezTo>
                    <a:cubicBezTo>
                      <a:pt x="1295" y="52"/>
                      <a:pt x="1293" y="55"/>
                      <a:pt x="1291" y="57"/>
                    </a:cubicBezTo>
                    <a:cubicBezTo>
                      <a:pt x="1289" y="60"/>
                      <a:pt x="1287" y="63"/>
                      <a:pt x="1285" y="66"/>
                    </a:cubicBezTo>
                    <a:cubicBezTo>
                      <a:pt x="1283" y="69"/>
                      <a:pt x="1282" y="72"/>
                      <a:pt x="1281" y="75"/>
                    </a:cubicBezTo>
                    <a:cubicBezTo>
                      <a:pt x="1279" y="84"/>
                      <a:pt x="1278" y="93"/>
                      <a:pt x="1276" y="102"/>
                    </a:cubicBezTo>
                    <a:cubicBezTo>
                      <a:pt x="1276" y="104"/>
                      <a:pt x="1276" y="106"/>
                      <a:pt x="1275" y="107"/>
                    </a:cubicBezTo>
                    <a:cubicBezTo>
                      <a:pt x="1275" y="109"/>
                      <a:pt x="1276" y="111"/>
                      <a:pt x="1277" y="112"/>
                    </a:cubicBezTo>
                    <a:cubicBezTo>
                      <a:pt x="1277" y="112"/>
                      <a:pt x="1277" y="112"/>
                      <a:pt x="1278" y="113"/>
                    </a:cubicBezTo>
                    <a:cubicBezTo>
                      <a:pt x="1278" y="114"/>
                      <a:pt x="1278" y="115"/>
                      <a:pt x="1279" y="116"/>
                    </a:cubicBezTo>
                    <a:cubicBezTo>
                      <a:pt x="1279" y="117"/>
                      <a:pt x="1280" y="118"/>
                      <a:pt x="1280" y="120"/>
                    </a:cubicBezTo>
                    <a:cubicBezTo>
                      <a:pt x="1280" y="121"/>
                      <a:pt x="1279" y="122"/>
                      <a:pt x="1278" y="122"/>
                    </a:cubicBezTo>
                    <a:cubicBezTo>
                      <a:pt x="1277" y="123"/>
                      <a:pt x="1276" y="125"/>
                      <a:pt x="1275" y="126"/>
                    </a:cubicBezTo>
                    <a:cubicBezTo>
                      <a:pt x="1274" y="127"/>
                      <a:pt x="1272" y="128"/>
                      <a:pt x="1271" y="130"/>
                    </a:cubicBezTo>
                    <a:cubicBezTo>
                      <a:pt x="1271" y="131"/>
                      <a:pt x="1270" y="133"/>
                      <a:pt x="1270" y="135"/>
                    </a:cubicBezTo>
                    <a:cubicBezTo>
                      <a:pt x="1269" y="135"/>
                      <a:pt x="1269" y="137"/>
                      <a:pt x="1269" y="137"/>
                    </a:cubicBezTo>
                    <a:cubicBezTo>
                      <a:pt x="1268" y="138"/>
                      <a:pt x="1267" y="138"/>
                      <a:pt x="1267" y="140"/>
                    </a:cubicBezTo>
                    <a:cubicBezTo>
                      <a:pt x="1267" y="141"/>
                      <a:pt x="1266" y="142"/>
                      <a:pt x="1266" y="144"/>
                    </a:cubicBezTo>
                    <a:cubicBezTo>
                      <a:pt x="1266" y="146"/>
                      <a:pt x="1266" y="148"/>
                      <a:pt x="1266" y="150"/>
                    </a:cubicBezTo>
                    <a:cubicBezTo>
                      <a:pt x="1265" y="152"/>
                      <a:pt x="1265" y="154"/>
                      <a:pt x="1266" y="156"/>
                    </a:cubicBezTo>
                    <a:cubicBezTo>
                      <a:pt x="1266" y="158"/>
                      <a:pt x="1268" y="159"/>
                      <a:pt x="1269" y="161"/>
                    </a:cubicBezTo>
                    <a:cubicBezTo>
                      <a:pt x="1271" y="162"/>
                      <a:pt x="1269" y="164"/>
                      <a:pt x="1267" y="165"/>
                    </a:cubicBezTo>
                    <a:cubicBezTo>
                      <a:pt x="1266" y="165"/>
                      <a:pt x="1265" y="166"/>
                      <a:pt x="1264" y="167"/>
                    </a:cubicBezTo>
                    <a:cubicBezTo>
                      <a:pt x="1262" y="169"/>
                      <a:pt x="1262" y="171"/>
                      <a:pt x="1261" y="173"/>
                    </a:cubicBezTo>
                    <a:cubicBezTo>
                      <a:pt x="1260" y="176"/>
                      <a:pt x="1259" y="179"/>
                      <a:pt x="1257" y="181"/>
                    </a:cubicBezTo>
                    <a:cubicBezTo>
                      <a:pt x="1256" y="183"/>
                      <a:pt x="1256" y="185"/>
                      <a:pt x="1258" y="186"/>
                    </a:cubicBezTo>
                    <a:cubicBezTo>
                      <a:pt x="1260" y="189"/>
                      <a:pt x="1261" y="191"/>
                      <a:pt x="1262" y="194"/>
                    </a:cubicBezTo>
                    <a:cubicBezTo>
                      <a:pt x="1263" y="196"/>
                      <a:pt x="1265" y="198"/>
                      <a:pt x="1266" y="200"/>
                    </a:cubicBezTo>
                    <a:cubicBezTo>
                      <a:pt x="1268" y="203"/>
                      <a:pt x="1271" y="204"/>
                      <a:pt x="1271" y="207"/>
                    </a:cubicBezTo>
                    <a:cubicBezTo>
                      <a:pt x="1271" y="209"/>
                      <a:pt x="1271" y="211"/>
                      <a:pt x="1268" y="211"/>
                    </a:cubicBezTo>
                    <a:cubicBezTo>
                      <a:pt x="1267" y="212"/>
                      <a:pt x="1265" y="211"/>
                      <a:pt x="1264" y="210"/>
                    </a:cubicBezTo>
                    <a:cubicBezTo>
                      <a:pt x="1264" y="210"/>
                      <a:pt x="1264" y="210"/>
                      <a:pt x="1264" y="210"/>
                    </a:cubicBezTo>
                    <a:cubicBezTo>
                      <a:pt x="1262" y="209"/>
                      <a:pt x="1261" y="207"/>
                      <a:pt x="1260" y="205"/>
                    </a:cubicBezTo>
                    <a:cubicBezTo>
                      <a:pt x="1259" y="202"/>
                      <a:pt x="1258" y="199"/>
                      <a:pt x="1255" y="198"/>
                    </a:cubicBezTo>
                    <a:cubicBezTo>
                      <a:pt x="1250" y="196"/>
                      <a:pt x="1244" y="199"/>
                      <a:pt x="1240" y="203"/>
                    </a:cubicBezTo>
                    <a:cubicBezTo>
                      <a:pt x="1226" y="215"/>
                      <a:pt x="1213" y="229"/>
                      <a:pt x="1198" y="240"/>
                    </a:cubicBezTo>
                    <a:cubicBezTo>
                      <a:pt x="1190" y="244"/>
                      <a:pt x="1183" y="246"/>
                      <a:pt x="1174" y="247"/>
                    </a:cubicBezTo>
                    <a:cubicBezTo>
                      <a:pt x="1168" y="247"/>
                      <a:pt x="1161" y="248"/>
                      <a:pt x="1155" y="250"/>
                    </a:cubicBezTo>
                    <a:cubicBezTo>
                      <a:pt x="1153" y="250"/>
                      <a:pt x="1152" y="251"/>
                      <a:pt x="1150" y="251"/>
                    </a:cubicBezTo>
                    <a:cubicBezTo>
                      <a:pt x="1149" y="252"/>
                      <a:pt x="1147" y="252"/>
                      <a:pt x="1145" y="252"/>
                    </a:cubicBezTo>
                    <a:cubicBezTo>
                      <a:pt x="1141" y="253"/>
                      <a:pt x="1137" y="253"/>
                      <a:pt x="1133" y="253"/>
                    </a:cubicBezTo>
                    <a:cubicBezTo>
                      <a:pt x="1123" y="253"/>
                      <a:pt x="1114" y="252"/>
                      <a:pt x="1105" y="254"/>
                    </a:cubicBezTo>
                    <a:cubicBezTo>
                      <a:pt x="1097" y="255"/>
                      <a:pt x="1090" y="257"/>
                      <a:pt x="1082" y="256"/>
                    </a:cubicBezTo>
                    <a:cubicBezTo>
                      <a:pt x="1072" y="256"/>
                      <a:pt x="1062" y="254"/>
                      <a:pt x="1052" y="255"/>
                    </a:cubicBezTo>
                    <a:cubicBezTo>
                      <a:pt x="1043" y="256"/>
                      <a:pt x="1035" y="260"/>
                      <a:pt x="1026" y="263"/>
                    </a:cubicBezTo>
                    <a:cubicBezTo>
                      <a:pt x="1018" y="265"/>
                      <a:pt x="1009" y="267"/>
                      <a:pt x="1001" y="270"/>
                    </a:cubicBezTo>
                    <a:cubicBezTo>
                      <a:pt x="993" y="274"/>
                      <a:pt x="984" y="279"/>
                      <a:pt x="977" y="285"/>
                    </a:cubicBezTo>
                    <a:cubicBezTo>
                      <a:pt x="970" y="291"/>
                      <a:pt x="964" y="298"/>
                      <a:pt x="958" y="306"/>
                    </a:cubicBezTo>
                    <a:cubicBezTo>
                      <a:pt x="954" y="311"/>
                      <a:pt x="949" y="316"/>
                      <a:pt x="951" y="323"/>
                    </a:cubicBezTo>
                    <a:cubicBezTo>
                      <a:pt x="952" y="329"/>
                      <a:pt x="955" y="334"/>
                      <a:pt x="960" y="337"/>
                    </a:cubicBezTo>
                    <a:cubicBezTo>
                      <a:pt x="963" y="338"/>
                      <a:pt x="966" y="338"/>
                      <a:pt x="970" y="339"/>
                    </a:cubicBezTo>
                    <a:cubicBezTo>
                      <a:pt x="974" y="339"/>
                      <a:pt x="978" y="339"/>
                      <a:pt x="982" y="340"/>
                    </a:cubicBezTo>
                    <a:cubicBezTo>
                      <a:pt x="989" y="340"/>
                      <a:pt x="995" y="341"/>
                      <a:pt x="1002" y="343"/>
                    </a:cubicBezTo>
                    <a:cubicBezTo>
                      <a:pt x="1002" y="343"/>
                      <a:pt x="1005" y="344"/>
                      <a:pt x="1004" y="345"/>
                    </a:cubicBezTo>
                    <a:cubicBezTo>
                      <a:pt x="1004" y="347"/>
                      <a:pt x="999" y="347"/>
                      <a:pt x="998" y="347"/>
                    </a:cubicBezTo>
                    <a:cubicBezTo>
                      <a:pt x="992" y="348"/>
                      <a:pt x="985" y="349"/>
                      <a:pt x="979" y="349"/>
                    </a:cubicBezTo>
                    <a:cubicBezTo>
                      <a:pt x="969" y="350"/>
                      <a:pt x="956" y="344"/>
                      <a:pt x="948" y="353"/>
                    </a:cubicBezTo>
                    <a:cubicBezTo>
                      <a:pt x="945" y="356"/>
                      <a:pt x="942" y="360"/>
                      <a:pt x="937" y="362"/>
                    </a:cubicBezTo>
                    <a:cubicBezTo>
                      <a:pt x="932" y="364"/>
                      <a:pt x="926" y="363"/>
                      <a:pt x="921" y="363"/>
                    </a:cubicBezTo>
                    <a:cubicBezTo>
                      <a:pt x="913" y="363"/>
                      <a:pt x="906" y="364"/>
                      <a:pt x="899" y="365"/>
                    </a:cubicBezTo>
                    <a:cubicBezTo>
                      <a:pt x="894" y="366"/>
                      <a:pt x="890" y="367"/>
                      <a:pt x="887" y="363"/>
                    </a:cubicBezTo>
                    <a:cubicBezTo>
                      <a:pt x="886" y="362"/>
                      <a:pt x="885" y="361"/>
                      <a:pt x="883" y="360"/>
                    </a:cubicBezTo>
                    <a:cubicBezTo>
                      <a:pt x="882" y="359"/>
                      <a:pt x="881" y="358"/>
                      <a:pt x="880" y="357"/>
                    </a:cubicBezTo>
                    <a:cubicBezTo>
                      <a:pt x="879" y="356"/>
                      <a:pt x="877" y="355"/>
                      <a:pt x="876" y="354"/>
                    </a:cubicBezTo>
                    <a:cubicBezTo>
                      <a:pt x="873" y="352"/>
                      <a:pt x="870" y="350"/>
                      <a:pt x="867" y="348"/>
                    </a:cubicBezTo>
                    <a:cubicBezTo>
                      <a:pt x="866" y="348"/>
                      <a:pt x="865" y="348"/>
                      <a:pt x="863" y="347"/>
                    </a:cubicBezTo>
                    <a:cubicBezTo>
                      <a:pt x="862" y="346"/>
                      <a:pt x="860" y="345"/>
                      <a:pt x="859" y="345"/>
                    </a:cubicBezTo>
                    <a:cubicBezTo>
                      <a:pt x="856" y="343"/>
                      <a:pt x="853" y="342"/>
                      <a:pt x="850" y="340"/>
                    </a:cubicBezTo>
                    <a:cubicBezTo>
                      <a:pt x="847" y="339"/>
                      <a:pt x="844" y="339"/>
                      <a:pt x="841" y="338"/>
                    </a:cubicBezTo>
                    <a:cubicBezTo>
                      <a:pt x="840" y="338"/>
                      <a:pt x="838" y="338"/>
                      <a:pt x="837" y="337"/>
                    </a:cubicBezTo>
                    <a:cubicBezTo>
                      <a:pt x="836" y="336"/>
                      <a:pt x="834" y="335"/>
                      <a:pt x="833" y="334"/>
                    </a:cubicBezTo>
                    <a:cubicBezTo>
                      <a:pt x="833" y="334"/>
                      <a:pt x="833" y="334"/>
                      <a:pt x="833" y="334"/>
                    </a:cubicBezTo>
                    <a:cubicBezTo>
                      <a:pt x="832" y="334"/>
                      <a:pt x="832" y="334"/>
                      <a:pt x="832" y="333"/>
                    </a:cubicBezTo>
                    <a:cubicBezTo>
                      <a:pt x="831" y="333"/>
                      <a:pt x="830" y="333"/>
                      <a:pt x="829" y="332"/>
                    </a:cubicBezTo>
                    <a:cubicBezTo>
                      <a:pt x="827" y="332"/>
                      <a:pt x="824" y="331"/>
                      <a:pt x="822" y="331"/>
                    </a:cubicBezTo>
                    <a:cubicBezTo>
                      <a:pt x="818" y="331"/>
                      <a:pt x="813" y="330"/>
                      <a:pt x="808" y="330"/>
                    </a:cubicBezTo>
                    <a:cubicBezTo>
                      <a:pt x="805" y="329"/>
                      <a:pt x="801" y="329"/>
                      <a:pt x="797" y="328"/>
                    </a:cubicBezTo>
                    <a:cubicBezTo>
                      <a:pt x="796" y="327"/>
                      <a:pt x="793" y="327"/>
                      <a:pt x="792" y="326"/>
                    </a:cubicBezTo>
                    <a:cubicBezTo>
                      <a:pt x="791" y="326"/>
                      <a:pt x="789" y="324"/>
                      <a:pt x="788" y="323"/>
                    </a:cubicBezTo>
                    <a:cubicBezTo>
                      <a:pt x="786" y="322"/>
                      <a:pt x="785" y="321"/>
                      <a:pt x="783" y="319"/>
                    </a:cubicBezTo>
                    <a:cubicBezTo>
                      <a:pt x="781" y="318"/>
                      <a:pt x="780" y="316"/>
                      <a:pt x="779" y="314"/>
                    </a:cubicBezTo>
                    <a:cubicBezTo>
                      <a:pt x="777" y="312"/>
                      <a:pt x="775" y="309"/>
                      <a:pt x="772" y="309"/>
                    </a:cubicBezTo>
                    <a:cubicBezTo>
                      <a:pt x="770" y="309"/>
                      <a:pt x="768" y="309"/>
                      <a:pt x="766" y="309"/>
                    </a:cubicBezTo>
                    <a:cubicBezTo>
                      <a:pt x="763" y="309"/>
                      <a:pt x="761" y="309"/>
                      <a:pt x="759" y="309"/>
                    </a:cubicBezTo>
                    <a:cubicBezTo>
                      <a:pt x="757" y="310"/>
                      <a:pt x="754" y="310"/>
                      <a:pt x="752" y="310"/>
                    </a:cubicBezTo>
                    <a:cubicBezTo>
                      <a:pt x="749" y="309"/>
                      <a:pt x="746" y="309"/>
                      <a:pt x="742" y="310"/>
                    </a:cubicBezTo>
                    <a:cubicBezTo>
                      <a:pt x="740" y="310"/>
                      <a:pt x="739" y="310"/>
                      <a:pt x="739" y="313"/>
                    </a:cubicBezTo>
                    <a:cubicBezTo>
                      <a:pt x="738" y="316"/>
                      <a:pt x="738" y="320"/>
                      <a:pt x="737" y="323"/>
                    </a:cubicBezTo>
                    <a:cubicBezTo>
                      <a:pt x="735" y="327"/>
                      <a:pt x="733" y="322"/>
                      <a:pt x="733" y="320"/>
                    </a:cubicBezTo>
                    <a:cubicBezTo>
                      <a:pt x="733" y="318"/>
                      <a:pt x="733" y="315"/>
                      <a:pt x="730" y="314"/>
                    </a:cubicBezTo>
                    <a:cubicBezTo>
                      <a:pt x="728" y="313"/>
                      <a:pt x="725" y="313"/>
                      <a:pt x="725" y="311"/>
                    </a:cubicBezTo>
                    <a:cubicBezTo>
                      <a:pt x="724" y="308"/>
                      <a:pt x="729" y="306"/>
                      <a:pt x="731" y="304"/>
                    </a:cubicBezTo>
                    <a:cubicBezTo>
                      <a:pt x="734" y="301"/>
                      <a:pt x="733" y="298"/>
                      <a:pt x="731" y="294"/>
                    </a:cubicBezTo>
                    <a:cubicBezTo>
                      <a:pt x="730" y="290"/>
                      <a:pt x="728" y="286"/>
                      <a:pt x="726" y="281"/>
                    </a:cubicBezTo>
                    <a:cubicBezTo>
                      <a:pt x="725" y="278"/>
                      <a:pt x="724" y="275"/>
                      <a:pt x="722" y="271"/>
                    </a:cubicBezTo>
                    <a:cubicBezTo>
                      <a:pt x="720" y="268"/>
                      <a:pt x="719" y="266"/>
                      <a:pt x="719" y="262"/>
                    </a:cubicBezTo>
                    <a:cubicBezTo>
                      <a:pt x="720" y="259"/>
                      <a:pt x="721" y="255"/>
                      <a:pt x="723" y="253"/>
                    </a:cubicBezTo>
                    <a:cubicBezTo>
                      <a:pt x="724" y="252"/>
                      <a:pt x="726" y="250"/>
                      <a:pt x="727" y="249"/>
                    </a:cubicBezTo>
                    <a:cubicBezTo>
                      <a:pt x="729" y="249"/>
                      <a:pt x="730" y="249"/>
                      <a:pt x="732" y="248"/>
                    </a:cubicBezTo>
                    <a:cubicBezTo>
                      <a:pt x="735" y="247"/>
                      <a:pt x="737" y="244"/>
                      <a:pt x="738" y="241"/>
                    </a:cubicBezTo>
                    <a:cubicBezTo>
                      <a:pt x="739" y="236"/>
                      <a:pt x="738" y="231"/>
                      <a:pt x="736" y="226"/>
                    </a:cubicBezTo>
                    <a:cubicBezTo>
                      <a:pt x="735" y="220"/>
                      <a:pt x="730" y="217"/>
                      <a:pt x="724" y="215"/>
                    </a:cubicBezTo>
                    <a:cubicBezTo>
                      <a:pt x="714" y="212"/>
                      <a:pt x="703" y="213"/>
                      <a:pt x="693" y="215"/>
                    </a:cubicBezTo>
                    <a:cubicBezTo>
                      <a:pt x="688" y="216"/>
                      <a:pt x="685" y="218"/>
                      <a:pt x="681" y="219"/>
                    </a:cubicBezTo>
                    <a:cubicBezTo>
                      <a:pt x="678" y="220"/>
                      <a:pt x="676" y="221"/>
                      <a:pt x="674" y="221"/>
                    </a:cubicBezTo>
                    <a:cubicBezTo>
                      <a:pt x="672" y="220"/>
                      <a:pt x="670" y="218"/>
                      <a:pt x="668" y="217"/>
                    </a:cubicBezTo>
                    <a:cubicBezTo>
                      <a:pt x="666" y="215"/>
                      <a:pt x="663" y="213"/>
                      <a:pt x="661" y="212"/>
                    </a:cubicBezTo>
                    <a:cubicBezTo>
                      <a:pt x="655" y="208"/>
                      <a:pt x="648" y="208"/>
                      <a:pt x="641" y="205"/>
                    </a:cubicBezTo>
                    <a:cubicBezTo>
                      <a:pt x="635" y="203"/>
                      <a:pt x="630" y="198"/>
                      <a:pt x="625" y="194"/>
                    </a:cubicBezTo>
                    <a:cubicBezTo>
                      <a:pt x="623" y="193"/>
                      <a:pt x="620" y="192"/>
                      <a:pt x="618" y="192"/>
                    </a:cubicBezTo>
                    <a:cubicBezTo>
                      <a:pt x="616" y="193"/>
                      <a:pt x="615" y="195"/>
                      <a:pt x="615" y="197"/>
                    </a:cubicBezTo>
                    <a:cubicBezTo>
                      <a:pt x="614" y="203"/>
                      <a:pt x="618" y="208"/>
                      <a:pt x="621" y="213"/>
                    </a:cubicBezTo>
                    <a:cubicBezTo>
                      <a:pt x="624" y="217"/>
                      <a:pt x="626" y="222"/>
                      <a:pt x="624" y="227"/>
                    </a:cubicBezTo>
                    <a:cubicBezTo>
                      <a:pt x="623" y="232"/>
                      <a:pt x="619" y="236"/>
                      <a:pt x="617" y="240"/>
                    </a:cubicBezTo>
                    <a:cubicBezTo>
                      <a:pt x="614" y="245"/>
                      <a:pt x="614" y="251"/>
                      <a:pt x="614" y="257"/>
                    </a:cubicBezTo>
                    <a:cubicBezTo>
                      <a:pt x="614" y="264"/>
                      <a:pt x="615" y="271"/>
                      <a:pt x="615" y="279"/>
                    </a:cubicBezTo>
                    <a:cubicBezTo>
                      <a:pt x="615" y="284"/>
                      <a:pt x="617" y="288"/>
                      <a:pt x="621" y="292"/>
                    </a:cubicBezTo>
                    <a:cubicBezTo>
                      <a:pt x="625" y="295"/>
                      <a:pt x="629" y="298"/>
                      <a:pt x="631" y="303"/>
                    </a:cubicBezTo>
                    <a:cubicBezTo>
                      <a:pt x="633" y="309"/>
                      <a:pt x="631" y="314"/>
                      <a:pt x="632" y="320"/>
                    </a:cubicBezTo>
                    <a:cubicBezTo>
                      <a:pt x="633" y="324"/>
                      <a:pt x="635" y="328"/>
                      <a:pt x="640" y="329"/>
                    </a:cubicBezTo>
                    <a:cubicBezTo>
                      <a:pt x="641" y="330"/>
                      <a:pt x="643" y="330"/>
                      <a:pt x="644" y="331"/>
                    </a:cubicBezTo>
                    <a:cubicBezTo>
                      <a:pt x="645" y="332"/>
                      <a:pt x="645" y="332"/>
                      <a:pt x="644" y="333"/>
                    </a:cubicBezTo>
                    <a:cubicBezTo>
                      <a:pt x="641" y="334"/>
                      <a:pt x="639" y="336"/>
                      <a:pt x="637" y="339"/>
                    </a:cubicBezTo>
                    <a:cubicBezTo>
                      <a:pt x="636" y="340"/>
                      <a:pt x="636" y="341"/>
                      <a:pt x="636" y="342"/>
                    </a:cubicBezTo>
                    <a:cubicBezTo>
                      <a:pt x="636" y="343"/>
                      <a:pt x="637" y="345"/>
                      <a:pt x="637" y="347"/>
                    </a:cubicBezTo>
                    <a:cubicBezTo>
                      <a:pt x="636" y="348"/>
                      <a:pt x="636" y="349"/>
                      <a:pt x="635" y="350"/>
                    </a:cubicBezTo>
                    <a:cubicBezTo>
                      <a:pt x="634" y="352"/>
                      <a:pt x="633" y="355"/>
                      <a:pt x="632" y="357"/>
                    </a:cubicBezTo>
                    <a:cubicBezTo>
                      <a:pt x="631" y="358"/>
                      <a:pt x="630" y="359"/>
                      <a:pt x="630" y="360"/>
                    </a:cubicBezTo>
                    <a:cubicBezTo>
                      <a:pt x="630" y="361"/>
                      <a:pt x="630" y="362"/>
                      <a:pt x="629" y="363"/>
                    </a:cubicBezTo>
                    <a:cubicBezTo>
                      <a:pt x="628" y="366"/>
                      <a:pt x="629" y="370"/>
                      <a:pt x="629" y="373"/>
                    </a:cubicBezTo>
                    <a:cubicBezTo>
                      <a:pt x="629" y="375"/>
                      <a:pt x="629" y="377"/>
                      <a:pt x="629" y="379"/>
                    </a:cubicBezTo>
                    <a:cubicBezTo>
                      <a:pt x="629" y="380"/>
                      <a:pt x="628" y="381"/>
                      <a:pt x="630" y="381"/>
                    </a:cubicBezTo>
                    <a:cubicBezTo>
                      <a:pt x="631" y="382"/>
                      <a:pt x="633" y="382"/>
                      <a:pt x="634" y="382"/>
                    </a:cubicBezTo>
                    <a:cubicBezTo>
                      <a:pt x="635" y="382"/>
                      <a:pt x="635" y="381"/>
                      <a:pt x="636" y="382"/>
                    </a:cubicBezTo>
                    <a:cubicBezTo>
                      <a:pt x="639" y="383"/>
                      <a:pt x="634" y="384"/>
                      <a:pt x="633" y="385"/>
                    </a:cubicBezTo>
                    <a:cubicBezTo>
                      <a:pt x="632" y="386"/>
                      <a:pt x="632" y="389"/>
                      <a:pt x="632" y="390"/>
                    </a:cubicBezTo>
                    <a:cubicBezTo>
                      <a:pt x="632" y="393"/>
                      <a:pt x="631" y="396"/>
                      <a:pt x="632" y="398"/>
                    </a:cubicBezTo>
                    <a:cubicBezTo>
                      <a:pt x="632" y="403"/>
                      <a:pt x="628" y="406"/>
                      <a:pt x="625" y="409"/>
                    </a:cubicBezTo>
                    <a:cubicBezTo>
                      <a:pt x="623" y="411"/>
                      <a:pt x="622" y="413"/>
                      <a:pt x="621" y="415"/>
                    </a:cubicBezTo>
                    <a:cubicBezTo>
                      <a:pt x="620" y="418"/>
                      <a:pt x="619" y="420"/>
                      <a:pt x="618" y="423"/>
                    </a:cubicBezTo>
                    <a:cubicBezTo>
                      <a:pt x="617" y="425"/>
                      <a:pt x="617" y="428"/>
                      <a:pt x="619" y="430"/>
                    </a:cubicBezTo>
                    <a:cubicBezTo>
                      <a:pt x="620" y="432"/>
                      <a:pt x="622" y="433"/>
                      <a:pt x="623" y="435"/>
                    </a:cubicBezTo>
                    <a:cubicBezTo>
                      <a:pt x="624" y="438"/>
                      <a:pt x="621" y="439"/>
                      <a:pt x="620" y="441"/>
                    </a:cubicBezTo>
                    <a:cubicBezTo>
                      <a:pt x="618" y="442"/>
                      <a:pt x="617" y="445"/>
                      <a:pt x="617" y="447"/>
                    </a:cubicBezTo>
                    <a:cubicBezTo>
                      <a:pt x="615" y="455"/>
                      <a:pt x="619" y="461"/>
                      <a:pt x="625" y="465"/>
                    </a:cubicBezTo>
                    <a:cubicBezTo>
                      <a:pt x="627" y="467"/>
                      <a:pt x="628" y="469"/>
                      <a:pt x="631" y="470"/>
                    </a:cubicBezTo>
                    <a:cubicBezTo>
                      <a:pt x="633" y="471"/>
                      <a:pt x="635" y="472"/>
                      <a:pt x="637" y="472"/>
                    </a:cubicBezTo>
                    <a:cubicBezTo>
                      <a:pt x="640" y="472"/>
                      <a:pt x="643" y="471"/>
                      <a:pt x="645" y="471"/>
                    </a:cubicBezTo>
                    <a:cubicBezTo>
                      <a:pt x="647" y="472"/>
                      <a:pt x="650" y="474"/>
                      <a:pt x="650" y="476"/>
                    </a:cubicBezTo>
                    <a:cubicBezTo>
                      <a:pt x="651" y="478"/>
                      <a:pt x="647" y="480"/>
                      <a:pt x="645" y="480"/>
                    </a:cubicBezTo>
                    <a:cubicBezTo>
                      <a:pt x="643" y="481"/>
                      <a:pt x="641" y="481"/>
                      <a:pt x="638" y="481"/>
                    </a:cubicBezTo>
                    <a:cubicBezTo>
                      <a:pt x="637" y="481"/>
                      <a:pt x="636" y="481"/>
                      <a:pt x="636" y="481"/>
                    </a:cubicBezTo>
                    <a:cubicBezTo>
                      <a:pt x="634" y="481"/>
                      <a:pt x="633" y="481"/>
                      <a:pt x="632" y="481"/>
                    </a:cubicBezTo>
                    <a:cubicBezTo>
                      <a:pt x="630" y="481"/>
                      <a:pt x="628" y="481"/>
                      <a:pt x="625" y="481"/>
                    </a:cubicBezTo>
                    <a:cubicBezTo>
                      <a:pt x="621" y="480"/>
                      <a:pt x="617" y="481"/>
                      <a:pt x="613" y="481"/>
                    </a:cubicBezTo>
                    <a:cubicBezTo>
                      <a:pt x="606" y="482"/>
                      <a:pt x="599" y="481"/>
                      <a:pt x="593" y="480"/>
                    </a:cubicBezTo>
                    <a:cubicBezTo>
                      <a:pt x="588" y="480"/>
                      <a:pt x="583" y="480"/>
                      <a:pt x="578" y="478"/>
                    </a:cubicBezTo>
                    <a:cubicBezTo>
                      <a:pt x="572" y="476"/>
                      <a:pt x="566" y="476"/>
                      <a:pt x="560" y="472"/>
                    </a:cubicBezTo>
                    <a:cubicBezTo>
                      <a:pt x="558" y="470"/>
                      <a:pt x="557" y="467"/>
                      <a:pt x="557" y="464"/>
                    </a:cubicBezTo>
                    <a:cubicBezTo>
                      <a:pt x="558" y="460"/>
                      <a:pt x="562" y="457"/>
                      <a:pt x="565" y="454"/>
                    </a:cubicBezTo>
                    <a:cubicBezTo>
                      <a:pt x="566" y="452"/>
                      <a:pt x="568" y="448"/>
                      <a:pt x="566" y="446"/>
                    </a:cubicBezTo>
                    <a:cubicBezTo>
                      <a:pt x="564" y="445"/>
                      <a:pt x="562" y="445"/>
                      <a:pt x="560" y="445"/>
                    </a:cubicBezTo>
                    <a:cubicBezTo>
                      <a:pt x="558" y="444"/>
                      <a:pt x="556" y="444"/>
                      <a:pt x="554" y="444"/>
                    </a:cubicBezTo>
                    <a:cubicBezTo>
                      <a:pt x="553" y="444"/>
                      <a:pt x="551" y="445"/>
                      <a:pt x="550" y="445"/>
                    </a:cubicBezTo>
                    <a:cubicBezTo>
                      <a:pt x="548" y="445"/>
                      <a:pt x="545" y="445"/>
                      <a:pt x="543" y="445"/>
                    </a:cubicBezTo>
                    <a:cubicBezTo>
                      <a:pt x="539" y="445"/>
                      <a:pt x="535" y="446"/>
                      <a:pt x="532" y="449"/>
                    </a:cubicBezTo>
                    <a:cubicBezTo>
                      <a:pt x="529" y="451"/>
                      <a:pt x="526" y="453"/>
                      <a:pt x="527" y="457"/>
                    </a:cubicBezTo>
                    <a:cubicBezTo>
                      <a:pt x="527" y="462"/>
                      <a:pt x="529" y="465"/>
                      <a:pt x="531" y="469"/>
                    </a:cubicBezTo>
                    <a:cubicBezTo>
                      <a:pt x="533" y="472"/>
                      <a:pt x="533" y="475"/>
                      <a:pt x="534" y="478"/>
                    </a:cubicBezTo>
                    <a:cubicBezTo>
                      <a:pt x="535" y="481"/>
                      <a:pt x="539" y="486"/>
                      <a:pt x="535" y="488"/>
                    </a:cubicBezTo>
                    <a:cubicBezTo>
                      <a:pt x="534" y="489"/>
                      <a:pt x="532" y="489"/>
                      <a:pt x="531" y="490"/>
                    </a:cubicBezTo>
                    <a:cubicBezTo>
                      <a:pt x="529" y="490"/>
                      <a:pt x="528" y="492"/>
                      <a:pt x="527" y="493"/>
                    </a:cubicBezTo>
                    <a:cubicBezTo>
                      <a:pt x="527" y="494"/>
                      <a:pt x="526" y="494"/>
                      <a:pt x="524" y="494"/>
                    </a:cubicBezTo>
                    <a:cubicBezTo>
                      <a:pt x="523" y="494"/>
                      <a:pt x="523" y="493"/>
                      <a:pt x="523" y="492"/>
                    </a:cubicBezTo>
                    <a:cubicBezTo>
                      <a:pt x="523" y="491"/>
                      <a:pt x="525" y="490"/>
                      <a:pt x="525" y="489"/>
                    </a:cubicBezTo>
                    <a:cubicBezTo>
                      <a:pt x="526" y="487"/>
                      <a:pt x="526" y="485"/>
                      <a:pt x="525" y="483"/>
                    </a:cubicBezTo>
                    <a:cubicBezTo>
                      <a:pt x="525" y="480"/>
                      <a:pt x="525" y="477"/>
                      <a:pt x="525" y="474"/>
                    </a:cubicBezTo>
                    <a:cubicBezTo>
                      <a:pt x="525" y="473"/>
                      <a:pt x="526" y="471"/>
                      <a:pt x="526" y="469"/>
                    </a:cubicBezTo>
                    <a:cubicBezTo>
                      <a:pt x="526" y="467"/>
                      <a:pt x="524" y="466"/>
                      <a:pt x="523" y="464"/>
                    </a:cubicBezTo>
                    <a:cubicBezTo>
                      <a:pt x="521" y="462"/>
                      <a:pt x="519" y="459"/>
                      <a:pt x="517" y="457"/>
                    </a:cubicBezTo>
                    <a:cubicBezTo>
                      <a:pt x="516" y="455"/>
                      <a:pt x="515" y="454"/>
                      <a:pt x="513" y="453"/>
                    </a:cubicBezTo>
                    <a:cubicBezTo>
                      <a:pt x="511" y="453"/>
                      <a:pt x="510" y="453"/>
                      <a:pt x="508" y="453"/>
                    </a:cubicBezTo>
                    <a:cubicBezTo>
                      <a:pt x="505" y="454"/>
                      <a:pt x="503" y="454"/>
                      <a:pt x="500" y="455"/>
                    </a:cubicBezTo>
                    <a:cubicBezTo>
                      <a:pt x="499" y="457"/>
                      <a:pt x="498" y="458"/>
                      <a:pt x="498" y="460"/>
                    </a:cubicBezTo>
                    <a:cubicBezTo>
                      <a:pt x="498" y="460"/>
                      <a:pt x="497" y="463"/>
                      <a:pt x="497" y="463"/>
                    </a:cubicBezTo>
                    <a:cubicBezTo>
                      <a:pt x="496" y="463"/>
                      <a:pt x="496" y="457"/>
                      <a:pt x="494" y="459"/>
                    </a:cubicBezTo>
                    <a:cubicBezTo>
                      <a:pt x="493" y="460"/>
                      <a:pt x="491" y="467"/>
                      <a:pt x="490" y="463"/>
                    </a:cubicBezTo>
                    <a:cubicBezTo>
                      <a:pt x="489" y="460"/>
                      <a:pt x="489" y="458"/>
                      <a:pt x="489" y="455"/>
                    </a:cubicBezTo>
                    <a:cubicBezTo>
                      <a:pt x="489" y="454"/>
                      <a:pt x="490" y="452"/>
                      <a:pt x="489" y="451"/>
                    </a:cubicBezTo>
                    <a:cubicBezTo>
                      <a:pt x="488" y="448"/>
                      <a:pt x="483" y="446"/>
                      <a:pt x="481" y="447"/>
                    </a:cubicBezTo>
                    <a:cubicBezTo>
                      <a:pt x="478" y="448"/>
                      <a:pt x="477" y="451"/>
                      <a:pt x="474" y="451"/>
                    </a:cubicBezTo>
                    <a:cubicBezTo>
                      <a:pt x="470" y="450"/>
                      <a:pt x="474" y="446"/>
                      <a:pt x="475" y="444"/>
                    </a:cubicBezTo>
                    <a:cubicBezTo>
                      <a:pt x="478" y="442"/>
                      <a:pt x="483" y="439"/>
                      <a:pt x="482" y="435"/>
                    </a:cubicBezTo>
                    <a:cubicBezTo>
                      <a:pt x="481" y="432"/>
                      <a:pt x="477" y="430"/>
                      <a:pt x="474" y="431"/>
                    </a:cubicBezTo>
                    <a:cubicBezTo>
                      <a:pt x="472" y="432"/>
                      <a:pt x="471" y="435"/>
                      <a:pt x="468" y="436"/>
                    </a:cubicBezTo>
                    <a:cubicBezTo>
                      <a:pt x="465" y="438"/>
                      <a:pt x="461" y="438"/>
                      <a:pt x="459" y="436"/>
                    </a:cubicBezTo>
                    <a:cubicBezTo>
                      <a:pt x="456" y="434"/>
                      <a:pt x="454" y="432"/>
                      <a:pt x="450" y="433"/>
                    </a:cubicBezTo>
                    <a:cubicBezTo>
                      <a:pt x="446" y="434"/>
                      <a:pt x="444" y="436"/>
                      <a:pt x="444" y="439"/>
                    </a:cubicBezTo>
                    <a:cubicBezTo>
                      <a:pt x="444" y="442"/>
                      <a:pt x="443" y="444"/>
                      <a:pt x="440" y="444"/>
                    </a:cubicBezTo>
                    <a:cubicBezTo>
                      <a:pt x="437" y="445"/>
                      <a:pt x="435" y="445"/>
                      <a:pt x="432" y="445"/>
                    </a:cubicBezTo>
                    <a:cubicBezTo>
                      <a:pt x="429" y="446"/>
                      <a:pt x="426" y="446"/>
                      <a:pt x="423" y="448"/>
                    </a:cubicBezTo>
                    <a:cubicBezTo>
                      <a:pt x="421" y="450"/>
                      <a:pt x="419" y="452"/>
                      <a:pt x="417" y="454"/>
                    </a:cubicBezTo>
                    <a:cubicBezTo>
                      <a:pt x="416" y="456"/>
                      <a:pt x="414" y="457"/>
                      <a:pt x="412" y="457"/>
                    </a:cubicBezTo>
                    <a:cubicBezTo>
                      <a:pt x="409" y="458"/>
                      <a:pt x="407" y="457"/>
                      <a:pt x="404" y="457"/>
                    </a:cubicBezTo>
                    <a:cubicBezTo>
                      <a:pt x="404" y="457"/>
                      <a:pt x="403" y="457"/>
                      <a:pt x="403" y="457"/>
                    </a:cubicBezTo>
                    <a:cubicBezTo>
                      <a:pt x="402" y="458"/>
                      <a:pt x="403" y="459"/>
                      <a:pt x="402" y="460"/>
                    </a:cubicBezTo>
                    <a:cubicBezTo>
                      <a:pt x="402" y="460"/>
                      <a:pt x="401" y="461"/>
                      <a:pt x="400" y="460"/>
                    </a:cubicBezTo>
                    <a:cubicBezTo>
                      <a:pt x="399" y="460"/>
                      <a:pt x="400" y="459"/>
                      <a:pt x="400" y="459"/>
                    </a:cubicBezTo>
                    <a:cubicBezTo>
                      <a:pt x="401" y="456"/>
                      <a:pt x="398" y="457"/>
                      <a:pt x="397" y="457"/>
                    </a:cubicBezTo>
                    <a:cubicBezTo>
                      <a:pt x="397" y="454"/>
                      <a:pt x="400" y="455"/>
                      <a:pt x="401" y="454"/>
                    </a:cubicBezTo>
                    <a:cubicBezTo>
                      <a:pt x="403" y="453"/>
                      <a:pt x="404" y="452"/>
                      <a:pt x="404" y="450"/>
                    </a:cubicBezTo>
                    <a:cubicBezTo>
                      <a:pt x="404" y="448"/>
                      <a:pt x="402" y="447"/>
                      <a:pt x="400" y="446"/>
                    </a:cubicBezTo>
                    <a:cubicBezTo>
                      <a:pt x="398" y="444"/>
                      <a:pt x="396" y="443"/>
                      <a:pt x="394" y="442"/>
                    </a:cubicBezTo>
                    <a:cubicBezTo>
                      <a:pt x="393" y="441"/>
                      <a:pt x="392" y="440"/>
                      <a:pt x="391" y="438"/>
                    </a:cubicBezTo>
                    <a:cubicBezTo>
                      <a:pt x="390" y="436"/>
                      <a:pt x="389" y="434"/>
                      <a:pt x="388" y="432"/>
                    </a:cubicBezTo>
                    <a:cubicBezTo>
                      <a:pt x="388" y="431"/>
                      <a:pt x="387" y="429"/>
                      <a:pt x="388" y="428"/>
                    </a:cubicBezTo>
                    <a:cubicBezTo>
                      <a:pt x="388" y="427"/>
                      <a:pt x="389" y="427"/>
                      <a:pt x="389" y="426"/>
                    </a:cubicBezTo>
                    <a:cubicBezTo>
                      <a:pt x="390" y="426"/>
                      <a:pt x="390" y="425"/>
                      <a:pt x="390" y="424"/>
                    </a:cubicBezTo>
                    <a:cubicBezTo>
                      <a:pt x="391" y="422"/>
                      <a:pt x="391" y="420"/>
                      <a:pt x="390" y="418"/>
                    </a:cubicBezTo>
                    <a:cubicBezTo>
                      <a:pt x="389" y="415"/>
                      <a:pt x="387" y="412"/>
                      <a:pt x="385" y="410"/>
                    </a:cubicBezTo>
                    <a:cubicBezTo>
                      <a:pt x="384" y="408"/>
                      <a:pt x="383" y="406"/>
                      <a:pt x="381" y="404"/>
                    </a:cubicBezTo>
                    <a:cubicBezTo>
                      <a:pt x="380" y="402"/>
                      <a:pt x="378" y="401"/>
                      <a:pt x="377" y="400"/>
                    </a:cubicBezTo>
                    <a:cubicBezTo>
                      <a:pt x="375" y="395"/>
                      <a:pt x="379" y="391"/>
                      <a:pt x="377" y="386"/>
                    </a:cubicBezTo>
                    <a:cubicBezTo>
                      <a:pt x="377" y="385"/>
                      <a:pt x="376" y="385"/>
                      <a:pt x="375" y="385"/>
                    </a:cubicBezTo>
                    <a:cubicBezTo>
                      <a:pt x="373" y="384"/>
                      <a:pt x="372" y="383"/>
                      <a:pt x="370" y="382"/>
                    </a:cubicBezTo>
                    <a:cubicBezTo>
                      <a:pt x="368" y="381"/>
                      <a:pt x="366" y="380"/>
                      <a:pt x="364" y="380"/>
                    </a:cubicBezTo>
                    <a:cubicBezTo>
                      <a:pt x="363" y="380"/>
                      <a:pt x="361" y="380"/>
                      <a:pt x="360" y="379"/>
                    </a:cubicBezTo>
                    <a:cubicBezTo>
                      <a:pt x="358" y="378"/>
                      <a:pt x="361" y="376"/>
                      <a:pt x="362" y="376"/>
                    </a:cubicBezTo>
                    <a:cubicBezTo>
                      <a:pt x="364" y="374"/>
                      <a:pt x="365" y="372"/>
                      <a:pt x="364" y="370"/>
                    </a:cubicBezTo>
                    <a:cubicBezTo>
                      <a:pt x="363" y="368"/>
                      <a:pt x="359" y="368"/>
                      <a:pt x="356" y="368"/>
                    </a:cubicBezTo>
                    <a:cubicBezTo>
                      <a:pt x="355" y="368"/>
                      <a:pt x="354" y="368"/>
                      <a:pt x="354" y="368"/>
                    </a:cubicBezTo>
                    <a:cubicBezTo>
                      <a:pt x="353" y="365"/>
                      <a:pt x="355" y="365"/>
                      <a:pt x="357" y="364"/>
                    </a:cubicBezTo>
                    <a:cubicBezTo>
                      <a:pt x="359" y="363"/>
                      <a:pt x="363" y="361"/>
                      <a:pt x="363" y="358"/>
                    </a:cubicBezTo>
                    <a:cubicBezTo>
                      <a:pt x="364" y="352"/>
                      <a:pt x="354" y="353"/>
                      <a:pt x="351" y="354"/>
                    </a:cubicBezTo>
                    <a:cubicBezTo>
                      <a:pt x="348" y="355"/>
                      <a:pt x="345" y="355"/>
                      <a:pt x="343" y="356"/>
                    </a:cubicBezTo>
                    <a:cubicBezTo>
                      <a:pt x="340" y="357"/>
                      <a:pt x="338" y="359"/>
                      <a:pt x="335" y="360"/>
                    </a:cubicBezTo>
                    <a:cubicBezTo>
                      <a:pt x="334" y="360"/>
                      <a:pt x="333" y="360"/>
                      <a:pt x="332" y="360"/>
                    </a:cubicBezTo>
                    <a:cubicBezTo>
                      <a:pt x="331" y="359"/>
                      <a:pt x="332" y="357"/>
                      <a:pt x="332" y="357"/>
                    </a:cubicBezTo>
                    <a:cubicBezTo>
                      <a:pt x="334" y="355"/>
                      <a:pt x="336" y="352"/>
                      <a:pt x="334" y="350"/>
                    </a:cubicBezTo>
                    <a:cubicBezTo>
                      <a:pt x="332" y="349"/>
                      <a:pt x="329" y="351"/>
                      <a:pt x="328" y="353"/>
                    </a:cubicBezTo>
                    <a:cubicBezTo>
                      <a:pt x="328" y="354"/>
                      <a:pt x="328" y="354"/>
                      <a:pt x="327" y="355"/>
                    </a:cubicBezTo>
                    <a:cubicBezTo>
                      <a:pt x="325" y="355"/>
                      <a:pt x="324" y="355"/>
                      <a:pt x="322" y="355"/>
                    </a:cubicBezTo>
                    <a:cubicBezTo>
                      <a:pt x="322" y="354"/>
                      <a:pt x="323" y="353"/>
                      <a:pt x="323" y="352"/>
                    </a:cubicBezTo>
                    <a:cubicBezTo>
                      <a:pt x="320" y="352"/>
                      <a:pt x="318" y="352"/>
                      <a:pt x="316" y="353"/>
                    </a:cubicBezTo>
                    <a:cubicBezTo>
                      <a:pt x="313" y="353"/>
                      <a:pt x="311" y="354"/>
                      <a:pt x="308" y="354"/>
                    </a:cubicBezTo>
                    <a:cubicBezTo>
                      <a:pt x="305" y="354"/>
                      <a:pt x="303" y="355"/>
                      <a:pt x="301" y="356"/>
                    </a:cubicBezTo>
                    <a:cubicBezTo>
                      <a:pt x="299" y="357"/>
                      <a:pt x="296" y="358"/>
                      <a:pt x="294" y="355"/>
                    </a:cubicBezTo>
                    <a:cubicBezTo>
                      <a:pt x="293" y="354"/>
                      <a:pt x="293" y="351"/>
                      <a:pt x="292" y="350"/>
                    </a:cubicBezTo>
                    <a:cubicBezTo>
                      <a:pt x="290" y="349"/>
                      <a:pt x="289" y="349"/>
                      <a:pt x="288" y="347"/>
                    </a:cubicBezTo>
                    <a:cubicBezTo>
                      <a:pt x="287" y="345"/>
                      <a:pt x="286" y="344"/>
                      <a:pt x="283" y="344"/>
                    </a:cubicBezTo>
                    <a:cubicBezTo>
                      <a:pt x="281" y="344"/>
                      <a:pt x="278" y="344"/>
                      <a:pt x="277" y="346"/>
                    </a:cubicBezTo>
                    <a:cubicBezTo>
                      <a:pt x="274" y="348"/>
                      <a:pt x="271" y="353"/>
                      <a:pt x="267" y="354"/>
                    </a:cubicBezTo>
                    <a:cubicBezTo>
                      <a:pt x="265" y="354"/>
                      <a:pt x="263" y="354"/>
                      <a:pt x="262" y="356"/>
                    </a:cubicBezTo>
                    <a:cubicBezTo>
                      <a:pt x="261" y="358"/>
                      <a:pt x="260" y="361"/>
                      <a:pt x="261" y="364"/>
                    </a:cubicBezTo>
                    <a:cubicBezTo>
                      <a:pt x="261" y="366"/>
                      <a:pt x="262" y="367"/>
                      <a:pt x="264" y="368"/>
                    </a:cubicBezTo>
                    <a:cubicBezTo>
                      <a:pt x="265" y="369"/>
                      <a:pt x="266" y="371"/>
                      <a:pt x="264" y="372"/>
                    </a:cubicBezTo>
                    <a:cubicBezTo>
                      <a:pt x="262" y="374"/>
                      <a:pt x="259" y="373"/>
                      <a:pt x="256" y="374"/>
                    </a:cubicBezTo>
                    <a:cubicBezTo>
                      <a:pt x="254" y="375"/>
                      <a:pt x="255" y="378"/>
                      <a:pt x="254" y="380"/>
                    </a:cubicBezTo>
                    <a:cubicBezTo>
                      <a:pt x="254" y="381"/>
                      <a:pt x="254" y="383"/>
                      <a:pt x="253" y="383"/>
                    </a:cubicBezTo>
                    <a:cubicBezTo>
                      <a:pt x="253" y="383"/>
                      <a:pt x="252" y="382"/>
                      <a:pt x="252" y="382"/>
                    </a:cubicBezTo>
                    <a:cubicBezTo>
                      <a:pt x="250" y="380"/>
                      <a:pt x="249" y="380"/>
                      <a:pt x="247" y="381"/>
                    </a:cubicBezTo>
                    <a:cubicBezTo>
                      <a:pt x="241" y="383"/>
                      <a:pt x="243" y="371"/>
                      <a:pt x="238" y="372"/>
                    </a:cubicBezTo>
                    <a:cubicBezTo>
                      <a:pt x="236" y="372"/>
                      <a:pt x="234" y="374"/>
                      <a:pt x="233" y="371"/>
                    </a:cubicBezTo>
                    <a:cubicBezTo>
                      <a:pt x="232" y="370"/>
                      <a:pt x="232" y="367"/>
                      <a:pt x="231" y="366"/>
                    </a:cubicBezTo>
                    <a:cubicBezTo>
                      <a:pt x="229" y="365"/>
                      <a:pt x="227" y="365"/>
                      <a:pt x="225" y="364"/>
                    </a:cubicBezTo>
                    <a:cubicBezTo>
                      <a:pt x="223" y="363"/>
                      <a:pt x="222" y="361"/>
                      <a:pt x="220" y="360"/>
                    </a:cubicBezTo>
                    <a:cubicBezTo>
                      <a:pt x="218" y="360"/>
                      <a:pt x="216" y="360"/>
                      <a:pt x="215" y="361"/>
                    </a:cubicBezTo>
                    <a:cubicBezTo>
                      <a:pt x="214" y="363"/>
                      <a:pt x="212" y="365"/>
                      <a:pt x="210" y="367"/>
                    </a:cubicBezTo>
                    <a:cubicBezTo>
                      <a:pt x="209" y="368"/>
                      <a:pt x="208" y="370"/>
                      <a:pt x="207" y="372"/>
                    </a:cubicBezTo>
                    <a:cubicBezTo>
                      <a:pt x="206" y="374"/>
                      <a:pt x="206" y="377"/>
                      <a:pt x="204" y="379"/>
                    </a:cubicBezTo>
                    <a:cubicBezTo>
                      <a:pt x="203" y="381"/>
                      <a:pt x="202" y="380"/>
                      <a:pt x="201" y="378"/>
                    </a:cubicBezTo>
                    <a:cubicBezTo>
                      <a:pt x="201" y="378"/>
                      <a:pt x="200" y="377"/>
                      <a:pt x="199" y="377"/>
                    </a:cubicBezTo>
                    <a:cubicBezTo>
                      <a:pt x="199" y="376"/>
                      <a:pt x="198" y="376"/>
                      <a:pt x="197" y="376"/>
                    </a:cubicBezTo>
                    <a:cubicBezTo>
                      <a:pt x="196" y="374"/>
                      <a:pt x="197" y="370"/>
                      <a:pt x="197" y="368"/>
                    </a:cubicBezTo>
                    <a:cubicBezTo>
                      <a:pt x="197" y="367"/>
                      <a:pt x="197" y="364"/>
                      <a:pt x="195" y="364"/>
                    </a:cubicBezTo>
                    <a:cubicBezTo>
                      <a:pt x="193" y="365"/>
                      <a:pt x="193" y="368"/>
                      <a:pt x="192" y="369"/>
                    </a:cubicBezTo>
                    <a:cubicBezTo>
                      <a:pt x="190" y="372"/>
                      <a:pt x="189" y="368"/>
                      <a:pt x="188" y="366"/>
                    </a:cubicBezTo>
                    <a:cubicBezTo>
                      <a:pt x="187" y="362"/>
                      <a:pt x="189" y="358"/>
                      <a:pt x="190" y="354"/>
                    </a:cubicBezTo>
                    <a:cubicBezTo>
                      <a:pt x="190" y="353"/>
                      <a:pt x="190" y="350"/>
                      <a:pt x="189" y="349"/>
                    </a:cubicBezTo>
                    <a:cubicBezTo>
                      <a:pt x="188" y="347"/>
                      <a:pt x="186" y="348"/>
                      <a:pt x="184" y="348"/>
                    </a:cubicBezTo>
                    <a:cubicBezTo>
                      <a:pt x="181" y="348"/>
                      <a:pt x="178" y="348"/>
                      <a:pt x="176" y="350"/>
                    </a:cubicBezTo>
                    <a:cubicBezTo>
                      <a:pt x="175" y="351"/>
                      <a:pt x="173" y="354"/>
                      <a:pt x="172" y="353"/>
                    </a:cubicBezTo>
                    <a:cubicBezTo>
                      <a:pt x="171" y="353"/>
                      <a:pt x="170" y="352"/>
                      <a:pt x="169" y="351"/>
                    </a:cubicBezTo>
                    <a:cubicBezTo>
                      <a:pt x="168" y="351"/>
                      <a:pt x="167" y="351"/>
                      <a:pt x="165" y="350"/>
                    </a:cubicBezTo>
                    <a:cubicBezTo>
                      <a:pt x="163" y="350"/>
                      <a:pt x="162" y="349"/>
                      <a:pt x="160" y="349"/>
                    </a:cubicBezTo>
                    <a:cubicBezTo>
                      <a:pt x="158" y="348"/>
                      <a:pt x="157" y="348"/>
                      <a:pt x="156" y="349"/>
                    </a:cubicBezTo>
                    <a:cubicBezTo>
                      <a:pt x="154" y="349"/>
                      <a:pt x="153" y="349"/>
                      <a:pt x="152" y="349"/>
                    </a:cubicBezTo>
                    <a:cubicBezTo>
                      <a:pt x="151" y="349"/>
                      <a:pt x="150" y="349"/>
                      <a:pt x="150" y="350"/>
                    </a:cubicBezTo>
                    <a:cubicBezTo>
                      <a:pt x="149" y="350"/>
                      <a:pt x="148" y="350"/>
                      <a:pt x="147" y="351"/>
                    </a:cubicBezTo>
                    <a:cubicBezTo>
                      <a:pt x="146" y="351"/>
                      <a:pt x="146" y="352"/>
                      <a:pt x="145" y="353"/>
                    </a:cubicBezTo>
                    <a:cubicBezTo>
                      <a:pt x="145" y="353"/>
                      <a:pt x="145" y="355"/>
                      <a:pt x="145" y="355"/>
                    </a:cubicBezTo>
                    <a:cubicBezTo>
                      <a:pt x="144" y="358"/>
                      <a:pt x="141" y="355"/>
                      <a:pt x="140" y="355"/>
                    </a:cubicBezTo>
                    <a:cubicBezTo>
                      <a:pt x="139" y="353"/>
                      <a:pt x="137" y="354"/>
                      <a:pt x="135" y="354"/>
                    </a:cubicBezTo>
                    <a:cubicBezTo>
                      <a:pt x="133" y="353"/>
                      <a:pt x="131" y="351"/>
                      <a:pt x="130" y="353"/>
                    </a:cubicBezTo>
                    <a:cubicBezTo>
                      <a:pt x="129" y="354"/>
                      <a:pt x="128" y="356"/>
                      <a:pt x="126" y="355"/>
                    </a:cubicBezTo>
                    <a:cubicBezTo>
                      <a:pt x="125" y="355"/>
                      <a:pt x="125" y="354"/>
                      <a:pt x="125" y="353"/>
                    </a:cubicBezTo>
                    <a:cubicBezTo>
                      <a:pt x="125" y="352"/>
                      <a:pt x="127" y="351"/>
                      <a:pt x="127" y="351"/>
                    </a:cubicBezTo>
                    <a:cubicBezTo>
                      <a:pt x="128" y="350"/>
                      <a:pt x="129" y="350"/>
                      <a:pt x="128" y="349"/>
                    </a:cubicBezTo>
                    <a:cubicBezTo>
                      <a:pt x="128" y="348"/>
                      <a:pt x="127" y="348"/>
                      <a:pt x="126" y="348"/>
                    </a:cubicBezTo>
                    <a:cubicBezTo>
                      <a:pt x="126" y="346"/>
                      <a:pt x="125" y="344"/>
                      <a:pt x="124" y="344"/>
                    </a:cubicBezTo>
                    <a:cubicBezTo>
                      <a:pt x="122" y="344"/>
                      <a:pt x="121" y="345"/>
                      <a:pt x="120" y="346"/>
                    </a:cubicBezTo>
                    <a:cubicBezTo>
                      <a:pt x="119" y="346"/>
                      <a:pt x="119" y="347"/>
                      <a:pt x="117" y="348"/>
                    </a:cubicBezTo>
                    <a:cubicBezTo>
                      <a:pt x="116" y="348"/>
                      <a:pt x="114" y="348"/>
                      <a:pt x="113" y="348"/>
                    </a:cubicBezTo>
                    <a:cubicBezTo>
                      <a:pt x="112" y="348"/>
                      <a:pt x="112" y="350"/>
                      <a:pt x="111" y="350"/>
                    </a:cubicBezTo>
                    <a:cubicBezTo>
                      <a:pt x="109" y="351"/>
                      <a:pt x="108" y="350"/>
                      <a:pt x="107" y="349"/>
                    </a:cubicBezTo>
                    <a:cubicBezTo>
                      <a:pt x="104" y="347"/>
                      <a:pt x="105" y="350"/>
                      <a:pt x="104" y="352"/>
                    </a:cubicBezTo>
                    <a:cubicBezTo>
                      <a:pt x="103" y="354"/>
                      <a:pt x="99" y="353"/>
                      <a:pt x="97" y="353"/>
                    </a:cubicBezTo>
                    <a:cubicBezTo>
                      <a:pt x="96" y="352"/>
                      <a:pt x="95" y="351"/>
                      <a:pt x="94" y="351"/>
                    </a:cubicBezTo>
                    <a:cubicBezTo>
                      <a:pt x="92" y="351"/>
                      <a:pt x="92" y="352"/>
                      <a:pt x="91" y="352"/>
                    </a:cubicBezTo>
                    <a:cubicBezTo>
                      <a:pt x="88" y="353"/>
                      <a:pt x="88" y="349"/>
                      <a:pt x="86" y="348"/>
                    </a:cubicBezTo>
                    <a:cubicBezTo>
                      <a:pt x="85" y="348"/>
                      <a:pt x="83" y="348"/>
                      <a:pt x="82" y="348"/>
                    </a:cubicBezTo>
                    <a:cubicBezTo>
                      <a:pt x="81" y="348"/>
                      <a:pt x="80" y="347"/>
                      <a:pt x="79" y="347"/>
                    </a:cubicBezTo>
                    <a:cubicBezTo>
                      <a:pt x="78" y="347"/>
                      <a:pt x="76" y="348"/>
                      <a:pt x="75" y="349"/>
                    </a:cubicBezTo>
                    <a:cubicBezTo>
                      <a:pt x="75" y="351"/>
                      <a:pt x="76" y="352"/>
                      <a:pt x="77" y="352"/>
                    </a:cubicBezTo>
                    <a:cubicBezTo>
                      <a:pt x="79" y="354"/>
                      <a:pt x="83" y="358"/>
                      <a:pt x="82" y="362"/>
                    </a:cubicBezTo>
                    <a:cubicBezTo>
                      <a:pt x="80" y="358"/>
                      <a:pt x="77" y="355"/>
                      <a:pt x="73" y="354"/>
                    </a:cubicBezTo>
                    <a:cubicBezTo>
                      <a:pt x="67" y="354"/>
                      <a:pt x="71" y="360"/>
                      <a:pt x="72" y="362"/>
                    </a:cubicBezTo>
                    <a:cubicBezTo>
                      <a:pt x="73" y="363"/>
                      <a:pt x="76" y="365"/>
                      <a:pt x="76" y="367"/>
                    </a:cubicBezTo>
                    <a:cubicBezTo>
                      <a:pt x="76" y="368"/>
                      <a:pt x="74" y="367"/>
                      <a:pt x="73" y="367"/>
                    </a:cubicBezTo>
                    <a:cubicBezTo>
                      <a:pt x="68" y="365"/>
                      <a:pt x="65" y="361"/>
                      <a:pt x="61" y="358"/>
                    </a:cubicBezTo>
                    <a:cubicBezTo>
                      <a:pt x="58" y="355"/>
                      <a:pt x="54" y="357"/>
                      <a:pt x="50" y="358"/>
                    </a:cubicBezTo>
                    <a:cubicBezTo>
                      <a:pt x="46" y="359"/>
                      <a:pt x="41" y="361"/>
                      <a:pt x="37" y="363"/>
                    </a:cubicBezTo>
                    <a:cubicBezTo>
                      <a:pt x="34" y="364"/>
                      <a:pt x="31" y="366"/>
                      <a:pt x="30" y="369"/>
                    </a:cubicBezTo>
                    <a:cubicBezTo>
                      <a:pt x="29" y="372"/>
                      <a:pt x="29" y="374"/>
                      <a:pt x="29" y="377"/>
                    </a:cubicBezTo>
                    <a:cubicBezTo>
                      <a:pt x="28" y="380"/>
                      <a:pt x="25" y="381"/>
                      <a:pt x="23" y="382"/>
                    </a:cubicBezTo>
                    <a:cubicBezTo>
                      <a:pt x="20" y="384"/>
                      <a:pt x="20" y="387"/>
                      <a:pt x="21" y="390"/>
                    </a:cubicBezTo>
                    <a:cubicBezTo>
                      <a:pt x="22" y="394"/>
                      <a:pt x="23" y="397"/>
                      <a:pt x="21" y="401"/>
                    </a:cubicBezTo>
                    <a:cubicBezTo>
                      <a:pt x="20" y="403"/>
                      <a:pt x="17" y="405"/>
                      <a:pt x="18" y="409"/>
                    </a:cubicBezTo>
                    <a:cubicBezTo>
                      <a:pt x="18" y="413"/>
                      <a:pt x="21" y="416"/>
                      <a:pt x="25" y="415"/>
                    </a:cubicBezTo>
                    <a:cubicBezTo>
                      <a:pt x="27" y="414"/>
                      <a:pt x="28" y="412"/>
                      <a:pt x="30" y="411"/>
                    </a:cubicBezTo>
                    <a:cubicBezTo>
                      <a:pt x="31" y="410"/>
                      <a:pt x="32" y="409"/>
                      <a:pt x="34" y="410"/>
                    </a:cubicBezTo>
                    <a:cubicBezTo>
                      <a:pt x="35" y="410"/>
                      <a:pt x="37" y="412"/>
                      <a:pt x="38" y="413"/>
                    </a:cubicBezTo>
                    <a:cubicBezTo>
                      <a:pt x="39" y="415"/>
                      <a:pt x="40" y="416"/>
                      <a:pt x="42" y="417"/>
                    </a:cubicBezTo>
                    <a:cubicBezTo>
                      <a:pt x="47" y="419"/>
                      <a:pt x="51" y="418"/>
                      <a:pt x="55" y="416"/>
                    </a:cubicBezTo>
                    <a:cubicBezTo>
                      <a:pt x="58" y="414"/>
                      <a:pt x="61" y="413"/>
                      <a:pt x="64" y="414"/>
                    </a:cubicBezTo>
                    <a:cubicBezTo>
                      <a:pt x="67" y="415"/>
                      <a:pt x="70" y="416"/>
                      <a:pt x="73" y="416"/>
                    </a:cubicBezTo>
                    <a:cubicBezTo>
                      <a:pt x="76" y="415"/>
                      <a:pt x="79" y="412"/>
                      <a:pt x="82" y="411"/>
                    </a:cubicBezTo>
                    <a:cubicBezTo>
                      <a:pt x="87" y="410"/>
                      <a:pt x="91" y="410"/>
                      <a:pt x="95" y="411"/>
                    </a:cubicBezTo>
                    <a:cubicBezTo>
                      <a:pt x="97" y="411"/>
                      <a:pt x="98" y="411"/>
                      <a:pt x="100" y="411"/>
                    </a:cubicBezTo>
                    <a:cubicBezTo>
                      <a:pt x="99" y="413"/>
                      <a:pt x="98" y="414"/>
                      <a:pt x="96" y="414"/>
                    </a:cubicBezTo>
                    <a:cubicBezTo>
                      <a:pt x="93" y="413"/>
                      <a:pt x="91" y="413"/>
                      <a:pt x="89" y="414"/>
                    </a:cubicBezTo>
                    <a:cubicBezTo>
                      <a:pt x="87" y="415"/>
                      <a:pt x="86" y="416"/>
                      <a:pt x="84" y="417"/>
                    </a:cubicBezTo>
                    <a:cubicBezTo>
                      <a:pt x="83" y="419"/>
                      <a:pt x="81" y="419"/>
                      <a:pt x="79" y="420"/>
                    </a:cubicBezTo>
                    <a:cubicBezTo>
                      <a:pt x="76" y="420"/>
                      <a:pt x="75" y="422"/>
                      <a:pt x="74" y="424"/>
                    </a:cubicBezTo>
                    <a:cubicBezTo>
                      <a:pt x="74" y="426"/>
                      <a:pt x="73" y="428"/>
                      <a:pt x="76" y="428"/>
                    </a:cubicBezTo>
                    <a:cubicBezTo>
                      <a:pt x="78" y="428"/>
                      <a:pt x="80" y="428"/>
                      <a:pt x="82" y="429"/>
                    </a:cubicBezTo>
                    <a:cubicBezTo>
                      <a:pt x="84" y="430"/>
                      <a:pt x="85" y="430"/>
                      <a:pt x="87" y="429"/>
                    </a:cubicBezTo>
                    <a:cubicBezTo>
                      <a:pt x="89" y="428"/>
                      <a:pt x="90" y="428"/>
                      <a:pt x="92" y="430"/>
                    </a:cubicBezTo>
                    <a:cubicBezTo>
                      <a:pt x="94" y="431"/>
                      <a:pt x="98" y="433"/>
                      <a:pt x="100" y="432"/>
                    </a:cubicBezTo>
                    <a:cubicBezTo>
                      <a:pt x="101" y="430"/>
                      <a:pt x="101" y="427"/>
                      <a:pt x="103" y="428"/>
                    </a:cubicBezTo>
                    <a:cubicBezTo>
                      <a:pt x="105" y="428"/>
                      <a:pt x="107" y="431"/>
                      <a:pt x="105" y="432"/>
                    </a:cubicBezTo>
                    <a:cubicBezTo>
                      <a:pt x="103" y="433"/>
                      <a:pt x="101" y="432"/>
                      <a:pt x="99" y="433"/>
                    </a:cubicBezTo>
                    <a:cubicBezTo>
                      <a:pt x="98" y="434"/>
                      <a:pt x="96" y="436"/>
                      <a:pt x="98" y="437"/>
                    </a:cubicBezTo>
                    <a:cubicBezTo>
                      <a:pt x="99" y="439"/>
                      <a:pt x="102" y="440"/>
                      <a:pt x="103" y="441"/>
                    </a:cubicBezTo>
                    <a:cubicBezTo>
                      <a:pt x="105" y="442"/>
                      <a:pt x="107" y="443"/>
                      <a:pt x="108" y="444"/>
                    </a:cubicBezTo>
                    <a:cubicBezTo>
                      <a:pt x="110" y="446"/>
                      <a:pt x="109" y="449"/>
                      <a:pt x="109" y="451"/>
                    </a:cubicBezTo>
                    <a:cubicBezTo>
                      <a:pt x="108" y="453"/>
                      <a:pt x="109" y="455"/>
                      <a:pt x="111" y="456"/>
                    </a:cubicBezTo>
                    <a:cubicBezTo>
                      <a:pt x="113" y="458"/>
                      <a:pt x="115" y="459"/>
                      <a:pt x="117" y="459"/>
                    </a:cubicBezTo>
                    <a:cubicBezTo>
                      <a:pt x="119" y="460"/>
                      <a:pt x="121" y="460"/>
                      <a:pt x="122" y="462"/>
                    </a:cubicBezTo>
                    <a:cubicBezTo>
                      <a:pt x="123" y="463"/>
                      <a:pt x="123" y="464"/>
                      <a:pt x="123" y="464"/>
                    </a:cubicBezTo>
                    <a:cubicBezTo>
                      <a:pt x="122" y="465"/>
                      <a:pt x="120" y="463"/>
                      <a:pt x="119" y="462"/>
                    </a:cubicBezTo>
                    <a:cubicBezTo>
                      <a:pt x="118" y="461"/>
                      <a:pt x="116" y="461"/>
                      <a:pt x="115" y="461"/>
                    </a:cubicBezTo>
                    <a:cubicBezTo>
                      <a:pt x="114" y="460"/>
                      <a:pt x="112" y="460"/>
                      <a:pt x="111" y="459"/>
                    </a:cubicBezTo>
                    <a:cubicBezTo>
                      <a:pt x="108" y="458"/>
                      <a:pt x="108" y="455"/>
                      <a:pt x="105" y="454"/>
                    </a:cubicBezTo>
                    <a:cubicBezTo>
                      <a:pt x="103" y="453"/>
                      <a:pt x="100" y="451"/>
                      <a:pt x="101" y="449"/>
                    </a:cubicBezTo>
                    <a:cubicBezTo>
                      <a:pt x="101" y="448"/>
                      <a:pt x="102" y="448"/>
                      <a:pt x="102" y="447"/>
                    </a:cubicBezTo>
                    <a:cubicBezTo>
                      <a:pt x="103" y="445"/>
                      <a:pt x="101" y="444"/>
                      <a:pt x="99" y="443"/>
                    </a:cubicBezTo>
                    <a:cubicBezTo>
                      <a:pt x="97" y="443"/>
                      <a:pt x="96" y="443"/>
                      <a:pt x="94" y="443"/>
                    </a:cubicBezTo>
                    <a:cubicBezTo>
                      <a:pt x="92" y="443"/>
                      <a:pt x="89" y="443"/>
                      <a:pt x="86" y="443"/>
                    </a:cubicBezTo>
                    <a:cubicBezTo>
                      <a:pt x="85" y="443"/>
                      <a:pt x="86" y="443"/>
                      <a:pt x="86" y="443"/>
                    </a:cubicBezTo>
                    <a:cubicBezTo>
                      <a:pt x="86" y="443"/>
                      <a:pt x="85" y="443"/>
                      <a:pt x="85" y="443"/>
                    </a:cubicBezTo>
                    <a:cubicBezTo>
                      <a:pt x="85" y="443"/>
                      <a:pt x="84" y="443"/>
                      <a:pt x="84" y="443"/>
                    </a:cubicBezTo>
                    <a:cubicBezTo>
                      <a:pt x="83" y="443"/>
                      <a:pt x="82" y="443"/>
                      <a:pt x="81" y="443"/>
                    </a:cubicBezTo>
                    <a:cubicBezTo>
                      <a:pt x="80" y="442"/>
                      <a:pt x="79" y="443"/>
                      <a:pt x="78" y="442"/>
                    </a:cubicBezTo>
                    <a:cubicBezTo>
                      <a:pt x="78" y="441"/>
                      <a:pt x="78" y="440"/>
                      <a:pt x="77" y="440"/>
                    </a:cubicBezTo>
                    <a:cubicBezTo>
                      <a:pt x="77" y="439"/>
                      <a:pt x="76" y="440"/>
                      <a:pt x="76" y="440"/>
                    </a:cubicBezTo>
                    <a:cubicBezTo>
                      <a:pt x="75" y="440"/>
                      <a:pt x="74" y="439"/>
                      <a:pt x="73" y="439"/>
                    </a:cubicBezTo>
                    <a:cubicBezTo>
                      <a:pt x="72" y="440"/>
                      <a:pt x="71" y="440"/>
                      <a:pt x="70" y="440"/>
                    </a:cubicBezTo>
                    <a:cubicBezTo>
                      <a:pt x="68" y="440"/>
                      <a:pt x="66" y="439"/>
                      <a:pt x="65" y="437"/>
                    </a:cubicBezTo>
                    <a:cubicBezTo>
                      <a:pt x="65" y="436"/>
                      <a:pt x="65" y="435"/>
                      <a:pt x="65" y="434"/>
                    </a:cubicBezTo>
                    <a:cubicBezTo>
                      <a:pt x="65" y="433"/>
                      <a:pt x="65" y="433"/>
                      <a:pt x="65" y="432"/>
                    </a:cubicBezTo>
                    <a:cubicBezTo>
                      <a:pt x="65" y="432"/>
                      <a:pt x="65" y="432"/>
                      <a:pt x="66" y="431"/>
                    </a:cubicBezTo>
                    <a:cubicBezTo>
                      <a:pt x="65" y="431"/>
                      <a:pt x="64" y="430"/>
                      <a:pt x="64" y="429"/>
                    </a:cubicBezTo>
                    <a:cubicBezTo>
                      <a:pt x="62" y="429"/>
                      <a:pt x="60" y="428"/>
                      <a:pt x="58" y="430"/>
                    </a:cubicBezTo>
                    <a:cubicBezTo>
                      <a:pt x="57" y="432"/>
                      <a:pt x="56" y="434"/>
                      <a:pt x="54" y="433"/>
                    </a:cubicBezTo>
                    <a:cubicBezTo>
                      <a:pt x="51" y="433"/>
                      <a:pt x="51" y="430"/>
                      <a:pt x="53" y="428"/>
                    </a:cubicBezTo>
                    <a:cubicBezTo>
                      <a:pt x="54" y="427"/>
                      <a:pt x="55" y="426"/>
                      <a:pt x="56" y="426"/>
                    </a:cubicBezTo>
                    <a:cubicBezTo>
                      <a:pt x="57" y="425"/>
                      <a:pt x="58" y="424"/>
                      <a:pt x="58" y="424"/>
                    </a:cubicBezTo>
                    <a:cubicBezTo>
                      <a:pt x="58" y="422"/>
                      <a:pt x="53" y="422"/>
                      <a:pt x="52" y="422"/>
                    </a:cubicBezTo>
                    <a:cubicBezTo>
                      <a:pt x="50" y="423"/>
                      <a:pt x="50" y="426"/>
                      <a:pt x="48" y="427"/>
                    </a:cubicBezTo>
                    <a:cubicBezTo>
                      <a:pt x="47" y="429"/>
                      <a:pt x="45" y="429"/>
                      <a:pt x="43" y="429"/>
                    </a:cubicBezTo>
                    <a:cubicBezTo>
                      <a:pt x="40" y="429"/>
                      <a:pt x="39" y="431"/>
                      <a:pt x="38" y="433"/>
                    </a:cubicBezTo>
                    <a:cubicBezTo>
                      <a:pt x="36" y="436"/>
                      <a:pt x="37" y="437"/>
                      <a:pt x="40" y="438"/>
                    </a:cubicBezTo>
                    <a:cubicBezTo>
                      <a:pt x="41" y="439"/>
                      <a:pt x="45" y="439"/>
                      <a:pt x="44" y="441"/>
                    </a:cubicBezTo>
                    <a:cubicBezTo>
                      <a:pt x="44" y="443"/>
                      <a:pt x="43" y="444"/>
                      <a:pt x="42" y="445"/>
                    </a:cubicBezTo>
                    <a:cubicBezTo>
                      <a:pt x="42" y="446"/>
                      <a:pt x="41" y="448"/>
                      <a:pt x="40" y="449"/>
                    </a:cubicBezTo>
                    <a:cubicBezTo>
                      <a:pt x="39" y="452"/>
                      <a:pt x="39" y="454"/>
                      <a:pt x="38" y="457"/>
                    </a:cubicBezTo>
                    <a:cubicBezTo>
                      <a:pt x="38" y="463"/>
                      <a:pt x="45" y="463"/>
                      <a:pt x="49" y="460"/>
                    </a:cubicBezTo>
                    <a:cubicBezTo>
                      <a:pt x="51" y="459"/>
                      <a:pt x="53" y="457"/>
                      <a:pt x="55" y="455"/>
                    </a:cubicBezTo>
                    <a:cubicBezTo>
                      <a:pt x="56" y="453"/>
                      <a:pt x="58" y="451"/>
                      <a:pt x="60" y="450"/>
                    </a:cubicBezTo>
                    <a:cubicBezTo>
                      <a:pt x="62" y="449"/>
                      <a:pt x="65" y="448"/>
                      <a:pt x="68" y="449"/>
                    </a:cubicBezTo>
                    <a:cubicBezTo>
                      <a:pt x="71" y="450"/>
                      <a:pt x="72" y="453"/>
                      <a:pt x="73" y="456"/>
                    </a:cubicBezTo>
                    <a:cubicBezTo>
                      <a:pt x="74" y="459"/>
                      <a:pt x="76" y="461"/>
                      <a:pt x="79" y="461"/>
                    </a:cubicBezTo>
                    <a:cubicBezTo>
                      <a:pt x="81" y="462"/>
                      <a:pt x="84" y="462"/>
                      <a:pt x="86" y="464"/>
                    </a:cubicBezTo>
                    <a:cubicBezTo>
                      <a:pt x="91" y="467"/>
                      <a:pt x="93" y="474"/>
                      <a:pt x="93" y="480"/>
                    </a:cubicBezTo>
                    <a:cubicBezTo>
                      <a:pt x="92" y="481"/>
                      <a:pt x="93" y="483"/>
                      <a:pt x="92" y="485"/>
                    </a:cubicBezTo>
                    <a:cubicBezTo>
                      <a:pt x="92" y="487"/>
                      <a:pt x="89" y="489"/>
                      <a:pt x="87" y="490"/>
                    </a:cubicBezTo>
                    <a:cubicBezTo>
                      <a:pt x="85" y="492"/>
                      <a:pt x="82" y="493"/>
                      <a:pt x="80" y="494"/>
                    </a:cubicBezTo>
                    <a:cubicBezTo>
                      <a:pt x="77" y="495"/>
                      <a:pt x="75" y="491"/>
                      <a:pt x="74" y="489"/>
                    </a:cubicBezTo>
                    <a:cubicBezTo>
                      <a:pt x="73" y="486"/>
                      <a:pt x="72" y="482"/>
                      <a:pt x="70" y="481"/>
                    </a:cubicBezTo>
                    <a:cubicBezTo>
                      <a:pt x="67" y="480"/>
                      <a:pt x="65" y="480"/>
                      <a:pt x="62" y="480"/>
                    </a:cubicBezTo>
                    <a:cubicBezTo>
                      <a:pt x="58" y="480"/>
                      <a:pt x="54" y="480"/>
                      <a:pt x="50" y="480"/>
                    </a:cubicBezTo>
                    <a:cubicBezTo>
                      <a:pt x="47" y="479"/>
                      <a:pt x="42" y="478"/>
                      <a:pt x="38" y="480"/>
                    </a:cubicBezTo>
                    <a:cubicBezTo>
                      <a:pt x="37" y="480"/>
                      <a:pt x="37" y="481"/>
                      <a:pt x="35" y="482"/>
                    </a:cubicBezTo>
                    <a:cubicBezTo>
                      <a:pt x="34" y="483"/>
                      <a:pt x="32" y="484"/>
                      <a:pt x="31" y="484"/>
                    </a:cubicBezTo>
                    <a:cubicBezTo>
                      <a:pt x="26" y="484"/>
                      <a:pt x="22" y="481"/>
                      <a:pt x="18" y="480"/>
                    </a:cubicBezTo>
                    <a:cubicBezTo>
                      <a:pt x="16" y="479"/>
                      <a:pt x="13" y="479"/>
                      <a:pt x="10" y="479"/>
                    </a:cubicBezTo>
                    <a:cubicBezTo>
                      <a:pt x="8" y="480"/>
                      <a:pt x="6" y="480"/>
                      <a:pt x="4" y="481"/>
                    </a:cubicBezTo>
                    <a:cubicBezTo>
                      <a:pt x="3" y="482"/>
                      <a:pt x="2" y="484"/>
                      <a:pt x="1" y="486"/>
                    </a:cubicBezTo>
                    <a:cubicBezTo>
                      <a:pt x="0" y="489"/>
                      <a:pt x="2" y="490"/>
                      <a:pt x="5" y="492"/>
                    </a:cubicBezTo>
                    <a:cubicBezTo>
                      <a:pt x="8" y="493"/>
                      <a:pt x="11" y="494"/>
                      <a:pt x="15" y="495"/>
                    </a:cubicBezTo>
                    <a:cubicBezTo>
                      <a:pt x="17" y="495"/>
                      <a:pt x="21" y="495"/>
                      <a:pt x="22" y="496"/>
                    </a:cubicBezTo>
                    <a:cubicBezTo>
                      <a:pt x="24" y="498"/>
                      <a:pt x="24" y="500"/>
                      <a:pt x="26" y="501"/>
                    </a:cubicBezTo>
                    <a:cubicBezTo>
                      <a:pt x="28" y="503"/>
                      <a:pt x="31" y="500"/>
                      <a:pt x="32" y="499"/>
                    </a:cubicBezTo>
                    <a:cubicBezTo>
                      <a:pt x="36" y="496"/>
                      <a:pt x="36" y="504"/>
                      <a:pt x="36" y="507"/>
                    </a:cubicBezTo>
                    <a:cubicBezTo>
                      <a:pt x="36" y="507"/>
                      <a:pt x="36" y="508"/>
                      <a:pt x="36" y="509"/>
                    </a:cubicBezTo>
                    <a:cubicBezTo>
                      <a:pt x="36" y="511"/>
                      <a:pt x="38" y="512"/>
                      <a:pt x="39" y="513"/>
                    </a:cubicBezTo>
                    <a:cubicBezTo>
                      <a:pt x="43" y="517"/>
                      <a:pt x="47" y="519"/>
                      <a:pt x="50" y="524"/>
                    </a:cubicBezTo>
                    <a:cubicBezTo>
                      <a:pt x="53" y="527"/>
                      <a:pt x="56" y="531"/>
                      <a:pt x="55" y="535"/>
                    </a:cubicBezTo>
                    <a:cubicBezTo>
                      <a:pt x="55" y="539"/>
                      <a:pt x="56" y="542"/>
                      <a:pt x="56" y="546"/>
                    </a:cubicBezTo>
                    <a:cubicBezTo>
                      <a:pt x="56" y="548"/>
                      <a:pt x="55" y="549"/>
                      <a:pt x="54" y="550"/>
                    </a:cubicBezTo>
                    <a:cubicBezTo>
                      <a:pt x="52" y="552"/>
                      <a:pt x="51" y="553"/>
                      <a:pt x="51" y="554"/>
                    </a:cubicBezTo>
                    <a:cubicBezTo>
                      <a:pt x="49" y="557"/>
                      <a:pt x="44" y="562"/>
                      <a:pt x="47" y="565"/>
                    </a:cubicBezTo>
                    <a:cubicBezTo>
                      <a:pt x="50" y="568"/>
                      <a:pt x="55" y="567"/>
                      <a:pt x="59" y="566"/>
                    </a:cubicBezTo>
                    <a:cubicBezTo>
                      <a:pt x="61" y="566"/>
                      <a:pt x="61" y="567"/>
                      <a:pt x="63" y="568"/>
                    </a:cubicBezTo>
                    <a:cubicBezTo>
                      <a:pt x="65" y="569"/>
                      <a:pt x="67" y="570"/>
                      <a:pt x="69" y="570"/>
                    </a:cubicBezTo>
                    <a:cubicBezTo>
                      <a:pt x="73" y="571"/>
                      <a:pt x="79" y="572"/>
                      <a:pt x="83" y="570"/>
                    </a:cubicBezTo>
                    <a:cubicBezTo>
                      <a:pt x="85" y="569"/>
                      <a:pt x="85" y="568"/>
                      <a:pt x="85" y="566"/>
                    </a:cubicBezTo>
                    <a:cubicBezTo>
                      <a:pt x="85" y="564"/>
                      <a:pt x="85" y="562"/>
                      <a:pt x="85" y="560"/>
                    </a:cubicBezTo>
                    <a:cubicBezTo>
                      <a:pt x="86" y="560"/>
                      <a:pt x="86" y="559"/>
                      <a:pt x="86" y="558"/>
                    </a:cubicBezTo>
                    <a:cubicBezTo>
                      <a:pt x="89" y="560"/>
                      <a:pt x="92" y="562"/>
                      <a:pt x="95" y="560"/>
                    </a:cubicBezTo>
                    <a:cubicBezTo>
                      <a:pt x="98" y="557"/>
                      <a:pt x="95" y="553"/>
                      <a:pt x="96" y="549"/>
                    </a:cubicBezTo>
                    <a:cubicBezTo>
                      <a:pt x="96" y="544"/>
                      <a:pt x="104" y="544"/>
                      <a:pt x="106" y="539"/>
                    </a:cubicBezTo>
                    <a:cubicBezTo>
                      <a:pt x="106" y="538"/>
                      <a:pt x="107" y="533"/>
                      <a:pt x="108" y="536"/>
                    </a:cubicBezTo>
                    <a:cubicBezTo>
                      <a:pt x="109" y="538"/>
                      <a:pt x="109" y="539"/>
                      <a:pt x="109" y="541"/>
                    </a:cubicBezTo>
                    <a:cubicBezTo>
                      <a:pt x="109" y="542"/>
                      <a:pt x="110" y="542"/>
                      <a:pt x="110" y="543"/>
                    </a:cubicBezTo>
                    <a:cubicBezTo>
                      <a:pt x="110" y="543"/>
                      <a:pt x="111" y="544"/>
                      <a:pt x="111" y="544"/>
                    </a:cubicBezTo>
                    <a:cubicBezTo>
                      <a:pt x="111" y="546"/>
                      <a:pt x="105" y="545"/>
                      <a:pt x="104" y="545"/>
                    </a:cubicBezTo>
                    <a:cubicBezTo>
                      <a:pt x="100" y="545"/>
                      <a:pt x="99" y="550"/>
                      <a:pt x="99" y="553"/>
                    </a:cubicBezTo>
                    <a:cubicBezTo>
                      <a:pt x="99" y="555"/>
                      <a:pt x="102" y="558"/>
                      <a:pt x="103" y="560"/>
                    </a:cubicBezTo>
                    <a:cubicBezTo>
                      <a:pt x="105" y="562"/>
                      <a:pt x="108" y="562"/>
                      <a:pt x="110" y="564"/>
                    </a:cubicBezTo>
                    <a:cubicBezTo>
                      <a:pt x="110" y="565"/>
                      <a:pt x="110" y="567"/>
                      <a:pt x="111" y="568"/>
                    </a:cubicBezTo>
                    <a:cubicBezTo>
                      <a:pt x="112" y="568"/>
                      <a:pt x="114" y="568"/>
                      <a:pt x="115" y="568"/>
                    </a:cubicBezTo>
                    <a:cubicBezTo>
                      <a:pt x="117" y="568"/>
                      <a:pt x="120" y="569"/>
                      <a:pt x="122" y="567"/>
                    </a:cubicBezTo>
                    <a:cubicBezTo>
                      <a:pt x="123" y="566"/>
                      <a:pt x="124" y="565"/>
                      <a:pt x="124" y="563"/>
                    </a:cubicBezTo>
                    <a:cubicBezTo>
                      <a:pt x="124" y="562"/>
                      <a:pt x="124" y="559"/>
                      <a:pt x="125" y="558"/>
                    </a:cubicBezTo>
                    <a:cubicBezTo>
                      <a:pt x="127" y="557"/>
                      <a:pt x="131" y="559"/>
                      <a:pt x="132" y="561"/>
                    </a:cubicBezTo>
                    <a:cubicBezTo>
                      <a:pt x="133" y="563"/>
                      <a:pt x="131" y="565"/>
                      <a:pt x="133" y="567"/>
                    </a:cubicBezTo>
                    <a:cubicBezTo>
                      <a:pt x="135" y="568"/>
                      <a:pt x="138" y="568"/>
                      <a:pt x="136" y="571"/>
                    </a:cubicBezTo>
                    <a:cubicBezTo>
                      <a:pt x="136" y="572"/>
                      <a:pt x="134" y="573"/>
                      <a:pt x="134" y="574"/>
                    </a:cubicBezTo>
                    <a:cubicBezTo>
                      <a:pt x="134" y="575"/>
                      <a:pt x="135" y="576"/>
                      <a:pt x="136" y="577"/>
                    </a:cubicBezTo>
                    <a:cubicBezTo>
                      <a:pt x="137" y="579"/>
                      <a:pt x="139" y="580"/>
                      <a:pt x="141" y="581"/>
                    </a:cubicBezTo>
                    <a:cubicBezTo>
                      <a:pt x="142" y="582"/>
                      <a:pt x="143" y="583"/>
                      <a:pt x="143" y="584"/>
                    </a:cubicBezTo>
                    <a:cubicBezTo>
                      <a:pt x="143" y="585"/>
                      <a:pt x="143" y="586"/>
                      <a:pt x="142" y="586"/>
                    </a:cubicBezTo>
                    <a:cubicBezTo>
                      <a:pt x="141" y="588"/>
                      <a:pt x="142" y="591"/>
                      <a:pt x="143" y="593"/>
                    </a:cubicBezTo>
                    <a:cubicBezTo>
                      <a:pt x="145" y="594"/>
                      <a:pt x="147" y="594"/>
                      <a:pt x="149" y="595"/>
                    </a:cubicBezTo>
                    <a:cubicBezTo>
                      <a:pt x="151" y="595"/>
                      <a:pt x="153" y="596"/>
                      <a:pt x="155" y="596"/>
                    </a:cubicBezTo>
                    <a:cubicBezTo>
                      <a:pt x="157" y="596"/>
                      <a:pt x="160" y="596"/>
                      <a:pt x="161" y="596"/>
                    </a:cubicBezTo>
                    <a:cubicBezTo>
                      <a:pt x="162" y="595"/>
                      <a:pt x="162" y="595"/>
                      <a:pt x="163" y="594"/>
                    </a:cubicBezTo>
                    <a:cubicBezTo>
                      <a:pt x="163" y="593"/>
                      <a:pt x="164" y="592"/>
                      <a:pt x="165" y="591"/>
                    </a:cubicBezTo>
                    <a:cubicBezTo>
                      <a:pt x="166" y="591"/>
                      <a:pt x="167" y="590"/>
                      <a:pt x="169" y="590"/>
                    </a:cubicBezTo>
                    <a:cubicBezTo>
                      <a:pt x="171" y="590"/>
                      <a:pt x="173" y="591"/>
                      <a:pt x="174" y="591"/>
                    </a:cubicBezTo>
                    <a:cubicBezTo>
                      <a:pt x="175" y="591"/>
                      <a:pt x="176" y="591"/>
                      <a:pt x="177" y="591"/>
                    </a:cubicBezTo>
                    <a:cubicBezTo>
                      <a:pt x="177" y="590"/>
                      <a:pt x="178" y="590"/>
                      <a:pt x="179" y="590"/>
                    </a:cubicBezTo>
                    <a:cubicBezTo>
                      <a:pt x="181" y="591"/>
                      <a:pt x="180" y="593"/>
                      <a:pt x="178" y="594"/>
                    </a:cubicBezTo>
                    <a:cubicBezTo>
                      <a:pt x="176" y="594"/>
                      <a:pt x="175" y="594"/>
                      <a:pt x="173" y="594"/>
                    </a:cubicBezTo>
                    <a:cubicBezTo>
                      <a:pt x="171" y="594"/>
                      <a:pt x="169" y="594"/>
                      <a:pt x="167" y="596"/>
                    </a:cubicBezTo>
                    <a:cubicBezTo>
                      <a:pt x="165" y="597"/>
                      <a:pt x="166" y="598"/>
                      <a:pt x="167" y="600"/>
                    </a:cubicBezTo>
                    <a:cubicBezTo>
                      <a:pt x="170" y="604"/>
                      <a:pt x="176" y="604"/>
                      <a:pt x="179" y="608"/>
                    </a:cubicBezTo>
                    <a:cubicBezTo>
                      <a:pt x="181" y="610"/>
                      <a:pt x="182" y="611"/>
                      <a:pt x="183" y="612"/>
                    </a:cubicBezTo>
                    <a:cubicBezTo>
                      <a:pt x="184" y="613"/>
                      <a:pt x="186" y="614"/>
                      <a:pt x="187" y="614"/>
                    </a:cubicBezTo>
                    <a:cubicBezTo>
                      <a:pt x="189" y="615"/>
                      <a:pt x="191" y="615"/>
                      <a:pt x="193" y="615"/>
                    </a:cubicBezTo>
                    <a:cubicBezTo>
                      <a:pt x="194" y="615"/>
                      <a:pt x="195" y="613"/>
                      <a:pt x="196" y="612"/>
                    </a:cubicBezTo>
                    <a:cubicBezTo>
                      <a:pt x="197" y="611"/>
                      <a:pt x="198" y="609"/>
                      <a:pt x="199" y="610"/>
                    </a:cubicBezTo>
                    <a:cubicBezTo>
                      <a:pt x="201" y="611"/>
                      <a:pt x="200" y="614"/>
                      <a:pt x="200" y="615"/>
                    </a:cubicBezTo>
                    <a:cubicBezTo>
                      <a:pt x="199" y="618"/>
                      <a:pt x="199" y="619"/>
                      <a:pt x="199" y="622"/>
                    </a:cubicBezTo>
                    <a:cubicBezTo>
                      <a:pt x="199" y="626"/>
                      <a:pt x="203" y="628"/>
                      <a:pt x="205" y="630"/>
                    </a:cubicBezTo>
                    <a:cubicBezTo>
                      <a:pt x="206" y="631"/>
                      <a:pt x="207" y="632"/>
                      <a:pt x="208" y="633"/>
                    </a:cubicBezTo>
                    <a:cubicBezTo>
                      <a:pt x="209" y="634"/>
                      <a:pt x="211" y="634"/>
                      <a:pt x="212" y="634"/>
                    </a:cubicBezTo>
                    <a:cubicBezTo>
                      <a:pt x="213" y="635"/>
                      <a:pt x="214" y="635"/>
                      <a:pt x="215" y="635"/>
                    </a:cubicBezTo>
                    <a:cubicBezTo>
                      <a:pt x="216" y="635"/>
                      <a:pt x="217" y="634"/>
                      <a:pt x="218" y="633"/>
                    </a:cubicBezTo>
                    <a:cubicBezTo>
                      <a:pt x="219" y="632"/>
                      <a:pt x="220" y="632"/>
                      <a:pt x="221" y="631"/>
                    </a:cubicBezTo>
                    <a:cubicBezTo>
                      <a:pt x="222" y="630"/>
                      <a:pt x="223" y="629"/>
                      <a:pt x="224" y="629"/>
                    </a:cubicBezTo>
                    <a:cubicBezTo>
                      <a:pt x="225" y="628"/>
                      <a:pt x="226" y="627"/>
                      <a:pt x="227" y="626"/>
                    </a:cubicBezTo>
                    <a:cubicBezTo>
                      <a:pt x="229" y="625"/>
                      <a:pt x="231" y="623"/>
                      <a:pt x="233" y="624"/>
                    </a:cubicBezTo>
                    <a:cubicBezTo>
                      <a:pt x="232" y="626"/>
                      <a:pt x="231" y="627"/>
                      <a:pt x="229" y="628"/>
                    </a:cubicBezTo>
                    <a:cubicBezTo>
                      <a:pt x="228" y="629"/>
                      <a:pt x="225" y="632"/>
                      <a:pt x="227" y="634"/>
                    </a:cubicBezTo>
                    <a:cubicBezTo>
                      <a:pt x="228" y="634"/>
                      <a:pt x="234" y="637"/>
                      <a:pt x="233" y="638"/>
                    </a:cubicBezTo>
                    <a:cubicBezTo>
                      <a:pt x="232" y="639"/>
                      <a:pt x="230" y="639"/>
                      <a:pt x="229" y="639"/>
                    </a:cubicBezTo>
                    <a:cubicBezTo>
                      <a:pt x="228" y="639"/>
                      <a:pt x="226" y="639"/>
                      <a:pt x="225" y="640"/>
                    </a:cubicBezTo>
                    <a:cubicBezTo>
                      <a:pt x="222" y="642"/>
                      <a:pt x="230" y="642"/>
                      <a:pt x="231" y="643"/>
                    </a:cubicBezTo>
                    <a:cubicBezTo>
                      <a:pt x="232" y="643"/>
                      <a:pt x="234" y="643"/>
                      <a:pt x="235" y="644"/>
                    </a:cubicBezTo>
                    <a:cubicBezTo>
                      <a:pt x="236" y="645"/>
                      <a:pt x="237" y="646"/>
                      <a:pt x="238" y="647"/>
                    </a:cubicBezTo>
                    <a:cubicBezTo>
                      <a:pt x="239" y="649"/>
                      <a:pt x="241" y="651"/>
                      <a:pt x="243" y="652"/>
                    </a:cubicBezTo>
                    <a:cubicBezTo>
                      <a:pt x="244" y="654"/>
                      <a:pt x="249" y="656"/>
                      <a:pt x="249" y="652"/>
                    </a:cubicBezTo>
                    <a:cubicBezTo>
                      <a:pt x="250" y="650"/>
                      <a:pt x="247" y="645"/>
                      <a:pt x="251" y="644"/>
                    </a:cubicBezTo>
                    <a:cubicBezTo>
                      <a:pt x="253" y="643"/>
                      <a:pt x="256" y="645"/>
                      <a:pt x="259" y="644"/>
                    </a:cubicBezTo>
                    <a:cubicBezTo>
                      <a:pt x="262" y="643"/>
                      <a:pt x="261" y="640"/>
                      <a:pt x="263" y="638"/>
                    </a:cubicBezTo>
                    <a:cubicBezTo>
                      <a:pt x="265" y="636"/>
                      <a:pt x="268" y="637"/>
                      <a:pt x="268" y="639"/>
                    </a:cubicBezTo>
                    <a:cubicBezTo>
                      <a:pt x="269" y="642"/>
                      <a:pt x="268" y="644"/>
                      <a:pt x="266" y="645"/>
                    </a:cubicBezTo>
                    <a:cubicBezTo>
                      <a:pt x="263" y="645"/>
                      <a:pt x="259" y="645"/>
                      <a:pt x="256" y="645"/>
                    </a:cubicBezTo>
                    <a:cubicBezTo>
                      <a:pt x="254" y="646"/>
                      <a:pt x="253" y="647"/>
                      <a:pt x="253" y="649"/>
                    </a:cubicBezTo>
                    <a:cubicBezTo>
                      <a:pt x="253" y="651"/>
                      <a:pt x="253" y="652"/>
                      <a:pt x="253" y="653"/>
                    </a:cubicBezTo>
                    <a:cubicBezTo>
                      <a:pt x="252" y="655"/>
                      <a:pt x="251" y="655"/>
                      <a:pt x="250" y="656"/>
                    </a:cubicBezTo>
                    <a:cubicBezTo>
                      <a:pt x="249" y="658"/>
                      <a:pt x="250" y="661"/>
                      <a:pt x="251" y="663"/>
                    </a:cubicBezTo>
                    <a:cubicBezTo>
                      <a:pt x="252" y="665"/>
                      <a:pt x="253" y="667"/>
                      <a:pt x="254" y="669"/>
                    </a:cubicBezTo>
                    <a:cubicBezTo>
                      <a:pt x="255" y="670"/>
                      <a:pt x="254" y="671"/>
                      <a:pt x="255" y="673"/>
                    </a:cubicBezTo>
                    <a:cubicBezTo>
                      <a:pt x="255" y="676"/>
                      <a:pt x="255" y="680"/>
                      <a:pt x="253" y="683"/>
                    </a:cubicBezTo>
                    <a:cubicBezTo>
                      <a:pt x="252" y="684"/>
                      <a:pt x="252" y="685"/>
                      <a:pt x="251" y="687"/>
                    </a:cubicBezTo>
                    <a:cubicBezTo>
                      <a:pt x="250" y="688"/>
                      <a:pt x="250" y="689"/>
                      <a:pt x="250" y="691"/>
                    </a:cubicBezTo>
                    <a:cubicBezTo>
                      <a:pt x="250" y="693"/>
                      <a:pt x="250" y="694"/>
                      <a:pt x="250" y="696"/>
                    </a:cubicBezTo>
                    <a:cubicBezTo>
                      <a:pt x="250" y="699"/>
                      <a:pt x="252" y="701"/>
                      <a:pt x="254" y="703"/>
                    </a:cubicBezTo>
                    <a:cubicBezTo>
                      <a:pt x="255" y="705"/>
                      <a:pt x="257" y="706"/>
                      <a:pt x="259" y="707"/>
                    </a:cubicBezTo>
                    <a:cubicBezTo>
                      <a:pt x="263" y="708"/>
                      <a:pt x="263" y="704"/>
                      <a:pt x="262" y="701"/>
                    </a:cubicBezTo>
                    <a:cubicBezTo>
                      <a:pt x="262" y="699"/>
                      <a:pt x="262" y="697"/>
                      <a:pt x="261" y="696"/>
                    </a:cubicBezTo>
                    <a:cubicBezTo>
                      <a:pt x="261" y="694"/>
                      <a:pt x="260" y="693"/>
                      <a:pt x="260" y="691"/>
                    </a:cubicBezTo>
                    <a:cubicBezTo>
                      <a:pt x="259" y="688"/>
                      <a:pt x="258" y="684"/>
                      <a:pt x="259" y="681"/>
                    </a:cubicBezTo>
                    <a:cubicBezTo>
                      <a:pt x="259" y="680"/>
                      <a:pt x="260" y="677"/>
                      <a:pt x="261" y="677"/>
                    </a:cubicBezTo>
                    <a:cubicBezTo>
                      <a:pt x="262" y="677"/>
                      <a:pt x="262" y="681"/>
                      <a:pt x="263" y="681"/>
                    </a:cubicBezTo>
                    <a:cubicBezTo>
                      <a:pt x="264" y="685"/>
                      <a:pt x="269" y="684"/>
                      <a:pt x="272" y="684"/>
                    </a:cubicBezTo>
                    <a:cubicBezTo>
                      <a:pt x="276" y="684"/>
                      <a:pt x="276" y="680"/>
                      <a:pt x="278" y="678"/>
                    </a:cubicBezTo>
                    <a:cubicBezTo>
                      <a:pt x="279" y="677"/>
                      <a:pt x="280" y="678"/>
                      <a:pt x="280" y="679"/>
                    </a:cubicBezTo>
                    <a:cubicBezTo>
                      <a:pt x="280" y="681"/>
                      <a:pt x="279" y="683"/>
                      <a:pt x="281" y="683"/>
                    </a:cubicBezTo>
                    <a:cubicBezTo>
                      <a:pt x="282" y="683"/>
                      <a:pt x="283" y="683"/>
                      <a:pt x="285" y="684"/>
                    </a:cubicBezTo>
                    <a:cubicBezTo>
                      <a:pt x="286" y="685"/>
                      <a:pt x="287" y="686"/>
                      <a:pt x="288" y="687"/>
                    </a:cubicBezTo>
                    <a:cubicBezTo>
                      <a:pt x="291" y="689"/>
                      <a:pt x="289" y="683"/>
                      <a:pt x="289" y="681"/>
                    </a:cubicBezTo>
                    <a:cubicBezTo>
                      <a:pt x="289" y="680"/>
                      <a:pt x="288" y="679"/>
                      <a:pt x="288" y="677"/>
                    </a:cubicBezTo>
                    <a:cubicBezTo>
                      <a:pt x="288" y="676"/>
                      <a:pt x="289" y="675"/>
                      <a:pt x="289" y="674"/>
                    </a:cubicBezTo>
                    <a:cubicBezTo>
                      <a:pt x="290" y="672"/>
                      <a:pt x="290" y="668"/>
                      <a:pt x="292" y="667"/>
                    </a:cubicBezTo>
                    <a:cubicBezTo>
                      <a:pt x="294" y="666"/>
                      <a:pt x="295" y="667"/>
                      <a:pt x="295" y="669"/>
                    </a:cubicBezTo>
                    <a:cubicBezTo>
                      <a:pt x="295" y="672"/>
                      <a:pt x="295" y="675"/>
                      <a:pt x="295" y="677"/>
                    </a:cubicBezTo>
                    <a:cubicBezTo>
                      <a:pt x="295" y="679"/>
                      <a:pt x="295" y="680"/>
                      <a:pt x="296" y="681"/>
                    </a:cubicBezTo>
                    <a:cubicBezTo>
                      <a:pt x="298" y="682"/>
                      <a:pt x="298" y="682"/>
                      <a:pt x="299" y="683"/>
                    </a:cubicBezTo>
                    <a:cubicBezTo>
                      <a:pt x="300" y="684"/>
                      <a:pt x="301" y="685"/>
                      <a:pt x="302" y="684"/>
                    </a:cubicBezTo>
                    <a:cubicBezTo>
                      <a:pt x="303" y="684"/>
                      <a:pt x="303" y="683"/>
                      <a:pt x="304" y="682"/>
                    </a:cubicBezTo>
                    <a:cubicBezTo>
                      <a:pt x="304" y="681"/>
                      <a:pt x="305" y="681"/>
                      <a:pt x="306" y="680"/>
                    </a:cubicBezTo>
                    <a:cubicBezTo>
                      <a:pt x="308" y="680"/>
                      <a:pt x="308" y="680"/>
                      <a:pt x="309" y="681"/>
                    </a:cubicBezTo>
                    <a:cubicBezTo>
                      <a:pt x="310" y="682"/>
                      <a:pt x="312" y="683"/>
                      <a:pt x="313" y="682"/>
                    </a:cubicBezTo>
                    <a:cubicBezTo>
                      <a:pt x="314" y="681"/>
                      <a:pt x="313" y="680"/>
                      <a:pt x="314" y="679"/>
                    </a:cubicBezTo>
                    <a:cubicBezTo>
                      <a:pt x="315" y="678"/>
                      <a:pt x="317" y="679"/>
                      <a:pt x="318" y="679"/>
                    </a:cubicBezTo>
                    <a:cubicBezTo>
                      <a:pt x="318" y="679"/>
                      <a:pt x="319" y="680"/>
                      <a:pt x="319" y="681"/>
                    </a:cubicBezTo>
                    <a:cubicBezTo>
                      <a:pt x="320" y="681"/>
                      <a:pt x="320" y="681"/>
                      <a:pt x="321" y="681"/>
                    </a:cubicBezTo>
                    <a:cubicBezTo>
                      <a:pt x="323" y="680"/>
                      <a:pt x="325" y="679"/>
                      <a:pt x="327" y="678"/>
                    </a:cubicBezTo>
                    <a:cubicBezTo>
                      <a:pt x="327" y="678"/>
                      <a:pt x="327" y="678"/>
                      <a:pt x="327" y="678"/>
                    </a:cubicBezTo>
                    <a:cubicBezTo>
                      <a:pt x="329" y="678"/>
                      <a:pt x="329" y="676"/>
                      <a:pt x="330" y="678"/>
                    </a:cubicBezTo>
                    <a:cubicBezTo>
                      <a:pt x="330" y="679"/>
                      <a:pt x="330" y="679"/>
                      <a:pt x="330" y="679"/>
                    </a:cubicBezTo>
                    <a:cubicBezTo>
                      <a:pt x="329" y="680"/>
                      <a:pt x="328" y="681"/>
                      <a:pt x="328" y="681"/>
                    </a:cubicBezTo>
                    <a:cubicBezTo>
                      <a:pt x="327" y="682"/>
                      <a:pt x="326" y="684"/>
                      <a:pt x="326" y="685"/>
                    </a:cubicBezTo>
                    <a:cubicBezTo>
                      <a:pt x="327" y="687"/>
                      <a:pt x="330" y="687"/>
                      <a:pt x="332" y="689"/>
                    </a:cubicBezTo>
                    <a:cubicBezTo>
                      <a:pt x="332" y="689"/>
                      <a:pt x="332" y="690"/>
                      <a:pt x="333" y="691"/>
                    </a:cubicBezTo>
                    <a:cubicBezTo>
                      <a:pt x="335" y="691"/>
                      <a:pt x="335" y="690"/>
                      <a:pt x="336" y="689"/>
                    </a:cubicBezTo>
                    <a:cubicBezTo>
                      <a:pt x="336" y="686"/>
                      <a:pt x="337" y="684"/>
                      <a:pt x="338" y="682"/>
                    </a:cubicBezTo>
                    <a:cubicBezTo>
                      <a:pt x="339" y="681"/>
                      <a:pt x="339" y="682"/>
                      <a:pt x="340" y="683"/>
                    </a:cubicBezTo>
                    <a:cubicBezTo>
                      <a:pt x="340" y="684"/>
                      <a:pt x="339" y="686"/>
                      <a:pt x="339" y="687"/>
                    </a:cubicBezTo>
                    <a:cubicBezTo>
                      <a:pt x="338" y="690"/>
                      <a:pt x="339" y="692"/>
                      <a:pt x="336" y="693"/>
                    </a:cubicBezTo>
                    <a:cubicBezTo>
                      <a:pt x="335" y="694"/>
                      <a:pt x="334" y="694"/>
                      <a:pt x="333" y="694"/>
                    </a:cubicBezTo>
                    <a:cubicBezTo>
                      <a:pt x="332" y="695"/>
                      <a:pt x="332" y="696"/>
                      <a:pt x="331" y="697"/>
                    </a:cubicBezTo>
                    <a:cubicBezTo>
                      <a:pt x="331" y="699"/>
                      <a:pt x="331" y="700"/>
                      <a:pt x="330" y="701"/>
                    </a:cubicBezTo>
                    <a:cubicBezTo>
                      <a:pt x="329" y="702"/>
                      <a:pt x="327" y="702"/>
                      <a:pt x="326" y="702"/>
                    </a:cubicBezTo>
                    <a:cubicBezTo>
                      <a:pt x="324" y="702"/>
                      <a:pt x="323" y="702"/>
                      <a:pt x="321" y="702"/>
                    </a:cubicBezTo>
                    <a:cubicBezTo>
                      <a:pt x="319" y="702"/>
                      <a:pt x="317" y="703"/>
                      <a:pt x="315" y="703"/>
                    </a:cubicBezTo>
                    <a:cubicBezTo>
                      <a:pt x="316" y="701"/>
                      <a:pt x="316" y="699"/>
                      <a:pt x="314" y="699"/>
                    </a:cubicBezTo>
                    <a:cubicBezTo>
                      <a:pt x="312" y="699"/>
                      <a:pt x="311" y="700"/>
                      <a:pt x="310" y="700"/>
                    </a:cubicBezTo>
                    <a:cubicBezTo>
                      <a:pt x="308" y="700"/>
                      <a:pt x="307" y="698"/>
                      <a:pt x="306" y="697"/>
                    </a:cubicBezTo>
                    <a:cubicBezTo>
                      <a:pt x="305" y="695"/>
                      <a:pt x="303" y="694"/>
                      <a:pt x="301" y="692"/>
                    </a:cubicBezTo>
                    <a:cubicBezTo>
                      <a:pt x="299" y="690"/>
                      <a:pt x="296" y="689"/>
                      <a:pt x="294" y="692"/>
                    </a:cubicBezTo>
                    <a:cubicBezTo>
                      <a:pt x="293" y="693"/>
                      <a:pt x="293" y="695"/>
                      <a:pt x="294" y="697"/>
                    </a:cubicBezTo>
                    <a:cubicBezTo>
                      <a:pt x="295" y="699"/>
                      <a:pt x="297" y="700"/>
                      <a:pt x="299" y="701"/>
                    </a:cubicBezTo>
                    <a:cubicBezTo>
                      <a:pt x="300" y="702"/>
                      <a:pt x="302" y="704"/>
                      <a:pt x="302" y="706"/>
                    </a:cubicBezTo>
                    <a:cubicBezTo>
                      <a:pt x="302" y="708"/>
                      <a:pt x="301" y="709"/>
                      <a:pt x="302" y="711"/>
                    </a:cubicBezTo>
                    <a:cubicBezTo>
                      <a:pt x="304" y="713"/>
                      <a:pt x="309" y="713"/>
                      <a:pt x="312" y="712"/>
                    </a:cubicBezTo>
                    <a:cubicBezTo>
                      <a:pt x="315" y="712"/>
                      <a:pt x="319" y="711"/>
                      <a:pt x="321" y="713"/>
                    </a:cubicBezTo>
                    <a:cubicBezTo>
                      <a:pt x="322" y="715"/>
                      <a:pt x="323" y="715"/>
                      <a:pt x="325" y="716"/>
                    </a:cubicBezTo>
                    <a:cubicBezTo>
                      <a:pt x="327" y="717"/>
                      <a:pt x="330" y="717"/>
                      <a:pt x="331" y="715"/>
                    </a:cubicBezTo>
                    <a:cubicBezTo>
                      <a:pt x="333" y="713"/>
                      <a:pt x="333" y="710"/>
                      <a:pt x="333" y="708"/>
                    </a:cubicBezTo>
                    <a:cubicBezTo>
                      <a:pt x="333" y="707"/>
                      <a:pt x="333" y="704"/>
                      <a:pt x="335" y="705"/>
                    </a:cubicBezTo>
                    <a:cubicBezTo>
                      <a:pt x="337" y="706"/>
                      <a:pt x="337" y="713"/>
                      <a:pt x="341" y="711"/>
                    </a:cubicBezTo>
                    <a:cubicBezTo>
                      <a:pt x="343" y="710"/>
                      <a:pt x="344" y="708"/>
                      <a:pt x="345" y="708"/>
                    </a:cubicBezTo>
                    <a:cubicBezTo>
                      <a:pt x="346" y="707"/>
                      <a:pt x="349" y="707"/>
                      <a:pt x="350" y="709"/>
                    </a:cubicBezTo>
                    <a:cubicBezTo>
                      <a:pt x="350" y="711"/>
                      <a:pt x="343" y="713"/>
                      <a:pt x="346" y="715"/>
                    </a:cubicBezTo>
                    <a:cubicBezTo>
                      <a:pt x="349" y="717"/>
                      <a:pt x="353" y="715"/>
                      <a:pt x="356" y="715"/>
                    </a:cubicBezTo>
                    <a:cubicBezTo>
                      <a:pt x="359" y="715"/>
                      <a:pt x="362" y="717"/>
                      <a:pt x="365" y="718"/>
                    </a:cubicBezTo>
                    <a:cubicBezTo>
                      <a:pt x="371" y="719"/>
                      <a:pt x="378" y="720"/>
                      <a:pt x="381" y="726"/>
                    </a:cubicBezTo>
                    <a:cubicBezTo>
                      <a:pt x="382" y="729"/>
                      <a:pt x="379" y="731"/>
                      <a:pt x="376" y="729"/>
                    </a:cubicBezTo>
                    <a:cubicBezTo>
                      <a:pt x="375" y="728"/>
                      <a:pt x="374" y="727"/>
                      <a:pt x="373" y="726"/>
                    </a:cubicBezTo>
                    <a:cubicBezTo>
                      <a:pt x="371" y="725"/>
                      <a:pt x="370" y="726"/>
                      <a:pt x="368" y="726"/>
                    </a:cubicBezTo>
                    <a:cubicBezTo>
                      <a:pt x="366" y="726"/>
                      <a:pt x="364" y="726"/>
                      <a:pt x="363" y="727"/>
                    </a:cubicBezTo>
                    <a:cubicBezTo>
                      <a:pt x="362" y="728"/>
                      <a:pt x="362" y="729"/>
                      <a:pt x="362" y="731"/>
                    </a:cubicBezTo>
                    <a:cubicBezTo>
                      <a:pt x="362" y="732"/>
                      <a:pt x="362" y="734"/>
                      <a:pt x="363" y="735"/>
                    </a:cubicBezTo>
                    <a:cubicBezTo>
                      <a:pt x="364" y="737"/>
                      <a:pt x="366" y="737"/>
                      <a:pt x="367" y="737"/>
                    </a:cubicBezTo>
                    <a:cubicBezTo>
                      <a:pt x="368" y="738"/>
                      <a:pt x="369" y="738"/>
                      <a:pt x="370" y="739"/>
                    </a:cubicBezTo>
                    <a:cubicBezTo>
                      <a:pt x="370" y="740"/>
                      <a:pt x="369" y="740"/>
                      <a:pt x="369" y="741"/>
                    </a:cubicBezTo>
                    <a:cubicBezTo>
                      <a:pt x="369" y="742"/>
                      <a:pt x="369" y="743"/>
                      <a:pt x="369" y="744"/>
                    </a:cubicBezTo>
                    <a:cubicBezTo>
                      <a:pt x="369" y="745"/>
                      <a:pt x="368" y="747"/>
                      <a:pt x="367" y="748"/>
                    </a:cubicBezTo>
                    <a:cubicBezTo>
                      <a:pt x="363" y="750"/>
                      <a:pt x="365" y="741"/>
                      <a:pt x="361" y="742"/>
                    </a:cubicBezTo>
                    <a:cubicBezTo>
                      <a:pt x="358" y="743"/>
                      <a:pt x="357" y="746"/>
                      <a:pt x="355" y="746"/>
                    </a:cubicBezTo>
                    <a:cubicBezTo>
                      <a:pt x="353" y="746"/>
                      <a:pt x="351" y="746"/>
                      <a:pt x="349" y="746"/>
                    </a:cubicBezTo>
                    <a:cubicBezTo>
                      <a:pt x="347" y="746"/>
                      <a:pt x="346" y="746"/>
                      <a:pt x="344" y="747"/>
                    </a:cubicBezTo>
                    <a:cubicBezTo>
                      <a:pt x="343" y="748"/>
                      <a:pt x="342" y="749"/>
                      <a:pt x="342" y="751"/>
                    </a:cubicBezTo>
                    <a:cubicBezTo>
                      <a:pt x="341" y="755"/>
                      <a:pt x="345" y="755"/>
                      <a:pt x="346" y="757"/>
                    </a:cubicBezTo>
                    <a:cubicBezTo>
                      <a:pt x="346" y="759"/>
                      <a:pt x="346" y="760"/>
                      <a:pt x="347" y="762"/>
                    </a:cubicBezTo>
                    <a:cubicBezTo>
                      <a:pt x="348" y="764"/>
                      <a:pt x="348" y="766"/>
                      <a:pt x="348" y="769"/>
                    </a:cubicBezTo>
                    <a:cubicBezTo>
                      <a:pt x="348" y="770"/>
                      <a:pt x="348" y="771"/>
                      <a:pt x="348" y="772"/>
                    </a:cubicBezTo>
                    <a:cubicBezTo>
                      <a:pt x="348" y="773"/>
                      <a:pt x="350" y="774"/>
                      <a:pt x="350" y="776"/>
                    </a:cubicBezTo>
                    <a:cubicBezTo>
                      <a:pt x="350" y="778"/>
                      <a:pt x="348" y="778"/>
                      <a:pt x="346" y="778"/>
                    </a:cubicBezTo>
                    <a:cubicBezTo>
                      <a:pt x="345" y="778"/>
                      <a:pt x="343" y="778"/>
                      <a:pt x="342" y="777"/>
                    </a:cubicBezTo>
                    <a:cubicBezTo>
                      <a:pt x="342" y="777"/>
                      <a:pt x="339" y="777"/>
                      <a:pt x="339" y="777"/>
                    </a:cubicBezTo>
                    <a:cubicBezTo>
                      <a:pt x="338" y="778"/>
                      <a:pt x="342" y="780"/>
                      <a:pt x="343" y="780"/>
                    </a:cubicBezTo>
                    <a:cubicBezTo>
                      <a:pt x="346" y="781"/>
                      <a:pt x="348" y="783"/>
                      <a:pt x="351" y="785"/>
                    </a:cubicBezTo>
                    <a:cubicBezTo>
                      <a:pt x="352" y="786"/>
                      <a:pt x="353" y="787"/>
                      <a:pt x="355" y="788"/>
                    </a:cubicBezTo>
                    <a:cubicBezTo>
                      <a:pt x="360" y="790"/>
                      <a:pt x="367" y="787"/>
                      <a:pt x="370" y="791"/>
                    </a:cubicBezTo>
                    <a:cubicBezTo>
                      <a:pt x="374" y="794"/>
                      <a:pt x="373" y="800"/>
                      <a:pt x="379" y="802"/>
                    </a:cubicBezTo>
                    <a:cubicBezTo>
                      <a:pt x="382" y="803"/>
                      <a:pt x="386" y="802"/>
                      <a:pt x="388" y="802"/>
                    </a:cubicBezTo>
                    <a:cubicBezTo>
                      <a:pt x="391" y="802"/>
                      <a:pt x="394" y="801"/>
                      <a:pt x="397" y="799"/>
                    </a:cubicBezTo>
                    <a:cubicBezTo>
                      <a:pt x="402" y="796"/>
                      <a:pt x="403" y="787"/>
                      <a:pt x="410" y="785"/>
                    </a:cubicBezTo>
                    <a:cubicBezTo>
                      <a:pt x="417" y="784"/>
                      <a:pt x="423" y="789"/>
                      <a:pt x="429" y="792"/>
                    </a:cubicBezTo>
                    <a:cubicBezTo>
                      <a:pt x="434" y="794"/>
                      <a:pt x="440" y="793"/>
                      <a:pt x="445" y="794"/>
                    </a:cubicBezTo>
                    <a:cubicBezTo>
                      <a:pt x="449" y="795"/>
                      <a:pt x="452" y="797"/>
                      <a:pt x="455" y="799"/>
                    </a:cubicBezTo>
                    <a:cubicBezTo>
                      <a:pt x="458" y="802"/>
                      <a:pt x="460" y="805"/>
                      <a:pt x="461" y="808"/>
                    </a:cubicBezTo>
                    <a:cubicBezTo>
                      <a:pt x="465" y="813"/>
                      <a:pt x="469" y="817"/>
                      <a:pt x="474" y="821"/>
                    </a:cubicBezTo>
                    <a:cubicBezTo>
                      <a:pt x="479" y="825"/>
                      <a:pt x="486" y="828"/>
                      <a:pt x="491" y="832"/>
                    </a:cubicBezTo>
                    <a:cubicBezTo>
                      <a:pt x="492" y="833"/>
                      <a:pt x="494" y="834"/>
                      <a:pt x="492" y="834"/>
                    </a:cubicBezTo>
                    <a:cubicBezTo>
                      <a:pt x="490" y="834"/>
                      <a:pt x="487" y="832"/>
                      <a:pt x="485" y="831"/>
                    </a:cubicBezTo>
                    <a:cubicBezTo>
                      <a:pt x="483" y="830"/>
                      <a:pt x="480" y="828"/>
                      <a:pt x="478" y="827"/>
                    </a:cubicBezTo>
                    <a:cubicBezTo>
                      <a:pt x="475" y="825"/>
                      <a:pt x="472" y="824"/>
                      <a:pt x="469" y="823"/>
                    </a:cubicBezTo>
                    <a:cubicBezTo>
                      <a:pt x="466" y="822"/>
                      <a:pt x="464" y="820"/>
                      <a:pt x="462" y="817"/>
                    </a:cubicBezTo>
                    <a:cubicBezTo>
                      <a:pt x="461" y="815"/>
                      <a:pt x="459" y="813"/>
                      <a:pt x="457" y="811"/>
                    </a:cubicBezTo>
                    <a:cubicBezTo>
                      <a:pt x="453" y="808"/>
                      <a:pt x="447" y="808"/>
                      <a:pt x="442" y="805"/>
                    </a:cubicBezTo>
                    <a:cubicBezTo>
                      <a:pt x="440" y="804"/>
                      <a:pt x="439" y="803"/>
                      <a:pt x="437" y="801"/>
                    </a:cubicBezTo>
                    <a:cubicBezTo>
                      <a:pt x="435" y="800"/>
                      <a:pt x="432" y="800"/>
                      <a:pt x="430" y="799"/>
                    </a:cubicBezTo>
                    <a:cubicBezTo>
                      <a:pt x="424" y="798"/>
                      <a:pt x="417" y="797"/>
                      <a:pt x="412" y="799"/>
                    </a:cubicBezTo>
                    <a:cubicBezTo>
                      <a:pt x="406" y="801"/>
                      <a:pt x="407" y="807"/>
                      <a:pt x="406" y="811"/>
                    </a:cubicBezTo>
                    <a:cubicBezTo>
                      <a:pt x="406" y="815"/>
                      <a:pt x="406" y="818"/>
                      <a:pt x="406" y="821"/>
                    </a:cubicBezTo>
                    <a:cubicBezTo>
                      <a:pt x="403" y="822"/>
                      <a:pt x="401" y="822"/>
                      <a:pt x="398" y="822"/>
                    </a:cubicBezTo>
                    <a:cubicBezTo>
                      <a:pt x="396" y="822"/>
                      <a:pt x="394" y="824"/>
                      <a:pt x="392" y="824"/>
                    </a:cubicBezTo>
                    <a:cubicBezTo>
                      <a:pt x="389" y="825"/>
                      <a:pt x="388" y="824"/>
                      <a:pt x="388" y="827"/>
                    </a:cubicBezTo>
                    <a:cubicBezTo>
                      <a:pt x="387" y="830"/>
                      <a:pt x="386" y="832"/>
                      <a:pt x="390" y="832"/>
                    </a:cubicBezTo>
                    <a:cubicBezTo>
                      <a:pt x="394" y="832"/>
                      <a:pt x="399" y="831"/>
                      <a:pt x="402" y="833"/>
                    </a:cubicBezTo>
                    <a:cubicBezTo>
                      <a:pt x="405" y="834"/>
                      <a:pt x="406" y="838"/>
                      <a:pt x="407" y="841"/>
                    </a:cubicBezTo>
                    <a:cubicBezTo>
                      <a:pt x="410" y="843"/>
                      <a:pt x="412" y="845"/>
                      <a:pt x="415" y="847"/>
                    </a:cubicBezTo>
                    <a:cubicBezTo>
                      <a:pt x="417" y="848"/>
                      <a:pt x="423" y="850"/>
                      <a:pt x="423" y="853"/>
                    </a:cubicBezTo>
                    <a:cubicBezTo>
                      <a:pt x="423" y="855"/>
                      <a:pt x="422" y="856"/>
                      <a:pt x="422" y="857"/>
                    </a:cubicBezTo>
                    <a:cubicBezTo>
                      <a:pt x="422" y="859"/>
                      <a:pt x="423" y="860"/>
                      <a:pt x="423" y="861"/>
                    </a:cubicBezTo>
                    <a:cubicBezTo>
                      <a:pt x="424" y="865"/>
                      <a:pt x="423" y="867"/>
                      <a:pt x="421" y="869"/>
                    </a:cubicBezTo>
                    <a:cubicBezTo>
                      <a:pt x="417" y="870"/>
                      <a:pt x="414" y="872"/>
                      <a:pt x="411" y="874"/>
                    </a:cubicBezTo>
                    <a:cubicBezTo>
                      <a:pt x="411" y="874"/>
                      <a:pt x="411" y="875"/>
                      <a:pt x="411" y="875"/>
                    </a:cubicBezTo>
                    <a:cubicBezTo>
                      <a:pt x="410" y="875"/>
                      <a:pt x="411" y="876"/>
                      <a:pt x="410" y="876"/>
                    </a:cubicBezTo>
                    <a:cubicBezTo>
                      <a:pt x="410" y="877"/>
                      <a:pt x="409" y="878"/>
                      <a:pt x="409" y="878"/>
                    </a:cubicBezTo>
                    <a:cubicBezTo>
                      <a:pt x="408" y="880"/>
                      <a:pt x="406" y="882"/>
                      <a:pt x="405" y="883"/>
                    </a:cubicBezTo>
                    <a:cubicBezTo>
                      <a:pt x="403" y="885"/>
                      <a:pt x="402" y="886"/>
                      <a:pt x="400" y="887"/>
                    </a:cubicBezTo>
                    <a:cubicBezTo>
                      <a:pt x="398" y="889"/>
                      <a:pt x="396" y="890"/>
                      <a:pt x="394" y="891"/>
                    </a:cubicBezTo>
                    <a:cubicBezTo>
                      <a:pt x="389" y="895"/>
                      <a:pt x="385" y="898"/>
                      <a:pt x="385" y="904"/>
                    </a:cubicBezTo>
                    <a:cubicBezTo>
                      <a:pt x="385" y="909"/>
                      <a:pt x="387" y="914"/>
                      <a:pt x="390" y="918"/>
                    </a:cubicBezTo>
                    <a:cubicBezTo>
                      <a:pt x="391" y="920"/>
                      <a:pt x="393" y="923"/>
                      <a:pt x="395" y="925"/>
                    </a:cubicBezTo>
                    <a:cubicBezTo>
                      <a:pt x="396" y="927"/>
                      <a:pt x="397" y="930"/>
                      <a:pt x="398" y="932"/>
                    </a:cubicBezTo>
                    <a:cubicBezTo>
                      <a:pt x="399" y="934"/>
                      <a:pt x="401" y="935"/>
                      <a:pt x="402" y="936"/>
                    </a:cubicBezTo>
                    <a:cubicBezTo>
                      <a:pt x="404" y="939"/>
                      <a:pt x="407" y="941"/>
                      <a:pt x="408" y="944"/>
                    </a:cubicBezTo>
                    <a:cubicBezTo>
                      <a:pt x="409" y="946"/>
                      <a:pt x="409" y="948"/>
                      <a:pt x="409" y="949"/>
                    </a:cubicBezTo>
                    <a:cubicBezTo>
                      <a:pt x="410" y="951"/>
                      <a:pt x="411" y="952"/>
                      <a:pt x="412" y="953"/>
                    </a:cubicBezTo>
                    <a:cubicBezTo>
                      <a:pt x="416" y="956"/>
                      <a:pt x="415" y="959"/>
                      <a:pt x="416" y="963"/>
                    </a:cubicBezTo>
                    <a:cubicBezTo>
                      <a:pt x="416" y="966"/>
                      <a:pt x="418" y="969"/>
                      <a:pt x="419" y="973"/>
                    </a:cubicBezTo>
                    <a:cubicBezTo>
                      <a:pt x="420" y="977"/>
                      <a:pt x="421" y="981"/>
                      <a:pt x="421" y="985"/>
                    </a:cubicBezTo>
                    <a:cubicBezTo>
                      <a:pt x="422" y="989"/>
                      <a:pt x="422" y="994"/>
                      <a:pt x="422" y="998"/>
                    </a:cubicBezTo>
                    <a:cubicBezTo>
                      <a:pt x="422" y="1002"/>
                      <a:pt x="421" y="1006"/>
                      <a:pt x="423" y="1009"/>
                    </a:cubicBezTo>
                    <a:cubicBezTo>
                      <a:pt x="425" y="1012"/>
                      <a:pt x="429" y="1012"/>
                      <a:pt x="431" y="1014"/>
                    </a:cubicBezTo>
                    <a:cubicBezTo>
                      <a:pt x="436" y="1017"/>
                      <a:pt x="436" y="1022"/>
                      <a:pt x="439" y="1026"/>
                    </a:cubicBezTo>
                    <a:cubicBezTo>
                      <a:pt x="442" y="1030"/>
                      <a:pt x="446" y="1028"/>
                      <a:pt x="450" y="1030"/>
                    </a:cubicBezTo>
                    <a:cubicBezTo>
                      <a:pt x="455" y="1033"/>
                      <a:pt x="447" y="1033"/>
                      <a:pt x="448" y="1036"/>
                    </a:cubicBezTo>
                    <a:cubicBezTo>
                      <a:pt x="449" y="1039"/>
                      <a:pt x="456" y="1040"/>
                      <a:pt x="460" y="1041"/>
                    </a:cubicBezTo>
                    <a:cubicBezTo>
                      <a:pt x="464" y="1043"/>
                      <a:pt x="468" y="1045"/>
                      <a:pt x="472" y="1047"/>
                    </a:cubicBezTo>
                    <a:cubicBezTo>
                      <a:pt x="474" y="1048"/>
                      <a:pt x="475" y="1049"/>
                      <a:pt x="476" y="1051"/>
                    </a:cubicBezTo>
                    <a:cubicBezTo>
                      <a:pt x="477" y="1052"/>
                      <a:pt x="477" y="1055"/>
                      <a:pt x="477" y="1057"/>
                    </a:cubicBezTo>
                    <a:cubicBezTo>
                      <a:pt x="478" y="1062"/>
                      <a:pt x="483" y="1060"/>
                      <a:pt x="486" y="1059"/>
                    </a:cubicBezTo>
                    <a:cubicBezTo>
                      <a:pt x="489" y="1059"/>
                      <a:pt x="493" y="1058"/>
                      <a:pt x="496" y="1060"/>
                    </a:cubicBezTo>
                    <a:cubicBezTo>
                      <a:pt x="497" y="1061"/>
                      <a:pt x="498" y="1063"/>
                      <a:pt x="498" y="1064"/>
                    </a:cubicBezTo>
                    <a:cubicBezTo>
                      <a:pt x="498" y="1066"/>
                      <a:pt x="498" y="1068"/>
                      <a:pt x="498" y="1070"/>
                    </a:cubicBezTo>
                    <a:cubicBezTo>
                      <a:pt x="499" y="1071"/>
                      <a:pt x="500" y="1071"/>
                      <a:pt x="501" y="1072"/>
                    </a:cubicBezTo>
                    <a:cubicBezTo>
                      <a:pt x="502" y="1073"/>
                      <a:pt x="503" y="1076"/>
                      <a:pt x="504" y="1076"/>
                    </a:cubicBezTo>
                    <a:cubicBezTo>
                      <a:pt x="505" y="1076"/>
                      <a:pt x="505" y="1072"/>
                      <a:pt x="506" y="1071"/>
                    </a:cubicBezTo>
                    <a:cubicBezTo>
                      <a:pt x="507" y="1070"/>
                      <a:pt x="508" y="1072"/>
                      <a:pt x="508" y="1073"/>
                    </a:cubicBezTo>
                    <a:cubicBezTo>
                      <a:pt x="509" y="1075"/>
                      <a:pt x="510" y="1077"/>
                      <a:pt x="511" y="1079"/>
                    </a:cubicBezTo>
                    <a:cubicBezTo>
                      <a:pt x="511" y="1081"/>
                      <a:pt x="511" y="1083"/>
                      <a:pt x="513" y="1084"/>
                    </a:cubicBezTo>
                    <a:cubicBezTo>
                      <a:pt x="514" y="1085"/>
                      <a:pt x="516" y="1085"/>
                      <a:pt x="518" y="1085"/>
                    </a:cubicBezTo>
                    <a:cubicBezTo>
                      <a:pt x="518" y="1084"/>
                      <a:pt x="518" y="1083"/>
                      <a:pt x="518" y="1081"/>
                    </a:cubicBezTo>
                    <a:cubicBezTo>
                      <a:pt x="519" y="1081"/>
                      <a:pt x="519" y="1078"/>
                      <a:pt x="519" y="1078"/>
                    </a:cubicBezTo>
                    <a:cubicBezTo>
                      <a:pt x="520" y="1077"/>
                      <a:pt x="522" y="1077"/>
                      <a:pt x="523" y="1077"/>
                    </a:cubicBezTo>
                    <a:cubicBezTo>
                      <a:pt x="524" y="1077"/>
                      <a:pt x="525" y="1076"/>
                      <a:pt x="525" y="1074"/>
                    </a:cubicBezTo>
                    <a:cubicBezTo>
                      <a:pt x="527" y="1074"/>
                      <a:pt x="528" y="1074"/>
                      <a:pt x="530" y="1075"/>
                    </a:cubicBezTo>
                    <a:cubicBezTo>
                      <a:pt x="531" y="1076"/>
                      <a:pt x="532" y="1078"/>
                      <a:pt x="534" y="1078"/>
                    </a:cubicBezTo>
                    <a:cubicBezTo>
                      <a:pt x="536" y="1078"/>
                      <a:pt x="537" y="1077"/>
                      <a:pt x="538" y="1078"/>
                    </a:cubicBezTo>
                    <a:cubicBezTo>
                      <a:pt x="540" y="1080"/>
                      <a:pt x="541" y="1082"/>
                      <a:pt x="539" y="1084"/>
                    </a:cubicBezTo>
                    <a:cubicBezTo>
                      <a:pt x="538" y="1085"/>
                      <a:pt x="534" y="1085"/>
                      <a:pt x="534" y="1088"/>
                    </a:cubicBezTo>
                    <a:cubicBezTo>
                      <a:pt x="534" y="1090"/>
                      <a:pt x="535" y="1091"/>
                      <a:pt x="533" y="1093"/>
                    </a:cubicBezTo>
                    <a:cubicBezTo>
                      <a:pt x="531" y="1094"/>
                      <a:pt x="530" y="1094"/>
                      <a:pt x="528" y="1094"/>
                    </a:cubicBezTo>
                    <a:cubicBezTo>
                      <a:pt x="526" y="1094"/>
                      <a:pt x="524" y="1095"/>
                      <a:pt x="523" y="1096"/>
                    </a:cubicBezTo>
                    <a:cubicBezTo>
                      <a:pt x="521" y="1096"/>
                      <a:pt x="519" y="1097"/>
                      <a:pt x="519" y="1099"/>
                    </a:cubicBezTo>
                    <a:cubicBezTo>
                      <a:pt x="518" y="1101"/>
                      <a:pt x="518" y="1103"/>
                      <a:pt x="518" y="1104"/>
                    </a:cubicBezTo>
                    <a:cubicBezTo>
                      <a:pt x="517" y="1106"/>
                      <a:pt x="517" y="1107"/>
                      <a:pt x="516" y="1108"/>
                    </a:cubicBezTo>
                    <a:cubicBezTo>
                      <a:pt x="514" y="1110"/>
                      <a:pt x="511" y="1110"/>
                      <a:pt x="510" y="1112"/>
                    </a:cubicBezTo>
                    <a:cubicBezTo>
                      <a:pt x="509" y="1113"/>
                      <a:pt x="508" y="1115"/>
                      <a:pt x="509" y="1116"/>
                    </a:cubicBezTo>
                    <a:cubicBezTo>
                      <a:pt x="510" y="1118"/>
                      <a:pt x="513" y="1118"/>
                      <a:pt x="515" y="1119"/>
                    </a:cubicBezTo>
                    <a:cubicBezTo>
                      <a:pt x="517" y="1119"/>
                      <a:pt x="518" y="1119"/>
                      <a:pt x="520" y="1118"/>
                    </a:cubicBezTo>
                    <a:cubicBezTo>
                      <a:pt x="522" y="1118"/>
                      <a:pt x="523" y="1119"/>
                      <a:pt x="524" y="1121"/>
                    </a:cubicBezTo>
                    <a:cubicBezTo>
                      <a:pt x="525" y="1123"/>
                      <a:pt x="522" y="1126"/>
                      <a:pt x="521" y="1128"/>
                    </a:cubicBezTo>
                    <a:cubicBezTo>
                      <a:pt x="520" y="1130"/>
                      <a:pt x="521" y="1132"/>
                      <a:pt x="522" y="1134"/>
                    </a:cubicBezTo>
                    <a:cubicBezTo>
                      <a:pt x="524" y="1136"/>
                      <a:pt x="525" y="1136"/>
                      <a:pt x="526" y="1138"/>
                    </a:cubicBezTo>
                    <a:cubicBezTo>
                      <a:pt x="526" y="1140"/>
                      <a:pt x="527" y="1141"/>
                      <a:pt x="528" y="1143"/>
                    </a:cubicBezTo>
                    <a:cubicBezTo>
                      <a:pt x="529" y="1145"/>
                      <a:pt x="529" y="1147"/>
                      <a:pt x="529" y="1149"/>
                    </a:cubicBezTo>
                    <a:cubicBezTo>
                      <a:pt x="529" y="1150"/>
                      <a:pt x="529" y="1151"/>
                      <a:pt x="529" y="1152"/>
                    </a:cubicBezTo>
                    <a:cubicBezTo>
                      <a:pt x="529" y="1154"/>
                      <a:pt x="530" y="1158"/>
                      <a:pt x="529" y="1159"/>
                    </a:cubicBezTo>
                    <a:cubicBezTo>
                      <a:pt x="528" y="1161"/>
                      <a:pt x="526" y="1162"/>
                      <a:pt x="525" y="1163"/>
                    </a:cubicBezTo>
                    <a:cubicBezTo>
                      <a:pt x="525" y="1164"/>
                      <a:pt x="525" y="1165"/>
                      <a:pt x="526" y="1166"/>
                    </a:cubicBezTo>
                    <a:cubicBezTo>
                      <a:pt x="526" y="1167"/>
                      <a:pt x="527" y="1167"/>
                      <a:pt x="528" y="1168"/>
                    </a:cubicBezTo>
                    <a:cubicBezTo>
                      <a:pt x="529" y="1171"/>
                      <a:pt x="527" y="1173"/>
                      <a:pt x="531" y="1174"/>
                    </a:cubicBezTo>
                    <a:cubicBezTo>
                      <a:pt x="531" y="1174"/>
                      <a:pt x="531" y="1175"/>
                      <a:pt x="531" y="1175"/>
                    </a:cubicBezTo>
                    <a:cubicBezTo>
                      <a:pt x="529" y="1175"/>
                      <a:pt x="526" y="1175"/>
                      <a:pt x="525" y="1177"/>
                    </a:cubicBezTo>
                    <a:cubicBezTo>
                      <a:pt x="525" y="1180"/>
                      <a:pt x="528" y="1181"/>
                      <a:pt x="527" y="1183"/>
                    </a:cubicBezTo>
                    <a:cubicBezTo>
                      <a:pt x="526" y="1185"/>
                      <a:pt x="523" y="1186"/>
                      <a:pt x="521" y="1187"/>
                    </a:cubicBezTo>
                    <a:cubicBezTo>
                      <a:pt x="519" y="1188"/>
                      <a:pt x="517" y="1189"/>
                      <a:pt x="515" y="1190"/>
                    </a:cubicBezTo>
                    <a:cubicBezTo>
                      <a:pt x="512" y="1191"/>
                      <a:pt x="505" y="1192"/>
                      <a:pt x="504" y="1196"/>
                    </a:cubicBezTo>
                    <a:cubicBezTo>
                      <a:pt x="504" y="1197"/>
                      <a:pt x="504" y="1198"/>
                      <a:pt x="504" y="1199"/>
                    </a:cubicBezTo>
                    <a:cubicBezTo>
                      <a:pt x="504" y="1200"/>
                      <a:pt x="504" y="1202"/>
                      <a:pt x="504" y="1203"/>
                    </a:cubicBezTo>
                    <a:cubicBezTo>
                      <a:pt x="504" y="1205"/>
                      <a:pt x="507" y="1206"/>
                      <a:pt x="509" y="1207"/>
                    </a:cubicBezTo>
                    <a:cubicBezTo>
                      <a:pt x="510" y="1208"/>
                      <a:pt x="511" y="1209"/>
                      <a:pt x="512" y="1209"/>
                    </a:cubicBezTo>
                    <a:cubicBezTo>
                      <a:pt x="513" y="1210"/>
                      <a:pt x="515" y="1210"/>
                      <a:pt x="515" y="1211"/>
                    </a:cubicBezTo>
                    <a:cubicBezTo>
                      <a:pt x="517" y="1213"/>
                      <a:pt x="516" y="1218"/>
                      <a:pt x="516" y="1220"/>
                    </a:cubicBezTo>
                    <a:cubicBezTo>
                      <a:pt x="516" y="1222"/>
                      <a:pt x="517" y="1227"/>
                      <a:pt x="515" y="1227"/>
                    </a:cubicBezTo>
                    <a:cubicBezTo>
                      <a:pt x="512" y="1227"/>
                      <a:pt x="512" y="1222"/>
                      <a:pt x="511" y="1221"/>
                    </a:cubicBezTo>
                    <a:cubicBezTo>
                      <a:pt x="510" y="1216"/>
                      <a:pt x="506" y="1211"/>
                      <a:pt x="503" y="1207"/>
                    </a:cubicBezTo>
                    <a:cubicBezTo>
                      <a:pt x="501" y="1205"/>
                      <a:pt x="498" y="1204"/>
                      <a:pt x="495" y="1204"/>
                    </a:cubicBezTo>
                    <a:cubicBezTo>
                      <a:pt x="493" y="1204"/>
                      <a:pt x="489" y="1203"/>
                      <a:pt x="487" y="1205"/>
                    </a:cubicBezTo>
                    <a:cubicBezTo>
                      <a:pt x="485" y="1206"/>
                      <a:pt x="486" y="1210"/>
                      <a:pt x="485" y="1212"/>
                    </a:cubicBezTo>
                    <a:cubicBezTo>
                      <a:pt x="484" y="1214"/>
                      <a:pt x="482" y="1215"/>
                      <a:pt x="481" y="1217"/>
                    </a:cubicBezTo>
                    <a:cubicBezTo>
                      <a:pt x="480" y="1219"/>
                      <a:pt x="478" y="1221"/>
                      <a:pt x="477" y="1224"/>
                    </a:cubicBezTo>
                    <a:cubicBezTo>
                      <a:pt x="476" y="1226"/>
                      <a:pt x="477" y="1229"/>
                      <a:pt x="478" y="1230"/>
                    </a:cubicBezTo>
                    <a:cubicBezTo>
                      <a:pt x="479" y="1231"/>
                      <a:pt x="479" y="1232"/>
                      <a:pt x="480" y="1233"/>
                    </a:cubicBezTo>
                    <a:cubicBezTo>
                      <a:pt x="481" y="1233"/>
                      <a:pt x="483" y="1233"/>
                      <a:pt x="484" y="1234"/>
                    </a:cubicBezTo>
                    <a:cubicBezTo>
                      <a:pt x="486" y="1236"/>
                      <a:pt x="488" y="1238"/>
                      <a:pt x="490" y="1241"/>
                    </a:cubicBezTo>
                    <a:cubicBezTo>
                      <a:pt x="491" y="1242"/>
                      <a:pt x="492" y="1244"/>
                      <a:pt x="493" y="1245"/>
                    </a:cubicBezTo>
                    <a:cubicBezTo>
                      <a:pt x="494" y="1247"/>
                      <a:pt x="494" y="1249"/>
                      <a:pt x="495" y="1250"/>
                    </a:cubicBezTo>
                    <a:cubicBezTo>
                      <a:pt x="497" y="1252"/>
                      <a:pt x="499" y="1254"/>
                      <a:pt x="501" y="1255"/>
                    </a:cubicBezTo>
                    <a:cubicBezTo>
                      <a:pt x="502" y="1257"/>
                      <a:pt x="503" y="1258"/>
                      <a:pt x="505" y="1259"/>
                    </a:cubicBezTo>
                    <a:cubicBezTo>
                      <a:pt x="509" y="1263"/>
                      <a:pt x="514" y="1266"/>
                      <a:pt x="517" y="1270"/>
                    </a:cubicBezTo>
                    <a:cubicBezTo>
                      <a:pt x="520" y="1274"/>
                      <a:pt x="521" y="1279"/>
                      <a:pt x="524" y="1283"/>
                    </a:cubicBezTo>
                    <a:cubicBezTo>
                      <a:pt x="525" y="1286"/>
                      <a:pt x="526" y="1289"/>
                      <a:pt x="528" y="1291"/>
                    </a:cubicBezTo>
                    <a:cubicBezTo>
                      <a:pt x="530" y="1294"/>
                      <a:pt x="533" y="1296"/>
                      <a:pt x="535" y="1298"/>
                    </a:cubicBezTo>
                    <a:cubicBezTo>
                      <a:pt x="538" y="1301"/>
                      <a:pt x="540" y="1304"/>
                      <a:pt x="543" y="1307"/>
                    </a:cubicBezTo>
                    <a:cubicBezTo>
                      <a:pt x="544" y="1309"/>
                      <a:pt x="546" y="1310"/>
                      <a:pt x="546" y="1312"/>
                    </a:cubicBezTo>
                    <a:cubicBezTo>
                      <a:pt x="547" y="1314"/>
                      <a:pt x="547" y="1316"/>
                      <a:pt x="547" y="1317"/>
                    </a:cubicBezTo>
                    <a:cubicBezTo>
                      <a:pt x="547" y="1319"/>
                      <a:pt x="547" y="1322"/>
                      <a:pt x="547" y="1324"/>
                    </a:cubicBezTo>
                    <a:cubicBezTo>
                      <a:pt x="547" y="1326"/>
                      <a:pt x="546" y="1329"/>
                      <a:pt x="546" y="1331"/>
                    </a:cubicBezTo>
                    <a:cubicBezTo>
                      <a:pt x="546" y="1334"/>
                      <a:pt x="546" y="1337"/>
                      <a:pt x="546" y="1340"/>
                    </a:cubicBezTo>
                    <a:cubicBezTo>
                      <a:pt x="546" y="1346"/>
                      <a:pt x="546" y="1352"/>
                      <a:pt x="547" y="1357"/>
                    </a:cubicBezTo>
                    <a:cubicBezTo>
                      <a:pt x="549" y="1367"/>
                      <a:pt x="549" y="1376"/>
                      <a:pt x="549" y="1385"/>
                    </a:cubicBezTo>
                    <a:cubicBezTo>
                      <a:pt x="549" y="1394"/>
                      <a:pt x="551" y="1402"/>
                      <a:pt x="554" y="1411"/>
                    </a:cubicBezTo>
                    <a:cubicBezTo>
                      <a:pt x="554" y="1413"/>
                      <a:pt x="556" y="1415"/>
                      <a:pt x="557" y="1418"/>
                    </a:cubicBezTo>
                    <a:cubicBezTo>
                      <a:pt x="558" y="1420"/>
                      <a:pt x="558" y="1423"/>
                      <a:pt x="560" y="1425"/>
                    </a:cubicBezTo>
                    <a:cubicBezTo>
                      <a:pt x="564" y="1430"/>
                      <a:pt x="570" y="1432"/>
                      <a:pt x="575" y="1436"/>
                    </a:cubicBezTo>
                    <a:cubicBezTo>
                      <a:pt x="578" y="1438"/>
                      <a:pt x="579" y="1441"/>
                      <a:pt x="580" y="1445"/>
                    </a:cubicBezTo>
                    <a:cubicBezTo>
                      <a:pt x="581" y="1447"/>
                      <a:pt x="582" y="1451"/>
                      <a:pt x="582" y="1454"/>
                    </a:cubicBezTo>
                    <a:cubicBezTo>
                      <a:pt x="581" y="1457"/>
                      <a:pt x="578" y="1453"/>
                      <a:pt x="578" y="1452"/>
                    </a:cubicBezTo>
                    <a:cubicBezTo>
                      <a:pt x="574" y="1448"/>
                      <a:pt x="571" y="1443"/>
                      <a:pt x="567" y="1439"/>
                    </a:cubicBezTo>
                    <a:cubicBezTo>
                      <a:pt x="565" y="1437"/>
                      <a:pt x="563" y="1435"/>
                      <a:pt x="560" y="1433"/>
                    </a:cubicBezTo>
                    <a:cubicBezTo>
                      <a:pt x="557" y="1432"/>
                      <a:pt x="559" y="1439"/>
                      <a:pt x="559" y="1440"/>
                    </a:cubicBezTo>
                    <a:cubicBezTo>
                      <a:pt x="560" y="1444"/>
                      <a:pt x="561" y="1448"/>
                      <a:pt x="560" y="1452"/>
                    </a:cubicBezTo>
                    <a:cubicBezTo>
                      <a:pt x="559" y="1455"/>
                      <a:pt x="559" y="1457"/>
                      <a:pt x="558" y="1460"/>
                    </a:cubicBezTo>
                    <a:cubicBezTo>
                      <a:pt x="557" y="1463"/>
                      <a:pt x="556" y="1465"/>
                      <a:pt x="555" y="1467"/>
                    </a:cubicBezTo>
                    <a:cubicBezTo>
                      <a:pt x="555" y="1471"/>
                      <a:pt x="555" y="1475"/>
                      <a:pt x="555" y="1478"/>
                    </a:cubicBezTo>
                    <a:cubicBezTo>
                      <a:pt x="555" y="1480"/>
                      <a:pt x="555" y="1481"/>
                      <a:pt x="555" y="1482"/>
                    </a:cubicBezTo>
                    <a:cubicBezTo>
                      <a:pt x="552" y="1481"/>
                      <a:pt x="553" y="1477"/>
                      <a:pt x="553" y="1474"/>
                    </a:cubicBezTo>
                    <a:cubicBezTo>
                      <a:pt x="554" y="1471"/>
                      <a:pt x="554" y="1468"/>
                      <a:pt x="554" y="1465"/>
                    </a:cubicBezTo>
                    <a:cubicBezTo>
                      <a:pt x="554" y="1463"/>
                      <a:pt x="555" y="1462"/>
                      <a:pt x="555" y="1460"/>
                    </a:cubicBezTo>
                    <a:cubicBezTo>
                      <a:pt x="556" y="1459"/>
                      <a:pt x="555" y="1458"/>
                      <a:pt x="556" y="1457"/>
                    </a:cubicBezTo>
                    <a:cubicBezTo>
                      <a:pt x="557" y="1454"/>
                      <a:pt x="558" y="1451"/>
                      <a:pt x="558" y="1447"/>
                    </a:cubicBezTo>
                    <a:cubicBezTo>
                      <a:pt x="558" y="1444"/>
                      <a:pt x="557" y="1441"/>
                      <a:pt x="556" y="1438"/>
                    </a:cubicBezTo>
                    <a:cubicBezTo>
                      <a:pt x="556" y="1437"/>
                      <a:pt x="554" y="1436"/>
                      <a:pt x="553" y="1434"/>
                    </a:cubicBezTo>
                    <a:cubicBezTo>
                      <a:pt x="552" y="1433"/>
                      <a:pt x="551" y="1432"/>
                      <a:pt x="550" y="1431"/>
                    </a:cubicBezTo>
                    <a:cubicBezTo>
                      <a:pt x="547" y="1425"/>
                      <a:pt x="542" y="1421"/>
                      <a:pt x="539" y="1415"/>
                    </a:cubicBezTo>
                    <a:cubicBezTo>
                      <a:pt x="537" y="1409"/>
                      <a:pt x="536" y="1403"/>
                      <a:pt x="537" y="1397"/>
                    </a:cubicBezTo>
                    <a:cubicBezTo>
                      <a:pt x="537" y="1388"/>
                      <a:pt x="538" y="1379"/>
                      <a:pt x="538" y="1371"/>
                    </a:cubicBezTo>
                    <a:cubicBezTo>
                      <a:pt x="538" y="1366"/>
                      <a:pt x="538" y="1361"/>
                      <a:pt x="537" y="1356"/>
                    </a:cubicBezTo>
                    <a:cubicBezTo>
                      <a:pt x="537" y="1353"/>
                      <a:pt x="536" y="1351"/>
                      <a:pt x="535" y="1348"/>
                    </a:cubicBezTo>
                    <a:cubicBezTo>
                      <a:pt x="535" y="1346"/>
                      <a:pt x="535" y="1345"/>
                      <a:pt x="534" y="1343"/>
                    </a:cubicBezTo>
                    <a:cubicBezTo>
                      <a:pt x="531" y="1334"/>
                      <a:pt x="526" y="1326"/>
                      <a:pt x="523" y="1317"/>
                    </a:cubicBezTo>
                    <a:cubicBezTo>
                      <a:pt x="522" y="1314"/>
                      <a:pt x="518" y="1312"/>
                      <a:pt x="516" y="1309"/>
                    </a:cubicBezTo>
                    <a:cubicBezTo>
                      <a:pt x="513" y="1305"/>
                      <a:pt x="510" y="1300"/>
                      <a:pt x="508" y="1295"/>
                    </a:cubicBezTo>
                    <a:cubicBezTo>
                      <a:pt x="507" y="1293"/>
                      <a:pt x="505" y="1290"/>
                      <a:pt x="503" y="1287"/>
                    </a:cubicBezTo>
                    <a:cubicBezTo>
                      <a:pt x="501" y="1285"/>
                      <a:pt x="502" y="1281"/>
                      <a:pt x="503" y="1279"/>
                    </a:cubicBezTo>
                    <a:cubicBezTo>
                      <a:pt x="504" y="1277"/>
                      <a:pt x="505" y="1276"/>
                      <a:pt x="504" y="1275"/>
                    </a:cubicBezTo>
                    <a:cubicBezTo>
                      <a:pt x="504" y="1273"/>
                      <a:pt x="502" y="1272"/>
                      <a:pt x="500" y="1272"/>
                    </a:cubicBezTo>
                    <a:cubicBezTo>
                      <a:pt x="499" y="1272"/>
                      <a:pt x="498" y="1274"/>
                      <a:pt x="497" y="1275"/>
                    </a:cubicBezTo>
                    <a:cubicBezTo>
                      <a:pt x="495" y="1279"/>
                      <a:pt x="491" y="1280"/>
                      <a:pt x="487" y="1282"/>
                    </a:cubicBezTo>
                    <a:cubicBezTo>
                      <a:pt x="484" y="1284"/>
                      <a:pt x="481" y="1287"/>
                      <a:pt x="480" y="1290"/>
                    </a:cubicBezTo>
                    <a:cubicBezTo>
                      <a:pt x="480" y="1292"/>
                      <a:pt x="480" y="1294"/>
                      <a:pt x="480" y="1297"/>
                    </a:cubicBezTo>
                    <a:cubicBezTo>
                      <a:pt x="479" y="1300"/>
                      <a:pt x="478" y="1304"/>
                      <a:pt x="477" y="1308"/>
                    </a:cubicBezTo>
                    <a:cubicBezTo>
                      <a:pt x="475" y="1314"/>
                      <a:pt x="473" y="1320"/>
                      <a:pt x="471" y="1326"/>
                    </a:cubicBezTo>
                    <a:cubicBezTo>
                      <a:pt x="465" y="1343"/>
                      <a:pt x="458" y="1359"/>
                      <a:pt x="454" y="1376"/>
                    </a:cubicBezTo>
                    <a:cubicBezTo>
                      <a:pt x="452" y="1385"/>
                      <a:pt x="449" y="1393"/>
                      <a:pt x="445" y="1402"/>
                    </a:cubicBezTo>
                    <a:cubicBezTo>
                      <a:pt x="442" y="1410"/>
                      <a:pt x="438" y="1418"/>
                      <a:pt x="434" y="1426"/>
                    </a:cubicBezTo>
                    <a:cubicBezTo>
                      <a:pt x="432" y="1430"/>
                      <a:pt x="430" y="1436"/>
                      <a:pt x="428" y="1440"/>
                    </a:cubicBezTo>
                    <a:cubicBezTo>
                      <a:pt x="427" y="1442"/>
                      <a:pt x="425" y="1444"/>
                      <a:pt x="424" y="1446"/>
                    </a:cubicBezTo>
                    <a:cubicBezTo>
                      <a:pt x="422" y="1450"/>
                      <a:pt x="420" y="1454"/>
                      <a:pt x="419" y="1459"/>
                    </a:cubicBezTo>
                    <a:cubicBezTo>
                      <a:pt x="418" y="1461"/>
                      <a:pt x="418" y="1464"/>
                      <a:pt x="417" y="1466"/>
                    </a:cubicBezTo>
                    <a:cubicBezTo>
                      <a:pt x="416" y="1469"/>
                      <a:pt x="414" y="1472"/>
                      <a:pt x="413" y="1475"/>
                    </a:cubicBezTo>
                    <a:cubicBezTo>
                      <a:pt x="412" y="1478"/>
                      <a:pt x="412" y="1481"/>
                      <a:pt x="411" y="1483"/>
                    </a:cubicBezTo>
                    <a:cubicBezTo>
                      <a:pt x="410" y="1484"/>
                      <a:pt x="410" y="1486"/>
                      <a:pt x="409" y="1487"/>
                    </a:cubicBezTo>
                    <a:cubicBezTo>
                      <a:pt x="409" y="1488"/>
                      <a:pt x="408" y="1489"/>
                      <a:pt x="408" y="1491"/>
                    </a:cubicBezTo>
                    <a:cubicBezTo>
                      <a:pt x="407" y="1493"/>
                      <a:pt x="405" y="1494"/>
                      <a:pt x="404" y="1496"/>
                    </a:cubicBezTo>
                    <a:cubicBezTo>
                      <a:pt x="403" y="1497"/>
                      <a:pt x="403" y="1498"/>
                      <a:pt x="402" y="1499"/>
                    </a:cubicBezTo>
                    <a:cubicBezTo>
                      <a:pt x="402" y="1500"/>
                      <a:pt x="402" y="1501"/>
                      <a:pt x="402" y="1502"/>
                    </a:cubicBezTo>
                    <a:cubicBezTo>
                      <a:pt x="405" y="1500"/>
                      <a:pt x="408" y="1498"/>
                      <a:pt x="411" y="1495"/>
                    </a:cubicBezTo>
                    <a:cubicBezTo>
                      <a:pt x="414" y="1492"/>
                      <a:pt x="416" y="1488"/>
                      <a:pt x="418" y="1485"/>
                    </a:cubicBezTo>
                    <a:cubicBezTo>
                      <a:pt x="421" y="1481"/>
                      <a:pt x="429" y="1469"/>
                      <a:pt x="432" y="1477"/>
                    </a:cubicBezTo>
                    <a:cubicBezTo>
                      <a:pt x="434" y="1481"/>
                      <a:pt x="435" y="1485"/>
                      <a:pt x="438" y="1488"/>
                    </a:cubicBezTo>
                    <a:cubicBezTo>
                      <a:pt x="440" y="1492"/>
                      <a:pt x="444" y="1495"/>
                      <a:pt x="448" y="1498"/>
                    </a:cubicBezTo>
                    <a:cubicBezTo>
                      <a:pt x="450" y="1500"/>
                      <a:pt x="452" y="1502"/>
                      <a:pt x="450" y="1505"/>
                    </a:cubicBezTo>
                    <a:cubicBezTo>
                      <a:pt x="447" y="1508"/>
                      <a:pt x="442" y="1508"/>
                      <a:pt x="438" y="1508"/>
                    </a:cubicBezTo>
                    <a:cubicBezTo>
                      <a:pt x="434" y="1507"/>
                      <a:pt x="431" y="1505"/>
                      <a:pt x="428" y="1502"/>
                    </a:cubicBezTo>
                    <a:cubicBezTo>
                      <a:pt x="426" y="1500"/>
                      <a:pt x="424" y="1497"/>
                      <a:pt x="421" y="1497"/>
                    </a:cubicBezTo>
                    <a:cubicBezTo>
                      <a:pt x="417" y="1498"/>
                      <a:pt x="415" y="1502"/>
                      <a:pt x="413" y="1505"/>
                    </a:cubicBezTo>
                    <a:cubicBezTo>
                      <a:pt x="411" y="1509"/>
                      <a:pt x="410" y="1513"/>
                      <a:pt x="407" y="1516"/>
                    </a:cubicBezTo>
                    <a:cubicBezTo>
                      <a:pt x="405" y="1518"/>
                      <a:pt x="402" y="1519"/>
                      <a:pt x="399" y="1521"/>
                    </a:cubicBezTo>
                    <a:cubicBezTo>
                      <a:pt x="396" y="1522"/>
                      <a:pt x="394" y="1525"/>
                      <a:pt x="392" y="1528"/>
                    </a:cubicBezTo>
                    <a:cubicBezTo>
                      <a:pt x="391" y="1533"/>
                      <a:pt x="391" y="1538"/>
                      <a:pt x="390" y="1542"/>
                    </a:cubicBezTo>
                    <a:cubicBezTo>
                      <a:pt x="389" y="1548"/>
                      <a:pt x="388" y="1554"/>
                      <a:pt x="386" y="1560"/>
                    </a:cubicBezTo>
                    <a:cubicBezTo>
                      <a:pt x="384" y="1569"/>
                      <a:pt x="383" y="1580"/>
                      <a:pt x="378" y="1588"/>
                    </a:cubicBezTo>
                    <a:cubicBezTo>
                      <a:pt x="376" y="1591"/>
                      <a:pt x="374" y="1594"/>
                      <a:pt x="372" y="1596"/>
                    </a:cubicBezTo>
                    <a:cubicBezTo>
                      <a:pt x="370" y="1600"/>
                      <a:pt x="369" y="1603"/>
                      <a:pt x="367" y="1607"/>
                    </a:cubicBezTo>
                    <a:cubicBezTo>
                      <a:pt x="364" y="1612"/>
                      <a:pt x="361" y="1618"/>
                      <a:pt x="358" y="1623"/>
                    </a:cubicBezTo>
                    <a:cubicBezTo>
                      <a:pt x="358" y="1625"/>
                      <a:pt x="357" y="1626"/>
                      <a:pt x="357" y="1627"/>
                    </a:cubicBezTo>
                    <a:cubicBezTo>
                      <a:pt x="355" y="1631"/>
                      <a:pt x="352" y="1634"/>
                      <a:pt x="351" y="1638"/>
                    </a:cubicBezTo>
                    <a:cubicBezTo>
                      <a:pt x="349" y="1643"/>
                      <a:pt x="348" y="1647"/>
                      <a:pt x="346" y="1652"/>
                    </a:cubicBezTo>
                    <a:cubicBezTo>
                      <a:pt x="344" y="1655"/>
                      <a:pt x="342" y="1659"/>
                      <a:pt x="340" y="1662"/>
                    </a:cubicBezTo>
                    <a:cubicBezTo>
                      <a:pt x="337" y="1666"/>
                      <a:pt x="336" y="1670"/>
                      <a:pt x="334" y="1673"/>
                    </a:cubicBezTo>
                    <a:cubicBezTo>
                      <a:pt x="333" y="1677"/>
                      <a:pt x="331" y="1681"/>
                      <a:pt x="330" y="1685"/>
                    </a:cubicBezTo>
                    <a:cubicBezTo>
                      <a:pt x="329" y="1689"/>
                      <a:pt x="329" y="1694"/>
                      <a:pt x="327" y="1698"/>
                    </a:cubicBezTo>
                    <a:cubicBezTo>
                      <a:pt x="325" y="1702"/>
                      <a:pt x="322" y="1706"/>
                      <a:pt x="320" y="1710"/>
                    </a:cubicBezTo>
                    <a:cubicBezTo>
                      <a:pt x="318" y="1715"/>
                      <a:pt x="315" y="1720"/>
                      <a:pt x="312" y="1724"/>
                    </a:cubicBezTo>
                    <a:cubicBezTo>
                      <a:pt x="308" y="1729"/>
                      <a:pt x="304" y="1734"/>
                      <a:pt x="301" y="1740"/>
                    </a:cubicBezTo>
                    <a:cubicBezTo>
                      <a:pt x="299" y="1745"/>
                      <a:pt x="297" y="1749"/>
                      <a:pt x="294" y="1753"/>
                    </a:cubicBezTo>
                    <a:cubicBezTo>
                      <a:pt x="290" y="1757"/>
                      <a:pt x="287" y="1760"/>
                      <a:pt x="283" y="1763"/>
                    </a:cubicBezTo>
                    <a:cubicBezTo>
                      <a:pt x="277" y="1769"/>
                      <a:pt x="271" y="1776"/>
                      <a:pt x="264" y="1780"/>
                    </a:cubicBezTo>
                    <a:cubicBezTo>
                      <a:pt x="257" y="1784"/>
                      <a:pt x="251" y="1789"/>
                      <a:pt x="244" y="1792"/>
                    </a:cubicBezTo>
                    <a:cubicBezTo>
                      <a:pt x="241" y="1793"/>
                      <a:pt x="238" y="1794"/>
                      <a:pt x="234" y="1795"/>
                    </a:cubicBezTo>
                    <a:cubicBezTo>
                      <a:pt x="231" y="1796"/>
                      <a:pt x="228" y="1796"/>
                      <a:pt x="224" y="1795"/>
                    </a:cubicBezTo>
                    <a:cubicBezTo>
                      <a:pt x="221" y="1794"/>
                      <a:pt x="220" y="1793"/>
                      <a:pt x="218" y="1791"/>
                    </a:cubicBezTo>
                    <a:cubicBezTo>
                      <a:pt x="217" y="1790"/>
                      <a:pt x="216" y="1789"/>
                      <a:pt x="214" y="1789"/>
                    </a:cubicBezTo>
                    <a:cubicBezTo>
                      <a:pt x="212" y="1798"/>
                      <a:pt x="212" y="1798"/>
                      <a:pt x="212" y="1798"/>
                    </a:cubicBezTo>
                    <a:cubicBezTo>
                      <a:pt x="221" y="1815"/>
                      <a:pt x="221" y="1815"/>
                      <a:pt x="221" y="1815"/>
                    </a:cubicBezTo>
                    <a:cubicBezTo>
                      <a:pt x="233" y="1817"/>
                      <a:pt x="233" y="1817"/>
                      <a:pt x="233" y="1817"/>
                    </a:cubicBezTo>
                    <a:cubicBezTo>
                      <a:pt x="236" y="1832"/>
                      <a:pt x="236" y="1832"/>
                      <a:pt x="236" y="1832"/>
                    </a:cubicBezTo>
                    <a:cubicBezTo>
                      <a:pt x="262" y="1828"/>
                      <a:pt x="262" y="1828"/>
                      <a:pt x="262" y="1828"/>
                    </a:cubicBezTo>
                    <a:cubicBezTo>
                      <a:pt x="282" y="1844"/>
                      <a:pt x="282" y="1844"/>
                      <a:pt x="282" y="1844"/>
                    </a:cubicBezTo>
                    <a:cubicBezTo>
                      <a:pt x="269" y="1872"/>
                      <a:pt x="269" y="1872"/>
                      <a:pt x="269" y="1872"/>
                    </a:cubicBezTo>
                    <a:cubicBezTo>
                      <a:pt x="251" y="1883"/>
                      <a:pt x="251" y="1883"/>
                      <a:pt x="251" y="1883"/>
                    </a:cubicBezTo>
                    <a:cubicBezTo>
                      <a:pt x="271" y="1898"/>
                      <a:pt x="271" y="1898"/>
                      <a:pt x="271" y="1898"/>
                    </a:cubicBezTo>
                    <a:cubicBezTo>
                      <a:pt x="284" y="1879"/>
                      <a:pt x="284" y="1879"/>
                      <a:pt x="284" y="1879"/>
                    </a:cubicBezTo>
                    <a:cubicBezTo>
                      <a:pt x="288" y="1898"/>
                      <a:pt x="288" y="1898"/>
                      <a:pt x="288" y="1898"/>
                    </a:cubicBezTo>
                    <a:cubicBezTo>
                      <a:pt x="330" y="1913"/>
                      <a:pt x="330" y="1913"/>
                      <a:pt x="330" y="1913"/>
                    </a:cubicBezTo>
                    <a:cubicBezTo>
                      <a:pt x="347" y="1935"/>
                      <a:pt x="347" y="1935"/>
                      <a:pt x="347" y="1935"/>
                    </a:cubicBezTo>
                    <a:cubicBezTo>
                      <a:pt x="391" y="1939"/>
                      <a:pt x="391" y="1939"/>
                      <a:pt x="391" y="1939"/>
                    </a:cubicBezTo>
                    <a:cubicBezTo>
                      <a:pt x="383" y="1966"/>
                      <a:pt x="383" y="1966"/>
                      <a:pt x="383" y="1966"/>
                    </a:cubicBezTo>
                    <a:cubicBezTo>
                      <a:pt x="406" y="1990"/>
                      <a:pt x="406" y="1990"/>
                      <a:pt x="406" y="1990"/>
                    </a:cubicBezTo>
                    <a:cubicBezTo>
                      <a:pt x="463" y="1996"/>
                      <a:pt x="463" y="1996"/>
                      <a:pt x="463" y="1996"/>
                    </a:cubicBezTo>
                    <a:cubicBezTo>
                      <a:pt x="498" y="2019"/>
                      <a:pt x="498" y="2019"/>
                      <a:pt x="498" y="2019"/>
                    </a:cubicBezTo>
                    <a:cubicBezTo>
                      <a:pt x="513" y="2042"/>
                      <a:pt x="513" y="2042"/>
                      <a:pt x="513" y="2042"/>
                    </a:cubicBezTo>
                    <a:cubicBezTo>
                      <a:pt x="559" y="2039"/>
                      <a:pt x="559" y="2039"/>
                      <a:pt x="559" y="2039"/>
                    </a:cubicBezTo>
                    <a:cubicBezTo>
                      <a:pt x="578" y="2062"/>
                      <a:pt x="578" y="2062"/>
                      <a:pt x="578" y="2062"/>
                    </a:cubicBezTo>
                    <a:cubicBezTo>
                      <a:pt x="593" y="2050"/>
                      <a:pt x="593" y="2050"/>
                      <a:pt x="593" y="2050"/>
                    </a:cubicBezTo>
                    <a:cubicBezTo>
                      <a:pt x="613" y="2062"/>
                      <a:pt x="613" y="2062"/>
                      <a:pt x="613" y="2062"/>
                    </a:cubicBezTo>
                    <a:cubicBezTo>
                      <a:pt x="659" y="2066"/>
                      <a:pt x="659" y="2066"/>
                      <a:pt x="659" y="2066"/>
                    </a:cubicBezTo>
                    <a:cubicBezTo>
                      <a:pt x="668" y="2034"/>
                      <a:pt x="668" y="2034"/>
                      <a:pt x="668" y="2034"/>
                    </a:cubicBezTo>
                    <a:cubicBezTo>
                      <a:pt x="705" y="2046"/>
                      <a:pt x="705" y="2046"/>
                      <a:pt x="705" y="2046"/>
                    </a:cubicBezTo>
                    <a:cubicBezTo>
                      <a:pt x="710" y="2056"/>
                      <a:pt x="710" y="2056"/>
                      <a:pt x="710" y="2056"/>
                    </a:cubicBezTo>
                    <a:cubicBezTo>
                      <a:pt x="722" y="2056"/>
                      <a:pt x="722" y="2056"/>
                      <a:pt x="722" y="2056"/>
                    </a:cubicBezTo>
                    <a:cubicBezTo>
                      <a:pt x="745" y="2068"/>
                      <a:pt x="745" y="2068"/>
                      <a:pt x="745" y="2068"/>
                    </a:cubicBezTo>
                    <a:cubicBezTo>
                      <a:pt x="750" y="2084"/>
                      <a:pt x="750" y="2084"/>
                      <a:pt x="750" y="2084"/>
                    </a:cubicBezTo>
                    <a:cubicBezTo>
                      <a:pt x="788" y="2086"/>
                      <a:pt x="788" y="2086"/>
                      <a:pt x="788" y="2086"/>
                    </a:cubicBezTo>
                    <a:cubicBezTo>
                      <a:pt x="798" y="2128"/>
                      <a:pt x="798" y="2128"/>
                      <a:pt x="798" y="2128"/>
                    </a:cubicBezTo>
                    <a:cubicBezTo>
                      <a:pt x="815" y="2116"/>
                      <a:pt x="815" y="2116"/>
                      <a:pt x="815" y="2116"/>
                    </a:cubicBezTo>
                    <a:cubicBezTo>
                      <a:pt x="859" y="2131"/>
                      <a:pt x="859" y="2131"/>
                      <a:pt x="859" y="2131"/>
                    </a:cubicBezTo>
                    <a:cubicBezTo>
                      <a:pt x="865" y="2142"/>
                      <a:pt x="865" y="2142"/>
                      <a:pt x="865" y="2142"/>
                    </a:cubicBezTo>
                    <a:cubicBezTo>
                      <a:pt x="855" y="2165"/>
                      <a:pt x="855" y="2165"/>
                      <a:pt x="855" y="2165"/>
                    </a:cubicBezTo>
                    <a:cubicBezTo>
                      <a:pt x="889" y="2184"/>
                      <a:pt x="889" y="2184"/>
                      <a:pt x="889" y="2184"/>
                    </a:cubicBezTo>
                    <a:cubicBezTo>
                      <a:pt x="901" y="2212"/>
                      <a:pt x="901" y="2212"/>
                      <a:pt x="901" y="2212"/>
                    </a:cubicBezTo>
                    <a:cubicBezTo>
                      <a:pt x="952" y="2200"/>
                      <a:pt x="952" y="2200"/>
                      <a:pt x="952" y="2200"/>
                    </a:cubicBezTo>
                    <a:cubicBezTo>
                      <a:pt x="990" y="2218"/>
                      <a:pt x="990" y="2218"/>
                      <a:pt x="990" y="2218"/>
                    </a:cubicBezTo>
                    <a:cubicBezTo>
                      <a:pt x="999" y="2234"/>
                      <a:pt x="999" y="2234"/>
                      <a:pt x="999" y="2234"/>
                    </a:cubicBezTo>
                    <a:cubicBezTo>
                      <a:pt x="999" y="2234"/>
                      <a:pt x="1030" y="2235"/>
                      <a:pt x="1041" y="2239"/>
                    </a:cubicBezTo>
                    <a:cubicBezTo>
                      <a:pt x="1053" y="2227"/>
                      <a:pt x="1053" y="2227"/>
                      <a:pt x="1053" y="2227"/>
                    </a:cubicBezTo>
                    <a:cubicBezTo>
                      <a:pt x="1082" y="2219"/>
                      <a:pt x="1082" y="2219"/>
                      <a:pt x="1082" y="2219"/>
                    </a:cubicBezTo>
                    <a:cubicBezTo>
                      <a:pt x="1119" y="2224"/>
                      <a:pt x="1119" y="2224"/>
                      <a:pt x="1119" y="2224"/>
                    </a:cubicBezTo>
                    <a:cubicBezTo>
                      <a:pt x="1126" y="2233"/>
                      <a:pt x="1126" y="2233"/>
                      <a:pt x="1126" y="2233"/>
                    </a:cubicBezTo>
                    <a:cubicBezTo>
                      <a:pt x="1153" y="2238"/>
                      <a:pt x="1153" y="2238"/>
                      <a:pt x="1153" y="2238"/>
                    </a:cubicBezTo>
                    <a:cubicBezTo>
                      <a:pt x="1153" y="2237"/>
                      <a:pt x="1152" y="2235"/>
                      <a:pt x="1153" y="2234"/>
                    </a:cubicBezTo>
                    <a:cubicBezTo>
                      <a:pt x="1153" y="2230"/>
                      <a:pt x="1154" y="2227"/>
                      <a:pt x="1153" y="2224"/>
                    </a:cubicBezTo>
                    <a:cubicBezTo>
                      <a:pt x="1152" y="2221"/>
                      <a:pt x="1150" y="2219"/>
                      <a:pt x="1148" y="2216"/>
                    </a:cubicBezTo>
                    <a:cubicBezTo>
                      <a:pt x="1147" y="2215"/>
                      <a:pt x="1147" y="2214"/>
                      <a:pt x="1145" y="2213"/>
                    </a:cubicBezTo>
                    <a:cubicBezTo>
                      <a:pt x="1144" y="2212"/>
                      <a:pt x="1142" y="2212"/>
                      <a:pt x="1140" y="2211"/>
                    </a:cubicBezTo>
                    <a:cubicBezTo>
                      <a:pt x="1136" y="2210"/>
                      <a:pt x="1136" y="2207"/>
                      <a:pt x="1135" y="2203"/>
                    </a:cubicBezTo>
                    <a:cubicBezTo>
                      <a:pt x="1134" y="2197"/>
                      <a:pt x="1130" y="2191"/>
                      <a:pt x="1131" y="2185"/>
                    </a:cubicBezTo>
                    <a:cubicBezTo>
                      <a:pt x="1131" y="2181"/>
                      <a:pt x="1132" y="2176"/>
                      <a:pt x="1134" y="2173"/>
                    </a:cubicBezTo>
                    <a:cubicBezTo>
                      <a:pt x="1134" y="2171"/>
                      <a:pt x="1135" y="2169"/>
                      <a:pt x="1136" y="2167"/>
                    </a:cubicBezTo>
                    <a:cubicBezTo>
                      <a:pt x="1137" y="2165"/>
                      <a:pt x="1137" y="2163"/>
                      <a:pt x="1138" y="2161"/>
                    </a:cubicBezTo>
                    <a:cubicBezTo>
                      <a:pt x="1139" y="2157"/>
                      <a:pt x="1142" y="2154"/>
                      <a:pt x="1142" y="2150"/>
                    </a:cubicBezTo>
                    <a:cubicBezTo>
                      <a:pt x="1142" y="2148"/>
                      <a:pt x="1142" y="2146"/>
                      <a:pt x="1143" y="2145"/>
                    </a:cubicBezTo>
                    <a:cubicBezTo>
                      <a:pt x="1143" y="2143"/>
                      <a:pt x="1145" y="2142"/>
                      <a:pt x="1146" y="2140"/>
                    </a:cubicBezTo>
                    <a:cubicBezTo>
                      <a:pt x="1146" y="2139"/>
                      <a:pt x="1147" y="2137"/>
                      <a:pt x="1148" y="2135"/>
                    </a:cubicBezTo>
                    <a:cubicBezTo>
                      <a:pt x="1148" y="2133"/>
                      <a:pt x="1149" y="2132"/>
                      <a:pt x="1149" y="2130"/>
                    </a:cubicBezTo>
                    <a:cubicBezTo>
                      <a:pt x="1149" y="2129"/>
                      <a:pt x="1149" y="2126"/>
                      <a:pt x="1147" y="2127"/>
                    </a:cubicBezTo>
                    <a:cubicBezTo>
                      <a:pt x="1146" y="2128"/>
                      <a:pt x="1146" y="2130"/>
                      <a:pt x="1145" y="2131"/>
                    </a:cubicBezTo>
                    <a:cubicBezTo>
                      <a:pt x="1144" y="2132"/>
                      <a:pt x="1142" y="2133"/>
                      <a:pt x="1141" y="2134"/>
                    </a:cubicBezTo>
                    <a:cubicBezTo>
                      <a:pt x="1140" y="2135"/>
                      <a:pt x="1138" y="2137"/>
                      <a:pt x="1136" y="2136"/>
                    </a:cubicBezTo>
                    <a:cubicBezTo>
                      <a:pt x="1134" y="2134"/>
                      <a:pt x="1134" y="2133"/>
                      <a:pt x="1133" y="2131"/>
                    </a:cubicBezTo>
                    <a:cubicBezTo>
                      <a:pt x="1131" y="2129"/>
                      <a:pt x="1128" y="2126"/>
                      <a:pt x="1130" y="2123"/>
                    </a:cubicBezTo>
                    <a:cubicBezTo>
                      <a:pt x="1131" y="2122"/>
                      <a:pt x="1133" y="2122"/>
                      <a:pt x="1134" y="2121"/>
                    </a:cubicBezTo>
                    <a:cubicBezTo>
                      <a:pt x="1136" y="2120"/>
                      <a:pt x="1137" y="2118"/>
                      <a:pt x="1138" y="2117"/>
                    </a:cubicBezTo>
                    <a:cubicBezTo>
                      <a:pt x="1139" y="2115"/>
                      <a:pt x="1140" y="2114"/>
                      <a:pt x="1141" y="2113"/>
                    </a:cubicBezTo>
                    <a:cubicBezTo>
                      <a:pt x="1142" y="2112"/>
                      <a:pt x="1142" y="2111"/>
                      <a:pt x="1143" y="2109"/>
                    </a:cubicBezTo>
                    <a:cubicBezTo>
                      <a:pt x="1143" y="2108"/>
                      <a:pt x="1144" y="2105"/>
                      <a:pt x="1145" y="2105"/>
                    </a:cubicBezTo>
                    <a:cubicBezTo>
                      <a:pt x="1147" y="2105"/>
                      <a:pt x="1146" y="2109"/>
                      <a:pt x="1146" y="2110"/>
                    </a:cubicBezTo>
                    <a:cubicBezTo>
                      <a:pt x="1146" y="2112"/>
                      <a:pt x="1145" y="2114"/>
                      <a:pt x="1147" y="2116"/>
                    </a:cubicBezTo>
                    <a:cubicBezTo>
                      <a:pt x="1147" y="2117"/>
                      <a:pt x="1150" y="2118"/>
                      <a:pt x="1151" y="2118"/>
                    </a:cubicBezTo>
                    <a:cubicBezTo>
                      <a:pt x="1153" y="2117"/>
                      <a:pt x="1153" y="2115"/>
                      <a:pt x="1153" y="2113"/>
                    </a:cubicBezTo>
                    <a:cubicBezTo>
                      <a:pt x="1153" y="2111"/>
                      <a:pt x="1154" y="2107"/>
                      <a:pt x="1153" y="2105"/>
                    </a:cubicBezTo>
                    <a:cubicBezTo>
                      <a:pt x="1152" y="2104"/>
                      <a:pt x="1152" y="2103"/>
                      <a:pt x="1151" y="2102"/>
                    </a:cubicBezTo>
                    <a:cubicBezTo>
                      <a:pt x="1151" y="2101"/>
                      <a:pt x="1150" y="2100"/>
                      <a:pt x="1150" y="2099"/>
                    </a:cubicBezTo>
                    <a:cubicBezTo>
                      <a:pt x="1149" y="2098"/>
                      <a:pt x="1149" y="2098"/>
                      <a:pt x="1149" y="2097"/>
                    </a:cubicBezTo>
                    <a:cubicBezTo>
                      <a:pt x="1149" y="2094"/>
                      <a:pt x="1150" y="2093"/>
                      <a:pt x="1152" y="2094"/>
                    </a:cubicBezTo>
                    <a:cubicBezTo>
                      <a:pt x="1152" y="2095"/>
                      <a:pt x="1152" y="2097"/>
                      <a:pt x="1154" y="2097"/>
                    </a:cubicBezTo>
                    <a:cubicBezTo>
                      <a:pt x="1155" y="2098"/>
                      <a:pt x="1156" y="2096"/>
                      <a:pt x="1156" y="2095"/>
                    </a:cubicBezTo>
                    <a:cubicBezTo>
                      <a:pt x="1158" y="2092"/>
                      <a:pt x="1158" y="2088"/>
                      <a:pt x="1158" y="2084"/>
                    </a:cubicBezTo>
                    <a:cubicBezTo>
                      <a:pt x="1158" y="2083"/>
                      <a:pt x="1158" y="2080"/>
                      <a:pt x="1157" y="2079"/>
                    </a:cubicBezTo>
                    <a:cubicBezTo>
                      <a:pt x="1156" y="2078"/>
                      <a:pt x="1155" y="2078"/>
                      <a:pt x="1154" y="2077"/>
                    </a:cubicBezTo>
                    <a:cubicBezTo>
                      <a:pt x="1153" y="2076"/>
                      <a:pt x="1152" y="2074"/>
                      <a:pt x="1152" y="2073"/>
                    </a:cubicBezTo>
                    <a:cubicBezTo>
                      <a:pt x="1151" y="2071"/>
                      <a:pt x="1151" y="2070"/>
                      <a:pt x="1151" y="2069"/>
                    </a:cubicBezTo>
                    <a:cubicBezTo>
                      <a:pt x="1151" y="2067"/>
                      <a:pt x="1151" y="2064"/>
                      <a:pt x="1152" y="2062"/>
                    </a:cubicBezTo>
                    <a:cubicBezTo>
                      <a:pt x="1152" y="2060"/>
                      <a:pt x="1153" y="2059"/>
                      <a:pt x="1155" y="2058"/>
                    </a:cubicBezTo>
                    <a:cubicBezTo>
                      <a:pt x="1160" y="2056"/>
                      <a:pt x="1158" y="2067"/>
                      <a:pt x="1158" y="2070"/>
                    </a:cubicBezTo>
                    <a:cubicBezTo>
                      <a:pt x="1157" y="2072"/>
                      <a:pt x="1157" y="2074"/>
                      <a:pt x="1157" y="2076"/>
                    </a:cubicBezTo>
                    <a:cubicBezTo>
                      <a:pt x="1158" y="2077"/>
                      <a:pt x="1158" y="2079"/>
                      <a:pt x="1159" y="2079"/>
                    </a:cubicBezTo>
                    <a:cubicBezTo>
                      <a:pt x="1161" y="2079"/>
                      <a:pt x="1161" y="2077"/>
                      <a:pt x="1162" y="2077"/>
                    </a:cubicBezTo>
                    <a:cubicBezTo>
                      <a:pt x="1163" y="2076"/>
                      <a:pt x="1164" y="2076"/>
                      <a:pt x="1165" y="2075"/>
                    </a:cubicBezTo>
                    <a:cubicBezTo>
                      <a:pt x="1167" y="2071"/>
                      <a:pt x="1161" y="2071"/>
                      <a:pt x="1161" y="2067"/>
                    </a:cubicBezTo>
                    <a:cubicBezTo>
                      <a:pt x="1161" y="2066"/>
                      <a:pt x="1162" y="2064"/>
                      <a:pt x="1163" y="2063"/>
                    </a:cubicBezTo>
                    <a:cubicBezTo>
                      <a:pt x="1165" y="2062"/>
                      <a:pt x="1164" y="2066"/>
                      <a:pt x="1165" y="2066"/>
                    </a:cubicBezTo>
                    <a:cubicBezTo>
                      <a:pt x="1166" y="2067"/>
                      <a:pt x="1167" y="2066"/>
                      <a:pt x="1168" y="2066"/>
                    </a:cubicBezTo>
                    <a:cubicBezTo>
                      <a:pt x="1170" y="2065"/>
                      <a:pt x="1169" y="2067"/>
                      <a:pt x="1170" y="2068"/>
                    </a:cubicBezTo>
                    <a:cubicBezTo>
                      <a:pt x="1172" y="2069"/>
                      <a:pt x="1173" y="2064"/>
                      <a:pt x="1174" y="2063"/>
                    </a:cubicBezTo>
                    <a:cubicBezTo>
                      <a:pt x="1175" y="2062"/>
                      <a:pt x="1177" y="2061"/>
                      <a:pt x="1179" y="2060"/>
                    </a:cubicBezTo>
                    <a:cubicBezTo>
                      <a:pt x="1181" y="2059"/>
                      <a:pt x="1182" y="2057"/>
                      <a:pt x="1184" y="2055"/>
                    </a:cubicBezTo>
                    <a:cubicBezTo>
                      <a:pt x="1186" y="2054"/>
                      <a:pt x="1188" y="2052"/>
                      <a:pt x="1190" y="2050"/>
                    </a:cubicBezTo>
                    <a:cubicBezTo>
                      <a:pt x="1191" y="2049"/>
                      <a:pt x="1191" y="2048"/>
                      <a:pt x="1192" y="2047"/>
                    </a:cubicBezTo>
                    <a:cubicBezTo>
                      <a:pt x="1192" y="2047"/>
                      <a:pt x="1192" y="2046"/>
                      <a:pt x="1192" y="2045"/>
                    </a:cubicBezTo>
                    <a:cubicBezTo>
                      <a:pt x="1193" y="2043"/>
                      <a:pt x="1196" y="2043"/>
                      <a:pt x="1198" y="2042"/>
                    </a:cubicBezTo>
                    <a:cubicBezTo>
                      <a:pt x="1199" y="2041"/>
                      <a:pt x="1201" y="2040"/>
                      <a:pt x="1203" y="2039"/>
                    </a:cubicBezTo>
                    <a:cubicBezTo>
                      <a:pt x="1207" y="2038"/>
                      <a:pt x="1211" y="2036"/>
                      <a:pt x="1214" y="2033"/>
                    </a:cubicBezTo>
                    <a:cubicBezTo>
                      <a:pt x="1215" y="2031"/>
                      <a:pt x="1216" y="2031"/>
                      <a:pt x="1218" y="2030"/>
                    </a:cubicBezTo>
                    <a:cubicBezTo>
                      <a:pt x="1220" y="2029"/>
                      <a:pt x="1223" y="2030"/>
                      <a:pt x="1225" y="2029"/>
                    </a:cubicBezTo>
                    <a:cubicBezTo>
                      <a:pt x="1227" y="2029"/>
                      <a:pt x="1229" y="2028"/>
                      <a:pt x="1231" y="2027"/>
                    </a:cubicBezTo>
                    <a:cubicBezTo>
                      <a:pt x="1233" y="2027"/>
                      <a:pt x="1235" y="2027"/>
                      <a:pt x="1237" y="2027"/>
                    </a:cubicBezTo>
                    <a:cubicBezTo>
                      <a:pt x="1238" y="2027"/>
                      <a:pt x="1240" y="2027"/>
                      <a:pt x="1242" y="2027"/>
                    </a:cubicBezTo>
                    <a:cubicBezTo>
                      <a:pt x="1244" y="2027"/>
                      <a:pt x="1247" y="2027"/>
                      <a:pt x="1248" y="2030"/>
                    </a:cubicBezTo>
                    <a:cubicBezTo>
                      <a:pt x="1248" y="2031"/>
                      <a:pt x="1248" y="2033"/>
                      <a:pt x="1250" y="2034"/>
                    </a:cubicBezTo>
                    <a:cubicBezTo>
                      <a:pt x="1252" y="2034"/>
                      <a:pt x="1253" y="2033"/>
                      <a:pt x="1254" y="2032"/>
                    </a:cubicBezTo>
                    <a:cubicBezTo>
                      <a:pt x="1256" y="2031"/>
                      <a:pt x="1258" y="2030"/>
                      <a:pt x="1260" y="2030"/>
                    </a:cubicBezTo>
                    <a:cubicBezTo>
                      <a:pt x="1261" y="2030"/>
                      <a:pt x="1262" y="2030"/>
                      <a:pt x="1263" y="2030"/>
                    </a:cubicBezTo>
                    <a:cubicBezTo>
                      <a:pt x="1265" y="2029"/>
                      <a:pt x="1265" y="2028"/>
                      <a:pt x="1267" y="2027"/>
                    </a:cubicBezTo>
                    <a:cubicBezTo>
                      <a:pt x="1268" y="2027"/>
                      <a:pt x="1270" y="2026"/>
                      <a:pt x="1271" y="2026"/>
                    </a:cubicBezTo>
                    <a:cubicBezTo>
                      <a:pt x="1275" y="2024"/>
                      <a:pt x="1278" y="2023"/>
                      <a:pt x="1281" y="2021"/>
                    </a:cubicBezTo>
                    <a:cubicBezTo>
                      <a:pt x="1283" y="2020"/>
                      <a:pt x="1285" y="2019"/>
                      <a:pt x="1287" y="2018"/>
                    </a:cubicBezTo>
                    <a:cubicBezTo>
                      <a:pt x="1292" y="2015"/>
                      <a:pt x="1295" y="2009"/>
                      <a:pt x="1301" y="2008"/>
                    </a:cubicBezTo>
                    <a:cubicBezTo>
                      <a:pt x="1304" y="2007"/>
                      <a:pt x="1307" y="2007"/>
                      <a:pt x="1310" y="2006"/>
                    </a:cubicBezTo>
                    <a:cubicBezTo>
                      <a:pt x="1313" y="2005"/>
                      <a:pt x="1316" y="2004"/>
                      <a:pt x="1319" y="2004"/>
                    </a:cubicBezTo>
                    <a:cubicBezTo>
                      <a:pt x="1325" y="2002"/>
                      <a:pt x="1330" y="2000"/>
                      <a:pt x="1335" y="1997"/>
                    </a:cubicBezTo>
                    <a:cubicBezTo>
                      <a:pt x="1337" y="1995"/>
                      <a:pt x="1340" y="1994"/>
                      <a:pt x="1342" y="1993"/>
                    </a:cubicBezTo>
                    <a:cubicBezTo>
                      <a:pt x="1345" y="1992"/>
                      <a:pt x="1348" y="1991"/>
                      <a:pt x="1350" y="1989"/>
                    </a:cubicBezTo>
                    <a:cubicBezTo>
                      <a:pt x="1353" y="1988"/>
                      <a:pt x="1355" y="1987"/>
                      <a:pt x="1358" y="1986"/>
                    </a:cubicBezTo>
                    <a:cubicBezTo>
                      <a:pt x="1361" y="1985"/>
                      <a:pt x="1364" y="1984"/>
                      <a:pt x="1367" y="1983"/>
                    </a:cubicBezTo>
                    <a:cubicBezTo>
                      <a:pt x="1370" y="1983"/>
                      <a:pt x="1374" y="1982"/>
                      <a:pt x="1377" y="1982"/>
                    </a:cubicBezTo>
                    <a:cubicBezTo>
                      <a:pt x="1380" y="1982"/>
                      <a:pt x="1384" y="1981"/>
                      <a:pt x="1388" y="1982"/>
                    </a:cubicBezTo>
                    <a:cubicBezTo>
                      <a:pt x="1390" y="1982"/>
                      <a:pt x="1390" y="1984"/>
                      <a:pt x="1390" y="1986"/>
                    </a:cubicBezTo>
                    <a:cubicBezTo>
                      <a:pt x="1390" y="1988"/>
                      <a:pt x="1392" y="1990"/>
                      <a:pt x="1393" y="1992"/>
                    </a:cubicBezTo>
                    <a:cubicBezTo>
                      <a:pt x="1394" y="1994"/>
                      <a:pt x="1395" y="1995"/>
                      <a:pt x="1396" y="1996"/>
                    </a:cubicBezTo>
                    <a:cubicBezTo>
                      <a:pt x="1397" y="1997"/>
                      <a:pt x="1398" y="1998"/>
                      <a:pt x="1399" y="1999"/>
                    </a:cubicBezTo>
                    <a:cubicBezTo>
                      <a:pt x="1400" y="2000"/>
                      <a:pt x="1402" y="2002"/>
                      <a:pt x="1403" y="2003"/>
                    </a:cubicBezTo>
                    <a:cubicBezTo>
                      <a:pt x="1408" y="2009"/>
                      <a:pt x="1415" y="2010"/>
                      <a:pt x="1423" y="2012"/>
                    </a:cubicBezTo>
                    <a:cubicBezTo>
                      <a:pt x="1425" y="2012"/>
                      <a:pt x="1428" y="2013"/>
                      <a:pt x="1430" y="2014"/>
                    </a:cubicBezTo>
                    <a:cubicBezTo>
                      <a:pt x="1432" y="2015"/>
                      <a:pt x="1434" y="2016"/>
                      <a:pt x="1436" y="2016"/>
                    </a:cubicBezTo>
                    <a:cubicBezTo>
                      <a:pt x="1440" y="2017"/>
                      <a:pt x="1445" y="2016"/>
                      <a:pt x="1449" y="2018"/>
                    </a:cubicBezTo>
                    <a:cubicBezTo>
                      <a:pt x="1450" y="2019"/>
                      <a:pt x="1452" y="2020"/>
                      <a:pt x="1454" y="2020"/>
                    </a:cubicBezTo>
                    <a:cubicBezTo>
                      <a:pt x="1456" y="2021"/>
                      <a:pt x="1458" y="2021"/>
                      <a:pt x="1460" y="2021"/>
                    </a:cubicBezTo>
                    <a:cubicBezTo>
                      <a:pt x="1462" y="2021"/>
                      <a:pt x="1464" y="2020"/>
                      <a:pt x="1466" y="2020"/>
                    </a:cubicBezTo>
                    <a:cubicBezTo>
                      <a:pt x="1467" y="2021"/>
                      <a:pt x="1469" y="2021"/>
                      <a:pt x="1471" y="2022"/>
                    </a:cubicBezTo>
                    <a:cubicBezTo>
                      <a:pt x="1472" y="2022"/>
                      <a:pt x="1474" y="2022"/>
                      <a:pt x="1475" y="2021"/>
                    </a:cubicBezTo>
                    <a:cubicBezTo>
                      <a:pt x="1476" y="2020"/>
                      <a:pt x="1476" y="2019"/>
                      <a:pt x="1475" y="2018"/>
                    </a:cubicBezTo>
                    <a:cubicBezTo>
                      <a:pt x="1472" y="2016"/>
                      <a:pt x="1468" y="2017"/>
                      <a:pt x="1465" y="2017"/>
                    </a:cubicBezTo>
                    <a:cubicBezTo>
                      <a:pt x="1462" y="2017"/>
                      <a:pt x="1456" y="2018"/>
                      <a:pt x="1454" y="2015"/>
                    </a:cubicBezTo>
                    <a:cubicBezTo>
                      <a:pt x="1452" y="2011"/>
                      <a:pt x="1455" y="2007"/>
                      <a:pt x="1458" y="2006"/>
                    </a:cubicBezTo>
                    <a:cubicBezTo>
                      <a:pt x="1462" y="2005"/>
                      <a:pt x="1468" y="2006"/>
                      <a:pt x="1468" y="2001"/>
                    </a:cubicBezTo>
                    <a:cubicBezTo>
                      <a:pt x="1467" y="1998"/>
                      <a:pt x="1467" y="1996"/>
                      <a:pt x="1467" y="1994"/>
                    </a:cubicBezTo>
                    <a:cubicBezTo>
                      <a:pt x="1468" y="1992"/>
                      <a:pt x="1470" y="1991"/>
                      <a:pt x="1472" y="1991"/>
                    </a:cubicBezTo>
                    <a:cubicBezTo>
                      <a:pt x="1476" y="1991"/>
                      <a:pt x="1481" y="1993"/>
                      <a:pt x="1485" y="1994"/>
                    </a:cubicBezTo>
                    <a:cubicBezTo>
                      <a:pt x="1489" y="1995"/>
                      <a:pt x="1493" y="1996"/>
                      <a:pt x="1494" y="2000"/>
                    </a:cubicBezTo>
                    <a:cubicBezTo>
                      <a:pt x="1495" y="2004"/>
                      <a:pt x="1493" y="2008"/>
                      <a:pt x="1492" y="2012"/>
                    </a:cubicBezTo>
                    <a:cubicBezTo>
                      <a:pt x="1491" y="2014"/>
                      <a:pt x="1490" y="2015"/>
                      <a:pt x="1490" y="2017"/>
                    </a:cubicBezTo>
                    <a:cubicBezTo>
                      <a:pt x="1490" y="2019"/>
                      <a:pt x="1490" y="2021"/>
                      <a:pt x="1489" y="2022"/>
                    </a:cubicBezTo>
                    <a:cubicBezTo>
                      <a:pt x="1487" y="2025"/>
                      <a:pt x="1484" y="2023"/>
                      <a:pt x="1481" y="2023"/>
                    </a:cubicBezTo>
                    <a:cubicBezTo>
                      <a:pt x="1478" y="2023"/>
                      <a:pt x="1479" y="2025"/>
                      <a:pt x="1478" y="2028"/>
                    </a:cubicBezTo>
                    <a:cubicBezTo>
                      <a:pt x="1478" y="2029"/>
                      <a:pt x="1478" y="2031"/>
                      <a:pt x="1479" y="2033"/>
                    </a:cubicBezTo>
                    <a:cubicBezTo>
                      <a:pt x="1479" y="2033"/>
                      <a:pt x="1480" y="2034"/>
                      <a:pt x="1481" y="2034"/>
                    </a:cubicBezTo>
                    <a:cubicBezTo>
                      <a:pt x="1482" y="2034"/>
                      <a:pt x="1482" y="2034"/>
                      <a:pt x="1483" y="2035"/>
                    </a:cubicBezTo>
                    <a:cubicBezTo>
                      <a:pt x="1484" y="2035"/>
                      <a:pt x="1485" y="2036"/>
                      <a:pt x="1485" y="2037"/>
                    </a:cubicBezTo>
                    <a:cubicBezTo>
                      <a:pt x="1485" y="2038"/>
                      <a:pt x="1485" y="2038"/>
                      <a:pt x="1485" y="2039"/>
                    </a:cubicBezTo>
                    <a:cubicBezTo>
                      <a:pt x="1486" y="2040"/>
                      <a:pt x="1487" y="2040"/>
                      <a:pt x="1487" y="2041"/>
                    </a:cubicBezTo>
                    <a:cubicBezTo>
                      <a:pt x="1488" y="2042"/>
                      <a:pt x="1488" y="2043"/>
                      <a:pt x="1488" y="2044"/>
                    </a:cubicBezTo>
                    <a:cubicBezTo>
                      <a:pt x="1488" y="2045"/>
                      <a:pt x="1488" y="2046"/>
                      <a:pt x="1488" y="2047"/>
                    </a:cubicBezTo>
                    <a:cubicBezTo>
                      <a:pt x="1487" y="2048"/>
                      <a:pt x="1487" y="2050"/>
                      <a:pt x="1486" y="2050"/>
                    </a:cubicBezTo>
                    <a:cubicBezTo>
                      <a:pt x="1485" y="2050"/>
                      <a:pt x="1485" y="2049"/>
                      <a:pt x="1484" y="2049"/>
                    </a:cubicBezTo>
                    <a:cubicBezTo>
                      <a:pt x="1484" y="2048"/>
                      <a:pt x="1483" y="2047"/>
                      <a:pt x="1482" y="2046"/>
                    </a:cubicBezTo>
                    <a:cubicBezTo>
                      <a:pt x="1481" y="2044"/>
                      <a:pt x="1478" y="2038"/>
                      <a:pt x="1475" y="2043"/>
                    </a:cubicBezTo>
                    <a:cubicBezTo>
                      <a:pt x="1475" y="2044"/>
                      <a:pt x="1474" y="2046"/>
                      <a:pt x="1475" y="2048"/>
                    </a:cubicBezTo>
                    <a:cubicBezTo>
                      <a:pt x="1476" y="2049"/>
                      <a:pt x="1477" y="2049"/>
                      <a:pt x="1478" y="2051"/>
                    </a:cubicBezTo>
                    <a:cubicBezTo>
                      <a:pt x="1479" y="2052"/>
                      <a:pt x="1480" y="2054"/>
                      <a:pt x="1481" y="2054"/>
                    </a:cubicBezTo>
                    <a:cubicBezTo>
                      <a:pt x="1481" y="2054"/>
                      <a:pt x="1482" y="2054"/>
                      <a:pt x="1483" y="2054"/>
                    </a:cubicBezTo>
                    <a:cubicBezTo>
                      <a:pt x="1484" y="2054"/>
                      <a:pt x="1485" y="2054"/>
                      <a:pt x="1485" y="2054"/>
                    </a:cubicBezTo>
                    <a:cubicBezTo>
                      <a:pt x="1487" y="2054"/>
                      <a:pt x="1488" y="2054"/>
                      <a:pt x="1489" y="2054"/>
                    </a:cubicBezTo>
                    <a:cubicBezTo>
                      <a:pt x="1492" y="2054"/>
                      <a:pt x="1496" y="2054"/>
                      <a:pt x="1499" y="2054"/>
                    </a:cubicBezTo>
                    <a:cubicBezTo>
                      <a:pt x="1502" y="2054"/>
                      <a:pt x="1505" y="2055"/>
                      <a:pt x="1508" y="2054"/>
                    </a:cubicBezTo>
                    <a:cubicBezTo>
                      <a:pt x="1509" y="2054"/>
                      <a:pt x="1512" y="2054"/>
                      <a:pt x="1513" y="2054"/>
                    </a:cubicBezTo>
                    <a:cubicBezTo>
                      <a:pt x="1514" y="2055"/>
                      <a:pt x="1516" y="2056"/>
                      <a:pt x="1517" y="2056"/>
                    </a:cubicBezTo>
                    <a:cubicBezTo>
                      <a:pt x="1518" y="2056"/>
                      <a:pt x="1519" y="2057"/>
                      <a:pt x="1519" y="2057"/>
                    </a:cubicBezTo>
                    <a:cubicBezTo>
                      <a:pt x="1519" y="2058"/>
                      <a:pt x="1518" y="2058"/>
                      <a:pt x="1519" y="2058"/>
                    </a:cubicBezTo>
                    <a:cubicBezTo>
                      <a:pt x="1519" y="2059"/>
                      <a:pt x="1521" y="2059"/>
                      <a:pt x="1522" y="2059"/>
                    </a:cubicBezTo>
                    <a:cubicBezTo>
                      <a:pt x="1525" y="2058"/>
                      <a:pt x="1527" y="2059"/>
                      <a:pt x="1530" y="2060"/>
                    </a:cubicBezTo>
                    <a:cubicBezTo>
                      <a:pt x="1530" y="2060"/>
                      <a:pt x="1532" y="2060"/>
                      <a:pt x="1532" y="2059"/>
                    </a:cubicBezTo>
                    <a:cubicBezTo>
                      <a:pt x="1533" y="2059"/>
                      <a:pt x="1533" y="2058"/>
                      <a:pt x="1533" y="2057"/>
                    </a:cubicBezTo>
                    <a:cubicBezTo>
                      <a:pt x="1534" y="2054"/>
                      <a:pt x="1533" y="2053"/>
                      <a:pt x="1531" y="2052"/>
                    </a:cubicBezTo>
                    <a:cubicBezTo>
                      <a:pt x="1531" y="2052"/>
                      <a:pt x="1530" y="2051"/>
                      <a:pt x="1529" y="2051"/>
                    </a:cubicBezTo>
                    <a:cubicBezTo>
                      <a:pt x="1529" y="2050"/>
                      <a:pt x="1529" y="2048"/>
                      <a:pt x="1529" y="2048"/>
                    </a:cubicBezTo>
                    <a:cubicBezTo>
                      <a:pt x="1529" y="2047"/>
                      <a:pt x="1529" y="2046"/>
                      <a:pt x="1529" y="2046"/>
                    </a:cubicBezTo>
                    <a:cubicBezTo>
                      <a:pt x="1531" y="2045"/>
                      <a:pt x="1532" y="2045"/>
                      <a:pt x="1533" y="2044"/>
                    </a:cubicBezTo>
                    <a:cubicBezTo>
                      <a:pt x="1534" y="2043"/>
                      <a:pt x="1533" y="2040"/>
                      <a:pt x="1534" y="2038"/>
                    </a:cubicBezTo>
                    <a:cubicBezTo>
                      <a:pt x="1536" y="2036"/>
                      <a:pt x="1538" y="2036"/>
                      <a:pt x="1540" y="2036"/>
                    </a:cubicBezTo>
                    <a:cubicBezTo>
                      <a:pt x="1544" y="2036"/>
                      <a:pt x="1555" y="2036"/>
                      <a:pt x="1555" y="2042"/>
                    </a:cubicBezTo>
                    <a:cubicBezTo>
                      <a:pt x="1555" y="2045"/>
                      <a:pt x="1554" y="2049"/>
                      <a:pt x="1557" y="2050"/>
                    </a:cubicBezTo>
                    <a:cubicBezTo>
                      <a:pt x="1558" y="2050"/>
                      <a:pt x="1559" y="2050"/>
                      <a:pt x="1560" y="2050"/>
                    </a:cubicBezTo>
                    <a:cubicBezTo>
                      <a:pt x="1562" y="2050"/>
                      <a:pt x="1564" y="2051"/>
                      <a:pt x="1567" y="2050"/>
                    </a:cubicBezTo>
                    <a:cubicBezTo>
                      <a:pt x="1571" y="2050"/>
                      <a:pt x="1574" y="2045"/>
                      <a:pt x="1574" y="2041"/>
                    </a:cubicBezTo>
                    <a:cubicBezTo>
                      <a:pt x="1574" y="2039"/>
                      <a:pt x="1575" y="2038"/>
                      <a:pt x="1574" y="2037"/>
                    </a:cubicBezTo>
                    <a:cubicBezTo>
                      <a:pt x="1574" y="2036"/>
                      <a:pt x="1572" y="2034"/>
                      <a:pt x="1571" y="2033"/>
                    </a:cubicBezTo>
                    <a:cubicBezTo>
                      <a:pt x="1569" y="2032"/>
                      <a:pt x="1567" y="2031"/>
                      <a:pt x="1565" y="2031"/>
                    </a:cubicBezTo>
                    <a:cubicBezTo>
                      <a:pt x="1564" y="2030"/>
                      <a:pt x="1563" y="2030"/>
                      <a:pt x="1563" y="2029"/>
                    </a:cubicBezTo>
                    <a:cubicBezTo>
                      <a:pt x="1563" y="2027"/>
                      <a:pt x="1564" y="2027"/>
                      <a:pt x="1565" y="2027"/>
                    </a:cubicBezTo>
                    <a:cubicBezTo>
                      <a:pt x="1567" y="2026"/>
                      <a:pt x="1568" y="2027"/>
                      <a:pt x="1570" y="2026"/>
                    </a:cubicBezTo>
                    <a:cubicBezTo>
                      <a:pt x="1571" y="2025"/>
                      <a:pt x="1570" y="2022"/>
                      <a:pt x="1570" y="2021"/>
                    </a:cubicBezTo>
                    <a:cubicBezTo>
                      <a:pt x="1569" y="2019"/>
                      <a:pt x="1567" y="2015"/>
                      <a:pt x="1570" y="2013"/>
                    </a:cubicBezTo>
                    <a:cubicBezTo>
                      <a:pt x="1571" y="2013"/>
                      <a:pt x="1572" y="2013"/>
                      <a:pt x="1572" y="2013"/>
                    </a:cubicBezTo>
                    <a:cubicBezTo>
                      <a:pt x="1574" y="2015"/>
                      <a:pt x="1574" y="2017"/>
                      <a:pt x="1576" y="2019"/>
                    </a:cubicBezTo>
                    <a:cubicBezTo>
                      <a:pt x="1576" y="2019"/>
                      <a:pt x="1577" y="2019"/>
                      <a:pt x="1578" y="2019"/>
                    </a:cubicBezTo>
                    <a:cubicBezTo>
                      <a:pt x="1579" y="2020"/>
                      <a:pt x="1580" y="2020"/>
                      <a:pt x="1581" y="2021"/>
                    </a:cubicBezTo>
                    <a:cubicBezTo>
                      <a:pt x="1584" y="2020"/>
                      <a:pt x="1590" y="2019"/>
                      <a:pt x="1591" y="2023"/>
                    </a:cubicBezTo>
                    <a:cubicBezTo>
                      <a:pt x="1591" y="2026"/>
                      <a:pt x="1590" y="2028"/>
                      <a:pt x="1589" y="2029"/>
                    </a:cubicBezTo>
                    <a:cubicBezTo>
                      <a:pt x="1589" y="2031"/>
                      <a:pt x="1588" y="2033"/>
                      <a:pt x="1589" y="2034"/>
                    </a:cubicBezTo>
                    <a:cubicBezTo>
                      <a:pt x="1590" y="2035"/>
                      <a:pt x="1591" y="2034"/>
                      <a:pt x="1592" y="2035"/>
                    </a:cubicBezTo>
                    <a:cubicBezTo>
                      <a:pt x="1593" y="2035"/>
                      <a:pt x="1593" y="2037"/>
                      <a:pt x="1594" y="2038"/>
                    </a:cubicBezTo>
                    <a:cubicBezTo>
                      <a:pt x="1595" y="2041"/>
                      <a:pt x="1597" y="2034"/>
                      <a:pt x="1598" y="2033"/>
                    </a:cubicBezTo>
                    <a:cubicBezTo>
                      <a:pt x="1600" y="2032"/>
                      <a:pt x="1603" y="2032"/>
                      <a:pt x="1604" y="2033"/>
                    </a:cubicBezTo>
                    <a:cubicBezTo>
                      <a:pt x="1607" y="2034"/>
                      <a:pt x="1609" y="2036"/>
                      <a:pt x="1608" y="2039"/>
                    </a:cubicBezTo>
                    <a:cubicBezTo>
                      <a:pt x="1607" y="2042"/>
                      <a:pt x="1604" y="2044"/>
                      <a:pt x="1601" y="2044"/>
                    </a:cubicBezTo>
                    <a:cubicBezTo>
                      <a:pt x="1600" y="2045"/>
                      <a:pt x="1598" y="2044"/>
                      <a:pt x="1597" y="2045"/>
                    </a:cubicBezTo>
                    <a:cubicBezTo>
                      <a:pt x="1596" y="2047"/>
                      <a:pt x="1595" y="2048"/>
                      <a:pt x="1593" y="2049"/>
                    </a:cubicBezTo>
                    <a:cubicBezTo>
                      <a:pt x="1591" y="2050"/>
                      <a:pt x="1588" y="2049"/>
                      <a:pt x="1586" y="2049"/>
                    </a:cubicBezTo>
                    <a:cubicBezTo>
                      <a:pt x="1582" y="2049"/>
                      <a:pt x="1579" y="2050"/>
                      <a:pt x="1576" y="2050"/>
                    </a:cubicBezTo>
                    <a:cubicBezTo>
                      <a:pt x="1573" y="2050"/>
                      <a:pt x="1571" y="2051"/>
                      <a:pt x="1568" y="2052"/>
                    </a:cubicBezTo>
                    <a:cubicBezTo>
                      <a:pt x="1567" y="2052"/>
                      <a:pt x="1566" y="2053"/>
                      <a:pt x="1564" y="2053"/>
                    </a:cubicBezTo>
                    <a:cubicBezTo>
                      <a:pt x="1563" y="2054"/>
                      <a:pt x="1562" y="2054"/>
                      <a:pt x="1560" y="2054"/>
                    </a:cubicBezTo>
                    <a:cubicBezTo>
                      <a:pt x="1557" y="2057"/>
                      <a:pt x="1561" y="2060"/>
                      <a:pt x="1562" y="2062"/>
                    </a:cubicBezTo>
                    <a:cubicBezTo>
                      <a:pt x="1563" y="2064"/>
                      <a:pt x="1563" y="2066"/>
                      <a:pt x="1564" y="2067"/>
                    </a:cubicBezTo>
                    <a:cubicBezTo>
                      <a:pt x="1566" y="2069"/>
                      <a:pt x="1569" y="2069"/>
                      <a:pt x="1571" y="2069"/>
                    </a:cubicBezTo>
                    <a:cubicBezTo>
                      <a:pt x="1576" y="2069"/>
                      <a:pt x="1581" y="2069"/>
                      <a:pt x="1587" y="2069"/>
                    </a:cubicBezTo>
                    <a:cubicBezTo>
                      <a:pt x="1592" y="2069"/>
                      <a:pt x="1598" y="2070"/>
                      <a:pt x="1604" y="2071"/>
                    </a:cubicBezTo>
                    <a:cubicBezTo>
                      <a:pt x="1607" y="2071"/>
                      <a:pt x="1610" y="2072"/>
                      <a:pt x="1612" y="2072"/>
                    </a:cubicBezTo>
                    <a:cubicBezTo>
                      <a:pt x="1614" y="2071"/>
                      <a:pt x="1616" y="2070"/>
                      <a:pt x="1618" y="2070"/>
                    </a:cubicBezTo>
                    <a:cubicBezTo>
                      <a:pt x="1620" y="2069"/>
                      <a:pt x="1621" y="2070"/>
                      <a:pt x="1622" y="2071"/>
                    </a:cubicBezTo>
                    <a:cubicBezTo>
                      <a:pt x="1623" y="2072"/>
                      <a:pt x="1624" y="2073"/>
                      <a:pt x="1625" y="2073"/>
                    </a:cubicBezTo>
                    <a:cubicBezTo>
                      <a:pt x="1627" y="2074"/>
                      <a:pt x="1628" y="2075"/>
                      <a:pt x="1628" y="2077"/>
                    </a:cubicBezTo>
                    <a:cubicBezTo>
                      <a:pt x="1628" y="2080"/>
                      <a:pt x="1626" y="2082"/>
                      <a:pt x="1624" y="2083"/>
                    </a:cubicBezTo>
                    <a:cubicBezTo>
                      <a:pt x="1623" y="2084"/>
                      <a:pt x="1621" y="2085"/>
                      <a:pt x="1621" y="2087"/>
                    </a:cubicBezTo>
                    <a:cubicBezTo>
                      <a:pt x="1621" y="2088"/>
                      <a:pt x="1623" y="2090"/>
                      <a:pt x="1624" y="2091"/>
                    </a:cubicBezTo>
                    <a:cubicBezTo>
                      <a:pt x="1625" y="2092"/>
                      <a:pt x="1626" y="2094"/>
                      <a:pt x="1625" y="2095"/>
                    </a:cubicBezTo>
                    <a:cubicBezTo>
                      <a:pt x="1623" y="2097"/>
                      <a:pt x="1621" y="2097"/>
                      <a:pt x="1619" y="2098"/>
                    </a:cubicBezTo>
                    <a:cubicBezTo>
                      <a:pt x="1618" y="2098"/>
                      <a:pt x="1616" y="2099"/>
                      <a:pt x="1616" y="2100"/>
                    </a:cubicBezTo>
                    <a:cubicBezTo>
                      <a:pt x="1615" y="2102"/>
                      <a:pt x="1617" y="2103"/>
                      <a:pt x="1619" y="2103"/>
                    </a:cubicBezTo>
                    <a:cubicBezTo>
                      <a:pt x="1622" y="2104"/>
                      <a:pt x="1625" y="2106"/>
                      <a:pt x="1628" y="2107"/>
                    </a:cubicBezTo>
                    <a:cubicBezTo>
                      <a:pt x="1629" y="2107"/>
                      <a:pt x="1630" y="2107"/>
                      <a:pt x="1631" y="2107"/>
                    </a:cubicBezTo>
                    <a:cubicBezTo>
                      <a:pt x="1634" y="2108"/>
                      <a:pt x="1637" y="2108"/>
                      <a:pt x="1641" y="2108"/>
                    </a:cubicBezTo>
                    <a:cubicBezTo>
                      <a:pt x="1645" y="2107"/>
                      <a:pt x="1650" y="2106"/>
                      <a:pt x="1653" y="2110"/>
                    </a:cubicBezTo>
                    <a:cubicBezTo>
                      <a:pt x="1654" y="2111"/>
                      <a:pt x="1655" y="2112"/>
                      <a:pt x="1657" y="2114"/>
                    </a:cubicBezTo>
                    <a:cubicBezTo>
                      <a:pt x="1658" y="2114"/>
                      <a:pt x="1659" y="2115"/>
                      <a:pt x="1660" y="2116"/>
                    </a:cubicBezTo>
                    <a:cubicBezTo>
                      <a:pt x="1663" y="2117"/>
                      <a:pt x="1665" y="2119"/>
                      <a:pt x="1667" y="2122"/>
                    </a:cubicBezTo>
                    <a:cubicBezTo>
                      <a:pt x="1669" y="2125"/>
                      <a:pt x="1671" y="2128"/>
                      <a:pt x="1675" y="2127"/>
                    </a:cubicBezTo>
                    <a:cubicBezTo>
                      <a:pt x="1678" y="2126"/>
                      <a:pt x="1676" y="2121"/>
                      <a:pt x="1680" y="2121"/>
                    </a:cubicBezTo>
                    <a:cubicBezTo>
                      <a:pt x="1682" y="2121"/>
                      <a:pt x="1684" y="2123"/>
                      <a:pt x="1686" y="2124"/>
                    </a:cubicBezTo>
                    <a:cubicBezTo>
                      <a:pt x="1688" y="2125"/>
                      <a:pt x="1689" y="2127"/>
                      <a:pt x="1689" y="2130"/>
                    </a:cubicBezTo>
                    <a:cubicBezTo>
                      <a:pt x="1689" y="2131"/>
                      <a:pt x="1688" y="2134"/>
                      <a:pt x="1690" y="2135"/>
                    </a:cubicBezTo>
                    <a:cubicBezTo>
                      <a:pt x="1691" y="2137"/>
                      <a:pt x="1693" y="2137"/>
                      <a:pt x="1695" y="2137"/>
                    </a:cubicBezTo>
                    <a:cubicBezTo>
                      <a:pt x="1698" y="2139"/>
                      <a:pt x="1698" y="2144"/>
                      <a:pt x="1702" y="2143"/>
                    </a:cubicBezTo>
                    <a:cubicBezTo>
                      <a:pt x="1703" y="2143"/>
                      <a:pt x="1704" y="2142"/>
                      <a:pt x="1706" y="2142"/>
                    </a:cubicBezTo>
                    <a:cubicBezTo>
                      <a:pt x="1707" y="2142"/>
                      <a:pt x="1708" y="2143"/>
                      <a:pt x="1709" y="2143"/>
                    </a:cubicBezTo>
                    <a:cubicBezTo>
                      <a:pt x="1713" y="2146"/>
                      <a:pt x="1707" y="2149"/>
                      <a:pt x="1705" y="2150"/>
                    </a:cubicBezTo>
                    <a:cubicBezTo>
                      <a:pt x="1702" y="2152"/>
                      <a:pt x="1704" y="2157"/>
                      <a:pt x="1707" y="2158"/>
                    </a:cubicBezTo>
                    <a:cubicBezTo>
                      <a:pt x="1709" y="2158"/>
                      <a:pt x="1711" y="2157"/>
                      <a:pt x="1712" y="2158"/>
                    </a:cubicBezTo>
                    <a:cubicBezTo>
                      <a:pt x="1714" y="2158"/>
                      <a:pt x="1714" y="2160"/>
                      <a:pt x="1715" y="2161"/>
                    </a:cubicBezTo>
                    <a:cubicBezTo>
                      <a:pt x="1717" y="2165"/>
                      <a:pt x="1718" y="2161"/>
                      <a:pt x="1720" y="2159"/>
                    </a:cubicBezTo>
                    <a:cubicBezTo>
                      <a:pt x="1721" y="2158"/>
                      <a:pt x="1722" y="2159"/>
                      <a:pt x="1723" y="2159"/>
                    </a:cubicBezTo>
                    <a:cubicBezTo>
                      <a:pt x="1725" y="2159"/>
                      <a:pt x="1727" y="2160"/>
                      <a:pt x="1728" y="2160"/>
                    </a:cubicBezTo>
                    <a:cubicBezTo>
                      <a:pt x="1731" y="2160"/>
                      <a:pt x="1734" y="2161"/>
                      <a:pt x="1735" y="2157"/>
                    </a:cubicBezTo>
                    <a:cubicBezTo>
                      <a:pt x="1735" y="2155"/>
                      <a:pt x="1735" y="2154"/>
                      <a:pt x="1733" y="2153"/>
                    </a:cubicBezTo>
                    <a:cubicBezTo>
                      <a:pt x="1732" y="2152"/>
                      <a:pt x="1731" y="2153"/>
                      <a:pt x="1730" y="2152"/>
                    </a:cubicBezTo>
                    <a:cubicBezTo>
                      <a:pt x="1729" y="2151"/>
                      <a:pt x="1729" y="2150"/>
                      <a:pt x="1728" y="2149"/>
                    </a:cubicBezTo>
                    <a:cubicBezTo>
                      <a:pt x="1727" y="2149"/>
                      <a:pt x="1726" y="2149"/>
                      <a:pt x="1725" y="2148"/>
                    </a:cubicBezTo>
                    <a:cubicBezTo>
                      <a:pt x="1724" y="2147"/>
                      <a:pt x="1725" y="2145"/>
                      <a:pt x="1727" y="2145"/>
                    </a:cubicBezTo>
                    <a:cubicBezTo>
                      <a:pt x="1728" y="2145"/>
                      <a:pt x="1729" y="2146"/>
                      <a:pt x="1731" y="2147"/>
                    </a:cubicBezTo>
                    <a:cubicBezTo>
                      <a:pt x="1734" y="2150"/>
                      <a:pt x="1738" y="2148"/>
                      <a:pt x="1742" y="2149"/>
                    </a:cubicBezTo>
                    <a:cubicBezTo>
                      <a:pt x="1744" y="2149"/>
                      <a:pt x="1744" y="2150"/>
                      <a:pt x="1744" y="2151"/>
                    </a:cubicBezTo>
                    <a:cubicBezTo>
                      <a:pt x="1745" y="2152"/>
                      <a:pt x="1745" y="2152"/>
                      <a:pt x="1746" y="2153"/>
                    </a:cubicBezTo>
                    <a:cubicBezTo>
                      <a:pt x="1747" y="2153"/>
                      <a:pt x="1748" y="2153"/>
                      <a:pt x="1749" y="2153"/>
                    </a:cubicBezTo>
                    <a:cubicBezTo>
                      <a:pt x="1751" y="2154"/>
                      <a:pt x="1753" y="2154"/>
                      <a:pt x="1753" y="2155"/>
                    </a:cubicBezTo>
                    <a:cubicBezTo>
                      <a:pt x="1753" y="2156"/>
                      <a:pt x="1753" y="2158"/>
                      <a:pt x="1754" y="2158"/>
                    </a:cubicBezTo>
                    <a:cubicBezTo>
                      <a:pt x="1754" y="2159"/>
                      <a:pt x="1755" y="2160"/>
                      <a:pt x="1756" y="2160"/>
                    </a:cubicBezTo>
                    <a:cubicBezTo>
                      <a:pt x="1758" y="2161"/>
                      <a:pt x="1760" y="2160"/>
                      <a:pt x="1763" y="2160"/>
                    </a:cubicBezTo>
                    <a:cubicBezTo>
                      <a:pt x="1765" y="2160"/>
                      <a:pt x="1767" y="2160"/>
                      <a:pt x="1767" y="2163"/>
                    </a:cubicBezTo>
                    <a:cubicBezTo>
                      <a:pt x="1767" y="2165"/>
                      <a:pt x="1765" y="2166"/>
                      <a:pt x="1763" y="2166"/>
                    </a:cubicBezTo>
                    <a:cubicBezTo>
                      <a:pt x="1762" y="2166"/>
                      <a:pt x="1761" y="2166"/>
                      <a:pt x="1761" y="2168"/>
                    </a:cubicBezTo>
                    <a:cubicBezTo>
                      <a:pt x="1761" y="2169"/>
                      <a:pt x="1762" y="2170"/>
                      <a:pt x="1763" y="2171"/>
                    </a:cubicBezTo>
                    <a:cubicBezTo>
                      <a:pt x="1764" y="2171"/>
                      <a:pt x="1765" y="2171"/>
                      <a:pt x="1766" y="2172"/>
                    </a:cubicBezTo>
                    <a:cubicBezTo>
                      <a:pt x="1768" y="2172"/>
                      <a:pt x="1770" y="2172"/>
                      <a:pt x="1772" y="2172"/>
                    </a:cubicBezTo>
                    <a:cubicBezTo>
                      <a:pt x="1773" y="2172"/>
                      <a:pt x="1775" y="2173"/>
                      <a:pt x="1777" y="2173"/>
                    </a:cubicBezTo>
                    <a:cubicBezTo>
                      <a:pt x="1778" y="2174"/>
                      <a:pt x="1778" y="2174"/>
                      <a:pt x="1779" y="2173"/>
                    </a:cubicBezTo>
                    <a:cubicBezTo>
                      <a:pt x="1782" y="2168"/>
                      <a:pt x="1773" y="2169"/>
                      <a:pt x="1775" y="2165"/>
                    </a:cubicBezTo>
                    <a:cubicBezTo>
                      <a:pt x="1776" y="2163"/>
                      <a:pt x="1778" y="2162"/>
                      <a:pt x="1780" y="2161"/>
                    </a:cubicBezTo>
                    <a:cubicBezTo>
                      <a:pt x="1781" y="2161"/>
                      <a:pt x="1781" y="2160"/>
                      <a:pt x="1782" y="2159"/>
                    </a:cubicBezTo>
                    <a:cubicBezTo>
                      <a:pt x="1782" y="2158"/>
                      <a:pt x="1782" y="2157"/>
                      <a:pt x="1782" y="2156"/>
                    </a:cubicBezTo>
                    <a:cubicBezTo>
                      <a:pt x="1783" y="2153"/>
                      <a:pt x="1786" y="2154"/>
                      <a:pt x="1788" y="2154"/>
                    </a:cubicBezTo>
                    <a:cubicBezTo>
                      <a:pt x="1791" y="2155"/>
                      <a:pt x="1793" y="2155"/>
                      <a:pt x="1795" y="2155"/>
                    </a:cubicBezTo>
                    <a:cubicBezTo>
                      <a:pt x="1797" y="2155"/>
                      <a:pt x="1798" y="2154"/>
                      <a:pt x="1799" y="2156"/>
                    </a:cubicBezTo>
                    <a:cubicBezTo>
                      <a:pt x="1800" y="2157"/>
                      <a:pt x="1800" y="2158"/>
                      <a:pt x="1801" y="2159"/>
                    </a:cubicBezTo>
                    <a:cubicBezTo>
                      <a:pt x="1802" y="2160"/>
                      <a:pt x="1804" y="2160"/>
                      <a:pt x="1805" y="2160"/>
                    </a:cubicBezTo>
                    <a:cubicBezTo>
                      <a:pt x="1806" y="2160"/>
                      <a:pt x="1807" y="2159"/>
                      <a:pt x="1808" y="2160"/>
                    </a:cubicBezTo>
                    <a:cubicBezTo>
                      <a:pt x="1809" y="2160"/>
                      <a:pt x="1810" y="2162"/>
                      <a:pt x="1810" y="2163"/>
                    </a:cubicBezTo>
                    <a:cubicBezTo>
                      <a:pt x="1810" y="2164"/>
                      <a:pt x="1809" y="2167"/>
                      <a:pt x="1811" y="2168"/>
                    </a:cubicBezTo>
                    <a:cubicBezTo>
                      <a:pt x="1812" y="2168"/>
                      <a:pt x="1813" y="2168"/>
                      <a:pt x="1814" y="2168"/>
                    </a:cubicBezTo>
                    <a:cubicBezTo>
                      <a:pt x="1815" y="2168"/>
                      <a:pt x="1816" y="2168"/>
                      <a:pt x="1817" y="2168"/>
                    </a:cubicBezTo>
                    <a:cubicBezTo>
                      <a:pt x="1818" y="2168"/>
                      <a:pt x="1818" y="2168"/>
                      <a:pt x="1819" y="2168"/>
                    </a:cubicBezTo>
                    <a:cubicBezTo>
                      <a:pt x="1820" y="2167"/>
                      <a:pt x="1821" y="2165"/>
                      <a:pt x="1822" y="2164"/>
                    </a:cubicBezTo>
                    <a:cubicBezTo>
                      <a:pt x="1823" y="2162"/>
                      <a:pt x="1823" y="2160"/>
                      <a:pt x="1822" y="2158"/>
                    </a:cubicBezTo>
                    <a:cubicBezTo>
                      <a:pt x="1821" y="2157"/>
                      <a:pt x="1820" y="2156"/>
                      <a:pt x="1820" y="2155"/>
                    </a:cubicBezTo>
                    <a:cubicBezTo>
                      <a:pt x="1822" y="2154"/>
                      <a:pt x="1823" y="2153"/>
                      <a:pt x="1825" y="2154"/>
                    </a:cubicBezTo>
                    <a:cubicBezTo>
                      <a:pt x="1826" y="2154"/>
                      <a:pt x="1828" y="2154"/>
                      <a:pt x="1828" y="2152"/>
                    </a:cubicBezTo>
                    <a:cubicBezTo>
                      <a:pt x="1829" y="2151"/>
                      <a:pt x="1829" y="2150"/>
                      <a:pt x="1831" y="2150"/>
                    </a:cubicBezTo>
                    <a:cubicBezTo>
                      <a:pt x="1832" y="2150"/>
                      <a:pt x="1833" y="2149"/>
                      <a:pt x="1835" y="2150"/>
                    </a:cubicBezTo>
                    <a:cubicBezTo>
                      <a:pt x="1835" y="2150"/>
                      <a:pt x="1836" y="2150"/>
                      <a:pt x="1836" y="2150"/>
                    </a:cubicBezTo>
                    <a:cubicBezTo>
                      <a:pt x="1837" y="2151"/>
                      <a:pt x="1838" y="2152"/>
                      <a:pt x="1839" y="2152"/>
                    </a:cubicBezTo>
                    <a:cubicBezTo>
                      <a:pt x="1841" y="2153"/>
                      <a:pt x="1843" y="2152"/>
                      <a:pt x="1845" y="2152"/>
                    </a:cubicBezTo>
                    <a:cubicBezTo>
                      <a:pt x="1847" y="2153"/>
                      <a:pt x="1849" y="2153"/>
                      <a:pt x="1850" y="2153"/>
                    </a:cubicBezTo>
                    <a:cubicBezTo>
                      <a:pt x="1851" y="2152"/>
                      <a:pt x="1851" y="2150"/>
                      <a:pt x="1851" y="2150"/>
                    </a:cubicBezTo>
                    <a:cubicBezTo>
                      <a:pt x="1852" y="2149"/>
                      <a:pt x="1854" y="2149"/>
                      <a:pt x="1855" y="2150"/>
                    </a:cubicBezTo>
                    <a:cubicBezTo>
                      <a:pt x="1857" y="2150"/>
                      <a:pt x="1858" y="2151"/>
                      <a:pt x="1860" y="2151"/>
                    </a:cubicBezTo>
                    <a:cubicBezTo>
                      <a:pt x="1861" y="2151"/>
                      <a:pt x="1863" y="2151"/>
                      <a:pt x="1864" y="2150"/>
                    </a:cubicBezTo>
                    <a:cubicBezTo>
                      <a:pt x="1865" y="2150"/>
                      <a:pt x="1864" y="2149"/>
                      <a:pt x="1865" y="2149"/>
                    </a:cubicBezTo>
                    <a:cubicBezTo>
                      <a:pt x="1865" y="2148"/>
                      <a:pt x="1865" y="2147"/>
                      <a:pt x="1866" y="2147"/>
                    </a:cubicBezTo>
                    <a:cubicBezTo>
                      <a:pt x="1867" y="2146"/>
                      <a:pt x="1868" y="2145"/>
                      <a:pt x="1870" y="2145"/>
                    </a:cubicBezTo>
                    <a:cubicBezTo>
                      <a:pt x="1871" y="2145"/>
                      <a:pt x="1871" y="2147"/>
                      <a:pt x="1872" y="2148"/>
                    </a:cubicBezTo>
                    <a:cubicBezTo>
                      <a:pt x="1873" y="2149"/>
                      <a:pt x="1874" y="2148"/>
                      <a:pt x="1875" y="2149"/>
                    </a:cubicBezTo>
                    <a:cubicBezTo>
                      <a:pt x="1877" y="2149"/>
                      <a:pt x="1876" y="2151"/>
                      <a:pt x="1877" y="2152"/>
                    </a:cubicBezTo>
                    <a:cubicBezTo>
                      <a:pt x="1878" y="2153"/>
                      <a:pt x="1880" y="2153"/>
                      <a:pt x="1881" y="2152"/>
                    </a:cubicBezTo>
                    <a:cubicBezTo>
                      <a:pt x="1882" y="2151"/>
                      <a:pt x="1881" y="2149"/>
                      <a:pt x="1882" y="2148"/>
                    </a:cubicBezTo>
                    <a:cubicBezTo>
                      <a:pt x="1883" y="2147"/>
                      <a:pt x="1885" y="2148"/>
                      <a:pt x="1886" y="2148"/>
                    </a:cubicBezTo>
                    <a:cubicBezTo>
                      <a:pt x="1888" y="2147"/>
                      <a:pt x="1888" y="2146"/>
                      <a:pt x="1888" y="2145"/>
                    </a:cubicBezTo>
                    <a:cubicBezTo>
                      <a:pt x="1890" y="2144"/>
                      <a:pt x="1892" y="2144"/>
                      <a:pt x="1893" y="2142"/>
                    </a:cubicBezTo>
                    <a:cubicBezTo>
                      <a:pt x="1895" y="2140"/>
                      <a:pt x="1894" y="2137"/>
                      <a:pt x="1891" y="2137"/>
                    </a:cubicBezTo>
                    <a:cubicBezTo>
                      <a:pt x="1890" y="2137"/>
                      <a:pt x="1889" y="2137"/>
                      <a:pt x="1889" y="2136"/>
                    </a:cubicBezTo>
                    <a:cubicBezTo>
                      <a:pt x="1889" y="2135"/>
                      <a:pt x="1889" y="2133"/>
                      <a:pt x="1889" y="2132"/>
                    </a:cubicBezTo>
                    <a:cubicBezTo>
                      <a:pt x="1890" y="2132"/>
                      <a:pt x="1890" y="2130"/>
                      <a:pt x="1891" y="2130"/>
                    </a:cubicBezTo>
                    <a:cubicBezTo>
                      <a:pt x="1892" y="2130"/>
                      <a:pt x="1892" y="2130"/>
                      <a:pt x="1893" y="2130"/>
                    </a:cubicBezTo>
                    <a:cubicBezTo>
                      <a:pt x="1896" y="2129"/>
                      <a:pt x="1896" y="2126"/>
                      <a:pt x="1894" y="2125"/>
                    </a:cubicBezTo>
                    <a:cubicBezTo>
                      <a:pt x="1892" y="2124"/>
                      <a:pt x="1890" y="2125"/>
                      <a:pt x="1888" y="2125"/>
                    </a:cubicBezTo>
                    <a:cubicBezTo>
                      <a:pt x="1886" y="2125"/>
                      <a:pt x="1883" y="2124"/>
                      <a:pt x="1881" y="2124"/>
                    </a:cubicBezTo>
                    <a:cubicBezTo>
                      <a:pt x="1879" y="2124"/>
                      <a:pt x="1877" y="2125"/>
                      <a:pt x="1876" y="2124"/>
                    </a:cubicBezTo>
                    <a:cubicBezTo>
                      <a:pt x="1874" y="2123"/>
                      <a:pt x="1875" y="2120"/>
                      <a:pt x="1877" y="2119"/>
                    </a:cubicBezTo>
                    <a:cubicBezTo>
                      <a:pt x="1878" y="2117"/>
                      <a:pt x="1880" y="2117"/>
                      <a:pt x="1883" y="2118"/>
                    </a:cubicBezTo>
                    <a:cubicBezTo>
                      <a:pt x="1885" y="2118"/>
                      <a:pt x="1888" y="2117"/>
                      <a:pt x="1890" y="2115"/>
                    </a:cubicBezTo>
                    <a:cubicBezTo>
                      <a:pt x="1891" y="2113"/>
                      <a:pt x="1893" y="2112"/>
                      <a:pt x="1895" y="2111"/>
                    </a:cubicBezTo>
                    <a:cubicBezTo>
                      <a:pt x="1897" y="2109"/>
                      <a:pt x="1898" y="2107"/>
                      <a:pt x="1900" y="2106"/>
                    </a:cubicBezTo>
                    <a:cubicBezTo>
                      <a:pt x="1902" y="2105"/>
                      <a:pt x="1904" y="2105"/>
                      <a:pt x="1905" y="2103"/>
                    </a:cubicBezTo>
                    <a:cubicBezTo>
                      <a:pt x="1905" y="2102"/>
                      <a:pt x="1905" y="2101"/>
                      <a:pt x="1905" y="2100"/>
                    </a:cubicBezTo>
                    <a:cubicBezTo>
                      <a:pt x="1906" y="2100"/>
                      <a:pt x="1907" y="2099"/>
                      <a:pt x="1907" y="2098"/>
                    </a:cubicBezTo>
                    <a:cubicBezTo>
                      <a:pt x="1909" y="2096"/>
                      <a:pt x="1909" y="2095"/>
                      <a:pt x="1909" y="2093"/>
                    </a:cubicBezTo>
                    <a:cubicBezTo>
                      <a:pt x="1911" y="2088"/>
                      <a:pt x="1916" y="2090"/>
                      <a:pt x="1920" y="2090"/>
                    </a:cubicBezTo>
                    <a:cubicBezTo>
                      <a:pt x="1922" y="2091"/>
                      <a:pt x="1923" y="2093"/>
                      <a:pt x="1924" y="2095"/>
                    </a:cubicBezTo>
                    <a:cubicBezTo>
                      <a:pt x="1927" y="2097"/>
                      <a:pt x="1929" y="2095"/>
                      <a:pt x="1932" y="2094"/>
                    </a:cubicBezTo>
                    <a:cubicBezTo>
                      <a:pt x="1932" y="2093"/>
                      <a:pt x="1934" y="2092"/>
                      <a:pt x="1935" y="2092"/>
                    </a:cubicBezTo>
                    <a:cubicBezTo>
                      <a:pt x="1936" y="2091"/>
                      <a:pt x="1938" y="2091"/>
                      <a:pt x="1939" y="2091"/>
                    </a:cubicBezTo>
                    <a:cubicBezTo>
                      <a:pt x="1941" y="2091"/>
                      <a:pt x="1942" y="2090"/>
                      <a:pt x="1944" y="2090"/>
                    </a:cubicBezTo>
                    <a:cubicBezTo>
                      <a:pt x="1946" y="2090"/>
                      <a:pt x="1946" y="2090"/>
                      <a:pt x="1946" y="2088"/>
                    </a:cubicBezTo>
                    <a:cubicBezTo>
                      <a:pt x="1946" y="2087"/>
                      <a:pt x="1946" y="2085"/>
                      <a:pt x="1947" y="2084"/>
                    </a:cubicBezTo>
                    <a:cubicBezTo>
                      <a:pt x="1948" y="2083"/>
                      <a:pt x="1950" y="2083"/>
                      <a:pt x="1951" y="2082"/>
                    </a:cubicBezTo>
                    <a:cubicBezTo>
                      <a:pt x="1952" y="2081"/>
                      <a:pt x="1951" y="2080"/>
                      <a:pt x="1952" y="2079"/>
                    </a:cubicBezTo>
                    <a:cubicBezTo>
                      <a:pt x="1952" y="2078"/>
                      <a:pt x="1954" y="2077"/>
                      <a:pt x="1955" y="2077"/>
                    </a:cubicBezTo>
                    <a:cubicBezTo>
                      <a:pt x="1958" y="2077"/>
                      <a:pt x="1960" y="2076"/>
                      <a:pt x="1960" y="2072"/>
                    </a:cubicBezTo>
                    <a:cubicBezTo>
                      <a:pt x="1959" y="2070"/>
                      <a:pt x="1960" y="2065"/>
                      <a:pt x="1963" y="2064"/>
                    </a:cubicBezTo>
                    <a:cubicBezTo>
                      <a:pt x="1965" y="2063"/>
                      <a:pt x="1967" y="2068"/>
                      <a:pt x="1970" y="2066"/>
                    </a:cubicBezTo>
                    <a:cubicBezTo>
                      <a:pt x="1971" y="2065"/>
                      <a:pt x="1971" y="2064"/>
                      <a:pt x="1973" y="2064"/>
                    </a:cubicBezTo>
                    <a:cubicBezTo>
                      <a:pt x="1974" y="2065"/>
                      <a:pt x="1975" y="2066"/>
                      <a:pt x="1976" y="2066"/>
                    </a:cubicBezTo>
                    <a:cubicBezTo>
                      <a:pt x="1979" y="2068"/>
                      <a:pt x="1980" y="2063"/>
                      <a:pt x="1984" y="2063"/>
                    </a:cubicBezTo>
                    <a:cubicBezTo>
                      <a:pt x="1985" y="2064"/>
                      <a:pt x="1985" y="2065"/>
                      <a:pt x="1985" y="2066"/>
                    </a:cubicBezTo>
                    <a:cubicBezTo>
                      <a:pt x="1986" y="2067"/>
                      <a:pt x="1987" y="2067"/>
                      <a:pt x="1988" y="2067"/>
                    </a:cubicBezTo>
                    <a:cubicBezTo>
                      <a:pt x="1993" y="2068"/>
                      <a:pt x="1992" y="2063"/>
                      <a:pt x="1993" y="2061"/>
                    </a:cubicBezTo>
                    <a:cubicBezTo>
                      <a:pt x="1994" y="2059"/>
                      <a:pt x="1994" y="2056"/>
                      <a:pt x="1994" y="2054"/>
                    </a:cubicBezTo>
                    <a:cubicBezTo>
                      <a:pt x="1993" y="2052"/>
                      <a:pt x="1993" y="2045"/>
                      <a:pt x="1996" y="2044"/>
                    </a:cubicBezTo>
                    <a:cubicBezTo>
                      <a:pt x="1997" y="2044"/>
                      <a:pt x="1998" y="2045"/>
                      <a:pt x="1999" y="2045"/>
                    </a:cubicBezTo>
                    <a:cubicBezTo>
                      <a:pt x="2001" y="2045"/>
                      <a:pt x="2002" y="2045"/>
                      <a:pt x="2004" y="2044"/>
                    </a:cubicBezTo>
                    <a:cubicBezTo>
                      <a:pt x="2003" y="2043"/>
                      <a:pt x="2005" y="2040"/>
                      <a:pt x="2006" y="2040"/>
                    </a:cubicBezTo>
                    <a:cubicBezTo>
                      <a:pt x="2008" y="2039"/>
                      <a:pt x="2009" y="2040"/>
                      <a:pt x="2010" y="2040"/>
                    </a:cubicBezTo>
                    <a:cubicBezTo>
                      <a:pt x="2012" y="2040"/>
                      <a:pt x="2013" y="2040"/>
                      <a:pt x="2015" y="2040"/>
                    </a:cubicBezTo>
                    <a:cubicBezTo>
                      <a:pt x="2016" y="2040"/>
                      <a:pt x="2018" y="2040"/>
                      <a:pt x="2019" y="2039"/>
                    </a:cubicBezTo>
                    <a:cubicBezTo>
                      <a:pt x="2020" y="2039"/>
                      <a:pt x="2020" y="2037"/>
                      <a:pt x="2021" y="2036"/>
                    </a:cubicBezTo>
                    <a:cubicBezTo>
                      <a:pt x="2023" y="2035"/>
                      <a:pt x="2025" y="2035"/>
                      <a:pt x="2027" y="2035"/>
                    </a:cubicBezTo>
                    <a:cubicBezTo>
                      <a:pt x="2030" y="2036"/>
                      <a:pt x="2030" y="2039"/>
                      <a:pt x="2033" y="2041"/>
                    </a:cubicBezTo>
                    <a:cubicBezTo>
                      <a:pt x="2034" y="2041"/>
                      <a:pt x="2036" y="2041"/>
                      <a:pt x="2036" y="2040"/>
                    </a:cubicBezTo>
                    <a:cubicBezTo>
                      <a:pt x="2036" y="2038"/>
                      <a:pt x="2035" y="2036"/>
                      <a:pt x="2035" y="2034"/>
                    </a:cubicBezTo>
                    <a:cubicBezTo>
                      <a:pt x="2035" y="2033"/>
                      <a:pt x="2035" y="2031"/>
                      <a:pt x="2036" y="2030"/>
                    </a:cubicBezTo>
                    <a:cubicBezTo>
                      <a:pt x="2038" y="2030"/>
                      <a:pt x="2039" y="2030"/>
                      <a:pt x="2041" y="2031"/>
                    </a:cubicBezTo>
                    <a:cubicBezTo>
                      <a:pt x="2042" y="2031"/>
                      <a:pt x="2044" y="2031"/>
                      <a:pt x="2044" y="2030"/>
                    </a:cubicBezTo>
                    <a:cubicBezTo>
                      <a:pt x="2045" y="2029"/>
                      <a:pt x="2045" y="2028"/>
                      <a:pt x="2047" y="2027"/>
                    </a:cubicBezTo>
                    <a:cubicBezTo>
                      <a:pt x="2048" y="2026"/>
                      <a:pt x="2048" y="2026"/>
                      <a:pt x="2049" y="2025"/>
                    </a:cubicBezTo>
                    <a:cubicBezTo>
                      <a:pt x="2052" y="2022"/>
                      <a:pt x="2056" y="2021"/>
                      <a:pt x="2060" y="2021"/>
                    </a:cubicBezTo>
                    <a:cubicBezTo>
                      <a:pt x="2062" y="2021"/>
                      <a:pt x="2064" y="2021"/>
                      <a:pt x="2066" y="2022"/>
                    </a:cubicBezTo>
                    <a:cubicBezTo>
                      <a:pt x="2068" y="2022"/>
                      <a:pt x="2070" y="2022"/>
                      <a:pt x="2072" y="2022"/>
                    </a:cubicBezTo>
                    <a:cubicBezTo>
                      <a:pt x="2075" y="2022"/>
                      <a:pt x="2079" y="2022"/>
                      <a:pt x="2080" y="2018"/>
                    </a:cubicBezTo>
                    <a:cubicBezTo>
                      <a:pt x="2080" y="2018"/>
                      <a:pt x="2080" y="2018"/>
                      <a:pt x="2081" y="2017"/>
                    </a:cubicBezTo>
                    <a:cubicBezTo>
                      <a:pt x="2075" y="1979"/>
                      <a:pt x="2075" y="1979"/>
                      <a:pt x="2075" y="1979"/>
                    </a:cubicBezTo>
                    <a:cubicBezTo>
                      <a:pt x="2118" y="1948"/>
                      <a:pt x="2118" y="1948"/>
                      <a:pt x="2118" y="1948"/>
                    </a:cubicBezTo>
                    <a:cubicBezTo>
                      <a:pt x="2113" y="1921"/>
                      <a:pt x="2113" y="1921"/>
                      <a:pt x="2113" y="1921"/>
                    </a:cubicBezTo>
                    <a:cubicBezTo>
                      <a:pt x="2069" y="1917"/>
                      <a:pt x="2069" y="1917"/>
                      <a:pt x="2069" y="1917"/>
                    </a:cubicBezTo>
                    <a:cubicBezTo>
                      <a:pt x="2061" y="1927"/>
                      <a:pt x="2061" y="1927"/>
                      <a:pt x="2061" y="1927"/>
                    </a:cubicBezTo>
                    <a:cubicBezTo>
                      <a:pt x="2008" y="1910"/>
                      <a:pt x="2008" y="1910"/>
                      <a:pt x="2008" y="1910"/>
                    </a:cubicBezTo>
                    <a:cubicBezTo>
                      <a:pt x="1983" y="1878"/>
                      <a:pt x="1983" y="1878"/>
                      <a:pt x="1983" y="1878"/>
                    </a:cubicBezTo>
                    <a:cubicBezTo>
                      <a:pt x="1974" y="1840"/>
                      <a:pt x="1974" y="1840"/>
                      <a:pt x="1974" y="1840"/>
                    </a:cubicBezTo>
                    <a:cubicBezTo>
                      <a:pt x="1983" y="1833"/>
                      <a:pt x="1983" y="1833"/>
                      <a:pt x="1983" y="1833"/>
                    </a:cubicBezTo>
                    <a:cubicBezTo>
                      <a:pt x="1970" y="1799"/>
                      <a:pt x="1970" y="1799"/>
                      <a:pt x="1970" y="1799"/>
                    </a:cubicBezTo>
                    <a:cubicBezTo>
                      <a:pt x="2001" y="1763"/>
                      <a:pt x="2001" y="1763"/>
                      <a:pt x="2001" y="1763"/>
                    </a:cubicBezTo>
                    <a:cubicBezTo>
                      <a:pt x="2017" y="1763"/>
                      <a:pt x="2017" y="1763"/>
                      <a:pt x="2017" y="1763"/>
                    </a:cubicBezTo>
                    <a:cubicBezTo>
                      <a:pt x="2002" y="1723"/>
                      <a:pt x="2002" y="1723"/>
                      <a:pt x="2002" y="1723"/>
                    </a:cubicBezTo>
                    <a:cubicBezTo>
                      <a:pt x="1969" y="1711"/>
                      <a:pt x="1969" y="1711"/>
                      <a:pt x="1969" y="1711"/>
                    </a:cubicBezTo>
                    <a:cubicBezTo>
                      <a:pt x="1955" y="1687"/>
                      <a:pt x="1955" y="1687"/>
                      <a:pt x="1955" y="1687"/>
                    </a:cubicBezTo>
                    <a:cubicBezTo>
                      <a:pt x="1969" y="1673"/>
                      <a:pt x="1969" y="1673"/>
                      <a:pt x="1969" y="1673"/>
                    </a:cubicBezTo>
                    <a:cubicBezTo>
                      <a:pt x="1950" y="1668"/>
                      <a:pt x="1950" y="1668"/>
                      <a:pt x="1950" y="1668"/>
                    </a:cubicBezTo>
                    <a:cubicBezTo>
                      <a:pt x="1948" y="1650"/>
                      <a:pt x="1948" y="1650"/>
                      <a:pt x="1948" y="1650"/>
                    </a:cubicBezTo>
                    <a:cubicBezTo>
                      <a:pt x="1975" y="1633"/>
                      <a:pt x="1975" y="1633"/>
                      <a:pt x="1975" y="1633"/>
                    </a:cubicBezTo>
                    <a:cubicBezTo>
                      <a:pt x="1992" y="1649"/>
                      <a:pt x="1992" y="1649"/>
                      <a:pt x="1992" y="1649"/>
                    </a:cubicBezTo>
                    <a:cubicBezTo>
                      <a:pt x="2005" y="1636"/>
                      <a:pt x="2005" y="1636"/>
                      <a:pt x="2005" y="1636"/>
                    </a:cubicBezTo>
                    <a:cubicBezTo>
                      <a:pt x="2053" y="1626"/>
                      <a:pt x="2053" y="1626"/>
                      <a:pt x="2053" y="1626"/>
                    </a:cubicBezTo>
                    <a:cubicBezTo>
                      <a:pt x="2047" y="1600"/>
                      <a:pt x="2047" y="1600"/>
                      <a:pt x="2047" y="1600"/>
                    </a:cubicBezTo>
                    <a:cubicBezTo>
                      <a:pt x="2068" y="1577"/>
                      <a:pt x="2068" y="1577"/>
                      <a:pt x="2068" y="1577"/>
                    </a:cubicBezTo>
                    <a:cubicBezTo>
                      <a:pt x="2029" y="1535"/>
                      <a:pt x="2029" y="1535"/>
                      <a:pt x="2029" y="1535"/>
                    </a:cubicBezTo>
                    <a:cubicBezTo>
                      <a:pt x="2037" y="1517"/>
                      <a:pt x="2037" y="1517"/>
                      <a:pt x="2037" y="1517"/>
                    </a:cubicBezTo>
                    <a:cubicBezTo>
                      <a:pt x="2020" y="1510"/>
                      <a:pt x="2020" y="1510"/>
                      <a:pt x="2020" y="1510"/>
                    </a:cubicBezTo>
                    <a:cubicBezTo>
                      <a:pt x="2005" y="1476"/>
                      <a:pt x="2005" y="1476"/>
                      <a:pt x="2005" y="1476"/>
                    </a:cubicBezTo>
                    <a:cubicBezTo>
                      <a:pt x="2047" y="1457"/>
                      <a:pt x="2047" y="1457"/>
                      <a:pt x="2047" y="1457"/>
                    </a:cubicBezTo>
                    <a:cubicBezTo>
                      <a:pt x="2058" y="1433"/>
                      <a:pt x="2058" y="1433"/>
                      <a:pt x="2058" y="1433"/>
                    </a:cubicBezTo>
                    <a:cubicBezTo>
                      <a:pt x="2043" y="1404"/>
                      <a:pt x="2043" y="1404"/>
                      <a:pt x="2043" y="1404"/>
                    </a:cubicBezTo>
                    <a:cubicBezTo>
                      <a:pt x="2032" y="1404"/>
                      <a:pt x="2032" y="1404"/>
                      <a:pt x="2032" y="1404"/>
                    </a:cubicBezTo>
                    <a:cubicBezTo>
                      <a:pt x="2033" y="1383"/>
                      <a:pt x="2033" y="1383"/>
                      <a:pt x="2033" y="1383"/>
                    </a:cubicBezTo>
                    <a:cubicBezTo>
                      <a:pt x="2020" y="1376"/>
                      <a:pt x="2020" y="1376"/>
                      <a:pt x="2020" y="1376"/>
                    </a:cubicBezTo>
                    <a:cubicBezTo>
                      <a:pt x="2022" y="1357"/>
                      <a:pt x="2022" y="1357"/>
                      <a:pt x="2022" y="1357"/>
                    </a:cubicBezTo>
                    <a:cubicBezTo>
                      <a:pt x="2039" y="1337"/>
                      <a:pt x="2039" y="1337"/>
                      <a:pt x="2039" y="1337"/>
                    </a:cubicBezTo>
                    <a:cubicBezTo>
                      <a:pt x="2029" y="1320"/>
                      <a:pt x="2029" y="1320"/>
                      <a:pt x="2029" y="1320"/>
                    </a:cubicBezTo>
                    <a:cubicBezTo>
                      <a:pt x="2019" y="1319"/>
                      <a:pt x="2009" y="1317"/>
                      <a:pt x="1999" y="1315"/>
                    </a:cubicBezTo>
                    <a:cubicBezTo>
                      <a:pt x="1993" y="1313"/>
                      <a:pt x="1988" y="1313"/>
                      <a:pt x="1983" y="1314"/>
                    </a:cubicBezTo>
                    <a:cubicBezTo>
                      <a:pt x="1978" y="1315"/>
                      <a:pt x="1973" y="1317"/>
                      <a:pt x="1969" y="1318"/>
                    </a:cubicBezTo>
                    <a:cubicBezTo>
                      <a:pt x="1964" y="1319"/>
                      <a:pt x="1959" y="1319"/>
                      <a:pt x="1953" y="1319"/>
                    </a:cubicBezTo>
                    <a:cubicBezTo>
                      <a:pt x="1949" y="1319"/>
                      <a:pt x="1943" y="1318"/>
                      <a:pt x="1939" y="1319"/>
                    </a:cubicBezTo>
                    <a:cubicBezTo>
                      <a:pt x="1934" y="1321"/>
                      <a:pt x="1929" y="1324"/>
                      <a:pt x="1926" y="1328"/>
                    </a:cubicBezTo>
                    <a:cubicBezTo>
                      <a:pt x="1938" y="1344"/>
                      <a:pt x="1938" y="1344"/>
                      <a:pt x="1938" y="1344"/>
                    </a:cubicBezTo>
                    <a:cubicBezTo>
                      <a:pt x="1922" y="1346"/>
                      <a:pt x="1906" y="1360"/>
                      <a:pt x="1906" y="1360"/>
                    </a:cubicBezTo>
                    <a:cubicBezTo>
                      <a:pt x="1887" y="1353"/>
                      <a:pt x="1887" y="1353"/>
                      <a:pt x="1887" y="1353"/>
                    </a:cubicBezTo>
                    <a:cubicBezTo>
                      <a:pt x="1860" y="1361"/>
                      <a:pt x="1860" y="1361"/>
                      <a:pt x="1860" y="1361"/>
                    </a:cubicBezTo>
                    <a:cubicBezTo>
                      <a:pt x="1860" y="1343"/>
                      <a:pt x="1860" y="1343"/>
                      <a:pt x="1860" y="1343"/>
                    </a:cubicBezTo>
                    <a:cubicBezTo>
                      <a:pt x="1887" y="1334"/>
                      <a:pt x="1887" y="1334"/>
                      <a:pt x="1887" y="1334"/>
                    </a:cubicBezTo>
                    <a:cubicBezTo>
                      <a:pt x="1887" y="1322"/>
                      <a:pt x="1887" y="1322"/>
                      <a:pt x="1887" y="1322"/>
                    </a:cubicBezTo>
                    <a:cubicBezTo>
                      <a:pt x="1904" y="1304"/>
                      <a:pt x="1904" y="1304"/>
                      <a:pt x="1904" y="1304"/>
                    </a:cubicBezTo>
                    <a:cubicBezTo>
                      <a:pt x="1886" y="1291"/>
                      <a:pt x="1886" y="1291"/>
                      <a:pt x="1886" y="1291"/>
                    </a:cubicBezTo>
                    <a:cubicBezTo>
                      <a:pt x="1886" y="1279"/>
                      <a:pt x="1886" y="1279"/>
                      <a:pt x="1886" y="1279"/>
                    </a:cubicBezTo>
                    <a:cubicBezTo>
                      <a:pt x="1914" y="1264"/>
                      <a:pt x="1914" y="1264"/>
                      <a:pt x="1914" y="1264"/>
                    </a:cubicBezTo>
                    <a:cubicBezTo>
                      <a:pt x="1917" y="1242"/>
                      <a:pt x="1917" y="1242"/>
                      <a:pt x="1917" y="1242"/>
                    </a:cubicBezTo>
                    <a:cubicBezTo>
                      <a:pt x="1934" y="1222"/>
                      <a:pt x="1982" y="1203"/>
                      <a:pt x="1982" y="1203"/>
                    </a:cubicBezTo>
                    <a:cubicBezTo>
                      <a:pt x="1980" y="1193"/>
                      <a:pt x="1980" y="1193"/>
                      <a:pt x="1980" y="1193"/>
                    </a:cubicBezTo>
                    <a:cubicBezTo>
                      <a:pt x="1988" y="1176"/>
                      <a:pt x="1988" y="1176"/>
                      <a:pt x="1988" y="1176"/>
                    </a:cubicBezTo>
                    <a:cubicBezTo>
                      <a:pt x="1993" y="1159"/>
                      <a:pt x="1993" y="1159"/>
                      <a:pt x="1993" y="1159"/>
                    </a:cubicBezTo>
                    <a:cubicBezTo>
                      <a:pt x="2034" y="1157"/>
                      <a:pt x="2034" y="1157"/>
                      <a:pt x="2034" y="1157"/>
                    </a:cubicBezTo>
                    <a:cubicBezTo>
                      <a:pt x="2038" y="1136"/>
                      <a:pt x="2038" y="1136"/>
                      <a:pt x="2038" y="1136"/>
                    </a:cubicBezTo>
                    <a:cubicBezTo>
                      <a:pt x="2060" y="1131"/>
                      <a:pt x="2060" y="1131"/>
                      <a:pt x="2060" y="1131"/>
                    </a:cubicBezTo>
                    <a:cubicBezTo>
                      <a:pt x="2087" y="1100"/>
                      <a:pt x="2115" y="1085"/>
                      <a:pt x="2115" y="1085"/>
                    </a:cubicBezTo>
                    <a:cubicBezTo>
                      <a:pt x="2113" y="1071"/>
                      <a:pt x="2113" y="1071"/>
                      <a:pt x="2113" y="1071"/>
                    </a:cubicBezTo>
                    <a:cubicBezTo>
                      <a:pt x="2094" y="1070"/>
                      <a:pt x="2094" y="1070"/>
                      <a:pt x="2094" y="1070"/>
                    </a:cubicBezTo>
                    <a:cubicBezTo>
                      <a:pt x="2109" y="1039"/>
                      <a:pt x="2109" y="1039"/>
                      <a:pt x="2109" y="1039"/>
                    </a:cubicBezTo>
                    <a:cubicBezTo>
                      <a:pt x="2137" y="1044"/>
                      <a:pt x="2137" y="1044"/>
                      <a:pt x="2137" y="1044"/>
                    </a:cubicBezTo>
                    <a:cubicBezTo>
                      <a:pt x="2135" y="1055"/>
                      <a:pt x="2135" y="1055"/>
                      <a:pt x="2135" y="1055"/>
                    </a:cubicBezTo>
                    <a:cubicBezTo>
                      <a:pt x="2158" y="1062"/>
                      <a:pt x="2158" y="1062"/>
                      <a:pt x="2158" y="1062"/>
                    </a:cubicBezTo>
                    <a:cubicBezTo>
                      <a:pt x="2189" y="1060"/>
                      <a:pt x="2189" y="1060"/>
                      <a:pt x="2189" y="1060"/>
                    </a:cubicBezTo>
                    <a:cubicBezTo>
                      <a:pt x="2207" y="1048"/>
                      <a:pt x="2207" y="1048"/>
                      <a:pt x="2207" y="1048"/>
                    </a:cubicBezTo>
                    <a:cubicBezTo>
                      <a:pt x="2201" y="1043"/>
                      <a:pt x="2201" y="1043"/>
                      <a:pt x="2201" y="1043"/>
                    </a:cubicBezTo>
                    <a:cubicBezTo>
                      <a:pt x="2217" y="1019"/>
                      <a:pt x="2217" y="1019"/>
                      <a:pt x="2217" y="1019"/>
                    </a:cubicBezTo>
                    <a:cubicBezTo>
                      <a:pt x="2217" y="1016"/>
                      <a:pt x="2217" y="1016"/>
                      <a:pt x="2217" y="1016"/>
                    </a:cubicBezTo>
                    <a:cubicBezTo>
                      <a:pt x="2216" y="1003"/>
                      <a:pt x="2216" y="1003"/>
                      <a:pt x="2216" y="1003"/>
                    </a:cubicBezTo>
                    <a:cubicBezTo>
                      <a:pt x="2225" y="999"/>
                      <a:pt x="2225" y="999"/>
                      <a:pt x="2225" y="999"/>
                    </a:cubicBezTo>
                    <a:cubicBezTo>
                      <a:pt x="2222" y="986"/>
                      <a:pt x="2222" y="986"/>
                      <a:pt x="2222" y="986"/>
                    </a:cubicBezTo>
                    <a:cubicBezTo>
                      <a:pt x="2225" y="957"/>
                      <a:pt x="2243" y="951"/>
                      <a:pt x="2243" y="951"/>
                    </a:cubicBezTo>
                    <a:cubicBezTo>
                      <a:pt x="2242" y="905"/>
                      <a:pt x="2242" y="905"/>
                      <a:pt x="2242" y="905"/>
                    </a:cubicBezTo>
                    <a:cubicBezTo>
                      <a:pt x="2260" y="888"/>
                      <a:pt x="2260" y="888"/>
                      <a:pt x="2260" y="888"/>
                    </a:cubicBezTo>
                    <a:cubicBezTo>
                      <a:pt x="2261" y="871"/>
                      <a:pt x="2261" y="871"/>
                      <a:pt x="2261" y="871"/>
                    </a:cubicBezTo>
                    <a:cubicBezTo>
                      <a:pt x="2283" y="855"/>
                      <a:pt x="2283" y="855"/>
                      <a:pt x="2283" y="855"/>
                    </a:cubicBezTo>
                    <a:cubicBezTo>
                      <a:pt x="2288" y="826"/>
                      <a:pt x="2288" y="826"/>
                      <a:pt x="2288" y="826"/>
                    </a:cubicBezTo>
                    <a:cubicBezTo>
                      <a:pt x="2305" y="790"/>
                      <a:pt x="2305" y="790"/>
                      <a:pt x="2305" y="790"/>
                    </a:cubicBezTo>
                    <a:cubicBezTo>
                      <a:pt x="2338" y="743"/>
                      <a:pt x="2338" y="743"/>
                      <a:pt x="2338" y="743"/>
                    </a:cubicBezTo>
                    <a:cubicBezTo>
                      <a:pt x="2353" y="743"/>
                      <a:pt x="2353" y="743"/>
                      <a:pt x="2353" y="743"/>
                    </a:cubicBezTo>
                    <a:cubicBezTo>
                      <a:pt x="2366" y="716"/>
                      <a:pt x="2366" y="716"/>
                      <a:pt x="2366" y="716"/>
                    </a:cubicBezTo>
                    <a:cubicBezTo>
                      <a:pt x="2394" y="692"/>
                      <a:pt x="2394" y="692"/>
                      <a:pt x="2394" y="692"/>
                    </a:cubicBezTo>
                    <a:lnTo>
                      <a:pt x="2382" y="681"/>
                    </a:lnTo>
                    <a:close/>
                    <a:moveTo>
                      <a:pt x="1305" y="2002"/>
                    </a:moveTo>
                    <a:cubicBezTo>
                      <a:pt x="1303" y="2003"/>
                      <a:pt x="1301" y="2003"/>
                      <a:pt x="1299" y="2003"/>
                    </a:cubicBezTo>
                    <a:cubicBezTo>
                      <a:pt x="1298" y="2003"/>
                      <a:pt x="1296" y="2004"/>
                      <a:pt x="1295" y="2004"/>
                    </a:cubicBezTo>
                    <a:cubicBezTo>
                      <a:pt x="1293" y="2005"/>
                      <a:pt x="1291" y="2006"/>
                      <a:pt x="1290" y="2007"/>
                    </a:cubicBezTo>
                    <a:cubicBezTo>
                      <a:pt x="1289" y="2008"/>
                      <a:pt x="1288" y="2010"/>
                      <a:pt x="1287" y="2011"/>
                    </a:cubicBezTo>
                    <a:cubicBezTo>
                      <a:pt x="1286" y="2012"/>
                      <a:pt x="1285" y="2013"/>
                      <a:pt x="1284" y="2014"/>
                    </a:cubicBezTo>
                    <a:cubicBezTo>
                      <a:pt x="1283" y="2015"/>
                      <a:pt x="1281" y="2015"/>
                      <a:pt x="1279" y="2016"/>
                    </a:cubicBezTo>
                    <a:cubicBezTo>
                      <a:pt x="1277" y="2016"/>
                      <a:pt x="1275" y="2017"/>
                      <a:pt x="1273" y="2017"/>
                    </a:cubicBezTo>
                    <a:cubicBezTo>
                      <a:pt x="1272" y="2017"/>
                      <a:pt x="1269" y="2018"/>
                      <a:pt x="1268" y="2016"/>
                    </a:cubicBezTo>
                    <a:cubicBezTo>
                      <a:pt x="1268" y="2015"/>
                      <a:pt x="1269" y="2013"/>
                      <a:pt x="1269" y="2012"/>
                    </a:cubicBezTo>
                    <a:cubicBezTo>
                      <a:pt x="1271" y="2008"/>
                      <a:pt x="1273" y="2004"/>
                      <a:pt x="1278" y="2002"/>
                    </a:cubicBezTo>
                    <a:cubicBezTo>
                      <a:pt x="1280" y="2001"/>
                      <a:pt x="1282" y="2001"/>
                      <a:pt x="1285" y="2000"/>
                    </a:cubicBezTo>
                    <a:cubicBezTo>
                      <a:pt x="1287" y="2000"/>
                      <a:pt x="1289" y="2000"/>
                      <a:pt x="1290" y="1998"/>
                    </a:cubicBezTo>
                    <a:cubicBezTo>
                      <a:pt x="1291" y="1997"/>
                      <a:pt x="1291" y="1995"/>
                      <a:pt x="1292" y="1994"/>
                    </a:cubicBezTo>
                    <a:cubicBezTo>
                      <a:pt x="1293" y="1993"/>
                      <a:pt x="1295" y="1992"/>
                      <a:pt x="1297" y="1991"/>
                    </a:cubicBezTo>
                    <a:cubicBezTo>
                      <a:pt x="1299" y="1991"/>
                      <a:pt x="1301" y="1990"/>
                      <a:pt x="1303" y="1991"/>
                    </a:cubicBezTo>
                    <a:cubicBezTo>
                      <a:pt x="1305" y="1991"/>
                      <a:pt x="1306" y="1992"/>
                      <a:pt x="1307" y="1994"/>
                    </a:cubicBezTo>
                    <a:cubicBezTo>
                      <a:pt x="1307" y="1995"/>
                      <a:pt x="1308" y="1996"/>
                      <a:pt x="1310" y="1996"/>
                    </a:cubicBezTo>
                    <a:cubicBezTo>
                      <a:pt x="1311" y="1996"/>
                      <a:pt x="1312" y="1996"/>
                      <a:pt x="1312" y="1998"/>
                    </a:cubicBezTo>
                    <a:cubicBezTo>
                      <a:pt x="1313" y="2001"/>
                      <a:pt x="1307" y="2002"/>
                      <a:pt x="1305" y="2002"/>
                    </a:cubicBezTo>
                    <a:close/>
                    <a:moveTo>
                      <a:pt x="1394" y="1973"/>
                    </a:moveTo>
                    <a:cubicBezTo>
                      <a:pt x="1393" y="1975"/>
                      <a:pt x="1391" y="1975"/>
                      <a:pt x="1388" y="1975"/>
                    </a:cubicBezTo>
                    <a:cubicBezTo>
                      <a:pt x="1386" y="1975"/>
                      <a:pt x="1384" y="1975"/>
                      <a:pt x="1381" y="1975"/>
                    </a:cubicBezTo>
                    <a:cubicBezTo>
                      <a:pt x="1378" y="1976"/>
                      <a:pt x="1375" y="1977"/>
                      <a:pt x="1373" y="1977"/>
                    </a:cubicBezTo>
                    <a:cubicBezTo>
                      <a:pt x="1371" y="1977"/>
                      <a:pt x="1369" y="1978"/>
                      <a:pt x="1367" y="1978"/>
                    </a:cubicBezTo>
                    <a:cubicBezTo>
                      <a:pt x="1364" y="1980"/>
                      <a:pt x="1360" y="1981"/>
                      <a:pt x="1357" y="1983"/>
                    </a:cubicBezTo>
                    <a:cubicBezTo>
                      <a:pt x="1356" y="1984"/>
                      <a:pt x="1355" y="1984"/>
                      <a:pt x="1353" y="1985"/>
                    </a:cubicBezTo>
                    <a:cubicBezTo>
                      <a:pt x="1352" y="1985"/>
                      <a:pt x="1350" y="1986"/>
                      <a:pt x="1348" y="1986"/>
                    </a:cubicBezTo>
                    <a:cubicBezTo>
                      <a:pt x="1347" y="1987"/>
                      <a:pt x="1346" y="1987"/>
                      <a:pt x="1345" y="1987"/>
                    </a:cubicBezTo>
                    <a:cubicBezTo>
                      <a:pt x="1343" y="1988"/>
                      <a:pt x="1341" y="1988"/>
                      <a:pt x="1339" y="1989"/>
                    </a:cubicBezTo>
                    <a:cubicBezTo>
                      <a:pt x="1337" y="1991"/>
                      <a:pt x="1334" y="1991"/>
                      <a:pt x="1332" y="1992"/>
                    </a:cubicBezTo>
                    <a:cubicBezTo>
                      <a:pt x="1330" y="1992"/>
                      <a:pt x="1330" y="1991"/>
                      <a:pt x="1330" y="1989"/>
                    </a:cubicBezTo>
                    <a:cubicBezTo>
                      <a:pt x="1331" y="1984"/>
                      <a:pt x="1338" y="1984"/>
                      <a:pt x="1342" y="1983"/>
                    </a:cubicBezTo>
                    <a:cubicBezTo>
                      <a:pt x="1348" y="1981"/>
                      <a:pt x="1353" y="1979"/>
                      <a:pt x="1359" y="1977"/>
                    </a:cubicBezTo>
                    <a:cubicBezTo>
                      <a:pt x="1361" y="1976"/>
                      <a:pt x="1364" y="1975"/>
                      <a:pt x="1367" y="1973"/>
                    </a:cubicBezTo>
                    <a:cubicBezTo>
                      <a:pt x="1369" y="1972"/>
                      <a:pt x="1370" y="1970"/>
                      <a:pt x="1371" y="1969"/>
                    </a:cubicBezTo>
                    <a:cubicBezTo>
                      <a:pt x="1375" y="1966"/>
                      <a:pt x="1381" y="1967"/>
                      <a:pt x="1386" y="1965"/>
                    </a:cubicBezTo>
                    <a:cubicBezTo>
                      <a:pt x="1387" y="1965"/>
                      <a:pt x="1389" y="1964"/>
                      <a:pt x="1391" y="1965"/>
                    </a:cubicBezTo>
                    <a:cubicBezTo>
                      <a:pt x="1392" y="1965"/>
                      <a:pt x="1392" y="1967"/>
                      <a:pt x="1393" y="1968"/>
                    </a:cubicBezTo>
                    <a:cubicBezTo>
                      <a:pt x="1394" y="1969"/>
                      <a:pt x="1395" y="1969"/>
                      <a:pt x="1395" y="1970"/>
                    </a:cubicBezTo>
                    <a:cubicBezTo>
                      <a:pt x="1396" y="1971"/>
                      <a:pt x="1395" y="1972"/>
                      <a:pt x="1394" y="1973"/>
                    </a:cubicBezTo>
                    <a:close/>
                    <a:moveTo>
                      <a:pt x="1819" y="1983"/>
                    </a:moveTo>
                    <a:cubicBezTo>
                      <a:pt x="1819" y="1985"/>
                      <a:pt x="1817" y="1988"/>
                      <a:pt x="1815" y="1989"/>
                    </a:cubicBezTo>
                    <a:cubicBezTo>
                      <a:pt x="1813" y="1990"/>
                      <a:pt x="1811" y="1989"/>
                      <a:pt x="1809" y="1991"/>
                    </a:cubicBezTo>
                    <a:cubicBezTo>
                      <a:pt x="1807" y="1991"/>
                      <a:pt x="1807" y="1993"/>
                      <a:pt x="1806" y="1994"/>
                    </a:cubicBezTo>
                    <a:cubicBezTo>
                      <a:pt x="1802" y="1997"/>
                      <a:pt x="1798" y="1997"/>
                      <a:pt x="1795" y="1997"/>
                    </a:cubicBezTo>
                    <a:cubicBezTo>
                      <a:pt x="1794" y="1997"/>
                      <a:pt x="1790" y="1997"/>
                      <a:pt x="1790" y="1996"/>
                    </a:cubicBezTo>
                    <a:cubicBezTo>
                      <a:pt x="1788" y="1995"/>
                      <a:pt x="1790" y="1993"/>
                      <a:pt x="1791" y="1993"/>
                    </a:cubicBezTo>
                    <a:cubicBezTo>
                      <a:pt x="1794" y="1992"/>
                      <a:pt x="1797" y="1991"/>
                      <a:pt x="1798" y="1989"/>
                    </a:cubicBezTo>
                    <a:cubicBezTo>
                      <a:pt x="1799" y="1988"/>
                      <a:pt x="1799" y="1987"/>
                      <a:pt x="1800" y="1986"/>
                    </a:cubicBezTo>
                    <a:cubicBezTo>
                      <a:pt x="1800" y="1985"/>
                      <a:pt x="1802" y="1984"/>
                      <a:pt x="1803" y="1984"/>
                    </a:cubicBezTo>
                    <a:cubicBezTo>
                      <a:pt x="1805" y="1982"/>
                      <a:pt x="1807" y="1983"/>
                      <a:pt x="1809" y="1982"/>
                    </a:cubicBezTo>
                    <a:cubicBezTo>
                      <a:pt x="1812" y="1981"/>
                      <a:pt x="1820" y="1976"/>
                      <a:pt x="1819" y="198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9" name="Freeform 1998">
                <a:extLst>
                  <a:ext uri="{FF2B5EF4-FFF2-40B4-BE49-F238E27FC236}">
                    <a16:creationId xmlns:a16="http://schemas.microsoft.com/office/drawing/2014/main" id="{0BE21FB9-AFB0-9242-80E1-AA79923B63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39" y="3216"/>
                <a:ext cx="393" cy="529"/>
              </a:xfrm>
              <a:custGeom>
                <a:avLst/>
                <a:gdLst>
                  <a:gd name="T0" fmla="*/ 874 w 967"/>
                  <a:gd name="T1" fmla="*/ 121 h 1301"/>
                  <a:gd name="T2" fmla="*/ 749 w 967"/>
                  <a:gd name="T3" fmla="*/ 131 h 1301"/>
                  <a:gd name="T4" fmla="*/ 601 w 967"/>
                  <a:gd name="T5" fmla="*/ 85 h 1301"/>
                  <a:gd name="T6" fmla="*/ 565 w 967"/>
                  <a:gd name="T7" fmla="*/ 5 h 1301"/>
                  <a:gd name="T8" fmla="*/ 465 w 967"/>
                  <a:gd name="T9" fmla="*/ 37 h 1301"/>
                  <a:gd name="T10" fmla="*/ 455 w 967"/>
                  <a:gd name="T11" fmla="*/ 80 h 1301"/>
                  <a:gd name="T12" fmla="*/ 455 w 967"/>
                  <a:gd name="T13" fmla="*/ 111 h 1301"/>
                  <a:gd name="T14" fmla="*/ 450 w 967"/>
                  <a:gd name="T15" fmla="*/ 140 h 1301"/>
                  <a:gd name="T16" fmla="*/ 441 w 967"/>
                  <a:gd name="T17" fmla="*/ 227 h 1301"/>
                  <a:gd name="T18" fmla="*/ 415 w 967"/>
                  <a:gd name="T19" fmla="*/ 283 h 1301"/>
                  <a:gd name="T20" fmla="*/ 385 w 967"/>
                  <a:gd name="T21" fmla="*/ 335 h 1301"/>
                  <a:gd name="T22" fmla="*/ 401 w 967"/>
                  <a:gd name="T23" fmla="*/ 318 h 1301"/>
                  <a:gd name="T24" fmla="*/ 405 w 967"/>
                  <a:gd name="T25" fmla="*/ 334 h 1301"/>
                  <a:gd name="T26" fmla="*/ 367 w 967"/>
                  <a:gd name="T27" fmla="*/ 371 h 1301"/>
                  <a:gd name="T28" fmla="*/ 343 w 967"/>
                  <a:gd name="T29" fmla="*/ 398 h 1301"/>
                  <a:gd name="T30" fmla="*/ 313 w 967"/>
                  <a:gd name="T31" fmla="*/ 461 h 1301"/>
                  <a:gd name="T32" fmla="*/ 271 w 967"/>
                  <a:gd name="T33" fmla="*/ 507 h 1301"/>
                  <a:gd name="T34" fmla="*/ 206 w 967"/>
                  <a:gd name="T35" fmla="*/ 582 h 1301"/>
                  <a:gd name="T36" fmla="*/ 170 w 967"/>
                  <a:gd name="T37" fmla="*/ 616 h 1301"/>
                  <a:gd name="T38" fmla="*/ 137 w 967"/>
                  <a:gd name="T39" fmla="*/ 615 h 1301"/>
                  <a:gd name="T40" fmla="*/ 128 w 967"/>
                  <a:gd name="T41" fmla="*/ 626 h 1301"/>
                  <a:gd name="T42" fmla="*/ 121 w 967"/>
                  <a:gd name="T43" fmla="*/ 658 h 1301"/>
                  <a:gd name="T44" fmla="*/ 89 w 967"/>
                  <a:gd name="T45" fmla="*/ 690 h 1301"/>
                  <a:gd name="T46" fmla="*/ 53 w 967"/>
                  <a:gd name="T47" fmla="*/ 755 h 1301"/>
                  <a:gd name="T48" fmla="*/ 127 w 967"/>
                  <a:gd name="T49" fmla="*/ 782 h 1301"/>
                  <a:gd name="T50" fmla="*/ 165 w 967"/>
                  <a:gd name="T51" fmla="*/ 751 h 1301"/>
                  <a:gd name="T52" fmla="*/ 229 w 967"/>
                  <a:gd name="T53" fmla="*/ 726 h 1301"/>
                  <a:gd name="T54" fmla="*/ 303 w 967"/>
                  <a:gd name="T55" fmla="*/ 676 h 1301"/>
                  <a:gd name="T56" fmla="*/ 389 w 967"/>
                  <a:gd name="T57" fmla="*/ 670 h 1301"/>
                  <a:gd name="T58" fmla="*/ 463 w 967"/>
                  <a:gd name="T59" fmla="*/ 669 h 1301"/>
                  <a:gd name="T60" fmla="*/ 389 w 967"/>
                  <a:gd name="T61" fmla="*/ 674 h 1301"/>
                  <a:gd name="T62" fmla="*/ 312 w 967"/>
                  <a:gd name="T63" fmla="*/ 678 h 1301"/>
                  <a:gd name="T64" fmla="*/ 243 w 967"/>
                  <a:gd name="T65" fmla="*/ 720 h 1301"/>
                  <a:gd name="T66" fmla="*/ 157 w 967"/>
                  <a:gd name="T67" fmla="*/ 788 h 1301"/>
                  <a:gd name="T68" fmla="*/ 110 w 967"/>
                  <a:gd name="T69" fmla="*/ 795 h 1301"/>
                  <a:gd name="T70" fmla="*/ 107 w 967"/>
                  <a:gd name="T71" fmla="*/ 861 h 1301"/>
                  <a:gd name="T72" fmla="*/ 189 w 967"/>
                  <a:gd name="T73" fmla="*/ 858 h 1301"/>
                  <a:gd name="T74" fmla="*/ 192 w 967"/>
                  <a:gd name="T75" fmla="*/ 903 h 1301"/>
                  <a:gd name="T76" fmla="*/ 157 w 967"/>
                  <a:gd name="T77" fmla="*/ 870 h 1301"/>
                  <a:gd name="T78" fmla="*/ 147 w 967"/>
                  <a:gd name="T79" fmla="*/ 944 h 1301"/>
                  <a:gd name="T80" fmla="*/ 107 w 967"/>
                  <a:gd name="T81" fmla="*/ 994 h 1301"/>
                  <a:gd name="T82" fmla="*/ 102 w 967"/>
                  <a:gd name="T83" fmla="*/ 1053 h 1301"/>
                  <a:gd name="T84" fmla="*/ 80 w 967"/>
                  <a:gd name="T85" fmla="*/ 1110 h 1301"/>
                  <a:gd name="T86" fmla="*/ 54 w 967"/>
                  <a:gd name="T87" fmla="*/ 1142 h 1301"/>
                  <a:gd name="T88" fmla="*/ 34 w 967"/>
                  <a:gd name="T89" fmla="*/ 1173 h 1301"/>
                  <a:gd name="T90" fmla="*/ 1 w 967"/>
                  <a:gd name="T91" fmla="*/ 1206 h 1301"/>
                  <a:gd name="T92" fmla="*/ 40 w 967"/>
                  <a:gd name="T93" fmla="*/ 1217 h 1301"/>
                  <a:gd name="T94" fmla="*/ 87 w 967"/>
                  <a:gd name="T95" fmla="*/ 1217 h 1301"/>
                  <a:gd name="T96" fmla="*/ 138 w 967"/>
                  <a:gd name="T97" fmla="*/ 1237 h 1301"/>
                  <a:gd name="T98" fmla="*/ 181 w 967"/>
                  <a:gd name="T99" fmla="*/ 1256 h 1301"/>
                  <a:gd name="T100" fmla="*/ 210 w 967"/>
                  <a:gd name="T101" fmla="*/ 1287 h 1301"/>
                  <a:gd name="T102" fmla="*/ 263 w 967"/>
                  <a:gd name="T103" fmla="*/ 1291 h 1301"/>
                  <a:gd name="T104" fmla="*/ 303 w 967"/>
                  <a:gd name="T105" fmla="*/ 1287 h 1301"/>
                  <a:gd name="T106" fmla="*/ 350 w 967"/>
                  <a:gd name="T107" fmla="*/ 1279 h 1301"/>
                  <a:gd name="T108" fmla="*/ 506 w 967"/>
                  <a:gd name="T109" fmla="*/ 1097 h 1301"/>
                  <a:gd name="T110" fmla="*/ 601 w 967"/>
                  <a:gd name="T111" fmla="*/ 833 h 1301"/>
                  <a:gd name="T112" fmla="*/ 689 w 967"/>
                  <a:gd name="T113" fmla="*/ 644 h 1301"/>
                  <a:gd name="T114" fmla="*/ 766 w 967"/>
                  <a:gd name="T115" fmla="*/ 465 h 1301"/>
                  <a:gd name="T116" fmla="*/ 967 w 967"/>
                  <a:gd name="T117" fmla="*/ 267 h 1301"/>
                  <a:gd name="T118" fmla="*/ 403 w 967"/>
                  <a:gd name="T119" fmla="*/ 315 h 1301"/>
                  <a:gd name="T120" fmla="*/ 413 w 967"/>
                  <a:gd name="T121" fmla="*/ 298 h 1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67" h="1301">
                    <a:moveTo>
                      <a:pt x="955" y="232"/>
                    </a:moveTo>
                    <a:cubicBezTo>
                      <a:pt x="916" y="219"/>
                      <a:pt x="916" y="219"/>
                      <a:pt x="916" y="219"/>
                    </a:cubicBezTo>
                    <a:cubicBezTo>
                      <a:pt x="907" y="195"/>
                      <a:pt x="907" y="195"/>
                      <a:pt x="907" y="195"/>
                    </a:cubicBezTo>
                    <a:cubicBezTo>
                      <a:pt x="923" y="145"/>
                      <a:pt x="923" y="145"/>
                      <a:pt x="923" y="145"/>
                    </a:cubicBezTo>
                    <a:cubicBezTo>
                      <a:pt x="892" y="135"/>
                      <a:pt x="892" y="135"/>
                      <a:pt x="892" y="135"/>
                    </a:cubicBezTo>
                    <a:cubicBezTo>
                      <a:pt x="892" y="128"/>
                      <a:pt x="892" y="128"/>
                      <a:pt x="892" y="128"/>
                    </a:cubicBezTo>
                    <a:cubicBezTo>
                      <a:pt x="874" y="121"/>
                      <a:pt x="874" y="121"/>
                      <a:pt x="874" y="121"/>
                    </a:cubicBezTo>
                    <a:cubicBezTo>
                      <a:pt x="865" y="130"/>
                      <a:pt x="865" y="130"/>
                      <a:pt x="865" y="130"/>
                    </a:cubicBezTo>
                    <a:cubicBezTo>
                      <a:pt x="845" y="119"/>
                      <a:pt x="845" y="119"/>
                      <a:pt x="845" y="119"/>
                    </a:cubicBezTo>
                    <a:cubicBezTo>
                      <a:pt x="821" y="120"/>
                      <a:pt x="821" y="120"/>
                      <a:pt x="821" y="120"/>
                    </a:cubicBezTo>
                    <a:cubicBezTo>
                      <a:pt x="817" y="105"/>
                      <a:pt x="817" y="105"/>
                      <a:pt x="817" y="105"/>
                    </a:cubicBezTo>
                    <a:cubicBezTo>
                      <a:pt x="795" y="105"/>
                      <a:pt x="795" y="105"/>
                      <a:pt x="795" y="105"/>
                    </a:cubicBezTo>
                    <a:cubicBezTo>
                      <a:pt x="793" y="126"/>
                      <a:pt x="793" y="126"/>
                      <a:pt x="793" y="126"/>
                    </a:cubicBezTo>
                    <a:cubicBezTo>
                      <a:pt x="749" y="131"/>
                      <a:pt x="749" y="131"/>
                      <a:pt x="749" y="131"/>
                    </a:cubicBezTo>
                    <a:cubicBezTo>
                      <a:pt x="737" y="114"/>
                      <a:pt x="737" y="114"/>
                      <a:pt x="737" y="114"/>
                    </a:cubicBezTo>
                    <a:cubicBezTo>
                      <a:pt x="706" y="112"/>
                      <a:pt x="706" y="112"/>
                      <a:pt x="706" y="112"/>
                    </a:cubicBezTo>
                    <a:cubicBezTo>
                      <a:pt x="706" y="99"/>
                      <a:pt x="706" y="99"/>
                      <a:pt x="706" y="99"/>
                    </a:cubicBezTo>
                    <a:cubicBezTo>
                      <a:pt x="658" y="97"/>
                      <a:pt x="658" y="97"/>
                      <a:pt x="658" y="97"/>
                    </a:cubicBezTo>
                    <a:cubicBezTo>
                      <a:pt x="655" y="76"/>
                      <a:pt x="655" y="76"/>
                      <a:pt x="655" y="76"/>
                    </a:cubicBezTo>
                    <a:cubicBezTo>
                      <a:pt x="627" y="93"/>
                      <a:pt x="627" y="93"/>
                      <a:pt x="627" y="93"/>
                    </a:cubicBezTo>
                    <a:cubicBezTo>
                      <a:pt x="601" y="85"/>
                      <a:pt x="601" y="85"/>
                      <a:pt x="601" y="85"/>
                    </a:cubicBezTo>
                    <a:cubicBezTo>
                      <a:pt x="596" y="55"/>
                      <a:pt x="596" y="55"/>
                      <a:pt x="596" y="55"/>
                    </a:cubicBezTo>
                    <a:cubicBezTo>
                      <a:pt x="627" y="41"/>
                      <a:pt x="627" y="41"/>
                      <a:pt x="627" y="41"/>
                    </a:cubicBezTo>
                    <a:cubicBezTo>
                      <a:pt x="629" y="22"/>
                      <a:pt x="629" y="22"/>
                      <a:pt x="629" y="22"/>
                    </a:cubicBezTo>
                    <a:cubicBezTo>
                      <a:pt x="617" y="15"/>
                      <a:pt x="617" y="15"/>
                      <a:pt x="617" y="15"/>
                    </a:cubicBezTo>
                    <a:cubicBezTo>
                      <a:pt x="615" y="0"/>
                      <a:pt x="615" y="0"/>
                      <a:pt x="615" y="0"/>
                    </a:cubicBezTo>
                    <a:cubicBezTo>
                      <a:pt x="596" y="4"/>
                      <a:pt x="596" y="4"/>
                      <a:pt x="596" y="4"/>
                    </a:cubicBezTo>
                    <a:cubicBezTo>
                      <a:pt x="565" y="5"/>
                      <a:pt x="565" y="5"/>
                      <a:pt x="565" y="5"/>
                    </a:cubicBezTo>
                    <a:cubicBezTo>
                      <a:pt x="532" y="1"/>
                      <a:pt x="532" y="1"/>
                      <a:pt x="532" y="1"/>
                    </a:cubicBezTo>
                    <a:cubicBezTo>
                      <a:pt x="503" y="12"/>
                      <a:pt x="503" y="12"/>
                      <a:pt x="503" y="12"/>
                    </a:cubicBezTo>
                    <a:cubicBezTo>
                      <a:pt x="492" y="24"/>
                      <a:pt x="492" y="24"/>
                      <a:pt x="492" y="24"/>
                    </a:cubicBezTo>
                    <a:cubicBezTo>
                      <a:pt x="493" y="24"/>
                      <a:pt x="493" y="24"/>
                      <a:pt x="493" y="25"/>
                    </a:cubicBezTo>
                    <a:cubicBezTo>
                      <a:pt x="493" y="27"/>
                      <a:pt x="489" y="28"/>
                      <a:pt x="488" y="29"/>
                    </a:cubicBezTo>
                    <a:cubicBezTo>
                      <a:pt x="484" y="30"/>
                      <a:pt x="481" y="30"/>
                      <a:pt x="478" y="31"/>
                    </a:cubicBezTo>
                    <a:cubicBezTo>
                      <a:pt x="473" y="32"/>
                      <a:pt x="468" y="33"/>
                      <a:pt x="465" y="37"/>
                    </a:cubicBezTo>
                    <a:cubicBezTo>
                      <a:pt x="462" y="38"/>
                      <a:pt x="461" y="40"/>
                      <a:pt x="461" y="43"/>
                    </a:cubicBezTo>
                    <a:cubicBezTo>
                      <a:pt x="461" y="48"/>
                      <a:pt x="457" y="52"/>
                      <a:pt x="457" y="57"/>
                    </a:cubicBezTo>
                    <a:cubicBezTo>
                      <a:pt x="457" y="60"/>
                      <a:pt x="456" y="62"/>
                      <a:pt x="456" y="65"/>
                    </a:cubicBezTo>
                    <a:cubicBezTo>
                      <a:pt x="456" y="69"/>
                      <a:pt x="457" y="74"/>
                      <a:pt x="460" y="76"/>
                    </a:cubicBezTo>
                    <a:cubicBezTo>
                      <a:pt x="462" y="77"/>
                      <a:pt x="465" y="77"/>
                      <a:pt x="467" y="77"/>
                    </a:cubicBezTo>
                    <a:cubicBezTo>
                      <a:pt x="470" y="79"/>
                      <a:pt x="461" y="80"/>
                      <a:pt x="460" y="80"/>
                    </a:cubicBezTo>
                    <a:cubicBezTo>
                      <a:pt x="458" y="80"/>
                      <a:pt x="457" y="80"/>
                      <a:pt x="455" y="80"/>
                    </a:cubicBezTo>
                    <a:cubicBezTo>
                      <a:pt x="454" y="80"/>
                      <a:pt x="453" y="81"/>
                      <a:pt x="453" y="83"/>
                    </a:cubicBezTo>
                    <a:cubicBezTo>
                      <a:pt x="454" y="85"/>
                      <a:pt x="455" y="86"/>
                      <a:pt x="455" y="88"/>
                    </a:cubicBezTo>
                    <a:cubicBezTo>
                      <a:pt x="455" y="90"/>
                      <a:pt x="456" y="91"/>
                      <a:pt x="456" y="93"/>
                    </a:cubicBezTo>
                    <a:cubicBezTo>
                      <a:pt x="456" y="95"/>
                      <a:pt x="454" y="96"/>
                      <a:pt x="454" y="98"/>
                    </a:cubicBezTo>
                    <a:cubicBezTo>
                      <a:pt x="454" y="99"/>
                      <a:pt x="454" y="100"/>
                      <a:pt x="454" y="100"/>
                    </a:cubicBezTo>
                    <a:cubicBezTo>
                      <a:pt x="454" y="101"/>
                      <a:pt x="454" y="102"/>
                      <a:pt x="453" y="102"/>
                    </a:cubicBezTo>
                    <a:cubicBezTo>
                      <a:pt x="452" y="106"/>
                      <a:pt x="453" y="109"/>
                      <a:pt x="455" y="111"/>
                    </a:cubicBezTo>
                    <a:cubicBezTo>
                      <a:pt x="455" y="112"/>
                      <a:pt x="461" y="118"/>
                      <a:pt x="457" y="118"/>
                    </a:cubicBezTo>
                    <a:cubicBezTo>
                      <a:pt x="455" y="118"/>
                      <a:pt x="455" y="115"/>
                      <a:pt x="453" y="115"/>
                    </a:cubicBezTo>
                    <a:cubicBezTo>
                      <a:pt x="451" y="115"/>
                      <a:pt x="451" y="118"/>
                      <a:pt x="451" y="119"/>
                    </a:cubicBezTo>
                    <a:cubicBezTo>
                      <a:pt x="451" y="121"/>
                      <a:pt x="452" y="123"/>
                      <a:pt x="452" y="126"/>
                    </a:cubicBezTo>
                    <a:cubicBezTo>
                      <a:pt x="452" y="127"/>
                      <a:pt x="452" y="129"/>
                      <a:pt x="452" y="130"/>
                    </a:cubicBezTo>
                    <a:cubicBezTo>
                      <a:pt x="452" y="132"/>
                      <a:pt x="451" y="133"/>
                      <a:pt x="451" y="135"/>
                    </a:cubicBezTo>
                    <a:cubicBezTo>
                      <a:pt x="451" y="137"/>
                      <a:pt x="451" y="139"/>
                      <a:pt x="450" y="140"/>
                    </a:cubicBezTo>
                    <a:cubicBezTo>
                      <a:pt x="449" y="142"/>
                      <a:pt x="448" y="142"/>
                      <a:pt x="447" y="144"/>
                    </a:cubicBezTo>
                    <a:cubicBezTo>
                      <a:pt x="444" y="150"/>
                      <a:pt x="446" y="156"/>
                      <a:pt x="444" y="162"/>
                    </a:cubicBezTo>
                    <a:cubicBezTo>
                      <a:pt x="444" y="164"/>
                      <a:pt x="444" y="167"/>
                      <a:pt x="444" y="169"/>
                    </a:cubicBezTo>
                    <a:cubicBezTo>
                      <a:pt x="444" y="172"/>
                      <a:pt x="443" y="175"/>
                      <a:pt x="443" y="178"/>
                    </a:cubicBezTo>
                    <a:cubicBezTo>
                      <a:pt x="443" y="182"/>
                      <a:pt x="443" y="185"/>
                      <a:pt x="443" y="188"/>
                    </a:cubicBezTo>
                    <a:cubicBezTo>
                      <a:pt x="442" y="195"/>
                      <a:pt x="441" y="202"/>
                      <a:pt x="441" y="208"/>
                    </a:cubicBezTo>
                    <a:cubicBezTo>
                      <a:pt x="441" y="214"/>
                      <a:pt x="441" y="221"/>
                      <a:pt x="441" y="227"/>
                    </a:cubicBezTo>
                    <a:cubicBezTo>
                      <a:pt x="440" y="231"/>
                      <a:pt x="439" y="236"/>
                      <a:pt x="438" y="241"/>
                    </a:cubicBezTo>
                    <a:cubicBezTo>
                      <a:pt x="437" y="244"/>
                      <a:pt x="436" y="247"/>
                      <a:pt x="435" y="250"/>
                    </a:cubicBezTo>
                    <a:cubicBezTo>
                      <a:pt x="434" y="253"/>
                      <a:pt x="433" y="256"/>
                      <a:pt x="431" y="258"/>
                    </a:cubicBezTo>
                    <a:cubicBezTo>
                      <a:pt x="429" y="261"/>
                      <a:pt x="427" y="264"/>
                      <a:pt x="425" y="266"/>
                    </a:cubicBezTo>
                    <a:cubicBezTo>
                      <a:pt x="423" y="269"/>
                      <a:pt x="422" y="271"/>
                      <a:pt x="421" y="274"/>
                    </a:cubicBezTo>
                    <a:cubicBezTo>
                      <a:pt x="419" y="276"/>
                      <a:pt x="418" y="278"/>
                      <a:pt x="416" y="281"/>
                    </a:cubicBezTo>
                    <a:cubicBezTo>
                      <a:pt x="416" y="281"/>
                      <a:pt x="416" y="282"/>
                      <a:pt x="415" y="283"/>
                    </a:cubicBezTo>
                    <a:cubicBezTo>
                      <a:pt x="414" y="284"/>
                      <a:pt x="414" y="285"/>
                      <a:pt x="413" y="286"/>
                    </a:cubicBezTo>
                    <a:cubicBezTo>
                      <a:pt x="411" y="288"/>
                      <a:pt x="410" y="291"/>
                      <a:pt x="408" y="293"/>
                    </a:cubicBezTo>
                    <a:cubicBezTo>
                      <a:pt x="407" y="295"/>
                      <a:pt x="406" y="298"/>
                      <a:pt x="404" y="300"/>
                    </a:cubicBezTo>
                    <a:cubicBezTo>
                      <a:pt x="403" y="301"/>
                      <a:pt x="402" y="302"/>
                      <a:pt x="401" y="304"/>
                    </a:cubicBezTo>
                    <a:cubicBezTo>
                      <a:pt x="401" y="307"/>
                      <a:pt x="399" y="309"/>
                      <a:pt x="398" y="311"/>
                    </a:cubicBezTo>
                    <a:cubicBezTo>
                      <a:pt x="395" y="316"/>
                      <a:pt x="390" y="321"/>
                      <a:pt x="388" y="327"/>
                    </a:cubicBezTo>
                    <a:cubicBezTo>
                      <a:pt x="387" y="329"/>
                      <a:pt x="385" y="332"/>
                      <a:pt x="385" y="335"/>
                    </a:cubicBezTo>
                    <a:cubicBezTo>
                      <a:pt x="384" y="337"/>
                      <a:pt x="382" y="339"/>
                      <a:pt x="383" y="342"/>
                    </a:cubicBezTo>
                    <a:cubicBezTo>
                      <a:pt x="385" y="342"/>
                      <a:pt x="385" y="339"/>
                      <a:pt x="386" y="337"/>
                    </a:cubicBezTo>
                    <a:cubicBezTo>
                      <a:pt x="387" y="335"/>
                      <a:pt x="389" y="333"/>
                      <a:pt x="390" y="331"/>
                    </a:cubicBezTo>
                    <a:cubicBezTo>
                      <a:pt x="392" y="329"/>
                      <a:pt x="393" y="326"/>
                      <a:pt x="395" y="324"/>
                    </a:cubicBezTo>
                    <a:cubicBezTo>
                      <a:pt x="396" y="322"/>
                      <a:pt x="398" y="321"/>
                      <a:pt x="400" y="319"/>
                    </a:cubicBezTo>
                    <a:cubicBezTo>
                      <a:pt x="400" y="318"/>
                      <a:pt x="401" y="318"/>
                      <a:pt x="401" y="317"/>
                    </a:cubicBezTo>
                    <a:cubicBezTo>
                      <a:pt x="401" y="317"/>
                      <a:pt x="401" y="318"/>
                      <a:pt x="401" y="318"/>
                    </a:cubicBezTo>
                    <a:cubicBezTo>
                      <a:pt x="399" y="323"/>
                      <a:pt x="408" y="323"/>
                      <a:pt x="411" y="324"/>
                    </a:cubicBezTo>
                    <a:cubicBezTo>
                      <a:pt x="413" y="324"/>
                      <a:pt x="415" y="325"/>
                      <a:pt x="415" y="327"/>
                    </a:cubicBezTo>
                    <a:cubicBezTo>
                      <a:pt x="415" y="330"/>
                      <a:pt x="412" y="330"/>
                      <a:pt x="410" y="329"/>
                    </a:cubicBezTo>
                    <a:cubicBezTo>
                      <a:pt x="408" y="329"/>
                      <a:pt x="406" y="327"/>
                      <a:pt x="404" y="327"/>
                    </a:cubicBezTo>
                    <a:cubicBezTo>
                      <a:pt x="402" y="327"/>
                      <a:pt x="399" y="328"/>
                      <a:pt x="397" y="328"/>
                    </a:cubicBezTo>
                    <a:cubicBezTo>
                      <a:pt x="395" y="329"/>
                      <a:pt x="395" y="331"/>
                      <a:pt x="397" y="332"/>
                    </a:cubicBezTo>
                    <a:cubicBezTo>
                      <a:pt x="399" y="333"/>
                      <a:pt x="402" y="333"/>
                      <a:pt x="405" y="334"/>
                    </a:cubicBezTo>
                    <a:cubicBezTo>
                      <a:pt x="407" y="335"/>
                      <a:pt x="410" y="338"/>
                      <a:pt x="409" y="340"/>
                    </a:cubicBezTo>
                    <a:cubicBezTo>
                      <a:pt x="408" y="341"/>
                      <a:pt x="404" y="340"/>
                      <a:pt x="403" y="341"/>
                    </a:cubicBezTo>
                    <a:cubicBezTo>
                      <a:pt x="401" y="342"/>
                      <a:pt x="400" y="345"/>
                      <a:pt x="398" y="346"/>
                    </a:cubicBezTo>
                    <a:cubicBezTo>
                      <a:pt x="396" y="347"/>
                      <a:pt x="393" y="347"/>
                      <a:pt x="391" y="347"/>
                    </a:cubicBezTo>
                    <a:cubicBezTo>
                      <a:pt x="387" y="347"/>
                      <a:pt x="382" y="351"/>
                      <a:pt x="379" y="353"/>
                    </a:cubicBezTo>
                    <a:cubicBezTo>
                      <a:pt x="376" y="356"/>
                      <a:pt x="374" y="360"/>
                      <a:pt x="372" y="364"/>
                    </a:cubicBezTo>
                    <a:cubicBezTo>
                      <a:pt x="371" y="366"/>
                      <a:pt x="369" y="369"/>
                      <a:pt x="367" y="371"/>
                    </a:cubicBezTo>
                    <a:cubicBezTo>
                      <a:pt x="367" y="372"/>
                      <a:pt x="366" y="372"/>
                      <a:pt x="365" y="373"/>
                    </a:cubicBezTo>
                    <a:cubicBezTo>
                      <a:pt x="364" y="371"/>
                      <a:pt x="365" y="370"/>
                      <a:pt x="366" y="369"/>
                    </a:cubicBezTo>
                    <a:cubicBezTo>
                      <a:pt x="366" y="367"/>
                      <a:pt x="366" y="366"/>
                      <a:pt x="366" y="365"/>
                    </a:cubicBezTo>
                    <a:cubicBezTo>
                      <a:pt x="365" y="365"/>
                      <a:pt x="364" y="367"/>
                      <a:pt x="363" y="368"/>
                    </a:cubicBezTo>
                    <a:cubicBezTo>
                      <a:pt x="361" y="370"/>
                      <a:pt x="360" y="372"/>
                      <a:pt x="358" y="374"/>
                    </a:cubicBezTo>
                    <a:cubicBezTo>
                      <a:pt x="356" y="378"/>
                      <a:pt x="353" y="382"/>
                      <a:pt x="351" y="386"/>
                    </a:cubicBezTo>
                    <a:cubicBezTo>
                      <a:pt x="348" y="390"/>
                      <a:pt x="346" y="394"/>
                      <a:pt x="343" y="398"/>
                    </a:cubicBezTo>
                    <a:cubicBezTo>
                      <a:pt x="340" y="401"/>
                      <a:pt x="339" y="405"/>
                      <a:pt x="336" y="409"/>
                    </a:cubicBezTo>
                    <a:cubicBezTo>
                      <a:pt x="334" y="414"/>
                      <a:pt x="331" y="419"/>
                      <a:pt x="327" y="422"/>
                    </a:cubicBezTo>
                    <a:cubicBezTo>
                      <a:pt x="323" y="426"/>
                      <a:pt x="320" y="432"/>
                      <a:pt x="316" y="436"/>
                    </a:cubicBezTo>
                    <a:cubicBezTo>
                      <a:pt x="313" y="438"/>
                      <a:pt x="299" y="445"/>
                      <a:pt x="307" y="450"/>
                    </a:cubicBezTo>
                    <a:cubicBezTo>
                      <a:pt x="311" y="452"/>
                      <a:pt x="314" y="454"/>
                      <a:pt x="316" y="457"/>
                    </a:cubicBezTo>
                    <a:cubicBezTo>
                      <a:pt x="317" y="460"/>
                      <a:pt x="319" y="462"/>
                      <a:pt x="319" y="465"/>
                    </a:cubicBezTo>
                    <a:cubicBezTo>
                      <a:pt x="316" y="466"/>
                      <a:pt x="316" y="461"/>
                      <a:pt x="313" y="461"/>
                    </a:cubicBezTo>
                    <a:cubicBezTo>
                      <a:pt x="312" y="461"/>
                      <a:pt x="310" y="461"/>
                      <a:pt x="309" y="461"/>
                    </a:cubicBezTo>
                    <a:cubicBezTo>
                      <a:pt x="308" y="462"/>
                      <a:pt x="307" y="464"/>
                      <a:pt x="306" y="465"/>
                    </a:cubicBezTo>
                    <a:cubicBezTo>
                      <a:pt x="304" y="467"/>
                      <a:pt x="302" y="469"/>
                      <a:pt x="301" y="471"/>
                    </a:cubicBezTo>
                    <a:cubicBezTo>
                      <a:pt x="299" y="474"/>
                      <a:pt x="297" y="477"/>
                      <a:pt x="294" y="479"/>
                    </a:cubicBezTo>
                    <a:cubicBezTo>
                      <a:pt x="293" y="481"/>
                      <a:pt x="291" y="483"/>
                      <a:pt x="289" y="485"/>
                    </a:cubicBezTo>
                    <a:cubicBezTo>
                      <a:pt x="286" y="490"/>
                      <a:pt x="284" y="496"/>
                      <a:pt x="280" y="500"/>
                    </a:cubicBezTo>
                    <a:cubicBezTo>
                      <a:pt x="277" y="502"/>
                      <a:pt x="274" y="505"/>
                      <a:pt x="271" y="507"/>
                    </a:cubicBezTo>
                    <a:cubicBezTo>
                      <a:pt x="268" y="510"/>
                      <a:pt x="264" y="515"/>
                      <a:pt x="261" y="518"/>
                    </a:cubicBezTo>
                    <a:cubicBezTo>
                      <a:pt x="258" y="522"/>
                      <a:pt x="255" y="525"/>
                      <a:pt x="252" y="529"/>
                    </a:cubicBezTo>
                    <a:cubicBezTo>
                      <a:pt x="247" y="535"/>
                      <a:pt x="241" y="540"/>
                      <a:pt x="236" y="547"/>
                    </a:cubicBezTo>
                    <a:cubicBezTo>
                      <a:pt x="233" y="550"/>
                      <a:pt x="231" y="552"/>
                      <a:pt x="229" y="555"/>
                    </a:cubicBezTo>
                    <a:cubicBezTo>
                      <a:pt x="226" y="559"/>
                      <a:pt x="224" y="563"/>
                      <a:pt x="221" y="566"/>
                    </a:cubicBezTo>
                    <a:cubicBezTo>
                      <a:pt x="218" y="568"/>
                      <a:pt x="215" y="571"/>
                      <a:pt x="213" y="574"/>
                    </a:cubicBezTo>
                    <a:cubicBezTo>
                      <a:pt x="210" y="576"/>
                      <a:pt x="208" y="579"/>
                      <a:pt x="206" y="582"/>
                    </a:cubicBezTo>
                    <a:cubicBezTo>
                      <a:pt x="204" y="585"/>
                      <a:pt x="201" y="587"/>
                      <a:pt x="198" y="588"/>
                    </a:cubicBezTo>
                    <a:cubicBezTo>
                      <a:pt x="194" y="590"/>
                      <a:pt x="190" y="592"/>
                      <a:pt x="186" y="594"/>
                    </a:cubicBezTo>
                    <a:cubicBezTo>
                      <a:pt x="184" y="595"/>
                      <a:pt x="181" y="596"/>
                      <a:pt x="179" y="597"/>
                    </a:cubicBezTo>
                    <a:cubicBezTo>
                      <a:pt x="177" y="598"/>
                      <a:pt x="175" y="598"/>
                      <a:pt x="174" y="599"/>
                    </a:cubicBezTo>
                    <a:cubicBezTo>
                      <a:pt x="172" y="600"/>
                      <a:pt x="172" y="601"/>
                      <a:pt x="171" y="602"/>
                    </a:cubicBezTo>
                    <a:cubicBezTo>
                      <a:pt x="170" y="604"/>
                      <a:pt x="168" y="606"/>
                      <a:pt x="168" y="608"/>
                    </a:cubicBezTo>
                    <a:cubicBezTo>
                      <a:pt x="167" y="610"/>
                      <a:pt x="169" y="613"/>
                      <a:pt x="170" y="616"/>
                    </a:cubicBezTo>
                    <a:cubicBezTo>
                      <a:pt x="170" y="617"/>
                      <a:pt x="171" y="618"/>
                      <a:pt x="170" y="619"/>
                    </a:cubicBezTo>
                    <a:cubicBezTo>
                      <a:pt x="170" y="620"/>
                      <a:pt x="167" y="620"/>
                      <a:pt x="166" y="619"/>
                    </a:cubicBezTo>
                    <a:cubicBezTo>
                      <a:pt x="159" y="618"/>
                      <a:pt x="170" y="607"/>
                      <a:pt x="163" y="605"/>
                    </a:cubicBezTo>
                    <a:cubicBezTo>
                      <a:pt x="159" y="604"/>
                      <a:pt x="155" y="608"/>
                      <a:pt x="152" y="611"/>
                    </a:cubicBezTo>
                    <a:cubicBezTo>
                      <a:pt x="149" y="613"/>
                      <a:pt x="147" y="615"/>
                      <a:pt x="145" y="615"/>
                    </a:cubicBezTo>
                    <a:cubicBezTo>
                      <a:pt x="142" y="616"/>
                      <a:pt x="139" y="617"/>
                      <a:pt x="137" y="616"/>
                    </a:cubicBezTo>
                    <a:cubicBezTo>
                      <a:pt x="137" y="616"/>
                      <a:pt x="137" y="616"/>
                      <a:pt x="137" y="615"/>
                    </a:cubicBezTo>
                    <a:cubicBezTo>
                      <a:pt x="136" y="615"/>
                      <a:pt x="136" y="615"/>
                      <a:pt x="135" y="615"/>
                    </a:cubicBezTo>
                    <a:cubicBezTo>
                      <a:pt x="134" y="615"/>
                      <a:pt x="134" y="614"/>
                      <a:pt x="133" y="613"/>
                    </a:cubicBezTo>
                    <a:cubicBezTo>
                      <a:pt x="131" y="613"/>
                      <a:pt x="129" y="612"/>
                      <a:pt x="127" y="612"/>
                    </a:cubicBezTo>
                    <a:cubicBezTo>
                      <a:pt x="125" y="613"/>
                      <a:pt x="124" y="615"/>
                      <a:pt x="123" y="617"/>
                    </a:cubicBezTo>
                    <a:cubicBezTo>
                      <a:pt x="122" y="619"/>
                      <a:pt x="124" y="620"/>
                      <a:pt x="126" y="621"/>
                    </a:cubicBezTo>
                    <a:cubicBezTo>
                      <a:pt x="128" y="621"/>
                      <a:pt x="131" y="621"/>
                      <a:pt x="129" y="623"/>
                    </a:cubicBezTo>
                    <a:cubicBezTo>
                      <a:pt x="129" y="624"/>
                      <a:pt x="128" y="625"/>
                      <a:pt x="128" y="626"/>
                    </a:cubicBezTo>
                    <a:cubicBezTo>
                      <a:pt x="127" y="627"/>
                      <a:pt x="127" y="628"/>
                      <a:pt x="127" y="629"/>
                    </a:cubicBezTo>
                    <a:cubicBezTo>
                      <a:pt x="128" y="631"/>
                      <a:pt x="129" y="632"/>
                      <a:pt x="129" y="634"/>
                    </a:cubicBezTo>
                    <a:cubicBezTo>
                      <a:pt x="130" y="636"/>
                      <a:pt x="129" y="639"/>
                      <a:pt x="128" y="641"/>
                    </a:cubicBezTo>
                    <a:cubicBezTo>
                      <a:pt x="127" y="643"/>
                      <a:pt x="127" y="644"/>
                      <a:pt x="126" y="647"/>
                    </a:cubicBezTo>
                    <a:cubicBezTo>
                      <a:pt x="125" y="647"/>
                      <a:pt x="125" y="650"/>
                      <a:pt x="125" y="651"/>
                    </a:cubicBezTo>
                    <a:cubicBezTo>
                      <a:pt x="125" y="652"/>
                      <a:pt x="124" y="653"/>
                      <a:pt x="124" y="654"/>
                    </a:cubicBezTo>
                    <a:cubicBezTo>
                      <a:pt x="124" y="656"/>
                      <a:pt x="123" y="657"/>
                      <a:pt x="121" y="658"/>
                    </a:cubicBezTo>
                    <a:cubicBezTo>
                      <a:pt x="120" y="660"/>
                      <a:pt x="118" y="661"/>
                      <a:pt x="117" y="663"/>
                    </a:cubicBezTo>
                    <a:cubicBezTo>
                      <a:pt x="115" y="664"/>
                      <a:pt x="113" y="664"/>
                      <a:pt x="111" y="665"/>
                    </a:cubicBezTo>
                    <a:cubicBezTo>
                      <a:pt x="109" y="666"/>
                      <a:pt x="108" y="666"/>
                      <a:pt x="106" y="666"/>
                    </a:cubicBezTo>
                    <a:cubicBezTo>
                      <a:pt x="104" y="666"/>
                      <a:pt x="103" y="667"/>
                      <a:pt x="102" y="668"/>
                    </a:cubicBezTo>
                    <a:cubicBezTo>
                      <a:pt x="99" y="671"/>
                      <a:pt x="97" y="675"/>
                      <a:pt x="95" y="679"/>
                    </a:cubicBezTo>
                    <a:cubicBezTo>
                      <a:pt x="93" y="682"/>
                      <a:pt x="92" y="684"/>
                      <a:pt x="90" y="687"/>
                    </a:cubicBezTo>
                    <a:cubicBezTo>
                      <a:pt x="90" y="688"/>
                      <a:pt x="89" y="689"/>
                      <a:pt x="89" y="690"/>
                    </a:cubicBezTo>
                    <a:cubicBezTo>
                      <a:pt x="88" y="691"/>
                      <a:pt x="89" y="693"/>
                      <a:pt x="89" y="694"/>
                    </a:cubicBezTo>
                    <a:cubicBezTo>
                      <a:pt x="86" y="702"/>
                      <a:pt x="84" y="710"/>
                      <a:pt x="80" y="716"/>
                    </a:cubicBezTo>
                    <a:cubicBezTo>
                      <a:pt x="77" y="722"/>
                      <a:pt x="71" y="725"/>
                      <a:pt x="69" y="732"/>
                    </a:cubicBezTo>
                    <a:cubicBezTo>
                      <a:pt x="68" y="734"/>
                      <a:pt x="67" y="737"/>
                      <a:pt x="65" y="739"/>
                    </a:cubicBezTo>
                    <a:cubicBezTo>
                      <a:pt x="63" y="742"/>
                      <a:pt x="60" y="743"/>
                      <a:pt x="56" y="744"/>
                    </a:cubicBezTo>
                    <a:cubicBezTo>
                      <a:pt x="55" y="745"/>
                      <a:pt x="52" y="745"/>
                      <a:pt x="51" y="747"/>
                    </a:cubicBezTo>
                    <a:cubicBezTo>
                      <a:pt x="51" y="750"/>
                      <a:pt x="53" y="752"/>
                      <a:pt x="53" y="755"/>
                    </a:cubicBezTo>
                    <a:cubicBezTo>
                      <a:pt x="53" y="758"/>
                      <a:pt x="53" y="761"/>
                      <a:pt x="52" y="764"/>
                    </a:cubicBezTo>
                    <a:cubicBezTo>
                      <a:pt x="51" y="766"/>
                      <a:pt x="50" y="769"/>
                      <a:pt x="51" y="772"/>
                    </a:cubicBezTo>
                    <a:cubicBezTo>
                      <a:pt x="53" y="777"/>
                      <a:pt x="62" y="776"/>
                      <a:pt x="66" y="777"/>
                    </a:cubicBezTo>
                    <a:cubicBezTo>
                      <a:pt x="71" y="777"/>
                      <a:pt x="74" y="782"/>
                      <a:pt x="79" y="784"/>
                    </a:cubicBezTo>
                    <a:cubicBezTo>
                      <a:pt x="83" y="785"/>
                      <a:pt x="87" y="784"/>
                      <a:pt x="90" y="784"/>
                    </a:cubicBezTo>
                    <a:cubicBezTo>
                      <a:pt x="93" y="784"/>
                      <a:pt x="95" y="784"/>
                      <a:pt x="98" y="783"/>
                    </a:cubicBezTo>
                    <a:cubicBezTo>
                      <a:pt x="98" y="783"/>
                      <a:pt x="126" y="782"/>
                      <a:pt x="127" y="782"/>
                    </a:cubicBezTo>
                    <a:cubicBezTo>
                      <a:pt x="130" y="782"/>
                      <a:pt x="133" y="781"/>
                      <a:pt x="136" y="780"/>
                    </a:cubicBezTo>
                    <a:cubicBezTo>
                      <a:pt x="139" y="778"/>
                      <a:pt x="140" y="774"/>
                      <a:pt x="141" y="771"/>
                    </a:cubicBezTo>
                    <a:cubicBezTo>
                      <a:pt x="141" y="769"/>
                      <a:pt x="142" y="768"/>
                      <a:pt x="142" y="766"/>
                    </a:cubicBezTo>
                    <a:cubicBezTo>
                      <a:pt x="143" y="765"/>
                      <a:pt x="144" y="763"/>
                      <a:pt x="145" y="762"/>
                    </a:cubicBezTo>
                    <a:cubicBezTo>
                      <a:pt x="147" y="761"/>
                      <a:pt x="148" y="760"/>
                      <a:pt x="149" y="760"/>
                    </a:cubicBezTo>
                    <a:cubicBezTo>
                      <a:pt x="150" y="759"/>
                      <a:pt x="152" y="758"/>
                      <a:pt x="153" y="758"/>
                    </a:cubicBezTo>
                    <a:cubicBezTo>
                      <a:pt x="157" y="757"/>
                      <a:pt x="161" y="754"/>
                      <a:pt x="165" y="751"/>
                    </a:cubicBezTo>
                    <a:cubicBezTo>
                      <a:pt x="167" y="750"/>
                      <a:pt x="169" y="748"/>
                      <a:pt x="170" y="745"/>
                    </a:cubicBezTo>
                    <a:cubicBezTo>
                      <a:pt x="172" y="743"/>
                      <a:pt x="173" y="740"/>
                      <a:pt x="175" y="738"/>
                    </a:cubicBezTo>
                    <a:cubicBezTo>
                      <a:pt x="178" y="736"/>
                      <a:pt x="181" y="736"/>
                      <a:pt x="183" y="735"/>
                    </a:cubicBezTo>
                    <a:cubicBezTo>
                      <a:pt x="186" y="734"/>
                      <a:pt x="188" y="733"/>
                      <a:pt x="189" y="732"/>
                    </a:cubicBezTo>
                    <a:cubicBezTo>
                      <a:pt x="194" y="729"/>
                      <a:pt x="198" y="726"/>
                      <a:pt x="204" y="725"/>
                    </a:cubicBezTo>
                    <a:cubicBezTo>
                      <a:pt x="208" y="724"/>
                      <a:pt x="213" y="725"/>
                      <a:pt x="217" y="726"/>
                    </a:cubicBezTo>
                    <a:cubicBezTo>
                      <a:pt x="221" y="727"/>
                      <a:pt x="225" y="727"/>
                      <a:pt x="229" y="726"/>
                    </a:cubicBezTo>
                    <a:cubicBezTo>
                      <a:pt x="234" y="723"/>
                      <a:pt x="242" y="720"/>
                      <a:pt x="245" y="714"/>
                    </a:cubicBezTo>
                    <a:cubicBezTo>
                      <a:pt x="246" y="712"/>
                      <a:pt x="247" y="710"/>
                      <a:pt x="249" y="708"/>
                    </a:cubicBezTo>
                    <a:cubicBezTo>
                      <a:pt x="251" y="705"/>
                      <a:pt x="253" y="702"/>
                      <a:pt x="255" y="699"/>
                    </a:cubicBezTo>
                    <a:cubicBezTo>
                      <a:pt x="259" y="693"/>
                      <a:pt x="264" y="689"/>
                      <a:pt x="269" y="684"/>
                    </a:cubicBezTo>
                    <a:cubicBezTo>
                      <a:pt x="272" y="681"/>
                      <a:pt x="280" y="679"/>
                      <a:pt x="285" y="679"/>
                    </a:cubicBezTo>
                    <a:cubicBezTo>
                      <a:pt x="288" y="679"/>
                      <a:pt x="290" y="678"/>
                      <a:pt x="293" y="678"/>
                    </a:cubicBezTo>
                    <a:cubicBezTo>
                      <a:pt x="296" y="677"/>
                      <a:pt x="300" y="677"/>
                      <a:pt x="303" y="676"/>
                    </a:cubicBezTo>
                    <a:cubicBezTo>
                      <a:pt x="308" y="675"/>
                      <a:pt x="311" y="674"/>
                      <a:pt x="315" y="671"/>
                    </a:cubicBezTo>
                    <a:cubicBezTo>
                      <a:pt x="318" y="668"/>
                      <a:pt x="321" y="665"/>
                      <a:pt x="324" y="663"/>
                    </a:cubicBezTo>
                    <a:cubicBezTo>
                      <a:pt x="328" y="660"/>
                      <a:pt x="333" y="658"/>
                      <a:pt x="338" y="657"/>
                    </a:cubicBezTo>
                    <a:cubicBezTo>
                      <a:pt x="344" y="657"/>
                      <a:pt x="352" y="657"/>
                      <a:pt x="358" y="659"/>
                    </a:cubicBezTo>
                    <a:cubicBezTo>
                      <a:pt x="363" y="661"/>
                      <a:pt x="368" y="666"/>
                      <a:pt x="374" y="668"/>
                    </a:cubicBezTo>
                    <a:cubicBezTo>
                      <a:pt x="378" y="669"/>
                      <a:pt x="381" y="670"/>
                      <a:pt x="385" y="670"/>
                    </a:cubicBezTo>
                    <a:cubicBezTo>
                      <a:pt x="386" y="671"/>
                      <a:pt x="388" y="671"/>
                      <a:pt x="389" y="670"/>
                    </a:cubicBezTo>
                    <a:cubicBezTo>
                      <a:pt x="391" y="670"/>
                      <a:pt x="392" y="669"/>
                      <a:pt x="393" y="669"/>
                    </a:cubicBezTo>
                    <a:cubicBezTo>
                      <a:pt x="400" y="667"/>
                      <a:pt x="409" y="668"/>
                      <a:pt x="415" y="669"/>
                    </a:cubicBezTo>
                    <a:cubicBezTo>
                      <a:pt x="418" y="670"/>
                      <a:pt x="421" y="671"/>
                      <a:pt x="424" y="672"/>
                    </a:cubicBezTo>
                    <a:cubicBezTo>
                      <a:pt x="427" y="673"/>
                      <a:pt x="430" y="674"/>
                      <a:pt x="433" y="675"/>
                    </a:cubicBezTo>
                    <a:cubicBezTo>
                      <a:pt x="439" y="677"/>
                      <a:pt x="444" y="677"/>
                      <a:pt x="449" y="677"/>
                    </a:cubicBezTo>
                    <a:cubicBezTo>
                      <a:pt x="453" y="677"/>
                      <a:pt x="455" y="676"/>
                      <a:pt x="458" y="675"/>
                    </a:cubicBezTo>
                    <a:cubicBezTo>
                      <a:pt x="460" y="673"/>
                      <a:pt x="461" y="670"/>
                      <a:pt x="463" y="669"/>
                    </a:cubicBezTo>
                    <a:cubicBezTo>
                      <a:pt x="466" y="675"/>
                      <a:pt x="459" y="680"/>
                      <a:pt x="453" y="682"/>
                    </a:cubicBezTo>
                    <a:cubicBezTo>
                      <a:pt x="451" y="683"/>
                      <a:pt x="447" y="684"/>
                      <a:pt x="445" y="684"/>
                    </a:cubicBezTo>
                    <a:cubicBezTo>
                      <a:pt x="441" y="684"/>
                      <a:pt x="439" y="682"/>
                      <a:pt x="436" y="681"/>
                    </a:cubicBezTo>
                    <a:cubicBezTo>
                      <a:pt x="433" y="679"/>
                      <a:pt x="430" y="678"/>
                      <a:pt x="427" y="677"/>
                    </a:cubicBezTo>
                    <a:cubicBezTo>
                      <a:pt x="424" y="677"/>
                      <a:pt x="421" y="675"/>
                      <a:pt x="419" y="674"/>
                    </a:cubicBezTo>
                    <a:cubicBezTo>
                      <a:pt x="412" y="672"/>
                      <a:pt x="405" y="671"/>
                      <a:pt x="398" y="672"/>
                    </a:cubicBezTo>
                    <a:cubicBezTo>
                      <a:pt x="395" y="673"/>
                      <a:pt x="392" y="673"/>
                      <a:pt x="389" y="674"/>
                    </a:cubicBezTo>
                    <a:cubicBezTo>
                      <a:pt x="385" y="674"/>
                      <a:pt x="381" y="675"/>
                      <a:pt x="378" y="674"/>
                    </a:cubicBezTo>
                    <a:cubicBezTo>
                      <a:pt x="375" y="674"/>
                      <a:pt x="373" y="671"/>
                      <a:pt x="371" y="670"/>
                    </a:cubicBezTo>
                    <a:cubicBezTo>
                      <a:pt x="368" y="668"/>
                      <a:pt x="365" y="667"/>
                      <a:pt x="362" y="666"/>
                    </a:cubicBezTo>
                    <a:cubicBezTo>
                      <a:pt x="357" y="663"/>
                      <a:pt x="351" y="660"/>
                      <a:pt x="345" y="661"/>
                    </a:cubicBezTo>
                    <a:cubicBezTo>
                      <a:pt x="342" y="661"/>
                      <a:pt x="338" y="661"/>
                      <a:pt x="334" y="661"/>
                    </a:cubicBezTo>
                    <a:cubicBezTo>
                      <a:pt x="331" y="661"/>
                      <a:pt x="329" y="662"/>
                      <a:pt x="326" y="664"/>
                    </a:cubicBezTo>
                    <a:cubicBezTo>
                      <a:pt x="321" y="667"/>
                      <a:pt x="319" y="675"/>
                      <a:pt x="312" y="678"/>
                    </a:cubicBezTo>
                    <a:cubicBezTo>
                      <a:pt x="304" y="682"/>
                      <a:pt x="295" y="683"/>
                      <a:pt x="287" y="684"/>
                    </a:cubicBezTo>
                    <a:cubicBezTo>
                      <a:pt x="284" y="684"/>
                      <a:pt x="282" y="683"/>
                      <a:pt x="280" y="684"/>
                    </a:cubicBezTo>
                    <a:cubicBezTo>
                      <a:pt x="278" y="685"/>
                      <a:pt x="275" y="685"/>
                      <a:pt x="273" y="686"/>
                    </a:cubicBezTo>
                    <a:cubicBezTo>
                      <a:pt x="271" y="688"/>
                      <a:pt x="268" y="689"/>
                      <a:pt x="266" y="691"/>
                    </a:cubicBezTo>
                    <a:cubicBezTo>
                      <a:pt x="263" y="693"/>
                      <a:pt x="262" y="696"/>
                      <a:pt x="259" y="699"/>
                    </a:cubicBezTo>
                    <a:cubicBezTo>
                      <a:pt x="256" y="702"/>
                      <a:pt x="253" y="705"/>
                      <a:pt x="250" y="709"/>
                    </a:cubicBezTo>
                    <a:cubicBezTo>
                      <a:pt x="248" y="712"/>
                      <a:pt x="246" y="717"/>
                      <a:pt x="243" y="720"/>
                    </a:cubicBezTo>
                    <a:cubicBezTo>
                      <a:pt x="237" y="725"/>
                      <a:pt x="229" y="729"/>
                      <a:pt x="221" y="730"/>
                    </a:cubicBezTo>
                    <a:cubicBezTo>
                      <a:pt x="217" y="731"/>
                      <a:pt x="213" y="730"/>
                      <a:pt x="209" y="730"/>
                    </a:cubicBezTo>
                    <a:cubicBezTo>
                      <a:pt x="205" y="730"/>
                      <a:pt x="202" y="731"/>
                      <a:pt x="198" y="733"/>
                    </a:cubicBezTo>
                    <a:cubicBezTo>
                      <a:pt x="194" y="734"/>
                      <a:pt x="190" y="736"/>
                      <a:pt x="187" y="738"/>
                    </a:cubicBezTo>
                    <a:cubicBezTo>
                      <a:pt x="184" y="741"/>
                      <a:pt x="182" y="743"/>
                      <a:pt x="178" y="745"/>
                    </a:cubicBezTo>
                    <a:cubicBezTo>
                      <a:pt x="171" y="750"/>
                      <a:pt x="169" y="759"/>
                      <a:pt x="170" y="768"/>
                    </a:cubicBezTo>
                    <a:cubicBezTo>
                      <a:pt x="171" y="777"/>
                      <a:pt x="165" y="785"/>
                      <a:pt x="157" y="788"/>
                    </a:cubicBezTo>
                    <a:cubicBezTo>
                      <a:pt x="153" y="789"/>
                      <a:pt x="150" y="789"/>
                      <a:pt x="147" y="790"/>
                    </a:cubicBezTo>
                    <a:cubicBezTo>
                      <a:pt x="142" y="792"/>
                      <a:pt x="142" y="793"/>
                      <a:pt x="142" y="798"/>
                    </a:cubicBezTo>
                    <a:cubicBezTo>
                      <a:pt x="143" y="802"/>
                      <a:pt x="140" y="804"/>
                      <a:pt x="136" y="803"/>
                    </a:cubicBezTo>
                    <a:cubicBezTo>
                      <a:pt x="133" y="803"/>
                      <a:pt x="129" y="803"/>
                      <a:pt x="127" y="806"/>
                    </a:cubicBezTo>
                    <a:cubicBezTo>
                      <a:pt x="126" y="809"/>
                      <a:pt x="129" y="812"/>
                      <a:pt x="128" y="815"/>
                    </a:cubicBezTo>
                    <a:cubicBezTo>
                      <a:pt x="127" y="820"/>
                      <a:pt x="121" y="816"/>
                      <a:pt x="119" y="814"/>
                    </a:cubicBezTo>
                    <a:cubicBezTo>
                      <a:pt x="117" y="808"/>
                      <a:pt x="116" y="798"/>
                      <a:pt x="110" y="795"/>
                    </a:cubicBezTo>
                    <a:cubicBezTo>
                      <a:pt x="106" y="793"/>
                      <a:pt x="100" y="793"/>
                      <a:pt x="96" y="793"/>
                    </a:cubicBezTo>
                    <a:cubicBezTo>
                      <a:pt x="93" y="793"/>
                      <a:pt x="87" y="792"/>
                      <a:pt x="85" y="795"/>
                    </a:cubicBezTo>
                    <a:cubicBezTo>
                      <a:pt x="81" y="799"/>
                      <a:pt x="92" y="810"/>
                      <a:pt x="93" y="814"/>
                    </a:cubicBezTo>
                    <a:cubicBezTo>
                      <a:pt x="97" y="823"/>
                      <a:pt x="92" y="832"/>
                      <a:pt x="88" y="839"/>
                    </a:cubicBezTo>
                    <a:cubicBezTo>
                      <a:pt x="86" y="841"/>
                      <a:pt x="71" y="858"/>
                      <a:pt x="80" y="859"/>
                    </a:cubicBezTo>
                    <a:cubicBezTo>
                      <a:pt x="85" y="860"/>
                      <a:pt x="90" y="858"/>
                      <a:pt x="95" y="858"/>
                    </a:cubicBezTo>
                    <a:cubicBezTo>
                      <a:pt x="99" y="858"/>
                      <a:pt x="103" y="859"/>
                      <a:pt x="107" y="861"/>
                    </a:cubicBezTo>
                    <a:cubicBezTo>
                      <a:pt x="111" y="862"/>
                      <a:pt x="115" y="864"/>
                      <a:pt x="119" y="865"/>
                    </a:cubicBezTo>
                    <a:cubicBezTo>
                      <a:pt x="124" y="866"/>
                      <a:pt x="128" y="864"/>
                      <a:pt x="133" y="861"/>
                    </a:cubicBezTo>
                    <a:cubicBezTo>
                      <a:pt x="138" y="859"/>
                      <a:pt x="144" y="854"/>
                      <a:pt x="150" y="854"/>
                    </a:cubicBezTo>
                    <a:cubicBezTo>
                      <a:pt x="155" y="854"/>
                      <a:pt x="157" y="857"/>
                      <a:pt x="160" y="860"/>
                    </a:cubicBezTo>
                    <a:cubicBezTo>
                      <a:pt x="164" y="864"/>
                      <a:pt x="168" y="867"/>
                      <a:pt x="172" y="868"/>
                    </a:cubicBezTo>
                    <a:cubicBezTo>
                      <a:pt x="177" y="870"/>
                      <a:pt x="179" y="868"/>
                      <a:pt x="182" y="864"/>
                    </a:cubicBezTo>
                    <a:cubicBezTo>
                      <a:pt x="183" y="862"/>
                      <a:pt x="186" y="855"/>
                      <a:pt x="189" y="858"/>
                    </a:cubicBezTo>
                    <a:cubicBezTo>
                      <a:pt x="192" y="860"/>
                      <a:pt x="192" y="867"/>
                      <a:pt x="190" y="869"/>
                    </a:cubicBezTo>
                    <a:cubicBezTo>
                      <a:pt x="189" y="871"/>
                      <a:pt x="188" y="872"/>
                      <a:pt x="186" y="873"/>
                    </a:cubicBezTo>
                    <a:cubicBezTo>
                      <a:pt x="186" y="877"/>
                      <a:pt x="184" y="883"/>
                      <a:pt x="187" y="888"/>
                    </a:cubicBezTo>
                    <a:cubicBezTo>
                      <a:pt x="189" y="889"/>
                      <a:pt x="190" y="890"/>
                      <a:pt x="192" y="891"/>
                    </a:cubicBezTo>
                    <a:cubicBezTo>
                      <a:pt x="192" y="891"/>
                      <a:pt x="192" y="892"/>
                      <a:pt x="193" y="892"/>
                    </a:cubicBezTo>
                    <a:cubicBezTo>
                      <a:pt x="195" y="893"/>
                      <a:pt x="197" y="895"/>
                      <a:pt x="197" y="898"/>
                    </a:cubicBezTo>
                    <a:cubicBezTo>
                      <a:pt x="197" y="900"/>
                      <a:pt x="195" y="903"/>
                      <a:pt x="192" y="903"/>
                    </a:cubicBezTo>
                    <a:cubicBezTo>
                      <a:pt x="192" y="899"/>
                      <a:pt x="195" y="898"/>
                      <a:pt x="192" y="895"/>
                    </a:cubicBezTo>
                    <a:cubicBezTo>
                      <a:pt x="190" y="893"/>
                      <a:pt x="187" y="890"/>
                      <a:pt x="184" y="889"/>
                    </a:cubicBezTo>
                    <a:cubicBezTo>
                      <a:pt x="182" y="887"/>
                      <a:pt x="180" y="885"/>
                      <a:pt x="178" y="884"/>
                    </a:cubicBezTo>
                    <a:cubicBezTo>
                      <a:pt x="176" y="882"/>
                      <a:pt x="174" y="880"/>
                      <a:pt x="172" y="878"/>
                    </a:cubicBezTo>
                    <a:cubicBezTo>
                      <a:pt x="171" y="877"/>
                      <a:pt x="169" y="875"/>
                      <a:pt x="168" y="875"/>
                    </a:cubicBezTo>
                    <a:cubicBezTo>
                      <a:pt x="166" y="874"/>
                      <a:pt x="165" y="875"/>
                      <a:pt x="164" y="877"/>
                    </a:cubicBezTo>
                    <a:cubicBezTo>
                      <a:pt x="161" y="876"/>
                      <a:pt x="158" y="874"/>
                      <a:pt x="157" y="870"/>
                    </a:cubicBezTo>
                    <a:cubicBezTo>
                      <a:pt x="156" y="867"/>
                      <a:pt x="156" y="862"/>
                      <a:pt x="152" y="861"/>
                    </a:cubicBezTo>
                    <a:cubicBezTo>
                      <a:pt x="148" y="859"/>
                      <a:pt x="150" y="867"/>
                      <a:pt x="151" y="869"/>
                    </a:cubicBezTo>
                    <a:cubicBezTo>
                      <a:pt x="153" y="872"/>
                      <a:pt x="155" y="874"/>
                      <a:pt x="156" y="878"/>
                    </a:cubicBezTo>
                    <a:cubicBezTo>
                      <a:pt x="157" y="881"/>
                      <a:pt x="158" y="884"/>
                      <a:pt x="157" y="888"/>
                    </a:cubicBezTo>
                    <a:cubicBezTo>
                      <a:pt x="157" y="893"/>
                      <a:pt x="158" y="897"/>
                      <a:pt x="157" y="902"/>
                    </a:cubicBezTo>
                    <a:cubicBezTo>
                      <a:pt x="156" y="911"/>
                      <a:pt x="153" y="920"/>
                      <a:pt x="151" y="929"/>
                    </a:cubicBezTo>
                    <a:cubicBezTo>
                      <a:pt x="150" y="934"/>
                      <a:pt x="149" y="939"/>
                      <a:pt x="147" y="944"/>
                    </a:cubicBezTo>
                    <a:cubicBezTo>
                      <a:pt x="143" y="952"/>
                      <a:pt x="134" y="956"/>
                      <a:pt x="128" y="962"/>
                    </a:cubicBezTo>
                    <a:cubicBezTo>
                      <a:pt x="128" y="964"/>
                      <a:pt x="126" y="965"/>
                      <a:pt x="125" y="967"/>
                    </a:cubicBezTo>
                    <a:cubicBezTo>
                      <a:pt x="124" y="968"/>
                      <a:pt x="123" y="970"/>
                      <a:pt x="122" y="971"/>
                    </a:cubicBezTo>
                    <a:cubicBezTo>
                      <a:pt x="120" y="974"/>
                      <a:pt x="119" y="978"/>
                      <a:pt x="117" y="981"/>
                    </a:cubicBezTo>
                    <a:cubicBezTo>
                      <a:pt x="114" y="984"/>
                      <a:pt x="111" y="985"/>
                      <a:pt x="107" y="986"/>
                    </a:cubicBezTo>
                    <a:cubicBezTo>
                      <a:pt x="105" y="987"/>
                      <a:pt x="101" y="988"/>
                      <a:pt x="101" y="991"/>
                    </a:cubicBezTo>
                    <a:cubicBezTo>
                      <a:pt x="103" y="993"/>
                      <a:pt x="105" y="993"/>
                      <a:pt x="107" y="994"/>
                    </a:cubicBezTo>
                    <a:cubicBezTo>
                      <a:pt x="109" y="995"/>
                      <a:pt x="110" y="997"/>
                      <a:pt x="111" y="999"/>
                    </a:cubicBezTo>
                    <a:cubicBezTo>
                      <a:pt x="114" y="1002"/>
                      <a:pt x="113" y="1008"/>
                      <a:pt x="113" y="1011"/>
                    </a:cubicBezTo>
                    <a:cubicBezTo>
                      <a:pt x="113" y="1016"/>
                      <a:pt x="112" y="1021"/>
                      <a:pt x="110" y="1026"/>
                    </a:cubicBezTo>
                    <a:cubicBezTo>
                      <a:pt x="108" y="1029"/>
                      <a:pt x="105" y="1032"/>
                      <a:pt x="103" y="1035"/>
                    </a:cubicBezTo>
                    <a:cubicBezTo>
                      <a:pt x="101" y="1038"/>
                      <a:pt x="100" y="1042"/>
                      <a:pt x="100" y="1046"/>
                    </a:cubicBezTo>
                    <a:cubicBezTo>
                      <a:pt x="99" y="1048"/>
                      <a:pt x="99" y="1048"/>
                      <a:pt x="100" y="1050"/>
                    </a:cubicBezTo>
                    <a:cubicBezTo>
                      <a:pt x="101" y="1051"/>
                      <a:pt x="101" y="1052"/>
                      <a:pt x="102" y="1053"/>
                    </a:cubicBezTo>
                    <a:cubicBezTo>
                      <a:pt x="104" y="1056"/>
                      <a:pt x="104" y="1058"/>
                      <a:pt x="101" y="1060"/>
                    </a:cubicBezTo>
                    <a:cubicBezTo>
                      <a:pt x="97" y="1062"/>
                      <a:pt x="95" y="1063"/>
                      <a:pt x="93" y="1067"/>
                    </a:cubicBezTo>
                    <a:cubicBezTo>
                      <a:pt x="92" y="1070"/>
                      <a:pt x="90" y="1072"/>
                      <a:pt x="88" y="1075"/>
                    </a:cubicBezTo>
                    <a:cubicBezTo>
                      <a:pt x="86" y="1077"/>
                      <a:pt x="84" y="1079"/>
                      <a:pt x="83" y="1081"/>
                    </a:cubicBezTo>
                    <a:cubicBezTo>
                      <a:pt x="81" y="1086"/>
                      <a:pt x="80" y="1091"/>
                      <a:pt x="80" y="1096"/>
                    </a:cubicBezTo>
                    <a:cubicBezTo>
                      <a:pt x="80" y="1100"/>
                      <a:pt x="81" y="1106"/>
                      <a:pt x="80" y="1110"/>
                    </a:cubicBezTo>
                    <a:cubicBezTo>
                      <a:pt x="80" y="1111"/>
                      <a:pt x="80" y="1110"/>
                      <a:pt x="80" y="1110"/>
                    </a:cubicBezTo>
                    <a:cubicBezTo>
                      <a:pt x="80" y="1110"/>
                      <a:pt x="79" y="1112"/>
                      <a:pt x="79" y="1112"/>
                    </a:cubicBezTo>
                    <a:cubicBezTo>
                      <a:pt x="79" y="1113"/>
                      <a:pt x="79" y="1114"/>
                      <a:pt x="78" y="1115"/>
                    </a:cubicBezTo>
                    <a:cubicBezTo>
                      <a:pt x="77" y="1117"/>
                      <a:pt x="75" y="1118"/>
                      <a:pt x="74" y="1120"/>
                    </a:cubicBezTo>
                    <a:cubicBezTo>
                      <a:pt x="73" y="1121"/>
                      <a:pt x="73" y="1121"/>
                      <a:pt x="72" y="1122"/>
                    </a:cubicBezTo>
                    <a:cubicBezTo>
                      <a:pt x="70" y="1126"/>
                      <a:pt x="68" y="1129"/>
                      <a:pt x="65" y="1132"/>
                    </a:cubicBezTo>
                    <a:cubicBezTo>
                      <a:pt x="63" y="1135"/>
                      <a:pt x="61" y="1136"/>
                      <a:pt x="59" y="1138"/>
                    </a:cubicBezTo>
                    <a:cubicBezTo>
                      <a:pt x="57" y="1139"/>
                      <a:pt x="55" y="1140"/>
                      <a:pt x="54" y="1142"/>
                    </a:cubicBezTo>
                    <a:cubicBezTo>
                      <a:pt x="52" y="1144"/>
                      <a:pt x="50" y="1144"/>
                      <a:pt x="48" y="1146"/>
                    </a:cubicBezTo>
                    <a:cubicBezTo>
                      <a:pt x="46" y="1148"/>
                      <a:pt x="47" y="1150"/>
                      <a:pt x="47" y="1153"/>
                    </a:cubicBezTo>
                    <a:cubicBezTo>
                      <a:pt x="47" y="1157"/>
                      <a:pt x="50" y="1167"/>
                      <a:pt x="44" y="1168"/>
                    </a:cubicBezTo>
                    <a:cubicBezTo>
                      <a:pt x="43" y="1168"/>
                      <a:pt x="42" y="1169"/>
                      <a:pt x="41" y="1169"/>
                    </a:cubicBezTo>
                    <a:cubicBezTo>
                      <a:pt x="41" y="1169"/>
                      <a:pt x="40" y="1169"/>
                      <a:pt x="40" y="1170"/>
                    </a:cubicBezTo>
                    <a:cubicBezTo>
                      <a:pt x="39" y="1170"/>
                      <a:pt x="39" y="1171"/>
                      <a:pt x="39" y="1172"/>
                    </a:cubicBezTo>
                    <a:cubicBezTo>
                      <a:pt x="38" y="1174"/>
                      <a:pt x="36" y="1174"/>
                      <a:pt x="34" y="1173"/>
                    </a:cubicBezTo>
                    <a:cubicBezTo>
                      <a:pt x="32" y="1173"/>
                      <a:pt x="30" y="1172"/>
                      <a:pt x="28" y="1173"/>
                    </a:cubicBezTo>
                    <a:cubicBezTo>
                      <a:pt x="25" y="1175"/>
                      <a:pt x="27" y="1178"/>
                      <a:pt x="27" y="1180"/>
                    </a:cubicBezTo>
                    <a:cubicBezTo>
                      <a:pt x="28" y="1185"/>
                      <a:pt x="29" y="1191"/>
                      <a:pt x="23" y="1192"/>
                    </a:cubicBezTo>
                    <a:cubicBezTo>
                      <a:pt x="20" y="1193"/>
                      <a:pt x="18" y="1191"/>
                      <a:pt x="16" y="1192"/>
                    </a:cubicBezTo>
                    <a:cubicBezTo>
                      <a:pt x="12" y="1193"/>
                      <a:pt x="12" y="1196"/>
                      <a:pt x="9" y="1198"/>
                    </a:cubicBezTo>
                    <a:cubicBezTo>
                      <a:pt x="7" y="1199"/>
                      <a:pt x="4" y="1200"/>
                      <a:pt x="3" y="1203"/>
                    </a:cubicBezTo>
                    <a:cubicBezTo>
                      <a:pt x="2" y="1204"/>
                      <a:pt x="2" y="1205"/>
                      <a:pt x="1" y="1206"/>
                    </a:cubicBezTo>
                    <a:cubicBezTo>
                      <a:pt x="1" y="1207"/>
                      <a:pt x="0" y="1208"/>
                      <a:pt x="0" y="1210"/>
                    </a:cubicBezTo>
                    <a:cubicBezTo>
                      <a:pt x="1" y="1210"/>
                      <a:pt x="3" y="1210"/>
                      <a:pt x="4" y="1211"/>
                    </a:cubicBezTo>
                    <a:cubicBezTo>
                      <a:pt x="5" y="1213"/>
                      <a:pt x="4" y="1214"/>
                      <a:pt x="5" y="1216"/>
                    </a:cubicBezTo>
                    <a:cubicBezTo>
                      <a:pt x="5" y="1219"/>
                      <a:pt x="10" y="1220"/>
                      <a:pt x="12" y="1220"/>
                    </a:cubicBezTo>
                    <a:cubicBezTo>
                      <a:pt x="16" y="1220"/>
                      <a:pt x="16" y="1215"/>
                      <a:pt x="19" y="1213"/>
                    </a:cubicBezTo>
                    <a:cubicBezTo>
                      <a:pt x="24" y="1211"/>
                      <a:pt x="25" y="1214"/>
                      <a:pt x="29" y="1216"/>
                    </a:cubicBezTo>
                    <a:cubicBezTo>
                      <a:pt x="32" y="1217"/>
                      <a:pt x="36" y="1217"/>
                      <a:pt x="40" y="1217"/>
                    </a:cubicBezTo>
                    <a:cubicBezTo>
                      <a:pt x="43" y="1216"/>
                      <a:pt x="45" y="1216"/>
                      <a:pt x="49" y="1218"/>
                    </a:cubicBezTo>
                    <a:cubicBezTo>
                      <a:pt x="53" y="1220"/>
                      <a:pt x="56" y="1217"/>
                      <a:pt x="60" y="1217"/>
                    </a:cubicBezTo>
                    <a:cubicBezTo>
                      <a:pt x="63" y="1217"/>
                      <a:pt x="67" y="1219"/>
                      <a:pt x="70" y="1218"/>
                    </a:cubicBezTo>
                    <a:cubicBezTo>
                      <a:pt x="72" y="1218"/>
                      <a:pt x="72" y="1218"/>
                      <a:pt x="73" y="1217"/>
                    </a:cubicBezTo>
                    <a:cubicBezTo>
                      <a:pt x="75" y="1215"/>
                      <a:pt x="76" y="1214"/>
                      <a:pt x="78" y="1212"/>
                    </a:cubicBezTo>
                    <a:cubicBezTo>
                      <a:pt x="80" y="1212"/>
                      <a:pt x="85" y="1210"/>
                      <a:pt x="86" y="1212"/>
                    </a:cubicBezTo>
                    <a:cubicBezTo>
                      <a:pt x="87" y="1213"/>
                      <a:pt x="87" y="1215"/>
                      <a:pt x="87" y="1217"/>
                    </a:cubicBezTo>
                    <a:cubicBezTo>
                      <a:pt x="88" y="1220"/>
                      <a:pt x="90" y="1223"/>
                      <a:pt x="94" y="1222"/>
                    </a:cubicBezTo>
                    <a:cubicBezTo>
                      <a:pt x="98" y="1221"/>
                      <a:pt x="101" y="1219"/>
                      <a:pt x="105" y="1221"/>
                    </a:cubicBezTo>
                    <a:cubicBezTo>
                      <a:pt x="108" y="1222"/>
                      <a:pt x="110" y="1226"/>
                      <a:pt x="112" y="1228"/>
                    </a:cubicBezTo>
                    <a:cubicBezTo>
                      <a:pt x="114" y="1231"/>
                      <a:pt x="117" y="1232"/>
                      <a:pt x="121" y="1233"/>
                    </a:cubicBezTo>
                    <a:cubicBezTo>
                      <a:pt x="123" y="1233"/>
                      <a:pt x="125" y="1234"/>
                      <a:pt x="127" y="1235"/>
                    </a:cubicBezTo>
                    <a:cubicBezTo>
                      <a:pt x="129" y="1235"/>
                      <a:pt x="131" y="1237"/>
                      <a:pt x="133" y="1237"/>
                    </a:cubicBezTo>
                    <a:cubicBezTo>
                      <a:pt x="135" y="1237"/>
                      <a:pt x="136" y="1236"/>
                      <a:pt x="138" y="1237"/>
                    </a:cubicBezTo>
                    <a:cubicBezTo>
                      <a:pt x="139" y="1238"/>
                      <a:pt x="141" y="1240"/>
                      <a:pt x="142" y="1242"/>
                    </a:cubicBezTo>
                    <a:cubicBezTo>
                      <a:pt x="145" y="1244"/>
                      <a:pt x="148" y="1247"/>
                      <a:pt x="152" y="1248"/>
                    </a:cubicBezTo>
                    <a:cubicBezTo>
                      <a:pt x="154" y="1249"/>
                      <a:pt x="155" y="1250"/>
                      <a:pt x="157" y="1250"/>
                    </a:cubicBezTo>
                    <a:cubicBezTo>
                      <a:pt x="159" y="1250"/>
                      <a:pt x="161" y="1249"/>
                      <a:pt x="163" y="1250"/>
                    </a:cubicBezTo>
                    <a:cubicBezTo>
                      <a:pt x="165" y="1250"/>
                      <a:pt x="167" y="1252"/>
                      <a:pt x="169" y="1252"/>
                    </a:cubicBezTo>
                    <a:cubicBezTo>
                      <a:pt x="171" y="1252"/>
                      <a:pt x="173" y="1251"/>
                      <a:pt x="175" y="1251"/>
                    </a:cubicBezTo>
                    <a:cubicBezTo>
                      <a:pt x="178" y="1252"/>
                      <a:pt x="179" y="1254"/>
                      <a:pt x="181" y="1256"/>
                    </a:cubicBezTo>
                    <a:cubicBezTo>
                      <a:pt x="183" y="1258"/>
                      <a:pt x="186" y="1258"/>
                      <a:pt x="188" y="1260"/>
                    </a:cubicBezTo>
                    <a:cubicBezTo>
                      <a:pt x="189" y="1261"/>
                      <a:pt x="189" y="1261"/>
                      <a:pt x="189" y="1261"/>
                    </a:cubicBezTo>
                    <a:cubicBezTo>
                      <a:pt x="189" y="1261"/>
                      <a:pt x="189" y="1262"/>
                      <a:pt x="189" y="1263"/>
                    </a:cubicBezTo>
                    <a:cubicBezTo>
                      <a:pt x="189" y="1263"/>
                      <a:pt x="190" y="1264"/>
                      <a:pt x="191" y="1264"/>
                    </a:cubicBezTo>
                    <a:cubicBezTo>
                      <a:pt x="193" y="1267"/>
                      <a:pt x="194" y="1271"/>
                      <a:pt x="197" y="1274"/>
                    </a:cubicBezTo>
                    <a:cubicBezTo>
                      <a:pt x="199" y="1277"/>
                      <a:pt x="201" y="1279"/>
                      <a:pt x="203" y="1281"/>
                    </a:cubicBezTo>
                    <a:cubicBezTo>
                      <a:pt x="206" y="1283"/>
                      <a:pt x="208" y="1284"/>
                      <a:pt x="210" y="1287"/>
                    </a:cubicBezTo>
                    <a:cubicBezTo>
                      <a:pt x="212" y="1291"/>
                      <a:pt x="214" y="1295"/>
                      <a:pt x="217" y="1297"/>
                    </a:cubicBezTo>
                    <a:cubicBezTo>
                      <a:pt x="221" y="1300"/>
                      <a:pt x="227" y="1301"/>
                      <a:pt x="232" y="1301"/>
                    </a:cubicBezTo>
                    <a:cubicBezTo>
                      <a:pt x="235" y="1301"/>
                      <a:pt x="241" y="1300"/>
                      <a:pt x="242" y="1297"/>
                    </a:cubicBezTo>
                    <a:cubicBezTo>
                      <a:pt x="243" y="1295"/>
                      <a:pt x="243" y="1293"/>
                      <a:pt x="245" y="1292"/>
                    </a:cubicBezTo>
                    <a:cubicBezTo>
                      <a:pt x="247" y="1291"/>
                      <a:pt x="249" y="1290"/>
                      <a:pt x="251" y="1291"/>
                    </a:cubicBezTo>
                    <a:cubicBezTo>
                      <a:pt x="254" y="1291"/>
                      <a:pt x="256" y="1293"/>
                      <a:pt x="258" y="1293"/>
                    </a:cubicBezTo>
                    <a:cubicBezTo>
                      <a:pt x="260" y="1293"/>
                      <a:pt x="261" y="1292"/>
                      <a:pt x="263" y="1291"/>
                    </a:cubicBezTo>
                    <a:cubicBezTo>
                      <a:pt x="265" y="1291"/>
                      <a:pt x="267" y="1290"/>
                      <a:pt x="269" y="1289"/>
                    </a:cubicBezTo>
                    <a:cubicBezTo>
                      <a:pt x="272" y="1289"/>
                      <a:pt x="273" y="1290"/>
                      <a:pt x="275" y="1293"/>
                    </a:cubicBezTo>
                    <a:cubicBezTo>
                      <a:pt x="277" y="1294"/>
                      <a:pt x="279" y="1296"/>
                      <a:pt x="281" y="1297"/>
                    </a:cubicBezTo>
                    <a:cubicBezTo>
                      <a:pt x="283" y="1297"/>
                      <a:pt x="286" y="1295"/>
                      <a:pt x="289" y="1294"/>
                    </a:cubicBezTo>
                    <a:cubicBezTo>
                      <a:pt x="290" y="1291"/>
                      <a:pt x="290" y="1290"/>
                      <a:pt x="292" y="1289"/>
                    </a:cubicBezTo>
                    <a:cubicBezTo>
                      <a:pt x="295" y="1289"/>
                      <a:pt x="297" y="1288"/>
                      <a:pt x="300" y="1287"/>
                    </a:cubicBezTo>
                    <a:cubicBezTo>
                      <a:pt x="301" y="1287"/>
                      <a:pt x="302" y="1287"/>
                      <a:pt x="303" y="1287"/>
                    </a:cubicBezTo>
                    <a:cubicBezTo>
                      <a:pt x="304" y="1286"/>
                      <a:pt x="306" y="1285"/>
                      <a:pt x="307" y="1284"/>
                    </a:cubicBezTo>
                    <a:cubicBezTo>
                      <a:pt x="310" y="1282"/>
                      <a:pt x="312" y="1279"/>
                      <a:pt x="314" y="1277"/>
                    </a:cubicBezTo>
                    <a:cubicBezTo>
                      <a:pt x="315" y="1276"/>
                      <a:pt x="316" y="1274"/>
                      <a:pt x="317" y="1274"/>
                    </a:cubicBezTo>
                    <a:cubicBezTo>
                      <a:pt x="318" y="1273"/>
                      <a:pt x="320" y="1273"/>
                      <a:pt x="322" y="1273"/>
                    </a:cubicBezTo>
                    <a:cubicBezTo>
                      <a:pt x="326" y="1273"/>
                      <a:pt x="327" y="1276"/>
                      <a:pt x="331" y="1277"/>
                    </a:cubicBezTo>
                    <a:cubicBezTo>
                      <a:pt x="334" y="1278"/>
                      <a:pt x="338" y="1277"/>
                      <a:pt x="342" y="1279"/>
                    </a:cubicBezTo>
                    <a:cubicBezTo>
                      <a:pt x="345" y="1281"/>
                      <a:pt x="348" y="1283"/>
                      <a:pt x="350" y="1279"/>
                    </a:cubicBezTo>
                    <a:cubicBezTo>
                      <a:pt x="351" y="1279"/>
                      <a:pt x="351" y="1278"/>
                      <a:pt x="352" y="1277"/>
                    </a:cubicBezTo>
                    <a:cubicBezTo>
                      <a:pt x="351" y="1259"/>
                      <a:pt x="351" y="1259"/>
                      <a:pt x="351" y="1259"/>
                    </a:cubicBezTo>
                    <a:cubicBezTo>
                      <a:pt x="357" y="1222"/>
                      <a:pt x="358" y="1183"/>
                      <a:pt x="358" y="1183"/>
                    </a:cubicBezTo>
                    <a:cubicBezTo>
                      <a:pt x="387" y="1138"/>
                      <a:pt x="387" y="1138"/>
                      <a:pt x="387" y="1138"/>
                    </a:cubicBezTo>
                    <a:cubicBezTo>
                      <a:pt x="416" y="1128"/>
                      <a:pt x="416" y="1128"/>
                      <a:pt x="416" y="1128"/>
                    </a:cubicBezTo>
                    <a:cubicBezTo>
                      <a:pt x="451" y="1096"/>
                      <a:pt x="451" y="1096"/>
                      <a:pt x="451" y="1096"/>
                    </a:cubicBezTo>
                    <a:cubicBezTo>
                      <a:pt x="506" y="1097"/>
                      <a:pt x="506" y="1097"/>
                      <a:pt x="506" y="1097"/>
                    </a:cubicBezTo>
                    <a:cubicBezTo>
                      <a:pt x="529" y="1058"/>
                      <a:pt x="529" y="1058"/>
                      <a:pt x="529" y="1058"/>
                    </a:cubicBezTo>
                    <a:cubicBezTo>
                      <a:pt x="499" y="1055"/>
                      <a:pt x="499" y="1055"/>
                      <a:pt x="499" y="1055"/>
                    </a:cubicBezTo>
                    <a:cubicBezTo>
                      <a:pt x="476" y="974"/>
                      <a:pt x="476" y="974"/>
                      <a:pt x="476" y="974"/>
                    </a:cubicBezTo>
                    <a:cubicBezTo>
                      <a:pt x="515" y="906"/>
                      <a:pt x="515" y="906"/>
                      <a:pt x="515" y="906"/>
                    </a:cubicBezTo>
                    <a:cubicBezTo>
                      <a:pt x="557" y="903"/>
                      <a:pt x="557" y="903"/>
                      <a:pt x="557" y="903"/>
                    </a:cubicBezTo>
                    <a:cubicBezTo>
                      <a:pt x="599" y="859"/>
                      <a:pt x="599" y="859"/>
                      <a:pt x="599" y="859"/>
                    </a:cubicBezTo>
                    <a:cubicBezTo>
                      <a:pt x="601" y="833"/>
                      <a:pt x="601" y="833"/>
                      <a:pt x="601" y="833"/>
                    </a:cubicBezTo>
                    <a:cubicBezTo>
                      <a:pt x="579" y="826"/>
                      <a:pt x="579" y="826"/>
                      <a:pt x="579" y="826"/>
                    </a:cubicBezTo>
                    <a:cubicBezTo>
                      <a:pt x="553" y="756"/>
                      <a:pt x="553" y="756"/>
                      <a:pt x="553" y="756"/>
                    </a:cubicBezTo>
                    <a:cubicBezTo>
                      <a:pt x="568" y="725"/>
                      <a:pt x="568" y="725"/>
                      <a:pt x="568" y="725"/>
                    </a:cubicBezTo>
                    <a:cubicBezTo>
                      <a:pt x="542" y="683"/>
                      <a:pt x="542" y="683"/>
                      <a:pt x="542" y="683"/>
                    </a:cubicBezTo>
                    <a:cubicBezTo>
                      <a:pt x="538" y="661"/>
                      <a:pt x="538" y="661"/>
                      <a:pt x="538" y="661"/>
                    </a:cubicBezTo>
                    <a:cubicBezTo>
                      <a:pt x="641" y="693"/>
                      <a:pt x="641" y="693"/>
                      <a:pt x="641" y="693"/>
                    </a:cubicBezTo>
                    <a:cubicBezTo>
                      <a:pt x="689" y="644"/>
                      <a:pt x="689" y="644"/>
                      <a:pt x="689" y="644"/>
                    </a:cubicBezTo>
                    <a:cubicBezTo>
                      <a:pt x="699" y="614"/>
                      <a:pt x="699" y="614"/>
                      <a:pt x="699" y="614"/>
                    </a:cubicBezTo>
                    <a:cubicBezTo>
                      <a:pt x="685" y="574"/>
                      <a:pt x="685" y="574"/>
                      <a:pt x="685" y="574"/>
                    </a:cubicBezTo>
                    <a:cubicBezTo>
                      <a:pt x="700" y="548"/>
                      <a:pt x="700" y="548"/>
                      <a:pt x="700" y="548"/>
                    </a:cubicBezTo>
                    <a:cubicBezTo>
                      <a:pt x="725" y="552"/>
                      <a:pt x="725" y="552"/>
                      <a:pt x="725" y="552"/>
                    </a:cubicBezTo>
                    <a:cubicBezTo>
                      <a:pt x="744" y="536"/>
                      <a:pt x="744" y="536"/>
                      <a:pt x="744" y="536"/>
                    </a:cubicBezTo>
                    <a:cubicBezTo>
                      <a:pt x="744" y="501"/>
                      <a:pt x="744" y="501"/>
                      <a:pt x="744" y="501"/>
                    </a:cubicBezTo>
                    <a:cubicBezTo>
                      <a:pt x="766" y="465"/>
                      <a:pt x="766" y="465"/>
                      <a:pt x="766" y="465"/>
                    </a:cubicBezTo>
                    <a:cubicBezTo>
                      <a:pt x="781" y="404"/>
                      <a:pt x="781" y="404"/>
                      <a:pt x="781" y="404"/>
                    </a:cubicBezTo>
                    <a:cubicBezTo>
                      <a:pt x="775" y="362"/>
                      <a:pt x="775" y="362"/>
                      <a:pt x="775" y="362"/>
                    </a:cubicBezTo>
                    <a:cubicBezTo>
                      <a:pt x="774" y="358"/>
                      <a:pt x="774" y="358"/>
                      <a:pt x="774" y="358"/>
                    </a:cubicBezTo>
                    <a:cubicBezTo>
                      <a:pt x="807" y="358"/>
                      <a:pt x="807" y="358"/>
                      <a:pt x="807" y="358"/>
                    </a:cubicBezTo>
                    <a:cubicBezTo>
                      <a:pt x="822" y="337"/>
                      <a:pt x="853" y="316"/>
                      <a:pt x="853" y="316"/>
                    </a:cubicBezTo>
                    <a:cubicBezTo>
                      <a:pt x="897" y="316"/>
                      <a:pt x="897" y="316"/>
                      <a:pt x="897" y="316"/>
                    </a:cubicBezTo>
                    <a:cubicBezTo>
                      <a:pt x="928" y="301"/>
                      <a:pt x="967" y="267"/>
                      <a:pt x="967" y="267"/>
                    </a:cubicBezTo>
                    <a:lnTo>
                      <a:pt x="955" y="232"/>
                    </a:lnTo>
                    <a:close/>
                    <a:moveTo>
                      <a:pt x="403" y="316"/>
                    </a:moveTo>
                    <a:cubicBezTo>
                      <a:pt x="402" y="316"/>
                      <a:pt x="402" y="317"/>
                      <a:pt x="402" y="317"/>
                    </a:cubicBezTo>
                    <a:cubicBezTo>
                      <a:pt x="402" y="317"/>
                      <a:pt x="402" y="317"/>
                      <a:pt x="402" y="316"/>
                    </a:cubicBezTo>
                    <a:cubicBezTo>
                      <a:pt x="402" y="316"/>
                      <a:pt x="402" y="316"/>
                      <a:pt x="402" y="316"/>
                    </a:cubicBezTo>
                    <a:cubicBezTo>
                      <a:pt x="402" y="316"/>
                      <a:pt x="402" y="316"/>
                      <a:pt x="402" y="316"/>
                    </a:cubicBezTo>
                    <a:cubicBezTo>
                      <a:pt x="403" y="316"/>
                      <a:pt x="403" y="316"/>
                      <a:pt x="403" y="315"/>
                    </a:cubicBezTo>
                    <a:cubicBezTo>
                      <a:pt x="403" y="315"/>
                      <a:pt x="403" y="316"/>
                      <a:pt x="403" y="316"/>
                    </a:cubicBezTo>
                    <a:close/>
                    <a:moveTo>
                      <a:pt x="413" y="311"/>
                    </a:moveTo>
                    <a:cubicBezTo>
                      <a:pt x="411" y="312"/>
                      <a:pt x="409" y="312"/>
                      <a:pt x="407" y="313"/>
                    </a:cubicBezTo>
                    <a:cubicBezTo>
                      <a:pt x="405" y="313"/>
                      <a:pt x="404" y="314"/>
                      <a:pt x="403" y="315"/>
                    </a:cubicBezTo>
                    <a:cubicBezTo>
                      <a:pt x="404" y="314"/>
                      <a:pt x="404" y="313"/>
                      <a:pt x="405" y="312"/>
                    </a:cubicBezTo>
                    <a:cubicBezTo>
                      <a:pt x="406" y="310"/>
                      <a:pt x="408" y="307"/>
                      <a:pt x="410" y="304"/>
                    </a:cubicBezTo>
                    <a:cubicBezTo>
                      <a:pt x="410" y="303"/>
                      <a:pt x="412" y="297"/>
                      <a:pt x="413" y="298"/>
                    </a:cubicBezTo>
                    <a:cubicBezTo>
                      <a:pt x="415" y="298"/>
                      <a:pt x="413" y="301"/>
                      <a:pt x="413" y="301"/>
                    </a:cubicBezTo>
                    <a:cubicBezTo>
                      <a:pt x="412" y="303"/>
                      <a:pt x="412" y="303"/>
                      <a:pt x="412" y="305"/>
                    </a:cubicBezTo>
                    <a:cubicBezTo>
                      <a:pt x="414" y="304"/>
                      <a:pt x="417" y="304"/>
                      <a:pt x="417" y="306"/>
                    </a:cubicBezTo>
                    <a:cubicBezTo>
                      <a:pt x="418" y="308"/>
                      <a:pt x="414" y="310"/>
                      <a:pt x="413" y="3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0" name="Freeform 1999">
                <a:extLst>
                  <a:ext uri="{FF2B5EF4-FFF2-40B4-BE49-F238E27FC236}">
                    <a16:creationId xmlns:a16="http://schemas.microsoft.com/office/drawing/2014/main" id="{63B5BE20-8D2F-5949-B4FF-2989396BA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3710"/>
                <a:ext cx="5" cy="3"/>
              </a:xfrm>
              <a:custGeom>
                <a:avLst/>
                <a:gdLst>
                  <a:gd name="T0" fmla="*/ 8 w 13"/>
                  <a:gd name="T1" fmla="*/ 0 h 6"/>
                  <a:gd name="T2" fmla="*/ 13 w 13"/>
                  <a:gd name="T3" fmla="*/ 4 h 6"/>
                  <a:gd name="T4" fmla="*/ 3 w 13"/>
                  <a:gd name="T5" fmla="*/ 5 h 6"/>
                  <a:gd name="T6" fmla="*/ 2 w 13"/>
                  <a:gd name="T7" fmla="*/ 1 h 6"/>
                  <a:gd name="T8" fmla="*/ 8 w 1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8" y="0"/>
                    </a:moveTo>
                    <a:cubicBezTo>
                      <a:pt x="10" y="0"/>
                      <a:pt x="13" y="1"/>
                      <a:pt x="13" y="4"/>
                    </a:cubicBezTo>
                    <a:cubicBezTo>
                      <a:pt x="12" y="6"/>
                      <a:pt x="4" y="5"/>
                      <a:pt x="3" y="5"/>
                    </a:cubicBezTo>
                    <a:cubicBezTo>
                      <a:pt x="1" y="5"/>
                      <a:pt x="0" y="2"/>
                      <a:pt x="2" y="1"/>
                    </a:cubicBezTo>
                    <a:cubicBezTo>
                      <a:pt x="3" y="0"/>
                      <a:pt x="6" y="0"/>
                      <a:pt x="8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1" name="Freeform 2000">
                <a:extLst>
                  <a:ext uri="{FF2B5EF4-FFF2-40B4-BE49-F238E27FC236}">
                    <a16:creationId xmlns:a16="http://schemas.microsoft.com/office/drawing/2014/main" id="{DC2274DB-11FF-5940-82A4-06497C87F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688"/>
                <a:ext cx="5" cy="4"/>
              </a:xfrm>
              <a:custGeom>
                <a:avLst/>
                <a:gdLst>
                  <a:gd name="T0" fmla="*/ 4 w 11"/>
                  <a:gd name="T1" fmla="*/ 0 h 10"/>
                  <a:gd name="T2" fmla="*/ 11 w 11"/>
                  <a:gd name="T3" fmla="*/ 2 h 10"/>
                  <a:gd name="T4" fmla="*/ 4 w 11"/>
                  <a:gd name="T5" fmla="*/ 6 h 10"/>
                  <a:gd name="T6" fmla="*/ 3 w 11"/>
                  <a:gd name="T7" fmla="*/ 9 h 10"/>
                  <a:gd name="T8" fmla="*/ 0 w 11"/>
                  <a:gd name="T9" fmla="*/ 9 h 10"/>
                  <a:gd name="T10" fmla="*/ 4 w 1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6" y="0"/>
                      <a:pt x="10" y="0"/>
                      <a:pt x="11" y="2"/>
                    </a:cubicBezTo>
                    <a:cubicBezTo>
                      <a:pt x="11" y="5"/>
                      <a:pt x="5" y="4"/>
                      <a:pt x="4" y="6"/>
                    </a:cubicBezTo>
                    <a:cubicBezTo>
                      <a:pt x="3" y="7"/>
                      <a:pt x="4" y="8"/>
                      <a:pt x="3" y="9"/>
                    </a:cubicBezTo>
                    <a:cubicBezTo>
                      <a:pt x="3" y="9"/>
                      <a:pt x="1" y="10"/>
                      <a:pt x="0" y="9"/>
                    </a:cubicBezTo>
                    <a:cubicBezTo>
                      <a:pt x="0" y="7"/>
                      <a:pt x="1" y="1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2" name="Freeform 2001">
                <a:extLst>
                  <a:ext uri="{FF2B5EF4-FFF2-40B4-BE49-F238E27FC236}">
                    <a16:creationId xmlns:a16="http://schemas.microsoft.com/office/drawing/2014/main" id="{F88FADEA-7C6C-8B4A-B88D-A18E4AA3E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689"/>
                <a:ext cx="9" cy="6"/>
              </a:xfrm>
              <a:custGeom>
                <a:avLst/>
                <a:gdLst>
                  <a:gd name="T0" fmla="*/ 13 w 22"/>
                  <a:gd name="T1" fmla="*/ 1 h 13"/>
                  <a:gd name="T2" fmla="*/ 22 w 22"/>
                  <a:gd name="T3" fmla="*/ 7 h 13"/>
                  <a:gd name="T4" fmla="*/ 10 w 22"/>
                  <a:gd name="T5" fmla="*/ 12 h 13"/>
                  <a:gd name="T6" fmla="*/ 2 w 22"/>
                  <a:gd name="T7" fmla="*/ 10 h 13"/>
                  <a:gd name="T8" fmla="*/ 3 w 22"/>
                  <a:gd name="T9" fmla="*/ 4 h 13"/>
                  <a:gd name="T10" fmla="*/ 13 w 22"/>
                  <a:gd name="T1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3">
                    <a:moveTo>
                      <a:pt x="13" y="1"/>
                    </a:moveTo>
                    <a:cubicBezTo>
                      <a:pt x="16" y="2"/>
                      <a:pt x="22" y="3"/>
                      <a:pt x="22" y="7"/>
                    </a:cubicBezTo>
                    <a:cubicBezTo>
                      <a:pt x="21" y="13"/>
                      <a:pt x="15" y="13"/>
                      <a:pt x="10" y="12"/>
                    </a:cubicBezTo>
                    <a:cubicBezTo>
                      <a:pt x="7" y="12"/>
                      <a:pt x="4" y="12"/>
                      <a:pt x="2" y="10"/>
                    </a:cubicBezTo>
                    <a:cubicBezTo>
                      <a:pt x="0" y="8"/>
                      <a:pt x="1" y="5"/>
                      <a:pt x="3" y="4"/>
                    </a:cubicBezTo>
                    <a:cubicBezTo>
                      <a:pt x="7" y="1"/>
                      <a:pt x="9" y="0"/>
                      <a:pt x="1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3" name="Freeform 2002">
                <a:extLst>
                  <a:ext uri="{FF2B5EF4-FFF2-40B4-BE49-F238E27FC236}">
                    <a16:creationId xmlns:a16="http://schemas.microsoft.com/office/drawing/2014/main" id="{E5C0F175-0EE2-574E-8AAD-8BF572926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3710"/>
                <a:ext cx="5" cy="3"/>
              </a:xfrm>
              <a:custGeom>
                <a:avLst/>
                <a:gdLst>
                  <a:gd name="T0" fmla="*/ 8 w 13"/>
                  <a:gd name="T1" fmla="*/ 0 h 6"/>
                  <a:gd name="T2" fmla="*/ 13 w 13"/>
                  <a:gd name="T3" fmla="*/ 4 h 6"/>
                  <a:gd name="T4" fmla="*/ 3 w 13"/>
                  <a:gd name="T5" fmla="*/ 5 h 6"/>
                  <a:gd name="T6" fmla="*/ 2 w 13"/>
                  <a:gd name="T7" fmla="*/ 1 h 6"/>
                  <a:gd name="T8" fmla="*/ 8 w 1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8" y="0"/>
                    </a:moveTo>
                    <a:cubicBezTo>
                      <a:pt x="10" y="0"/>
                      <a:pt x="13" y="1"/>
                      <a:pt x="13" y="4"/>
                    </a:cubicBezTo>
                    <a:cubicBezTo>
                      <a:pt x="12" y="6"/>
                      <a:pt x="4" y="5"/>
                      <a:pt x="3" y="5"/>
                    </a:cubicBezTo>
                    <a:cubicBezTo>
                      <a:pt x="1" y="5"/>
                      <a:pt x="0" y="2"/>
                      <a:pt x="2" y="1"/>
                    </a:cubicBezTo>
                    <a:cubicBezTo>
                      <a:pt x="3" y="0"/>
                      <a:pt x="6" y="0"/>
                      <a:pt x="8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4" name="Freeform 2003">
                <a:extLst>
                  <a:ext uri="{FF2B5EF4-FFF2-40B4-BE49-F238E27FC236}">
                    <a16:creationId xmlns:a16="http://schemas.microsoft.com/office/drawing/2014/main" id="{94F13D85-FF54-3549-B601-7B5C4693A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688"/>
                <a:ext cx="5" cy="4"/>
              </a:xfrm>
              <a:custGeom>
                <a:avLst/>
                <a:gdLst>
                  <a:gd name="T0" fmla="*/ 4 w 11"/>
                  <a:gd name="T1" fmla="*/ 0 h 10"/>
                  <a:gd name="T2" fmla="*/ 11 w 11"/>
                  <a:gd name="T3" fmla="*/ 2 h 10"/>
                  <a:gd name="T4" fmla="*/ 4 w 11"/>
                  <a:gd name="T5" fmla="*/ 6 h 10"/>
                  <a:gd name="T6" fmla="*/ 3 w 11"/>
                  <a:gd name="T7" fmla="*/ 9 h 10"/>
                  <a:gd name="T8" fmla="*/ 0 w 11"/>
                  <a:gd name="T9" fmla="*/ 9 h 10"/>
                  <a:gd name="T10" fmla="*/ 4 w 1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6" y="0"/>
                      <a:pt x="10" y="0"/>
                      <a:pt x="11" y="2"/>
                    </a:cubicBezTo>
                    <a:cubicBezTo>
                      <a:pt x="11" y="5"/>
                      <a:pt x="5" y="4"/>
                      <a:pt x="4" y="6"/>
                    </a:cubicBezTo>
                    <a:cubicBezTo>
                      <a:pt x="3" y="7"/>
                      <a:pt x="4" y="8"/>
                      <a:pt x="3" y="9"/>
                    </a:cubicBezTo>
                    <a:cubicBezTo>
                      <a:pt x="3" y="9"/>
                      <a:pt x="1" y="10"/>
                      <a:pt x="0" y="9"/>
                    </a:cubicBezTo>
                    <a:cubicBezTo>
                      <a:pt x="0" y="7"/>
                      <a:pt x="1" y="1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5" name="Freeform 2004">
                <a:extLst>
                  <a:ext uri="{FF2B5EF4-FFF2-40B4-BE49-F238E27FC236}">
                    <a16:creationId xmlns:a16="http://schemas.microsoft.com/office/drawing/2014/main" id="{D3919D3E-D18D-CB4E-A078-34DD6E252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689"/>
                <a:ext cx="9" cy="6"/>
              </a:xfrm>
              <a:custGeom>
                <a:avLst/>
                <a:gdLst>
                  <a:gd name="T0" fmla="*/ 13 w 22"/>
                  <a:gd name="T1" fmla="*/ 1 h 13"/>
                  <a:gd name="T2" fmla="*/ 22 w 22"/>
                  <a:gd name="T3" fmla="*/ 7 h 13"/>
                  <a:gd name="T4" fmla="*/ 10 w 22"/>
                  <a:gd name="T5" fmla="*/ 12 h 13"/>
                  <a:gd name="T6" fmla="*/ 2 w 22"/>
                  <a:gd name="T7" fmla="*/ 10 h 13"/>
                  <a:gd name="T8" fmla="*/ 3 w 22"/>
                  <a:gd name="T9" fmla="*/ 4 h 13"/>
                  <a:gd name="T10" fmla="*/ 13 w 22"/>
                  <a:gd name="T1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3">
                    <a:moveTo>
                      <a:pt x="13" y="1"/>
                    </a:moveTo>
                    <a:cubicBezTo>
                      <a:pt x="16" y="2"/>
                      <a:pt x="22" y="3"/>
                      <a:pt x="22" y="7"/>
                    </a:cubicBezTo>
                    <a:cubicBezTo>
                      <a:pt x="21" y="13"/>
                      <a:pt x="15" y="13"/>
                      <a:pt x="10" y="12"/>
                    </a:cubicBezTo>
                    <a:cubicBezTo>
                      <a:pt x="7" y="12"/>
                      <a:pt x="4" y="12"/>
                      <a:pt x="2" y="10"/>
                    </a:cubicBezTo>
                    <a:cubicBezTo>
                      <a:pt x="0" y="8"/>
                      <a:pt x="1" y="5"/>
                      <a:pt x="3" y="4"/>
                    </a:cubicBezTo>
                    <a:cubicBezTo>
                      <a:pt x="7" y="1"/>
                      <a:pt x="9" y="0"/>
                      <a:pt x="1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6" name="Freeform 2005">
                <a:extLst>
                  <a:ext uri="{FF2B5EF4-FFF2-40B4-BE49-F238E27FC236}">
                    <a16:creationId xmlns:a16="http://schemas.microsoft.com/office/drawing/2014/main" id="{D86DD0E9-B7FB-5C4D-BEC4-E201D25EC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4182"/>
                <a:ext cx="17" cy="8"/>
              </a:xfrm>
              <a:custGeom>
                <a:avLst/>
                <a:gdLst>
                  <a:gd name="T0" fmla="*/ 22 w 40"/>
                  <a:gd name="T1" fmla="*/ 17 h 18"/>
                  <a:gd name="T2" fmla="*/ 8 w 40"/>
                  <a:gd name="T3" fmla="*/ 12 h 18"/>
                  <a:gd name="T4" fmla="*/ 7 w 40"/>
                  <a:gd name="T5" fmla="*/ 1 h 18"/>
                  <a:gd name="T6" fmla="*/ 29 w 40"/>
                  <a:gd name="T7" fmla="*/ 6 h 18"/>
                  <a:gd name="T8" fmla="*/ 39 w 40"/>
                  <a:gd name="T9" fmla="*/ 11 h 18"/>
                  <a:gd name="T10" fmla="*/ 40 w 40"/>
                  <a:gd name="T11" fmla="*/ 16 h 18"/>
                  <a:gd name="T12" fmla="*/ 33 w 40"/>
                  <a:gd name="T13" fmla="*/ 17 h 18"/>
                  <a:gd name="T14" fmla="*/ 22 w 40"/>
                  <a:gd name="T1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18">
                    <a:moveTo>
                      <a:pt x="22" y="17"/>
                    </a:moveTo>
                    <a:cubicBezTo>
                      <a:pt x="16" y="17"/>
                      <a:pt x="12" y="15"/>
                      <a:pt x="8" y="12"/>
                    </a:cubicBezTo>
                    <a:cubicBezTo>
                      <a:pt x="4" y="9"/>
                      <a:pt x="0" y="2"/>
                      <a:pt x="7" y="1"/>
                    </a:cubicBezTo>
                    <a:cubicBezTo>
                      <a:pt x="15" y="0"/>
                      <a:pt x="22" y="4"/>
                      <a:pt x="29" y="6"/>
                    </a:cubicBezTo>
                    <a:cubicBezTo>
                      <a:pt x="32" y="7"/>
                      <a:pt x="36" y="9"/>
                      <a:pt x="39" y="11"/>
                    </a:cubicBezTo>
                    <a:cubicBezTo>
                      <a:pt x="40" y="13"/>
                      <a:pt x="40" y="15"/>
                      <a:pt x="40" y="16"/>
                    </a:cubicBezTo>
                    <a:cubicBezTo>
                      <a:pt x="38" y="18"/>
                      <a:pt x="35" y="17"/>
                      <a:pt x="33" y="17"/>
                    </a:cubicBezTo>
                    <a:cubicBezTo>
                      <a:pt x="29" y="17"/>
                      <a:pt x="25" y="17"/>
                      <a:pt x="22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7" name="Freeform 2006">
                <a:extLst>
                  <a:ext uri="{FF2B5EF4-FFF2-40B4-BE49-F238E27FC236}">
                    <a16:creationId xmlns:a16="http://schemas.microsoft.com/office/drawing/2014/main" id="{2F702EB7-3F26-254A-AB66-EDE83598A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4193"/>
                <a:ext cx="23" cy="24"/>
              </a:xfrm>
              <a:custGeom>
                <a:avLst/>
                <a:gdLst>
                  <a:gd name="T0" fmla="*/ 0 w 57"/>
                  <a:gd name="T1" fmla="*/ 10 h 58"/>
                  <a:gd name="T2" fmla="*/ 5 w 57"/>
                  <a:gd name="T3" fmla="*/ 4 h 58"/>
                  <a:gd name="T4" fmla="*/ 10 w 57"/>
                  <a:gd name="T5" fmla="*/ 11 h 58"/>
                  <a:gd name="T6" fmla="*/ 19 w 57"/>
                  <a:gd name="T7" fmla="*/ 12 h 58"/>
                  <a:gd name="T8" fmla="*/ 31 w 57"/>
                  <a:gd name="T9" fmla="*/ 24 h 58"/>
                  <a:gd name="T10" fmla="*/ 36 w 57"/>
                  <a:gd name="T11" fmla="*/ 32 h 58"/>
                  <a:gd name="T12" fmla="*/ 43 w 57"/>
                  <a:gd name="T13" fmla="*/ 32 h 58"/>
                  <a:gd name="T14" fmla="*/ 51 w 57"/>
                  <a:gd name="T15" fmla="*/ 34 h 58"/>
                  <a:gd name="T16" fmla="*/ 54 w 57"/>
                  <a:gd name="T17" fmla="*/ 47 h 58"/>
                  <a:gd name="T18" fmla="*/ 49 w 57"/>
                  <a:gd name="T19" fmla="*/ 53 h 58"/>
                  <a:gd name="T20" fmla="*/ 44 w 57"/>
                  <a:gd name="T21" fmla="*/ 57 h 58"/>
                  <a:gd name="T22" fmla="*/ 39 w 57"/>
                  <a:gd name="T23" fmla="*/ 56 h 58"/>
                  <a:gd name="T24" fmla="*/ 31 w 57"/>
                  <a:gd name="T25" fmla="*/ 56 h 58"/>
                  <a:gd name="T26" fmla="*/ 28 w 57"/>
                  <a:gd name="T27" fmla="*/ 56 h 58"/>
                  <a:gd name="T28" fmla="*/ 24 w 57"/>
                  <a:gd name="T29" fmla="*/ 53 h 58"/>
                  <a:gd name="T30" fmla="*/ 17 w 57"/>
                  <a:gd name="T31" fmla="*/ 44 h 58"/>
                  <a:gd name="T32" fmla="*/ 10 w 57"/>
                  <a:gd name="T33" fmla="*/ 40 h 58"/>
                  <a:gd name="T34" fmla="*/ 5 w 57"/>
                  <a:gd name="T35" fmla="*/ 36 h 58"/>
                  <a:gd name="T36" fmla="*/ 2 w 57"/>
                  <a:gd name="T37" fmla="*/ 33 h 58"/>
                  <a:gd name="T38" fmla="*/ 2 w 57"/>
                  <a:gd name="T39" fmla="*/ 28 h 58"/>
                  <a:gd name="T40" fmla="*/ 1 w 57"/>
                  <a:gd name="T41" fmla="*/ 22 h 58"/>
                  <a:gd name="T42" fmla="*/ 0 w 57"/>
                  <a:gd name="T43" fmla="*/ 1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7" h="58">
                    <a:moveTo>
                      <a:pt x="0" y="10"/>
                    </a:moveTo>
                    <a:cubicBezTo>
                      <a:pt x="0" y="7"/>
                      <a:pt x="1" y="0"/>
                      <a:pt x="5" y="4"/>
                    </a:cubicBezTo>
                    <a:cubicBezTo>
                      <a:pt x="7" y="6"/>
                      <a:pt x="7" y="9"/>
                      <a:pt x="10" y="11"/>
                    </a:cubicBezTo>
                    <a:cubicBezTo>
                      <a:pt x="12" y="13"/>
                      <a:pt x="16" y="12"/>
                      <a:pt x="19" y="12"/>
                    </a:cubicBezTo>
                    <a:cubicBezTo>
                      <a:pt x="27" y="12"/>
                      <a:pt x="28" y="18"/>
                      <a:pt x="31" y="24"/>
                    </a:cubicBezTo>
                    <a:cubicBezTo>
                      <a:pt x="32" y="26"/>
                      <a:pt x="33" y="31"/>
                      <a:pt x="36" y="32"/>
                    </a:cubicBezTo>
                    <a:cubicBezTo>
                      <a:pt x="38" y="32"/>
                      <a:pt x="41" y="32"/>
                      <a:pt x="43" y="32"/>
                    </a:cubicBezTo>
                    <a:cubicBezTo>
                      <a:pt x="46" y="32"/>
                      <a:pt x="49" y="33"/>
                      <a:pt x="51" y="34"/>
                    </a:cubicBezTo>
                    <a:cubicBezTo>
                      <a:pt x="56" y="37"/>
                      <a:pt x="57" y="43"/>
                      <a:pt x="54" y="47"/>
                    </a:cubicBezTo>
                    <a:cubicBezTo>
                      <a:pt x="52" y="49"/>
                      <a:pt x="50" y="51"/>
                      <a:pt x="49" y="53"/>
                    </a:cubicBezTo>
                    <a:cubicBezTo>
                      <a:pt x="47" y="55"/>
                      <a:pt x="46" y="56"/>
                      <a:pt x="44" y="57"/>
                    </a:cubicBezTo>
                    <a:cubicBezTo>
                      <a:pt x="42" y="58"/>
                      <a:pt x="41" y="57"/>
                      <a:pt x="39" y="56"/>
                    </a:cubicBezTo>
                    <a:cubicBezTo>
                      <a:pt x="36" y="56"/>
                      <a:pt x="34" y="56"/>
                      <a:pt x="31" y="56"/>
                    </a:cubicBezTo>
                    <a:cubicBezTo>
                      <a:pt x="30" y="56"/>
                      <a:pt x="29" y="56"/>
                      <a:pt x="28" y="56"/>
                    </a:cubicBezTo>
                    <a:cubicBezTo>
                      <a:pt x="26" y="55"/>
                      <a:pt x="25" y="54"/>
                      <a:pt x="24" y="53"/>
                    </a:cubicBezTo>
                    <a:cubicBezTo>
                      <a:pt x="21" y="51"/>
                      <a:pt x="19" y="47"/>
                      <a:pt x="17" y="44"/>
                    </a:cubicBezTo>
                    <a:cubicBezTo>
                      <a:pt x="15" y="43"/>
                      <a:pt x="13" y="41"/>
                      <a:pt x="10" y="40"/>
                    </a:cubicBezTo>
                    <a:cubicBezTo>
                      <a:pt x="8" y="39"/>
                      <a:pt x="6" y="38"/>
                      <a:pt x="5" y="36"/>
                    </a:cubicBezTo>
                    <a:cubicBezTo>
                      <a:pt x="4" y="35"/>
                      <a:pt x="3" y="34"/>
                      <a:pt x="2" y="33"/>
                    </a:cubicBezTo>
                    <a:cubicBezTo>
                      <a:pt x="1" y="32"/>
                      <a:pt x="2" y="30"/>
                      <a:pt x="2" y="28"/>
                    </a:cubicBezTo>
                    <a:cubicBezTo>
                      <a:pt x="1" y="26"/>
                      <a:pt x="1" y="24"/>
                      <a:pt x="1" y="22"/>
                    </a:cubicBezTo>
                    <a:cubicBezTo>
                      <a:pt x="0" y="18"/>
                      <a:pt x="0" y="14"/>
                      <a:pt x="0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8" name="Freeform 2007">
                <a:extLst>
                  <a:ext uri="{FF2B5EF4-FFF2-40B4-BE49-F238E27FC236}">
                    <a16:creationId xmlns:a16="http://schemas.microsoft.com/office/drawing/2014/main" id="{94E381C1-9C4D-1648-9D1C-6846F09DB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3951"/>
                <a:ext cx="299" cy="178"/>
              </a:xfrm>
              <a:custGeom>
                <a:avLst/>
                <a:gdLst>
                  <a:gd name="T0" fmla="*/ 337 w 733"/>
                  <a:gd name="T1" fmla="*/ 306 h 437"/>
                  <a:gd name="T2" fmla="*/ 394 w 733"/>
                  <a:gd name="T3" fmla="*/ 317 h 437"/>
                  <a:gd name="T4" fmla="*/ 430 w 733"/>
                  <a:gd name="T5" fmla="*/ 367 h 437"/>
                  <a:gd name="T6" fmla="*/ 457 w 733"/>
                  <a:gd name="T7" fmla="*/ 393 h 437"/>
                  <a:gd name="T8" fmla="*/ 498 w 733"/>
                  <a:gd name="T9" fmla="*/ 415 h 437"/>
                  <a:gd name="T10" fmla="*/ 521 w 733"/>
                  <a:gd name="T11" fmla="*/ 409 h 437"/>
                  <a:gd name="T12" fmla="*/ 555 w 733"/>
                  <a:gd name="T13" fmla="*/ 424 h 437"/>
                  <a:gd name="T14" fmla="*/ 575 w 733"/>
                  <a:gd name="T15" fmla="*/ 435 h 437"/>
                  <a:gd name="T16" fmla="*/ 584 w 733"/>
                  <a:gd name="T17" fmla="*/ 416 h 437"/>
                  <a:gd name="T18" fmla="*/ 595 w 733"/>
                  <a:gd name="T19" fmla="*/ 367 h 437"/>
                  <a:gd name="T20" fmla="*/ 625 w 733"/>
                  <a:gd name="T21" fmla="*/ 346 h 437"/>
                  <a:gd name="T22" fmla="*/ 630 w 733"/>
                  <a:gd name="T23" fmla="*/ 334 h 437"/>
                  <a:gd name="T24" fmla="*/ 611 w 733"/>
                  <a:gd name="T25" fmla="*/ 301 h 437"/>
                  <a:gd name="T26" fmla="*/ 615 w 733"/>
                  <a:gd name="T27" fmla="*/ 287 h 437"/>
                  <a:gd name="T28" fmla="*/ 591 w 733"/>
                  <a:gd name="T29" fmla="*/ 257 h 437"/>
                  <a:gd name="T30" fmla="*/ 584 w 733"/>
                  <a:gd name="T31" fmla="*/ 232 h 437"/>
                  <a:gd name="T32" fmla="*/ 595 w 733"/>
                  <a:gd name="T33" fmla="*/ 201 h 437"/>
                  <a:gd name="T34" fmla="*/ 611 w 733"/>
                  <a:gd name="T35" fmla="*/ 177 h 437"/>
                  <a:gd name="T36" fmla="*/ 636 w 733"/>
                  <a:gd name="T37" fmla="*/ 126 h 437"/>
                  <a:gd name="T38" fmla="*/ 709 w 733"/>
                  <a:gd name="T39" fmla="*/ 32 h 437"/>
                  <a:gd name="T40" fmla="*/ 653 w 733"/>
                  <a:gd name="T41" fmla="*/ 27 h 437"/>
                  <a:gd name="T42" fmla="*/ 614 w 733"/>
                  <a:gd name="T43" fmla="*/ 42 h 437"/>
                  <a:gd name="T44" fmla="*/ 535 w 733"/>
                  <a:gd name="T45" fmla="*/ 36 h 437"/>
                  <a:gd name="T46" fmla="*/ 506 w 733"/>
                  <a:gd name="T47" fmla="*/ 40 h 437"/>
                  <a:gd name="T48" fmla="*/ 438 w 733"/>
                  <a:gd name="T49" fmla="*/ 69 h 437"/>
                  <a:gd name="T50" fmla="*/ 382 w 733"/>
                  <a:gd name="T51" fmla="*/ 68 h 437"/>
                  <a:gd name="T52" fmla="*/ 335 w 733"/>
                  <a:gd name="T53" fmla="*/ 69 h 437"/>
                  <a:gd name="T54" fmla="*/ 296 w 733"/>
                  <a:gd name="T55" fmla="*/ 73 h 437"/>
                  <a:gd name="T56" fmla="*/ 247 w 733"/>
                  <a:gd name="T57" fmla="*/ 32 h 437"/>
                  <a:gd name="T58" fmla="*/ 218 w 733"/>
                  <a:gd name="T59" fmla="*/ 33 h 437"/>
                  <a:gd name="T60" fmla="*/ 201 w 733"/>
                  <a:gd name="T61" fmla="*/ 5 h 437"/>
                  <a:gd name="T62" fmla="*/ 168 w 733"/>
                  <a:gd name="T63" fmla="*/ 9 h 437"/>
                  <a:gd name="T64" fmla="*/ 146 w 733"/>
                  <a:gd name="T65" fmla="*/ 20 h 437"/>
                  <a:gd name="T66" fmla="*/ 106 w 733"/>
                  <a:gd name="T67" fmla="*/ 47 h 437"/>
                  <a:gd name="T68" fmla="*/ 75 w 733"/>
                  <a:gd name="T69" fmla="*/ 1 h 437"/>
                  <a:gd name="T70" fmla="*/ 39 w 733"/>
                  <a:gd name="T71" fmla="*/ 33 h 437"/>
                  <a:gd name="T72" fmla="*/ 2 w 733"/>
                  <a:gd name="T73" fmla="*/ 100 h 437"/>
                  <a:gd name="T74" fmla="*/ 28 w 733"/>
                  <a:gd name="T75" fmla="*/ 149 h 437"/>
                  <a:gd name="T76" fmla="*/ 84 w 733"/>
                  <a:gd name="T77" fmla="*/ 163 h 437"/>
                  <a:gd name="T78" fmla="*/ 147 w 733"/>
                  <a:gd name="T79" fmla="*/ 192 h 437"/>
                  <a:gd name="T80" fmla="*/ 187 w 733"/>
                  <a:gd name="T81" fmla="*/ 227 h 437"/>
                  <a:gd name="T82" fmla="*/ 223 w 733"/>
                  <a:gd name="T83" fmla="*/ 250 h 437"/>
                  <a:gd name="T84" fmla="*/ 280 w 733"/>
                  <a:gd name="T85" fmla="*/ 288 h 437"/>
                  <a:gd name="T86" fmla="*/ 312 w 733"/>
                  <a:gd name="T87" fmla="*/ 303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33" h="437">
                    <a:moveTo>
                      <a:pt x="312" y="303"/>
                    </a:moveTo>
                    <a:cubicBezTo>
                      <a:pt x="317" y="304"/>
                      <a:pt x="321" y="303"/>
                      <a:pt x="325" y="304"/>
                    </a:cubicBezTo>
                    <a:cubicBezTo>
                      <a:pt x="329" y="304"/>
                      <a:pt x="333" y="305"/>
                      <a:pt x="337" y="306"/>
                    </a:cubicBezTo>
                    <a:cubicBezTo>
                      <a:pt x="344" y="306"/>
                      <a:pt x="352" y="305"/>
                      <a:pt x="359" y="306"/>
                    </a:cubicBezTo>
                    <a:cubicBezTo>
                      <a:pt x="365" y="307"/>
                      <a:pt x="371" y="309"/>
                      <a:pt x="376" y="311"/>
                    </a:cubicBezTo>
                    <a:cubicBezTo>
                      <a:pt x="383" y="313"/>
                      <a:pt x="388" y="313"/>
                      <a:pt x="394" y="317"/>
                    </a:cubicBezTo>
                    <a:cubicBezTo>
                      <a:pt x="399" y="320"/>
                      <a:pt x="402" y="322"/>
                      <a:pt x="406" y="327"/>
                    </a:cubicBezTo>
                    <a:cubicBezTo>
                      <a:pt x="408" y="331"/>
                      <a:pt x="410" y="336"/>
                      <a:pt x="412" y="341"/>
                    </a:cubicBezTo>
                    <a:cubicBezTo>
                      <a:pt x="416" y="351"/>
                      <a:pt x="426" y="358"/>
                      <a:pt x="430" y="367"/>
                    </a:cubicBezTo>
                    <a:cubicBezTo>
                      <a:pt x="432" y="372"/>
                      <a:pt x="433" y="376"/>
                      <a:pt x="435" y="380"/>
                    </a:cubicBezTo>
                    <a:cubicBezTo>
                      <a:pt x="437" y="385"/>
                      <a:pt x="439" y="386"/>
                      <a:pt x="444" y="388"/>
                    </a:cubicBezTo>
                    <a:cubicBezTo>
                      <a:pt x="448" y="391"/>
                      <a:pt x="452" y="392"/>
                      <a:pt x="457" y="393"/>
                    </a:cubicBezTo>
                    <a:cubicBezTo>
                      <a:pt x="464" y="395"/>
                      <a:pt x="469" y="396"/>
                      <a:pt x="476" y="400"/>
                    </a:cubicBezTo>
                    <a:cubicBezTo>
                      <a:pt x="480" y="403"/>
                      <a:pt x="483" y="405"/>
                      <a:pt x="486" y="409"/>
                    </a:cubicBezTo>
                    <a:cubicBezTo>
                      <a:pt x="490" y="414"/>
                      <a:pt x="491" y="416"/>
                      <a:pt x="498" y="415"/>
                    </a:cubicBezTo>
                    <a:cubicBezTo>
                      <a:pt x="502" y="415"/>
                      <a:pt x="507" y="415"/>
                      <a:pt x="512" y="414"/>
                    </a:cubicBezTo>
                    <a:cubicBezTo>
                      <a:pt x="513" y="414"/>
                      <a:pt x="516" y="415"/>
                      <a:pt x="518" y="414"/>
                    </a:cubicBezTo>
                    <a:cubicBezTo>
                      <a:pt x="519" y="413"/>
                      <a:pt x="519" y="410"/>
                      <a:pt x="521" y="409"/>
                    </a:cubicBezTo>
                    <a:cubicBezTo>
                      <a:pt x="524" y="408"/>
                      <a:pt x="528" y="411"/>
                      <a:pt x="531" y="413"/>
                    </a:cubicBezTo>
                    <a:cubicBezTo>
                      <a:pt x="534" y="415"/>
                      <a:pt x="538" y="416"/>
                      <a:pt x="542" y="416"/>
                    </a:cubicBezTo>
                    <a:cubicBezTo>
                      <a:pt x="548" y="416"/>
                      <a:pt x="550" y="422"/>
                      <a:pt x="555" y="424"/>
                    </a:cubicBezTo>
                    <a:cubicBezTo>
                      <a:pt x="556" y="424"/>
                      <a:pt x="557" y="423"/>
                      <a:pt x="558" y="424"/>
                    </a:cubicBezTo>
                    <a:cubicBezTo>
                      <a:pt x="563" y="425"/>
                      <a:pt x="564" y="430"/>
                      <a:pt x="566" y="433"/>
                    </a:cubicBezTo>
                    <a:cubicBezTo>
                      <a:pt x="568" y="436"/>
                      <a:pt x="572" y="437"/>
                      <a:pt x="575" y="435"/>
                    </a:cubicBezTo>
                    <a:cubicBezTo>
                      <a:pt x="576" y="434"/>
                      <a:pt x="577" y="432"/>
                      <a:pt x="578" y="431"/>
                    </a:cubicBezTo>
                    <a:cubicBezTo>
                      <a:pt x="580" y="430"/>
                      <a:pt x="582" y="430"/>
                      <a:pt x="584" y="429"/>
                    </a:cubicBezTo>
                    <a:cubicBezTo>
                      <a:pt x="588" y="427"/>
                      <a:pt x="585" y="420"/>
                      <a:pt x="584" y="416"/>
                    </a:cubicBezTo>
                    <a:cubicBezTo>
                      <a:pt x="583" y="412"/>
                      <a:pt x="583" y="408"/>
                      <a:pt x="581" y="404"/>
                    </a:cubicBezTo>
                    <a:cubicBezTo>
                      <a:pt x="578" y="395"/>
                      <a:pt x="581" y="385"/>
                      <a:pt x="587" y="378"/>
                    </a:cubicBezTo>
                    <a:cubicBezTo>
                      <a:pt x="589" y="374"/>
                      <a:pt x="592" y="371"/>
                      <a:pt x="595" y="367"/>
                    </a:cubicBezTo>
                    <a:cubicBezTo>
                      <a:pt x="597" y="364"/>
                      <a:pt x="599" y="359"/>
                      <a:pt x="602" y="357"/>
                    </a:cubicBezTo>
                    <a:cubicBezTo>
                      <a:pt x="605" y="355"/>
                      <a:pt x="609" y="353"/>
                      <a:pt x="612" y="352"/>
                    </a:cubicBezTo>
                    <a:cubicBezTo>
                      <a:pt x="617" y="350"/>
                      <a:pt x="621" y="350"/>
                      <a:pt x="625" y="346"/>
                    </a:cubicBezTo>
                    <a:cubicBezTo>
                      <a:pt x="626" y="344"/>
                      <a:pt x="626" y="342"/>
                      <a:pt x="628" y="342"/>
                    </a:cubicBezTo>
                    <a:cubicBezTo>
                      <a:pt x="630" y="341"/>
                      <a:pt x="632" y="342"/>
                      <a:pt x="634" y="342"/>
                    </a:cubicBezTo>
                    <a:cubicBezTo>
                      <a:pt x="638" y="339"/>
                      <a:pt x="632" y="335"/>
                      <a:pt x="630" y="334"/>
                    </a:cubicBezTo>
                    <a:cubicBezTo>
                      <a:pt x="624" y="328"/>
                      <a:pt x="631" y="319"/>
                      <a:pt x="624" y="314"/>
                    </a:cubicBezTo>
                    <a:cubicBezTo>
                      <a:pt x="621" y="312"/>
                      <a:pt x="614" y="314"/>
                      <a:pt x="612" y="311"/>
                    </a:cubicBezTo>
                    <a:cubicBezTo>
                      <a:pt x="610" y="307"/>
                      <a:pt x="616" y="304"/>
                      <a:pt x="611" y="301"/>
                    </a:cubicBezTo>
                    <a:cubicBezTo>
                      <a:pt x="606" y="299"/>
                      <a:pt x="607" y="298"/>
                      <a:pt x="607" y="293"/>
                    </a:cubicBezTo>
                    <a:cubicBezTo>
                      <a:pt x="606" y="290"/>
                      <a:pt x="604" y="284"/>
                      <a:pt x="608" y="284"/>
                    </a:cubicBezTo>
                    <a:cubicBezTo>
                      <a:pt x="611" y="284"/>
                      <a:pt x="613" y="286"/>
                      <a:pt x="615" y="287"/>
                    </a:cubicBezTo>
                    <a:cubicBezTo>
                      <a:pt x="622" y="280"/>
                      <a:pt x="616" y="273"/>
                      <a:pt x="610" y="267"/>
                    </a:cubicBezTo>
                    <a:cubicBezTo>
                      <a:pt x="606" y="263"/>
                      <a:pt x="603" y="265"/>
                      <a:pt x="599" y="265"/>
                    </a:cubicBezTo>
                    <a:cubicBezTo>
                      <a:pt x="593" y="264"/>
                      <a:pt x="595" y="259"/>
                      <a:pt x="591" y="257"/>
                    </a:cubicBezTo>
                    <a:cubicBezTo>
                      <a:pt x="589" y="256"/>
                      <a:pt x="587" y="257"/>
                      <a:pt x="585" y="255"/>
                    </a:cubicBezTo>
                    <a:cubicBezTo>
                      <a:pt x="584" y="254"/>
                      <a:pt x="584" y="251"/>
                      <a:pt x="584" y="249"/>
                    </a:cubicBezTo>
                    <a:cubicBezTo>
                      <a:pt x="583" y="243"/>
                      <a:pt x="585" y="238"/>
                      <a:pt x="584" y="232"/>
                    </a:cubicBezTo>
                    <a:cubicBezTo>
                      <a:pt x="583" y="227"/>
                      <a:pt x="580" y="221"/>
                      <a:pt x="583" y="216"/>
                    </a:cubicBezTo>
                    <a:cubicBezTo>
                      <a:pt x="584" y="212"/>
                      <a:pt x="590" y="212"/>
                      <a:pt x="592" y="208"/>
                    </a:cubicBezTo>
                    <a:cubicBezTo>
                      <a:pt x="593" y="206"/>
                      <a:pt x="593" y="204"/>
                      <a:pt x="595" y="201"/>
                    </a:cubicBezTo>
                    <a:cubicBezTo>
                      <a:pt x="597" y="199"/>
                      <a:pt x="600" y="197"/>
                      <a:pt x="602" y="194"/>
                    </a:cubicBezTo>
                    <a:cubicBezTo>
                      <a:pt x="604" y="192"/>
                      <a:pt x="605" y="188"/>
                      <a:pt x="607" y="185"/>
                    </a:cubicBezTo>
                    <a:cubicBezTo>
                      <a:pt x="608" y="182"/>
                      <a:pt x="610" y="179"/>
                      <a:pt x="611" y="177"/>
                    </a:cubicBezTo>
                    <a:cubicBezTo>
                      <a:pt x="612" y="175"/>
                      <a:pt x="613" y="174"/>
                      <a:pt x="613" y="172"/>
                    </a:cubicBezTo>
                    <a:cubicBezTo>
                      <a:pt x="612" y="168"/>
                      <a:pt x="613" y="164"/>
                      <a:pt x="613" y="160"/>
                    </a:cubicBezTo>
                    <a:cubicBezTo>
                      <a:pt x="616" y="145"/>
                      <a:pt x="626" y="137"/>
                      <a:pt x="636" y="126"/>
                    </a:cubicBezTo>
                    <a:cubicBezTo>
                      <a:pt x="647" y="114"/>
                      <a:pt x="656" y="100"/>
                      <a:pt x="668" y="88"/>
                    </a:cubicBezTo>
                    <a:cubicBezTo>
                      <a:pt x="680" y="76"/>
                      <a:pt x="695" y="69"/>
                      <a:pt x="702" y="52"/>
                    </a:cubicBezTo>
                    <a:cubicBezTo>
                      <a:pt x="704" y="45"/>
                      <a:pt x="705" y="37"/>
                      <a:pt x="709" y="32"/>
                    </a:cubicBezTo>
                    <a:cubicBezTo>
                      <a:pt x="713" y="27"/>
                      <a:pt x="719" y="25"/>
                      <a:pt x="723" y="20"/>
                    </a:cubicBezTo>
                    <a:cubicBezTo>
                      <a:pt x="733" y="8"/>
                      <a:pt x="701" y="7"/>
                      <a:pt x="695" y="8"/>
                    </a:cubicBezTo>
                    <a:cubicBezTo>
                      <a:pt x="680" y="11"/>
                      <a:pt x="669" y="26"/>
                      <a:pt x="653" y="27"/>
                    </a:cubicBezTo>
                    <a:cubicBezTo>
                      <a:pt x="646" y="28"/>
                      <a:pt x="642" y="24"/>
                      <a:pt x="637" y="19"/>
                    </a:cubicBezTo>
                    <a:cubicBezTo>
                      <a:pt x="633" y="15"/>
                      <a:pt x="631" y="17"/>
                      <a:pt x="628" y="22"/>
                    </a:cubicBezTo>
                    <a:cubicBezTo>
                      <a:pt x="624" y="29"/>
                      <a:pt x="621" y="37"/>
                      <a:pt x="614" y="42"/>
                    </a:cubicBezTo>
                    <a:cubicBezTo>
                      <a:pt x="608" y="47"/>
                      <a:pt x="600" y="47"/>
                      <a:pt x="593" y="45"/>
                    </a:cubicBezTo>
                    <a:cubicBezTo>
                      <a:pt x="581" y="42"/>
                      <a:pt x="571" y="32"/>
                      <a:pt x="558" y="32"/>
                    </a:cubicBezTo>
                    <a:cubicBezTo>
                      <a:pt x="550" y="31"/>
                      <a:pt x="543" y="34"/>
                      <a:pt x="535" y="36"/>
                    </a:cubicBezTo>
                    <a:cubicBezTo>
                      <a:pt x="532" y="37"/>
                      <a:pt x="528" y="39"/>
                      <a:pt x="525" y="37"/>
                    </a:cubicBezTo>
                    <a:cubicBezTo>
                      <a:pt x="522" y="36"/>
                      <a:pt x="521" y="34"/>
                      <a:pt x="517" y="35"/>
                    </a:cubicBezTo>
                    <a:cubicBezTo>
                      <a:pt x="513" y="35"/>
                      <a:pt x="509" y="37"/>
                      <a:pt x="506" y="40"/>
                    </a:cubicBezTo>
                    <a:cubicBezTo>
                      <a:pt x="502" y="46"/>
                      <a:pt x="499" y="58"/>
                      <a:pt x="491" y="60"/>
                    </a:cubicBezTo>
                    <a:cubicBezTo>
                      <a:pt x="482" y="61"/>
                      <a:pt x="472" y="59"/>
                      <a:pt x="464" y="59"/>
                    </a:cubicBezTo>
                    <a:cubicBezTo>
                      <a:pt x="454" y="60"/>
                      <a:pt x="446" y="65"/>
                      <a:pt x="438" y="69"/>
                    </a:cubicBezTo>
                    <a:cubicBezTo>
                      <a:pt x="433" y="71"/>
                      <a:pt x="427" y="71"/>
                      <a:pt x="422" y="71"/>
                    </a:cubicBezTo>
                    <a:cubicBezTo>
                      <a:pt x="417" y="71"/>
                      <a:pt x="413" y="71"/>
                      <a:pt x="408" y="71"/>
                    </a:cubicBezTo>
                    <a:cubicBezTo>
                      <a:pt x="399" y="71"/>
                      <a:pt x="389" y="73"/>
                      <a:pt x="382" y="68"/>
                    </a:cubicBezTo>
                    <a:cubicBezTo>
                      <a:pt x="376" y="65"/>
                      <a:pt x="367" y="61"/>
                      <a:pt x="361" y="61"/>
                    </a:cubicBezTo>
                    <a:cubicBezTo>
                      <a:pt x="356" y="61"/>
                      <a:pt x="351" y="62"/>
                      <a:pt x="346" y="63"/>
                    </a:cubicBezTo>
                    <a:cubicBezTo>
                      <a:pt x="342" y="64"/>
                      <a:pt x="339" y="67"/>
                      <a:pt x="335" y="69"/>
                    </a:cubicBezTo>
                    <a:cubicBezTo>
                      <a:pt x="330" y="71"/>
                      <a:pt x="325" y="71"/>
                      <a:pt x="321" y="71"/>
                    </a:cubicBezTo>
                    <a:cubicBezTo>
                      <a:pt x="316" y="72"/>
                      <a:pt x="311" y="74"/>
                      <a:pt x="307" y="75"/>
                    </a:cubicBezTo>
                    <a:cubicBezTo>
                      <a:pt x="303" y="75"/>
                      <a:pt x="299" y="75"/>
                      <a:pt x="296" y="73"/>
                    </a:cubicBezTo>
                    <a:cubicBezTo>
                      <a:pt x="285" y="68"/>
                      <a:pt x="273" y="63"/>
                      <a:pt x="263" y="55"/>
                    </a:cubicBezTo>
                    <a:cubicBezTo>
                      <a:pt x="261" y="53"/>
                      <a:pt x="260" y="51"/>
                      <a:pt x="258" y="49"/>
                    </a:cubicBezTo>
                    <a:cubicBezTo>
                      <a:pt x="254" y="44"/>
                      <a:pt x="256" y="30"/>
                      <a:pt x="247" y="32"/>
                    </a:cubicBezTo>
                    <a:cubicBezTo>
                      <a:pt x="243" y="33"/>
                      <a:pt x="243" y="37"/>
                      <a:pt x="240" y="38"/>
                    </a:cubicBezTo>
                    <a:cubicBezTo>
                      <a:pt x="236" y="39"/>
                      <a:pt x="232" y="37"/>
                      <a:pt x="229" y="36"/>
                    </a:cubicBezTo>
                    <a:cubicBezTo>
                      <a:pt x="226" y="36"/>
                      <a:pt x="220" y="35"/>
                      <a:pt x="218" y="33"/>
                    </a:cubicBezTo>
                    <a:cubicBezTo>
                      <a:pt x="216" y="30"/>
                      <a:pt x="214" y="23"/>
                      <a:pt x="214" y="20"/>
                    </a:cubicBezTo>
                    <a:cubicBezTo>
                      <a:pt x="213" y="17"/>
                      <a:pt x="213" y="15"/>
                      <a:pt x="212" y="12"/>
                    </a:cubicBezTo>
                    <a:cubicBezTo>
                      <a:pt x="210" y="6"/>
                      <a:pt x="207" y="5"/>
                      <a:pt x="201" y="5"/>
                    </a:cubicBezTo>
                    <a:cubicBezTo>
                      <a:pt x="196" y="4"/>
                      <a:pt x="191" y="4"/>
                      <a:pt x="186" y="5"/>
                    </a:cubicBezTo>
                    <a:cubicBezTo>
                      <a:pt x="181" y="7"/>
                      <a:pt x="179" y="15"/>
                      <a:pt x="174" y="11"/>
                    </a:cubicBezTo>
                    <a:cubicBezTo>
                      <a:pt x="172" y="9"/>
                      <a:pt x="171" y="9"/>
                      <a:pt x="168" y="9"/>
                    </a:cubicBezTo>
                    <a:cubicBezTo>
                      <a:pt x="165" y="8"/>
                      <a:pt x="163" y="8"/>
                      <a:pt x="160" y="8"/>
                    </a:cubicBezTo>
                    <a:cubicBezTo>
                      <a:pt x="156" y="7"/>
                      <a:pt x="147" y="8"/>
                      <a:pt x="146" y="11"/>
                    </a:cubicBezTo>
                    <a:cubicBezTo>
                      <a:pt x="145" y="14"/>
                      <a:pt x="146" y="17"/>
                      <a:pt x="146" y="20"/>
                    </a:cubicBezTo>
                    <a:cubicBezTo>
                      <a:pt x="147" y="24"/>
                      <a:pt x="146" y="27"/>
                      <a:pt x="144" y="31"/>
                    </a:cubicBezTo>
                    <a:cubicBezTo>
                      <a:pt x="142" y="37"/>
                      <a:pt x="131" y="39"/>
                      <a:pt x="125" y="41"/>
                    </a:cubicBezTo>
                    <a:cubicBezTo>
                      <a:pt x="118" y="44"/>
                      <a:pt x="114" y="48"/>
                      <a:pt x="106" y="47"/>
                    </a:cubicBezTo>
                    <a:cubicBezTo>
                      <a:pt x="99" y="45"/>
                      <a:pt x="95" y="37"/>
                      <a:pt x="90" y="31"/>
                    </a:cubicBezTo>
                    <a:cubicBezTo>
                      <a:pt x="86" y="27"/>
                      <a:pt x="83" y="23"/>
                      <a:pt x="82" y="17"/>
                    </a:cubicBezTo>
                    <a:cubicBezTo>
                      <a:pt x="81" y="13"/>
                      <a:pt x="80" y="2"/>
                      <a:pt x="75" y="1"/>
                    </a:cubicBezTo>
                    <a:cubicBezTo>
                      <a:pt x="70" y="0"/>
                      <a:pt x="69" y="10"/>
                      <a:pt x="68" y="13"/>
                    </a:cubicBezTo>
                    <a:cubicBezTo>
                      <a:pt x="66" y="19"/>
                      <a:pt x="61" y="21"/>
                      <a:pt x="56" y="24"/>
                    </a:cubicBezTo>
                    <a:cubicBezTo>
                      <a:pt x="51" y="27"/>
                      <a:pt x="46" y="32"/>
                      <a:pt x="39" y="33"/>
                    </a:cubicBezTo>
                    <a:cubicBezTo>
                      <a:pt x="33" y="34"/>
                      <a:pt x="27" y="32"/>
                      <a:pt x="22" y="38"/>
                    </a:cubicBezTo>
                    <a:cubicBezTo>
                      <a:pt x="10" y="50"/>
                      <a:pt x="14" y="68"/>
                      <a:pt x="10" y="83"/>
                    </a:cubicBezTo>
                    <a:cubicBezTo>
                      <a:pt x="9" y="90"/>
                      <a:pt x="4" y="94"/>
                      <a:pt x="2" y="100"/>
                    </a:cubicBezTo>
                    <a:cubicBezTo>
                      <a:pt x="0" y="106"/>
                      <a:pt x="2" y="114"/>
                      <a:pt x="3" y="120"/>
                    </a:cubicBezTo>
                    <a:cubicBezTo>
                      <a:pt x="3" y="126"/>
                      <a:pt x="2" y="135"/>
                      <a:pt x="8" y="138"/>
                    </a:cubicBezTo>
                    <a:cubicBezTo>
                      <a:pt x="15" y="142"/>
                      <a:pt x="22" y="142"/>
                      <a:pt x="28" y="149"/>
                    </a:cubicBezTo>
                    <a:cubicBezTo>
                      <a:pt x="33" y="154"/>
                      <a:pt x="35" y="164"/>
                      <a:pt x="42" y="166"/>
                    </a:cubicBezTo>
                    <a:cubicBezTo>
                      <a:pt x="49" y="169"/>
                      <a:pt x="58" y="164"/>
                      <a:pt x="65" y="162"/>
                    </a:cubicBezTo>
                    <a:cubicBezTo>
                      <a:pt x="72" y="160"/>
                      <a:pt x="77" y="161"/>
                      <a:pt x="84" y="163"/>
                    </a:cubicBezTo>
                    <a:cubicBezTo>
                      <a:pt x="92" y="165"/>
                      <a:pt x="101" y="166"/>
                      <a:pt x="109" y="170"/>
                    </a:cubicBezTo>
                    <a:cubicBezTo>
                      <a:pt x="116" y="174"/>
                      <a:pt x="119" y="181"/>
                      <a:pt x="125" y="187"/>
                    </a:cubicBezTo>
                    <a:cubicBezTo>
                      <a:pt x="131" y="192"/>
                      <a:pt x="140" y="190"/>
                      <a:pt x="147" y="192"/>
                    </a:cubicBezTo>
                    <a:cubicBezTo>
                      <a:pt x="156" y="195"/>
                      <a:pt x="161" y="202"/>
                      <a:pt x="166" y="208"/>
                    </a:cubicBezTo>
                    <a:cubicBezTo>
                      <a:pt x="170" y="212"/>
                      <a:pt x="175" y="214"/>
                      <a:pt x="179" y="218"/>
                    </a:cubicBezTo>
                    <a:cubicBezTo>
                      <a:pt x="182" y="220"/>
                      <a:pt x="185" y="223"/>
                      <a:pt x="187" y="227"/>
                    </a:cubicBezTo>
                    <a:cubicBezTo>
                      <a:pt x="191" y="231"/>
                      <a:pt x="193" y="234"/>
                      <a:pt x="198" y="236"/>
                    </a:cubicBezTo>
                    <a:cubicBezTo>
                      <a:pt x="203" y="239"/>
                      <a:pt x="207" y="241"/>
                      <a:pt x="211" y="244"/>
                    </a:cubicBezTo>
                    <a:cubicBezTo>
                      <a:pt x="215" y="248"/>
                      <a:pt x="219" y="249"/>
                      <a:pt x="223" y="250"/>
                    </a:cubicBezTo>
                    <a:cubicBezTo>
                      <a:pt x="230" y="252"/>
                      <a:pt x="236" y="251"/>
                      <a:pt x="242" y="254"/>
                    </a:cubicBezTo>
                    <a:cubicBezTo>
                      <a:pt x="247" y="257"/>
                      <a:pt x="249" y="264"/>
                      <a:pt x="252" y="268"/>
                    </a:cubicBezTo>
                    <a:cubicBezTo>
                      <a:pt x="259" y="277"/>
                      <a:pt x="269" y="285"/>
                      <a:pt x="280" y="288"/>
                    </a:cubicBezTo>
                    <a:cubicBezTo>
                      <a:pt x="284" y="289"/>
                      <a:pt x="289" y="291"/>
                      <a:pt x="293" y="292"/>
                    </a:cubicBezTo>
                    <a:cubicBezTo>
                      <a:pt x="297" y="294"/>
                      <a:pt x="300" y="295"/>
                      <a:pt x="303" y="297"/>
                    </a:cubicBezTo>
                    <a:cubicBezTo>
                      <a:pt x="306" y="299"/>
                      <a:pt x="309" y="302"/>
                      <a:pt x="312" y="30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9" name="Freeform 2008">
                <a:extLst>
                  <a:ext uri="{FF2B5EF4-FFF2-40B4-BE49-F238E27FC236}">
                    <a16:creationId xmlns:a16="http://schemas.microsoft.com/office/drawing/2014/main" id="{A09BFDDB-257F-2B41-AD4F-02B806612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4224"/>
                <a:ext cx="10" cy="4"/>
              </a:xfrm>
              <a:custGeom>
                <a:avLst/>
                <a:gdLst>
                  <a:gd name="T0" fmla="*/ 0 w 25"/>
                  <a:gd name="T1" fmla="*/ 4 h 10"/>
                  <a:gd name="T2" fmla="*/ 5 w 25"/>
                  <a:gd name="T3" fmla="*/ 0 h 10"/>
                  <a:gd name="T4" fmla="*/ 10 w 25"/>
                  <a:gd name="T5" fmla="*/ 0 h 10"/>
                  <a:gd name="T6" fmla="*/ 20 w 25"/>
                  <a:gd name="T7" fmla="*/ 3 h 10"/>
                  <a:gd name="T8" fmla="*/ 23 w 25"/>
                  <a:gd name="T9" fmla="*/ 8 h 10"/>
                  <a:gd name="T10" fmla="*/ 15 w 25"/>
                  <a:gd name="T11" fmla="*/ 9 h 10"/>
                  <a:gd name="T12" fmla="*/ 6 w 25"/>
                  <a:gd name="T13" fmla="*/ 6 h 10"/>
                  <a:gd name="T14" fmla="*/ 0 w 25"/>
                  <a:gd name="T1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0">
                    <a:moveTo>
                      <a:pt x="0" y="4"/>
                    </a:moveTo>
                    <a:cubicBezTo>
                      <a:pt x="0" y="2"/>
                      <a:pt x="4" y="1"/>
                      <a:pt x="5" y="0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3"/>
                    </a:cubicBezTo>
                    <a:cubicBezTo>
                      <a:pt x="22" y="4"/>
                      <a:pt x="25" y="6"/>
                      <a:pt x="23" y="8"/>
                    </a:cubicBezTo>
                    <a:cubicBezTo>
                      <a:pt x="22" y="10"/>
                      <a:pt x="18" y="10"/>
                      <a:pt x="15" y="9"/>
                    </a:cubicBezTo>
                    <a:cubicBezTo>
                      <a:pt x="12" y="8"/>
                      <a:pt x="10" y="7"/>
                      <a:pt x="6" y="6"/>
                    </a:cubicBezTo>
                    <a:cubicBezTo>
                      <a:pt x="4" y="6"/>
                      <a:pt x="0" y="6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0" name="Freeform 2009">
                <a:extLst>
                  <a:ext uri="{FF2B5EF4-FFF2-40B4-BE49-F238E27FC236}">
                    <a16:creationId xmlns:a16="http://schemas.microsoft.com/office/drawing/2014/main" id="{AB7AAC07-1371-BF4C-90F4-5C239FF50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4198"/>
                <a:ext cx="3" cy="4"/>
              </a:xfrm>
              <a:custGeom>
                <a:avLst/>
                <a:gdLst>
                  <a:gd name="T0" fmla="*/ 7 w 8"/>
                  <a:gd name="T1" fmla="*/ 4 h 9"/>
                  <a:gd name="T2" fmla="*/ 6 w 8"/>
                  <a:gd name="T3" fmla="*/ 5 h 9"/>
                  <a:gd name="T4" fmla="*/ 1 w 8"/>
                  <a:gd name="T5" fmla="*/ 3 h 9"/>
                  <a:gd name="T6" fmla="*/ 7 w 8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7" y="4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5" y="9"/>
                      <a:pt x="0" y="7"/>
                      <a:pt x="1" y="3"/>
                    </a:cubicBezTo>
                    <a:cubicBezTo>
                      <a:pt x="3" y="0"/>
                      <a:pt x="8" y="0"/>
                      <a:pt x="7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1" name="Freeform 2010">
                <a:extLst>
                  <a:ext uri="{FF2B5EF4-FFF2-40B4-BE49-F238E27FC236}">
                    <a16:creationId xmlns:a16="http://schemas.microsoft.com/office/drawing/2014/main" id="{925B401E-E30C-7848-8AA4-BD4FCA8A3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4094"/>
                <a:ext cx="15" cy="11"/>
              </a:xfrm>
              <a:custGeom>
                <a:avLst/>
                <a:gdLst>
                  <a:gd name="T0" fmla="*/ 28 w 37"/>
                  <a:gd name="T1" fmla="*/ 5 h 26"/>
                  <a:gd name="T2" fmla="*/ 36 w 37"/>
                  <a:gd name="T3" fmla="*/ 15 h 26"/>
                  <a:gd name="T4" fmla="*/ 29 w 37"/>
                  <a:gd name="T5" fmla="*/ 23 h 26"/>
                  <a:gd name="T6" fmla="*/ 21 w 37"/>
                  <a:gd name="T7" fmla="*/ 23 h 26"/>
                  <a:gd name="T8" fmla="*/ 14 w 37"/>
                  <a:gd name="T9" fmla="*/ 18 h 26"/>
                  <a:gd name="T10" fmla="*/ 13 w 37"/>
                  <a:gd name="T11" fmla="*/ 17 h 26"/>
                  <a:gd name="T12" fmla="*/ 9 w 37"/>
                  <a:gd name="T13" fmla="*/ 13 h 26"/>
                  <a:gd name="T14" fmla="*/ 4 w 37"/>
                  <a:gd name="T15" fmla="*/ 7 h 26"/>
                  <a:gd name="T16" fmla="*/ 11 w 37"/>
                  <a:gd name="T17" fmla="*/ 0 h 26"/>
                  <a:gd name="T18" fmla="*/ 28 w 37"/>
                  <a:gd name="T1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26">
                    <a:moveTo>
                      <a:pt x="28" y="5"/>
                    </a:moveTo>
                    <a:cubicBezTo>
                      <a:pt x="31" y="8"/>
                      <a:pt x="37" y="11"/>
                      <a:pt x="36" y="15"/>
                    </a:cubicBezTo>
                    <a:cubicBezTo>
                      <a:pt x="36" y="19"/>
                      <a:pt x="31" y="21"/>
                      <a:pt x="29" y="23"/>
                    </a:cubicBezTo>
                    <a:cubicBezTo>
                      <a:pt x="25" y="26"/>
                      <a:pt x="25" y="26"/>
                      <a:pt x="21" y="23"/>
                    </a:cubicBezTo>
                    <a:cubicBezTo>
                      <a:pt x="18" y="22"/>
                      <a:pt x="16" y="20"/>
                      <a:pt x="14" y="18"/>
                    </a:cubicBezTo>
                    <a:cubicBezTo>
                      <a:pt x="14" y="18"/>
                      <a:pt x="14" y="17"/>
                      <a:pt x="13" y="17"/>
                    </a:cubicBezTo>
                    <a:cubicBezTo>
                      <a:pt x="12" y="16"/>
                      <a:pt x="10" y="14"/>
                      <a:pt x="9" y="13"/>
                    </a:cubicBezTo>
                    <a:cubicBezTo>
                      <a:pt x="7" y="11"/>
                      <a:pt x="5" y="10"/>
                      <a:pt x="4" y="7"/>
                    </a:cubicBezTo>
                    <a:cubicBezTo>
                      <a:pt x="0" y="2"/>
                      <a:pt x="7" y="1"/>
                      <a:pt x="11" y="0"/>
                    </a:cubicBezTo>
                    <a:cubicBezTo>
                      <a:pt x="18" y="0"/>
                      <a:pt x="23" y="0"/>
                      <a:pt x="28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2" name="Freeform 2011">
                <a:extLst>
                  <a:ext uri="{FF2B5EF4-FFF2-40B4-BE49-F238E27FC236}">
                    <a16:creationId xmlns:a16="http://schemas.microsoft.com/office/drawing/2014/main" id="{0F563F11-C788-914E-81C5-A742ECFC9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3969"/>
                <a:ext cx="5" cy="6"/>
              </a:xfrm>
              <a:custGeom>
                <a:avLst/>
                <a:gdLst>
                  <a:gd name="T0" fmla="*/ 2 w 14"/>
                  <a:gd name="T1" fmla="*/ 8 h 16"/>
                  <a:gd name="T2" fmla="*/ 1 w 14"/>
                  <a:gd name="T3" fmla="*/ 6 h 16"/>
                  <a:gd name="T4" fmla="*/ 5 w 14"/>
                  <a:gd name="T5" fmla="*/ 1 h 16"/>
                  <a:gd name="T6" fmla="*/ 9 w 14"/>
                  <a:gd name="T7" fmla="*/ 1 h 16"/>
                  <a:gd name="T8" fmla="*/ 11 w 14"/>
                  <a:gd name="T9" fmla="*/ 6 h 16"/>
                  <a:gd name="T10" fmla="*/ 13 w 14"/>
                  <a:gd name="T11" fmla="*/ 11 h 16"/>
                  <a:gd name="T12" fmla="*/ 2 w 14"/>
                  <a:gd name="T13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2" y="8"/>
                    </a:moveTo>
                    <a:cubicBezTo>
                      <a:pt x="1" y="7"/>
                      <a:pt x="1" y="7"/>
                      <a:pt x="1" y="6"/>
                    </a:cubicBezTo>
                    <a:cubicBezTo>
                      <a:pt x="0" y="3"/>
                      <a:pt x="2" y="2"/>
                      <a:pt x="5" y="1"/>
                    </a:cubicBezTo>
                    <a:cubicBezTo>
                      <a:pt x="6" y="0"/>
                      <a:pt x="8" y="0"/>
                      <a:pt x="9" y="1"/>
                    </a:cubicBezTo>
                    <a:cubicBezTo>
                      <a:pt x="10" y="3"/>
                      <a:pt x="10" y="5"/>
                      <a:pt x="11" y="6"/>
                    </a:cubicBezTo>
                    <a:cubicBezTo>
                      <a:pt x="11" y="8"/>
                      <a:pt x="14" y="9"/>
                      <a:pt x="13" y="11"/>
                    </a:cubicBezTo>
                    <a:cubicBezTo>
                      <a:pt x="13" y="16"/>
                      <a:pt x="3" y="10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3" name="Freeform 2012">
                <a:extLst>
                  <a:ext uri="{FF2B5EF4-FFF2-40B4-BE49-F238E27FC236}">
                    <a16:creationId xmlns:a16="http://schemas.microsoft.com/office/drawing/2014/main" id="{191E9A94-C8B5-3146-83C8-543AA43AE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974"/>
                <a:ext cx="10" cy="6"/>
              </a:xfrm>
              <a:custGeom>
                <a:avLst/>
                <a:gdLst>
                  <a:gd name="T0" fmla="*/ 3 w 25"/>
                  <a:gd name="T1" fmla="*/ 1 h 16"/>
                  <a:gd name="T2" fmla="*/ 10 w 25"/>
                  <a:gd name="T3" fmla="*/ 1 h 16"/>
                  <a:gd name="T4" fmla="*/ 15 w 25"/>
                  <a:gd name="T5" fmla="*/ 6 h 16"/>
                  <a:gd name="T6" fmla="*/ 19 w 25"/>
                  <a:gd name="T7" fmla="*/ 7 h 16"/>
                  <a:gd name="T8" fmla="*/ 23 w 25"/>
                  <a:gd name="T9" fmla="*/ 11 h 16"/>
                  <a:gd name="T10" fmla="*/ 21 w 25"/>
                  <a:gd name="T11" fmla="*/ 15 h 16"/>
                  <a:gd name="T12" fmla="*/ 16 w 25"/>
                  <a:gd name="T13" fmla="*/ 12 h 16"/>
                  <a:gd name="T14" fmla="*/ 9 w 25"/>
                  <a:gd name="T15" fmla="*/ 9 h 16"/>
                  <a:gd name="T16" fmla="*/ 2 w 25"/>
                  <a:gd name="T17" fmla="*/ 7 h 16"/>
                  <a:gd name="T18" fmla="*/ 3 w 25"/>
                  <a:gd name="T1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6">
                    <a:moveTo>
                      <a:pt x="3" y="1"/>
                    </a:moveTo>
                    <a:cubicBezTo>
                      <a:pt x="4" y="0"/>
                      <a:pt x="9" y="0"/>
                      <a:pt x="10" y="1"/>
                    </a:cubicBezTo>
                    <a:cubicBezTo>
                      <a:pt x="12" y="2"/>
                      <a:pt x="12" y="5"/>
                      <a:pt x="15" y="6"/>
                    </a:cubicBezTo>
                    <a:cubicBezTo>
                      <a:pt x="16" y="6"/>
                      <a:pt x="18" y="6"/>
                      <a:pt x="19" y="7"/>
                    </a:cubicBezTo>
                    <a:cubicBezTo>
                      <a:pt x="21" y="8"/>
                      <a:pt x="22" y="9"/>
                      <a:pt x="23" y="11"/>
                    </a:cubicBezTo>
                    <a:cubicBezTo>
                      <a:pt x="24" y="13"/>
                      <a:pt x="25" y="14"/>
                      <a:pt x="21" y="15"/>
                    </a:cubicBezTo>
                    <a:cubicBezTo>
                      <a:pt x="18" y="16"/>
                      <a:pt x="18" y="15"/>
                      <a:pt x="16" y="12"/>
                    </a:cubicBezTo>
                    <a:cubicBezTo>
                      <a:pt x="14" y="10"/>
                      <a:pt x="12" y="8"/>
                      <a:pt x="9" y="9"/>
                    </a:cubicBezTo>
                    <a:cubicBezTo>
                      <a:pt x="6" y="9"/>
                      <a:pt x="3" y="9"/>
                      <a:pt x="2" y="7"/>
                    </a:cubicBezTo>
                    <a:cubicBezTo>
                      <a:pt x="0" y="5"/>
                      <a:pt x="1" y="2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4" name="Freeform 2013">
                <a:extLst>
                  <a:ext uri="{FF2B5EF4-FFF2-40B4-BE49-F238E27FC236}">
                    <a16:creationId xmlns:a16="http://schemas.microsoft.com/office/drawing/2014/main" id="{34BC32C1-18AD-5D46-BAD9-E3FC80213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3967"/>
                <a:ext cx="5" cy="6"/>
              </a:xfrm>
              <a:custGeom>
                <a:avLst/>
                <a:gdLst>
                  <a:gd name="T0" fmla="*/ 5 w 12"/>
                  <a:gd name="T1" fmla="*/ 14 h 15"/>
                  <a:gd name="T2" fmla="*/ 1 w 12"/>
                  <a:gd name="T3" fmla="*/ 10 h 15"/>
                  <a:gd name="T4" fmla="*/ 1 w 12"/>
                  <a:gd name="T5" fmla="*/ 4 h 15"/>
                  <a:gd name="T6" fmla="*/ 5 w 12"/>
                  <a:gd name="T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4"/>
                    </a:moveTo>
                    <a:cubicBezTo>
                      <a:pt x="2" y="14"/>
                      <a:pt x="1" y="12"/>
                      <a:pt x="1" y="10"/>
                    </a:cubicBezTo>
                    <a:cubicBezTo>
                      <a:pt x="1" y="8"/>
                      <a:pt x="0" y="5"/>
                      <a:pt x="1" y="4"/>
                    </a:cubicBezTo>
                    <a:cubicBezTo>
                      <a:pt x="5" y="0"/>
                      <a:pt x="12" y="15"/>
                      <a:pt x="5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5" name="Freeform 2014">
                <a:extLst>
                  <a:ext uri="{FF2B5EF4-FFF2-40B4-BE49-F238E27FC236}">
                    <a16:creationId xmlns:a16="http://schemas.microsoft.com/office/drawing/2014/main" id="{A919C119-384F-F145-92AA-3FC9A0BB1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3979"/>
                <a:ext cx="2" cy="6"/>
              </a:xfrm>
              <a:custGeom>
                <a:avLst/>
                <a:gdLst>
                  <a:gd name="T0" fmla="*/ 3 w 6"/>
                  <a:gd name="T1" fmla="*/ 12 h 13"/>
                  <a:gd name="T2" fmla="*/ 0 w 6"/>
                  <a:gd name="T3" fmla="*/ 10 h 13"/>
                  <a:gd name="T4" fmla="*/ 1 w 6"/>
                  <a:gd name="T5" fmla="*/ 3 h 13"/>
                  <a:gd name="T6" fmla="*/ 5 w 6"/>
                  <a:gd name="T7" fmla="*/ 5 h 13"/>
                  <a:gd name="T8" fmla="*/ 3 w 6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3" y="12"/>
                    </a:moveTo>
                    <a:cubicBezTo>
                      <a:pt x="1" y="13"/>
                      <a:pt x="0" y="12"/>
                      <a:pt x="0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0"/>
                      <a:pt x="4" y="3"/>
                      <a:pt x="5" y="5"/>
                    </a:cubicBezTo>
                    <a:cubicBezTo>
                      <a:pt x="6" y="7"/>
                      <a:pt x="6" y="11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6" name="Freeform 2015">
                <a:extLst>
                  <a:ext uri="{FF2B5EF4-FFF2-40B4-BE49-F238E27FC236}">
                    <a16:creationId xmlns:a16="http://schemas.microsoft.com/office/drawing/2014/main" id="{B5994480-B4B6-EA42-86DE-69DD8D0DA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899"/>
                <a:ext cx="6" cy="4"/>
              </a:xfrm>
              <a:custGeom>
                <a:avLst/>
                <a:gdLst>
                  <a:gd name="T0" fmla="*/ 3 w 14"/>
                  <a:gd name="T1" fmla="*/ 9 h 10"/>
                  <a:gd name="T2" fmla="*/ 0 w 14"/>
                  <a:gd name="T3" fmla="*/ 4 h 10"/>
                  <a:gd name="T4" fmla="*/ 3 w 14"/>
                  <a:gd name="T5" fmla="*/ 0 h 10"/>
                  <a:gd name="T6" fmla="*/ 10 w 14"/>
                  <a:gd name="T7" fmla="*/ 0 h 10"/>
                  <a:gd name="T8" fmla="*/ 13 w 14"/>
                  <a:gd name="T9" fmla="*/ 2 h 10"/>
                  <a:gd name="T10" fmla="*/ 3 w 14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3" y="9"/>
                    </a:moveTo>
                    <a:cubicBezTo>
                      <a:pt x="1" y="8"/>
                      <a:pt x="0" y="6"/>
                      <a:pt x="0" y="4"/>
                    </a:cubicBezTo>
                    <a:cubicBezTo>
                      <a:pt x="0" y="2"/>
                      <a:pt x="0" y="0"/>
                      <a:pt x="3" y="0"/>
                    </a:cubicBezTo>
                    <a:cubicBezTo>
                      <a:pt x="5" y="0"/>
                      <a:pt x="8" y="0"/>
                      <a:pt x="10" y="0"/>
                    </a:cubicBezTo>
                    <a:cubicBezTo>
                      <a:pt x="11" y="0"/>
                      <a:pt x="12" y="0"/>
                      <a:pt x="13" y="2"/>
                    </a:cubicBezTo>
                    <a:cubicBezTo>
                      <a:pt x="14" y="6"/>
                      <a:pt x="6" y="10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7" name="Freeform 2016">
                <a:extLst>
                  <a:ext uri="{FF2B5EF4-FFF2-40B4-BE49-F238E27FC236}">
                    <a16:creationId xmlns:a16="http://schemas.microsoft.com/office/drawing/2014/main" id="{72A96301-BE3A-6D44-998C-8535F1842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3922"/>
                <a:ext cx="3" cy="3"/>
              </a:xfrm>
              <a:custGeom>
                <a:avLst/>
                <a:gdLst>
                  <a:gd name="T0" fmla="*/ 2 w 9"/>
                  <a:gd name="T1" fmla="*/ 3 h 7"/>
                  <a:gd name="T2" fmla="*/ 8 w 9"/>
                  <a:gd name="T3" fmla="*/ 3 h 7"/>
                  <a:gd name="T4" fmla="*/ 2 w 9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2" y="3"/>
                    </a:moveTo>
                    <a:cubicBezTo>
                      <a:pt x="3" y="0"/>
                      <a:pt x="7" y="0"/>
                      <a:pt x="8" y="3"/>
                    </a:cubicBezTo>
                    <a:cubicBezTo>
                      <a:pt x="9" y="7"/>
                      <a:pt x="0" y="7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8" name="Freeform 2017">
                <a:extLst>
                  <a:ext uri="{FF2B5EF4-FFF2-40B4-BE49-F238E27FC236}">
                    <a16:creationId xmlns:a16="http://schemas.microsoft.com/office/drawing/2014/main" id="{415D911B-AD4B-BB4C-AD37-1B56F3B4E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3920"/>
                <a:ext cx="6" cy="3"/>
              </a:xfrm>
              <a:custGeom>
                <a:avLst/>
                <a:gdLst>
                  <a:gd name="T0" fmla="*/ 11 w 13"/>
                  <a:gd name="T1" fmla="*/ 7 h 8"/>
                  <a:gd name="T2" fmla="*/ 8 w 13"/>
                  <a:gd name="T3" fmla="*/ 8 h 8"/>
                  <a:gd name="T4" fmla="*/ 5 w 13"/>
                  <a:gd name="T5" fmla="*/ 6 h 8"/>
                  <a:gd name="T6" fmla="*/ 0 w 13"/>
                  <a:gd name="T7" fmla="*/ 3 h 8"/>
                  <a:gd name="T8" fmla="*/ 5 w 13"/>
                  <a:gd name="T9" fmla="*/ 1 h 8"/>
                  <a:gd name="T10" fmla="*/ 11 w 13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1" y="7"/>
                    </a:moveTo>
                    <a:cubicBezTo>
                      <a:pt x="10" y="8"/>
                      <a:pt x="9" y="8"/>
                      <a:pt x="8" y="8"/>
                    </a:cubicBezTo>
                    <a:cubicBezTo>
                      <a:pt x="6" y="8"/>
                      <a:pt x="6" y="7"/>
                      <a:pt x="5" y="6"/>
                    </a:cubicBezTo>
                    <a:cubicBezTo>
                      <a:pt x="3" y="5"/>
                      <a:pt x="0" y="6"/>
                      <a:pt x="0" y="3"/>
                    </a:cubicBezTo>
                    <a:cubicBezTo>
                      <a:pt x="0" y="1"/>
                      <a:pt x="3" y="0"/>
                      <a:pt x="5" y="1"/>
                    </a:cubicBezTo>
                    <a:cubicBezTo>
                      <a:pt x="7" y="1"/>
                      <a:pt x="13" y="6"/>
                      <a:pt x="1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9" name="Freeform 2018">
                <a:extLst>
                  <a:ext uri="{FF2B5EF4-FFF2-40B4-BE49-F238E27FC236}">
                    <a16:creationId xmlns:a16="http://schemas.microsoft.com/office/drawing/2014/main" id="{7B0385DF-B693-9E46-9368-0D02E9104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922"/>
                <a:ext cx="6" cy="5"/>
              </a:xfrm>
              <a:custGeom>
                <a:avLst/>
                <a:gdLst>
                  <a:gd name="T0" fmla="*/ 6 w 15"/>
                  <a:gd name="T1" fmla="*/ 6 h 13"/>
                  <a:gd name="T2" fmla="*/ 0 w 15"/>
                  <a:gd name="T3" fmla="*/ 4 h 13"/>
                  <a:gd name="T4" fmla="*/ 8 w 15"/>
                  <a:gd name="T5" fmla="*/ 1 h 13"/>
                  <a:gd name="T6" fmla="*/ 14 w 15"/>
                  <a:gd name="T7" fmla="*/ 1 h 13"/>
                  <a:gd name="T8" fmla="*/ 12 w 15"/>
                  <a:gd name="T9" fmla="*/ 11 h 13"/>
                  <a:gd name="T10" fmla="*/ 6 w 15"/>
                  <a:gd name="T11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3">
                    <a:moveTo>
                      <a:pt x="6" y="6"/>
                    </a:moveTo>
                    <a:cubicBezTo>
                      <a:pt x="4" y="5"/>
                      <a:pt x="0" y="7"/>
                      <a:pt x="0" y="4"/>
                    </a:cubicBezTo>
                    <a:cubicBezTo>
                      <a:pt x="0" y="1"/>
                      <a:pt x="6" y="1"/>
                      <a:pt x="8" y="1"/>
                    </a:cubicBezTo>
                    <a:cubicBezTo>
                      <a:pt x="10" y="1"/>
                      <a:pt x="12" y="0"/>
                      <a:pt x="14" y="1"/>
                    </a:cubicBezTo>
                    <a:cubicBezTo>
                      <a:pt x="15" y="3"/>
                      <a:pt x="15" y="9"/>
                      <a:pt x="12" y="11"/>
                    </a:cubicBezTo>
                    <a:cubicBezTo>
                      <a:pt x="9" y="13"/>
                      <a:pt x="8" y="7"/>
                      <a:pt x="6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0" name="Freeform 2019">
                <a:extLst>
                  <a:ext uri="{FF2B5EF4-FFF2-40B4-BE49-F238E27FC236}">
                    <a16:creationId xmlns:a16="http://schemas.microsoft.com/office/drawing/2014/main" id="{3D7B0A73-AD84-E24D-B67B-69948CB52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3928"/>
                <a:ext cx="8" cy="11"/>
              </a:xfrm>
              <a:custGeom>
                <a:avLst/>
                <a:gdLst>
                  <a:gd name="T0" fmla="*/ 1 w 19"/>
                  <a:gd name="T1" fmla="*/ 12 h 28"/>
                  <a:gd name="T2" fmla="*/ 6 w 19"/>
                  <a:gd name="T3" fmla="*/ 7 h 28"/>
                  <a:gd name="T4" fmla="*/ 7 w 19"/>
                  <a:gd name="T5" fmla="*/ 1 h 28"/>
                  <a:gd name="T6" fmla="*/ 12 w 19"/>
                  <a:gd name="T7" fmla="*/ 0 h 28"/>
                  <a:gd name="T8" fmla="*/ 18 w 19"/>
                  <a:gd name="T9" fmla="*/ 7 h 28"/>
                  <a:gd name="T10" fmla="*/ 15 w 19"/>
                  <a:gd name="T11" fmla="*/ 12 h 28"/>
                  <a:gd name="T12" fmla="*/ 16 w 19"/>
                  <a:gd name="T13" fmla="*/ 18 h 28"/>
                  <a:gd name="T14" fmla="*/ 15 w 19"/>
                  <a:gd name="T15" fmla="*/ 23 h 28"/>
                  <a:gd name="T16" fmla="*/ 4 w 19"/>
                  <a:gd name="T17" fmla="*/ 14 h 28"/>
                  <a:gd name="T18" fmla="*/ 1 w 19"/>
                  <a:gd name="T19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8">
                    <a:moveTo>
                      <a:pt x="1" y="12"/>
                    </a:moveTo>
                    <a:cubicBezTo>
                      <a:pt x="0" y="9"/>
                      <a:pt x="4" y="8"/>
                      <a:pt x="6" y="7"/>
                    </a:cubicBezTo>
                    <a:cubicBezTo>
                      <a:pt x="7" y="5"/>
                      <a:pt x="6" y="3"/>
                      <a:pt x="7" y="1"/>
                    </a:cubicBezTo>
                    <a:cubicBezTo>
                      <a:pt x="8" y="0"/>
                      <a:pt x="10" y="0"/>
                      <a:pt x="12" y="0"/>
                    </a:cubicBezTo>
                    <a:cubicBezTo>
                      <a:pt x="16" y="0"/>
                      <a:pt x="19" y="3"/>
                      <a:pt x="18" y="7"/>
                    </a:cubicBezTo>
                    <a:cubicBezTo>
                      <a:pt x="17" y="9"/>
                      <a:pt x="16" y="10"/>
                      <a:pt x="15" y="12"/>
                    </a:cubicBezTo>
                    <a:cubicBezTo>
                      <a:pt x="15" y="14"/>
                      <a:pt x="16" y="16"/>
                      <a:pt x="16" y="18"/>
                    </a:cubicBezTo>
                    <a:cubicBezTo>
                      <a:pt x="16" y="19"/>
                      <a:pt x="16" y="21"/>
                      <a:pt x="15" y="23"/>
                    </a:cubicBezTo>
                    <a:cubicBezTo>
                      <a:pt x="13" y="28"/>
                      <a:pt x="6" y="16"/>
                      <a:pt x="4" y="14"/>
                    </a:cubicBezTo>
                    <a:cubicBezTo>
                      <a:pt x="3" y="14"/>
                      <a:pt x="1" y="14"/>
                      <a:pt x="1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1" name="Freeform 2020">
                <a:extLst>
                  <a:ext uri="{FF2B5EF4-FFF2-40B4-BE49-F238E27FC236}">
                    <a16:creationId xmlns:a16="http://schemas.microsoft.com/office/drawing/2014/main" id="{356177B1-2CB8-AA44-A1D2-BCC629B59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3940"/>
                <a:ext cx="3" cy="6"/>
              </a:xfrm>
              <a:custGeom>
                <a:avLst/>
                <a:gdLst>
                  <a:gd name="T0" fmla="*/ 4 w 8"/>
                  <a:gd name="T1" fmla="*/ 0 h 15"/>
                  <a:gd name="T2" fmla="*/ 8 w 8"/>
                  <a:gd name="T3" fmla="*/ 5 h 15"/>
                  <a:gd name="T4" fmla="*/ 8 w 8"/>
                  <a:gd name="T5" fmla="*/ 11 h 15"/>
                  <a:gd name="T6" fmla="*/ 4 w 8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4" y="0"/>
                    </a:moveTo>
                    <a:cubicBezTo>
                      <a:pt x="5" y="0"/>
                      <a:pt x="7" y="4"/>
                      <a:pt x="8" y="5"/>
                    </a:cubicBezTo>
                    <a:cubicBezTo>
                      <a:pt x="8" y="6"/>
                      <a:pt x="8" y="10"/>
                      <a:pt x="8" y="11"/>
                    </a:cubicBezTo>
                    <a:cubicBezTo>
                      <a:pt x="5" y="15"/>
                      <a:pt x="0" y="1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2" name="Freeform 2021">
                <a:extLst>
                  <a:ext uri="{FF2B5EF4-FFF2-40B4-BE49-F238E27FC236}">
                    <a16:creationId xmlns:a16="http://schemas.microsoft.com/office/drawing/2014/main" id="{EAB4E9B6-80B0-564A-BD5B-CE0EE436D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3915"/>
                <a:ext cx="3" cy="5"/>
              </a:xfrm>
              <a:custGeom>
                <a:avLst/>
                <a:gdLst>
                  <a:gd name="T0" fmla="*/ 8 w 8"/>
                  <a:gd name="T1" fmla="*/ 4 h 11"/>
                  <a:gd name="T2" fmla="*/ 6 w 8"/>
                  <a:gd name="T3" fmla="*/ 9 h 11"/>
                  <a:gd name="T4" fmla="*/ 1 w 8"/>
                  <a:gd name="T5" fmla="*/ 9 h 11"/>
                  <a:gd name="T6" fmla="*/ 8 w 8"/>
                  <a:gd name="T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8" y="4"/>
                    </a:moveTo>
                    <a:cubicBezTo>
                      <a:pt x="8" y="6"/>
                      <a:pt x="8" y="8"/>
                      <a:pt x="6" y="9"/>
                    </a:cubicBezTo>
                    <a:cubicBezTo>
                      <a:pt x="5" y="10"/>
                      <a:pt x="2" y="11"/>
                      <a:pt x="1" y="9"/>
                    </a:cubicBezTo>
                    <a:cubicBezTo>
                      <a:pt x="0" y="7"/>
                      <a:pt x="6" y="0"/>
                      <a:pt x="8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3" name="Freeform 2022">
                <a:extLst>
                  <a:ext uri="{FF2B5EF4-FFF2-40B4-BE49-F238E27FC236}">
                    <a16:creationId xmlns:a16="http://schemas.microsoft.com/office/drawing/2014/main" id="{D0EE7992-6059-1845-8B8E-17725D993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898"/>
                <a:ext cx="5" cy="6"/>
              </a:xfrm>
              <a:custGeom>
                <a:avLst/>
                <a:gdLst>
                  <a:gd name="T0" fmla="*/ 0 w 14"/>
                  <a:gd name="T1" fmla="*/ 7 h 15"/>
                  <a:gd name="T2" fmla="*/ 5 w 14"/>
                  <a:gd name="T3" fmla="*/ 2 h 15"/>
                  <a:gd name="T4" fmla="*/ 11 w 14"/>
                  <a:gd name="T5" fmla="*/ 1 h 15"/>
                  <a:gd name="T6" fmla="*/ 13 w 14"/>
                  <a:gd name="T7" fmla="*/ 8 h 15"/>
                  <a:gd name="T8" fmla="*/ 8 w 14"/>
                  <a:gd name="T9" fmla="*/ 11 h 15"/>
                  <a:gd name="T10" fmla="*/ 4 w 14"/>
                  <a:gd name="T11" fmla="*/ 13 h 15"/>
                  <a:gd name="T12" fmla="*/ 0 w 14"/>
                  <a:gd name="T1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0" y="7"/>
                    </a:moveTo>
                    <a:cubicBezTo>
                      <a:pt x="1" y="4"/>
                      <a:pt x="2" y="2"/>
                      <a:pt x="5" y="2"/>
                    </a:cubicBezTo>
                    <a:cubicBezTo>
                      <a:pt x="7" y="1"/>
                      <a:pt x="10" y="0"/>
                      <a:pt x="11" y="1"/>
                    </a:cubicBezTo>
                    <a:cubicBezTo>
                      <a:pt x="14" y="2"/>
                      <a:pt x="14" y="6"/>
                      <a:pt x="13" y="8"/>
                    </a:cubicBezTo>
                    <a:cubicBezTo>
                      <a:pt x="12" y="9"/>
                      <a:pt x="10" y="10"/>
                      <a:pt x="8" y="11"/>
                    </a:cubicBezTo>
                    <a:cubicBezTo>
                      <a:pt x="6" y="11"/>
                      <a:pt x="5" y="12"/>
                      <a:pt x="4" y="13"/>
                    </a:cubicBezTo>
                    <a:cubicBezTo>
                      <a:pt x="0" y="15"/>
                      <a:pt x="0" y="9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4" name="Freeform 2023">
                <a:extLst>
                  <a:ext uri="{FF2B5EF4-FFF2-40B4-BE49-F238E27FC236}">
                    <a16:creationId xmlns:a16="http://schemas.microsoft.com/office/drawing/2014/main" id="{96BDFF2B-BB47-CE47-ACB7-F148E80FD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809"/>
                <a:ext cx="8" cy="9"/>
              </a:xfrm>
              <a:custGeom>
                <a:avLst/>
                <a:gdLst>
                  <a:gd name="T0" fmla="*/ 1 w 20"/>
                  <a:gd name="T1" fmla="*/ 13 h 24"/>
                  <a:gd name="T2" fmla="*/ 12 w 20"/>
                  <a:gd name="T3" fmla="*/ 7 h 24"/>
                  <a:gd name="T4" fmla="*/ 20 w 20"/>
                  <a:gd name="T5" fmla="*/ 6 h 24"/>
                  <a:gd name="T6" fmla="*/ 15 w 20"/>
                  <a:gd name="T7" fmla="*/ 18 h 24"/>
                  <a:gd name="T8" fmla="*/ 11 w 20"/>
                  <a:gd name="T9" fmla="*/ 24 h 24"/>
                  <a:gd name="T10" fmla="*/ 1 w 20"/>
                  <a:gd name="T11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4">
                    <a:moveTo>
                      <a:pt x="1" y="13"/>
                    </a:moveTo>
                    <a:cubicBezTo>
                      <a:pt x="3" y="8"/>
                      <a:pt x="8" y="9"/>
                      <a:pt x="12" y="7"/>
                    </a:cubicBezTo>
                    <a:cubicBezTo>
                      <a:pt x="14" y="6"/>
                      <a:pt x="19" y="0"/>
                      <a:pt x="20" y="6"/>
                    </a:cubicBezTo>
                    <a:cubicBezTo>
                      <a:pt x="20" y="9"/>
                      <a:pt x="17" y="15"/>
                      <a:pt x="15" y="18"/>
                    </a:cubicBezTo>
                    <a:cubicBezTo>
                      <a:pt x="14" y="19"/>
                      <a:pt x="13" y="23"/>
                      <a:pt x="11" y="24"/>
                    </a:cubicBezTo>
                    <a:cubicBezTo>
                      <a:pt x="7" y="24"/>
                      <a:pt x="0" y="16"/>
                      <a:pt x="1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5" name="Freeform 2024">
                <a:extLst>
                  <a:ext uri="{FF2B5EF4-FFF2-40B4-BE49-F238E27FC236}">
                    <a16:creationId xmlns:a16="http://schemas.microsoft.com/office/drawing/2014/main" id="{49965C36-0BE1-9641-A58D-8ECD503E9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3605"/>
                <a:ext cx="147" cy="243"/>
              </a:xfrm>
              <a:custGeom>
                <a:avLst/>
                <a:gdLst>
                  <a:gd name="T0" fmla="*/ 23 w 362"/>
                  <a:gd name="T1" fmla="*/ 526 h 598"/>
                  <a:gd name="T2" fmla="*/ 13 w 362"/>
                  <a:gd name="T3" fmla="*/ 506 h 598"/>
                  <a:gd name="T4" fmla="*/ 20 w 362"/>
                  <a:gd name="T5" fmla="*/ 477 h 598"/>
                  <a:gd name="T6" fmla="*/ 23 w 362"/>
                  <a:gd name="T7" fmla="*/ 445 h 598"/>
                  <a:gd name="T8" fmla="*/ 32 w 362"/>
                  <a:gd name="T9" fmla="*/ 419 h 598"/>
                  <a:gd name="T10" fmla="*/ 39 w 362"/>
                  <a:gd name="T11" fmla="*/ 371 h 598"/>
                  <a:gd name="T12" fmla="*/ 53 w 362"/>
                  <a:gd name="T13" fmla="*/ 377 h 598"/>
                  <a:gd name="T14" fmla="*/ 58 w 362"/>
                  <a:gd name="T15" fmla="*/ 362 h 598"/>
                  <a:gd name="T16" fmla="*/ 59 w 362"/>
                  <a:gd name="T17" fmla="*/ 327 h 598"/>
                  <a:gd name="T18" fmla="*/ 41 w 362"/>
                  <a:gd name="T19" fmla="*/ 338 h 598"/>
                  <a:gd name="T20" fmla="*/ 41 w 362"/>
                  <a:gd name="T21" fmla="*/ 322 h 598"/>
                  <a:gd name="T22" fmla="*/ 41 w 362"/>
                  <a:gd name="T23" fmla="*/ 293 h 598"/>
                  <a:gd name="T24" fmla="*/ 54 w 362"/>
                  <a:gd name="T25" fmla="*/ 286 h 598"/>
                  <a:gd name="T26" fmla="*/ 62 w 362"/>
                  <a:gd name="T27" fmla="*/ 239 h 598"/>
                  <a:gd name="T28" fmla="*/ 52 w 362"/>
                  <a:gd name="T29" fmla="*/ 178 h 598"/>
                  <a:gd name="T30" fmla="*/ 27 w 362"/>
                  <a:gd name="T31" fmla="*/ 150 h 598"/>
                  <a:gd name="T32" fmla="*/ 16 w 362"/>
                  <a:gd name="T33" fmla="*/ 127 h 598"/>
                  <a:gd name="T34" fmla="*/ 28 w 362"/>
                  <a:gd name="T35" fmla="*/ 67 h 598"/>
                  <a:gd name="T36" fmla="*/ 49 w 362"/>
                  <a:gd name="T37" fmla="*/ 79 h 598"/>
                  <a:gd name="T38" fmla="*/ 136 w 362"/>
                  <a:gd name="T39" fmla="*/ 72 h 598"/>
                  <a:gd name="T40" fmla="*/ 167 w 362"/>
                  <a:gd name="T41" fmla="*/ 61 h 598"/>
                  <a:gd name="T42" fmla="*/ 220 w 362"/>
                  <a:gd name="T43" fmla="*/ 26 h 598"/>
                  <a:gd name="T44" fmla="*/ 246 w 362"/>
                  <a:gd name="T45" fmla="*/ 0 h 598"/>
                  <a:gd name="T46" fmla="*/ 288 w 362"/>
                  <a:gd name="T47" fmla="*/ 23 h 598"/>
                  <a:gd name="T48" fmla="*/ 314 w 362"/>
                  <a:gd name="T49" fmla="*/ 34 h 598"/>
                  <a:gd name="T50" fmla="*/ 313 w 362"/>
                  <a:gd name="T51" fmla="*/ 69 h 598"/>
                  <a:gd name="T52" fmla="*/ 338 w 362"/>
                  <a:gd name="T53" fmla="*/ 73 h 598"/>
                  <a:gd name="T54" fmla="*/ 308 w 362"/>
                  <a:gd name="T55" fmla="*/ 94 h 598"/>
                  <a:gd name="T56" fmla="*/ 337 w 362"/>
                  <a:gd name="T57" fmla="*/ 108 h 598"/>
                  <a:gd name="T58" fmla="*/ 334 w 362"/>
                  <a:gd name="T59" fmla="*/ 125 h 598"/>
                  <a:gd name="T60" fmla="*/ 350 w 362"/>
                  <a:gd name="T61" fmla="*/ 159 h 598"/>
                  <a:gd name="T62" fmla="*/ 362 w 362"/>
                  <a:gd name="T63" fmla="*/ 202 h 598"/>
                  <a:gd name="T64" fmla="*/ 341 w 362"/>
                  <a:gd name="T65" fmla="*/ 232 h 598"/>
                  <a:gd name="T66" fmla="*/ 318 w 362"/>
                  <a:gd name="T67" fmla="*/ 257 h 598"/>
                  <a:gd name="T68" fmla="*/ 322 w 362"/>
                  <a:gd name="T69" fmla="*/ 298 h 598"/>
                  <a:gd name="T70" fmla="*/ 320 w 362"/>
                  <a:gd name="T71" fmla="*/ 348 h 598"/>
                  <a:gd name="T72" fmla="*/ 312 w 362"/>
                  <a:gd name="T73" fmla="*/ 380 h 598"/>
                  <a:gd name="T74" fmla="*/ 298 w 362"/>
                  <a:gd name="T75" fmla="*/ 428 h 598"/>
                  <a:gd name="T76" fmla="*/ 292 w 362"/>
                  <a:gd name="T77" fmla="*/ 464 h 598"/>
                  <a:gd name="T78" fmla="*/ 277 w 362"/>
                  <a:gd name="T79" fmla="*/ 496 h 598"/>
                  <a:gd name="T80" fmla="*/ 272 w 362"/>
                  <a:gd name="T81" fmla="*/ 519 h 598"/>
                  <a:gd name="T82" fmla="*/ 253 w 362"/>
                  <a:gd name="T83" fmla="*/ 557 h 598"/>
                  <a:gd name="T84" fmla="*/ 223 w 362"/>
                  <a:gd name="T85" fmla="*/ 536 h 598"/>
                  <a:gd name="T86" fmla="*/ 183 w 362"/>
                  <a:gd name="T87" fmla="*/ 517 h 598"/>
                  <a:gd name="T88" fmla="*/ 157 w 362"/>
                  <a:gd name="T89" fmla="*/ 514 h 598"/>
                  <a:gd name="T90" fmla="*/ 144 w 362"/>
                  <a:gd name="T91" fmla="*/ 536 h 598"/>
                  <a:gd name="T92" fmla="*/ 140 w 362"/>
                  <a:gd name="T93" fmla="*/ 576 h 598"/>
                  <a:gd name="T94" fmla="*/ 110 w 362"/>
                  <a:gd name="T95" fmla="*/ 590 h 598"/>
                  <a:gd name="T96" fmla="*/ 67 w 362"/>
                  <a:gd name="T97" fmla="*/ 582 h 598"/>
                  <a:gd name="T98" fmla="*/ 52 w 362"/>
                  <a:gd name="T99" fmla="*/ 594 h 598"/>
                  <a:gd name="T100" fmla="*/ 49 w 362"/>
                  <a:gd name="T101" fmla="*/ 575 h 598"/>
                  <a:gd name="T102" fmla="*/ 38 w 362"/>
                  <a:gd name="T103" fmla="*/ 546 h 598"/>
                  <a:gd name="T104" fmla="*/ 21 w 362"/>
                  <a:gd name="T105" fmla="*/ 545 h 598"/>
                  <a:gd name="T106" fmla="*/ 6 w 362"/>
                  <a:gd name="T107" fmla="*/ 568 h 598"/>
                  <a:gd name="T108" fmla="*/ 3 w 362"/>
                  <a:gd name="T109" fmla="*/ 556 h 598"/>
                  <a:gd name="T110" fmla="*/ 13 w 362"/>
                  <a:gd name="T111" fmla="*/ 530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62" h="598">
                    <a:moveTo>
                      <a:pt x="13" y="530"/>
                    </a:moveTo>
                    <a:cubicBezTo>
                      <a:pt x="14" y="533"/>
                      <a:pt x="18" y="535"/>
                      <a:pt x="20" y="535"/>
                    </a:cubicBezTo>
                    <a:cubicBezTo>
                      <a:pt x="25" y="535"/>
                      <a:pt x="25" y="530"/>
                      <a:pt x="23" y="526"/>
                    </a:cubicBezTo>
                    <a:cubicBezTo>
                      <a:pt x="21" y="523"/>
                      <a:pt x="16" y="522"/>
                      <a:pt x="14" y="518"/>
                    </a:cubicBezTo>
                    <a:cubicBezTo>
                      <a:pt x="13" y="517"/>
                      <a:pt x="12" y="514"/>
                      <a:pt x="12" y="512"/>
                    </a:cubicBezTo>
                    <a:cubicBezTo>
                      <a:pt x="12" y="510"/>
                      <a:pt x="13" y="508"/>
                      <a:pt x="13" y="506"/>
                    </a:cubicBezTo>
                    <a:cubicBezTo>
                      <a:pt x="13" y="502"/>
                      <a:pt x="9" y="499"/>
                      <a:pt x="11" y="494"/>
                    </a:cubicBezTo>
                    <a:cubicBezTo>
                      <a:pt x="13" y="490"/>
                      <a:pt x="19" y="492"/>
                      <a:pt x="20" y="488"/>
                    </a:cubicBezTo>
                    <a:cubicBezTo>
                      <a:pt x="22" y="485"/>
                      <a:pt x="21" y="479"/>
                      <a:pt x="20" y="477"/>
                    </a:cubicBezTo>
                    <a:cubicBezTo>
                      <a:pt x="19" y="472"/>
                      <a:pt x="17" y="471"/>
                      <a:pt x="15" y="467"/>
                    </a:cubicBezTo>
                    <a:cubicBezTo>
                      <a:pt x="12" y="463"/>
                      <a:pt x="10" y="459"/>
                      <a:pt x="13" y="455"/>
                    </a:cubicBezTo>
                    <a:cubicBezTo>
                      <a:pt x="17" y="450"/>
                      <a:pt x="22" y="451"/>
                      <a:pt x="23" y="445"/>
                    </a:cubicBezTo>
                    <a:cubicBezTo>
                      <a:pt x="19" y="443"/>
                      <a:pt x="17" y="435"/>
                      <a:pt x="19" y="431"/>
                    </a:cubicBezTo>
                    <a:cubicBezTo>
                      <a:pt x="20" y="428"/>
                      <a:pt x="23" y="426"/>
                      <a:pt x="26" y="425"/>
                    </a:cubicBezTo>
                    <a:cubicBezTo>
                      <a:pt x="28" y="423"/>
                      <a:pt x="30" y="421"/>
                      <a:pt x="32" y="419"/>
                    </a:cubicBezTo>
                    <a:cubicBezTo>
                      <a:pt x="36" y="416"/>
                      <a:pt x="39" y="411"/>
                      <a:pt x="39" y="406"/>
                    </a:cubicBezTo>
                    <a:cubicBezTo>
                      <a:pt x="39" y="401"/>
                      <a:pt x="38" y="396"/>
                      <a:pt x="38" y="391"/>
                    </a:cubicBezTo>
                    <a:cubicBezTo>
                      <a:pt x="38" y="384"/>
                      <a:pt x="39" y="378"/>
                      <a:pt x="39" y="371"/>
                    </a:cubicBezTo>
                    <a:cubicBezTo>
                      <a:pt x="40" y="368"/>
                      <a:pt x="43" y="356"/>
                      <a:pt x="46" y="364"/>
                    </a:cubicBezTo>
                    <a:cubicBezTo>
                      <a:pt x="46" y="367"/>
                      <a:pt x="46" y="370"/>
                      <a:pt x="47" y="373"/>
                    </a:cubicBezTo>
                    <a:cubicBezTo>
                      <a:pt x="49" y="375"/>
                      <a:pt x="51" y="376"/>
                      <a:pt x="53" y="377"/>
                    </a:cubicBezTo>
                    <a:cubicBezTo>
                      <a:pt x="56" y="378"/>
                      <a:pt x="63" y="386"/>
                      <a:pt x="65" y="381"/>
                    </a:cubicBezTo>
                    <a:cubicBezTo>
                      <a:pt x="69" y="375"/>
                      <a:pt x="56" y="372"/>
                      <a:pt x="55" y="368"/>
                    </a:cubicBezTo>
                    <a:cubicBezTo>
                      <a:pt x="54" y="365"/>
                      <a:pt x="56" y="364"/>
                      <a:pt x="58" y="362"/>
                    </a:cubicBezTo>
                    <a:cubicBezTo>
                      <a:pt x="60" y="360"/>
                      <a:pt x="61" y="358"/>
                      <a:pt x="62" y="356"/>
                    </a:cubicBezTo>
                    <a:cubicBezTo>
                      <a:pt x="66" y="351"/>
                      <a:pt x="70" y="345"/>
                      <a:pt x="69" y="338"/>
                    </a:cubicBezTo>
                    <a:cubicBezTo>
                      <a:pt x="68" y="332"/>
                      <a:pt x="62" y="331"/>
                      <a:pt x="59" y="327"/>
                    </a:cubicBezTo>
                    <a:cubicBezTo>
                      <a:pt x="56" y="324"/>
                      <a:pt x="52" y="316"/>
                      <a:pt x="50" y="325"/>
                    </a:cubicBezTo>
                    <a:cubicBezTo>
                      <a:pt x="49" y="327"/>
                      <a:pt x="50" y="330"/>
                      <a:pt x="48" y="332"/>
                    </a:cubicBezTo>
                    <a:cubicBezTo>
                      <a:pt x="47" y="335"/>
                      <a:pt x="44" y="336"/>
                      <a:pt x="41" y="338"/>
                    </a:cubicBezTo>
                    <a:cubicBezTo>
                      <a:pt x="41" y="338"/>
                      <a:pt x="40" y="339"/>
                      <a:pt x="39" y="340"/>
                    </a:cubicBezTo>
                    <a:cubicBezTo>
                      <a:pt x="37" y="337"/>
                      <a:pt x="40" y="334"/>
                      <a:pt x="41" y="332"/>
                    </a:cubicBezTo>
                    <a:cubicBezTo>
                      <a:pt x="42" y="329"/>
                      <a:pt x="41" y="325"/>
                      <a:pt x="41" y="322"/>
                    </a:cubicBezTo>
                    <a:cubicBezTo>
                      <a:pt x="40" y="319"/>
                      <a:pt x="39" y="316"/>
                      <a:pt x="39" y="313"/>
                    </a:cubicBezTo>
                    <a:cubicBezTo>
                      <a:pt x="38" y="309"/>
                      <a:pt x="39" y="308"/>
                      <a:pt x="41" y="304"/>
                    </a:cubicBezTo>
                    <a:cubicBezTo>
                      <a:pt x="44" y="300"/>
                      <a:pt x="42" y="298"/>
                      <a:pt x="41" y="293"/>
                    </a:cubicBezTo>
                    <a:cubicBezTo>
                      <a:pt x="39" y="293"/>
                      <a:pt x="38" y="292"/>
                      <a:pt x="36" y="291"/>
                    </a:cubicBezTo>
                    <a:cubicBezTo>
                      <a:pt x="35" y="287"/>
                      <a:pt x="44" y="286"/>
                      <a:pt x="47" y="287"/>
                    </a:cubicBezTo>
                    <a:cubicBezTo>
                      <a:pt x="49" y="287"/>
                      <a:pt x="52" y="288"/>
                      <a:pt x="54" y="286"/>
                    </a:cubicBezTo>
                    <a:cubicBezTo>
                      <a:pt x="56" y="285"/>
                      <a:pt x="57" y="282"/>
                      <a:pt x="58" y="280"/>
                    </a:cubicBezTo>
                    <a:cubicBezTo>
                      <a:pt x="61" y="276"/>
                      <a:pt x="61" y="271"/>
                      <a:pt x="59" y="266"/>
                    </a:cubicBezTo>
                    <a:cubicBezTo>
                      <a:pt x="57" y="257"/>
                      <a:pt x="59" y="248"/>
                      <a:pt x="62" y="239"/>
                    </a:cubicBezTo>
                    <a:cubicBezTo>
                      <a:pt x="64" y="231"/>
                      <a:pt x="65" y="224"/>
                      <a:pt x="59" y="218"/>
                    </a:cubicBezTo>
                    <a:cubicBezTo>
                      <a:pt x="54" y="213"/>
                      <a:pt x="51" y="211"/>
                      <a:pt x="52" y="203"/>
                    </a:cubicBezTo>
                    <a:cubicBezTo>
                      <a:pt x="53" y="195"/>
                      <a:pt x="55" y="186"/>
                      <a:pt x="52" y="178"/>
                    </a:cubicBezTo>
                    <a:cubicBezTo>
                      <a:pt x="50" y="174"/>
                      <a:pt x="48" y="171"/>
                      <a:pt x="46" y="167"/>
                    </a:cubicBezTo>
                    <a:cubicBezTo>
                      <a:pt x="45" y="164"/>
                      <a:pt x="44" y="160"/>
                      <a:pt x="42" y="156"/>
                    </a:cubicBezTo>
                    <a:cubicBezTo>
                      <a:pt x="39" y="149"/>
                      <a:pt x="33" y="152"/>
                      <a:pt x="27" y="150"/>
                    </a:cubicBezTo>
                    <a:cubicBezTo>
                      <a:pt x="23" y="148"/>
                      <a:pt x="19" y="141"/>
                      <a:pt x="16" y="143"/>
                    </a:cubicBezTo>
                    <a:cubicBezTo>
                      <a:pt x="14" y="144"/>
                      <a:pt x="8" y="157"/>
                      <a:pt x="6" y="148"/>
                    </a:cubicBezTo>
                    <a:cubicBezTo>
                      <a:pt x="5" y="140"/>
                      <a:pt x="13" y="134"/>
                      <a:pt x="16" y="127"/>
                    </a:cubicBezTo>
                    <a:cubicBezTo>
                      <a:pt x="19" y="120"/>
                      <a:pt x="14" y="111"/>
                      <a:pt x="13" y="104"/>
                    </a:cubicBezTo>
                    <a:cubicBezTo>
                      <a:pt x="13" y="95"/>
                      <a:pt x="19" y="93"/>
                      <a:pt x="24" y="88"/>
                    </a:cubicBezTo>
                    <a:cubicBezTo>
                      <a:pt x="30" y="82"/>
                      <a:pt x="31" y="74"/>
                      <a:pt x="28" y="67"/>
                    </a:cubicBezTo>
                    <a:cubicBezTo>
                      <a:pt x="26" y="61"/>
                      <a:pt x="25" y="53"/>
                      <a:pt x="31" y="50"/>
                    </a:cubicBezTo>
                    <a:cubicBezTo>
                      <a:pt x="38" y="47"/>
                      <a:pt x="37" y="59"/>
                      <a:pt x="37" y="63"/>
                    </a:cubicBezTo>
                    <a:cubicBezTo>
                      <a:pt x="37" y="71"/>
                      <a:pt x="42" y="75"/>
                      <a:pt x="49" y="79"/>
                    </a:cubicBezTo>
                    <a:cubicBezTo>
                      <a:pt x="64" y="85"/>
                      <a:pt x="79" y="95"/>
                      <a:pt x="95" y="93"/>
                    </a:cubicBezTo>
                    <a:cubicBezTo>
                      <a:pt x="103" y="92"/>
                      <a:pt x="112" y="90"/>
                      <a:pt x="119" y="85"/>
                    </a:cubicBezTo>
                    <a:cubicBezTo>
                      <a:pt x="124" y="81"/>
                      <a:pt x="128" y="73"/>
                      <a:pt x="136" y="72"/>
                    </a:cubicBezTo>
                    <a:cubicBezTo>
                      <a:pt x="140" y="71"/>
                      <a:pt x="143" y="73"/>
                      <a:pt x="146" y="73"/>
                    </a:cubicBezTo>
                    <a:cubicBezTo>
                      <a:pt x="149" y="74"/>
                      <a:pt x="151" y="72"/>
                      <a:pt x="154" y="71"/>
                    </a:cubicBezTo>
                    <a:cubicBezTo>
                      <a:pt x="159" y="69"/>
                      <a:pt x="164" y="66"/>
                      <a:pt x="167" y="61"/>
                    </a:cubicBezTo>
                    <a:cubicBezTo>
                      <a:pt x="171" y="54"/>
                      <a:pt x="175" y="49"/>
                      <a:pt x="182" y="46"/>
                    </a:cubicBezTo>
                    <a:cubicBezTo>
                      <a:pt x="190" y="42"/>
                      <a:pt x="195" y="38"/>
                      <a:pt x="201" y="32"/>
                    </a:cubicBezTo>
                    <a:cubicBezTo>
                      <a:pt x="207" y="26"/>
                      <a:pt x="213" y="25"/>
                      <a:pt x="220" y="26"/>
                    </a:cubicBezTo>
                    <a:cubicBezTo>
                      <a:pt x="226" y="28"/>
                      <a:pt x="231" y="27"/>
                      <a:pt x="236" y="23"/>
                    </a:cubicBezTo>
                    <a:cubicBezTo>
                      <a:pt x="242" y="20"/>
                      <a:pt x="241" y="14"/>
                      <a:pt x="240" y="9"/>
                    </a:cubicBezTo>
                    <a:cubicBezTo>
                      <a:pt x="239" y="3"/>
                      <a:pt x="239" y="0"/>
                      <a:pt x="246" y="0"/>
                    </a:cubicBezTo>
                    <a:cubicBezTo>
                      <a:pt x="252" y="0"/>
                      <a:pt x="262" y="0"/>
                      <a:pt x="266" y="5"/>
                    </a:cubicBezTo>
                    <a:cubicBezTo>
                      <a:pt x="269" y="8"/>
                      <a:pt x="268" y="14"/>
                      <a:pt x="273" y="17"/>
                    </a:cubicBezTo>
                    <a:cubicBezTo>
                      <a:pt x="277" y="19"/>
                      <a:pt x="283" y="20"/>
                      <a:pt x="288" y="23"/>
                    </a:cubicBezTo>
                    <a:cubicBezTo>
                      <a:pt x="293" y="26"/>
                      <a:pt x="298" y="30"/>
                      <a:pt x="299" y="37"/>
                    </a:cubicBezTo>
                    <a:cubicBezTo>
                      <a:pt x="300" y="40"/>
                      <a:pt x="300" y="47"/>
                      <a:pt x="304" y="41"/>
                    </a:cubicBezTo>
                    <a:cubicBezTo>
                      <a:pt x="306" y="37"/>
                      <a:pt x="308" y="31"/>
                      <a:pt x="314" y="34"/>
                    </a:cubicBezTo>
                    <a:cubicBezTo>
                      <a:pt x="318" y="35"/>
                      <a:pt x="324" y="41"/>
                      <a:pt x="322" y="45"/>
                    </a:cubicBezTo>
                    <a:cubicBezTo>
                      <a:pt x="320" y="50"/>
                      <a:pt x="315" y="52"/>
                      <a:pt x="313" y="56"/>
                    </a:cubicBezTo>
                    <a:cubicBezTo>
                      <a:pt x="312" y="59"/>
                      <a:pt x="308" y="69"/>
                      <a:pt x="313" y="69"/>
                    </a:cubicBezTo>
                    <a:cubicBezTo>
                      <a:pt x="316" y="69"/>
                      <a:pt x="318" y="67"/>
                      <a:pt x="321" y="66"/>
                    </a:cubicBezTo>
                    <a:cubicBezTo>
                      <a:pt x="324" y="65"/>
                      <a:pt x="326" y="66"/>
                      <a:pt x="329" y="67"/>
                    </a:cubicBezTo>
                    <a:cubicBezTo>
                      <a:pt x="332" y="67"/>
                      <a:pt x="341" y="71"/>
                      <a:pt x="338" y="73"/>
                    </a:cubicBezTo>
                    <a:cubicBezTo>
                      <a:pt x="334" y="77"/>
                      <a:pt x="327" y="75"/>
                      <a:pt x="324" y="80"/>
                    </a:cubicBezTo>
                    <a:cubicBezTo>
                      <a:pt x="321" y="85"/>
                      <a:pt x="320" y="89"/>
                      <a:pt x="315" y="92"/>
                    </a:cubicBezTo>
                    <a:cubicBezTo>
                      <a:pt x="313" y="93"/>
                      <a:pt x="310" y="94"/>
                      <a:pt x="308" y="94"/>
                    </a:cubicBezTo>
                    <a:cubicBezTo>
                      <a:pt x="311" y="102"/>
                      <a:pt x="324" y="88"/>
                      <a:pt x="330" y="93"/>
                    </a:cubicBezTo>
                    <a:cubicBezTo>
                      <a:pt x="334" y="97"/>
                      <a:pt x="328" y="100"/>
                      <a:pt x="328" y="104"/>
                    </a:cubicBezTo>
                    <a:cubicBezTo>
                      <a:pt x="328" y="107"/>
                      <a:pt x="335" y="107"/>
                      <a:pt x="337" y="108"/>
                    </a:cubicBezTo>
                    <a:cubicBezTo>
                      <a:pt x="340" y="110"/>
                      <a:pt x="345" y="110"/>
                      <a:pt x="347" y="113"/>
                    </a:cubicBezTo>
                    <a:cubicBezTo>
                      <a:pt x="350" y="117"/>
                      <a:pt x="347" y="121"/>
                      <a:pt x="342" y="122"/>
                    </a:cubicBezTo>
                    <a:cubicBezTo>
                      <a:pt x="340" y="122"/>
                      <a:pt x="333" y="120"/>
                      <a:pt x="334" y="125"/>
                    </a:cubicBezTo>
                    <a:cubicBezTo>
                      <a:pt x="334" y="127"/>
                      <a:pt x="337" y="128"/>
                      <a:pt x="338" y="129"/>
                    </a:cubicBezTo>
                    <a:cubicBezTo>
                      <a:pt x="341" y="131"/>
                      <a:pt x="342" y="133"/>
                      <a:pt x="343" y="136"/>
                    </a:cubicBezTo>
                    <a:cubicBezTo>
                      <a:pt x="346" y="144"/>
                      <a:pt x="349" y="151"/>
                      <a:pt x="350" y="159"/>
                    </a:cubicBezTo>
                    <a:cubicBezTo>
                      <a:pt x="351" y="167"/>
                      <a:pt x="350" y="175"/>
                      <a:pt x="353" y="183"/>
                    </a:cubicBezTo>
                    <a:cubicBezTo>
                      <a:pt x="355" y="186"/>
                      <a:pt x="356" y="189"/>
                      <a:pt x="357" y="192"/>
                    </a:cubicBezTo>
                    <a:cubicBezTo>
                      <a:pt x="358" y="195"/>
                      <a:pt x="361" y="198"/>
                      <a:pt x="362" y="202"/>
                    </a:cubicBezTo>
                    <a:cubicBezTo>
                      <a:pt x="362" y="207"/>
                      <a:pt x="359" y="210"/>
                      <a:pt x="356" y="213"/>
                    </a:cubicBezTo>
                    <a:cubicBezTo>
                      <a:pt x="354" y="217"/>
                      <a:pt x="352" y="220"/>
                      <a:pt x="349" y="224"/>
                    </a:cubicBezTo>
                    <a:cubicBezTo>
                      <a:pt x="346" y="226"/>
                      <a:pt x="344" y="229"/>
                      <a:pt x="341" y="232"/>
                    </a:cubicBezTo>
                    <a:cubicBezTo>
                      <a:pt x="339" y="236"/>
                      <a:pt x="336" y="238"/>
                      <a:pt x="333" y="240"/>
                    </a:cubicBezTo>
                    <a:cubicBezTo>
                      <a:pt x="330" y="243"/>
                      <a:pt x="329" y="246"/>
                      <a:pt x="326" y="249"/>
                    </a:cubicBezTo>
                    <a:cubicBezTo>
                      <a:pt x="324" y="253"/>
                      <a:pt x="321" y="254"/>
                      <a:pt x="318" y="257"/>
                    </a:cubicBezTo>
                    <a:cubicBezTo>
                      <a:pt x="313" y="263"/>
                      <a:pt x="312" y="271"/>
                      <a:pt x="310" y="278"/>
                    </a:cubicBezTo>
                    <a:cubicBezTo>
                      <a:pt x="310" y="282"/>
                      <a:pt x="309" y="287"/>
                      <a:pt x="312" y="290"/>
                    </a:cubicBezTo>
                    <a:cubicBezTo>
                      <a:pt x="316" y="292"/>
                      <a:pt x="319" y="294"/>
                      <a:pt x="322" y="298"/>
                    </a:cubicBezTo>
                    <a:cubicBezTo>
                      <a:pt x="327" y="305"/>
                      <a:pt x="329" y="311"/>
                      <a:pt x="324" y="320"/>
                    </a:cubicBezTo>
                    <a:cubicBezTo>
                      <a:pt x="321" y="325"/>
                      <a:pt x="312" y="334"/>
                      <a:pt x="316" y="339"/>
                    </a:cubicBezTo>
                    <a:cubicBezTo>
                      <a:pt x="318" y="342"/>
                      <a:pt x="321" y="344"/>
                      <a:pt x="320" y="348"/>
                    </a:cubicBezTo>
                    <a:cubicBezTo>
                      <a:pt x="320" y="354"/>
                      <a:pt x="313" y="356"/>
                      <a:pt x="313" y="362"/>
                    </a:cubicBezTo>
                    <a:cubicBezTo>
                      <a:pt x="312" y="364"/>
                      <a:pt x="313" y="367"/>
                      <a:pt x="313" y="369"/>
                    </a:cubicBezTo>
                    <a:cubicBezTo>
                      <a:pt x="312" y="373"/>
                      <a:pt x="312" y="376"/>
                      <a:pt x="312" y="380"/>
                    </a:cubicBezTo>
                    <a:cubicBezTo>
                      <a:pt x="313" y="385"/>
                      <a:pt x="311" y="389"/>
                      <a:pt x="309" y="392"/>
                    </a:cubicBezTo>
                    <a:cubicBezTo>
                      <a:pt x="306" y="399"/>
                      <a:pt x="301" y="405"/>
                      <a:pt x="300" y="413"/>
                    </a:cubicBezTo>
                    <a:cubicBezTo>
                      <a:pt x="299" y="418"/>
                      <a:pt x="298" y="423"/>
                      <a:pt x="298" y="428"/>
                    </a:cubicBezTo>
                    <a:cubicBezTo>
                      <a:pt x="298" y="432"/>
                      <a:pt x="300" y="437"/>
                      <a:pt x="299" y="441"/>
                    </a:cubicBezTo>
                    <a:cubicBezTo>
                      <a:pt x="299" y="445"/>
                      <a:pt x="295" y="447"/>
                      <a:pt x="293" y="450"/>
                    </a:cubicBezTo>
                    <a:cubicBezTo>
                      <a:pt x="291" y="454"/>
                      <a:pt x="292" y="460"/>
                      <a:pt x="292" y="464"/>
                    </a:cubicBezTo>
                    <a:cubicBezTo>
                      <a:pt x="292" y="468"/>
                      <a:pt x="291" y="473"/>
                      <a:pt x="290" y="476"/>
                    </a:cubicBezTo>
                    <a:cubicBezTo>
                      <a:pt x="287" y="481"/>
                      <a:pt x="283" y="482"/>
                      <a:pt x="280" y="486"/>
                    </a:cubicBezTo>
                    <a:cubicBezTo>
                      <a:pt x="277" y="488"/>
                      <a:pt x="276" y="492"/>
                      <a:pt x="277" y="496"/>
                    </a:cubicBezTo>
                    <a:cubicBezTo>
                      <a:pt x="279" y="499"/>
                      <a:pt x="285" y="501"/>
                      <a:pt x="285" y="505"/>
                    </a:cubicBezTo>
                    <a:cubicBezTo>
                      <a:pt x="286" y="509"/>
                      <a:pt x="280" y="509"/>
                      <a:pt x="277" y="510"/>
                    </a:cubicBezTo>
                    <a:cubicBezTo>
                      <a:pt x="273" y="512"/>
                      <a:pt x="272" y="515"/>
                      <a:pt x="272" y="519"/>
                    </a:cubicBezTo>
                    <a:cubicBezTo>
                      <a:pt x="272" y="527"/>
                      <a:pt x="273" y="535"/>
                      <a:pt x="266" y="541"/>
                    </a:cubicBezTo>
                    <a:cubicBezTo>
                      <a:pt x="263" y="543"/>
                      <a:pt x="260" y="544"/>
                      <a:pt x="258" y="548"/>
                    </a:cubicBezTo>
                    <a:cubicBezTo>
                      <a:pt x="258" y="550"/>
                      <a:pt x="256" y="558"/>
                      <a:pt x="253" y="557"/>
                    </a:cubicBezTo>
                    <a:cubicBezTo>
                      <a:pt x="251" y="556"/>
                      <a:pt x="253" y="549"/>
                      <a:pt x="250" y="547"/>
                    </a:cubicBezTo>
                    <a:cubicBezTo>
                      <a:pt x="246" y="544"/>
                      <a:pt x="239" y="545"/>
                      <a:pt x="234" y="545"/>
                    </a:cubicBezTo>
                    <a:cubicBezTo>
                      <a:pt x="229" y="545"/>
                      <a:pt x="224" y="540"/>
                      <a:pt x="223" y="536"/>
                    </a:cubicBezTo>
                    <a:cubicBezTo>
                      <a:pt x="221" y="531"/>
                      <a:pt x="219" y="528"/>
                      <a:pt x="215" y="525"/>
                    </a:cubicBezTo>
                    <a:cubicBezTo>
                      <a:pt x="208" y="522"/>
                      <a:pt x="199" y="524"/>
                      <a:pt x="193" y="521"/>
                    </a:cubicBezTo>
                    <a:cubicBezTo>
                      <a:pt x="190" y="520"/>
                      <a:pt x="187" y="516"/>
                      <a:pt x="183" y="517"/>
                    </a:cubicBezTo>
                    <a:cubicBezTo>
                      <a:pt x="180" y="518"/>
                      <a:pt x="179" y="523"/>
                      <a:pt x="175" y="522"/>
                    </a:cubicBezTo>
                    <a:cubicBezTo>
                      <a:pt x="168" y="521"/>
                      <a:pt x="167" y="509"/>
                      <a:pt x="161" y="507"/>
                    </a:cubicBezTo>
                    <a:cubicBezTo>
                      <a:pt x="157" y="507"/>
                      <a:pt x="157" y="511"/>
                      <a:pt x="157" y="514"/>
                    </a:cubicBezTo>
                    <a:cubicBezTo>
                      <a:pt x="158" y="517"/>
                      <a:pt x="162" y="519"/>
                      <a:pt x="160" y="522"/>
                    </a:cubicBezTo>
                    <a:cubicBezTo>
                      <a:pt x="158" y="526"/>
                      <a:pt x="153" y="526"/>
                      <a:pt x="150" y="527"/>
                    </a:cubicBezTo>
                    <a:cubicBezTo>
                      <a:pt x="147" y="529"/>
                      <a:pt x="144" y="532"/>
                      <a:pt x="144" y="536"/>
                    </a:cubicBezTo>
                    <a:cubicBezTo>
                      <a:pt x="142" y="543"/>
                      <a:pt x="148" y="549"/>
                      <a:pt x="147" y="556"/>
                    </a:cubicBezTo>
                    <a:cubicBezTo>
                      <a:pt x="146" y="560"/>
                      <a:pt x="143" y="563"/>
                      <a:pt x="142" y="567"/>
                    </a:cubicBezTo>
                    <a:cubicBezTo>
                      <a:pt x="142" y="570"/>
                      <a:pt x="144" y="574"/>
                      <a:pt x="140" y="576"/>
                    </a:cubicBezTo>
                    <a:cubicBezTo>
                      <a:pt x="137" y="577"/>
                      <a:pt x="132" y="575"/>
                      <a:pt x="129" y="576"/>
                    </a:cubicBezTo>
                    <a:cubicBezTo>
                      <a:pt x="125" y="578"/>
                      <a:pt x="123" y="581"/>
                      <a:pt x="121" y="584"/>
                    </a:cubicBezTo>
                    <a:cubicBezTo>
                      <a:pt x="117" y="587"/>
                      <a:pt x="113" y="588"/>
                      <a:pt x="110" y="590"/>
                    </a:cubicBezTo>
                    <a:cubicBezTo>
                      <a:pt x="107" y="592"/>
                      <a:pt x="103" y="595"/>
                      <a:pt x="100" y="595"/>
                    </a:cubicBezTo>
                    <a:cubicBezTo>
                      <a:pt x="92" y="595"/>
                      <a:pt x="83" y="588"/>
                      <a:pt x="80" y="582"/>
                    </a:cubicBezTo>
                    <a:cubicBezTo>
                      <a:pt x="77" y="578"/>
                      <a:pt x="71" y="578"/>
                      <a:pt x="67" y="582"/>
                    </a:cubicBezTo>
                    <a:cubicBezTo>
                      <a:pt x="65" y="584"/>
                      <a:pt x="65" y="587"/>
                      <a:pt x="62" y="589"/>
                    </a:cubicBezTo>
                    <a:cubicBezTo>
                      <a:pt x="60" y="591"/>
                      <a:pt x="58" y="593"/>
                      <a:pt x="56" y="595"/>
                    </a:cubicBezTo>
                    <a:cubicBezTo>
                      <a:pt x="53" y="597"/>
                      <a:pt x="52" y="598"/>
                      <a:pt x="52" y="594"/>
                    </a:cubicBezTo>
                    <a:cubicBezTo>
                      <a:pt x="51" y="593"/>
                      <a:pt x="52" y="592"/>
                      <a:pt x="52" y="590"/>
                    </a:cubicBezTo>
                    <a:cubicBezTo>
                      <a:pt x="51" y="589"/>
                      <a:pt x="50" y="589"/>
                      <a:pt x="49" y="588"/>
                    </a:cubicBezTo>
                    <a:cubicBezTo>
                      <a:pt x="45" y="583"/>
                      <a:pt x="51" y="579"/>
                      <a:pt x="49" y="575"/>
                    </a:cubicBezTo>
                    <a:cubicBezTo>
                      <a:pt x="48" y="572"/>
                      <a:pt x="46" y="571"/>
                      <a:pt x="45" y="569"/>
                    </a:cubicBezTo>
                    <a:cubicBezTo>
                      <a:pt x="44" y="566"/>
                      <a:pt x="44" y="564"/>
                      <a:pt x="44" y="561"/>
                    </a:cubicBezTo>
                    <a:cubicBezTo>
                      <a:pt x="44" y="555"/>
                      <a:pt x="42" y="550"/>
                      <a:pt x="38" y="546"/>
                    </a:cubicBezTo>
                    <a:cubicBezTo>
                      <a:pt x="35" y="543"/>
                      <a:pt x="34" y="543"/>
                      <a:pt x="30" y="542"/>
                    </a:cubicBezTo>
                    <a:cubicBezTo>
                      <a:pt x="27" y="541"/>
                      <a:pt x="27" y="537"/>
                      <a:pt x="24" y="540"/>
                    </a:cubicBezTo>
                    <a:cubicBezTo>
                      <a:pt x="23" y="541"/>
                      <a:pt x="22" y="543"/>
                      <a:pt x="21" y="545"/>
                    </a:cubicBezTo>
                    <a:cubicBezTo>
                      <a:pt x="20" y="546"/>
                      <a:pt x="18" y="547"/>
                      <a:pt x="18" y="549"/>
                    </a:cubicBezTo>
                    <a:cubicBezTo>
                      <a:pt x="16" y="551"/>
                      <a:pt x="18" y="555"/>
                      <a:pt x="18" y="557"/>
                    </a:cubicBezTo>
                    <a:cubicBezTo>
                      <a:pt x="18" y="562"/>
                      <a:pt x="11" y="568"/>
                      <a:pt x="6" y="568"/>
                    </a:cubicBezTo>
                    <a:cubicBezTo>
                      <a:pt x="5" y="566"/>
                      <a:pt x="5" y="564"/>
                      <a:pt x="5" y="563"/>
                    </a:cubicBezTo>
                    <a:cubicBezTo>
                      <a:pt x="5" y="561"/>
                      <a:pt x="6" y="559"/>
                      <a:pt x="6" y="558"/>
                    </a:cubicBezTo>
                    <a:cubicBezTo>
                      <a:pt x="5" y="556"/>
                      <a:pt x="4" y="557"/>
                      <a:pt x="3" y="556"/>
                    </a:cubicBezTo>
                    <a:cubicBezTo>
                      <a:pt x="2" y="555"/>
                      <a:pt x="3" y="553"/>
                      <a:pt x="2" y="552"/>
                    </a:cubicBezTo>
                    <a:cubicBezTo>
                      <a:pt x="2" y="544"/>
                      <a:pt x="0" y="537"/>
                      <a:pt x="1" y="530"/>
                    </a:cubicBezTo>
                    <a:cubicBezTo>
                      <a:pt x="2" y="530"/>
                      <a:pt x="13" y="528"/>
                      <a:pt x="13" y="5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6" name="Freeform 2025">
                <a:extLst>
                  <a:ext uri="{FF2B5EF4-FFF2-40B4-BE49-F238E27FC236}">
                    <a16:creationId xmlns:a16="http://schemas.microsoft.com/office/drawing/2014/main" id="{EF9E0439-BBBC-CC47-9F38-0D43D7A43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3647"/>
                <a:ext cx="6" cy="3"/>
              </a:xfrm>
              <a:custGeom>
                <a:avLst/>
                <a:gdLst>
                  <a:gd name="T0" fmla="*/ 11 w 15"/>
                  <a:gd name="T1" fmla="*/ 6 h 7"/>
                  <a:gd name="T2" fmla="*/ 1 w 15"/>
                  <a:gd name="T3" fmla="*/ 4 h 7"/>
                  <a:gd name="T4" fmla="*/ 6 w 15"/>
                  <a:gd name="T5" fmla="*/ 0 h 7"/>
                  <a:gd name="T6" fmla="*/ 13 w 15"/>
                  <a:gd name="T7" fmla="*/ 2 h 7"/>
                  <a:gd name="T8" fmla="*/ 10 w 15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11" y="6"/>
                    </a:moveTo>
                    <a:cubicBezTo>
                      <a:pt x="8" y="6"/>
                      <a:pt x="2" y="7"/>
                      <a:pt x="1" y="4"/>
                    </a:cubicBezTo>
                    <a:cubicBezTo>
                      <a:pt x="0" y="0"/>
                      <a:pt x="4" y="0"/>
                      <a:pt x="6" y="0"/>
                    </a:cubicBezTo>
                    <a:cubicBezTo>
                      <a:pt x="9" y="0"/>
                      <a:pt x="11" y="0"/>
                      <a:pt x="13" y="2"/>
                    </a:cubicBezTo>
                    <a:cubicBezTo>
                      <a:pt x="15" y="4"/>
                      <a:pt x="13" y="7"/>
                      <a:pt x="10" y="6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7" name="Freeform 2026">
                <a:extLst>
                  <a:ext uri="{FF2B5EF4-FFF2-40B4-BE49-F238E27FC236}">
                    <a16:creationId xmlns:a16="http://schemas.microsoft.com/office/drawing/2014/main" id="{66831F2B-8B15-1348-9D4C-17E4AEDC9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642"/>
                <a:ext cx="6" cy="4"/>
              </a:xfrm>
              <a:custGeom>
                <a:avLst/>
                <a:gdLst>
                  <a:gd name="T0" fmla="*/ 11 w 16"/>
                  <a:gd name="T1" fmla="*/ 4 h 10"/>
                  <a:gd name="T2" fmla="*/ 12 w 16"/>
                  <a:gd name="T3" fmla="*/ 2 h 10"/>
                  <a:gd name="T4" fmla="*/ 15 w 16"/>
                  <a:gd name="T5" fmla="*/ 6 h 10"/>
                  <a:gd name="T6" fmla="*/ 7 w 16"/>
                  <a:gd name="T7" fmla="*/ 9 h 10"/>
                  <a:gd name="T8" fmla="*/ 11 w 16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11" y="4"/>
                    </a:moveTo>
                    <a:cubicBezTo>
                      <a:pt x="11" y="3"/>
                      <a:pt x="11" y="2"/>
                      <a:pt x="12" y="2"/>
                    </a:cubicBezTo>
                    <a:cubicBezTo>
                      <a:pt x="16" y="0"/>
                      <a:pt x="16" y="4"/>
                      <a:pt x="15" y="6"/>
                    </a:cubicBezTo>
                    <a:cubicBezTo>
                      <a:pt x="14" y="10"/>
                      <a:pt x="10" y="10"/>
                      <a:pt x="7" y="9"/>
                    </a:cubicBezTo>
                    <a:cubicBezTo>
                      <a:pt x="0" y="6"/>
                      <a:pt x="8" y="6"/>
                      <a:pt x="1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8" name="Freeform 2027">
                <a:extLst>
                  <a:ext uri="{FF2B5EF4-FFF2-40B4-BE49-F238E27FC236}">
                    <a16:creationId xmlns:a16="http://schemas.microsoft.com/office/drawing/2014/main" id="{19F2DE87-67CD-8D4C-85CC-1CE960FFF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3607"/>
                <a:ext cx="5" cy="10"/>
              </a:xfrm>
              <a:custGeom>
                <a:avLst/>
                <a:gdLst>
                  <a:gd name="T0" fmla="*/ 4 w 11"/>
                  <a:gd name="T1" fmla="*/ 22 h 25"/>
                  <a:gd name="T2" fmla="*/ 1 w 11"/>
                  <a:gd name="T3" fmla="*/ 13 h 25"/>
                  <a:gd name="T4" fmla="*/ 3 w 11"/>
                  <a:gd name="T5" fmla="*/ 9 h 25"/>
                  <a:gd name="T6" fmla="*/ 5 w 11"/>
                  <a:gd name="T7" fmla="*/ 3 h 25"/>
                  <a:gd name="T8" fmla="*/ 4 w 11"/>
                  <a:gd name="T9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4" y="22"/>
                    </a:moveTo>
                    <a:cubicBezTo>
                      <a:pt x="2" y="20"/>
                      <a:pt x="0" y="14"/>
                      <a:pt x="1" y="13"/>
                    </a:cubicBezTo>
                    <a:cubicBezTo>
                      <a:pt x="2" y="11"/>
                      <a:pt x="3" y="11"/>
                      <a:pt x="3" y="9"/>
                    </a:cubicBezTo>
                    <a:cubicBezTo>
                      <a:pt x="4" y="7"/>
                      <a:pt x="3" y="5"/>
                      <a:pt x="5" y="3"/>
                    </a:cubicBezTo>
                    <a:cubicBezTo>
                      <a:pt x="11" y="0"/>
                      <a:pt x="10" y="25"/>
                      <a:pt x="4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9" name="Freeform 2028">
                <a:extLst>
                  <a:ext uri="{FF2B5EF4-FFF2-40B4-BE49-F238E27FC236}">
                    <a16:creationId xmlns:a16="http://schemas.microsoft.com/office/drawing/2014/main" id="{D0AF1F82-7925-7E43-B0E1-13DD1542F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3605"/>
                <a:ext cx="6" cy="7"/>
              </a:xfrm>
              <a:custGeom>
                <a:avLst/>
                <a:gdLst>
                  <a:gd name="T0" fmla="*/ 8 w 15"/>
                  <a:gd name="T1" fmla="*/ 19 h 19"/>
                  <a:gd name="T2" fmla="*/ 5 w 15"/>
                  <a:gd name="T3" fmla="*/ 13 h 19"/>
                  <a:gd name="T4" fmla="*/ 1 w 15"/>
                  <a:gd name="T5" fmla="*/ 10 h 19"/>
                  <a:gd name="T6" fmla="*/ 7 w 15"/>
                  <a:gd name="T7" fmla="*/ 5 h 19"/>
                  <a:gd name="T8" fmla="*/ 11 w 15"/>
                  <a:gd name="T9" fmla="*/ 1 h 19"/>
                  <a:gd name="T10" fmla="*/ 8 w 15"/>
                  <a:gd name="T1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9">
                    <a:moveTo>
                      <a:pt x="8" y="19"/>
                    </a:moveTo>
                    <a:cubicBezTo>
                      <a:pt x="6" y="18"/>
                      <a:pt x="8" y="15"/>
                      <a:pt x="5" y="13"/>
                    </a:cubicBezTo>
                    <a:cubicBezTo>
                      <a:pt x="3" y="12"/>
                      <a:pt x="0" y="13"/>
                      <a:pt x="1" y="10"/>
                    </a:cubicBezTo>
                    <a:cubicBezTo>
                      <a:pt x="1" y="7"/>
                      <a:pt x="5" y="7"/>
                      <a:pt x="7" y="5"/>
                    </a:cubicBezTo>
                    <a:cubicBezTo>
                      <a:pt x="8" y="3"/>
                      <a:pt x="9" y="0"/>
                      <a:pt x="11" y="1"/>
                    </a:cubicBezTo>
                    <a:cubicBezTo>
                      <a:pt x="15" y="2"/>
                      <a:pt x="8" y="19"/>
                      <a:pt x="8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0" name="Freeform 2029">
                <a:extLst>
                  <a:ext uri="{FF2B5EF4-FFF2-40B4-BE49-F238E27FC236}">
                    <a16:creationId xmlns:a16="http://schemas.microsoft.com/office/drawing/2014/main" id="{ABF72EF0-E835-294C-B02A-27858196A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3606"/>
                <a:ext cx="2" cy="4"/>
              </a:xfrm>
              <a:custGeom>
                <a:avLst/>
                <a:gdLst>
                  <a:gd name="T0" fmla="*/ 6 w 6"/>
                  <a:gd name="T1" fmla="*/ 0 h 10"/>
                  <a:gd name="T2" fmla="*/ 1 w 6"/>
                  <a:gd name="T3" fmla="*/ 5 h 10"/>
                  <a:gd name="T4" fmla="*/ 5 w 6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5" y="2"/>
                      <a:pt x="3" y="10"/>
                      <a:pt x="1" y="5"/>
                    </a:cubicBezTo>
                    <a:cubicBezTo>
                      <a:pt x="0" y="2"/>
                      <a:pt x="3" y="0"/>
                      <a:pt x="5" y="0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1" name="Freeform 2030">
                <a:extLst>
                  <a:ext uri="{FF2B5EF4-FFF2-40B4-BE49-F238E27FC236}">
                    <a16:creationId xmlns:a16="http://schemas.microsoft.com/office/drawing/2014/main" id="{1434CBDA-6506-224D-A863-535AA7B1A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3602"/>
                <a:ext cx="5" cy="2"/>
              </a:xfrm>
              <a:custGeom>
                <a:avLst/>
                <a:gdLst>
                  <a:gd name="T0" fmla="*/ 10 w 13"/>
                  <a:gd name="T1" fmla="*/ 6 h 6"/>
                  <a:gd name="T2" fmla="*/ 7 w 13"/>
                  <a:gd name="T3" fmla="*/ 0 h 6"/>
                  <a:gd name="T4" fmla="*/ 11 w 13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10" y="6"/>
                    </a:moveTo>
                    <a:cubicBezTo>
                      <a:pt x="8" y="5"/>
                      <a:pt x="0" y="0"/>
                      <a:pt x="7" y="0"/>
                    </a:cubicBezTo>
                    <a:cubicBezTo>
                      <a:pt x="10" y="0"/>
                      <a:pt x="13" y="3"/>
                      <a:pt x="11" y="5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2" name="Freeform 2031">
                <a:extLst>
                  <a:ext uri="{FF2B5EF4-FFF2-40B4-BE49-F238E27FC236}">
                    <a16:creationId xmlns:a16="http://schemas.microsoft.com/office/drawing/2014/main" id="{06145C84-BBEF-AC4F-BF18-3575A52FB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608"/>
                <a:ext cx="15" cy="15"/>
              </a:xfrm>
              <a:custGeom>
                <a:avLst/>
                <a:gdLst>
                  <a:gd name="T0" fmla="*/ 11 w 36"/>
                  <a:gd name="T1" fmla="*/ 25 h 36"/>
                  <a:gd name="T2" fmla="*/ 10 w 36"/>
                  <a:gd name="T3" fmla="*/ 33 h 36"/>
                  <a:gd name="T4" fmla="*/ 2 w 36"/>
                  <a:gd name="T5" fmla="*/ 34 h 36"/>
                  <a:gd name="T6" fmla="*/ 3 w 36"/>
                  <a:gd name="T7" fmla="*/ 23 h 36"/>
                  <a:gd name="T8" fmla="*/ 13 w 36"/>
                  <a:gd name="T9" fmla="*/ 17 h 36"/>
                  <a:gd name="T10" fmla="*/ 22 w 36"/>
                  <a:gd name="T11" fmla="*/ 11 h 36"/>
                  <a:gd name="T12" fmla="*/ 25 w 36"/>
                  <a:gd name="T13" fmla="*/ 2 h 36"/>
                  <a:gd name="T14" fmla="*/ 36 w 36"/>
                  <a:gd name="T15" fmla="*/ 8 h 36"/>
                  <a:gd name="T16" fmla="*/ 28 w 36"/>
                  <a:gd name="T17" fmla="*/ 20 h 36"/>
                  <a:gd name="T18" fmla="*/ 20 w 36"/>
                  <a:gd name="T19" fmla="*/ 22 h 36"/>
                  <a:gd name="T20" fmla="*/ 11 w 36"/>
                  <a:gd name="T21" fmla="*/ 2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36">
                    <a:moveTo>
                      <a:pt x="11" y="25"/>
                    </a:moveTo>
                    <a:cubicBezTo>
                      <a:pt x="9" y="27"/>
                      <a:pt x="11" y="30"/>
                      <a:pt x="10" y="33"/>
                    </a:cubicBezTo>
                    <a:cubicBezTo>
                      <a:pt x="8" y="35"/>
                      <a:pt x="4" y="36"/>
                      <a:pt x="2" y="34"/>
                    </a:cubicBezTo>
                    <a:cubicBezTo>
                      <a:pt x="0" y="31"/>
                      <a:pt x="2" y="26"/>
                      <a:pt x="3" y="23"/>
                    </a:cubicBezTo>
                    <a:cubicBezTo>
                      <a:pt x="5" y="20"/>
                      <a:pt x="9" y="18"/>
                      <a:pt x="13" y="17"/>
                    </a:cubicBezTo>
                    <a:cubicBezTo>
                      <a:pt x="16" y="15"/>
                      <a:pt x="20" y="14"/>
                      <a:pt x="22" y="11"/>
                    </a:cubicBezTo>
                    <a:cubicBezTo>
                      <a:pt x="23" y="8"/>
                      <a:pt x="22" y="4"/>
                      <a:pt x="25" y="2"/>
                    </a:cubicBezTo>
                    <a:cubicBezTo>
                      <a:pt x="31" y="0"/>
                      <a:pt x="35" y="3"/>
                      <a:pt x="36" y="8"/>
                    </a:cubicBezTo>
                    <a:cubicBezTo>
                      <a:pt x="36" y="14"/>
                      <a:pt x="33" y="18"/>
                      <a:pt x="28" y="20"/>
                    </a:cubicBezTo>
                    <a:cubicBezTo>
                      <a:pt x="25" y="21"/>
                      <a:pt x="23" y="22"/>
                      <a:pt x="20" y="22"/>
                    </a:cubicBezTo>
                    <a:cubicBezTo>
                      <a:pt x="17" y="22"/>
                      <a:pt x="13" y="22"/>
                      <a:pt x="11" y="2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3" name="Freeform 2032">
                <a:extLst>
                  <a:ext uri="{FF2B5EF4-FFF2-40B4-BE49-F238E27FC236}">
                    <a16:creationId xmlns:a16="http://schemas.microsoft.com/office/drawing/2014/main" id="{AA6D8054-D494-314E-B4AD-8D00416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3511"/>
                <a:ext cx="2" cy="3"/>
              </a:xfrm>
              <a:custGeom>
                <a:avLst/>
                <a:gdLst>
                  <a:gd name="T0" fmla="*/ 5 w 5"/>
                  <a:gd name="T1" fmla="*/ 4 h 6"/>
                  <a:gd name="T2" fmla="*/ 0 w 5"/>
                  <a:gd name="T3" fmla="*/ 1 h 6"/>
                  <a:gd name="T4" fmla="*/ 5 w 5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1" y="2"/>
                      <a:pt x="0" y="1"/>
                    </a:cubicBezTo>
                    <a:cubicBezTo>
                      <a:pt x="2" y="0"/>
                      <a:pt x="5" y="2"/>
                      <a:pt x="5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4" name="Freeform 2033">
                <a:extLst>
                  <a:ext uri="{FF2B5EF4-FFF2-40B4-BE49-F238E27FC236}">
                    <a16:creationId xmlns:a16="http://schemas.microsoft.com/office/drawing/2014/main" id="{C31799D1-0419-C04C-86CF-58DCD257D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3497"/>
                <a:ext cx="6" cy="9"/>
              </a:xfrm>
              <a:custGeom>
                <a:avLst/>
                <a:gdLst>
                  <a:gd name="T0" fmla="*/ 10 w 14"/>
                  <a:gd name="T1" fmla="*/ 17 h 23"/>
                  <a:gd name="T2" fmla="*/ 8 w 14"/>
                  <a:gd name="T3" fmla="*/ 11 h 23"/>
                  <a:gd name="T4" fmla="*/ 4 w 14"/>
                  <a:gd name="T5" fmla="*/ 9 h 23"/>
                  <a:gd name="T6" fmla="*/ 11 w 14"/>
                  <a:gd name="T7" fmla="*/ 2 h 23"/>
                  <a:gd name="T8" fmla="*/ 14 w 14"/>
                  <a:gd name="T9" fmla="*/ 8 h 23"/>
                  <a:gd name="T10" fmla="*/ 10 w 14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3">
                    <a:moveTo>
                      <a:pt x="10" y="17"/>
                    </a:moveTo>
                    <a:cubicBezTo>
                      <a:pt x="9" y="15"/>
                      <a:pt x="10" y="13"/>
                      <a:pt x="8" y="11"/>
                    </a:cubicBezTo>
                    <a:cubicBezTo>
                      <a:pt x="7" y="9"/>
                      <a:pt x="5" y="10"/>
                      <a:pt x="4" y="9"/>
                    </a:cubicBezTo>
                    <a:cubicBezTo>
                      <a:pt x="0" y="5"/>
                      <a:pt x="7" y="0"/>
                      <a:pt x="11" y="2"/>
                    </a:cubicBezTo>
                    <a:cubicBezTo>
                      <a:pt x="14" y="3"/>
                      <a:pt x="14" y="5"/>
                      <a:pt x="14" y="8"/>
                    </a:cubicBezTo>
                    <a:cubicBezTo>
                      <a:pt x="14" y="11"/>
                      <a:pt x="14" y="23"/>
                      <a:pt x="10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5" name="Freeform 2034">
                <a:extLst>
                  <a:ext uri="{FF2B5EF4-FFF2-40B4-BE49-F238E27FC236}">
                    <a16:creationId xmlns:a16="http://schemas.microsoft.com/office/drawing/2014/main" id="{2FA90A68-CD93-834C-A4C3-C62F02849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3494"/>
                <a:ext cx="4" cy="5"/>
              </a:xfrm>
              <a:custGeom>
                <a:avLst/>
                <a:gdLst>
                  <a:gd name="T0" fmla="*/ 11 w 11"/>
                  <a:gd name="T1" fmla="*/ 8 h 13"/>
                  <a:gd name="T2" fmla="*/ 8 w 11"/>
                  <a:gd name="T3" fmla="*/ 12 h 13"/>
                  <a:gd name="T4" fmla="*/ 9 w 11"/>
                  <a:gd name="T5" fmla="*/ 4 h 13"/>
                  <a:gd name="T6" fmla="*/ 11 w 11"/>
                  <a:gd name="T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1" y="8"/>
                    </a:moveTo>
                    <a:cubicBezTo>
                      <a:pt x="10" y="10"/>
                      <a:pt x="10" y="11"/>
                      <a:pt x="8" y="12"/>
                    </a:cubicBezTo>
                    <a:cubicBezTo>
                      <a:pt x="0" y="13"/>
                      <a:pt x="2" y="0"/>
                      <a:pt x="9" y="4"/>
                    </a:cubicBezTo>
                    <a:cubicBezTo>
                      <a:pt x="11" y="5"/>
                      <a:pt x="11" y="7"/>
                      <a:pt x="1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6" name="Freeform 2035">
                <a:extLst>
                  <a:ext uri="{FF2B5EF4-FFF2-40B4-BE49-F238E27FC236}">
                    <a16:creationId xmlns:a16="http://schemas.microsoft.com/office/drawing/2014/main" id="{D9B6B5B4-0D90-6A42-9D66-E6C2E08E4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3467"/>
                <a:ext cx="6" cy="3"/>
              </a:xfrm>
              <a:custGeom>
                <a:avLst/>
                <a:gdLst>
                  <a:gd name="T0" fmla="*/ 11 w 13"/>
                  <a:gd name="T1" fmla="*/ 7 h 8"/>
                  <a:gd name="T2" fmla="*/ 4 w 13"/>
                  <a:gd name="T3" fmla="*/ 8 h 8"/>
                  <a:gd name="T4" fmla="*/ 1 w 13"/>
                  <a:gd name="T5" fmla="*/ 4 h 8"/>
                  <a:gd name="T6" fmla="*/ 3 w 13"/>
                  <a:gd name="T7" fmla="*/ 3 h 8"/>
                  <a:gd name="T8" fmla="*/ 5 w 13"/>
                  <a:gd name="T9" fmla="*/ 2 h 8"/>
                  <a:gd name="T10" fmla="*/ 11 w 13"/>
                  <a:gd name="T11" fmla="*/ 2 h 8"/>
                  <a:gd name="T12" fmla="*/ 11 w 13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11" y="7"/>
                    </a:moveTo>
                    <a:cubicBezTo>
                      <a:pt x="9" y="8"/>
                      <a:pt x="6" y="8"/>
                      <a:pt x="4" y="8"/>
                    </a:cubicBezTo>
                    <a:cubicBezTo>
                      <a:pt x="3" y="7"/>
                      <a:pt x="0" y="6"/>
                      <a:pt x="1" y="4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6" y="0"/>
                      <a:pt x="10" y="1"/>
                      <a:pt x="11" y="2"/>
                    </a:cubicBezTo>
                    <a:cubicBezTo>
                      <a:pt x="12" y="3"/>
                      <a:pt x="13" y="6"/>
                      <a:pt x="1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7" name="Freeform 2036">
                <a:extLst>
                  <a:ext uri="{FF2B5EF4-FFF2-40B4-BE49-F238E27FC236}">
                    <a16:creationId xmlns:a16="http://schemas.microsoft.com/office/drawing/2014/main" id="{69D9176E-A8AE-7249-A8BB-297AC4705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3417"/>
                <a:ext cx="6" cy="7"/>
              </a:xfrm>
              <a:custGeom>
                <a:avLst/>
                <a:gdLst>
                  <a:gd name="T0" fmla="*/ 2 w 15"/>
                  <a:gd name="T1" fmla="*/ 17 h 17"/>
                  <a:gd name="T2" fmla="*/ 0 w 15"/>
                  <a:gd name="T3" fmla="*/ 12 h 17"/>
                  <a:gd name="T4" fmla="*/ 1 w 15"/>
                  <a:gd name="T5" fmla="*/ 6 h 17"/>
                  <a:gd name="T6" fmla="*/ 9 w 15"/>
                  <a:gd name="T7" fmla="*/ 2 h 17"/>
                  <a:gd name="T8" fmla="*/ 2 w 15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7">
                    <a:moveTo>
                      <a:pt x="2" y="17"/>
                    </a:moveTo>
                    <a:cubicBezTo>
                      <a:pt x="2" y="17"/>
                      <a:pt x="0" y="12"/>
                      <a:pt x="0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2" y="3"/>
                      <a:pt x="6" y="0"/>
                      <a:pt x="9" y="2"/>
                    </a:cubicBezTo>
                    <a:cubicBezTo>
                      <a:pt x="15" y="5"/>
                      <a:pt x="5" y="15"/>
                      <a:pt x="2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8" name="Freeform 2037">
                <a:extLst>
                  <a:ext uri="{FF2B5EF4-FFF2-40B4-BE49-F238E27FC236}">
                    <a16:creationId xmlns:a16="http://schemas.microsoft.com/office/drawing/2014/main" id="{F237EE75-6237-1546-ADA9-F9FBF0093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3442"/>
                <a:ext cx="32" cy="19"/>
              </a:xfrm>
              <a:custGeom>
                <a:avLst/>
                <a:gdLst>
                  <a:gd name="T0" fmla="*/ 69 w 77"/>
                  <a:gd name="T1" fmla="*/ 42 h 47"/>
                  <a:gd name="T2" fmla="*/ 60 w 77"/>
                  <a:gd name="T3" fmla="*/ 44 h 47"/>
                  <a:gd name="T4" fmla="*/ 54 w 77"/>
                  <a:gd name="T5" fmla="*/ 34 h 47"/>
                  <a:gd name="T6" fmla="*/ 47 w 77"/>
                  <a:gd name="T7" fmla="*/ 32 h 47"/>
                  <a:gd name="T8" fmla="*/ 35 w 77"/>
                  <a:gd name="T9" fmla="*/ 32 h 47"/>
                  <a:gd name="T10" fmla="*/ 26 w 77"/>
                  <a:gd name="T11" fmla="*/ 33 h 47"/>
                  <a:gd name="T12" fmla="*/ 18 w 77"/>
                  <a:gd name="T13" fmla="*/ 36 h 47"/>
                  <a:gd name="T14" fmla="*/ 5 w 77"/>
                  <a:gd name="T15" fmla="*/ 30 h 47"/>
                  <a:gd name="T16" fmla="*/ 8 w 77"/>
                  <a:gd name="T17" fmla="*/ 14 h 47"/>
                  <a:gd name="T18" fmla="*/ 21 w 77"/>
                  <a:gd name="T19" fmla="*/ 11 h 47"/>
                  <a:gd name="T20" fmla="*/ 32 w 77"/>
                  <a:gd name="T21" fmla="*/ 16 h 47"/>
                  <a:gd name="T22" fmla="*/ 36 w 77"/>
                  <a:gd name="T23" fmla="*/ 14 h 47"/>
                  <a:gd name="T24" fmla="*/ 42 w 77"/>
                  <a:gd name="T25" fmla="*/ 13 h 47"/>
                  <a:gd name="T26" fmla="*/ 52 w 77"/>
                  <a:gd name="T27" fmla="*/ 10 h 47"/>
                  <a:gd name="T28" fmla="*/ 56 w 77"/>
                  <a:gd name="T29" fmla="*/ 16 h 47"/>
                  <a:gd name="T30" fmla="*/ 64 w 77"/>
                  <a:gd name="T31" fmla="*/ 8 h 47"/>
                  <a:gd name="T32" fmla="*/ 69 w 77"/>
                  <a:gd name="T33" fmla="*/ 1 h 47"/>
                  <a:gd name="T34" fmla="*/ 73 w 77"/>
                  <a:gd name="T35" fmla="*/ 8 h 47"/>
                  <a:gd name="T36" fmla="*/ 74 w 77"/>
                  <a:gd name="T37" fmla="*/ 18 h 47"/>
                  <a:gd name="T38" fmla="*/ 69 w 77"/>
                  <a:gd name="T39" fmla="*/ 26 h 47"/>
                  <a:gd name="T40" fmla="*/ 66 w 77"/>
                  <a:gd name="T41" fmla="*/ 33 h 47"/>
                  <a:gd name="T42" fmla="*/ 69 w 77"/>
                  <a:gd name="T43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7" h="47">
                    <a:moveTo>
                      <a:pt x="69" y="42"/>
                    </a:moveTo>
                    <a:cubicBezTo>
                      <a:pt x="68" y="47"/>
                      <a:pt x="64" y="47"/>
                      <a:pt x="60" y="44"/>
                    </a:cubicBezTo>
                    <a:cubicBezTo>
                      <a:pt x="57" y="41"/>
                      <a:pt x="55" y="38"/>
                      <a:pt x="54" y="34"/>
                    </a:cubicBezTo>
                    <a:cubicBezTo>
                      <a:pt x="52" y="28"/>
                      <a:pt x="52" y="29"/>
                      <a:pt x="47" y="32"/>
                    </a:cubicBezTo>
                    <a:cubicBezTo>
                      <a:pt x="43" y="33"/>
                      <a:pt x="39" y="32"/>
                      <a:pt x="35" y="32"/>
                    </a:cubicBezTo>
                    <a:cubicBezTo>
                      <a:pt x="32" y="32"/>
                      <a:pt x="29" y="33"/>
                      <a:pt x="26" y="33"/>
                    </a:cubicBezTo>
                    <a:cubicBezTo>
                      <a:pt x="24" y="34"/>
                      <a:pt x="21" y="36"/>
                      <a:pt x="18" y="36"/>
                    </a:cubicBezTo>
                    <a:cubicBezTo>
                      <a:pt x="14" y="37"/>
                      <a:pt x="8" y="33"/>
                      <a:pt x="5" y="30"/>
                    </a:cubicBezTo>
                    <a:cubicBezTo>
                      <a:pt x="0" y="24"/>
                      <a:pt x="1" y="17"/>
                      <a:pt x="8" y="14"/>
                    </a:cubicBezTo>
                    <a:cubicBezTo>
                      <a:pt x="12" y="12"/>
                      <a:pt x="17" y="10"/>
                      <a:pt x="21" y="11"/>
                    </a:cubicBezTo>
                    <a:cubicBezTo>
                      <a:pt x="25" y="11"/>
                      <a:pt x="28" y="16"/>
                      <a:pt x="32" y="16"/>
                    </a:cubicBezTo>
                    <a:cubicBezTo>
                      <a:pt x="33" y="16"/>
                      <a:pt x="34" y="14"/>
                      <a:pt x="36" y="14"/>
                    </a:cubicBezTo>
                    <a:cubicBezTo>
                      <a:pt x="38" y="13"/>
                      <a:pt x="39" y="13"/>
                      <a:pt x="42" y="13"/>
                    </a:cubicBezTo>
                    <a:cubicBezTo>
                      <a:pt x="44" y="12"/>
                      <a:pt x="50" y="9"/>
                      <a:pt x="52" y="10"/>
                    </a:cubicBezTo>
                    <a:cubicBezTo>
                      <a:pt x="55" y="13"/>
                      <a:pt x="50" y="19"/>
                      <a:pt x="56" y="16"/>
                    </a:cubicBezTo>
                    <a:cubicBezTo>
                      <a:pt x="58" y="15"/>
                      <a:pt x="63" y="11"/>
                      <a:pt x="64" y="8"/>
                    </a:cubicBezTo>
                    <a:cubicBezTo>
                      <a:pt x="65" y="6"/>
                      <a:pt x="64" y="0"/>
                      <a:pt x="69" y="1"/>
                    </a:cubicBezTo>
                    <a:cubicBezTo>
                      <a:pt x="72" y="2"/>
                      <a:pt x="71" y="6"/>
                      <a:pt x="73" y="8"/>
                    </a:cubicBezTo>
                    <a:cubicBezTo>
                      <a:pt x="75" y="12"/>
                      <a:pt x="77" y="13"/>
                      <a:pt x="74" y="18"/>
                    </a:cubicBezTo>
                    <a:cubicBezTo>
                      <a:pt x="73" y="21"/>
                      <a:pt x="72" y="24"/>
                      <a:pt x="69" y="26"/>
                    </a:cubicBezTo>
                    <a:cubicBezTo>
                      <a:pt x="67" y="29"/>
                      <a:pt x="64" y="30"/>
                      <a:pt x="66" y="33"/>
                    </a:cubicBezTo>
                    <a:cubicBezTo>
                      <a:pt x="68" y="36"/>
                      <a:pt x="70" y="38"/>
                      <a:pt x="69" y="4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9" name="Freeform 2038">
                <a:extLst>
                  <a:ext uri="{FF2B5EF4-FFF2-40B4-BE49-F238E27FC236}">
                    <a16:creationId xmlns:a16="http://schemas.microsoft.com/office/drawing/2014/main" id="{F4549BA3-8027-3F42-B1D8-DF1FCDCDAE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54" y="3002"/>
                <a:ext cx="954" cy="996"/>
              </a:xfrm>
              <a:custGeom>
                <a:avLst/>
                <a:gdLst>
                  <a:gd name="T0" fmla="*/ 2191 w 2344"/>
                  <a:gd name="T1" fmla="*/ 1724 h 2447"/>
                  <a:gd name="T2" fmla="*/ 2084 w 2344"/>
                  <a:gd name="T3" fmla="*/ 1661 h 2447"/>
                  <a:gd name="T4" fmla="*/ 1949 w 2344"/>
                  <a:gd name="T5" fmla="*/ 1596 h 2447"/>
                  <a:gd name="T6" fmla="*/ 1792 w 2344"/>
                  <a:gd name="T7" fmla="*/ 1512 h 2447"/>
                  <a:gd name="T8" fmla="*/ 1850 w 2344"/>
                  <a:gd name="T9" fmla="*/ 1433 h 2447"/>
                  <a:gd name="T10" fmla="*/ 1685 w 2344"/>
                  <a:gd name="T11" fmla="*/ 1401 h 2447"/>
                  <a:gd name="T12" fmla="*/ 1531 w 2344"/>
                  <a:gd name="T13" fmla="*/ 1321 h 2447"/>
                  <a:gd name="T14" fmla="*/ 1432 w 2344"/>
                  <a:gd name="T15" fmla="*/ 1225 h 2447"/>
                  <a:gd name="T16" fmla="*/ 1377 w 2344"/>
                  <a:gd name="T17" fmla="*/ 1053 h 2447"/>
                  <a:gd name="T18" fmla="*/ 1247 w 2344"/>
                  <a:gd name="T19" fmla="*/ 888 h 2447"/>
                  <a:gd name="T20" fmla="*/ 1097 w 2344"/>
                  <a:gd name="T21" fmla="*/ 731 h 2447"/>
                  <a:gd name="T22" fmla="*/ 1128 w 2344"/>
                  <a:gd name="T23" fmla="*/ 606 h 2447"/>
                  <a:gd name="T24" fmla="*/ 1091 w 2344"/>
                  <a:gd name="T25" fmla="*/ 489 h 2447"/>
                  <a:gd name="T26" fmla="*/ 1168 w 2344"/>
                  <a:gd name="T27" fmla="*/ 427 h 2447"/>
                  <a:gd name="T28" fmla="*/ 1240 w 2344"/>
                  <a:gd name="T29" fmla="*/ 406 h 2447"/>
                  <a:gd name="T30" fmla="*/ 1328 w 2344"/>
                  <a:gd name="T31" fmla="*/ 375 h 2447"/>
                  <a:gd name="T32" fmla="*/ 1400 w 2344"/>
                  <a:gd name="T33" fmla="*/ 405 h 2447"/>
                  <a:gd name="T34" fmla="*/ 1278 w 2344"/>
                  <a:gd name="T35" fmla="*/ 149 h 2447"/>
                  <a:gd name="T36" fmla="*/ 740 w 2344"/>
                  <a:gd name="T37" fmla="*/ 115 h 2447"/>
                  <a:gd name="T38" fmla="*/ 495 w 2344"/>
                  <a:gd name="T39" fmla="*/ 240 h 2447"/>
                  <a:gd name="T40" fmla="*/ 269 w 2344"/>
                  <a:gd name="T41" fmla="*/ 216 h 2447"/>
                  <a:gd name="T42" fmla="*/ 7 w 2344"/>
                  <a:gd name="T43" fmla="*/ 452 h 2447"/>
                  <a:gd name="T44" fmla="*/ 138 w 2344"/>
                  <a:gd name="T45" fmla="*/ 784 h 2447"/>
                  <a:gd name="T46" fmla="*/ 251 w 2344"/>
                  <a:gd name="T47" fmla="*/ 751 h 2447"/>
                  <a:gd name="T48" fmla="*/ 353 w 2344"/>
                  <a:gd name="T49" fmla="*/ 658 h 2447"/>
                  <a:gd name="T50" fmla="*/ 455 w 2344"/>
                  <a:gd name="T51" fmla="*/ 678 h 2447"/>
                  <a:gd name="T52" fmla="*/ 520 w 2344"/>
                  <a:gd name="T53" fmla="*/ 714 h 2447"/>
                  <a:gd name="T54" fmla="*/ 609 w 2344"/>
                  <a:gd name="T55" fmla="*/ 771 h 2447"/>
                  <a:gd name="T56" fmla="*/ 675 w 2344"/>
                  <a:gd name="T57" fmla="*/ 928 h 2447"/>
                  <a:gd name="T58" fmla="*/ 695 w 2344"/>
                  <a:gd name="T59" fmla="*/ 1067 h 2447"/>
                  <a:gd name="T60" fmla="*/ 758 w 2344"/>
                  <a:gd name="T61" fmla="*/ 1117 h 2447"/>
                  <a:gd name="T62" fmla="*/ 796 w 2344"/>
                  <a:gd name="T63" fmla="*/ 1206 h 2447"/>
                  <a:gd name="T64" fmla="*/ 948 w 2344"/>
                  <a:gd name="T65" fmla="*/ 1324 h 2447"/>
                  <a:gd name="T66" fmla="*/ 1058 w 2344"/>
                  <a:gd name="T67" fmla="*/ 1439 h 2447"/>
                  <a:gd name="T68" fmla="*/ 1193 w 2344"/>
                  <a:gd name="T69" fmla="*/ 1552 h 2447"/>
                  <a:gd name="T70" fmla="*/ 1294 w 2344"/>
                  <a:gd name="T71" fmla="*/ 1552 h 2447"/>
                  <a:gd name="T72" fmla="*/ 1385 w 2344"/>
                  <a:gd name="T73" fmla="*/ 1653 h 2447"/>
                  <a:gd name="T74" fmla="*/ 1451 w 2344"/>
                  <a:gd name="T75" fmla="*/ 1734 h 2447"/>
                  <a:gd name="T76" fmla="*/ 1575 w 2344"/>
                  <a:gd name="T77" fmla="*/ 1778 h 2447"/>
                  <a:gd name="T78" fmla="*/ 1616 w 2344"/>
                  <a:gd name="T79" fmla="*/ 1860 h 2447"/>
                  <a:gd name="T80" fmla="*/ 1721 w 2344"/>
                  <a:gd name="T81" fmla="*/ 1897 h 2447"/>
                  <a:gd name="T82" fmla="*/ 1765 w 2344"/>
                  <a:gd name="T83" fmla="*/ 2021 h 2447"/>
                  <a:gd name="T84" fmla="*/ 1825 w 2344"/>
                  <a:gd name="T85" fmla="*/ 2183 h 2447"/>
                  <a:gd name="T86" fmla="*/ 1751 w 2344"/>
                  <a:gd name="T87" fmla="*/ 2245 h 2447"/>
                  <a:gd name="T88" fmla="*/ 1694 w 2344"/>
                  <a:gd name="T89" fmla="*/ 2383 h 2447"/>
                  <a:gd name="T90" fmla="*/ 1853 w 2344"/>
                  <a:gd name="T91" fmla="*/ 2354 h 2447"/>
                  <a:gd name="T92" fmla="*/ 1902 w 2344"/>
                  <a:gd name="T93" fmla="*/ 2246 h 2447"/>
                  <a:gd name="T94" fmla="*/ 2022 w 2344"/>
                  <a:gd name="T95" fmla="*/ 2193 h 2447"/>
                  <a:gd name="T96" fmla="*/ 2035 w 2344"/>
                  <a:gd name="T97" fmla="*/ 2131 h 2447"/>
                  <a:gd name="T98" fmla="*/ 1986 w 2344"/>
                  <a:gd name="T99" fmla="*/ 2031 h 2447"/>
                  <a:gd name="T100" fmla="*/ 1909 w 2344"/>
                  <a:gd name="T101" fmla="*/ 1948 h 2447"/>
                  <a:gd name="T102" fmla="*/ 1980 w 2344"/>
                  <a:gd name="T103" fmla="*/ 1812 h 2447"/>
                  <a:gd name="T104" fmla="*/ 2066 w 2344"/>
                  <a:gd name="T105" fmla="*/ 1809 h 2447"/>
                  <a:gd name="T106" fmla="*/ 2232 w 2344"/>
                  <a:gd name="T107" fmla="*/ 1890 h 2447"/>
                  <a:gd name="T108" fmla="*/ 437 w 2344"/>
                  <a:gd name="T109" fmla="*/ 238 h 2447"/>
                  <a:gd name="T110" fmla="*/ 425 w 2344"/>
                  <a:gd name="T111" fmla="*/ 233 h 2447"/>
                  <a:gd name="T112" fmla="*/ 512 w 2344"/>
                  <a:gd name="T113" fmla="*/ 267 h 2447"/>
                  <a:gd name="T114" fmla="*/ 673 w 2344"/>
                  <a:gd name="T115" fmla="*/ 342 h 2447"/>
                  <a:gd name="T116" fmla="*/ 821 w 2344"/>
                  <a:gd name="T117" fmla="*/ 334 h 2447"/>
                  <a:gd name="T118" fmla="*/ 1030 w 2344"/>
                  <a:gd name="T119" fmla="*/ 1294 h 2447"/>
                  <a:gd name="T120" fmla="*/ 1075 w 2344"/>
                  <a:gd name="T121" fmla="*/ 668 h 2447"/>
                  <a:gd name="T122" fmla="*/ 1692 w 2344"/>
                  <a:gd name="T123" fmla="*/ 1414 h 2447"/>
                  <a:gd name="T124" fmla="*/ 1768 w 2344"/>
                  <a:gd name="T125" fmla="*/ 1420 h 2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44" h="2447">
                    <a:moveTo>
                      <a:pt x="2343" y="1875"/>
                    </a:moveTo>
                    <a:cubicBezTo>
                      <a:pt x="2342" y="1872"/>
                      <a:pt x="2339" y="1872"/>
                      <a:pt x="2337" y="1871"/>
                    </a:cubicBezTo>
                    <a:cubicBezTo>
                      <a:pt x="2329" y="1867"/>
                      <a:pt x="2331" y="1856"/>
                      <a:pt x="2329" y="1849"/>
                    </a:cubicBezTo>
                    <a:cubicBezTo>
                      <a:pt x="2327" y="1839"/>
                      <a:pt x="2321" y="1828"/>
                      <a:pt x="2314" y="1821"/>
                    </a:cubicBezTo>
                    <a:cubicBezTo>
                      <a:pt x="2310" y="1817"/>
                      <a:pt x="2306" y="1814"/>
                      <a:pt x="2302" y="1810"/>
                    </a:cubicBezTo>
                    <a:cubicBezTo>
                      <a:pt x="2298" y="1806"/>
                      <a:pt x="2294" y="1802"/>
                      <a:pt x="2289" y="1799"/>
                    </a:cubicBezTo>
                    <a:cubicBezTo>
                      <a:pt x="2284" y="1796"/>
                      <a:pt x="2278" y="1793"/>
                      <a:pt x="2273" y="1790"/>
                    </a:cubicBezTo>
                    <a:cubicBezTo>
                      <a:pt x="2269" y="1787"/>
                      <a:pt x="2265" y="1784"/>
                      <a:pt x="2261" y="1781"/>
                    </a:cubicBezTo>
                    <a:cubicBezTo>
                      <a:pt x="2257" y="1779"/>
                      <a:pt x="2253" y="1777"/>
                      <a:pt x="2249" y="1775"/>
                    </a:cubicBezTo>
                    <a:cubicBezTo>
                      <a:pt x="2247" y="1774"/>
                      <a:pt x="2245" y="1773"/>
                      <a:pt x="2244" y="1771"/>
                    </a:cubicBezTo>
                    <a:cubicBezTo>
                      <a:pt x="2243" y="1769"/>
                      <a:pt x="2244" y="1767"/>
                      <a:pt x="2243" y="1764"/>
                    </a:cubicBezTo>
                    <a:cubicBezTo>
                      <a:pt x="2243" y="1763"/>
                      <a:pt x="2241" y="1761"/>
                      <a:pt x="2241" y="1760"/>
                    </a:cubicBezTo>
                    <a:cubicBezTo>
                      <a:pt x="2240" y="1758"/>
                      <a:pt x="2239" y="1756"/>
                      <a:pt x="2238" y="1754"/>
                    </a:cubicBezTo>
                    <a:cubicBezTo>
                      <a:pt x="2237" y="1752"/>
                      <a:pt x="2235" y="1750"/>
                      <a:pt x="2234" y="1749"/>
                    </a:cubicBezTo>
                    <a:cubicBezTo>
                      <a:pt x="2232" y="1745"/>
                      <a:pt x="2229" y="1741"/>
                      <a:pt x="2226" y="1738"/>
                    </a:cubicBezTo>
                    <a:cubicBezTo>
                      <a:pt x="2223" y="1735"/>
                      <a:pt x="2220" y="1735"/>
                      <a:pt x="2216" y="1734"/>
                    </a:cubicBezTo>
                    <a:cubicBezTo>
                      <a:pt x="2212" y="1733"/>
                      <a:pt x="2208" y="1732"/>
                      <a:pt x="2204" y="1730"/>
                    </a:cubicBezTo>
                    <a:cubicBezTo>
                      <a:pt x="2200" y="1728"/>
                      <a:pt x="2195" y="1725"/>
                      <a:pt x="2191" y="1724"/>
                    </a:cubicBezTo>
                    <a:cubicBezTo>
                      <a:pt x="2186" y="1722"/>
                      <a:pt x="2182" y="1721"/>
                      <a:pt x="2178" y="1720"/>
                    </a:cubicBezTo>
                    <a:cubicBezTo>
                      <a:pt x="2177" y="1719"/>
                      <a:pt x="2176" y="1718"/>
                      <a:pt x="2174" y="1718"/>
                    </a:cubicBezTo>
                    <a:cubicBezTo>
                      <a:pt x="2174" y="1718"/>
                      <a:pt x="2173" y="1717"/>
                      <a:pt x="2172" y="1717"/>
                    </a:cubicBezTo>
                    <a:cubicBezTo>
                      <a:pt x="2170" y="1716"/>
                      <a:pt x="2168" y="1714"/>
                      <a:pt x="2166" y="1713"/>
                    </a:cubicBezTo>
                    <a:cubicBezTo>
                      <a:pt x="2164" y="1712"/>
                      <a:pt x="2162" y="1711"/>
                      <a:pt x="2160" y="1711"/>
                    </a:cubicBezTo>
                    <a:cubicBezTo>
                      <a:pt x="2157" y="1709"/>
                      <a:pt x="2153" y="1709"/>
                      <a:pt x="2150" y="1707"/>
                    </a:cubicBezTo>
                    <a:cubicBezTo>
                      <a:pt x="2148" y="1706"/>
                      <a:pt x="2146" y="1705"/>
                      <a:pt x="2144" y="1704"/>
                    </a:cubicBezTo>
                    <a:cubicBezTo>
                      <a:pt x="2143" y="1703"/>
                      <a:pt x="2141" y="1702"/>
                      <a:pt x="2140" y="1702"/>
                    </a:cubicBezTo>
                    <a:cubicBezTo>
                      <a:pt x="2138" y="1701"/>
                      <a:pt x="2136" y="1700"/>
                      <a:pt x="2134" y="1699"/>
                    </a:cubicBezTo>
                    <a:cubicBezTo>
                      <a:pt x="2132" y="1699"/>
                      <a:pt x="2131" y="1698"/>
                      <a:pt x="2129" y="1697"/>
                    </a:cubicBezTo>
                    <a:cubicBezTo>
                      <a:pt x="2128" y="1696"/>
                      <a:pt x="2126" y="1696"/>
                      <a:pt x="2125" y="1695"/>
                    </a:cubicBezTo>
                    <a:cubicBezTo>
                      <a:pt x="2124" y="1694"/>
                      <a:pt x="2123" y="1692"/>
                      <a:pt x="2121" y="1691"/>
                    </a:cubicBezTo>
                    <a:cubicBezTo>
                      <a:pt x="2120" y="1690"/>
                      <a:pt x="2118" y="1689"/>
                      <a:pt x="2116" y="1687"/>
                    </a:cubicBezTo>
                    <a:cubicBezTo>
                      <a:pt x="2114" y="1686"/>
                      <a:pt x="2112" y="1684"/>
                      <a:pt x="2110" y="1683"/>
                    </a:cubicBezTo>
                    <a:cubicBezTo>
                      <a:pt x="2107" y="1681"/>
                      <a:pt x="2104" y="1679"/>
                      <a:pt x="2101" y="1677"/>
                    </a:cubicBezTo>
                    <a:cubicBezTo>
                      <a:pt x="2098" y="1675"/>
                      <a:pt x="2096" y="1673"/>
                      <a:pt x="2093" y="1670"/>
                    </a:cubicBezTo>
                    <a:cubicBezTo>
                      <a:pt x="2091" y="1669"/>
                      <a:pt x="2090" y="1667"/>
                      <a:pt x="2089" y="1666"/>
                    </a:cubicBezTo>
                    <a:cubicBezTo>
                      <a:pt x="2087" y="1664"/>
                      <a:pt x="2085" y="1663"/>
                      <a:pt x="2084" y="1661"/>
                    </a:cubicBezTo>
                    <a:cubicBezTo>
                      <a:pt x="2082" y="1659"/>
                      <a:pt x="2079" y="1657"/>
                      <a:pt x="2077" y="1656"/>
                    </a:cubicBezTo>
                    <a:cubicBezTo>
                      <a:pt x="2075" y="1655"/>
                      <a:pt x="2073" y="1654"/>
                      <a:pt x="2071" y="1653"/>
                    </a:cubicBezTo>
                    <a:cubicBezTo>
                      <a:pt x="2070" y="1652"/>
                      <a:pt x="2069" y="1651"/>
                      <a:pt x="2068" y="1650"/>
                    </a:cubicBezTo>
                    <a:cubicBezTo>
                      <a:pt x="2066" y="1649"/>
                      <a:pt x="2064" y="1649"/>
                      <a:pt x="2063" y="1648"/>
                    </a:cubicBezTo>
                    <a:cubicBezTo>
                      <a:pt x="2061" y="1647"/>
                      <a:pt x="2059" y="1646"/>
                      <a:pt x="2057" y="1644"/>
                    </a:cubicBezTo>
                    <a:cubicBezTo>
                      <a:pt x="2054" y="1643"/>
                      <a:pt x="2052" y="1641"/>
                      <a:pt x="2049" y="1640"/>
                    </a:cubicBezTo>
                    <a:cubicBezTo>
                      <a:pt x="2047" y="1640"/>
                      <a:pt x="2045" y="1638"/>
                      <a:pt x="2043" y="1637"/>
                    </a:cubicBezTo>
                    <a:cubicBezTo>
                      <a:pt x="2041" y="1636"/>
                      <a:pt x="2040" y="1634"/>
                      <a:pt x="2038" y="1633"/>
                    </a:cubicBezTo>
                    <a:cubicBezTo>
                      <a:pt x="2037" y="1632"/>
                      <a:pt x="2036" y="1631"/>
                      <a:pt x="2034" y="1630"/>
                    </a:cubicBezTo>
                    <a:cubicBezTo>
                      <a:pt x="2032" y="1629"/>
                      <a:pt x="2028" y="1628"/>
                      <a:pt x="2025" y="1627"/>
                    </a:cubicBezTo>
                    <a:cubicBezTo>
                      <a:pt x="2023" y="1627"/>
                      <a:pt x="2021" y="1626"/>
                      <a:pt x="2019" y="1625"/>
                    </a:cubicBezTo>
                    <a:cubicBezTo>
                      <a:pt x="2017" y="1624"/>
                      <a:pt x="2014" y="1623"/>
                      <a:pt x="2012" y="1623"/>
                    </a:cubicBezTo>
                    <a:cubicBezTo>
                      <a:pt x="2010" y="1621"/>
                      <a:pt x="2007" y="1620"/>
                      <a:pt x="2005" y="1618"/>
                    </a:cubicBezTo>
                    <a:cubicBezTo>
                      <a:pt x="2003" y="1617"/>
                      <a:pt x="2001" y="1616"/>
                      <a:pt x="1999" y="1615"/>
                    </a:cubicBezTo>
                    <a:cubicBezTo>
                      <a:pt x="1994" y="1612"/>
                      <a:pt x="1990" y="1610"/>
                      <a:pt x="1984" y="1608"/>
                    </a:cubicBezTo>
                    <a:cubicBezTo>
                      <a:pt x="1980" y="1606"/>
                      <a:pt x="1976" y="1604"/>
                      <a:pt x="1972" y="1603"/>
                    </a:cubicBezTo>
                    <a:cubicBezTo>
                      <a:pt x="1968" y="1602"/>
                      <a:pt x="1964" y="1601"/>
                      <a:pt x="1961" y="1601"/>
                    </a:cubicBezTo>
                    <a:cubicBezTo>
                      <a:pt x="1956" y="1600"/>
                      <a:pt x="1953" y="1598"/>
                      <a:pt x="1949" y="1596"/>
                    </a:cubicBezTo>
                    <a:cubicBezTo>
                      <a:pt x="1945" y="1594"/>
                      <a:pt x="1942" y="1591"/>
                      <a:pt x="1937" y="1591"/>
                    </a:cubicBezTo>
                    <a:cubicBezTo>
                      <a:pt x="1933" y="1590"/>
                      <a:pt x="1930" y="1588"/>
                      <a:pt x="1927" y="1586"/>
                    </a:cubicBezTo>
                    <a:cubicBezTo>
                      <a:pt x="1923" y="1583"/>
                      <a:pt x="1919" y="1582"/>
                      <a:pt x="1915" y="1581"/>
                    </a:cubicBezTo>
                    <a:cubicBezTo>
                      <a:pt x="1913" y="1580"/>
                      <a:pt x="1912" y="1579"/>
                      <a:pt x="1910" y="1579"/>
                    </a:cubicBezTo>
                    <a:cubicBezTo>
                      <a:pt x="1908" y="1578"/>
                      <a:pt x="1906" y="1576"/>
                      <a:pt x="1904" y="1575"/>
                    </a:cubicBezTo>
                    <a:cubicBezTo>
                      <a:pt x="1902" y="1574"/>
                      <a:pt x="1901" y="1573"/>
                      <a:pt x="1899" y="1572"/>
                    </a:cubicBezTo>
                    <a:cubicBezTo>
                      <a:pt x="1897" y="1570"/>
                      <a:pt x="1895" y="1570"/>
                      <a:pt x="1892" y="1569"/>
                    </a:cubicBezTo>
                    <a:cubicBezTo>
                      <a:pt x="1888" y="1568"/>
                      <a:pt x="1884" y="1567"/>
                      <a:pt x="1880" y="1565"/>
                    </a:cubicBezTo>
                    <a:cubicBezTo>
                      <a:pt x="1876" y="1563"/>
                      <a:pt x="1873" y="1560"/>
                      <a:pt x="1869" y="1558"/>
                    </a:cubicBezTo>
                    <a:cubicBezTo>
                      <a:pt x="1865" y="1556"/>
                      <a:pt x="1862" y="1555"/>
                      <a:pt x="1858" y="1554"/>
                    </a:cubicBezTo>
                    <a:cubicBezTo>
                      <a:pt x="1854" y="1552"/>
                      <a:pt x="1851" y="1550"/>
                      <a:pt x="1847" y="1548"/>
                    </a:cubicBezTo>
                    <a:cubicBezTo>
                      <a:pt x="1844" y="1547"/>
                      <a:pt x="1842" y="1546"/>
                      <a:pt x="1839" y="1544"/>
                    </a:cubicBezTo>
                    <a:cubicBezTo>
                      <a:pt x="1836" y="1542"/>
                      <a:pt x="1833" y="1540"/>
                      <a:pt x="1829" y="1538"/>
                    </a:cubicBezTo>
                    <a:cubicBezTo>
                      <a:pt x="1827" y="1537"/>
                      <a:pt x="1824" y="1535"/>
                      <a:pt x="1821" y="1534"/>
                    </a:cubicBezTo>
                    <a:cubicBezTo>
                      <a:pt x="1819" y="1532"/>
                      <a:pt x="1817" y="1531"/>
                      <a:pt x="1814" y="1530"/>
                    </a:cubicBezTo>
                    <a:cubicBezTo>
                      <a:pt x="1810" y="1529"/>
                      <a:pt x="1807" y="1527"/>
                      <a:pt x="1803" y="1525"/>
                    </a:cubicBezTo>
                    <a:cubicBezTo>
                      <a:pt x="1800" y="1523"/>
                      <a:pt x="1796" y="1521"/>
                      <a:pt x="1795" y="1517"/>
                    </a:cubicBezTo>
                    <a:cubicBezTo>
                      <a:pt x="1794" y="1515"/>
                      <a:pt x="1793" y="1514"/>
                      <a:pt x="1792" y="1512"/>
                    </a:cubicBezTo>
                    <a:cubicBezTo>
                      <a:pt x="1792" y="1510"/>
                      <a:pt x="1790" y="1509"/>
                      <a:pt x="1789" y="1508"/>
                    </a:cubicBezTo>
                    <a:cubicBezTo>
                      <a:pt x="1788" y="1505"/>
                      <a:pt x="1786" y="1502"/>
                      <a:pt x="1787" y="1500"/>
                    </a:cubicBezTo>
                    <a:cubicBezTo>
                      <a:pt x="1787" y="1497"/>
                      <a:pt x="1788" y="1494"/>
                      <a:pt x="1788" y="1491"/>
                    </a:cubicBezTo>
                    <a:cubicBezTo>
                      <a:pt x="1789" y="1489"/>
                      <a:pt x="1789" y="1487"/>
                      <a:pt x="1789" y="1485"/>
                    </a:cubicBezTo>
                    <a:cubicBezTo>
                      <a:pt x="1790" y="1484"/>
                      <a:pt x="1790" y="1484"/>
                      <a:pt x="1791" y="1483"/>
                    </a:cubicBezTo>
                    <a:cubicBezTo>
                      <a:pt x="1791" y="1482"/>
                      <a:pt x="1792" y="1480"/>
                      <a:pt x="1792" y="1479"/>
                    </a:cubicBezTo>
                    <a:cubicBezTo>
                      <a:pt x="1793" y="1478"/>
                      <a:pt x="1795" y="1476"/>
                      <a:pt x="1796" y="1475"/>
                    </a:cubicBezTo>
                    <a:cubicBezTo>
                      <a:pt x="1797" y="1474"/>
                      <a:pt x="1798" y="1473"/>
                      <a:pt x="1799" y="1472"/>
                    </a:cubicBezTo>
                    <a:cubicBezTo>
                      <a:pt x="1801" y="1471"/>
                      <a:pt x="1802" y="1468"/>
                      <a:pt x="1805" y="1467"/>
                    </a:cubicBezTo>
                    <a:cubicBezTo>
                      <a:pt x="1806" y="1467"/>
                      <a:pt x="1807" y="1467"/>
                      <a:pt x="1809" y="1467"/>
                    </a:cubicBezTo>
                    <a:cubicBezTo>
                      <a:pt x="1810" y="1467"/>
                      <a:pt x="1812" y="1465"/>
                      <a:pt x="1813" y="1465"/>
                    </a:cubicBezTo>
                    <a:cubicBezTo>
                      <a:pt x="1814" y="1464"/>
                      <a:pt x="1815" y="1464"/>
                      <a:pt x="1816" y="1464"/>
                    </a:cubicBezTo>
                    <a:cubicBezTo>
                      <a:pt x="1819" y="1463"/>
                      <a:pt x="1822" y="1463"/>
                      <a:pt x="1824" y="1462"/>
                    </a:cubicBezTo>
                    <a:cubicBezTo>
                      <a:pt x="1826" y="1462"/>
                      <a:pt x="1828" y="1461"/>
                      <a:pt x="1830" y="1460"/>
                    </a:cubicBezTo>
                    <a:cubicBezTo>
                      <a:pt x="1834" y="1458"/>
                      <a:pt x="1838" y="1456"/>
                      <a:pt x="1841" y="1452"/>
                    </a:cubicBezTo>
                    <a:cubicBezTo>
                      <a:pt x="1842" y="1450"/>
                      <a:pt x="1843" y="1447"/>
                      <a:pt x="1845" y="1446"/>
                    </a:cubicBezTo>
                    <a:cubicBezTo>
                      <a:pt x="1847" y="1444"/>
                      <a:pt x="1849" y="1442"/>
                      <a:pt x="1850" y="1440"/>
                    </a:cubicBezTo>
                    <a:cubicBezTo>
                      <a:pt x="1851" y="1438"/>
                      <a:pt x="1850" y="1435"/>
                      <a:pt x="1850" y="1433"/>
                    </a:cubicBezTo>
                    <a:cubicBezTo>
                      <a:pt x="1850" y="1430"/>
                      <a:pt x="1851" y="1427"/>
                      <a:pt x="1851" y="1424"/>
                    </a:cubicBezTo>
                    <a:cubicBezTo>
                      <a:pt x="1850" y="1421"/>
                      <a:pt x="1849" y="1418"/>
                      <a:pt x="1847" y="1416"/>
                    </a:cubicBezTo>
                    <a:cubicBezTo>
                      <a:pt x="1846" y="1413"/>
                      <a:pt x="1844" y="1410"/>
                      <a:pt x="1841" y="1408"/>
                    </a:cubicBezTo>
                    <a:cubicBezTo>
                      <a:pt x="1840" y="1407"/>
                      <a:pt x="1840" y="1406"/>
                      <a:pt x="1839" y="1405"/>
                    </a:cubicBezTo>
                    <a:cubicBezTo>
                      <a:pt x="1837" y="1403"/>
                      <a:pt x="1835" y="1402"/>
                      <a:pt x="1832" y="1401"/>
                    </a:cubicBezTo>
                    <a:cubicBezTo>
                      <a:pt x="1831" y="1400"/>
                      <a:pt x="1829" y="1399"/>
                      <a:pt x="1827" y="1398"/>
                    </a:cubicBezTo>
                    <a:cubicBezTo>
                      <a:pt x="1825" y="1397"/>
                      <a:pt x="1824" y="1396"/>
                      <a:pt x="1821" y="1395"/>
                    </a:cubicBezTo>
                    <a:cubicBezTo>
                      <a:pt x="1819" y="1395"/>
                      <a:pt x="1816" y="1396"/>
                      <a:pt x="1814" y="1396"/>
                    </a:cubicBezTo>
                    <a:cubicBezTo>
                      <a:pt x="1813" y="1396"/>
                      <a:pt x="1812" y="1396"/>
                      <a:pt x="1811" y="1395"/>
                    </a:cubicBezTo>
                    <a:cubicBezTo>
                      <a:pt x="1809" y="1395"/>
                      <a:pt x="1808" y="1396"/>
                      <a:pt x="1807" y="1396"/>
                    </a:cubicBezTo>
                    <a:cubicBezTo>
                      <a:pt x="1804" y="1396"/>
                      <a:pt x="1800" y="1396"/>
                      <a:pt x="1797" y="1397"/>
                    </a:cubicBezTo>
                    <a:cubicBezTo>
                      <a:pt x="1795" y="1397"/>
                      <a:pt x="1794" y="1397"/>
                      <a:pt x="1792" y="1397"/>
                    </a:cubicBezTo>
                    <a:cubicBezTo>
                      <a:pt x="1789" y="1397"/>
                      <a:pt x="1787" y="1397"/>
                      <a:pt x="1784" y="1398"/>
                    </a:cubicBezTo>
                    <a:cubicBezTo>
                      <a:pt x="1779" y="1400"/>
                      <a:pt x="1772" y="1400"/>
                      <a:pt x="1766" y="1400"/>
                    </a:cubicBezTo>
                    <a:cubicBezTo>
                      <a:pt x="1760" y="1401"/>
                      <a:pt x="1753" y="1401"/>
                      <a:pt x="1746" y="1401"/>
                    </a:cubicBezTo>
                    <a:cubicBezTo>
                      <a:pt x="1738" y="1401"/>
                      <a:pt x="1729" y="1400"/>
                      <a:pt x="1721" y="1400"/>
                    </a:cubicBezTo>
                    <a:cubicBezTo>
                      <a:pt x="1713" y="1399"/>
                      <a:pt x="1704" y="1398"/>
                      <a:pt x="1696" y="1399"/>
                    </a:cubicBezTo>
                    <a:cubicBezTo>
                      <a:pt x="1692" y="1399"/>
                      <a:pt x="1689" y="1400"/>
                      <a:pt x="1685" y="1401"/>
                    </a:cubicBezTo>
                    <a:cubicBezTo>
                      <a:pt x="1680" y="1401"/>
                      <a:pt x="1676" y="1400"/>
                      <a:pt x="1672" y="1399"/>
                    </a:cubicBezTo>
                    <a:cubicBezTo>
                      <a:pt x="1669" y="1398"/>
                      <a:pt x="1665" y="1397"/>
                      <a:pt x="1662" y="1397"/>
                    </a:cubicBezTo>
                    <a:cubicBezTo>
                      <a:pt x="1659" y="1396"/>
                      <a:pt x="1656" y="1397"/>
                      <a:pt x="1653" y="1396"/>
                    </a:cubicBezTo>
                    <a:cubicBezTo>
                      <a:pt x="1650" y="1396"/>
                      <a:pt x="1647" y="1395"/>
                      <a:pt x="1644" y="1394"/>
                    </a:cubicBezTo>
                    <a:cubicBezTo>
                      <a:pt x="1640" y="1394"/>
                      <a:pt x="1636" y="1394"/>
                      <a:pt x="1633" y="1394"/>
                    </a:cubicBezTo>
                    <a:cubicBezTo>
                      <a:pt x="1630" y="1393"/>
                      <a:pt x="1627" y="1393"/>
                      <a:pt x="1625" y="1392"/>
                    </a:cubicBezTo>
                    <a:cubicBezTo>
                      <a:pt x="1623" y="1391"/>
                      <a:pt x="1622" y="1389"/>
                      <a:pt x="1620" y="1388"/>
                    </a:cubicBezTo>
                    <a:cubicBezTo>
                      <a:pt x="1616" y="1385"/>
                      <a:pt x="1611" y="1384"/>
                      <a:pt x="1608" y="1380"/>
                    </a:cubicBezTo>
                    <a:cubicBezTo>
                      <a:pt x="1605" y="1376"/>
                      <a:pt x="1602" y="1372"/>
                      <a:pt x="1597" y="1370"/>
                    </a:cubicBezTo>
                    <a:cubicBezTo>
                      <a:pt x="1588" y="1365"/>
                      <a:pt x="1577" y="1365"/>
                      <a:pt x="1568" y="1360"/>
                    </a:cubicBezTo>
                    <a:cubicBezTo>
                      <a:pt x="1563" y="1357"/>
                      <a:pt x="1559" y="1354"/>
                      <a:pt x="1555" y="1352"/>
                    </a:cubicBezTo>
                    <a:cubicBezTo>
                      <a:pt x="1553" y="1350"/>
                      <a:pt x="1551" y="1349"/>
                      <a:pt x="1550" y="1347"/>
                    </a:cubicBezTo>
                    <a:cubicBezTo>
                      <a:pt x="1549" y="1344"/>
                      <a:pt x="1549" y="1340"/>
                      <a:pt x="1548" y="1336"/>
                    </a:cubicBezTo>
                    <a:cubicBezTo>
                      <a:pt x="1547" y="1334"/>
                      <a:pt x="1547" y="1331"/>
                      <a:pt x="1546" y="1329"/>
                    </a:cubicBezTo>
                    <a:cubicBezTo>
                      <a:pt x="1545" y="1328"/>
                      <a:pt x="1544" y="1327"/>
                      <a:pt x="1542" y="1326"/>
                    </a:cubicBezTo>
                    <a:cubicBezTo>
                      <a:pt x="1541" y="1325"/>
                      <a:pt x="1539" y="1324"/>
                      <a:pt x="1538" y="1323"/>
                    </a:cubicBezTo>
                    <a:cubicBezTo>
                      <a:pt x="1537" y="1323"/>
                      <a:pt x="1536" y="1323"/>
                      <a:pt x="1535" y="1323"/>
                    </a:cubicBezTo>
                    <a:cubicBezTo>
                      <a:pt x="1534" y="1322"/>
                      <a:pt x="1532" y="1322"/>
                      <a:pt x="1531" y="1321"/>
                    </a:cubicBezTo>
                    <a:cubicBezTo>
                      <a:pt x="1528" y="1319"/>
                      <a:pt x="1525" y="1318"/>
                      <a:pt x="1522" y="1317"/>
                    </a:cubicBezTo>
                    <a:cubicBezTo>
                      <a:pt x="1519" y="1315"/>
                      <a:pt x="1516" y="1314"/>
                      <a:pt x="1513" y="1312"/>
                    </a:cubicBezTo>
                    <a:cubicBezTo>
                      <a:pt x="1510" y="1309"/>
                      <a:pt x="1509" y="1306"/>
                      <a:pt x="1506" y="1303"/>
                    </a:cubicBezTo>
                    <a:cubicBezTo>
                      <a:pt x="1502" y="1299"/>
                      <a:pt x="1496" y="1296"/>
                      <a:pt x="1493" y="1291"/>
                    </a:cubicBezTo>
                    <a:cubicBezTo>
                      <a:pt x="1491" y="1289"/>
                      <a:pt x="1489" y="1287"/>
                      <a:pt x="1489" y="1284"/>
                    </a:cubicBezTo>
                    <a:cubicBezTo>
                      <a:pt x="1489" y="1281"/>
                      <a:pt x="1488" y="1279"/>
                      <a:pt x="1487" y="1276"/>
                    </a:cubicBezTo>
                    <a:cubicBezTo>
                      <a:pt x="1482" y="1271"/>
                      <a:pt x="1482" y="1271"/>
                      <a:pt x="1482" y="1271"/>
                    </a:cubicBezTo>
                    <a:cubicBezTo>
                      <a:pt x="1479" y="1268"/>
                      <a:pt x="1475" y="1266"/>
                      <a:pt x="1472" y="1263"/>
                    </a:cubicBezTo>
                    <a:cubicBezTo>
                      <a:pt x="1470" y="1262"/>
                      <a:pt x="1469" y="1260"/>
                      <a:pt x="1467" y="1258"/>
                    </a:cubicBezTo>
                    <a:cubicBezTo>
                      <a:pt x="1466" y="1256"/>
                      <a:pt x="1465" y="1255"/>
                      <a:pt x="1464" y="1253"/>
                    </a:cubicBezTo>
                    <a:cubicBezTo>
                      <a:pt x="1463" y="1251"/>
                      <a:pt x="1460" y="1249"/>
                      <a:pt x="1458" y="1248"/>
                    </a:cubicBezTo>
                    <a:cubicBezTo>
                      <a:pt x="1457" y="1247"/>
                      <a:pt x="1456" y="1246"/>
                      <a:pt x="1455" y="1246"/>
                    </a:cubicBezTo>
                    <a:cubicBezTo>
                      <a:pt x="1452" y="1244"/>
                      <a:pt x="1449" y="1242"/>
                      <a:pt x="1446" y="1240"/>
                    </a:cubicBezTo>
                    <a:cubicBezTo>
                      <a:pt x="1445" y="1239"/>
                      <a:pt x="1444" y="1238"/>
                      <a:pt x="1443" y="1237"/>
                    </a:cubicBezTo>
                    <a:cubicBezTo>
                      <a:pt x="1442" y="1236"/>
                      <a:pt x="1441" y="1235"/>
                      <a:pt x="1440" y="1234"/>
                    </a:cubicBezTo>
                    <a:cubicBezTo>
                      <a:pt x="1439" y="1232"/>
                      <a:pt x="1438" y="1232"/>
                      <a:pt x="1436" y="1231"/>
                    </a:cubicBezTo>
                    <a:cubicBezTo>
                      <a:pt x="1435" y="1230"/>
                      <a:pt x="1434" y="1229"/>
                      <a:pt x="1433" y="1228"/>
                    </a:cubicBezTo>
                    <a:cubicBezTo>
                      <a:pt x="1433" y="1227"/>
                      <a:pt x="1432" y="1226"/>
                      <a:pt x="1432" y="1225"/>
                    </a:cubicBezTo>
                    <a:cubicBezTo>
                      <a:pt x="1432" y="1224"/>
                      <a:pt x="1431" y="1223"/>
                      <a:pt x="1431" y="1222"/>
                    </a:cubicBezTo>
                    <a:cubicBezTo>
                      <a:pt x="1432" y="1222"/>
                      <a:pt x="1431" y="1221"/>
                      <a:pt x="1431" y="1220"/>
                    </a:cubicBezTo>
                    <a:cubicBezTo>
                      <a:pt x="1431" y="1218"/>
                      <a:pt x="1430" y="1216"/>
                      <a:pt x="1429" y="1215"/>
                    </a:cubicBezTo>
                    <a:cubicBezTo>
                      <a:pt x="1426" y="1212"/>
                      <a:pt x="1423" y="1209"/>
                      <a:pt x="1420" y="1206"/>
                    </a:cubicBezTo>
                    <a:cubicBezTo>
                      <a:pt x="1416" y="1201"/>
                      <a:pt x="1413" y="1197"/>
                      <a:pt x="1412" y="1191"/>
                    </a:cubicBezTo>
                    <a:cubicBezTo>
                      <a:pt x="1410" y="1187"/>
                      <a:pt x="1409" y="1182"/>
                      <a:pt x="1407" y="1178"/>
                    </a:cubicBezTo>
                    <a:cubicBezTo>
                      <a:pt x="1405" y="1172"/>
                      <a:pt x="1404" y="1167"/>
                      <a:pt x="1402" y="1161"/>
                    </a:cubicBezTo>
                    <a:cubicBezTo>
                      <a:pt x="1401" y="1157"/>
                      <a:pt x="1400" y="1152"/>
                      <a:pt x="1399" y="1147"/>
                    </a:cubicBezTo>
                    <a:cubicBezTo>
                      <a:pt x="1399" y="1145"/>
                      <a:pt x="1399" y="1143"/>
                      <a:pt x="1399" y="1141"/>
                    </a:cubicBezTo>
                    <a:cubicBezTo>
                      <a:pt x="1398" y="1138"/>
                      <a:pt x="1397" y="1136"/>
                      <a:pt x="1396" y="1133"/>
                    </a:cubicBezTo>
                    <a:cubicBezTo>
                      <a:pt x="1395" y="1130"/>
                      <a:pt x="1394" y="1128"/>
                      <a:pt x="1393" y="1125"/>
                    </a:cubicBezTo>
                    <a:cubicBezTo>
                      <a:pt x="1393" y="1123"/>
                      <a:pt x="1391" y="1121"/>
                      <a:pt x="1390" y="1119"/>
                    </a:cubicBezTo>
                    <a:cubicBezTo>
                      <a:pt x="1389" y="1117"/>
                      <a:pt x="1389" y="1115"/>
                      <a:pt x="1389" y="1113"/>
                    </a:cubicBezTo>
                    <a:cubicBezTo>
                      <a:pt x="1388" y="1107"/>
                      <a:pt x="1387" y="1102"/>
                      <a:pt x="1387" y="1096"/>
                    </a:cubicBezTo>
                    <a:cubicBezTo>
                      <a:pt x="1386" y="1090"/>
                      <a:pt x="1385" y="1085"/>
                      <a:pt x="1384" y="1080"/>
                    </a:cubicBezTo>
                    <a:cubicBezTo>
                      <a:pt x="1384" y="1077"/>
                      <a:pt x="1383" y="1075"/>
                      <a:pt x="1383" y="1072"/>
                    </a:cubicBezTo>
                    <a:cubicBezTo>
                      <a:pt x="1383" y="1069"/>
                      <a:pt x="1383" y="1066"/>
                      <a:pt x="1382" y="1063"/>
                    </a:cubicBezTo>
                    <a:cubicBezTo>
                      <a:pt x="1380" y="1060"/>
                      <a:pt x="1378" y="1056"/>
                      <a:pt x="1377" y="1053"/>
                    </a:cubicBezTo>
                    <a:cubicBezTo>
                      <a:pt x="1376" y="1050"/>
                      <a:pt x="1375" y="1048"/>
                      <a:pt x="1374" y="1045"/>
                    </a:cubicBezTo>
                    <a:cubicBezTo>
                      <a:pt x="1371" y="1037"/>
                      <a:pt x="1369" y="1029"/>
                      <a:pt x="1365" y="1020"/>
                    </a:cubicBezTo>
                    <a:cubicBezTo>
                      <a:pt x="1362" y="1014"/>
                      <a:pt x="1361" y="1007"/>
                      <a:pt x="1360" y="1000"/>
                    </a:cubicBezTo>
                    <a:cubicBezTo>
                      <a:pt x="1360" y="996"/>
                      <a:pt x="1357" y="995"/>
                      <a:pt x="1355" y="992"/>
                    </a:cubicBezTo>
                    <a:cubicBezTo>
                      <a:pt x="1353" y="989"/>
                      <a:pt x="1351" y="986"/>
                      <a:pt x="1350" y="983"/>
                    </a:cubicBezTo>
                    <a:cubicBezTo>
                      <a:pt x="1348" y="978"/>
                      <a:pt x="1346" y="972"/>
                      <a:pt x="1345" y="966"/>
                    </a:cubicBezTo>
                    <a:cubicBezTo>
                      <a:pt x="1345" y="964"/>
                      <a:pt x="1345" y="961"/>
                      <a:pt x="1345" y="958"/>
                    </a:cubicBezTo>
                    <a:cubicBezTo>
                      <a:pt x="1345" y="956"/>
                      <a:pt x="1344" y="954"/>
                      <a:pt x="1343" y="952"/>
                    </a:cubicBezTo>
                    <a:cubicBezTo>
                      <a:pt x="1342" y="948"/>
                      <a:pt x="1340" y="944"/>
                      <a:pt x="1337" y="941"/>
                    </a:cubicBezTo>
                    <a:cubicBezTo>
                      <a:pt x="1334" y="939"/>
                      <a:pt x="1332" y="935"/>
                      <a:pt x="1328" y="934"/>
                    </a:cubicBezTo>
                    <a:cubicBezTo>
                      <a:pt x="1326" y="934"/>
                      <a:pt x="1324" y="934"/>
                      <a:pt x="1322" y="934"/>
                    </a:cubicBezTo>
                    <a:cubicBezTo>
                      <a:pt x="1320" y="934"/>
                      <a:pt x="1318" y="935"/>
                      <a:pt x="1315" y="935"/>
                    </a:cubicBezTo>
                    <a:cubicBezTo>
                      <a:pt x="1311" y="935"/>
                      <a:pt x="1308" y="934"/>
                      <a:pt x="1304" y="933"/>
                    </a:cubicBezTo>
                    <a:cubicBezTo>
                      <a:pt x="1297" y="929"/>
                      <a:pt x="1292" y="924"/>
                      <a:pt x="1286" y="919"/>
                    </a:cubicBezTo>
                    <a:cubicBezTo>
                      <a:pt x="1280" y="915"/>
                      <a:pt x="1275" y="911"/>
                      <a:pt x="1269" y="908"/>
                    </a:cubicBezTo>
                    <a:cubicBezTo>
                      <a:pt x="1266" y="906"/>
                      <a:pt x="1264" y="905"/>
                      <a:pt x="1262" y="903"/>
                    </a:cubicBezTo>
                    <a:cubicBezTo>
                      <a:pt x="1259" y="901"/>
                      <a:pt x="1257" y="898"/>
                      <a:pt x="1254" y="895"/>
                    </a:cubicBezTo>
                    <a:cubicBezTo>
                      <a:pt x="1252" y="893"/>
                      <a:pt x="1249" y="890"/>
                      <a:pt x="1247" y="888"/>
                    </a:cubicBezTo>
                    <a:cubicBezTo>
                      <a:pt x="1244" y="886"/>
                      <a:pt x="1240" y="885"/>
                      <a:pt x="1237" y="883"/>
                    </a:cubicBezTo>
                    <a:cubicBezTo>
                      <a:pt x="1233" y="880"/>
                      <a:pt x="1230" y="876"/>
                      <a:pt x="1228" y="871"/>
                    </a:cubicBezTo>
                    <a:cubicBezTo>
                      <a:pt x="1226" y="869"/>
                      <a:pt x="1225" y="866"/>
                      <a:pt x="1223" y="863"/>
                    </a:cubicBezTo>
                    <a:cubicBezTo>
                      <a:pt x="1221" y="861"/>
                      <a:pt x="1219" y="859"/>
                      <a:pt x="1216" y="858"/>
                    </a:cubicBezTo>
                    <a:cubicBezTo>
                      <a:pt x="1212" y="855"/>
                      <a:pt x="1208" y="853"/>
                      <a:pt x="1204" y="851"/>
                    </a:cubicBezTo>
                    <a:cubicBezTo>
                      <a:pt x="1197" y="848"/>
                      <a:pt x="1190" y="845"/>
                      <a:pt x="1184" y="841"/>
                    </a:cubicBezTo>
                    <a:cubicBezTo>
                      <a:pt x="1178" y="837"/>
                      <a:pt x="1172" y="834"/>
                      <a:pt x="1167" y="831"/>
                    </a:cubicBezTo>
                    <a:cubicBezTo>
                      <a:pt x="1161" y="826"/>
                      <a:pt x="1156" y="821"/>
                      <a:pt x="1151" y="815"/>
                    </a:cubicBezTo>
                    <a:cubicBezTo>
                      <a:pt x="1148" y="812"/>
                      <a:pt x="1146" y="809"/>
                      <a:pt x="1142" y="807"/>
                    </a:cubicBezTo>
                    <a:cubicBezTo>
                      <a:pt x="1140" y="805"/>
                      <a:pt x="1137" y="804"/>
                      <a:pt x="1134" y="802"/>
                    </a:cubicBezTo>
                    <a:cubicBezTo>
                      <a:pt x="1132" y="801"/>
                      <a:pt x="1131" y="799"/>
                      <a:pt x="1131" y="797"/>
                    </a:cubicBezTo>
                    <a:cubicBezTo>
                      <a:pt x="1129" y="794"/>
                      <a:pt x="1128" y="792"/>
                      <a:pt x="1126" y="789"/>
                    </a:cubicBezTo>
                    <a:cubicBezTo>
                      <a:pt x="1124" y="785"/>
                      <a:pt x="1120" y="782"/>
                      <a:pt x="1118" y="777"/>
                    </a:cubicBezTo>
                    <a:cubicBezTo>
                      <a:pt x="1115" y="772"/>
                      <a:pt x="1113" y="768"/>
                      <a:pt x="1110" y="764"/>
                    </a:cubicBezTo>
                    <a:cubicBezTo>
                      <a:pt x="1107" y="761"/>
                      <a:pt x="1103" y="758"/>
                      <a:pt x="1102" y="754"/>
                    </a:cubicBezTo>
                    <a:cubicBezTo>
                      <a:pt x="1101" y="751"/>
                      <a:pt x="1100" y="747"/>
                      <a:pt x="1100" y="743"/>
                    </a:cubicBezTo>
                    <a:cubicBezTo>
                      <a:pt x="1100" y="741"/>
                      <a:pt x="1100" y="740"/>
                      <a:pt x="1100" y="738"/>
                    </a:cubicBezTo>
                    <a:cubicBezTo>
                      <a:pt x="1100" y="735"/>
                      <a:pt x="1098" y="733"/>
                      <a:pt x="1097" y="731"/>
                    </a:cubicBezTo>
                    <a:cubicBezTo>
                      <a:pt x="1096" y="729"/>
                      <a:pt x="1096" y="727"/>
                      <a:pt x="1096" y="725"/>
                    </a:cubicBezTo>
                    <a:cubicBezTo>
                      <a:pt x="1095" y="720"/>
                      <a:pt x="1094" y="714"/>
                      <a:pt x="1093" y="709"/>
                    </a:cubicBezTo>
                    <a:cubicBezTo>
                      <a:pt x="1093" y="704"/>
                      <a:pt x="1092" y="699"/>
                      <a:pt x="1091" y="694"/>
                    </a:cubicBezTo>
                    <a:cubicBezTo>
                      <a:pt x="1090" y="689"/>
                      <a:pt x="1089" y="685"/>
                      <a:pt x="1091" y="680"/>
                    </a:cubicBezTo>
                    <a:cubicBezTo>
                      <a:pt x="1093" y="675"/>
                      <a:pt x="1094" y="670"/>
                      <a:pt x="1092" y="665"/>
                    </a:cubicBezTo>
                    <a:cubicBezTo>
                      <a:pt x="1091" y="663"/>
                      <a:pt x="1090" y="661"/>
                      <a:pt x="1089" y="659"/>
                    </a:cubicBezTo>
                    <a:cubicBezTo>
                      <a:pt x="1089" y="656"/>
                      <a:pt x="1089" y="654"/>
                      <a:pt x="1089" y="651"/>
                    </a:cubicBezTo>
                    <a:cubicBezTo>
                      <a:pt x="1088" y="645"/>
                      <a:pt x="1087" y="640"/>
                      <a:pt x="1086" y="635"/>
                    </a:cubicBezTo>
                    <a:cubicBezTo>
                      <a:pt x="1085" y="630"/>
                      <a:pt x="1085" y="625"/>
                      <a:pt x="1088" y="620"/>
                    </a:cubicBezTo>
                    <a:cubicBezTo>
                      <a:pt x="1089" y="618"/>
                      <a:pt x="1091" y="616"/>
                      <a:pt x="1092" y="614"/>
                    </a:cubicBezTo>
                    <a:cubicBezTo>
                      <a:pt x="1093" y="612"/>
                      <a:pt x="1094" y="610"/>
                      <a:pt x="1095" y="609"/>
                    </a:cubicBezTo>
                    <a:cubicBezTo>
                      <a:pt x="1098" y="604"/>
                      <a:pt x="1102" y="606"/>
                      <a:pt x="1104" y="610"/>
                    </a:cubicBezTo>
                    <a:cubicBezTo>
                      <a:pt x="1106" y="612"/>
                      <a:pt x="1110" y="619"/>
                      <a:pt x="1113" y="617"/>
                    </a:cubicBezTo>
                    <a:cubicBezTo>
                      <a:pt x="1115" y="616"/>
                      <a:pt x="1116" y="614"/>
                      <a:pt x="1117" y="613"/>
                    </a:cubicBezTo>
                    <a:cubicBezTo>
                      <a:pt x="1118" y="611"/>
                      <a:pt x="1120" y="610"/>
                      <a:pt x="1122" y="608"/>
                    </a:cubicBezTo>
                    <a:cubicBezTo>
                      <a:pt x="1123" y="606"/>
                      <a:pt x="1122" y="603"/>
                      <a:pt x="1121" y="601"/>
                    </a:cubicBezTo>
                    <a:cubicBezTo>
                      <a:pt x="1121" y="600"/>
                      <a:pt x="1120" y="594"/>
                      <a:pt x="1122" y="593"/>
                    </a:cubicBezTo>
                    <a:cubicBezTo>
                      <a:pt x="1125" y="591"/>
                      <a:pt x="1126" y="605"/>
                      <a:pt x="1128" y="606"/>
                    </a:cubicBezTo>
                    <a:cubicBezTo>
                      <a:pt x="1130" y="606"/>
                      <a:pt x="1133" y="603"/>
                      <a:pt x="1134" y="602"/>
                    </a:cubicBezTo>
                    <a:cubicBezTo>
                      <a:pt x="1136" y="600"/>
                      <a:pt x="1137" y="599"/>
                      <a:pt x="1138" y="597"/>
                    </a:cubicBezTo>
                    <a:cubicBezTo>
                      <a:pt x="1139" y="595"/>
                      <a:pt x="1139" y="593"/>
                      <a:pt x="1139" y="592"/>
                    </a:cubicBezTo>
                    <a:cubicBezTo>
                      <a:pt x="1140" y="590"/>
                      <a:pt x="1142" y="589"/>
                      <a:pt x="1142" y="587"/>
                    </a:cubicBezTo>
                    <a:cubicBezTo>
                      <a:pt x="1144" y="584"/>
                      <a:pt x="1143" y="580"/>
                      <a:pt x="1144" y="576"/>
                    </a:cubicBezTo>
                    <a:cubicBezTo>
                      <a:pt x="1145" y="573"/>
                      <a:pt x="1147" y="570"/>
                      <a:pt x="1146" y="566"/>
                    </a:cubicBezTo>
                    <a:cubicBezTo>
                      <a:pt x="1144" y="562"/>
                      <a:pt x="1140" y="558"/>
                      <a:pt x="1137" y="555"/>
                    </a:cubicBezTo>
                    <a:cubicBezTo>
                      <a:pt x="1135" y="552"/>
                      <a:pt x="1132" y="548"/>
                      <a:pt x="1128" y="548"/>
                    </a:cubicBezTo>
                    <a:cubicBezTo>
                      <a:pt x="1126" y="548"/>
                      <a:pt x="1124" y="548"/>
                      <a:pt x="1122" y="547"/>
                    </a:cubicBezTo>
                    <a:cubicBezTo>
                      <a:pt x="1117" y="545"/>
                      <a:pt x="1113" y="538"/>
                      <a:pt x="1113" y="533"/>
                    </a:cubicBezTo>
                    <a:cubicBezTo>
                      <a:pt x="1112" y="527"/>
                      <a:pt x="1114" y="520"/>
                      <a:pt x="1114" y="514"/>
                    </a:cubicBezTo>
                    <a:cubicBezTo>
                      <a:pt x="1114" y="511"/>
                      <a:pt x="1114" y="506"/>
                      <a:pt x="1112" y="503"/>
                    </a:cubicBezTo>
                    <a:cubicBezTo>
                      <a:pt x="1110" y="501"/>
                      <a:pt x="1107" y="503"/>
                      <a:pt x="1106" y="504"/>
                    </a:cubicBezTo>
                    <a:cubicBezTo>
                      <a:pt x="1104" y="505"/>
                      <a:pt x="1101" y="508"/>
                      <a:pt x="1100" y="505"/>
                    </a:cubicBezTo>
                    <a:cubicBezTo>
                      <a:pt x="1098" y="503"/>
                      <a:pt x="1100" y="499"/>
                      <a:pt x="1100" y="496"/>
                    </a:cubicBezTo>
                    <a:cubicBezTo>
                      <a:pt x="1100" y="495"/>
                      <a:pt x="1101" y="489"/>
                      <a:pt x="1099" y="488"/>
                    </a:cubicBezTo>
                    <a:cubicBezTo>
                      <a:pt x="1097" y="488"/>
                      <a:pt x="1095" y="492"/>
                      <a:pt x="1094" y="492"/>
                    </a:cubicBezTo>
                    <a:cubicBezTo>
                      <a:pt x="1091" y="494"/>
                      <a:pt x="1090" y="491"/>
                      <a:pt x="1091" y="489"/>
                    </a:cubicBezTo>
                    <a:cubicBezTo>
                      <a:pt x="1091" y="486"/>
                      <a:pt x="1093" y="484"/>
                      <a:pt x="1094" y="482"/>
                    </a:cubicBezTo>
                    <a:cubicBezTo>
                      <a:pt x="1095" y="478"/>
                      <a:pt x="1094" y="475"/>
                      <a:pt x="1095" y="472"/>
                    </a:cubicBezTo>
                    <a:cubicBezTo>
                      <a:pt x="1095" y="469"/>
                      <a:pt x="1097" y="469"/>
                      <a:pt x="1099" y="467"/>
                    </a:cubicBezTo>
                    <a:cubicBezTo>
                      <a:pt x="1102" y="465"/>
                      <a:pt x="1101" y="462"/>
                      <a:pt x="1101" y="459"/>
                    </a:cubicBezTo>
                    <a:cubicBezTo>
                      <a:pt x="1100" y="455"/>
                      <a:pt x="1101" y="453"/>
                      <a:pt x="1104" y="451"/>
                    </a:cubicBezTo>
                    <a:cubicBezTo>
                      <a:pt x="1106" y="448"/>
                      <a:pt x="1107" y="445"/>
                      <a:pt x="1108" y="442"/>
                    </a:cubicBezTo>
                    <a:cubicBezTo>
                      <a:pt x="1109" y="439"/>
                      <a:pt x="1111" y="440"/>
                      <a:pt x="1113" y="441"/>
                    </a:cubicBezTo>
                    <a:cubicBezTo>
                      <a:pt x="1116" y="442"/>
                      <a:pt x="1118" y="442"/>
                      <a:pt x="1120" y="439"/>
                    </a:cubicBezTo>
                    <a:cubicBezTo>
                      <a:pt x="1122" y="437"/>
                      <a:pt x="1124" y="437"/>
                      <a:pt x="1128" y="437"/>
                    </a:cubicBezTo>
                    <a:cubicBezTo>
                      <a:pt x="1131" y="437"/>
                      <a:pt x="1133" y="435"/>
                      <a:pt x="1135" y="432"/>
                    </a:cubicBezTo>
                    <a:cubicBezTo>
                      <a:pt x="1138" y="430"/>
                      <a:pt x="1140" y="430"/>
                      <a:pt x="1143" y="432"/>
                    </a:cubicBezTo>
                    <a:cubicBezTo>
                      <a:pt x="1144" y="433"/>
                      <a:pt x="1146" y="434"/>
                      <a:pt x="1147" y="434"/>
                    </a:cubicBezTo>
                    <a:cubicBezTo>
                      <a:pt x="1148" y="433"/>
                      <a:pt x="1148" y="431"/>
                      <a:pt x="1148" y="430"/>
                    </a:cubicBezTo>
                    <a:cubicBezTo>
                      <a:pt x="1148" y="428"/>
                      <a:pt x="1147" y="421"/>
                      <a:pt x="1151" y="420"/>
                    </a:cubicBezTo>
                    <a:cubicBezTo>
                      <a:pt x="1154" y="420"/>
                      <a:pt x="1156" y="423"/>
                      <a:pt x="1158" y="424"/>
                    </a:cubicBezTo>
                    <a:cubicBezTo>
                      <a:pt x="1160" y="425"/>
                      <a:pt x="1163" y="424"/>
                      <a:pt x="1166" y="424"/>
                    </a:cubicBezTo>
                    <a:cubicBezTo>
                      <a:pt x="1167" y="424"/>
                      <a:pt x="1174" y="424"/>
                      <a:pt x="1172" y="426"/>
                    </a:cubicBezTo>
                    <a:cubicBezTo>
                      <a:pt x="1171" y="427"/>
                      <a:pt x="1169" y="427"/>
                      <a:pt x="1168" y="427"/>
                    </a:cubicBezTo>
                    <a:cubicBezTo>
                      <a:pt x="1166" y="428"/>
                      <a:pt x="1165" y="429"/>
                      <a:pt x="1164" y="430"/>
                    </a:cubicBezTo>
                    <a:cubicBezTo>
                      <a:pt x="1163" y="432"/>
                      <a:pt x="1165" y="434"/>
                      <a:pt x="1164" y="436"/>
                    </a:cubicBezTo>
                    <a:cubicBezTo>
                      <a:pt x="1163" y="436"/>
                      <a:pt x="1160" y="436"/>
                      <a:pt x="1159" y="436"/>
                    </a:cubicBezTo>
                    <a:cubicBezTo>
                      <a:pt x="1156" y="436"/>
                      <a:pt x="1154" y="437"/>
                      <a:pt x="1152" y="437"/>
                    </a:cubicBezTo>
                    <a:cubicBezTo>
                      <a:pt x="1148" y="439"/>
                      <a:pt x="1152" y="441"/>
                      <a:pt x="1154" y="443"/>
                    </a:cubicBezTo>
                    <a:cubicBezTo>
                      <a:pt x="1157" y="445"/>
                      <a:pt x="1152" y="446"/>
                      <a:pt x="1150" y="447"/>
                    </a:cubicBezTo>
                    <a:cubicBezTo>
                      <a:pt x="1149" y="447"/>
                      <a:pt x="1142" y="449"/>
                      <a:pt x="1145" y="450"/>
                    </a:cubicBezTo>
                    <a:cubicBezTo>
                      <a:pt x="1149" y="450"/>
                      <a:pt x="1153" y="449"/>
                      <a:pt x="1156" y="448"/>
                    </a:cubicBezTo>
                    <a:cubicBezTo>
                      <a:pt x="1159" y="447"/>
                      <a:pt x="1160" y="445"/>
                      <a:pt x="1162" y="444"/>
                    </a:cubicBezTo>
                    <a:cubicBezTo>
                      <a:pt x="1165" y="444"/>
                      <a:pt x="1169" y="444"/>
                      <a:pt x="1172" y="443"/>
                    </a:cubicBezTo>
                    <a:cubicBezTo>
                      <a:pt x="1174" y="442"/>
                      <a:pt x="1175" y="439"/>
                      <a:pt x="1177" y="438"/>
                    </a:cubicBezTo>
                    <a:cubicBezTo>
                      <a:pt x="1181" y="436"/>
                      <a:pt x="1185" y="438"/>
                      <a:pt x="1188" y="438"/>
                    </a:cubicBezTo>
                    <a:cubicBezTo>
                      <a:pt x="1197" y="438"/>
                      <a:pt x="1195" y="427"/>
                      <a:pt x="1202" y="425"/>
                    </a:cubicBezTo>
                    <a:cubicBezTo>
                      <a:pt x="1206" y="424"/>
                      <a:pt x="1209" y="424"/>
                      <a:pt x="1212" y="422"/>
                    </a:cubicBezTo>
                    <a:cubicBezTo>
                      <a:pt x="1215" y="421"/>
                      <a:pt x="1218" y="420"/>
                      <a:pt x="1220" y="419"/>
                    </a:cubicBezTo>
                    <a:cubicBezTo>
                      <a:pt x="1223" y="417"/>
                      <a:pt x="1225" y="415"/>
                      <a:pt x="1227" y="414"/>
                    </a:cubicBezTo>
                    <a:cubicBezTo>
                      <a:pt x="1229" y="412"/>
                      <a:pt x="1232" y="411"/>
                      <a:pt x="1234" y="410"/>
                    </a:cubicBezTo>
                    <a:cubicBezTo>
                      <a:pt x="1237" y="409"/>
                      <a:pt x="1238" y="408"/>
                      <a:pt x="1240" y="406"/>
                    </a:cubicBezTo>
                    <a:cubicBezTo>
                      <a:pt x="1241" y="404"/>
                      <a:pt x="1243" y="403"/>
                      <a:pt x="1245" y="402"/>
                    </a:cubicBezTo>
                    <a:cubicBezTo>
                      <a:pt x="1248" y="400"/>
                      <a:pt x="1250" y="402"/>
                      <a:pt x="1253" y="403"/>
                    </a:cubicBezTo>
                    <a:cubicBezTo>
                      <a:pt x="1256" y="404"/>
                      <a:pt x="1257" y="401"/>
                      <a:pt x="1259" y="400"/>
                    </a:cubicBezTo>
                    <a:cubicBezTo>
                      <a:pt x="1263" y="399"/>
                      <a:pt x="1265" y="400"/>
                      <a:pt x="1268" y="402"/>
                    </a:cubicBezTo>
                    <a:cubicBezTo>
                      <a:pt x="1270" y="403"/>
                      <a:pt x="1272" y="405"/>
                      <a:pt x="1274" y="404"/>
                    </a:cubicBezTo>
                    <a:cubicBezTo>
                      <a:pt x="1278" y="404"/>
                      <a:pt x="1281" y="400"/>
                      <a:pt x="1280" y="397"/>
                    </a:cubicBezTo>
                    <a:cubicBezTo>
                      <a:pt x="1279" y="396"/>
                      <a:pt x="1279" y="395"/>
                      <a:pt x="1279" y="394"/>
                    </a:cubicBezTo>
                    <a:cubicBezTo>
                      <a:pt x="1280" y="392"/>
                      <a:pt x="1283" y="392"/>
                      <a:pt x="1284" y="391"/>
                    </a:cubicBezTo>
                    <a:cubicBezTo>
                      <a:pt x="1285" y="391"/>
                      <a:pt x="1288" y="390"/>
                      <a:pt x="1289" y="388"/>
                    </a:cubicBezTo>
                    <a:cubicBezTo>
                      <a:pt x="1289" y="386"/>
                      <a:pt x="1286" y="385"/>
                      <a:pt x="1285" y="385"/>
                    </a:cubicBezTo>
                    <a:cubicBezTo>
                      <a:pt x="1284" y="385"/>
                      <a:pt x="1276" y="384"/>
                      <a:pt x="1278" y="381"/>
                    </a:cubicBezTo>
                    <a:cubicBezTo>
                      <a:pt x="1280" y="378"/>
                      <a:pt x="1285" y="380"/>
                      <a:pt x="1285" y="376"/>
                    </a:cubicBezTo>
                    <a:cubicBezTo>
                      <a:pt x="1286" y="374"/>
                      <a:pt x="1285" y="372"/>
                      <a:pt x="1288" y="372"/>
                    </a:cubicBezTo>
                    <a:cubicBezTo>
                      <a:pt x="1291" y="372"/>
                      <a:pt x="1292" y="373"/>
                      <a:pt x="1295" y="373"/>
                    </a:cubicBezTo>
                    <a:cubicBezTo>
                      <a:pt x="1297" y="373"/>
                      <a:pt x="1297" y="371"/>
                      <a:pt x="1299" y="371"/>
                    </a:cubicBezTo>
                    <a:cubicBezTo>
                      <a:pt x="1301" y="370"/>
                      <a:pt x="1303" y="373"/>
                      <a:pt x="1305" y="374"/>
                    </a:cubicBezTo>
                    <a:cubicBezTo>
                      <a:pt x="1308" y="375"/>
                      <a:pt x="1312" y="374"/>
                      <a:pt x="1315" y="374"/>
                    </a:cubicBezTo>
                    <a:cubicBezTo>
                      <a:pt x="1319" y="374"/>
                      <a:pt x="1324" y="374"/>
                      <a:pt x="1328" y="375"/>
                    </a:cubicBezTo>
                    <a:cubicBezTo>
                      <a:pt x="1331" y="375"/>
                      <a:pt x="1332" y="380"/>
                      <a:pt x="1333" y="382"/>
                    </a:cubicBezTo>
                    <a:cubicBezTo>
                      <a:pt x="1334" y="382"/>
                      <a:pt x="1335" y="382"/>
                      <a:pt x="1336" y="382"/>
                    </a:cubicBezTo>
                    <a:cubicBezTo>
                      <a:pt x="1338" y="381"/>
                      <a:pt x="1340" y="381"/>
                      <a:pt x="1341" y="384"/>
                    </a:cubicBezTo>
                    <a:cubicBezTo>
                      <a:pt x="1341" y="387"/>
                      <a:pt x="1342" y="391"/>
                      <a:pt x="1345" y="390"/>
                    </a:cubicBezTo>
                    <a:cubicBezTo>
                      <a:pt x="1349" y="390"/>
                      <a:pt x="1348" y="387"/>
                      <a:pt x="1347" y="385"/>
                    </a:cubicBezTo>
                    <a:cubicBezTo>
                      <a:pt x="1346" y="383"/>
                      <a:pt x="1346" y="379"/>
                      <a:pt x="1349" y="380"/>
                    </a:cubicBezTo>
                    <a:cubicBezTo>
                      <a:pt x="1350" y="381"/>
                      <a:pt x="1351" y="383"/>
                      <a:pt x="1351" y="384"/>
                    </a:cubicBezTo>
                    <a:cubicBezTo>
                      <a:pt x="1351" y="385"/>
                      <a:pt x="1351" y="387"/>
                      <a:pt x="1352" y="387"/>
                    </a:cubicBezTo>
                    <a:cubicBezTo>
                      <a:pt x="1353" y="388"/>
                      <a:pt x="1355" y="386"/>
                      <a:pt x="1356" y="386"/>
                    </a:cubicBezTo>
                    <a:cubicBezTo>
                      <a:pt x="1359" y="385"/>
                      <a:pt x="1361" y="386"/>
                      <a:pt x="1364" y="385"/>
                    </a:cubicBezTo>
                    <a:cubicBezTo>
                      <a:pt x="1367" y="384"/>
                      <a:pt x="1365" y="381"/>
                      <a:pt x="1363" y="379"/>
                    </a:cubicBezTo>
                    <a:cubicBezTo>
                      <a:pt x="1360" y="375"/>
                      <a:pt x="1354" y="370"/>
                      <a:pt x="1360" y="365"/>
                    </a:cubicBezTo>
                    <a:cubicBezTo>
                      <a:pt x="1363" y="363"/>
                      <a:pt x="1368" y="362"/>
                      <a:pt x="1371" y="363"/>
                    </a:cubicBezTo>
                    <a:cubicBezTo>
                      <a:pt x="1373" y="363"/>
                      <a:pt x="1375" y="365"/>
                      <a:pt x="1377" y="366"/>
                    </a:cubicBezTo>
                    <a:cubicBezTo>
                      <a:pt x="1382" y="370"/>
                      <a:pt x="1385" y="374"/>
                      <a:pt x="1388" y="379"/>
                    </a:cubicBezTo>
                    <a:cubicBezTo>
                      <a:pt x="1391" y="383"/>
                      <a:pt x="1396" y="389"/>
                      <a:pt x="1396" y="395"/>
                    </a:cubicBezTo>
                    <a:cubicBezTo>
                      <a:pt x="1396" y="397"/>
                      <a:pt x="1394" y="399"/>
                      <a:pt x="1395" y="401"/>
                    </a:cubicBezTo>
                    <a:cubicBezTo>
                      <a:pt x="1395" y="403"/>
                      <a:pt x="1398" y="405"/>
                      <a:pt x="1400" y="405"/>
                    </a:cubicBezTo>
                    <a:cubicBezTo>
                      <a:pt x="1402" y="406"/>
                      <a:pt x="1403" y="407"/>
                      <a:pt x="1404" y="409"/>
                    </a:cubicBezTo>
                    <a:cubicBezTo>
                      <a:pt x="1405" y="410"/>
                      <a:pt x="1405" y="412"/>
                      <a:pt x="1405" y="414"/>
                    </a:cubicBezTo>
                    <a:cubicBezTo>
                      <a:pt x="1402" y="414"/>
                      <a:pt x="1397" y="412"/>
                      <a:pt x="1397" y="416"/>
                    </a:cubicBezTo>
                    <a:cubicBezTo>
                      <a:pt x="1396" y="416"/>
                      <a:pt x="1396" y="416"/>
                      <a:pt x="1396" y="417"/>
                    </a:cubicBezTo>
                    <a:cubicBezTo>
                      <a:pt x="1408" y="422"/>
                      <a:pt x="1408" y="422"/>
                      <a:pt x="1408" y="422"/>
                    </a:cubicBezTo>
                    <a:cubicBezTo>
                      <a:pt x="1418" y="409"/>
                      <a:pt x="1418" y="409"/>
                      <a:pt x="1418" y="409"/>
                    </a:cubicBezTo>
                    <a:cubicBezTo>
                      <a:pt x="1404" y="367"/>
                      <a:pt x="1404" y="367"/>
                      <a:pt x="1404" y="367"/>
                    </a:cubicBezTo>
                    <a:cubicBezTo>
                      <a:pt x="1368" y="348"/>
                      <a:pt x="1368" y="348"/>
                      <a:pt x="1368" y="348"/>
                    </a:cubicBezTo>
                    <a:cubicBezTo>
                      <a:pt x="1380" y="317"/>
                      <a:pt x="1380" y="317"/>
                      <a:pt x="1380" y="317"/>
                    </a:cubicBezTo>
                    <a:cubicBezTo>
                      <a:pt x="1357" y="317"/>
                      <a:pt x="1357" y="317"/>
                      <a:pt x="1357" y="317"/>
                    </a:cubicBezTo>
                    <a:cubicBezTo>
                      <a:pt x="1356" y="293"/>
                      <a:pt x="1356" y="293"/>
                      <a:pt x="1356" y="293"/>
                    </a:cubicBezTo>
                    <a:cubicBezTo>
                      <a:pt x="1377" y="265"/>
                      <a:pt x="1377" y="265"/>
                      <a:pt x="1377" y="265"/>
                    </a:cubicBezTo>
                    <a:cubicBezTo>
                      <a:pt x="1323" y="238"/>
                      <a:pt x="1323" y="238"/>
                      <a:pt x="1323" y="238"/>
                    </a:cubicBezTo>
                    <a:cubicBezTo>
                      <a:pt x="1323" y="226"/>
                      <a:pt x="1323" y="226"/>
                      <a:pt x="1323" y="226"/>
                    </a:cubicBezTo>
                    <a:cubicBezTo>
                      <a:pt x="1392" y="186"/>
                      <a:pt x="1392" y="186"/>
                      <a:pt x="1392" y="186"/>
                    </a:cubicBezTo>
                    <a:cubicBezTo>
                      <a:pt x="1390" y="175"/>
                      <a:pt x="1390" y="175"/>
                      <a:pt x="1390" y="175"/>
                    </a:cubicBezTo>
                    <a:cubicBezTo>
                      <a:pt x="1338" y="152"/>
                      <a:pt x="1338" y="152"/>
                      <a:pt x="1338" y="152"/>
                    </a:cubicBezTo>
                    <a:cubicBezTo>
                      <a:pt x="1278" y="149"/>
                      <a:pt x="1278" y="149"/>
                      <a:pt x="1278" y="149"/>
                    </a:cubicBezTo>
                    <a:cubicBezTo>
                      <a:pt x="1278" y="149"/>
                      <a:pt x="1212" y="123"/>
                      <a:pt x="1154" y="113"/>
                    </a:cubicBezTo>
                    <a:cubicBezTo>
                      <a:pt x="1154" y="113"/>
                      <a:pt x="1131" y="68"/>
                      <a:pt x="1104" y="53"/>
                    </a:cubicBezTo>
                    <a:cubicBezTo>
                      <a:pt x="1102" y="27"/>
                      <a:pt x="1102" y="27"/>
                      <a:pt x="1102" y="27"/>
                    </a:cubicBezTo>
                    <a:cubicBezTo>
                      <a:pt x="1122" y="12"/>
                      <a:pt x="1122" y="12"/>
                      <a:pt x="1122" y="12"/>
                    </a:cubicBezTo>
                    <a:cubicBezTo>
                      <a:pt x="1110" y="0"/>
                      <a:pt x="1110" y="0"/>
                      <a:pt x="1110" y="0"/>
                    </a:cubicBezTo>
                    <a:cubicBezTo>
                      <a:pt x="1035" y="30"/>
                      <a:pt x="1035" y="30"/>
                      <a:pt x="1035" y="30"/>
                    </a:cubicBezTo>
                    <a:cubicBezTo>
                      <a:pt x="978" y="14"/>
                      <a:pt x="978" y="14"/>
                      <a:pt x="978" y="14"/>
                    </a:cubicBezTo>
                    <a:cubicBezTo>
                      <a:pt x="922" y="18"/>
                      <a:pt x="922" y="18"/>
                      <a:pt x="922" y="18"/>
                    </a:cubicBezTo>
                    <a:cubicBezTo>
                      <a:pt x="890" y="67"/>
                      <a:pt x="890" y="67"/>
                      <a:pt x="890" y="67"/>
                    </a:cubicBezTo>
                    <a:cubicBezTo>
                      <a:pt x="838" y="67"/>
                      <a:pt x="838" y="67"/>
                      <a:pt x="838" y="67"/>
                    </a:cubicBezTo>
                    <a:cubicBezTo>
                      <a:pt x="821" y="39"/>
                      <a:pt x="821" y="39"/>
                      <a:pt x="821" y="39"/>
                    </a:cubicBezTo>
                    <a:cubicBezTo>
                      <a:pt x="793" y="40"/>
                      <a:pt x="793" y="40"/>
                      <a:pt x="793" y="40"/>
                    </a:cubicBezTo>
                    <a:cubicBezTo>
                      <a:pt x="782" y="52"/>
                      <a:pt x="782" y="52"/>
                      <a:pt x="782" y="52"/>
                    </a:cubicBezTo>
                    <a:cubicBezTo>
                      <a:pt x="769" y="82"/>
                      <a:pt x="769" y="82"/>
                      <a:pt x="769" y="82"/>
                    </a:cubicBezTo>
                    <a:cubicBezTo>
                      <a:pt x="778" y="101"/>
                      <a:pt x="778" y="101"/>
                      <a:pt x="778" y="101"/>
                    </a:cubicBezTo>
                    <a:cubicBezTo>
                      <a:pt x="777" y="112"/>
                      <a:pt x="777" y="112"/>
                      <a:pt x="777" y="112"/>
                    </a:cubicBezTo>
                    <a:cubicBezTo>
                      <a:pt x="770" y="118"/>
                      <a:pt x="770" y="118"/>
                      <a:pt x="770" y="118"/>
                    </a:cubicBezTo>
                    <a:cubicBezTo>
                      <a:pt x="740" y="115"/>
                      <a:pt x="740" y="115"/>
                      <a:pt x="740" y="115"/>
                    </a:cubicBezTo>
                    <a:cubicBezTo>
                      <a:pt x="730" y="97"/>
                      <a:pt x="730" y="97"/>
                      <a:pt x="730" y="97"/>
                    </a:cubicBezTo>
                    <a:cubicBezTo>
                      <a:pt x="707" y="103"/>
                      <a:pt x="707" y="103"/>
                      <a:pt x="707" y="103"/>
                    </a:cubicBezTo>
                    <a:cubicBezTo>
                      <a:pt x="692" y="123"/>
                      <a:pt x="692" y="123"/>
                      <a:pt x="692" y="123"/>
                    </a:cubicBezTo>
                    <a:cubicBezTo>
                      <a:pt x="698" y="148"/>
                      <a:pt x="698" y="148"/>
                      <a:pt x="698" y="148"/>
                    </a:cubicBezTo>
                    <a:cubicBezTo>
                      <a:pt x="718" y="190"/>
                      <a:pt x="718" y="190"/>
                      <a:pt x="718" y="190"/>
                    </a:cubicBezTo>
                    <a:cubicBezTo>
                      <a:pt x="691" y="204"/>
                      <a:pt x="691" y="204"/>
                      <a:pt x="691" y="204"/>
                    </a:cubicBezTo>
                    <a:cubicBezTo>
                      <a:pt x="668" y="161"/>
                      <a:pt x="668" y="161"/>
                      <a:pt x="668" y="161"/>
                    </a:cubicBezTo>
                    <a:cubicBezTo>
                      <a:pt x="629" y="161"/>
                      <a:pt x="629" y="161"/>
                      <a:pt x="629" y="161"/>
                    </a:cubicBezTo>
                    <a:cubicBezTo>
                      <a:pt x="627" y="177"/>
                      <a:pt x="627" y="177"/>
                      <a:pt x="627" y="177"/>
                    </a:cubicBezTo>
                    <a:cubicBezTo>
                      <a:pt x="604" y="177"/>
                      <a:pt x="604" y="177"/>
                      <a:pt x="604" y="177"/>
                    </a:cubicBezTo>
                    <a:cubicBezTo>
                      <a:pt x="582" y="148"/>
                      <a:pt x="582" y="148"/>
                      <a:pt x="582" y="148"/>
                    </a:cubicBezTo>
                    <a:cubicBezTo>
                      <a:pt x="585" y="118"/>
                      <a:pt x="585" y="118"/>
                      <a:pt x="585" y="118"/>
                    </a:cubicBezTo>
                    <a:cubicBezTo>
                      <a:pt x="551" y="118"/>
                      <a:pt x="551" y="118"/>
                      <a:pt x="551" y="118"/>
                    </a:cubicBezTo>
                    <a:cubicBezTo>
                      <a:pt x="547" y="168"/>
                      <a:pt x="547" y="168"/>
                      <a:pt x="547" y="168"/>
                    </a:cubicBezTo>
                    <a:cubicBezTo>
                      <a:pt x="503" y="215"/>
                      <a:pt x="503" y="215"/>
                      <a:pt x="503" y="215"/>
                    </a:cubicBezTo>
                    <a:cubicBezTo>
                      <a:pt x="497" y="233"/>
                      <a:pt x="497" y="233"/>
                      <a:pt x="497" y="233"/>
                    </a:cubicBezTo>
                    <a:cubicBezTo>
                      <a:pt x="499" y="232"/>
                      <a:pt x="502" y="232"/>
                      <a:pt x="503" y="234"/>
                    </a:cubicBezTo>
                    <a:cubicBezTo>
                      <a:pt x="507" y="238"/>
                      <a:pt x="499" y="239"/>
                      <a:pt x="495" y="240"/>
                    </a:cubicBezTo>
                    <a:cubicBezTo>
                      <a:pt x="490" y="255"/>
                      <a:pt x="490" y="255"/>
                      <a:pt x="490" y="255"/>
                    </a:cubicBezTo>
                    <a:cubicBezTo>
                      <a:pt x="501" y="271"/>
                      <a:pt x="501" y="271"/>
                      <a:pt x="501" y="271"/>
                    </a:cubicBezTo>
                    <a:cubicBezTo>
                      <a:pt x="480" y="294"/>
                      <a:pt x="480" y="294"/>
                      <a:pt x="480" y="294"/>
                    </a:cubicBezTo>
                    <a:cubicBezTo>
                      <a:pt x="463" y="280"/>
                      <a:pt x="463" y="280"/>
                      <a:pt x="463" y="280"/>
                    </a:cubicBezTo>
                    <a:cubicBezTo>
                      <a:pt x="463" y="260"/>
                      <a:pt x="463" y="260"/>
                      <a:pt x="463" y="260"/>
                    </a:cubicBezTo>
                    <a:cubicBezTo>
                      <a:pt x="441" y="244"/>
                      <a:pt x="441" y="244"/>
                      <a:pt x="441" y="244"/>
                    </a:cubicBezTo>
                    <a:cubicBezTo>
                      <a:pt x="458" y="222"/>
                      <a:pt x="458" y="222"/>
                      <a:pt x="458" y="222"/>
                    </a:cubicBezTo>
                    <a:cubicBezTo>
                      <a:pt x="435" y="207"/>
                      <a:pt x="435" y="207"/>
                      <a:pt x="435" y="207"/>
                    </a:cubicBezTo>
                    <a:cubicBezTo>
                      <a:pt x="416" y="206"/>
                      <a:pt x="416" y="206"/>
                      <a:pt x="416" y="206"/>
                    </a:cubicBezTo>
                    <a:cubicBezTo>
                      <a:pt x="388" y="158"/>
                      <a:pt x="388" y="158"/>
                      <a:pt x="388" y="158"/>
                    </a:cubicBezTo>
                    <a:cubicBezTo>
                      <a:pt x="402" y="114"/>
                      <a:pt x="402" y="114"/>
                      <a:pt x="402" y="114"/>
                    </a:cubicBezTo>
                    <a:cubicBezTo>
                      <a:pt x="392" y="103"/>
                      <a:pt x="392" y="103"/>
                      <a:pt x="392" y="103"/>
                    </a:cubicBezTo>
                    <a:cubicBezTo>
                      <a:pt x="367" y="110"/>
                      <a:pt x="367" y="110"/>
                      <a:pt x="367" y="110"/>
                    </a:cubicBezTo>
                    <a:cubicBezTo>
                      <a:pt x="329" y="150"/>
                      <a:pt x="329" y="150"/>
                      <a:pt x="329" y="150"/>
                    </a:cubicBezTo>
                    <a:cubicBezTo>
                      <a:pt x="310" y="153"/>
                      <a:pt x="310" y="153"/>
                      <a:pt x="310" y="153"/>
                    </a:cubicBezTo>
                    <a:cubicBezTo>
                      <a:pt x="318" y="177"/>
                      <a:pt x="318" y="177"/>
                      <a:pt x="318" y="177"/>
                    </a:cubicBezTo>
                    <a:cubicBezTo>
                      <a:pt x="289" y="217"/>
                      <a:pt x="289" y="217"/>
                      <a:pt x="289" y="217"/>
                    </a:cubicBezTo>
                    <a:cubicBezTo>
                      <a:pt x="269" y="216"/>
                      <a:pt x="269" y="216"/>
                      <a:pt x="269" y="216"/>
                    </a:cubicBezTo>
                    <a:cubicBezTo>
                      <a:pt x="262" y="232"/>
                      <a:pt x="262" y="232"/>
                      <a:pt x="262" y="232"/>
                    </a:cubicBezTo>
                    <a:cubicBezTo>
                      <a:pt x="207" y="207"/>
                      <a:pt x="207" y="207"/>
                      <a:pt x="207" y="207"/>
                    </a:cubicBezTo>
                    <a:cubicBezTo>
                      <a:pt x="116" y="229"/>
                      <a:pt x="116" y="229"/>
                      <a:pt x="116" y="229"/>
                    </a:cubicBezTo>
                    <a:cubicBezTo>
                      <a:pt x="99" y="222"/>
                      <a:pt x="99" y="222"/>
                      <a:pt x="99" y="222"/>
                    </a:cubicBezTo>
                    <a:cubicBezTo>
                      <a:pt x="57" y="241"/>
                      <a:pt x="57" y="241"/>
                      <a:pt x="57" y="241"/>
                    </a:cubicBezTo>
                    <a:cubicBezTo>
                      <a:pt x="72" y="275"/>
                      <a:pt x="72" y="275"/>
                      <a:pt x="72" y="275"/>
                    </a:cubicBezTo>
                    <a:cubicBezTo>
                      <a:pt x="89" y="282"/>
                      <a:pt x="89" y="282"/>
                      <a:pt x="89" y="282"/>
                    </a:cubicBezTo>
                    <a:cubicBezTo>
                      <a:pt x="81" y="300"/>
                      <a:pt x="81" y="300"/>
                      <a:pt x="81" y="300"/>
                    </a:cubicBezTo>
                    <a:cubicBezTo>
                      <a:pt x="120" y="342"/>
                      <a:pt x="120" y="342"/>
                      <a:pt x="120" y="342"/>
                    </a:cubicBezTo>
                    <a:cubicBezTo>
                      <a:pt x="99" y="365"/>
                      <a:pt x="99" y="365"/>
                      <a:pt x="99" y="365"/>
                    </a:cubicBezTo>
                    <a:cubicBezTo>
                      <a:pt x="105" y="391"/>
                      <a:pt x="105" y="391"/>
                      <a:pt x="105" y="391"/>
                    </a:cubicBezTo>
                    <a:cubicBezTo>
                      <a:pt x="57" y="401"/>
                      <a:pt x="57" y="401"/>
                      <a:pt x="57" y="401"/>
                    </a:cubicBezTo>
                    <a:cubicBezTo>
                      <a:pt x="44" y="414"/>
                      <a:pt x="44" y="414"/>
                      <a:pt x="44" y="414"/>
                    </a:cubicBezTo>
                    <a:cubicBezTo>
                      <a:pt x="27" y="398"/>
                      <a:pt x="27" y="398"/>
                      <a:pt x="27" y="398"/>
                    </a:cubicBezTo>
                    <a:cubicBezTo>
                      <a:pt x="0" y="415"/>
                      <a:pt x="0" y="415"/>
                      <a:pt x="0" y="415"/>
                    </a:cubicBezTo>
                    <a:cubicBezTo>
                      <a:pt x="2" y="433"/>
                      <a:pt x="2" y="433"/>
                      <a:pt x="2" y="433"/>
                    </a:cubicBezTo>
                    <a:cubicBezTo>
                      <a:pt x="21" y="438"/>
                      <a:pt x="21" y="438"/>
                      <a:pt x="21" y="438"/>
                    </a:cubicBezTo>
                    <a:cubicBezTo>
                      <a:pt x="7" y="452"/>
                      <a:pt x="7" y="452"/>
                      <a:pt x="7" y="452"/>
                    </a:cubicBezTo>
                    <a:cubicBezTo>
                      <a:pt x="21" y="476"/>
                      <a:pt x="21" y="476"/>
                      <a:pt x="21" y="476"/>
                    </a:cubicBezTo>
                    <a:cubicBezTo>
                      <a:pt x="54" y="488"/>
                      <a:pt x="54" y="488"/>
                      <a:pt x="54" y="488"/>
                    </a:cubicBezTo>
                    <a:cubicBezTo>
                      <a:pt x="69" y="528"/>
                      <a:pt x="69" y="528"/>
                      <a:pt x="69" y="528"/>
                    </a:cubicBezTo>
                    <a:cubicBezTo>
                      <a:pt x="53" y="528"/>
                      <a:pt x="53" y="528"/>
                      <a:pt x="53" y="528"/>
                    </a:cubicBezTo>
                    <a:cubicBezTo>
                      <a:pt x="22" y="564"/>
                      <a:pt x="22" y="564"/>
                      <a:pt x="22" y="564"/>
                    </a:cubicBezTo>
                    <a:cubicBezTo>
                      <a:pt x="35" y="598"/>
                      <a:pt x="35" y="598"/>
                      <a:pt x="35" y="598"/>
                    </a:cubicBezTo>
                    <a:cubicBezTo>
                      <a:pt x="26" y="605"/>
                      <a:pt x="26" y="605"/>
                      <a:pt x="26" y="605"/>
                    </a:cubicBezTo>
                    <a:cubicBezTo>
                      <a:pt x="35" y="643"/>
                      <a:pt x="35" y="643"/>
                      <a:pt x="35" y="643"/>
                    </a:cubicBezTo>
                    <a:cubicBezTo>
                      <a:pt x="60" y="675"/>
                      <a:pt x="60" y="675"/>
                      <a:pt x="60" y="675"/>
                    </a:cubicBezTo>
                    <a:cubicBezTo>
                      <a:pt x="113" y="692"/>
                      <a:pt x="113" y="692"/>
                      <a:pt x="113" y="692"/>
                    </a:cubicBezTo>
                    <a:cubicBezTo>
                      <a:pt x="121" y="682"/>
                      <a:pt x="121" y="682"/>
                      <a:pt x="121" y="682"/>
                    </a:cubicBezTo>
                    <a:cubicBezTo>
                      <a:pt x="165" y="686"/>
                      <a:pt x="165" y="686"/>
                      <a:pt x="165" y="686"/>
                    </a:cubicBezTo>
                    <a:cubicBezTo>
                      <a:pt x="170" y="713"/>
                      <a:pt x="170" y="713"/>
                      <a:pt x="170" y="713"/>
                    </a:cubicBezTo>
                    <a:cubicBezTo>
                      <a:pt x="127" y="744"/>
                      <a:pt x="127" y="744"/>
                      <a:pt x="127" y="744"/>
                    </a:cubicBezTo>
                    <a:cubicBezTo>
                      <a:pt x="133" y="782"/>
                      <a:pt x="133" y="782"/>
                      <a:pt x="133" y="782"/>
                    </a:cubicBezTo>
                    <a:cubicBezTo>
                      <a:pt x="133" y="781"/>
                      <a:pt x="134" y="780"/>
                      <a:pt x="135" y="780"/>
                    </a:cubicBezTo>
                    <a:cubicBezTo>
                      <a:pt x="136" y="781"/>
                      <a:pt x="136" y="782"/>
                      <a:pt x="136" y="782"/>
                    </a:cubicBezTo>
                    <a:cubicBezTo>
                      <a:pt x="136" y="783"/>
                      <a:pt x="137" y="784"/>
                      <a:pt x="138" y="784"/>
                    </a:cubicBezTo>
                    <a:cubicBezTo>
                      <a:pt x="139" y="785"/>
                      <a:pt x="140" y="784"/>
                      <a:pt x="141" y="783"/>
                    </a:cubicBezTo>
                    <a:cubicBezTo>
                      <a:pt x="142" y="783"/>
                      <a:pt x="143" y="783"/>
                      <a:pt x="144" y="784"/>
                    </a:cubicBezTo>
                    <a:cubicBezTo>
                      <a:pt x="144" y="785"/>
                      <a:pt x="145" y="786"/>
                      <a:pt x="146" y="786"/>
                    </a:cubicBezTo>
                    <a:cubicBezTo>
                      <a:pt x="148" y="788"/>
                      <a:pt x="150" y="786"/>
                      <a:pt x="151" y="786"/>
                    </a:cubicBezTo>
                    <a:cubicBezTo>
                      <a:pt x="153" y="785"/>
                      <a:pt x="156" y="785"/>
                      <a:pt x="158" y="784"/>
                    </a:cubicBezTo>
                    <a:cubicBezTo>
                      <a:pt x="158" y="784"/>
                      <a:pt x="158" y="784"/>
                      <a:pt x="158" y="784"/>
                    </a:cubicBezTo>
                    <a:cubicBezTo>
                      <a:pt x="160" y="783"/>
                      <a:pt x="161" y="782"/>
                      <a:pt x="162" y="782"/>
                    </a:cubicBezTo>
                    <a:cubicBezTo>
                      <a:pt x="165" y="780"/>
                      <a:pt x="169" y="779"/>
                      <a:pt x="173" y="779"/>
                    </a:cubicBezTo>
                    <a:cubicBezTo>
                      <a:pt x="176" y="779"/>
                      <a:pt x="178" y="779"/>
                      <a:pt x="181" y="779"/>
                    </a:cubicBezTo>
                    <a:cubicBezTo>
                      <a:pt x="183" y="780"/>
                      <a:pt x="184" y="780"/>
                      <a:pt x="186" y="780"/>
                    </a:cubicBezTo>
                    <a:cubicBezTo>
                      <a:pt x="191" y="780"/>
                      <a:pt x="196" y="779"/>
                      <a:pt x="200" y="777"/>
                    </a:cubicBezTo>
                    <a:cubicBezTo>
                      <a:pt x="204" y="776"/>
                      <a:pt x="209" y="776"/>
                      <a:pt x="213" y="775"/>
                    </a:cubicBezTo>
                    <a:cubicBezTo>
                      <a:pt x="215" y="774"/>
                      <a:pt x="217" y="773"/>
                      <a:pt x="220" y="772"/>
                    </a:cubicBezTo>
                    <a:cubicBezTo>
                      <a:pt x="222" y="771"/>
                      <a:pt x="223" y="770"/>
                      <a:pt x="225" y="769"/>
                    </a:cubicBezTo>
                    <a:cubicBezTo>
                      <a:pt x="227" y="768"/>
                      <a:pt x="229" y="767"/>
                      <a:pt x="231" y="766"/>
                    </a:cubicBezTo>
                    <a:cubicBezTo>
                      <a:pt x="233" y="766"/>
                      <a:pt x="235" y="765"/>
                      <a:pt x="236" y="764"/>
                    </a:cubicBezTo>
                    <a:cubicBezTo>
                      <a:pt x="241" y="763"/>
                      <a:pt x="246" y="762"/>
                      <a:pt x="249" y="758"/>
                    </a:cubicBezTo>
                    <a:cubicBezTo>
                      <a:pt x="250" y="756"/>
                      <a:pt x="251" y="754"/>
                      <a:pt x="251" y="751"/>
                    </a:cubicBezTo>
                    <a:cubicBezTo>
                      <a:pt x="252" y="750"/>
                      <a:pt x="251" y="748"/>
                      <a:pt x="251" y="746"/>
                    </a:cubicBezTo>
                    <a:cubicBezTo>
                      <a:pt x="252" y="744"/>
                      <a:pt x="253" y="743"/>
                      <a:pt x="254" y="741"/>
                    </a:cubicBezTo>
                    <a:cubicBezTo>
                      <a:pt x="254" y="740"/>
                      <a:pt x="254" y="739"/>
                      <a:pt x="255" y="738"/>
                    </a:cubicBezTo>
                    <a:cubicBezTo>
                      <a:pt x="257" y="737"/>
                      <a:pt x="259" y="736"/>
                      <a:pt x="261" y="736"/>
                    </a:cubicBezTo>
                    <a:cubicBezTo>
                      <a:pt x="263" y="736"/>
                      <a:pt x="264" y="734"/>
                      <a:pt x="266" y="733"/>
                    </a:cubicBezTo>
                    <a:cubicBezTo>
                      <a:pt x="268" y="730"/>
                      <a:pt x="268" y="727"/>
                      <a:pt x="269" y="725"/>
                    </a:cubicBezTo>
                    <a:cubicBezTo>
                      <a:pt x="269" y="723"/>
                      <a:pt x="271" y="721"/>
                      <a:pt x="272" y="719"/>
                    </a:cubicBezTo>
                    <a:cubicBezTo>
                      <a:pt x="274" y="715"/>
                      <a:pt x="280" y="712"/>
                      <a:pt x="285" y="710"/>
                    </a:cubicBezTo>
                    <a:cubicBezTo>
                      <a:pt x="287" y="709"/>
                      <a:pt x="288" y="708"/>
                      <a:pt x="290" y="708"/>
                    </a:cubicBezTo>
                    <a:cubicBezTo>
                      <a:pt x="292" y="707"/>
                      <a:pt x="293" y="706"/>
                      <a:pt x="295" y="705"/>
                    </a:cubicBezTo>
                    <a:cubicBezTo>
                      <a:pt x="300" y="704"/>
                      <a:pt x="305" y="703"/>
                      <a:pt x="309" y="699"/>
                    </a:cubicBezTo>
                    <a:cubicBezTo>
                      <a:pt x="310" y="698"/>
                      <a:pt x="309" y="696"/>
                      <a:pt x="310" y="694"/>
                    </a:cubicBezTo>
                    <a:cubicBezTo>
                      <a:pt x="310" y="692"/>
                      <a:pt x="311" y="690"/>
                      <a:pt x="312" y="688"/>
                    </a:cubicBezTo>
                    <a:cubicBezTo>
                      <a:pt x="313" y="685"/>
                      <a:pt x="315" y="683"/>
                      <a:pt x="317" y="680"/>
                    </a:cubicBezTo>
                    <a:cubicBezTo>
                      <a:pt x="318" y="678"/>
                      <a:pt x="319" y="676"/>
                      <a:pt x="321" y="675"/>
                    </a:cubicBezTo>
                    <a:cubicBezTo>
                      <a:pt x="323" y="674"/>
                      <a:pt x="325" y="673"/>
                      <a:pt x="327" y="672"/>
                    </a:cubicBezTo>
                    <a:cubicBezTo>
                      <a:pt x="331" y="670"/>
                      <a:pt x="335" y="667"/>
                      <a:pt x="339" y="665"/>
                    </a:cubicBezTo>
                    <a:cubicBezTo>
                      <a:pt x="344" y="663"/>
                      <a:pt x="348" y="659"/>
                      <a:pt x="353" y="658"/>
                    </a:cubicBezTo>
                    <a:cubicBezTo>
                      <a:pt x="354" y="657"/>
                      <a:pt x="356" y="656"/>
                      <a:pt x="358" y="656"/>
                    </a:cubicBezTo>
                    <a:cubicBezTo>
                      <a:pt x="359" y="654"/>
                      <a:pt x="362" y="654"/>
                      <a:pt x="364" y="653"/>
                    </a:cubicBezTo>
                    <a:cubicBezTo>
                      <a:pt x="366" y="653"/>
                      <a:pt x="369" y="652"/>
                      <a:pt x="372" y="652"/>
                    </a:cubicBezTo>
                    <a:cubicBezTo>
                      <a:pt x="373" y="651"/>
                      <a:pt x="375" y="651"/>
                      <a:pt x="377" y="650"/>
                    </a:cubicBezTo>
                    <a:cubicBezTo>
                      <a:pt x="378" y="649"/>
                      <a:pt x="380" y="648"/>
                      <a:pt x="382" y="648"/>
                    </a:cubicBezTo>
                    <a:cubicBezTo>
                      <a:pt x="384" y="647"/>
                      <a:pt x="386" y="648"/>
                      <a:pt x="388" y="649"/>
                    </a:cubicBezTo>
                    <a:cubicBezTo>
                      <a:pt x="389" y="650"/>
                      <a:pt x="390" y="650"/>
                      <a:pt x="391" y="650"/>
                    </a:cubicBezTo>
                    <a:cubicBezTo>
                      <a:pt x="392" y="650"/>
                      <a:pt x="394" y="650"/>
                      <a:pt x="395" y="649"/>
                    </a:cubicBezTo>
                    <a:cubicBezTo>
                      <a:pt x="396" y="650"/>
                      <a:pt x="397" y="649"/>
                      <a:pt x="398" y="650"/>
                    </a:cubicBezTo>
                    <a:cubicBezTo>
                      <a:pt x="399" y="650"/>
                      <a:pt x="400" y="651"/>
                      <a:pt x="401" y="651"/>
                    </a:cubicBezTo>
                    <a:cubicBezTo>
                      <a:pt x="403" y="651"/>
                      <a:pt x="404" y="652"/>
                      <a:pt x="405" y="652"/>
                    </a:cubicBezTo>
                    <a:cubicBezTo>
                      <a:pt x="406" y="653"/>
                      <a:pt x="407" y="653"/>
                      <a:pt x="407" y="654"/>
                    </a:cubicBezTo>
                    <a:cubicBezTo>
                      <a:pt x="409" y="655"/>
                      <a:pt x="411" y="657"/>
                      <a:pt x="413" y="658"/>
                    </a:cubicBezTo>
                    <a:cubicBezTo>
                      <a:pt x="417" y="661"/>
                      <a:pt x="421" y="664"/>
                      <a:pt x="426" y="666"/>
                    </a:cubicBezTo>
                    <a:cubicBezTo>
                      <a:pt x="429" y="667"/>
                      <a:pt x="431" y="667"/>
                      <a:pt x="434" y="668"/>
                    </a:cubicBezTo>
                    <a:cubicBezTo>
                      <a:pt x="436" y="668"/>
                      <a:pt x="437" y="668"/>
                      <a:pt x="439" y="669"/>
                    </a:cubicBezTo>
                    <a:cubicBezTo>
                      <a:pt x="441" y="670"/>
                      <a:pt x="443" y="671"/>
                      <a:pt x="445" y="672"/>
                    </a:cubicBezTo>
                    <a:cubicBezTo>
                      <a:pt x="448" y="673"/>
                      <a:pt x="452" y="675"/>
                      <a:pt x="455" y="678"/>
                    </a:cubicBezTo>
                    <a:cubicBezTo>
                      <a:pt x="456" y="679"/>
                      <a:pt x="456" y="680"/>
                      <a:pt x="456" y="682"/>
                    </a:cubicBezTo>
                    <a:cubicBezTo>
                      <a:pt x="457" y="684"/>
                      <a:pt x="458" y="685"/>
                      <a:pt x="458" y="687"/>
                    </a:cubicBezTo>
                    <a:cubicBezTo>
                      <a:pt x="460" y="690"/>
                      <a:pt x="465" y="691"/>
                      <a:pt x="468" y="692"/>
                    </a:cubicBezTo>
                    <a:cubicBezTo>
                      <a:pt x="469" y="693"/>
                      <a:pt x="471" y="694"/>
                      <a:pt x="472" y="693"/>
                    </a:cubicBezTo>
                    <a:cubicBezTo>
                      <a:pt x="473" y="693"/>
                      <a:pt x="472" y="691"/>
                      <a:pt x="473" y="690"/>
                    </a:cubicBezTo>
                    <a:cubicBezTo>
                      <a:pt x="473" y="689"/>
                      <a:pt x="473" y="688"/>
                      <a:pt x="473" y="688"/>
                    </a:cubicBezTo>
                    <a:cubicBezTo>
                      <a:pt x="474" y="687"/>
                      <a:pt x="474" y="686"/>
                      <a:pt x="474" y="685"/>
                    </a:cubicBezTo>
                    <a:cubicBezTo>
                      <a:pt x="475" y="684"/>
                      <a:pt x="474" y="683"/>
                      <a:pt x="475" y="683"/>
                    </a:cubicBezTo>
                    <a:cubicBezTo>
                      <a:pt x="475" y="682"/>
                      <a:pt x="477" y="680"/>
                      <a:pt x="478" y="680"/>
                    </a:cubicBezTo>
                    <a:cubicBezTo>
                      <a:pt x="479" y="680"/>
                      <a:pt x="482" y="682"/>
                      <a:pt x="483" y="682"/>
                    </a:cubicBezTo>
                    <a:cubicBezTo>
                      <a:pt x="484" y="683"/>
                      <a:pt x="484" y="683"/>
                      <a:pt x="485" y="684"/>
                    </a:cubicBezTo>
                    <a:cubicBezTo>
                      <a:pt x="486" y="685"/>
                      <a:pt x="487" y="686"/>
                      <a:pt x="488" y="686"/>
                    </a:cubicBezTo>
                    <a:cubicBezTo>
                      <a:pt x="489" y="687"/>
                      <a:pt x="490" y="688"/>
                      <a:pt x="491" y="689"/>
                    </a:cubicBezTo>
                    <a:cubicBezTo>
                      <a:pt x="493" y="690"/>
                      <a:pt x="494" y="690"/>
                      <a:pt x="495" y="691"/>
                    </a:cubicBezTo>
                    <a:cubicBezTo>
                      <a:pt x="497" y="693"/>
                      <a:pt x="498" y="696"/>
                      <a:pt x="500" y="698"/>
                    </a:cubicBezTo>
                    <a:cubicBezTo>
                      <a:pt x="503" y="701"/>
                      <a:pt x="507" y="702"/>
                      <a:pt x="509" y="706"/>
                    </a:cubicBezTo>
                    <a:cubicBezTo>
                      <a:pt x="511" y="709"/>
                      <a:pt x="514" y="712"/>
                      <a:pt x="518" y="714"/>
                    </a:cubicBezTo>
                    <a:cubicBezTo>
                      <a:pt x="518" y="714"/>
                      <a:pt x="519" y="714"/>
                      <a:pt x="520" y="714"/>
                    </a:cubicBezTo>
                    <a:cubicBezTo>
                      <a:pt x="522" y="714"/>
                      <a:pt x="523" y="714"/>
                      <a:pt x="525" y="715"/>
                    </a:cubicBezTo>
                    <a:cubicBezTo>
                      <a:pt x="527" y="715"/>
                      <a:pt x="529" y="716"/>
                      <a:pt x="531" y="717"/>
                    </a:cubicBezTo>
                    <a:cubicBezTo>
                      <a:pt x="533" y="718"/>
                      <a:pt x="534" y="720"/>
                      <a:pt x="535" y="722"/>
                    </a:cubicBezTo>
                    <a:cubicBezTo>
                      <a:pt x="537" y="724"/>
                      <a:pt x="538" y="726"/>
                      <a:pt x="540" y="728"/>
                    </a:cubicBezTo>
                    <a:cubicBezTo>
                      <a:pt x="541" y="730"/>
                      <a:pt x="542" y="731"/>
                      <a:pt x="544" y="732"/>
                    </a:cubicBezTo>
                    <a:cubicBezTo>
                      <a:pt x="545" y="733"/>
                      <a:pt x="547" y="734"/>
                      <a:pt x="549" y="735"/>
                    </a:cubicBezTo>
                    <a:cubicBezTo>
                      <a:pt x="551" y="737"/>
                      <a:pt x="552" y="742"/>
                      <a:pt x="555" y="742"/>
                    </a:cubicBezTo>
                    <a:cubicBezTo>
                      <a:pt x="557" y="742"/>
                      <a:pt x="558" y="740"/>
                      <a:pt x="561" y="740"/>
                    </a:cubicBezTo>
                    <a:cubicBezTo>
                      <a:pt x="562" y="741"/>
                      <a:pt x="564" y="743"/>
                      <a:pt x="564" y="744"/>
                    </a:cubicBezTo>
                    <a:cubicBezTo>
                      <a:pt x="566" y="748"/>
                      <a:pt x="570" y="748"/>
                      <a:pt x="572" y="752"/>
                    </a:cubicBezTo>
                    <a:cubicBezTo>
                      <a:pt x="573" y="755"/>
                      <a:pt x="574" y="759"/>
                      <a:pt x="577" y="760"/>
                    </a:cubicBezTo>
                    <a:cubicBezTo>
                      <a:pt x="578" y="761"/>
                      <a:pt x="580" y="761"/>
                      <a:pt x="581" y="762"/>
                    </a:cubicBezTo>
                    <a:cubicBezTo>
                      <a:pt x="582" y="762"/>
                      <a:pt x="584" y="763"/>
                      <a:pt x="585" y="764"/>
                    </a:cubicBezTo>
                    <a:cubicBezTo>
                      <a:pt x="586" y="765"/>
                      <a:pt x="585" y="766"/>
                      <a:pt x="586" y="766"/>
                    </a:cubicBezTo>
                    <a:cubicBezTo>
                      <a:pt x="587" y="770"/>
                      <a:pt x="590" y="767"/>
                      <a:pt x="592" y="766"/>
                    </a:cubicBezTo>
                    <a:cubicBezTo>
                      <a:pt x="592" y="763"/>
                      <a:pt x="592" y="761"/>
                      <a:pt x="592" y="758"/>
                    </a:cubicBezTo>
                    <a:cubicBezTo>
                      <a:pt x="592" y="755"/>
                      <a:pt x="594" y="755"/>
                      <a:pt x="597" y="755"/>
                    </a:cubicBezTo>
                    <a:cubicBezTo>
                      <a:pt x="604" y="756"/>
                      <a:pt x="605" y="766"/>
                      <a:pt x="609" y="771"/>
                    </a:cubicBezTo>
                    <a:cubicBezTo>
                      <a:pt x="611" y="773"/>
                      <a:pt x="613" y="773"/>
                      <a:pt x="616" y="773"/>
                    </a:cubicBezTo>
                    <a:cubicBezTo>
                      <a:pt x="619" y="773"/>
                      <a:pt x="622" y="773"/>
                      <a:pt x="626" y="773"/>
                    </a:cubicBezTo>
                    <a:cubicBezTo>
                      <a:pt x="630" y="774"/>
                      <a:pt x="633" y="774"/>
                      <a:pt x="636" y="776"/>
                    </a:cubicBezTo>
                    <a:cubicBezTo>
                      <a:pt x="639" y="778"/>
                      <a:pt x="640" y="780"/>
                      <a:pt x="641" y="784"/>
                    </a:cubicBezTo>
                    <a:cubicBezTo>
                      <a:pt x="642" y="786"/>
                      <a:pt x="644" y="787"/>
                      <a:pt x="646" y="788"/>
                    </a:cubicBezTo>
                    <a:cubicBezTo>
                      <a:pt x="647" y="790"/>
                      <a:pt x="648" y="791"/>
                      <a:pt x="649" y="793"/>
                    </a:cubicBezTo>
                    <a:cubicBezTo>
                      <a:pt x="650" y="794"/>
                      <a:pt x="651" y="796"/>
                      <a:pt x="653" y="798"/>
                    </a:cubicBezTo>
                    <a:cubicBezTo>
                      <a:pt x="655" y="802"/>
                      <a:pt x="659" y="805"/>
                      <a:pt x="662" y="809"/>
                    </a:cubicBezTo>
                    <a:cubicBezTo>
                      <a:pt x="664" y="812"/>
                      <a:pt x="667" y="816"/>
                      <a:pt x="668" y="820"/>
                    </a:cubicBezTo>
                    <a:cubicBezTo>
                      <a:pt x="669" y="822"/>
                      <a:pt x="669" y="823"/>
                      <a:pt x="669" y="825"/>
                    </a:cubicBezTo>
                    <a:cubicBezTo>
                      <a:pt x="669" y="827"/>
                      <a:pt x="669" y="829"/>
                      <a:pt x="669" y="830"/>
                    </a:cubicBezTo>
                    <a:cubicBezTo>
                      <a:pt x="669" y="839"/>
                      <a:pt x="669" y="848"/>
                      <a:pt x="669" y="857"/>
                    </a:cubicBezTo>
                    <a:cubicBezTo>
                      <a:pt x="669" y="865"/>
                      <a:pt x="669" y="872"/>
                      <a:pt x="669" y="880"/>
                    </a:cubicBezTo>
                    <a:cubicBezTo>
                      <a:pt x="669" y="885"/>
                      <a:pt x="668" y="890"/>
                      <a:pt x="668" y="894"/>
                    </a:cubicBezTo>
                    <a:cubicBezTo>
                      <a:pt x="667" y="899"/>
                      <a:pt x="668" y="903"/>
                      <a:pt x="668" y="908"/>
                    </a:cubicBezTo>
                    <a:cubicBezTo>
                      <a:pt x="667" y="910"/>
                      <a:pt x="667" y="912"/>
                      <a:pt x="668" y="914"/>
                    </a:cubicBezTo>
                    <a:cubicBezTo>
                      <a:pt x="668" y="916"/>
                      <a:pt x="670" y="918"/>
                      <a:pt x="671" y="920"/>
                    </a:cubicBezTo>
                    <a:cubicBezTo>
                      <a:pt x="672" y="923"/>
                      <a:pt x="673" y="925"/>
                      <a:pt x="675" y="928"/>
                    </a:cubicBezTo>
                    <a:cubicBezTo>
                      <a:pt x="677" y="929"/>
                      <a:pt x="679" y="931"/>
                      <a:pt x="680" y="932"/>
                    </a:cubicBezTo>
                    <a:cubicBezTo>
                      <a:pt x="682" y="934"/>
                      <a:pt x="684" y="935"/>
                      <a:pt x="686" y="937"/>
                    </a:cubicBezTo>
                    <a:cubicBezTo>
                      <a:pt x="688" y="940"/>
                      <a:pt x="689" y="944"/>
                      <a:pt x="689" y="948"/>
                    </a:cubicBezTo>
                    <a:cubicBezTo>
                      <a:pt x="689" y="951"/>
                      <a:pt x="688" y="955"/>
                      <a:pt x="690" y="958"/>
                    </a:cubicBezTo>
                    <a:cubicBezTo>
                      <a:pt x="691" y="961"/>
                      <a:pt x="692" y="964"/>
                      <a:pt x="694" y="966"/>
                    </a:cubicBezTo>
                    <a:cubicBezTo>
                      <a:pt x="696" y="969"/>
                      <a:pt x="697" y="971"/>
                      <a:pt x="699" y="974"/>
                    </a:cubicBezTo>
                    <a:cubicBezTo>
                      <a:pt x="701" y="976"/>
                      <a:pt x="702" y="978"/>
                      <a:pt x="703" y="980"/>
                    </a:cubicBezTo>
                    <a:cubicBezTo>
                      <a:pt x="704" y="982"/>
                      <a:pt x="705" y="984"/>
                      <a:pt x="706" y="986"/>
                    </a:cubicBezTo>
                    <a:cubicBezTo>
                      <a:pt x="706" y="988"/>
                      <a:pt x="707" y="990"/>
                      <a:pt x="707" y="992"/>
                    </a:cubicBezTo>
                    <a:cubicBezTo>
                      <a:pt x="707" y="995"/>
                      <a:pt x="706" y="996"/>
                      <a:pt x="706" y="998"/>
                    </a:cubicBezTo>
                    <a:cubicBezTo>
                      <a:pt x="705" y="1001"/>
                      <a:pt x="705" y="1003"/>
                      <a:pt x="705" y="1005"/>
                    </a:cubicBezTo>
                    <a:cubicBezTo>
                      <a:pt x="704" y="1010"/>
                      <a:pt x="704" y="1016"/>
                      <a:pt x="704" y="1022"/>
                    </a:cubicBezTo>
                    <a:cubicBezTo>
                      <a:pt x="704" y="1024"/>
                      <a:pt x="703" y="1027"/>
                      <a:pt x="703" y="1030"/>
                    </a:cubicBezTo>
                    <a:cubicBezTo>
                      <a:pt x="703" y="1032"/>
                      <a:pt x="703" y="1035"/>
                      <a:pt x="703" y="1038"/>
                    </a:cubicBezTo>
                    <a:cubicBezTo>
                      <a:pt x="703" y="1042"/>
                      <a:pt x="699" y="1045"/>
                      <a:pt x="695" y="1046"/>
                    </a:cubicBezTo>
                    <a:cubicBezTo>
                      <a:pt x="691" y="1048"/>
                      <a:pt x="691" y="1053"/>
                      <a:pt x="690" y="1057"/>
                    </a:cubicBezTo>
                    <a:cubicBezTo>
                      <a:pt x="690" y="1059"/>
                      <a:pt x="689" y="1061"/>
                      <a:pt x="690" y="1064"/>
                    </a:cubicBezTo>
                    <a:cubicBezTo>
                      <a:pt x="691" y="1066"/>
                      <a:pt x="693" y="1066"/>
                      <a:pt x="695" y="1067"/>
                    </a:cubicBezTo>
                    <a:cubicBezTo>
                      <a:pt x="696" y="1069"/>
                      <a:pt x="697" y="1070"/>
                      <a:pt x="699" y="1071"/>
                    </a:cubicBezTo>
                    <a:cubicBezTo>
                      <a:pt x="702" y="1072"/>
                      <a:pt x="703" y="1072"/>
                      <a:pt x="703" y="1069"/>
                    </a:cubicBezTo>
                    <a:cubicBezTo>
                      <a:pt x="703" y="1068"/>
                      <a:pt x="703" y="1067"/>
                      <a:pt x="704" y="1066"/>
                    </a:cubicBezTo>
                    <a:cubicBezTo>
                      <a:pt x="706" y="1065"/>
                      <a:pt x="708" y="1065"/>
                      <a:pt x="711" y="1065"/>
                    </a:cubicBezTo>
                    <a:cubicBezTo>
                      <a:pt x="713" y="1065"/>
                      <a:pt x="716" y="1064"/>
                      <a:pt x="718" y="1064"/>
                    </a:cubicBezTo>
                    <a:cubicBezTo>
                      <a:pt x="723" y="1064"/>
                      <a:pt x="729" y="1065"/>
                      <a:pt x="734" y="1068"/>
                    </a:cubicBezTo>
                    <a:cubicBezTo>
                      <a:pt x="736" y="1069"/>
                      <a:pt x="739" y="1071"/>
                      <a:pt x="740" y="1073"/>
                    </a:cubicBezTo>
                    <a:cubicBezTo>
                      <a:pt x="741" y="1073"/>
                      <a:pt x="742" y="1074"/>
                      <a:pt x="744" y="1075"/>
                    </a:cubicBezTo>
                    <a:cubicBezTo>
                      <a:pt x="745" y="1076"/>
                      <a:pt x="747" y="1077"/>
                      <a:pt x="748" y="1078"/>
                    </a:cubicBezTo>
                    <a:cubicBezTo>
                      <a:pt x="752" y="1082"/>
                      <a:pt x="746" y="1085"/>
                      <a:pt x="745" y="1088"/>
                    </a:cubicBezTo>
                    <a:cubicBezTo>
                      <a:pt x="744" y="1090"/>
                      <a:pt x="745" y="1092"/>
                      <a:pt x="745" y="1093"/>
                    </a:cubicBezTo>
                    <a:cubicBezTo>
                      <a:pt x="745" y="1095"/>
                      <a:pt x="745" y="1096"/>
                      <a:pt x="745" y="1097"/>
                    </a:cubicBezTo>
                    <a:cubicBezTo>
                      <a:pt x="746" y="1098"/>
                      <a:pt x="746" y="1099"/>
                      <a:pt x="746" y="1100"/>
                    </a:cubicBezTo>
                    <a:cubicBezTo>
                      <a:pt x="745" y="1102"/>
                      <a:pt x="742" y="1101"/>
                      <a:pt x="741" y="1102"/>
                    </a:cubicBezTo>
                    <a:cubicBezTo>
                      <a:pt x="738" y="1104"/>
                      <a:pt x="739" y="1106"/>
                      <a:pt x="740" y="1108"/>
                    </a:cubicBezTo>
                    <a:cubicBezTo>
                      <a:pt x="742" y="1109"/>
                      <a:pt x="743" y="1111"/>
                      <a:pt x="745" y="1112"/>
                    </a:cubicBezTo>
                    <a:cubicBezTo>
                      <a:pt x="747" y="1113"/>
                      <a:pt x="749" y="1113"/>
                      <a:pt x="751" y="1114"/>
                    </a:cubicBezTo>
                    <a:cubicBezTo>
                      <a:pt x="754" y="1115"/>
                      <a:pt x="756" y="1116"/>
                      <a:pt x="758" y="1117"/>
                    </a:cubicBezTo>
                    <a:cubicBezTo>
                      <a:pt x="761" y="1117"/>
                      <a:pt x="763" y="1119"/>
                      <a:pt x="765" y="1120"/>
                    </a:cubicBezTo>
                    <a:cubicBezTo>
                      <a:pt x="769" y="1123"/>
                      <a:pt x="774" y="1125"/>
                      <a:pt x="779" y="1127"/>
                    </a:cubicBezTo>
                    <a:cubicBezTo>
                      <a:pt x="781" y="1128"/>
                      <a:pt x="781" y="1131"/>
                      <a:pt x="782" y="1133"/>
                    </a:cubicBezTo>
                    <a:cubicBezTo>
                      <a:pt x="782" y="1136"/>
                      <a:pt x="783" y="1138"/>
                      <a:pt x="784" y="1140"/>
                    </a:cubicBezTo>
                    <a:cubicBezTo>
                      <a:pt x="785" y="1142"/>
                      <a:pt x="786" y="1144"/>
                      <a:pt x="788" y="1146"/>
                    </a:cubicBezTo>
                    <a:cubicBezTo>
                      <a:pt x="789" y="1148"/>
                      <a:pt x="790" y="1149"/>
                      <a:pt x="791" y="1150"/>
                    </a:cubicBezTo>
                    <a:cubicBezTo>
                      <a:pt x="792" y="1151"/>
                      <a:pt x="793" y="1151"/>
                      <a:pt x="794" y="1152"/>
                    </a:cubicBezTo>
                    <a:cubicBezTo>
                      <a:pt x="796" y="1152"/>
                      <a:pt x="800" y="1153"/>
                      <a:pt x="800" y="1156"/>
                    </a:cubicBezTo>
                    <a:cubicBezTo>
                      <a:pt x="801" y="1157"/>
                      <a:pt x="800" y="1159"/>
                      <a:pt x="801" y="1160"/>
                    </a:cubicBezTo>
                    <a:cubicBezTo>
                      <a:pt x="801" y="1161"/>
                      <a:pt x="801" y="1162"/>
                      <a:pt x="802" y="1164"/>
                    </a:cubicBezTo>
                    <a:cubicBezTo>
                      <a:pt x="803" y="1166"/>
                      <a:pt x="805" y="1169"/>
                      <a:pt x="806" y="1172"/>
                    </a:cubicBezTo>
                    <a:cubicBezTo>
                      <a:pt x="807" y="1175"/>
                      <a:pt x="809" y="1177"/>
                      <a:pt x="811" y="1179"/>
                    </a:cubicBezTo>
                    <a:cubicBezTo>
                      <a:pt x="814" y="1180"/>
                      <a:pt x="815" y="1181"/>
                      <a:pt x="816" y="1183"/>
                    </a:cubicBezTo>
                    <a:cubicBezTo>
                      <a:pt x="817" y="1185"/>
                      <a:pt x="818" y="1188"/>
                      <a:pt x="818" y="1191"/>
                    </a:cubicBezTo>
                    <a:cubicBezTo>
                      <a:pt x="817" y="1194"/>
                      <a:pt x="816" y="1196"/>
                      <a:pt x="814" y="1198"/>
                    </a:cubicBezTo>
                    <a:cubicBezTo>
                      <a:pt x="813" y="1200"/>
                      <a:pt x="811" y="1203"/>
                      <a:pt x="809" y="1203"/>
                    </a:cubicBezTo>
                    <a:cubicBezTo>
                      <a:pt x="806" y="1204"/>
                      <a:pt x="804" y="1202"/>
                      <a:pt x="801" y="1201"/>
                    </a:cubicBezTo>
                    <a:cubicBezTo>
                      <a:pt x="798" y="1201"/>
                      <a:pt x="797" y="1204"/>
                      <a:pt x="796" y="1206"/>
                    </a:cubicBezTo>
                    <a:cubicBezTo>
                      <a:pt x="795" y="1212"/>
                      <a:pt x="800" y="1217"/>
                      <a:pt x="803" y="1221"/>
                    </a:cubicBezTo>
                    <a:cubicBezTo>
                      <a:pt x="808" y="1225"/>
                      <a:pt x="813" y="1226"/>
                      <a:pt x="818" y="1223"/>
                    </a:cubicBezTo>
                    <a:cubicBezTo>
                      <a:pt x="821" y="1221"/>
                      <a:pt x="823" y="1218"/>
                      <a:pt x="825" y="1215"/>
                    </a:cubicBezTo>
                    <a:cubicBezTo>
                      <a:pt x="827" y="1212"/>
                      <a:pt x="830" y="1212"/>
                      <a:pt x="832" y="1212"/>
                    </a:cubicBezTo>
                    <a:cubicBezTo>
                      <a:pt x="836" y="1213"/>
                      <a:pt x="839" y="1215"/>
                      <a:pt x="842" y="1216"/>
                    </a:cubicBezTo>
                    <a:cubicBezTo>
                      <a:pt x="846" y="1218"/>
                      <a:pt x="849" y="1218"/>
                      <a:pt x="852" y="1220"/>
                    </a:cubicBezTo>
                    <a:cubicBezTo>
                      <a:pt x="856" y="1221"/>
                      <a:pt x="859" y="1224"/>
                      <a:pt x="863" y="1226"/>
                    </a:cubicBezTo>
                    <a:cubicBezTo>
                      <a:pt x="867" y="1228"/>
                      <a:pt x="873" y="1229"/>
                      <a:pt x="877" y="1231"/>
                    </a:cubicBezTo>
                    <a:cubicBezTo>
                      <a:pt x="879" y="1232"/>
                      <a:pt x="880" y="1233"/>
                      <a:pt x="881" y="1234"/>
                    </a:cubicBezTo>
                    <a:cubicBezTo>
                      <a:pt x="883" y="1235"/>
                      <a:pt x="886" y="1236"/>
                      <a:pt x="888" y="1237"/>
                    </a:cubicBezTo>
                    <a:cubicBezTo>
                      <a:pt x="890" y="1237"/>
                      <a:pt x="891" y="1239"/>
                      <a:pt x="892" y="1240"/>
                    </a:cubicBezTo>
                    <a:cubicBezTo>
                      <a:pt x="894" y="1242"/>
                      <a:pt x="896" y="1244"/>
                      <a:pt x="899" y="1246"/>
                    </a:cubicBezTo>
                    <a:cubicBezTo>
                      <a:pt x="902" y="1248"/>
                      <a:pt x="905" y="1248"/>
                      <a:pt x="907" y="1251"/>
                    </a:cubicBezTo>
                    <a:cubicBezTo>
                      <a:pt x="908" y="1253"/>
                      <a:pt x="909" y="1256"/>
                      <a:pt x="911" y="1258"/>
                    </a:cubicBezTo>
                    <a:cubicBezTo>
                      <a:pt x="919" y="1269"/>
                      <a:pt x="922" y="1283"/>
                      <a:pt x="927" y="1295"/>
                    </a:cubicBezTo>
                    <a:cubicBezTo>
                      <a:pt x="929" y="1299"/>
                      <a:pt x="930" y="1302"/>
                      <a:pt x="933" y="1305"/>
                    </a:cubicBezTo>
                    <a:cubicBezTo>
                      <a:pt x="937" y="1310"/>
                      <a:pt x="941" y="1315"/>
                      <a:pt x="944" y="1321"/>
                    </a:cubicBezTo>
                    <a:cubicBezTo>
                      <a:pt x="945" y="1323"/>
                      <a:pt x="946" y="1324"/>
                      <a:pt x="948" y="1324"/>
                    </a:cubicBezTo>
                    <a:cubicBezTo>
                      <a:pt x="950" y="1325"/>
                      <a:pt x="952" y="1325"/>
                      <a:pt x="954" y="1325"/>
                    </a:cubicBezTo>
                    <a:cubicBezTo>
                      <a:pt x="956" y="1325"/>
                      <a:pt x="958" y="1326"/>
                      <a:pt x="960" y="1326"/>
                    </a:cubicBezTo>
                    <a:cubicBezTo>
                      <a:pt x="964" y="1327"/>
                      <a:pt x="968" y="1328"/>
                      <a:pt x="970" y="1330"/>
                    </a:cubicBezTo>
                    <a:cubicBezTo>
                      <a:pt x="973" y="1331"/>
                      <a:pt x="974" y="1333"/>
                      <a:pt x="976" y="1335"/>
                    </a:cubicBezTo>
                    <a:cubicBezTo>
                      <a:pt x="980" y="1340"/>
                      <a:pt x="983" y="1345"/>
                      <a:pt x="989" y="1348"/>
                    </a:cubicBezTo>
                    <a:cubicBezTo>
                      <a:pt x="992" y="1350"/>
                      <a:pt x="994" y="1351"/>
                      <a:pt x="996" y="1353"/>
                    </a:cubicBezTo>
                    <a:cubicBezTo>
                      <a:pt x="997" y="1355"/>
                      <a:pt x="999" y="1356"/>
                      <a:pt x="1000" y="1358"/>
                    </a:cubicBezTo>
                    <a:cubicBezTo>
                      <a:pt x="1004" y="1362"/>
                      <a:pt x="1007" y="1367"/>
                      <a:pt x="1009" y="1372"/>
                    </a:cubicBezTo>
                    <a:cubicBezTo>
                      <a:pt x="1010" y="1374"/>
                      <a:pt x="1011" y="1376"/>
                      <a:pt x="1012" y="1378"/>
                    </a:cubicBezTo>
                    <a:cubicBezTo>
                      <a:pt x="1013" y="1380"/>
                      <a:pt x="1013" y="1383"/>
                      <a:pt x="1013" y="1386"/>
                    </a:cubicBezTo>
                    <a:cubicBezTo>
                      <a:pt x="1014" y="1391"/>
                      <a:pt x="1017" y="1396"/>
                      <a:pt x="1019" y="1401"/>
                    </a:cubicBezTo>
                    <a:cubicBezTo>
                      <a:pt x="1020" y="1404"/>
                      <a:pt x="1019" y="1407"/>
                      <a:pt x="1023" y="1409"/>
                    </a:cubicBezTo>
                    <a:cubicBezTo>
                      <a:pt x="1024" y="1409"/>
                      <a:pt x="1024" y="1409"/>
                      <a:pt x="1026" y="1409"/>
                    </a:cubicBezTo>
                    <a:cubicBezTo>
                      <a:pt x="1027" y="1409"/>
                      <a:pt x="1028" y="1409"/>
                      <a:pt x="1029" y="1410"/>
                    </a:cubicBezTo>
                    <a:cubicBezTo>
                      <a:pt x="1032" y="1411"/>
                      <a:pt x="1034" y="1412"/>
                      <a:pt x="1037" y="1414"/>
                    </a:cubicBezTo>
                    <a:cubicBezTo>
                      <a:pt x="1042" y="1417"/>
                      <a:pt x="1045" y="1421"/>
                      <a:pt x="1049" y="1425"/>
                    </a:cubicBezTo>
                    <a:cubicBezTo>
                      <a:pt x="1051" y="1427"/>
                      <a:pt x="1053" y="1429"/>
                      <a:pt x="1054" y="1431"/>
                    </a:cubicBezTo>
                    <a:cubicBezTo>
                      <a:pt x="1056" y="1434"/>
                      <a:pt x="1056" y="1436"/>
                      <a:pt x="1058" y="1439"/>
                    </a:cubicBezTo>
                    <a:cubicBezTo>
                      <a:pt x="1061" y="1444"/>
                      <a:pt x="1066" y="1447"/>
                      <a:pt x="1071" y="1451"/>
                    </a:cubicBezTo>
                    <a:cubicBezTo>
                      <a:pt x="1075" y="1454"/>
                      <a:pt x="1079" y="1461"/>
                      <a:pt x="1080" y="1466"/>
                    </a:cubicBezTo>
                    <a:cubicBezTo>
                      <a:pt x="1081" y="1469"/>
                      <a:pt x="1081" y="1471"/>
                      <a:pt x="1083" y="1473"/>
                    </a:cubicBezTo>
                    <a:cubicBezTo>
                      <a:pt x="1085" y="1475"/>
                      <a:pt x="1086" y="1477"/>
                      <a:pt x="1086" y="1480"/>
                    </a:cubicBezTo>
                    <a:cubicBezTo>
                      <a:pt x="1087" y="1483"/>
                      <a:pt x="1089" y="1485"/>
                      <a:pt x="1090" y="1488"/>
                    </a:cubicBezTo>
                    <a:cubicBezTo>
                      <a:pt x="1092" y="1491"/>
                      <a:pt x="1095" y="1490"/>
                      <a:pt x="1098" y="1490"/>
                    </a:cubicBezTo>
                    <a:cubicBezTo>
                      <a:pt x="1100" y="1490"/>
                      <a:pt x="1103" y="1490"/>
                      <a:pt x="1105" y="1490"/>
                    </a:cubicBezTo>
                    <a:cubicBezTo>
                      <a:pt x="1108" y="1490"/>
                      <a:pt x="1109" y="1493"/>
                      <a:pt x="1111" y="1494"/>
                    </a:cubicBezTo>
                    <a:cubicBezTo>
                      <a:pt x="1114" y="1495"/>
                      <a:pt x="1116" y="1497"/>
                      <a:pt x="1118" y="1499"/>
                    </a:cubicBezTo>
                    <a:cubicBezTo>
                      <a:pt x="1119" y="1500"/>
                      <a:pt x="1121" y="1502"/>
                      <a:pt x="1123" y="1503"/>
                    </a:cubicBezTo>
                    <a:cubicBezTo>
                      <a:pt x="1125" y="1504"/>
                      <a:pt x="1126" y="1503"/>
                      <a:pt x="1128" y="1501"/>
                    </a:cubicBezTo>
                    <a:cubicBezTo>
                      <a:pt x="1130" y="1499"/>
                      <a:pt x="1133" y="1500"/>
                      <a:pt x="1135" y="1502"/>
                    </a:cubicBezTo>
                    <a:cubicBezTo>
                      <a:pt x="1138" y="1503"/>
                      <a:pt x="1140" y="1504"/>
                      <a:pt x="1142" y="1505"/>
                    </a:cubicBezTo>
                    <a:cubicBezTo>
                      <a:pt x="1149" y="1506"/>
                      <a:pt x="1154" y="1509"/>
                      <a:pt x="1159" y="1514"/>
                    </a:cubicBezTo>
                    <a:cubicBezTo>
                      <a:pt x="1161" y="1516"/>
                      <a:pt x="1164" y="1519"/>
                      <a:pt x="1166" y="1521"/>
                    </a:cubicBezTo>
                    <a:cubicBezTo>
                      <a:pt x="1171" y="1529"/>
                      <a:pt x="1174" y="1539"/>
                      <a:pt x="1176" y="1548"/>
                    </a:cubicBezTo>
                    <a:cubicBezTo>
                      <a:pt x="1178" y="1553"/>
                      <a:pt x="1180" y="1557"/>
                      <a:pt x="1186" y="1556"/>
                    </a:cubicBezTo>
                    <a:cubicBezTo>
                      <a:pt x="1189" y="1556"/>
                      <a:pt x="1192" y="1554"/>
                      <a:pt x="1193" y="1552"/>
                    </a:cubicBezTo>
                    <a:cubicBezTo>
                      <a:pt x="1195" y="1550"/>
                      <a:pt x="1195" y="1548"/>
                      <a:pt x="1197" y="1546"/>
                    </a:cubicBezTo>
                    <a:cubicBezTo>
                      <a:pt x="1199" y="1544"/>
                      <a:pt x="1201" y="1542"/>
                      <a:pt x="1203" y="1541"/>
                    </a:cubicBezTo>
                    <a:cubicBezTo>
                      <a:pt x="1206" y="1540"/>
                      <a:pt x="1208" y="1540"/>
                      <a:pt x="1210" y="1540"/>
                    </a:cubicBezTo>
                    <a:cubicBezTo>
                      <a:pt x="1213" y="1541"/>
                      <a:pt x="1216" y="1541"/>
                      <a:pt x="1218" y="1542"/>
                    </a:cubicBezTo>
                    <a:cubicBezTo>
                      <a:pt x="1220" y="1543"/>
                      <a:pt x="1222" y="1544"/>
                      <a:pt x="1224" y="1544"/>
                    </a:cubicBezTo>
                    <a:cubicBezTo>
                      <a:pt x="1229" y="1545"/>
                      <a:pt x="1231" y="1540"/>
                      <a:pt x="1236" y="1539"/>
                    </a:cubicBezTo>
                    <a:cubicBezTo>
                      <a:pt x="1240" y="1538"/>
                      <a:pt x="1244" y="1540"/>
                      <a:pt x="1247" y="1543"/>
                    </a:cubicBezTo>
                    <a:cubicBezTo>
                      <a:pt x="1248" y="1544"/>
                      <a:pt x="1249" y="1545"/>
                      <a:pt x="1251" y="1546"/>
                    </a:cubicBezTo>
                    <a:cubicBezTo>
                      <a:pt x="1253" y="1547"/>
                      <a:pt x="1255" y="1547"/>
                      <a:pt x="1256" y="1549"/>
                    </a:cubicBezTo>
                    <a:cubicBezTo>
                      <a:pt x="1256" y="1549"/>
                      <a:pt x="1256" y="1549"/>
                      <a:pt x="1256" y="1549"/>
                    </a:cubicBezTo>
                    <a:cubicBezTo>
                      <a:pt x="1257" y="1549"/>
                      <a:pt x="1257" y="1550"/>
                      <a:pt x="1257" y="1550"/>
                    </a:cubicBezTo>
                    <a:cubicBezTo>
                      <a:pt x="1257" y="1550"/>
                      <a:pt x="1259" y="1551"/>
                      <a:pt x="1260" y="1551"/>
                    </a:cubicBezTo>
                    <a:cubicBezTo>
                      <a:pt x="1261" y="1552"/>
                      <a:pt x="1262" y="1553"/>
                      <a:pt x="1264" y="1553"/>
                    </a:cubicBezTo>
                    <a:cubicBezTo>
                      <a:pt x="1268" y="1555"/>
                      <a:pt x="1272" y="1556"/>
                      <a:pt x="1276" y="1558"/>
                    </a:cubicBezTo>
                    <a:cubicBezTo>
                      <a:pt x="1280" y="1559"/>
                      <a:pt x="1283" y="1560"/>
                      <a:pt x="1286" y="1562"/>
                    </a:cubicBezTo>
                    <a:cubicBezTo>
                      <a:pt x="1288" y="1563"/>
                      <a:pt x="1294" y="1565"/>
                      <a:pt x="1292" y="1560"/>
                    </a:cubicBezTo>
                    <a:cubicBezTo>
                      <a:pt x="1291" y="1558"/>
                      <a:pt x="1290" y="1557"/>
                      <a:pt x="1290" y="1555"/>
                    </a:cubicBezTo>
                    <a:cubicBezTo>
                      <a:pt x="1291" y="1553"/>
                      <a:pt x="1292" y="1552"/>
                      <a:pt x="1294" y="1552"/>
                    </a:cubicBezTo>
                    <a:cubicBezTo>
                      <a:pt x="1294" y="1550"/>
                      <a:pt x="1296" y="1549"/>
                      <a:pt x="1298" y="1549"/>
                    </a:cubicBezTo>
                    <a:cubicBezTo>
                      <a:pt x="1300" y="1549"/>
                      <a:pt x="1301" y="1549"/>
                      <a:pt x="1303" y="1550"/>
                    </a:cubicBezTo>
                    <a:cubicBezTo>
                      <a:pt x="1306" y="1552"/>
                      <a:pt x="1311" y="1553"/>
                      <a:pt x="1314" y="1554"/>
                    </a:cubicBezTo>
                    <a:cubicBezTo>
                      <a:pt x="1316" y="1555"/>
                      <a:pt x="1318" y="1555"/>
                      <a:pt x="1320" y="1556"/>
                    </a:cubicBezTo>
                    <a:cubicBezTo>
                      <a:pt x="1321" y="1556"/>
                      <a:pt x="1323" y="1556"/>
                      <a:pt x="1324" y="1557"/>
                    </a:cubicBezTo>
                    <a:cubicBezTo>
                      <a:pt x="1327" y="1558"/>
                      <a:pt x="1328" y="1561"/>
                      <a:pt x="1329" y="1564"/>
                    </a:cubicBezTo>
                    <a:cubicBezTo>
                      <a:pt x="1330" y="1565"/>
                      <a:pt x="1332" y="1567"/>
                      <a:pt x="1333" y="1569"/>
                    </a:cubicBezTo>
                    <a:cubicBezTo>
                      <a:pt x="1334" y="1571"/>
                      <a:pt x="1335" y="1573"/>
                      <a:pt x="1336" y="1575"/>
                    </a:cubicBezTo>
                    <a:cubicBezTo>
                      <a:pt x="1337" y="1577"/>
                      <a:pt x="1337" y="1579"/>
                      <a:pt x="1338" y="1580"/>
                    </a:cubicBezTo>
                    <a:cubicBezTo>
                      <a:pt x="1340" y="1582"/>
                      <a:pt x="1342" y="1584"/>
                      <a:pt x="1343" y="1586"/>
                    </a:cubicBezTo>
                    <a:cubicBezTo>
                      <a:pt x="1345" y="1588"/>
                      <a:pt x="1346" y="1590"/>
                      <a:pt x="1347" y="1592"/>
                    </a:cubicBezTo>
                    <a:cubicBezTo>
                      <a:pt x="1348" y="1594"/>
                      <a:pt x="1350" y="1596"/>
                      <a:pt x="1352" y="1598"/>
                    </a:cubicBezTo>
                    <a:cubicBezTo>
                      <a:pt x="1355" y="1602"/>
                      <a:pt x="1358" y="1605"/>
                      <a:pt x="1360" y="1609"/>
                    </a:cubicBezTo>
                    <a:cubicBezTo>
                      <a:pt x="1361" y="1612"/>
                      <a:pt x="1360" y="1615"/>
                      <a:pt x="1360" y="1618"/>
                    </a:cubicBezTo>
                    <a:cubicBezTo>
                      <a:pt x="1360" y="1620"/>
                      <a:pt x="1362" y="1623"/>
                      <a:pt x="1363" y="1625"/>
                    </a:cubicBezTo>
                    <a:cubicBezTo>
                      <a:pt x="1366" y="1628"/>
                      <a:pt x="1369" y="1631"/>
                      <a:pt x="1372" y="1634"/>
                    </a:cubicBezTo>
                    <a:cubicBezTo>
                      <a:pt x="1375" y="1637"/>
                      <a:pt x="1379" y="1639"/>
                      <a:pt x="1382" y="1642"/>
                    </a:cubicBezTo>
                    <a:cubicBezTo>
                      <a:pt x="1384" y="1646"/>
                      <a:pt x="1385" y="1649"/>
                      <a:pt x="1385" y="1653"/>
                    </a:cubicBezTo>
                    <a:cubicBezTo>
                      <a:pt x="1386" y="1657"/>
                      <a:pt x="1386" y="1662"/>
                      <a:pt x="1386" y="1666"/>
                    </a:cubicBezTo>
                    <a:cubicBezTo>
                      <a:pt x="1385" y="1670"/>
                      <a:pt x="1385" y="1673"/>
                      <a:pt x="1385" y="1677"/>
                    </a:cubicBezTo>
                    <a:cubicBezTo>
                      <a:pt x="1386" y="1680"/>
                      <a:pt x="1388" y="1681"/>
                      <a:pt x="1390" y="1678"/>
                    </a:cubicBezTo>
                    <a:cubicBezTo>
                      <a:pt x="1392" y="1676"/>
                      <a:pt x="1393" y="1671"/>
                      <a:pt x="1396" y="1672"/>
                    </a:cubicBezTo>
                    <a:cubicBezTo>
                      <a:pt x="1400" y="1673"/>
                      <a:pt x="1401" y="1677"/>
                      <a:pt x="1405" y="1678"/>
                    </a:cubicBezTo>
                    <a:cubicBezTo>
                      <a:pt x="1408" y="1679"/>
                      <a:pt x="1411" y="1677"/>
                      <a:pt x="1414" y="1675"/>
                    </a:cubicBezTo>
                    <a:cubicBezTo>
                      <a:pt x="1416" y="1672"/>
                      <a:pt x="1418" y="1669"/>
                      <a:pt x="1421" y="1667"/>
                    </a:cubicBezTo>
                    <a:cubicBezTo>
                      <a:pt x="1427" y="1661"/>
                      <a:pt x="1436" y="1668"/>
                      <a:pt x="1439" y="1674"/>
                    </a:cubicBezTo>
                    <a:cubicBezTo>
                      <a:pt x="1443" y="1682"/>
                      <a:pt x="1451" y="1686"/>
                      <a:pt x="1459" y="1690"/>
                    </a:cubicBezTo>
                    <a:cubicBezTo>
                      <a:pt x="1463" y="1692"/>
                      <a:pt x="1466" y="1695"/>
                      <a:pt x="1468" y="1699"/>
                    </a:cubicBezTo>
                    <a:cubicBezTo>
                      <a:pt x="1470" y="1703"/>
                      <a:pt x="1467" y="1706"/>
                      <a:pt x="1464" y="1709"/>
                    </a:cubicBezTo>
                    <a:cubicBezTo>
                      <a:pt x="1461" y="1711"/>
                      <a:pt x="1460" y="1713"/>
                      <a:pt x="1458" y="1715"/>
                    </a:cubicBezTo>
                    <a:cubicBezTo>
                      <a:pt x="1457" y="1719"/>
                      <a:pt x="1453" y="1720"/>
                      <a:pt x="1450" y="1722"/>
                    </a:cubicBezTo>
                    <a:cubicBezTo>
                      <a:pt x="1445" y="1724"/>
                      <a:pt x="1438" y="1729"/>
                      <a:pt x="1437" y="1736"/>
                    </a:cubicBezTo>
                    <a:cubicBezTo>
                      <a:pt x="1437" y="1737"/>
                      <a:pt x="1437" y="1739"/>
                      <a:pt x="1437" y="1740"/>
                    </a:cubicBezTo>
                    <a:cubicBezTo>
                      <a:pt x="1439" y="1741"/>
                      <a:pt x="1442" y="1740"/>
                      <a:pt x="1444" y="1739"/>
                    </a:cubicBezTo>
                    <a:cubicBezTo>
                      <a:pt x="1445" y="1738"/>
                      <a:pt x="1447" y="1737"/>
                      <a:pt x="1448" y="1736"/>
                    </a:cubicBezTo>
                    <a:cubicBezTo>
                      <a:pt x="1449" y="1735"/>
                      <a:pt x="1450" y="1735"/>
                      <a:pt x="1451" y="1734"/>
                    </a:cubicBezTo>
                    <a:cubicBezTo>
                      <a:pt x="1453" y="1732"/>
                      <a:pt x="1455" y="1731"/>
                      <a:pt x="1457" y="1729"/>
                    </a:cubicBezTo>
                    <a:cubicBezTo>
                      <a:pt x="1459" y="1727"/>
                      <a:pt x="1461" y="1727"/>
                      <a:pt x="1463" y="1728"/>
                    </a:cubicBezTo>
                    <a:cubicBezTo>
                      <a:pt x="1463" y="1729"/>
                      <a:pt x="1464" y="1730"/>
                      <a:pt x="1465" y="1731"/>
                    </a:cubicBezTo>
                    <a:cubicBezTo>
                      <a:pt x="1466" y="1731"/>
                      <a:pt x="1467" y="1731"/>
                      <a:pt x="1469" y="1731"/>
                    </a:cubicBezTo>
                    <a:cubicBezTo>
                      <a:pt x="1471" y="1731"/>
                      <a:pt x="1473" y="1730"/>
                      <a:pt x="1475" y="1730"/>
                    </a:cubicBezTo>
                    <a:cubicBezTo>
                      <a:pt x="1479" y="1730"/>
                      <a:pt x="1483" y="1732"/>
                      <a:pt x="1486" y="1733"/>
                    </a:cubicBezTo>
                    <a:cubicBezTo>
                      <a:pt x="1488" y="1733"/>
                      <a:pt x="1490" y="1732"/>
                      <a:pt x="1491" y="1732"/>
                    </a:cubicBezTo>
                    <a:cubicBezTo>
                      <a:pt x="1493" y="1732"/>
                      <a:pt x="1495" y="1732"/>
                      <a:pt x="1498" y="1732"/>
                    </a:cubicBezTo>
                    <a:cubicBezTo>
                      <a:pt x="1497" y="1732"/>
                      <a:pt x="1497" y="1732"/>
                      <a:pt x="1497" y="1732"/>
                    </a:cubicBezTo>
                    <a:cubicBezTo>
                      <a:pt x="1500" y="1730"/>
                      <a:pt x="1503" y="1728"/>
                      <a:pt x="1507" y="1727"/>
                    </a:cubicBezTo>
                    <a:cubicBezTo>
                      <a:pt x="1511" y="1727"/>
                      <a:pt x="1513" y="1731"/>
                      <a:pt x="1517" y="1732"/>
                    </a:cubicBezTo>
                    <a:cubicBezTo>
                      <a:pt x="1524" y="1733"/>
                      <a:pt x="1526" y="1722"/>
                      <a:pt x="1532" y="1720"/>
                    </a:cubicBezTo>
                    <a:cubicBezTo>
                      <a:pt x="1537" y="1719"/>
                      <a:pt x="1543" y="1720"/>
                      <a:pt x="1546" y="1724"/>
                    </a:cubicBezTo>
                    <a:cubicBezTo>
                      <a:pt x="1548" y="1726"/>
                      <a:pt x="1548" y="1728"/>
                      <a:pt x="1548" y="1730"/>
                    </a:cubicBezTo>
                    <a:cubicBezTo>
                      <a:pt x="1549" y="1733"/>
                      <a:pt x="1549" y="1735"/>
                      <a:pt x="1551" y="1737"/>
                    </a:cubicBezTo>
                    <a:cubicBezTo>
                      <a:pt x="1553" y="1741"/>
                      <a:pt x="1556" y="1745"/>
                      <a:pt x="1559" y="1749"/>
                    </a:cubicBezTo>
                    <a:cubicBezTo>
                      <a:pt x="1562" y="1753"/>
                      <a:pt x="1565" y="1757"/>
                      <a:pt x="1567" y="1762"/>
                    </a:cubicBezTo>
                    <a:cubicBezTo>
                      <a:pt x="1570" y="1768"/>
                      <a:pt x="1573" y="1773"/>
                      <a:pt x="1575" y="1778"/>
                    </a:cubicBezTo>
                    <a:cubicBezTo>
                      <a:pt x="1576" y="1781"/>
                      <a:pt x="1576" y="1783"/>
                      <a:pt x="1576" y="1785"/>
                    </a:cubicBezTo>
                    <a:cubicBezTo>
                      <a:pt x="1577" y="1788"/>
                      <a:pt x="1576" y="1790"/>
                      <a:pt x="1576" y="1792"/>
                    </a:cubicBezTo>
                    <a:cubicBezTo>
                      <a:pt x="1575" y="1795"/>
                      <a:pt x="1578" y="1799"/>
                      <a:pt x="1576" y="1801"/>
                    </a:cubicBezTo>
                    <a:cubicBezTo>
                      <a:pt x="1574" y="1803"/>
                      <a:pt x="1572" y="1801"/>
                      <a:pt x="1571" y="1801"/>
                    </a:cubicBezTo>
                    <a:cubicBezTo>
                      <a:pt x="1568" y="1801"/>
                      <a:pt x="1568" y="1803"/>
                      <a:pt x="1567" y="1805"/>
                    </a:cubicBezTo>
                    <a:cubicBezTo>
                      <a:pt x="1567" y="1808"/>
                      <a:pt x="1566" y="1811"/>
                      <a:pt x="1567" y="1814"/>
                    </a:cubicBezTo>
                    <a:cubicBezTo>
                      <a:pt x="1567" y="1816"/>
                      <a:pt x="1568" y="1818"/>
                      <a:pt x="1567" y="1820"/>
                    </a:cubicBezTo>
                    <a:cubicBezTo>
                      <a:pt x="1566" y="1822"/>
                      <a:pt x="1564" y="1821"/>
                      <a:pt x="1563" y="1822"/>
                    </a:cubicBezTo>
                    <a:cubicBezTo>
                      <a:pt x="1561" y="1823"/>
                      <a:pt x="1561" y="1825"/>
                      <a:pt x="1560" y="1827"/>
                    </a:cubicBezTo>
                    <a:cubicBezTo>
                      <a:pt x="1559" y="1829"/>
                      <a:pt x="1558" y="1830"/>
                      <a:pt x="1559" y="1832"/>
                    </a:cubicBezTo>
                    <a:cubicBezTo>
                      <a:pt x="1559" y="1834"/>
                      <a:pt x="1560" y="1837"/>
                      <a:pt x="1562" y="1838"/>
                    </a:cubicBezTo>
                    <a:cubicBezTo>
                      <a:pt x="1564" y="1839"/>
                      <a:pt x="1566" y="1839"/>
                      <a:pt x="1568" y="1839"/>
                    </a:cubicBezTo>
                    <a:cubicBezTo>
                      <a:pt x="1570" y="1840"/>
                      <a:pt x="1571" y="1841"/>
                      <a:pt x="1574" y="1842"/>
                    </a:cubicBezTo>
                    <a:cubicBezTo>
                      <a:pt x="1576" y="1842"/>
                      <a:pt x="1579" y="1842"/>
                      <a:pt x="1581" y="1844"/>
                    </a:cubicBezTo>
                    <a:cubicBezTo>
                      <a:pt x="1583" y="1846"/>
                      <a:pt x="1583" y="1848"/>
                      <a:pt x="1584" y="1850"/>
                    </a:cubicBezTo>
                    <a:cubicBezTo>
                      <a:pt x="1585" y="1853"/>
                      <a:pt x="1587" y="1854"/>
                      <a:pt x="1589" y="1855"/>
                    </a:cubicBezTo>
                    <a:cubicBezTo>
                      <a:pt x="1595" y="1858"/>
                      <a:pt x="1601" y="1856"/>
                      <a:pt x="1607" y="1856"/>
                    </a:cubicBezTo>
                    <a:cubicBezTo>
                      <a:pt x="1611" y="1856"/>
                      <a:pt x="1614" y="1858"/>
                      <a:pt x="1616" y="1860"/>
                    </a:cubicBezTo>
                    <a:cubicBezTo>
                      <a:pt x="1619" y="1863"/>
                      <a:pt x="1623" y="1864"/>
                      <a:pt x="1625" y="1867"/>
                    </a:cubicBezTo>
                    <a:cubicBezTo>
                      <a:pt x="1626" y="1868"/>
                      <a:pt x="1626" y="1870"/>
                      <a:pt x="1627" y="1871"/>
                    </a:cubicBezTo>
                    <a:cubicBezTo>
                      <a:pt x="1629" y="1875"/>
                      <a:pt x="1632" y="1879"/>
                      <a:pt x="1633" y="1883"/>
                    </a:cubicBezTo>
                    <a:cubicBezTo>
                      <a:pt x="1635" y="1886"/>
                      <a:pt x="1635" y="1888"/>
                      <a:pt x="1639" y="1889"/>
                    </a:cubicBezTo>
                    <a:cubicBezTo>
                      <a:pt x="1642" y="1889"/>
                      <a:pt x="1645" y="1890"/>
                      <a:pt x="1647" y="1892"/>
                    </a:cubicBezTo>
                    <a:cubicBezTo>
                      <a:pt x="1649" y="1893"/>
                      <a:pt x="1649" y="1894"/>
                      <a:pt x="1650" y="1895"/>
                    </a:cubicBezTo>
                    <a:cubicBezTo>
                      <a:pt x="1652" y="1896"/>
                      <a:pt x="1654" y="1897"/>
                      <a:pt x="1655" y="1897"/>
                    </a:cubicBezTo>
                    <a:cubicBezTo>
                      <a:pt x="1658" y="1897"/>
                      <a:pt x="1661" y="1897"/>
                      <a:pt x="1663" y="1897"/>
                    </a:cubicBezTo>
                    <a:cubicBezTo>
                      <a:pt x="1665" y="1897"/>
                      <a:pt x="1667" y="1898"/>
                      <a:pt x="1669" y="1898"/>
                    </a:cubicBezTo>
                    <a:cubicBezTo>
                      <a:pt x="1672" y="1898"/>
                      <a:pt x="1673" y="1895"/>
                      <a:pt x="1675" y="1893"/>
                    </a:cubicBezTo>
                    <a:cubicBezTo>
                      <a:pt x="1676" y="1892"/>
                      <a:pt x="1677" y="1891"/>
                      <a:pt x="1679" y="1889"/>
                    </a:cubicBezTo>
                    <a:cubicBezTo>
                      <a:pt x="1680" y="1888"/>
                      <a:pt x="1680" y="1887"/>
                      <a:pt x="1681" y="1886"/>
                    </a:cubicBezTo>
                    <a:cubicBezTo>
                      <a:pt x="1683" y="1885"/>
                      <a:pt x="1685" y="1884"/>
                      <a:pt x="1687" y="1884"/>
                    </a:cubicBezTo>
                    <a:cubicBezTo>
                      <a:pt x="1689" y="1883"/>
                      <a:pt x="1691" y="1882"/>
                      <a:pt x="1693" y="1881"/>
                    </a:cubicBezTo>
                    <a:cubicBezTo>
                      <a:pt x="1696" y="1879"/>
                      <a:pt x="1699" y="1879"/>
                      <a:pt x="1703" y="1882"/>
                    </a:cubicBezTo>
                    <a:cubicBezTo>
                      <a:pt x="1706" y="1884"/>
                      <a:pt x="1710" y="1885"/>
                      <a:pt x="1712" y="1889"/>
                    </a:cubicBezTo>
                    <a:cubicBezTo>
                      <a:pt x="1713" y="1891"/>
                      <a:pt x="1714" y="1892"/>
                      <a:pt x="1716" y="1894"/>
                    </a:cubicBezTo>
                    <a:cubicBezTo>
                      <a:pt x="1717" y="1895"/>
                      <a:pt x="1719" y="1896"/>
                      <a:pt x="1721" y="1897"/>
                    </a:cubicBezTo>
                    <a:cubicBezTo>
                      <a:pt x="1722" y="1898"/>
                      <a:pt x="1723" y="1900"/>
                      <a:pt x="1724" y="1902"/>
                    </a:cubicBezTo>
                    <a:cubicBezTo>
                      <a:pt x="1725" y="1904"/>
                      <a:pt x="1726" y="1905"/>
                      <a:pt x="1727" y="1907"/>
                    </a:cubicBezTo>
                    <a:cubicBezTo>
                      <a:pt x="1727" y="1908"/>
                      <a:pt x="1727" y="1910"/>
                      <a:pt x="1728" y="1911"/>
                    </a:cubicBezTo>
                    <a:cubicBezTo>
                      <a:pt x="1729" y="1913"/>
                      <a:pt x="1731" y="1914"/>
                      <a:pt x="1732" y="1916"/>
                    </a:cubicBezTo>
                    <a:cubicBezTo>
                      <a:pt x="1735" y="1918"/>
                      <a:pt x="1737" y="1921"/>
                      <a:pt x="1738" y="1923"/>
                    </a:cubicBezTo>
                    <a:cubicBezTo>
                      <a:pt x="1741" y="1927"/>
                      <a:pt x="1741" y="1930"/>
                      <a:pt x="1742" y="1934"/>
                    </a:cubicBezTo>
                    <a:cubicBezTo>
                      <a:pt x="1742" y="1936"/>
                      <a:pt x="1745" y="1940"/>
                      <a:pt x="1742" y="1942"/>
                    </a:cubicBezTo>
                    <a:cubicBezTo>
                      <a:pt x="1742" y="1943"/>
                      <a:pt x="1740" y="1943"/>
                      <a:pt x="1740" y="1944"/>
                    </a:cubicBezTo>
                    <a:cubicBezTo>
                      <a:pt x="1739" y="1945"/>
                      <a:pt x="1740" y="1947"/>
                      <a:pt x="1741" y="1948"/>
                    </a:cubicBezTo>
                    <a:cubicBezTo>
                      <a:pt x="1742" y="1951"/>
                      <a:pt x="1744" y="1953"/>
                      <a:pt x="1745" y="1956"/>
                    </a:cubicBezTo>
                    <a:cubicBezTo>
                      <a:pt x="1747" y="1959"/>
                      <a:pt x="1747" y="1963"/>
                      <a:pt x="1748" y="1966"/>
                    </a:cubicBezTo>
                    <a:cubicBezTo>
                      <a:pt x="1750" y="1970"/>
                      <a:pt x="1751" y="1974"/>
                      <a:pt x="1752" y="1978"/>
                    </a:cubicBezTo>
                    <a:cubicBezTo>
                      <a:pt x="1752" y="1980"/>
                      <a:pt x="1752" y="1982"/>
                      <a:pt x="1752" y="1984"/>
                    </a:cubicBezTo>
                    <a:cubicBezTo>
                      <a:pt x="1752" y="1988"/>
                      <a:pt x="1752" y="1993"/>
                      <a:pt x="1754" y="1996"/>
                    </a:cubicBezTo>
                    <a:cubicBezTo>
                      <a:pt x="1755" y="1998"/>
                      <a:pt x="1756" y="1999"/>
                      <a:pt x="1757" y="2001"/>
                    </a:cubicBezTo>
                    <a:cubicBezTo>
                      <a:pt x="1759" y="2003"/>
                      <a:pt x="1760" y="2005"/>
                      <a:pt x="1761" y="2008"/>
                    </a:cubicBezTo>
                    <a:cubicBezTo>
                      <a:pt x="1762" y="2010"/>
                      <a:pt x="1762" y="2012"/>
                      <a:pt x="1762" y="2015"/>
                    </a:cubicBezTo>
                    <a:cubicBezTo>
                      <a:pt x="1762" y="2017"/>
                      <a:pt x="1764" y="2019"/>
                      <a:pt x="1765" y="2021"/>
                    </a:cubicBezTo>
                    <a:cubicBezTo>
                      <a:pt x="1766" y="2024"/>
                      <a:pt x="1767" y="2026"/>
                      <a:pt x="1769" y="2028"/>
                    </a:cubicBezTo>
                    <a:cubicBezTo>
                      <a:pt x="1771" y="2030"/>
                      <a:pt x="1773" y="2031"/>
                      <a:pt x="1775" y="2034"/>
                    </a:cubicBezTo>
                    <a:cubicBezTo>
                      <a:pt x="1778" y="2038"/>
                      <a:pt x="1780" y="2043"/>
                      <a:pt x="1783" y="2048"/>
                    </a:cubicBezTo>
                    <a:cubicBezTo>
                      <a:pt x="1784" y="2050"/>
                      <a:pt x="1786" y="2052"/>
                      <a:pt x="1787" y="2054"/>
                    </a:cubicBezTo>
                    <a:cubicBezTo>
                      <a:pt x="1787" y="2055"/>
                      <a:pt x="1788" y="2057"/>
                      <a:pt x="1788" y="2058"/>
                    </a:cubicBezTo>
                    <a:cubicBezTo>
                      <a:pt x="1789" y="2061"/>
                      <a:pt x="1790" y="2063"/>
                      <a:pt x="1791" y="2065"/>
                    </a:cubicBezTo>
                    <a:cubicBezTo>
                      <a:pt x="1793" y="2070"/>
                      <a:pt x="1795" y="2076"/>
                      <a:pt x="1795" y="2082"/>
                    </a:cubicBezTo>
                    <a:cubicBezTo>
                      <a:pt x="1796" y="2085"/>
                      <a:pt x="1797" y="2089"/>
                      <a:pt x="1798" y="2093"/>
                    </a:cubicBezTo>
                    <a:cubicBezTo>
                      <a:pt x="1799" y="2096"/>
                      <a:pt x="1799" y="2099"/>
                      <a:pt x="1799" y="2103"/>
                    </a:cubicBezTo>
                    <a:cubicBezTo>
                      <a:pt x="1799" y="2106"/>
                      <a:pt x="1799" y="2110"/>
                      <a:pt x="1799" y="2113"/>
                    </a:cubicBezTo>
                    <a:cubicBezTo>
                      <a:pt x="1799" y="2116"/>
                      <a:pt x="1798" y="2119"/>
                      <a:pt x="1798" y="2121"/>
                    </a:cubicBezTo>
                    <a:cubicBezTo>
                      <a:pt x="1798" y="2125"/>
                      <a:pt x="1799" y="2128"/>
                      <a:pt x="1800" y="2131"/>
                    </a:cubicBezTo>
                    <a:cubicBezTo>
                      <a:pt x="1800" y="2133"/>
                      <a:pt x="1800" y="2135"/>
                      <a:pt x="1800" y="2137"/>
                    </a:cubicBezTo>
                    <a:cubicBezTo>
                      <a:pt x="1801" y="2142"/>
                      <a:pt x="1804" y="2147"/>
                      <a:pt x="1807" y="2152"/>
                    </a:cubicBezTo>
                    <a:cubicBezTo>
                      <a:pt x="1808" y="2154"/>
                      <a:pt x="1809" y="2156"/>
                      <a:pt x="1809" y="2158"/>
                    </a:cubicBezTo>
                    <a:cubicBezTo>
                      <a:pt x="1810" y="2160"/>
                      <a:pt x="1810" y="2162"/>
                      <a:pt x="1810" y="2163"/>
                    </a:cubicBezTo>
                    <a:cubicBezTo>
                      <a:pt x="1811" y="2168"/>
                      <a:pt x="1814" y="2173"/>
                      <a:pt x="1816" y="2177"/>
                    </a:cubicBezTo>
                    <a:cubicBezTo>
                      <a:pt x="1818" y="2180"/>
                      <a:pt x="1822" y="2181"/>
                      <a:pt x="1825" y="2183"/>
                    </a:cubicBezTo>
                    <a:cubicBezTo>
                      <a:pt x="1826" y="2183"/>
                      <a:pt x="1827" y="2184"/>
                      <a:pt x="1827" y="2184"/>
                    </a:cubicBezTo>
                    <a:cubicBezTo>
                      <a:pt x="1828" y="2185"/>
                      <a:pt x="1829" y="2185"/>
                      <a:pt x="1830" y="2186"/>
                    </a:cubicBezTo>
                    <a:cubicBezTo>
                      <a:pt x="1832" y="2187"/>
                      <a:pt x="1832" y="2188"/>
                      <a:pt x="1832" y="2190"/>
                    </a:cubicBezTo>
                    <a:cubicBezTo>
                      <a:pt x="1833" y="2195"/>
                      <a:pt x="1832" y="2200"/>
                      <a:pt x="1833" y="2205"/>
                    </a:cubicBezTo>
                    <a:cubicBezTo>
                      <a:pt x="1833" y="2208"/>
                      <a:pt x="1832" y="2212"/>
                      <a:pt x="1832" y="2215"/>
                    </a:cubicBezTo>
                    <a:cubicBezTo>
                      <a:pt x="1832" y="2218"/>
                      <a:pt x="1832" y="2220"/>
                      <a:pt x="1830" y="2222"/>
                    </a:cubicBezTo>
                    <a:cubicBezTo>
                      <a:pt x="1829" y="2223"/>
                      <a:pt x="1827" y="2225"/>
                      <a:pt x="1826" y="2225"/>
                    </a:cubicBezTo>
                    <a:cubicBezTo>
                      <a:pt x="1825" y="2226"/>
                      <a:pt x="1822" y="2226"/>
                      <a:pt x="1821" y="2228"/>
                    </a:cubicBezTo>
                    <a:cubicBezTo>
                      <a:pt x="1821" y="2228"/>
                      <a:pt x="1821" y="2229"/>
                      <a:pt x="1821" y="2230"/>
                    </a:cubicBezTo>
                    <a:cubicBezTo>
                      <a:pt x="1821" y="2232"/>
                      <a:pt x="1819" y="2232"/>
                      <a:pt x="1818" y="2232"/>
                    </a:cubicBezTo>
                    <a:cubicBezTo>
                      <a:pt x="1815" y="2232"/>
                      <a:pt x="1813" y="2235"/>
                      <a:pt x="1811" y="2235"/>
                    </a:cubicBezTo>
                    <a:cubicBezTo>
                      <a:pt x="1808" y="2236"/>
                      <a:pt x="1804" y="2237"/>
                      <a:pt x="1800" y="2237"/>
                    </a:cubicBezTo>
                    <a:cubicBezTo>
                      <a:pt x="1798" y="2237"/>
                      <a:pt x="1796" y="2237"/>
                      <a:pt x="1794" y="2236"/>
                    </a:cubicBezTo>
                    <a:cubicBezTo>
                      <a:pt x="1790" y="2236"/>
                      <a:pt x="1785" y="2236"/>
                      <a:pt x="1781" y="2236"/>
                    </a:cubicBezTo>
                    <a:cubicBezTo>
                      <a:pt x="1778" y="2235"/>
                      <a:pt x="1776" y="2235"/>
                      <a:pt x="1773" y="2236"/>
                    </a:cubicBezTo>
                    <a:cubicBezTo>
                      <a:pt x="1771" y="2236"/>
                      <a:pt x="1770" y="2238"/>
                      <a:pt x="1769" y="2239"/>
                    </a:cubicBezTo>
                    <a:cubicBezTo>
                      <a:pt x="1765" y="2243"/>
                      <a:pt x="1762" y="2244"/>
                      <a:pt x="1757" y="2245"/>
                    </a:cubicBezTo>
                    <a:cubicBezTo>
                      <a:pt x="1755" y="2245"/>
                      <a:pt x="1753" y="2245"/>
                      <a:pt x="1751" y="2245"/>
                    </a:cubicBezTo>
                    <a:cubicBezTo>
                      <a:pt x="1749" y="2246"/>
                      <a:pt x="1748" y="2247"/>
                      <a:pt x="1747" y="2249"/>
                    </a:cubicBezTo>
                    <a:cubicBezTo>
                      <a:pt x="1746" y="2252"/>
                      <a:pt x="1744" y="2257"/>
                      <a:pt x="1746" y="2261"/>
                    </a:cubicBezTo>
                    <a:cubicBezTo>
                      <a:pt x="1747" y="2263"/>
                      <a:pt x="1748" y="2264"/>
                      <a:pt x="1750" y="2265"/>
                    </a:cubicBezTo>
                    <a:cubicBezTo>
                      <a:pt x="1752" y="2267"/>
                      <a:pt x="1754" y="2269"/>
                      <a:pt x="1755" y="2271"/>
                    </a:cubicBezTo>
                    <a:cubicBezTo>
                      <a:pt x="1758" y="2275"/>
                      <a:pt x="1760" y="2278"/>
                      <a:pt x="1764" y="2281"/>
                    </a:cubicBezTo>
                    <a:cubicBezTo>
                      <a:pt x="1768" y="2285"/>
                      <a:pt x="1763" y="2289"/>
                      <a:pt x="1761" y="2292"/>
                    </a:cubicBezTo>
                    <a:cubicBezTo>
                      <a:pt x="1759" y="2294"/>
                      <a:pt x="1758" y="2296"/>
                      <a:pt x="1758" y="2298"/>
                    </a:cubicBezTo>
                    <a:cubicBezTo>
                      <a:pt x="1757" y="2300"/>
                      <a:pt x="1755" y="2303"/>
                      <a:pt x="1754" y="2305"/>
                    </a:cubicBezTo>
                    <a:cubicBezTo>
                      <a:pt x="1753" y="2307"/>
                      <a:pt x="1752" y="2310"/>
                      <a:pt x="1750" y="2312"/>
                    </a:cubicBezTo>
                    <a:cubicBezTo>
                      <a:pt x="1746" y="2324"/>
                      <a:pt x="1742" y="2337"/>
                      <a:pt x="1734" y="2346"/>
                    </a:cubicBezTo>
                    <a:cubicBezTo>
                      <a:pt x="1730" y="2349"/>
                      <a:pt x="1726" y="2352"/>
                      <a:pt x="1721" y="2353"/>
                    </a:cubicBezTo>
                    <a:cubicBezTo>
                      <a:pt x="1717" y="2355"/>
                      <a:pt x="1712" y="2355"/>
                      <a:pt x="1708" y="2356"/>
                    </a:cubicBezTo>
                    <a:cubicBezTo>
                      <a:pt x="1704" y="2357"/>
                      <a:pt x="1701" y="2359"/>
                      <a:pt x="1698" y="2362"/>
                    </a:cubicBezTo>
                    <a:cubicBezTo>
                      <a:pt x="1697" y="2363"/>
                      <a:pt x="1696" y="2365"/>
                      <a:pt x="1696" y="2367"/>
                    </a:cubicBezTo>
                    <a:cubicBezTo>
                      <a:pt x="1695" y="2369"/>
                      <a:pt x="1696" y="2371"/>
                      <a:pt x="1695" y="2373"/>
                    </a:cubicBezTo>
                    <a:cubicBezTo>
                      <a:pt x="1695" y="2374"/>
                      <a:pt x="1694" y="2375"/>
                      <a:pt x="1695" y="2377"/>
                    </a:cubicBezTo>
                    <a:cubicBezTo>
                      <a:pt x="1695" y="2378"/>
                      <a:pt x="1695" y="2379"/>
                      <a:pt x="1695" y="2381"/>
                    </a:cubicBezTo>
                    <a:cubicBezTo>
                      <a:pt x="1695" y="2381"/>
                      <a:pt x="1694" y="2382"/>
                      <a:pt x="1694" y="2383"/>
                    </a:cubicBezTo>
                    <a:cubicBezTo>
                      <a:pt x="1693" y="2387"/>
                      <a:pt x="1694" y="2390"/>
                      <a:pt x="1694" y="2394"/>
                    </a:cubicBezTo>
                    <a:cubicBezTo>
                      <a:pt x="1694" y="2396"/>
                      <a:pt x="1694" y="2399"/>
                      <a:pt x="1695" y="2400"/>
                    </a:cubicBezTo>
                    <a:cubicBezTo>
                      <a:pt x="1696" y="2401"/>
                      <a:pt x="1697" y="2401"/>
                      <a:pt x="1698" y="2402"/>
                    </a:cubicBezTo>
                    <a:cubicBezTo>
                      <a:pt x="1698" y="2403"/>
                      <a:pt x="1698" y="2404"/>
                      <a:pt x="1698" y="2405"/>
                    </a:cubicBezTo>
                    <a:cubicBezTo>
                      <a:pt x="1698" y="2407"/>
                      <a:pt x="1697" y="2408"/>
                      <a:pt x="1696" y="2410"/>
                    </a:cubicBezTo>
                    <a:cubicBezTo>
                      <a:pt x="1696" y="2411"/>
                      <a:pt x="1695" y="2412"/>
                      <a:pt x="1695" y="2413"/>
                    </a:cubicBezTo>
                    <a:cubicBezTo>
                      <a:pt x="1695" y="2416"/>
                      <a:pt x="1696" y="2418"/>
                      <a:pt x="1697" y="2420"/>
                    </a:cubicBezTo>
                    <a:cubicBezTo>
                      <a:pt x="1698" y="2422"/>
                      <a:pt x="1699" y="2425"/>
                      <a:pt x="1701" y="2428"/>
                    </a:cubicBezTo>
                    <a:cubicBezTo>
                      <a:pt x="1706" y="2436"/>
                      <a:pt x="1715" y="2442"/>
                      <a:pt x="1724" y="2445"/>
                    </a:cubicBezTo>
                    <a:cubicBezTo>
                      <a:pt x="1735" y="2447"/>
                      <a:pt x="1746" y="2445"/>
                      <a:pt x="1756" y="2445"/>
                    </a:cubicBezTo>
                    <a:cubicBezTo>
                      <a:pt x="1762" y="2445"/>
                      <a:pt x="1767" y="2445"/>
                      <a:pt x="1772" y="2446"/>
                    </a:cubicBezTo>
                    <a:cubicBezTo>
                      <a:pt x="1777" y="2446"/>
                      <a:pt x="1782" y="2447"/>
                      <a:pt x="1787" y="2446"/>
                    </a:cubicBezTo>
                    <a:cubicBezTo>
                      <a:pt x="1797" y="2443"/>
                      <a:pt x="1803" y="2433"/>
                      <a:pt x="1807" y="2424"/>
                    </a:cubicBezTo>
                    <a:cubicBezTo>
                      <a:pt x="1810" y="2416"/>
                      <a:pt x="1813" y="2408"/>
                      <a:pt x="1813" y="2400"/>
                    </a:cubicBezTo>
                    <a:cubicBezTo>
                      <a:pt x="1813" y="2390"/>
                      <a:pt x="1823" y="2383"/>
                      <a:pt x="1830" y="2377"/>
                    </a:cubicBezTo>
                    <a:cubicBezTo>
                      <a:pt x="1832" y="2374"/>
                      <a:pt x="1834" y="2372"/>
                      <a:pt x="1837" y="2370"/>
                    </a:cubicBezTo>
                    <a:cubicBezTo>
                      <a:pt x="1839" y="2367"/>
                      <a:pt x="1842" y="2365"/>
                      <a:pt x="1844" y="2363"/>
                    </a:cubicBezTo>
                    <a:cubicBezTo>
                      <a:pt x="1847" y="2360"/>
                      <a:pt x="1850" y="2356"/>
                      <a:pt x="1853" y="2354"/>
                    </a:cubicBezTo>
                    <a:cubicBezTo>
                      <a:pt x="1854" y="2353"/>
                      <a:pt x="1856" y="2352"/>
                      <a:pt x="1857" y="2350"/>
                    </a:cubicBezTo>
                    <a:cubicBezTo>
                      <a:pt x="1858" y="2349"/>
                      <a:pt x="1859" y="2347"/>
                      <a:pt x="1860" y="2346"/>
                    </a:cubicBezTo>
                    <a:cubicBezTo>
                      <a:pt x="1861" y="2346"/>
                      <a:pt x="1863" y="2346"/>
                      <a:pt x="1865" y="2346"/>
                    </a:cubicBezTo>
                    <a:cubicBezTo>
                      <a:pt x="1867" y="2345"/>
                      <a:pt x="1868" y="2345"/>
                      <a:pt x="1870" y="2344"/>
                    </a:cubicBezTo>
                    <a:cubicBezTo>
                      <a:pt x="1873" y="2343"/>
                      <a:pt x="1877" y="2343"/>
                      <a:pt x="1880" y="2342"/>
                    </a:cubicBezTo>
                    <a:cubicBezTo>
                      <a:pt x="1885" y="2340"/>
                      <a:pt x="1891" y="2339"/>
                      <a:pt x="1895" y="2334"/>
                    </a:cubicBezTo>
                    <a:cubicBezTo>
                      <a:pt x="1897" y="2331"/>
                      <a:pt x="1899" y="2329"/>
                      <a:pt x="1902" y="2327"/>
                    </a:cubicBezTo>
                    <a:cubicBezTo>
                      <a:pt x="1904" y="2325"/>
                      <a:pt x="1906" y="2322"/>
                      <a:pt x="1908" y="2319"/>
                    </a:cubicBezTo>
                    <a:cubicBezTo>
                      <a:pt x="1910" y="2316"/>
                      <a:pt x="1911" y="2313"/>
                      <a:pt x="1912" y="2310"/>
                    </a:cubicBezTo>
                    <a:cubicBezTo>
                      <a:pt x="1912" y="2307"/>
                      <a:pt x="1911" y="2303"/>
                      <a:pt x="1911" y="2300"/>
                    </a:cubicBezTo>
                    <a:cubicBezTo>
                      <a:pt x="1910" y="2294"/>
                      <a:pt x="1910" y="2289"/>
                      <a:pt x="1909" y="2283"/>
                    </a:cubicBezTo>
                    <a:cubicBezTo>
                      <a:pt x="1909" y="2280"/>
                      <a:pt x="1910" y="2277"/>
                      <a:pt x="1909" y="2274"/>
                    </a:cubicBezTo>
                    <a:cubicBezTo>
                      <a:pt x="1909" y="2272"/>
                      <a:pt x="1908" y="2271"/>
                      <a:pt x="1908" y="2269"/>
                    </a:cubicBezTo>
                    <a:cubicBezTo>
                      <a:pt x="1908" y="2267"/>
                      <a:pt x="1908" y="2265"/>
                      <a:pt x="1909" y="2263"/>
                    </a:cubicBezTo>
                    <a:cubicBezTo>
                      <a:pt x="1908" y="2261"/>
                      <a:pt x="1909" y="2260"/>
                      <a:pt x="1909" y="2258"/>
                    </a:cubicBezTo>
                    <a:cubicBezTo>
                      <a:pt x="1908" y="2256"/>
                      <a:pt x="1908" y="2255"/>
                      <a:pt x="1907" y="2253"/>
                    </a:cubicBezTo>
                    <a:cubicBezTo>
                      <a:pt x="1906" y="2252"/>
                      <a:pt x="1906" y="2251"/>
                      <a:pt x="1905" y="2249"/>
                    </a:cubicBezTo>
                    <a:cubicBezTo>
                      <a:pt x="1904" y="2248"/>
                      <a:pt x="1903" y="2247"/>
                      <a:pt x="1902" y="2246"/>
                    </a:cubicBezTo>
                    <a:cubicBezTo>
                      <a:pt x="1900" y="2242"/>
                      <a:pt x="1902" y="2239"/>
                      <a:pt x="1905" y="2237"/>
                    </a:cubicBezTo>
                    <a:cubicBezTo>
                      <a:pt x="1907" y="2236"/>
                      <a:pt x="1909" y="2235"/>
                      <a:pt x="1911" y="2234"/>
                    </a:cubicBezTo>
                    <a:cubicBezTo>
                      <a:pt x="1913" y="2232"/>
                      <a:pt x="1914" y="2230"/>
                      <a:pt x="1915" y="2228"/>
                    </a:cubicBezTo>
                    <a:cubicBezTo>
                      <a:pt x="1917" y="2225"/>
                      <a:pt x="1918" y="2223"/>
                      <a:pt x="1920" y="2220"/>
                    </a:cubicBezTo>
                    <a:cubicBezTo>
                      <a:pt x="1921" y="2219"/>
                      <a:pt x="1921" y="2218"/>
                      <a:pt x="1922" y="2218"/>
                    </a:cubicBezTo>
                    <a:cubicBezTo>
                      <a:pt x="1924" y="2217"/>
                      <a:pt x="1925" y="2217"/>
                      <a:pt x="1926" y="2216"/>
                    </a:cubicBezTo>
                    <a:cubicBezTo>
                      <a:pt x="1929" y="2214"/>
                      <a:pt x="1932" y="2213"/>
                      <a:pt x="1935" y="2212"/>
                    </a:cubicBezTo>
                    <a:cubicBezTo>
                      <a:pt x="1937" y="2211"/>
                      <a:pt x="1940" y="2210"/>
                      <a:pt x="1942" y="2209"/>
                    </a:cubicBezTo>
                    <a:cubicBezTo>
                      <a:pt x="1945" y="2207"/>
                      <a:pt x="1948" y="2205"/>
                      <a:pt x="1950" y="2203"/>
                    </a:cubicBezTo>
                    <a:cubicBezTo>
                      <a:pt x="1952" y="2202"/>
                      <a:pt x="1954" y="2200"/>
                      <a:pt x="1957" y="2199"/>
                    </a:cubicBezTo>
                    <a:cubicBezTo>
                      <a:pt x="1960" y="2197"/>
                      <a:pt x="1963" y="2196"/>
                      <a:pt x="1966" y="2194"/>
                    </a:cubicBezTo>
                    <a:cubicBezTo>
                      <a:pt x="1968" y="2193"/>
                      <a:pt x="1971" y="2191"/>
                      <a:pt x="1974" y="2190"/>
                    </a:cubicBezTo>
                    <a:cubicBezTo>
                      <a:pt x="1978" y="2189"/>
                      <a:pt x="1982" y="2188"/>
                      <a:pt x="1986" y="2186"/>
                    </a:cubicBezTo>
                    <a:cubicBezTo>
                      <a:pt x="1990" y="2184"/>
                      <a:pt x="1995" y="2186"/>
                      <a:pt x="1999" y="2187"/>
                    </a:cubicBezTo>
                    <a:cubicBezTo>
                      <a:pt x="2003" y="2188"/>
                      <a:pt x="2005" y="2191"/>
                      <a:pt x="2008" y="2194"/>
                    </a:cubicBezTo>
                    <a:cubicBezTo>
                      <a:pt x="2009" y="2196"/>
                      <a:pt x="2011" y="2197"/>
                      <a:pt x="2013" y="2196"/>
                    </a:cubicBezTo>
                    <a:cubicBezTo>
                      <a:pt x="2016" y="2195"/>
                      <a:pt x="2016" y="2192"/>
                      <a:pt x="2017" y="2191"/>
                    </a:cubicBezTo>
                    <a:cubicBezTo>
                      <a:pt x="2019" y="2190"/>
                      <a:pt x="2021" y="2191"/>
                      <a:pt x="2022" y="2193"/>
                    </a:cubicBezTo>
                    <a:cubicBezTo>
                      <a:pt x="2024" y="2195"/>
                      <a:pt x="2024" y="2196"/>
                      <a:pt x="2025" y="2198"/>
                    </a:cubicBezTo>
                    <a:cubicBezTo>
                      <a:pt x="2026" y="2198"/>
                      <a:pt x="2027" y="2199"/>
                      <a:pt x="2028" y="2199"/>
                    </a:cubicBezTo>
                    <a:cubicBezTo>
                      <a:pt x="2029" y="2199"/>
                      <a:pt x="2030" y="2197"/>
                      <a:pt x="2031" y="2196"/>
                    </a:cubicBezTo>
                    <a:cubicBezTo>
                      <a:pt x="2032" y="2195"/>
                      <a:pt x="2032" y="2193"/>
                      <a:pt x="2033" y="2191"/>
                    </a:cubicBezTo>
                    <a:cubicBezTo>
                      <a:pt x="2035" y="2189"/>
                      <a:pt x="2038" y="2188"/>
                      <a:pt x="2040" y="2187"/>
                    </a:cubicBezTo>
                    <a:cubicBezTo>
                      <a:pt x="2042" y="2186"/>
                      <a:pt x="2043" y="2183"/>
                      <a:pt x="2043" y="2181"/>
                    </a:cubicBezTo>
                    <a:cubicBezTo>
                      <a:pt x="2043" y="2178"/>
                      <a:pt x="2043" y="2176"/>
                      <a:pt x="2044" y="2173"/>
                    </a:cubicBezTo>
                    <a:cubicBezTo>
                      <a:pt x="2044" y="2172"/>
                      <a:pt x="2044" y="2170"/>
                      <a:pt x="2044" y="2169"/>
                    </a:cubicBezTo>
                    <a:cubicBezTo>
                      <a:pt x="2045" y="2168"/>
                      <a:pt x="2047" y="2167"/>
                      <a:pt x="2047" y="2167"/>
                    </a:cubicBezTo>
                    <a:cubicBezTo>
                      <a:pt x="2049" y="2166"/>
                      <a:pt x="2054" y="2167"/>
                      <a:pt x="2053" y="2163"/>
                    </a:cubicBezTo>
                    <a:cubicBezTo>
                      <a:pt x="2052" y="2159"/>
                      <a:pt x="2047" y="2160"/>
                      <a:pt x="2045" y="2159"/>
                    </a:cubicBezTo>
                    <a:cubicBezTo>
                      <a:pt x="2043" y="2159"/>
                      <a:pt x="2042" y="2159"/>
                      <a:pt x="2041" y="2158"/>
                    </a:cubicBezTo>
                    <a:cubicBezTo>
                      <a:pt x="2040" y="2157"/>
                      <a:pt x="2041" y="2156"/>
                      <a:pt x="2040" y="2155"/>
                    </a:cubicBezTo>
                    <a:cubicBezTo>
                      <a:pt x="2040" y="2154"/>
                      <a:pt x="2039" y="2153"/>
                      <a:pt x="2039" y="2151"/>
                    </a:cubicBezTo>
                    <a:cubicBezTo>
                      <a:pt x="2039" y="2150"/>
                      <a:pt x="2040" y="2148"/>
                      <a:pt x="2039" y="2147"/>
                    </a:cubicBezTo>
                    <a:cubicBezTo>
                      <a:pt x="2038" y="2146"/>
                      <a:pt x="2036" y="2147"/>
                      <a:pt x="2035" y="2147"/>
                    </a:cubicBezTo>
                    <a:cubicBezTo>
                      <a:pt x="2034" y="2146"/>
                      <a:pt x="2034" y="2143"/>
                      <a:pt x="2034" y="2142"/>
                    </a:cubicBezTo>
                    <a:cubicBezTo>
                      <a:pt x="2033" y="2139"/>
                      <a:pt x="2034" y="2135"/>
                      <a:pt x="2035" y="2131"/>
                    </a:cubicBezTo>
                    <a:cubicBezTo>
                      <a:pt x="2036" y="2129"/>
                      <a:pt x="2037" y="2127"/>
                      <a:pt x="2038" y="2124"/>
                    </a:cubicBezTo>
                    <a:cubicBezTo>
                      <a:pt x="2038" y="2120"/>
                      <a:pt x="2039" y="2117"/>
                      <a:pt x="2038" y="2113"/>
                    </a:cubicBezTo>
                    <a:cubicBezTo>
                      <a:pt x="2038" y="2111"/>
                      <a:pt x="2036" y="2110"/>
                      <a:pt x="2034" y="2109"/>
                    </a:cubicBezTo>
                    <a:cubicBezTo>
                      <a:pt x="2031" y="2106"/>
                      <a:pt x="2029" y="2101"/>
                      <a:pt x="2032" y="2097"/>
                    </a:cubicBezTo>
                    <a:cubicBezTo>
                      <a:pt x="2032" y="2096"/>
                      <a:pt x="2033" y="2095"/>
                      <a:pt x="2034" y="2094"/>
                    </a:cubicBezTo>
                    <a:cubicBezTo>
                      <a:pt x="2034" y="2092"/>
                      <a:pt x="2034" y="2090"/>
                      <a:pt x="2034" y="2088"/>
                    </a:cubicBezTo>
                    <a:cubicBezTo>
                      <a:pt x="2035" y="2086"/>
                      <a:pt x="2035" y="2084"/>
                      <a:pt x="2036" y="2083"/>
                    </a:cubicBezTo>
                    <a:cubicBezTo>
                      <a:pt x="2038" y="2079"/>
                      <a:pt x="2041" y="2077"/>
                      <a:pt x="2044" y="2074"/>
                    </a:cubicBezTo>
                    <a:cubicBezTo>
                      <a:pt x="2045" y="2073"/>
                      <a:pt x="2046" y="2071"/>
                      <a:pt x="2045" y="2069"/>
                    </a:cubicBezTo>
                    <a:cubicBezTo>
                      <a:pt x="2044" y="2068"/>
                      <a:pt x="2042" y="2067"/>
                      <a:pt x="2040" y="2067"/>
                    </a:cubicBezTo>
                    <a:cubicBezTo>
                      <a:pt x="2038" y="2067"/>
                      <a:pt x="2036" y="2067"/>
                      <a:pt x="2034" y="2067"/>
                    </a:cubicBezTo>
                    <a:cubicBezTo>
                      <a:pt x="2032" y="2066"/>
                      <a:pt x="2031" y="2065"/>
                      <a:pt x="2030" y="2063"/>
                    </a:cubicBezTo>
                    <a:cubicBezTo>
                      <a:pt x="2028" y="2061"/>
                      <a:pt x="2027" y="2059"/>
                      <a:pt x="2026" y="2057"/>
                    </a:cubicBezTo>
                    <a:cubicBezTo>
                      <a:pt x="2024" y="2056"/>
                      <a:pt x="2022" y="2054"/>
                      <a:pt x="2021" y="2052"/>
                    </a:cubicBezTo>
                    <a:cubicBezTo>
                      <a:pt x="2020" y="2050"/>
                      <a:pt x="2019" y="2048"/>
                      <a:pt x="2018" y="2046"/>
                    </a:cubicBezTo>
                    <a:cubicBezTo>
                      <a:pt x="2017" y="2045"/>
                      <a:pt x="2016" y="2044"/>
                      <a:pt x="2014" y="2043"/>
                    </a:cubicBezTo>
                    <a:cubicBezTo>
                      <a:pt x="2009" y="2041"/>
                      <a:pt x="2004" y="2039"/>
                      <a:pt x="2000" y="2036"/>
                    </a:cubicBezTo>
                    <a:cubicBezTo>
                      <a:pt x="1996" y="2034"/>
                      <a:pt x="1991" y="2032"/>
                      <a:pt x="1986" y="2031"/>
                    </a:cubicBezTo>
                    <a:cubicBezTo>
                      <a:pt x="1982" y="2030"/>
                      <a:pt x="1978" y="2029"/>
                      <a:pt x="1975" y="2026"/>
                    </a:cubicBezTo>
                    <a:cubicBezTo>
                      <a:pt x="1972" y="2023"/>
                      <a:pt x="1971" y="2018"/>
                      <a:pt x="1969" y="2014"/>
                    </a:cubicBezTo>
                    <a:cubicBezTo>
                      <a:pt x="1967" y="2009"/>
                      <a:pt x="1963" y="2008"/>
                      <a:pt x="1958" y="2008"/>
                    </a:cubicBezTo>
                    <a:cubicBezTo>
                      <a:pt x="1956" y="2008"/>
                      <a:pt x="1953" y="2008"/>
                      <a:pt x="1950" y="2008"/>
                    </a:cubicBezTo>
                    <a:cubicBezTo>
                      <a:pt x="1947" y="2009"/>
                      <a:pt x="1944" y="2008"/>
                      <a:pt x="1941" y="2008"/>
                    </a:cubicBezTo>
                    <a:cubicBezTo>
                      <a:pt x="1939" y="2008"/>
                      <a:pt x="1937" y="2008"/>
                      <a:pt x="1935" y="2008"/>
                    </a:cubicBezTo>
                    <a:cubicBezTo>
                      <a:pt x="1932" y="2008"/>
                      <a:pt x="1930" y="2008"/>
                      <a:pt x="1928" y="2007"/>
                    </a:cubicBezTo>
                    <a:cubicBezTo>
                      <a:pt x="1925" y="2007"/>
                      <a:pt x="1922" y="2007"/>
                      <a:pt x="1920" y="2007"/>
                    </a:cubicBezTo>
                    <a:cubicBezTo>
                      <a:pt x="1918" y="2007"/>
                      <a:pt x="1916" y="2006"/>
                      <a:pt x="1915" y="2004"/>
                    </a:cubicBezTo>
                    <a:cubicBezTo>
                      <a:pt x="1913" y="2003"/>
                      <a:pt x="1911" y="2002"/>
                      <a:pt x="1910" y="2000"/>
                    </a:cubicBezTo>
                    <a:cubicBezTo>
                      <a:pt x="1909" y="1998"/>
                      <a:pt x="1909" y="1996"/>
                      <a:pt x="1909" y="1995"/>
                    </a:cubicBezTo>
                    <a:cubicBezTo>
                      <a:pt x="1909" y="1993"/>
                      <a:pt x="1908" y="1991"/>
                      <a:pt x="1908" y="1989"/>
                    </a:cubicBezTo>
                    <a:cubicBezTo>
                      <a:pt x="1907" y="1986"/>
                      <a:pt x="1907" y="1983"/>
                      <a:pt x="1907" y="1980"/>
                    </a:cubicBezTo>
                    <a:cubicBezTo>
                      <a:pt x="1906" y="1977"/>
                      <a:pt x="1905" y="1976"/>
                      <a:pt x="1903" y="1975"/>
                    </a:cubicBezTo>
                    <a:cubicBezTo>
                      <a:pt x="1901" y="1974"/>
                      <a:pt x="1900" y="1973"/>
                      <a:pt x="1899" y="1971"/>
                    </a:cubicBezTo>
                    <a:cubicBezTo>
                      <a:pt x="1899" y="1967"/>
                      <a:pt x="1900" y="1962"/>
                      <a:pt x="1902" y="1959"/>
                    </a:cubicBezTo>
                    <a:cubicBezTo>
                      <a:pt x="1903" y="1957"/>
                      <a:pt x="1905" y="1956"/>
                      <a:pt x="1906" y="1954"/>
                    </a:cubicBezTo>
                    <a:cubicBezTo>
                      <a:pt x="1908" y="1953"/>
                      <a:pt x="1908" y="1950"/>
                      <a:pt x="1909" y="1948"/>
                    </a:cubicBezTo>
                    <a:cubicBezTo>
                      <a:pt x="1911" y="1945"/>
                      <a:pt x="1913" y="1940"/>
                      <a:pt x="1916" y="1937"/>
                    </a:cubicBezTo>
                    <a:cubicBezTo>
                      <a:pt x="1916" y="1937"/>
                      <a:pt x="1915" y="1937"/>
                      <a:pt x="1916" y="1937"/>
                    </a:cubicBezTo>
                    <a:cubicBezTo>
                      <a:pt x="1916" y="1937"/>
                      <a:pt x="1916" y="1936"/>
                      <a:pt x="1917" y="1936"/>
                    </a:cubicBezTo>
                    <a:cubicBezTo>
                      <a:pt x="1917" y="1935"/>
                      <a:pt x="1918" y="1935"/>
                      <a:pt x="1919" y="1934"/>
                    </a:cubicBezTo>
                    <a:cubicBezTo>
                      <a:pt x="1921" y="1933"/>
                      <a:pt x="1923" y="1931"/>
                      <a:pt x="1925" y="1930"/>
                    </a:cubicBezTo>
                    <a:cubicBezTo>
                      <a:pt x="1928" y="1927"/>
                      <a:pt x="1932" y="1924"/>
                      <a:pt x="1933" y="1919"/>
                    </a:cubicBezTo>
                    <a:cubicBezTo>
                      <a:pt x="1933" y="1914"/>
                      <a:pt x="1931" y="1909"/>
                      <a:pt x="1929" y="1905"/>
                    </a:cubicBezTo>
                    <a:cubicBezTo>
                      <a:pt x="1927" y="1901"/>
                      <a:pt x="1924" y="1896"/>
                      <a:pt x="1924" y="1892"/>
                    </a:cubicBezTo>
                    <a:cubicBezTo>
                      <a:pt x="1925" y="1890"/>
                      <a:pt x="1925" y="1888"/>
                      <a:pt x="1926" y="1886"/>
                    </a:cubicBezTo>
                    <a:cubicBezTo>
                      <a:pt x="1927" y="1883"/>
                      <a:pt x="1928" y="1881"/>
                      <a:pt x="1929" y="1879"/>
                    </a:cubicBezTo>
                    <a:cubicBezTo>
                      <a:pt x="1932" y="1875"/>
                      <a:pt x="1938" y="1873"/>
                      <a:pt x="1942" y="1870"/>
                    </a:cubicBezTo>
                    <a:cubicBezTo>
                      <a:pt x="1946" y="1866"/>
                      <a:pt x="1947" y="1861"/>
                      <a:pt x="1949" y="1856"/>
                    </a:cubicBezTo>
                    <a:cubicBezTo>
                      <a:pt x="1949" y="1854"/>
                      <a:pt x="1951" y="1853"/>
                      <a:pt x="1953" y="1851"/>
                    </a:cubicBezTo>
                    <a:cubicBezTo>
                      <a:pt x="1955" y="1849"/>
                      <a:pt x="1957" y="1846"/>
                      <a:pt x="1958" y="1844"/>
                    </a:cubicBezTo>
                    <a:cubicBezTo>
                      <a:pt x="1961" y="1838"/>
                      <a:pt x="1963" y="1833"/>
                      <a:pt x="1967" y="1827"/>
                    </a:cubicBezTo>
                    <a:cubicBezTo>
                      <a:pt x="1968" y="1825"/>
                      <a:pt x="1970" y="1824"/>
                      <a:pt x="1972" y="1822"/>
                    </a:cubicBezTo>
                    <a:cubicBezTo>
                      <a:pt x="1974" y="1821"/>
                      <a:pt x="1976" y="1820"/>
                      <a:pt x="1978" y="1818"/>
                    </a:cubicBezTo>
                    <a:cubicBezTo>
                      <a:pt x="1979" y="1816"/>
                      <a:pt x="1979" y="1814"/>
                      <a:pt x="1980" y="1812"/>
                    </a:cubicBezTo>
                    <a:cubicBezTo>
                      <a:pt x="1983" y="1808"/>
                      <a:pt x="1985" y="1804"/>
                      <a:pt x="1988" y="1800"/>
                    </a:cubicBezTo>
                    <a:cubicBezTo>
                      <a:pt x="1990" y="1797"/>
                      <a:pt x="1991" y="1795"/>
                      <a:pt x="1993" y="1793"/>
                    </a:cubicBezTo>
                    <a:cubicBezTo>
                      <a:pt x="1996" y="1791"/>
                      <a:pt x="1999" y="1790"/>
                      <a:pt x="2001" y="1787"/>
                    </a:cubicBezTo>
                    <a:cubicBezTo>
                      <a:pt x="2004" y="1784"/>
                      <a:pt x="2007" y="1781"/>
                      <a:pt x="2011" y="1779"/>
                    </a:cubicBezTo>
                    <a:cubicBezTo>
                      <a:pt x="2014" y="1777"/>
                      <a:pt x="2016" y="1775"/>
                      <a:pt x="2018" y="1773"/>
                    </a:cubicBezTo>
                    <a:cubicBezTo>
                      <a:pt x="2021" y="1771"/>
                      <a:pt x="2023" y="1771"/>
                      <a:pt x="2026" y="1771"/>
                    </a:cubicBezTo>
                    <a:cubicBezTo>
                      <a:pt x="2030" y="1771"/>
                      <a:pt x="2033" y="1771"/>
                      <a:pt x="2036" y="1772"/>
                    </a:cubicBezTo>
                    <a:cubicBezTo>
                      <a:pt x="2039" y="1773"/>
                      <a:pt x="2043" y="1775"/>
                      <a:pt x="2046" y="1777"/>
                    </a:cubicBezTo>
                    <a:cubicBezTo>
                      <a:pt x="2048" y="1778"/>
                      <a:pt x="2051" y="1781"/>
                      <a:pt x="2053" y="1782"/>
                    </a:cubicBezTo>
                    <a:cubicBezTo>
                      <a:pt x="2056" y="1784"/>
                      <a:pt x="2059" y="1784"/>
                      <a:pt x="2062" y="1785"/>
                    </a:cubicBezTo>
                    <a:cubicBezTo>
                      <a:pt x="2066" y="1785"/>
                      <a:pt x="2068" y="1784"/>
                      <a:pt x="2071" y="1782"/>
                    </a:cubicBezTo>
                    <a:cubicBezTo>
                      <a:pt x="2072" y="1781"/>
                      <a:pt x="2077" y="1779"/>
                      <a:pt x="2079" y="1781"/>
                    </a:cubicBezTo>
                    <a:cubicBezTo>
                      <a:pt x="2081" y="1782"/>
                      <a:pt x="2075" y="1785"/>
                      <a:pt x="2074" y="1785"/>
                    </a:cubicBezTo>
                    <a:cubicBezTo>
                      <a:pt x="2071" y="1786"/>
                      <a:pt x="2067" y="1785"/>
                      <a:pt x="2065" y="1787"/>
                    </a:cubicBezTo>
                    <a:cubicBezTo>
                      <a:pt x="2063" y="1789"/>
                      <a:pt x="2065" y="1793"/>
                      <a:pt x="2063" y="1796"/>
                    </a:cubicBezTo>
                    <a:cubicBezTo>
                      <a:pt x="2062" y="1798"/>
                      <a:pt x="2058" y="1797"/>
                      <a:pt x="2056" y="1799"/>
                    </a:cubicBezTo>
                    <a:cubicBezTo>
                      <a:pt x="2054" y="1801"/>
                      <a:pt x="2058" y="1806"/>
                      <a:pt x="2060" y="1807"/>
                    </a:cubicBezTo>
                    <a:cubicBezTo>
                      <a:pt x="2062" y="1808"/>
                      <a:pt x="2064" y="1808"/>
                      <a:pt x="2066" y="1809"/>
                    </a:cubicBezTo>
                    <a:cubicBezTo>
                      <a:pt x="2069" y="1809"/>
                      <a:pt x="2071" y="1810"/>
                      <a:pt x="2073" y="1811"/>
                    </a:cubicBezTo>
                    <a:cubicBezTo>
                      <a:pt x="2075" y="1812"/>
                      <a:pt x="2077" y="1813"/>
                      <a:pt x="2079" y="1814"/>
                    </a:cubicBezTo>
                    <a:cubicBezTo>
                      <a:pt x="2084" y="1816"/>
                      <a:pt x="2089" y="1817"/>
                      <a:pt x="2094" y="1819"/>
                    </a:cubicBezTo>
                    <a:cubicBezTo>
                      <a:pt x="2098" y="1821"/>
                      <a:pt x="2101" y="1822"/>
                      <a:pt x="2105" y="1823"/>
                    </a:cubicBezTo>
                    <a:cubicBezTo>
                      <a:pt x="2107" y="1825"/>
                      <a:pt x="2110" y="1827"/>
                      <a:pt x="2112" y="1828"/>
                    </a:cubicBezTo>
                    <a:cubicBezTo>
                      <a:pt x="2115" y="1830"/>
                      <a:pt x="2118" y="1832"/>
                      <a:pt x="2121" y="1833"/>
                    </a:cubicBezTo>
                    <a:cubicBezTo>
                      <a:pt x="2123" y="1834"/>
                      <a:pt x="2126" y="1834"/>
                      <a:pt x="2129" y="1834"/>
                    </a:cubicBezTo>
                    <a:cubicBezTo>
                      <a:pt x="2134" y="1834"/>
                      <a:pt x="2139" y="1837"/>
                      <a:pt x="2144" y="1836"/>
                    </a:cubicBezTo>
                    <a:cubicBezTo>
                      <a:pt x="2152" y="1836"/>
                      <a:pt x="2160" y="1835"/>
                      <a:pt x="2168" y="1836"/>
                    </a:cubicBezTo>
                    <a:cubicBezTo>
                      <a:pt x="2175" y="1836"/>
                      <a:pt x="2183" y="1836"/>
                      <a:pt x="2190" y="1837"/>
                    </a:cubicBezTo>
                    <a:cubicBezTo>
                      <a:pt x="2193" y="1838"/>
                      <a:pt x="2196" y="1839"/>
                      <a:pt x="2199" y="1839"/>
                    </a:cubicBezTo>
                    <a:cubicBezTo>
                      <a:pt x="2201" y="1840"/>
                      <a:pt x="2205" y="1841"/>
                      <a:pt x="2207" y="1843"/>
                    </a:cubicBezTo>
                    <a:cubicBezTo>
                      <a:pt x="2211" y="1846"/>
                      <a:pt x="2210" y="1854"/>
                      <a:pt x="2210" y="1859"/>
                    </a:cubicBezTo>
                    <a:cubicBezTo>
                      <a:pt x="2210" y="1861"/>
                      <a:pt x="2210" y="1864"/>
                      <a:pt x="2212" y="1866"/>
                    </a:cubicBezTo>
                    <a:cubicBezTo>
                      <a:pt x="2214" y="1868"/>
                      <a:pt x="2216" y="1869"/>
                      <a:pt x="2219" y="1871"/>
                    </a:cubicBezTo>
                    <a:cubicBezTo>
                      <a:pt x="2221" y="1873"/>
                      <a:pt x="2222" y="1875"/>
                      <a:pt x="2224" y="1877"/>
                    </a:cubicBezTo>
                    <a:cubicBezTo>
                      <a:pt x="2226" y="1879"/>
                      <a:pt x="2228" y="1881"/>
                      <a:pt x="2230" y="1884"/>
                    </a:cubicBezTo>
                    <a:cubicBezTo>
                      <a:pt x="2231" y="1885"/>
                      <a:pt x="2232" y="1887"/>
                      <a:pt x="2232" y="1890"/>
                    </a:cubicBezTo>
                    <a:cubicBezTo>
                      <a:pt x="2231" y="1892"/>
                      <a:pt x="2229" y="1893"/>
                      <a:pt x="2228" y="1895"/>
                    </a:cubicBezTo>
                    <a:cubicBezTo>
                      <a:pt x="2225" y="1900"/>
                      <a:pt x="2228" y="1907"/>
                      <a:pt x="2230" y="1912"/>
                    </a:cubicBezTo>
                    <a:cubicBezTo>
                      <a:pt x="2232" y="1917"/>
                      <a:pt x="2235" y="1921"/>
                      <a:pt x="2237" y="1926"/>
                    </a:cubicBezTo>
                    <a:cubicBezTo>
                      <a:pt x="2241" y="1932"/>
                      <a:pt x="2246" y="1937"/>
                      <a:pt x="2252" y="1941"/>
                    </a:cubicBezTo>
                    <a:cubicBezTo>
                      <a:pt x="2254" y="1943"/>
                      <a:pt x="2257" y="1945"/>
                      <a:pt x="2259" y="1947"/>
                    </a:cubicBezTo>
                    <a:cubicBezTo>
                      <a:pt x="2260" y="1948"/>
                      <a:pt x="2262" y="1950"/>
                      <a:pt x="2264" y="1952"/>
                    </a:cubicBezTo>
                    <a:cubicBezTo>
                      <a:pt x="2268" y="1955"/>
                      <a:pt x="2273" y="1953"/>
                      <a:pt x="2277" y="1954"/>
                    </a:cubicBezTo>
                    <a:cubicBezTo>
                      <a:pt x="2282" y="1954"/>
                      <a:pt x="2289" y="1954"/>
                      <a:pt x="2293" y="1956"/>
                    </a:cubicBezTo>
                    <a:cubicBezTo>
                      <a:pt x="2297" y="1958"/>
                      <a:pt x="2299" y="1962"/>
                      <a:pt x="2304" y="1963"/>
                    </a:cubicBezTo>
                    <a:cubicBezTo>
                      <a:pt x="2309" y="1964"/>
                      <a:pt x="2313" y="1964"/>
                      <a:pt x="2315" y="1959"/>
                    </a:cubicBezTo>
                    <a:cubicBezTo>
                      <a:pt x="2316" y="1956"/>
                      <a:pt x="2315" y="1954"/>
                      <a:pt x="2316" y="1951"/>
                    </a:cubicBezTo>
                    <a:cubicBezTo>
                      <a:pt x="2317" y="1947"/>
                      <a:pt x="2317" y="1943"/>
                      <a:pt x="2318" y="1940"/>
                    </a:cubicBezTo>
                    <a:cubicBezTo>
                      <a:pt x="2319" y="1937"/>
                      <a:pt x="2320" y="1935"/>
                      <a:pt x="2320" y="1932"/>
                    </a:cubicBezTo>
                    <a:cubicBezTo>
                      <a:pt x="2320" y="1926"/>
                      <a:pt x="2320" y="1921"/>
                      <a:pt x="2322" y="1916"/>
                    </a:cubicBezTo>
                    <a:cubicBezTo>
                      <a:pt x="2324" y="1910"/>
                      <a:pt x="2327" y="1905"/>
                      <a:pt x="2331" y="1900"/>
                    </a:cubicBezTo>
                    <a:cubicBezTo>
                      <a:pt x="2335" y="1895"/>
                      <a:pt x="2341" y="1892"/>
                      <a:pt x="2343" y="1885"/>
                    </a:cubicBezTo>
                    <a:cubicBezTo>
                      <a:pt x="2343" y="1882"/>
                      <a:pt x="2344" y="1878"/>
                      <a:pt x="2343" y="1875"/>
                    </a:cubicBezTo>
                    <a:close/>
                    <a:moveTo>
                      <a:pt x="437" y="238"/>
                    </a:moveTo>
                    <a:cubicBezTo>
                      <a:pt x="432" y="242"/>
                      <a:pt x="428" y="247"/>
                      <a:pt x="424" y="251"/>
                    </a:cubicBezTo>
                    <a:cubicBezTo>
                      <a:pt x="419" y="256"/>
                      <a:pt x="407" y="258"/>
                      <a:pt x="406" y="267"/>
                    </a:cubicBezTo>
                    <a:cubicBezTo>
                      <a:pt x="405" y="270"/>
                      <a:pt x="406" y="274"/>
                      <a:pt x="406" y="278"/>
                    </a:cubicBezTo>
                    <a:cubicBezTo>
                      <a:pt x="405" y="279"/>
                      <a:pt x="405" y="281"/>
                      <a:pt x="404" y="282"/>
                    </a:cubicBezTo>
                    <a:cubicBezTo>
                      <a:pt x="402" y="285"/>
                      <a:pt x="398" y="286"/>
                      <a:pt x="397" y="289"/>
                    </a:cubicBezTo>
                    <a:cubicBezTo>
                      <a:pt x="396" y="291"/>
                      <a:pt x="397" y="294"/>
                      <a:pt x="398" y="296"/>
                    </a:cubicBezTo>
                    <a:cubicBezTo>
                      <a:pt x="399" y="297"/>
                      <a:pt x="401" y="300"/>
                      <a:pt x="401" y="301"/>
                    </a:cubicBezTo>
                    <a:cubicBezTo>
                      <a:pt x="401" y="302"/>
                      <a:pt x="400" y="308"/>
                      <a:pt x="399" y="308"/>
                    </a:cubicBezTo>
                    <a:cubicBezTo>
                      <a:pt x="395" y="306"/>
                      <a:pt x="393" y="304"/>
                      <a:pt x="392" y="300"/>
                    </a:cubicBezTo>
                    <a:cubicBezTo>
                      <a:pt x="390" y="295"/>
                      <a:pt x="390" y="290"/>
                      <a:pt x="392" y="285"/>
                    </a:cubicBezTo>
                    <a:cubicBezTo>
                      <a:pt x="394" y="281"/>
                      <a:pt x="397" y="278"/>
                      <a:pt x="397" y="274"/>
                    </a:cubicBezTo>
                    <a:cubicBezTo>
                      <a:pt x="397" y="271"/>
                      <a:pt x="393" y="268"/>
                      <a:pt x="391" y="265"/>
                    </a:cubicBezTo>
                    <a:cubicBezTo>
                      <a:pt x="389" y="263"/>
                      <a:pt x="383" y="257"/>
                      <a:pt x="386" y="253"/>
                    </a:cubicBezTo>
                    <a:cubicBezTo>
                      <a:pt x="390" y="248"/>
                      <a:pt x="397" y="257"/>
                      <a:pt x="402" y="257"/>
                    </a:cubicBezTo>
                    <a:cubicBezTo>
                      <a:pt x="402" y="253"/>
                      <a:pt x="405" y="253"/>
                      <a:pt x="407" y="253"/>
                    </a:cubicBezTo>
                    <a:cubicBezTo>
                      <a:pt x="410" y="252"/>
                      <a:pt x="411" y="250"/>
                      <a:pt x="412" y="247"/>
                    </a:cubicBezTo>
                    <a:cubicBezTo>
                      <a:pt x="414" y="244"/>
                      <a:pt x="416" y="241"/>
                      <a:pt x="419" y="239"/>
                    </a:cubicBezTo>
                    <a:cubicBezTo>
                      <a:pt x="421" y="238"/>
                      <a:pt x="424" y="236"/>
                      <a:pt x="425" y="233"/>
                    </a:cubicBezTo>
                    <a:cubicBezTo>
                      <a:pt x="428" y="228"/>
                      <a:pt x="426" y="219"/>
                      <a:pt x="431" y="214"/>
                    </a:cubicBezTo>
                    <a:cubicBezTo>
                      <a:pt x="432" y="212"/>
                      <a:pt x="436" y="212"/>
                      <a:pt x="438" y="214"/>
                    </a:cubicBezTo>
                    <a:cubicBezTo>
                      <a:pt x="440" y="216"/>
                      <a:pt x="439" y="221"/>
                      <a:pt x="440" y="224"/>
                    </a:cubicBezTo>
                    <a:cubicBezTo>
                      <a:pt x="441" y="229"/>
                      <a:pt x="443" y="236"/>
                      <a:pt x="437" y="238"/>
                    </a:cubicBezTo>
                    <a:close/>
                    <a:moveTo>
                      <a:pt x="560" y="206"/>
                    </a:moveTo>
                    <a:cubicBezTo>
                      <a:pt x="557" y="210"/>
                      <a:pt x="557" y="214"/>
                      <a:pt x="555" y="219"/>
                    </a:cubicBezTo>
                    <a:cubicBezTo>
                      <a:pt x="554" y="222"/>
                      <a:pt x="551" y="222"/>
                      <a:pt x="548" y="223"/>
                    </a:cubicBezTo>
                    <a:cubicBezTo>
                      <a:pt x="544" y="226"/>
                      <a:pt x="542" y="231"/>
                      <a:pt x="541" y="236"/>
                    </a:cubicBezTo>
                    <a:cubicBezTo>
                      <a:pt x="539" y="245"/>
                      <a:pt x="536" y="255"/>
                      <a:pt x="541" y="264"/>
                    </a:cubicBezTo>
                    <a:cubicBezTo>
                      <a:pt x="546" y="271"/>
                      <a:pt x="552" y="278"/>
                      <a:pt x="556" y="286"/>
                    </a:cubicBezTo>
                    <a:cubicBezTo>
                      <a:pt x="558" y="288"/>
                      <a:pt x="561" y="295"/>
                      <a:pt x="559" y="297"/>
                    </a:cubicBezTo>
                    <a:cubicBezTo>
                      <a:pt x="556" y="300"/>
                      <a:pt x="553" y="294"/>
                      <a:pt x="553" y="292"/>
                    </a:cubicBezTo>
                    <a:cubicBezTo>
                      <a:pt x="551" y="287"/>
                      <a:pt x="549" y="283"/>
                      <a:pt x="544" y="280"/>
                    </a:cubicBezTo>
                    <a:cubicBezTo>
                      <a:pt x="540" y="278"/>
                      <a:pt x="536" y="276"/>
                      <a:pt x="533" y="271"/>
                    </a:cubicBezTo>
                    <a:cubicBezTo>
                      <a:pt x="531" y="268"/>
                      <a:pt x="532" y="264"/>
                      <a:pt x="532" y="259"/>
                    </a:cubicBezTo>
                    <a:cubicBezTo>
                      <a:pt x="532" y="256"/>
                      <a:pt x="531" y="254"/>
                      <a:pt x="527" y="255"/>
                    </a:cubicBezTo>
                    <a:cubicBezTo>
                      <a:pt x="522" y="257"/>
                      <a:pt x="520" y="263"/>
                      <a:pt x="515" y="264"/>
                    </a:cubicBezTo>
                    <a:cubicBezTo>
                      <a:pt x="512" y="264"/>
                      <a:pt x="512" y="264"/>
                      <a:pt x="512" y="267"/>
                    </a:cubicBezTo>
                    <a:cubicBezTo>
                      <a:pt x="511" y="269"/>
                      <a:pt x="511" y="272"/>
                      <a:pt x="510" y="274"/>
                    </a:cubicBezTo>
                    <a:cubicBezTo>
                      <a:pt x="508" y="278"/>
                      <a:pt x="506" y="279"/>
                      <a:pt x="502" y="281"/>
                    </a:cubicBezTo>
                    <a:cubicBezTo>
                      <a:pt x="499" y="284"/>
                      <a:pt x="496" y="290"/>
                      <a:pt x="491" y="289"/>
                    </a:cubicBezTo>
                    <a:cubicBezTo>
                      <a:pt x="494" y="285"/>
                      <a:pt x="498" y="281"/>
                      <a:pt x="501" y="277"/>
                    </a:cubicBezTo>
                    <a:cubicBezTo>
                      <a:pt x="504" y="273"/>
                      <a:pt x="504" y="269"/>
                      <a:pt x="505" y="264"/>
                    </a:cubicBezTo>
                    <a:cubicBezTo>
                      <a:pt x="505" y="260"/>
                      <a:pt x="505" y="257"/>
                      <a:pt x="510" y="256"/>
                    </a:cubicBezTo>
                    <a:cubicBezTo>
                      <a:pt x="515" y="254"/>
                      <a:pt x="519" y="253"/>
                      <a:pt x="523" y="249"/>
                    </a:cubicBezTo>
                    <a:cubicBezTo>
                      <a:pt x="532" y="242"/>
                      <a:pt x="539" y="229"/>
                      <a:pt x="541" y="218"/>
                    </a:cubicBezTo>
                    <a:cubicBezTo>
                      <a:pt x="542" y="214"/>
                      <a:pt x="542" y="207"/>
                      <a:pt x="545" y="205"/>
                    </a:cubicBezTo>
                    <a:cubicBezTo>
                      <a:pt x="548" y="202"/>
                      <a:pt x="555" y="203"/>
                      <a:pt x="559" y="203"/>
                    </a:cubicBezTo>
                    <a:cubicBezTo>
                      <a:pt x="563" y="202"/>
                      <a:pt x="562" y="203"/>
                      <a:pt x="560" y="206"/>
                    </a:cubicBezTo>
                    <a:close/>
                    <a:moveTo>
                      <a:pt x="696" y="314"/>
                    </a:moveTo>
                    <a:cubicBezTo>
                      <a:pt x="695" y="317"/>
                      <a:pt x="691" y="319"/>
                      <a:pt x="690" y="322"/>
                    </a:cubicBezTo>
                    <a:cubicBezTo>
                      <a:pt x="688" y="326"/>
                      <a:pt x="690" y="328"/>
                      <a:pt x="691" y="331"/>
                    </a:cubicBezTo>
                    <a:cubicBezTo>
                      <a:pt x="693" y="338"/>
                      <a:pt x="688" y="343"/>
                      <a:pt x="683" y="345"/>
                    </a:cubicBezTo>
                    <a:cubicBezTo>
                      <a:pt x="680" y="346"/>
                      <a:pt x="678" y="345"/>
                      <a:pt x="676" y="347"/>
                    </a:cubicBezTo>
                    <a:cubicBezTo>
                      <a:pt x="674" y="348"/>
                      <a:pt x="672" y="351"/>
                      <a:pt x="670" y="351"/>
                    </a:cubicBezTo>
                    <a:cubicBezTo>
                      <a:pt x="670" y="347"/>
                      <a:pt x="670" y="345"/>
                      <a:pt x="673" y="342"/>
                    </a:cubicBezTo>
                    <a:cubicBezTo>
                      <a:pt x="676" y="340"/>
                      <a:pt x="678" y="338"/>
                      <a:pt x="679" y="334"/>
                    </a:cubicBezTo>
                    <a:cubicBezTo>
                      <a:pt x="681" y="328"/>
                      <a:pt x="679" y="321"/>
                      <a:pt x="681" y="315"/>
                    </a:cubicBezTo>
                    <a:cubicBezTo>
                      <a:pt x="683" y="311"/>
                      <a:pt x="687" y="303"/>
                      <a:pt x="693" y="306"/>
                    </a:cubicBezTo>
                    <a:cubicBezTo>
                      <a:pt x="696" y="307"/>
                      <a:pt x="697" y="311"/>
                      <a:pt x="696" y="314"/>
                    </a:cubicBezTo>
                    <a:close/>
                    <a:moveTo>
                      <a:pt x="828" y="341"/>
                    </a:moveTo>
                    <a:cubicBezTo>
                      <a:pt x="825" y="345"/>
                      <a:pt x="821" y="349"/>
                      <a:pt x="817" y="353"/>
                    </a:cubicBezTo>
                    <a:cubicBezTo>
                      <a:pt x="814" y="356"/>
                      <a:pt x="810" y="359"/>
                      <a:pt x="808" y="364"/>
                    </a:cubicBezTo>
                    <a:cubicBezTo>
                      <a:pt x="805" y="372"/>
                      <a:pt x="806" y="384"/>
                      <a:pt x="807" y="393"/>
                    </a:cubicBezTo>
                    <a:cubicBezTo>
                      <a:pt x="807" y="399"/>
                      <a:pt x="807" y="405"/>
                      <a:pt x="804" y="410"/>
                    </a:cubicBezTo>
                    <a:cubicBezTo>
                      <a:pt x="800" y="417"/>
                      <a:pt x="792" y="416"/>
                      <a:pt x="788" y="409"/>
                    </a:cubicBezTo>
                    <a:cubicBezTo>
                      <a:pt x="787" y="406"/>
                      <a:pt x="789" y="402"/>
                      <a:pt x="788" y="399"/>
                    </a:cubicBezTo>
                    <a:cubicBezTo>
                      <a:pt x="783" y="401"/>
                      <a:pt x="780" y="411"/>
                      <a:pt x="773" y="406"/>
                    </a:cubicBezTo>
                    <a:cubicBezTo>
                      <a:pt x="769" y="404"/>
                      <a:pt x="767" y="400"/>
                      <a:pt x="769" y="396"/>
                    </a:cubicBezTo>
                    <a:cubicBezTo>
                      <a:pt x="771" y="393"/>
                      <a:pt x="776" y="391"/>
                      <a:pt x="777" y="387"/>
                    </a:cubicBezTo>
                    <a:cubicBezTo>
                      <a:pt x="778" y="382"/>
                      <a:pt x="774" y="379"/>
                      <a:pt x="774" y="375"/>
                    </a:cubicBezTo>
                    <a:cubicBezTo>
                      <a:pt x="773" y="370"/>
                      <a:pt x="778" y="369"/>
                      <a:pt x="781" y="368"/>
                    </a:cubicBezTo>
                    <a:cubicBezTo>
                      <a:pt x="793" y="364"/>
                      <a:pt x="800" y="355"/>
                      <a:pt x="809" y="347"/>
                    </a:cubicBezTo>
                    <a:cubicBezTo>
                      <a:pt x="814" y="343"/>
                      <a:pt x="818" y="339"/>
                      <a:pt x="821" y="334"/>
                    </a:cubicBezTo>
                    <a:cubicBezTo>
                      <a:pt x="824" y="328"/>
                      <a:pt x="826" y="323"/>
                      <a:pt x="829" y="317"/>
                    </a:cubicBezTo>
                    <a:cubicBezTo>
                      <a:pt x="832" y="313"/>
                      <a:pt x="835" y="308"/>
                      <a:pt x="840" y="306"/>
                    </a:cubicBezTo>
                    <a:cubicBezTo>
                      <a:pt x="843" y="304"/>
                      <a:pt x="846" y="307"/>
                      <a:pt x="846" y="310"/>
                    </a:cubicBezTo>
                    <a:cubicBezTo>
                      <a:pt x="846" y="322"/>
                      <a:pt x="836" y="333"/>
                      <a:pt x="828" y="341"/>
                    </a:cubicBezTo>
                    <a:close/>
                    <a:moveTo>
                      <a:pt x="991" y="1194"/>
                    </a:moveTo>
                    <a:cubicBezTo>
                      <a:pt x="989" y="1196"/>
                      <a:pt x="982" y="1197"/>
                      <a:pt x="980" y="1195"/>
                    </a:cubicBezTo>
                    <a:cubicBezTo>
                      <a:pt x="979" y="1195"/>
                      <a:pt x="978" y="1192"/>
                      <a:pt x="977" y="1192"/>
                    </a:cubicBezTo>
                    <a:cubicBezTo>
                      <a:pt x="977" y="1190"/>
                      <a:pt x="977" y="1189"/>
                      <a:pt x="976" y="1188"/>
                    </a:cubicBezTo>
                    <a:cubicBezTo>
                      <a:pt x="975" y="1187"/>
                      <a:pt x="973" y="1186"/>
                      <a:pt x="972" y="1186"/>
                    </a:cubicBezTo>
                    <a:cubicBezTo>
                      <a:pt x="967" y="1183"/>
                      <a:pt x="967" y="1176"/>
                      <a:pt x="967" y="1171"/>
                    </a:cubicBezTo>
                    <a:cubicBezTo>
                      <a:pt x="969" y="1163"/>
                      <a:pt x="977" y="1163"/>
                      <a:pt x="983" y="1163"/>
                    </a:cubicBezTo>
                    <a:cubicBezTo>
                      <a:pt x="987" y="1163"/>
                      <a:pt x="992" y="1163"/>
                      <a:pt x="993" y="1167"/>
                    </a:cubicBezTo>
                    <a:cubicBezTo>
                      <a:pt x="993" y="1171"/>
                      <a:pt x="992" y="1175"/>
                      <a:pt x="992" y="1179"/>
                    </a:cubicBezTo>
                    <a:cubicBezTo>
                      <a:pt x="992" y="1183"/>
                      <a:pt x="993" y="1191"/>
                      <a:pt x="991" y="1194"/>
                    </a:cubicBezTo>
                    <a:close/>
                    <a:moveTo>
                      <a:pt x="1034" y="1319"/>
                    </a:moveTo>
                    <a:cubicBezTo>
                      <a:pt x="1031" y="1321"/>
                      <a:pt x="1020" y="1309"/>
                      <a:pt x="1019" y="1307"/>
                    </a:cubicBezTo>
                    <a:cubicBezTo>
                      <a:pt x="1017" y="1301"/>
                      <a:pt x="1022" y="1301"/>
                      <a:pt x="1025" y="1298"/>
                    </a:cubicBezTo>
                    <a:cubicBezTo>
                      <a:pt x="1026" y="1297"/>
                      <a:pt x="1027" y="1295"/>
                      <a:pt x="1030" y="1294"/>
                    </a:cubicBezTo>
                    <a:cubicBezTo>
                      <a:pt x="1032" y="1294"/>
                      <a:pt x="1034" y="1296"/>
                      <a:pt x="1035" y="1296"/>
                    </a:cubicBezTo>
                    <a:cubicBezTo>
                      <a:pt x="1039" y="1298"/>
                      <a:pt x="1045" y="1298"/>
                      <a:pt x="1046" y="1303"/>
                    </a:cubicBezTo>
                    <a:cubicBezTo>
                      <a:pt x="1047" y="1309"/>
                      <a:pt x="1038" y="1315"/>
                      <a:pt x="1034" y="1319"/>
                    </a:cubicBezTo>
                    <a:close/>
                    <a:moveTo>
                      <a:pt x="1049" y="1052"/>
                    </a:moveTo>
                    <a:cubicBezTo>
                      <a:pt x="1047" y="1059"/>
                      <a:pt x="1038" y="1055"/>
                      <a:pt x="1034" y="1055"/>
                    </a:cubicBezTo>
                    <a:cubicBezTo>
                      <a:pt x="1033" y="1055"/>
                      <a:pt x="1031" y="1055"/>
                      <a:pt x="1030" y="1055"/>
                    </a:cubicBezTo>
                    <a:cubicBezTo>
                      <a:pt x="1028" y="1055"/>
                      <a:pt x="1024" y="1056"/>
                      <a:pt x="1021" y="1055"/>
                    </a:cubicBezTo>
                    <a:cubicBezTo>
                      <a:pt x="1021" y="1055"/>
                      <a:pt x="1021" y="1055"/>
                      <a:pt x="1021" y="1054"/>
                    </a:cubicBezTo>
                    <a:cubicBezTo>
                      <a:pt x="1019" y="1053"/>
                      <a:pt x="1020" y="1048"/>
                      <a:pt x="1019" y="1045"/>
                    </a:cubicBezTo>
                    <a:cubicBezTo>
                      <a:pt x="1017" y="1042"/>
                      <a:pt x="1015" y="1041"/>
                      <a:pt x="1014" y="1037"/>
                    </a:cubicBezTo>
                    <a:cubicBezTo>
                      <a:pt x="1014" y="1034"/>
                      <a:pt x="1013" y="1029"/>
                      <a:pt x="1016" y="1027"/>
                    </a:cubicBezTo>
                    <a:cubicBezTo>
                      <a:pt x="1018" y="1025"/>
                      <a:pt x="1022" y="1026"/>
                      <a:pt x="1025" y="1028"/>
                    </a:cubicBezTo>
                    <a:cubicBezTo>
                      <a:pt x="1028" y="1030"/>
                      <a:pt x="1030" y="1031"/>
                      <a:pt x="1034" y="1030"/>
                    </a:cubicBezTo>
                    <a:cubicBezTo>
                      <a:pt x="1038" y="1030"/>
                      <a:pt x="1042" y="1030"/>
                      <a:pt x="1044" y="1034"/>
                    </a:cubicBezTo>
                    <a:cubicBezTo>
                      <a:pt x="1048" y="1038"/>
                      <a:pt x="1042" y="1039"/>
                      <a:pt x="1042" y="1042"/>
                    </a:cubicBezTo>
                    <a:cubicBezTo>
                      <a:pt x="1041" y="1047"/>
                      <a:pt x="1050" y="1047"/>
                      <a:pt x="1049" y="1052"/>
                    </a:cubicBezTo>
                    <a:close/>
                    <a:moveTo>
                      <a:pt x="1082" y="663"/>
                    </a:moveTo>
                    <a:cubicBezTo>
                      <a:pt x="1081" y="665"/>
                      <a:pt x="1077" y="667"/>
                      <a:pt x="1075" y="668"/>
                    </a:cubicBezTo>
                    <a:cubicBezTo>
                      <a:pt x="1075" y="667"/>
                      <a:pt x="1074" y="669"/>
                      <a:pt x="1073" y="670"/>
                    </a:cubicBezTo>
                    <a:cubicBezTo>
                      <a:pt x="1072" y="671"/>
                      <a:pt x="1071" y="671"/>
                      <a:pt x="1069" y="671"/>
                    </a:cubicBezTo>
                    <a:cubicBezTo>
                      <a:pt x="1068" y="671"/>
                      <a:pt x="1067" y="671"/>
                      <a:pt x="1065" y="671"/>
                    </a:cubicBezTo>
                    <a:cubicBezTo>
                      <a:pt x="1064" y="671"/>
                      <a:pt x="1062" y="671"/>
                      <a:pt x="1060" y="671"/>
                    </a:cubicBezTo>
                    <a:cubicBezTo>
                      <a:pt x="1059" y="670"/>
                      <a:pt x="1057" y="671"/>
                      <a:pt x="1055" y="670"/>
                    </a:cubicBezTo>
                    <a:cubicBezTo>
                      <a:pt x="1053" y="668"/>
                      <a:pt x="1054" y="665"/>
                      <a:pt x="1054" y="663"/>
                    </a:cubicBezTo>
                    <a:cubicBezTo>
                      <a:pt x="1054" y="660"/>
                      <a:pt x="1054" y="658"/>
                      <a:pt x="1053" y="655"/>
                    </a:cubicBezTo>
                    <a:cubicBezTo>
                      <a:pt x="1052" y="649"/>
                      <a:pt x="1058" y="646"/>
                      <a:pt x="1064" y="649"/>
                    </a:cubicBezTo>
                    <a:cubicBezTo>
                      <a:pt x="1067" y="651"/>
                      <a:pt x="1068" y="652"/>
                      <a:pt x="1070" y="649"/>
                    </a:cubicBezTo>
                    <a:cubicBezTo>
                      <a:pt x="1072" y="646"/>
                      <a:pt x="1076" y="643"/>
                      <a:pt x="1079" y="645"/>
                    </a:cubicBezTo>
                    <a:cubicBezTo>
                      <a:pt x="1081" y="648"/>
                      <a:pt x="1081" y="651"/>
                      <a:pt x="1081" y="654"/>
                    </a:cubicBezTo>
                    <a:cubicBezTo>
                      <a:pt x="1082" y="656"/>
                      <a:pt x="1083" y="661"/>
                      <a:pt x="1082" y="663"/>
                    </a:cubicBezTo>
                    <a:close/>
                    <a:moveTo>
                      <a:pt x="1725" y="1411"/>
                    </a:moveTo>
                    <a:cubicBezTo>
                      <a:pt x="1723" y="1412"/>
                      <a:pt x="1721" y="1414"/>
                      <a:pt x="1719" y="1415"/>
                    </a:cubicBezTo>
                    <a:cubicBezTo>
                      <a:pt x="1717" y="1416"/>
                      <a:pt x="1714" y="1415"/>
                      <a:pt x="1712" y="1415"/>
                    </a:cubicBezTo>
                    <a:cubicBezTo>
                      <a:pt x="1710" y="1415"/>
                      <a:pt x="1709" y="1415"/>
                      <a:pt x="1708" y="1415"/>
                    </a:cubicBezTo>
                    <a:cubicBezTo>
                      <a:pt x="1705" y="1415"/>
                      <a:pt x="1700" y="1414"/>
                      <a:pt x="1699" y="1412"/>
                    </a:cubicBezTo>
                    <a:cubicBezTo>
                      <a:pt x="1697" y="1408"/>
                      <a:pt x="1693" y="1411"/>
                      <a:pt x="1692" y="1414"/>
                    </a:cubicBezTo>
                    <a:cubicBezTo>
                      <a:pt x="1692" y="1415"/>
                      <a:pt x="1692" y="1417"/>
                      <a:pt x="1689" y="1418"/>
                    </a:cubicBezTo>
                    <a:cubicBezTo>
                      <a:pt x="1687" y="1418"/>
                      <a:pt x="1687" y="1417"/>
                      <a:pt x="1686" y="1415"/>
                    </a:cubicBezTo>
                    <a:cubicBezTo>
                      <a:pt x="1685" y="1414"/>
                      <a:pt x="1683" y="1414"/>
                      <a:pt x="1681" y="1414"/>
                    </a:cubicBezTo>
                    <a:cubicBezTo>
                      <a:pt x="1680" y="1414"/>
                      <a:pt x="1679" y="1414"/>
                      <a:pt x="1677" y="1413"/>
                    </a:cubicBezTo>
                    <a:cubicBezTo>
                      <a:pt x="1676" y="1412"/>
                      <a:pt x="1674" y="1410"/>
                      <a:pt x="1674" y="1409"/>
                    </a:cubicBezTo>
                    <a:cubicBezTo>
                      <a:pt x="1675" y="1407"/>
                      <a:pt x="1677" y="1406"/>
                      <a:pt x="1678" y="1406"/>
                    </a:cubicBezTo>
                    <a:cubicBezTo>
                      <a:pt x="1682" y="1405"/>
                      <a:pt x="1686" y="1406"/>
                      <a:pt x="1690" y="1405"/>
                    </a:cubicBezTo>
                    <a:cubicBezTo>
                      <a:pt x="1695" y="1405"/>
                      <a:pt x="1700" y="1405"/>
                      <a:pt x="1705" y="1405"/>
                    </a:cubicBezTo>
                    <a:cubicBezTo>
                      <a:pt x="1707" y="1405"/>
                      <a:pt x="1709" y="1405"/>
                      <a:pt x="1712" y="1406"/>
                    </a:cubicBezTo>
                    <a:cubicBezTo>
                      <a:pt x="1714" y="1406"/>
                      <a:pt x="1716" y="1406"/>
                      <a:pt x="1718" y="1406"/>
                    </a:cubicBezTo>
                    <a:cubicBezTo>
                      <a:pt x="1720" y="1406"/>
                      <a:pt x="1722" y="1406"/>
                      <a:pt x="1724" y="1405"/>
                    </a:cubicBezTo>
                    <a:cubicBezTo>
                      <a:pt x="1725" y="1405"/>
                      <a:pt x="1726" y="1405"/>
                      <a:pt x="1727" y="1407"/>
                    </a:cubicBezTo>
                    <a:cubicBezTo>
                      <a:pt x="1729" y="1409"/>
                      <a:pt x="1727" y="1410"/>
                      <a:pt x="1725" y="1411"/>
                    </a:cubicBezTo>
                    <a:close/>
                    <a:moveTo>
                      <a:pt x="1778" y="1411"/>
                    </a:moveTo>
                    <a:cubicBezTo>
                      <a:pt x="1777" y="1412"/>
                      <a:pt x="1776" y="1413"/>
                      <a:pt x="1775" y="1415"/>
                    </a:cubicBezTo>
                    <a:cubicBezTo>
                      <a:pt x="1775" y="1416"/>
                      <a:pt x="1776" y="1417"/>
                      <a:pt x="1776" y="1418"/>
                    </a:cubicBezTo>
                    <a:cubicBezTo>
                      <a:pt x="1776" y="1420"/>
                      <a:pt x="1775" y="1422"/>
                      <a:pt x="1773" y="1423"/>
                    </a:cubicBezTo>
                    <a:cubicBezTo>
                      <a:pt x="1772" y="1423"/>
                      <a:pt x="1769" y="1421"/>
                      <a:pt x="1768" y="1420"/>
                    </a:cubicBezTo>
                    <a:cubicBezTo>
                      <a:pt x="1766" y="1419"/>
                      <a:pt x="1765" y="1419"/>
                      <a:pt x="1763" y="1419"/>
                    </a:cubicBezTo>
                    <a:cubicBezTo>
                      <a:pt x="1761" y="1419"/>
                      <a:pt x="1759" y="1419"/>
                      <a:pt x="1757" y="1419"/>
                    </a:cubicBezTo>
                    <a:cubicBezTo>
                      <a:pt x="1755" y="1418"/>
                      <a:pt x="1754" y="1417"/>
                      <a:pt x="1753" y="1415"/>
                    </a:cubicBezTo>
                    <a:cubicBezTo>
                      <a:pt x="1751" y="1413"/>
                      <a:pt x="1750" y="1412"/>
                      <a:pt x="1750" y="1410"/>
                    </a:cubicBezTo>
                    <a:cubicBezTo>
                      <a:pt x="1751" y="1406"/>
                      <a:pt x="1752" y="1406"/>
                      <a:pt x="1756" y="1406"/>
                    </a:cubicBezTo>
                    <a:cubicBezTo>
                      <a:pt x="1759" y="1406"/>
                      <a:pt x="1762" y="1406"/>
                      <a:pt x="1765" y="1406"/>
                    </a:cubicBezTo>
                    <a:cubicBezTo>
                      <a:pt x="1768" y="1406"/>
                      <a:pt x="1771" y="1406"/>
                      <a:pt x="1775" y="1406"/>
                    </a:cubicBezTo>
                    <a:cubicBezTo>
                      <a:pt x="1777" y="1406"/>
                      <a:pt x="1778" y="1409"/>
                      <a:pt x="1778" y="14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0" name="Freeform 2039">
                <a:extLst>
                  <a:ext uri="{FF2B5EF4-FFF2-40B4-BE49-F238E27FC236}">
                    <a16:creationId xmlns:a16="http://schemas.microsoft.com/office/drawing/2014/main" id="{EBB899D6-2D12-EF4C-9746-94FCAE38FB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88" y="2200"/>
                <a:ext cx="710" cy="609"/>
              </a:xfrm>
              <a:custGeom>
                <a:avLst/>
                <a:gdLst>
                  <a:gd name="T0" fmla="*/ 1657 w 1744"/>
                  <a:gd name="T1" fmla="*/ 915 h 1496"/>
                  <a:gd name="T2" fmla="*/ 1621 w 1744"/>
                  <a:gd name="T3" fmla="*/ 830 h 1496"/>
                  <a:gd name="T4" fmla="*/ 1624 w 1744"/>
                  <a:gd name="T5" fmla="*/ 688 h 1496"/>
                  <a:gd name="T6" fmla="*/ 1656 w 1744"/>
                  <a:gd name="T7" fmla="*/ 538 h 1496"/>
                  <a:gd name="T8" fmla="*/ 1444 w 1744"/>
                  <a:gd name="T9" fmla="*/ 94 h 1496"/>
                  <a:gd name="T10" fmla="*/ 936 w 1744"/>
                  <a:gd name="T11" fmla="*/ 126 h 1496"/>
                  <a:gd name="T12" fmla="*/ 858 w 1744"/>
                  <a:gd name="T13" fmla="*/ 154 h 1496"/>
                  <a:gd name="T14" fmla="*/ 930 w 1744"/>
                  <a:gd name="T15" fmla="*/ 102 h 1496"/>
                  <a:gd name="T16" fmla="*/ 946 w 1744"/>
                  <a:gd name="T17" fmla="*/ 79 h 1496"/>
                  <a:gd name="T18" fmla="*/ 830 w 1744"/>
                  <a:gd name="T19" fmla="*/ 129 h 1496"/>
                  <a:gd name="T20" fmla="*/ 731 w 1744"/>
                  <a:gd name="T21" fmla="*/ 38 h 1496"/>
                  <a:gd name="T22" fmla="*/ 791 w 1744"/>
                  <a:gd name="T23" fmla="*/ 53 h 1496"/>
                  <a:gd name="T24" fmla="*/ 726 w 1744"/>
                  <a:gd name="T25" fmla="*/ 10 h 1496"/>
                  <a:gd name="T26" fmla="*/ 627 w 1744"/>
                  <a:gd name="T27" fmla="*/ 12 h 1496"/>
                  <a:gd name="T28" fmla="*/ 563 w 1744"/>
                  <a:gd name="T29" fmla="*/ 24 h 1496"/>
                  <a:gd name="T30" fmla="*/ 530 w 1744"/>
                  <a:gd name="T31" fmla="*/ 33 h 1496"/>
                  <a:gd name="T32" fmla="*/ 476 w 1744"/>
                  <a:gd name="T33" fmla="*/ 65 h 1496"/>
                  <a:gd name="T34" fmla="*/ 405 w 1744"/>
                  <a:gd name="T35" fmla="*/ 90 h 1496"/>
                  <a:gd name="T36" fmla="*/ 370 w 1744"/>
                  <a:gd name="T37" fmla="*/ 132 h 1496"/>
                  <a:gd name="T38" fmla="*/ 307 w 1744"/>
                  <a:gd name="T39" fmla="*/ 157 h 1496"/>
                  <a:gd name="T40" fmla="*/ 263 w 1744"/>
                  <a:gd name="T41" fmla="*/ 169 h 1496"/>
                  <a:gd name="T42" fmla="*/ 219 w 1744"/>
                  <a:gd name="T43" fmla="*/ 179 h 1496"/>
                  <a:gd name="T44" fmla="*/ 144 w 1744"/>
                  <a:gd name="T45" fmla="*/ 196 h 1496"/>
                  <a:gd name="T46" fmla="*/ 126 w 1744"/>
                  <a:gd name="T47" fmla="*/ 228 h 1496"/>
                  <a:gd name="T48" fmla="*/ 91 w 1744"/>
                  <a:gd name="T49" fmla="*/ 287 h 1496"/>
                  <a:gd name="T50" fmla="*/ 101 w 1744"/>
                  <a:gd name="T51" fmla="*/ 325 h 1496"/>
                  <a:gd name="T52" fmla="*/ 77 w 1744"/>
                  <a:gd name="T53" fmla="*/ 364 h 1496"/>
                  <a:gd name="T54" fmla="*/ 85 w 1744"/>
                  <a:gd name="T55" fmla="*/ 345 h 1496"/>
                  <a:gd name="T56" fmla="*/ 92 w 1744"/>
                  <a:gd name="T57" fmla="*/ 318 h 1496"/>
                  <a:gd name="T58" fmla="*/ 79 w 1744"/>
                  <a:gd name="T59" fmla="*/ 295 h 1496"/>
                  <a:gd name="T60" fmla="*/ 55 w 1744"/>
                  <a:gd name="T61" fmla="*/ 277 h 1496"/>
                  <a:gd name="T62" fmla="*/ 66 w 1744"/>
                  <a:gd name="T63" fmla="*/ 381 h 1496"/>
                  <a:gd name="T64" fmla="*/ 1 w 1744"/>
                  <a:gd name="T65" fmla="*/ 474 h 1496"/>
                  <a:gd name="T66" fmla="*/ 81 w 1744"/>
                  <a:gd name="T67" fmla="*/ 575 h 1496"/>
                  <a:gd name="T68" fmla="*/ 88 w 1744"/>
                  <a:gd name="T69" fmla="*/ 661 h 1496"/>
                  <a:gd name="T70" fmla="*/ 97 w 1744"/>
                  <a:gd name="T71" fmla="*/ 810 h 1496"/>
                  <a:gd name="T72" fmla="*/ 132 w 1744"/>
                  <a:gd name="T73" fmla="*/ 995 h 1496"/>
                  <a:gd name="T74" fmla="*/ 307 w 1744"/>
                  <a:gd name="T75" fmla="*/ 1097 h 1496"/>
                  <a:gd name="T76" fmla="*/ 401 w 1744"/>
                  <a:gd name="T77" fmla="*/ 1199 h 1496"/>
                  <a:gd name="T78" fmla="*/ 478 w 1744"/>
                  <a:gd name="T79" fmla="*/ 1142 h 1496"/>
                  <a:gd name="T80" fmla="*/ 682 w 1744"/>
                  <a:gd name="T81" fmla="*/ 1257 h 1496"/>
                  <a:gd name="T82" fmla="*/ 811 w 1744"/>
                  <a:gd name="T83" fmla="*/ 1382 h 1496"/>
                  <a:gd name="T84" fmla="*/ 980 w 1744"/>
                  <a:gd name="T85" fmla="*/ 1413 h 1496"/>
                  <a:gd name="T86" fmla="*/ 1195 w 1744"/>
                  <a:gd name="T87" fmla="*/ 1429 h 1496"/>
                  <a:gd name="T88" fmla="*/ 1407 w 1744"/>
                  <a:gd name="T89" fmla="*/ 1450 h 1496"/>
                  <a:gd name="T90" fmla="*/ 1441 w 1744"/>
                  <a:gd name="T91" fmla="*/ 1456 h 1496"/>
                  <a:gd name="T92" fmla="*/ 1489 w 1744"/>
                  <a:gd name="T93" fmla="*/ 1470 h 1496"/>
                  <a:gd name="T94" fmla="*/ 1678 w 1744"/>
                  <a:gd name="T95" fmla="*/ 1107 h 1496"/>
                  <a:gd name="T96" fmla="*/ 142 w 1744"/>
                  <a:gd name="T97" fmla="*/ 393 h 1496"/>
                  <a:gd name="T98" fmla="*/ 133 w 1744"/>
                  <a:gd name="T99" fmla="*/ 381 h 1496"/>
                  <a:gd name="T100" fmla="*/ 919 w 1744"/>
                  <a:gd name="T101" fmla="*/ 314 h 1496"/>
                  <a:gd name="T102" fmla="*/ 906 w 1744"/>
                  <a:gd name="T103" fmla="*/ 272 h 1496"/>
                  <a:gd name="T104" fmla="*/ 930 w 1744"/>
                  <a:gd name="T105" fmla="*/ 286 h 1496"/>
                  <a:gd name="T106" fmla="*/ 1256 w 1744"/>
                  <a:gd name="T107" fmla="*/ 147 h 1496"/>
                  <a:gd name="T108" fmla="*/ 1273 w 1744"/>
                  <a:gd name="T109" fmla="*/ 185 h 1496"/>
                  <a:gd name="T110" fmla="*/ 1247 w 1744"/>
                  <a:gd name="T111" fmla="*/ 185 h 1496"/>
                  <a:gd name="T112" fmla="*/ 1283 w 1744"/>
                  <a:gd name="T113" fmla="*/ 272 h 1496"/>
                  <a:gd name="T114" fmla="*/ 1256 w 1744"/>
                  <a:gd name="T115" fmla="*/ 279 h 1496"/>
                  <a:gd name="T116" fmla="*/ 1230 w 1744"/>
                  <a:gd name="T117" fmla="*/ 233 h 1496"/>
                  <a:gd name="T118" fmla="*/ 1253 w 1744"/>
                  <a:gd name="T119" fmla="*/ 248 h 1496"/>
                  <a:gd name="T120" fmla="*/ 1295 w 1744"/>
                  <a:gd name="T121" fmla="*/ 246 h 1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4" h="1496">
                    <a:moveTo>
                      <a:pt x="1743" y="1005"/>
                    </a:moveTo>
                    <a:cubicBezTo>
                      <a:pt x="1744" y="998"/>
                      <a:pt x="1744" y="998"/>
                      <a:pt x="1744" y="998"/>
                    </a:cubicBezTo>
                    <a:cubicBezTo>
                      <a:pt x="1721" y="988"/>
                      <a:pt x="1721" y="988"/>
                      <a:pt x="1721" y="988"/>
                    </a:cubicBezTo>
                    <a:cubicBezTo>
                      <a:pt x="1697" y="968"/>
                      <a:pt x="1697" y="968"/>
                      <a:pt x="1697" y="968"/>
                    </a:cubicBezTo>
                    <a:cubicBezTo>
                      <a:pt x="1694" y="957"/>
                      <a:pt x="1683" y="946"/>
                      <a:pt x="1683" y="946"/>
                    </a:cubicBezTo>
                    <a:cubicBezTo>
                      <a:pt x="1680" y="915"/>
                      <a:pt x="1657" y="915"/>
                      <a:pt x="1657" y="915"/>
                    </a:cubicBezTo>
                    <a:cubicBezTo>
                      <a:pt x="1656" y="902"/>
                      <a:pt x="1656" y="902"/>
                      <a:pt x="1656" y="902"/>
                    </a:cubicBezTo>
                    <a:cubicBezTo>
                      <a:pt x="1642" y="894"/>
                      <a:pt x="1642" y="894"/>
                      <a:pt x="1642" y="894"/>
                    </a:cubicBezTo>
                    <a:cubicBezTo>
                      <a:pt x="1648" y="856"/>
                      <a:pt x="1648" y="856"/>
                      <a:pt x="1648" y="856"/>
                    </a:cubicBezTo>
                    <a:cubicBezTo>
                      <a:pt x="1631" y="843"/>
                      <a:pt x="1631" y="843"/>
                      <a:pt x="1631" y="843"/>
                    </a:cubicBezTo>
                    <a:cubicBezTo>
                      <a:pt x="1632" y="832"/>
                      <a:pt x="1632" y="832"/>
                      <a:pt x="1632" y="832"/>
                    </a:cubicBezTo>
                    <a:cubicBezTo>
                      <a:pt x="1621" y="830"/>
                      <a:pt x="1621" y="830"/>
                      <a:pt x="1621" y="830"/>
                    </a:cubicBezTo>
                    <a:cubicBezTo>
                      <a:pt x="1614" y="783"/>
                      <a:pt x="1614" y="783"/>
                      <a:pt x="1614" y="783"/>
                    </a:cubicBezTo>
                    <a:cubicBezTo>
                      <a:pt x="1628" y="771"/>
                      <a:pt x="1628" y="771"/>
                      <a:pt x="1628" y="771"/>
                    </a:cubicBezTo>
                    <a:cubicBezTo>
                      <a:pt x="1623" y="756"/>
                      <a:pt x="1623" y="756"/>
                      <a:pt x="1623" y="756"/>
                    </a:cubicBezTo>
                    <a:cubicBezTo>
                      <a:pt x="1622" y="736"/>
                      <a:pt x="1622" y="736"/>
                      <a:pt x="1622" y="736"/>
                    </a:cubicBezTo>
                    <a:cubicBezTo>
                      <a:pt x="1632" y="708"/>
                      <a:pt x="1632" y="708"/>
                      <a:pt x="1632" y="708"/>
                    </a:cubicBezTo>
                    <a:cubicBezTo>
                      <a:pt x="1624" y="688"/>
                      <a:pt x="1624" y="688"/>
                      <a:pt x="1624" y="688"/>
                    </a:cubicBezTo>
                    <a:cubicBezTo>
                      <a:pt x="1597" y="681"/>
                      <a:pt x="1597" y="681"/>
                      <a:pt x="1597" y="681"/>
                    </a:cubicBezTo>
                    <a:cubicBezTo>
                      <a:pt x="1595" y="666"/>
                      <a:pt x="1595" y="666"/>
                      <a:pt x="1595" y="666"/>
                    </a:cubicBezTo>
                    <a:cubicBezTo>
                      <a:pt x="1554" y="658"/>
                      <a:pt x="1554" y="658"/>
                      <a:pt x="1554" y="658"/>
                    </a:cubicBezTo>
                    <a:cubicBezTo>
                      <a:pt x="1545" y="633"/>
                      <a:pt x="1545" y="633"/>
                      <a:pt x="1545" y="633"/>
                    </a:cubicBezTo>
                    <a:cubicBezTo>
                      <a:pt x="1588" y="555"/>
                      <a:pt x="1588" y="555"/>
                      <a:pt x="1588" y="555"/>
                    </a:cubicBezTo>
                    <a:cubicBezTo>
                      <a:pt x="1656" y="538"/>
                      <a:pt x="1656" y="538"/>
                      <a:pt x="1656" y="538"/>
                    </a:cubicBezTo>
                    <a:cubicBezTo>
                      <a:pt x="1663" y="427"/>
                      <a:pt x="1663" y="427"/>
                      <a:pt x="1663" y="427"/>
                    </a:cubicBezTo>
                    <a:cubicBezTo>
                      <a:pt x="1621" y="360"/>
                      <a:pt x="1621" y="360"/>
                      <a:pt x="1621" y="360"/>
                    </a:cubicBezTo>
                    <a:cubicBezTo>
                      <a:pt x="1572" y="203"/>
                      <a:pt x="1572" y="203"/>
                      <a:pt x="1572" y="203"/>
                    </a:cubicBezTo>
                    <a:cubicBezTo>
                      <a:pt x="1572" y="203"/>
                      <a:pt x="1562" y="158"/>
                      <a:pt x="1564" y="148"/>
                    </a:cubicBezTo>
                    <a:cubicBezTo>
                      <a:pt x="1466" y="90"/>
                      <a:pt x="1466" y="90"/>
                      <a:pt x="1466" y="90"/>
                    </a:cubicBezTo>
                    <a:cubicBezTo>
                      <a:pt x="1444" y="94"/>
                      <a:pt x="1444" y="94"/>
                      <a:pt x="1444" y="94"/>
                    </a:cubicBezTo>
                    <a:cubicBezTo>
                      <a:pt x="1328" y="118"/>
                      <a:pt x="1328" y="118"/>
                      <a:pt x="1328" y="118"/>
                    </a:cubicBezTo>
                    <a:cubicBezTo>
                      <a:pt x="1206" y="120"/>
                      <a:pt x="1206" y="120"/>
                      <a:pt x="1206" y="120"/>
                    </a:cubicBezTo>
                    <a:cubicBezTo>
                      <a:pt x="973" y="91"/>
                      <a:pt x="973" y="91"/>
                      <a:pt x="973" y="91"/>
                    </a:cubicBezTo>
                    <a:cubicBezTo>
                      <a:pt x="971" y="93"/>
                      <a:pt x="968" y="93"/>
                      <a:pt x="965" y="94"/>
                    </a:cubicBezTo>
                    <a:cubicBezTo>
                      <a:pt x="960" y="95"/>
                      <a:pt x="958" y="101"/>
                      <a:pt x="955" y="104"/>
                    </a:cubicBezTo>
                    <a:cubicBezTo>
                      <a:pt x="950" y="111"/>
                      <a:pt x="945" y="123"/>
                      <a:pt x="936" y="126"/>
                    </a:cubicBezTo>
                    <a:cubicBezTo>
                      <a:pt x="930" y="127"/>
                      <a:pt x="925" y="126"/>
                      <a:pt x="919" y="128"/>
                    </a:cubicBezTo>
                    <a:cubicBezTo>
                      <a:pt x="914" y="129"/>
                      <a:pt x="911" y="132"/>
                      <a:pt x="907" y="136"/>
                    </a:cubicBezTo>
                    <a:cubicBezTo>
                      <a:pt x="902" y="141"/>
                      <a:pt x="899" y="147"/>
                      <a:pt x="894" y="152"/>
                    </a:cubicBezTo>
                    <a:cubicBezTo>
                      <a:pt x="890" y="156"/>
                      <a:pt x="886" y="160"/>
                      <a:pt x="882" y="164"/>
                    </a:cubicBezTo>
                    <a:cubicBezTo>
                      <a:pt x="883" y="158"/>
                      <a:pt x="877" y="151"/>
                      <a:pt x="871" y="153"/>
                    </a:cubicBezTo>
                    <a:cubicBezTo>
                      <a:pt x="869" y="154"/>
                      <a:pt x="855" y="163"/>
                      <a:pt x="858" y="154"/>
                    </a:cubicBezTo>
                    <a:cubicBezTo>
                      <a:pt x="859" y="151"/>
                      <a:pt x="862" y="150"/>
                      <a:pt x="864" y="147"/>
                    </a:cubicBezTo>
                    <a:cubicBezTo>
                      <a:pt x="865" y="144"/>
                      <a:pt x="863" y="143"/>
                      <a:pt x="862" y="140"/>
                    </a:cubicBezTo>
                    <a:cubicBezTo>
                      <a:pt x="861" y="133"/>
                      <a:pt x="873" y="132"/>
                      <a:pt x="878" y="130"/>
                    </a:cubicBezTo>
                    <a:cubicBezTo>
                      <a:pt x="884" y="128"/>
                      <a:pt x="889" y="124"/>
                      <a:pt x="895" y="122"/>
                    </a:cubicBezTo>
                    <a:cubicBezTo>
                      <a:pt x="902" y="120"/>
                      <a:pt x="907" y="118"/>
                      <a:pt x="912" y="114"/>
                    </a:cubicBezTo>
                    <a:cubicBezTo>
                      <a:pt x="917" y="109"/>
                      <a:pt x="924" y="107"/>
                      <a:pt x="930" y="102"/>
                    </a:cubicBezTo>
                    <a:cubicBezTo>
                      <a:pt x="935" y="98"/>
                      <a:pt x="939" y="93"/>
                      <a:pt x="944" y="89"/>
                    </a:cubicBezTo>
                    <a:cubicBezTo>
                      <a:pt x="950" y="84"/>
                      <a:pt x="953" y="78"/>
                      <a:pt x="957" y="71"/>
                    </a:cubicBezTo>
                    <a:cubicBezTo>
                      <a:pt x="960" y="66"/>
                      <a:pt x="964" y="64"/>
                      <a:pt x="964" y="57"/>
                    </a:cubicBezTo>
                    <a:cubicBezTo>
                      <a:pt x="961" y="57"/>
                      <a:pt x="961" y="59"/>
                      <a:pt x="959" y="61"/>
                    </a:cubicBezTo>
                    <a:cubicBezTo>
                      <a:pt x="958" y="64"/>
                      <a:pt x="956" y="65"/>
                      <a:pt x="954" y="67"/>
                    </a:cubicBezTo>
                    <a:cubicBezTo>
                      <a:pt x="951" y="71"/>
                      <a:pt x="950" y="76"/>
                      <a:pt x="946" y="79"/>
                    </a:cubicBezTo>
                    <a:cubicBezTo>
                      <a:pt x="943" y="82"/>
                      <a:pt x="939" y="85"/>
                      <a:pt x="936" y="88"/>
                    </a:cubicBezTo>
                    <a:cubicBezTo>
                      <a:pt x="932" y="92"/>
                      <a:pt x="929" y="95"/>
                      <a:pt x="925" y="98"/>
                    </a:cubicBezTo>
                    <a:cubicBezTo>
                      <a:pt x="917" y="104"/>
                      <a:pt x="908" y="112"/>
                      <a:pt x="898" y="116"/>
                    </a:cubicBezTo>
                    <a:cubicBezTo>
                      <a:pt x="889" y="120"/>
                      <a:pt x="880" y="120"/>
                      <a:pt x="871" y="123"/>
                    </a:cubicBezTo>
                    <a:cubicBezTo>
                      <a:pt x="867" y="125"/>
                      <a:pt x="862" y="126"/>
                      <a:pt x="857" y="128"/>
                    </a:cubicBezTo>
                    <a:cubicBezTo>
                      <a:pt x="848" y="130"/>
                      <a:pt x="839" y="129"/>
                      <a:pt x="830" y="129"/>
                    </a:cubicBezTo>
                    <a:cubicBezTo>
                      <a:pt x="821" y="128"/>
                      <a:pt x="811" y="128"/>
                      <a:pt x="801" y="126"/>
                    </a:cubicBezTo>
                    <a:cubicBezTo>
                      <a:pt x="796" y="125"/>
                      <a:pt x="791" y="124"/>
                      <a:pt x="786" y="122"/>
                    </a:cubicBezTo>
                    <a:cubicBezTo>
                      <a:pt x="776" y="119"/>
                      <a:pt x="767" y="115"/>
                      <a:pt x="759" y="110"/>
                    </a:cubicBezTo>
                    <a:cubicBezTo>
                      <a:pt x="751" y="103"/>
                      <a:pt x="751" y="95"/>
                      <a:pt x="751" y="85"/>
                    </a:cubicBezTo>
                    <a:cubicBezTo>
                      <a:pt x="752" y="75"/>
                      <a:pt x="747" y="68"/>
                      <a:pt x="742" y="59"/>
                    </a:cubicBezTo>
                    <a:cubicBezTo>
                      <a:pt x="738" y="52"/>
                      <a:pt x="735" y="45"/>
                      <a:pt x="731" y="38"/>
                    </a:cubicBezTo>
                    <a:cubicBezTo>
                      <a:pt x="729" y="33"/>
                      <a:pt x="721" y="21"/>
                      <a:pt x="729" y="19"/>
                    </a:cubicBezTo>
                    <a:cubicBezTo>
                      <a:pt x="738" y="17"/>
                      <a:pt x="748" y="25"/>
                      <a:pt x="755" y="30"/>
                    </a:cubicBezTo>
                    <a:cubicBezTo>
                      <a:pt x="762" y="35"/>
                      <a:pt x="770" y="40"/>
                      <a:pt x="777" y="45"/>
                    </a:cubicBezTo>
                    <a:cubicBezTo>
                      <a:pt x="783" y="49"/>
                      <a:pt x="786" y="55"/>
                      <a:pt x="790" y="60"/>
                    </a:cubicBezTo>
                    <a:cubicBezTo>
                      <a:pt x="791" y="62"/>
                      <a:pt x="792" y="63"/>
                      <a:pt x="793" y="64"/>
                    </a:cubicBezTo>
                    <a:cubicBezTo>
                      <a:pt x="796" y="60"/>
                      <a:pt x="792" y="56"/>
                      <a:pt x="791" y="53"/>
                    </a:cubicBezTo>
                    <a:cubicBezTo>
                      <a:pt x="789" y="49"/>
                      <a:pt x="786" y="46"/>
                      <a:pt x="782" y="44"/>
                    </a:cubicBezTo>
                    <a:cubicBezTo>
                      <a:pt x="775" y="39"/>
                      <a:pt x="770" y="32"/>
                      <a:pt x="761" y="28"/>
                    </a:cubicBezTo>
                    <a:cubicBezTo>
                      <a:pt x="758" y="27"/>
                      <a:pt x="755" y="25"/>
                      <a:pt x="752" y="23"/>
                    </a:cubicBezTo>
                    <a:cubicBezTo>
                      <a:pt x="749" y="21"/>
                      <a:pt x="747" y="19"/>
                      <a:pt x="743" y="18"/>
                    </a:cubicBezTo>
                    <a:cubicBezTo>
                      <a:pt x="741" y="17"/>
                      <a:pt x="740" y="16"/>
                      <a:pt x="738" y="16"/>
                    </a:cubicBezTo>
                    <a:cubicBezTo>
                      <a:pt x="734" y="14"/>
                      <a:pt x="729" y="12"/>
                      <a:pt x="726" y="10"/>
                    </a:cubicBezTo>
                    <a:cubicBezTo>
                      <a:pt x="722" y="8"/>
                      <a:pt x="719" y="6"/>
                      <a:pt x="716" y="4"/>
                    </a:cubicBezTo>
                    <a:cubicBezTo>
                      <a:pt x="712" y="2"/>
                      <a:pt x="707" y="1"/>
                      <a:pt x="702" y="0"/>
                    </a:cubicBezTo>
                    <a:cubicBezTo>
                      <a:pt x="698" y="0"/>
                      <a:pt x="693" y="3"/>
                      <a:pt x="689" y="3"/>
                    </a:cubicBezTo>
                    <a:cubicBezTo>
                      <a:pt x="684" y="3"/>
                      <a:pt x="680" y="0"/>
                      <a:pt x="674" y="1"/>
                    </a:cubicBezTo>
                    <a:cubicBezTo>
                      <a:pt x="662" y="2"/>
                      <a:pt x="652" y="5"/>
                      <a:pt x="640" y="8"/>
                    </a:cubicBezTo>
                    <a:cubicBezTo>
                      <a:pt x="636" y="9"/>
                      <a:pt x="632" y="10"/>
                      <a:pt x="627" y="12"/>
                    </a:cubicBezTo>
                    <a:cubicBezTo>
                      <a:pt x="624" y="13"/>
                      <a:pt x="621" y="12"/>
                      <a:pt x="618" y="12"/>
                    </a:cubicBezTo>
                    <a:cubicBezTo>
                      <a:pt x="615" y="13"/>
                      <a:pt x="613" y="14"/>
                      <a:pt x="610" y="15"/>
                    </a:cubicBezTo>
                    <a:cubicBezTo>
                      <a:pt x="604" y="17"/>
                      <a:pt x="599" y="20"/>
                      <a:pt x="593" y="21"/>
                    </a:cubicBezTo>
                    <a:cubicBezTo>
                      <a:pt x="589" y="22"/>
                      <a:pt x="586" y="21"/>
                      <a:pt x="583" y="21"/>
                    </a:cubicBezTo>
                    <a:cubicBezTo>
                      <a:pt x="580" y="22"/>
                      <a:pt x="577" y="23"/>
                      <a:pt x="574" y="23"/>
                    </a:cubicBezTo>
                    <a:cubicBezTo>
                      <a:pt x="570" y="24"/>
                      <a:pt x="567" y="23"/>
                      <a:pt x="563" y="24"/>
                    </a:cubicBezTo>
                    <a:cubicBezTo>
                      <a:pt x="557" y="26"/>
                      <a:pt x="552" y="28"/>
                      <a:pt x="546" y="28"/>
                    </a:cubicBezTo>
                    <a:cubicBezTo>
                      <a:pt x="546" y="28"/>
                      <a:pt x="547" y="28"/>
                      <a:pt x="547" y="28"/>
                    </a:cubicBezTo>
                    <a:cubicBezTo>
                      <a:pt x="546" y="28"/>
                      <a:pt x="545" y="28"/>
                      <a:pt x="545" y="28"/>
                    </a:cubicBezTo>
                    <a:cubicBezTo>
                      <a:pt x="544" y="27"/>
                      <a:pt x="542" y="27"/>
                      <a:pt x="541" y="27"/>
                    </a:cubicBezTo>
                    <a:cubicBezTo>
                      <a:pt x="539" y="27"/>
                      <a:pt x="537" y="27"/>
                      <a:pt x="535" y="28"/>
                    </a:cubicBezTo>
                    <a:cubicBezTo>
                      <a:pt x="533" y="29"/>
                      <a:pt x="531" y="31"/>
                      <a:pt x="530" y="33"/>
                    </a:cubicBezTo>
                    <a:cubicBezTo>
                      <a:pt x="527" y="34"/>
                      <a:pt x="524" y="36"/>
                      <a:pt x="522" y="37"/>
                    </a:cubicBezTo>
                    <a:cubicBezTo>
                      <a:pt x="516" y="40"/>
                      <a:pt x="511" y="43"/>
                      <a:pt x="506" y="45"/>
                    </a:cubicBezTo>
                    <a:cubicBezTo>
                      <a:pt x="503" y="47"/>
                      <a:pt x="501" y="48"/>
                      <a:pt x="498" y="50"/>
                    </a:cubicBezTo>
                    <a:cubicBezTo>
                      <a:pt x="496" y="52"/>
                      <a:pt x="494" y="54"/>
                      <a:pt x="491" y="55"/>
                    </a:cubicBezTo>
                    <a:cubicBezTo>
                      <a:pt x="488" y="57"/>
                      <a:pt x="485" y="58"/>
                      <a:pt x="482" y="61"/>
                    </a:cubicBezTo>
                    <a:cubicBezTo>
                      <a:pt x="480" y="62"/>
                      <a:pt x="479" y="64"/>
                      <a:pt x="476" y="65"/>
                    </a:cubicBezTo>
                    <a:cubicBezTo>
                      <a:pt x="473" y="66"/>
                      <a:pt x="470" y="66"/>
                      <a:pt x="466" y="67"/>
                    </a:cubicBezTo>
                    <a:cubicBezTo>
                      <a:pt x="464" y="68"/>
                      <a:pt x="461" y="69"/>
                      <a:pt x="458" y="70"/>
                    </a:cubicBezTo>
                    <a:cubicBezTo>
                      <a:pt x="454" y="70"/>
                      <a:pt x="449" y="69"/>
                      <a:pt x="445" y="71"/>
                    </a:cubicBezTo>
                    <a:cubicBezTo>
                      <a:pt x="440" y="72"/>
                      <a:pt x="436" y="73"/>
                      <a:pt x="432" y="75"/>
                    </a:cubicBezTo>
                    <a:cubicBezTo>
                      <a:pt x="427" y="76"/>
                      <a:pt x="422" y="78"/>
                      <a:pt x="417" y="81"/>
                    </a:cubicBezTo>
                    <a:cubicBezTo>
                      <a:pt x="412" y="83"/>
                      <a:pt x="408" y="86"/>
                      <a:pt x="405" y="90"/>
                    </a:cubicBezTo>
                    <a:cubicBezTo>
                      <a:pt x="400" y="94"/>
                      <a:pt x="397" y="100"/>
                      <a:pt x="393" y="104"/>
                    </a:cubicBezTo>
                    <a:cubicBezTo>
                      <a:pt x="392" y="106"/>
                      <a:pt x="390" y="107"/>
                      <a:pt x="389" y="109"/>
                    </a:cubicBezTo>
                    <a:cubicBezTo>
                      <a:pt x="387" y="111"/>
                      <a:pt x="386" y="113"/>
                      <a:pt x="384" y="115"/>
                    </a:cubicBezTo>
                    <a:cubicBezTo>
                      <a:pt x="382" y="118"/>
                      <a:pt x="380" y="120"/>
                      <a:pt x="377" y="123"/>
                    </a:cubicBezTo>
                    <a:cubicBezTo>
                      <a:pt x="376" y="125"/>
                      <a:pt x="375" y="127"/>
                      <a:pt x="373" y="129"/>
                    </a:cubicBezTo>
                    <a:cubicBezTo>
                      <a:pt x="372" y="130"/>
                      <a:pt x="371" y="131"/>
                      <a:pt x="370" y="132"/>
                    </a:cubicBezTo>
                    <a:cubicBezTo>
                      <a:pt x="366" y="136"/>
                      <a:pt x="362" y="139"/>
                      <a:pt x="359" y="143"/>
                    </a:cubicBezTo>
                    <a:cubicBezTo>
                      <a:pt x="357" y="145"/>
                      <a:pt x="355" y="146"/>
                      <a:pt x="353" y="148"/>
                    </a:cubicBezTo>
                    <a:cubicBezTo>
                      <a:pt x="348" y="150"/>
                      <a:pt x="344" y="152"/>
                      <a:pt x="339" y="153"/>
                    </a:cubicBezTo>
                    <a:cubicBezTo>
                      <a:pt x="336" y="153"/>
                      <a:pt x="334" y="153"/>
                      <a:pt x="331" y="153"/>
                    </a:cubicBezTo>
                    <a:cubicBezTo>
                      <a:pt x="328" y="154"/>
                      <a:pt x="325" y="155"/>
                      <a:pt x="322" y="155"/>
                    </a:cubicBezTo>
                    <a:cubicBezTo>
                      <a:pt x="317" y="156"/>
                      <a:pt x="312" y="155"/>
                      <a:pt x="307" y="157"/>
                    </a:cubicBezTo>
                    <a:cubicBezTo>
                      <a:pt x="305" y="158"/>
                      <a:pt x="304" y="160"/>
                      <a:pt x="303" y="162"/>
                    </a:cubicBezTo>
                    <a:cubicBezTo>
                      <a:pt x="300" y="164"/>
                      <a:pt x="297" y="165"/>
                      <a:pt x="294" y="166"/>
                    </a:cubicBezTo>
                    <a:cubicBezTo>
                      <a:pt x="292" y="166"/>
                      <a:pt x="290" y="165"/>
                      <a:pt x="287" y="165"/>
                    </a:cubicBezTo>
                    <a:cubicBezTo>
                      <a:pt x="285" y="165"/>
                      <a:pt x="282" y="166"/>
                      <a:pt x="279" y="166"/>
                    </a:cubicBezTo>
                    <a:cubicBezTo>
                      <a:pt x="277" y="167"/>
                      <a:pt x="274" y="167"/>
                      <a:pt x="271" y="167"/>
                    </a:cubicBezTo>
                    <a:cubicBezTo>
                      <a:pt x="268" y="168"/>
                      <a:pt x="266" y="169"/>
                      <a:pt x="263" y="169"/>
                    </a:cubicBezTo>
                    <a:cubicBezTo>
                      <a:pt x="260" y="169"/>
                      <a:pt x="257" y="169"/>
                      <a:pt x="254" y="170"/>
                    </a:cubicBezTo>
                    <a:cubicBezTo>
                      <a:pt x="251" y="171"/>
                      <a:pt x="249" y="172"/>
                      <a:pt x="247" y="173"/>
                    </a:cubicBezTo>
                    <a:cubicBezTo>
                      <a:pt x="243" y="174"/>
                      <a:pt x="239" y="176"/>
                      <a:pt x="234" y="176"/>
                    </a:cubicBezTo>
                    <a:cubicBezTo>
                      <a:pt x="230" y="176"/>
                      <a:pt x="226" y="176"/>
                      <a:pt x="222" y="178"/>
                    </a:cubicBezTo>
                    <a:cubicBezTo>
                      <a:pt x="222" y="178"/>
                      <a:pt x="223" y="178"/>
                      <a:pt x="222" y="178"/>
                    </a:cubicBezTo>
                    <a:cubicBezTo>
                      <a:pt x="221" y="178"/>
                      <a:pt x="219" y="179"/>
                      <a:pt x="219" y="179"/>
                    </a:cubicBezTo>
                    <a:cubicBezTo>
                      <a:pt x="218" y="179"/>
                      <a:pt x="216" y="179"/>
                      <a:pt x="215" y="179"/>
                    </a:cubicBezTo>
                    <a:cubicBezTo>
                      <a:pt x="210" y="180"/>
                      <a:pt x="206" y="181"/>
                      <a:pt x="202" y="182"/>
                    </a:cubicBezTo>
                    <a:cubicBezTo>
                      <a:pt x="195" y="183"/>
                      <a:pt x="188" y="185"/>
                      <a:pt x="181" y="186"/>
                    </a:cubicBezTo>
                    <a:cubicBezTo>
                      <a:pt x="177" y="187"/>
                      <a:pt x="174" y="188"/>
                      <a:pt x="171" y="188"/>
                    </a:cubicBezTo>
                    <a:cubicBezTo>
                      <a:pt x="167" y="189"/>
                      <a:pt x="164" y="190"/>
                      <a:pt x="161" y="191"/>
                    </a:cubicBezTo>
                    <a:cubicBezTo>
                      <a:pt x="155" y="193"/>
                      <a:pt x="149" y="193"/>
                      <a:pt x="144" y="196"/>
                    </a:cubicBezTo>
                    <a:cubicBezTo>
                      <a:pt x="142" y="197"/>
                      <a:pt x="139" y="198"/>
                      <a:pt x="137" y="199"/>
                    </a:cubicBezTo>
                    <a:cubicBezTo>
                      <a:pt x="134" y="200"/>
                      <a:pt x="131" y="202"/>
                      <a:pt x="129" y="205"/>
                    </a:cubicBezTo>
                    <a:cubicBezTo>
                      <a:pt x="131" y="206"/>
                      <a:pt x="134" y="205"/>
                      <a:pt x="136" y="205"/>
                    </a:cubicBezTo>
                    <a:cubicBezTo>
                      <a:pt x="137" y="208"/>
                      <a:pt x="135" y="210"/>
                      <a:pt x="133" y="212"/>
                    </a:cubicBezTo>
                    <a:cubicBezTo>
                      <a:pt x="131" y="214"/>
                      <a:pt x="130" y="216"/>
                      <a:pt x="129" y="218"/>
                    </a:cubicBezTo>
                    <a:cubicBezTo>
                      <a:pt x="127" y="222"/>
                      <a:pt x="128" y="225"/>
                      <a:pt x="126" y="228"/>
                    </a:cubicBezTo>
                    <a:cubicBezTo>
                      <a:pt x="123" y="231"/>
                      <a:pt x="119" y="233"/>
                      <a:pt x="116" y="235"/>
                    </a:cubicBezTo>
                    <a:cubicBezTo>
                      <a:pt x="111" y="237"/>
                      <a:pt x="109" y="239"/>
                      <a:pt x="107" y="243"/>
                    </a:cubicBezTo>
                    <a:cubicBezTo>
                      <a:pt x="106" y="247"/>
                      <a:pt x="105" y="252"/>
                      <a:pt x="104" y="256"/>
                    </a:cubicBezTo>
                    <a:cubicBezTo>
                      <a:pt x="104" y="260"/>
                      <a:pt x="103" y="264"/>
                      <a:pt x="102" y="268"/>
                    </a:cubicBezTo>
                    <a:cubicBezTo>
                      <a:pt x="100" y="271"/>
                      <a:pt x="97" y="273"/>
                      <a:pt x="94" y="276"/>
                    </a:cubicBezTo>
                    <a:cubicBezTo>
                      <a:pt x="90" y="279"/>
                      <a:pt x="91" y="282"/>
                      <a:pt x="91" y="287"/>
                    </a:cubicBezTo>
                    <a:cubicBezTo>
                      <a:pt x="90" y="291"/>
                      <a:pt x="89" y="296"/>
                      <a:pt x="94" y="298"/>
                    </a:cubicBezTo>
                    <a:cubicBezTo>
                      <a:pt x="96" y="299"/>
                      <a:pt x="98" y="300"/>
                      <a:pt x="97" y="302"/>
                    </a:cubicBezTo>
                    <a:cubicBezTo>
                      <a:pt x="96" y="304"/>
                      <a:pt x="94" y="305"/>
                      <a:pt x="94" y="307"/>
                    </a:cubicBezTo>
                    <a:cubicBezTo>
                      <a:pt x="95" y="309"/>
                      <a:pt x="96" y="311"/>
                      <a:pt x="96" y="312"/>
                    </a:cubicBezTo>
                    <a:cubicBezTo>
                      <a:pt x="97" y="315"/>
                      <a:pt x="97" y="317"/>
                      <a:pt x="99" y="319"/>
                    </a:cubicBezTo>
                    <a:cubicBezTo>
                      <a:pt x="101" y="321"/>
                      <a:pt x="101" y="323"/>
                      <a:pt x="101" y="325"/>
                    </a:cubicBezTo>
                    <a:cubicBezTo>
                      <a:pt x="102" y="330"/>
                      <a:pt x="107" y="333"/>
                      <a:pt x="111" y="336"/>
                    </a:cubicBezTo>
                    <a:cubicBezTo>
                      <a:pt x="116" y="341"/>
                      <a:pt x="120" y="364"/>
                      <a:pt x="107" y="362"/>
                    </a:cubicBezTo>
                    <a:cubicBezTo>
                      <a:pt x="97" y="361"/>
                      <a:pt x="106" y="342"/>
                      <a:pt x="104" y="336"/>
                    </a:cubicBezTo>
                    <a:cubicBezTo>
                      <a:pt x="101" y="331"/>
                      <a:pt x="95" y="336"/>
                      <a:pt x="93" y="339"/>
                    </a:cubicBezTo>
                    <a:cubicBezTo>
                      <a:pt x="90" y="342"/>
                      <a:pt x="89" y="347"/>
                      <a:pt x="87" y="351"/>
                    </a:cubicBezTo>
                    <a:cubicBezTo>
                      <a:pt x="84" y="356"/>
                      <a:pt x="80" y="359"/>
                      <a:pt x="77" y="364"/>
                    </a:cubicBezTo>
                    <a:cubicBezTo>
                      <a:pt x="76" y="366"/>
                      <a:pt x="75" y="369"/>
                      <a:pt x="73" y="371"/>
                    </a:cubicBezTo>
                    <a:cubicBezTo>
                      <a:pt x="71" y="373"/>
                      <a:pt x="69" y="374"/>
                      <a:pt x="68" y="376"/>
                    </a:cubicBezTo>
                    <a:cubicBezTo>
                      <a:pt x="67" y="373"/>
                      <a:pt x="69" y="372"/>
                      <a:pt x="70" y="370"/>
                    </a:cubicBezTo>
                    <a:cubicBezTo>
                      <a:pt x="72" y="368"/>
                      <a:pt x="72" y="365"/>
                      <a:pt x="73" y="363"/>
                    </a:cubicBezTo>
                    <a:cubicBezTo>
                      <a:pt x="75" y="358"/>
                      <a:pt x="80" y="355"/>
                      <a:pt x="83" y="350"/>
                    </a:cubicBezTo>
                    <a:cubicBezTo>
                      <a:pt x="84" y="348"/>
                      <a:pt x="84" y="347"/>
                      <a:pt x="85" y="345"/>
                    </a:cubicBezTo>
                    <a:cubicBezTo>
                      <a:pt x="86" y="343"/>
                      <a:pt x="88" y="341"/>
                      <a:pt x="90" y="339"/>
                    </a:cubicBezTo>
                    <a:cubicBezTo>
                      <a:pt x="91" y="338"/>
                      <a:pt x="92" y="336"/>
                      <a:pt x="93" y="334"/>
                    </a:cubicBezTo>
                    <a:cubicBezTo>
                      <a:pt x="95" y="332"/>
                      <a:pt x="96" y="332"/>
                      <a:pt x="96" y="330"/>
                    </a:cubicBezTo>
                    <a:cubicBezTo>
                      <a:pt x="97" y="328"/>
                      <a:pt x="96" y="327"/>
                      <a:pt x="96" y="326"/>
                    </a:cubicBezTo>
                    <a:cubicBezTo>
                      <a:pt x="96" y="324"/>
                      <a:pt x="96" y="322"/>
                      <a:pt x="95" y="321"/>
                    </a:cubicBezTo>
                    <a:cubicBezTo>
                      <a:pt x="94" y="319"/>
                      <a:pt x="93" y="319"/>
                      <a:pt x="92" y="318"/>
                    </a:cubicBezTo>
                    <a:cubicBezTo>
                      <a:pt x="92" y="317"/>
                      <a:pt x="93" y="315"/>
                      <a:pt x="93" y="314"/>
                    </a:cubicBezTo>
                    <a:cubicBezTo>
                      <a:pt x="93" y="311"/>
                      <a:pt x="93" y="308"/>
                      <a:pt x="91" y="306"/>
                    </a:cubicBezTo>
                    <a:cubicBezTo>
                      <a:pt x="89" y="305"/>
                      <a:pt x="88" y="305"/>
                      <a:pt x="86" y="304"/>
                    </a:cubicBezTo>
                    <a:cubicBezTo>
                      <a:pt x="86" y="303"/>
                      <a:pt x="85" y="302"/>
                      <a:pt x="84" y="301"/>
                    </a:cubicBezTo>
                    <a:cubicBezTo>
                      <a:pt x="83" y="299"/>
                      <a:pt x="81" y="298"/>
                      <a:pt x="80" y="296"/>
                    </a:cubicBezTo>
                    <a:cubicBezTo>
                      <a:pt x="79" y="296"/>
                      <a:pt x="80" y="295"/>
                      <a:pt x="79" y="295"/>
                    </a:cubicBezTo>
                    <a:cubicBezTo>
                      <a:pt x="79" y="295"/>
                      <a:pt x="78" y="294"/>
                      <a:pt x="77" y="293"/>
                    </a:cubicBezTo>
                    <a:cubicBezTo>
                      <a:pt x="76" y="292"/>
                      <a:pt x="75" y="291"/>
                      <a:pt x="73" y="291"/>
                    </a:cubicBezTo>
                    <a:cubicBezTo>
                      <a:pt x="73" y="290"/>
                      <a:pt x="72" y="291"/>
                      <a:pt x="71" y="291"/>
                    </a:cubicBezTo>
                    <a:cubicBezTo>
                      <a:pt x="68" y="289"/>
                      <a:pt x="65" y="286"/>
                      <a:pt x="62" y="284"/>
                    </a:cubicBezTo>
                    <a:cubicBezTo>
                      <a:pt x="60" y="283"/>
                      <a:pt x="58" y="282"/>
                      <a:pt x="57" y="281"/>
                    </a:cubicBezTo>
                    <a:cubicBezTo>
                      <a:pt x="56" y="280"/>
                      <a:pt x="56" y="278"/>
                      <a:pt x="55" y="277"/>
                    </a:cubicBezTo>
                    <a:cubicBezTo>
                      <a:pt x="53" y="275"/>
                      <a:pt x="51" y="272"/>
                      <a:pt x="49" y="271"/>
                    </a:cubicBezTo>
                    <a:cubicBezTo>
                      <a:pt x="46" y="270"/>
                      <a:pt x="45" y="274"/>
                      <a:pt x="45" y="276"/>
                    </a:cubicBezTo>
                    <a:cubicBezTo>
                      <a:pt x="45" y="279"/>
                      <a:pt x="48" y="284"/>
                      <a:pt x="43" y="283"/>
                    </a:cubicBezTo>
                    <a:cubicBezTo>
                      <a:pt x="63" y="321"/>
                      <a:pt x="63" y="321"/>
                      <a:pt x="63" y="321"/>
                    </a:cubicBezTo>
                    <a:cubicBezTo>
                      <a:pt x="65" y="355"/>
                      <a:pt x="65" y="355"/>
                      <a:pt x="65" y="355"/>
                    </a:cubicBezTo>
                    <a:cubicBezTo>
                      <a:pt x="66" y="381"/>
                      <a:pt x="66" y="381"/>
                      <a:pt x="66" y="381"/>
                    </a:cubicBezTo>
                    <a:cubicBezTo>
                      <a:pt x="58" y="403"/>
                      <a:pt x="58" y="403"/>
                      <a:pt x="58" y="403"/>
                    </a:cubicBezTo>
                    <a:cubicBezTo>
                      <a:pt x="46" y="410"/>
                      <a:pt x="46" y="410"/>
                      <a:pt x="46" y="410"/>
                    </a:cubicBezTo>
                    <a:cubicBezTo>
                      <a:pt x="52" y="428"/>
                      <a:pt x="52" y="428"/>
                      <a:pt x="52" y="428"/>
                    </a:cubicBezTo>
                    <a:cubicBezTo>
                      <a:pt x="28" y="454"/>
                      <a:pt x="28" y="454"/>
                      <a:pt x="28" y="454"/>
                    </a:cubicBezTo>
                    <a:cubicBezTo>
                      <a:pt x="28" y="465"/>
                      <a:pt x="28" y="465"/>
                      <a:pt x="28" y="465"/>
                    </a:cubicBezTo>
                    <a:cubicBezTo>
                      <a:pt x="1" y="474"/>
                      <a:pt x="1" y="474"/>
                      <a:pt x="1" y="474"/>
                    </a:cubicBezTo>
                    <a:cubicBezTo>
                      <a:pt x="0" y="506"/>
                      <a:pt x="0" y="506"/>
                      <a:pt x="0" y="506"/>
                    </a:cubicBezTo>
                    <a:cubicBezTo>
                      <a:pt x="24" y="519"/>
                      <a:pt x="24" y="519"/>
                      <a:pt x="24" y="519"/>
                    </a:cubicBezTo>
                    <a:cubicBezTo>
                      <a:pt x="24" y="519"/>
                      <a:pt x="34" y="524"/>
                      <a:pt x="40" y="536"/>
                    </a:cubicBezTo>
                    <a:cubicBezTo>
                      <a:pt x="45" y="547"/>
                      <a:pt x="53" y="554"/>
                      <a:pt x="57" y="555"/>
                    </a:cubicBezTo>
                    <a:cubicBezTo>
                      <a:pt x="61" y="555"/>
                      <a:pt x="68" y="556"/>
                      <a:pt x="71" y="562"/>
                    </a:cubicBezTo>
                    <a:cubicBezTo>
                      <a:pt x="74" y="567"/>
                      <a:pt x="76" y="572"/>
                      <a:pt x="81" y="575"/>
                    </a:cubicBezTo>
                    <a:cubicBezTo>
                      <a:pt x="76" y="590"/>
                      <a:pt x="76" y="590"/>
                      <a:pt x="76" y="590"/>
                    </a:cubicBezTo>
                    <a:cubicBezTo>
                      <a:pt x="83" y="597"/>
                      <a:pt x="83" y="597"/>
                      <a:pt x="83" y="597"/>
                    </a:cubicBezTo>
                    <a:cubicBezTo>
                      <a:pt x="61" y="628"/>
                      <a:pt x="61" y="628"/>
                      <a:pt x="61" y="628"/>
                    </a:cubicBezTo>
                    <a:cubicBezTo>
                      <a:pt x="66" y="633"/>
                      <a:pt x="66" y="633"/>
                      <a:pt x="66" y="633"/>
                    </a:cubicBezTo>
                    <a:cubicBezTo>
                      <a:pt x="70" y="655"/>
                      <a:pt x="70" y="655"/>
                      <a:pt x="70" y="655"/>
                    </a:cubicBezTo>
                    <a:cubicBezTo>
                      <a:pt x="88" y="661"/>
                      <a:pt x="88" y="661"/>
                      <a:pt x="88" y="661"/>
                    </a:cubicBezTo>
                    <a:cubicBezTo>
                      <a:pt x="85" y="669"/>
                      <a:pt x="85" y="669"/>
                      <a:pt x="85" y="669"/>
                    </a:cubicBezTo>
                    <a:cubicBezTo>
                      <a:pt x="90" y="679"/>
                      <a:pt x="90" y="679"/>
                      <a:pt x="90" y="679"/>
                    </a:cubicBezTo>
                    <a:cubicBezTo>
                      <a:pt x="84" y="688"/>
                      <a:pt x="84" y="688"/>
                      <a:pt x="84" y="688"/>
                    </a:cubicBezTo>
                    <a:cubicBezTo>
                      <a:pt x="97" y="709"/>
                      <a:pt x="97" y="709"/>
                      <a:pt x="97" y="709"/>
                    </a:cubicBezTo>
                    <a:cubicBezTo>
                      <a:pt x="67" y="771"/>
                      <a:pt x="67" y="771"/>
                      <a:pt x="67" y="771"/>
                    </a:cubicBezTo>
                    <a:cubicBezTo>
                      <a:pt x="97" y="810"/>
                      <a:pt x="97" y="810"/>
                      <a:pt x="97" y="810"/>
                    </a:cubicBezTo>
                    <a:cubicBezTo>
                      <a:pt x="88" y="827"/>
                      <a:pt x="88" y="827"/>
                      <a:pt x="88" y="827"/>
                    </a:cubicBezTo>
                    <a:cubicBezTo>
                      <a:pt x="90" y="836"/>
                      <a:pt x="90" y="836"/>
                      <a:pt x="90" y="836"/>
                    </a:cubicBezTo>
                    <a:cubicBezTo>
                      <a:pt x="126" y="866"/>
                      <a:pt x="126" y="866"/>
                      <a:pt x="126" y="866"/>
                    </a:cubicBezTo>
                    <a:cubicBezTo>
                      <a:pt x="136" y="918"/>
                      <a:pt x="136" y="918"/>
                      <a:pt x="136" y="918"/>
                    </a:cubicBezTo>
                    <a:cubicBezTo>
                      <a:pt x="123" y="960"/>
                      <a:pt x="123" y="960"/>
                      <a:pt x="123" y="960"/>
                    </a:cubicBezTo>
                    <a:cubicBezTo>
                      <a:pt x="132" y="995"/>
                      <a:pt x="132" y="995"/>
                      <a:pt x="132" y="995"/>
                    </a:cubicBezTo>
                    <a:cubicBezTo>
                      <a:pt x="132" y="995"/>
                      <a:pt x="132" y="995"/>
                      <a:pt x="132" y="995"/>
                    </a:cubicBezTo>
                    <a:cubicBezTo>
                      <a:pt x="162" y="995"/>
                      <a:pt x="162" y="995"/>
                      <a:pt x="162" y="995"/>
                    </a:cubicBezTo>
                    <a:cubicBezTo>
                      <a:pt x="190" y="1015"/>
                      <a:pt x="190" y="1015"/>
                      <a:pt x="190" y="1015"/>
                    </a:cubicBezTo>
                    <a:cubicBezTo>
                      <a:pt x="199" y="1049"/>
                      <a:pt x="199" y="1049"/>
                      <a:pt x="199" y="1049"/>
                    </a:cubicBezTo>
                    <a:cubicBezTo>
                      <a:pt x="268" y="1061"/>
                      <a:pt x="268" y="1061"/>
                      <a:pt x="268" y="1061"/>
                    </a:cubicBezTo>
                    <a:cubicBezTo>
                      <a:pt x="307" y="1097"/>
                      <a:pt x="307" y="1097"/>
                      <a:pt x="307" y="1097"/>
                    </a:cubicBezTo>
                    <a:cubicBezTo>
                      <a:pt x="332" y="1085"/>
                      <a:pt x="332" y="1085"/>
                      <a:pt x="332" y="1085"/>
                    </a:cubicBezTo>
                    <a:cubicBezTo>
                      <a:pt x="385" y="1101"/>
                      <a:pt x="385" y="1101"/>
                      <a:pt x="385" y="1101"/>
                    </a:cubicBezTo>
                    <a:cubicBezTo>
                      <a:pt x="350" y="1143"/>
                      <a:pt x="350" y="1143"/>
                      <a:pt x="350" y="1143"/>
                    </a:cubicBezTo>
                    <a:cubicBezTo>
                      <a:pt x="354" y="1167"/>
                      <a:pt x="354" y="1167"/>
                      <a:pt x="354" y="1167"/>
                    </a:cubicBezTo>
                    <a:cubicBezTo>
                      <a:pt x="401" y="1183"/>
                      <a:pt x="401" y="1183"/>
                      <a:pt x="401" y="1183"/>
                    </a:cubicBezTo>
                    <a:cubicBezTo>
                      <a:pt x="401" y="1199"/>
                      <a:pt x="401" y="1199"/>
                      <a:pt x="401" y="1199"/>
                    </a:cubicBezTo>
                    <a:cubicBezTo>
                      <a:pt x="403" y="1207"/>
                      <a:pt x="403" y="1207"/>
                      <a:pt x="403" y="1207"/>
                    </a:cubicBezTo>
                    <a:cubicBezTo>
                      <a:pt x="401" y="1213"/>
                      <a:pt x="401" y="1213"/>
                      <a:pt x="401" y="1213"/>
                    </a:cubicBezTo>
                    <a:cubicBezTo>
                      <a:pt x="429" y="1231"/>
                      <a:pt x="429" y="1231"/>
                      <a:pt x="429" y="1231"/>
                    </a:cubicBezTo>
                    <a:cubicBezTo>
                      <a:pt x="484" y="1194"/>
                      <a:pt x="484" y="1194"/>
                      <a:pt x="484" y="1194"/>
                    </a:cubicBezTo>
                    <a:cubicBezTo>
                      <a:pt x="456" y="1145"/>
                      <a:pt x="456" y="1145"/>
                      <a:pt x="456" y="1145"/>
                    </a:cubicBezTo>
                    <a:cubicBezTo>
                      <a:pt x="478" y="1142"/>
                      <a:pt x="478" y="1142"/>
                      <a:pt x="478" y="1142"/>
                    </a:cubicBezTo>
                    <a:cubicBezTo>
                      <a:pt x="561" y="1191"/>
                      <a:pt x="561" y="1191"/>
                      <a:pt x="561" y="1191"/>
                    </a:cubicBezTo>
                    <a:cubicBezTo>
                      <a:pt x="561" y="1191"/>
                      <a:pt x="609" y="1180"/>
                      <a:pt x="609" y="1180"/>
                    </a:cubicBezTo>
                    <a:cubicBezTo>
                      <a:pt x="610" y="1180"/>
                      <a:pt x="619" y="1202"/>
                      <a:pt x="619" y="1202"/>
                    </a:cubicBezTo>
                    <a:cubicBezTo>
                      <a:pt x="593" y="1219"/>
                      <a:pt x="593" y="1219"/>
                      <a:pt x="593" y="1219"/>
                    </a:cubicBezTo>
                    <a:cubicBezTo>
                      <a:pt x="644" y="1268"/>
                      <a:pt x="644" y="1268"/>
                      <a:pt x="644" y="1268"/>
                    </a:cubicBezTo>
                    <a:cubicBezTo>
                      <a:pt x="682" y="1257"/>
                      <a:pt x="682" y="1257"/>
                      <a:pt x="682" y="1257"/>
                    </a:cubicBezTo>
                    <a:cubicBezTo>
                      <a:pt x="707" y="1273"/>
                      <a:pt x="707" y="1273"/>
                      <a:pt x="707" y="1273"/>
                    </a:cubicBezTo>
                    <a:cubicBezTo>
                      <a:pt x="762" y="1282"/>
                      <a:pt x="762" y="1282"/>
                      <a:pt x="762" y="1282"/>
                    </a:cubicBezTo>
                    <a:cubicBezTo>
                      <a:pt x="762" y="1304"/>
                      <a:pt x="762" y="1304"/>
                      <a:pt x="762" y="1304"/>
                    </a:cubicBezTo>
                    <a:cubicBezTo>
                      <a:pt x="791" y="1343"/>
                      <a:pt x="791" y="1343"/>
                      <a:pt x="791" y="1343"/>
                    </a:cubicBezTo>
                    <a:cubicBezTo>
                      <a:pt x="807" y="1346"/>
                      <a:pt x="807" y="1346"/>
                      <a:pt x="807" y="1346"/>
                    </a:cubicBezTo>
                    <a:cubicBezTo>
                      <a:pt x="811" y="1382"/>
                      <a:pt x="811" y="1382"/>
                      <a:pt x="811" y="1382"/>
                    </a:cubicBezTo>
                    <a:cubicBezTo>
                      <a:pt x="833" y="1392"/>
                      <a:pt x="833" y="1392"/>
                      <a:pt x="833" y="1392"/>
                    </a:cubicBezTo>
                    <a:cubicBezTo>
                      <a:pt x="836" y="1416"/>
                      <a:pt x="836" y="1416"/>
                      <a:pt x="836" y="1416"/>
                    </a:cubicBezTo>
                    <a:cubicBezTo>
                      <a:pt x="866" y="1416"/>
                      <a:pt x="866" y="1416"/>
                      <a:pt x="866" y="1416"/>
                    </a:cubicBezTo>
                    <a:cubicBezTo>
                      <a:pt x="894" y="1374"/>
                      <a:pt x="894" y="1374"/>
                      <a:pt x="894" y="1374"/>
                    </a:cubicBezTo>
                    <a:cubicBezTo>
                      <a:pt x="930" y="1362"/>
                      <a:pt x="930" y="1362"/>
                      <a:pt x="930" y="1362"/>
                    </a:cubicBezTo>
                    <a:cubicBezTo>
                      <a:pt x="942" y="1402"/>
                      <a:pt x="980" y="1413"/>
                      <a:pt x="980" y="1413"/>
                    </a:cubicBezTo>
                    <a:cubicBezTo>
                      <a:pt x="980" y="1423"/>
                      <a:pt x="987" y="1441"/>
                      <a:pt x="987" y="1441"/>
                    </a:cubicBezTo>
                    <a:cubicBezTo>
                      <a:pt x="983" y="1458"/>
                      <a:pt x="983" y="1458"/>
                      <a:pt x="983" y="1458"/>
                    </a:cubicBezTo>
                    <a:cubicBezTo>
                      <a:pt x="1031" y="1463"/>
                      <a:pt x="1031" y="1463"/>
                      <a:pt x="1031" y="1463"/>
                    </a:cubicBezTo>
                    <a:cubicBezTo>
                      <a:pt x="1045" y="1430"/>
                      <a:pt x="1045" y="1430"/>
                      <a:pt x="1045" y="1430"/>
                    </a:cubicBezTo>
                    <a:cubicBezTo>
                      <a:pt x="1147" y="1403"/>
                      <a:pt x="1147" y="1403"/>
                      <a:pt x="1147" y="1403"/>
                    </a:cubicBezTo>
                    <a:cubicBezTo>
                      <a:pt x="1195" y="1429"/>
                      <a:pt x="1195" y="1429"/>
                      <a:pt x="1195" y="1429"/>
                    </a:cubicBezTo>
                    <a:cubicBezTo>
                      <a:pt x="1219" y="1396"/>
                      <a:pt x="1219" y="1396"/>
                      <a:pt x="1219" y="1396"/>
                    </a:cubicBezTo>
                    <a:cubicBezTo>
                      <a:pt x="1241" y="1406"/>
                      <a:pt x="1241" y="1406"/>
                      <a:pt x="1241" y="1406"/>
                    </a:cubicBezTo>
                    <a:cubicBezTo>
                      <a:pt x="1258" y="1386"/>
                      <a:pt x="1258" y="1386"/>
                      <a:pt x="1258" y="1386"/>
                    </a:cubicBezTo>
                    <a:cubicBezTo>
                      <a:pt x="1320" y="1388"/>
                      <a:pt x="1320" y="1388"/>
                      <a:pt x="1320" y="1388"/>
                    </a:cubicBezTo>
                    <a:cubicBezTo>
                      <a:pt x="1368" y="1406"/>
                      <a:pt x="1368" y="1406"/>
                      <a:pt x="1368" y="1406"/>
                    </a:cubicBezTo>
                    <a:cubicBezTo>
                      <a:pt x="1407" y="1450"/>
                      <a:pt x="1407" y="1450"/>
                      <a:pt x="1407" y="1450"/>
                    </a:cubicBezTo>
                    <a:cubicBezTo>
                      <a:pt x="1409" y="1450"/>
                      <a:pt x="1411" y="1450"/>
                      <a:pt x="1413" y="1451"/>
                    </a:cubicBezTo>
                    <a:cubicBezTo>
                      <a:pt x="1416" y="1451"/>
                      <a:pt x="1419" y="1452"/>
                      <a:pt x="1422" y="1452"/>
                    </a:cubicBezTo>
                    <a:cubicBezTo>
                      <a:pt x="1424" y="1453"/>
                      <a:pt x="1426" y="1453"/>
                      <a:pt x="1428" y="1453"/>
                    </a:cubicBezTo>
                    <a:cubicBezTo>
                      <a:pt x="1430" y="1454"/>
                      <a:pt x="1432" y="1454"/>
                      <a:pt x="1435" y="1455"/>
                    </a:cubicBezTo>
                    <a:cubicBezTo>
                      <a:pt x="1435" y="1455"/>
                      <a:pt x="1435" y="1455"/>
                      <a:pt x="1435" y="1455"/>
                    </a:cubicBezTo>
                    <a:cubicBezTo>
                      <a:pt x="1437" y="1455"/>
                      <a:pt x="1439" y="1456"/>
                      <a:pt x="1441" y="1456"/>
                    </a:cubicBezTo>
                    <a:cubicBezTo>
                      <a:pt x="1443" y="1457"/>
                      <a:pt x="1445" y="1457"/>
                      <a:pt x="1447" y="1457"/>
                    </a:cubicBezTo>
                    <a:cubicBezTo>
                      <a:pt x="1448" y="1458"/>
                      <a:pt x="1449" y="1458"/>
                      <a:pt x="1450" y="1458"/>
                    </a:cubicBezTo>
                    <a:cubicBezTo>
                      <a:pt x="1462" y="1461"/>
                      <a:pt x="1472" y="1464"/>
                      <a:pt x="1482" y="1467"/>
                    </a:cubicBezTo>
                    <a:cubicBezTo>
                      <a:pt x="1483" y="1467"/>
                      <a:pt x="1484" y="1468"/>
                      <a:pt x="1485" y="1468"/>
                    </a:cubicBezTo>
                    <a:cubicBezTo>
                      <a:pt x="1485" y="1468"/>
                      <a:pt x="1486" y="1468"/>
                      <a:pt x="1486" y="1469"/>
                    </a:cubicBezTo>
                    <a:cubicBezTo>
                      <a:pt x="1487" y="1469"/>
                      <a:pt x="1488" y="1469"/>
                      <a:pt x="1489" y="1470"/>
                    </a:cubicBezTo>
                    <a:cubicBezTo>
                      <a:pt x="1493" y="1471"/>
                      <a:pt x="1497" y="1472"/>
                      <a:pt x="1500" y="1474"/>
                    </a:cubicBezTo>
                    <a:cubicBezTo>
                      <a:pt x="1531" y="1485"/>
                      <a:pt x="1547" y="1496"/>
                      <a:pt x="1547" y="1496"/>
                    </a:cubicBezTo>
                    <a:cubicBezTo>
                      <a:pt x="1557" y="1480"/>
                      <a:pt x="1557" y="1480"/>
                      <a:pt x="1557" y="1480"/>
                    </a:cubicBezTo>
                    <a:cubicBezTo>
                      <a:pt x="1528" y="1451"/>
                      <a:pt x="1528" y="1451"/>
                      <a:pt x="1528" y="1451"/>
                    </a:cubicBezTo>
                    <a:cubicBezTo>
                      <a:pt x="1506" y="1348"/>
                      <a:pt x="1506" y="1348"/>
                      <a:pt x="1506" y="1348"/>
                    </a:cubicBezTo>
                    <a:cubicBezTo>
                      <a:pt x="1678" y="1107"/>
                      <a:pt x="1678" y="1107"/>
                      <a:pt x="1678" y="1107"/>
                    </a:cubicBezTo>
                    <a:cubicBezTo>
                      <a:pt x="1731" y="1105"/>
                      <a:pt x="1731" y="1105"/>
                      <a:pt x="1731" y="1105"/>
                    </a:cubicBezTo>
                    <a:cubicBezTo>
                      <a:pt x="1741" y="1060"/>
                      <a:pt x="1741" y="1060"/>
                      <a:pt x="1741" y="1060"/>
                    </a:cubicBezTo>
                    <a:cubicBezTo>
                      <a:pt x="1710" y="1021"/>
                      <a:pt x="1710" y="1021"/>
                      <a:pt x="1710" y="1021"/>
                    </a:cubicBezTo>
                    <a:cubicBezTo>
                      <a:pt x="1715" y="1008"/>
                      <a:pt x="1715" y="1008"/>
                      <a:pt x="1715" y="1008"/>
                    </a:cubicBezTo>
                    <a:lnTo>
                      <a:pt x="1743" y="1005"/>
                    </a:lnTo>
                    <a:close/>
                    <a:moveTo>
                      <a:pt x="142" y="393"/>
                    </a:moveTo>
                    <a:cubicBezTo>
                      <a:pt x="141" y="398"/>
                      <a:pt x="141" y="406"/>
                      <a:pt x="137" y="409"/>
                    </a:cubicBezTo>
                    <a:cubicBezTo>
                      <a:pt x="132" y="413"/>
                      <a:pt x="126" y="407"/>
                      <a:pt x="126" y="402"/>
                    </a:cubicBezTo>
                    <a:cubicBezTo>
                      <a:pt x="126" y="400"/>
                      <a:pt x="128" y="397"/>
                      <a:pt x="129" y="395"/>
                    </a:cubicBezTo>
                    <a:cubicBezTo>
                      <a:pt x="130" y="393"/>
                      <a:pt x="130" y="392"/>
                      <a:pt x="131" y="390"/>
                    </a:cubicBezTo>
                    <a:cubicBezTo>
                      <a:pt x="132" y="389"/>
                      <a:pt x="133" y="389"/>
                      <a:pt x="133" y="388"/>
                    </a:cubicBezTo>
                    <a:cubicBezTo>
                      <a:pt x="133" y="385"/>
                      <a:pt x="132" y="384"/>
                      <a:pt x="133" y="381"/>
                    </a:cubicBezTo>
                    <a:cubicBezTo>
                      <a:pt x="135" y="379"/>
                      <a:pt x="140" y="376"/>
                      <a:pt x="143" y="379"/>
                    </a:cubicBezTo>
                    <a:cubicBezTo>
                      <a:pt x="146" y="383"/>
                      <a:pt x="143" y="389"/>
                      <a:pt x="142" y="393"/>
                    </a:cubicBezTo>
                    <a:close/>
                    <a:moveTo>
                      <a:pt x="930" y="286"/>
                    </a:moveTo>
                    <a:cubicBezTo>
                      <a:pt x="929" y="290"/>
                      <a:pt x="931" y="295"/>
                      <a:pt x="929" y="298"/>
                    </a:cubicBezTo>
                    <a:cubicBezTo>
                      <a:pt x="927" y="303"/>
                      <a:pt x="924" y="305"/>
                      <a:pt x="921" y="309"/>
                    </a:cubicBezTo>
                    <a:cubicBezTo>
                      <a:pt x="920" y="310"/>
                      <a:pt x="919" y="312"/>
                      <a:pt x="919" y="314"/>
                    </a:cubicBezTo>
                    <a:cubicBezTo>
                      <a:pt x="919" y="314"/>
                      <a:pt x="918" y="321"/>
                      <a:pt x="919" y="321"/>
                    </a:cubicBezTo>
                    <a:cubicBezTo>
                      <a:pt x="915" y="318"/>
                      <a:pt x="915" y="313"/>
                      <a:pt x="915" y="308"/>
                    </a:cubicBezTo>
                    <a:cubicBezTo>
                      <a:pt x="916" y="303"/>
                      <a:pt x="921" y="302"/>
                      <a:pt x="923" y="297"/>
                    </a:cubicBezTo>
                    <a:cubicBezTo>
                      <a:pt x="925" y="293"/>
                      <a:pt x="921" y="289"/>
                      <a:pt x="918" y="286"/>
                    </a:cubicBezTo>
                    <a:cubicBezTo>
                      <a:pt x="915" y="282"/>
                      <a:pt x="916" y="278"/>
                      <a:pt x="911" y="276"/>
                    </a:cubicBezTo>
                    <a:cubicBezTo>
                      <a:pt x="909" y="275"/>
                      <a:pt x="906" y="275"/>
                      <a:pt x="906" y="272"/>
                    </a:cubicBezTo>
                    <a:cubicBezTo>
                      <a:pt x="905" y="270"/>
                      <a:pt x="907" y="270"/>
                      <a:pt x="909" y="270"/>
                    </a:cubicBezTo>
                    <a:cubicBezTo>
                      <a:pt x="911" y="271"/>
                      <a:pt x="912" y="272"/>
                      <a:pt x="914" y="271"/>
                    </a:cubicBezTo>
                    <a:cubicBezTo>
                      <a:pt x="916" y="269"/>
                      <a:pt x="916" y="267"/>
                      <a:pt x="919" y="267"/>
                    </a:cubicBezTo>
                    <a:cubicBezTo>
                      <a:pt x="925" y="266"/>
                      <a:pt x="922" y="274"/>
                      <a:pt x="922" y="277"/>
                    </a:cubicBezTo>
                    <a:cubicBezTo>
                      <a:pt x="923" y="286"/>
                      <a:pt x="929" y="274"/>
                      <a:pt x="933" y="279"/>
                    </a:cubicBezTo>
                    <a:cubicBezTo>
                      <a:pt x="936" y="282"/>
                      <a:pt x="931" y="284"/>
                      <a:pt x="930" y="286"/>
                    </a:cubicBezTo>
                    <a:close/>
                    <a:moveTo>
                      <a:pt x="1244" y="174"/>
                    </a:moveTo>
                    <a:cubicBezTo>
                      <a:pt x="1246" y="171"/>
                      <a:pt x="1246" y="168"/>
                      <a:pt x="1248" y="166"/>
                    </a:cubicBezTo>
                    <a:cubicBezTo>
                      <a:pt x="1250" y="164"/>
                      <a:pt x="1252" y="165"/>
                      <a:pt x="1254" y="165"/>
                    </a:cubicBezTo>
                    <a:cubicBezTo>
                      <a:pt x="1256" y="166"/>
                      <a:pt x="1258" y="166"/>
                      <a:pt x="1257" y="163"/>
                    </a:cubicBezTo>
                    <a:cubicBezTo>
                      <a:pt x="1256" y="161"/>
                      <a:pt x="1254" y="159"/>
                      <a:pt x="1253" y="157"/>
                    </a:cubicBezTo>
                    <a:cubicBezTo>
                      <a:pt x="1252" y="154"/>
                      <a:pt x="1251" y="144"/>
                      <a:pt x="1256" y="147"/>
                    </a:cubicBezTo>
                    <a:cubicBezTo>
                      <a:pt x="1259" y="148"/>
                      <a:pt x="1260" y="151"/>
                      <a:pt x="1262" y="152"/>
                    </a:cubicBezTo>
                    <a:cubicBezTo>
                      <a:pt x="1264" y="154"/>
                      <a:pt x="1266" y="156"/>
                      <a:pt x="1267" y="157"/>
                    </a:cubicBezTo>
                    <a:cubicBezTo>
                      <a:pt x="1269" y="159"/>
                      <a:pt x="1270" y="161"/>
                      <a:pt x="1271" y="163"/>
                    </a:cubicBezTo>
                    <a:cubicBezTo>
                      <a:pt x="1272" y="165"/>
                      <a:pt x="1274" y="166"/>
                      <a:pt x="1275" y="168"/>
                    </a:cubicBezTo>
                    <a:cubicBezTo>
                      <a:pt x="1276" y="173"/>
                      <a:pt x="1268" y="175"/>
                      <a:pt x="1270" y="180"/>
                    </a:cubicBezTo>
                    <a:cubicBezTo>
                      <a:pt x="1271" y="182"/>
                      <a:pt x="1273" y="183"/>
                      <a:pt x="1273" y="185"/>
                    </a:cubicBezTo>
                    <a:cubicBezTo>
                      <a:pt x="1273" y="188"/>
                      <a:pt x="1270" y="192"/>
                      <a:pt x="1268" y="193"/>
                    </a:cubicBezTo>
                    <a:cubicBezTo>
                      <a:pt x="1265" y="195"/>
                      <a:pt x="1261" y="194"/>
                      <a:pt x="1260" y="191"/>
                    </a:cubicBezTo>
                    <a:cubicBezTo>
                      <a:pt x="1260" y="189"/>
                      <a:pt x="1260" y="186"/>
                      <a:pt x="1260" y="184"/>
                    </a:cubicBezTo>
                    <a:cubicBezTo>
                      <a:pt x="1260" y="182"/>
                      <a:pt x="1260" y="178"/>
                      <a:pt x="1258" y="179"/>
                    </a:cubicBezTo>
                    <a:cubicBezTo>
                      <a:pt x="1256" y="180"/>
                      <a:pt x="1254" y="183"/>
                      <a:pt x="1253" y="185"/>
                    </a:cubicBezTo>
                    <a:cubicBezTo>
                      <a:pt x="1251" y="186"/>
                      <a:pt x="1249" y="186"/>
                      <a:pt x="1247" y="185"/>
                    </a:cubicBezTo>
                    <a:cubicBezTo>
                      <a:pt x="1245" y="183"/>
                      <a:pt x="1243" y="181"/>
                      <a:pt x="1242" y="179"/>
                    </a:cubicBezTo>
                    <a:cubicBezTo>
                      <a:pt x="1241" y="177"/>
                      <a:pt x="1243" y="175"/>
                      <a:pt x="1244" y="174"/>
                    </a:cubicBezTo>
                    <a:close/>
                    <a:moveTo>
                      <a:pt x="1298" y="257"/>
                    </a:moveTo>
                    <a:cubicBezTo>
                      <a:pt x="1298" y="261"/>
                      <a:pt x="1298" y="267"/>
                      <a:pt x="1296" y="270"/>
                    </a:cubicBezTo>
                    <a:cubicBezTo>
                      <a:pt x="1295" y="272"/>
                      <a:pt x="1293" y="271"/>
                      <a:pt x="1291" y="270"/>
                    </a:cubicBezTo>
                    <a:cubicBezTo>
                      <a:pt x="1289" y="269"/>
                      <a:pt x="1285" y="269"/>
                      <a:pt x="1283" y="272"/>
                    </a:cubicBezTo>
                    <a:cubicBezTo>
                      <a:pt x="1282" y="275"/>
                      <a:pt x="1284" y="279"/>
                      <a:pt x="1285" y="282"/>
                    </a:cubicBezTo>
                    <a:cubicBezTo>
                      <a:pt x="1285" y="284"/>
                      <a:pt x="1285" y="288"/>
                      <a:pt x="1282" y="288"/>
                    </a:cubicBezTo>
                    <a:cubicBezTo>
                      <a:pt x="1278" y="289"/>
                      <a:pt x="1275" y="284"/>
                      <a:pt x="1273" y="281"/>
                    </a:cubicBezTo>
                    <a:cubicBezTo>
                      <a:pt x="1272" y="280"/>
                      <a:pt x="1270" y="275"/>
                      <a:pt x="1268" y="275"/>
                    </a:cubicBezTo>
                    <a:cubicBezTo>
                      <a:pt x="1265" y="275"/>
                      <a:pt x="1263" y="277"/>
                      <a:pt x="1261" y="278"/>
                    </a:cubicBezTo>
                    <a:cubicBezTo>
                      <a:pt x="1260" y="278"/>
                      <a:pt x="1258" y="279"/>
                      <a:pt x="1256" y="279"/>
                    </a:cubicBezTo>
                    <a:cubicBezTo>
                      <a:pt x="1252" y="279"/>
                      <a:pt x="1244" y="276"/>
                      <a:pt x="1247" y="271"/>
                    </a:cubicBezTo>
                    <a:cubicBezTo>
                      <a:pt x="1249" y="268"/>
                      <a:pt x="1256" y="263"/>
                      <a:pt x="1255" y="259"/>
                    </a:cubicBezTo>
                    <a:cubicBezTo>
                      <a:pt x="1254" y="257"/>
                      <a:pt x="1249" y="255"/>
                      <a:pt x="1247" y="254"/>
                    </a:cubicBezTo>
                    <a:cubicBezTo>
                      <a:pt x="1244" y="253"/>
                      <a:pt x="1242" y="252"/>
                      <a:pt x="1240" y="250"/>
                    </a:cubicBezTo>
                    <a:cubicBezTo>
                      <a:pt x="1237" y="247"/>
                      <a:pt x="1235" y="243"/>
                      <a:pt x="1233" y="239"/>
                    </a:cubicBezTo>
                    <a:cubicBezTo>
                      <a:pt x="1232" y="237"/>
                      <a:pt x="1231" y="235"/>
                      <a:pt x="1230" y="233"/>
                    </a:cubicBezTo>
                    <a:cubicBezTo>
                      <a:pt x="1229" y="232"/>
                      <a:pt x="1228" y="230"/>
                      <a:pt x="1229" y="228"/>
                    </a:cubicBezTo>
                    <a:cubicBezTo>
                      <a:pt x="1229" y="227"/>
                      <a:pt x="1231" y="227"/>
                      <a:pt x="1233" y="228"/>
                    </a:cubicBezTo>
                    <a:cubicBezTo>
                      <a:pt x="1234" y="229"/>
                      <a:pt x="1235" y="230"/>
                      <a:pt x="1236" y="232"/>
                    </a:cubicBezTo>
                    <a:cubicBezTo>
                      <a:pt x="1238" y="236"/>
                      <a:pt x="1239" y="240"/>
                      <a:pt x="1241" y="243"/>
                    </a:cubicBezTo>
                    <a:cubicBezTo>
                      <a:pt x="1243" y="246"/>
                      <a:pt x="1245" y="248"/>
                      <a:pt x="1247" y="249"/>
                    </a:cubicBezTo>
                    <a:cubicBezTo>
                      <a:pt x="1250" y="251"/>
                      <a:pt x="1251" y="251"/>
                      <a:pt x="1253" y="248"/>
                    </a:cubicBezTo>
                    <a:cubicBezTo>
                      <a:pt x="1254" y="247"/>
                      <a:pt x="1257" y="242"/>
                      <a:pt x="1259" y="244"/>
                    </a:cubicBezTo>
                    <a:cubicBezTo>
                      <a:pt x="1262" y="245"/>
                      <a:pt x="1262" y="250"/>
                      <a:pt x="1263" y="252"/>
                    </a:cubicBezTo>
                    <a:cubicBezTo>
                      <a:pt x="1266" y="257"/>
                      <a:pt x="1274" y="254"/>
                      <a:pt x="1277" y="251"/>
                    </a:cubicBezTo>
                    <a:cubicBezTo>
                      <a:pt x="1278" y="249"/>
                      <a:pt x="1279" y="249"/>
                      <a:pt x="1281" y="250"/>
                    </a:cubicBezTo>
                    <a:cubicBezTo>
                      <a:pt x="1284" y="250"/>
                      <a:pt x="1286" y="252"/>
                      <a:pt x="1289" y="251"/>
                    </a:cubicBezTo>
                    <a:cubicBezTo>
                      <a:pt x="1291" y="250"/>
                      <a:pt x="1293" y="246"/>
                      <a:pt x="1295" y="246"/>
                    </a:cubicBezTo>
                    <a:cubicBezTo>
                      <a:pt x="1299" y="246"/>
                      <a:pt x="1298" y="255"/>
                      <a:pt x="1298" y="25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1" name="Freeform 2040">
                <a:extLst>
                  <a:ext uri="{FF2B5EF4-FFF2-40B4-BE49-F238E27FC236}">
                    <a16:creationId xmlns:a16="http://schemas.microsoft.com/office/drawing/2014/main" id="{502408E0-B65F-7541-A787-E6534B6FA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999"/>
                <a:ext cx="381" cy="284"/>
              </a:xfrm>
              <a:custGeom>
                <a:avLst/>
                <a:gdLst>
                  <a:gd name="T0" fmla="*/ 899 w 937"/>
                  <a:gd name="T1" fmla="*/ 320 h 698"/>
                  <a:gd name="T2" fmla="*/ 851 w 937"/>
                  <a:gd name="T3" fmla="*/ 364 h 698"/>
                  <a:gd name="T4" fmla="*/ 784 w 937"/>
                  <a:gd name="T5" fmla="*/ 421 h 698"/>
                  <a:gd name="T6" fmla="*/ 770 w 937"/>
                  <a:gd name="T7" fmla="*/ 537 h 698"/>
                  <a:gd name="T8" fmla="*/ 812 w 937"/>
                  <a:gd name="T9" fmla="*/ 593 h 698"/>
                  <a:gd name="T10" fmla="*/ 762 w 937"/>
                  <a:gd name="T11" fmla="*/ 565 h 698"/>
                  <a:gd name="T12" fmla="*/ 709 w 937"/>
                  <a:gd name="T13" fmla="*/ 603 h 698"/>
                  <a:gd name="T14" fmla="*/ 661 w 937"/>
                  <a:gd name="T15" fmla="*/ 658 h 698"/>
                  <a:gd name="T16" fmla="*/ 602 w 937"/>
                  <a:gd name="T17" fmla="*/ 690 h 698"/>
                  <a:gd name="T18" fmla="*/ 557 w 937"/>
                  <a:gd name="T19" fmla="*/ 685 h 698"/>
                  <a:gd name="T20" fmla="*/ 501 w 937"/>
                  <a:gd name="T21" fmla="*/ 696 h 698"/>
                  <a:gd name="T22" fmla="*/ 438 w 937"/>
                  <a:gd name="T23" fmla="*/ 643 h 698"/>
                  <a:gd name="T24" fmla="*/ 318 w 937"/>
                  <a:gd name="T25" fmla="*/ 589 h 698"/>
                  <a:gd name="T26" fmla="*/ 292 w 937"/>
                  <a:gd name="T27" fmla="*/ 506 h 698"/>
                  <a:gd name="T28" fmla="*/ 318 w 937"/>
                  <a:gd name="T29" fmla="*/ 464 h 698"/>
                  <a:gd name="T30" fmla="*/ 248 w 937"/>
                  <a:gd name="T31" fmla="*/ 421 h 698"/>
                  <a:gd name="T32" fmla="*/ 175 w 937"/>
                  <a:gd name="T33" fmla="*/ 431 h 698"/>
                  <a:gd name="T34" fmla="*/ 147 w 937"/>
                  <a:gd name="T35" fmla="*/ 419 h 698"/>
                  <a:gd name="T36" fmla="*/ 85 w 937"/>
                  <a:gd name="T37" fmla="*/ 398 h 698"/>
                  <a:gd name="T38" fmla="*/ 54 w 937"/>
                  <a:gd name="T39" fmla="*/ 372 h 698"/>
                  <a:gd name="T40" fmla="*/ 38 w 937"/>
                  <a:gd name="T41" fmla="*/ 355 h 698"/>
                  <a:gd name="T42" fmla="*/ 46 w 937"/>
                  <a:gd name="T43" fmla="*/ 333 h 698"/>
                  <a:gd name="T44" fmla="*/ 22 w 937"/>
                  <a:gd name="T45" fmla="*/ 279 h 698"/>
                  <a:gd name="T46" fmla="*/ 16 w 937"/>
                  <a:gd name="T47" fmla="*/ 358 h 698"/>
                  <a:gd name="T48" fmla="*/ 3 w 937"/>
                  <a:gd name="T49" fmla="*/ 368 h 698"/>
                  <a:gd name="T50" fmla="*/ 14 w 937"/>
                  <a:gd name="T51" fmla="*/ 326 h 698"/>
                  <a:gd name="T52" fmla="*/ 14 w 937"/>
                  <a:gd name="T53" fmla="*/ 274 h 698"/>
                  <a:gd name="T54" fmla="*/ 7 w 937"/>
                  <a:gd name="T55" fmla="*/ 243 h 698"/>
                  <a:gd name="T56" fmla="*/ 4 w 937"/>
                  <a:gd name="T57" fmla="*/ 212 h 698"/>
                  <a:gd name="T58" fmla="*/ 0 w 937"/>
                  <a:gd name="T59" fmla="*/ 166 h 698"/>
                  <a:gd name="T60" fmla="*/ 30 w 937"/>
                  <a:gd name="T61" fmla="*/ 156 h 698"/>
                  <a:gd name="T62" fmla="*/ 94 w 937"/>
                  <a:gd name="T63" fmla="*/ 83 h 698"/>
                  <a:gd name="T64" fmla="*/ 151 w 937"/>
                  <a:gd name="T65" fmla="*/ 56 h 698"/>
                  <a:gd name="T66" fmla="*/ 284 w 937"/>
                  <a:gd name="T67" fmla="*/ 52 h 698"/>
                  <a:gd name="T68" fmla="*/ 409 w 937"/>
                  <a:gd name="T69" fmla="*/ 44 h 698"/>
                  <a:gd name="T70" fmla="*/ 523 w 937"/>
                  <a:gd name="T71" fmla="*/ 62 h 698"/>
                  <a:gd name="T72" fmla="*/ 588 w 937"/>
                  <a:gd name="T73" fmla="*/ 0 h 698"/>
                  <a:gd name="T74" fmla="*/ 714 w 937"/>
                  <a:gd name="T75" fmla="*/ 69 h 698"/>
                  <a:gd name="T76" fmla="*/ 777 w 937"/>
                  <a:gd name="T77" fmla="*/ 102 h 698"/>
                  <a:gd name="T78" fmla="*/ 817 w 937"/>
                  <a:gd name="T79" fmla="*/ 152 h 698"/>
                  <a:gd name="T80" fmla="*/ 889 w 937"/>
                  <a:gd name="T81" fmla="*/ 192 h 698"/>
                  <a:gd name="T82" fmla="*/ 886 w 937"/>
                  <a:gd name="T83" fmla="*/ 257 h 6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37" h="698">
                    <a:moveTo>
                      <a:pt x="937" y="269"/>
                    </a:moveTo>
                    <a:cubicBezTo>
                      <a:pt x="899" y="320"/>
                      <a:pt x="899" y="320"/>
                      <a:pt x="899" y="320"/>
                    </a:cubicBezTo>
                    <a:cubicBezTo>
                      <a:pt x="861" y="325"/>
                      <a:pt x="861" y="325"/>
                      <a:pt x="861" y="325"/>
                    </a:cubicBezTo>
                    <a:cubicBezTo>
                      <a:pt x="851" y="364"/>
                      <a:pt x="851" y="364"/>
                      <a:pt x="851" y="364"/>
                    </a:cubicBezTo>
                    <a:cubicBezTo>
                      <a:pt x="796" y="390"/>
                      <a:pt x="796" y="390"/>
                      <a:pt x="796" y="390"/>
                    </a:cubicBezTo>
                    <a:cubicBezTo>
                      <a:pt x="784" y="421"/>
                      <a:pt x="784" y="421"/>
                      <a:pt x="784" y="421"/>
                    </a:cubicBezTo>
                    <a:cubicBezTo>
                      <a:pt x="788" y="484"/>
                      <a:pt x="788" y="484"/>
                      <a:pt x="788" y="484"/>
                    </a:cubicBezTo>
                    <a:cubicBezTo>
                      <a:pt x="770" y="537"/>
                      <a:pt x="770" y="537"/>
                      <a:pt x="770" y="537"/>
                    </a:cubicBezTo>
                    <a:cubicBezTo>
                      <a:pt x="790" y="551"/>
                      <a:pt x="790" y="551"/>
                      <a:pt x="790" y="551"/>
                    </a:cubicBezTo>
                    <a:cubicBezTo>
                      <a:pt x="812" y="593"/>
                      <a:pt x="812" y="593"/>
                      <a:pt x="812" y="593"/>
                    </a:cubicBezTo>
                    <a:cubicBezTo>
                      <a:pt x="773" y="601"/>
                      <a:pt x="773" y="601"/>
                      <a:pt x="773" y="601"/>
                    </a:cubicBezTo>
                    <a:cubicBezTo>
                      <a:pt x="762" y="565"/>
                      <a:pt x="762" y="565"/>
                      <a:pt x="762" y="565"/>
                    </a:cubicBezTo>
                    <a:cubicBezTo>
                      <a:pt x="711" y="572"/>
                      <a:pt x="711" y="572"/>
                      <a:pt x="711" y="572"/>
                    </a:cubicBezTo>
                    <a:cubicBezTo>
                      <a:pt x="709" y="603"/>
                      <a:pt x="709" y="603"/>
                      <a:pt x="709" y="603"/>
                    </a:cubicBezTo>
                    <a:cubicBezTo>
                      <a:pt x="666" y="618"/>
                      <a:pt x="666" y="618"/>
                      <a:pt x="666" y="618"/>
                    </a:cubicBezTo>
                    <a:cubicBezTo>
                      <a:pt x="661" y="658"/>
                      <a:pt x="661" y="658"/>
                      <a:pt x="661" y="658"/>
                    </a:cubicBezTo>
                    <a:cubicBezTo>
                      <a:pt x="625" y="663"/>
                      <a:pt x="625" y="663"/>
                      <a:pt x="625" y="663"/>
                    </a:cubicBezTo>
                    <a:cubicBezTo>
                      <a:pt x="602" y="690"/>
                      <a:pt x="602" y="690"/>
                      <a:pt x="602" y="690"/>
                    </a:cubicBezTo>
                    <a:cubicBezTo>
                      <a:pt x="565" y="694"/>
                      <a:pt x="565" y="694"/>
                      <a:pt x="565" y="694"/>
                    </a:cubicBezTo>
                    <a:cubicBezTo>
                      <a:pt x="557" y="685"/>
                      <a:pt x="557" y="685"/>
                      <a:pt x="557" y="685"/>
                    </a:cubicBezTo>
                    <a:cubicBezTo>
                      <a:pt x="509" y="690"/>
                      <a:pt x="509" y="690"/>
                      <a:pt x="509" y="690"/>
                    </a:cubicBezTo>
                    <a:cubicBezTo>
                      <a:pt x="501" y="696"/>
                      <a:pt x="501" y="696"/>
                      <a:pt x="501" y="696"/>
                    </a:cubicBezTo>
                    <a:cubicBezTo>
                      <a:pt x="446" y="698"/>
                      <a:pt x="446" y="698"/>
                      <a:pt x="446" y="698"/>
                    </a:cubicBezTo>
                    <a:cubicBezTo>
                      <a:pt x="446" y="698"/>
                      <a:pt x="436" y="653"/>
                      <a:pt x="438" y="643"/>
                    </a:cubicBezTo>
                    <a:cubicBezTo>
                      <a:pt x="340" y="585"/>
                      <a:pt x="340" y="585"/>
                      <a:pt x="340" y="585"/>
                    </a:cubicBezTo>
                    <a:cubicBezTo>
                      <a:pt x="318" y="589"/>
                      <a:pt x="318" y="589"/>
                      <a:pt x="318" y="589"/>
                    </a:cubicBezTo>
                    <a:cubicBezTo>
                      <a:pt x="292" y="564"/>
                      <a:pt x="292" y="564"/>
                      <a:pt x="292" y="564"/>
                    </a:cubicBezTo>
                    <a:cubicBezTo>
                      <a:pt x="292" y="506"/>
                      <a:pt x="292" y="506"/>
                      <a:pt x="292" y="506"/>
                    </a:cubicBezTo>
                    <a:cubicBezTo>
                      <a:pt x="322" y="492"/>
                      <a:pt x="322" y="492"/>
                      <a:pt x="322" y="492"/>
                    </a:cubicBezTo>
                    <a:cubicBezTo>
                      <a:pt x="318" y="464"/>
                      <a:pt x="318" y="464"/>
                      <a:pt x="318" y="464"/>
                    </a:cubicBezTo>
                    <a:cubicBezTo>
                      <a:pt x="259" y="413"/>
                      <a:pt x="259" y="413"/>
                      <a:pt x="259" y="413"/>
                    </a:cubicBezTo>
                    <a:cubicBezTo>
                      <a:pt x="248" y="421"/>
                      <a:pt x="248" y="421"/>
                      <a:pt x="248" y="421"/>
                    </a:cubicBezTo>
                    <a:cubicBezTo>
                      <a:pt x="248" y="421"/>
                      <a:pt x="199" y="409"/>
                      <a:pt x="188" y="432"/>
                    </a:cubicBezTo>
                    <a:cubicBezTo>
                      <a:pt x="175" y="431"/>
                      <a:pt x="175" y="431"/>
                      <a:pt x="175" y="431"/>
                    </a:cubicBezTo>
                    <a:cubicBezTo>
                      <a:pt x="175" y="417"/>
                      <a:pt x="175" y="417"/>
                      <a:pt x="175" y="417"/>
                    </a:cubicBezTo>
                    <a:cubicBezTo>
                      <a:pt x="147" y="419"/>
                      <a:pt x="147" y="419"/>
                      <a:pt x="147" y="419"/>
                    </a:cubicBezTo>
                    <a:cubicBezTo>
                      <a:pt x="111" y="398"/>
                      <a:pt x="111" y="398"/>
                      <a:pt x="111" y="398"/>
                    </a:cubicBezTo>
                    <a:cubicBezTo>
                      <a:pt x="85" y="398"/>
                      <a:pt x="85" y="398"/>
                      <a:pt x="85" y="398"/>
                    </a:cubicBezTo>
                    <a:cubicBezTo>
                      <a:pt x="85" y="398"/>
                      <a:pt x="73" y="389"/>
                      <a:pt x="73" y="381"/>
                    </a:cubicBezTo>
                    <a:cubicBezTo>
                      <a:pt x="73" y="374"/>
                      <a:pt x="63" y="369"/>
                      <a:pt x="54" y="372"/>
                    </a:cubicBezTo>
                    <a:cubicBezTo>
                      <a:pt x="54" y="368"/>
                      <a:pt x="53" y="364"/>
                      <a:pt x="50" y="362"/>
                    </a:cubicBezTo>
                    <a:cubicBezTo>
                      <a:pt x="47" y="358"/>
                      <a:pt x="41" y="359"/>
                      <a:pt x="38" y="355"/>
                    </a:cubicBezTo>
                    <a:cubicBezTo>
                      <a:pt x="34" y="352"/>
                      <a:pt x="38" y="348"/>
                      <a:pt x="41" y="345"/>
                    </a:cubicBezTo>
                    <a:cubicBezTo>
                      <a:pt x="44" y="341"/>
                      <a:pt x="47" y="338"/>
                      <a:pt x="46" y="333"/>
                    </a:cubicBezTo>
                    <a:cubicBezTo>
                      <a:pt x="45" y="324"/>
                      <a:pt x="37" y="315"/>
                      <a:pt x="34" y="307"/>
                    </a:cubicBezTo>
                    <a:cubicBezTo>
                      <a:pt x="29" y="298"/>
                      <a:pt x="29" y="287"/>
                      <a:pt x="22" y="279"/>
                    </a:cubicBezTo>
                    <a:cubicBezTo>
                      <a:pt x="25" y="295"/>
                      <a:pt x="23" y="313"/>
                      <a:pt x="21" y="330"/>
                    </a:cubicBezTo>
                    <a:cubicBezTo>
                      <a:pt x="19" y="339"/>
                      <a:pt x="21" y="350"/>
                      <a:pt x="16" y="358"/>
                    </a:cubicBezTo>
                    <a:cubicBezTo>
                      <a:pt x="14" y="362"/>
                      <a:pt x="12" y="366"/>
                      <a:pt x="10" y="370"/>
                    </a:cubicBezTo>
                    <a:cubicBezTo>
                      <a:pt x="3" y="368"/>
                      <a:pt x="3" y="368"/>
                      <a:pt x="3" y="368"/>
                    </a:cubicBezTo>
                    <a:cubicBezTo>
                      <a:pt x="6" y="362"/>
                      <a:pt x="6" y="355"/>
                      <a:pt x="10" y="350"/>
                    </a:cubicBezTo>
                    <a:cubicBezTo>
                      <a:pt x="14" y="343"/>
                      <a:pt x="13" y="333"/>
                      <a:pt x="14" y="326"/>
                    </a:cubicBezTo>
                    <a:cubicBezTo>
                      <a:pt x="15" y="320"/>
                      <a:pt x="16" y="314"/>
                      <a:pt x="17" y="309"/>
                    </a:cubicBezTo>
                    <a:cubicBezTo>
                      <a:pt x="18" y="297"/>
                      <a:pt x="17" y="285"/>
                      <a:pt x="14" y="274"/>
                    </a:cubicBezTo>
                    <a:cubicBezTo>
                      <a:pt x="13" y="269"/>
                      <a:pt x="11" y="264"/>
                      <a:pt x="9" y="259"/>
                    </a:cubicBezTo>
                    <a:cubicBezTo>
                      <a:pt x="7" y="254"/>
                      <a:pt x="7" y="249"/>
                      <a:pt x="7" y="243"/>
                    </a:cubicBezTo>
                    <a:cubicBezTo>
                      <a:pt x="7" y="237"/>
                      <a:pt x="5" y="232"/>
                      <a:pt x="5" y="226"/>
                    </a:cubicBezTo>
                    <a:cubicBezTo>
                      <a:pt x="5" y="222"/>
                      <a:pt x="5" y="216"/>
                      <a:pt x="4" y="212"/>
                    </a:cubicBezTo>
                    <a:cubicBezTo>
                      <a:pt x="2" y="202"/>
                      <a:pt x="0" y="192"/>
                      <a:pt x="0" y="181"/>
                    </a:cubicBezTo>
                    <a:cubicBezTo>
                      <a:pt x="0" y="176"/>
                      <a:pt x="0" y="171"/>
                      <a:pt x="0" y="166"/>
                    </a:cubicBezTo>
                    <a:cubicBezTo>
                      <a:pt x="0" y="165"/>
                      <a:pt x="0" y="164"/>
                      <a:pt x="0" y="163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6" y="128"/>
                      <a:pt x="36" y="128"/>
                      <a:pt x="36" y="128"/>
                    </a:cubicBezTo>
                    <a:cubicBezTo>
                      <a:pt x="94" y="83"/>
                      <a:pt x="94" y="83"/>
                      <a:pt x="94" y="83"/>
                    </a:cubicBezTo>
                    <a:cubicBezTo>
                      <a:pt x="133" y="75"/>
                      <a:pt x="133" y="75"/>
                      <a:pt x="133" y="75"/>
                    </a:cubicBezTo>
                    <a:cubicBezTo>
                      <a:pt x="151" y="56"/>
                      <a:pt x="151" y="56"/>
                      <a:pt x="151" y="56"/>
                    </a:cubicBezTo>
                    <a:cubicBezTo>
                      <a:pt x="256" y="67"/>
                      <a:pt x="256" y="67"/>
                      <a:pt x="256" y="67"/>
                    </a:cubicBezTo>
                    <a:cubicBezTo>
                      <a:pt x="284" y="52"/>
                      <a:pt x="284" y="52"/>
                      <a:pt x="284" y="52"/>
                    </a:cubicBezTo>
                    <a:cubicBezTo>
                      <a:pt x="313" y="70"/>
                      <a:pt x="313" y="70"/>
                      <a:pt x="313" y="70"/>
                    </a:cubicBezTo>
                    <a:cubicBezTo>
                      <a:pt x="409" y="44"/>
                      <a:pt x="409" y="44"/>
                      <a:pt x="409" y="44"/>
                    </a:cubicBezTo>
                    <a:cubicBezTo>
                      <a:pt x="464" y="63"/>
                      <a:pt x="464" y="63"/>
                      <a:pt x="464" y="63"/>
                    </a:cubicBezTo>
                    <a:cubicBezTo>
                      <a:pt x="523" y="62"/>
                      <a:pt x="523" y="62"/>
                      <a:pt x="523" y="62"/>
                    </a:cubicBezTo>
                    <a:cubicBezTo>
                      <a:pt x="544" y="33"/>
                      <a:pt x="544" y="33"/>
                      <a:pt x="544" y="33"/>
                    </a:cubicBezTo>
                    <a:cubicBezTo>
                      <a:pt x="588" y="0"/>
                      <a:pt x="588" y="0"/>
                      <a:pt x="588" y="0"/>
                    </a:cubicBezTo>
                    <a:cubicBezTo>
                      <a:pt x="634" y="70"/>
                      <a:pt x="634" y="70"/>
                      <a:pt x="634" y="70"/>
                    </a:cubicBezTo>
                    <a:cubicBezTo>
                      <a:pt x="714" y="69"/>
                      <a:pt x="714" y="69"/>
                      <a:pt x="714" y="69"/>
                    </a:cubicBezTo>
                    <a:cubicBezTo>
                      <a:pt x="747" y="103"/>
                      <a:pt x="747" y="103"/>
                      <a:pt x="747" y="103"/>
                    </a:cubicBezTo>
                    <a:cubicBezTo>
                      <a:pt x="777" y="102"/>
                      <a:pt x="777" y="102"/>
                      <a:pt x="777" y="102"/>
                    </a:cubicBezTo>
                    <a:cubicBezTo>
                      <a:pt x="815" y="132"/>
                      <a:pt x="815" y="132"/>
                      <a:pt x="815" y="132"/>
                    </a:cubicBezTo>
                    <a:cubicBezTo>
                      <a:pt x="817" y="152"/>
                      <a:pt x="817" y="152"/>
                      <a:pt x="817" y="152"/>
                    </a:cubicBezTo>
                    <a:cubicBezTo>
                      <a:pt x="886" y="185"/>
                      <a:pt x="886" y="185"/>
                      <a:pt x="886" y="185"/>
                    </a:cubicBezTo>
                    <a:cubicBezTo>
                      <a:pt x="889" y="192"/>
                      <a:pt x="889" y="192"/>
                      <a:pt x="889" y="192"/>
                    </a:cubicBezTo>
                    <a:cubicBezTo>
                      <a:pt x="882" y="213"/>
                      <a:pt x="882" y="213"/>
                      <a:pt x="882" y="213"/>
                    </a:cubicBezTo>
                    <a:cubicBezTo>
                      <a:pt x="886" y="257"/>
                      <a:pt x="886" y="257"/>
                      <a:pt x="886" y="257"/>
                    </a:cubicBezTo>
                    <a:lnTo>
                      <a:pt x="937" y="26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2" name="Freeform 2041">
                <a:extLst>
                  <a:ext uri="{FF2B5EF4-FFF2-40B4-BE49-F238E27FC236}">
                    <a16:creationId xmlns:a16="http://schemas.microsoft.com/office/drawing/2014/main" id="{80DA7051-4822-BB44-9AD2-BF7786BBA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4298"/>
                <a:ext cx="6" cy="3"/>
              </a:xfrm>
              <a:custGeom>
                <a:avLst/>
                <a:gdLst>
                  <a:gd name="T0" fmla="*/ 1 w 14"/>
                  <a:gd name="T1" fmla="*/ 7 h 8"/>
                  <a:gd name="T2" fmla="*/ 1 w 14"/>
                  <a:gd name="T3" fmla="*/ 3 h 8"/>
                  <a:gd name="T4" fmla="*/ 12 w 14"/>
                  <a:gd name="T5" fmla="*/ 3 h 8"/>
                  <a:gd name="T6" fmla="*/ 10 w 14"/>
                  <a:gd name="T7" fmla="*/ 7 h 8"/>
                  <a:gd name="T8" fmla="*/ 1 w 14"/>
                  <a:gd name="T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" y="7"/>
                    </a:moveTo>
                    <a:cubicBezTo>
                      <a:pt x="0" y="6"/>
                      <a:pt x="0" y="4"/>
                      <a:pt x="1" y="3"/>
                    </a:cubicBezTo>
                    <a:cubicBezTo>
                      <a:pt x="4" y="0"/>
                      <a:pt x="9" y="0"/>
                      <a:pt x="12" y="3"/>
                    </a:cubicBezTo>
                    <a:cubicBezTo>
                      <a:pt x="14" y="5"/>
                      <a:pt x="13" y="7"/>
                      <a:pt x="10" y="7"/>
                    </a:cubicBezTo>
                    <a:cubicBezTo>
                      <a:pt x="8" y="8"/>
                      <a:pt x="4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3" name="Freeform 2042">
                <a:extLst>
                  <a:ext uri="{FF2B5EF4-FFF2-40B4-BE49-F238E27FC236}">
                    <a16:creationId xmlns:a16="http://schemas.microsoft.com/office/drawing/2014/main" id="{404D135E-7A4F-2449-9D84-B062A5056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4305"/>
                <a:ext cx="7" cy="4"/>
              </a:xfrm>
              <a:custGeom>
                <a:avLst/>
                <a:gdLst>
                  <a:gd name="T0" fmla="*/ 7 w 16"/>
                  <a:gd name="T1" fmla="*/ 8 h 9"/>
                  <a:gd name="T2" fmla="*/ 2 w 16"/>
                  <a:gd name="T3" fmla="*/ 5 h 9"/>
                  <a:gd name="T4" fmla="*/ 13 w 16"/>
                  <a:gd name="T5" fmla="*/ 1 h 9"/>
                  <a:gd name="T6" fmla="*/ 15 w 16"/>
                  <a:gd name="T7" fmla="*/ 5 h 9"/>
                  <a:gd name="T8" fmla="*/ 7 w 16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7" y="8"/>
                    </a:moveTo>
                    <a:cubicBezTo>
                      <a:pt x="5" y="7"/>
                      <a:pt x="4" y="6"/>
                      <a:pt x="2" y="5"/>
                    </a:cubicBezTo>
                    <a:cubicBezTo>
                      <a:pt x="0" y="0"/>
                      <a:pt x="10" y="0"/>
                      <a:pt x="13" y="1"/>
                    </a:cubicBezTo>
                    <a:cubicBezTo>
                      <a:pt x="14" y="1"/>
                      <a:pt x="16" y="4"/>
                      <a:pt x="15" y="5"/>
                    </a:cubicBezTo>
                    <a:cubicBezTo>
                      <a:pt x="13" y="8"/>
                      <a:pt x="10" y="9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4" name="Freeform 2043">
                <a:extLst>
                  <a:ext uri="{FF2B5EF4-FFF2-40B4-BE49-F238E27FC236}">
                    <a16:creationId xmlns:a16="http://schemas.microsoft.com/office/drawing/2014/main" id="{D49B5B73-FF9F-F545-B682-DA9A80031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4314"/>
                <a:ext cx="6" cy="7"/>
              </a:xfrm>
              <a:custGeom>
                <a:avLst/>
                <a:gdLst>
                  <a:gd name="T0" fmla="*/ 1 w 15"/>
                  <a:gd name="T1" fmla="*/ 8 h 17"/>
                  <a:gd name="T2" fmla="*/ 4 w 15"/>
                  <a:gd name="T3" fmla="*/ 1 h 17"/>
                  <a:gd name="T4" fmla="*/ 12 w 15"/>
                  <a:gd name="T5" fmla="*/ 3 h 17"/>
                  <a:gd name="T6" fmla="*/ 14 w 15"/>
                  <a:gd name="T7" fmla="*/ 10 h 17"/>
                  <a:gd name="T8" fmla="*/ 11 w 15"/>
                  <a:gd name="T9" fmla="*/ 14 h 17"/>
                  <a:gd name="T10" fmla="*/ 4 w 15"/>
                  <a:gd name="T11" fmla="*/ 13 h 17"/>
                  <a:gd name="T12" fmla="*/ 3 w 15"/>
                  <a:gd name="T13" fmla="*/ 10 h 17"/>
                  <a:gd name="T14" fmla="*/ 1 w 15"/>
                  <a:gd name="T15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7">
                    <a:moveTo>
                      <a:pt x="1" y="8"/>
                    </a:moveTo>
                    <a:cubicBezTo>
                      <a:pt x="0" y="5"/>
                      <a:pt x="1" y="2"/>
                      <a:pt x="4" y="1"/>
                    </a:cubicBezTo>
                    <a:cubicBezTo>
                      <a:pt x="7" y="0"/>
                      <a:pt x="10" y="1"/>
                      <a:pt x="12" y="3"/>
                    </a:cubicBezTo>
                    <a:cubicBezTo>
                      <a:pt x="15" y="5"/>
                      <a:pt x="14" y="8"/>
                      <a:pt x="14" y="10"/>
                    </a:cubicBezTo>
                    <a:cubicBezTo>
                      <a:pt x="13" y="12"/>
                      <a:pt x="12" y="13"/>
                      <a:pt x="11" y="14"/>
                    </a:cubicBezTo>
                    <a:cubicBezTo>
                      <a:pt x="9" y="17"/>
                      <a:pt x="6" y="14"/>
                      <a:pt x="4" y="13"/>
                    </a:cubicBezTo>
                    <a:cubicBezTo>
                      <a:pt x="3" y="12"/>
                      <a:pt x="3" y="11"/>
                      <a:pt x="3" y="10"/>
                    </a:cubicBezTo>
                    <a:cubicBezTo>
                      <a:pt x="2" y="9"/>
                      <a:pt x="2" y="9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5" name="Freeform 2044">
                <a:extLst>
                  <a:ext uri="{FF2B5EF4-FFF2-40B4-BE49-F238E27FC236}">
                    <a16:creationId xmlns:a16="http://schemas.microsoft.com/office/drawing/2014/main" id="{46482308-8A02-1E42-B95F-B8A0B3A57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4304"/>
                <a:ext cx="3" cy="5"/>
              </a:xfrm>
              <a:custGeom>
                <a:avLst/>
                <a:gdLst>
                  <a:gd name="T0" fmla="*/ 0 w 7"/>
                  <a:gd name="T1" fmla="*/ 7 h 13"/>
                  <a:gd name="T2" fmla="*/ 3 w 7"/>
                  <a:gd name="T3" fmla="*/ 2 h 13"/>
                  <a:gd name="T4" fmla="*/ 6 w 7"/>
                  <a:gd name="T5" fmla="*/ 9 h 13"/>
                  <a:gd name="T6" fmla="*/ 3 w 7"/>
                  <a:gd name="T7" fmla="*/ 11 h 13"/>
                  <a:gd name="T8" fmla="*/ 0 w 7"/>
                  <a:gd name="T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0" y="7"/>
                    </a:moveTo>
                    <a:cubicBezTo>
                      <a:pt x="0" y="5"/>
                      <a:pt x="1" y="2"/>
                      <a:pt x="3" y="2"/>
                    </a:cubicBezTo>
                    <a:cubicBezTo>
                      <a:pt x="7" y="0"/>
                      <a:pt x="6" y="7"/>
                      <a:pt x="6" y="9"/>
                    </a:cubicBezTo>
                    <a:cubicBezTo>
                      <a:pt x="6" y="11"/>
                      <a:pt x="5" y="13"/>
                      <a:pt x="3" y="11"/>
                    </a:cubicBezTo>
                    <a:cubicBezTo>
                      <a:pt x="1" y="11"/>
                      <a:pt x="1" y="8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6" name="Freeform 2045">
                <a:extLst>
                  <a:ext uri="{FF2B5EF4-FFF2-40B4-BE49-F238E27FC236}">
                    <a16:creationId xmlns:a16="http://schemas.microsoft.com/office/drawing/2014/main" id="{3A7E43AB-2C30-B445-9F70-F9E2AD55C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4296"/>
                <a:ext cx="5" cy="3"/>
              </a:xfrm>
              <a:custGeom>
                <a:avLst/>
                <a:gdLst>
                  <a:gd name="T0" fmla="*/ 4 w 11"/>
                  <a:gd name="T1" fmla="*/ 9 h 9"/>
                  <a:gd name="T2" fmla="*/ 1 w 11"/>
                  <a:gd name="T3" fmla="*/ 3 h 9"/>
                  <a:gd name="T4" fmla="*/ 8 w 11"/>
                  <a:gd name="T5" fmla="*/ 2 h 9"/>
                  <a:gd name="T6" fmla="*/ 4 w 11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4" y="9"/>
                    </a:moveTo>
                    <a:cubicBezTo>
                      <a:pt x="2" y="9"/>
                      <a:pt x="0" y="5"/>
                      <a:pt x="1" y="3"/>
                    </a:cubicBezTo>
                    <a:cubicBezTo>
                      <a:pt x="2" y="0"/>
                      <a:pt x="6" y="0"/>
                      <a:pt x="8" y="2"/>
                    </a:cubicBezTo>
                    <a:cubicBezTo>
                      <a:pt x="11" y="4"/>
                      <a:pt x="6" y="9"/>
                      <a:pt x="4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7" name="Freeform 2046">
                <a:extLst>
                  <a:ext uri="{FF2B5EF4-FFF2-40B4-BE49-F238E27FC236}">
                    <a16:creationId xmlns:a16="http://schemas.microsoft.com/office/drawing/2014/main" id="{3418C701-1C8A-6547-9414-6572453AC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4244"/>
                <a:ext cx="6" cy="6"/>
              </a:xfrm>
              <a:custGeom>
                <a:avLst/>
                <a:gdLst>
                  <a:gd name="T0" fmla="*/ 3 w 16"/>
                  <a:gd name="T1" fmla="*/ 11 h 14"/>
                  <a:gd name="T2" fmla="*/ 0 w 16"/>
                  <a:gd name="T3" fmla="*/ 6 h 14"/>
                  <a:gd name="T4" fmla="*/ 12 w 16"/>
                  <a:gd name="T5" fmla="*/ 3 h 14"/>
                  <a:gd name="T6" fmla="*/ 3 w 16"/>
                  <a:gd name="T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3" y="11"/>
                    </a:moveTo>
                    <a:cubicBezTo>
                      <a:pt x="1" y="10"/>
                      <a:pt x="0" y="8"/>
                      <a:pt x="0" y="6"/>
                    </a:cubicBezTo>
                    <a:cubicBezTo>
                      <a:pt x="0" y="0"/>
                      <a:pt x="8" y="0"/>
                      <a:pt x="12" y="3"/>
                    </a:cubicBezTo>
                    <a:cubicBezTo>
                      <a:pt x="16" y="7"/>
                      <a:pt x="8" y="14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8" name="Freeform 2047">
                <a:extLst>
                  <a:ext uri="{FF2B5EF4-FFF2-40B4-BE49-F238E27FC236}">
                    <a16:creationId xmlns:a16="http://schemas.microsoft.com/office/drawing/2014/main" id="{4D89CB98-247B-184B-B108-AACDBE75C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4253"/>
                <a:ext cx="3" cy="9"/>
              </a:xfrm>
              <a:custGeom>
                <a:avLst/>
                <a:gdLst>
                  <a:gd name="T0" fmla="*/ 2 w 7"/>
                  <a:gd name="T1" fmla="*/ 17 h 21"/>
                  <a:gd name="T2" fmla="*/ 2 w 7"/>
                  <a:gd name="T3" fmla="*/ 10 h 21"/>
                  <a:gd name="T4" fmla="*/ 2 w 7"/>
                  <a:gd name="T5" fmla="*/ 4 h 21"/>
                  <a:gd name="T6" fmla="*/ 2 w 7"/>
                  <a:gd name="T7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1">
                    <a:moveTo>
                      <a:pt x="2" y="17"/>
                    </a:moveTo>
                    <a:cubicBezTo>
                      <a:pt x="0" y="15"/>
                      <a:pt x="2" y="12"/>
                      <a:pt x="2" y="10"/>
                    </a:cubicBezTo>
                    <a:cubicBezTo>
                      <a:pt x="2" y="8"/>
                      <a:pt x="0" y="5"/>
                      <a:pt x="2" y="4"/>
                    </a:cubicBezTo>
                    <a:cubicBezTo>
                      <a:pt x="7" y="0"/>
                      <a:pt x="7" y="21"/>
                      <a:pt x="2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9" name="Freeform 2048">
                <a:extLst>
                  <a:ext uri="{FF2B5EF4-FFF2-40B4-BE49-F238E27FC236}">
                    <a16:creationId xmlns:a16="http://schemas.microsoft.com/office/drawing/2014/main" id="{EAE71E60-AD39-A644-BA9A-29563CFEC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4225"/>
                <a:ext cx="240" cy="81"/>
              </a:xfrm>
              <a:custGeom>
                <a:avLst/>
                <a:gdLst>
                  <a:gd name="T0" fmla="*/ 551 w 589"/>
                  <a:gd name="T1" fmla="*/ 113 h 200"/>
                  <a:gd name="T2" fmla="*/ 572 w 589"/>
                  <a:gd name="T3" fmla="*/ 99 h 200"/>
                  <a:gd name="T4" fmla="*/ 585 w 589"/>
                  <a:gd name="T5" fmla="*/ 89 h 200"/>
                  <a:gd name="T6" fmla="*/ 589 w 589"/>
                  <a:gd name="T7" fmla="*/ 88 h 200"/>
                  <a:gd name="T8" fmla="*/ 583 w 589"/>
                  <a:gd name="T9" fmla="*/ 105 h 200"/>
                  <a:gd name="T10" fmla="*/ 587 w 589"/>
                  <a:gd name="T11" fmla="*/ 118 h 200"/>
                  <a:gd name="T12" fmla="*/ 586 w 589"/>
                  <a:gd name="T13" fmla="*/ 133 h 200"/>
                  <a:gd name="T14" fmla="*/ 571 w 589"/>
                  <a:gd name="T15" fmla="*/ 160 h 200"/>
                  <a:gd name="T16" fmla="*/ 555 w 589"/>
                  <a:gd name="T17" fmla="*/ 166 h 200"/>
                  <a:gd name="T18" fmla="*/ 540 w 589"/>
                  <a:gd name="T19" fmla="*/ 163 h 200"/>
                  <a:gd name="T20" fmla="*/ 528 w 589"/>
                  <a:gd name="T21" fmla="*/ 161 h 200"/>
                  <a:gd name="T22" fmla="*/ 496 w 589"/>
                  <a:gd name="T23" fmla="*/ 168 h 200"/>
                  <a:gd name="T24" fmla="*/ 467 w 589"/>
                  <a:gd name="T25" fmla="*/ 166 h 200"/>
                  <a:gd name="T26" fmla="*/ 441 w 589"/>
                  <a:gd name="T27" fmla="*/ 169 h 200"/>
                  <a:gd name="T28" fmla="*/ 423 w 589"/>
                  <a:gd name="T29" fmla="*/ 174 h 200"/>
                  <a:gd name="T30" fmla="*/ 408 w 589"/>
                  <a:gd name="T31" fmla="*/ 169 h 200"/>
                  <a:gd name="T32" fmla="*/ 376 w 589"/>
                  <a:gd name="T33" fmla="*/ 178 h 200"/>
                  <a:gd name="T34" fmla="*/ 366 w 589"/>
                  <a:gd name="T35" fmla="*/ 183 h 200"/>
                  <a:gd name="T36" fmla="*/ 347 w 589"/>
                  <a:gd name="T37" fmla="*/ 185 h 200"/>
                  <a:gd name="T38" fmla="*/ 335 w 589"/>
                  <a:gd name="T39" fmla="*/ 186 h 200"/>
                  <a:gd name="T40" fmla="*/ 320 w 589"/>
                  <a:gd name="T41" fmla="*/ 193 h 200"/>
                  <a:gd name="T42" fmla="*/ 287 w 589"/>
                  <a:gd name="T43" fmla="*/ 197 h 200"/>
                  <a:gd name="T44" fmla="*/ 268 w 589"/>
                  <a:gd name="T45" fmla="*/ 200 h 200"/>
                  <a:gd name="T46" fmla="*/ 263 w 589"/>
                  <a:gd name="T47" fmla="*/ 187 h 200"/>
                  <a:gd name="T48" fmla="*/ 265 w 589"/>
                  <a:gd name="T49" fmla="*/ 170 h 200"/>
                  <a:gd name="T50" fmla="*/ 245 w 589"/>
                  <a:gd name="T51" fmla="*/ 151 h 200"/>
                  <a:gd name="T52" fmla="*/ 224 w 589"/>
                  <a:gd name="T53" fmla="*/ 152 h 200"/>
                  <a:gd name="T54" fmla="*/ 194 w 589"/>
                  <a:gd name="T55" fmla="*/ 139 h 200"/>
                  <a:gd name="T56" fmla="*/ 169 w 589"/>
                  <a:gd name="T57" fmla="*/ 130 h 200"/>
                  <a:gd name="T58" fmla="*/ 146 w 589"/>
                  <a:gd name="T59" fmla="*/ 131 h 200"/>
                  <a:gd name="T60" fmla="*/ 130 w 589"/>
                  <a:gd name="T61" fmla="*/ 132 h 200"/>
                  <a:gd name="T62" fmla="*/ 100 w 589"/>
                  <a:gd name="T63" fmla="*/ 129 h 200"/>
                  <a:gd name="T64" fmla="*/ 50 w 589"/>
                  <a:gd name="T65" fmla="*/ 124 h 200"/>
                  <a:gd name="T66" fmla="*/ 8 w 589"/>
                  <a:gd name="T67" fmla="*/ 118 h 200"/>
                  <a:gd name="T68" fmla="*/ 7 w 589"/>
                  <a:gd name="T69" fmla="*/ 72 h 200"/>
                  <a:gd name="T70" fmla="*/ 8 w 589"/>
                  <a:gd name="T71" fmla="*/ 27 h 200"/>
                  <a:gd name="T72" fmla="*/ 32 w 589"/>
                  <a:gd name="T73" fmla="*/ 52 h 200"/>
                  <a:gd name="T74" fmla="*/ 37 w 589"/>
                  <a:gd name="T75" fmla="*/ 9 h 200"/>
                  <a:gd name="T76" fmla="*/ 60 w 589"/>
                  <a:gd name="T77" fmla="*/ 42 h 200"/>
                  <a:gd name="T78" fmla="*/ 112 w 589"/>
                  <a:gd name="T79" fmla="*/ 36 h 200"/>
                  <a:gd name="T80" fmla="*/ 141 w 589"/>
                  <a:gd name="T81" fmla="*/ 42 h 200"/>
                  <a:gd name="T82" fmla="*/ 112 w 589"/>
                  <a:gd name="T83" fmla="*/ 48 h 200"/>
                  <a:gd name="T84" fmla="*/ 148 w 589"/>
                  <a:gd name="T85" fmla="*/ 59 h 200"/>
                  <a:gd name="T86" fmla="*/ 155 w 589"/>
                  <a:gd name="T87" fmla="*/ 78 h 200"/>
                  <a:gd name="T88" fmla="*/ 168 w 589"/>
                  <a:gd name="T89" fmla="*/ 88 h 200"/>
                  <a:gd name="T90" fmla="*/ 193 w 589"/>
                  <a:gd name="T91" fmla="*/ 82 h 200"/>
                  <a:gd name="T92" fmla="*/ 231 w 589"/>
                  <a:gd name="T93" fmla="*/ 73 h 200"/>
                  <a:gd name="T94" fmla="*/ 248 w 589"/>
                  <a:gd name="T95" fmla="*/ 68 h 200"/>
                  <a:gd name="T96" fmla="*/ 280 w 589"/>
                  <a:gd name="T97" fmla="*/ 69 h 200"/>
                  <a:gd name="T98" fmla="*/ 300 w 589"/>
                  <a:gd name="T99" fmla="*/ 68 h 200"/>
                  <a:gd name="T100" fmla="*/ 322 w 589"/>
                  <a:gd name="T101" fmla="*/ 73 h 200"/>
                  <a:gd name="T102" fmla="*/ 332 w 589"/>
                  <a:gd name="T103" fmla="*/ 85 h 200"/>
                  <a:gd name="T104" fmla="*/ 354 w 589"/>
                  <a:gd name="T105" fmla="*/ 85 h 200"/>
                  <a:gd name="T106" fmla="*/ 384 w 589"/>
                  <a:gd name="T107" fmla="*/ 83 h 200"/>
                  <a:gd name="T108" fmla="*/ 405 w 589"/>
                  <a:gd name="T109" fmla="*/ 93 h 200"/>
                  <a:gd name="T110" fmla="*/ 428 w 589"/>
                  <a:gd name="T111" fmla="*/ 89 h 200"/>
                  <a:gd name="T112" fmla="*/ 451 w 589"/>
                  <a:gd name="T113" fmla="*/ 79 h 200"/>
                  <a:gd name="T114" fmla="*/ 471 w 589"/>
                  <a:gd name="T115" fmla="*/ 100 h 200"/>
                  <a:gd name="T116" fmla="*/ 467 w 589"/>
                  <a:gd name="T117" fmla="*/ 123 h 200"/>
                  <a:gd name="T118" fmla="*/ 491 w 589"/>
                  <a:gd name="T119" fmla="*/ 139 h 200"/>
                  <a:gd name="T120" fmla="*/ 503 w 589"/>
                  <a:gd name="T121" fmla="*/ 122 h 200"/>
                  <a:gd name="T122" fmla="*/ 522 w 589"/>
                  <a:gd name="T123" fmla="*/ 119 h 200"/>
                  <a:gd name="T124" fmla="*/ 529 w 589"/>
                  <a:gd name="T125" fmla="*/ 112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9" h="200">
                    <a:moveTo>
                      <a:pt x="539" y="107"/>
                    </a:moveTo>
                    <a:cubicBezTo>
                      <a:pt x="544" y="107"/>
                      <a:pt x="547" y="111"/>
                      <a:pt x="551" y="113"/>
                    </a:cubicBezTo>
                    <a:cubicBezTo>
                      <a:pt x="555" y="115"/>
                      <a:pt x="560" y="114"/>
                      <a:pt x="564" y="111"/>
                    </a:cubicBezTo>
                    <a:cubicBezTo>
                      <a:pt x="567" y="108"/>
                      <a:pt x="569" y="103"/>
                      <a:pt x="572" y="99"/>
                    </a:cubicBezTo>
                    <a:cubicBezTo>
                      <a:pt x="574" y="96"/>
                      <a:pt x="575" y="92"/>
                      <a:pt x="580" y="91"/>
                    </a:cubicBezTo>
                    <a:cubicBezTo>
                      <a:pt x="582" y="91"/>
                      <a:pt x="584" y="91"/>
                      <a:pt x="585" y="89"/>
                    </a:cubicBezTo>
                    <a:cubicBezTo>
                      <a:pt x="586" y="88"/>
                      <a:pt x="586" y="85"/>
                      <a:pt x="587" y="84"/>
                    </a:cubicBezTo>
                    <a:cubicBezTo>
                      <a:pt x="588" y="83"/>
                      <a:pt x="589" y="87"/>
                      <a:pt x="589" y="88"/>
                    </a:cubicBezTo>
                    <a:cubicBezTo>
                      <a:pt x="589" y="90"/>
                      <a:pt x="588" y="91"/>
                      <a:pt x="586" y="93"/>
                    </a:cubicBezTo>
                    <a:cubicBezTo>
                      <a:pt x="582" y="95"/>
                      <a:pt x="582" y="101"/>
                      <a:pt x="583" y="105"/>
                    </a:cubicBezTo>
                    <a:cubicBezTo>
                      <a:pt x="583" y="107"/>
                      <a:pt x="582" y="109"/>
                      <a:pt x="583" y="111"/>
                    </a:cubicBezTo>
                    <a:cubicBezTo>
                      <a:pt x="584" y="114"/>
                      <a:pt x="586" y="115"/>
                      <a:pt x="587" y="118"/>
                    </a:cubicBezTo>
                    <a:cubicBezTo>
                      <a:pt x="587" y="120"/>
                      <a:pt x="585" y="122"/>
                      <a:pt x="585" y="124"/>
                    </a:cubicBezTo>
                    <a:cubicBezTo>
                      <a:pt x="586" y="127"/>
                      <a:pt x="586" y="130"/>
                      <a:pt x="586" y="133"/>
                    </a:cubicBezTo>
                    <a:cubicBezTo>
                      <a:pt x="584" y="139"/>
                      <a:pt x="582" y="145"/>
                      <a:pt x="578" y="151"/>
                    </a:cubicBezTo>
                    <a:cubicBezTo>
                      <a:pt x="576" y="154"/>
                      <a:pt x="573" y="157"/>
                      <a:pt x="571" y="160"/>
                    </a:cubicBezTo>
                    <a:cubicBezTo>
                      <a:pt x="568" y="163"/>
                      <a:pt x="565" y="164"/>
                      <a:pt x="561" y="165"/>
                    </a:cubicBezTo>
                    <a:cubicBezTo>
                      <a:pt x="559" y="166"/>
                      <a:pt x="557" y="166"/>
                      <a:pt x="555" y="166"/>
                    </a:cubicBezTo>
                    <a:cubicBezTo>
                      <a:pt x="553" y="166"/>
                      <a:pt x="552" y="166"/>
                      <a:pt x="550" y="166"/>
                    </a:cubicBezTo>
                    <a:cubicBezTo>
                      <a:pt x="546" y="166"/>
                      <a:pt x="543" y="164"/>
                      <a:pt x="540" y="163"/>
                    </a:cubicBezTo>
                    <a:cubicBezTo>
                      <a:pt x="538" y="163"/>
                      <a:pt x="536" y="163"/>
                      <a:pt x="534" y="163"/>
                    </a:cubicBezTo>
                    <a:cubicBezTo>
                      <a:pt x="532" y="163"/>
                      <a:pt x="530" y="162"/>
                      <a:pt x="528" y="161"/>
                    </a:cubicBezTo>
                    <a:cubicBezTo>
                      <a:pt x="521" y="159"/>
                      <a:pt x="512" y="156"/>
                      <a:pt x="506" y="160"/>
                    </a:cubicBezTo>
                    <a:cubicBezTo>
                      <a:pt x="502" y="163"/>
                      <a:pt x="500" y="167"/>
                      <a:pt x="496" y="168"/>
                    </a:cubicBezTo>
                    <a:cubicBezTo>
                      <a:pt x="491" y="169"/>
                      <a:pt x="485" y="170"/>
                      <a:pt x="481" y="169"/>
                    </a:cubicBezTo>
                    <a:cubicBezTo>
                      <a:pt x="476" y="168"/>
                      <a:pt x="472" y="166"/>
                      <a:pt x="467" y="166"/>
                    </a:cubicBezTo>
                    <a:cubicBezTo>
                      <a:pt x="462" y="165"/>
                      <a:pt x="458" y="164"/>
                      <a:pt x="454" y="165"/>
                    </a:cubicBezTo>
                    <a:cubicBezTo>
                      <a:pt x="449" y="166"/>
                      <a:pt x="445" y="167"/>
                      <a:pt x="441" y="169"/>
                    </a:cubicBezTo>
                    <a:cubicBezTo>
                      <a:pt x="437" y="172"/>
                      <a:pt x="434" y="174"/>
                      <a:pt x="429" y="175"/>
                    </a:cubicBezTo>
                    <a:cubicBezTo>
                      <a:pt x="427" y="175"/>
                      <a:pt x="425" y="176"/>
                      <a:pt x="423" y="174"/>
                    </a:cubicBezTo>
                    <a:cubicBezTo>
                      <a:pt x="422" y="173"/>
                      <a:pt x="422" y="171"/>
                      <a:pt x="420" y="170"/>
                    </a:cubicBezTo>
                    <a:cubicBezTo>
                      <a:pt x="416" y="169"/>
                      <a:pt x="412" y="169"/>
                      <a:pt x="408" y="169"/>
                    </a:cubicBezTo>
                    <a:cubicBezTo>
                      <a:pt x="399" y="169"/>
                      <a:pt x="390" y="168"/>
                      <a:pt x="383" y="173"/>
                    </a:cubicBezTo>
                    <a:cubicBezTo>
                      <a:pt x="380" y="175"/>
                      <a:pt x="378" y="176"/>
                      <a:pt x="376" y="178"/>
                    </a:cubicBezTo>
                    <a:cubicBezTo>
                      <a:pt x="375" y="179"/>
                      <a:pt x="374" y="181"/>
                      <a:pt x="372" y="182"/>
                    </a:cubicBezTo>
                    <a:cubicBezTo>
                      <a:pt x="371" y="183"/>
                      <a:pt x="368" y="183"/>
                      <a:pt x="366" y="183"/>
                    </a:cubicBezTo>
                    <a:cubicBezTo>
                      <a:pt x="363" y="183"/>
                      <a:pt x="360" y="184"/>
                      <a:pt x="357" y="183"/>
                    </a:cubicBezTo>
                    <a:cubicBezTo>
                      <a:pt x="354" y="183"/>
                      <a:pt x="350" y="184"/>
                      <a:pt x="347" y="185"/>
                    </a:cubicBezTo>
                    <a:cubicBezTo>
                      <a:pt x="345" y="185"/>
                      <a:pt x="343" y="188"/>
                      <a:pt x="340" y="187"/>
                    </a:cubicBezTo>
                    <a:cubicBezTo>
                      <a:pt x="338" y="187"/>
                      <a:pt x="337" y="186"/>
                      <a:pt x="335" y="186"/>
                    </a:cubicBezTo>
                    <a:cubicBezTo>
                      <a:pt x="333" y="186"/>
                      <a:pt x="332" y="187"/>
                      <a:pt x="330" y="188"/>
                    </a:cubicBezTo>
                    <a:cubicBezTo>
                      <a:pt x="327" y="190"/>
                      <a:pt x="323" y="191"/>
                      <a:pt x="320" y="193"/>
                    </a:cubicBezTo>
                    <a:cubicBezTo>
                      <a:pt x="313" y="195"/>
                      <a:pt x="306" y="195"/>
                      <a:pt x="299" y="195"/>
                    </a:cubicBezTo>
                    <a:cubicBezTo>
                      <a:pt x="295" y="195"/>
                      <a:pt x="291" y="196"/>
                      <a:pt x="287" y="197"/>
                    </a:cubicBezTo>
                    <a:cubicBezTo>
                      <a:pt x="284" y="197"/>
                      <a:pt x="281" y="195"/>
                      <a:pt x="278" y="196"/>
                    </a:cubicBezTo>
                    <a:cubicBezTo>
                      <a:pt x="274" y="197"/>
                      <a:pt x="272" y="199"/>
                      <a:pt x="268" y="200"/>
                    </a:cubicBezTo>
                    <a:cubicBezTo>
                      <a:pt x="265" y="200"/>
                      <a:pt x="263" y="200"/>
                      <a:pt x="262" y="197"/>
                    </a:cubicBezTo>
                    <a:cubicBezTo>
                      <a:pt x="262" y="194"/>
                      <a:pt x="262" y="191"/>
                      <a:pt x="263" y="187"/>
                    </a:cubicBezTo>
                    <a:cubicBezTo>
                      <a:pt x="264" y="185"/>
                      <a:pt x="263" y="183"/>
                      <a:pt x="263" y="181"/>
                    </a:cubicBezTo>
                    <a:cubicBezTo>
                      <a:pt x="263" y="177"/>
                      <a:pt x="266" y="174"/>
                      <a:pt x="265" y="170"/>
                    </a:cubicBezTo>
                    <a:cubicBezTo>
                      <a:pt x="265" y="167"/>
                      <a:pt x="265" y="163"/>
                      <a:pt x="263" y="160"/>
                    </a:cubicBezTo>
                    <a:cubicBezTo>
                      <a:pt x="259" y="155"/>
                      <a:pt x="251" y="152"/>
                      <a:pt x="245" y="151"/>
                    </a:cubicBezTo>
                    <a:cubicBezTo>
                      <a:pt x="241" y="150"/>
                      <a:pt x="238" y="150"/>
                      <a:pt x="233" y="151"/>
                    </a:cubicBezTo>
                    <a:cubicBezTo>
                      <a:pt x="231" y="152"/>
                      <a:pt x="227" y="153"/>
                      <a:pt x="224" y="152"/>
                    </a:cubicBezTo>
                    <a:cubicBezTo>
                      <a:pt x="219" y="151"/>
                      <a:pt x="216" y="145"/>
                      <a:pt x="212" y="142"/>
                    </a:cubicBezTo>
                    <a:cubicBezTo>
                      <a:pt x="206" y="139"/>
                      <a:pt x="200" y="142"/>
                      <a:pt x="194" y="139"/>
                    </a:cubicBezTo>
                    <a:cubicBezTo>
                      <a:pt x="189" y="136"/>
                      <a:pt x="184" y="131"/>
                      <a:pt x="179" y="130"/>
                    </a:cubicBezTo>
                    <a:cubicBezTo>
                      <a:pt x="176" y="129"/>
                      <a:pt x="172" y="130"/>
                      <a:pt x="169" y="130"/>
                    </a:cubicBezTo>
                    <a:cubicBezTo>
                      <a:pt x="166" y="131"/>
                      <a:pt x="163" y="131"/>
                      <a:pt x="160" y="133"/>
                    </a:cubicBezTo>
                    <a:cubicBezTo>
                      <a:pt x="155" y="136"/>
                      <a:pt x="151" y="134"/>
                      <a:pt x="146" y="131"/>
                    </a:cubicBezTo>
                    <a:cubicBezTo>
                      <a:pt x="144" y="128"/>
                      <a:pt x="142" y="129"/>
                      <a:pt x="139" y="131"/>
                    </a:cubicBezTo>
                    <a:cubicBezTo>
                      <a:pt x="136" y="132"/>
                      <a:pt x="133" y="132"/>
                      <a:pt x="130" y="132"/>
                    </a:cubicBezTo>
                    <a:cubicBezTo>
                      <a:pt x="127" y="132"/>
                      <a:pt x="124" y="134"/>
                      <a:pt x="121" y="134"/>
                    </a:cubicBezTo>
                    <a:cubicBezTo>
                      <a:pt x="114" y="134"/>
                      <a:pt x="107" y="132"/>
                      <a:pt x="100" y="129"/>
                    </a:cubicBezTo>
                    <a:cubicBezTo>
                      <a:pt x="92" y="125"/>
                      <a:pt x="85" y="123"/>
                      <a:pt x="77" y="123"/>
                    </a:cubicBezTo>
                    <a:cubicBezTo>
                      <a:pt x="68" y="124"/>
                      <a:pt x="59" y="124"/>
                      <a:pt x="50" y="124"/>
                    </a:cubicBezTo>
                    <a:cubicBezTo>
                      <a:pt x="42" y="124"/>
                      <a:pt x="34" y="125"/>
                      <a:pt x="26" y="126"/>
                    </a:cubicBezTo>
                    <a:cubicBezTo>
                      <a:pt x="19" y="127"/>
                      <a:pt x="13" y="124"/>
                      <a:pt x="8" y="118"/>
                    </a:cubicBezTo>
                    <a:cubicBezTo>
                      <a:pt x="3" y="112"/>
                      <a:pt x="0" y="104"/>
                      <a:pt x="1" y="95"/>
                    </a:cubicBezTo>
                    <a:cubicBezTo>
                      <a:pt x="2" y="87"/>
                      <a:pt x="5" y="80"/>
                      <a:pt x="7" y="72"/>
                    </a:cubicBezTo>
                    <a:cubicBezTo>
                      <a:pt x="8" y="65"/>
                      <a:pt x="8" y="58"/>
                      <a:pt x="8" y="51"/>
                    </a:cubicBezTo>
                    <a:cubicBezTo>
                      <a:pt x="7" y="43"/>
                      <a:pt x="5" y="35"/>
                      <a:pt x="8" y="27"/>
                    </a:cubicBezTo>
                    <a:cubicBezTo>
                      <a:pt x="10" y="17"/>
                      <a:pt x="14" y="32"/>
                      <a:pt x="15" y="35"/>
                    </a:cubicBezTo>
                    <a:cubicBezTo>
                      <a:pt x="18" y="43"/>
                      <a:pt x="21" y="55"/>
                      <a:pt x="32" y="52"/>
                    </a:cubicBezTo>
                    <a:cubicBezTo>
                      <a:pt x="40" y="50"/>
                      <a:pt x="43" y="42"/>
                      <a:pt x="40" y="34"/>
                    </a:cubicBezTo>
                    <a:cubicBezTo>
                      <a:pt x="38" y="27"/>
                      <a:pt x="32" y="17"/>
                      <a:pt x="37" y="9"/>
                    </a:cubicBezTo>
                    <a:cubicBezTo>
                      <a:pt x="44" y="0"/>
                      <a:pt x="49" y="12"/>
                      <a:pt x="50" y="18"/>
                    </a:cubicBezTo>
                    <a:cubicBezTo>
                      <a:pt x="52" y="26"/>
                      <a:pt x="52" y="37"/>
                      <a:pt x="60" y="42"/>
                    </a:cubicBezTo>
                    <a:cubicBezTo>
                      <a:pt x="68" y="47"/>
                      <a:pt x="80" y="46"/>
                      <a:pt x="88" y="46"/>
                    </a:cubicBezTo>
                    <a:cubicBezTo>
                      <a:pt x="97" y="46"/>
                      <a:pt x="107" y="44"/>
                      <a:pt x="112" y="36"/>
                    </a:cubicBezTo>
                    <a:cubicBezTo>
                      <a:pt x="116" y="29"/>
                      <a:pt x="119" y="22"/>
                      <a:pt x="128" y="24"/>
                    </a:cubicBezTo>
                    <a:cubicBezTo>
                      <a:pt x="136" y="25"/>
                      <a:pt x="145" y="34"/>
                      <a:pt x="141" y="42"/>
                    </a:cubicBezTo>
                    <a:cubicBezTo>
                      <a:pt x="137" y="49"/>
                      <a:pt x="127" y="47"/>
                      <a:pt x="121" y="47"/>
                    </a:cubicBezTo>
                    <a:cubicBezTo>
                      <a:pt x="118" y="47"/>
                      <a:pt x="115" y="48"/>
                      <a:pt x="112" y="48"/>
                    </a:cubicBezTo>
                    <a:cubicBezTo>
                      <a:pt x="117" y="52"/>
                      <a:pt x="121" y="56"/>
                      <a:pt x="128" y="57"/>
                    </a:cubicBezTo>
                    <a:cubicBezTo>
                      <a:pt x="135" y="59"/>
                      <a:pt x="141" y="59"/>
                      <a:pt x="148" y="59"/>
                    </a:cubicBezTo>
                    <a:cubicBezTo>
                      <a:pt x="155" y="59"/>
                      <a:pt x="154" y="64"/>
                      <a:pt x="155" y="70"/>
                    </a:cubicBezTo>
                    <a:cubicBezTo>
                      <a:pt x="155" y="72"/>
                      <a:pt x="155" y="75"/>
                      <a:pt x="155" y="78"/>
                    </a:cubicBezTo>
                    <a:cubicBezTo>
                      <a:pt x="156" y="82"/>
                      <a:pt x="156" y="83"/>
                      <a:pt x="159" y="84"/>
                    </a:cubicBezTo>
                    <a:cubicBezTo>
                      <a:pt x="162" y="85"/>
                      <a:pt x="165" y="87"/>
                      <a:pt x="168" y="88"/>
                    </a:cubicBezTo>
                    <a:cubicBezTo>
                      <a:pt x="171" y="90"/>
                      <a:pt x="176" y="87"/>
                      <a:pt x="179" y="86"/>
                    </a:cubicBezTo>
                    <a:cubicBezTo>
                      <a:pt x="184" y="84"/>
                      <a:pt x="188" y="82"/>
                      <a:pt x="193" y="82"/>
                    </a:cubicBezTo>
                    <a:cubicBezTo>
                      <a:pt x="199" y="82"/>
                      <a:pt x="206" y="83"/>
                      <a:pt x="213" y="82"/>
                    </a:cubicBezTo>
                    <a:cubicBezTo>
                      <a:pt x="219" y="81"/>
                      <a:pt x="226" y="78"/>
                      <a:pt x="231" y="73"/>
                    </a:cubicBezTo>
                    <a:cubicBezTo>
                      <a:pt x="233" y="71"/>
                      <a:pt x="234" y="70"/>
                      <a:pt x="237" y="69"/>
                    </a:cubicBezTo>
                    <a:cubicBezTo>
                      <a:pt x="240" y="68"/>
                      <a:pt x="244" y="68"/>
                      <a:pt x="248" y="68"/>
                    </a:cubicBezTo>
                    <a:cubicBezTo>
                      <a:pt x="255" y="67"/>
                      <a:pt x="263" y="69"/>
                      <a:pt x="271" y="69"/>
                    </a:cubicBezTo>
                    <a:cubicBezTo>
                      <a:pt x="274" y="69"/>
                      <a:pt x="277" y="68"/>
                      <a:pt x="280" y="69"/>
                    </a:cubicBezTo>
                    <a:cubicBezTo>
                      <a:pt x="284" y="69"/>
                      <a:pt x="287" y="70"/>
                      <a:pt x="291" y="69"/>
                    </a:cubicBezTo>
                    <a:cubicBezTo>
                      <a:pt x="294" y="69"/>
                      <a:pt x="296" y="67"/>
                      <a:pt x="300" y="68"/>
                    </a:cubicBezTo>
                    <a:cubicBezTo>
                      <a:pt x="303" y="68"/>
                      <a:pt x="305" y="68"/>
                      <a:pt x="308" y="67"/>
                    </a:cubicBezTo>
                    <a:cubicBezTo>
                      <a:pt x="314" y="66"/>
                      <a:pt x="322" y="65"/>
                      <a:pt x="322" y="73"/>
                    </a:cubicBezTo>
                    <a:cubicBezTo>
                      <a:pt x="322" y="77"/>
                      <a:pt x="322" y="81"/>
                      <a:pt x="324" y="84"/>
                    </a:cubicBezTo>
                    <a:cubicBezTo>
                      <a:pt x="326" y="88"/>
                      <a:pt x="329" y="85"/>
                      <a:pt x="332" y="85"/>
                    </a:cubicBezTo>
                    <a:cubicBezTo>
                      <a:pt x="335" y="84"/>
                      <a:pt x="340" y="85"/>
                      <a:pt x="343" y="85"/>
                    </a:cubicBezTo>
                    <a:cubicBezTo>
                      <a:pt x="347" y="86"/>
                      <a:pt x="350" y="85"/>
                      <a:pt x="354" y="85"/>
                    </a:cubicBezTo>
                    <a:cubicBezTo>
                      <a:pt x="358" y="85"/>
                      <a:pt x="362" y="85"/>
                      <a:pt x="366" y="85"/>
                    </a:cubicBezTo>
                    <a:cubicBezTo>
                      <a:pt x="372" y="86"/>
                      <a:pt x="378" y="84"/>
                      <a:pt x="384" y="83"/>
                    </a:cubicBezTo>
                    <a:cubicBezTo>
                      <a:pt x="388" y="83"/>
                      <a:pt x="391" y="83"/>
                      <a:pt x="394" y="86"/>
                    </a:cubicBezTo>
                    <a:cubicBezTo>
                      <a:pt x="397" y="89"/>
                      <a:pt x="401" y="92"/>
                      <a:pt x="405" y="93"/>
                    </a:cubicBezTo>
                    <a:cubicBezTo>
                      <a:pt x="409" y="95"/>
                      <a:pt x="414" y="95"/>
                      <a:pt x="419" y="95"/>
                    </a:cubicBezTo>
                    <a:cubicBezTo>
                      <a:pt x="423" y="94"/>
                      <a:pt x="425" y="92"/>
                      <a:pt x="428" y="89"/>
                    </a:cubicBezTo>
                    <a:cubicBezTo>
                      <a:pt x="431" y="86"/>
                      <a:pt x="435" y="85"/>
                      <a:pt x="440" y="83"/>
                    </a:cubicBezTo>
                    <a:cubicBezTo>
                      <a:pt x="443" y="82"/>
                      <a:pt x="447" y="80"/>
                      <a:pt x="451" y="79"/>
                    </a:cubicBezTo>
                    <a:cubicBezTo>
                      <a:pt x="458" y="78"/>
                      <a:pt x="472" y="79"/>
                      <a:pt x="470" y="89"/>
                    </a:cubicBezTo>
                    <a:cubicBezTo>
                      <a:pt x="469" y="94"/>
                      <a:pt x="470" y="96"/>
                      <a:pt x="471" y="100"/>
                    </a:cubicBezTo>
                    <a:cubicBezTo>
                      <a:pt x="473" y="105"/>
                      <a:pt x="471" y="109"/>
                      <a:pt x="468" y="112"/>
                    </a:cubicBezTo>
                    <a:cubicBezTo>
                      <a:pt x="465" y="116"/>
                      <a:pt x="465" y="119"/>
                      <a:pt x="467" y="123"/>
                    </a:cubicBezTo>
                    <a:cubicBezTo>
                      <a:pt x="468" y="127"/>
                      <a:pt x="468" y="131"/>
                      <a:pt x="470" y="134"/>
                    </a:cubicBezTo>
                    <a:cubicBezTo>
                      <a:pt x="474" y="139"/>
                      <a:pt x="485" y="141"/>
                      <a:pt x="491" y="139"/>
                    </a:cubicBezTo>
                    <a:cubicBezTo>
                      <a:pt x="494" y="137"/>
                      <a:pt x="495" y="134"/>
                      <a:pt x="496" y="130"/>
                    </a:cubicBezTo>
                    <a:cubicBezTo>
                      <a:pt x="497" y="126"/>
                      <a:pt x="500" y="124"/>
                      <a:pt x="503" y="122"/>
                    </a:cubicBezTo>
                    <a:cubicBezTo>
                      <a:pt x="506" y="121"/>
                      <a:pt x="509" y="121"/>
                      <a:pt x="512" y="121"/>
                    </a:cubicBezTo>
                    <a:cubicBezTo>
                      <a:pt x="515" y="121"/>
                      <a:pt x="519" y="122"/>
                      <a:pt x="522" y="119"/>
                    </a:cubicBezTo>
                    <a:cubicBezTo>
                      <a:pt x="523" y="118"/>
                      <a:pt x="524" y="117"/>
                      <a:pt x="525" y="116"/>
                    </a:cubicBezTo>
                    <a:cubicBezTo>
                      <a:pt x="526" y="115"/>
                      <a:pt x="527" y="113"/>
                      <a:pt x="529" y="112"/>
                    </a:cubicBezTo>
                    <a:cubicBezTo>
                      <a:pt x="531" y="109"/>
                      <a:pt x="535" y="107"/>
                      <a:pt x="539" y="10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0" name="Freeform 2049">
                <a:extLst>
                  <a:ext uri="{FF2B5EF4-FFF2-40B4-BE49-F238E27FC236}">
                    <a16:creationId xmlns:a16="http://schemas.microsoft.com/office/drawing/2014/main" id="{047C933F-83AA-7649-A63F-A8A5BB274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4235"/>
                <a:ext cx="4" cy="5"/>
              </a:xfrm>
              <a:custGeom>
                <a:avLst/>
                <a:gdLst>
                  <a:gd name="T0" fmla="*/ 6 w 10"/>
                  <a:gd name="T1" fmla="*/ 1 h 11"/>
                  <a:gd name="T2" fmla="*/ 9 w 10"/>
                  <a:gd name="T3" fmla="*/ 5 h 11"/>
                  <a:gd name="T4" fmla="*/ 5 w 10"/>
                  <a:gd name="T5" fmla="*/ 10 h 11"/>
                  <a:gd name="T6" fmla="*/ 6 w 10"/>
                  <a:gd name="T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6" y="1"/>
                    </a:moveTo>
                    <a:cubicBezTo>
                      <a:pt x="7" y="1"/>
                      <a:pt x="9" y="4"/>
                      <a:pt x="9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1" y="11"/>
                      <a:pt x="0" y="0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1" name="Freeform 2050">
                <a:extLst>
                  <a:ext uri="{FF2B5EF4-FFF2-40B4-BE49-F238E27FC236}">
                    <a16:creationId xmlns:a16="http://schemas.microsoft.com/office/drawing/2014/main" id="{E697D784-2D24-7E4D-9EF8-6B40226D2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4100"/>
                <a:ext cx="44" cy="65"/>
              </a:xfrm>
              <a:custGeom>
                <a:avLst/>
                <a:gdLst>
                  <a:gd name="T0" fmla="*/ 22 w 109"/>
                  <a:gd name="T1" fmla="*/ 70 h 159"/>
                  <a:gd name="T2" fmla="*/ 25 w 109"/>
                  <a:gd name="T3" fmla="*/ 53 h 159"/>
                  <a:gd name="T4" fmla="*/ 47 w 109"/>
                  <a:gd name="T5" fmla="*/ 36 h 159"/>
                  <a:gd name="T6" fmla="*/ 66 w 109"/>
                  <a:gd name="T7" fmla="*/ 18 h 159"/>
                  <a:gd name="T8" fmla="*/ 85 w 109"/>
                  <a:gd name="T9" fmla="*/ 8 h 159"/>
                  <a:gd name="T10" fmla="*/ 99 w 109"/>
                  <a:gd name="T11" fmla="*/ 1 h 159"/>
                  <a:gd name="T12" fmla="*/ 109 w 109"/>
                  <a:gd name="T13" fmla="*/ 15 h 159"/>
                  <a:gd name="T14" fmla="*/ 97 w 109"/>
                  <a:gd name="T15" fmla="*/ 37 h 159"/>
                  <a:gd name="T16" fmla="*/ 94 w 109"/>
                  <a:gd name="T17" fmla="*/ 62 h 159"/>
                  <a:gd name="T18" fmla="*/ 87 w 109"/>
                  <a:gd name="T19" fmla="*/ 76 h 159"/>
                  <a:gd name="T20" fmla="*/ 80 w 109"/>
                  <a:gd name="T21" fmla="*/ 85 h 159"/>
                  <a:gd name="T22" fmla="*/ 86 w 109"/>
                  <a:gd name="T23" fmla="*/ 96 h 159"/>
                  <a:gd name="T24" fmla="*/ 71 w 109"/>
                  <a:gd name="T25" fmla="*/ 103 h 159"/>
                  <a:gd name="T26" fmla="*/ 55 w 109"/>
                  <a:gd name="T27" fmla="*/ 121 h 159"/>
                  <a:gd name="T28" fmla="*/ 42 w 109"/>
                  <a:gd name="T29" fmla="*/ 142 h 159"/>
                  <a:gd name="T30" fmla="*/ 32 w 109"/>
                  <a:gd name="T31" fmla="*/ 155 h 159"/>
                  <a:gd name="T32" fmla="*/ 17 w 109"/>
                  <a:gd name="T33" fmla="*/ 149 h 159"/>
                  <a:gd name="T34" fmla="*/ 17 w 109"/>
                  <a:gd name="T35" fmla="*/ 137 h 159"/>
                  <a:gd name="T36" fmla="*/ 16 w 109"/>
                  <a:gd name="T37" fmla="*/ 124 h 159"/>
                  <a:gd name="T38" fmla="*/ 21 w 109"/>
                  <a:gd name="T39" fmla="*/ 111 h 159"/>
                  <a:gd name="T40" fmla="*/ 12 w 109"/>
                  <a:gd name="T41" fmla="*/ 101 h 159"/>
                  <a:gd name="T42" fmla="*/ 11 w 109"/>
                  <a:gd name="T43" fmla="*/ 99 h 159"/>
                  <a:gd name="T44" fmla="*/ 6 w 109"/>
                  <a:gd name="T45" fmla="*/ 96 h 159"/>
                  <a:gd name="T46" fmla="*/ 0 w 109"/>
                  <a:gd name="T47" fmla="*/ 92 h 159"/>
                  <a:gd name="T48" fmla="*/ 6 w 109"/>
                  <a:gd name="T49" fmla="*/ 85 h 159"/>
                  <a:gd name="T50" fmla="*/ 22 w 109"/>
                  <a:gd name="T51" fmla="*/ 7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9" h="159">
                    <a:moveTo>
                      <a:pt x="22" y="70"/>
                    </a:moveTo>
                    <a:cubicBezTo>
                      <a:pt x="24" y="65"/>
                      <a:pt x="22" y="58"/>
                      <a:pt x="25" y="53"/>
                    </a:cubicBezTo>
                    <a:cubicBezTo>
                      <a:pt x="30" y="45"/>
                      <a:pt x="40" y="41"/>
                      <a:pt x="47" y="36"/>
                    </a:cubicBezTo>
                    <a:cubicBezTo>
                      <a:pt x="54" y="30"/>
                      <a:pt x="59" y="24"/>
                      <a:pt x="66" y="18"/>
                    </a:cubicBezTo>
                    <a:cubicBezTo>
                      <a:pt x="72" y="13"/>
                      <a:pt x="79" y="11"/>
                      <a:pt x="85" y="8"/>
                    </a:cubicBezTo>
                    <a:cubicBezTo>
                      <a:pt x="90" y="6"/>
                      <a:pt x="94" y="1"/>
                      <a:pt x="99" y="1"/>
                    </a:cubicBezTo>
                    <a:cubicBezTo>
                      <a:pt x="106" y="0"/>
                      <a:pt x="109" y="9"/>
                      <a:pt x="109" y="15"/>
                    </a:cubicBezTo>
                    <a:cubicBezTo>
                      <a:pt x="108" y="24"/>
                      <a:pt x="101" y="29"/>
                      <a:pt x="97" y="37"/>
                    </a:cubicBezTo>
                    <a:cubicBezTo>
                      <a:pt x="94" y="44"/>
                      <a:pt x="96" y="54"/>
                      <a:pt x="94" y="62"/>
                    </a:cubicBezTo>
                    <a:cubicBezTo>
                      <a:pt x="93" y="67"/>
                      <a:pt x="91" y="72"/>
                      <a:pt x="87" y="76"/>
                    </a:cubicBezTo>
                    <a:cubicBezTo>
                      <a:pt x="85" y="79"/>
                      <a:pt x="82" y="82"/>
                      <a:pt x="80" y="85"/>
                    </a:cubicBezTo>
                    <a:cubicBezTo>
                      <a:pt x="77" y="91"/>
                      <a:pt x="84" y="92"/>
                      <a:pt x="86" y="96"/>
                    </a:cubicBezTo>
                    <a:cubicBezTo>
                      <a:pt x="88" y="101"/>
                      <a:pt x="74" y="102"/>
                      <a:pt x="71" y="103"/>
                    </a:cubicBezTo>
                    <a:cubicBezTo>
                      <a:pt x="61" y="106"/>
                      <a:pt x="58" y="112"/>
                      <a:pt x="55" y="121"/>
                    </a:cubicBezTo>
                    <a:cubicBezTo>
                      <a:pt x="52" y="129"/>
                      <a:pt x="47" y="135"/>
                      <a:pt x="42" y="142"/>
                    </a:cubicBezTo>
                    <a:cubicBezTo>
                      <a:pt x="38" y="146"/>
                      <a:pt x="36" y="152"/>
                      <a:pt x="32" y="155"/>
                    </a:cubicBezTo>
                    <a:cubicBezTo>
                      <a:pt x="27" y="159"/>
                      <a:pt x="20" y="154"/>
                      <a:pt x="17" y="149"/>
                    </a:cubicBezTo>
                    <a:cubicBezTo>
                      <a:pt x="14" y="145"/>
                      <a:pt x="16" y="142"/>
                      <a:pt x="17" y="137"/>
                    </a:cubicBezTo>
                    <a:cubicBezTo>
                      <a:pt x="17" y="133"/>
                      <a:pt x="15" y="129"/>
                      <a:pt x="16" y="124"/>
                    </a:cubicBezTo>
                    <a:cubicBezTo>
                      <a:pt x="17" y="120"/>
                      <a:pt x="22" y="116"/>
                      <a:pt x="21" y="111"/>
                    </a:cubicBezTo>
                    <a:cubicBezTo>
                      <a:pt x="20" y="107"/>
                      <a:pt x="15" y="104"/>
                      <a:pt x="12" y="101"/>
                    </a:cubicBezTo>
                    <a:cubicBezTo>
                      <a:pt x="11" y="100"/>
                      <a:pt x="11" y="100"/>
                      <a:pt x="11" y="99"/>
                    </a:cubicBezTo>
                    <a:cubicBezTo>
                      <a:pt x="10" y="98"/>
                      <a:pt x="8" y="97"/>
                      <a:pt x="6" y="96"/>
                    </a:cubicBezTo>
                    <a:cubicBezTo>
                      <a:pt x="5" y="95"/>
                      <a:pt x="0" y="95"/>
                      <a:pt x="0" y="92"/>
                    </a:cubicBezTo>
                    <a:cubicBezTo>
                      <a:pt x="0" y="90"/>
                      <a:pt x="5" y="86"/>
                      <a:pt x="6" y="85"/>
                    </a:cubicBezTo>
                    <a:cubicBezTo>
                      <a:pt x="12" y="80"/>
                      <a:pt x="19" y="77"/>
                      <a:pt x="22" y="7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2" name="Freeform 2051">
                <a:extLst>
                  <a:ext uri="{FF2B5EF4-FFF2-40B4-BE49-F238E27FC236}">
                    <a16:creationId xmlns:a16="http://schemas.microsoft.com/office/drawing/2014/main" id="{14FA7BCF-C889-D744-A3E5-2402B8241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4128"/>
                <a:ext cx="11" cy="4"/>
              </a:xfrm>
              <a:custGeom>
                <a:avLst/>
                <a:gdLst>
                  <a:gd name="T0" fmla="*/ 4 w 27"/>
                  <a:gd name="T1" fmla="*/ 10 h 12"/>
                  <a:gd name="T2" fmla="*/ 4 w 27"/>
                  <a:gd name="T3" fmla="*/ 5 h 12"/>
                  <a:gd name="T4" fmla="*/ 22 w 27"/>
                  <a:gd name="T5" fmla="*/ 1 h 12"/>
                  <a:gd name="T6" fmla="*/ 23 w 27"/>
                  <a:gd name="T7" fmla="*/ 11 h 12"/>
                  <a:gd name="T8" fmla="*/ 15 w 27"/>
                  <a:gd name="T9" fmla="*/ 11 h 12"/>
                  <a:gd name="T10" fmla="*/ 4 w 27"/>
                  <a:gd name="T1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2">
                    <a:moveTo>
                      <a:pt x="4" y="10"/>
                    </a:moveTo>
                    <a:cubicBezTo>
                      <a:pt x="0" y="9"/>
                      <a:pt x="1" y="6"/>
                      <a:pt x="4" y="5"/>
                    </a:cubicBezTo>
                    <a:cubicBezTo>
                      <a:pt x="10" y="2"/>
                      <a:pt x="16" y="0"/>
                      <a:pt x="22" y="1"/>
                    </a:cubicBezTo>
                    <a:cubicBezTo>
                      <a:pt x="26" y="2"/>
                      <a:pt x="27" y="9"/>
                      <a:pt x="23" y="11"/>
                    </a:cubicBezTo>
                    <a:cubicBezTo>
                      <a:pt x="21" y="12"/>
                      <a:pt x="18" y="11"/>
                      <a:pt x="15" y="11"/>
                    </a:cubicBezTo>
                    <a:cubicBezTo>
                      <a:pt x="12" y="11"/>
                      <a:pt x="8" y="11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3" name="Freeform 2052">
                <a:extLst>
                  <a:ext uri="{FF2B5EF4-FFF2-40B4-BE49-F238E27FC236}">
                    <a16:creationId xmlns:a16="http://schemas.microsoft.com/office/drawing/2014/main" id="{395BBC7A-12B0-A840-9C73-AEE80E78D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4121"/>
                <a:ext cx="4" cy="6"/>
              </a:xfrm>
              <a:custGeom>
                <a:avLst/>
                <a:gdLst>
                  <a:gd name="T0" fmla="*/ 4 w 11"/>
                  <a:gd name="T1" fmla="*/ 9 h 14"/>
                  <a:gd name="T2" fmla="*/ 1 w 11"/>
                  <a:gd name="T3" fmla="*/ 3 h 14"/>
                  <a:gd name="T4" fmla="*/ 8 w 11"/>
                  <a:gd name="T5" fmla="*/ 1 h 14"/>
                  <a:gd name="T6" fmla="*/ 10 w 11"/>
                  <a:gd name="T7" fmla="*/ 11 h 14"/>
                  <a:gd name="T8" fmla="*/ 6 w 11"/>
                  <a:gd name="T9" fmla="*/ 14 h 14"/>
                  <a:gd name="T10" fmla="*/ 4 w 11"/>
                  <a:gd name="T11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4" y="9"/>
                    </a:moveTo>
                    <a:cubicBezTo>
                      <a:pt x="3" y="7"/>
                      <a:pt x="0" y="6"/>
                      <a:pt x="1" y="3"/>
                    </a:cubicBezTo>
                    <a:cubicBezTo>
                      <a:pt x="2" y="0"/>
                      <a:pt x="6" y="0"/>
                      <a:pt x="8" y="1"/>
                    </a:cubicBezTo>
                    <a:cubicBezTo>
                      <a:pt x="11" y="3"/>
                      <a:pt x="11" y="9"/>
                      <a:pt x="10" y="11"/>
                    </a:cubicBezTo>
                    <a:cubicBezTo>
                      <a:pt x="9" y="13"/>
                      <a:pt x="8" y="14"/>
                      <a:pt x="6" y="14"/>
                    </a:cubicBezTo>
                    <a:cubicBezTo>
                      <a:pt x="3" y="13"/>
                      <a:pt x="5" y="11"/>
                      <a:pt x="4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4" name="Freeform 2053">
                <a:extLst>
                  <a:ext uri="{FF2B5EF4-FFF2-40B4-BE49-F238E27FC236}">
                    <a16:creationId xmlns:a16="http://schemas.microsoft.com/office/drawing/2014/main" id="{41D67693-1819-EC44-AD39-B3901271B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4106"/>
                <a:ext cx="15" cy="11"/>
              </a:xfrm>
              <a:custGeom>
                <a:avLst/>
                <a:gdLst>
                  <a:gd name="T0" fmla="*/ 19 w 37"/>
                  <a:gd name="T1" fmla="*/ 18 h 25"/>
                  <a:gd name="T2" fmla="*/ 17 w 37"/>
                  <a:gd name="T3" fmla="*/ 15 h 25"/>
                  <a:gd name="T4" fmla="*/ 5 w 37"/>
                  <a:gd name="T5" fmla="*/ 15 h 25"/>
                  <a:gd name="T6" fmla="*/ 0 w 37"/>
                  <a:gd name="T7" fmla="*/ 10 h 25"/>
                  <a:gd name="T8" fmla="*/ 3 w 37"/>
                  <a:gd name="T9" fmla="*/ 4 h 25"/>
                  <a:gd name="T10" fmla="*/ 17 w 37"/>
                  <a:gd name="T11" fmla="*/ 2 h 25"/>
                  <a:gd name="T12" fmla="*/ 28 w 37"/>
                  <a:gd name="T13" fmla="*/ 15 h 25"/>
                  <a:gd name="T14" fmla="*/ 34 w 37"/>
                  <a:gd name="T15" fmla="*/ 17 h 25"/>
                  <a:gd name="T16" fmla="*/ 29 w 37"/>
                  <a:gd name="T17" fmla="*/ 23 h 25"/>
                  <a:gd name="T18" fmla="*/ 19 w 37"/>
                  <a:gd name="T19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25">
                    <a:moveTo>
                      <a:pt x="19" y="18"/>
                    </a:moveTo>
                    <a:cubicBezTo>
                      <a:pt x="19" y="17"/>
                      <a:pt x="18" y="16"/>
                      <a:pt x="17" y="15"/>
                    </a:cubicBezTo>
                    <a:cubicBezTo>
                      <a:pt x="13" y="13"/>
                      <a:pt x="9" y="15"/>
                      <a:pt x="5" y="15"/>
                    </a:cubicBezTo>
                    <a:cubicBezTo>
                      <a:pt x="2" y="14"/>
                      <a:pt x="1" y="13"/>
                      <a:pt x="0" y="10"/>
                    </a:cubicBezTo>
                    <a:cubicBezTo>
                      <a:pt x="0" y="8"/>
                      <a:pt x="1" y="5"/>
                      <a:pt x="3" y="4"/>
                    </a:cubicBezTo>
                    <a:cubicBezTo>
                      <a:pt x="8" y="2"/>
                      <a:pt x="12" y="0"/>
                      <a:pt x="17" y="2"/>
                    </a:cubicBezTo>
                    <a:cubicBezTo>
                      <a:pt x="23" y="4"/>
                      <a:pt x="24" y="11"/>
                      <a:pt x="28" y="15"/>
                    </a:cubicBezTo>
                    <a:cubicBezTo>
                      <a:pt x="30" y="17"/>
                      <a:pt x="33" y="15"/>
                      <a:pt x="34" y="17"/>
                    </a:cubicBezTo>
                    <a:cubicBezTo>
                      <a:pt x="37" y="19"/>
                      <a:pt x="31" y="22"/>
                      <a:pt x="29" y="23"/>
                    </a:cubicBezTo>
                    <a:cubicBezTo>
                      <a:pt x="24" y="25"/>
                      <a:pt x="22" y="22"/>
                      <a:pt x="19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5" name="Freeform 2054">
                <a:extLst>
                  <a:ext uri="{FF2B5EF4-FFF2-40B4-BE49-F238E27FC236}">
                    <a16:creationId xmlns:a16="http://schemas.microsoft.com/office/drawing/2014/main" id="{AE73DE4A-4F11-3147-9F65-8167059D6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4080"/>
                <a:ext cx="11" cy="14"/>
              </a:xfrm>
              <a:custGeom>
                <a:avLst/>
                <a:gdLst>
                  <a:gd name="T0" fmla="*/ 7 w 26"/>
                  <a:gd name="T1" fmla="*/ 20 h 35"/>
                  <a:gd name="T2" fmla="*/ 1 w 26"/>
                  <a:gd name="T3" fmla="*/ 18 h 35"/>
                  <a:gd name="T4" fmla="*/ 6 w 26"/>
                  <a:gd name="T5" fmla="*/ 11 h 35"/>
                  <a:gd name="T6" fmla="*/ 10 w 26"/>
                  <a:gd name="T7" fmla="*/ 3 h 35"/>
                  <a:gd name="T8" fmla="*/ 17 w 26"/>
                  <a:gd name="T9" fmla="*/ 3 h 35"/>
                  <a:gd name="T10" fmla="*/ 21 w 26"/>
                  <a:gd name="T11" fmla="*/ 11 h 35"/>
                  <a:gd name="T12" fmla="*/ 25 w 26"/>
                  <a:gd name="T13" fmla="*/ 18 h 35"/>
                  <a:gd name="T14" fmla="*/ 25 w 26"/>
                  <a:gd name="T15" fmla="*/ 29 h 35"/>
                  <a:gd name="T16" fmla="*/ 22 w 26"/>
                  <a:gd name="T17" fmla="*/ 35 h 35"/>
                  <a:gd name="T18" fmla="*/ 16 w 26"/>
                  <a:gd name="T19" fmla="*/ 26 h 35"/>
                  <a:gd name="T20" fmla="*/ 11 w 26"/>
                  <a:gd name="T21" fmla="*/ 23 h 35"/>
                  <a:gd name="T22" fmla="*/ 7 w 26"/>
                  <a:gd name="T23" fmla="*/ 2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5">
                    <a:moveTo>
                      <a:pt x="7" y="20"/>
                    </a:moveTo>
                    <a:cubicBezTo>
                      <a:pt x="5" y="19"/>
                      <a:pt x="2" y="22"/>
                      <a:pt x="1" y="18"/>
                    </a:cubicBezTo>
                    <a:cubicBezTo>
                      <a:pt x="0" y="14"/>
                      <a:pt x="4" y="13"/>
                      <a:pt x="6" y="11"/>
                    </a:cubicBezTo>
                    <a:cubicBezTo>
                      <a:pt x="9" y="9"/>
                      <a:pt x="9" y="6"/>
                      <a:pt x="10" y="3"/>
                    </a:cubicBezTo>
                    <a:cubicBezTo>
                      <a:pt x="12" y="0"/>
                      <a:pt x="16" y="0"/>
                      <a:pt x="17" y="3"/>
                    </a:cubicBezTo>
                    <a:cubicBezTo>
                      <a:pt x="18" y="7"/>
                      <a:pt x="16" y="11"/>
                      <a:pt x="21" y="11"/>
                    </a:cubicBezTo>
                    <a:cubicBezTo>
                      <a:pt x="25" y="11"/>
                      <a:pt x="26" y="13"/>
                      <a:pt x="25" y="18"/>
                    </a:cubicBezTo>
                    <a:cubicBezTo>
                      <a:pt x="25" y="22"/>
                      <a:pt x="25" y="25"/>
                      <a:pt x="25" y="29"/>
                    </a:cubicBezTo>
                    <a:cubicBezTo>
                      <a:pt x="25" y="31"/>
                      <a:pt x="25" y="35"/>
                      <a:pt x="22" y="35"/>
                    </a:cubicBezTo>
                    <a:cubicBezTo>
                      <a:pt x="17" y="34"/>
                      <a:pt x="19" y="28"/>
                      <a:pt x="16" y="26"/>
                    </a:cubicBezTo>
                    <a:cubicBezTo>
                      <a:pt x="14" y="25"/>
                      <a:pt x="12" y="25"/>
                      <a:pt x="11" y="23"/>
                    </a:cubicBezTo>
                    <a:cubicBezTo>
                      <a:pt x="9" y="22"/>
                      <a:pt x="9" y="20"/>
                      <a:pt x="7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6" name="Freeform 2055">
                <a:extLst>
                  <a:ext uri="{FF2B5EF4-FFF2-40B4-BE49-F238E27FC236}">
                    <a16:creationId xmlns:a16="http://schemas.microsoft.com/office/drawing/2014/main" id="{33D48C4B-3A11-7D4B-9E27-D79E86790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4095"/>
                <a:ext cx="7" cy="5"/>
              </a:xfrm>
              <a:custGeom>
                <a:avLst/>
                <a:gdLst>
                  <a:gd name="T0" fmla="*/ 1 w 17"/>
                  <a:gd name="T1" fmla="*/ 8 h 11"/>
                  <a:gd name="T2" fmla="*/ 1 w 17"/>
                  <a:gd name="T3" fmla="*/ 6 h 11"/>
                  <a:gd name="T4" fmla="*/ 2 w 17"/>
                  <a:gd name="T5" fmla="*/ 0 h 11"/>
                  <a:gd name="T6" fmla="*/ 7 w 17"/>
                  <a:gd name="T7" fmla="*/ 4 h 11"/>
                  <a:gd name="T8" fmla="*/ 14 w 17"/>
                  <a:gd name="T9" fmla="*/ 5 h 11"/>
                  <a:gd name="T10" fmla="*/ 13 w 17"/>
                  <a:gd name="T11" fmla="*/ 10 h 11"/>
                  <a:gd name="T12" fmla="*/ 1 w 17"/>
                  <a:gd name="T1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1" y="8"/>
                    </a:moveTo>
                    <a:cubicBezTo>
                      <a:pt x="1" y="7"/>
                      <a:pt x="1" y="6"/>
                      <a:pt x="1" y="6"/>
                    </a:cubicBezTo>
                    <a:cubicBezTo>
                      <a:pt x="0" y="4"/>
                      <a:pt x="0" y="1"/>
                      <a:pt x="2" y="0"/>
                    </a:cubicBezTo>
                    <a:cubicBezTo>
                      <a:pt x="4" y="0"/>
                      <a:pt x="6" y="3"/>
                      <a:pt x="7" y="4"/>
                    </a:cubicBezTo>
                    <a:cubicBezTo>
                      <a:pt x="9" y="6"/>
                      <a:pt x="11" y="4"/>
                      <a:pt x="14" y="5"/>
                    </a:cubicBezTo>
                    <a:cubicBezTo>
                      <a:pt x="17" y="6"/>
                      <a:pt x="15" y="9"/>
                      <a:pt x="13" y="10"/>
                    </a:cubicBezTo>
                    <a:cubicBezTo>
                      <a:pt x="9" y="11"/>
                      <a:pt x="4" y="11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7" name="Freeform 2056">
                <a:extLst>
                  <a:ext uri="{FF2B5EF4-FFF2-40B4-BE49-F238E27FC236}">
                    <a16:creationId xmlns:a16="http://schemas.microsoft.com/office/drawing/2014/main" id="{F97B5890-A8D6-7646-9935-BFDB9E231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4085"/>
                <a:ext cx="5" cy="7"/>
              </a:xfrm>
              <a:custGeom>
                <a:avLst/>
                <a:gdLst>
                  <a:gd name="T0" fmla="*/ 0 w 14"/>
                  <a:gd name="T1" fmla="*/ 11 h 17"/>
                  <a:gd name="T2" fmla="*/ 3 w 14"/>
                  <a:gd name="T3" fmla="*/ 8 h 17"/>
                  <a:gd name="T4" fmla="*/ 5 w 14"/>
                  <a:gd name="T5" fmla="*/ 2 h 17"/>
                  <a:gd name="T6" fmla="*/ 12 w 14"/>
                  <a:gd name="T7" fmla="*/ 4 h 17"/>
                  <a:gd name="T8" fmla="*/ 8 w 14"/>
                  <a:gd name="T9" fmla="*/ 12 h 17"/>
                  <a:gd name="T10" fmla="*/ 0 w 14"/>
                  <a:gd name="T1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0" y="11"/>
                    </a:moveTo>
                    <a:cubicBezTo>
                      <a:pt x="0" y="9"/>
                      <a:pt x="2" y="10"/>
                      <a:pt x="3" y="8"/>
                    </a:cubicBezTo>
                    <a:cubicBezTo>
                      <a:pt x="4" y="6"/>
                      <a:pt x="1" y="3"/>
                      <a:pt x="5" y="2"/>
                    </a:cubicBezTo>
                    <a:cubicBezTo>
                      <a:pt x="7" y="0"/>
                      <a:pt x="11" y="1"/>
                      <a:pt x="12" y="4"/>
                    </a:cubicBezTo>
                    <a:cubicBezTo>
                      <a:pt x="14" y="8"/>
                      <a:pt x="12" y="10"/>
                      <a:pt x="8" y="12"/>
                    </a:cubicBezTo>
                    <a:cubicBezTo>
                      <a:pt x="6" y="13"/>
                      <a:pt x="0" y="17"/>
                      <a:pt x="0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8" name="Freeform 2057">
                <a:extLst>
                  <a:ext uri="{FF2B5EF4-FFF2-40B4-BE49-F238E27FC236}">
                    <a16:creationId xmlns:a16="http://schemas.microsoft.com/office/drawing/2014/main" id="{F1E7B812-9AE5-F748-BC1A-C295F0D20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4092"/>
                <a:ext cx="7" cy="9"/>
              </a:xfrm>
              <a:custGeom>
                <a:avLst/>
                <a:gdLst>
                  <a:gd name="T0" fmla="*/ 2 w 18"/>
                  <a:gd name="T1" fmla="*/ 9 h 22"/>
                  <a:gd name="T2" fmla="*/ 5 w 18"/>
                  <a:gd name="T3" fmla="*/ 6 h 22"/>
                  <a:gd name="T4" fmla="*/ 6 w 18"/>
                  <a:gd name="T5" fmla="*/ 2 h 22"/>
                  <a:gd name="T6" fmla="*/ 16 w 18"/>
                  <a:gd name="T7" fmla="*/ 5 h 22"/>
                  <a:gd name="T8" fmla="*/ 18 w 18"/>
                  <a:gd name="T9" fmla="*/ 15 h 22"/>
                  <a:gd name="T10" fmla="*/ 2 w 18"/>
                  <a:gd name="T1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2" y="9"/>
                    </a:moveTo>
                    <a:cubicBezTo>
                      <a:pt x="2" y="7"/>
                      <a:pt x="4" y="7"/>
                      <a:pt x="5" y="6"/>
                    </a:cubicBezTo>
                    <a:cubicBezTo>
                      <a:pt x="6" y="5"/>
                      <a:pt x="5" y="3"/>
                      <a:pt x="6" y="2"/>
                    </a:cubicBezTo>
                    <a:cubicBezTo>
                      <a:pt x="8" y="0"/>
                      <a:pt x="14" y="3"/>
                      <a:pt x="16" y="5"/>
                    </a:cubicBezTo>
                    <a:cubicBezTo>
                      <a:pt x="17" y="7"/>
                      <a:pt x="18" y="12"/>
                      <a:pt x="18" y="15"/>
                    </a:cubicBezTo>
                    <a:cubicBezTo>
                      <a:pt x="15" y="22"/>
                      <a:pt x="0" y="17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9" name="Freeform 2058">
                <a:extLst>
                  <a:ext uri="{FF2B5EF4-FFF2-40B4-BE49-F238E27FC236}">
                    <a16:creationId xmlns:a16="http://schemas.microsoft.com/office/drawing/2014/main" id="{235181E6-82E3-584D-B816-0EFDFEA2C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4109"/>
                <a:ext cx="5" cy="2"/>
              </a:xfrm>
              <a:custGeom>
                <a:avLst/>
                <a:gdLst>
                  <a:gd name="T0" fmla="*/ 6 w 12"/>
                  <a:gd name="T1" fmla="*/ 0 h 6"/>
                  <a:gd name="T2" fmla="*/ 11 w 12"/>
                  <a:gd name="T3" fmla="*/ 2 h 6"/>
                  <a:gd name="T4" fmla="*/ 5 w 12"/>
                  <a:gd name="T5" fmla="*/ 6 h 6"/>
                  <a:gd name="T6" fmla="*/ 6 w 12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6" y="0"/>
                    </a:moveTo>
                    <a:cubicBezTo>
                      <a:pt x="7" y="0"/>
                      <a:pt x="10" y="1"/>
                      <a:pt x="11" y="2"/>
                    </a:cubicBezTo>
                    <a:cubicBezTo>
                      <a:pt x="12" y="5"/>
                      <a:pt x="7" y="6"/>
                      <a:pt x="5" y="6"/>
                    </a:cubicBezTo>
                    <a:cubicBezTo>
                      <a:pt x="0" y="6"/>
                      <a:pt x="3" y="1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0" name="Freeform 2059">
                <a:extLst>
                  <a:ext uri="{FF2B5EF4-FFF2-40B4-BE49-F238E27FC236}">
                    <a16:creationId xmlns:a16="http://schemas.microsoft.com/office/drawing/2014/main" id="{BB670892-4857-7A4C-BF03-5C49AC148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4126"/>
                <a:ext cx="7" cy="2"/>
              </a:xfrm>
              <a:custGeom>
                <a:avLst/>
                <a:gdLst>
                  <a:gd name="T0" fmla="*/ 4 w 18"/>
                  <a:gd name="T1" fmla="*/ 5 h 7"/>
                  <a:gd name="T2" fmla="*/ 2 w 18"/>
                  <a:gd name="T3" fmla="*/ 1 h 7"/>
                  <a:gd name="T4" fmla="*/ 5 w 18"/>
                  <a:gd name="T5" fmla="*/ 1 h 7"/>
                  <a:gd name="T6" fmla="*/ 9 w 18"/>
                  <a:gd name="T7" fmla="*/ 0 h 7"/>
                  <a:gd name="T8" fmla="*/ 16 w 18"/>
                  <a:gd name="T9" fmla="*/ 2 h 7"/>
                  <a:gd name="T10" fmla="*/ 13 w 18"/>
                  <a:gd name="T11" fmla="*/ 6 h 7"/>
                  <a:gd name="T12" fmla="*/ 4 w 18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4" y="5"/>
                    </a:moveTo>
                    <a:cubicBezTo>
                      <a:pt x="3" y="5"/>
                      <a:pt x="0" y="3"/>
                      <a:pt x="2" y="1"/>
                    </a:cubicBezTo>
                    <a:cubicBezTo>
                      <a:pt x="2" y="1"/>
                      <a:pt x="4" y="1"/>
                      <a:pt x="5" y="1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11" y="0"/>
                      <a:pt x="14" y="1"/>
                      <a:pt x="16" y="2"/>
                    </a:cubicBezTo>
                    <a:cubicBezTo>
                      <a:pt x="18" y="4"/>
                      <a:pt x="15" y="6"/>
                      <a:pt x="13" y="6"/>
                    </a:cubicBezTo>
                    <a:cubicBezTo>
                      <a:pt x="10" y="7"/>
                      <a:pt x="7" y="7"/>
                      <a:pt x="4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1" name="Freeform 2060">
                <a:extLst>
                  <a:ext uri="{FF2B5EF4-FFF2-40B4-BE49-F238E27FC236}">
                    <a16:creationId xmlns:a16="http://schemas.microsoft.com/office/drawing/2014/main" id="{C16144CF-E292-AD44-B7BC-558B22B2B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4178"/>
                <a:ext cx="3" cy="5"/>
              </a:xfrm>
              <a:custGeom>
                <a:avLst/>
                <a:gdLst>
                  <a:gd name="T0" fmla="*/ 2 w 8"/>
                  <a:gd name="T1" fmla="*/ 9 h 12"/>
                  <a:gd name="T2" fmla="*/ 1 w 8"/>
                  <a:gd name="T3" fmla="*/ 4 h 12"/>
                  <a:gd name="T4" fmla="*/ 3 w 8"/>
                  <a:gd name="T5" fmla="*/ 1 h 12"/>
                  <a:gd name="T6" fmla="*/ 2 w 8"/>
                  <a:gd name="T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2" y="9"/>
                    </a:moveTo>
                    <a:cubicBezTo>
                      <a:pt x="1" y="8"/>
                      <a:pt x="0" y="6"/>
                      <a:pt x="1" y="4"/>
                    </a:cubicBezTo>
                    <a:cubicBezTo>
                      <a:pt x="1" y="3"/>
                      <a:pt x="1" y="1"/>
                      <a:pt x="3" y="1"/>
                    </a:cubicBezTo>
                    <a:cubicBezTo>
                      <a:pt x="7" y="0"/>
                      <a:pt x="8" y="12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2" name="Freeform 2061">
                <a:extLst>
                  <a:ext uri="{FF2B5EF4-FFF2-40B4-BE49-F238E27FC236}">
                    <a16:creationId xmlns:a16="http://schemas.microsoft.com/office/drawing/2014/main" id="{6420FA96-C0DB-9644-87E4-6DC365A52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4171"/>
                <a:ext cx="18" cy="53"/>
              </a:xfrm>
              <a:custGeom>
                <a:avLst/>
                <a:gdLst>
                  <a:gd name="T0" fmla="*/ 16 w 45"/>
                  <a:gd name="T1" fmla="*/ 52 h 129"/>
                  <a:gd name="T2" fmla="*/ 21 w 45"/>
                  <a:gd name="T3" fmla="*/ 39 h 129"/>
                  <a:gd name="T4" fmla="*/ 22 w 45"/>
                  <a:gd name="T5" fmla="*/ 25 h 129"/>
                  <a:gd name="T6" fmla="*/ 26 w 45"/>
                  <a:gd name="T7" fmla="*/ 14 h 129"/>
                  <a:gd name="T8" fmla="*/ 28 w 45"/>
                  <a:gd name="T9" fmla="*/ 2 h 129"/>
                  <a:gd name="T10" fmla="*/ 32 w 45"/>
                  <a:gd name="T11" fmla="*/ 15 h 129"/>
                  <a:gd name="T12" fmla="*/ 29 w 45"/>
                  <a:gd name="T13" fmla="*/ 24 h 129"/>
                  <a:gd name="T14" fmla="*/ 30 w 45"/>
                  <a:gd name="T15" fmla="*/ 30 h 129"/>
                  <a:gd name="T16" fmla="*/ 30 w 45"/>
                  <a:gd name="T17" fmla="*/ 44 h 129"/>
                  <a:gd name="T18" fmla="*/ 25 w 45"/>
                  <a:gd name="T19" fmla="*/ 59 h 129"/>
                  <a:gd name="T20" fmla="*/ 20 w 45"/>
                  <a:gd name="T21" fmla="*/ 76 h 129"/>
                  <a:gd name="T22" fmla="*/ 31 w 45"/>
                  <a:gd name="T23" fmla="*/ 83 h 129"/>
                  <a:gd name="T24" fmla="*/ 37 w 45"/>
                  <a:gd name="T25" fmla="*/ 94 h 129"/>
                  <a:gd name="T26" fmla="*/ 34 w 45"/>
                  <a:gd name="T27" fmla="*/ 99 h 129"/>
                  <a:gd name="T28" fmla="*/ 39 w 45"/>
                  <a:gd name="T29" fmla="*/ 102 h 129"/>
                  <a:gd name="T30" fmla="*/ 35 w 45"/>
                  <a:gd name="T31" fmla="*/ 112 h 129"/>
                  <a:gd name="T32" fmla="*/ 27 w 45"/>
                  <a:gd name="T33" fmla="*/ 124 h 129"/>
                  <a:gd name="T34" fmla="*/ 16 w 45"/>
                  <a:gd name="T35" fmla="*/ 123 h 129"/>
                  <a:gd name="T36" fmla="*/ 20 w 45"/>
                  <a:gd name="T37" fmla="*/ 109 h 129"/>
                  <a:gd name="T38" fmla="*/ 15 w 45"/>
                  <a:gd name="T39" fmla="*/ 97 h 129"/>
                  <a:gd name="T40" fmla="*/ 6 w 45"/>
                  <a:gd name="T41" fmla="*/ 87 h 129"/>
                  <a:gd name="T42" fmla="*/ 6 w 45"/>
                  <a:gd name="T43" fmla="*/ 77 h 129"/>
                  <a:gd name="T44" fmla="*/ 11 w 45"/>
                  <a:gd name="T45" fmla="*/ 70 h 129"/>
                  <a:gd name="T46" fmla="*/ 15 w 45"/>
                  <a:gd name="T47" fmla="*/ 66 h 129"/>
                  <a:gd name="T48" fmla="*/ 16 w 45"/>
                  <a:gd name="T49" fmla="*/ 5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5" h="129">
                    <a:moveTo>
                      <a:pt x="16" y="52"/>
                    </a:moveTo>
                    <a:cubicBezTo>
                      <a:pt x="18" y="47"/>
                      <a:pt x="23" y="45"/>
                      <a:pt x="21" y="39"/>
                    </a:cubicBezTo>
                    <a:cubicBezTo>
                      <a:pt x="19" y="34"/>
                      <a:pt x="19" y="30"/>
                      <a:pt x="22" y="25"/>
                    </a:cubicBezTo>
                    <a:cubicBezTo>
                      <a:pt x="24" y="22"/>
                      <a:pt x="26" y="19"/>
                      <a:pt x="26" y="14"/>
                    </a:cubicBezTo>
                    <a:cubicBezTo>
                      <a:pt x="26" y="10"/>
                      <a:pt x="22" y="3"/>
                      <a:pt x="28" y="2"/>
                    </a:cubicBezTo>
                    <a:cubicBezTo>
                      <a:pt x="37" y="0"/>
                      <a:pt x="34" y="11"/>
                      <a:pt x="32" y="15"/>
                    </a:cubicBezTo>
                    <a:cubicBezTo>
                      <a:pt x="30" y="18"/>
                      <a:pt x="29" y="21"/>
                      <a:pt x="29" y="24"/>
                    </a:cubicBezTo>
                    <a:cubicBezTo>
                      <a:pt x="29" y="26"/>
                      <a:pt x="30" y="28"/>
                      <a:pt x="30" y="30"/>
                    </a:cubicBezTo>
                    <a:cubicBezTo>
                      <a:pt x="30" y="35"/>
                      <a:pt x="30" y="40"/>
                      <a:pt x="30" y="44"/>
                    </a:cubicBezTo>
                    <a:cubicBezTo>
                      <a:pt x="29" y="49"/>
                      <a:pt x="27" y="54"/>
                      <a:pt x="25" y="59"/>
                    </a:cubicBezTo>
                    <a:cubicBezTo>
                      <a:pt x="22" y="64"/>
                      <a:pt x="18" y="70"/>
                      <a:pt x="20" y="76"/>
                    </a:cubicBezTo>
                    <a:cubicBezTo>
                      <a:pt x="21" y="81"/>
                      <a:pt x="27" y="80"/>
                      <a:pt x="31" y="83"/>
                    </a:cubicBezTo>
                    <a:cubicBezTo>
                      <a:pt x="35" y="85"/>
                      <a:pt x="38" y="89"/>
                      <a:pt x="37" y="94"/>
                    </a:cubicBezTo>
                    <a:cubicBezTo>
                      <a:pt x="36" y="95"/>
                      <a:pt x="34" y="97"/>
                      <a:pt x="34" y="99"/>
                    </a:cubicBezTo>
                    <a:cubicBezTo>
                      <a:pt x="35" y="101"/>
                      <a:pt x="37" y="102"/>
                      <a:pt x="39" y="102"/>
                    </a:cubicBezTo>
                    <a:cubicBezTo>
                      <a:pt x="45" y="106"/>
                      <a:pt x="38" y="110"/>
                      <a:pt x="35" y="112"/>
                    </a:cubicBezTo>
                    <a:cubicBezTo>
                      <a:pt x="31" y="116"/>
                      <a:pt x="30" y="121"/>
                      <a:pt x="27" y="124"/>
                    </a:cubicBezTo>
                    <a:cubicBezTo>
                      <a:pt x="23" y="128"/>
                      <a:pt x="17" y="129"/>
                      <a:pt x="16" y="123"/>
                    </a:cubicBezTo>
                    <a:cubicBezTo>
                      <a:pt x="15" y="118"/>
                      <a:pt x="19" y="114"/>
                      <a:pt x="20" y="109"/>
                    </a:cubicBezTo>
                    <a:cubicBezTo>
                      <a:pt x="20" y="105"/>
                      <a:pt x="16" y="101"/>
                      <a:pt x="15" y="97"/>
                    </a:cubicBezTo>
                    <a:cubicBezTo>
                      <a:pt x="14" y="91"/>
                      <a:pt x="12" y="89"/>
                      <a:pt x="6" y="87"/>
                    </a:cubicBezTo>
                    <a:cubicBezTo>
                      <a:pt x="0" y="85"/>
                      <a:pt x="3" y="81"/>
                      <a:pt x="6" y="77"/>
                    </a:cubicBezTo>
                    <a:cubicBezTo>
                      <a:pt x="8" y="75"/>
                      <a:pt x="9" y="72"/>
                      <a:pt x="11" y="70"/>
                    </a:cubicBezTo>
                    <a:cubicBezTo>
                      <a:pt x="13" y="69"/>
                      <a:pt x="15" y="69"/>
                      <a:pt x="15" y="66"/>
                    </a:cubicBezTo>
                    <a:cubicBezTo>
                      <a:pt x="17" y="62"/>
                      <a:pt x="15" y="57"/>
                      <a:pt x="16" y="5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3" name="Freeform 2062">
                <a:extLst>
                  <a:ext uri="{FF2B5EF4-FFF2-40B4-BE49-F238E27FC236}">
                    <a16:creationId xmlns:a16="http://schemas.microsoft.com/office/drawing/2014/main" id="{C2AF387F-A039-234F-B939-1D1674E8D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4222"/>
                <a:ext cx="6" cy="3"/>
              </a:xfrm>
              <a:custGeom>
                <a:avLst/>
                <a:gdLst>
                  <a:gd name="T0" fmla="*/ 10 w 14"/>
                  <a:gd name="T1" fmla="*/ 6 h 7"/>
                  <a:gd name="T2" fmla="*/ 2 w 14"/>
                  <a:gd name="T3" fmla="*/ 4 h 7"/>
                  <a:gd name="T4" fmla="*/ 6 w 14"/>
                  <a:gd name="T5" fmla="*/ 0 h 7"/>
                  <a:gd name="T6" fmla="*/ 12 w 14"/>
                  <a:gd name="T7" fmla="*/ 1 h 7"/>
                  <a:gd name="T8" fmla="*/ 11 w 14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0" y="6"/>
                    </a:moveTo>
                    <a:cubicBezTo>
                      <a:pt x="7" y="6"/>
                      <a:pt x="3" y="7"/>
                      <a:pt x="2" y="4"/>
                    </a:cubicBezTo>
                    <a:cubicBezTo>
                      <a:pt x="0" y="1"/>
                      <a:pt x="4" y="0"/>
                      <a:pt x="6" y="0"/>
                    </a:cubicBezTo>
                    <a:cubicBezTo>
                      <a:pt x="8" y="0"/>
                      <a:pt x="11" y="0"/>
                      <a:pt x="12" y="1"/>
                    </a:cubicBezTo>
                    <a:cubicBezTo>
                      <a:pt x="14" y="3"/>
                      <a:pt x="13" y="5"/>
                      <a:pt x="11" y="5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28" name="Group 2264">
              <a:extLst>
                <a:ext uri="{FF2B5EF4-FFF2-40B4-BE49-F238E27FC236}">
                  <a16:creationId xmlns:a16="http://schemas.microsoft.com/office/drawing/2014/main" id="{CB9C54D6-8026-EE47-8C23-D4626F7592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" y="1307"/>
              <a:ext cx="1433" cy="2928"/>
              <a:chOff x="3224" y="1307"/>
              <a:chExt cx="1433" cy="2928"/>
            </a:xfrm>
            <a:grpFill/>
          </p:grpSpPr>
          <p:sp>
            <p:nvSpPr>
              <p:cNvPr id="1404" name="Freeform 2064">
                <a:extLst>
                  <a:ext uri="{FF2B5EF4-FFF2-40B4-BE49-F238E27FC236}">
                    <a16:creationId xmlns:a16="http://schemas.microsoft.com/office/drawing/2014/main" id="{934D1A26-6F90-6E42-A52C-339F40E15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4223"/>
                <a:ext cx="16" cy="12"/>
              </a:xfrm>
              <a:custGeom>
                <a:avLst/>
                <a:gdLst>
                  <a:gd name="T0" fmla="*/ 12 w 38"/>
                  <a:gd name="T1" fmla="*/ 14 h 31"/>
                  <a:gd name="T2" fmla="*/ 15 w 38"/>
                  <a:gd name="T3" fmla="*/ 10 h 31"/>
                  <a:gd name="T4" fmla="*/ 18 w 38"/>
                  <a:gd name="T5" fmla="*/ 7 h 31"/>
                  <a:gd name="T6" fmla="*/ 27 w 38"/>
                  <a:gd name="T7" fmla="*/ 5 h 31"/>
                  <a:gd name="T8" fmla="*/ 34 w 38"/>
                  <a:gd name="T9" fmla="*/ 1 h 31"/>
                  <a:gd name="T10" fmla="*/ 36 w 38"/>
                  <a:gd name="T11" fmla="*/ 10 h 31"/>
                  <a:gd name="T12" fmla="*/ 26 w 38"/>
                  <a:gd name="T13" fmla="*/ 15 h 31"/>
                  <a:gd name="T14" fmla="*/ 21 w 38"/>
                  <a:gd name="T15" fmla="*/ 21 h 31"/>
                  <a:gd name="T16" fmla="*/ 14 w 38"/>
                  <a:gd name="T17" fmla="*/ 27 h 31"/>
                  <a:gd name="T18" fmla="*/ 11 w 38"/>
                  <a:gd name="T19" fmla="*/ 30 h 31"/>
                  <a:gd name="T20" fmla="*/ 6 w 38"/>
                  <a:gd name="T21" fmla="*/ 29 h 31"/>
                  <a:gd name="T22" fmla="*/ 1 w 38"/>
                  <a:gd name="T23" fmla="*/ 25 h 31"/>
                  <a:gd name="T24" fmla="*/ 8 w 38"/>
                  <a:gd name="T25" fmla="*/ 20 h 31"/>
                  <a:gd name="T26" fmla="*/ 12 w 38"/>
                  <a:gd name="T2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31">
                    <a:moveTo>
                      <a:pt x="12" y="14"/>
                    </a:moveTo>
                    <a:cubicBezTo>
                      <a:pt x="13" y="13"/>
                      <a:pt x="14" y="12"/>
                      <a:pt x="15" y="10"/>
                    </a:cubicBezTo>
                    <a:cubicBezTo>
                      <a:pt x="16" y="8"/>
                      <a:pt x="16" y="7"/>
                      <a:pt x="18" y="7"/>
                    </a:cubicBezTo>
                    <a:cubicBezTo>
                      <a:pt x="21" y="5"/>
                      <a:pt x="24" y="7"/>
                      <a:pt x="27" y="5"/>
                    </a:cubicBezTo>
                    <a:cubicBezTo>
                      <a:pt x="29" y="4"/>
                      <a:pt x="30" y="0"/>
                      <a:pt x="34" y="1"/>
                    </a:cubicBezTo>
                    <a:cubicBezTo>
                      <a:pt x="38" y="2"/>
                      <a:pt x="38" y="8"/>
                      <a:pt x="36" y="10"/>
                    </a:cubicBezTo>
                    <a:cubicBezTo>
                      <a:pt x="34" y="13"/>
                      <a:pt x="29" y="13"/>
                      <a:pt x="26" y="15"/>
                    </a:cubicBezTo>
                    <a:cubicBezTo>
                      <a:pt x="24" y="16"/>
                      <a:pt x="22" y="18"/>
                      <a:pt x="21" y="21"/>
                    </a:cubicBezTo>
                    <a:cubicBezTo>
                      <a:pt x="19" y="24"/>
                      <a:pt x="16" y="24"/>
                      <a:pt x="14" y="27"/>
                    </a:cubicBezTo>
                    <a:cubicBezTo>
                      <a:pt x="13" y="28"/>
                      <a:pt x="13" y="30"/>
                      <a:pt x="11" y="30"/>
                    </a:cubicBezTo>
                    <a:cubicBezTo>
                      <a:pt x="9" y="31"/>
                      <a:pt x="8" y="30"/>
                      <a:pt x="6" y="29"/>
                    </a:cubicBezTo>
                    <a:cubicBezTo>
                      <a:pt x="5" y="28"/>
                      <a:pt x="1" y="27"/>
                      <a:pt x="1" y="25"/>
                    </a:cubicBezTo>
                    <a:cubicBezTo>
                      <a:pt x="0" y="22"/>
                      <a:pt x="6" y="22"/>
                      <a:pt x="8" y="20"/>
                    </a:cubicBezTo>
                    <a:cubicBezTo>
                      <a:pt x="10" y="19"/>
                      <a:pt x="10" y="16"/>
                      <a:pt x="12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5" name="Freeform 2065">
                <a:extLst>
                  <a:ext uri="{FF2B5EF4-FFF2-40B4-BE49-F238E27FC236}">
                    <a16:creationId xmlns:a16="http://schemas.microsoft.com/office/drawing/2014/main" id="{961DD567-069D-E54B-8E3B-69A627B00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4182"/>
                <a:ext cx="5" cy="4"/>
              </a:xfrm>
              <a:custGeom>
                <a:avLst/>
                <a:gdLst>
                  <a:gd name="T0" fmla="*/ 4 w 14"/>
                  <a:gd name="T1" fmla="*/ 1 h 8"/>
                  <a:gd name="T2" fmla="*/ 11 w 14"/>
                  <a:gd name="T3" fmla="*/ 2 h 8"/>
                  <a:gd name="T4" fmla="*/ 6 w 14"/>
                  <a:gd name="T5" fmla="*/ 8 h 8"/>
                  <a:gd name="T6" fmla="*/ 1 w 14"/>
                  <a:gd name="T7" fmla="*/ 6 h 8"/>
                  <a:gd name="T8" fmla="*/ 4 w 14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4" y="1"/>
                    </a:moveTo>
                    <a:cubicBezTo>
                      <a:pt x="6" y="1"/>
                      <a:pt x="10" y="0"/>
                      <a:pt x="11" y="2"/>
                    </a:cubicBezTo>
                    <a:cubicBezTo>
                      <a:pt x="14" y="6"/>
                      <a:pt x="9" y="7"/>
                      <a:pt x="6" y="8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2" y="2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6" name="Freeform 2066">
                <a:extLst>
                  <a:ext uri="{FF2B5EF4-FFF2-40B4-BE49-F238E27FC236}">
                    <a16:creationId xmlns:a16="http://schemas.microsoft.com/office/drawing/2014/main" id="{891B8D6A-D7D7-0D45-8D93-E586D338F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4181"/>
                <a:ext cx="4" cy="3"/>
              </a:xfrm>
              <a:custGeom>
                <a:avLst/>
                <a:gdLst>
                  <a:gd name="T0" fmla="*/ 3 w 10"/>
                  <a:gd name="T1" fmla="*/ 2 h 7"/>
                  <a:gd name="T2" fmla="*/ 9 w 10"/>
                  <a:gd name="T3" fmla="*/ 3 h 7"/>
                  <a:gd name="T4" fmla="*/ 3 w 10"/>
                  <a:gd name="T5" fmla="*/ 7 h 7"/>
                  <a:gd name="T6" fmla="*/ 3 w 10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3" y="2"/>
                    </a:moveTo>
                    <a:cubicBezTo>
                      <a:pt x="4" y="1"/>
                      <a:pt x="9" y="0"/>
                      <a:pt x="9" y="3"/>
                    </a:cubicBezTo>
                    <a:cubicBezTo>
                      <a:pt x="10" y="5"/>
                      <a:pt x="5" y="7"/>
                      <a:pt x="3" y="7"/>
                    </a:cubicBezTo>
                    <a:cubicBezTo>
                      <a:pt x="0" y="7"/>
                      <a:pt x="0" y="3"/>
                      <a:pt x="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7" name="Freeform 2067">
                <a:extLst>
                  <a:ext uri="{FF2B5EF4-FFF2-40B4-BE49-F238E27FC236}">
                    <a16:creationId xmlns:a16="http://schemas.microsoft.com/office/drawing/2014/main" id="{915CFA8B-BFCD-A140-AC95-8CCCC657C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4130"/>
                <a:ext cx="10" cy="7"/>
              </a:xfrm>
              <a:custGeom>
                <a:avLst/>
                <a:gdLst>
                  <a:gd name="T0" fmla="*/ 5 w 25"/>
                  <a:gd name="T1" fmla="*/ 13 h 17"/>
                  <a:gd name="T2" fmla="*/ 3 w 25"/>
                  <a:gd name="T3" fmla="*/ 5 h 17"/>
                  <a:gd name="T4" fmla="*/ 22 w 25"/>
                  <a:gd name="T5" fmla="*/ 8 h 17"/>
                  <a:gd name="T6" fmla="*/ 25 w 25"/>
                  <a:gd name="T7" fmla="*/ 10 h 17"/>
                  <a:gd name="T8" fmla="*/ 5 w 25"/>
                  <a:gd name="T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7">
                    <a:moveTo>
                      <a:pt x="5" y="13"/>
                    </a:moveTo>
                    <a:cubicBezTo>
                      <a:pt x="3" y="10"/>
                      <a:pt x="0" y="8"/>
                      <a:pt x="3" y="5"/>
                    </a:cubicBezTo>
                    <a:cubicBezTo>
                      <a:pt x="9" y="0"/>
                      <a:pt x="16" y="7"/>
                      <a:pt x="22" y="8"/>
                    </a:cubicBezTo>
                    <a:cubicBezTo>
                      <a:pt x="23" y="8"/>
                      <a:pt x="25" y="7"/>
                      <a:pt x="25" y="10"/>
                    </a:cubicBezTo>
                    <a:cubicBezTo>
                      <a:pt x="24" y="17"/>
                      <a:pt x="9" y="16"/>
                      <a:pt x="5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8" name="Freeform 2068">
                <a:extLst>
                  <a:ext uri="{FF2B5EF4-FFF2-40B4-BE49-F238E27FC236}">
                    <a16:creationId xmlns:a16="http://schemas.microsoft.com/office/drawing/2014/main" id="{684FED4C-CB27-7E4F-BA69-A080FD2C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4141"/>
                <a:ext cx="6" cy="2"/>
              </a:xfrm>
              <a:custGeom>
                <a:avLst/>
                <a:gdLst>
                  <a:gd name="T0" fmla="*/ 1 w 13"/>
                  <a:gd name="T1" fmla="*/ 4 h 7"/>
                  <a:gd name="T2" fmla="*/ 5 w 13"/>
                  <a:gd name="T3" fmla="*/ 2 h 7"/>
                  <a:gd name="T4" fmla="*/ 11 w 13"/>
                  <a:gd name="T5" fmla="*/ 1 h 7"/>
                  <a:gd name="T6" fmla="*/ 9 w 13"/>
                  <a:gd name="T7" fmla="*/ 6 h 7"/>
                  <a:gd name="T8" fmla="*/ 1 w 13"/>
                  <a:gd name="T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4"/>
                    </a:moveTo>
                    <a:cubicBezTo>
                      <a:pt x="1" y="2"/>
                      <a:pt x="4" y="2"/>
                      <a:pt x="5" y="2"/>
                    </a:cubicBezTo>
                    <a:cubicBezTo>
                      <a:pt x="7" y="2"/>
                      <a:pt x="9" y="0"/>
                      <a:pt x="11" y="1"/>
                    </a:cubicBezTo>
                    <a:cubicBezTo>
                      <a:pt x="13" y="3"/>
                      <a:pt x="11" y="5"/>
                      <a:pt x="9" y="6"/>
                    </a:cubicBezTo>
                    <a:cubicBezTo>
                      <a:pt x="7" y="6"/>
                      <a:pt x="0" y="7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9" name="Freeform 2069">
                <a:extLst>
                  <a:ext uri="{FF2B5EF4-FFF2-40B4-BE49-F238E27FC236}">
                    <a16:creationId xmlns:a16="http://schemas.microsoft.com/office/drawing/2014/main" id="{12D75A50-0DC4-AA45-846E-FB552B016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4126"/>
                <a:ext cx="14" cy="16"/>
              </a:xfrm>
              <a:custGeom>
                <a:avLst/>
                <a:gdLst>
                  <a:gd name="T0" fmla="*/ 15 w 35"/>
                  <a:gd name="T1" fmla="*/ 23 h 40"/>
                  <a:gd name="T2" fmla="*/ 17 w 35"/>
                  <a:gd name="T3" fmla="*/ 12 h 40"/>
                  <a:gd name="T4" fmla="*/ 5 w 35"/>
                  <a:gd name="T5" fmla="*/ 14 h 40"/>
                  <a:gd name="T6" fmla="*/ 4 w 35"/>
                  <a:gd name="T7" fmla="*/ 20 h 40"/>
                  <a:gd name="T8" fmla="*/ 0 w 35"/>
                  <a:gd name="T9" fmla="*/ 17 h 40"/>
                  <a:gd name="T10" fmla="*/ 4 w 35"/>
                  <a:gd name="T11" fmla="*/ 10 h 40"/>
                  <a:gd name="T12" fmla="*/ 9 w 35"/>
                  <a:gd name="T13" fmla="*/ 5 h 40"/>
                  <a:gd name="T14" fmla="*/ 22 w 35"/>
                  <a:gd name="T15" fmla="*/ 7 h 40"/>
                  <a:gd name="T16" fmla="*/ 35 w 35"/>
                  <a:gd name="T17" fmla="*/ 19 h 40"/>
                  <a:gd name="T18" fmla="*/ 34 w 35"/>
                  <a:gd name="T19" fmla="*/ 27 h 40"/>
                  <a:gd name="T20" fmla="*/ 33 w 35"/>
                  <a:gd name="T21" fmla="*/ 35 h 40"/>
                  <a:gd name="T22" fmla="*/ 21 w 35"/>
                  <a:gd name="T23" fmla="*/ 40 h 40"/>
                  <a:gd name="T24" fmla="*/ 11 w 35"/>
                  <a:gd name="T25" fmla="*/ 39 h 40"/>
                  <a:gd name="T26" fmla="*/ 18 w 35"/>
                  <a:gd name="T27" fmla="*/ 32 h 40"/>
                  <a:gd name="T28" fmla="*/ 19 w 35"/>
                  <a:gd name="T29" fmla="*/ 27 h 40"/>
                  <a:gd name="T30" fmla="*/ 15 w 35"/>
                  <a:gd name="T31" fmla="*/ 2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40">
                    <a:moveTo>
                      <a:pt x="15" y="23"/>
                    </a:moveTo>
                    <a:cubicBezTo>
                      <a:pt x="14" y="19"/>
                      <a:pt x="23" y="15"/>
                      <a:pt x="17" y="12"/>
                    </a:cubicBezTo>
                    <a:cubicBezTo>
                      <a:pt x="14" y="10"/>
                      <a:pt x="7" y="11"/>
                      <a:pt x="5" y="14"/>
                    </a:cubicBezTo>
                    <a:cubicBezTo>
                      <a:pt x="4" y="15"/>
                      <a:pt x="5" y="18"/>
                      <a:pt x="4" y="20"/>
                    </a:cubicBezTo>
                    <a:cubicBezTo>
                      <a:pt x="2" y="21"/>
                      <a:pt x="0" y="19"/>
                      <a:pt x="0" y="17"/>
                    </a:cubicBezTo>
                    <a:cubicBezTo>
                      <a:pt x="0" y="14"/>
                      <a:pt x="2" y="12"/>
                      <a:pt x="4" y="10"/>
                    </a:cubicBezTo>
                    <a:cubicBezTo>
                      <a:pt x="6" y="8"/>
                      <a:pt x="7" y="6"/>
                      <a:pt x="9" y="5"/>
                    </a:cubicBezTo>
                    <a:cubicBezTo>
                      <a:pt x="14" y="0"/>
                      <a:pt x="19" y="3"/>
                      <a:pt x="22" y="7"/>
                    </a:cubicBezTo>
                    <a:cubicBezTo>
                      <a:pt x="26" y="12"/>
                      <a:pt x="33" y="13"/>
                      <a:pt x="35" y="19"/>
                    </a:cubicBezTo>
                    <a:cubicBezTo>
                      <a:pt x="35" y="22"/>
                      <a:pt x="34" y="25"/>
                      <a:pt x="34" y="27"/>
                    </a:cubicBezTo>
                    <a:cubicBezTo>
                      <a:pt x="34" y="30"/>
                      <a:pt x="35" y="33"/>
                      <a:pt x="33" y="35"/>
                    </a:cubicBezTo>
                    <a:cubicBezTo>
                      <a:pt x="31" y="38"/>
                      <a:pt x="25" y="40"/>
                      <a:pt x="21" y="40"/>
                    </a:cubicBezTo>
                    <a:cubicBezTo>
                      <a:pt x="18" y="40"/>
                      <a:pt x="15" y="40"/>
                      <a:pt x="11" y="39"/>
                    </a:cubicBezTo>
                    <a:cubicBezTo>
                      <a:pt x="5" y="37"/>
                      <a:pt x="16" y="34"/>
                      <a:pt x="18" y="32"/>
                    </a:cubicBezTo>
                    <a:cubicBezTo>
                      <a:pt x="19" y="31"/>
                      <a:pt x="21" y="28"/>
                      <a:pt x="19" y="27"/>
                    </a:cubicBezTo>
                    <a:cubicBezTo>
                      <a:pt x="18" y="25"/>
                      <a:pt x="16" y="25"/>
                      <a:pt x="15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0" name="Freeform 2070">
                <a:extLst>
                  <a:ext uri="{FF2B5EF4-FFF2-40B4-BE49-F238E27FC236}">
                    <a16:creationId xmlns:a16="http://schemas.microsoft.com/office/drawing/2014/main" id="{17E9958E-6695-1248-8706-05FA6193A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4151"/>
                <a:ext cx="4" cy="3"/>
              </a:xfrm>
              <a:custGeom>
                <a:avLst/>
                <a:gdLst>
                  <a:gd name="T0" fmla="*/ 2 w 9"/>
                  <a:gd name="T1" fmla="*/ 7 h 8"/>
                  <a:gd name="T2" fmla="*/ 2 w 9"/>
                  <a:gd name="T3" fmla="*/ 2 h 8"/>
                  <a:gd name="T4" fmla="*/ 9 w 9"/>
                  <a:gd name="T5" fmla="*/ 4 h 8"/>
                  <a:gd name="T6" fmla="*/ 2 w 9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2" y="7"/>
                    </a:moveTo>
                    <a:cubicBezTo>
                      <a:pt x="1" y="6"/>
                      <a:pt x="0" y="4"/>
                      <a:pt x="2" y="2"/>
                    </a:cubicBezTo>
                    <a:cubicBezTo>
                      <a:pt x="3" y="0"/>
                      <a:pt x="8" y="1"/>
                      <a:pt x="9" y="4"/>
                    </a:cubicBezTo>
                    <a:cubicBezTo>
                      <a:pt x="9" y="7"/>
                      <a:pt x="4" y="8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1" name="Freeform 2071">
                <a:extLst>
                  <a:ext uri="{FF2B5EF4-FFF2-40B4-BE49-F238E27FC236}">
                    <a16:creationId xmlns:a16="http://schemas.microsoft.com/office/drawing/2014/main" id="{5F4C3227-0524-7B4E-BAF3-942E93005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4110"/>
                <a:ext cx="4" cy="5"/>
              </a:xfrm>
              <a:custGeom>
                <a:avLst/>
                <a:gdLst>
                  <a:gd name="T0" fmla="*/ 7 w 10"/>
                  <a:gd name="T1" fmla="*/ 9 h 11"/>
                  <a:gd name="T2" fmla="*/ 2 w 10"/>
                  <a:gd name="T3" fmla="*/ 9 h 11"/>
                  <a:gd name="T4" fmla="*/ 3 w 10"/>
                  <a:gd name="T5" fmla="*/ 2 h 11"/>
                  <a:gd name="T6" fmla="*/ 9 w 10"/>
                  <a:gd name="T7" fmla="*/ 5 h 11"/>
                  <a:gd name="T8" fmla="*/ 7 w 10"/>
                  <a:gd name="T9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7" y="9"/>
                    </a:moveTo>
                    <a:cubicBezTo>
                      <a:pt x="5" y="10"/>
                      <a:pt x="3" y="11"/>
                      <a:pt x="2" y="9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3"/>
                      <a:pt x="9" y="5"/>
                    </a:cubicBezTo>
                    <a:cubicBezTo>
                      <a:pt x="10" y="7"/>
                      <a:pt x="8" y="9"/>
                      <a:pt x="7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2" name="Freeform 2072">
                <a:extLst>
                  <a:ext uri="{FF2B5EF4-FFF2-40B4-BE49-F238E27FC236}">
                    <a16:creationId xmlns:a16="http://schemas.microsoft.com/office/drawing/2014/main" id="{4BCBF0B1-89EB-2B4D-89B5-181EBC0B6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4106"/>
                <a:ext cx="10" cy="8"/>
              </a:xfrm>
              <a:custGeom>
                <a:avLst/>
                <a:gdLst>
                  <a:gd name="T0" fmla="*/ 16 w 24"/>
                  <a:gd name="T1" fmla="*/ 18 h 19"/>
                  <a:gd name="T2" fmla="*/ 10 w 24"/>
                  <a:gd name="T3" fmla="*/ 18 h 19"/>
                  <a:gd name="T4" fmla="*/ 7 w 24"/>
                  <a:gd name="T5" fmla="*/ 14 h 19"/>
                  <a:gd name="T6" fmla="*/ 4 w 24"/>
                  <a:gd name="T7" fmla="*/ 9 h 19"/>
                  <a:gd name="T8" fmla="*/ 0 w 24"/>
                  <a:gd name="T9" fmla="*/ 6 h 19"/>
                  <a:gd name="T10" fmla="*/ 3 w 24"/>
                  <a:gd name="T11" fmla="*/ 1 h 19"/>
                  <a:gd name="T12" fmla="*/ 9 w 24"/>
                  <a:gd name="T13" fmla="*/ 1 h 19"/>
                  <a:gd name="T14" fmla="*/ 16 w 24"/>
                  <a:gd name="T15" fmla="*/ 1 h 19"/>
                  <a:gd name="T16" fmla="*/ 21 w 24"/>
                  <a:gd name="T17" fmla="*/ 6 h 19"/>
                  <a:gd name="T18" fmla="*/ 23 w 24"/>
                  <a:gd name="T19" fmla="*/ 13 h 19"/>
                  <a:gd name="T20" fmla="*/ 16 w 24"/>
                  <a:gd name="T21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19">
                    <a:moveTo>
                      <a:pt x="16" y="18"/>
                    </a:moveTo>
                    <a:cubicBezTo>
                      <a:pt x="15" y="19"/>
                      <a:pt x="12" y="19"/>
                      <a:pt x="10" y="18"/>
                    </a:cubicBezTo>
                    <a:cubicBezTo>
                      <a:pt x="8" y="17"/>
                      <a:pt x="8" y="15"/>
                      <a:pt x="7" y="14"/>
                    </a:cubicBezTo>
                    <a:cubicBezTo>
                      <a:pt x="7" y="12"/>
                      <a:pt x="6" y="10"/>
                      <a:pt x="4" y="9"/>
                    </a:cubicBezTo>
                    <a:cubicBezTo>
                      <a:pt x="2" y="9"/>
                      <a:pt x="1" y="9"/>
                      <a:pt x="0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4" y="0"/>
                      <a:pt x="7" y="1"/>
                      <a:pt x="9" y="1"/>
                    </a:cubicBezTo>
                    <a:cubicBezTo>
                      <a:pt x="11" y="1"/>
                      <a:pt x="14" y="0"/>
                      <a:pt x="16" y="1"/>
                    </a:cubicBezTo>
                    <a:cubicBezTo>
                      <a:pt x="18" y="3"/>
                      <a:pt x="19" y="5"/>
                      <a:pt x="21" y="6"/>
                    </a:cubicBezTo>
                    <a:cubicBezTo>
                      <a:pt x="23" y="9"/>
                      <a:pt x="24" y="11"/>
                      <a:pt x="23" y="13"/>
                    </a:cubicBezTo>
                    <a:cubicBezTo>
                      <a:pt x="21" y="16"/>
                      <a:pt x="19" y="17"/>
                      <a:pt x="16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3" name="Freeform 2073">
                <a:extLst>
                  <a:ext uri="{FF2B5EF4-FFF2-40B4-BE49-F238E27FC236}">
                    <a16:creationId xmlns:a16="http://schemas.microsoft.com/office/drawing/2014/main" id="{99C3BBD2-95F4-4F4A-B9C1-27CD88B9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4099"/>
                <a:ext cx="8" cy="8"/>
              </a:xfrm>
              <a:custGeom>
                <a:avLst/>
                <a:gdLst>
                  <a:gd name="T0" fmla="*/ 1 w 21"/>
                  <a:gd name="T1" fmla="*/ 18 h 21"/>
                  <a:gd name="T2" fmla="*/ 2 w 21"/>
                  <a:gd name="T3" fmla="*/ 13 h 21"/>
                  <a:gd name="T4" fmla="*/ 0 w 21"/>
                  <a:gd name="T5" fmla="*/ 8 h 21"/>
                  <a:gd name="T6" fmla="*/ 8 w 21"/>
                  <a:gd name="T7" fmla="*/ 1 h 21"/>
                  <a:gd name="T8" fmla="*/ 17 w 21"/>
                  <a:gd name="T9" fmla="*/ 8 h 21"/>
                  <a:gd name="T10" fmla="*/ 18 w 21"/>
                  <a:gd name="T11" fmla="*/ 14 h 21"/>
                  <a:gd name="T12" fmla="*/ 15 w 21"/>
                  <a:gd name="T13" fmla="*/ 17 h 21"/>
                  <a:gd name="T14" fmla="*/ 8 w 21"/>
                  <a:gd name="T15" fmla="*/ 21 h 21"/>
                  <a:gd name="T16" fmla="*/ 1 w 21"/>
                  <a:gd name="T17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1">
                    <a:moveTo>
                      <a:pt x="1" y="18"/>
                    </a:moveTo>
                    <a:cubicBezTo>
                      <a:pt x="0" y="16"/>
                      <a:pt x="2" y="15"/>
                      <a:pt x="2" y="13"/>
                    </a:cubicBezTo>
                    <a:cubicBezTo>
                      <a:pt x="2" y="11"/>
                      <a:pt x="0" y="10"/>
                      <a:pt x="0" y="8"/>
                    </a:cubicBezTo>
                    <a:cubicBezTo>
                      <a:pt x="1" y="6"/>
                      <a:pt x="5" y="2"/>
                      <a:pt x="8" y="1"/>
                    </a:cubicBezTo>
                    <a:cubicBezTo>
                      <a:pt x="13" y="0"/>
                      <a:pt x="13" y="6"/>
                      <a:pt x="17" y="8"/>
                    </a:cubicBezTo>
                    <a:cubicBezTo>
                      <a:pt x="20" y="9"/>
                      <a:pt x="21" y="11"/>
                      <a:pt x="18" y="14"/>
                    </a:cubicBezTo>
                    <a:cubicBezTo>
                      <a:pt x="17" y="15"/>
                      <a:pt x="16" y="16"/>
                      <a:pt x="15" y="17"/>
                    </a:cubicBezTo>
                    <a:cubicBezTo>
                      <a:pt x="12" y="20"/>
                      <a:pt x="11" y="20"/>
                      <a:pt x="8" y="21"/>
                    </a:cubicBezTo>
                    <a:cubicBezTo>
                      <a:pt x="5" y="21"/>
                      <a:pt x="2" y="21"/>
                      <a:pt x="1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4" name="Freeform 2074">
                <a:extLst>
                  <a:ext uri="{FF2B5EF4-FFF2-40B4-BE49-F238E27FC236}">
                    <a16:creationId xmlns:a16="http://schemas.microsoft.com/office/drawing/2014/main" id="{B95CE47F-7BCB-294F-98A5-FD3478932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4108"/>
                <a:ext cx="5" cy="5"/>
              </a:xfrm>
              <a:custGeom>
                <a:avLst/>
                <a:gdLst>
                  <a:gd name="T0" fmla="*/ 5 w 12"/>
                  <a:gd name="T1" fmla="*/ 1 h 14"/>
                  <a:gd name="T2" fmla="*/ 10 w 12"/>
                  <a:gd name="T3" fmla="*/ 4 h 14"/>
                  <a:gd name="T4" fmla="*/ 10 w 12"/>
                  <a:gd name="T5" fmla="*/ 12 h 14"/>
                  <a:gd name="T6" fmla="*/ 5 w 12"/>
                  <a:gd name="T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5" y="1"/>
                    </a:moveTo>
                    <a:cubicBezTo>
                      <a:pt x="7" y="0"/>
                      <a:pt x="9" y="2"/>
                      <a:pt x="10" y="4"/>
                    </a:cubicBezTo>
                    <a:cubicBezTo>
                      <a:pt x="11" y="6"/>
                      <a:pt x="12" y="11"/>
                      <a:pt x="10" y="12"/>
                    </a:cubicBezTo>
                    <a:cubicBezTo>
                      <a:pt x="6" y="14"/>
                      <a:pt x="0" y="4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5" name="Freeform 2075">
                <a:extLst>
                  <a:ext uri="{FF2B5EF4-FFF2-40B4-BE49-F238E27FC236}">
                    <a16:creationId xmlns:a16="http://schemas.microsoft.com/office/drawing/2014/main" id="{6C1F8888-6BF1-7A47-8F3B-7CE82A9D3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4061"/>
                <a:ext cx="37" cy="28"/>
              </a:xfrm>
              <a:custGeom>
                <a:avLst/>
                <a:gdLst>
                  <a:gd name="T0" fmla="*/ 11 w 91"/>
                  <a:gd name="T1" fmla="*/ 51 h 70"/>
                  <a:gd name="T2" fmla="*/ 13 w 91"/>
                  <a:gd name="T3" fmla="*/ 56 h 70"/>
                  <a:gd name="T4" fmla="*/ 9 w 91"/>
                  <a:gd name="T5" fmla="*/ 67 h 70"/>
                  <a:gd name="T6" fmla="*/ 3 w 91"/>
                  <a:gd name="T7" fmla="*/ 64 h 70"/>
                  <a:gd name="T8" fmla="*/ 2 w 91"/>
                  <a:gd name="T9" fmla="*/ 51 h 70"/>
                  <a:gd name="T10" fmla="*/ 10 w 91"/>
                  <a:gd name="T11" fmla="*/ 43 h 70"/>
                  <a:gd name="T12" fmla="*/ 20 w 91"/>
                  <a:gd name="T13" fmla="*/ 36 h 70"/>
                  <a:gd name="T14" fmla="*/ 27 w 91"/>
                  <a:gd name="T15" fmla="*/ 26 h 70"/>
                  <a:gd name="T16" fmla="*/ 37 w 91"/>
                  <a:gd name="T17" fmla="*/ 16 h 70"/>
                  <a:gd name="T18" fmla="*/ 43 w 91"/>
                  <a:gd name="T19" fmla="*/ 13 h 70"/>
                  <a:gd name="T20" fmla="*/ 46 w 91"/>
                  <a:gd name="T21" fmla="*/ 9 h 70"/>
                  <a:gd name="T22" fmla="*/ 57 w 91"/>
                  <a:gd name="T23" fmla="*/ 5 h 70"/>
                  <a:gd name="T24" fmla="*/ 67 w 91"/>
                  <a:gd name="T25" fmla="*/ 0 h 70"/>
                  <a:gd name="T26" fmla="*/ 80 w 91"/>
                  <a:gd name="T27" fmla="*/ 2 h 70"/>
                  <a:gd name="T28" fmla="*/ 89 w 91"/>
                  <a:gd name="T29" fmla="*/ 5 h 70"/>
                  <a:gd name="T30" fmla="*/ 84 w 91"/>
                  <a:gd name="T31" fmla="*/ 14 h 70"/>
                  <a:gd name="T32" fmla="*/ 60 w 91"/>
                  <a:gd name="T33" fmla="*/ 19 h 70"/>
                  <a:gd name="T34" fmla="*/ 52 w 91"/>
                  <a:gd name="T35" fmla="*/ 28 h 70"/>
                  <a:gd name="T36" fmla="*/ 44 w 91"/>
                  <a:gd name="T37" fmla="*/ 36 h 70"/>
                  <a:gd name="T38" fmla="*/ 35 w 91"/>
                  <a:gd name="T39" fmla="*/ 43 h 70"/>
                  <a:gd name="T40" fmla="*/ 23 w 91"/>
                  <a:gd name="T41" fmla="*/ 43 h 70"/>
                  <a:gd name="T42" fmla="*/ 17 w 91"/>
                  <a:gd name="T43" fmla="*/ 47 h 70"/>
                  <a:gd name="T44" fmla="*/ 11 w 91"/>
                  <a:gd name="T45" fmla="*/ 5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1" h="70">
                    <a:moveTo>
                      <a:pt x="11" y="51"/>
                    </a:moveTo>
                    <a:cubicBezTo>
                      <a:pt x="11" y="53"/>
                      <a:pt x="12" y="54"/>
                      <a:pt x="13" y="56"/>
                    </a:cubicBezTo>
                    <a:cubicBezTo>
                      <a:pt x="16" y="60"/>
                      <a:pt x="13" y="64"/>
                      <a:pt x="9" y="67"/>
                    </a:cubicBezTo>
                    <a:cubicBezTo>
                      <a:pt x="6" y="70"/>
                      <a:pt x="5" y="67"/>
                      <a:pt x="3" y="64"/>
                    </a:cubicBezTo>
                    <a:cubicBezTo>
                      <a:pt x="1" y="60"/>
                      <a:pt x="0" y="56"/>
                      <a:pt x="2" y="51"/>
                    </a:cubicBezTo>
                    <a:cubicBezTo>
                      <a:pt x="3" y="47"/>
                      <a:pt x="6" y="44"/>
                      <a:pt x="10" y="43"/>
                    </a:cubicBezTo>
                    <a:cubicBezTo>
                      <a:pt x="14" y="41"/>
                      <a:pt x="17" y="39"/>
                      <a:pt x="20" y="36"/>
                    </a:cubicBezTo>
                    <a:cubicBezTo>
                      <a:pt x="23" y="32"/>
                      <a:pt x="26" y="30"/>
                      <a:pt x="27" y="26"/>
                    </a:cubicBezTo>
                    <a:cubicBezTo>
                      <a:pt x="30" y="21"/>
                      <a:pt x="32" y="18"/>
                      <a:pt x="37" y="16"/>
                    </a:cubicBezTo>
                    <a:cubicBezTo>
                      <a:pt x="39" y="15"/>
                      <a:pt x="41" y="14"/>
                      <a:pt x="43" y="13"/>
                    </a:cubicBezTo>
                    <a:cubicBezTo>
                      <a:pt x="44" y="12"/>
                      <a:pt x="45" y="10"/>
                      <a:pt x="46" y="9"/>
                    </a:cubicBezTo>
                    <a:cubicBezTo>
                      <a:pt x="49" y="6"/>
                      <a:pt x="53" y="7"/>
                      <a:pt x="57" y="5"/>
                    </a:cubicBezTo>
                    <a:cubicBezTo>
                      <a:pt x="60" y="3"/>
                      <a:pt x="62" y="0"/>
                      <a:pt x="67" y="0"/>
                    </a:cubicBezTo>
                    <a:cubicBezTo>
                      <a:pt x="71" y="1"/>
                      <a:pt x="75" y="3"/>
                      <a:pt x="80" y="2"/>
                    </a:cubicBezTo>
                    <a:cubicBezTo>
                      <a:pt x="84" y="1"/>
                      <a:pt x="87" y="1"/>
                      <a:pt x="89" y="5"/>
                    </a:cubicBezTo>
                    <a:cubicBezTo>
                      <a:pt x="91" y="9"/>
                      <a:pt x="88" y="13"/>
                      <a:pt x="84" y="14"/>
                    </a:cubicBezTo>
                    <a:cubicBezTo>
                      <a:pt x="77" y="17"/>
                      <a:pt x="67" y="15"/>
                      <a:pt x="60" y="19"/>
                    </a:cubicBezTo>
                    <a:cubicBezTo>
                      <a:pt x="57" y="22"/>
                      <a:pt x="55" y="25"/>
                      <a:pt x="52" y="28"/>
                    </a:cubicBezTo>
                    <a:cubicBezTo>
                      <a:pt x="50" y="31"/>
                      <a:pt x="47" y="33"/>
                      <a:pt x="44" y="36"/>
                    </a:cubicBezTo>
                    <a:cubicBezTo>
                      <a:pt x="41" y="40"/>
                      <a:pt x="39" y="42"/>
                      <a:pt x="35" y="43"/>
                    </a:cubicBezTo>
                    <a:cubicBezTo>
                      <a:pt x="31" y="43"/>
                      <a:pt x="27" y="43"/>
                      <a:pt x="23" y="43"/>
                    </a:cubicBezTo>
                    <a:cubicBezTo>
                      <a:pt x="20" y="43"/>
                      <a:pt x="19" y="45"/>
                      <a:pt x="17" y="47"/>
                    </a:cubicBezTo>
                    <a:cubicBezTo>
                      <a:pt x="15" y="48"/>
                      <a:pt x="13" y="49"/>
                      <a:pt x="11" y="5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6" name="Freeform 2076">
                <a:extLst>
                  <a:ext uri="{FF2B5EF4-FFF2-40B4-BE49-F238E27FC236}">
                    <a16:creationId xmlns:a16="http://schemas.microsoft.com/office/drawing/2014/main" id="{0092C021-84F9-3E4C-B3C8-8820EB32C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4047"/>
                <a:ext cx="16" cy="15"/>
              </a:xfrm>
              <a:custGeom>
                <a:avLst/>
                <a:gdLst>
                  <a:gd name="T0" fmla="*/ 14 w 39"/>
                  <a:gd name="T1" fmla="*/ 13 h 37"/>
                  <a:gd name="T2" fmla="*/ 5 w 39"/>
                  <a:gd name="T3" fmla="*/ 5 h 37"/>
                  <a:gd name="T4" fmla="*/ 7 w 39"/>
                  <a:gd name="T5" fmla="*/ 1 h 37"/>
                  <a:gd name="T6" fmla="*/ 18 w 39"/>
                  <a:gd name="T7" fmla="*/ 5 h 37"/>
                  <a:gd name="T8" fmla="*/ 25 w 39"/>
                  <a:gd name="T9" fmla="*/ 11 h 37"/>
                  <a:gd name="T10" fmla="*/ 36 w 39"/>
                  <a:gd name="T11" fmla="*/ 14 h 37"/>
                  <a:gd name="T12" fmla="*/ 29 w 39"/>
                  <a:gd name="T13" fmla="*/ 25 h 37"/>
                  <a:gd name="T14" fmla="*/ 23 w 39"/>
                  <a:gd name="T15" fmla="*/ 32 h 37"/>
                  <a:gd name="T16" fmla="*/ 14 w 39"/>
                  <a:gd name="T17" fmla="*/ 34 h 37"/>
                  <a:gd name="T18" fmla="*/ 10 w 39"/>
                  <a:gd name="T19" fmla="*/ 22 h 37"/>
                  <a:gd name="T20" fmla="*/ 11 w 39"/>
                  <a:gd name="T21" fmla="*/ 17 h 37"/>
                  <a:gd name="T22" fmla="*/ 14 w 39"/>
                  <a:gd name="T23" fmla="*/ 1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37">
                    <a:moveTo>
                      <a:pt x="14" y="13"/>
                    </a:moveTo>
                    <a:cubicBezTo>
                      <a:pt x="16" y="6"/>
                      <a:pt x="10" y="6"/>
                      <a:pt x="5" y="5"/>
                    </a:cubicBezTo>
                    <a:cubicBezTo>
                      <a:pt x="0" y="4"/>
                      <a:pt x="2" y="0"/>
                      <a:pt x="7" y="1"/>
                    </a:cubicBezTo>
                    <a:cubicBezTo>
                      <a:pt x="11" y="1"/>
                      <a:pt x="16" y="2"/>
                      <a:pt x="18" y="5"/>
                    </a:cubicBezTo>
                    <a:cubicBezTo>
                      <a:pt x="21" y="8"/>
                      <a:pt x="21" y="10"/>
                      <a:pt x="25" y="11"/>
                    </a:cubicBezTo>
                    <a:cubicBezTo>
                      <a:pt x="28" y="11"/>
                      <a:pt x="34" y="11"/>
                      <a:pt x="36" y="14"/>
                    </a:cubicBezTo>
                    <a:cubicBezTo>
                      <a:pt x="39" y="19"/>
                      <a:pt x="32" y="22"/>
                      <a:pt x="29" y="25"/>
                    </a:cubicBezTo>
                    <a:cubicBezTo>
                      <a:pt x="27" y="27"/>
                      <a:pt x="25" y="30"/>
                      <a:pt x="23" y="32"/>
                    </a:cubicBezTo>
                    <a:cubicBezTo>
                      <a:pt x="20" y="35"/>
                      <a:pt x="17" y="37"/>
                      <a:pt x="14" y="34"/>
                    </a:cubicBezTo>
                    <a:cubicBezTo>
                      <a:pt x="10" y="31"/>
                      <a:pt x="11" y="26"/>
                      <a:pt x="10" y="22"/>
                    </a:cubicBezTo>
                    <a:cubicBezTo>
                      <a:pt x="10" y="20"/>
                      <a:pt x="10" y="19"/>
                      <a:pt x="11" y="17"/>
                    </a:cubicBezTo>
                    <a:cubicBezTo>
                      <a:pt x="12" y="16"/>
                      <a:pt x="14" y="15"/>
                      <a:pt x="14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7" name="Freeform 2077">
                <a:extLst>
                  <a:ext uri="{FF2B5EF4-FFF2-40B4-BE49-F238E27FC236}">
                    <a16:creationId xmlns:a16="http://schemas.microsoft.com/office/drawing/2014/main" id="{96A584DE-6556-354B-81F9-55CB0C427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4031"/>
                <a:ext cx="14" cy="14"/>
              </a:xfrm>
              <a:custGeom>
                <a:avLst/>
                <a:gdLst>
                  <a:gd name="T0" fmla="*/ 34 w 35"/>
                  <a:gd name="T1" fmla="*/ 28 h 35"/>
                  <a:gd name="T2" fmla="*/ 27 w 35"/>
                  <a:gd name="T3" fmla="*/ 31 h 35"/>
                  <a:gd name="T4" fmla="*/ 20 w 35"/>
                  <a:gd name="T5" fmla="*/ 29 h 35"/>
                  <a:gd name="T6" fmla="*/ 12 w 35"/>
                  <a:gd name="T7" fmla="*/ 23 h 35"/>
                  <a:gd name="T8" fmla="*/ 8 w 35"/>
                  <a:gd name="T9" fmla="*/ 15 h 35"/>
                  <a:gd name="T10" fmla="*/ 3 w 35"/>
                  <a:gd name="T11" fmla="*/ 10 h 35"/>
                  <a:gd name="T12" fmla="*/ 2 w 35"/>
                  <a:gd name="T13" fmla="*/ 2 h 35"/>
                  <a:gd name="T14" fmla="*/ 12 w 35"/>
                  <a:gd name="T15" fmla="*/ 5 h 35"/>
                  <a:gd name="T16" fmla="*/ 23 w 35"/>
                  <a:gd name="T17" fmla="*/ 13 h 35"/>
                  <a:gd name="T18" fmla="*/ 28 w 35"/>
                  <a:gd name="T19" fmla="*/ 21 h 35"/>
                  <a:gd name="T20" fmla="*/ 34 w 35"/>
                  <a:gd name="T21" fmla="*/ 2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35">
                    <a:moveTo>
                      <a:pt x="34" y="28"/>
                    </a:moveTo>
                    <a:cubicBezTo>
                      <a:pt x="35" y="34"/>
                      <a:pt x="30" y="35"/>
                      <a:pt x="27" y="31"/>
                    </a:cubicBezTo>
                    <a:cubicBezTo>
                      <a:pt x="25" y="30"/>
                      <a:pt x="23" y="29"/>
                      <a:pt x="20" y="29"/>
                    </a:cubicBezTo>
                    <a:cubicBezTo>
                      <a:pt x="15" y="31"/>
                      <a:pt x="11" y="28"/>
                      <a:pt x="12" y="23"/>
                    </a:cubicBezTo>
                    <a:cubicBezTo>
                      <a:pt x="12" y="20"/>
                      <a:pt x="10" y="17"/>
                      <a:pt x="8" y="15"/>
                    </a:cubicBezTo>
                    <a:cubicBezTo>
                      <a:pt x="6" y="13"/>
                      <a:pt x="3" y="14"/>
                      <a:pt x="3" y="10"/>
                    </a:cubicBezTo>
                    <a:cubicBezTo>
                      <a:pt x="2" y="8"/>
                      <a:pt x="0" y="4"/>
                      <a:pt x="2" y="2"/>
                    </a:cubicBezTo>
                    <a:cubicBezTo>
                      <a:pt x="5" y="0"/>
                      <a:pt x="9" y="3"/>
                      <a:pt x="12" y="5"/>
                    </a:cubicBezTo>
                    <a:cubicBezTo>
                      <a:pt x="16" y="7"/>
                      <a:pt x="20" y="9"/>
                      <a:pt x="23" y="13"/>
                    </a:cubicBezTo>
                    <a:cubicBezTo>
                      <a:pt x="25" y="15"/>
                      <a:pt x="26" y="19"/>
                      <a:pt x="28" y="21"/>
                    </a:cubicBezTo>
                    <a:cubicBezTo>
                      <a:pt x="30" y="24"/>
                      <a:pt x="33" y="25"/>
                      <a:pt x="34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8" name="Freeform 2078">
                <a:extLst>
                  <a:ext uri="{FF2B5EF4-FFF2-40B4-BE49-F238E27FC236}">
                    <a16:creationId xmlns:a16="http://schemas.microsoft.com/office/drawing/2014/main" id="{57C41BFF-4703-FC45-9145-9BD62A06B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4042"/>
                <a:ext cx="5" cy="7"/>
              </a:xfrm>
              <a:custGeom>
                <a:avLst/>
                <a:gdLst>
                  <a:gd name="T0" fmla="*/ 3 w 11"/>
                  <a:gd name="T1" fmla="*/ 0 h 16"/>
                  <a:gd name="T2" fmla="*/ 8 w 11"/>
                  <a:gd name="T3" fmla="*/ 3 h 16"/>
                  <a:gd name="T4" fmla="*/ 11 w 11"/>
                  <a:gd name="T5" fmla="*/ 4 h 16"/>
                  <a:gd name="T6" fmla="*/ 11 w 11"/>
                  <a:gd name="T7" fmla="*/ 9 h 16"/>
                  <a:gd name="T8" fmla="*/ 7 w 11"/>
                  <a:gd name="T9" fmla="*/ 14 h 16"/>
                  <a:gd name="T10" fmla="*/ 3 w 11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3" y="0"/>
                    </a:moveTo>
                    <a:cubicBezTo>
                      <a:pt x="5" y="0"/>
                      <a:pt x="6" y="2"/>
                      <a:pt x="8" y="3"/>
                    </a:cubicBezTo>
                    <a:cubicBezTo>
                      <a:pt x="9" y="3"/>
                      <a:pt x="10" y="2"/>
                      <a:pt x="11" y="4"/>
                    </a:cubicBezTo>
                    <a:cubicBezTo>
                      <a:pt x="11" y="5"/>
                      <a:pt x="11" y="8"/>
                      <a:pt x="11" y="9"/>
                    </a:cubicBezTo>
                    <a:cubicBezTo>
                      <a:pt x="10" y="11"/>
                      <a:pt x="10" y="13"/>
                      <a:pt x="7" y="14"/>
                    </a:cubicBezTo>
                    <a:cubicBezTo>
                      <a:pt x="0" y="16"/>
                      <a:pt x="0" y="1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9" name="Freeform 2079">
                <a:extLst>
                  <a:ext uri="{FF2B5EF4-FFF2-40B4-BE49-F238E27FC236}">
                    <a16:creationId xmlns:a16="http://schemas.microsoft.com/office/drawing/2014/main" id="{84C828A2-A26B-B442-8396-248D5F121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4055"/>
                <a:ext cx="7" cy="4"/>
              </a:xfrm>
              <a:custGeom>
                <a:avLst/>
                <a:gdLst>
                  <a:gd name="T0" fmla="*/ 7 w 18"/>
                  <a:gd name="T1" fmla="*/ 9 h 10"/>
                  <a:gd name="T2" fmla="*/ 4 w 18"/>
                  <a:gd name="T3" fmla="*/ 8 h 10"/>
                  <a:gd name="T4" fmla="*/ 1 w 18"/>
                  <a:gd name="T5" fmla="*/ 3 h 10"/>
                  <a:gd name="T6" fmla="*/ 8 w 18"/>
                  <a:gd name="T7" fmla="*/ 1 h 10"/>
                  <a:gd name="T8" fmla="*/ 16 w 18"/>
                  <a:gd name="T9" fmla="*/ 1 h 10"/>
                  <a:gd name="T10" fmla="*/ 17 w 18"/>
                  <a:gd name="T11" fmla="*/ 6 h 10"/>
                  <a:gd name="T12" fmla="*/ 7 w 18"/>
                  <a:gd name="T1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0">
                    <a:moveTo>
                      <a:pt x="7" y="9"/>
                    </a:moveTo>
                    <a:cubicBezTo>
                      <a:pt x="6" y="8"/>
                      <a:pt x="5" y="8"/>
                      <a:pt x="4" y="8"/>
                    </a:cubicBezTo>
                    <a:cubicBezTo>
                      <a:pt x="1" y="7"/>
                      <a:pt x="0" y="6"/>
                      <a:pt x="1" y="3"/>
                    </a:cubicBezTo>
                    <a:cubicBezTo>
                      <a:pt x="2" y="0"/>
                      <a:pt x="6" y="1"/>
                      <a:pt x="8" y="1"/>
                    </a:cubicBezTo>
                    <a:cubicBezTo>
                      <a:pt x="11" y="1"/>
                      <a:pt x="14" y="0"/>
                      <a:pt x="16" y="1"/>
                    </a:cubicBezTo>
                    <a:cubicBezTo>
                      <a:pt x="17" y="2"/>
                      <a:pt x="18" y="4"/>
                      <a:pt x="17" y="6"/>
                    </a:cubicBezTo>
                    <a:cubicBezTo>
                      <a:pt x="16" y="10"/>
                      <a:pt x="10" y="9"/>
                      <a:pt x="7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0" name="Freeform 2080">
                <a:extLst>
                  <a:ext uri="{FF2B5EF4-FFF2-40B4-BE49-F238E27FC236}">
                    <a16:creationId xmlns:a16="http://schemas.microsoft.com/office/drawing/2014/main" id="{C2DE535A-3077-B444-BEBC-6378376E3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4104"/>
                <a:ext cx="7" cy="4"/>
              </a:xfrm>
              <a:custGeom>
                <a:avLst/>
                <a:gdLst>
                  <a:gd name="T0" fmla="*/ 4 w 17"/>
                  <a:gd name="T1" fmla="*/ 8 h 10"/>
                  <a:gd name="T2" fmla="*/ 1 w 17"/>
                  <a:gd name="T3" fmla="*/ 3 h 10"/>
                  <a:gd name="T4" fmla="*/ 13 w 17"/>
                  <a:gd name="T5" fmla="*/ 1 h 10"/>
                  <a:gd name="T6" fmla="*/ 15 w 17"/>
                  <a:gd name="T7" fmla="*/ 6 h 10"/>
                  <a:gd name="T8" fmla="*/ 4 w 17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0">
                    <a:moveTo>
                      <a:pt x="4" y="8"/>
                    </a:moveTo>
                    <a:cubicBezTo>
                      <a:pt x="2" y="7"/>
                      <a:pt x="0" y="5"/>
                      <a:pt x="1" y="3"/>
                    </a:cubicBezTo>
                    <a:cubicBezTo>
                      <a:pt x="3" y="0"/>
                      <a:pt x="10" y="0"/>
                      <a:pt x="13" y="1"/>
                    </a:cubicBezTo>
                    <a:cubicBezTo>
                      <a:pt x="15" y="3"/>
                      <a:pt x="17" y="4"/>
                      <a:pt x="15" y="6"/>
                    </a:cubicBezTo>
                    <a:cubicBezTo>
                      <a:pt x="12" y="8"/>
                      <a:pt x="7" y="10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1" name="Freeform 2081">
                <a:extLst>
                  <a:ext uri="{FF2B5EF4-FFF2-40B4-BE49-F238E27FC236}">
                    <a16:creationId xmlns:a16="http://schemas.microsoft.com/office/drawing/2014/main" id="{CFEC6C8C-E149-A84A-9521-B6F27B004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4097"/>
                <a:ext cx="22" cy="22"/>
              </a:xfrm>
              <a:custGeom>
                <a:avLst/>
                <a:gdLst>
                  <a:gd name="T0" fmla="*/ 3 w 55"/>
                  <a:gd name="T1" fmla="*/ 31 h 53"/>
                  <a:gd name="T2" fmla="*/ 20 w 55"/>
                  <a:gd name="T3" fmla="*/ 38 h 53"/>
                  <a:gd name="T4" fmla="*/ 25 w 55"/>
                  <a:gd name="T5" fmla="*/ 34 h 53"/>
                  <a:gd name="T6" fmla="*/ 19 w 55"/>
                  <a:gd name="T7" fmla="*/ 30 h 53"/>
                  <a:gd name="T8" fmla="*/ 16 w 55"/>
                  <a:gd name="T9" fmla="*/ 26 h 53"/>
                  <a:gd name="T10" fmla="*/ 27 w 55"/>
                  <a:gd name="T11" fmla="*/ 25 h 53"/>
                  <a:gd name="T12" fmla="*/ 40 w 55"/>
                  <a:gd name="T13" fmla="*/ 11 h 53"/>
                  <a:gd name="T14" fmla="*/ 41 w 55"/>
                  <a:gd name="T15" fmla="*/ 3 h 53"/>
                  <a:gd name="T16" fmla="*/ 49 w 55"/>
                  <a:gd name="T17" fmla="*/ 2 h 53"/>
                  <a:gd name="T18" fmla="*/ 46 w 55"/>
                  <a:gd name="T19" fmla="*/ 21 h 53"/>
                  <a:gd name="T20" fmla="*/ 43 w 55"/>
                  <a:gd name="T21" fmla="*/ 43 h 53"/>
                  <a:gd name="T22" fmla="*/ 28 w 55"/>
                  <a:gd name="T23" fmla="*/ 47 h 53"/>
                  <a:gd name="T24" fmla="*/ 5 w 55"/>
                  <a:gd name="T25" fmla="*/ 53 h 53"/>
                  <a:gd name="T26" fmla="*/ 0 w 55"/>
                  <a:gd name="T27" fmla="*/ 50 h 53"/>
                  <a:gd name="T28" fmla="*/ 0 w 55"/>
                  <a:gd name="T29" fmla="*/ 40 h 53"/>
                  <a:gd name="T30" fmla="*/ 3 w 55"/>
                  <a:gd name="T31" fmla="*/ 3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5" h="53">
                    <a:moveTo>
                      <a:pt x="3" y="31"/>
                    </a:moveTo>
                    <a:cubicBezTo>
                      <a:pt x="8" y="28"/>
                      <a:pt x="15" y="39"/>
                      <a:pt x="20" y="38"/>
                    </a:cubicBezTo>
                    <a:cubicBezTo>
                      <a:pt x="22" y="38"/>
                      <a:pt x="26" y="37"/>
                      <a:pt x="25" y="34"/>
                    </a:cubicBezTo>
                    <a:cubicBezTo>
                      <a:pt x="25" y="32"/>
                      <a:pt x="21" y="31"/>
                      <a:pt x="19" y="30"/>
                    </a:cubicBezTo>
                    <a:cubicBezTo>
                      <a:pt x="17" y="29"/>
                      <a:pt x="14" y="27"/>
                      <a:pt x="16" y="26"/>
                    </a:cubicBezTo>
                    <a:cubicBezTo>
                      <a:pt x="18" y="24"/>
                      <a:pt x="24" y="25"/>
                      <a:pt x="27" y="25"/>
                    </a:cubicBezTo>
                    <a:cubicBezTo>
                      <a:pt x="36" y="25"/>
                      <a:pt x="42" y="20"/>
                      <a:pt x="40" y="11"/>
                    </a:cubicBezTo>
                    <a:cubicBezTo>
                      <a:pt x="39" y="8"/>
                      <a:pt x="39" y="5"/>
                      <a:pt x="41" y="3"/>
                    </a:cubicBezTo>
                    <a:cubicBezTo>
                      <a:pt x="43" y="2"/>
                      <a:pt x="47" y="0"/>
                      <a:pt x="49" y="2"/>
                    </a:cubicBezTo>
                    <a:cubicBezTo>
                      <a:pt x="55" y="5"/>
                      <a:pt x="47" y="16"/>
                      <a:pt x="46" y="21"/>
                    </a:cubicBezTo>
                    <a:cubicBezTo>
                      <a:pt x="42" y="28"/>
                      <a:pt x="45" y="35"/>
                      <a:pt x="43" y="43"/>
                    </a:cubicBezTo>
                    <a:cubicBezTo>
                      <a:pt x="41" y="49"/>
                      <a:pt x="33" y="46"/>
                      <a:pt x="28" y="47"/>
                    </a:cubicBezTo>
                    <a:cubicBezTo>
                      <a:pt x="20" y="48"/>
                      <a:pt x="12" y="53"/>
                      <a:pt x="5" y="53"/>
                    </a:cubicBezTo>
                    <a:cubicBezTo>
                      <a:pt x="2" y="53"/>
                      <a:pt x="0" y="53"/>
                      <a:pt x="0" y="50"/>
                    </a:cubicBezTo>
                    <a:cubicBezTo>
                      <a:pt x="0" y="47"/>
                      <a:pt x="0" y="44"/>
                      <a:pt x="0" y="40"/>
                    </a:cubicBezTo>
                    <a:cubicBezTo>
                      <a:pt x="0" y="37"/>
                      <a:pt x="0" y="33"/>
                      <a:pt x="3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2" name="Freeform 2082">
                <a:extLst>
                  <a:ext uri="{FF2B5EF4-FFF2-40B4-BE49-F238E27FC236}">
                    <a16:creationId xmlns:a16="http://schemas.microsoft.com/office/drawing/2014/main" id="{B5A8F651-64E2-CD4A-9328-64ACCB9B2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4101"/>
                <a:ext cx="6" cy="6"/>
              </a:xfrm>
              <a:custGeom>
                <a:avLst/>
                <a:gdLst>
                  <a:gd name="T0" fmla="*/ 8 w 15"/>
                  <a:gd name="T1" fmla="*/ 1 h 15"/>
                  <a:gd name="T2" fmla="*/ 15 w 15"/>
                  <a:gd name="T3" fmla="*/ 9 h 15"/>
                  <a:gd name="T4" fmla="*/ 5 w 15"/>
                  <a:gd name="T5" fmla="*/ 12 h 15"/>
                  <a:gd name="T6" fmla="*/ 8 w 15"/>
                  <a:gd name="T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8" y="1"/>
                    </a:moveTo>
                    <a:cubicBezTo>
                      <a:pt x="12" y="0"/>
                      <a:pt x="15" y="5"/>
                      <a:pt x="15" y="9"/>
                    </a:cubicBezTo>
                    <a:cubicBezTo>
                      <a:pt x="15" y="14"/>
                      <a:pt x="9" y="15"/>
                      <a:pt x="5" y="12"/>
                    </a:cubicBezTo>
                    <a:cubicBezTo>
                      <a:pt x="0" y="9"/>
                      <a:pt x="2" y="3"/>
                      <a:pt x="8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3" name="Freeform 2083">
                <a:extLst>
                  <a:ext uri="{FF2B5EF4-FFF2-40B4-BE49-F238E27FC236}">
                    <a16:creationId xmlns:a16="http://schemas.microsoft.com/office/drawing/2014/main" id="{D9A58DC4-DC67-8A48-844D-D3D29CA49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4111"/>
                <a:ext cx="9" cy="8"/>
              </a:xfrm>
              <a:custGeom>
                <a:avLst/>
                <a:gdLst>
                  <a:gd name="T0" fmla="*/ 5 w 21"/>
                  <a:gd name="T1" fmla="*/ 2 h 20"/>
                  <a:gd name="T2" fmla="*/ 15 w 21"/>
                  <a:gd name="T3" fmla="*/ 8 h 20"/>
                  <a:gd name="T4" fmla="*/ 21 w 21"/>
                  <a:gd name="T5" fmla="*/ 14 h 20"/>
                  <a:gd name="T6" fmla="*/ 18 w 21"/>
                  <a:gd name="T7" fmla="*/ 18 h 20"/>
                  <a:gd name="T8" fmla="*/ 10 w 21"/>
                  <a:gd name="T9" fmla="*/ 13 h 20"/>
                  <a:gd name="T10" fmla="*/ 8 w 21"/>
                  <a:gd name="T11" fmla="*/ 11 h 20"/>
                  <a:gd name="T12" fmla="*/ 4 w 21"/>
                  <a:gd name="T13" fmla="*/ 9 h 20"/>
                  <a:gd name="T14" fmla="*/ 5 w 21"/>
                  <a:gd name="T1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0">
                    <a:moveTo>
                      <a:pt x="5" y="2"/>
                    </a:moveTo>
                    <a:cubicBezTo>
                      <a:pt x="9" y="4"/>
                      <a:pt x="11" y="8"/>
                      <a:pt x="15" y="8"/>
                    </a:cubicBezTo>
                    <a:cubicBezTo>
                      <a:pt x="19" y="9"/>
                      <a:pt x="21" y="10"/>
                      <a:pt x="21" y="14"/>
                    </a:cubicBezTo>
                    <a:cubicBezTo>
                      <a:pt x="21" y="16"/>
                      <a:pt x="21" y="17"/>
                      <a:pt x="18" y="18"/>
                    </a:cubicBezTo>
                    <a:cubicBezTo>
                      <a:pt x="15" y="20"/>
                      <a:pt x="12" y="16"/>
                      <a:pt x="10" y="13"/>
                    </a:cubicBezTo>
                    <a:cubicBezTo>
                      <a:pt x="9" y="12"/>
                      <a:pt x="9" y="11"/>
                      <a:pt x="8" y="11"/>
                    </a:cubicBezTo>
                    <a:cubicBezTo>
                      <a:pt x="7" y="10"/>
                      <a:pt x="5" y="10"/>
                      <a:pt x="4" y="9"/>
                    </a:cubicBezTo>
                    <a:cubicBezTo>
                      <a:pt x="0" y="7"/>
                      <a:pt x="1" y="0"/>
                      <a:pt x="5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4" name="Freeform 2084">
                <a:extLst>
                  <a:ext uri="{FF2B5EF4-FFF2-40B4-BE49-F238E27FC236}">
                    <a16:creationId xmlns:a16="http://schemas.microsoft.com/office/drawing/2014/main" id="{B0DB0616-21E0-2845-AEF6-1AEB1E308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4103"/>
                <a:ext cx="11" cy="11"/>
              </a:xfrm>
              <a:custGeom>
                <a:avLst/>
                <a:gdLst>
                  <a:gd name="T0" fmla="*/ 18 w 27"/>
                  <a:gd name="T1" fmla="*/ 14 h 28"/>
                  <a:gd name="T2" fmla="*/ 16 w 27"/>
                  <a:gd name="T3" fmla="*/ 16 h 28"/>
                  <a:gd name="T4" fmla="*/ 13 w 27"/>
                  <a:gd name="T5" fmla="*/ 20 h 28"/>
                  <a:gd name="T6" fmla="*/ 4 w 27"/>
                  <a:gd name="T7" fmla="*/ 24 h 28"/>
                  <a:gd name="T8" fmla="*/ 12 w 27"/>
                  <a:gd name="T9" fmla="*/ 12 h 28"/>
                  <a:gd name="T10" fmla="*/ 22 w 27"/>
                  <a:gd name="T11" fmla="*/ 1 h 28"/>
                  <a:gd name="T12" fmla="*/ 27 w 27"/>
                  <a:gd name="T13" fmla="*/ 5 h 28"/>
                  <a:gd name="T14" fmla="*/ 18 w 27"/>
                  <a:gd name="T15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28">
                    <a:moveTo>
                      <a:pt x="18" y="14"/>
                    </a:moveTo>
                    <a:cubicBezTo>
                      <a:pt x="17" y="15"/>
                      <a:pt x="17" y="15"/>
                      <a:pt x="16" y="16"/>
                    </a:cubicBezTo>
                    <a:cubicBezTo>
                      <a:pt x="15" y="17"/>
                      <a:pt x="14" y="19"/>
                      <a:pt x="13" y="20"/>
                    </a:cubicBezTo>
                    <a:cubicBezTo>
                      <a:pt x="12" y="22"/>
                      <a:pt x="6" y="28"/>
                      <a:pt x="4" y="24"/>
                    </a:cubicBezTo>
                    <a:cubicBezTo>
                      <a:pt x="0" y="20"/>
                      <a:pt x="9" y="15"/>
                      <a:pt x="12" y="12"/>
                    </a:cubicBezTo>
                    <a:cubicBezTo>
                      <a:pt x="15" y="9"/>
                      <a:pt x="17" y="3"/>
                      <a:pt x="22" y="1"/>
                    </a:cubicBezTo>
                    <a:cubicBezTo>
                      <a:pt x="25" y="0"/>
                      <a:pt x="27" y="3"/>
                      <a:pt x="27" y="5"/>
                    </a:cubicBezTo>
                    <a:cubicBezTo>
                      <a:pt x="27" y="9"/>
                      <a:pt x="21" y="12"/>
                      <a:pt x="18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5" name="Freeform 2085">
                <a:extLst>
                  <a:ext uri="{FF2B5EF4-FFF2-40B4-BE49-F238E27FC236}">
                    <a16:creationId xmlns:a16="http://schemas.microsoft.com/office/drawing/2014/main" id="{A2A4D1F1-813A-5A4A-9836-2122BC3DF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4094"/>
                <a:ext cx="13" cy="17"/>
              </a:xfrm>
              <a:custGeom>
                <a:avLst/>
                <a:gdLst>
                  <a:gd name="T0" fmla="*/ 13 w 32"/>
                  <a:gd name="T1" fmla="*/ 23 h 41"/>
                  <a:gd name="T2" fmla="*/ 10 w 32"/>
                  <a:gd name="T3" fmla="*/ 19 h 41"/>
                  <a:gd name="T4" fmla="*/ 7 w 32"/>
                  <a:gd name="T5" fmla="*/ 16 h 41"/>
                  <a:gd name="T6" fmla="*/ 3 w 32"/>
                  <a:gd name="T7" fmla="*/ 15 h 41"/>
                  <a:gd name="T8" fmla="*/ 0 w 32"/>
                  <a:gd name="T9" fmla="*/ 8 h 41"/>
                  <a:gd name="T10" fmla="*/ 7 w 32"/>
                  <a:gd name="T11" fmla="*/ 1 h 41"/>
                  <a:gd name="T12" fmla="*/ 15 w 32"/>
                  <a:gd name="T13" fmla="*/ 7 h 41"/>
                  <a:gd name="T14" fmla="*/ 24 w 32"/>
                  <a:gd name="T15" fmla="*/ 11 h 41"/>
                  <a:gd name="T16" fmla="*/ 31 w 32"/>
                  <a:gd name="T17" fmla="*/ 17 h 41"/>
                  <a:gd name="T18" fmla="*/ 31 w 32"/>
                  <a:gd name="T19" fmla="*/ 25 h 41"/>
                  <a:gd name="T20" fmla="*/ 30 w 32"/>
                  <a:gd name="T21" fmla="*/ 35 h 41"/>
                  <a:gd name="T22" fmla="*/ 13 w 32"/>
                  <a:gd name="T23" fmla="*/ 23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41">
                    <a:moveTo>
                      <a:pt x="13" y="23"/>
                    </a:moveTo>
                    <a:cubicBezTo>
                      <a:pt x="12" y="22"/>
                      <a:pt x="11" y="21"/>
                      <a:pt x="10" y="19"/>
                    </a:cubicBezTo>
                    <a:cubicBezTo>
                      <a:pt x="9" y="18"/>
                      <a:pt x="8" y="17"/>
                      <a:pt x="7" y="16"/>
                    </a:cubicBezTo>
                    <a:cubicBezTo>
                      <a:pt x="5" y="15"/>
                      <a:pt x="4" y="16"/>
                      <a:pt x="3" y="15"/>
                    </a:cubicBezTo>
                    <a:cubicBezTo>
                      <a:pt x="0" y="14"/>
                      <a:pt x="0" y="10"/>
                      <a:pt x="0" y="8"/>
                    </a:cubicBezTo>
                    <a:cubicBezTo>
                      <a:pt x="1" y="5"/>
                      <a:pt x="4" y="2"/>
                      <a:pt x="7" y="1"/>
                    </a:cubicBezTo>
                    <a:cubicBezTo>
                      <a:pt x="13" y="0"/>
                      <a:pt x="13" y="2"/>
                      <a:pt x="15" y="7"/>
                    </a:cubicBezTo>
                    <a:cubicBezTo>
                      <a:pt x="18" y="10"/>
                      <a:pt x="21" y="9"/>
                      <a:pt x="24" y="11"/>
                    </a:cubicBezTo>
                    <a:cubicBezTo>
                      <a:pt x="27" y="12"/>
                      <a:pt x="30" y="14"/>
                      <a:pt x="31" y="17"/>
                    </a:cubicBezTo>
                    <a:cubicBezTo>
                      <a:pt x="32" y="19"/>
                      <a:pt x="31" y="23"/>
                      <a:pt x="31" y="25"/>
                    </a:cubicBezTo>
                    <a:cubicBezTo>
                      <a:pt x="31" y="28"/>
                      <a:pt x="32" y="33"/>
                      <a:pt x="30" y="35"/>
                    </a:cubicBezTo>
                    <a:cubicBezTo>
                      <a:pt x="23" y="41"/>
                      <a:pt x="17" y="25"/>
                      <a:pt x="13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6" name="Freeform 2086">
                <a:extLst>
                  <a:ext uri="{FF2B5EF4-FFF2-40B4-BE49-F238E27FC236}">
                    <a16:creationId xmlns:a16="http://schemas.microsoft.com/office/drawing/2014/main" id="{51B6EB64-9B65-1244-A115-009ABB168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4070"/>
                <a:ext cx="27" cy="21"/>
              </a:xfrm>
              <a:custGeom>
                <a:avLst/>
                <a:gdLst>
                  <a:gd name="T0" fmla="*/ 2 w 67"/>
                  <a:gd name="T1" fmla="*/ 50 h 51"/>
                  <a:gd name="T2" fmla="*/ 4 w 67"/>
                  <a:gd name="T3" fmla="*/ 43 h 51"/>
                  <a:gd name="T4" fmla="*/ 23 w 67"/>
                  <a:gd name="T5" fmla="*/ 35 h 51"/>
                  <a:gd name="T6" fmla="*/ 30 w 67"/>
                  <a:gd name="T7" fmla="*/ 20 h 51"/>
                  <a:gd name="T8" fmla="*/ 33 w 67"/>
                  <a:gd name="T9" fmla="*/ 21 h 51"/>
                  <a:gd name="T10" fmla="*/ 39 w 67"/>
                  <a:gd name="T11" fmla="*/ 14 h 51"/>
                  <a:gd name="T12" fmla="*/ 45 w 67"/>
                  <a:gd name="T13" fmla="*/ 8 h 51"/>
                  <a:gd name="T14" fmla="*/ 58 w 67"/>
                  <a:gd name="T15" fmla="*/ 1 h 51"/>
                  <a:gd name="T16" fmla="*/ 66 w 67"/>
                  <a:gd name="T17" fmla="*/ 6 h 51"/>
                  <a:gd name="T18" fmla="*/ 61 w 67"/>
                  <a:gd name="T19" fmla="*/ 10 h 51"/>
                  <a:gd name="T20" fmla="*/ 45 w 67"/>
                  <a:gd name="T21" fmla="*/ 15 h 51"/>
                  <a:gd name="T22" fmla="*/ 39 w 67"/>
                  <a:gd name="T23" fmla="*/ 28 h 51"/>
                  <a:gd name="T24" fmla="*/ 27 w 67"/>
                  <a:gd name="T25" fmla="*/ 40 h 51"/>
                  <a:gd name="T26" fmla="*/ 21 w 67"/>
                  <a:gd name="T27" fmla="*/ 47 h 51"/>
                  <a:gd name="T28" fmla="*/ 12 w 67"/>
                  <a:gd name="T29" fmla="*/ 50 h 51"/>
                  <a:gd name="T30" fmla="*/ 2 w 67"/>
                  <a:gd name="T31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" h="51">
                    <a:moveTo>
                      <a:pt x="2" y="50"/>
                    </a:moveTo>
                    <a:cubicBezTo>
                      <a:pt x="0" y="48"/>
                      <a:pt x="1" y="45"/>
                      <a:pt x="4" y="43"/>
                    </a:cubicBezTo>
                    <a:cubicBezTo>
                      <a:pt x="10" y="39"/>
                      <a:pt x="18" y="42"/>
                      <a:pt x="23" y="35"/>
                    </a:cubicBezTo>
                    <a:cubicBezTo>
                      <a:pt x="25" y="31"/>
                      <a:pt x="25" y="22"/>
                      <a:pt x="30" y="20"/>
                    </a:cubicBezTo>
                    <a:cubicBezTo>
                      <a:pt x="31" y="20"/>
                      <a:pt x="32" y="21"/>
                      <a:pt x="33" y="21"/>
                    </a:cubicBezTo>
                    <a:cubicBezTo>
                      <a:pt x="36" y="20"/>
                      <a:pt x="37" y="16"/>
                      <a:pt x="39" y="14"/>
                    </a:cubicBezTo>
                    <a:cubicBezTo>
                      <a:pt x="41" y="12"/>
                      <a:pt x="43" y="12"/>
                      <a:pt x="45" y="8"/>
                    </a:cubicBezTo>
                    <a:cubicBezTo>
                      <a:pt x="47" y="3"/>
                      <a:pt x="51" y="0"/>
                      <a:pt x="58" y="1"/>
                    </a:cubicBezTo>
                    <a:cubicBezTo>
                      <a:pt x="60" y="2"/>
                      <a:pt x="64" y="3"/>
                      <a:pt x="66" y="6"/>
                    </a:cubicBezTo>
                    <a:cubicBezTo>
                      <a:pt x="67" y="9"/>
                      <a:pt x="63" y="9"/>
                      <a:pt x="61" y="10"/>
                    </a:cubicBezTo>
                    <a:cubicBezTo>
                      <a:pt x="56" y="10"/>
                      <a:pt x="48" y="11"/>
                      <a:pt x="45" y="15"/>
                    </a:cubicBezTo>
                    <a:cubicBezTo>
                      <a:pt x="42" y="19"/>
                      <a:pt x="42" y="24"/>
                      <a:pt x="39" y="28"/>
                    </a:cubicBezTo>
                    <a:cubicBezTo>
                      <a:pt x="36" y="33"/>
                      <a:pt x="31" y="36"/>
                      <a:pt x="27" y="40"/>
                    </a:cubicBezTo>
                    <a:cubicBezTo>
                      <a:pt x="25" y="42"/>
                      <a:pt x="23" y="45"/>
                      <a:pt x="21" y="47"/>
                    </a:cubicBezTo>
                    <a:cubicBezTo>
                      <a:pt x="18" y="49"/>
                      <a:pt x="15" y="49"/>
                      <a:pt x="12" y="50"/>
                    </a:cubicBezTo>
                    <a:cubicBezTo>
                      <a:pt x="9" y="50"/>
                      <a:pt x="5" y="51"/>
                      <a:pt x="2" y="5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7" name="Freeform 2087">
                <a:extLst>
                  <a:ext uri="{FF2B5EF4-FFF2-40B4-BE49-F238E27FC236}">
                    <a16:creationId xmlns:a16="http://schemas.microsoft.com/office/drawing/2014/main" id="{FD9B5190-0579-CE4A-A6A7-CF9FE1F2E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4083"/>
                <a:ext cx="4" cy="5"/>
              </a:xfrm>
              <a:custGeom>
                <a:avLst/>
                <a:gdLst>
                  <a:gd name="T0" fmla="*/ 1 w 11"/>
                  <a:gd name="T1" fmla="*/ 12 h 13"/>
                  <a:gd name="T2" fmla="*/ 0 w 11"/>
                  <a:gd name="T3" fmla="*/ 11 h 13"/>
                  <a:gd name="T4" fmla="*/ 4 w 11"/>
                  <a:gd name="T5" fmla="*/ 4 h 13"/>
                  <a:gd name="T6" fmla="*/ 10 w 11"/>
                  <a:gd name="T7" fmla="*/ 3 h 13"/>
                  <a:gd name="T8" fmla="*/ 10 w 11"/>
                  <a:gd name="T9" fmla="*/ 8 h 13"/>
                  <a:gd name="T10" fmla="*/ 7 w 11"/>
                  <a:gd name="T11" fmla="*/ 9 h 13"/>
                  <a:gd name="T12" fmla="*/ 5 w 11"/>
                  <a:gd name="T13" fmla="*/ 11 h 13"/>
                  <a:gd name="T14" fmla="*/ 1 w 11"/>
                  <a:gd name="T1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3">
                    <a:moveTo>
                      <a:pt x="1" y="12"/>
                    </a:moveTo>
                    <a:cubicBezTo>
                      <a:pt x="0" y="12"/>
                      <a:pt x="0" y="12"/>
                      <a:pt x="0" y="11"/>
                    </a:cubicBezTo>
                    <a:cubicBezTo>
                      <a:pt x="0" y="7"/>
                      <a:pt x="2" y="6"/>
                      <a:pt x="4" y="4"/>
                    </a:cubicBezTo>
                    <a:cubicBezTo>
                      <a:pt x="6" y="2"/>
                      <a:pt x="8" y="0"/>
                      <a:pt x="10" y="3"/>
                    </a:cubicBezTo>
                    <a:cubicBezTo>
                      <a:pt x="10" y="5"/>
                      <a:pt x="11" y="6"/>
                      <a:pt x="10" y="8"/>
                    </a:cubicBezTo>
                    <a:cubicBezTo>
                      <a:pt x="10" y="9"/>
                      <a:pt x="8" y="9"/>
                      <a:pt x="7" y="9"/>
                    </a:cubicBezTo>
                    <a:cubicBezTo>
                      <a:pt x="5" y="9"/>
                      <a:pt x="6" y="10"/>
                      <a:pt x="5" y="11"/>
                    </a:cubicBezTo>
                    <a:cubicBezTo>
                      <a:pt x="4" y="12"/>
                      <a:pt x="2" y="13"/>
                      <a:pt x="1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8" name="Freeform 2088">
                <a:extLst>
                  <a:ext uri="{FF2B5EF4-FFF2-40B4-BE49-F238E27FC236}">
                    <a16:creationId xmlns:a16="http://schemas.microsoft.com/office/drawing/2014/main" id="{3BF2B54E-8113-0C43-A560-681B2288F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4082"/>
                <a:ext cx="6" cy="2"/>
              </a:xfrm>
              <a:custGeom>
                <a:avLst/>
                <a:gdLst>
                  <a:gd name="T0" fmla="*/ 8 w 14"/>
                  <a:gd name="T1" fmla="*/ 0 h 7"/>
                  <a:gd name="T2" fmla="*/ 12 w 14"/>
                  <a:gd name="T3" fmla="*/ 5 h 7"/>
                  <a:gd name="T4" fmla="*/ 4 w 14"/>
                  <a:gd name="T5" fmla="*/ 5 h 7"/>
                  <a:gd name="T6" fmla="*/ 8 w 14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8" y="0"/>
                    </a:moveTo>
                    <a:cubicBezTo>
                      <a:pt x="10" y="0"/>
                      <a:pt x="14" y="2"/>
                      <a:pt x="12" y="5"/>
                    </a:cubicBezTo>
                    <a:cubicBezTo>
                      <a:pt x="11" y="7"/>
                      <a:pt x="6" y="6"/>
                      <a:pt x="4" y="5"/>
                    </a:cubicBezTo>
                    <a:cubicBezTo>
                      <a:pt x="0" y="2"/>
                      <a:pt x="5" y="0"/>
                      <a:pt x="8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9" name="Freeform 2089">
                <a:extLst>
                  <a:ext uri="{FF2B5EF4-FFF2-40B4-BE49-F238E27FC236}">
                    <a16:creationId xmlns:a16="http://schemas.microsoft.com/office/drawing/2014/main" id="{4D14B1DC-96EB-0944-BFAE-FAADAC4E8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4075"/>
                <a:ext cx="6" cy="7"/>
              </a:xfrm>
              <a:custGeom>
                <a:avLst/>
                <a:gdLst>
                  <a:gd name="T0" fmla="*/ 2 w 17"/>
                  <a:gd name="T1" fmla="*/ 7 h 17"/>
                  <a:gd name="T2" fmla="*/ 6 w 17"/>
                  <a:gd name="T3" fmla="*/ 5 h 17"/>
                  <a:gd name="T4" fmla="*/ 8 w 17"/>
                  <a:gd name="T5" fmla="*/ 2 h 17"/>
                  <a:gd name="T6" fmla="*/ 12 w 17"/>
                  <a:gd name="T7" fmla="*/ 7 h 17"/>
                  <a:gd name="T8" fmla="*/ 15 w 17"/>
                  <a:gd name="T9" fmla="*/ 12 h 17"/>
                  <a:gd name="T10" fmla="*/ 2 w 17"/>
                  <a:gd name="T11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7">
                    <a:moveTo>
                      <a:pt x="2" y="7"/>
                    </a:moveTo>
                    <a:cubicBezTo>
                      <a:pt x="3" y="6"/>
                      <a:pt x="5" y="6"/>
                      <a:pt x="6" y="5"/>
                    </a:cubicBezTo>
                    <a:cubicBezTo>
                      <a:pt x="7" y="4"/>
                      <a:pt x="7" y="3"/>
                      <a:pt x="8" y="2"/>
                    </a:cubicBezTo>
                    <a:cubicBezTo>
                      <a:pt x="12" y="0"/>
                      <a:pt x="11" y="5"/>
                      <a:pt x="12" y="7"/>
                    </a:cubicBezTo>
                    <a:cubicBezTo>
                      <a:pt x="13" y="8"/>
                      <a:pt x="17" y="8"/>
                      <a:pt x="15" y="12"/>
                    </a:cubicBezTo>
                    <a:cubicBezTo>
                      <a:pt x="13" y="17"/>
                      <a:pt x="0" y="10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0" name="Freeform 2090">
                <a:extLst>
                  <a:ext uri="{FF2B5EF4-FFF2-40B4-BE49-F238E27FC236}">
                    <a16:creationId xmlns:a16="http://schemas.microsoft.com/office/drawing/2014/main" id="{16B78680-167C-2346-BE66-5D0BD5E99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4072"/>
                <a:ext cx="3" cy="6"/>
              </a:xfrm>
              <a:custGeom>
                <a:avLst/>
                <a:gdLst>
                  <a:gd name="T0" fmla="*/ 5 w 8"/>
                  <a:gd name="T1" fmla="*/ 14 h 15"/>
                  <a:gd name="T2" fmla="*/ 2 w 8"/>
                  <a:gd name="T3" fmla="*/ 12 h 15"/>
                  <a:gd name="T4" fmla="*/ 2 w 8"/>
                  <a:gd name="T5" fmla="*/ 3 h 15"/>
                  <a:gd name="T6" fmla="*/ 6 w 8"/>
                  <a:gd name="T7" fmla="*/ 2 h 15"/>
                  <a:gd name="T8" fmla="*/ 5 w 8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5" y="14"/>
                    </a:moveTo>
                    <a:cubicBezTo>
                      <a:pt x="3" y="15"/>
                      <a:pt x="2" y="13"/>
                      <a:pt x="2" y="12"/>
                    </a:cubicBezTo>
                    <a:cubicBezTo>
                      <a:pt x="1" y="10"/>
                      <a:pt x="0" y="5"/>
                      <a:pt x="2" y="3"/>
                    </a:cubicBezTo>
                    <a:cubicBezTo>
                      <a:pt x="2" y="1"/>
                      <a:pt x="5" y="0"/>
                      <a:pt x="6" y="2"/>
                    </a:cubicBezTo>
                    <a:cubicBezTo>
                      <a:pt x="8" y="5"/>
                      <a:pt x="8" y="12"/>
                      <a:pt x="5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1" name="Freeform 2091">
                <a:extLst>
                  <a:ext uri="{FF2B5EF4-FFF2-40B4-BE49-F238E27FC236}">
                    <a16:creationId xmlns:a16="http://schemas.microsoft.com/office/drawing/2014/main" id="{9A2C425B-3DC8-CE41-89FE-BCFC1429D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4056"/>
                <a:ext cx="6" cy="4"/>
              </a:xfrm>
              <a:custGeom>
                <a:avLst/>
                <a:gdLst>
                  <a:gd name="T0" fmla="*/ 8 w 16"/>
                  <a:gd name="T1" fmla="*/ 0 h 9"/>
                  <a:gd name="T2" fmla="*/ 13 w 16"/>
                  <a:gd name="T3" fmla="*/ 1 h 9"/>
                  <a:gd name="T4" fmla="*/ 14 w 16"/>
                  <a:gd name="T5" fmla="*/ 3 h 9"/>
                  <a:gd name="T6" fmla="*/ 8 w 16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9">
                    <a:moveTo>
                      <a:pt x="8" y="0"/>
                    </a:moveTo>
                    <a:cubicBezTo>
                      <a:pt x="10" y="0"/>
                      <a:pt x="11" y="0"/>
                      <a:pt x="13" y="1"/>
                    </a:cubicBezTo>
                    <a:cubicBezTo>
                      <a:pt x="13" y="1"/>
                      <a:pt x="14" y="2"/>
                      <a:pt x="14" y="3"/>
                    </a:cubicBezTo>
                    <a:cubicBezTo>
                      <a:pt x="16" y="9"/>
                      <a:pt x="0" y="5"/>
                      <a:pt x="8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2" name="Freeform 2092">
                <a:extLst>
                  <a:ext uri="{FF2B5EF4-FFF2-40B4-BE49-F238E27FC236}">
                    <a16:creationId xmlns:a16="http://schemas.microsoft.com/office/drawing/2014/main" id="{83DAEB2B-5989-1749-AA23-6A62459BE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4050"/>
                <a:ext cx="8" cy="6"/>
              </a:xfrm>
              <a:custGeom>
                <a:avLst/>
                <a:gdLst>
                  <a:gd name="T0" fmla="*/ 5 w 18"/>
                  <a:gd name="T1" fmla="*/ 3 h 14"/>
                  <a:gd name="T2" fmla="*/ 18 w 18"/>
                  <a:gd name="T3" fmla="*/ 6 h 14"/>
                  <a:gd name="T4" fmla="*/ 15 w 18"/>
                  <a:gd name="T5" fmla="*/ 12 h 14"/>
                  <a:gd name="T6" fmla="*/ 5 w 18"/>
                  <a:gd name="T7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5" y="3"/>
                    </a:moveTo>
                    <a:cubicBezTo>
                      <a:pt x="8" y="0"/>
                      <a:pt x="16" y="2"/>
                      <a:pt x="18" y="6"/>
                    </a:cubicBezTo>
                    <a:cubicBezTo>
                      <a:pt x="18" y="8"/>
                      <a:pt x="17" y="11"/>
                      <a:pt x="15" y="12"/>
                    </a:cubicBezTo>
                    <a:cubicBezTo>
                      <a:pt x="11" y="14"/>
                      <a:pt x="0" y="9"/>
                      <a:pt x="5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3" name="Freeform 2093">
                <a:extLst>
                  <a:ext uri="{FF2B5EF4-FFF2-40B4-BE49-F238E27FC236}">
                    <a16:creationId xmlns:a16="http://schemas.microsoft.com/office/drawing/2014/main" id="{92DFD49E-AE96-1B46-ACDC-75582DF1A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4057"/>
                <a:ext cx="26" cy="22"/>
              </a:xfrm>
              <a:custGeom>
                <a:avLst/>
                <a:gdLst>
                  <a:gd name="T0" fmla="*/ 20 w 62"/>
                  <a:gd name="T1" fmla="*/ 33 h 53"/>
                  <a:gd name="T2" fmla="*/ 19 w 62"/>
                  <a:gd name="T3" fmla="*/ 40 h 53"/>
                  <a:gd name="T4" fmla="*/ 9 w 62"/>
                  <a:gd name="T5" fmla="*/ 52 h 53"/>
                  <a:gd name="T6" fmla="*/ 10 w 62"/>
                  <a:gd name="T7" fmla="*/ 41 h 53"/>
                  <a:gd name="T8" fmla="*/ 20 w 62"/>
                  <a:gd name="T9" fmla="*/ 30 h 53"/>
                  <a:gd name="T10" fmla="*/ 32 w 62"/>
                  <a:gd name="T11" fmla="*/ 18 h 53"/>
                  <a:gd name="T12" fmla="*/ 39 w 62"/>
                  <a:gd name="T13" fmla="*/ 4 h 53"/>
                  <a:gd name="T14" fmla="*/ 57 w 62"/>
                  <a:gd name="T15" fmla="*/ 4 h 53"/>
                  <a:gd name="T16" fmla="*/ 60 w 62"/>
                  <a:gd name="T17" fmla="*/ 21 h 53"/>
                  <a:gd name="T18" fmla="*/ 50 w 62"/>
                  <a:gd name="T19" fmla="*/ 36 h 53"/>
                  <a:gd name="T20" fmla="*/ 38 w 62"/>
                  <a:gd name="T21" fmla="*/ 42 h 53"/>
                  <a:gd name="T22" fmla="*/ 30 w 62"/>
                  <a:gd name="T23" fmla="*/ 35 h 53"/>
                  <a:gd name="T24" fmla="*/ 20 w 62"/>
                  <a:gd name="T25" fmla="*/ 3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2" h="53">
                    <a:moveTo>
                      <a:pt x="20" y="33"/>
                    </a:moveTo>
                    <a:cubicBezTo>
                      <a:pt x="19" y="35"/>
                      <a:pt x="19" y="38"/>
                      <a:pt x="19" y="40"/>
                    </a:cubicBezTo>
                    <a:cubicBezTo>
                      <a:pt x="18" y="47"/>
                      <a:pt x="17" y="52"/>
                      <a:pt x="9" y="52"/>
                    </a:cubicBezTo>
                    <a:cubicBezTo>
                      <a:pt x="0" y="53"/>
                      <a:pt x="8" y="44"/>
                      <a:pt x="10" y="41"/>
                    </a:cubicBezTo>
                    <a:cubicBezTo>
                      <a:pt x="14" y="37"/>
                      <a:pt x="15" y="33"/>
                      <a:pt x="20" y="30"/>
                    </a:cubicBezTo>
                    <a:cubicBezTo>
                      <a:pt x="26" y="27"/>
                      <a:pt x="30" y="25"/>
                      <a:pt x="32" y="18"/>
                    </a:cubicBezTo>
                    <a:cubicBezTo>
                      <a:pt x="33" y="14"/>
                      <a:pt x="35" y="7"/>
                      <a:pt x="39" y="4"/>
                    </a:cubicBezTo>
                    <a:cubicBezTo>
                      <a:pt x="44" y="1"/>
                      <a:pt x="52" y="0"/>
                      <a:pt x="57" y="4"/>
                    </a:cubicBezTo>
                    <a:cubicBezTo>
                      <a:pt x="62" y="7"/>
                      <a:pt x="60" y="16"/>
                      <a:pt x="60" y="21"/>
                    </a:cubicBezTo>
                    <a:cubicBezTo>
                      <a:pt x="58" y="27"/>
                      <a:pt x="56" y="33"/>
                      <a:pt x="50" y="36"/>
                    </a:cubicBezTo>
                    <a:cubicBezTo>
                      <a:pt x="47" y="38"/>
                      <a:pt x="42" y="42"/>
                      <a:pt x="38" y="42"/>
                    </a:cubicBezTo>
                    <a:cubicBezTo>
                      <a:pt x="34" y="42"/>
                      <a:pt x="33" y="38"/>
                      <a:pt x="30" y="35"/>
                    </a:cubicBezTo>
                    <a:cubicBezTo>
                      <a:pt x="29" y="34"/>
                      <a:pt x="22" y="29"/>
                      <a:pt x="20" y="3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4" name="Freeform 2094">
                <a:extLst>
                  <a:ext uri="{FF2B5EF4-FFF2-40B4-BE49-F238E27FC236}">
                    <a16:creationId xmlns:a16="http://schemas.microsoft.com/office/drawing/2014/main" id="{47470F8B-BC3F-5F46-A420-9D147F2E6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4046"/>
                <a:ext cx="21" cy="32"/>
              </a:xfrm>
              <a:custGeom>
                <a:avLst/>
                <a:gdLst>
                  <a:gd name="T0" fmla="*/ 6 w 52"/>
                  <a:gd name="T1" fmla="*/ 47 h 79"/>
                  <a:gd name="T2" fmla="*/ 0 w 52"/>
                  <a:gd name="T3" fmla="*/ 40 h 79"/>
                  <a:gd name="T4" fmla="*/ 5 w 52"/>
                  <a:gd name="T5" fmla="*/ 31 h 79"/>
                  <a:gd name="T6" fmla="*/ 13 w 52"/>
                  <a:gd name="T7" fmla="*/ 20 h 79"/>
                  <a:gd name="T8" fmla="*/ 22 w 52"/>
                  <a:gd name="T9" fmla="*/ 13 h 79"/>
                  <a:gd name="T10" fmla="*/ 28 w 52"/>
                  <a:gd name="T11" fmla="*/ 5 h 79"/>
                  <a:gd name="T12" fmla="*/ 41 w 52"/>
                  <a:gd name="T13" fmla="*/ 10 h 79"/>
                  <a:gd name="T14" fmla="*/ 50 w 52"/>
                  <a:gd name="T15" fmla="*/ 15 h 79"/>
                  <a:gd name="T16" fmla="*/ 49 w 52"/>
                  <a:gd name="T17" fmla="*/ 28 h 79"/>
                  <a:gd name="T18" fmla="*/ 48 w 52"/>
                  <a:gd name="T19" fmla="*/ 39 h 79"/>
                  <a:gd name="T20" fmla="*/ 47 w 52"/>
                  <a:gd name="T21" fmla="*/ 52 h 79"/>
                  <a:gd name="T22" fmla="*/ 45 w 52"/>
                  <a:gd name="T23" fmla="*/ 62 h 79"/>
                  <a:gd name="T24" fmla="*/ 39 w 52"/>
                  <a:gd name="T25" fmla="*/ 66 h 79"/>
                  <a:gd name="T26" fmla="*/ 34 w 52"/>
                  <a:gd name="T27" fmla="*/ 69 h 79"/>
                  <a:gd name="T28" fmla="*/ 30 w 52"/>
                  <a:gd name="T29" fmla="*/ 76 h 79"/>
                  <a:gd name="T30" fmla="*/ 26 w 52"/>
                  <a:gd name="T31" fmla="*/ 77 h 79"/>
                  <a:gd name="T32" fmla="*/ 24 w 52"/>
                  <a:gd name="T33" fmla="*/ 70 h 79"/>
                  <a:gd name="T34" fmla="*/ 12 w 52"/>
                  <a:gd name="T35" fmla="*/ 65 h 79"/>
                  <a:gd name="T36" fmla="*/ 9 w 52"/>
                  <a:gd name="T37" fmla="*/ 57 h 79"/>
                  <a:gd name="T38" fmla="*/ 6 w 52"/>
                  <a:gd name="T39" fmla="*/ 4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2" h="79">
                    <a:moveTo>
                      <a:pt x="6" y="47"/>
                    </a:moveTo>
                    <a:cubicBezTo>
                      <a:pt x="5" y="45"/>
                      <a:pt x="1" y="43"/>
                      <a:pt x="0" y="40"/>
                    </a:cubicBezTo>
                    <a:cubicBezTo>
                      <a:pt x="0" y="37"/>
                      <a:pt x="3" y="33"/>
                      <a:pt x="5" y="31"/>
                    </a:cubicBezTo>
                    <a:cubicBezTo>
                      <a:pt x="8" y="27"/>
                      <a:pt x="10" y="23"/>
                      <a:pt x="13" y="20"/>
                    </a:cubicBezTo>
                    <a:cubicBezTo>
                      <a:pt x="16" y="16"/>
                      <a:pt x="19" y="15"/>
                      <a:pt x="22" y="13"/>
                    </a:cubicBezTo>
                    <a:cubicBezTo>
                      <a:pt x="25" y="11"/>
                      <a:pt x="26" y="8"/>
                      <a:pt x="28" y="5"/>
                    </a:cubicBezTo>
                    <a:cubicBezTo>
                      <a:pt x="33" y="0"/>
                      <a:pt x="37" y="8"/>
                      <a:pt x="41" y="10"/>
                    </a:cubicBezTo>
                    <a:cubicBezTo>
                      <a:pt x="45" y="11"/>
                      <a:pt x="48" y="12"/>
                      <a:pt x="50" y="15"/>
                    </a:cubicBezTo>
                    <a:cubicBezTo>
                      <a:pt x="52" y="19"/>
                      <a:pt x="50" y="24"/>
                      <a:pt x="49" y="28"/>
                    </a:cubicBezTo>
                    <a:cubicBezTo>
                      <a:pt x="48" y="31"/>
                      <a:pt x="48" y="35"/>
                      <a:pt x="48" y="39"/>
                    </a:cubicBezTo>
                    <a:cubicBezTo>
                      <a:pt x="48" y="43"/>
                      <a:pt x="48" y="47"/>
                      <a:pt x="47" y="52"/>
                    </a:cubicBezTo>
                    <a:cubicBezTo>
                      <a:pt x="46" y="55"/>
                      <a:pt x="46" y="59"/>
                      <a:pt x="45" y="62"/>
                    </a:cubicBezTo>
                    <a:cubicBezTo>
                      <a:pt x="44" y="64"/>
                      <a:pt x="41" y="65"/>
                      <a:pt x="39" y="66"/>
                    </a:cubicBezTo>
                    <a:cubicBezTo>
                      <a:pt x="37" y="66"/>
                      <a:pt x="35" y="67"/>
                      <a:pt x="34" y="69"/>
                    </a:cubicBezTo>
                    <a:cubicBezTo>
                      <a:pt x="32" y="71"/>
                      <a:pt x="32" y="74"/>
                      <a:pt x="30" y="76"/>
                    </a:cubicBezTo>
                    <a:cubicBezTo>
                      <a:pt x="29" y="77"/>
                      <a:pt x="27" y="79"/>
                      <a:pt x="26" y="77"/>
                    </a:cubicBezTo>
                    <a:cubicBezTo>
                      <a:pt x="24" y="76"/>
                      <a:pt x="24" y="72"/>
                      <a:pt x="24" y="70"/>
                    </a:cubicBezTo>
                    <a:cubicBezTo>
                      <a:pt x="23" y="64"/>
                      <a:pt x="16" y="67"/>
                      <a:pt x="12" y="65"/>
                    </a:cubicBezTo>
                    <a:cubicBezTo>
                      <a:pt x="9" y="63"/>
                      <a:pt x="9" y="60"/>
                      <a:pt x="9" y="57"/>
                    </a:cubicBezTo>
                    <a:cubicBezTo>
                      <a:pt x="10" y="54"/>
                      <a:pt x="8" y="50"/>
                      <a:pt x="6" y="4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5" name="Freeform 2095">
                <a:extLst>
                  <a:ext uri="{FF2B5EF4-FFF2-40B4-BE49-F238E27FC236}">
                    <a16:creationId xmlns:a16="http://schemas.microsoft.com/office/drawing/2014/main" id="{138C4B40-C081-194A-829E-28D60ED92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4060"/>
                <a:ext cx="6" cy="6"/>
              </a:xfrm>
              <a:custGeom>
                <a:avLst/>
                <a:gdLst>
                  <a:gd name="T0" fmla="*/ 7 w 13"/>
                  <a:gd name="T1" fmla="*/ 14 h 15"/>
                  <a:gd name="T2" fmla="*/ 1 w 13"/>
                  <a:gd name="T3" fmla="*/ 14 h 15"/>
                  <a:gd name="T4" fmla="*/ 2 w 13"/>
                  <a:gd name="T5" fmla="*/ 7 h 15"/>
                  <a:gd name="T6" fmla="*/ 5 w 13"/>
                  <a:gd name="T7" fmla="*/ 5 h 15"/>
                  <a:gd name="T8" fmla="*/ 6 w 13"/>
                  <a:gd name="T9" fmla="*/ 2 h 15"/>
                  <a:gd name="T10" fmla="*/ 11 w 13"/>
                  <a:gd name="T11" fmla="*/ 2 h 15"/>
                  <a:gd name="T12" fmla="*/ 7 w 1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">
                    <a:moveTo>
                      <a:pt x="7" y="14"/>
                    </a:moveTo>
                    <a:cubicBezTo>
                      <a:pt x="5" y="15"/>
                      <a:pt x="2" y="15"/>
                      <a:pt x="1" y="14"/>
                    </a:cubicBezTo>
                    <a:cubicBezTo>
                      <a:pt x="0" y="12"/>
                      <a:pt x="1" y="9"/>
                      <a:pt x="2" y="7"/>
                    </a:cubicBezTo>
                    <a:cubicBezTo>
                      <a:pt x="3" y="6"/>
                      <a:pt x="4" y="6"/>
                      <a:pt x="5" y="5"/>
                    </a:cubicBezTo>
                    <a:cubicBezTo>
                      <a:pt x="6" y="4"/>
                      <a:pt x="5" y="3"/>
                      <a:pt x="6" y="2"/>
                    </a:cubicBezTo>
                    <a:cubicBezTo>
                      <a:pt x="8" y="0"/>
                      <a:pt x="10" y="0"/>
                      <a:pt x="11" y="2"/>
                    </a:cubicBezTo>
                    <a:cubicBezTo>
                      <a:pt x="13" y="5"/>
                      <a:pt x="11" y="13"/>
                      <a:pt x="7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6" name="Freeform 2096">
                <a:extLst>
                  <a:ext uri="{FF2B5EF4-FFF2-40B4-BE49-F238E27FC236}">
                    <a16:creationId xmlns:a16="http://schemas.microsoft.com/office/drawing/2014/main" id="{3C483D11-4809-BC47-8619-CA355591C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4056"/>
                <a:ext cx="7" cy="5"/>
              </a:xfrm>
              <a:custGeom>
                <a:avLst/>
                <a:gdLst>
                  <a:gd name="T0" fmla="*/ 1 w 17"/>
                  <a:gd name="T1" fmla="*/ 8 h 11"/>
                  <a:gd name="T2" fmla="*/ 1 w 17"/>
                  <a:gd name="T3" fmla="*/ 2 h 11"/>
                  <a:gd name="T4" fmla="*/ 9 w 17"/>
                  <a:gd name="T5" fmla="*/ 0 h 11"/>
                  <a:gd name="T6" fmla="*/ 16 w 17"/>
                  <a:gd name="T7" fmla="*/ 3 h 11"/>
                  <a:gd name="T8" fmla="*/ 17 w 17"/>
                  <a:gd name="T9" fmla="*/ 8 h 11"/>
                  <a:gd name="T10" fmla="*/ 10 w 17"/>
                  <a:gd name="T11" fmla="*/ 11 h 11"/>
                  <a:gd name="T12" fmla="*/ 1 w 17"/>
                  <a:gd name="T1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1" y="8"/>
                    </a:move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0"/>
                      <a:pt x="9" y="0"/>
                    </a:cubicBezTo>
                    <a:cubicBezTo>
                      <a:pt x="12" y="0"/>
                      <a:pt x="15" y="1"/>
                      <a:pt x="16" y="3"/>
                    </a:cubicBezTo>
                    <a:cubicBezTo>
                      <a:pt x="16" y="4"/>
                      <a:pt x="17" y="7"/>
                      <a:pt x="17" y="8"/>
                    </a:cubicBezTo>
                    <a:cubicBezTo>
                      <a:pt x="16" y="11"/>
                      <a:pt x="12" y="11"/>
                      <a:pt x="10" y="11"/>
                    </a:cubicBezTo>
                    <a:cubicBezTo>
                      <a:pt x="7" y="10"/>
                      <a:pt x="2" y="10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7" name="Freeform 2097">
                <a:extLst>
                  <a:ext uri="{FF2B5EF4-FFF2-40B4-BE49-F238E27FC236}">
                    <a16:creationId xmlns:a16="http://schemas.microsoft.com/office/drawing/2014/main" id="{DD7826F5-2BB4-B141-A319-A408EC0B9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4016"/>
                <a:ext cx="7" cy="11"/>
              </a:xfrm>
              <a:custGeom>
                <a:avLst/>
                <a:gdLst>
                  <a:gd name="T0" fmla="*/ 1 w 17"/>
                  <a:gd name="T1" fmla="*/ 17 h 28"/>
                  <a:gd name="T2" fmla="*/ 0 w 17"/>
                  <a:gd name="T3" fmla="*/ 14 h 28"/>
                  <a:gd name="T4" fmla="*/ 2 w 17"/>
                  <a:gd name="T5" fmla="*/ 11 h 28"/>
                  <a:gd name="T6" fmla="*/ 4 w 17"/>
                  <a:gd name="T7" fmla="*/ 4 h 28"/>
                  <a:gd name="T8" fmla="*/ 10 w 17"/>
                  <a:gd name="T9" fmla="*/ 1 h 28"/>
                  <a:gd name="T10" fmla="*/ 12 w 17"/>
                  <a:gd name="T11" fmla="*/ 4 h 28"/>
                  <a:gd name="T12" fmla="*/ 15 w 17"/>
                  <a:gd name="T13" fmla="*/ 5 h 28"/>
                  <a:gd name="T14" fmla="*/ 16 w 17"/>
                  <a:gd name="T15" fmla="*/ 10 h 28"/>
                  <a:gd name="T16" fmla="*/ 9 w 17"/>
                  <a:gd name="T17" fmla="*/ 18 h 28"/>
                  <a:gd name="T18" fmla="*/ 8 w 17"/>
                  <a:gd name="T19" fmla="*/ 27 h 28"/>
                  <a:gd name="T20" fmla="*/ 2 w 17"/>
                  <a:gd name="T21" fmla="*/ 24 h 28"/>
                  <a:gd name="T22" fmla="*/ 1 w 17"/>
                  <a:gd name="T23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8">
                    <a:moveTo>
                      <a:pt x="1" y="17"/>
                    </a:moveTo>
                    <a:cubicBezTo>
                      <a:pt x="1" y="16"/>
                      <a:pt x="0" y="16"/>
                      <a:pt x="0" y="14"/>
                    </a:cubicBezTo>
                    <a:cubicBezTo>
                      <a:pt x="0" y="13"/>
                      <a:pt x="1" y="12"/>
                      <a:pt x="2" y="11"/>
                    </a:cubicBezTo>
                    <a:cubicBezTo>
                      <a:pt x="3" y="9"/>
                      <a:pt x="2" y="6"/>
                      <a:pt x="4" y="4"/>
                    </a:cubicBezTo>
                    <a:cubicBezTo>
                      <a:pt x="5" y="3"/>
                      <a:pt x="8" y="0"/>
                      <a:pt x="10" y="1"/>
                    </a:cubicBezTo>
                    <a:cubicBezTo>
                      <a:pt x="11" y="1"/>
                      <a:pt x="11" y="3"/>
                      <a:pt x="12" y="4"/>
                    </a:cubicBezTo>
                    <a:cubicBezTo>
                      <a:pt x="13" y="4"/>
                      <a:pt x="14" y="4"/>
                      <a:pt x="15" y="5"/>
                    </a:cubicBezTo>
                    <a:cubicBezTo>
                      <a:pt x="17" y="6"/>
                      <a:pt x="17" y="8"/>
                      <a:pt x="16" y="10"/>
                    </a:cubicBezTo>
                    <a:cubicBezTo>
                      <a:pt x="15" y="14"/>
                      <a:pt x="9" y="13"/>
                      <a:pt x="9" y="18"/>
                    </a:cubicBezTo>
                    <a:cubicBezTo>
                      <a:pt x="10" y="21"/>
                      <a:pt x="14" y="28"/>
                      <a:pt x="8" y="27"/>
                    </a:cubicBezTo>
                    <a:cubicBezTo>
                      <a:pt x="6" y="27"/>
                      <a:pt x="3" y="25"/>
                      <a:pt x="2" y="24"/>
                    </a:cubicBezTo>
                    <a:cubicBezTo>
                      <a:pt x="0" y="21"/>
                      <a:pt x="1" y="20"/>
                      <a:pt x="1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8" name="Freeform 2098">
                <a:extLst>
                  <a:ext uri="{FF2B5EF4-FFF2-40B4-BE49-F238E27FC236}">
                    <a16:creationId xmlns:a16="http://schemas.microsoft.com/office/drawing/2014/main" id="{E6F13461-9F01-D94D-9978-7741A232F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4021"/>
                <a:ext cx="9" cy="5"/>
              </a:xfrm>
              <a:custGeom>
                <a:avLst/>
                <a:gdLst>
                  <a:gd name="T0" fmla="*/ 1 w 22"/>
                  <a:gd name="T1" fmla="*/ 5 h 13"/>
                  <a:gd name="T2" fmla="*/ 7 w 22"/>
                  <a:gd name="T3" fmla="*/ 1 h 13"/>
                  <a:gd name="T4" fmla="*/ 14 w 22"/>
                  <a:gd name="T5" fmla="*/ 3 h 13"/>
                  <a:gd name="T6" fmla="*/ 21 w 22"/>
                  <a:gd name="T7" fmla="*/ 5 h 13"/>
                  <a:gd name="T8" fmla="*/ 1 w 22"/>
                  <a:gd name="T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3">
                    <a:moveTo>
                      <a:pt x="1" y="5"/>
                    </a:moveTo>
                    <a:cubicBezTo>
                      <a:pt x="1" y="2"/>
                      <a:pt x="4" y="0"/>
                      <a:pt x="7" y="1"/>
                    </a:cubicBezTo>
                    <a:cubicBezTo>
                      <a:pt x="9" y="1"/>
                      <a:pt x="12" y="2"/>
                      <a:pt x="14" y="3"/>
                    </a:cubicBezTo>
                    <a:cubicBezTo>
                      <a:pt x="16" y="3"/>
                      <a:pt x="20" y="2"/>
                      <a:pt x="21" y="5"/>
                    </a:cubicBezTo>
                    <a:cubicBezTo>
                      <a:pt x="22" y="9"/>
                      <a:pt x="0" y="13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9" name="Freeform 2099">
                <a:extLst>
                  <a:ext uri="{FF2B5EF4-FFF2-40B4-BE49-F238E27FC236}">
                    <a16:creationId xmlns:a16="http://schemas.microsoft.com/office/drawing/2014/main" id="{5B440C3B-0B1D-4C4C-8764-652BF4323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4012"/>
                <a:ext cx="7" cy="8"/>
              </a:xfrm>
              <a:custGeom>
                <a:avLst/>
                <a:gdLst>
                  <a:gd name="T0" fmla="*/ 4 w 18"/>
                  <a:gd name="T1" fmla="*/ 16 h 20"/>
                  <a:gd name="T2" fmla="*/ 0 w 18"/>
                  <a:gd name="T3" fmla="*/ 12 h 20"/>
                  <a:gd name="T4" fmla="*/ 10 w 18"/>
                  <a:gd name="T5" fmla="*/ 3 h 20"/>
                  <a:gd name="T6" fmla="*/ 6 w 18"/>
                  <a:gd name="T7" fmla="*/ 13 h 20"/>
                  <a:gd name="T8" fmla="*/ 4 w 18"/>
                  <a:gd name="T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4" y="16"/>
                    </a:moveTo>
                    <a:cubicBezTo>
                      <a:pt x="2" y="20"/>
                      <a:pt x="1" y="14"/>
                      <a:pt x="0" y="12"/>
                    </a:cubicBezTo>
                    <a:cubicBezTo>
                      <a:pt x="0" y="7"/>
                      <a:pt x="4" y="0"/>
                      <a:pt x="10" y="3"/>
                    </a:cubicBezTo>
                    <a:cubicBezTo>
                      <a:pt x="18" y="6"/>
                      <a:pt x="10" y="10"/>
                      <a:pt x="6" y="13"/>
                    </a:cubicBezTo>
                    <a:cubicBezTo>
                      <a:pt x="5" y="14"/>
                      <a:pt x="5" y="15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0" name="Freeform 2100">
                <a:extLst>
                  <a:ext uri="{FF2B5EF4-FFF2-40B4-BE49-F238E27FC236}">
                    <a16:creationId xmlns:a16="http://schemas.microsoft.com/office/drawing/2014/main" id="{41DBF8DA-FF20-C843-9FEF-DAEAE715F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4001"/>
                <a:ext cx="8" cy="5"/>
              </a:xfrm>
              <a:custGeom>
                <a:avLst/>
                <a:gdLst>
                  <a:gd name="T0" fmla="*/ 4 w 20"/>
                  <a:gd name="T1" fmla="*/ 8 h 13"/>
                  <a:gd name="T2" fmla="*/ 2 w 20"/>
                  <a:gd name="T3" fmla="*/ 2 h 13"/>
                  <a:gd name="T4" fmla="*/ 9 w 20"/>
                  <a:gd name="T5" fmla="*/ 1 h 13"/>
                  <a:gd name="T6" fmla="*/ 17 w 20"/>
                  <a:gd name="T7" fmla="*/ 3 h 13"/>
                  <a:gd name="T8" fmla="*/ 14 w 20"/>
                  <a:gd name="T9" fmla="*/ 10 h 13"/>
                  <a:gd name="T10" fmla="*/ 8 w 20"/>
                  <a:gd name="T11" fmla="*/ 12 h 13"/>
                  <a:gd name="T12" fmla="*/ 4 w 20"/>
                  <a:gd name="T1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3">
                    <a:moveTo>
                      <a:pt x="4" y="8"/>
                    </a:moveTo>
                    <a:cubicBezTo>
                      <a:pt x="2" y="6"/>
                      <a:pt x="0" y="5"/>
                      <a:pt x="2" y="2"/>
                    </a:cubicBezTo>
                    <a:cubicBezTo>
                      <a:pt x="4" y="0"/>
                      <a:pt x="7" y="1"/>
                      <a:pt x="9" y="1"/>
                    </a:cubicBezTo>
                    <a:cubicBezTo>
                      <a:pt x="12" y="1"/>
                      <a:pt x="15" y="1"/>
                      <a:pt x="17" y="3"/>
                    </a:cubicBezTo>
                    <a:cubicBezTo>
                      <a:pt x="20" y="6"/>
                      <a:pt x="16" y="9"/>
                      <a:pt x="14" y="10"/>
                    </a:cubicBezTo>
                    <a:cubicBezTo>
                      <a:pt x="12" y="10"/>
                      <a:pt x="10" y="13"/>
                      <a:pt x="8" y="12"/>
                    </a:cubicBezTo>
                    <a:cubicBezTo>
                      <a:pt x="7" y="12"/>
                      <a:pt x="6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1" name="Freeform 2101">
                <a:extLst>
                  <a:ext uri="{FF2B5EF4-FFF2-40B4-BE49-F238E27FC236}">
                    <a16:creationId xmlns:a16="http://schemas.microsoft.com/office/drawing/2014/main" id="{64308CC4-F3BC-B947-A57D-A0F14EBDF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4017"/>
                <a:ext cx="4" cy="6"/>
              </a:xfrm>
              <a:custGeom>
                <a:avLst/>
                <a:gdLst>
                  <a:gd name="T0" fmla="*/ 7 w 11"/>
                  <a:gd name="T1" fmla="*/ 4 h 15"/>
                  <a:gd name="T2" fmla="*/ 8 w 11"/>
                  <a:gd name="T3" fmla="*/ 7 h 15"/>
                  <a:gd name="T4" fmla="*/ 7 w 11"/>
                  <a:gd name="T5" fmla="*/ 14 h 15"/>
                  <a:gd name="T6" fmla="*/ 1 w 11"/>
                  <a:gd name="T7" fmla="*/ 11 h 15"/>
                  <a:gd name="T8" fmla="*/ 7 w 11"/>
                  <a:gd name="T9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7" y="4"/>
                    </a:moveTo>
                    <a:cubicBezTo>
                      <a:pt x="8" y="5"/>
                      <a:pt x="7" y="6"/>
                      <a:pt x="8" y="7"/>
                    </a:cubicBezTo>
                    <a:cubicBezTo>
                      <a:pt x="8" y="10"/>
                      <a:pt x="11" y="13"/>
                      <a:pt x="7" y="14"/>
                    </a:cubicBezTo>
                    <a:cubicBezTo>
                      <a:pt x="4" y="15"/>
                      <a:pt x="1" y="14"/>
                      <a:pt x="1" y="11"/>
                    </a:cubicBezTo>
                    <a:cubicBezTo>
                      <a:pt x="0" y="7"/>
                      <a:pt x="2" y="0"/>
                      <a:pt x="7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2" name="Freeform 2102">
                <a:extLst>
                  <a:ext uri="{FF2B5EF4-FFF2-40B4-BE49-F238E27FC236}">
                    <a16:creationId xmlns:a16="http://schemas.microsoft.com/office/drawing/2014/main" id="{6E75CC91-0CBE-DD46-A6DB-11FFDE980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4074"/>
                <a:ext cx="11" cy="15"/>
              </a:xfrm>
              <a:custGeom>
                <a:avLst/>
                <a:gdLst>
                  <a:gd name="T0" fmla="*/ 9 w 28"/>
                  <a:gd name="T1" fmla="*/ 19 h 37"/>
                  <a:gd name="T2" fmla="*/ 5 w 28"/>
                  <a:gd name="T3" fmla="*/ 12 h 37"/>
                  <a:gd name="T4" fmla="*/ 3 w 28"/>
                  <a:gd name="T5" fmla="*/ 6 h 37"/>
                  <a:gd name="T6" fmla="*/ 6 w 28"/>
                  <a:gd name="T7" fmla="*/ 1 h 37"/>
                  <a:gd name="T8" fmla="*/ 15 w 28"/>
                  <a:gd name="T9" fmla="*/ 5 h 37"/>
                  <a:gd name="T10" fmla="*/ 19 w 28"/>
                  <a:gd name="T11" fmla="*/ 8 h 37"/>
                  <a:gd name="T12" fmla="*/ 22 w 28"/>
                  <a:gd name="T13" fmla="*/ 10 h 37"/>
                  <a:gd name="T14" fmla="*/ 27 w 28"/>
                  <a:gd name="T15" fmla="*/ 26 h 37"/>
                  <a:gd name="T16" fmla="*/ 24 w 28"/>
                  <a:gd name="T17" fmla="*/ 34 h 37"/>
                  <a:gd name="T18" fmla="*/ 17 w 28"/>
                  <a:gd name="T19" fmla="*/ 30 h 37"/>
                  <a:gd name="T20" fmla="*/ 9 w 28"/>
                  <a:gd name="T2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7">
                    <a:moveTo>
                      <a:pt x="9" y="19"/>
                    </a:moveTo>
                    <a:cubicBezTo>
                      <a:pt x="7" y="17"/>
                      <a:pt x="6" y="15"/>
                      <a:pt x="5" y="12"/>
                    </a:cubicBezTo>
                    <a:cubicBezTo>
                      <a:pt x="4" y="9"/>
                      <a:pt x="5" y="8"/>
                      <a:pt x="3" y="6"/>
                    </a:cubicBezTo>
                    <a:cubicBezTo>
                      <a:pt x="0" y="3"/>
                      <a:pt x="2" y="0"/>
                      <a:pt x="6" y="1"/>
                    </a:cubicBezTo>
                    <a:cubicBezTo>
                      <a:pt x="8" y="2"/>
                      <a:pt x="12" y="4"/>
                      <a:pt x="15" y="5"/>
                    </a:cubicBezTo>
                    <a:cubicBezTo>
                      <a:pt x="17" y="6"/>
                      <a:pt x="18" y="7"/>
                      <a:pt x="19" y="8"/>
                    </a:cubicBezTo>
                    <a:cubicBezTo>
                      <a:pt x="20" y="9"/>
                      <a:pt x="22" y="9"/>
                      <a:pt x="22" y="10"/>
                    </a:cubicBezTo>
                    <a:cubicBezTo>
                      <a:pt x="26" y="13"/>
                      <a:pt x="28" y="21"/>
                      <a:pt x="27" y="26"/>
                    </a:cubicBezTo>
                    <a:cubicBezTo>
                      <a:pt x="27" y="29"/>
                      <a:pt x="26" y="32"/>
                      <a:pt x="24" y="34"/>
                    </a:cubicBezTo>
                    <a:cubicBezTo>
                      <a:pt x="21" y="37"/>
                      <a:pt x="18" y="32"/>
                      <a:pt x="17" y="30"/>
                    </a:cubicBezTo>
                    <a:cubicBezTo>
                      <a:pt x="14" y="26"/>
                      <a:pt x="12" y="22"/>
                      <a:pt x="9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3" name="Freeform 2103">
                <a:extLst>
                  <a:ext uri="{FF2B5EF4-FFF2-40B4-BE49-F238E27FC236}">
                    <a16:creationId xmlns:a16="http://schemas.microsoft.com/office/drawing/2014/main" id="{6B71BDBC-337F-D64F-B573-4591EB73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4058"/>
                <a:ext cx="10" cy="9"/>
              </a:xfrm>
              <a:custGeom>
                <a:avLst/>
                <a:gdLst>
                  <a:gd name="T0" fmla="*/ 21 w 25"/>
                  <a:gd name="T1" fmla="*/ 22 h 23"/>
                  <a:gd name="T2" fmla="*/ 15 w 25"/>
                  <a:gd name="T3" fmla="*/ 21 h 23"/>
                  <a:gd name="T4" fmla="*/ 9 w 25"/>
                  <a:gd name="T5" fmla="*/ 21 h 23"/>
                  <a:gd name="T6" fmla="*/ 1 w 25"/>
                  <a:gd name="T7" fmla="*/ 17 h 23"/>
                  <a:gd name="T8" fmla="*/ 3 w 25"/>
                  <a:gd name="T9" fmla="*/ 11 h 23"/>
                  <a:gd name="T10" fmla="*/ 4 w 25"/>
                  <a:gd name="T11" fmla="*/ 6 h 23"/>
                  <a:gd name="T12" fmla="*/ 17 w 25"/>
                  <a:gd name="T13" fmla="*/ 2 h 23"/>
                  <a:gd name="T14" fmla="*/ 21 w 25"/>
                  <a:gd name="T15" fmla="*/ 13 h 23"/>
                  <a:gd name="T16" fmla="*/ 21 w 25"/>
                  <a:gd name="T1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23">
                    <a:moveTo>
                      <a:pt x="21" y="22"/>
                    </a:moveTo>
                    <a:cubicBezTo>
                      <a:pt x="19" y="23"/>
                      <a:pt x="17" y="21"/>
                      <a:pt x="15" y="21"/>
                    </a:cubicBezTo>
                    <a:cubicBezTo>
                      <a:pt x="13" y="20"/>
                      <a:pt x="11" y="21"/>
                      <a:pt x="9" y="21"/>
                    </a:cubicBezTo>
                    <a:cubicBezTo>
                      <a:pt x="6" y="21"/>
                      <a:pt x="0" y="21"/>
                      <a:pt x="1" y="17"/>
                    </a:cubicBezTo>
                    <a:cubicBezTo>
                      <a:pt x="1" y="15"/>
                      <a:pt x="3" y="13"/>
                      <a:pt x="3" y="11"/>
                    </a:cubicBezTo>
                    <a:cubicBezTo>
                      <a:pt x="4" y="9"/>
                      <a:pt x="4" y="7"/>
                      <a:pt x="4" y="6"/>
                    </a:cubicBezTo>
                    <a:cubicBezTo>
                      <a:pt x="6" y="1"/>
                      <a:pt x="13" y="0"/>
                      <a:pt x="17" y="2"/>
                    </a:cubicBezTo>
                    <a:cubicBezTo>
                      <a:pt x="20" y="4"/>
                      <a:pt x="19" y="9"/>
                      <a:pt x="21" y="13"/>
                    </a:cubicBezTo>
                    <a:cubicBezTo>
                      <a:pt x="22" y="15"/>
                      <a:pt x="25" y="21"/>
                      <a:pt x="21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4" name="Freeform 2104">
                <a:extLst>
                  <a:ext uri="{FF2B5EF4-FFF2-40B4-BE49-F238E27FC236}">
                    <a16:creationId xmlns:a16="http://schemas.microsoft.com/office/drawing/2014/main" id="{61DAD30C-AEB0-3A4A-B425-B71AB2F1C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4049"/>
                <a:ext cx="4" cy="4"/>
              </a:xfrm>
              <a:custGeom>
                <a:avLst/>
                <a:gdLst>
                  <a:gd name="T0" fmla="*/ 3 w 9"/>
                  <a:gd name="T1" fmla="*/ 11 h 11"/>
                  <a:gd name="T2" fmla="*/ 0 w 9"/>
                  <a:gd name="T3" fmla="*/ 6 h 11"/>
                  <a:gd name="T4" fmla="*/ 5 w 9"/>
                  <a:gd name="T5" fmla="*/ 1 h 11"/>
                  <a:gd name="T6" fmla="*/ 3 w 9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3" y="11"/>
                    </a:moveTo>
                    <a:cubicBezTo>
                      <a:pt x="1" y="11"/>
                      <a:pt x="1" y="8"/>
                      <a:pt x="0" y="6"/>
                    </a:cubicBezTo>
                    <a:cubicBezTo>
                      <a:pt x="0" y="3"/>
                      <a:pt x="1" y="0"/>
                      <a:pt x="5" y="1"/>
                    </a:cubicBezTo>
                    <a:cubicBezTo>
                      <a:pt x="9" y="3"/>
                      <a:pt x="8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5" name="Freeform 2105">
                <a:extLst>
                  <a:ext uri="{FF2B5EF4-FFF2-40B4-BE49-F238E27FC236}">
                    <a16:creationId xmlns:a16="http://schemas.microsoft.com/office/drawing/2014/main" id="{3CBB9C7A-4970-494D-996C-F54C77D30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4029"/>
                <a:ext cx="11" cy="19"/>
              </a:xfrm>
              <a:custGeom>
                <a:avLst/>
                <a:gdLst>
                  <a:gd name="T0" fmla="*/ 7 w 28"/>
                  <a:gd name="T1" fmla="*/ 21 h 48"/>
                  <a:gd name="T2" fmla="*/ 5 w 28"/>
                  <a:gd name="T3" fmla="*/ 12 h 48"/>
                  <a:gd name="T4" fmla="*/ 9 w 28"/>
                  <a:gd name="T5" fmla="*/ 3 h 48"/>
                  <a:gd name="T6" fmla="*/ 13 w 28"/>
                  <a:gd name="T7" fmla="*/ 10 h 48"/>
                  <a:gd name="T8" fmla="*/ 23 w 28"/>
                  <a:gd name="T9" fmla="*/ 15 h 48"/>
                  <a:gd name="T10" fmla="*/ 22 w 28"/>
                  <a:gd name="T11" fmla="*/ 23 h 48"/>
                  <a:gd name="T12" fmla="*/ 19 w 28"/>
                  <a:gd name="T13" fmla="*/ 34 h 48"/>
                  <a:gd name="T14" fmla="*/ 11 w 28"/>
                  <a:gd name="T15" fmla="*/ 46 h 48"/>
                  <a:gd name="T16" fmla="*/ 4 w 28"/>
                  <a:gd name="T17" fmla="*/ 46 h 48"/>
                  <a:gd name="T18" fmla="*/ 7 w 28"/>
                  <a:gd name="T19" fmla="*/ 2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48">
                    <a:moveTo>
                      <a:pt x="7" y="21"/>
                    </a:moveTo>
                    <a:cubicBezTo>
                      <a:pt x="4" y="18"/>
                      <a:pt x="4" y="16"/>
                      <a:pt x="5" y="12"/>
                    </a:cubicBezTo>
                    <a:cubicBezTo>
                      <a:pt x="6" y="10"/>
                      <a:pt x="6" y="5"/>
                      <a:pt x="9" y="3"/>
                    </a:cubicBezTo>
                    <a:cubicBezTo>
                      <a:pt x="13" y="0"/>
                      <a:pt x="13" y="8"/>
                      <a:pt x="13" y="10"/>
                    </a:cubicBezTo>
                    <a:cubicBezTo>
                      <a:pt x="14" y="15"/>
                      <a:pt x="19" y="13"/>
                      <a:pt x="23" y="15"/>
                    </a:cubicBezTo>
                    <a:cubicBezTo>
                      <a:pt x="28" y="17"/>
                      <a:pt x="25" y="20"/>
                      <a:pt x="22" y="23"/>
                    </a:cubicBezTo>
                    <a:cubicBezTo>
                      <a:pt x="19" y="26"/>
                      <a:pt x="20" y="30"/>
                      <a:pt x="19" y="34"/>
                    </a:cubicBezTo>
                    <a:cubicBezTo>
                      <a:pt x="18" y="39"/>
                      <a:pt x="15" y="44"/>
                      <a:pt x="11" y="46"/>
                    </a:cubicBezTo>
                    <a:cubicBezTo>
                      <a:pt x="9" y="47"/>
                      <a:pt x="6" y="48"/>
                      <a:pt x="4" y="46"/>
                    </a:cubicBezTo>
                    <a:cubicBezTo>
                      <a:pt x="0" y="38"/>
                      <a:pt x="15" y="28"/>
                      <a:pt x="7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6" name="Freeform 2106">
                <a:extLst>
                  <a:ext uri="{FF2B5EF4-FFF2-40B4-BE49-F238E27FC236}">
                    <a16:creationId xmlns:a16="http://schemas.microsoft.com/office/drawing/2014/main" id="{F08A4F4F-2525-F046-93A5-48B32403D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4009"/>
                <a:ext cx="7" cy="5"/>
              </a:xfrm>
              <a:custGeom>
                <a:avLst/>
                <a:gdLst>
                  <a:gd name="T0" fmla="*/ 6 w 19"/>
                  <a:gd name="T1" fmla="*/ 1 h 13"/>
                  <a:gd name="T2" fmla="*/ 11 w 19"/>
                  <a:gd name="T3" fmla="*/ 0 h 13"/>
                  <a:gd name="T4" fmla="*/ 18 w 19"/>
                  <a:gd name="T5" fmla="*/ 3 h 13"/>
                  <a:gd name="T6" fmla="*/ 19 w 19"/>
                  <a:gd name="T7" fmla="*/ 7 h 13"/>
                  <a:gd name="T8" fmla="*/ 2 w 19"/>
                  <a:gd name="T9" fmla="*/ 5 h 13"/>
                  <a:gd name="T10" fmla="*/ 6 w 19"/>
                  <a:gd name="T1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3">
                    <a:moveTo>
                      <a:pt x="6" y="1"/>
                    </a:moveTo>
                    <a:cubicBezTo>
                      <a:pt x="8" y="0"/>
                      <a:pt x="9" y="0"/>
                      <a:pt x="11" y="0"/>
                    </a:cubicBezTo>
                    <a:cubicBezTo>
                      <a:pt x="13" y="0"/>
                      <a:pt x="16" y="0"/>
                      <a:pt x="18" y="3"/>
                    </a:cubicBezTo>
                    <a:cubicBezTo>
                      <a:pt x="18" y="4"/>
                      <a:pt x="19" y="6"/>
                      <a:pt x="19" y="7"/>
                    </a:cubicBezTo>
                    <a:cubicBezTo>
                      <a:pt x="19" y="13"/>
                      <a:pt x="0" y="12"/>
                      <a:pt x="2" y="5"/>
                    </a:cubicBezTo>
                    <a:cubicBezTo>
                      <a:pt x="3" y="3"/>
                      <a:pt x="4" y="2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7" name="Freeform 2107">
                <a:extLst>
                  <a:ext uri="{FF2B5EF4-FFF2-40B4-BE49-F238E27FC236}">
                    <a16:creationId xmlns:a16="http://schemas.microsoft.com/office/drawing/2014/main" id="{615DA986-B466-7F4A-B218-5AA5EDE62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4020"/>
                <a:ext cx="10" cy="15"/>
              </a:xfrm>
              <a:custGeom>
                <a:avLst/>
                <a:gdLst>
                  <a:gd name="T0" fmla="*/ 9 w 25"/>
                  <a:gd name="T1" fmla="*/ 17 h 36"/>
                  <a:gd name="T2" fmla="*/ 5 w 25"/>
                  <a:gd name="T3" fmla="*/ 8 h 36"/>
                  <a:gd name="T4" fmla="*/ 9 w 25"/>
                  <a:gd name="T5" fmla="*/ 1 h 36"/>
                  <a:gd name="T6" fmla="*/ 16 w 25"/>
                  <a:gd name="T7" fmla="*/ 6 h 36"/>
                  <a:gd name="T8" fmla="*/ 20 w 25"/>
                  <a:gd name="T9" fmla="*/ 13 h 36"/>
                  <a:gd name="T10" fmla="*/ 23 w 25"/>
                  <a:gd name="T11" fmla="*/ 20 h 36"/>
                  <a:gd name="T12" fmla="*/ 20 w 25"/>
                  <a:gd name="T13" fmla="*/ 34 h 36"/>
                  <a:gd name="T14" fmla="*/ 9 w 25"/>
                  <a:gd name="T15" fmla="*/ 34 h 36"/>
                  <a:gd name="T16" fmla="*/ 9 w 25"/>
                  <a:gd name="T17" fmla="*/ 1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36">
                    <a:moveTo>
                      <a:pt x="9" y="17"/>
                    </a:moveTo>
                    <a:cubicBezTo>
                      <a:pt x="9" y="14"/>
                      <a:pt x="6" y="11"/>
                      <a:pt x="5" y="8"/>
                    </a:cubicBezTo>
                    <a:cubicBezTo>
                      <a:pt x="5" y="6"/>
                      <a:pt x="6" y="2"/>
                      <a:pt x="9" y="1"/>
                    </a:cubicBezTo>
                    <a:cubicBezTo>
                      <a:pt x="12" y="0"/>
                      <a:pt x="15" y="4"/>
                      <a:pt x="16" y="6"/>
                    </a:cubicBezTo>
                    <a:cubicBezTo>
                      <a:pt x="18" y="8"/>
                      <a:pt x="20" y="10"/>
                      <a:pt x="20" y="13"/>
                    </a:cubicBezTo>
                    <a:cubicBezTo>
                      <a:pt x="20" y="17"/>
                      <a:pt x="20" y="17"/>
                      <a:pt x="23" y="20"/>
                    </a:cubicBezTo>
                    <a:cubicBezTo>
                      <a:pt x="25" y="22"/>
                      <a:pt x="24" y="32"/>
                      <a:pt x="20" y="34"/>
                    </a:cubicBezTo>
                    <a:cubicBezTo>
                      <a:pt x="17" y="36"/>
                      <a:pt x="13" y="34"/>
                      <a:pt x="9" y="34"/>
                    </a:cubicBezTo>
                    <a:cubicBezTo>
                      <a:pt x="0" y="34"/>
                      <a:pt x="10" y="21"/>
                      <a:pt x="9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8" name="Freeform 2108">
                <a:extLst>
                  <a:ext uri="{FF2B5EF4-FFF2-40B4-BE49-F238E27FC236}">
                    <a16:creationId xmlns:a16="http://schemas.microsoft.com/office/drawing/2014/main" id="{8B20EE50-8A4D-FE44-A501-5A33E3BC2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4026"/>
                <a:ext cx="6" cy="5"/>
              </a:xfrm>
              <a:custGeom>
                <a:avLst/>
                <a:gdLst>
                  <a:gd name="T0" fmla="*/ 3 w 14"/>
                  <a:gd name="T1" fmla="*/ 6 h 13"/>
                  <a:gd name="T2" fmla="*/ 0 w 14"/>
                  <a:gd name="T3" fmla="*/ 2 h 13"/>
                  <a:gd name="T4" fmla="*/ 6 w 14"/>
                  <a:gd name="T5" fmla="*/ 1 h 13"/>
                  <a:gd name="T6" fmla="*/ 10 w 14"/>
                  <a:gd name="T7" fmla="*/ 3 h 13"/>
                  <a:gd name="T8" fmla="*/ 12 w 14"/>
                  <a:gd name="T9" fmla="*/ 5 h 13"/>
                  <a:gd name="T10" fmla="*/ 12 w 14"/>
                  <a:gd name="T11" fmla="*/ 12 h 13"/>
                  <a:gd name="T12" fmla="*/ 5 w 14"/>
                  <a:gd name="T13" fmla="*/ 12 h 13"/>
                  <a:gd name="T14" fmla="*/ 3 w 14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3">
                    <a:moveTo>
                      <a:pt x="3" y="6"/>
                    </a:moveTo>
                    <a:cubicBezTo>
                      <a:pt x="2" y="4"/>
                      <a:pt x="0" y="4"/>
                      <a:pt x="0" y="2"/>
                    </a:cubicBezTo>
                    <a:cubicBezTo>
                      <a:pt x="0" y="0"/>
                      <a:pt x="4" y="0"/>
                      <a:pt x="6" y="1"/>
                    </a:cubicBezTo>
                    <a:cubicBezTo>
                      <a:pt x="7" y="2"/>
                      <a:pt x="8" y="3"/>
                      <a:pt x="10" y="3"/>
                    </a:cubicBezTo>
                    <a:cubicBezTo>
                      <a:pt x="11" y="4"/>
                      <a:pt x="12" y="4"/>
                      <a:pt x="12" y="5"/>
                    </a:cubicBezTo>
                    <a:cubicBezTo>
                      <a:pt x="14" y="6"/>
                      <a:pt x="14" y="10"/>
                      <a:pt x="12" y="12"/>
                    </a:cubicBezTo>
                    <a:cubicBezTo>
                      <a:pt x="11" y="13"/>
                      <a:pt x="7" y="13"/>
                      <a:pt x="5" y="12"/>
                    </a:cubicBezTo>
                    <a:cubicBezTo>
                      <a:pt x="2" y="10"/>
                      <a:pt x="5" y="8"/>
                      <a:pt x="3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9" name="Freeform 2109">
                <a:extLst>
                  <a:ext uri="{FF2B5EF4-FFF2-40B4-BE49-F238E27FC236}">
                    <a16:creationId xmlns:a16="http://schemas.microsoft.com/office/drawing/2014/main" id="{CA435343-4300-6B4C-ADE1-1419121D3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4016"/>
                <a:ext cx="13" cy="9"/>
              </a:xfrm>
              <a:custGeom>
                <a:avLst/>
                <a:gdLst>
                  <a:gd name="T0" fmla="*/ 3 w 32"/>
                  <a:gd name="T1" fmla="*/ 12 h 23"/>
                  <a:gd name="T2" fmla="*/ 3 w 32"/>
                  <a:gd name="T3" fmla="*/ 5 h 23"/>
                  <a:gd name="T4" fmla="*/ 9 w 32"/>
                  <a:gd name="T5" fmla="*/ 6 h 23"/>
                  <a:gd name="T6" fmla="*/ 16 w 32"/>
                  <a:gd name="T7" fmla="*/ 3 h 23"/>
                  <a:gd name="T8" fmla="*/ 30 w 32"/>
                  <a:gd name="T9" fmla="*/ 6 h 23"/>
                  <a:gd name="T10" fmla="*/ 19 w 32"/>
                  <a:gd name="T11" fmla="*/ 17 h 23"/>
                  <a:gd name="T12" fmla="*/ 9 w 32"/>
                  <a:gd name="T13" fmla="*/ 22 h 23"/>
                  <a:gd name="T14" fmla="*/ 1 w 32"/>
                  <a:gd name="T15" fmla="*/ 20 h 23"/>
                  <a:gd name="T16" fmla="*/ 3 w 32"/>
                  <a:gd name="T17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3">
                    <a:moveTo>
                      <a:pt x="3" y="12"/>
                    </a:moveTo>
                    <a:cubicBezTo>
                      <a:pt x="3" y="10"/>
                      <a:pt x="1" y="7"/>
                      <a:pt x="3" y="5"/>
                    </a:cubicBezTo>
                    <a:cubicBezTo>
                      <a:pt x="5" y="3"/>
                      <a:pt x="7" y="6"/>
                      <a:pt x="9" y="6"/>
                    </a:cubicBezTo>
                    <a:cubicBezTo>
                      <a:pt x="11" y="6"/>
                      <a:pt x="14" y="4"/>
                      <a:pt x="16" y="3"/>
                    </a:cubicBezTo>
                    <a:cubicBezTo>
                      <a:pt x="20" y="2"/>
                      <a:pt x="29" y="0"/>
                      <a:pt x="30" y="6"/>
                    </a:cubicBezTo>
                    <a:cubicBezTo>
                      <a:pt x="32" y="13"/>
                      <a:pt x="24" y="15"/>
                      <a:pt x="19" y="17"/>
                    </a:cubicBezTo>
                    <a:cubicBezTo>
                      <a:pt x="15" y="18"/>
                      <a:pt x="13" y="21"/>
                      <a:pt x="9" y="22"/>
                    </a:cubicBezTo>
                    <a:cubicBezTo>
                      <a:pt x="7" y="23"/>
                      <a:pt x="2" y="23"/>
                      <a:pt x="1" y="20"/>
                    </a:cubicBezTo>
                    <a:cubicBezTo>
                      <a:pt x="0" y="18"/>
                      <a:pt x="3" y="15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0" name="Freeform 2110">
                <a:extLst>
                  <a:ext uri="{FF2B5EF4-FFF2-40B4-BE49-F238E27FC236}">
                    <a16:creationId xmlns:a16="http://schemas.microsoft.com/office/drawing/2014/main" id="{6F6F5EC7-59D6-A849-B38D-BCCD680BF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4001"/>
                <a:ext cx="25" cy="14"/>
              </a:xfrm>
              <a:custGeom>
                <a:avLst/>
                <a:gdLst>
                  <a:gd name="T0" fmla="*/ 24 w 61"/>
                  <a:gd name="T1" fmla="*/ 17 h 36"/>
                  <a:gd name="T2" fmla="*/ 11 w 61"/>
                  <a:gd name="T3" fmla="*/ 12 h 36"/>
                  <a:gd name="T4" fmla="*/ 1 w 61"/>
                  <a:gd name="T5" fmla="*/ 6 h 36"/>
                  <a:gd name="T6" fmla="*/ 13 w 61"/>
                  <a:gd name="T7" fmla="*/ 1 h 36"/>
                  <a:gd name="T8" fmla="*/ 26 w 61"/>
                  <a:gd name="T9" fmla="*/ 8 h 36"/>
                  <a:gd name="T10" fmla="*/ 42 w 61"/>
                  <a:gd name="T11" fmla="*/ 5 h 36"/>
                  <a:gd name="T12" fmla="*/ 56 w 61"/>
                  <a:gd name="T13" fmla="*/ 8 h 36"/>
                  <a:gd name="T14" fmla="*/ 60 w 61"/>
                  <a:gd name="T15" fmla="*/ 20 h 36"/>
                  <a:gd name="T16" fmla="*/ 58 w 61"/>
                  <a:gd name="T17" fmla="*/ 32 h 36"/>
                  <a:gd name="T18" fmla="*/ 40 w 61"/>
                  <a:gd name="T19" fmla="*/ 30 h 36"/>
                  <a:gd name="T20" fmla="*/ 32 w 61"/>
                  <a:gd name="T21" fmla="*/ 23 h 36"/>
                  <a:gd name="T22" fmla="*/ 24 w 61"/>
                  <a:gd name="T23" fmla="*/ 1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" h="36">
                    <a:moveTo>
                      <a:pt x="24" y="17"/>
                    </a:moveTo>
                    <a:cubicBezTo>
                      <a:pt x="20" y="15"/>
                      <a:pt x="16" y="12"/>
                      <a:pt x="11" y="12"/>
                    </a:cubicBezTo>
                    <a:cubicBezTo>
                      <a:pt x="7" y="11"/>
                      <a:pt x="1" y="11"/>
                      <a:pt x="1" y="6"/>
                    </a:cubicBezTo>
                    <a:cubicBezTo>
                      <a:pt x="0" y="0"/>
                      <a:pt x="10" y="0"/>
                      <a:pt x="13" y="1"/>
                    </a:cubicBezTo>
                    <a:cubicBezTo>
                      <a:pt x="18" y="2"/>
                      <a:pt x="21" y="7"/>
                      <a:pt x="26" y="8"/>
                    </a:cubicBezTo>
                    <a:cubicBezTo>
                      <a:pt x="31" y="9"/>
                      <a:pt x="37" y="7"/>
                      <a:pt x="42" y="5"/>
                    </a:cubicBezTo>
                    <a:cubicBezTo>
                      <a:pt x="47" y="4"/>
                      <a:pt x="52" y="2"/>
                      <a:pt x="56" y="8"/>
                    </a:cubicBezTo>
                    <a:cubicBezTo>
                      <a:pt x="58" y="12"/>
                      <a:pt x="59" y="16"/>
                      <a:pt x="60" y="20"/>
                    </a:cubicBezTo>
                    <a:cubicBezTo>
                      <a:pt x="60" y="24"/>
                      <a:pt x="61" y="30"/>
                      <a:pt x="58" y="32"/>
                    </a:cubicBezTo>
                    <a:cubicBezTo>
                      <a:pt x="52" y="36"/>
                      <a:pt x="45" y="32"/>
                      <a:pt x="40" y="30"/>
                    </a:cubicBezTo>
                    <a:cubicBezTo>
                      <a:pt x="37" y="28"/>
                      <a:pt x="34" y="27"/>
                      <a:pt x="32" y="23"/>
                    </a:cubicBezTo>
                    <a:cubicBezTo>
                      <a:pt x="31" y="20"/>
                      <a:pt x="28" y="18"/>
                      <a:pt x="24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1" name="Freeform 2111">
                <a:extLst>
                  <a:ext uri="{FF2B5EF4-FFF2-40B4-BE49-F238E27FC236}">
                    <a16:creationId xmlns:a16="http://schemas.microsoft.com/office/drawing/2014/main" id="{1B3316F1-AD26-DA4D-B433-2CADF56B0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3968"/>
                <a:ext cx="29" cy="32"/>
              </a:xfrm>
              <a:custGeom>
                <a:avLst/>
                <a:gdLst>
                  <a:gd name="T0" fmla="*/ 40 w 72"/>
                  <a:gd name="T1" fmla="*/ 54 h 77"/>
                  <a:gd name="T2" fmla="*/ 33 w 72"/>
                  <a:gd name="T3" fmla="*/ 46 h 77"/>
                  <a:gd name="T4" fmla="*/ 25 w 72"/>
                  <a:gd name="T5" fmla="*/ 35 h 77"/>
                  <a:gd name="T6" fmla="*/ 16 w 72"/>
                  <a:gd name="T7" fmla="*/ 29 h 77"/>
                  <a:gd name="T8" fmla="*/ 7 w 72"/>
                  <a:gd name="T9" fmla="*/ 28 h 77"/>
                  <a:gd name="T10" fmla="*/ 3 w 72"/>
                  <a:gd name="T11" fmla="*/ 12 h 77"/>
                  <a:gd name="T12" fmla="*/ 23 w 72"/>
                  <a:gd name="T13" fmla="*/ 6 h 77"/>
                  <a:gd name="T14" fmla="*/ 40 w 72"/>
                  <a:gd name="T15" fmla="*/ 25 h 77"/>
                  <a:gd name="T16" fmla="*/ 58 w 72"/>
                  <a:gd name="T17" fmla="*/ 29 h 77"/>
                  <a:gd name="T18" fmla="*/ 62 w 72"/>
                  <a:gd name="T19" fmla="*/ 38 h 77"/>
                  <a:gd name="T20" fmla="*/ 67 w 72"/>
                  <a:gd name="T21" fmla="*/ 45 h 77"/>
                  <a:gd name="T22" fmla="*/ 72 w 72"/>
                  <a:gd name="T23" fmla="*/ 61 h 77"/>
                  <a:gd name="T24" fmla="*/ 62 w 72"/>
                  <a:gd name="T25" fmla="*/ 74 h 77"/>
                  <a:gd name="T26" fmla="*/ 54 w 72"/>
                  <a:gd name="T27" fmla="*/ 62 h 77"/>
                  <a:gd name="T28" fmla="*/ 49 w 72"/>
                  <a:gd name="T29" fmla="*/ 57 h 77"/>
                  <a:gd name="T30" fmla="*/ 40 w 72"/>
                  <a:gd name="T31" fmla="*/ 5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2" h="77">
                    <a:moveTo>
                      <a:pt x="40" y="54"/>
                    </a:moveTo>
                    <a:cubicBezTo>
                      <a:pt x="36" y="53"/>
                      <a:pt x="35" y="49"/>
                      <a:pt x="33" y="46"/>
                    </a:cubicBezTo>
                    <a:cubicBezTo>
                      <a:pt x="31" y="42"/>
                      <a:pt x="28" y="38"/>
                      <a:pt x="25" y="35"/>
                    </a:cubicBezTo>
                    <a:cubicBezTo>
                      <a:pt x="22" y="32"/>
                      <a:pt x="19" y="30"/>
                      <a:pt x="16" y="29"/>
                    </a:cubicBezTo>
                    <a:cubicBezTo>
                      <a:pt x="13" y="28"/>
                      <a:pt x="10" y="29"/>
                      <a:pt x="7" y="28"/>
                    </a:cubicBezTo>
                    <a:cubicBezTo>
                      <a:pt x="0" y="26"/>
                      <a:pt x="0" y="18"/>
                      <a:pt x="3" y="12"/>
                    </a:cubicBezTo>
                    <a:cubicBezTo>
                      <a:pt x="7" y="5"/>
                      <a:pt x="16" y="0"/>
                      <a:pt x="23" y="6"/>
                    </a:cubicBezTo>
                    <a:cubicBezTo>
                      <a:pt x="29" y="11"/>
                      <a:pt x="31" y="24"/>
                      <a:pt x="40" y="25"/>
                    </a:cubicBezTo>
                    <a:cubicBezTo>
                      <a:pt x="47" y="26"/>
                      <a:pt x="54" y="21"/>
                      <a:pt x="58" y="29"/>
                    </a:cubicBezTo>
                    <a:cubicBezTo>
                      <a:pt x="60" y="32"/>
                      <a:pt x="60" y="35"/>
                      <a:pt x="62" y="38"/>
                    </a:cubicBezTo>
                    <a:cubicBezTo>
                      <a:pt x="63" y="41"/>
                      <a:pt x="66" y="43"/>
                      <a:pt x="67" y="45"/>
                    </a:cubicBezTo>
                    <a:cubicBezTo>
                      <a:pt x="70" y="50"/>
                      <a:pt x="72" y="56"/>
                      <a:pt x="72" y="61"/>
                    </a:cubicBezTo>
                    <a:cubicBezTo>
                      <a:pt x="72" y="66"/>
                      <a:pt x="69" y="77"/>
                      <a:pt x="62" y="74"/>
                    </a:cubicBezTo>
                    <a:cubicBezTo>
                      <a:pt x="58" y="71"/>
                      <a:pt x="58" y="66"/>
                      <a:pt x="54" y="62"/>
                    </a:cubicBezTo>
                    <a:cubicBezTo>
                      <a:pt x="53" y="60"/>
                      <a:pt x="51" y="58"/>
                      <a:pt x="49" y="57"/>
                    </a:cubicBezTo>
                    <a:cubicBezTo>
                      <a:pt x="46" y="56"/>
                      <a:pt x="43" y="56"/>
                      <a:pt x="40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2" name="Freeform 2112">
                <a:extLst>
                  <a:ext uri="{FF2B5EF4-FFF2-40B4-BE49-F238E27FC236}">
                    <a16:creationId xmlns:a16="http://schemas.microsoft.com/office/drawing/2014/main" id="{8CB7A51C-0415-FF44-813C-B75B8AD5A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4008"/>
                <a:ext cx="11" cy="19"/>
              </a:xfrm>
              <a:custGeom>
                <a:avLst/>
                <a:gdLst>
                  <a:gd name="T0" fmla="*/ 3 w 28"/>
                  <a:gd name="T1" fmla="*/ 27 h 45"/>
                  <a:gd name="T2" fmla="*/ 1 w 28"/>
                  <a:gd name="T3" fmla="*/ 22 h 45"/>
                  <a:gd name="T4" fmla="*/ 5 w 28"/>
                  <a:gd name="T5" fmla="*/ 13 h 45"/>
                  <a:gd name="T6" fmla="*/ 6 w 28"/>
                  <a:gd name="T7" fmla="*/ 3 h 45"/>
                  <a:gd name="T8" fmla="*/ 15 w 28"/>
                  <a:gd name="T9" fmla="*/ 1 h 45"/>
                  <a:gd name="T10" fmla="*/ 25 w 28"/>
                  <a:gd name="T11" fmla="*/ 4 h 45"/>
                  <a:gd name="T12" fmla="*/ 26 w 28"/>
                  <a:gd name="T13" fmla="*/ 14 h 45"/>
                  <a:gd name="T14" fmla="*/ 22 w 28"/>
                  <a:gd name="T15" fmla="*/ 21 h 45"/>
                  <a:gd name="T16" fmla="*/ 17 w 28"/>
                  <a:gd name="T17" fmla="*/ 30 h 45"/>
                  <a:gd name="T18" fmla="*/ 11 w 28"/>
                  <a:gd name="T19" fmla="*/ 38 h 45"/>
                  <a:gd name="T20" fmla="*/ 5 w 28"/>
                  <a:gd name="T21" fmla="*/ 40 h 45"/>
                  <a:gd name="T22" fmla="*/ 6 w 28"/>
                  <a:gd name="T23" fmla="*/ 35 h 45"/>
                  <a:gd name="T24" fmla="*/ 4 w 28"/>
                  <a:gd name="T25" fmla="*/ 28 h 45"/>
                  <a:gd name="T26" fmla="*/ 3 w 28"/>
                  <a:gd name="T27" fmla="*/ 27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45">
                    <a:moveTo>
                      <a:pt x="3" y="27"/>
                    </a:moveTo>
                    <a:cubicBezTo>
                      <a:pt x="2" y="25"/>
                      <a:pt x="0" y="24"/>
                      <a:pt x="1" y="22"/>
                    </a:cubicBezTo>
                    <a:cubicBezTo>
                      <a:pt x="2" y="18"/>
                      <a:pt x="3" y="16"/>
                      <a:pt x="5" y="13"/>
                    </a:cubicBezTo>
                    <a:cubicBezTo>
                      <a:pt x="6" y="9"/>
                      <a:pt x="5" y="5"/>
                      <a:pt x="6" y="3"/>
                    </a:cubicBezTo>
                    <a:cubicBezTo>
                      <a:pt x="8" y="0"/>
                      <a:pt x="13" y="1"/>
                      <a:pt x="15" y="1"/>
                    </a:cubicBezTo>
                    <a:cubicBezTo>
                      <a:pt x="18" y="2"/>
                      <a:pt x="22" y="2"/>
                      <a:pt x="25" y="4"/>
                    </a:cubicBezTo>
                    <a:cubicBezTo>
                      <a:pt x="28" y="6"/>
                      <a:pt x="28" y="10"/>
                      <a:pt x="26" y="14"/>
                    </a:cubicBezTo>
                    <a:cubicBezTo>
                      <a:pt x="25" y="16"/>
                      <a:pt x="23" y="18"/>
                      <a:pt x="22" y="21"/>
                    </a:cubicBezTo>
                    <a:cubicBezTo>
                      <a:pt x="20" y="25"/>
                      <a:pt x="20" y="28"/>
                      <a:pt x="17" y="30"/>
                    </a:cubicBezTo>
                    <a:cubicBezTo>
                      <a:pt x="14" y="33"/>
                      <a:pt x="13" y="34"/>
                      <a:pt x="11" y="38"/>
                    </a:cubicBezTo>
                    <a:cubicBezTo>
                      <a:pt x="11" y="40"/>
                      <a:pt x="6" y="45"/>
                      <a:pt x="5" y="40"/>
                    </a:cubicBezTo>
                    <a:cubicBezTo>
                      <a:pt x="5" y="39"/>
                      <a:pt x="6" y="37"/>
                      <a:pt x="6" y="35"/>
                    </a:cubicBezTo>
                    <a:cubicBezTo>
                      <a:pt x="6" y="33"/>
                      <a:pt x="5" y="30"/>
                      <a:pt x="4" y="28"/>
                    </a:cubicBezTo>
                    <a:cubicBezTo>
                      <a:pt x="3" y="28"/>
                      <a:pt x="3" y="28"/>
                      <a:pt x="3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3" name="Freeform 2113">
                <a:extLst>
                  <a:ext uri="{FF2B5EF4-FFF2-40B4-BE49-F238E27FC236}">
                    <a16:creationId xmlns:a16="http://schemas.microsoft.com/office/drawing/2014/main" id="{9BC85FD1-D1E4-1741-913A-AC890E2EA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4002"/>
                <a:ext cx="4" cy="11"/>
              </a:xfrm>
              <a:custGeom>
                <a:avLst/>
                <a:gdLst>
                  <a:gd name="T0" fmla="*/ 6 w 9"/>
                  <a:gd name="T1" fmla="*/ 21 h 26"/>
                  <a:gd name="T2" fmla="*/ 0 w 9"/>
                  <a:gd name="T3" fmla="*/ 22 h 26"/>
                  <a:gd name="T4" fmla="*/ 1 w 9"/>
                  <a:gd name="T5" fmla="*/ 9 h 26"/>
                  <a:gd name="T6" fmla="*/ 5 w 9"/>
                  <a:gd name="T7" fmla="*/ 1 h 26"/>
                  <a:gd name="T8" fmla="*/ 9 w 9"/>
                  <a:gd name="T9" fmla="*/ 9 h 26"/>
                  <a:gd name="T10" fmla="*/ 6 w 9"/>
                  <a:gd name="T11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26">
                    <a:moveTo>
                      <a:pt x="6" y="21"/>
                    </a:moveTo>
                    <a:cubicBezTo>
                      <a:pt x="4" y="24"/>
                      <a:pt x="1" y="26"/>
                      <a:pt x="0" y="22"/>
                    </a:cubicBezTo>
                    <a:cubicBezTo>
                      <a:pt x="0" y="18"/>
                      <a:pt x="1" y="13"/>
                      <a:pt x="1" y="9"/>
                    </a:cubicBezTo>
                    <a:cubicBezTo>
                      <a:pt x="1" y="7"/>
                      <a:pt x="3" y="2"/>
                      <a:pt x="5" y="1"/>
                    </a:cubicBezTo>
                    <a:cubicBezTo>
                      <a:pt x="9" y="0"/>
                      <a:pt x="9" y="7"/>
                      <a:pt x="9" y="9"/>
                    </a:cubicBezTo>
                    <a:cubicBezTo>
                      <a:pt x="9" y="13"/>
                      <a:pt x="8" y="17"/>
                      <a:pt x="6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4" name="Freeform 2114">
                <a:extLst>
                  <a:ext uri="{FF2B5EF4-FFF2-40B4-BE49-F238E27FC236}">
                    <a16:creationId xmlns:a16="http://schemas.microsoft.com/office/drawing/2014/main" id="{527BA5EF-B947-9D48-96F2-28906ED20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4213"/>
                <a:ext cx="5" cy="10"/>
              </a:xfrm>
              <a:custGeom>
                <a:avLst/>
                <a:gdLst>
                  <a:gd name="T0" fmla="*/ 1 w 12"/>
                  <a:gd name="T1" fmla="*/ 7 h 23"/>
                  <a:gd name="T2" fmla="*/ 4 w 12"/>
                  <a:gd name="T3" fmla="*/ 2 h 23"/>
                  <a:gd name="T4" fmla="*/ 8 w 12"/>
                  <a:gd name="T5" fmla="*/ 5 h 23"/>
                  <a:gd name="T6" fmla="*/ 10 w 12"/>
                  <a:gd name="T7" fmla="*/ 8 h 23"/>
                  <a:gd name="T8" fmla="*/ 11 w 12"/>
                  <a:gd name="T9" fmla="*/ 17 h 23"/>
                  <a:gd name="T10" fmla="*/ 7 w 12"/>
                  <a:gd name="T11" fmla="*/ 21 h 23"/>
                  <a:gd name="T12" fmla="*/ 4 w 12"/>
                  <a:gd name="T13" fmla="*/ 13 h 23"/>
                  <a:gd name="T14" fmla="*/ 1 w 12"/>
                  <a:gd name="T15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3">
                    <a:moveTo>
                      <a:pt x="1" y="7"/>
                    </a:moveTo>
                    <a:cubicBezTo>
                      <a:pt x="1" y="4"/>
                      <a:pt x="0" y="0"/>
                      <a:pt x="4" y="2"/>
                    </a:cubicBezTo>
                    <a:cubicBezTo>
                      <a:pt x="5" y="2"/>
                      <a:pt x="7" y="4"/>
                      <a:pt x="8" y="5"/>
                    </a:cubicBezTo>
                    <a:cubicBezTo>
                      <a:pt x="9" y="6"/>
                      <a:pt x="9" y="7"/>
                      <a:pt x="10" y="8"/>
                    </a:cubicBezTo>
                    <a:cubicBezTo>
                      <a:pt x="11" y="12"/>
                      <a:pt x="12" y="14"/>
                      <a:pt x="11" y="17"/>
                    </a:cubicBezTo>
                    <a:cubicBezTo>
                      <a:pt x="11" y="20"/>
                      <a:pt x="10" y="23"/>
                      <a:pt x="7" y="21"/>
                    </a:cubicBezTo>
                    <a:cubicBezTo>
                      <a:pt x="5" y="19"/>
                      <a:pt x="5" y="16"/>
                      <a:pt x="4" y="13"/>
                    </a:cubicBezTo>
                    <a:cubicBezTo>
                      <a:pt x="3" y="11"/>
                      <a:pt x="2" y="9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5" name="Freeform 2115">
                <a:extLst>
                  <a:ext uri="{FF2B5EF4-FFF2-40B4-BE49-F238E27FC236}">
                    <a16:creationId xmlns:a16="http://schemas.microsoft.com/office/drawing/2014/main" id="{907D30DA-45EB-5B49-B2CB-DF3AB54D4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4162"/>
                <a:ext cx="17" cy="28"/>
              </a:xfrm>
              <a:custGeom>
                <a:avLst/>
                <a:gdLst>
                  <a:gd name="T0" fmla="*/ 32 w 43"/>
                  <a:gd name="T1" fmla="*/ 56 h 68"/>
                  <a:gd name="T2" fmla="*/ 27 w 43"/>
                  <a:gd name="T3" fmla="*/ 68 h 68"/>
                  <a:gd name="T4" fmla="*/ 10 w 43"/>
                  <a:gd name="T5" fmla="*/ 61 h 68"/>
                  <a:gd name="T6" fmla="*/ 2 w 43"/>
                  <a:gd name="T7" fmla="*/ 45 h 68"/>
                  <a:gd name="T8" fmla="*/ 4 w 43"/>
                  <a:gd name="T9" fmla="*/ 38 h 68"/>
                  <a:gd name="T10" fmla="*/ 6 w 43"/>
                  <a:gd name="T11" fmla="*/ 27 h 68"/>
                  <a:gd name="T12" fmla="*/ 5 w 43"/>
                  <a:gd name="T13" fmla="*/ 19 h 68"/>
                  <a:gd name="T14" fmla="*/ 1 w 43"/>
                  <a:gd name="T15" fmla="*/ 13 h 68"/>
                  <a:gd name="T16" fmla="*/ 12 w 43"/>
                  <a:gd name="T17" fmla="*/ 4 h 68"/>
                  <a:gd name="T18" fmla="*/ 17 w 43"/>
                  <a:gd name="T19" fmla="*/ 13 h 68"/>
                  <a:gd name="T20" fmla="*/ 23 w 43"/>
                  <a:gd name="T21" fmla="*/ 21 h 68"/>
                  <a:gd name="T22" fmla="*/ 38 w 43"/>
                  <a:gd name="T23" fmla="*/ 30 h 68"/>
                  <a:gd name="T24" fmla="*/ 43 w 43"/>
                  <a:gd name="T25" fmla="*/ 39 h 68"/>
                  <a:gd name="T26" fmla="*/ 40 w 43"/>
                  <a:gd name="T27" fmla="*/ 44 h 68"/>
                  <a:gd name="T28" fmla="*/ 35 w 43"/>
                  <a:gd name="T29" fmla="*/ 46 h 68"/>
                  <a:gd name="T30" fmla="*/ 32 w 43"/>
                  <a:gd name="T31" fmla="*/ 5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68">
                    <a:moveTo>
                      <a:pt x="32" y="56"/>
                    </a:moveTo>
                    <a:cubicBezTo>
                      <a:pt x="33" y="61"/>
                      <a:pt x="34" y="68"/>
                      <a:pt x="27" y="68"/>
                    </a:cubicBezTo>
                    <a:cubicBezTo>
                      <a:pt x="22" y="67"/>
                      <a:pt x="14" y="65"/>
                      <a:pt x="10" y="61"/>
                    </a:cubicBezTo>
                    <a:cubicBezTo>
                      <a:pt x="6" y="58"/>
                      <a:pt x="2" y="51"/>
                      <a:pt x="2" y="45"/>
                    </a:cubicBezTo>
                    <a:cubicBezTo>
                      <a:pt x="2" y="43"/>
                      <a:pt x="3" y="40"/>
                      <a:pt x="4" y="38"/>
                    </a:cubicBezTo>
                    <a:cubicBezTo>
                      <a:pt x="5" y="34"/>
                      <a:pt x="5" y="31"/>
                      <a:pt x="6" y="27"/>
                    </a:cubicBezTo>
                    <a:cubicBezTo>
                      <a:pt x="6" y="24"/>
                      <a:pt x="6" y="21"/>
                      <a:pt x="5" y="19"/>
                    </a:cubicBezTo>
                    <a:cubicBezTo>
                      <a:pt x="4" y="17"/>
                      <a:pt x="2" y="15"/>
                      <a:pt x="1" y="13"/>
                    </a:cubicBezTo>
                    <a:cubicBezTo>
                      <a:pt x="0" y="8"/>
                      <a:pt x="7" y="0"/>
                      <a:pt x="12" y="4"/>
                    </a:cubicBezTo>
                    <a:cubicBezTo>
                      <a:pt x="14" y="6"/>
                      <a:pt x="15" y="10"/>
                      <a:pt x="17" y="13"/>
                    </a:cubicBezTo>
                    <a:cubicBezTo>
                      <a:pt x="18" y="16"/>
                      <a:pt x="20" y="19"/>
                      <a:pt x="23" y="21"/>
                    </a:cubicBezTo>
                    <a:cubicBezTo>
                      <a:pt x="27" y="24"/>
                      <a:pt x="33" y="26"/>
                      <a:pt x="38" y="30"/>
                    </a:cubicBezTo>
                    <a:cubicBezTo>
                      <a:pt x="40" y="32"/>
                      <a:pt x="43" y="35"/>
                      <a:pt x="43" y="39"/>
                    </a:cubicBezTo>
                    <a:cubicBezTo>
                      <a:pt x="43" y="41"/>
                      <a:pt x="42" y="43"/>
                      <a:pt x="40" y="44"/>
                    </a:cubicBezTo>
                    <a:cubicBezTo>
                      <a:pt x="38" y="46"/>
                      <a:pt x="37" y="46"/>
                      <a:pt x="35" y="46"/>
                    </a:cubicBezTo>
                    <a:cubicBezTo>
                      <a:pt x="30" y="47"/>
                      <a:pt x="32" y="53"/>
                      <a:pt x="32" y="5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6" name="Freeform 2116">
                <a:extLst>
                  <a:ext uri="{FF2B5EF4-FFF2-40B4-BE49-F238E27FC236}">
                    <a16:creationId xmlns:a16="http://schemas.microsoft.com/office/drawing/2014/main" id="{5B7C3431-126E-B740-8633-89B690C44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3894"/>
                <a:ext cx="4" cy="8"/>
              </a:xfrm>
              <a:custGeom>
                <a:avLst/>
                <a:gdLst>
                  <a:gd name="T0" fmla="*/ 8 w 10"/>
                  <a:gd name="T1" fmla="*/ 7 h 20"/>
                  <a:gd name="T2" fmla="*/ 2 w 10"/>
                  <a:gd name="T3" fmla="*/ 12 h 20"/>
                  <a:gd name="T4" fmla="*/ 9 w 10"/>
                  <a:gd name="T5" fmla="*/ 13 h 20"/>
                  <a:gd name="T6" fmla="*/ 8 w 10"/>
                  <a:gd name="T7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8" y="7"/>
                    </a:moveTo>
                    <a:cubicBezTo>
                      <a:pt x="7" y="0"/>
                      <a:pt x="0" y="8"/>
                      <a:pt x="2" y="12"/>
                    </a:cubicBezTo>
                    <a:cubicBezTo>
                      <a:pt x="4" y="16"/>
                      <a:pt x="10" y="20"/>
                      <a:pt x="9" y="13"/>
                    </a:cubicBezTo>
                    <a:cubicBezTo>
                      <a:pt x="9" y="11"/>
                      <a:pt x="9" y="9"/>
                      <a:pt x="8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7" name="Freeform 2117">
                <a:extLst>
                  <a:ext uri="{FF2B5EF4-FFF2-40B4-BE49-F238E27FC236}">
                    <a16:creationId xmlns:a16="http://schemas.microsoft.com/office/drawing/2014/main" id="{4F6055CD-D4AD-BF46-837B-0B7BEEF65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815"/>
                <a:ext cx="4" cy="8"/>
              </a:xfrm>
              <a:custGeom>
                <a:avLst/>
                <a:gdLst>
                  <a:gd name="T0" fmla="*/ 3 w 11"/>
                  <a:gd name="T1" fmla="*/ 13 h 18"/>
                  <a:gd name="T2" fmla="*/ 4 w 11"/>
                  <a:gd name="T3" fmla="*/ 2 h 18"/>
                  <a:gd name="T4" fmla="*/ 10 w 11"/>
                  <a:gd name="T5" fmla="*/ 9 h 18"/>
                  <a:gd name="T6" fmla="*/ 3 w 11"/>
                  <a:gd name="T7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3" y="13"/>
                    </a:moveTo>
                    <a:cubicBezTo>
                      <a:pt x="1" y="11"/>
                      <a:pt x="0" y="3"/>
                      <a:pt x="4" y="2"/>
                    </a:cubicBezTo>
                    <a:cubicBezTo>
                      <a:pt x="8" y="0"/>
                      <a:pt x="10" y="7"/>
                      <a:pt x="10" y="9"/>
                    </a:cubicBezTo>
                    <a:cubicBezTo>
                      <a:pt x="11" y="14"/>
                      <a:pt x="6" y="18"/>
                      <a:pt x="3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8" name="Freeform 2118">
                <a:extLst>
                  <a:ext uri="{FF2B5EF4-FFF2-40B4-BE49-F238E27FC236}">
                    <a16:creationId xmlns:a16="http://schemas.microsoft.com/office/drawing/2014/main" id="{0F5C9C05-64D8-C142-A3EC-04B09A0FC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3826"/>
                <a:ext cx="5" cy="8"/>
              </a:xfrm>
              <a:custGeom>
                <a:avLst/>
                <a:gdLst>
                  <a:gd name="T0" fmla="*/ 8 w 12"/>
                  <a:gd name="T1" fmla="*/ 16 h 18"/>
                  <a:gd name="T2" fmla="*/ 2 w 12"/>
                  <a:gd name="T3" fmla="*/ 15 h 18"/>
                  <a:gd name="T4" fmla="*/ 1 w 12"/>
                  <a:gd name="T5" fmla="*/ 5 h 18"/>
                  <a:gd name="T6" fmla="*/ 11 w 12"/>
                  <a:gd name="T7" fmla="*/ 8 h 18"/>
                  <a:gd name="T8" fmla="*/ 8 w 12"/>
                  <a:gd name="T9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8" y="16"/>
                    </a:moveTo>
                    <a:cubicBezTo>
                      <a:pt x="6" y="18"/>
                      <a:pt x="4" y="17"/>
                      <a:pt x="2" y="15"/>
                    </a:cubicBezTo>
                    <a:cubicBezTo>
                      <a:pt x="1" y="12"/>
                      <a:pt x="0" y="8"/>
                      <a:pt x="1" y="5"/>
                    </a:cubicBezTo>
                    <a:cubicBezTo>
                      <a:pt x="4" y="0"/>
                      <a:pt x="9" y="6"/>
                      <a:pt x="11" y="8"/>
                    </a:cubicBezTo>
                    <a:cubicBezTo>
                      <a:pt x="12" y="9"/>
                      <a:pt x="9" y="15"/>
                      <a:pt x="8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9" name="Freeform 2119">
                <a:extLst>
                  <a:ext uri="{FF2B5EF4-FFF2-40B4-BE49-F238E27FC236}">
                    <a16:creationId xmlns:a16="http://schemas.microsoft.com/office/drawing/2014/main" id="{ABF52DBC-3B25-AC46-86E2-07836E526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3831"/>
                <a:ext cx="4" cy="5"/>
              </a:xfrm>
              <a:custGeom>
                <a:avLst/>
                <a:gdLst>
                  <a:gd name="T0" fmla="*/ 4 w 8"/>
                  <a:gd name="T1" fmla="*/ 13 h 14"/>
                  <a:gd name="T2" fmla="*/ 0 w 8"/>
                  <a:gd name="T3" fmla="*/ 10 h 14"/>
                  <a:gd name="T4" fmla="*/ 2 w 8"/>
                  <a:gd name="T5" fmla="*/ 3 h 14"/>
                  <a:gd name="T6" fmla="*/ 4 w 8"/>
                  <a:gd name="T7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4" y="13"/>
                    </a:moveTo>
                    <a:cubicBezTo>
                      <a:pt x="3" y="14"/>
                      <a:pt x="1" y="11"/>
                      <a:pt x="0" y="10"/>
                    </a:cubicBezTo>
                    <a:cubicBezTo>
                      <a:pt x="0" y="8"/>
                      <a:pt x="0" y="4"/>
                      <a:pt x="2" y="3"/>
                    </a:cubicBezTo>
                    <a:cubicBezTo>
                      <a:pt x="5" y="0"/>
                      <a:pt x="8" y="12"/>
                      <a:pt x="4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0" name="Freeform 2120">
                <a:extLst>
                  <a:ext uri="{FF2B5EF4-FFF2-40B4-BE49-F238E27FC236}">
                    <a16:creationId xmlns:a16="http://schemas.microsoft.com/office/drawing/2014/main" id="{5C865FD0-FAFD-5A40-B51C-9FF70C5C2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3802"/>
                <a:ext cx="7" cy="9"/>
              </a:xfrm>
              <a:custGeom>
                <a:avLst/>
                <a:gdLst>
                  <a:gd name="T0" fmla="*/ 12 w 19"/>
                  <a:gd name="T1" fmla="*/ 19 h 21"/>
                  <a:gd name="T2" fmla="*/ 4 w 19"/>
                  <a:gd name="T3" fmla="*/ 20 h 21"/>
                  <a:gd name="T4" fmla="*/ 4 w 19"/>
                  <a:gd name="T5" fmla="*/ 12 h 21"/>
                  <a:gd name="T6" fmla="*/ 8 w 19"/>
                  <a:gd name="T7" fmla="*/ 3 h 21"/>
                  <a:gd name="T8" fmla="*/ 16 w 19"/>
                  <a:gd name="T9" fmla="*/ 13 h 21"/>
                  <a:gd name="T10" fmla="*/ 14 w 19"/>
                  <a:gd name="T11" fmla="*/ 15 h 21"/>
                  <a:gd name="T12" fmla="*/ 12 w 19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12" y="19"/>
                    </a:moveTo>
                    <a:cubicBezTo>
                      <a:pt x="11" y="21"/>
                      <a:pt x="5" y="21"/>
                      <a:pt x="4" y="20"/>
                    </a:cubicBezTo>
                    <a:cubicBezTo>
                      <a:pt x="0" y="18"/>
                      <a:pt x="3" y="14"/>
                      <a:pt x="4" y="12"/>
                    </a:cubicBezTo>
                    <a:cubicBezTo>
                      <a:pt x="6" y="8"/>
                      <a:pt x="3" y="4"/>
                      <a:pt x="8" y="3"/>
                    </a:cubicBezTo>
                    <a:cubicBezTo>
                      <a:pt x="16" y="0"/>
                      <a:pt x="19" y="7"/>
                      <a:pt x="16" y="13"/>
                    </a:cubicBezTo>
                    <a:cubicBezTo>
                      <a:pt x="16" y="14"/>
                      <a:pt x="14" y="14"/>
                      <a:pt x="14" y="15"/>
                    </a:cubicBezTo>
                    <a:cubicBezTo>
                      <a:pt x="13" y="16"/>
                      <a:pt x="14" y="18"/>
                      <a:pt x="12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1" name="Freeform 2121">
                <a:extLst>
                  <a:ext uri="{FF2B5EF4-FFF2-40B4-BE49-F238E27FC236}">
                    <a16:creationId xmlns:a16="http://schemas.microsoft.com/office/drawing/2014/main" id="{94B5DC19-E5C0-4849-8C3C-A11FE022F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3745"/>
                <a:ext cx="32" cy="28"/>
              </a:xfrm>
              <a:custGeom>
                <a:avLst/>
                <a:gdLst>
                  <a:gd name="T0" fmla="*/ 29 w 77"/>
                  <a:gd name="T1" fmla="*/ 49 h 68"/>
                  <a:gd name="T2" fmla="*/ 33 w 77"/>
                  <a:gd name="T3" fmla="*/ 55 h 68"/>
                  <a:gd name="T4" fmla="*/ 31 w 77"/>
                  <a:gd name="T5" fmla="*/ 66 h 68"/>
                  <a:gd name="T6" fmla="*/ 24 w 77"/>
                  <a:gd name="T7" fmla="*/ 55 h 68"/>
                  <a:gd name="T8" fmla="*/ 11 w 77"/>
                  <a:gd name="T9" fmla="*/ 58 h 68"/>
                  <a:gd name="T10" fmla="*/ 9 w 77"/>
                  <a:gd name="T11" fmla="*/ 60 h 68"/>
                  <a:gd name="T12" fmla="*/ 5 w 77"/>
                  <a:gd name="T13" fmla="*/ 59 h 68"/>
                  <a:gd name="T14" fmla="*/ 5 w 77"/>
                  <a:gd name="T15" fmla="*/ 53 h 68"/>
                  <a:gd name="T16" fmla="*/ 5 w 77"/>
                  <a:gd name="T17" fmla="*/ 49 h 68"/>
                  <a:gd name="T18" fmla="*/ 1 w 77"/>
                  <a:gd name="T19" fmla="*/ 35 h 68"/>
                  <a:gd name="T20" fmla="*/ 0 w 77"/>
                  <a:gd name="T21" fmla="*/ 31 h 68"/>
                  <a:gd name="T22" fmla="*/ 5 w 77"/>
                  <a:gd name="T23" fmla="*/ 21 h 68"/>
                  <a:gd name="T24" fmla="*/ 15 w 77"/>
                  <a:gd name="T25" fmla="*/ 20 h 68"/>
                  <a:gd name="T26" fmla="*/ 27 w 77"/>
                  <a:gd name="T27" fmla="*/ 16 h 68"/>
                  <a:gd name="T28" fmla="*/ 48 w 77"/>
                  <a:gd name="T29" fmla="*/ 24 h 68"/>
                  <a:gd name="T30" fmla="*/ 58 w 77"/>
                  <a:gd name="T31" fmla="*/ 20 h 68"/>
                  <a:gd name="T32" fmla="*/ 62 w 77"/>
                  <a:gd name="T33" fmla="*/ 9 h 68"/>
                  <a:gd name="T34" fmla="*/ 70 w 77"/>
                  <a:gd name="T35" fmla="*/ 1 h 68"/>
                  <a:gd name="T36" fmla="*/ 76 w 77"/>
                  <a:gd name="T37" fmla="*/ 11 h 68"/>
                  <a:gd name="T38" fmla="*/ 64 w 77"/>
                  <a:gd name="T39" fmla="*/ 31 h 68"/>
                  <a:gd name="T40" fmla="*/ 63 w 77"/>
                  <a:gd name="T41" fmla="*/ 43 h 68"/>
                  <a:gd name="T42" fmla="*/ 68 w 77"/>
                  <a:gd name="T43" fmla="*/ 52 h 68"/>
                  <a:gd name="T44" fmla="*/ 61 w 77"/>
                  <a:gd name="T45" fmla="*/ 65 h 68"/>
                  <a:gd name="T46" fmla="*/ 49 w 77"/>
                  <a:gd name="T47" fmla="*/ 48 h 68"/>
                  <a:gd name="T48" fmla="*/ 48 w 77"/>
                  <a:gd name="T49" fmla="*/ 38 h 68"/>
                  <a:gd name="T50" fmla="*/ 37 w 77"/>
                  <a:gd name="T51" fmla="*/ 40 h 68"/>
                  <a:gd name="T52" fmla="*/ 29 w 77"/>
                  <a:gd name="T53" fmla="*/ 4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7" h="68">
                    <a:moveTo>
                      <a:pt x="29" y="49"/>
                    </a:moveTo>
                    <a:cubicBezTo>
                      <a:pt x="29" y="51"/>
                      <a:pt x="32" y="53"/>
                      <a:pt x="33" y="55"/>
                    </a:cubicBezTo>
                    <a:cubicBezTo>
                      <a:pt x="36" y="58"/>
                      <a:pt x="37" y="64"/>
                      <a:pt x="31" y="66"/>
                    </a:cubicBezTo>
                    <a:cubicBezTo>
                      <a:pt x="25" y="68"/>
                      <a:pt x="28" y="58"/>
                      <a:pt x="24" y="55"/>
                    </a:cubicBezTo>
                    <a:cubicBezTo>
                      <a:pt x="20" y="53"/>
                      <a:pt x="14" y="56"/>
                      <a:pt x="11" y="58"/>
                    </a:cubicBezTo>
                    <a:cubicBezTo>
                      <a:pt x="11" y="58"/>
                      <a:pt x="10" y="59"/>
                      <a:pt x="9" y="60"/>
                    </a:cubicBezTo>
                    <a:cubicBezTo>
                      <a:pt x="8" y="60"/>
                      <a:pt x="6" y="60"/>
                      <a:pt x="5" y="59"/>
                    </a:cubicBezTo>
                    <a:cubicBezTo>
                      <a:pt x="3" y="57"/>
                      <a:pt x="5" y="55"/>
                      <a:pt x="5" y="53"/>
                    </a:cubicBezTo>
                    <a:cubicBezTo>
                      <a:pt x="5" y="51"/>
                      <a:pt x="5" y="51"/>
                      <a:pt x="5" y="49"/>
                    </a:cubicBezTo>
                    <a:cubicBezTo>
                      <a:pt x="4" y="44"/>
                      <a:pt x="3" y="40"/>
                      <a:pt x="1" y="35"/>
                    </a:cubicBezTo>
                    <a:cubicBezTo>
                      <a:pt x="1" y="34"/>
                      <a:pt x="0" y="32"/>
                      <a:pt x="0" y="31"/>
                    </a:cubicBezTo>
                    <a:cubicBezTo>
                      <a:pt x="0" y="28"/>
                      <a:pt x="2" y="22"/>
                      <a:pt x="5" y="21"/>
                    </a:cubicBezTo>
                    <a:cubicBezTo>
                      <a:pt x="8" y="20"/>
                      <a:pt x="12" y="20"/>
                      <a:pt x="15" y="20"/>
                    </a:cubicBezTo>
                    <a:cubicBezTo>
                      <a:pt x="21" y="21"/>
                      <a:pt x="22" y="19"/>
                      <a:pt x="27" y="16"/>
                    </a:cubicBezTo>
                    <a:cubicBezTo>
                      <a:pt x="35" y="11"/>
                      <a:pt x="40" y="24"/>
                      <a:pt x="48" y="24"/>
                    </a:cubicBezTo>
                    <a:cubicBezTo>
                      <a:pt x="51" y="24"/>
                      <a:pt x="56" y="22"/>
                      <a:pt x="58" y="20"/>
                    </a:cubicBezTo>
                    <a:cubicBezTo>
                      <a:pt x="62" y="17"/>
                      <a:pt x="61" y="13"/>
                      <a:pt x="62" y="9"/>
                    </a:cubicBezTo>
                    <a:cubicBezTo>
                      <a:pt x="63" y="6"/>
                      <a:pt x="67" y="2"/>
                      <a:pt x="70" y="1"/>
                    </a:cubicBezTo>
                    <a:cubicBezTo>
                      <a:pt x="74" y="0"/>
                      <a:pt x="76" y="8"/>
                      <a:pt x="76" y="11"/>
                    </a:cubicBezTo>
                    <a:cubicBezTo>
                      <a:pt x="77" y="21"/>
                      <a:pt x="67" y="23"/>
                      <a:pt x="64" y="31"/>
                    </a:cubicBezTo>
                    <a:cubicBezTo>
                      <a:pt x="63" y="34"/>
                      <a:pt x="63" y="39"/>
                      <a:pt x="63" y="43"/>
                    </a:cubicBezTo>
                    <a:cubicBezTo>
                      <a:pt x="63" y="47"/>
                      <a:pt x="66" y="49"/>
                      <a:pt x="68" y="52"/>
                    </a:cubicBezTo>
                    <a:cubicBezTo>
                      <a:pt x="71" y="57"/>
                      <a:pt x="68" y="67"/>
                      <a:pt x="61" y="65"/>
                    </a:cubicBezTo>
                    <a:cubicBezTo>
                      <a:pt x="51" y="63"/>
                      <a:pt x="48" y="56"/>
                      <a:pt x="49" y="48"/>
                    </a:cubicBezTo>
                    <a:cubicBezTo>
                      <a:pt x="49" y="45"/>
                      <a:pt x="51" y="40"/>
                      <a:pt x="48" y="38"/>
                    </a:cubicBezTo>
                    <a:cubicBezTo>
                      <a:pt x="46" y="35"/>
                      <a:pt x="40" y="39"/>
                      <a:pt x="37" y="40"/>
                    </a:cubicBezTo>
                    <a:cubicBezTo>
                      <a:pt x="34" y="41"/>
                      <a:pt x="28" y="45"/>
                      <a:pt x="29" y="4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2" name="Freeform 2122">
                <a:extLst>
                  <a:ext uri="{FF2B5EF4-FFF2-40B4-BE49-F238E27FC236}">
                    <a16:creationId xmlns:a16="http://schemas.microsoft.com/office/drawing/2014/main" id="{C1B779CE-16AB-4E44-9C0F-1D1C03CD3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3673"/>
                <a:ext cx="24" cy="24"/>
              </a:xfrm>
              <a:custGeom>
                <a:avLst/>
                <a:gdLst>
                  <a:gd name="T0" fmla="*/ 12 w 59"/>
                  <a:gd name="T1" fmla="*/ 43 h 59"/>
                  <a:gd name="T2" fmla="*/ 6 w 59"/>
                  <a:gd name="T3" fmla="*/ 43 h 59"/>
                  <a:gd name="T4" fmla="*/ 3 w 59"/>
                  <a:gd name="T5" fmla="*/ 29 h 59"/>
                  <a:gd name="T6" fmla="*/ 12 w 59"/>
                  <a:gd name="T7" fmla="*/ 14 h 59"/>
                  <a:gd name="T8" fmla="*/ 25 w 59"/>
                  <a:gd name="T9" fmla="*/ 4 h 59"/>
                  <a:gd name="T10" fmla="*/ 56 w 59"/>
                  <a:gd name="T11" fmla="*/ 12 h 59"/>
                  <a:gd name="T12" fmla="*/ 56 w 59"/>
                  <a:gd name="T13" fmla="*/ 28 h 59"/>
                  <a:gd name="T14" fmla="*/ 58 w 59"/>
                  <a:gd name="T15" fmla="*/ 44 h 59"/>
                  <a:gd name="T16" fmla="*/ 42 w 59"/>
                  <a:gd name="T17" fmla="*/ 52 h 59"/>
                  <a:gd name="T18" fmla="*/ 31 w 59"/>
                  <a:gd name="T19" fmla="*/ 58 h 59"/>
                  <a:gd name="T20" fmla="*/ 21 w 59"/>
                  <a:gd name="T21" fmla="*/ 50 h 59"/>
                  <a:gd name="T22" fmla="*/ 12 w 59"/>
                  <a:gd name="T23" fmla="*/ 4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9" h="59">
                    <a:moveTo>
                      <a:pt x="12" y="43"/>
                    </a:moveTo>
                    <a:cubicBezTo>
                      <a:pt x="10" y="43"/>
                      <a:pt x="9" y="45"/>
                      <a:pt x="6" y="43"/>
                    </a:cubicBezTo>
                    <a:cubicBezTo>
                      <a:pt x="0" y="40"/>
                      <a:pt x="0" y="34"/>
                      <a:pt x="3" y="29"/>
                    </a:cubicBezTo>
                    <a:cubicBezTo>
                      <a:pt x="6" y="24"/>
                      <a:pt x="9" y="19"/>
                      <a:pt x="12" y="14"/>
                    </a:cubicBezTo>
                    <a:cubicBezTo>
                      <a:pt x="15" y="9"/>
                      <a:pt x="20" y="6"/>
                      <a:pt x="25" y="4"/>
                    </a:cubicBezTo>
                    <a:cubicBezTo>
                      <a:pt x="34" y="0"/>
                      <a:pt x="52" y="1"/>
                      <a:pt x="56" y="12"/>
                    </a:cubicBezTo>
                    <a:cubicBezTo>
                      <a:pt x="57" y="17"/>
                      <a:pt x="55" y="23"/>
                      <a:pt x="56" y="28"/>
                    </a:cubicBezTo>
                    <a:cubicBezTo>
                      <a:pt x="58" y="33"/>
                      <a:pt x="59" y="39"/>
                      <a:pt x="58" y="44"/>
                    </a:cubicBezTo>
                    <a:cubicBezTo>
                      <a:pt x="55" y="51"/>
                      <a:pt x="47" y="50"/>
                      <a:pt x="42" y="52"/>
                    </a:cubicBezTo>
                    <a:cubicBezTo>
                      <a:pt x="39" y="54"/>
                      <a:pt x="36" y="59"/>
                      <a:pt x="31" y="58"/>
                    </a:cubicBezTo>
                    <a:cubicBezTo>
                      <a:pt x="27" y="57"/>
                      <a:pt x="23" y="53"/>
                      <a:pt x="21" y="50"/>
                    </a:cubicBezTo>
                    <a:cubicBezTo>
                      <a:pt x="19" y="47"/>
                      <a:pt x="17" y="43"/>
                      <a:pt x="12" y="4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3" name="Freeform 2123">
                <a:extLst>
                  <a:ext uri="{FF2B5EF4-FFF2-40B4-BE49-F238E27FC236}">
                    <a16:creationId xmlns:a16="http://schemas.microsoft.com/office/drawing/2014/main" id="{BBC76655-7269-6F41-85C8-C31529629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3700"/>
                <a:ext cx="22" cy="15"/>
              </a:xfrm>
              <a:custGeom>
                <a:avLst/>
                <a:gdLst>
                  <a:gd name="T0" fmla="*/ 5 w 55"/>
                  <a:gd name="T1" fmla="*/ 18 h 35"/>
                  <a:gd name="T2" fmla="*/ 0 w 55"/>
                  <a:gd name="T3" fmla="*/ 11 h 35"/>
                  <a:gd name="T4" fmla="*/ 11 w 55"/>
                  <a:gd name="T5" fmla="*/ 5 h 35"/>
                  <a:gd name="T6" fmla="*/ 21 w 55"/>
                  <a:gd name="T7" fmla="*/ 1 h 35"/>
                  <a:gd name="T8" fmla="*/ 31 w 55"/>
                  <a:gd name="T9" fmla="*/ 6 h 35"/>
                  <a:gd name="T10" fmla="*/ 46 w 55"/>
                  <a:gd name="T11" fmla="*/ 7 h 35"/>
                  <a:gd name="T12" fmla="*/ 46 w 55"/>
                  <a:gd name="T13" fmla="*/ 27 h 35"/>
                  <a:gd name="T14" fmla="*/ 33 w 55"/>
                  <a:gd name="T15" fmla="*/ 31 h 35"/>
                  <a:gd name="T16" fmla="*/ 23 w 55"/>
                  <a:gd name="T17" fmla="*/ 34 h 35"/>
                  <a:gd name="T18" fmla="*/ 14 w 55"/>
                  <a:gd name="T19" fmla="*/ 26 h 35"/>
                  <a:gd name="T20" fmla="*/ 5 w 55"/>
                  <a:gd name="T21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35">
                    <a:moveTo>
                      <a:pt x="5" y="18"/>
                    </a:moveTo>
                    <a:cubicBezTo>
                      <a:pt x="4" y="16"/>
                      <a:pt x="0" y="13"/>
                      <a:pt x="0" y="11"/>
                    </a:cubicBezTo>
                    <a:cubicBezTo>
                      <a:pt x="0" y="7"/>
                      <a:pt x="8" y="6"/>
                      <a:pt x="11" y="5"/>
                    </a:cubicBezTo>
                    <a:cubicBezTo>
                      <a:pt x="15" y="4"/>
                      <a:pt x="16" y="0"/>
                      <a:pt x="21" y="1"/>
                    </a:cubicBezTo>
                    <a:cubicBezTo>
                      <a:pt x="26" y="2"/>
                      <a:pt x="27" y="5"/>
                      <a:pt x="31" y="6"/>
                    </a:cubicBezTo>
                    <a:cubicBezTo>
                      <a:pt x="36" y="7"/>
                      <a:pt x="41" y="5"/>
                      <a:pt x="46" y="7"/>
                    </a:cubicBezTo>
                    <a:cubicBezTo>
                      <a:pt x="55" y="9"/>
                      <a:pt x="50" y="22"/>
                      <a:pt x="46" y="27"/>
                    </a:cubicBezTo>
                    <a:cubicBezTo>
                      <a:pt x="42" y="32"/>
                      <a:pt x="39" y="31"/>
                      <a:pt x="33" y="31"/>
                    </a:cubicBezTo>
                    <a:cubicBezTo>
                      <a:pt x="30" y="31"/>
                      <a:pt x="26" y="35"/>
                      <a:pt x="23" y="34"/>
                    </a:cubicBezTo>
                    <a:cubicBezTo>
                      <a:pt x="19" y="32"/>
                      <a:pt x="17" y="28"/>
                      <a:pt x="14" y="26"/>
                    </a:cubicBezTo>
                    <a:cubicBezTo>
                      <a:pt x="11" y="23"/>
                      <a:pt x="8" y="21"/>
                      <a:pt x="5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4" name="Freeform 2124">
                <a:extLst>
                  <a:ext uri="{FF2B5EF4-FFF2-40B4-BE49-F238E27FC236}">
                    <a16:creationId xmlns:a16="http://schemas.microsoft.com/office/drawing/2014/main" id="{791F377A-6F32-894C-ADCD-DCF2C8DF9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3887"/>
                <a:ext cx="6" cy="5"/>
              </a:xfrm>
              <a:custGeom>
                <a:avLst/>
                <a:gdLst>
                  <a:gd name="T0" fmla="*/ 9 w 14"/>
                  <a:gd name="T1" fmla="*/ 11 h 12"/>
                  <a:gd name="T2" fmla="*/ 6 w 14"/>
                  <a:gd name="T3" fmla="*/ 11 h 12"/>
                  <a:gd name="T4" fmla="*/ 1 w 14"/>
                  <a:gd name="T5" fmla="*/ 6 h 12"/>
                  <a:gd name="T6" fmla="*/ 7 w 14"/>
                  <a:gd name="T7" fmla="*/ 0 h 12"/>
                  <a:gd name="T8" fmla="*/ 9 w 14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9" y="11"/>
                    </a:moveTo>
                    <a:cubicBezTo>
                      <a:pt x="9" y="11"/>
                      <a:pt x="6" y="12"/>
                      <a:pt x="6" y="11"/>
                    </a:cubicBezTo>
                    <a:cubicBezTo>
                      <a:pt x="4" y="10"/>
                      <a:pt x="1" y="8"/>
                      <a:pt x="1" y="6"/>
                    </a:cubicBezTo>
                    <a:cubicBezTo>
                      <a:pt x="0" y="2"/>
                      <a:pt x="4" y="0"/>
                      <a:pt x="7" y="0"/>
                    </a:cubicBezTo>
                    <a:cubicBezTo>
                      <a:pt x="11" y="1"/>
                      <a:pt x="14" y="9"/>
                      <a:pt x="9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5" name="Freeform 2125">
                <a:extLst>
                  <a:ext uri="{FF2B5EF4-FFF2-40B4-BE49-F238E27FC236}">
                    <a16:creationId xmlns:a16="http://schemas.microsoft.com/office/drawing/2014/main" id="{DD47DA87-1F06-DE46-A77C-22ED2AF22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3888"/>
                <a:ext cx="3" cy="4"/>
              </a:xfrm>
              <a:custGeom>
                <a:avLst/>
                <a:gdLst>
                  <a:gd name="T0" fmla="*/ 0 w 9"/>
                  <a:gd name="T1" fmla="*/ 5 h 8"/>
                  <a:gd name="T2" fmla="*/ 9 w 9"/>
                  <a:gd name="T3" fmla="*/ 5 h 8"/>
                  <a:gd name="T4" fmla="*/ 0 w 9"/>
                  <a:gd name="T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0" y="0"/>
                      <a:pt x="9" y="1"/>
                      <a:pt x="9" y="5"/>
                    </a:cubicBezTo>
                    <a:cubicBezTo>
                      <a:pt x="9" y="8"/>
                      <a:pt x="1" y="8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6" name="Freeform 2126">
                <a:extLst>
                  <a:ext uri="{FF2B5EF4-FFF2-40B4-BE49-F238E27FC236}">
                    <a16:creationId xmlns:a16="http://schemas.microsoft.com/office/drawing/2014/main" id="{D884455A-F86D-DB46-9C0D-28895E397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3868"/>
                <a:ext cx="5" cy="2"/>
              </a:xfrm>
              <a:custGeom>
                <a:avLst/>
                <a:gdLst>
                  <a:gd name="T0" fmla="*/ 8 w 12"/>
                  <a:gd name="T1" fmla="*/ 1 h 6"/>
                  <a:gd name="T2" fmla="*/ 3 w 12"/>
                  <a:gd name="T3" fmla="*/ 5 h 6"/>
                  <a:gd name="T4" fmla="*/ 2 w 12"/>
                  <a:gd name="T5" fmla="*/ 1 h 6"/>
                  <a:gd name="T6" fmla="*/ 8 w 12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8" y="1"/>
                    </a:moveTo>
                    <a:cubicBezTo>
                      <a:pt x="12" y="4"/>
                      <a:pt x="6" y="6"/>
                      <a:pt x="3" y="5"/>
                    </a:cubicBezTo>
                    <a:cubicBezTo>
                      <a:pt x="1" y="5"/>
                      <a:pt x="0" y="2"/>
                      <a:pt x="2" y="1"/>
                    </a:cubicBezTo>
                    <a:cubicBezTo>
                      <a:pt x="4" y="0"/>
                      <a:pt x="7" y="0"/>
                      <a:pt x="8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7" name="Freeform 2127">
                <a:extLst>
                  <a:ext uri="{FF2B5EF4-FFF2-40B4-BE49-F238E27FC236}">
                    <a16:creationId xmlns:a16="http://schemas.microsoft.com/office/drawing/2014/main" id="{D64366B4-2064-8B46-9835-228DDA910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3874"/>
                <a:ext cx="21" cy="22"/>
              </a:xfrm>
              <a:custGeom>
                <a:avLst/>
                <a:gdLst>
                  <a:gd name="T0" fmla="*/ 2 w 51"/>
                  <a:gd name="T1" fmla="*/ 9 h 53"/>
                  <a:gd name="T2" fmla="*/ 10 w 51"/>
                  <a:gd name="T3" fmla="*/ 5 h 53"/>
                  <a:gd name="T4" fmla="*/ 17 w 51"/>
                  <a:gd name="T5" fmla="*/ 9 h 53"/>
                  <a:gd name="T6" fmla="*/ 25 w 51"/>
                  <a:gd name="T7" fmla="*/ 13 h 53"/>
                  <a:gd name="T8" fmla="*/ 28 w 51"/>
                  <a:gd name="T9" fmla="*/ 20 h 53"/>
                  <a:gd name="T10" fmla="*/ 27 w 51"/>
                  <a:gd name="T11" fmla="*/ 28 h 53"/>
                  <a:gd name="T12" fmla="*/ 35 w 51"/>
                  <a:gd name="T13" fmla="*/ 31 h 53"/>
                  <a:gd name="T14" fmla="*/ 42 w 51"/>
                  <a:gd name="T15" fmla="*/ 35 h 53"/>
                  <a:gd name="T16" fmla="*/ 46 w 51"/>
                  <a:gd name="T17" fmla="*/ 49 h 53"/>
                  <a:gd name="T18" fmla="*/ 29 w 51"/>
                  <a:gd name="T19" fmla="*/ 50 h 53"/>
                  <a:gd name="T20" fmla="*/ 20 w 51"/>
                  <a:gd name="T21" fmla="*/ 47 h 53"/>
                  <a:gd name="T22" fmla="*/ 26 w 51"/>
                  <a:gd name="T23" fmla="*/ 39 h 53"/>
                  <a:gd name="T24" fmla="*/ 19 w 51"/>
                  <a:gd name="T25" fmla="*/ 33 h 53"/>
                  <a:gd name="T26" fmla="*/ 11 w 51"/>
                  <a:gd name="T27" fmla="*/ 33 h 53"/>
                  <a:gd name="T28" fmla="*/ 11 w 51"/>
                  <a:gd name="T29" fmla="*/ 39 h 53"/>
                  <a:gd name="T30" fmla="*/ 9 w 51"/>
                  <a:gd name="T31" fmla="*/ 40 h 53"/>
                  <a:gd name="T32" fmla="*/ 8 w 51"/>
                  <a:gd name="T33" fmla="*/ 36 h 53"/>
                  <a:gd name="T34" fmla="*/ 7 w 51"/>
                  <a:gd name="T35" fmla="*/ 32 h 53"/>
                  <a:gd name="T36" fmla="*/ 3 w 51"/>
                  <a:gd name="T37" fmla="*/ 29 h 53"/>
                  <a:gd name="T38" fmla="*/ 0 w 51"/>
                  <a:gd name="T39" fmla="*/ 23 h 53"/>
                  <a:gd name="T40" fmla="*/ 2 w 51"/>
                  <a:gd name="T41" fmla="*/ 18 h 53"/>
                  <a:gd name="T42" fmla="*/ 2 w 51"/>
                  <a:gd name="T43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53">
                    <a:moveTo>
                      <a:pt x="2" y="9"/>
                    </a:moveTo>
                    <a:cubicBezTo>
                      <a:pt x="1" y="5"/>
                      <a:pt x="8" y="0"/>
                      <a:pt x="10" y="5"/>
                    </a:cubicBezTo>
                    <a:cubicBezTo>
                      <a:pt x="12" y="8"/>
                      <a:pt x="13" y="9"/>
                      <a:pt x="17" y="9"/>
                    </a:cubicBezTo>
                    <a:cubicBezTo>
                      <a:pt x="20" y="9"/>
                      <a:pt x="22" y="10"/>
                      <a:pt x="25" y="13"/>
                    </a:cubicBezTo>
                    <a:cubicBezTo>
                      <a:pt x="27" y="15"/>
                      <a:pt x="29" y="17"/>
                      <a:pt x="28" y="20"/>
                    </a:cubicBezTo>
                    <a:cubicBezTo>
                      <a:pt x="28" y="23"/>
                      <a:pt x="26" y="26"/>
                      <a:pt x="27" y="28"/>
                    </a:cubicBezTo>
                    <a:cubicBezTo>
                      <a:pt x="29" y="31"/>
                      <a:pt x="33" y="30"/>
                      <a:pt x="35" y="31"/>
                    </a:cubicBezTo>
                    <a:cubicBezTo>
                      <a:pt x="38" y="31"/>
                      <a:pt x="40" y="33"/>
                      <a:pt x="42" y="35"/>
                    </a:cubicBezTo>
                    <a:cubicBezTo>
                      <a:pt x="45" y="38"/>
                      <a:pt x="51" y="46"/>
                      <a:pt x="46" y="49"/>
                    </a:cubicBezTo>
                    <a:cubicBezTo>
                      <a:pt x="41" y="51"/>
                      <a:pt x="34" y="49"/>
                      <a:pt x="29" y="50"/>
                    </a:cubicBezTo>
                    <a:cubicBezTo>
                      <a:pt x="26" y="50"/>
                      <a:pt x="16" y="53"/>
                      <a:pt x="20" y="47"/>
                    </a:cubicBezTo>
                    <a:cubicBezTo>
                      <a:pt x="22" y="45"/>
                      <a:pt x="26" y="42"/>
                      <a:pt x="26" y="39"/>
                    </a:cubicBezTo>
                    <a:cubicBezTo>
                      <a:pt x="25" y="36"/>
                      <a:pt x="21" y="34"/>
                      <a:pt x="19" y="33"/>
                    </a:cubicBezTo>
                    <a:cubicBezTo>
                      <a:pt x="17" y="32"/>
                      <a:pt x="13" y="31"/>
                      <a:pt x="11" y="33"/>
                    </a:cubicBezTo>
                    <a:cubicBezTo>
                      <a:pt x="10" y="35"/>
                      <a:pt x="12" y="37"/>
                      <a:pt x="11" y="39"/>
                    </a:cubicBezTo>
                    <a:cubicBezTo>
                      <a:pt x="11" y="40"/>
                      <a:pt x="10" y="40"/>
                      <a:pt x="9" y="40"/>
                    </a:cubicBezTo>
                    <a:cubicBezTo>
                      <a:pt x="9" y="38"/>
                      <a:pt x="8" y="37"/>
                      <a:pt x="8" y="36"/>
                    </a:cubicBezTo>
                    <a:cubicBezTo>
                      <a:pt x="7" y="35"/>
                      <a:pt x="8" y="33"/>
                      <a:pt x="7" y="32"/>
                    </a:cubicBezTo>
                    <a:cubicBezTo>
                      <a:pt x="7" y="30"/>
                      <a:pt x="4" y="30"/>
                      <a:pt x="3" y="29"/>
                    </a:cubicBezTo>
                    <a:cubicBezTo>
                      <a:pt x="1" y="27"/>
                      <a:pt x="0" y="25"/>
                      <a:pt x="0" y="23"/>
                    </a:cubicBezTo>
                    <a:cubicBezTo>
                      <a:pt x="0" y="21"/>
                      <a:pt x="1" y="19"/>
                      <a:pt x="2" y="18"/>
                    </a:cubicBezTo>
                    <a:cubicBezTo>
                      <a:pt x="3" y="15"/>
                      <a:pt x="2" y="12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8" name="Freeform 2128">
                <a:extLst>
                  <a:ext uri="{FF2B5EF4-FFF2-40B4-BE49-F238E27FC236}">
                    <a16:creationId xmlns:a16="http://schemas.microsoft.com/office/drawing/2014/main" id="{068B7E68-E7E4-C44F-A3C1-9886D4B5C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3834"/>
                <a:ext cx="4" cy="7"/>
              </a:xfrm>
              <a:custGeom>
                <a:avLst/>
                <a:gdLst>
                  <a:gd name="T0" fmla="*/ 5 w 10"/>
                  <a:gd name="T1" fmla="*/ 1 h 17"/>
                  <a:gd name="T2" fmla="*/ 9 w 10"/>
                  <a:gd name="T3" fmla="*/ 7 h 17"/>
                  <a:gd name="T4" fmla="*/ 4 w 10"/>
                  <a:gd name="T5" fmla="*/ 15 h 17"/>
                  <a:gd name="T6" fmla="*/ 0 w 10"/>
                  <a:gd name="T7" fmla="*/ 9 h 17"/>
                  <a:gd name="T8" fmla="*/ 5 w 10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5" y="1"/>
                    </a:moveTo>
                    <a:cubicBezTo>
                      <a:pt x="9" y="0"/>
                      <a:pt x="10" y="3"/>
                      <a:pt x="9" y="7"/>
                    </a:cubicBezTo>
                    <a:cubicBezTo>
                      <a:pt x="8" y="9"/>
                      <a:pt x="5" y="14"/>
                      <a:pt x="4" y="15"/>
                    </a:cubicBezTo>
                    <a:cubicBezTo>
                      <a:pt x="1" y="17"/>
                      <a:pt x="0" y="10"/>
                      <a:pt x="0" y="9"/>
                    </a:cubicBezTo>
                    <a:cubicBezTo>
                      <a:pt x="0" y="4"/>
                      <a:pt x="0" y="1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9" name="Freeform 2129">
                <a:extLst>
                  <a:ext uri="{FF2B5EF4-FFF2-40B4-BE49-F238E27FC236}">
                    <a16:creationId xmlns:a16="http://schemas.microsoft.com/office/drawing/2014/main" id="{AE56DF6F-1647-3E4C-A44B-3B471014C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3856"/>
                <a:ext cx="7" cy="4"/>
              </a:xfrm>
              <a:custGeom>
                <a:avLst/>
                <a:gdLst>
                  <a:gd name="T0" fmla="*/ 2 w 16"/>
                  <a:gd name="T1" fmla="*/ 5 h 10"/>
                  <a:gd name="T2" fmla="*/ 5 w 16"/>
                  <a:gd name="T3" fmla="*/ 1 h 10"/>
                  <a:gd name="T4" fmla="*/ 11 w 16"/>
                  <a:gd name="T5" fmla="*/ 1 h 10"/>
                  <a:gd name="T6" fmla="*/ 2 w 16"/>
                  <a:gd name="T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2" y="5"/>
                    </a:moveTo>
                    <a:cubicBezTo>
                      <a:pt x="0" y="2"/>
                      <a:pt x="4" y="2"/>
                      <a:pt x="5" y="1"/>
                    </a:cubicBezTo>
                    <a:cubicBezTo>
                      <a:pt x="7" y="1"/>
                      <a:pt x="10" y="0"/>
                      <a:pt x="11" y="1"/>
                    </a:cubicBezTo>
                    <a:cubicBezTo>
                      <a:pt x="16" y="6"/>
                      <a:pt x="4" y="10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0" name="Freeform 2130">
                <a:extLst>
                  <a:ext uri="{FF2B5EF4-FFF2-40B4-BE49-F238E27FC236}">
                    <a16:creationId xmlns:a16="http://schemas.microsoft.com/office/drawing/2014/main" id="{C7C382C2-0872-E649-A0D0-0FDECFCE4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3863"/>
                <a:ext cx="9" cy="8"/>
              </a:xfrm>
              <a:custGeom>
                <a:avLst/>
                <a:gdLst>
                  <a:gd name="T0" fmla="*/ 18 w 21"/>
                  <a:gd name="T1" fmla="*/ 3 h 19"/>
                  <a:gd name="T2" fmla="*/ 14 w 21"/>
                  <a:gd name="T3" fmla="*/ 11 h 19"/>
                  <a:gd name="T4" fmla="*/ 6 w 21"/>
                  <a:gd name="T5" fmla="*/ 18 h 19"/>
                  <a:gd name="T6" fmla="*/ 8 w 21"/>
                  <a:gd name="T7" fmla="*/ 9 h 19"/>
                  <a:gd name="T8" fmla="*/ 18 w 21"/>
                  <a:gd name="T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18" y="3"/>
                    </a:moveTo>
                    <a:cubicBezTo>
                      <a:pt x="21" y="6"/>
                      <a:pt x="15" y="9"/>
                      <a:pt x="14" y="11"/>
                    </a:cubicBezTo>
                    <a:cubicBezTo>
                      <a:pt x="12" y="12"/>
                      <a:pt x="9" y="19"/>
                      <a:pt x="6" y="18"/>
                    </a:cubicBezTo>
                    <a:cubicBezTo>
                      <a:pt x="0" y="16"/>
                      <a:pt x="6" y="11"/>
                      <a:pt x="8" y="9"/>
                    </a:cubicBezTo>
                    <a:cubicBezTo>
                      <a:pt x="10" y="7"/>
                      <a:pt x="15" y="0"/>
                      <a:pt x="18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1" name="Freeform 2131">
                <a:extLst>
                  <a:ext uri="{FF2B5EF4-FFF2-40B4-BE49-F238E27FC236}">
                    <a16:creationId xmlns:a16="http://schemas.microsoft.com/office/drawing/2014/main" id="{305F3848-E252-F540-B14E-1C5044089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846"/>
                <a:ext cx="5" cy="9"/>
              </a:xfrm>
              <a:custGeom>
                <a:avLst/>
                <a:gdLst>
                  <a:gd name="T0" fmla="*/ 7 w 12"/>
                  <a:gd name="T1" fmla="*/ 2 h 20"/>
                  <a:gd name="T2" fmla="*/ 10 w 12"/>
                  <a:gd name="T3" fmla="*/ 9 h 20"/>
                  <a:gd name="T4" fmla="*/ 8 w 12"/>
                  <a:gd name="T5" fmla="*/ 17 h 20"/>
                  <a:gd name="T6" fmla="*/ 7 w 1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7" y="2"/>
                    </a:moveTo>
                    <a:cubicBezTo>
                      <a:pt x="12" y="0"/>
                      <a:pt x="10" y="6"/>
                      <a:pt x="10" y="9"/>
                    </a:cubicBezTo>
                    <a:cubicBezTo>
                      <a:pt x="10" y="12"/>
                      <a:pt x="11" y="15"/>
                      <a:pt x="8" y="17"/>
                    </a:cubicBezTo>
                    <a:cubicBezTo>
                      <a:pt x="0" y="20"/>
                      <a:pt x="2" y="4"/>
                      <a:pt x="7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2" name="Freeform 2132">
                <a:extLst>
                  <a:ext uri="{FF2B5EF4-FFF2-40B4-BE49-F238E27FC236}">
                    <a16:creationId xmlns:a16="http://schemas.microsoft.com/office/drawing/2014/main" id="{F0BB7843-ABD3-754D-8B79-6B4DB7589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840"/>
                <a:ext cx="15" cy="18"/>
              </a:xfrm>
              <a:custGeom>
                <a:avLst/>
                <a:gdLst>
                  <a:gd name="T0" fmla="*/ 19 w 37"/>
                  <a:gd name="T1" fmla="*/ 25 h 43"/>
                  <a:gd name="T2" fmla="*/ 15 w 37"/>
                  <a:gd name="T3" fmla="*/ 35 h 43"/>
                  <a:gd name="T4" fmla="*/ 10 w 37"/>
                  <a:gd name="T5" fmla="*/ 42 h 43"/>
                  <a:gd name="T6" fmla="*/ 3 w 37"/>
                  <a:gd name="T7" fmla="*/ 41 h 43"/>
                  <a:gd name="T8" fmla="*/ 8 w 37"/>
                  <a:gd name="T9" fmla="*/ 32 h 43"/>
                  <a:gd name="T10" fmla="*/ 10 w 37"/>
                  <a:gd name="T11" fmla="*/ 23 h 43"/>
                  <a:gd name="T12" fmla="*/ 18 w 37"/>
                  <a:gd name="T13" fmla="*/ 17 h 43"/>
                  <a:gd name="T14" fmla="*/ 19 w 37"/>
                  <a:gd name="T15" fmla="*/ 8 h 43"/>
                  <a:gd name="T16" fmla="*/ 26 w 37"/>
                  <a:gd name="T17" fmla="*/ 2 h 43"/>
                  <a:gd name="T18" fmla="*/ 19 w 37"/>
                  <a:gd name="T19" fmla="*/ 2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3">
                    <a:moveTo>
                      <a:pt x="19" y="25"/>
                    </a:moveTo>
                    <a:cubicBezTo>
                      <a:pt x="18" y="29"/>
                      <a:pt x="17" y="32"/>
                      <a:pt x="15" y="35"/>
                    </a:cubicBezTo>
                    <a:cubicBezTo>
                      <a:pt x="14" y="37"/>
                      <a:pt x="12" y="41"/>
                      <a:pt x="10" y="42"/>
                    </a:cubicBezTo>
                    <a:cubicBezTo>
                      <a:pt x="8" y="43"/>
                      <a:pt x="4" y="42"/>
                      <a:pt x="3" y="41"/>
                    </a:cubicBezTo>
                    <a:cubicBezTo>
                      <a:pt x="0" y="37"/>
                      <a:pt x="6" y="34"/>
                      <a:pt x="8" y="32"/>
                    </a:cubicBezTo>
                    <a:cubicBezTo>
                      <a:pt x="10" y="28"/>
                      <a:pt x="9" y="26"/>
                      <a:pt x="10" y="23"/>
                    </a:cubicBezTo>
                    <a:cubicBezTo>
                      <a:pt x="12" y="20"/>
                      <a:pt x="16" y="19"/>
                      <a:pt x="18" y="17"/>
                    </a:cubicBezTo>
                    <a:cubicBezTo>
                      <a:pt x="19" y="14"/>
                      <a:pt x="19" y="11"/>
                      <a:pt x="19" y="8"/>
                    </a:cubicBezTo>
                    <a:cubicBezTo>
                      <a:pt x="20" y="5"/>
                      <a:pt x="22" y="0"/>
                      <a:pt x="26" y="2"/>
                    </a:cubicBezTo>
                    <a:cubicBezTo>
                      <a:pt x="37" y="6"/>
                      <a:pt x="21" y="21"/>
                      <a:pt x="19" y="2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3" name="Freeform 2133">
                <a:extLst>
                  <a:ext uri="{FF2B5EF4-FFF2-40B4-BE49-F238E27FC236}">
                    <a16:creationId xmlns:a16="http://schemas.microsoft.com/office/drawing/2014/main" id="{1A861514-6270-9844-8BA5-4C60F41EF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852"/>
                <a:ext cx="18" cy="13"/>
              </a:xfrm>
              <a:custGeom>
                <a:avLst/>
                <a:gdLst>
                  <a:gd name="T0" fmla="*/ 13 w 45"/>
                  <a:gd name="T1" fmla="*/ 23 h 31"/>
                  <a:gd name="T2" fmla="*/ 9 w 45"/>
                  <a:gd name="T3" fmla="*/ 15 h 31"/>
                  <a:gd name="T4" fmla="*/ 2 w 45"/>
                  <a:gd name="T5" fmla="*/ 8 h 31"/>
                  <a:gd name="T6" fmla="*/ 7 w 45"/>
                  <a:gd name="T7" fmla="*/ 2 h 31"/>
                  <a:gd name="T8" fmla="*/ 14 w 45"/>
                  <a:gd name="T9" fmla="*/ 10 h 31"/>
                  <a:gd name="T10" fmla="*/ 23 w 45"/>
                  <a:gd name="T11" fmla="*/ 13 h 31"/>
                  <a:gd name="T12" fmla="*/ 30 w 45"/>
                  <a:gd name="T13" fmla="*/ 20 h 31"/>
                  <a:gd name="T14" fmla="*/ 41 w 45"/>
                  <a:gd name="T15" fmla="*/ 18 h 31"/>
                  <a:gd name="T16" fmla="*/ 38 w 45"/>
                  <a:gd name="T17" fmla="*/ 27 h 31"/>
                  <a:gd name="T18" fmla="*/ 23 w 45"/>
                  <a:gd name="T19" fmla="*/ 31 h 31"/>
                  <a:gd name="T20" fmla="*/ 16 w 45"/>
                  <a:gd name="T21" fmla="*/ 29 h 31"/>
                  <a:gd name="T22" fmla="*/ 13 w 45"/>
                  <a:gd name="T23" fmla="*/ 2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31">
                    <a:moveTo>
                      <a:pt x="13" y="23"/>
                    </a:moveTo>
                    <a:cubicBezTo>
                      <a:pt x="12" y="20"/>
                      <a:pt x="11" y="17"/>
                      <a:pt x="9" y="15"/>
                    </a:cubicBezTo>
                    <a:cubicBezTo>
                      <a:pt x="6" y="13"/>
                      <a:pt x="3" y="11"/>
                      <a:pt x="2" y="8"/>
                    </a:cubicBezTo>
                    <a:cubicBezTo>
                      <a:pt x="0" y="3"/>
                      <a:pt x="3" y="0"/>
                      <a:pt x="7" y="2"/>
                    </a:cubicBezTo>
                    <a:cubicBezTo>
                      <a:pt x="11" y="3"/>
                      <a:pt x="12" y="7"/>
                      <a:pt x="14" y="10"/>
                    </a:cubicBezTo>
                    <a:cubicBezTo>
                      <a:pt x="17" y="14"/>
                      <a:pt x="20" y="11"/>
                      <a:pt x="23" y="13"/>
                    </a:cubicBezTo>
                    <a:cubicBezTo>
                      <a:pt x="27" y="15"/>
                      <a:pt x="26" y="19"/>
                      <a:pt x="30" y="20"/>
                    </a:cubicBezTo>
                    <a:cubicBezTo>
                      <a:pt x="33" y="20"/>
                      <a:pt x="39" y="17"/>
                      <a:pt x="41" y="18"/>
                    </a:cubicBezTo>
                    <a:cubicBezTo>
                      <a:pt x="45" y="21"/>
                      <a:pt x="40" y="25"/>
                      <a:pt x="38" y="27"/>
                    </a:cubicBezTo>
                    <a:cubicBezTo>
                      <a:pt x="34" y="30"/>
                      <a:pt x="28" y="31"/>
                      <a:pt x="23" y="31"/>
                    </a:cubicBezTo>
                    <a:cubicBezTo>
                      <a:pt x="21" y="31"/>
                      <a:pt x="18" y="30"/>
                      <a:pt x="16" y="29"/>
                    </a:cubicBezTo>
                    <a:cubicBezTo>
                      <a:pt x="13" y="27"/>
                      <a:pt x="14" y="25"/>
                      <a:pt x="13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4" name="Freeform 2134">
                <a:extLst>
                  <a:ext uri="{FF2B5EF4-FFF2-40B4-BE49-F238E27FC236}">
                    <a16:creationId xmlns:a16="http://schemas.microsoft.com/office/drawing/2014/main" id="{9ED4D7AD-4E01-BD46-B2F6-6267628EA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852"/>
                <a:ext cx="13" cy="8"/>
              </a:xfrm>
              <a:custGeom>
                <a:avLst/>
                <a:gdLst>
                  <a:gd name="T0" fmla="*/ 18 w 31"/>
                  <a:gd name="T1" fmla="*/ 18 h 19"/>
                  <a:gd name="T2" fmla="*/ 18 w 31"/>
                  <a:gd name="T3" fmla="*/ 18 h 19"/>
                  <a:gd name="T4" fmla="*/ 6 w 31"/>
                  <a:gd name="T5" fmla="*/ 17 h 19"/>
                  <a:gd name="T6" fmla="*/ 12 w 31"/>
                  <a:gd name="T7" fmla="*/ 6 h 19"/>
                  <a:gd name="T8" fmla="*/ 19 w 31"/>
                  <a:gd name="T9" fmla="*/ 0 h 19"/>
                  <a:gd name="T10" fmla="*/ 28 w 31"/>
                  <a:gd name="T11" fmla="*/ 4 h 19"/>
                  <a:gd name="T12" fmla="*/ 18 w 31"/>
                  <a:gd name="T13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19"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4" y="18"/>
                      <a:pt x="9" y="19"/>
                      <a:pt x="6" y="17"/>
                    </a:cubicBezTo>
                    <a:cubicBezTo>
                      <a:pt x="0" y="13"/>
                      <a:pt x="10" y="9"/>
                      <a:pt x="12" y="6"/>
                    </a:cubicBezTo>
                    <a:cubicBezTo>
                      <a:pt x="14" y="3"/>
                      <a:pt x="15" y="1"/>
                      <a:pt x="19" y="0"/>
                    </a:cubicBezTo>
                    <a:cubicBezTo>
                      <a:pt x="22" y="0"/>
                      <a:pt x="26" y="1"/>
                      <a:pt x="28" y="4"/>
                    </a:cubicBezTo>
                    <a:cubicBezTo>
                      <a:pt x="31" y="9"/>
                      <a:pt x="23" y="17"/>
                      <a:pt x="18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5" name="Freeform 2135">
                <a:extLst>
                  <a:ext uri="{FF2B5EF4-FFF2-40B4-BE49-F238E27FC236}">
                    <a16:creationId xmlns:a16="http://schemas.microsoft.com/office/drawing/2014/main" id="{F4963572-14D9-564C-81A1-7FF9EA4AF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3979"/>
                <a:ext cx="5" cy="7"/>
              </a:xfrm>
              <a:custGeom>
                <a:avLst/>
                <a:gdLst>
                  <a:gd name="T0" fmla="*/ 3 w 12"/>
                  <a:gd name="T1" fmla="*/ 9 h 16"/>
                  <a:gd name="T2" fmla="*/ 0 w 12"/>
                  <a:gd name="T3" fmla="*/ 7 h 16"/>
                  <a:gd name="T4" fmla="*/ 4 w 12"/>
                  <a:gd name="T5" fmla="*/ 2 h 16"/>
                  <a:gd name="T6" fmla="*/ 10 w 12"/>
                  <a:gd name="T7" fmla="*/ 3 h 16"/>
                  <a:gd name="T8" fmla="*/ 11 w 12"/>
                  <a:gd name="T9" fmla="*/ 12 h 16"/>
                  <a:gd name="T10" fmla="*/ 9 w 12"/>
                  <a:gd name="T11" fmla="*/ 15 h 16"/>
                  <a:gd name="T12" fmla="*/ 6 w 12"/>
                  <a:gd name="T13" fmla="*/ 12 h 16"/>
                  <a:gd name="T14" fmla="*/ 3 w 12"/>
                  <a:gd name="T15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9"/>
                    </a:moveTo>
                    <a:cubicBezTo>
                      <a:pt x="2" y="9"/>
                      <a:pt x="0" y="9"/>
                      <a:pt x="0" y="7"/>
                    </a:cubicBezTo>
                    <a:cubicBezTo>
                      <a:pt x="0" y="6"/>
                      <a:pt x="3" y="3"/>
                      <a:pt x="4" y="2"/>
                    </a:cubicBezTo>
                    <a:cubicBezTo>
                      <a:pt x="6" y="0"/>
                      <a:pt x="8" y="1"/>
                      <a:pt x="10" y="3"/>
                    </a:cubicBezTo>
                    <a:cubicBezTo>
                      <a:pt x="12" y="5"/>
                      <a:pt x="11" y="8"/>
                      <a:pt x="11" y="12"/>
                    </a:cubicBezTo>
                    <a:cubicBezTo>
                      <a:pt x="11" y="13"/>
                      <a:pt x="11" y="16"/>
                      <a:pt x="9" y="15"/>
                    </a:cubicBezTo>
                    <a:cubicBezTo>
                      <a:pt x="7" y="15"/>
                      <a:pt x="7" y="13"/>
                      <a:pt x="6" y="12"/>
                    </a:cubicBezTo>
                    <a:cubicBezTo>
                      <a:pt x="5" y="10"/>
                      <a:pt x="5" y="10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6" name="Freeform 2136">
                <a:extLst>
                  <a:ext uri="{FF2B5EF4-FFF2-40B4-BE49-F238E27FC236}">
                    <a16:creationId xmlns:a16="http://schemas.microsoft.com/office/drawing/2014/main" id="{64B34211-3617-6746-B781-3B9B25124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3986"/>
                <a:ext cx="12" cy="12"/>
              </a:xfrm>
              <a:custGeom>
                <a:avLst/>
                <a:gdLst>
                  <a:gd name="T0" fmla="*/ 14 w 29"/>
                  <a:gd name="T1" fmla="*/ 15 h 31"/>
                  <a:gd name="T2" fmla="*/ 14 w 29"/>
                  <a:gd name="T3" fmla="*/ 11 h 31"/>
                  <a:gd name="T4" fmla="*/ 11 w 29"/>
                  <a:gd name="T5" fmla="*/ 8 h 31"/>
                  <a:gd name="T6" fmla="*/ 8 w 29"/>
                  <a:gd name="T7" fmla="*/ 6 h 31"/>
                  <a:gd name="T8" fmla="*/ 17 w 29"/>
                  <a:gd name="T9" fmla="*/ 1 h 31"/>
                  <a:gd name="T10" fmla="*/ 25 w 29"/>
                  <a:gd name="T11" fmla="*/ 2 h 31"/>
                  <a:gd name="T12" fmla="*/ 28 w 29"/>
                  <a:gd name="T13" fmla="*/ 9 h 31"/>
                  <a:gd name="T14" fmla="*/ 23 w 29"/>
                  <a:gd name="T15" fmla="*/ 19 h 31"/>
                  <a:gd name="T16" fmla="*/ 19 w 29"/>
                  <a:gd name="T17" fmla="*/ 27 h 31"/>
                  <a:gd name="T18" fmla="*/ 10 w 29"/>
                  <a:gd name="T19" fmla="*/ 30 h 31"/>
                  <a:gd name="T20" fmla="*/ 1 w 29"/>
                  <a:gd name="T21" fmla="*/ 27 h 31"/>
                  <a:gd name="T22" fmla="*/ 5 w 29"/>
                  <a:gd name="T23" fmla="*/ 20 h 31"/>
                  <a:gd name="T24" fmla="*/ 14 w 29"/>
                  <a:gd name="T25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31">
                    <a:moveTo>
                      <a:pt x="14" y="15"/>
                    </a:moveTo>
                    <a:cubicBezTo>
                      <a:pt x="15" y="13"/>
                      <a:pt x="15" y="13"/>
                      <a:pt x="14" y="11"/>
                    </a:cubicBezTo>
                    <a:cubicBezTo>
                      <a:pt x="13" y="9"/>
                      <a:pt x="13" y="8"/>
                      <a:pt x="11" y="8"/>
                    </a:cubicBezTo>
                    <a:cubicBezTo>
                      <a:pt x="9" y="8"/>
                      <a:pt x="8" y="8"/>
                      <a:pt x="8" y="6"/>
                    </a:cubicBezTo>
                    <a:cubicBezTo>
                      <a:pt x="8" y="2"/>
                      <a:pt x="14" y="2"/>
                      <a:pt x="17" y="1"/>
                    </a:cubicBezTo>
                    <a:cubicBezTo>
                      <a:pt x="20" y="0"/>
                      <a:pt x="23" y="0"/>
                      <a:pt x="25" y="2"/>
                    </a:cubicBezTo>
                    <a:cubicBezTo>
                      <a:pt x="28" y="4"/>
                      <a:pt x="28" y="5"/>
                      <a:pt x="28" y="9"/>
                    </a:cubicBezTo>
                    <a:cubicBezTo>
                      <a:pt x="29" y="13"/>
                      <a:pt x="25" y="16"/>
                      <a:pt x="23" y="19"/>
                    </a:cubicBezTo>
                    <a:cubicBezTo>
                      <a:pt x="21" y="22"/>
                      <a:pt x="21" y="25"/>
                      <a:pt x="19" y="27"/>
                    </a:cubicBezTo>
                    <a:cubicBezTo>
                      <a:pt x="17" y="30"/>
                      <a:pt x="13" y="30"/>
                      <a:pt x="10" y="30"/>
                    </a:cubicBezTo>
                    <a:cubicBezTo>
                      <a:pt x="7" y="30"/>
                      <a:pt x="2" y="31"/>
                      <a:pt x="1" y="27"/>
                    </a:cubicBezTo>
                    <a:cubicBezTo>
                      <a:pt x="0" y="24"/>
                      <a:pt x="2" y="22"/>
                      <a:pt x="5" y="20"/>
                    </a:cubicBezTo>
                    <a:cubicBezTo>
                      <a:pt x="9" y="19"/>
                      <a:pt x="11" y="18"/>
                      <a:pt x="14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7" name="Freeform 2137">
                <a:extLst>
                  <a:ext uri="{FF2B5EF4-FFF2-40B4-BE49-F238E27FC236}">
                    <a16:creationId xmlns:a16="http://schemas.microsoft.com/office/drawing/2014/main" id="{7F5D5D6C-9C81-5D48-9559-24C232B51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4016"/>
                <a:ext cx="5" cy="5"/>
              </a:xfrm>
              <a:custGeom>
                <a:avLst/>
                <a:gdLst>
                  <a:gd name="T0" fmla="*/ 2 w 11"/>
                  <a:gd name="T1" fmla="*/ 12 h 13"/>
                  <a:gd name="T2" fmla="*/ 1 w 11"/>
                  <a:gd name="T3" fmla="*/ 5 h 13"/>
                  <a:gd name="T4" fmla="*/ 6 w 11"/>
                  <a:gd name="T5" fmla="*/ 1 h 13"/>
                  <a:gd name="T6" fmla="*/ 11 w 11"/>
                  <a:gd name="T7" fmla="*/ 3 h 13"/>
                  <a:gd name="T8" fmla="*/ 11 w 11"/>
                  <a:gd name="T9" fmla="*/ 6 h 13"/>
                  <a:gd name="T10" fmla="*/ 8 w 11"/>
                  <a:gd name="T11" fmla="*/ 12 h 13"/>
                  <a:gd name="T12" fmla="*/ 2 w 11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2" y="12"/>
                    </a:moveTo>
                    <a:cubicBezTo>
                      <a:pt x="1" y="10"/>
                      <a:pt x="0" y="6"/>
                      <a:pt x="1" y="5"/>
                    </a:cubicBezTo>
                    <a:cubicBezTo>
                      <a:pt x="1" y="3"/>
                      <a:pt x="4" y="1"/>
                      <a:pt x="6" y="1"/>
                    </a:cubicBezTo>
                    <a:cubicBezTo>
                      <a:pt x="7" y="0"/>
                      <a:pt x="11" y="0"/>
                      <a:pt x="11" y="3"/>
                    </a:cubicBezTo>
                    <a:cubicBezTo>
                      <a:pt x="11" y="3"/>
                      <a:pt x="11" y="5"/>
                      <a:pt x="11" y="6"/>
                    </a:cubicBezTo>
                    <a:cubicBezTo>
                      <a:pt x="10" y="8"/>
                      <a:pt x="10" y="11"/>
                      <a:pt x="8" y="12"/>
                    </a:cubicBezTo>
                    <a:cubicBezTo>
                      <a:pt x="7" y="13"/>
                      <a:pt x="3" y="13"/>
                      <a:pt x="2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8" name="Freeform 2138">
                <a:extLst>
                  <a:ext uri="{FF2B5EF4-FFF2-40B4-BE49-F238E27FC236}">
                    <a16:creationId xmlns:a16="http://schemas.microsoft.com/office/drawing/2014/main" id="{E9CF5EB1-129C-E844-A2AE-53344AF08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4009"/>
                <a:ext cx="10" cy="11"/>
              </a:xfrm>
              <a:custGeom>
                <a:avLst/>
                <a:gdLst>
                  <a:gd name="T0" fmla="*/ 5 w 24"/>
                  <a:gd name="T1" fmla="*/ 3 h 27"/>
                  <a:gd name="T2" fmla="*/ 10 w 24"/>
                  <a:gd name="T3" fmla="*/ 1 h 27"/>
                  <a:gd name="T4" fmla="*/ 17 w 24"/>
                  <a:gd name="T5" fmla="*/ 1 h 27"/>
                  <a:gd name="T6" fmla="*/ 23 w 24"/>
                  <a:gd name="T7" fmla="*/ 5 h 27"/>
                  <a:gd name="T8" fmla="*/ 19 w 24"/>
                  <a:gd name="T9" fmla="*/ 13 h 27"/>
                  <a:gd name="T10" fmla="*/ 16 w 24"/>
                  <a:gd name="T11" fmla="*/ 25 h 27"/>
                  <a:gd name="T12" fmla="*/ 6 w 24"/>
                  <a:gd name="T13" fmla="*/ 25 h 27"/>
                  <a:gd name="T14" fmla="*/ 4 w 24"/>
                  <a:gd name="T15" fmla="*/ 14 h 27"/>
                  <a:gd name="T16" fmla="*/ 1 w 24"/>
                  <a:gd name="T17" fmla="*/ 8 h 27"/>
                  <a:gd name="T18" fmla="*/ 5 w 24"/>
                  <a:gd name="T19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7">
                    <a:moveTo>
                      <a:pt x="5" y="3"/>
                    </a:moveTo>
                    <a:cubicBezTo>
                      <a:pt x="7" y="2"/>
                      <a:pt x="8" y="1"/>
                      <a:pt x="10" y="1"/>
                    </a:cubicBezTo>
                    <a:cubicBezTo>
                      <a:pt x="13" y="0"/>
                      <a:pt x="15" y="1"/>
                      <a:pt x="17" y="1"/>
                    </a:cubicBezTo>
                    <a:cubicBezTo>
                      <a:pt x="20" y="1"/>
                      <a:pt x="22" y="2"/>
                      <a:pt x="23" y="5"/>
                    </a:cubicBezTo>
                    <a:cubicBezTo>
                      <a:pt x="24" y="9"/>
                      <a:pt x="20" y="9"/>
                      <a:pt x="19" y="13"/>
                    </a:cubicBezTo>
                    <a:cubicBezTo>
                      <a:pt x="17" y="16"/>
                      <a:pt x="20" y="23"/>
                      <a:pt x="16" y="25"/>
                    </a:cubicBezTo>
                    <a:cubicBezTo>
                      <a:pt x="14" y="27"/>
                      <a:pt x="9" y="27"/>
                      <a:pt x="6" y="25"/>
                    </a:cubicBezTo>
                    <a:cubicBezTo>
                      <a:pt x="3" y="22"/>
                      <a:pt x="6" y="17"/>
                      <a:pt x="4" y="14"/>
                    </a:cubicBezTo>
                    <a:cubicBezTo>
                      <a:pt x="2" y="12"/>
                      <a:pt x="0" y="11"/>
                      <a:pt x="1" y="8"/>
                    </a:cubicBezTo>
                    <a:cubicBezTo>
                      <a:pt x="1" y="6"/>
                      <a:pt x="3" y="4"/>
                      <a:pt x="5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9" name="Freeform 2139">
                <a:extLst>
                  <a:ext uri="{FF2B5EF4-FFF2-40B4-BE49-F238E27FC236}">
                    <a16:creationId xmlns:a16="http://schemas.microsoft.com/office/drawing/2014/main" id="{FA3C6CEB-C9AC-2F40-A2E4-A182515C3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4065"/>
                <a:ext cx="7" cy="6"/>
              </a:xfrm>
              <a:custGeom>
                <a:avLst/>
                <a:gdLst>
                  <a:gd name="T0" fmla="*/ 2 w 18"/>
                  <a:gd name="T1" fmla="*/ 0 h 16"/>
                  <a:gd name="T2" fmla="*/ 6 w 18"/>
                  <a:gd name="T3" fmla="*/ 0 h 16"/>
                  <a:gd name="T4" fmla="*/ 10 w 18"/>
                  <a:gd name="T5" fmla="*/ 1 h 16"/>
                  <a:gd name="T6" fmla="*/ 13 w 18"/>
                  <a:gd name="T7" fmla="*/ 3 h 16"/>
                  <a:gd name="T8" fmla="*/ 16 w 18"/>
                  <a:gd name="T9" fmla="*/ 6 h 16"/>
                  <a:gd name="T10" fmla="*/ 15 w 18"/>
                  <a:gd name="T11" fmla="*/ 13 h 16"/>
                  <a:gd name="T12" fmla="*/ 7 w 18"/>
                  <a:gd name="T13" fmla="*/ 10 h 16"/>
                  <a:gd name="T14" fmla="*/ 3 w 18"/>
                  <a:gd name="T15" fmla="*/ 6 h 16"/>
                  <a:gd name="T16" fmla="*/ 2 w 18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6">
                    <a:moveTo>
                      <a:pt x="2" y="0"/>
                    </a:moveTo>
                    <a:cubicBezTo>
                      <a:pt x="3" y="0"/>
                      <a:pt x="5" y="0"/>
                      <a:pt x="6" y="0"/>
                    </a:cubicBezTo>
                    <a:cubicBezTo>
                      <a:pt x="8" y="0"/>
                      <a:pt x="8" y="0"/>
                      <a:pt x="10" y="1"/>
                    </a:cubicBezTo>
                    <a:cubicBezTo>
                      <a:pt x="11" y="3"/>
                      <a:pt x="11" y="3"/>
                      <a:pt x="13" y="3"/>
                    </a:cubicBezTo>
                    <a:cubicBezTo>
                      <a:pt x="14" y="3"/>
                      <a:pt x="15" y="4"/>
                      <a:pt x="16" y="6"/>
                    </a:cubicBezTo>
                    <a:cubicBezTo>
                      <a:pt x="18" y="8"/>
                      <a:pt x="18" y="11"/>
                      <a:pt x="15" y="13"/>
                    </a:cubicBezTo>
                    <a:cubicBezTo>
                      <a:pt x="11" y="16"/>
                      <a:pt x="9" y="13"/>
                      <a:pt x="7" y="10"/>
                    </a:cubicBezTo>
                    <a:cubicBezTo>
                      <a:pt x="6" y="8"/>
                      <a:pt x="5" y="7"/>
                      <a:pt x="3" y="6"/>
                    </a:cubicBezTo>
                    <a:cubicBezTo>
                      <a:pt x="2" y="5"/>
                      <a:pt x="0" y="2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0" name="Freeform 2140">
                <a:extLst>
                  <a:ext uri="{FF2B5EF4-FFF2-40B4-BE49-F238E27FC236}">
                    <a16:creationId xmlns:a16="http://schemas.microsoft.com/office/drawing/2014/main" id="{B7D2ADC9-B657-CC4C-9800-4CB94295C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4056"/>
                <a:ext cx="7" cy="5"/>
              </a:xfrm>
              <a:custGeom>
                <a:avLst/>
                <a:gdLst>
                  <a:gd name="T0" fmla="*/ 1 w 17"/>
                  <a:gd name="T1" fmla="*/ 9 h 11"/>
                  <a:gd name="T2" fmla="*/ 3 w 17"/>
                  <a:gd name="T3" fmla="*/ 3 h 11"/>
                  <a:gd name="T4" fmla="*/ 9 w 17"/>
                  <a:gd name="T5" fmla="*/ 1 h 11"/>
                  <a:gd name="T6" fmla="*/ 16 w 17"/>
                  <a:gd name="T7" fmla="*/ 3 h 11"/>
                  <a:gd name="T8" fmla="*/ 10 w 17"/>
                  <a:gd name="T9" fmla="*/ 9 h 11"/>
                  <a:gd name="T10" fmla="*/ 1 w 17"/>
                  <a:gd name="T1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1">
                    <a:moveTo>
                      <a:pt x="1" y="9"/>
                    </a:moveTo>
                    <a:cubicBezTo>
                      <a:pt x="0" y="8"/>
                      <a:pt x="2" y="4"/>
                      <a:pt x="3" y="3"/>
                    </a:cubicBezTo>
                    <a:cubicBezTo>
                      <a:pt x="4" y="1"/>
                      <a:pt x="7" y="2"/>
                      <a:pt x="9" y="1"/>
                    </a:cubicBezTo>
                    <a:cubicBezTo>
                      <a:pt x="12" y="0"/>
                      <a:pt x="14" y="0"/>
                      <a:pt x="16" y="3"/>
                    </a:cubicBezTo>
                    <a:cubicBezTo>
                      <a:pt x="17" y="6"/>
                      <a:pt x="12" y="8"/>
                      <a:pt x="10" y="9"/>
                    </a:cubicBezTo>
                    <a:cubicBezTo>
                      <a:pt x="8" y="10"/>
                      <a:pt x="2" y="11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1" name="Freeform 2141">
                <a:extLst>
                  <a:ext uri="{FF2B5EF4-FFF2-40B4-BE49-F238E27FC236}">
                    <a16:creationId xmlns:a16="http://schemas.microsoft.com/office/drawing/2014/main" id="{793A5254-BFE9-A44D-9939-0BE20879B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4053"/>
                <a:ext cx="14" cy="10"/>
              </a:xfrm>
              <a:custGeom>
                <a:avLst/>
                <a:gdLst>
                  <a:gd name="T0" fmla="*/ 16 w 35"/>
                  <a:gd name="T1" fmla="*/ 7 h 25"/>
                  <a:gd name="T2" fmla="*/ 20 w 35"/>
                  <a:gd name="T3" fmla="*/ 5 h 25"/>
                  <a:gd name="T4" fmla="*/ 26 w 35"/>
                  <a:gd name="T5" fmla="*/ 1 h 25"/>
                  <a:gd name="T6" fmla="*/ 31 w 35"/>
                  <a:gd name="T7" fmla="*/ 2 h 25"/>
                  <a:gd name="T8" fmla="*/ 34 w 35"/>
                  <a:gd name="T9" fmla="*/ 3 h 25"/>
                  <a:gd name="T10" fmla="*/ 35 w 35"/>
                  <a:gd name="T11" fmla="*/ 6 h 25"/>
                  <a:gd name="T12" fmla="*/ 29 w 35"/>
                  <a:gd name="T13" fmla="*/ 10 h 25"/>
                  <a:gd name="T14" fmla="*/ 22 w 35"/>
                  <a:gd name="T15" fmla="*/ 13 h 25"/>
                  <a:gd name="T16" fmla="*/ 16 w 35"/>
                  <a:gd name="T17" fmla="*/ 17 h 25"/>
                  <a:gd name="T18" fmla="*/ 10 w 35"/>
                  <a:gd name="T19" fmla="*/ 21 h 25"/>
                  <a:gd name="T20" fmla="*/ 7 w 35"/>
                  <a:gd name="T21" fmla="*/ 23 h 25"/>
                  <a:gd name="T22" fmla="*/ 4 w 35"/>
                  <a:gd name="T23" fmla="*/ 24 h 25"/>
                  <a:gd name="T24" fmla="*/ 0 w 35"/>
                  <a:gd name="T25" fmla="*/ 21 h 25"/>
                  <a:gd name="T26" fmla="*/ 5 w 35"/>
                  <a:gd name="T27" fmla="*/ 16 h 25"/>
                  <a:gd name="T28" fmla="*/ 11 w 35"/>
                  <a:gd name="T29" fmla="*/ 12 h 25"/>
                  <a:gd name="T30" fmla="*/ 16 w 35"/>
                  <a:gd name="T31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25">
                    <a:moveTo>
                      <a:pt x="16" y="7"/>
                    </a:moveTo>
                    <a:cubicBezTo>
                      <a:pt x="17" y="6"/>
                      <a:pt x="18" y="6"/>
                      <a:pt x="20" y="5"/>
                    </a:cubicBezTo>
                    <a:cubicBezTo>
                      <a:pt x="22" y="5"/>
                      <a:pt x="23" y="2"/>
                      <a:pt x="26" y="1"/>
                    </a:cubicBezTo>
                    <a:cubicBezTo>
                      <a:pt x="27" y="0"/>
                      <a:pt x="29" y="1"/>
                      <a:pt x="31" y="2"/>
                    </a:cubicBezTo>
                    <a:cubicBezTo>
                      <a:pt x="32" y="2"/>
                      <a:pt x="34" y="2"/>
                      <a:pt x="34" y="3"/>
                    </a:cubicBezTo>
                    <a:cubicBezTo>
                      <a:pt x="35" y="4"/>
                      <a:pt x="35" y="5"/>
                      <a:pt x="35" y="6"/>
                    </a:cubicBezTo>
                    <a:cubicBezTo>
                      <a:pt x="34" y="9"/>
                      <a:pt x="32" y="9"/>
                      <a:pt x="29" y="10"/>
                    </a:cubicBezTo>
                    <a:cubicBezTo>
                      <a:pt x="27" y="10"/>
                      <a:pt x="24" y="11"/>
                      <a:pt x="22" y="13"/>
                    </a:cubicBezTo>
                    <a:cubicBezTo>
                      <a:pt x="20" y="15"/>
                      <a:pt x="18" y="16"/>
                      <a:pt x="16" y="17"/>
                    </a:cubicBezTo>
                    <a:cubicBezTo>
                      <a:pt x="14" y="19"/>
                      <a:pt x="13" y="21"/>
                      <a:pt x="10" y="21"/>
                    </a:cubicBezTo>
                    <a:cubicBezTo>
                      <a:pt x="9" y="22"/>
                      <a:pt x="8" y="22"/>
                      <a:pt x="7" y="23"/>
                    </a:cubicBezTo>
                    <a:cubicBezTo>
                      <a:pt x="6" y="23"/>
                      <a:pt x="5" y="24"/>
                      <a:pt x="4" y="24"/>
                    </a:cubicBezTo>
                    <a:cubicBezTo>
                      <a:pt x="2" y="25"/>
                      <a:pt x="0" y="23"/>
                      <a:pt x="0" y="21"/>
                    </a:cubicBezTo>
                    <a:cubicBezTo>
                      <a:pt x="0" y="19"/>
                      <a:pt x="3" y="17"/>
                      <a:pt x="5" y="16"/>
                    </a:cubicBezTo>
                    <a:cubicBezTo>
                      <a:pt x="7" y="15"/>
                      <a:pt x="9" y="14"/>
                      <a:pt x="11" y="12"/>
                    </a:cubicBezTo>
                    <a:cubicBezTo>
                      <a:pt x="13" y="10"/>
                      <a:pt x="14" y="8"/>
                      <a:pt x="16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2" name="Freeform 2142">
                <a:extLst>
                  <a:ext uri="{FF2B5EF4-FFF2-40B4-BE49-F238E27FC236}">
                    <a16:creationId xmlns:a16="http://schemas.microsoft.com/office/drawing/2014/main" id="{845812BD-3196-C044-B6DC-098D8B0E5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4047"/>
                <a:ext cx="3" cy="3"/>
              </a:xfrm>
              <a:custGeom>
                <a:avLst/>
                <a:gdLst>
                  <a:gd name="T0" fmla="*/ 0 w 8"/>
                  <a:gd name="T1" fmla="*/ 4 h 8"/>
                  <a:gd name="T2" fmla="*/ 2 w 8"/>
                  <a:gd name="T3" fmla="*/ 1 h 8"/>
                  <a:gd name="T4" fmla="*/ 7 w 8"/>
                  <a:gd name="T5" fmla="*/ 4 h 8"/>
                  <a:gd name="T6" fmla="*/ 0 w 8"/>
                  <a:gd name="T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3" y="0"/>
                      <a:pt x="6" y="2"/>
                      <a:pt x="7" y="4"/>
                    </a:cubicBezTo>
                    <a:cubicBezTo>
                      <a:pt x="8" y="7"/>
                      <a:pt x="1" y="8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3" name="Freeform 2143">
                <a:extLst>
                  <a:ext uri="{FF2B5EF4-FFF2-40B4-BE49-F238E27FC236}">
                    <a16:creationId xmlns:a16="http://schemas.microsoft.com/office/drawing/2014/main" id="{17690870-21EC-3C4C-A8FF-EF499CC78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4149"/>
                <a:ext cx="6" cy="7"/>
              </a:xfrm>
              <a:custGeom>
                <a:avLst/>
                <a:gdLst>
                  <a:gd name="T0" fmla="*/ 3 w 13"/>
                  <a:gd name="T1" fmla="*/ 5 h 18"/>
                  <a:gd name="T2" fmla="*/ 5 w 13"/>
                  <a:gd name="T3" fmla="*/ 3 h 18"/>
                  <a:gd name="T4" fmla="*/ 7 w 13"/>
                  <a:gd name="T5" fmla="*/ 1 h 18"/>
                  <a:gd name="T6" fmla="*/ 11 w 13"/>
                  <a:gd name="T7" fmla="*/ 3 h 18"/>
                  <a:gd name="T8" fmla="*/ 12 w 13"/>
                  <a:gd name="T9" fmla="*/ 9 h 18"/>
                  <a:gd name="T10" fmla="*/ 12 w 13"/>
                  <a:gd name="T11" fmla="*/ 13 h 18"/>
                  <a:gd name="T12" fmla="*/ 11 w 13"/>
                  <a:gd name="T13" fmla="*/ 17 h 18"/>
                  <a:gd name="T14" fmla="*/ 8 w 13"/>
                  <a:gd name="T15" fmla="*/ 15 h 18"/>
                  <a:gd name="T16" fmla="*/ 5 w 13"/>
                  <a:gd name="T17" fmla="*/ 11 h 18"/>
                  <a:gd name="T18" fmla="*/ 1 w 13"/>
                  <a:gd name="T19" fmla="*/ 10 h 18"/>
                  <a:gd name="T20" fmla="*/ 3 w 13"/>
                  <a:gd name="T21" fmla="*/ 8 h 18"/>
                  <a:gd name="T22" fmla="*/ 3 w 13"/>
                  <a:gd name="T2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8">
                    <a:moveTo>
                      <a:pt x="3" y="5"/>
                    </a:moveTo>
                    <a:cubicBezTo>
                      <a:pt x="4" y="4"/>
                      <a:pt x="4" y="4"/>
                      <a:pt x="5" y="3"/>
                    </a:cubicBezTo>
                    <a:cubicBezTo>
                      <a:pt x="6" y="2"/>
                      <a:pt x="6" y="1"/>
                      <a:pt x="7" y="1"/>
                    </a:cubicBezTo>
                    <a:cubicBezTo>
                      <a:pt x="10" y="0"/>
                      <a:pt x="10" y="2"/>
                      <a:pt x="11" y="3"/>
                    </a:cubicBezTo>
                    <a:cubicBezTo>
                      <a:pt x="11" y="6"/>
                      <a:pt x="13" y="7"/>
                      <a:pt x="12" y="9"/>
                    </a:cubicBezTo>
                    <a:cubicBezTo>
                      <a:pt x="11" y="10"/>
                      <a:pt x="12" y="12"/>
                      <a:pt x="12" y="13"/>
                    </a:cubicBezTo>
                    <a:cubicBezTo>
                      <a:pt x="12" y="14"/>
                      <a:pt x="12" y="16"/>
                      <a:pt x="11" y="17"/>
                    </a:cubicBezTo>
                    <a:cubicBezTo>
                      <a:pt x="10" y="18"/>
                      <a:pt x="9" y="16"/>
                      <a:pt x="8" y="15"/>
                    </a:cubicBezTo>
                    <a:cubicBezTo>
                      <a:pt x="7" y="14"/>
                      <a:pt x="7" y="11"/>
                      <a:pt x="5" y="11"/>
                    </a:cubicBezTo>
                    <a:cubicBezTo>
                      <a:pt x="4" y="12"/>
                      <a:pt x="0" y="12"/>
                      <a:pt x="1" y="10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4" y="7"/>
                      <a:pt x="3" y="6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4" name="Freeform 2144">
                <a:extLst>
                  <a:ext uri="{FF2B5EF4-FFF2-40B4-BE49-F238E27FC236}">
                    <a16:creationId xmlns:a16="http://schemas.microsoft.com/office/drawing/2014/main" id="{FC0E4B08-94B1-E147-9B18-18E756FAA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4132"/>
                <a:ext cx="5" cy="6"/>
              </a:xfrm>
              <a:custGeom>
                <a:avLst/>
                <a:gdLst>
                  <a:gd name="T0" fmla="*/ 2 w 11"/>
                  <a:gd name="T1" fmla="*/ 4 h 16"/>
                  <a:gd name="T2" fmla="*/ 8 w 11"/>
                  <a:gd name="T3" fmla="*/ 0 h 16"/>
                  <a:gd name="T4" fmla="*/ 11 w 11"/>
                  <a:gd name="T5" fmla="*/ 4 h 16"/>
                  <a:gd name="T6" fmla="*/ 9 w 11"/>
                  <a:gd name="T7" fmla="*/ 7 h 16"/>
                  <a:gd name="T8" fmla="*/ 5 w 11"/>
                  <a:gd name="T9" fmla="*/ 9 h 16"/>
                  <a:gd name="T10" fmla="*/ 5 w 11"/>
                  <a:gd name="T11" fmla="*/ 12 h 16"/>
                  <a:gd name="T12" fmla="*/ 4 w 11"/>
                  <a:gd name="T13" fmla="*/ 15 h 16"/>
                  <a:gd name="T14" fmla="*/ 1 w 11"/>
                  <a:gd name="T15" fmla="*/ 13 h 16"/>
                  <a:gd name="T16" fmla="*/ 2 w 11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6">
                    <a:moveTo>
                      <a:pt x="2" y="4"/>
                    </a:moveTo>
                    <a:cubicBezTo>
                      <a:pt x="3" y="2"/>
                      <a:pt x="6" y="0"/>
                      <a:pt x="8" y="0"/>
                    </a:cubicBezTo>
                    <a:cubicBezTo>
                      <a:pt x="10" y="1"/>
                      <a:pt x="10" y="2"/>
                      <a:pt x="11" y="4"/>
                    </a:cubicBezTo>
                    <a:cubicBezTo>
                      <a:pt x="11" y="6"/>
                      <a:pt x="10" y="6"/>
                      <a:pt x="9" y="7"/>
                    </a:cubicBezTo>
                    <a:cubicBezTo>
                      <a:pt x="8" y="7"/>
                      <a:pt x="6" y="7"/>
                      <a:pt x="5" y="9"/>
                    </a:cubicBezTo>
                    <a:cubicBezTo>
                      <a:pt x="5" y="9"/>
                      <a:pt x="5" y="11"/>
                      <a:pt x="5" y="12"/>
                    </a:cubicBezTo>
                    <a:cubicBezTo>
                      <a:pt x="5" y="14"/>
                      <a:pt x="6" y="14"/>
                      <a:pt x="4" y="15"/>
                    </a:cubicBezTo>
                    <a:cubicBezTo>
                      <a:pt x="2" y="16"/>
                      <a:pt x="1" y="15"/>
                      <a:pt x="1" y="13"/>
                    </a:cubicBezTo>
                    <a:cubicBezTo>
                      <a:pt x="0" y="10"/>
                      <a:pt x="0" y="7"/>
                      <a:pt x="2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5" name="Freeform 2145">
                <a:extLst>
                  <a:ext uri="{FF2B5EF4-FFF2-40B4-BE49-F238E27FC236}">
                    <a16:creationId xmlns:a16="http://schemas.microsoft.com/office/drawing/2014/main" id="{DE2A89FD-C82C-CF4F-99F6-A763AD626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4130"/>
                <a:ext cx="5" cy="6"/>
              </a:xfrm>
              <a:custGeom>
                <a:avLst/>
                <a:gdLst>
                  <a:gd name="T0" fmla="*/ 7 w 12"/>
                  <a:gd name="T1" fmla="*/ 14 h 15"/>
                  <a:gd name="T2" fmla="*/ 4 w 12"/>
                  <a:gd name="T3" fmla="*/ 15 h 15"/>
                  <a:gd name="T4" fmla="*/ 5 w 12"/>
                  <a:gd name="T5" fmla="*/ 10 h 15"/>
                  <a:gd name="T6" fmla="*/ 7 w 12"/>
                  <a:gd name="T7" fmla="*/ 2 h 15"/>
                  <a:gd name="T8" fmla="*/ 11 w 12"/>
                  <a:gd name="T9" fmla="*/ 2 h 15"/>
                  <a:gd name="T10" fmla="*/ 12 w 12"/>
                  <a:gd name="T11" fmla="*/ 8 h 15"/>
                  <a:gd name="T12" fmla="*/ 9 w 12"/>
                  <a:gd name="T13" fmla="*/ 10 h 15"/>
                  <a:gd name="T14" fmla="*/ 7 w 12"/>
                  <a:gd name="T1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5">
                    <a:moveTo>
                      <a:pt x="7" y="14"/>
                    </a:moveTo>
                    <a:cubicBezTo>
                      <a:pt x="6" y="15"/>
                      <a:pt x="5" y="15"/>
                      <a:pt x="4" y="15"/>
                    </a:cubicBezTo>
                    <a:cubicBezTo>
                      <a:pt x="0" y="14"/>
                      <a:pt x="4" y="11"/>
                      <a:pt x="5" y="10"/>
                    </a:cubicBezTo>
                    <a:cubicBezTo>
                      <a:pt x="7" y="8"/>
                      <a:pt x="5" y="5"/>
                      <a:pt x="7" y="2"/>
                    </a:cubicBezTo>
                    <a:cubicBezTo>
                      <a:pt x="8" y="0"/>
                      <a:pt x="10" y="0"/>
                      <a:pt x="11" y="2"/>
                    </a:cubicBezTo>
                    <a:cubicBezTo>
                      <a:pt x="12" y="4"/>
                      <a:pt x="12" y="6"/>
                      <a:pt x="12" y="8"/>
                    </a:cubicBezTo>
                    <a:cubicBezTo>
                      <a:pt x="11" y="10"/>
                      <a:pt x="10" y="10"/>
                      <a:pt x="9" y="10"/>
                    </a:cubicBezTo>
                    <a:cubicBezTo>
                      <a:pt x="7" y="11"/>
                      <a:pt x="7" y="12"/>
                      <a:pt x="7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6" name="Freeform 2146">
                <a:extLst>
                  <a:ext uri="{FF2B5EF4-FFF2-40B4-BE49-F238E27FC236}">
                    <a16:creationId xmlns:a16="http://schemas.microsoft.com/office/drawing/2014/main" id="{FC428150-4E17-7D49-86A4-4F64B1A96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4104"/>
                <a:ext cx="4" cy="3"/>
              </a:xfrm>
              <a:custGeom>
                <a:avLst/>
                <a:gdLst>
                  <a:gd name="T0" fmla="*/ 3 w 9"/>
                  <a:gd name="T1" fmla="*/ 9 h 9"/>
                  <a:gd name="T2" fmla="*/ 2 w 9"/>
                  <a:gd name="T3" fmla="*/ 8 h 9"/>
                  <a:gd name="T4" fmla="*/ 0 w 9"/>
                  <a:gd name="T5" fmla="*/ 3 h 9"/>
                  <a:gd name="T6" fmla="*/ 5 w 9"/>
                  <a:gd name="T7" fmla="*/ 0 h 9"/>
                  <a:gd name="T8" fmla="*/ 9 w 9"/>
                  <a:gd name="T9" fmla="*/ 4 h 9"/>
                  <a:gd name="T10" fmla="*/ 7 w 9"/>
                  <a:gd name="T11" fmla="*/ 7 h 9"/>
                  <a:gd name="T12" fmla="*/ 5 w 9"/>
                  <a:gd name="T13" fmla="*/ 9 h 9"/>
                  <a:gd name="T14" fmla="*/ 4 w 9"/>
                  <a:gd name="T15" fmla="*/ 8 h 9"/>
                  <a:gd name="T16" fmla="*/ 3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3" y="9"/>
                    </a:moveTo>
                    <a:cubicBezTo>
                      <a:pt x="3" y="9"/>
                      <a:pt x="2" y="9"/>
                      <a:pt x="2" y="8"/>
                    </a:cubicBezTo>
                    <a:cubicBezTo>
                      <a:pt x="0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9" y="2"/>
                      <a:pt x="9" y="4"/>
                    </a:cubicBezTo>
                    <a:cubicBezTo>
                      <a:pt x="8" y="5"/>
                      <a:pt x="8" y="6"/>
                      <a:pt x="7" y="7"/>
                    </a:cubicBezTo>
                    <a:cubicBezTo>
                      <a:pt x="6" y="8"/>
                      <a:pt x="6" y="9"/>
                      <a:pt x="5" y="9"/>
                    </a:cubicBezTo>
                    <a:cubicBezTo>
                      <a:pt x="5" y="9"/>
                      <a:pt x="5" y="8"/>
                      <a:pt x="4" y="8"/>
                    </a:cubicBezTo>
                    <a:cubicBezTo>
                      <a:pt x="4" y="8"/>
                      <a:pt x="4" y="8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7" name="Freeform 2147">
                <a:extLst>
                  <a:ext uri="{FF2B5EF4-FFF2-40B4-BE49-F238E27FC236}">
                    <a16:creationId xmlns:a16="http://schemas.microsoft.com/office/drawing/2014/main" id="{CD257C46-96D3-8746-8223-F47CDD173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4001"/>
                <a:ext cx="34" cy="31"/>
              </a:xfrm>
              <a:custGeom>
                <a:avLst/>
                <a:gdLst>
                  <a:gd name="T0" fmla="*/ 26 w 84"/>
                  <a:gd name="T1" fmla="*/ 57 h 77"/>
                  <a:gd name="T2" fmla="*/ 20 w 84"/>
                  <a:gd name="T3" fmla="*/ 53 h 77"/>
                  <a:gd name="T4" fmla="*/ 14 w 84"/>
                  <a:gd name="T5" fmla="*/ 41 h 77"/>
                  <a:gd name="T6" fmla="*/ 2 w 84"/>
                  <a:gd name="T7" fmla="*/ 21 h 77"/>
                  <a:gd name="T8" fmla="*/ 6 w 84"/>
                  <a:gd name="T9" fmla="*/ 14 h 77"/>
                  <a:gd name="T10" fmla="*/ 13 w 84"/>
                  <a:gd name="T11" fmla="*/ 4 h 77"/>
                  <a:gd name="T12" fmla="*/ 19 w 84"/>
                  <a:gd name="T13" fmla="*/ 8 h 77"/>
                  <a:gd name="T14" fmla="*/ 26 w 84"/>
                  <a:gd name="T15" fmla="*/ 18 h 77"/>
                  <a:gd name="T16" fmla="*/ 33 w 84"/>
                  <a:gd name="T17" fmla="*/ 25 h 77"/>
                  <a:gd name="T18" fmla="*/ 45 w 84"/>
                  <a:gd name="T19" fmla="*/ 24 h 77"/>
                  <a:gd name="T20" fmla="*/ 48 w 84"/>
                  <a:gd name="T21" fmla="*/ 28 h 77"/>
                  <a:gd name="T22" fmla="*/ 54 w 84"/>
                  <a:gd name="T23" fmla="*/ 30 h 77"/>
                  <a:gd name="T24" fmla="*/ 65 w 84"/>
                  <a:gd name="T25" fmla="*/ 35 h 77"/>
                  <a:gd name="T26" fmla="*/ 68 w 84"/>
                  <a:gd name="T27" fmla="*/ 45 h 77"/>
                  <a:gd name="T28" fmla="*/ 77 w 84"/>
                  <a:gd name="T29" fmla="*/ 50 h 77"/>
                  <a:gd name="T30" fmla="*/ 81 w 84"/>
                  <a:gd name="T31" fmla="*/ 59 h 77"/>
                  <a:gd name="T32" fmla="*/ 67 w 84"/>
                  <a:gd name="T33" fmla="*/ 55 h 77"/>
                  <a:gd name="T34" fmla="*/ 58 w 84"/>
                  <a:gd name="T35" fmla="*/ 54 h 77"/>
                  <a:gd name="T36" fmla="*/ 50 w 84"/>
                  <a:gd name="T37" fmla="*/ 57 h 77"/>
                  <a:gd name="T38" fmla="*/ 48 w 84"/>
                  <a:gd name="T39" fmla="*/ 75 h 77"/>
                  <a:gd name="T40" fmla="*/ 37 w 84"/>
                  <a:gd name="T41" fmla="*/ 68 h 77"/>
                  <a:gd name="T42" fmla="*/ 31 w 84"/>
                  <a:gd name="T43" fmla="*/ 63 h 77"/>
                  <a:gd name="T44" fmla="*/ 26 w 84"/>
                  <a:gd name="T45" fmla="*/ 5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4" h="77">
                    <a:moveTo>
                      <a:pt x="26" y="57"/>
                    </a:moveTo>
                    <a:cubicBezTo>
                      <a:pt x="24" y="55"/>
                      <a:pt x="22" y="54"/>
                      <a:pt x="20" y="53"/>
                    </a:cubicBezTo>
                    <a:cubicBezTo>
                      <a:pt x="16" y="50"/>
                      <a:pt x="16" y="45"/>
                      <a:pt x="14" y="41"/>
                    </a:cubicBezTo>
                    <a:cubicBezTo>
                      <a:pt x="10" y="34"/>
                      <a:pt x="0" y="31"/>
                      <a:pt x="2" y="21"/>
                    </a:cubicBezTo>
                    <a:cubicBezTo>
                      <a:pt x="2" y="18"/>
                      <a:pt x="4" y="16"/>
                      <a:pt x="6" y="14"/>
                    </a:cubicBezTo>
                    <a:cubicBezTo>
                      <a:pt x="8" y="11"/>
                      <a:pt x="10" y="7"/>
                      <a:pt x="13" y="4"/>
                    </a:cubicBezTo>
                    <a:cubicBezTo>
                      <a:pt x="16" y="0"/>
                      <a:pt x="18" y="5"/>
                      <a:pt x="19" y="8"/>
                    </a:cubicBezTo>
                    <a:cubicBezTo>
                      <a:pt x="21" y="12"/>
                      <a:pt x="23" y="15"/>
                      <a:pt x="26" y="18"/>
                    </a:cubicBezTo>
                    <a:cubicBezTo>
                      <a:pt x="28" y="20"/>
                      <a:pt x="29" y="25"/>
                      <a:pt x="33" y="25"/>
                    </a:cubicBezTo>
                    <a:cubicBezTo>
                      <a:pt x="37" y="25"/>
                      <a:pt x="41" y="21"/>
                      <a:pt x="45" y="24"/>
                    </a:cubicBezTo>
                    <a:cubicBezTo>
                      <a:pt x="46" y="25"/>
                      <a:pt x="47" y="27"/>
                      <a:pt x="48" y="28"/>
                    </a:cubicBezTo>
                    <a:cubicBezTo>
                      <a:pt x="50" y="30"/>
                      <a:pt x="52" y="30"/>
                      <a:pt x="54" y="30"/>
                    </a:cubicBezTo>
                    <a:cubicBezTo>
                      <a:pt x="59" y="29"/>
                      <a:pt x="64" y="29"/>
                      <a:pt x="65" y="35"/>
                    </a:cubicBezTo>
                    <a:cubicBezTo>
                      <a:pt x="65" y="39"/>
                      <a:pt x="64" y="43"/>
                      <a:pt x="68" y="45"/>
                    </a:cubicBezTo>
                    <a:cubicBezTo>
                      <a:pt x="71" y="47"/>
                      <a:pt x="74" y="48"/>
                      <a:pt x="77" y="50"/>
                    </a:cubicBezTo>
                    <a:cubicBezTo>
                      <a:pt x="80" y="52"/>
                      <a:pt x="84" y="56"/>
                      <a:pt x="81" y="59"/>
                    </a:cubicBezTo>
                    <a:cubicBezTo>
                      <a:pt x="77" y="63"/>
                      <a:pt x="70" y="58"/>
                      <a:pt x="67" y="55"/>
                    </a:cubicBezTo>
                    <a:cubicBezTo>
                      <a:pt x="63" y="53"/>
                      <a:pt x="62" y="52"/>
                      <a:pt x="58" y="54"/>
                    </a:cubicBezTo>
                    <a:cubicBezTo>
                      <a:pt x="56" y="55"/>
                      <a:pt x="51" y="55"/>
                      <a:pt x="50" y="57"/>
                    </a:cubicBezTo>
                    <a:cubicBezTo>
                      <a:pt x="47" y="61"/>
                      <a:pt x="55" y="73"/>
                      <a:pt x="48" y="75"/>
                    </a:cubicBezTo>
                    <a:cubicBezTo>
                      <a:pt x="43" y="77"/>
                      <a:pt x="40" y="71"/>
                      <a:pt x="37" y="68"/>
                    </a:cubicBezTo>
                    <a:cubicBezTo>
                      <a:pt x="35" y="66"/>
                      <a:pt x="32" y="65"/>
                      <a:pt x="31" y="63"/>
                    </a:cubicBezTo>
                    <a:cubicBezTo>
                      <a:pt x="29" y="61"/>
                      <a:pt x="28" y="59"/>
                      <a:pt x="26" y="5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8" name="Freeform 2148">
                <a:extLst>
                  <a:ext uri="{FF2B5EF4-FFF2-40B4-BE49-F238E27FC236}">
                    <a16:creationId xmlns:a16="http://schemas.microsoft.com/office/drawing/2014/main" id="{84F5AE9C-7A60-3047-9DB0-5BEED1358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942"/>
                <a:ext cx="42" cy="44"/>
              </a:xfrm>
              <a:custGeom>
                <a:avLst/>
                <a:gdLst>
                  <a:gd name="T0" fmla="*/ 18 w 102"/>
                  <a:gd name="T1" fmla="*/ 53 h 109"/>
                  <a:gd name="T2" fmla="*/ 15 w 102"/>
                  <a:gd name="T3" fmla="*/ 60 h 109"/>
                  <a:gd name="T4" fmla="*/ 16 w 102"/>
                  <a:gd name="T5" fmla="*/ 81 h 109"/>
                  <a:gd name="T6" fmla="*/ 3 w 102"/>
                  <a:gd name="T7" fmla="*/ 77 h 109"/>
                  <a:gd name="T8" fmla="*/ 1 w 102"/>
                  <a:gd name="T9" fmla="*/ 65 h 109"/>
                  <a:gd name="T10" fmla="*/ 6 w 102"/>
                  <a:gd name="T11" fmla="*/ 57 h 109"/>
                  <a:gd name="T12" fmla="*/ 10 w 102"/>
                  <a:gd name="T13" fmla="*/ 47 h 109"/>
                  <a:gd name="T14" fmla="*/ 14 w 102"/>
                  <a:gd name="T15" fmla="*/ 35 h 109"/>
                  <a:gd name="T16" fmla="*/ 32 w 102"/>
                  <a:gd name="T17" fmla="*/ 46 h 109"/>
                  <a:gd name="T18" fmla="*/ 39 w 102"/>
                  <a:gd name="T19" fmla="*/ 37 h 109"/>
                  <a:gd name="T20" fmla="*/ 43 w 102"/>
                  <a:gd name="T21" fmla="*/ 29 h 109"/>
                  <a:gd name="T22" fmla="*/ 41 w 102"/>
                  <a:gd name="T23" fmla="*/ 6 h 109"/>
                  <a:gd name="T24" fmla="*/ 53 w 102"/>
                  <a:gd name="T25" fmla="*/ 18 h 109"/>
                  <a:gd name="T26" fmla="*/ 57 w 102"/>
                  <a:gd name="T27" fmla="*/ 29 h 109"/>
                  <a:gd name="T28" fmla="*/ 59 w 102"/>
                  <a:gd name="T29" fmla="*/ 38 h 109"/>
                  <a:gd name="T30" fmla="*/ 57 w 102"/>
                  <a:gd name="T31" fmla="*/ 58 h 109"/>
                  <a:gd name="T32" fmla="*/ 72 w 102"/>
                  <a:gd name="T33" fmla="*/ 58 h 109"/>
                  <a:gd name="T34" fmla="*/ 79 w 102"/>
                  <a:gd name="T35" fmla="*/ 67 h 109"/>
                  <a:gd name="T36" fmla="*/ 85 w 102"/>
                  <a:gd name="T37" fmla="*/ 76 h 109"/>
                  <a:gd name="T38" fmla="*/ 98 w 102"/>
                  <a:gd name="T39" fmla="*/ 90 h 109"/>
                  <a:gd name="T40" fmla="*/ 93 w 102"/>
                  <a:gd name="T41" fmla="*/ 105 h 109"/>
                  <a:gd name="T42" fmla="*/ 74 w 102"/>
                  <a:gd name="T43" fmla="*/ 104 h 109"/>
                  <a:gd name="T44" fmla="*/ 59 w 102"/>
                  <a:gd name="T45" fmla="*/ 94 h 109"/>
                  <a:gd name="T46" fmla="*/ 44 w 102"/>
                  <a:gd name="T47" fmla="*/ 101 h 109"/>
                  <a:gd name="T48" fmla="*/ 32 w 102"/>
                  <a:gd name="T49" fmla="*/ 89 h 109"/>
                  <a:gd name="T50" fmla="*/ 29 w 102"/>
                  <a:gd name="T51" fmla="*/ 83 h 109"/>
                  <a:gd name="T52" fmla="*/ 31 w 102"/>
                  <a:gd name="T53" fmla="*/ 72 h 109"/>
                  <a:gd name="T54" fmla="*/ 27 w 102"/>
                  <a:gd name="T55" fmla="*/ 61 h 109"/>
                  <a:gd name="T56" fmla="*/ 18 w 102"/>
                  <a:gd name="T57" fmla="*/ 53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" h="109">
                    <a:moveTo>
                      <a:pt x="18" y="53"/>
                    </a:moveTo>
                    <a:cubicBezTo>
                      <a:pt x="15" y="53"/>
                      <a:pt x="15" y="58"/>
                      <a:pt x="15" y="60"/>
                    </a:cubicBezTo>
                    <a:cubicBezTo>
                      <a:pt x="16" y="68"/>
                      <a:pt x="21" y="74"/>
                      <a:pt x="16" y="81"/>
                    </a:cubicBezTo>
                    <a:cubicBezTo>
                      <a:pt x="11" y="88"/>
                      <a:pt x="6" y="83"/>
                      <a:pt x="3" y="77"/>
                    </a:cubicBezTo>
                    <a:cubicBezTo>
                      <a:pt x="2" y="73"/>
                      <a:pt x="0" y="69"/>
                      <a:pt x="1" y="65"/>
                    </a:cubicBezTo>
                    <a:cubicBezTo>
                      <a:pt x="2" y="61"/>
                      <a:pt x="4" y="59"/>
                      <a:pt x="6" y="57"/>
                    </a:cubicBezTo>
                    <a:cubicBezTo>
                      <a:pt x="9" y="54"/>
                      <a:pt x="9" y="51"/>
                      <a:pt x="10" y="47"/>
                    </a:cubicBezTo>
                    <a:cubicBezTo>
                      <a:pt x="10" y="44"/>
                      <a:pt x="10" y="36"/>
                      <a:pt x="14" y="35"/>
                    </a:cubicBezTo>
                    <a:cubicBezTo>
                      <a:pt x="21" y="32"/>
                      <a:pt x="26" y="50"/>
                      <a:pt x="32" y="46"/>
                    </a:cubicBezTo>
                    <a:cubicBezTo>
                      <a:pt x="35" y="44"/>
                      <a:pt x="37" y="40"/>
                      <a:pt x="39" y="37"/>
                    </a:cubicBezTo>
                    <a:cubicBezTo>
                      <a:pt x="41" y="34"/>
                      <a:pt x="43" y="32"/>
                      <a:pt x="43" y="29"/>
                    </a:cubicBezTo>
                    <a:cubicBezTo>
                      <a:pt x="43" y="22"/>
                      <a:pt x="36" y="12"/>
                      <a:pt x="41" y="6"/>
                    </a:cubicBezTo>
                    <a:cubicBezTo>
                      <a:pt x="47" y="0"/>
                      <a:pt x="52" y="15"/>
                      <a:pt x="53" y="18"/>
                    </a:cubicBezTo>
                    <a:cubicBezTo>
                      <a:pt x="55" y="22"/>
                      <a:pt x="55" y="26"/>
                      <a:pt x="57" y="29"/>
                    </a:cubicBezTo>
                    <a:cubicBezTo>
                      <a:pt x="58" y="32"/>
                      <a:pt x="59" y="35"/>
                      <a:pt x="59" y="38"/>
                    </a:cubicBezTo>
                    <a:cubicBezTo>
                      <a:pt x="59" y="45"/>
                      <a:pt x="55" y="51"/>
                      <a:pt x="57" y="58"/>
                    </a:cubicBezTo>
                    <a:cubicBezTo>
                      <a:pt x="61" y="66"/>
                      <a:pt x="66" y="57"/>
                      <a:pt x="72" y="58"/>
                    </a:cubicBezTo>
                    <a:cubicBezTo>
                      <a:pt x="75" y="59"/>
                      <a:pt x="77" y="64"/>
                      <a:pt x="79" y="67"/>
                    </a:cubicBezTo>
                    <a:cubicBezTo>
                      <a:pt x="81" y="70"/>
                      <a:pt x="83" y="73"/>
                      <a:pt x="85" y="76"/>
                    </a:cubicBezTo>
                    <a:cubicBezTo>
                      <a:pt x="89" y="81"/>
                      <a:pt x="94" y="85"/>
                      <a:pt x="98" y="90"/>
                    </a:cubicBezTo>
                    <a:cubicBezTo>
                      <a:pt x="102" y="96"/>
                      <a:pt x="99" y="102"/>
                      <a:pt x="93" y="105"/>
                    </a:cubicBezTo>
                    <a:cubicBezTo>
                      <a:pt x="88" y="109"/>
                      <a:pt x="79" y="108"/>
                      <a:pt x="74" y="104"/>
                    </a:cubicBezTo>
                    <a:cubicBezTo>
                      <a:pt x="69" y="101"/>
                      <a:pt x="65" y="91"/>
                      <a:pt x="59" y="94"/>
                    </a:cubicBezTo>
                    <a:cubicBezTo>
                      <a:pt x="54" y="97"/>
                      <a:pt x="50" y="103"/>
                      <a:pt x="44" y="101"/>
                    </a:cubicBezTo>
                    <a:cubicBezTo>
                      <a:pt x="39" y="100"/>
                      <a:pt x="36" y="93"/>
                      <a:pt x="32" y="89"/>
                    </a:cubicBezTo>
                    <a:cubicBezTo>
                      <a:pt x="31" y="87"/>
                      <a:pt x="29" y="86"/>
                      <a:pt x="29" y="83"/>
                    </a:cubicBezTo>
                    <a:cubicBezTo>
                      <a:pt x="29" y="79"/>
                      <a:pt x="31" y="76"/>
                      <a:pt x="31" y="72"/>
                    </a:cubicBezTo>
                    <a:cubicBezTo>
                      <a:pt x="31" y="68"/>
                      <a:pt x="29" y="64"/>
                      <a:pt x="27" y="61"/>
                    </a:cubicBezTo>
                    <a:cubicBezTo>
                      <a:pt x="25" y="58"/>
                      <a:pt x="22" y="53"/>
                      <a:pt x="18" y="5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9" name="Freeform 2149">
                <a:extLst>
                  <a:ext uri="{FF2B5EF4-FFF2-40B4-BE49-F238E27FC236}">
                    <a16:creationId xmlns:a16="http://schemas.microsoft.com/office/drawing/2014/main" id="{8DAFF849-F1DF-9C4D-B063-08E5B623C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941"/>
                <a:ext cx="8" cy="12"/>
              </a:xfrm>
              <a:custGeom>
                <a:avLst/>
                <a:gdLst>
                  <a:gd name="T0" fmla="*/ 5 w 18"/>
                  <a:gd name="T1" fmla="*/ 19 h 31"/>
                  <a:gd name="T2" fmla="*/ 4 w 18"/>
                  <a:gd name="T3" fmla="*/ 15 h 31"/>
                  <a:gd name="T4" fmla="*/ 1 w 18"/>
                  <a:gd name="T5" fmla="*/ 9 h 31"/>
                  <a:gd name="T6" fmla="*/ 6 w 18"/>
                  <a:gd name="T7" fmla="*/ 0 h 31"/>
                  <a:gd name="T8" fmla="*/ 14 w 18"/>
                  <a:gd name="T9" fmla="*/ 11 h 31"/>
                  <a:gd name="T10" fmla="*/ 13 w 18"/>
                  <a:gd name="T11" fmla="*/ 22 h 31"/>
                  <a:gd name="T12" fmla="*/ 9 w 18"/>
                  <a:gd name="T13" fmla="*/ 28 h 31"/>
                  <a:gd name="T14" fmla="*/ 7 w 18"/>
                  <a:gd name="T15" fmla="*/ 29 h 31"/>
                  <a:gd name="T16" fmla="*/ 5 w 18"/>
                  <a:gd name="T17" fmla="*/ 1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5" y="19"/>
                    </a:moveTo>
                    <a:cubicBezTo>
                      <a:pt x="4" y="18"/>
                      <a:pt x="4" y="16"/>
                      <a:pt x="4" y="15"/>
                    </a:cubicBezTo>
                    <a:cubicBezTo>
                      <a:pt x="3" y="13"/>
                      <a:pt x="1" y="12"/>
                      <a:pt x="1" y="9"/>
                    </a:cubicBezTo>
                    <a:cubicBezTo>
                      <a:pt x="0" y="6"/>
                      <a:pt x="2" y="0"/>
                      <a:pt x="6" y="0"/>
                    </a:cubicBezTo>
                    <a:cubicBezTo>
                      <a:pt x="12" y="1"/>
                      <a:pt x="10" y="8"/>
                      <a:pt x="14" y="11"/>
                    </a:cubicBezTo>
                    <a:cubicBezTo>
                      <a:pt x="18" y="15"/>
                      <a:pt x="17" y="18"/>
                      <a:pt x="13" y="22"/>
                    </a:cubicBezTo>
                    <a:cubicBezTo>
                      <a:pt x="11" y="24"/>
                      <a:pt x="10" y="25"/>
                      <a:pt x="9" y="28"/>
                    </a:cubicBezTo>
                    <a:cubicBezTo>
                      <a:pt x="9" y="30"/>
                      <a:pt x="9" y="31"/>
                      <a:pt x="7" y="29"/>
                    </a:cubicBezTo>
                    <a:cubicBezTo>
                      <a:pt x="6" y="26"/>
                      <a:pt x="5" y="22"/>
                      <a:pt x="5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0" name="Freeform 2150">
                <a:extLst>
                  <a:ext uri="{FF2B5EF4-FFF2-40B4-BE49-F238E27FC236}">
                    <a16:creationId xmlns:a16="http://schemas.microsoft.com/office/drawing/2014/main" id="{B5260E4F-31BF-1546-843C-8444E8372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3951"/>
                <a:ext cx="9" cy="12"/>
              </a:xfrm>
              <a:custGeom>
                <a:avLst/>
                <a:gdLst>
                  <a:gd name="T0" fmla="*/ 10 w 21"/>
                  <a:gd name="T1" fmla="*/ 1 h 28"/>
                  <a:gd name="T2" fmla="*/ 20 w 21"/>
                  <a:gd name="T3" fmla="*/ 6 h 28"/>
                  <a:gd name="T4" fmla="*/ 18 w 21"/>
                  <a:gd name="T5" fmla="*/ 14 h 28"/>
                  <a:gd name="T6" fmla="*/ 15 w 21"/>
                  <a:gd name="T7" fmla="*/ 21 h 28"/>
                  <a:gd name="T8" fmla="*/ 10 w 21"/>
                  <a:gd name="T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10" y="1"/>
                    </a:moveTo>
                    <a:cubicBezTo>
                      <a:pt x="14" y="0"/>
                      <a:pt x="19" y="2"/>
                      <a:pt x="20" y="6"/>
                    </a:cubicBezTo>
                    <a:cubicBezTo>
                      <a:pt x="21" y="9"/>
                      <a:pt x="18" y="11"/>
                      <a:pt x="18" y="14"/>
                    </a:cubicBezTo>
                    <a:cubicBezTo>
                      <a:pt x="19" y="17"/>
                      <a:pt x="18" y="19"/>
                      <a:pt x="15" y="21"/>
                    </a:cubicBezTo>
                    <a:cubicBezTo>
                      <a:pt x="7" y="28"/>
                      <a:pt x="0" y="4"/>
                      <a:pt x="1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1" name="Freeform 2151">
                <a:extLst>
                  <a:ext uri="{FF2B5EF4-FFF2-40B4-BE49-F238E27FC236}">
                    <a16:creationId xmlns:a16="http://schemas.microsoft.com/office/drawing/2014/main" id="{DCF96996-6833-9546-8D1E-67901D7CE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3938"/>
                <a:ext cx="6" cy="5"/>
              </a:xfrm>
              <a:custGeom>
                <a:avLst/>
                <a:gdLst>
                  <a:gd name="T0" fmla="*/ 5 w 13"/>
                  <a:gd name="T1" fmla="*/ 3 h 12"/>
                  <a:gd name="T2" fmla="*/ 9 w 13"/>
                  <a:gd name="T3" fmla="*/ 0 h 12"/>
                  <a:gd name="T4" fmla="*/ 13 w 13"/>
                  <a:gd name="T5" fmla="*/ 5 h 12"/>
                  <a:gd name="T6" fmla="*/ 4 w 13"/>
                  <a:gd name="T7" fmla="*/ 11 h 12"/>
                  <a:gd name="T8" fmla="*/ 1 w 13"/>
                  <a:gd name="T9" fmla="*/ 6 h 12"/>
                  <a:gd name="T10" fmla="*/ 5 w 13"/>
                  <a:gd name="T11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2">
                    <a:moveTo>
                      <a:pt x="5" y="3"/>
                    </a:moveTo>
                    <a:cubicBezTo>
                      <a:pt x="6" y="2"/>
                      <a:pt x="7" y="0"/>
                      <a:pt x="9" y="0"/>
                    </a:cubicBezTo>
                    <a:cubicBezTo>
                      <a:pt x="12" y="0"/>
                      <a:pt x="13" y="3"/>
                      <a:pt x="13" y="5"/>
                    </a:cubicBezTo>
                    <a:cubicBezTo>
                      <a:pt x="13" y="9"/>
                      <a:pt x="8" y="12"/>
                      <a:pt x="4" y="11"/>
                    </a:cubicBezTo>
                    <a:cubicBezTo>
                      <a:pt x="2" y="10"/>
                      <a:pt x="0" y="8"/>
                      <a:pt x="1" y="6"/>
                    </a:cubicBezTo>
                    <a:cubicBezTo>
                      <a:pt x="1" y="5"/>
                      <a:pt x="4" y="4"/>
                      <a:pt x="5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2" name="Freeform 2152">
                <a:extLst>
                  <a:ext uri="{FF2B5EF4-FFF2-40B4-BE49-F238E27FC236}">
                    <a16:creationId xmlns:a16="http://schemas.microsoft.com/office/drawing/2014/main" id="{C833B245-4B69-8A4E-B6B8-6A3FCDFA4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3931"/>
                <a:ext cx="2" cy="4"/>
              </a:xfrm>
              <a:custGeom>
                <a:avLst/>
                <a:gdLst>
                  <a:gd name="T0" fmla="*/ 2 w 6"/>
                  <a:gd name="T1" fmla="*/ 3 h 11"/>
                  <a:gd name="T2" fmla="*/ 4 w 6"/>
                  <a:gd name="T3" fmla="*/ 8 h 11"/>
                  <a:gd name="T4" fmla="*/ 2 w 6"/>
                  <a:gd name="T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2" y="3"/>
                    </a:moveTo>
                    <a:cubicBezTo>
                      <a:pt x="4" y="0"/>
                      <a:pt x="6" y="6"/>
                      <a:pt x="4" y="8"/>
                    </a:cubicBezTo>
                    <a:cubicBezTo>
                      <a:pt x="2" y="11"/>
                      <a:pt x="0" y="6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3" name="Freeform 2153">
                <a:extLst>
                  <a:ext uri="{FF2B5EF4-FFF2-40B4-BE49-F238E27FC236}">
                    <a16:creationId xmlns:a16="http://schemas.microsoft.com/office/drawing/2014/main" id="{26032F18-286E-8D41-8FC6-8118A0CA9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922"/>
                <a:ext cx="8" cy="7"/>
              </a:xfrm>
              <a:custGeom>
                <a:avLst/>
                <a:gdLst>
                  <a:gd name="T0" fmla="*/ 8 w 18"/>
                  <a:gd name="T1" fmla="*/ 2 h 16"/>
                  <a:gd name="T2" fmla="*/ 14 w 18"/>
                  <a:gd name="T3" fmla="*/ 1 h 16"/>
                  <a:gd name="T4" fmla="*/ 10 w 18"/>
                  <a:gd name="T5" fmla="*/ 10 h 16"/>
                  <a:gd name="T6" fmla="*/ 1 w 18"/>
                  <a:gd name="T7" fmla="*/ 12 h 16"/>
                  <a:gd name="T8" fmla="*/ 3 w 18"/>
                  <a:gd name="T9" fmla="*/ 7 h 16"/>
                  <a:gd name="T10" fmla="*/ 8 w 18"/>
                  <a:gd name="T11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8" y="2"/>
                    </a:moveTo>
                    <a:cubicBezTo>
                      <a:pt x="10" y="0"/>
                      <a:pt x="12" y="0"/>
                      <a:pt x="14" y="1"/>
                    </a:cubicBezTo>
                    <a:cubicBezTo>
                      <a:pt x="18" y="3"/>
                      <a:pt x="12" y="8"/>
                      <a:pt x="10" y="10"/>
                    </a:cubicBezTo>
                    <a:cubicBezTo>
                      <a:pt x="8" y="12"/>
                      <a:pt x="4" y="16"/>
                      <a:pt x="1" y="12"/>
                    </a:cubicBezTo>
                    <a:cubicBezTo>
                      <a:pt x="0" y="10"/>
                      <a:pt x="1" y="9"/>
                      <a:pt x="3" y="7"/>
                    </a:cubicBezTo>
                    <a:cubicBezTo>
                      <a:pt x="5" y="6"/>
                      <a:pt x="6" y="3"/>
                      <a:pt x="8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4" name="Freeform 2154">
                <a:extLst>
                  <a:ext uri="{FF2B5EF4-FFF2-40B4-BE49-F238E27FC236}">
                    <a16:creationId xmlns:a16="http://schemas.microsoft.com/office/drawing/2014/main" id="{9ADDEB3B-52F4-A94C-9B33-89E370174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952"/>
                <a:ext cx="3" cy="2"/>
              </a:xfrm>
              <a:custGeom>
                <a:avLst/>
                <a:gdLst>
                  <a:gd name="T0" fmla="*/ 4 w 8"/>
                  <a:gd name="T1" fmla="*/ 0 h 5"/>
                  <a:gd name="T2" fmla="*/ 7 w 8"/>
                  <a:gd name="T3" fmla="*/ 2 h 5"/>
                  <a:gd name="T4" fmla="*/ 3 w 8"/>
                  <a:gd name="T5" fmla="*/ 4 h 5"/>
                  <a:gd name="T6" fmla="*/ 4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6" y="0"/>
                      <a:pt x="7" y="1"/>
                      <a:pt x="7" y="2"/>
                    </a:cubicBezTo>
                    <a:cubicBezTo>
                      <a:pt x="8" y="5"/>
                      <a:pt x="5" y="5"/>
                      <a:pt x="3" y="4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5" name="Freeform 2155">
                <a:extLst>
                  <a:ext uri="{FF2B5EF4-FFF2-40B4-BE49-F238E27FC236}">
                    <a16:creationId xmlns:a16="http://schemas.microsoft.com/office/drawing/2014/main" id="{3AA7C323-FC03-AF46-8054-38B58ACD9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3902"/>
                <a:ext cx="20" cy="26"/>
              </a:xfrm>
              <a:custGeom>
                <a:avLst/>
                <a:gdLst>
                  <a:gd name="T0" fmla="*/ 6 w 50"/>
                  <a:gd name="T1" fmla="*/ 54 h 63"/>
                  <a:gd name="T2" fmla="*/ 2 w 50"/>
                  <a:gd name="T3" fmla="*/ 57 h 63"/>
                  <a:gd name="T4" fmla="*/ 2 w 50"/>
                  <a:gd name="T5" fmla="*/ 39 h 63"/>
                  <a:gd name="T6" fmla="*/ 6 w 50"/>
                  <a:gd name="T7" fmla="*/ 32 h 63"/>
                  <a:gd name="T8" fmla="*/ 7 w 50"/>
                  <a:gd name="T9" fmla="*/ 21 h 63"/>
                  <a:gd name="T10" fmla="*/ 15 w 50"/>
                  <a:gd name="T11" fmla="*/ 12 h 63"/>
                  <a:gd name="T12" fmla="*/ 20 w 50"/>
                  <a:gd name="T13" fmla="*/ 3 h 63"/>
                  <a:gd name="T14" fmla="*/ 29 w 50"/>
                  <a:gd name="T15" fmla="*/ 0 h 63"/>
                  <a:gd name="T16" fmla="*/ 34 w 50"/>
                  <a:gd name="T17" fmla="*/ 6 h 63"/>
                  <a:gd name="T18" fmla="*/ 38 w 50"/>
                  <a:gd name="T19" fmla="*/ 28 h 63"/>
                  <a:gd name="T20" fmla="*/ 34 w 50"/>
                  <a:gd name="T21" fmla="*/ 40 h 63"/>
                  <a:gd name="T22" fmla="*/ 35 w 50"/>
                  <a:gd name="T23" fmla="*/ 47 h 63"/>
                  <a:gd name="T24" fmla="*/ 43 w 50"/>
                  <a:gd name="T25" fmla="*/ 47 h 63"/>
                  <a:gd name="T26" fmla="*/ 50 w 50"/>
                  <a:gd name="T27" fmla="*/ 47 h 63"/>
                  <a:gd name="T28" fmla="*/ 43 w 50"/>
                  <a:gd name="T29" fmla="*/ 56 h 63"/>
                  <a:gd name="T30" fmla="*/ 33 w 50"/>
                  <a:gd name="T31" fmla="*/ 56 h 63"/>
                  <a:gd name="T32" fmla="*/ 25 w 50"/>
                  <a:gd name="T33" fmla="*/ 58 h 63"/>
                  <a:gd name="T34" fmla="*/ 22 w 50"/>
                  <a:gd name="T35" fmla="*/ 62 h 63"/>
                  <a:gd name="T36" fmla="*/ 14 w 50"/>
                  <a:gd name="T37" fmla="*/ 58 h 63"/>
                  <a:gd name="T38" fmla="*/ 6 w 50"/>
                  <a:gd name="T39" fmla="*/ 5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63">
                    <a:moveTo>
                      <a:pt x="6" y="54"/>
                    </a:moveTo>
                    <a:cubicBezTo>
                      <a:pt x="5" y="56"/>
                      <a:pt x="4" y="59"/>
                      <a:pt x="2" y="57"/>
                    </a:cubicBezTo>
                    <a:cubicBezTo>
                      <a:pt x="0" y="52"/>
                      <a:pt x="0" y="43"/>
                      <a:pt x="2" y="39"/>
                    </a:cubicBezTo>
                    <a:cubicBezTo>
                      <a:pt x="4" y="37"/>
                      <a:pt x="6" y="35"/>
                      <a:pt x="6" y="32"/>
                    </a:cubicBezTo>
                    <a:cubicBezTo>
                      <a:pt x="7" y="28"/>
                      <a:pt x="6" y="24"/>
                      <a:pt x="7" y="21"/>
                    </a:cubicBezTo>
                    <a:cubicBezTo>
                      <a:pt x="9" y="17"/>
                      <a:pt x="12" y="15"/>
                      <a:pt x="15" y="12"/>
                    </a:cubicBezTo>
                    <a:cubicBezTo>
                      <a:pt x="17" y="9"/>
                      <a:pt x="17" y="5"/>
                      <a:pt x="20" y="3"/>
                    </a:cubicBezTo>
                    <a:cubicBezTo>
                      <a:pt x="22" y="1"/>
                      <a:pt x="26" y="0"/>
                      <a:pt x="29" y="0"/>
                    </a:cubicBezTo>
                    <a:cubicBezTo>
                      <a:pt x="33" y="0"/>
                      <a:pt x="34" y="2"/>
                      <a:pt x="34" y="6"/>
                    </a:cubicBezTo>
                    <a:cubicBezTo>
                      <a:pt x="36" y="13"/>
                      <a:pt x="39" y="20"/>
                      <a:pt x="38" y="28"/>
                    </a:cubicBezTo>
                    <a:cubicBezTo>
                      <a:pt x="37" y="32"/>
                      <a:pt x="35" y="36"/>
                      <a:pt x="34" y="40"/>
                    </a:cubicBezTo>
                    <a:cubicBezTo>
                      <a:pt x="33" y="42"/>
                      <a:pt x="33" y="45"/>
                      <a:pt x="35" y="47"/>
                    </a:cubicBezTo>
                    <a:cubicBezTo>
                      <a:pt x="38" y="50"/>
                      <a:pt x="41" y="48"/>
                      <a:pt x="43" y="47"/>
                    </a:cubicBezTo>
                    <a:cubicBezTo>
                      <a:pt x="46" y="45"/>
                      <a:pt x="50" y="43"/>
                      <a:pt x="50" y="47"/>
                    </a:cubicBezTo>
                    <a:cubicBezTo>
                      <a:pt x="50" y="51"/>
                      <a:pt x="47" y="55"/>
                      <a:pt x="43" y="56"/>
                    </a:cubicBezTo>
                    <a:cubicBezTo>
                      <a:pt x="40" y="57"/>
                      <a:pt x="36" y="56"/>
                      <a:pt x="33" y="56"/>
                    </a:cubicBezTo>
                    <a:cubicBezTo>
                      <a:pt x="30" y="55"/>
                      <a:pt x="27" y="55"/>
                      <a:pt x="25" y="58"/>
                    </a:cubicBezTo>
                    <a:cubicBezTo>
                      <a:pt x="24" y="60"/>
                      <a:pt x="24" y="62"/>
                      <a:pt x="22" y="62"/>
                    </a:cubicBezTo>
                    <a:cubicBezTo>
                      <a:pt x="18" y="63"/>
                      <a:pt x="16" y="61"/>
                      <a:pt x="14" y="58"/>
                    </a:cubicBezTo>
                    <a:cubicBezTo>
                      <a:pt x="13" y="56"/>
                      <a:pt x="9" y="50"/>
                      <a:pt x="6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6" name="Freeform 2156">
                <a:extLst>
                  <a:ext uri="{FF2B5EF4-FFF2-40B4-BE49-F238E27FC236}">
                    <a16:creationId xmlns:a16="http://schemas.microsoft.com/office/drawing/2014/main" id="{FF64F88B-8DFB-474F-AA01-A3DEEC0A0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861"/>
                <a:ext cx="4" cy="5"/>
              </a:xfrm>
              <a:custGeom>
                <a:avLst/>
                <a:gdLst>
                  <a:gd name="T0" fmla="*/ 3 w 11"/>
                  <a:gd name="T1" fmla="*/ 1 h 12"/>
                  <a:gd name="T2" fmla="*/ 9 w 11"/>
                  <a:gd name="T3" fmla="*/ 3 h 12"/>
                  <a:gd name="T4" fmla="*/ 11 w 11"/>
                  <a:gd name="T5" fmla="*/ 10 h 12"/>
                  <a:gd name="T6" fmla="*/ 7 w 11"/>
                  <a:gd name="T7" fmla="*/ 11 h 12"/>
                  <a:gd name="T8" fmla="*/ 3 w 11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3" y="1"/>
                    </a:moveTo>
                    <a:cubicBezTo>
                      <a:pt x="5" y="0"/>
                      <a:pt x="8" y="1"/>
                      <a:pt x="9" y="3"/>
                    </a:cubicBezTo>
                    <a:cubicBezTo>
                      <a:pt x="10" y="4"/>
                      <a:pt x="11" y="8"/>
                      <a:pt x="11" y="10"/>
                    </a:cubicBezTo>
                    <a:cubicBezTo>
                      <a:pt x="10" y="12"/>
                      <a:pt x="8" y="12"/>
                      <a:pt x="7" y="11"/>
                    </a:cubicBezTo>
                    <a:cubicBezTo>
                      <a:pt x="5" y="10"/>
                      <a:pt x="0" y="2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7" name="Freeform 2157">
                <a:extLst>
                  <a:ext uri="{FF2B5EF4-FFF2-40B4-BE49-F238E27FC236}">
                    <a16:creationId xmlns:a16="http://schemas.microsoft.com/office/drawing/2014/main" id="{A9E7383F-854B-404C-968B-93E2EF827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3852"/>
                <a:ext cx="7" cy="8"/>
              </a:xfrm>
              <a:custGeom>
                <a:avLst/>
                <a:gdLst>
                  <a:gd name="T0" fmla="*/ 2 w 17"/>
                  <a:gd name="T1" fmla="*/ 9 h 19"/>
                  <a:gd name="T2" fmla="*/ 1 w 17"/>
                  <a:gd name="T3" fmla="*/ 4 h 19"/>
                  <a:gd name="T4" fmla="*/ 8 w 17"/>
                  <a:gd name="T5" fmla="*/ 1 h 19"/>
                  <a:gd name="T6" fmla="*/ 12 w 17"/>
                  <a:gd name="T7" fmla="*/ 10 h 19"/>
                  <a:gd name="T8" fmla="*/ 16 w 17"/>
                  <a:gd name="T9" fmla="*/ 17 h 19"/>
                  <a:gd name="T10" fmla="*/ 10 w 17"/>
                  <a:gd name="T11" fmla="*/ 17 h 19"/>
                  <a:gd name="T12" fmla="*/ 2 w 17"/>
                  <a:gd name="T1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9">
                    <a:moveTo>
                      <a:pt x="2" y="9"/>
                    </a:moveTo>
                    <a:cubicBezTo>
                      <a:pt x="1" y="8"/>
                      <a:pt x="0" y="6"/>
                      <a:pt x="1" y="4"/>
                    </a:cubicBezTo>
                    <a:cubicBezTo>
                      <a:pt x="2" y="2"/>
                      <a:pt x="6" y="0"/>
                      <a:pt x="8" y="1"/>
                    </a:cubicBezTo>
                    <a:cubicBezTo>
                      <a:pt x="10" y="3"/>
                      <a:pt x="10" y="8"/>
                      <a:pt x="12" y="10"/>
                    </a:cubicBezTo>
                    <a:cubicBezTo>
                      <a:pt x="14" y="13"/>
                      <a:pt x="17" y="14"/>
                      <a:pt x="16" y="17"/>
                    </a:cubicBezTo>
                    <a:cubicBezTo>
                      <a:pt x="14" y="18"/>
                      <a:pt x="12" y="19"/>
                      <a:pt x="10" y="17"/>
                    </a:cubicBezTo>
                    <a:cubicBezTo>
                      <a:pt x="8" y="15"/>
                      <a:pt x="5" y="12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8" name="Freeform 2158">
                <a:extLst>
                  <a:ext uri="{FF2B5EF4-FFF2-40B4-BE49-F238E27FC236}">
                    <a16:creationId xmlns:a16="http://schemas.microsoft.com/office/drawing/2014/main" id="{F4E7732D-07C5-2843-862A-34220E057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3791"/>
                <a:ext cx="42" cy="48"/>
              </a:xfrm>
              <a:custGeom>
                <a:avLst/>
                <a:gdLst>
                  <a:gd name="T0" fmla="*/ 45 w 104"/>
                  <a:gd name="T1" fmla="*/ 66 h 117"/>
                  <a:gd name="T2" fmla="*/ 38 w 104"/>
                  <a:gd name="T3" fmla="*/ 62 h 117"/>
                  <a:gd name="T4" fmla="*/ 22 w 104"/>
                  <a:gd name="T5" fmla="*/ 47 h 117"/>
                  <a:gd name="T6" fmla="*/ 13 w 104"/>
                  <a:gd name="T7" fmla="*/ 36 h 117"/>
                  <a:gd name="T8" fmla="*/ 8 w 104"/>
                  <a:gd name="T9" fmla="*/ 27 h 117"/>
                  <a:gd name="T10" fmla="*/ 3 w 104"/>
                  <a:gd name="T11" fmla="*/ 19 h 117"/>
                  <a:gd name="T12" fmla="*/ 9 w 104"/>
                  <a:gd name="T13" fmla="*/ 7 h 117"/>
                  <a:gd name="T14" fmla="*/ 31 w 104"/>
                  <a:gd name="T15" fmla="*/ 5 h 117"/>
                  <a:gd name="T16" fmla="*/ 38 w 104"/>
                  <a:gd name="T17" fmla="*/ 2 h 117"/>
                  <a:gd name="T18" fmla="*/ 46 w 104"/>
                  <a:gd name="T19" fmla="*/ 0 h 117"/>
                  <a:gd name="T20" fmla="*/ 64 w 104"/>
                  <a:gd name="T21" fmla="*/ 12 h 117"/>
                  <a:gd name="T22" fmla="*/ 54 w 104"/>
                  <a:gd name="T23" fmla="*/ 25 h 117"/>
                  <a:gd name="T24" fmla="*/ 44 w 104"/>
                  <a:gd name="T25" fmla="*/ 38 h 117"/>
                  <a:gd name="T26" fmla="*/ 51 w 104"/>
                  <a:gd name="T27" fmla="*/ 47 h 117"/>
                  <a:gd name="T28" fmla="*/ 60 w 104"/>
                  <a:gd name="T29" fmla="*/ 52 h 117"/>
                  <a:gd name="T30" fmla="*/ 61 w 104"/>
                  <a:gd name="T31" fmla="*/ 62 h 117"/>
                  <a:gd name="T32" fmla="*/ 61 w 104"/>
                  <a:gd name="T33" fmla="*/ 72 h 117"/>
                  <a:gd name="T34" fmla="*/ 63 w 104"/>
                  <a:gd name="T35" fmla="*/ 84 h 117"/>
                  <a:gd name="T36" fmla="*/ 66 w 104"/>
                  <a:gd name="T37" fmla="*/ 92 h 117"/>
                  <a:gd name="T38" fmla="*/ 74 w 104"/>
                  <a:gd name="T39" fmla="*/ 94 h 117"/>
                  <a:gd name="T40" fmla="*/ 82 w 104"/>
                  <a:gd name="T41" fmla="*/ 98 h 117"/>
                  <a:gd name="T42" fmla="*/ 91 w 104"/>
                  <a:gd name="T43" fmla="*/ 98 h 117"/>
                  <a:gd name="T44" fmla="*/ 97 w 104"/>
                  <a:gd name="T45" fmla="*/ 96 h 117"/>
                  <a:gd name="T46" fmla="*/ 100 w 104"/>
                  <a:gd name="T47" fmla="*/ 105 h 117"/>
                  <a:gd name="T48" fmla="*/ 104 w 104"/>
                  <a:gd name="T49" fmla="*/ 112 h 117"/>
                  <a:gd name="T50" fmla="*/ 90 w 104"/>
                  <a:gd name="T51" fmla="*/ 114 h 117"/>
                  <a:gd name="T52" fmla="*/ 76 w 104"/>
                  <a:gd name="T53" fmla="*/ 107 h 117"/>
                  <a:gd name="T54" fmla="*/ 62 w 104"/>
                  <a:gd name="T55" fmla="*/ 101 h 117"/>
                  <a:gd name="T56" fmla="*/ 55 w 104"/>
                  <a:gd name="T57" fmla="*/ 95 h 117"/>
                  <a:gd name="T58" fmla="*/ 49 w 104"/>
                  <a:gd name="T59" fmla="*/ 92 h 117"/>
                  <a:gd name="T60" fmla="*/ 47 w 104"/>
                  <a:gd name="T61" fmla="*/ 80 h 117"/>
                  <a:gd name="T62" fmla="*/ 45 w 104"/>
                  <a:gd name="T63" fmla="*/ 6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4" h="117">
                    <a:moveTo>
                      <a:pt x="45" y="66"/>
                    </a:moveTo>
                    <a:cubicBezTo>
                      <a:pt x="44" y="63"/>
                      <a:pt x="41" y="63"/>
                      <a:pt x="38" y="62"/>
                    </a:cubicBezTo>
                    <a:cubicBezTo>
                      <a:pt x="30" y="60"/>
                      <a:pt x="23" y="55"/>
                      <a:pt x="22" y="47"/>
                    </a:cubicBezTo>
                    <a:cubicBezTo>
                      <a:pt x="21" y="41"/>
                      <a:pt x="17" y="40"/>
                      <a:pt x="13" y="36"/>
                    </a:cubicBezTo>
                    <a:cubicBezTo>
                      <a:pt x="11" y="33"/>
                      <a:pt x="10" y="30"/>
                      <a:pt x="8" y="27"/>
                    </a:cubicBezTo>
                    <a:cubicBezTo>
                      <a:pt x="7" y="24"/>
                      <a:pt x="5" y="22"/>
                      <a:pt x="3" y="19"/>
                    </a:cubicBezTo>
                    <a:cubicBezTo>
                      <a:pt x="0" y="14"/>
                      <a:pt x="6" y="9"/>
                      <a:pt x="9" y="7"/>
                    </a:cubicBezTo>
                    <a:cubicBezTo>
                      <a:pt x="16" y="3"/>
                      <a:pt x="24" y="7"/>
                      <a:pt x="31" y="5"/>
                    </a:cubicBezTo>
                    <a:cubicBezTo>
                      <a:pt x="34" y="5"/>
                      <a:pt x="36" y="3"/>
                      <a:pt x="38" y="2"/>
                    </a:cubicBezTo>
                    <a:cubicBezTo>
                      <a:pt x="41" y="1"/>
                      <a:pt x="44" y="0"/>
                      <a:pt x="46" y="0"/>
                    </a:cubicBezTo>
                    <a:cubicBezTo>
                      <a:pt x="54" y="1"/>
                      <a:pt x="62" y="4"/>
                      <a:pt x="64" y="12"/>
                    </a:cubicBezTo>
                    <a:cubicBezTo>
                      <a:pt x="66" y="19"/>
                      <a:pt x="59" y="22"/>
                      <a:pt x="54" y="25"/>
                    </a:cubicBezTo>
                    <a:cubicBezTo>
                      <a:pt x="49" y="28"/>
                      <a:pt x="43" y="30"/>
                      <a:pt x="44" y="38"/>
                    </a:cubicBezTo>
                    <a:cubicBezTo>
                      <a:pt x="45" y="42"/>
                      <a:pt x="47" y="45"/>
                      <a:pt x="51" y="47"/>
                    </a:cubicBezTo>
                    <a:cubicBezTo>
                      <a:pt x="54" y="49"/>
                      <a:pt x="58" y="49"/>
                      <a:pt x="60" y="52"/>
                    </a:cubicBezTo>
                    <a:cubicBezTo>
                      <a:pt x="62" y="55"/>
                      <a:pt x="61" y="59"/>
                      <a:pt x="61" y="62"/>
                    </a:cubicBezTo>
                    <a:cubicBezTo>
                      <a:pt x="60" y="66"/>
                      <a:pt x="60" y="69"/>
                      <a:pt x="61" y="72"/>
                    </a:cubicBezTo>
                    <a:cubicBezTo>
                      <a:pt x="62" y="76"/>
                      <a:pt x="63" y="80"/>
                      <a:pt x="63" y="84"/>
                    </a:cubicBezTo>
                    <a:cubicBezTo>
                      <a:pt x="64" y="86"/>
                      <a:pt x="63" y="91"/>
                      <a:pt x="66" y="92"/>
                    </a:cubicBezTo>
                    <a:cubicBezTo>
                      <a:pt x="68" y="94"/>
                      <a:pt x="72" y="93"/>
                      <a:pt x="74" y="94"/>
                    </a:cubicBezTo>
                    <a:cubicBezTo>
                      <a:pt x="77" y="94"/>
                      <a:pt x="79" y="97"/>
                      <a:pt x="82" y="98"/>
                    </a:cubicBezTo>
                    <a:cubicBezTo>
                      <a:pt x="85" y="100"/>
                      <a:pt x="88" y="99"/>
                      <a:pt x="91" y="98"/>
                    </a:cubicBezTo>
                    <a:cubicBezTo>
                      <a:pt x="93" y="97"/>
                      <a:pt x="95" y="95"/>
                      <a:pt x="97" y="96"/>
                    </a:cubicBezTo>
                    <a:cubicBezTo>
                      <a:pt x="98" y="98"/>
                      <a:pt x="99" y="103"/>
                      <a:pt x="100" y="105"/>
                    </a:cubicBezTo>
                    <a:cubicBezTo>
                      <a:pt x="101" y="107"/>
                      <a:pt x="104" y="110"/>
                      <a:pt x="104" y="112"/>
                    </a:cubicBezTo>
                    <a:cubicBezTo>
                      <a:pt x="104" y="117"/>
                      <a:pt x="93" y="115"/>
                      <a:pt x="90" y="114"/>
                    </a:cubicBezTo>
                    <a:cubicBezTo>
                      <a:pt x="85" y="113"/>
                      <a:pt x="81" y="110"/>
                      <a:pt x="76" y="107"/>
                    </a:cubicBezTo>
                    <a:cubicBezTo>
                      <a:pt x="72" y="103"/>
                      <a:pt x="66" y="105"/>
                      <a:pt x="62" y="101"/>
                    </a:cubicBezTo>
                    <a:cubicBezTo>
                      <a:pt x="60" y="99"/>
                      <a:pt x="58" y="96"/>
                      <a:pt x="55" y="95"/>
                    </a:cubicBezTo>
                    <a:cubicBezTo>
                      <a:pt x="53" y="93"/>
                      <a:pt x="51" y="93"/>
                      <a:pt x="49" y="92"/>
                    </a:cubicBezTo>
                    <a:cubicBezTo>
                      <a:pt x="45" y="89"/>
                      <a:pt x="47" y="83"/>
                      <a:pt x="47" y="80"/>
                    </a:cubicBezTo>
                    <a:cubicBezTo>
                      <a:pt x="48" y="76"/>
                      <a:pt x="47" y="70"/>
                      <a:pt x="45" y="6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9" name="Freeform 2159">
                <a:extLst>
                  <a:ext uri="{FF2B5EF4-FFF2-40B4-BE49-F238E27FC236}">
                    <a16:creationId xmlns:a16="http://schemas.microsoft.com/office/drawing/2014/main" id="{716E3CC2-B7FB-A748-A868-1382A8356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3786"/>
                <a:ext cx="6" cy="6"/>
              </a:xfrm>
              <a:custGeom>
                <a:avLst/>
                <a:gdLst>
                  <a:gd name="T0" fmla="*/ 11 w 14"/>
                  <a:gd name="T1" fmla="*/ 14 h 15"/>
                  <a:gd name="T2" fmla="*/ 4 w 14"/>
                  <a:gd name="T3" fmla="*/ 13 h 15"/>
                  <a:gd name="T4" fmla="*/ 1 w 14"/>
                  <a:gd name="T5" fmla="*/ 7 h 15"/>
                  <a:gd name="T6" fmla="*/ 5 w 14"/>
                  <a:gd name="T7" fmla="*/ 5 h 15"/>
                  <a:gd name="T8" fmla="*/ 8 w 14"/>
                  <a:gd name="T9" fmla="*/ 3 h 15"/>
                  <a:gd name="T10" fmla="*/ 12 w 14"/>
                  <a:gd name="T11" fmla="*/ 3 h 15"/>
                  <a:gd name="T12" fmla="*/ 11 w 14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1" y="14"/>
                    </a:moveTo>
                    <a:cubicBezTo>
                      <a:pt x="9" y="15"/>
                      <a:pt x="6" y="14"/>
                      <a:pt x="4" y="13"/>
                    </a:cubicBezTo>
                    <a:cubicBezTo>
                      <a:pt x="2" y="12"/>
                      <a:pt x="0" y="9"/>
                      <a:pt x="1" y="7"/>
                    </a:cubicBezTo>
                    <a:cubicBezTo>
                      <a:pt x="2" y="5"/>
                      <a:pt x="3" y="6"/>
                      <a:pt x="5" y="5"/>
                    </a:cubicBezTo>
                    <a:cubicBezTo>
                      <a:pt x="6" y="5"/>
                      <a:pt x="7" y="4"/>
                      <a:pt x="8" y="3"/>
                    </a:cubicBezTo>
                    <a:cubicBezTo>
                      <a:pt x="10" y="2"/>
                      <a:pt x="11" y="0"/>
                      <a:pt x="12" y="3"/>
                    </a:cubicBezTo>
                    <a:cubicBezTo>
                      <a:pt x="12" y="6"/>
                      <a:pt x="14" y="12"/>
                      <a:pt x="11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0" name="Freeform 2160">
                <a:extLst>
                  <a:ext uri="{FF2B5EF4-FFF2-40B4-BE49-F238E27FC236}">
                    <a16:creationId xmlns:a16="http://schemas.microsoft.com/office/drawing/2014/main" id="{19470C72-F148-3748-B492-41117A9C0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3781"/>
                <a:ext cx="4" cy="6"/>
              </a:xfrm>
              <a:custGeom>
                <a:avLst/>
                <a:gdLst>
                  <a:gd name="T0" fmla="*/ 0 w 11"/>
                  <a:gd name="T1" fmla="*/ 9 h 14"/>
                  <a:gd name="T2" fmla="*/ 2 w 11"/>
                  <a:gd name="T3" fmla="*/ 6 h 14"/>
                  <a:gd name="T4" fmla="*/ 2 w 11"/>
                  <a:gd name="T5" fmla="*/ 3 h 14"/>
                  <a:gd name="T6" fmla="*/ 6 w 11"/>
                  <a:gd name="T7" fmla="*/ 6 h 14"/>
                  <a:gd name="T8" fmla="*/ 7 w 11"/>
                  <a:gd name="T9" fmla="*/ 8 h 14"/>
                  <a:gd name="T10" fmla="*/ 10 w 11"/>
                  <a:gd name="T11" fmla="*/ 10 h 14"/>
                  <a:gd name="T12" fmla="*/ 8 w 11"/>
                  <a:gd name="T13" fmla="*/ 13 h 14"/>
                  <a:gd name="T14" fmla="*/ 0 w 11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4">
                    <a:moveTo>
                      <a:pt x="0" y="9"/>
                    </a:moveTo>
                    <a:cubicBezTo>
                      <a:pt x="0" y="8"/>
                      <a:pt x="1" y="7"/>
                      <a:pt x="2" y="6"/>
                    </a:cubicBezTo>
                    <a:cubicBezTo>
                      <a:pt x="2" y="5"/>
                      <a:pt x="1" y="4"/>
                      <a:pt x="2" y="3"/>
                    </a:cubicBezTo>
                    <a:cubicBezTo>
                      <a:pt x="4" y="0"/>
                      <a:pt x="6" y="4"/>
                      <a:pt x="6" y="6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8" y="9"/>
                      <a:pt x="10" y="9"/>
                      <a:pt x="10" y="10"/>
                    </a:cubicBezTo>
                    <a:cubicBezTo>
                      <a:pt x="11" y="12"/>
                      <a:pt x="10" y="13"/>
                      <a:pt x="8" y="13"/>
                    </a:cubicBezTo>
                    <a:cubicBezTo>
                      <a:pt x="6" y="14"/>
                      <a:pt x="0" y="11"/>
                      <a:pt x="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1" name="Freeform 2161">
                <a:extLst>
                  <a:ext uri="{FF2B5EF4-FFF2-40B4-BE49-F238E27FC236}">
                    <a16:creationId xmlns:a16="http://schemas.microsoft.com/office/drawing/2014/main" id="{8398752C-2F9A-1740-B4EA-04553F714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797"/>
                <a:ext cx="4" cy="3"/>
              </a:xfrm>
              <a:custGeom>
                <a:avLst/>
                <a:gdLst>
                  <a:gd name="T0" fmla="*/ 5 w 10"/>
                  <a:gd name="T1" fmla="*/ 6 h 7"/>
                  <a:gd name="T2" fmla="*/ 4 w 10"/>
                  <a:gd name="T3" fmla="*/ 4 h 7"/>
                  <a:gd name="T4" fmla="*/ 2 w 10"/>
                  <a:gd name="T5" fmla="*/ 4 h 7"/>
                  <a:gd name="T6" fmla="*/ 1 w 10"/>
                  <a:gd name="T7" fmla="*/ 3 h 7"/>
                  <a:gd name="T8" fmla="*/ 4 w 10"/>
                  <a:gd name="T9" fmla="*/ 0 h 7"/>
                  <a:gd name="T10" fmla="*/ 9 w 10"/>
                  <a:gd name="T11" fmla="*/ 4 h 7"/>
                  <a:gd name="T12" fmla="*/ 5 w 10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5" y="6"/>
                    </a:moveTo>
                    <a:cubicBezTo>
                      <a:pt x="4" y="5"/>
                      <a:pt x="4" y="4"/>
                      <a:pt x="4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0"/>
                      <a:pt x="9" y="3"/>
                      <a:pt x="9" y="4"/>
                    </a:cubicBezTo>
                    <a:cubicBezTo>
                      <a:pt x="10" y="7"/>
                      <a:pt x="6" y="7"/>
                      <a:pt x="5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2" name="Freeform 2162">
                <a:extLst>
                  <a:ext uri="{FF2B5EF4-FFF2-40B4-BE49-F238E27FC236}">
                    <a16:creationId xmlns:a16="http://schemas.microsoft.com/office/drawing/2014/main" id="{D4169070-0122-D340-8EBD-01774E3638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44" y="3564"/>
                <a:ext cx="555" cy="598"/>
              </a:xfrm>
              <a:custGeom>
                <a:avLst/>
                <a:gdLst>
                  <a:gd name="T0" fmla="*/ 1263 w 1362"/>
                  <a:gd name="T1" fmla="*/ 75 h 1471"/>
                  <a:gd name="T2" fmla="*/ 991 w 1362"/>
                  <a:gd name="T3" fmla="*/ 106 h 1471"/>
                  <a:gd name="T4" fmla="*/ 788 w 1362"/>
                  <a:gd name="T5" fmla="*/ 92 h 1471"/>
                  <a:gd name="T6" fmla="*/ 559 w 1362"/>
                  <a:gd name="T7" fmla="*/ 141 h 1471"/>
                  <a:gd name="T8" fmla="*/ 383 w 1362"/>
                  <a:gd name="T9" fmla="*/ 204 h 1471"/>
                  <a:gd name="T10" fmla="*/ 201 w 1362"/>
                  <a:gd name="T11" fmla="*/ 320 h 1471"/>
                  <a:gd name="T12" fmla="*/ 42 w 1362"/>
                  <a:gd name="T13" fmla="*/ 521 h 1471"/>
                  <a:gd name="T14" fmla="*/ 25 w 1362"/>
                  <a:gd name="T15" fmla="*/ 662 h 1471"/>
                  <a:gd name="T16" fmla="*/ 127 w 1362"/>
                  <a:gd name="T17" fmla="*/ 774 h 1471"/>
                  <a:gd name="T18" fmla="*/ 216 w 1362"/>
                  <a:gd name="T19" fmla="*/ 771 h 1471"/>
                  <a:gd name="T20" fmla="*/ 177 w 1362"/>
                  <a:gd name="T21" fmla="*/ 802 h 1471"/>
                  <a:gd name="T22" fmla="*/ 225 w 1362"/>
                  <a:gd name="T23" fmla="*/ 937 h 1471"/>
                  <a:gd name="T24" fmla="*/ 319 w 1362"/>
                  <a:gd name="T25" fmla="*/ 962 h 1471"/>
                  <a:gd name="T26" fmla="*/ 437 w 1362"/>
                  <a:gd name="T27" fmla="*/ 948 h 1471"/>
                  <a:gd name="T28" fmla="*/ 570 w 1362"/>
                  <a:gd name="T29" fmla="*/ 959 h 1471"/>
                  <a:gd name="T30" fmla="*/ 602 w 1362"/>
                  <a:gd name="T31" fmla="*/ 1025 h 1471"/>
                  <a:gd name="T32" fmla="*/ 488 w 1362"/>
                  <a:gd name="T33" fmla="*/ 1001 h 1471"/>
                  <a:gd name="T34" fmla="*/ 345 w 1362"/>
                  <a:gd name="T35" fmla="*/ 998 h 1471"/>
                  <a:gd name="T36" fmla="*/ 274 w 1362"/>
                  <a:gd name="T37" fmla="*/ 1150 h 1471"/>
                  <a:gd name="T38" fmla="*/ 353 w 1362"/>
                  <a:gd name="T39" fmla="*/ 1282 h 1471"/>
                  <a:gd name="T40" fmla="*/ 410 w 1362"/>
                  <a:gd name="T41" fmla="*/ 1394 h 1471"/>
                  <a:gd name="T42" fmla="*/ 496 w 1362"/>
                  <a:gd name="T43" fmla="*/ 1381 h 1471"/>
                  <a:gd name="T44" fmla="*/ 530 w 1362"/>
                  <a:gd name="T45" fmla="*/ 1425 h 1471"/>
                  <a:gd name="T46" fmla="*/ 628 w 1362"/>
                  <a:gd name="T47" fmla="*/ 1424 h 1471"/>
                  <a:gd name="T48" fmla="*/ 663 w 1362"/>
                  <a:gd name="T49" fmla="*/ 1424 h 1471"/>
                  <a:gd name="T50" fmla="*/ 602 w 1362"/>
                  <a:gd name="T51" fmla="*/ 1236 h 1471"/>
                  <a:gd name="T52" fmla="*/ 679 w 1362"/>
                  <a:gd name="T53" fmla="*/ 1212 h 1471"/>
                  <a:gd name="T54" fmla="*/ 723 w 1362"/>
                  <a:gd name="T55" fmla="*/ 1166 h 1471"/>
                  <a:gd name="T56" fmla="*/ 641 w 1362"/>
                  <a:gd name="T57" fmla="*/ 1060 h 1471"/>
                  <a:gd name="T58" fmla="*/ 856 w 1362"/>
                  <a:gd name="T59" fmla="*/ 1097 h 1471"/>
                  <a:gd name="T60" fmla="*/ 848 w 1362"/>
                  <a:gd name="T61" fmla="*/ 988 h 1471"/>
                  <a:gd name="T62" fmla="*/ 889 w 1362"/>
                  <a:gd name="T63" fmla="*/ 1003 h 1471"/>
                  <a:gd name="T64" fmla="*/ 922 w 1362"/>
                  <a:gd name="T65" fmla="*/ 985 h 1471"/>
                  <a:gd name="T66" fmla="*/ 838 w 1362"/>
                  <a:gd name="T67" fmla="*/ 847 h 1471"/>
                  <a:gd name="T68" fmla="*/ 696 w 1362"/>
                  <a:gd name="T69" fmla="*/ 767 h 1471"/>
                  <a:gd name="T70" fmla="*/ 607 w 1362"/>
                  <a:gd name="T71" fmla="*/ 810 h 1471"/>
                  <a:gd name="T72" fmla="*/ 730 w 1362"/>
                  <a:gd name="T73" fmla="*/ 876 h 1471"/>
                  <a:gd name="T74" fmla="*/ 712 w 1362"/>
                  <a:gd name="T75" fmla="*/ 900 h 1471"/>
                  <a:gd name="T76" fmla="*/ 632 w 1362"/>
                  <a:gd name="T77" fmla="*/ 848 h 1471"/>
                  <a:gd name="T78" fmla="*/ 557 w 1362"/>
                  <a:gd name="T79" fmla="*/ 802 h 1471"/>
                  <a:gd name="T80" fmla="*/ 612 w 1362"/>
                  <a:gd name="T81" fmla="*/ 763 h 1471"/>
                  <a:gd name="T82" fmla="*/ 634 w 1362"/>
                  <a:gd name="T83" fmla="*/ 683 h 1471"/>
                  <a:gd name="T84" fmla="*/ 676 w 1362"/>
                  <a:gd name="T85" fmla="*/ 697 h 1471"/>
                  <a:gd name="T86" fmla="*/ 578 w 1362"/>
                  <a:gd name="T87" fmla="*/ 559 h 1471"/>
                  <a:gd name="T88" fmla="*/ 523 w 1362"/>
                  <a:gd name="T89" fmla="*/ 412 h 1471"/>
                  <a:gd name="T90" fmla="*/ 569 w 1362"/>
                  <a:gd name="T91" fmla="*/ 341 h 1471"/>
                  <a:gd name="T92" fmla="*/ 608 w 1362"/>
                  <a:gd name="T93" fmla="*/ 407 h 1471"/>
                  <a:gd name="T94" fmla="*/ 687 w 1362"/>
                  <a:gd name="T95" fmla="*/ 507 h 1471"/>
                  <a:gd name="T96" fmla="*/ 718 w 1362"/>
                  <a:gd name="T97" fmla="*/ 427 h 1471"/>
                  <a:gd name="T98" fmla="*/ 756 w 1362"/>
                  <a:gd name="T99" fmla="*/ 423 h 1471"/>
                  <a:gd name="T100" fmla="*/ 885 w 1362"/>
                  <a:gd name="T101" fmla="*/ 454 h 1471"/>
                  <a:gd name="T102" fmla="*/ 786 w 1362"/>
                  <a:gd name="T103" fmla="*/ 339 h 1471"/>
                  <a:gd name="T104" fmla="*/ 840 w 1362"/>
                  <a:gd name="T105" fmla="*/ 287 h 1471"/>
                  <a:gd name="T106" fmla="*/ 927 w 1362"/>
                  <a:gd name="T107" fmla="*/ 232 h 1471"/>
                  <a:gd name="T108" fmla="*/ 1066 w 1362"/>
                  <a:gd name="T109" fmla="*/ 226 h 1471"/>
                  <a:gd name="T110" fmla="*/ 1230 w 1362"/>
                  <a:gd name="T111" fmla="*/ 250 h 1471"/>
                  <a:gd name="T112" fmla="*/ 1330 w 1362"/>
                  <a:gd name="T113" fmla="*/ 108 h 1471"/>
                  <a:gd name="T114" fmla="*/ 251 w 1362"/>
                  <a:gd name="T115" fmla="*/ 394 h 1471"/>
                  <a:gd name="T116" fmla="*/ 309 w 1362"/>
                  <a:gd name="T117" fmla="*/ 899 h 1471"/>
                  <a:gd name="T118" fmla="*/ 293 w 1362"/>
                  <a:gd name="T119" fmla="*/ 782 h 1471"/>
                  <a:gd name="T120" fmla="*/ 404 w 1362"/>
                  <a:gd name="T121" fmla="*/ 455 h 1471"/>
                  <a:gd name="T122" fmla="*/ 627 w 1362"/>
                  <a:gd name="T123" fmla="*/ 335 h 1471"/>
                  <a:gd name="T124" fmla="*/ 690 w 1362"/>
                  <a:gd name="T125" fmla="*/ 333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62" h="1471">
                    <a:moveTo>
                      <a:pt x="1352" y="70"/>
                    </a:moveTo>
                    <a:cubicBezTo>
                      <a:pt x="1350" y="32"/>
                      <a:pt x="1350" y="32"/>
                      <a:pt x="1350" y="32"/>
                    </a:cubicBezTo>
                    <a:cubicBezTo>
                      <a:pt x="1339" y="32"/>
                      <a:pt x="1339" y="32"/>
                      <a:pt x="1339" y="32"/>
                    </a:cubicBezTo>
                    <a:cubicBezTo>
                      <a:pt x="1319" y="16"/>
                      <a:pt x="1319" y="16"/>
                      <a:pt x="1319" y="16"/>
                    </a:cubicBezTo>
                    <a:cubicBezTo>
                      <a:pt x="1308" y="13"/>
                      <a:pt x="1308" y="13"/>
                      <a:pt x="1308" y="13"/>
                    </a:cubicBezTo>
                    <a:cubicBezTo>
                      <a:pt x="1305" y="10"/>
                      <a:pt x="1305" y="10"/>
                      <a:pt x="1305" y="10"/>
                    </a:cubicBezTo>
                    <a:cubicBezTo>
                      <a:pt x="1295" y="7"/>
                      <a:pt x="1295" y="7"/>
                      <a:pt x="1295" y="7"/>
                    </a:cubicBezTo>
                    <a:cubicBezTo>
                      <a:pt x="1294" y="9"/>
                      <a:pt x="1294" y="9"/>
                      <a:pt x="1294" y="9"/>
                    </a:cubicBezTo>
                    <a:cubicBezTo>
                      <a:pt x="1282" y="9"/>
                      <a:pt x="1282" y="9"/>
                      <a:pt x="1282" y="9"/>
                    </a:cubicBezTo>
                    <a:cubicBezTo>
                      <a:pt x="1272" y="0"/>
                      <a:pt x="1272" y="0"/>
                      <a:pt x="1272" y="0"/>
                    </a:cubicBezTo>
                    <a:cubicBezTo>
                      <a:pt x="1256" y="0"/>
                      <a:pt x="1256" y="0"/>
                      <a:pt x="1256" y="0"/>
                    </a:cubicBezTo>
                    <a:cubicBezTo>
                      <a:pt x="1247" y="9"/>
                      <a:pt x="1247" y="9"/>
                      <a:pt x="1247" y="9"/>
                    </a:cubicBezTo>
                    <a:cubicBezTo>
                      <a:pt x="1241" y="10"/>
                      <a:pt x="1241" y="10"/>
                      <a:pt x="1241" y="10"/>
                    </a:cubicBezTo>
                    <a:cubicBezTo>
                      <a:pt x="1238" y="13"/>
                      <a:pt x="1238" y="13"/>
                      <a:pt x="1238" y="13"/>
                    </a:cubicBezTo>
                    <a:cubicBezTo>
                      <a:pt x="1239" y="14"/>
                      <a:pt x="1239" y="14"/>
                      <a:pt x="1239" y="14"/>
                    </a:cubicBezTo>
                    <a:cubicBezTo>
                      <a:pt x="1240" y="26"/>
                      <a:pt x="1240" y="26"/>
                      <a:pt x="1240" y="26"/>
                    </a:cubicBezTo>
                    <a:cubicBezTo>
                      <a:pt x="1253" y="32"/>
                      <a:pt x="1253" y="32"/>
                      <a:pt x="1253" y="32"/>
                    </a:cubicBezTo>
                    <a:cubicBezTo>
                      <a:pt x="1263" y="52"/>
                      <a:pt x="1263" y="52"/>
                      <a:pt x="1263" y="52"/>
                    </a:cubicBezTo>
                    <a:cubicBezTo>
                      <a:pt x="1264" y="62"/>
                      <a:pt x="1264" y="62"/>
                      <a:pt x="1264" y="62"/>
                    </a:cubicBezTo>
                    <a:cubicBezTo>
                      <a:pt x="1261" y="67"/>
                      <a:pt x="1261" y="67"/>
                      <a:pt x="1261" y="67"/>
                    </a:cubicBezTo>
                    <a:cubicBezTo>
                      <a:pt x="1263" y="75"/>
                      <a:pt x="1263" y="75"/>
                      <a:pt x="1263" y="75"/>
                    </a:cubicBezTo>
                    <a:cubicBezTo>
                      <a:pt x="1270" y="81"/>
                      <a:pt x="1270" y="81"/>
                      <a:pt x="1270" y="81"/>
                    </a:cubicBezTo>
                    <a:cubicBezTo>
                      <a:pt x="1256" y="105"/>
                      <a:pt x="1256" y="105"/>
                      <a:pt x="1256" y="105"/>
                    </a:cubicBezTo>
                    <a:cubicBezTo>
                      <a:pt x="1236" y="106"/>
                      <a:pt x="1236" y="106"/>
                      <a:pt x="1236" y="106"/>
                    </a:cubicBezTo>
                    <a:cubicBezTo>
                      <a:pt x="1207" y="122"/>
                      <a:pt x="1207" y="122"/>
                      <a:pt x="1207" y="122"/>
                    </a:cubicBezTo>
                    <a:cubicBezTo>
                      <a:pt x="1193" y="110"/>
                      <a:pt x="1193" y="110"/>
                      <a:pt x="1193" y="110"/>
                    </a:cubicBezTo>
                    <a:cubicBezTo>
                      <a:pt x="1186" y="119"/>
                      <a:pt x="1186" y="119"/>
                      <a:pt x="1186" y="119"/>
                    </a:cubicBezTo>
                    <a:cubicBezTo>
                      <a:pt x="1173" y="121"/>
                      <a:pt x="1173" y="121"/>
                      <a:pt x="1173" y="121"/>
                    </a:cubicBezTo>
                    <a:cubicBezTo>
                      <a:pt x="1166" y="126"/>
                      <a:pt x="1166" y="126"/>
                      <a:pt x="1166" y="126"/>
                    </a:cubicBezTo>
                    <a:cubicBezTo>
                      <a:pt x="1156" y="122"/>
                      <a:pt x="1156" y="122"/>
                      <a:pt x="1156" y="122"/>
                    </a:cubicBezTo>
                    <a:cubicBezTo>
                      <a:pt x="1133" y="123"/>
                      <a:pt x="1133" y="123"/>
                      <a:pt x="1133" y="123"/>
                    </a:cubicBezTo>
                    <a:cubicBezTo>
                      <a:pt x="1126" y="133"/>
                      <a:pt x="1126" y="133"/>
                      <a:pt x="1126" y="133"/>
                    </a:cubicBezTo>
                    <a:cubicBezTo>
                      <a:pt x="1110" y="135"/>
                      <a:pt x="1110" y="135"/>
                      <a:pt x="1110" y="135"/>
                    </a:cubicBezTo>
                    <a:cubicBezTo>
                      <a:pt x="1108" y="138"/>
                      <a:pt x="1108" y="138"/>
                      <a:pt x="1108" y="138"/>
                    </a:cubicBezTo>
                    <a:cubicBezTo>
                      <a:pt x="1095" y="138"/>
                      <a:pt x="1095" y="138"/>
                      <a:pt x="1095" y="138"/>
                    </a:cubicBezTo>
                    <a:cubicBezTo>
                      <a:pt x="1091" y="144"/>
                      <a:pt x="1091" y="144"/>
                      <a:pt x="1091" y="144"/>
                    </a:cubicBezTo>
                    <a:cubicBezTo>
                      <a:pt x="1071" y="144"/>
                      <a:pt x="1071" y="144"/>
                      <a:pt x="1071" y="144"/>
                    </a:cubicBezTo>
                    <a:cubicBezTo>
                      <a:pt x="1071" y="144"/>
                      <a:pt x="1057" y="123"/>
                      <a:pt x="1031" y="113"/>
                    </a:cubicBezTo>
                    <a:cubicBezTo>
                      <a:pt x="1015" y="113"/>
                      <a:pt x="1015" y="113"/>
                      <a:pt x="1015" y="113"/>
                    </a:cubicBezTo>
                    <a:cubicBezTo>
                      <a:pt x="1001" y="103"/>
                      <a:pt x="1001" y="103"/>
                      <a:pt x="1001" y="103"/>
                    </a:cubicBezTo>
                    <a:cubicBezTo>
                      <a:pt x="993" y="104"/>
                      <a:pt x="993" y="104"/>
                      <a:pt x="993" y="104"/>
                    </a:cubicBezTo>
                    <a:cubicBezTo>
                      <a:pt x="991" y="106"/>
                      <a:pt x="991" y="106"/>
                      <a:pt x="991" y="106"/>
                    </a:cubicBezTo>
                    <a:cubicBezTo>
                      <a:pt x="981" y="106"/>
                      <a:pt x="981" y="106"/>
                      <a:pt x="981" y="106"/>
                    </a:cubicBezTo>
                    <a:cubicBezTo>
                      <a:pt x="976" y="116"/>
                      <a:pt x="976" y="116"/>
                      <a:pt x="976" y="116"/>
                    </a:cubicBezTo>
                    <a:cubicBezTo>
                      <a:pt x="970" y="117"/>
                      <a:pt x="970" y="117"/>
                      <a:pt x="970" y="117"/>
                    </a:cubicBezTo>
                    <a:cubicBezTo>
                      <a:pt x="958" y="99"/>
                      <a:pt x="958" y="99"/>
                      <a:pt x="958" y="99"/>
                    </a:cubicBezTo>
                    <a:cubicBezTo>
                      <a:pt x="935" y="99"/>
                      <a:pt x="935" y="99"/>
                      <a:pt x="935" y="99"/>
                    </a:cubicBezTo>
                    <a:cubicBezTo>
                      <a:pt x="935" y="99"/>
                      <a:pt x="919" y="80"/>
                      <a:pt x="918" y="64"/>
                    </a:cubicBezTo>
                    <a:cubicBezTo>
                      <a:pt x="905" y="66"/>
                      <a:pt x="905" y="66"/>
                      <a:pt x="905" y="66"/>
                    </a:cubicBezTo>
                    <a:cubicBezTo>
                      <a:pt x="898" y="74"/>
                      <a:pt x="898" y="74"/>
                      <a:pt x="898" y="74"/>
                    </a:cubicBezTo>
                    <a:cubicBezTo>
                      <a:pt x="865" y="74"/>
                      <a:pt x="865" y="74"/>
                      <a:pt x="865" y="74"/>
                    </a:cubicBezTo>
                    <a:cubicBezTo>
                      <a:pt x="859" y="65"/>
                      <a:pt x="859" y="65"/>
                      <a:pt x="859" y="65"/>
                    </a:cubicBezTo>
                    <a:cubicBezTo>
                      <a:pt x="852" y="64"/>
                      <a:pt x="852" y="64"/>
                      <a:pt x="852" y="64"/>
                    </a:cubicBezTo>
                    <a:cubicBezTo>
                      <a:pt x="843" y="75"/>
                      <a:pt x="843" y="75"/>
                      <a:pt x="843" y="75"/>
                    </a:cubicBezTo>
                    <a:cubicBezTo>
                      <a:pt x="837" y="75"/>
                      <a:pt x="837" y="75"/>
                      <a:pt x="837" y="75"/>
                    </a:cubicBezTo>
                    <a:cubicBezTo>
                      <a:pt x="834" y="71"/>
                      <a:pt x="834" y="71"/>
                      <a:pt x="834" y="71"/>
                    </a:cubicBezTo>
                    <a:cubicBezTo>
                      <a:pt x="823" y="73"/>
                      <a:pt x="823" y="73"/>
                      <a:pt x="823" y="73"/>
                    </a:cubicBezTo>
                    <a:cubicBezTo>
                      <a:pt x="816" y="82"/>
                      <a:pt x="816" y="82"/>
                      <a:pt x="816" y="82"/>
                    </a:cubicBezTo>
                    <a:cubicBezTo>
                      <a:pt x="819" y="89"/>
                      <a:pt x="819" y="89"/>
                      <a:pt x="819" y="89"/>
                    </a:cubicBezTo>
                    <a:cubicBezTo>
                      <a:pt x="816" y="96"/>
                      <a:pt x="816" y="96"/>
                      <a:pt x="816" y="96"/>
                    </a:cubicBezTo>
                    <a:cubicBezTo>
                      <a:pt x="804" y="95"/>
                      <a:pt x="804" y="95"/>
                      <a:pt x="804" y="95"/>
                    </a:cubicBezTo>
                    <a:cubicBezTo>
                      <a:pt x="798" y="100"/>
                      <a:pt x="798" y="100"/>
                      <a:pt x="798" y="100"/>
                    </a:cubicBezTo>
                    <a:cubicBezTo>
                      <a:pt x="788" y="92"/>
                      <a:pt x="788" y="92"/>
                      <a:pt x="788" y="92"/>
                    </a:cubicBezTo>
                    <a:cubicBezTo>
                      <a:pt x="771" y="103"/>
                      <a:pt x="771" y="103"/>
                      <a:pt x="771" y="103"/>
                    </a:cubicBezTo>
                    <a:cubicBezTo>
                      <a:pt x="766" y="104"/>
                      <a:pt x="766" y="104"/>
                      <a:pt x="766" y="104"/>
                    </a:cubicBezTo>
                    <a:cubicBezTo>
                      <a:pt x="753" y="118"/>
                      <a:pt x="753" y="118"/>
                      <a:pt x="753" y="118"/>
                    </a:cubicBezTo>
                    <a:cubicBezTo>
                      <a:pt x="748" y="112"/>
                      <a:pt x="748" y="112"/>
                      <a:pt x="748" y="112"/>
                    </a:cubicBezTo>
                    <a:cubicBezTo>
                      <a:pt x="733" y="113"/>
                      <a:pt x="733" y="113"/>
                      <a:pt x="733" y="113"/>
                    </a:cubicBezTo>
                    <a:cubicBezTo>
                      <a:pt x="725" y="125"/>
                      <a:pt x="725" y="125"/>
                      <a:pt x="725" y="125"/>
                    </a:cubicBezTo>
                    <a:cubicBezTo>
                      <a:pt x="712" y="118"/>
                      <a:pt x="712" y="118"/>
                      <a:pt x="712" y="118"/>
                    </a:cubicBezTo>
                    <a:cubicBezTo>
                      <a:pt x="677" y="117"/>
                      <a:pt x="677" y="117"/>
                      <a:pt x="677" y="117"/>
                    </a:cubicBezTo>
                    <a:cubicBezTo>
                      <a:pt x="666" y="128"/>
                      <a:pt x="666" y="128"/>
                      <a:pt x="666" y="128"/>
                    </a:cubicBezTo>
                    <a:cubicBezTo>
                      <a:pt x="660" y="118"/>
                      <a:pt x="660" y="118"/>
                      <a:pt x="660" y="118"/>
                    </a:cubicBezTo>
                    <a:cubicBezTo>
                      <a:pt x="650" y="119"/>
                      <a:pt x="650" y="119"/>
                      <a:pt x="650" y="119"/>
                    </a:cubicBezTo>
                    <a:cubicBezTo>
                      <a:pt x="644" y="124"/>
                      <a:pt x="644" y="124"/>
                      <a:pt x="644" y="124"/>
                    </a:cubicBezTo>
                    <a:cubicBezTo>
                      <a:pt x="644" y="133"/>
                      <a:pt x="644" y="133"/>
                      <a:pt x="644" y="133"/>
                    </a:cubicBezTo>
                    <a:cubicBezTo>
                      <a:pt x="629" y="143"/>
                      <a:pt x="629" y="143"/>
                      <a:pt x="629" y="143"/>
                    </a:cubicBezTo>
                    <a:cubicBezTo>
                      <a:pt x="611" y="144"/>
                      <a:pt x="611" y="144"/>
                      <a:pt x="611" y="144"/>
                    </a:cubicBezTo>
                    <a:cubicBezTo>
                      <a:pt x="606" y="140"/>
                      <a:pt x="606" y="140"/>
                      <a:pt x="606" y="140"/>
                    </a:cubicBezTo>
                    <a:cubicBezTo>
                      <a:pt x="593" y="140"/>
                      <a:pt x="593" y="140"/>
                      <a:pt x="593" y="140"/>
                    </a:cubicBezTo>
                    <a:cubicBezTo>
                      <a:pt x="584" y="141"/>
                      <a:pt x="584" y="141"/>
                      <a:pt x="584" y="141"/>
                    </a:cubicBezTo>
                    <a:cubicBezTo>
                      <a:pt x="581" y="144"/>
                      <a:pt x="581" y="144"/>
                      <a:pt x="581" y="144"/>
                    </a:cubicBezTo>
                    <a:cubicBezTo>
                      <a:pt x="564" y="143"/>
                      <a:pt x="564" y="143"/>
                      <a:pt x="564" y="143"/>
                    </a:cubicBezTo>
                    <a:cubicBezTo>
                      <a:pt x="559" y="141"/>
                      <a:pt x="559" y="141"/>
                      <a:pt x="559" y="141"/>
                    </a:cubicBezTo>
                    <a:cubicBezTo>
                      <a:pt x="555" y="144"/>
                      <a:pt x="555" y="144"/>
                      <a:pt x="555" y="144"/>
                    </a:cubicBezTo>
                    <a:cubicBezTo>
                      <a:pt x="550" y="149"/>
                      <a:pt x="550" y="149"/>
                      <a:pt x="550" y="149"/>
                    </a:cubicBezTo>
                    <a:cubicBezTo>
                      <a:pt x="550" y="157"/>
                      <a:pt x="550" y="157"/>
                      <a:pt x="550" y="157"/>
                    </a:cubicBezTo>
                    <a:cubicBezTo>
                      <a:pt x="547" y="160"/>
                      <a:pt x="547" y="160"/>
                      <a:pt x="547" y="160"/>
                    </a:cubicBezTo>
                    <a:cubicBezTo>
                      <a:pt x="556" y="169"/>
                      <a:pt x="556" y="169"/>
                      <a:pt x="556" y="169"/>
                    </a:cubicBezTo>
                    <a:cubicBezTo>
                      <a:pt x="551" y="181"/>
                      <a:pt x="551" y="181"/>
                      <a:pt x="551" y="181"/>
                    </a:cubicBezTo>
                    <a:cubicBezTo>
                      <a:pt x="538" y="195"/>
                      <a:pt x="538" y="195"/>
                      <a:pt x="538" y="195"/>
                    </a:cubicBezTo>
                    <a:cubicBezTo>
                      <a:pt x="524" y="183"/>
                      <a:pt x="524" y="183"/>
                      <a:pt x="524" y="183"/>
                    </a:cubicBezTo>
                    <a:cubicBezTo>
                      <a:pt x="524" y="193"/>
                      <a:pt x="524" y="193"/>
                      <a:pt x="524" y="193"/>
                    </a:cubicBezTo>
                    <a:cubicBezTo>
                      <a:pt x="515" y="200"/>
                      <a:pt x="515" y="200"/>
                      <a:pt x="515" y="200"/>
                    </a:cubicBezTo>
                    <a:cubicBezTo>
                      <a:pt x="493" y="200"/>
                      <a:pt x="493" y="200"/>
                      <a:pt x="493" y="200"/>
                    </a:cubicBezTo>
                    <a:cubicBezTo>
                      <a:pt x="483" y="207"/>
                      <a:pt x="483" y="207"/>
                      <a:pt x="483" y="207"/>
                    </a:cubicBezTo>
                    <a:cubicBezTo>
                      <a:pt x="477" y="203"/>
                      <a:pt x="477" y="203"/>
                      <a:pt x="477" y="203"/>
                    </a:cubicBezTo>
                    <a:cubicBezTo>
                      <a:pt x="455" y="201"/>
                      <a:pt x="455" y="201"/>
                      <a:pt x="455" y="201"/>
                    </a:cubicBezTo>
                    <a:cubicBezTo>
                      <a:pt x="444" y="192"/>
                      <a:pt x="444" y="192"/>
                      <a:pt x="444" y="192"/>
                    </a:cubicBezTo>
                    <a:cubicBezTo>
                      <a:pt x="425" y="192"/>
                      <a:pt x="425" y="192"/>
                      <a:pt x="425" y="192"/>
                    </a:cubicBezTo>
                    <a:cubicBezTo>
                      <a:pt x="425" y="192"/>
                      <a:pt x="415" y="205"/>
                      <a:pt x="415" y="205"/>
                    </a:cubicBezTo>
                    <a:cubicBezTo>
                      <a:pt x="414" y="205"/>
                      <a:pt x="409" y="205"/>
                      <a:pt x="409" y="205"/>
                    </a:cubicBezTo>
                    <a:cubicBezTo>
                      <a:pt x="400" y="195"/>
                      <a:pt x="400" y="195"/>
                      <a:pt x="400" y="195"/>
                    </a:cubicBezTo>
                    <a:cubicBezTo>
                      <a:pt x="394" y="203"/>
                      <a:pt x="394" y="203"/>
                      <a:pt x="394" y="203"/>
                    </a:cubicBezTo>
                    <a:cubicBezTo>
                      <a:pt x="383" y="204"/>
                      <a:pt x="383" y="204"/>
                      <a:pt x="383" y="204"/>
                    </a:cubicBezTo>
                    <a:cubicBezTo>
                      <a:pt x="379" y="210"/>
                      <a:pt x="379" y="210"/>
                      <a:pt x="379" y="210"/>
                    </a:cubicBezTo>
                    <a:cubicBezTo>
                      <a:pt x="374" y="210"/>
                      <a:pt x="374" y="210"/>
                      <a:pt x="374" y="210"/>
                    </a:cubicBezTo>
                    <a:cubicBezTo>
                      <a:pt x="369" y="217"/>
                      <a:pt x="369" y="217"/>
                      <a:pt x="369" y="217"/>
                    </a:cubicBezTo>
                    <a:cubicBezTo>
                      <a:pt x="367" y="228"/>
                      <a:pt x="367" y="228"/>
                      <a:pt x="367" y="228"/>
                    </a:cubicBezTo>
                    <a:cubicBezTo>
                      <a:pt x="346" y="250"/>
                      <a:pt x="346" y="250"/>
                      <a:pt x="346" y="250"/>
                    </a:cubicBezTo>
                    <a:cubicBezTo>
                      <a:pt x="345" y="257"/>
                      <a:pt x="345" y="257"/>
                      <a:pt x="345" y="257"/>
                    </a:cubicBezTo>
                    <a:cubicBezTo>
                      <a:pt x="341" y="260"/>
                      <a:pt x="341" y="260"/>
                      <a:pt x="341" y="260"/>
                    </a:cubicBezTo>
                    <a:cubicBezTo>
                      <a:pt x="329" y="260"/>
                      <a:pt x="329" y="260"/>
                      <a:pt x="329" y="260"/>
                    </a:cubicBezTo>
                    <a:cubicBezTo>
                      <a:pt x="327" y="256"/>
                      <a:pt x="327" y="256"/>
                      <a:pt x="327" y="256"/>
                    </a:cubicBezTo>
                    <a:cubicBezTo>
                      <a:pt x="306" y="276"/>
                      <a:pt x="306" y="276"/>
                      <a:pt x="306" y="276"/>
                    </a:cubicBezTo>
                    <a:cubicBezTo>
                      <a:pt x="295" y="275"/>
                      <a:pt x="295" y="275"/>
                      <a:pt x="295" y="275"/>
                    </a:cubicBezTo>
                    <a:cubicBezTo>
                      <a:pt x="288" y="267"/>
                      <a:pt x="288" y="267"/>
                      <a:pt x="288" y="267"/>
                    </a:cubicBez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52" y="280"/>
                      <a:pt x="252" y="280"/>
                      <a:pt x="252" y="280"/>
                    </a:cubicBezTo>
                    <a:cubicBezTo>
                      <a:pt x="229" y="283"/>
                      <a:pt x="229" y="283"/>
                      <a:pt x="229" y="283"/>
                    </a:cubicBezTo>
                    <a:cubicBezTo>
                      <a:pt x="224" y="275"/>
                      <a:pt x="224" y="275"/>
                      <a:pt x="224" y="275"/>
                    </a:cubicBezTo>
                    <a:cubicBezTo>
                      <a:pt x="214" y="285"/>
                      <a:pt x="214" y="285"/>
                      <a:pt x="214" y="285"/>
                    </a:cubicBezTo>
                    <a:cubicBezTo>
                      <a:pt x="207" y="284"/>
                      <a:pt x="207" y="284"/>
                      <a:pt x="207" y="284"/>
                    </a:cubicBezTo>
                    <a:cubicBezTo>
                      <a:pt x="205" y="286"/>
                      <a:pt x="202" y="287"/>
                      <a:pt x="201" y="289"/>
                    </a:cubicBezTo>
                    <a:cubicBezTo>
                      <a:pt x="200" y="293"/>
                      <a:pt x="203" y="294"/>
                      <a:pt x="205" y="296"/>
                    </a:cubicBezTo>
                    <a:cubicBezTo>
                      <a:pt x="213" y="304"/>
                      <a:pt x="207" y="313"/>
                      <a:pt x="201" y="320"/>
                    </a:cubicBezTo>
                    <a:cubicBezTo>
                      <a:pt x="201" y="321"/>
                      <a:pt x="200" y="324"/>
                      <a:pt x="199" y="324"/>
                    </a:cubicBezTo>
                    <a:cubicBezTo>
                      <a:pt x="198" y="325"/>
                      <a:pt x="199" y="323"/>
                      <a:pt x="198" y="324"/>
                    </a:cubicBezTo>
                    <a:cubicBezTo>
                      <a:pt x="196" y="325"/>
                      <a:pt x="195" y="326"/>
                      <a:pt x="194" y="327"/>
                    </a:cubicBezTo>
                    <a:cubicBezTo>
                      <a:pt x="193" y="328"/>
                      <a:pt x="193" y="328"/>
                      <a:pt x="192" y="328"/>
                    </a:cubicBezTo>
                    <a:cubicBezTo>
                      <a:pt x="193" y="330"/>
                      <a:pt x="193" y="330"/>
                      <a:pt x="193" y="330"/>
                    </a:cubicBezTo>
                    <a:cubicBezTo>
                      <a:pt x="193" y="353"/>
                      <a:pt x="193" y="353"/>
                      <a:pt x="193" y="353"/>
                    </a:cubicBezTo>
                    <a:cubicBezTo>
                      <a:pt x="169" y="388"/>
                      <a:pt x="169" y="388"/>
                      <a:pt x="169" y="388"/>
                    </a:cubicBezTo>
                    <a:cubicBezTo>
                      <a:pt x="169" y="388"/>
                      <a:pt x="137" y="388"/>
                      <a:pt x="135" y="407"/>
                    </a:cubicBezTo>
                    <a:cubicBezTo>
                      <a:pt x="135" y="423"/>
                      <a:pt x="135" y="423"/>
                      <a:pt x="135" y="423"/>
                    </a:cubicBezTo>
                    <a:cubicBezTo>
                      <a:pt x="120" y="441"/>
                      <a:pt x="120" y="441"/>
                      <a:pt x="120" y="441"/>
                    </a:cubicBezTo>
                    <a:cubicBezTo>
                      <a:pt x="120" y="467"/>
                      <a:pt x="120" y="467"/>
                      <a:pt x="120" y="467"/>
                    </a:cubicBezTo>
                    <a:cubicBezTo>
                      <a:pt x="114" y="472"/>
                      <a:pt x="114" y="472"/>
                      <a:pt x="114" y="472"/>
                    </a:cubicBezTo>
                    <a:cubicBezTo>
                      <a:pt x="117" y="493"/>
                      <a:pt x="117" y="493"/>
                      <a:pt x="117" y="493"/>
                    </a:cubicBezTo>
                    <a:cubicBezTo>
                      <a:pt x="107" y="499"/>
                      <a:pt x="107" y="499"/>
                      <a:pt x="107" y="499"/>
                    </a:cubicBezTo>
                    <a:cubicBezTo>
                      <a:pt x="99" y="498"/>
                      <a:pt x="99" y="498"/>
                      <a:pt x="99" y="498"/>
                    </a:cubicBezTo>
                    <a:cubicBezTo>
                      <a:pt x="97" y="503"/>
                      <a:pt x="97" y="503"/>
                      <a:pt x="97" y="503"/>
                    </a:cubicBezTo>
                    <a:cubicBezTo>
                      <a:pt x="93" y="503"/>
                      <a:pt x="93" y="503"/>
                      <a:pt x="93" y="503"/>
                    </a:cubicBezTo>
                    <a:cubicBezTo>
                      <a:pt x="91" y="500"/>
                      <a:pt x="91" y="500"/>
                      <a:pt x="91" y="500"/>
                    </a:cubicBezTo>
                    <a:cubicBezTo>
                      <a:pt x="65" y="501"/>
                      <a:pt x="65" y="501"/>
                      <a:pt x="65" y="501"/>
                    </a:cubicBezTo>
                    <a:cubicBezTo>
                      <a:pt x="54" y="521"/>
                      <a:pt x="54" y="521"/>
                      <a:pt x="54" y="521"/>
                    </a:cubicBezTo>
                    <a:cubicBezTo>
                      <a:pt x="42" y="521"/>
                      <a:pt x="42" y="521"/>
                      <a:pt x="42" y="521"/>
                    </a:cubicBezTo>
                    <a:cubicBezTo>
                      <a:pt x="35" y="530"/>
                      <a:pt x="35" y="530"/>
                      <a:pt x="35" y="530"/>
                    </a:cubicBezTo>
                    <a:cubicBezTo>
                      <a:pt x="61" y="564"/>
                      <a:pt x="61" y="564"/>
                      <a:pt x="61" y="564"/>
                    </a:cubicBezTo>
                    <a:cubicBezTo>
                      <a:pt x="60" y="579"/>
                      <a:pt x="60" y="579"/>
                      <a:pt x="60" y="579"/>
                    </a:cubicBezTo>
                    <a:cubicBezTo>
                      <a:pt x="48" y="575"/>
                      <a:pt x="48" y="575"/>
                      <a:pt x="48" y="575"/>
                    </a:cubicBezTo>
                    <a:cubicBezTo>
                      <a:pt x="35" y="576"/>
                      <a:pt x="35" y="576"/>
                      <a:pt x="35" y="576"/>
                    </a:cubicBezTo>
                    <a:cubicBezTo>
                      <a:pt x="40" y="585"/>
                      <a:pt x="40" y="585"/>
                      <a:pt x="40" y="585"/>
                    </a:cubicBezTo>
                    <a:cubicBezTo>
                      <a:pt x="40" y="600"/>
                      <a:pt x="40" y="600"/>
                      <a:pt x="40" y="600"/>
                    </a:cubicBezTo>
                    <a:cubicBezTo>
                      <a:pt x="24" y="608"/>
                      <a:pt x="24" y="608"/>
                      <a:pt x="24" y="608"/>
                    </a:cubicBezTo>
                    <a:cubicBezTo>
                      <a:pt x="20" y="608"/>
                      <a:pt x="20" y="608"/>
                      <a:pt x="20" y="608"/>
                    </a:cubicBezTo>
                    <a:cubicBezTo>
                      <a:pt x="20" y="610"/>
                      <a:pt x="20" y="611"/>
                      <a:pt x="20" y="613"/>
                    </a:cubicBezTo>
                    <a:cubicBezTo>
                      <a:pt x="17" y="620"/>
                      <a:pt x="6" y="616"/>
                      <a:pt x="1" y="616"/>
                    </a:cubicBezTo>
                    <a:cubicBezTo>
                      <a:pt x="0" y="618"/>
                      <a:pt x="3" y="619"/>
                      <a:pt x="5" y="620"/>
                    </a:cubicBezTo>
                    <a:cubicBezTo>
                      <a:pt x="9" y="621"/>
                      <a:pt x="11" y="623"/>
                      <a:pt x="11" y="627"/>
                    </a:cubicBezTo>
                    <a:cubicBezTo>
                      <a:pt x="10" y="629"/>
                      <a:pt x="10" y="631"/>
                      <a:pt x="9" y="632"/>
                    </a:cubicBezTo>
                    <a:cubicBezTo>
                      <a:pt x="8" y="633"/>
                      <a:pt x="7" y="633"/>
                      <a:pt x="7" y="634"/>
                    </a:cubicBezTo>
                    <a:cubicBezTo>
                      <a:pt x="6" y="636"/>
                      <a:pt x="6" y="639"/>
                      <a:pt x="6" y="642"/>
                    </a:cubicBezTo>
                    <a:cubicBezTo>
                      <a:pt x="6" y="643"/>
                      <a:pt x="6" y="644"/>
                      <a:pt x="6" y="645"/>
                    </a:cubicBezTo>
                    <a:cubicBezTo>
                      <a:pt x="6" y="646"/>
                      <a:pt x="7" y="647"/>
                      <a:pt x="7" y="648"/>
                    </a:cubicBezTo>
                    <a:cubicBezTo>
                      <a:pt x="10" y="650"/>
                      <a:pt x="13" y="649"/>
                      <a:pt x="16" y="650"/>
                    </a:cubicBezTo>
                    <a:cubicBezTo>
                      <a:pt x="22" y="650"/>
                      <a:pt x="22" y="654"/>
                      <a:pt x="22" y="659"/>
                    </a:cubicBezTo>
                    <a:cubicBezTo>
                      <a:pt x="23" y="661"/>
                      <a:pt x="23" y="661"/>
                      <a:pt x="25" y="662"/>
                    </a:cubicBezTo>
                    <a:cubicBezTo>
                      <a:pt x="27" y="663"/>
                      <a:pt x="27" y="664"/>
                      <a:pt x="27" y="666"/>
                    </a:cubicBezTo>
                    <a:cubicBezTo>
                      <a:pt x="27" y="668"/>
                      <a:pt x="27" y="670"/>
                      <a:pt x="26" y="672"/>
                    </a:cubicBezTo>
                    <a:cubicBezTo>
                      <a:pt x="25" y="673"/>
                      <a:pt x="23" y="674"/>
                      <a:pt x="23" y="675"/>
                    </a:cubicBezTo>
                    <a:cubicBezTo>
                      <a:pt x="23" y="677"/>
                      <a:pt x="24" y="678"/>
                      <a:pt x="25" y="678"/>
                    </a:cubicBezTo>
                    <a:cubicBezTo>
                      <a:pt x="27" y="679"/>
                      <a:pt x="28" y="680"/>
                      <a:pt x="30" y="681"/>
                    </a:cubicBezTo>
                    <a:cubicBezTo>
                      <a:pt x="33" y="682"/>
                      <a:pt x="37" y="682"/>
                      <a:pt x="37" y="687"/>
                    </a:cubicBezTo>
                    <a:cubicBezTo>
                      <a:pt x="37" y="690"/>
                      <a:pt x="35" y="693"/>
                      <a:pt x="38" y="696"/>
                    </a:cubicBezTo>
                    <a:cubicBezTo>
                      <a:pt x="39" y="697"/>
                      <a:pt x="41" y="698"/>
                      <a:pt x="42" y="700"/>
                    </a:cubicBezTo>
                    <a:cubicBezTo>
                      <a:pt x="43" y="701"/>
                      <a:pt x="43" y="703"/>
                      <a:pt x="43" y="705"/>
                    </a:cubicBezTo>
                    <a:cubicBezTo>
                      <a:pt x="44" y="709"/>
                      <a:pt x="47" y="710"/>
                      <a:pt x="51" y="710"/>
                    </a:cubicBezTo>
                    <a:cubicBezTo>
                      <a:pt x="54" y="711"/>
                      <a:pt x="58" y="712"/>
                      <a:pt x="62" y="713"/>
                    </a:cubicBezTo>
                    <a:cubicBezTo>
                      <a:pt x="64" y="714"/>
                      <a:pt x="66" y="714"/>
                      <a:pt x="69" y="714"/>
                    </a:cubicBezTo>
                    <a:cubicBezTo>
                      <a:pt x="70" y="714"/>
                      <a:pt x="74" y="713"/>
                      <a:pt x="75" y="715"/>
                    </a:cubicBezTo>
                    <a:cubicBezTo>
                      <a:pt x="76" y="716"/>
                      <a:pt x="75" y="718"/>
                      <a:pt x="76" y="719"/>
                    </a:cubicBezTo>
                    <a:cubicBezTo>
                      <a:pt x="77" y="721"/>
                      <a:pt x="79" y="722"/>
                      <a:pt x="81" y="724"/>
                    </a:cubicBezTo>
                    <a:cubicBezTo>
                      <a:pt x="82" y="726"/>
                      <a:pt x="83" y="728"/>
                      <a:pt x="84" y="730"/>
                    </a:cubicBezTo>
                    <a:cubicBezTo>
                      <a:pt x="86" y="732"/>
                      <a:pt x="88" y="734"/>
                      <a:pt x="90" y="736"/>
                    </a:cubicBezTo>
                    <a:cubicBezTo>
                      <a:pt x="92" y="738"/>
                      <a:pt x="95" y="739"/>
                      <a:pt x="97" y="742"/>
                    </a:cubicBezTo>
                    <a:cubicBezTo>
                      <a:pt x="100" y="744"/>
                      <a:pt x="102" y="747"/>
                      <a:pt x="104" y="750"/>
                    </a:cubicBezTo>
                    <a:cubicBezTo>
                      <a:pt x="107" y="755"/>
                      <a:pt x="111" y="760"/>
                      <a:pt x="116" y="764"/>
                    </a:cubicBezTo>
                    <a:cubicBezTo>
                      <a:pt x="120" y="767"/>
                      <a:pt x="125" y="769"/>
                      <a:pt x="127" y="774"/>
                    </a:cubicBezTo>
                    <a:cubicBezTo>
                      <a:pt x="129" y="778"/>
                      <a:pt x="129" y="783"/>
                      <a:pt x="129" y="788"/>
                    </a:cubicBezTo>
                    <a:cubicBezTo>
                      <a:pt x="129" y="792"/>
                      <a:pt x="129" y="797"/>
                      <a:pt x="132" y="799"/>
                    </a:cubicBezTo>
                    <a:cubicBezTo>
                      <a:pt x="135" y="801"/>
                      <a:pt x="139" y="799"/>
                      <a:pt x="140" y="796"/>
                    </a:cubicBezTo>
                    <a:cubicBezTo>
                      <a:pt x="143" y="792"/>
                      <a:pt x="143" y="788"/>
                      <a:pt x="143" y="784"/>
                    </a:cubicBezTo>
                    <a:cubicBezTo>
                      <a:pt x="144" y="783"/>
                      <a:pt x="144" y="781"/>
                      <a:pt x="144" y="780"/>
                    </a:cubicBezTo>
                    <a:cubicBezTo>
                      <a:pt x="145" y="777"/>
                      <a:pt x="145" y="774"/>
                      <a:pt x="145" y="772"/>
                    </a:cubicBezTo>
                    <a:cubicBezTo>
                      <a:pt x="145" y="770"/>
                      <a:pt x="144" y="768"/>
                      <a:pt x="146" y="767"/>
                    </a:cubicBezTo>
                    <a:cubicBezTo>
                      <a:pt x="148" y="763"/>
                      <a:pt x="152" y="762"/>
                      <a:pt x="155" y="765"/>
                    </a:cubicBezTo>
                    <a:cubicBezTo>
                      <a:pt x="160" y="769"/>
                      <a:pt x="161" y="774"/>
                      <a:pt x="165" y="778"/>
                    </a:cubicBezTo>
                    <a:cubicBezTo>
                      <a:pt x="166" y="780"/>
                      <a:pt x="168" y="782"/>
                      <a:pt x="170" y="782"/>
                    </a:cubicBezTo>
                    <a:cubicBezTo>
                      <a:pt x="172" y="781"/>
                      <a:pt x="172" y="779"/>
                      <a:pt x="171" y="777"/>
                    </a:cubicBezTo>
                    <a:cubicBezTo>
                      <a:pt x="170" y="775"/>
                      <a:pt x="167" y="771"/>
                      <a:pt x="168" y="768"/>
                    </a:cubicBezTo>
                    <a:cubicBezTo>
                      <a:pt x="168" y="767"/>
                      <a:pt x="172" y="766"/>
                      <a:pt x="173" y="767"/>
                    </a:cubicBezTo>
                    <a:cubicBezTo>
                      <a:pt x="176" y="768"/>
                      <a:pt x="178" y="769"/>
                      <a:pt x="180" y="771"/>
                    </a:cubicBezTo>
                    <a:cubicBezTo>
                      <a:pt x="182" y="773"/>
                      <a:pt x="184" y="774"/>
                      <a:pt x="185" y="776"/>
                    </a:cubicBezTo>
                    <a:cubicBezTo>
                      <a:pt x="186" y="777"/>
                      <a:pt x="186" y="778"/>
                      <a:pt x="187" y="779"/>
                    </a:cubicBezTo>
                    <a:cubicBezTo>
                      <a:pt x="188" y="780"/>
                      <a:pt x="190" y="781"/>
                      <a:pt x="192" y="781"/>
                    </a:cubicBezTo>
                    <a:cubicBezTo>
                      <a:pt x="194" y="782"/>
                      <a:pt x="196" y="782"/>
                      <a:pt x="198" y="782"/>
                    </a:cubicBezTo>
                    <a:cubicBezTo>
                      <a:pt x="200" y="782"/>
                      <a:pt x="201" y="782"/>
                      <a:pt x="203" y="781"/>
                    </a:cubicBezTo>
                    <a:cubicBezTo>
                      <a:pt x="207" y="780"/>
                      <a:pt x="210" y="776"/>
                      <a:pt x="213" y="773"/>
                    </a:cubicBezTo>
                    <a:cubicBezTo>
                      <a:pt x="214" y="772"/>
                      <a:pt x="215" y="771"/>
                      <a:pt x="216" y="771"/>
                    </a:cubicBezTo>
                    <a:cubicBezTo>
                      <a:pt x="218" y="770"/>
                      <a:pt x="219" y="773"/>
                      <a:pt x="220" y="774"/>
                    </a:cubicBezTo>
                    <a:cubicBezTo>
                      <a:pt x="220" y="776"/>
                      <a:pt x="220" y="777"/>
                      <a:pt x="221" y="779"/>
                    </a:cubicBezTo>
                    <a:cubicBezTo>
                      <a:pt x="221" y="780"/>
                      <a:pt x="221" y="781"/>
                      <a:pt x="222" y="781"/>
                    </a:cubicBezTo>
                    <a:cubicBezTo>
                      <a:pt x="222" y="783"/>
                      <a:pt x="222" y="784"/>
                      <a:pt x="223" y="786"/>
                    </a:cubicBezTo>
                    <a:cubicBezTo>
                      <a:pt x="224" y="787"/>
                      <a:pt x="224" y="789"/>
                      <a:pt x="223" y="790"/>
                    </a:cubicBezTo>
                    <a:cubicBezTo>
                      <a:pt x="223" y="792"/>
                      <a:pt x="222" y="793"/>
                      <a:pt x="222" y="794"/>
                    </a:cubicBezTo>
                    <a:cubicBezTo>
                      <a:pt x="223" y="797"/>
                      <a:pt x="224" y="799"/>
                      <a:pt x="224" y="801"/>
                    </a:cubicBezTo>
                    <a:cubicBezTo>
                      <a:pt x="224" y="803"/>
                      <a:pt x="225" y="805"/>
                      <a:pt x="226" y="807"/>
                    </a:cubicBezTo>
                    <a:cubicBezTo>
                      <a:pt x="227" y="809"/>
                      <a:pt x="231" y="812"/>
                      <a:pt x="230" y="815"/>
                    </a:cubicBezTo>
                    <a:cubicBezTo>
                      <a:pt x="230" y="817"/>
                      <a:pt x="229" y="818"/>
                      <a:pt x="228" y="817"/>
                    </a:cubicBezTo>
                    <a:cubicBezTo>
                      <a:pt x="227" y="817"/>
                      <a:pt x="226" y="816"/>
                      <a:pt x="225" y="815"/>
                    </a:cubicBezTo>
                    <a:cubicBezTo>
                      <a:pt x="224" y="814"/>
                      <a:pt x="222" y="814"/>
                      <a:pt x="220" y="813"/>
                    </a:cubicBezTo>
                    <a:cubicBezTo>
                      <a:pt x="219" y="813"/>
                      <a:pt x="218" y="812"/>
                      <a:pt x="217" y="811"/>
                    </a:cubicBezTo>
                    <a:cubicBezTo>
                      <a:pt x="215" y="810"/>
                      <a:pt x="213" y="810"/>
                      <a:pt x="212" y="811"/>
                    </a:cubicBezTo>
                    <a:cubicBezTo>
                      <a:pt x="210" y="811"/>
                      <a:pt x="210" y="812"/>
                      <a:pt x="210" y="814"/>
                    </a:cubicBezTo>
                    <a:cubicBezTo>
                      <a:pt x="208" y="817"/>
                      <a:pt x="205" y="815"/>
                      <a:pt x="202" y="815"/>
                    </a:cubicBezTo>
                    <a:cubicBezTo>
                      <a:pt x="199" y="814"/>
                      <a:pt x="198" y="812"/>
                      <a:pt x="196" y="809"/>
                    </a:cubicBezTo>
                    <a:cubicBezTo>
                      <a:pt x="196" y="808"/>
                      <a:pt x="196" y="806"/>
                      <a:pt x="195" y="805"/>
                    </a:cubicBezTo>
                    <a:cubicBezTo>
                      <a:pt x="194" y="803"/>
                      <a:pt x="192" y="802"/>
                      <a:pt x="190" y="801"/>
                    </a:cubicBezTo>
                    <a:cubicBezTo>
                      <a:pt x="189" y="800"/>
                      <a:pt x="188" y="799"/>
                      <a:pt x="186" y="799"/>
                    </a:cubicBezTo>
                    <a:cubicBezTo>
                      <a:pt x="183" y="799"/>
                      <a:pt x="179" y="800"/>
                      <a:pt x="177" y="802"/>
                    </a:cubicBezTo>
                    <a:cubicBezTo>
                      <a:pt x="175" y="804"/>
                      <a:pt x="173" y="808"/>
                      <a:pt x="170" y="807"/>
                    </a:cubicBezTo>
                    <a:cubicBezTo>
                      <a:pt x="168" y="807"/>
                      <a:pt x="166" y="804"/>
                      <a:pt x="164" y="803"/>
                    </a:cubicBezTo>
                    <a:cubicBezTo>
                      <a:pt x="158" y="800"/>
                      <a:pt x="157" y="808"/>
                      <a:pt x="152" y="807"/>
                    </a:cubicBezTo>
                    <a:cubicBezTo>
                      <a:pt x="149" y="806"/>
                      <a:pt x="140" y="800"/>
                      <a:pt x="139" y="806"/>
                    </a:cubicBezTo>
                    <a:cubicBezTo>
                      <a:pt x="139" y="812"/>
                      <a:pt x="146" y="815"/>
                      <a:pt x="146" y="820"/>
                    </a:cubicBezTo>
                    <a:cubicBezTo>
                      <a:pt x="147" y="826"/>
                      <a:pt x="141" y="830"/>
                      <a:pt x="139" y="835"/>
                    </a:cubicBezTo>
                    <a:cubicBezTo>
                      <a:pt x="138" y="841"/>
                      <a:pt x="145" y="848"/>
                      <a:pt x="150" y="849"/>
                    </a:cubicBezTo>
                    <a:cubicBezTo>
                      <a:pt x="157" y="851"/>
                      <a:pt x="160" y="843"/>
                      <a:pt x="166" y="842"/>
                    </a:cubicBezTo>
                    <a:cubicBezTo>
                      <a:pt x="174" y="842"/>
                      <a:pt x="173" y="856"/>
                      <a:pt x="173" y="861"/>
                    </a:cubicBezTo>
                    <a:cubicBezTo>
                      <a:pt x="172" y="863"/>
                      <a:pt x="172" y="867"/>
                      <a:pt x="174" y="868"/>
                    </a:cubicBezTo>
                    <a:cubicBezTo>
                      <a:pt x="177" y="870"/>
                      <a:pt x="180" y="870"/>
                      <a:pt x="182" y="870"/>
                    </a:cubicBezTo>
                    <a:cubicBezTo>
                      <a:pt x="189" y="872"/>
                      <a:pt x="194" y="879"/>
                      <a:pt x="199" y="884"/>
                    </a:cubicBezTo>
                    <a:cubicBezTo>
                      <a:pt x="201" y="887"/>
                      <a:pt x="203" y="891"/>
                      <a:pt x="203" y="895"/>
                    </a:cubicBezTo>
                    <a:cubicBezTo>
                      <a:pt x="203" y="898"/>
                      <a:pt x="202" y="900"/>
                      <a:pt x="200" y="903"/>
                    </a:cubicBezTo>
                    <a:cubicBezTo>
                      <a:pt x="199" y="906"/>
                      <a:pt x="199" y="908"/>
                      <a:pt x="200" y="911"/>
                    </a:cubicBezTo>
                    <a:cubicBezTo>
                      <a:pt x="200" y="913"/>
                      <a:pt x="202" y="917"/>
                      <a:pt x="204" y="918"/>
                    </a:cubicBezTo>
                    <a:cubicBezTo>
                      <a:pt x="207" y="919"/>
                      <a:pt x="208" y="916"/>
                      <a:pt x="210" y="915"/>
                    </a:cubicBezTo>
                    <a:cubicBezTo>
                      <a:pt x="211" y="913"/>
                      <a:pt x="214" y="909"/>
                      <a:pt x="216" y="909"/>
                    </a:cubicBezTo>
                    <a:cubicBezTo>
                      <a:pt x="218" y="910"/>
                      <a:pt x="217" y="916"/>
                      <a:pt x="217" y="918"/>
                    </a:cubicBezTo>
                    <a:cubicBezTo>
                      <a:pt x="217" y="922"/>
                      <a:pt x="217" y="927"/>
                      <a:pt x="219" y="931"/>
                    </a:cubicBezTo>
                    <a:cubicBezTo>
                      <a:pt x="220" y="934"/>
                      <a:pt x="223" y="935"/>
                      <a:pt x="225" y="937"/>
                    </a:cubicBezTo>
                    <a:cubicBezTo>
                      <a:pt x="228" y="938"/>
                      <a:pt x="229" y="939"/>
                      <a:pt x="228" y="942"/>
                    </a:cubicBezTo>
                    <a:cubicBezTo>
                      <a:pt x="226" y="947"/>
                      <a:pt x="217" y="951"/>
                      <a:pt x="218" y="957"/>
                    </a:cubicBezTo>
                    <a:cubicBezTo>
                      <a:pt x="218" y="962"/>
                      <a:pt x="225" y="967"/>
                      <a:pt x="231" y="968"/>
                    </a:cubicBezTo>
                    <a:cubicBezTo>
                      <a:pt x="235" y="969"/>
                      <a:pt x="240" y="966"/>
                      <a:pt x="245" y="964"/>
                    </a:cubicBezTo>
                    <a:cubicBezTo>
                      <a:pt x="247" y="963"/>
                      <a:pt x="250" y="961"/>
                      <a:pt x="252" y="959"/>
                    </a:cubicBezTo>
                    <a:cubicBezTo>
                      <a:pt x="253" y="959"/>
                      <a:pt x="253" y="958"/>
                      <a:pt x="254" y="957"/>
                    </a:cubicBezTo>
                    <a:cubicBezTo>
                      <a:pt x="255" y="956"/>
                      <a:pt x="255" y="954"/>
                      <a:pt x="256" y="954"/>
                    </a:cubicBezTo>
                    <a:cubicBezTo>
                      <a:pt x="257" y="953"/>
                      <a:pt x="258" y="953"/>
                      <a:pt x="259" y="953"/>
                    </a:cubicBezTo>
                    <a:cubicBezTo>
                      <a:pt x="260" y="952"/>
                      <a:pt x="261" y="951"/>
                      <a:pt x="262" y="951"/>
                    </a:cubicBezTo>
                    <a:cubicBezTo>
                      <a:pt x="266" y="948"/>
                      <a:pt x="268" y="942"/>
                      <a:pt x="267" y="937"/>
                    </a:cubicBezTo>
                    <a:cubicBezTo>
                      <a:pt x="266" y="934"/>
                      <a:pt x="265" y="932"/>
                      <a:pt x="264" y="929"/>
                    </a:cubicBezTo>
                    <a:cubicBezTo>
                      <a:pt x="263" y="927"/>
                      <a:pt x="262" y="924"/>
                      <a:pt x="263" y="922"/>
                    </a:cubicBezTo>
                    <a:cubicBezTo>
                      <a:pt x="267" y="914"/>
                      <a:pt x="273" y="930"/>
                      <a:pt x="274" y="932"/>
                    </a:cubicBezTo>
                    <a:cubicBezTo>
                      <a:pt x="275" y="936"/>
                      <a:pt x="276" y="943"/>
                      <a:pt x="281" y="943"/>
                    </a:cubicBezTo>
                    <a:cubicBezTo>
                      <a:pt x="284" y="944"/>
                      <a:pt x="286" y="943"/>
                      <a:pt x="288" y="945"/>
                    </a:cubicBezTo>
                    <a:cubicBezTo>
                      <a:pt x="289" y="947"/>
                      <a:pt x="288" y="950"/>
                      <a:pt x="289" y="952"/>
                    </a:cubicBezTo>
                    <a:cubicBezTo>
                      <a:pt x="291" y="954"/>
                      <a:pt x="293" y="954"/>
                      <a:pt x="295" y="954"/>
                    </a:cubicBezTo>
                    <a:cubicBezTo>
                      <a:pt x="297" y="954"/>
                      <a:pt x="299" y="955"/>
                      <a:pt x="301" y="957"/>
                    </a:cubicBezTo>
                    <a:cubicBezTo>
                      <a:pt x="304" y="960"/>
                      <a:pt x="300" y="965"/>
                      <a:pt x="302" y="969"/>
                    </a:cubicBezTo>
                    <a:cubicBezTo>
                      <a:pt x="305" y="973"/>
                      <a:pt x="313" y="970"/>
                      <a:pt x="315" y="967"/>
                    </a:cubicBezTo>
                    <a:cubicBezTo>
                      <a:pt x="316" y="965"/>
                      <a:pt x="316" y="963"/>
                      <a:pt x="319" y="962"/>
                    </a:cubicBezTo>
                    <a:cubicBezTo>
                      <a:pt x="321" y="962"/>
                      <a:pt x="322" y="960"/>
                      <a:pt x="323" y="958"/>
                    </a:cubicBezTo>
                    <a:cubicBezTo>
                      <a:pt x="323" y="958"/>
                      <a:pt x="324" y="957"/>
                      <a:pt x="324" y="956"/>
                    </a:cubicBezTo>
                    <a:cubicBezTo>
                      <a:pt x="325" y="956"/>
                      <a:pt x="327" y="956"/>
                      <a:pt x="329" y="955"/>
                    </a:cubicBezTo>
                    <a:cubicBezTo>
                      <a:pt x="333" y="955"/>
                      <a:pt x="337" y="954"/>
                      <a:pt x="342" y="954"/>
                    </a:cubicBezTo>
                    <a:cubicBezTo>
                      <a:pt x="345" y="953"/>
                      <a:pt x="350" y="954"/>
                      <a:pt x="353" y="956"/>
                    </a:cubicBezTo>
                    <a:cubicBezTo>
                      <a:pt x="354" y="957"/>
                      <a:pt x="354" y="958"/>
                      <a:pt x="356" y="959"/>
                    </a:cubicBezTo>
                    <a:cubicBezTo>
                      <a:pt x="357" y="959"/>
                      <a:pt x="358" y="958"/>
                      <a:pt x="359" y="957"/>
                    </a:cubicBezTo>
                    <a:cubicBezTo>
                      <a:pt x="359" y="955"/>
                      <a:pt x="358" y="951"/>
                      <a:pt x="360" y="950"/>
                    </a:cubicBezTo>
                    <a:cubicBezTo>
                      <a:pt x="361" y="949"/>
                      <a:pt x="363" y="949"/>
                      <a:pt x="365" y="949"/>
                    </a:cubicBezTo>
                    <a:cubicBezTo>
                      <a:pt x="366" y="948"/>
                      <a:pt x="367" y="948"/>
                      <a:pt x="368" y="946"/>
                    </a:cubicBezTo>
                    <a:cubicBezTo>
                      <a:pt x="371" y="944"/>
                      <a:pt x="373" y="944"/>
                      <a:pt x="376" y="944"/>
                    </a:cubicBezTo>
                    <a:cubicBezTo>
                      <a:pt x="379" y="943"/>
                      <a:pt x="381" y="945"/>
                      <a:pt x="383" y="946"/>
                    </a:cubicBezTo>
                    <a:cubicBezTo>
                      <a:pt x="386" y="946"/>
                      <a:pt x="390" y="945"/>
                      <a:pt x="392" y="945"/>
                    </a:cubicBezTo>
                    <a:cubicBezTo>
                      <a:pt x="396" y="944"/>
                      <a:pt x="398" y="940"/>
                      <a:pt x="400" y="938"/>
                    </a:cubicBezTo>
                    <a:cubicBezTo>
                      <a:pt x="402" y="936"/>
                      <a:pt x="404" y="932"/>
                      <a:pt x="407" y="934"/>
                    </a:cubicBezTo>
                    <a:cubicBezTo>
                      <a:pt x="409" y="935"/>
                      <a:pt x="408" y="937"/>
                      <a:pt x="409" y="938"/>
                    </a:cubicBezTo>
                    <a:cubicBezTo>
                      <a:pt x="410" y="939"/>
                      <a:pt x="411" y="939"/>
                      <a:pt x="412" y="939"/>
                    </a:cubicBezTo>
                    <a:cubicBezTo>
                      <a:pt x="415" y="940"/>
                      <a:pt x="418" y="941"/>
                      <a:pt x="421" y="942"/>
                    </a:cubicBezTo>
                    <a:cubicBezTo>
                      <a:pt x="422" y="942"/>
                      <a:pt x="424" y="943"/>
                      <a:pt x="425" y="944"/>
                    </a:cubicBezTo>
                    <a:cubicBezTo>
                      <a:pt x="426" y="945"/>
                      <a:pt x="426" y="946"/>
                      <a:pt x="428" y="947"/>
                    </a:cubicBezTo>
                    <a:cubicBezTo>
                      <a:pt x="430" y="948"/>
                      <a:pt x="434" y="947"/>
                      <a:pt x="437" y="948"/>
                    </a:cubicBezTo>
                    <a:cubicBezTo>
                      <a:pt x="438" y="949"/>
                      <a:pt x="438" y="950"/>
                      <a:pt x="439" y="950"/>
                    </a:cubicBezTo>
                    <a:cubicBezTo>
                      <a:pt x="440" y="952"/>
                      <a:pt x="442" y="952"/>
                      <a:pt x="443" y="952"/>
                    </a:cubicBezTo>
                    <a:cubicBezTo>
                      <a:pt x="446" y="952"/>
                      <a:pt x="449" y="953"/>
                      <a:pt x="452" y="952"/>
                    </a:cubicBezTo>
                    <a:cubicBezTo>
                      <a:pt x="454" y="952"/>
                      <a:pt x="458" y="953"/>
                      <a:pt x="460" y="950"/>
                    </a:cubicBezTo>
                    <a:cubicBezTo>
                      <a:pt x="462" y="948"/>
                      <a:pt x="464" y="946"/>
                      <a:pt x="467" y="949"/>
                    </a:cubicBezTo>
                    <a:cubicBezTo>
                      <a:pt x="469" y="951"/>
                      <a:pt x="471" y="951"/>
                      <a:pt x="474" y="951"/>
                    </a:cubicBezTo>
                    <a:cubicBezTo>
                      <a:pt x="477" y="951"/>
                      <a:pt x="480" y="952"/>
                      <a:pt x="483" y="952"/>
                    </a:cubicBezTo>
                    <a:cubicBezTo>
                      <a:pt x="485" y="951"/>
                      <a:pt x="487" y="950"/>
                      <a:pt x="489" y="949"/>
                    </a:cubicBezTo>
                    <a:cubicBezTo>
                      <a:pt x="491" y="949"/>
                      <a:pt x="493" y="948"/>
                      <a:pt x="494" y="945"/>
                    </a:cubicBezTo>
                    <a:cubicBezTo>
                      <a:pt x="495" y="942"/>
                      <a:pt x="494" y="938"/>
                      <a:pt x="494" y="934"/>
                    </a:cubicBezTo>
                    <a:cubicBezTo>
                      <a:pt x="494" y="931"/>
                      <a:pt x="495" y="929"/>
                      <a:pt x="498" y="928"/>
                    </a:cubicBezTo>
                    <a:cubicBezTo>
                      <a:pt x="501" y="928"/>
                      <a:pt x="504" y="928"/>
                      <a:pt x="507" y="929"/>
                    </a:cubicBezTo>
                    <a:cubicBezTo>
                      <a:pt x="510" y="930"/>
                      <a:pt x="511" y="931"/>
                      <a:pt x="512" y="933"/>
                    </a:cubicBezTo>
                    <a:cubicBezTo>
                      <a:pt x="514" y="936"/>
                      <a:pt x="516" y="940"/>
                      <a:pt x="518" y="942"/>
                    </a:cubicBezTo>
                    <a:cubicBezTo>
                      <a:pt x="520" y="945"/>
                      <a:pt x="522" y="948"/>
                      <a:pt x="524" y="951"/>
                    </a:cubicBezTo>
                    <a:cubicBezTo>
                      <a:pt x="525" y="953"/>
                      <a:pt x="526" y="956"/>
                      <a:pt x="528" y="958"/>
                    </a:cubicBezTo>
                    <a:cubicBezTo>
                      <a:pt x="532" y="965"/>
                      <a:pt x="537" y="958"/>
                      <a:pt x="539" y="953"/>
                    </a:cubicBezTo>
                    <a:cubicBezTo>
                      <a:pt x="539" y="951"/>
                      <a:pt x="539" y="948"/>
                      <a:pt x="540" y="946"/>
                    </a:cubicBezTo>
                    <a:cubicBezTo>
                      <a:pt x="542" y="944"/>
                      <a:pt x="544" y="942"/>
                      <a:pt x="546" y="941"/>
                    </a:cubicBezTo>
                    <a:cubicBezTo>
                      <a:pt x="553" y="937"/>
                      <a:pt x="555" y="944"/>
                      <a:pt x="556" y="949"/>
                    </a:cubicBezTo>
                    <a:cubicBezTo>
                      <a:pt x="559" y="955"/>
                      <a:pt x="565" y="956"/>
                      <a:pt x="570" y="959"/>
                    </a:cubicBezTo>
                    <a:cubicBezTo>
                      <a:pt x="572" y="960"/>
                      <a:pt x="575" y="963"/>
                      <a:pt x="576" y="966"/>
                    </a:cubicBezTo>
                    <a:cubicBezTo>
                      <a:pt x="577" y="968"/>
                      <a:pt x="576" y="970"/>
                      <a:pt x="576" y="973"/>
                    </a:cubicBezTo>
                    <a:cubicBezTo>
                      <a:pt x="575" y="979"/>
                      <a:pt x="583" y="977"/>
                      <a:pt x="587" y="977"/>
                    </a:cubicBezTo>
                    <a:cubicBezTo>
                      <a:pt x="591" y="976"/>
                      <a:pt x="594" y="976"/>
                      <a:pt x="597" y="977"/>
                    </a:cubicBezTo>
                    <a:cubicBezTo>
                      <a:pt x="599" y="978"/>
                      <a:pt x="601" y="980"/>
                      <a:pt x="603" y="981"/>
                    </a:cubicBezTo>
                    <a:cubicBezTo>
                      <a:pt x="610" y="985"/>
                      <a:pt x="617" y="982"/>
                      <a:pt x="624" y="982"/>
                    </a:cubicBezTo>
                    <a:cubicBezTo>
                      <a:pt x="628" y="982"/>
                      <a:pt x="632" y="983"/>
                      <a:pt x="636" y="985"/>
                    </a:cubicBezTo>
                    <a:cubicBezTo>
                      <a:pt x="637" y="986"/>
                      <a:pt x="640" y="989"/>
                      <a:pt x="642" y="989"/>
                    </a:cubicBezTo>
                    <a:cubicBezTo>
                      <a:pt x="645" y="989"/>
                      <a:pt x="647" y="979"/>
                      <a:pt x="651" y="982"/>
                    </a:cubicBezTo>
                    <a:cubicBezTo>
                      <a:pt x="653" y="984"/>
                      <a:pt x="654" y="987"/>
                      <a:pt x="656" y="989"/>
                    </a:cubicBezTo>
                    <a:cubicBezTo>
                      <a:pt x="658" y="991"/>
                      <a:pt x="660" y="991"/>
                      <a:pt x="663" y="991"/>
                    </a:cubicBezTo>
                    <a:cubicBezTo>
                      <a:pt x="665" y="990"/>
                      <a:pt x="667" y="990"/>
                      <a:pt x="668" y="992"/>
                    </a:cubicBezTo>
                    <a:cubicBezTo>
                      <a:pt x="669" y="995"/>
                      <a:pt x="669" y="998"/>
                      <a:pt x="668" y="1001"/>
                    </a:cubicBezTo>
                    <a:cubicBezTo>
                      <a:pt x="668" y="1006"/>
                      <a:pt x="669" y="1011"/>
                      <a:pt x="664" y="1014"/>
                    </a:cubicBezTo>
                    <a:cubicBezTo>
                      <a:pt x="662" y="1015"/>
                      <a:pt x="659" y="1016"/>
                      <a:pt x="657" y="1017"/>
                    </a:cubicBezTo>
                    <a:cubicBezTo>
                      <a:pt x="655" y="1018"/>
                      <a:pt x="653" y="1019"/>
                      <a:pt x="651" y="1020"/>
                    </a:cubicBezTo>
                    <a:cubicBezTo>
                      <a:pt x="645" y="1023"/>
                      <a:pt x="638" y="1021"/>
                      <a:pt x="632" y="1020"/>
                    </a:cubicBezTo>
                    <a:cubicBezTo>
                      <a:pt x="628" y="1019"/>
                      <a:pt x="623" y="1019"/>
                      <a:pt x="618" y="1020"/>
                    </a:cubicBezTo>
                    <a:cubicBezTo>
                      <a:pt x="616" y="1020"/>
                      <a:pt x="613" y="1020"/>
                      <a:pt x="611" y="1020"/>
                    </a:cubicBezTo>
                    <a:cubicBezTo>
                      <a:pt x="609" y="1020"/>
                      <a:pt x="608" y="1020"/>
                      <a:pt x="606" y="1022"/>
                    </a:cubicBezTo>
                    <a:cubicBezTo>
                      <a:pt x="605" y="1023"/>
                      <a:pt x="604" y="1024"/>
                      <a:pt x="602" y="1025"/>
                    </a:cubicBezTo>
                    <a:cubicBezTo>
                      <a:pt x="601" y="1026"/>
                      <a:pt x="599" y="1027"/>
                      <a:pt x="600" y="1029"/>
                    </a:cubicBezTo>
                    <a:cubicBezTo>
                      <a:pt x="601" y="1030"/>
                      <a:pt x="603" y="1031"/>
                      <a:pt x="605" y="1032"/>
                    </a:cubicBezTo>
                    <a:cubicBezTo>
                      <a:pt x="608" y="1034"/>
                      <a:pt x="610" y="1036"/>
                      <a:pt x="613" y="1039"/>
                    </a:cubicBezTo>
                    <a:cubicBezTo>
                      <a:pt x="616" y="1041"/>
                      <a:pt x="620" y="1044"/>
                      <a:pt x="619" y="1048"/>
                    </a:cubicBezTo>
                    <a:cubicBezTo>
                      <a:pt x="618" y="1051"/>
                      <a:pt x="616" y="1055"/>
                      <a:pt x="613" y="1056"/>
                    </a:cubicBezTo>
                    <a:cubicBezTo>
                      <a:pt x="611" y="1057"/>
                      <a:pt x="609" y="1056"/>
                      <a:pt x="607" y="1056"/>
                    </a:cubicBezTo>
                    <a:cubicBezTo>
                      <a:pt x="605" y="1056"/>
                      <a:pt x="603" y="1056"/>
                      <a:pt x="602" y="1056"/>
                    </a:cubicBezTo>
                    <a:cubicBezTo>
                      <a:pt x="598" y="1056"/>
                      <a:pt x="595" y="1054"/>
                      <a:pt x="591" y="1052"/>
                    </a:cubicBezTo>
                    <a:cubicBezTo>
                      <a:pt x="588" y="1050"/>
                      <a:pt x="584" y="1047"/>
                      <a:pt x="581" y="1044"/>
                    </a:cubicBezTo>
                    <a:cubicBezTo>
                      <a:pt x="577" y="1041"/>
                      <a:pt x="574" y="1038"/>
                      <a:pt x="570" y="1035"/>
                    </a:cubicBezTo>
                    <a:cubicBezTo>
                      <a:pt x="566" y="1033"/>
                      <a:pt x="562" y="1030"/>
                      <a:pt x="559" y="1027"/>
                    </a:cubicBezTo>
                    <a:cubicBezTo>
                      <a:pt x="556" y="1025"/>
                      <a:pt x="552" y="1023"/>
                      <a:pt x="549" y="1020"/>
                    </a:cubicBezTo>
                    <a:cubicBezTo>
                      <a:pt x="547" y="1018"/>
                      <a:pt x="545" y="1016"/>
                      <a:pt x="542" y="1015"/>
                    </a:cubicBezTo>
                    <a:cubicBezTo>
                      <a:pt x="539" y="1014"/>
                      <a:pt x="535" y="1015"/>
                      <a:pt x="532" y="1014"/>
                    </a:cubicBezTo>
                    <a:cubicBezTo>
                      <a:pt x="529" y="1014"/>
                      <a:pt x="526" y="1012"/>
                      <a:pt x="524" y="1010"/>
                    </a:cubicBezTo>
                    <a:cubicBezTo>
                      <a:pt x="523" y="1009"/>
                      <a:pt x="522" y="1008"/>
                      <a:pt x="520" y="1008"/>
                    </a:cubicBezTo>
                    <a:cubicBezTo>
                      <a:pt x="518" y="1008"/>
                      <a:pt x="516" y="1007"/>
                      <a:pt x="514" y="1007"/>
                    </a:cubicBezTo>
                    <a:cubicBezTo>
                      <a:pt x="509" y="1007"/>
                      <a:pt x="504" y="1008"/>
                      <a:pt x="499" y="1008"/>
                    </a:cubicBezTo>
                    <a:cubicBezTo>
                      <a:pt x="498" y="1007"/>
                      <a:pt x="496" y="1007"/>
                      <a:pt x="495" y="1006"/>
                    </a:cubicBezTo>
                    <a:cubicBezTo>
                      <a:pt x="494" y="1006"/>
                      <a:pt x="493" y="1006"/>
                      <a:pt x="493" y="1005"/>
                    </a:cubicBezTo>
                    <a:cubicBezTo>
                      <a:pt x="491" y="1004"/>
                      <a:pt x="489" y="1002"/>
                      <a:pt x="488" y="1001"/>
                    </a:cubicBezTo>
                    <a:cubicBezTo>
                      <a:pt x="486" y="999"/>
                      <a:pt x="483" y="998"/>
                      <a:pt x="481" y="997"/>
                    </a:cubicBezTo>
                    <a:cubicBezTo>
                      <a:pt x="480" y="997"/>
                      <a:pt x="479" y="996"/>
                      <a:pt x="477" y="996"/>
                    </a:cubicBezTo>
                    <a:cubicBezTo>
                      <a:pt x="476" y="995"/>
                      <a:pt x="475" y="996"/>
                      <a:pt x="473" y="996"/>
                    </a:cubicBezTo>
                    <a:cubicBezTo>
                      <a:pt x="468" y="996"/>
                      <a:pt x="463" y="996"/>
                      <a:pt x="458" y="996"/>
                    </a:cubicBezTo>
                    <a:cubicBezTo>
                      <a:pt x="455" y="995"/>
                      <a:pt x="452" y="994"/>
                      <a:pt x="450" y="992"/>
                    </a:cubicBezTo>
                    <a:cubicBezTo>
                      <a:pt x="448" y="991"/>
                      <a:pt x="447" y="989"/>
                      <a:pt x="446" y="987"/>
                    </a:cubicBezTo>
                    <a:cubicBezTo>
                      <a:pt x="445" y="985"/>
                      <a:pt x="445" y="982"/>
                      <a:pt x="444" y="980"/>
                    </a:cubicBezTo>
                    <a:cubicBezTo>
                      <a:pt x="442" y="978"/>
                      <a:pt x="441" y="979"/>
                      <a:pt x="439" y="979"/>
                    </a:cubicBezTo>
                    <a:cubicBezTo>
                      <a:pt x="436" y="979"/>
                      <a:pt x="433" y="979"/>
                      <a:pt x="430" y="979"/>
                    </a:cubicBezTo>
                    <a:cubicBezTo>
                      <a:pt x="426" y="978"/>
                      <a:pt x="424" y="975"/>
                      <a:pt x="422" y="973"/>
                    </a:cubicBezTo>
                    <a:cubicBezTo>
                      <a:pt x="419" y="970"/>
                      <a:pt x="416" y="967"/>
                      <a:pt x="412" y="965"/>
                    </a:cubicBezTo>
                    <a:cubicBezTo>
                      <a:pt x="409" y="964"/>
                      <a:pt x="407" y="963"/>
                      <a:pt x="403" y="963"/>
                    </a:cubicBezTo>
                    <a:cubicBezTo>
                      <a:pt x="401" y="962"/>
                      <a:pt x="398" y="962"/>
                      <a:pt x="395" y="962"/>
                    </a:cubicBezTo>
                    <a:cubicBezTo>
                      <a:pt x="392" y="962"/>
                      <a:pt x="388" y="962"/>
                      <a:pt x="384" y="962"/>
                    </a:cubicBezTo>
                    <a:cubicBezTo>
                      <a:pt x="381" y="961"/>
                      <a:pt x="379" y="962"/>
                      <a:pt x="376" y="962"/>
                    </a:cubicBezTo>
                    <a:cubicBezTo>
                      <a:pt x="374" y="962"/>
                      <a:pt x="372" y="962"/>
                      <a:pt x="370" y="963"/>
                    </a:cubicBezTo>
                    <a:cubicBezTo>
                      <a:pt x="367" y="964"/>
                      <a:pt x="366" y="968"/>
                      <a:pt x="363" y="970"/>
                    </a:cubicBezTo>
                    <a:cubicBezTo>
                      <a:pt x="362" y="972"/>
                      <a:pt x="360" y="973"/>
                      <a:pt x="359" y="975"/>
                    </a:cubicBezTo>
                    <a:cubicBezTo>
                      <a:pt x="358" y="976"/>
                      <a:pt x="356" y="978"/>
                      <a:pt x="355" y="979"/>
                    </a:cubicBezTo>
                    <a:cubicBezTo>
                      <a:pt x="353" y="982"/>
                      <a:pt x="351" y="986"/>
                      <a:pt x="349" y="989"/>
                    </a:cubicBezTo>
                    <a:cubicBezTo>
                      <a:pt x="347" y="992"/>
                      <a:pt x="346" y="995"/>
                      <a:pt x="345" y="998"/>
                    </a:cubicBezTo>
                    <a:cubicBezTo>
                      <a:pt x="343" y="1001"/>
                      <a:pt x="340" y="1003"/>
                      <a:pt x="338" y="1005"/>
                    </a:cubicBezTo>
                    <a:cubicBezTo>
                      <a:pt x="337" y="1006"/>
                      <a:pt x="336" y="1007"/>
                      <a:pt x="335" y="1008"/>
                    </a:cubicBezTo>
                    <a:cubicBezTo>
                      <a:pt x="328" y="1012"/>
                      <a:pt x="320" y="1015"/>
                      <a:pt x="313" y="1011"/>
                    </a:cubicBezTo>
                    <a:cubicBezTo>
                      <a:pt x="309" y="1009"/>
                      <a:pt x="306" y="1005"/>
                      <a:pt x="302" y="1003"/>
                    </a:cubicBezTo>
                    <a:cubicBezTo>
                      <a:pt x="300" y="1002"/>
                      <a:pt x="297" y="1000"/>
                      <a:pt x="294" y="1000"/>
                    </a:cubicBezTo>
                    <a:cubicBezTo>
                      <a:pt x="292" y="999"/>
                      <a:pt x="290" y="1000"/>
                      <a:pt x="288" y="1001"/>
                    </a:cubicBezTo>
                    <a:cubicBezTo>
                      <a:pt x="284" y="1002"/>
                      <a:pt x="282" y="1006"/>
                      <a:pt x="281" y="1011"/>
                    </a:cubicBezTo>
                    <a:cubicBezTo>
                      <a:pt x="281" y="1015"/>
                      <a:pt x="281" y="1019"/>
                      <a:pt x="281" y="1023"/>
                    </a:cubicBezTo>
                    <a:cubicBezTo>
                      <a:pt x="280" y="1026"/>
                      <a:pt x="279" y="1029"/>
                      <a:pt x="277" y="1031"/>
                    </a:cubicBezTo>
                    <a:cubicBezTo>
                      <a:pt x="272" y="1039"/>
                      <a:pt x="271" y="1049"/>
                      <a:pt x="265" y="1057"/>
                    </a:cubicBezTo>
                    <a:cubicBezTo>
                      <a:pt x="262" y="1060"/>
                      <a:pt x="258" y="1064"/>
                      <a:pt x="255" y="1067"/>
                    </a:cubicBezTo>
                    <a:cubicBezTo>
                      <a:pt x="251" y="1072"/>
                      <a:pt x="247" y="1076"/>
                      <a:pt x="241" y="1076"/>
                    </a:cubicBezTo>
                    <a:cubicBezTo>
                      <a:pt x="236" y="1077"/>
                      <a:pt x="230" y="1075"/>
                      <a:pt x="227" y="1079"/>
                    </a:cubicBezTo>
                    <a:cubicBezTo>
                      <a:pt x="223" y="1083"/>
                      <a:pt x="225" y="1089"/>
                      <a:pt x="227" y="1094"/>
                    </a:cubicBezTo>
                    <a:cubicBezTo>
                      <a:pt x="229" y="1097"/>
                      <a:pt x="232" y="1100"/>
                      <a:pt x="235" y="1102"/>
                    </a:cubicBezTo>
                    <a:cubicBezTo>
                      <a:pt x="239" y="1105"/>
                      <a:pt x="244" y="1106"/>
                      <a:pt x="248" y="1108"/>
                    </a:cubicBezTo>
                    <a:cubicBezTo>
                      <a:pt x="253" y="1110"/>
                      <a:pt x="257" y="1112"/>
                      <a:pt x="261" y="1114"/>
                    </a:cubicBezTo>
                    <a:cubicBezTo>
                      <a:pt x="265" y="1116"/>
                      <a:pt x="269" y="1117"/>
                      <a:pt x="271" y="1121"/>
                    </a:cubicBezTo>
                    <a:cubicBezTo>
                      <a:pt x="273" y="1125"/>
                      <a:pt x="271" y="1130"/>
                      <a:pt x="273" y="1134"/>
                    </a:cubicBezTo>
                    <a:cubicBezTo>
                      <a:pt x="274" y="1137"/>
                      <a:pt x="277" y="1139"/>
                      <a:pt x="277" y="1143"/>
                    </a:cubicBezTo>
                    <a:cubicBezTo>
                      <a:pt x="276" y="1146"/>
                      <a:pt x="275" y="1148"/>
                      <a:pt x="274" y="1150"/>
                    </a:cubicBezTo>
                    <a:cubicBezTo>
                      <a:pt x="274" y="1151"/>
                      <a:pt x="272" y="1154"/>
                      <a:pt x="273" y="1155"/>
                    </a:cubicBezTo>
                    <a:cubicBezTo>
                      <a:pt x="275" y="1158"/>
                      <a:pt x="283" y="1154"/>
                      <a:pt x="285" y="1154"/>
                    </a:cubicBezTo>
                    <a:cubicBezTo>
                      <a:pt x="289" y="1153"/>
                      <a:pt x="292" y="1156"/>
                      <a:pt x="295" y="1158"/>
                    </a:cubicBezTo>
                    <a:cubicBezTo>
                      <a:pt x="301" y="1162"/>
                      <a:pt x="306" y="1166"/>
                      <a:pt x="311" y="1171"/>
                    </a:cubicBezTo>
                    <a:cubicBezTo>
                      <a:pt x="316" y="1177"/>
                      <a:pt x="321" y="1183"/>
                      <a:pt x="328" y="1188"/>
                    </a:cubicBezTo>
                    <a:cubicBezTo>
                      <a:pt x="333" y="1193"/>
                      <a:pt x="339" y="1198"/>
                      <a:pt x="343" y="1204"/>
                    </a:cubicBezTo>
                    <a:cubicBezTo>
                      <a:pt x="345" y="1206"/>
                      <a:pt x="346" y="1209"/>
                      <a:pt x="348" y="1211"/>
                    </a:cubicBezTo>
                    <a:cubicBezTo>
                      <a:pt x="349" y="1213"/>
                      <a:pt x="351" y="1214"/>
                      <a:pt x="353" y="1216"/>
                    </a:cubicBezTo>
                    <a:cubicBezTo>
                      <a:pt x="356" y="1219"/>
                      <a:pt x="356" y="1224"/>
                      <a:pt x="357" y="1229"/>
                    </a:cubicBezTo>
                    <a:cubicBezTo>
                      <a:pt x="357" y="1230"/>
                      <a:pt x="358" y="1232"/>
                      <a:pt x="359" y="1234"/>
                    </a:cubicBezTo>
                    <a:cubicBezTo>
                      <a:pt x="360" y="1236"/>
                      <a:pt x="361" y="1239"/>
                      <a:pt x="361" y="1241"/>
                    </a:cubicBezTo>
                    <a:cubicBezTo>
                      <a:pt x="361" y="1243"/>
                      <a:pt x="361" y="1244"/>
                      <a:pt x="360" y="1246"/>
                    </a:cubicBezTo>
                    <a:cubicBezTo>
                      <a:pt x="359" y="1248"/>
                      <a:pt x="360" y="1250"/>
                      <a:pt x="360" y="1253"/>
                    </a:cubicBezTo>
                    <a:cubicBezTo>
                      <a:pt x="360" y="1255"/>
                      <a:pt x="360" y="1256"/>
                      <a:pt x="361" y="1257"/>
                    </a:cubicBezTo>
                    <a:cubicBezTo>
                      <a:pt x="362" y="1258"/>
                      <a:pt x="364" y="1259"/>
                      <a:pt x="365" y="1260"/>
                    </a:cubicBezTo>
                    <a:cubicBezTo>
                      <a:pt x="365" y="1261"/>
                      <a:pt x="366" y="1262"/>
                      <a:pt x="366" y="1263"/>
                    </a:cubicBezTo>
                    <a:cubicBezTo>
                      <a:pt x="367" y="1263"/>
                      <a:pt x="366" y="1264"/>
                      <a:pt x="366" y="1265"/>
                    </a:cubicBezTo>
                    <a:cubicBezTo>
                      <a:pt x="365" y="1267"/>
                      <a:pt x="365" y="1268"/>
                      <a:pt x="363" y="1270"/>
                    </a:cubicBezTo>
                    <a:cubicBezTo>
                      <a:pt x="362" y="1271"/>
                      <a:pt x="361" y="1272"/>
                      <a:pt x="360" y="1273"/>
                    </a:cubicBezTo>
                    <a:cubicBezTo>
                      <a:pt x="358" y="1275"/>
                      <a:pt x="357" y="1277"/>
                      <a:pt x="356" y="1278"/>
                    </a:cubicBezTo>
                    <a:cubicBezTo>
                      <a:pt x="355" y="1279"/>
                      <a:pt x="354" y="1281"/>
                      <a:pt x="353" y="1282"/>
                    </a:cubicBezTo>
                    <a:cubicBezTo>
                      <a:pt x="351" y="1285"/>
                      <a:pt x="350" y="1288"/>
                      <a:pt x="348" y="1291"/>
                    </a:cubicBezTo>
                    <a:cubicBezTo>
                      <a:pt x="346" y="1294"/>
                      <a:pt x="342" y="1296"/>
                      <a:pt x="341" y="1299"/>
                    </a:cubicBezTo>
                    <a:cubicBezTo>
                      <a:pt x="340" y="1302"/>
                      <a:pt x="339" y="1305"/>
                      <a:pt x="340" y="1308"/>
                    </a:cubicBezTo>
                    <a:cubicBezTo>
                      <a:pt x="340" y="1309"/>
                      <a:pt x="341" y="1311"/>
                      <a:pt x="341" y="1312"/>
                    </a:cubicBezTo>
                    <a:cubicBezTo>
                      <a:pt x="341" y="1314"/>
                      <a:pt x="341" y="1316"/>
                      <a:pt x="342" y="1317"/>
                    </a:cubicBezTo>
                    <a:cubicBezTo>
                      <a:pt x="342" y="1319"/>
                      <a:pt x="342" y="1321"/>
                      <a:pt x="342" y="1322"/>
                    </a:cubicBezTo>
                    <a:cubicBezTo>
                      <a:pt x="342" y="1324"/>
                      <a:pt x="341" y="1326"/>
                      <a:pt x="342" y="1328"/>
                    </a:cubicBezTo>
                    <a:cubicBezTo>
                      <a:pt x="342" y="1329"/>
                      <a:pt x="342" y="1331"/>
                      <a:pt x="343" y="1332"/>
                    </a:cubicBezTo>
                    <a:cubicBezTo>
                      <a:pt x="344" y="1333"/>
                      <a:pt x="346" y="1333"/>
                      <a:pt x="347" y="1333"/>
                    </a:cubicBezTo>
                    <a:cubicBezTo>
                      <a:pt x="349" y="1334"/>
                      <a:pt x="350" y="1334"/>
                      <a:pt x="352" y="1334"/>
                    </a:cubicBezTo>
                    <a:cubicBezTo>
                      <a:pt x="354" y="1335"/>
                      <a:pt x="354" y="1337"/>
                      <a:pt x="355" y="1339"/>
                    </a:cubicBezTo>
                    <a:cubicBezTo>
                      <a:pt x="355" y="1341"/>
                      <a:pt x="356" y="1343"/>
                      <a:pt x="357" y="1345"/>
                    </a:cubicBezTo>
                    <a:cubicBezTo>
                      <a:pt x="357" y="1347"/>
                      <a:pt x="357" y="1349"/>
                      <a:pt x="357" y="1351"/>
                    </a:cubicBezTo>
                    <a:cubicBezTo>
                      <a:pt x="358" y="1353"/>
                      <a:pt x="360" y="1353"/>
                      <a:pt x="361" y="1352"/>
                    </a:cubicBezTo>
                    <a:cubicBezTo>
                      <a:pt x="362" y="1352"/>
                      <a:pt x="363" y="1352"/>
                      <a:pt x="364" y="1353"/>
                    </a:cubicBezTo>
                    <a:cubicBezTo>
                      <a:pt x="368" y="1356"/>
                      <a:pt x="365" y="1363"/>
                      <a:pt x="364" y="1367"/>
                    </a:cubicBezTo>
                    <a:cubicBezTo>
                      <a:pt x="363" y="1373"/>
                      <a:pt x="364" y="1379"/>
                      <a:pt x="369" y="1384"/>
                    </a:cubicBezTo>
                    <a:cubicBezTo>
                      <a:pt x="373" y="1388"/>
                      <a:pt x="380" y="1386"/>
                      <a:pt x="385" y="1387"/>
                    </a:cubicBezTo>
                    <a:cubicBezTo>
                      <a:pt x="391" y="1388"/>
                      <a:pt x="394" y="1393"/>
                      <a:pt x="398" y="1397"/>
                    </a:cubicBezTo>
                    <a:cubicBezTo>
                      <a:pt x="400" y="1399"/>
                      <a:pt x="403" y="1401"/>
                      <a:pt x="405" y="1399"/>
                    </a:cubicBezTo>
                    <a:cubicBezTo>
                      <a:pt x="408" y="1399"/>
                      <a:pt x="409" y="1396"/>
                      <a:pt x="410" y="1394"/>
                    </a:cubicBezTo>
                    <a:cubicBezTo>
                      <a:pt x="413" y="1390"/>
                      <a:pt x="419" y="1385"/>
                      <a:pt x="417" y="1380"/>
                    </a:cubicBezTo>
                    <a:cubicBezTo>
                      <a:pt x="416" y="1378"/>
                      <a:pt x="414" y="1376"/>
                      <a:pt x="413" y="1373"/>
                    </a:cubicBezTo>
                    <a:cubicBezTo>
                      <a:pt x="411" y="1370"/>
                      <a:pt x="411" y="1366"/>
                      <a:pt x="411" y="1363"/>
                    </a:cubicBezTo>
                    <a:cubicBezTo>
                      <a:pt x="411" y="1358"/>
                      <a:pt x="411" y="1353"/>
                      <a:pt x="411" y="1348"/>
                    </a:cubicBezTo>
                    <a:cubicBezTo>
                      <a:pt x="410" y="1344"/>
                      <a:pt x="410" y="1340"/>
                      <a:pt x="412" y="1337"/>
                    </a:cubicBezTo>
                    <a:cubicBezTo>
                      <a:pt x="413" y="1333"/>
                      <a:pt x="417" y="1330"/>
                      <a:pt x="420" y="1328"/>
                    </a:cubicBezTo>
                    <a:cubicBezTo>
                      <a:pt x="423" y="1325"/>
                      <a:pt x="426" y="1323"/>
                      <a:pt x="429" y="1321"/>
                    </a:cubicBezTo>
                    <a:cubicBezTo>
                      <a:pt x="431" y="1319"/>
                      <a:pt x="434" y="1319"/>
                      <a:pt x="437" y="1318"/>
                    </a:cubicBezTo>
                    <a:cubicBezTo>
                      <a:pt x="441" y="1318"/>
                      <a:pt x="446" y="1319"/>
                      <a:pt x="451" y="1319"/>
                    </a:cubicBezTo>
                    <a:cubicBezTo>
                      <a:pt x="454" y="1319"/>
                      <a:pt x="458" y="1319"/>
                      <a:pt x="459" y="1323"/>
                    </a:cubicBezTo>
                    <a:cubicBezTo>
                      <a:pt x="460" y="1326"/>
                      <a:pt x="456" y="1328"/>
                      <a:pt x="455" y="1330"/>
                    </a:cubicBezTo>
                    <a:cubicBezTo>
                      <a:pt x="454" y="1332"/>
                      <a:pt x="455" y="1333"/>
                      <a:pt x="455" y="1334"/>
                    </a:cubicBezTo>
                    <a:cubicBezTo>
                      <a:pt x="455" y="1336"/>
                      <a:pt x="455" y="1337"/>
                      <a:pt x="455" y="1339"/>
                    </a:cubicBezTo>
                    <a:cubicBezTo>
                      <a:pt x="455" y="1342"/>
                      <a:pt x="456" y="1344"/>
                      <a:pt x="458" y="1346"/>
                    </a:cubicBezTo>
                    <a:cubicBezTo>
                      <a:pt x="460" y="1348"/>
                      <a:pt x="463" y="1348"/>
                      <a:pt x="465" y="1348"/>
                    </a:cubicBezTo>
                    <a:cubicBezTo>
                      <a:pt x="467" y="1348"/>
                      <a:pt x="469" y="1349"/>
                      <a:pt x="471" y="1350"/>
                    </a:cubicBezTo>
                    <a:cubicBezTo>
                      <a:pt x="473" y="1351"/>
                      <a:pt x="475" y="1352"/>
                      <a:pt x="477" y="1353"/>
                    </a:cubicBezTo>
                    <a:cubicBezTo>
                      <a:pt x="478" y="1355"/>
                      <a:pt x="479" y="1356"/>
                      <a:pt x="481" y="1357"/>
                    </a:cubicBezTo>
                    <a:cubicBezTo>
                      <a:pt x="483" y="1359"/>
                      <a:pt x="483" y="1361"/>
                      <a:pt x="485" y="1363"/>
                    </a:cubicBezTo>
                    <a:cubicBezTo>
                      <a:pt x="487" y="1366"/>
                      <a:pt x="490" y="1369"/>
                      <a:pt x="492" y="1373"/>
                    </a:cubicBezTo>
                    <a:cubicBezTo>
                      <a:pt x="493" y="1375"/>
                      <a:pt x="494" y="1378"/>
                      <a:pt x="496" y="1381"/>
                    </a:cubicBezTo>
                    <a:cubicBezTo>
                      <a:pt x="497" y="1382"/>
                      <a:pt x="497" y="1383"/>
                      <a:pt x="497" y="1384"/>
                    </a:cubicBezTo>
                    <a:cubicBezTo>
                      <a:pt x="498" y="1388"/>
                      <a:pt x="499" y="1391"/>
                      <a:pt x="502" y="1393"/>
                    </a:cubicBezTo>
                    <a:cubicBezTo>
                      <a:pt x="506" y="1395"/>
                      <a:pt x="510" y="1397"/>
                      <a:pt x="507" y="1402"/>
                    </a:cubicBezTo>
                    <a:cubicBezTo>
                      <a:pt x="507" y="1403"/>
                      <a:pt x="506" y="1404"/>
                      <a:pt x="506" y="1405"/>
                    </a:cubicBezTo>
                    <a:cubicBezTo>
                      <a:pt x="506" y="1406"/>
                      <a:pt x="506" y="1407"/>
                      <a:pt x="506" y="1408"/>
                    </a:cubicBezTo>
                    <a:cubicBezTo>
                      <a:pt x="506" y="1409"/>
                      <a:pt x="505" y="1410"/>
                      <a:pt x="505" y="1411"/>
                    </a:cubicBezTo>
                    <a:cubicBezTo>
                      <a:pt x="505" y="1412"/>
                      <a:pt x="506" y="1413"/>
                      <a:pt x="506" y="1415"/>
                    </a:cubicBezTo>
                    <a:cubicBezTo>
                      <a:pt x="506" y="1417"/>
                      <a:pt x="508" y="1418"/>
                      <a:pt x="509" y="1420"/>
                    </a:cubicBezTo>
                    <a:cubicBezTo>
                      <a:pt x="510" y="1422"/>
                      <a:pt x="510" y="1424"/>
                      <a:pt x="510" y="1426"/>
                    </a:cubicBezTo>
                    <a:cubicBezTo>
                      <a:pt x="510" y="1430"/>
                      <a:pt x="510" y="1436"/>
                      <a:pt x="507" y="1439"/>
                    </a:cubicBezTo>
                    <a:cubicBezTo>
                      <a:pt x="504" y="1443"/>
                      <a:pt x="502" y="1446"/>
                      <a:pt x="503" y="1451"/>
                    </a:cubicBezTo>
                    <a:cubicBezTo>
                      <a:pt x="505" y="1452"/>
                      <a:pt x="507" y="1453"/>
                      <a:pt x="509" y="1453"/>
                    </a:cubicBezTo>
                    <a:cubicBezTo>
                      <a:pt x="512" y="1454"/>
                      <a:pt x="513" y="1455"/>
                      <a:pt x="515" y="1456"/>
                    </a:cubicBezTo>
                    <a:cubicBezTo>
                      <a:pt x="518" y="1458"/>
                      <a:pt x="521" y="1458"/>
                      <a:pt x="524" y="1460"/>
                    </a:cubicBezTo>
                    <a:cubicBezTo>
                      <a:pt x="526" y="1463"/>
                      <a:pt x="526" y="1466"/>
                      <a:pt x="528" y="1468"/>
                    </a:cubicBezTo>
                    <a:cubicBezTo>
                      <a:pt x="530" y="1471"/>
                      <a:pt x="533" y="1469"/>
                      <a:pt x="534" y="1466"/>
                    </a:cubicBezTo>
                    <a:cubicBezTo>
                      <a:pt x="536" y="1463"/>
                      <a:pt x="536" y="1458"/>
                      <a:pt x="537" y="1455"/>
                    </a:cubicBezTo>
                    <a:cubicBezTo>
                      <a:pt x="538" y="1451"/>
                      <a:pt x="539" y="1447"/>
                      <a:pt x="534" y="1445"/>
                    </a:cubicBezTo>
                    <a:cubicBezTo>
                      <a:pt x="533" y="1445"/>
                      <a:pt x="531" y="1444"/>
                      <a:pt x="530" y="1443"/>
                    </a:cubicBezTo>
                    <a:cubicBezTo>
                      <a:pt x="529" y="1441"/>
                      <a:pt x="529" y="1439"/>
                      <a:pt x="529" y="1437"/>
                    </a:cubicBezTo>
                    <a:cubicBezTo>
                      <a:pt x="529" y="1433"/>
                      <a:pt x="530" y="1429"/>
                      <a:pt x="530" y="1425"/>
                    </a:cubicBezTo>
                    <a:cubicBezTo>
                      <a:pt x="530" y="1422"/>
                      <a:pt x="529" y="1419"/>
                      <a:pt x="533" y="1417"/>
                    </a:cubicBezTo>
                    <a:cubicBezTo>
                      <a:pt x="536" y="1416"/>
                      <a:pt x="538" y="1415"/>
                      <a:pt x="539" y="1413"/>
                    </a:cubicBezTo>
                    <a:cubicBezTo>
                      <a:pt x="541" y="1409"/>
                      <a:pt x="540" y="1407"/>
                      <a:pt x="540" y="1403"/>
                    </a:cubicBezTo>
                    <a:cubicBezTo>
                      <a:pt x="540" y="1400"/>
                      <a:pt x="540" y="1396"/>
                      <a:pt x="540" y="1392"/>
                    </a:cubicBezTo>
                    <a:cubicBezTo>
                      <a:pt x="541" y="1389"/>
                      <a:pt x="544" y="1387"/>
                      <a:pt x="545" y="1384"/>
                    </a:cubicBezTo>
                    <a:cubicBezTo>
                      <a:pt x="545" y="1382"/>
                      <a:pt x="545" y="1381"/>
                      <a:pt x="546" y="1379"/>
                    </a:cubicBezTo>
                    <a:cubicBezTo>
                      <a:pt x="546" y="1378"/>
                      <a:pt x="547" y="1377"/>
                      <a:pt x="547" y="1376"/>
                    </a:cubicBezTo>
                    <a:cubicBezTo>
                      <a:pt x="549" y="1373"/>
                      <a:pt x="550" y="1370"/>
                      <a:pt x="552" y="1367"/>
                    </a:cubicBezTo>
                    <a:cubicBezTo>
                      <a:pt x="557" y="1362"/>
                      <a:pt x="563" y="1363"/>
                      <a:pt x="570" y="1363"/>
                    </a:cubicBezTo>
                    <a:cubicBezTo>
                      <a:pt x="573" y="1362"/>
                      <a:pt x="577" y="1362"/>
                      <a:pt x="580" y="1362"/>
                    </a:cubicBezTo>
                    <a:cubicBezTo>
                      <a:pt x="584" y="1361"/>
                      <a:pt x="587" y="1362"/>
                      <a:pt x="590" y="1365"/>
                    </a:cubicBezTo>
                    <a:cubicBezTo>
                      <a:pt x="593" y="1368"/>
                      <a:pt x="594" y="1371"/>
                      <a:pt x="595" y="1374"/>
                    </a:cubicBezTo>
                    <a:cubicBezTo>
                      <a:pt x="597" y="1377"/>
                      <a:pt x="598" y="1380"/>
                      <a:pt x="599" y="1383"/>
                    </a:cubicBezTo>
                    <a:cubicBezTo>
                      <a:pt x="600" y="1386"/>
                      <a:pt x="602" y="1389"/>
                      <a:pt x="603" y="1393"/>
                    </a:cubicBezTo>
                    <a:cubicBezTo>
                      <a:pt x="604" y="1395"/>
                      <a:pt x="604" y="1397"/>
                      <a:pt x="606" y="1398"/>
                    </a:cubicBezTo>
                    <a:cubicBezTo>
                      <a:pt x="608" y="1399"/>
                      <a:pt x="610" y="1399"/>
                      <a:pt x="611" y="1400"/>
                    </a:cubicBezTo>
                    <a:cubicBezTo>
                      <a:pt x="612" y="1401"/>
                      <a:pt x="612" y="1402"/>
                      <a:pt x="612" y="1403"/>
                    </a:cubicBezTo>
                    <a:cubicBezTo>
                      <a:pt x="613" y="1404"/>
                      <a:pt x="615" y="1405"/>
                      <a:pt x="615" y="1407"/>
                    </a:cubicBezTo>
                    <a:cubicBezTo>
                      <a:pt x="616" y="1410"/>
                      <a:pt x="618" y="1412"/>
                      <a:pt x="620" y="1413"/>
                    </a:cubicBezTo>
                    <a:cubicBezTo>
                      <a:pt x="623" y="1414"/>
                      <a:pt x="625" y="1416"/>
                      <a:pt x="625" y="1419"/>
                    </a:cubicBezTo>
                    <a:cubicBezTo>
                      <a:pt x="626" y="1421"/>
                      <a:pt x="626" y="1422"/>
                      <a:pt x="628" y="1424"/>
                    </a:cubicBezTo>
                    <a:cubicBezTo>
                      <a:pt x="630" y="1426"/>
                      <a:pt x="631" y="1428"/>
                      <a:pt x="632" y="1430"/>
                    </a:cubicBezTo>
                    <a:cubicBezTo>
                      <a:pt x="632" y="1431"/>
                      <a:pt x="634" y="1435"/>
                      <a:pt x="636" y="1435"/>
                    </a:cubicBezTo>
                    <a:cubicBezTo>
                      <a:pt x="637" y="1436"/>
                      <a:pt x="638" y="1435"/>
                      <a:pt x="639" y="1435"/>
                    </a:cubicBezTo>
                    <a:cubicBezTo>
                      <a:pt x="640" y="1435"/>
                      <a:pt x="641" y="1435"/>
                      <a:pt x="643" y="1435"/>
                    </a:cubicBezTo>
                    <a:cubicBezTo>
                      <a:pt x="645" y="1436"/>
                      <a:pt x="648" y="1436"/>
                      <a:pt x="650" y="1437"/>
                    </a:cubicBezTo>
                    <a:cubicBezTo>
                      <a:pt x="653" y="1438"/>
                      <a:pt x="654" y="1439"/>
                      <a:pt x="655" y="1442"/>
                    </a:cubicBezTo>
                    <a:cubicBezTo>
                      <a:pt x="656" y="1444"/>
                      <a:pt x="657" y="1447"/>
                      <a:pt x="657" y="1450"/>
                    </a:cubicBezTo>
                    <a:cubicBezTo>
                      <a:pt x="658" y="1451"/>
                      <a:pt x="658" y="1452"/>
                      <a:pt x="659" y="1453"/>
                    </a:cubicBezTo>
                    <a:cubicBezTo>
                      <a:pt x="659" y="1454"/>
                      <a:pt x="659" y="1454"/>
                      <a:pt x="659" y="1455"/>
                    </a:cubicBezTo>
                    <a:cubicBezTo>
                      <a:pt x="660" y="1455"/>
                      <a:pt x="660" y="1455"/>
                      <a:pt x="660" y="1456"/>
                    </a:cubicBezTo>
                    <a:cubicBezTo>
                      <a:pt x="661" y="1457"/>
                      <a:pt x="660" y="1457"/>
                      <a:pt x="662" y="1457"/>
                    </a:cubicBezTo>
                    <a:cubicBezTo>
                      <a:pt x="665" y="1457"/>
                      <a:pt x="668" y="1457"/>
                      <a:pt x="672" y="1458"/>
                    </a:cubicBezTo>
                    <a:cubicBezTo>
                      <a:pt x="675" y="1458"/>
                      <a:pt x="677" y="1459"/>
                      <a:pt x="680" y="1457"/>
                    </a:cubicBezTo>
                    <a:cubicBezTo>
                      <a:pt x="682" y="1456"/>
                      <a:pt x="685" y="1454"/>
                      <a:pt x="682" y="1452"/>
                    </a:cubicBezTo>
                    <a:cubicBezTo>
                      <a:pt x="681" y="1451"/>
                      <a:pt x="679" y="1452"/>
                      <a:pt x="678" y="1451"/>
                    </a:cubicBezTo>
                    <a:cubicBezTo>
                      <a:pt x="677" y="1450"/>
                      <a:pt x="676" y="1449"/>
                      <a:pt x="675" y="1448"/>
                    </a:cubicBezTo>
                    <a:cubicBezTo>
                      <a:pt x="674" y="1447"/>
                      <a:pt x="674" y="1445"/>
                      <a:pt x="673" y="1444"/>
                    </a:cubicBezTo>
                    <a:cubicBezTo>
                      <a:pt x="673" y="1442"/>
                      <a:pt x="671" y="1441"/>
                      <a:pt x="671" y="1439"/>
                    </a:cubicBezTo>
                    <a:cubicBezTo>
                      <a:pt x="671" y="1437"/>
                      <a:pt x="672" y="1435"/>
                      <a:pt x="673" y="1434"/>
                    </a:cubicBezTo>
                    <a:cubicBezTo>
                      <a:pt x="673" y="1432"/>
                      <a:pt x="673" y="1430"/>
                      <a:pt x="672" y="1429"/>
                    </a:cubicBezTo>
                    <a:cubicBezTo>
                      <a:pt x="670" y="1426"/>
                      <a:pt x="666" y="1426"/>
                      <a:pt x="663" y="1424"/>
                    </a:cubicBezTo>
                    <a:cubicBezTo>
                      <a:pt x="661" y="1423"/>
                      <a:pt x="659" y="1422"/>
                      <a:pt x="656" y="1421"/>
                    </a:cubicBezTo>
                    <a:cubicBezTo>
                      <a:pt x="655" y="1420"/>
                      <a:pt x="654" y="1419"/>
                      <a:pt x="653" y="1417"/>
                    </a:cubicBezTo>
                    <a:cubicBezTo>
                      <a:pt x="652" y="1414"/>
                      <a:pt x="650" y="1411"/>
                      <a:pt x="649" y="1408"/>
                    </a:cubicBezTo>
                    <a:cubicBezTo>
                      <a:pt x="648" y="1405"/>
                      <a:pt x="647" y="1402"/>
                      <a:pt x="647" y="1399"/>
                    </a:cubicBezTo>
                    <a:cubicBezTo>
                      <a:pt x="648" y="1398"/>
                      <a:pt x="649" y="1397"/>
                      <a:pt x="649" y="1396"/>
                    </a:cubicBezTo>
                    <a:cubicBezTo>
                      <a:pt x="650" y="1394"/>
                      <a:pt x="649" y="1393"/>
                      <a:pt x="649" y="1392"/>
                    </a:cubicBezTo>
                    <a:cubicBezTo>
                      <a:pt x="648" y="1386"/>
                      <a:pt x="648" y="1379"/>
                      <a:pt x="654" y="1377"/>
                    </a:cubicBezTo>
                    <a:cubicBezTo>
                      <a:pt x="657" y="1375"/>
                      <a:pt x="659" y="1374"/>
                      <a:pt x="660" y="1371"/>
                    </a:cubicBezTo>
                    <a:cubicBezTo>
                      <a:pt x="660" y="1368"/>
                      <a:pt x="660" y="1364"/>
                      <a:pt x="659" y="1362"/>
                    </a:cubicBezTo>
                    <a:cubicBezTo>
                      <a:pt x="658" y="1358"/>
                      <a:pt x="655" y="1355"/>
                      <a:pt x="652" y="1352"/>
                    </a:cubicBezTo>
                    <a:cubicBezTo>
                      <a:pt x="651" y="1351"/>
                      <a:pt x="651" y="1349"/>
                      <a:pt x="650" y="1348"/>
                    </a:cubicBezTo>
                    <a:cubicBezTo>
                      <a:pt x="649" y="1347"/>
                      <a:pt x="647" y="1345"/>
                      <a:pt x="646" y="1344"/>
                    </a:cubicBezTo>
                    <a:cubicBezTo>
                      <a:pt x="645" y="1342"/>
                      <a:pt x="644" y="1339"/>
                      <a:pt x="643" y="1336"/>
                    </a:cubicBezTo>
                    <a:cubicBezTo>
                      <a:pt x="642" y="1335"/>
                      <a:pt x="641" y="1333"/>
                      <a:pt x="641" y="1331"/>
                    </a:cubicBezTo>
                    <a:cubicBezTo>
                      <a:pt x="640" y="1328"/>
                      <a:pt x="640" y="1325"/>
                      <a:pt x="640" y="1322"/>
                    </a:cubicBezTo>
                    <a:cubicBezTo>
                      <a:pt x="640" y="1318"/>
                      <a:pt x="639" y="1315"/>
                      <a:pt x="638" y="1312"/>
                    </a:cubicBezTo>
                    <a:cubicBezTo>
                      <a:pt x="637" y="1311"/>
                      <a:pt x="636" y="1310"/>
                      <a:pt x="636" y="1309"/>
                    </a:cubicBezTo>
                    <a:cubicBezTo>
                      <a:pt x="633" y="1304"/>
                      <a:pt x="634" y="1299"/>
                      <a:pt x="634" y="1295"/>
                    </a:cubicBezTo>
                    <a:cubicBezTo>
                      <a:pt x="632" y="1284"/>
                      <a:pt x="622" y="1281"/>
                      <a:pt x="616" y="1274"/>
                    </a:cubicBezTo>
                    <a:cubicBezTo>
                      <a:pt x="610" y="1266"/>
                      <a:pt x="612" y="1256"/>
                      <a:pt x="609" y="1247"/>
                    </a:cubicBezTo>
                    <a:cubicBezTo>
                      <a:pt x="607" y="1243"/>
                      <a:pt x="604" y="1239"/>
                      <a:pt x="602" y="1236"/>
                    </a:cubicBezTo>
                    <a:cubicBezTo>
                      <a:pt x="599" y="1230"/>
                      <a:pt x="596" y="1225"/>
                      <a:pt x="593" y="1220"/>
                    </a:cubicBezTo>
                    <a:cubicBezTo>
                      <a:pt x="590" y="1215"/>
                      <a:pt x="587" y="1211"/>
                      <a:pt x="584" y="1206"/>
                    </a:cubicBezTo>
                    <a:cubicBezTo>
                      <a:pt x="582" y="1201"/>
                      <a:pt x="579" y="1196"/>
                      <a:pt x="577" y="1191"/>
                    </a:cubicBezTo>
                    <a:cubicBezTo>
                      <a:pt x="575" y="1186"/>
                      <a:pt x="573" y="1182"/>
                      <a:pt x="572" y="1177"/>
                    </a:cubicBezTo>
                    <a:cubicBezTo>
                      <a:pt x="571" y="1172"/>
                      <a:pt x="573" y="1167"/>
                      <a:pt x="575" y="1163"/>
                    </a:cubicBezTo>
                    <a:cubicBezTo>
                      <a:pt x="577" y="1160"/>
                      <a:pt x="580" y="1155"/>
                      <a:pt x="585" y="1156"/>
                    </a:cubicBezTo>
                    <a:cubicBezTo>
                      <a:pt x="590" y="1158"/>
                      <a:pt x="594" y="1165"/>
                      <a:pt x="597" y="1169"/>
                    </a:cubicBezTo>
                    <a:cubicBezTo>
                      <a:pt x="600" y="1173"/>
                      <a:pt x="603" y="1174"/>
                      <a:pt x="608" y="1171"/>
                    </a:cubicBezTo>
                    <a:cubicBezTo>
                      <a:pt x="612" y="1169"/>
                      <a:pt x="616" y="1167"/>
                      <a:pt x="621" y="1169"/>
                    </a:cubicBezTo>
                    <a:cubicBezTo>
                      <a:pt x="627" y="1171"/>
                      <a:pt x="631" y="1176"/>
                      <a:pt x="636" y="1180"/>
                    </a:cubicBezTo>
                    <a:cubicBezTo>
                      <a:pt x="640" y="1183"/>
                      <a:pt x="645" y="1184"/>
                      <a:pt x="650" y="1185"/>
                    </a:cubicBezTo>
                    <a:cubicBezTo>
                      <a:pt x="654" y="1185"/>
                      <a:pt x="660" y="1187"/>
                      <a:pt x="661" y="1192"/>
                    </a:cubicBezTo>
                    <a:cubicBezTo>
                      <a:pt x="662" y="1197"/>
                      <a:pt x="657" y="1201"/>
                      <a:pt x="654" y="1204"/>
                    </a:cubicBezTo>
                    <a:cubicBezTo>
                      <a:pt x="652" y="1207"/>
                      <a:pt x="650" y="1209"/>
                      <a:pt x="653" y="1212"/>
                    </a:cubicBezTo>
                    <a:cubicBezTo>
                      <a:pt x="656" y="1217"/>
                      <a:pt x="660" y="1220"/>
                      <a:pt x="663" y="1224"/>
                    </a:cubicBezTo>
                    <a:cubicBezTo>
                      <a:pt x="665" y="1226"/>
                      <a:pt x="666" y="1228"/>
                      <a:pt x="670" y="1228"/>
                    </a:cubicBezTo>
                    <a:cubicBezTo>
                      <a:pt x="672" y="1228"/>
                      <a:pt x="673" y="1226"/>
                      <a:pt x="673" y="1224"/>
                    </a:cubicBezTo>
                    <a:cubicBezTo>
                      <a:pt x="673" y="1221"/>
                      <a:pt x="672" y="1219"/>
                      <a:pt x="673" y="1217"/>
                    </a:cubicBezTo>
                    <a:cubicBezTo>
                      <a:pt x="673" y="1215"/>
                      <a:pt x="674" y="1214"/>
                      <a:pt x="675" y="1213"/>
                    </a:cubicBezTo>
                    <a:cubicBezTo>
                      <a:pt x="676" y="1213"/>
                      <a:pt x="676" y="1213"/>
                      <a:pt x="677" y="1213"/>
                    </a:cubicBezTo>
                    <a:cubicBezTo>
                      <a:pt x="678" y="1213"/>
                      <a:pt x="678" y="1212"/>
                      <a:pt x="679" y="1212"/>
                    </a:cubicBezTo>
                    <a:cubicBezTo>
                      <a:pt x="680" y="1211"/>
                      <a:pt x="682" y="1211"/>
                      <a:pt x="684" y="1211"/>
                    </a:cubicBezTo>
                    <a:cubicBezTo>
                      <a:pt x="685" y="1211"/>
                      <a:pt x="686" y="1210"/>
                      <a:pt x="686" y="1208"/>
                    </a:cubicBezTo>
                    <a:cubicBezTo>
                      <a:pt x="687" y="1205"/>
                      <a:pt x="685" y="1202"/>
                      <a:pt x="689" y="1200"/>
                    </a:cubicBezTo>
                    <a:cubicBezTo>
                      <a:pt x="692" y="1200"/>
                      <a:pt x="695" y="1199"/>
                      <a:pt x="697" y="1198"/>
                    </a:cubicBezTo>
                    <a:cubicBezTo>
                      <a:pt x="698" y="1197"/>
                      <a:pt x="700" y="1196"/>
                      <a:pt x="701" y="1196"/>
                    </a:cubicBezTo>
                    <a:cubicBezTo>
                      <a:pt x="704" y="1196"/>
                      <a:pt x="705" y="1192"/>
                      <a:pt x="708" y="1192"/>
                    </a:cubicBezTo>
                    <a:cubicBezTo>
                      <a:pt x="711" y="1192"/>
                      <a:pt x="713" y="1191"/>
                      <a:pt x="715" y="1193"/>
                    </a:cubicBezTo>
                    <a:cubicBezTo>
                      <a:pt x="717" y="1195"/>
                      <a:pt x="720" y="1196"/>
                      <a:pt x="722" y="1194"/>
                    </a:cubicBezTo>
                    <a:cubicBezTo>
                      <a:pt x="724" y="1193"/>
                      <a:pt x="725" y="1191"/>
                      <a:pt x="727" y="1192"/>
                    </a:cubicBezTo>
                    <a:cubicBezTo>
                      <a:pt x="729" y="1193"/>
                      <a:pt x="732" y="1194"/>
                      <a:pt x="734" y="1193"/>
                    </a:cubicBezTo>
                    <a:cubicBezTo>
                      <a:pt x="736" y="1192"/>
                      <a:pt x="738" y="1191"/>
                      <a:pt x="739" y="1189"/>
                    </a:cubicBezTo>
                    <a:cubicBezTo>
                      <a:pt x="741" y="1187"/>
                      <a:pt x="739" y="1185"/>
                      <a:pt x="739" y="1183"/>
                    </a:cubicBezTo>
                    <a:cubicBezTo>
                      <a:pt x="739" y="1181"/>
                      <a:pt x="740" y="1179"/>
                      <a:pt x="738" y="1178"/>
                    </a:cubicBezTo>
                    <a:cubicBezTo>
                      <a:pt x="737" y="1177"/>
                      <a:pt x="736" y="1177"/>
                      <a:pt x="735" y="1175"/>
                    </a:cubicBezTo>
                    <a:cubicBezTo>
                      <a:pt x="733" y="1174"/>
                      <a:pt x="731" y="1174"/>
                      <a:pt x="730" y="1173"/>
                    </a:cubicBezTo>
                    <a:cubicBezTo>
                      <a:pt x="727" y="1171"/>
                      <a:pt x="732" y="1169"/>
                      <a:pt x="733" y="1169"/>
                    </a:cubicBezTo>
                    <a:cubicBezTo>
                      <a:pt x="735" y="1168"/>
                      <a:pt x="738" y="1169"/>
                      <a:pt x="740" y="1168"/>
                    </a:cubicBezTo>
                    <a:cubicBezTo>
                      <a:pt x="741" y="1166"/>
                      <a:pt x="740" y="1164"/>
                      <a:pt x="739" y="1162"/>
                    </a:cubicBezTo>
                    <a:cubicBezTo>
                      <a:pt x="737" y="1161"/>
                      <a:pt x="735" y="1160"/>
                      <a:pt x="733" y="1161"/>
                    </a:cubicBezTo>
                    <a:cubicBezTo>
                      <a:pt x="730" y="1161"/>
                      <a:pt x="730" y="1163"/>
                      <a:pt x="729" y="1165"/>
                    </a:cubicBezTo>
                    <a:cubicBezTo>
                      <a:pt x="727" y="1167"/>
                      <a:pt x="725" y="1165"/>
                      <a:pt x="723" y="1166"/>
                    </a:cubicBezTo>
                    <a:cubicBezTo>
                      <a:pt x="720" y="1166"/>
                      <a:pt x="721" y="1168"/>
                      <a:pt x="720" y="1169"/>
                    </a:cubicBezTo>
                    <a:cubicBezTo>
                      <a:pt x="718" y="1171"/>
                      <a:pt x="716" y="1170"/>
                      <a:pt x="716" y="1168"/>
                    </a:cubicBezTo>
                    <a:cubicBezTo>
                      <a:pt x="717" y="1166"/>
                      <a:pt x="717" y="1166"/>
                      <a:pt x="717" y="1164"/>
                    </a:cubicBezTo>
                    <a:cubicBezTo>
                      <a:pt x="716" y="1162"/>
                      <a:pt x="714" y="1161"/>
                      <a:pt x="712" y="1159"/>
                    </a:cubicBezTo>
                    <a:cubicBezTo>
                      <a:pt x="711" y="1157"/>
                      <a:pt x="710" y="1154"/>
                      <a:pt x="712" y="1152"/>
                    </a:cubicBezTo>
                    <a:cubicBezTo>
                      <a:pt x="715" y="1148"/>
                      <a:pt x="720" y="1145"/>
                      <a:pt x="719" y="1139"/>
                    </a:cubicBezTo>
                    <a:cubicBezTo>
                      <a:pt x="717" y="1133"/>
                      <a:pt x="707" y="1131"/>
                      <a:pt x="703" y="1136"/>
                    </a:cubicBezTo>
                    <a:cubicBezTo>
                      <a:pt x="700" y="1138"/>
                      <a:pt x="700" y="1142"/>
                      <a:pt x="702" y="1145"/>
                    </a:cubicBezTo>
                    <a:cubicBezTo>
                      <a:pt x="703" y="1148"/>
                      <a:pt x="707" y="1151"/>
                      <a:pt x="707" y="1155"/>
                    </a:cubicBezTo>
                    <a:cubicBezTo>
                      <a:pt x="708" y="1163"/>
                      <a:pt x="696" y="1162"/>
                      <a:pt x="691" y="1159"/>
                    </a:cubicBezTo>
                    <a:cubicBezTo>
                      <a:pt x="688" y="1157"/>
                      <a:pt x="688" y="1152"/>
                      <a:pt x="685" y="1149"/>
                    </a:cubicBezTo>
                    <a:cubicBezTo>
                      <a:pt x="683" y="1148"/>
                      <a:pt x="681" y="1148"/>
                      <a:pt x="678" y="1147"/>
                    </a:cubicBezTo>
                    <a:cubicBezTo>
                      <a:pt x="674" y="1147"/>
                      <a:pt x="672" y="1144"/>
                      <a:pt x="669" y="1140"/>
                    </a:cubicBezTo>
                    <a:cubicBezTo>
                      <a:pt x="666" y="1137"/>
                      <a:pt x="665" y="1132"/>
                      <a:pt x="664" y="1127"/>
                    </a:cubicBezTo>
                    <a:cubicBezTo>
                      <a:pt x="664" y="1122"/>
                      <a:pt x="663" y="1118"/>
                      <a:pt x="660" y="1113"/>
                    </a:cubicBezTo>
                    <a:cubicBezTo>
                      <a:pt x="659" y="1110"/>
                      <a:pt x="658" y="1107"/>
                      <a:pt x="660" y="1104"/>
                    </a:cubicBezTo>
                    <a:cubicBezTo>
                      <a:pt x="662" y="1100"/>
                      <a:pt x="666" y="1097"/>
                      <a:pt x="666" y="1092"/>
                    </a:cubicBezTo>
                    <a:cubicBezTo>
                      <a:pt x="665" y="1086"/>
                      <a:pt x="658" y="1083"/>
                      <a:pt x="653" y="1082"/>
                    </a:cubicBezTo>
                    <a:cubicBezTo>
                      <a:pt x="648" y="1081"/>
                      <a:pt x="641" y="1082"/>
                      <a:pt x="636" y="1080"/>
                    </a:cubicBezTo>
                    <a:cubicBezTo>
                      <a:pt x="632" y="1078"/>
                      <a:pt x="628" y="1073"/>
                      <a:pt x="628" y="1067"/>
                    </a:cubicBezTo>
                    <a:cubicBezTo>
                      <a:pt x="629" y="1061"/>
                      <a:pt x="637" y="1060"/>
                      <a:pt x="641" y="1060"/>
                    </a:cubicBezTo>
                    <a:cubicBezTo>
                      <a:pt x="647" y="1059"/>
                      <a:pt x="653" y="1060"/>
                      <a:pt x="658" y="1057"/>
                    </a:cubicBezTo>
                    <a:cubicBezTo>
                      <a:pt x="662" y="1054"/>
                      <a:pt x="665" y="1051"/>
                      <a:pt x="669" y="1049"/>
                    </a:cubicBezTo>
                    <a:cubicBezTo>
                      <a:pt x="682" y="1043"/>
                      <a:pt x="697" y="1045"/>
                      <a:pt x="710" y="1040"/>
                    </a:cubicBezTo>
                    <a:cubicBezTo>
                      <a:pt x="715" y="1037"/>
                      <a:pt x="719" y="1033"/>
                      <a:pt x="723" y="1030"/>
                    </a:cubicBezTo>
                    <a:cubicBezTo>
                      <a:pt x="729" y="1026"/>
                      <a:pt x="736" y="1023"/>
                      <a:pt x="742" y="1023"/>
                    </a:cubicBezTo>
                    <a:cubicBezTo>
                      <a:pt x="756" y="1025"/>
                      <a:pt x="740" y="1043"/>
                      <a:pt x="751" y="1045"/>
                    </a:cubicBezTo>
                    <a:cubicBezTo>
                      <a:pt x="758" y="1047"/>
                      <a:pt x="766" y="1045"/>
                      <a:pt x="772" y="1050"/>
                    </a:cubicBezTo>
                    <a:cubicBezTo>
                      <a:pt x="779" y="1055"/>
                      <a:pt x="781" y="1065"/>
                      <a:pt x="785" y="1072"/>
                    </a:cubicBezTo>
                    <a:cubicBezTo>
                      <a:pt x="787" y="1075"/>
                      <a:pt x="790" y="1078"/>
                      <a:pt x="793" y="1080"/>
                    </a:cubicBezTo>
                    <a:cubicBezTo>
                      <a:pt x="796" y="1081"/>
                      <a:pt x="799" y="1082"/>
                      <a:pt x="802" y="1082"/>
                    </a:cubicBezTo>
                    <a:cubicBezTo>
                      <a:pt x="805" y="1083"/>
                      <a:pt x="807" y="1084"/>
                      <a:pt x="809" y="1086"/>
                    </a:cubicBezTo>
                    <a:cubicBezTo>
                      <a:pt x="813" y="1088"/>
                      <a:pt x="814" y="1092"/>
                      <a:pt x="817" y="1096"/>
                    </a:cubicBezTo>
                    <a:cubicBezTo>
                      <a:pt x="820" y="1099"/>
                      <a:pt x="821" y="1104"/>
                      <a:pt x="824" y="1107"/>
                    </a:cubicBezTo>
                    <a:cubicBezTo>
                      <a:pt x="826" y="1109"/>
                      <a:pt x="828" y="1111"/>
                      <a:pt x="829" y="1114"/>
                    </a:cubicBezTo>
                    <a:cubicBezTo>
                      <a:pt x="830" y="1116"/>
                      <a:pt x="830" y="1119"/>
                      <a:pt x="832" y="1120"/>
                    </a:cubicBezTo>
                    <a:cubicBezTo>
                      <a:pt x="834" y="1120"/>
                      <a:pt x="836" y="1120"/>
                      <a:pt x="838" y="1120"/>
                    </a:cubicBezTo>
                    <a:cubicBezTo>
                      <a:pt x="840" y="1120"/>
                      <a:pt x="842" y="1121"/>
                      <a:pt x="843" y="1122"/>
                    </a:cubicBezTo>
                    <a:cubicBezTo>
                      <a:pt x="847" y="1124"/>
                      <a:pt x="849" y="1120"/>
                      <a:pt x="851" y="1116"/>
                    </a:cubicBezTo>
                    <a:cubicBezTo>
                      <a:pt x="853" y="1113"/>
                      <a:pt x="852" y="1110"/>
                      <a:pt x="852" y="1106"/>
                    </a:cubicBezTo>
                    <a:cubicBezTo>
                      <a:pt x="852" y="1104"/>
                      <a:pt x="852" y="1103"/>
                      <a:pt x="853" y="1101"/>
                    </a:cubicBezTo>
                    <a:cubicBezTo>
                      <a:pt x="854" y="1100"/>
                      <a:pt x="855" y="1099"/>
                      <a:pt x="856" y="1097"/>
                    </a:cubicBezTo>
                    <a:cubicBezTo>
                      <a:pt x="858" y="1095"/>
                      <a:pt x="858" y="1090"/>
                      <a:pt x="857" y="1087"/>
                    </a:cubicBezTo>
                    <a:cubicBezTo>
                      <a:pt x="856" y="1084"/>
                      <a:pt x="852" y="1083"/>
                      <a:pt x="851" y="1080"/>
                    </a:cubicBezTo>
                    <a:cubicBezTo>
                      <a:pt x="850" y="1076"/>
                      <a:pt x="852" y="1072"/>
                      <a:pt x="848" y="1069"/>
                    </a:cubicBezTo>
                    <a:cubicBezTo>
                      <a:pt x="847" y="1069"/>
                      <a:pt x="846" y="1068"/>
                      <a:pt x="845" y="1066"/>
                    </a:cubicBezTo>
                    <a:cubicBezTo>
                      <a:pt x="844" y="1063"/>
                      <a:pt x="844" y="1060"/>
                      <a:pt x="844" y="1057"/>
                    </a:cubicBezTo>
                    <a:cubicBezTo>
                      <a:pt x="844" y="1055"/>
                      <a:pt x="842" y="1054"/>
                      <a:pt x="840" y="1052"/>
                    </a:cubicBezTo>
                    <a:cubicBezTo>
                      <a:pt x="839" y="1051"/>
                      <a:pt x="839" y="1049"/>
                      <a:pt x="839" y="1048"/>
                    </a:cubicBezTo>
                    <a:cubicBezTo>
                      <a:pt x="839" y="1047"/>
                      <a:pt x="838" y="1045"/>
                      <a:pt x="839" y="1044"/>
                    </a:cubicBezTo>
                    <a:cubicBezTo>
                      <a:pt x="839" y="1043"/>
                      <a:pt x="840" y="1042"/>
                      <a:pt x="840" y="1040"/>
                    </a:cubicBezTo>
                    <a:cubicBezTo>
                      <a:pt x="840" y="1039"/>
                      <a:pt x="840" y="1038"/>
                      <a:pt x="840" y="1036"/>
                    </a:cubicBezTo>
                    <a:cubicBezTo>
                      <a:pt x="841" y="1034"/>
                      <a:pt x="844" y="1033"/>
                      <a:pt x="844" y="1030"/>
                    </a:cubicBezTo>
                    <a:cubicBezTo>
                      <a:pt x="843" y="1029"/>
                      <a:pt x="842" y="1027"/>
                      <a:pt x="842" y="1026"/>
                    </a:cubicBezTo>
                    <a:cubicBezTo>
                      <a:pt x="842" y="1024"/>
                      <a:pt x="842" y="1023"/>
                      <a:pt x="842" y="1021"/>
                    </a:cubicBezTo>
                    <a:cubicBezTo>
                      <a:pt x="841" y="1020"/>
                      <a:pt x="841" y="1019"/>
                      <a:pt x="841" y="1017"/>
                    </a:cubicBezTo>
                    <a:cubicBezTo>
                      <a:pt x="841" y="1016"/>
                      <a:pt x="841" y="1014"/>
                      <a:pt x="840" y="1012"/>
                    </a:cubicBezTo>
                    <a:cubicBezTo>
                      <a:pt x="840" y="1010"/>
                      <a:pt x="838" y="1007"/>
                      <a:pt x="836" y="1006"/>
                    </a:cubicBezTo>
                    <a:cubicBezTo>
                      <a:pt x="834" y="1004"/>
                      <a:pt x="831" y="1003"/>
                      <a:pt x="830" y="1000"/>
                    </a:cubicBezTo>
                    <a:cubicBezTo>
                      <a:pt x="830" y="997"/>
                      <a:pt x="831" y="994"/>
                      <a:pt x="834" y="994"/>
                    </a:cubicBezTo>
                    <a:cubicBezTo>
                      <a:pt x="835" y="994"/>
                      <a:pt x="836" y="994"/>
                      <a:pt x="837" y="994"/>
                    </a:cubicBezTo>
                    <a:cubicBezTo>
                      <a:pt x="839" y="994"/>
                      <a:pt x="840" y="994"/>
                      <a:pt x="841" y="994"/>
                    </a:cubicBezTo>
                    <a:cubicBezTo>
                      <a:pt x="844" y="992"/>
                      <a:pt x="846" y="991"/>
                      <a:pt x="848" y="988"/>
                    </a:cubicBezTo>
                    <a:cubicBezTo>
                      <a:pt x="850" y="983"/>
                      <a:pt x="846" y="979"/>
                      <a:pt x="844" y="976"/>
                    </a:cubicBezTo>
                    <a:cubicBezTo>
                      <a:pt x="840" y="971"/>
                      <a:pt x="836" y="966"/>
                      <a:pt x="832" y="962"/>
                    </a:cubicBezTo>
                    <a:cubicBezTo>
                      <a:pt x="828" y="957"/>
                      <a:pt x="823" y="953"/>
                      <a:pt x="816" y="951"/>
                    </a:cubicBezTo>
                    <a:cubicBezTo>
                      <a:pt x="811" y="949"/>
                      <a:pt x="805" y="949"/>
                      <a:pt x="800" y="948"/>
                    </a:cubicBezTo>
                    <a:cubicBezTo>
                      <a:pt x="795" y="947"/>
                      <a:pt x="791" y="945"/>
                      <a:pt x="786" y="943"/>
                    </a:cubicBezTo>
                    <a:cubicBezTo>
                      <a:pt x="780" y="941"/>
                      <a:pt x="774" y="941"/>
                      <a:pt x="768" y="939"/>
                    </a:cubicBezTo>
                    <a:cubicBezTo>
                      <a:pt x="763" y="938"/>
                      <a:pt x="758" y="935"/>
                      <a:pt x="759" y="929"/>
                    </a:cubicBezTo>
                    <a:cubicBezTo>
                      <a:pt x="759" y="924"/>
                      <a:pt x="763" y="920"/>
                      <a:pt x="769" y="920"/>
                    </a:cubicBezTo>
                    <a:cubicBezTo>
                      <a:pt x="775" y="921"/>
                      <a:pt x="780" y="924"/>
                      <a:pt x="787" y="925"/>
                    </a:cubicBezTo>
                    <a:cubicBezTo>
                      <a:pt x="791" y="925"/>
                      <a:pt x="795" y="923"/>
                      <a:pt x="800" y="923"/>
                    </a:cubicBezTo>
                    <a:cubicBezTo>
                      <a:pt x="805" y="923"/>
                      <a:pt x="809" y="926"/>
                      <a:pt x="814" y="927"/>
                    </a:cubicBezTo>
                    <a:cubicBezTo>
                      <a:pt x="820" y="929"/>
                      <a:pt x="826" y="927"/>
                      <a:pt x="831" y="924"/>
                    </a:cubicBezTo>
                    <a:cubicBezTo>
                      <a:pt x="835" y="922"/>
                      <a:pt x="838" y="920"/>
                      <a:pt x="841" y="924"/>
                    </a:cubicBezTo>
                    <a:cubicBezTo>
                      <a:pt x="844" y="929"/>
                      <a:pt x="846" y="934"/>
                      <a:pt x="851" y="938"/>
                    </a:cubicBezTo>
                    <a:cubicBezTo>
                      <a:pt x="854" y="942"/>
                      <a:pt x="858" y="944"/>
                      <a:pt x="861" y="948"/>
                    </a:cubicBezTo>
                    <a:cubicBezTo>
                      <a:pt x="864" y="952"/>
                      <a:pt x="864" y="956"/>
                      <a:pt x="866" y="960"/>
                    </a:cubicBezTo>
                    <a:cubicBezTo>
                      <a:pt x="868" y="964"/>
                      <a:pt x="870" y="966"/>
                      <a:pt x="873" y="969"/>
                    </a:cubicBezTo>
                    <a:cubicBezTo>
                      <a:pt x="877" y="973"/>
                      <a:pt x="879" y="977"/>
                      <a:pt x="879" y="982"/>
                    </a:cubicBezTo>
                    <a:cubicBezTo>
                      <a:pt x="880" y="985"/>
                      <a:pt x="879" y="989"/>
                      <a:pt x="880" y="993"/>
                    </a:cubicBezTo>
                    <a:cubicBezTo>
                      <a:pt x="881" y="996"/>
                      <a:pt x="883" y="998"/>
                      <a:pt x="886" y="1000"/>
                    </a:cubicBezTo>
                    <a:cubicBezTo>
                      <a:pt x="887" y="1001"/>
                      <a:pt x="888" y="1002"/>
                      <a:pt x="889" y="1003"/>
                    </a:cubicBezTo>
                    <a:cubicBezTo>
                      <a:pt x="892" y="1003"/>
                      <a:pt x="893" y="1002"/>
                      <a:pt x="895" y="1003"/>
                    </a:cubicBezTo>
                    <a:cubicBezTo>
                      <a:pt x="898" y="1004"/>
                      <a:pt x="900" y="1005"/>
                      <a:pt x="901" y="1007"/>
                    </a:cubicBezTo>
                    <a:cubicBezTo>
                      <a:pt x="903" y="1010"/>
                      <a:pt x="905" y="1011"/>
                      <a:pt x="906" y="1014"/>
                    </a:cubicBezTo>
                    <a:cubicBezTo>
                      <a:pt x="908" y="1017"/>
                      <a:pt x="909" y="1020"/>
                      <a:pt x="909" y="1023"/>
                    </a:cubicBezTo>
                    <a:cubicBezTo>
                      <a:pt x="909" y="1027"/>
                      <a:pt x="909" y="1033"/>
                      <a:pt x="915" y="1032"/>
                    </a:cubicBezTo>
                    <a:cubicBezTo>
                      <a:pt x="917" y="1031"/>
                      <a:pt x="919" y="1030"/>
                      <a:pt x="921" y="1028"/>
                    </a:cubicBezTo>
                    <a:cubicBezTo>
                      <a:pt x="922" y="1027"/>
                      <a:pt x="922" y="1025"/>
                      <a:pt x="924" y="1023"/>
                    </a:cubicBezTo>
                    <a:cubicBezTo>
                      <a:pt x="926" y="1021"/>
                      <a:pt x="928" y="1022"/>
                      <a:pt x="931" y="1023"/>
                    </a:cubicBezTo>
                    <a:cubicBezTo>
                      <a:pt x="932" y="1025"/>
                      <a:pt x="933" y="1027"/>
                      <a:pt x="935" y="1029"/>
                    </a:cubicBezTo>
                    <a:cubicBezTo>
                      <a:pt x="936" y="1031"/>
                      <a:pt x="938" y="1033"/>
                      <a:pt x="940" y="1034"/>
                    </a:cubicBezTo>
                    <a:cubicBezTo>
                      <a:pt x="942" y="1036"/>
                      <a:pt x="944" y="1037"/>
                      <a:pt x="946" y="1036"/>
                    </a:cubicBezTo>
                    <a:cubicBezTo>
                      <a:pt x="948" y="1036"/>
                      <a:pt x="951" y="1035"/>
                      <a:pt x="952" y="1033"/>
                    </a:cubicBezTo>
                    <a:cubicBezTo>
                      <a:pt x="953" y="1031"/>
                      <a:pt x="955" y="1029"/>
                      <a:pt x="956" y="1026"/>
                    </a:cubicBezTo>
                    <a:cubicBezTo>
                      <a:pt x="958" y="1022"/>
                      <a:pt x="959" y="1018"/>
                      <a:pt x="960" y="1013"/>
                    </a:cubicBezTo>
                    <a:cubicBezTo>
                      <a:pt x="960" y="1010"/>
                      <a:pt x="963" y="1007"/>
                      <a:pt x="960" y="1004"/>
                    </a:cubicBezTo>
                    <a:cubicBezTo>
                      <a:pt x="957" y="1002"/>
                      <a:pt x="959" y="999"/>
                      <a:pt x="960" y="997"/>
                    </a:cubicBezTo>
                    <a:cubicBezTo>
                      <a:pt x="961" y="994"/>
                      <a:pt x="961" y="992"/>
                      <a:pt x="959" y="990"/>
                    </a:cubicBezTo>
                    <a:cubicBezTo>
                      <a:pt x="954" y="986"/>
                      <a:pt x="948" y="987"/>
                      <a:pt x="941" y="988"/>
                    </a:cubicBezTo>
                    <a:cubicBezTo>
                      <a:pt x="939" y="988"/>
                      <a:pt x="937" y="988"/>
                      <a:pt x="935" y="988"/>
                    </a:cubicBezTo>
                    <a:cubicBezTo>
                      <a:pt x="934" y="988"/>
                      <a:pt x="933" y="988"/>
                      <a:pt x="931" y="987"/>
                    </a:cubicBezTo>
                    <a:cubicBezTo>
                      <a:pt x="929" y="986"/>
                      <a:pt x="926" y="985"/>
                      <a:pt x="922" y="985"/>
                    </a:cubicBezTo>
                    <a:cubicBezTo>
                      <a:pt x="919" y="985"/>
                      <a:pt x="916" y="985"/>
                      <a:pt x="913" y="983"/>
                    </a:cubicBezTo>
                    <a:cubicBezTo>
                      <a:pt x="911" y="981"/>
                      <a:pt x="909" y="979"/>
                      <a:pt x="906" y="978"/>
                    </a:cubicBezTo>
                    <a:cubicBezTo>
                      <a:pt x="901" y="978"/>
                      <a:pt x="897" y="977"/>
                      <a:pt x="894" y="973"/>
                    </a:cubicBezTo>
                    <a:cubicBezTo>
                      <a:pt x="892" y="970"/>
                      <a:pt x="892" y="967"/>
                      <a:pt x="891" y="964"/>
                    </a:cubicBezTo>
                    <a:cubicBezTo>
                      <a:pt x="890" y="961"/>
                      <a:pt x="890" y="958"/>
                      <a:pt x="890" y="955"/>
                    </a:cubicBezTo>
                    <a:cubicBezTo>
                      <a:pt x="890" y="952"/>
                      <a:pt x="890" y="950"/>
                      <a:pt x="889" y="947"/>
                    </a:cubicBezTo>
                    <a:cubicBezTo>
                      <a:pt x="889" y="946"/>
                      <a:pt x="888" y="945"/>
                      <a:pt x="888" y="944"/>
                    </a:cubicBezTo>
                    <a:cubicBezTo>
                      <a:pt x="887" y="943"/>
                      <a:pt x="886" y="943"/>
                      <a:pt x="885" y="942"/>
                    </a:cubicBezTo>
                    <a:cubicBezTo>
                      <a:pt x="882" y="941"/>
                      <a:pt x="881" y="938"/>
                      <a:pt x="881" y="936"/>
                    </a:cubicBezTo>
                    <a:cubicBezTo>
                      <a:pt x="880" y="933"/>
                      <a:pt x="881" y="930"/>
                      <a:pt x="880" y="928"/>
                    </a:cubicBezTo>
                    <a:cubicBezTo>
                      <a:pt x="880" y="927"/>
                      <a:pt x="880" y="926"/>
                      <a:pt x="879" y="925"/>
                    </a:cubicBezTo>
                    <a:cubicBezTo>
                      <a:pt x="878" y="925"/>
                      <a:pt x="877" y="925"/>
                      <a:pt x="876" y="925"/>
                    </a:cubicBezTo>
                    <a:cubicBezTo>
                      <a:pt x="874" y="923"/>
                      <a:pt x="874" y="920"/>
                      <a:pt x="874" y="918"/>
                    </a:cubicBezTo>
                    <a:cubicBezTo>
                      <a:pt x="873" y="912"/>
                      <a:pt x="873" y="906"/>
                      <a:pt x="874" y="900"/>
                    </a:cubicBezTo>
                    <a:cubicBezTo>
                      <a:pt x="874" y="898"/>
                      <a:pt x="875" y="896"/>
                      <a:pt x="876" y="893"/>
                    </a:cubicBezTo>
                    <a:cubicBezTo>
                      <a:pt x="876" y="890"/>
                      <a:pt x="875" y="887"/>
                      <a:pt x="874" y="884"/>
                    </a:cubicBezTo>
                    <a:cubicBezTo>
                      <a:pt x="873" y="881"/>
                      <a:pt x="870" y="880"/>
                      <a:pt x="867" y="878"/>
                    </a:cubicBezTo>
                    <a:cubicBezTo>
                      <a:pt x="864" y="876"/>
                      <a:pt x="862" y="873"/>
                      <a:pt x="860" y="869"/>
                    </a:cubicBezTo>
                    <a:cubicBezTo>
                      <a:pt x="859" y="862"/>
                      <a:pt x="864" y="853"/>
                      <a:pt x="856" y="849"/>
                    </a:cubicBezTo>
                    <a:cubicBezTo>
                      <a:pt x="854" y="848"/>
                      <a:pt x="852" y="847"/>
                      <a:pt x="849" y="847"/>
                    </a:cubicBezTo>
                    <a:cubicBezTo>
                      <a:pt x="846" y="846"/>
                      <a:pt x="842" y="847"/>
                      <a:pt x="838" y="847"/>
                    </a:cubicBezTo>
                    <a:cubicBezTo>
                      <a:pt x="835" y="847"/>
                      <a:pt x="830" y="845"/>
                      <a:pt x="827" y="847"/>
                    </a:cubicBezTo>
                    <a:cubicBezTo>
                      <a:pt x="825" y="849"/>
                      <a:pt x="824" y="851"/>
                      <a:pt x="821" y="851"/>
                    </a:cubicBezTo>
                    <a:cubicBezTo>
                      <a:pt x="818" y="850"/>
                      <a:pt x="815" y="850"/>
                      <a:pt x="812" y="850"/>
                    </a:cubicBezTo>
                    <a:cubicBezTo>
                      <a:pt x="808" y="850"/>
                      <a:pt x="804" y="851"/>
                      <a:pt x="801" y="850"/>
                    </a:cubicBezTo>
                    <a:cubicBezTo>
                      <a:pt x="797" y="849"/>
                      <a:pt x="796" y="846"/>
                      <a:pt x="793" y="844"/>
                    </a:cubicBezTo>
                    <a:cubicBezTo>
                      <a:pt x="792" y="844"/>
                      <a:pt x="790" y="844"/>
                      <a:pt x="788" y="844"/>
                    </a:cubicBezTo>
                    <a:cubicBezTo>
                      <a:pt x="786" y="844"/>
                      <a:pt x="783" y="844"/>
                      <a:pt x="781" y="843"/>
                    </a:cubicBezTo>
                    <a:cubicBezTo>
                      <a:pt x="777" y="841"/>
                      <a:pt x="773" y="838"/>
                      <a:pt x="772" y="833"/>
                    </a:cubicBezTo>
                    <a:cubicBezTo>
                      <a:pt x="771" y="830"/>
                      <a:pt x="770" y="824"/>
                      <a:pt x="766" y="825"/>
                    </a:cubicBezTo>
                    <a:cubicBezTo>
                      <a:pt x="762" y="826"/>
                      <a:pt x="761" y="831"/>
                      <a:pt x="757" y="831"/>
                    </a:cubicBezTo>
                    <a:cubicBezTo>
                      <a:pt x="754" y="831"/>
                      <a:pt x="751" y="829"/>
                      <a:pt x="748" y="828"/>
                    </a:cubicBezTo>
                    <a:cubicBezTo>
                      <a:pt x="744" y="826"/>
                      <a:pt x="741" y="823"/>
                      <a:pt x="738" y="820"/>
                    </a:cubicBezTo>
                    <a:cubicBezTo>
                      <a:pt x="735" y="817"/>
                      <a:pt x="731" y="816"/>
                      <a:pt x="727" y="815"/>
                    </a:cubicBezTo>
                    <a:cubicBezTo>
                      <a:pt x="725" y="814"/>
                      <a:pt x="722" y="813"/>
                      <a:pt x="721" y="811"/>
                    </a:cubicBezTo>
                    <a:cubicBezTo>
                      <a:pt x="719" y="809"/>
                      <a:pt x="717" y="806"/>
                      <a:pt x="715" y="804"/>
                    </a:cubicBezTo>
                    <a:cubicBezTo>
                      <a:pt x="714" y="802"/>
                      <a:pt x="713" y="800"/>
                      <a:pt x="711" y="799"/>
                    </a:cubicBezTo>
                    <a:cubicBezTo>
                      <a:pt x="708" y="797"/>
                      <a:pt x="706" y="794"/>
                      <a:pt x="706" y="790"/>
                    </a:cubicBezTo>
                    <a:cubicBezTo>
                      <a:pt x="706" y="788"/>
                      <a:pt x="707" y="785"/>
                      <a:pt x="707" y="783"/>
                    </a:cubicBezTo>
                    <a:cubicBezTo>
                      <a:pt x="708" y="781"/>
                      <a:pt x="709" y="780"/>
                      <a:pt x="707" y="778"/>
                    </a:cubicBezTo>
                    <a:cubicBezTo>
                      <a:pt x="704" y="776"/>
                      <a:pt x="699" y="777"/>
                      <a:pt x="698" y="773"/>
                    </a:cubicBezTo>
                    <a:cubicBezTo>
                      <a:pt x="698" y="771"/>
                      <a:pt x="697" y="769"/>
                      <a:pt x="696" y="767"/>
                    </a:cubicBezTo>
                    <a:cubicBezTo>
                      <a:pt x="695" y="765"/>
                      <a:pt x="694" y="765"/>
                      <a:pt x="692" y="764"/>
                    </a:cubicBezTo>
                    <a:cubicBezTo>
                      <a:pt x="688" y="763"/>
                      <a:pt x="688" y="758"/>
                      <a:pt x="684" y="756"/>
                    </a:cubicBezTo>
                    <a:cubicBezTo>
                      <a:pt x="682" y="755"/>
                      <a:pt x="680" y="756"/>
                      <a:pt x="678" y="756"/>
                    </a:cubicBezTo>
                    <a:cubicBezTo>
                      <a:pt x="676" y="756"/>
                      <a:pt x="674" y="756"/>
                      <a:pt x="673" y="757"/>
                    </a:cubicBezTo>
                    <a:cubicBezTo>
                      <a:pt x="671" y="757"/>
                      <a:pt x="670" y="758"/>
                      <a:pt x="668" y="759"/>
                    </a:cubicBezTo>
                    <a:cubicBezTo>
                      <a:pt x="668" y="760"/>
                      <a:pt x="667" y="760"/>
                      <a:pt x="667" y="761"/>
                    </a:cubicBezTo>
                    <a:cubicBezTo>
                      <a:pt x="665" y="763"/>
                      <a:pt x="660" y="765"/>
                      <a:pt x="657" y="766"/>
                    </a:cubicBezTo>
                    <a:cubicBezTo>
                      <a:pt x="652" y="767"/>
                      <a:pt x="648" y="767"/>
                      <a:pt x="643" y="768"/>
                    </a:cubicBezTo>
                    <a:cubicBezTo>
                      <a:pt x="641" y="768"/>
                      <a:pt x="638" y="768"/>
                      <a:pt x="637" y="771"/>
                    </a:cubicBezTo>
                    <a:cubicBezTo>
                      <a:pt x="637" y="773"/>
                      <a:pt x="637" y="775"/>
                      <a:pt x="636" y="776"/>
                    </a:cubicBezTo>
                    <a:cubicBezTo>
                      <a:pt x="636" y="778"/>
                      <a:pt x="635" y="780"/>
                      <a:pt x="634" y="782"/>
                    </a:cubicBezTo>
                    <a:cubicBezTo>
                      <a:pt x="633" y="784"/>
                      <a:pt x="631" y="784"/>
                      <a:pt x="629" y="786"/>
                    </a:cubicBezTo>
                    <a:cubicBezTo>
                      <a:pt x="624" y="788"/>
                      <a:pt x="619" y="790"/>
                      <a:pt x="614" y="792"/>
                    </a:cubicBezTo>
                    <a:cubicBezTo>
                      <a:pt x="611" y="793"/>
                      <a:pt x="609" y="796"/>
                      <a:pt x="606" y="797"/>
                    </a:cubicBezTo>
                    <a:cubicBezTo>
                      <a:pt x="605" y="798"/>
                      <a:pt x="604" y="798"/>
                      <a:pt x="603" y="799"/>
                    </a:cubicBezTo>
                    <a:cubicBezTo>
                      <a:pt x="600" y="800"/>
                      <a:pt x="596" y="803"/>
                      <a:pt x="592" y="803"/>
                    </a:cubicBezTo>
                    <a:cubicBezTo>
                      <a:pt x="589" y="804"/>
                      <a:pt x="584" y="805"/>
                      <a:pt x="583" y="808"/>
                    </a:cubicBezTo>
                    <a:cubicBezTo>
                      <a:pt x="583" y="810"/>
                      <a:pt x="584" y="814"/>
                      <a:pt x="586" y="815"/>
                    </a:cubicBezTo>
                    <a:cubicBezTo>
                      <a:pt x="587" y="815"/>
                      <a:pt x="587" y="815"/>
                      <a:pt x="588" y="814"/>
                    </a:cubicBezTo>
                    <a:cubicBezTo>
                      <a:pt x="589" y="813"/>
                      <a:pt x="591" y="812"/>
                      <a:pt x="592" y="811"/>
                    </a:cubicBezTo>
                    <a:cubicBezTo>
                      <a:pt x="597" y="809"/>
                      <a:pt x="602" y="810"/>
                      <a:pt x="607" y="810"/>
                    </a:cubicBezTo>
                    <a:cubicBezTo>
                      <a:pt x="611" y="810"/>
                      <a:pt x="612" y="808"/>
                      <a:pt x="613" y="805"/>
                    </a:cubicBezTo>
                    <a:cubicBezTo>
                      <a:pt x="613" y="804"/>
                      <a:pt x="613" y="802"/>
                      <a:pt x="615" y="801"/>
                    </a:cubicBezTo>
                    <a:cubicBezTo>
                      <a:pt x="616" y="801"/>
                      <a:pt x="618" y="800"/>
                      <a:pt x="619" y="800"/>
                    </a:cubicBezTo>
                    <a:cubicBezTo>
                      <a:pt x="620" y="800"/>
                      <a:pt x="622" y="800"/>
                      <a:pt x="624" y="800"/>
                    </a:cubicBezTo>
                    <a:cubicBezTo>
                      <a:pt x="625" y="801"/>
                      <a:pt x="626" y="803"/>
                      <a:pt x="626" y="804"/>
                    </a:cubicBezTo>
                    <a:cubicBezTo>
                      <a:pt x="628" y="806"/>
                      <a:pt x="629" y="807"/>
                      <a:pt x="632" y="808"/>
                    </a:cubicBezTo>
                    <a:cubicBezTo>
                      <a:pt x="634" y="808"/>
                      <a:pt x="636" y="808"/>
                      <a:pt x="637" y="808"/>
                    </a:cubicBezTo>
                    <a:cubicBezTo>
                      <a:pt x="639" y="807"/>
                      <a:pt x="640" y="807"/>
                      <a:pt x="641" y="807"/>
                    </a:cubicBezTo>
                    <a:cubicBezTo>
                      <a:pt x="643" y="807"/>
                      <a:pt x="644" y="807"/>
                      <a:pt x="646" y="807"/>
                    </a:cubicBezTo>
                    <a:cubicBezTo>
                      <a:pt x="647" y="806"/>
                      <a:pt x="648" y="806"/>
                      <a:pt x="650" y="806"/>
                    </a:cubicBezTo>
                    <a:cubicBezTo>
                      <a:pt x="651" y="806"/>
                      <a:pt x="652" y="807"/>
                      <a:pt x="653" y="808"/>
                    </a:cubicBezTo>
                    <a:cubicBezTo>
                      <a:pt x="653" y="808"/>
                      <a:pt x="654" y="809"/>
                      <a:pt x="654" y="810"/>
                    </a:cubicBezTo>
                    <a:cubicBezTo>
                      <a:pt x="655" y="811"/>
                      <a:pt x="657" y="811"/>
                      <a:pt x="658" y="811"/>
                    </a:cubicBezTo>
                    <a:cubicBezTo>
                      <a:pt x="660" y="812"/>
                      <a:pt x="661" y="813"/>
                      <a:pt x="662" y="814"/>
                    </a:cubicBezTo>
                    <a:cubicBezTo>
                      <a:pt x="666" y="816"/>
                      <a:pt x="667" y="820"/>
                      <a:pt x="669" y="823"/>
                    </a:cubicBezTo>
                    <a:cubicBezTo>
                      <a:pt x="672" y="826"/>
                      <a:pt x="675" y="827"/>
                      <a:pt x="679" y="828"/>
                    </a:cubicBezTo>
                    <a:cubicBezTo>
                      <a:pt x="689" y="830"/>
                      <a:pt x="695" y="837"/>
                      <a:pt x="702" y="843"/>
                    </a:cubicBezTo>
                    <a:cubicBezTo>
                      <a:pt x="705" y="846"/>
                      <a:pt x="708" y="849"/>
                      <a:pt x="711" y="852"/>
                    </a:cubicBezTo>
                    <a:cubicBezTo>
                      <a:pt x="714" y="854"/>
                      <a:pt x="717" y="856"/>
                      <a:pt x="719" y="858"/>
                    </a:cubicBezTo>
                    <a:cubicBezTo>
                      <a:pt x="724" y="863"/>
                      <a:pt x="726" y="870"/>
                      <a:pt x="730" y="876"/>
                    </a:cubicBezTo>
                    <a:cubicBezTo>
                      <a:pt x="730" y="876"/>
                      <a:pt x="730" y="876"/>
                      <a:pt x="730" y="876"/>
                    </a:cubicBezTo>
                    <a:cubicBezTo>
                      <a:pt x="731" y="876"/>
                      <a:pt x="732" y="877"/>
                      <a:pt x="733" y="877"/>
                    </a:cubicBezTo>
                    <a:cubicBezTo>
                      <a:pt x="734" y="878"/>
                      <a:pt x="735" y="878"/>
                      <a:pt x="736" y="877"/>
                    </a:cubicBezTo>
                    <a:cubicBezTo>
                      <a:pt x="739" y="877"/>
                      <a:pt x="741" y="877"/>
                      <a:pt x="743" y="876"/>
                    </a:cubicBezTo>
                    <a:cubicBezTo>
                      <a:pt x="746" y="876"/>
                      <a:pt x="749" y="878"/>
                      <a:pt x="749" y="880"/>
                    </a:cubicBezTo>
                    <a:cubicBezTo>
                      <a:pt x="750" y="883"/>
                      <a:pt x="750" y="886"/>
                      <a:pt x="753" y="886"/>
                    </a:cubicBezTo>
                    <a:cubicBezTo>
                      <a:pt x="753" y="890"/>
                      <a:pt x="755" y="894"/>
                      <a:pt x="755" y="898"/>
                    </a:cubicBezTo>
                    <a:cubicBezTo>
                      <a:pt x="755" y="900"/>
                      <a:pt x="754" y="902"/>
                      <a:pt x="753" y="903"/>
                    </a:cubicBezTo>
                    <a:cubicBezTo>
                      <a:pt x="753" y="904"/>
                      <a:pt x="752" y="904"/>
                      <a:pt x="752" y="905"/>
                    </a:cubicBezTo>
                    <a:cubicBezTo>
                      <a:pt x="750" y="905"/>
                      <a:pt x="750" y="905"/>
                      <a:pt x="748" y="904"/>
                    </a:cubicBezTo>
                    <a:cubicBezTo>
                      <a:pt x="748" y="904"/>
                      <a:pt x="747" y="905"/>
                      <a:pt x="746" y="905"/>
                    </a:cubicBezTo>
                    <a:cubicBezTo>
                      <a:pt x="744" y="904"/>
                      <a:pt x="746" y="902"/>
                      <a:pt x="744" y="901"/>
                    </a:cubicBezTo>
                    <a:cubicBezTo>
                      <a:pt x="744" y="901"/>
                      <a:pt x="743" y="901"/>
                      <a:pt x="743" y="901"/>
                    </a:cubicBezTo>
                    <a:cubicBezTo>
                      <a:pt x="741" y="900"/>
                      <a:pt x="742" y="898"/>
                      <a:pt x="740" y="896"/>
                    </a:cubicBezTo>
                    <a:cubicBezTo>
                      <a:pt x="739" y="895"/>
                      <a:pt x="739" y="896"/>
                      <a:pt x="737" y="897"/>
                    </a:cubicBezTo>
                    <a:cubicBezTo>
                      <a:pt x="737" y="898"/>
                      <a:pt x="736" y="899"/>
                      <a:pt x="736" y="901"/>
                    </a:cubicBezTo>
                    <a:cubicBezTo>
                      <a:pt x="736" y="902"/>
                      <a:pt x="737" y="903"/>
                      <a:pt x="736" y="904"/>
                    </a:cubicBezTo>
                    <a:cubicBezTo>
                      <a:pt x="735" y="905"/>
                      <a:pt x="733" y="905"/>
                      <a:pt x="732" y="905"/>
                    </a:cubicBezTo>
                    <a:cubicBezTo>
                      <a:pt x="731" y="905"/>
                      <a:pt x="730" y="905"/>
                      <a:pt x="729" y="906"/>
                    </a:cubicBezTo>
                    <a:cubicBezTo>
                      <a:pt x="727" y="906"/>
                      <a:pt x="723" y="907"/>
                      <a:pt x="721" y="906"/>
                    </a:cubicBezTo>
                    <a:cubicBezTo>
                      <a:pt x="720" y="905"/>
                      <a:pt x="720" y="903"/>
                      <a:pt x="720" y="901"/>
                    </a:cubicBezTo>
                    <a:cubicBezTo>
                      <a:pt x="717" y="901"/>
                      <a:pt x="715" y="900"/>
                      <a:pt x="712" y="900"/>
                    </a:cubicBezTo>
                    <a:cubicBezTo>
                      <a:pt x="708" y="900"/>
                      <a:pt x="705" y="899"/>
                      <a:pt x="702" y="899"/>
                    </a:cubicBezTo>
                    <a:cubicBezTo>
                      <a:pt x="699" y="899"/>
                      <a:pt x="697" y="899"/>
                      <a:pt x="695" y="898"/>
                    </a:cubicBezTo>
                    <a:cubicBezTo>
                      <a:pt x="693" y="896"/>
                      <a:pt x="693" y="894"/>
                      <a:pt x="693" y="892"/>
                    </a:cubicBezTo>
                    <a:cubicBezTo>
                      <a:pt x="692" y="889"/>
                      <a:pt x="690" y="886"/>
                      <a:pt x="687" y="885"/>
                    </a:cubicBezTo>
                    <a:cubicBezTo>
                      <a:pt x="685" y="885"/>
                      <a:pt x="684" y="885"/>
                      <a:pt x="684" y="883"/>
                    </a:cubicBezTo>
                    <a:cubicBezTo>
                      <a:pt x="684" y="882"/>
                      <a:pt x="686" y="881"/>
                      <a:pt x="686" y="880"/>
                    </a:cubicBezTo>
                    <a:cubicBezTo>
                      <a:pt x="688" y="878"/>
                      <a:pt x="689" y="877"/>
                      <a:pt x="689" y="874"/>
                    </a:cubicBezTo>
                    <a:cubicBezTo>
                      <a:pt x="690" y="872"/>
                      <a:pt x="689" y="870"/>
                      <a:pt x="688" y="868"/>
                    </a:cubicBezTo>
                    <a:cubicBezTo>
                      <a:pt x="686" y="866"/>
                      <a:pt x="686" y="864"/>
                      <a:pt x="683" y="863"/>
                    </a:cubicBezTo>
                    <a:cubicBezTo>
                      <a:pt x="681" y="862"/>
                      <a:pt x="678" y="862"/>
                      <a:pt x="675" y="862"/>
                    </a:cubicBezTo>
                    <a:cubicBezTo>
                      <a:pt x="673" y="861"/>
                      <a:pt x="669" y="861"/>
                      <a:pt x="668" y="858"/>
                    </a:cubicBezTo>
                    <a:cubicBezTo>
                      <a:pt x="667" y="857"/>
                      <a:pt x="667" y="856"/>
                      <a:pt x="665" y="856"/>
                    </a:cubicBezTo>
                    <a:cubicBezTo>
                      <a:pt x="664" y="856"/>
                      <a:pt x="663" y="856"/>
                      <a:pt x="662" y="857"/>
                    </a:cubicBezTo>
                    <a:cubicBezTo>
                      <a:pt x="659" y="857"/>
                      <a:pt x="659" y="859"/>
                      <a:pt x="657" y="861"/>
                    </a:cubicBezTo>
                    <a:cubicBezTo>
                      <a:pt x="657" y="862"/>
                      <a:pt x="655" y="862"/>
                      <a:pt x="654" y="863"/>
                    </a:cubicBezTo>
                    <a:cubicBezTo>
                      <a:pt x="653" y="864"/>
                      <a:pt x="652" y="865"/>
                      <a:pt x="651" y="865"/>
                    </a:cubicBezTo>
                    <a:cubicBezTo>
                      <a:pt x="648" y="865"/>
                      <a:pt x="645" y="864"/>
                      <a:pt x="643" y="865"/>
                    </a:cubicBezTo>
                    <a:cubicBezTo>
                      <a:pt x="641" y="865"/>
                      <a:pt x="640" y="866"/>
                      <a:pt x="639" y="866"/>
                    </a:cubicBezTo>
                    <a:cubicBezTo>
                      <a:pt x="637" y="866"/>
                      <a:pt x="636" y="865"/>
                      <a:pt x="635" y="864"/>
                    </a:cubicBezTo>
                    <a:cubicBezTo>
                      <a:pt x="633" y="863"/>
                      <a:pt x="633" y="861"/>
                      <a:pt x="633" y="858"/>
                    </a:cubicBezTo>
                    <a:cubicBezTo>
                      <a:pt x="632" y="855"/>
                      <a:pt x="632" y="851"/>
                      <a:pt x="632" y="848"/>
                    </a:cubicBezTo>
                    <a:cubicBezTo>
                      <a:pt x="632" y="845"/>
                      <a:pt x="632" y="842"/>
                      <a:pt x="631" y="840"/>
                    </a:cubicBezTo>
                    <a:cubicBezTo>
                      <a:pt x="630" y="838"/>
                      <a:pt x="627" y="837"/>
                      <a:pt x="625" y="837"/>
                    </a:cubicBezTo>
                    <a:cubicBezTo>
                      <a:pt x="622" y="837"/>
                      <a:pt x="619" y="836"/>
                      <a:pt x="616" y="836"/>
                    </a:cubicBezTo>
                    <a:cubicBezTo>
                      <a:pt x="611" y="836"/>
                      <a:pt x="605" y="836"/>
                      <a:pt x="601" y="832"/>
                    </a:cubicBezTo>
                    <a:cubicBezTo>
                      <a:pt x="600" y="831"/>
                      <a:pt x="600" y="830"/>
                      <a:pt x="599" y="830"/>
                    </a:cubicBezTo>
                    <a:cubicBezTo>
                      <a:pt x="597" y="830"/>
                      <a:pt x="596" y="830"/>
                      <a:pt x="595" y="831"/>
                    </a:cubicBezTo>
                    <a:cubicBezTo>
                      <a:pt x="593" y="831"/>
                      <a:pt x="593" y="831"/>
                      <a:pt x="593" y="833"/>
                    </a:cubicBezTo>
                    <a:cubicBezTo>
                      <a:pt x="593" y="834"/>
                      <a:pt x="593" y="834"/>
                      <a:pt x="592" y="834"/>
                    </a:cubicBezTo>
                    <a:cubicBezTo>
                      <a:pt x="588" y="835"/>
                      <a:pt x="584" y="831"/>
                      <a:pt x="580" y="830"/>
                    </a:cubicBezTo>
                    <a:cubicBezTo>
                      <a:pt x="578" y="830"/>
                      <a:pt x="577" y="831"/>
                      <a:pt x="575" y="832"/>
                    </a:cubicBezTo>
                    <a:cubicBezTo>
                      <a:pt x="570" y="835"/>
                      <a:pt x="566" y="828"/>
                      <a:pt x="563" y="824"/>
                    </a:cubicBezTo>
                    <a:cubicBezTo>
                      <a:pt x="561" y="820"/>
                      <a:pt x="558" y="816"/>
                      <a:pt x="553" y="814"/>
                    </a:cubicBezTo>
                    <a:cubicBezTo>
                      <a:pt x="551" y="814"/>
                      <a:pt x="549" y="814"/>
                      <a:pt x="547" y="815"/>
                    </a:cubicBezTo>
                    <a:cubicBezTo>
                      <a:pt x="545" y="816"/>
                      <a:pt x="544" y="817"/>
                      <a:pt x="542" y="818"/>
                    </a:cubicBezTo>
                    <a:cubicBezTo>
                      <a:pt x="540" y="819"/>
                      <a:pt x="537" y="819"/>
                      <a:pt x="535" y="818"/>
                    </a:cubicBezTo>
                    <a:cubicBezTo>
                      <a:pt x="532" y="818"/>
                      <a:pt x="530" y="818"/>
                      <a:pt x="528" y="817"/>
                    </a:cubicBezTo>
                    <a:cubicBezTo>
                      <a:pt x="526" y="816"/>
                      <a:pt x="522" y="811"/>
                      <a:pt x="522" y="808"/>
                    </a:cubicBezTo>
                    <a:cubicBezTo>
                      <a:pt x="522" y="805"/>
                      <a:pt x="526" y="802"/>
                      <a:pt x="529" y="801"/>
                    </a:cubicBezTo>
                    <a:cubicBezTo>
                      <a:pt x="533" y="800"/>
                      <a:pt x="537" y="797"/>
                      <a:pt x="541" y="798"/>
                    </a:cubicBezTo>
                    <a:cubicBezTo>
                      <a:pt x="545" y="798"/>
                      <a:pt x="547" y="803"/>
                      <a:pt x="551" y="803"/>
                    </a:cubicBezTo>
                    <a:cubicBezTo>
                      <a:pt x="553" y="803"/>
                      <a:pt x="555" y="802"/>
                      <a:pt x="557" y="802"/>
                    </a:cubicBezTo>
                    <a:cubicBezTo>
                      <a:pt x="559" y="801"/>
                      <a:pt x="561" y="801"/>
                      <a:pt x="563" y="802"/>
                    </a:cubicBezTo>
                    <a:cubicBezTo>
                      <a:pt x="563" y="803"/>
                      <a:pt x="563" y="805"/>
                      <a:pt x="565" y="806"/>
                    </a:cubicBezTo>
                    <a:cubicBezTo>
                      <a:pt x="565" y="806"/>
                      <a:pt x="567" y="806"/>
                      <a:pt x="568" y="806"/>
                    </a:cubicBezTo>
                    <a:cubicBezTo>
                      <a:pt x="570" y="806"/>
                      <a:pt x="573" y="804"/>
                      <a:pt x="574" y="803"/>
                    </a:cubicBezTo>
                    <a:cubicBezTo>
                      <a:pt x="576" y="802"/>
                      <a:pt x="577" y="799"/>
                      <a:pt x="578" y="797"/>
                    </a:cubicBezTo>
                    <a:cubicBezTo>
                      <a:pt x="579" y="796"/>
                      <a:pt x="580" y="796"/>
                      <a:pt x="580" y="795"/>
                    </a:cubicBezTo>
                    <a:cubicBezTo>
                      <a:pt x="580" y="794"/>
                      <a:pt x="581" y="793"/>
                      <a:pt x="581" y="792"/>
                    </a:cubicBezTo>
                    <a:cubicBezTo>
                      <a:pt x="582" y="791"/>
                      <a:pt x="583" y="791"/>
                      <a:pt x="583" y="791"/>
                    </a:cubicBezTo>
                    <a:cubicBezTo>
                      <a:pt x="584" y="790"/>
                      <a:pt x="584" y="789"/>
                      <a:pt x="585" y="789"/>
                    </a:cubicBezTo>
                    <a:cubicBezTo>
                      <a:pt x="587" y="788"/>
                      <a:pt x="589" y="787"/>
                      <a:pt x="591" y="787"/>
                    </a:cubicBezTo>
                    <a:cubicBezTo>
                      <a:pt x="595" y="786"/>
                      <a:pt x="600" y="787"/>
                      <a:pt x="604" y="785"/>
                    </a:cubicBezTo>
                    <a:cubicBezTo>
                      <a:pt x="606" y="784"/>
                      <a:pt x="607" y="783"/>
                      <a:pt x="608" y="781"/>
                    </a:cubicBezTo>
                    <a:cubicBezTo>
                      <a:pt x="609" y="780"/>
                      <a:pt x="610" y="780"/>
                      <a:pt x="610" y="779"/>
                    </a:cubicBezTo>
                    <a:cubicBezTo>
                      <a:pt x="611" y="777"/>
                      <a:pt x="610" y="773"/>
                      <a:pt x="612" y="771"/>
                    </a:cubicBezTo>
                    <a:cubicBezTo>
                      <a:pt x="613" y="770"/>
                      <a:pt x="614" y="770"/>
                      <a:pt x="616" y="769"/>
                    </a:cubicBezTo>
                    <a:cubicBezTo>
                      <a:pt x="617" y="769"/>
                      <a:pt x="618" y="768"/>
                      <a:pt x="619" y="767"/>
                    </a:cubicBezTo>
                    <a:cubicBezTo>
                      <a:pt x="621" y="767"/>
                      <a:pt x="622" y="766"/>
                      <a:pt x="624" y="765"/>
                    </a:cubicBezTo>
                    <a:cubicBezTo>
                      <a:pt x="625" y="764"/>
                      <a:pt x="626" y="763"/>
                      <a:pt x="626" y="762"/>
                    </a:cubicBezTo>
                    <a:cubicBezTo>
                      <a:pt x="626" y="760"/>
                      <a:pt x="625" y="757"/>
                      <a:pt x="624" y="757"/>
                    </a:cubicBezTo>
                    <a:cubicBezTo>
                      <a:pt x="622" y="756"/>
                      <a:pt x="620" y="757"/>
                      <a:pt x="619" y="759"/>
                    </a:cubicBezTo>
                    <a:cubicBezTo>
                      <a:pt x="618" y="761"/>
                      <a:pt x="615" y="762"/>
                      <a:pt x="612" y="763"/>
                    </a:cubicBezTo>
                    <a:cubicBezTo>
                      <a:pt x="610" y="763"/>
                      <a:pt x="607" y="762"/>
                      <a:pt x="607" y="760"/>
                    </a:cubicBezTo>
                    <a:cubicBezTo>
                      <a:pt x="608" y="758"/>
                      <a:pt x="610" y="757"/>
                      <a:pt x="611" y="755"/>
                    </a:cubicBezTo>
                    <a:cubicBezTo>
                      <a:pt x="612" y="754"/>
                      <a:pt x="612" y="753"/>
                      <a:pt x="612" y="752"/>
                    </a:cubicBezTo>
                    <a:cubicBezTo>
                      <a:pt x="612" y="750"/>
                      <a:pt x="611" y="750"/>
                      <a:pt x="610" y="750"/>
                    </a:cubicBezTo>
                    <a:cubicBezTo>
                      <a:pt x="609" y="749"/>
                      <a:pt x="609" y="749"/>
                      <a:pt x="609" y="747"/>
                    </a:cubicBezTo>
                    <a:cubicBezTo>
                      <a:pt x="609" y="747"/>
                      <a:pt x="609" y="747"/>
                      <a:pt x="609" y="746"/>
                    </a:cubicBezTo>
                    <a:cubicBezTo>
                      <a:pt x="609" y="746"/>
                      <a:pt x="609" y="746"/>
                      <a:pt x="609" y="746"/>
                    </a:cubicBezTo>
                    <a:cubicBezTo>
                      <a:pt x="609" y="743"/>
                      <a:pt x="606" y="740"/>
                      <a:pt x="604" y="738"/>
                    </a:cubicBezTo>
                    <a:cubicBezTo>
                      <a:pt x="601" y="736"/>
                      <a:pt x="598" y="735"/>
                      <a:pt x="597" y="731"/>
                    </a:cubicBezTo>
                    <a:cubicBezTo>
                      <a:pt x="595" y="729"/>
                      <a:pt x="595" y="725"/>
                      <a:pt x="593" y="723"/>
                    </a:cubicBezTo>
                    <a:cubicBezTo>
                      <a:pt x="588" y="719"/>
                      <a:pt x="579" y="724"/>
                      <a:pt x="576" y="717"/>
                    </a:cubicBezTo>
                    <a:cubicBezTo>
                      <a:pt x="575" y="713"/>
                      <a:pt x="575" y="709"/>
                      <a:pt x="575" y="706"/>
                    </a:cubicBezTo>
                    <a:cubicBezTo>
                      <a:pt x="575" y="703"/>
                      <a:pt x="574" y="699"/>
                      <a:pt x="575" y="696"/>
                    </a:cubicBezTo>
                    <a:cubicBezTo>
                      <a:pt x="577" y="694"/>
                      <a:pt x="581" y="694"/>
                      <a:pt x="583" y="694"/>
                    </a:cubicBezTo>
                    <a:cubicBezTo>
                      <a:pt x="586" y="693"/>
                      <a:pt x="590" y="693"/>
                      <a:pt x="592" y="691"/>
                    </a:cubicBezTo>
                    <a:cubicBezTo>
                      <a:pt x="593" y="688"/>
                      <a:pt x="594" y="685"/>
                      <a:pt x="595" y="682"/>
                    </a:cubicBezTo>
                    <a:cubicBezTo>
                      <a:pt x="597" y="679"/>
                      <a:pt x="599" y="676"/>
                      <a:pt x="602" y="674"/>
                    </a:cubicBezTo>
                    <a:cubicBezTo>
                      <a:pt x="605" y="672"/>
                      <a:pt x="608" y="671"/>
                      <a:pt x="611" y="674"/>
                    </a:cubicBezTo>
                    <a:cubicBezTo>
                      <a:pt x="614" y="676"/>
                      <a:pt x="615" y="680"/>
                      <a:pt x="617" y="682"/>
                    </a:cubicBezTo>
                    <a:cubicBezTo>
                      <a:pt x="619" y="685"/>
                      <a:pt x="622" y="683"/>
                      <a:pt x="624" y="682"/>
                    </a:cubicBezTo>
                    <a:cubicBezTo>
                      <a:pt x="627" y="681"/>
                      <a:pt x="631" y="680"/>
                      <a:pt x="634" y="683"/>
                    </a:cubicBezTo>
                    <a:cubicBezTo>
                      <a:pt x="637" y="685"/>
                      <a:pt x="638" y="688"/>
                      <a:pt x="641" y="690"/>
                    </a:cubicBezTo>
                    <a:cubicBezTo>
                      <a:pt x="644" y="692"/>
                      <a:pt x="647" y="692"/>
                      <a:pt x="649" y="694"/>
                    </a:cubicBezTo>
                    <a:cubicBezTo>
                      <a:pt x="651" y="697"/>
                      <a:pt x="652" y="701"/>
                      <a:pt x="652" y="704"/>
                    </a:cubicBezTo>
                    <a:cubicBezTo>
                      <a:pt x="652" y="707"/>
                      <a:pt x="653" y="710"/>
                      <a:pt x="655" y="712"/>
                    </a:cubicBezTo>
                    <a:cubicBezTo>
                      <a:pt x="657" y="714"/>
                      <a:pt x="660" y="715"/>
                      <a:pt x="662" y="718"/>
                    </a:cubicBezTo>
                    <a:cubicBezTo>
                      <a:pt x="663" y="721"/>
                      <a:pt x="663" y="724"/>
                      <a:pt x="660" y="725"/>
                    </a:cubicBezTo>
                    <a:cubicBezTo>
                      <a:pt x="657" y="727"/>
                      <a:pt x="654" y="727"/>
                      <a:pt x="652" y="728"/>
                    </a:cubicBezTo>
                    <a:cubicBezTo>
                      <a:pt x="649" y="730"/>
                      <a:pt x="648" y="733"/>
                      <a:pt x="645" y="734"/>
                    </a:cubicBezTo>
                    <a:cubicBezTo>
                      <a:pt x="639" y="738"/>
                      <a:pt x="639" y="725"/>
                      <a:pt x="635" y="725"/>
                    </a:cubicBezTo>
                    <a:cubicBezTo>
                      <a:pt x="631" y="725"/>
                      <a:pt x="629" y="730"/>
                      <a:pt x="629" y="733"/>
                    </a:cubicBezTo>
                    <a:cubicBezTo>
                      <a:pt x="628" y="735"/>
                      <a:pt x="628" y="739"/>
                      <a:pt x="631" y="740"/>
                    </a:cubicBezTo>
                    <a:cubicBezTo>
                      <a:pt x="633" y="741"/>
                      <a:pt x="637" y="741"/>
                      <a:pt x="639" y="740"/>
                    </a:cubicBezTo>
                    <a:cubicBezTo>
                      <a:pt x="642" y="740"/>
                      <a:pt x="645" y="740"/>
                      <a:pt x="648" y="740"/>
                    </a:cubicBezTo>
                    <a:cubicBezTo>
                      <a:pt x="652" y="739"/>
                      <a:pt x="656" y="738"/>
                      <a:pt x="658" y="736"/>
                    </a:cubicBezTo>
                    <a:cubicBezTo>
                      <a:pt x="660" y="734"/>
                      <a:pt x="661" y="732"/>
                      <a:pt x="663" y="731"/>
                    </a:cubicBezTo>
                    <a:cubicBezTo>
                      <a:pt x="665" y="730"/>
                      <a:pt x="667" y="730"/>
                      <a:pt x="669" y="729"/>
                    </a:cubicBezTo>
                    <a:cubicBezTo>
                      <a:pt x="673" y="729"/>
                      <a:pt x="676" y="728"/>
                      <a:pt x="678" y="726"/>
                    </a:cubicBezTo>
                    <a:cubicBezTo>
                      <a:pt x="680" y="724"/>
                      <a:pt x="682" y="721"/>
                      <a:pt x="684" y="719"/>
                    </a:cubicBezTo>
                    <a:cubicBezTo>
                      <a:pt x="686" y="718"/>
                      <a:pt x="688" y="717"/>
                      <a:pt x="688" y="714"/>
                    </a:cubicBezTo>
                    <a:cubicBezTo>
                      <a:pt x="688" y="711"/>
                      <a:pt x="686" y="708"/>
                      <a:pt x="685" y="706"/>
                    </a:cubicBezTo>
                    <a:cubicBezTo>
                      <a:pt x="682" y="702"/>
                      <a:pt x="679" y="700"/>
                      <a:pt x="676" y="697"/>
                    </a:cubicBezTo>
                    <a:cubicBezTo>
                      <a:pt x="673" y="694"/>
                      <a:pt x="672" y="690"/>
                      <a:pt x="671" y="686"/>
                    </a:cubicBezTo>
                    <a:cubicBezTo>
                      <a:pt x="670" y="682"/>
                      <a:pt x="670" y="677"/>
                      <a:pt x="667" y="674"/>
                    </a:cubicBezTo>
                    <a:cubicBezTo>
                      <a:pt x="664" y="672"/>
                      <a:pt x="660" y="672"/>
                      <a:pt x="657" y="670"/>
                    </a:cubicBezTo>
                    <a:cubicBezTo>
                      <a:pt x="654" y="668"/>
                      <a:pt x="652" y="665"/>
                      <a:pt x="651" y="662"/>
                    </a:cubicBezTo>
                    <a:cubicBezTo>
                      <a:pt x="650" y="660"/>
                      <a:pt x="649" y="659"/>
                      <a:pt x="648" y="657"/>
                    </a:cubicBezTo>
                    <a:cubicBezTo>
                      <a:pt x="647" y="655"/>
                      <a:pt x="646" y="654"/>
                      <a:pt x="645" y="652"/>
                    </a:cubicBezTo>
                    <a:cubicBezTo>
                      <a:pt x="644" y="650"/>
                      <a:pt x="643" y="647"/>
                      <a:pt x="641" y="645"/>
                    </a:cubicBezTo>
                    <a:cubicBezTo>
                      <a:pt x="639" y="643"/>
                      <a:pt x="637" y="641"/>
                      <a:pt x="635" y="639"/>
                    </a:cubicBezTo>
                    <a:cubicBezTo>
                      <a:pt x="634" y="638"/>
                      <a:pt x="632" y="636"/>
                      <a:pt x="631" y="634"/>
                    </a:cubicBezTo>
                    <a:cubicBezTo>
                      <a:pt x="628" y="631"/>
                      <a:pt x="625" y="628"/>
                      <a:pt x="622" y="626"/>
                    </a:cubicBezTo>
                    <a:cubicBezTo>
                      <a:pt x="620" y="625"/>
                      <a:pt x="619" y="624"/>
                      <a:pt x="616" y="623"/>
                    </a:cubicBezTo>
                    <a:cubicBezTo>
                      <a:pt x="614" y="623"/>
                      <a:pt x="613" y="621"/>
                      <a:pt x="611" y="621"/>
                    </a:cubicBezTo>
                    <a:cubicBezTo>
                      <a:pt x="609" y="620"/>
                      <a:pt x="607" y="620"/>
                      <a:pt x="604" y="619"/>
                    </a:cubicBezTo>
                    <a:cubicBezTo>
                      <a:pt x="603" y="619"/>
                      <a:pt x="601" y="617"/>
                      <a:pt x="599" y="617"/>
                    </a:cubicBezTo>
                    <a:cubicBezTo>
                      <a:pt x="596" y="615"/>
                      <a:pt x="594" y="612"/>
                      <a:pt x="592" y="610"/>
                    </a:cubicBezTo>
                    <a:cubicBezTo>
                      <a:pt x="592" y="609"/>
                      <a:pt x="591" y="607"/>
                      <a:pt x="591" y="606"/>
                    </a:cubicBezTo>
                    <a:cubicBezTo>
                      <a:pt x="590" y="602"/>
                      <a:pt x="589" y="598"/>
                      <a:pt x="588" y="593"/>
                    </a:cubicBezTo>
                    <a:cubicBezTo>
                      <a:pt x="587" y="591"/>
                      <a:pt x="586" y="589"/>
                      <a:pt x="585" y="587"/>
                    </a:cubicBezTo>
                    <a:cubicBezTo>
                      <a:pt x="584" y="586"/>
                      <a:pt x="583" y="584"/>
                      <a:pt x="582" y="583"/>
                    </a:cubicBezTo>
                    <a:cubicBezTo>
                      <a:pt x="581" y="579"/>
                      <a:pt x="579" y="575"/>
                      <a:pt x="578" y="572"/>
                    </a:cubicBezTo>
                    <a:cubicBezTo>
                      <a:pt x="577" y="568"/>
                      <a:pt x="579" y="564"/>
                      <a:pt x="578" y="559"/>
                    </a:cubicBezTo>
                    <a:cubicBezTo>
                      <a:pt x="578" y="555"/>
                      <a:pt x="576" y="553"/>
                      <a:pt x="573" y="551"/>
                    </a:cubicBezTo>
                    <a:cubicBezTo>
                      <a:pt x="570" y="548"/>
                      <a:pt x="567" y="547"/>
                      <a:pt x="563" y="545"/>
                    </a:cubicBezTo>
                    <a:cubicBezTo>
                      <a:pt x="560" y="544"/>
                      <a:pt x="557" y="543"/>
                      <a:pt x="555" y="541"/>
                    </a:cubicBezTo>
                    <a:cubicBezTo>
                      <a:pt x="553" y="539"/>
                      <a:pt x="551" y="535"/>
                      <a:pt x="549" y="533"/>
                    </a:cubicBezTo>
                    <a:cubicBezTo>
                      <a:pt x="547" y="530"/>
                      <a:pt x="545" y="527"/>
                      <a:pt x="545" y="524"/>
                    </a:cubicBezTo>
                    <a:cubicBezTo>
                      <a:pt x="544" y="522"/>
                      <a:pt x="545" y="519"/>
                      <a:pt x="545" y="516"/>
                    </a:cubicBezTo>
                    <a:cubicBezTo>
                      <a:pt x="545" y="514"/>
                      <a:pt x="543" y="511"/>
                      <a:pt x="541" y="509"/>
                    </a:cubicBezTo>
                    <a:cubicBezTo>
                      <a:pt x="539" y="506"/>
                      <a:pt x="536" y="505"/>
                      <a:pt x="533" y="504"/>
                    </a:cubicBezTo>
                    <a:cubicBezTo>
                      <a:pt x="530" y="503"/>
                      <a:pt x="527" y="501"/>
                      <a:pt x="524" y="499"/>
                    </a:cubicBezTo>
                    <a:cubicBezTo>
                      <a:pt x="521" y="497"/>
                      <a:pt x="518" y="495"/>
                      <a:pt x="517" y="492"/>
                    </a:cubicBezTo>
                    <a:cubicBezTo>
                      <a:pt x="515" y="489"/>
                      <a:pt x="514" y="486"/>
                      <a:pt x="513" y="483"/>
                    </a:cubicBezTo>
                    <a:cubicBezTo>
                      <a:pt x="513" y="480"/>
                      <a:pt x="513" y="478"/>
                      <a:pt x="513" y="475"/>
                    </a:cubicBezTo>
                    <a:cubicBezTo>
                      <a:pt x="512" y="473"/>
                      <a:pt x="511" y="470"/>
                      <a:pt x="510" y="468"/>
                    </a:cubicBezTo>
                    <a:cubicBezTo>
                      <a:pt x="509" y="463"/>
                      <a:pt x="509" y="457"/>
                      <a:pt x="511" y="452"/>
                    </a:cubicBezTo>
                    <a:cubicBezTo>
                      <a:pt x="512" y="451"/>
                      <a:pt x="513" y="449"/>
                      <a:pt x="514" y="448"/>
                    </a:cubicBezTo>
                    <a:cubicBezTo>
                      <a:pt x="516" y="446"/>
                      <a:pt x="517" y="444"/>
                      <a:pt x="518" y="442"/>
                    </a:cubicBezTo>
                    <a:cubicBezTo>
                      <a:pt x="518" y="440"/>
                      <a:pt x="518" y="437"/>
                      <a:pt x="519" y="435"/>
                    </a:cubicBezTo>
                    <a:cubicBezTo>
                      <a:pt x="520" y="431"/>
                      <a:pt x="519" y="428"/>
                      <a:pt x="520" y="424"/>
                    </a:cubicBezTo>
                    <a:cubicBezTo>
                      <a:pt x="520" y="423"/>
                      <a:pt x="520" y="421"/>
                      <a:pt x="521" y="420"/>
                    </a:cubicBezTo>
                    <a:cubicBezTo>
                      <a:pt x="521" y="418"/>
                      <a:pt x="522" y="417"/>
                      <a:pt x="522" y="415"/>
                    </a:cubicBezTo>
                    <a:cubicBezTo>
                      <a:pt x="523" y="414"/>
                      <a:pt x="523" y="413"/>
                      <a:pt x="523" y="412"/>
                    </a:cubicBezTo>
                    <a:cubicBezTo>
                      <a:pt x="524" y="412"/>
                      <a:pt x="524" y="411"/>
                      <a:pt x="524" y="410"/>
                    </a:cubicBezTo>
                    <a:cubicBezTo>
                      <a:pt x="525" y="409"/>
                      <a:pt x="526" y="408"/>
                      <a:pt x="526" y="407"/>
                    </a:cubicBezTo>
                    <a:cubicBezTo>
                      <a:pt x="527" y="406"/>
                      <a:pt x="528" y="405"/>
                      <a:pt x="529" y="404"/>
                    </a:cubicBezTo>
                    <a:cubicBezTo>
                      <a:pt x="529" y="401"/>
                      <a:pt x="527" y="398"/>
                      <a:pt x="526" y="396"/>
                    </a:cubicBezTo>
                    <a:cubicBezTo>
                      <a:pt x="524" y="395"/>
                      <a:pt x="523" y="394"/>
                      <a:pt x="522" y="393"/>
                    </a:cubicBezTo>
                    <a:cubicBezTo>
                      <a:pt x="521" y="392"/>
                      <a:pt x="520" y="392"/>
                      <a:pt x="519" y="391"/>
                    </a:cubicBezTo>
                    <a:cubicBezTo>
                      <a:pt x="519" y="390"/>
                      <a:pt x="519" y="389"/>
                      <a:pt x="518" y="388"/>
                    </a:cubicBezTo>
                    <a:cubicBezTo>
                      <a:pt x="518" y="387"/>
                      <a:pt x="518" y="385"/>
                      <a:pt x="518" y="384"/>
                    </a:cubicBezTo>
                    <a:cubicBezTo>
                      <a:pt x="518" y="382"/>
                      <a:pt x="518" y="379"/>
                      <a:pt x="519" y="377"/>
                    </a:cubicBezTo>
                    <a:cubicBezTo>
                      <a:pt x="519" y="375"/>
                      <a:pt x="520" y="372"/>
                      <a:pt x="522" y="371"/>
                    </a:cubicBezTo>
                    <a:cubicBezTo>
                      <a:pt x="523" y="371"/>
                      <a:pt x="524" y="371"/>
                      <a:pt x="525" y="370"/>
                    </a:cubicBezTo>
                    <a:cubicBezTo>
                      <a:pt x="526" y="370"/>
                      <a:pt x="526" y="369"/>
                      <a:pt x="526" y="368"/>
                    </a:cubicBezTo>
                    <a:cubicBezTo>
                      <a:pt x="527" y="367"/>
                      <a:pt x="527" y="366"/>
                      <a:pt x="527" y="366"/>
                    </a:cubicBezTo>
                    <a:cubicBezTo>
                      <a:pt x="527" y="364"/>
                      <a:pt x="527" y="362"/>
                      <a:pt x="527" y="360"/>
                    </a:cubicBezTo>
                    <a:cubicBezTo>
                      <a:pt x="527" y="357"/>
                      <a:pt x="527" y="356"/>
                      <a:pt x="530" y="355"/>
                    </a:cubicBezTo>
                    <a:cubicBezTo>
                      <a:pt x="533" y="355"/>
                      <a:pt x="536" y="357"/>
                      <a:pt x="538" y="358"/>
                    </a:cubicBezTo>
                    <a:cubicBezTo>
                      <a:pt x="540" y="359"/>
                      <a:pt x="541" y="360"/>
                      <a:pt x="543" y="359"/>
                    </a:cubicBezTo>
                    <a:cubicBezTo>
                      <a:pt x="544" y="358"/>
                      <a:pt x="545" y="356"/>
                      <a:pt x="545" y="354"/>
                    </a:cubicBezTo>
                    <a:cubicBezTo>
                      <a:pt x="547" y="351"/>
                      <a:pt x="547" y="347"/>
                      <a:pt x="552" y="347"/>
                    </a:cubicBezTo>
                    <a:cubicBezTo>
                      <a:pt x="555" y="346"/>
                      <a:pt x="559" y="346"/>
                      <a:pt x="562" y="345"/>
                    </a:cubicBezTo>
                    <a:cubicBezTo>
                      <a:pt x="564" y="343"/>
                      <a:pt x="566" y="342"/>
                      <a:pt x="569" y="341"/>
                    </a:cubicBezTo>
                    <a:cubicBezTo>
                      <a:pt x="572" y="338"/>
                      <a:pt x="572" y="335"/>
                      <a:pt x="573" y="332"/>
                    </a:cubicBezTo>
                    <a:cubicBezTo>
                      <a:pt x="574" y="329"/>
                      <a:pt x="576" y="323"/>
                      <a:pt x="580" y="322"/>
                    </a:cubicBezTo>
                    <a:cubicBezTo>
                      <a:pt x="582" y="322"/>
                      <a:pt x="583" y="323"/>
                      <a:pt x="584" y="324"/>
                    </a:cubicBezTo>
                    <a:cubicBezTo>
                      <a:pt x="586" y="326"/>
                      <a:pt x="588" y="327"/>
                      <a:pt x="590" y="329"/>
                    </a:cubicBezTo>
                    <a:cubicBezTo>
                      <a:pt x="591" y="330"/>
                      <a:pt x="593" y="331"/>
                      <a:pt x="593" y="333"/>
                    </a:cubicBezTo>
                    <a:cubicBezTo>
                      <a:pt x="593" y="335"/>
                      <a:pt x="593" y="337"/>
                      <a:pt x="593" y="339"/>
                    </a:cubicBezTo>
                    <a:cubicBezTo>
                      <a:pt x="592" y="341"/>
                      <a:pt x="592" y="343"/>
                      <a:pt x="593" y="344"/>
                    </a:cubicBezTo>
                    <a:cubicBezTo>
                      <a:pt x="593" y="346"/>
                      <a:pt x="595" y="348"/>
                      <a:pt x="596" y="349"/>
                    </a:cubicBezTo>
                    <a:cubicBezTo>
                      <a:pt x="598" y="353"/>
                      <a:pt x="597" y="355"/>
                      <a:pt x="594" y="357"/>
                    </a:cubicBezTo>
                    <a:cubicBezTo>
                      <a:pt x="592" y="357"/>
                      <a:pt x="591" y="358"/>
                      <a:pt x="589" y="359"/>
                    </a:cubicBezTo>
                    <a:cubicBezTo>
                      <a:pt x="588" y="360"/>
                      <a:pt x="586" y="361"/>
                      <a:pt x="585" y="362"/>
                    </a:cubicBezTo>
                    <a:cubicBezTo>
                      <a:pt x="582" y="365"/>
                      <a:pt x="579" y="363"/>
                      <a:pt x="575" y="363"/>
                    </a:cubicBezTo>
                    <a:cubicBezTo>
                      <a:pt x="572" y="362"/>
                      <a:pt x="566" y="361"/>
                      <a:pt x="565" y="366"/>
                    </a:cubicBezTo>
                    <a:cubicBezTo>
                      <a:pt x="565" y="370"/>
                      <a:pt x="570" y="372"/>
                      <a:pt x="572" y="373"/>
                    </a:cubicBezTo>
                    <a:cubicBezTo>
                      <a:pt x="577" y="376"/>
                      <a:pt x="579" y="381"/>
                      <a:pt x="581" y="386"/>
                    </a:cubicBezTo>
                    <a:cubicBezTo>
                      <a:pt x="581" y="388"/>
                      <a:pt x="581" y="390"/>
                      <a:pt x="582" y="392"/>
                    </a:cubicBezTo>
                    <a:cubicBezTo>
                      <a:pt x="582" y="393"/>
                      <a:pt x="583" y="394"/>
                      <a:pt x="584" y="395"/>
                    </a:cubicBezTo>
                    <a:cubicBezTo>
                      <a:pt x="587" y="396"/>
                      <a:pt x="591" y="394"/>
                      <a:pt x="594" y="393"/>
                    </a:cubicBezTo>
                    <a:cubicBezTo>
                      <a:pt x="596" y="393"/>
                      <a:pt x="598" y="393"/>
                      <a:pt x="599" y="394"/>
                    </a:cubicBezTo>
                    <a:cubicBezTo>
                      <a:pt x="602" y="395"/>
                      <a:pt x="603" y="397"/>
                      <a:pt x="604" y="399"/>
                    </a:cubicBezTo>
                    <a:cubicBezTo>
                      <a:pt x="605" y="401"/>
                      <a:pt x="607" y="404"/>
                      <a:pt x="608" y="407"/>
                    </a:cubicBezTo>
                    <a:cubicBezTo>
                      <a:pt x="610" y="409"/>
                      <a:pt x="612" y="412"/>
                      <a:pt x="615" y="413"/>
                    </a:cubicBezTo>
                    <a:cubicBezTo>
                      <a:pt x="617" y="413"/>
                      <a:pt x="618" y="414"/>
                      <a:pt x="619" y="415"/>
                    </a:cubicBezTo>
                    <a:cubicBezTo>
                      <a:pt x="621" y="416"/>
                      <a:pt x="623" y="416"/>
                      <a:pt x="624" y="417"/>
                    </a:cubicBezTo>
                    <a:cubicBezTo>
                      <a:pt x="625" y="417"/>
                      <a:pt x="626" y="418"/>
                      <a:pt x="627" y="418"/>
                    </a:cubicBezTo>
                    <a:cubicBezTo>
                      <a:pt x="630" y="420"/>
                      <a:pt x="634" y="420"/>
                      <a:pt x="637" y="421"/>
                    </a:cubicBezTo>
                    <a:cubicBezTo>
                      <a:pt x="641" y="421"/>
                      <a:pt x="645" y="423"/>
                      <a:pt x="649" y="424"/>
                    </a:cubicBezTo>
                    <a:cubicBezTo>
                      <a:pt x="651" y="425"/>
                      <a:pt x="654" y="426"/>
                      <a:pt x="656" y="427"/>
                    </a:cubicBezTo>
                    <a:cubicBezTo>
                      <a:pt x="659" y="428"/>
                      <a:pt x="661" y="429"/>
                      <a:pt x="663" y="431"/>
                    </a:cubicBezTo>
                    <a:cubicBezTo>
                      <a:pt x="666" y="432"/>
                      <a:pt x="668" y="433"/>
                      <a:pt x="671" y="435"/>
                    </a:cubicBezTo>
                    <a:cubicBezTo>
                      <a:pt x="672" y="436"/>
                      <a:pt x="673" y="439"/>
                      <a:pt x="674" y="441"/>
                    </a:cubicBezTo>
                    <a:cubicBezTo>
                      <a:pt x="674" y="443"/>
                      <a:pt x="675" y="444"/>
                      <a:pt x="675" y="445"/>
                    </a:cubicBezTo>
                    <a:cubicBezTo>
                      <a:pt x="676" y="447"/>
                      <a:pt x="677" y="449"/>
                      <a:pt x="677" y="451"/>
                    </a:cubicBezTo>
                    <a:cubicBezTo>
                      <a:pt x="677" y="454"/>
                      <a:pt x="677" y="456"/>
                      <a:pt x="677" y="458"/>
                    </a:cubicBezTo>
                    <a:cubicBezTo>
                      <a:pt x="676" y="461"/>
                      <a:pt x="676" y="466"/>
                      <a:pt x="674" y="468"/>
                    </a:cubicBezTo>
                    <a:cubicBezTo>
                      <a:pt x="673" y="468"/>
                      <a:pt x="672" y="469"/>
                      <a:pt x="672" y="470"/>
                    </a:cubicBezTo>
                    <a:cubicBezTo>
                      <a:pt x="672" y="471"/>
                      <a:pt x="673" y="472"/>
                      <a:pt x="674" y="473"/>
                    </a:cubicBezTo>
                    <a:cubicBezTo>
                      <a:pt x="679" y="476"/>
                      <a:pt x="685" y="481"/>
                      <a:pt x="687" y="487"/>
                    </a:cubicBezTo>
                    <a:cubicBezTo>
                      <a:pt x="687" y="490"/>
                      <a:pt x="687" y="492"/>
                      <a:pt x="686" y="495"/>
                    </a:cubicBezTo>
                    <a:cubicBezTo>
                      <a:pt x="686" y="496"/>
                      <a:pt x="685" y="497"/>
                      <a:pt x="685" y="499"/>
                    </a:cubicBezTo>
                    <a:cubicBezTo>
                      <a:pt x="685" y="500"/>
                      <a:pt x="684" y="501"/>
                      <a:pt x="684" y="502"/>
                    </a:cubicBezTo>
                    <a:cubicBezTo>
                      <a:pt x="683" y="505"/>
                      <a:pt x="685" y="506"/>
                      <a:pt x="687" y="507"/>
                    </a:cubicBezTo>
                    <a:cubicBezTo>
                      <a:pt x="689" y="507"/>
                      <a:pt x="693" y="506"/>
                      <a:pt x="696" y="505"/>
                    </a:cubicBezTo>
                    <a:cubicBezTo>
                      <a:pt x="697" y="504"/>
                      <a:pt x="700" y="500"/>
                      <a:pt x="703" y="501"/>
                    </a:cubicBezTo>
                    <a:cubicBezTo>
                      <a:pt x="704" y="501"/>
                      <a:pt x="705" y="502"/>
                      <a:pt x="706" y="503"/>
                    </a:cubicBezTo>
                    <a:cubicBezTo>
                      <a:pt x="707" y="504"/>
                      <a:pt x="706" y="506"/>
                      <a:pt x="707" y="507"/>
                    </a:cubicBezTo>
                    <a:cubicBezTo>
                      <a:pt x="708" y="510"/>
                      <a:pt x="712" y="509"/>
                      <a:pt x="714" y="509"/>
                    </a:cubicBezTo>
                    <a:cubicBezTo>
                      <a:pt x="716" y="509"/>
                      <a:pt x="718" y="509"/>
                      <a:pt x="719" y="509"/>
                    </a:cubicBezTo>
                    <a:cubicBezTo>
                      <a:pt x="722" y="508"/>
                      <a:pt x="723" y="511"/>
                      <a:pt x="725" y="512"/>
                    </a:cubicBezTo>
                    <a:cubicBezTo>
                      <a:pt x="726" y="513"/>
                      <a:pt x="727" y="513"/>
                      <a:pt x="729" y="514"/>
                    </a:cubicBezTo>
                    <a:cubicBezTo>
                      <a:pt x="731" y="514"/>
                      <a:pt x="732" y="515"/>
                      <a:pt x="734" y="515"/>
                    </a:cubicBezTo>
                    <a:cubicBezTo>
                      <a:pt x="739" y="515"/>
                      <a:pt x="743" y="514"/>
                      <a:pt x="746" y="512"/>
                    </a:cubicBezTo>
                    <a:cubicBezTo>
                      <a:pt x="748" y="512"/>
                      <a:pt x="750" y="511"/>
                      <a:pt x="751" y="509"/>
                    </a:cubicBezTo>
                    <a:cubicBezTo>
                      <a:pt x="751" y="507"/>
                      <a:pt x="749" y="505"/>
                      <a:pt x="748" y="504"/>
                    </a:cubicBezTo>
                    <a:cubicBezTo>
                      <a:pt x="743" y="500"/>
                      <a:pt x="738" y="496"/>
                      <a:pt x="733" y="493"/>
                    </a:cubicBezTo>
                    <a:cubicBezTo>
                      <a:pt x="728" y="490"/>
                      <a:pt x="722" y="489"/>
                      <a:pt x="716" y="487"/>
                    </a:cubicBezTo>
                    <a:cubicBezTo>
                      <a:pt x="710" y="486"/>
                      <a:pt x="705" y="482"/>
                      <a:pt x="703" y="476"/>
                    </a:cubicBezTo>
                    <a:cubicBezTo>
                      <a:pt x="701" y="471"/>
                      <a:pt x="700" y="466"/>
                      <a:pt x="696" y="463"/>
                    </a:cubicBezTo>
                    <a:cubicBezTo>
                      <a:pt x="691" y="459"/>
                      <a:pt x="686" y="457"/>
                      <a:pt x="682" y="452"/>
                    </a:cubicBezTo>
                    <a:cubicBezTo>
                      <a:pt x="679" y="448"/>
                      <a:pt x="678" y="442"/>
                      <a:pt x="678" y="436"/>
                    </a:cubicBezTo>
                    <a:cubicBezTo>
                      <a:pt x="678" y="431"/>
                      <a:pt x="679" y="427"/>
                      <a:pt x="683" y="424"/>
                    </a:cubicBezTo>
                    <a:cubicBezTo>
                      <a:pt x="688" y="420"/>
                      <a:pt x="695" y="419"/>
                      <a:pt x="701" y="420"/>
                    </a:cubicBezTo>
                    <a:cubicBezTo>
                      <a:pt x="707" y="421"/>
                      <a:pt x="712" y="425"/>
                      <a:pt x="718" y="427"/>
                    </a:cubicBezTo>
                    <a:cubicBezTo>
                      <a:pt x="724" y="429"/>
                      <a:pt x="730" y="428"/>
                      <a:pt x="736" y="429"/>
                    </a:cubicBezTo>
                    <a:cubicBezTo>
                      <a:pt x="744" y="430"/>
                      <a:pt x="750" y="434"/>
                      <a:pt x="755" y="440"/>
                    </a:cubicBezTo>
                    <a:cubicBezTo>
                      <a:pt x="760" y="446"/>
                      <a:pt x="765" y="452"/>
                      <a:pt x="769" y="458"/>
                    </a:cubicBezTo>
                    <a:cubicBezTo>
                      <a:pt x="773" y="464"/>
                      <a:pt x="776" y="470"/>
                      <a:pt x="779" y="475"/>
                    </a:cubicBezTo>
                    <a:cubicBezTo>
                      <a:pt x="781" y="480"/>
                      <a:pt x="784" y="484"/>
                      <a:pt x="789" y="487"/>
                    </a:cubicBezTo>
                    <a:cubicBezTo>
                      <a:pt x="794" y="490"/>
                      <a:pt x="798" y="494"/>
                      <a:pt x="802" y="499"/>
                    </a:cubicBezTo>
                    <a:cubicBezTo>
                      <a:pt x="803" y="501"/>
                      <a:pt x="804" y="503"/>
                      <a:pt x="806" y="504"/>
                    </a:cubicBezTo>
                    <a:cubicBezTo>
                      <a:pt x="807" y="505"/>
                      <a:pt x="808" y="504"/>
                      <a:pt x="809" y="503"/>
                    </a:cubicBezTo>
                    <a:cubicBezTo>
                      <a:pt x="811" y="501"/>
                      <a:pt x="812" y="499"/>
                      <a:pt x="814" y="497"/>
                    </a:cubicBezTo>
                    <a:cubicBezTo>
                      <a:pt x="815" y="495"/>
                      <a:pt x="817" y="493"/>
                      <a:pt x="818" y="490"/>
                    </a:cubicBezTo>
                    <a:cubicBezTo>
                      <a:pt x="820" y="487"/>
                      <a:pt x="820" y="483"/>
                      <a:pt x="819" y="480"/>
                    </a:cubicBezTo>
                    <a:cubicBezTo>
                      <a:pt x="818" y="478"/>
                      <a:pt x="817" y="477"/>
                      <a:pt x="817" y="475"/>
                    </a:cubicBezTo>
                    <a:cubicBezTo>
                      <a:pt x="816" y="474"/>
                      <a:pt x="815" y="473"/>
                      <a:pt x="814" y="472"/>
                    </a:cubicBezTo>
                    <a:cubicBezTo>
                      <a:pt x="811" y="467"/>
                      <a:pt x="817" y="461"/>
                      <a:pt x="813" y="456"/>
                    </a:cubicBezTo>
                    <a:cubicBezTo>
                      <a:pt x="811" y="454"/>
                      <a:pt x="807" y="453"/>
                      <a:pt x="804" y="452"/>
                    </a:cubicBezTo>
                    <a:cubicBezTo>
                      <a:pt x="802" y="450"/>
                      <a:pt x="799" y="449"/>
                      <a:pt x="796" y="448"/>
                    </a:cubicBezTo>
                    <a:cubicBezTo>
                      <a:pt x="793" y="446"/>
                      <a:pt x="790" y="445"/>
                      <a:pt x="787" y="444"/>
                    </a:cubicBezTo>
                    <a:cubicBezTo>
                      <a:pt x="783" y="444"/>
                      <a:pt x="779" y="443"/>
                      <a:pt x="775" y="441"/>
                    </a:cubicBezTo>
                    <a:cubicBezTo>
                      <a:pt x="772" y="440"/>
                      <a:pt x="771" y="438"/>
                      <a:pt x="770" y="435"/>
                    </a:cubicBezTo>
                    <a:cubicBezTo>
                      <a:pt x="769" y="433"/>
                      <a:pt x="767" y="430"/>
                      <a:pt x="765" y="429"/>
                    </a:cubicBezTo>
                    <a:cubicBezTo>
                      <a:pt x="762" y="427"/>
                      <a:pt x="759" y="425"/>
                      <a:pt x="756" y="423"/>
                    </a:cubicBezTo>
                    <a:cubicBezTo>
                      <a:pt x="753" y="420"/>
                      <a:pt x="752" y="417"/>
                      <a:pt x="752" y="413"/>
                    </a:cubicBezTo>
                    <a:cubicBezTo>
                      <a:pt x="752" y="409"/>
                      <a:pt x="753" y="405"/>
                      <a:pt x="754" y="402"/>
                    </a:cubicBezTo>
                    <a:cubicBezTo>
                      <a:pt x="755" y="399"/>
                      <a:pt x="756" y="396"/>
                      <a:pt x="759" y="396"/>
                    </a:cubicBezTo>
                    <a:cubicBezTo>
                      <a:pt x="762" y="396"/>
                      <a:pt x="765" y="397"/>
                      <a:pt x="768" y="397"/>
                    </a:cubicBezTo>
                    <a:cubicBezTo>
                      <a:pt x="771" y="397"/>
                      <a:pt x="774" y="396"/>
                      <a:pt x="776" y="395"/>
                    </a:cubicBezTo>
                    <a:cubicBezTo>
                      <a:pt x="779" y="393"/>
                      <a:pt x="781" y="391"/>
                      <a:pt x="783" y="390"/>
                    </a:cubicBezTo>
                    <a:cubicBezTo>
                      <a:pt x="787" y="389"/>
                      <a:pt x="790" y="389"/>
                      <a:pt x="794" y="390"/>
                    </a:cubicBezTo>
                    <a:cubicBezTo>
                      <a:pt x="802" y="392"/>
                      <a:pt x="808" y="395"/>
                      <a:pt x="813" y="402"/>
                    </a:cubicBezTo>
                    <a:cubicBezTo>
                      <a:pt x="815" y="404"/>
                      <a:pt x="817" y="407"/>
                      <a:pt x="820" y="408"/>
                    </a:cubicBezTo>
                    <a:cubicBezTo>
                      <a:pt x="822" y="409"/>
                      <a:pt x="826" y="410"/>
                      <a:pt x="828" y="409"/>
                    </a:cubicBezTo>
                    <a:cubicBezTo>
                      <a:pt x="831" y="409"/>
                      <a:pt x="834" y="409"/>
                      <a:pt x="836" y="409"/>
                    </a:cubicBezTo>
                    <a:cubicBezTo>
                      <a:pt x="839" y="408"/>
                      <a:pt x="841" y="408"/>
                      <a:pt x="844" y="408"/>
                    </a:cubicBezTo>
                    <a:cubicBezTo>
                      <a:pt x="847" y="409"/>
                      <a:pt x="850" y="409"/>
                      <a:pt x="852" y="412"/>
                    </a:cubicBezTo>
                    <a:cubicBezTo>
                      <a:pt x="853" y="414"/>
                      <a:pt x="854" y="418"/>
                      <a:pt x="856" y="420"/>
                    </a:cubicBezTo>
                    <a:cubicBezTo>
                      <a:pt x="857" y="421"/>
                      <a:pt x="859" y="421"/>
                      <a:pt x="860" y="422"/>
                    </a:cubicBezTo>
                    <a:cubicBezTo>
                      <a:pt x="862" y="423"/>
                      <a:pt x="862" y="424"/>
                      <a:pt x="863" y="426"/>
                    </a:cubicBezTo>
                    <a:cubicBezTo>
                      <a:pt x="863" y="427"/>
                      <a:pt x="864" y="428"/>
                      <a:pt x="865" y="428"/>
                    </a:cubicBezTo>
                    <a:cubicBezTo>
                      <a:pt x="868" y="431"/>
                      <a:pt x="871" y="433"/>
                      <a:pt x="873" y="436"/>
                    </a:cubicBezTo>
                    <a:cubicBezTo>
                      <a:pt x="875" y="439"/>
                      <a:pt x="876" y="441"/>
                      <a:pt x="877" y="445"/>
                    </a:cubicBezTo>
                    <a:cubicBezTo>
                      <a:pt x="878" y="447"/>
                      <a:pt x="878" y="450"/>
                      <a:pt x="880" y="452"/>
                    </a:cubicBezTo>
                    <a:cubicBezTo>
                      <a:pt x="881" y="454"/>
                      <a:pt x="883" y="454"/>
                      <a:pt x="885" y="454"/>
                    </a:cubicBezTo>
                    <a:cubicBezTo>
                      <a:pt x="888" y="453"/>
                      <a:pt x="891" y="453"/>
                      <a:pt x="893" y="451"/>
                    </a:cubicBezTo>
                    <a:cubicBezTo>
                      <a:pt x="895" y="451"/>
                      <a:pt x="897" y="450"/>
                      <a:pt x="898" y="448"/>
                    </a:cubicBezTo>
                    <a:cubicBezTo>
                      <a:pt x="899" y="446"/>
                      <a:pt x="898" y="443"/>
                      <a:pt x="898" y="441"/>
                    </a:cubicBezTo>
                    <a:cubicBezTo>
                      <a:pt x="897" y="439"/>
                      <a:pt x="895" y="436"/>
                      <a:pt x="894" y="434"/>
                    </a:cubicBezTo>
                    <a:cubicBezTo>
                      <a:pt x="890" y="429"/>
                      <a:pt x="885" y="427"/>
                      <a:pt x="881" y="424"/>
                    </a:cubicBezTo>
                    <a:cubicBezTo>
                      <a:pt x="875" y="419"/>
                      <a:pt x="873" y="412"/>
                      <a:pt x="868" y="407"/>
                    </a:cubicBezTo>
                    <a:cubicBezTo>
                      <a:pt x="864" y="402"/>
                      <a:pt x="859" y="399"/>
                      <a:pt x="854" y="395"/>
                    </a:cubicBezTo>
                    <a:cubicBezTo>
                      <a:pt x="852" y="394"/>
                      <a:pt x="849" y="392"/>
                      <a:pt x="846" y="392"/>
                    </a:cubicBezTo>
                    <a:cubicBezTo>
                      <a:pt x="842" y="391"/>
                      <a:pt x="839" y="391"/>
                      <a:pt x="836" y="391"/>
                    </a:cubicBezTo>
                    <a:cubicBezTo>
                      <a:pt x="834" y="391"/>
                      <a:pt x="831" y="390"/>
                      <a:pt x="829" y="389"/>
                    </a:cubicBezTo>
                    <a:cubicBezTo>
                      <a:pt x="826" y="386"/>
                      <a:pt x="824" y="383"/>
                      <a:pt x="823" y="380"/>
                    </a:cubicBezTo>
                    <a:cubicBezTo>
                      <a:pt x="822" y="378"/>
                      <a:pt x="816" y="364"/>
                      <a:pt x="813" y="368"/>
                    </a:cubicBezTo>
                    <a:cubicBezTo>
                      <a:pt x="812" y="370"/>
                      <a:pt x="812" y="373"/>
                      <a:pt x="813" y="375"/>
                    </a:cubicBezTo>
                    <a:cubicBezTo>
                      <a:pt x="813" y="377"/>
                      <a:pt x="814" y="379"/>
                      <a:pt x="814" y="381"/>
                    </a:cubicBezTo>
                    <a:cubicBezTo>
                      <a:pt x="814" y="385"/>
                      <a:pt x="807" y="386"/>
                      <a:pt x="803" y="386"/>
                    </a:cubicBezTo>
                    <a:cubicBezTo>
                      <a:pt x="798" y="386"/>
                      <a:pt x="794" y="383"/>
                      <a:pt x="790" y="380"/>
                    </a:cubicBezTo>
                    <a:cubicBezTo>
                      <a:pt x="786" y="377"/>
                      <a:pt x="780" y="375"/>
                      <a:pt x="778" y="370"/>
                    </a:cubicBezTo>
                    <a:cubicBezTo>
                      <a:pt x="776" y="366"/>
                      <a:pt x="777" y="359"/>
                      <a:pt x="779" y="355"/>
                    </a:cubicBezTo>
                    <a:cubicBezTo>
                      <a:pt x="782" y="351"/>
                      <a:pt x="787" y="350"/>
                      <a:pt x="790" y="347"/>
                    </a:cubicBezTo>
                    <a:cubicBezTo>
                      <a:pt x="791" y="346"/>
                      <a:pt x="793" y="344"/>
                      <a:pt x="792" y="342"/>
                    </a:cubicBezTo>
                    <a:cubicBezTo>
                      <a:pt x="791" y="340"/>
                      <a:pt x="788" y="339"/>
                      <a:pt x="786" y="339"/>
                    </a:cubicBezTo>
                    <a:cubicBezTo>
                      <a:pt x="783" y="338"/>
                      <a:pt x="781" y="338"/>
                      <a:pt x="779" y="337"/>
                    </a:cubicBezTo>
                    <a:cubicBezTo>
                      <a:pt x="777" y="337"/>
                      <a:pt x="775" y="336"/>
                      <a:pt x="773" y="336"/>
                    </a:cubicBezTo>
                    <a:cubicBezTo>
                      <a:pt x="771" y="335"/>
                      <a:pt x="770" y="335"/>
                      <a:pt x="768" y="334"/>
                    </a:cubicBezTo>
                    <a:cubicBezTo>
                      <a:pt x="766" y="332"/>
                      <a:pt x="764" y="329"/>
                      <a:pt x="764" y="326"/>
                    </a:cubicBezTo>
                    <a:cubicBezTo>
                      <a:pt x="763" y="324"/>
                      <a:pt x="763" y="321"/>
                      <a:pt x="762" y="319"/>
                    </a:cubicBezTo>
                    <a:cubicBezTo>
                      <a:pt x="761" y="318"/>
                      <a:pt x="759" y="317"/>
                      <a:pt x="757" y="317"/>
                    </a:cubicBezTo>
                    <a:cubicBezTo>
                      <a:pt x="754" y="316"/>
                      <a:pt x="752" y="315"/>
                      <a:pt x="751" y="313"/>
                    </a:cubicBezTo>
                    <a:cubicBezTo>
                      <a:pt x="748" y="309"/>
                      <a:pt x="747" y="303"/>
                      <a:pt x="749" y="299"/>
                    </a:cubicBezTo>
                    <a:cubicBezTo>
                      <a:pt x="750" y="298"/>
                      <a:pt x="751" y="296"/>
                      <a:pt x="753" y="295"/>
                    </a:cubicBezTo>
                    <a:cubicBezTo>
                      <a:pt x="754" y="293"/>
                      <a:pt x="755" y="290"/>
                      <a:pt x="756" y="288"/>
                    </a:cubicBezTo>
                    <a:cubicBezTo>
                      <a:pt x="758" y="286"/>
                      <a:pt x="759" y="284"/>
                      <a:pt x="761" y="283"/>
                    </a:cubicBezTo>
                    <a:cubicBezTo>
                      <a:pt x="764" y="282"/>
                      <a:pt x="766" y="282"/>
                      <a:pt x="769" y="281"/>
                    </a:cubicBezTo>
                    <a:cubicBezTo>
                      <a:pt x="771" y="280"/>
                      <a:pt x="773" y="279"/>
                      <a:pt x="775" y="278"/>
                    </a:cubicBezTo>
                    <a:cubicBezTo>
                      <a:pt x="776" y="277"/>
                      <a:pt x="778" y="275"/>
                      <a:pt x="779" y="275"/>
                    </a:cubicBezTo>
                    <a:cubicBezTo>
                      <a:pt x="781" y="276"/>
                      <a:pt x="782" y="278"/>
                      <a:pt x="783" y="280"/>
                    </a:cubicBezTo>
                    <a:cubicBezTo>
                      <a:pt x="784" y="281"/>
                      <a:pt x="785" y="283"/>
                      <a:pt x="788" y="284"/>
                    </a:cubicBezTo>
                    <a:cubicBezTo>
                      <a:pt x="790" y="285"/>
                      <a:pt x="792" y="285"/>
                      <a:pt x="795" y="286"/>
                    </a:cubicBezTo>
                    <a:cubicBezTo>
                      <a:pt x="798" y="286"/>
                      <a:pt x="801" y="287"/>
                      <a:pt x="804" y="289"/>
                    </a:cubicBezTo>
                    <a:cubicBezTo>
                      <a:pt x="810" y="291"/>
                      <a:pt x="816" y="293"/>
                      <a:pt x="822" y="295"/>
                    </a:cubicBezTo>
                    <a:cubicBezTo>
                      <a:pt x="824" y="295"/>
                      <a:pt x="827" y="295"/>
                      <a:pt x="829" y="294"/>
                    </a:cubicBezTo>
                    <a:cubicBezTo>
                      <a:pt x="833" y="292"/>
                      <a:pt x="836" y="289"/>
                      <a:pt x="840" y="287"/>
                    </a:cubicBezTo>
                    <a:cubicBezTo>
                      <a:pt x="845" y="286"/>
                      <a:pt x="849" y="283"/>
                      <a:pt x="853" y="280"/>
                    </a:cubicBezTo>
                    <a:cubicBezTo>
                      <a:pt x="855" y="279"/>
                      <a:pt x="856" y="278"/>
                      <a:pt x="857" y="277"/>
                    </a:cubicBezTo>
                    <a:cubicBezTo>
                      <a:pt x="859" y="276"/>
                      <a:pt x="860" y="276"/>
                      <a:pt x="862" y="275"/>
                    </a:cubicBezTo>
                    <a:cubicBezTo>
                      <a:pt x="864" y="275"/>
                      <a:pt x="865" y="274"/>
                      <a:pt x="866" y="273"/>
                    </a:cubicBezTo>
                    <a:cubicBezTo>
                      <a:pt x="868" y="272"/>
                      <a:pt x="869" y="271"/>
                      <a:pt x="871" y="269"/>
                    </a:cubicBezTo>
                    <a:cubicBezTo>
                      <a:pt x="873" y="267"/>
                      <a:pt x="875" y="265"/>
                      <a:pt x="877" y="262"/>
                    </a:cubicBezTo>
                    <a:cubicBezTo>
                      <a:pt x="877" y="260"/>
                      <a:pt x="877" y="259"/>
                      <a:pt x="877" y="258"/>
                    </a:cubicBezTo>
                    <a:cubicBezTo>
                      <a:pt x="878" y="255"/>
                      <a:pt x="879" y="253"/>
                      <a:pt x="880" y="251"/>
                    </a:cubicBezTo>
                    <a:cubicBezTo>
                      <a:pt x="881" y="249"/>
                      <a:pt x="882" y="247"/>
                      <a:pt x="882" y="246"/>
                    </a:cubicBezTo>
                    <a:cubicBezTo>
                      <a:pt x="884" y="243"/>
                      <a:pt x="886" y="242"/>
                      <a:pt x="888" y="241"/>
                    </a:cubicBezTo>
                    <a:cubicBezTo>
                      <a:pt x="889" y="239"/>
                      <a:pt x="890" y="238"/>
                      <a:pt x="892" y="237"/>
                    </a:cubicBezTo>
                    <a:cubicBezTo>
                      <a:pt x="894" y="236"/>
                      <a:pt x="895" y="235"/>
                      <a:pt x="896" y="234"/>
                    </a:cubicBezTo>
                    <a:cubicBezTo>
                      <a:pt x="897" y="234"/>
                      <a:pt x="898" y="233"/>
                      <a:pt x="900" y="232"/>
                    </a:cubicBezTo>
                    <a:cubicBezTo>
                      <a:pt x="900" y="232"/>
                      <a:pt x="901" y="232"/>
                      <a:pt x="902" y="231"/>
                    </a:cubicBezTo>
                    <a:cubicBezTo>
                      <a:pt x="904" y="230"/>
                      <a:pt x="906" y="230"/>
                      <a:pt x="908" y="230"/>
                    </a:cubicBezTo>
                    <a:cubicBezTo>
                      <a:pt x="910" y="230"/>
                      <a:pt x="913" y="229"/>
                      <a:pt x="915" y="229"/>
                    </a:cubicBezTo>
                    <a:cubicBezTo>
                      <a:pt x="916" y="230"/>
                      <a:pt x="917" y="230"/>
                      <a:pt x="917" y="230"/>
                    </a:cubicBezTo>
                    <a:cubicBezTo>
                      <a:pt x="918" y="230"/>
                      <a:pt x="919" y="230"/>
                      <a:pt x="919" y="230"/>
                    </a:cubicBezTo>
                    <a:cubicBezTo>
                      <a:pt x="920" y="230"/>
                      <a:pt x="921" y="230"/>
                      <a:pt x="922" y="230"/>
                    </a:cubicBezTo>
                    <a:cubicBezTo>
                      <a:pt x="922" y="230"/>
                      <a:pt x="923" y="230"/>
                      <a:pt x="924" y="230"/>
                    </a:cubicBezTo>
                    <a:cubicBezTo>
                      <a:pt x="925" y="230"/>
                      <a:pt x="926" y="231"/>
                      <a:pt x="927" y="232"/>
                    </a:cubicBezTo>
                    <a:cubicBezTo>
                      <a:pt x="928" y="232"/>
                      <a:pt x="928" y="232"/>
                      <a:pt x="928" y="233"/>
                    </a:cubicBezTo>
                    <a:cubicBezTo>
                      <a:pt x="929" y="234"/>
                      <a:pt x="930" y="237"/>
                      <a:pt x="931" y="238"/>
                    </a:cubicBezTo>
                    <a:cubicBezTo>
                      <a:pt x="931" y="240"/>
                      <a:pt x="934" y="240"/>
                      <a:pt x="935" y="241"/>
                    </a:cubicBezTo>
                    <a:cubicBezTo>
                      <a:pt x="936" y="242"/>
                      <a:pt x="936" y="243"/>
                      <a:pt x="936" y="244"/>
                    </a:cubicBezTo>
                    <a:cubicBezTo>
                      <a:pt x="938" y="247"/>
                      <a:pt x="940" y="250"/>
                      <a:pt x="943" y="251"/>
                    </a:cubicBezTo>
                    <a:cubicBezTo>
                      <a:pt x="946" y="252"/>
                      <a:pt x="948" y="251"/>
                      <a:pt x="951" y="252"/>
                    </a:cubicBezTo>
                    <a:cubicBezTo>
                      <a:pt x="953" y="252"/>
                      <a:pt x="956" y="253"/>
                      <a:pt x="958" y="253"/>
                    </a:cubicBezTo>
                    <a:cubicBezTo>
                      <a:pt x="961" y="254"/>
                      <a:pt x="963" y="254"/>
                      <a:pt x="966" y="254"/>
                    </a:cubicBezTo>
                    <a:cubicBezTo>
                      <a:pt x="969" y="255"/>
                      <a:pt x="974" y="255"/>
                      <a:pt x="976" y="252"/>
                    </a:cubicBezTo>
                    <a:cubicBezTo>
                      <a:pt x="977" y="251"/>
                      <a:pt x="977" y="249"/>
                      <a:pt x="979" y="249"/>
                    </a:cubicBezTo>
                    <a:cubicBezTo>
                      <a:pt x="981" y="249"/>
                      <a:pt x="983" y="249"/>
                      <a:pt x="985" y="248"/>
                    </a:cubicBezTo>
                    <a:cubicBezTo>
                      <a:pt x="989" y="247"/>
                      <a:pt x="993" y="245"/>
                      <a:pt x="996" y="242"/>
                    </a:cubicBezTo>
                    <a:cubicBezTo>
                      <a:pt x="1000" y="239"/>
                      <a:pt x="1005" y="235"/>
                      <a:pt x="1009" y="232"/>
                    </a:cubicBezTo>
                    <a:cubicBezTo>
                      <a:pt x="1013" y="230"/>
                      <a:pt x="1016" y="228"/>
                      <a:pt x="1019" y="225"/>
                    </a:cubicBezTo>
                    <a:cubicBezTo>
                      <a:pt x="1020" y="223"/>
                      <a:pt x="1021" y="222"/>
                      <a:pt x="1023" y="220"/>
                    </a:cubicBezTo>
                    <a:cubicBezTo>
                      <a:pt x="1024" y="219"/>
                      <a:pt x="1025" y="218"/>
                      <a:pt x="1027" y="218"/>
                    </a:cubicBezTo>
                    <a:cubicBezTo>
                      <a:pt x="1031" y="216"/>
                      <a:pt x="1033" y="213"/>
                      <a:pt x="1037" y="211"/>
                    </a:cubicBezTo>
                    <a:cubicBezTo>
                      <a:pt x="1039" y="211"/>
                      <a:pt x="1040" y="211"/>
                      <a:pt x="1042" y="212"/>
                    </a:cubicBezTo>
                    <a:cubicBezTo>
                      <a:pt x="1044" y="214"/>
                      <a:pt x="1046" y="215"/>
                      <a:pt x="1047" y="217"/>
                    </a:cubicBezTo>
                    <a:cubicBezTo>
                      <a:pt x="1050" y="221"/>
                      <a:pt x="1053" y="224"/>
                      <a:pt x="1057" y="226"/>
                    </a:cubicBezTo>
                    <a:cubicBezTo>
                      <a:pt x="1060" y="227"/>
                      <a:pt x="1063" y="226"/>
                      <a:pt x="1066" y="226"/>
                    </a:cubicBezTo>
                    <a:cubicBezTo>
                      <a:pt x="1068" y="226"/>
                      <a:pt x="1070" y="226"/>
                      <a:pt x="1072" y="226"/>
                    </a:cubicBezTo>
                    <a:cubicBezTo>
                      <a:pt x="1074" y="226"/>
                      <a:pt x="1076" y="226"/>
                      <a:pt x="1079" y="225"/>
                    </a:cubicBezTo>
                    <a:cubicBezTo>
                      <a:pt x="1083" y="225"/>
                      <a:pt x="1088" y="226"/>
                      <a:pt x="1092" y="226"/>
                    </a:cubicBezTo>
                    <a:cubicBezTo>
                      <a:pt x="1095" y="227"/>
                      <a:pt x="1097" y="227"/>
                      <a:pt x="1098" y="229"/>
                    </a:cubicBezTo>
                    <a:cubicBezTo>
                      <a:pt x="1099" y="230"/>
                      <a:pt x="1100" y="231"/>
                      <a:pt x="1102" y="232"/>
                    </a:cubicBezTo>
                    <a:cubicBezTo>
                      <a:pt x="1106" y="233"/>
                      <a:pt x="1110" y="234"/>
                      <a:pt x="1114" y="235"/>
                    </a:cubicBezTo>
                    <a:cubicBezTo>
                      <a:pt x="1118" y="237"/>
                      <a:pt x="1122" y="240"/>
                      <a:pt x="1126" y="242"/>
                    </a:cubicBezTo>
                    <a:cubicBezTo>
                      <a:pt x="1131" y="243"/>
                      <a:pt x="1136" y="243"/>
                      <a:pt x="1140" y="244"/>
                    </a:cubicBezTo>
                    <a:cubicBezTo>
                      <a:pt x="1145" y="246"/>
                      <a:pt x="1147" y="242"/>
                      <a:pt x="1150" y="240"/>
                    </a:cubicBezTo>
                    <a:cubicBezTo>
                      <a:pt x="1152" y="240"/>
                      <a:pt x="1154" y="240"/>
                      <a:pt x="1156" y="242"/>
                    </a:cubicBezTo>
                    <a:cubicBezTo>
                      <a:pt x="1158" y="243"/>
                      <a:pt x="1159" y="243"/>
                      <a:pt x="1161" y="243"/>
                    </a:cubicBezTo>
                    <a:cubicBezTo>
                      <a:pt x="1165" y="243"/>
                      <a:pt x="1168" y="243"/>
                      <a:pt x="1172" y="243"/>
                    </a:cubicBezTo>
                    <a:cubicBezTo>
                      <a:pt x="1174" y="244"/>
                      <a:pt x="1176" y="244"/>
                      <a:pt x="1178" y="245"/>
                    </a:cubicBezTo>
                    <a:cubicBezTo>
                      <a:pt x="1180" y="245"/>
                      <a:pt x="1181" y="244"/>
                      <a:pt x="1183" y="244"/>
                    </a:cubicBezTo>
                    <a:cubicBezTo>
                      <a:pt x="1187" y="244"/>
                      <a:pt x="1191" y="245"/>
                      <a:pt x="1195" y="245"/>
                    </a:cubicBezTo>
                    <a:cubicBezTo>
                      <a:pt x="1199" y="245"/>
                      <a:pt x="1203" y="244"/>
                      <a:pt x="1207" y="244"/>
                    </a:cubicBezTo>
                    <a:cubicBezTo>
                      <a:pt x="1208" y="244"/>
                      <a:pt x="1209" y="243"/>
                      <a:pt x="1211" y="243"/>
                    </a:cubicBezTo>
                    <a:cubicBezTo>
                      <a:pt x="1212" y="243"/>
                      <a:pt x="1214" y="244"/>
                      <a:pt x="1215" y="244"/>
                    </a:cubicBezTo>
                    <a:cubicBezTo>
                      <a:pt x="1216" y="245"/>
                      <a:pt x="1218" y="245"/>
                      <a:pt x="1219" y="245"/>
                    </a:cubicBezTo>
                    <a:cubicBezTo>
                      <a:pt x="1220" y="246"/>
                      <a:pt x="1222" y="246"/>
                      <a:pt x="1223" y="247"/>
                    </a:cubicBezTo>
                    <a:cubicBezTo>
                      <a:pt x="1225" y="248"/>
                      <a:pt x="1228" y="248"/>
                      <a:pt x="1230" y="250"/>
                    </a:cubicBezTo>
                    <a:cubicBezTo>
                      <a:pt x="1231" y="250"/>
                      <a:pt x="1232" y="252"/>
                      <a:pt x="1233" y="253"/>
                    </a:cubicBezTo>
                    <a:cubicBezTo>
                      <a:pt x="1233" y="254"/>
                      <a:pt x="1235" y="255"/>
                      <a:pt x="1235" y="257"/>
                    </a:cubicBezTo>
                    <a:cubicBezTo>
                      <a:pt x="1236" y="259"/>
                      <a:pt x="1238" y="262"/>
                      <a:pt x="1239" y="265"/>
                    </a:cubicBezTo>
                    <a:cubicBezTo>
                      <a:pt x="1239" y="266"/>
                      <a:pt x="1239" y="268"/>
                      <a:pt x="1241" y="269"/>
                    </a:cubicBezTo>
                    <a:cubicBezTo>
                      <a:pt x="1243" y="270"/>
                      <a:pt x="1245" y="271"/>
                      <a:pt x="1248" y="271"/>
                    </a:cubicBezTo>
                    <a:cubicBezTo>
                      <a:pt x="1249" y="272"/>
                      <a:pt x="1251" y="272"/>
                      <a:pt x="1252" y="273"/>
                    </a:cubicBezTo>
                    <a:cubicBezTo>
                      <a:pt x="1259" y="266"/>
                      <a:pt x="1259" y="266"/>
                      <a:pt x="1259" y="266"/>
                    </a:cubicBezTo>
                    <a:cubicBezTo>
                      <a:pt x="1275" y="242"/>
                      <a:pt x="1275" y="242"/>
                      <a:pt x="1275" y="242"/>
                    </a:cubicBezTo>
                    <a:cubicBezTo>
                      <a:pt x="1281" y="229"/>
                      <a:pt x="1304" y="215"/>
                      <a:pt x="1304" y="215"/>
                    </a:cubicBezTo>
                    <a:cubicBezTo>
                      <a:pt x="1303" y="201"/>
                      <a:pt x="1303" y="201"/>
                      <a:pt x="1303" y="201"/>
                    </a:cubicBezTo>
                    <a:cubicBezTo>
                      <a:pt x="1306" y="191"/>
                      <a:pt x="1306" y="191"/>
                      <a:pt x="1306" y="191"/>
                    </a:cubicBezTo>
                    <a:cubicBezTo>
                      <a:pt x="1296" y="179"/>
                      <a:pt x="1296" y="179"/>
                      <a:pt x="1296" y="179"/>
                    </a:cubicBezTo>
                    <a:cubicBezTo>
                      <a:pt x="1301" y="172"/>
                      <a:pt x="1301" y="172"/>
                      <a:pt x="1301" y="172"/>
                    </a:cubicBezTo>
                    <a:cubicBezTo>
                      <a:pt x="1296" y="165"/>
                      <a:pt x="1296" y="165"/>
                      <a:pt x="1296" y="165"/>
                    </a:cubicBezTo>
                    <a:cubicBezTo>
                      <a:pt x="1300" y="154"/>
                      <a:pt x="1300" y="154"/>
                      <a:pt x="1300" y="154"/>
                    </a:cubicBezTo>
                    <a:cubicBezTo>
                      <a:pt x="1297" y="148"/>
                      <a:pt x="1297" y="148"/>
                      <a:pt x="1297" y="148"/>
                    </a:cubicBezTo>
                    <a:cubicBezTo>
                      <a:pt x="1300" y="140"/>
                      <a:pt x="1300" y="140"/>
                      <a:pt x="1300" y="140"/>
                    </a:cubicBezTo>
                    <a:cubicBezTo>
                      <a:pt x="1294" y="136"/>
                      <a:pt x="1294" y="136"/>
                      <a:pt x="1294" y="136"/>
                    </a:cubicBezTo>
                    <a:cubicBezTo>
                      <a:pt x="1298" y="130"/>
                      <a:pt x="1298" y="130"/>
                      <a:pt x="1298" y="130"/>
                    </a:cubicBezTo>
                    <a:cubicBezTo>
                      <a:pt x="1316" y="127"/>
                      <a:pt x="1316" y="127"/>
                      <a:pt x="1316" y="127"/>
                    </a:cubicBezTo>
                    <a:cubicBezTo>
                      <a:pt x="1330" y="108"/>
                      <a:pt x="1330" y="108"/>
                      <a:pt x="1330" y="108"/>
                    </a:cubicBezTo>
                    <a:cubicBezTo>
                      <a:pt x="1354" y="108"/>
                      <a:pt x="1354" y="108"/>
                      <a:pt x="1354" y="108"/>
                    </a:cubicBezTo>
                    <a:cubicBezTo>
                      <a:pt x="1362" y="89"/>
                      <a:pt x="1362" y="89"/>
                      <a:pt x="1362" y="89"/>
                    </a:cubicBezTo>
                    <a:lnTo>
                      <a:pt x="1352" y="70"/>
                    </a:lnTo>
                    <a:close/>
                    <a:moveTo>
                      <a:pt x="241" y="860"/>
                    </a:moveTo>
                    <a:cubicBezTo>
                      <a:pt x="240" y="861"/>
                      <a:pt x="237" y="861"/>
                      <a:pt x="235" y="860"/>
                    </a:cubicBezTo>
                    <a:cubicBezTo>
                      <a:pt x="234" y="859"/>
                      <a:pt x="233" y="858"/>
                      <a:pt x="232" y="857"/>
                    </a:cubicBezTo>
                    <a:cubicBezTo>
                      <a:pt x="231" y="854"/>
                      <a:pt x="224" y="851"/>
                      <a:pt x="225" y="847"/>
                    </a:cubicBezTo>
                    <a:cubicBezTo>
                      <a:pt x="229" y="845"/>
                      <a:pt x="233" y="851"/>
                      <a:pt x="233" y="845"/>
                    </a:cubicBezTo>
                    <a:cubicBezTo>
                      <a:pt x="233" y="843"/>
                      <a:pt x="234" y="841"/>
                      <a:pt x="233" y="839"/>
                    </a:cubicBezTo>
                    <a:cubicBezTo>
                      <a:pt x="233" y="837"/>
                      <a:pt x="233" y="835"/>
                      <a:pt x="234" y="834"/>
                    </a:cubicBezTo>
                    <a:cubicBezTo>
                      <a:pt x="235" y="832"/>
                      <a:pt x="237" y="832"/>
                      <a:pt x="238" y="834"/>
                    </a:cubicBezTo>
                    <a:cubicBezTo>
                      <a:pt x="239" y="835"/>
                      <a:pt x="239" y="837"/>
                      <a:pt x="239" y="839"/>
                    </a:cubicBezTo>
                    <a:cubicBezTo>
                      <a:pt x="239" y="843"/>
                      <a:pt x="239" y="847"/>
                      <a:pt x="240" y="850"/>
                    </a:cubicBezTo>
                    <a:cubicBezTo>
                      <a:pt x="241" y="853"/>
                      <a:pt x="243" y="857"/>
                      <a:pt x="241" y="860"/>
                    </a:cubicBezTo>
                    <a:close/>
                    <a:moveTo>
                      <a:pt x="251" y="394"/>
                    </a:moveTo>
                    <a:cubicBezTo>
                      <a:pt x="250" y="396"/>
                      <a:pt x="250" y="399"/>
                      <a:pt x="247" y="401"/>
                    </a:cubicBezTo>
                    <a:cubicBezTo>
                      <a:pt x="245" y="402"/>
                      <a:pt x="241" y="401"/>
                      <a:pt x="239" y="399"/>
                    </a:cubicBezTo>
                    <a:cubicBezTo>
                      <a:pt x="235" y="397"/>
                      <a:pt x="234" y="392"/>
                      <a:pt x="234" y="388"/>
                    </a:cubicBezTo>
                    <a:cubicBezTo>
                      <a:pt x="235" y="383"/>
                      <a:pt x="235" y="378"/>
                      <a:pt x="240" y="378"/>
                    </a:cubicBezTo>
                    <a:cubicBezTo>
                      <a:pt x="244" y="377"/>
                      <a:pt x="248" y="380"/>
                      <a:pt x="251" y="381"/>
                    </a:cubicBezTo>
                    <a:cubicBezTo>
                      <a:pt x="257" y="383"/>
                      <a:pt x="253" y="391"/>
                      <a:pt x="251" y="394"/>
                    </a:cubicBezTo>
                    <a:close/>
                    <a:moveTo>
                      <a:pt x="284" y="841"/>
                    </a:moveTo>
                    <a:cubicBezTo>
                      <a:pt x="281" y="842"/>
                      <a:pt x="279" y="842"/>
                      <a:pt x="277" y="843"/>
                    </a:cubicBezTo>
                    <a:cubicBezTo>
                      <a:pt x="275" y="845"/>
                      <a:pt x="274" y="848"/>
                      <a:pt x="273" y="850"/>
                    </a:cubicBezTo>
                    <a:cubicBezTo>
                      <a:pt x="271" y="855"/>
                      <a:pt x="272" y="860"/>
                      <a:pt x="268" y="864"/>
                    </a:cubicBezTo>
                    <a:cubicBezTo>
                      <a:pt x="266" y="865"/>
                      <a:pt x="263" y="866"/>
                      <a:pt x="261" y="864"/>
                    </a:cubicBezTo>
                    <a:cubicBezTo>
                      <a:pt x="259" y="861"/>
                      <a:pt x="265" y="856"/>
                      <a:pt x="267" y="854"/>
                    </a:cubicBezTo>
                    <a:cubicBezTo>
                      <a:pt x="272" y="849"/>
                      <a:pt x="272" y="843"/>
                      <a:pt x="268" y="838"/>
                    </a:cubicBezTo>
                    <a:cubicBezTo>
                      <a:pt x="264" y="834"/>
                      <a:pt x="264" y="828"/>
                      <a:pt x="264" y="822"/>
                    </a:cubicBezTo>
                    <a:cubicBezTo>
                      <a:pt x="264" y="820"/>
                      <a:pt x="263" y="818"/>
                      <a:pt x="264" y="815"/>
                    </a:cubicBezTo>
                    <a:cubicBezTo>
                      <a:pt x="265" y="814"/>
                      <a:pt x="265" y="811"/>
                      <a:pt x="267" y="810"/>
                    </a:cubicBezTo>
                    <a:cubicBezTo>
                      <a:pt x="272" y="807"/>
                      <a:pt x="271" y="820"/>
                      <a:pt x="271" y="823"/>
                    </a:cubicBezTo>
                    <a:cubicBezTo>
                      <a:pt x="270" y="826"/>
                      <a:pt x="270" y="828"/>
                      <a:pt x="272" y="830"/>
                    </a:cubicBezTo>
                    <a:cubicBezTo>
                      <a:pt x="273" y="832"/>
                      <a:pt x="274" y="835"/>
                      <a:pt x="276" y="835"/>
                    </a:cubicBezTo>
                    <a:cubicBezTo>
                      <a:pt x="279" y="836"/>
                      <a:pt x="281" y="834"/>
                      <a:pt x="281" y="831"/>
                    </a:cubicBezTo>
                    <a:cubicBezTo>
                      <a:pt x="282" y="829"/>
                      <a:pt x="283" y="826"/>
                      <a:pt x="286" y="828"/>
                    </a:cubicBezTo>
                    <a:cubicBezTo>
                      <a:pt x="289" y="832"/>
                      <a:pt x="288" y="839"/>
                      <a:pt x="284" y="841"/>
                    </a:cubicBezTo>
                    <a:close/>
                    <a:moveTo>
                      <a:pt x="339" y="902"/>
                    </a:moveTo>
                    <a:cubicBezTo>
                      <a:pt x="337" y="909"/>
                      <a:pt x="328" y="908"/>
                      <a:pt x="324" y="905"/>
                    </a:cubicBezTo>
                    <a:cubicBezTo>
                      <a:pt x="323" y="904"/>
                      <a:pt x="322" y="904"/>
                      <a:pt x="321" y="903"/>
                    </a:cubicBezTo>
                    <a:cubicBezTo>
                      <a:pt x="319" y="902"/>
                      <a:pt x="317" y="902"/>
                      <a:pt x="315" y="901"/>
                    </a:cubicBezTo>
                    <a:cubicBezTo>
                      <a:pt x="313" y="901"/>
                      <a:pt x="311" y="900"/>
                      <a:pt x="309" y="899"/>
                    </a:cubicBezTo>
                    <a:cubicBezTo>
                      <a:pt x="307" y="899"/>
                      <a:pt x="306" y="900"/>
                      <a:pt x="304" y="900"/>
                    </a:cubicBezTo>
                    <a:cubicBezTo>
                      <a:pt x="303" y="901"/>
                      <a:pt x="302" y="900"/>
                      <a:pt x="301" y="901"/>
                    </a:cubicBezTo>
                    <a:cubicBezTo>
                      <a:pt x="301" y="901"/>
                      <a:pt x="300" y="902"/>
                      <a:pt x="300" y="902"/>
                    </a:cubicBezTo>
                    <a:cubicBezTo>
                      <a:pt x="299" y="902"/>
                      <a:pt x="297" y="903"/>
                      <a:pt x="296" y="902"/>
                    </a:cubicBezTo>
                    <a:cubicBezTo>
                      <a:pt x="293" y="901"/>
                      <a:pt x="293" y="894"/>
                      <a:pt x="293" y="892"/>
                    </a:cubicBezTo>
                    <a:cubicBezTo>
                      <a:pt x="294" y="888"/>
                      <a:pt x="297" y="886"/>
                      <a:pt x="301" y="885"/>
                    </a:cubicBezTo>
                    <a:cubicBezTo>
                      <a:pt x="308" y="884"/>
                      <a:pt x="315" y="886"/>
                      <a:pt x="321" y="886"/>
                    </a:cubicBezTo>
                    <a:cubicBezTo>
                      <a:pt x="327" y="885"/>
                      <a:pt x="335" y="886"/>
                      <a:pt x="338" y="892"/>
                    </a:cubicBezTo>
                    <a:cubicBezTo>
                      <a:pt x="339" y="895"/>
                      <a:pt x="340" y="899"/>
                      <a:pt x="339" y="902"/>
                    </a:cubicBezTo>
                    <a:close/>
                    <a:moveTo>
                      <a:pt x="344" y="801"/>
                    </a:moveTo>
                    <a:cubicBezTo>
                      <a:pt x="343" y="804"/>
                      <a:pt x="341" y="805"/>
                      <a:pt x="340" y="807"/>
                    </a:cubicBezTo>
                    <a:cubicBezTo>
                      <a:pt x="338" y="809"/>
                      <a:pt x="337" y="811"/>
                      <a:pt x="336" y="812"/>
                    </a:cubicBezTo>
                    <a:cubicBezTo>
                      <a:pt x="334" y="814"/>
                      <a:pt x="333" y="815"/>
                      <a:pt x="331" y="817"/>
                    </a:cubicBezTo>
                    <a:cubicBezTo>
                      <a:pt x="330" y="819"/>
                      <a:pt x="328" y="821"/>
                      <a:pt x="327" y="818"/>
                    </a:cubicBezTo>
                    <a:cubicBezTo>
                      <a:pt x="326" y="813"/>
                      <a:pt x="324" y="811"/>
                      <a:pt x="319" y="810"/>
                    </a:cubicBezTo>
                    <a:cubicBezTo>
                      <a:pt x="316" y="810"/>
                      <a:pt x="313" y="810"/>
                      <a:pt x="310" y="811"/>
                    </a:cubicBezTo>
                    <a:cubicBezTo>
                      <a:pt x="307" y="812"/>
                      <a:pt x="305" y="814"/>
                      <a:pt x="303" y="813"/>
                    </a:cubicBezTo>
                    <a:cubicBezTo>
                      <a:pt x="296" y="812"/>
                      <a:pt x="300" y="801"/>
                      <a:pt x="299" y="797"/>
                    </a:cubicBezTo>
                    <a:cubicBezTo>
                      <a:pt x="298" y="791"/>
                      <a:pt x="291" y="789"/>
                      <a:pt x="287" y="786"/>
                    </a:cubicBezTo>
                    <a:cubicBezTo>
                      <a:pt x="285" y="785"/>
                      <a:pt x="280" y="782"/>
                      <a:pt x="282" y="780"/>
                    </a:cubicBezTo>
                    <a:cubicBezTo>
                      <a:pt x="285" y="777"/>
                      <a:pt x="291" y="781"/>
                      <a:pt x="293" y="782"/>
                    </a:cubicBezTo>
                    <a:cubicBezTo>
                      <a:pt x="296" y="784"/>
                      <a:pt x="298" y="787"/>
                      <a:pt x="301" y="789"/>
                    </a:cubicBezTo>
                    <a:cubicBezTo>
                      <a:pt x="304" y="791"/>
                      <a:pt x="305" y="793"/>
                      <a:pt x="304" y="796"/>
                    </a:cubicBezTo>
                    <a:cubicBezTo>
                      <a:pt x="304" y="798"/>
                      <a:pt x="304" y="801"/>
                      <a:pt x="306" y="803"/>
                    </a:cubicBezTo>
                    <a:cubicBezTo>
                      <a:pt x="308" y="804"/>
                      <a:pt x="312" y="804"/>
                      <a:pt x="314" y="804"/>
                    </a:cubicBezTo>
                    <a:cubicBezTo>
                      <a:pt x="317" y="804"/>
                      <a:pt x="320" y="804"/>
                      <a:pt x="323" y="805"/>
                    </a:cubicBezTo>
                    <a:cubicBezTo>
                      <a:pt x="325" y="807"/>
                      <a:pt x="326" y="808"/>
                      <a:pt x="329" y="807"/>
                    </a:cubicBezTo>
                    <a:cubicBezTo>
                      <a:pt x="332" y="806"/>
                      <a:pt x="334" y="804"/>
                      <a:pt x="336" y="802"/>
                    </a:cubicBezTo>
                    <a:cubicBezTo>
                      <a:pt x="337" y="801"/>
                      <a:pt x="338" y="798"/>
                      <a:pt x="341" y="797"/>
                    </a:cubicBezTo>
                    <a:cubicBezTo>
                      <a:pt x="344" y="796"/>
                      <a:pt x="344" y="799"/>
                      <a:pt x="344" y="801"/>
                    </a:cubicBezTo>
                    <a:close/>
                    <a:moveTo>
                      <a:pt x="353" y="333"/>
                    </a:moveTo>
                    <a:cubicBezTo>
                      <a:pt x="351" y="336"/>
                      <a:pt x="350" y="337"/>
                      <a:pt x="347" y="339"/>
                    </a:cubicBezTo>
                    <a:cubicBezTo>
                      <a:pt x="344" y="343"/>
                      <a:pt x="342" y="350"/>
                      <a:pt x="337" y="351"/>
                    </a:cubicBezTo>
                    <a:cubicBezTo>
                      <a:pt x="333" y="352"/>
                      <a:pt x="332" y="348"/>
                      <a:pt x="333" y="345"/>
                    </a:cubicBezTo>
                    <a:cubicBezTo>
                      <a:pt x="335" y="341"/>
                      <a:pt x="339" y="338"/>
                      <a:pt x="341" y="335"/>
                    </a:cubicBezTo>
                    <a:cubicBezTo>
                      <a:pt x="344" y="329"/>
                      <a:pt x="344" y="322"/>
                      <a:pt x="346" y="316"/>
                    </a:cubicBezTo>
                    <a:cubicBezTo>
                      <a:pt x="348" y="314"/>
                      <a:pt x="349" y="312"/>
                      <a:pt x="352" y="311"/>
                    </a:cubicBezTo>
                    <a:cubicBezTo>
                      <a:pt x="356" y="310"/>
                      <a:pt x="356" y="313"/>
                      <a:pt x="359" y="315"/>
                    </a:cubicBezTo>
                    <a:cubicBezTo>
                      <a:pt x="361" y="316"/>
                      <a:pt x="367" y="318"/>
                      <a:pt x="362" y="320"/>
                    </a:cubicBezTo>
                    <a:cubicBezTo>
                      <a:pt x="359" y="322"/>
                      <a:pt x="357" y="320"/>
                      <a:pt x="355" y="323"/>
                    </a:cubicBezTo>
                    <a:cubicBezTo>
                      <a:pt x="354" y="326"/>
                      <a:pt x="354" y="330"/>
                      <a:pt x="353" y="333"/>
                    </a:cubicBezTo>
                    <a:close/>
                    <a:moveTo>
                      <a:pt x="404" y="455"/>
                    </a:moveTo>
                    <a:cubicBezTo>
                      <a:pt x="401" y="458"/>
                      <a:pt x="398" y="461"/>
                      <a:pt x="394" y="462"/>
                    </a:cubicBezTo>
                    <a:cubicBezTo>
                      <a:pt x="393" y="464"/>
                      <a:pt x="392" y="465"/>
                      <a:pt x="390" y="466"/>
                    </a:cubicBezTo>
                    <a:cubicBezTo>
                      <a:pt x="386" y="469"/>
                      <a:pt x="384" y="475"/>
                      <a:pt x="381" y="479"/>
                    </a:cubicBezTo>
                    <a:cubicBezTo>
                      <a:pt x="377" y="484"/>
                      <a:pt x="373" y="489"/>
                      <a:pt x="368" y="492"/>
                    </a:cubicBezTo>
                    <a:cubicBezTo>
                      <a:pt x="365" y="494"/>
                      <a:pt x="360" y="497"/>
                      <a:pt x="357" y="495"/>
                    </a:cubicBezTo>
                    <a:cubicBezTo>
                      <a:pt x="351" y="493"/>
                      <a:pt x="356" y="486"/>
                      <a:pt x="359" y="483"/>
                    </a:cubicBezTo>
                    <a:cubicBezTo>
                      <a:pt x="362" y="479"/>
                      <a:pt x="367" y="476"/>
                      <a:pt x="369" y="471"/>
                    </a:cubicBezTo>
                    <a:cubicBezTo>
                      <a:pt x="371" y="468"/>
                      <a:pt x="371" y="464"/>
                      <a:pt x="375" y="461"/>
                    </a:cubicBezTo>
                    <a:cubicBezTo>
                      <a:pt x="380" y="459"/>
                      <a:pt x="384" y="460"/>
                      <a:pt x="388" y="457"/>
                    </a:cubicBezTo>
                    <a:cubicBezTo>
                      <a:pt x="392" y="453"/>
                      <a:pt x="396" y="450"/>
                      <a:pt x="400" y="447"/>
                    </a:cubicBezTo>
                    <a:cubicBezTo>
                      <a:pt x="402" y="445"/>
                      <a:pt x="408" y="439"/>
                      <a:pt x="410" y="445"/>
                    </a:cubicBezTo>
                    <a:cubicBezTo>
                      <a:pt x="412" y="450"/>
                      <a:pt x="407" y="453"/>
                      <a:pt x="404" y="455"/>
                    </a:cubicBezTo>
                    <a:close/>
                    <a:moveTo>
                      <a:pt x="652" y="336"/>
                    </a:moveTo>
                    <a:cubicBezTo>
                      <a:pt x="651" y="337"/>
                      <a:pt x="650" y="338"/>
                      <a:pt x="649" y="338"/>
                    </a:cubicBezTo>
                    <a:cubicBezTo>
                      <a:pt x="648" y="339"/>
                      <a:pt x="647" y="339"/>
                      <a:pt x="646" y="339"/>
                    </a:cubicBezTo>
                    <a:cubicBezTo>
                      <a:pt x="644" y="340"/>
                      <a:pt x="641" y="343"/>
                      <a:pt x="638" y="341"/>
                    </a:cubicBezTo>
                    <a:cubicBezTo>
                      <a:pt x="637" y="340"/>
                      <a:pt x="636" y="340"/>
                      <a:pt x="635" y="339"/>
                    </a:cubicBezTo>
                    <a:cubicBezTo>
                      <a:pt x="634" y="339"/>
                      <a:pt x="634" y="339"/>
                      <a:pt x="633" y="339"/>
                    </a:cubicBezTo>
                    <a:cubicBezTo>
                      <a:pt x="632" y="339"/>
                      <a:pt x="632" y="338"/>
                      <a:pt x="631" y="338"/>
                    </a:cubicBezTo>
                    <a:cubicBezTo>
                      <a:pt x="630" y="337"/>
                      <a:pt x="629" y="337"/>
                      <a:pt x="628" y="337"/>
                    </a:cubicBezTo>
                    <a:cubicBezTo>
                      <a:pt x="628" y="336"/>
                      <a:pt x="628" y="336"/>
                      <a:pt x="627" y="335"/>
                    </a:cubicBezTo>
                    <a:cubicBezTo>
                      <a:pt x="626" y="335"/>
                      <a:pt x="625" y="334"/>
                      <a:pt x="624" y="333"/>
                    </a:cubicBezTo>
                    <a:cubicBezTo>
                      <a:pt x="623" y="332"/>
                      <a:pt x="623" y="332"/>
                      <a:pt x="622" y="330"/>
                    </a:cubicBezTo>
                    <a:cubicBezTo>
                      <a:pt x="622" y="329"/>
                      <a:pt x="622" y="328"/>
                      <a:pt x="622" y="327"/>
                    </a:cubicBezTo>
                    <a:cubicBezTo>
                      <a:pt x="622" y="325"/>
                      <a:pt x="623" y="322"/>
                      <a:pt x="625" y="322"/>
                    </a:cubicBezTo>
                    <a:cubicBezTo>
                      <a:pt x="628" y="322"/>
                      <a:pt x="631" y="323"/>
                      <a:pt x="633" y="323"/>
                    </a:cubicBezTo>
                    <a:cubicBezTo>
                      <a:pt x="635" y="323"/>
                      <a:pt x="638" y="325"/>
                      <a:pt x="640" y="326"/>
                    </a:cubicBezTo>
                    <a:cubicBezTo>
                      <a:pt x="642" y="327"/>
                      <a:pt x="644" y="328"/>
                      <a:pt x="646" y="329"/>
                    </a:cubicBezTo>
                    <a:cubicBezTo>
                      <a:pt x="647" y="330"/>
                      <a:pt x="649" y="330"/>
                      <a:pt x="650" y="331"/>
                    </a:cubicBezTo>
                    <a:cubicBezTo>
                      <a:pt x="652" y="332"/>
                      <a:pt x="653" y="334"/>
                      <a:pt x="652" y="336"/>
                    </a:cubicBezTo>
                    <a:close/>
                    <a:moveTo>
                      <a:pt x="732" y="334"/>
                    </a:moveTo>
                    <a:cubicBezTo>
                      <a:pt x="730" y="336"/>
                      <a:pt x="727" y="337"/>
                      <a:pt x="725" y="338"/>
                    </a:cubicBezTo>
                    <a:cubicBezTo>
                      <a:pt x="724" y="338"/>
                      <a:pt x="723" y="339"/>
                      <a:pt x="722" y="339"/>
                    </a:cubicBezTo>
                    <a:cubicBezTo>
                      <a:pt x="721" y="340"/>
                      <a:pt x="721" y="341"/>
                      <a:pt x="720" y="341"/>
                    </a:cubicBezTo>
                    <a:cubicBezTo>
                      <a:pt x="719" y="342"/>
                      <a:pt x="717" y="343"/>
                      <a:pt x="716" y="341"/>
                    </a:cubicBezTo>
                    <a:cubicBezTo>
                      <a:pt x="715" y="341"/>
                      <a:pt x="715" y="340"/>
                      <a:pt x="715" y="339"/>
                    </a:cubicBezTo>
                    <a:cubicBezTo>
                      <a:pt x="714" y="338"/>
                      <a:pt x="713" y="337"/>
                      <a:pt x="712" y="337"/>
                    </a:cubicBezTo>
                    <a:cubicBezTo>
                      <a:pt x="711" y="336"/>
                      <a:pt x="711" y="336"/>
                      <a:pt x="711" y="335"/>
                    </a:cubicBezTo>
                    <a:cubicBezTo>
                      <a:pt x="710" y="335"/>
                      <a:pt x="709" y="334"/>
                      <a:pt x="709" y="334"/>
                    </a:cubicBezTo>
                    <a:cubicBezTo>
                      <a:pt x="707" y="334"/>
                      <a:pt x="704" y="334"/>
                      <a:pt x="702" y="333"/>
                    </a:cubicBezTo>
                    <a:cubicBezTo>
                      <a:pt x="700" y="333"/>
                      <a:pt x="698" y="333"/>
                      <a:pt x="696" y="333"/>
                    </a:cubicBezTo>
                    <a:cubicBezTo>
                      <a:pt x="694" y="333"/>
                      <a:pt x="692" y="333"/>
                      <a:pt x="690" y="333"/>
                    </a:cubicBezTo>
                    <a:cubicBezTo>
                      <a:pt x="688" y="333"/>
                      <a:pt x="686" y="333"/>
                      <a:pt x="684" y="332"/>
                    </a:cubicBezTo>
                    <a:cubicBezTo>
                      <a:pt x="682" y="332"/>
                      <a:pt x="681" y="332"/>
                      <a:pt x="681" y="330"/>
                    </a:cubicBezTo>
                    <a:cubicBezTo>
                      <a:pt x="679" y="328"/>
                      <a:pt x="680" y="326"/>
                      <a:pt x="681" y="323"/>
                    </a:cubicBezTo>
                    <a:cubicBezTo>
                      <a:pt x="681" y="322"/>
                      <a:pt x="682" y="321"/>
                      <a:pt x="682" y="321"/>
                    </a:cubicBezTo>
                    <a:cubicBezTo>
                      <a:pt x="683" y="321"/>
                      <a:pt x="685" y="321"/>
                      <a:pt x="686" y="321"/>
                    </a:cubicBezTo>
                    <a:cubicBezTo>
                      <a:pt x="689" y="321"/>
                      <a:pt x="691" y="323"/>
                      <a:pt x="694" y="324"/>
                    </a:cubicBezTo>
                    <a:cubicBezTo>
                      <a:pt x="696" y="324"/>
                      <a:pt x="698" y="324"/>
                      <a:pt x="699" y="324"/>
                    </a:cubicBezTo>
                    <a:cubicBezTo>
                      <a:pt x="701" y="323"/>
                      <a:pt x="703" y="323"/>
                      <a:pt x="705" y="323"/>
                    </a:cubicBezTo>
                    <a:cubicBezTo>
                      <a:pt x="707" y="323"/>
                      <a:pt x="708" y="322"/>
                      <a:pt x="710" y="322"/>
                    </a:cubicBezTo>
                    <a:cubicBezTo>
                      <a:pt x="711" y="322"/>
                      <a:pt x="713" y="322"/>
                      <a:pt x="714" y="322"/>
                    </a:cubicBezTo>
                    <a:cubicBezTo>
                      <a:pt x="715" y="322"/>
                      <a:pt x="716" y="321"/>
                      <a:pt x="717" y="321"/>
                    </a:cubicBezTo>
                    <a:cubicBezTo>
                      <a:pt x="719" y="321"/>
                      <a:pt x="721" y="323"/>
                      <a:pt x="723" y="324"/>
                    </a:cubicBezTo>
                    <a:cubicBezTo>
                      <a:pt x="726" y="325"/>
                      <a:pt x="731" y="325"/>
                      <a:pt x="732" y="329"/>
                    </a:cubicBezTo>
                    <a:cubicBezTo>
                      <a:pt x="733" y="331"/>
                      <a:pt x="733" y="333"/>
                      <a:pt x="732" y="33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3" name="Freeform 2163">
                <a:extLst>
                  <a:ext uri="{FF2B5EF4-FFF2-40B4-BE49-F238E27FC236}">
                    <a16:creationId xmlns:a16="http://schemas.microsoft.com/office/drawing/2014/main" id="{5889FFD9-5EDB-5544-AD6B-9C5C42A41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3497"/>
                <a:ext cx="151" cy="314"/>
              </a:xfrm>
              <a:custGeom>
                <a:avLst/>
                <a:gdLst>
                  <a:gd name="T0" fmla="*/ 359 w 372"/>
                  <a:gd name="T1" fmla="*/ 484 h 772"/>
                  <a:gd name="T2" fmla="*/ 366 w 372"/>
                  <a:gd name="T3" fmla="*/ 492 h 772"/>
                  <a:gd name="T4" fmla="*/ 309 w 372"/>
                  <a:gd name="T5" fmla="*/ 571 h 772"/>
                  <a:gd name="T6" fmla="*/ 288 w 372"/>
                  <a:gd name="T7" fmla="*/ 636 h 772"/>
                  <a:gd name="T8" fmla="*/ 271 w 372"/>
                  <a:gd name="T9" fmla="*/ 667 h 772"/>
                  <a:gd name="T10" fmla="*/ 228 w 372"/>
                  <a:gd name="T11" fmla="*/ 685 h 772"/>
                  <a:gd name="T12" fmla="*/ 234 w 372"/>
                  <a:gd name="T13" fmla="*/ 743 h 772"/>
                  <a:gd name="T14" fmla="*/ 214 w 372"/>
                  <a:gd name="T15" fmla="*/ 764 h 772"/>
                  <a:gd name="T16" fmla="*/ 181 w 372"/>
                  <a:gd name="T17" fmla="*/ 765 h 772"/>
                  <a:gd name="T18" fmla="*/ 137 w 372"/>
                  <a:gd name="T19" fmla="*/ 739 h 772"/>
                  <a:gd name="T20" fmla="*/ 119 w 372"/>
                  <a:gd name="T21" fmla="*/ 700 h 772"/>
                  <a:gd name="T22" fmla="*/ 105 w 372"/>
                  <a:gd name="T23" fmla="*/ 661 h 772"/>
                  <a:gd name="T24" fmla="*/ 45 w 372"/>
                  <a:gd name="T25" fmla="*/ 635 h 772"/>
                  <a:gd name="T26" fmla="*/ 15 w 372"/>
                  <a:gd name="T27" fmla="*/ 612 h 772"/>
                  <a:gd name="T28" fmla="*/ 0 w 372"/>
                  <a:gd name="T29" fmla="*/ 584 h 772"/>
                  <a:gd name="T30" fmla="*/ 19 w 372"/>
                  <a:gd name="T31" fmla="*/ 593 h 772"/>
                  <a:gd name="T32" fmla="*/ 28 w 372"/>
                  <a:gd name="T33" fmla="*/ 581 h 772"/>
                  <a:gd name="T34" fmla="*/ 17 w 372"/>
                  <a:gd name="T35" fmla="*/ 554 h 772"/>
                  <a:gd name="T36" fmla="*/ 33 w 372"/>
                  <a:gd name="T37" fmla="*/ 550 h 772"/>
                  <a:gd name="T38" fmla="*/ 7 w 372"/>
                  <a:gd name="T39" fmla="*/ 537 h 772"/>
                  <a:gd name="T40" fmla="*/ 7 w 372"/>
                  <a:gd name="T41" fmla="*/ 515 h 772"/>
                  <a:gd name="T42" fmla="*/ 7 w 372"/>
                  <a:gd name="T43" fmla="*/ 488 h 772"/>
                  <a:gd name="T44" fmla="*/ 17 w 372"/>
                  <a:gd name="T45" fmla="*/ 466 h 772"/>
                  <a:gd name="T46" fmla="*/ 35 w 372"/>
                  <a:gd name="T47" fmla="*/ 458 h 772"/>
                  <a:gd name="T48" fmla="*/ 30 w 372"/>
                  <a:gd name="T49" fmla="*/ 445 h 772"/>
                  <a:gd name="T50" fmla="*/ 30 w 372"/>
                  <a:gd name="T51" fmla="*/ 425 h 772"/>
                  <a:gd name="T52" fmla="*/ 25 w 372"/>
                  <a:gd name="T53" fmla="*/ 397 h 772"/>
                  <a:gd name="T54" fmla="*/ 35 w 372"/>
                  <a:gd name="T55" fmla="*/ 376 h 772"/>
                  <a:gd name="T56" fmla="*/ 26 w 372"/>
                  <a:gd name="T57" fmla="*/ 349 h 772"/>
                  <a:gd name="T58" fmla="*/ 14 w 372"/>
                  <a:gd name="T59" fmla="*/ 332 h 772"/>
                  <a:gd name="T60" fmla="*/ 27 w 372"/>
                  <a:gd name="T61" fmla="*/ 320 h 772"/>
                  <a:gd name="T62" fmla="*/ 36 w 372"/>
                  <a:gd name="T63" fmla="*/ 307 h 772"/>
                  <a:gd name="T64" fmla="*/ 34 w 372"/>
                  <a:gd name="T65" fmla="*/ 296 h 772"/>
                  <a:gd name="T66" fmla="*/ 37 w 372"/>
                  <a:gd name="T67" fmla="*/ 282 h 772"/>
                  <a:gd name="T68" fmla="*/ 52 w 372"/>
                  <a:gd name="T69" fmla="*/ 271 h 772"/>
                  <a:gd name="T70" fmla="*/ 46 w 372"/>
                  <a:gd name="T71" fmla="*/ 244 h 772"/>
                  <a:gd name="T72" fmla="*/ 46 w 372"/>
                  <a:gd name="T73" fmla="*/ 223 h 772"/>
                  <a:gd name="T74" fmla="*/ 19 w 372"/>
                  <a:gd name="T75" fmla="*/ 210 h 772"/>
                  <a:gd name="T76" fmla="*/ 8 w 372"/>
                  <a:gd name="T77" fmla="*/ 148 h 772"/>
                  <a:gd name="T78" fmla="*/ 38 w 372"/>
                  <a:gd name="T79" fmla="*/ 136 h 772"/>
                  <a:gd name="T80" fmla="*/ 11 w 372"/>
                  <a:gd name="T81" fmla="*/ 107 h 772"/>
                  <a:gd name="T82" fmla="*/ 15 w 372"/>
                  <a:gd name="T83" fmla="*/ 84 h 772"/>
                  <a:gd name="T84" fmla="*/ 76 w 372"/>
                  <a:gd name="T85" fmla="*/ 19 h 772"/>
                  <a:gd name="T86" fmla="*/ 184 w 372"/>
                  <a:gd name="T87" fmla="*/ 43 h 772"/>
                  <a:gd name="T88" fmla="*/ 257 w 372"/>
                  <a:gd name="T89" fmla="*/ 199 h 772"/>
                  <a:gd name="T90" fmla="*/ 255 w 372"/>
                  <a:gd name="T91" fmla="*/ 315 h 772"/>
                  <a:gd name="T92" fmla="*/ 280 w 372"/>
                  <a:gd name="T93" fmla="*/ 396 h 772"/>
                  <a:gd name="T94" fmla="*/ 280 w 372"/>
                  <a:gd name="T95" fmla="*/ 442 h 772"/>
                  <a:gd name="T96" fmla="*/ 303 w 372"/>
                  <a:gd name="T97" fmla="*/ 438 h 772"/>
                  <a:gd name="T98" fmla="*/ 342 w 372"/>
                  <a:gd name="T99" fmla="*/ 456 h 772"/>
                  <a:gd name="T100" fmla="*/ 357 w 372"/>
                  <a:gd name="T101" fmla="*/ 454 h 7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72" h="772">
                    <a:moveTo>
                      <a:pt x="365" y="465"/>
                    </a:moveTo>
                    <a:cubicBezTo>
                      <a:pt x="365" y="467"/>
                      <a:pt x="364" y="469"/>
                      <a:pt x="364" y="471"/>
                    </a:cubicBezTo>
                    <a:cubicBezTo>
                      <a:pt x="364" y="474"/>
                      <a:pt x="367" y="474"/>
                      <a:pt x="367" y="476"/>
                    </a:cubicBezTo>
                    <a:cubicBezTo>
                      <a:pt x="367" y="480"/>
                      <a:pt x="362" y="482"/>
                      <a:pt x="359" y="484"/>
                    </a:cubicBezTo>
                    <a:cubicBezTo>
                      <a:pt x="359" y="484"/>
                      <a:pt x="359" y="484"/>
                      <a:pt x="358" y="484"/>
                    </a:cubicBezTo>
                    <a:cubicBezTo>
                      <a:pt x="356" y="487"/>
                      <a:pt x="353" y="491"/>
                      <a:pt x="354" y="495"/>
                    </a:cubicBezTo>
                    <a:cubicBezTo>
                      <a:pt x="356" y="499"/>
                      <a:pt x="361" y="496"/>
                      <a:pt x="363" y="494"/>
                    </a:cubicBezTo>
                    <a:cubicBezTo>
                      <a:pt x="365" y="494"/>
                      <a:pt x="365" y="493"/>
                      <a:pt x="366" y="492"/>
                    </a:cubicBezTo>
                    <a:cubicBezTo>
                      <a:pt x="367" y="493"/>
                      <a:pt x="367" y="493"/>
                      <a:pt x="367" y="493"/>
                    </a:cubicBezTo>
                    <a:cubicBezTo>
                      <a:pt x="367" y="517"/>
                      <a:pt x="367" y="517"/>
                      <a:pt x="367" y="517"/>
                    </a:cubicBezTo>
                    <a:cubicBezTo>
                      <a:pt x="343" y="552"/>
                      <a:pt x="343" y="552"/>
                      <a:pt x="343" y="552"/>
                    </a:cubicBezTo>
                    <a:cubicBezTo>
                      <a:pt x="343" y="552"/>
                      <a:pt x="311" y="552"/>
                      <a:pt x="309" y="571"/>
                    </a:cubicBezTo>
                    <a:cubicBezTo>
                      <a:pt x="309" y="587"/>
                      <a:pt x="309" y="587"/>
                      <a:pt x="309" y="587"/>
                    </a:cubicBezTo>
                    <a:cubicBezTo>
                      <a:pt x="294" y="605"/>
                      <a:pt x="294" y="605"/>
                      <a:pt x="294" y="605"/>
                    </a:cubicBezTo>
                    <a:cubicBezTo>
                      <a:pt x="294" y="631"/>
                      <a:pt x="294" y="631"/>
                      <a:pt x="294" y="631"/>
                    </a:cubicBezTo>
                    <a:cubicBezTo>
                      <a:pt x="288" y="636"/>
                      <a:pt x="288" y="636"/>
                      <a:pt x="288" y="636"/>
                    </a:cubicBezTo>
                    <a:cubicBezTo>
                      <a:pt x="291" y="657"/>
                      <a:pt x="291" y="657"/>
                      <a:pt x="291" y="657"/>
                    </a:cubicBezTo>
                    <a:cubicBezTo>
                      <a:pt x="281" y="663"/>
                      <a:pt x="281" y="663"/>
                      <a:pt x="281" y="663"/>
                    </a:cubicBezTo>
                    <a:cubicBezTo>
                      <a:pt x="273" y="662"/>
                      <a:pt x="273" y="662"/>
                      <a:pt x="273" y="662"/>
                    </a:cubicBezTo>
                    <a:cubicBezTo>
                      <a:pt x="271" y="667"/>
                      <a:pt x="271" y="667"/>
                      <a:pt x="271" y="667"/>
                    </a:cubicBezTo>
                    <a:cubicBezTo>
                      <a:pt x="267" y="667"/>
                      <a:pt x="267" y="667"/>
                      <a:pt x="267" y="667"/>
                    </a:cubicBezTo>
                    <a:cubicBezTo>
                      <a:pt x="265" y="664"/>
                      <a:pt x="265" y="664"/>
                      <a:pt x="265" y="664"/>
                    </a:cubicBezTo>
                    <a:cubicBezTo>
                      <a:pt x="239" y="665"/>
                      <a:pt x="239" y="665"/>
                      <a:pt x="239" y="665"/>
                    </a:cubicBezTo>
                    <a:cubicBezTo>
                      <a:pt x="228" y="685"/>
                      <a:pt x="228" y="685"/>
                      <a:pt x="228" y="685"/>
                    </a:cubicBezTo>
                    <a:cubicBezTo>
                      <a:pt x="216" y="685"/>
                      <a:pt x="216" y="685"/>
                      <a:pt x="216" y="685"/>
                    </a:cubicBezTo>
                    <a:cubicBezTo>
                      <a:pt x="209" y="694"/>
                      <a:pt x="209" y="694"/>
                      <a:pt x="209" y="694"/>
                    </a:cubicBezTo>
                    <a:cubicBezTo>
                      <a:pt x="235" y="728"/>
                      <a:pt x="235" y="728"/>
                      <a:pt x="235" y="728"/>
                    </a:cubicBezTo>
                    <a:cubicBezTo>
                      <a:pt x="234" y="743"/>
                      <a:pt x="234" y="743"/>
                      <a:pt x="234" y="743"/>
                    </a:cubicBezTo>
                    <a:cubicBezTo>
                      <a:pt x="222" y="739"/>
                      <a:pt x="222" y="739"/>
                      <a:pt x="222" y="739"/>
                    </a:cubicBezTo>
                    <a:cubicBezTo>
                      <a:pt x="209" y="740"/>
                      <a:pt x="209" y="740"/>
                      <a:pt x="209" y="740"/>
                    </a:cubicBezTo>
                    <a:cubicBezTo>
                      <a:pt x="214" y="749"/>
                      <a:pt x="214" y="749"/>
                      <a:pt x="214" y="749"/>
                    </a:cubicBezTo>
                    <a:cubicBezTo>
                      <a:pt x="214" y="764"/>
                      <a:pt x="214" y="764"/>
                      <a:pt x="214" y="764"/>
                    </a:cubicBezTo>
                    <a:cubicBezTo>
                      <a:pt x="198" y="772"/>
                      <a:pt x="198" y="772"/>
                      <a:pt x="198" y="772"/>
                    </a:cubicBezTo>
                    <a:cubicBezTo>
                      <a:pt x="194" y="772"/>
                      <a:pt x="194" y="772"/>
                      <a:pt x="194" y="772"/>
                    </a:cubicBezTo>
                    <a:cubicBezTo>
                      <a:pt x="193" y="770"/>
                      <a:pt x="190" y="768"/>
                      <a:pt x="188" y="767"/>
                    </a:cubicBezTo>
                    <a:cubicBezTo>
                      <a:pt x="186" y="766"/>
                      <a:pt x="183" y="766"/>
                      <a:pt x="181" y="765"/>
                    </a:cubicBezTo>
                    <a:cubicBezTo>
                      <a:pt x="178" y="765"/>
                      <a:pt x="176" y="764"/>
                      <a:pt x="173" y="762"/>
                    </a:cubicBezTo>
                    <a:cubicBezTo>
                      <a:pt x="168" y="760"/>
                      <a:pt x="162" y="758"/>
                      <a:pt x="157" y="755"/>
                    </a:cubicBezTo>
                    <a:cubicBezTo>
                      <a:pt x="154" y="753"/>
                      <a:pt x="150" y="751"/>
                      <a:pt x="147" y="748"/>
                    </a:cubicBezTo>
                    <a:cubicBezTo>
                      <a:pt x="143" y="746"/>
                      <a:pt x="139" y="743"/>
                      <a:pt x="137" y="739"/>
                    </a:cubicBezTo>
                    <a:cubicBezTo>
                      <a:pt x="136" y="737"/>
                      <a:pt x="136" y="734"/>
                      <a:pt x="137" y="731"/>
                    </a:cubicBezTo>
                    <a:cubicBezTo>
                      <a:pt x="139" y="725"/>
                      <a:pt x="146" y="716"/>
                      <a:pt x="139" y="711"/>
                    </a:cubicBezTo>
                    <a:cubicBezTo>
                      <a:pt x="135" y="709"/>
                      <a:pt x="130" y="709"/>
                      <a:pt x="126" y="707"/>
                    </a:cubicBezTo>
                    <a:cubicBezTo>
                      <a:pt x="123" y="706"/>
                      <a:pt x="119" y="704"/>
                      <a:pt x="119" y="700"/>
                    </a:cubicBezTo>
                    <a:cubicBezTo>
                      <a:pt x="119" y="696"/>
                      <a:pt x="121" y="693"/>
                      <a:pt x="120" y="690"/>
                    </a:cubicBezTo>
                    <a:cubicBezTo>
                      <a:pt x="120" y="686"/>
                      <a:pt x="118" y="682"/>
                      <a:pt x="118" y="678"/>
                    </a:cubicBezTo>
                    <a:cubicBezTo>
                      <a:pt x="118" y="674"/>
                      <a:pt x="117" y="671"/>
                      <a:pt x="113" y="669"/>
                    </a:cubicBezTo>
                    <a:cubicBezTo>
                      <a:pt x="111" y="666"/>
                      <a:pt x="108" y="663"/>
                      <a:pt x="105" y="661"/>
                    </a:cubicBezTo>
                    <a:cubicBezTo>
                      <a:pt x="100" y="659"/>
                      <a:pt x="95" y="657"/>
                      <a:pt x="90" y="655"/>
                    </a:cubicBezTo>
                    <a:cubicBezTo>
                      <a:pt x="85" y="653"/>
                      <a:pt x="80" y="650"/>
                      <a:pt x="76" y="647"/>
                    </a:cubicBezTo>
                    <a:cubicBezTo>
                      <a:pt x="71" y="645"/>
                      <a:pt x="67" y="644"/>
                      <a:pt x="62" y="642"/>
                    </a:cubicBezTo>
                    <a:cubicBezTo>
                      <a:pt x="57" y="640"/>
                      <a:pt x="51" y="637"/>
                      <a:pt x="45" y="635"/>
                    </a:cubicBezTo>
                    <a:cubicBezTo>
                      <a:pt x="41" y="634"/>
                      <a:pt x="37" y="631"/>
                      <a:pt x="33" y="628"/>
                    </a:cubicBezTo>
                    <a:cubicBezTo>
                      <a:pt x="31" y="626"/>
                      <a:pt x="28" y="624"/>
                      <a:pt x="26" y="622"/>
                    </a:cubicBezTo>
                    <a:cubicBezTo>
                      <a:pt x="24" y="621"/>
                      <a:pt x="23" y="619"/>
                      <a:pt x="21" y="618"/>
                    </a:cubicBezTo>
                    <a:cubicBezTo>
                      <a:pt x="19" y="616"/>
                      <a:pt x="16" y="614"/>
                      <a:pt x="15" y="612"/>
                    </a:cubicBezTo>
                    <a:cubicBezTo>
                      <a:pt x="13" y="609"/>
                      <a:pt x="13" y="607"/>
                      <a:pt x="12" y="604"/>
                    </a:cubicBezTo>
                    <a:cubicBezTo>
                      <a:pt x="11" y="601"/>
                      <a:pt x="9" y="599"/>
                      <a:pt x="7" y="597"/>
                    </a:cubicBezTo>
                    <a:cubicBezTo>
                      <a:pt x="5" y="596"/>
                      <a:pt x="4" y="593"/>
                      <a:pt x="3" y="591"/>
                    </a:cubicBezTo>
                    <a:cubicBezTo>
                      <a:pt x="2" y="588"/>
                      <a:pt x="0" y="586"/>
                      <a:pt x="0" y="584"/>
                    </a:cubicBezTo>
                    <a:cubicBezTo>
                      <a:pt x="0" y="582"/>
                      <a:pt x="0" y="579"/>
                      <a:pt x="1" y="577"/>
                    </a:cubicBezTo>
                    <a:cubicBezTo>
                      <a:pt x="3" y="576"/>
                      <a:pt x="5" y="575"/>
                      <a:pt x="7" y="575"/>
                    </a:cubicBezTo>
                    <a:cubicBezTo>
                      <a:pt x="13" y="576"/>
                      <a:pt x="15" y="582"/>
                      <a:pt x="16" y="587"/>
                    </a:cubicBezTo>
                    <a:cubicBezTo>
                      <a:pt x="17" y="589"/>
                      <a:pt x="17" y="591"/>
                      <a:pt x="19" y="593"/>
                    </a:cubicBezTo>
                    <a:cubicBezTo>
                      <a:pt x="20" y="595"/>
                      <a:pt x="22" y="594"/>
                      <a:pt x="23" y="593"/>
                    </a:cubicBezTo>
                    <a:cubicBezTo>
                      <a:pt x="25" y="592"/>
                      <a:pt x="27" y="592"/>
                      <a:pt x="27" y="590"/>
                    </a:cubicBezTo>
                    <a:cubicBezTo>
                      <a:pt x="28" y="589"/>
                      <a:pt x="27" y="587"/>
                      <a:pt x="27" y="586"/>
                    </a:cubicBezTo>
                    <a:cubicBezTo>
                      <a:pt x="27" y="584"/>
                      <a:pt x="28" y="582"/>
                      <a:pt x="28" y="581"/>
                    </a:cubicBezTo>
                    <a:cubicBezTo>
                      <a:pt x="29" y="578"/>
                      <a:pt x="29" y="577"/>
                      <a:pt x="28" y="575"/>
                    </a:cubicBezTo>
                    <a:cubicBezTo>
                      <a:pt x="27" y="572"/>
                      <a:pt x="27" y="569"/>
                      <a:pt x="26" y="567"/>
                    </a:cubicBezTo>
                    <a:cubicBezTo>
                      <a:pt x="24" y="565"/>
                      <a:pt x="23" y="563"/>
                      <a:pt x="21" y="561"/>
                    </a:cubicBezTo>
                    <a:cubicBezTo>
                      <a:pt x="20" y="559"/>
                      <a:pt x="17" y="557"/>
                      <a:pt x="17" y="554"/>
                    </a:cubicBezTo>
                    <a:cubicBezTo>
                      <a:pt x="16" y="553"/>
                      <a:pt x="16" y="552"/>
                      <a:pt x="16" y="551"/>
                    </a:cubicBezTo>
                    <a:cubicBezTo>
                      <a:pt x="20" y="552"/>
                      <a:pt x="22" y="555"/>
                      <a:pt x="24" y="557"/>
                    </a:cubicBezTo>
                    <a:cubicBezTo>
                      <a:pt x="26" y="559"/>
                      <a:pt x="30" y="562"/>
                      <a:pt x="31" y="558"/>
                    </a:cubicBezTo>
                    <a:cubicBezTo>
                      <a:pt x="32" y="556"/>
                      <a:pt x="32" y="553"/>
                      <a:pt x="33" y="550"/>
                    </a:cubicBezTo>
                    <a:cubicBezTo>
                      <a:pt x="33" y="547"/>
                      <a:pt x="32" y="545"/>
                      <a:pt x="29" y="543"/>
                    </a:cubicBezTo>
                    <a:cubicBezTo>
                      <a:pt x="27" y="542"/>
                      <a:pt x="25" y="540"/>
                      <a:pt x="22" y="541"/>
                    </a:cubicBezTo>
                    <a:cubicBezTo>
                      <a:pt x="20" y="541"/>
                      <a:pt x="17" y="544"/>
                      <a:pt x="15" y="544"/>
                    </a:cubicBezTo>
                    <a:cubicBezTo>
                      <a:pt x="11" y="544"/>
                      <a:pt x="9" y="540"/>
                      <a:pt x="7" y="537"/>
                    </a:cubicBezTo>
                    <a:cubicBezTo>
                      <a:pt x="5" y="534"/>
                      <a:pt x="3" y="531"/>
                      <a:pt x="3" y="527"/>
                    </a:cubicBezTo>
                    <a:cubicBezTo>
                      <a:pt x="2" y="525"/>
                      <a:pt x="2" y="523"/>
                      <a:pt x="2" y="521"/>
                    </a:cubicBezTo>
                    <a:cubicBezTo>
                      <a:pt x="2" y="520"/>
                      <a:pt x="3" y="519"/>
                      <a:pt x="4" y="518"/>
                    </a:cubicBezTo>
                    <a:cubicBezTo>
                      <a:pt x="5" y="517"/>
                      <a:pt x="6" y="516"/>
                      <a:pt x="7" y="515"/>
                    </a:cubicBezTo>
                    <a:cubicBezTo>
                      <a:pt x="8" y="513"/>
                      <a:pt x="9" y="510"/>
                      <a:pt x="8" y="508"/>
                    </a:cubicBezTo>
                    <a:cubicBezTo>
                      <a:pt x="8" y="505"/>
                      <a:pt x="8" y="502"/>
                      <a:pt x="8" y="499"/>
                    </a:cubicBezTo>
                    <a:cubicBezTo>
                      <a:pt x="7" y="498"/>
                      <a:pt x="7" y="496"/>
                      <a:pt x="7" y="495"/>
                    </a:cubicBezTo>
                    <a:cubicBezTo>
                      <a:pt x="7" y="492"/>
                      <a:pt x="7" y="490"/>
                      <a:pt x="7" y="488"/>
                    </a:cubicBezTo>
                    <a:cubicBezTo>
                      <a:pt x="7" y="486"/>
                      <a:pt x="7" y="484"/>
                      <a:pt x="8" y="482"/>
                    </a:cubicBezTo>
                    <a:cubicBezTo>
                      <a:pt x="9" y="481"/>
                      <a:pt x="10" y="480"/>
                      <a:pt x="11" y="480"/>
                    </a:cubicBezTo>
                    <a:cubicBezTo>
                      <a:pt x="12" y="478"/>
                      <a:pt x="13" y="477"/>
                      <a:pt x="14" y="475"/>
                    </a:cubicBezTo>
                    <a:cubicBezTo>
                      <a:pt x="16" y="472"/>
                      <a:pt x="17" y="469"/>
                      <a:pt x="17" y="466"/>
                    </a:cubicBezTo>
                    <a:cubicBezTo>
                      <a:pt x="18" y="464"/>
                      <a:pt x="19" y="456"/>
                      <a:pt x="22" y="457"/>
                    </a:cubicBezTo>
                    <a:cubicBezTo>
                      <a:pt x="23" y="458"/>
                      <a:pt x="23" y="460"/>
                      <a:pt x="24" y="460"/>
                    </a:cubicBezTo>
                    <a:cubicBezTo>
                      <a:pt x="25" y="461"/>
                      <a:pt x="26" y="462"/>
                      <a:pt x="28" y="462"/>
                    </a:cubicBezTo>
                    <a:cubicBezTo>
                      <a:pt x="31" y="462"/>
                      <a:pt x="33" y="460"/>
                      <a:pt x="35" y="458"/>
                    </a:cubicBezTo>
                    <a:cubicBezTo>
                      <a:pt x="36" y="457"/>
                      <a:pt x="37" y="456"/>
                      <a:pt x="37" y="455"/>
                    </a:cubicBezTo>
                    <a:cubicBezTo>
                      <a:pt x="38" y="453"/>
                      <a:pt x="39" y="452"/>
                      <a:pt x="40" y="451"/>
                    </a:cubicBezTo>
                    <a:cubicBezTo>
                      <a:pt x="41" y="448"/>
                      <a:pt x="39" y="443"/>
                      <a:pt x="36" y="442"/>
                    </a:cubicBezTo>
                    <a:cubicBezTo>
                      <a:pt x="34" y="441"/>
                      <a:pt x="33" y="448"/>
                      <a:pt x="30" y="445"/>
                    </a:cubicBezTo>
                    <a:cubicBezTo>
                      <a:pt x="29" y="444"/>
                      <a:pt x="29" y="442"/>
                      <a:pt x="29" y="440"/>
                    </a:cubicBezTo>
                    <a:cubicBezTo>
                      <a:pt x="29" y="438"/>
                      <a:pt x="29" y="436"/>
                      <a:pt x="29" y="433"/>
                    </a:cubicBezTo>
                    <a:cubicBezTo>
                      <a:pt x="29" y="431"/>
                      <a:pt x="30" y="430"/>
                      <a:pt x="30" y="428"/>
                    </a:cubicBezTo>
                    <a:cubicBezTo>
                      <a:pt x="30" y="427"/>
                      <a:pt x="30" y="426"/>
                      <a:pt x="30" y="425"/>
                    </a:cubicBezTo>
                    <a:cubicBezTo>
                      <a:pt x="30" y="424"/>
                      <a:pt x="29" y="423"/>
                      <a:pt x="29" y="423"/>
                    </a:cubicBezTo>
                    <a:cubicBezTo>
                      <a:pt x="28" y="421"/>
                      <a:pt x="28" y="419"/>
                      <a:pt x="27" y="417"/>
                    </a:cubicBezTo>
                    <a:cubicBezTo>
                      <a:pt x="27" y="413"/>
                      <a:pt x="26" y="410"/>
                      <a:pt x="26" y="406"/>
                    </a:cubicBezTo>
                    <a:cubicBezTo>
                      <a:pt x="26" y="403"/>
                      <a:pt x="25" y="400"/>
                      <a:pt x="25" y="397"/>
                    </a:cubicBezTo>
                    <a:cubicBezTo>
                      <a:pt x="25" y="395"/>
                      <a:pt x="25" y="392"/>
                      <a:pt x="26" y="391"/>
                    </a:cubicBezTo>
                    <a:cubicBezTo>
                      <a:pt x="27" y="390"/>
                      <a:pt x="29" y="391"/>
                      <a:pt x="31" y="389"/>
                    </a:cubicBezTo>
                    <a:cubicBezTo>
                      <a:pt x="32" y="388"/>
                      <a:pt x="32" y="385"/>
                      <a:pt x="32" y="384"/>
                    </a:cubicBezTo>
                    <a:cubicBezTo>
                      <a:pt x="33" y="381"/>
                      <a:pt x="34" y="378"/>
                      <a:pt x="35" y="376"/>
                    </a:cubicBezTo>
                    <a:cubicBezTo>
                      <a:pt x="36" y="373"/>
                      <a:pt x="36" y="371"/>
                      <a:pt x="37" y="368"/>
                    </a:cubicBezTo>
                    <a:cubicBezTo>
                      <a:pt x="38" y="365"/>
                      <a:pt x="39" y="363"/>
                      <a:pt x="36" y="361"/>
                    </a:cubicBezTo>
                    <a:cubicBezTo>
                      <a:pt x="34" y="359"/>
                      <a:pt x="33" y="357"/>
                      <a:pt x="31" y="354"/>
                    </a:cubicBezTo>
                    <a:cubicBezTo>
                      <a:pt x="29" y="353"/>
                      <a:pt x="28" y="351"/>
                      <a:pt x="26" y="349"/>
                    </a:cubicBezTo>
                    <a:cubicBezTo>
                      <a:pt x="25" y="347"/>
                      <a:pt x="24" y="345"/>
                      <a:pt x="22" y="344"/>
                    </a:cubicBezTo>
                    <a:cubicBezTo>
                      <a:pt x="22" y="342"/>
                      <a:pt x="21" y="341"/>
                      <a:pt x="20" y="340"/>
                    </a:cubicBezTo>
                    <a:cubicBezTo>
                      <a:pt x="20" y="338"/>
                      <a:pt x="19" y="338"/>
                      <a:pt x="18" y="337"/>
                    </a:cubicBezTo>
                    <a:cubicBezTo>
                      <a:pt x="17" y="335"/>
                      <a:pt x="15" y="334"/>
                      <a:pt x="14" y="332"/>
                    </a:cubicBezTo>
                    <a:cubicBezTo>
                      <a:pt x="13" y="329"/>
                      <a:pt x="17" y="330"/>
                      <a:pt x="19" y="331"/>
                    </a:cubicBezTo>
                    <a:cubicBezTo>
                      <a:pt x="21" y="332"/>
                      <a:pt x="23" y="331"/>
                      <a:pt x="24" y="329"/>
                    </a:cubicBezTo>
                    <a:cubicBezTo>
                      <a:pt x="25" y="327"/>
                      <a:pt x="26" y="324"/>
                      <a:pt x="26" y="322"/>
                    </a:cubicBezTo>
                    <a:cubicBezTo>
                      <a:pt x="27" y="322"/>
                      <a:pt x="27" y="321"/>
                      <a:pt x="27" y="320"/>
                    </a:cubicBezTo>
                    <a:cubicBezTo>
                      <a:pt x="28" y="319"/>
                      <a:pt x="29" y="318"/>
                      <a:pt x="29" y="316"/>
                    </a:cubicBezTo>
                    <a:cubicBezTo>
                      <a:pt x="30" y="315"/>
                      <a:pt x="31" y="314"/>
                      <a:pt x="32" y="313"/>
                    </a:cubicBezTo>
                    <a:cubicBezTo>
                      <a:pt x="33" y="312"/>
                      <a:pt x="34" y="311"/>
                      <a:pt x="35" y="310"/>
                    </a:cubicBezTo>
                    <a:cubicBezTo>
                      <a:pt x="35" y="309"/>
                      <a:pt x="36" y="308"/>
                      <a:pt x="36" y="307"/>
                    </a:cubicBezTo>
                    <a:cubicBezTo>
                      <a:pt x="36" y="306"/>
                      <a:pt x="37" y="306"/>
                      <a:pt x="37" y="305"/>
                    </a:cubicBezTo>
                    <a:cubicBezTo>
                      <a:pt x="37" y="304"/>
                      <a:pt x="38" y="301"/>
                      <a:pt x="37" y="300"/>
                    </a:cubicBezTo>
                    <a:cubicBezTo>
                      <a:pt x="37" y="300"/>
                      <a:pt x="36" y="299"/>
                      <a:pt x="35" y="298"/>
                    </a:cubicBezTo>
                    <a:cubicBezTo>
                      <a:pt x="35" y="298"/>
                      <a:pt x="34" y="297"/>
                      <a:pt x="34" y="296"/>
                    </a:cubicBezTo>
                    <a:cubicBezTo>
                      <a:pt x="33" y="295"/>
                      <a:pt x="31" y="294"/>
                      <a:pt x="30" y="292"/>
                    </a:cubicBezTo>
                    <a:cubicBezTo>
                      <a:pt x="29" y="290"/>
                      <a:pt x="27" y="287"/>
                      <a:pt x="26" y="285"/>
                    </a:cubicBezTo>
                    <a:cubicBezTo>
                      <a:pt x="26" y="281"/>
                      <a:pt x="31" y="282"/>
                      <a:pt x="33" y="282"/>
                    </a:cubicBezTo>
                    <a:cubicBezTo>
                      <a:pt x="35" y="282"/>
                      <a:pt x="36" y="282"/>
                      <a:pt x="37" y="282"/>
                    </a:cubicBezTo>
                    <a:cubicBezTo>
                      <a:pt x="39" y="282"/>
                      <a:pt x="41" y="281"/>
                      <a:pt x="43" y="280"/>
                    </a:cubicBezTo>
                    <a:cubicBezTo>
                      <a:pt x="44" y="280"/>
                      <a:pt x="45" y="280"/>
                      <a:pt x="47" y="279"/>
                    </a:cubicBezTo>
                    <a:cubicBezTo>
                      <a:pt x="48" y="279"/>
                      <a:pt x="50" y="280"/>
                      <a:pt x="51" y="280"/>
                    </a:cubicBezTo>
                    <a:cubicBezTo>
                      <a:pt x="53" y="279"/>
                      <a:pt x="53" y="273"/>
                      <a:pt x="52" y="271"/>
                    </a:cubicBezTo>
                    <a:cubicBezTo>
                      <a:pt x="52" y="269"/>
                      <a:pt x="52" y="267"/>
                      <a:pt x="51" y="265"/>
                    </a:cubicBezTo>
                    <a:cubicBezTo>
                      <a:pt x="50" y="262"/>
                      <a:pt x="49" y="259"/>
                      <a:pt x="48" y="256"/>
                    </a:cubicBezTo>
                    <a:cubicBezTo>
                      <a:pt x="47" y="255"/>
                      <a:pt x="48" y="253"/>
                      <a:pt x="48" y="251"/>
                    </a:cubicBezTo>
                    <a:cubicBezTo>
                      <a:pt x="47" y="249"/>
                      <a:pt x="47" y="246"/>
                      <a:pt x="46" y="244"/>
                    </a:cubicBezTo>
                    <a:cubicBezTo>
                      <a:pt x="45" y="242"/>
                      <a:pt x="45" y="240"/>
                      <a:pt x="45" y="238"/>
                    </a:cubicBezTo>
                    <a:cubicBezTo>
                      <a:pt x="45" y="236"/>
                      <a:pt x="46" y="235"/>
                      <a:pt x="48" y="234"/>
                    </a:cubicBezTo>
                    <a:cubicBezTo>
                      <a:pt x="49" y="233"/>
                      <a:pt x="51" y="232"/>
                      <a:pt x="51" y="230"/>
                    </a:cubicBezTo>
                    <a:cubicBezTo>
                      <a:pt x="51" y="227"/>
                      <a:pt x="48" y="224"/>
                      <a:pt x="46" y="223"/>
                    </a:cubicBezTo>
                    <a:cubicBezTo>
                      <a:pt x="44" y="222"/>
                      <a:pt x="42" y="221"/>
                      <a:pt x="40" y="220"/>
                    </a:cubicBezTo>
                    <a:cubicBezTo>
                      <a:pt x="37" y="220"/>
                      <a:pt x="36" y="218"/>
                      <a:pt x="34" y="216"/>
                    </a:cubicBezTo>
                    <a:cubicBezTo>
                      <a:pt x="32" y="214"/>
                      <a:pt x="30" y="213"/>
                      <a:pt x="28" y="212"/>
                    </a:cubicBezTo>
                    <a:cubicBezTo>
                      <a:pt x="25" y="211"/>
                      <a:pt x="22" y="211"/>
                      <a:pt x="19" y="210"/>
                    </a:cubicBezTo>
                    <a:cubicBezTo>
                      <a:pt x="14" y="209"/>
                      <a:pt x="11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6" y="148"/>
                      <a:pt x="6" y="148"/>
                      <a:pt x="6" y="148"/>
                    </a:cubicBezTo>
                    <a:cubicBezTo>
                      <a:pt x="7" y="148"/>
                      <a:pt x="7" y="148"/>
                      <a:pt x="8" y="148"/>
                    </a:cubicBezTo>
                    <a:cubicBezTo>
                      <a:pt x="10" y="148"/>
                      <a:pt x="12" y="148"/>
                      <a:pt x="14" y="148"/>
                    </a:cubicBezTo>
                    <a:cubicBezTo>
                      <a:pt x="19" y="149"/>
                      <a:pt x="24" y="151"/>
                      <a:pt x="28" y="152"/>
                    </a:cubicBezTo>
                    <a:cubicBezTo>
                      <a:pt x="32" y="153"/>
                      <a:pt x="36" y="153"/>
                      <a:pt x="38" y="149"/>
                    </a:cubicBezTo>
                    <a:cubicBezTo>
                      <a:pt x="39" y="145"/>
                      <a:pt x="38" y="140"/>
                      <a:pt x="38" y="136"/>
                    </a:cubicBezTo>
                    <a:cubicBezTo>
                      <a:pt x="38" y="132"/>
                      <a:pt x="34" y="130"/>
                      <a:pt x="32" y="128"/>
                    </a:cubicBezTo>
                    <a:cubicBezTo>
                      <a:pt x="30" y="125"/>
                      <a:pt x="29" y="123"/>
                      <a:pt x="27" y="121"/>
                    </a:cubicBezTo>
                    <a:cubicBezTo>
                      <a:pt x="24" y="118"/>
                      <a:pt x="20" y="115"/>
                      <a:pt x="16" y="113"/>
                    </a:cubicBezTo>
                    <a:cubicBezTo>
                      <a:pt x="14" y="112"/>
                      <a:pt x="11" y="110"/>
                      <a:pt x="11" y="107"/>
                    </a:cubicBezTo>
                    <a:cubicBezTo>
                      <a:pt x="11" y="105"/>
                      <a:pt x="11" y="102"/>
                      <a:pt x="12" y="99"/>
                    </a:cubicBezTo>
                    <a:cubicBezTo>
                      <a:pt x="12" y="97"/>
                      <a:pt x="12" y="96"/>
                      <a:pt x="14" y="95"/>
                    </a:cubicBezTo>
                    <a:cubicBezTo>
                      <a:pt x="18" y="94"/>
                      <a:pt x="21" y="91"/>
                      <a:pt x="21" y="87"/>
                    </a:cubicBezTo>
                    <a:cubicBezTo>
                      <a:pt x="21" y="83"/>
                      <a:pt x="18" y="84"/>
                      <a:pt x="15" y="84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76" y="19"/>
                      <a:pt x="76" y="19"/>
                      <a:pt x="76" y="19"/>
                    </a:cubicBezTo>
                    <a:cubicBezTo>
                      <a:pt x="88" y="43"/>
                      <a:pt x="88" y="43"/>
                      <a:pt x="88" y="43"/>
                    </a:cubicBezTo>
                    <a:cubicBezTo>
                      <a:pt x="95" y="46"/>
                      <a:pt x="95" y="46"/>
                      <a:pt x="95" y="46"/>
                    </a:cubicBezTo>
                    <a:cubicBezTo>
                      <a:pt x="147" y="19"/>
                      <a:pt x="147" y="19"/>
                      <a:pt x="147" y="19"/>
                    </a:cubicBezTo>
                    <a:cubicBezTo>
                      <a:pt x="184" y="43"/>
                      <a:pt x="184" y="43"/>
                      <a:pt x="184" y="43"/>
                    </a:cubicBezTo>
                    <a:cubicBezTo>
                      <a:pt x="193" y="78"/>
                      <a:pt x="193" y="78"/>
                      <a:pt x="193" y="78"/>
                    </a:cubicBezTo>
                    <a:cubicBezTo>
                      <a:pt x="248" y="104"/>
                      <a:pt x="248" y="104"/>
                      <a:pt x="248" y="104"/>
                    </a:cubicBezTo>
                    <a:cubicBezTo>
                      <a:pt x="267" y="172"/>
                      <a:pt x="267" y="172"/>
                      <a:pt x="267" y="172"/>
                    </a:cubicBezTo>
                    <a:cubicBezTo>
                      <a:pt x="257" y="199"/>
                      <a:pt x="257" y="199"/>
                      <a:pt x="257" y="199"/>
                    </a:cubicBezTo>
                    <a:cubicBezTo>
                      <a:pt x="257" y="208"/>
                      <a:pt x="257" y="208"/>
                      <a:pt x="257" y="208"/>
                    </a:cubicBezTo>
                    <a:cubicBezTo>
                      <a:pt x="255" y="252"/>
                      <a:pt x="255" y="252"/>
                      <a:pt x="255" y="252"/>
                    </a:cubicBezTo>
                    <a:cubicBezTo>
                      <a:pt x="239" y="287"/>
                      <a:pt x="239" y="287"/>
                      <a:pt x="239" y="287"/>
                    </a:cubicBezTo>
                    <a:cubicBezTo>
                      <a:pt x="255" y="315"/>
                      <a:pt x="255" y="315"/>
                      <a:pt x="255" y="315"/>
                    </a:cubicBezTo>
                    <a:cubicBezTo>
                      <a:pt x="241" y="334"/>
                      <a:pt x="241" y="334"/>
                      <a:pt x="241" y="334"/>
                    </a:cubicBezTo>
                    <a:cubicBezTo>
                      <a:pt x="244" y="349"/>
                      <a:pt x="244" y="349"/>
                      <a:pt x="244" y="349"/>
                    </a:cubicBezTo>
                    <a:cubicBezTo>
                      <a:pt x="263" y="394"/>
                      <a:pt x="263" y="394"/>
                      <a:pt x="263" y="394"/>
                    </a:cubicBezTo>
                    <a:cubicBezTo>
                      <a:pt x="280" y="396"/>
                      <a:pt x="280" y="396"/>
                      <a:pt x="280" y="396"/>
                    </a:cubicBezTo>
                    <a:cubicBezTo>
                      <a:pt x="280" y="399"/>
                      <a:pt x="279" y="401"/>
                      <a:pt x="277" y="403"/>
                    </a:cubicBezTo>
                    <a:cubicBezTo>
                      <a:pt x="275" y="406"/>
                      <a:pt x="275" y="409"/>
                      <a:pt x="276" y="413"/>
                    </a:cubicBezTo>
                    <a:cubicBezTo>
                      <a:pt x="276" y="419"/>
                      <a:pt x="278" y="422"/>
                      <a:pt x="280" y="427"/>
                    </a:cubicBezTo>
                    <a:cubicBezTo>
                      <a:pt x="282" y="432"/>
                      <a:pt x="279" y="437"/>
                      <a:pt x="280" y="442"/>
                    </a:cubicBezTo>
                    <a:cubicBezTo>
                      <a:pt x="280" y="447"/>
                      <a:pt x="285" y="449"/>
                      <a:pt x="289" y="450"/>
                    </a:cubicBezTo>
                    <a:cubicBezTo>
                      <a:pt x="294" y="451"/>
                      <a:pt x="297" y="448"/>
                      <a:pt x="299" y="444"/>
                    </a:cubicBezTo>
                    <a:cubicBezTo>
                      <a:pt x="300" y="442"/>
                      <a:pt x="302" y="440"/>
                      <a:pt x="303" y="439"/>
                    </a:cubicBezTo>
                    <a:cubicBezTo>
                      <a:pt x="303" y="439"/>
                      <a:pt x="303" y="438"/>
                      <a:pt x="303" y="438"/>
                    </a:cubicBezTo>
                    <a:cubicBezTo>
                      <a:pt x="306" y="446"/>
                      <a:pt x="306" y="446"/>
                      <a:pt x="306" y="446"/>
                    </a:cubicBezTo>
                    <a:cubicBezTo>
                      <a:pt x="349" y="447"/>
                      <a:pt x="349" y="447"/>
                      <a:pt x="349" y="447"/>
                    </a:cubicBezTo>
                    <a:cubicBezTo>
                      <a:pt x="348" y="449"/>
                      <a:pt x="348" y="450"/>
                      <a:pt x="346" y="452"/>
                    </a:cubicBezTo>
                    <a:cubicBezTo>
                      <a:pt x="344" y="453"/>
                      <a:pt x="343" y="453"/>
                      <a:pt x="342" y="456"/>
                    </a:cubicBezTo>
                    <a:cubicBezTo>
                      <a:pt x="340" y="458"/>
                      <a:pt x="336" y="468"/>
                      <a:pt x="341" y="469"/>
                    </a:cubicBezTo>
                    <a:cubicBezTo>
                      <a:pt x="343" y="469"/>
                      <a:pt x="346" y="468"/>
                      <a:pt x="348" y="467"/>
                    </a:cubicBezTo>
                    <a:cubicBezTo>
                      <a:pt x="350" y="466"/>
                      <a:pt x="352" y="465"/>
                      <a:pt x="353" y="465"/>
                    </a:cubicBezTo>
                    <a:cubicBezTo>
                      <a:pt x="356" y="462"/>
                      <a:pt x="356" y="458"/>
                      <a:pt x="357" y="454"/>
                    </a:cubicBezTo>
                    <a:cubicBezTo>
                      <a:pt x="362" y="453"/>
                      <a:pt x="372" y="462"/>
                      <a:pt x="365" y="46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4" name="Freeform 2164">
                <a:extLst>
                  <a:ext uri="{FF2B5EF4-FFF2-40B4-BE49-F238E27FC236}">
                    <a16:creationId xmlns:a16="http://schemas.microsoft.com/office/drawing/2014/main" id="{DEA29542-56A2-F848-92ED-FB92C8521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453"/>
                <a:ext cx="126" cy="72"/>
              </a:xfrm>
              <a:custGeom>
                <a:avLst/>
                <a:gdLst>
                  <a:gd name="T0" fmla="*/ 308 w 309"/>
                  <a:gd name="T1" fmla="*/ 164 h 175"/>
                  <a:gd name="T2" fmla="*/ 270 w 309"/>
                  <a:gd name="T3" fmla="*/ 120 h 175"/>
                  <a:gd name="T4" fmla="*/ 204 w 309"/>
                  <a:gd name="T5" fmla="*/ 76 h 175"/>
                  <a:gd name="T6" fmla="*/ 167 w 309"/>
                  <a:gd name="T7" fmla="*/ 44 h 175"/>
                  <a:gd name="T8" fmla="*/ 142 w 309"/>
                  <a:gd name="T9" fmla="*/ 51 h 175"/>
                  <a:gd name="T10" fmla="*/ 125 w 309"/>
                  <a:gd name="T11" fmla="*/ 46 h 175"/>
                  <a:gd name="T12" fmla="*/ 111 w 309"/>
                  <a:gd name="T13" fmla="*/ 37 h 175"/>
                  <a:gd name="T14" fmla="*/ 95 w 309"/>
                  <a:gd name="T15" fmla="*/ 35 h 175"/>
                  <a:gd name="T16" fmla="*/ 83 w 309"/>
                  <a:gd name="T17" fmla="*/ 27 h 175"/>
                  <a:gd name="T18" fmla="*/ 70 w 309"/>
                  <a:gd name="T19" fmla="*/ 17 h 175"/>
                  <a:gd name="T20" fmla="*/ 58 w 309"/>
                  <a:gd name="T21" fmla="*/ 11 h 175"/>
                  <a:gd name="T22" fmla="*/ 35 w 309"/>
                  <a:gd name="T23" fmla="*/ 7 h 175"/>
                  <a:gd name="T24" fmla="*/ 8 w 309"/>
                  <a:gd name="T25" fmla="*/ 1 h 175"/>
                  <a:gd name="T26" fmla="*/ 4 w 309"/>
                  <a:gd name="T27" fmla="*/ 12 h 175"/>
                  <a:gd name="T28" fmla="*/ 21 w 309"/>
                  <a:gd name="T29" fmla="*/ 13 h 175"/>
                  <a:gd name="T30" fmla="*/ 24 w 309"/>
                  <a:gd name="T31" fmla="*/ 14 h 175"/>
                  <a:gd name="T32" fmla="*/ 29 w 309"/>
                  <a:gd name="T33" fmla="*/ 14 h 175"/>
                  <a:gd name="T34" fmla="*/ 30 w 309"/>
                  <a:gd name="T35" fmla="*/ 14 h 175"/>
                  <a:gd name="T36" fmla="*/ 37 w 309"/>
                  <a:gd name="T37" fmla="*/ 19 h 175"/>
                  <a:gd name="T38" fmla="*/ 56 w 309"/>
                  <a:gd name="T39" fmla="*/ 34 h 175"/>
                  <a:gd name="T40" fmla="*/ 85 w 309"/>
                  <a:gd name="T41" fmla="*/ 43 h 175"/>
                  <a:gd name="T42" fmla="*/ 99 w 309"/>
                  <a:gd name="T43" fmla="*/ 54 h 175"/>
                  <a:gd name="T44" fmla="*/ 125 w 309"/>
                  <a:gd name="T45" fmla="*/ 61 h 175"/>
                  <a:gd name="T46" fmla="*/ 145 w 309"/>
                  <a:gd name="T47" fmla="*/ 72 h 175"/>
                  <a:gd name="T48" fmla="*/ 148 w 309"/>
                  <a:gd name="T49" fmla="*/ 68 h 175"/>
                  <a:gd name="T50" fmla="*/ 149 w 309"/>
                  <a:gd name="T51" fmla="*/ 63 h 175"/>
                  <a:gd name="T52" fmla="*/ 168 w 309"/>
                  <a:gd name="T53" fmla="*/ 67 h 175"/>
                  <a:gd name="T54" fmla="*/ 177 w 309"/>
                  <a:gd name="T55" fmla="*/ 72 h 175"/>
                  <a:gd name="T56" fmla="*/ 179 w 309"/>
                  <a:gd name="T57" fmla="*/ 80 h 175"/>
                  <a:gd name="T58" fmla="*/ 192 w 309"/>
                  <a:gd name="T59" fmla="*/ 91 h 175"/>
                  <a:gd name="T60" fmla="*/ 209 w 309"/>
                  <a:gd name="T61" fmla="*/ 97 h 175"/>
                  <a:gd name="T62" fmla="*/ 220 w 309"/>
                  <a:gd name="T63" fmla="*/ 110 h 175"/>
                  <a:gd name="T64" fmla="*/ 240 w 309"/>
                  <a:gd name="T65" fmla="*/ 119 h 175"/>
                  <a:gd name="T66" fmla="*/ 240 w 309"/>
                  <a:gd name="T67" fmla="*/ 124 h 175"/>
                  <a:gd name="T68" fmla="*/ 253 w 309"/>
                  <a:gd name="T69" fmla="*/ 134 h 175"/>
                  <a:gd name="T70" fmla="*/ 271 w 309"/>
                  <a:gd name="T71" fmla="*/ 153 h 175"/>
                  <a:gd name="T72" fmla="*/ 284 w 309"/>
                  <a:gd name="T73" fmla="*/ 164 h 175"/>
                  <a:gd name="T74" fmla="*/ 308 w 309"/>
                  <a:gd name="T75" fmla="*/ 17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09" h="175">
                    <a:moveTo>
                      <a:pt x="308" y="164"/>
                    </a:moveTo>
                    <a:cubicBezTo>
                      <a:pt x="308" y="164"/>
                      <a:pt x="308" y="164"/>
                      <a:pt x="308" y="164"/>
                    </a:cubicBezTo>
                    <a:cubicBezTo>
                      <a:pt x="286" y="129"/>
                      <a:pt x="286" y="129"/>
                      <a:pt x="286" y="129"/>
                    </a:cubicBezTo>
                    <a:cubicBezTo>
                      <a:pt x="270" y="120"/>
                      <a:pt x="270" y="120"/>
                      <a:pt x="270" y="120"/>
                    </a:cubicBezTo>
                    <a:cubicBezTo>
                      <a:pt x="246" y="121"/>
                      <a:pt x="246" y="121"/>
                      <a:pt x="246" y="121"/>
                    </a:cubicBezTo>
                    <a:cubicBezTo>
                      <a:pt x="237" y="97"/>
                      <a:pt x="212" y="82"/>
                      <a:pt x="204" y="76"/>
                    </a:cubicBezTo>
                    <a:cubicBezTo>
                      <a:pt x="196" y="70"/>
                      <a:pt x="172" y="55"/>
                      <a:pt x="172" y="55"/>
                    </a:cubicBezTo>
                    <a:cubicBezTo>
                      <a:pt x="167" y="44"/>
                      <a:pt x="167" y="44"/>
                      <a:pt x="167" y="44"/>
                    </a:cubicBezTo>
                    <a:cubicBezTo>
                      <a:pt x="139" y="47"/>
                      <a:pt x="139" y="47"/>
                      <a:pt x="139" y="47"/>
                    </a:cubicBezTo>
                    <a:cubicBezTo>
                      <a:pt x="141" y="48"/>
                      <a:pt x="142" y="50"/>
                      <a:pt x="142" y="51"/>
                    </a:cubicBezTo>
                    <a:cubicBezTo>
                      <a:pt x="139" y="52"/>
                      <a:pt x="137" y="52"/>
                      <a:pt x="135" y="51"/>
                    </a:cubicBezTo>
                    <a:cubicBezTo>
                      <a:pt x="132" y="49"/>
                      <a:pt x="128" y="48"/>
                      <a:pt x="125" y="46"/>
                    </a:cubicBezTo>
                    <a:cubicBezTo>
                      <a:pt x="122" y="45"/>
                      <a:pt x="120" y="43"/>
                      <a:pt x="117" y="41"/>
                    </a:cubicBezTo>
                    <a:cubicBezTo>
                      <a:pt x="115" y="40"/>
                      <a:pt x="113" y="38"/>
                      <a:pt x="111" y="37"/>
                    </a:cubicBezTo>
                    <a:cubicBezTo>
                      <a:pt x="108" y="35"/>
                      <a:pt x="105" y="34"/>
                      <a:pt x="102" y="34"/>
                    </a:cubicBezTo>
                    <a:cubicBezTo>
                      <a:pt x="100" y="34"/>
                      <a:pt x="98" y="35"/>
                      <a:pt x="95" y="35"/>
                    </a:cubicBezTo>
                    <a:cubicBezTo>
                      <a:pt x="93" y="35"/>
                      <a:pt x="91" y="33"/>
                      <a:pt x="90" y="32"/>
                    </a:cubicBezTo>
                    <a:cubicBezTo>
                      <a:pt x="87" y="31"/>
                      <a:pt x="85" y="29"/>
                      <a:pt x="83" y="27"/>
                    </a:cubicBezTo>
                    <a:cubicBezTo>
                      <a:pt x="81" y="25"/>
                      <a:pt x="78" y="23"/>
                      <a:pt x="75" y="21"/>
                    </a:cubicBezTo>
                    <a:cubicBezTo>
                      <a:pt x="74" y="19"/>
                      <a:pt x="72" y="18"/>
                      <a:pt x="70" y="17"/>
                    </a:cubicBezTo>
                    <a:cubicBezTo>
                      <a:pt x="68" y="16"/>
                      <a:pt x="65" y="14"/>
                      <a:pt x="63" y="13"/>
                    </a:cubicBezTo>
                    <a:cubicBezTo>
                      <a:pt x="61" y="12"/>
                      <a:pt x="60" y="11"/>
                      <a:pt x="58" y="11"/>
                    </a:cubicBezTo>
                    <a:cubicBezTo>
                      <a:pt x="56" y="10"/>
                      <a:pt x="54" y="9"/>
                      <a:pt x="51" y="8"/>
                    </a:cubicBezTo>
                    <a:cubicBezTo>
                      <a:pt x="46" y="7"/>
                      <a:pt x="41" y="7"/>
                      <a:pt x="35" y="7"/>
                    </a:cubicBezTo>
                    <a:cubicBezTo>
                      <a:pt x="32" y="7"/>
                      <a:pt x="29" y="6"/>
                      <a:pt x="25" y="5"/>
                    </a:cubicBezTo>
                    <a:cubicBezTo>
                      <a:pt x="20" y="4"/>
                      <a:pt x="14" y="3"/>
                      <a:pt x="8" y="1"/>
                    </a:cubicBezTo>
                    <a:cubicBezTo>
                      <a:pt x="4" y="0"/>
                      <a:pt x="0" y="2"/>
                      <a:pt x="0" y="7"/>
                    </a:cubicBezTo>
                    <a:cubicBezTo>
                      <a:pt x="0" y="10"/>
                      <a:pt x="1" y="11"/>
                      <a:pt x="4" y="12"/>
                    </a:cubicBezTo>
                    <a:cubicBezTo>
                      <a:pt x="7" y="12"/>
                      <a:pt x="9" y="13"/>
                      <a:pt x="12" y="14"/>
                    </a:cubicBezTo>
                    <a:cubicBezTo>
                      <a:pt x="15" y="14"/>
                      <a:pt x="18" y="13"/>
                      <a:pt x="21" y="13"/>
                    </a:cubicBezTo>
                    <a:cubicBezTo>
                      <a:pt x="22" y="13"/>
                      <a:pt x="23" y="13"/>
                      <a:pt x="23" y="13"/>
                    </a:cubicBezTo>
                    <a:cubicBezTo>
                      <a:pt x="24" y="13"/>
                      <a:pt x="24" y="14"/>
                      <a:pt x="24" y="14"/>
                    </a:cubicBezTo>
                    <a:cubicBezTo>
                      <a:pt x="25" y="14"/>
                      <a:pt x="25" y="13"/>
                      <a:pt x="25" y="13"/>
                    </a:cubicBezTo>
                    <a:cubicBezTo>
                      <a:pt x="26" y="14"/>
                      <a:pt x="28" y="14"/>
                      <a:pt x="29" y="14"/>
                    </a:cubicBezTo>
                    <a:cubicBezTo>
                      <a:pt x="29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2" y="14"/>
                      <a:pt x="33" y="15"/>
                      <a:pt x="34" y="16"/>
                    </a:cubicBezTo>
                    <a:cubicBezTo>
                      <a:pt x="35" y="17"/>
                      <a:pt x="36" y="18"/>
                      <a:pt x="37" y="19"/>
                    </a:cubicBezTo>
                    <a:cubicBezTo>
                      <a:pt x="40" y="21"/>
                      <a:pt x="43" y="24"/>
                      <a:pt x="45" y="26"/>
                    </a:cubicBezTo>
                    <a:cubicBezTo>
                      <a:pt x="48" y="29"/>
                      <a:pt x="52" y="32"/>
                      <a:pt x="56" y="34"/>
                    </a:cubicBezTo>
                    <a:cubicBezTo>
                      <a:pt x="59" y="35"/>
                      <a:pt x="63" y="35"/>
                      <a:pt x="66" y="35"/>
                    </a:cubicBezTo>
                    <a:cubicBezTo>
                      <a:pt x="74" y="35"/>
                      <a:pt x="80" y="36"/>
                      <a:pt x="85" y="43"/>
                    </a:cubicBezTo>
                    <a:cubicBezTo>
                      <a:pt x="87" y="45"/>
                      <a:pt x="89" y="48"/>
                      <a:pt x="91" y="50"/>
                    </a:cubicBezTo>
                    <a:cubicBezTo>
                      <a:pt x="94" y="52"/>
                      <a:pt x="96" y="53"/>
                      <a:pt x="99" y="54"/>
                    </a:cubicBezTo>
                    <a:cubicBezTo>
                      <a:pt x="104" y="55"/>
                      <a:pt x="108" y="56"/>
                      <a:pt x="113" y="57"/>
                    </a:cubicBezTo>
                    <a:cubicBezTo>
                      <a:pt x="117" y="58"/>
                      <a:pt x="121" y="59"/>
                      <a:pt x="125" y="61"/>
                    </a:cubicBezTo>
                    <a:cubicBezTo>
                      <a:pt x="129" y="62"/>
                      <a:pt x="135" y="63"/>
                      <a:pt x="139" y="66"/>
                    </a:cubicBezTo>
                    <a:cubicBezTo>
                      <a:pt x="141" y="68"/>
                      <a:pt x="144" y="70"/>
                      <a:pt x="145" y="72"/>
                    </a:cubicBezTo>
                    <a:cubicBezTo>
                      <a:pt x="146" y="75"/>
                      <a:pt x="150" y="76"/>
                      <a:pt x="149" y="72"/>
                    </a:cubicBezTo>
                    <a:cubicBezTo>
                      <a:pt x="149" y="71"/>
                      <a:pt x="149" y="69"/>
                      <a:pt x="148" y="68"/>
                    </a:cubicBezTo>
                    <a:cubicBezTo>
                      <a:pt x="147" y="67"/>
                      <a:pt x="146" y="65"/>
                      <a:pt x="146" y="64"/>
                    </a:cubicBezTo>
                    <a:cubicBezTo>
                      <a:pt x="146" y="62"/>
                      <a:pt x="148" y="62"/>
                      <a:pt x="149" y="63"/>
                    </a:cubicBezTo>
                    <a:cubicBezTo>
                      <a:pt x="151" y="64"/>
                      <a:pt x="153" y="65"/>
                      <a:pt x="155" y="66"/>
                    </a:cubicBezTo>
                    <a:cubicBezTo>
                      <a:pt x="159" y="67"/>
                      <a:pt x="163" y="67"/>
                      <a:pt x="168" y="67"/>
                    </a:cubicBezTo>
                    <a:cubicBezTo>
                      <a:pt x="169" y="67"/>
                      <a:pt x="172" y="67"/>
                      <a:pt x="174" y="68"/>
                    </a:cubicBezTo>
                    <a:cubicBezTo>
                      <a:pt x="175" y="69"/>
                      <a:pt x="176" y="70"/>
                      <a:pt x="177" y="72"/>
                    </a:cubicBezTo>
                    <a:cubicBezTo>
                      <a:pt x="177" y="73"/>
                      <a:pt x="178" y="74"/>
                      <a:pt x="178" y="76"/>
                    </a:cubicBezTo>
                    <a:cubicBezTo>
                      <a:pt x="178" y="78"/>
                      <a:pt x="178" y="79"/>
                      <a:pt x="179" y="80"/>
                    </a:cubicBezTo>
                    <a:cubicBezTo>
                      <a:pt x="181" y="83"/>
                      <a:pt x="185" y="84"/>
                      <a:pt x="187" y="87"/>
                    </a:cubicBezTo>
                    <a:cubicBezTo>
                      <a:pt x="189" y="88"/>
                      <a:pt x="190" y="90"/>
                      <a:pt x="192" y="91"/>
                    </a:cubicBezTo>
                    <a:cubicBezTo>
                      <a:pt x="194" y="92"/>
                      <a:pt x="196" y="92"/>
                      <a:pt x="198" y="92"/>
                    </a:cubicBezTo>
                    <a:cubicBezTo>
                      <a:pt x="201" y="93"/>
                      <a:pt x="206" y="95"/>
                      <a:pt x="209" y="97"/>
                    </a:cubicBezTo>
                    <a:cubicBezTo>
                      <a:pt x="211" y="99"/>
                      <a:pt x="211" y="102"/>
                      <a:pt x="213" y="105"/>
                    </a:cubicBezTo>
                    <a:cubicBezTo>
                      <a:pt x="215" y="107"/>
                      <a:pt x="217" y="109"/>
                      <a:pt x="220" y="110"/>
                    </a:cubicBezTo>
                    <a:cubicBezTo>
                      <a:pt x="224" y="111"/>
                      <a:pt x="227" y="110"/>
                      <a:pt x="231" y="111"/>
                    </a:cubicBezTo>
                    <a:cubicBezTo>
                      <a:pt x="234" y="112"/>
                      <a:pt x="238" y="116"/>
                      <a:pt x="240" y="119"/>
                    </a:cubicBezTo>
                    <a:cubicBezTo>
                      <a:pt x="240" y="120"/>
                      <a:pt x="240" y="121"/>
                      <a:pt x="240" y="122"/>
                    </a:cubicBezTo>
                    <a:cubicBezTo>
                      <a:pt x="240" y="123"/>
                      <a:pt x="240" y="124"/>
                      <a:pt x="240" y="124"/>
                    </a:cubicBezTo>
                    <a:cubicBezTo>
                      <a:pt x="240" y="125"/>
                      <a:pt x="242" y="126"/>
                      <a:pt x="243" y="127"/>
                    </a:cubicBezTo>
                    <a:cubicBezTo>
                      <a:pt x="246" y="129"/>
                      <a:pt x="250" y="131"/>
                      <a:pt x="253" y="134"/>
                    </a:cubicBezTo>
                    <a:cubicBezTo>
                      <a:pt x="256" y="138"/>
                      <a:pt x="258" y="143"/>
                      <a:pt x="263" y="146"/>
                    </a:cubicBezTo>
                    <a:cubicBezTo>
                      <a:pt x="266" y="148"/>
                      <a:pt x="269" y="151"/>
                      <a:pt x="271" y="153"/>
                    </a:cubicBezTo>
                    <a:cubicBezTo>
                      <a:pt x="274" y="155"/>
                      <a:pt x="276" y="158"/>
                      <a:pt x="278" y="160"/>
                    </a:cubicBezTo>
                    <a:cubicBezTo>
                      <a:pt x="280" y="163"/>
                      <a:pt x="282" y="164"/>
                      <a:pt x="284" y="164"/>
                    </a:cubicBezTo>
                    <a:cubicBezTo>
                      <a:pt x="291" y="163"/>
                      <a:pt x="296" y="166"/>
                      <a:pt x="301" y="170"/>
                    </a:cubicBezTo>
                    <a:cubicBezTo>
                      <a:pt x="302" y="171"/>
                      <a:pt x="307" y="175"/>
                      <a:pt x="308" y="172"/>
                    </a:cubicBezTo>
                    <a:cubicBezTo>
                      <a:pt x="309" y="169"/>
                      <a:pt x="308" y="166"/>
                      <a:pt x="308" y="16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5" name="Freeform 2165">
                <a:extLst>
                  <a:ext uri="{FF2B5EF4-FFF2-40B4-BE49-F238E27FC236}">
                    <a16:creationId xmlns:a16="http://schemas.microsoft.com/office/drawing/2014/main" id="{F3848660-A8EE-E148-B9EC-ADEA175C9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492"/>
                <a:ext cx="4" cy="4"/>
              </a:xfrm>
              <a:custGeom>
                <a:avLst/>
                <a:gdLst>
                  <a:gd name="T0" fmla="*/ 6 w 10"/>
                  <a:gd name="T1" fmla="*/ 1 h 9"/>
                  <a:gd name="T2" fmla="*/ 10 w 10"/>
                  <a:gd name="T3" fmla="*/ 4 h 9"/>
                  <a:gd name="T4" fmla="*/ 9 w 10"/>
                  <a:gd name="T5" fmla="*/ 6 h 9"/>
                  <a:gd name="T6" fmla="*/ 7 w 10"/>
                  <a:gd name="T7" fmla="*/ 8 h 9"/>
                  <a:gd name="T8" fmla="*/ 1 w 10"/>
                  <a:gd name="T9" fmla="*/ 4 h 9"/>
                  <a:gd name="T10" fmla="*/ 6 w 10"/>
                  <a:gd name="T1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6" y="1"/>
                    </a:moveTo>
                    <a:cubicBezTo>
                      <a:pt x="7" y="2"/>
                      <a:pt x="10" y="2"/>
                      <a:pt x="10" y="4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8"/>
                      <a:pt x="10" y="9"/>
                      <a:pt x="7" y="8"/>
                    </a:cubicBezTo>
                    <a:cubicBezTo>
                      <a:pt x="6" y="7"/>
                      <a:pt x="1" y="5"/>
                      <a:pt x="1" y="4"/>
                    </a:cubicBezTo>
                    <a:cubicBezTo>
                      <a:pt x="0" y="1"/>
                      <a:pt x="4" y="0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6" name="Freeform 2166">
                <a:extLst>
                  <a:ext uri="{FF2B5EF4-FFF2-40B4-BE49-F238E27FC236}">
                    <a16:creationId xmlns:a16="http://schemas.microsoft.com/office/drawing/2014/main" id="{DB804F80-B303-B548-8E09-DEE2E5B52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85"/>
                <a:ext cx="5" cy="6"/>
              </a:xfrm>
              <a:custGeom>
                <a:avLst/>
                <a:gdLst>
                  <a:gd name="T0" fmla="*/ 12 w 13"/>
                  <a:gd name="T1" fmla="*/ 7 h 14"/>
                  <a:gd name="T2" fmla="*/ 13 w 13"/>
                  <a:gd name="T3" fmla="*/ 13 h 14"/>
                  <a:gd name="T4" fmla="*/ 8 w 13"/>
                  <a:gd name="T5" fmla="*/ 10 h 14"/>
                  <a:gd name="T6" fmla="*/ 4 w 13"/>
                  <a:gd name="T7" fmla="*/ 2 h 14"/>
                  <a:gd name="T8" fmla="*/ 12 w 13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2" y="7"/>
                    </a:moveTo>
                    <a:cubicBezTo>
                      <a:pt x="13" y="8"/>
                      <a:pt x="13" y="11"/>
                      <a:pt x="13" y="13"/>
                    </a:cubicBezTo>
                    <a:cubicBezTo>
                      <a:pt x="11" y="14"/>
                      <a:pt x="9" y="11"/>
                      <a:pt x="8" y="10"/>
                    </a:cubicBezTo>
                    <a:cubicBezTo>
                      <a:pt x="7" y="9"/>
                      <a:pt x="0" y="4"/>
                      <a:pt x="4" y="2"/>
                    </a:cubicBezTo>
                    <a:cubicBezTo>
                      <a:pt x="7" y="0"/>
                      <a:pt x="10" y="5"/>
                      <a:pt x="1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7" name="Freeform 2167">
                <a:extLst>
                  <a:ext uri="{FF2B5EF4-FFF2-40B4-BE49-F238E27FC236}">
                    <a16:creationId xmlns:a16="http://schemas.microsoft.com/office/drawing/2014/main" id="{CEB5C40C-EE69-C24D-B7E1-F9E3B96CF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479"/>
                <a:ext cx="35" cy="14"/>
              </a:xfrm>
              <a:custGeom>
                <a:avLst/>
                <a:gdLst>
                  <a:gd name="T0" fmla="*/ 29 w 87"/>
                  <a:gd name="T1" fmla="*/ 14 h 33"/>
                  <a:gd name="T2" fmla="*/ 24 w 87"/>
                  <a:gd name="T3" fmla="*/ 12 h 33"/>
                  <a:gd name="T4" fmla="*/ 15 w 87"/>
                  <a:gd name="T5" fmla="*/ 8 h 33"/>
                  <a:gd name="T6" fmla="*/ 8 w 87"/>
                  <a:gd name="T7" fmla="*/ 10 h 33"/>
                  <a:gd name="T8" fmla="*/ 1 w 87"/>
                  <a:gd name="T9" fmla="*/ 6 h 33"/>
                  <a:gd name="T10" fmla="*/ 14 w 87"/>
                  <a:gd name="T11" fmla="*/ 1 h 33"/>
                  <a:gd name="T12" fmla="*/ 29 w 87"/>
                  <a:gd name="T13" fmla="*/ 6 h 33"/>
                  <a:gd name="T14" fmla="*/ 45 w 87"/>
                  <a:gd name="T15" fmla="*/ 11 h 33"/>
                  <a:gd name="T16" fmla="*/ 60 w 87"/>
                  <a:gd name="T17" fmla="*/ 15 h 33"/>
                  <a:gd name="T18" fmla="*/ 73 w 87"/>
                  <a:gd name="T19" fmla="*/ 20 h 33"/>
                  <a:gd name="T20" fmla="*/ 84 w 87"/>
                  <a:gd name="T21" fmla="*/ 28 h 33"/>
                  <a:gd name="T22" fmla="*/ 87 w 87"/>
                  <a:gd name="T23" fmla="*/ 31 h 33"/>
                  <a:gd name="T24" fmla="*/ 77 w 87"/>
                  <a:gd name="T25" fmla="*/ 30 h 33"/>
                  <a:gd name="T26" fmla="*/ 68 w 87"/>
                  <a:gd name="T27" fmla="*/ 29 h 33"/>
                  <a:gd name="T28" fmla="*/ 60 w 87"/>
                  <a:gd name="T29" fmla="*/ 29 h 33"/>
                  <a:gd name="T30" fmla="*/ 43 w 87"/>
                  <a:gd name="T31" fmla="*/ 20 h 33"/>
                  <a:gd name="T32" fmla="*/ 38 w 87"/>
                  <a:gd name="T33" fmla="*/ 18 h 33"/>
                  <a:gd name="T34" fmla="*/ 29 w 87"/>
                  <a:gd name="T35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7" h="33">
                    <a:moveTo>
                      <a:pt x="29" y="14"/>
                    </a:moveTo>
                    <a:cubicBezTo>
                      <a:pt x="28" y="13"/>
                      <a:pt x="26" y="13"/>
                      <a:pt x="24" y="12"/>
                    </a:cubicBezTo>
                    <a:cubicBezTo>
                      <a:pt x="22" y="10"/>
                      <a:pt x="18" y="8"/>
                      <a:pt x="15" y="8"/>
                    </a:cubicBezTo>
                    <a:cubicBezTo>
                      <a:pt x="11" y="7"/>
                      <a:pt x="10" y="8"/>
                      <a:pt x="8" y="10"/>
                    </a:cubicBezTo>
                    <a:cubicBezTo>
                      <a:pt x="5" y="12"/>
                      <a:pt x="2" y="9"/>
                      <a:pt x="1" y="6"/>
                    </a:cubicBezTo>
                    <a:cubicBezTo>
                      <a:pt x="0" y="0"/>
                      <a:pt x="10" y="0"/>
                      <a:pt x="14" y="1"/>
                    </a:cubicBezTo>
                    <a:cubicBezTo>
                      <a:pt x="19" y="1"/>
                      <a:pt x="24" y="4"/>
                      <a:pt x="29" y="6"/>
                    </a:cubicBezTo>
                    <a:cubicBezTo>
                      <a:pt x="34" y="8"/>
                      <a:pt x="39" y="10"/>
                      <a:pt x="45" y="11"/>
                    </a:cubicBezTo>
                    <a:cubicBezTo>
                      <a:pt x="50" y="11"/>
                      <a:pt x="55" y="14"/>
                      <a:pt x="60" y="15"/>
                    </a:cubicBezTo>
                    <a:cubicBezTo>
                      <a:pt x="65" y="16"/>
                      <a:pt x="69" y="17"/>
                      <a:pt x="73" y="20"/>
                    </a:cubicBezTo>
                    <a:cubicBezTo>
                      <a:pt x="77" y="22"/>
                      <a:pt x="80" y="25"/>
                      <a:pt x="84" y="28"/>
                    </a:cubicBezTo>
                    <a:cubicBezTo>
                      <a:pt x="85" y="29"/>
                      <a:pt x="86" y="30"/>
                      <a:pt x="87" y="31"/>
                    </a:cubicBezTo>
                    <a:cubicBezTo>
                      <a:pt x="84" y="33"/>
                      <a:pt x="80" y="30"/>
                      <a:pt x="77" y="30"/>
                    </a:cubicBezTo>
                    <a:cubicBezTo>
                      <a:pt x="74" y="29"/>
                      <a:pt x="71" y="28"/>
                      <a:pt x="68" y="29"/>
                    </a:cubicBezTo>
                    <a:cubicBezTo>
                      <a:pt x="65" y="29"/>
                      <a:pt x="62" y="29"/>
                      <a:pt x="60" y="29"/>
                    </a:cubicBezTo>
                    <a:cubicBezTo>
                      <a:pt x="53" y="27"/>
                      <a:pt x="49" y="23"/>
                      <a:pt x="43" y="20"/>
                    </a:cubicBezTo>
                    <a:cubicBezTo>
                      <a:pt x="42" y="19"/>
                      <a:pt x="40" y="19"/>
                      <a:pt x="38" y="18"/>
                    </a:cubicBezTo>
                    <a:cubicBezTo>
                      <a:pt x="35" y="17"/>
                      <a:pt x="32" y="15"/>
                      <a:pt x="29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8" name="Freeform 2168">
                <a:extLst>
                  <a:ext uri="{FF2B5EF4-FFF2-40B4-BE49-F238E27FC236}">
                    <a16:creationId xmlns:a16="http://schemas.microsoft.com/office/drawing/2014/main" id="{1CCAE743-C683-674F-8020-DFA0C4ED0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481"/>
                <a:ext cx="11" cy="7"/>
              </a:xfrm>
              <a:custGeom>
                <a:avLst/>
                <a:gdLst>
                  <a:gd name="T0" fmla="*/ 11 w 28"/>
                  <a:gd name="T1" fmla="*/ 16 h 16"/>
                  <a:gd name="T2" fmla="*/ 4 w 28"/>
                  <a:gd name="T3" fmla="*/ 13 h 16"/>
                  <a:gd name="T4" fmla="*/ 1 w 28"/>
                  <a:gd name="T5" fmla="*/ 10 h 16"/>
                  <a:gd name="T6" fmla="*/ 4 w 28"/>
                  <a:gd name="T7" fmla="*/ 5 h 16"/>
                  <a:gd name="T8" fmla="*/ 7 w 28"/>
                  <a:gd name="T9" fmla="*/ 2 h 16"/>
                  <a:gd name="T10" fmla="*/ 12 w 28"/>
                  <a:gd name="T11" fmla="*/ 2 h 16"/>
                  <a:gd name="T12" fmla="*/ 23 w 28"/>
                  <a:gd name="T13" fmla="*/ 1 h 16"/>
                  <a:gd name="T14" fmla="*/ 26 w 28"/>
                  <a:gd name="T15" fmla="*/ 4 h 16"/>
                  <a:gd name="T16" fmla="*/ 11 w 28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6">
                    <a:moveTo>
                      <a:pt x="11" y="16"/>
                    </a:moveTo>
                    <a:cubicBezTo>
                      <a:pt x="9" y="15"/>
                      <a:pt x="7" y="14"/>
                      <a:pt x="4" y="13"/>
                    </a:cubicBezTo>
                    <a:cubicBezTo>
                      <a:pt x="3" y="12"/>
                      <a:pt x="2" y="11"/>
                      <a:pt x="1" y="10"/>
                    </a:cubicBezTo>
                    <a:cubicBezTo>
                      <a:pt x="0" y="8"/>
                      <a:pt x="3" y="7"/>
                      <a:pt x="4" y="5"/>
                    </a:cubicBezTo>
                    <a:cubicBezTo>
                      <a:pt x="5" y="4"/>
                      <a:pt x="6" y="3"/>
                      <a:pt x="7" y="2"/>
                    </a:cubicBezTo>
                    <a:cubicBezTo>
                      <a:pt x="8" y="1"/>
                      <a:pt x="10" y="2"/>
                      <a:pt x="12" y="2"/>
                    </a:cubicBezTo>
                    <a:cubicBezTo>
                      <a:pt x="16" y="2"/>
                      <a:pt x="20" y="0"/>
                      <a:pt x="23" y="1"/>
                    </a:cubicBezTo>
                    <a:cubicBezTo>
                      <a:pt x="25" y="1"/>
                      <a:pt x="26" y="2"/>
                      <a:pt x="26" y="4"/>
                    </a:cubicBezTo>
                    <a:cubicBezTo>
                      <a:pt x="28" y="11"/>
                      <a:pt x="16" y="16"/>
                      <a:pt x="11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9" name="Freeform 2169">
                <a:extLst>
                  <a:ext uri="{FF2B5EF4-FFF2-40B4-BE49-F238E27FC236}">
                    <a16:creationId xmlns:a16="http://schemas.microsoft.com/office/drawing/2014/main" id="{E2656200-4442-3E41-837B-FE3C01C95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458"/>
                <a:ext cx="48" cy="12"/>
              </a:xfrm>
              <a:custGeom>
                <a:avLst/>
                <a:gdLst>
                  <a:gd name="T0" fmla="*/ 35 w 118"/>
                  <a:gd name="T1" fmla="*/ 23 h 29"/>
                  <a:gd name="T2" fmla="*/ 21 w 118"/>
                  <a:gd name="T3" fmla="*/ 24 h 29"/>
                  <a:gd name="T4" fmla="*/ 1 w 118"/>
                  <a:gd name="T5" fmla="*/ 18 h 29"/>
                  <a:gd name="T6" fmla="*/ 8 w 118"/>
                  <a:gd name="T7" fmla="*/ 11 h 29"/>
                  <a:gd name="T8" fmla="*/ 4 w 118"/>
                  <a:gd name="T9" fmla="*/ 7 h 29"/>
                  <a:gd name="T10" fmla="*/ 4 w 118"/>
                  <a:gd name="T11" fmla="*/ 1 h 29"/>
                  <a:gd name="T12" fmla="*/ 19 w 118"/>
                  <a:gd name="T13" fmla="*/ 1 h 29"/>
                  <a:gd name="T14" fmla="*/ 35 w 118"/>
                  <a:gd name="T15" fmla="*/ 6 h 29"/>
                  <a:gd name="T16" fmla="*/ 46 w 118"/>
                  <a:gd name="T17" fmla="*/ 9 h 29"/>
                  <a:gd name="T18" fmla="*/ 63 w 118"/>
                  <a:gd name="T19" fmla="*/ 5 h 29"/>
                  <a:gd name="T20" fmla="*/ 82 w 118"/>
                  <a:gd name="T21" fmla="*/ 8 h 29"/>
                  <a:gd name="T22" fmla="*/ 92 w 118"/>
                  <a:gd name="T23" fmla="*/ 11 h 29"/>
                  <a:gd name="T24" fmla="*/ 105 w 118"/>
                  <a:gd name="T25" fmla="*/ 13 h 29"/>
                  <a:gd name="T26" fmla="*/ 111 w 118"/>
                  <a:gd name="T27" fmla="*/ 19 h 29"/>
                  <a:gd name="T28" fmla="*/ 114 w 118"/>
                  <a:gd name="T29" fmla="*/ 24 h 29"/>
                  <a:gd name="T30" fmla="*/ 99 w 118"/>
                  <a:gd name="T31" fmla="*/ 24 h 29"/>
                  <a:gd name="T32" fmla="*/ 84 w 118"/>
                  <a:gd name="T33" fmla="*/ 23 h 29"/>
                  <a:gd name="T34" fmla="*/ 70 w 118"/>
                  <a:gd name="T35" fmla="*/ 26 h 29"/>
                  <a:gd name="T36" fmla="*/ 58 w 118"/>
                  <a:gd name="T37" fmla="*/ 28 h 29"/>
                  <a:gd name="T38" fmla="*/ 53 w 118"/>
                  <a:gd name="T39" fmla="*/ 28 h 29"/>
                  <a:gd name="T40" fmla="*/ 45 w 118"/>
                  <a:gd name="T41" fmla="*/ 24 h 29"/>
                  <a:gd name="T42" fmla="*/ 35 w 118"/>
                  <a:gd name="T43" fmla="*/ 2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8" h="29">
                    <a:moveTo>
                      <a:pt x="35" y="23"/>
                    </a:moveTo>
                    <a:cubicBezTo>
                      <a:pt x="30" y="23"/>
                      <a:pt x="26" y="24"/>
                      <a:pt x="21" y="24"/>
                    </a:cubicBezTo>
                    <a:cubicBezTo>
                      <a:pt x="16" y="24"/>
                      <a:pt x="0" y="25"/>
                      <a:pt x="1" y="18"/>
                    </a:cubicBezTo>
                    <a:cubicBezTo>
                      <a:pt x="2" y="14"/>
                      <a:pt x="6" y="13"/>
                      <a:pt x="8" y="11"/>
                    </a:cubicBezTo>
                    <a:cubicBezTo>
                      <a:pt x="11" y="8"/>
                      <a:pt x="6" y="8"/>
                      <a:pt x="4" y="7"/>
                    </a:cubicBezTo>
                    <a:cubicBezTo>
                      <a:pt x="0" y="5"/>
                      <a:pt x="0" y="2"/>
                      <a:pt x="4" y="1"/>
                    </a:cubicBezTo>
                    <a:cubicBezTo>
                      <a:pt x="9" y="0"/>
                      <a:pt x="14" y="0"/>
                      <a:pt x="19" y="1"/>
                    </a:cubicBezTo>
                    <a:cubicBezTo>
                      <a:pt x="25" y="2"/>
                      <a:pt x="30" y="3"/>
                      <a:pt x="35" y="6"/>
                    </a:cubicBezTo>
                    <a:cubicBezTo>
                      <a:pt x="39" y="7"/>
                      <a:pt x="42" y="9"/>
                      <a:pt x="46" y="9"/>
                    </a:cubicBezTo>
                    <a:cubicBezTo>
                      <a:pt x="52" y="9"/>
                      <a:pt x="57" y="6"/>
                      <a:pt x="63" y="5"/>
                    </a:cubicBezTo>
                    <a:cubicBezTo>
                      <a:pt x="70" y="4"/>
                      <a:pt x="76" y="6"/>
                      <a:pt x="82" y="8"/>
                    </a:cubicBezTo>
                    <a:cubicBezTo>
                      <a:pt x="85" y="9"/>
                      <a:pt x="89" y="10"/>
                      <a:pt x="92" y="11"/>
                    </a:cubicBezTo>
                    <a:cubicBezTo>
                      <a:pt x="96" y="12"/>
                      <a:pt x="101" y="11"/>
                      <a:pt x="105" y="13"/>
                    </a:cubicBezTo>
                    <a:cubicBezTo>
                      <a:pt x="107" y="14"/>
                      <a:pt x="109" y="17"/>
                      <a:pt x="111" y="19"/>
                    </a:cubicBezTo>
                    <a:cubicBezTo>
                      <a:pt x="113" y="21"/>
                      <a:pt x="118" y="23"/>
                      <a:pt x="114" y="24"/>
                    </a:cubicBezTo>
                    <a:cubicBezTo>
                      <a:pt x="109" y="26"/>
                      <a:pt x="103" y="25"/>
                      <a:pt x="99" y="24"/>
                    </a:cubicBezTo>
                    <a:cubicBezTo>
                      <a:pt x="94" y="24"/>
                      <a:pt x="89" y="24"/>
                      <a:pt x="84" y="23"/>
                    </a:cubicBezTo>
                    <a:cubicBezTo>
                      <a:pt x="78" y="22"/>
                      <a:pt x="74" y="23"/>
                      <a:pt x="70" y="26"/>
                    </a:cubicBezTo>
                    <a:cubicBezTo>
                      <a:pt x="65" y="29"/>
                      <a:pt x="63" y="29"/>
                      <a:pt x="58" y="28"/>
                    </a:cubicBezTo>
                    <a:cubicBezTo>
                      <a:pt x="56" y="28"/>
                      <a:pt x="55" y="28"/>
                      <a:pt x="53" y="28"/>
                    </a:cubicBezTo>
                    <a:cubicBezTo>
                      <a:pt x="50" y="27"/>
                      <a:pt x="48" y="26"/>
                      <a:pt x="45" y="24"/>
                    </a:cubicBezTo>
                    <a:cubicBezTo>
                      <a:pt x="42" y="23"/>
                      <a:pt x="38" y="23"/>
                      <a:pt x="35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0" name="Freeform 2170">
                <a:extLst>
                  <a:ext uri="{FF2B5EF4-FFF2-40B4-BE49-F238E27FC236}">
                    <a16:creationId xmlns:a16="http://schemas.microsoft.com/office/drawing/2014/main" id="{A0925CC5-10AE-AB4B-943B-4D97B26B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448"/>
                <a:ext cx="17" cy="9"/>
              </a:xfrm>
              <a:custGeom>
                <a:avLst/>
                <a:gdLst>
                  <a:gd name="T0" fmla="*/ 23 w 42"/>
                  <a:gd name="T1" fmla="*/ 18 h 23"/>
                  <a:gd name="T2" fmla="*/ 8 w 42"/>
                  <a:gd name="T3" fmla="*/ 22 h 23"/>
                  <a:gd name="T4" fmla="*/ 2 w 42"/>
                  <a:gd name="T5" fmla="*/ 18 h 23"/>
                  <a:gd name="T6" fmla="*/ 3 w 42"/>
                  <a:gd name="T7" fmla="*/ 12 h 23"/>
                  <a:gd name="T8" fmla="*/ 2 w 42"/>
                  <a:gd name="T9" fmla="*/ 8 h 23"/>
                  <a:gd name="T10" fmla="*/ 10 w 42"/>
                  <a:gd name="T11" fmla="*/ 5 h 23"/>
                  <a:gd name="T12" fmla="*/ 19 w 42"/>
                  <a:gd name="T13" fmla="*/ 3 h 23"/>
                  <a:gd name="T14" fmla="*/ 28 w 42"/>
                  <a:gd name="T15" fmla="*/ 3 h 23"/>
                  <a:gd name="T16" fmla="*/ 34 w 42"/>
                  <a:gd name="T17" fmla="*/ 7 h 23"/>
                  <a:gd name="T18" fmla="*/ 41 w 42"/>
                  <a:gd name="T19" fmla="*/ 10 h 23"/>
                  <a:gd name="T20" fmla="*/ 33 w 42"/>
                  <a:gd name="T21" fmla="*/ 18 h 23"/>
                  <a:gd name="T22" fmla="*/ 23 w 42"/>
                  <a:gd name="T23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23">
                    <a:moveTo>
                      <a:pt x="23" y="18"/>
                    </a:moveTo>
                    <a:cubicBezTo>
                      <a:pt x="18" y="18"/>
                      <a:pt x="14" y="23"/>
                      <a:pt x="8" y="22"/>
                    </a:cubicBezTo>
                    <a:cubicBezTo>
                      <a:pt x="7" y="22"/>
                      <a:pt x="3" y="20"/>
                      <a:pt x="2" y="18"/>
                    </a:cubicBezTo>
                    <a:cubicBezTo>
                      <a:pt x="1" y="16"/>
                      <a:pt x="5" y="14"/>
                      <a:pt x="3" y="12"/>
                    </a:cubicBezTo>
                    <a:cubicBezTo>
                      <a:pt x="1" y="10"/>
                      <a:pt x="0" y="9"/>
                      <a:pt x="2" y="8"/>
                    </a:cubicBezTo>
                    <a:cubicBezTo>
                      <a:pt x="4" y="6"/>
                      <a:pt x="7" y="6"/>
                      <a:pt x="10" y="5"/>
                    </a:cubicBezTo>
                    <a:cubicBezTo>
                      <a:pt x="13" y="4"/>
                      <a:pt x="16" y="4"/>
                      <a:pt x="19" y="3"/>
                    </a:cubicBezTo>
                    <a:cubicBezTo>
                      <a:pt x="22" y="1"/>
                      <a:pt x="25" y="0"/>
                      <a:pt x="28" y="3"/>
                    </a:cubicBezTo>
                    <a:cubicBezTo>
                      <a:pt x="30" y="5"/>
                      <a:pt x="30" y="9"/>
                      <a:pt x="34" y="7"/>
                    </a:cubicBezTo>
                    <a:cubicBezTo>
                      <a:pt x="39" y="5"/>
                      <a:pt x="42" y="4"/>
                      <a:pt x="41" y="10"/>
                    </a:cubicBezTo>
                    <a:cubicBezTo>
                      <a:pt x="41" y="13"/>
                      <a:pt x="37" y="17"/>
                      <a:pt x="33" y="18"/>
                    </a:cubicBezTo>
                    <a:cubicBezTo>
                      <a:pt x="30" y="18"/>
                      <a:pt x="26" y="14"/>
                      <a:pt x="23" y="17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1" name="Freeform 2171">
                <a:extLst>
                  <a:ext uri="{FF2B5EF4-FFF2-40B4-BE49-F238E27FC236}">
                    <a16:creationId xmlns:a16="http://schemas.microsoft.com/office/drawing/2014/main" id="{582752C6-3DDF-2646-84ED-E6681310F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3438"/>
                <a:ext cx="4" cy="4"/>
              </a:xfrm>
              <a:custGeom>
                <a:avLst/>
                <a:gdLst>
                  <a:gd name="T0" fmla="*/ 9 w 9"/>
                  <a:gd name="T1" fmla="*/ 7 h 10"/>
                  <a:gd name="T2" fmla="*/ 6 w 9"/>
                  <a:gd name="T3" fmla="*/ 8 h 10"/>
                  <a:gd name="T4" fmla="*/ 4 w 9"/>
                  <a:gd name="T5" fmla="*/ 5 h 10"/>
                  <a:gd name="T6" fmla="*/ 2 w 9"/>
                  <a:gd name="T7" fmla="*/ 4 h 10"/>
                  <a:gd name="T8" fmla="*/ 3 w 9"/>
                  <a:gd name="T9" fmla="*/ 0 h 10"/>
                  <a:gd name="T10" fmla="*/ 7 w 9"/>
                  <a:gd name="T11" fmla="*/ 1 h 10"/>
                  <a:gd name="T12" fmla="*/ 9 w 9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9" y="7"/>
                    </a:moveTo>
                    <a:cubicBezTo>
                      <a:pt x="9" y="9"/>
                      <a:pt x="7" y="10"/>
                      <a:pt x="6" y="8"/>
                    </a:cubicBezTo>
                    <a:cubicBezTo>
                      <a:pt x="5" y="7"/>
                      <a:pt x="5" y="6"/>
                      <a:pt x="4" y="5"/>
                    </a:cubicBezTo>
                    <a:cubicBezTo>
                      <a:pt x="3" y="5"/>
                      <a:pt x="3" y="5"/>
                      <a:pt x="2" y="4"/>
                    </a:cubicBezTo>
                    <a:cubicBezTo>
                      <a:pt x="0" y="2"/>
                      <a:pt x="0" y="1"/>
                      <a:pt x="3" y="0"/>
                    </a:cubicBezTo>
                    <a:cubicBezTo>
                      <a:pt x="4" y="0"/>
                      <a:pt x="5" y="0"/>
                      <a:pt x="7" y="1"/>
                    </a:cubicBezTo>
                    <a:cubicBezTo>
                      <a:pt x="8" y="2"/>
                      <a:pt x="9" y="5"/>
                      <a:pt x="9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2" name="Freeform 2172">
                <a:extLst>
                  <a:ext uri="{FF2B5EF4-FFF2-40B4-BE49-F238E27FC236}">
                    <a16:creationId xmlns:a16="http://schemas.microsoft.com/office/drawing/2014/main" id="{34A94244-E526-5945-BA3A-52951FE41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433"/>
                <a:ext cx="64" cy="14"/>
              </a:xfrm>
              <a:custGeom>
                <a:avLst/>
                <a:gdLst>
                  <a:gd name="T0" fmla="*/ 10 w 157"/>
                  <a:gd name="T1" fmla="*/ 21 h 36"/>
                  <a:gd name="T2" fmla="*/ 6 w 157"/>
                  <a:gd name="T3" fmla="*/ 18 h 36"/>
                  <a:gd name="T4" fmla="*/ 2 w 157"/>
                  <a:gd name="T5" fmla="*/ 13 h 36"/>
                  <a:gd name="T6" fmla="*/ 2 w 157"/>
                  <a:gd name="T7" fmla="*/ 9 h 36"/>
                  <a:gd name="T8" fmla="*/ 17 w 157"/>
                  <a:gd name="T9" fmla="*/ 7 h 36"/>
                  <a:gd name="T10" fmla="*/ 28 w 157"/>
                  <a:gd name="T11" fmla="*/ 5 h 36"/>
                  <a:gd name="T12" fmla="*/ 31 w 157"/>
                  <a:gd name="T13" fmla="*/ 10 h 36"/>
                  <a:gd name="T14" fmla="*/ 33 w 157"/>
                  <a:gd name="T15" fmla="*/ 7 h 36"/>
                  <a:gd name="T16" fmla="*/ 47 w 157"/>
                  <a:gd name="T17" fmla="*/ 5 h 36"/>
                  <a:gd name="T18" fmla="*/ 56 w 157"/>
                  <a:gd name="T19" fmla="*/ 13 h 36"/>
                  <a:gd name="T20" fmla="*/ 69 w 157"/>
                  <a:gd name="T21" fmla="*/ 18 h 36"/>
                  <a:gd name="T22" fmla="*/ 84 w 157"/>
                  <a:gd name="T23" fmla="*/ 19 h 36"/>
                  <a:gd name="T24" fmla="*/ 105 w 157"/>
                  <a:gd name="T25" fmla="*/ 23 h 36"/>
                  <a:gd name="T26" fmla="*/ 125 w 157"/>
                  <a:gd name="T27" fmla="*/ 28 h 36"/>
                  <a:gd name="T28" fmla="*/ 148 w 157"/>
                  <a:gd name="T29" fmla="*/ 28 h 36"/>
                  <a:gd name="T30" fmla="*/ 151 w 157"/>
                  <a:gd name="T31" fmla="*/ 33 h 36"/>
                  <a:gd name="T32" fmla="*/ 140 w 157"/>
                  <a:gd name="T33" fmla="*/ 33 h 36"/>
                  <a:gd name="T34" fmla="*/ 131 w 157"/>
                  <a:gd name="T35" fmla="*/ 31 h 36"/>
                  <a:gd name="T36" fmla="*/ 125 w 157"/>
                  <a:gd name="T37" fmla="*/ 34 h 36"/>
                  <a:gd name="T38" fmla="*/ 116 w 157"/>
                  <a:gd name="T39" fmla="*/ 36 h 36"/>
                  <a:gd name="T40" fmla="*/ 99 w 157"/>
                  <a:gd name="T41" fmla="*/ 31 h 36"/>
                  <a:gd name="T42" fmla="*/ 79 w 157"/>
                  <a:gd name="T43" fmla="*/ 33 h 36"/>
                  <a:gd name="T44" fmla="*/ 63 w 157"/>
                  <a:gd name="T45" fmla="*/ 30 h 36"/>
                  <a:gd name="T46" fmla="*/ 47 w 157"/>
                  <a:gd name="T47" fmla="*/ 27 h 36"/>
                  <a:gd name="T48" fmla="*/ 40 w 157"/>
                  <a:gd name="T49" fmla="*/ 24 h 36"/>
                  <a:gd name="T50" fmla="*/ 31 w 157"/>
                  <a:gd name="T51" fmla="*/ 21 h 36"/>
                  <a:gd name="T52" fmla="*/ 25 w 157"/>
                  <a:gd name="T53" fmla="*/ 21 h 36"/>
                  <a:gd name="T54" fmla="*/ 18 w 157"/>
                  <a:gd name="T55" fmla="*/ 21 h 36"/>
                  <a:gd name="T56" fmla="*/ 10 w 157"/>
                  <a:gd name="T57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7" h="36">
                    <a:moveTo>
                      <a:pt x="10" y="21"/>
                    </a:moveTo>
                    <a:cubicBezTo>
                      <a:pt x="8" y="20"/>
                      <a:pt x="7" y="20"/>
                      <a:pt x="6" y="18"/>
                    </a:cubicBezTo>
                    <a:cubicBezTo>
                      <a:pt x="5" y="15"/>
                      <a:pt x="4" y="15"/>
                      <a:pt x="2" y="13"/>
                    </a:cubicBezTo>
                    <a:cubicBezTo>
                      <a:pt x="1" y="12"/>
                      <a:pt x="0" y="11"/>
                      <a:pt x="2" y="9"/>
                    </a:cubicBezTo>
                    <a:cubicBezTo>
                      <a:pt x="6" y="6"/>
                      <a:pt x="12" y="9"/>
                      <a:pt x="17" y="7"/>
                    </a:cubicBezTo>
                    <a:cubicBezTo>
                      <a:pt x="20" y="5"/>
                      <a:pt x="25" y="0"/>
                      <a:pt x="28" y="5"/>
                    </a:cubicBezTo>
                    <a:cubicBezTo>
                      <a:pt x="28" y="7"/>
                      <a:pt x="28" y="9"/>
                      <a:pt x="31" y="10"/>
                    </a:cubicBezTo>
                    <a:cubicBezTo>
                      <a:pt x="33" y="11"/>
                      <a:pt x="33" y="9"/>
                      <a:pt x="33" y="7"/>
                    </a:cubicBezTo>
                    <a:cubicBezTo>
                      <a:pt x="34" y="0"/>
                      <a:pt x="43" y="4"/>
                      <a:pt x="47" y="5"/>
                    </a:cubicBezTo>
                    <a:cubicBezTo>
                      <a:pt x="52" y="6"/>
                      <a:pt x="53" y="10"/>
                      <a:pt x="56" y="13"/>
                    </a:cubicBezTo>
                    <a:cubicBezTo>
                      <a:pt x="60" y="16"/>
                      <a:pt x="64" y="17"/>
                      <a:pt x="69" y="18"/>
                    </a:cubicBezTo>
                    <a:cubicBezTo>
                      <a:pt x="74" y="19"/>
                      <a:pt x="79" y="19"/>
                      <a:pt x="84" y="19"/>
                    </a:cubicBezTo>
                    <a:cubicBezTo>
                      <a:pt x="92" y="19"/>
                      <a:pt x="99" y="20"/>
                      <a:pt x="105" y="23"/>
                    </a:cubicBezTo>
                    <a:cubicBezTo>
                      <a:pt x="111" y="26"/>
                      <a:pt x="118" y="28"/>
                      <a:pt x="125" y="28"/>
                    </a:cubicBezTo>
                    <a:cubicBezTo>
                      <a:pt x="133" y="28"/>
                      <a:pt x="140" y="27"/>
                      <a:pt x="148" y="28"/>
                    </a:cubicBezTo>
                    <a:cubicBezTo>
                      <a:pt x="152" y="28"/>
                      <a:pt x="157" y="34"/>
                      <a:pt x="151" y="33"/>
                    </a:cubicBezTo>
                    <a:cubicBezTo>
                      <a:pt x="147" y="33"/>
                      <a:pt x="144" y="33"/>
                      <a:pt x="140" y="33"/>
                    </a:cubicBezTo>
                    <a:cubicBezTo>
                      <a:pt x="137" y="32"/>
                      <a:pt x="134" y="31"/>
                      <a:pt x="131" y="31"/>
                    </a:cubicBezTo>
                    <a:cubicBezTo>
                      <a:pt x="129" y="32"/>
                      <a:pt x="127" y="33"/>
                      <a:pt x="125" y="34"/>
                    </a:cubicBezTo>
                    <a:cubicBezTo>
                      <a:pt x="122" y="36"/>
                      <a:pt x="119" y="36"/>
                      <a:pt x="116" y="36"/>
                    </a:cubicBezTo>
                    <a:cubicBezTo>
                      <a:pt x="110" y="35"/>
                      <a:pt x="105" y="31"/>
                      <a:pt x="99" y="31"/>
                    </a:cubicBezTo>
                    <a:cubicBezTo>
                      <a:pt x="93" y="30"/>
                      <a:pt x="86" y="33"/>
                      <a:pt x="79" y="33"/>
                    </a:cubicBezTo>
                    <a:cubicBezTo>
                      <a:pt x="74" y="32"/>
                      <a:pt x="69" y="30"/>
                      <a:pt x="63" y="30"/>
                    </a:cubicBezTo>
                    <a:cubicBezTo>
                      <a:pt x="58" y="30"/>
                      <a:pt x="52" y="28"/>
                      <a:pt x="47" y="27"/>
                    </a:cubicBezTo>
                    <a:cubicBezTo>
                      <a:pt x="44" y="26"/>
                      <a:pt x="43" y="24"/>
                      <a:pt x="40" y="24"/>
                    </a:cubicBezTo>
                    <a:cubicBezTo>
                      <a:pt x="37" y="23"/>
                      <a:pt x="35" y="21"/>
                      <a:pt x="31" y="21"/>
                    </a:cubicBezTo>
                    <a:cubicBezTo>
                      <a:pt x="29" y="21"/>
                      <a:pt x="27" y="21"/>
                      <a:pt x="25" y="21"/>
                    </a:cubicBezTo>
                    <a:cubicBezTo>
                      <a:pt x="23" y="22"/>
                      <a:pt x="21" y="21"/>
                      <a:pt x="18" y="21"/>
                    </a:cubicBezTo>
                    <a:cubicBezTo>
                      <a:pt x="16" y="21"/>
                      <a:pt x="13" y="21"/>
                      <a:pt x="10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3" name="Freeform 2173">
                <a:extLst>
                  <a:ext uri="{FF2B5EF4-FFF2-40B4-BE49-F238E27FC236}">
                    <a16:creationId xmlns:a16="http://schemas.microsoft.com/office/drawing/2014/main" id="{A2E65B4F-6DC5-4F49-A65D-91CB545A3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3412"/>
                <a:ext cx="16" cy="12"/>
              </a:xfrm>
              <a:custGeom>
                <a:avLst/>
                <a:gdLst>
                  <a:gd name="T0" fmla="*/ 9 w 41"/>
                  <a:gd name="T1" fmla="*/ 12 h 29"/>
                  <a:gd name="T2" fmla="*/ 3 w 41"/>
                  <a:gd name="T3" fmla="*/ 9 h 29"/>
                  <a:gd name="T4" fmla="*/ 0 w 41"/>
                  <a:gd name="T5" fmla="*/ 4 h 29"/>
                  <a:gd name="T6" fmla="*/ 5 w 41"/>
                  <a:gd name="T7" fmla="*/ 0 h 29"/>
                  <a:gd name="T8" fmla="*/ 25 w 41"/>
                  <a:gd name="T9" fmla="*/ 6 h 29"/>
                  <a:gd name="T10" fmla="*/ 32 w 41"/>
                  <a:gd name="T11" fmla="*/ 11 h 29"/>
                  <a:gd name="T12" fmla="*/ 37 w 41"/>
                  <a:gd name="T13" fmla="*/ 17 h 29"/>
                  <a:gd name="T14" fmla="*/ 39 w 41"/>
                  <a:gd name="T15" fmla="*/ 25 h 29"/>
                  <a:gd name="T16" fmla="*/ 28 w 41"/>
                  <a:gd name="T17" fmla="*/ 23 h 29"/>
                  <a:gd name="T18" fmla="*/ 9 w 41"/>
                  <a:gd name="T19" fmla="*/ 1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29">
                    <a:moveTo>
                      <a:pt x="9" y="12"/>
                    </a:moveTo>
                    <a:cubicBezTo>
                      <a:pt x="7" y="11"/>
                      <a:pt x="5" y="10"/>
                      <a:pt x="3" y="9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1" y="2"/>
                      <a:pt x="3" y="0"/>
                      <a:pt x="5" y="0"/>
                    </a:cubicBezTo>
                    <a:cubicBezTo>
                      <a:pt x="12" y="0"/>
                      <a:pt x="20" y="2"/>
                      <a:pt x="25" y="6"/>
                    </a:cubicBezTo>
                    <a:cubicBezTo>
                      <a:pt x="27" y="8"/>
                      <a:pt x="29" y="10"/>
                      <a:pt x="32" y="11"/>
                    </a:cubicBezTo>
                    <a:cubicBezTo>
                      <a:pt x="34" y="13"/>
                      <a:pt x="36" y="15"/>
                      <a:pt x="37" y="17"/>
                    </a:cubicBezTo>
                    <a:cubicBezTo>
                      <a:pt x="39" y="20"/>
                      <a:pt x="41" y="22"/>
                      <a:pt x="39" y="25"/>
                    </a:cubicBezTo>
                    <a:cubicBezTo>
                      <a:pt x="35" y="29"/>
                      <a:pt x="32" y="25"/>
                      <a:pt x="28" y="23"/>
                    </a:cubicBezTo>
                    <a:cubicBezTo>
                      <a:pt x="22" y="19"/>
                      <a:pt x="16" y="15"/>
                      <a:pt x="9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4" name="Freeform 2174">
                <a:extLst>
                  <a:ext uri="{FF2B5EF4-FFF2-40B4-BE49-F238E27FC236}">
                    <a16:creationId xmlns:a16="http://schemas.microsoft.com/office/drawing/2014/main" id="{533EF335-2C90-EB46-BC03-9B935A56C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3415"/>
                <a:ext cx="39" cy="16"/>
              </a:xfrm>
              <a:custGeom>
                <a:avLst/>
                <a:gdLst>
                  <a:gd name="T0" fmla="*/ 1 w 96"/>
                  <a:gd name="T1" fmla="*/ 18 h 39"/>
                  <a:gd name="T2" fmla="*/ 9 w 96"/>
                  <a:gd name="T3" fmla="*/ 15 h 39"/>
                  <a:gd name="T4" fmla="*/ 13 w 96"/>
                  <a:gd name="T5" fmla="*/ 2 h 39"/>
                  <a:gd name="T6" fmla="*/ 40 w 96"/>
                  <a:gd name="T7" fmla="*/ 4 h 39"/>
                  <a:gd name="T8" fmla="*/ 66 w 96"/>
                  <a:gd name="T9" fmla="*/ 12 h 39"/>
                  <a:gd name="T10" fmla="*/ 87 w 96"/>
                  <a:gd name="T11" fmla="*/ 17 h 39"/>
                  <a:gd name="T12" fmla="*/ 93 w 96"/>
                  <a:gd name="T13" fmla="*/ 28 h 39"/>
                  <a:gd name="T14" fmla="*/ 83 w 96"/>
                  <a:gd name="T15" fmla="*/ 29 h 39"/>
                  <a:gd name="T16" fmla="*/ 73 w 96"/>
                  <a:gd name="T17" fmla="*/ 31 h 39"/>
                  <a:gd name="T18" fmla="*/ 57 w 96"/>
                  <a:gd name="T19" fmla="*/ 38 h 39"/>
                  <a:gd name="T20" fmla="*/ 31 w 96"/>
                  <a:gd name="T21" fmla="*/ 34 h 39"/>
                  <a:gd name="T22" fmla="*/ 11 w 96"/>
                  <a:gd name="T23" fmla="*/ 29 h 39"/>
                  <a:gd name="T24" fmla="*/ 6 w 96"/>
                  <a:gd name="T25" fmla="*/ 25 h 39"/>
                  <a:gd name="T26" fmla="*/ 1 w 96"/>
                  <a:gd name="T27" fmla="*/ 1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39">
                    <a:moveTo>
                      <a:pt x="1" y="18"/>
                    </a:moveTo>
                    <a:cubicBezTo>
                      <a:pt x="2" y="16"/>
                      <a:pt x="7" y="17"/>
                      <a:pt x="9" y="15"/>
                    </a:cubicBezTo>
                    <a:cubicBezTo>
                      <a:pt x="14" y="12"/>
                      <a:pt x="4" y="5"/>
                      <a:pt x="13" y="2"/>
                    </a:cubicBezTo>
                    <a:cubicBezTo>
                      <a:pt x="22" y="0"/>
                      <a:pt x="32" y="3"/>
                      <a:pt x="40" y="4"/>
                    </a:cubicBezTo>
                    <a:cubicBezTo>
                      <a:pt x="49" y="6"/>
                      <a:pt x="58" y="10"/>
                      <a:pt x="66" y="12"/>
                    </a:cubicBezTo>
                    <a:cubicBezTo>
                      <a:pt x="73" y="13"/>
                      <a:pt x="82" y="12"/>
                      <a:pt x="87" y="17"/>
                    </a:cubicBezTo>
                    <a:cubicBezTo>
                      <a:pt x="89" y="18"/>
                      <a:pt x="96" y="26"/>
                      <a:pt x="93" y="28"/>
                    </a:cubicBezTo>
                    <a:cubicBezTo>
                      <a:pt x="90" y="29"/>
                      <a:pt x="86" y="29"/>
                      <a:pt x="83" y="29"/>
                    </a:cubicBezTo>
                    <a:cubicBezTo>
                      <a:pt x="80" y="29"/>
                      <a:pt x="76" y="30"/>
                      <a:pt x="73" y="31"/>
                    </a:cubicBezTo>
                    <a:cubicBezTo>
                      <a:pt x="68" y="33"/>
                      <a:pt x="63" y="37"/>
                      <a:pt x="57" y="38"/>
                    </a:cubicBezTo>
                    <a:cubicBezTo>
                      <a:pt x="48" y="39"/>
                      <a:pt x="39" y="36"/>
                      <a:pt x="31" y="34"/>
                    </a:cubicBezTo>
                    <a:cubicBezTo>
                      <a:pt x="24" y="33"/>
                      <a:pt x="17" y="32"/>
                      <a:pt x="11" y="29"/>
                    </a:cubicBezTo>
                    <a:cubicBezTo>
                      <a:pt x="9" y="28"/>
                      <a:pt x="8" y="26"/>
                      <a:pt x="6" y="25"/>
                    </a:cubicBezTo>
                    <a:cubicBezTo>
                      <a:pt x="4" y="23"/>
                      <a:pt x="0" y="21"/>
                      <a:pt x="1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5" name="Freeform 2175">
                <a:extLst>
                  <a:ext uri="{FF2B5EF4-FFF2-40B4-BE49-F238E27FC236}">
                    <a16:creationId xmlns:a16="http://schemas.microsoft.com/office/drawing/2014/main" id="{E879FD29-5E93-2E4F-8926-95C81ABA8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3406"/>
                <a:ext cx="4" cy="5"/>
              </a:xfrm>
              <a:custGeom>
                <a:avLst/>
                <a:gdLst>
                  <a:gd name="T0" fmla="*/ 9 w 10"/>
                  <a:gd name="T1" fmla="*/ 4 h 13"/>
                  <a:gd name="T2" fmla="*/ 10 w 10"/>
                  <a:gd name="T3" fmla="*/ 6 h 13"/>
                  <a:gd name="T4" fmla="*/ 8 w 10"/>
                  <a:gd name="T5" fmla="*/ 8 h 13"/>
                  <a:gd name="T6" fmla="*/ 5 w 10"/>
                  <a:gd name="T7" fmla="*/ 12 h 13"/>
                  <a:gd name="T8" fmla="*/ 1 w 10"/>
                  <a:gd name="T9" fmla="*/ 10 h 13"/>
                  <a:gd name="T10" fmla="*/ 9 w 10"/>
                  <a:gd name="T1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3">
                    <a:moveTo>
                      <a:pt x="9" y="4"/>
                    </a:moveTo>
                    <a:cubicBezTo>
                      <a:pt x="10" y="4"/>
                      <a:pt x="10" y="5"/>
                      <a:pt x="10" y="6"/>
                    </a:cubicBezTo>
                    <a:cubicBezTo>
                      <a:pt x="10" y="7"/>
                      <a:pt x="9" y="7"/>
                      <a:pt x="8" y="8"/>
                    </a:cubicBezTo>
                    <a:cubicBezTo>
                      <a:pt x="7" y="10"/>
                      <a:pt x="7" y="12"/>
                      <a:pt x="5" y="12"/>
                    </a:cubicBezTo>
                    <a:cubicBezTo>
                      <a:pt x="3" y="13"/>
                      <a:pt x="2" y="12"/>
                      <a:pt x="1" y="10"/>
                    </a:cubicBezTo>
                    <a:cubicBezTo>
                      <a:pt x="0" y="7"/>
                      <a:pt x="5" y="0"/>
                      <a:pt x="9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6" name="Freeform 2176">
                <a:extLst>
                  <a:ext uri="{FF2B5EF4-FFF2-40B4-BE49-F238E27FC236}">
                    <a16:creationId xmlns:a16="http://schemas.microsoft.com/office/drawing/2014/main" id="{39C07BAB-9A3B-F344-A488-144BF7F5A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3407"/>
                <a:ext cx="4" cy="2"/>
              </a:xfrm>
              <a:custGeom>
                <a:avLst/>
                <a:gdLst>
                  <a:gd name="T0" fmla="*/ 7 w 10"/>
                  <a:gd name="T1" fmla="*/ 6 h 7"/>
                  <a:gd name="T2" fmla="*/ 5 w 10"/>
                  <a:gd name="T3" fmla="*/ 7 h 7"/>
                  <a:gd name="T4" fmla="*/ 1 w 10"/>
                  <a:gd name="T5" fmla="*/ 4 h 7"/>
                  <a:gd name="T6" fmla="*/ 7 w 10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7" y="6"/>
                    </a:moveTo>
                    <a:cubicBezTo>
                      <a:pt x="7" y="7"/>
                      <a:pt x="6" y="7"/>
                      <a:pt x="5" y="7"/>
                    </a:cubicBezTo>
                    <a:cubicBezTo>
                      <a:pt x="3" y="7"/>
                      <a:pt x="0" y="6"/>
                      <a:pt x="1" y="4"/>
                    </a:cubicBezTo>
                    <a:cubicBezTo>
                      <a:pt x="2" y="0"/>
                      <a:pt x="10" y="4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7" name="Freeform 2177">
                <a:extLst>
                  <a:ext uri="{FF2B5EF4-FFF2-40B4-BE49-F238E27FC236}">
                    <a16:creationId xmlns:a16="http://schemas.microsoft.com/office/drawing/2014/main" id="{E7D4398F-64EF-F043-A9B3-04F0381C4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3217"/>
                <a:ext cx="27" cy="30"/>
              </a:xfrm>
              <a:custGeom>
                <a:avLst/>
                <a:gdLst>
                  <a:gd name="T0" fmla="*/ 2 w 67"/>
                  <a:gd name="T1" fmla="*/ 40 h 74"/>
                  <a:gd name="T2" fmla="*/ 1 w 67"/>
                  <a:gd name="T3" fmla="*/ 37 h 74"/>
                  <a:gd name="T4" fmla="*/ 5 w 67"/>
                  <a:gd name="T5" fmla="*/ 30 h 74"/>
                  <a:gd name="T6" fmla="*/ 18 w 67"/>
                  <a:gd name="T7" fmla="*/ 24 h 74"/>
                  <a:gd name="T8" fmla="*/ 20 w 67"/>
                  <a:gd name="T9" fmla="*/ 13 h 74"/>
                  <a:gd name="T10" fmla="*/ 21 w 67"/>
                  <a:gd name="T11" fmla="*/ 2 h 74"/>
                  <a:gd name="T12" fmla="*/ 25 w 67"/>
                  <a:gd name="T13" fmla="*/ 1 h 74"/>
                  <a:gd name="T14" fmla="*/ 27 w 67"/>
                  <a:gd name="T15" fmla="*/ 7 h 74"/>
                  <a:gd name="T16" fmla="*/ 31 w 67"/>
                  <a:gd name="T17" fmla="*/ 21 h 74"/>
                  <a:gd name="T18" fmla="*/ 36 w 67"/>
                  <a:gd name="T19" fmla="*/ 19 h 74"/>
                  <a:gd name="T20" fmla="*/ 41 w 67"/>
                  <a:gd name="T21" fmla="*/ 19 h 74"/>
                  <a:gd name="T22" fmla="*/ 46 w 67"/>
                  <a:gd name="T23" fmla="*/ 21 h 74"/>
                  <a:gd name="T24" fmla="*/ 46 w 67"/>
                  <a:gd name="T25" fmla="*/ 25 h 74"/>
                  <a:gd name="T26" fmla="*/ 46 w 67"/>
                  <a:gd name="T27" fmla="*/ 34 h 74"/>
                  <a:gd name="T28" fmla="*/ 52 w 67"/>
                  <a:gd name="T29" fmla="*/ 40 h 74"/>
                  <a:gd name="T30" fmla="*/ 56 w 67"/>
                  <a:gd name="T31" fmla="*/ 51 h 74"/>
                  <a:gd name="T32" fmla="*/ 63 w 67"/>
                  <a:gd name="T33" fmla="*/ 54 h 74"/>
                  <a:gd name="T34" fmla="*/ 67 w 67"/>
                  <a:gd name="T35" fmla="*/ 63 h 74"/>
                  <a:gd name="T36" fmla="*/ 60 w 67"/>
                  <a:gd name="T37" fmla="*/ 69 h 74"/>
                  <a:gd name="T38" fmla="*/ 54 w 67"/>
                  <a:gd name="T39" fmla="*/ 74 h 74"/>
                  <a:gd name="T40" fmla="*/ 47 w 67"/>
                  <a:gd name="T41" fmla="*/ 69 h 74"/>
                  <a:gd name="T42" fmla="*/ 41 w 67"/>
                  <a:gd name="T43" fmla="*/ 58 h 74"/>
                  <a:gd name="T44" fmla="*/ 31 w 67"/>
                  <a:gd name="T45" fmla="*/ 50 h 74"/>
                  <a:gd name="T46" fmla="*/ 18 w 67"/>
                  <a:gd name="T47" fmla="*/ 50 h 74"/>
                  <a:gd name="T48" fmla="*/ 12 w 67"/>
                  <a:gd name="T49" fmla="*/ 48 h 74"/>
                  <a:gd name="T50" fmla="*/ 10 w 67"/>
                  <a:gd name="T51" fmla="*/ 45 h 74"/>
                  <a:gd name="T52" fmla="*/ 8 w 67"/>
                  <a:gd name="T53" fmla="*/ 44 h 74"/>
                  <a:gd name="T54" fmla="*/ 6 w 67"/>
                  <a:gd name="T55" fmla="*/ 43 h 74"/>
                  <a:gd name="T56" fmla="*/ 5 w 67"/>
                  <a:gd name="T57" fmla="*/ 41 h 74"/>
                  <a:gd name="T58" fmla="*/ 2 w 67"/>
                  <a:gd name="T59" fmla="*/ 40 h 74"/>
                  <a:gd name="T60" fmla="*/ 2 w 67"/>
                  <a:gd name="T6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7" h="74">
                    <a:moveTo>
                      <a:pt x="2" y="40"/>
                    </a:moveTo>
                    <a:cubicBezTo>
                      <a:pt x="1" y="39"/>
                      <a:pt x="1" y="38"/>
                      <a:pt x="1" y="37"/>
                    </a:cubicBezTo>
                    <a:cubicBezTo>
                      <a:pt x="0" y="35"/>
                      <a:pt x="3" y="32"/>
                      <a:pt x="5" y="30"/>
                    </a:cubicBezTo>
                    <a:cubicBezTo>
                      <a:pt x="9" y="28"/>
                      <a:pt x="14" y="28"/>
                      <a:pt x="18" y="24"/>
                    </a:cubicBezTo>
                    <a:cubicBezTo>
                      <a:pt x="21" y="21"/>
                      <a:pt x="20" y="17"/>
                      <a:pt x="20" y="13"/>
                    </a:cubicBezTo>
                    <a:cubicBezTo>
                      <a:pt x="20" y="10"/>
                      <a:pt x="19" y="4"/>
                      <a:pt x="21" y="2"/>
                    </a:cubicBezTo>
                    <a:cubicBezTo>
                      <a:pt x="22" y="0"/>
                      <a:pt x="24" y="0"/>
                      <a:pt x="25" y="1"/>
                    </a:cubicBezTo>
                    <a:cubicBezTo>
                      <a:pt x="27" y="2"/>
                      <a:pt x="27" y="5"/>
                      <a:pt x="27" y="7"/>
                    </a:cubicBezTo>
                    <a:cubicBezTo>
                      <a:pt x="27" y="11"/>
                      <a:pt x="26" y="20"/>
                      <a:pt x="31" y="21"/>
                    </a:cubicBezTo>
                    <a:cubicBezTo>
                      <a:pt x="33" y="21"/>
                      <a:pt x="35" y="20"/>
                      <a:pt x="36" y="19"/>
                    </a:cubicBezTo>
                    <a:cubicBezTo>
                      <a:pt x="38" y="18"/>
                      <a:pt x="40" y="18"/>
                      <a:pt x="41" y="19"/>
                    </a:cubicBezTo>
                    <a:cubicBezTo>
                      <a:pt x="43" y="19"/>
                      <a:pt x="45" y="19"/>
                      <a:pt x="46" y="21"/>
                    </a:cubicBezTo>
                    <a:cubicBezTo>
                      <a:pt x="47" y="22"/>
                      <a:pt x="46" y="24"/>
                      <a:pt x="46" y="25"/>
                    </a:cubicBezTo>
                    <a:cubicBezTo>
                      <a:pt x="44" y="29"/>
                      <a:pt x="43" y="31"/>
                      <a:pt x="46" y="34"/>
                    </a:cubicBezTo>
                    <a:cubicBezTo>
                      <a:pt x="48" y="37"/>
                      <a:pt x="50" y="38"/>
                      <a:pt x="52" y="40"/>
                    </a:cubicBezTo>
                    <a:cubicBezTo>
                      <a:pt x="55" y="43"/>
                      <a:pt x="55" y="47"/>
                      <a:pt x="56" y="51"/>
                    </a:cubicBezTo>
                    <a:cubicBezTo>
                      <a:pt x="57" y="54"/>
                      <a:pt x="60" y="52"/>
                      <a:pt x="63" y="54"/>
                    </a:cubicBezTo>
                    <a:cubicBezTo>
                      <a:pt x="66" y="55"/>
                      <a:pt x="67" y="60"/>
                      <a:pt x="67" y="63"/>
                    </a:cubicBezTo>
                    <a:cubicBezTo>
                      <a:pt x="66" y="67"/>
                      <a:pt x="62" y="67"/>
                      <a:pt x="60" y="69"/>
                    </a:cubicBezTo>
                    <a:cubicBezTo>
                      <a:pt x="58" y="71"/>
                      <a:pt x="57" y="73"/>
                      <a:pt x="54" y="74"/>
                    </a:cubicBezTo>
                    <a:cubicBezTo>
                      <a:pt x="51" y="74"/>
                      <a:pt x="48" y="72"/>
                      <a:pt x="47" y="69"/>
                    </a:cubicBezTo>
                    <a:cubicBezTo>
                      <a:pt x="46" y="65"/>
                      <a:pt x="43" y="62"/>
                      <a:pt x="41" y="58"/>
                    </a:cubicBezTo>
                    <a:cubicBezTo>
                      <a:pt x="38" y="55"/>
                      <a:pt x="35" y="52"/>
                      <a:pt x="31" y="50"/>
                    </a:cubicBezTo>
                    <a:cubicBezTo>
                      <a:pt x="27" y="49"/>
                      <a:pt x="23" y="50"/>
                      <a:pt x="18" y="50"/>
                    </a:cubicBezTo>
                    <a:cubicBezTo>
                      <a:pt x="17" y="49"/>
                      <a:pt x="14" y="49"/>
                      <a:pt x="12" y="48"/>
                    </a:cubicBezTo>
                    <a:cubicBezTo>
                      <a:pt x="11" y="47"/>
                      <a:pt x="11" y="46"/>
                      <a:pt x="10" y="45"/>
                    </a:cubicBezTo>
                    <a:cubicBezTo>
                      <a:pt x="10" y="44"/>
                      <a:pt x="9" y="44"/>
                      <a:pt x="8" y="44"/>
                    </a:cubicBezTo>
                    <a:cubicBezTo>
                      <a:pt x="7" y="44"/>
                      <a:pt x="6" y="44"/>
                      <a:pt x="6" y="43"/>
                    </a:cubicBezTo>
                    <a:cubicBezTo>
                      <a:pt x="5" y="43"/>
                      <a:pt x="5" y="42"/>
                      <a:pt x="5" y="41"/>
                    </a:cubicBezTo>
                    <a:cubicBezTo>
                      <a:pt x="5" y="41"/>
                      <a:pt x="2" y="41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8" name="Freeform 2178">
                <a:extLst>
                  <a:ext uri="{FF2B5EF4-FFF2-40B4-BE49-F238E27FC236}">
                    <a16:creationId xmlns:a16="http://schemas.microsoft.com/office/drawing/2014/main" id="{EDAA4186-5990-924D-B7D6-ABE62FCFE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077"/>
                <a:ext cx="470" cy="392"/>
              </a:xfrm>
              <a:custGeom>
                <a:avLst/>
                <a:gdLst>
                  <a:gd name="T0" fmla="*/ 1028 w 1157"/>
                  <a:gd name="T1" fmla="*/ 444 h 963"/>
                  <a:gd name="T2" fmla="*/ 1017 w 1157"/>
                  <a:gd name="T3" fmla="*/ 389 h 963"/>
                  <a:gd name="T4" fmla="*/ 932 w 1157"/>
                  <a:gd name="T5" fmla="*/ 378 h 963"/>
                  <a:gd name="T6" fmla="*/ 873 w 1157"/>
                  <a:gd name="T7" fmla="*/ 385 h 963"/>
                  <a:gd name="T8" fmla="*/ 792 w 1157"/>
                  <a:gd name="T9" fmla="*/ 380 h 963"/>
                  <a:gd name="T10" fmla="*/ 740 w 1157"/>
                  <a:gd name="T11" fmla="*/ 368 h 963"/>
                  <a:gd name="T12" fmla="*/ 647 w 1157"/>
                  <a:gd name="T13" fmla="*/ 372 h 963"/>
                  <a:gd name="T14" fmla="*/ 442 w 1157"/>
                  <a:gd name="T15" fmla="*/ 403 h 963"/>
                  <a:gd name="T16" fmla="*/ 501 w 1157"/>
                  <a:gd name="T17" fmla="*/ 552 h 963"/>
                  <a:gd name="T18" fmla="*/ 615 w 1157"/>
                  <a:gd name="T19" fmla="*/ 699 h 963"/>
                  <a:gd name="T20" fmla="*/ 740 w 1157"/>
                  <a:gd name="T21" fmla="*/ 869 h 963"/>
                  <a:gd name="T22" fmla="*/ 800 w 1157"/>
                  <a:gd name="T23" fmla="*/ 960 h 963"/>
                  <a:gd name="T24" fmla="*/ 745 w 1157"/>
                  <a:gd name="T25" fmla="*/ 911 h 963"/>
                  <a:gd name="T26" fmla="*/ 701 w 1157"/>
                  <a:gd name="T27" fmla="*/ 883 h 963"/>
                  <a:gd name="T28" fmla="*/ 659 w 1157"/>
                  <a:gd name="T29" fmla="*/ 836 h 963"/>
                  <a:gd name="T30" fmla="*/ 595 w 1157"/>
                  <a:gd name="T31" fmla="*/ 812 h 963"/>
                  <a:gd name="T32" fmla="*/ 558 w 1157"/>
                  <a:gd name="T33" fmla="*/ 797 h 963"/>
                  <a:gd name="T34" fmla="*/ 532 w 1157"/>
                  <a:gd name="T35" fmla="*/ 794 h 963"/>
                  <a:gd name="T36" fmla="*/ 528 w 1157"/>
                  <a:gd name="T37" fmla="*/ 805 h 963"/>
                  <a:gd name="T38" fmla="*/ 508 w 1157"/>
                  <a:gd name="T39" fmla="*/ 797 h 963"/>
                  <a:gd name="T40" fmla="*/ 477 w 1157"/>
                  <a:gd name="T41" fmla="*/ 805 h 963"/>
                  <a:gd name="T42" fmla="*/ 459 w 1157"/>
                  <a:gd name="T43" fmla="*/ 773 h 963"/>
                  <a:gd name="T44" fmla="*/ 454 w 1157"/>
                  <a:gd name="T45" fmla="*/ 748 h 963"/>
                  <a:gd name="T46" fmla="*/ 446 w 1157"/>
                  <a:gd name="T47" fmla="*/ 720 h 963"/>
                  <a:gd name="T48" fmla="*/ 403 w 1157"/>
                  <a:gd name="T49" fmla="*/ 722 h 963"/>
                  <a:gd name="T50" fmla="*/ 381 w 1157"/>
                  <a:gd name="T51" fmla="*/ 694 h 963"/>
                  <a:gd name="T52" fmla="*/ 348 w 1157"/>
                  <a:gd name="T53" fmla="*/ 663 h 963"/>
                  <a:gd name="T54" fmla="*/ 313 w 1157"/>
                  <a:gd name="T55" fmla="*/ 622 h 963"/>
                  <a:gd name="T56" fmla="*/ 308 w 1157"/>
                  <a:gd name="T57" fmla="*/ 593 h 963"/>
                  <a:gd name="T58" fmla="*/ 336 w 1157"/>
                  <a:gd name="T59" fmla="*/ 599 h 963"/>
                  <a:gd name="T60" fmla="*/ 375 w 1157"/>
                  <a:gd name="T61" fmla="*/ 602 h 963"/>
                  <a:gd name="T62" fmla="*/ 401 w 1157"/>
                  <a:gd name="T63" fmla="*/ 631 h 963"/>
                  <a:gd name="T64" fmla="*/ 364 w 1157"/>
                  <a:gd name="T65" fmla="*/ 588 h 963"/>
                  <a:gd name="T66" fmla="*/ 310 w 1157"/>
                  <a:gd name="T67" fmla="*/ 542 h 963"/>
                  <a:gd name="T68" fmla="*/ 275 w 1157"/>
                  <a:gd name="T69" fmla="*/ 496 h 963"/>
                  <a:gd name="T70" fmla="*/ 273 w 1157"/>
                  <a:gd name="T71" fmla="*/ 414 h 963"/>
                  <a:gd name="T72" fmla="*/ 239 w 1157"/>
                  <a:gd name="T73" fmla="*/ 363 h 963"/>
                  <a:gd name="T74" fmla="*/ 189 w 1157"/>
                  <a:gd name="T75" fmla="*/ 321 h 963"/>
                  <a:gd name="T76" fmla="*/ 155 w 1157"/>
                  <a:gd name="T77" fmla="*/ 315 h 963"/>
                  <a:gd name="T78" fmla="*/ 135 w 1157"/>
                  <a:gd name="T79" fmla="*/ 366 h 963"/>
                  <a:gd name="T80" fmla="*/ 107 w 1157"/>
                  <a:gd name="T81" fmla="*/ 411 h 963"/>
                  <a:gd name="T82" fmla="*/ 99 w 1157"/>
                  <a:gd name="T83" fmla="*/ 396 h 963"/>
                  <a:gd name="T84" fmla="*/ 85 w 1157"/>
                  <a:gd name="T85" fmla="*/ 445 h 963"/>
                  <a:gd name="T86" fmla="*/ 62 w 1157"/>
                  <a:gd name="T87" fmla="*/ 442 h 963"/>
                  <a:gd name="T88" fmla="*/ 47 w 1157"/>
                  <a:gd name="T89" fmla="*/ 408 h 963"/>
                  <a:gd name="T90" fmla="*/ 21 w 1157"/>
                  <a:gd name="T91" fmla="*/ 376 h 963"/>
                  <a:gd name="T92" fmla="*/ 21 w 1157"/>
                  <a:gd name="T93" fmla="*/ 354 h 963"/>
                  <a:gd name="T94" fmla="*/ 12 w 1157"/>
                  <a:gd name="T95" fmla="*/ 316 h 963"/>
                  <a:gd name="T96" fmla="*/ 1 w 1157"/>
                  <a:gd name="T97" fmla="*/ 266 h 963"/>
                  <a:gd name="T98" fmla="*/ 94 w 1157"/>
                  <a:gd name="T99" fmla="*/ 279 h 963"/>
                  <a:gd name="T100" fmla="*/ 209 w 1157"/>
                  <a:gd name="T101" fmla="*/ 229 h 963"/>
                  <a:gd name="T102" fmla="*/ 352 w 1157"/>
                  <a:gd name="T103" fmla="*/ 251 h 963"/>
                  <a:gd name="T104" fmla="*/ 405 w 1157"/>
                  <a:gd name="T105" fmla="*/ 106 h 963"/>
                  <a:gd name="T106" fmla="*/ 546 w 1157"/>
                  <a:gd name="T107" fmla="*/ 33 h 963"/>
                  <a:gd name="T108" fmla="*/ 670 w 1157"/>
                  <a:gd name="T109" fmla="*/ 78 h 963"/>
                  <a:gd name="T110" fmla="*/ 833 w 1157"/>
                  <a:gd name="T111" fmla="*/ 186 h 963"/>
                  <a:gd name="T112" fmla="*/ 995 w 1157"/>
                  <a:gd name="T113" fmla="*/ 167 h 963"/>
                  <a:gd name="T114" fmla="*/ 1069 w 1157"/>
                  <a:gd name="T115" fmla="*/ 239 h 963"/>
                  <a:gd name="T116" fmla="*/ 1099 w 1157"/>
                  <a:gd name="T117" fmla="*/ 280 h 963"/>
                  <a:gd name="T118" fmla="*/ 1132 w 1157"/>
                  <a:gd name="T119" fmla="*/ 349 h 9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57" h="963">
                    <a:moveTo>
                      <a:pt x="1105" y="409"/>
                    </a:moveTo>
                    <a:cubicBezTo>
                      <a:pt x="1107" y="442"/>
                      <a:pt x="1107" y="442"/>
                      <a:pt x="1107" y="442"/>
                    </a:cubicBezTo>
                    <a:cubicBezTo>
                      <a:pt x="1062" y="462"/>
                      <a:pt x="1062" y="462"/>
                      <a:pt x="1062" y="462"/>
                    </a:cubicBezTo>
                    <a:cubicBezTo>
                      <a:pt x="1049" y="448"/>
                      <a:pt x="1049" y="448"/>
                      <a:pt x="1049" y="448"/>
                    </a:cubicBezTo>
                    <a:cubicBezTo>
                      <a:pt x="1031" y="448"/>
                      <a:pt x="1031" y="448"/>
                      <a:pt x="1031" y="448"/>
                    </a:cubicBezTo>
                    <a:cubicBezTo>
                      <a:pt x="1028" y="444"/>
                      <a:pt x="1028" y="444"/>
                      <a:pt x="1028" y="444"/>
                    </a:cubicBezTo>
                    <a:cubicBezTo>
                      <a:pt x="1027" y="439"/>
                      <a:pt x="1027" y="439"/>
                      <a:pt x="1027" y="439"/>
                    </a:cubicBezTo>
                    <a:cubicBezTo>
                      <a:pt x="1037" y="438"/>
                      <a:pt x="1037" y="438"/>
                      <a:pt x="1037" y="438"/>
                    </a:cubicBezTo>
                    <a:cubicBezTo>
                      <a:pt x="1039" y="435"/>
                      <a:pt x="1039" y="435"/>
                      <a:pt x="1039" y="435"/>
                    </a:cubicBezTo>
                    <a:cubicBezTo>
                      <a:pt x="1032" y="418"/>
                      <a:pt x="1032" y="418"/>
                      <a:pt x="1032" y="418"/>
                    </a:cubicBezTo>
                    <a:cubicBezTo>
                      <a:pt x="1022" y="417"/>
                      <a:pt x="1022" y="417"/>
                      <a:pt x="1022" y="417"/>
                    </a:cubicBezTo>
                    <a:cubicBezTo>
                      <a:pt x="1017" y="389"/>
                      <a:pt x="1017" y="389"/>
                      <a:pt x="1017" y="389"/>
                    </a:cubicBezTo>
                    <a:cubicBezTo>
                      <a:pt x="1007" y="404"/>
                      <a:pt x="1007" y="404"/>
                      <a:pt x="1007" y="404"/>
                    </a:cubicBezTo>
                    <a:cubicBezTo>
                      <a:pt x="996" y="396"/>
                      <a:pt x="996" y="396"/>
                      <a:pt x="996" y="396"/>
                    </a:cubicBezTo>
                    <a:cubicBezTo>
                      <a:pt x="978" y="403"/>
                      <a:pt x="978" y="403"/>
                      <a:pt x="978" y="403"/>
                    </a:cubicBezTo>
                    <a:cubicBezTo>
                      <a:pt x="964" y="392"/>
                      <a:pt x="964" y="392"/>
                      <a:pt x="964" y="392"/>
                    </a:cubicBezTo>
                    <a:cubicBezTo>
                      <a:pt x="945" y="392"/>
                      <a:pt x="945" y="392"/>
                      <a:pt x="945" y="392"/>
                    </a:cubicBezTo>
                    <a:cubicBezTo>
                      <a:pt x="932" y="378"/>
                      <a:pt x="932" y="378"/>
                      <a:pt x="932" y="378"/>
                    </a:cubicBezTo>
                    <a:cubicBezTo>
                      <a:pt x="924" y="380"/>
                      <a:pt x="924" y="380"/>
                      <a:pt x="924" y="380"/>
                    </a:cubicBezTo>
                    <a:cubicBezTo>
                      <a:pt x="923" y="396"/>
                      <a:pt x="923" y="396"/>
                      <a:pt x="923" y="396"/>
                    </a:cubicBezTo>
                    <a:cubicBezTo>
                      <a:pt x="896" y="397"/>
                      <a:pt x="896" y="397"/>
                      <a:pt x="896" y="397"/>
                    </a:cubicBezTo>
                    <a:cubicBezTo>
                      <a:pt x="894" y="389"/>
                      <a:pt x="894" y="389"/>
                      <a:pt x="894" y="389"/>
                    </a:cubicBezTo>
                    <a:cubicBezTo>
                      <a:pt x="888" y="382"/>
                      <a:pt x="888" y="382"/>
                      <a:pt x="888" y="382"/>
                    </a:cubicBezTo>
                    <a:cubicBezTo>
                      <a:pt x="873" y="385"/>
                      <a:pt x="873" y="385"/>
                      <a:pt x="873" y="385"/>
                    </a:cubicBezTo>
                    <a:cubicBezTo>
                      <a:pt x="863" y="407"/>
                      <a:pt x="863" y="407"/>
                      <a:pt x="863" y="407"/>
                    </a:cubicBezTo>
                    <a:cubicBezTo>
                      <a:pt x="846" y="407"/>
                      <a:pt x="846" y="407"/>
                      <a:pt x="846" y="407"/>
                    </a:cubicBezTo>
                    <a:cubicBezTo>
                      <a:pt x="822" y="383"/>
                      <a:pt x="822" y="383"/>
                      <a:pt x="822" y="383"/>
                    </a:cubicBezTo>
                    <a:cubicBezTo>
                      <a:pt x="813" y="385"/>
                      <a:pt x="813" y="385"/>
                      <a:pt x="813" y="385"/>
                    </a:cubicBezTo>
                    <a:cubicBezTo>
                      <a:pt x="801" y="391"/>
                      <a:pt x="801" y="391"/>
                      <a:pt x="801" y="391"/>
                    </a:cubicBezTo>
                    <a:cubicBezTo>
                      <a:pt x="792" y="380"/>
                      <a:pt x="792" y="380"/>
                      <a:pt x="792" y="380"/>
                    </a:cubicBezTo>
                    <a:cubicBezTo>
                      <a:pt x="783" y="396"/>
                      <a:pt x="783" y="396"/>
                      <a:pt x="783" y="396"/>
                    </a:cubicBezTo>
                    <a:cubicBezTo>
                      <a:pt x="778" y="383"/>
                      <a:pt x="778" y="383"/>
                      <a:pt x="778" y="383"/>
                    </a:cubicBezTo>
                    <a:cubicBezTo>
                      <a:pt x="772" y="392"/>
                      <a:pt x="772" y="392"/>
                      <a:pt x="772" y="392"/>
                    </a:cubicBezTo>
                    <a:cubicBezTo>
                      <a:pt x="764" y="386"/>
                      <a:pt x="764" y="386"/>
                      <a:pt x="764" y="386"/>
                    </a:cubicBezTo>
                    <a:cubicBezTo>
                      <a:pt x="754" y="385"/>
                      <a:pt x="754" y="385"/>
                      <a:pt x="754" y="385"/>
                    </a:cubicBezTo>
                    <a:cubicBezTo>
                      <a:pt x="740" y="368"/>
                      <a:pt x="740" y="368"/>
                      <a:pt x="740" y="368"/>
                    </a:cubicBezTo>
                    <a:cubicBezTo>
                      <a:pt x="733" y="379"/>
                      <a:pt x="733" y="379"/>
                      <a:pt x="733" y="379"/>
                    </a:cubicBezTo>
                    <a:cubicBezTo>
                      <a:pt x="710" y="375"/>
                      <a:pt x="710" y="375"/>
                      <a:pt x="710" y="375"/>
                    </a:cubicBezTo>
                    <a:cubicBezTo>
                      <a:pt x="694" y="359"/>
                      <a:pt x="694" y="359"/>
                      <a:pt x="694" y="359"/>
                    </a:cubicBezTo>
                    <a:cubicBezTo>
                      <a:pt x="677" y="359"/>
                      <a:pt x="677" y="359"/>
                      <a:pt x="677" y="359"/>
                    </a:cubicBezTo>
                    <a:cubicBezTo>
                      <a:pt x="666" y="347"/>
                      <a:pt x="666" y="347"/>
                      <a:pt x="666" y="347"/>
                    </a:cubicBezTo>
                    <a:cubicBezTo>
                      <a:pt x="647" y="372"/>
                      <a:pt x="647" y="372"/>
                      <a:pt x="647" y="372"/>
                    </a:cubicBezTo>
                    <a:cubicBezTo>
                      <a:pt x="586" y="361"/>
                      <a:pt x="586" y="361"/>
                      <a:pt x="586" y="361"/>
                    </a:cubicBezTo>
                    <a:cubicBezTo>
                      <a:pt x="555" y="415"/>
                      <a:pt x="555" y="415"/>
                      <a:pt x="555" y="415"/>
                    </a:cubicBezTo>
                    <a:cubicBezTo>
                      <a:pt x="525" y="413"/>
                      <a:pt x="525" y="413"/>
                      <a:pt x="525" y="413"/>
                    </a:cubicBezTo>
                    <a:cubicBezTo>
                      <a:pt x="469" y="346"/>
                      <a:pt x="469" y="346"/>
                      <a:pt x="469" y="346"/>
                    </a:cubicBezTo>
                    <a:cubicBezTo>
                      <a:pt x="439" y="354"/>
                      <a:pt x="439" y="354"/>
                      <a:pt x="439" y="354"/>
                    </a:cubicBezTo>
                    <a:cubicBezTo>
                      <a:pt x="442" y="403"/>
                      <a:pt x="442" y="403"/>
                      <a:pt x="442" y="403"/>
                    </a:cubicBezTo>
                    <a:cubicBezTo>
                      <a:pt x="434" y="430"/>
                      <a:pt x="434" y="430"/>
                      <a:pt x="434" y="430"/>
                    </a:cubicBezTo>
                    <a:cubicBezTo>
                      <a:pt x="424" y="430"/>
                      <a:pt x="424" y="430"/>
                      <a:pt x="424" y="430"/>
                    </a:cubicBezTo>
                    <a:cubicBezTo>
                      <a:pt x="431" y="476"/>
                      <a:pt x="431" y="476"/>
                      <a:pt x="431" y="476"/>
                    </a:cubicBezTo>
                    <a:cubicBezTo>
                      <a:pt x="468" y="478"/>
                      <a:pt x="468" y="478"/>
                      <a:pt x="468" y="478"/>
                    </a:cubicBezTo>
                    <a:cubicBezTo>
                      <a:pt x="494" y="521"/>
                      <a:pt x="494" y="521"/>
                      <a:pt x="494" y="521"/>
                    </a:cubicBezTo>
                    <a:cubicBezTo>
                      <a:pt x="501" y="552"/>
                      <a:pt x="501" y="552"/>
                      <a:pt x="501" y="552"/>
                    </a:cubicBezTo>
                    <a:cubicBezTo>
                      <a:pt x="518" y="581"/>
                      <a:pt x="518" y="581"/>
                      <a:pt x="518" y="581"/>
                    </a:cubicBezTo>
                    <a:cubicBezTo>
                      <a:pt x="513" y="599"/>
                      <a:pt x="513" y="599"/>
                      <a:pt x="513" y="599"/>
                    </a:cubicBezTo>
                    <a:cubicBezTo>
                      <a:pt x="547" y="641"/>
                      <a:pt x="547" y="641"/>
                      <a:pt x="547" y="641"/>
                    </a:cubicBezTo>
                    <a:cubicBezTo>
                      <a:pt x="561" y="648"/>
                      <a:pt x="561" y="648"/>
                      <a:pt x="561" y="648"/>
                    </a:cubicBezTo>
                    <a:cubicBezTo>
                      <a:pt x="579" y="680"/>
                      <a:pt x="579" y="680"/>
                      <a:pt x="579" y="680"/>
                    </a:cubicBezTo>
                    <a:cubicBezTo>
                      <a:pt x="615" y="699"/>
                      <a:pt x="615" y="699"/>
                      <a:pt x="615" y="699"/>
                    </a:cubicBezTo>
                    <a:cubicBezTo>
                      <a:pt x="622" y="729"/>
                      <a:pt x="622" y="729"/>
                      <a:pt x="622" y="729"/>
                    </a:cubicBezTo>
                    <a:cubicBezTo>
                      <a:pt x="698" y="807"/>
                      <a:pt x="698" y="807"/>
                      <a:pt x="698" y="807"/>
                    </a:cubicBezTo>
                    <a:cubicBezTo>
                      <a:pt x="733" y="818"/>
                      <a:pt x="733" y="818"/>
                      <a:pt x="733" y="818"/>
                    </a:cubicBezTo>
                    <a:cubicBezTo>
                      <a:pt x="730" y="835"/>
                      <a:pt x="730" y="835"/>
                      <a:pt x="730" y="835"/>
                    </a:cubicBezTo>
                    <a:cubicBezTo>
                      <a:pt x="736" y="849"/>
                      <a:pt x="736" y="849"/>
                      <a:pt x="736" y="849"/>
                    </a:cubicBezTo>
                    <a:cubicBezTo>
                      <a:pt x="740" y="869"/>
                      <a:pt x="740" y="869"/>
                      <a:pt x="740" y="869"/>
                    </a:cubicBezTo>
                    <a:cubicBezTo>
                      <a:pt x="761" y="873"/>
                      <a:pt x="761" y="873"/>
                      <a:pt x="761" y="873"/>
                    </a:cubicBezTo>
                    <a:cubicBezTo>
                      <a:pt x="763" y="887"/>
                      <a:pt x="763" y="887"/>
                      <a:pt x="763" y="887"/>
                    </a:cubicBezTo>
                    <a:cubicBezTo>
                      <a:pt x="811" y="927"/>
                      <a:pt x="811" y="927"/>
                      <a:pt x="811" y="927"/>
                    </a:cubicBezTo>
                    <a:cubicBezTo>
                      <a:pt x="823" y="951"/>
                      <a:pt x="823" y="951"/>
                      <a:pt x="823" y="951"/>
                    </a:cubicBezTo>
                    <a:cubicBezTo>
                      <a:pt x="804" y="963"/>
                      <a:pt x="804" y="963"/>
                      <a:pt x="804" y="963"/>
                    </a:cubicBezTo>
                    <a:cubicBezTo>
                      <a:pt x="803" y="962"/>
                      <a:pt x="802" y="961"/>
                      <a:pt x="800" y="960"/>
                    </a:cubicBezTo>
                    <a:cubicBezTo>
                      <a:pt x="797" y="958"/>
                      <a:pt x="794" y="955"/>
                      <a:pt x="791" y="953"/>
                    </a:cubicBezTo>
                    <a:cubicBezTo>
                      <a:pt x="788" y="952"/>
                      <a:pt x="786" y="951"/>
                      <a:pt x="783" y="949"/>
                    </a:cubicBezTo>
                    <a:cubicBezTo>
                      <a:pt x="779" y="948"/>
                      <a:pt x="778" y="943"/>
                      <a:pt x="776" y="940"/>
                    </a:cubicBezTo>
                    <a:cubicBezTo>
                      <a:pt x="774" y="937"/>
                      <a:pt x="771" y="933"/>
                      <a:pt x="767" y="931"/>
                    </a:cubicBezTo>
                    <a:cubicBezTo>
                      <a:pt x="762" y="927"/>
                      <a:pt x="757" y="922"/>
                      <a:pt x="752" y="918"/>
                    </a:cubicBezTo>
                    <a:cubicBezTo>
                      <a:pt x="750" y="916"/>
                      <a:pt x="748" y="913"/>
                      <a:pt x="745" y="911"/>
                    </a:cubicBezTo>
                    <a:cubicBezTo>
                      <a:pt x="742" y="909"/>
                      <a:pt x="739" y="907"/>
                      <a:pt x="736" y="905"/>
                    </a:cubicBezTo>
                    <a:cubicBezTo>
                      <a:pt x="733" y="903"/>
                      <a:pt x="729" y="902"/>
                      <a:pt x="725" y="901"/>
                    </a:cubicBezTo>
                    <a:cubicBezTo>
                      <a:pt x="722" y="900"/>
                      <a:pt x="719" y="897"/>
                      <a:pt x="716" y="895"/>
                    </a:cubicBezTo>
                    <a:cubicBezTo>
                      <a:pt x="713" y="893"/>
                      <a:pt x="710" y="891"/>
                      <a:pt x="708" y="889"/>
                    </a:cubicBezTo>
                    <a:cubicBezTo>
                      <a:pt x="707" y="887"/>
                      <a:pt x="705" y="886"/>
                      <a:pt x="704" y="885"/>
                    </a:cubicBezTo>
                    <a:cubicBezTo>
                      <a:pt x="703" y="884"/>
                      <a:pt x="702" y="884"/>
                      <a:pt x="701" y="883"/>
                    </a:cubicBezTo>
                    <a:cubicBezTo>
                      <a:pt x="698" y="882"/>
                      <a:pt x="696" y="878"/>
                      <a:pt x="695" y="875"/>
                    </a:cubicBezTo>
                    <a:cubicBezTo>
                      <a:pt x="694" y="874"/>
                      <a:pt x="693" y="872"/>
                      <a:pt x="692" y="870"/>
                    </a:cubicBezTo>
                    <a:cubicBezTo>
                      <a:pt x="691" y="868"/>
                      <a:pt x="690" y="865"/>
                      <a:pt x="689" y="863"/>
                    </a:cubicBezTo>
                    <a:cubicBezTo>
                      <a:pt x="686" y="858"/>
                      <a:pt x="680" y="854"/>
                      <a:pt x="675" y="850"/>
                    </a:cubicBezTo>
                    <a:cubicBezTo>
                      <a:pt x="671" y="848"/>
                      <a:pt x="669" y="845"/>
                      <a:pt x="667" y="842"/>
                    </a:cubicBezTo>
                    <a:cubicBezTo>
                      <a:pt x="665" y="839"/>
                      <a:pt x="662" y="837"/>
                      <a:pt x="659" y="836"/>
                    </a:cubicBezTo>
                    <a:cubicBezTo>
                      <a:pt x="656" y="834"/>
                      <a:pt x="653" y="833"/>
                      <a:pt x="650" y="833"/>
                    </a:cubicBezTo>
                    <a:cubicBezTo>
                      <a:pt x="646" y="832"/>
                      <a:pt x="643" y="832"/>
                      <a:pt x="639" y="831"/>
                    </a:cubicBezTo>
                    <a:cubicBezTo>
                      <a:pt x="636" y="831"/>
                      <a:pt x="633" y="831"/>
                      <a:pt x="630" y="830"/>
                    </a:cubicBezTo>
                    <a:cubicBezTo>
                      <a:pt x="626" y="829"/>
                      <a:pt x="622" y="826"/>
                      <a:pt x="618" y="825"/>
                    </a:cubicBezTo>
                    <a:cubicBezTo>
                      <a:pt x="614" y="823"/>
                      <a:pt x="609" y="821"/>
                      <a:pt x="606" y="818"/>
                    </a:cubicBezTo>
                    <a:cubicBezTo>
                      <a:pt x="602" y="816"/>
                      <a:pt x="599" y="813"/>
                      <a:pt x="595" y="812"/>
                    </a:cubicBezTo>
                    <a:cubicBezTo>
                      <a:pt x="593" y="811"/>
                      <a:pt x="590" y="811"/>
                      <a:pt x="588" y="809"/>
                    </a:cubicBezTo>
                    <a:cubicBezTo>
                      <a:pt x="586" y="807"/>
                      <a:pt x="585" y="805"/>
                      <a:pt x="583" y="803"/>
                    </a:cubicBezTo>
                    <a:cubicBezTo>
                      <a:pt x="580" y="802"/>
                      <a:pt x="576" y="803"/>
                      <a:pt x="573" y="803"/>
                    </a:cubicBezTo>
                    <a:cubicBezTo>
                      <a:pt x="569" y="803"/>
                      <a:pt x="565" y="802"/>
                      <a:pt x="561" y="801"/>
                    </a:cubicBezTo>
                    <a:cubicBezTo>
                      <a:pt x="559" y="801"/>
                      <a:pt x="556" y="801"/>
                      <a:pt x="555" y="799"/>
                    </a:cubicBezTo>
                    <a:cubicBezTo>
                      <a:pt x="554" y="798"/>
                      <a:pt x="556" y="797"/>
                      <a:pt x="558" y="797"/>
                    </a:cubicBezTo>
                    <a:cubicBezTo>
                      <a:pt x="560" y="797"/>
                      <a:pt x="562" y="797"/>
                      <a:pt x="564" y="797"/>
                    </a:cubicBezTo>
                    <a:cubicBezTo>
                      <a:pt x="567" y="796"/>
                      <a:pt x="566" y="794"/>
                      <a:pt x="564" y="792"/>
                    </a:cubicBezTo>
                    <a:cubicBezTo>
                      <a:pt x="562" y="791"/>
                      <a:pt x="559" y="792"/>
                      <a:pt x="557" y="790"/>
                    </a:cubicBezTo>
                    <a:cubicBezTo>
                      <a:pt x="556" y="789"/>
                      <a:pt x="555" y="788"/>
                      <a:pt x="553" y="787"/>
                    </a:cubicBezTo>
                    <a:cubicBezTo>
                      <a:pt x="548" y="785"/>
                      <a:pt x="546" y="791"/>
                      <a:pt x="542" y="792"/>
                    </a:cubicBezTo>
                    <a:cubicBezTo>
                      <a:pt x="539" y="793"/>
                      <a:pt x="535" y="792"/>
                      <a:pt x="532" y="794"/>
                    </a:cubicBezTo>
                    <a:cubicBezTo>
                      <a:pt x="530" y="795"/>
                      <a:pt x="530" y="797"/>
                      <a:pt x="532" y="799"/>
                    </a:cubicBezTo>
                    <a:cubicBezTo>
                      <a:pt x="534" y="800"/>
                      <a:pt x="537" y="801"/>
                      <a:pt x="540" y="801"/>
                    </a:cubicBezTo>
                    <a:cubicBezTo>
                      <a:pt x="542" y="802"/>
                      <a:pt x="545" y="802"/>
                      <a:pt x="546" y="803"/>
                    </a:cubicBezTo>
                    <a:cubicBezTo>
                      <a:pt x="549" y="804"/>
                      <a:pt x="544" y="806"/>
                      <a:pt x="543" y="806"/>
                    </a:cubicBezTo>
                    <a:cubicBezTo>
                      <a:pt x="540" y="806"/>
                      <a:pt x="537" y="806"/>
                      <a:pt x="533" y="806"/>
                    </a:cubicBezTo>
                    <a:cubicBezTo>
                      <a:pt x="531" y="805"/>
                      <a:pt x="530" y="805"/>
                      <a:pt x="528" y="805"/>
                    </a:cubicBezTo>
                    <a:cubicBezTo>
                      <a:pt x="526" y="805"/>
                      <a:pt x="524" y="806"/>
                      <a:pt x="522" y="805"/>
                    </a:cubicBezTo>
                    <a:cubicBezTo>
                      <a:pt x="521" y="805"/>
                      <a:pt x="519" y="803"/>
                      <a:pt x="520" y="802"/>
                    </a:cubicBezTo>
                    <a:cubicBezTo>
                      <a:pt x="521" y="801"/>
                      <a:pt x="524" y="800"/>
                      <a:pt x="524" y="798"/>
                    </a:cubicBezTo>
                    <a:cubicBezTo>
                      <a:pt x="523" y="797"/>
                      <a:pt x="519" y="797"/>
                      <a:pt x="518" y="797"/>
                    </a:cubicBezTo>
                    <a:cubicBezTo>
                      <a:pt x="516" y="797"/>
                      <a:pt x="515" y="797"/>
                      <a:pt x="513" y="798"/>
                    </a:cubicBezTo>
                    <a:cubicBezTo>
                      <a:pt x="511" y="798"/>
                      <a:pt x="510" y="797"/>
                      <a:pt x="508" y="797"/>
                    </a:cubicBezTo>
                    <a:cubicBezTo>
                      <a:pt x="505" y="797"/>
                      <a:pt x="505" y="798"/>
                      <a:pt x="506" y="800"/>
                    </a:cubicBezTo>
                    <a:cubicBezTo>
                      <a:pt x="506" y="802"/>
                      <a:pt x="505" y="803"/>
                      <a:pt x="504" y="803"/>
                    </a:cubicBezTo>
                    <a:cubicBezTo>
                      <a:pt x="502" y="804"/>
                      <a:pt x="500" y="804"/>
                      <a:pt x="499" y="805"/>
                    </a:cubicBezTo>
                    <a:cubicBezTo>
                      <a:pt x="496" y="807"/>
                      <a:pt x="493" y="808"/>
                      <a:pt x="490" y="806"/>
                    </a:cubicBezTo>
                    <a:cubicBezTo>
                      <a:pt x="488" y="805"/>
                      <a:pt x="486" y="804"/>
                      <a:pt x="483" y="804"/>
                    </a:cubicBezTo>
                    <a:cubicBezTo>
                      <a:pt x="481" y="804"/>
                      <a:pt x="479" y="805"/>
                      <a:pt x="477" y="805"/>
                    </a:cubicBezTo>
                    <a:cubicBezTo>
                      <a:pt x="475" y="805"/>
                      <a:pt x="472" y="804"/>
                      <a:pt x="471" y="802"/>
                    </a:cubicBezTo>
                    <a:cubicBezTo>
                      <a:pt x="469" y="801"/>
                      <a:pt x="468" y="800"/>
                      <a:pt x="467" y="798"/>
                    </a:cubicBezTo>
                    <a:cubicBezTo>
                      <a:pt x="465" y="798"/>
                      <a:pt x="465" y="797"/>
                      <a:pt x="464" y="795"/>
                    </a:cubicBezTo>
                    <a:cubicBezTo>
                      <a:pt x="466" y="795"/>
                      <a:pt x="469" y="793"/>
                      <a:pt x="468" y="790"/>
                    </a:cubicBezTo>
                    <a:cubicBezTo>
                      <a:pt x="467" y="787"/>
                      <a:pt x="463" y="786"/>
                      <a:pt x="461" y="784"/>
                    </a:cubicBezTo>
                    <a:cubicBezTo>
                      <a:pt x="459" y="781"/>
                      <a:pt x="459" y="776"/>
                      <a:pt x="459" y="773"/>
                    </a:cubicBezTo>
                    <a:cubicBezTo>
                      <a:pt x="459" y="772"/>
                      <a:pt x="458" y="770"/>
                      <a:pt x="459" y="769"/>
                    </a:cubicBezTo>
                    <a:cubicBezTo>
                      <a:pt x="460" y="768"/>
                      <a:pt x="461" y="768"/>
                      <a:pt x="462" y="768"/>
                    </a:cubicBezTo>
                    <a:cubicBezTo>
                      <a:pt x="467" y="768"/>
                      <a:pt x="468" y="766"/>
                      <a:pt x="468" y="762"/>
                    </a:cubicBezTo>
                    <a:cubicBezTo>
                      <a:pt x="467" y="759"/>
                      <a:pt x="467" y="753"/>
                      <a:pt x="464" y="752"/>
                    </a:cubicBezTo>
                    <a:cubicBezTo>
                      <a:pt x="463" y="751"/>
                      <a:pt x="461" y="752"/>
                      <a:pt x="459" y="751"/>
                    </a:cubicBezTo>
                    <a:cubicBezTo>
                      <a:pt x="457" y="751"/>
                      <a:pt x="455" y="750"/>
                      <a:pt x="454" y="748"/>
                    </a:cubicBezTo>
                    <a:cubicBezTo>
                      <a:pt x="450" y="745"/>
                      <a:pt x="450" y="741"/>
                      <a:pt x="450" y="738"/>
                    </a:cubicBezTo>
                    <a:cubicBezTo>
                      <a:pt x="451" y="734"/>
                      <a:pt x="450" y="730"/>
                      <a:pt x="451" y="727"/>
                    </a:cubicBezTo>
                    <a:cubicBezTo>
                      <a:pt x="453" y="724"/>
                      <a:pt x="457" y="726"/>
                      <a:pt x="460" y="726"/>
                    </a:cubicBezTo>
                    <a:cubicBezTo>
                      <a:pt x="462" y="726"/>
                      <a:pt x="466" y="723"/>
                      <a:pt x="462" y="721"/>
                    </a:cubicBezTo>
                    <a:cubicBezTo>
                      <a:pt x="460" y="720"/>
                      <a:pt x="456" y="722"/>
                      <a:pt x="454" y="720"/>
                    </a:cubicBezTo>
                    <a:cubicBezTo>
                      <a:pt x="451" y="720"/>
                      <a:pt x="448" y="717"/>
                      <a:pt x="446" y="720"/>
                    </a:cubicBezTo>
                    <a:cubicBezTo>
                      <a:pt x="445" y="722"/>
                      <a:pt x="445" y="727"/>
                      <a:pt x="445" y="730"/>
                    </a:cubicBezTo>
                    <a:cubicBezTo>
                      <a:pt x="445" y="733"/>
                      <a:pt x="444" y="737"/>
                      <a:pt x="443" y="740"/>
                    </a:cubicBezTo>
                    <a:cubicBezTo>
                      <a:pt x="441" y="743"/>
                      <a:pt x="435" y="736"/>
                      <a:pt x="434" y="735"/>
                    </a:cubicBezTo>
                    <a:cubicBezTo>
                      <a:pt x="431" y="732"/>
                      <a:pt x="428" y="731"/>
                      <a:pt x="424" y="732"/>
                    </a:cubicBezTo>
                    <a:cubicBezTo>
                      <a:pt x="421" y="733"/>
                      <a:pt x="418" y="731"/>
                      <a:pt x="415" y="730"/>
                    </a:cubicBezTo>
                    <a:cubicBezTo>
                      <a:pt x="411" y="728"/>
                      <a:pt x="407" y="726"/>
                      <a:pt x="403" y="722"/>
                    </a:cubicBezTo>
                    <a:cubicBezTo>
                      <a:pt x="402" y="721"/>
                      <a:pt x="400" y="719"/>
                      <a:pt x="400" y="717"/>
                    </a:cubicBezTo>
                    <a:cubicBezTo>
                      <a:pt x="399" y="715"/>
                      <a:pt x="402" y="715"/>
                      <a:pt x="403" y="715"/>
                    </a:cubicBezTo>
                    <a:cubicBezTo>
                      <a:pt x="405" y="714"/>
                      <a:pt x="408" y="713"/>
                      <a:pt x="405" y="711"/>
                    </a:cubicBezTo>
                    <a:cubicBezTo>
                      <a:pt x="401" y="708"/>
                      <a:pt x="397" y="708"/>
                      <a:pt x="394" y="705"/>
                    </a:cubicBezTo>
                    <a:cubicBezTo>
                      <a:pt x="392" y="703"/>
                      <a:pt x="391" y="701"/>
                      <a:pt x="389" y="699"/>
                    </a:cubicBezTo>
                    <a:cubicBezTo>
                      <a:pt x="386" y="697"/>
                      <a:pt x="383" y="695"/>
                      <a:pt x="381" y="694"/>
                    </a:cubicBezTo>
                    <a:cubicBezTo>
                      <a:pt x="378" y="693"/>
                      <a:pt x="376" y="693"/>
                      <a:pt x="374" y="693"/>
                    </a:cubicBezTo>
                    <a:cubicBezTo>
                      <a:pt x="371" y="692"/>
                      <a:pt x="369" y="691"/>
                      <a:pt x="368" y="689"/>
                    </a:cubicBezTo>
                    <a:cubicBezTo>
                      <a:pt x="366" y="687"/>
                      <a:pt x="366" y="684"/>
                      <a:pt x="365" y="682"/>
                    </a:cubicBezTo>
                    <a:cubicBezTo>
                      <a:pt x="364" y="680"/>
                      <a:pt x="361" y="678"/>
                      <a:pt x="360" y="676"/>
                    </a:cubicBezTo>
                    <a:cubicBezTo>
                      <a:pt x="358" y="674"/>
                      <a:pt x="356" y="671"/>
                      <a:pt x="354" y="669"/>
                    </a:cubicBezTo>
                    <a:cubicBezTo>
                      <a:pt x="352" y="667"/>
                      <a:pt x="350" y="665"/>
                      <a:pt x="348" y="663"/>
                    </a:cubicBezTo>
                    <a:cubicBezTo>
                      <a:pt x="346" y="661"/>
                      <a:pt x="343" y="658"/>
                      <a:pt x="342" y="655"/>
                    </a:cubicBezTo>
                    <a:cubicBezTo>
                      <a:pt x="340" y="653"/>
                      <a:pt x="339" y="650"/>
                      <a:pt x="337" y="649"/>
                    </a:cubicBezTo>
                    <a:cubicBezTo>
                      <a:pt x="335" y="647"/>
                      <a:pt x="333" y="646"/>
                      <a:pt x="331" y="643"/>
                    </a:cubicBezTo>
                    <a:cubicBezTo>
                      <a:pt x="331" y="643"/>
                      <a:pt x="331" y="642"/>
                      <a:pt x="330" y="641"/>
                    </a:cubicBezTo>
                    <a:cubicBezTo>
                      <a:pt x="329" y="639"/>
                      <a:pt x="328" y="638"/>
                      <a:pt x="326" y="637"/>
                    </a:cubicBezTo>
                    <a:cubicBezTo>
                      <a:pt x="320" y="633"/>
                      <a:pt x="316" y="628"/>
                      <a:pt x="313" y="622"/>
                    </a:cubicBezTo>
                    <a:cubicBezTo>
                      <a:pt x="312" y="621"/>
                      <a:pt x="312" y="620"/>
                      <a:pt x="311" y="619"/>
                    </a:cubicBezTo>
                    <a:cubicBezTo>
                      <a:pt x="310" y="618"/>
                      <a:pt x="309" y="617"/>
                      <a:pt x="308" y="616"/>
                    </a:cubicBezTo>
                    <a:cubicBezTo>
                      <a:pt x="307" y="613"/>
                      <a:pt x="310" y="614"/>
                      <a:pt x="312" y="613"/>
                    </a:cubicBezTo>
                    <a:cubicBezTo>
                      <a:pt x="311" y="609"/>
                      <a:pt x="307" y="606"/>
                      <a:pt x="305" y="602"/>
                    </a:cubicBezTo>
                    <a:cubicBezTo>
                      <a:pt x="304" y="601"/>
                      <a:pt x="303" y="599"/>
                      <a:pt x="303" y="597"/>
                    </a:cubicBezTo>
                    <a:cubicBezTo>
                      <a:pt x="304" y="596"/>
                      <a:pt x="306" y="594"/>
                      <a:pt x="308" y="593"/>
                    </a:cubicBezTo>
                    <a:cubicBezTo>
                      <a:pt x="310" y="592"/>
                      <a:pt x="312" y="594"/>
                      <a:pt x="313" y="595"/>
                    </a:cubicBezTo>
                    <a:cubicBezTo>
                      <a:pt x="315" y="597"/>
                      <a:pt x="317" y="600"/>
                      <a:pt x="319" y="602"/>
                    </a:cubicBezTo>
                    <a:cubicBezTo>
                      <a:pt x="321" y="603"/>
                      <a:pt x="323" y="603"/>
                      <a:pt x="323" y="601"/>
                    </a:cubicBezTo>
                    <a:cubicBezTo>
                      <a:pt x="323" y="598"/>
                      <a:pt x="320" y="594"/>
                      <a:pt x="322" y="592"/>
                    </a:cubicBezTo>
                    <a:cubicBezTo>
                      <a:pt x="323" y="590"/>
                      <a:pt x="326" y="589"/>
                      <a:pt x="328" y="590"/>
                    </a:cubicBezTo>
                    <a:cubicBezTo>
                      <a:pt x="331" y="592"/>
                      <a:pt x="334" y="595"/>
                      <a:pt x="336" y="599"/>
                    </a:cubicBezTo>
                    <a:cubicBezTo>
                      <a:pt x="337" y="601"/>
                      <a:pt x="337" y="604"/>
                      <a:pt x="340" y="605"/>
                    </a:cubicBezTo>
                    <a:cubicBezTo>
                      <a:pt x="339" y="601"/>
                      <a:pt x="338" y="598"/>
                      <a:pt x="337" y="594"/>
                    </a:cubicBezTo>
                    <a:cubicBezTo>
                      <a:pt x="337" y="593"/>
                      <a:pt x="336" y="590"/>
                      <a:pt x="337" y="588"/>
                    </a:cubicBezTo>
                    <a:cubicBezTo>
                      <a:pt x="338" y="585"/>
                      <a:pt x="344" y="590"/>
                      <a:pt x="346" y="591"/>
                    </a:cubicBezTo>
                    <a:cubicBezTo>
                      <a:pt x="350" y="595"/>
                      <a:pt x="355" y="599"/>
                      <a:pt x="361" y="600"/>
                    </a:cubicBezTo>
                    <a:cubicBezTo>
                      <a:pt x="365" y="602"/>
                      <a:pt x="370" y="601"/>
                      <a:pt x="375" y="602"/>
                    </a:cubicBezTo>
                    <a:cubicBezTo>
                      <a:pt x="379" y="602"/>
                      <a:pt x="381" y="604"/>
                      <a:pt x="380" y="608"/>
                    </a:cubicBezTo>
                    <a:cubicBezTo>
                      <a:pt x="380" y="611"/>
                      <a:pt x="378" y="616"/>
                      <a:pt x="381" y="618"/>
                    </a:cubicBezTo>
                    <a:cubicBezTo>
                      <a:pt x="382" y="619"/>
                      <a:pt x="384" y="619"/>
                      <a:pt x="385" y="619"/>
                    </a:cubicBezTo>
                    <a:cubicBezTo>
                      <a:pt x="387" y="620"/>
                      <a:pt x="389" y="620"/>
                      <a:pt x="391" y="621"/>
                    </a:cubicBezTo>
                    <a:cubicBezTo>
                      <a:pt x="395" y="622"/>
                      <a:pt x="397" y="626"/>
                      <a:pt x="399" y="629"/>
                    </a:cubicBezTo>
                    <a:cubicBezTo>
                      <a:pt x="399" y="630"/>
                      <a:pt x="400" y="632"/>
                      <a:pt x="401" y="631"/>
                    </a:cubicBezTo>
                    <a:cubicBezTo>
                      <a:pt x="402" y="631"/>
                      <a:pt x="402" y="629"/>
                      <a:pt x="402" y="628"/>
                    </a:cubicBezTo>
                    <a:cubicBezTo>
                      <a:pt x="402" y="624"/>
                      <a:pt x="400" y="620"/>
                      <a:pt x="397" y="616"/>
                    </a:cubicBezTo>
                    <a:cubicBezTo>
                      <a:pt x="394" y="614"/>
                      <a:pt x="391" y="612"/>
                      <a:pt x="390" y="608"/>
                    </a:cubicBezTo>
                    <a:cubicBezTo>
                      <a:pt x="389" y="604"/>
                      <a:pt x="388" y="601"/>
                      <a:pt x="385" y="598"/>
                    </a:cubicBezTo>
                    <a:cubicBezTo>
                      <a:pt x="381" y="596"/>
                      <a:pt x="377" y="596"/>
                      <a:pt x="373" y="594"/>
                    </a:cubicBezTo>
                    <a:cubicBezTo>
                      <a:pt x="370" y="593"/>
                      <a:pt x="367" y="590"/>
                      <a:pt x="364" y="588"/>
                    </a:cubicBezTo>
                    <a:cubicBezTo>
                      <a:pt x="357" y="582"/>
                      <a:pt x="346" y="581"/>
                      <a:pt x="340" y="573"/>
                    </a:cubicBezTo>
                    <a:cubicBezTo>
                      <a:pt x="337" y="569"/>
                      <a:pt x="333" y="566"/>
                      <a:pt x="330" y="562"/>
                    </a:cubicBezTo>
                    <a:cubicBezTo>
                      <a:pt x="328" y="561"/>
                      <a:pt x="327" y="559"/>
                      <a:pt x="325" y="557"/>
                    </a:cubicBezTo>
                    <a:cubicBezTo>
                      <a:pt x="324" y="556"/>
                      <a:pt x="322" y="555"/>
                      <a:pt x="321" y="554"/>
                    </a:cubicBezTo>
                    <a:cubicBezTo>
                      <a:pt x="319" y="552"/>
                      <a:pt x="318" y="550"/>
                      <a:pt x="316" y="548"/>
                    </a:cubicBezTo>
                    <a:cubicBezTo>
                      <a:pt x="314" y="546"/>
                      <a:pt x="312" y="544"/>
                      <a:pt x="310" y="542"/>
                    </a:cubicBezTo>
                    <a:cubicBezTo>
                      <a:pt x="308" y="540"/>
                      <a:pt x="306" y="538"/>
                      <a:pt x="304" y="537"/>
                    </a:cubicBezTo>
                    <a:cubicBezTo>
                      <a:pt x="302" y="535"/>
                      <a:pt x="300" y="533"/>
                      <a:pt x="298" y="531"/>
                    </a:cubicBezTo>
                    <a:cubicBezTo>
                      <a:pt x="295" y="528"/>
                      <a:pt x="293" y="524"/>
                      <a:pt x="289" y="521"/>
                    </a:cubicBezTo>
                    <a:cubicBezTo>
                      <a:pt x="286" y="519"/>
                      <a:pt x="282" y="515"/>
                      <a:pt x="281" y="511"/>
                    </a:cubicBezTo>
                    <a:cubicBezTo>
                      <a:pt x="281" y="508"/>
                      <a:pt x="279" y="504"/>
                      <a:pt x="278" y="501"/>
                    </a:cubicBezTo>
                    <a:cubicBezTo>
                      <a:pt x="277" y="499"/>
                      <a:pt x="277" y="498"/>
                      <a:pt x="275" y="496"/>
                    </a:cubicBezTo>
                    <a:cubicBezTo>
                      <a:pt x="274" y="495"/>
                      <a:pt x="273" y="494"/>
                      <a:pt x="272" y="493"/>
                    </a:cubicBezTo>
                    <a:cubicBezTo>
                      <a:pt x="270" y="489"/>
                      <a:pt x="269" y="484"/>
                      <a:pt x="268" y="479"/>
                    </a:cubicBezTo>
                    <a:cubicBezTo>
                      <a:pt x="266" y="473"/>
                      <a:pt x="266" y="468"/>
                      <a:pt x="266" y="461"/>
                    </a:cubicBezTo>
                    <a:cubicBezTo>
                      <a:pt x="266" y="450"/>
                      <a:pt x="263" y="437"/>
                      <a:pt x="270" y="427"/>
                    </a:cubicBezTo>
                    <a:cubicBezTo>
                      <a:pt x="271" y="425"/>
                      <a:pt x="272" y="424"/>
                      <a:pt x="273" y="422"/>
                    </a:cubicBezTo>
                    <a:cubicBezTo>
                      <a:pt x="274" y="419"/>
                      <a:pt x="274" y="416"/>
                      <a:pt x="273" y="414"/>
                    </a:cubicBezTo>
                    <a:cubicBezTo>
                      <a:pt x="272" y="410"/>
                      <a:pt x="271" y="407"/>
                      <a:pt x="269" y="404"/>
                    </a:cubicBezTo>
                    <a:cubicBezTo>
                      <a:pt x="268" y="401"/>
                      <a:pt x="267" y="398"/>
                      <a:pt x="266" y="395"/>
                    </a:cubicBezTo>
                    <a:cubicBezTo>
                      <a:pt x="265" y="393"/>
                      <a:pt x="264" y="389"/>
                      <a:pt x="263" y="386"/>
                    </a:cubicBezTo>
                    <a:cubicBezTo>
                      <a:pt x="262" y="383"/>
                      <a:pt x="259" y="380"/>
                      <a:pt x="256" y="377"/>
                    </a:cubicBezTo>
                    <a:cubicBezTo>
                      <a:pt x="253" y="375"/>
                      <a:pt x="250" y="373"/>
                      <a:pt x="247" y="371"/>
                    </a:cubicBezTo>
                    <a:cubicBezTo>
                      <a:pt x="243" y="369"/>
                      <a:pt x="241" y="367"/>
                      <a:pt x="239" y="363"/>
                    </a:cubicBezTo>
                    <a:cubicBezTo>
                      <a:pt x="235" y="359"/>
                      <a:pt x="231" y="354"/>
                      <a:pt x="227" y="351"/>
                    </a:cubicBezTo>
                    <a:cubicBezTo>
                      <a:pt x="224" y="349"/>
                      <a:pt x="221" y="347"/>
                      <a:pt x="218" y="345"/>
                    </a:cubicBezTo>
                    <a:cubicBezTo>
                      <a:pt x="216" y="344"/>
                      <a:pt x="215" y="341"/>
                      <a:pt x="214" y="339"/>
                    </a:cubicBezTo>
                    <a:cubicBezTo>
                      <a:pt x="212" y="335"/>
                      <a:pt x="209" y="332"/>
                      <a:pt x="205" y="330"/>
                    </a:cubicBezTo>
                    <a:cubicBezTo>
                      <a:pt x="202" y="327"/>
                      <a:pt x="198" y="326"/>
                      <a:pt x="194" y="324"/>
                    </a:cubicBezTo>
                    <a:cubicBezTo>
                      <a:pt x="192" y="323"/>
                      <a:pt x="191" y="322"/>
                      <a:pt x="189" y="321"/>
                    </a:cubicBezTo>
                    <a:cubicBezTo>
                      <a:pt x="187" y="319"/>
                      <a:pt x="187" y="318"/>
                      <a:pt x="187" y="315"/>
                    </a:cubicBezTo>
                    <a:cubicBezTo>
                      <a:pt x="188" y="312"/>
                      <a:pt x="184" y="311"/>
                      <a:pt x="182" y="310"/>
                    </a:cubicBezTo>
                    <a:cubicBezTo>
                      <a:pt x="179" y="310"/>
                      <a:pt x="176" y="311"/>
                      <a:pt x="174" y="310"/>
                    </a:cubicBezTo>
                    <a:cubicBezTo>
                      <a:pt x="171" y="310"/>
                      <a:pt x="169" y="306"/>
                      <a:pt x="167" y="306"/>
                    </a:cubicBezTo>
                    <a:cubicBezTo>
                      <a:pt x="164" y="306"/>
                      <a:pt x="162" y="309"/>
                      <a:pt x="161" y="311"/>
                    </a:cubicBezTo>
                    <a:cubicBezTo>
                      <a:pt x="159" y="313"/>
                      <a:pt x="157" y="314"/>
                      <a:pt x="155" y="315"/>
                    </a:cubicBezTo>
                    <a:cubicBezTo>
                      <a:pt x="151" y="318"/>
                      <a:pt x="148" y="323"/>
                      <a:pt x="146" y="328"/>
                    </a:cubicBezTo>
                    <a:cubicBezTo>
                      <a:pt x="145" y="331"/>
                      <a:pt x="145" y="334"/>
                      <a:pt x="144" y="337"/>
                    </a:cubicBezTo>
                    <a:cubicBezTo>
                      <a:pt x="143" y="340"/>
                      <a:pt x="140" y="342"/>
                      <a:pt x="140" y="344"/>
                    </a:cubicBezTo>
                    <a:cubicBezTo>
                      <a:pt x="139" y="347"/>
                      <a:pt x="141" y="350"/>
                      <a:pt x="140" y="352"/>
                    </a:cubicBezTo>
                    <a:cubicBezTo>
                      <a:pt x="139" y="355"/>
                      <a:pt x="139" y="357"/>
                      <a:pt x="139" y="360"/>
                    </a:cubicBezTo>
                    <a:cubicBezTo>
                      <a:pt x="138" y="362"/>
                      <a:pt x="137" y="364"/>
                      <a:pt x="135" y="366"/>
                    </a:cubicBezTo>
                    <a:cubicBezTo>
                      <a:pt x="133" y="368"/>
                      <a:pt x="131" y="370"/>
                      <a:pt x="129" y="372"/>
                    </a:cubicBezTo>
                    <a:cubicBezTo>
                      <a:pt x="127" y="376"/>
                      <a:pt x="123" y="380"/>
                      <a:pt x="123" y="385"/>
                    </a:cubicBezTo>
                    <a:cubicBezTo>
                      <a:pt x="123" y="388"/>
                      <a:pt x="124" y="390"/>
                      <a:pt x="124" y="393"/>
                    </a:cubicBezTo>
                    <a:cubicBezTo>
                      <a:pt x="124" y="395"/>
                      <a:pt x="124" y="398"/>
                      <a:pt x="124" y="400"/>
                    </a:cubicBezTo>
                    <a:cubicBezTo>
                      <a:pt x="123" y="407"/>
                      <a:pt x="115" y="406"/>
                      <a:pt x="111" y="409"/>
                    </a:cubicBezTo>
                    <a:cubicBezTo>
                      <a:pt x="110" y="409"/>
                      <a:pt x="108" y="411"/>
                      <a:pt x="107" y="411"/>
                    </a:cubicBezTo>
                    <a:cubicBezTo>
                      <a:pt x="106" y="410"/>
                      <a:pt x="105" y="408"/>
                      <a:pt x="105" y="408"/>
                    </a:cubicBezTo>
                    <a:cubicBezTo>
                      <a:pt x="105" y="405"/>
                      <a:pt x="105" y="403"/>
                      <a:pt x="105" y="401"/>
                    </a:cubicBezTo>
                    <a:cubicBezTo>
                      <a:pt x="105" y="398"/>
                      <a:pt x="104" y="396"/>
                      <a:pt x="103" y="394"/>
                    </a:cubicBezTo>
                    <a:cubicBezTo>
                      <a:pt x="103" y="391"/>
                      <a:pt x="105" y="388"/>
                      <a:pt x="104" y="385"/>
                    </a:cubicBezTo>
                    <a:cubicBezTo>
                      <a:pt x="103" y="383"/>
                      <a:pt x="100" y="385"/>
                      <a:pt x="99" y="387"/>
                    </a:cubicBezTo>
                    <a:cubicBezTo>
                      <a:pt x="98" y="390"/>
                      <a:pt x="99" y="393"/>
                      <a:pt x="99" y="396"/>
                    </a:cubicBezTo>
                    <a:cubicBezTo>
                      <a:pt x="99" y="400"/>
                      <a:pt x="98" y="403"/>
                      <a:pt x="98" y="407"/>
                    </a:cubicBezTo>
                    <a:cubicBezTo>
                      <a:pt x="98" y="410"/>
                      <a:pt x="98" y="412"/>
                      <a:pt x="96" y="414"/>
                    </a:cubicBezTo>
                    <a:cubicBezTo>
                      <a:pt x="94" y="416"/>
                      <a:pt x="90" y="417"/>
                      <a:pt x="89" y="420"/>
                    </a:cubicBezTo>
                    <a:cubicBezTo>
                      <a:pt x="88" y="423"/>
                      <a:pt x="89" y="427"/>
                      <a:pt x="89" y="430"/>
                    </a:cubicBezTo>
                    <a:cubicBezTo>
                      <a:pt x="89" y="433"/>
                      <a:pt x="88" y="435"/>
                      <a:pt x="86" y="438"/>
                    </a:cubicBezTo>
                    <a:cubicBezTo>
                      <a:pt x="87" y="440"/>
                      <a:pt x="87" y="443"/>
                      <a:pt x="85" y="445"/>
                    </a:cubicBezTo>
                    <a:cubicBezTo>
                      <a:pt x="83" y="447"/>
                      <a:pt x="81" y="446"/>
                      <a:pt x="79" y="444"/>
                    </a:cubicBezTo>
                    <a:cubicBezTo>
                      <a:pt x="78" y="443"/>
                      <a:pt x="77" y="440"/>
                      <a:pt x="75" y="441"/>
                    </a:cubicBezTo>
                    <a:cubicBezTo>
                      <a:pt x="72" y="443"/>
                      <a:pt x="73" y="447"/>
                      <a:pt x="73" y="449"/>
                    </a:cubicBezTo>
                    <a:cubicBezTo>
                      <a:pt x="73" y="450"/>
                      <a:pt x="73" y="456"/>
                      <a:pt x="70" y="454"/>
                    </a:cubicBezTo>
                    <a:cubicBezTo>
                      <a:pt x="68" y="453"/>
                      <a:pt x="69" y="448"/>
                      <a:pt x="68" y="446"/>
                    </a:cubicBezTo>
                    <a:cubicBezTo>
                      <a:pt x="67" y="443"/>
                      <a:pt x="64" y="444"/>
                      <a:pt x="62" y="442"/>
                    </a:cubicBezTo>
                    <a:cubicBezTo>
                      <a:pt x="60" y="441"/>
                      <a:pt x="61" y="439"/>
                      <a:pt x="60" y="437"/>
                    </a:cubicBezTo>
                    <a:cubicBezTo>
                      <a:pt x="59" y="434"/>
                      <a:pt x="55" y="434"/>
                      <a:pt x="54" y="432"/>
                    </a:cubicBezTo>
                    <a:cubicBezTo>
                      <a:pt x="53" y="429"/>
                      <a:pt x="57" y="427"/>
                      <a:pt x="57" y="424"/>
                    </a:cubicBezTo>
                    <a:cubicBezTo>
                      <a:pt x="58" y="422"/>
                      <a:pt x="55" y="421"/>
                      <a:pt x="53" y="419"/>
                    </a:cubicBezTo>
                    <a:cubicBezTo>
                      <a:pt x="52" y="417"/>
                      <a:pt x="52" y="415"/>
                      <a:pt x="51" y="413"/>
                    </a:cubicBezTo>
                    <a:cubicBezTo>
                      <a:pt x="50" y="411"/>
                      <a:pt x="48" y="410"/>
                      <a:pt x="47" y="408"/>
                    </a:cubicBezTo>
                    <a:cubicBezTo>
                      <a:pt x="46" y="405"/>
                      <a:pt x="46" y="403"/>
                      <a:pt x="43" y="401"/>
                    </a:cubicBezTo>
                    <a:cubicBezTo>
                      <a:pt x="41" y="399"/>
                      <a:pt x="38" y="399"/>
                      <a:pt x="37" y="397"/>
                    </a:cubicBezTo>
                    <a:cubicBezTo>
                      <a:pt x="36" y="394"/>
                      <a:pt x="36" y="392"/>
                      <a:pt x="34" y="390"/>
                    </a:cubicBezTo>
                    <a:cubicBezTo>
                      <a:pt x="31" y="388"/>
                      <a:pt x="30" y="388"/>
                      <a:pt x="30" y="385"/>
                    </a:cubicBezTo>
                    <a:cubicBezTo>
                      <a:pt x="30" y="383"/>
                      <a:pt x="31" y="379"/>
                      <a:pt x="28" y="378"/>
                    </a:cubicBezTo>
                    <a:cubicBezTo>
                      <a:pt x="26" y="376"/>
                      <a:pt x="23" y="378"/>
                      <a:pt x="21" y="376"/>
                    </a:cubicBezTo>
                    <a:cubicBezTo>
                      <a:pt x="19" y="375"/>
                      <a:pt x="19" y="374"/>
                      <a:pt x="19" y="372"/>
                    </a:cubicBezTo>
                    <a:cubicBezTo>
                      <a:pt x="18" y="369"/>
                      <a:pt x="17" y="367"/>
                      <a:pt x="18" y="365"/>
                    </a:cubicBezTo>
                    <a:cubicBezTo>
                      <a:pt x="18" y="362"/>
                      <a:pt x="20" y="360"/>
                      <a:pt x="23" y="360"/>
                    </a:cubicBezTo>
                    <a:cubicBezTo>
                      <a:pt x="26" y="360"/>
                      <a:pt x="29" y="361"/>
                      <a:pt x="32" y="359"/>
                    </a:cubicBezTo>
                    <a:cubicBezTo>
                      <a:pt x="35" y="358"/>
                      <a:pt x="36" y="355"/>
                      <a:pt x="33" y="354"/>
                    </a:cubicBezTo>
                    <a:cubicBezTo>
                      <a:pt x="29" y="353"/>
                      <a:pt x="25" y="353"/>
                      <a:pt x="21" y="354"/>
                    </a:cubicBezTo>
                    <a:cubicBezTo>
                      <a:pt x="19" y="354"/>
                      <a:pt x="17" y="353"/>
                      <a:pt x="15" y="351"/>
                    </a:cubicBezTo>
                    <a:cubicBezTo>
                      <a:pt x="14" y="349"/>
                      <a:pt x="13" y="347"/>
                      <a:pt x="13" y="344"/>
                    </a:cubicBezTo>
                    <a:cubicBezTo>
                      <a:pt x="12" y="342"/>
                      <a:pt x="12" y="339"/>
                      <a:pt x="12" y="337"/>
                    </a:cubicBezTo>
                    <a:cubicBezTo>
                      <a:pt x="11" y="334"/>
                      <a:pt x="12" y="332"/>
                      <a:pt x="11" y="329"/>
                    </a:cubicBezTo>
                    <a:cubicBezTo>
                      <a:pt x="11" y="327"/>
                      <a:pt x="10" y="324"/>
                      <a:pt x="11" y="322"/>
                    </a:cubicBezTo>
                    <a:cubicBezTo>
                      <a:pt x="11" y="320"/>
                      <a:pt x="12" y="318"/>
                      <a:pt x="12" y="316"/>
                    </a:cubicBezTo>
                    <a:cubicBezTo>
                      <a:pt x="12" y="314"/>
                      <a:pt x="14" y="313"/>
                      <a:pt x="15" y="310"/>
                    </a:cubicBezTo>
                    <a:cubicBezTo>
                      <a:pt x="16" y="307"/>
                      <a:pt x="11" y="307"/>
                      <a:pt x="10" y="307"/>
                    </a:cubicBezTo>
                    <a:cubicBezTo>
                      <a:pt x="6" y="307"/>
                      <a:pt x="4" y="306"/>
                      <a:pt x="4" y="302"/>
                    </a:cubicBezTo>
                    <a:cubicBezTo>
                      <a:pt x="3" y="299"/>
                      <a:pt x="4" y="296"/>
                      <a:pt x="3" y="293"/>
                    </a:cubicBezTo>
                    <a:cubicBezTo>
                      <a:pt x="3" y="290"/>
                      <a:pt x="3" y="287"/>
                      <a:pt x="2" y="285"/>
                    </a:cubicBezTo>
                    <a:cubicBezTo>
                      <a:pt x="1" y="278"/>
                      <a:pt x="1" y="272"/>
                      <a:pt x="1" y="266"/>
                    </a:cubicBezTo>
                    <a:cubicBezTo>
                      <a:pt x="1" y="263"/>
                      <a:pt x="0" y="259"/>
                      <a:pt x="1" y="257"/>
                    </a:cubicBezTo>
                    <a:cubicBezTo>
                      <a:pt x="2" y="252"/>
                      <a:pt x="6" y="253"/>
                      <a:pt x="9" y="255"/>
                    </a:cubicBezTo>
                    <a:cubicBezTo>
                      <a:pt x="11" y="256"/>
                      <a:pt x="13" y="256"/>
                      <a:pt x="14" y="257"/>
                    </a:cubicBezTo>
                    <a:cubicBezTo>
                      <a:pt x="16" y="258"/>
                      <a:pt x="16" y="257"/>
                      <a:pt x="17" y="256"/>
                    </a:cubicBezTo>
                    <a:cubicBezTo>
                      <a:pt x="54" y="287"/>
                      <a:pt x="54" y="287"/>
                      <a:pt x="54" y="287"/>
                    </a:cubicBezTo>
                    <a:cubicBezTo>
                      <a:pt x="94" y="279"/>
                      <a:pt x="94" y="279"/>
                      <a:pt x="94" y="279"/>
                    </a:cubicBezTo>
                    <a:cubicBezTo>
                      <a:pt x="92" y="260"/>
                      <a:pt x="92" y="260"/>
                      <a:pt x="92" y="260"/>
                    </a:cubicBezTo>
                    <a:cubicBezTo>
                      <a:pt x="132" y="280"/>
                      <a:pt x="132" y="280"/>
                      <a:pt x="132" y="280"/>
                    </a:cubicBezTo>
                    <a:cubicBezTo>
                      <a:pt x="139" y="265"/>
                      <a:pt x="139" y="265"/>
                      <a:pt x="139" y="265"/>
                    </a:cubicBezTo>
                    <a:cubicBezTo>
                      <a:pt x="182" y="261"/>
                      <a:pt x="182" y="261"/>
                      <a:pt x="182" y="261"/>
                    </a:cubicBezTo>
                    <a:cubicBezTo>
                      <a:pt x="193" y="232"/>
                      <a:pt x="193" y="232"/>
                      <a:pt x="193" y="232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43" y="278"/>
                      <a:pt x="243" y="278"/>
                      <a:pt x="243" y="278"/>
                    </a:cubicBezTo>
                    <a:cubicBezTo>
                      <a:pt x="260" y="277"/>
                      <a:pt x="260" y="277"/>
                      <a:pt x="260" y="277"/>
                    </a:cubicBezTo>
                    <a:cubicBezTo>
                      <a:pt x="265" y="268"/>
                      <a:pt x="265" y="268"/>
                      <a:pt x="265" y="268"/>
                    </a:cubicBezTo>
                    <a:cubicBezTo>
                      <a:pt x="311" y="296"/>
                      <a:pt x="311" y="296"/>
                      <a:pt x="311" y="296"/>
                    </a:cubicBezTo>
                    <a:cubicBezTo>
                      <a:pt x="366" y="282"/>
                      <a:pt x="366" y="282"/>
                      <a:pt x="366" y="282"/>
                    </a:cubicBezTo>
                    <a:cubicBezTo>
                      <a:pt x="352" y="251"/>
                      <a:pt x="352" y="251"/>
                      <a:pt x="352" y="251"/>
                    </a:cubicBezTo>
                    <a:cubicBezTo>
                      <a:pt x="366" y="224"/>
                      <a:pt x="366" y="224"/>
                      <a:pt x="366" y="224"/>
                    </a:cubicBezTo>
                    <a:cubicBezTo>
                      <a:pt x="341" y="218"/>
                      <a:pt x="341" y="218"/>
                      <a:pt x="341" y="218"/>
                    </a:cubicBezTo>
                    <a:cubicBezTo>
                      <a:pt x="338" y="196"/>
                      <a:pt x="338" y="196"/>
                      <a:pt x="338" y="196"/>
                    </a:cubicBezTo>
                    <a:cubicBezTo>
                      <a:pt x="414" y="176"/>
                      <a:pt x="414" y="176"/>
                      <a:pt x="414" y="176"/>
                    </a:cubicBezTo>
                    <a:cubicBezTo>
                      <a:pt x="426" y="130"/>
                      <a:pt x="426" y="130"/>
                      <a:pt x="426" y="130"/>
                    </a:cubicBezTo>
                    <a:cubicBezTo>
                      <a:pt x="405" y="106"/>
                      <a:pt x="405" y="106"/>
                      <a:pt x="405" y="106"/>
                    </a:cubicBezTo>
                    <a:cubicBezTo>
                      <a:pt x="412" y="89"/>
                      <a:pt x="412" y="89"/>
                      <a:pt x="412" y="89"/>
                    </a:cubicBezTo>
                    <a:cubicBezTo>
                      <a:pt x="487" y="40"/>
                      <a:pt x="487" y="40"/>
                      <a:pt x="487" y="40"/>
                    </a:cubicBezTo>
                    <a:cubicBezTo>
                      <a:pt x="511" y="38"/>
                      <a:pt x="511" y="38"/>
                      <a:pt x="511" y="38"/>
                    </a:cubicBezTo>
                    <a:cubicBezTo>
                      <a:pt x="523" y="47"/>
                      <a:pt x="523" y="47"/>
                      <a:pt x="523" y="47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46" y="33"/>
                      <a:pt x="546" y="33"/>
                      <a:pt x="546" y="33"/>
                    </a:cubicBezTo>
                    <a:cubicBezTo>
                      <a:pt x="541" y="0"/>
                      <a:pt x="541" y="0"/>
                      <a:pt x="541" y="0"/>
                    </a:cubicBezTo>
                    <a:cubicBezTo>
                      <a:pt x="575" y="18"/>
                      <a:pt x="575" y="18"/>
                      <a:pt x="575" y="18"/>
                    </a:cubicBezTo>
                    <a:cubicBezTo>
                      <a:pt x="596" y="8"/>
                      <a:pt x="596" y="8"/>
                      <a:pt x="596" y="8"/>
                    </a:cubicBezTo>
                    <a:cubicBezTo>
                      <a:pt x="596" y="8"/>
                      <a:pt x="596" y="8"/>
                      <a:pt x="596" y="8"/>
                    </a:cubicBezTo>
                    <a:cubicBezTo>
                      <a:pt x="601" y="10"/>
                      <a:pt x="623" y="22"/>
                      <a:pt x="634" y="30"/>
                    </a:cubicBezTo>
                    <a:cubicBezTo>
                      <a:pt x="646" y="40"/>
                      <a:pt x="670" y="78"/>
                      <a:pt x="670" y="78"/>
                    </a:cubicBezTo>
                    <a:cubicBezTo>
                      <a:pt x="670" y="78"/>
                      <a:pt x="699" y="114"/>
                      <a:pt x="716" y="132"/>
                    </a:cubicBezTo>
                    <a:cubicBezTo>
                      <a:pt x="733" y="149"/>
                      <a:pt x="759" y="158"/>
                      <a:pt x="759" y="158"/>
                    </a:cubicBezTo>
                    <a:cubicBezTo>
                      <a:pt x="777" y="155"/>
                      <a:pt x="777" y="155"/>
                      <a:pt x="777" y="155"/>
                    </a:cubicBezTo>
                    <a:cubicBezTo>
                      <a:pt x="792" y="158"/>
                      <a:pt x="792" y="158"/>
                      <a:pt x="792" y="158"/>
                    </a:cubicBezTo>
                    <a:cubicBezTo>
                      <a:pt x="799" y="178"/>
                      <a:pt x="799" y="178"/>
                      <a:pt x="799" y="178"/>
                    </a:cubicBezTo>
                    <a:cubicBezTo>
                      <a:pt x="833" y="186"/>
                      <a:pt x="833" y="186"/>
                      <a:pt x="833" y="186"/>
                    </a:cubicBezTo>
                    <a:cubicBezTo>
                      <a:pt x="842" y="197"/>
                      <a:pt x="842" y="197"/>
                      <a:pt x="842" y="197"/>
                    </a:cubicBezTo>
                    <a:cubicBezTo>
                      <a:pt x="853" y="193"/>
                      <a:pt x="853" y="193"/>
                      <a:pt x="853" y="193"/>
                    </a:cubicBezTo>
                    <a:cubicBezTo>
                      <a:pt x="886" y="204"/>
                      <a:pt x="886" y="204"/>
                      <a:pt x="886" y="204"/>
                    </a:cubicBezTo>
                    <a:cubicBezTo>
                      <a:pt x="914" y="198"/>
                      <a:pt x="914" y="198"/>
                      <a:pt x="914" y="198"/>
                    </a:cubicBezTo>
                    <a:cubicBezTo>
                      <a:pt x="953" y="209"/>
                      <a:pt x="953" y="209"/>
                      <a:pt x="953" y="209"/>
                    </a:cubicBezTo>
                    <a:cubicBezTo>
                      <a:pt x="995" y="167"/>
                      <a:pt x="995" y="167"/>
                      <a:pt x="995" y="167"/>
                    </a:cubicBezTo>
                    <a:cubicBezTo>
                      <a:pt x="1054" y="160"/>
                      <a:pt x="1054" y="160"/>
                      <a:pt x="1054" y="160"/>
                    </a:cubicBezTo>
                    <a:cubicBezTo>
                      <a:pt x="1055" y="159"/>
                      <a:pt x="1055" y="159"/>
                      <a:pt x="1055" y="159"/>
                    </a:cubicBezTo>
                    <a:cubicBezTo>
                      <a:pt x="1046" y="188"/>
                      <a:pt x="1046" y="188"/>
                      <a:pt x="1046" y="188"/>
                    </a:cubicBezTo>
                    <a:cubicBezTo>
                      <a:pt x="1049" y="209"/>
                      <a:pt x="1049" y="209"/>
                      <a:pt x="1049" y="209"/>
                    </a:cubicBezTo>
                    <a:cubicBezTo>
                      <a:pt x="1064" y="219"/>
                      <a:pt x="1064" y="219"/>
                      <a:pt x="1064" y="219"/>
                    </a:cubicBezTo>
                    <a:cubicBezTo>
                      <a:pt x="1069" y="239"/>
                      <a:pt x="1069" y="239"/>
                      <a:pt x="1069" y="239"/>
                    </a:cubicBezTo>
                    <a:cubicBezTo>
                      <a:pt x="1055" y="249"/>
                      <a:pt x="1055" y="249"/>
                      <a:pt x="1055" y="249"/>
                    </a:cubicBezTo>
                    <a:cubicBezTo>
                      <a:pt x="1071" y="277"/>
                      <a:pt x="1071" y="277"/>
                      <a:pt x="1071" y="277"/>
                    </a:cubicBezTo>
                    <a:cubicBezTo>
                      <a:pt x="1078" y="277"/>
                      <a:pt x="1078" y="277"/>
                      <a:pt x="1078" y="277"/>
                    </a:cubicBezTo>
                    <a:cubicBezTo>
                      <a:pt x="1080" y="273"/>
                      <a:pt x="1080" y="273"/>
                      <a:pt x="1080" y="273"/>
                    </a:cubicBezTo>
                    <a:cubicBezTo>
                      <a:pt x="1087" y="276"/>
                      <a:pt x="1087" y="276"/>
                      <a:pt x="1087" y="276"/>
                    </a:cubicBezTo>
                    <a:cubicBezTo>
                      <a:pt x="1099" y="280"/>
                      <a:pt x="1099" y="280"/>
                      <a:pt x="1099" y="280"/>
                    </a:cubicBezTo>
                    <a:cubicBezTo>
                      <a:pt x="1092" y="289"/>
                      <a:pt x="1092" y="289"/>
                      <a:pt x="1092" y="289"/>
                    </a:cubicBezTo>
                    <a:cubicBezTo>
                      <a:pt x="1073" y="288"/>
                      <a:pt x="1073" y="288"/>
                      <a:pt x="1073" y="288"/>
                    </a:cubicBezTo>
                    <a:cubicBezTo>
                      <a:pt x="1073" y="317"/>
                      <a:pt x="1073" y="317"/>
                      <a:pt x="1073" y="317"/>
                    </a:cubicBezTo>
                    <a:cubicBezTo>
                      <a:pt x="1113" y="341"/>
                      <a:pt x="1113" y="341"/>
                      <a:pt x="1113" y="341"/>
                    </a:cubicBezTo>
                    <a:cubicBezTo>
                      <a:pt x="1131" y="336"/>
                      <a:pt x="1131" y="336"/>
                      <a:pt x="1131" y="336"/>
                    </a:cubicBezTo>
                    <a:cubicBezTo>
                      <a:pt x="1132" y="349"/>
                      <a:pt x="1132" y="349"/>
                      <a:pt x="1132" y="349"/>
                    </a:cubicBezTo>
                    <a:cubicBezTo>
                      <a:pt x="1156" y="352"/>
                      <a:pt x="1156" y="352"/>
                      <a:pt x="1156" y="352"/>
                    </a:cubicBezTo>
                    <a:cubicBezTo>
                      <a:pt x="1157" y="370"/>
                      <a:pt x="1157" y="370"/>
                      <a:pt x="1157" y="370"/>
                    </a:cubicBezTo>
                    <a:cubicBezTo>
                      <a:pt x="1103" y="368"/>
                      <a:pt x="1103" y="368"/>
                      <a:pt x="1103" y="368"/>
                    </a:cubicBezTo>
                    <a:cubicBezTo>
                      <a:pt x="1085" y="386"/>
                      <a:pt x="1085" y="386"/>
                      <a:pt x="1085" y="386"/>
                    </a:cubicBezTo>
                    <a:lnTo>
                      <a:pt x="1105" y="40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9" name="Freeform 2179">
                <a:extLst>
                  <a:ext uri="{FF2B5EF4-FFF2-40B4-BE49-F238E27FC236}">
                    <a16:creationId xmlns:a16="http://schemas.microsoft.com/office/drawing/2014/main" id="{BD8D5FB9-C9BE-0743-A7F4-07ADB6D85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3402"/>
                <a:ext cx="159" cy="179"/>
              </a:xfrm>
              <a:custGeom>
                <a:avLst/>
                <a:gdLst>
                  <a:gd name="T0" fmla="*/ 318 w 391"/>
                  <a:gd name="T1" fmla="*/ 208 h 440"/>
                  <a:gd name="T2" fmla="*/ 336 w 391"/>
                  <a:gd name="T3" fmla="*/ 252 h 440"/>
                  <a:gd name="T4" fmla="*/ 277 w 391"/>
                  <a:gd name="T5" fmla="*/ 276 h 440"/>
                  <a:gd name="T6" fmla="*/ 275 w 391"/>
                  <a:gd name="T7" fmla="*/ 233 h 440"/>
                  <a:gd name="T8" fmla="*/ 216 w 391"/>
                  <a:gd name="T9" fmla="*/ 300 h 440"/>
                  <a:gd name="T10" fmla="*/ 200 w 391"/>
                  <a:gd name="T11" fmla="*/ 317 h 440"/>
                  <a:gd name="T12" fmla="*/ 194 w 391"/>
                  <a:gd name="T13" fmla="*/ 320 h 440"/>
                  <a:gd name="T14" fmla="*/ 194 w 391"/>
                  <a:gd name="T15" fmla="*/ 326 h 440"/>
                  <a:gd name="T16" fmla="*/ 190 w 391"/>
                  <a:gd name="T17" fmla="*/ 326 h 440"/>
                  <a:gd name="T18" fmla="*/ 190 w 391"/>
                  <a:gd name="T19" fmla="*/ 331 h 440"/>
                  <a:gd name="T20" fmla="*/ 175 w 391"/>
                  <a:gd name="T21" fmla="*/ 334 h 440"/>
                  <a:gd name="T22" fmla="*/ 149 w 391"/>
                  <a:gd name="T23" fmla="*/ 327 h 440"/>
                  <a:gd name="T24" fmla="*/ 141 w 391"/>
                  <a:gd name="T25" fmla="*/ 313 h 440"/>
                  <a:gd name="T26" fmla="*/ 134 w 391"/>
                  <a:gd name="T27" fmla="*/ 309 h 440"/>
                  <a:gd name="T28" fmla="*/ 134 w 391"/>
                  <a:gd name="T29" fmla="*/ 319 h 440"/>
                  <a:gd name="T30" fmla="*/ 134 w 391"/>
                  <a:gd name="T31" fmla="*/ 326 h 440"/>
                  <a:gd name="T32" fmla="*/ 136 w 391"/>
                  <a:gd name="T33" fmla="*/ 327 h 440"/>
                  <a:gd name="T34" fmla="*/ 144 w 391"/>
                  <a:gd name="T35" fmla="*/ 338 h 440"/>
                  <a:gd name="T36" fmla="*/ 156 w 391"/>
                  <a:gd name="T37" fmla="*/ 344 h 440"/>
                  <a:gd name="T38" fmla="*/ 162 w 391"/>
                  <a:gd name="T39" fmla="*/ 348 h 440"/>
                  <a:gd name="T40" fmla="*/ 176 w 391"/>
                  <a:gd name="T41" fmla="*/ 366 h 440"/>
                  <a:gd name="T42" fmla="*/ 188 w 391"/>
                  <a:gd name="T43" fmla="*/ 377 h 440"/>
                  <a:gd name="T44" fmla="*/ 190 w 391"/>
                  <a:gd name="T45" fmla="*/ 379 h 440"/>
                  <a:gd name="T46" fmla="*/ 195 w 391"/>
                  <a:gd name="T47" fmla="*/ 440 h 440"/>
                  <a:gd name="T48" fmla="*/ 163 w 391"/>
                  <a:gd name="T49" fmla="*/ 424 h 440"/>
                  <a:gd name="T50" fmla="*/ 147 w 391"/>
                  <a:gd name="T51" fmla="*/ 406 h 440"/>
                  <a:gd name="T52" fmla="*/ 141 w 391"/>
                  <a:gd name="T53" fmla="*/ 393 h 440"/>
                  <a:gd name="T54" fmla="*/ 137 w 391"/>
                  <a:gd name="T55" fmla="*/ 377 h 440"/>
                  <a:gd name="T56" fmla="*/ 127 w 391"/>
                  <a:gd name="T57" fmla="*/ 368 h 440"/>
                  <a:gd name="T58" fmla="*/ 110 w 391"/>
                  <a:gd name="T59" fmla="*/ 358 h 440"/>
                  <a:gd name="T60" fmla="*/ 103 w 391"/>
                  <a:gd name="T61" fmla="*/ 348 h 440"/>
                  <a:gd name="T62" fmla="*/ 94 w 391"/>
                  <a:gd name="T63" fmla="*/ 333 h 440"/>
                  <a:gd name="T64" fmla="*/ 76 w 391"/>
                  <a:gd name="T65" fmla="*/ 328 h 440"/>
                  <a:gd name="T66" fmla="*/ 60 w 391"/>
                  <a:gd name="T67" fmla="*/ 309 h 440"/>
                  <a:gd name="T68" fmla="*/ 44 w 391"/>
                  <a:gd name="T69" fmla="*/ 310 h 440"/>
                  <a:gd name="T70" fmla="*/ 29 w 391"/>
                  <a:gd name="T71" fmla="*/ 297 h 440"/>
                  <a:gd name="T72" fmla="*/ 47 w 391"/>
                  <a:gd name="T73" fmla="*/ 297 h 440"/>
                  <a:gd name="T74" fmla="*/ 63 w 391"/>
                  <a:gd name="T75" fmla="*/ 292 h 440"/>
                  <a:gd name="T76" fmla="*/ 62 w 391"/>
                  <a:gd name="T77" fmla="*/ 279 h 440"/>
                  <a:gd name="T78" fmla="*/ 53 w 391"/>
                  <a:gd name="T79" fmla="*/ 277 h 440"/>
                  <a:gd name="T80" fmla="*/ 43 w 391"/>
                  <a:gd name="T81" fmla="*/ 290 h 440"/>
                  <a:gd name="T82" fmla="*/ 23 w 391"/>
                  <a:gd name="T83" fmla="*/ 290 h 440"/>
                  <a:gd name="T84" fmla="*/ 0 w 391"/>
                  <a:gd name="T85" fmla="*/ 255 h 440"/>
                  <a:gd name="T86" fmla="*/ 27 w 391"/>
                  <a:gd name="T87" fmla="*/ 215 h 440"/>
                  <a:gd name="T88" fmla="*/ 29 w 391"/>
                  <a:gd name="T89" fmla="*/ 145 h 440"/>
                  <a:gd name="T90" fmla="*/ 62 w 391"/>
                  <a:gd name="T91" fmla="*/ 67 h 440"/>
                  <a:gd name="T92" fmla="*/ 104 w 391"/>
                  <a:gd name="T93" fmla="*/ 58 h 440"/>
                  <a:gd name="T94" fmla="*/ 135 w 391"/>
                  <a:gd name="T95" fmla="*/ 69 h 440"/>
                  <a:gd name="T96" fmla="*/ 98 w 391"/>
                  <a:gd name="T97" fmla="*/ 15 h 440"/>
                  <a:gd name="T98" fmla="*/ 154 w 391"/>
                  <a:gd name="T99" fmla="*/ 7 h 440"/>
                  <a:gd name="T100" fmla="*/ 203 w 391"/>
                  <a:gd name="T101" fmla="*/ 43 h 440"/>
                  <a:gd name="T102" fmla="*/ 266 w 391"/>
                  <a:gd name="T103" fmla="*/ 92 h 440"/>
                  <a:gd name="T104" fmla="*/ 329 w 391"/>
                  <a:gd name="T105" fmla="*/ 142 h 440"/>
                  <a:gd name="T106" fmla="*/ 391 w 391"/>
                  <a:gd name="T107" fmla="*/ 179 h 440"/>
                  <a:gd name="T108" fmla="*/ 376 w 391"/>
                  <a:gd name="T109" fmla="*/ 201 h 4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91" h="440">
                    <a:moveTo>
                      <a:pt x="331" y="200"/>
                    </a:moveTo>
                    <a:cubicBezTo>
                      <a:pt x="318" y="208"/>
                      <a:pt x="318" y="208"/>
                      <a:pt x="318" y="208"/>
                    </a:cubicBezTo>
                    <a:cubicBezTo>
                      <a:pt x="339" y="226"/>
                      <a:pt x="339" y="226"/>
                      <a:pt x="339" y="226"/>
                    </a:cubicBezTo>
                    <a:cubicBezTo>
                      <a:pt x="336" y="252"/>
                      <a:pt x="336" y="252"/>
                      <a:pt x="336" y="252"/>
                    </a:cubicBezTo>
                    <a:cubicBezTo>
                      <a:pt x="284" y="279"/>
                      <a:pt x="284" y="279"/>
                      <a:pt x="284" y="279"/>
                    </a:cubicBezTo>
                    <a:cubicBezTo>
                      <a:pt x="277" y="276"/>
                      <a:pt x="277" y="276"/>
                      <a:pt x="277" y="276"/>
                    </a:cubicBezTo>
                    <a:cubicBezTo>
                      <a:pt x="265" y="252"/>
                      <a:pt x="265" y="252"/>
                      <a:pt x="265" y="252"/>
                    </a:cubicBezTo>
                    <a:cubicBezTo>
                      <a:pt x="275" y="233"/>
                      <a:pt x="275" y="233"/>
                      <a:pt x="275" y="233"/>
                    </a:cubicBezTo>
                    <a:cubicBezTo>
                      <a:pt x="253" y="234"/>
                      <a:pt x="253" y="234"/>
                      <a:pt x="253" y="234"/>
                    </a:cubicBezTo>
                    <a:cubicBezTo>
                      <a:pt x="216" y="300"/>
                      <a:pt x="216" y="300"/>
                      <a:pt x="216" y="300"/>
                    </a:cubicBezTo>
                    <a:cubicBezTo>
                      <a:pt x="204" y="317"/>
                      <a:pt x="204" y="317"/>
                      <a:pt x="204" y="317"/>
                    </a:cubicBezTo>
                    <a:cubicBezTo>
                      <a:pt x="202" y="317"/>
                      <a:pt x="201" y="317"/>
                      <a:pt x="200" y="317"/>
                    </a:cubicBezTo>
                    <a:cubicBezTo>
                      <a:pt x="199" y="316"/>
                      <a:pt x="199" y="316"/>
                      <a:pt x="198" y="316"/>
                    </a:cubicBezTo>
                    <a:cubicBezTo>
                      <a:pt x="196" y="316"/>
                      <a:pt x="194" y="318"/>
                      <a:pt x="194" y="320"/>
                    </a:cubicBezTo>
                    <a:cubicBezTo>
                      <a:pt x="194" y="321"/>
                      <a:pt x="195" y="322"/>
                      <a:pt x="194" y="323"/>
                    </a:cubicBezTo>
                    <a:cubicBezTo>
                      <a:pt x="194" y="324"/>
                      <a:pt x="194" y="325"/>
                      <a:pt x="194" y="326"/>
                    </a:cubicBezTo>
                    <a:cubicBezTo>
                      <a:pt x="193" y="327"/>
                      <a:pt x="193" y="327"/>
                      <a:pt x="193" y="327"/>
                    </a:cubicBezTo>
                    <a:cubicBezTo>
                      <a:pt x="192" y="327"/>
                      <a:pt x="191" y="326"/>
                      <a:pt x="190" y="326"/>
                    </a:cubicBezTo>
                    <a:cubicBezTo>
                      <a:pt x="190" y="326"/>
                      <a:pt x="189" y="327"/>
                      <a:pt x="189" y="327"/>
                    </a:cubicBezTo>
                    <a:cubicBezTo>
                      <a:pt x="189" y="329"/>
                      <a:pt x="190" y="330"/>
                      <a:pt x="190" y="331"/>
                    </a:cubicBezTo>
                    <a:cubicBezTo>
                      <a:pt x="189" y="334"/>
                      <a:pt x="185" y="336"/>
                      <a:pt x="182" y="336"/>
                    </a:cubicBezTo>
                    <a:cubicBezTo>
                      <a:pt x="179" y="336"/>
                      <a:pt x="177" y="336"/>
                      <a:pt x="175" y="334"/>
                    </a:cubicBezTo>
                    <a:cubicBezTo>
                      <a:pt x="171" y="333"/>
                      <a:pt x="167" y="333"/>
                      <a:pt x="162" y="332"/>
                    </a:cubicBezTo>
                    <a:cubicBezTo>
                      <a:pt x="158" y="331"/>
                      <a:pt x="152" y="330"/>
                      <a:pt x="149" y="327"/>
                    </a:cubicBezTo>
                    <a:cubicBezTo>
                      <a:pt x="146" y="323"/>
                      <a:pt x="149" y="319"/>
                      <a:pt x="149" y="315"/>
                    </a:cubicBezTo>
                    <a:cubicBezTo>
                      <a:pt x="149" y="310"/>
                      <a:pt x="144" y="312"/>
                      <a:pt x="141" y="313"/>
                    </a:cubicBezTo>
                    <a:cubicBezTo>
                      <a:pt x="140" y="313"/>
                      <a:pt x="138" y="313"/>
                      <a:pt x="137" y="312"/>
                    </a:cubicBezTo>
                    <a:cubicBezTo>
                      <a:pt x="136" y="311"/>
                      <a:pt x="136" y="309"/>
                      <a:pt x="134" y="309"/>
                    </a:cubicBezTo>
                    <a:cubicBezTo>
                      <a:pt x="130" y="310"/>
                      <a:pt x="133" y="313"/>
                      <a:pt x="133" y="315"/>
                    </a:cubicBezTo>
                    <a:cubicBezTo>
                      <a:pt x="134" y="317"/>
                      <a:pt x="134" y="318"/>
                      <a:pt x="134" y="319"/>
                    </a:cubicBezTo>
                    <a:cubicBezTo>
                      <a:pt x="135" y="320"/>
                      <a:pt x="134" y="321"/>
                      <a:pt x="133" y="323"/>
                    </a:cubicBezTo>
                    <a:cubicBezTo>
                      <a:pt x="133" y="324"/>
                      <a:pt x="133" y="325"/>
                      <a:pt x="134" y="326"/>
                    </a:cubicBezTo>
                    <a:cubicBezTo>
                      <a:pt x="134" y="327"/>
                      <a:pt x="135" y="328"/>
                      <a:pt x="136" y="328"/>
                    </a:cubicBezTo>
                    <a:cubicBezTo>
                      <a:pt x="136" y="328"/>
                      <a:pt x="136" y="327"/>
                      <a:pt x="136" y="327"/>
                    </a:cubicBezTo>
                    <a:cubicBezTo>
                      <a:pt x="138" y="327"/>
                      <a:pt x="141" y="328"/>
                      <a:pt x="143" y="330"/>
                    </a:cubicBezTo>
                    <a:cubicBezTo>
                      <a:pt x="144" y="332"/>
                      <a:pt x="144" y="335"/>
                      <a:pt x="144" y="338"/>
                    </a:cubicBezTo>
                    <a:cubicBezTo>
                      <a:pt x="145" y="343"/>
                      <a:pt x="150" y="343"/>
                      <a:pt x="154" y="344"/>
                    </a:cubicBezTo>
                    <a:cubicBezTo>
                      <a:pt x="155" y="344"/>
                      <a:pt x="156" y="344"/>
                      <a:pt x="156" y="344"/>
                    </a:cubicBezTo>
                    <a:cubicBezTo>
                      <a:pt x="158" y="344"/>
                      <a:pt x="158" y="345"/>
                      <a:pt x="159" y="346"/>
                    </a:cubicBezTo>
                    <a:cubicBezTo>
                      <a:pt x="160" y="347"/>
                      <a:pt x="161" y="347"/>
                      <a:pt x="162" y="348"/>
                    </a:cubicBezTo>
                    <a:cubicBezTo>
                      <a:pt x="164" y="350"/>
                      <a:pt x="166" y="352"/>
                      <a:pt x="168" y="355"/>
                    </a:cubicBezTo>
                    <a:cubicBezTo>
                      <a:pt x="171" y="358"/>
                      <a:pt x="173" y="363"/>
                      <a:pt x="176" y="366"/>
                    </a:cubicBezTo>
                    <a:cubicBezTo>
                      <a:pt x="179" y="369"/>
                      <a:pt x="182" y="372"/>
                      <a:pt x="185" y="375"/>
                    </a:cubicBezTo>
                    <a:cubicBezTo>
                      <a:pt x="186" y="376"/>
                      <a:pt x="186" y="377"/>
                      <a:pt x="188" y="377"/>
                    </a:cubicBezTo>
                    <a:cubicBezTo>
                      <a:pt x="188" y="378"/>
                      <a:pt x="189" y="378"/>
                      <a:pt x="190" y="379"/>
                    </a:cubicBezTo>
                    <a:cubicBezTo>
                      <a:pt x="190" y="379"/>
                      <a:pt x="190" y="379"/>
                      <a:pt x="190" y="379"/>
                    </a:cubicBezTo>
                    <a:cubicBezTo>
                      <a:pt x="191" y="380"/>
                      <a:pt x="193" y="380"/>
                      <a:pt x="195" y="381"/>
                    </a:cubicBezTo>
                    <a:cubicBezTo>
                      <a:pt x="195" y="440"/>
                      <a:pt x="195" y="440"/>
                      <a:pt x="195" y="440"/>
                    </a:cubicBezTo>
                    <a:cubicBezTo>
                      <a:pt x="189" y="440"/>
                      <a:pt x="182" y="437"/>
                      <a:pt x="178" y="434"/>
                    </a:cubicBezTo>
                    <a:cubicBezTo>
                      <a:pt x="173" y="430"/>
                      <a:pt x="168" y="427"/>
                      <a:pt x="163" y="424"/>
                    </a:cubicBezTo>
                    <a:cubicBezTo>
                      <a:pt x="158" y="421"/>
                      <a:pt x="153" y="418"/>
                      <a:pt x="149" y="415"/>
                    </a:cubicBezTo>
                    <a:cubicBezTo>
                      <a:pt x="146" y="412"/>
                      <a:pt x="146" y="409"/>
                      <a:pt x="147" y="406"/>
                    </a:cubicBezTo>
                    <a:cubicBezTo>
                      <a:pt x="147" y="404"/>
                      <a:pt x="147" y="401"/>
                      <a:pt x="146" y="400"/>
                    </a:cubicBezTo>
                    <a:cubicBezTo>
                      <a:pt x="144" y="397"/>
                      <a:pt x="142" y="396"/>
                      <a:pt x="141" y="393"/>
                    </a:cubicBezTo>
                    <a:cubicBezTo>
                      <a:pt x="139" y="390"/>
                      <a:pt x="137" y="387"/>
                      <a:pt x="137" y="384"/>
                    </a:cubicBezTo>
                    <a:cubicBezTo>
                      <a:pt x="137" y="381"/>
                      <a:pt x="137" y="379"/>
                      <a:pt x="137" y="377"/>
                    </a:cubicBezTo>
                    <a:cubicBezTo>
                      <a:pt x="137" y="375"/>
                      <a:pt x="135" y="372"/>
                      <a:pt x="133" y="371"/>
                    </a:cubicBezTo>
                    <a:cubicBezTo>
                      <a:pt x="132" y="369"/>
                      <a:pt x="129" y="368"/>
                      <a:pt x="127" y="368"/>
                    </a:cubicBezTo>
                    <a:cubicBezTo>
                      <a:pt x="125" y="367"/>
                      <a:pt x="123" y="366"/>
                      <a:pt x="121" y="365"/>
                    </a:cubicBezTo>
                    <a:cubicBezTo>
                      <a:pt x="117" y="364"/>
                      <a:pt x="112" y="361"/>
                      <a:pt x="110" y="358"/>
                    </a:cubicBezTo>
                    <a:cubicBezTo>
                      <a:pt x="108" y="356"/>
                      <a:pt x="107" y="354"/>
                      <a:pt x="106" y="352"/>
                    </a:cubicBezTo>
                    <a:cubicBezTo>
                      <a:pt x="105" y="350"/>
                      <a:pt x="104" y="349"/>
                      <a:pt x="103" y="348"/>
                    </a:cubicBezTo>
                    <a:cubicBezTo>
                      <a:pt x="102" y="344"/>
                      <a:pt x="100" y="341"/>
                      <a:pt x="98" y="338"/>
                    </a:cubicBezTo>
                    <a:cubicBezTo>
                      <a:pt x="96" y="336"/>
                      <a:pt x="95" y="334"/>
                      <a:pt x="94" y="333"/>
                    </a:cubicBezTo>
                    <a:cubicBezTo>
                      <a:pt x="93" y="330"/>
                      <a:pt x="91" y="327"/>
                      <a:pt x="88" y="328"/>
                    </a:cubicBezTo>
                    <a:cubicBezTo>
                      <a:pt x="84" y="328"/>
                      <a:pt x="80" y="329"/>
                      <a:pt x="76" y="328"/>
                    </a:cubicBezTo>
                    <a:cubicBezTo>
                      <a:pt x="72" y="326"/>
                      <a:pt x="69" y="323"/>
                      <a:pt x="67" y="319"/>
                    </a:cubicBezTo>
                    <a:cubicBezTo>
                      <a:pt x="64" y="316"/>
                      <a:pt x="62" y="313"/>
                      <a:pt x="60" y="309"/>
                    </a:cubicBezTo>
                    <a:cubicBezTo>
                      <a:pt x="58" y="307"/>
                      <a:pt x="55" y="303"/>
                      <a:pt x="51" y="305"/>
                    </a:cubicBezTo>
                    <a:cubicBezTo>
                      <a:pt x="49" y="306"/>
                      <a:pt x="47" y="309"/>
                      <a:pt x="44" y="310"/>
                    </a:cubicBezTo>
                    <a:cubicBezTo>
                      <a:pt x="40" y="310"/>
                      <a:pt x="37" y="307"/>
                      <a:pt x="35" y="305"/>
                    </a:cubicBezTo>
                    <a:cubicBezTo>
                      <a:pt x="33" y="303"/>
                      <a:pt x="29" y="300"/>
                      <a:pt x="29" y="297"/>
                    </a:cubicBezTo>
                    <a:cubicBezTo>
                      <a:pt x="30" y="294"/>
                      <a:pt x="34" y="294"/>
                      <a:pt x="36" y="294"/>
                    </a:cubicBezTo>
                    <a:cubicBezTo>
                      <a:pt x="40" y="295"/>
                      <a:pt x="43" y="297"/>
                      <a:pt x="47" y="297"/>
                    </a:cubicBezTo>
                    <a:cubicBezTo>
                      <a:pt x="50" y="297"/>
                      <a:pt x="54" y="297"/>
                      <a:pt x="57" y="297"/>
                    </a:cubicBezTo>
                    <a:cubicBezTo>
                      <a:pt x="60" y="297"/>
                      <a:pt x="63" y="296"/>
                      <a:pt x="63" y="292"/>
                    </a:cubicBezTo>
                    <a:cubicBezTo>
                      <a:pt x="62" y="290"/>
                      <a:pt x="59" y="288"/>
                      <a:pt x="58" y="286"/>
                    </a:cubicBezTo>
                    <a:cubicBezTo>
                      <a:pt x="57" y="282"/>
                      <a:pt x="61" y="281"/>
                      <a:pt x="62" y="279"/>
                    </a:cubicBezTo>
                    <a:cubicBezTo>
                      <a:pt x="64" y="276"/>
                      <a:pt x="60" y="271"/>
                      <a:pt x="58" y="270"/>
                    </a:cubicBezTo>
                    <a:cubicBezTo>
                      <a:pt x="55" y="267"/>
                      <a:pt x="54" y="275"/>
                      <a:pt x="53" y="277"/>
                    </a:cubicBezTo>
                    <a:cubicBezTo>
                      <a:pt x="51" y="280"/>
                      <a:pt x="49" y="283"/>
                      <a:pt x="49" y="286"/>
                    </a:cubicBezTo>
                    <a:cubicBezTo>
                      <a:pt x="49" y="290"/>
                      <a:pt x="46" y="291"/>
                      <a:pt x="43" y="290"/>
                    </a:cubicBezTo>
                    <a:cubicBezTo>
                      <a:pt x="39" y="290"/>
                      <a:pt x="36" y="289"/>
                      <a:pt x="33" y="289"/>
                    </a:cubicBezTo>
                    <a:cubicBezTo>
                      <a:pt x="30" y="288"/>
                      <a:pt x="24" y="287"/>
                      <a:pt x="23" y="290"/>
                    </a:cubicBezTo>
                    <a:cubicBezTo>
                      <a:pt x="23" y="290"/>
                      <a:pt x="23" y="290"/>
                      <a:pt x="22" y="290"/>
                    </a:cubicBezTo>
                    <a:cubicBezTo>
                      <a:pt x="0" y="255"/>
                      <a:pt x="0" y="255"/>
                      <a:pt x="0" y="255"/>
                    </a:cubicBezTo>
                    <a:cubicBezTo>
                      <a:pt x="19" y="254"/>
                      <a:pt x="19" y="254"/>
                      <a:pt x="19" y="254"/>
                    </a:cubicBezTo>
                    <a:cubicBezTo>
                      <a:pt x="27" y="215"/>
                      <a:pt x="27" y="215"/>
                      <a:pt x="27" y="215"/>
                    </a:cubicBezTo>
                    <a:cubicBezTo>
                      <a:pt x="10" y="175"/>
                      <a:pt x="10" y="175"/>
                      <a:pt x="10" y="175"/>
                    </a:cubicBezTo>
                    <a:cubicBezTo>
                      <a:pt x="29" y="145"/>
                      <a:pt x="29" y="145"/>
                      <a:pt x="29" y="145"/>
                    </a:cubicBezTo>
                    <a:cubicBezTo>
                      <a:pt x="43" y="139"/>
                      <a:pt x="43" y="139"/>
                      <a:pt x="43" y="139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95" y="52"/>
                      <a:pt x="95" y="52"/>
                      <a:pt x="95" y="52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16" y="71"/>
                      <a:pt x="116" y="71"/>
                      <a:pt x="116" y="71"/>
                    </a:cubicBezTo>
                    <a:cubicBezTo>
                      <a:pt x="135" y="69"/>
                      <a:pt x="135" y="69"/>
                      <a:pt x="135" y="69"/>
                    </a:cubicBezTo>
                    <a:cubicBezTo>
                      <a:pt x="128" y="28"/>
                      <a:pt x="128" y="28"/>
                      <a:pt x="128" y="28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110" y="0"/>
                      <a:pt x="110" y="0"/>
                      <a:pt x="110" y="0"/>
                    </a:cubicBezTo>
                    <a:cubicBezTo>
                      <a:pt x="154" y="7"/>
                      <a:pt x="154" y="7"/>
                      <a:pt x="154" y="7"/>
                    </a:cubicBezTo>
                    <a:cubicBezTo>
                      <a:pt x="164" y="26"/>
                      <a:pt x="164" y="26"/>
                      <a:pt x="164" y="26"/>
                    </a:cubicBezTo>
                    <a:cubicBezTo>
                      <a:pt x="203" y="43"/>
                      <a:pt x="203" y="43"/>
                      <a:pt x="203" y="43"/>
                    </a:cubicBezTo>
                    <a:cubicBezTo>
                      <a:pt x="239" y="87"/>
                      <a:pt x="239" y="87"/>
                      <a:pt x="239" y="87"/>
                    </a:cubicBezTo>
                    <a:cubicBezTo>
                      <a:pt x="266" y="92"/>
                      <a:pt x="266" y="92"/>
                      <a:pt x="266" y="92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29" y="142"/>
                      <a:pt x="329" y="142"/>
                      <a:pt x="329" y="142"/>
                    </a:cubicBezTo>
                    <a:cubicBezTo>
                      <a:pt x="390" y="159"/>
                      <a:pt x="390" y="159"/>
                      <a:pt x="390" y="159"/>
                    </a:cubicBezTo>
                    <a:cubicBezTo>
                      <a:pt x="391" y="179"/>
                      <a:pt x="391" y="179"/>
                      <a:pt x="391" y="179"/>
                    </a:cubicBezTo>
                    <a:cubicBezTo>
                      <a:pt x="391" y="184"/>
                      <a:pt x="391" y="184"/>
                      <a:pt x="391" y="184"/>
                    </a:cubicBezTo>
                    <a:cubicBezTo>
                      <a:pt x="376" y="201"/>
                      <a:pt x="376" y="201"/>
                      <a:pt x="376" y="201"/>
                    </a:cubicBezTo>
                    <a:lnTo>
                      <a:pt x="331" y="20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0" name="Freeform 2180">
                <a:extLst>
                  <a:ext uri="{FF2B5EF4-FFF2-40B4-BE49-F238E27FC236}">
                    <a16:creationId xmlns:a16="http://schemas.microsoft.com/office/drawing/2014/main" id="{A0566CB4-3E4D-8A46-8D6E-D703DA606E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8" y="3293"/>
                <a:ext cx="520" cy="329"/>
              </a:xfrm>
              <a:custGeom>
                <a:avLst/>
                <a:gdLst>
                  <a:gd name="T0" fmla="*/ 1265 w 1279"/>
                  <a:gd name="T1" fmla="*/ 98 h 810"/>
                  <a:gd name="T2" fmla="*/ 1049 w 1279"/>
                  <a:gd name="T3" fmla="*/ 22 h 810"/>
                  <a:gd name="T4" fmla="*/ 874 w 1279"/>
                  <a:gd name="T5" fmla="*/ 37 h 810"/>
                  <a:gd name="T6" fmla="*/ 732 w 1279"/>
                  <a:gd name="T7" fmla="*/ 113 h 810"/>
                  <a:gd name="T8" fmla="*/ 631 w 1279"/>
                  <a:gd name="T9" fmla="*/ 174 h 810"/>
                  <a:gd name="T10" fmla="*/ 486 w 1279"/>
                  <a:gd name="T11" fmla="*/ 169 h 810"/>
                  <a:gd name="T12" fmla="*/ 369 w 1279"/>
                  <a:gd name="T13" fmla="*/ 177 h 810"/>
                  <a:gd name="T14" fmla="*/ 264 w 1279"/>
                  <a:gd name="T15" fmla="*/ 159 h 810"/>
                  <a:gd name="T16" fmla="*/ 139 w 1279"/>
                  <a:gd name="T17" fmla="*/ 98 h 810"/>
                  <a:gd name="T18" fmla="*/ 103 w 1279"/>
                  <a:gd name="T19" fmla="*/ 76 h 810"/>
                  <a:gd name="T20" fmla="*/ 17 w 1279"/>
                  <a:gd name="T21" fmla="*/ 116 h 810"/>
                  <a:gd name="T22" fmla="*/ 151 w 1279"/>
                  <a:gd name="T23" fmla="*/ 324 h 810"/>
                  <a:gd name="T24" fmla="*/ 68 w 1279"/>
                  <a:gd name="T25" fmla="*/ 510 h 810"/>
                  <a:gd name="T26" fmla="*/ 178 w 1279"/>
                  <a:gd name="T27" fmla="*/ 707 h 810"/>
                  <a:gd name="T28" fmla="*/ 218 w 1279"/>
                  <a:gd name="T29" fmla="*/ 799 h 810"/>
                  <a:gd name="T30" fmla="*/ 286 w 1279"/>
                  <a:gd name="T31" fmla="*/ 784 h 810"/>
                  <a:gd name="T32" fmla="*/ 345 w 1279"/>
                  <a:gd name="T33" fmla="*/ 769 h 810"/>
                  <a:gd name="T34" fmla="*/ 390 w 1279"/>
                  <a:gd name="T35" fmla="*/ 748 h 810"/>
                  <a:gd name="T36" fmla="*/ 433 w 1279"/>
                  <a:gd name="T37" fmla="*/ 731 h 810"/>
                  <a:gd name="T38" fmla="*/ 532 w 1279"/>
                  <a:gd name="T39" fmla="*/ 765 h 810"/>
                  <a:gd name="T40" fmla="*/ 575 w 1279"/>
                  <a:gd name="T41" fmla="*/ 769 h 810"/>
                  <a:gd name="T42" fmla="*/ 682 w 1279"/>
                  <a:gd name="T43" fmla="*/ 804 h 810"/>
                  <a:gd name="T44" fmla="*/ 747 w 1279"/>
                  <a:gd name="T45" fmla="*/ 787 h 810"/>
                  <a:gd name="T46" fmla="*/ 844 w 1279"/>
                  <a:gd name="T47" fmla="*/ 747 h 810"/>
                  <a:gd name="T48" fmla="*/ 814 w 1279"/>
                  <a:gd name="T49" fmla="*/ 692 h 810"/>
                  <a:gd name="T50" fmla="*/ 846 w 1279"/>
                  <a:gd name="T51" fmla="*/ 666 h 810"/>
                  <a:gd name="T52" fmla="*/ 909 w 1279"/>
                  <a:gd name="T53" fmla="*/ 631 h 810"/>
                  <a:gd name="T54" fmla="*/ 1121 w 1279"/>
                  <a:gd name="T55" fmla="*/ 581 h 810"/>
                  <a:gd name="T56" fmla="*/ 1207 w 1279"/>
                  <a:gd name="T57" fmla="*/ 547 h 810"/>
                  <a:gd name="T58" fmla="*/ 1188 w 1279"/>
                  <a:gd name="T59" fmla="*/ 530 h 810"/>
                  <a:gd name="T60" fmla="*/ 1172 w 1279"/>
                  <a:gd name="T61" fmla="*/ 513 h 810"/>
                  <a:gd name="T62" fmla="*/ 1151 w 1279"/>
                  <a:gd name="T63" fmla="*/ 496 h 810"/>
                  <a:gd name="T64" fmla="*/ 1143 w 1279"/>
                  <a:gd name="T65" fmla="*/ 481 h 810"/>
                  <a:gd name="T66" fmla="*/ 1139 w 1279"/>
                  <a:gd name="T67" fmla="*/ 465 h 810"/>
                  <a:gd name="T68" fmla="*/ 1131 w 1279"/>
                  <a:gd name="T69" fmla="*/ 453 h 810"/>
                  <a:gd name="T70" fmla="*/ 1114 w 1279"/>
                  <a:gd name="T71" fmla="*/ 448 h 810"/>
                  <a:gd name="T72" fmla="*/ 1089 w 1279"/>
                  <a:gd name="T73" fmla="*/ 442 h 810"/>
                  <a:gd name="T74" fmla="*/ 1072 w 1279"/>
                  <a:gd name="T75" fmla="*/ 436 h 810"/>
                  <a:gd name="T76" fmla="*/ 1094 w 1279"/>
                  <a:gd name="T77" fmla="*/ 413 h 810"/>
                  <a:gd name="T78" fmla="*/ 1108 w 1279"/>
                  <a:gd name="T79" fmla="*/ 389 h 810"/>
                  <a:gd name="T80" fmla="*/ 1150 w 1279"/>
                  <a:gd name="T81" fmla="*/ 372 h 810"/>
                  <a:gd name="T82" fmla="*/ 1154 w 1279"/>
                  <a:gd name="T83" fmla="*/ 329 h 810"/>
                  <a:gd name="T84" fmla="*/ 1145 w 1279"/>
                  <a:gd name="T85" fmla="*/ 284 h 810"/>
                  <a:gd name="T86" fmla="*/ 1154 w 1279"/>
                  <a:gd name="T87" fmla="*/ 249 h 810"/>
                  <a:gd name="T88" fmla="*/ 1151 w 1279"/>
                  <a:gd name="T89" fmla="*/ 233 h 810"/>
                  <a:gd name="T90" fmla="*/ 1180 w 1279"/>
                  <a:gd name="T91" fmla="*/ 193 h 810"/>
                  <a:gd name="T92" fmla="*/ 1209 w 1279"/>
                  <a:gd name="T93" fmla="*/ 177 h 810"/>
                  <a:gd name="T94" fmla="*/ 1232 w 1279"/>
                  <a:gd name="T95" fmla="*/ 178 h 810"/>
                  <a:gd name="T96" fmla="*/ 1259 w 1279"/>
                  <a:gd name="T97" fmla="*/ 171 h 810"/>
                  <a:gd name="T98" fmla="*/ 1278 w 1279"/>
                  <a:gd name="T99" fmla="*/ 137 h 810"/>
                  <a:gd name="T100" fmla="*/ 909 w 1279"/>
                  <a:gd name="T101" fmla="*/ 295 h 810"/>
                  <a:gd name="T102" fmla="*/ 904 w 1279"/>
                  <a:gd name="T103" fmla="*/ 307 h 810"/>
                  <a:gd name="T104" fmla="*/ 912 w 1279"/>
                  <a:gd name="T105" fmla="*/ 355 h 810"/>
                  <a:gd name="T106" fmla="*/ 1034 w 1279"/>
                  <a:gd name="T107" fmla="*/ 311 h 810"/>
                  <a:gd name="T108" fmla="*/ 1050 w 1279"/>
                  <a:gd name="T109" fmla="*/ 304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79" h="810">
                    <a:moveTo>
                      <a:pt x="1278" y="132"/>
                    </a:moveTo>
                    <a:cubicBezTo>
                      <a:pt x="1278" y="131"/>
                      <a:pt x="1278" y="129"/>
                      <a:pt x="1277" y="128"/>
                    </a:cubicBezTo>
                    <a:cubicBezTo>
                      <a:pt x="1276" y="125"/>
                      <a:pt x="1272" y="124"/>
                      <a:pt x="1270" y="122"/>
                    </a:cubicBezTo>
                    <a:cubicBezTo>
                      <a:pt x="1269" y="120"/>
                      <a:pt x="1267" y="118"/>
                      <a:pt x="1267" y="115"/>
                    </a:cubicBezTo>
                    <a:cubicBezTo>
                      <a:pt x="1267" y="112"/>
                      <a:pt x="1267" y="109"/>
                      <a:pt x="1267" y="106"/>
                    </a:cubicBezTo>
                    <a:cubicBezTo>
                      <a:pt x="1266" y="103"/>
                      <a:pt x="1265" y="101"/>
                      <a:pt x="1265" y="98"/>
                    </a:cubicBezTo>
                    <a:cubicBezTo>
                      <a:pt x="1264" y="94"/>
                      <a:pt x="1264" y="89"/>
                      <a:pt x="1264" y="85"/>
                    </a:cubicBezTo>
                    <a:cubicBezTo>
                      <a:pt x="1173" y="85"/>
                      <a:pt x="1173" y="85"/>
                      <a:pt x="1173" y="85"/>
                    </a:cubicBezTo>
                    <a:cubicBezTo>
                      <a:pt x="1131" y="67"/>
                      <a:pt x="1131" y="67"/>
                      <a:pt x="1131" y="67"/>
                    </a:cubicBezTo>
                    <a:cubicBezTo>
                      <a:pt x="1119" y="38"/>
                      <a:pt x="1119" y="38"/>
                      <a:pt x="1119" y="38"/>
                    </a:cubicBezTo>
                    <a:cubicBezTo>
                      <a:pt x="1081" y="43"/>
                      <a:pt x="1081" y="43"/>
                      <a:pt x="1081" y="43"/>
                    </a:cubicBezTo>
                    <a:cubicBezTo>
                      <a:pt x="1049" y="22"/>
                      <a:pt x="1049" y="22"/>
                      <a:pt x="1049" y="22"/>
                    </a:cubicBezTo>
                    <a:cubicBezTo>
                      <a:pt x="1004" y="24"/>
                      <a:pt x="1004" y="24"/>
                      <a:pt x="1004" y="24"/>
                    </a:cubicBezTo>
                    <a:cubicBezTo>
                      <a:pt x="972" y="6"/>
                      <a:pt x="972" y="6"/>
                      <a:pt x="972" y="6"/>
                    </a:cubicBezTo>
                    <a:cubicBezTo>
                      <a:pt x="971" y="0"/>
                      <a:pt x="971" y="0"/>
                      <a:pt x="971" y="0"/>
                    </a:cubicBezTo>
                    <a:cubicBezTo>
                      <a:pt x="944" y="1"/>
                      <a:pt x="944" y="1"/>
                      <a:pt x="944" y="1"/>
                    </a:cubicBezTo>
                    <a:cubicBezTo>
                      <a:pt x="923" y="9"/>
                      <a:pt x="923" y="9"/>
                      <a:pt x="923" y="9"/>
                    </a:cubicBezTo>
                    <a:cubicBezTo>
                      <a:pt x="874" y="37"/>
                      <a:pt x="874" y="37"/>
                      <a:pt x="874" y="37"/>
                    </a:cubicBezTo>
                    <a:cubicBezTo>
                      <a:pt x="840" y="37"/>
                      <a:pt x="840" y="37"/>
                      <a:pt x="840" y="37"/>
                    </a:cubicBezTo>
                    <a:cubicBezTo>
                      <a:pt x="760" y="69"/>
                      <a:pt x="760" y="69"/>
                      <a:pt x="760" y="69"/>
                    </a:cubicBezTo>
                    <a:cubicBezTo>
                      <a:pt x="750" y="84"/>
                      <a:pt x="750" y="84"/>
                      <a:pt x="750" y="84"/>
                    </a:cubicBezTo>
                    <a:cubicBezTo>
                      <a:pt x="738" y="84"/>
                      <a:pt x="738" y="84"/>
                      <a:pt x="738" y="84"/>
                    </a:cubicBezTo>
                    <a:cubicBezTo>
                      <a:pt x="729" y="99"/>
                      <a:pt x="729" y="99"/>
                      <a:pt x="729" y="99"/>
                    </a:cubicBezTo>
                    <a:cubicBezTo>
                      <a:pt x="732" y="113"/>
                      <a:pt x="732" y="113"/>
                      <a:pt x="732" y="113"/>
                    </a:cubicBezTo>
                    <a:cubicBezTo>
                      <a:pt x="718" y="131"/>
                      <a:pt x="718" y="131"/>
                      <a:pt x="718" y="131"/>
                    </a:cubicBezTo>
                    <a:cubicBezTo>
                      <a:pt x="711" y="132"/>
                      <a:pt x="711" y="132"/>
                      <a:pt x="711" y="132"/>
                    </a:cubicBezTo>
                    <a:cubicBezTo>
                      <a:pt x="703" y="148"/>
                      <a:pt x="703" y="148"/>
                      <a:pt x="703" y="148"/>
                    </a:cubicBezTo>
                    <a:cubicBezTo>
                      <a:pt x="666" y="159"/>
                      <a:pt x="666" y="159"/>
                      <a:pt x="666" y="159"/>
                    </a:cubicBezTo>
                    <a:cubicBezTo>
                      <a:pt x="642" y="166"/>
                      <a:pt x="642" y="166"/>
                      <a:pt x="642" y="166"/>
                    </a:cubicBezTo>
                    <a:cubicBezTo>
                      <a:pt x="631" y="174"/>
                      <a:pt x="631" y="174"/>
                      <a:pt x="631" y="174"/>
                    </a:cubicBezTo>
                    <a:cubicBezTo>
                      <a:pt x="608" y="169"/>
                      <a:pt x="608" y="169"/>
                      <a:pt x="608" y="169"/>
                    </a:cubicBezTo>
                    <a:cubicBezTo>
                      <a:pt x="576" y="156"/>
                      <a:pt x="576" y="156"/>
                      <a:pt x="576" y="156"/>
                    </a:cubicBezTo>
                    <a:cubicBezTo>
                      <a:pt x="551" y="163"/>
                      <a:pt x="551" y="163"/>
                      <a:pt x="551" y="163"/>
                    </a:cubicBezTo>
                    <a:cubicBezTo>
                      <a:pt x="538" y="153"/>
                      <a:pt x="538" y="153"/>
                      <a:pt x="538" y="153"/>
                    </a:cubicBezTo>
                    <a:cubicBezTo>
                      <a:pt x="520" y="153"/>
                      <a:pt x="520" y="153"/>
                      <a:pt x="520" y="153"/>
                    </a:cubicBezTo>
                    <a:cubicBezTo>
                      <a:pt x="486" y="169"/>
                      <a:pt x="486" y="169"/>
                      <a:pt x="486" y="169"/>
                    </a:cubicBezTo>
                    <a:cubicBezTo>
                      <a:pt x="469" y="155"/>
                      <a:pt x="469" y="155"/>
                      <a:pt x="469" y="155"/>
                    </a:cubicBezTo>
                    <a:cubicBezTo>
                      <a:pt x="456" y="153"/>
                      <a:pt x="456" y="153"/>
                      <a:pt x="456" y="153"/>
                    </a:cubicBezTo>
                    <a:cubicBezTo>
                      <a:pt x="449" y="157"/>
                      <a:pt x="449" y="157"/>
                      <a:pt x="449" y="157"/>
                    </a:cubicBezTo>
                    <a:cubicBezTo>
                      <a:pt x="436" y="149"/>
                      <a:pt x="436" y="149"/>
                      <a:pt x="436" y="149"/>
                    </a:cubicBezTo>
                    <a:cubicBezTo>
                      <a:pt x="421" y="171"/>
                      <a:pt x="421" y="171"/>
                      <a:pt x="421" y="171"/>
                    </a:cubicBezTo>
                    <a:cubicBezTo>
                      <a:pt x="369" y="177"/>
                      <a:pt x="369" y="177"/>
                      <a:pt x="369" y="177"/>
                    </a:cubicBezTo>
                    <a:cubicBezTo>
                      <a:pt x="327" y="165"/>
                      <a:pt x="327" y="165"/>
                      <a:pt x="327" y="165"/>
                    </a:cubicBezTo>
                    <a:cubicBezTo>
                      <a:pt x="304" y="162"/>
                      <a:pt x="304" y="162"/>
                      <a:pt x="304" y="162"/>
                    </a:cubicBezTo>
                    <a:cubicBezTo>
                      <a:pt x="297" y="154"/>
                      <a:pt x="297" y="154"/>
                      <a:pt x="297" y="154"/>
                    </a:cubicBezTo>
                    <a:cubicBezTo>
                      <a:pt x="273" y="152"/>
                      <a:pt x="273" y="152"/>
                      <a:pt x="273" y="152"/>
                    </a:cubicBezTo>
                    <a:cubicBezTo>
                      <a:pt x="268" y="158"/>
                      <a:pt x="268" y="158"/>
                      <a:pt x="268" y="158"/>
                    </a:cubicBezTo>
                    <a:cubicBezTo>
                      <a:pt x="264" y="159"/>
                      <a:pt x="264" y="159"/>
                      <a:pt x="264" y="159"/>
                    </a:cubicBezTo>
                    <a:cubicBezTo>
                      <a:pt x="236" y="145"/>
                      <a:pt x="236" y="145"/>
                      <a:pt x="236" y="145"/>
                    </a:cubicBezTo>
                    <a:cubicBezTo>
                      <a:pt x="190" y="144"/>
                      <a:pt x="125" y="159"/>
                      <a:pt x="125" y="159"/>
                    </a:cubicBezTo>
                    <a:cubicBezTo>
                      <a:pt x="99" y="145"/>
                      <a:pt x="99" y="145"/>
                      <a:pt x="99" y="145"/>
                    </a:cubicBezTo>
                    <a:cubicBezTo>
                      <a:pt x="104" y="136"/>
                      <a:pt x="104" y="136"/>
                      <a:pt x="104" y="136"/>
                    </a:cubicBezTo>
                    <a:cubicBezTo>
                      <a:pt x="105" y="115"/>
                      <a:pt x="105" y="115"/>
                      <a:pt x="105" y="115"/>
                    </a:cubicBezTo>
                    <a:cubicBezTo>
                      <a:pt x="139" y="98"/>
                      <a:pt x="139" y="98"/>
                      <a:pt x="139" y="98"/>
                    </a:cubicBezTo>
                    <a:cubicBezTo>
                      <a:pt x="139" y="86"/>
                      <a:pt x="139" y="86"/>
                      <a:pt x="139" y="86"/>
                    </a:cubicBezTo>
                    <a:cubicBezTo>
                      <a:pt x="133" y="84"/>
                      <a:pt x="133" y="84"/>
                      <a:pt x="133" y="84"/>
                    </a:cubicBezTo>
                    <a:cubicBezTo>
                      <a:pt x="126" y="82"/>
                      <a:pt x="126" y="82"/>
                      <a:pt x="126" y="82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108" y="76"/>
                      <a:pt x="108" y="76"/>
                      <a:pt x="108" y="76"/>
                    </a:cubicBezTo>
                    <a:cubicBezTo>
                      <a:pt x="103" y="76"/>
                      <a:pt x="103" y="76"/>
                      <a:pt x="103" y="76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89" y="80"/>
                      <a:pt x="89" y="80"/>
                      <a:pt x="89" y="80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38" y="113"/>
                      <a:pt x="38" y="113"/>
                      <a:pt x="38" y="113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0" y="172"/>
                      <a:pt x="0" y="172"/>
                      <a:pt x="0" y="172"/>
                    </a:cubicBezTo>
                    <a:cubicBezTo>
                      <a:pt x="32" y="210"/>
                      <a:pt x="32" y="210"/>
                      <a:pt x="32" y="210"/>
                    </a:cubicBezTo>
                    <a:cubicBezTo>
                      <a:pt x="40" y="253"/>
                      <a:pt x="40" y="253"/>
                      <a:pt x="40" y="253"/>
                    </a:cubicBezTo>
                    <a:cubicBezTo>
                      <a:pt x="89" y="277"/>
                      <a:pt x="89" y="277"/>
                      <a:pt x="89" y="277"/>
                    </a:cubicBezTo>
                    <a:cubicBezTo>
                      <a:pt x="114" y="312"/>
                      <a:pt x="114" y="312"/>
                      <a:pt x="114" y="312"/>
                    </a:cubicBezTo>
                    <a:cubicBezTo>
                      <a:pt x="151" y="324"/>
                      <a:pt x="151" y="324"/>
                      <a:pt x="151" y="324"/>
                    </a:cubicBezTo>
                    <a:cubicBezTo>
                      <a:pt x="149" y="344"/>
                      <a:pt x="149" y="344"/>
                      <a:pt x="149" y="344"/>
                    </a:cubicBezTo>
                    <a:cubicBezTo>
                      <a:pt x="93" y="371"/>
                      <a:pt x="93" y="371"/>
                      <a:pt x="93" y="371"/>
                    </a:cubicBezTo>
                    <a:cubicBezTo>
                      <a:pt x="81" y="412"/>
                      <a:pt x="81" y="412"/>
                      <a:pt x="81" y="412"/>
                    </a:cubicBezTo>
                    <a:cubicBezTo>
                      <a:pt x="46" y="413"/>
                      <a:pt x="46" y="413"/>
                      <a:pt x="46" y="413"/>
                    </a:cubicBezTo>
                    <a:cubicBezTo>
                      <a:pt x="40" y="496"/>
                      <a:pt x="40" y="496"/>
                      <a:pt x="40" y="496"/>
                    </a:cubicBezTo>
                    <a:cubicBezTo>
                      <a:pt x="68" y="510"/>
                      <a:pt x="68" y="510"/>
                      <a:pt x="68" y="510"/>
                    </a:cubicBezTo>
                    <a:cubicBezTo>
                      <a:pt x="68" y="537"/>
                      <a:pt x="68" y="537"/>
                      <a:pt x="68" y="537"/>
                    </a:cubicBezTo>
                    <a:cubicBezTo>
                      <a:pt x="41" y="562"/>
                      <a:pt x="41" y="562"/>
                      <a:pt x="41" y="562"/>
                    </a:cubicBezTo>
                    <a:cubicBezTo>
                      <a:pt x="86" y="618"/>
                      <a:pt x="86" y="618"/>
                      <a:pt x="86" y="618"/>
                    </a:cubicBezTo>
                    <a:cubicBezTo>
                      <a:pt x="149" y="636"/>
                      <a:pt x="149" y="636"/>
                      <a:pt x="149" y="636"/>
                    </a:cubicBezTo>
                    <a:cubicBezTo>
                      <a:pt x="149" y="668"/>
                      <a:pt x="149" y="668"/>
                      <a:pt x="149" y="668"/>
                    </a:cubicBezTo>
                    <a:cubicBezTo>
                      <a:pt x="178" y="707"/>
                      <a:pt x="178" y="707"/>
                      <a:pt x="178" y="707"/>
                    </a:cubicBezTo>
                    <a:cubicBezTo>
                      <a:pt x="164" y="728"/>
                      <a:pt x="164" y="728"/>
                      <a:pt x="164" y="728"/>
                    </a:cubicBezTo>
                    <a:cubicBezTo>
                      <a:pt x="167" y="806"/>
                      <a:pt x="167" y="806"/>
                      <a:pt x="167" y="806"/>
                    </a:cubicBezTo>
                    <a:cubicBezTo>
                      <a:pt x="180" y="806"/>
                      <a:pt x="180" y="806"/>
                      <a:pt x="180" y="806"/>
                    </a:cubicBezTo>
                    <a:cubicBezTo>
                      <a:pt x="185" y="810"/>
                      <a:pt x="185" y="810"/>
                      <a:pt x="185" y="810"/>
                    </a:cubicBezTo>
                    <a:cubicBezTo>
                      <a:pt x="203" y="809"/>
                      <a:pt x="203" y="809"/>
                      <a:pt x="203" y="809"/>
                    </a:cubicBezTo>
                    <a:cubicBezTo>
                      <a:pt x="218" y="799"/>
                      <a:pt x="218" y="799"/>
                      <a:pt x="218" y="799"/>
                    </a:cubicBezTo>
                    <a:cubicBezTo>
                      <a:pt x="218" y="790"/>
                      <a:pt x="218" y="790"/>
                      <a:pt x="218" y="790"/>
                    </a:cubicBezTo>
                    <a:cubicBezTo>
                      <a:pt x="224" y="785"/>
                      <a:pt x="224" y="785"/>
                      <a:pt x="224" y="785"/>
                    </a:cubicBezTo>
                    <a:cubicBezTo>
                      <a:pt x="234" y="784"/>
                      <a:pt x="234" y="784"/>
                      <a:pt x="234" y="784"/>
                    </a:cubicBezTo>
                    <a:cubicBezTo>
                      <a:pt x="240" y="794"/>
                      <a:pt x="240" y="794"/>
                      <a:pt x="240" y="794"/>
                    </a:cubicBezTo>
                    <a:cubicBezTo>
                      <a:pt x="251" y="783"/>
                      <a:pt x="251" y="783"/>
                      <a:pt x="251" y="783"/>
                    </a:cubicBezTo>
                    <a:cubicBezTo>
                      <a:pt x="286" y="784"/>
                      <a:pt x="286" y="784"/>
                      <a:pt x="286" y="784"/>
                    </a:cubicBezTo>
                    <a:cubicBezTo>
                      <a:pt x="299" y="791"/>
                      <a:pt x="299" y="791"/>
                      <a:pt x="299" y="791"/>
                    </a:cubicBezTo>
                    <a:cubicBezTo>
                      <a:pt x="307" y="779"/>
                      <a:pt x="307" y="779"/>
                      <a:pt x="307" y="779"/>
                    </a:cubicBezTo>
                    <a:cubicBezTo>
                      <a:pt x="322" y="778"/>
                      <a:pt x="322" y="778"/>
                      <a:pt x="322" y="778"/>
                    </a:cubicBezTo>
                    <a:cubicBezTo>
                      <a:pt x="327" y="784"/>
                      <a:pt x="327" y="784"/>
                      <a:pt x="327" y="784"/>
                    </a:cubicBezTo>
                    <a:cubicBezTo>
                      <a:pt x="340" y="770"/>
                      <a:pt x="340" y="770"/>
                      <a:pt x="340" y="770"/>
                    </a:cubicBezTo>
                    <a:cubicBezTo>
                      <a:pt x="345" y="769"/>
                      <a:pt x="345" y="769"/>
                      <a:pt x="345" y="769"/>
                    </a:cubicBezTo>
                    <a:cubicBezTo>
                      <a:pt x="362" y="758"/>
                      <a:pt x="362" y="758"/>
                      <a:pt x="362" y="758"/>
                    </a:cubicBezTo>
                    <a:cubicBezTo>
                      <a:pt x="372" y="766"/>
                      <a:pt x="372" y="766"/>
                      <a:pt x="372" y="766"/>
                    </a:cubicBezTo>
                    <a:cubicBezTo>
                      <a:pt x="378" y="761"/>
                      <a:pt x="378" y="761"/>
                      <a:pt x="378" y="761"/>
                    </a:cubicBezTo>
                    <a:cubicBezTo>
                      <a:pt x="390" y="762"/>
                      <a:pt x="390" y="762"/>
                      <a:pt x="390" y="762"/>
                    </a:cubicBezTo>
                    <a:cubicBezTo>
                      <a:pt x="393" y="755"/>
                      <a:pt x="393" y="755"/>
                      <a:pt x="393" y="755"/>
                    </a:cubicBezTo>
                    <a:cubicBezTo>
                      <a:pt x="390" y="748"/>
                      <a:pt x="390" y="748"/>
                      <a:pt x="390" y="748"/>
                    </a:cubicBezTo>
                    <a:cubicBezTo>
                      <a:pt x="397" y="739"/>
                      <a:pt x="397" y="739"/>
                      <a:pt x="397" y="739"/>
                    </a:cubicBezTo>
                    <a:cubicBezTo>
                      <a:pt x="408" y="737"/>
                      <a:pt x="408" y="737"/>
                      <a:pt x="408" y="737"/>
                    </a:cubicBezTo>
                    <a:cubicBezTo>
                      <a:pt x="411" y="741"/>
                      <a:pt x="411" y="741"/>
                      <a:pt x="411" y="741"/>
                    </a:cubicBezTo>
                    <a:cubicBezTo>
                      <a:pt x="417" y="741"/>
                      <a:pt x="417" y="741"/>
                      <a:pt x="417" y="741"/>
                    </a:cubicBezTo>
                    <a:cubicBezTo>
                      <a:pt x="426" y="730"/>
                      <a:pt x="426" y="730"/>
                      <a:pt x="426" y="730"/>
                    </a:cubicBezTo>
                    <a:cubicBezTo>
                      <a:pt x="433" y="731"/>
                      <a:pt x="433" y="731"/>
                      <a:pt x="433" y="731"/>
                    </a:cubicBezTo>
                    <a:cubicBezTo>
                      <a:pt x="439" y="740"/>
                      <a:pt x="439" y="740"/>
                      <a:pt x="439" y="740"/>
                    </a:cubicBezTo>
                    <a:cubicBezTo>
                      <a:pt x="472" y="740"/>
                      <a:pt x="472" y="740"/>
                      <a:pt x="472" y="740"/>
                    </a:cubicBezTo>
                    <a:cubicBezTo>
                      <a:pt x="479" y="732"/>
                      <a:pt x="479" y="732"/>
                      <a:pt x="479" y="732"/>
                    </a:cubicBezTo>
                    <a:cubicBezTo>
                      <a:pt x="492" y="730"/>
                      <a:pt x="492" y="730"/>
                      <a:pt x="492" y="730"/>
                    </a:cubicBezTo>
                    <a:cubicBezTo>
                      <a:pt x="493" y="746"/>
                      <a:pt x="509" y="765"/>
                      <a:pt x="509" y="765"/>
                    </a:cubicBezTo>
                    <a:cubicBezTo>
                      <a:pt x="532" y="765"/>
                      <a:pt x="532" y="765"/>
                      <a:pt x="532" y="765"/>
                    </a:cubicBezTo>
                    <a:cubicBezTo>
                      <a:pt x="544" y="783"/>
                      <a:pt x="544" y="783"/>
                      <a:pt x="544" y="783"/>
                    </a:cubicBezTo>
                    <a:cubicBezTo>
                      <a:pt x="550" y="782"/>
                      <a:pt x="550" y="782"/>
                      <a:pt x="550" y="782"/>
                    </a:cubicBezTo>
                    <a:cubicBezTo>
                      <a:pt x="555" y="772"/>
                      <a:pt x="555" y="772"/>
                      <a:pt x="555" y="772"/>
                    </a:cubicBezTo>
                    <a:cubicBezTo>
                      <a:pt x="565" y="772"/>
                      <a:pt x="565" y="772"/>
                      <a:pt x="565" y="772"/>
                    </a:cubicBezTo>
                    <a:cubicBezTo>
                      <a:pt x="567" y="770"/>
                      <a:pt x="567" y="770"/>
                      <a:pt x="567" y="770"/>
                    </a:cubicBezTo>
                    <a:cubicBezTo>
                      <a:pt x="575" y="769"/>
                      <a:pt x="575" y="769"/>
                      <a:pt x="575" y="769"/>
                    </a:cubicBezTo>
                    <a:cubicBezTo>
                      <a:pt x="589" y="779"/>
                      <a:pt x="589" y="779"/>
                      <a:pt x="589" y="779"/>
                    </a:cubicBezTo>
                    <a:cubicBezTo>
                      <a:pt x="605" y="779"/>
                      <a:pt x="605" y="779"/>
                      <a:pt x="605" y="779"/>
                    </a:cubicBezTo>
                    <a:cubicBezTo>
                      <a:pt x="631" y="789"/>
                      <a:pt x="645" y="810"/>
                      <a:pt x="645" y="810"/>
                    </a:cubicBezTo>
                    <a:cubicBezTo>
                      <a:pt x="665" y="810"/>
                      <a:pt x="665" y="810"/>
                      <a:pt x="665" y="810"/>
                    </a:cubicBezTo>
                    <a:cubicBezTo>
                      <a:pt x="669" y="804"/>
                      <a:pt x="669" y="804"/>
                      <a:pt x="669" y="804"/>
                    </a:cubicBezTo>
                    <a:cubicBezTo>
                      <a:pt x="682" y="804"/>
                      <a:pt x="682" y="804"/>
                      <a:pt x="682" y="804"/>
                    </a:cubicBezTo>
                    <a:cubicBezTo>
                      <a:pt x="684" y="801"/>
                      <a:pt x="684" y="801"/>
                      <a:pt x="684" y="801"/>
                    </a:cubicBezTo>
                    <a:cubicBezTo>
                      <a:pt x="700" y="799"/>
                      <a:pt x="700" y="799"/>
                      <a:pt x="700" y="799"/>
                    </a:cubicBezTo>
                    <a:cubicBezTo>
                      <a:pt x="707" y="789"/>
                      <a:pt x="707" y="789"/>
                      <a:pt x="707" y="789"/>
                    </a:cubicBezTo>
                    <a:cubicBezTo>
                      <a:pt x="730" y="788"/>
                      <a:pt x="730" y="788"/>
                      <a:pt x="730" y="788"/>
                    </a:cubicBezTo>
                    <a:cubicBezTo>
                      <a:pt x="740" y="792"/>
                      <a:pt x="740" y="792"/>
                      <a:pt x="740" y="792"/>
                    </a:cubicBezTo>
                    <a:cubicBezTo>
                      <a:pt x="747" y="787"/>
                      <a:pt x="747" y="787"/>
                      <a:pt x="747" y="787"/>
                    </a:cubicBezTo>
                    <a:cubicBezTo>
                      <a:pt x="760" y="785"/>
                      <a:pt x="760" y="785"/>
                      <a:pt x="760" y="785"/>
                    </a:cubicBezTo>
                    <a:cubicBezTo>
                      <a:pt x="767" y="776"/>
                      <a:pt x="767" y="776"/>
                      <a:pt x="767" y="776"/>
                    </a:cubicBezTo>
                    <a:cubicBezTo>
                      <a:pt x="781" y="788"/>
                      <a:pt x="781" y="788"/>
                      <a:pt x="781" y="788"/>
                    </a:cubicBezTo>
                    <a:cubicBezTo>
                      <a:pt x="810" y="772"/>
                      <a:pt x="810" y="772"/>
                      <a:pt x="810" y="772"/>
                    </a:cubicBezTo>
                    <a:cubicBezTo>
                      <a:pt x="830" y="771"/>
                      <a:pt x="830" y="771"/>
                      <a:pt x="830" y="771"/>
                    </a:cubicBezTo>
                    <a:cubicBezTo>
                      <a:pt x="844" y="747"/>
                      <a:pt x="844" y="747"/>
                      <a:pt x="844" y="747"/>
                    </a:cubicBezTo>
                    <a:cubicBezTo>
                      <a:pt x="837" y="741"/>
                      <a:pt x="837" y="741"/>
                      <a:pt x="837" y="741"/>
                    </a:cubicBezTo>
                    <a:cubicBezTo>
                      <a:pt x="835" y="733"/>
                      <a:pt x="835" y="733"/>
                      <a:pt x="835" y="733"/>
                    </a:cubicBezTo>
                    <a:cubicBezTo>
                      <a:pt x="838" y="728"/>
                      <a:pt x="838" y="728"/>
                      <a:pt x="838" y="728"/>
                    </a:cubicBezTo>
                    <a:cubicBezTo>
                      <a:pt x="837" y="718"/>
                      <a:pt x="837" y="718"/>
                      <a:pt x="837" y="718"/>
                    </a:cubicBezTo>
                    <a:cubicBezTo>
                      <a:pt x="827" y="698"/>
                      <a:pt x="827" y="698"/>
                      <a:pt x="827" y="698"/>
                    </a:cubicBezTo>
                    <a:cubicBezTo>
                      <a:pt x="814" y="692"/>
                      <a:pt x="814" y="692"/>
                      <a:pt x="814" y="692"/>
                    </a:cubicBezTo>
                    <a:cubicBezTo>
                      <a:pt x="813" y="680"/>
                      <a:pt x="813" y="680"/>
                      <a:pt x="813" y="680"/>
                    </a:cubicBezTo>
                    <a:cubicBezTo>
                      <a:pt x="812" y="679"/>
                      <a:pt x="812" y="679"/>
                      <a:pt x="812" y="679"/>
                    </a:cubicBezTo>
                    <a:cubicBezTo>
                      <a:pt x="815" y="676"/>
                      <a:pt x="815" y="676"/>
                      <a:pt x="815" y="676"/>
                    </a:cubicBezTo>
                    <a:cubicBezTo>
                      <a:pt x="821" y="675"/>
                      <a:pt x="821" y="675"/>
                      <a:pt x="821" y="675"/>
                    </a:cubicBezTo>
                    <a:cubicBezTo>
                      <a:pt x="830" y="666"/>
                      <a:pt x="830" y="666"/>
                      <a:pt x="830" y="666"/>
                    </a:cubicBezTo>
                    <a:cubicBezTo>
                      <a:pt x="846" y="666"/>
                      <a:pt x="846" y="666"/>
                      <a:pt x="846" y="666"/>
                    </a:cubicBezTo>
                    <a:cubicBezTo>
                      <a:pt x="856" y="675"/>
                      <a:pt x="856" y="675"/>
                      <a:pt x="856" y="675"/>
                    </a:cubicBezTo>
                    <a:cubicBezTo>
                      <a:pt x="868" y="675"/>
                      <a:pt x="868" y="675"/>
                      <a:pt x="868" y="675"/>
                    </a:cubicBezTo>
                    <a:cubicBezTo>
                      <a:pt x="869" y="673"/>
                      <a:pt x="869" y="673"/>
                      <a:pt x="869" y="673"/>
                    </a:cubicBezTo>
                    <a:cubicBezTo>
                      <a:pt x="882" y="639"/>
                      <a:pt x="882" y="639"/>
                      <a:pt x="882" y="639"/>
                    </a:cubicBezTo>
                    <a:cubicBezTo>
                      <a:pt x="882" y="639"/>
                      <a:pt x="892" y="637"/>
                      <a:pt x="899" y="637"/>
                    </a:cubicBezTo>
                    <a:cubicBezTo>
                      <a:pt x="907" y="637"/>
                      <a:pt x="909" y="631"/>
                      <a:pt x="909" y="631"/>
                    </a:cubicBezTo>
                    <a:cubicBezTo>
                      <a:pt x="919" y="596"/>
                      <a:pt x="919" y="596"/>
                      <a:pt x="919" y="596"/>
                    </a:cubicBezTo>
                    <a:cubicBezTo>
                      <a:pt x="909" y="581"/>
                      <a:pt x="909" y="581"/>
                      <a:pt x="909" y="581"/>
                    </a:cubicBezTo>
                    <a:cubicBezTo>
                      <a:pt x="982" y="581"/>
                      <a:pt x="982" y="581"/>
                      <a:pt x="982" y="581"/>
                    </a:cubicBezTo>
                    <a:cubicBezTo>
                      <a:pt x="996" y="541"/>
                      <a:pt x="1013" y="544"/>
                      <a:pt x="1013" y="544"/>
                    </a:cubicBezTo>
                    <a:cubicBezTo>
                      <a:pt x="1065" y="540"/>
                      <a:pt x="1065" y="540"/>
                      <a:pt x="1065" y="540"/>
                    </a:cubicBezTo>
                    <a:cubicBezTo>
                      <a:pt x="1121" y="581"/>
                      <a:pt x="1121" y="581"/>
                      <a:pt x="1121" y="581"/>
                    </a:cubicBezTo>
                    <a:cubicBezTo>
                      <a:pt x="1135" y="563"/>
                      <a:pt x="1135" y="563"/>
                      <a:pt x="1135" y="563"/>
                    </a:cubicBezTo>
                    <a:cubicBezTo>
                      <a:pt x="1212" y="556"/>
                      <a:pt x="1212" y="556"/>
                      <a:pt x="1212" y="556"/>
                    </a:cubicBezTo>
                    <a:cubicBezTo>
                      <a:pt x="1212" y="556"/>
                      <a:pt x="1211" y="555"/>
                      <a:pt x="1211" y="554"/>
                    </a:cubicBezTo>
                    <a:cubicBezTo>
                      <a:pt x="1210" y="553"/>
                      <a:pt x="1209" y="553"/>
                      <a:pt x="1208" y="552"/>
                    </a:cubicBezTo>
                    <a:cubicBezTo>
                      <a:pt x="1208" y="551"/>
                      <a:pt x="1207" y="550"/>
                      <a:pt x="1206" y="549"/>
                    </a:cubicBezTo>
                    <a:cubicBezTo>
                      <a:pt x="1206" y="549"/>
                      <a:pt x="1207" y="548"/>
                      <a:pt x="1207" y="547"/>
                    </a:cubicBezTo>
                    <a:cubicBezTo>
                      <a:pt x="1207" y="546"/>
                      <a:pt x="1207" y="544"/>
                      <a:pt x="1206" y="543"/>
                    </a:cubicBezTo>
                    <a:cubicBezTo>
                      <a:pt x="1204" y="540"/>
                      <a:pt x="1202" y="541"/>
                      <a:pt x="1199" y="540"/>
                    </a:cubicBezTo>
                    <a:cubicBezTo>
                      <a:pt x="1196" y="539"/>
                      <a:pt x="1195" y="538"/>
                      <a:pt x="1193" y="535"/>
                    </a:cubicBezTo>
                    <a:cubicBezTo>
                      <a:pt x="1192" y="535"/>
                      <a:pt x="1192" y="534"/>
                      <a:pt x="1191" y="533"/>
                    </a:cubicBezTo>
                    <a:cubicBezTo>
                      <a:pt x="1190" y="532"/>
                      <a:pt x="1190" y="531"/>
                      <a:pt x="1189" y="530"/>
                    </a:cubicBezTo>
                    <a:cubicBezTo>
                      <a:pt x="1189" y="530"/>
                      <a:pt x="1188" y="530"/>
                      <a:pt x="1188" y="530"/>
                    </a:cubicBezTo>
                    <a:cubicBezTo>
                      <a:pt x="1187" y="529"/>
                      <a:pt x="1186" y="527"/>
                      <a:pt x="1185" y="526"/>
                    </a:cubicBezTo>
                    <a:cubicBezTo>
                      <a:pt x="1184" y="524"/>
                      <a:pt x="1183" y="523"/>
                      <a:pt x="1183" y="522"/>
                    </a:cubicBezTo>
                    <a:cubicBezTo>
                      <a:pt x="1183" y="520"/>
                      <a:pt x="1184" y="519"/>
                      <a:pt x="1183" y="517"/>
                    </a:cubicBezTo>
                    <a:cubicBezTo>
                      <a:pt x="1183" y="516"/>
                      <a:pt x="1182" y="516"/>
                      <a:pt x="1181" y="515"/>
                    </a:cubicBezTo>
                    <a:cubicBezTo>
                      <a:pt x="1179" y="514"/>
                      <a:pt x="1177" y="514"/>
                      <a:pt x="1175" y="514"/>
                    </a:cubicBezTo>
                    <a:cubicBezTo>
                      <a:pt x="1174" y="514"/>
                      <a:pt x="1173" y="513"/>
                      <a:pt x="1172" y="513"/>
                    </a:cubicBezTo>
                    <a:cubicBezTo>
                      <a:pt x="1171" y="512"/>
                      <a:pt x="1170" y="512"/>
                      <a:pt x="1169" y="511"/>
                    </a:cubicBezTo>
                    <a:cubicBezTo>
                      <a:pt x="1168" y="510"/>
                      <a:pt x="1167" y="509"/>
                      <a:pt x="1166" y="508"/>
                    </a:cubicBezTo>
                    <a:cubicBezTo>
                      <a:pt x="1165" y="507"/>
                      <a:pt x="1165" y="506"/>
                      <a:pt x="1165" y="505"/>
                    </a:cubicBezTo>
                    <a:cubicBezTo>
                      <a:pt x="1164" y="502"/>
                      <a:pt x="1163" y="501"/>
                      <a:pt x="1161" y="500"/>
                    </a:cubicBezTo>
                    <a:cubicBezTo>
                      <a:pt x="1158" y="499"/>
                      <a:pt x="1155" y="500"/>
                      <a:pt x="1153" y="498"/>
                    </a:cubicBezTo>
                    <a:cubicBezTo>
                      <a:pt x="1152" y="498"/>
                      <a:pt x="1152" y="497"/>
                      <a:pt x="1151" y="496"/>
                    </a:cubicBezTo>
                    <a:cubicBezTo>
                      <a:pt x="1150" y="496"/>
                      <a:pt x="1149" y="495"/>
                      <a:pt x="1148" y="495"/>
                    </a:cubicBezTo>
                    <a:cubicBezTo>
                      <a:pt x="1146" y="495"/>
                      <a:pt x="1143" y="495"/>
                      <a:pt x="1140" y="495"/>
                    </a:cubicBezTo>
                    <a:cubicBezTo>
                      <a:pt x="1139" y="495"/>
                      <a:pt x="1138" y="494"/>
                      <a:pt x="1137" y="492"/>
                    </a:cubicBezTo>
                    <a:cubicBezTo>
                      <a:pt x="1137" y="492"/>
                      <a:pt x="1137" y="491"/>
                      <a:pt x="1138" y="490"/>
                    </a:cubicBezTo>
                    <a:cubicBezTo>
                      <a:pt x="1139" y="488"/>
                      <a:pt x="1140" y="487"/>
                      <a:pt x="1141" y="486"/>
                    </a:cubicBezTo>
                    <a:cubicBezTo>
                      <a:pt x="1143" y="484"/>
                      <a:pt x="1143" y="483"/>
                      <a:pt x="1143" y="481"/>
                    </a:cubicBezTo>
                    <a:cubicBezTo>
                      <a:pt x="1143" y="480"/>
                      <a:pt x="1142" y="478"/>
                      <a:pt x="1143" y="477"/>
                    </a:cubicBezTo>
                    <a:cubicBezTo>
                      <a:pt x="1145" y="476"/>
                      <a:pt x="1147" y="476"/>
                      <a:pt x="1146" y="473"/>
                    </a:cubicBezTo>
                    <a:cubicBezTo>
                      <a:pt x="1146" y="471"/>
                      <a:pt x="1147" y="469"/>
                      <a:pt x="1147" y="467"/>
                    </a:cubicBezTo>
                    <a:cubicBezTo>
                      <a:pt x="1147" y="465"/>
                      <a:pt x="1145" y="462"/>
                      <a:pt x="1143" y="462"/>
                    </a:cubicBezTo>
                    <a:cubicBezTo>
                      <a:pt x="1142" y="462"/>
                      <a:pt x="1141" y="462"/>
                      <a:pt x="1140" y="463"/>
                    </a:cubicBezTo>
                    <a:cubicBezTo>
                      <a:pt x="1140" y="464"/>
                      <a:pt x="1140" y="465"/>
                      <a:pt x="1139" y="465"/>
                    </a:cubicBezTo>
                    <a:cubicBezTo>
                      <a:pt x="1139" y="466"/>
                      <a:pt x="1137" y="465"/>
                      <a:pt x="1137" y="464"/>
                    </a:cubicBezTo>
                    <a:cubicBezTo>
                      <a:pt x="1136" y="464"/>
                      <a:pt x="1137" y="463"/>
                      <a:pt x="1137" y="462"/>
                    </a:cubicBezTo>
                    <a:cubicBezTo>
                      <a:pt x="1137" y="461"/>
                      <a:pt x="1136" y="461"/>
                      <a:pt x="1135" y="461"/>
                    </a:cubicBezTo>
                    <a:cubicBezTo>
                      <a:pt x="1134" y="461"/>
                      <a:pt x="1134" y="461"/>
                      <a:pt x="1133" y="460"/>
                    </a:cubicBezTo>
                    <a:cubicBezTo>
                      <a:pt x="1133" y="458"/>
                      <a:pt x="1133" y="457"/>
                      <a:pt x="1132" y="455"/>
                    </a:cubicBezTo>
                    <a:cubicBezTo>
                      <a:pt x="1132" y="454"/>
                      <a:pt x="1132" y="453"/>
                      <a:pt x="1131" y="453"/>
                    </a:cubicBezTo>
                    <a:cubicBezTo>
                      <a:pt x="1130" y="453"/>
                      <a:pt x="1130" y="453"/>
                      <a:pt x="1129" y="452"/>
                    </a:cubicBezTo>
                    <a:cubicBezTo>
                      <a:pt x="1129" y="452"/>
                      <a:pt x="1128" y="451"/>
                      <a:pt x="1128" y="450"/>
                    </a:cubicBezTo>
                    <a:cubicBezTo>
                      <a:pt x="1128" y="449"/>
                      <a:pt x="1128" y="448"/>
                      <a:pt x="1127" y="447"/>
                    </a:cubicBezTo>
                    <a:cubicBezTo>
                      <a:pt x="1125" y="445"/>
                      <a:pt x="1122" y="444"/>
                      <a:pt x="1121" y="447"/>
                    </a:cubicBezTo>
                    <a:cubicBezTo>
                      <a:pt x="1121" y="449"/>
                      <a:pt x="1121" y="450"/>
                      <a:pt x="1118" y="451"/>
                    </a:cubicBezTo>
                    <a:cubicBezTo>
                      <a:pt x="1116" y="451"/>
                      <a:pt x="1115" y="450"/>
                      <a:pt x="1114" y="448"/>
                    </a:cubicBezTo>
                    <a:cubicBezTo>
                      <a:pt x="1113" y="445"/>
                      <a:pt x="1113" y="444"/>
                      <a:pt x="1110" y="443"/>
                    </a:cubicBezTo>
                    <a:cubicBezTo>
                      <a:pt x="1109" y="443"/>
                      <a:pt x="1109" y="442"/>
                      <a:pt x="1108" y="442"/>
                    </a:cubicBezTo>
                    <a:cubicBezTo>
                      <a:pt x="1107" y="442"/>
                      <a:pt x="1107" y="441"/>
                      <a:pt x="1106" y="440"/>
                    </a:cubicBezTo>
                    <a:cubicBezTo>
                      <a:pt x="1104" y="439"/>
                      <a:pt x="1101" y="439"/>
                      <a:pt x="1099" y="440"/>
                    </a:cubicBezTo>
                    <a:cubicBezTo>
                      <a:pt x="1097" y="441"/>
                      <a:pt x="1096" y="441"/>
                      <a:pt x="1094" y="441"/>
                    </a:cubicBezTo>
                    <a:cubicBezTo>
                      <a:pt x="1092" y="441"/>
                      <a:pt x="1090" y="441"/>
                      <a:pt x="1089" y="442"/>
                    </a:cubicBezTo>
                    <a:cubicBezTo>
                      <a:pt x="1088" y="444"/>
                      <a:pt x="1087" y="445"/>
                      <a:pt x="1085" y="445"/>
                    </a:cubicBezTo>
                    <a:cubicBezTo>
                      <a:pt x="1083" y="446"/>
                      <a:pt x="1082" y="445"/>
                      <a:pt x="1081" y="443"/>
                    </a:cubicBezTo>
                    <a:cubicBezTo>
                      <a:pt x="1079" y="440"/>
                      <a:pt x="1074" y="440"/>
                      <a:pt x="1071" y="442"/>
                    </a:cubicBezTo>
                    <a:cubicBezTo>
                      <a:pt x="1071" y="443"/>
                      <a:pt x="1068" y="445"/>
                      <a:pt x="1068" y="444"/>
                    </a:cubicBezTo>
                    <a:cubicBezTo>
                      <a:pt x="1067" y="442"/>
                      <a:pt x="1069" y="440"/>
                      <a:pt x="1070" y="439"/>
                    </a:cubicBezTo>
                    <a:cubicBezTo>
                      <a:pt x="1071" y="438"/>
                      <a:pt x="1072" y="437"/>
                      <a:pt x="1072" y="436"/>
                    </a:cubicBezTo>
                    <a:cubicBezTo>
                      <a:pt x="1073" y="435"/>
                      <a:pt x="1073" y="433"/>
                      <a:pt x="1073" y="432"/>
                    </a:cubicBezTo>
                    <a:cubicBezTo>
                      <a:pt x="1075" y="429"/>
                      <a:pt x="1078" y="428"/>
                      <a:pt x="1080" y="426"/>
                    </a:cubicBezTo>
                    <a:cubicBezTo>
                      <a:pt x="1082" y="424"/>
                      <a:pt x="1082" y="422"/>
                      <a:pt x="1083" y="419"/>
                    </a:cubicBezTo>
                    <a:cubicBezTo>
                      <a:pt x="1084" y="417"/>
                      <a:pt x="1084" y="416"/>
                      <a:pt x="1086" y="414"/>
                    </a:cubicBezTo>
                    <a:cubicBezTo>
                      <a:pt x="1087" y="414"/>
                      <a:pt x="1088" y="413"/>
                      <a:pt x="1088" y="413"/>
                    </a:cubicBezTo>
                    <a:cubicBezTo>
                      <a:pt x="1091" y="412"/>
                      <a:pt x="1092" y="413"/>
                      <a:pt x="1094" y="413"/>
                    </a:cubicBezTo>
                    <a:cubicBezTo>
                      <a:pt x="1096" y="414"/>
                      <a:pt x="1098" y="414"/>
                      <a:pt x="1100" y="413"/>
                    </a:cubicBezTo>
                    <a:cubicBezTo>
                      <a:pt x="1100" y="413"/>
                      <a:pt x="1101" y="413"/>
                      <a:pt x="1102" y="412"/>
                    </a:cubicBezTo>
                    <a:cubicBezTo>
                      <a:pt x="1102" y="412"/>
                      <a:pt x="1102" y="411"/>
                      <a:pt x="1102" y="410"/>
                    </a:cubicBezTo>
                    <a:cubicBezTo>
                      <a:pt x="1102" y="408"/>
                      <a:pt x="1104" y="407"/>
                      <a:pt x="1106" y="407"/>
                    </a:cubicBezTo>
                    <a:cubicBezTo>
                      <a:pt x="1106" y="406"/>
                      <a:pt x="1106" y="404"/>
                      <a:pt x="1106" y="403"/>
                    </a:cubicBezTo>
                    <a:cubicBezTo>
                      <a:pt x="1107" y="399"/>
                      <a:pt x="1104" y="393"/>
                      <a:pt x="1108" y="389"/>
                    </a:cubicBezTo>
                    <a:cubicBezTo>
                      <a:pt x="1110" y="387"/>
                      <a:pt x="1112" y="387"/>
                      <a:pt x="1114" y="386"/>
                    </a:cubicBezTo>
                    <a:cubicBezTo>
                      <a:pt x="1116" y="384"/>
                      <a:pt x="1118" y="382"/>
                      <a:pt x="1121" y="380"/>
                    </a:cubicBezTo>
                    <a:cubicBezTo>
                      <a:pt x="1123" y="379"/>
                      <a:pt x="1125" y="377"/>
                      <a:pt x="1127" y="375"/>
                    </a:cubicBezTo>
                    <a:cubicBezTo>
                      <a:pt x="1129" y="373"/>
                      <a:pt x="1131" y="372"/>
                      <a:pt x="1134" y="372"/>
                    </a:cubicBezTo>
                    <a:cubicBezTo>
                      <a:pt x="1137" y="372"/>
                      <a:pt x="1140" y="373"/>
                      <a:pt x="1142" y="372"/>
                    </a:cubicBezTo>
                    <a:cubicBezTo>
                      <a:pt x="1145" y="372"/>
                      <a:pt x="1148" y="372"/>
                      <a:pt x="1150" y="372"/>
                    </a:cubicBezTo>
                    <a:cubicBezTo>
                      <a:pt x="1153" y="372"/>
                      <a:pt x="1156" y="372"/>
                      <a:pt x="1158" y="370"/>
                    </a:cubicBezTo>
                    <a:cubicBezTo>
                      <a:pt x="1160" y="368"/>
                      <a:pt x="1161" y="366"/>
                      <a:pt x="1160" y="363"/>
                    </a:cubicBezTo>
                    <a:cubicBezTo>
                      <a:pt x="1159" y="360"/>
                      <a:pt x="1159" y="358"/>
                      <a:pt x="1160" y="354"/>
                    </a:cubicBezTo>
                    <a:cubicBezTo>
                      <a:pt x="1161" y="351"/>
                      <a:pt x="1161" y="348"/>
                      <a:pt x="1158" y="346"/>
                    </a:cubicBezTo>
                    <a:cubicBezTo>
                      <a:pt x="1156" y="344"/>
                      <a:pt x="1152" y="342"/>
                      <a:pt x="1152" y="339"/>
                    </a:cubicBezTo>
                    <a:cubicBezTo>
                      <a:pt x="1152" y="336"/>
                      <a:pt x="1154" y="333"/>
                      <a:pt x="1154" y="329"/>
                    </a:cubicBezTo>
                    <a:cubicBezTo>
                      <a:pt x="1153" y="327"/>
                      <a:pt x="1151" y="326"/>
                      <a:pt x="1150" y="324"/>
                    </a:cubicBezTo>
                    <a:cubicBezTo>
                      <a:pt x="1150" y="323"/>
                      <a:pt x="1150" y="321"/>
                      <a:pt x="1150" y="320"/>
                    </a:cubicBezTo>
                    <a:cubicBezTo>
                      <a:pt x="1150" y="318"/>
                      <a:pt x="1150" y="315"/>
                      <a:pt x="1150" y="313"/>
                    </a:cubicBezTo>
                    <a:cubicBezTo>
                      <a:pt x="1149" y="309"/>
                      <a:pt x="1148" y="306"/>
                      <a:pt x="1148" y="302"/>
                    </a:cubicBezTo>
                    <a:cubicBezTo>
                      <a:pt x="1147" y="299"/>
                      <a:pt x="1147" y="296"/>
                      <a:pt x="1147" y="293"/>
                    </a:cubicBezTo>
                    <a:cubicBezTo>
                      <a:pt x="1147" y="290"/>
                      <a:pt x="1146" y="287"/>
                      <a:pt x="1145" y="284"/>
                    </a:cubicBezTo>
                    <a:cubicBezTo>
                      <a:pt x="1145" y="282"/>
                      <a:pt x="1146" y="279"/>
                      <a:pt x="1147" y="277"/>
                    </a:cubicBezTo>
                    <a:cubicBezTo>
                      <a:pt x="1148" y="276"/>
                      <a:pt x="1149" y="275"/>
                      <a:pt x="1149" y="273"/>
                    </a:cubicBezTo>
                    <a:cubicBezTo>
                      <a:pt x="1150" y="270"/>
                      <a:pt x="1147" y="266"/>
                      <a:pt x="1148" y="263"/>
                    </a:cubicBezTo>
                    <a:cubicBezTo>
                      <a:pt x="1148" y="261"/>
                      <a:pt x="1149" y="260"/>
                      <a:pt x="1150" y="259"/>
                    </a:cubicBezTo>
                    <a:cubicBezTo>
                      <a:pt x="1152" y="258"/>
                      <a:pt x="1153" y="257"/>
                      <a:pt x="1154" y="255"/>
                    </a:cubicBezTo>
                    <a:cubicBezTo>
                      <a:pt x="1155" y="253"/>
                      <a:pt x="1155" y="251"/>
                      <a:pt x="1154" y="249"/>
                    </a:cubicBezTo>
                    <a:cubicBezTo>
                      <a:pt x="1154" y="247"/>
                      <a:pt x="1154" y="246"/>
                      <a:pt x="1154" y="245"/>
                    </a:cubicBezTo>
                    <a:cubicBezTo>
                      <a:pt x="1154" y="244"/>
                      <a:pt x="1155" y="243"/>
                      <a:pt x="1155" y="242"/>
                    </a:cubicBezTo>
                    <a:cubicBezTo>
                      <a:pt x="1155" y="241"/>
                      <a:pt x="1153" y="240"/>
                      <a:pt x="1152" y="240"/>
                    </a:cubicBezTo>
                    <a:cubicBezTo>
                      <a:pt x="1150" y="239"/>
                      <a:pt x="1147" y="238"/>
                      <a:pt x="1146" y="236"/>
                    </a:cubicBezTo>
                    <a:cubicBezTo>
                      <a:pt x="1145" y="234"/>
                      <a:pt x="1146" y="232"/>
                      <a:pt x="1147" y="231"/>
                    </a:cubicBezTo>
                    <a:cubicBezTo>
                      <a:pt x="1149" y="230"/>
                      <a:pt x="1149" y="232"/>
                      <a:pt x="1151" y="233"/>
                    </a:cubicBezTo>
                    <a:cubicBezTo>
                      <a:pt x="1153" y="233"/>
                      <a:pt x="1154" y="231"/>
                      <a:pt x="1155" y="231"/>
                    </a:cubicBezTo>
                    <a:cubicBezTo>
                      <a:pt x="1157" y="230"/>
                      <a:pt x="1159" y="230"/>
                      <a:pt x="1161" y="228"/>
                    </a:cubicBezTo>
                    <a:cubicBezTo>
                      <a:pt x="1164" y="226"/>
                      <a:pt x="1166" y="222"/>
                      <a:pt x="1166" y="218"/>
                    </a:cubicBezTo>
                    <a:cubicBezTo>
                      <a:pt x="1167" y="216"/>
                      <a:pt x="1168" y="214"/>
                      <a:pt x="1169" y="213"/>
                    </a:cubicBezTo>
                    <a:cubicBezTo>
                      <a:pt x="1170" y="211"/>
                      <a:pt x="1171" y="209"/>
                      <a:pt x="1172" y="207"/>
                    </a:cubicBezTo>
                    <a:cubicBezTo>
                      <a:pt x="1174" y="203"/>
                      <a:pt x="1175" y="196"/>
                      <a:pt x="1180" y="193"/>
                    </a:cubicBezTo>
                    <a:cubicBezTo>
                      <a:pt x="1181" y="192"/>
                      <a:pt x="1183" y="192"/>
                      <a:pt x="1184" y="190"/>
                    </a:cubicBezTo>
                    <a:cubicBezTo>
                      <a:pt x="1186" y="189"/>
                      <a:pt x="1186" y="188"/>
                      <a:pt x="1186" y="186"/>
                    </a:cubicBezTo>
                    <a:cubicBezTo>
                      <a:pt x="1187" y="185"/>
                      <a:pt x="1189" y="183"/>
                      <a:pt x="1190" y="183"/>
                    </a:cubicBezTo>
                    <a:cubicBezTo>
                      <a:pt x="1192" y="182"/>
                      <a:pt x="1194" y="182"/>
                      <a:pt x="1195" y="183"/>
                    </a:cubicBezTo>
                    <a:cubicBezTo>
                      <a:pt x="1198" y="183"/>
                      <a:pt x="1202" y="183"/>
                      <a:pt x="1204" y="180"/>
                    </a:cubicBezTo>
                    <a:cubicBezTo>
                      <a:pt x="1206" y="179"/>
                      <a:pt x="1207" y="178"/>
                      <a:pt x="1209" y="177"/>
                    </a:cubicBezTo>
                    <a:cubicBezTo>
                      <a:pt x="1211" y="176"/>
                      <a:pt x="1212" y="175"/>
                      <a:pt x="1214" y="176"/>
                    </a:cubicBezTo>
                    <a:cubicBezTo>
                      <a:pt x="1215" y="176"/>
                      <a:pt x="1216" y="177"/>
                      <a:pt x="1217" y="177"/>
                    </a:cubicBezTo>
                    <a:cubicBezTo>
                      <a:pt x="1219" y="178"/>
                      <a:pt x="1220" y="177"/>
                      <a:pt x="1222" y="176"/>
                    </a:cubicBezTo>
                    <a:cubicBezTo>
                      <a:pt x="1222" y="175"/>
                      <a:pt x="1223" y="175"/>
                      <a:pt x="1224" y="175"/>
                    </a:cubicBezTo>
                    <a:cubicBezTo>
                      <a:pt x="1226" y="175"/>
                      <a:pt x="1227" y="175"/>
                      <a:pt x="1229" y="176"/>
                    </a:cubicBezTo>
                    <a:cubicBezTo>
                      <a:pt x="1230" y="176"/>
                      <a:pt x="1231" y="178"/>
                      <a:pt x="1232" y="178"/>
                    </a:cubicBezTo>
                    <a:cubicBezTo>
                      <a:pt x="1232" y="178"/>
                      <a:pt x="1232" y="178"/>
                      <a:pt x="1233" y="178"/>
                    </a:cubicBezTo>
                    <a:cubicBezTo>
                      <a:pt x="1237" y="177"/>
                      <a:pt x="1241" y="177"/>
                      <a:pt x="1245" y="179"/>
                    </a:cubicBezTo>
                    <a:cubicBezTo>
                      <a:pt x="1247" y="181"/>
                      <a:pt x="1248" y="182"/>
                      <a:pt x="1250" y="183"/>
                    </a:cubicBezTo>
                    <a:cubicBezTo>
                      <a:pt x="1252" y="185"/>
                      <a:pt x="1253" y="185"/>
                      <a:pt x="1254" y="183"/>
                    </a:cubicBezTo>
                    <a:cubicBezTo>
                      <a:pt x="1255" y="181"/>
                      <a:pt x="1256" y="179"/>
                      <a:pt x="1257" y="177"/>
                    </a:cubicBezTo>
                    <a:cubicBezTo>
                      <a:pt x="1258" y="175"/>
                      <a:pt x="1259" y="173"/>
                      <a:pt x="1259" y="171"/>
                    </a:cubicBezTo>
                    <a:cubicBezTo>
                      <a:pt x="1260" y="169"/>
                      <a:pt x="1260" y="167"/>
                      <a:pt x="1261" y="165"/>
                    </a:cubicBezTo>
                    <a:cubicBezTo>
                      <a:pt x="1262" y="164"/>
                      <a:pt x="1263" y="163"/>
                      <a:pt x="1264" y="162"/>
                    </a:cubicBezTo>
                    <a:cubicBezTo>
                      <a:pt x="1267" y="160"/>
                      <a:pt x="1269" y="158"/>
                      <a:pt x="1271" y="155"/>
                    </a:cubicBezTo>
                    <a:cubicBezTo>
                      <a:pt x="1272" y="152"/>
                      <a:pt x="1272" y="149"/>
                      <a:pt x="1272" y="146"/>
                    </a:cubicBezTo>
                    <a:cubicBezTo>
                      <a:pt x="1272" y="145"/>
                      <a:pt x="1272" y="144"/>
                      <a:pt x="1273" y="142"/>
                    </a:cubicBezTo>
                    <a:cubicBezTo>
                      <a:pt x="1275" y="141"/>
                      <a:pt x="1277" y="139"/>
                      <a:pt x="1278" y="137"/>
                    </a:cubicBezTo>
                    <a:cubicBezTo>
                      <a:pt x="1279" y="136"/>
                      <a:pt x="1279" y="133"/>
                      <a:pt x="1278" y="132"/>
                    </a:cubicBezTo>
                    <a:close/>
                    <a:moveTo>
                      <a:pt x="904" y="307"/>
                    </a:moveTo>
                    <a:cubicBezTo>
                      <a:pt x="901" y="308"/>
                      <a:pt x="902" y="312"/>
                      <a:pt x="899" y="314"/>
                    </a:cubicBezTo>
                    <a:cubicBezTo>
                      <a:pt x="892" y="317"/>
                      <a:pt x="888" y="309"/>
                      <a:pt x="895" y="305"/>
                    </a:cubicBezTo>
                    <a:cubicBezTo>
                      <a:pt x="899" y="304"/>
                      <a:pt x="899" y="303"/>
                      <a:pt x="901" y="299"/>
                    </a:cubicBezTo>
                    <a:cubicBezTo>
                      <a:pt x="902" y="295"/>
                      <a:pt x="905" y="295"/>
                      <a:pt x="909" y="295"/>
                    </a:cubicBezTo>
                    <a:cubicBezTo>
                      <a:pt x="914" y="295"/>
                      <a:pt x="914" y="291"/>
                      <a:pt x="917" y="289"/>
                    </a:cubicBezTo>
                    <a:cubicBezTo>
                      <a:pt x="921" y="287"/>
                      <a:pt x="927" y="289"/>
                      <a:pt x="925" y="294"/>
                    </a:cubicBezTo>
                    <a:cubicBezTo>
                      <a:pt x="922" y="298"/>
                      <a:pt x="920" y="300"/>
                      <a:pt x="924" y="305"/>
                    </a:cubicBezTo>
                    <a:cubicBezTo>
                      <a:pt x="926" y="308"/>
                      <a:pt x="926" y="311"/>
                      <a:pt x="923" y="312"/>
                    </a:cubicBezTo>
                    <a:cubicBezTo>
                      <a:pt x="920" y="314"/>
                      <a:pt x="915" y="311"/>
                      <a:pt x="912" y="310"/>
                    </a:cubicBezTo>
                    <a:cubicBezTo>
                      <a:pt x="911" y="308"/>
                      <a:pt x="907" y="306"/>
                      <a:pt x="904" y="307"/>
                    </a:cubicBezTo>
                    <a:close/>
                    <a:moveTo>
                      <a:pt x="949" y="345"/>
                    </a:moveTo>
                    <a:cubicBezTo>
                      <a:pt x="947" y="348"/>
                      <a:pt x="944" y="348"/>
                      <a:pt x="941" y="349"/>
                    </a:cubicBezTo>
                    <a:cubicBezTo>
                      <a:pt x="938" y="350"/>
                      <a:pt x="936" y="351"/>
                      <a:pt x="934" y="353"/>
                    </a:cubicBezTo>
                    <a:cubicBezTo>
                      <a:pt x="930" y="355"/>
                      <a:pt x="927" y="355"/>
                      <a:pt x="923" y="357"/>
                    </a:cubicBezTo>
                    <a:cubicBezTo>
                      <a:pt x="919" y="358"/>
                      <a:pt x="917" y="359"/>
                      <a:pt x="913" y="358"/>
                    </a:cubicBezTo>
                    <a:cubicBezTo>
                      <a:pt x="910" y="358"/>
                      <a:pt x="910" y="357"/>
                      <a:pt x="912" y="355"/>
                    </a:cubicBezTo>
                    <a:cubicBezTo>
                      <a:pt x="915" y="351"/>
                      <a:pt x="920" y="350"/>
                      <a:pt x="924" y="349"/>
                    </a:cubicBezTo>
                    <a:cubicBezTo>
                      <a:pt x="930" y="348"/>
                      <a:pt x="937" y="348"/>
                      <a:pt x="941" y="344"/>
                    </a:cubicBezTo>
                    <a:cubicBezTo>
                      <a:pt x="943" y="342"/>
                      <a:pt x="946" y="338"/>
                      <a:pt x="949" y="339"/>
                    </a:cubicBezTo>
                    <a:cubicBezTo>
                      <a:pt x="952" y="340"/>
                      <a:pt x="951" y="344"/>
                      <a:pt x="949" y="345"/>
                    </a:cubicBezTo>
                    <a:close/>
                    <a:moveTo>
                      <a:pt x="1050" y="304"/>
                    </a:moveTo>
                    <a:cubicBezTo>
                      <a:pt x="1048" y="310"/>
                      <a:pt x="1038" y="309"/>
                      <a:pt x="1034" y="311"/>
                    </a:cubicBezTo>
                    <a:cubicBezTo>
                      <a:pt x="1032" y="313"/>
                      <a:pt x="1032" y="314"/>
                      <a:pt x="1029" y="314"/>
                    </a:cubicBezTo>
                    <a:cubicBezTo>
                      <a:pt x="1024" y="314"/>
                      <a:pt x="1027" y="310"/>
                      <a:pt x="1029" y="308"/>
                    </a:cubicBezTo>
                    <a:cubicBezTo>
                      <a:pt x="1030" y="306"/>
                      <a:pt x="1032" y="306"/>
                      <a:pt x="1034" y="305"/>
                    </a:cubicBezTo>
                    <a:cubicBezTo>
                      <a:pt x="1036" y="304"/>
                      <a:pt x="1036" y="303"/>
                      <a:pt x="1037" y="301"/>
                    </a:cubicBezTo>
                    <a:cubicBezTo>
                      <a:pt x="1039" y="298"/>
                      <a:pt x="1043" y="294"/>
                      <a:pt x="1047" y="296"/>
                    </a:cubicBezTo>
                    <a:cubicBezTo>
                      <a:pt x="1051" y="297"/>
                      <a:pt x="1051" y="302"/>
                      <a:pt x="1050" y="30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1" name="Freeform 2181">
                <a:extLst>
                  <a:ext uri="{FF2B5EF4-FFF2-40B4-BE49-F238E27FC236}">
                    <a16:creationId xmlns:a16="http://schemas.microsoft.com/office/drawing/2014/main" id="{7F92694B-A80D-004A-8944-D5428D21D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3115"/>
                <a:ext cx="351" cy="418"/>
              </a:xfrm>
              <a:custGeom>
                <a:avLst/>
                <a:gdLst>
                  <a:gd name="T0" fmla="*/ 805 w 863"/>
                  <a:gd name="T1" fmla="*/ 808 h 1027"/>
                  <a:gd name="T2" fmla="*/ 752 w 863"/>
                  <a:gd name="T3" fmla="*/ 933 h 1027"/>
                  <a:gd name="T4" fmla="*/ 753 w 863"/>
                  <a:gd name="T5" fmla="*/ 999 h 1027"/>
                  <a:gd name="T6" fmla="*/ 643 w 863"/>
                  <a:gd name="T7" fmla="*/ 997 h 1027"/>
                  <a:gd name="T8" fmla="*/ 587 w 863"/>
                  <a:gd name="T9" fmla="*/ 1027 h 1027"/>
                  <a:gd name="T10" fmla="*/ 589 w 863"/>
                  <a:gd name="T11" fmla="*/ 963 h 1027"/>
                  <a:gd name="T12" fmla="*/ 526 w 863"/>
                  <a:gd name="T13" fmla="*/ 902 h 1027"/>
                  <a:gd name="T14" fmla="*/ 499 w 863"/>
                  <a:gd name="T15" fmla="*/ 831 h 1027"/>
                  <a:gd name="T16" fmla="*/ 424 w 863"/>
                  <a:gd name="T17" fmla="*/ 781 h 1027"/>
                  <a:gd name="T18" fmla="*/ 368 w 863"/>
                  <a:gd name="T19" fmla="*/ 799 h 1027"/>
                  <a:gd name="T20" fmla="*/ 362 w 863"/>
                  <a:gd name="T21" fmla="*/ 848 h 1027"/>
                  <a:gd name="T22" fmla="*/ 313 w 863"/>
                  <a:gd name="T23" fmla="*/ 865 h 1027"/>
                  <a:gd name="T24" fmla="*/ 189 w 863"/>
                  <a:gd name="T25" fmla="*/ 798 h 1027"/>
                  <a:gd name="T26" fmla="*/ 87 w 863"/>
                  <a:gd name="T27" fmla="*/ 732 h 1027"/>
                  <a:gd name="T28" fmla="*/ 134 w 863"/>
                  <a:gd name="T29" fmla="*/ 651 h 1027"/>
                  <a:gd name="T30" fmla="*/ 136 w 863"/>
                  <a:gd name="T31" fmla="*/ 603 h 1027"/>
                  <a:gd name="T32" fmla="*/ 167 w 863"/>
                  <a:gd name="T33" fmla="*/ 583 h 1027"/>
                  <a:gd name="T34" fmla="*/ 133 w 863"/>
                  <a:gd name="T35" fmla="*/ 561 h 1027"/>
                  <a:gd name="T36" fmla="*/ 75 w 863"/>
                  <a:gd name="T37" fmla="*/ 514 h 1027"/>
                  <a:gd name="T38" fmla="*/ 72 w 863"/>
                  <a:gd name="T39" fmla="*/ 475 h 1027"/>
                  <a:gd name="T40" fmla="*/ 98 w 863"/>
                  <a:gd name="T41" fmla="*/ 378 h 1027"/>
                  <a:gd name="T42" fmla="*/ 61 w 863"/>
                  <a:gd name="T43" fmla="*/ 349 h 1027"/>
                  <a:gd name="T44" fmla="*/ 57 w 863"/>
                  <a:gd name="T45" fmla="*/ 275 h 1027"/>
                  <a:gd name="T46" fmla="*/ 86 w 863"/>
                  <a:gd name="T47" fmla="*/ 256 h 1027"/>
                  <a:gd name="T48" fmla="*/ 27 w 863"/>
                  <a:gd name="T49" fmla="*/ 224 h 1027"/>
                  <a:gd name="T50" fmla="*/ 53 w 863"/>
                  <a:gd name="T51" fmla="*/ 187 h 1027"/>
                  <a:gd name="T52" fmla="*/ 32 w 863"/>
                  <a:gd name="T53" fmla="*/ 184 h 1027"/>
                  <a:gd name="T54" fmla="*/ 23 w 863"/>
                  <a:gd name="T55" fmla="*/ 146 h 1027"/>
                  <a:gd name="T56" fmla="*/ 0 w 863"/>
                  <a:gd name="T57" fmla="*/ 95 h 1027"/>
                  <a:gd name="T58" fmla="*/ 34 w 863"/>
                  <a:gd name="T59" fmla="*/ 46 h 1027"/>
                  <a:gd name="T60" fmla="*/ 218 w 863"/>
                  <a:gd name="T61" fmla="*/ 0 h 1027"/>
                  <a:gd name="T62" fmla="*/ 293 w 863"/>
                  <a:gd name="T63" fmla="*/ 48 h 1027"/>
                  <a:gd name="T64" fmla="*/ 346 w 863"/>
                  <a:gd name="T65" fmla="*/ 104 h 1027"/>
                  <a:gd name="T66" fmla="*/ 373 w 863"/>
                  <a:gd name="T67" fmla="*/ 159 h 1027"/>
                  <a:gd name="T68" fmla="*/ 451 w 863"/>
                  <a:gd name="T69" fmla="*/ 222 h 1027"/>
                  <a:gd name="T70" fmla="*/ 494 w 863"/>
                  <a:gd name="T71" fmla="*/ 302 h 1027"/>
                  <a:gd name="T72" fmla="*/ 513 w 863"/>
                  <a:gd name="T73" fmla="*/ 368 h 1027"/>
                  <a:gd name="T74" fmla="*/ 541 w 863"/>
                  <a:gd name="T75" fmla="*/ 362 h 1027"/>
                  <a:gd name="T76" fmla="*/ 600 w 863"/>
                  <a:gd name="T77" fmla="*/ 386 h 1027"/>
                  <a:gd name="T78" fmla="*/ 663 w 863"/>
                  <a:gd name="T79" fmla="*/ 427 h 1027"/>
                  <a:gd name="T80" fmla="*/ 757 w 863"/>
                  <a:gd name="T81" fmla="*/ 391 h 1027"/>
                  <a:gd name="T82" fmla="*/ 782 w 863"/>
                  <a:gd name="T83" fmla="*/ 410 h 1027"/>
                  <a:gd name="T84" fmla="*/ 762 w 863"/>
                  <a:gd name="T85" fmla="*/ 415 h 1027"/>
                  <a:gd name="T86" fmla="*/ 745 w 863"/>
                  <a:gd name="T87" fmla="*/ 412 h 1027"/>
                  <a:gd name="T88" fmla="*/ 727 w 863"/>
                  <a:gd name="T89" fmla="*/ 432 h 1027"/>
                  <a:gd name="T90" fmla="*/ 742 w 863"/>
                  <a:gd name="T91" fmla="*/ 455 h 1027"/>
                  <a:gd name="T92" fmla="*/ 772 w 863"/>
                  <a:gd name="T93" fmla="*/ 493 h 1027"/>
                  <a:gd name="T94" fmla="*/ 729 w 863"/>
                  <a:gd name="T95" fmla="*/ 553 h 1027"/>
                  <a:gd name="T96" fmla="*/ 752 w 863"/>
                  <a:gd name="T97" fmla="*/ 690 h 1027"/>
                  <a:gd name="T98" fmla="*/ 863 w 863"/>
                  <a:gd name="T99" fmla="*/ 761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63" h="1027">
                    <a:moveTo>
                      <a:pt x="863" y="761"/>
                    </a:moveTo>
                    <a:cubicBezTo>
                      <a:pt x="861" y="781"/>
                      <a:pt x="861" y="781"/>
                      <a:pt x="861" y="781"/>
                    </a:cubicBezTo>
                    <a:cubicBezTo>
                      <a:pt x="805" y="808"/>
                      <a:pt x="805" y="808"/>
                      <a:pt x="805" y="808"/>
                    </a:cubicBezTo>
                    <a:cubicBezTo>
                      <a:pt x="793" y="849"/>
                      <a:pt x="793" y="849"/>
                      <a:pt x="793" y="849"/>
                    </a:cubicBezTo>
                    <a:cubicBezTo>
                      <a:pt x="758" y="850"/>
                      <a:pt x="758" y="850"/>
                      <a:pt x="758" y="850"/>
                    </a:cubicBezTo>
                    <a:cubicBezTo>
                      <a:pt x="752" y="933"/>
                      <a:pt x="752" y="933"/>
                      <a:pt x="752" y="933"/>
                    </a:cubicBezTo>
                    <a:cubicBezTo>
                      <a:pt x="780" y="947"/>
                      <a:pt x="780" y="947"/>
                      <a:pt x="780" y="947"/>
                    </a:cubicBezTo>
                    <a:cubicBezTo>
                      <a:pt x="780" y="974"/>
                      <a:pt x="780" y="974"/>
                      <a:pt x="780" y="974"/>
                    </a:cubicBezTo>
                    <a:cubicBezTo>
                      <a:pt x="753" y="999"/>
                      <a:pt x="753" y="999"/>
                      <a:pt x="753" y="999"/>
                    </a:cubicBezTo>
                    <a:cubicBezTo>
                      <a:pt x="724" y="987"/>
                      <a:pt x="724" y="987"/>
                      <a:pt x="724" y="987"/>
                    </a:cubicBezTo>
                    <a:cubicBezTo>
                      <a:pt x="660" y="1010"/>
                      <a:pt x="660" y="1010"/>
                      <a:pt x="660" y="1010"/>
                    </a:cubicBezTo>
                    <a:cubicBezTo>
                      <a:pt x="643" y="997"/>
                      <a:pt x="643" y="997"/>
                      <a:pt x="643" y="997"/>
                    </a:cubicBezTo>
                    <a:cubicBezTo>
                      <a:pt x="607" y="1008"/>
                      <a:pt x="607" y="1008"/>
                      <a:pt x="607" y="1008"/>
                    </a:cubicBezTo>
                    <a:cubicBezTo>
                      <a:pt x="598" y="1026"/>
                      <a:pt x="598" y="1026"/>
                      <a:pt x="598" y="1026"/>
                    </a:cubicBezTo>
                    <a:cubicBezTo>
                      <a:pt x="587" y="1027"/>
                      <a:pt x="587" y="1027"/>
                      <a:pt x="587" y="1027"/>
                    </a:cubicBezTo>
                    <a:cubicBezTo>
                      <a:pt x="566" y="1001"/>
                      <a:pt x="566" y="1001"/>
                      <a:pt x="566" y="1001"/>
                    </a:cubicBezTo>
                    <a:cubicBezTo>
                      <a:pt x="582" y="993"/>
                      <a:pt x="582" y="993"/>
                      <a:pt x="582" y="993"/>
                    </a:cubicBezTo>
                    <a:cubicBezTo>
                      <a:pt x="589" y="963"/>
                      <a:pt x="589" y="963"/>
                      <a:pt x="589" y="963"/>
                    </a:cubicBezTo>
                    <a:cubicBezTo>
                      <a:pt x="612" y="922"/>
                      <a:pt x="612" y="922"/>
                      <a:pt x="612" y="922"/>
                    </a:cubicBezTo>
                    <a:cubicBezTo>
                      <a:pt x="566" y="894"/>
                      <a:pt x="566" y="894"/>
                      <a:pt x="566" y="894"/>
                    </a:cubicBezTo>
                    <a:cubicBezTo>
                      <a:pt x="526" y="902"/>
                      <a:pt x="526" y="902"/>
                      <a:pt x="526" y="902"/>
                    </a:cubicBezTo>
                    <a:cubicBezTo>
                      <a:pt x="537" y="872"/>
                      <a:pt x="537" y="872"/>
                      <a:pt x="537" y="872"/>
                    </a:cubicBezTo>
                    <a:cubicBezTo>
                      <a:pt x="501" y="849"/>
                      <a:pt x="501" y="849"/>
                      <a:pt x="501" y="849"/>
                    </a:cubicBezTo>
                    <a:cubicBezTo>
                      <a:pt x="499" y="831"/>
                      <a:pt x="499" y="831"/>
                      <a:pt x="499" y="831"/>
                    </a:cubicBezTo>
                    <a:cubicBezTo>
                      <a:pt x="484" y="816"/>
                      <a:pt x="484" y="816"/>
                      <a:pt x="484" y="816"/>
                    </a:cubicBezTo>
                    <a:cubicBezTo>
                      <a:pt x="427" y="800"/>
                      <a:pt x="427" y="800"/>
                      <a:pt x="427" y="800"/>
                    </a:cubicBezTo>
                    <a:cubicBezTo>
                      <a:pt x="424" y="781"/>
                      <a:pt x="424" y="781"/>
                      <a:pt x="424" y="781"/>
                    </a:cubicBezTo>
                    <a:cubicBezTo>
                      <a:pt x="411" y="766"/>
                      <a:pt x="411" y="766"/>
                      <a:pt x="411" y="766"/>
                    </a:cubicBezTo>
                    <a:cubicBezTo>
                      <a:pt x="371" y="782"/>
                      <a:pt x="371" y="782"/>
                      <a:pt x="371" y="782"/>
                    </a:cubicBezTo>
                    <a:cubicBezTo>
                      <a:pt x="368" y="799"/>
                      <a:pt x="368" y="799"/>
                      <a:pt x="368" y="799"/>
                    </a:cubicBezTo>
                    <a:cubicBezTo>
                      <a:pt x="382" y="804"/>
                      <a:pt x="382" y="804"/>
                      <a:pt x="382" y="804"/>
                    </a:cubicBezTo>
                    <a:cubicBezTo>
                      <a:pt x="382" y="832"/>
                      <a:pt x="382" y="832"/>
                      <a:pt x="382" y="832"/>
                    </a:cubicBezTo>
                    <a:cubicBezTo>
                      <a:pt x="362" y="848"/>
                      <a:pt x="362" y="848"/>
                      <a:pt x="362" y="848"/>
                    </a:cubicBezTo>
                    <a:cubicBezTo>
                      <a:pt x="356" y="876"/>
                      <a:pt x="356" y="876"/>
                      <a:pt x="356" y="876"/>
                    </a:cubicBezTo>
                    <a:cubicBezTo>
                      <a:pt x="314" y="885"/>
                      <a:pt x="314" y="885"/>
                      <a:pt x="314" y="885"/>
                    </a:cubicBezTo>
                    <a:cubicBezTo>
                      <a:pt x="313" y="865"/>
                      <a:pt x="313" y="865"/>
                      <a:pt x="313" y="865"/>
                    </a:cubicBezTo>
                    <a:cubicBezTo>
                      <a:pt x="252" y="848"/>
                      <a:pt x="252" y="848"/>
                      <a:pt x="252" y="848"/>
                    </a:cubicBezTo>
                    <a:cubicBezTo>
                      <a:pt x="241" y="827"/>
                      <a:pt x="241" y="827"/>
                      <a:pt x="241" y="827"/>
                    </a:cubicBezTo>
                    <a:cubicBezTo>
                      <a:pt x="189" y="798"/>
                      <a:pt x="189" y="798"/>
                      <a:pt x="189" y="798"/>
                    </a:cubicBezTo>
                    <a:cubicBezTo>
                      <a:pt x="162" y="793"/>
                      <a:pt x="162" y="793"/>
                      <a:pt x="162" y="793"/>
                    </a:cubicBezTo>
                    <a:cubicBezTo>
                      <a:pt x="126" y="749"/>
                      <a:pt x="126" y="749"/>
                      <a:pt x="126" y="749"/>
                    </a:cubicBezTo>
                    <a:cubicBezTo>
                      <a:pt x="87" y="732"/>
                      <a:pt x="87" y="732"/>
                      <a:pt x="87" y="732"/>
                    </a:cubicBezTo>
                    <a:cubicBezTo>
                      <a:pt x="77" y="713"/>
                      <a:pt x="77" y="713"/>
                      <a:pt x="77" y="713"/>
                    </a:cubicBezTo>
                    <a:cubicBezTo>
                      <a:pt x="77" y="713"/>
                      <a:pt x="123" y="710"/>
                      <a:pt x="137" y="699"/>
                    </a:cubicBezTo>
                    <a:cubicBezTo>
                      <a:pt x="134" y="651"/>
                      <a:pt x="134" y="651"/>
                      <a:pt x="134" y="651"/>
                    </a:cubicBezTo>
                    <a:cubicBezTo>
                      <a:pt x="89" y="603"/>
                      <a:pt x="89" y="603"/>
                      <a:pt x="89" y="603"/>
                    </a:cubicBezTo>
                    <a:cubicBezTo>
                      <a:pt x="100" y="590"/>
                      <a:pt x="100" y="590"/>
                      <a:pt x="100" y="590"/>
                    </a:cubicBezTo>
                    <a:cubicBezTo>
                      <a:pt x="136" y="603"/>
                      <a:pt x="136" y="603"/>
                      <a:pt x="136" y="603"/>
                    </a:cubicBezTo>
                    <a:cubicBezTo>
                      <a:pt x="144" y="598"/>
                      <a:pt x="144" y="598"/>
                      <a:pt x="144" y="598"/>
                    </a:cubicBezTo>
                    <a:cubicBezTo>
                      <a:pt x="147" y="583"/>
                      <a:pt x="147" y="583"/>
                      <a:pt x="147" y="583"/>
                    </a:cubicBezTo>
                    <a:cubicBezTo>
                      <a:pt x="167" y="583"/>
                      <a:pt x="167" y="583"/>
                      <a:pt x="167" y="583"/>
                    </a:cubicBezTo>
                    <a:cubicBezTo>
                      <a:pt x="162" y="571"/>
                      <a:pt x="162" y="571"/>
                      <a:pt x="162" y="571"/>
                    </a:cubicBezTo>
                    <a:cubicBezTo>
                      <a:pt x="146" y="569"/>
                      <a:pt x="146" y="569"/>
                      <a:pt x="146" y="569"/>
                    </a:cubicBezTo>
                    <a:cubicBezTo>
                      <a:pt x="133" y="561"/>
                      <a:pt x="133" y="561"/>
                      <a:pt x="133" y="561"/>
                    </a:cubicBezTo>
                    <a:cubicBezTo>
                      <a:pt x="132" y="548"/>
                      <a:pt x="132" y="548"/>
                      <a:pt x="132" y="548"/>
                    </a:cubicBezTo>
                    <a:cubicBezTo>
                      <a:pt x="114" y="547"/>
                      <a:pt x="114" y="547"/>
                      <a:pt x="114" y="547"/>
                    </a:cubicBezTo>
                    <a:cubicBezTo>
                      <a:pt x="114" y="547"/>
                      <a:pt x="105" y="502"/>
                      <a:pt x="75" y="514"/>
                    </a:cubicBezTo>
                    <a:cubicBezTo>
                      <a:pt x="61" y="501"/>
                      <a:pt x="61" y="501"/>
                      <a:pt x="61" y="501"/>
                    </a:cubicBezTo>
                    <a:cubicBezTo>
                      <a:pt x="62" y="481"/>
                      <a:pt x="62" y="481"/>
                      <a:pt x="62" y="481"/>
                    </a:cubicBezTo>
                    <a:cubicBezTo>
                      <a:pt x="72" y="475"/>
                      <a:pt x="72" y="475"/>
                      <a:pt x="72" y="475"/>
                    </a:cubicBezTo>
                    <a:cubicBezTo>
                      <a:pt x="73" y="453"/>
                      <a:pt x="73" y="453"/>
                      <a:pt x="73" y="453"/>
                    </a:cubicBezTo>
                    <a:cubicBezTo>
                      <a:pt x="73" y="453"/>
                      <a:pt x="98" y="417"/>
                      <a:pt x="99" y="399"/>
                    </a:cubicBezTo>
                    <a:cubicBezTo>
                      <a:pt x="100" y="382"/>
                      <a:pt x="98" y="378"/>
                      <a:pt x="98" y="378"/>
                    </a:cubicBezTo>
                    <a:cubicBezTo>
                      <a:pt x="98" y="378"/>
                      <a:pt x="106" y="368"/>
                      <a:pt x="107" y="368"/>
                    </a:cubicBezTo>
                    <a:cubicBezTo>
                      <a:pt x="108" y="368"/>
                      <a:pt x="104" y="355"/>
                      <a:pt x="104" y="355"/>
                    </a:cubicBezTo>
                    <a:cubicBezTo>
                      <a:pt x="104" y="355"/>
                      <a:pt x="86" y="343"/>
                      <a:pt x="61" y="349"/>
                    </a:cubicBezTo>
                    <a:cubicBezTo>
                      <a:pt x="59" y="316"/>
                      <a:pt x="59" y="316"/>
                      <a:pt x="59" y="316"/>
                    </a:cubicBezTo>
                    <a:cubicBezTo>
                      <a:pt x="39" y="293"/>
                      <a:pt x="39" y="293"/>
                      <a:pt x="39" y="293"/>
                    </a:cubicBezTo>
                    <a:cubicBezTo>
                      <a:pt x="57" y="275"/>
                      <a:pt x="57" y="275"/>
                      <a:pt x="57" y="275"/>
                    </a:cubicBezTo>
                    <a:cubicBezTo>
                      <a:pt x="111" y="277"/>
                      <a:pt x="111" y="277"/>
                      <a:pt x="111" y="277"/>
                    </a:cubicBezTo>
                    <a:cubicBezTo>
                      <a:pt x="110" y="259"/>
                      <a:pt x="110" y="259"/>
                      <a:pt x="110" y="259"/>
                    </a:cubicBezTo>
                    <a:cubicBezTo>
                      <a:pt x="86" y="256"/>
                      <a:pt x="86" y="256"/>
                      <a:pt x="86" y="256"/>
                    </a:cubicBezTo>
                    <a:cubicBezTo>
                      <a:pt x="85" y="243"/>
                      <a:pt x="85" y="243"/>
                      <a:pt x="85" y="243"/>
                    </a:cubicBezTo>
                    <a:cubicBezTo>
                      <a:pt x="67" y="248"/>
                      <a:pt x="67" y="248"/>
                      <a:pt x="67" y="248"/>
                    </a:cubicBezTo>
                    <a:cubicBezTo>
                      <a:pt x="27" y="224"/>
                      <a:pt x="27" y="224"/>
                      <a:pt x="27" y="224"/>
                    </a:cubicBezTo>
                    <a:cubicBezTo>
                      <a:pt x="27" y="195"/>
                      <a:pt x="27" y="195"/>
                      <a:pt x="27" y="195"/>
                    </a:cubicBezTo>
                    <a:cubicBezTo>
                      <a:pt x="46" y="196"/>
                      <a:pt x="46" y="196"/>
                      <a:pt x="46" y="196"/>
                    </a:cubicBezTo>
                    <a:cubicBezTo>
                      <a:pt x="53" y="187"/>
                      <a:pt x="53" y="187"/>
                      <a:pt x="53" y="187"/>
                    </a:cubicBezTo>
                    <a:cubicBezTo>
                      <a:pt x="41" y="183"/>
                      <a:pt x="41" y="183"/>
                      <a:pt x="41" y="183"/>
                    </a:cubicBezTo>
                    <a:cubicBezTo>
                      <a:pt x="34" y="180"/>
                      <a:pt x="34" y="180"/>
                      <a:pt x="34" y="180"/>
                    </a:cubicBezTo>
                    <a:cubicBezTo>
                      <a:pt x="32" y="184"/>
                      <a:pt x="32" y="184"/>
                      <a:pt x="32" y="184"/>
                    </a:cubicBezTo>
                    <a:cubicBezTo>
                      <a:pt x="25" y="184"/>
                      <a:pt x="25" y="184"/>
                      <a:pt x="25" y="184"/>
                    </a:cubicBezTo>
                    <a:cubicBezTo>
                      <a:pt x="9" y="156"/>
                      <a:pt x="9" y="156"/>
                      <a:pt x="9" y="156"/>
                    </a:cubicBezTo>
                    <a:cubicBezTo>
                      <a:pt x="23" y="146"/>
                      <a:pt x="23" y="146"/>
                      <a:pt x="23" y="146"/>
                    </a:cubicBezTo>
                    <a:cubicBezTo>
                      <a:pt x="18" y="126"/>
                      <a:pt x="18" y="126"/>
                      <a:pt x="18" y="126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13" y="64"/>
                      <a:pt x="13" y="64"/>
                      <a:pt x="13" y="64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133" y="5"/>
                      <a:pt x="133" y="5"/>
                      <a:pt x="133" y="5"/>
                    </a:cubicBezTo>
                    <a:cubicBezTo>
                      <a:pt x="218" y="0"/>
                      <a:pt x="218" y="0"/>
                      <a:pt x="218" y="0"/>
                    </a:cubicBezTo>
                    <a:cubicBezTo>
                      <a:pt x="270" y="15"/>
                      <a:pt x="270" y="15"/>
                      <a:pt x="270" y="15"/>
                    </a:cubicBezTo>
                    <a:cubicBezTo>
                      <a:pt x="275" y="18"/>
                      <a:pt x="275" y="18"/>
                      <a:pt x="275" y="18"/>
                    </a:cubicBezTo>
                    <a:cubicBezTo>
                      <a:pt x="293" y="48"/>
                      <a:pt x="293" y="48"/>
                      <a:pt x="293" y="48"/>
                    </a:cubicBezTo>
                    <a:cubicBezTo>
                      <a:pt x="309" y="62"/>
                      <a:pt x="309" y="62"/>
                      <a:pt x="309" y="62"/>
                    </a:cubicBezTo>
                    <a:cubicBezTo>
                      <a:pt x="338" y="82"/>
                      <a:pt x="338" y="82"/>
                      <a:pt x="338" y="82"/>
                    </a:cubicBezTo>
                    <a:cubicBezTo>
                      <a:pt x="346" y="104"/>
                      <a:pt x="346" y="104"/>
                      <a:pt x="346" y="104"/>
                    </a:cubicBezTo>
                    <a:cubicBezTo>
                      <a:pt x="370" y="104"/>
                      <a:pt x="370" y="104"/>
                      <a:pt x="370" y="104"/>
                    </a:cubicBezTo>
                    <a:cubicBezTo>
                      <a:pt x="360" y="147"/>
                      <a:pt x="360" y="147"/>
                      <a:pt x="360" y="147"/>
                    </a:cubicBezTo>
                    <a:cubicBezTo>
                      <a:pt x="373" y="159"/>
                      <a:pt x="373" y="159"/>
                      <a:pt x="373" y="159"/>
                    </a:cubicBezTo>
                    <a:cubicBezTo>
                      <a:pt x="379" y="175"/>
                      <a:pt x="379" y="175"/>
                      <a:pt x="379" y="175"/>
                    </a:cubicBezTo>
                    <a:cubicBezTo>
                      <a:pt x="422" y="223"/>
                      <a:pt x="422" y="223"/>
                      <a:pt x="422" y="223"/>
                    </a:cubicBezTo>
                    <a:cubicBezTo>
                      <a:pt x="451" y="222"/>
                      <a:pt x="451" y="222"/>
                      <a:pt x="451" y="222"/>
                    </a:cubicBezTo>
                    <a:cubicBezTo>
                      <a:pt x="491" y="248"/>
                      <a:pt x="491" y="248"/>
                      <a:pt x="491" y="248"/>
                    </a:cubicBezTo>
                    <a:cubicBezTo>
                      <a:pt x="517" y="249"/>
                      <a:pt x="517" y="249"/>
                      <a:pt x="517" y="249"/>
                    </a:cubicBezTo>
                    <a:cubicBezTo>
                      <a:pt x="494" y="302"/>
                      <a:pt x="494" y="302"/>
                      <a:pt x="494" y="302"/>
                    </a:cubicBezTo>
                    <a:cubicBezTo>
                      <a:pt x="529" y="321"/>
                      <a:pt x="529" y="321"/>
                      <a:pt x="529" y="321"/>
                    </a:cubicBezTo>
                    <a:cubicBezTo>
                      <a:pt x="495" y="349"/>
                      <a:pt x="495" y="349"/>
                      <a:pt x="495" y="349"/>
                    </a:cubicBezTo>
                    <a:cubicBezTo>
                      <a:pt x="513" y="368"/>
                      <a:pt x="513" y="368"/>
                      <a:pt x="513" y="368"/>
                    </a:cubicBezTo>
                    <a:cubicBezTo>
                      <a:pt x="525" y="357"/>
                      <a:pt x="525" y="357"/>
                      <a:pt x="525" y="357"/>
                    </a:cubicBezTo>
                    <a:cubicBezTo>
                      <a:pt x="537" y="357"/>
                      <a:pt x="537" y="357"/>
                      <a:pt x="537" y="357"/>
                    </a:cubicBezTo>
                    <a:cubicBezTo>
                      <a:pt x="541" y="362"/>
                      <a:pt x="541" y="362"/>
                      <a:pt x="541" y="362"/>
                    </a:cubicBezTo>
                    <a:cubicBezTo>
                      <a:pt x="553" y="362"/>
                      <a:pt x="553" y="362"/>
                      <a:pt x="553" y="362"/>
                    </a:cubicBezTo>
                    <a:cubicBezTo>
                      <a:pt x="567" y="385"/>
                      <a:pt x="567" y="385"/>
                      <a:pt x="567" y="385"/>
                    </a:cubicBezTo>
                    <a:cubicBezTo>
                      <a:pt x="600" y="386"/>
                      <a:pt x="600" y="386"/>
                      <a:pt x="600" y="386"/>
                    </a:cubicBezTo>
                    <a:cubicBezTo>
                      <a:pt x="642" y="393"/>
                      <a:pt x="642" y="393"/>
                      <a:pt x="642" y="393"/>
                    </a:cubicBezTo>
                    <a:cubicBezTo>
                      <a:pt x="652" y="417"/>
                      <a:pt x="652" y="417"/>
                      <a:pt x="652" y="417"/>
                    </a:cubicBezTo>
                    <a:cubicBezTo>
                      <a:pt x="663" y="427"/>
                      <a:pt x="663" y="427"/>
                      <a:pt x="663" y="427"/>
                    </a:cubicBezTo>
                    <a:cubicBezTo>
                      <a:pt x="699" y="382"/>
                      <a:pt x="699" y="382"/>
                      <a:pt x="699" y="382"/>
                    </a:cubicBezTo>
                    <a:cubicBezTo>
                      <a:pt x="728" y="366"/>
                      <a:pt x="728" y="366"/>
                      <a:pt x="728" y="366"/>
                    </a:cubicBezTo>
                    <a:cubicBezTo>
                      <a:pt x="757" y="391"/>
                      <a:pt x="757" y="391"/>
                      <a:pt x="757" y="391"/>
                    </a:cubicBezTo>
                    <a:cubicBezTo>
                      <a:pt x="770" y="393"/>
                      <a:pt x="770" y="393"/>
                      <a:pt x="770" y="393"/>
                    </a:cubicBezTo>
                    <a:cubicBezTo>
                      <a:pt x="781" y="398"/>
                      <a:pt x="781" y="398"/>
                      <a:pt x="781" y="398"/>
                    </a:cubicBezTo>
                    <a:cubicBezTo>
                      <a:pt x="782" y="410"/>
                      <a:pt x="782" y="410"/>
                      <a:pt x="782" y="410"/>
                    </a:cubicBezTo>
                    <a:cubicBezTo>
                      <a:pt x="778" y="411"/>
                      <a:pt x="778" y="411"/>
                      <a:pt x="778" y="411"/>
                    </a:cubicBezTo>
                    <a:cubicBezTo>
                      <a:pt x="775" y="409"/>
                      <a:pt x="775" y="409"/>
                      <a:pt x="775" y="409"/>
                    </a:cubicBezTo>
                    <a:cubicBezTo>
                      <a:pt x="762" y="415"/>
                      <a:pt x="762" y="415"/>
                      <a:pt x="762" y="415"/>
                    </a:cubicBezTo>
                    <a:cubicBezTo>
                      <a:pt x="754" y="414"/>
                      <a:pt x="754" y="414"/>
                      <a:pt x="754" y="414"/>
                    </a:cubicBezTo>
                    <a:cubicBezTo>
                      <a:pt x="749" y="411"/>
                      <a:pt x="749" y="411"/>
                      <a:pt x="749" y="411"/>
                    </a:cubicBezTo>
                    <a:cubicBezTo>
                      <a:pt x="745" y="412"/>
                      <a:pt x="745" y="412"/>
                      <a:pt x="745" y="412"/>
                    </a:cubicBezTo>
                    <a:cubicBezTo>
                      <a:pt x="741" y="421"/>
                      <a:pt x="741" y="421"/>
                      <a:pt x="741" y="421"/>
                    </a:cubicBezTo>
                    <a:cubicBezTo>
                      <a:pt x="725" y="427"/>
                      <a:pt x="725" y="427"/>
                      <a:pt x="725" y="427"/>
                    </a:cubicBezTo>
                    <a:cubicBezTo>
                      <a:pt x="727" y="432"/>
                      <a:pt x="727" y="432"/>
                      <a:pt x="727" y="432"/>
                    </a:cubicBezTo>
                    <a:cubicBezTo>
                      <a:pt x="731" y="438"/>
                      <a:pt x="731" y="438"/>
                      <a:pt x="731" y="438"/>
                    </a:cubicBezTo>
                    <a:cubicBezTo>
                      <a:pt x="738" y="443"/>
                      <a:pt x="738" y="443"/>
                      <a:pt x="738" y="443"/>
                    </a:cubicBezTo>
                    <a:cubicBezTo>
                      <a:pt x="742" y="455"/>
                      <a:pt x="742" y="455"/>
                      <a:pt x="742" y="455"/>
                    </a:cubicBezTo>
                    <a:cubicBezTo>
                      <a:pt x="759" y="478"/>
                      <a:pt x="759" y="478"/>
                      <a:pt x="759" y="478"/>
                    </a:cubicBezTo>
                    <a:cubicBezTo>
                      <a:pt x="781" y="483"/>
                      <a:pt x="781" y="483"/>
                      <a:pt x="781" y="483"/>
                    </a:cubicBezTo>
                    <a:cubicBezTo>
                      <a:pt x="772" y="493"/>
                      <a:pt x="772" y="493"/>
                      <a:pt x="772" y="493"/>
                    </a:cubicBezTo>
                    <a:cubicBezTo>
                      <a:pt x="773" y="504"/>
                      <a:pt x="773" y="504"/>
                      <a:pt x="773" y="504"/>
                    </a:cubicBezTo>
                    <a:cubicBezTo>
                      <a:pt x="750" y="550"/>
                      <a:pt x="750" y="550"/>
                      <a:pt x="750" y="550"/>
                    </a:cubicBezTo>
                    <a:cubicBezTo>
                      <a:pt x="729" y="553"/>
                      <a:pt x="729" y="553"/>
                      <a:pt x="729" y="553"/>
                    </a:cubicBezTo>
                    <a:cubicBezTo>
                      <a:pt x="712" y="609"/>
                      <a:pt x="712" y="609"/>
                      <a:pt x="712" y="609"/>
                    </a:cubicBezTo>
                    <a:cubicBezTo>
                      <a:pt x="744" y="647"/>
                      <a:pt x="744" y="647"/>
                      <a:pt x="744" y="647"/>
                    </a:cubicBezTo>
                    <a:cubicBezTo>
                      <a:pt x="752" y="690"/>
                      <a:pt x="752" y="690"/>
                      <a:pt x="752" y="690"/>
                    </a:cubicBezTo>
                    <a:cubicBezTo>
                      <a:pt x="801" y="714"/>
                      <a:pt x="801" y="714"/>
                      <a:pt x="801" y="714"/>
                    </a:cubicBezTo>
                    <a:cubicBezTo>
                      <a:pt x="826" y="749"/>
                      <a:pt x="826" y="749"/>
                      <a:pt x="826" y="749"/>
                    </a:cubicBezTo>
                    <a:lnTo>
                      <a:pt x="863" y="76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2" name="Freeform 2182">
                <a:extLst>
                  <a:ext uri="{FF2B5EF4-FFF2-40B4-BE49-F238E27FC236}">
                    <a16:creationId xmlns:a16="http://schemas.microsoft.com/office/drawing/2014/main" id="{A2561A96-3A9F-514F-8DCF-D9DB8521F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754"/>
                <a:ext cx="430" cy="196"/>
              </a:xfrm>
              <a:custGeom>
                <a:avLst/>
                <a:gdLst>
                  <a:gd name="T0" fmla="*/ 1034 w 1058"/>
                  <a:gd name="T1" fmla="*/ 188 h 481"/>
                  <a:gd name="T2" fmla="*/ 986 w 1058"/>
                  <a:gd name="T3" fmla="*/ 241 h 481"/>
                  <a:gd name="T4" fmla="*/ 920 w 1058"/>
                  <a:gd name="T5" fmla="*/ 308 h 481"/>
                  <a:gd name="T6" fmla="*/ 788 w 1058"/>
                  <a:gd name="T7" fmla="*/ 269 h 481"/>
                  <a:gd name="T8" fmla="*/ 679 w 1058"/>
                  <a:gd name="T9" fmla="*/ 266 h 481"/>
                  <a:gd name="T10" fmla="*/ 614 w 1058"/>
                  <a:gd name="T11" fmla="*/ 347 h 481"/>
                  <a:gd name="T12" fmla="*/ 527 w 1058"/>
                  <a:gd name="T13" fmla="*/ 348 h 481"/>
                  <a:gd name="T14" fmla="*/ 490 w 1058"/>
                  <a:gd name="T15" fmla="*/ 387 h 481"/>
                  <a:gd name="T16" fmla="*/ 356 w 1058"/>
                  <a:gd name="T17" fmla="*/ 432 h 481"/>
                  <a:gd name="T18" fmla="*/ 335 w 1058"/>
                  <a:gd name="T19" fmla="*/ 478 h 481"/>
                  <a:gd name="T20" fmla="*/ 110 w 1058"/>
                  <a:gd name="T21" fmla="*/ 443 h 481"/>
                  <a:gd name="T22" fmla="*/ 49 w 1058"/>
                  <a:gd name="T23" fmla="*/ 420 h 481"/>
                  <a:gd name="T24" fmla="*/ 0 w 1058"/>
                  <a:gd name="T25" fmla="*/ 323 h 481"/>
                  <a:gd name="T26" fmla="*/ 37 w 1058"/>
                  <a:gd name="T27" fmla="*/ 247 h 481"/>
                  <a:gd name="T28" fmla="*/ 75 w 1058"/>
                  <a:gd name="T29" fmla="*/ 186 h 481"/>
                  <a:gd name="T30" fmla="*/ 201 w 1058"/>
                  <a:gd name="T31" fmla="*/ 175 h 481"/>
                  <a:gd name="T32" fmla="*/ 245 w 1058"/>
                  <a:gd name="T33" fmla="*/ 136 h 481"/>
                  <a:gd name="T34" fmla="*/ 274 w 1058"/>
                  <a:gd name="T35" fmla="*/ 65 h 481"/>
                  <a:gd name="T36" fmla="*/ 319 w 1058"/>
                  <a:gd name="T37" fmla="*/ 26 h 481"/>
                  <a:gd name="T38" fmla="*/ 391 w 1058"/>
                  <a:gd name="T39" fmla="*/ 30 h 481"/>
                  <a:gd name="T40" fmla="*/ 424 w 1058"/>
                  <a:gd name="T41" fmla="*/ 54 h 481"/>
                  <a:gd name="T42" fmla="*/ 488 w 1058"/>
                  <a:gd name="T43" fmla="*/ 0 h 481"/>
                  <a:gd name="T44" fmla="*/ 545 w 1058"/>
                  <a:gd name="T45" fmla="*/ 79 h 481"/>
                  <a:gd name="T46" fmla="*/ 589 w 1058"/>
                  <a:gd name="T47" fmla="*/ 101 h 481"/>
                  <a:gd name="T48" fmla="*/ 705 w 1058"/>
                  <a:gd name="T49" fmla="*/ 41 h 481"/>
                  <a:gd name="T50" fmla="*/ 777 w 1058"/>
                  <a:gd name="T51" fmla="*/ 34 h 481"/>
                  <a:gd name="T52" fmla="*/ 816 w 1058"/>
                  <a:gd name="T53" fmla="*/ 24 h 481"/>
                  <a:gd name="T54" fmla="*/ 926 w 1058"/>
                  <a:gd name="T55" fmla="*/ 44 h 481"/>
                  <a:gd name="T56" fmla="*/ 971 w 1058"/>
                  <a:gd name="T57" fmla="*/ 89 h 481"/>
                  <a:gd name="T58" fmla="*/ 986 w 1058"/>
                  <a:gd name="T59" fmla="*/ 91 h 481"/>
                  <a:gd name="T60" fmla="*/ 993 w 1058"/>
                  <a:gd name="T61" fmla="*/ 93 h 481"/>
                  <a:gd name="T62" fmla="*/ 1005 w 1058"/>
                  <a:gd name="T63" fmla="*/ 95 h 481"/>
                  <a:gd name="T64" fmla="*/ 1040 w 1058"/>
                  <a:gd name="T65" fmla="*/ 105 h 481"/>
                  <a:gd name="T66" fmla="*/ 1044 w 1058"/>
                  <a:gd name="T67" fmla="*/ 107 h 481"/>
                  <a:gd name="T68" fmla="*/ 1058 w 1058"/>
                  <a:gd name="T69" fmla="*/ 112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481">
                    <a:moveTo>
                      <a:pt x="1024" y="162"/>
                    </a:moveTo>
                    <a:cubicBezTo>
                      <a:pt x="1034" y="188"/>
                      <a:pt x="1034" y="188"/>
                      <a:pt x="1034" y="188"/>
                    </a:cubicBezTo>
                    <a:cubicBezTo>
                      <a:pt x="1014" y="223"/>
                      <a:pt x="1014" y="223"/>
                      <a:pt x="1014" y="223"/>
                    </a:cubicBezTo>
                    <a:cubicBezTo>
                      <a:pt x="986" y="241"/>
                      <a:pt x="986" y="241"/>
                      <a:pt x="986" y="241"/>
                    </a:cubicBezTo>
                    <a:cubicBezTo>
                      <a:pt x="990" y="291"/>
                      <a:pt x="990" y="291"/>
                      <a:pt x="990" y="291"/>
                    </a:cubicBezTo>
                    <a:cubicBezTo>
                      <a:pt x="920" y="308"/>
                      <a:pt x="920" y="308"/>
                      <a:pt x="920" y="308"/>
                    </a:cubicBezTo>
                    <a:cubicBezTo>
                      <a:pt x="856" y="251"/>
                      <a:pt x="856" y="251"/>
                      <a:pt x="856" y="251"/>
                    </a:cubicBezTo>
                    <a:cubicBezTo>
                      <a:pt x="788" y="269"/>
                      <a:pt x="788" y="269"/>
                      <a:pt x="788" y="269"/>
                    </a:cubicBezTo>
                    <a:cubicBezTo>
                      <a:pt x="748" y="252"/>
                      <a:pt x="748" y="252"/>
                      <a:pt x="748" y="252"/>
                    </a:cubicBezTo>
                    <a:cubicBezTo>
                      <a:pt x="679" y="266"/>
                      <a:pt x="679" y="266"/>
                      <a:pt x="679" y="266"/>
                    </a:cubicBezTo>
                    <a:cubicBezTo>
                      <a:pt x="653" y="340"/>
                      <a:pt x="653" y="340"/>
                      <a:pt x="653" y="340"/>
                    </a:cubicBezTo>
                    <a:cubicBezTo>
                      <a:pt x="614" y="347"/>
                      <a:pt x="614" y="347"/>
                      <a:pt x="614" y="347"/>
                    </a:cubicBezTo>
                    <a:cubicBezTo>
                      <a:pt x="582" y="373"/>
                      <a:pt x="582" y="373"/>
                      <a:pt x="582" y="373"/>
                    </a:cubicBezTo>
                    <a:cubicBezTo>
                      <a:pt x="527" y="348"/>
                      <a:pt x="527" y="348"/>
                      <a:pt x="527" y="348"/>
                    </a:cubicBezTo>
                    <a:cubicBezTo>
                      <a:pt x="498" y="360"/>
                      <a:pt x="498" y="360"/>
                      <a:pt x="498" y="360"/>
                    </a:cubicBezTo>
                    <a:cubicBezTo>
                      <a:pt x="490" y="387"/>
                      <a:pt x="490" y="387"/>
                      <a:pt x="490" y="387"/>
                    </a:cubicBezTo>
                    <a:cubicBezTo>
                      <a:pt x="385" y="400"/>
                      <a:pt x="385" y="400"/>
                      <a:pt x="385" y="400"/>
                    </a:cubicBezTo>
                    <a:cubicBezTo>
                      <a:pt x="356" y="432"/>
                      <a:pt x="356" y="432"/>
                      <a:pt x="356" y="432"/>
                    </a:cubicBezTo>
                    <a:cubicBezTo>
                      <a:pt x="379" y="462"/>
                      <a:pt x="379" y="462"/>
                      <a:pt x="379" y="462"/>
                    </a:cubicBezTo>
                    <a:cubicBezTo>
                      <a:pt x="335" y="478"/>
                      <a:pt x="335" y="478"/>
                      <a:pt x="335" y="478"/>
                    </a:cubicBezTo>
                    <a:cubicBezTo>
                      <a:pt x="174" y="481"/>
                      <a:pt x="174" y="481"/>
                      <a:pt x="174" y="481"/>
                    </a:cubicBezTo>
                    <a:cubicBezTo>
                      <a:pt x="110" y="443"/>
                      <a:pt x="110" y="443"/>
                      <a:pt x="110" y="443"/>
                    </a:cubicBezTo>
                    <a:cubicBezTo>
                      <a:pt x="85" y="418"/>
                      <a:pt x="85" y="418"/>
                      <a:pt x="85" y="418"/>
                    </a:cubicBezTo>
                    <a:cubicBezTo>
                      <a:pt x="49" y="420"/>
                      <a:pt x="49" y="420"/>
                      <a:pt x="49" y="420"/>
                    </a:cubicBezTo>
                    <a:cubicBezTo>
                      <a:pt x="44" y="387"/>
                      <a:pt x="44" y="387"/>
                      <a:pt x="44" y="387"/>
                    </a:cubicBezTo>
                    <a:cubicBezTo>
                      <a:pt x="0" y="323"/>
                      <a:pt x="0" y="323"/>
                      <a:pt x="0" y="323"/>
                    </a:cubicBezTo>
                    <a:cubicBezTo>
                      <a:pt x="16" y="260"/>
                      <a:pt x="16" y="260"/>
                      <a:pt x="16" y="260"/>
                    </a:cubicBezTo>
                    <a:cubicBezTo>
                      <a:pt x="37" y="247"/>
                      <a:pt x="37" y="247"/>
                      <a:pt x="37" y="247"/>
                    </a:cubicBezTo>
                    <a:cubicBezTo>
                      <a:pt x="47" y="216"/>
                      <a:pt x="47" y="216"/>
                      <a:pt x="47" y="216"/>
                    </a:cubicBezTo>
                    <a:cubicBezTo>
                      <a:pt x="75" y="186"/>
                      <a:pt x="75" y="186"/>
                      <a:pt x="75" y="186"/>
                    </a:cubicBezTo>
                    <a:cubicBezTo>
                      <a:pt x="133" y="203"/>
                      <a:pt x="133" y="203"/>
                      <a:pt x="133" y="203"/>
                    </a:cubicBezTo>
                    <a:cubicBezTo>
                      <a:pt x="201" y="175"/>
                      <a:pt x="201" y="175"/>
                      <a:pt x="201" y="175"/>
                    </a:cubicBezTo>
                    <a:cubicBezTo>
                      <a:pt x="212" y="153"/>
                      <a:pt x="212" y="153"/>
                      <a:pt x="212" y="153"/>
                    </a:cubicBezTo>
                    <a:cubicBezTo>
                      <a:pt x="245" y="136"/>
                      <a:pt x="245" y="136"/>
                      <a:pt x="245" y="136"/>
                    </a:cubicBezTo>
                    <a:cubicBezTo>
                      <a:pt x="224" y="88"/>
                      <a:pt x="260" y="73"/>
                      <a:pt x="260" y="73"/>
                    </a:cubicBezTo>
                    <a:cubicBezTo>
                      <a:pt x="274" y="65"/>
                      <a:pt x="274" y="65"/>
                      <a:pt x="274" y="65"/>
                    </a:cubicBezTo>
                    <a:cubicBezTo>
                      <a:pt x="291" y="49"/>
                      <a:pt x="291" y="49"/>
                      <a:pt x="291" y="49"/>
                    </a:cubicBezTo>
                    <a:cubicBezTo>
                      <a:pt x="311" y="47"/>
                      <a:pt x="319" y="26"/>
                      <a:pt x="319" y="26"/>
                    </a:cubicBezTo>
                    <a:cubicBezTo>
                      <a:pt x="369" y="20"/>
                      <a:pt x="369" y="20"/>
                      <a:pt x="369" y="20"/>
                    </a:cubicBezTo>
                    <a:cubicBezTo>
                      <a:pt x="391" y="30"/>
                      <a:pt x="391" y="30"/>
                      <a:pt x="391" y="30"/>
                    </a:cubicBezTo>
                    <a:cubicBezTo>
                      <a:pt x="394" y="54"/>
                      <a:pt x="394" y="54"/>
                      <a:pt x="394" y="54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52" y="12"/>
                      <a:pt x="452" y="12"/>
                      <a:pt x="452" y="12"/>
                    </a:cubicBezTo>
                    <a:cubicBezTo>
                      <a:pt x="488" y="0"/>
                      <a:pt x="488" y="0"/>
                      <a:pt x="488" y="0"/>
                    </a:cubicBezTo>
                    <a:cubicBezTo>
                      <a:pt x="500" y="40"/>
                      <a:pt x="538" y="51"/>
                      <a:pt x="538" y="51"/>
                    </a:cubicBezTo>
                    <a:cubicBezTo>
                      <a:pt x="538" y="61"/>
                      <a:pt x="545" y="79"/>
                      <a:pt x="545" y="79"/>
                    </a:cubicBezTo>
                    <a:cubicBezTo>
                      <a:pt x="541" y="96"/>
                      <a:pt x="541" y="96"/>
                      <a:pt x="541" y="96"/>
                    </a:cubicBezTo>
                    <a:cubicBezTo>
                      <a:pt x="589" y="101"/>
                      <a:pt x="589" y="101"/>
                      <a:pt x="589" y="101"/>
                    </a:cubicBezTo>
                    <a:cubicBezTo>
                      <a:pt x="603" y="68"/>
                      <a:pt x="603" y="68"/>
                      <a:pt x="603" y="68"/>
                    </a:cubicBezTo>
                    <a:cubicBezTo>
                      <a:pt x="705" y="41"/>
                      <a:pt x="705" y="41"/>
                      <a:pt x="705" y="41"/>
                    </a:cubicBezTo>
                    <a:cubicBezTo>
                      <a:pt x="753" y="67"/>
                      <a:pt x="753" y="67"/>
                      <a:pt x="753" y="67"/>
                    </a:cubicBezTo>
                    <a:cubicBezTo>
                      <a:pt x="777" y="34"/>
                      <a:pt x="777" y="34"/>
                      <a:pt x="777" y="34"/>
                    </a:cubicBezTo>
                    <a:cubicBezTo>
                      <a:pt x="799" y="44"/>
                      <a:pt x="799" y="44"/>
                      <a:pt x="799" y="44"/>
                    </a:cubicBezTo>
                    <a:cubicBezTo>
                      <a:pt x="816" y="24"/>
                      <a:pt x="816" y="24"/>
                      <a:pt x="816" y="24"/>
                    </a:cubicBezTo>
                    <a:cubicBezTo>
                      <a:pt x="878" y="26"/>
                      <a:pt x="878" y="26"/>
                      <a:pt x="878" y="26"/>
                    </a:cubicBezTo>
                    <a:cubicBezTo>
                      <a:pt x="926" y="44"/>
                      <a:pt x="926" y="44"/>
                      <a:pt x="926" y="44"/>
                    </a:cubicBezTo>
                    <a:cubicBezTo>
                      <a:pt x="965" y="88"/>
                      <a:pt x="965" y="88"/>
                      <a:pt x="965" y="88"/>
                    </a:cubicBezTo>
                    <a:cubicBezTo>
                      <a:pt x="967" y="88"/>
                      <a:pt x="969" y="88"/>
                      <a:pt x="971" y="89"/>
                    </a:cubicBezTo>
                    <a:cubicBezTo>
                      <a:pt x="974" y="89"/>
                      <a:pt x="977" y="90"/>
                      <a:pt x="980" y="90"/>
                    </a:cubicBezTo>
                    <a:cubicBezTo>
                      <a:pt x="982" y="91"/>
                      <a:pt x="984" y="91"/>
                      <a:pt x="986" y="91"/>
                    </a:cubicBezTo>
                    <a:cubicBezTo>
                      <a:pt x="988" y="92"/>
                      <a:pt x="990" y="92"/>
                      <a:pt x="993" y="93"/>
                    </a:cubicBezTo>
                    <a:cubicBezTo>
                      <a:pt x="993" y="93"/>
                      <a:pt x="993" y="93"/>
                      <a:pt x="993" y="93"/>
                    </a:cubicBezTo>
                    <a:cubicBezTo>
                      <a:pt x="995" y="93"/>
                      <a:pt x="997" y="94"/>
                      <a:pt x="999" y="94"/>
                    </a:cubicBezTo>
                    <a:cubicBezTo>
                      <a:pt x="1001" y="95"/>
                      <a:pt x="1003" y="95"/>
                      <a:pt x="1005" y="95"/>
                    </a:cubicBezTo>
                    <a:cubicBezTo>
                      <a:pt x="1006" y="96"/>
                      <a:pt x="1007" y="96"/>
                      <a:pt x="1008" y="96"/>
                    </a:cubicBezTo>
                    <a:cubicBezTo>
                      <a:pt x="1020" y="99"/>
                      <a:pt x="1030" y="102"/>
                      <a:pt x="1040" y="105"/>
                    </a:cubicBezTo>
                    <a:cubicBezTo>
                      <a:pt x="1041" y="105"/>
                      <a:pt x="1042" y="106"/>
                      <a:pt x="1043" y="106"/>
                    </a:cubicBezTo>
                    <a:cubicBezTo>
                      <a:pt x="1043" y="106"/>
                      <a:pt x="1044" y="106"/>
                      <a:pt x="1044" y="107"/>
                    </a:cubicBezTo>
                    <a:cubicBezTo>
                      <a:pt x="1045" y="107"/>
                      <a:pt x="1046" y="107"/>
                      <a:pt x="1047" y="108"/>
                    </a:cubicBezTo>
                    <a:cubicBezTo>
                      <a:pt x="1051" y="109"/>
                      <a:pt x="1055" y="110"/>
                      <a:pt x="1058" y="112"/>
                    </a:cubicBezTo>
                    <a:lnTo>
                      <a:pt x="1024" y="16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3" name="Freeform 2183">
                <a:extLst>
                  <a:ext uri="{FF2B5EF4-FFF2-40B4-BE49-F238E27FC236}">
                    <a16:creationId xmlns:a16="http://schemas.microsoft.com/office/drawing/2014/main" id="{EC39F3E5-E107-8F45-A20F-A2538ADC63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10" y="2856"/>
                <a:ext cx="518" cy="306"/>
              </a:xfrm>
              <a:custGeom>
                <a:avLst/>
                <a:gdLst>
                  <a:gd name="T0" fmla="*/ 1213 w 1274"/>
                  <a:gd name="T1" fmla="*/ 108 h 751"/>
                  <a:gd name="T2" fmla="*/ 1132 w 1274"/>
                  <a:gd name="T3" fmla="*/ 43 h 751"/>
                  <a:gd name="T4" fmla="*/ 1062 w 1274"/>
                  <a:gd name="T5" fmla="*/ 57 h 751"/>
                  <a:gd name="T6" fmla="*/ 930 w 1274"/>
                  <a:gd name="T7" fmla="*/ 18 h 751"/>
                  <a:gd name="T8" fmla="*/ 821 w 1274"/>
                  <a:gd name="T9" fmla="*/ 15 h 751"/>
                  <a:gd name="T10" fmla="*/ 756 w 1274"/>
                  <a:gd name="T11" fmla="*/ 96 h 751"/>
                  <a:gd name="T12" fmla="*/ 669 w 1274"/>
                  <a:gd name="T13" fmla="*/ 97 h 751"/>
                  <a:gd name="T14" fmla="*/ 632 w 1274"/>
                  <a:gd name="T15" fmla="*/ 136 h 751"/>
                  <a:gd name="T16" fmla="*/ 498 w 1274"/>
                  <a:gd name="T17" fmla="*/ 181 h 751"/>
                  <a:gd name="T18" fmla="*/ 477 w 1274"/>
                  <a:gd name="T19" fmla="*/ 228 h 751"/>
                  <a:gd name="T20" fmla="*/ 252 w 1274"/>
                  <a:gd name="T21" fmla="*/ 192 h 751"/>
                  <a:gd name="T22" fmla="*/ 191 w 1274"/>
                  <a:gd name="T23" fmla="*/ 169 h 751"/>
                  <a:gd name="T24" fmla="*/ 172 w 1274"/>
                  <a:gd name="T25" fmla="*/ 238 h 751"/>
                  <a:gd name="T26" fmla="*/ 137 w 1274"/>
                  <a:gd name="T27" fmla="*/ 245 h 751"/>
                  <a:gd name="T28" fmla="*/ 124 w 1274"/>
                  <a:gd name="T29" fmla="*/ 250 h 751"/>
                  <a:gd name="T30" fmla="*/ 112 w 1274"/>
                  <a:gd name="T31" fmla="*/ 240 h 751"/>
                  <a:gd name="T32" fmla="*/ 89 w 1274"/>
                  <a:gd name="T33" fmla="*/ 224 h 751"/>
                  <a:gd name="T34" fmla="*/ 112 w 1274"/>
                  <a:gd name="T35" fmla="*/ 268 h 751"/>
                  <a:gd name="T36" fmla="*/ 63 w 1274"/>
                  <a:gd name="T37" fmla="*/ 317 h 751"/>
                  <a:gd name="T38" fmla="*/ 65 w 1274"/>
                  <a:gd name="T39" fmla="*/ 378 h 751"/>
                  <a:gd name="T40" fmla="*/ 34 w 1274"/>
                  <a:gd name="T41" fmla="*/ 416 h 751"/>
                  <a:gd name="T42" fmla="*/ 39 w 1274"/>
                  <a:gd name="T43" fmla="*/ 458 h 751"/>
                  <a:gd name="T44" fmla="*/ 86 w 1274"/>
                  <a:gd name="T45" fmla="*/ 547 h 751"/>
                  <a:gd name="T46" fmla="*/ 86 w 1274"/>
                  <a:gd name="T47" fmla="*/ 550 h 751"/>
                  <a:gd name="T48" fmla="*/ 124 w 1274"/>
                  <a:gd name="T49" fmla="*/ 572 h 751"/>
                  <a:gd name="T50" fmla="*/ 206 w 1274"/>
                  <a:gd name="T51" fmla="*/ 674 h 751"/>
                  <a:gd name="T52" fmla="*/ 267 w 1274"/>
                  <a:gd name="T53" fmla="*/ 697 h 751"/>
                  <a:gd name="T54" fmla="*/ 289 w 1274"/>
                  <a:gd name="T55" fmla="*/ 720 h 751"/>
                  <a:gd name="T56" fmla="*/ 332 w 1274"/>
                  <a:gd name="T57" fmla="*/ 739 h 751"/>
                  <a:gd name="T58" fmla="*/ 376 w 1274"/>
                  <a:gd name="T59" fmla="*/ 746 h 751"/>
                  <a:gd name="T60" fmla="*/ 443 w 1274"/>
                  <a:gd name="T61" fmla="*/ 751 h 751"/>
                  <a:gd name="T62" fmla="*/ 544 w 1274"/>
                  <a:gd name="T63" fmla="*/ 702 h 751"/>
                  <a:gd name="T64" fmla="*/ 549 w 1274"/>
                  <a:gd name="T65" fmla="*/ 699 h 751"/>
                  <a:gd name="T66" fmla="*/ 600 w 1274"/>
                  <a:gd name="T67" fmla="*/ 692 h 751"/>
                  <a:gd name="T68" fmla="*/ 754 w 1274"/>
                  <a:gd name="T69" fmla="*/ 635 h 751"/>
                  <a:gd name="T70" fmla="*/ 846 w 1274"/>
                  <a:gd name="T71" fmla="*/ 632 h 751"/>
                  <a:gd name="T72" fmla="*/ 891 w 1274"/>
                  <a:gd name="T73" fmla="*/ 611 h 751"/>
                  <a:gd name="T74" fmla="*/ 984 w 1274"/>
                  <a:gd name="T75" fmla="*/ 571 h 751"/>
                  <a:gd name="T76" fmla="*/ 1016 w 1274"/>
                  <a:gd name="T77" fmla="*/ 493 h 751"/>
                  <a:gd name="T78" fmla="*/ 1060 w 1274"/>
                  <a:gd name="T79" fmla="*/ 413 h 751"/>
                  <a:gd name="T80" fmla="*/ 1082 w 1274"/>
                  <a:gd name="T81" fmla="*/ 342 h 751"/>
                  <a:gd name="T82" fmla="*/ 1129 w 1274"/>
                  <a:gd name="T83" fmla="*/ 265 h 751"/>
                  <a:gd name="T84" fmla="*/ 1258 w 1274"/>
                  <a:gd name="T85" fmla="*/ 180 h 751"/>
                  <a:gd name="T86" fmla="*/ 1248 w 1274"/>
                  <a:gd name="T87" fmla="*/ 108 h 751"/>
                  <a:gd name="T88" fmla="*/ 350 w 1274"/>
                  <a:gd name="T89" fmla="*/ 457 h 751"/>
                  <a:gd name="T90" fmla="*/ 294 w 1274"/>
                  <a:gd name="T91" fmla="*/ 488 h 751"/>
                  <a:gd name="T92" fmla="*/ 248 w 1274"/>
                  <a:gd name="T93" fmla="*/ 499 h 751"/>
                  <a:gd name="T94" fmla="*/ 224 w 1274"/>
                  <a:gd name="T95" fmla="*/ 499 h 751"/>
                  <a:gd name="T96" fmla="*/ 263 w 1274"/>
                  <a:gd name="T97" fmla="*/ 480 h 751"/>
                  <a:gd name="T98" fmla="*/ 329 w 1274"/>
                  <a:gd name="T99" fmla="*/ 452 h 751"/>
                  <a:gd name="T100" fmla="*/ 361 w 1274"/>
                  <a:gd name="T101" fmla="*/ 430 h 751"/>
                  <a:gd name="T102" fmla="*/ 387 w 1274"/>
                  <a:gd name="T103" fmla="*/ 416 h 751"/>
                  <a:gd name="T104" fmla="*/ 382 w 1274"/>
                  <a:gd name="T105" fmla="*/ 445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74" h="751">
                    <a:moveTo>
                      <a:pt x="1248" y="108"/>
                    </a:moveTo>
                    <a:cubicBezTo>
                      <a:pt x="1213" y="108"/>
                      <a:pt x="1213" y="108"/>
                      <a:pt x="1213" y="108"/>
                    </a:cubicBezTo>
                    <a:cubicBezTo>
                      <a:pt x="1154" y="44"/>
                      <a:pt x="1154" y="44"/>
                      <a:pt x="1154" y="44"/>
                    </a:cubicBezTo>
                    <a:cubicBezTo>
                      <a:pt x="1132" y="43"/>
                      <a:pt x="1132" y="43"/>
                      <a:pt x="1132" y="43"/>
                    </a:cubicBezTo>
                    <a:cubicBezTo>
                      <a:pt x="1132" y="40"/>
                      <a:pt x="1132" y="40"/>
                      <a:pt x="1132" y="40"/>
                    </a:cubicBezTo>
                    <a:cubicBezTo>
                      <a:pt x="1062" y="57"/>
                      <a:pt x="1062" y="57"/>
                      <a:pt x="1062" y="57"/>
                    </a:cubicBezTo>
                    <a:cubicBezTo>
                      <a:pt x="998" y="0"/>
                      <a:pt x="998" y="0"/>
                      <a:pt x="998" y="0"/>
                    </a:cubicBezTo>
                    <a:cubicBezTo>
                      <a:pt x="930" y="18"/>
                      <a:pt x="930" y="18"/>
                      <a:pt x="930" y="18"/>
                    </a:cubicBezTo>
                    <a:cubicBezTo>
                      <a:pt x="890" y="1"/>
                      <a:pt x="890" y="1"/>
                      <a:pt x="890" y="1"/>
                    </a:cubicBezTo>
                    <a:cubicBezTo>
                      <a:pt x="821" y="15"/>
                      <a:pt x="821" y="15"/>
                      <a:pt x="821" y="15"/>
                    </a:cubicBezTo>
                    <a:cubicBezTo>
                      <a:pt x="795" y="89"/>
                      <a:pt x="795" y="89"/>
                      <a:pt x="795" y="89"/>
                    </a:cubicBezTo>
                    <a:cubicBezTo>
                      <a:pt x="756" y="96"/>
                      <a:pt x="756" y="96"/>
                      <a:pt x="756" y="96"/>
                    </a:cubicBezTo>
                    <a:cubicBezTo>
                      <a:pt x="724" y="122"/>
                      <a:pt x="724" y="122"/>
                      <a:pt x="724" y="122"/>
                    </a:cubicBezTo>
                    <a:cubicBezTo>
                      <a:pt x="669" y="97"/>
                      <a:pt x="669" y="97"/>
                      <a:pt x="669" y="97"/>
                    </a:cubicBezTo>
                    <a:cubicBezTo>
                      <a:pt x="640" y="109"/>
                      <a:pt x="640" y="109"/>
                      <a:pt x="640" y="109"/>
                    </a:cubicBezTo>
                    <a:cubicBezTo>
                      <a:pt x="632" y="136"/>
                      <a:pt x="632" y="136"/>
                      <a:pt x="632" y="136"/>
                    </a:cubicBezTo>
                    <a:cubicBezTo>
                      <a:pt x="527" y="149"/>
                      <a:pt x="527" y="149"/>
                      <a:pt x="527" y="149"/>
                    </a:cubicBezTo>
                    <a:cubicBezTo>
                      <a:pt x="498" y="181"/>
                      <a:pt x="498" y="181"/>
                      <a:pt x="498" y="181"/>
                    </a:cubicBezTo>
                    <a:cubicBezTo>
                      <a:pt x="521" y="211"/>
                      <a:pt x="521" y="211"/>
                      <a:pt x="521" y="211"/>
                    </a:cubicBezTo>
                    <a:cubicBezTo>
                      <a:pt x="477" y="228"/>
                      <a:pt x="477" y="228"/>
                      <a:pt x="477" y="228"/>
                    </a:cubicBezTo>
                    <a:cubicBezTo>
                      <a:pt x="316" y="230"/>
                      <a:pt x="316" y="230"/>
                      <a:pt x="316" y="230"/>
                    </a:cubicBezTo>
                    <a:cubicBezTo>
                      <a:pt x="252" y="192"/>
                      <a:pt x="252" y="192"/>
                      <a:pt x="252" y="192"/>
                    </a:cubicBezTo>
                    <a:cubicBezTo>
                      <a:pt x="227" y="167"/>
                      <a:pt x="227" y="167"/>
                      <a:pt x="227" y="167"/>
                    </a:cubicBezTo>
                    <a:cubicBezTo>
                      <a:pt x="191" y="169"/>
                      <a:pt x="191" y="169"/>
                      <a:pt x="191" y="169"/>
                    </a:cubicBezTo>
                    <a:cubicBezTo>
                      <a:pt x="191" y="170"/>
                      <a:pt x="191" y="170"/>
                      <a:pt x="191" y="170"/>
                    </a:cubicBezTo>
                    <a:cubicBezTo>
                      <a:pt x="172" y="238"/>
                      <a:pt x="172" y="238"/>
                      <a:pt x="172" y="238"/>
                    </a:cubicBezTo>
                    <a:cubicBezTo>
                      <a:pt x="135" y="243"/>
                      <a:pt x="135" y="243"/>
                      <a:pt x="135" y="243"/>
                    </a:cubicBezTo>
                    <a:cubicBezTo>
                      <a:pt x="135" y="244"/>
                      <a:pt x="136" y="245"/>
                      <a:pt x="137" y="245"/>
                    </a:cubicBezTo>
                    <a:cubicBezTo>
                      <a:pt x="137" y="249"/>
                      <a:pt x="138" y="254"/>
                      <a:pt x="134" y="254"/>
                    </a:cubicBezTo>
                    <a:cubicBezTo>
                      <a:pt x="130" y="255"/>
                      <a:pt x="126" y="253"/>
                      <a:pt x="124" y="250"/>
                    </a:cubicBezTo>
                    <a:cubicBezTo>
                      <a:pt x="122" y="247"/>
                      <a:pt x="123" y="245"/>
                      <a:pt x="118" y="244"/>
                    </a:cubicBezTo>
                    <a:cubicBezTo>
                      <a:pt x="116" y="244"/>
                      <a:pt x="112" y="245"/>
                      <a:pt x="112" y="240"/>
                    </a:cubicBezTo>
                    <a:cubicBezTo>
                      <a:pt x="112" y="239"/>
                      <a:pt x="113" y="238"/>
                      <a:pt x="113" y="237"/>
                    </a:cubicBezTo>
                    <a:cubicBezTo>
                      <a:pt x="89" y="224"/>
                      <a:pt x="89" y="224"/>
                      <a:pt x="89" y="224"/>
                    </a:cubicBezTo>
                    <a:cubicBezTo>
                      <a:pt x="59" y="244"/>
                      <a:pt x="59" y="244"/>
                      <a:pt x="59" y="244"/>
                    </a:cubicBezTo>
                    <a:cubicBezTo>
                      <a:pt x="112" y="268"/>
                      <a:pt x="112" y="268"/>
                      <a:pt x="112" y="268"/>
                    </a:cubicBezTo>
                    <a:cubicBezTo>
                      <a:pt x="96" y="309"/>
                      <a:pt x="96" y="309"/>
                      <a:pt x="96" y="309"/>
                    </a:cubicBezTo>
                    <a:cubicBezTo>
                      <a:pt x="63" y="317"/>
                      <a:pt x="63" y="317"/>
                      <a:pt x="63" y="317"/>
                    </a:cubicBezTo>
                    <a:cubicBezTo>
                      <a:pt x="53" y="369"/>
                      <a:pt x="53" y="369"/>
                      <a:pt x="53" y="369"/>
                    </a:cubicBezTo>
                    <a:cubicBezTo>
                      <a:pt x="65" y="378"/>
                      <a:pt x="65" y="378"/>
                      <a:pt x="65" y="378"/>
                    </a:cubicBezTo>
                    <a:cubicBezTo>
                      <a:pt x="61" y="425"/>
                      <a:pt x="61" y="425"/>
                      <a:pt x="61" y="425"/>
                    </a:cubicBezTo>
                    <a:cubicBezTo>
                      <a:pt x="34" y="416"/>
                      <a:pt x="34" y="416"/>
                      <a:pt x="34" y="416"/>
                    </a:cubicBezTo>
                    <a:cubicBezTo>
                      <a:pt x="0" y="453"/>
                      <a:pt x="0" y="453"/>
                      <a:pt x="0" y="453"/>
                    </a:cubicBezTo>
                    <a:cubicBezTo>
                      <a:pt x="39" y="458"/>
                      <a:pt x="39" y="458"/>
                      <a:pt x="39" y="458"/>
                    </a:cubicBezTo>
                    <a:cubicBezTo>
                      <a:pt x="37" y="494"/>
                      <a:pt x="37" y="494"/>
                      <a:pt x="37" y="494"/>
                    </a:cubicBezTo>
                    <a:cubicBezTo>
                      <a:pt x="86" y="547"/>
                      <a:pt x="86" y="547"/>
                      <a:pt x="86" y="547"/>
                    </a:cubicBezTo>
                    <a:cubicBezTo>
                      <a:pt x="86" y="549"/>
                      <a:pt x="86" y="549"/>
                      <a:pt x="86" y="549"/>
                    </a:cubicBezTo>
                    <a:cubicBezTo>
                      <a:pt x="86" y="549"/>
                      <a:pt x="86" y="550"/>
                      <a:pt x="86" y="550"/>
                    </a:cubicBezTo>
                    <a:cubicBezTo>
                      <a:pt x="86" y="550"/>
                      <a:pt x="86" y="550"/>
                      <a:pt x="86" y="550"/>
                    </a:cubicBezTo>
                    <a:cubicBezTo>
                      <a:pt x="91" y="552"/>
                      <a:pt x="113" y="564"/>
                      <a:pt x="124" y="572"/>
                    </a:cubicBezTo>
                    <a:cubicBezTo>
                      <a:pt x="136" y="582"/>
                      <a:pt x="160" y="620"/>
                      <a:pt x="160" y="620"/>
                    </a:cubicBezTo>
                    <a:cubicBezTo>
                      <a:pt x="160" y="620"/>
                      <a:pt x="189" y="656"/>
                      <a:pt x="206" y="674"/>
                    </a:cubicBezTo>
                    <a:cubicBezTo>
                      <a:pt x="223" y="691"/>
                      <a:pt x="249" y="700"/>
                      <a:pt x="249" y="700"/>
                    </a:cubicBezTo>
                    <a:cubicBezTo>
                      <a:pt x="267" y="697"/>
                      <a:pt x="267" y="697"/>
                      <a:pt x="267" y="697"/>
                    </a:cubicBezTo>
                    <a:cubicBezTo>
                      <a:pt x="282" y="700"/>
                      <a:pt x="282" y="700"/>
                      <a:pt x="282" y="700"/>
                    </a:cubicBezTo>
                    <a:cubicBezTo>
                      <a:pt x="289" y="720"/>
                      <a:pt x="289" y="720"/>
                      <a:pt x="289" y="720"/>
                    </a:cubicBezTo>
                    <a:cubicBezTo>
                      <a:pt x="323" y="728"/>
                      <a:pt x="323" y="728"/>
                      <a:pt x="323" y="728"/>
                    </a:cubicBezTo>
                    <a:cubicBezTo>
                      <a:pt x="332" y="739"/>
                      <a:pt x="332" y="739"/>
                      <a:pt x="332" y="739"/>
                    </a:cubicBezTo>
                    <a:cubicBezTo>
                      <a:pt x="343" y="735"/>
                      <a:pt x="343" y="735"/>
                      <a:pt x="343" y="735"/>
                    </a:cubicBezTo>
                    <a:cubicBezTo>
                      <a:pt x="376" y="746"/>
                      <a:pt x="376" y="746"/>
                      <a:pt x="376" y="746"/>
                    </a:cubicBezTo>
                    <a:cubicBezTo>
                      <a:pt x="404" y="740"/>
                      <a:pt x="404" y="740"/>
                      <a:pt x="404" y="740"/>
                    </a:cubicBezTo>
                    <a:cubicBezTo>
                      <a:pt x="443" y="751"/>
                      <a:pt x="443" y="751"/>
                      <a:pt x="443" y="751"/>
                    </a:cubicBezTo>
                    <a:cubicBezTo>
                      <a:pt x="485" y="709"/>
                      <a:pt x="485" y="709"/>
                      <a:pt x="485" y="709"/>
                    </a:cubicBezTo>
                    <a:cubicBezTo>
                      <a:pt x="544" y="702"/>
                      <a:pt x="544" y="702"/>
                      <a:pt x="544" y="702"/>
                    </a:cubicBezTo>
                    <a:cubicBezTo>
                      <a:pt x="545" y="701"/>
                      <a:pt x="545" y="701"/>
                      <a:pt x="545" y="701"/>
                    </a:cubicBezTo>
                    <a:cubicBezTo>
                      <a:pt x="549" y="699"/>
                      <a:pt x="549" y="699"/>
                      <a:pt x="549" y="699"/>
                    </a:cubicBezTo>
                    <a:cubicBezTo>
                      <a:pt x="570" y="681"/>
                      <a:pt x="570" y="681"/>
                      <a:pt x="570" y="681"/>
                    </a:cubicBezTo>
                    <a:cubicBezTo>
                      <a:pt x="600" y="692"/>
                      <a:pt x="600" y="692"/>
                      <a:pt x="600" y="692"/>
                    </a:cubicBezTo>
                    <a:cubicBezTo>
                      <a:pt x="669" y="640"/>
                      <a:pt x="669" y="640"/>
                      <a:pt x="669" y="640"/>
                    </a:cubicBezTo>
                    <a:cubicBezTo>
                      <a:pt x="754" y="635"/>
                      <a:pt x="754" y="635"/>
                      <a:pt x="754" y="635"/>
                    </a:cubicBezTo>
                    <a:cubicBezTo>
                      <a:pt x="806" y="650"/>
                      <a:pt x="806" y="650"/>
                      <a:pt x="806" y="650"/>
                    </a:cubicBezTo>
                    <a:cubicBezTo>
                      <a:pt x="846" y="632"/>
                      <a:pt x="846" y="632"/>
                      <a:pt x="846" y="632"/>
                    </a:cubicBezTo>
                    <a:cubicBezTo>
                      <a:pt x="872" y="640"/>
                      <a:pt x="872" y="640"/>
                      <a:pt x="872" y="640"/>
                    </a:cubicBezTo>
                    <a:cubicBezTo>
                      <a:pt x="891" y="611"/>
                      <a:pt x="891" y="611"/>
                      <a:pt x="891" y="611"/>
                    </a:cubicBezTo>
                    <a:cubicBezTo>
                      <a:pt x="947" y="609"/>
                      <a:pt x="947" y="609"/>
                      <a:pt x="947" y="609"/>
                    </a:cubicBezTo>
                    <a:cubicBezTo>
                      <a:pt x="984" y="571"/>
                      <a:pt x="984" y="571"/>
                      <a:pt x="984" y="571"/>
                    </a:cubicBezTo>
                    <a:cubicBezTo>
                      <a:pt x="977" y="541"/>
                      <a:pt x="977" y="541"/>
                      <a:pt x="977" y="541"/>
                    </a:cubicBezTo>
                    <a:cubicBezTo>
                      <a:pt x="1016" y="493"/>
                      <a:pt x="1016" y="493"/>
                      <a:pt x="1016" y="493"/>
                    </a:cubicBezTo>
                    <a:cubicBezTo>
                      <a:pt x="1036" y="484"/>
                      <a:pt x="1036" y="484"/>
                      <a:pt x="1036" y="484"/>
                    </a:cubicBezTo>
                    <a:cubicBezTo>
                      <a:pt x="1060" y="413"/>
                      <a:pt x="1060" y="413"/>
                      <a:pt x="1060" y="413"/>
                    </a:cubicBezTo>
                    <a:cubicBezTo>
                      <a:pt x="1050" y="403"/>
                      <a:pt x="1050" y="403"/>
                      <a:pt x="1050" y="403"/>
                    </a:cubicBezTo>
                    <a:cubicBezTo>
                      <a:pt x="1082" y="342"/>
                      <a:pt x="1082" y="342"/>
                      <a:pt x="1082" y="342"/>
                    </a:cubicBezTo>
                    <a:cubicBezTo>
                      <a:pt x="1123" y="302"/>
                      <a:pt x="1123" y="302"/>
                      <a:pt x="1123" y="302"/>
                    </a:cubicBezTo>
                    <a:cubicBezTo>
                      <a:pt x="1129" y="265"/>
                      <a:pt x="1129" y="265"/>
                      <a:pt x="1129" y="265"/>
                    </a:cubicBezTo>
                    <a:cubicBezTo>
                      <a:pt x="1187" y="207"/>
                      <a:pt x="1187" y="207"/>
                      <a:pt x="1187" y="207"/>
                    </a:cubicBezTo>
                    <a:cubicBezTo>
                      <a:pt x="1258" y="180"/>
                      <a:pt x="1258" y="180"/>
                      <a:pt x="1258" y="180"/>
                    </a:cubicBezTo>
                    <a:cubicBezTo>
                      <a:pt x="1274" y="142"/>
                      <a:pt x="1274" y="142"/>
                      <a:pt x="1274" y="142"/>
                    </a:cubicBezTo>
                    <a:lnTo>
                      <a:pt x="1248" y="108"/>
                    </a:lnTo>
                    <a:close/>
                    <a:moveTo>
                      <a:pt x="382" y="445"/>
                    </a:moveTo>
                    <a:cubicBezTo>
                      <a:pt x="371" y="448"/>
                      <a:pt x="359" y="451"/>
                      <a:pt x="350" y="457"/>
                    </a:cubicBezTo>
                    <a:cubicBezTo>
                      <a:pt x="339" y="464"/>
                      <a:pt x="331" y="473"/>
                      <a:pt x="320" y="478"/>
                    </a:cubicBezTo>
                    <a:cubicBezTo>
                      <a:pt x="311" y="482"/>
                      <a:pt x="303" y="485"/>
                      <a:pt x="294" y="488"/>
                    </a:cubicBezTo>
                    <a:cubicBezTo>
                      <a:pt x="286" y="490"/>
                      <a:pt x="278" y="492"/>
                      <a:pt x="270" y="494"/>
                    </a:cubicBezTo>
                    <a:cubicBezTo>
                      <a:pt x="263" y="495"/>
                      <a:pt x="255" y="495"/>
                      <a:pt x="248" y="499"/>
                    </a:cubicBezTo>
                    <a:cubicBezTo>
                      <a:pt x="243" y="501"/>
                      <a:pt x="240" y="505"/>
                      <a:pt x="235" y="506"/>
                    </a:cubicBezTo>
                    <a:cubicBezTo>
                      <a:pt x="229" y="507"/>
                      <a:pt x="223" y="506"/>
                      <a:pt x="224" y="499"/>
                    </a:cubicBezTo>
                    <a:cubicBezTo>
                      <a:pt x="224" y="495"/>
                      <a:pt x="226" y="493"/>
                      <a:pt x="230" y="491"/>
                    </a:cubicBezTo>
                    <a:cubicBezTo>
                      <a:pt x="240" y="485"/>
                      <a:pt x="252" y="483"/>
                      <a:pt x="263" y="480"/>
                    </a:cubicBezTo>
                    <a:cubicBezTo>
                      <a:pt x="274" y="476"/>
                      <a:pt x="286" y="472"/>
                      <a:pt x="297" y="469"/>
                    </a:cubicBezTo>
                    <a:cubicBezTo>
                      <a:pt x="309" y="465"/>
                      <a:pt x="319" y="459"/>
                      <a:pt x="329" y="452"/>
                    </a:cubicBezTo>
                    <a:cubicBezTo>
                      <a:pt x="335" y="448"/>
                      <a:pt x="342" y="445"/>
                      <a:pt x="347" y="441"/>
                    </a:cubicBezTo>
                    <a:cubicBezTo>
                      <a:pt x="351" y="436"/>
                      <a:pt x="355" y="433"/>
                      <a:pt x="361" y="430"/>
                    </a:cubicBezTo>
                    <a:cubicBezTo>
                      <a:pt x="364" y="426"/>
                      <a:pt x="368" y="422"/>
                      <a:pt x="372" y="419"/>
                    </a:cubicBezTo>
                    <a:cubicBezTo>
                      <a:pt x="377" y="415"/>
                      <a:pt x="382" y="414"/>
                      <a:pt x="387" y="416"/>
                    </a:cubicBezTo>
                    <a:cubicBezTo>
                      <a:pt x="393" y="419"/>
                      <a:pt x="395" y="419"/>
                      <a:pt x="397" y="426"/>
                    </a:cubicBezTo>
                    <a:cubicBezTo>
                      <a:pt x="398" y="433"/>
                      <a:pt x="389" y="443"/>
                      <a:pt x="382" y="44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4" name="Freeform 2184">
                <a:extLst>
                  <a:ext uri="{FF2B5EF4-FFF2-40B4-BE49-F238E27FC236}">
                    <a16:creationId xmlns:a16="http://schemas.microsoft.com/office/drawing/2014/main" id="{F70A7FC8-193D-2449-A809-81C17E0AB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3041"/>
                <a:ext cx="253" cy="156"/>
              </a:xfrm>
              <a:custGeom>
                <a:avLst/>
                <a:gdLst>
                  <a:gd name="T0" fmla="*/ 566 w 621"/>
                  <a:gd name="T1" fmla="*/ 89 h 385"/>
                  <a:gd name="T2" fmla="*/ 560 w 621"/>
                  <a:gd name="T3" fmla="*/ 136 h 385"/>
                  <a:gd name="T4" fmla="*/ 536 w 621"/>
                  <a:gd name="T5" fmla="*/ 127 h 385"/>
                  <a:gd name="T6" fmla="*/ 437 w 621"/>
                  <a:gd name="T7" fmla="*/ 178 h 385"/>
                  <a:gd name="T8" fmla="*/ 451 w 621"/>
                  <a:gd name="T9" fmla="*/ 219 h 385"/>
                  <a:gd name="T10" fmla="*/ 363 w 621"/>
                  <a:gd name="T11" fmla="*/ 285 h 385"/>
                  <a:gd name="T12" fmla="*/ 391 w 621"/>
                  <a:gd name="T13" fmla="*/ 313 h 385"/>
                  <a:gd name="T14" fmla="*/ 391 w 621"/>
                  <a:gd name="T15" fmla="*/ 371 h 385"/>
                  <a:gd name="T16" fmla="*/ 290 w 621"/>
                  <a:gd name="T17" fmla="*/ 357 h 385"/>
                  <a:gd name="T18" fmla="*/ 268 w 621"/>
                  <a:gd name="T19" fmla="*/ 367 h 385"/>
                  <a:gd name="T20" fmla="*/ 218 w 621"/>
                  <a:gd name="T21" fmla="*/ 321 h 385"/>
                  <a:gd name="T22" fmla="*/ 164 w 621"/>
                  <a:gd name="T23" fmla="*/ 354 h 385"/>
                  <a:gd name="T24" fmla="*/ 117 w 621"/>
                  <a:gd name="T25" fmla="*/ 349 h 385"/>
                  <a:gd name="T26" fmla="*/ 79 w 621"/>
                  <a:gd name="T27" fmla="*/ 376 h 385"/>
                  <a:gd name="T28" fmla="*/ 42 w 621"/>
                  <a:gd name="T29" fmla="*/ 344 h 385"/>
                  <a:gd name="T30" fmla="*/ 42 w 621"/>
                  <a:gd name="T31" fmla="*/ 337 h 385"/>
                  <a:gd name="T32" fmla="*/ 57 w 621"/>
                  <a:gd name="T33" fmla="*/ 335 h 385"/>
                  <a:gd name="T34" fmla="*/ 71 w 621"/>
                  <a:gd name="T35" fmla="*/ 338 h 385"/>
                  <a:gd name="T36" fmla="*/ 85 w 621"/>
                  <a:gd name="T37" fmla="*/ 328 h 385"/>
                  <a:gd name="T38" fmla="*/ 81 w 621"/>
                  <a:gd name="T39" fmla="*/ 273 h 385"/>
                  <a:gd name="T40" fmla="*/ 57 w 621"/>
                  <a:gd name="T41" fmla="*/ 223 h 385"/>
                  <a:gd name="T42" fmla="*/ 33 w 621"/>
                  <a:gd name="T43" fmla="*/ 199 h 385"/>
                  <a:gd name="T44" fmla="*/ 0 w 621"/>
                  <a:gd name="T45" fmla="*/ 144 h 385"/>
                  <a:gd name="T46" fmla="*/ 69 w 621"/>
                  <a:gd name="T47" fmla="*/ 92 h 385"/>
                  <a:gd name="T48" fmla="*/ 107 w 621"/>
                  <a:gd name="T49" fmla="*/ 78 h 385"/>
                  <a:gd name="T50" fmla="*/ 213 w 621"/>
                  <a:gd name="T51" fmla="*/ 102 h 385"/>
                  <a:gd name="T52" fmla="*/ 239 w 621"/>
                  <a:gd name="T53" fmla="*/ 102 h 385"/>
                  <a:gd name="T54" fmla="*/ 392 w 621"/>
                  <a:gd name="T55" fmla="*/ 53 h 385"/>
                  <a:gd name="T56" fmla="*/ 430 w 621"/>
                  <a:gd name="T57" fmla="*/ 42 h 385"/>
                  <a:gd name="T58" fmla="*/ 498 w 621"/>
                  <a:gd name="T59" fmla="*/ 38 h 385"/>
                  <a:gd name="T60" fmla="*/ 520 w 621"/>
                  <a:gd name="T61" fmla="*/ 45 h 385"/>
                  <a:gd name="T62" fmla="*/ 499 w 621"/>
                  <a:gd name="T63" fmla="*/ 24 h 385"/>
                  <a:gd name="T64" fmla="*/ 535 w 621"/>
                  <a:gd name="T65" fmla="*/ 0 h 385"/>
                  <a:gd name="T66" fmla="*/ 572 w 621"/>
                  <a:gd name="T67" fmla="*/ 41 h 385"/>
                  <a:gd name="T68" fmla="*/ 621 w 621"/>
                  <a:gd name="T69" fmla="*/ 96 h 385"/>
                  <a:gd name="T70" fmla="*/ 600 w 621"/>
                  <a:gd name="T71" fmla="*/ 107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21" h="385">
                    <a:moveTo>
                      <a:pt x="600" y="107"/>
                    </a:moveTo>
                    <a:cubicBezTo>
                      <a:pt x="566" y="89"/>
                      <a:pt x="566" y="89"/>
                      <a:pt x="566" y="89"/>
                    </a:cubicBezTo>
                    <a:cubicBezTo>
                      <a:pt x="571" y="122"/>
                      <a:pt x="571" y="122"/>
                      <a:pt x="571" y="122"/>
                    </a:cubicBezTo>
                    <a:cubicBezTo>
                      <a:pt x="560" y="136"/>
                      <a:pt x="560" y="136"/>
                      <a:pt x="560" y="136"/>
                    </a:cubicBezTo>
                    <a:cubicBezTo>
                      <a:pt x="548" y="136"/>
                      <a:pt x="548" y="136"/>
                      <a:pt x="548" y="136"/>
                    </a:cubicBezTo>
                    <a:cubicBezTo>
                      <a:pt x="536" y="127"/>
                      <a:pt x="536" y="127"/>
                      <a:pt x="536" y="127"/>
                    </a:cubicBezTo>
                    <a:cubicBezTo>
                      <a:pt x="512" y="129"/>
                      <a:pt x="512" y="129"/>
                      <a:pt x="512" y="129"/>
                    </a:cubicBezTo>
                    <a:cubicBezTo>
                      <a:pt x="437" y="178"/>
                      <a:pt x="437" y="178"/>
                      <a:pt x="437" y="178"/>
                    </a:cubicBezTo>
                    <a:cubicBezTo>
                      <a:pt x="430" y="195"/>
                      <a:pt x="430" y="195"/>
                      <a:pt x="430" y="195"/>
                    </a:cubicBezTo>
                    <a:cubicBezTo>
                      <a:pt x="451" y="219"/>
                      <a:pt x="451" y="219"/>
                      <a:pt x="451" y="219"/>
                    </a:cubicBezTo>
                    <a:cubicBezTo>
                      <a:pt x="439" y="265"/>
                      <a:pt x="439" y="265"/>
                      <a:pt x="439" y="265"/>
                    </a:cubicBezTo>
                    <a:cubicBezTo>
                      <a:pt x="363" y="285"/>
                      <a:pt x="363" y="285"/>
                      <a:pt x="363" y="285"/>
                    </a:cubicBezTo>
                    <a:cubicBezTo>
                      <a:pt x="366" y="307"/>
                      <a:pt x="366" y="307"/>
                      <a:pt x="366" y="307"/>
                    </a:cubicBezTo>
                    <a:cubicBezTo>
                      <a:pt x="391" y="313"/>
                      <a:pt x="391" y="313"/>
                      <a:pt x="391" y="313"/>
                    </a:cubicBezTo>
                    <a:cubicBezTo>
                      <a:pt x="377" y="340"/>
                      <a:pt x="377" y="340"/>
                      <a:pt x="377" y="340"/>
                    </a:cubicBezTo>
                    <a:cubicBezTo>
                      <a:pt x="391" y="371"/>
                      <a:pt x="391" y="371"/>
                      <a:pt x="391" y="371"/>
                    </a:cubicBezTo>
                    <a:cubicBezTo>
                      <a:pt x="336" y="385"/>
                      <a:pt x="336" y="385"/>
                      <a:pt x="336" y="385"/>
                    </a:cubicBezTo>
                    <a:cubicBezTo>
                      <a:pt x="290" y="357"/>
                      <a:pt x="290" y="357"/>
                      <a:pt x="290" y="357"/>
                    </a:cubicBezTo>
                    <a:cubicBezTo>
                      <a:pt x="285" y="366"/>
                      <a:pt x="285" y="366"/>
                      <a:pt x="285" y="366"/>
                    </a:cubicBezTo>
                    <a:cubicBezTo>
                      <a:pt x="268" y="367"/>
                      <a:pt x="268" y="367"/>
                      <a:pt x="268" y="367"/>
                    </a:cubicBezTo>
                    <a:cubicBezTo>
                      <a:pt x="234" y="318"/>
                      <a:pt x="234" y="318"/>
                      <a:pt x="234" y="318"/>
                    </a:cubicBezTo>
                    <a:cubicBezTo>
                      <a:pt x="218" y="321"/>
                      <a:pt x="218" y="321"/>
                      <a:pt x="218" y="321"/>
                    </a:cubicBezTo>
                    <a:cubicBezTo>
                      <a:pt x="207" y="350"/>
                      <a:pt x="207" y="350"/>
                      <a:pt x="207" y="350"/>
                    </a:cubicBezTo>
                    <a:cubicBezTo>
                      <a:pt x="164" y="354"/>
                      <a:pt x="164" y="354"/>
                      <a:pt x="164" y="354"/>
                    </a:cubicBezTo>
                    <a:cubicBezTo>
                      <a:pt x="157" y="369"/>
                      <a:pt x="157" y="369"/>
                      <a:pt x="157" y="369"/>
                    </a:cubicBezTo>
                    <a:cubicBezTo>
                      <a:pt x="117" y="349"/>
                      <a:pt x="117" y="349"/>
                      <a:pt x="117" y="349"/>
                    </a:cubicBezTo>
                    <a:cubicBezTo>
                      <a:pt x="119" y="368"/>
                      <a:pt x="119" y="368"/>
                      <a:pt x="119" y="368"/>
                    </a:cubicBezTo>
                    <a:cubicBezTo>
                      <a:pt x="79" y="376"/>
                      <a:pt x="79" y="376"/>
                      <a:pt x="79" y="376"/>
                    </a:cubicBezTo>
                    <a:cubicBezTo>
                      <a:pt x="42" y="345"/>
                      <a:pt x="42" y="345"/>
                      <a:pt x="42" y="345"/>
                    </a:cubicBezTo>
                    <a:cubicBezTo>
                      <a:pt x="42" y="345"/>
                      <a:pt x="42" y="344"/>
                      <a:pt x="42" y="344"/>
                    </a:cubicBezTo>
                    <a:cubicBezTo>
                      <a:pt x="41" y="343"/>
                      <a:pt x="41" y="341"/>
                      <a:pt x="41" y="340"/>
                    </a:cubicBezTo>
                    <a:cubicBezTo>
                      <a:pt x="41" y="339"/>
                      <a:pt x="41" y="338"/>
                      <a:pt x="42" y="337"/>
                    </a:cubicBezTo>
                    <a:cubicBezTo>
                      <a:pt x="44" y="333"/>
                      <a:pt x="49" y="334"/>
                      <a:pt x="53" y="334"/>
                    </a:cubicBezTo>
                    <a:cubicBezTo>
                      <a:pt x="54" y="335"/>
                      <a:pt x="55" y="335"/>
                      <a:pt x="57" y="335"/>
                    </a:cubicBezTo>
                    <a:cubicBezTo>
                      <a:pt x="58" y="336"/>
                      <a:pt x="59" y="336"/>
                      <a:pt x="60" y="337"/>
                    </a:cubicBezTo>
                    <a:cubicBezTo>
                      <a:pt x="64" y="337"/>
                      <a:pt x="68" y="339"/>
                      <a:pt x="71" y="338"/>
                    </a:cubicBezTo>
                    <a:cubicBezTo>
                      <a:pt x="76" y="337"/>
                      <a:pt x="73" y="327"/>
                      <a:pt x="73" y="323"/>
                    </a:cubicBezTo>
                    <a:cubicBezTo>
                      <a:pt x="85" y="328"/>
                      <a:pt x="85" y="328"/>
                      <a:pt x="85" y="328"/>
                    </a:cubicBezTo>
                    <a:cubicBezTo>
                      <a:pt x="95" y="315"/>
                      <a:pt x="95" y="315"/>
                      <a:pt x="95" y="315"/>
                    </a:cubicBezTo>
                    <a:cubicBezTo>
                      <a:pt x="81" y="273"/>
                      <a:pt x="81" y="273"/>
                      <a:pt x="81" y="273"/>
                    </a:cubicBezTo>
                    <a:cubicBezTo>
                      <a:pt x="45" y="254"/>
                      <a:pt x="45" y="254"/>
                      <a:pt x="45" y="254"/>
                    </a:cubicBezTo>
                    <a:cubicBezTo>
                      <a:pt x="57" y="223"/>
                      <a:pt x="57" y="223"/>
                      <a:pt x="57" y="223"/>
                    </a:cubicBezTo>
                    <a:cubicBezTo>
                      <a:pt x="34" y="223"/>
                      <a:pt x="34" y="223"/>
                      <a:pt x="34" y="223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54" y="171"/>
                      <a:pt x="54" y="171"/>
                      <a:pt x="54" y="171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69" y="92"/>
                      <a:pt x="69" y="92"/>
                      <a:pt x="69" y="92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107" y="78"/>
                      <a:pt x="107" y="78"/>
                      <a:pt x="107" y="78"/>
                    </a:cubicBezTo>
                    <a:cubicBezTo>
                      <a:pt x="151" y="99"/>
                      <a:pt x="151" y="99"/>
                      <a:pt x="151" y="99"/>
                    </a:cubicBezTo>
                    <a:cubicBezTo>
                      <a:pt x="213" y="102"/>
                      <a:pt x="213" y="102"/>
                      <a:pt x="213" y="102"/>
                    </a:cubicBezTo>
                    <a:cubicBezTo>
                      <a:pt x="236" y="120"/>
                      <a:pt x="236" y="120"/>
                      <a:pt x="236" y="120"/>
                    </a:cubicBezTo>
                    <a:cubicBezTo>
                      <a:pt x="239" y="102"/>
                      <a:pt x="239" y="102"/>
                      <a:pt x="239" y="102"/>
                    </a:cubicBezTo>
                    <a:cubicBezTo>
                      <a:pt x="316" y="51"/>
                      <a:pt x="316" y="51"/>
                      <a:pt x="316" y="51"/>
                    </a:cubicBezTo>
                    <a:cubicBezTo>
                      <a:pt x="392" y="53"/>
                      <a:pt x="392" y="53"/>
                      <a:pt x="392" y="53"/>
                    </a:cubicBezTo>
                    <a:cubicBezTo>
                      <a:pt x="407" y="67"/>
                      <a:pt x="407" y="67"/>
                      <a:pt x="407" y="67"/>
                    </a:cubicBezTo>
                    <a:cubicBezTo>
                      <a:pt x="430" y="42"/>
                      <a:pt x="430" y="42"/>
                      <a:pt x="430" y="42"/>
                    </a:cubicBezTo>
                    <a:cubicBezTo>
                      <a:pt x="473" y="44"/>
                      <a:pt x="473" y="44"/>
                      <a:pt x="473" y="44"/>
                    </a:cubicBezTo>
                    <a:cubicBezTo>
                      <a:pt x="498" y="38"/>
                      <a:pt x="498" y="38"/>
                      <a:pt x="498" y="38"/>
                    </a:cubicBezTo>
                    <a:cubicBezTo>
                      <a:pt x="513" y="53"/>
                      <a:pt x="513" y="53"/>
                      <a:pt x="513" y="53"/>
                    </a:cubicBezTo>
                    <a:cubicBezTo>
                      <a:pt x="520" y="45"/>
                      <a:pt x="520" y="45"/>
                      <a:pt x="520" y="45"/>
                    </a:cubicBezTo>
                    <a:cubicBezTo>
                      <a:pt x="516" y="35"/>
                      <a:pt x="516" y="35"/>
                      <a:pt x="516" y="35"/>
                    </a:cubicBezTo>
                    <a:cubicBezTo>
                      <a:pt x="499" y="24"/>
                      <a:pt x="499" y="24"/>
                      <a:pt x="499" y="24"/>
                    </a:cubicBezTo>
                    <a:cubicBezTo>
                      <a:pt x="511" y="2"/>
                      <a:pt x="511" y="2"/>
                      <a:pt x="511" y="2"/>
                    </a:cubicBezTo>
                    <a:cubicBezTo>
                      <a:pt x="535" y="0"/>
                      <a:pt x="535" y="0"/>
                      <a:pt x="535" y="0"/>
                    </a:cubicBezTo>
                    <a:cubicBezTo>
                      <a:pt x="574" y="5"/>
                      <a:pt x="574" y="5"/>
                      <a:pt x="574" y="5"/>
                    </a:cubicBezTo>
                    <a:cubicBezTo>
                      <a:pt x="572" y="41"/>
                      <a:pt x="572" y="41"/>
                      <a:pt x="572" y="41"/>
                    </a:cubicBezTo>
                    <a:cubicBezTo>
                      <a:pt x="621" y="94"/>
                      <a:pt x="621" y="94"/>
                      <a:pt x="621" y="94"/>
                    </a:cubicBezTo>
                    <a:cubicBezTo>
                      <a:pt x="621" y="96"/>
                      <a:pt x="621" y="96"/>
                      <a:pt x="621" y="96"/>
                    </a:cubicBezTo>
                    <a:cubicBezTo>
                      <a:pt x="621" y="96"/>
                      <a:pt x="621" y="97"/>
                      <a:pt x="621" y="97"/>
                    </a:cubicBezTo>
                    <a:lnTo>
                      <a:pt x="600" y="10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5" name="Freeform 2185">
                <a:extLst>
                  <a:ext uri="{FF2B5EF4-FFF2-40B4-BE49-F238E27FC236}">
                    <a16:creationId xmlns:a16="http://schemas.microsoft.com/office/drawing/2014/main" id="{63B049B5-9DED-1545-8650-EB4B5489E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3219"/>
                <a:ext cx="11" cy="11"/>
              </a:xfrm>
              <a:custGeom>
                <a:avLst/>
                <a:gdLst>
                  <a:gd name="T0" fmla="*/ 10 w 28"/>
                  <a:gd name="T1" fmla="*/ 19 h 27"/>
                  <a:gd name="T2" fmla="*/ 10 w 28"/>
                  <a:gd name="T3" fmla="*/ 18 h 27"/>
                  <a:gd name="T4" fmla="*/ 9 w 28"/>
                  <a:gd name="T5" fmla="*/ 19 h 27"/>
                  <a:gd name="T6" fmla="*/ 7 w 28"/>
                  <a:gd name="T7" fmla="*/ 21 h 27"/>
                  <a:gd name="T8" fmla="*/ 5 w 28"/>
                  <a:gd name="T9" fmla="*/ 24 h 27"/>
                  <a:gd name="T10" fmla="*/ 2 w 28"/>
                  <a:gd name="T11" fmla="*/ 25 h 27"/>
                  <a:gd name="T12" fmla="*/ 0 w 28"/>
                  <a:gd name="T13" fmla="*/ 25 h 27"/>
                  <a:gd name="T14" fmla="*/ 4 w 28"/>
                  <a:gd name="T15" fmla="*/ 17 h 27"/>
                  <a:gd name="T16" fmla="*/ 7 w 28"/>
                  <a:gd name="T17" fmla="*/ 13 h 27"/>
                  <a:gd name="T18" fmla="*/ 11 w 28"/>
                  <a:gd name="T19" fmla="*/ 10 h 27"/>
                  <a:gd name="T20" fmla="*/ 13 w 28"/>
                  <a:gd name="T21" fmla="*/ 8 h 27"/>
                  <a:gd name="T22" fmla="*/ 16 w 28"/>
                  <a:gd name="T23" fmla="*/ 5 h 27"/>
                  <a:gd name="T24" fmla="*/ 18 w 28"/>
                  <a:gd name="T25" fmla="*/ 2 h 27"/>
                  <a:gd name="T26" fmla="*/ 20 w 28"/>
                  <a:gd name="T27" fmla="*/ 1 h 27"/>
                  <a:gd name="T28" fmla="*/ 25 w 28"/>
                  <a:gd name="T29" fmla="*/ 1 h 27"/>
                  <a:gd name="T30" fmla="*/ 28 w 28"/>
                  <a:gd name="T31" fmla="*/ 4 h 27"/>
                  <a:gd name="T32" fmla="*/ 25 w 28"/>
                  <a:gd name="T33" fmla="*/ 8 h 27"/>
                  <a:gd name="T34" fmla="*/ 18 w 28"/>
                  <a:gd name="T35" fmla="*/ 7 h 27"/>
                  <a:gd name="T36" fmla="*/ 13 w 28"/>
                  <a:gd name="T37" fmla="*/ 13 h 27"/>
                  <a:gd name="T38" fmla="*/ 11 w 28"/>
                  <a:gd name="T39" fmla="*/ 16 h 27"/>
                  <a:gd name="T40" fmla="*/ 10 w 28"/>
                  <a:gd name="T41" fmla="*/ 1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7">
                    <a:moveTo>
                      <a:pt x="10" y="19"/>
                    </a:moveTo>
                    <a:cubicBezTo>
                      <a:pt x="10" y="19"/>
                      <a:pt x="10" y="18"/>
                      <a:pt x="10" y="18"/>
                    </a:cubicBezTo>
                    <a:cubicBezTo>
                      <a:pt x="10" y="19"/>
                      <a:pt x="9" y="19"/>
                      <a:pt x="9" y="19"/>
                    </a:cubicBezTo>
                    <a:cubicBezTo>
                      <a:pt x="8" y="20"/>
                      <a:pt x="8" y="21"/>
                      <a:pt x="7" y="21"/>
                    </a:cubicBezTo>
                    <a:cubicBezTo>
                      <a:pt x="6" y="22"/>
                      <a:pt x="6" y="23"/>
                      <a:pt x="5" y="24"/>
                    </a:cubicBezTo>
                    <a:cubicBezTo>
                      <a:pt x="4" y="24"/>
                      <a:pt x="3" y="25"/>
                      <a:pt x="2" y="25"/>
                    </a:cubicBezTo>
                    <a:cubicBezTo>
                      <a:pt x="1" y="26"/>
                      <a:pt x="1" y="27"/>
                      <a:pt x="0" y="25"/>
                    </a:cubicBezTo>
                    <a:cubicBezTo>
                      <a:pt x="0" y="23"/>
                      <a:pt x="3" y="19"/>
                      <a:pt x="4" y="17"/>
                    </a:cubicBezTo>
                    <a:cubicBezTo>
                      <a:pt x="5" y="16"/>
                      <a:pt x="6" y="15"/>
                      <a:pt x="7" y="13"/>
                    </a:cubicBezTo>
                    <a:cubicBezTo>
                      <a:pt x="8" y="12"/>
                      <a:pt x="10" y="11"/>
                      <a:pt x="11" y="10"/>
                    </a:cubicBezTo>
                    <a:cubicBezTo>
                      <a:pt x="12" y="9"/>
                      <a:pt x="13" y="8"/>
                      <a:pt x="13" y="8"/>
                    </a:cubicBezTo>
                    <a:cubicBezTo>
                      <a:pt x="14" y="7"/>
                      <a:pt x="15" y="6"/>
                      <a:pt x="16" y="5"/>
                    </a:cubicBezTo>
                    <a:cubicBezTo>
                      <a:pt x="17" y="4"/>
                      <a:pt x="18" y="3"/>
                      <a:pt x="18" y="2"/>
                    </a:cubicBezTo>
                    <a:cubicBezTo>
                      <a:pt x="19" y="2"/>
                      <a:pt x="19" y="1"/>
                      <a:pt x="20" y="1"/>
                    </a:cubicBezTo>
                    <a:cubicBezTo>
                      <a:pt x="21" y="0"/>
                      <a:pt x="23" y="0"/>
                      <a:pt x="25" y="1"/>
                    </a:cubicBezTo>
                    <a:cubicBezTo>
                      <a:pt x="26" y="1"/>
                      <a:pt x="28" y="2"/>
                      <a:pt x="28" y="4"/>
                    </a:cubicBezTo>
                    <a:cubicBezTo>
                      <a:pt x="28" y="6"/>
                      <a:pt x="26" y="8"/>
                      <a:pt x="25" y="8"/>
                    </a:cubicBezTo>
                    <a:cubicBezTo>
                      <a:pt x="22" y="9"/>
                      <a:pt x="21" y="6"/>
                      <a:pt x="18" y="7"/>
                    </a:cubicBezTo>
                    <a:cubicBezTo>
                      <a:pt x="16" y="9"/>
                      <a:pt x="14" y="10"/>
                      <a:pt x="13" y="13"/>
                    </a:cubicBezTo>
                    <a:cubicBezTo>
                      <a:pt x="13" y="14"/>
                      <a:pt x="12" y="15"/>
                      <a:pt x="11" y="16"/>
                    </a:cubicBezTo>
                    <a:cubicBezTo>
                      <a:pt x="11" y="17"/>
                      <a:pt x="10" y="19"/>
                      <a:pt x="10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6" name="Freeform 2186">
                <a:extLst>
                  <a:ext uri="{FF2B5EF4-FFF2-40B4-BE49-F238E27FC236}">
                    <a16:creationId xmlns:a16="http://schemas.microsoft.com/office/drawing/2014/main" id="{0D282069-DA20-B840-87E6-56AAF3FDF7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38" y="2862"/>
                <a:ext cx="760" cy="503"/>
              </a:xfrm>
              <a:custGeom>
                <a:avLst/>
                <a:gdLst>
                  <a:gd name="T0" fmla="*/ 1853 w 1868"/>
                  <a:gd name="T1" fmla="*/ 731 h 1236"/>
                  <a:gd name="T2" fmla="*/ 1712 w 1868"/>
                  <a:gd name="T3" fmla="*/ 730 h 1236"/>
                  <a:gd name="T4" fmla="*/ 1634 w 1868"/>
                  <a:gd name="T5" fmla="*/ 736 h 1236"/>
                  <a:gd name="T6" fmla="*/ 1540 w 1868"/>
                  <a:gd name="T7" fmla="*/ 657 h 1236"/>
                  <a:gd name="T8" fmla="*/ 1528 w 1868"/>
                  <a:gd name="T9" fmla="*/ 553 h 1236"/>
                  <a:gd name="T10" fmla="*/ 1529 w 1868"/>
                  <a:gd name="T11" fmla="*/ 419 h 1236"/>
                  <a:gd name="T12" fmla="*/ 1436 w 1868"/>
                  <a:gd name="T13" fmla="*/ 278 h 1236"/>
                  <a:gd name="T14" fmla="*/ 1356 w 1868"/>
                  <a:gd name="T15" fmla="*/ 187 h 1236"/>
                  <a:gd name="T16" fmla="*/ 1290 w 1868"/>
                  <a:gd name="T17" fmla="*/ 94 h 1236"/>
                  <a:gd name="T18" fmla="*/ 1202 w 1868"/>
                  <a:gd name="T19" fmla="*/ 1 h 1236"/>
                  <a:gd name="T20" fmla="*/ 863 w 1868"/>
                  <a:gd name="T21" fmla="*/ 174 h 1236"/>
                  <a:gd name="T22" fmla="*/ 530 w 1868"/>
                  <a:gd name="T23" fmla="*/ 94 h 1236"/>
                  <a:gd name="T24" fmla="*/ 276 w 1868"/>
                  <a:gd name="T25" fmla="*/ 329 h 1236"/>
                  <a:gd name="T26" fmla="*/ 141 w 1868"/>
                  <a:gd name="T27" fmla="*/ 596 h 1236"/>
                  <a:gd name="T28" fmla="*/ 39 w 1868"/>
                  <a:gd name="T29" fmla="*/ 684 h 1236"/>
                  <a:gd name="T30" fmla="*/ 152 w 1868"/>
                  <a:gd name="T31" fmla="*/ 845 h 1236"/>
                  <a:gd name="T32" fmla="*/ 243 w 1868"/>
                  <a:gd name="T33" fmla="*/ 990 h 1236"/>
                  <a:gd name="T34" fmla="*/ 372 w 1868"/>
                  <a:gd name="T35" fmla="*/ 1015 h 1236"/>
                  <a:gd name="T36" fmla="*/ 511 w 1868"/>
                  <a:gd name="T37" fmla="*/ 1020 h 1236"/>
                  <a:gd name="T38" fmla="*/ 475 w 1868"/>
                  <a:gd name="T39" fmla="*/ 1034 h 1236"/>
                  <a:gd name="T40" fmla="*/ 489 w 1868"/>
                  <a:gd name="T41" fmla="*/ 1100 h 1236"/>
                  <a:gd name="T42" fmla="*/ 545 w 1868"/>
                  <a:gd name="T43" fmla="*/ 1135 h 1236"/>
                  <a:gd name="T44" fmla="*/ 547 w 1868"/>
                  <a:gd name="T45" fmla="*/ 1174 h 1236"/>
                  <a:gd name="T46" fmla="*/ 715 w 1868"/>
                  <a:gd name="T47" fmla="*/ 1211 h 1236"/>
                  <a:gd name="T48" fmla="*/ 891 w 1868"/>
                  <a:gd name="T49" fmla="*/ 1216 h 1236"/>
                  <a:gd name="T50" fmla="*/ 1018 w 1868"/>
                  <a:gd name="T51" fmla="*/ 1215 h 1236"/>
                  <a:gd name="T52" fmla="*/ 1160 w 1868"/>
                  <a:gd name="T53" fmla="*/ 1190 h 1236"/>
                  <a:gd name="T54" fmla="*/ 1316 w 1868"/>
                  <a:gd name="T55" fmla="*/ 1096 h 1236"/>
                  <a:gd name="T56" fmla="*/ 1523 w 1868"/>
                  <a:gd name="T57" fmla="*/ 1102 h 1236"/>
                  <a:gd name="T58" fmla="*/ 1709 w 1868"/>
                  <a:gd name="T59" fmla="*/ 1118 h 1236"/>
                  <a:gd name="T60" fmla="*/ 1712 w 1868"/>
                  <a:gd name="T61" fmla="*/ 1060 h 1236"/>
                  <a:gd name="T62" fmla="*/ 1709 w 1868"/>
                  <a:gd name="T63" fmla="*/ 1018 h 1236"/>
                  <a:gd name="T64" fmla="*/ 1694 w 1868"/>
                  <a:gd name="T65" fmla="*/ 1006 h 1236"/>
                  <a:gd name="T66" fmla="*/ 1706 w 1868"/>
                  <a:gd name="T67" fmla="*/ 976 h 1236"/>
                  <a:gd name="T68" fmla="*/ 1731 w 1868"/>
                  <a:gd name="T69" fmla="*/ 934 h 1236"/>
                  <a:gd name="T70" fmla="*/ 1750 w 1868"/>
                  <a:gd name="T71" fmla="*/ 897 h 1236"/>
                  <a:gd name="T72" fmla="*/ 1738 w 1868"/>
                  <a:gd name="T73" fmla="*/ 905 h 1236"/>
                  <a:gd name="T74" fmla="*/ 1714 w 1868"/>
                  <a:gd name="T75" fmla="*/ 946 h 1236"/>
                  <a:gd name="T76" fmla="*/ 1705 w 1868"/>
                  <a:gd name="T77" fmla="*/ 930 h 1236"/>
                  <a:gd name="T78" fmla="*/ 1715 w 1868"/>
                  <a:gd name="T79" fmla="*/ 912 h 1236"/>
                  <a:gd name="T80" fmla="*/ 1713 w 1868"/>
                  <a:gd name="T81" fmla="*/ 881 h 1236"/>
                  <a:gd name="T82" fmla="*/ 1737 w 1868"/>
                  <a:gd name="T83" fmla="*/ 848 h 1236"/>
                  <a:gd name="T84" fmla="*/ 1717 w 1868"/>
                  <a:gd name="T85" fmla="*/ 821 h 1236"/>
                  <a:gd name="T86" fmla="*/ 1735 w 1868"/>
                  <a:gd name="T87" fmla="*/ 799 h 1236"/>
                  <a:gd name="T88" fmla="*/ 1749 w 1868"/>
                  <a:gd name="T89" fmla="*/ 812 h 1236"/>
                  <a:gd name="T90" fmla="*/ 1762 w 1868"/>
                  <a:gd name="T91" fmla="*/ 830 h 1236"/>
                  <a:gd name="T92" fmla="*/ 1753 w 1868"/>
                  <a:gd name="T93" fmla="*/ 858 h 1236"/>
                  <a:gd name="T94" fmla="*/ 1781 w 1868"/>
                  <a:gd name="T95" fmla="*/ 853 h 1236"/>
                  <a:gd name="T96" fmla="*/ 1843 w 1868"/>
                  <a:gd name="T97" fmla="*/ 837 h 1236"/>
                  <a:gd name="T98" fmla="*/ 1855 w 1868"/>
                  <a:gd name="T99" fmla="*/ 818 h 1236"/>
                  <a:gd name="T100" fmla="*/ 1867 w 1868"/>
                  <a:gd name="T101" fmla="*/ 792 h 1236"/>
                  <a:gd name="T102" fmla="*/ 1554 w 1868"/>
                  <a:gd name="T103" fmla="*/ 767 h 1236"/>
                  <a:gd name="T104" fmla="*/ 1571 w 1868"/>
                  <a:gd name="T105" fmla="*/ 826 h 1236"/>
                  <a:gd name="T106" fmla="*/ 1546 w 1868"/>
                  <a:gd name="T107" fmla="*/ 881 h 1236"/>
                  <a:gd name="T108" fmla="*/ 1536 w 1868"/>
                  <a:gd name="T109" fmla="*/ 863 h 1236"/>
                  <a:gd name="T110" fmla="*/ 1577 w 1868"/>
                  <a:gd name="T111" fmla="*/ 969 h 1236"/>
                  <a:gd name="T112" fmla="*/ 1516 w 1868"/>
                  <a:gd name="T113" fmla="*/ 1029 h 1236"/>
                  <a:gd name="T114" fmla="*/ 1447 w 1868"/>
                  <a:gd name="T115" fmla="*/ 1065 h 1236"/>
                  <a:gd name="T116" fmla="*/ 1498 w 1868"/>
                  <a:gd name="T117" fmla="*/ 1023 h 1236"/>
                  <a:gd name="T118" fmla="*/ 1545 w 1868"/>
                  <a:gd name="T119" fmla="*/ 974 h 1236"/>
                  <a:gd name="T120" fmla="*/ 1543 w 1868"/>
                  <a:gd name="T121" fmla="*/ 930 h 1236"/>
                  <a:gd name="T122" fmla="*/ 1562 w 1868"/>
                  <a:gd name="T123" fmla="*/ 918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68" h="1236">
                    <a:moveTo>
                      <a:pt x="1867" y="776"/>
                    </a:moveTo>
                    <a:cubicBezTo>
                      <a:pt x="1866" y="770"/>
                      <a:pt x="1867" y="763"/>
                      <a:pt x="1866" y="756"/>
                    </a:cubicBezTo>
                    <a:cubicBezTo>
                      <a:pt x="1866" y="753"/>
                      <a:pt x="1865" y="750"/>
                      <a:pt x="1864" y="747"/>
                    </a:cubicBezTo>
                    <a:cubicBezTo>
                      <a:pt x="1864" y="745"/>
                      <a:pt x="1864" y="744"/>
                      <a:pt x="1862" y="743"/>
                    </a:cubicBezTo>
                    <a:cubicBezTo>
                      <a:pt x="1860" y="742"/>
                      <a:pt x="1859" y="745"/>
                      <a:pt x="1858" y="746"/>
                    </a:cubicBezTo>
                    <a:cubicBezTo>
                      <a:pt x="1856" y="743"/>
                      <a:pt x="1856" y="741"/>
                      <a:pt x="1856" y="737"/>
                    </a:cubicBezTo>
                    <a:cubicBezTo>
                      <a:pt x="1856" y="734"/>
                      <a:pt x="1854" y="733"/>
                      <a:pt x="1853" y="731"/>
                    </a:cubicBezTo>
                    <a:cubicBezTo>
                      <a:pt x="1852" y="728"/>
                      <a:pt x="1854" y="726"/>
                      <a:pt x="1856" y="724"/>
                    </a:cubicBezTo>
                    <a:cubicBezTo>
                      <a:pt x="1855" y="698"/>
                      <a:pt x="1855" y="698"/>
                      <a:pt x="1855" y="698"/>
                    </a:cubicBezTo>
                    <a:cubicBezTo>
                      <a:pt x="1855" y="698"/>
                      <a:pt x="1833" y="674"/>
                      <a:pt x="1803" y="678"/>
                    </a:cubicBezTo>
                    <a:cubicBezTo>
                      <a:pt x="1772" y="681"/>
                      <a:pt x="1756" y="698"/>
                      <a:pt x="1743" y="713"/>
                    </a:cubicBezTo>
                    <a:cubicBezTo>
                      <a:pt x="1722" y="715"/>
                      <a:pt x="1722" y="715"/>
                      <a:pt x="1722" y="715"/>
                    </a:cubicBezTo>
                    <a:cubicBezTo>
                      <a:pt x="1722" y="730"/>
                      <a:pt x="1722" y="730"/>
                      <a:pt x="1722" y="730"/>
                    </a:cubicBezTo>
                    <a:cubicBezTo>
                      <a:pt x="1712" y="730"/>
                      <a:pt x="1712" y="730"/>
                      <a:pt x="1712" y="730"/>
                    </a:cubicBezTo>
                    <a:cubicBezTo>
                      <a:pt x="1700" y="716"/>
                      <a:pt x="1700" y="716"/>
                      <a:pt x="1700" y="716"/>
                    </a:cubicBezTo>
                    <a:cubicBezTo>
                      <a:pt x="1688" y="730"/>
                      <a:pt x="1688" y="730"/>
                      <a:pt x="1688" y="730"/>
                    </a:cubicBezTo>
                    <a:cubicBezTo>
                      <a:pt x="1696" y="735"/>
                      <a:pt x="1696" y="735"/>
                      <a:pt x="1696" y="735"/>
                    </a:cubicBezTo>
                    <a:cubicBezTo>
                      <a:pt x="1696" y="743"/>
                      <a:pt x="1696" y="743"/>
                      <a:pt x="1696" y="743"/>
                    </a:cubicBezTo>
                    <a:cubicBezTo>
                      <a:pt x="1670" y="750"/>
                      <a:pt x="1670" y="750"/>
                      <a:pt x="1670" y="750"/>
                    </a:cubicBezTo>
                    <a:cubicBezTo>
                      <a:pt x="1640" y="748"/>
                      <a:pt x="1640" y="748"/>
                      <a:pt x="1640" y="748"/>
                    </a:cubicBezTo>
                    <a:cubicBezTo>
                      <a:pt x="1634" y="736"/>
                      <a:pt x="1634" y="736"/>
                      <a:pt x="1634" y="736"/>
                    </a:cubicBezTo>
                    <a:cubicBezTo>
                      <a:pt x="1616" y="732"/>
                      <a:pt x="1616" y="732"/>
                      <a:pt x="1616" y="732"/>
                    </a:cubicBezTo>
                    <a:cubicBezTo>
                      <a:pt x="1616" y="732"/>
                      <a:pt x="1598" y="727"/>
                      <a:pt x="1594" y="716"/>
                    </a:cubicBezTo>
                    <a:cubicBezTo>
                      <a:pt x="1590" y="705"/>
                      <a:pt x="1585" y="693"/>
                      <a:pt x="1575" y="691"/>
                    </a:cubicBezTo>
                    <a:cubicBezTo>
                      <a:pt x="1574" y="691"/>
                      <a:pt x="1574" y="691"/>
                      <a:pt x="1573" y="691"/>
                    </a:cubicBezTo>
                    <a:cubicBezTo>
                      <a:pt x="1564" y="689"/>
                      <a:pt x="1562" y="688"/>
                      <a:pt x="1562" y="688"/>
                    </a:cubicBezTo>
                    <a:cubicBezTo>
                      <a:pt x="1563" y="671"/>
                      <a:pt x="1563" y="671"/>
                      <a:pt x="1563" y="671"/>
                    </a:cubicBezTo>
                    <a:cubicBezTo>
                      <a:pt x="1540" y="657"/>
                      <a:pt x="1540" y="657"/>
                      <a:pt x="1540" y="657"/>
                    </a:cubicBezTo>
                    <a:cubicBezTo>
                      <a:pt x="1540" y="657"/>
                      <a:pt x="1547" y="649"/>
                      <a:pt x="1556" y="649"/>
                    </a:cubicBezTo>
                    <a:cubicBezTo>
                      <a:pt x="1550" y="616"/>
                      <a:pt x="1550" y="616"/>
                      <a:pt x="1550" y="616"/>
                    </a:cubicBezTo>
                    <a:cubicBezTo>
                      <a:pt x="1541" y="606"/>
                      <a:pt x="1541" y="606"/>
                      <a:pt x="1541" y="606"/>
                    </a:cubicBezTo>
                    <a:cubicBezTo>
                      <a:pt x="1546" y="591"/>
                      <a:pt x="1546" y="591"/>
                      <a:pt x="1546" y="591"/>
                    </a:cubicBezTo>
                    <a:cubicBezTo>
                      <a:pt x="1535" y="580"/>
                      <a:pt x="1535" y="580"/>
                      <a:pt x="1535" y="580"/>
                    </a:cubicBezTo>
                    <a:cubicBezTo>
                      <a:pt x="1537" y="565"/>
                      <a:pt x="1537" y="565"/>
                      <a:pt x="1537" y="565"/>
                    </a:cubicBezTo>
                    <a:cubicBezTo>
                      <a:pt x="1528" y="553"/>
                      <a:pt x="1528" y="553"/>
                      <a:pt x="1528" y="553"/>
                    </a:cubicBezTo>
                    <a:cubicBezTo>
                      <a:pt x="1532" y="505"/>
                      <a:pt x="1532" y="505"/>
                      <a:pt x="1532" y="505"/>
                    </a:cubicBezTo>
                    <a:cubicBezTo>
                      <a:pt x="1522" y="495"/>
                      <a:pt x="1522" y="495"/>
                      <a:pt x="1522" y="495"/>
                    </a:cubicBezTo>
                    <a:cubicBezTo>
                      <a:pt x="1535" y="480"/>
                      <a:pt x="1535" y="480"/>
                      <a:pt x="1535" y="480"/>
                    </a:cubicBezTo>
                    <a:cubicBezTo>
                      <a:pt x="1534" y="458"/>
                      <a:pt x="1534" y="458"/>
                      <a:pt x="1534" y="458"/>
                    </a:cubicBezTo>
                    <a:cubicBezTo>
                      <a:pt x="1539" y="455"/>
                      <a:pt x="1539" y="455"/>
                      <a:pt x="1539" y="455"/>
                    </a:cubicBezTo>
                    <a:cubicBezTo>
                      <a:pt x="1540" y="427"/>
                      <a:pt x="1540" y="427"/>
                      <a:pt x="1540" y="427"/>
                    </a:cubicBezTo>
                    <a:cubicBezTo>
                      <a:pt x="1529" y="419"/>
                      <a:pt x="1529" y="419"/>
                      <a:pt x="1529" y="419"/>
                    </a:cubicBezTo>
                    <a:cubicBezTo>
                      <a:pt x="1535" y="400"/>
                      <a:pt x="1535" y="400"/>
                      <a:pt x="1535" y="400"/>
                    </a:cubicBezTo>
                    <a:cubicBezTo>
                      <a:pt x="1523" y="369"/>
                      <a:pt x="1523" y="369"/>
                      <a:pt x="1523" y="369"/>
                    </a:cubicBezTo>
                    <a:cubicBezTo>
                      <a:pt x="1498" y="335"/>
                      <a:pt x="1498" y="335"/>
                      <a:pt x="1498" y="335"/>
                    </a:cubicBezTo>
                    <a:cubicBezTo>
                      <a:pt x="1496" y="326"/>
                      <a:pt x="1496" y="326"/>
                      <a:pt x="1496" y="326"/>
                    </a:cubicBezTo>
                    <a:cubicBezTo>
                      <a:pt x="1502" y="321"/>
                      <a:pt x="1502" y="321"/>
                      <a:pt x="1502" y="321"/>
                    </a:cubicBezTo>
                    <a:cubicBezTo>
                      <a:pt x="1501" y="317"/>
                      <a:pt x="1501" y="317"/>
                      <a:pt x="1501" y="317"/>
                    </a:cubicBezTo>
                    <a:cubicBezTo>
                      <a:pt x="1501" y="317"/>
                      <a:pt x="1487" y="290"/>
                      <a:pt x="1436" y="278"/>
                    </a:cubicBezTo>
                    <a:cubicBezTo>
                      <a:pt x="1436" y="278"/>
                      <a:pt x="1437" y="262"/>
                      <a:pt x="1410" y="233"/>
                    </a:cubicBezTo>
                    <a:cubicBezTo>
                      <a:pt x="1386" y="233"/>
                      <a:pt x="1386" y="233"/>
                      <a:pt x="1386" y="233"/>
                    </a:cubicBezTo>
                    <a:cubicBezTo>
                      <a:pt x="1385" y="224"/>
                      <a:pt x="1385" y="224"/>
                      <a:pt x="1385" y="224"/>
                    </a:cubicBezTo>
                    <a:cubicBezTo>
                      <a:pt x="1368" y="214"/>
                      <a:pt x="1368" y="214"/>
                      <a:pt x="1368" y="214"/>
                    </a:cubicBezTo>
                    <a:cubicBezTo>
                      <a:pt x="1378" y="211"/>
                      <a:pt x="1378" y="211"/>
                      <a:pt x="1378" y="211"/>
                    </a:cubicBezTo>
                    <a:cubicBezTo>
                      <a:pt x="1375" y="193"/>
                      <a:pt x="1375" y="193"/>
                      <a:pt x="1375" y="193"/>
                    </a:cubicBezTo>
                    <a:cubicBezTo>
                      <a:pt x="1356" y="187"/>
                      <a:pt x="1356" y="187"/>
                      <a:pt x="1356" y="187"/>
                    </a:cubicBezTo>
                    <a:cubicBezTo>
                      <a:pt x="1351" y="182"/>
                      <a:pt x="1351" y="182"/>
                      <a:pt x="1351" y="182"/>
                    </a:cubicBezTo>
                    <a:cubicBezTo>
                      <a:pt x="1345" y="166"/>
                      <a:pt x="1345" y="166"/>
                      <a:pt x="1345" y="166"/>
                    </a:cubicBezTo>
                    <a:cubicBezTo>
                      <a:pt x="1331" y="161"/>
                      <a:pt x="1331" y="161"/>
                      <a:pt x="1331" y="161"/>
                    </a:cubicBezTo>
                    <a:cubicBezTo>
                      <a:pt x="1310" y="138"/>
                      <a:pt x="1310" y="138"/>
                      <a:pt x="1310" y="138"/>
                    </a:cubicBezTo>
                    <a:cubicBezTo>
                      <a:pt x="1315" y="127"/>
                      <a:pt x="1315" y="127"/>
                      <a:pt x="1315" y="127"/>
                    </a:cubicBezTo>
                    <a:cubicBezTo>
                      <a:pt x="1295" y="109"/>
                      <a:pt x="1295" y="109"/>
                      <a:pt x="1295" y="109"/>
                    </a:cubicBezTo>
                    <a:cubicBezTo>
                      <a:pt x="1290" y="94"/>
                      <a:pt x="1290" y="94"/>
                      <a:pt x="1290" y="94"/>
                    </a:cubicBezTo>
                    <a:cubicBezTo>
                      <a:pt x="1274" y="63"/>
                      <a:pt x="1274" y="63"/>
                      <a:pt x="1274" y="63"/>
                    </a:cubicBezTo>
                    <a:cubicBezTo>
                      <a:pt x="1251" y="46"/>
                      <a:pt x="1251" y="46"/>
                      <a:pt x="1251" y="46"/>
                    </a:cubicBezTo>
                    <a:cubicBezTo>
                      <a:pt x="1251" y="35"/>
                      <a:pt x="1251" y="35"/>
                      <a:pt x="1251" y="35"/>
                    </a:cubicBezTo>
                    <a:cubicBezTo>
                      <a:pt x="1239" y="35"/>
                      <a:pt x="1239" y="35"/>
                      <a:pt x="1239" y="35"/>
                    </a:cubicBezTo>
                    <a:cubicBezTo>
                      <a:pt x="1238" y="29"/>
                      <a:pt x="1238" y="29"/>
                      <a:pt x="1238" y="29"/>
                    </a:cubicBezTo>
                    <a:cubicBezTo>
                      <a:pt x="1234" y="20"/>
                      <a:pt x="1234" y="20"/>
                      <a:pt x="1234" y="20"/>
                    </a:cubicBezTo>
                    <a:cubicBezTo>
                      <a:pt x="1202" y="1"/>
                      <a:pt x="1202" y="1"/>
                      <a:pt x="1202" y="1"/>
                    </a:cubicBezTo>
                    <a:cubicBezTo>
                      <a:pt x="1177" y="0"/>
                      <a:pt x="1177" y="0"/>
                      <a:pt x="1177" y="0"/>
                    </a:cubicBezTo>
                    <a:cubicBezTo>
                      <a:pt x="1159" y="14"/>
                      <a:pt x="1159" y="14"/>
                      <a:pt x="1159" y="14"/>
                    </a:cubicBezTo>
                    <a:cubicBezTo>
                      <a:pt x="1116" y="26"/>
                      <a:pt x="1116" y="26"/>
                      <a:pt x="1116" y="26"/>
                    </a:cubicBezTo>
                    <a:cubicBezTo>
                      <a:pt x="1095" y="83"/>
                      <a:pt x="1095" y="83"/>
                      <a:pt x="1095" y="83"/>
                    </a:cubicBezTo>
                    <a:cubicBezTo>
                      <a:pt x="937" y="129"/>
                      <a:pt x="937" y="129"/>
                      <a:pt x="937" y="129"/>
                    </a:cubicBezTo>
                    <a:cubicBezTo>
                      <a:pt x="914" y="149"/>
                      <a:pt x="914" y="149"/>
                      <a:pt x="914" y="149"/>
                    </a:cubicBezTo>
                    <a:cubicBezTo>
                      <a:pt x="863" y="174"/>
                      <a:pt x="863" y="174"/>
                      <a:pt x="863" y="174"/>
                    </a:cubicBezTo>
                    <a:cubicBezTo>
                      <a:pt x="799" y="118"/>
                      <a:pt x="799" y="118"/>
                      <a:pt x="799" y="118"/>
                    </a:cubicBezTo>
                    <a:cubicBezTo>
                      <a:pt x="770" y="115"/>
                      <a:pt x="770" y="115"/>
                      <a:pt x="770" y="115"/>
                    </a:cubicBezTo>
                    <a:cubicBezTo>
                      <a:pt x="724" y="138"/>
                      <a:pt x="724" y="138"/>
                      <a:pt x="724" y="138"/>
                    </a:cubicBezTo>
                    <a:cubicBezTo>
                      <a:pt x="683" y="131"/>
                      <a:pt x="683" y="131"/>
                      <a:pt x="683" y="131"/>
                    </a:cubicBezTo>
                    <a:cubicBezTo>
                      <a:pt x="641" y="114"/>
                      <a:pt x="641" y="114"/>
                      <a:pt x="641" y="114"/>
                    </a:cubicBezTo>
                    <a:cubicBezTo>
                      <a:pt x="551" y="119"/>
                      <a:pt x="551" y="119"/>
                      <a:pt x="551" y="119"/>
                    </a:cubicBezTo>
                    <a:cubicBezTo>
                      <a:pt x="530" y="94"/>
                      <a:pt x="530" y="94"/>
                      <a:pt x="530" y="94"/>
                    </a:cubicBezTo>
                    <a:cubicBezTo>
                      <a:pt x="496" y="124"/>
                      <a:pt x="496" y="124"/>
                      <a:pt x="496" y="124"/>
                    </a:cubicBezTo>
                    <a:cubicBezTo>
                      <a:pt x="468" y="129"/>
                      <a:pt x="468" y="129"/>
                      <a:pt x="468" y="129"/>
                    </a:cubicBezTo>
                    <a:cubicBezTo>
                      <a:pt x="452" y="167"/>
                      <a:pt x="452" y="167"/>
                      <a:pt x="452" y="167"/>
                    </a:cubicBezTo>
                    <a:cubicBezTo>
                      <a:pt x="381" y="194"/>
                      <a:pt x="381" y="194"/>
                      <a:pt x="381" y="194"/>
                    </a:cubicBezTo>
                    <a:cubicBezTo>
                      <a:pt x="323" y="252"/>
                      <a:pt x="323" y="252"/>
                      <a:pt x="323" y="252"/>
                    </a:cubicBezTo>
                    <a:cubicBezTo>
                      <a:pt x="317" y="289"/>
                      <a:pt x="317" y="289"/>
                      <a:pt x="317" y="289"/>
                    </a:cubicBezTo>
                    <a:cubicBezTo>
                      <a:pt x="276" y="329"/>
                      <a:pt x="276" y="329"/>
                      <a:pt x="276" y="329"/>
                    </a:cubicBezTo>
                    <a:cubicBezTo>
                      <a:pt x="244" y="390"/>
                      <a:pt x="244" y="390"/>
                      <a:pt x="244" y="390"/>
                    </a:cubicBezTo>
                    <a:cubicBezTo>
                      <a:pt x="254" y="400"/>
                      <a:pt x="254" y="400"/>
                      <a:pt x="254" y="400"/>
                    </a:cubicBezTo>
                    <a:cubicBezTo>
                      <a:pt x="230" y="471"/>
                      <a:pt x="230" y="471"/>
                      <a:pt x="230" y="471"/>
                    </a:cubicBezTo>
                    <a:cubicBezTo>
                      <a:pt x="210" y="480"/>
                      <a:pt x="210" y="480"/>
                      <a:pt x="210" y="480"/>
                    </a:cubicBezTo>
                    <a:cubicBezTo>
                      <a:pt x="171" y="528"/>
                      <a:pt x="171" y="528"/>
                      <a:pt x="171" y="528"/>
                    </a:cubicBezTo>
                    <a:cubicBezTo>
                      <a:pt x="178" y="558"/>
                      <a:pt x="178" y="558"/>
                      <a:pt x="178" y="558"/>
                    </a:cubicBezTo>
                    <a:cubicBezTo>
                      <a:pt x="141" y="596"/>
                      <a:pt x="141" y="596"/>
                      <a:pt x="141" y="596"/>
                    </a:cubicBezTo>
                    <a:cubicBezTo>
                      <a:pt x="85" y="598"/>
                      <a:pt x="85" y="598"/>
                      <a:pt x="85" y="598"/>
                    </a:cubicBezTo>
                    <a:cubicBezTo>
                      <a:pt x="66" y="627"/>
                      <a:pt x="66" y="627"/>
                      <a:pt x="66" y="627"/>
                    </a:cubicBezTo>
                    <a:cubicBezTo>
                      <a:pt x="40" y="619"/>
                      <a:pt x="40" y="619"/>
                      <a:pt x="40" y="619"/>
                    </a:cubicBezTo>
                    <a:cubicBezTo>
                      <a:pt x="0" y="637"/>
                      <a:pt x="0" y="637"/>
                      <a:pt x="0" y="637"/>
                    </a:cubicBezTo>
                    <a:cubicBezTo>
                      <a:pt x="5" y="640"/>
                      <a:pt x="5" y="640"/>
                      <a:pt x="5" y="640"/>
                    </a:cubicBezTo>
                    <a:cubicBezTo>
                      <a:pt x="23" y="670"/>
                      <a:pt x="23" y="670"/>
                      <a:pt x="23" y="670"/>
                    </a:cubicBezTo>
                    <a:cubicBezTo>
                      <a:pt x="39" y="684"/>
                      <a:pt x="39" y="684"/>
                      <a:pt x="39" y="684"/>
                    </a:cubicBezTo>
                    <a:cubicBezTo>
                      <a:pt x="68" y="704"/>
                      <a:pt x="68" y="704"/>
                      <a:pt x="68" y="704"/>
                    </a:cubicBezTo>
                    <a:cubicBezTo>
                      <a:pt x="76" y="726"/>
                      <a:pt x="76" y="726"/>
                      <a:pt x="76" y="726"/>
                    </a:cubicBezTo>
                    <a:cubicBezTo>
                      <a:pt x="100" y="726"/>
                      <a:pt x="100" y="726"/>
                      <a:pt x="100" y="726"/>
                    </a:cubicBezTo>
                    <a:cubicBezTo>
                      <a:pt x="90" y="769"/>
                      <a:pt x="90" y="769"/>
                      <a:pt x="90" y="769"/>
                    </a:cubicBezTo>
                    <a:cubicBezTo>
                      <a:pt x="103" y="781"/>
                      <a:pt x="103" y="781"/>
                      <a:pt x="103" y="781"/>
                    </a:cubicBezTo>
                    <a:cubicBezTo>
                      <a:pt x="109" y="797"/>
                      <a:pt x="109" y="797"/>
                      <a:pt x="109" y="797"/>
                    </a:cubicBezTo>
                    <a:cubicBezTo>
                      <a:pt x="152" y="845"/>
                      <a:pt x="152" y="845"/>
                      <a:pt x="152" y="845"/>
                    </a:cubicBezTo>
                    <a:cubicBezTo>
                      <a:pt x="181" y="844"/>
                      <a:pt x="181" y="844"/>
                      <a:pt x="181" y="844"/>
                    </a:cubicBezTo>
                    <a:cubicBezTo>
                      <a:pt x="221" y="870"/>
                      <a:pt x="221" y="870"/>
                      <a:pt x="221" y="870"/>
                    </a:cubicBezTo>
                    <a:cubicBezTo>
                      <a:pt x="247" y="871"/>
                      <a:pt x="247" y="871"/>
                      <a:pt x="247" y="871"/>
                    </a:cubicBezTo>
                    <a:cubicBezTo>
                      <a:pt x="224" y="924"/>
                      <a:pt x="224" y="924"/>
                      <a:pt x="224" y="924"/>
                    </a:cubicBezTo>
                    <a:cubicBezTo>
                      <a:pt x="259" y="943"/>
                      <a:pt x="259" y="943"/>
                      <a:pt x="259" y="943"/>
                    </a:cubicBezTo>
                    <a:cubicBezTo>
                      <a:pt x="225" y="971"/>
                      <a:pt x="225" y="971"/>
                      <a:pt x="225" y="971"/>
                    </a:cubicBezTo>
                    <a:cubicBezTo>
                      <a:pt x="243" y="990"/>
                      <a:pt x="243" y="990"/>
                      <a:pt x="243" y="990"/>
                    </a:cubicBezTo>
                    <a:cubicBezTo>
                      <a:pt x="255" y="979"/>
                      <a:pt x="255" y="979"/>
                      <a:pt x="255" y="979"/>
                    </a:cubicBezTo>
                    <a:cubicBezTo>
                      <a:pt x="267" y="979"/>
                      <a:pt x="267" y="979"/>
                      <a:pt x="267" y="979"/>
                    </a:cubicBezTo>
                    <a:cubicBezTo>
                      <a:pt x="271" y="984"/>
                      <a:pt x="271" y="984"/>
                      <a:pt x="271" y="984"/>
                    </a:cubicBezTo>
                    <a:cubicBezTo>
                      <a:pt x="283" y="984"/>
                      <a:pt x="283" y="984"/>
                      <a:pt x="283" y="984"/>
                    </a:cubicBezTo>
                    <a:cubicBezTo>
                      <a:pt x="297" y="1007"/>
                      <a:pt x="297" y="1007"/>
                      <a:pt x="297" y="1007"/>
                    </a:cubicBezTo>
                    <a:cubicBezTo>
                      <a:pt x="330" y="1008"/>
                      <a:pt x="330" y="1008"/>
                      <a:pt x="330" y="1008"/>
                    </a:cubicBezTo>
                    <a:cubicBezTo>
                      <a:pt x="372" y="1015"/>
                      <a:pt x="372" y="1015"/>
                      <a:pt x="372" y="1015"/>
                    </a:cubicBezTo>
                    <a:cubicBezTo>
                      <a:pt x="382" y="1039"/>
                      <a:pt x="382" y="1039"/>
                      <a:pt x="382" y="1039"/>
                    </a:cubicBezTo>
                    <a:cubicBezTo>
                      <a:pt x="393" y="1049"/>
                      <a:pt x="393" y="1049"/>
                      <a:pt x="393" y="1049"/>
                    </a:cubicBezTo>
                    <a:cubicBezTo>
                      <a:pt x="429" y="1004"/>
                      <a:pt x="429" y="1004"/>
                      <a:pt x="429" y="1004"/>
                    </a:cubicBezTo>
                    <a:cubicBezTo>
                      <a:pt x="458" y="988"/>
                      <a:pt x="458" y="988"/>
                      <a:pt x="458" y="988"/>
                    </a:cubicBezTo>
                    <a:cubicBezTo>
                      <a:pt x="487" y="1013"/>
                      <a:pt x="487" y="1013"/>
                      <a:pt x="487" y="1013"/>
                    </a:cubicBezTo>
                    <a:cubicBezTo>
                      <a:pt x="500" y="1015"/>
                      <a:pt x="500" y="1015"/>
                      <a:pt x="500" y="1015"/>
                    </a:cubicBezTo>
                    <a:cubicBezTo>
                      <a:pt x="511" y="1020"/>
                      <a:pt x="511" y="1020"/>
                      <a:pt x="511" y="1020"/>
                    </a:cubicBezTo>
                    <a:cubicBezTo>
                      <a:pt x="512" y="1032"/>
                      <a:pt x="512" y="1032"/>
                      <a:pt x="512" y="1032"/>
                    </a:cubicBezTo>
                    <a:cubicBezTo>
                      <a:pt x="508" y="1033"/>
                      <a:pt x="508" y="1033"/>
                      <a:pt x="508" y="1033"/>
                    </a:cubicBezTo>
                    <a:cubicBezTo>
                      <a:pt x="505" y="1031"/>
                      <a:pt x="505" y="1031"/>
                      <a:pt x="505" y="1031"/>
                    </a:cubicBezTo>
                    <a:cubicBezTo>
                      <a:pt x="492" y="1037"/>
                      <a:pt x="492" y="1037"/>
                      <a:pt x="492" y="1037"/>
                    </a:cubicBezTo>
                    <a:cubicBezTo>
                      <a:pt x="484" y="1036"/>
                      <a:pt x="484" y="1036"/>
                      <a:pt x="484" y="1036"/>
                    </a:cubicBezTo>
                    <a:cubicBezTo>
                      <a:pt x="479" y="1033"/>
                      <a:pt x="479" y="1033"/>
                      <a:pt x="479" y="1033"/>
                    </a:cubicBezTo>
                    <a:cubicBezTo>
                      <a:pt x="475" y="1034"/>
                      <a:pt x="475" y="1034"/>
                      <a:pt x="475" y="1034"/>
                    </a:cubicBezTo>
                    <a:cubicBezTo>
                      <a:pt x="471" y="1043"/>
                      <a:pt x="471" y="1043"/>
                      <a:pt x="471" y="1043"/>
                    </a:cubicBezTo>
                    <a:cubicBezTo>
                      <a:pt x="455" y="1049"/>
                      <a:pt x="455" y="1049"/>
                      <a:pt x="455" y="1049"/>
                    </a:cubicBezTo>
                    <a:cubicBezTo>
                      <a:pt x="457" y="1054"/>
                      <a:pt x="457" y="1054"/>
                      <a:pt x="457" y="1054"/>
                    </a:cubicBezTo>
                    <a:cubicBezTo>
                      <a:pt x="461" y="1060"/>
                      <a:pt x="461" y="1060"/>
                      <a:pt x="461" y="1060"/>
                    </a:cubicBezTo>
                    <a:cubicBezTo>
                      <a:pt x="468" y="1065"/>
                      <a:pt x="468" y="1065"/>
                      <a:pt x="468" y="1065"/>
                    </a:cubicBezTo>
                    <a:cubicBezTo>
                      <a:pt x="472" y="1077"/>
                      <a:pt x="472" y="1077"/>
                      <a:pt x="472" y="1077"/>
                    </a:cubicBezTo>
                    <a:cubicBezTo>
                      <a:pt x="489" y="1100"/>
                      <a:pt x="489" y="1100"/>
                      <a:pt x="489" y="1100"/>
                    </a:cubicBezTo>
                    <a:cubicBezTo>
                      <a:pt x="511" y="1105"/>
                      <a:pt x="511" y="1105"/>
                      <a:pt x="511" y="1105"/>
                    </a:cubicBezTo>
                    <a:cubicBezTo>
                      <a:pt x="502" y="1115"/>
                      <a:pt x="502" y="1115"/>
                      <a:pt x="502" y="1115"/>
                    </a:cubicBezTo>
                    <a:cubicBezTo>
                      <a:pt x="503" y="1126"/>
                      <a:pt x="503" y="1126"/>
                      <a:pt x="503" y="1126"/>
                    </a:cubicBezTo>
                    <a:cubicBezTo>
                      <a:pt x="503" y="1126"/>
                      <a:pt x="503" y="1126"/>
                      <a:pt x="503" y="1126"/>
                    </a:cubicBezTo>
                    <a:cubicBezTo>
                      <a:pt x="531" y="1139"/>
                      <a:pt x="531" y="1139"/>
                      <a:pt x="531" y="1139"/>
                    </a:cubicBezTo>
                    <a:cubicBezTo>
                      <a:pt x="538" y="1139"/>
                      <a:pt x="538" y="1139"/>
                      <a:pt x="538" y="1139"/>
                    </a:cubicBezTo>
                    <a:cubicBezTo>
                      <a:pt x="545" y="1135"/>
                      <a:pt x="545" y="1135"/>
                      <a:pt x="545" y="1135"/>
                    </a:cubicBezTo>
                    <a:cubicBezTo>
                      <a:pt x="550" y="1135"/>
                      <a:pt x="550" y="1135"/>
                      <a:pt x="550" y="1135"/>
                    </a:cubicBezTo>
                    <a:cubicBezTo>
                      <a:pt x="561" y="1147"/>
                      <a:pt x="561" y="1147"/>
                      <a:pt x="561" y="1147"/>
                    </a:cubicBezTo>
                    <a:cubicBezTo>
                      <a:pt x="568" y="1141"/>
                      <a:pt x="568" y="1141"/>
                      <a:pt x="568" y="1141"/>
                    </a:cubicBezTo>
                    <a:cubicBezTo>
                      <a:pt x="575" y="1143"/>
                      <a:pt x="575" y="1143"/>
                      <a:pt x="575" y="1143"/>
                    </a:cubicBezTo>
                    <a:cubicBezTo>
                      <a:pt x="581" y="1145"/>
                      <a:pt x="581" y="1145"/>
                      <a:pt x="581" y="1145"/>
                    </a:cubicBezTo>
                    <a:cubicBezTo>
                      <a:pt x="581" y="1157"/>
                      <a:pt x="581" y="1157"/>
                      <a:pt x="581" y="1157"/>
                    </a:cubicBezTo>
                    <a:cubicBezTo>
                      <a:pt x="547" y="1174"/>
                      <a:pt x="547" y="1174"/>
                      <a:pt x="547" y="1174"/>
                    </a:cubicBezTo>
                    <a:cubicBezTo>
                      <a:pt x="546" y="1195"/>
                      <a:pt x="546" y="1195"/>
                      <a:pt x="546" y="1195"/>
                    </a:cubicBezTo>
                    <a:cubicBezTo>
                      <a:pt x="541" y="1204"/>
                      <a:pt x="541" y="1204"/>
                      <a:pt x="541" y="1204"/>
                    </a:cubicBezTo>
                    <a:cubicBezTo>
                      <a:pt x="567" y="1218"/>
                      <a:pt x="567" y="1218"/>
                      <a:pt x="567" y="1218"/>
                    </a:cubicBezTo>
                    <a:cubicBezTo>
                      <a:pt x="567" y="1218"/>
                      <a:pt x="632" y="1203"/>
                      <a:pt x="678" y="1204"/>
                    </a:cubicBezTo>
                    <a:cubicBezTo>
                      <a:pt x="706" y="1218"/>
                      <a:pt x="706" y="1218"/>
                      <a:pt x="706" y="1218"/>
                    </a:cubicBezTo>
                    <a:cubicBezTo>
                      <a:pt x="710" y="1217"/>
                      <a:pt x="710" y="1217"/>
                      <a:pt x="710" y="1217"/>
                    </a:cubicBezTo>
                    <a:cubicBezTo>
                      <a:pt x="715" y="1211"/>
                      <a:pt x="715" y="1211"/>
                      <a:pt x="715" y="1211"/>
                    </a:cubicBezTo>
                    <a:cubicBezTo>
                      <a:pt x="739" y="1213"/>
                      <a:pt x="739" y="1213"/>
                      <a:pt x="739" y="1213"/>
                    </a:cubicBezTo>
                    <a:cubicBezTo>
                      <a:pt x="746" y="1221"/>
                      <a:pt x="746" y="1221"/>
                      <a:pt x="746" y="1221"/>
                    </a:cubicBezTo>
                    <a:cubicBezTo>
                      <a:pt x="769" y="1224"/>
                      <a:pt x="769" y="1224"/>
                      <a:pt x="769" y="1224"/>
                    </a:cubicBezTo>
                    <a:cubicBezTo>
                      <a:pt x="811" y="1236"/>
                      <a:pt x="811" y="1236"/>
                      <a:pt x="811" y="1236"/>
                    </a:cubicBezTo>
                    <a:cubicBezTo>
                      <a:pt x="863" y="1230"/>
                      <a:pt x="863" y="1230"/>
                      <a:pt x="863" y="1230"/>
                    </a:cubicBezTo>
                    <a:cubicBezTo>
                      <a:pt x="878" y="1208"/>
                      <a:pt x="878" y="1208"/>
                      <a:pt x="878" y="1208"/>
                    </a:cubicBezTo>
                    <a:cubicBezTo>
                      <a:pt x="891" y="1216"/>
                      <a:pt x="891" y="1216"/>
                      <a:pt x="891" y="1216"/>
                    </a:cubicBezTo>
                    <a:cubicBezTo>
                      <a:pt x="898" y="1212"/>
                      <a:pt x="898" y="1212"/>
                      <a:pt x="898" y="1212"/>
                    </a:cubicBezTo>
                    <a:cubicBezTo>
                      <a:pt x="911" y="1214"/>
                      <a:pt x="911" y="1214"/>
                      <a:pt x="911" y="1214"/>
                    </a:cubicBezTo>
                    <a:cubicBezTo>
                      <a:pt x="928" y="1228"/>
                      <a:pt x="928" y="1228"/>
                      <a:pt x="928" y="1228"/>
                    </a:cubicBezTo>
                    <a:cubicBezTo>
                      <a:pt x="962" y="1212"/>
                      <a:pt x="962" y="1212"/>
                      <a:pt x="962" y="1212"/>
                    </a:cubicBezTo>
                    <a:cubicBezTo>
                      <a:pt x="980" y="1212"/>
                      <a:pt x="980" y="1212"/>
                      <a:pt x="980" y="1212"/>
                    </a:cubicBezTo>
                    <a:cubicBezTo>
                      <a:pt x="993" y="1222"/>
                      <a:pt x="993" y="1222"/>
                      <a:pt x="993" y="1222"/>
                    </a:cubicBezTo>
                    <a:cubicBezTo>
                      <a:pt x="1018" y="1215"/>
                      <a:pt x="1018" y="1215"/>
                      <a:pt x="1018" y="1215"/>
                    </a:cubicBezTo>
                    <a:cubicBezTo>
                      <a:pt x="1050" y="1228"/>
                      <a:pt x="1050" y="1228"/>
                      <a:pt x="1050" y="1228"/>
                    </a:cubicBezTo>
                    <a:cubicBezTo>
                      <a:pt x="1073" y="1233"/>
                      <a:pt x="1073" y="1233"/>
                      <a:pt x="1073" y="1233"/>
                    </a:cubicBezTo>
                    <a:cubicBezTo>
                      <a:pt x="1084" y="1225"/>
                      <a:pt x="1084" y="1225"/>
                      <a:pt x="1084" y="1225"/>
                    </a:cubicBezTo>
                    <a:cubicBezTo>
                      <a:pt x="1108" y="1218"/>
                      <a:pt x="1108" y="1218"/>
                      <a:pt x="1108" y="1218"/>
                    </a:cubicBezTo>
                    <a:cubicBezTo>
                      <a:pt x="1145" y="1207"/>
                      <a:pt x="1145" y="1207"/>
                      <a:pt x="1145" y="1207"/>
                    </a:cubicBezTo>
                    <a:cubicBezTo>
                      <a:pt x="1153" y="1191"/>
                      <a:pt x="1153" y="1191"/>
                      <a:pt x="1153" y="1191"/>
                    </a:cubicBezTo>
                    <a:cubicBezTo>
                      <a:pt x="1160" y="1190"/>
                      <a:pt x="1160" y="1190"/>
                      <a:pt x="1160" y="1190"/>
                    </a:cubicBezTo>
                    <a:cubicBezTo>
                      <a:pt x="1174" y="1172"/>
                      <a:pt x="1174" y="1172"/>
                      <a:pt x="1174" y="1172"/>
                    </a:cubicBezTo>
                    <a:cubicBezTo>
                      <a:pt x="1171" y="1158"/>
                      <a:pt x="1171" y="1158"/>
                      <a:pt x="1171" y="1158"/>
                    </a:cubicBezTo>
                    <a:cubicBezTo>
                      <a:pt x="1180" y="1143"/>
                      <a:pt x="1180" y="1143"/>
                      <a:pt x="1180" y="1143"/>
                    </a:cubicBezTo>
                    <a:cubicBezTo>
                      <a:pt x="1192" y="1143"/>
                      <a:pt x="1192" y="1143"/>
                      <a:pt x="1192" y="1143"/>
                    </a:cubicBezTo>
                    <a:cubicBezTo>
                      <a:pt x="1202" y="1128"/>
                      <a:pt x="1202" y="1128"/>
                      <a:pt x="1202" y="1128"/>
                    </a:cubicBezTo>
                    <a:cubicBezTo>
                      <a:pt x="1282" y="1096"/>
                      <a:pt x="1282" y="1096"/>
                      <a:pt x="1282" y="1096"/>
                    </a:cubicBezTo>
                    <a:cubicBezTo>
                      <a:pt x="1316" y="1096"/>
                      <a:pt x="1316" y="1096"/>
                      <a:pt x="1316" y="1096"/>
                    </a:cubicBezTo>
                    <a:cubicBezTo>
                      <a:pt x="1365" y="1068"/>
                      <a:pt x="1365" y="1068"/>
                      <a:pt x="1365" y="1068"/>
                    </a:cubicBezTo>
                    <a:cubicBezTo>
                      <a:pt x="1386" y="1060"/>
                      <a:pt x="1386" y="1060"/>
                      <a:pt x="1386" y="1060"/>
                    </a:cubicBezTo>
                    <a:cubicBezTo>
                      <a:pt x="1413" y="1059"/>
                      <a:pt x="1413" y="1059"/>
                      <a:pt x="1413" y="1059"/>
                    </a:cubicBezTo>
                    <a:cubicBezTo>
                      <a:pt x="1414" y="1065"/>
                      <a:pt x="1414" y="1065"/>
                      <a:pt x="1414" y="1065"/>
                    </a:cubicBezTo>
                    <a:cubicBezTo>
                      <a:pt x="1446" y="1083"/>
                      <a:pt x="1446" y="1083"/>
                      <a:pt x="1446" y="1083"/>
                    </a:cubicBezTo>
                    <a:cubicBezTo>
                      <a:pt x="1491" y="1081"/>
                      <a:pt x="1491" y="1081"/>
                      <a:pt x="1491" y="1081"/>
                    </a:cubicBezTo>
                    <a:cubicBezTo>
                      <a:pt x="1523" y="1102"/>
                      <a:pt x="1523" y="1102"/>
                      <a:pt x="1523" y="1102"/>
                    </a:cubicBezTo>
                    <a:cubicBezTo>
                      <a:pt x="1561" y="1097"/>
                      <a:pt x="1561" y="1097"/>
                      <a:pt x="1561" y="1097"/>
                    </a:cubicBezTo>
                    <a:cubicBezTo>
                      <a:pt x="1573" y="1126"/>
                      <a:pt x="1573" y="1126"/>
                      <a:pt x="1573" y="1126"/>
                    </a:cubicBezTo>
                    <a:cubicBezTo>
                      <a:pt x="1615" y="1144"/>
                      <a:pt x="1615" y="1144"/>
                      <a:pt x="1615" y="1144"/>
                    </a:cubicBezTo>
                    <a:cubicBezTo>
                      <a:pt x="1706" y="1144"/>
                      <a:pt x="1706" y="1144"/>
                      <a:pt x="1706" y="1144"/>
                    </a:cubicBezTo>
                    <a:cubicBezTo>
                      <a:pt x="1706" y="1143"/>
                      <a:pt x="1706" y="1142"/>
                      <a:pt x="1706" y="1141"/>
                    </a:cubicBezTo>
                    <a:cubicBezTo>
                      <a:pt x="1706" y="1135"/>
                      <a:pt x="1706" y="1129"/>
                      <a:pt x="1707" y="1124"/>
                    </a:cubicBezTo>
                    <a:cubicBezTo>
                      <a:pt x="1707" y="1122"/>
                      <a:pt x="1708" y="1120"/>
                      <a:pt x="1709" y="1118"/>
                    </a:cubicBezTo>
                    <a:cubicBezTo>
                      <a:pt x="1709" y="1117"/>
                      <a:pt x="1710" y="1116"/>
                      <a:pt x="1711" y="1114"/>
                    </a:cubicBezTo>
                    <a:cubicBezTo>
                      <a:pt x="1712" y="1106"/>
                      <a:pt x="1710" y="1098"/>
                      <a:pt x="1712" y="1090"/>
                    </a:cubicBezTo>
                    <a:cubicBezTo>
                      <a:pt x="1712" y="1086"/>
                      <a:pt x="1713" y="1082"/>
                      <a:pt x="1714" y="1079"/>
                    </a:cubicBezTo>
                    <a:cubicBezTo>
                      <a:pt x="1715" y="1077"/>
                      <a:pt x="1715" y="1075"/>
                      <a:pt x="1715" y="1074"/>
                    </a:cubicBezTo>
                    <a:cubicBezTo>
                      <a:pt x="1716" y="1072"/>
                      <a:pt x="1715" y="1069"/>
                      <a:pt x="1715" y="1067"/>
                    </a:cubicBezTo>
                    <a:cubicBezTo>
                      <a:pt x="1715" y="1066"/>
                      <a:pt x="1716" y="1063"/>
                      <a:pt x="1715" y="1062"/>
                    </a:cubicBezTo>
                    <a:cubicBezTo>
                      <a:pt x="1714" y="1061"/>
                      <a:pt x="1713" y="1061"/>
                      <a:pt x="1712" y="1060"/>
                    </a:cubicBezTo>
                    <a:cubicBezTo>
                      <a:pt x="1711" y="1058"/>
                      <a:pt x="1712" y="1056"/>
                      <a:pt x="1710" y="1054"/>
                    </a:cubicBezTo>
                    <a:cubicBezTo>
                      <a:pt x="1709" y="1054"/>
                      <a:pt x="1708" y="1054"/>
                      <a:pt x="1707" y="1053"/>
                    </a:cubicBezTo>
                    <a:cubicBezTo>
                      <a:pt x="1707" y="1053"/>
                      <a:pt x="1707" y="1051"/>
                      <a:pt x="1707" y="1051"/>
                    </a:cubicBezTo>
                    <a:cubicBezTo>
                      <a:pt x="1706" y="1049"/>
                      <a:pt x="1706" y="1046"/>
                      <a:pt x="1706" y="1044"/>
                    </a:cubicBezTo>
                    <a:cubicBezTo>
                      <a:pt x="1706" y="1042"/>
                      <a:pt x="1706" y="1041"/>
                      <a:pt x="1706" y="1039"/>
                    </a:cubicBezTo>
                    <a:cubicBezTo>
                      <a:pt x="1707" y="1034"/>
                      <a:pt x="1706" y="1029"/>
                      <a:pt x="1708" y="1024"/>
                    </a:cubicBezTo>
                    <a:cubicBezTo>
                      <a:pt x="1709" y="1022"/>
                      <a:pt x="1709" y="1020"/>
                      <a:pt x="1709" y="1018"/>
                    </a:cubicBezTo>
                    <a:cubicBezTo>
                      <a:pt x="1708" y="1016"/>
                      <a:pt x="1706" y="1016"/>
                      <a:pt x="1706" y="1015"/>
                    </a:cubicBezTo>
                    <a:cubicBezTo>
                      <a:pt x="1705" y="1013"/>
                      <a:pt x="1705" y="1011"/>
                      <a:pt x="1704" y="1009"/>
                    </a:cubicBezTo>
                    <a:cubicBezTo>
                      <a:pt x="1703" y="1007"/>
                      <a:pt x="1701" y="1005"/>
                      <a:pt x="1701" y="1002"/>
                    </a:cubicBezTo>
                    <a:cubicBezTo>
                      <a:pt x="1701" y="1001"/>
                      <a:pt x="1702" y="996"/>
                      <a:pt x="1699" y="997"/>
                    </a:cubicBezTo>
                    <a:cubicBezTo>
                      <a:pt x="1697" y="997"/>
                      <a:pt x="1698" y="1002"/>
                      <a:pt x="1698" y="1004"/>
                    </a:cubicBezTo>
                    <a:cubicBezTo>
                      <a:pt x="1698" y="1005"/>
                      <a:pt x="1698" y="1010"/>
                      <a:pt x="1696" y="1010"/>
                    </a:cubicBezTo>
                    <a:cubicBezTo>
                      <a:pt x="1695" y="1010"/>
                      <a:pt x="1695" y="1007"/>
                      <a:pt x="1694" y="1006"/>
                    </a:cubicBezTo>
                    <a:cubicBezTo>
                      <a:pt x="1694" y="1004"/>
                      <a:pt x="1694" y="1002"/>
                      <a:pt x="1692" y="1001"/>
                    </a:cubicBezTo>
                    <a:cubicBezTo>
                      <a:pt x="1691" y="999"/>
                      <a:pt x="1689" y="999"/>
                      <a:pt x="1688" y="998"/>
                    </a:cubicBezTo>
                    <a:cubicBezTo>
                      <a:pt x="1684" y="995"/>
                      <a:pt x="1691" y="994"/>
                      <a:pt x="1693" y="993"/>
                    </a:cubicBezTo>
                    <a:cubicBezTo>
                      <a:pt x="1695" y="993"/>
                      <a:pt x="1696" y="993"/>
                      <a:pt x="1698" y="992"/>
                    </a:cubicBezTo>
                    <a:cubicBezTo>
                      <a:pt x="1700" y="991"/>
                      <a:pt x="1701" y="989"/>
                      <a:pt x="1701" y="988"/>
                    </a:cubicBezTo>
                    <a:cubicBezTo>
                      <a:pt x="1702" y="985"/>
                      <a:pt x="1700" y="980"/>
                      <a:pt x="1702" y="978"/>
                    </a:cubicBezTo>
                    <a:cubicBezTo>
                      <a:pt x="1703" y="977"/>
                      <a:pt x="1705" y="976"/>
                      <a:pt x="1706" y="976"/>
                    </a:cubicBezTo>
                    <a:cubicBezTo>
                      <a:pt x="1707" y="976"/>
                      <a:pt x="1708" y="976"/>
                      <a:pt x="1709" y="974"/>
                    </a:cubicBezTo>
                    <a:cubicBezTo>
                      <a:pt x="1710" y="973"/>
                      <a:pt x="1710" y="972"/>
                      <a:pt x="1710" y="970"/>
                    </a:cubicBezTo>
                    <a:cubicBezTo>
                      <a:pt x="1711" y="968"/>
                      <a:pt x="1711" y="965"/>
                      <a:pt x="1713" y="963"/>
                    </a:cubicBezTo>
                    <a:cubicBezTo>
                      <a:pt x="1714" y="961"/>
                      <a:pt x="1714" y="958"/>
                      <a:pt x="1715" y="957"/>
                    </a:cubicBezTo>
                    <a:cubicBezTo>
                      <a:pt x="1717" y="954"/>
                      <a:pt x="1719" y="952"/>
                      <a:pt x="1720" y="949"/>
                    </a:cubicBezTo>
                    <a:cubicBezTo>
                      <a:pt x="1722" y="946"/>
                      <a:pt x="1723" y="943"/>
                      <a:pt x="1725" y="940"/>
                    </a:cubicBezTo>
                    <a:cubicBezTo>
                      <a:pt x="1726" y="938"/>
                      <a:pt x="1729" y="936"/>
                      <a:pt x="1731" y="934"/>
                    </a:cubicBezTo>
                    <a:cubicBezTo>
                      <a:pt x="1732" y="932"/>
                      <a:pt x="1732" y="930"/>
                      <a:pt x="1733" y="929"/>
                    </a:cubicBezTo>
                    <a:cubicBezTo>
                      <a:pt x="1734" y="927"/>
                      <a:pt x="1735" y="925"/>
                      <a:pt x="1736" y="924"/>
                    </a:cubicBezTo>
                    <a:cubicBezTo>
                      <a:pt x="1738" y="921"/>
                      <a:pt x="1739" y="918"/>
                      <a:pt x="1741" y="915"/>
                    </a:cubicBezTo>
                    <a:cubicBezTo>
                      <a:pt x="1742" y="912"/>
                      <a:pt x="1743" y="909"/>
                      <a:pt x="1744" y="906"/>
                    </a:cubicBezTo>
                    <a:cubicBezTo>
                      <a:pt x="1744" y="904"/>
                      <a:pt x="1745" y="903"/>
                      <a:pt x="1746" y="902"/>
                    </a:cubicBezTo>
                    <a:cubicBezTo>
                      <a:pt x="1747" y="901"/>
                      <a:pt x="1747" y="901"/>
                      <a:pt x="1748" y="900"/>
                    </a:cubicBezTo>
                    <a:cubicBezTo>
                      <a:pt x="1749" y="899"/>
                      <a:pt x="1749" y="898"/>
                      <a:pt x="1750" y="897"/>
                    </a:cubicBezTo>
                    <a:cubicBezTo>
                      <a:pt x="1751" y="894"/>
                      <a:pt x="1755" y="890"/>
                      <a:pt x="1753" y="887"/>
                    </a:cubicBezTo>
                    <a:cubicBezTo>
                      <a:pt x="1752" y="886"/>
                      <a:pt x="1751" y="886"/>
                      <a:pt x="1750" y="887"/>
                    </a:cubicBezTo>
                    <a:cubicBezTo>
                      <a:pt x="1750" y="888"/>
                      <a:pt x="1750" y="888"/>
                      <a:pt x="1749" y="889"/>
                    </a:cubicBezTo>
                    <a:cubicBezTo>
                      <a:pt x="1749" y="889"/>
                      <a:pt x="1749" y="889"/>
                      <a:pt x="1748" y="889"/>
                    </a:cubicBezTo>
                    <a:cubicBezTo>
                      <a:pt x="1746" y="890"/>
                      <a:pt x="1745" y="893"/>
                      <a:pt x="1744" y="895"/>
                    </a:cubicBezTo>
                    <a:cubicBezTo>
                      <a:pt x="1744" y="897"/>
                      <a:pt x="1742" y="899"/>
                      <a:pt x="1741" y="901"/>
                    </a:cubicBezTo>
                    <a:cubicBezTo>
                      <a:pt x="1740" y="902"/>
                      <a:pt x="1739" y="904"/>
                      <a:pt x="1738" y="905"/>
                    </a:cubicBezTo>
                    <a:cubicBezTo>
                      <a:pt x="1736" y="907"/>
                      <a:pt x="1735" y="908"/>
                      <a:pt x="1734" y="910"/>
                    </a:cubicBezTo>
                    <a:cubicBezTo>
                      <a:pt x="1733" y="912"/>
                      <a:pt x="1732" y="914"/>
                      <a:pt x="1731" y="916"/>
                    </a:cubicBezTo>
                    <a:cubicBezTo>
                      <a:pt x="1730" y="918"/>
                      <a:pt x="1728" y="919"/>
                      <a:pt x="1727" y="921"/>
                    </a:cubicBezTo>
                    <a:cubicBezTo>
                      <a:pt x="1725" y="923"/>
                      <a:pt x="1723" y="924"/>
                      <a:pt x="1722" y="926"/>
                    </a:cubicBezTo>
                    <a:cubicBezTo>
                      <a:pt x="1721" y="929"/>
                      <a:pt x="1720" y="931"/>
                      <a:pt x="1720" y="933"/>
                    </a:cubicBezTo>
                    <a:cubicBezTo>
                      <a:pt x="1719" y="936"/>
                      <a:pt x="1718" y="938"/>
                      <a:pt x="1717" y="940"/>
                    </a:cubicBezTo>
                    <a:cubicBezTo>
                      <a:pt x="1717" y="941"/>
                      <a:pt x="1716" y="947"/>
                      <a:pt x="1714" y="946"/>
                    </a:cubicBezTo>
                    <a:cubicBezTo>
                      <a:pt x="1714" y="944"/>
                      <a:pt x="1714" y="942"/>
                      <a:pt x="1715" y="940"/>
                    </a:cubicBezTo>
                    <a:cubicBezTo>
                      <a:pt x="1715" y="938"/>
                      <a:pt x="1716" y="936"/>
                      <a:pt x="1716" y="934"/>
                    </a:cubicBezTo>
                    <a:cubicBezTo>
                      <a:pt x="1717" y="931"/>
                      <a:pt x="1717" y="929"/>
                      <a:pt x="1717" y="926"/>
                    </a:cubicBezTo>
                    <a:cubicBezTo>
                      <a:pt x="1717" y="925"/>
                      <a:pt x="1717" y="921"/>
                      <a:pt x="1715" y="920"/>
                    </a:cubicBezTo>
                    <a:cubicBezTo>
                      <a:pt x="1712" y="919"/>
                      <a:pt x="1711" y="924"/>
                      <a:pt x="1710" y="926"/>
                    </a:cubicBezTo>
                    <a:cubicBezTo>
                      <a:pt x="1709" y="927"/>
                      <a:pt x="1708" y="929"/>
                      <a:pt x="1707" y="930"/>
                    </a:cubicBezTo>
                    <a:cubicBezTo>
                      <a:pt x="1706" y="931"/>
                      <a:pt x="1706" y="930"/>
                      <a:pt x="1705" y="930"/>
                    </a:cubicBezTo>
                    <a:cubicBezTo>
                      <a:pt x="1703" y="929"/>
                      <a:pt x="1701" y="928"/>
                      <a:pt x="1700" y="926"/>
                    </a:cubicBezTo>
                    <a:cubicBezTo>
                      <a:pt x="1700" y="925"/>
                      <a:pt x="1699" y="922"/>
                      <a:pt x="1699" y="921"/>
                    </a:cubicBezTo>
                    <a:cubicBezTo>
                      <a:pt x="1699" y="920"/>
                      <a:pt x="1699" y="919"/>
                      <a:pt x="1701" y="919"/>
                    </a:cubicBezTo>
                    <a:cubicBezTo>
                      <a:pt x="1702" y="918"/>
                      <a:pt x="1707" y="920"/>
                      <a:pt x="1708" y="918"/>
                    </a:cubicBezTo>
                    <a:cubicBezTo>
                      <a:pt x="1708" y="916"/>
                      <a:pt x="1707" y="915"/>
                      <a:pt x="1709" y="915"/>
                    </a:cubicBezTo>
                    <a:cubicBezTo>
                      <a:pt x="1711" y="915"/>
                      <a:pt x="1712" y="916"/>
                      <a:pt x="1713" y="915"/>
                    </a:cubicBezTo>
                    <a:cubicBezTo>
                      <a:pt x="1714" y="914"/>
                      <a:pt x="1715" y="913"/>
                      <a:pt x="1715" y="912"/>
                    </a:cubicBezTo>
                    <a:cubicBezTo>
                      <a:pt x="1715" y="911"/>
                      <a:pt x="1715" y="909"/>
                      <a:pt x="1715" y="908"/>
                    </a:cubicBezTo>
                    <a:cubicBezTo>
                      <a:pt x="1714" y="906"/>
                      <a:pt x="1713" y="906"/>
                      <a:pt x="1714" y="905"/>
                    </a:cubicBezTo>
                    <a:cubicBezTo>
                      <a:pt x="1714" y="904"/>
                      <a:pt x="1715" y="903"/>
                      <a:pt x="1716" y="903"/>
                    </a:cubicBezTo>
                    <a:cubicBezTo>
                      <a:pt x="1716" y="902"/>
                      <a:pt x="1718" y="901"/>
                      <a:pt x="1718" y="901"/>
                    </a:cubicBezTo>
                    <a:cubicBezTo>
                      <a:pt x="1718" y="900"/>
                      <a:pt x="1718" y="898"/>
                      <a:pt x="1717" y="897"/>
                    </a:cubicBezTo>
                    <a:cubicBezTo>
                      <a:pt x="1716" y="894"/>
                      <a:pt x="1710" y="893"/>
                      <a:pt x="1711" y="888"/>
                    </a:cubicBezTo>
                    <a:cubicBezTo>
                      <a:pt x="1711" y="886"/>
                      <a:pt x="1716" y="883"/>
                      <a:pt x="1713" y="881"/>
                    </a:cubicBezTo>
                    <a:cubicBezTo>
                      <a:pt x="1711" y="880"/>
                      <a:pt x="1706" y="877"/>
                      <a:pt x="1710" y="875"/>
                    </a:cubicBezTo>
                    <a:cubicBezTo>
                      <a:pt x="1713" y="873"/>
                      <a:pt x="1717" y="875"/>
                      <a:pt x="1720" y="874"/>
                    </a:cubicBezTo>
                    <a:cubicBezTo>
                      <a:pt x="1721" y="873"/>
                      <a:pt x="1722" y="871"/>
                      <a:pt x="1723" y="870"/>
                    </a:cubicBezTo>
                    <a:cubicBezTo>
                      <a:pt x="1724" y="869"/>
                      <a:pt x="1726" y="868"/>
                      <a:pt x="1727" y="867"/>
                    </a:cubicBezTo>
                    <a:cubicBezTo>
                      <a:pt x="1730" y="866"/>
                      <a:pt x="1736" y="865"/>
                      <a:pt x="1736" y="862"/>
                    </a:cubicBezTo>
                    <a:cubicBezTo>
                      <a:pt x="1736" y="858"/>
                      <a:pt x="1732" y="857"/>
                      <a:pt x="1733" y="853"/>
                    </a:cubicBezTo>
                    <a:cubicBezTo>
                      <a:pt x="1734" y="851"/>
                      <a:pt x="1735" y="849"/>
                      <a:pt x="1737" y="848"/>
                    </a:cubicBezTo>
                    <a:cubicBezTo>
                      <a:pt x="1738" y="847"/>
                      <a:pt x="1739" y="845"/>
                      <a:pt x="1739" y="844"/>
                    </a:cubicBezTo>
                    <a:cubicBezTo>
                      <a:pt x="1738" y="842"/>
                      <a:pt x="1736" y="840"/>
                      <a:pt x="1735" y="839"/>
                    </a:cubicBezTo>
                    <a:cubicBezTo>
                      <a:pt x="1732" y="838"/>
                      <a:pt x="1730" y="836"/>
                      <a:pt x="1728" y="834"/>
                    </a:cubicBezTo>
                    <a:cubicBezTo>
                      <a:pt x="1722" y="831"/>
                      <a:pt x="1715" y="830"/>
                      <a:pt x="1710" y="826"/>
                    </a:cubicBezTo>
                    <a:cubicBezTo>
                      <a:pt x="1709" y="825"/>
                      <a:pt x="1707" y="823"/>
                      <a:pt x="1707" y="820"/>
                    </a:cubicBezTo>
                    <a:cubicBezTo>
                      <a:pt x="1707" y="819"/>
                      <a:pt x="1708" y="818"/>
                      <a:pt x="1709" y="818"/>
                    </a:cubicBezTo>
                    <a:cubicBezTo>
                      <a:pt x="1712" y="818"/>
                      <a:pt x="1715" y="824"/>
                      <a:pt x="1717" y="821"/>
                    </a:cubicBezTo>
                    <a:cubicBezTo>
                      <a:pt x="1719" y="820"/>
                      <a:pt x="1719" y="817"/>
                      <a:pt x="1719" y="815"/>
                    </a:cubicBezTo>
                    <a:cubicBezTo>
                      <a:pt x="1719" y="814"/>
                      <a:pt x="1719" y="811"/>
                      <a:pt x="1720" y="810"/>
                    </a:cubicBezTo>
                    <a:cubicBezTo>
                      <a:pt x="1721" y="809"/>
                      <a:pt x="1723" y="809"/>
                      <a:pt x="1724" y="809"/>
                    </a:cubicBezTo>
                    <a:cubicBezTo>
                      <a:pt x="1726" y="807"/>
                      <a:pt x="1726" y="805"/>
                      <a:pt x="1727" y="803"/>
                    </a:cubicBezTo>
                    <a:cubicBezTo>
                      <a:pt x="1727" y="802"/>
                      <a:pt x="1727" y="799"/>
                      <a:pt x="1728" y="799"/>
                    </a:cubicBezTo>
                    <a:cubicBezTo>
                      <a:pt x="1729" y="798"/>
                      <a:pt x="1731" y="800"/>
                      <a:pt x="1731" y="800"/>
                    </a:cubicBezTo>
                    <a:cubicBezTo>
                      <a:pt x="1733" y="800"/>
                      <a:pt x="1734" y="800"/>
                      <a:pt x="1735" y="799"/>
                    </a:cubicBezTo>
                    <a:cubicBezTo>
                      <a:pt x="1735" y="798"/>
                      <a:pt x="1736" y="796"/>
                      <a:pt x="1737" y="796"/>
                    </a:cubicBezTo>
                    <a:cubicBezTo>
                      <a:pt x="1739" y="796"/>
                      <a:pt x="1740" y="798"/>
                      <a:pt x="1742" y="799"/>
                    </a:cubicBezTo>
                    <a:cubicBezTo>
                      <a:pt x="1744" y="799"/>
                      <a:pt x="1746" y="799"/>
                      <a:pt x="1749" y="798"/>
                    </a:cubicBezTo>
                    <a:cubicBezTo>
                      <a:pt x="1750" y="798"/>
                      <a:pt x="1752" y="796"/>
                      <a:pt x="1754" y="797"/>
                    </a:cubicBezTo>
                    <a:cubicBezTo>
                      <a:pt x="1756" y="798"/>
                      <a:pt x="1756" y="801"/>
                      <a:pt x="1756" y="803"/>
                    </a:cubicBezTo>
                    <a:cubicBezTo>
                      <a:pt x="1755" y="805"/>
                      <a:pt x="1755" y="808"/>
                      <a:pt x="1753" y="809"/>
                    </a:cubicBezTo>
                    <a:cubicBezTo>
                      <a:pt x="1752" y="810"/>
                      <a:pt x="1750" y="811"/>
                      <a:pt x="1749" y="812"/>
                    </a:cubicBezTo>
                    <a:cubicBezTo>
                      <a:pt x="1747" y="815"/>
                      <a:pt x="1748" y="820"/>
                      <a:pt x="1749" y="822"/>
                    </a:cubicBezTo>
                    <a:cubicBezTo>
                      <a:pt x="1750" y="824"/>
                      <a:pt x="1751" y="825"/>
                      <a:pt x="1751" y="826"/>
                    </a:cubicBezTo>
                    <a:cubicBezTo>
                      <a:pt x="1752" y="828"/>
                      <a:pt x="1752" y="831"/>
                      <a:pt x="1753" y="833"/>
                    </a:cubicBezTo>
                    <a:cubicBezTo>
                      <a:pt x="1753" y="834"/>
                      <a:pt x="1754" y="835"/>
                      <a:pt x="1755" y="836"/>
                    </a:cubicBezTo>
                    <a:cubicBezTo>
                      <a:pt x="1755" y="839"/>
                      <a:pt x="1755" y="843"/>
                      <a:pt x="1759" y="843"/>
                    </a:cubicBezTo>
                    <a:cubicBezTo>
                      <a:pt x="1762" y="843"/>
                      <a:pt x="1768" y="840"/>
                      <a:pt x="1766" y="837"/>
                    </a:cubicBezTo>
                    <a:cubicBezTo>
                      <a:pt x="1765" y="835"/>
                      <a:pt x="1759" y="832"/>
                      <a:pt x="1762" y="830"/>
                    </a:cubicBezTo>
                    <a:cubicBezTo>
                      <a:pt x="1764" y="828"/>
                      <a:pt x="1769" y="829"/>
                      <a:pt x="1770" y="831"/>
                    </a:cubicBezTo>
                    <a:cubicBezTo>
                      <a:pt x="1771" y="832"/>
                      <a:pt x="1771" y="833"/>
                      <a:pt x="1772" y="834"/>
                    </a:cubicBezTo>
                    <a:cubicBezTo>
                      <a:pt x="1772" y="834"/>
                      <a:pt x="1773" y="835"/>
                      <a:pt x="1774" y="836"/>
                    </a:cubicBezTo>
                    <a:cubicBezTo>
                      <a:pt x="1776" y="838"/>
                      <a:pt x="1776" y="842"/>
                      <a:pt x="1774" y="844"/>
                    </a:cubicBezTo>
                    <a:cubicBezTo>
                      <a:pt x="1771" y="846"/>
                      <a:pt x="1768" y="846"/>
                      <a:pt x="1765" y="848"/>
                    </a:cubicBezTo>
                    <a:cubicBezTo>
                      <a:pt x="1763" y="850"/>
                      <a:pt x="1762" y="852"/>
                      <a:pt x="1760" y="854"/>
                    </a:cubicBezTo>
                    <a:cubicBezTo>
                      <a:pt x="1758" y="856"/>
                      <a:pt x="1755" y="856"/>
                      <a:pt x="1753" y="858"/>
                    </a:cubicBezTo>
                    <a:cubicBezTo>
                      <a:pt x="1751" y="860"/>
                      <a:pt x="1749" y="862"/>
                      <a:pt x="1748" y="864"/>
                    </a:cubicBezTo>
                    <a:cubicBezTo>
                      <a:pt x="1747" y="866"/>
                      <a:pt x="1748" y="867"/>
                      <a:pt x="1750" y="869"/>
                    </a:cubicBezTo>
                    <a:cubicBezTo>
                      <a:pt x="1751" y="872"/>
                      <a:pt x="1751" y="874"/>
                      <a:pt x="1752" y="877"/>
                    </a:cubicBezTo>
                    <a:cubicBezTo>
                      <a:pt x="1752" y="881"/>
                      <a:pt x="1756" y="876"/>
                      <a:pt x="1757" y="875"/>
                    </a:cubicBezTo>
                    <a:cubicBezTo>
                      <a:pt x="1760" y="871"/>
                      <a:pt x="1763" y="867"/>
                      <a:pt x="1766" y="863"/>
                    </a:cubicBezTo>
                    <a:cubicBezTo>
                      <a:pt x="1768" y="861"/>
                      <a:pt x="1771" y="859"/>
                      <a:pt x="1773" y="857"/>
                    </a:cubicBezTo>
                    <a:cubicBezTo>
                      <a:pt x="1776" y="855"/>
                      <a:pt x="1779" y="854"/>
                      <a:pt x="1781" y="853"/>
                    </a:cubicBezTo>
                    <a:cubicBezTo>
                      <a:pt x="1784" y="852"/>
                      <a:pt x="1787" y="850"/>
                      <a:pt x="1790" y="848"/>
                    </a:cubicBezTo>
                    <a:cubicBezTo>
                      <a:pt x="1792" y="846"/>
                      <a:pt x="1794" y="845"/>
                      <a:pt x="1796" y="844"/>
                    </a:cubicBezTo>
                    <a:cubicBezTo>
                      <a:pt x="1799" y="843"/>
                      <a:pt x="1802" y="842"/>
                      <a:pt x="1806" y="841"/>
                    </a:cubicBezTo>
                    <a:cubicBezTo>
                      <a:pt x="1808" y="841"/>
                      <a:pt x="1811" y="840"/>
                      <a:pt x="1814" y="839"/>
                    </a:cubicBezTo>
                    <a:cubicBezTo>
                      <a:pt x="1816" y="839"/>
                      <a:pt x="1818" y="838"/>
                      <a:pt x="1820" y="838"/>
                    </a:cubicBezTo>
                    <a:cubicBezTo>
                      <a:pt x="1825" y="839"/>
                      <a:pt x="1830" y="837"/>
                      <a:pt x="1835" y="837"/>
                    </a:cubicBezTo>
                    <a:cubicBezTo>
                      <a:pt x="1838" y="837"/>
                      <a:pt x="1840" y="838"/>
                      <a:pt x="1843" y="837"/>
                    </a:cubicBezTo>
                    <a:cubicBezTo>
                      <a:pt x="1846" y="837"/>
                      <a:pt x="1848" y="837"/>
                      <a:pt x="1849" y="835"/>
                    </a:cubicBezTo>
                    <a:cubicBezTo>
                      <a:pt x="1851" y="833"/>
                      <a:pt x="1852" y="831"/>
                      <a:pt x="1853" y="829"/>
                    </a:cubicBezTo>
                    <a:cubicBezTo>
                      <a:pt x="1853" y="828"/>
                      <a:pt x="1854" y="827"/>
                      <a:pt x="1854" y="826"/>
                    </a:cubicBezTo>
                    <a:cubicBezTo>
                      <a:pt x="1854" y="825"/>
                      <a:pt x="1854" y="824"/>
                      <a:pt x="1854" y="824"/>
                    </a:cubicBezTo>
                    <a:cubicBezTo>
                      <a:pt x="1854" y="823"/>
                      <a:pt x="1854" y="823"/>
                      <a:pt x="1855" y="823"/>
                    </a:cubicBezTo>
                    <a:cubicBezTo>
                      <a:pt x="1855" y="822"/>
                      <a:pt x="1854" y="821"/>
                      <a:pt x="1854" y="820"/>
                    </a:cubicBezTo>
                    <a:cubicBezTo>
                      <a:pt x="1855" y="819"/>
                      <a:pt x="1855" y="819"/>
                      <a:pt x="1855" y="818"/>
                    </a:cubicBezTo>
                    <a:cubicBezTo>
                      <a:pt x="1856" y="816"/>
                      <a:pt x="1854" y="815"/>
                      <a:pt x="1854" y="813"/>
                    </a:cubicBezTo>
                    <a:cubicBezTo>
                      <a:pt x="1854" y="811"/>
                      <a:pt x="1856" y="810"/>
                      <a:pt x="1856" y="808"/>
                    </a:cubicBezTo>
                    <a:cubicBezTo>
                      <a:pt x="1858" y="808"/>
                      <a:pt x="1859" y="810"/>
                      <a:pt x="1861" y="809"/>
                    </a:cubicBezTo>
                    <a:cubicBezTo>
                      <a:pt x="1863" y="808"/>
                      <a:pt x="1864" y="806"/>
                      <a:pt x="1864" y="804"/>
                    </a:cubicBezTo>
                    <a:cubicBezTo>
                      <a:pt x="1864" y="802"/>
                      <a:pt x="1865" y="800"/>
                      <a:pt x="1866" y="797"/>
                    </a:cubicBezTo>
                    <a:cubicBezTo>
                      <a:pt x="1866" y="796"/>
                      <a:pt x="1866" y="795"/>
                      <a:pt x="1866" y="794"/>
                    </a:cubicBezTo>
                    <a:cubicBezTo>
                      <a:pt x="1866" y="793"/>
                      <a:pt x="1867" y="792"/>
                      <a:pt x="1867" y="792"/>
                    </a:cubicBezTo>
                    <a:cubicBezTo>
                      <a:pt x="1868" y="787"/>
                      <a:pt x="1867" y="781"/>
                      <a:pt x="1867" y="776"/>
                    </a:cubicBezTo>
                    <a:close/>
                    <a:moveTo>
                      <a:pt x="1528" y="812"/>
                    </a:moveTo>
                    <a:cubicBezTo>
                      <a:pt x="1530" y="808"/>
                      <a:pt x="1531" y="805"/>
                      <a:pt x="1531" y="801"/>
                    </a:cubicBezTo>
                    <a:cubicBezTo>
                      <a:pt x="1531" y="797"/>
                      <a:pt x="1530" y="794"/>
                      <a:pt x="1529" y="790"/>
                    </a:cubicBezTo>
                    <a:cubicBezTo>
                      <a:pt x="1528" y="782"/>
                      <a:pt x="1533" y="780"/>
                      <a:pt x="1537" y="774"/>
                    </a:cubicBezTo>
                    <a:cubicBezTo>
                      <a:pt x="1539" y="772"/>
                      <a:pt x="1540" y="769"/>
                      <a:pt x="1543" y="768"/>
                    </a:cubicBezTo>
                    <a:cubicBezTo>
                      <a:pt x="1546" y="766"/>
                      <a:pt x="1551" y="764"/>
                      <a:pt x="1554" y="767"/>
                    </a:cubicBezTo>
                    <a:cubicBezTo>
                      <a:pt x="1558" y="769"/>
                      <a:pt x="1555" y="774"/>
                      <a:pt x="1555" y="778"/>
                    </a:cubicBezTo>
                    <a:cubicBezTo>
                      <a:pt x="1554" y="782"/>
                      <a:pt x="1558" y="784"/>
                      <a:pt x="1562" y="785"/>
                    </a:cubicBezTo>
                    <a:cubicBezTo>
                      <a:pt x="1566" y="787"/>
                      <a:pt x="1567" y="788"/>
                      <a:pt x="1566" y="792"/>
                    </a:cubicBezTo>
                    <a:cubicBezTo>
                      <a:pt x="1565" y="795"/>
                      <a:pt x="1566" y="797"/>
                      <a:pt x="1568" y="801"/>
                    </a:cubicBezTo>
                    <a:cubicBezTo>
                      <a:pt x="1570" y="804"/>
                      <a:pt x="1570" y="807"/>
                      <a:pt x="1568" y="811"/>
                    </a:cubicBezTo>
                    <a:cubicBezTo>
                      <a:pt x="1567" y="814"/>
                      <a:pt x="1567" y="816"/>
                      <a:pt x="1569" y="818"/>
                    </a:cubicBezTo>
                    <a:cubicBezTo>
                      <a:pt x="1572" y="821"/>
                      <a:pt x="1572" y="823"/>
                      <a:pt x="1571" y="826"/>
                    </a:cubicBezTo>
                    <a:cubicBezTo>
                      <a:pt x="1569" y="830"/>
                      <a:pt x="1570" y="831"/>
                      <a:pt x="1572" y="834"/>
                    </a:cubicBezTo>
                    <a:cubicBezTo>
                      <a:pt x="1574" y="838"/>
                      <a:pt x="1576" y="842"/>
                      <a:pt x="1574" y="845"/>
                    </a:cubicBezTo>
                    <a:cubicBezTo>
                      <a:pt x="1572" y="848"/>
                      <a:pt x="1569" y="849"/>
                      <a:pt x="1569" y="852"/>
                    </a:cubicBezTo>
                    <a:cubicBezTo>
                      <a:pt x="1568" y="856"/>
                      <a:pt x="1570" y="860"/>
                      <a:pt x="1569" y="864"/>
                    </a:cubicBezTo>
                    <a:cubicBezTo>
                      <a:pt x="1568" y="866"/>
                      <a:pt x="1564" y="867"/>
                      <a:pt x="1563" y="868"/>
                    </a:cubicBezTo>
                    <a:cubicBezTo>
                      <a:pt x="1560" y="872"/>
                      <a:pt x="1560" y="878"/>
                      <a:pt x="1556" y="880"/>
                    </a:cubicBezTo>
                    <a:cubicBezTo>
                      <a:pt x="1553" y="882"/>
                      <a:pt x="1549" y="881"/>
                      <a:pt x="1546" y="881"/>
                    </a:cubicBezTo>
                    <a:cubicBezTo>
                      <a:pt x="1543" y="881"/>
                      <a:pt x="1540" y="880"/>
                      <a:pt x="1538" y="878"/>
                    </a:cubicBezTo>
                    <a:cubicBezTo>
                      <a:pt x="1537" y="877"/>
                      <a:pt x="1537" y="876"/>
                      <a:pt x="1536" y="874"/>
                    </a:cubicBezTo>
                    <a:cubicBezTo>
                      <a:pt x="1536" y="873"/>
                      <a:pt x="1536" y="873"/>
                      <a:pt x="1536" y="872"/>
                    </a:cubicBezTo>
                    <a:cubicBezTo>
                      <a:pt x="1536" y="871"/>
                      <a:pt x="1537" y="871"/>
                      <a:pt x="1537" y="870"/>
                    </a:cubicBezTo>
                    <a:cubicBezTo>
                      <a:pt x="1535" y="870"/>
                      <a:pt x="1533" y="869"/>
                      <a:pt x="1534" y="867"/>
                    </a:cubicBezTo>
                    <a:cubicBezTo>
                      <a:pt x="1534" y="867"/>
                      <a:pt x="1535" y="866"/>
                      <a:pt x="1536" y="866"/>
                    </a:cubicBezTo>
                    <a:cubicBezTo>
                      <a:pt x="1536" y="865"/>
                      <a:pt x="1536" y="864"/>
                      <a:pt x="1536" y="863"/>
                    </a:cubicBezTo>
                    <a:cubicBezTo>
                      <a:pt x="1536" y="860"/>
                      <a:pt x="1537" y="855"/>
                      <a:pt x="1533" y="854"/>
                    </a:cubicBezTo>
                    <a:cubicBezTo>
                      <a:pt x="1530" y="852"/>
                      <a:pt x="1530" y="853"/>
                      <a:pt x="1530" y="849"/>
                    </a:cubicBezTo>
                    <a:cubicBezTo>
                      <a:pt x="1530" y="846"/>
                      <a:pt x="1529" y="842"/>
                      <a:pt x="1530" y="839"/>
                    </a:cubicBezTo>
                    <a:cubicBezTo>
                      <a:pt x="1532" y="837"/>
                      <a:pt x="1531" y="833"/>
                      <a:pt x="1531" y="831"/>
                    </a:cubicBezTo>
                    <a:cubicBezTo>
                      <a:pt x="1530" y="824"/>
                      <a:pt x="1524" y="818"/>
                      <a:pt x="1528" y="812"/>
                    </a:cubicBezTo>
                    <a:close/>
                    <a:moveTo>
                      <a:pt x="1584" y="956"/>
                    </a:moveTo>
                    <a:cubicBezTo>
                      <a:pt x="1584" y="960"/>
                      <a:pt x="1580" y="965"/>
                      <a:pt x="1577" y="969"/>
                    </a:cubicBezTo>
                    <a:cubicBezTo>
                      <a:pt x="1574" y="973"/>
                      <a:pt x="1571" y="976"/>
                      <a:pt x="1570" y="981"/>
                    </a:cubicBezTo>
                    <a:cubicBezTo>
                      <a:pt x="1569" y="987"/>
                      <a:pt x="1568" y="992"/>
                      <a:pt x="1564" y="996"/>
                    </a:cubicBezTo>
                    <a:cubicBezTo>
                      <a:pt x="1560" y="1000"/>
                      <a:pt x="1557" y="1007"/>
                      <a:pt x="1552" y="1010"/>
                    </a:cubicBezTo>
                    <a:cubicBezTo>
                      <a:pt x="1549" y="1011"/>
                      <a:pt x="1546" y="1012"/>
                      <a:pt x="1544" y="1013"/>
                    </a:cubicBezTo>
                    <a:cubicBezTo>
                      <a:pt x="1541" y="1014"/>
                      <a:pt x="1538" y="1016"/>
                      <a:pt x="1535" y="1017"/>
                    </a:cubicBezTo>
                    <a:cubicBezTo>
                      <a:pt x="1531" y="1019"/>
                      <a:pt x="1528" y="1021"/>
                      <a:pt x="1525" y="1023"/>
                    </a:cubicBezTo>
                    <a:cubicBezTo>
                      <a:pt x="1522" y="1025"/>
                      <a:pt x="1519" y="1027"/>
                      <a:pt x="1516" y="1029"/>
                    </a:cubicBezTo>
                    <a:cubicBezTo>
                      <a:pt x="1510" y="1031"/>
                      <a:pt x="1503" y="1027"/>
                      <a:pt x="1497" y="1030"/>
                    </a:cubicBezTo>
                    <a:cubicBezTo>
                      <a:pt x="1495" y="1031"/>
                      <a:pt x="1493" y="1033"/>
                      <a:pt x="1491" y="1035"/>
                    </a:cubicBezTo>
                    <a:cubicBezTo>
                      <a:pt x="1489" y="1037"/>
                      <a:pt x="1486" y="1039"/>
                      <a:pt x="1485" y="1041"/>
                    </a:cubicBezTo>
                    <a:cubicBezTo>
                      <a:pt x="1481" y="1046"/>
                      <a:pt x="1478" y="1050"/>
                      <a:pt x="1474" y="1054"/>
                    </a:cubicBezTo>
                    <a:cubicBezTo>
                      <a:pt x="1471" y="1056"/>
                      <a:pt x="1467" y="1059"/>
                      <a:pt x="1464" y="1061"/>
                    </a:cubicBezTo>
                    <a:cubicBezTo>
                      <a:pt x="1461" y="1062"/>
                      <a:pt x="1459" y="1062"/>
                      <a:pt x="1456" y="1063"/>
                    </a:cubicBezTo>
                    <a:cubicBezTo>
                      <a:pt x="1453" y="1064"/>
                      <a:pt x="1450" y="1065"/>
                      <a:pt x="1447" y="1065"/>
                    </a:cubicBezTo>
                    <a:cubicBezTo>
                      <a:pt x="1444" y="1066"/>
                      <a:pt x="1442" y="1064"/>
                      <a:pt x="1439" y="1064"/>
                    </a:cubicBezTo>
                    <a:cubicBezTo>
                      <a:pt x="1439" y="1060"/>
                      <a:pt x="1441" y="1057"/>
                      <a:pt x="1443" y="1054"/>
                    </a:cubicBezTo>
                    <a:cubicBezTo>
                      <a:pt x="1445" y="1051"/>
                      <a:pt x="1448" y="1048"/>
                      <a:pt x="1451" y="1046"/>
                    </a:cubicBezTo>
                    <a:cubicBezTo>
                      <a:pt x="1456" y="1043"/>
                      <a:pt x="1463" y="1044"/>
                      <a:pt x="1468" y="1042"/>
                    </a:cubicBezTo>
                    <a:cubicBezTo>
                      <a:pt x="1471" y="1041"/>
                      <a:pt x="1474" y="1039"/>
                      <a:pt x="1476" y="1037"/>
                    </a:cubicBezTo>
                    <a:cubicBezTo>
                      <a:pt x="1479" y="1035"/>
                      <a:pt x="1480" y="1032"/>
                      <a:pt x="1482" y="1030"/>
                    </a:cubicBezTo>
                    <a:cubicBezTo>
                      <a:pt x="1487" y="1026"/>
                      <a:pt x="1493" y="1026"/>
                      <a:pt x="1498" y="1023"/>
                    </a:cubicBezTo>
                    <a:cubicBezTo>
                      <a:pt x="1500" y="1021"/>
                      <a:pt x="1501" y="1019"/>
                      <a:pt x="1504" y="1017"/>
                    </a:cubicBezTo>
                    <a:cubicBezTo>
                      <a:pt x="1507" y="1014"/>
                      <a:pt x="1510" y="1011"/>
                      <a:pt x="1513" y="1008"/>
                    </a:cubicBezTo>
                    <a:cubicBezTo>
                      <a:pt x="1516" y="1006"/>
                      <a:pt x="1519" y="1005"/>
                      <a:pt x="1522" y="1004"/>
                    </a:cubicBezTo>
                    <a:cubicBezTo>
                      <a:pt x="1527" y="1002"/>
                      <a:pt x="1529" y="997"/>
                      <a:pt x="1531" y="993"/>
                    </a:cubicBezTo>
                    <a:cubicBezTo>
                      <a:pt x="1534" y="989"/>
                      <a:pt x="1534" y="984"/>
                      <a:pt x="1537" y="981"/>
                    </a:cubicBezTo>
                    <a:cubicBezTo>
                      <a:pt x="1538" y="979"/>
                      <a:pt x="1540" y="979"/>
                      <a:pt x="1542" y="978"/>
                    </a:cubicBezTo>
                    <a:cubicBezTo>
                      <a:pt x="1543" y="978"/>
                      <a:pt x="1545" y="975"/>
                      <a:pt x="1545" y="974"/>
                    </a:cubicBezTo>
                    <a:cubicBezTo>
                      <a:pt x="1546" y="972"/>
                      <a:pt x="1546" y="970"/>
                      <a:pt x="1546" y="968"/>
                    </a:cubicBezTo>
                    <a:cubicBezTo>
                      <a:pt x="1546" y="965"/>
                      <a:pt x="1547" y="963"/>
                      <a:pt x="1547" y="961"/>
                    </a:cubicBezTo>
                    <a:cubicBezTo>
                      <a:pt x="1548" y="958"/>
                      <a:pt x="1548" y="955"/>
                      <a:pt x="1547" y="953"/>
                    </a:cubicBezTo>
                    <a:cubicBezTo>
                      <a:pt x="1546" y="950"/>
                      <a:pt x="1544" y="950"/>
                      <a:pt x="1541" y="948"/>
                    </a:cubicBezTo>
                    <a:cubicBezTo>
                      <a:pt x="1539" y="946"/>
                      <a:pt x="1539" y="944"/>
                      <a:pt x="1540" y="942"/>
                    </a:cubicBezTo>
                    <a:cubicBezTo>
                      <a:pt x="1541" y="940"/>
                      <a:pt x="1543" y="939"/>
                      <a:pt x="1544" y="937"/>
                    </a:cubicBezTo>
                    <a:cubicBezTo>
                      <a:pt x="1544" y="935"/>
                      <a:pt x="1544" y="932"/>
                      <a:pt x="1543" y="930"/>
                    </a:cubicBezTo>
                    <a:cubicBezTo>
                      <a:pt x="1543" y="928"/>
                      <a:pt x="1543" y="926"/>
                      <a:pt x="1543" y="924"/>
                    </a:cubicBezTo>
                    <a:cubicBezTo>
                      <a:pt x="1543" y="921"/>
                      <a:pt x="1541" y="918"/>
                      <a:pt x="1540" y="916"/>
                    </a:cubicBezTo>
                    <a:cubicBezTo>
                      <a:pt x="1540" y="915"/>
                      <a:pt x="1540" y="915"/>
                      <a:pt x="1539" y="914"/>
                    </a:cubicBezTo>
                    <a:cubicBezTo>
                      <a:pt x="1539" y="911"/>
                      <a:pt x="1540" y="908"/>
                      <a:pt x="1543" y="908"/>
                    </a:cubicBezTo>
                    <a:cubicBezTo>
                      <a:pt x="1546" y="908"/>
                      <a:pt x="1548" y="908"/>
                      <a:pt x="1551" y="909"/>
                    </a:cubicBezTo>
                    <a:cubicBezTo>
                      <a:pt x="1553" y="909"/>
                      <a:pt x="1556" y="910"/>
                      <a:pt x="1558" y="911"/>
                    </a:cubicBezTo>
                    <a:cubicBezTo>
                      <a:pt x="1560" y="913"/>
                      <a:pt x="1562" y="915"/>
                      <a:pt x="1562" y="918"/>
                    </a:cubicBezTo>
                    <a:cubicBezTo>
                      <a:pt x="1562" y="921"/>
                      <a:pt x="1564" y="923"/>
                      <a:pt x="1564" y="926"/>
                    </a:cubicBezTo>
                    <a:cubicBezTo>
                      <a:pt x="1565" y="930"/>
                      <a:pt x="1566" y="935"/>
                      <a:pt x="1567" y="940"/>
                    </a:cubicBezTo>
                    <a:cubicBezTo>
                      <a:pt x="1567" y="942"/>
                      <a:pt x="1568" y="944"/>
                      <a:pt x="1570" y="945"/>
                    </a:cubicBezTo>
                    <a:cubicBezTo>
                      <a:pt x="1573" y="946"/>
                      <a:pt x="1573" y="947"/>
                      <a:pt x="1575" y="949"/>
                    </a:cubicBezTo>
                    <a:cubicBezTo>
                      <a:pt x="1578" y="952"/>
                      <a:pt x="1585" y="949"/>
                      <a:pt x="1584" y="95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7" name="Freeform 2187">
                <a:extLst>
                  <a:ext uri="{FF2B5EF4-FFF2-40B4-BE49-F238E27FC236}">
                    <a16:creationId xmlns:a16="http://schemas.microsoft.com/office/drawing/2014/main" id="{9C09D9DB-FCB5-BF46-B520-0666141033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7" y="2004"/>
                <a:ext cx="640" cy="535"/>
              </a:xfrm>
              <a:custGeom>
                <a:avLst/>
                <a:gdLst>
                  <a:gd name="T0" fmla="*/ 1448 w 1575"/>
                  <a:gd name="T1" fmla="*/ 537 h 1314"/>
                  <a:gd name="T2" fmla="*/ 1396 w 1575"/>
                  <a:gd name="T3" fmla="*/ 492 h 1314"/>
                  <a:gd name="T4" fmla="*/ 1254 w 1575"/>
                  <a:gd name="T5" fmla="*/ 353 h 1314"/>
                  <a:gd name="T6" fmla="*/ 1201 w 1575"/>
                  <a:gd name="T7" fmla="*/ 254 h 1314"/>
                  <a:gd name="T8" fmla="*/ 1167 w 1575"/>
                  <a:gd name="T9" fmla="*/ 116 h 1314"/>
                  <a:gd name="T10" fmla="*/ 1064 w 1575"/>
                  <a:gd name="T11" fmla="*/ 27 h 1314"/>
                  <a:gd name="T12" fmla="*/ 946 w 1575"/>
                  <a:gd name="T13" fmla="*/ 49 h 1314"/>
                  <a:gd name="T14" fmla="*/ 906 w 1575"/>
                  <a:gd name="T15" fmla="*/ 28 h 1314"/>
                  <a:gd name="T16" fmla="*/ 816 w 1575"/>
                  <a:gd name="T17" fmla="*/ 35 h 1314"/>
                  <a:gd name="T18" fmla="*/ 730 w 1575"/>
                  <a:gd name="T19" fmla="*/ 13 h 1314"/>
                  <a:gd name="T20" fmla="*/ 627 w 1575"/>
                  <a:gd name="T21" fmla="*/ 105 h 1314"/>
                  <a:gd name="T22" fmla="*/ 467 w 1575"/>
                  <a:gd name="T23" fmla="*/ 172 h 1314"/>
                  <a:gd name="T24" fmla="*/ 467 w 1575"/>
                  <a:gd name="T25" fmla="*/ 244 h 1314"/>
                  <a:gd name="T26" fmla="*/ 442 w 1575"/>
                  <a:gd name="T27" fmla="*/ 312 h 1314"/>
                  <a:gd name="T28" fmla="*/ 365 w 1575"/>
                  <a:gd name="T29" fmla="*/ 408 h 1314"/>
                  <a:gd name="T30" fmla="*/ 371 w 1575"/>
                  <a:gd name="T31" fmla="*/ 538 h 1314"/>
                  <a:gd name="T32" fmla="*/ 343 w 1575"/>
                  <a:gd name="T33" fmla="*/ 552 h 1314"/>
                  <a:gd name="T34" fmla="*/ 247 w 1575"/>
                  <a:gd name="T35" fmla="*/ 605 h 1314"/>
                  <a:gd name="T36" fmla="*/ 183 w 1575"/>
                  <a:gd name="T37" fmla="*/ 677 h 1314"/>
                  <a:gd name="T38" fmla="*/ 90 w 1575"/>
                  <a:gd name="T39" fmla="*/ 677 h 1314"/>
                  <a:gd name="T40" fmla="*/ 76 w 1575"/>
                  <a:gd name="T41" fmla="*/ 842 h 1314"/>
                  <a:gd name="T42" fmla="*/ 43 w 1575"/>
                  <a:gd name="T43" fmla="*/ 1037 h 1314"/>
                  <a:gd name="T44" fmla="*/ 50 w 1575"/>
                  <a:gd name="T45" fmla="*/ 1148 h 1314"/>
                  <a:gd name="T46" fmla="*/ 87 w 1575"/>
                  <a:gd name="T47" fmla="*/ 1190 h 1314"/>
                  <a:gd name="T48" fmla="*/ 83 w 1575"/>
                  <a:gd name="T49" fmla="*/ 1253 h 1314"/>
                  <a:gd name="T50" fmla="*/ 86 w 1575"/>
                  <a:gd name="T51" fmla="*/ 1314 h 1314"/>
                  <a:gd name="T52" fmla="*/ 223 w 1575"/>
                  <a:gd name="T53" fmla="*/ 1258 h 1314"/>
                  <a:gd name="T54" fmla="*/ 363 w 1575"/>
                  <a:gd name="T55" fmla="*/ 1170 h 1314"/>
                  <a:gd name="T56" fmla="*/ 569 w 1575"/>
                  <a:gd name="T57" fmla="*/ 1176 h 1314"/>
                  <a:gd name="T58" fmla="*/ 736 w 1575"/>
                  <a:gd name="T59" fmla="*/ 1230 h 1314"/>
                  <a:gd name="T60" fmla="*/ 850 w 1575"/>
                  <a:gd name="T61" fmla="*/ 1220 h 1314"/>
                  <a:gd name="T62" fmla="*/ 977 w 1575"/>
                  <a:gd name="T63" fmla="*/ 1217 h 1314"/>
                  <a:gd name="T64" fmla="*/ 1096 w 1575"/>
                  <a:gd name="T65" fmla="*/ 1234 h 1314"/>
                  <a:gd name="T66" fmla="*/ 1248 w 1575"/>
                  <a:gd name="T67" fmla="*/ 1195 h 1314"/>
                  <a:gd name="T68" fmla="*/ 1337 w 1575"/>
                  <a:gd name="T69" fmla="*/ 1227 h 1314"/>
                  <a:gd name="T70" fmla="*/ 1298 w 1575"/>
                  <a:gd name="T71" fmla="*/ 1164 h 1314"/>
                  <a:gd name="T72" fmla="*/ 1361 w 1575"/>
                  <a:gd name="T73" fmla="*/ 1069 h 1314"/>
                  <a:gd name="T74" fmla="*/ 1423 w 1575"/>
                  <a:gd name="T75" fmla="*/ 996 h 1314"/>
                  <a:gd name="T76" fmla="*/ 1451 w 1575"/>
                  <a:gd name="T77" fmla="*/ 944 h 1314"/>
                  <a:gd name="T78" fmla="*/ 1409 w 1575"/>
                  <a:gd name="T79" fmla="*/ 802 h 1314"/>
                  <a:gd name="T80" fmla="*/ 1441 w 1575"/>
                  <a:gd name="T81" fmla="*/ 700 h 1314"/>
                  <a:gd name="T82" fmla="*/ 1527 w 1575"/>
                  <a:gd name="T83" fmla="*/ 706 h 1314"/>
                  <a:gd name="T84" fmla="*/ 1575 w 1575"/>
                  <a:gd name="T85" fmla="*/ 628 h 1314"/>
                  <a:gd name="T86" fmla="*/ 537 w 1575"/>
                  <a:gd name="T87" fmla="*/ 379 h 1314"/>
                  <a:gd name="T88" fmla="*/ 525 w 1575"/>
                  <a:gd name="T89" fmla="*/ 391 h 1314"/>
                  <a:gd name="T90" fmla="*/ 512 w 1575"/>
                  <a:gd name="T91" fmla="*/ 384 h 1314"/>
                  <a:gd name="T92" fmla="*/ 511 w 1575"/>
                  <a:gd name="T93" fmla="*/ 368 h 1314"/>
                  <a:gd name="T94" fmla="*/ 532 w 1575"/>
                  <a:gd name="T95" fmla="*/ 372 h 1314"/>
                  <a:gd name="T96" fmla="*/ 608 w 1575"/>
                  <a:gd name="T97" fmla="*/ 460 h 1314"/>
                  <a:gd name="T98" fmla="*/ 601 w 1575"/>
                  <a:gd name="T99" fmla="*/ 480 h 1314"/>
                  <a:gd name="T100" fmla="*/ 598 w 1575"/>
                  <a:gd name="T101" fmla="*/ 482 h 1314"/>
                  <a:gd name="T102" fmla="*/ 575 w 1575"/>
                  <a:gd name="T103" fmla="*/ 473 h 1314"/>
                  <a:gd name="T104" fmla="*/ 566 w 1575"/>
                  <a:gd name="T105" fmla="*/ 472 h 1314"/>
                  <a:gd name="T106" fmla="*/ 588 w 1575"/>
                  <a:gd name="T107" fmla="*/ 467 h 1314"/>
                  <a:gd name="T108" fmla="*/ 605 w 1575"/>
                  <a:gd name="T109" fmla="*/ 462 h 1314"/>
                  <a:gd name="T110" fmla="*/ 614 w 1575"/>
                  <a:gd name="T111" fmla="*/ 442 h 1314"/>
                  <a:gd name="T112" fmla="*/ 616 w 1575"/>
                  <a:gd name="T113" fmla="*/ 44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75" h="1314">
                    <a:moveTo>
                      <a:pt x="1499" y="574"/>
                    </a:moveTo>
                    <a:cubicBezTo>
                      <a:pt x="1504" y="547"/>
                      <a:pt x="1504" y="547"/>
                      <a:pt x="1504" y="547"/>
                    </a:cubicBezTo>
                    <a:cubicBezTo>
                      <a:pt x="1448" y="537"/>
                      <a:pt x="1448" y="537"/>
                      <a:pt x="1448" y="537"/>
                    </a:cubicBezTo>
                    <a:cubicBezTo>
                      <a:pt x="1423" y="551"/>
                      <a:pt x="1423" y="551"/>
                      <a:pt x="1423" y="551"/>
                    </a:cubicBezTo>
                    <a:cubicBezTo>
                      <a:pt x="1396" y="540"/>
                      <a:pt x="1396" y="540"/>
                      <a:pt x="1396" y="540"/>
                    </a:cubicBezTo>
                    <a:cubicBezTo>
                      <a:pt x="1396" y="492"/>
                      <a:pt x="1396" y="492"/>
                      <a:pt x="1396" y="492"/>
                    </a:cubicBezTo>
                    <a:cubicBezTo>
                      <a:pt x="1288" y="449"/>
                      <a:pt x="1288" y="449"/>
                      <a:pt x="1288" y="449"/>
                    </a:cubicBezTo>
                    <a:cubicBezTo>
                      <a:pt x="1256" y="391"/>
                      <a:pt x="1256" y="391"/>
                      <a:pt x="1256" y="391"/>
                    </a:cubicBezTo>
                    <a:cubicBezTo>
                      <a:pt x="1254" y="353"/>
                      <a:pt x="1254" y="353"/>
                      <a:pt x="1254" y="353"/>
                    </a:cubicBezTo>
                    <a:cubicBezTo>
                      <a:pt x="1165" y="317"/>
                      <a:pt x="1165" y="317"/>
                      <a:pt x="1165" y="317"/>
                    </a:cubicBezTo>
                    <a:cubicBezTo>
                      <a:pt x="1165" y="280"/>
                      <a:pt x="1165" y="280"/>
                      <a:pt x="1165" y="280"/>
                    </a:cubicBezTo>
                    <a:cubicBezTo>
                      <a:pt x="1201" y="254"/>
                      <a:pt x="1201" y="254"/>
                      <a:pt x="1201" y="254"/>
                    </a:cubicBezTo>
                    <a:cubicBezTo>
                      <a:pt x="1202" y="190"/>
                      <a:pt x="1202" y="190"/>
                      <a:pt x="1202" y="190"/>
                    </a:cubicBezTo>
                    <a:cubicBezTo>
                      <a:pt x="1158" y="138"/>
                      <a:pt x="1158" y="138"/>
                      <a:pt x="1158" y="138"/>
                    </a:cubicBezTo>
                    <a:cubicBezTo>
                      <a:pt x="1167" y="116"/>
                      <a:pt x="1167" y="116"/>
                      <a:pt x="1167" y="116"/>
                    </a:cubicBezTo>
                    <a:cubicBezTo>
                      <a:pt x="1155" y="62"/>
                      <a:pt x="1155" y="62"/>
                      <a:pt x="1155" y="62"/>
                    </a:cubicBezTo>
                    <a:cubicBezTo>
                      <a:pt x="1137" y="71"/>
                      <a:pt x="1137" y="71"/>
                      <a:pt x="1137" y="71"/>
                    </a:cubicBezTo>
                    <a:cubicBezTo>
                      <a:pt x="1064" y="27"/>
                      <a:pt x="1064" y="27"/>
                      <a:pt x="1064" y="27"/>
                    </a:cubicBezTo>
                    <a:cubicBezTo>
                      <a:pt x="990" y="21"/>
                      <a:pt x="990" y="21"/>
                      <a:pt x="990" y="21"/>
                    </a:cubicBezTo>
                    <a:cubicBezTo>
                      <a:pt x="973" y="48"/>
                      <a:pt x="973" y="48"/>
                      <a:pt x="973" y="48"/>
                    </a:cubicBezTo>
                    <a:cubicBezTo>
                      <a:pt x="946" y="49"/>
                      <a:pt x="946" y="49"/>
                      <a:pt x="946" y="49"/>
                    </a:cubicBezTo>
                    <a:cubicBezTo>
                      <a:pt x="915" y="80"/>
                      <a:pt x="915" y="80"/>
                      <a:pt x="915" y="80"/>
                    </a:cubicBezTo>
                    <a:cubicBezTo>
                      <a:pt x="893" y="45"/>
                      <a:pt x="893" y="45"/>
                      <a:pt x="893" y="45"/>
                    </a:cubicBezTo>
                    <a:cubicBezTo>
                      <a:pt x="906" y="28"/>
                      <a:pt x="906" y="28"/>
                      <a:pt x="906" y="28"/>
                    </a:cubicBezTo>
                    <a:cubicBezTo>
                      <a:pt x="893" y="11"/>
                      <a:pt x="893" y="11"/>
                      <a:pt x="893" y="11"/>
                    </a:cubicBezTo>
                    <a:cubicBezTo>
                      <a:pt x="814" y="7"/>
                      <a:pt x="814" y="7"/>
                      <a:pt x="814" y="7"/>
                    </a:cubicBezTo>
                    <a:cubicBezTo>
                      <a:pt x="816" y="35"/>
                      <a:pt x="816" y="35"/>
                      <a:pt x="816" y="35"/>
                    </a:cubicBezTo>
                    <a:cubicBezTo>
                      <a:pt x="790" y="41"/>
                      <a:pt x="790" y="41"/>
                      <a:pt x="790" y="41"/>
                    </a:cubicBezTo>
                    <a:cubicBezTo>
                      <a:pt x="766" y="0"/>
                      <a:pt x="766" y="0"/>
                      <a:pt x="766" y="0"/>
                    </a:cubicBezTo>
                    <a:cubicBezTo>
                      <a:pt x="730" y="13"/>
                      <a:pt x="730" y="13"/>
                      <a:pt x="730" y="13"/>
                    </a:cubicBezTo>
                    <a:cubicBezTo>
                      <a:pt x="693" y="0"/>
                      <a:pt x="693" y="0"/>
                      <a:pt x="693" y="0"/>
                    </a:cubicBezTo>
                    <a:cubicBezTo>
                      <a:pt x="630" y="51"/>
                      <a:pt x="630" y="51"/>
                      <a:pt x="630" y="51"/>
                    </a:cubicBezTo>
                    <a:cubicBezTo>
                      <a:pt x="627" y="105"/>
                      <a:pt x="627" y="105"/>
                      <a:pt x="627" y="105"/>
                    </a:cubicBezTo>
                    <a:cubicBezTo>
                      <a:pt x="599" y="122"/>
                      <a:pt x="599" y="122"/>
                      <a:pt x="599" y="122"/>
                    </a:cubicBezTo>
                    <a:cubicBezTo>
                      <a:pt x="523" y="103"/>
                      <a:pt x="523" y="103"/>
                      <a:pt x="523" y="103"/>
                    </a:cubicBezTo>
                    <a:cubicBezTo>
                      <a:pt x="467" y="172"/>
                      <a:pt x="467" y="172"/>
                      <a:pt x="467" y="172"/>
                    </a:cubicBezTo>
                    <a:cubicBezTo>
                      <a:pt x="470" y="179"/>
                      <a:pt x="470" y="179"/>
                      <a:pt x="470" y="179"/>
                    </a:cubicBezTo>
                    <a:cubicBezTo>
                      <a:pt x="463" y="200"/>
                      <a:pt x="463" y="200"/>
                      <a:pt x="463" y="200"/>
                    </a:cubicBezTo>
                    <a:cubicBezTo>
                      <a:pt x="467" y="244"/>
                      <a:pt x="467" y="244"/>
                      <a:pt x="467" y="244"/>
                    </a:cubicBezTo>
                    <a:cubicBezTo>
                      <a:pt x="518" y="256"/>
                      <a:pt x="518" y="256"/>
                      <a:pt x="518" y="256"/>
                    </a:cubicBezTo>
                    <a:cubicBezTo>
                      <a:pt x="480" y="307"/>
                      <a:pt x="480" y="307"/>
                      <a:pt x="480" y="307"/>
                    </a:cubicBezTo>
                    <a:cubicBezTo>
                      <a:pt x="442" y="312"/>
                      <a:pt x="442" y="312"/>
                      <a:pt x="442" y="312"/>
                    </a:cubicBezTo>
                    <a:cubicBezTo>
                      <a:pt x="432" y="351"/>
                      <a:pt x="432" y="351"/>
                      <a:pt x="432" y="351"/>
                    </a:cubicBezTo>
                    <a:cubicBezTo>
                      <a:pt x="377" y="377"/>
                      <a:pt x="377" y="377"/>
                      <a:pt x="377" y="377"/>
                    </a:cubicBezTo>
                    <a:cubicBezTo>
                      <a:pt x="365" y="408"/>
                      <a:pt x="365" y="408"/>
                      <a:pt x="365" y="408"/>
                    </a:cubicBezTo>
                    <a:cubicBezTo>
                      <a:pt x="369" y="471"/>
                      <a:pt x="369" y="471"/>
                      <a:pt x="369" y="471"/>
                    </a:cubicBezTo>
                    <a:cubicBezTo>
                      <a:pt x="351" y="524"/>
                      <a:pt x="351" y="524"/>
                      <a:pt x="351" y="524"/>
                    </a:cubicBezTo>
                    <a:cubicBezTo>
                      <a:pt x="371" y="538"/>
                      <a:pt x="371" y="538"/>
                      <a:pt x="371" y="538"/>
                    </a:cubicBezTo>
                    <a:cubicBezTo>
                      <a:pt x="393" y="580"/>
                      <a:pt x="393" y="580"/>
                      <a:pt x="393" y="580"/>
                    </a:cubicBezTo>
                    <a:cubicBezTo>
                      <a:pt x="354" y="588"/>
                      <a:pt x="354" y="588"/>
                      <a:pt x="354" y="588"/>
                    </a:cubicBezTo>
                    <a:cubicBezTo>
                      <a:pt x="343" y="552"/>
                      <a:pt x="343" y="552"/>
                      <a:pt x="343" y="552"/>
                    </a:cubicBezTo>
                    <a:cubicBezTo>
                      <a:pt x="292" y="559"/>
                      <a:pt x="292" y="559"/>
                      <a:pt x="292" y="559"/>
                    </a:cubicBezTo>
                    <a:cubicBezTo>
                      <a:pt x="290" y="590"/>
                      <a:pt x="290" y="590"/>
                      <a:pt x="290" y="590"/>
                    </a:cubicBezTo>
                    <a:cubicBezTo>
                      <a:pt x="247" y="605"/>
                      <a:pt x="247" y="605"/>
                      <a:pt x="247" y="605"/>
                    </a:cubicBezTo>
                    <a:cubicBezTo>
                      <a:pt x="242" y="645"/>
                      <a:pt x="242" y="645"/>
                      <a:pt x="242" y="645"/>
                    </a:cubicBezTo>
                    <a:cubicBezTo>
                      <a:pt x="206" y="650"/>
                      <a:pt x="206" y="650"/>
                      <a:pt x="206" y="650"/>
                    </a:cubicBezTo>
                    <a:cubicBezTo>
                      <a:pt x="183" y="677"/>
                      <a:pt x="183" y="677"/>
                      <a:pt x="183" y="677"/>
                    </a:cubicBezTo>
                    <a:cubicBezTo>
                      <a:pt x="146" y="681"/>
                      <a:pt x="146" y="681"/>
                      <a:pt x="146" y="681"/>
                    </a:cubicBezTo>
                    <a:cubicBezTo>
                      <a:pt x="138" y="672"/>
                      <a:pt x="138" y="672"/>
                      <a:pt x="138" y="672"/>
                    </a:cubicBezTo>
                    <a:cubicBezTo>
                      <a:pt x="90" y="677"/>
                      <a:pt x="90" y="677"/>
                      <a:pt x="90" y="677"/>
                    </a:cubicBezTo>
                    <a:cubicBezTo>
                      <a:pt x="82" y="683"/>
                      <a:pt x="82" y="683"/>
                      <a:pt x="82" y="683"/>
                    </a:cubicBezTo>
                    <a:cubicBezTo>
                      <a:pt x="27" y="685"/>
                      <a:pt x="27" y="685"/>
                      <a:pt x="27" y="685"/>
                    </a:cubicBezTo>
                    <a:cubicBezTo>
                      <a:pt x="76" y="842"/>
                      <a:pt x="76" y="842"/>
                      <a:pt x="76" y="842"/>
                    </a:cubicBezTo>
                    <a:cubicBezTo>
                      <a:pt x="118" y="909"/>
                      <a:pt x="118" y="909"/>
                      <a:pt x="118" y="909"/>
                    </a:cubicBezTo>
                    <a:cubicBezTo>
                      <a:pt x="111" y="1020"/>
                      <a:pt x="111" y="1020"/>
                      <a:pt x="111" y="1020"/>
                    </a:cubicBezTo>
                    <a:cubicBezTo>
                      <a:pt x="43" y="1037"/>
                      <a:pt x="43" y="1037"/>
                      <a:pt x="43" y="1037"/>
                    </a:cubicBezTo>
                    <a:cubicBezTo>
                      <a:pt x="0" y="1115"/>
                      <a:pt x="0" y="1115"/>
                      <a:pt x="0" y="1115"/>
                    </a:cubicBezTo>
                    <a:cubicBezTo>
                      <a:pt x="9" y="1140"/>
                      <a:pt x="9" y="1140"/>
                      <a:pt x="9" y="1140"/>
                    </a:cubicBezTo>
                    <a:cubicBezTo>
                      <a:pt x="50" y="1148"/>
                      <a:pt x="50" y="1148"/>
                      <a:pt x="50" y="1148"/>
                    </a:cubicBezTo>
                    <a:cubicBezTo>
                      <a:pt x="52" y="1163"/>
                      <a:pt x="52" y="1163"/>
                      <a:pt x="52" y="1163"/>
                    </a:cubicBezTo>
                    <a:cubicBezTo>
                      <a:pt x="79" y="1170"/>
                      <a:pt x="79" y="1170"/>
                      <a:pt x="79" y="1170"/>
                    </a:cubicBezTo>
                    <a:cubicBezTo>
                      <a:pt x="87" y="1190"/>
                      <a:pt x="87" y="1190"/>
                      <a:pt x="87" y="1190"/>
                    </a:cubicBezTo>
                    <a:cubicBezTo>
                      <a:pt x="77" y="1218"/>
                      <a:pt x="77" y="1218"/>
                      <a:pt x="77" y="1218"/>
                    </a:cubicBezTo>
                    <a:cubicBezTo>
                      <a:pt x="78" y="1238"/>
                      <a:pt x="78" y="1238"/>
                      <a:pt x="78" y="1238"/>
                    </a:cubicBezTo>
                    <a:cubicBezTo>
                      <a:pt x="83" y="1253"/>
                      <a:pt x="83" y="1253"/>
                      <a:pt x="83" y="1253"/>
                    </a:cubicBezTo>
                    <a:cubicBezTo>
                      <a:pt x="69" y="1265"/>
                      <a:pt x="69" y="1265"/>
                      <a:pt x="69" y="1265"/>
                    </a:cubicBezTo>
                    <a:cubicBezTo>
                      <a:pt x="76" y="1312"/>
                      <a:pt x="76" y="1312"/>
                      <a:pt x="76" y="1312"/>
                    </a:cubicBezTo>
                    <a:cubicBezTo>
                      <a:pt x="86" y="1314"/>
                      <a:pt x="86" y="1314"/>
                      <a:pt x="86" y="1314"/>
                    </a:cubicBezTo>
                    <a:cubicBezTo>
                      <a:pt x="118" y="1285"/>
                      <a:pt x="118" y="1285"/>
                      <a:pt x="118" y="1285"/>
                    </a:cubicBezTo>
                    <a:cubicBezTo>
                      <a:pt x="138" y="1290"/>
                      <a:pt x="138" y="1290"/>
                      <a:pt x="138" y="1290"/>
                    </a:cubicBezTo>
                    <a:cubicBezTo>
                      <a:pt x="223" y="1258"/>
                      <a:pt x="223" y="1258"/>
                      <a:pt x="223" y="1258"/>
                    </a:cubicBezTo>
                    <a:cubicBezTo>
                      <a:pt x="210" y="1208"/>
                      <a:pt x="210" y="1208"/>
                      <a:pt x="210" y="1208"/>
                    </a:cubicBezTo>
                    <a:cubicBezTo>
                      <a:pt x="309" y="1195"/>
                      <a:pt x="309" y="1195"/>
                      <a:pt x="309" y="1195"/>
                    </a:cubicBezTo>
                    <a:cubicBezTo>
                      <a:pt x="363" y="1170"/>
                      <a:pt x="363" y="1170"/>
                      <a:pt x="363" y="1170"/>
                    </a:cubicBezTo>
                    <a:cubicBezTo>
                      <a:pt x="405" y="1185"/>
                      <a:pt x="499" y="1155"/>
                      <a:pt x="499" y="1155"/>
                    </a:cubicBezTo>
                    <a:cubicBezTo>
                      <a:pt x="522" y="1192"/>
                      <a:pt x="522" y="1192"/>
                      <a:pt x="522" y="1192"/>
                    </a:cubicBezTo>
                    <a:cubicBezTo>
                      <a:pt x="569" y="1176"/>
                      <a:pt x="569" y="1176"/>
                      <a:pt x="569" y="1176"/>
                    </a:cubicBezTo>
                    <a:cubicBezTo>
                      <a:pt x="670" y="1202"/>
                      <a:pt x="670" y="1202"/>
                      <a:pt x="670" y="1202"/>
                    </a:cubicBezTo>
                    <a:cubicBezTo>
                      <a:pt x="708" y="1184"/>
                      <a:pt x="708" y="1184"/>
                      <a:pt x="708" y="1184"/>
                    </a:cubicBezTo>
                    <a:cubicBezTo>
                      <a:pt x="736" y="1230"/>
                      <a:pt x="736" y="1230"/>
                      <a:pt x="736" y="1230"/>
                    </a:cubicBezTo>
                    <a:cubicBezTo>
                      <a:pt x="800" y="1225"/>
                      <a:pt x="800" y="1225"/>
                      <a:pt x="800" y="1225"/>
                    </a:cubicBezTo>
                    <a:cubicBezTo>
                      <a:pt x="818" y="1256"/>
                      <a:pt x="818" y="1256"/>
                      <a:pt x="818" y="1256"/>
                    </a:cubicBezTo>
                    <a:cubicBezTo>
                      <a:pt x="850" y="1220"/>
                      <a:pt x="850" y="1220"/>
                      <a:pt x="850" y="1220"/>
                    </a:cubicBezTo>
                    <a:cubicBezTo>
                      <a:pt x="903" y="1193"/>
                      <a:pt x="903" y="1193"/>
                      <a:pt x="903" y="1193"/>
                    </a:cubicBezTo>
                    <a:cubicBezTo>
                      <a:pt x="925" y="1215"/>
                      <a:pt x="925" y="1215"/>
                      <a:pt x="925" y="1215"/>
                    </a:cubicBezTo>
                    <a:cubicBezTo>
                      <a:pt x="977" y="1217"/>
                      <a:pt x="977" y="1217"/>
                      <a:pt x="977" y="1217"/>
                    </a:cubicBezTo>
                    <a:cubicBezTo>
                      <a:pt x="977" y="1244"/>
                      <a:pt x="977" y="1244"/>
                      <a:pt x="977" y="1244"/>
                    </a:cubicBezTo>
                    <a:cubicBezTo>
                      <a:pt x="1063" y="1187"/>
                      <a:pt x="1063" y="1187"/>
                      <a:pt x="1063" y="1187"/>
                    </a:cubicBezTo>
                    <a:cubicBezTo>
                      <a:pt x="1096" y="1234"/>
                      <a:pt x="1096" y="1234"/>
                      <a:pt x="1096" y="1234"/>
                    </a:cubicBezTo>
                    <a:cubicBezTo>
                      <a:pt x="1129" y="1240"/>
                      <a:pt x="1129" y="1240"/>
                      <a:pt x="1129" y="1240"/>
                    </a:cubicBezTo>
                    <a:cubicBezTo>
                      <a:pt x="1165" y="1205"/>
                      <a:pt x="1165" y="1205"/>
                      <a:pt x="1165" y="1205"/>
                    </a:cubicBezTo>
                    <a:cubicBezTo>
                      <a:pt x="1248" y="1195"/>
                      <a:pt x="1248" y="1195"/>
                      <a:pt x="1248" y="1195"/>
                    </a:cubicBezTo>
                    <a:cubicBezTo>
                      <a:pt x="1288" y="1234"/>
                      <a:pt x="1288" y="1234"/>
                      <a:pt x="1288" y="1234"/>
                    </a:cubicBezTo>
                    <a:cubicBezTo>
                      <a:pt x="1288" y="1242"/>
                      <a:pt x="1288" y="1242"/>
                      <a:pt x="1288" y="1242"/>
                    </a:cubicBezTo>
                    <a:cubicBezTo>
                      <a:pt x="1301" y="1242"/>
                      <a:pt x="1337" y="1227"/>
                      <a:pt x="1337" y="1227"/>
                    </a:cubicBezTo>
                    <a:cubicBezTo>
                      <a:pt x="1316" y="1222"/>
                      <a:pt x="1316" y="1222"/>
                      <a:pt x="1316" y="1222"/>
                    </a:cubicBezTo>
                    <a:cubicBezTo>
                      <a:pt x="1329" y="1207"/>
                      <a:pt x="1329" y="1207"/>
                      <a:pt x="1329" y="1207"/>
                    </a:cubicBezTo>
                    <a:cubicBezTo>
                      <a:pt x="1298" y="1164"/>
                      <a:pt x="1298" y="1164"/>
                      <a:pt x="1298" y="1164"/>
                    </a:cubicBezTo>
                    <a:cubicBezTo>
                      <a:pt x="1298" y="1152"/>
                      <a:pt x="1298" y="1152"/>
                      <a:pt x="1298" y="1152"/>
                    </a:cubicBezTo>
                    <a:cubicBezTo>
                      <a:pt x="1323" y="1083"/>
                      <a:pt x="1323" y="1083"/>
                      <a:pt x="1323" y="1083"/>
                    </a:cubicBezTo>
                    <a:cubicBezTo>
                      <a:pt x="1361" y="1069"/>
                      <a:pt x="1361" y="1069"/>
                      <a:pt x="1361" y="1069"/>
                    </a:cubicBezTo>
                    <a:cubicBezTo>
                      <a:pt x="1378" y="1022"/>
                      <a:pt x="1378" y="1022"/>
                      <a:pt x="1378" y="1022"/>
                    </a:cubicBezTo>
                    <a:cubicBezTo>
                      <a:pt x="1423" y="1029"/>
                      <a:pt x="1423" y="1029"/>
                      <a:pt x="1423" y="1029"/>
                    </a:cubicBezTo>
                    <a:cubicBezTo>
                      <a:pt x="1423" y="996"/>
                      <a:pt x="1423" y="996"/>
                      <a:pt x="1423" y="996"/>
                    </a:cubicBezTo>
                    <a:cubicBezTo>
                      <a:pt x="1497" y="999"/>
                      <a:pt x="1497" y="999"/>
                      <a:pt x="1497" y="999"/>
                    </a:cubicBezTo>
                    <a:cubicBezTo>
                      <a:pt x="1485" y="954"/>
                      <a:pt x="1485" y="954"/>
                      <a:pt x="1485" y="954"/>
                    </a:cubicBezTo>
                    <a:cubicBezTo>
                      <a:pt x="1451" y="944"/>
                      <a:pt x="1451" y="944"/>
                      <a:pt x="1451" y="944"/>
                    </a:cubicBezTo>
                    <a:cubicBezTo>
                      <a:pt x="1451" y="871"/>
                      <a:pt x="1451" y="871"/>
                      <a:pt x="1451" y="871"/>
                    </a:cubicBezTo>
                    <a:cubicBezTo>
                      <a:pt x="1423" y="854"/>
                      <a:pt x="1423" y="854"/>
                      <a:pt x="1423" y="854"/>
                    </a:cubicBezTo>
                    <a:cubicBezTo>
                      <a:pt x="1409" y="802"/>
                      <a:pt x="1409" y="802"/>
                      <a:pt x="1409" y="802"/>
                    </a:cubicBezTo>
                    <a:cubicBezTo>
                      <a:pt x="1359" y="752"/>
                      <a:pt x="1359" y="752"/>
                      <a:pt x="1359" y="752"/>
                    </a:cubicBezTo>
                    <a:cubicBezTo>
                      <a:pt x="1377" y="709"/>
                      <a:pt x="1377" y="709"/>
                      <a:pt x="1377" y="709"/>
                    </a:cubicBezTo>
                    <a:cubicBezTo>
                      <a:pt x="1441" y="700"/>
                      <a:pt x="1441" y="700"/>
                      <a:pt x="1441" y="700"/>
                    </a:cubicBezTo>
                    <a:cubicBezTo>
                      <a:pt x="1433" y="729"/>
                      <a:pt x="1433" y="729"/>
                      <a:pt x="1433" y="729"/>
                    </a:cubicBezTo>
                    <a:cubicBezTo>
                      <a:pt x="1489" y="732"/>
                      <a:pt x="1489" y="732"/>
                      <a:pt x="1489" y="732"/>
                    </a:cubicBezTo>
                    <a:cubicBezTo>
                      <a:pt x="1527" y="706"/>
                      <a:pt x="1527" y="706"/>
                      <a:pt x="1527" y="706"/>
                    </a:cubicBezTo>
                    <a:cubicBezTo>
                      <a:pt x="1536" y="656"/>
                      <a:pt x="1536" y="656"/>
                      <a:pt x="1536" y="656"/>
                    </a:cubicBezTo>
                    <a:cubicBezTo>
                      <a:pt x="1568" y="650"/>
                      <a:pt x="1568" y="650"/>
                      <a:pt x="1568" y="650"/>
                    </a:cubicBezTo>
                    <a:cubicBezTo>
                      <a:pt x="1575" y="628"/>
                      <a:pt x="1575" y="628"/>
                      <a:pt x="1575" y="628"/>
                    </a:cubicBezTo>
                    <a:lnTo>
                      <a:pt x="1499" y="574"/>
                    </a:lnTo>
                    <a:close/>
                    <a:moveTo>
                      <a:pt x="542" y="383"/>
                    </a:moveTo>
                    <a:cubicBezTo>
                      <a:pt x="539" y="383"/>
                      <a:pt x="539" y="380"/>
                      <a:pt x="537" y="379"/>
                    </a:cubicBezTo>
                    <a:cubicBezTo>
                      <a:pt x="535" y="377"/>
                      <a:pt x="532" y="377"/>
                      <a:pt x="529" y="376"/>
                    </a:cubicBezTo>
                    <a:cubicBezTo>
                      <a:pt x="529" y="379"/>
                      <a:pt x="527" y="380"/>
                      <a:pt x="526" y="382"/>
                    </a:cubicBezTo>
                    <a:cubicBezTo>
                      <a:pt x="525" y="385"/>
                      <a:pt x="528" y="392"/>
                      <a:pt x="525" y="391"/>
                    </a:cubicBezTo>
                    <a:cubicBezTo>
                      <a:pt x="522" y="390"/>
                      <a:pt x="523" y="385"/>
                      <a:pt x="519" y="385"/>
                    </a:cubicBezTo>
                    <a:cubicBezTo>
                      <a:pt x="518" y="386"/>
                      <a:pt x="517" y="388"/>
                      <a:pt x="515" y="388"/>
                    </a:cubicBezTo>
                    <a:cubicBezTo>
                      <a:pt x="514" y="387"/>
                      <a:pt x="513" y="385"/>
                      <a:pt x="512" y="384"/>
                    </a:cubicBezTo>
                    <a:cubicBezTo>
                      <a:pt x="511" y="381"/>
                      <a:pt x="509" y="379"/>
                      <a:pt x="507" y="376"/>
                    </a:cubicBezTo>
                    <a:cubicBezTo>
                      <a:pt x="506" y="375"/>
                      <a:pt x="504" y="371"/>
                      <a:pt x="506" y="369"/>
                    </a:cubicBezTo>
                    <a:cubicBezTo>
                      <a:pt x="507" y="368"/>
                      <a:pt x="510" y="369"/>
                      <a:pt x="511" y="368"/>
                    </a:cubicBezTo>
                    <a:cubicBezTo>
                      <a:pt x="513" y="368"/>
                      <a:pt x="514" y="368"/>
                      <a:pt x="515" y="369"/>
                    </a:cubicBezTo>
                    <a:cubicBezTo>
                      <a:pt x="518" y="370"/>
                      <a:pt x="520" y="372"/>
                      <a:pt x="523" y="372"/>
                    </a:cubicBezTo>
                    <a:cubicBezTo>
                      <a:pt x="526" y="373"/>
                      <a:pt x="529" y="372"/>
                      <a:pt x="532" y="372"/>
                    </a:cubicBezTo>
                    <a:cubicBezTo>
                      <a:pt x="539" y="371"/>
                      <a:pt x="542" y="376"/>
                      <a:pt x="542" y="383"/>
                    </a:cubicBezTo>
                    <a:close/>
                    <a:moveTo>
                      <a:pt x="616" y="449"/>
                    </a:moveTo>
                    <a:cubicBezTo>
                      <a:pt x="611" y="451"/>
                      <a:pt x="610" y="456"/>
                      <a:pt x="608" y="460"/>
                    </a:cubicBezTo>
                    <a:cubicBezTo>
                      <a:pt x="607" y="464"/>
                      <a:pt x="603" y="468"/>
                      <a:pt x="599" y="470"/>
                    </a:cubicBezTo>
                    <a:cubicBezTo>
                      <a:pt x="598" y="471"/>
                      <a:pt x="596" y="472"/>
                      <a:pt x="596" y="474"/>
                    </a:cubicBezTo>
                    <a:cubicBezTo>
                      <a:pt x="596" y="477"/>
                      <a:pt x="600" y="478"/>
                      <a:pt x="601" y="480"/>
                    </a:cubicBezTo>
                    <a:cubicBezTo>
                      <a:pt x="603" y="484"/>
                      <a:pt x="605" y="489"/>
                      <a:pt x="605" y="493"/>
                    </a:cubicBezTo>
                    <a:cubicBezTo>
                      <a:pt x="603" y="493"/>
                      <a:pt x="603" y="489"/>
                      <a:pt x="603" y="488"/>
                    </a:cubicBezTo>
                    <a:cubicBezTo>
                      <a:pt x="602" y="485"/>
                      <a:pt x="599" y="484"/>
                      <a:pt x="598" y="482"/>
                    </a:cubicBezTo>
                    <a:cubicBezTo>
                      <a:pt x="595" y="479"/>
                      <a:pt x="593" y="473"/>
                      <a:pt x="589" y="472"/>
                    </a:cubicBezTo>
                    <a:cubicBezTo>
                      <a:pt x="587" y="471"/>
                      <a:pt x="585" y="472"/>
                      <a:pt x="583" y="472"/>
                    </a:cubicBezTo>
                    <a:cubicBezTo>
                      <a:pt x="580" y="472"/>
                      <a:pt x="578" y="472"/>
                      <a:pt x="575" y="473"/>
                    </a:cubicBezTo>
                    <a:cubicBezTo>
                      <a:pt x="573" y="474"/>
                      <a:pt x="571" y="474"/>
                      <a:pt x="570" y="475"/>
                    </a:cubicBezTo>
                    <a:cubicBezTo>
                      <a:pt x="568" y="476"/>
                      <a:pt x="566" y="478"/>
                      <a:pt x="565" y="476"/>
                    </a:cubicBezTo>
                    <a:cubicBezTo>
                      <a:pt x="562" y="474"/>
                      <a:pt x="564" y="473"/>
                      <a:pt x="566" y="472"/>
                    </a:cubicBezTo>
                    <a:cubicBezTo>
                      <a:pt x="569" y="471"/>
                      <a:pt x="569" y="471"/>
                      <a:pt x="571" y="468"/>
                    </a:cubicBezTo>
                    <a:cubicBezTo>
                      <a:pt x="574" y="465"/>
                      <a:pt x="581" y="461"/>
                      <a:pt x="585" y="462"/>
                    </a:cubicBezTo>
                    <a:cubicBezTo>
                      <a:pt x="586" y="464"/>
                      <a:pt x="585" y="466"/>
                      <a:pt x="588" y="467"/>
                    </a:cubicBezTo>
                    <a:cubicBezTo>
                      <a:pt x="589" y="468"/>
                      <a:pt x="592" y="467"/>
                      <a:pt x="594" y="467"/>
                    </a:cubicBezTo>
                    <a:cubicBezTo>
                      <a:pt x="596" y="466"/>
                      <a:pt x="597" y="464"/>
                      <a:pt x="599" y="464"/>
                    </a:cubicBezTo>
                    <a:cubicBezTo>
                      <a:pt x="601" y="463"/>
                      <a:pt x="603" y="464"/>
                      <a:pt x="605" y="462"/>
                    </a:cubicBezTo>
                    <a:cubicBezTo>
                      <a:pt x="608" y="458"/>
                      <a:pt x="603" y="454"/>
                      <a:pt x="606" y="451"/>
                    </a:cubicBezTo>
                    <a:cubicBezTo>
                      <a:pt x="607" y="449"/>
                      <a:pt x="610" y="449"/>
                      <a:pt x="612" y="448"/>
                    </a:cubicBezTo>
                    <a:cubicBezTo>
                      <a:pt x="614" y="447"/>
                      <a:pt x="614" y="444"/>
                      <a:pt x="614" y="442"/>
                    </a:cubicBezTo>
                    <a:cubicBezTo>
                      <a:pt x="617" y="441"/>
                      <a:pt x="619" y="444"/>
                      <a:pt x="621" y="445"/>
                    </a:cubicBezTo>
                    <a:cubicBezTo>
                      <a:pt x="624" y="446"/>
                      <a:pt x="626" y="445"/>
                      <a:pt x="628" y="445"/>
                    </a:cubicBezTo>
                    <a:cubicBezTo>
                      <a:pt x="625" y="448"/>
                      <a:pt x="619" y="447"/>
                      <a:pt x="616" y="44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8" name="Freeform 2188">
                <a:extLst>
                  <a:ext uri="{FF2B5EF4-FFF2-40B4-BE49-F238E27FC236}">
                    <a16:creationId xmlns:a16="http://schemas.microsoft.com/office/drawing/2014/main" id="{2FE87A06-132F-DC4C-BE2C-9E53298D7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819"/>
                <a:ext cx="468" cy="255"/>
              </a:xfrm>
              <a:custGeom>
                <a:avLst/>
                <a:gdLst>
                  <a:gd name="T0" fmla="*/ 37 w 1152"/>
                  <a:gd name="T1" fmla="*/ 379 h 627"/>
                  <a:gd name="T2" fmla="*/ 50 w 1152"/>
                  <a:gd name="T3" fmla="*/ 359 h 627"/>
                  <a:gd name="T4" fmla="*/ 57 w 1152"/>
                  <a:gd name="T5" fmla="*/ 336 h 627"/>
                  <a:gd name="T6" fmla="*/ 52 w 1152"/>
                  <a:gd name="T7" fmla="*/ 294 h 627"/>
                  <a:gd name="T8" fmla="*/ 56 w 1152"/>
                  <a:gd name="T9" fmla="*/ 271 h 627"/>
                  <a:gd name="T10" fmla="*/ 74 w 1152"/>
                  <a:gd name="T11" fmla="*/ 243 h 627"/>
                  <a:gd name="T12" fmla="*/ 89 w 1152"/>
                  <a:gd name="T13" fmla="*/ 209 h 627"/>
                  <a:gd name="T14" fmla="*/ 102 w 1152"/>
                  <a:gd name="T15" fmla="*/ 194 h 627"/>
                  <a:gd name="T16" fmla="*/ 120 w 1152"/>
                  <a:gd name="T17" fmla="*/ 190 h 627"/>
                  <a:gd name="T18" fmla="*/ 141 w 1152"/>
                  <a:gd name="T19" fmla="*/ 185 h 627"/>
                  <a:gd name="T20" fmla="*/ 154 w 1152"/>
                  <a:gd name="T21" fmla="*/ 175 h 627"/>
                  <a:gd name="T22" fmla="*/ 218 w 1152"/>
                  <a:gd name="T23" fmla="*/ 137 h 627"/>
                  <a:gd name="T24" fmla="*/ 236 w 1152"/>
                  <a:gd name="T25" fmla="*/ 186 h 627"/>
                  <a:gd name="T26" fmla="*/ 288 w 1152"/>
                  <a:gd name="T27" fmla="*/ 225 h 627"/>
                  <a:gd name="T28" fmla="*/ 314 w 1152"/>
                  <a:gd name="T29" fmla="*/ 236 h 627"/>
                  <a:gd name="T30" fmla="*/ 320 w 1152"/>
                  <a:gd name="T31" fmla="*/ 260 h 627"/>
                  <a:gd name="T32" fmla="*/ 336 w 1152"/>
                  <a:gd name="T33" fmla="*/ 287 h 627"/>
                  <a:gd name="T34" fmla="*/ 342 w 1152"/>
                  <a:gd name="T35" fmla="*/ 308 h 627"/>
                  <a:gd name="T36" fmla="*/ 362 w 1152"/>
                  <a:gd name="T37" fmla="*/ 316 h 627"/>
                  <a:gd name="T38" fmla="*/ 379 w 1152"/>
                  <a:gd name="T39" fmla="*/ 317 h 627"/>
                  <a:gd name="T40" fmla="*/ 390 w 1152"/>
                  <a:gd name="T41" fmla="*/ 330 h 627"/>
                  <a:gd name="T42" fmla="*/ 399 w 1152"/>
                  <a:gd name="T43" fmla="*/ 333 h 627"/>
                  <a:gd name="T44" fmla="*/ 415 w 1152"/>
                  <a:gd name="T45" fmla="*/ 335 h 627"/>
                  <a:gd name="T46" fmla="*/ 434 w 1152"/>
                  <a:gd name="T47" fmla="*/ 326 h 627"/>
                  <a:gd name="T48" fmla="*/ 448 w 1152"/>
                  <a:gd name="T49" fmla="*/ 316 h 627"/>
                  <a:gd name="T50" fmla="*/ 463 w 1152"/>
                  <a:gd name="T51" fmla="*/ 302 h 627"/>
                  <a:gd name="T52" fmla="*/ 487 w 1152"/>
                  <a:gd name="T53" fmla="*/ 279 h 627"/>
                  <a:gd name="T54" fmla="*/ 507 w 1152"/>
                  <a:gd name="T55" fmla="*/ 251 h 627"/>
                  <a:gd name="T56" fmla="*/ 507 w 1152"/>
                  <a:gd name="T57" fmla="*/ 220 h 627"/>
                  <a:gd name="T58" fmla="*/ 502 w 1152"/>
                  <a:gd name="T59" fmla="*/ 193 h 627"/>
                  <a:gd name="T60" fmla="*/ 495 w 1152"/>
                  <a:gd name="T61" fmla="*/ 144 h 627"/>
                  <a:gd name="T62" fmla="*/ 486 w 1152"/>
                  <a:gd name="T63" fmla="*/ 108 h 627"/>
                  <a:gd name="T64" fmla="*/ 482 w 1152"/>
                  <a:gd name="T65" fmla="*/ 73 h 627"/>
                  <a:gd name="T66" fmla="*/ 566 w 1152"/>
                  <a:gd name="T67" fmla="*/ 36 h 627"/>
                  <a:gd name="T68" fmla="*/ 649 w 1152"/>
                  <a:gd name="T69" fmla="*/ 12 h 627"/>
                  <a:gd name="T70" fmla="*/ 821 w 1152"/>
                  <a:gd name="T71" fmla="*/ 127 h 627"/>
                  <a:gd name="T72" fmla="*/ 978 w 1152"/>
                  <a:gd name="T73" fmla="*/ 93 h 627"/>
                  <a:gd name="T74" fmla="*/ 1031 w 1152"/>
                  <a:gd name="T75" fmla="*/ 282 h 627"/>
                  <a:gd name="T76" fmla="*/ 1120 w 1152"/>
                  <a:gd name="T77" fmla="*/ 340 h 627"/>
                  <a:gd name="T78" fmla="*/ 1072 w 1152"/>
                  <a:gd name="T79" fmla="*/ 560 h 627"/>
                  <a:gd name="T80" fmla="*/ 843 w 1152"/>
                  <a:gd name="T81" fmla="*/ 594 h 627"/>
                  <a:gd name="T82" fmla="*/ 740 w 1152"/>
                  <a:gd name="T83" fmla="*/ 511 h 627"/>
                  <a:gd name="T84" fmla="*/ 549 w 1152"/>
                  <a:gd name="T85" fmla="*/ 504 h 627"/>
                  <a:gd name="T86" fmla="*/ 310 w 1152"/>
                  <a:gd name="T87" fmla="*/ 494 h 627"/>
                  <a:gd name="T88" fmla="*/ 120 w 1152"/>
                  <a:gd name="T89" fmla="*/ 525 h 627"/>
                  <a:gd name="T90" fmla="*/ 26 w 1152"/>
                  <a:gd name="T91" fmla="*/ 600 h 627"/>
                  <a:gd name="T92" fmla="*/ 9 w 1152"/>
                  <a:gd name="T93" fmla="*/ 557 h 627"/>
                  <a:gd name="T94" fmla="*/ 7 w 1152"/>
                  <a:gd name="T95" fmla="*/ 519 h 627"/>
                  <a:gd name="T96" fmla="*/ 5 w 1152"/>
                  <a:gd name="T97" fmla="*/ 478 h 627"/>
                  <a:gd name="T98" fmla="*/ 8 w 1152"/>
                  <a:gd name="T99" fmla="*/ 437 h 627"/>
                  <a:gd name="T100" fmla="*/ 7 w 1152"/>
                  <a:gd name="T101" fmla="*/ 420 h 627"/>
                  <a:gd name="T102" fmla="*/ 8 w 1152"/>
                  <a:gd name="T103" fmla="*/ 406 h 627"/>
                  <a:gd name="T104" fmla="*/ 25 w 1152"/>
                  <a:gd name="T105" fmla="*/ 391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52" h="627">
                    <a:moveTo>
                      <a:pt x="25" y="391"/>
                    </a:moveTo>
                    <a:cubicBezTo>
                      <a:pt x="28" y="388"/>
                      <a:pt x="31" y="386"/>
                      <a:pt x="34" y="383"/>
                    </a:cubicBezTo>
                    <a:cubicBezTo>
                      <a:pt x="35" y="382"/>
                      <a:pt x="36" y="381"/>
                      <a:pt x="36" y="381"/>
                    </a:cubicBezTo>
                    <a:cubicBezTo>
                      <a:pt x="37" y="380"/>
                      <a:pt x="37" y="380"/>
                      <a:pt x="37" y="379"/>
                    </a:cubicBezTo>
                    <a:cubicBezTo>
                      <a:pt x="37" y="377"/>
                      <a:pt x="38" y="376"/>
                      <a:pt x="39" y="375"/>
                    </a:cubicBezTo>
                    <a:cubicBezTo>
                      <a:pt x="40" y="373"/>
                      <a:pt x="42" y="372"/>
                      <a:pt x="44" y="370"/>
                    </a:cubicBezTo>
                    <a:cubicBezTo>
                      <a:pt x="45" y="369"/>
                      <a:pt x="46" y="367"/>
                      <a:pt x="47" y="366"/>
                    </a:cubicBezTo>
                    <a:cubicBezTo>
                      <a:pt x="48" y="363"/>
                      <a:pt x="49" y="361"/>
                      <a:pt x="50" y="359"/>
                    </a:cubicBezTo>
                    <a:cubicBezTo>
                      <a:pt x="51" y="357"/>
                      <a:pt x="52" y="355"/>
                      <a:pt x="54" y="354"/>
                    </a:cubicBezTo>
                    <a:cubicBezTo>
                      <a:pt x="55" y="352"/>
                      <a:pt x="55" y="350"/>
                      <a:pt x="56" y="348"/>
                    </a:cubicBezTo>
                    <a:cubicBezTo>
                      <a:pt x="57" y="346"/>
                      <a:pt x="58" y="344"/>
                      <a:pt x="58" y="342"/>
                    </a:cubicBezTo>
                    <a:cubicBezTo>
                      <a:pt x="58" y="339"/>
                      <a:pt x="57" y="338"/>
                      <a:pt x="57" y="336"/>
                    </a:cubicBezTo>
                    <a:cubicBezTo>
                      <a:pt x="55" y="331"/>
                      <a:pt x="55" y="326"/>
                      <a:pt x="54" y="321"/>
                    </a:cubicBezTo>
                    <a:cubicBezTo>
                      <a:pt x="54" y="320"/>
                      <a:pt x="54" y="318"/>
                      <a:pt x="54" y="316"/>
                    </a:cubicBezTo>
                    <a:cubicBezTo>
                      <a:pt x="54" y="314"/>
                      <a:pt x="53" y="311"/>
                      <a:pt x="53" y="309"/>
                    </a:cubicBezTo>
                    <a:cubicBezTo>
                      <a:pt x="53" y="304"/>
                      <a:pt x="52" y="299"/>
                      <a:pt x="52" y="294"/>
                    </a:cubicBezTo>
                    <a:cubicBezTo>
                      <a:pt x="52" y="290"/>
                      <a:pt x="52" y="287"/>
                      <a:pt x="51" y="283"/>
                    </a:cubicBezTo>
                    <a:cubicBezTo>
                      <a:pt x="51" y="281"/>
                      <a:pt x="51" y="278"/>
                      <a:pt x="52" y="276"/>
                    </a:cubicBezTo>
                    <a:cubicBezTo>
                      <a:pt x="52" y="275"/>
                      <a:pt x="53" y="274"/>
                      <a:pt x="54" y="273"/>
                    </a:cubicBezTo>
                    <a:cubicBezTo>
                      <a:pt x="54" y="272"/>
                      <a:pt x="55" y="271"/>
                      <a:pt x="56" y="271"/>
                    </a:cubicBezTo>
                    <a:cubicBezTo>
                      <a:pt x="57" y="270"/>
                      <a:pt x="58" y="268"/>
                      <a:pt x="60" y="266"/>
                    </a:cubicBezTo>
                    <a:cubicBezTo>
                      <a:pt x="61" y="265"/>
                      <a:pt x="63" y="263"/>
                      <a:pt x="64" y="261"/>
                    </a:cubicBezTo>
                    <a:cubicBezTo>
                      <a:pt x="66" y="258"/>
                      <a:pt x="68" y="255"/>
                      <a:pt x="69" y="252"/>
                    </a:cubicBezTo>
                    <a:cubicBezTo>
                      <a:pt x="71" y="249"/>
                      <a:pt x="72" y="246"/>
                      <a:pt x="74" y="243"/>
                    </a:cubicBezTo>
                    <a:cubicBezTo>
                      <a:pt x="76" y="241"/>
                      <a:pt x="78" y="238"/>
                      <a:pt x="80" y="235"/>
                    </a:cubicBezTo>
                    <a:cubicBezTo>
                      <a:pt x="81" y="232"/>
                      <a:pt x="82" y="230"/>
                      <a:pt x="83" y="227"/>
                    </a:cubicBezTo>
                    <a:cubicBezTo>
                      <a:pt x="83" y="225"/>
                      <a:pt x="84" y="223"/>
                      <a:pt x="85" y="220"/>
                    </a:cubicBezTo>
                    <a:cubicBezTo>
                      <a:pt x="87" y="217"/>
                      <a:pt x="89" y="213"/>
                      <a:pt x="89" y="209"/>
                    </a:cubicBezTo>
                    <a:cubicBezTo>
                      <a:pt x="89" y="206"/>
                      <a:pt x="88" y="202"/>
                      <a:pt x="90" y="200"/>
                    </a:cubicBezTo>
                    <a:cubicBezTo>
                      <a:pt x="91" y="197"/>
                      <a:pt x="93" y="195"/>
                      <a:pt x="97" y="194"/>
                    </a:cubicBezTo>
                    <a:cubicBezTo>
                      <a:pt x="97" y="194"/>
                      <a:pt x="98" y="195"/>
                      <a:pt x="99" y="195"/>
                    </a:cubicBezTo>
                    <a:cubicBezTo>
                      <a:pt x="100" y="195"/>
                      <a:pt x="101" y="194"/>
                      <a:pt x="102" y="194"/>
                    </a:cubicBezTo>
                    <a:cubicBezTo>
                      <a:pt x="103" y="194"/>
                      <a:pt x="104" y="194"/>
                      <a:pt x="105" y="193"/>
                    </a:cubicBezTo>
                    <a:cubicBezTo>
                      <a:pt x="106" y="193"/>
                      <a:pt x="107" y="192"/>
                      <a:pt x="108" y="191"/>
                    </a:cubicBezTo>
                    <a:cubicBezTo>
                      <a:pt x="110" y="190"/>
                      <a:pt x="112" y="191"/>
                      <a:pt x="114" y="191"/>
                    </a:cubicBezTo>
                    <a:cubicBezTo>
                      <a:pt x="116" y="190"/>
                      <a:pt x="118" y="191"/>
                      <a:pt x="120" y="190"/>
                    </a:cubicBezTo>
                    <a:cubicBezTo>
                      <a:pt x="121" y="190"/>
                      <a:pt x="123" y="189"/>
                      <a:pt x="125" y="189"/>
                    </a:cubicBezTo>
                    <a:cubicBezTo>
                      <a:pt x="126" y="189"/>
                      <a:pt x="127" y="188"/>
                      <a:pt x="129" y="188"/>
                    </a:cubicBezTo>
                    <a:cubicBezTo>
                      <a:pt x="130" y="188"/>
                      <a:pt x="131" y="188"/>
                      <a:pt x="133" y="188"/>
                    </a:cubicBezTo>
                    <a:cubicBezTo>
                      <a:pt x="136" y="188"/>
                      <a:pt x="139" y="186"/>
                      <a:pt x="141" y="185"/>
                    </a:cubicBezTo>
                    <a:cubicBezTo>
                      <a:pt x="142" y="184"/>
                      <a:pt x="142" y="184"/>
                      <a:pt x="143" y="184"/>
                    </a:cubicBezTo>
                    <a:cubicBezTo>
                      <a:pt x="144" y="183"/>
                      <a:pt x="144" y="183"/>
                      <a:pt x="145" y="182"/>
                    </a:cubicBezTo>
                    <a:cubicBezTo>
                      <a:pt x="147" y="181"/>
                      <a:pt x="148" y="179"/>
                      <a:pt x="150" y="178"/>
                    </a:cubicBezTo>
                    <a:cubicBezTo>
                      <a:pt x="151" y="177"/>
                      <a:pt x="153" y="176"/>
                      <a:pt x="154" y="175"/>
                    </a:cubicBezTo>
                    <a:cubicBezTo>
                      <a:pt x="161" y="171"/>
                      <a:pt x="167" y="167"/>
                      <a:pt x="173" y="163"/>
                    </a:cubicBezTo>
                    <a:cubicBezTo>
                      <a:pt x="180" y="158"/>
                      <a:pt x="188" y="154"/>
                      <a:pt x="195" y="150"/>
                    </a:cubicBezTo>
                    <a:cubicBezTo>
                      <a:pt x="201" y="147"/>
                      <a:pt x="204" y="142"/>
                      <a:pt x="210" y="139"/>
                    </a:cubicBezTo>
                    <a:cubicBezTo>
                      <a:pt x="212" y="137"/>
                      <a:pt x="216" y="135"/>
                      <a:pt x="218" y="137"/>
                    </a:cubicBezTo>
                    <a:cubicBezTo>
                      <a:pt x="220" y="138"/>
                      <a:pt x="220" y="141"/>
                      <a:pt x="220" y="143"/>
                    </a:cubicBezTo>
                    <a:cubicBezTo>
                      <a:pt x="220" y="148"/>
                      <a:pt x="220" y="154"/>
                      <a:pt x="221" y="160"/>
                    </a:cubicBezTo>
                    <a:cubicBezTo>
                      <a:pt x="221" y="166"/>
                      <a:pt x="225" y="172"/>
                      <a:pt x="228" y="177"/>
                    </a:cubicBezTo>
                    <a:cubicBezTo>
                      <a:pt x="230" y="180"/>
                      <a:pt x="233" y="183"/>
                      <a:pt x="236" y="186"/>
                    </a:cubicBezTo>
                    <a:cubicBezTo>
                      <a:pt x="239" y="188"/>
                      <a:pt x="242" y="190"/>
                      <a:pt x="245" y="192"/>
                    </a:cubicBezTo>
                    <a:cubicBezTo>
                      <a:pt x="252" y="197"/>
                      <a:pt x="258" y="202"/>
                      <a:pt x="265" y="207"/>
                    </a:cubicBezTo>
                    <a:cubicBezTo>
                      <a:pt x="272" y="211"/>
                      <a:pt x="277" y="216"/>
                      <a:pt x="284" y="222"/>
                    </a:cubicBezTo>
                    <a:cubicBezTo>
                      <a:pt x="285" y="223"/>
                      <a:pt x="287" y="224"/>
                      <a:pt x="288" y="225"/>
                    </a:cubicBezTo>
                    <a:cubicBezTo>
                      <a:pt x="291" y="227"/>
                      <a:pt x="295" y="229"/>
                      <a:pt x="298" y="231"/>
                    </a:cubicBezTo>
                    <a:cubicBezTo>
                      <a:pt x="299" y="232"/>
                      <a:pt x="301" y="233"/>
                      <a:pt x="302" y="233"/>
                    </a:cubicBezTo>
                    <a:cubicBezTo>
                      <a:pt x="304" y="233"/>
                      <a:pt x="305" y="233"/>
                      <a:pt x="307" y="233"/>
                    </a:cubicBezTo>
                    <a:cubicBezTo>
                      <a:pt x="309" y="234"/>
                      <a:pt x="312" y="234"/>
                      <a:pt x="314" y="236"/>
                    </a:cubicBezTo>
                    <a:cubicBezTo>
                      <a:pt x="315" y="237"/>
                      <a:pt x="315" y="237"/>
                      <a:pt x="315" y="238"/>
                    </a:cubicBezTo>
                    <a:cubicBezTo>
                      <a:pt x="315" y="240"/>
                      <a:pt x="316" y="242"/>
                      <a:pt x="316" y="244"/>
                    </a:cubicBezTo>
                    <a:cubicBezTo>
                      <a:pt x="317" y="247"/>
                      <a:pt x="320" y="249"/>
                      <a:pt x="320" y="253"/>
                    </a:cubicBezTo>
                    <a:cubicBezTo>
                      <a:pt x="320" y="255"/>
                      <a:pt x="320" y="257"/>
                      <a:pt x="320" y="260"/>
                    </a:cubicBezTo>
                    <a:cubicBezTo>
                      <a:pt x="320" y="264"/>
                      <a:pt x="323" y="266"/>
                      <a:pt x="325" y="269"/>
                    </a:cubicBezTo>
                    <a:cubicBezTo>
                      <a:pt x="327" y="271"/>
                      <a:pt x="328" y="273"/>
                      <a:pt x="330" y="276"/>
                    </a:cubicBezTo>
                    <a:cubicBezTo>
                      <a:pt x="332" y="278"/>
                      <a:pt x="334" y="280"/>
                      <a:pt x="335" y="283"/>
                    </a:cubicBezTo>
                    <a:cubicBezTo>
                      <a:pt x="335" y="284"/>
                      <a:pt x="335" y="285"/>
                      <a:pt x="336" y="287"/>
                    </a:cubicBezTo>
                    <a:cubicBezTo>
                      <a:pt x="336" y="288"/>
                      <a:pt x="336" y="289"/>
                      <a:pt x="337" y="290"/>
                    </a:cubicBezTo>
                    <a:cubicBezTo>
                      <a:pt x="337" y="292"/>
                      <a:pt x="336" y="294"/>
                      <a:pt x="336" y="295"/>
                    </a:cubicBezTo>
                    <a:cubicBezTo>
                      <a:pt x="336" y="297"/>
                      <a:pt x="336" y="300"/>
                      <a:pt x="337" y="302"/>
                    </a:cubicBezTo>
                    <a:cubicBezTo>
                      <a:pt x="337" y="304"/>
                      <a:pt x="340" y="308"/>
                      <a:pt x="342" y="308"/>
                    </a:cubicBezTo>
                    <a:cubicBezTo>
                      <a:pt x="344" y="309"/>
                      <a:pt x="345" y="310"/>
                      <a:pt x="347" y="310"/>
                    </a:cubicBezTo>
                    <a:cubicBezTo>
                      <a:pt x="349" y="311"/>
                      <a:pt x="351" y="311"/>
                      <a:pt x="353" y="312"/>
                    </a:cubicBezTo>
                    <a:cubicBezTo>
                      <a:pt x="355" y="312"/>
                      <a:pt x="356" y="315"/>
                      <a:pt x="358" y="316"/>
                    </a:cubicBezTo>
                    <a:cubicBezTo>
                      <a:pt x="359" y="316"/>
                      <a:pt x="361" y="316"/>
                      <a:pt x="362" y="316"/>
                    </a:cubicBezTo>
                    <a:cubicBezTo>
                      <a:pt x="363" y="316"/>
                      <a:pt x="365" y="317"/>
                      <a:pt x="366" y="317"/>
                    </a:cubicBezTo>
                    <a:cubicBezTo>
                      <a:pt x="367" y="317"/>
                      <a:pt x="368" y="317"/>
                      <a:pt x="369" y="317"/>
                    </a:cubicBezTo>
                    <a:cubicBezTo>
                      <a:pt x="370" y="317"/>
                      <a:pt x="372" y="317"/>
                      <a:pt x="373" y="316"/>
                    </a:cubicBezTo>
                    <a:cubicBezTo>
                      <a:pt x="375" y="316"/>
                      <a:pt x="377" y="316"/>
                      <a:pt x="379" y="317"/>
                    </a:cubicBezTo>
                    <a:cubicBezTo>
                      <a:pt x="380" y="317"/>
                      <a:pt x="381" y="318"/>
                      <a:pt x="382" y="319"/>
                    </a:cubicBezTo>
                    <a:cubicBezTo>
                      <a:pt x="382" y="321"/>
                      <a:pt x="382" y="322"/>
                      <a:pt x="383" y="323"/>
                    </a:cubicBezTo>
                    <a:cubicBezTo>
                      <a:pt x="383" y="326"/>
                      <a:pt x="385" y="327"/>
                      <a:pt x="388" y="328"/>
                    </a:cubicBezTo>
                    <a:cubicBezTo>
                      <a:pt x="389" y="329"/>
                      <a:pt x="389" y="330"/>
                      <a:pt x="390" y="330"/>
                    </a:cubicBezTo>
                    <a:cubicBezTo>
                      <a:pt x="391" y="331"/>
                      <a:pt x="393" y="331"/>
                      <a:pt x="394" y="331"/>
                    </a:cubicBezTo>
                    <a:cubicBezTo>
                      <a:pt x="395" y="331"/>
                      <a:pt x="396" y="332"/>
                      <a:pt x="397" y="332"/>
                    </a:cubicBezTo>
                    <a:cubicBezTo>
                      <a:pt x="397" y="333"/>
                      <a:pt x="398" y="333"/>
                      <a:pt x="398" y="333"/>
                    </a:cubicBezTo>
                    <a:cubicBezTo>
                      <a:pt x="399" y="333"/>
                      <a:pt x="399" y="333"/>
                      <a:pt x="399" y="333"/>
                    </a:cubicBezTo>
                    <a:cubicBezTo>
                      <a:pt x="400" y="333"/>
                      <a:pt x="400" y="333"/>
                      <a:pt x="401" y="333"/>
                    </a:cubicBezTo>
                    <a:cubicBezTo>
                      <a:pt x="403" y="334"/>
                      <a:pt x="404" y="335"/>
                      <a:pt x="406" y="336"/>
                    </a:cubicBezTo>
                    <a:cubicBezTo>
                      <a:pt x="408" y="337"/>
                      <a:pt x="409" y="337"/>
                      <a:pt x="410" y="336"/>
                    </a:cubicBezTo>
                    <a:cubicBezTo>
                      <a:pt x="412" y="336"/>
                      <a:pt x="413" y="336"/>
                      <a:pt x="415" y="335"/>
                    </a:cubicBezTo>
                    <a:cubicBezTo>
                      <a:pt x="416" y="334"/>
                      <a:pt x="417" y="333"/>
                      <a:pt x="419" y="333"/>
                    </a:cubicBezTo>
                    <a:cubicBezTo>
                      <a:pt x="421" y="332"/>
                      <a:pt x="422" y="332"/>
                      <a:pt x="423" y="331"/>
                    </a:cubicBezTo>
                    <a:cubicBezTo>
                      <a:pt x="425" y="329"/>
                      <a:pt x="427" y="328"/>
                      <a:pt x="429" y="327"/>
                    </a:cubicBezTo>
                    <a:cubicBezTo>
                      <a:pt x="430" y="327"/>
                      <a:pt x="432" y="326"/>
                      <a:pt x="434" y="326"/>
                    </a:cubicBezTo>
                    <a:cubicBezTo>
                      <a:pt x="435" y="326"/>
                      <a:pt x="436" y="326"/>
                      <a:pt x="437" y="325"/>
                    </a:cubicBezTo>
                    <a:cubicBezTo>
                      <a:pt x="437" y="325"/>
                      <a:pt x="438" y="324"/>
                      <a:pt x="438" y="324"/>
                    </a:cubicBezTo>
                    <a:cubicBezTo>
                      <a:pt x="441" y="322"/>
                      <a:pt x="444" y="321"/>
                      <a:pt x="446" y="319"/>
                    </a:cubicBezTo>
                    <a:cubicBezTo>
                      <a:pt x="447" y="318"/>
                      <a:pt x="448" y="317"/>
                      <a:pt x="448" y="316"/>
                    </a:cubicBezTo>
                    <a:cubicBezTo>
                      <a:pt x="449" y="316"/>
                      <a:pt x="449" y="315"/>
                      <a:pt x="449" y="315"/>
                    </a:cubicBezTo>
                    <a:cubicBezTo>
                      <a:pt x="450" y="314"/>
                      <a:pt x="451" y="313"/>
                      <a:pt x="452" y="312"/>
                    </a:cubicBezTo>
                    <a:cubicBezTo>
                      <a:pt x="453" y="312"/>
                      <a:pt x="454" y="311"/>
                      <a:pt x="455" y="310"/>
                    </a:cubicBezTo>
                    <a:cubicBezTo>
                      <a:pt x="457" y="307"/>
                      <a:pt x="460" y="304"/>
                      <a:pt x="463" y="302"/>
                    </a:cubicBezTo>
                    <a:cubicBezTo>
                      <a:pt x="466" y="300"/>
                      <a:pt x="468" y="298"/>
                      <a:pt x="470" y="296"/>
                    </a:cubicBezTo>
                    <a:cubicBezTo>
                      <a:pt x="472" y="294"/>
                      <a:pt x="475" y="293"/>
                      <a:pt x="477" y="290"/>
                    </a:cubicBezTo>
                    <a:cubicBezTo>
                      <a:pt x="478" y="288"/>
                      <a:pt x="480" y="285"/>
                      <a:pt x="482" y="283"/>
                    </a:cubicBezTo>
                    <a:cubicBezTo>
                      <a:pt x="484" y="282"/>
                      <a:pt x="486" y="281"/>
                      <a:pt x="487" y="279"/>
                    </a:cubicBezTo>
                    <a:cubicBezTo>
                      <a:pt x="488" y="277"/>
                      <a:pt x="489" y="276"/>
                      <a:pt x="491" y="274"/>
                    </a:cubicBezTo>
                    <a:cubicBezTo>
                      <a:pt x="493" y="273"/>
                      <a:pt x="495" y="270"/>
                      <a:pt x="496" y="267"/>
                    </a:cubicBezTo>
                    <a:cubicBezTo>
                      <a:pt x="498" y="265"/>
                      <a:pt x="499" y="262"/>
                      <a:pt x="500" y="259"/>
                    </a:cubicBezTo>
                    <a:cubicBezTo>
                      <a:pt x="502" y="256"/>
                      <a:pt x="505" y="254"/>
                      <a:pt x="507" y="251"/>
                    </a:cubicBezTo>
                    <a:cubicBezTo>
                      <a:pt x="510" y="247"/>
                      <a:pt x="510" y="243"/>
                      <a:pt x="511" y="238"/>
                    </a:cubicBezTo>
                    <a:cubicBezTo>
                      <a:pt x="511" y="236"/>
                      <a:pt x="510" y="234"/>
                      <a:pt x="510" y="232"/>
                    </a:cubicBezTo>
                    <a:cubicBezTo>
                      <a:pt x="510" y="229"/>
                      <a:pt x="509" y="226"/>
                      <a:pt x="508" y="223"/>
                    </a:cubicBezTo>
                    <a:cubicBezTo>
                      <a:pt x="507" y="222"/>
                      <a:pt x="508" y="221"/>
                      <a:pt x="507" y="220"/>
                    </a:cubicBezTo>
                    <a:cubicBezTo>
                      <a:pt x="507" y="219"/>
                      <a:pt x="507" y="217"/>
                      <a:pt x="507" y="215"/>
                    </a:cubicBezTo>
                    <a:cubicBezTo>
                      <a:pt x="507" y="213"/>
                      <a:pt x="506" y="211"/>
                      <a:pt x="506" y="210"/>
                    </a:cubicBezTo>
                    <a:cubicBezTo>
                      <a:pt x="506" y="208"/>
                      <a:pt x="506" y="206"/>
                      <a:pt x="506" y="204"/>
                    </a:cubicBezTo>
                    <a:cubicBezTo>
                      <a:pt x="505" y="200"/>
                      <a:pt x="503" y="197"/>
                      <a:pt x="502" y="193"/>
                    </a:cubicBezTo>
                    <a:cubicBezTo>
                      <a:pt x="502" y="190"/>
                      <a:pt x="502" y="187"/>
                      <a:pt x="502" y="184"/>
                    </a:cubicBezTo>
                    <a:cubicBezTo>
                      <a:pt x="500" y="175"/>
                      <a:pt x="500" y="167"/>
                      <a:pt x="499" y="159"/>
                    </a:cubicBezTo>
                    <a:cubicBezTo>
                      <a:pt x="498" y="156"/>
                      <a:pt x="498" y="154"/>
                      <a:pt x="497" y="151"/>
                    </a:cubicBezTo>
                    <a:cubicBezTo>
                      <a:pt x="496" y="149"/>
                      <a:pt x="495" y="147"/>
                      <a:pt x="495" y="144"/>
                    </a:cubicBezTo>
                    <a:cubicBezTo>
                      <a:pt x="493" y="140"/>
                      <a:pt x="492" y="136"/>
                      <a:pt x="491" y="131"/>
                    </a:cubicBezTo>
                    <a:cubicBezTo>
                      <a:pt x="490" y="128"/>
                      <a:pt x="490" y="126"/>
                      <a:pt x="489" y="122"/>
                    </a:cubicBezTo>
                    <a:cubicBezTo>
                      <a:pt x="488" y="119"/>
                      <a:pt x="487" y="115"/>
                      <a:pt x="487" y="112"/>
                    </a:cubicBezTo>
                    <a:cubicBezTo>
                      <a:pt x="486" y="110"/>
                      <a:pt x="486" y="109"/>
                      <a:pt x="486" y="108"/>
                    </a:cubicBezTo>
                    <a:cubicBezTo>
                      <a:pt x="486" y="106"/>
                      <a:pt x="486" y="104"/>
                      <a:pt x="486" y="103"/>
                    </a:cubicBezTo>
                    <a:cubicBezTo>
                      <a:pt x="486" y="102"/>
                      <a:pt x="486" y="101"/>
                      <a:pt x="486" y="100"/>
                    </a:cubicBezTo>
                    <a:cubicBezTo>
                      <a:pt x="485" y="98"/>
                      <a:pt x="484" y="96"/>
                      <a:pt x="484" y="93"/>
                    </a:cubicBezTo>
                    <a:cubicBezTo>
                      <a:pt x="482" y="86"/>
                      <a:pt x="482" y="80"/>
                      <a:pt x="482" y="73"/>
                    </a:cubicBezTo>
                    <a:cubicBezTo>
                      <a:pt x="482" y="73"/>
                      <a:pt x="482" y="72"/>
                      <a:pt x="482" y="72"/>
                    </a:cubicBezTo>
                    <a:cubicBezTo>
                      <a:pt x="498" y="71"/>
                      <a:pt x="498" y="71"/>
                      <a:pt x="498" y="71"/>
                    </a:cubicBezTo>
                    <a:cubicBezTo>
                      <a:pt x="505" y="50"/>
                      <a:pt x="505" y="50"/>
                      <a:pt x="505" y="50"/>
                    </a:cubicBezTo>
                    <a:cubicBezTo>
                      <a:pt x="566" y="36"/>
                      <a:pt x="566" y="36"/>
                      <a:pt x="566" y="36"/>
                    </a:cubicBezTo>
                    <a:cubicBezTo>
                      <a:pt x="598" y="0"/>
                      <a:pt x="598" y="0"/>
                      <a:pt x="598" y="0"/>
                    </a:cubicBezTo>
                    <a:cubicBezTo>
                      <a:pt x="622" y="28"/>
                      <a:pt x="622" y="28"/>
                      <a:pt x="622" y="28"/>
                    </a:cubicBezTo>
                    <a:cubicBezTo>
                      <a:pt x="624" y="12"/>
                      <a:pt x="624" y="12"/>
                      <a:pt x="624" y="12"/>
                    </a:cubicBezTo>
                    <a:cubicBezTo>
                      <a:pt x="649" y="12"/>
                      <a:pt x="649" y="12"/>
                      <a:pt x="649" y="12"/>
                    </a:cubicBezTo>
                    <a:cubicBezTo>
                      <a:pt x="712" y="58"/>
                      <a:pt x="712" y="58"/>
                      <a:pt x="712" y="58"/>
                    </a:cubicBezTo>
                    <a:cubicBezTo>
                      <a:pt x="736" y="45"/>
                      <a:pt x="736" y="45"/>
                      <a:pt x="736" y="45"/>
                    </a:cubicBezTo>
                    <a:cubicBezTo>
                      <a:pt x="776" y="106"/>
                      <a:pt x="776" y="106"/>
                      <a:pt x="776" y="106"/>
                    </a:cubicBezTo>
                    <a:cubicBezTo>
                      <a:pt x="821" y="127"/>
                      <a:pt x="821" y="127"/>
                      <a:pt x="821" y="127"/>
                    </a:cubicBezTo>
                    <a:cubicBezTo>
                      <a:pt x="882" y="81"/>
                      <a:pt x="882" y="81"/>
                      <a:pt x="882" y="81"/>
                    </a:cubicBezTo>
                    <a:cubicBezTo>
                      <a:pt x="916" y="98"/>
                      <a:pt x="916" y="98"/>
                      <a:pt x="916" y="98"/>
                    </a:cubicBezTo>
                    <a:cubicBezTo>
                      <a:pt x="967" y="94"/>
                      <a:pt x="967" y="94"/>
                      <a:pt x="967" y="94"/>
                    </a:cubicBezTo>
                    <a:cubicBezTo>
                      <a:pt x="978" y="93"/>
                      <a:pt x="978" y="93"/>
                      <a:pt x="978" y="93"/>
                    </a:cubicBezTo>
                    <a:cubicBezTo>
                      <a:pt x="981" y="122"/>
                      <a:pt x="981" y="122"/>
                      <a:pt x="981" y="122"/>
                    </a:cubicBezTo>
                    <a:cubicBezTo>
                      <a:pt x="1004" y="122"/>
                      <a:pt x="1004" y="122"/>
                      <a:pt x="1004" y="122"/>
                    </a:cubicBezTo>
                    <a:cubicBezTo>
                      <a:pt x="1044" y="177"/>
                      <a:pt x="1044" y="177"/>
                      <a:pt x="1044" y="177"/>
                    </a:cubicBezTo>
                    <a:cubicBezTo>
                      <a:pt x="1031" y="282"/>
                      <a:pt x="1031" y="282"/>
                      <a:pt x="1031" y="282"/>
                    </a:cubicBezTo>
                    <a:cubicBezTo>
                      <a:pt x="1056" y="268"/>
                      <a:pt x="1056" y="268"/>
                      <a:pt x="1056" y="268"/>
                    </a:cubicBezTo>
                    <a:cubicBezTo>
                      <a:pt x="1079" y="277"/>
                      <a:pt x="1079" y="277"/>
                      <a:pt x="1079" y="277"/>
                    </a:cubicBezTo>
                    <a:cubicBezTo>
                      <a:pt x="1079" y="311"/>
                      <a:pt x="1079" y="311"/>
                      <a:pt x="1079" y="311"/>
                    </a:cubicBezTo>
                    <a:cubicBezTo>
                      <a:pt x="1120" y="340"/>
                      <a:pt x="1120" y="340"/>
                      <a:pt x="1120" y="340"/>
                    </a:cubicBezTo>
                    <a:cubicBezTo>
                      <a:pt x="1152" y="428"/>
                      <a:pt x="1152" y="428"/>
                      <a:pt x="1152" y="428"/>
                    </a:cubicBezTo>
                    <a:cubicBezTo>
                      <a:pt x="1138" y="455"/>
                      <a:pt x="1138" y="455"/>
                      <a:pt x="1138" y="455"/>
                    </a:cubicBezTo>
                    <a:cubicBezTo>
                      <a:pt x="1075" y="506"/>
                      <a:pt x="1075" y="506"/>
                      <a:pt x="1075" y="506"/>
                    </a:cubicBezTo>
                    <a:cubicBezTo>
                      <a:pt x="1072" y="560"/>
                      <a:pt x="1072" y="560"/>
                      <a:pt x="1072" y="560"/>
                    </a:cubicBezTo>
                    <a:cubicBezTo>
                      <a:pt x="1044" y="577"/>
                      <a:pt x="1044" y="577"/>
                      <a:pt x="1044" y="577"/>
                    </a:cubicBezTo>
                    <a:cubicBezTo>
                      <a:pt x="968" y="558"/>
                      <a:pt x="968" y="558"/>
                      <a:pt x="968" y="558"/>
                    </a:cubicBezTo>
                    <a:cubicBezTo>
                      <a:pt x="912" y="627"/>
                      <a:pt x="912" y="627"/>
                      <a:pt x="912" y="627"/>
                    </a:cubicBezTo>
                    <a:cubicBezTo>
                      <a:pt x="843" y="594"/>
                      <a:pt x="843" y="594"/>
                      <a:pt x="843" y="594"/>
                    </a:cubicBezTo>
                    <a:cubicBezTo>
                      <a:pt x="841" y="574"/>
                      <a:pt x="841" y="574"/>
                      <a:pt x="841" y="574"/>
                    </a:cubicBezTo>
                    <a:cubicBezTo>
                      <a:pt x="803" y="544"/>
                      <a:pt x="803" y="544"/>
                      <a:pt x="803" y="544"/>
                    </a:cubicBezTo>
                    <a:cubicBezTo>
                      <a:pt x="773" y="545"/>
                      <a:pt x="773" y="545"/>
                      <a:pt x="773" y="545"/>
                    </a:cubicBezTo>
                    <a:cubicBezTo>
                      <a:pt x="740" y="511"/>
                      <a:pt x="740" y="511"/>
                      <a:pt x="740" y="511"/>
                    </a:cubicBezTo>
                    <a:cubicBezTo>
                      <a:pt x="660" y="512"/>
                      <a:pt x="660" y="512"/>
                      <a:pt x="660" y="512"/>
                    </a:cubicBezTo>
                    <a:cubicBezTo>
                      <a:pt x="614" y="442"/>
                      <a:pt x="614" y="442"/>
                      <a:pt x="614" y="442"/>
                    </a:cubicBezTo>
                    <a:cubicBezTo>
                      <a:pt x="570" y="475"/>
                      <a:pt x="570" y="475"/>
                      <a:pt x="570" y="475"/>
                    </a:cubicBezTo>
                    <a:cubicBezTo>
                      <a:pt x="549" y="504"/>
                      <a:pt x="549" y="504"/>
                      <a:pt x="549" y="504"/>
                    </a:cubicBezTo>
                    <a:cubicBezTo>
                      <a:pt x="490" y="505"/>
                      <a:pt x="490" y="505"/>
                      <a:pt x="490" y="505"/>
                    </a:cubicBezTo>
                    <a:cubicBezTo>
                      <a:pt x="435" y="486"/>
                      <a:pt x="435" y="486"/>
                      <a:pt x="435" y="486"/>
                    </a:cubicBezTo>
                    <a:cubicBezTo>
                      <a:pt x="339" y="512"/>
                      <a:pt x="339" y="512"/>
                      <a:pt x="339" y="512"/>
                    </a:cubicBezTo>
                    <a:cubicBezTo>
                      <a:pt x="310" y="494"/>
                      <a:pt x="310" y="494"/>
                      <a:pt x="310" y="494"/>
                    </a:cubicBezTo>
                    <a:cubicBezTo>
                      <a:pt x="282" y="509"/>
                      <a:pt x="282" y="509"/>
                      <a:pt x="282" y="509"/>
                    </a:cubicBezTo>
                    <a:cubicBezTo>
                      <a:pt x="177" y="498"/>
                      <a:pt x="177" y="498"/>
                      <a:pt x="177" y="498"/>
                    </a:cubicBezTo>
                    <a:cubicBezTo>
                      <a:pt x="159" y="517"/>
                      <a:pt x="159" y="517"/>
                      <a:pt x="159" y="517"/>
                    </a:cubicBezTo>
                    <a:cubicBezTo>
                      <a:pt x="120" y="525"/>
                      <a:pt x="120" y="525"/>
                      <a:pt x="120" y="525"/>
                    </a:cubicBezTo>
                    <a:cubicBezTo>
                      <a:pt x="62" y="570"/>
                      <a:pt x="62" y="570"/>
                      <a:pt x="62" y="570"/>
                    </a:cubicBezTo>
                    <a:cubicBezTo>
                      <a:pt x="56" y="598"/>
                      <a:pt x="56" y="598"/>
                      <a:pt x="56" y="598"/>
                    </a:cubicBezTo>
                    <a:cubicBezTo>
                      <a:pt x="26" y="605"/>
                      <a:pt x="26" y="605"/>
                      <a:pt x="26" y="605"/>
                    </a:cubicBezTo>
                    <a:cubicBezTo>
                      <a:pt x="26" y="603"/>
                      <a:pt x="26" y="602"/>
                      <a:pt x="26" y="600"/>
                    </a:cubicBezTo>
                    <a:cubicBezTo>
                      <a:pt x="25" y="598"/>
                      <a:pt x="22" y="596"/>
                      <a:pt x="21" y="595"/>
                    </a:cubicBezTo>
                    <a:cubicBezTo>
                      <a:pt x="18" y="592"/>
                      <a:pt x="13" y="590"/>
                      <a:pt x="11" y="587"/>
                    </a:cubicBezTo>
                    <a:cubicBezTo>
                      <a:pt x="8" y="583"/>
                      <a:pt x="9" y="577"/>
                      <a:pt x="9" y="572"/>
                    </a:cubicBezTo>
                    <a:cubicBezTo>
                      <a:pt x="9" y="567"/>
                      <a:pt x="10" y="562"/>
                      <a:pt x="9" y="557"/>
                    </a:cubicBezTo>
                    <a:cubicBezTo>
                      <a:pt x="8" y="553"/>
                      <a:pt x="4" y="551"/>
                      <a:pt x="2" y="547"/>
                    </a:cubicBezTo>
                    <a:cubicBezTo>
                      <a:pt x="1" y="543"/>
                      <a:pt x="0" y="536"/>
                      <a:pt x="3" y="532"/>
                    </a:cubicBezTo>
                    <a:cubicBezTo>
                      <a:pt x="5" y="530"/>
                      <a:pt x="6" y="530"/>
                      <a:pt x="7" y="526"/>
                    </a:cubicBezTo>
                    <a:cubicBezTo>
                      <a:pt x="7" y="524"/>
                      <a:pt x="7" y="522"/>
                      <a:pt x="7" y="519"/>
                    </a:cubicBezTo>
                    <a:cubicBezTo>
                      <a:pt x="7" y="514"/>
                      <a:pt x="6" y="511"/>
                      <a:pt x="4" y="506"/>
                    </a:cubicBezTo>
                    <a:cubicBezTo>
                      <a:pt x="3" y="504"/>
                      <a:pt x="3" y="502"/>
                      <a:pt x="2" y="500"/>
                    </a:cubicBezTo>
                    <a:cubicBezTo>
                      <a:pt x="2" y="496"/>
                      <a:pt x="1" y="492"/>
                      <a:pt x="2" y="488"/>
                    </a:cubicBezTo>
                    <a:cubicBezTo>
                      <a:pt x="2" y="485"/>
                      <a:pt x="4" y="481"/>
                      <a:pt x="5" y="478"/>
                    </a:cubicBezTo>
                    <a:cubicBezTo>
                      <a:pt x="8" y="473"/>
                      <a:pt x="7" y="467"/>
                      <a:pt x="8" y="462"/>
                    </a:cubicBezTo>
                    <a:cubicBezTo>
                      <a:pt x="9" y="459"/>
                      <a:pt x="9" y="456"/>
                      <a:pt x="9" y="452"/>
                    </a:cubicBezTo>
                    <a:cubicBezTo>
                      <a:pt x="9" y="450"/>
                      <a:pt x="9" y="447"/>
                      <a:pt x="9" y="444"/>
                    </a:cubicBezTo>
                    <a:cubicBezTo>
                      <a:pt x="8" y="442"/>
                      <a:pt x="8" y="439"/>
                      <a:pt x="8" y="437"/>
                    </a:cubicBezTo>
                    <a:cubicBezTo>
                      <a:pt x="8" y="435"/>
                      <a:pt x="9" y="433"/>
                      <a:pt x="8" y="431"/>
                    </a:cubicBezTo>
                    <a:cubicBezTo>
                      <a:pt x="8" y="430"/>
                      <a:pt x="7" y="429"/>
                      <a:pt x="7" y="428"/>
                    </a:cubicBezTo>
                    <a:cubicBezTo>
                      <a:pt x="7" y="427"/>
                      <a:pt x="7" y="426"/>
                      <a:pt x="7" y="425"/>
                    </a:cubicBezTo>
                    <a:cubicBezTo>
                      <a:pt x="6" y="423"/>
                      <a:pt x="7" y="422"/>
                      <a:pt x="7" y="420"/>
                    </a:cubicBezTo>
                    <a:cubicBezTo>
                      <a:pt x="7" y="418"/>
                      <a:pt x="7" y="415"/>
                      <a:pt x="7" y="413"/>
                    </a:cubicBezTo>
                    <a:cubicBezTo>
                      <a:pt x="7" y="412"/>
                      <a:pt x="7" y="411"/>
                      <a:pt x="7" y="410"/>
                    </a:cubicBezTo>
                    <a:cubicBezTo>
                      <a:pt x="7" y="409"/>
                      <a:pt x="7" y="409"/>
                      <a:pt x="8" y="408"/>
                    </a:cubicBezTo>
                    <a:cubicBezTo>
                      <a:pt x="8" y="407"/>
                      <a:pt x="8" y="407"/>
                      <a:pt x="8" y="406"/>
                    </a:cubicBezTo>
                    <a:cubicBezTo>
                      <a:pt x="9" y="406"/>
                      <a:pt x="9" y="406"/>
                      <a:pt x="9" y="405"/>
                    </a:cubicBezTo>
                    <a:cubicBezTo>
                      <a:pt x="12" y="403"/>
                      <a:pt x="16" y="400"/>
                      <a:pt x="19" y="398"/>
                    </a:cubicBezTo>
                    <a:cubicBezTo>
                      <a:pt x="20" y="397"/>
                      <a:pt x="21" y="395"/>
                      <a:pt x="23" y="394"/>
                    </a:cubicBezTo>
                    <a:cubicBezTo>
                      <a:pt x="24" y="393"/>
                      <a:pt x="24" y="392"/>
                      <a:pt x="25" y="391"/>
                    </a:cubicBezTo>
                    <a:cubicBezTo>
                      <a:pt x="25" y="391"/>
                      <a:pt x="25" y="391"/>
                      <a:pt x="25" y="391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9" name="Freeform 2189">
                <a:extLst>
                  <a:ext uri="{FF2B5EF4-FFF2-40B4-BE49-F238E27FC236}">
                    <a16:creationId xmlns:a16="http://schemas.microsoft.com/office/drawing/2014/main" id="{D91A4838-0FB3-2946-B9E1-2B8098B71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307"/>
                <a:ext cx="10" cy="6"/>
              </a:xfrm>
              <a:custGeom>
                <a:avLst/>
                <a:gdLst>
                  <a:gd name="T0" fmla="*/ 8 w 23"/>
                  <a:gd name="T1" fmla="*/ 1 h 14"/>
                  <a:gd name="T2" fmla="*/ 14 w 23"/>
                  <a:gd name="T3" fmla="*/ 14 h 14"/>
                  <a:gd name="T4" fmla="*/ 9 w 23"/>
                  <a:gd name="T5" fmla="*/ 13 h 14"/>
                  <a:gd name="T6" fmla="*/ 4 w 23"/>
                  <a:gd name="T7" fmla="*/ 13 h 14"/>
                  <a:gd name="T8" fmla="*/ 2 w 23"/>
                  <a:gd name="T9" fmla="*/ 4 h 14"/>
                  <a:gd name="T10" fmla="*/ 9 w 23"/>
                  <a:gd name="T1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8" y="1"/>
                    </a:moveTo>
                    <a:cubicBezTo>
                      <a:pt x="10" y="3"/>
                      <a:pt x="23" y="13"/>
                      <a:pt x="14" y="14"/>
                    </a:cubicBezTo>
                    <a:cubicBezTo>
                      <a:pt x="12" y="14"/>
                      <a:pt x="10" y="13"/>
                      <a:pt x="9" y="13"/>
                    </a:cubicBezTo>
                    <a:cubicBezTo>
                      <a:pt x="7" y="13"/>
                      <a:pt x="6" y="14"/>
                      <a:pt x="4" y="13"/>
                    </a:cubicBezTo>
                    <a:cubicBezTo>
                      <a:pt x="2" y="11"/>
                      <a:pt x="0" y="7"/>
                      <a:pt x="2" y="4"/>
                    </a:cubicBezTo>
                    <a:cubicBezTo>
                      <a:pt x="3" y="1"/>
                      <a:pt x="8" y="0"/>
                      <a:pt x="9" y="2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0" name="Freeform 2190">
                <a:extLst>
                  <a:ext uri="{FF2B5EF4-FFF2-40B4-BE49-F238E27FC236}">
                    <a16:creationId xmlns:a16="http://schemas.microsoft.com/office/drawing/2014/main" id="{D49F2006-A0D5-1F4D-AE16-FD9FCB95E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781"/>
                <a:ext cx="7" cy="6"/>
              </a:xfrm>
              <a:custGeom>
                <a:avLst/>
                <a:gdLst>
                  <a:gd name="T0" fmla="*/ 6 w 18"/>
                  <a:gd name="T1" fmla="*/ 16 h 16"/>
                  <a:gd name="T2" fmla="*/ 3 w 18"/>
                  <a:gd name="T3" fmla="*/ 16 h 16"/>
                  <a:gd name="T4" fmla="*/ 2 w 18"/>
                  <a:gd name="T5" fmla="*/ 8 h 16"/>
                  <a:gd name="T6" fmla="*/ 3 w 18"/>
                  <a:gd name="T7" fmla="*/ 4 h 16"/>
                  <a:gd name="T8" fmla="*/ 5 w 18"/>
                  <a:gd name="T9" fmla="*/ 3 h 16"/>
                  <a:gd name="T10" fmla="*/ 6 w 18"/>
                  <a:gd name="T11" fmla="*/ 2 h 16"/>
                  <a:gd name="T12" fmla="*/ 10 w 18"/>
                  <a:gd name="T13" fmla="*/ 0 h 16"/>
                  <a:gd name="T14" fmla="*/ 14 w 18"/>
                  <a:gd name="T15" fmla="*/ 3 h 16"/>
                  <a:gd name="T16" fmla="*/ 17 w 18"/>
                  <a:gd name="T17" fmla="*/ 7 h 16"/>
                  <a:gd name="T18" fmla="*/ 14 w 18"/>
                  <a:gd name="T19" fmla="*/ 13 h 16"/>
                  <a:gd name="T20" fmla="*/ 6 w 18"/>
                  <a:gd name="T2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6" y="16"/>
                    </a:moveTo>
                    <a:cubicBezTo>
                      <a:pt x="5" y="16"/>
                      <a:pt x="4" y="16"/>
                      <a:pt x="3" y="16"/>
                    </a:cubicBezTo>
                    <a:cubicBezTo>
                      <a:pt x="0" y="16"/>
                      <a:pt x="2" y="10"/>
                      <a:pt x="2" y="8"/>
                    </a:cubicBezTo>
                    <a:cubicBezTo>
                      <a:pt x="2" y="7"/>
                      <a:pt x="2" y="5"/>
                      <a:pt x="3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12" y="1"/>
                      <a:pt x="13" y="1"/>
                      <a:pt x="14" y="3"/>
                    </a:cubicBezTo>
                    <a:cubicBezTo>
                      <a:pt x="16" y="4"/>
                      <a:pt x="17" y="5"/>
                      <a:pt x="17" y="7"/>
                    </a:cubicBezTo>
                    <a:cubicBezTo>
                      <a:pt x="18" y="9"/>
                      <a:pt x="16" y="12"/>
                      <a:pt x="14" y="13"/>
                    </a:cubicBezTo>
                    <a:cubicBezTo>
                      <a:pt x="12" y="14"/>
                      <a:pt x="9" y="15"/>
                      <a:pt x="6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1" name="Freeform 2191">
                <a:extLst>
                  <a:ext uri="{FF2B5EF4-FFF2-40B4-BE49-F238E27FC236}">
                    <a16:creationId xmlns:a16="http://schemas.microsoft.com/office/drawing/2014/main" id="{9B7D6A17-CCBE-B84E-BFD3-ED758111E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768"/>
                <a:ext cx="2" cy="3"/>
              </a:xfrm>
              <a:custGeom>
                <a:avLst/>
                <a:gdLst>
                  <a:gd name="T0" fmla="*/ 1 w 6"/>
                  <a:gd name="T1" fmla="*/ 8 h 9"/>
                  <a:gd name="T2" fmla="*/ 1 w 6"/>
                  <a:gd name="T3" fmla="*/ 2 h 9"/>
                  <a:gd name="T4" fmla="*/ 5 w 6"/>
                  <a:gd name="T5" fmla="*/ 4 h 9"/>
                  <a:gd name="T6" fmla="*/ 1 w 6"/>
                  <a:gd name="T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0" y="8"/>
                      <a:pt x="0" y="2"/>
                      <a:pt x="1" y="2"/>
                    </a:cubicBezTo>
                    <a:cubicBezTo>
                      <a:pt x="2" y="0"/>
                      <a:pt x="6" y="2"/>
                      <a:pt x="5" y="4"/>
                    </a:cubicBezTo>
                    <a:cubicBezTo>
                      <a:pt x="5" y="6"/>
                      <a:pt x="3" y="9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2" name="Freeform 2192">
                <a:extLst>
                  <a:ext uri="{FF2B5EF4-FFF2-40B4-BE49-F238E27FC236}">
                    <a16:creationId xmlns:a16="http://schemas.microsoft.com/office/drawing/2014/main" id="{EE25311D-488C-F145-BF22-D5678EDD3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766"/>
                <a:ext cx="9" cy="10"/>
              </a:xfrm>
              <a:custGeom>
                <a:avLst/>
                <a:gdLst>
                  <a:gd name="T0" fmla="*/ 1 w 21"/>
                  <a:gd name="T1" fmla="*/ 10 h 25"/>
                  <a:gd name="T2" fmla="*/ 1 w 21"/>
                  <a:gd name="T3" fmla="*/ 10 h 25"/>
                  <a:gd name="T4" fmla="*/ 2 w 21"/>
                  <a:gd name="T5" fmla="*/ 5 h 25"/>
                  <a:gd name="T6" fmla="*/ 6 w 21"/>
                  <a:gd name="T7" fmla="*/ 9 h 25"/>
                  <a:gd name="T8" fmla="*/ 11 w 21"/>
                  <a:gd name="T9" fmla="*/ 15 h 25"/>
                  <a:gd name="T10" fmla="*/ 19 w 21"/>
                  <a:gd name="T11" fmla="*/ 4 h 25"/>
                  <a:gd name="T12" fmla="*/ 21 w 21"/>
                  <a:gd name="T13" fmla="*/ 12 h 25"/>
                  <a:gd name="T14" fmla="*/ 19 w 21"/>
                  <a:gd name="T15" fmla="*/ 18 h 25"/>
                  <a:gd name="T16" fmla="*/ 16 w 21"/>
                  <a:gd name="T17" fmla="*/ 20 h 25"/>
                  <a:gd name="T18" fmla="*/ 13 w 21"/>
                  <a:gd name="T19" fmla="*/ 23 h 25"/>
                  <a:gd name="T20" fmla="*/ 7 w 21"/>
                  <a:gd name="T21" fmla="*/ 24 h 25"/>
                  <a:gd name="T22" fmla="*/ 3 w 21"/>
                  <a:gd name="T23" fmla="*/ 19 h 25"/>
                  <a:gd name="T24" fmla="*/ 1 w 21"/>
                  <a:gd name="T2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5"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7"/>
                      <a:pt x="2" y="5"/>
                    </a:cubicBezTo>
                    <a:cubicBezTo>
                      <a:pt x="5" y="3"/>
                      <a:pt x="5" y="7"/>
                      <a:pt x="6" y="9"/>
                    </a:cubicBezTo>
                    <a:cubicBezTo>
                      <a:pt x="6" y="11"/>
                      <a:pt x="8" y="15"/>
                      <a:pt x="11" y="15"/>
                    </a:cubicBezTo>
                    <a:cubicBezTo>
                      <a:pt x="14" y="14"/>
                      <a:pt x="14" y="0"/>
                      <a:pt x="19" y="4"/>
                    </a:cubicBezTo>
                    <a:cubicBezTo>
                      <a:pt x="21" y="5"/>
                      <a:pt x="21" y="9"/>
                      <a:pt x="21" y="12"/>
                    </a:cubicBezTo>
                    <a:cubicBezTo>
                      <a:pt x="21" y="14"/>
                      <a:pt x="21" y="16"/>
                      <a:pt x="19" y="18"/>
                    </a:cubicBezTo>
                    <a:cubicBezTo>
                      <a:pt x="18" y="19"/>
                      <a:pt x="17" y="19"/>
                      <a:pt x="16" y="20"/>
                    </a:cubicBezTo>
                    <a:cubicBezTo>
                      <a:pt x="15" y="21"/>
                      <a:pt x="14" y="22"/>
                      <a:pt x="13" y="23"/>
                    </a:cubicBezTo>
                    <a:cubicBezTo>
                      <a:pt x="12" y="24"/>
                      <a:pt x="9" y="25"/>
                      <a:pt x="7" y="24"/>
                    </a:cubicBezTo>
                    <a:cubicBezTo>
                      <a:pt x="5" y="23"/>
                      <a:pt x="3" y="22"/>
                      <a:pt x="3" y="19"/>
                    </a:cubicBezTo>
                    <a:cubicBezTo>
                      <a:pt x="2" y="16"/>
                      <a:pt x="2" y="13"/>
                      <a:pt x="1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3" name="Freeform 2193">
                <a:extLst>
                  <a:ext uri="{FF2B5EF4-FFF2-40B4-BE49-F238E27FC236}">
                    <a16:creationId xmlns:a16="http://schemas.microsoft.com/office/drawing/2014/main" id="{5F9EB51B-1E03-6349-BBF5-137EBF005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857"/>
                <a:ext cx="5" cy="5"/>
              </a:xfrm>
              <a:custGeom>
                <a:avLst/>
                <a:gdLst>
                  <a:gd name="T0" fmla="*/ 10 w 11"/>
                  <a:gd name="T1" fmla="*/ 11 h 12"/>
                  <a:gd name="T2" fmla="*/ 6 w 11"/>
                  <a:gd name="T3" fmla="*/ 9 h 12"/>
                  <a:gd name="T4" fmla="*/ 4 w 11"/>
                  <a:gd name="T5" fmla="*/ 6 h 12"/>
                  <a:gd name="T6" fmla="*/ 3 w 11"/>
                  <a:gd name="T7" fmla="*/ 5 h 12"/>
                  <a:gd name="T8" fmla="*/ 1 w 11"/>
                  <a:gd name="T9" fmla="*/ 4 h 12"/>
                  <a:gd name="T10" fmla="*/ 0 w 11"/>
                  <a:gd name="T11" fmla="*/ 1 h 12"/>
                  <a:gd name="T12" fmla="*/ 3 w 11"/>
                  <a:gd name="T13" fmla="*/ 0 h 12"/>
                  <a:gd name="T14" fmla="*/ 6 w 11"/>
                  <a:gd name="T15" fmla="*/ 1 h 12"/>
                  <a:gd name="T16" fmla="*/ 10 w 11"/>
                  <a:gd name="T17" fmla="*/ 6 h 12"/>
                  <a:gd name="T18" fmla="*/ 10 w 11"/>
                  <a:gd name="T19" fmla="*/ 9 h 12"/>
                  <a:gd name="T20" fmla="*/ 9 w 11"/>
                  <a:gd name="T2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2">
                    <a:moveTo>
                      <a:pt x="10" y="11"/>
                    </a:moveTo>
                    <a:cubicBezTo>
                      <a:pt x="8" y="11"/>
                      <a:pt x="7" y="10"/>
                      <a:pt x="6" y="9"/>
                    </a:cubicBezTo>
                    <a:cubicBezTo>
                      <a:pt x="5" y="9"/>
                      <a:pt x="5" y="7"/>
                      <a:pt x="4" y="6"/>
                    </a:cubicBezTo>
                    <a:cubicBezTo>
                      <a:pt x="4" y="7"/>
                      <a:pt x="3" y="5"/>
                      <a:pt x="3" y="5"/>
                    </a:cubicBezTo>
                    <a:cubicBezTo>
                      <a:pt x="2" y="5"/>
                      <a:pt x="2" y="5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8" y="3"/>
                      <a:pt x="9" y="4"/>
                      <a:pt x="10" y="6"/>
                    </a:cubicBezTo>
                    <a:cubicBezTo>
                      <a:pt x="11" y="7"/>
                      <a:pt x="10" y="8"/>
                      <a:pt x="10" y="9"/>
                    </a:cubicBezTo>
                    <a:cubicBezTo>
                      <a:pt x="9" y="10"/>
                      <a:pt x="9" y="11"/>
                      <a:pt x="9" y="12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4" name="Freeform 2194">
                <a:extLst>
                  <a:ext uri="{FF2B5EF4-FFF2-40B4-BE49-F238E27FC236}">
                    <a16:creationId xmlns:a16="http://schemas.microsoft.com/office/drawing/2014/main" id="{ABE9401B-8628-5848-9535-67D99B30D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998"/>
                <a:ext cx="4" cy="8"/>
              </a:xfrm>
              <a:custGeom>
                <a:avLst/>
                <a:gdLst>
                  <a:gd name="T0" fmla="*/ 1 w 9"/>
                  <a:gd name="T1" fmla="*/ 6 h 18"/>
                  <a:gd name="T2" fmla="*/ 0 w 9"/>
                  <a:gd name="T3" fmla="*/ 3 h 18"/>
                  <a:gd name="T4" fmla="*/ 4 w 9"/>
                  <a:gd name="T5" fmla="*/ 4 h 18"/>
                  <a:gd name="T6" fmla="*/ 7 w 9"/>
                  <a:gd name="T7" fmla="*/ 10 h 18"/>
                  <a:gd name="T8" fmla="*/ 6 w 9"/>
                  <a:gd name="T9" fmla="*/ 16 h 18"/>
                  <a:gd name="T10" fmla="*/ 1 w 9"/>
                  <a:gd name="T11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8">
                    <a:moveTo>
                      <a:pt x="1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0"/>
                      <a:pt x="4" y="3"/>
                      <a:pt x="4" y="4"/>
                    </a:cubicBezTo>
                    <a:cubicBezTo>
                      <a:pt x="6" y="6"/>
                      <a:pt x="6" y="8"/>
                      <a:pt x="7" y="10"/>
                    </a:cubicBezTo>
                    <a:cubicBezTo>
                      <a:pt x="7" y="11"/>
                      <a:pt x="9" y="18"/>
                      <a:pt x="6" y="16"/>
                    </a:cubicBezTo>
                    <a:cubicBezTo>
                      <a:pt x="3" y="14"/>
                      <a:pt x="2" y="9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5" name="Freeform 2195">
                <a:extLst>
                  <a:ext uri="{FF2B5EF4-FFF2-40B4-BE49-F238E27FC236}">
                    <a16:creationId xmlns:a16="http://schemas.microsoft.com/office/drawing/2014/main" id="{816EE6A3-5463-CD4B-AA05-D228DA9D8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961"/>
                <a:ext cx="4" cy="12"/>
              </a:xfrm>
              <a:custGeom>
                <a:avLst/>
                <a:gdLst>
                  <a:gd name="T0" fmla="*/ 6 w 9"/>
                  <a:gd name="T1" fmla="*/ 24 h 29"/>
                  <a:gd name="T2" fmla="*/ 7 w 9"/>
                  <a:gd name="T3" fmla="*/ 19 h 29"/>
                  <a:gd name="T4" fmla="*/ 8 w 9"/>
                  <a:gd name="T5" fmla="*/ 13 h 29"/>
                  <a:gd name="T6" fmla="*/ 9 w 9"/>
                  <a:gd name="T7" fmla="*/ 9 h 29"/>
                  <a:gd name="T8" fmla="*/ 6 w 9"/>
                  <a:gd name="T9" fmla="*/ 1 h 29"/>
                  <a:gd name="T10" fmla="*/ 5 w 9"/>
                  <a:gd name="T11" fmla="*/ 9 h 29"/>
                  <a:gd name="T12" fmla="*/ 4 w 9"/>
                  <a:gd name="T13" fmla="*/ 13 h 29"/>
                  <a:gd name="T14" fmla="*/ 3 w 9"/>
                  <a:gd name="T15" fmla="*/ 21 h 29"/>
                  <a:gd name="T16" fmla="*/ 1 w 9"/>
                  <a:gd name="T17" fmla="*/ 26 h 29"/>
                  <a:gd name="T18" fmla="*/ 2 w 9"/>
                  <a:gd name="T19" fmla="*/ 28 h 29"/>
                  <a:gd name="T20" fmla="*/ 6 w 9"/>
                  <a:gd name="T21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9">
                    <a:moveTo>
                      <a:pt x="6" y="24"/>
                    </a:moveTo>
                    <a:cubicBezTo>
                      <a:pt x="7" y="22"/>
                      <a:pt x="7" y="21"/>
                      <a:pt x="7" y="19"/>
                    </a:cubicBezTo>
                    <a:cubicBezTo>
                      <a:pt x="7" y="17"/>
                      <a:pt x="7" y="15"/>
                      <a:pt x="8" y="13"/>
                    </a:cubicBezTo>
                    <a:cubicBezTo>
                      <a:pt x="8" y="12"/>
                      <a:pt x="8" y="10"/>
                      <a:pt x="9" y="9"/>
                    </a:cubicBezTo>
                    <a:cubicBezTo>
                      <a:pt x="9" y="7"/>
                      <a:pt x="9" y="0"/>
                      <a:pt x="6" y="1"/>
                    </a:cubicBezTo>
                    <a:cubicBezTo>
                      <a:pt x="3" y="2"/>
                      <a:pt x="5" y="7"/>
                      <a:pt x="5" y="9"/>
                    </a:cubicBezTo>
                    <a:cubicBezTo>
                      <a:pt x="5" y="10"/>
                      <a:pt x="4" y="12"/>
                      <a:pt x="4" y="13"/>
                    </a:cubicBezTo>
                    <a:cubicBezTo>
                      <a:pt x="4" y="16"/>
                      <a:pt x="4" y="19"/>
                      <a:pt x="3" y="21"/>
                    </a:cubicBezTo>
                    <a:cubicBezTo>
                      <a:pt x="2" y="23"/>
                      <a:pt x="1" y="24"/>
                      <a:pt x="1" y="26"/>
                    </a:cubicBezTo>
                    <a:cubicBezTo>
                      <a:pt x="0" y="27"/>
                      <a:pt x="0" y="29"/>
                      <a:pt x="2" y="28"/>
                    </a:cubicBezTo>
                    <a:cubicBezTo>
                      <a:pt x="4" y="27"/>
                      <a:pt x="5" y="25"/>
                      <a:pt x="6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6" name="Freeform 2196">
                <a:extLst>
                  <a:ext uri="{FF2B5EF4-FFF2-40B4-BE49-F238E27FC236}">
                    <a16:creationId xmlns:a16="http://schemas.microsoft.com/office/drawing/2014/main" id="{AC3F037D-6E12-784C-9526-12BE23DB8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862"/>
                <a:ext cx="60" cy="109"/>
              </a:xfrm>
              <a:custGeom>
                <a:avLst/>
                <a:gdLst>
                  <a:gd name="T0" fmla="*/ 32 w 147"/>
                  <a:gd name="T1" fmla="*/ 222 h 269"/>
                  <a:gd name="T2" fmla="*/ 29 w 147"/>
                  <a:gd name="T3" fmla="*/ 236 h 269"/>
                  <a:gd name="T4" fmla="*/ 21 w 147"/>
                  <a:gd name="T5" fmla="*/ 249 h 269"/>
                  <a:gd name="T6" fmla="*/ 16 w 147"/>
                  <a:gd name="T7" fmla="*/ 268 h 269"/>
                  <a:gd name="T8" fmla="*/ 45 w 147"/>
                  <a:gd name="T9" fmla="*/ 257 h 269"/>
                  <a:gd name="T10" fmla="*/ 53 w 147"/>
                  <a:gd name="T11" fmla="*/ 246 h 269"/>
                  <a:gd name="T12" fmla="*/ 44 w 147"/>
                  <a:gd name="T13" fmla="*/ 234 h 269"/>
                  <a:gd name="T14" fmla="*/ 51 w 147"/>
                  <a:gd name="T15" fmla="*/ 217 h 269"/>
                  <a:gd name="T16" fmla="*/ 54 w 147"/>
                  <a:gd name="T17" fmla="*/ 209 h 269"/>
                  <a:gd name="T18" fmla="*/ 72 w 147"/>
                  <a:gd name="T19" fmla="*/ 193 h 269"/>
                  <a:gd name="T20" fmla="*/ 80 w 147"/>
                  <a:gd name="T21" fmla="*/ 186 h 269"/>
                  <a:gd name="T22" fmla="*/ 91 w 147"/>
                  <a:gd name="T23" fmla="*/ 186 h 269"/>
                  <a:gd name="T24" fmla="*/ 100 w 147"/>
                  <a:gd name="T25" fmla="*/ 174 h 269"/>
                  <a:gd name="T26" fmla="*/ 93 w 147"/>
                  <a:gd name="T27" fmla="*/ 164 h 269"/>
                  <a:gd name="T28" fmla="*/ 98 w 147"/>
                  <a:gd name="T29" fmla="*/ 155 h 269"/>
                  <a:gd name="T30" fmla="*/ 105 w 147"/>
                  <a:gd name="T31" fmla="*/ 149 h 269"/>
                  <a:gd name="T32" fmla="*/ 120 w 147"/>
                  <a:gd name="T33" fmla="*/ 139 h 269"/>
                  <a:gd name="T34" fmla="*/ 129 w 147"/>
                  <a:gd name="T35" fmla="*/ 132 h 269"/>
                  <a:gd name="T36" fmla="*/ 128 w 147"/>
                  <a:gd name="T37" fmla="*/ 122 h 269"/>
                  <a:gd name="T38" fmla="*/ 117 w 147"/>
                  <a:gd name="T39" fmla="*/ 122 h 269"/>
                  <a:gd name="T40" fmla="*/ 109 w 147"/>
                  <a:gd name="T41" fmla="*/ 116 h 269"/>
                  <a:gd name="T42" fmla="*/ 107 w 147"/>
                  <a:gd name="T43" fmla="*/ 102 h 269"/>
                  <a:gd name="T44" fmla="*/ 107 w 147"/>
                  <a:gd name="T45" fmla="*/ 86 h 269"/>
                  <a:gd name="T46" fmla="*/ 103 w 147"/>
                  <a:gd name="T47" fmla="*/ 76 h 269"/>
                  <a:gd name="T48" fmla="*/ 107 w 147"/>
                  <a:gd name="T49" fmla="*/ 64 h 269"/>
                  <a:gd name="T50" fmla="*/ 115 w 147"/>
                  <a:gd name="T51" fmla="*/ 56 h 269"/>
                  <a:gd name="T52" fmla="*/ 127 w 147"/>
                  <a:gd name="T53" fmla="*/ 45 h 269"/>
                  <a:gd name="T54" fmla="*/ 132 w 147"/>
                  <a:gd name="T55" fmla="*/ 39 h 269"/>
                  <a:gd name="T56" fmla="*/ 137 w 147"/>
                  <a:gd name="T57" fmla="*/ 52 h 269"/>
                  <a:gd name="T58" fmla="*/ 139 w 147"/>
                  <a:gd name="T59" fmla="*/ 41 h 269"/>
                  <a:gd name="T60" fmla="*/ 133 w 147"/>
                  <a:gd name="T61" fmla="*/ 30 h 269"/>
                  <a:gd name="T62" fmla="*/ 143 w 147"/>
                  <a:gd name="T63" fmla="*/ 24 h 269"/>
                  <a:gd name="T64" fmla="*/ 142 w 147"/>
                  <a:gd name="T65" fmla="*/ 17 h 269"/>
                  <a:gd name="T66" fmla="*/ 127 w 147"/>
                  <a:gd name="T67" fmla="*/ 5 h 269"/>
                  <a:gd name="T68" fmla="*/ 117 w 147"/>
                  <a:gd name="T69" fmla="*/ 12 h 269"/>
                  <a:gd name="T70" fmla="*/ 118 w 147"/>
                  <a:gd name="T71" fmla="*/ 3 h 269"/>
                  <a:gd name="T72" fmla="*/ 109 w 147"/>
                  <a:gd name="T73" fmla="*/ 18 h 269"/>
                  <a:gd name="T74" fmla="*/ 100 w 147"/>
                  <a:gd name="T75" fmla="*/ 19 h 269"/>
                  <a:gd name="T76" fmla="*/ 98 w 147"/>
                  <a:gd name="T77" fmla="*/ 5 h 269"/>
                  <a:gd name="T78" fmla="*/ 80 w 147"/>
                  <a:gd name="T79" fmla="*/ 6 h 269"/>
                  <a:gd name="T80" fmla="*/ 62 w 147"/>
                  <a:gd name="T81" fmla="*/ 25 h 269"/>
                  <a:gd name="T82" fmla="*/ 45 w 147"/>
                  <a:gd name="T83" fmla="*/ 54 h 269"/>
                  <a:gd name="T84" fmla="*/ 30 w 147"/>
                  <a:gd name="T85" fmla="*/ 72 h 269"/>
                  <a:gd name="T86" fmla="*/ 7 w 147"/>
                  <a:gd name="T87" fmla="*/ 96 h 269"/>
                  <a:gd name="T88" fmla="*/ 6 w 147"/>
                  <a:gd name="T89" fmla="*/ 127 h 269"/>
                  <a:gd name="T90" fmla="*/ 15 w 147"/>
                  <a:gd name="T91" fmla="*/ 147 h 269"/>
                  <a:gd name="T92" fmla="*/ 5 w 147"/>
                  <a:gd name="T93" fmla="*/ 167 h 269"/>
                  <a:gd name="T94" fmla="*/ 4 w 147"/>
                  <a:gd name="T95" fmla="*/ 180 h 269"/>
                  <a:gd name="T96" fmla="*/ 14 w 147"/>
                  <a:gd name="T97" fmla="*/ 190 h 269"/>
                  <a:gd name="T98" fmla="*/ 20 w 147"/>
                  <a:gd name="T99" fmla="*/ 210 h 269"/>
                  <a:gd name="T100" fmla="*/ 22 w 147"/>
                  <a:gd name="T101" fmla="*/ 223 h 269"/>
                  <a:gd name="T102" fmla="*/ 21 w 147"/>
                  <a:gd name="T103" fmla="*/ 229 h 269"/>
                  <a:gd name="T104" fmla="*/ 29 w 147"/>
                  <a:gd name="T105" fmla="*/ 224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7" h="269">
                    <a:moveTo>
                      <a:pt x="29" y="224"/>
                    </a:moveTo>
                    <a:cubicBezTo>
                      <a:pt x="30" y="224"/>
                      <a:pt x="31" y="222"/>
                      <a:pt x="32" y="222"/>
                    </a:cubicBezTo>
                    <a:cubicBezTo>
                      <a:pt x="35" y="222"/>
                      <a:pt x="35" y="226"/>
                      <a:pt x="34" y="227"/>
                    </a:cubicBezTo>
                    <a:cubicBezTo>
                      <a:pt x="33" y="231"/>
                      <a:pt x="31" y="234"/>
                      <a:pt x="29" y="236"/>
                    </a:cubicBezTo>
                    <a:cubicBezTo>
                      <a:pt x="27" y="238"/>
                      <a:pt x="25" y="240"/>
                      <a:pt x="23" y="242"/>
                    </a:cubicBezTo>
                    <a:cubicBezTo>
                      <a:pt x="22" y="244"/>
                      <a:pt x="22" y="246"/>
                      <a:pt x="21" y="249"/>
                    </a:cubicBezTo>
                    <a:cubicBezTo>
                      <a:pt x="21" y="252"/>
                      <a:pt x="19" y="254"/>
                      <a:pt x="17" y="256"/>
                    </a:cubicBezTo>
                    <a:cubicBezTo>
                      <a:pt x="15" y="259"/>
                      <a:pt x="10" y="267"/>
                      <a:pt x="16" y="268"/>
                    </a:cubicBezTo>
                    <a:cubicBezTo>
                      <a:pt x="21" y="269"/>
                      <a:pt x="26" y="266"/>
                      <a:pt x="30" y="265"/>
                    </a:cubicBezTo>
                    <a:cubicBezTo>
                      <a:pt x="36" y="264"/>
                      <a:pt x="40" y="261"/>
                      <a:pt x="45" y="257"/>
                    </a:cubicBezTo>
                    <a:cubicBezTo>
                      <a:pt x="47" y="256"/>
                      <a:pt x="50" y="254"/>
                      <a:pt x="51" y="252"/>
                    </a:cubicBezTo>
                    <a:cubicBezTo>
                      <a:pt x="52" y="250"/>
                      <a:pt x="54" y="248"/>
                      <a:pt x="53" y="246"/>
                    </a:cubicBezTo>
                    <a:cubicBezTo>
                      <a:pt x="52" y="244"/>
                      <a:pt x="48" y="244"/>
                      <a:pt x="47" y="242"/>
                    </a:cubicBezTo>
                    <a:cubicBezTo>
                      <a:pt x="45" y="240"/>
                      <a:pt x="44" y="237"/>
                      <a:pt x="44" y="234"/>
                    </a:cubicBezTo>
                    <a:cubicBezTo>
                      <a:pt x="44" y="231"/>
                      <a:pt x="45" y="227"/>
                      <a:pt x="46" y="224"/>
                    </a:cubicBezTo>
                    <a:cubicBezTo>
                      <a:pt x="46" y="221"/>
                      <a:pt x="47" y="218"/>
                      <a:pt x="51" y="217"/>
                    </a:cubicBezTo>
                    <a:cubicBezTo>
                      <a:pt x="53" y="217"/>
                      <a:pt x="57" y="218"/>
                      <a:pt x="58" y="215"/>
                    </a:cubicBezTo>
                    <a:cubicBezTo>
                      <a:pt x="59" y="212"/>
                      <a:pt x="56" y="210"/>
                      <a:pt x="54" y="209"/>
                    </a:cubicBezTo>
                    <a:cubicBezTo>
                      <a:pt x="56" y="204"/>
                      <a:pt x="60" y="201"/>
                      <a:pt x="64" y="198"/>
                    </a:cubicBezTo>
                    <a:cubicBezTo>
                      <a:pt x="67" y="197"/>
                      <a:pt x="69" y="195"/>
                      <a:pt x="72" y="193"/>
                    </a:cubicBezTo>
                    <a:cubicBezTo>
                      <a:pt x="74" y="191"/>
                      <a:pt x="75" y="187"/>
                      <a:pt x="77" y="187"/>
                    </a:cubicBezTo>
                    <a:cubicBezTo>
                      <a:pt x="79" y="187"/>
                      <a:pt x="79" y="187"/>
                      <a:pt x="80" y="186"/>
                    </a:cubicBezTo>
                    <a:cubicBezTo>
                      <a:pt x="82" y="185"/>
                      <a:pt x="82" y="184"/>
                      <a:pt x="84" y="184"/>
                    </a:cubicBezTo>
                    <a:cubicBezTo>
                      <a:pt x="86" y="184"/>
                      <a:pt x="89" y="186"/>
                      <a:pt x="91" y="186"/>
                    </a:cubicBezTo>
                    <a:cubicBezTo>
                      <a:pt x="94" y="186"/>
                      <a:pt x="95" y="185"/>
                      <a:pt x="97" y="182"/>
                    </a:cubicBezTo>
                    <a:cubicBezTo>
                      <a:pt x="98" y="180"/>
                      <a:pt x="100" y="176"/>
                      <a:pt x="100" y="174"/>
                    </a:cubicBezTo>
                    <a:cubicBezTo>
                      <a:pt x="99" y="171"/>
                      <a:pt x="96" y="168"/>
                      <a:pt x="94" y="167"/>
                    </a:cubicBezTo>
                    <a:cubicBezTo>
                      <a:pt x="92" y="166"/>
                      <a:pt x="92" y="166"/>
                      <a:pt x="93" y="164"/>
                    </a:cubicBezTo>
                    <a:cubicBezTo>
                      <a:pt x="93" y="163"/>
                      <a:pt x="94" y="162"/>
                      <a:pt x="94" y="161"/>
                    </a:cubicBezTo>
                    <a:cubicBezTo>
                      <a:pt x="95" y="159"/>
                      <a:pt x="97" y="156"/>
                      <a:pt x="98" y="155"/>
                    </a:cubicBezTo>
                    <a:cubicBezTo>
                      <a:pt x="99" y="154"/>
                      <a:pt x="100" y="154"/>
                      <a:pt x="100" y="153"/>
                    </a:cubicBezTo>
                    <a:cubicBezTo>
                      <a:pt x="102" y="152"/>
                      <a:pt x="104" y="151"/>
                      <a:pt x="105" y="149"/>
                    </a:cubicBezTo>
                    <a:cubicBezTo>
                      <a:pt x="108" y="147"/>
                      <a:pt x="111" y="143"/>
                      <a:pt x="114" y="141"/>
                    </a:cubicBezTo>
                    <a:cubicBezTo>
                      <a:pt x="116" y="140"/>
                      <a:pt x="118" y="140"/>
                      <a:pt x="120" y="139"/>
                    </a:cubicBezTo>
                    <a:cubicBezTo>
                      <a:pt x="122" y="139"/>
                      <a:pt x="123" y="138"/>
                      <a:pt x="125" y="137"/>
                    </a:cubicBezTo>
                    <a:cubicBezTo>
                      <a:pt x="127" y="135"/>
                      <a:pt x="128" y="135"/>
                      <a:pt x="129" y="132"/>
                    </a:cubicBezTo>
                    <a:cubicBezTo>
                      <a:pt x="130" y="130"/>
                      <a:pt x="131" y="128"/>
                      <a:pt x="131" y="125"/>
                    </a:cubicBezTo>
                    <a:cubicBezTo>
                      <a:pt x="130" y="124"/>
                      <a:pt x="129" y="122"/>
                      <a:pt x="128" y="122"/>
                    </a:cubicBezTo>
                    <a:cubicBezTo>
                      <a:pt x="126" y="121"/>
                      <a:pt x="123" y="121"/>
                      <a:pt x="122" y="121"/>
                    </a:cubicBezTo>
                    <a:cubicBezTo>
                      <a:pt x="120" y="121"/>
                      <a:pt x="119" y="122"/>
                      <a:pt x="117" y="122"/>
                    </a:cubicBezTo>
                    <a:cubicBezTo>
                      <a:pt x="115" y="122"/>
                      <a:pt x="113" y="122"/>
                      <a:pt x="111" y="121"/>
                    </a:cubicBezTo>
                    <a:cubicBezTo>
                      <a:pt x="110" y="119"/>
                      <a:pt x="110" y="117"/>
                      <a:pt x="109" y="116"/>
                    </a:cubicBezTo>
                    <a:cubicBezTo>
                      <a:pt x="108" y="115"/>
                      <a:pt x="106" y="114"/>
                      <a:pt x="105" y="113"/>
                    </a:cubicBezTo>
                    <a:cubicBezTo>
                      <a:pt x="101" y="111"/>
                      <a:pt x="105" y="105"/>
                      <a:pt x="107" y="102"/>
                    </a:cubicBezTo>
                    <a:cubicBezTo>
                      <a:pt x="109" y="99"/>
                      <a:pt x="110" y="94"/>
                      <a:pt x="109" y="91"/>
                    </a:cubicBezTo>
                    <a:cubicBezTo>
                      <a:pt x="109" y="89"/>
                      <a:pt x="108" y="87"/>
                      <a:pt x="107" y="86"/>
                    </a:cubicBezTo>
                    <a:cubicBezTo>
                      <a:pt x="105" y="85"/>
                      <a:pt x="104" y="84"/>
                      <a:pt x="104" y="81"/>
                    </a:cubicBezTo>
                    <a:cubicBezTo>
                      <a:pt x="103" y="80"/>
                      <a:pt x="103" y="78"/>
                      <a:pt x="103" y="76"/>
                    </a:cubicBezTo>
                    <a:cubicBezTo>
                      <a:pt x="103" y="73"/>
                      <a:pt x="104" y="72"/>
                      <a:pt x="105" y="70"/>
                    </a:cubicBezTo>
                    <a:cubicBezTo>
                      <a:pt x="106" y="68"/>
                      <a:pt x="106" y="66"/>
                      <a:pt x="107" y="64"/>
                    </a:cubicBezTo>
                    <a:cubicBezTo>
                      <a:pt x="107" y="62"/>
                      <a:pt x="106" y="60"/>
                      <a:pt x="106" y="58"/>
                    </a:cubicBezTo>
                    <a:cubicBezTo>
                      <a:pt x="105" y="51"/>
                      <a:pt x="112" y="56"/>
                      <a:pt x="115" y="56"/>
                    </a:cubicBezTo>
                    <a:cubicBezTo>
                      <a:pt x="119" y="56"/>
                      <a:pt x="124" y="57"/>
                      <a:pt x="125" y="52"/>
                    </a:cubicBezTo>
                    <a:cubicBezTo>
                      <a:pt x="126" y="50"/>
                      <a:pt x="127" y="47"/>
                      <a:pt x="127" y="45"/>
                    </a:cubicBezTo>
                    <a:cubicBezTo>
                      <a:pt x="127" y="43"/>
                      <a:pt x="127" y="40"/>
                      <a:pt x="128" y="39"/>
                    </a:cubicBezTo>
                    <a:cubicBezTo>
                      <a:pt x="129" y="37"/>
                      <a:pt x="131" y="37"/>
                      <a:pt x="132" y="39"/>
                    </a:cubicBezTo>
                    <a:cubicBezTo>
                      <a:pt x="134" y="41"/>
                      <a:pt x="134" y="44"/>
                      <a:pt x="135" y="46"/>
                    </a:cubicBezTo>
                    <a:cubicBezTo>
                      <a:pt x="135" y="48"/>
                      <a:pt x="136" y="51"/>
                      <a:pt x="137" y="52"/>
                    </a:cubicBezTo>
                    <a:cubicBezTo>
                      <a:pt x="140" y="55"/>
                      <a:pt x="140" y="50"/>
                      <a:pt x="140" y="48"/>
                    </a:cubicBezTo>
                    <a:cubicBezTo>
                      <a:pt x="140" y="45"/>
                      <a:pt x="141" y="43"/>
                      <a:pt x="139" y="41"/>
                    </a:cubicBezTo>
                    <a:cubicBezTo>
                      <a:pt x="138" y="39"/>
                      <a:pt x="137" y="37"/>
                      <a:pt x="135" y="35"/>
                    </a:cubicBezTo>
                    <a:cubicBezTo>
                      <a:pt x="134" y="33"/>
                      <a:pt x="133" y="32"/>
                      <a:pt x="133" y="30"/>
                    </a:cubicBezTo>
                    <a:cubicBezTo>
                      <a:pt x="133" y="28"/>
                      <a:pt x="134" y="25"/>
                      <a:pt x="136" y="24"/>
                    </a:cubicBezTo>
                    <a:cubicBezTo>
                      <a:pt x="138" y="23"/>
                      <a:pt x="140" y="25"/>
                      <a:pt x="143" y="24"/>
                    </a:cubicBezTo>
                    <a:cubicBezTo>
                      <a:pt x="144" y="24"/>
                      <a:pt x="146" y="22"/>
                      <a:pt x="147" y="21"/>
                    </a:cubicBezTo>
                    <a:cubicBezTo>
                      <a:pt x="147" y="17"/>
                      <a:pt x="144" y="18"/>
                      <a:pt x="142" y="17"/>
                    </a:cubicBezTo>
                    <a:cubicBezTo>
                      <a:pt x="139" y="17"/>
                      <a:pt x="136" y="13"/>
                      <a:pt x="134" y="11"/>
                    </a:cubicBezTo>
                    <a:cubicBezTo>
                      <a:pt x="136" y="10"/>
                      <a:pt x="129" y="4"/>
                      <a:pt x="127" y="5"/>
                    </a:cubicBezTo>
                    <a:cubicBezTo>
                      <a:pt x="125" y="5"/>
                      <a:pt x="124" y="8"/>
                      <a:pt x="123" y="9"/>
                    </a:cubicBezTo>
                    <a:cubicBezTo>
                      <a:pt x="121" y="10"/>
                      <a:pt x="119" y="12"/>
                      <a:pt x="117" y="12"/>
                    </a:cubicBezTo>
                    <a:cubicBezTo>
                      <a:pt x="117" y="9"/>
                      <a:pt x="118" y="8"/>
                      <a:pt x="120" y="5"/>
                    </a:cubicBezTo>
                    <a:cubicBezTo>
                      <a:pt x="122" y="3"/>
                      <a:pt x="121" y="2"/>
                      <a:pt x="118" y="3"/>
                    </a:cubicBezTo>
                    <a:cubicBezTo>
                      <a:pt x="113" y="3"/>
                      <a:pt x="110" y="5"/>
                      <a:pt x="110" y="11"/>
                    </a:cubicBezTo>
                    <a:cubicBezTo>
                      <a:pt x="110" y="13"/>
                      <a:pt x="110" y="16"/>
                      <a:pt x="109" y="18"/>
                    </a:cubicBezTo>
                    <a:cubicBezTo>
                      <a:pt x="108" y="20"/>
                      <a:pt x="107" y="23"/>
                      <a:pt x="104" y="23"/>
                    </a:cubicBezTo>
                    <a:cubicBezTo>
                      <a:pt x="101" y="24"/>
                      <a:pt x="101" y="21"/>
                      <a:pt x="100" y="19"/>
                    </a:cubicBezTo>
                    <a:cubicBezTo>
                      <a:pt x="100" y="17"/>
                      <a:pt x="99" y="16"/>
                      <a:pt x="99" y="14"/>
                    </a:cubicBezTo>
                    <a:cubicBezTo>
                      <a:pt x="98" y="11"/>
                      <a:pt x="98" y="8"/>
                      <a:pt x="98" y="5"/>
                    </a:cubicBezTo>
                    <a:cubicBezTo>
                      <a:pt x="96" y="1"/>
                      <a:pt x="94" y="0"/>
                      <a:pt x="90" y="0"/>
                    </a:cubicBezTo>
                    <a:cubicBezTo>
                      <a:pt x="86" y="1"/>
                      <a:pt x="82" y="3"/>
                      <a:pt x="80" y="6"/>
                    </a:cubicBezTo>
                    <a:cubicBezTo>
                      <a:pt x="76" y="11"/>
                      <a:pt x="78" y="18"/>
                      <a:pt x="71" y="22"/>
                    </a:cubicBezTo>
                    <a:cubicBezTo>
                      <a:pt x="68" y="24"/>
                      <a:pt x="65" y="24"/>
                      <a:pt x="62" y="25"/>
                    </a:cubicBezTo>
                    <a:cubicBezTo>
                      <a:pt x="58" y="27"/>
                      <a:pt x="55" y="29"/>
                      <a:pt x="52" y="32"/>
                    </a:cubicBezTo>
                    <a:cubicBezTo>
                      <a:pt x="46" y="38"/>
                      <a:pt x="48" y="46"/>
                      <a:pt x="45" y="54"/>
                    </a:cubicBezTo>
                    <a:cubicBezTo>
                      <a:pt x="43" y="57"/>
                      <a:pt x="40" y="60"/>
                      <a:pt x="37" y="63"/>
                    </a:cubicBezTo>
                    <a:cubicBezTo>
                      <a:pt x="35" y="66"/>
                      <a:pt x="32" y="69"/>
                      <a:pt x="30" y="72"/>
                    </a:cubicBezTo>
                    <a:cubicBezTo>
                      <a:pt x="26" y="78"/>
                      <a:pt x="21" y="84"/>
                      <a:pt x="16" y="89"/>
                    </a:cubicBezTo>
                    <a:cubicBezTo>
                      <a:pt x="13" y="91"/>
                      <a:pt x="10" y="93"/>
                      <a:pt x="7" y="96"/>
                    </a:cubicBezTo>
                    <a:cubicBezTo>
                      <a:pt x="5" y="99"/>
                      <a:pt x="4" y="102"/>
                      <a:pt x="4" y="105"/>
                    </a:cubicBezTo>
                    <a:cubicBezTo>
                      <a:pt x="3" y="113"/>
                      <a:pt x="6" y="119"/>
                      <a:pt x="6" y="127"/>
                    </a:cubicBezTo>
                    <a:cubicBezTo>
                      <a:pt x="7" y="131"/>
                      <a:pt x="6" y="135"/>
                      <a:pt x="8" y="139"/>
                    </a:cubicBezTo>
                    <a:cubicBezTo>
                      <a:pt x="10" y="142"/>
                      <a:pt x="13" y="144"/>
                      <a:pt x="15" y="147"/>
                    </a:cubicBezTo>
                    <a:cubicBezTo>
                      <a:pt x="17" y="152"/>
                      <a:pt x="14" y="154"/>
                      <a:pt x="11" y="158"/>
                    </a:cubicBezTo>
                    <a:cubicBezTo>
                      <a:pt x="9" y="161"/>
                      <a:pt x="8" y="165"/>
                      <a:pt x="5" y="167"/>
                    </a:cubicBezTo>
                    <a:cubicBezTo>
                      <a:pt x="4" y="169"/>
                      <a:pt x="0" y="171"/>
                      <a:pt x="0" y="174"/>
                    </a:cubicBezTo>
                    <a:cubicBezTo>
                      <a:pt x="0" y="176"/>
                      <a:pt x="3" y="178"/>
                      <a:pt x="4" y="180"/>
                    </a:cubicBezTo>
                    <a:cubicBezTo>
                      <a:pt x="5" y="182"/>
                      <a:pt x="5" y="185"/>
                      <a:pt x="9" y="185"/>
                    </a:cubicBezTo>
                    <a:cubicBezTo>
                      <a:pt x="12" y="186"/>
                      <a:pt x="13" y="187"/>
                      <a:pt x="14" y="190"/>
                    </a:cubicBezTo>
                    <a:cubicBezTo>
                      <a:pt x="15" y="195"/>
                      <a:pt x="14" y="201"/>
                      <a:pt x="15" y="206"/>
                    </a:cubicBezTo>
                    <a:cubicBezTo>
                      <a:pt x="16" y="210"/>
                      <a:pt x="17" y="209"/>
                      <a:pt x="20" y="210"/>
                    </a:cubicBezTo>
                    <a:cubicBezTo>
                      <a:pt x="23" y="210"/>
                      <a:pt x="23" y="213"/>
                      <a:pt x="23" y="215"/>
                    </a:cubicBezTo>
                    <a:cubicBezTo>
                      <a:pt x="23" y="218"/>
                      <a:pt x="23" y="220"/>
                      <a:pt x="22" y="223"/>
                    </a:cubicBezTo>
                    <a:cubicBezTo>
                      <a:pt x="22" y="224"/>
                      <a:pt x="22" y="225"/>
                      <a:pt x="21" y="227"/>
                    </a:cubicBezTo>
                    <a:cubicBezTo>
                      <a:pt x="21" y="227"/>
                      <a:pt x="20" y="229"/>
                      <a:pt x="21" y="229"/>
                    </a:cubicBezTo>
                    <a:cubicBezTo>
                      <a:pt x="22" y="230"/>
                      <a:pt x="24" y="228"/>
                      <a:pt x="24" y="227"/>
                    </a:cubicBezTo>
                    <a:cubicBezTo>
                      <a:pt x="26" y="226"/>
                      <a:pt x="28" y="225"/>
                      <a:pt x="29" y="2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7" name="Freeform 2197">
                <a:extLst>
                  <a:ext uri="{FF2B5EF4-FFF2-40B4-BE49-F238E27FC236}">
                    <a16:creationId xmlns:a16="http://schemas.microsoft.com/office/drawing/2014/main" id="{E2EF000D-19C8-A246-9FDA-54E335B9C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855"/>
                <a:ext cx="15" cy="15"/>
              </a:xfrm>
              <a:custGeom>
                <a:avLst/>
                <a:gdLst>
                  <a:gd name="T0" fmla="*/ 10 w 36"/>
                  <a:gd name="T1" fmla="*/ 36 h 36"/>
                  <a:gd name="T2" fmla="*/ 2 w 36"/>
                  <a:gd name="T3" fmla="*/ 27 h 36"/>
                  <a:gd name="T4" fmla="*/ 1 w 36"/>
                  <a:gd name="T5" fmla="*/ 21 h 36"/>
                  <a:gd name="T6" fmla="*/ 2 w 36"/>
                  <a:gd name="T7" fmla="*/ 18 h 36"/>
                  <a:gd name="T8" fmla="*/ 2 w 36"/>
                  <a:gd name="T9" fmla="*/ 13 h 36"/>
                  <a:gd name="T10" fmla="*/ 9 w 36"/>
                  <a:gd name="T11" fmla="*/ 4 h 36"/>
                  <a:gd name="T12" fmla="*/ 14 w 36"/>
                  <a:gd name="T13" fmla="*/ 2 h 36"/>
                  <a:gd name="T14" fmla="*/ 19 w 36"/>
                  <a:gd name="T15" fmla="*/ 0 h 36"/>
                  <a:gd name="T16" fmla="*/ 23 w 36"/>
                  <a:gd name="T17" fmla="*/ 2 h 36"/>
                  <a:gd name="T18" fmla="*/ 28 w 36"/>
                  <a:gd name="T19" fmla="*/ 2 h 36"/>
                  <a:gd name="T20" fmla="*/ 36 w 36"/>
                  <a:gd name="T21" fmla="*/ 7 h 36"/>
                  <a:gd name="T22" fmla="*/ 28 w 36"/>
                  <a:gd name="T23" fmla="*/ 12 h 36"/>
                  <a:gd name="T24" fmla="*/ 19 w 36"/>
                  <a:gd name="T25" fmla="*/ 16 h 36"/>
                  <a:gd name="T26" fmla="*/ 16 w 36"/>
                  <a:gd name="T27" fmla="*/ 20 h 36"/>
                  <a:gd name="T28" fmla="*/ 13 w 36"/>
                  <a:gd name="T29" fmla="*/ 24 h 36"/>
                  <a:gd name="T30" fmla="*/ 12 w 36"/>
                  <a:gd name="T31" fmla="*/ 30 h 36"/>
                  <a:gd name="T32" fmla="*/ 10 w 36"/>
                  <a:gd name="T33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36">
                    <a:moveTo>
                      <a:pt x="10" y="36"/>
                    </a:moveTo>
                    <a:cubicBezTo>
                      <a:pt x="7" y="34"/>
                      <a:pt x="3" y="30"/>
                      <a:pt x="2" y="27"/>
                    </a:cubicBezTo>
                    <a:cubicBezTo>
                      <a:pt x="1" y="25"/>
                      <a:pt x="0" y="23"/>
                      <a:pt x="1" y="21"/>
                    </a:cubicBezTo>
                    <a:cubicBezTo>
                      <a:pt x="1" y="20"/>
                      <a:pt x="2" y="19"/>
                      <a:pt x="2" y="18"/>
                    </a:cubicBezTo>
                    <a:cubicBezTo>
                      <a:pt x="2" y="16"/>
                      <a:pt x="2" y="14"/>
                      <a:pt x="2" y="13"/>
                    </a:cubicBezTo>
                    <a:cubicBezTo>
                      <a:pt x="3" y="9"/>
                      <a:pt x="6" y="6"/>
                      <a:pt x="9" y="4"/>
                    </a:cubicBezTo>
                    <a:cubicBezTo>
                      <a:pt x="11" y="3"/>
                      <a:pt x="13" y="3"/>
                      <a:pt x="14" y="2"/>
                    </a:cubicBezTo>
                    <a:cubicBezTo>
                      <a:pt x="16" y="1"/>
                      <a:pt x="17" y="0"/>
                      <a:pt x="19" y="0"/>
                    </a:cubicBezTo>
                    <a:cubicBezTo>
                      <a:pt x="20" y="0"/>
                      <a:pt x="21" y="2"/>
                      <a:pt x="23" y="2"/>
                    </a:cubicBezTo>
                    <a:cubicBezTo>
                      <a:pt x="24" y="2"/>
                      <a:pt x="26" y="2"/>
                      <a:pt x="28" y="2"/>
                    </a:cubicBezTo>
                    <a:cubicBezTo>
                      <a:pt x="31" y="3"/>
                      <a:pt x="36" y="3"/>
                      <a:pt x="36" y="7"/>
                    </a:cubicBezTo>
                    <a:cubicBezTo>
                      <a:pt x="36" y="11"/>
                      <a:pt x="31" y="11"/>
                      <a:pt x="28" y="12"/>
                    </a:cubicBezTo>
                    <a:cubicBezTo>
                      <a:pt x="25" y="12"/>
                      <a:pt x="21" y="13"/>
                      <a:pt x="19" y="16"/>
                    </a:cubicBezTo>
                    <a:cubicBezTo>
                      <a:pt x="18" y="18"/>
                      <a:pt x="17" y="19"/>
                      <a:pt x="16" y="20"/>
                    </a:cubicBezTo>
                    <a:cubicBezTo>
                      <a:pt x="15" y="21"/>
                      <a:pt x="14" y="23"/>
                      <a:pt x="13" y="24"/>
                    </a:cubicBezTo>
                    <a:cubicBezTo>
                      <a:pt x="13" y="26"/>
                      <a:pt x="12" y="28"/>
                      <a:pt x="12" y="30"/>
                    </a:cubicBezTo>
                    <a:cubicBezTo>
                      <a:pt x="13" y="33"/>
                      <a:pt x="12" y="34"/>
                      <a:pt x="10" y="35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8" name="Freeform 2198">
                <a:extLst>
                  <a:ext uri="{FF2B5EF4-FFF2-40B4-BE49-F238E27FC236}">
                    <a16:creationId xmlns:a16="http://schemas.microsoft.com/office/drawing/2014/main" id="{CBBAD3A5-7F35-9141-909D-BC2A181E0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873"/>
                <a:ext cx="5" cy="4"/>
              </a:xfrm>
              <a:custGeom>
                <a:avLst/>
                <a:gdLst>
                  <a:gd name="T0" fmla="*/ 6 w 11"/>
                  <a:gd name="T1" fmla="*/ 0 h 10"/>
                  <a:gd name="T2" fmla="*/ 9 w 11"/>
                  <a:gd name="T3" fmla="*/ 2 h 10"/>
                  <a:gd name="T4" fmla="*/ 9 w 11"/>
                  <a:gd name="T5" fmla="*/ 8 h 10"/>
                  <a:gd name="T6" fmla="*/ 6 w 11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cubicBezTo>
                      <a:pt x="7" y="0"/>
                      <a:pt x="8" y="1"/>
                      <a:pt x="9" y="2"/>
                    </a:cubicBezTo>
                    <a:cubicBezTo>
                      <a:pt x="10" y="4"/>
                      <a:pt x="11" y="7"/>
                      <a:pt x="9" y="8"/>
                    </a:cubicBezTo>
                    <a:cubicBezTo>
                      <a:pt x="5" y="10"/>
                      <a:pt x="0" y="1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9" name="Freeform 2199">
                <a:extLst>
                  <a:ext uri="{FF2B5EF4-FFF2-40B4-BE49-F238E27FC236}">
                    <a16:creationId xmlns:a16="http://schemas.microsoft.com/office/drawing/2014/main" id="{5E919163-72C1-6F47-8CC8-5C77331D6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810"/>
                <a:ext cx="9" cy="7"/>
              </a:xfrm>
              <a:custGeom>
                <a:avLst/>
                <a:gdLst>
                  <a:gd name="T0" fmla="*/ 0 w 22"/>
                  <a:gd name="T1" fmla="*/ 7 h 17"/>
                  <a:gd name="T2" fmla="*/ 16 w 22"/>
                  <a:gd name="T3" fmla="*/ 6 h 17"/>
                  <a:gd name="T4" fmla="*/ 21 w 22"/>
                  <a:gd name="T5" fmla="*/ 12 h 17"/>
                  <a:gd name="T6" fmla="*/ 15 w 22"/>
                  <a:gd name="T7" fmla="*/ 17 h 17"/>
                  <a:gd name="T8" fmla="*/ 7 w 22"/>
                  <a:gd name="T9" fmla="*/ 13 h 17"/>
                  <a:gd name="T10" fmla="*/ 4 w 22"/>
                  <a:gd name="T11" fmla="*/ 10 h 17"/>
                  <a:gd name="T12" fmla="*/ 2 w 22"/>
                  <a:gd name="T13" fmla="*/ 8 h 17"/>
                  <a:gd name="T14" fmla="*/ 0 w 22"/>
                  <a:gd name="T1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7">
                    <a:moveTo>
                      <a:pt x="0" y="7"/>
                    </a:moveTo>
                    <a:cubicBezTo>
                      <a:pt x="1" y="0"/>
                      <a:pt x="13" y="5"/>
                      <a:pt x="16" y="6"/>
                    </a:cubicBezTo>
                    <a:cubicBezTo>
                      <a:pt x="19" y="7"/>
                      <a:pt x="22" y="9"/>
                      <a:pt x="21" y="12"/>
                    </a:cubicBezTo>
                    <a:cubicBezTo>
                      <a:pt x="19" y="15"/>
                      <a:pt x="17" y="16"/>
                      <a:pt x="15" y="17"/>
                    </a:cubicBezTo>
                    <a:cubicBezTo>
                      <a:pt x="12" y="17"/>
                      <a:pt x="9" y="15"/>
                      <a:pt x="7" y="13"/>
                    </a:cubicBezTo>
                    <a:cubicBezTo>
                      <a:pt x="7" y="12"/>
                      <a:pt x="5" y="11"/>
                      <a:pt x="4" y="10"/>
                    </a:cubicBezTo>
                    <a:cubicBezTo>
                      <a:pt x="4" y="9"/>
                      <a:pt x="3" y="9"/>
                      <a:pt x="2" y="8"/>
                    </a:cubicBezTo>
                    <a:cubicBezTo>
                      <a:pt x="2" y="8"/>
                      <a:pt x="0" y="8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0" name="Freeform 2200">
                <a:extLst>
                  <a:ext uri="{FF2B5EF4-FFF2-40B4-BE49-F238E27FC236}">
                    <a16:creationId xmlns:a16="http://schemas.microsoft.com/office/drawing/2014/main" id="{D5771253-7DE9-0E46-BC17-EA7C5224C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144"/>
                <a:ext cx="32" cy="34"/>
              </a:xfrm>
              <a:custGeom>
                <a:avLst/>
                <a:gdLst>
                  <a:gd name="T0" fmla="*/ 8 w 77"/>
                  <a:gd name="T1" fmla="*/ 17 h 83"/>
                  <a:gd name="T2" fmla="*/ 11 w 77"/>
                  <a:gd name="T3" fmla="*/ 12 h 83"/>
                  <a:gd name="T4" fmla="*/ 15 w 77"/>
                  <a:gd name="T5" fmla="*/ 7 h 83"/>
                  <a:gd name="T6" fmla="*/ 22 w 77"/>
                  <a:gd name="T7" fmla="*/ 2 h 83"/>
                  <a:gd name="T8" fmla="*/ 26 w 77"/>
                  <a:gd name="T9" fmla="*/ 8 h 83"/>
                  <a:gd name="T10" fmla="*/ 29 w 77"/>
                  <a:gd name="T11" fmla="*/ 14 h 83"/>
                  <a:gd name="T12" fmla="*/ 40 w 77"/>
                  <a:gd name="T13" fmla="*/ 18 h 83"/>
                  <a:gd name="T14" fmla="*/ 54 w 77"/>
                  <a:gd name="T15" fmla="*/ 23 h 83"/>
                  <a:gd name="T16" fmla="*/ 63 w 77"/>
                  <a:gd name="T17" fmla="*/ 33 h 83"/>
                  <a:gd name="T18" fmla="*/ 74 w 77"/>
                  <a:gd name="T19" fmla="*/ 46 h 83"/>
                  <a:gd name="T20" fmla="*/ 76 w 77"/>
                  <a:gd name="T21" fmla="*/ 58 h 83"/>
                  <a:gd name="T22" fmla="*/ 73 w 77"/>
                  <a:gd name="T23" fmla="*/ 68 h 83"/>
                  <a:gd name="T24" fmla="*/ 66 w 77"/>
                  <a:gd name="T25" fmla="*/ 78 h 83"/>
                  <a:gd name="T26" fmla="*/ 57 w 77"/>
                  <a:gd name="T27" fmla="*/ 83 h 83"/>
                  <a:gd name="T28" fmla="*/ 49 w 77"/>
                  <a:gd name="T29" fmla="*/ 79 h 83"/>
                  <a:gd name="T30" fmla="*/ 38 w 77"/>
                  <a:gd name="T31" fmla="*/ 70 h 83"/>
                  <a:gd name="T32" fmla="*/ 31 w 77"/>
                  <a:gd name="T33" fmla="*/ 65 h 83"/>
                  <a:gd name="T34" fmla="*/ 23 w 77"/>
                  <a:gd name="T35" fmla="*/ 64 h 83"/>
                  <a:gd name="T36" fmla="*/ 15 w 77"/>
                  <a:gd name="T37" fmla="*/ 64 h 83"/>
                  <a:gd name="T38" fmla="*/ 7 w 77"/>
                  <a:gd name="T39" fmla="*/ 58 h 83"/>
                  <a:gd name="T40" fmla="*/ 2 w 77"/>
                  <a:gd name="T41" fmla="*/ 51 h 83"/>
                  <a:gd name="T42" fmla="*/ 1 w 77"/>
                  <a:gd name="T43" fmla="*/ 44 h 83"/>
                  <a:gd name="T44" fmla="*/ 1 w 77"/>
                  <a:gd name="T45" fmla="*/ 37 h 83"/>
                  <a:gd name="T46" fmla="*/ 0 w 77"/>
                  <a:gd name="T47" fmla="*/ 31 h 83"/>
                  <a:gd name="T48" fmla="*/ 2 w 77"/>
                  <a:gd name="T49" fmla="*/ 28 h 83"/>
                  <a:gd name="T50" fmla="*/ 4 w 77"/>
                  <a:gd name="T51" fmla="*/ 23 h 83"/>
                  <a:gd name="T52" fmla="*/ 8 w 77"/>
                  <a:gd name="T53" fmla="*/ 1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7" h="83">
                    <a:moveTo>
                      <a:pt x="8" y="17"/>
                    </a:moveTo>
                    <a:cubicBezTo>
                      <a:pt x="9" y="15"/>
                      <a:pt x="10" y="14"/>
                      <a:pt x="11" y="12"/>
                    </a:cubicBezTo>
                    <a:cubicBezTo>
                      <a:pt x="12" y="11"/>
                      <a:pt x="13" y="9"/>
                      <a:pt x="15" y="7"/>
                    </a:cubicBezTo>
                    <a:cubicBezTo>
                      <a:pt x="16" y="5"/>
                      <a:pt x="19" y="0"/>
                      <a:pt x="22" y="2"/>
                    </a:cubicBezTo>
                    <a:cubicBezTo>
                      <a:pt x="24" y="4"/>
                      <a:pt x="25" y="6"/>
                      <a:pt x="26" y="8"/>
                    </a:cubicBezTo>
                    <a:cubicBezTo>
                      <a:pt x="27" y="10"/>
                      <a:pt x="28" y="12"/>
                      <a:pt x="29" y="14"/>
                    </a:cubicBezTo>
                    <a:cubicBezTo>
                      <a:pt x="32" y="18"/>
                      <a:pt x="36" y="17"/>
                      <a:pt x="40" y="18"/>
                    </a:cubicBezTo>
                    <a:cubicBezTo>
                      <a:pt x="45" y="18"/>
                      <a:pt x="50" y="20"/>
                      <a:pt x="54" y="23"/>
                    </a:cubicBezTo>
                    <a:cubicBezTo>
                      <a:pt x="57" y="26"/>
                      <a:pt x="59" y="30"/>
                      <a:pt x="63" y="33"/>
                    </a:cubicBezTo>
                    <a:cubicBezTo>
                      <a:pt x="66" y="37"/>
                      <a:pt x="71" y="41"/>
                      <a:pt x="74" y="46"/>
                    </a:cubicBezTo>
                    <a:cubicBezTo>
                      <a:pt x="76" y="50"/>
                      <a:pt x="77" y="54"/>
                      <a:pt x="76" y="58"/>
                    </a:cubicBezTo>
                    <a:cubicBezTo>
                      <a:pt x="75" y="61"/>
                      <a:pt x="74" y="65"/>
                      <a:pt x="73" y="68"/>
                    </a:cubicBezTo>
                    <a:cubicBezTo>
                      <a:pt x="71" y="72"/>
                      <a:pt x="69" y="76"/>
                      <a:pt x="66" y="78"/>
                    </a:cubicBezTo>
                    <a:cubicBezTo>
                      <a:pt x="63" y="80"/>
                      <a:pt x="60" y="82"/>
                      <a:pt x="57" y="83"/>
                    </a:cubicBezTo>
                    <a:cubicBezTo>
                      <a:pt x="54" y="83"/>
                      <a:pt x="51" y="81"/>
                      <a:pt x="49" y="79"/>
                    </a:cubicBezTo>
                    <a:cubicBezTo>
                      <a:pt x="45" y="76"/>
                      <a:pt x="41" y="73"/>
                      <a:pt x="38" y="70"/>
                    </a:cubicBezTo>
                    <a:cubicBezTo>
                      <a:pt x="36" y="68"/>
                      <a:pt x="34" y="66"/>
                      <a:pt x="31" y="65"/>
                    </a:cubicBezTo>
                    <a:cubicBezTo>
                      <a:pt x="29" y="64"/>
                      <a:pt x="26" y="64"/>
                      <a:pt x="23" y="64"/>
                    </a:cubicBezTo>
                    <a:cubicBezTo>
                      <a:pt x="20" y="64"/>
                      <a:pt x="18" y="64"/>
                      <a:pt x="15" y="64"/>
                    </a:cubicBezTo>
                    <a:cubicBezTo>
                      <a:pt x="12" y="63"/>
                      <a:pt x="9" y="61"/>
                      <a:pt x="7" y="58"/>
                    </a:cubicBezTo>
                    <a:cubicBezTo>
                      <a:pt x="5" y="56"/>
                      <a:pt x="4" y="54"/>
                      <a:pt x="2" y="51"/>
                    </a:cubicBezTo>
                    <a:cubicBezTo>
                      <a:pt x="2" y="49"/>
                      <a:pt x="1" y="46"/>
                      <a:pt x="1" y="44"/>
                    </a:cubicBezTo>
                    <a:cubicBezTo>
                      <a:pt x="1" y="41"/>
                      <a:pt x="1" y="39"/>
                      <a:pt x="1" y="37"/>
                    </a:cubicBezTo>
                    <a:cubicBezTo>
                      <a:pt x="0" y="35"/>
                      <a:pt x="0" y="33"/>
                      <a:pt x="0" y="31"/>
                    </a:cubicBezTo>
                    <a:cubicBezTo>
                      <a:pt x="1" y="30"/>
                      <a:pt x="2" y="29"/>
                      <a:pt x="2" y="28"/>
                    </a:cubicBezTo>
                    <a:cubicBezTo>
                      <a:pt x="3" y="26"/>
                      <a:pt x="3" y="24"/>
                      <a:pt x="4" y="23"/>
                    </a:cubicBezTo>
                    <a:cubicBezTo>
                      <a:pt x="5" y="20"/>
                      <a:pt x="6" y="18"/>
                      <a:pt x="8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1" name="Freeform 2201">
                <a:extLst>
                  <a:ext uri="{FF2B5EF4-FFF2-40B4-BE49-F238E27FC236}">
                    <a16:creationId xmlns:a16="http://schemas.microsoft.com/office/drawing/2014/main" id="{A184F67D-0E39-844E-90D3-362C88418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752"/>
                <a:ext cx="4" cy="3"/>
              </a:xfrm>
              <a:custGeom>
                <a:avLst/>
                <a:gdLst>
                  <a:gd name="T0" fmla="*/ 3 w 9"/>
                  <a:gd name="T1" fmla="*/ 8 h 9"/>
                  <a:gd name="T2" fmla="*/ 2 w 9"/>
                  <a:gd name="T3" fmla="*/ 8 h 9"/>
                  <a:gd name="T4" fmla="*/ 2 w 9"/>
                  <a:gd name="T5" fmla="*/ 6 h 9"/>
                  <a:gd name="T6" fmla="*/ 2 w 9"/>
                  <a:gd name="T7" fmla="*/ 6 h 9"/>
                  <a:gd name="T8" fmla="*/ 1 w 9"/>
                  <a:gd name="T9" fmla="*/ 4 h 9"/>
                  <a:gd name="T10" fmla="*/ 0 w 9"/>
                  <a:gd name="T11" fmla="*/ 3 h 9"/>
                  <a:gd name="T12" fmla="*/ 1 w 9"/>
                  <a:gd name="T13" fmla="*/ 1 h 9"/>
                  <a:gd name="T14" fmla="*/ 4 w 9"/>
                  <a:gd name="T15" fmla="*/ 0 h 9"/>
                  <a:gd name="T16" fmla="*/ 5 w 9"/>
                  <a:gd name="T17" fmla="*/ 3 h 9"/>
                  <a:gd name="T18" fmla="*/ 7 w 9"/>
                  <a:gd name="T19" fmla="*/ 5 h 9"/>
                  <a:gd name="T20" fmla="*/ 8 w 9"/>
                  <a:gd name="T21" fmla="*/ 5 h 9"/>
                  <a:gd name="T22" fmla="*/ 8 w 9"/>
                  <a:gd name="T23" fmla="*/ 8 h 9"/>
                  <a:gd name="T24" fmla="*/ 3 w 9"/>
                  <a:gd name="T25" fmla="*/ 8 h 9"/>
                  <a:gd name="T26" fmla="*/ 3 w 9"/>
                  <a:gd name="T2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9">
                    <a:moveTo>
                      <a:pt x="3" y="8"/>
                    </a:moveTo>
                    <a:cubicBezTo>
                      <a:pt x="3" y="8"/>
                      <a:pt x="3" y="8"/>
                      <a:pt x="2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4"/>
                      <a:pt x="5" y="5"/>
                      <a:pt x="7" y="5"/>
                    </a:cubicBezTo>
                    <a:cubicBezTo>
                      <a:pt x="7" y="5"/>
                      <a:pt x="8" y="4"/>
                      <a:pt x="8" y="5"/>
                    </a:cubicBezTo>
                    <a:cubicBezTo>
                      <a:pt x="9" y="6"/>
                      <a:pt x="8" y="7"/>
                      <a:pt x="8" y="8"/>
                    </a:cubicBezTo>
                    <a:cubicBezTo>
                      <a:pt x="7" y="9"/>
                      <a:pt x="5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2" name="Freeform 2202">
                <a:extLst>
                  <a:ext uri="{FF2B5EF4-FFF2-40B4-BE49-F238E27FC236}">
                    <a16:creationId xmlns:a16="http://schemas.microsoft.com/office/drawing/2014/main" id="{1AA783E5-4AD4-CA41-BB95-115F0B52D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50"/>
                <a:ext cx="2" cy="2"/>
              </a:xfrm>
              <a:custGeom>
                <a:avLst/>
                <a:gdLst>
                  <a:gd name="T0" fmla="*/ 0 w 5"/>
                  <a:gd name="T1" fmla="*/ 2 h 6"/>
                  <a:gd name="T2" fmla="*/ 0 w 5"/>
                  <a:gd name="T3" fmla="*/ 1 h 6"/>
                  <a:gd name="T4" fmla="*/ 2 w 5"/>
                  <a:gd name="T5" fmla="*/ 1 h 6"/>
                  <a:gd name="T6" fmla="*/ 3 w 5"/>
                  <a:gd name="T7" fmla="*/ 1 h 6"/>
                  <a:gd name="T8" fmla="*/ 4 w 5"/>
                  <a:gd name="T9" fmla="*/ 2 h 6"/>
                  <a:gd name="T10" fmla="*/ 4 w 5"/>
                  <a:gd name="T11" fmla="*/ 5 h 6"/>
                  <a:gd name="T12" fmla="*/ 2 w 5"/>
                  <a:gd name="T13" fmla="*/ 6 h 6"/>
                  <a:gd name="T14" fmla="*/ 2 w 5"/>
                  <a:gd name="T15" fmla="*/ 6 h 6"/>
                  <a:gd name="T16" fmla="*/ 1 w 5"/>
                  <a:gd name="T17" fmla="*/ 5 h 6"/>
                  <a:gd name="T18" fmla="*/ 0 w 5"/>
                  <a:gd name="T19" fmla="*/ 4 h 6"/>
                  <a:gd name="T20" fmla="*/ 0 w 5"/>
                  <a:gd name="T2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5" y="4"/>
                      <a:pt x="4" y="5"/>
                    </a:cubicBezTo>
                    <a:cubicBezTo>
                      <a:pt x="4" y="5"/>
                      <a:pt x="3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3" name="Freeform 2203">
                <a:extLst>
                  <a:ext uri="{FF2B5EF4-FFF2-40B4-BE49-F238E27FC236}">
                    <a16:creationId xmlns:a16="http://schemas.microsoft.com/office/drawing/2014/main" id="{0E034485-F0A2-D84E-B669-5A6508083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53"/>
                <a:ext cx="3" cy="3"/>
              </a:xfrm>
              <a:custGeom>
                <a:avLst/>
                <a:gdLst>
                  <a:gd name="T0" fmla="*/ 1 w 6"/>
                  <a:gd name="T1" fmla="*/ 1 h 7"/>
                  <a:gd name="T2" fmla="*/ 1 w 6"/>
                  <a:gd name="T3" fmla="*/ 1 h 7"/>
                  <a:gd name="T4" fmla="*/ 2 w 6"/>
                  <a:gd name="T5" fmla="*/ 0 h 7"/>
                  <a:gd name="T6" fmla="*/ 4 w 6"/>
                  <a:gd name="T7" fmla="*/ 1 h 7"/>
                  <a:gd name="T8" fmla="*/ 4 w 6"/>
                  <a:gd name="T9" fmla="*/ 2 h 7"/>
                  <a:gd name="T10" fmla="*/ 4 w 6"/>
                  <a:gd name="T11" fmla="*/ 3 h 7"/>
                  <a:gd name="T12" fmla="*/ 5 w 6"/>
                  <a:gd name="T13" fmla="*/ 4 h 7"/>
                  <a:gd name="T14" fmla="*/ 5 w 6"/>
                  <a:gd name="T15" fmla="*/ 5 h 7"/>
                  <a:gd name="T16" fmla="*/ 5 w 6"/>
                  <a:gd name="T17" fmla="*/ 6 h 7"/>
                  <a:gd name="T18" fmla="*/ 2 w 6"/>
                  <a:gd name="T19" fmla="*/ 7 h 7"/>
                  <a:gd name="T20" fmla="*/ 1 w 6"/>
                  <a:gd name="T21" fmla="*/ 5 h 7"/>
                  <a:gd name="T22" fmla="*/ 0 w 6"/>
                  <a:gd name="T23" fmla="*/ 2 h 7"/>
                  <a:gd name="T24" fmla="*/ 0 w 6"/>
                  <a:gd name="T25" fmla="*/ 2 h 7"/>
                  <a:gd name="T26" fmla="*/ 1 w 6"/>
                  <a:gd name="T2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6" y="5"/>
                      <a:pt x="6" y="6"/>
                      <a:pt x="5" y="6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2" y="6"/>
                      <a:pt x="1" y="5"/>
                      <a:pt x="1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4" name="Freeform 2204">
                <a:extLst>
                  <a:ext uri="{FF2B5EF4-FFF2-40B4-BE49-F238E27FC236}">
                    <a16:creationId xmlns:a16="http://schemas.microsoft.com/office/drawing/2014/main" id="{3D37F3D7-9C0D-DB47-A2E7-21A295E93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757"/>
                <a:ext cx="3" cy="3"/>
              </a:xfrm>
              <a:custGeom>
                <a:avLst/>
                <a:gdLst>
                  <a:gd name="T0" fmla="*/ 0 w 6"/>
                  <a:gd name="T1" fmla="*/ 3 h 8"/>
                  <a:gd name="T2" fmla="*/ 0 w 6"/>
                  <a:gd name="T3" fmla="*/ 2 h 8"/>
                  <a:gd name="T4" fmla="*/ 0 w 6"/>
                  <a:gd name="T5" fmla="*/ 2 h 8"/>
                  <a:gd name="T6" fmla="*/ 2 w 6"/>
                  <a:gd name="T7" fmla="*/ 1 h 8"/>
                  <a:gd name="T8" fmla="*/ 4 w 6"/>
                  <a:gd name="T9" fmla="*/ 1 h 8"/>
                  <a:gd name="T10" fmla="*/ 5 w 6"/>
                  <a:gd name="T11" fmla="*/ 2 h 8"/>
                  <a:gd name="T12" fmla="*/ 6 w 6"/>
                  <a:gd name="T13" fmla="*/ 3 h 8"/>
                  <a:gd name="T14" fmla="*/ 6 w 6"/>
                  <a:gd name="T15" fmla="*/ 6 h 8"/>
                  <a:gd name="T16" fmla="*/ 0 w 6"/>
                  <a:gd name="T17" fmla="*/ 5 h 8"/>
                  <a:gd name="T18" fmla="*/ 0 w 6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4"/>
                      <a:pt x="6" y="5"/>
                      <a:pt x="6" y="6"/>
                    </a:cubicBezTo>
                    <a:cubicBezTo>
                      <a:pt x="5" y="8"/>
                      <a:pt x="1" y="6"/>
                      <a:pt x="0" y="5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5" name="Freeform 2205">
                <a:extLst>
                  <a:ext uri="{FF2B5EF4-FFF2-40B4-BE49-F238E27FC236}">
                    <a16:creationId xmlns:a16="http://schemas.microsoft.com/office/drawing/2014/main" id="{96ED3E82-FE6C-3C41-B9BE-29A45DEF3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1811"/>
                <a:ext cx="2" cy="3"/>
              </a:xfrm>
              <a:custGeom>
                <a:avLst/>
                <a:gdLst>
                  <a:gd name="T0" fmla="*/ 0 w 4"/>
                  <a:gd name="T1" fmla="*/ 3 h 7"/>
                  <a:gd name="T2" fmla="*/ 2 w 4"/>
                  <a:gd name="T3" fmla="*/ 0 h 7"/>
                  <a:gd name="T4" fmla="*/ 4 w 4"/>
                  <a:gd name="T5" fmla="*/ 3 h 7"/>
                  <a:gd name="T6" fmla="*/ 4 w 4"/>
                  <a:gd name="T7" fmla="*/ 6 h 7"/>
                  <a:gd name="T8" fmla="*/ 1 w 4"/>
                  <a:gd name="T9" fmla="*/ 6 h 7"/>
                  <a:gd name="T10" fmla="*/ 0 w 4"/>
                  <a:gd name="T11" fmla="*/ 5 h 7"/>
                  <a:gd name="T12" fmla="*/ 0 w 4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6" name="Freeform 2206">
                <a:extLst>
                  <a:ext uri="{FF2B5EF4-FFF2-40B4-BE49-F238E27FC236}">
                    <a16:creationId xmlns:a16="http://schemas.microsoft.com/office/drawing/2014/main" id="{C284F21C-BEDB-7C4F-B8FF-8635F0B31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822"/>
                <a:ext cx="5" cy="5"/>
              </a:xfrm>
              <a:custGeom>
                <a:avLst/>
                <a:gdLst>
                  <a:gd name="T0" fmla="*/ 1 w 11"/>
                  <a:gd name="T1" fmla="*/ 10 h 12"/>
                  <a:gd name="T2" fmla="*/ 0 w 11"/>
                  <a:gd name="T3" fmla="*/ 9 h 12"/>
                  <a:gd name="T4" fmla="*/ 1 w 11"/>
                  <a:gd name="T5" fmla="*/ 5 h 12"/>
                  <a:gd name="T6" fmla="*/ 4 w 11"/>
                  <a:gd name="T7" fmla="*/ 3 h 12"/>
                  <a:gd name="T8" fmla="*/ 6 w 11"/>
                  <a:gd name="T9" fmla="*/ 2 h 12"/>
                  <a:gd name="T10" fmla="*/ 9 w 11"/>
                  <a:gd name="T11" fmla="*/ 1 h 12"/>
                  <a:gd name="T12" fmla="*/ 8 w 11"/>
                  <a:gd name="T13" fmla="*/ 7 h 12"/>
                  <a:gd name="T14" fmla="*/ 7 w 11"/>
                  <a:gd name="T15" fmla="*/ 10 h 12"/>
                  <a:gd name="T16" fmla="*/ 5 w 11"/>
                  <a:gd name="T17" fmla="*/ 12 h 12"/>
                  <a:gd name="T18" fmla="*/ 1 w 11"/>
                  <a:gd name="T1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2">
                    <a:moveTo>
                      <a:pt x="1" y="10"/>
                    </a:moveTo>
                    <a:cubicBezTo>
                      <a:pt x="0" y="10"/>
                      <a:pt x="0" y="10"/>
                      <a:pt x="0" y="9"/>
                    </a:cubicBezTo>
                    <a:cubicBezTo>
                      <a:pt x="0" y="8"/>
                      <a:pt x="0" y="6"/>
                      <a:pt x="1" y="5"/>
                    </a:cubicBezTo>
                    <a:cubicBezTo>
                      <a:pt x="2" y="5"/>
                      <a:pt x="4" y="4"/>
                      <a:pt x="4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6" y="1"/>
                      <a:pt x="8" y="0"/>
                      <a:pt x="9" y="1"/>
                    </a:cubicBezTo>
                    <a:cubicBezTo>
                      <a:pt x="11" y="2"/>
                      <a:pt x="10" y="5"/>
                      <a:pt x="8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6" y="11"/>
                      <a:pt x="6" y="12"/>
                      <a:pt x="5" y="12"/>
                    </a:cubicBezTo>
                    <a:cubicBezTo>
                      <a:pt x="4" y="12"/>
                      <a:pt x="2" y="12"/>
                      <a:pt x="1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7" name="Freeform 2207">
                <a:extLst>
                  <a:ext uri="{FF2B5EF4-FFF2-40B4-BE49-F238E27FC236}">
                    <a16:creationId xmlns:a16="http://schemas.microsoft.com/office/drawing/2014/main" id="{B4E9F876-478A-8C40-AC64-FE4262BD0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824"/>
                <a:ext cx="3" cy="3"/>
              </a:xfrm>
              <a:custGeom>
                <a:avLst/>
                <a:gdLst>
                  <a:gd name="T0" fmla="*/ 2 w 8"/>
                  <a:gd name="T1" fmla="*/ 4 h 8"/>
                  <a:gd name="T2" fmla="*/ 3 w 8"/>
                  <a:gd name="T3" fmla="*/ 2 h 8"/>
                  <a:gd name="T4" fmla="*/ 4 w 8"/>
                  <a:gd name="T5" fmla="*/ 1 h 8"/>
                  <a:gd name="T6" fmla="*/ 7 w 8"/>
                  <a:gd name="T7" fmla="*/ 3 h 8"/>
                  <a:gd name="T8" fmla="*/ 3 w 8"/>
                  <a:gd name="T9" fmla="*/ 7 h 8"/>
                  <a:gd name="T10" fmla="*/ 1 w 8"/>
                  <a:gd name="T11" fmla="*/ 7 h 8"/>
                  <a:gd name="T12" fmla="*/ 2 w 8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4"/>
                    </a:moveTo>
                    <a:cubicBezTo>
                      <a:pt x="2" y="3"/>
                      <a:pt x="3" y="3"/>
                      <a:pt x="3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6" y="0"/>
                      <a:pt x="7" y="1"/>
                      <a:pt x="7" y="3"/>
                    </a:cubicBezTo>
                    <a:cubicBezTo>
                      <a:pt x="8" y="5"/>
                      <a:pt x="4" y="6"/>
                      <a:pt x="3" y="7"/>
                    </a:cubicBezTo>
                    <a:cubicBezTo>
                      <a:pt x="2" y="7"/>
                      <a:pt x="1" y="8"/>
                      <a:pt x="1" y="7"/>
                    </a:cubicBezTo>
                    <a:cubicBezTo>
                      <a:pt x="0" y="6"/>
                      <a:pt x="1" y="5"/>
                      <a:pt x="2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8" name="Freeform 2208">
                <a:extLst>
                  <a:ext uri="{FF2B5EF4-FFF2-40B4-BE49-F238E27FC236}">
                    <a16:creationId xmlns:a16="http://schemas.microsoft.com/office/drawing/2014/main" id="{AE1F7176-F9FB-C14B-9E3F-32665B745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829"/>
                <a:ext cx="2" cy="4"/>
              </a:xfrm>
              <a:custGeom>
                <a:avLst/>
                <a:gdLst>
                  <a:gd name="T0" fmla="*/ 1 w 6"/>
                  <a:gd name="T1" fmla="*/ 9 h 10"/>
                  <a:gd name="T2" fmla="*/ 1 w 6"/>
                  <a:gd name="T3" fmla="*/ 4 h 10"/>
                  <a:gd name="T4" fmla="*/ 4 w 6"/>
                  <a:gd name="T5" fmla="*/ 1 h 10"/>
                  <a:gd name="T6" fmla="*/ 6 w 6"/>
                  <a:gd name="T7" fmla="*/ 3 h 10"/>
                  <a:gd name="T8" fmla="*/ 5 w 6"/>
                  <a:gd name="T9" fmla="*/ 5 h 10"/>
                  <a:gd name="T10" fmla="*/ 2 w 6"/>
                  <a:gd name="T11" fmla="*/ 10 h 10"/>
                  <a:gd name="T12" fmla="*/ 1 w 6"/>
                  <a:gd name="T1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1" y="9"/>
                    </a:moveTo>
                    <a:cubicBezTo>
                      <a:pt x="0" y="8"/>
                      <a:pt x="1" y="5"/>
                      <a:pt x="1" y="4"/>
                    </a:cubicBezTo>
                    <a:cubicBezTo>
                      <a:pt x="2" y="3"/>
                      <a:pt x="2" y="1"/>
                      <a:pt x="4" y="1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6"/>
                      <a:pt x="3" y="10"/>
                      <a:pt x="2" y="10"/>
                    </a:cubicBezTo>
                    <a:cubicBezTo>
                      <a:pt x="1" y="10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9" name="Freeform 2209">
                <a:extLst>
                  <a:ext uri="{FF2B5EF4-FFF2-40B4-BE49-F238E27FC236}">
                    <a16:creationId xmlns:a16="http://schemas.microsoft.com/office/drawing/2014/main" id="{D6A72AD0-788D-7645-B20E-A4CA73760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841"/>
                <a:ext cx="3" cy="2"/>
              </a:xfrm>
              <a:custGeom>
                <a:avLst/>
                <a:gdLst>
                  <a:gd name="T0" fmla="*/ 3 w 6"/>
                  <a:gd name="T1" fmla="*/ 1 h 5"/>
                  <a:gd name="T2" fmla="*/ 5 w 6"/>
                  <a:gd name="T3" fmla="*/ 1 h 5"/>
                  <a:gd name="T4" fmla="*/ 4 w 6"/>
                  <a:gd name="T5" fmla="*/ 4 h 5"/>
                  <a:gd name="T6" fmla="*/ 1 w 6"/>
                  <a:gd name="T7" fmla="*/ 4 h 5"/>
                  <a:gd name="T8" fmla="*/ 1 w 6"/>
                  <a:gd name="T9" fmla="*/ 2 h 5"/>
                  <a:gd name="T10" fmla="*/ 3 w 6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3" y="1"/>
                    </a:moveTo>
                    <a:cubicBezTo>
                      <a:pt x="4" y="1"/>
                      <a:pt x="5" y="0"/>
                      <a:pt x="5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0" name="Freeform 2210">
                <a:extLst>
                  <a:ext uri="{FF2B5EF4-FFF2-40B4-BE49-F238E27FC236}">
                    <a16:creationId xmlns:a16="http://schemas.microsoft.com/office/drawing/2014/main" id="{2969DDFE-BA0E-EC43-9EA4-11E314F76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854"/>
                <a:ext cx="2" cy="4"/>
              </a:xfrm>
              <a:custGeom>
                <a:avLst/>
                <a:gdLst>
                  <a:gd name="T0" fmla="*/ 2 w 5"/>
                  <a:gd name="T1" fmla="*/ 1 h 9"/>
                  <a:gd name="T2" fmla="*/ 4 w 5"/>
                  <a:gd name="T3" fmla="*/ 3 h 9"/>
                  <a:gd name="T4" fmla="*/ 5 w 5"/>
                  <a:gd name="T5" fmla="*/ 4 h 9"/>
                  <a:gd name="T6" fmla="*/ 5 w 5"/>
                  <a:gd name="T7" fmla="*/ 6 h 9"/>
                  <a:gd name="T8" fmla="*/ 3 w 5"/>
                  <a:gd name="T9" fmla="*/ 7 h 9"/>
                  <a:gd name="T10" fmla="*/ 2 w 5"/>
                  <a:gd name="T11" fmla="*/ 5 h 9"/>
                  <a:gd name="T12" fmla="*/ 0 w 5"/>
                  <a:gd name="T13" fmla="*/ 3 h 9"/>
                  <a:gd name="T14" fmla="*/ 2 w 5"/>
                  <a:gd name="T1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9">
                    <a:moveTo>
                      <a:pt x="2" y="1"/>
                    </a:moveTo>
                    <a:cubicBezTo>
                      <a:pt x="3" y="1"/>
                      <a:pt x="4" y="2"/>
                      <a:pt x="4" y="3"/>
                    </a:cubicBezTo>
                    <a:cubicBezTo>
                      <a:pt x="4" y="3"/>
                      <a:pt x="4" y="4"/>
                      <a:pt x="5" y="4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7"/>
                      <a:pt x="3" y="9"/>
                      <a:pt x="3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1" name="Freeform 2211">
                <a:extLst>
                  <a:ext uri="{FF2B5EF4-FFF2-40B4-BE49-F238E27FC236}">
                    <a16:creationId xmlns:a16="http://schemas.microsoft.com/office/drawing/2014/main" id="{DD64C003-298D-DF4F-AFDF-384622EA7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860"/>
                <a:ext cx="4" cy="5"/>
              </a:xfrm>
              <a:custGeom>
                <a:avLst/>
                <a:gdLst>
                  <a:gd name="T0" fmla="*/ 3 w 10"/>
                  <a:gd name="T1" fmla="*/ 11 h 12"/>
                  <a:gd name="T2" fmla="*/ 1 w 10"/>
                  <a:gd name="T3" fmla="*/ 11 h 12"/>
                  <a:gd name="T4" fmla="*/ 1 w 10"/>
                  <a:gd name="T5" fmla="*/ 10 h 12"/>
                  <a:gd name="T6" fmla="*/ 0 w 10"/>
                  <a:gd name="T7" fmla="*/ 10 h 12"/>
                  <a:gd name="T8" fmla="*/ 0 w 10"/>
                  <a:gd name="T9" fmla="*/ 8 h 12"/>
                  <a:gd name="T10" fmla="*/ 1 w 10"/>
                  <a:gd name="T11" fmla="*/ 5 h 12"/>
                  <a:gd name="T12" fmla="*/ 1 w 10"/>
                  <a:gd name="T13" fmla="*/ 3 h 12"/>
                  <a:gd name="T14" fmla="*/ 2 w 10"/>
                  <a:gd name="T15" fmla="*/ 2 h 12"/>
                  <a:gd name="T16" fmla="*/ 4 w 10"/>
                  <a:gd name="T17" fmla="*/ 1 h 12"/>
                  <a:gd name="T18" fmla="*/ 7 w 10"/>
                  <a:gd name="T19" fmla="*/ 1 h 12"/>
                  <a:gd name="T20" fmla="*/ 9 w 10"/>
                  <a:gd name="T21" fmla="*/ 3 h 12"/>
                  <a:gd name="T22" fmla="*/ 10 w 10"/>
                  <a:gd name="T23" fmla="*/ 6 h 12"/>
                  <a:gd name="T24" fmla="*/ 9 w 10"/>
                  <a:gd name="T25" fmla="*/ 8 h 12"/>
                  <a:gd name="T26" fmla="*/ 8 w 10"/>
                  <a:gd name="T27" fmla="*/ 10 h 12"/>
                  <a:gd name="T28" fmla="*/ 3 w 10"/>
                  <a:gd name="T2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2">
                    <a:moveTo>
                      <a:pt x="3" y="11"/>
                    </a:moveTo>
                    <a:cubicBezTo>
                      <a:pt x="2" y="11"/>
                      <a:pt x="1" y="11"/>
                      <a:pt x="1" y="11"/>
                    </a:cubicBezTo>
                    <a:cubicBezTo>
                      <a:pt x="1" y="11"/>
                      <a:pt x="1" y="10"/>
                      <a:pt x="1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4" y="1"/>
                      <a:pt x="6" y="0"/>
                      <a:pt x="7" y="1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7"/>
                      <a:pt x="10" y="7"/>
                      <a:pt x="9" y="8"/>
                    </a:cubicBezTo>
                    <a:cubicBezTo>
                      <a:pt x="9" y="9"/>
                      <a:pt x="9" y="9"/>
                      <a:pt x="8" y="10"/>
                    </a:cubicBezTo>
                    <a:cubicBezTo>
                      <a:pt x="7" y="12"/>
                      <a:pt x="4" y="12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2" name="Freeform 2212">
                <a:extLst>
                  <a:ext uri="{FF2B5EF4-FFF2-40B4-BE49-F238E27FC236}">
                    <a16:creationId xmlns:a16="http://schemas.microsoft.com/office/drawing/2014/main" id="{B108B082-6F4F-D848-A88F-00042CD1E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869"/>
                <a:ext cx="3" cy="3"/>
              </a:xfrm>
              <a:custGeom>
                <a:avLst/>
                <a:gdLst>
                  <a:gd name="T0" fmla="*/ 4 w 7"/>
                  <a:gd name="T1" fmla="*/ 3 h 7"/>
                  <a:gd name="T2" fmla="*/ 7 w 7"/>
                  <a:gd name="T3" fmla="*/ 5 h 7"/>
                  <a:gd name="T4" fmla="*/ 5 w 7"/>
                  <a:gd name="T5" fmla="*/ 7 h 7"/>
                  <a:gd name="T6" fmla="*/ 1 w 7"/>
                  <a:gd name="T7" fmla="*/ 6 h 7"/>
                  <a:gd name="T8" fmla="*/ 0 w 7"/>
                  <a:gd name="T9" fmla="*/ 2 h 7"/>
                  <a:gd name="T10" fmla="*/ 3 w 7"/>
                  <a:gd name="T11" fmla="*/ 1 h 7"/>
                  <a:gd name="T12" fmla="*/ 4 w 7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4" y="3"/>
                    </a:moveTo>
                    <a:cubicBezTo>
                      <a:pt x="5" y="4"/>
                      <a:pt x="7" y="3"/>
                      <a:pt x="7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3" y="7"/>
                      <a:pt x="2" y="6"/>
                      <a:pt x="1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3" y="3"/>
                      <a:pt x="4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3" name="Freeform 2213">
                <a:extLst>
                  <a:ext uri="{FF2B5EF4-FFF2-40B4-BE49-F238E27FC236}">
                    <a16:creationId xmlns:a16="http://schemas.microsoft.com/office/drawing/2014/main" id="{75273D62-F417-3B4A-9F49-F6DDBF5B8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1874"/>
                <a:ext cx="4" cy="3"/>
              </a:xfrm>
              <a:custGeom>
                <a:avLst/>
                <a:gdLst>
                  <a:gd name="T0" fmla="*/ 2 w 10"/>
                  <a:gd name="T1" fmla="*/ 5 h 8"/>
                  <a:gd name="T2" fmla="*/ 1 w 10"/>
                  <a:gd name="T3" fmla="*/ 5 h 8"/>
                  <a:gd name="T4" fmla="*/ 1 w 10"/>
                  <a:gd name="T5" fmla="*/ 5 h 8"/>
                  <a:gd name="T6" fmla="*/ 0 w 10"/>
                  <a:gd name="T7" fmla="*/ 3 h 8"/>
                  <a:gd name="T8" fmla="*/ 5 w 10"/>
                  <a:gd name="T9" fmla="*/ 0 h 8"/>
                  <a:gd name="T10" fmla="*/ 7 w 10"/>
                  <a:gd name="T11" fmla="*/ 0 h 8"/>
                  <a:gd name="T12" fmla="*/ 9 w 10"/>
                  <a:gd name="T13" fmla="*/ 0 h 8"/>
                  <a:gd name="T14" fmla="*/ 10 w 10"/>
                  <a:gd name="T15" fmla="*/ 3 h 8"/>
                  <a:gd name="T16" fmla="*/ 10 w 10"/>
                  <a:gd name="T17" fmla="*/ 5 h 8"/>
                  <a:gd name="T18" fmla="*/ 8 w 10"/>
                  <a:gd name="T19" fmla="*/ 8 h 8"/>
                  <a:gd name="T20" fmla="*/ 6 w 10"/>
                  <a:gd name="T21" fmla="*/ 7 h 8"/>
                  <a:gd name="T22" fmla="*/ 4 w 10"/>
                  <a:gd name="T23" fmla="*/ 5 h 8"/>
                  <a:gd name="T24" fmla="*/ 3 w 10"/>
                  <a:gd name="T25" fmla="*/ 4 h 8"/>
                  <a:gd name="T26" fmla="*/ 2 w 10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8">
                    <a:moveTo>
                      <a:pt x="2" y="5"/>
                    </a:moveTo>
                    <a:cubicBezTo>
                      <a:pt x="2" y="5"/>
                      <a:pt x="2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3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5" y="0"/>
                      <a:pt x="6" y="1"/>
                      <a:pt x="7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8"/>
                      <a:pt x="6" y="8"/>
                      <a:pt x="6" y="7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2" y="4"/>
                      <a:pt x="2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4" name="Freeform 2214">
                <a:extLst>
                  <a:ext uri="{FF2B5EF4-FFF2-40B4-BE49-F238E27FC236}">
                    <a16:creationId xmlns:a16="http://schemas.microsoft.com/office/drawing/2014/main" id="{B3AD4C83-50B5-734C-9F3D-050F64F0E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878"/>
                <a:ext cx="4" cy="3"/>
              </a:xfrm>
              <a:custGeom>
                <a:avLst/>
                <a:gdLst>
                  <a:gd name="T0" fmla="*/ 5 w 10"/>
                  <a:gd name="T1" fmla="*/ 1 h 8"/>
                  <a:gd name="T2" fmla="*/ 7 w 10"/>
                  <a:gd name="T3" fmla="*/ 1 h 8"/>
                  <a:gd name="T4" fmla="*/ 9 w 10"/>
                  <a:gd name="T5" fmla="*/ 2 h 8"/>
                  <a:gd name="T6" fmla="*/ 9 w 10"/>
                  <a:gd name="T7" fmla="*/ 6 h 8"/>
                  <a:gd name="T8" fmla="*/ 6 w 10"/>
                  <a:gd name="T9" fmla="*/ 7 h 8"/>
                  <a:gd name="T10" fmla="*/ 3 w 10"/>
                  <a:gd name="T11" fmla="*/ 5 h 8"/>
                  <a:gd name="T12" fmla="*/ 1 w 10"/>
                  <a:gd name="T13" fmla="*/ 3 h 8"/>
                  <a:gd name="T14" fmla="*/ 2 w 10"/>
                  <a:gd name="T15" fmla="*/ 0 h 8"/>
                  <a:gd name="T16" fmla="*/ 5 w 10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5" y="1"/>
                    </a:move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9" y="1"/>
                      <a:pt x="9" y="2"/>
                    </a:cubicBezTo>
                    <a:cubicBezTo>
                      <a:pt x="10" y="3"/>
                      <a:pt x="10" y="5"/>
                      <a:pt x="9" y="6"/>
                    </a:cubicBezTo>
                    <a:cubicBezTo>
                      <a:pt x="8" y="7"/>
                      <a:pt x="7" y="8"/>
                      <a:pt x="6" y="7"/>
                    </a:cubicBezTo>
                    <a:cubicBezTo>
                      <a:pt x="5" y="6"/>
                      <a:pt x="5" y="5"/>
                      <a:pt x="3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2"/>
                      <a:pt x="0" y="0"/>
                      <a:pt x="2" y="0"/>
                    </a:cubicBezTo>
                    <a:cubicBezTo>
                      <a:pt x="3" y="0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5" name="Freeform 2215">
                <a:extLst>
                  <a:ext uri="{FF2B5EF4-FFF2-40B4-BE49-F238E27FC236}">
                    <a16:creationId xmlns:a16="http://schemas.microsoft.com/office/drawing/2014/main" id="{FCA84F8B-9C2F-5A48-B369-2D64297F9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1842"/>
                <a:ext cx="13" cy="15"/>
              </a:xfrm>
              <a:custGeom>
                <a:avLst/>
                <a:gdLst>
                  <a:gd name="T0" fmla="*/ 2 w 34"/>
                  <a:gd name="T1" fmla="*/ 27 h 37"/>
                  <a:gd name="T2" fmla="*/ 2 w 34"/>
                  <a:gd name="T3" fmla="*/ 20 h 37"/>
                  <a:gd name="T4" fmla="*/ 8 w 34"/>
                  <a:gd name="T5" fmla="*/ 18 h 37"/>
                  <a:gd name="T6" fmla="*/ 4 w 34"/>
                  <a:gd name="T7" fmla="*/ 16 h 37"/>
                  <a:gd name="T8" fmla="*/ 0 w 34"/>
                  <a:gd name="T9" fmla="*/ 12 h 37"/>
                  <a:gd name="T10" fmla="*/ 3 w 34"/>
                  <a:gd name="T11" fmla="*/ 6 h 37"/>
                  <a:gd name="T12" fmla="*/ 11 w 34"/>
                  <a:gd name="T13" fmla="*/ 6 h 37"/>
                  <a:gd name="T14" fmla="*/ 15 w 34"/>
                  <a:gd name="T15" fmla="*/ 2 h 37"/>
                  <a:gd name="T16" fmla="*/ 20 w 34"/>
                  <a:gd name="T17" fmla="*/ 3 h 37"/>
                  <a:gd name="T18" fmla="*/ 24 w 34"/>
                  <a:gd name="T19" fmla="*/ 5 h 37"/>
                  <a:gd name="T20" fmla="*/ 30 w 34"/>
                  <a:gd name="T21" fmla="*/ 3 h 37"/>
                  <a:gd name="T22" fmla="*/ 34 w 34"/>
                  <a:gd name="T23" fmla="*/ 8 h 37"/>
                  <a:gd name="T24" fmla="*/ 32 w 34"/>
                  <a:gd name="T25" fmla="*/ 16 h 37"/>
                  <a:gd name="T26" fmla="*/ 30 w 34"/>
                  <a:gd name="T27" fmla="*/ 21 h 37"/>
                  <a:gd name="T28" fmla="*/ 26 w 34"/>
                  <a:gd name="T29" fmla="*/ 19 h 37"/>
                  <a:gd name="T30" fmla="*/ 24 w 34"/>
                  <a:gd name="T31" fmla="*/ 22 h 37"/>
                  <a:gd name="T32" fmla="*/ 23 w 34"/>
                  <a:gd name="T33" fmla="*/ 28 h 37"/>
                  <a:gd name="T34" fmla="*/ 18 w 34"/>
                  <a:gd name="T35" fmla="*/ 30 h 37"/>
                  <a:gd name="T36" fmla="*/ 14 w 34"/>
                  <a:gd name="T37" fmla="*/ 36 h 37"/>
                  <a:gd name="T38" fmla="*/ 9 w 34"/>
                  <a:gd name="T39" fmla="*/ 36 h 37"/>
                  <a:gd name="T40" fmla="*/ 7 w 34"/>
                  <a:gd name="T41" fmla="*/ 33 h 37"/>
                  <a:gd name="T42" fmla="*/ 6 w 34"/>
                  <a:gd name="T43" fmla="*/ 31 h 37"/>
                  <a:gd name="T44" fmla="*/ 3 w 34"/>
                  <a:gd name="T45" fmla="*/ 30 h 37"/>
                  <a:gd name="T46" fmla="*/ 2 w 34"/>
                  <a:gd name="T47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7">
                    <a:moveTo>
                      <a:pt x="2" y="27"/>
                    </a:moveTo>
                    <a:cubicBezTo>
                      <a:pt x="1" y="25"/>
                      <a:pt x="1" y="22"/>
                      <a:pt x="2" y="20"/>
                    </a:cubicBezTo>
                    <a:cubicBezTo>
                      <a:pt x="3" y="19"/>
                      <a:pt x="6" y="19"/>
                      <a:pt x="8" y="18"/>
                    </a:cubicBezTo>
                    <a:cubicBezTo>
                      <a:pt x="10" y="16"/>
                      <a:pt x="5" y="16"/>
                      <a:pt x="4" y="16"/>
                    </a:cubicBezTo>
                    <a:cubicBezTo>
                      <a:pt x="2" y="15"/>
                      <a:pt x="0" y="14"/>
                      <a:pt x="0" y="12"/>
                    </a:cubicBezTo>
                    <a:cubicBezTo>
                      <a:pt x="0" y="9"/>
                      <a:pt x="1" y="7"/>
                      <a:pt x="3" y="6"/>
                    </a:cubicBezTo>
                    <a:cubicBezTo>
                      <a:pt x="6" y="5"/>
                      <a:pt x="8" y="7"/>
                      <a:pt x="11" y="6"/>
                    </a:cubicBezTo>
                    <a:cubicBezTo>
                      <a:pt x="13" y="6"/>
                      <a:pt x="14" y="3"/>
                      <a:pt x="15" y="2"/>
                    </a:cubicBezTo>
                    <a:cubicBezTo>
                      <a:pt x="17" y="0"/>
                      <a:pt x="19" y="1"/>
                      <a:pt x="20" y="3"/>
                    </a:cubicBezTo>
                    <a:cubicBezTo>
                      <a:pt x="21" y="4"/>
                      <a:pt x="22" y="6"/>
                      <a:pt x="24" y="5"/>
                    </a:cubicBezTo>
                    <a:cubicBezTo>
                      <a:pt x="26" y="5"/>
                      <a:pt x="28" y="3"/>
                      <a:pt x="30" y="3"/>
                    </a:cubicBezTo>
                    <a:cubicBezTo>
                      <a:pt x="33" y="4"/>
                      <a:pt x="33" y="6"/>
                      <a:pt x="34" y="8"/>
                    </a:cubicBezTo>
                    <a:cubicBezTo>
                      <a:pt x="34" y="11"/>
                      <a:pt x="33" y="13"/>
                      <a:pt x="32" y="16"/>
                    </a:cubicBezTo>
                    <a:cubicBezTo>
                      <a:pt x="32" y="17"/>
                      <a:pt x="31" y="20"/>
                      <a:pt x="30" y="21"/>
                    </a:cubicBezTo>
                    <a:cubicBezTo>
                      <a:pt x="28" y="22"/>
                      <a:pt x="27" y="20"/>
                      <a:pt x="26" y="19"/>
                    </a:cubicBezTo>
                    <a:cubicBezTo>
                      <a:pt x="24" y="18"/>
                      <a:pt x="24" y="21"/>
                      <a:pt x="24" y="22"/>
                    </a:cubicBezTo>
                    <a:cubicBezTo>
                      <a:pt x="24" y="24"/>
                      <a:pt x="24" y="27"/>
                      <a:pt x="23" y="28"/>
                    </a:cubicBezTo>
                    <a:cubicBezTo>
                      <a:pt x="22" y="29"/>
                      <a:pt x="19" y="29"/>
                      <a:pt x="18" y="30"/>
                    </a:cubicBezTo>
                    <a:cubicBezTo>
                      <a:pt x="16" y="32"/>
                      <a:pt x="16" y="35"/>
                      <a:pt x="14" y="36"/>
                    </a:cubicBezTo>
                    <a:cubicBezTo>
                      <a:pt x="12" y="37"/>
                      <a:pt x="10" y="37"/>
                      <a:pt x="9" y="36"/>
                    </a:cubicBezTo>
                    <a:cubicBezTo>
                      <a:pt x="8" y="35"/>
                      <a:pt x="8" y="34"/>
                      <a:pt x="7" y="33"/>
                    </a:cubicBezTo>
                    <a:cubicBezTo>
                      <a:pt x="7" y="32"/>
                      <a:pt x="7" y="31"/>
                      <a:pt x="6" y="31"/>
                    </a:cubicBezTo>
                    <a:cubicBezTo>
                      <a:pt x="5" y="30"/>
                      <a:pt x="4" y="31"/>
                      <a:pt x="3" y="30"/>
                    </a:cubicBezTo>
                    <a:cubicBezTo>
                      <a:pt x="2" y="29"/>
                      <a:pt x="2" y="28"/>
                      <a:pt x="2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6" name="Freeform 2216">
                <a:extLst>
                  <a:ext uri="{FF2B5EF4-FFF2-40B4-BE49-F238E27FC236}">
                    <a16:creationId xmlns:a16="http://schemas.microsoft.com/office/drawing/2014/main" id="{893AA5DD-D808-3943-B175-9216F8D00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820"/>
                <a:ext cx="25" cy="20"/>
              </a:xfrm>
              <a:custGeom>
                <a:avLst/>
                <a:gdLst>
                  <a:gd name="T0" fmla="*/ 18 w 60"/>
                  <a:gd name="T1" fmla="*/ 45 h 48"/>
                  <a:gd name="T2" fmla="*/ 12 w 60"/>
                  <a:gd name="T3" fmla="*/ 47 h 48"/>
                  <a:gd name="T4" fmla="*/ 6 w 60"/>
                  <a:gd name="T5" fmla="*/ 45 h 48"/>
                  <a:gd name="T6" fmla="*/ 4 w 60"/>
                  <a:gd name="T7" fmla="*/ 38 h 48"/>
                  <a:gd name="T8" fmla="*/ 0 w 60"/>
                  <a:gd name="T9" fmla="*/ 32 h 48"/>
                  <a:gd name="T10" fmla="*/ 4 w 60"/>
                  <a:gd name="T11" fmla="*/ 24 h 48"/>
                  <a:gd name="T12" fmla="*/ 12 w 60"/>
                  <a:gd name="T13" fmla="*/ 19 h 48"/>
                  <a:gd name="T14" fmla="*/ 22 w 60"/>
                  <a:gd name="T15" fmla="*/ 17 h 48"/>
                  <a:gd name="T16" fmla="*/ 27 w 60"/>
                  <a:gd name="T17" fmla="*/ 11 h 48"/>
                  <a:gd name="T18" fmla="*/ 35 w 60"/>
                  <a:gd name="T19" fmla="*/ 5 h 48"/>
                  <a:gd name="T20" fmla="*/ 42 w 60"/>
                  <a:gd name="T21" fmla="*/ 1 h 48"/>
                  <a:gd name="T22" fmla="*/ 52 w 60"/>
                  <a:gd name="T23" fmla="*/ 2 h 48"/>
                  <a:gd name="T24" fmla="*/ 56 w 60"/>
                  <a:gd name="T25" fmla="*/ 10 h 48"/>
                  <a:gd name="T26" fmla="*/ 57 w 60"/>
                  <a:gd name="T27" fmla="*/ 14 h 48"/>
                  <a:gd name="T28" fmla="*/ 59 w 60"/>
                  <a:gd name="T29" fmla="*/ 17 h 48"/>
                  <a:gd name="T30" fmla="*/ 59 w 60"/>
                  <a:gd name="T31" fmla="*/ 27 h 48"/>
                  <a:gd name="T32" fmla="*/ 58 w 60"/>
                  <a:gd name="T33" fmla="*/ 32 h 48"/>
                  <a:gd name="T34" fmla="*/ 57 w 60"/>
                  <a:gd name="T35" fmla="*/ 35 h 48"/>
                  <a:gd name="T36" fmla="*/ 51 w 60"/>
                  <a:gd name="T37" fmla="*/ 39 h 48"/>
                  <a:gd name="T38" fmla="*/ 47 w 60"/>
                  <a:gd name="T39" fmla="*/ 40 h 48"/>
                  <a:gd name="T40" fmla="*/ 43 w 60"/>
                  <a:gd name="T41" fmla="*/ 41 h 48"/>
                  <a:gd name="T42" fmla="*/ 35 w 60"/>
                  <a:gd name="T43" fmla="*/ 45 h 48"/>
                  <a:gd name="T44" fmla="*/ 32 w 60"/>
                  <a:gd name="T45" fmla="*/ 46 h 48"/>
                  <a:gd name="T46" fmla="*/ 30 w 60"/>
                  <a:gd name="T47" fmla="*/ 44 h 48"/>
                  <a:gd name="T48" fmla="*/ 30 w 60"/>
                  <a:gd name="T49" fmla="*/ 44 h 48"/>
                  <a:gd name="T50" fmla="*/ 30 w 60"/>
                  <a:gd name="T51" fmla="*/ 43 h 48"/>
                  <a:gd name="T52" fmla="*/ 29 w 60"/>
                  <a:gd name="T53" fmla="*/ 41 h 48"/>
                  <a:gd name="T54" fmla="*/ 29 w 60"/>
                  <a:gd name="T55" fmla="*/ 39 h 48"/>
                  <a:gd name="T56" fmla="*/ 27 w 60"/>
                  <a:gd name="T57" fmla="*/ 38 h 48"/>
                  <a:gd name="T58" fmla="*/ 23 w 60"/>
                  <a:gd name="T59" fmla="*/ 37 h 48"/>
                  <a:gd name="T60" fmla="*/ 21 w 60"/>
                  <a:gd name="T61" fmla="*/ 39 h 48"/>
                  <a:gd name="T62" fmla="*/ 18 w 60"/>
                  <a:gd name="T63" fmla="*/ 4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" h="48">
                    <a:moveTo>
                      <a:pt x="18" y="45"/>
                    </a:moveTo>
                    <a:cubicBezTo>
                      <a:pt x="17" y="48"/>
                      <a:pt x="14" y="47"/>
                      <a:pt x="12" y="47"/>
                    </a:cubicBezTo>
                    <a:cubicBezTo>
                      <a:pt x="10" y="47"/>
                      <a:pt x="7" y="48"/>
                      <a:pt x="6" y="45"/>
                    </a:cubicBezTo>
                    <a:cubicBezTo>
                      <a:pt x="5" y="43"/>
                      <a:pt x="6" y="40"/>
                      <a:pt x="4" y="38"/>
                    </a:cubicBezTo>
                    <a:cubicBezTo>
                      <a:pt x="2" y="36"/>
                      <a:pt x="0" y="35"/>
                      <a:pt x="0" y="32"/>
                    </a:cubicBezTo>
                    <a:cubicBezTo>
                      <a:pt x="0" y="29"/>
                      <a:pt x="2" y="26"/>
                      <a:pt x="4" y="24"/>
                    </a:cubicBezTo>
                    <a:cubicBezTo>
                      <a:pt x="6" y="22"/>
                      <a:pt x="9" y="20"/>
                      <a:pt x="12" y="19"/>
                    </a:cubicBezTo>
                    <a:cubicBezTo>
                      <a:pt x="15" y="18"/>
                      <a:pt x="19" y="19"/>
                      <a:pt x="22" y="17"/>
                    </a:cubicBezTo>
                    <a:cubicBezTo>
                      <a:pt x="24" y="15"/>
                      <a:pt x="25" y="12"/>
                      <a:pt x="27" y="11"/>
                    </a:cubicBezTo>
                    <a:cubicBezTo>
                      <a:pt x="29" y="8"/>
                      <a:pt x="33" y="8"/>
                      <a:pt x="35" y="5"/>
                    </a:cubicBezTo>
                    <a:cubicBezTo>
                      <a:pt x="37" y="4"/>
                      <a:pt x="39" y="1"/>
                      <a:pt x="42" y="1"/>
                    </a:cubicBezTo>
                    <a:cubicBezTo>
                      <a:pt x="45" y="0"/>
                      <a:pt x="49" y="0"/>
                      <a:pt x="52" y="2"/>
                    </a:cubicBezTo>
                    <a:cubicBezTo>
                      <a:pt x="54" y="3"/>
                      <a:pt x="55" y="7"/>
                      <a:pt x="56" y="10"/>
                    </a:cubicBezTo>
                    <a:cubicBezTo>
                      <a:pt x="57" y="12"/>
                      <a:pt x="57" y="13"/>
                      <a:pt x="57" y="14"/>
                    </a:cubicBezTo>
                    <a:cubicBezTo>
                      <a:pt x="58" y="15"/>
                      <a:pt x="58" y="16"/>
                      <a:pt x="59" y="17"/>
                    </a:cubicBezTo>
                    <a:cubicBezTo>
                      <a:pt x="60" y="20"/>
                      <a:pt x="60" y="24"/>
                      <a:pt x="59" y="27"/>
                    </a:cubicBezTo>
                    <a:cubicBezTo>
                      <a:pt x="58" y="29"/>
                      <a:pt x="58" y="30"/>
                      <a:pt x="58" y="32"/>
                    </a:cubicBezTo>
                    <a:cubicBezTo>
                      <a:pt x="57" y="33"/>
                      <a:pt x="58" y="34"/>
                      <a:pt x="57" y="35"/>
                    </a:cubicBezTo>
                    <a:cubicBezTo>
                      <a:pt x="57" y="38"/>
                      <a:pt x="54" y="39"/>
                      <a:pt x="51" y="39"/>
                    </a:cubicBezTo>
                    <a:cubicBezTo>
                      <a:pt x="50" y="39"/>
                      <a:pt x="48" y="39"/>
                      <a:pt x="47" y="40"/>
                    </a:cubicBezTo>
                    <a:cubicBezTo>
                      <a:pt x="45" y="40"/>
                      <a:pt x="44" y="41"/>
                      <a:pt x="43" y="41"/>
                    </a:cubicBezTo>
                    <a:cubicBezTo>
                      <a:pt x="40" y="43"/>
                      <a:pt x="38" y="44"/>
                      <a:pt x="35" y="45"/>
                    </a:cubicBezTo>
                    <a:cubicBezTo>
                      <a:pt x="34" y="45"/>
                      <a:pt x="33" y="46"/>
                      <a:pt x="32" y="46"/>
                    </a:cubicBezTo>
                    <a:cubicBezTo>
                      <a:pt x="31" y="45"/>
                      <a:pt x="30" y="45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4"/>
                      <a:pt x="30" y="43"/>
                      <a:pt x="30" y="43"/>
                    </a:cubicBezTo>
                    <a:cubicBezTo>
                      <a:pt x="30" y="42"/>
                      <a:pt x="29" y="42"/>
                      <a:pt x="29" y="41"/>
                    </a:cubicBezTo>
                    <a:cubicBezTo>
                      <a:pt x="29" y="41"/>
                      <a:pt x="29" y="40"/>
                      <a:pt x="29" y="39"/>
                    </a:cubicBezTo>
                    <a:cubicBezTo>
                      <a:pt x="28" y="38"/>
                      <a:pt x="28" y="38"/>
                      <a:pt x="27" y="38"/>
                    </a:cubicBezTo>
                    <a:cubicBezTo>
                      <a:pt x="26" y="38"/>
                      <a:pt x="24" y="37"/>
                      <a:pt x="23" y="37"/>
                    </a:cubicBezTo>
                    <a:cubicBezTo>
                      <a:pt x="22" y="37"/>
                      <a:pt x="21" y="38"/>
                      <a:pt x="21" y="39"/>
                    </a:cubicBezTo>
                    <a:cubicBezTo>
                      <a:pt x="19" y="41"/>
                      <a:pt x="19" y="43"/>
                      <a:pt x="18" y="4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7" name="Freeform 2217">
                <a:extLst>
                  <a:ext uri="{FF2B5EF4-FFF2-40B4-BE49-F238E27FC236}">
                    <a16:creationId xmlns:a16="http://schemas.microsoft.com/office/drawing/2014/main" id="{CA2FC9E9-0BA9-2146-BEAF-644DFD8D7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058"/>
                <a:ext cx="3" cy="4"/>
              </a:xfrm>
              <a:custGeom>
                <a:avLst/>
                <a:gdLst>
                  <a:gd name="T0" fmla="*/ 1 w 8"/>
                  <a:gd name="T1" fmla="*/ 7 h 9"/>
                  <a:gd name="T2" fmla="*/ 0 w 8"/>
                  <a:gd name="T3" fmla="*/ 5 h 9"/>
                  <a:gd name="T4" fmla="*/ 2 w 8"/>
                  <a:gd name="T5" fmla="*/ 0 h 9"/>
                  <a:gd name="T6" fmla="*/ 6 w 8"/>
                  <a:gd name="T7" fmla="*/ 1 h 9"/>
                  <a:gd name="T8" fmla="*/ 7 w 8"/>
                  <a:gd name="T9" fmla="*/ 7 h 9"/>
                  <a:gd name="T10" fmla="*/ 4 w 8"/>
                  <a:gd name="T11" fmla="*/ 8 h 9"/>
                  <a:gd name="T12" fmla="*/ 1 w 8"/>
                  <a:gd name="T1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1" y="7"/>
                    </a:moveTo>
                    <a:cubicBezTo>
                      <a:pt x="0" y="7"/>
                      <a:pt x="0" y="6"/>
                      <a:pt x="0" y="5"/>
                    </a:cubicBezTo>
                    <a:cubicBezTo>
                      <a:pt x="1" y="3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8" y="2"/>
                      <a:pt x="8" y="5"/>
                      <a:pt x="7" y="7"/>
                    </a:cubicBezTo>
                    <a:cubicBezTo>
                      <a:pt x="6" y="8"/>
                      <a:pt x="5" y="8"/>
                      <a:pt x="4" y="8"/>
                    </a:cubicBezTo>
                    <a:cubicBezTo>
                      <a:pt x="2" y="9"/>
                      <a:pt x="2" y="9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8" name="Freeform 2218">
                <a:extLst>
                  <a:ext uri="{FF2B5EF4-FFF2-40B4-BE49-F238E27FC236}">
                    <a16:creationId xmlns:a16="http://schemas.microsoft.com/office/drawing/2014/main" id="{A640D764-2A34-7B45-B1BD-350384B2E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056"/>
                <a:ext cx="4" cy="5"/>
              </a:xfrm>
              <a:custGeom>
                <a:avLst/>
                <a:gdLst>
                  <a:gd name="T0" fmla="*/ 2 w 9"/>
                  <a:gd name="T1" fmla="*/ 11 h 12"/>
                  <a:gd name="T2" fmla="*/ 1 w 9"/>
                  <a:gd name="T3" fmla="*/ 10 h 12"/>
                  <a:gd name="T4" fmla="*/ 0 w 9"/>
                  <a:gd name="T5" fmla="*/ 8 h 12"/>
                  <a:gd name="T6" fmla="*/ 1 w 9"/>
                  <a:gd name="T7" fmla="*/ 2 h 12"/>
                  <a:gd name="T8" fmla="*/ 5 w 9"/>
                  <a:gd name="T9" fmla="*/ 1 h 12"/>
                  <a:gd name="T10" fmla="*/ 7 w 9"/>
                  <a:gd name="T11" fmla="*/ 3 h 12"/>
                  <a:gd name="T12" fmla="*/ 9 w 9"/>
                  <a:gd name="T13" fmla="*/ 5 h 12"/>
                  <a:gd name="T14" fmla="*/ 7 w 9"/>
                  <a:gd name="T15" fmla="*/ 8 h 12"/>
                  <a:gd name="T16" fmla="*/ 3 w 9"/>
                  <a:gd name="T17" fmla="*/ 12 h 12"/>
                  <a:gd name="T18" fmla="*/ 3 w 9"/>
                  <a:gd name="T19" fmla="*/ 12 h 12"/>
                  <a:gd name="T20" fmla="*/ 2 w 9"/>
                  <a:gd name="T2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2">
                    <a:moveTo>
                      <a:pt x="2" y="11"/>
                    </a:moveTo>
                    <a:cubicBezTo>
                      <a:pt x="2" y="11"/>
                      <a:pt x="1" y="11"/>
                      <a:pt x="1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1"/>
                      <a:pt x="6" y="2"/>
                      <a:pt x="7" y="3"/>
                    </a:cubicBezTo>
                    <a:cubicBezTo>
                      <a:pt x="7" y="4"/>
                      <a:pt x="8" y="4"/>
                      <a:pt x="9" y="5"/>
                    </a:cubicBezTo>
                    <a:cubicBezTo>
                      <a:pt x="9" y="7"/>
                      <a:pt x="8" y="7"/>
                      <a:pt x="7" y="8"/>
                    </a:cubicBezTo>
                    <a:cubicBezTo>
                      <a:pt x="6" y="9"/>
                      <a:pt x="4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2" y="11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9" name="Freeform 2219">
                <a:extLst>
                  <a:ext uri="{FF2B5EF4-FFF2-40B4-BE49-F238E27FC236}">
                    <a16:creationId xmlns:a16="http://schemas.microsoft.com/office/drawing/2014/main" id="{6F70FA58-CAC9-D844-B039-0C456F123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056"/>
                <a:ext cx="3" cy="4"/>
              </a:xfrm>
              <a:custGeom>
                <a:avLst/>
                <a:gdLst>
                  <a:gd name="T0" fmla="*/ 2 w 8"/>
                  <a:gd name="T1" fmla="*/ 8 h 9"/>
                  <a:gd name="T2" fmla="*/ 0 w 8"/>
                  <a:gd name="T3" fmla="*/ 4 h 9"/>
                  <a:gd name="T4" fmla="*/ 6 w 8"/>
                  <a:gd name="T5" fmla="*/ 1 h 9"/>
                  <a:gd name="T6" fmla="*/ 4 w 8"/>
                  <a:gd name="T7" fmla="*/ 8 h 9"/>
                  <a:gd name="T8" fmla="*/ 2 w 8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2" y="8"/>
                    </a:moveTo>
                    <a:cubicBezTo>
                      <a:pt x="0" y="8"/>
                      <a:pt x="0" y="6"/>
                      <a:pt x="0" y="4"/>
                    </a:cubicBezTo>
                    <a:cubicBezTo>
                      <a:pt x="1" y="2"/>
                      <a:pt x="4" y="0"/>
                      <a:pt x="6" y="1"/>
                    </a:cubicBezTo>
                    <a:cubicBezTo>
                      <a:pt x="8" y="3"/>
                      <a:pt x="6" y="6"/>
                      <a:pt x="4" y="8"/>
                    </a:cubicBezTo>
                    <a:cubicBezTo>
                      <a:pt x="3" y="9"/>
                      <a:pt x="2" y="9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0" name="Freeform 2220">
                <a:extLst>
                  <a:ext uri="{FF2B5EF4-FFF2-40B4-BE49-F238E27FC236}">
                    <a16:creationId xmlns:a16="http://schemas.microsoft.com/office/drawing/2014/main" id="{D7BCF2F4-3DA7-484F-929C-A58926377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056"/>
                <a:ext cx="3" cy="7"/>
              </a:xfrm>
              <a:custGeom>
                <a:avLst/>
                <a:gdLst>
                  <a:gd name="T0" fmla="*/ 0 w 8"/>
                  <a:gd name="T1" fmla="*/ 7 h 16"/>
                  <a:gd name="T2" fmla="*/ 2 w 8"/>
                  <a:gd name="T3" fmla="*/ 4 h 16"/>
                  <a:gd name="T4" fmla="*/ 3 w 8"/>
                  <a:gd name="T5" fmla="*/ 2 h 16"/>
                  <a:gd name="T6" fmla="*/ 7 w 8"/>
                  <a:gd name="T7" fmla="*/ 8 h 16"/>
                  <a:gd name="T8" fmla="*/ 7 w 8"/>
                  <a:gd name="T9" fmla="*/ 14 h 16"/>
                  <a:gd name="T10" fmla="*/ 0 w 8"/>
                  <a:gd name="T11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6">
                    <a:moveTo>
                      <a:pt x="0" y="7"/>
                    </a:moveTo>
                    <a:cubicBezTo>
                      <a:pt x="0" y="5"/>
                      <a:pt x="1" y="5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7" y="0"/>
                      <a:pt x="7" y="7"/>
                      <a:pt x="7" y="8"/>
                    </a:cubicBezTo>
                    <a:cubicBezTo>
                      <a:pt x="8" y="10"/>
                      <a:pt x="8" y="13"/>
                      <a:pt x="7" y="14"/>
                    </a:cubicBezTo>
                    <a:cubicBezTo>
                      <a:pt x="4" y="16"/>
                      <a:pt x="0" y="9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1" name="Freeform 2221">
                <a:extLst>
                  <a:ext uri="{FF2B5EF4-FFF2-40B4-BE49-F238E27FC236}">
                    <a16:creationId xmlns:a16="http://schemas.microsoft.com/office/drawing/2014/main" id="{06E1E9E8-4B14-1743-813F-AF5D1C296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057"/>
                <a:ext cx="2" cy="2"/>
              </a:xfrm>
              <a:custGeom>
                <a:avLst/>
                <a:gdLst>
                  <a:gd name="T0" fmla="*/ 0 w 5"/>
                  <a:gd name="T1" fmla="*/ 4 h 6"/>
                  <a:gd name="T2" fmla="*/ 0 w 5"/>
                  <a:gd name="T3" fmla="*/ 2 h 6"/>
                  <a:gd name="T4" fmla="*/ 2 w 5"/>
                  <a:gd name="T5" fmla="*/ 0 h 6"/>
                  <a:gd name="T6" fmla="*/ 5 w 5"/>
                  <a:gd name="T7" fmla="*/ 4 h 6"/>
                  <a:gd name="T8" fmla="*/ 2 w 5"/>
                  <a:gd name="T9" fmla="*/ 6 h 6"/>
                  <a:gd name="T10" fmla="*/ 0 w 5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6"/>
                    </a:cubicBezTo>
                    <a:cubicBezTo>
                      <a:pt x="0" y="6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2" name="Freeform 2222">
                <a:extLst>
                  <a:ext uri="{FF2B5EF4-FFF2-40B4-BE49-F238E27FC236}">
                    <a16:creationId xmlns:a16="http://schemas.microsoft.com/office/drawing/2014/main" id="{268B9D1B-C835-BF4C-BCD3-55B85D098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060"/>
                <a:ext cx="3" cy="3"/>
              </a:xfrm>
              <a:custGeom>
                <a:avLst/>
                <a:gdLst>
                  <a:gd name="T0" fmla="*/ 4 w 9"/>
                  <a:gd name="T1" fmla="*/ 2 h 9"/>
                  <a:gd name="T2" fmla="*/ 9 w 9"/>
                  <a:gd name="T3" fmla="*/ 3 h 9"/>
                  <a:gd name="T4" fmla="*/ 5 w 9"/>
                  <a:gd name="T5" fmla="*/ 8 h 9"/>
                  <a:gd name="T6" fmla="*/ 0 w 9"/>
                  <a:gd name="T7" fmla="*/ 6 h 9"/>
                  <a:gd name="T8" fmla="*/ 2 w 9"/>
                  <a:gd name="T9" fmla="*/ 4 h 9"/>
                  <a:gd name="T10" fmla="*/ 4 w 9"/>
                  <a:gd name="T11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4" y="2"/>
                    </a:moveTo>
                    <a:cubicBezTo>
                      <a:pt x="6" y="0"/>
                      <a:pt x="8" y="1"/>
                      <a:pt x="9" y="3"/>
                    </a:cubicBezTo>
                    <a:cubicBezTo>
                      <a:pt x="9" y="6"/>
                      <a:pt x="7" y="7"/>
                      <a:pt x="5" y="8"/>
                    </a:cubicBezTo>
                    <a:cubicBezTo>
                      <a:pt x="3" y="9"/>
                      <a:pt x="0" y="9"/>
                      <a:pt x="0" y="6"/>
                    </a:cubicBezTo>
                    <a:cubicBezTo>
                      <a:pt x="0" y="5"/>
                      <a:pt x="1" y="5"/>
                      <a:pt x="2" y="4"/>
                    </a:cubicBezTo>
                    <a:cubicBezTo>
                      <a:pt x="3" y="3"/>
                      <a:pt x="3" y="2"/>
                      <a:pt x="4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3" name="Freeform 2223">
                <a:extLst>
                  <a:ext uri="{FF2B5EF4-FFF2-40B4-BE49-F238E27FC236}">
                    <a16:creationId xmlns:a16="http://schemas.microsoft.com/office/drawing/2014/main" id="{9E232423-9E0D-E64B-A193-04913EB46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925"/>
                <a:ext cx="49" cy="124"/>
              </a:xfrm>
              <a:custGeom>
                <a:avLst/>
                <a:gdLst>
                  <a:gd name="T0" fmla="*/ 11 w 120"/>
                  <a:gd name="T1" fmla="*/ 267 h 305"/>
                  <a:gd name="T2" fmla="*/ 3 w 120"/>
                  <a:gd name="T3" fmla="*/ 254 h 305"/>
                  <a:gd name="T4" fmla="*/ 2 w 120"/>
                  <a:gd name="T5" fmla="*/ 227 h 305"/>
                  <a:gd name="T6" fmla="*/ 3 w 120"/>
                  <a:gd name="T7" fmla="*/ 203 h 305"/>
                  <a:gd name="T8" fmla="*/ 10 w 120"/>
                  <a:gd name="T9" fmla="*/ 176 h 305"/>
                  <a:gd name="T10" fmla="*/ 23 w 120"/>
                  <a:gd name="T11" fmla="*/ 153 h 305"/>
                  <a:gd name="T12" fmla="*/ 32 w 120"/>
                  <a:gd name="T13" fmla="*/ 141 h 305"/>
                  <a:gd name="T14" fmla="*/ 46 w 120"/>
                  <a:gd name="T15" fmla="*/ 127 h 305"/>
                  <a:gd name="T16" fmla="*/ 55 w 120"/>
                  <a:gd name="T17" fmla="*/ 116 h 305"/>
                  <a:gd name="T18" fmla="*/ 61 w 120"/>
                  <a:gd name="T19" fmla="*/ 102 h 305"/>
                  <a:gd name="T20" fmla="*/ 68 w 120"/>
                  <a:gd name="T21" fmla="*/ 88 h 305"/>
                  <a:gd name="T22" fmla="*/ 76 w 120"/>
                  <a:gd name="T23" fmla="*/ 68 h 305"/>
                  <a:gd name="T24" fmla="*/ 78 w 120"/>
                  <a:gd name="T25" fmla="*/ 44 h 305"/>
                  <a:gd name="T26" fmla="*/ 84 w 120"/>
                  <a:gd name="T27" fmla="*/ 39 h 305"/>
                  <a:gd name="T28" fmla="*/ 89 w 120"/>
                  <a:gd name="T29" fmla="*/ 26 h 305"/>
                  <a:gd name="T30" fmla="*/ 90 w 120"/>
                  <a:gd name="T31" fmla="*/ 20 h 305"/>
                  <a:gd name="T32" fmla="*/ 103 w 120"/>
                  <a:gd name="T33" fmla="*/ 4 h 305"/>
                  <a:gd name="T34" fmla="*/ 111 w 120"/>
                  <a:gd name="T35" fmla="*/ 5 h 305"/>
                  <a:gd name="T36" fmla="*/ 120 w 120"/>
                  <a:gd name="T37" fmla="*/ 15 h 305"/>
                  <a:gd name="T38" fmla="*/ 117 w 120"/>
                  <a:gd name="T39" fmla="*/ 20 h 305"/>
                  <a:gd name="T40" fmla="*/ 105 w 120"/>
                  <a:gd name="T41" fmla="*/ 23 h 305"/>
                  <a:gd name="T42" fmla="*/ 107 w 120"/>
                  <a:gd name="T43" fmla="*/ 32 h 305"/>
                  <a:gd name="T44" fmla="*/ 105 w 120"/>
                  <a:gd name="T45" fmla="*/ 46 h 305"/>
                  <a:gd name="T46" fmla="*/ 98 w 120"/>
                  <a:gd name="T47" fmla="*/ 55 h 305"/>
                  <a:gd name="T48" fmla="*/ 93 w 120"/>
                  <a:gd name="T49" fmla="*/ 73 h 305"/>
                  <a:gd name="T50" fmla="*/ 82 w 120"/>
                  <a:gd name="T51" fmla="*/ 95 h 305"/>
                  <a:gd name="T52" fmla="*/ 80 w 120"/>
                  <a:gd name="T53" fmla="*/ 110 h 305"/>
                  <a:gd name="T54" fmla="*/ 72 w 120"/>
                  <a:gd name="T55" fmla="*/ 142 h 305"/>
                  <a:gd name="T56" fmla="*/ 62 w 120"/>
                  <a:gd name="T57" fmla="*/ 153 h 305"/>
                  <a:gd name="T58" fmla="*/ 57 w 120"/>
                  <a:gd name="T59" fmla="*/ 175 h 305"/>
                  <a:gd name="T60" fmla="*/ 54 w 120"/>
                  <a:gd name="T61" fmla="*/ 196 h 305"/>
                  <a:gd name="T62" fmla="*/ 45 w 120"/>
                  <a:gd name="T63" fmla="*/ 216 h 305"/>
                  <a:gd name="T64" fmla="*/ 39 w 120"/>
                  <a:gd name="T65" fmla="*/ 232 h 305"/>
                  <a:gd name="T66" fmla="*/ 34 w 120"/>
                  <a:gd name="T67" fmla="*/ 246 h 305"/>
                  <a:gd name="T68" fmla="*/ 31 w 120"/>
                  <a:gd name="T69" fmla="*/ 261 h 305"/>
                  <a:gd name="T70" fmla="*/ 30 w 120"/>
                  <a:gd name="T71" fmla="*/ 277 h 305"/>
                  <a:gd name="T72" fmla="*/ 26 w 120"/>
                  <a:gd name="T73" fmla="*/ 292 h 305"/>
                  <a:gd name="T74" fmla="*/ 19 w 120"/>
                  <a:gd name="T75" fmla="*/ 298 h 305"/>
                  <a:gd name="T76" fmla="*/ 10 w 120"/>
                  <a:gd name="T77" fmla="*/ 291 h 305"/>
                  <a:gd name="T78" fmla="*/ 12 w 120"/>
                  <a:gd name="T79" fmla="*/ 27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0" h="305">
                    <a:moveTo>
                      <a:pt x="12" y="275"/>
                    </a:moveTo>
                    <a:cubicBezTo>
                      <a:pt x="12" y="272"/>
                      <a:pt x="12" y="269"/>
                      <a:pt x="11" y="267"/>
                    </a:cubicBezTo>
                    <a:cubicBezTo>
                      <a:pt x="10" y="264"/>
                      <a:pt x="12" y="261"/>
                      <a:pt x="11" y="258"/>
                    </a:cubicBezTo>
                    <a:cubicBezTo>
                      <a:pt x="9" y="256"/>
                      <a:pt x="5" y="257"/>
                      <a:pt x="3" y="254"/>
                    </a:cubicBezTo>
                    <a:cubicBezTo>
                      <a:pt x="0" y="251"/>
                      <a:pt x="1" y="245"/>
                      <a:pt x="1" y="241"/>
                    </a:cubicBezTo>
                    <a:cubicBezTo>
                      <a:pt x="1" y="236"/>
                      <a:pt x="1" y="231"/>
                      <a:pt x="2" y="227"/>
                    </a:cubicBezTo>
                    <a:cubicBezTo>
                      <a:pt x="2" y="223"/>
                      <a:pt x="2" y="219"/>
                      <a:pt x="2" y="215"/>
                    </a:cubicBezTo>
                    <a:cubicBezTo>
                      <a:pt x="2" y="211"/>
                      <a:pt x="3" y="208"/>
                      <a:pt x="3" y="203"/>
                    </a:cubicBezTo>
                    <a:cubicBezTo>
                      <a:pt x="3" y="200"/>
                      <a:pt x="4" y="196"/>
                      <a:pt x="5" y="192"/>
                    </a:cubicBezTo>
                    <a:cubicBezTo>
                      <a:pt x="6" y="187"/>
                      <a:pt x="8" y="181"/>
                      <a:pt x="10" y="176"/>
                    </a:cubicBezTo>
                    <a:cubicBezTo>
                      <a:pt x="12" y="172"/>
                      <a:pt x="15" y="169"/>
                      <a:pt x="17" y="165"/>
                    </a:cubicBezTo>
                    <a:cubicBezTo>
                      <a:pt x="19" y="161"/>
                      <a:pt x="20" y="156"/>
                      <a:pt x="23" y="153"/>
                    </a:cubicBezTo>
                    <a:cubicBezTo>
                      <a:pt x="25" y="151"/>
                      <a:pt x="29" y="149"/>
                      <a:pt x="30" y="146"/>
                    </a:cubicBezTo>
                    <a:cubicBezTo>
                      <a:pt x="31" y="144"/>
                      <a:pt x="31" y="143"/>
                      <a:pt x="32" y="141"/>
                    </a:cubicBezTo>
                    <a:cubicBezTo>
                      <a:pt x="33" y="139"/>
                      <a:pt x="35" y="137"/>
                      <a:pt x="36" y="135"/>
                    </a:cubicBezTo>
                    <a:cubicBezTo>
                      <a:pt x="39" y="132"/>
                      <a:pt x="43" y="130"/>
                      <a:pt x="46" y="127"/>
                    </a:cubicBezTo>
                    <a:cubicBezTo>
                      <a:pt x="48" y="126"/>
                      <a:pt x="49" y="124"/>
                      <a:pt x="50" y="123"/>
                    </a:cubicBezTo>
                    <a:cubicBezTo>
                      <a:pt x="51" y="120"/>
                      <a:pt x="53" y="119"/>
                      <a:pt x="55" y="116"/>
                    </a:cubicBezTo>
                    <a:cubicBezTo>
                      <a:pt x="56" y="114"/>
                      <a:pt x="56" y="111"/>
                      <a:pt x="57" y="109"/>
                    </a:cubicBezTo>
                    <a:cubicBezTo>
                      <a:pt x="58" y="107"/>
                      <a:pt x="60" y="104"/>
                      <a:pt x="61" y="102"/>
                    </a:cubicBezTo>
                    <a:cubicBezTo>
                      <a:pt x="62" y="100"/>
                      <a:pt x="62" y="98"/>
                      <a:pt x="64" y="97"/>
                    </a:cubicBezTo>
                    <a:cubicBezTo>
                      <a:pt x="66" y="94"/>
                      <a:pt x="67" y="91"/>
                      <a:pt x="68" y="88"/>
                    </a:cubicBezTo>
                    <a:cubicBezTo>
                      <a:pt x="69" y="84"/>
                      <a:pt x="71" y="81"/>
                      <a:pt x="72" y="78"/>
                    </a:cubicBezTo>
                    <a:cubicBezTo>
                      <a:pt x="74" y="75"/>
                      <a:pt x="75" y="71"/>
                      <a:pt x="76" y="68"/>
                    </a:cubicBezTo>
                    <a:cubicBezTo>
                      <a:pt x="78" y="64"/>
                      <a:pt x="77" y="60"/>
                      <a:pt x="77" y="55"/>
                    </a:cubicBezTo>
                    <a:cubicBezTo>
                      <a:pt x="77" y="52"/>
                      <a:pt x="77" y="48"/>
                      <a:pt x="78" y="44"/>
                    </a:cubicBezTo>
                    <a:cubicBezTo>
                      <a:pt x="78" y="43"/>
                      <a:pt x="78" y="41"/>
                      <a:pt x="79" y="40"/>
                    </a:cubicBezTo>
                    <a:cubicBezTo>
                      <a:pt x="81" y="39"/>
                      <a:pt x="83" y="39"/>
                      <a:pt x="84" y="39"/>
                    </a:cubicBezTo>
                    <a:cubicBezTo>
                      <a:pt x="85" y="37"/>
                      <a:pt x="85" y="35"/>
                      <a:pt x="86" y="33"/>
                    </a:cubicBezTo>
                    <a:cubicBezTo>
                      <a:pt x="87" y="31"/>
                      <a:pt x="88" y="29"/>
                      <a:pt x="89" y="26"/>
                    </a:cubicBezTo>
                    <a:cubicBezTo>
                      <a:pt x="89" y="25"/>
                      <a:pt x="88" y="24"/>
                      <a:pt x="89" y="23"/>
                    </a:cubicBezTo>
                    <a:cubicBezTo>
                      <a:pt x="89" y="22"/>
                      <a:pt x="89" y="21"/>
                      <a:pt x="90" y="20"/>
                    </a:cubicBezTo>
                    <a:cubicBezTo>
                      <a:pt x="91" y="17"/>
                      <a:pt x="92" y="16"/>
                      <a:pt x="94" y="14"/>
                    </a:cubicBezTo>
                    <a:cubicBezTo>
                      <a:pt x="97" y="10"/>
                      <a:pt x="100" y="8"/>
                      <a:pt x="103" y="4"/>
                    </a:cubicBezTo>
                    <a:cubicBezTo>
                      <a:pt x="104" y="3"/>
                      <a:pt x="105" y="0"/>
                      <a:pt x="108" y="0"/>
                    </a:cubicBezTo>
                    <a:cubicBezTo>
                      <a:pt x="110" y="0"/>
                      <a:pt x="111" y="3"/>
                      <a:pt x="111" y="5"/>
                    </a:cubicBezTo>
                    <a:cubicBezTo>
                      <a:pt x="114" y="5"/>
                      <a:pt x="116" y="5"/>
                      <a:pt x="117" y="7"/>
                    </a:cubicBezTo>
                    <a:cubicBezTo>
                      <a:pt x="119" y="9"/>
                      <a:pt x="120" y="12"/>
                      <a:pt x="120" y="15"/>
                    </a:cubicBezTo>
                    <a:cubicBezTo>
                      <a:pt x="120" y="16"/>
                      <a:pt x="120" y="18"/>
                      <a:pt x="120" y="18"/>
                    </a:cubicBezTo>
                    <a:cubicBezTo>
                      <a:pt x="119" y="19"/>
                      <a:pt x="118" y="19"/>
                      <a:pt x="117" y="20"/>
                    </a:cubicBezTo>
                    <a:cubicBezTo>
                      <a:pt x="114" y="20"/>
                      <a:pt x="112" y="21"/>
                      <a:pt x="109" y="21"/>
                    </a:cubicBezTo>
                    <a:cubicBezTo>
                      <a:pt x="108" y="22"/>
                      <a:pt x="105" y="22"/>
                      <a:pt x="105" y="23"/>
                    </a:cubicBezTo>
                    <a:cubicBezTo>
                      <a:pt x="105" y="25"/>
                      <a:pt x="107" y="27"/>
                      <a:pt x="107" y="29"/>
                    </a:cubicBezTo>
                    <a:cubicBezTo>
                      <a:pt x="107" y="30"/>
                      <a:pt x="107" y="31"/>
                      <a:pt x="107" y="32"/>
                    </a:cubicBezTo>
                    <a:cubicBezTo>
                      <a:pt x="107" y="34"/>
                      <a:pt x="107" y="36"/>
                      <a:pt x="107" y="38"/>
                    </a:cubicBezTo>
                    <a:cubicBezTo>
                      <a:pt x="107" y="41"/>
                      <a:pt x="105" y="43"/>
                      <a:pt x="105" y="46"/>
                    </a:cubicBezTo>
                    <a:cubicBezTo>
                      <a:pt x="105" y="48"/>
                      <a:pt x="106" y="49"/>
                      <a:pt x="105" y="51"/>
                    </a:cubicBezTo>
                    <a:cubicBezTo>
                      <a:pt x="103" y="53"/>
                      <a:pt x="100" y="54"/>
                      <a:pt x="98" y="55"/>
                    </a:cubicBezTo>
                    <a:cubicBezTo>
                      <a:pt x="93" y="58"/>
                      <a:pt x="91" y="61"/>
                      <a:pt x="92" y="66"/>
                    </a:cubicBezTo>
                    <a:cubicBezTo>
                      <a:pt x="93" y="68"/>
                      <a:pt x="93" y="71"/>
                      <a:pt x="93" y="73"/>
                    </a:cubicBezTo>
                    <a:cubicBezTo>
                      <a:pt x="93" y="76"/>
                      <a:pt x="92" y="78"/>
                      <a:pt x="91" y="80"/>
                    </a:cubicBezTo>
                    <a:cubicBezTo>
                      <a:pt x="88" y="85"/>
                      <a:pt x="84" y="90"/>
                      <a:pt x="82" y="95"/>
                    </a:cubicBezTo>
                    <a:cubicBezTo>
                      <a:pt x="81" y="97"/>
                      <a:pt x="80" y="99"/>
                      <a:pt x="80" y="101"/>
                    </a:cubicBezTo>
                    <a:cubicBezTo>
                      <a:pt x="79" y="104"/>
                      <a:pt x="80" y="107"/>
                      <a:pt x="80" y="110"/>
                    </a:cubicBezTo>
                    <a:cubicBezTo>
                      <a:pt x="80" y="115"/>
                      <a:pt x="81" y="120"/>
                      <a:pt x="80" y="125"/>
                    </a:cubicBezTo>
                    <a:cubicBezTo>
                      <a:pt x="79" y="131"/>
                      <a:pt x="75" y="137"/>
                      <a:pt x="72" y="142"/>
                    </a:cubicBezTo>
                    <a:cubicBezTo>
                      <a:pt x="71" y="144"/>
                      <a:pt x="69" y="147"/>
                      <a:pt x="68" y="149"/>
                    </a:cubicBezTo>
                    <a:cubicBezTo>
                      <a:pt x="66" y="150"/>
                      <a:pt x="63" y="152"/>
                      <a:pt x="62" y="153"/>
                    </a:cubicBezTo>
                    <a:cubicBezTo>
                      <a:pt x="58" y="155"/>
                      <a:pt x="58" y="161"/>
                      <a:pt x="57" y="165"/>
                    </a:cubicBezTo>
                    <a:cubicBezTo>
                      <a:pt x="57" y="168"/>
                      <a:pt x="57" y="172"/>
                      <a:pt x="57" y="175"/>
                    </a:cubicBezTo>
                    <a:cubicBezTo>
                      <a:pt x="56" y="179"/>
                      <a:pt x="55" y="183"/>
                      <a:pt x="55" y="187"/>
                    </a:cubicBezTo>
                    <a:cubicBezTo>
                      <a:pt x="54" y="190"/>
                      <a:pt x="54" y="193"/>
                      <a:pt x="54" y="196"/>
                    </a:cubicBezTo>
                    <a:cubicBezTo>
                      <a:pt x="54" y="198"/>
                      <a:pt x="53" y="200"/>
                      <a:pt x="52" y="202"/>
                    </a:cubicBezTo>
                    <a:cubicBezTo>
                      <a:pt x="50" y="207"/>
                      <a:pt x="47" y="211"/>
                      <a:pt x="45" y="216"/>
                    </a:cubicBezTo>
                    <a:cubicBezTo>
                      <a:pt x="43" y="220"/>
                      <a:pt x="43" y="224"/>
                      <a:pt x="41" y="228"/>
                    </a:cubicBezTo>
                    <a:cubicBezTo>
                      <a:pt x="41" y="229"/>
                      <a:pt x="40" y="231"/>
                      <a:pt x="39" y="232"/>
                    </a:cubicBezTo>
                    <a:cubicBezTo>
                      <a:pt x="39" y="233"/>
                      <a:pt x="38" y="234"/>
                      <a:pt x="38" y="235"/>
                    </a:cubicBezTo>
                    <a:cubicBezTo>
                      <a:pt x="36" y="238"/>
                      <a:pt x="34" y="242"/>
                      <a:pt x="34" y="246"/>
                    </a:cubicBezTo>
                    <a:cubicBezTo>
                      <a:pt x="34" y="250"/>
                      <a:pt x="35" y="255"/>
                      <a:pt x="33" y="259"/>
                    </a:cubicBezTo>
                    <a:cubicBezTo>
                      <a:pt x="32" y="259"/>
                      <a:pt x="32" y="260"/>
                      <a:pt x="31" y="261"/>
                    </a:cubicBezTo>
                    <a:cubicBezTo>
                      <a:pt x="31" y="262"/>
                      <a:pt x="31" y="265"/>
                      <a:pt x="31" y="266"/>
                    </a:cubicBezTo>
                    <a:cubicBezTo>
                      <a:pt x="31" y="270"/>
                      <a:pt x="31" y="273"/>
                      <a:pt x="30" y="277"/>
                    </a:cubicBezTo>
                    <a:cubicBezTo>
                      <a:pt x="29" y="280"/>
                      <a:pt x="29" y="282"/>
                      <a:pt x="28" y="285"/>
                    </a:cubicBezTo>
                    <a:cubicBezTo>
                      <a:pt x="28" y="287"/>
                      <a:pt x="27" y="290"/>
                      <a:pt x="26" y="292"/>
                    </a:cubicBezTo>
                    <a:cubicBezTo>
                      <a:pt x="25" y="293"/>
                      <a:pt x="24" y="294"/>
                      <a:pt x="22" y="295"/>
                    </a:cubicBezTo>
                    <a:cubicBezTo>
                      <a:pt x="21" y="296"/>
                      <a:pt x="20" y="297"/>
                      <a:pt x="19" y="298"/>
                    </a:cubicBezTo>
                    <a:cubicBezTo>
                      <a:pt x="16" y="300"/>
                      <a:pt x="12" y="305"/>
                      <a:pt x="9" y="303"/>
                    </a:cubicBezTo>
                    <a:cubicBezTo>
                      <a:pt x="5" y="301"/>
                      <a:pt x="9" y="294"/>
                      <a:pt x="10" y="291"/>
                    </a:cubicBezTo>
                    <a:cubicBezTo>
                      <a:pt x="10" y="289"/>
                      <a:pt x="11" y="286"/>
                      <a:pt x="12" y="283"/>
                    </a:cubicBezTo>
                    <a:cubicBezTo>
                      <a:pt x="13" y="281"/>
                      <a:pt x="12" y="277"/>
                      <a:pt x="12" y="27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4" name="Freeform 2224">
                <a:extLst>
                  <a:ext uri="{FF2B5EF4-FFF2-40B4-BE49-F238E27FC236}">
                    <a16:creationId xmlns:a16="http://schemas.microsoft.com/office/drawing/2014/main" id="{4F820B8B-A557-2C4B-A0D7-103BFEFFE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875"/>
                <a:ext cx="4" cy="3"/>
              </a:xfrm>
              <a:custGeom>
                <a:avLst/>
                <a:gdLst>
                  <a:gd name="T0" fmla="*/ 1 w 8"/>
                  <a:gd name="T1" fmla="*/ 3 h 9"/>
                  <a:gd name="T2" fmla="*/ 2 w 8"/>
                  <a:gd name="T3" fmla="*/ 1 h 9"/>
                  <a:gd name="T4" fmla="*/ 6 w 8"/>
                  <a:gd name="T5" fmla="*/ 6 h 9"/>
                  <a:gd name="T6" fmla="*/ 6 w 8"/>
                  <a:gd name="T7" fmla="*/ 9 h 9"/>
                  <a:gd name="T8" fmla="*/ 1 w 8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3"/>
                    </a:moveTo>
                    <a:cubicBezTo>
                      <a:pt x="1" y="3"/>
                      <a:pt x="0" y="0"/>
                      <a:pt x="2" y="1"/>
                    </a:cubicBezTo>
                    <a:cubicBezTo>
                      <a:pt x="3" y="1"/>
                      <a:pt x="5" y="5"/>
                      <a:pt x="6" y="6"/>
                    </a:cubicBezTo>
                    <a:cubicBezTo>
                      <a:pt x="7" y="7"/>
                      <a:pt x="8" y="9"/>
                      <a:pt x="6" y="9"/>
                    </a:cubicBezTo>
                    <a:cubicBezTo>
                      <a:pt x="4" y="9"/>
                      <a:pt x="2" y="5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5" name="Freeform 2225">
                <a:extLst>
                  <a:ext uri="{FF2B5EF4-FFF2-40B4-BE49-F238E27FC236}">
                    <a16:creationId xmlns:a16="http://schemas.microsoft.com/office/drawing/2014/main" id="{BD02A590-C3E7-BE49-A01E-860131D1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875"/>
                <a:ext cx="6" cy="6"/>
              </a:xfrm>
              <a:custGeom>
                <a:avLst/>
                <a:gdLst>
                  <a:gd name="T0" fmla="*/ 2 w 16"/>
                  <a:gd name="T1" fmla="*/ 6 h 17"/>
                  <a:gd name="T2" fmla="*/ 0 w 16"/>
                  <a:gd name="T3" fmla="*/ 3 h 17"/>
                  <a:gd name="T4" fmla="*/ 1 w 16"/>
                  <a:gd name="T5" fmla="*/ 1 h 17"/>
                  <a:gd name="T6" fmla="*/ 5 w 16"/>
                  <a:gd name="T7" fmla="*/ 1 h 17"/>
                  <a:gd name="T8" fmla="*/ 12 w 16"/>
                  <a:gd name="T9" fmla="*/ 5 h 17"/>
                  <a:gd name="T10" fmla="*/ 14 w 16"/>
                  <a:gd name="T11" fmla="*/ 9 h 17"/>
                  <a:gd name="T12" fmla="*/ 15 w 16"/>
                  <a:gd name="T13" fmla="*/ 13 h 17"/>
                  <a:gd name="T14" fmla="*/ 4 w 16"/>
                  <a:gd name="T15" fmla="*/ 8 h 17"/>
                  <a:gd name="T16" fmla="*/ 2 w 16"/>
                  <a:gd name="T1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2" y="6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7" y="2"/>
                      <a:pt x="10" y="4"/>
                      <a:pt x="12" y="5"/>
                    </a:cubicBezTo>
                    <a:cubicBezTo>
                      <a:pt x="13" y="6"/>
                      <a:pt x="14" y="8"/>
                      <a:pt x="14" y="9"/>
                    </a:cubicBezTo>
                    <a:cubicBezTo>
                      <a:pt x="15" y="10"/>
                      <a:pt x="16" y="12"/>
                      <a:pt x="15" y="13"/>
                    </a:cubicBezTo>
                    <a:cubicBezTo>
                      <a:pt x="14" y="17"/>
                      <a:pt x="6" y="10"/>
                      <a:pt x="4" y="8"/>
                    </a:cubicBezTo>
                    <a:cubicBezTo>
                      <a:pt x="4" y="7"/>
                      <a:pt x="3" y="7"/>
                      <a:pt x="2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6" name="Freeform 2226">
                <a:extLst>
                  <a:ext uri="{FF2B5EF4-FFF2-40B4-BE49-F238E27FC236}">
                    <a16:creationId xmlns:a16="http://schemas.microsoft.com/office/drawing/2014/main" id="{5AA7C42D-045E-194B-ABFC-A6AE8A88D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880"/>
                <a:ext cx="2" cy="3"/>
              </a:xfrm>
              <a:custGeom>
                <a:avLst/>
                <a:gdLst>
                  <a:gd name="T0" fmla="*/ 0 w 6"/>
                  <a:gd name="T1" fmla="*/ 2 h 7"/>
                  <a:gd name="T2" fmla="*/ 2 w 6"/>
                  <a:gd name="T3" fmla="*/ 0 h 7"/>
                  <a:gd name="T4" fmla="*/ 6 w 6"/>
                  <a:gd name="T5" fmla="*/ 4 h 7"/>
                  <a:gd name="T6" fmla="*/ 3 w 6"/>
                  <a:gd name="T7" fmla="*/ 7 h 7"/>
                  <a:gd name="T8" fmla="*/ 0 w 6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2"/>
                    </a:moveTo>
                    <a:cubicBezTo>
                      <a:pt x="0" y="0"/>
                      <a:pt x="0" y="0"/>
                      <a:pt x="2" y="0"/>
                    </a:cubicBezTo>
                    <a:cubicBezTo>
                      <a:pt x="3" y="1"/>
                      <a:pt x="5" y="2"/>
                      <a:pt x="6" y="4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7" name="Freeform 2227">
                <a:extLst>
                  <a:ext uri="{FF2B5EF4-FFF2-40B4-BE49-F238E27FC236}">
                    <a16:creationId xmlns:a16="http://schemas.microsoft.com/office/drawing/2014/main" id="{2190C9DC-13E0-6148-A860-BBBC83309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899"/>
                <a:ext cx="4" cy="6"/>
              </a:xfrm>
              <a:custGeom>
                <a:avLst/>
                <a:gdLst>
                  <a:gd name="T0" fmla="*/ 2 w 12"/>
                  <a:gd name="T1" fmla="*/ 13 h 13"/>
                  <a:gd name="T2" fmla="*/ 0 w 12"/>
                  <a:gd name="T3" fmla="*/ 9 h 13"/>
                  <a:gd name="T4" fmla="*/ 4 w 12"/>
                  <a:gd name="T5" fmla="*/ 5 h 13"/>
                  <a:gd name="T6" fmla="*/ 9 w 12"/>
                  <a:gd name="T7" fmla="*/ 0 h 13"/>
                  <a:gd name="T8" fmla="*/ 12 w 12"/>
                  <a:gd name="T9" fmla="*/ 4 h 13"/>
                  <a:gd name="T10" fmla="*/ 8 w 12"/>
                  <a:gd name="T11" fmla="*/ 10 h 13"/>
                  <a:gd name="T12" fmla="*/ 2 w 12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2" y="13"/>
                    </a:moveTo>
                    <a:cubicBezTo>
                      <a:pt x="0" y="12"/>
                      <a:pt x="0" y="11"/>
                      <a:pt x="0" y="9"/>
                    </a:cubicBezTo>
                    <a:cubicBezTo>
                      <a:pt x="1" y="7"/>
                      <a:pt x="2" y="6"/>
                      <a:pt x="4" y="5"/>
                    </a:cubicBezTo>
                    <a:cubicBezTo>
                      <a:pt x="6" y="4"/>
                      <a:pt x="6" y="0"/>
                      <a:pt x="9" y="0"/>
                    </a:cubicBezTo>
                    <a:cubicBezTo>
                      <a:pt x="11" y="0"/>
                      <a:pt x="12" y="2"/>
                      <a:pt x="12" y="4"/>
                    </a:cubicBezTo>
                    <a:cubicBezTo>
                      <a:pt x="12" y="7"/>
                      <a:pt x="10" y="9"/>
                      <a:pt x="8" y="10"/>
                    </a:cubicBezTo>
                    <a:cubicBezTo>
                      <a:pt x="6" y="11"/>
                      <a:pt x="4" y="13"/>
                      <a:pt x="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8" name="Freeform 2228">
                <a:extLst>
                  <a:ext uri="{FF2B5EF4-FFF2-40B4-BE49-F238E27FC236}">
                    <a16:creationId xmlns:a16="http://schemas.microsoft.com/office/drawing/2014/main" id="{3C48ABBD-82DA-A542-A317-682E398B5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909"/>
                <a:ext cx="3" cy="3"/>
              </a:xfrm>
              <a:custGeom>
                <a:avLst/>
                <a:gdLst>
                  <a:gd name="T0" fmla="*/ 4 w 8"/>
                  <a:gd name="T1" fmla="*/ 0 h 7"/>
                  <a:gd name="T2" fmla="*/ 7 w 8"/>
                  <a:gd name="T3" fmla="*/ 3 h 7"/>
                  <a:gd name="T4" fmla="*/ 2 w 8"/>
                  <a:gd name="T5" fmla="*/ 5 h 7"/>
                  <a:gd name="T6" fmla="*/ 4 w 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6" y="0"/>
                      <a:pt x="8" y="1"/>
                      <a:pt x="7" y="3"/>
                    </a:cubicBezTo>
                    <a:cubicBezTo>
                      <a:pt x="7" y="5"/>
                      <a:pt x="3" y="7"/>
                      <a:pt x="2" y="5"/>
                    </a:cubicBezTo>
                    <a:cubicBezTo>
                      <a:pt x="0" y="3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9" name="Freeform 2229">
                <a:extLst>
                  <a:ext uri="{FF2B5EF4-FFF2-40B4-BE49-F238E27FC236}">
                    <a16:creationId xmlns:a16="http://schemas.microsoft.com/office/drawing/2014/main" id="{79BFFC57-4B80-E348-AF38-3D325C02B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916"/>
                <a:ext cx="3" cy="3"/>
              </a:xfrm>
              <a:custGeom>
                <a:avLst/>
                <a:gdLst>
                  <a:gd name="T0" fmla="*/ 5 w 7"/>
                  <a:gd name="T1" fmla="*/ 1 h 6"/>
                  <a:gd name="T2" fmla="*/ 6 w 7"/>
                  <a:gd name="T3" fmla="*/ 4 h 6"/>
                  <a:gd name="T4" fmla="*/ 1 w 7"/>
                  <a:gd name="T5" fmla="*/ 3 h 6"/>
                  <a:gd name="T6" fmla="*/ 5 w 7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5" y="1"/>
                    </a:moveTo>
                    <a:cubicBezTo>
                      <a:pt x="7" y="1"/>
                      <a:pt x="7" y="3"/>
                      <a:pt x="6" y="4"/>
                    </a:cubicBezTo>
                    <a:cubicBezTo>
                      <a:pt x="5" y="6"/>
                      <a:pt x="2" y="5"/>
                      <a:pt x="1" y="3"/>
                    </a:cubicBezTo>
                    <a:cubicBezTo>
                      <a:pt x="0" y="1"/>
                      <a:pt x="3" y="0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0" name="Freeform 2230">
                <a:extLst>
                  <a:ext uri="{FF2B5EF4-FFF2-40B4-BE49-F238E27FC236}">
                    <a16:creationId xmlns:a16="http://schemas.microsoft.com/office/drawing/2014/main" id="{62796D1B-CB6A-BF4D-AF79-AE306FE39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947"/>
                <a:ext cx="4" cy="3"/>
              </a:xfrm>
              <a:custGeom>
                <a:avLst/>
                <a:gdLst>
                  <a:gd name="T0" fmla="*/ 5 w 8"/>
                  <a:gd name="T1" fmla="*/ 0 h 7"/>
                  <a:gd name="T2" fmla="*/ 7 w 8"/>
                  <a:gd name="T3" fmla="*/ 4 h 7"/>
                  <a:gd name="T4" fmla="*/ 1 w 8"/>
                  <a:gd name="T5" fmla="*/ 5 h 7"/>
                  <a:gd name="T6" fmla="*/ 5 w 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7" y="0"/>
                      <a:pt x="8" y="3"/>
                      <a:pt x="7" y="4"/>
                    </a:cubicBezTo>
                    <a:cubicBezTo>
                      <a:pt x="7" y="7"/>
                      <a:pt x="3" y="7"/>
                      <a:pt x="1" y="5"/>
                    </a:cubicBezTo>
                    <a:cubicBezTo>
                      <a:pt x="0" y="2"/>
                      <a:pt x="2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1" name="Freeform 2231">
                <a:extLst>
                  <a:ext uri="{FF2B5EF4-FFF2-40B4-BE49-F238E27FC236}">
                    <a16:creationId xmlns:a16="http://schemas.microsoft.com/office/drawing/2014/main" id="{8979166F-0E30-B741-A5B3-A73558B2A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801"/>
                <a:ext cx="5" cy="3"/>
              </a:xfrm>
              <a:custGeom>
                <a:avLst/>
                <a:gdLst>
                  <a:gd name="T0" fmla="*/ 8 w 11"/>
                  <a:gd name="T1" fmla="*/ 2 h 6"/>
                  <a:gd name="T2" fmla="*/ 4 w 11"/>
                  <a:gd name="T3" fmla="*/ 6 h 6"/>
                  <a:gd name="T4" fmla="*/ 3 w 11"/>
                  <a:gd name="T5" fmla="*/ 1 h 6"/>
                  <a:gd name="T6" fmla="*/ 8 w 11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8" y="2"/>
                    </a:moveTo>
                    <a:cubicBezTo>
                      <a:pt x="11" y="3"/>
                      <a:pt x="5" y="6"/>
                      <a:pt x="4" y="6"/>
                    </a:cubicBezTo>
                    <a:cubicBezTo>
                      <a:pt x="2" y="5"/>
                      <a:pt x="0" y="2"/>
                      <a:pt x="3" y="1"/>
                    </a:cubicBezTo>
                    <a:cubicBezTo>
                      <a:pt x="4" y="0"/>
                      <a:pt x="7" y="0"/>
                      <a:pt x="8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2" name="Freeform 2232">
                <a:extLst>
                  <a:ext uri="{FF2B5EF4-FFF2-40B4-BE49-F238E27FC236}">
                    <a16:creationId xmlns:a16="http://schemas.microsoft.com/office/drawing/2014/main" id="{3760DB3C-8DDF-214B-896B-E45CE28CB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803"/>
                <a:ext cx="2" cy="3"/>
              </a:xfrm>
              <a:custGeom>
                <a:avLst/>
                <a:gdLst>
                  <a:gd name="T0" fmla="*/ 1 w 5"/>
                  <a:gd name="T1" fmla="*/ 1 h 7"/>
                  <a:gd name="T2" fmla="*/ 5 w 5"/>
                  <a:gd name="T3" fmla="*/ 3 h 7"/>
                  <a:gd name="T4" fmla="*/ 1 w 5"/>
                  <a:gd name="T5" fmla="*/ 6 h 7"/>
                  <a:gd name="T6" fmla="*/ 1 w 5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1" y="1"/>
                    </a:moveTo>
                    <a:cubicBezTo>
                      <a:pt x="3" y="0"/>
                      <a:pt x="5" y="1"/>
                      <a:pt x="5" y="3"/>
                    </a:cubicBezTo>
                    <a:cubicBezTo>
                      <a:pt x="5" y="5"/>
                      <a:pt x="3" y="7"/>
                      <a:pt x="1" y="6"/>
                    </a:cubicBezTo>
                    <a:cubicBezTo>
                      <a:pt x="0" y="5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3" name="Freeform 2233">
                <a:extLst>
                  <a:ext uri="{FF2B5EF4-FFF2-40B4-BE49-F238E27FC236}">
                    <a16:creationId xmlns:a16="http://schemas.microsoft.com/office/drawing/2014/main" id="{C08C41A2-49B0-1649-9F59-CE332C973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811"/>
                <a:ext cx="2" cy="3"/>
              </a:xfrm>
              <a:custGeom>
                <a:avLst/>
                <a:gdLst>
                  <a:gd name="T0" fmla="*/ 6 w 7"/>
                  <a:gd name="T1" fmla="*/ 2 h 7"/>
                  <a:gd name="T2" fmla="*/ 2 w 7"/>
                  <a:gd name="T3" fmla="*/ 5 h 7"/>
                  <a:gd name="T4" fmla="*/ 0 w 7"/>
                  <a:gd name="T5" fmla="*/ 2 h 7"/>
                  <a:gd name="T6" fmla="*/ 4 w 7"/>
                  <a:gd name="T7" fmla="*/ 0 h 7"/>
                  <a:gd name="T8" fmla="*/ 6 w 7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2"/>
                    </a:moveTo>
                    <a:cubicBezTo>
                      <a:pt x="7" y="4"/>
                      <a:pt x="4" y="7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0"/>
                      <a:pt x="6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4" name="Freeform 2234">
                <a:extLst>
                  <a:ext uri="{FF2B5EF4-FFF2-40B4-BE49-F238E27FC236}">
                    <a16:creationId xmlns:a16="http://schemas.microsoft.com/office/drawing/2014/main" id="{C2B0726F-EB1F-C046-8BA2-A692A75F8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816"/>
                <a:ext cx="3" cy="4"/>
              </a:xfrm>
              <a:custGeom>
                <a:avLst/>
                <a:gdLst>
                  <a:gd name="T0" fmla="*/ 1 w 8"/>
                  <a:gd name="T1" fmla="*/ 7 h 12"/>
                  <a:gd name="T2" fmla="*/ 0 w 8"/>
                  <a:gd name="T3" fmla="*/ 5 h 12"/>
                  <a:gd name="T4" fmla="*/ 1 w 8"/>
                  <a:gd name="T5" fmla="*/ 4 h 12"/>
                  <a:gd name="T6" fmla="*/ 4 w 8"/>
                  <a:gd name="T7" fmla="*/ 2 h 12"/>
                  <a:gd name="T8" fmla="*/ 7 w 8"/>
                  <a:gd name="T9" fmla="*/ 1 h 12"/>
                  <a:gd name="T10" fmla="*/ 7 w 8"/>
                  <a:gd name="T11" fmla="*/ 4 h 12"/>
                  <a:gd name="T12" fmla="*/ 4 w 8"/>
                  <a:gd name="T13" fmla="*/ 11 h 12"/>
                  <a:gd name="T14" fmla="*/ 1 w 8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1" y="7"/>
                    </a:moveTo>
                    <a:cubicBezTo>
                      <a:pt x="1" y="6"/>
                      <a:pt x="0" y="6"/>
                      <a:pt x="0" y="5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4" y="2"/>
                    </a:cubicBezTo>
                    <a:cubicBezTo>
                      <a:pt x="4" y="1"/>
                      <a:pt x="6" y="0"/>
                      <a:pt x="7" y="1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6" y="6"/>
                      <a:pt x="6" y="10"/>
                      <a:pt x="4" y="11"/>
                    </a:cubicBezTo>
                    <a:cubicBezTo>
                      <a:pt x="1" y="12"/>
                      <a:pt x="2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5" name="Freeform 2235">
                <a:extLst>
                  <a:ext uri="{FF2B5EF4-FFF2-40B4-BE49-F238E27FC236}">
                    <a16:creationId xmlns:a16="http://schemas.microsoft.com/office/drawing/2014/main" id="{A0145F77-2CC0-924D-8647-0E878C5BA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820"/>
                <a:ext cx="6" cy="11"/>
              </a:xfrm>
              <a:custGeom>
                <a:avLst/>
                <a:gdLst>
                  <a:gd name="T0" fmla="*/ 3 w 15"/>
                  <a:gd name="T1" fmla="*/ 2 h 26"/>
                  <a:gd name="T2" fmla="*/ 5 w 15"/>
                  <a:gd name="T3" fmla="*/ 0 h 26"/>
                  <a:gd name="T4" fmla="*/ 8 w 15"/>
                  <a:gd name="T5" fmla="*/ 4 h 26"/>
                  <a:gd name="T6" fmla="*/ 10 w 15"/>
                  <a:gd name="T7" fmla="*/ 7 h 26"/>
                  <a:gd name="T8" fmla="*/ 10 w 15"/>
                  <a:gd name="T9" fmla="*/ 10 h 26"/>
                  <a:gd name="T10" fmla="*/ 8 w 15"/>
                  <a:gd name="T11" fmla="*/ 10 h 26"/>
                  <a:gd name="T12" fmla="*/ 7 w 15"/>
                  <a:gd name="T13" fmla="*/ 13 h 26"/>
                  <a:gd name="T14" fmla="*/ 7 w 15"/>
                  <a:gd name="T15" fmla="*/ 15 h 26"/>
                  <a:gd name="T16" fmla="*/ 9 w 15"/>
                  <a:gd name="T17" fmla="*/ 16 h 26"/>
                  <a:gd name="T18" fmla="*/ 9 w 15"/>
                  <a:gd name="T19" fmla="*/ 18 h 26"/>
                  <a:gd name="T20" fmla="*/ 13 w 15"/>
                  <a:gd name="T21" fmla="*/ 21 h 26"/>
                  <a:gd name="T22" fmla="*/ 15 w 15"/>
                  <a:gd name="T23" fmla="*/ 21 h 26"/>
                  <a:gd name="T24" fmla="*/ 14 w 15"/>
                  <a:gd name="T25" fmla="*/ 24 h 26"/>
                  <a:gd name="T26" fmla="*/ 7 w 15"/>
                  <a:gd name="T27" fmla="*/ 23 h 26"/>
                  <a:gd name="T28" fmla="*/ 5 w 15"/>
                  <a:gd name="T29" fmla="*/ 17 h 26"/>
                  <a:gd name="T30" fmla="*/ 2 w 15"/>
                  <a:gd name="T31" fmla="*/ 13 h 26"/>
                  <a:gd name="T32" fmla="*/ 1 w 15"/>
                  <a:gd name="T33" fmla="*/ 8 h 26"/>
                  <a:gd name="T34" fmla="*/ 2 w 15"/>
                  <a:gd name="T35" fmla="*/ 5 h 26"/>
                  <a:gd name="T36" fmla="*/ 3 w 15"/>
                  <a:gd name="T3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26">
                    <a:moveTo>
                      <a:pt x="3" y="2"/>
                    </a:moveTo>
                    <a:cubicBezTo>
                      <a:pt x="3" y="1"/>
                      <a:pt x="5" y="0"/>
                      <a:pt x="5" y="0"/>
                    </a:cubicBezTo>
                    <a:cubicBezTo>
                      <a:pt x="7" y="0"/>
                      <a:pt x="8" y="3"/>
                      <a:pt x="8" y="4"/>
                    </a:cubicBezTo>
                    <a:cubicBezTo>
                      <a:pt x="8" y="5"/>
                      <a:pt x="9" y="6"/>
                      <a:pt x="10" y="7"/>
                    </a:cubicBezTo>
                    <a:cubicBezTo>
                      <a:pt x="11" y="8"/>
                      <a:pt x="11" y="9"/>
                      <a:pt x="10" y="10"/>
                    </a:cubicBezTo>
                    <a:cubicBezTo>
                      <a:pt x="10" y="10"/>
                      <a:pt x="8" y="10"/>
                      <a:pt x="8" y="10"/>
                    </a:cubicBezTo>
                    <a:cubicBezTo>
                      <a:pt x="7" y="11"/>
                      <a:pt x="7" y="12"/>
                      <a:pt x="7" y="13"/>
                    </a:cubicBezTo>
                    <a:cubicBezTo>
                      <a:pt x="7" y="14"/>
                      <a:pt x="7" y="15"/>
                      <a:pt x="7" y="15"/>
                    </a:cubicBezTo>
                    <a:cubicBezTo>
                      <a:pt x="8" y="15"/>
                      <a:pt x="8" y="15"/>
                      <a:pt x="9" y="16"/>
                    </a:cubicBezTo>
                    <a:cubicBezTo>
                      <a:pt x="9" y="16"/>
                      <a:pt x="9" y="17"/>
                      <a:pt x="9" y="18"/>
                    </a:cubicBezTo>
                    <a:cubicBezTo>
                      <a:pt x="9" y="20"/>
                      <a:pt x="10" y="21"/>
                      <a:pt x="13" y="21"/>
                    </a:cubicBezTo>
                    <a:cubicBezTo>
                      <a:pt x="14" y="20"/>
                      <a:pt x="15" y="20"/>
                      <a:pt x="15" y="21"/>
                    </a:cubicBezTo>
                    <a:cubicBezTo>
                      <a:pt x="15" y="22"/>
                      <a:pt x="15" y="24"/>
                      <a:pt x="14" y="24"/>
                    </a:cubicBezTo>
                    <a:cubicBezTo>
                      <a:pt x="11" y="26"/>
                      <a:pt x="9" y="24"/>
                      <a:pt x="7" y="23"/>
                    </a:cubicBezTo>
                    <a:cubicBezTo>
                      <a:pt x="4" y="22"/>
                      <a:pt x="5" y="19"/>
                      <a:pt x="5" y="17"/>
                    </a:cubicBezTo>
                    <a:cubicBezTo>
                      <a:pt x="5" y="15"/>
                      <a:pt x="3" y="15"/>
                      <a:pt x="2" y="13"/>
                    </a:cubicBezTo>
                    <a:cubicBezTo>
                      <a:pt x="1" y="12"/>
                      <a:pt x="0" y="10"/>
                      <a:pt x="1" y="8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4"/>
                      <a:pt x="2" y="3"/>
                      <a:pt x="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6" name="Freeform 2236">
                <a:extLst>
                  <a:ext uri="{FF2B5EF4-FFF2-40B4-BE49-F238E27FC236}">
                    <a16:creationId xmlns:a16="http://schemas.microsoft.com/office/drawing/2014/main" id="{99771205-F800-AE40-B916-9270BC4E0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834"/>
                <a:ext cx="2" cy="1"/>
              </a:xfrm>
              <a:custGeom>
                <a:avLst/>
                <a:gdLst>
                  <a:gd name="T0" fmla="*/ 2 w 4"/>
                  <a:gd name="T1" fmla="*/ 0 h 4"/>
                  <a:gd name="T2" fmla="*/ 3 w 4"/>
                  <a:gd name="T3" fmla="*/ 0 h 4"/>
                  <a:gd name="T4" fmla="*/ 4 w 4"/>
                  <a:gd name="T5" fmla="*/ 2 h 4"/>
                  <a:gd name="T6" fmla="*/ 1 w 4"/>
                  <a:gd name="T7" fmla="*/ 3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3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7" name="Freeform 2237">
                <a:extLst>
                  <a:ext uri="{FF2B5EF4-FFF2-40B4-BE49-F238E27FC236}">
                    <a16:creationId xmlns:a16="http://schemas.microsoft.com/office/drawing/2014/main" id="{610743E1-F075-9F4C-96D9-5644FE6B0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838"/>
                <a:ext cx="2" cy="2"/>
              </a:xfrm>
              <a:custGeom>
                <a:avLst/>
                <a:gdLst>
                  <a:gd name="T0" fmla="*/ 1 w 4"/>
                  <a:gd name="T1" fmla="*/ 1 h 7"/>
                  <a:gd name="T2" fmla="*/ 3 w 4"/>
                  <a:gd name="T3" fmla="*/ 1 h 7"/>
                  <a:gd name="T4" fmla="*/ 4 w 4"/>
                  <a:gd name="T5" fmla="*/ 3 h 7"/>
                  <a:gd name="T6" fmla="*/ 1 w 4"/>
                  <a:gd name="T7" fmla="*/ 6 h 7"/>
                  <a:gd name="T8" fmla="*/ 1 w 4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4"/>
                      <a:pt x="3" y="7"/>
                      <a:pt x="1" y="6"/>
                    </a:cubicBezTo>
                    <a:cubicBezTo>
                      <a:pt x="0" y="5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8" name="Freeform 2238">
                <a:extLst>
                  <a:ext uri="{FF2B5EF4-FFF2-40B4-BE49-F238E27FC236}">
                    <a16:creationId xmlns:a16="http://schemas.microsoft.com/office/drawing/2014/main" id="{EBF04D5C-2EF7-B044-B611-6BBE55130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846"/>
                <a:ext cx="4" cy="3"/>
              </a:xfrm>
              <a:custGeom>
                <a:avLst/>
                <a:gdLst>
                  <a:gd name="T0" fmla="*/ 5 w 9"/>
                  <a:gd name="T1" fmla="*/ 0 h 7"/>
                  <a:gd name="T2" fmla="*/ 8 w 9"/>
                  <a:gd name="T3" fmla="*/ 4 h 7"/>
                  <a:gd name="T4" fmla="*/ 1 w 9"/>
                  <a:gd name="T5" fmla="*/ 4 h 7"/>
                  <a:gd name="T6" fmla="*/ 5 w 9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5" y="0"/>
                    </a:moveTo>
                    <a:cubicBezTo>
                      <a:pt x="7" y="0"/>
                      <a:pt x="9" y="2"/>
                      <a:pt x="8" y="4"/>
                    </a:cubicBezTo>
                    <a:cubicBezTo>
                      <a:pt x="7" y="7"/>
                      <a:pt x="2" y="6"/>
                      <a:pt x="1" y="4"/>
                    </a:cubicBezTo>
                    <a:cubicBezTo>
                      <a:pt x="0" y="1"/>
                      <a:pt x="2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9" name="Freeform 2239">
                <a:extLst>
                  <a:ext uri="{FF2B5EF4-FFF2-40B4-BE49-F238E27FC236}">
                    <a16:creationId xmlns:a16="http://schemas.microsoft.com/office/drawing/2014/main" id="{F28E7D5A-F749-294E-8C7D-D2714D656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850"/>
                <a:ext cx="3" cy="2"/>
              </a:xfrm>
              <a:custGeom>
                <a:avLst/>
                <a:gdLst>
                  <a:gd name="T0" fmla="*/ 1 w 7"/>
                  <a:gd name="T1" fmla="*/ 1 h 5"/>
                  <a:gd name="T2" fmla="*/ 4 w 7"/>
                  <a:gd name="T3" fmla="*/ 0 h 5"/>
                  <a:gd name="T4" fmla="*/ 4 w 7"/>
                  <a:gd name="T5" fmla="*/ 4 h 5"/>
                  <a:gd name="T6" fmla="*/ 0 w 7"/>
                  <a:gd name="T7" fmla="*/ 4 h 5"/>
                  <a:gd name="T8" fmla="*/ 1 w 7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7" y="0"/>
                      <a:pt x="6" y="3"/>
                      <a:pt x="4" y="4"/>
                    </a:cubicBezTo>
                    <a:cubicBezTo>
                      <a:pt x="3" y="5"/>
                      <a:pt x="1" y="5"/>
                      <a:pt x="0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0" name="Freeform 2240">
                <a:extLst>
                  <a:ext uri="{FF2B5EF4-FFF2-40B4-BE49-F238E27FC236}">
                    <a16:creationId xmlns:a16="http://schemas.microsoft.com/office/drawing/2014/main" id="{E16C7F44-1322-5B42-88F6-C4EDD86BC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769"/>
                <a:ext cx="5" cy="4"/>
              </a:xfrm>
              <a:custGeom>
                <a:avLst/>
                <a:gdLst>
                  <a:gd name="T0" fmla="*/ 3 w 13"/>
                  <a:gd name="T1" fmla="*/ 0 h 10"/>
                  <a:gd name="T2" fmla="*/ 11 w 13"/>
                  <a:gd name="T3" fmla="*/ 5 h 10"/>
                  <a:gd name="T4" fmla="*/ 13 w 13"/>
                  <a:gd name="T5" fmla="*/ 8 h 10"/>
                  <a:gd name="T6" fmla="*/ 9 w 13"/>
                  <a:gd name="T7" fmla="*/ 9 h 10"/>
                  <a:gd name="T8" fmla="*/ 1 w 13"/>
                  <a:gd name="T9" fmla="*/ 4 h 10"/>
                  <a:gd name="T10" fmla="*/ 3 w 13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0">
                    <a:moveTo>
                      <a:pt x="3" y="0"/>
                    </a:moveTo>
                    <a:cubicBezTo>
                      <a:pt x="6" y="1"/>
                      <a:pt x="8" y="4"/>
                      <a:pt x="11" y="5"/>
                    </a:cubicBezTo>
                    <a:cubicBezTo>
                      <a:pt x="12" y="6"/>
                      <a:pt x="13" y="7"/>
                      <a:pt x="13" y="8"/>
                    </a:cubicBezTo>
                    <a:cubicBezTo>
                      <a:pt x="12" y="10"/>
                      <a:pt x="10" y="9"/>
                      <a:pt x="9" y="9"/>
                    </a:cubicBezTo>
                    <a:cubicBezTo>
                      <a:pt x="5" y="8"/>
                      <a:pt x="2" y="7"/>
                      <a:pt x="1" y="4"/>
                    </a:cubicBezTo>
                    <a:cubicBezTo>
                      <a:pt x="0" y="2"/>
                      <a:pt x="0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1" name="Freeform 2241">
                <a:extLst>
                  <a:ext uri="{FF2B5EF4-FFF2-40B4-BE49-F238E27FC236}">
                    <a16:creationId xmlns:a16="http://schemas.microsoft.com/office/drawing/2014/main" id="{42179725-0357-0747-980B-412DC27FD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764"/>
                <a:ext cx="3" cy="8"/>
              </a:xfrm>
              <a:custGeom>
                <a:avLst/>
                <a:gdLst>
                  <a:gd name="T0" fmla="*/ 1 w 7"/>
                  <a:gd name="T1" fmla="*/ 9 h 20"/>
                  <a:gd name="T2" fmla="*/ 1 w 7"/>
                  <a:gd name="T3" fmla="*/ 6 h 20"/>
                  <a:gd name="T4" fmla="*/ 2 w 7"/>
                  <a:gd name="T5" fmla="*/ 3 h 20"/>
                  <a:gd name="T6" fmla="*/ 5 w 7"/>
                  <a:gd name="T7" fmla="*/ 10 h 20"/>
                  <a:gd name="T8" fmla="*/ 7 w 7"/>
                  <a:gd name="T9" fmla="*/ 17 h 20"/>
                  <a:gd name="T10" fmla="*/ 3 w 7"/>
                  <a:gd name="T11" fmla="*/ 20 h 20"/>
                  <a:gd name="T12" fmla="*/ 0 w 7"/>
                  <a:gd name="T13" fmla="*/ 16 h 20"/>
                  <a:gd name="T14" fmla="*/ 0 w 7"/>
                  <a:gd name="T15" fmla="*/ 13 h 20"/>
                  <a:gd name="T16" fmla="*/ 1 w 7"/>
                  <a:gd name="T17" fmla="*/ 10 h 20"/>
                  <a:gd name="T18" fmla="*/ 1 w 7"/>
                  <a:gd name="T19" fmla="*/ 10 h 20"/>
                  <a:gd name="T20" fmla="*/ 1 w 7"/>
                  <a:gd name="T21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20">
                    <a:moveTo>
                      <a:pt x="1" y="9"/>
                    </a:move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2" y="3"/>
                      <a:pt x="2" y="3"/>
                    </a:cubicBezTo>
                    <a:cubicBezTo>
                      <a:pt x="5" y="0"/>
                      <a:pt x="5" y="9"/>
                      <a:pt x="5" y="10"/>
                    </a:cubicBezTo>
                    <a:cubicBezTo>
                      <a:pt x="5" y="13"/>
                      <a:pt x="7" y="15"/>
                      <a:pt x="7" y="17"/>
                    </a:cubicBezTo>
                    <a:cubicBezTo>
                      <a:pt x="7" y="19"/>
                      <a:pt x="5" y="20"/>
                      <a:pt x="3" y="20"/>
                    </a:cubicBezTo>
                    <a:cubicBezTo>
                      <a:pt x="1" y="20"/>
                      <a:pt x="0" y="17"/>
                      <a:pt x="0" y="16"/>
                    </a:cubicBezTo>
                    <a:cubicBezTo>
                      <a:pt x="0" y="15"/>
                      <a:pt x="0" y="14"/>
                      <a:pt x="0" y="13"/>
                    </a:cubicBezTo>
                    <a:cubicBezTo>
                      <a:pt x="0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2" name="Freeform 2242">
                <a:extLst>
                  <a:ext uri="{FF2B5EF4-FFF2-40B4-BE49-F238E27FC236}">
                    <a16:creationId xmlns:a16="http://schemas.microsoft.com/office/drawing/2014/main" id="{3B6D611C-D877-E142-926C-4443D4803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768"/>
                <a:ext cx="2" cy="3"/>
              </a:xfrm>
              <a:custGeom>
                <a:avLst/>
                <a:gdLst>
                  <a:gd name="T0" fmla="*/ 6 w 6"/>
                  <a:gd name="T1" fmla="*/ 1 h 6"/>
                  <a:gd name="T2" fmla="*/ 6 w 6"/>
                  <a:gd name="T3" fmla="*/ 2 h 6"/>
                  <a:gd name="T4" fmla="*/ 3 w 6"/>
                  <a:gd name="T5" fmla="*/ 6 h 6"/>
                  <a:gd name="T6" fmla="*/ 1 w 6"/>
                  <a:gd name="T7" fmla="*/ 2 h 6"/>
                  <a:gd name="T8" fmla="*/ 6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5" y="6"/>
                      <a:pt x="3" y="6"/>
                    </a:cubicBezTo>
                    <a:cubicBezTo>
                      <a:pt x="2" y="6"/>
                      <a:pt x="0" y="4"/>
                      <a:pt x="1" y="2"/>
                    </a:cubicBezTo>
                    <a:cubicBezTo>
                      <a:pt x="2" y="1"/>
                      <a:pt x="5" y="0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3" name="Freeform 2243">
                <a:extLst>
                  <a:ext uri="{FF2B5EF4-FFF2-40B4-BE49-F238E27FC236}">
                    <a16:creationId xmlns:a16="http://schemas.microsoft.com/office/drawing/2014/main" id="{27959133-C042-0040-BA6D-87219E99A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620"/>
                <a:ext cx="5" cy="9"/>
              </a:xfrm>
              <a:custGeom>
                <a:avLst/>
                <a:gdLst>
                  <a:gd name="T0" fmla="*/ 3 w 14"/>
                  <a:gd name="T1" fmla="*/ 18 h 21"/>
                  <a:gd name="T2" fmla="*/ 2 w 14"/>
                  <a:gd name="T3" fmla="*/ 13 h 21"/>
                  <a:gd name="T4" fmla="*/ 1 w 14"/>
                  <a:gd name="T5" fmla="*/ 8 h 21"/>
                  <a:gd name="T6" fmla="*/ 1 w 14"/>
                  <a:gd name="T7" fmla="*/ 5 h 21"/>
                  <a:gd name="T8" fmla="*/ 0 w 14"/>
                  <a:gd name="T9" fmla="*/ 2 h 21"/>
                  <a:gd name="T10" fmla="*/ 5 w 14"/>
                  <a:gd name="T11" fmla="*/ 2 h 21"/>
                  <a:gd name="T12" fmla="*/ 8 w 14"/>
                  <a:gd name="T13" fmla="*/ 7 h 21"/>
                  <a:gd name="T14" fmla="*/ 11 w 14"/>
                  <a:gd name="T15" fmla="*/ 11 h 21"/>
                  <a:gd name="T16" fmla="*/ 11 w 14"/>
                  <a:gd name="T17" fmla="*/ 12 h 21"/>
                  <a:gd name="T18" fmla="*/ 14 w 14"/>
                  <a:gd name="T19" fmla="*/ 17 h 21"/>
                  <a:gd name="T20" fmla="*/ 12 w 14"/>
                  <a:gd name="T21" fmla="*/ 19 h 21"/>
                  <a:gd name="T22" fmla="*/ 7 w 14"/>
                  <a:gd name="T23" fmla="*/ 20 h 21"/>
                  <a:gd name="T24" fmla="*/ 3 w 14"/>
                  <a:gd name="T2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21">
                    <a:moveTo>
                      <a:pt x="3" y="18"/>
                    </a:moveTo>
                    <a:cubicBezTo>
                      <a:pt x="2" y="17"/>
                      <a:pt x="2" y="15"/>
                      <a:pt x="2" y="13"/>
                    </a:cubicBezTo>
                    <a:cubicBezTo>
                      <a:pt x="2" y="11"/>
                      <a:pt x="1" y="10"/>
                      <a:pt x="1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4" y="1"/>
                      <a:pt x="5" y="2"/>
                    </a:cubicBezTo>
                    <a:cubicBezTo>
                      <a:pt x="6" y="3"/>
                      <a:pt x="6" y="5"/>
                      <a:pt x="8" y="7"/>
                    </a:cubicBezTo>
                    <a:cubicBezTo>
                      <a:pt x="9" y="8"/>
                      <a:pt x="11" y="8"/>
                      <a:pt x="11" y="11"/>
                    </a:cubicBezTo>
                    <a:cubicBezTo>
                      <a:pt x="11" y="11"/>
                      <a:pt x="11" y="12"/>
                      <a:pt x="11" y="12"/>
                    </a:cubicBezTo>
                    <a:cubicBezTo>
                      <a:pt x="12" y="14"/>
                      <a:pt x="13" y="16"/>
                      <a:pt x="14" y="17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10" y="20"/>
                      <a:pt x="8" y="20"/>
                      <a:pt x="7" y="20"/>
                    </a:cubicBezTo>
                    <a:cubicBezTo>
                      <a:pt x="5" y="21"/>
                      <a:pt x="4" y="20"/>
                      <a:pt x="3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4" name="Freeform 2244">
                <a:extLst>
                  <a:ext uri="{FF2B5EF4-FFF2-40B4-BE49-F238E27FC236}">
                    <a16:creationId xmlns:a16="http://schemas.microsoft.com/office/drawing/2014/main" id="{21C91732-DBDB-B449-BC7B-9BB411B02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56"/>
                <a:ext cx="4" cy="6"/>
              </a:xfrm>
              <a:custGeom>
                <a:avLst/>
                <a:gdLst>
                  <a:gd name="T0" fmla="*/ 0 w 10"/>
                  <a:gd name="T1" fmla="*/ 5 h 14"/>
                  <a:gd name="T2" fmla="*/ 4 w 10"/>
                  <a:gd name="T3" fmla="*/ 1 h 14"/>
                  <a:gd name="T4" fmla="*/ 3 w 10"/>
                  <a:gd name="T5" fmla="*/ 11 h 14"/>
                  <a:gd name="T6" fmla="*/ 0 w 10"/>
                  <a:gd name="T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0" y="5"/>
                    </a:moveTo>
                    <a:cubicBezTo>
                      <a:pt x="0" y="3"/>
                      <a:pt x="2" y="2"/>
                      <a:pt x="4" y="1"/>
                    </a:cubicBezTo>
                    <a:cubicBezTo>
                      <a:pt x="10" y="0"/>
                      <a:pt x="10" y="14"/>
                      <a:pt x="3" y="11"/>
                    </a:cubicBezTo>
                    <a:cubicBezTo>
                      <a:pt x="0" y="11"/>
                      <a:pt x="0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5" name="Freeform 2245">
                <a:extLst>
                  <a:ext uri="{FF2B5EF4-FFF2-40B4-BE49-F238E27FC236}">
                    <a16:creationId xmlns:a16="http://schemas.microsoft.com/office/drawing/2014/main" id="{F15A83E2-056F-8F4B-BE52-6C1A3978C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667"/>
                <a:ext cx="3" cy="3"/>
              </a:xfrm>
              <a:custGeom>
                <a:avLst/>
                <a:gdLst>
                  <a:gd name="T0" fmla="*/ 3 w 8"/>
                  <a:gd name="T1" fmla="*/ 1 h 8"/>
                  <a:gd name="T2" fmla="*/ 7 w 8"/>
                  <a:gd name="T3" fmla="*/ 4 h 8"/>
                  <a:gd name="T4" fmla="*/ 6 w 8"/>
                  <a:gd name="T5" fmla="*/ 5 h 8"/>
                  <a:gd name="T6" fmla="*/ 3 w 8"/>
                  <a:gd name="T7" fmla="*/ 8 h 8"/>
                  <a:gd name="T8" fmla="*/ 2 w 8"/>
                  <a:gd name="T9" fmla="*/ 6 h 8"/>
                  <a:gd name="T10" fmla="*/ 3 w 8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4" y="0"/>
                      <a:pt x="8" y="2"/>
                      <a:pt x="7" y="4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6"/>
                      <a:pt x="4" y="8"/>
                      <a:pt x="3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1" y="4"/>
                      <a:pt x="0" y="2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6" name="Freeform 2246">
                <a:extLst>
                  <a:ext uri="{FF2B5EF4-FFF2-40B4-BE49-F238E27FC236}">
                    <a16:creationId xmlns:a16="http://schemas.microsoft.com/office/drawing/2014/main" id="{889A67EC-60C2-704A-B530-93F839577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676"/>
                <a:ext cx="3" cy="2"/>
              </a:xfrm>
              <a:custGeom>
                <a:avLst/>
                <a:gdLst>
                  <a:gd name="T0" fmla="*/ 0 w 7"/>
                  <a:gd name="T1" fmla="*/ 1 h 6"/>
                  <a:gd name="T2" fmla="*/ 3 w 7"/>
                  <a:gd name="T3" fmla="*/ 0 h 6"/>
                  <a:gd name="T4" fmla="*/ 6 w 7"/>
                  <a:gd name="T5" fmla="*/ 4 h 6"/>
                  <a:gd name="T6" fmla="*/ 3 w 7"/>
                  <a:gd name="T7" fmla="*/ 6 h 6"/>
                  <a:gd name="T8" fmla="*/ 1 w 7"/>
                  <a:gd name="T9" fmla="*/ 5 h 6"/>
                  <a:gd name="T10" fmla="*/ 0 w 7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6" y="3"/>
                      <a:pt x="6" y="4"/>
                    </a:cubicBezTo>
                    <a:cubicBezTo>
                      <a:pt x="7" y="6"/>
                      <a:pt x="5" y="6"/>
                      <a:pt x="3" y="6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7" name="Freeform 2247">
                <a:extLst>
                  <a:ext uri="{FF2B5EF4-FFF2-40B4-BE49-F238E27FC236}">
                    <a16:creationId xmlns:a16="http://schemas.microsoft.com/office/drawing/2014/main" id="{A7FFFFDC-7066-3742-8040-4FFF1E2A0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678"/>
                <a:ext cx="9" cy="9"/>
              </a:xfrm>
              <a:custGeom>
                <a:avLst/>
                <a:gdLst>
                  <a:gd name="T0" fmla="*/ 0 w 23"/>
                  <a:gd name="T1" fmla="*/ 22 h 23"/>
                  <a:gd name="T2" fmla="*/ 11 w 23"/>
                  <a:gd name="T3" fmla="*/ 9 h 23"/>
                  <a:gd name="T4" fmla="*/ 21 w 23"/>
                  <a:gd name="T5" fmla="*/ 4 h 23"/>
                  <a:gd name="T6" fmla="*/ 18 w 23"/>
                  <a:gd name="T7" fmla="*/ 10 h 23"/>
                  <a:gd name="T8" fmla="*/ 8 w 23"/>
                  <a:gd name="T9" fmla="*/ 18 h 23"/>
                  <a:gd name="T10" fmla="*/ 4 w 23"/>
                  <a:gd name="T11" fmla="*/ 20 h 23"/>
                  <a:gd name="T12" fmla="*/ 0 w 23"/>
                  <a:gd name="T13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3">
                    <a:moveTo>
                      <a:pt x="0" y="22"/>
                    </a:moveTo>
                    <a:cubicBezTo>
                      <a:pt x="1" y="16"/>
                      <a:pt x="7" y="12"/>
                      <a:pt x="11" y="9"/>
                    </a:cubicBezTo>
                    <a:cubicBezTo>
                      <a:pt x="13" y="8"/>
                      <a:pt x="20" y="0"/>
                      <a:pt x="21" y="4"/>
                    </a:cubicBezTo>
                    <a:cubicBezTo>
                      <a:pt x="23" y="6"/>
                      <a:pt x="19" y="8"/>
                      <a:pt x="18" y="10"/>
                    </a:cubicBezTo>
                    <a:cubicBezTo>
                      <a:pt x="15" y="12"/>
                      <a:pt x="12" y="16"/>
                      <a:pt x="8" y="18"/>
                    </a:cubicBezTo>
                    <a:cubicBezTo>
                      <a:pt x="7" y="18"/>
                      <a:pt x="6" y="19"/>
                      <a:pt x="4" y="20"/>
                    </a:cubicBezTo>
                    <a:cubicBezTo>
                      <a:pt x="4" y="20"/>
                      <a:pt x="0" y="23"/>
                      <a:pt x="0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8" name="Freeform 2248">
                <a:extLst>
                  <a:ext uri="{FF2B5EF4-FFF2-40B4-BE49-F238E27FC236}">
                    <a16:creationId xmlns:a16="http://schemas.microsoft.com/office/drawing/2014/main" id="{52FDA66E-B9DD-7745-B66A-2F549E3AF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679"/>
                <a:ext cx="6" cy="7"/>
              </a:xfrm>
              <a:custGeom>
                <a:avLst/>
                <a:gdLst>
                  <a:gd name="T0" fmla="*/ 0 w 15"/>
                  <a:gd name="T1" fmla="*/ 15 h 16"/>
                  <a:gd name="T2" fmla="*/ 4 w 15"/>
                  <a:gd name="T3" fmla="*/ 9 h 16"/>
                  <a:gd name="T4" fmla="*/ 8 w 15"/>
                  <a:gd name="T5" fmla="*/ 6 h 16"/>
                  <a:gd name="T6" fmla="*/ 9 w 15"/>
                  <a:gd name="T7" fmla="*/ 3 h 16"/>
                  <a:gd name="T8" fmla="*/ 14 w 15"/>
                  <a:gd name="T9" fmla="*/ 4 h 16"/>
                  <a:gd name="T10" fmla="*/ 10 w 15"/>
                  <a:gd name="T11" fmla="*/ 8 h 16"/>
                  <a:gd name="T12" fmla="*/ 4 w 15"/>
                  <a:gd name="T13" fmla="*/ 13 h 16"/>
                  <a:gd name="T14" fmla="*/ 0 w 15"/>
                  <a:gd name="T15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6">
                    <a:moveTo>
                      <a:pt x="0" y="15"/>
                    </a:moveTo>
                    <a:cubicBezTo>
                      <a:pt x="0" y="12"/>
                      <a:pt x="2" y="11"/>
                      <a:pt x="4" y="9"/>
                    </a:cubicBezTo>
                    <a:cubicBezTo>
                      <a:pt x="5" y="8"/>
                      <a:pt x="7" y="8"/>
                      <a:pt x="8" y="6"/>
                    </a:cubicBezTo>
                    <a:cubicBezTo>
                      <a:pt x="8" y="6"/>
                      <a:pt x="9" y="4"/>
                      <a:pt x="9" y="3"/>
                    </a:cubicBezTo>
                    <a:cubicBezTo>
                      <a:pt x="10" y="2"/>
                      <a:pt x="15" y="0"/>
                      <a:pt x="14" y="4"/>
                    </a:cubicBezTo>
                    <a:cubicBezTo>
                      <a:pt x="14" y="6"/>
                      <a:pt x="11" y="7"/>
                      <a:pt x="10" y="8"/>
                    </a:cubicBezTo>
                    <a:cubicBezTo>
                      <a:pt x="8" y="10"/>
                      <a:pt x="6" y="11"/>
                      <a:pt x="4" y="13"/>
                    </a:cubicBezTo>
                    <a:cubicBezTo>
                      <a:pt x="3" y="14"/>
                      <a:pt x="2" y="16"/>
                      <a:pt x="0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9" name="Freeform 2249">
                <a:extLst>
                  <a:ext uri="{FF2B5EF4-FFF2-40B4-BE49-F238E27FC236}">
                    <a16:creationId xmlns:a16="http://schemas.microsoft.com/office/drawing/2014/main" id="{4C56257A-1683-1A4C-9C6C-4E9FFCA3A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686"/>
                <a:ext cx="3" cy="2"/>
              </a:xfrm>
              <a:custGeom>
                <a:avLst/>
                <a:gdLst>
                  <a:gd name="T0" fmla="*/ 4 w 7"/>
                  <a:gd name="T1" fmla="*/ 0 h 4"/>
                  <a:gd name="T2" fmla="*/ 6 w 7"/>
                  <a:gd name="T3" fmla="*/ 2 h 4"/>
                  <a:gd name="T4" fmla="*/ 3 w 7"/>
                  <a:gd name="T5" fmla="*/ 3 h 4"/>
                  <a:gd name="T6" fmla="*/ 4 w 7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5" y="0"/>
                      <a:pt x="6" y="1"/>
                      <a:pt x="6" y="2"/>
                    </a:cubicBezTo>
                    <a:cubicBezTo>
                      <a:pt x="7" y="4"/>
                      <a:pt x="5" y="4"/>
                      <a:pt x="3" y="3"/>
                    </a:cubicBezTo>
                    <a:cubicBezTo>
                      <a:pt x="0" y="3"/>
                      <a:pt x="1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0" name="Freeform 2250">
                <a:extLst>
                  <a:ext uri="{FF2B5EF4-FFF2-40B4-BE49-F238E27FC236}">
                    <a16:creationId xmlns:a16="http://schemas.microsoft.com/office/drawing/2014/main" id="{14C6D21D-3DC9-3745-9B8A-C7425D6B4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703"/>
                <a:ext cx="5" cy="6"/>
              </a:xfrm>
              <a:custGeom>
                <a:avLst/>
                <a:gdLst>
                  <a:gd name="T0" fmla="*/ 3 w 11"/>
                  <a:gd name="T1" fmla="*/ 13 h 15"/>
                  <a:gd name="T2" fmla="*/ 2 w 11"/>
                  <a:gd name="T3" fmla="*/ 8 h 15"/>
                  <a:gd name="T4" fmla="*/ 3 w 11"/>
                  <a:gd name="T5" fmla="*/ 1 h 15"/>
                  <a:gd name="T6" fmla="*/ 8 w 11"/>
                  <a:gd name="T7" fmla="*/ 0 h 15"/>
                  <a:gd name="T8" fmla="*/ 11 w 11"/>
                  <a:gd name="T9" fmla="*/ 1 h 15"/>
                  <a:gd name="T10" fmla="*/ 9 w 11"/>
                  <a:gd name="T11" fmla="*/ 5 h 15"/>
                  <a:gd name="T12" fmla="*/ 5 w 11"/>
                  <a:gd name="T13" fmla="*/ 9 h 15"/>
                  <a:gd name="T14" fmla="*/ 3 w 11"/>
                  <a:gd name="T15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5">
                    <a:moveTo>
                      <a:pt x="3" y="13"/>
                    </a:moveTo>
                    <a:cubicBezTo>
                      <a:pt x="0" y="15"/>
                      <a:pt x="2" y="9"/>
                      <a:pt x="2" y="8"/>
                    </a:cubicBezTo>
                    <a:cubicBezTo>
                      <a:pt x="2" y="6"/>
                      <a:pt x="1" y="2"/>
                      <a:pt x="3" y="1"/>
                    </a:cubicBezTo>
                    <a:cubicBezTo>
                      <a:pt x="4" y="0"/>
                      <a:pt x="6" y="1"/>
                      <a:pt x="8" y="0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7" y="6"/>
                      <a:pt x="6" y="8"/>
                      <a:pt x="5" y="9"/>
                    </a:cubicBezTo>
                    <a:cubicBezTo>
                      <a:pt x="4" y="10"/>
                      <a:pt x="4" y="13"/>
                      <a:pt x="3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1" name="Freeform 2251">
                <a:extLst>
                  <a:ext uri="{FF2B5EF4-FFF2-40B4-BE49-F238E27FC236}">
                    <a16:creationId xmlns:a16="http://schemas.microsoft.com/office/drawing/2014/main" id="{6D2A48F8-D5B1-5044-8AC0-426B1C8C6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699"/>
                <a:ext cx="5" cy="3"/>
              </a:xfrm>
              <a:custGeom>
                <a:avLst/>
                <a:gdLst>
                  <a:gd name="T0" fmla="*/ 4 w 12"/>
                  <a:gd name="T1" fmla="*/ 8 h 8"/>
                  <a:gd name="T2" fmla="*/ 3 w 12"/>
                  <a:gd name="T3" fmla="*/ 8 h 8"/>
                  <a:gd name="T4" fmla="*/ 2 w 12"/>
                  <a:gd name="T5" fmla="*/ 8 h 8"/>
                  <a:gd name="T6" fmla="*/ 1 w 12"/>
                  <a:gd name="T7" fmla="*/ 8 h 8"/>
                  <a:gd name="T8" fmla="*/ 0 w 12"/>
                  <a:gd name="T9" fmla="*/ 6 h 8"/>
                  <a:gd name="T10" fmla="*/ 4 w 12"/>
                  <a:gd name="T11" fmla="*/ 3 h 8"/>
                  <a:gd name="T12" fmla="*/ 9 w 12"/>
                  <a:gd name="T13" fmla="*/ 0 h 8"/>
                  <a:gd name="T14" fmla="*/ 10 w 12"/>
                  <a:gd name="T15" fmla="*/ 4 h 8"/>
                  <a:gd name="T16" fmla="*/ 8 w 12"/>
                  <a:gd name="T17" fmla="*/ 6 h 8"/>
                  <a:gd name="T18" fmla="*/ 4 w 12"/>
                  <a:gd name="T1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8">
                    <a:moveTo>
                      <a:pt x="4" y="8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3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0" y="8"/>
                      <a:pt x="0" y="8"/>
                      <a:pt x="0" y="6"/>
                    </a:cubicBezTo>
                    <a:cubicBezTo>
                      <a:pt x="0" y="4"/>
                      <a:pt x="2" y="4"/>
                      <a:pt x="4" y="3"/>
                    </a:cubicBezTo>
                    <a:cubicBezTo>
                      <a:pt x="6" y="2"/>
                      <a:pt x="7" y="0"/>
                      <a:pt x="9" y="0"/>
                    </a:cubicBezTo>
                    <a:cubicBezTo>
                      <a:pt x="11" y="0"/>
                      <a:pt x="12" y="3"/>
                      <a:pt x="10" y="4"/>
                    </a:cubicBezTo>
                    <a:cubicBezTo>
                      <a:pt x="10" y="5"/>
                      <a:pt x="9" y="5"/>
                      <a:pt x="8" y="6"/>
                    </a:cubicBezTo>
                    <a:cubicBezTo>
                      <a:pt x="7" y="7"/>
                      <a:pt x="5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2" name="Freeform 2252">
                <a:extLst>
                  <a:ext uri="{FF2B5EF4-FFF2-40B4-BE49-F238E27FC236}">
                    <a16:creationId xmlns:a16="http://schemas.microsoft.com/office/drawing/2014/main" id="{516A61B5-71F4-A444-9274-D5F42CD84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688"/>
                <a:ext cx="6" cy="4"/>
              </a:xfrm>
              <a:custGeom>
                <a:avLst/>
                <a:gdLst>
                  <a:gd name="T0" fmla="*/ 4 w 14"/>
                  <a:gd name="T1" fmla="*/ 4 h 10"/>
                  <a:gd name="T2" fmla="*/ 6 w 14"/>
                  <a:gd name="T3" fmla="*/ 2 h 10"/>
                  <a:gd name="T4" fmla="*/ 11 w 14"/>
                  <a:gd name="T5" fmla="*/ 1 h 10"/>
                  <a:gd name="T6" fmla="*/ 5 w 14"/>
                  <a:gd name="T7" fmla="*/ 9 h 10"/>
                  <a:gd name="T8" fmla="*/ 1 w 14"/>
                  <a:gd name="T9" fmla="*/ 8 h 10"/>
                  <a:gd name="T10" fmla="*/ 4 w 14"/>
                  <a:gd name="T1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4" y="4"/>
                    </a:moveTo>
                    <a:cubicBezTo>
                      <a:pt x="5" y="4"/>
                      <a:pt x="5" y="3"/>
                      <a:pt x="6" y="2"/>
                    </a:cubicBezTo>
                    <a:cubicBezTo>
                      <a:pt x="7" y="1"/>
                      <a:pt x="9" y="0"/>
                      <a:pt x="11" y="1"/>
                    </a:cubicBezTo>
                    <a:cubicBezTo>
                      <a:pt x="14" y="4"/>
                      <a:pt x="8" y="9"/>
                      <a:pt x="5" y="9"/>
                    </a:cubicBezTo>
                    <a:cubicBezTo>
                      <a:pt x="4" y="10"/>
                      <a:pt x="1" y="10"/>
                      <a:pt x="1" y="8"/>
                    </a:cubicBezTo>
                    <a:cubicBezTo>
                      <a:pt x="0" y="7"/>
                      <a:pt x="3" y="5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3" name="Freeform 2253">
                <a:extLst>
                  <a:ext uri="{FF2B5EF4-FFF2-40B4-BE49-F238E27FC236}">
                    <a16:creationId xmlns:a16="http://schemas.microsoft.com/office/drawing/2014/main" id="{C32C2E21-0CBC-C044-B95F-ECFDB5B4B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690"/>
                <a:ext cx="6" cy="6"/>
              </a:xfrm>
              <a:custGeom>
                <a:avLst/>
                <a:gdLst>
                  <a:gd name="T0" fmla="*/ 5 w 15"/>
                  <a:gd name="T1" fmla="*/ 14 h 15"/>
                  <a:gd name="T2" fmla="*/ 2 w 15"/>
                  <a:gd name="T3" fmla="*/ 15 h 15"/>
                  <a:gd name="T4" fmla="*/ 1 w 15"/>
                  <a:gd name="T5" fmla="*/ 9 h 15"/>
                  <a:gd name="T6" fmla="*/ 2 w 15"/>
                  <a:gd name="T7" fmla="*/ 6 h 15"/>
                  <a:gd name="T8" fmla="*/ 5 w 15"/>
                  <a:gd name="T9" fmla="*/ 4 h 15"/>
                  <a:gd name="T10" fmla="*/ 7 w 15"/>
                  <a:gd name="T11" fmla="*/ 2 h 15"/>
                  <a:gd name="T12" fmla="*/ 9 w 15"/>
                  <a:gd name="T13" fmla="*/ 1 h 15"/>
                  <a:gd name="T14" fmla="*/ 13 w 15"/>
                  <a:gd name="T15" fmla="*/ 3 h 15"/>
                  <a:gd name="T16" fmla="*/ 5 w 15"/>
                  <a:gd name="T1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4"/>
                    </a:moveTo>
                    <a:cubicBezTo>
                      <a:pt x="5" y="15"/>
                      <a:pt x="3" y="15"/>
                      <a:pt x="2" y="15"/>
                    </a:cubicBezTo>
                    <a:cubicBezTo>
                      <a:pt x="1" y="14"/>
                      <a:pt x="1" y="11"/>
                      <a:pt x="1" y="9"/>
                    </a:cubicBezTo>
                    <a:cubicBezTo>
                      <a:pt x="1" y="8"/>
                      <a:pt x="0" y="7"/>
                      <a:pt x="2" y="6"/>
                    </a:cubicBezTo>
                    <a:cubicBezTo>
                      <a:pt x="2" y="5"/>
                      <a:pt x="3" y="5"/>
                      <a:pt x="5" y="4"/>
                    </a:cubicBezTo>
                    <a:cubicBezTo>
                      <a:pt x="5" y="3"/>
                      <a:pt x="6" y="3"/>
                      <a:pt x="7" y="2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10" y="0"/>
                      <a:pt x="15" y="1"/>
                      <a:pt x="13" y="3"/>
                    </a:cubicBezTo>
                    <a:cubicBezTo>
                      <a:pt x="10" y="7"/>
                      <a:pt x="8" y="10"/>
                      <a:pt x="5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4" name="Freeform 2254">
                <a:extLst>
                  <a:ext uri="{FF2B5EF4-FFF2-40B4-BE49-F238E27FC236}">
                    <a16:creationId xmlns:a16="http://schemas.microsoft.com/office/drawing/2014/main" id="{75FABB84-3DB7-7C46-A1CE-3855DB0A3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701"/>
                <a:ext cx="5" cy="3"/>
              </a:xfrm>
              <a:custGeom>
                <a:avLst/>
                <a:gdLst>
                  <a:gd name="T0" fmla="*/ 1 w 12"/>
                  <a:gd name="T1" fmla="*/ 7 h 7"/>
                  <a:gd name="T2" fmla="*/ 0 w 12"/>
                  <a:gd name="T3" fmla="*/ 5 h 7"/>
                  <a:gd name="T4" fmla="*/ 3 w 12"/>
                  <a:gd name="T5" fmla="*/ 0 h 7"/>
                  <a:gd name="T6" fmla="*/ 9 w 12"/>
                  <a:gd name="T7" fmla="*/ 0 h 7"/>
                  <a:gd name="T8" fmla="*/ 11 w 12"/>
                  <a:gd name="T9" fmla="*/ 3 h 7"/>
                  <a:gd name="T10" fmla="*/ 6 w 12"/>
                  <a:gd name="T11" fmla="*/ 6 h 7"/>
                  <a:gd name="T12" fmla="*/ 1 w 12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" y="7"/>
                    </a:moveTo>
                    <a:cubicBezTo>
                      <a:pt x="0" y="7"/>
                      <a:pt x="0" y="6"/>
                      <a:pt x="0" y="5"/>
                    </a:cubicBezTo>
                    <a:cubicBezTo>
                      <a:pt x="0" y="3"/>
                      <a:pt x="1" y="0"/>
                      <a:pt x="3" y="0"/>
                    </a:cubicBezTo>
                    <a:cubicBezTo>
                      <a:pt x="5" y="0"/>
                      <a:pt x="7" y="0"/>
                      <a:pt x="9" y="0"/>
                    </a:cubicBezTo>
                    <a:cubicBezTo>
                      <a:pt x="11" y="0"/>
                      <a:pt x="12" y="1"/>
                      <a:pt x="11" y="3"/>
                    </a:cubicBezTo>
                    <a:cubicBezTo>
                      <a:pt x="10" y="4"/>
                      <a:pt x="8" y="5"/>
                      <a:pt x="6" y="6"/>
                    </a:cubicBezTo>
                    <a:cubicBezTo>
                      <a:pt x="5" y="6"/>
                      <a:pt x="3" y="7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5" name="Freeform 2255">
                <a:extLst>
                  <a:ext uri="{FF2B5EF4-FFF2-40B4-BE49-F238E27FC236}">
                    <a16:creationId xmlns:a16="http://schemas.microsoft.com/office/drawing/2014/main" id="{908F34A1-8229-304C-AEDF-9C36B5297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691"/>
                <a:ext cx="7" cy="13"/>
              </a:xfrm>
              <a:custGeom>
                <a:avLst/>
                <a:gdLst>
                  <a:gd name="T0" fmla="*/ 2 w 17"/>
                  <a:gd name="T1" fmla="*/ 29 h 33"/>
                  <a:gd name="T2" fmla="*/ 1 w 17"/>
                  <a:gd name="T3" fmla="*/ 22 h 33"/>
                  <a:gd name="T4" fmla="*/ 1 w 17"/>
                  <a:gd name="T5" fmla="*/ 14 h 33"/>
                  <a:gd name="T6" fmla="*/ 4 w 17"/>
                  <a:gd name="T7" fmla="*/ 11 h 33"/>
                  <a:gd name="T8" fmla="*/ 5 w 17"/>
                  <a:gd name="T9" fmla="*/ 8 h 33"/>
                  <a:gd name="T10" fmla="*/ 9 w 17"/>
                  <a:gd name="T11" fmla="*/ 5 h 33"/>
                  <a:gd name="T12" fmla="*/ 16 w 17"/>
                  <a:gd name="T13" fmla="*/ 11 h 33"/>
                  <a:gd name="T14" fmla="*/ 11 w 17"/>
                  <a:gd name="T15" fmla="*/ 16 h 33"/>
                  <a:gd name="T16" fmla="*/ 12 w 17"/>
                  <a:gd name="T17" fmla="*/ 20 h 33"/>
                  <a:gd name="T18" fmla="*/ 10 w 17"/>
                  <a:gd name="T19" fmla="*/ 22 h 33"/>
                  <a:gd name="T20" fmla="*/ 8 w 17"/>
                  <a:gd name="T21" fmla="*/ 26 h 33"/>
                  <a:gd name="T22" fmla="*/ 7 w 17"/>
                  <a:gd name="T23" fmla="*/ 32 h 33"/>
                  <a:gd name="T24" fmla="*/ 2 w 17"/>
                  <a:gd name="T2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33">
                    <a:moveTo>
                      <a:pt x="2" y="29"/>
                    </a:moveTo>
                    <a:cubicBezTo>
                      <a:pt x="1" y="26"/>
                      <a:pt x="2" y="24"/>
                      <a:pt x="1" y="22"/>
                    </a:cubicBezTo>
                    <a:cubicBezTo>
                      <a:pt x="1" y="19"/>
                      <a:pt x="0" y="16"/>
                      <a:pt x="1" y="14"/>
                    </a:cubicBezTo>
                    <a:cubicBezTo>
                      <a:pt x="1" y="13"/>
                      <a:pt x="3" y="12"/>
                      <a:pt x="4" y="11"/>
                    </a:cubicBezTo>
                    <a:cubicBezTo>
                      <a:pt x="5" y="10"/>
                      <a:pt x="5" y="10"/>
                      <a:pt x="5" y="8"/>
                    </a:cubicBezTo>
                    <a:cubicBezTo>
                      <a:pt x="6" y="7"/>
                      <a:pt x="8" y="6"/>
                      <a:pt x="9" y="5"/>
                    </a:cubicBezTo>
                    <a:cubicBezTo>
                      <a:pt x="13" y="0"/>
                      <a:pt x="17" y="7"/>
                      <a:pt x="16" y="11"/>
                    </a:cubicBezTo>
                    <a:cubicBezTo>
                      <a:pt x="15" y="14"/>
                      <a:pt x="11" y="13"/>
                      <a:pt x="11" y="16"/>
                    </a:cubicBezTo>
                    <a:cubicBezTo>
                      <a:pt x="11" y="18"/>
                      <a:pt x="13" y="19"/>
                      <a:pt x="12" y="20"/>
                    </a:cubicBezTo>
                    <a:cubicBezTo>
                      <a:pt x="11" y="21"/>
                      <a:pt x="10" y="21"/>
                      <a:pt x="10" y="22"/>
                    </a:cubicBezTo>
                    <a:cubicBezTo>
                      <a:pt x="9" y="23"/>
                      <a:pt x="8" y="25"/>
                      <a:pt x="8" y="26"/>
                    </a:cubicBezTo>
                    <a:cubicBezTo>
                      <a:pt x="9" y="28"/>
                      <a:pt x="9" y="31"/>
                      <a:pt x="7" y="32"/>
                    </a:cubicBezTo>
                    <a:cubicBezTo>
                      <a:pt x="5" y="33"/>
                      <a:pt x="2" y="31"/>
                      <a:pt x="2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6" name="Freeform 2256">
                <a:extLst>
                  <a:ext uri="{FF2B5EF4-FFF2-40B4-BE49-F238E27FC236}">
                    <a16:creationId xmlns:a16="http://schemas.microsoft.com/office/drawing/2014/main" id="{4D711CCB-B7C5-C84B-BC60-33708A71F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709"/>
                <a:ext cx="6" cy="7"/>
              </a:xfrm>
              <a:custGeom>
                <a:avLst/>
                <a:gdLst>
                  <a:gd name="T0" fmla="*/ 4 w 15"/>
                  <a:gd name="T1" fmla="*/ 5 h 18"/>
                  <a:gd name="T2" fmla="*/ 3 w 15"/>
                  <a:gd name="T3" fmla="*/ 4 h 18"/>
                  <a:gd name="T4" fmla="*/ 2 w 15"/>
                  <a:gd name="T5" fmla="*/ 1 h 18"/>
                  <a:gd name="T6" fmla="*/ 11 w 15"/>
                  <a:gd name="T7" fmla="*/ 5 h 18"/>
                  <a:gd name="T8" fmla="*/ 14 w 15"/>
                  <a:gd name="T9" fmla="*/ 9 h 18"/>
                  <a:gd name="T10" fmla="*/ 13 w 15"/>
                  <a:gd name="T11" fmla="*/ 15 h 18"/>
                  <a:gd name="T12" fmla="*/ 8 w 15"/>
                  <a:gd name="T13" fmla="*/ 14 h 18"/>
                  <a:gd name="T14" fmla="*/ 7 w 15"/>
                  <a:gd name="T15" fmla="*/ 10 h 18"/>
                  <a:gd name="T16" fmla="*/ 4 w 15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4" y="5"/>
                    </a:moveTo>
                    <a:cubicBezTo>
                      <a:pt x="4" y="5"/>
                      <a:pt x="3" y="5"/>
                      <a:pt x="3" y="4"/>
                    </a:cubicBezTo>
                    <a:cubicBezTo>
                      <a:pt x="2" y="4"/>
                      <a:pt x="0" y="2"/>
                      <a:pt x="2" y="1"/>
                    </a:cubicBezTo>
                    <a:cubicBezTo>
                      <a:pt x="4" y="0"/>
                      <a:pt x="9" y="4"/>
                      <a:pt x="11" y="5"/>
                    </a:cubicBezTo>
                    <a:cubicBezTo>
                      <a:pt x="13" y="6"/>
                      <a:pt x="14" y="7"/>
                      <a:pt x="14" y="9"/>
                    </a:cubicBezTo>
                    <a:cubicBezTo>
                      <a:pt x="15" y="11"/>
                      <a:pt x="14" y="13"/>
                      <a:pt x="13" y="15"/>
                    </a:cubicBezTo>
                    <a:cubicBezTo>
                      <a:pt x="12" y="18"/>
                      <a:pt x="9" y="16"/>
                      <a:pt x="8" y="14"/>
                    </a:cubicBezTo>
                    <a:cubicBezTo>
                      <a:pt x="7" y="13"/>
                      <a:pt x="7" y="11"/>
                      <a:pt x="7" y="10"/>
                    </a:cubicBezTo>
                    <a:cubicBezTo>
                      <a:pt x="6" y="8"/>
                      <a:pt x="5" y="7"/>
                      <a:pt x="4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7" name="Freeform 2257">
                <a:extLst>
                  <a:ext uri="{FF2B5EF4-FFF2-40B4-BE49-F238E27FC236}">
                    <a16:creationId xmlns:a16="http://schemas.microsoft.com/office/drawing/2014/main" id="{5E806AAE-61F8-F642-84C3-54ACA6419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704"/>
                <a:ext cx="3" cy="3"/>
              </a:xfrm>
              <a:custGeom>
                <a:avLst/>
                <a:gdLst>
                  <a:gd name="T0" fmla="*/ 4 w 8"/>
                  <a:gd name="T1" fmla="*/ 1 h 8"/>
                  <a:gd name="T2" fmla="*/ 3 w 8"/>
                  <a:gd name="T3" fmla="*/ 7 h 8"/>
                  <a:gd name="T4" fmla="*/ 4 w 8"/>
                  <a:gd name="T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4" y="1"/>
                    </a:moveTo>
                    <a:cubicBezTo>
                      <a:pt x="8" y="2"/>
                      <a:pt x="7" y="8"/>
                      <a:pt x="3" y="7"/>
                    </a:cubicBezTo>
                    <a:cubicBezTo>
                      <a:pt x="0" y="6"/>
                      <a:pt x="0" y="0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8" name="Freeform 2258">
                <a:extLst>
                  <a:ext uri="{FF2B5EF4-FFF2-40B4-BE49-F238E27FC236}">
                    <a16:creationId xmlns:a16="http://schemas.microsoft.com/office/drawing/2014/main" id="{CB878892-92D0-904C-A127-B5AC140FA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709"/>
                <a:ext cx="4" cy="2"/>
              </a:xfrm>
              <a:custGeom>
                <a:avLst/>
                <a:gdLst>
                  <a:gd name="T0" fmla="*/ 1 w 9"/>
                  <a:gd name="T1" fmla="*/ 3 h 6"/>
                  <a:gd name="T2" fmla="*/ 4 w 9"/>
                  <a:gd name="T3" fmla="*/ 1 h 6"/>
                  <a:gd name="T4" fmla="*/ 9 w 9"/>
                  <a:gd name="T5" fmla="*/ 3 h 6"/>
                  <a:gd name="T6" fmla="*/ 5 w 9"/>
                  <a:gd name="T7" fmla="*/ 5 h 6"/>
                  <a:gd name="T8" fmla="*/ 1 w 9"/>
                  <a:gd name="T9" fmla="*/ 5 h 6"/>
                  <a:gd name="T10" fmla="*/ 2 w 9"/>
                  <a:gd name="T11" fmla="*/ 5 h 6"/>
                  <a:gd name="T12" fmla="*/ 1 w 9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1" y="3"/>
                    </a:moveTo>
                    <a:cubicBezTo>
                      <a:pt x="1" y="2"/>
                      <a:pt x="3" y="1"/>
                      <a:pt x="4" y="1"/>
                    </a:cubicBezTo>
                    <a:cubicBezTo>
                      <a:pt x="6" y="1"/>
                      <a:pt x="9" y="0"/>
                      <a:pt x="9" y="3"/>
                    </a:cubicBezTo>
                    <a:cubicBezTo>
                      <a:pt x="9" y="4"/>
                      <a:pt x="6" y="4"/>
                      <a:pt x="5" y="5"/>
                    </a:cubicBezTo>
                    <a:cubicBezTo>
                      <a:pt x="3" y="5"/>
                      <a:pt x="3" y="6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0" y="3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9" name="Freeform 2259">
                <a:extLst>
                  <a:ext uri="{FF2B5EF4-FFF2-40B4-BE49-F238E27FC236}">
                    <a16:creationId xmlns:a16="http://schemas.microsoft.com/office/drawing/2014/main" id="{ED211916-3E83-D74E-B356-8CF130210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706"/>
                <a:ext cx="2" cy="2"/>
              </a:xfrm>
              <a:custGeom>
                <a:avLst/>
                <a:gdLst>
                  <a:gd name="T0" fmla="*/ 3 w 7"/>
                  <a:gd name="T1" fmla="*/ 1 h 5"/>
                  <a:gd name="T2" fmla="*/ 6 w 7"/>
                  <a:gd name="T3" fmla="*/ 3 h 5"/>
                  <a:gd name="T4" fmla="*/ 2 w 7"/>
                  <a:gd name="T5" fmla="*/ 5 h 5"/>
                  <a:gd name="T6" fmla="*/ 0 w 7"/>
                  <a:gd name="T7" fmla="*/ 3 h 5"/>
                  <a:gd name="T8" fmla="*/ 3 w 7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3" y="1"/>
                    </a:moveTo>
                    <a:cubicBezTo>
                      <a:pt x="4" y="1"/>
                      <a:pt x="7" y="1"/>
                      <a:pt x="6" y="3"/>
                    </a:cubicBezTo>
                    <a:cubicBezTo>
                      <a:pt x="6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0"/>
                      <a:pt x="2" y="0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0" name="Freeform 2260">
                <a:extLst>
                  <a:ext uri="{FF2B5EF4-FFF2-40B4-BE49-F238E27FC236}">
                    <a16:creationId xmlns:a16="http://schemas.microsoft.com/office/drawing/2014/main" id="{AC324D33-0167-B641-83AE-3A76B542B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710"/>
                <a:ext cx="8" cy="5"/>
              </a:xfrm>
              <a:custGeom>
                <a:avLst/>
                <a:gdLst>
                  <a:gd name="T0" fmla="*/ 3 w 19"/>
                  <a:gd name="T1" fmla="*/ 8 h 11"/>
                  <a:gd name="T2" fmla="*/ 1 w 19"/>
                  <a:gd name="T3" fmla="*/ 1 h 11"/>
                  <a:gd name="T4" fmla="*/ 5 w 19"/>
                  <a:gd name="T5" fmla="*/ 0 h 11"/>
                  <a:gd name="T6" fmla="*/ 9 w 19"/>
                  <a:gd name="T7" fmla="*/ 1 h 11"/>
                  <a:gd name="T8" fmla="*/ 13 w 19"/>
                  <a:gd name="T9" fmla="*/ 1 h 11"/>
                  <a:gd name="T10" fmla="*/ 17 w 19"/>
                  <a:gd name="T11" fmla="*/ 1 h 11"/>
                  <a:gd name="T12" fmla="*/ 17 w 19"/>
                  <a:gd name="T13" fmla="*/ 8 h 11"/>
                  <a:gd name="T14" fmla="*/ 9 w 19"/>
                  <a:gd name="T15" fmla="*/ 10 h 11"/>
                  <a:gd name="T16" fmla="*/ 3 w 19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1">
                    <a:moveTo>
                      <a:pt x="3" y="8"/>
                    </a:moveTo>
                    <a:cubicBezTo>
                      <a:pt x="2" y="7"/>
                      <a:pt x="0" y="3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7" y="0"/>
                      <a:pt x="9" y="1"/>
                    </a:cubicBezTo>
                    <a:cubicBezTo>
                      <a:pt x="10" y="1"/>
                      <a:pt x="11" y="1"/>
                      <a:pt x="13" y="1"/>
                    </a:cubicBezTo>
                    <a:cubicBezTo>
                      <a:pt x="14" y="1"/>
                      <a:pt x="15" y="1"/>
                      <a:pt x="17" y="1"/>
                    </a:cubicBezTo>
                    <a:cubicBezTo>
                      <a:pt x="19" y="3"/>
                      <a:pt x="19" y="6"/>
                      <a:pt x="17" y="8"/>
                    </a:cubicBezTo>
                    <a:cubicBezTo>
                      <a:pt x="15" y="10"/>
                      <a:pt x="12" y="10"/>
                      <a:pt x="9" y="10"/>
                    </a:cubicBezTo>
                    <a:cubicBezTo>
                      <a:pt x="7" y="10"/>
                      <a:pt x="4" y="11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1" name="Freeform 2261">
                <a:extLst>
                  <a:ext uri="{FF2B5EF4-FFF2-40B4-BE49-F238E27FC236}">
                    <a16:creationId xmlns:a16="http://schemas.microsoft.com/office/drawing/2014/main" id="{75714CBB-1C81-CB40-9C62-C7A9B8407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714"/>
                <a:ext cx="9" cy="6"/>
              </a:xfrm>
              <a:custGeom>
                <a:avLst/>
                <a:gdLst>
                  <a:gd name="T0" fmla="*/ 8 w 23"/>
                  <a:gd name="T1" fmla="*/ 13 h 14"/>
                  <a:gd name="T2" fmla="*/ 5 w 23"/>
                  <a:gd name="T3" fmla="*/ 14 h 14"/>
                  <a:gd name="T4" fmla="*/ 3 w 23"/>
                  <a:gd name="T5" fmla="*/ 14 h 14"/>
                  <a:gd name="T6" fmla="*/ 0 w 23"/>
                  <a:gd name="T7" fmla="*/ 12 h 14"/>
                  <a:gd name="T8" fmla="*/ 2 w 23"/>
                  <a:gd name="T9" fmla="*/ 9 h 14"/>
                  <a:gd name="T10" fmla="*/ 11 w 23"/>
                  <a:gd name="T11" fmla="*/ 2 h 14"/>
                  <a:gd name="T12" fmla="*/ 19 w 23"/>
                  <a:gd name="T13" fmla="*/ 3 h 14"/>
                  <a:gd name="T14" fmla="*/ 20 w 23"/>
                  <a:gd name="T15" fmla="*/ 9 h 14"/>
                  <a:gd name="T16" fmla="*/ 16 w 23"/>
                  <a:gd name="T17" fmla="*/ 11 h 14"/>
                  <a:gd name="T18" fmla="*/ 8 w 23"/>
                  <a:gd name="T1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4">
                    <a:moveTo>
                      <a:pt x="8" y="13"/>
                    </a:moveTo>
                    <a:cubicBezTo>
                      <a:pt x="7" y="14"/>
                      <a:pt x="6" y="14"/>
                      <a:pt x="5" y="14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2" y="13"/>
                      <a:pt x="0" y="14"/>
                      <a:pt x="0" y="12"/>
                    </a:cubicBezTo>
                    <a:cubicBezTo>
                      <a:pt x="0" y="11"/>
                      <a:pt x="1" y="9"/>
                      <a:pt x="2" y="9"/>
                    </a:cubicBezTo>
                    <a:cubicBezTo>
                      <a:pt x="5" y="6"/>
                      <a:pt x="8" y="4"/>
                      <a:pt x="11" y="2"/>
                    </a:cubicBezTo>
                    <a:cubicBezTo>
                      <a:pt x="14" y="0"/>
                      <a:pt x="17" y="1"/>
                      <a:pt x="19" y="3"/>
                    </a:cubicBezTo>
                    <a:cubicBezTo>
                      <a:pt x="21" y="4"/>
                      <a:pt x="23" y="7"/>
                      <a:pt x="20" y="9"/>
                    </a:cubicBezTo>
                    <a:cubicBezTo>
                      <a:pt x="18" y="9"/>
                      <a:pt x="17" y="10"/>
                      <a:pt x="16" y="11"/>
                    </a:cubicBezTo>
                    <a:cubicBezTo>
                      <a:pt x="13" y="13"/>
                      <a:pt x="11" y="13"/>
                      <a:pt x="8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2" name="Freeform 2262">
                <a:extLst>
                  <a:ext uri="{FF2B5EF4-FFF2-40B4-BE49-F238E27FC236}">
                    <a16:creationId xmlns:a16="http://schemas.microsoft.com/office/drawing/2014/main" id="{C371A5C1-523F-164E-9D6B-C71B56076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744"/>
                <a:ext cx="3" cy="4"/>
              </a:xfrm>
              <a:custGeom>
                <a:avLst/>
                <a:gdLst>
                  <a:gd name="T0" fmla="*/ 4 w 7"/>
                  <a:gd name="T1" fmla="*/ 1 h 10"/>
                  <a:gd name="T2" fmla="*/ 5 w 7"/>
                  <a:gd name="T3" fmla="*/ 8 h 10"/>
                  <a:gd name="T4" fmla="*/ 0 w 7"/>
                  <a:gd name="T5" fmla="*/ 3 h 10"/>
                  <a:gd name="T6" fmla="*/ 4 w 7"/>
                  <a:gd name="T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4" y="1"/>
                    </a:moveTo>
                    <a:cubicBezTo>
                      <a:pt x="7" y="2"/>
                      <a:pt x="7" y="7"/>
                      <a:pt x="5" y="8"/>
                    </a:cubicBezTo>
                    <a:cubicBezTo>
                      <a:pt x="1" y="10"/>
                      <a:pt x="0" y="6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3" name="Freeform 2263">
                <a:extLst>
                  <a:ext uri="{FF2B5EF4-FFF2-40B4-BE49-F238E27FC236}">
                    <a16:creationId xmlns:a16="http://schemas.microsoft.com/office/drawing/2014/main" id="{DC068D51-A60B-1445-BF93-A74F9F75E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1725"/>
                <a:ext cx="5" cy="6"/>
              </a:xfrm>
              <a:custGeom>
                <a:avLst/>
                <a:gdLst>
                  <a:gd name="T0" fmla="*/ 3 w 12"/>
                  <a:gd name="T1" fmla="*/ 4 h 14"/>
                  <a:gd name="T2" fmla="*/ 12 w 12"/>
                  <a:gd name="T3" fmla="*/ 5 h 14"/>
                  <a:gd name="T4" fmla="*/ 0 w 12"/>
                  <a:gd name="T5" fmla="*/ 10 h 14"/>
                  <a:gd name="T6" fmla="*/ 3 w 12"/>
                  <a:gd name="T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3" y="4"/>
                    </a:moveTo>
                    <a:cubicBezTo>
                      <a:pt x="5" y="4"/>
                      <a:pt x="12" y="0"/>
                      <a:pt x="12" y="5"/>
                    </a:cubicBezTo>
                    <a:cubicBezTo>
                      <a:pt x="12" y="8"/>
                      <a:pt x="2" y="14"/>
                      <a:pt x="0" y="10"/>
                    </a:cubicBezTo>
                    <a:cubicBezTo>
                      <a:pt x="0" y="7"/>
                      <a:pt x="1" y="5"/>
                      <a:pt x="3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29" name="Group 2465">
              <a:extLst>
                <a:ext uri="{FF2B5EF4-FFF2-40B4-BE49-F238E27FC236}">
                  <a16:creationId xmlns:a16="http://schemas.microsoft.com/office/drawing/2014/main" id="{1DCE0D3F-4FCA-A847-9B0B-3E64074A6A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" y="674"/>
              <a:ext cx="975" cy="1466"/>
              <a:chOff x="3233" y="674"/>
              <a:chExt cx="975" cy="1466"/>
            </a:xfrm>
            <a:grpFill/>
          </p:grpSpPr>
          <p:sp>
            <p:nvSpPr>
              <p:cNvPr id="1204" name="Freeform 2265">
                <a:extLst>
                  <a:ext uri="{FF2B5EF4-FFF2-40B4-BE49-F238E27FC236}">
                    <a16:creationId xmlns:a16="http://schemas.microsoft.com/office/drawing/2014/main" id="{EB40678F-DA4A-134A-A8ED-B14CB2821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721"/>
                <a:ext cx="12" cy="5"/>
              </a:xfrm>
              <a:custGeom>
                <a:avLst/>
                <a:gdLst>
                  <a:gd name="T0" fmla="*/ 6 w 30"/>
                  <a:gd name="T1" fmla="*/ 0 h 13"/>
                  <a:gd name="T2" fmla="*/ 11 w 30"/>
                  <a:gd name="T3" fmla="*/ 1 h 13"/>
                  <a:gd name="T4" fmla="*/ 16 w 30"/>
                  <a:gd name="T5" fmla="*/ 3 h 13"/>
                  <a:gd name="T6" fmla="*/ 21 w 30"/>
                  <a:gd name="T7" fmla="*/ 5 h 13"/>
                  <a:gd name="T8" fmla="*/ 25 w 30"/>
                  <a:gd name="T9" fmla="*/ 5 h 13"/>
                  <a:gd name="T10" fmla="*/ 29 w 30"/>
                  <a:gd name="T11" fmla="*/ 7 h 13"/>
                  <a:gd name="T12" fmla="*/ 27 w 30"/>
                  <a:gd name="T13" fmla="*/ 11 h 13"/>
                  <a:gd name="T14" fmla="*/ 20 w 30"/>
                  <a:gd name="T15" fmla="*/ 11 h 13"/>
                  <a:gd name="T16" fmla="*/ 11 w 30"/>
                  <a:gd name="T17" fmla="*/ 6 h 13"/>
                  <a:gd name="T18" fmla="*/ 4 w 30"/>
                  <a:gd name="T19" fmla="*/ 5 h 13"/>
                  <a:gd name="T20" fmla="*/ 0 w 30"/>
                  <a:gd name="T21" fmla="*/ 2 h 13"/>
                  <a:gd name="T22" fmla="*/ 6 w 30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13">
                    <a:moveTo>
                      <a:pt x="6" y="0"/>
                    </a:moveTo>
                    <a:cubicBezTo>
                      <a:pt x="8" y="1"/>
                      <a:pt x="10" y="1"/>
                      <a:pt x="11" y="1"/>
                    </a:cubicBezTo>
                    <a:cubicBezTo>
                      <a:pt x="13" y="2"/>
                      <a:pt x="14" y="3"/>
                      <a:pt x="16" y="3"/>
                    </a:cubicBezTo>
                    <a:cubicBezTo>
                      <a:pt x="17" y="4"/>
                      <a:pt x="19" y="4"/>
                      <a:pt x="21" y="5"/>
                    </a:cubicBezTo>
                    <a:cubicBezTo>
                      <a:pt x="22" y="6"/>
                      <a:pt x="24" y="5"/>
                      <a:pt x="25" y="5"/>
                    </a:cubicBezTo>
                    <a:cubicBezTo>
                      <a:pt x="27" y="5"/>
                      <a:pt x="30" y="5"/>
                      <a:pt x="29" y="7"/>
                    </a:cubicBezTo>
                    <a:cubicBezTo>
                      <a:pt x="29" y="9"/>
                      <a:pt x="28" y="11"/>
                      <a:pt x="27" y="11"/>
                    </a:cubicBezTo>
                    <a:cubicBezTo>
                      <a:pt x="25" y="12"/>
                      <a:pt x="22" y="13"/>
                      <a:pt x="20" y="11"/>
                    </a:cubicBezTo>
                    <a:cubicBezTo>
                      <a:pt x="17" y="9"/>
                      <a:pt x="15" y="7"/>
                      <a:pt x="11" y="6"/>
                    </a:cubicBezTo>
                    <a:cubicBezTo>
                      <a:pt x="8" y="6"/>
                      <a:pt x="6" y="6"/>
                      <a:pt x="4" y="5"/>
                    </a:cubicBezTo>
                    <a:cubicBezTo>
                      <a:pt x="2" y="5"/>
                      <a:pt x="0" y="4"/>
                      <a:pt x="0" y="2"/>
                    </a:cubicBezTo>
                    <a:cubicBezTo>
                      <a:pt x="1" y="0"/>
                      <a:pt x="4" y="0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5" name="Freeform 2266">
                <a:extLst>
                  <a:ext uri="{FF2B5EF4-FFF2-40B4-BE49-F238E27FC236}">
                    <a16:creationId xmlns:a16="http://schemas.microsoft.com/office/drawing/2014/main" id="{B033117E-DCA8-0949-8A71-7A2D705CE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713"/>
                <a:ext cx="9" cy="6"/>
              </a:xfrm>
              <a:custGeom>
                <a:avLst/>
                <a:gdLst>
                  <a:gd name="T0" fmla="*/ 8 w 23"/>
                  <a:gd name="T1" fmla="*/ 15 h 16"/>
                  <a:gd name="T2" fmla="*/ 5 w 23"/>
                  <a:gd name="T3" fmla="*/ 12 h 16"/>
                  <a:gd name="T4" fmla="*/ 1 w 23"/>
                  <a:gd name="T5" fmla="*/ 11 h 16"/>
                  <a:gd name="T6" fmla="*/ 2 w 23"/>
                  <a:gd name="T7" fmla="*/ 6 h 16"/>
                  <a:gd name="T8" fmla="*/ 2 w 23"/>
                  <a:gd name="T9" fmla="*/ 4 h 16"/>
                  <a:gd name="T10" fmla="*/ 2 w 23"/>
                  <a:gd name="T11" fmla="*/ 2 h 16"/>
                  <a:gd name="T12" fmla="*/ 8 w 23"/>
                  <a:gd name="T13" fmla="*/ 1 h 16"/>
                  <a:gd name="T14" fmla="*/ 12 w 23"/>
                  <a:gd name="T15" fmla="*/ 5 h 16"/>
                  <a:gd name="T16" fmla="*/ 16 w 23"/>
                  <a:gd name="T17" fmla="*/ 6 h 16"/>
                  <a:gd name="T18" fmla="*/ 22 w 23"/>
                  <a:gd name="T19" fmla="*/ 9 h 16"/>
                  <a:gd name="T20" fmla="*/ 20 w 23"/>
                  <a:gd name="T21" fmla="*/ 16 h 16"/>
                  <a:gd name="T22" fmla="*/ 14 w 23"/>
                  <a:gd name="T23" fmla="*/ 15 h 16"/>
                  <a:gd name="T24" fmla="*/ 8 w 23"/>
                  <a:gd name="T25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6">
                    <a:moveTo>
                      <a:pt x="8" y="15"/>
                    </a:moveTo>
                    <a:cubicBezTo>
                      <a:pt x="7" y="14"/>
                      <a:pt x="7" y="12"/>
                      <a:pt x="5" y="12"/>
                    </a:cubicBezTo>
                    <a:cubicBezTo>
                      <a:pt x="4" y="11"/>
                      <a:pt x="2" y="12"/>
                      <a:pt x="1" y="11"/>
                    </a:cubicBezTo>
                    <a:cubicBezTo>
                      <a:pt x="0" y="9"/>
                      <a:pt x="1" y="8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3" y="0"/>
                      <a:pt x="7" y="1"/>
                      <a:pt x="8" y="1"/>
                    </a:cubicBezTo>
                    <a:cubicBezTo>
                      <a:pt x="11" y="2"/>
                      <a:pt x="11" y="3"/>
                      <a:pt x="12" y="5"/>
                    </a:cubicBezTo>
                    <a:cubicBezTo>
                      <a:pt x="13" y="7"/>
                      <a:pt x="14" y="6"/>
                      <a:pt x="16" y="6"/>
                    </a:cubicBezTo>
                    <a:cubicBezTo>
                      <a:pt x="18" y="5"/>
                      <a:pt x="21" y="6"/>
                      <a:pt x="22" y="9"/>
                    </a:cubicBezTo>
                    <a:cubicBezTo>
                      <a:pt x="23" y="11"/>
                      <a:pt x="22" y="15"/>
                      <a:pt x="20" y="16"/>
                    </a:cubicBezTo>
                    <a:cubicBezTo>
                      <a:pt x="18" y="16"/>
                      <a:pt x="16" y="15"/>
                      <a:pt x="14" y="15"/>
                    </a:cubicBezTo>
                    <a:cubicBezTo>
                      <a:pt x="12" y="15"/>
                      <a:pt x="10" y="16"/>
                      <a:pt x="8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6" name="Freeform 2267">
                <a:extLst>
                  <a:ext uri="{FF2B5EF4-FFF2-40B4-BE49-F238E27FC236}">
                    <a16:creationId xmlns:a16="http://schemas.microsoft.com/office/drawing/2014/main" id="{53822BD3-B752-2F4C-B9FA-4C2240A9B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707"/>
                <a:ext cx="16" cy="14"/>
              </a:xfrm>
              <a:custGeom>
                <a:avLst/>
                <a:gdLst>
                  <a:gd name="T0" fmla="*/ 5 w 39"/>
                  <a:gd name="T1" fmla="*/ 12 h 34"/>
                  <a:gd name="T2" fmla="*/ 2 w 39"/>
                  <a:gd name="T3" fmla="*/ 8 h 34"/>
                  <a:gd name="T4" fmla="*/ 5 w 39"/>
                  <a:gd name="T5" fmla="*/ 1 h 34"/>
                  <a:gd name="T6" fmla="*/ 16 w 39"/>
                  <a:gd name="T7" fmla="*/ 3 h 34"/>
                  <a:gd name="T8" fmla="*/ 21 w 39"/>
                  <a:gd name="T9" fmla="*/ 5 h 34"/>
                  <a:gd name="T10" fmla="*/ 25 w 39"/>
                  <a:gd name="T11" fmla="*/ 6 h 34"/>
                  <a:gd name="T12" fmla="*/ 25 w 39"/>
                  <a:gd name="T13" fmla="*/ 10 h 34"/>
                  <a:gd name="T14" fmla="*/ 29 w 39"/>
                  <a:gd name="T15" fmla="*/ 12 h 34"/>
                  <a:gd name="T16" fmla="*/ 38 w 39"/>
                  <a:gd name="T17" fmla="*/ 20 h 34"/>
                  <a:gd name="T18" fmla="*/ 36 w 39"/>
                  <a:gd name="T19" fmla="*/ 28 h 34"/>
                  <a:gd name="T20" fmla="*/ 32 w 39"/>
                  <a:gd name="T21" fmla="*/ 33 h 34"/>
                  <a:gd name="T22" fmla="*/ 22 w 39"/>
                  <a:gd name="T23" fmla="*/ 29 h 34"/>
                  <a:gd name="T24" fmla="*/ 10 w 39"/>
                  <a:gd name="T25" fmla="*/ 28 h 34"/>
                  <a:gd name="T26" fmla="*/ 7 w 39"/>
                  <a:gd name="T27" fmla="*/ 23 h 34"/>
                  <a:gd name="T28" fmla="*/ 9 w 39"/>
                  <a:gd name="T29" fmla="*/ 18 h 34"/>
                  <a:gd name="T30" fmla="*/ 6 w 39"/>
                  <a:gd name="T31" fmla="*/ 13 h 34"/>
                  <a:gd name="T32" fmla="*/ 5 w 39"/>
                  <a:gd name="T33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34">
                    <a:moveTo>
                      <a:pt x="5" y="12"/>
                    </a:moveTo>
                    <a:cubicBezTo>
                      <a:pt x="3" y="11"/>
                      <a:pt x="2" y="10"/>
                      <a:pt x="2" y="8"/>
                    </a:cubicBezTo>
                    <a:cubicBezTo>
                      <a:pt x="0" y="4"/>
                      <a:pt x="1" y="2"/>
                      <a:pt x="5" y="1"/>
                    </a:cubicBezTo>
                    <a:cubicBezTo>
                      <a:pt x="9" y="0"/>
                      <a:pt x="13" y="0"/>
                      <a:pt x="16" y="3"/>
                    </a:cubicBezTo>
                    <a:cubicBezTo>
                      <a:pt x="18" y="4"/>
                      <a:pt x="19" y="5"/>
                      <a:pt x="21" y="5"/>
                    </a:cubicBezTo>
                    <a:cubicBezTo>
                      <a:pt x="22" y="5"/>
                      <a:pt x="25" y="5"/>
                      <a:pt x="25" y="6"/>
                    </a:cubicBezTo>
                    <a:cubicBezTo>
                      <a:pt x="26" y="7"/>
                      <a:pt x="25" y="9"/>
                      <a:pt x="25" y="10"/>
                    </a:cubicBezTo>
                    <a:cubicBezTo>
                      <a:pt x="25" y="12"/>
                      <a:pt x="28" y="12"/>
                      <a:pt x="29" y="12"/>
                    </a:cubicBezTo>
                    <a:cubicBezTo>
                      <a:pt x="33" y="14"/>
                      <a:pt x="38" y="16"/>
                      <a:pt x="38" y="20"/>
                    </a:cubicBezTo>
                    <a:cubicBezTo>
                      <a:pt x="39" y="23"/>
                      <a:pt x="37" y="26"/>
                      <a:pt x="36" y="28"/>
                    </a:cubicBezTo>
                    <a:cubicBezTo>
                      <a:pt x="35" y="30"/>
                      <a:pt x="34" y="32"/>
                      <a:pt x="32" y="33"/>
                    </a:cubicBezTo>
                    <a:cubicBezTo>
                      <a:pt x="29" y="34"/>
                      <a:pt x="24" y="30"/>
                      <a:pt x="22" y="29"/>
                    </a:cubicBezTo>
                    <a:cubicBezTo>
                      <a:pt x="18" y="27"/>
                      <a:pt x="13" y="31"/>
                      <a:pt x="10" y="28"/>
                    </a:cubicBezTo>
                    <a:cubicBezTo>
                      <a:pt x="8" y="27"/>
                      <a:pt x="7" y="25"/>
                      <a:pt x="7" y="23"/>
                    </a:cubicBezTo>
                    <a:cubicBezTo>
                      <a:pt x="7" y="21"/>
                      <a:pt x="8" y="19"/>
                      <a:pt x="9" y="18"/>
                    </a:cubicBezTo>
                    <a:cubicBezTo>
                      <a:pt x="9" y="15"/>
                      <a:pt x="8" y="13"/>
                      <a:pt x="6" y="13"/>
                    </a:cubicBezTo>
                    <a:cubicBezTo>
                      <a:pt x="6" y="12"/>
                      <a:pt x="5" y="12"/>
                      <a:pt x="5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7" name="Freeform 2268">
                <a:extLst>
                  <a:ext uri="{FF2B5EF4-FFF2-40B4-BE49-F238E27FC236}">
                    <a16:creationId xmlns:a16="http://schemas.microsoft.com/office/drawing/2014/main" id="{BE93DC63-BB6E-A54F-9C65-3F23C1C4E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754"/>
                <a:ext cx="3" cy="4"/>
              </a:xfrm>
              <a:custGeom>
                <a:avLst/>
                <a:gdLst>
                  <a:gd name="T0" fmla="*/ 7 w 8"/>
                  <a:gd name="T1" fmla="*/ 0 h 9"/>
                  <a:gd name="T2" fmla="*/ 8 w 8"/>
                  <a:gd name="T3" fmla="*/ 4 h 9"/>
                  <a:gd name="T4" fmla="*/ 7 w 8"/>
                  <a:gd name="T5" fmla="*/ 6 h 9"/>
                  <a:gd name="T6" fmla="*/ 4 w 8"/>
                  <a:gd name="T7" fmla="*/ 9 h 9"/>
                  <a:gd name="T8" fmla="*/ 1 w 8"/>
                  <a:gd name="T9" fmla="*/ 6 h 9"/>
                  <a:gd name="T10" fmla="*/ 3 w 8"/>
                  <a:gd name="T11" fmla="*/ 3 h 9"/>
                  <a:gd name="T12" fmla="*/ 5 w 8"/>
                  <a:gd name="T13" fmla="*/ 2 h 9"/>
                  <a:gd name="T14" fmla="*/ 6 w 8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7" y="0"/>
                    </a:moveTo>
                    <a:cubicBezTo>
                      <a:pt x="7" y="2"/>
                      <a:pt x="8" y="3"/>
                      <a:pt x="8" y="4"/>
                    </a:cubicBezTo>
                    <a:cubicBezTo>
                      <a:pt x="8" y="5"/>
                      <a:pt x="8" y="5"/>
                      <a:pt x="7" y="6"/>
                    </a:cubicBezTo>
                    <a:cubicBezTo>
                      <a:pt x="7" y="7"/>
                      <a:pt x="6" y="9"/>
                      <a:pt x="4" y="9"/>
                    </a:cubicBezTo>
                    <a:cubicBezTo>
                      <a:pt x="2" y="9"/>
                      <a:pt x="2" y="8"/>
                      <a:pt x="1" y="6"/>
                    </a:cubicBezTo>
                    <a:cubicBezTo>
                      <a:pt x="0" y="4"/>
                      <a:pt x="1" y="4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0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8" name="Freeform 2269">
                <a:extLst>
                  <a:ext uri="{FF2B5EF4-FFF2-40B4-BE49-F238E27FC236}">
                    <a16:creationId xmlns:a16="http://schemas.microsoft.com/office/drawing/2014/main" id="{689DE1A9-1DFA-3145-8F59-84032C640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748"/>
                <a:ext cx="5" cy="6"/>
              </a:xfrm>
              <a:custGeom>
                <a:avLst/>
                <a:gdLst>
                  <a:gd name="T0" fmla="*/ 2 w 14"/>
                  <a:gd name="T1" fmla="*/ 16 h 16"/>
                  <a:gd name="T2" fmla="*/ 1 w 14"/>
                  <a:gd name="T3" fmla="*/ 14 h 16"/>
                  <a:gd name="T4" fmla="*/ 8 w 14"/>
                  <a:gd name="T5" fmla="*/ 7 h 16"/>
                  <a:gd name="T6" fmla="*/ 10 w 14"/>
                  <a:gd name="T7" fmla="*/ 1 h 16"/>
                  <a:gd name="T8" fmla="*/ 12 w 14"/>
                  <a:gd name="T9" fmla="*/ 1 h 16"/>
                  <a:gd name="T10" fmla="*/ 14 w 14"/>
                  <a:gd name="T11" fmla="*/ 4 h 16"/>
                  <a:gd name="T12" fmla="*/ 9 w 14"/>
                  <a:gd name="T13" fmla="*/ 10 h 16"/>
                  <a:gd name="T14" fmla="*/ 3 w 14"/>
                  <a:gd name="T15" fmla="*/ 16 h 16"/>
                  <a:gd name="T16" fmla="*/ 4 w 14"/>
                  <a:gd name="T17" fmla="*/ 16 h 16"/>
                  <a:gd name="T18" fmla="*/ 2 w 14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6">
                    <a:moveTo>
                      <a:pt x="2" y="16"/>
                    </a:moveTo>
                    <a:cubicBezTo>
                      <a:pt x="1" y="16"/>
                      <a:pt x="0" y="16"/>
                      <a:pt x="1" y="14"/>
                    </a:cubicBezTo>
                    <a:cubicBezTo>
                      <a:pt x="2" y="11"/>
                      <a:pt x="6" y="10"/>
                      <a:pt x="8" y="7"/>
                    </a:cubicBezTo>
                    <a:cubicBezTo>
                      <a:pt x="8" y="5"/>
                      <a:pt x="8" y="3"/>
                      <a:pt x="10" y="1"/>
                    </a:cubicBezTo>
                    <a:cubicBezTo>
                      <a:pt x="10" y="1"/>
                      <a:pt x="11" y="0"/>
                      <a:pt x="12" y="1"/>
                    </a:cubicBezTo>
                    <a:cubicBezTo>
                      <a:pt x="14" y="1"/>
                      <a:pt x="14" y="2"/>
                      <a:pt x="14" y="4"/>
                    </a:cubicBezTo>
                    <a:cubicBezTo>
                      <a:pt x="14" y="6"/>
                      <a:pt x="11" y="9"/>
                      <a:pt x="9" y="10"/>
                    </a:cubicBezTo>
                    <a:cubicBezTo>
                      <a:pt x="7" y="12"/>
                      <a:pt x="5" y="14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3" y="16"/>
                      <a:pt x="3" y="16"/>
                      <a:pt x="2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9" name="Freeform 2270">
                <a:extLst>
                  <a:ext uri="{FF2B5EF4-FFF2-40B4-BE49-F238E27FC236}">
                    <a16:creationId xmlns:a16="http://schemas.microsoft.com/office/drawing/2014/main" id="{D1D52E98-FA3B-E143-A524-9D6B57DD9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748"/>
                <a:ext cx="10" cy="7"/>
              </a:xfrm>
              <a:custGeom>
                <a:avLst/>
                <a:gdLst>
                  <a:gd name="T0" fmla="*/ 3 w 24"/>
                  <a:gd name="T1" fmla="*/ 18 h 18"/>
                  <a:gd name="T2" fmla="*/ 3 w 24"/>
                  <a:gd name="T3" fmla="*/ 18 h 18"/>
                  <a:gd name="T4" fmla="*/ 1 w 24"/>
                  <a:gd name="T5" fmla="*/ 17 h 18"/>
                  <a:gd name="T6" fmla="*/ 1 w 24"/>
                  <a:gd name="T7" fmla="*/ 13 h 18"/>
                  <a:gd name="T8" fmla="*/ 4 w 24"/>
                  <a:gd name="T9" fmla="*/ 10 h 18"/>
                  <a:gd name="T10" fmla="*/ 4 w 24"/>
                  <a:gd name="T11" fmla="*/ 6 h 18"/>
                  <a:gd name="T12" fmla="*/ 10 w 24"/>
                  <a:gd name="T13" fmla="*/ 1 h 18"/>
                  <a:gd name="T14" fmla="*/ 13 w 24"/>
                  <a:gd name="T15" fmla="*/ 2 h 18"/>
                  <a:gd name="T16" fmla="*/ 16 w 24"/>
                  <a:gd name="T17" fmla="*/ 1 h 18"/>
                  <a:gd name="T18" fmla="*/ 20 w 24"/>
                  <a:gd name="T19" fmla="*/ 0 h 18"/>
                  <a:gd name="T20" fmla="*/ 23 w 24"/>
                  <a:gd name="T21" fmla="*/ 0 h 18"/>
                  <a:gd name="T22" fmla="*/ 18 w 24"/>
                  <a:gd name="T23" fmla="*/ 6 h 18"/>
                  <a:gd name="T24" fmla="*/ 14 w 24"/>
                  <a:gd name="T25" fmla="*/ 12 h 18"/>
                  <a:gd name="T26" fmla="*/ 13 w 24"/>
                  <a:gd name="T27" fmla="*/ 16 h 18"/>
                  <a:gd name="T28" fmla="*/ 8 w 24"/>
                  <a:gd name="T29" fmla="*/ 17 h 18"/>
                  <a:gd name="T30" fmla="*/ 3 w 24"/>
                  <a:gd name="T3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18">
                    <a:moveTo>
                      <a:pt x="3" y="18"/>
                    </a:moveTo>
                    <a:cubicBezTo>
                      <a:pt x="3" y="18"/>
                      <a:pt x="3" y="18"/>
                      <a:pt x="3" y="18"/>
                    </a:cubicBezTo>
                    <a:cubicBezTo>
                      <a:pt x="2" y="17"/>
                      <a:pt x="1" y="18"/>
                      <a:pt x="1" y="17"/>
                    </a:cubicBezTo>
                    <a:cubicBezTo>
                      <a:pt x="0" y="16"/>
                      <a:pt x="1" y="14"/>
                      <a:pt x="1" y="13"/>
                    </a:cubicBezTo>
                    <a:cubicBezTo>
                      <a:pt x="2" y="12"/>
                      <a:pt x="3" y="11"/>
                      <a:pt x="4" y="10"/>
                    </a:cubicBezTo>
                    <a:cubicBezTo>
                      <a:pt x="4" y="9"/>
                      <a:pt x="4" y="7"/>
                      <a:pt x="4" y="6"/>
                    </a:cubicBezTo>
                    <a:cubicBezTo>
                      <a:pt x="5" y="3"/>
                      <a:pt x="8" y="2"/>
                      <a:pt x="10" y="1"/>
                    </a:cubicBezTo>
                    <a:cubicBezTo>
                      <a:pt x="11" y="1"/>
                      <a:pt x="12" y="1"/>
                      <a:pt x="13" y="2"/>
                    </a:cubicBezTo>
                    <a:cubicBezTo>
                      <a:pt x="14" y="2"/>
                      <a:pt x="15" y="1"/>
                      <a:pt x="16" y="1"/>
                    </a:cubicBezTo>
                    <a:cubicBezTo>
                      <a:pt x="18" y="1"/>
                      <a:pt x="19" y="1"/>
                      <a:pt x="20" y="0"/>
                    </a:cubicBezTo>
                    <a:cubicBezTo>
                      <a:pt x="21" y="0"/>
                      <a:pt x="22" y="0"/>
                      <a:pt x="23" y="0"/>
                    </a:cubicBezTo>
                    <a:cubicBezTo>
                      <a:pt x="24" y="4"/>
                      <a:pt x="21" y="5"/>
                      <a:pt x="18" y="6"/>
                    </a:cubicBezTo>
                    <a:cubicBezTo>
                      <a:pt x="15" y="7"/>
                      <a:pt x="16" y="10"/>
                      <a:pt x="14" y="12"/>
                    </a:cubicBezTo>
                    <a:cubicBezTo>
                      <a:pt x="13" y="13"/>
                      <a:pt x="13" y="14"/>
                      <a:pt x="13" y="16"/>
                    </a:cubicBezTo>
                    <a:cubicBezTo>
                      <a:pt x="12" y="17"/>
                      <a:pt x="10" y="17"/>
                      <a:pt x="8" y="17"/>
                    </a:cubicBezTo>
                    <a:cubicBezTo>
                      <a:pt x="6" y="17"/>
                      <a:pt x="5" y="18"/>
                      <a:pt x="3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0" name="Freeform 2271">
                <a:extLst>
                  <a:ext uri="{FF2B5EF4-FFF2-40B4-BE49-F238E27FC236}">
                    <a16:creationId xmlns:a16="http://schemas.microsoft.com/office/drawing/2014/main" id="{090496A9-80C9-3849-A017-486E1DD74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758"/>
                <a:ext cx="3" cy="5"/>
              </a:xfrm>
              <a:custGeom>
                <a:avLst/>
                <a:gdLst>
                  <a:gd name="T0" fmla="*/ 6 w 7"/>
                  <a:gd name="T1" fmla="*/ 3 h 12"/>
                  <a:gd name="T2" fmla="*/ 6 w 7"/>
                  <a:gd name="T3" fmla="*/ 2 h 12"/>
                  <a:gd name="T4" fmla="*/ 6 w 7"/>
                  <a:gd name="T5" fmla="*/ 0 h 12"/>
                  <a:gd name="T6" fmla="*/ 2 w 7"/>
                  <a:gd name="T7" fmla="*/ 4 h 12"/>
                  <a:gd name="T8" fmla="*/ 2 w 7"/>
                  <a:gd name="T9" fmla="*/ 7 h 12"/>
                  <a:gd name="T10" fmla="*/ 0 w 7"/>
                  <a:gd name="T11" fmla="*/ 10 h 12"/>
                  <a:gd name="T12" fmla="*/ 2 w 7"/>
                  <a:gd name="T13" fmla="*/ 11 h 12"/>
                  <a:gd name="T14" fmla="*/ 6 w 7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2">
                    <a:moveTo>
                      <a:pt x="6" y="3"/>
                    </a:moveTo>
                    <a:cubicBezTo>
                      <a:pt x="6" y="3"/>
                      <a:pt x="6" y="2"/>
                      <a:pt x="6" y="2"/>
                    </a:cubicBezTo>
                    <a:cubicBezTo>
                      <a:pt x="6" y="1"/>
                      <a:pt x="7" y="0"/>
                      <a:pt x="6" y="0"/>
                    </a:cubicBezTo>
                    <a:cubicBezTo>
                      <a:pt x="4" y="0"/>
                      <a:pt x="2" y="2"/>
                      <a:pt x="2" y="4"/>
                    </a:cubicBezTo>
                    <a:cubicBezTo>
                      <a:pt x="1" y="5"/>
                      <a:pt x="2" y="6"/>
                      <a:pt x="2" y="7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0" y="11"/>
                      <a:pt x="1" y="12"/>
                      <a:pt x="2" y="11"/>
                    </a:cubicBezTo>
                    <a:cubicBezTo>
                      <a:pt x="4" y="10"/>
                      <a:pt x="5" y="5"/>
                      <a:pt x="6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1" name="Freeform 2272">
                <a:extLst>
                  <a:ext uri="{FF2B5EF4-FFF2-40B4-BE49-F238E27FC236}">
                    <a16:creationId xmlns:a16="http://schemas.microsoft.com/office/drawing/2014/main" id="{A139F0A7-720B-BD4F-AAF9-990C43A4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753"/>
                <a:ext cx="8" cy="9"/>
              </a:xfrm>
              <a:custGeom>
                <a:avLst/>
                <a:gdLst>
                  <a:gd name="T0" fmla="*/ 0 w 18"/>
                  <a:gd name="T1" fmla="*/ 12 h 21"/>
                  <a:gd name="T2" fmla="*/ 0 w 18"/>
                  <a:gd name="T3" fmla="*/ 11 h 21"/>
                  <a:gd name="T4" fmla="*/ 0 w 18"/>
                  <a:gd name="T5" fmla="*/ 8 h 21"/>
                  <a:gd name="T6" fmla="*/ 2 w 18"/>
                  <a:gd name="T7" fmla="*/ 5 h 21"/>
                  <a:gd name="T8" fmla="*/ 6 w 18"/>
                  <a:gd name="T9" fmla="*/ 3 h 21"/>
                  <a:gd name="T10" fmla="*/ 10 w 18"/>
                  <a:gd name="T11" fmla="*/ 3 h 21"/>
                  <a:gd name="T12" fmla="*/ 17 w 18"/>
                  <a:gd name="T13" fmla="*/ 4 h 21"/>
                  <a:gd name="T14" fmla="*/ 13 w 18"/>
                  <a:gd name="T15" fmla="*/ 8 h 21"/>
                  <a:gd name="T16" fmla="*/ 12 w 18"/>
                  <a:gd name="T17" fmla="*/ 12 h 21"/>
                  <a:gd name="T18" fmla="*/ 14 w 18"/>
                  <a:gd name="T19" fmla="*/ 16 h 21"/>
                  <a:gd name="T20" fmla="*/ 9 w 18"/>
                  <a:gd name="T21" fmla="*/ 19 h 21"/>
                  <a:gd name="T22" fmla="*/ 1 w 18"/>
                  <a:gd name="T23" fmla="*/ 19 h 21"/>
                  <a:gd name="T24" fmla="*/ 0 w 18"/>
                  <a:gd name="T25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21">
                    <a:moveTo>
                      <a:pt x="0" y="12"/>
                    </a:moveTo>
                    <a:cubicBezTo>
                      <a:pt x="0" y="13"/>
                      <a:pt x="0" y="11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1" y="7"/>
                      <a:pt x="1" y="6"/>
                      <a:pt x="2" y="5"/>
                    </a:cubicBezTo>
                    <a:cubicBezTo>
                      <a:pt x="3" y="4"/>
                      <a:pt x="5" y="3"/>
                      <a:pt x="6" y="3"/>
                    </a:cubicBezTo>
                    <a:cubicBezTo>
                      <a:pt x="7" y="2"/>
                      <a:pt x="9" y="3"/>
                      <a:pt x="10" y="3"/>
                    </a:cubicBezTo>
                    <a:cubicBezTo>
                      <a:pt x="12" y="3"/>
                      <a:pt x="18" y="0"/>
                      <a:pt x="17" y="4"/>
                    </a:cubicBezTo>
                    <a:cubicBezTo>
                      <a:pt x="17" y="5"/>
                      <a:pt x="14" y="7"/>
                      <a:pt x="13" y="8"/>
                    </a:cubicBezTo>
                    <a:cubicBezTo>
                      <a:pt x="12" y="9"/>
                      <a:pt x="12" y="10"/>
                      <a:pt x="12" y="12"/>
                    </a:cubicBezTo>
                    <a:cubicBezTo>
                      <a:pt x="13" y="13"/>
                      <a:pt x="14" y="14"/>
                      <a:pt x="14" y="16"/>
                    </a:cubicBezTo>
                    <a:cubicBezTo>
                      <a:pt x="14" y="17"/>
                      <a:pt x="11" y="19"/>
                      <a:pt x="9" y="19"/>
                    </a:cubicBezTo>
                    <a:cubicBezTo>
                      <a:pt x="7" y="20"/>
                      <a:pt x="2" y="21"/>
                      <a:pt x="1" y="19"/>
                    </a:cubicBezTo>
                    <a:cubicBezTo>
                      <a:pt x="0" y="17"/>
                      <a:pt x="0" y="14"/>
                      <a:pt x="0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2" name="Freeform 2273">
                <a:extLst>
                  <a:ext uri="{FF2B5EF4-FFF2-40B4-BE49-F238E27FC236}">
                    <a16:creationId xmlns:a16="http://schemas.microsoft.com/office/drawing/2014/main" id="{541A0248-5107-CD43-AEF2-11AA9A8CD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737"/>
                <a:ext cx="7" cy="12"/>
              </a:xfrm>
              <a:custGeom>
                <a:avLst/>
                <a:gdLst>
                  <a:gd name="T0" fmla="*/ 5 w 18"/>
                  <a:gd name="T1" fmla="*/ 27 h 29"/>
                  <a:gd name="T2" fmla="*/ 1 w 18"/>
                  <a:gd name="T3" fmla="*/ 23 h 29"/>
                  <a:gd name="T4" fmla="*/ 0 w 18"/>
                  <a:gd name="T5" fmla="*/ 17 h 29"/>
                  <a:gd name="T6" fmla="*/ 1 w 18"/>
                  <a:gd name="T7" fmla="*/ 12 h 29"/>
                  <a:gd name="T8" fmla="*/ 6 w 18"/>
                  <a:gd name="T9" fmla="*/ 8 h 29"/>
                  <a:gd name="T10" fmla="*/ 9 w 18"/>
                  <a:gd name="T11" fmla="*/ 6 h 29"/>
                  <a:gd name="T12" fmla="*/ 10 w 18"/>
                  <a:gd name="T13" fmla="*/ 4 h 29"/>
                  <a:gd name="T14" fmla="*/ 14 w 18"/>
                  <a:gd name="T15" fmla="*/ 1 h 29"/>
                  <a:gd name="T16" fmla="*/ 17 w 18"/>
                  <a:gd name="T17" fmla="*/ 7 h 29"/>
                  <a:gd name="T18" fmla="*/ 17 w 18"/>
                  <a:gd name="T19" fmla="*/ 14 h 29"/>
                  <a:gd name="T20" fmla="*/ 13 w 18"/>
                  <a:gd name="T21" fmla="*/ 20 h 29"/>
                  <a:gd name="T22" fmla="*/ 12 w 18"/>
                  <a:gd name="T23" fmla="*/ 24 h 29"/>
                  <a:gd name="T24" fmla="*/ 9 w 18"/>
                  <a:gd name="T25" fmla="*/ 28 h 29"/>
                  <a:gd name="T26" fmla="*/ 5 w 18"/>
                  <a:gd name="T27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29">
                    <a:moveTo>
                      <a:pt x="5" y="27"/>
                    </a:moveTo>
                    <a:cubicBezTo>
                      <a:pt x="3" y="26"/>
                      <a:pt x="2" y="25"/>
                      <a:pt x="1" y="23"/>
                    </a:cubicBezTo>
                    <a:cubicBezTo>
                      <a:pt x="0" y="22"/>
                      <a:pt x="0" y="19"/>
                      <a:pt x="0" y="17"/>
                    </a:cubicBezTo>
                    <a:cubicBezTo>
                      <a:pt x="0" y="16"/>
                      <a:pt x="0" y="13"/>
                      <a:pt x="1" y="12"/>
                    </a:cubicBezTo>
                    <a:cubicBezTo>
                      <a:pt x="2" y="11"/>
                      <a:pt x="5" y="9"/>
                      <a:pt x="6" y="8"/>
                    </a:cubicBezTo>
                    <a:cubicBezTo>
                      <a:pt x="7" y="8"/>
                      <a:pt x="8" y="7"/>
                      <a:pt x="9" y="6"/>
                    </a:cubicBezTo>
                    <a:cubicBezTo>
                      <a:pt x="9" y="6"/>
                      <a:pt x="10" y="5"/>
                      <a:pt x="10" y="4"/>
                    </a:cubicBezTo>
                    <a:cubicBezTo>
                      <a:pt x="11" y="2"/>
                      <a:pt x="12" y="1"/>
                      <a:pt x="14" y="1"/>
                    </a:cubicBezTo>
                    <a:cubicBezTo>
                      <a:pt x="17" y="0"/>
                      <a:pt x="17" y="5"/>
                      <a:pt x="17" y="7"/>
                    </a:cubicBezTo>
                    <a:cubicBezTo>
                      <a:pt x="17" y="9"/>
                      <a:pt x="18" y="12"/>
                      <a:pt x="17" y="14"/>
                    </a:cubicBezTo>
                    <a:cubicBezTo>
                      <a:pt x="16" y="16"/>
                      <a:pt x="14" y="18"/>
                      <a:pt x="13" y="20"/>
                    </a:cubicBezTo>
                    <a:cubicBezTo>
                      <a:pt x="12" y="21"/>
                      <a:pt x="12" y="22"/>
                      <a:pt x="12" y="24"/>
                    </a:cubicBezTo>
                    <a:cubicBezTo>
                      <a:pt x="11" y="25"/>
                      <a:pt x="11" y="28"/>
                      <a:pt x="9" y="28"/>
                    </a:cubicBezTo>
                    <a:cubicBezTo>
                      <a:pt x="8" y="29"/>
                      <a:pt x="6" y="28"/>
                      <a:pt x="5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3" name="Freeform 2274">
                <a:extLst>
                  <a:ext uri="{FF2B5EF4-FFF2-40B4-BE49-F238E27FC236}">
                    <a16:creationId xmlns:a16="http://schemas.microsoft.com/office/drawing/2014/main" id="{F63BC5BB-D2D5-CC41-83B9-1B616DDEF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715"/>
                <a:ext cx="4" cy="5"/>
              </a:xfrm>
              <a:custGeom>
                <a:avLst/>
                <a:gdLst>
                  <a:gd name="T0" fmla="*/ 1 w 10"/>
                  <a:gd name="T1" fmla="*/ 8 h 13"/>
                  <a:gd name="T2" fmla="*/ 0 w 10"/>
                  <a:gd name="T3" fmla="*/ 2 h 13"/>
                  <a:gd name="T4" fmla="*/ 2 w 10"/>
                  <a:gd name="T5" fmla="*/ 0 h 13"/>
                  <a:gd name="T6" fmla="*/ 5 w 10"/>
                  <a:gd name="T7" fmla="*/ 1 h 13"/>
                  <a:gd name="T8" fmla="*/ 9 w 10"/>
                  <a:gd name="T9" fmla="*/ 5 h 13"/>
                  <a:gd name="T10" fmla="*/ 8 w 10"/>
                  <a:gd name="T11" fmla="*/ 9 h 13"/>
                  <a:gd name="T12" fmla="*/ 7 w 10"/>
                  <a:gd name="T13" fmla="*/ 12 h 13"/>
                  <a:gd name="T14" fmla="*/ 2 w 10"/>
                  <a:gd name="T15" fmla="*/ 12 h 13"/>
                  <a:gd name="T16" fmla="*/ 1 w 10"/>
                  <a:gd name="T1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3">
                    <a:moveTo>
                      <a:pt x="1" y="8"/>
                    </a:moveTo>
                    <a:cubicBezTo>
                      <a:pt x="0" y="6"/>
                      <a:pt x="0" y="4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2"/>
                      <a:pt x="8" y="4"/>
                      <a:pt x="9" y="5"/>
                    </a:cubicBezTo>
                    <a:cubicBezTo>
                      <a:pt x="10" y="7"/>
                      <a:pt x="9" y="8"/>
                      <a:pt x="8" y="9"/>
                    </a:cubicBezTo>
                    <a:cubicBezTo>
                      <a:pt x="8" y="10"/>
                      <a:pt x="8" y="11"/>
                      <a:pt x="7" y="12"/>
                    </a:cubicBezTo>
                    <a:cubicBezTo>
                      <a:pt x="6" y="13"/>
                      <a:pt x="4" y="13"/>
                      <a:pt x="2" y="12"/>
                    </a:cubicBezTo>
                    <a:cubicBezTo>
                      <a:pt x="1" y="11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4" name="Freeform 2275">
                <a:extLst>
                  <a:ext uri="{FF2B5EF4-FFF2-40B4-BE49-F238E27FC236}">
                    <a16:creationId xmlns:a16="http://schemas.microsoft.com/office/drawing/2014/main" id="{1CFDDDE0-932C-E24D-9358-C9EFFCE28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709"/>
                <a:ext cx="18" cy="15"/>
              </a:xfrm>
              <a:custGeom>
                <a:avLst/>
                <a:gdLst>
                  <a:gd name="T0" fmla="*/ 25 w 44"/>
                  <a:gd name="T1" fmla="*/ 30 h 36"/>
                  <a:gd name="T2" fmla="*/ 20 w 44"/>
                  <a:gd name="T3" fmla="*/ 28 h 36"/>
                  <a:gd name="T4" fmla="*/ 16 w 44"/>
                  <a:gd name="T5" fmla="*/ 25 h 36"/>
                  <a:gd name="T6" fmla="*/ 12 w 44"/>
                  <a:gd name="T7" fmla="*/ 20 h 36"/>
                  <a:gd name="T8" fmla="*/ 9 w 44"/>
                  <a:gd name="T9" fmla="*/ 14 h 36"/>
                  <a:gd name="T10" fmla="*/ 1 w 44"/>
                  <a:gd name="T11" fmla="*/ 6 h 36"/>
                  <a:gd name="T12" fmla="*/ 1 w 44"/>
                  <a:gd name="T13" fmla="*/ 2 h 36"/>
                  <a:gd name="T14" fmla="*/ 6 w 44"/>
                  <a:gd name="T15" fmla="*/ 2 h 36"/>
                  <a:gd name="T16" fmla="*/ 11 w 44"/>
                  <a:gd name="T17" fmla="*/ 8 h 36"/>
                  <a:gd name="T18" fmla="*/ 14 w 44"/>
                  <a:gd name="T19" fmla="*/ 14 h 36"/>
                  <a:gd name="T20" fmla="*/ 21 w 44"/>
                  <a:gd name="T21" fmla="*/ 23 h 36"/>
                  <a:gd name="T22" fmla="*/ 26 w 44"/>
                  <a:gd name="T23" fmla="*/ 25 h 36"/>
                  <a:gd name="T24" fmla="*/ 31 w 44"/>
                  <a:gd name="T25" fmla="*/ 28 h 36"/>
                  <a:gd name="T26" fmla="*/ 37 w 44"/>
                  <a:gd name="T27" fmla="*/ 30 h 36"/>
                  <a:gd name="T28" fmla="*/ 42 w 44"/>
                  <a:gd name="T29" fmla="*/ 30 h 36"/>
                  <a:gd name="T30" fmla="*/ 43 w 44"/>
                  <a:gd name="T31" fmla="*/ 33 h 36"/>
                  <a:gd name="T32" fmla="*/ 33 w 44"/>
                  <a:gd name="T33" fmla="*/ 34 h 36"/>
                  <a:gd name="T34" fmla="*/ 29 w 44"/>
                  <a:gd name="T35" fmla="*/ 33 h 36"/>
                  <a:gd name="T36" fmla="*/ 27 w 44"/>
                  <a:gd name="T37" fmla="*/ 32 h 36"/>
                  <a:gd name="T38" fmla="*/ 25 w 44"/>
                  <a:gd name="T39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36">
                    <a:moveTo>
                      <a:pt x="25" y="30"/>
                    </a:moveTo>
                    <a:cubicBezTo>
                      <a:pt x="23" y="30"/>
                      <a:pt x="22" y="29"/>
                      <a:pt x="20" y="28"/>
                    </a:cubicBezTo>
                    <a:cubicBezTo>
                      <a:pt x="19" y="27"/>
                      <a:pt x="18" y="26"/>
                      <a:pt x="16" y="25"/>
                    </a:cubicBezTo>
                    <a:cubicBezTo>
                      <a:pt x="15" y="23"/>
                      <a:pt x="13" y="22"/>
                      <a:pt x="12" y="20"/>
                    </a:cubicBezTo>
                    <a:cubicBezTo>
                      <a:pt x="11" y="18"/>
                      <a:pt x="10" y="16"/>
                      <a:pt x="9" y="14"/>
                    </a:cubicBezTo>
                    <a:cubicBezTo>
                      <a:pt x="7" y="11"/>
                      <a:pt x="3" y="9"/>
                      <a:pt x="1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5" y="1"/>
                      <a:pt x="6" y="2"/>
                    </a:cubicBezTo>
                    <a:cubicBezTo>
                      <a:pt x="9" y="3"/>
                      <a:pt x="10" y="6"/>
                      <a:pt x="11" y="8"/>
                    </a:cubicBezTo>
                    <a:cubicBezTo>
                      <a:pt x="12" y="10"/>
                      <a:pt x="13" y="12"/>
                      <a:pt x="14" y="14"/>
                    </a:cubicBezTo>
                    <a:cubicBezTo>
                      <a:pt x="16" y="18"/>
                      <a:pt x="17" y="21"/>
                      <a:pt x="21" y="23"/>
                    </a:cubicBezTo>
                    <a:cubicBezTo>
                      <a:pt x="23" y="24"/>
                      <a:pt x="25" y="24"/>
                      <a:pt x="26" y="25"/>
                    </a:cubicBezTo>
                    <a:cubicBezTo>
                      <a:pt x="28" y="26"/>
                      <a:pt x="29" y="28"/>
                      <a:pt x="31" y="28"/>
                    </a:cubicBezTo>
                    <a:cubicBezTo>
                      <a:pt x="33" y="29"/>
                      <a:pt x="35" y="29"/>
                      <a:pt x="37" y="30"/>
                    </a:cubicBezTo>
                    <a:cubicBezTo>
                      <a:pt x="39" y="30"/>
                      <a:pt x="40" y="30"/>
                      <a:pt x="42" y="30"/>
                    </a:cubicBezTo>
                    <a:cubicBezTo>
                      <a:pt x="44" y="31"/>
                      <a:pt x="44" y="32"/>
                      <a:pt x="43" y="33"/>
                    </a:cubicBezTo>
                    <a:cubicBezTo>
                      <a:pt x="40" y="36"/>
                      <a:pt x="36" y="35"/>
                      <a:pt x="33" y="34"/>
                    </a:cubicBezTo>
                    <a:cubicBezTo>
                      <a:pt x="32" y="34"/>
                      <a:pt x="31" y="33"/>
                      <a:pt x="29" y="33"/>
                    </a:cubicBezTo>
                    <a:cubicBezTo>
                      <a:pt x="28" y="32"/>
                      <a:pt x="28" y="32"/>
                      <a:pt x="27" y="32"/>
                    </a:cubicBezTo>
                    <a:cubicBezTo>
                      <a:pt x="26" y="31"/>
                      <a:pt x="26" y="31"/>
                      <a:pt x="25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5" name="Freeform 2276">
                <a:extLst>
                  <a:ext uri="{FF2B5EF4-FFF2-40B4-BE49-F238E27FC236}">
                    <a16:creationId xmlns:a16="http://schemas.microsoft.com/office/drawing/2014/main" id="{11EF74CA-CE5A-D34D-9898-BDC8B2231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707"/>
                <a:ext cx="9" cy="12"/>
              </a:xfrm>
              <a:custGeom>
                <a:avLst/>
                <a:gdLst>
                  <a:gd name="T0" fmla="*/ 4 w 23"/>
                  <a:gd name="T1" fmla="*/ 16 h 31"/>
                  <a:gd name="T2" fmla="*/ 2 w 23"/>
                  <a:gd name="T3" fmla="*/ 13 h 31"/>
                  <a:gd name="T4" fmla="*/ 2 w 23"/>
                  <a:gd name="T5" fmla="*/ 10 h 31"/>
                  <a:gd name="T6" fmla="*/ 0 w 23"/>
                  <a:gd name="T7" fmla="*/ 4 h 31"/>
                  <a:gd name="T8" fmla="*/ 0 w 23"/>
                  <a:gd name="T9" fmla="*/ 1 h 31"/>
                  <a:gd name="T10" fmla="*/ 3 w 23"/>
                  <a:gd name="T11" fmla="*/ 1 h 31"/>
                  <a:gd name="T12" fmla="*/ 7 w 23"/>
                  <a:gd name="T13" fmla="*/ 3 h 31"/>
                  <a:gd name="T14" fmla="*/ 11 w 23"/>
                  <a:gd name="T15" fmla="*/ 5 h 31"/>
                  <a:gd name="T16" fmla="*/ 15 w 23"/>
                  <a:gd name="T17" fmla="*/ 8 h 31"/>
                  <a:gd name="T18" fmla="*/ 15 w 23"/>
                  <a:gd name="T19" fmla="*/ 12 h 31"/>
                  <a:gd name="T20" fmla="*/ 17 w 23"/>
                  <a:gd name="T21" fmla="*/ 16 h 31"/>
                  <a:gd name="T22" fmla="*/ 20 w 23"/>
                  <a:gd name="T23" fmla="*/ 16 h 31"/>
                  <a:gd name="T24" fmla="*/ 23 w 23"/>
                  <a:gd name="T25" fmla="*/ 23 h 31"/>
                  <a:gd name="T26" fmla="*/ 23 w 23"/>
                  <a:gd name="T27" fmla="*/ 27 h 31"/>
                  <a:gd name="T28" fmla="*/ 23 w 23"/>
                  <a:gd name="T29" fmla="*/ 29 h 31"/>
                  <a:gd name="T30" fmla="*/ 21 w 23"/>
                  <a:gd name="T31" fmla="*/ 31 h 31"/>
                  <a:gd name="T32" fmla="*/ 16 w 23"/>
                  <a:gd name="T33" fmla="*/ 29 h 31"/>
                  <a:gd name="T34" fmla="*/ 14 w 23"/>
                  <a:gd name="T35" fmla="*/ 28 h 31"/>
                  <a:gd name="T36" fmla="*/ 4 w 23"/>
                  <a:gd name="T37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31">
                    <a:moveTo>
                      <a:pt x="4" y="16"/>
                    </a:moveTo>
                    <a:cubicBezTo>
                      <a:pt x="3" y="15"/>
                      <a:pt x="2" y="14"/>
                      <a:pt x="2" y="13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1" y="8"/>
                      <a:pt x="0" y="7"/>
                      <a:pt x="0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2" y="1"/>
                      <a:pt x="3" y="1"/>
                    </a:cubicBezTo>
                    <a:cubicBezTo>
                      <a:pt x="4" y="2"/>
                      <a:pt x="5" y="2"/>
                      <a:pt x="7" y="3"/>
                    </a:cubicBezTo>
                    <a:cubicBezTo>
                      <a:pt x="8" y="4"/>
                      <a:pt x="9" y="4"/>
                      <a:pt x="11" y="5"/>
                    </a:cubicBezTo>
                    <a:cubicBezTo>
                      <a:pt x="12" y="5"/>
                      <a:pt x="14" y="7"/>
                      <a:pt x="15" y="8"/>
                    </a:cubicBezTo>
                    <a:cubicBezTo>
                      <a:pt x="15" y="10"/>
                      <a:pt x="15" y="11"/>
                      <a:pt x="15" y="12"/>
                    </a:cubicBezTo>
                    <a:cubicBezTo>
                      <a:pt x="15" y="13"/>
                      <a:pt x="16" y="15"/>
                      <a:pt x="17" y="16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23" y="16"/>
                      <a:pt x="23" y="21"/>
                      <a:pt x="23" y="23"/>
                    </a:cubicBezTo>
                    <a:cubicBezTo>
                      <a:pt x="23" y="24"/>
                      <a:pt x="23" y="26"/>
                      <a:pt x="23" y="27"/>
                    </a:cubicBezTo>
                    <a:cubicBezTo>
                      <a:pt x="23" y="28"/>
                      <a:pt x="23" y="29"/>
                      <a:pt x="23" y="29"/>
                    </a:cubicBezTo>
                    <a:cubicBezTo>
                      <a:pt x="23" y="30"/>
                      <a:pt x="22" y="31"/>
                      <a:pt x="21" y="31"/>
                    </a:cubicBezTo>
                    <a:cubicBezTo>
                      <a:pt x="19" y="31"/>
                      <a:pt x="18" y="30"/>
                      <a:pt x="16" y="29"/>
                    </a:cubicBezTo>
                    <a:cubicBezTo>
                      <a:pt x="15" y="29"/>
                      <a:pt x="15" y="29"/>
                      <a:pt x="14" y="28"/>
                    </a:cubicBezTo>
                    <a:cubicBezTo>
                      <a:pt x="10" y="24"/>
                      <a:pt x="7" y="20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6" name="Freeform 2277">
                <a:extLst>
                  <a:ext uri="{FF2B5EF4-FFF2-40B4-BE49-F238E27FC236}">
                    <a16:creationId xmlns:a16="http://schemas.microsoft.com/office/drawing/2014/main" id="{BA39E635-0BD2-CB44-93DB-D5E1BD92E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717"/>
                <a:ext cx="2" cy="3"/>
              </a:xfrm>
              <a:custGeom>
                <a:avLst/>
                <a:gdLst>
                  <a:gd name="T0" fmla="*/ 0 w 5"/>
                  <a:gd name="T1" fmla="*/ 2 h 7"/>
                  <a:gd name="T2" fmla="*/ 3 w 5"/>
                  <a:gd name="T3" fmla="*/ 1 h 7"/>
                  <a:gd name="T4" fmla="*/ 2 w 5"/>
                  <a:gd name="T5" fmla="*/ 6 h 7"/>
                  <a:gd name="T6" fmla="*/ 0 w 5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5" y="2"/>
                      <a:pt x="4" y="5"/>
                      <a:pt x="2" y="6"/>
                    </a:cubicBezTo>
                    <a:cubicBezTo>
                      <a:pt x="0" y="7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7" name="Freeform 2278">
                <a:extLst>
                  <a:ext uri="{FF2B5EF4-FFF2-40B4-BE49-F238E27FC236}">
                    <a16:creationId xmlns:a16="http://schemas.microsoft.com/office/drawing/2014/main" id="{E8552460-D9AF-2947-B358-13DB1780B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709"/>
                <a:ext cx="5" cy="8"/>
              </a:xfrm>
              <a:custGeom>
                <a:avLst/>
                <a:gdLst>
                  <a:gd name="T0" fmla="*/ 2 w 11"/>
                  <a:gd name="T1" fmla="*/ 11 h 19"/>
                  <a:gd name="T2" fmla="*/ 0 w 11"/>
                  <a:gd name="T3" fmla="*/ 3 h 19"/>
                  <a:gd name="T4" fmla="*/ 4 w 11"/>
                  <a:gd name="T5" fmla="*/ 2 h 19"/>
                  <a:gd name="T6" fmla="*/ 5 w 11"/>
                  <a:gd name="T7" fmla="*/ 6 h 19"/>
                  <a:gd name="T8" fmla="*/ 8 w 11"/>
                  <a:gd name="T9" fmla="*/ 9 h 19"/>
                  <a:gd name="T10" fmla="*/ 10 w 11"/>
                  <a:gd name="T11" fmla="*/ 16 h 19"/>
                  <a:gd name="T12" fmla="*/ 8 w 11"/>
                  <a:gd name="T13" fmla="*/ 18 h 19"/>
                  <a:gd name="T14" fmla="*/ 5 w 11"/>
                  <a:gd name="T15" fmla="*/ 19 h 19"/>
                  <a:gd name="T16" fmla="*/ 4 w 11"/>
                  <a:gd name="T17" fmla="*/ 17 h 19"/>
                  <a:gd name="T18" fmla="*/ 2 w 11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9">
                    <a:moveTo>
                      <a:pt x="2" y="11"/>
                    </a:moveTo>
                    <a:cubicBezTo>
                      <a:pt x="1" y="9"/>
                      <a:pt x="0" y="6"/>
                      <a:pt x="0" y="3"/>
                    </a:cubicBezTo>
                    <a:cubicBezTo>
                      <a:pt x="0" y="1"/>
                      <a:pt x="2" y="0"/>
                      <a:pt x="4" y="2"/>
                    </a:cubicBezTo>
                    <a:cubicBezTo>
                      <a:pt x="4" y="3"/>
                      <a:pt x="4" y="5"/>
                      <a:pt x="5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10" y="10"/>
                      <a:pt x="11" y="13"/>
                      <a:pt x="10" y="16"/>
                    </a:cubicBezTo>
                    <a:cubicBezTo>
                      <a:pt x="10" y="17"/>
                      <a:pt x="9" y="18"/>
                      <a:pt x="8" y="18"/>
                    </a:cubicBezTo>
                    <a:cubicBezTo>
                      <a:pt x="8" y="18"/>
                      <a:pt x="6" y="19"/>
                      <a:pt x="5" y="19"/>
                    </a:cubicBezTo>
                    <a:cubicBezTo>
                      <a:pt x="5" y="19"/>
                      <a:pt x="4" y="17"/>
                      <a:pt x="4" y="17"/>
                    </a:cubicBezTo>
                    <a:cubicBezTo>
                      <a:pt x="2" y="15"/>
                      <a:pt x="2" y="13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8" name="Freeform 2279">
                <a:extLst>
                  <a:ext uri="{FF2B5EF4-FFF2-40B4-BE49-F238E27FC236}">
                    <a16:creationId xmlns:a16="http://schemas.microsoft.com/office/drawing/2014/main" id="{BA006525-0C8D-FD46-A8FA-05968475D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715"/>
                <a:ext cx="4" cy="3"/>
              </a:xfrm>
              <a:custGeom>
                <a:avLst/>
                <a:gdLst>
                  <a:gd name="T0" fmla="*/ 1 w 11"/>
                  <a:gd name="T1" fmla="*/ 1 h 9"/>
                  <a:gd name="T2" fmla="*/ 9 w 11"/>
                  <a:gd name="T3" fmla="*/ 5 h 9"/>
                  <a:gd name="T4" fmla="*/ 10 w 11"/>
                  <a:gd name="T5" fmla="*/ 8 h 9"/>
                  <a:gd name="T6" fmla="*/ 6 w 11"/>
                  <a:gd name="T7" fmla="*/ 9 h 9"/>
                  <a:gd name="T8" fmla="*/ 1 w 11"/>
                  <a:gd name="T9" fmla="*/ 5 h 9"/>
                  <a:gd name="T10" fmla="*/ 1 w 11"/>
                  <a:gd name="T1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" y="1"/>
                    </a:moveTo>
                    <a:cubicBezTo>
                      <a:pt x="4" y="0"/>
                      <a:pt x="8" y="3"/>
                      <a:pt x="9" y="5"/>
                    </a:cubicBezTo>
                    <a:cubicBezTo>
                      <a:pt x="10" y="6"/>
                      <a:pt x="11" y="7"/>
                      <a:pt x="10" y="8"/>
                    </a:cubicBezTo>
                    <a:cubicBezTo>
                      <a:pt x="10" y="9"/>
                      <a:pt x="8" y="9"/>
                      <a:pt x="6" y="9"/>
                    </a:cubicBezTo>
                    <a:cubicBezTo>
                      <a:pt x="4" y="8"/>
                      <a:pt x="3" y="6"/>
                      <a:pt x="1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9" name="Freeform 2280">
                <a:extLst>
                  <a:ext uri="{FF2B5EF4-FFF2-40B4-BE49-F238E27FC236}">
                    <a16:creationId xmlns:a16="http://schemas.microsoft.com/office/drawing/2014/main" id="{CBAA3D6A-7F95-C547-95F8-D5B353BC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704"/>
                <a:ext cx="14" cy="10"/>
              </a:xfrm>
              <a:custGeom>
                <a:avLst/>
                <a:gdLst>
                  <a:gd name="T0" fmla="*/ 18 w 36"/>
                  <a:gd name="T1" fmla="*/ 23 h 23"/>
                  <a:gd name="T2" fmla="*/ 13 w 36"/>
                  <a:gd name="T3" fmla="*/ 21 h 23"/>
                  <a:gd name="T4" fmla="*/ 4 w 36"/>
                  <a:gd name="T5" fmla="*/ 17 h 23"/>
                  <a:gd name="T6" fmla="*/ 4 w 36"/>
                  <a:gd name="T7" fmla="*/ 14 h 23"/>
                  <a:gd name="T8" fmla="*/ 4 w 36"/>
                  <a:gd name="T9" fmla="*/ 9 h 23"/>
                  <a:gd name="T10" fmla="*/ 2 w 36"/>
                  <a:gd name="T11" fmla="*/ 5 h 23"/>
                  <a:gd name="T12" fmla="*/ 2 w 36"/>
                  <a:gd name="T13" fmla="*/ 1 h 23"/>
                  <a:gd name="T14" fmla="*/ 6 w 36"/>
                  <a:gd name="T15" fmla="*/ 3 h 23"/>
                  <a:gd name="T16" fmla="*/ 10 w 36"/>
                  <a:gd name="T17" fmla="*/ 1 h 23"/>
                  <a:gd name="T18" fmla="*/ 13 w 36"/>
                  <a:gd name="T19" fmla="*/ 1 h 23"/>
                  <a:gd name="T20" fmla="*/ 16 w 36"/>
                  <a:gd name="T21" fmla="*/ 5 h 23"/>
                  <a:gd name="T22" fmla="*/ 19 w 36"/>
                  <a:gd name="T23" fmla="*/ 8 h 23"/>
                  <a:gd name="T24" fmla="*/ 20 w 36"/>
                  <a:gd name="T25" fmla="*/ 4 h 23"/>
                  <a:gd name="T26" fmla="*/ 25 w 36"/>
                  <a:gd name="T27" fmla="*/ 4 h 23"/>
                  <a:gd name="T28" fmla="*/ 28 w 36"/>
                  <a:gd name="T29" fmla="*/ 7 h 23"/>
                  <a:gd name="T30" fmla="*/ 29 w 36"/>
                  <a:gd name="T31" fmla="*/ 12 h 23"/>
                  <a:gd name="T32" fmla="*/ 33 w 36"/>
                  <a:gd name="T33" fmla="*/ 14 h 23"/>
                  <a:gd name="T34" fmla="*/ 31 w 36"/>
                  <a:gd name="T35" fmla="*/ 21 h 23"/>
                  <a:gd name="T36" fmla="*/ 23 w 36"/>
                  <a:gd name="T37" fmla="*/ 21 h 23"/>
                  <a:gd name="T38" fmla="*/ 18 w 36"/>
                  <a:gd name="T3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23">
                    <a:moveTo>
                      <a:pt x="18" y="23"/>
                    </a:moveTo>
                    <a:cubicBezTo>
                      <a:pt x="16" y="23"/>
                      <a:pt x="14" y="22"/>
                      <a:pt x="13" y="21"/>
                    </a:cubicBezTo>
                    <a:cubicBezTo>
                      <a:pt x="10" y="20"/>
                      <a:pt x="6" y="20"/>
                      <a:pt x="4" y="17"/>
                    </a:cubicBezTo>
                    <a:cubicBezTo>
                      <a:pt x="4" y="16"/>
                      <a:pt x="4" y="15"/>
                      <a:pt x="4" y="14"/>
                    </a:cubicBezTo>
                    <a:cubicBezTo>
                      <a:pt x="4" y="12"/>
                      <a:pt x="4" y="11"/>
                      <a:pt x="4" y="9"/>
                    </a:cubicBezTo>
                    <a:cubicBezTo>
                      <a:pt x="4" y="8"/>
                      <a:pt x="3" y="6"/>
                      <a:pt x="2" y="5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3" y="1"/>
                      <a:pt x="5" y="2"/>
                      <a:pt x="6" y="3"/>
                    </a:cubicBezTo>
                    <a:cubicBezTo>
                      <a:pt x="8" y="4"/>
                      <a:pt x="9" y="3"/>
                      <a:pt x="10" y="1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4" y="2"/>
                      <a:pt x="15" y="4"/>
                      <a:pt x="16" y="5"/>
                    </a:cubicBezTo>
                    <a:cubicBezTo>
                      <a:pt x="16" y="6"/>
                      <a:pt x="17" y="8"/>
                      <a:pt x="19" y="8"/>
                    </a:cubicBezTo>
                    <a:cubicBezTo>
                      <a:pt x="20" y="7"/>
                      <a:pt x="19" y="5"/>
                      <a:pt x="20" y="4"/>
                    </a:cubicBezTo>
                    <a:cubicBezTo>
                      <a:pt x="21" y="3"/>
                      <a:pt x="23" y="3"/>
                      <a:pt x="25" y="4"/>
                    </a:cubicBezTo>
                    <a:cubicBezTo>
                      <a:pt x="26" y="4"/>
                      <a:pt x="28" y="6"/>
                      <a:pt x="28" y="7"/>
                    </a:cubicBezTo>
                    <a:cubicBezTo>
                      <a:pt x="28" y="9"/>
                      <a:pt x="27" y="11"/>
                      <a:pt x="29" y="12"/>
                    </a:cubicBezTo>
                    <a:cubicBezTo>
                      <a:pt x="30" y="13"/>
                      <a:pt x="32" y="13"/>
                      <a:pt x="33" y="14"/>
                    </a:cubicBezTo>
                    <a:cubicBezTo>
                      <a:pt x="36" y="17"/>
                      <a:pt x="33" y="20"/>
                      <a:pt x="31" y="21"/>
                    </a:cubicBezTo>
                    <a:cubicBezTo>
                      <a:pt x="28" y="22"/>
                      <a:pt x="26" y="21"/>
                      <a:pt x="23" y="21"/>
                    </a:cubicBezTo>
                    <a:cubicBezTo>
                      <a:pt x="22" y="22"/>
                      <a:pt x="20" y="23"/>
                      <a:pt x="18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0" name="Freeform 2281">
                <a:extLst>
                  <a:ext uri="{FF2B5EF4-FFF2-40B4-BE49-F238E27FC236}">
                    <a16:creationId xmlns:a16="http://schemas.microsoft.com/office/drawing/2014/main" id="{E5B56601-5D48-4840-A9CD-6207B2831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707"/>
                <a:ext cx="2" cy="2"/>
              </a:xfrm>
              <a:custGeom>
                <a:avLst/>
                <a:gdLst>
                  <a:gd name="T0" fmla="*/ 4 w 6"/>
                  <a:gd name="T1" fmla="*/ 0 h 6"/>
                  <a:gd name="T2" fmla="*/ 6 w 6"/>
                  <a:gd name="T3" fmla="*/ 1 h 6"/>
                  <a:gd name="T4" fmla="*/ 6 w 6"/>
                  <a:gd name="T5" fmla="*/ 3 h 6"/>
                  <a:gd name="T6" fmla="*/ 4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4" y="6"/>
                      <a:pt x="0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1" name="Freeform 2282">
                <a:extLst>
                  <a:ext uri="{FF2B5EF4-FFF2-40B4-BE49-F238E27FC236}">
                    <a16:creationId xmlns:a16="http://schemas.microsoft.com/office/drawing/2014/main" id="{C6EBB2B5-0B06-7749-BBF9-5949FDB5F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699"/>
                <a:ext cx="4" cy="5"/>
              </a:xfrm>
              <a:custGeom>
                <a:avLst/>
                <a:gdLst>
                  <a:gd name="T0" fmla="*/ 0 w 10"/>
                  <a:gd name="T1" fmla="*/ 2 h 12"/>
                  <a:gd name="T2" fmla="*/ 1 w 10"/>
                  <a:gd name="T3" fmla="*/ 0 h 12"/>
                  <a:gd name="T4" fmla="*/ 5 w 10"/>
                  <a:gd name="T5" fmla="*/ 2 h 12"/>
                  <a:gd name="T6" fmla="*/ 7 w 10"/>
                  <a:gd name="T7" fmla="*/ 4 h 12"/>
                  <a:gd name="T8" fmla="*/ 9 w 10"/>
                  <a:gd name="T9" fmla="*/ 7 h 12"/>
                  <a:gd name="T10" fmla="*/ 10 w 10"/>
                  <a:gd name="T11" fmla="*/ 9 h 12"/>
                  <a:gd name="T12" fmla="*/ 5 w 10"/>
                  <a:gd name="T13" fmla="*/ 8 h 12"/>
                  <a:gd name="T14" fmla="*/ 3 w 10"/>
                  <a:gd name="T15" fmla="*/ 5 h 12"/>
                  <a:gd name="T16" fmla="*/ 0 w 10"/>
                  <a:gd name="T1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6" y="4"/>
                      <a:pt x="7" y="4"/>
                    </a:cubicBezTo>
                    <a:cubicBezTo>
                      <a:pt x="8" y="5"/>
                      <a:pt x="9" y="6"/>
                      <a:pt x="9" y="7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9" y="12"/>
                      <a:pt x="5" y="10"/>
                      <a:pt x="5" y="8"/>
                    </a:cubicBezTo>
                    <a:cubicBezTo>
                      <a:pt x="4" y="7"/>
                      <a:pt x="4" y="6"/>
                      <a:pt x="3" y="5"/>
                    </a:cubicBezTo>
                    <a:cubicBezTo>
                      <a:pt x="2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2" name="Freeform 2283">
                <a:extLst>
                  <a:ext uri="{FF2B5EF4-FFF2-40B4-BE49-F238E27FC236}">
                    <a16:creationId xmlns:a16="http://schemas.microsoft.com/office/drawing/2014/main" id="{DEA7208F-D57A-8E46-8199-F9A1C97B0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698"/>
                <a:ext cx="4" cy="4"/>
              </a:xfrm>
              <a:custGeom>
                <a:avLst/>
                <a:gdLst>
                  <a:gd name="T0" fmla="*/ 2 w 9"/>
                  <a:gd name="T1" fmla="*/ 8 h 8"/>
                  <a:gd name="T2" fmla="*/ 1 w 9"/>
                  <a:gd name="T3" fmla="*/ 4 h 8"/>
                  <a:gd name="T4" fmla="*/ 4 w 9"/>
                  <a:gd name="T5" fmla="*/ 1 h 8"/>
                  <a:gd name="T6" fmla="*/ 6 w 9"/>
                  <a:gd name="T7" fmla="*/ 2 h 8"/>
                  <a:gd name="T8" fmla="*/ 7 w 9"/>
                  <a:gd name="T9" fmla="*/ 4 h 8"/>
                  <a:gd name="T10" fmla="*/ 8 w 9"/>
                  <a:gd name="T11" fmla="*/ 7 h 8"/>
                  <a:gd name="T12" fmla="*/ 5 w 9"/>
                  <a:gd name="T13" fmla="*/ 8 h 8"/>
                  <a:gd name="T14" fmla="*/ 2 w 9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2" y="8"/>
                    </a:moveTo>
                    <a:cubicBezTo>
                      <a:pt x="2" y="6"/>
                      <a:pt x="0" y="5"/>
                      <a:pt x="1" y="4"/>
                    </a:cubicBezTo>
                    <a:cubicBezTo>
                      <a:pt x="1" y="2"/>
                      <a:pt x="2" y="0"/>
                      <a:pt x="4" y="1"/>
                    </a:cubicBezTo>
                    <a:cubicBezTo>
                      <a:pt x="5" y="1"/>
                      <a:pt x="6" y="1"/>
                      <a:pt x="6" y="2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8" y="5"/>
                      <a:pt x="9" y="6"/>
                      <a:pt x="8" y="7"/>
                    </a:cubicBezTo>
                    <a:cubicBezTo>
                      <a:pt x="7" y="8"/>
                      <a:pt x="6" y="8"/>
                      <a:pt x="5" y="8"/>
                    </a:cubicBezTo>
                    <a:cubicBezTo>
                      <a:pt x="5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3" name="Freeform 2284">
                <a:extLst>
                  <a:ext uri="{FF2B5EF4-FFF2-40B4-BE49-F238E27FC236}">
                    <a16:creationId xmlns:a16="http://schemas.microsoft.com/office/drawing/2014/main" id="{A1FBF0C8-99F3-6549-AD2D-6DDF233C6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699"/>
                <a:ext cx="8" cy="14"/>
              </a:xfrm>
              <a:custGeom>
                <a:avLst/>
                <a:gdLst>
                  <a:gd name="T0" fmla="*/ 18 w 20"/>
                  <a:gd name="T1" fmla="*/ 23 h 34"/>
                  <a:gd name="T2" fmla="*/ 18 w 20"/>
                  <a:gd name="T3" fmla="*/ 23 h 34"/>
                  <a:gd name="T4" fmla="*/ 16 w 20"/>
                  <a:gd name="T5" fmla="*/ 22 h 34"/>
                  <a:gd name="T6" fmla="*/ 15 w 20"/>
                  <a:gd name="T7" fmla="*/ 20 h 34"/>
                  <a:gd name="T8" fmla="*/ 16 w 20"/>
                  <a:gd name="T9" fmla="*/ 20 h 34"/>
                  <a:gd name="T10" fmla="*/ 16 w 20"/>
                  <a:gd name="T11" fmla="*/ 15 h 34"/>
                  <a:gd name="T12" fmla="*/ 14 w 20"/>
                  <a:gd name="T13" fmla="*/ 14 h 34"/>
                  <a:gd name="T14" fmla="*/ 15 w 20"/>
                  <a:gd name="T15" fmla="*/ 12 h 34"/>
                  <a:gd name="T16" fmla="*/ 19 w 20"/>
                  <a:gd name="T17" fmla="*/ 10 h 34"/>
                  <a:gd name="T18" fmla="*/ 16 w 20"/>
                  <a:gd name="T19" fmla="*/ 6 h 34"/>
                  <a:gd name="T20" fmla="*/ 14 w 20"/>
                  <a:gd name="T21" fmla="*/ 4 h 34"/>
                  <a:gd name="T22" fmla="*/ 13 w 20"/>
                  <a:gd name="T23" fmla="*/ 2 h 34"/>
                  <a:gd name="T24" fmla="*/ 8 w 20"/>
                  <a:gd name="T25" fmla="*/ 1 h 34"/>
                  <a:gd name="T26" fmla="*/ 4 w 20"/>
                  <a:gd name="T27" fmla="*/ 1 h 34"/>
                  <a:gd name="T28" fmla="*/ 1 w 20"/>
                  <a:gd name="T29" fmla="*/ 5 h 34"/>
                  <a:gd name="T30" fmla="*/ 3 w 20"/>
                  <a:gd name="T31" fmla="*/ 8 h 34"/>
                  <a:gd name="T32" fmla="*/ 6 w 20"/>
                  <a:gd name="T33" fmla="*/ 11 h 34"/>
                  <a:gd name="T34" fmla="*/ 2 w 20"/>
                  <a:gd name="T35" fmla="*/ 11 h 34"/>
                  <a:gd name="T36" fmla="*/ 0 w 20"/>
                  <a:gd name="T37" fmla="*/ 14 h 34"/>
                  <a:gd name="T38" fmla="*/ 2 w 20"/>
                  <a:gd name="T39" fmla="*/ 18 h 34"/>
                  <a:gd name="T40" fmla="*/ 6 w 20"/>
                  <a:gd name="T41" fmla="*/ 21 h 34"/>
                  <a:gd name="T42" fmla="*/ 8 w 20"/>
                  <a:gd name="T43" fmla="*/ 25 h 34"/>
                  <a:gd name="T44" fmla="*/ 10 w 20"/>
                  <a:gd name="T45" fmla="*/ 27 h 34"/>
                  <a:gd name="T46" fmla="*/ 12 w 20"/>
                  <a:gd name="T47" fmla="*/ 30 h 34"/>
                  <a:gd name="T48" fmla="*/ 17 w 20"/>
                  <a:gd name="T49" fmla="*/ 33 h 34"/>
                  <a:gd name="T50" fmla="*/ 19 w 20"/>
                  <a:gd name="T51" fmla="*/ 31 h 34"/>
                  <a:gd name="T52" fmla="*/ 20 w 20"/>
                  <a:gd name="T53" fmla="*/ 29 h 34"/>
                  <a:gd name="T54" fmla="*/ 20 w 20"/>
                  <a:gd name="T55" fmla="*/ 28 h 34"/>
                  <a:gd name="T56" fmla="*/ 20 w 20"/>
                  <a:gd name="T57" fmla="*/ 27 h 34"/>
                  <a:gd name="T58" fmla="*/ 18 w 20"/>
                  <a:gd name="T59" fmla="*/ 25 h 34"/>
                  <a:gd name="T60" fmla="*/ 18 w 20"/>
                  <a:gd name="T61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0" h="34">
                    <a:moveTo>
                      <a:pt x="18" y="23"/>
                    </a:move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2"/>
                      <a:pt x="16" y="23"/>
                      <a:pt x="16" y="22"/>
                    </a:cubicBezTo>
                    <a:cubicBezTo>
                      <a:pt x="15" y="22"/>
                      <a:pt x="14" y="21"/>
                      <a:pt x="15" y="20"/>
                    </a:cubicBezTo>
                    <a:cubicBezTo>
                      <a:pt x="15" y="19"/>
                      <a:pt x="15" y="20"/>
                      <a:pt x="16" y="20"/>
                    </a:cubicBezTo>
                    <a:cubicBezTo>
                      <a:pt x="18" y="19"/>
                      <a:pt x="17" y="15"/>
                      <a:pt x="16" y="15"/>
                    </a:cubicBezTo>
                    <a:cubicBezTo>
                      <a:pt x="15" y="15"/>
                      <a:pt x="14" y="15"/>
                      <a:pt x="14" y="14"/>
                    </a:cubicBezTo>
                    <a:cubicBezTo>
                      <a:pt x="13" y="13"/>
                      <a:pt x="14" y="12"/>
                      <a:pt x="15" y="12"/>
                    </a:cubicBezTo>
                    <a:cubicBezTo>
                      <a:pt x="16" y="11"/>
                      <a:pt x="18" y="12"/>
                      <a:pt x="19" y="10"/>
                    </a:cubicBezTo>
                    <a:cubicBezTo>
                      <a:pt x="19" y="8"/>
                      <a:pt x="17" y="7"/>
                      <a:pt x="16" y="6"/>
                    </a:cubicBezTo>
                    <a:cubicBezTo>
                      <a:pt x="15" y="6"/>
                      <a:pt x="14" y="5"/>
                      <a:pt x="14" y="4"/>
                    </a:cubicBezTo>
                    <a:cubicBezTo>
                      <a:pt x="14" y="3"/>
                      <a:pt x="13" y="3"/>
                      <a:pt x="13" y="2"/>
                    </a:cubicBezTo>
                    <a:cubicBezTo>
                      <a:pt x="12" y="0"/>
                      <a:pt x="9" y="0"/>
                      <a:pt x="8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2" y="2"/>
                      <a:pt x="2" y="3"/>
                      <a:pt x="1" y="5"/>
                    </a:cubicBezTo>
                    <a:cubicBezTo>
                      <a:pt x="1" y="6"/>
                      <a:pt x="1" y="7"/>
                      <a:pt x="3" y="8"/>
                    </a:cubicBezTo>
                    <a:cubicBezTo>
                      <a:pt x="4" y="9"/>
                      <a:pt x="7" y="9"/>
                      <a:pt x="6" y="11"/>
                    </a:cubicBezTo>
                    <a:cubicBezTo>
                      <a:pt x="5" y="13"/>
                      <a:pt x="3" y="11"/>
                      <a:pt x="2" y="11"/>
                    </a:cubicBezTo>
                    <a:cubicBezTo>
                      <a:pt x="0" y="11"/>
                      <a:pt x="0" y="13"/>
                      <a:pt x="0" y="14"/>
                    </a:cubicBezTo>
                    <a:cubicBezTo>
                      <a:pt x="0" y="16"/>
                      <a:pt x="1" y="17"/>
                      <a:pt x="2" y="18"/>
                    </a:cubicBezTo>
                    <a:cubicBezTo>
                      <a:pt x="3" y="19"/>
                      <a:pt x="5" y="19"/>
                      <a:pt x="6" y="21"/>
                    </a:cubicBezTo>
                    <a:cubicBezTo>
                      <a:pt x="6" y="23"/>
                      <a:pt x="6" y="24"/>
                      <a:pt x="8" y="25"/>
                    </a:cubicBezTo>
                    <a:cubicBezTo>
                      <a:pt x="9" y="25"/>
                      <a:pt x="10" y="26"/>
                      <a:pt x="10" y="27"/>
                    </a:cubicBezTo>
                    <a:cubicBezTo>
                      <a:pt x="11" y="28"/>
                      <a:pt x="11" y="29"/>
                      <a:pt x="12" y="30"/>
                    </a:cubicBezTo>
                    <a:cubicBezTo>
                      <a:pt x="13" y="32"/>
                      <a:pt x="15" y="34"/>
                      <a:pt x="17" y="33"/>
                    </a:cubicBezTo>
                    <a:cubicBezTo>
                      <a:pt x="19" y="33"/>
                      <a:pt x="18" y="32"/>
                      <a:pt x="19" y="31"/>
                    </a:cubicBezTo>
                    <a:cubicBezTo>
                      <a:pt x="19" y="30"/>
                      <a:pt x="20" y="30"/>
                      <a:pt x="20" y="29"/>
                    </a:cubicBezTo>
                    <a:cubicBezTo>
                      <a:pt x="20" y="29"/>
                      <a:pt x="20" y="28"/>
                      <a:pt x="20" y="28"/>
                    </a:cubicBezTo>
                    <a:cubicBezTo>
                      <a:pt x="20" y="28"/>
                      <a:pt x="20" y="27"/>
                      <a:pt x="20" y="27"/>
                    </a:cubicBezTo>
                    <a:cubicBezTo>
                      <a:pt x="19" y="26"/>
                      <a:pt x="19" y="26"/>
                      <a:pt x="18" y="25"/>
                    </a:cubicBezTo>
                    <a:cubicBezTo>
                      <a:pt x="18" y="24"/>
                      <a:pt x="18" y="23"/>
                      <a:pt x="18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4" name="Freeform 2285">
                <a:extLst>
                  <a:ext uri="{FF2B5EF4-FFF2-40B4-BE49-F238E27FC236}">
                    <a16:creationId xmlns:a16="http://schemas.microsoft.com/office/drawing/2014/main" id="{C9F40652-421B-8D40-BD60-C206945B2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696"/>
                <a:ext cx="6" cy="6"/>
              </a:xfrm>
              <a:custGeom>
                <a:avLst/>
                <a:gdLst>
                  <a:gd name="T0" fmla="*/ 4 w 15"/>
                  <a:gd name="T1" fmla="*/ 12 h 13"/>
                  <a:gd name="T2" fmla="*/ 3 w 15"/>
                  <a:gd name="T3" fmla="*/ 12 h 13"/>
                  <a:gd name="T4" fmla="*/ 2 w 15"/>
                  <a:gd name="T5" fmla="*/ 11 h 13"/>
                  <a:gd name="T6" fmla="*/ 1 w 15"/>
                  <a:gd name="T7" fmla="*/ 10 h 13"/>
                  <a:gd name="T8" fmla="*/ 1 w 15"/>
                  <a:gd name="T9" fmla="*/ 9 h 13"/>
                  <a:gd name="T10" fmla="*/ 0 w 15"/>
                  <a:gd name="T11" fmla="*/ 8 h 13"/>
                  <a:gd name="T12" fmla="*/ 1 w 15"/>
                  <a:gd name="T13" fmla="*/ 6 h 13"/>
                  <a:gd name="T14" fmla="*/ 3 w 15"/>
                  <a:gd name="T15" fmla="*/ 5 h 13"/>
                  <a:gd name="T16" fmla="*/ 4 w 15"/>
                  <a:gd name="T17" fmla="*/ 2 h 13"/>
                  <a:gd name="T18" fmla="*/ 7 w 15"/>
                  <a:gd name="T19" fmla="*/ 1 h 13"/>
                  <a:gd name="T20" fmla="*/ 9 w 15"/>
                  <a:gd name="T21" fmla="*/ 3 h 13"/>
                  <a:gd name="T22" fmla="*/ 10 w 15"/>
                  <a:gd name="T23" fmla="*/ 3 h 13"/>
                  <a:gd name="T24" fmla="*/ 12 w 15"/>
                  <a:gd name="T25" fmla="*/ 6 h 13"/>
                  <a:gd name="T26" fmla="*/ 14 w 15"/>
                  <a:gd name="T27" fmla="*/ 8 h 13"/>
                  <a:gd name="T28" fmla="*/ 14 w 15"/>
                  <a:gd name="T29" fmla="*/ 11 h 13"/>
                  <a:gd name="T30" fmla="*/ 9 w 15"/>
                  <a:gd name="T31" fmla="*/ 12 h 13"/>
                  <a:gd name="T32" fmla="*/ 7 w 15"/>
                  <a:gd name="T33" fmla="*/ 12 h 13"/>
                  <a:gd name="T34" fmla="*/ 4 w 15"/>
                  <a:gd name="T3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13">
                    <a:moveTo>
                      <a:pt x="4" y="12"/>
                    </a:move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2" y="12"/>
                      <a:pt x="2" y="11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7"/>
                      <a:pt x="1" y="7"/>
                      <a:pt x="1" y="6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8" y="1"/>
                      <a:pt x="8" y="2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7"/>
                      <a:pt x="13" y="7"/>
                      <a:pt x="14" y="8"/>
                    </a:cubicBezTo>
                    <a:cubicBezTo>
                      <a:pt x="14" y="9"/>
                      <a:pt x="15" y="10"/>
                      <a:pt x="14" y="11"/>
                    </a:cubicBezTo>
                    <a:cubicBezTo>
                      <a:pt x="13" y="12"/>
                      <a:pt x="11" y="13"/>
                      <a:pt x="9" y="12"/>
                    </a:cubicBezTo>
                    <a:cubicBezTo>
                      <a:pt x="9" y="12"/>
                      <a:pt x="8" y="12"/>
                      <a:pt x="7" y="12"/>
                    </a:cubicBezTo>
                    <a:cubicBezTo>
                      <a:pt x="6" y="12"/>
                      <a:pt x="5" y="12"/>
                      <a:pt x="4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5" name="Freeform 2286">
                <a:extLst>
                  <a:ext uri="{FF2B5EF4-FFF2-40B4-BE49-F238E27FC236}">
                    <a16:creationId xmlns:a16="http://schemas.microsoft.com/office/drawing/2014/main" id="{D00432D7-4D8D-A041-A531-CE3EB92BB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702"/>
                <a:ext cx="2" cy="2"/>
              </a:xfrm>
              <a:custGeom>
                <a:avLst/>
                <a:gdLst>
                  <a:gd name="T0" fmla="*/ 1 w 6"/>
                  <a:gd name="T1" fmla="*/ 3 h 4"/>
                  <a:gd name="T2" fmla="*/ 0 w 6"/>
                  <a:gd name="T3" fmla="*/ 2 h 4"/>
                  <a:gd name="T4" fmla="*/ 2 w 6"/>
                  <a:gd name="T5" fmla="*/ 0 h 4"/>
                  <a:gd name="T6" fmla="*/ 5 w 6"/>
                  <a:gd name="T7" fmla="*/ 1 h 4"/>
                  <a:gd name="T8" fmla="*/ 4 w 6"/>
                  <a:gd name="T9" fmla="*/ 3 h 4"/>
                  <a:gd name="T10" fmla="*/ 1 w 6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6" y="0"/>
                      <a:pt x="5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6" name="Freeform 2287">
                <a:extLst>
                  <a:ext uri="{FF2B5EF4-FFF2-40B4-BE49-F238E27FC236}">
                    <a16:creationId xmlns:a16="http://schemas.microsoft.com/office/drawing/2014/main" id="{A753CA89-2F01-3746-9DA0-A7E883D40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549"/>
                <a:ext cx="4" cy="3"/>
              </a:xfrm>
              <a:custGeom>
                <a:avLst/>
                <a:gdLst>
                  <a:gd name="T0" fmla="*/ 3 w 9"/>
                  <a:gd name="T1" fmla="*/ 0 h 8"/>
                  <a:gd name="T2" fmla="*/ 8 w 9"/>
                  <a:gd name="T3" fmla="*/ 2 h 8"/>
                  <a:gd name="T4" fmla="*/ 3 w 9"/>
                  <a:gd name="T5" fmla="*/ 5 h 8"/>
                  <a:gd name="T6" fmla="*/ 3 w 9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cubicBezTo>
                      <a:pt x="4" y="0"/>
                      <a:pt x="7" y="1"/>
                      <a:pt x="8" y="2"/>
                    </a:cubicBezTo>
                    <a:cubicBezTo>
                      <a:pt x="9" y="5"/>
                      <a:pt x="5" y="8"/>
                      <a:pt x="3" y="5"/>
                    </a:cubicBezTo>
                    <a:cubicBezTo>
                      <a:pt x="2" y="4"/>
                      <a:pt x="0" y="1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7" name="Freeform 2288">
                <a:extLst>
                  <a:ext uri="{FF2B5EF4-FFF2-40B4-BE49-F238E27FC236}">
                    <a16:creationId xmlns:a16="http://schemas.microsoft.com/office/drawing/2014/main" id="{FCC86518-1153-E64E-B9E8-D62B7D618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1552"/>
                <a:ext cx="3" cy="3"/>
              </a:xfrm>
              <a:custGeom>
                <a:avLst/>
                <a:gdLst>
                  <a:gd name="T0" fmla="*/ 1 w 9"/>
                  <a:gd name="T1" fmla="*/ 3 h 7"/>
                  <a:gd name="T2" fmla="*/ 1 w 9"/>
                  <a:gd name="T3" fmla="*/ 2 h 7"/>
                  <a:gd name="T4" fmla="*/ 3 w 9"/>
                  <a:gd name="T5" fmla="*/ 1 h 7"/>
                  <a:gd name="T6" fmla="*/ 8 w 9"/>
                  <a:gd name="T7" fmla="*/ 1 h 7"/>
                  <a:gd name="T8" fmla="*/ 8 w 9"/>
                  <a:gd name="T9" fmla="*/ 4 h 7"/>
                  <a:gd name="T10" fmla="*/ 5 w 9"/>
                  <a:gd name="T11" fmla="*/ 6 h 7"/>
                  <a:gd name="T12" fmla="*/ 1 w 9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2"/>
                      <a:pt x="8" y="4"/>
                      <a:pt x="8" y="4"/>
                    </a:cubicBezTo>
                    <a:cubicBezTo>
                      <a:pt x="7" y="5"/>
                      <a:pt x="6" y="6"/>
                      <a:pt x="5" y="6"/>
                    </a:cubicBezTo>
                    <a:cubicBezTo>
                      <a:pt x="4" y="7"/>
                      <a:pt x="0" y="5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8" name="Freeform 2289">
                <a:extLst>
                  <a:ext uri="{FF2B5EF4-FFF2-40B4-BE49-F238E27FC236}">
                    <a16:creationId xmlns:a16="http://schemas.microsoft.com/office/drawing/2014/main" id="{C81A5C42-0054-4E42-85A0-24918681A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599"/>
                <a:ext cx="5" cy="3"/>
              </a:xfrm>
              <a:custGeom>
                <a:avLst/>
                <a:gdLst>
                  <a:gd name="T0" fmla="*/ 4 w 12"/>
                  <a:gd name="T1" fmla="*/ 6 h 6"/>
                  <a:gd name="T2" fmla="*/ 3 w 12"/>
                  <a:gd name="T3" fmla="*/ 6 h 6"/>
                  <a:gd name="T4" fmla="*/ 1 w 12"/>
                  <a:gd name="T5" fmla="*/ 5 h 6"/>
                  <a:gd name="T6" fmla="*/ 1 w 12"/>
                  <a:gd name="T7" fmla="*/ 3 h 6"/>
                  <a:gd name="T8" fmla="*/ 4 w 12"/>
                  <a:gd name="T9" fmla="*/ 1 h 6"/>
                  <a:gd name="T10" fmla="*/ 9 w 12"/>
                  <a:gd name="T11" fmla="*/ 1 h 6"/>
                  <a:gd name="T12" fmla="*/ 11 w 12"/>
                  <a:gd name="T13" fmla="*/ 2 h 6"/>
                  <a:gd name="T14" fmla="*/ 9 w 12"/>
                  <a:gd name="T15" fmla="*/ 5 h 6"/>
                  <a:gd name="T16" fmla="*/ 4 w 12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6">
                    <a:moveTo>
                      <a:pt x="4" y="6"/>
                    </a:moveTo>
                    <a:cubicBezTo>
                      <a:pt x="4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6" y="2"/>
                      <a:pt x="7" y="1"/>
                      <a:pt x="9" y="1"/>
                    </a:cubicBezTo>
                    <a:cubicBezTo>
                      <a:pt x="10" y="1"/>
                      <a:pt x="11" y="1"/>
                      <a:pt x="11" y="2"/>
                    </a:cubicBezTo>
                    <a:cubicBezTo>
                      <a:pt x="12" y="3"/>
                      <a:pt x="10" y="5"/>
                      <a:pt x="9" y="5"/>
                    </a:cubicBezTo>
                    <a:cubicBezTo>
                      <a:pt x="7" y="6"/>
                      <a:pt x="5" y="6"/>
                      <a:pt x="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9" name="Freeform 2290">
                <a:extLst>
                  <a:ext uri="{FF2B5EF4-FFF2-40B4-BE49-F238E27FC236}">
                    <a16:creationId xmlns:a16="http://schemas.microsoft.com/office/drawing/2014/main" id="{B1D18415-FE4A-0F40-B285-FEDB9A1F8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593"/>
                <a:ext cx="4" cy="4"/>
              </a:xfrm>
              <a:custGeom>
                <a:avLst/>
                <a:gdLst>
                  <a:gd name="T0" fmla="*/ 2 w 11"/>
                  <a:gd name="T1" fmla="*/ 1 h 10"/>
                  <a:gd name="T2" fmla="*/ 5 w 11"/>
                  <a:gd name="T3" fmla="*/ 0 h 10"/>
                  <a:gd name="T4" fmla="*/ 7 w 11"/>
                  <a:gd name="T5" fmla="*/ 3 h 10"/>
                  <a:gd name="T6" fmla="*/ 10 w 11"/>
                  <a:gd name="T7" fmla="*/ 3 h 10"/>
                  <a:gd name="T8" fmla="*/ 11 w 11"/>
                  <a:gd name="T9" fmla="*/ 6 h 10"/>
                  <a:gd name="T10" fmla="*/ 3 w 11"/>
                  <a:gd name="T11" fmla="*/ 9 h 10"/>
                  <a:gd name="T12" fmla="*/ 0 w 11"/>
                  <a:gd name="T13" fmla="*/ 6 h 10"/>
                  <a:gd name="T14" fmla="*/ 2 w 11"/>
                  <a:gd name="T1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0">
                    <a:moveTo>
                      <a:pt x="2" y="1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6" y="2"/>
                      <a:pt x="7" y="3"/>
                    </a:cubicBezTo>
                    <a:cubicBezTo>
                      <a:pt x="8" y="3"/>
                      <a:pt x="9" y="3"/>
                      <a:pt x="10" y="3"/>
                    </a:cubicBezTo>
                    <a:cubicBezTo>
                      <a:pt x="11" y="4"/>
                      <a:pt x="11" y="5"/>
                      <a:pt x="11" y="6"/>
                    </a:cubicBezTo>
                    <a:cubicBezTo>
                      <a:pt x="10" y="10"/>
                      <a:pt x="6" y="10"/>
                      <a:pt x="3" y="9"/>
                    </a:cubicBezTo>
                    <a:cubicBezTo>
                      <a:pt x="1" y="9"/>
                      <a:pt x="0" y="8"/>
                      <a:pt x="0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0" name="Freeform 2291">
                <a:extLst>
                  <a:ext uri="{FF2B5EF4-FFF2-40B4-BE49-F238E27FC236}">
                    <a16:creationId xmlns:a16="http://schemas.microsoft.com/office/drawing/2014/main" id="{A3AC2102-8597-C448-86AE-72A88FDD1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577"/>
                <a:ext cx="7" cy="14"/>
              </a:xfrm>
              <a:custGeom>
                <a:avLst/>
                <a:gdLst>
                  <a:gd name="T0" fmla="*/ 1 w 17"/>
                  <a:gd name="T1" fmla="*/ 26 h 34"/>
                  <a:gd name="T2" fmla="*/ 2 w 17"/>
                  <a:gd name="T3" fmla="*/ 24 h 34"/>
                  <a:gd name="T4" fmla="*/ 2 w 17"/>
                  <a:gd name="T5" fmla="*/ 22 h 34"/>
                  <a:gd name="T6" fmla="*/ 3 w 17"/>
                  <a:gd name="T7" fmla="*/ 17 h 34"/>
                  <a:gd name="T8" fmla="*/ 5 w 17"/>
                  <a:gd name="T9" fmla="*/ 10 h 34"/>
                  <a:gd name="T10" fmla="*/ 7 w 17"/>
                  <a:gd name="T11" fmla="*/ 2 h 34"/>
                  <a:gd name="T12" fmla="*/ 14 w 17"/>
                  <a:gd name="T13" fmla="*/ 1 h 34"/>
                  <a:gd name="T14" fmla="*/ 16 w 17"/>
                  <a:gd name="T15" fmla="*/ 1 h 34"/>
                  <a:gd name="T16" fmla="*/ 17 w 17"/>
                  <a:gd name="T17" fmla="*/ 4 h 34"/>
                  <a:gd name="T18" fmla="*/ 14 w 17"/>
                  <a:gd name="T19" fmla="*/ 10 h 34"/>
                  <a:gd name="T20" fmla="*/ 15 w 17"/>
                  <a:gd name="T21" fmla="*/ 17 h 34"/>
                  <a:gd name="T22" fmla="*/ 16 w 17"/>
                  <a:gd name="T23" fmla="*/ 23 h 34"/>
                  <a:gd name="T24" fmla="*/ 10 w 17"/>
                  <a:gd name="T25" fmla="*/ 33 h 34"/>
                  <a:gd name="T26" fmla="*/ 6 w 17"/>
                  <a:gd name="T27" fmla="*/ 33 h 34"/>
                  <a:gd name="T28" fmla="*/ 1 w 17"/>
                  <a:gd name="T29" fmla="*/ 32 h 34"/>
                  <a:gd name="T30" fmla="*/ 1 w 17"/>
                  <a:gd name="T31" fmla="*/ 30 h 34"/>
                  <a:gd name="T32" fmla="*/ 1 w 17"/>
                  <a:gd name="T33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4">
                    <a:moveTo>
                      <a:pt x="1" y="26"/>
                    </a:moveTo>
                    <a:cubicBezTo>
                      <a:pt x="1" y="25"/>
                      <a:pt x="2" y="25"/>
                      <a:pt x="2" y="24"/>
                    </a:cubicBezTo>
                    <a:cubicBezTo>
                      <a:pt x="2" y="23"/>
                      <a:pt x="2" y="22"/>
                      <a:pt x="2" y="22"/>
                    </a:cubicBezTo>
                    <a:cubicBezTo>
                      <a:pt x="2" y="20"/>
                      <a:pt x="3" y="19"/>
                      <a:pt x="3" y="17"/>
                    </a:cubicBezTo>
                    <a:cubicBezTo>
                      <a:pt x="4" y="15"/>
                      <a:pt x="4" y="12"/>
                      <a:pt x="5" y="10"/>
                    </a:cubicBezTo>
                    <a:cubicBezTo>
                      <a:pt x="6" y="8"/>
                      <a:pt x="5" y="4"/>
                      <a:pt x="7" y="2"/>
                    </a:cubicBezTo>
                    <a:cubicBezTo>
                      <a:pt x="8" y="0"/>
                      <a:pt x="12" y="1"/>
                      <a:pt x="14" y="1"/>
                    </a:cubicBezTo>
                    <a:cubicBezTo>
                      <a:pt x="15" y="1"/>
                      <a:pt x="16" y="0"/>
                      <a:pt x="16" y="1"/>
                    </a:cubicBezTo>
                    <a:cubicBezTo>
                      <a:pt x="17" y="1"/>
                      <a:pt x="17" y="3"/>
                      <a:pt x="17" y="4"/>
                    </a:cubicBezTo>
                    <a:cubicBezTo>
                      <a:pt x="16" y="6"/>
                      <a:pt x="14" y="8"/>
                      <a:pt x="14" y="10"/>
                    </a:cubicBezTo>
                    <a:cubicBezTo>
                      <a:pt x="14" y="12"/>
                      <a:pt x="15" y="15"/>
                      <a:pt x="15" y="17"/>
                    </a:cubicBezTo>
                    <a:cubicBezTo>
                      <a:pt x="15" y="19"/>
                      <a:pt x="15" y="21"/>
                      <a:pt x="16" y="23"/>
                    </a:cubicBezTo>
                    <a:cubicBezTo>
                      <a:pt x="17" y="27"/>
                      <a:pt x="14" y="32"/>
                      <a:pt x="10" y="33"/>
                    </a:cubicBezTo>
                    <a:cubicBezTo>
                      <a:pt x="9" y="34"/>
                      <a:pt x="7" y="33"/>
                      <a:pt x="6" y="33"/>
                    </a:cubicBezTo>
                    <a:cubicBezTo>
                      <a:pt x="5" y="33"/>
                      <a:pt x="1" y="33"/>
                      <a:pt x="1" y="32"/>
                    </a:cubicBezTo>
                    <a:cubicBezTo>
                      <a:pt x="0" y="32"/>
                      <a:pt x="1" y="30"/>
                      <a:pt x="1" y="30"/>
                    </a:cubicBezTo>
                    <a:cubicBezTo>
                      <a:pt x="1" y="29"/>
                      <a:pt x="0" y="27"/>
                      <a:pt x="1" y="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1" name="Freeform 2292">
                <a:extLst>
                  <a:ext uri="{FF2B5EF4-FFF2-40B4-BE49-F238E27FC236}">
                    <a16:creationId xmlns:a16="http://schemas.microsoft.com/office/drawing/2014/main" id="{D048AAD4-7086-8340-ABF8-5C55FCDBB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621"/>
                <a:ext cx="2" cy="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4 h 6"/>
                  <a:gd name="T4" fmla="*/ 2 w 5"/>
                  <a:gd name="T5" fmla="*/ 6 h 6"/>
                  <a:gd name="T6" fmla="*/ 1 w 5"/>
                  <a:gd name="T7" fmla="*/ 2 h 6"/>
                  <a:gd name="T8" fmla="*/ 4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5" y="1"/>
                      <a:pt x="5" y="3"/>
                      <a:pt x="5" y="4"/>
                    </a:cubicBezTo>
                    <a:cubicBezTo>
                      <a:pt x="5" y="6"/>
                      <a:pt x="3" y="6"/>
                      <a:pt x="2" y="6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2" name="Freeform 2293">
                <a:extLst>
                  <a:ext uri="{FF2B5EF4-FFF2-40B4-BE49-F238E27FC236}">
                    <a16:creationId xmlns:a16="http://schemas.microsoft.com/office/drawing/2014/main" id="{5ABC5942-80D7-1042-BDFB-B59EA7E45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624"/>
                <a:ext cx="2" cy="2"/>
              </a:xfrm>
              <a:custGeom>
                <a:avLst/>
                <a:gdLst>
                  <a:gd name="T0" fmla="*/ 2 w 6"/>
                  <a:gd name="T1" fmla="*/ 0 h 6"/>
                  <a:gd name="T2" fmla="*/ 4 w 6"/>
                  <a:gd name="T3" fmla="*/ 0 h 6"/>
                  <a:gd name="T4" fmla="*/ 6 w 6"/>
                  <a:gd name="T5" fmla="*/ 3 h 6"/>
                  <a:gd name="T6" fmla="*/ 2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3" y="0"/>
                      <a:pt x="4" y="0"/>
                      <a:pt x="4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4" y="6"/>
                      <a:pt x="0" y="1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3" name="Freeform 2294">
                <a:extLst>
                  <a:ext uri="{FF2B5EF4-FFF2-40B4-BE49-F238E27FC236}">
                    <a16:creationId xmlns:a16="http://schemas.microsoft.com/office/drawing/2014/main" id="{942EB3A8-694C-254D-9725-DF30443B8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609"/>
                <a:ext cx="2" cy="2"/>
              </a:xfrm>
              <a:custGeom>
                <a:avLst/>
                <a:gdLst>
                  <a:gd name="T0" fmla="*/ 5 w 6"/>
                  <a:gd name="T1" fmla="*/ 4 h 6"/>
                  <a:gd name="T2" fmla="*/ 2 w 6"/>
                  <a:gd name="T3" fmla="*/ 6 h 6"/>
                  <a:gd name="T4" fmla="*/ 1 w 6"/>
                  <a:gd name="T5" fmla="*/ 3 h 6"/>
                  <a:gd name="T6" fmla="*/ 5 w 6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4" y="6"/>
                      <a:pt x="2" y="6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0" y="0"/>
                      <a:pt x="6" y="1"/>
                      <a:pt x="5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4" name="Freeform 2295">
                <a:extLst>
                  <a:ext uri="{FF2B5EF4-FFF2-40B4-BE49-F238E27FC236}">
                    <a16:creationId xmlns:a16="http://schemas.microsoft.com/office/drawing/2014/main" id="{F9B11B7A-1A40-C742-9C23-6D55CF4DE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609"/>
                <a:ext cx="2" cy="4"/>
              </a:xfrm>
              <a:custGeom>
                <a:avLst/>
                <a:gdLst>
                  <a:gd name="T0" fmla="*/ 0 w 6"/>
                  <a:gd name="T1" fmla="*/ 5 h 9"/>
                  <a:gd name="T2" fmla="*/ 0 w 6"/>
                  <a:gd name="T3" fmla="*/ 3 h 9"/>
                  <a:gd name="T4" fmla="*/ 4 w 6"/>
                  <a:gd name="T5" fmla="*/ 1 h 9"/>
                  <a:gd name="T6" fmla="*/ 5 w 6"/>
                  <a:gd name="T7" fmla="*/ 5 h 9"/>
                  <a:gd name="T8" fmla="*/ 5 w 6"/>
                  <a:gd name="T9" fmla="*/ 8 h 9"/>
                  <a:gd name="T10" fmla="*/ 0 w 6"/>
                  <a:gd name="T11" fmla="*/ 6 h 9"/>
                  <a:gd name="T12" fmla="*/ 0 w 6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5" y="2"/>
                      <a:pt x="4" y="3"/>
                      <a:pt x="5" y="5"/>
                    </a:cubicBezTo>
                    <a:cubicBezTo>
                      <a:pt x="5" y="6"/>
                      <a:pt x="6" y="7"/>
                      <a:pt x="5" y="8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5" name="Freeform 2296">
                <a:extLst>
                  <a:ext uri="{FF2B5EF4-FFF2-40B4-BE49-F238E27FC236}">
                    <a16:creationId xmlns:a16="http://schemas.microsoft.com/office/drawing/2014/main" id="{439E6CED-6CBD-8F47-B8CA-C60EBF131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613"/>
                <a:ext cx="10" cy="6"/>
              </a:xfrm>
              <a:custGeom>
                <a:avLst/>
                <a:gdLst>
                  <a:gd name="T0" fmla="*/ 1 w 25"/>
                  <a:gd name="T1" fmla="*/ 6 h 15"/>
                  <a:gd name="T2" fmla="*/ 1 w 25"/>
                  <a:gd name="T3" fmla="*/ 6 h 15"/>
                  <a:gd name="T4" fmla="*/ 1 w 25"/>
                  <a:gd name="T5" fmla="*/ 5 h 15"/>
                  <a:gd name="T6" fmla="*/ 0 w 25"/>
                  <a:gd name="T7" fmla="*/ 3 h 15"/>
                  <a:gd name="T8" fmla="*/ 1 w 25"/>
                  <a:gd name="T9" fmla="*/ 0 h 15"/>
                  <a:gd name="T10" fmla="*/ 3 w 25"/>
                  <a:gd name="T11" fmla="*/ 0 h 15"/>
                  <a:gd name="T12" fmla="*/ 9 w 25"/>
                  <a:gd name="T13" fmla="*/ 2 h 15"/>
                  <a:gd name="T14" fmla="*/ 12 w 25"/>
                  <a:gd name="T15" fmla="*/ 5 h 15"/>
                  <a:gd name="T16" fmla="*/ 16 w 25"/>
                  <a:gd name="T17" fmla="*/ 7 h 15"/>
                  <a:gd name="T18" fmla="*/ 20 w 25"/>
                  <a:gd name="T19" fmla="*/ 9 h 15"/>
                  <a:gd name="T20" fmla="*/ 24 w 25"/>
                  <a:gd name="T21" fmla="*/ 10 h 15"/>
                  <a:gd name="T22" fmla="*/ 20 w 25"/>
                  <a:gd name="T23" fmla="*/ 14 h 15"/>
                  <a:gd name="T24" fmla="*/ 14 w 25"/>
                  <a:gd name="T25" fmla="*/ 15 h 15"/>
                  <a:gd name="T26" fmla="*/ 6 w 25"/>
                  <a:gd name="T27" fmla="*/ 12 h 15"/>
                  <a:gd name="T28" fmla="*/ 1 w 25"/>
                  <a:gd name="T29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15">
                    <a:moveTo>
                      <a:pt x="1" y="6"/>
                    </a:moveTo>
                    <a:cubicBezTo>
                      <a:pt x="1" y="6"/>
                      <a:pt x="1" y="5"/>
                      <a:pt x="1" y="6"/>
                    </a:cubicBezTo>
                    <a:cubicBezTo>
                      <a:pt x="2" y="7"/>
                      <a:pt x="1" y="5"/>
                      <a:pt x="1" y="5"/>
                    </a:cubicBezTo>
                    <a:cubicBezTo>
                      <a:pt x="1" y="5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9" y="2"/>
                    </a:cubicBezTo>
                    <a:cubicBezTo>
                      <a:pt x="10" y="3"/>
                      <a:pt x="10" y="5"/>
                      <a:pt x="12" y="5"/>
                    </a:cubicBezTo>
                    <a:cubicBezTo>
                      <a:pt x="13" y="6"/>
                      <a:pt x="15" y="6"/>
                      <a:pt x="16" y="7"/>
                    </a:cubicBezTo>
                    <a:cubicBezTo>
                      <a:pt x="17" y="8"/>
                      <a:pt x="19" y="8"/>
                      <a:pt x="20" y="9"/>
                    </a:cubicBezTo>
                    <a:cubicBezTo>
                      <a:pt x="22" y="9"/>
                      <a:pt x="23" y="8"/>
                      <a:pt x="24" y="10"/>
                    </a:cubicBezTo>
                    <a:cubicBezTo>
                      <a:pt x="25" y="13"/>
                      <a:pt x="22" y="14"/>
                      <a:pt x="20" y="14"/>
                    </a:cubicBezTo>
                    <a:cubicBezTo>
                      <a:pt x="18" y="15"/>
                      <a:pt x="16" y="15"/>
                      <a:pt x="14" y="15"/>
                    </a:cubicBezTo>
                    <a:cubicBezTo>
                      <a:pt x="11" y="15"/>
                      <a:pt x="9" y="14"/>
                      <a:pt x="6" y="12"/>
                    </a:cubicBezTo>
                    <a:cubicBezTo>
                      <a:pt x="3" y="11"/>
                      <a:pt x="2" y="8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6" name="Freeform 2297">
                <a:extLst>
                  <a:ext uri="{FF2B5EF4-FFF2-40B4-BE49-F238E27FC236}">
                    <a16:creationId xmlns:a16="http://schemas.microsoft.com/office/drawing/2014/main" id="{7C626EA1-69FA-B648-995A-B1FC9F6C8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593"/>
                <a:ext cx="11" cy="20"/>
              </a:xfrm>
              <a:custGeom>
                <a:avLst/>
                <a:gdLst>
                  <a:gd name="T0" fmla="*/ 11 w 28"/>
                  <a:gd name="T1" fmla="*/ 30 h 50"/>
                  <a:gd name="T2" fmla="*/ 10 w 28"/>
                  <a:gd name="T3" fmla="*/ 30 h 50"/>
                  <a:gd name="T4" fmla="*/ 9 w 28"/>
                  <a:gd name="T5" fmla="*/ 28 h 50"/>
                  <a:gd name="T6" fmla="*/ 8 w 28"/>
                  <a:gd name="T7" fmla="*/ 27 h 50"/>
                  <a:gd name="T8" fmla="*/ 7 w 28"/>
                  <a:gd name="T9" fmla="*/ 27 h 50"/>
                  <a:gd name="T10" fmla="*/ 5 w 28"/>
                  <a:gd name="T11" fmla="*/ 25 h 50"/>
                  <a:gd name="T12" fmla="*/ 2 w 28"/>
                  <a:gd name="T13" fmla="*/ 21 h 50"/>
                  <a:gd name="T14" fmla="*/ 3 w 28"/>
                  <a:gd name="T15" fmla="*/ 16 h 50"/>
                  <a:gd name="T16" fmla="*/ 0 w 28"/>
                  <a:gd name="T17" fmla="*/ 5 h 50"/>
                  <a:gd name="T18" fmla="*/ 7 w 28"/>
                  <a:gd name="T19" fmla="*/ 2 h 50"/>
                  <a:gd name="T20" fmla="*/ 11 w 28"/>
                  <a:gd name="T21" fmla="*/ 9 h 50"/>
                  <a:gd name="T22" fmla="*/ 14 w 28"/>
                  <a:gd name="T23" fmla="*/ 14 h 50"/>
                  <a:gd name="T24" fmla="*/ 14 w 28"/>
                  <a:gd name="T25" fmla="*/ 16 h 50"/>
                  <a:gd name="T26" fmla="*/ 12 w 28"/>
                  <a:gd name="T27" fmla="*/ 18 h 50"/>
                  <a:gd name="T28" fmla="*/ 12 w 28"/>
                  <a:gd name="T29" fmla="*/ 22 h 50"/>
                  <a:gd name="T30" fmla="*/ 16 w 28"/>
                  <a:gd name="T31" fmla="*/ 26 h 50"/>
                  <a:gd name="T32" fmla="*/ 20 w 28"/>
                  <a:gd name="T33" fmla="*/ 29 h 50"/>
                  <a:gd name="T34" fmla="*/ 26 w 28"/>
                  <a:gd name="T35" fmla="*/ 38 h 50"/>
                  <a:gd name="T36" fmla="*/ 28 w 28"/>
                  <a:gd name="T37" fmla="*/ 44 h 50"/>
                  <a:gd name="T38" fmla="*/ 26 w 28"/>
                  <a:gd name="T39" fmla="*/ 49 h 50"/>
                  <a:gd name="T40" fmla="*/ 19 w 28"/>
                  <a:gd name="T41" fmla="*/ 46 h 50"/>
                  <a:gd name="T42" fmla="*/ 14 w 28"/>
                  <a:gd name="T43" fmla="*/ 37 h 50"/>
                  <a:gd name="T44" fmla="*/ 13 w 28"/>
                  <a:gd name="T45" fmla="*/ 33 h 50"/>
                  <a:gd name="T46" fmla="*/ 11 w 28"/>
                  <a:gd name="T47" fmla="*/ 3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50">
                    <a:moveTo>
                      <a:pt x="11" y="30"/>
                    </a:moveTo>
                    <a:cubicBezTo>
                      <a:pt x="11" y="30"/>
                      <a:pt x="11" y="30"/>
                      <a:pt x="10" y="30"/>
                    </a:cubicBezTo>
                    <a:cubicBezTo>
                      <a:pt x="10" y="30"/>
                      <a:pt x="9" y="29"/>
                      <a:pt x="9" y="28"/>
                    </a:cubicBezTo>
                    <a:cubicBezTo>
                      <a:pt x="9" y="28"/>
                      <a:pt x="8" y="27"/>
                      <a:pt x="8" y="27"/>
                    </a:cubicBezTo>
                    <a:cubicBezTo>
                      <a:pt x="8" y="27"/>
                      <a:pt x="7" y="27"/>
                      <a:pt x="7" y="27"/>
                    </a:cubicBezTo>
                    <a:cubicBezTo>
                      <a:pt x="6" y="26"/>
                      <a:pt x="5" y="26"/>
                      <a:pt x="5" y="25"/>
                    </a:cubicBezTo>
                    <a:cubicBezTo>
                      <a:pt x="3" y="24"/>
                      <a:pt x="2" y="23"/>
                      <a:pt x="2" y="21"/>
                    </a:cubicBezTo>
                    <a:cubicBezTo>
                      <a:pt x="2" y="19"/>
                      <a:pt x="3" y="18"/>
                      <a:pt x="3" y="16"/>
                    </a:cubicBezTo>
                    <a:cubicBezTo>
                      <a:pt x="3" y="12"/>
                      <a:pt x="0" y="9"/>
                      <a:pt x="0" y="5"/>
                    </a:cubicBezTo>
                    <a:cubicBezTo>
                      <a:pt x="0" y="1"/>
                      <a:pt x="4" y="0"/>
                      <a:pt x="7" y="2"/>
                    </a:cubicBezTo>
                    <a:cubicBezTo>
                      <a:pt x="9" y="4"/>
                      <a:pt x="10" y="7"/>
                      <a:pt x="11" y="9"/>
                    </a:cubicBezTo>
                    <a:cubicBezTo>
                      <a:pt x="13" y="10"/>
                      <a:pt x="14" y="12"/>
                      <a:pt x="14" y="14"/>
                    </a:cubicBezTo>
                    <a:cubicBezTo>
                      <a:pt x="15" y="14"/>
                      <a:pt x="15" y="16"/>
                      <a:pt x="14" y="16"/>
                    </a:cubicBezTo>
                    <a:cubicBezTo>
                      <a:pt x="14" y="18"/>
                      <a:pt x="13" y="17"/>
                      <a:pt x="12" y="18"/>
                    </a:cubicBezTo>
                    <a:cubicBezTo>
                      <a:pt x="10" y="18"/>
                      <a:pt x="12" y="20"/>
                      <a:pt x="12" y="22"/>
                    </a:cubicBezTo>
                    <a:cubicBezTo>
                      <a:pt x="13" y="23"/>
                      <a:pt x="15" y="24"/>
                      <a:pt x="16" y="26"/>
                    </a:cubicBezTo>
                    <a:cubicBezTo>
                      <a:pt x="17" y="27"/>
                      <a:pt x="18" y="28"/>
                      <a:pt x="20" y="29"/>
                    </a:cubicBezTo>
                    <a:cubicBezTo>
                      <a:pt x="25" y="30"/>
                      <a:pt x="25" y="34"/>
                      <a:pt x="26" y="38"/>
                    </a:cubicBezTo>
                    <a:cubicBezTo>
                      <a:pt x="27" y="40"/>
                      <a:pt x="28" y="42"/>
                      <a:pt x="28" y="44"/>
                    </a:cubicBezTo>
                    <a:cubicBezTo>
                      <a:pt x="28" y="47"/>
                      <a:pt x="28" y="48"/>
                      <a:pt x="26" y="49"/>
                    </a:cubicBezTo>
                    <a:cubicBezTo>
                      <a:pt x="22" y="50"/>
                      <a:pt x="21" y="48"/>
                      <a:pt x="19" y="46"/>
                    </a:cubicBezTo>
                    <a:cubicBezTo>
                      <a:pt x="17" y="43"/>
                      <a:pt x="15" y="40"/>
                      <a:pt x="14" y="37"/>
                    </a:cubicBezTo>
                    <a:cubicBezTo>
                      <a:pt x="14" y="36"/>
                      <a:pt x="14" y="35"/>
                      <a:pt x="13" y="33"/>
                    </a:cubicBezTo>
                    <a:cubicBezTo>
                      <a:pt x="13" y="32"/>
                      <a:pt x="12" y="30"/>
                      <a:pt x="11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7" name="Freeform 2298">
                <a:extLst>
                  <a:ext uri="{FF2B5EF4-FFF2-40B4-BE49-F238E27FC236}">
                    <a16:creationId xmlns:a16="http://schemas.microsoft.com/office/drawing/2014/main" id="{E20D449F-96F9-FE45-BE9B-32316F3A4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319"/>
                <a:ext cx="5" cy="6"/>
              </a:xfrm>
              <a:custGeom>
                <a:avLst/>
                <a:gdLst>
                  <a:gd name="T0" fmla="*/ 2 w 11"/>
                  <a:gd name="T1" fmla="*/ 4 h 15"/>
                  <a:gd name="T2" fmla="*/ 7 w 11"/>
                  <a:gd name="T3" fmla="*/ 1 h 15"/>
                  <a:gd name="T4" fmla="*/ 7 w 11"/>
                  <a:gd name="T5" fmla="*/ 9 h 15"/>
                  <a:gd name="T6" fmla="*/ 3 w 11"/>
                  <a:gd name="T7" fmla="*/ 14 h 15"/>
                  <a:gd name="T8" fmla="*/ 0 w 11"/>
                  <a:gd name="T9" fmla="*/ 11 h 15"/>
                  <a:gd name="T10" fmla="*/ 2 w 11"/>
                  <a:gd name="T11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2" y="4"/>
                    </a:moveTo>
                    <a:cubicBezTo>
                      <a:pt x="3" y="2"/>
                      <a:pt x="5" y="0"/>
                      <a:pt x="7" y="1"/>
                    </a:cubicBezTo>
                    <a:cubicBezTo>
                      <a:pt x="11" y="2"/>
                      <a:pt x="8" y="7"/>
                      <a:pt x="7" y="9"/>
                    </a:cubicBezTo>
                    <a:cubicBezTo>
                      <a:pt x="6" y="10"/>
                      <a:pt x="4" y="13"/>
                      <a:pt x="3" y="14"/>
                    </a:cubicBezTo>
                    <a:cubicBezTo>
                      <a:pt x="1" y="15"/>
                      <a:pt x="0" y="12"/>
                      <a:pt x="0" y="11"/>
                    </a:cubicBezTo>
                    <a:cubicBezTo>
                      <a:pt x="0" y="8"/>
                      <a:pt x="1" y="6"/>
                      <a:pt x="2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8" name="Freeform 2299">
                <a:extLst>
                  <a:ext uri="{FF2B5EF4-FFF2-40B4-BE49-F238E27FC236}">
                    <a16:creationId xmlns:a16="http://schemas.microsoft.com/office/drawing/2014/main" id="{36D61F7D-AF03-134F-8300-9E1DC3955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326"/>
                <a:ext cx="4" cy="3"/>
              </a:xfrm>
              <a:custGeom>
                <a:avLst/>
                <a:gdLst>
                  <a:gd name="T0" fmla="*/ 1 w 10"/>
                  <a:gd name="T1" fmla="*/ 6 h 9"/>
                  <a:gd name="T2" fmla="*/ 4 w 10"/>
                  <a:gd name="T3" fmla="*/ 2 h 9"/>
                  <a:gd name="T4" fmla="*/ 10 w 10"/>
                  <a:gd name="T5" fmla="*/ 2 h 9"/>
                  <a:gd name="T6" fmla="*/ 6 w 10"/>
                  <a:gd name="T7" fmla="*/ 7 h 9"/>
                  <a:gd name="T8" fmla="*/ 1 w 10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6"/>
                    </a:moveTo>
                    <a:cubicBezTo>
                      <a:pt x="0" y="3"/>
                      <a:pt x="2" y="2"/>
                      <a:pt x="4" y="2"/>
                    </a:cubicBezTo>
                    <a:cubicBezTo>
                      <a:pt x="5" y="1"/>
                      <a:pt x="10" y="0"/>
                      <a:pt x="10" y="2"/>
                    </a:cubicBezTo>
                    <a:cubicBezTo>
                      <a:pt x="10" y="4"/>
                      <a:pt x="7" y="6"/>
                      <a:pt x="6" y="7"/>
                    </a:cubicBezTo>
                    <a:cubicBezTo>
                      <a:pt x="4" y="9"/>
                      <a:pt x="2" y="8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9" name="Freeform 2300">
                <a:extLst>
                  <a:ext uri="{FF2B5EF4-FFF2-40B4-BE49-F238E27FC236}">
                    <a16:creationId xmlns:a16="http://schemas.microsoft.com/office/drawing/2014/main" id="{3CA0918F-1306-AF47-8BB5-8366F5433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319"/>
                <a:ext cx="6" cy="6"/>
              </a:xfrm>
              <a:custGeom>
                <a:avLst/>
                <a:gdLst>
                  <a:gd name="T0" fmla="*/ 2 w 13"/>
                  <a:gd name="T1" fmla="*/ 8 h 15"/>
                  <a:gd name="T2" fmla="*/ 5 w 13"/>
                  <a:gd name="T3" fmla="*/ 5 h 15"/>
                  <a:gd name="T4" fmla="*/ 6 w 13"/>
                  <a:gd name="T5" fmla="*/ 3 h 15"/>
                  <a:gd name="T6" fmla="*/ 11 w 13"/>
                  <a:gd name="T7" fmla="*/ 2 h 15"/>
                  <a:gd name="T8" fmla="*/ 11 w 13"/>
                  <a:gd name="T9" fmla="*/ 7 h 15"/>
                  <a:gd name="T10" fmla="*/ 7 w 13"/>
                  <a:gd name="T11" fmla="*/ 12 h 15"/>
                  <a:gd name="T12" fmla="*/ 2 w 13"/>
                  <a:gd name="T13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">
                    <a:moveTo>
                      <a:pt x="2" y="8"/>
                    </a:moveTo>
                    <a:cubicBezTo>
                      <a:pt x="3" y="7"/>
                      <a:pt x="4" y="6"/>
                      <a:pt x="5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8" y="0"/>
                      <a:pt x="10" y="0"/>
                      <a:pt x="11" y="2"/>
                    </a:cubicBezTo>
                    <a:cubicBezTo>
                      <a:pt x="13" y="4"/>
                      <a:pt x="12" y="6"/>
                      <a:pt x="11" y="7"/>
                    </a:cubicBezTo>
                    <a:cubicBezTo>
                      <a:pt x="10" y="9"/>
                      <a:pt x="9" y="11"/>
                      <a:pt x="7" y="12"/>
                    </a:cubicBezTo>
                    <a:cubicBezTo>
                      <a:pt x="4" y="15"/>
                      <a:pt x="0" y="12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0" name="Freeform 2301">
                <a:extLst>
                  <a:ext uri="{FF2B5EF4-FFF2-40B4-BE49-F238E27FC236}">
                    <a16:creationId xmlns:a16="http://schemas.microsoft.com/office/drawing/2014/main" id="{F7319DBC-31A7-A946-968B-DFB5876A3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353"/>
                <a:ext cx="4" cy="3"/>
              </a:xfrm>
              <a:custGeom>
                <a:avLst/>
                <a:gdLst>
                  <a:gd name="T0" fmla="*/ 1 w 9"/>
                  <a:gd name="T1" fmla="*/ 3 h 7"/>
                  <a:gd name="T2" fmla="*/ 3 w 9"/>
                  <a:gd name="T3" fmla="*/ 1 h 7"/>
                  <a:gd name="T4" fmla="*/ 7 w 9"/>
                  <a:gd name="T5" fmla="*/ 1 h 7"/>
                  <a:gd name="T6" fmla="*/ 8 w 9"/>
                  <a:gd name="T7" fmla="*/ 5 h 7"/>
                  <a:gd name="T8" fmla="*/ 4 w 9"/>
                  <a:gd name="T9" fmla="*/ 7 h 7"/>
                  <a:gd name="T10" fmla="*/ 3 w 9"/>
                  <a:gd name="T11" fmla="*/ 5 h 7"/>
                  <a:gd name="T12" fmla="*/ 1 w 9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1" y="3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1"/>
                      <a:pt x="6" y="0"/>
                      <a:pt x="7" y="1"/>
                    </a:cubicBezTo>
                    <a:cubicBezTo>
                      <a:pt x="8" y="2"/>
                      <a:pt x="9" y="4"/>
                      <a:pt x="8" y="5"/>
                    </a:cubicBezTo>
                    <a:cubicBezTo>
                      <a:pt x="8" y="6"/>
                      <a:pt x="5" y="7"/>
                      <a:pt x="4" y="7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1" name="Freeform 2302">
                <a:extLst>
                  <a:ext uri="{FF2B5EF4-FFF2-40B4-BE49-F238E27FC236}">
                    <a16:creationId xmlns:a16="http://schemas.microsoft.com/office/drawing/2014/main" id="{5B3B251C-33E8-CA4A-9357-0C28E7D6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357"/>
                <a:ext cx="7" cy="7"/>
              </a:xfrm>
              <a:custGeom>
                <a:avLst/>
                <a:gdLst>
                  <a:gd name="T0" fmla="*/ 4 w 17"/>
                  <a:gd name="T1" fmla="*/ 17 h 18"/>
                  <a:gd name="T2" fmla="*/ 4 w 17"/>
                  <a:gd name="T3" fmla="*/ 17 h 18"/>
                  <a:gd name="T4" fmla="*/ 1 w 17"/>
                  <a:gd name="T5" fmla="*/ 17 h 18"/>
                  <a:gd name="T6" fmla="*/ 0 w 17"/>
                  <a:gd name="T7" fmla="*/ 14 h 18"/>
                  <a:gd name="T8" fmla="*/ 1 w 17"/>
                  <a:gd name="T9" fmla="*/ 12 h 18"/>
                  <a:gd name="T10" fmla="*/ 1 w 17"/>
                  <a:gd name="T11" fmla="*/ 10 h 18"/>
                  <a:gd name="T12" fmla="*/ 1 w 17"/>
                  <a:gd name="T13" fmla="*/ 5 h 18"/>
                  <a:gd name="T14" fmla="*/ 5 w 17"/>
                  <a:gd name="T15" fmla="*/ 3 h 18"/>
                  <a:gd name="T16" fmla="*/ 5 w 17"/>
                  <a:gd name="T17" fmla="*/ 1 h 18"/>
                  <a:gd name="T18" fmla="*/ 8 w 17"/>
                  <a:gd name="T19" fmla="*/ 0 h 18"/>
                  <a:gd name="T20" fmla="*/ 16 w 17"/>
                  <a:gd name="T21" fmla="*/ 5 h 18"/>
                  <a:gd name="T22" fmla="*/ 14 w 17"/>
                  <a:gd name="T23" fmla="*/ 14 h 18"/>
                  <a:gd name="T24" fmla="*/ 4 w 17"/>
                  <a:gd name="T2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8">
                    <a:moveTo>
                      <a:pt x="4" y="17"/>
                    </a:move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7"/>
                      <a:pt x="0" y="15"/>
                      <a:pt x="0" y="14"/>
                    </a:cubicBezTo>
                    <a:cubicBezTo>
                      <a:pt x="0" y="13"/>
                      <a:pt x="0" y="13"/>
                      <a:pt x="1" y="12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0" y="8"/>
                      <a:pt x="0" y="7"/>
                      <a:pt x="1" y="5"/>
                    </a:cubicBezTo>
                    <a:cubicBezTo>
                      <a:pt x="2" y="4"/>
                      <a:pt x="4" y="4"/>
                      <a:pt x="5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6" y="0"/>
                      <a:pt x="7" y="1"/>
                      <a:pt x="8" y="0"/>
                    </a:cubicBezTo>
                    <a:cubicBezTo>
                      <a:pt x="11" y="0"/>
                      <a:pt x="15" y="2"/>
                      <a:pt x="16" y="5"/>
                    </a:cubicBezTo>
                    <a:cubicBezTo>
                      <a:pt x="17" y="8"/>
                      <a:pt x="16" y="12"/>
                      <a:pt x="14" y="14"/>
                    </a:cubicBezTo>
                    <a:cubicBezTo>
                      <a:pt x="11" y="18"/>
                      <a:pt x="7" y="17"/>
                      <a:pt x="4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2" name="Freeform 2303">
                <a:extLst>
                  <a:ext uri="{FF2B5EF4-FFF2-40B4-BE49-F238E27FC236}">
                    <a16:creationId xmlns:a16="http://schemas.microsoft.com/office/drawing/2014/main" id="{AD8DC866-D7E2-B34A-8744-D0C487E36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366"/>
                <a:ext cx="5" cy="2"/>
              </a:xfrm>
              <a:custGeom>
                <a:avLst/>
                <a:gdLst>
                  <a:gd name="T0" fmla="*/ 6 w 11"/>
                  <a:gd name="T1" fmla="*/ 0 h 7"/>
                  <a:gd name="T2" fmla="*/ 9 w 11"/>
                  <a:gd name="T3" fmla="*/ 2 h 7"/>
                  <a:gd name="T4" fmla="*/ 2 w 11"/>
                  <a:gd name="T5" fmla="*/ 6 h 7"/>
                  <a:gd name="T6" fmla="*/ 1 w 11"/>
                  <a:gd name="T7" fmla="*/ 2 h 7"/>
                  <a:gd name="T8" fmla="*/ 6 w 1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6" y="0"/>
                    </a:moveTo>
                    <a:cubicBezTo>
                      <a:pt x="7" y="0"/>
                      <a:pt x="9" y="0"/>
                      <a:pt x="9" y="2"/>
                    </a:cubicBezTo>
                    <a:cubicBezTo>
                      <a:pt x="11" y="6"/>
                      <a:pt x="5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3" name="Freeform 2304">
                <a:extLst>
                  <a:ext uri="{FF2B5EF4-FFF2-40B4-BE49-F238E27FC236}">
                    <a16:creationId xmlns:a16="http://schemas.microsoft.com/office/drawing/2014/main" id="{B70407C3-4A75-7A4C-8716-52C03E05A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368"/>
                <a:ext cx="6" cy="9"/>
              </a:xfrm>
              <a:custGeom>
                <a:avLst/>
                <a:gdLst>
                  <a:gd name="T0" fmla="*/ 4 w 14"/>
                  <a:gd name="T1" fmla="*/ 11 h 21"/>
                  <a:gd name="T2" fmla="*/ 4 w 14"/>
                  <a:gd name="T3" fmla="*/ 7 h 21"/>
                  <a:gd name="T4" fmla="*/ 7 w 14"/>
                  <a:gd name="T5" fmla="*/ 3 h 21"/>
                  <a:gd name="T6" fmla="*/ 12 w 14"/>
                  <a:gd name="T7" fmla="*/ 1 h 21"/>
                  <a:gd name="T8" fmla="*/ 14 w 14"/>
                  <a:gd name="T9" fmla="*/ 5 h 21"/>
                  <a:gd name="T10" fmla="*/ 12 w 14"/>
                  <a:gd name="T11" fmla="*/ 10 h 21"/>
                  <a:gd name="T12" fmla="*/ 12 w 14"/>
                  <a:gd name="T13" fmla="*/ 13 h 21"/>
                  <a:gd name="T14" fmla="*/ 9 w 14"/>
                  <a:gd name="T15" fmla="*/ 16 h 21"/>
                  <a:gd name="T16" fmla="*/ 2 w 14"/>
                  <a:gd name="T17" fmla="*/ 19 h 21"/>
                  <a:gd name="T18" fmla="*/ 4 w 14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21">
                    <a:moveTo>
                      <a:pt x="4" y="11"/>
                    </a:moveTo>
                    <a:cubicBezTo>
                      <a:pt x="4" y="9"/>
                      <a:pt x="4" y="8"/>
                      <a:pt x="4" y="7"/>
                    </a:cubicBezTo>
                    <a:cubicBezTo>
                      <a:pt x="5" y="5"/>
                      <a:pt x="5" y="4"/>
                      <a:pt x="7" y="3"/>
                    </a:cubicBezTo>
                    <a:cubicBezTo>
                      <a:pt x="8" y="2"/>
                      <a:pt x="10" y="0"/>
                      <a:pt x="12" y="1"/>
                    </a:cubicBezTo>
                    <a:cubicBezTo>
                      <a:pt x="13" y="2"/>
                      <a:pt x="13" y="4"/>
                      <a:pt x="14" y="5"/>
                    </a:cubicBezTo>
                    <a:cubicBezTo>
                      <a:pt x="14" y="7"/>
                      <a:pt x="13" y="8"/>
                      <a:pt x="12" y="10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0" y="15"/>
                      <a:pt x="9" y="14"/>
                      <a:pt x="9" y="16"/>
                    </a:cubicBezTo>
                    <a:cubicBezTo>
                      <a:pt x="8" y="18"/>
                      <a:pt x="5" y="21"/>
                      <a:pt x="2" y="19"/>
                    </a:cubicBezTo>
                    <a:cubicBezTo>
                      <a:pt x="0" y="17"/>
                      <a:pt x="3" y="13"/>
                      <a:pt x="4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4" name="Freeform 2305">
                <a:extLst>
                  <a:ext uri="{FF2B5EF4-FFF2-40B4-BE49-F238E27FC236}">
                    <a16:creationId xmlns:a16="http://schemas.microsoft.com/office/drawing/2014/main" id="{1D158847-FF38-D14A-9A5C-1BF2A44C1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391"/>
                <a:ext cx="4" cy="4"/>
              </a:xfrm>
              <a:custGeom>
                <a:avLst/>
                <a:gdLst>
                  <a:gd name="T0" fmla="*/ 6 w 12"/>
                  <a:gd name="T1" fmla="*/ 1 h 10"/>
                  <a:gd name="T2" fmla="*/ 9 w 12"/>
                  <a:gd name="T3" fmla="*/ 2 h 10"/>
                  <a:gd name="T4" fmla="*/ 12 w 12"/>
                  <a:gd name="T5" fmla="*/ 8 h 10"/>
                  <a:gd name="T6" fmla="*/ 8 w 12"/>
                  <a:gd name="T7" fmla="*/ 10 h 10"/>
                  <a:gd name="T8" fmla="*/ 4 w 12"/>
                  <a:gd name="T9" fmla="*/ 7 h 10"/>
                  <a:gd name="T10" fmla="*/ 1 w 12"/>
                  <a:gd name="T11" fmla="*/ 4 h 10"/>
                  <a:gd name="T12" fmla="*/ 2 w 12"/>
                  <a:gd name="T13" fmla="*/ 1 h 10"/>
                  <a:gd name="T14" fmla="*/ 6 w 12"/>
                  <a:gd name="T1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6" y="1"/>
                    </a:moveTo>
                    <a:cubicBezTo>
                      <a:pt x="7" y="2"/>
                      <a:pt x="9" y="1"/>
                      <a:pt x="9" y="2"/>
                    </a:cubicBezTo>
                    <a:cubicBezTo>
                      <a:pt x="11" y="3"/>
                      <a:pt x="12" y="6"/>
                      <a:pt x="12" y="8"/>
                    </a:cubicBezTo>
                    <a:cubicBezTo>
                      <a:pt x="11" y="9"/>
                      <a:pt x="9" y="10"/>
                      <a:pt x="8" y="10"/>
                    </a:cubicBezTo>
                    <a:cubicBezTo>
                      <a:pt x="6" y="9"/>
                      <a:pt x="5" y="8"/>
                      <a:pt x="4" y="7"/>
                    </a:cubicBezTo>
                    <a:cubicBezTo>
                      <a:pt x="3" y="6"/>
                      <a:pt x="1" y="5"/>
                      <a:pt x="1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5" name="Freeform 2306">
                <a:extLst>
                  <a:ext uri="{FF2B5EF4-FFF2-40B4-BE49-F238E27FC236}">
                    <a16:creationId xmlns:a16="http://schemas.microsoft.com/office/drawing/2014/main" id="{B94582F5-8112-5A43-8078-176FE2CA6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387"/>
                <a:ext cx="6" cy="11"/>
              </a:xfrm>
              <a:custGeom>
                <a:avLst/>
                <a:gdLst>
                  <a:gd name="T0" fmla="*/ 11 w 16"/>
                  <a:gd name="T1" fmla="*/ 9 h 29"/>
                  <a:gd name="T2" fmla="*/ 9 w 16"/>
                  <a:gd name="T3" fmla="*/ 7 h 29"/>
                  <a:gd name="T4" fmla="*/ 8 w 16"/>
                  <a:gd name="T5" fmla="*/ 3 h 29"/>
                  <a:gd name="T6" fmla="*/ 4 w 16"/>
                  <a:gd name="T7" fmla="*/ 1 h 29"/>
                  <a:gd name="T8" fmla="*/ 1 w 16"/>
                  <a:gd name="T9" fmla="*/ 1 h 29"/>
                  <a:gd name="T10" fmla="*/ 0 w 16"/>
                  <a:gd name="T11" fmla="*/ 4 h 29"/>
                  <a:gd name="T12" fmla="*/ 1 w 16"/>
                  <a:gd name="T13" fmla="*/ 12 h 29"/>
                  <a:gd name="T14" fmla="*/ 3 w 16"/>
                  <a:gd name="T15" fmla="*/ 19 h 29"/>
                  <a:gd name="T16" fmla="*/ 4 w 16"/>
                  <a:gd name="T17" fmla="*/ 25 h 29"/>
                  <a:gd name="T18" fmla="*/ 11 w 16"/>
                  <a:gd name="T19" fmla="*/ 28 h 29"/>
                  <a:gd name="T20" fmla="*/ 14 w 16"/>
                  <a:gd name="T21" fmla="*/ 28 h 29"/>
                  <a:gd name="T22" fmla="*/ 15 w 16"/>
                  <a:gd name="T23" fmla="*/ 24 h 29"/>
                  <a:gd name="T24" fmla="*/ 16 w 16"/>
                  <a:gd name="T25" fmla="*/ 19 h 29"/>
                  <a:gd name="T26" fmla="*/ 11 w 16"/>
                  <a:gd name="T2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9">
                    <a:moveTo>
                      <a:pt x="11" y="9"/>
                    </a:moveTo>
                    <a:cubicBezTo>
                      <a:pt x="10" y="8"/>
                      <a:pt x="9" y="8"/>
                      <a:pt x="9" y="7"/>
                    </a:cubicBezTo>
                    <a:cubicBezTo>
                      <a:pt x="8" y="6"/>
                      <a:pt x="8" y="5"/>
                      <a:pt x="8" y="3"/>
                    </a:cubicBezTo>
                    <a:cubicBezTo>
                      <a:pt x="7" y="1"/>
                      <a:pt x="6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0" y="7"/>
                      <a:pt x="0" y="9"/>
                      <a:pt x="1" y="12"/>
                    </a:cubicBezTo>
                    <a:cubicBezTo>
                      <a:pt x="3" y="14"/>
                      <a:pt x="3" y="16"/>
                      <a:pt x="3" y="19"/>
                    </a:cubicBezTo>
                    <a:cubicBezTo>
                      <a:pt x="3" y="22"/>
                      <a:pt x="3" y="23"/>
                      <a:pt x="4" y="25"/>
                    </a:cubicBezTo>
                    <a:cubicBezTo>
                      <a:pt x="6" y="28"/>
                      <a:pt x="7" y="29"/>
                      <a:pt x="11" y="28"/>
                    </a:cubicBezTo>
                    <a:cubicBezTo>
                      <a:pt x="12" y="28"/>
                      <a:pt x="13" y="29"/>
                      <a:pt x="14" y="28"/>
                    </a:cubicBezTo>
                    <a:cubicBezTo>
                      <a:pt x="15" y="27"/>
                      <a:pt x="15" y="25"/>
                      <a:pt x="15" y="24"/>
                    </a:cubicBezTo>
                    <a:cubicBezTo>
                      <a:pt x="16" y="22"/>
                      <a:pt x="16" y="21"/>
                      <a:pt x="16" y="19"/>
                    </a:cubicBezTo>
                    <a:cubicBezTo>
                      <a:pt x="14" y="15"/>
                      <a:pt x="14" y="11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6" name="Freeform 2307">
                <a:extLst>
                  <a:ext uri="{FF2B5EF4-FFF2-40B4-BE49-F238E27FC236}">
                    <a16:creationId xmlns:a16="http://schemas.microsoft.com/office/drawing/2014/main" id="{F8EE4525-7CC9-1848-A66D-9A7D45D3A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482"/>
                <a:ext cx="6" cy="3"/>
              </a:xfrm>
              <a:custGeom>
                <a:avLst/>
                <a:gdLst>
                  <a:gd name="T0" fmla="*/ 1 w 14"/>
                  <a:gd name="T1" fmla="*/ 2 h 7"/>
                  <a:gd name="T2" fmla="*/ 7 w 14"/>
                  <a:gd name="T3" fmla="*/ 0 h 7"/>
                  <a:gd name="T4" fmla="*/ 13 w 14"/>
                  <a:gd name="T5" fmla="*/ 2 h 7"/>
                  <a:gd name="T6" fmla="*/ 12 w 14"/>
                  <a:gd name="T7" fmla="*/ 7 h 7"/>
                  <a:gd name="T8" fmla="*/ 6 w 14"/>
                  <a:gd name="T9" fmla="*/ 5 h 7"/>
                  <a:gd name="T10" fmla="*/ 4 w 14"/>
                  <a:gd name="T11" fmla="*/ 4 h 7"/>
                  <a:gd name="T12" fmla="*/ 1 w 14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7">
                    <a:moveTo>
                      <a:pt x="1" y="2"/>
                    </a:moveTo>
                    <a:cubicBezTo>
                      <a:pt x="0" y="0"/>
                      <a:pt x="6" y="0"/>
                      <a:pt x="7" y="0"/>
                    </a:cubicBezTo>
                    <a:cubicBezTo>
                      <a:pt x="9" y="0"/>
                      <a:pt x="12" y="0"/>
                      <a:pt x="13" y="2"/>
                    </a:cubicBezTo>
                    <a:cubicBezTo>
                      <a:pt x="14" y="4"/>
                      <a:pt x="14" y="7"/>
                      <a:pt x="12" y="7"/>
                    </a:cubicBezTo>
                    <a:cubicBezTo>
                      <a:pt x="10" y="7"/>
                      <a:pt x="8" y="7"/>
                      <a:pt x="6" y="5"/>
                    </a:cubicBezTo>
                    <a:cubicBezTo>
                      <a:pt x="5" y="5"/>
                      <a:pt x="5" y="4"/>
                      <a:pt x="4" y="4"/>
                    </a:cubicBezTo>
                    <a:cubicBezTo>
                      <a:pt x="3" y="3"/>
                      <a:pt x="2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7" name="Freeform 2308">
                <a:extLst>
                  <a:ext uri="{FF2B5EF4-FFF2-40B4-BE49-F238E27FC236}">
                    <a16:creationId xmlns:a16="http://schemas.microsoft.com/office/drawing/2014/main" id="{9446D4ED-1DEE-1145-89F9-C77EBE438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060"/>
                <a:ext cx="5" cy="6"/>
              </a:xfrm>
              <a:custGeom>
                <a:avLst/>
                <a:gdLst>
                  <a:gd name="T0" fmla="*/ 2 w 14"/>
                  <a:gd name="T1" fmla="*/ 10 h 13"/>
                  <a:gd name="T2" fmla="*/ 1 w 14"/>
                  <a:gd name="T3" fmla="*/ 4 h 13"/>
                  <a:gd name="T4" fmla="*/ 14 w 14"/>
                  <a:gd name="T5" fmla="*/ 11 h 13"/>
                  <a:gd name="T6" fmla="*/ 9 w 14"/>
                  <a:gd name="T7" fmla="*/ 12 h 13"/>
                  <a:gd name="T8" fmla="*/ 2 w 14"/>
                  <a:gd name="T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2" y="10"/>
                    </a:moveTo>
                    <a:cubicBezTo>
                      <a:pt x="1" y="9"/>
                      <a:pt x="0" y="6"/>
                      <a:pt x="1" y="4"/>
                    </a:cubicBezTo>
                    <a:cubicBezTo>
                      <a:pt x="2" y="0"/>
                      <a:pt x="14" y="7"/>
                      <a:pt x="14" y="11"/>
                    </a:cubicBezTo>
                    <a:cubicBezTo>
                      <a:pt x="13" y="13"/>
                      <a:pt x="10" y="12"/>
                      <a:pt x="9" y="12"/>
                    </a:cubicBezTo>
                    <a:cubicBezTo>
                      <a:pt x="7" y="11"/>
                      <a:pt x="4" y="11"/>
                      <a:pt x="2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8" name="Freeform 2309">
                <a:extLst>
                  <a:ext uri="{FF2B5EF4-FFF2-40B4-BE49-F238E27FC236}">
                    <a16:creationId xmlns:a16="http://schemas.microsoft.com/office/drawing/2014/main" id="{03A2A2DE-A3DF-C843-AA04-228BF68E5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006"/>
                <a:ext cx="2" cy="3"/>
              </a:xfrm>
              <a:custGeom>
                <a:avLst/>
                <a:gdLst>
                  <a:gd name="T0" fmla="*/ 1 w 5"/>
                  <a:gd name="T1" fmla="*/ 5 h 6"/>
                  <a:gd name="T2" fmla="*/ 0 w 5"/>
                  <a:gd name="T3" fmla="*/ 2 h 6"/>
                  <a:gd name="T4" fmla="*/ 1 w 5"/>
                  <a:gd name="T5" fmla="*/ 0 h 6"/>
                  <a:gd name="T6" fmla="*/ 4 w 5"/>
                  <a:gd name="T7" fmla="*/ 1 h 6"/>
                  <a:gd name="T8" fmla="*/ 5 w 5"/>
                  <a:gd name="T9" fmla="*/ 6 h 6"/>
                  <a:gd name="T10" fmla="*/ 1 w 5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5"/>
                      <a:pt x="5" y="6"/>
                    </a:cubicBezTo>
                    <a:cubicBezTo>
                      <a:pt x="4" y="6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9" name="Freeform 2310">
                <a:extLst>
                  <a:ext uri="{FF2B5EF4-FFF2-40B4-BE49-F238E27FC236}">
                    <a16:creationId xmlns:a16="http://schemas.microsoft.com/office/drawing/2014/main" id="{D90AACF6-1F8D-824D-AAB7-250679EA3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828"/>
                <a:ext cx="3" cy="2"/>
              </a:xfrm>
              <a:custGeom>
                <a:avLst/>
                <a:gdLst>
                  <a:gd name="T0" fmla="*/ 0 w 8"/>
                  <a:gd name="T1" fmla="*/ 3 h 5"/>
                  <a:gd name="T2" fmla="*/ 2 w 8"/>
                  <a:gd name="T3" fmla="*/ 0 h 5"/>
                  <a:gd name="T4" fmla="*/ 7 w 8"/>
                  <a:gd name="T5" fmla="*/ 1 h 5"/>
                  <a:gd name="T6" fmla="*/ 8 w 8"/>
                  <a:gd name="T7" fmla="*/ 4 h 5"/>
                  <a:gd name="T8" fmla="*/ 3 w 8"/>
                  <a:gd name="T9" fmla="*/ 5 h 5"/>
                  <a:gd name="T10" fmla="*/ 0 w 8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2"/>
                      <a:pt x="8" y="4"/>
                      <a:pt x="8" y="4"/>
                    </a:cubicBezTo>
                    <a:cubicBezTo>
                      <a:pt x="7" y="5"/>
                      <a:pt x="4" y="5"/>
                      <a:pt x="3" y="5"/>
                    </a:cubicBezTo>
                    <a:cubicBezTo>
                      <a:pt x="2" y="5"/>
                      <a:pt x="1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0" name="Freeform 2311">
                <a:extLst>
                  <a:ext uri="{FF2B5EF4-FFF2-40B4-BE49-F238E27FC236}">
                    <a16:creationId xmlns:a16="http://schemas.microsoft.com/office/drawing/2014/main" id="{01978E42-EB02-044A-97EC-355DF582F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763"/>
                <a:ext cx="9" cy="3"/>
              </a:xfrm>
              <a:custGeom>
                <a:avLst/>
                <a:gdLst>
                  <a:gd name="T0" fmla="*/ 8 w 22"/>
                  <a:gd name="T1" fmla="*/ 1 h 8"/>
                  <a:gd name="T2" fmla="*/ 15 w 22"/>
                  <a:gd name="T3" fmla="*/ 1 h 8"/>
                  <a:gd name="T4" fmla="*/ 22 w 22"/>
                  <a:gd name="T5" fmla="*/ 3 h 8"/>
                  <a:gd name="T6" fmla="*/ 21 w 22"/>
                  <a:gd name="T7" fmla="*/ 5 h 8"/>
                  <a:gd name="T8" fmla="*/ 19 w 22"/>
                  <a:gd name="T9" fmla="*/ 6 h 8"/>
                  <a:gd name="T10" fmla="*/ 18 w 22"/>
                  <a:gd name="T11" fmla="*/ 7 h 8"/>
                  <a:gd name="T12" fmla="*/ 16 w 22"/>
                  <a:gd name="T13" fmla="*/ 8 h 8"/>
                  <a:gd name="T14" fmla="*/ 13 w 22"/>
                  <a:gd name="T15" fmla="*/ 8 h 8"/>
                  <a:gd name="T16" fmla="*/ 11 w 22"/>
                  <a:gd name="T17" fmla="*/ 7 h 8"/>
                  <a:gd name="T18" fmla="*/ 4 w 22"/>
                  <a:gd name="T19" fmla="*/ 7 h 8"/>
                  <a:gd name="T20" fmla="*/ 0 w 22"/>
                  <a:gd name="T21" fmla="*/ 5 h 8"/>
                  <a:gd name="T22" fmla="*/ 2 w 22"/>
                  <a:gd name="T23" fmla="*/ 3 h 8"/>
                  <a:gd name="T24" fmla="*/ 8 w 22"/>
                  <a:gd name="T2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8">
                    <a:moveTo>
                      <a:pt x="8" y="1"/>
                    </a:moveTo>
                    <a:cubicBezTo>
                      <a:pt x="10" y="1"/>
                      <a:pt x="12" y="1"/>
                      <a:pt x="15" y="1"/>
                    </a:cubicBezTo>
                    <a:cubicBezTo>
                      <a:pt x="16" y="1"/>
                      <a:pt x="22" y="0"/>
                      <a:pt x="22" y="3"/>
                    </a:cubicBezTo>
                    <a:cubicBezTo>
                      <a:pt x="22" y="3"/>
                      <a:pt x="21" y="4"/>
                      <a:pt x="21" y="5"/>
                    </a:cubicBezTo>
                    <a:cubicBezTo>
                      <a:pt x="20" y="5"/>
                      <a:pt x="19" y="5"/>
                      <a:pt x="19" y="6"/>
                    </a:cubicBezTo>
                    <a:cubicBezTo>
                      <a:pt x="19" y="6"/>
                      <a:pt x="19" y="6"/>
                      <a:pt x="18" y="7"/>
                    </a:cubicBezTo>
                    <a:cubicBezTo>
                      <a:pt x="17" y="7"/>
                      <a:pt x="17" y="7"/>
                      <a:pt x="16" y="8"/>
                    </a:cubicBezTo>
                    <a:cubicBezTo>
                      <a:pt x="15" y="8"/>
                      <a:pt x="14" y="8"/>
                      <a:pt x="13" y="8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8" y="7"/>
                      <a:pt x="6" y="7"/>
                      <a:pt x="4" y="7"/>
                    </a:cubicBezTo>
                    <a:cubicBezTo>
                      <a:pt x="2" y="7"/>
                      <a:pt x="1" y="7"/>
                      <a:pt x="0" y="5"/>
                    </a:cubicBezTo>
                    <a:cubicBezTo>
                      <a:pt x="0" y="4"/>
                      <a:pt x="0" y="3"/>
                      <a:pt x="2" y="3"/>
                    </a:cubicBezTo>
                    <a:cubicBezTo>
                      <a:pt x="4" y="2"/>
                      <a:pt x="6" y="2"/>
                      <a:pt x="8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1" name="Freeform 2312">
                <a:extLst>
                  <a:ext uri="{FF2B5EF4-FFF2-40B4-BE49-F238E27FC236}">
                    <a16:creationId xmlns:a16="http://schemas.microsoft.com/office/drawing/2014/main" id="{F32E23CD-1B1F-7041-BFDE-7BA2A4BD9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071"/>
                <a:ext cx="13" cy="15"/>
              </a:xfrm>
              <a:custGeom>
                <a:avLst/>
                <a:gdLst>
                  <a:gd name="T0" fmla="*/ 10 w 32"/>
                  <a:gd name="T1" fmla="*/ 25 h 36"/>
                  <a:gd name="T2" fmla="*/ 6 w 32"/>
                  <a:gd name="T3" fmla="*/ 23 h 36"/>
                  <a:gd name="T4" fmla="*/ 7 w 32"/>
                  <a:gd name="T5" fmla="*/ 18 h 36"/>
                  <a:gd name="T6" fmla="*/ 3 w 32"/>
                  <a:gd name="T7" fmla="*/ 13 h 36"/>
                  <a:gd name="T8" fmla="*/ 0 w 32"/>
                  <a:gd name="T9" fmla="*/ 8 h 36"/>
                  <a:gd name="T10" fmla="*/ 0 w 32"/>
                  <a:gd name="T11" fmla="*/ 3 h 36"/>
                  <a:gd name="T12" fmla="*/ 5 w 32"/>
                  <a:gd name="T13" fmla="*/ 1 h 36"/>
                  <a:gd name="T14" fmla="*/ 7 w 32"/>
                  <a:gd name="T15" fmla="*/ 1 h 36"/>
                  <a:gd name="T16" fmla="*/ 10 w 32"/>
                  <a:gd name="T17" fmla="*/ 0 h 36"/>
                  <a:gd name="T18" fmla="*/ 12 w 32"/>
                  <a:gd name="T19" fmla="*/ 6 h 36"/>
                  <a:gd name="T20" fmla="*/ 15 w 32"/>
                  <a:gd name="T21" fmla="*/ 11 h 36"/>
                  <a:gd name="T22" fmla="*/ 19 w 32"/>
                  <a:gd name="T23" fmla="*/ 12 h 36"/>
                  <a:gd name="T24" fmla="*/ 20 w 32"/>
                  <a:gd name="T25" fmla="*/ 10 h 36"/>
                  <a:gd name="T26" fmla="*/ 20 w 32"/>
                  <a:gd name="T27" fmla="*/ 7 h 36"/>
                  <a:gd name="T28" fmla="*/ 23 w 32"/>
                  <a:gd name="T29" fmla="*/ 8 h 36"/>
                  <a:gd name="T30" fmla="*/ 22 w 32"/>
                  <a:gd name="T31" fmla="*/ 15 h 36"/>
                  <a:gd name="T32" fmla="*/ 24 w 32"/>
                  <a:gd name="T33" fmla="*/ 25 h 36"/>
                  <a:gd name="T34" fmla="*/ 29 w 32"/>
                  <a:gd name="T35" fmla="*/ 30 h 36"/>
                  <a:gd name="T36" fmla="*/ 32 w 32"/>
                  <a:gd name="T37" fmla="*/ 33 h 36"/>
                  <a:gd name="T38" fmla="*/ 32 w 32"/>
                  <a:gd name="T39" fmla="*/ 35 h 36"/>
                  <a:gd name="T40" fmla="*/ 29 w 32"/>
                  <a:gd name="T41" fmla="*/ 35 h 36"/>
                  <a:gd name="T42" fmla="*/ 27 w 32"/>
                  <a:gd name="T43" fmla="*/ 34 h 36"/>
                  <a:gd name="T44" fmla="*/ 21 w 32"/>
                  <a:gd name="T45" fmla="*/ 27 h 36"/>
                  <a:gd name="T46" fmla="*/ 18 w 32"/>
                  <a:gd name="T47" fmla="*/ 26 h 36"/>
                  <a:gd name="T48" fmla="*/ 14 w 32"/>
                  <a:gd name="T49" fmla="*/ 23 h 36"/>
                  <a:gd name="T50" fmla="*/ 10 w 32"/>
                  <a:gd name="T51" fmla="*/ 2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6">
                    <a:moveTo>
                      <a:pt x="10" y="25"/>
                    </a:moveTo>
                    <a:cubicBezTo>
                      <a:pt x="9" y="26"/>
                      <a:pt x="7" y="24"/>
                      <a:pt x="6" y="23"/>
                    </a:cubicBezTo>
                    <a:cubicBezTo>
                      <a:pt x="5" y="21"/>
                      <a:pt x="6" y="20"/>
                      <a:pt x="7" y="18"/>
                    </a:cubicBezTo>
                    <a:cubicBezTo>
                      <a:pt x="7" y="16"/>
                      <a:pt x="5" y="14"/>
                      <a:pt x="3" y="13"/>
                    </a:cubicBezTo>
                    <a:cubicBezTo>
                      <a:pt x="2" y="11"/>
                      <a:pt x="1" y="10"/>
                      <a:pt x="0" y="8"/>
                    </a:cubicBezTo>
                    <a:cubicBezTo>
                      <a:pt x="0" y="7"/>
                      <a:pt x="0" y="5"/>
                      <a:pt x="0" y="3"/>
                    </a:cubicBezTo>
                    <a:cubicBezTo>
                      <a:pt x="1" y="1"/>
                      <a:pt x="3" y="1"/>
                      <a:pt x="5" y="1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12" y="0"/>
                      <a:pt x="12" y="4"/>
                      <a:pt x="12" y="6"/>
                    </a:cubicBezTo>
                    <a:cubicBezTo>
                      <a:pt x="12" y="8"/>
                      <a:pt x="12" y="10"/>
                      <a:pt x="15" y="11"/>
                    </a:cubicBezTo>
                    <a:cubicBezTo>
                      <a:pt x="16" y="12"/>
                      <a:pt x="18" y="13"/>
                      <a:pt x="19" y="12"/>
                    </a:cubicBezTo>
                    <a:cubicBezTo>
                      <a:pt x="20" y="12"/>
                      <a:pt x="20" y="10"/>
                      <a:pt x="20" y="10"/>
                    </a:cubicBezTo>
                    <a:cubicBezTo>
                      <a:pt x="20" y="9"/>
                      <a:pt x="20" y="8"/>
                      <a:pt x="20" y="7"/>
                    </a:cubicBezTo>
                    <a:cubicBezTo>
                      <a:pt x="22" y="5"/>
                      <a:pt x="23" y="6"/>
                      <a:pt x="23" y="8"/>
                    </a:cubicBezTo>
                    <a:cubicBezTo>
                      <a:pt x="24" y="10"/>
                      <a:pt x="22" y="13"/>
                      <a:pt x="22" y="15"/>
                    </a:cubicBezTo>
                    <a:cubicBezTo>
                      <a:pt x="20" y="18"/>
                      <a:pt x="22" y="22"/>
                      <a:pt x="24" y="25"/>
                    </a:cubicBezTo>
                    <a:cubicBezTo>
                      <a:pt x="26" y="27"/>
                      <a:pt x="28" y="28"/>
                      <a:pt x="29" y="30"/>
                    </a:cubicBezTo>
                    <a:cubicBezTo>
                      <a:pt x="30" y="31"/>
                      <a:pt x="31" y="32"/>
                      <a:pt x="32" y="33"/>
                    </a:cubicBezTo>
                    <a:cubicBezTo>
                      <a:pt x="32" y="34"/>
                      <a:pt x="32" y="35"/>
                      <a:pt x="32" y="35"/>
                    </a:cubicBezTo>
                    <a:cubicBezTo>
                      <a:pt x="32" y="36"/>
                      <a:pt x="29" y="35"/>
                      <a:pt x="29" y="35"/>
                    </a:cubicBezTo>
                    <a:cubicBezTo>
                      <a:pt x="28" y="35"/>
                      <a:pt x="28" y="35"/>
                      <a:pt x="27" y="34"/>
                    </a:cubicBezTo>
                    <a:cubicBezTo>
                      <a:pt x="24" y="33"/>
                      <a:pt x="23" y="29"/>
                      <a:pt x="21" y="27"/>
                    </a:cubicBezTo>
                    <a:cubicBezTo>
                      <a:pt x="20" y="27"/>
                      <a:pt x="19" y="26"/>
                      <a:pt x="18" y="26"/>
                    </a:cubicBezTo>
                    <a:cubicBezTo>
                      <a:pt x="17" y="25"/>
                      <a:pt x="15" y="23"/>
                      <a:pt x="14" y="23"/>
                    </a:cubicBezTo>
                    <a:cubicBezTo>
                      <a:pt x="12" y="23"/>
                      <a:pt x="12" y="25"/>
                      <a:pt x="10" y="2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2" name="Freeform 2313">
                <a:extLst>
                  <a:ext uri="{FF2B5EF4-FFF2-40B4-BE49-F238E27FC236}">
                    <a16:creationId xmlns:a16="http://schemas.microsoft.com/office/drawing/2014/main" id="{C79F5E33-E82C-6C4B-B106-33E251C5D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082"/>
                <a:ext cx="3" cy="3"/>
              </a:xfrm>
              <a:custGeom>
                <a:avLst/>
                <a:gdLst>
                  <a:gd name="T0" fmla="*/ 0 w 9"/>
                  <a:gd name="T1" fmla="*/ 2 h 7"/>
                  <a:gd name="T2" fmla="*/ 5 w 9"/>
                  <a:gd name="T3" fmla="*/ 7 h 7"/>
                  <a:gd name="T4" fmla="*/ 8 w 9"/>
                  <a:gd name="T5" fmla="*/ 7 h 7"/>
                  <a:gd name="T6" fmla="*/ 9 w 9"/>
                  <a:gd name="T7" fmla="*/ 6 h 7"/>
                  <a:gd name="T8" fmla="*/ 4 w 9"/>
                  <a:gd name="T9" fmla="*/ 1 h 7"/>
                  <a:gd name="T10" fmla="*/ 1 w 9"/>
                  <a:gd name="T11" fmla="*/ 1 h 7"/>
                  <a:gd name="T12" fmla="*/ 0 w 9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0" y="2"/>
                    </a:moveTo>
                    <a:cubicBezTo>
                      <a:pt x="1" y="4"/>
                      <a:pt x="3" y="7"/>
                      <a:pt x="5" y="7"/>
                    </a:cubicBezTo>
                    <a:cubicBezTo>
                      <a:pt x="6" y="7"/>
                      <a:pt x="7" y="7"/>
                      <a:pt x="8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3"/>
                      <a:pt x="6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3" name="Freeform 2314">
                <a:extLst>
                  <a:ext uri="{FF2B5EF4-FFF2-40B4-BE49-F238E27FC236}">
                    <a16:creationId xmlns:a16="http://schemas.microsoft.com/office/drawing/2014/main" id="{E9FA6606-927B-6F4C-A029-EC9308802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077"/>
                <a:ext cx="4" cy="3"/>
              </a:xfrm>
              <a:custGeom>
                <a:avLst/>
                <a:gdLst>
                  <a:gd name="T0" fmla="*/ 1 w 11"/>
                  <a:gd name="T1" fmla="*/ 4 h 9"/>
                  <a:gd name="T2" fmla="*/ 1 w 11"/>
                  <a:gd name="T3" fmla="*/ 2 h 9"/>
                  <a:gd name="T4" fmla="*/ 0 w 11"/>
                  <a:gd name="T5" fmla="*/ 1 h 9"/>
                  <a:gd name="T6" fmla="*/ 3 w 11"/>
                  <a:gd name="T7" fmla="*/ 1 h 9"/>
                  <a:gd name="T8" fmla="*/ 6 w 11"/>
                  <a:gd name="T9" fmla="*/ 3 h 9"/>
                  <a:gd name="T10" fmla="*/ 8 w 11"/>
                  <a:gd name="T11" fmla="*/ 5 h 9"/>
                  <a:gd name="T12" fmla="*/ 9 w 11"/>
                  <a:gd name="T13" fmla="*/ 6 h 9"/>
                  <a:gd name="T14" fmla="*/ 8 w 11"/>
                  <a:gd name="T15" fmla="*/ 8 h 9"/>
                  <a:gd name="T16" fmla="*/ 4 w 11"/>
                  <a:gd name="T17" fmla="*/ 8 h 9"/>
                  <a:gd name="T18" fmla="*/ 4 w 11"/>
                  <a:gd name="T19" fmla="*/ 7 h 9"/>
                  <a:gd name="T20" fmla="*/ 1 w 11"/>
                  <a:gd name="T2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9">
                    <a:moveTo>
                      <a:pt x="1" y="4"/>
                    </a:move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7" y="4"/>
                      <a:pt x="7" y="5"/>
                      <a:pt x="8" y="5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11" y="7"/>
                      <a:pt x="9" y="8"/>
                      <a:pt x="8" y="8"/>
                    </a:cubicBezTo>
                    <a:cubicBezTo>
                      <a:pt x="7" y="9"/>
                      <a:pt x="5" y="9"/>
                      <a:pt x="4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3" y="6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4" name="Freeform 2315">
                <a:extLst>
                  <a:ext uri="{FF2B5EF4-FFF2-40B4-BE49-F238E27FC236}">
                    <a16:creationId xmlns:a16="http://schemas.microsoft.com/office/drawing/2014/main" id="{91FEA953-A27C-184A-8BEE-AB99322B7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071"/>
                <a:ext cx="3" cy="2"/>
              </a:xfrm>
              <a:custGeom>
                <a:avLst/>
                <a:gdLst>
                  <a:gd name="T0" fmla="*/ 5 w 7"/>
                  <a:gd name="T1" fmla="*/ 0 h 5"/>
                  <a:gd name="T2" fmla="*/ 7 w 7"/>
                  <a:gd name="T3" fmla="*/ 2 h 5"/>
                  <a:gd name="T4" fmla="*/ 2 w 7"/>
                  <a:gd name="T5" fmla="*/ 4 h 5"/>
                  <a:gd name="T6" fmla="*/ 1 w 7"/>
                  <a:gd name="T7" fmla="*/ 3 h 5"/>
                  <a:gd name="T8" fmla="*/ 1 w 7"/>
                  <a:gd name="T9" fmla="*/ 0 h 5"/>
                  <a:gd name="T10" fmla="*/ 5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6" y="0"/>
                      <a:pt x="6" y="0"/>
                      <a:pt x="7" y="2"/>
                    </a:cubicBezTo>
                    <a:cubicBezTo>
                      <a:pt x="7" y="5"/>
                      <a:pt x="4" y="5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5" name="Freeform 2316">
                <a:extLst>
                  <a:ext uri="{FF2B5EF4-FFF2-40B4-BE49-F238E27FC236}">
                    <a16:creationId xmlns:a16="http://schemas.microsoft.com/office/drawing/2014/main" id="{9C6F5EE7-6404-EA45-BB81-D45E499FB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064"/>
                <a:ext cx="6" cy="4"/>
              </a:xfrm>
              <a:custGeom>
                <a:avLst/>
                <a:gdLst>
                  <a:gd name="T0" fmla="*/ 5 w 14"/>
                  <a:gd name="T1" fmla="*/ 1 h 10"/>
                  <a:gd name="T2" fmla="*/ 10 w 14"/>
                  <a:gd name="T3" fmla="*/ 2 h 10"/>
                  <a:gd name="T4" fmla="*/ 13 w 14"/>
                  <a:gd name="T5" fmla="*/ 4 h 10"/>
                  <a:gd name="T6" fmla="*/ 14 w 14"/>
                  <a:gd name="T7" fmla="*/ 7 h 10"/>
                  <a:gd name="T8" fmla="*/ 8 w 14"/>
                  <a:gd name="T9" fmla="*/ 9 h 10"/>
                  <a:gd name="T10" fmla="*/ 4 w 14"/>
                  <a:gd name="T11" fmla="*/ 6 h 10"/>
                  <a:gd name="T12" fmla="*/ 0 w 14"/>
                  <a:gd name="T13" fmla="*/ 3 h 10"/>
                  <a:gd name="T14" fmla="*/ 0 w 14"/>
                  <a:gd name="T15" fmla="*/ 2 h 10"/>
                  <a:gd name="T16" fmla="*/ 5 w 14"/>
                  <a:gd name="T1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5" y="1"/>
                    </a:moveTo>
                    <a:cubicBezTo>
                      <a:pt x="7" y="1"/>
                      <a:pt x="8" y="2"/>
                      <a:pt x="10" y="2"/>
                    </a:cubicBezTo>
                    <a:cubicBezTo>
                      <a:pt x="11" y="3"/>
                      <a:pt x="12" y="3"/>
                      <a:pt x="13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4" y="10"/>
                      <a:pt x="10" y="10"/>
                      <a:pt x="8" y="9"/>
                    </a:cubicBezTo>
                    <a:cubicBezTo>
                      <a:pt x="7" y="8"/>
                      <a:pt x="5" y="7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4" y="0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6" name="Freeform 2317">
                <a:extLst>
                  <a:ext uri="{FF2B5EF4-FFF2-40B4-BE49-F238E27FC236}">
                    <a16:creationId xmlns:a16="http://schemas.microsoft.com/office/drawing/2014/main" id="{D8413B00-398E-8F46-9CF8-38A8A5479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064"/>
                <a:ext cx="2" cy="2"/>
              </a:xfrm>
              <a:custGeom>
                <a:avLst/>
                <a:gdLst>
                  <a:gd name="T0" fmla="*/ 1 w 5"/>
                  <a:gd name="T1" fmla="*/ 4 h 5"/>
                  <a:gd name="T2" fmla="*/ 0 w 5"/>
                  <a:gd name="T3" fmla="*/ 2 h 5"/>
                  <a:gd name="T4" fmla="*/ 3 w 5"/>
                  <a:gd name="T5" fmla="*/ 1 h 5"/>
                  <a:gd name="T6" fmla="*/ 5 w 5"/>
                  <a:gd name="T7" fmla="*/ 2 h 5"/>
                  <a:gd name="T8" fmla="*/ 4 w 5"/>
                  <a:gd name="T9" fmla="*/ 4 h 5"/>
                  <a:gd name="T10" fmla="*/ 1 w 5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1" y="0"/>
                      <a:pt x="3" y="1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5" y="3"/>
                      <a:pt x="5" y="4"/>
                      <a:pt x="4" y="4"/>
                    </a:cubicBezTo>
                    <a:cubicBezTo>
                      <a:pt x="3" y="4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7" name="Freeform 2318">
                <a:extLst>
                  <a:ext uri="{FF2B5EF4-FFF2-40B4-BE49-F238E27FC236}">
                    <a16:creationId xmlns:a16="http://schemas.microsoft.com/office/drawing/2014/main" id="{12DCCEA9-DC08-5346-8E8B-FA5F1D65B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053"/>
                <a:ext cx="4" cy="5"/>
              </a:xfrm>
              <a:custGeom>
                <a:avLst/>
                <a:gdLst>
                  <a:gd name="T0" fmla="*/ 2 w 10"/>
                  <a:gd name="T1" fmla="*/ 0 h 12"/>
                  <a:gd name="T2" fmla="*/ 4 w 10"/>
                  <a:gd name="T3" fmla="*/ 1 h 12"/>
                  <a:gd name="T4" fmla="*/ 6 w 10"/>
                  <a:gd name="T5" fmla="*/ 4 h 12"/>
                  <a:gd name="T6" fmla="*/ 10 w 10"/>
                  <a:gd name="T7" fmla="*/ 8 h 12"/>
                  <a:gd name="T8" fmla="*/ 7 w 10"/>
                  <a:gd name="T9" fmla="*/ 12 h 12"/>
                  <a:gd name="T10" fmla="*/ 4 w 10"/>
                  <a:gd name="T11" fmla="*/ 10 h 12"/>
                  <a:gd name="T12" fmla="*/ 0 w 10"/>
                  <a:gd name="T13" fmla="*/ 6 h 12"/>
                  <a:gd name="T14" fmla="*/ 1 w 10"/>
                  <a:gd name="T15" fmla="*/ 3 h 12"/>
                  <a:gd name="T16" fmla="*/ 2 w 1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6" y="4"/>
                    </a:cubicBezTo>
                    <a:cubicBezTo>
                      <a:pt x="7" y="5"/>
                      <a:pt x="9" y="5"/>
                      <a:pt x="10" y="8"/>
                    </a:cubicBezTo>
                    <a:cubicBezTo>
                      <a:pt x="10" y="9"/>
                      <a:pt x="9" y="11"/>
                      <a:pt x="7" y="12"/>
                    </a:cubicBezTo>
                    <a:cubicBezTo>
                      <a:pt x="6" y="12"/>
                      <a:pt x="5" y="11"/>
                      <a:pt x="4" y="10"/>
                    </a:cubicBezTo>
                    <a:cubicBezTo>
                      <a:pt x="2" y="9"/>
                      <a:pt x="0" y="8"/>
                      <a:pt x="0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8" name="Freeform 2319">
                <a:extLst>
                  <a:ext uri="{FF2B5EF4-FFF2-40B4-BE49-F238E27FC236}">
                    <a16:creationId xmlns:a16="http://schemas.microsoft.com/office/drawing/2014/main" id="{2F6D1AF0-A128-2C42-86D1-B4C87F191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054"/>
                <a:ext cx="7" cy="4"/>
              </a:xfrm>
              <a:custGeom>
                <a:avLst/>
                <a:gdLst>
                  <a:gd name="T0" fmla="*/ 1 w 16"/>
                  <a:gd name="T1" fmla="*/ 8 h 9"/>
                  <a:gd name="T2" fmla="*/ 1 w 16"/>
                  <a:gd name="T3" fmla="*/ 8 h 9"/>
                  <a:gd name="T4" fmla="*/ 0 w 16"/>
                  <a:gd name="T5" fmla="*/ 7 h 9"/>
                  <a:gd name="T6" fmla="*/ 1 w 16"/>
                  <a:gd name="T7" fmla="*/ 5 h 9"/>
                  <a:gd name="T8" fmla="*/ 1 w 16"/>
                  <a:gd name="T9" fmla="*/ 3 h 9"/>
                  <a:gd name="T10" fmla="*/ 2 w 16"/>
                  <a:gd name="T11" fmla="*/ 2 h 9"/>
                  <a:gd name="T12" fmla="*/ 3 w 16"/>
                  <a:gd name="T13" fmla="*/ 2 h 9"/>
                  <a:gd name="T14" fmla="*/ 6 w 16"/>
                  <a:gd name="T15" fmla="*/ 4 h 9"/>
                  <a:gd name="T16" fmla="*/ 9 w 16"/>
                  <a:gd name="T17" fmla="*/ 3 h 9"/>
                  <a:gd name="T18" fmla="*/ 10 w 16"/>
                  <a:gd name="T19" fmla="*/ 1 h 9"/>
                  <a:gd name="T20" fmla="*/ 12 w 16"/>
                  <a:gd name="T21" fmla="*/ 0 h 9"/>
                  <a:gd name="T22" fmla="*/ 13 w 16"/>
                  <a:gd name="T23" fmla="*/ 4 h 9"/>
                  <a:gd name="T24" fmla="*/ 15 w 16"/>
                  <a:gd name="T25" fmla="*/ 6 h 9"/>
                  <a:gd name="T26" fmla="*/ 11 w 16"/>
                  <a:gd name="T27" fmla="*/ 8 h 9"/>
                  <a:gd name="T28" fmla="*/ 8 w 16"/>
                  <a:gd name="T29" fmla="*/ 9 h 9"/>
                  <a:gd name="T30" fmla="*/ 5 w 16"/>
                  <a:gd name="T31" fmla="*/ 9 h 9"/>
                  <a:gd name="T32" fmla="*/ 3 w 16"/>
                  <a:gd name="T33" fmla="*/ 9 h 9"/>
                  <a:gd name="T34" fmla="*/ 1 w 16"/>
                  <a:gd name="T35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9"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7" y="4"/>
                      <a:pt x="8" y="4"/>
                      <a:pt x="9" y="3"/>
                    </a:cubicBezTo>
                    <a:cubicBezTo>
                      <a:pt x="10" y="3"/>
                      <a:pt x="9" y="2"/>
                      <a:pt x="10" y="1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3" y="3"/>
                      <a:pt x="13" y="4"/>
                    </a:cubicBezTo>
                    <a:cubicBezTo>
                      <a:pt x="14" y="5"/>
                      <a:pt x="15" y="5"/>
                      <a:pt x="15" y="6"/>
                    </a:cubicBezTo>
                    <a:cubicBezTo>
                      <a:pt x="16" y="8"/>
                      <a:pt x="12" y="8"/>
                      <a:pt x="11" y="8"/>
                    </a:cubicBezTo>
                    <a:cubicBezTo>
                      <a:pt x="10" y="8"/>
                      <a:pt x="9" y="9"/>
                      <a:pt x="8" y="9"/>
                    </a:cubicBezTo>
                    <a:cubicBezTo>
                      <a:pt x="7" y="9"/>
                      <a:pt x="6" y="9"/>
                      <a:pt x="5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2" y="9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9" name="Freeform 2320">
                <a:extLst>
                  <a:ext uri="{FF2B5EF4-FFF2-40B4-BE49-F238E27FC236}">
                    <a16:creationId xmlns:a16="http://schemas.microsoft.com/office/drawing/2014/main" id="{F4DC8F59-307C-8A41-AAA8-5E1A8FBFA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050"/>
                <a:ext cx="3" cy="2"/>
              </a:xfrm>
              <a:custGeom>
                <a:avLst/>
                <a:gdLst>
                  <a:gd name="T0" fmla="*/ 0 w 6"/>
                  <a:gd name="T1" fmla="*/ 3 h 5"/>
                  <a:gd name="T2" fmla="*/ 0 w 6"/>
                  <a:gd name="T3" fmla="*/ 1 h 5"/>
                  <a:gd name="T4" fmla="*/ 3 w 6"/>
                  <a:gd name="T5" fmla="*/ 0 h 5"/>
                  <a:gd name="T6" fmla="*/ 5 w 6"/>
                  <a:gd name="T7" fmla="*/ 3 h 5"/>
                  <a:gd name="T8" fmla="*/ 4 w 6"/>
                  <a:gd name="T9" fmla="*/ 5 h 5"/>
                  <a:gd name="T10" fmla="*/ 1 w 6"/>
                  <a:gd name="T11" fmla="*/ 4 h 5"/>
                  <a:gd name="T12" fmla="*/ 0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5" y="0"/>
                      <a:pt x="6" y="1"/>
                      <a:pt x="5" y="3"/>
                    </a:cubicBezTo>
                    <a:cubicBezTo>
                      <a:pt x="5" y="4"/>
                      <a:pt x="5" y="5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0" name="Freeform 2321">
                <a:extLst>
                  <a:ext uri="{FF2B5EF4-FFF2-40B4-BE49-F238E27FC236}">
                    <a16:creationId xmlns:a16="http://schemas.microsoft.com/office/drawing/2014/main" id="{DA35802F-7BF5-B040-A1AE-57A30C574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048"/>
                <a:ext cx="3" cy="3"/>
              </a:xfrm>
              <a:custGeom>
                <a:avLst/>
                <a:gdLst>
                  <a:gd name="T0" fmla="*/ 0 w 8"/>
                  <a:gd name="T1" fmla="*/ 4 h 7"/>
                  <a:gd name="T2" fmla="*/ 0 w 8"/>
                  <a:gd name="T3" fmla="*/ 2 h 7"/>
                  <a:gd name="T4" fmla="*/ 4 w 8"/>
                  <a:gd name="T5" fmla="*/ 0 h 7"/>
                  <a:gd name="T6" fmla="*/ 8 w 8"/>
                  <a:gd name="T7" fmla="*/ 3 h 7"/>
                  <a:gd name="T8" fmla="*/ 7 w 8"/>
                  <a:gd name="T9" fmla="*/ 6 h 7"/>
                  <a:gd name="T10" fmla="*/ 5 w 8"/>
                  <a:gd name="T11" fmla="*/ 7 h 7"/>
                  <a:gd name="T12" fmla="*/ 2 w 8"/>
                  <a:gd name="T13" fmla="*/ 7 h 7"/>
                  <a:gd name="T14" fmla="*/ 1 w 8"/>
                  <a:gd name="T15" fmla="*/ 5 h 7"/>
                  <a:gd name="T16" fmla="*/ 0 w 8"/>
                  <a:gd name="T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8" y="2"/>
                      <a:pt x="8" y="3"/>
                    </a:cubicBezTo>
                    <a:cubicBezTo>
                      <a:pt x="8" y="4"/>
                      <a:pt x="8" y="5"/>
                      <a:pt x="7" y="6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1" name="Freeform 2322">
                <a:extLst>
                  <a:ext uri="{FF2B5EF4-FFF2-40B4-BE49-F238E27FC236}">
                    <a16:creationId xmlns:a16="http://schemas.microsoft.com/office/drawing/2014/main" id="{7484A14C-3012-E148-9A49-7D153D4A3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044"/>
                <a:ext cx="4" cy="4"/>
              </a:xfrm>
              <a:custGeom>
                <a:avLst/>
                <a:gdLst>
                  <a:gd name="T0" fmla="*/ 8 w 9"/>
                  <a:gd name="T1" fmla="*/ 6 h 9"/>
                  <a:gd name="T2" fmla="*/ 7 w 9"/>
                  <a:gd name="T3" fmla="*/ 9 h 9"/>
                  <a:gd name="T4" fmla="*/ 2 w 9"/>
                  <a:gd name="T5" fmla="*/ 8 h 9"/>
                  <a:gd name="T6" fmla="*/ 1 w 9"/>
                  <a:gd name="T7" fmla="*/ 5 h 9"/>
                  <a:gd name="T8" fmla="*/ 1 w 9"/>
                  <a:gd name="T9" fmla="*/ 2 h 9"/>
                  <a:gd name="T10" fmla="*/ 3 w 9"/>
                  <a:gd name="T11" fmla="*/ 0 h 9"/>
                  <a:gd name="T12" fmla="*/ 5 w 9"/>
                  <a:gd name="T13" fmla="*/ 3 h 9"/>
                  <a:gd name="T14" fmla="*/ 6 w 9"/>
                  <a:gd name="T15" fmla="*/ 4 h 9"/>
                  <a:gd name="T16" fmla="*/ 8 w 9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9" y="7"/>
                      <a:pt x="8" y="8"/>
                      <a:pt x="7" y="9"/>
                    </a:cubicBezTo>
                    <a:cubicBezTo>
                      <a:pt x="5" y="9"/>
                      <a:pt x="3" y="8"/>
                      <a:pt x="2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5" y="1"/>
                      <a:pt x="5" y="3"/>
                    </a:cubicBezTo>
                    <a:cubicBezTo>
                      <a:pt x="6" y="3"/>
                      <a:pt x="5" y="4"/>
                      <a:pt x="6" y="4"/>
                    </a:cubicBezTo>
                    <a:cubicBezTo>
                      <a:pt x="7" y="5"/>
                      <a:pt x="7" y="5"/>
                      <a:pt x="8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2" name="Freeform 2323">
                <a:extLst>
                  <a:ext uri="{FF2B5EF4-FFF2-40B4-BE49-F238E27FC236}">
                    <a16:creationId xmlns:a16="http://schemas.microsoft.com/office/drawing/2014/main" id="{0CE3DCF3-72B9-A04F-9908-EF4239744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038"/>
                <a:ext cx="5" cy="4"/>
              </a:xfrm>
              <a:custGeom>
                <a:avLst/>
                <a:gdLst>
                  <a:gd name="T0" fmla="*/ 3 w 12"/>
                  <a:gd name="T1" fmla="*/ 8 h 9"/>
                  <a:gd name="T2" fmla="*/ 2 w 12"/>
                  <a:gd name="T3" fmla="*/ 8 h 9"/>
                  <a:gd name="T4" fmla="*/ 1 w 12"/>
                  <a:gd name="T5" fmla="*/ 7 h 9"/>
                  <a:gd name="T6" fmla="*/ 0 w 12"/>
                  <a:gd name="T7" fmla="*/ 5 h 9"/>
                  <a:gd name="T8" fmla="*/ 4 w 12"/>
                  <a:gd name="T9" fmla="*/ 5 h 9"/>
                  <a:gd name="T10" fmla="*/ 6 w 12"/>
                  <a:gd name="T11" fmla="*/ 5 h 9"/>
                  <a:gd name="T12" fmla="*/ 7 w 12"/>
                  <a:gd name="T13" fmla="*/ 2 h 9"/>
                  <a:gd name="T14" fmla="*/ 7 w 12"/>
                  <a:gd name="T15" fmla="*/ 2 h 9"/>
                  <a:gd name="T16" fmla="*/ 8 w 12"/>
                  <a:gd name="T17" fmla="*/ 0 h 9"/>
                  <a:gd name="T18" fmla="*/ 10 w 12"/>
                  <a:gd name="T19" fmla="*/ 1 h 9"/>
                  <a:gd name="T20" fmla="*/ 11 w 12"/>
                  <a:gd name="T21" fmla="*/ 2 h 9"/>
                  <a:gd name="T22" fmla="*/ 12 w 12"/>
                  <a:gd name="T23" fmla="*/ 7 h 9"/>
                  <a:gd name="T24" fmla="*/ 10 w 12"/>
                  <a:gd name="T25" fmla="*/ 9 h 9"/>
                  <a:gd name="T26" fmla="*/ 6 w 12"/>
                  <a:gd name="T27" fmla="*/ 9 h 9"/>
                  <a:gd name="T28" fmla="*/ 3 w 12"/>
                  <a:gd name="T2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9">
                    <a:moveTo>
                      <a:pt x="3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1" y="4"/>
                      <a:pt x="3" y="5"/>
                      <a:pt x="4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7" y="5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8" y="0"/>
                      <a:pt x="8" y="0"/>
                    </a:cubicBezTo>
                    <a:cubicBezTo>
                      <a:pt x="9" y="0"/>
                      <a:pt x="9" y="1"/>
                      <a:pt x="10" y="1"/>
                    </a:cubicBezTo>
                    <a:cubicBezTo>
                      <a:pt x="10" y="1"/>
                      <a:pt x="10" y="2"/>
                      <a:pt x="11" y="2"/>
                    </a:cubicBezTo>
                    <a:cubicBezTo>
                      <a:pt x="11" y="3"/>
                      <a:pt x="12" y="5"/>
                      <a:pt x="12" y="7"/>
                    </a:cubicBezTo>
                    <a:cubicBezTo>
                      <a:pt x="11" y="8"/>
                      <a:pt x="11" y="9"/>
                      <a:pt x="10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3" name="Freeform 2324">
                <a:extLst>
                  <a:ext uri="{FF2B5EF4-FFF2-40B4-BE49-F238E27FC236}">
                    <a16:creationId xmlns:a16="http://schemas.microsoft.com/office/drawing/2014/main" id="{2FC770FE-9A2B-BC47-B615-B2C592EB8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035"/>
                <a:ext cx="3" cy="3"/>
              </a:xfrm>
              <a:custGeom>
                <a:avLst/>
                <a:gdLst>
                  <a:gd name="T0" fmla="*/ 2 w 6"/>
                  <a:gd name="T1" fmla="*/ 0 h 6"/>
                  <a:gd name="T2" fmla="*/ 6 w 6"/>
                  <a:gd name="T3" fmla="*/ 1 h 6"/>
                  <a:gd name="T4" fmla="*/ 5 w 6"/>
                  <a:gd name="T5" fmla="*/ 5 h 6"/>
                  <a:gd name="T6" fmla="*/ 2 w 6"/>
                  <a:gd name="T7" fmla="*/ 5 h 6"/>
                  <a:gd name="T8" fmla="*/ 1 w 6"/>
                  <a:gd name="T9" fmla="*/ 1 h 6"/>
                  <a:gd name="T10" fmla="*/ 2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4" name="Freeform 2325">
                <a:extLst>
                  <a:ext uri="{FF2B5EF4-FFF2-40B4-BE49-F238E27FC236}">
                    <a16:creationId xmlns:a16="http://schemas.microsoft.com/office/drawing/2014/main" id="{EB5909D1-2299-0C4D-A957-1E1B948DE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029"/>
                <a:ext cx="2" cy="2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0 h 5"/>
                  <a:gd name="T4" fmla="*/ 5 w 5"/>
                  <a:gd name="T5" fmla="*/ 2 h 5"/>
                  <a:gd name="T6" fmla="*/ 2 w 5"/>
                  <a:gd name="T7" fmla="*/ 4 h 5"/>
                  <a:gd name="T8" fmla="*/ 1 w 5"/>
                  <a:gd name="T9" fmla="*/ 4 h 5"/>
                  <a:gd name="T10" fmla="*/ 0 w 5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4" y="1"/>
                      <a:pt x="5" y="2"/>
                    </a:cubicBezTo>
                    <a:cubicBezTo>
                      <a:pt x="5" y="4"/>
                      <a:pt x="4" y="4"/>
                      <a:pt x="2" y="4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5" name="Freeform 2326">
                <a:extLst>
                  <a:ext uri="{FF2B5EF4-FFF2-40B4-BE49-F238E27FC236}">
                    <a16:creationId xmlns:a16="http://schemas.microsoft.com/office/drawing/2014/main" id="{C37C14B1-103E-2D46-B46C-327869C21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021"/>
                <a:ext cx="4" cy="5"/>
              </a:xfrm>
              <a:custGeom>
                <a:avLst/>
                <a:gdLst>
                  <a:gd name="T0" fmla="*/ 10 w 11"/>
                  <a:gd name="T1" fmla="*/ 9 h 12"/>
                  <a:gd name="T2" fmla="*/ 8 w 11"/>
                  <a:gd name="T3" fmla="*/ 12 h 12"/>
                  <a:gd name="T4" fmla="*/ 6 w 11"/>
                  <a:gd name="T5" fmla="*/ 12 h 12"/>
                  <a:gd name="T6" fmla="*/ 5 w 11"/>
                  <a:gd name="T7" fmla="*/ 11 h 12"/>
                  <a:gd name="T8" fmla="*/ 3 w 11"/>
                  <a:gd name="T9" fmla="*/ 10 h 12"/>
                  <a:gd name="T10" fmla="*/ 1 w 11"/>
                  <a:gd name="T11" fmla="*/ 8 h 12"/>
                  <a:gd name="T12" fmla="*/ 1 w 11"/>
                  <a:gd name="T13" fmla="*/ 5 h 12"/>
                  <a:gd name="T14" fmla="*/ 1 w 11"/>
                  <a:gd name="T15" fmla="*/ 2 h 12"/>
                  <a:gd name="T16" fmla="*/ 3 w 11"/>
                  <a:gd name="T17" fmla="*/ 0 h 12"/>
                  <a:gd name="T18" fmla="*/ 4 w 11"/>
                  <a:gd name="T19" fmla="*/ 2 h 12"/>
                  <a:gd name="T20" fmla="*/ 6 w 11"/>
                  <a:gd name="T21" fmla="*/ 3 h 12"/>
                  <a:gd name="T22" fmla="*/ 9 w 11"/>
                  <a:gd name="T23" fmla="*/ 4 h 12"/>
                  <a:gd name="T24" fmla="*/ 11 w 11"/>
                  <a:gd name="T25" fmla="*/ 7 h 12"/>
                  <a:gd name="T26" fmla="*/ 10 w 11"/>
                  <a:gd name="T2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10" y="10"/>
                      <a:pt x="9" y="11"/>
                      <a:pt x="8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6" y="12"/>
                      <a:pt x="5" y="11"/>
                      <a:pt x="5" y="11"/>
                    </a:cubicBezTo>
                    <a:cubicBezTo>
                      <a:pt x="4" y="11"/>
                      <a:pt x="3" y="11"/>
                      <a:pt x="3" y="10"/>
                    </a:cubicBezTo>
                    <a:cubicBezTo>
                      <a:pt x="2" y="10"/>
                      <a:pt x="2" y="9"/>
                      <a:pt x="1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0" y="5"/>
                      <a:pt x="1" y="3"/>
                      <a:pt x="1" y="2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7" y="4"/>
                      <a:pt x="8" y="3"/>
                      <a:pt x="9" y="4"/>
                    </a:cubicBezTo>
                    <a:cubicBezTo>
                      <a:pt x="10" y="4"/>
                      <a:pt x="10" y="6"/>
                      <a:pt x="11" y="7"/>
                    </a:cubicBezTo>
                    <a:cubicBezTo>
                      <a:pt x="11" y="8"/>
                      <a:pt x="11" y="9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6" name="Freeform 2327">
                <a:extLst>
                  <a:ext uri="{FF2B5EF4-FFF2-40B4-BE49-F238E27FC236}">
                    <a16:creationId xmlns:a16="http://schemas.microsoft.com/office/drawing/2014/main" id="{1A293EC4-712D-794E-8FFE-57BF02E58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023"/>
                <a:ext cx="6" cy="6"/>
              </a:xfrm>
              <a:custGeom>
                <a:avLst/>
                <a:gdLst>
                  <a:gd name="T0" fmla="*/ 4 w 14"/>
                  <a:gd name="T1" fmla="*/ 0 h 15"/>
                  <a:gd name="T2" fmla="*/ 6 w 14"/>
                  <a:gd name="T3" fmla="*/ 0 h 15"/>
                  <a:gd name="T4" fmla="*/ 9 w 14"/>
                  <a:gd name="T5" fmla="*/ 2 h 15"/>
                  <a:gd name="T6" fmla="*/ 10 w 14"/>
                  <a:gd name="T7" fmla="*/ 5 h 15"/>
                  <a:gd name="T8" fmla="*/ 13 w 14"/>
                  <a:gd name="T9" fmla="*/ 6 h 15"/>
                  <a:gd name="T10" fmla="*/ 14 w 14"/>
                  <a:gd name="T11" fmla="*/ 6 h 15"/>
                  <a:gd name="T12" fmla="*/ 14 w 14"/>
                  <a:gd name="T13" fmla="*/ 9 h 15"/>
                  <a:gd name="T14" fmla="*/ 14 w 14"/>
                  <a:gd name="T15" fmla="*/ 13 h 15"/>
                  <a:gd name="T16" fmla="*/ 9 w 14"/>
                  <a:gd name="T17" fmla="*/ 14 h 15"/>
                  <a:gd name="T18" fmla="*/ 6 w 14"/>
                  <a:gd name="T19" fmla="*/ 12 h 15"/>
                  <a:gd name="T20" fmla="*/ 6 w 14"/>
                  <a:gd name="T21" fmla="*/ 10 h 15"/>
                  <a:gd name="T22" fmla="*/ 5 w 14"/>
                  <a:gd name="T23" fmla="*/ 7 h 15"/>
                  <a:gd name="T24" fmla="*/ 3 w 14"/>
                  <a:gd name="T25" fmla="*/ 6 h 15"/>
                  <a:gd name="T26" fmla="*/ 0 w 14"/>
                  <a:gd name="T27" fmla="*/ 2 h 15"/>
                  <a:gd name="T28" fmla="*/ 2 w 14"/>
                  <a:gd name="T29" fmla="*/ 1 h 15"/>
                  <a:gd name="T30" fmla="*/ 4 w 14"/>
                  <a:gd name="T3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5">
                    <a:moveTo>
                      <a:pt x="4" y="0"/>
                    </a:moveTo>
                    <a:cubicBezTo>
                      <a:pt x="5" y="0"/>
                      <a:pt x="6" y="0"/>
                      <a:pt x="6" y="0"/>
                    </a:cubicBezTo>
                    <a:cubicBezTo>
                      <a:pt x="7" y="1"/>
                      <a:pt x="9" y="1"/>
                      <a:pt x="9" y="2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1" y="6"/>
                      <a:pt x="12" y="6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7"/>
                      <a:pt x="14" y="8"/>
                      <a:pt x="14" y="9"/>
                    </a:cubicBezTo>
                    <a:cubicBezTo>
                      <a:pt x="14" y="10"/>
                      <a:pt x="14" y="12"/>
                      <a:pt x="14" y="13"/>
                    </a:cubicBezTo>
                    <a:cubicBezTo>
                      <a:pt x="14" y="15"/>
                      <a:pt x="11" y="14"/>
                      <a:pt x="9" y="14"/>
                    </a:cubicBezTo>
                    <a:cubicBezTo>
                      <a:pt x="8" y="14"/>
                      <a:pt x="6" y="13"/>
                      <a:pt x="6" y="12"/>
                    </a:cubicBezTo>
                    <a:cubicBezTo>
                      <a:pt x="6" y="11"/>
                      <a:pt x="6" y="11"/>
                      <a:pt x="6" y="10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2" y="5"/>
                      <a:pt x="0" y="4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1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7" name="Freeform 2328">
                <a:extLst>
                  <a:ext uri="{FF2B5EF4-FFF2-40B4-BE49-F238E27FC236}">
                    <a16:creationId xmlns:a16="http://schemas.microsoft.com/office/drawing/2014/main" id="{78AAEAA0-3966-2E41-9371-BD2FA05C2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021"/>
                <a:ext cx="3" cy="4"/>
              </a:xfrm>
              <a:custGeom>
                <a:avLst/>
                <a:gdLst>
                  <a:gd name="T0" fmla="*/ 1 w 8"/>
                  <a:gd name="T1" fmla="*/ 6 h 8"/>
                  <a:gd name="T2" fmla="*/ 1 w 8"/>
                  <a:gd name="T3" fmla="*/ 1 h 8"/>
                  <a:gd name="T4" fmla="*/ 5 w 8"/>
                  <a:gd name="T5" fmla="*/ 0 h 8"/>
                  <a:gd name="T6" fmla="*/ 7 w 8"/>
                  <a:gd name="T7" fmla="*/ 1 h 8"/>
                  <a:gd name="T8" fmla="*/ 7 w 8"/>
                  <a:gd name="T9" fmla="*/ 3 h 8"/>
                  <a:gd name="T10" fmla="*/ 5 w 8"/>
                  <a:gd name="T11" fmla="*/ 7 h 8"/>
                  <a:gd name="T12" fmla="*/ 1 w 8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1" y="6"/>
                    </a:moveTo>
                    <a:cubicBezTo>
                      <a:pt x="0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1" y="7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8" name="Freeform 2329">
                <a:extLst>
                  <a:ext uri="{FF2B5EF4-FFF2-40B4-BE49-F238E27FC236}">
                    <a16:creationId xmlns:a16="http://schemas.microsoft.com/office/drawing/2014/main" id="{EF30603E-A8D2-404A-99DB-E8E9CE8DB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017"/>
                <a:ext cx="5" cy="4"/>
              </a:xfrm>
              <a:custGeom>
                <a:avLst/>
                <a:gdLst>
                  <a:gd name="T0" fmla="*/ 0 w 13"/>
                  <a:gd name="T1" fmla="*/ 7 h 10"/>
                  <a:gd name="T2" fmla="*/ 0 w 13"/>
                  <a:gd name="T3" fmla="*/ 5 h 10"/>
                  <a:gd name="T4" fmla="*/ 2 w 13"/>
                  <a:gd name="T5" fmla="*/ 2 h 10"/>
                  <a:gd name="T6" fmla="*/ 8 w 13"/>
                  <a:gd name="T7" fmla="*/ 0 h 10"/>
                  <a:gd name="T8" fmla="*/ 13 w 13"/>
                  <a:gd name="T9" fmla="*/ 5 h 10"/>
                  <a:gd name="T10" fmla="*/ 13 w 13"/>
                  <a:gd name="T11" fmla="*/ 8 h 10"/>
                  <a:gd name="T12" fmla="*/ 10 w 13"/>
                  <a:gd name="T13" fmla="*/ 10 h 10"/>
                  <a:gd name="T14" fmla="*/ 5 w 13"/>
                  <a:gd name="T15" fmla="*/ 10 h 10"/>
                  <a:gd name="T16" fmla="*/ 0 w 13"/>
                  <a:gd name="T1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0">
                    <a:moveTo>
                      <a:pt x="0" y="7"/>
                    </a:move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4" y="2"/>
                      <a:pt x="6" y="0"/>
                      <a:pt x="8" y="0"/>
                    </a:cubicBezTo>
                    <a:cubicBezTo>
                      <a:pt x="10" y="1"/>
                      <a:pt x="12" y="3"/>
                      <a:pt x="13" y="5"/>
                    </a:cubicBezTo>
                    <a:cubicBezTo>
                      <a:pt x="13" y="6"/>
                      <a:pt x="13" y="7"/>
                      <a:pt x="13" y="8"/>
                    </a:cubicBezTo>
                    <a:cubicBezTo>
                      <a:pt x="12" y="8"/>
                      <a:pt x="11" y="9"/>
                      <a:pt x="10" y="10"/>
                    </a:cubicBezTo>
                    <a:cubicBezTo>
                      <a:pt x="8" y="10"/>
                      <a:pt x="6" y="10"/>
                      <a:pt x="5" y="10"/>
                    </a:cubicBezTo>
                    <a:cubicBezTo>
                      <a:pt x="3" y="9"/>
                      <a:pt x="1" y="9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9" name="Freeform 2330">
                <a:extLst>
                  <a:ext uri="{FF2B5EF4-FFF2-40B4-BE49-F238E27FC236}">
                    <a16:creationId xmlns:a16="http://schemas.microsoft.com/office/drawing/2014/main" id="{3A7BD154-CF87-BD4F-87F7-02859EE44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1034"/>
                <a:ext cx="5" cy="4"/>
              </a:xfrm>
              <a:custGeom>
                <a:avLst/>
                <a:gdLst>
                  <a:gd name="T0" fmla="*/ 4 w 12"/>
                  <a:gd name="T1" fmla="*/ 0 h 10"/>
                  <a:gd name="T2" fmla="*/ 7 w 12"/>
                  <a:gd name="T3" fmla="*/ 0 h 10"/>
                  <a:gd name="T4" fmla="*/ 10 w 12"/>
                  <a:gd name="T5" fmla="*/ 8 h 10"/>
                  <a:gd name="T6" fmla="*/ 7 w 12"/>
                  <a:gd name="T7" fmla="*/ 9 h 10"/>
                  <a:gd name="T8" fmla="*/ 4 w 12"/>
                  <a:gd name="T9" fmla="*/ 6 h 10"/>
                  <a:gd name="T10" fmla="*/ 2 w 12"/>
                  <a:gd name="T11" fmla="*/ 5 h 10"/>
                  <a:gd name="T12" fmla="*/ 4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4" y="0"/>
                    </a:moveTo>
                    <a:cubicBezTo>
                      <a:pt x="5" y="0"/>
                      <a:pt x="6" y="0"/>
                      <a:pt x="7" y="0"/>
                    </a:cubicBezTo>
                    <a:cubicBezTo>
                      <a:pt x="10" y="0"/>
                      <a:pt x="12" y="5"/>
                      <a:pt x="10" y="8"/>
                    </a:cubicBezTo>
                    <a:cubicBezTo>
                      <a:pt x="9" y="9"/>
                      <a:pt x="8" y="10"/>
                      <a:pt x="7" y="9"/>
                    </a:cubicBezTo>
                    <a:cubicBezTo>
                      <a:pt x="6" y="8"/>
                      <a:pt x="5" y="7"/>
                      <a:pt x="4" y="6"/>
                    </a:cubicBezTo>
                    <a:cubicBezTo>
                      <a:pt x="4" y="6"/>
                      <a:pt x="3" y="5"/>
                      <a:pt x="2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0" name="Freeform 2331">
                <a:extLst>
                  <a:ext uri="{FF2B5EF4-FFF2-40B4-BE49-F238E27FC236}">
                    <a16:creationId xmlns:a16="http://schemas.microsoft.com/office/drawing/2014/main" id="{C2C9EF16-AD44-1A4A-A184-EEC438E23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1243"/>
                <a:ext cx="3" cy="9"/>
              </a:xfrm>
              <a:custGeom>
                <a:avLst/>
                <a:gdLst>
                  <a:gd name="T0" fmla="*/ 2 w 7"/>
                  <a:gd name="T1" fmla="*/ 8 h 22"/>
                  <a:gd name="T2" fmla="*/ 4 w 7"/>
                  <a:gd name="T3" fmla="*/ 0 h 22"/>
                  <a:gd name="T4" fmla="*/ 6 w 7"/>
                  <a:gd name="T5" fmla="*/ 3 h 22"/>
                  <a:gd name="T6" fmla="*/ 7 w 7"/>
                  <a:gd name="T7" fmla="*/ 7 h 22"/>
                  <a:gd name="T8" fmla="*/ 6 w 7"/>
                  <a:gd name="T9" fmla="*/ 16 h 22"/>
                  <a:gd name="T10" fmla="*/ 6 w 7"/>
                  <a:gd name="T11" fmla="*/ 19 h 22"/>
                  <a:gd name="T12" fmla="*/ 1 w 7"/>
                  <a:gd name="T13" fmla="*/ 17 h 22"/>
                  <a:gd name="T14" fmla="*/ 0 w 7"/>
                  <a:gd name="T15" fmla="*/ 14 h 22"/>
                  <a:gd name="T16" fmla="*/ 2 w 7"/>
                  <a:gd name="T1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2">
                    <a:moveTo>
                      <a:pt x="2" y="8"/>
                    </a:moveTo>
                    <a:cubicBezTo>
                      <a:pt x="2" y="6"/>
                      <a:pt x="1" y="1"/>
                      <a:pt x="4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7" y="4"/>
                      <a:pt x="7" y="6"/>
                      <a:pt x="7" y="7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7"/>
                      <a:pt x="7" y="18"/>
                      <a:pt x="6" y="19"/>
                    </a:cubicBezTo>
                    <a:cubicBezTo>
                      <a:pt x="5" y="22"/>
                      <a:pt x="2" y="19"/>
                      <a:pt x="1" y="17"/>
                    </a:cubicBezTo>
                    <a:cubicBezTo>
                      <a:pt x="0" y="16"/>
                      <a:pt x="0" y="15"/>
                      <a:pt x="0" y="14"/>
                    </a:cubicBezTo>
                    <a:cubicBezTo>
                      <a:pt x="1" y="12"/>
                      <a:pt x="1" y="10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1" name="Freeform 2332">
                <a:extLst>
                  <a:ext uri="{FF2B5EF4-FFF2-40B4-BE49-F238E27FC236}">
                    <a16:creationId xmlns:a16="http://schemas.microsoft.com/office/drawing/2014/main" id="{EBC29E9A-D5A1-8048-BC44-1B7A2828A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234"/>
                <a:ext cx="6" cy="12"/>
              </a:xfrm>
              <a:custGeom>
                <a:avLst/>
                <a:gdLst>
                  <a:gd name="T0" fmla="*/ 5 w 15"/>
                  <a:gd name="T1" fmla="*/ 19 h 31"/>
                  <a:gd name="T2" fmla="*/ 6 w 15"/>
                  <a:gd name="T3" fmla="*/ 19 h 31"/>
                  <a:gd name="T4" fmla="*/ 7 w 15"/>
                  <a:gd name="T5" fmla="*/ 17 h 31"/>
                  <a:gd name="T6" fmla="*/ 8 w 15"/>
                  <a:gd name="T7" fmla="*/ 16 h 31"/>
                  <a:gd name="T8" fmla="*/ 6 w 15"/>
                  <a:gd name="T9" fmla="*/ 10 h 31"/>
                  <a:gd name="T10" fmla="*/ 5 w 15"/>
                  <a:gd name="T11" fmla="*/ 1 h 31"/>
                  <a:gd name="T12" fmla="*/ 8 w 15"/>
                  <a:gd name="T13" fmla="*/ 0 h 31"/>
                  <a:gd name="T14" fmla="*/ 11 w 15"/>
                  <a:gd name="T15" fmla="*/ 3 h 31"/>
                  <a:gd name="T16" fmla="*/ 14 w 15"/>
                  <a:gd name="T17" fmla="*/ 9 h 31"/>
                  <a:gd name="T18" fmla="*/ 15 w 15"/>
                  <a:gd name="T19" fmla="*/ 17 h 31"/>
                  <a:gd name="T20" fmla="*/ 14 w 15"/>
                  <a:gd name="T21" fmla="*/ 19 h 31"/>
                  <a:gd name="T22" fmla="*/ 12 w 15"/>
                  <a:gd name="T23" fmla="*/ 20 h 31"/>
                  <a:gd name="T24" fmla="*/ 12 w 15"/>
                  <a:gd name="T25" fmla="*/ 26 h 31"/>
                  <a:gd name="T26" fmla="*/ 7 w 15"/>
                  <a:gd name="T27" fmla="*/ 29 h 31"/>
                  <a:gd name="T28" fmla="*/ 5 w 15"/>
                  <a:gd name="T29" fmla="*/ 24 h 31"/>
                  <a:gd name="T30" fmla="*/ 5 w 15"/>
                  <a:gd name="T31" fmla="*/ 1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31">
                    <a:moveTo>
                      <a:pt x="5" y="19"/>
                    </a:moveTo>
                    <a:cubicBezTo>
                      <a:pt x="5" y="19"/>
                      <a:pt x="6" y="19"/>
                      <a:pt x="6" y="19"/>
                    </a:cubicBezTo>
                    <a:cubicBezTo>
                      <a:pt x="7" y="18"/>
                      <a:pt x="7" y="18"/>
                      <a:pt x="7" y="17"/>
                    </a:cubicBezTo>
                    <a:cubicBezTo>
                      <a:pt x="7" y="17"/>
                      <a:pt x="8" y="16"/>
                      <a:pt x="8" y="16"/>
                    </a:cubicBezTo>
                    <a:cubicBezTo>
                      <a:pt x="9" y="14"/>
                      <a:pt x="8" y="12"/>
                      <a:pt x="6" y="10"/>
                    </a:cubicBezTo>
                    <a:cubicBezTo>
                      <a:pt x="4" y="8"/>
                      <a:pt x="0" y="4"/>
                      <a:pt x="5" y="1"/>
                    </a:cubicBezTo>
                    <a:cubicBezTo>
                      <a:pt x="6" y="1"/>
                      <a:pt x="7" y="0"/>
                      <a:pt x="8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12" y="5"/>
                      <a:pt x="14" y="7"/>
                      <a:pt x="14" y="9"/>
                    </a:cubicBezTo>
                    <a:cubicBezTo>
                      <a:pt x="15" y="12"/>
                      <a:pt x="15" y="14"/>
                      <a:pt x="15" y="17"/>
                    </a:cubicBezTo>
                    <a:cubicBezTo>
                      <a:pt x="15" y="17"/>
                      <a:pt x="15" y="18"/>
                      <a:pt x="14" y="19"/>
                    </a:cubicBezTo>
                    <a:cubicBezTo>
                      <a:pt x="14" y="19"/>
                      <a:pt x="12" y="19"/>
                      <a:pt x="12" y="20"/>
                    </a:cubicBezTo>
                    <a:cubicBezTo>
                      <a:pt x="11" y="22"/>
                      <a:pt x="13" y="24"/>
                      <a:pt x="12" y="26"/>
                    </a:cubicBezTo>
                    <a:cubicBezTo>
                      <a:pt x="11" y="28"/>
                      <a:pt x="9" y="31"/>
                      <a:pt x="7" y="29"/>
                    </a:cubicBezTo>
                    <a:cubicBezTo>
                      <a:pt x="6" y="27"/>
                      <a:pt x="5" y="26"/>
                      <a:pt x="5" y="24"/>
                    </a:cubicBezTo>
                    <a:cubicBezTo>
                      <a:pt x="5" y="23"/>
                      <a:pt x="5" y="20"/>
                      <a:pt x="5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2" name="Freeform 2333">
                <a:extLst>
                  <a:ext uri="{FF2B5EF4-FFF2-40B4-BE49-F238E27FC236}">
                    <a16:creationId xmlns:a16="http://schemas.microsoft.com/office/drawing/2014/main" id="{FC23AEBB-8883-8844-B99F-A180E11D53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3" y="674"/>
                <a:ext cx="675" cy="1466"/>
              </a:xfrm>
              <a:custGeom>
                <a:avLst/>
                <a:gdLst>
                  <a:gd name="T0" fmla="*/ 1478 w 1659"/>
                  <a:gd name="T1" fmla="*/ 460 h 3603"/>
                  <a:gd name="T2" fmla="*/ 1069 w 1659"/>
                  <a:gd name="T3" fmla="*/ 219 h 3603"/>
                  <a:gd name="T4" fmla="*/ 1219 w 1659"/>
                  <a:gd name="T5" fmla="*/ 337 h 3603"/>
                  <a:gd name="T6" fmla="*/ 1377 w 1659"/>
                  <a:gd name="T7" fmla="*/ 157 h 3603"/>
                  <a:gd name="T8" fmla="*/ 250 w 1659"/>
                  <a:gd name="T9" fmla="*/ 2238 h 3603"/>
                  <a:gd name="T10" fmla="*/ 10 w 1659"/>
                  <a:gd name="T11" fmla="*/ 2708 h 3603"/>
                  <a:gd name="T12" fmla="*/ 78 w 1659"/>
                  <a:gd name="T13" fmla="*/ 2810 h 3603"/>
                  <a:gd name="T14" fmla="*/ 166 w 1659"/>
                  <a:gd name="T15" fmla="*/ 2816 h 3603"/>
                  <a:gd name="T16" fmla="*/ 353 w 1659"/>
                  <a:gd name="T17" fmla="*/ 2559 h 3603"/>
                  <a:gd name="T18" fmla="*/ 450 w 1659"/>
                  <a:gd name="T19" fmla="*/ 2651 h 3603"/>
                  <a:gd name="T20" fmla="*/ 206 w 1659"/>
                  <a:gd name="T21" fmla="*/ 2806 h 3603"/>
                  <a:gd name="T22" fmla="*/ 68 w 1659"/>
                  <a:gd name="T23" fmla="*/ 2961 h 3603"/>
                  <a:gd name="T24" fmla="*/ 194 w 1659"/>
                  <a:gd name="T25" fmla="*/ 3227 h 3603"/>
                  <a:gd name="T26" fmla="*/ 237 w 1659"/>
                  <a:gd name="T27" fmla="*/ 3525 h 3603"/>
                  <a:gd name="T28" fmla="*/ 527 w 1659"/>
                  <a:gd name="T29" fmla="*/ 3423 h 3603"/>
                  <a:gd name="T30" fmla="*/ 738 w 1659"/>
                  <a:gd name="T31" fmla="*/ 3332 h 3603"/>
                  <a:gd name="T32" fmla="*/ 821 w 1659"/>
                  <a:gd name="T33" fmla="*/ 3038 h 3603"/>
                  <a:gd name="T34" fmla="*/ 822 w 1659"/>
                  <a:gd name="T35" fmla="*/ 2908 h 3603"/>
                  <a:gd name="T36" fmla="*/ 597 w 1659"/>
                  <a:gd name="T37" fmla="*/ 2769 h 3603"/>
                  <a:gd name="T38" fmla="*/ 887 w 1659"/>
                  <a:gd name="T39" fmla="*/ 2742 h 3603"/>
                  <a:gd name="T40" fmla="*/ 998 w 1659"/>
                  <a:gd name="T41" fmla="*/ 2687 h 3603"/>
                  <a:gd name="T42" fmla="*/ 909 w 1659"/>
                  <a:gd name="T43" fmla="*/ 2571 h 3603"/>
                  <a:gd name="T44" fmla="*/ 851 w 1659"/>
                  <a:gd name="T45" fmla="*/ 2513 h 3603"/>
                  <a:gd name="T46" fmla="*/ 984 w 1659"/>
                  <a:gd name="T47" fmla="*/ 2503 h 3603"/>
                  <a:gd name="T48" fmla="*/ 1157 w 1659"/>
                  <a:gd name="T49" fmla="*/ 2425 h 3603"/>
                  <a:gd name="T50" fmla="*/ 963 w 1659"/>
                  <a:gd name="T51" fmla="*/ 2253 h 3603"/>
                  <a:gd name="T52" fmla="*/ 762 w 1659"/>
                  <a:gd name="T53" fmla="*/ 2360 h 3603"/>
                  <a:gd name="T54" fmla="*/ 568 w 1659"/>
                  <a:gd name="T55" fmla="*/ 2200 h 3603"/>
                  <a:gd name="T56" fmla="*/ 323 w 1659"/>
                  <a:gd name="T57" fmla="*/ 1939 h 3603"/>
                  <a:gd name="T58" fmla="*/ 603 w 1659"/>
                  <a:gd name="T59" fmla="*/ 2095 h 3603"/>
                  <a:gd name="T60" fmla="*/ 771 w 1659"/>
                  <a:gd name="T61" fmla="*/ 2347 h 3603"/>
                  <a:gd name="T62" fmla="*/ 881 w 1659"/>
                  <a:gd name="T63" fmla="*/ 2092 h 3603"/>
                  <a:gd name="T64" fmla="*/ 888 w 1659"/>
                  <a:gd name="T65" fmla="*/ 1944 h 3603"/>
                  <a:gd name="T66" fmla="*/ 925 w 1659"/>
                  <a:gd name="T67" fmla="*/ 1806 h 3603"/>
                  <a:gd name="T68" fmla="*/ 957 w 1659"/>
                  <a:gd name="T69" fmla="*/ 1648 h 3603"/>
                  <a:gd name="T70" fmla="*/ 830 w 1659"/>
                  <a:gd name="T71" fmla="*/ 1439 h 3603"/>
                  <a:gd name="T72" fmla="*/ 810 w 1659"/>
                  <a:gd name="T73" fmla="*/ 1237 h 3603"/>
                  <a:gd name="T74" fmla="*/ 868 w 1659"/>
                  <a:gd name="T75" fmla="*/ 1401 h 3603"/>
                  <a:gd name="T76" fmla="*/ 991 w 1659"/>
                  <a:gd name="T77" fmla="*/ 1672 h 3603"/>
                  <a:gd name="T78" fmla="*/ 1079 w 1659"/>
                  <a:gd name="T79" fmla="*/ 1535 h 3603"/>
                  <a:gd name="T80" fmla="*/ 1272 w 1659"/>
                  <a:gd name="T81" fmla="*/ 1386 h 3603"/>
                  <a:gd name="T82" fmla="*/ 1384 w 1659"/>
                  <a:gd name="T83" fmla="*/ 1181 h 3603"/>
                  <a:gd name="T84" fmla="*/ 1049 w 1659"/>
                  <a:gd name="T85" fmla="*/ 980 h 3603"/>
                  <a:gd name="T86" fmla="*/ 900 w 1659"/>
                  <a:gd name="T87" fmla="*/ 804 h 3603"/>
                  <a:gd name="T88" fmla="*/ 832 w 1659"/>
                  <a:gd name="T89" fmla="*/ 710 h 3603"/>
                  <a:gd name="T90" fmla="*/ 1198 w 1659"/>
                  <a:gd name="T91" fmla="*/ 1094 h 3603"/>
                  <a:gd name="T92" fmla="*/ 1420 w 1659"/>
                  <a:gd name="T93" fmla="*/ 950 h 3603"/>
                  <a:gd name="T94" fmla="*/ 1198 w 1659"/>
                  <a:gd name="T95" fmla="*/ 632 h 3603"/>
                  <a:gd name="T96" fmla="*/ 889 w 1659"/>
                  <a:gd name="T97" fmla="*/ 394 h 3603"/>
                  <a:gd name="T98" fmla="*/ 841 w 1659"/>
                  <a:gd name="T99" fmla="*/ 357 h 3603"/>
                  <a:gd name="T100" fmla="*/ 1271 w 1659"/>
                  <a:gd name="T101" fmla="*/ 758 h 3603"/>
                  <a:gd name="T102" fmla="*/ 1489 w 1659"/>
                  <a:gd name="T103" fmla="*/ 830 h 3603"/>
                  <a:gd name="T104" fmla="*/ 243 w 1659"/>
                  <a:gd name="T105" fmla="*/ 2506 h 3603"/>
                  <a:gd name="T106" fmla="*/ 618 w 1659"/>
                  <a:gd name="T107" fmla="*/ 2926 h 3603"/>
                  <a:gd name="T108" fmla="*/ 743 w 1659"/>
                  <a:gd name="T109" fmla="*/ 2594 h 3603"/>
                  <a:gd name="T110" fmla="*/ 503 w 1659"/>
                  <a:gd name="T111" fmla="*/ 2702 h 3603"/>
                  <a:gd name="T112" fmla="*/ 814 w 1659"/>
                  <a:gd name="T113" fmla="*/ 2242 h 3603"/>
                  <a:gd name="T114" fmla="*/ 465 w 1659"/>
                  <a:gd name="T115" fmla="*/ 1551 h 3603"/>
                  <a:gd name="T116" fmla="*/ 662 w 1659"/>
                  <a:gd name="T117" fmla="*/ 1114 h 3603"/>
                  <a:gd name="T118" fmla="*/ 743 w 1659"/>
                  <a:gd name="T119" fmla="*/ 980 h 3603"/>
                  <a:gd name="T120" fmla="*/ 757 w 1659"/>
                  <a:gd name="T121" fmla="*/ 993 h 3603"/>
                  <a:gd name="T122" fmla="*/ 1018 w 1659"/>
                  <a:gd name="T123" fmla="*/ 593 h 3603"/>
                  <a:gd name="T124" fmla="*/ 1039 w 1659"/>
                  <a:gd name="T125" fmla="*/ 604 h 3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59" h="3603">
                    <a:moveTo>
                      <a:pt x="1656" y="814"/>
                    </a:moveTo>
                    <a:cubicBezTo>
                      <a:pt x="1653" y="807"/>
                      <a:pt x="1648" y="802"/>
                      <a:pt x="1645" y="795"/>
                    </a:cubicBezTo>
                    <a:cubicBezTo>
                      <a:pt x="1643" y="792"/>
                      <a:pt x="1641" y="788"/>
                      <a:pt x="1641" y="784"/>
                    </a:cubicBezTo>
                    <a:cubicBezTo>
                      <a:pt x="1640" y="780"/>
                      <a:pt x="1639" y="776"/>
                      <a:pt x="1637" y="772"/>
                    </a:cubicBezTo>
                    <a:cubicBezTo>
                      <a:pt x="1634" y="768"/>
                      <a:pt x="1629" y="764"/>
                      <a:pt x="1625" y="761"/>
                    </a:cubicBezTo>
                    <a:cubicBezTo>
                      <a:pt x="1624" y="760"/>
                      <a:pt x="1623" y="759"/>
                      <a:pt x="1622" y="758"/>
                    </a:cubicBezTo>
                    <a:cubicBezTo>
                      <a:pt x="1621" y="757"/>
                      <a:pt x="1621" y="756"/>
                      <a:pt x="1620" y="755"/>
                    </a:cubicBezTo>
                    <a:cubicBezTo>
                      <a:pt x="1619" y="755"/>
                      <a:pt x="1619" y="755"/>
                      <a:pt x="1619" y="755"/>
                    </a:cubicBezTo>
                    <a:cubicBezTo>
                      <a:pt x="1619" y="755"/>
                      <a:pt x="1618" y="755"/>
                      <a:pt x="1618" y="754"/>
                    </a:cubicBezTo>
                    <a:cubicBezTo>
                      <a:pt x="1618" y="754"/>
                      <a:pt x="1617" y="753"/>
                      <a:pt x="1616" y="752"/>
                    </a:cubicBezTo>
                    <a:cubicBezTo>
                      <a:pt x="1616" y="751"/>
                      <a:pt x="1616" y="750"/>
                      <a:pt x="1615" y="749"/>
                    </a:cubicBezTo>
                    <a:cubicBezTo>
                      <a:pt x="1614" y="748"/>
                      <a:pt x="1613" y="747"/>
                      <a:pt x="1612" y="746"/>
                    </a:cubicBezTo>
                    <a:cubicBezTo>
                      <a:pt x="1611" y="746"/>
                      <a:pt x="1610" y="746"/>
                      <a:pt x="1610" y="745"/>
                    </a:cubicBezTo>
                    <a:cubicBezTo>
                      <a:pt x="1609" y="744"/>
                      <a:pt x="1608" y="743"/>
                      <a:pt x="1607" y="742"/>
                    </a:cubicBezTo>
                    <a:cubicBezTo>
                      <a:pt x="1606" y="741"/>
                      <a:pt x="1605" y="740"/>
                      <a:pt x="1604" y="739"/>
                    </a:cubicBezTo>
                    <a:cubicBezTo>
                      <a:pt x="1603" y="738"/>
                      <a:pt x="1602" y="737"/>
                      <a:pt x="1601" y="736"/>
                    </a:cubicBezTo>
                    <a:cubicBezTo>
                      <a:pt x="1600" y="735"/>
                      <a:pt x="1598" y="733"/>
                      <a:pt x="1597" y="732"/>
                    </a:cubicBezTo>
                    <a:cubicBezTo>
                      <a:pt x="1595" y="731"/>
                      <a:pt x="1593" y="730"/>
                      <a:pt x="1592" y="729"/>
                    </a:cubicBezTo>
                    <a:cubicBezTo>
                      <a:pt x="1590" y="728"/>
                      <a:pt x="1586" y="725"/>
                      <a:pt x="1586" y="723"/>
                    </a:cubicBezTo>
                    <a:cubicBezTo>
                      <a:pt x="1585" y="721"/>
                      <a:pt x="1584" y="719"/>
                      <a:pt x="1584" y="716"/>
                    </a:cubicBezTo>
                    <a:cubicBezTo>
                      <a:pt x="1584" y="712"/>
                      <a:pt x="1584" y="707"/>
                      <a:pt x="1582" y="702"/>
                    </a:cubicBezTo>
                    <a:cubicBezTo>
                      <a:pt x="1581" y="697"/>
                      <a:pt x="1580" y="692"/>
                      <a:pt x="1578" y="687"/>
                    </a:cubicBezTo>
                    <a:cubicBezTo>
                      <a:pt x="1577" y="684"/>
                      <a:pt x="1574" y="682"/>
                      <a:pt x="1573" y="678"/>
                    </a:cubicBezTo>
                    <a:cubicBezTo>
                      <a:pt x="1572" y="677"/>
                      <a:pt x="1573" y="675"/>
                      <a:pt x="1572" y="673"/>
                    </a:cubicBezTo>
                    <a:cubicBezTo>
                      <a:pt x="1572" y="671"/>
                      <a:pt x="1572" y="669"/>
                      <a:pt x="1573" y="667"/>
                    </a:cubicBezTo>
                    <a:cubicBezTo>
                      <a:pt x="1574" y="664"/>
                      <a:pt x="1576" y="662"/>
                      <a:pt x="1578" y="659"/>
                    </a:cubicBezTo>
                    <a:cubicBezTo>
                      <a:pt x="1579" y="658"/>
                      <a:pt x="1580" y="656"/>
                      <a:pt x="1581" y="654"/>
                    </a:cubicBezTo>
                    <a:cubicBezTo>
                      <a:pt x="1582" y="652"/>
                      <a:pt x="1584" y="651"/>
                      <a:pt x="1585" y="649"/>
                    </a:cubicBezTo>
                    <a:cubicBezTo>
                      <a:pt x="1587" y="647"/>
                      <a:pt x="1587" y="643"/>
                      <a:pt x="1589" y="640"/>
                    </a:cubicBezTo>
                    <a:cubicBezTo>
                      <a:pt x="1590" y="638"/>
                      <a:pt x="1592" y="637"/>
                      <a:pt x="1594" y="635"/>
                    </a:cubicBezTo>
                    <a:cubicBezTo>
                      <a:pt x="1596" y="633"/>
                      <a:pt x="1596" y="631"/>
                      <a:pt x="1595" y="629"/>
                    </a:cubicBezTo>
                    <a:cubicBezTo>
                      <a:pt x="1593" y="626"/>
                      <a:pt x="1590" y="624"/>
                      <a:pt x="1590" y="621"/>
                    </a:cubicBezTo>
                    <a:cubicBezTo>
                      <a:pt x="1589" y="617"/>
                      <a:pt x="1588" y="613"/>
                      <a:pt x="1588" y="609"/>
                    </a:cubicBezTo>
                    <a:cubicBezTo>
                      <a:pt x="1588" y="605"/>
                      <a:pt x="1589" y="603"/>
                      <a:pt x="1591" y="600"/>
                    </a:cubicBezTo>
                    <a:cubicBezTo>
                      <a:pt x="1594" y="596"/>
                      <a:pt x="1591" y="593"/>
                      <a:pt x="1590" y="589"/>
                    </a:cubicBezTo>
                    <a:cubicBezTo>
                      <a:pt x="1589" y="587"/>
                      <a:pt x="1588" y="585"/>
                      <a:pt x="1588" y="583"/>
                    </a:cubicBezTo>
                    <a:cubicBezTo>
                      <a:pt x="1587" y="582"/>
                      <a:pt x="1586" y="580"/>
                      <a:pt x="1586" y="579"/>
                    </a:cubicBezTo>
                    <a:cubicBezTo>
                      <a:pt x="1587" y="577"/>
                      <a:pt x="1590" y="576"/>
                      <a:pt x="1591" y="575"/>
                    </a:cubicBezTo>
                    <a:cubicBezTo>
                      <a:pt x="1593" y="574"/>
                      <a:pt x="1596" y="573"/>
                      <a:pt x="1596" y="571"/>
                    </a:cubicBezTo>
                    <a:cubicBezTo>
                      <a:pt x="1595" y="569"/>
                      <a:pt x="1594" y="567"/>
                      <a:pt x="1593" y="566"/>
                    </a:cubicBezTo>
                    <a:cubicBezTo>
                      <a:pt x="1592" y="564"/>
                      <a:pt x="1591" y="562"/>
                      <a:pt x="1590" y="560"/>
                    </a:cubicBezTo>
                    <a:cubicBezTo>
                      <a:pt x="1588" y="559"/>
                      <a:pt x="1588" y="557"/>
                      <a:pt x="1588" y="555"/>
                    </a:cubicBezTo>
                    <a:cubicBezTo>
                      <a:pt x="1587" y="554"/>
                      <a:pt x="1587" y="552"/>
                      <a:pt x="1587" y="551"/>
                    </a:cubicBezTo>
                    <a:cubicBezTo>
                      <a:pt x="1586" y="549"/>
                      <a:pt x="1585" y="547"/>
                      <a:pt x="1584" y="546"/>
                    </a:cubicBezTo>
                    <a:cubicBezTo>
                      <a:pt x="1581" y="542"/>
                      <a:pt x="1579" y="537"/>
                      <a:pt x="1576" y="533"/>
                    </a:cubicBezTo>
                    <a:cubicBezTo>
                      <a:pt x="1575" y="530"/>
                      <a:pt x="1573" y="528"/>
                      <a:pt x="1571" y="526"/>
                    </a:cubicBezTo>
                    <a:cubicBezTo>
                      <a:pt x="1569" y="524"/>
                      <a:pt x="1568" y="522"/>
                      <a:pt x="1565" y="521"/>
                    </a:cubicBezTo>
                    <a:cubicBezTo>
                      <a:pt x="1562" y="519"/>
                      <a:pt x="1560" y="517"/>
                      <a:pt x="1558" y="514"/>
                    </a:cubicBezTo>
                    <a:cubicBezTo>
                      <a:pt x="1556" y="512"/>
                      <a:pt x="1554" y="510"/>
                      <a:pt x="1554" y="507"/>
                    </a:cubicBezTo>
                    <a:cubicBezTo>
                      <a:pt x="1553" y="505"/>
                      <a:pt x="1550" y="503"/>
                      <a:pt x="1549" y="501"/>
                    </a:cubicBezTo>
                    <a:cubicBezTo>
                      <a:pt x="1549" y="499"/>
                      <a:pt x="1548" y="497"/>
                      <a:pt x="1547" y="496"/>
                    </a:cubicBezTo>
                    <a:cubicBezTo>
                      <a:pt x="1543" y="491"/>
                      <a:pt x="1540" y="486"/>
                      <a:pt x="1536" y="481"/>
                    </a:cubicBezTo>
                    <a:cubicBezTo>
                      <a:pt x="1532" y="478"/>
                      <a:pt x="1530" y="474"/>
                      <a:pt x="1525" y="473"/>
                    </a:cubicBezTo>
                    <a:cubicBezTo>
                      <a:pt x="1524" y="473"/>
                      <a:pt x="1524" y="472"/>
                      <a:pt x="1523" y="472"/>
                    </a:cubicBezTo>
                    <a:cubicBezTo>
                      <a:pt x="1522" y="471"/>
                      <a:pt x="1522" y="472"/>
                      <a:pt x="1521" y="472"/>
                    </a:cubicBezTo>
                    <a:cubicBezTo>
                      <a:pt x="1519" y="472"/>
                      <a:pt x="1517" y="471"/>
                      <a:pt x="1515" y="470"/>
                    </a:cubicBezTo>
                    <a:cubicBezTo>
                      <a:pt x="1511" y="468"/>
                      <a:pt x="1509" y="463"/>
                      <a:pt x="1505" y="460"/>
                    </a:cubicBezTo>
                    <a:cubicBezTo>
                      <a:pt x="1504" y="460"/>
                      <a:pt x="1503" y="459"/>
                      <a:pt x="1502" y="459"/>
                    </a:cubicBezTo>
                    <a:cubicBezTo>
                      <a:pt x="1501" y="459"/>
                      <a:pt x="1501" y="460"/>
                      <a:pt x="1500" y="460"/>
                    </a:cubicBezTo>
                    <a:cubicBezTo>
                      <a:pt x="1499" y="461"/>
                      <a:pt x="1498" y="461"/>
                      <a:pt x="1498" y="461"/>
                    </a:cubicBezTo>
                    <a:cubicBezTo>
                      <a:pt x="1497" y="462"/>
                      <a:pt x="1497" y="462"/>
                      <a:pt x="1497" y="463"/>
                    </a:cubicBezTo>
                    <a:cubicBezTo>
                      <a:pt x="1496" y="464"/>
                      <a:pt x="1494" y="465"/>
                      <a:pt x="1493" y="465"/>
                    </a:cubicBezTo>
                    <a:cubicBezTo>
                      <a:pt x="1492" y="464"/>
                      <a:pt x="1490" y="463"/>
                      <a:pt x="1488" y="462"/>
                    </a:cubicBezTo>
                    <a:cubicBezTo>
                      <a:pt x="1487" y="461"/>
                      <a:pt x="1485" y="460"/>
                      <a:pt x="1483" y="460"/>
                    </a:cubicBezTo>
                    <a:cubicBezTo>
                      <a:pt x="1481" y="459"/>
                      <a:pt x="1480" y="460"/>
                      <a:pt x="1478" y="460"/>
                    </a:cubicBezTo>
                    <a:cubicBezTo>
                      <a:pt x="1476" y="461"/>
                      <a:pt x="1474" y="461"/>
                      <a:pt x="1472" y="463"/>
                    </a:cubicBezTo>
                    <a:cubicBezTo>
                      <a:pt x="1471" y="464"/>
                      <a:pt x="1470" y="466"/>
                      <a:pt x="1469" y="466"/>
                    </a:cubicBezTo>
                    <a:cubicBezTo>
                      <a:pt x="1467" y="467"/>
                      <a:pt x="1465" y="468"/>
                      <a:pt x="1463" y="468"/>
                    </a:cubicBezTo>
                    <a:cubicBezTo>
                      <a:pt x="1461" y="469"/>
                      <a:pt x="1459" y="469"/>
                      <a:pt x="1457" y="469"/>
                    </a:cubicBezTo>
                    <a:cubicBezTo>
                      <a:pt x="1452" y="469"/>
                      <a:pt x="1447" y="468"/>
                      <a:pt x="1444" y="464"/>
                    </a:cubicBezTo>
                    <a:cubicBezTo>
                      <a:pt x="1442" y="461"/>
                      <a:pt x="1438" y="459"/>
                      <a:pt x="1436" y="455"/>
                    </a:cubicBezTo>
                    <a:cubicBezTo>
                      <a:pt x="1435" y="453"/>
                      <a:pt x="1434" y="449"/>
                      <a:pt x="1433" y="447"/>
                    </a:cubicBezTo>
                    <a:cubicBezTo>
                      <a:pt x="1433" y="444"/>
                      <a:pt x="1434" y="441"/>
                      <a:pt x="1433" y="438"/>
                    </a:cubicBezTo>
                    <a:cubicBezTo>
                      <a:pt x="1432" y="436"/>
                      <a:pt x="1433" y="434"/>
                      <a:pt x="1432" y="432"/>
                    </a:cubicBezTo>
                    <a:cubicBezTo>
                      <a:pt x="1431" y="431"/>
                      <a:pt x="1430" y="430"/>
                      <a:pt x="1429" y="429"/>
                    </a:cubicBezTo>
                    <a:cubicBezTo>
                      <a:pt x="1427" y="427"/>
                      <a:pt x="1425" y="424"/>
                      <a:pt x="1421" y="423"/>
                    </a:cubicBezTo>
                    <a:cubicBezTo>
                      <a:pt x="1418" y="422"/>
                      <a:pt x="1416" y="420"/>
                      <a:pt x="1413" y="418"/>
                    </a:cubicBezTo>
                    <a:cubicBezTo>
                      <a:pt x="1413" y="418"/>
                      <a:pt x="1413" y="418"/>
                      <a:pt x="1413" y="418"/>
                    </a:cubicBezTo>
                    <a:cubicBezTo>
                      <a:pt x="1412" y="418"/>
                      <a:pt x="1411" y="417"/>
                      <a:pt x="1410" y="417"/>
                    </a:cubicBezTo>
                    <a:cubicBezTo>
                      <a:pt x="1409" y="416"/>
                      <a:pt x="1408" y="415"/>
                      <a:pt x="1407" y="414"/>
                    </a:cubicBezTo>
                    <a:cubicBezTo>
                      <a:pt x="1406" y="413"/>
                      <a:pt x="1404" y="412"/>
                      <a:pt x="1403" y="412"/>
                    </a:cubicBezTo>
                    <a:cubicBezTo>
                      <a:pt x="1401" y="410"/>
                      <a:pt x="1399" y="410"/>
                      <a:pt x="1398" y="408"/>
                    </a:cubicBezTo>
                    <a:cubicBezTo>
                      <a:pt x="1395" y="405"/>
                      <a:pt x="1394" y="402"/>
                      <a:pt x="1391" y="399"/>
                    </a:cubicBezTo>
                    <a:cubicBezTo>
                      <a:pt x="1389" y="397"/>
                      <a:pt x="1385" y="398"/>
                      <a:pt x="1381" y="397"/>
                    </a:cubicBezTo>
                    <a:cubicBezTo>
                      <a:pt x="1380" y="397"/>
                      <a:pt x="1379" y="396"/>
                      <a:pt x="1378" y="396"/>
                    </a:cubicBezTo>
                    <a:cubicBezTo>
                      <a:pt x="1376" y="395"/>
                      <a:pt x="1375" y="395"/>
                      <a:pt x="1373" y="394"/>
                    </a:cubicBezTo>
                    <a:cubicBezTo>
                      <a:pt x="1371" y="393"/>
                      <a:pt x="1369" y="393"/>
                      <a:pt x="1367" y="392"/>
                    </a:cubicBezTo>
                    <a:cubicBezTo>
                      <a:pt x="1363" y="390"/>
                      <a:pt x="1360" y="388"/>
                      <a:pt x="1357" y="385"/>
                    </a:cubicBezTo>
                    <a:cubicBezTo>
                      <a:pt x="1354" y="381"/>
                      <a:pt x="1349" y="379"/>
                      <a:pt x="1344" y="377"/>
                    </a:cubicBezTo>
                    <a:cubicBezTo>
                      <a:pt x="1343" y="377"/>
                      <a:pt x="1341" y="376"/>
                      <a:pt x="1341" y="375"/>
                    </a:cubicBezTo>
                    <a:cubicBezTo>
                      <a:pt x="1340" y="373"/>
                      <a:pt x="1341" y="372"/>
                      <a:pt x="1340" y="371"/>
                    </a:cubicBezTo>
                    <a:cubicBezTo>
                      <a:pt x="1338" y="369"/>
                      <a:pt x="1336" y="368"/>
                      <a:pt x="1333" y="368"/>
                    </a:cubicBezTo>
                    <a:cubicBezTo>
                      <a:pt x="1331" y="368"/>
                      <a:pt x="1329" y="368"/>
                      <a:pt x="1327" y="368"/>
                    </a:cubicBezTo>
                    <a:cubicBezTo>
                      <a:pt x="1325" y="367"/>
                      <a:pt x="1322" y="366"/>
                      <a:pt x="1320" y="366"/>
                    </a:cubicBezTo>
                    <a:cubicBezTo>
                      <a:pt x="1319" y="365"/>
                      <a:pt x="1317" y="364"/>
                      <a:pt x="1316" y="364"/>
                    </a:cubicBezTo>
                    <a:cubicBezTo>
                      <a:pt x="1315" y="364"/>
                      <a:pt x="1314" y="364"/>
                      <a:pt x="1313" y="364"/>
                    </a:cubicBezTo>
                    <a:cubicBezTo>
                      <a:pt x="1311" y="364"/>
                      <a:pt x="1309" y="363"/>
                      <a:pt x="1307" y="363"/>
                    </a:cubicBezTo>
                    <a:cubicBezTo>
                      <a:pt x="1305" y="363"/>
                      <a:pt x="1303" y="363"/>
                      <a:pt x="1301" y="363"/>
                    </a:cubicBezTo>
                    <a:cubicBezTo>
                      <a:pt x="1299" y="363"/>
                      <a:pt x="1297" y="363"/>
                      <a:pt x="1295" y="363"/>
                    </a:cubicBezTo>
                    <a:cubicBezTo>
                      <a:pt x="1294" y="364"/>
                      <a:pt x="1294" y="364"/>
                      <a:pt x="1293" y="364"/>
                    </a:cubicBezTo>
                    <a:cubicBezTo>
                      <a:pt x="1292" y="364"/>
                      <a:pt x="1290" y="364"/>
                      <a:pt x="1289" y="364"/>
                    </a:cubicBezTo>
                    <a:cubicBezTo>
                      <a:pt x="1284" y="363"/>
                      <a:pt x="1282" y="360"/>
                      <a:pt x="1278" y="359"/>
                    </a:cubicBezTo>
                    <a:cubicBezTo>
                      <a:pt x="1274" y="358"/>
                      <a:pt x="1269" y="359"/>
                      <a:pt x="1265" y="359"/>
                    </a:cubicBezTo>
                    <a:cubicBezTo>
                      <a:pt x="1261" y="359"/>
                      <a:pt x="1257" y="358"/>
                      <a:pt x="1254" y="357"/>
                    </a:cubicBezTo>
                    <a:cubicBezTo>
                      <a:pt x="1252" y="356"/>
                      <a:pt x="1250" y="355"/>
                      <a:pt x="1248" y="353"/>
                    </a:cubicBezTo>
                    <a:cubicBezTo>
                      <a:pt x="1247" y="352"/>
                      <a:pt x="1246" y="351"/>
                      <a:pt x="1244" y="350"/>
                    </a:cubicBezTo>
                    <a:cubicBezTo>
                      <a:pt x="1241" y="349"/>
                      <a:pt x="1238" y="346"/>
                      <a:pt x="1234" y="345"/>
                    </a:cubicBezTo>
                    <a:cubicBezTo>
                      <a:pt x="1231" y="344"/>
                      <a:pt x="1228" y="343"/>
                      <a:pt x="1224" y="343"/>
                    </a:cubicBezTo>
                    <a:cubicBezTo>
                      <a:pt x="1220" y="343"/>
                      <a:pt x="1216" y="342"/>
                      <a:pt x="1211" y="342"/>
                    </a:cubicBezTo>
                    <a:cubicBezTo>
                      <a:pt x="1207" y="341"/>
                      <a:pt x="1202" y="341"/>
                      <a:pt x="1199" y="338"/>
                    </a:cubicBezTo>
                    <a:cubicBezTo>
                      <a:pt x="1196" y="337"/>
                      <a:pt x="1194" y="336"/>
                      <a:pt x="1191" y="334"/>
                    </a:cubicBezTo>
                    <a:cubicBezTo>
                      <a:pt x="1189" y="332"/>
                      <a:pt x="1188" y="329"/>
                      <a:pt x="1185" y="327"/>
                    </a:cubicBezTo>
                    <a:cubicBezTo>
                      <a:pt x="1184" y="326"/>
                      <a:pt x="1183" y="325"/>
                      <a:pt x="1183" y="323"/>
                    </a:cubicBezTo>
                    <a:cubicBezTo>
                      <a:pt x="1180" y="320"/>
                      <a:pt x="1177" y="317"/>
                      <a:pt x="1174" y="314"/>
                    </a:cubicBezTo>
                    <a:cubicBezTo>
                      <a:pt x="1172" y="311"/>
                      <a:pt x="1169" y="308"/>
                      <a:pt x="1168" y="305"/>
                    </a:cubicBezTo>
                    <a:cubicBezTo>
                      <a:pt x="1166" y="302"/>
                      <a:pt x="1164" y="298"/>
                      <a:pt x="1162" y="295"/>
                    </a:cubicBezTo>
                    <a:cubicBezTo>
                      <a:pt x="1160" y="293"/>
                      <a:pt x="1158" y="292"/>
                      <a:pt x="1156" y="291"/>
                    </a:cubicBezTo>
                    <a:cubicBezTo>
                      <a:pt x="1152" y="290"/>
                      <a:pt x="1149" y="287"/>
                      <a:pt x="1147" y="284"/>
                    </a:cubicBezTo>
                    <a:cubicBezTo>
                      <a:pt x="1145" y="279"/>
                      <a:pt x="1144" y="273"/>
                      <a:pt x="1143" y="268"/>
                    </a:cubicBezTo>
                    <a:cubicBezTo>
                      <a:pt x="1142" y="265"/>
                      <a:pt x="1141" y="263"/>
                      <a:pt x="1140" y="260"/>
                    </a:cubicBezTo>
                    <a:cubicBezTo>
                      <a:pt x="1138" y="256"/>
                      <a:pt x="1136" y="252"/>
                      <a:pt x="1133" y="249"/>
                    </a:cubicBezTo>
                    <a:cubicBezTo>
                      <a:pt x="1131" y="247"/>
                      <a:pt x="1129" y="244"/>
                      <a:pt x="1126" y="242"/>
                    </a:cubicBezTo>
                    <a:cubicBezTo>
                      <a:pt x="1123" y="240"/>
                      <a:pt x="1119" y="238"/>
                      <a:pt x="1115" y="237"/>
                    </a:cubicBezTo>
                    <a:cubicBezTo>
                      <a:pt x="1107" y="236"/>
                      <a:pt x="1099" y="235"/>
                      <a:pt x="1090" y="233"/>
                    </a:cubicBezTo>
                    <a:cubicBezTo>
                      <a:pt x="1088" y="233"/>
                      <a:pt x="1085" y="233"/>
                      <a:pt x="1083" y="232"/>
                    </a:cubicBezTo>
                    <a:cubicBezTo>
                      <a:pt x="1081" y="232"/>
                      <a:pt x="1078" y="232"/>
                      <a:pt x="1077" y="231"/>
                    </a:cubicBezTo>
                    <a:cubicBezTo>
                      <a:pt x="1075" y="230"/>
                      <a:pt x="1074" y="229"/>
                      <a:pt x="1073" y="229"/>
                    </a:cubicBezTo>
                    <a:cubicBezTo>
                      <a:pt x="1072" y="228"/>
                      <a:pt x="1070" y="228"/>
                      <a:pt x="1070" y="226"/>
                    </a:cubicBezTo>
                    <a:cubicBezTo>
                      <a:pt x="1070" y="224"/>
                      <a:pt x="1075" y="224"/>
                      <a:pt x="1076" y="223"/>
                    </a:cubicBezTo>
                    <a:cubicBezTo>
                      <a:pt x="1078" y="219"/>
                      <a:pt x="1071" y="219"/>
                      <a:pt x="1069" y="219"/>
                    </a:cubicBezTo>
                    <a:cubicBezTo>
                      <a:pt x="1067" y="219"/>
                      <a:pt x="1065" y="219"/>
                      <a:pt x="1063" y="219"/>
                    </a:cubicBezTo>
                    <a:cubicBezTo>
                      <a:pt x="1060" y="218"/>
                      <a:pt x="1058" y="217"/>
                      <a:pt x="1055" y="217"/>
                    </a:cubicBezTo>
                    <a:cubicBezTo>
                      <a:pt x="1051" y="217"/>
                      <a:pt x="1046" y="218"/>
                      <a:pt x="1044" y="215"/>
                    </a:cubicBezTo>
                    <a:cubicBezTo>
                      <a:pt x="1041" y="212"/>
                      <a:pt x="1039" y="208"/>
                      <a:pt x="1036" y="207"/>
                    </a:cubicBezTo>
                    <a:cubicBezTo>
                      <a:pt x="1033" y="205"/>
                      <a:pt x="1030" y="205"/>
                      <a:pt x="1027" y="206"/>
                    </a:cubicBezTo>
                    <a:cubicBezTo>
                      <a:pt x="1021" y="207"/>
                      <a:pt x="1015" y="208"/>
                      <a:pt x="1009" y="206"/>
                    </a:cubicBezTo>
                    <a:cubicBezTo>
                      <a:pt x="1003" y="203"/>
                      <a:pt x="999" y="199"/>
                      <a:pt x="994" y="196"/>
                    </a:cubicBezTo>
                    <a:cubicBezTo>
                      <a:pt x="989" y="194"/>
                      <a:pt x="983" y="193"/>
                      <a:pt x="978" y="193"/>
                    </a:cubicBezTo>
                    <a:cubicBezTo>
                      <a:pt x="974" y="194"/>
                      <a:pt x="970" y="194"/>
                      <a:pt x="966" y="195"/>
                    </a:cubicBezTo>
                    <a:cubicBezTo>
                      <a:pt x="965" y="195"/>
                      <a:pt x="958" y="195"/>
                      <a:pt x="958" y="194"/>
                    </a:cubicBezTo>
                    <a:cubicBezTo>
                      <a:pt x="958" y="193"/>
                      <a:pt x="974" y="191"/>
                      <a:pt x="976" y="191"/>
                    </a:cubicBezTo>
                    <a:cubicBezTo>
                      <a:pt x="984" y="189"/>
                      <a:pt x="991" y="186"/>
                      <a:pt x="999" y="187"/>
                    </a:cubicBezTo>
                    <a:cubicBezTo>
                      <a:pt x="1006" y="189"/>
                      <a:pt x="1011" y="193"/>
                      <a:pt x="1017" y="195"/>
                    </a:cubicBezTo>
                    <a:cubicBezTo>
                      <a:pt x="1021" y="196"/>
                      <a:pt x="1025" y="196"/>
                      <a:pt x="1029" y="198"/>
                    </a:cubicBezTo>
                    <a:cubicBezTo>
                      <a:pt x="1032" y="200"/>
                      <a:pt x="1035" y="202"/>
                      <a:pt x="1038" y="204"/>
                    </a:cubicBezTo>
                    <a:cubicBezTo>
                      <a:pt x="1041" y="207"/>
                      <a:pt x="1045" y="207"/>
                      <a:pt x="1048" y="208"/>
                    </a:cubicBezTo>
                    <a:cubicBezTo>
                      <a:pt x="1052" y="209"/>
                      <a:pt x="1055" y="211"/>
                      <a:pt x="1059" y="210"/>
                    </a:cubicBezTo>
                    <a:cubicBezTo>
                      <a:pt x="1062" y="210"/>
                      <a:pt x="1065" y="209"/>
                      <a:pt x="1068" y="209"/>
                    </a:cubicBezTo>
                    <a:cubicBezTo>
                      <a:pt x="1071" y="209"/>
                      <a:pt x="1075" y="209"/>
                      <a:pt x="1078" y="210"/>
                    </a:cubicBezTo>
                    <a:cubicBezTo>
                      <a:pt x="1079" y="210"/>
                      <a:pt x="1081" y="210"/>
                      <a:pt x="1081" y="211"/>
                    </a:cubicBezTo>
                    <a:cubicBezTo>
                      <a:pt x="1082" y="212"/>
                      <a:pt x="1083" y="213"/>
                      <a:pt x="1084" y="214"/>
                    </a:cubicBezTo>
                    <a:cubicBezTo>
                      <a:pt x="1086" y="215"/>
                      <a:pt x="1089" y="215"/>
                      <a:pt x="1091" y="214"/>
                    </a:cubicBezTo>
                    <a:cubicBezTo>
                      <a:pt x="1094" y="214"/>
                      <a:pt x="1096" y="214"/>
                      <a:pt x="1099" y="214"/>
                    </a:cubicBezTo>
                    <a:cubicBezTo>
                      <a:pt x="1102" y="213"/>
                      <a:pt x="1105" y="213"/>
                      <a:pt x="1108" y="212"/>
                    </a:cubicBezTo>
                    <a:cubicBezTo>
                      <a:pt x="1110" y="211"/>
                      <a:pt x="1113" y="210"/>
                      <a:pt x="1116" y="212"/>
                    </a:cubicBezTo>
                    <a:cubicBezTo>
                      <a:pt x="1118" y="213"/>
                      <a:pt x="1119" y="216"/>
                      <a:pt x="1118" y="219"/>
                    </a:cubicBezTo>
                    <a:cubicBezTo>
                      <a:pt x="1117" y="221"/>
                      <a:pt x="1115" y="222"/>
                      <a:pt x="1113" y="224"/>
                    </a:cubicBezTo>
                    <a:cubicBezTo>
                      <a:pt x="1110" y="226"/>
                      <a:pt x="1110" y="228"/>
                      <a:pt x="1114" y="229"/>
                    </a:cubicBezTo>
                    <a:cubicBezTo>
                      <a:pt x="1118" y="229"/>
                      <a:pt x="1121" y="229"/>
                      <a:pt x="1125" y="229"/>
                    </a:cubicBezTo>
                    <a:cubicBezTo>
                      <a:pt x="1129" y="230"/>
                      <a:pt x="1132" y="229"/>
                      <a:pt x="1135" y="229"/>
                    </a:cubicBezTo>
                    <a:cubicBezTo>
                      <a:pt x="1139" y="229"/>
                      <a:pt x="1140" y="233"/>
                      <a:pt x="1138" y="235"/>
                    </a:cubicBezTo>
                    <a:cubicBezTo>
                      <a:pt x="1137" y="237"/>
                      <a:pt x="1135" y="237"/>
                      <a:pt x="1133" y="238"/>
                    </a:cubicBezTo>
                    <a:cubicBezTo>
                      <a:pt x="1132" y="238"/>
                      <a:pt x="1131" y="238"/>
                      <a:pt x="1131" y="240"/>
                    </a:cubicBezTo>
                    <a:cubicBezTo>
                      <a:pt x="1131" y="242"/>
                      <a:pt x="1135" y="242"/>
                      <a:pt x="1137" y="242"/>
                    </a:cubicBezTo>
                    <a:cubicBezTo>
                      <a:pt x="1140" y="241"/>
                      <a:pt x="1140" y="243"/>
                      <a:pt x="1140" y="246"/>
                    </a:cubicBezTo>
                    <a:cubicBezTo>
                      <a:pt x="1140" y="250"/>
                      <a:pt x="1142" y="252"/>
                      <a:pt x="1143" y="255"/>
                    </a:cubicBezTo>
                    <a:cubicBezTo>
                      <a:pt x="1144" y="258"/>
                      <a:pt x="1146" y="260"/>
                      <a:pt x="1148" y="263"/>
                    </a:cubicBezTo>
                    <a:cubicBezTo>
                      <a:pt x="1150" y="266"/>
                      <a:pt x="1150" y="270"/>
                      <a:pt x="1149" y="274"/>
                    </a:cubicBezTo>
                    <a:cubicBezTo>
                      <a:pt x="1149" y="278"/>
                      <a:pt x="1152" y="283"/>
                      <a:pt x="1155" y="285"/>
                    </a:cubicBezTo>
                    <a:cubicBezTo>
                      <a:pt x="1156" y="286"/>
                      <a:pt x="1157" y="286"/>
                      <a:pt x="1158" y="286"/>
                    </a:cubicBezTo>
                    <a:cubicBezTo>
                      <a:pt x="1159" y="286"/>
                      <a:pt x="1160" y="286"/>
                      <a:pt x="1161" y="286"/>
                    </a:cubicBezTo>
                    <a:cubicBezTo>
                      <a:pt x="1162" y="287"/>
                      <a:pt x="1162" y="286"/>
                      <a:pt x="1163" y="285"/>
                    </a:cubicBezTo>
                    <a:cubicBezTo>
                      <a:pt x="1163" y="284"/>
                      <a:pt x="1164" y="284"/>
                      <a:pt x="1165" y="284"/>
                    </a:cubicBezTo>
                    <a:cubicBezTo>
                      <a:pt x="1167" y="285"/>
                      <a:pt x="1166" y="290"/>
                      <a:pt x="1166" y="292"/>
                    </a:cubicBezTo>
                    <a:cubicBezTo>
                      <a:pt x="1166" y="294"/>
                      <a:pt x="1166" y="295"/>
                      <a:pt x="1167" y="296"/>
                    </a:cubicBezTo>
                    <a:cubicBezTo>
                      <a:pt x="1167" y="297"/>
                      <a:pt x="1167" y="298"/>
                      <a:pt x="1167" y="299"/>
                    </a:cubicBezTo>
                    <a:cubicBezTo>
                      <a:pt x="1168" y="301"/>
                      <a:pt x="1171" y="300"/>
                      <a:pt x="1172" y="298"/>
                    </a:cubicBezTo>
                    <a:cubicBezTo>
                      <a:pt x="1173" y="296"/>
                      <a:pt x="1171" y="293"/>
                      <a:pt x="1173" y="291"/>
                    </a:cubicBezTo>
                    <a:cubicBezTo>
                      <a:pt x="1177" y="289"/>
                      <a:pt x="1176" y="294"/>
                      <a:pt x="1177" y="296"/>
                    </a:cubicBezTo>
                    <a:cubicBezTo>
                      <a:pt x="1177" y="296"/>
                      <a:pt x="1178" y="297"/>
                      <a:pt x="1179" y="297"/>
                    </a:cubicBezTo>
                    <a:cubicBezTo>
                      <a:pt x="1179" y="298"/>
                      <a:pt x="1179" y="299"/>
                      <a:pt x="1179" y="300"/>
                    </a:cubicBezTo>
                    <a:cubicBezTo>
                      <a:pt x="1179" y="302"/>
                      <a:pt x="1179" y="304"/>
                      <a:pt x="1179" y="306"/>
                    </a:cubicBezTo>
                    <a:cubicBezTo>
                      <a:pt x="1180" y="308"/>
                      <a:pt x="1180" y="310"/>
                      <a:pt x="1182" y="312"/>
                    </a:cubicBezTo>
                    <a:cubicBezTo>
                      <a:pt x="1183" y="313"/>
                      <a:pt x="1184" y="314"/>
                      <a:pt x="1185" y="315"/>
                    </a:cubicBezTo>
                    <a:cubicBezTo>
                      <a:pt x="1186" y="316"/>
                      <a:pt x="1187" y="317"/>
                      <a:pt x="1188" y="318"/>
                    </a:cubicBezTo>
                    <a:cubicBezTo>
                      <a:pt x="1188" y="318"/>
                      <a:pt x="1189" y="318"/>
                      <a:pt x="1189" y="318"/>
                    </a:cubicBezTo>
                    <a:cubicBezTo>
                      <a:pt x="1190" y="319"/>
                      <a:pt x="1190" y="320"/>
                      <a:pt x="1191" y="321"/>
                    </a:cubicBezTo>
                    <a:cubicBezTo>
                      <a:pt x="1191" y="322"/>
                      <a:pt x="1192" y="323"/>
                      <a:pt x="1193" y="324"/>
                    </a:cubicBezTo>
                    <a:cubicBezTo>
                      <a:pt x="1194" y="325"/>
                      <a:pt x="1195" y="326"/>
                      <a:pt x="1196" y="327"/>
                    </a:cubicBezTo>
                    <a:cubicBezTo>
                      <a:pt x="1197" y="327"/>
                      <a:pt x="1198" y="328"/>
                      <a:pt x="1199" y="329"/>
                    </a:cubicBezTo>
                    <a:cubicBezTo>
                      <a:pt x="1200" y="330"/>
                      <a:pt x="1202" y="332"/>
                      <a:pt x="1204" y="333"/>
                    </a:cubicBezTo>
                    <a:cubicBezTo>
                      <a:pt x="1205" y="334"/>
                      <a:pt x="1206" y="333"/>
                      <a:pt x="1208" y="334"/>
                    </a:cubicBezTo>
                    <a:cubicBezTo>
                      <a:pt x="1209" y="334"/>
                      <a:pt x="1210" y="335"/>
                      <a:pt x="1211" y="335"/>
                    </a:cubicBezTo>
                    <a:cubicBezTo>
                      <a:pt x="1212" y="335"/>
                      <a:pt x="1214" y="335"/>
                      <a:pt x="1215" y="335"/>
                    </a:cubicBezTo>
                    <a:cubicBezTo>
                      <a:pt x="1216" y="336"/>
                      <a:pt x="1218" y="336"/>
                      <a:pt x="1219" y="337"/>
                    </a:cubicBezTo>
                    <a:cubicBezTo>
                      <a:pt x="1222" y="338"/>
                      <a:pt x="1225" y="339"/>
                      <a:pt x="1229" y="339"/>
                    </a:cubicBezTo>
                    <a:cubicBezTo>
                      <a:pt x="1231" y="340"/>
                      <a:pt x="1233" y="339"/>
                      <a:pt x="1235" y="339"/>
                    </a:cubicBezTo>
                    <a:cubicBezTo>
                      <a:pt x="1238" y="340"/>
                      <a:pt x="1241" y="342"/>
                      <a:pt x="1243" y="345"/>
                    </a:cubicBezTo>
                    <a:cubicBezTo>
                      <a:pt x="1245" y="347"/>
                      <a:pt x="1247" y="350"/>
                      <a:pt x="1250" y="351"/>
                    </a:cubicBezTo>
                    <a:cubicBezTo>
                      <a:pt x="1253" y="352"/>
                      <a:pt x="1256" y="353"/>
                      <a:pt x="1258" y="355"/>
                    </a:cubicBezTo>
                    <a:cubicBezTo>
                      <a:pt x="1259" y="356"/>
                      <a:pt x="1261" y="356"/>
                      <a:pt x="1262" y="356"/>
                    </a:cubicBezTo>
                    <a:cubicBezTo>
                      <a:pt x="1264" y="357"/>
                      <a:pt x="1267" y="357"/>
                      <a:pt x="1270" y="357"/>
                    </a:cubicBezTo>
                    <a:cubicBezTo>
                      <a:pt x="1273" y="357"/>
                      <a:pt x="1276" y="358"/>
                      <a:pt x="1280" y="358"/>
                    </a:cubicBezTo>
                    <a:cubicBezTo>
                      <a:pt x="1282" y="358"/>
                      <a:pt x="1284" y="359"/>
                      <a:pt x="1286" y="361"/>
                    </a:cubicBezTo>
                    <a:cubicBezTo>
                      <a:pt x="1288" y="362"/>
                      <a:pt x="1291" y="362"/>
                      <a:pt x="1293" y="361"/>
                    </a:cubicBezTo>
                    <a:cubicBezTo>
                      <a:pt x="1296" y="361"/>
                      <a:pt x="1299" y="361"/>
                      <a:pt x="1302" y="361"/>
                    </a:cubicBezTo>
                    <a:cubicBezTo>
                      <a:pt x="1307" y="362"/>
                      <a:pt x="1312" y="361"/>
                      <a:pt x="1317" y="363"/>
                    </a:cubicBezTo>
                    <a:cubicBezTo>
                      <a:pt x="1319" y="365"/>
                      <a:pt x="1321" y="365"/>
                      <a:pt x="1324" y="365"/>
                    </a:cubicBezTo>
                    <a:cubicBezTo>
                      <a:pt x="1326" y="366"/>
                      <a:pt x="1328" y="367"/>
                      <a:pt x="1330" y="367"/>
                    </a:cubicBezTo>
                    <a:cubicBezTo>
                      <a:pt x="1334" y="367"/>
                      <a:pt x="1339" y="366"/>
                      <a:pt x="1342" y="370"/>
                    </a:cubicBezTo>
                    <a:cubicBezTo>
                      <a:pt x="1345" y="373"/>
                      <a:pt x="1348" y="377"/>
                      <a:pt x="1352" y="379"/>
                    </a:cubicBezTo>
                    <a:cubicBezTo>
                      <a:pt x="1354" y="380"/>
                      <a:pt x="1356" y="381"/>
                      <a:pt x="1358" y="382"/>
                    </a:cubicBezTo>
                    <a:cubicBezTo>
                      <a:pt x="1360" y="383"/>
                      <a:pt x="1362" y="385"/>
                      <a:pt x="1364" y="386"/>
                    </a:cubicBezTo>
                    <a:cubicBezTo>
                      <a:pt x="1368" y="389"/>
                      <a:pt x="1372" y="390"/>
                      <a:pt x="1377" y="391"/>
                    </a:cubicBezTo>
                    <a:cubicBezTo>
                      <a:pt x="1379" y="392"/>
                      <a:pt x="1381" y="392"/>
                      <a:pt x="1383" y="393"/>
                    </a:cubicBezTo>
                    <a:cubicBezTo>
                      <a:pt x="1386" y="394"/>
                      <a:pt x="1389" y="394"/>
                      <a:pt x="1392" y="396"/>
                    </a:cubicBezTo>
                    <a:cubicBezTo>
                      <a:pt x="1394" y="398"/>
                      <a:pt x="1394" y="402"/>
                      <a:pt x="1397" y="403"/>
                    </a:cubicBezTo>
                    <a:cubicBezTo>
                      <a:pt x="1399" y="404"/>
                      <a:pt x="1401" y="406"/>
                      <a:pt x="1402" y="408"/>
                    </a:cubicBezTo>
                    <a:cubicBezTo>
                      <a:pt x="1405" y="411"/>
                      <a:pt x="1410" y="413"/>
                      <a:pt x="1414" y="415"/>
                    </a:cubicBezTo>
                    <a:cubicBezTo>
                      <a:pt x="1419" y="418"/>
                      <a:pt x="1424" y="419"/>
                      <a:pt x="1428" y="422"/>
                    </a:cubicBezTo>
                    <a:cubicBezTo>
                      <a:pt x="1432" y="425"/>
                      <a:pt x="1435" y="429"/>
                      <a:pt x="1436" y="434"/>
                    </a:cubicBezTo>
                    <a:cubicBezTo>
                      <a:pt x="1436" y="436"/>
                      <a:pt x="1436" y="438"/>
                      <a:pt x="1436" y="440"/>
                    </a:cubicBezTo>
                    <a:cubicBezTo>
                      <a:pt x="1436" y="442"/>
                      <a:pt x="1436" y="444"/>
                      <a:pt x="1437" y="447"/>
                    </a:cubicBezTo>
                    <a:cubicBezTo>
                      <a:pt x="1439" y="451"/>
                      <a:pt x="1441" y="455"/>
                      <a:pt x="1444" y="459"/>
                    </a:cubicBezTo>
                    <a:cubicBezTo>
                      <a:pt x="1446" y="462"/>
                      <a:pt x="1450" y="464"/>
                      <a:pt x="1454" y="465"/>
                    </a:cubicBezTo>
                    <a:cubicBezTo>
                      <a:pt x="1458" y="467"/>
                      <a:pt x="1462" y="465"/>
                      <a:pt x="1466" y="463"/>
                    </a:cubicBezTo>
                    <a:cubicBezTo>
                      <a:pt x="1468" y="462"/>
                      <a:pt x="1470" y="461"/>
                      <a:pt x="1472" y="460"/>
                    </a:cubicBezTo>
                    <a:cubicBezTo>
                      <a:pt x="1474" y="459"/>
                      <a:pt x="1475" y="458"/>
                      <a:pt x="1477" y="458"/>
                    </a:cubicBezTo>
                    <a:cubicBezTo>
                      <a:pt x="1478" y="458"/>
                      <a:pt x="1478" y="458"/>
                      <a:pt x="1478" y="457"/>
                    </a:cubicBezTo>
                    <a:cubicBezTo>
                      <a:pt x="1479" y="457"/>
                      <a:pt x="1479" y="457"/>
                      <a:pt x="1480" y="456"/>
                    </a:cubicBezTo>
                    <a:cubicBezTo>
                      <a:pt x="1483" y="456"/>
                      <a:pt x="1485" y="456"/>
                      <a:pt x="1487" y="458"/>
                    </a:cubicBezTo>
                    <a:cubicBezTo>
                      <a:pt x="1488" y="460"/>
                      <a:pt x="1490" y="463"/>
                      <a:pt x="1493" y="460"/>
                    </a:cubicBezTo>
                    <a:cubicBezTo>
                      <a:pt x="1495" y="458"/>
                      <a:pt x="1497" y="457"/>
                      <a:pt x="1499" y="457"/>
                    </a:cubicBezTo>
                    <a:cubicBezTo>
                      <a:pt x="1501" y="456"/>
                      <a:pt x="1504" y="456"/>
                      <a:pt x="1506" y="456"/>
                    </a:cubicBezTo>
                    <a:cubicBezTo>
                      <a:pt x="1509" y="457"/>
                      <a:pt x="1510" y="459"/>
                      <a:pt x="1512" y="461"/>
                    </a:cubicBezTo>
                    <a:cubicBezTo>
                      <a:pt x="1513" y="463"/>
                      <a:pt x="1515" y="466"/>
                      <a:pt x="1517" y="467"/>
                    </a:cubicBezTo>
                    <a:cubicBezTo>
                      <a:pt x="1519" y="467"/>
                      <a:pt x="1521" y="468"/>
                      <a:pt x="1523" y="469"/>
                    </a:cubicBezTo>
                    <a:cubicBezTo>
                      <a:pt x="1525" y="470"/>
                      <a:pt x="1527" y="471"/>
                      <a:pt x="1529" y="471"/>
                    </a:cubicBezTo>
                    <a:cubicBezTo>
                      <a:pt x="1531" y="472"/>
                      <a:pt x="1532" y="473"/>
                      <a:pt x="1533" y="475"/>
                    </a:cubicBezTo>
                    <a:cubicBezTo>
                      <a:pt x="1534" y="476"/>
                      <a:pt x="1536" y="477"/>
                      <a:pt x="1537" y="478"/>
                    </a:cubicBezTo>
                    <a:cubicBezTo>
                      <a:pt x="1537" y="458"/>
                      <a:pt x="1537" y="458"/>
                      <a:pt x="1537" y="458"/>
                    </a:cubicBezTo>
                    <a:cubicBezTo>
                      <a:pt x="1561" y="451"/>
                      <a:pt x="1561" y="451"/>
                      <a:pt x="1561" y="451"/>
                    </a:cubicBezTo>
                    <a:cubicBezTo>
                      <a:pt x="1548" y="407"/>
                      <a:pt x="1548" y="407"/>
                      <a:pt x="1548" y="407"/>
                    </a:cubicBezTo>
                    <a:cubicBezTo>
                      <a:pt x="1520" y="407"/>
                      <a:pt x="1520" y="407"/>
                      <a:pt x="1520" y="407"/>
                    </a:cubicBezTo>
                    <a:cubicBezTo>
                      <a:pt x="1511" y="399"/>
                      <a:pt x="1511" y="399"/>
                      <a:pt x="1511" y="399"/>
                    </a:cubicBezTo>
                    <a:cubicBezTo>
                      <a:pt x="1512" y="393"/>
                      <a:pt x="1512" y="393"/>
                      <a:pt x="1512" y="393"/>
                    </a:cubicBezTo>
                    <a:cubicBezTo>
                      <a:pt x="1515" y="393"/>
                      <a:pt x="1515" y="393"/>
                      <a:pt x="1515" y="393"/>
                    </a:cubicBezTo>
                    <a:cubicBezTo>
                      <a:pt x="1515" y="381"/>
                      <a:pt x="1515" y="381"/>
                      <a:pt x="1515" y="381"/>
                    </a:cubicBezTo>
                    <a:cubicBezTo>
                      <a:pt x="1524" y="373"/>
                      <a:pt x="1524" y="373"/>
                      <a:pt x="1524" y="373"/>
                    </a:cubicBezTo>
                    <a:cubicBezTo>
                      <a:pt x="1509" y="333"/>
                      <a:pt x="1509" y="333"/>
                      <a:pt x="1509" y="333"/>
                    </a:cubicBezTo>
                    <a:cubicBezTo>
                      <a:pt x="1507" y="319"/>
                      <a:pt x="1507" y="319"/>
                      <a:pt x="1507" y="319"/>
                    </a:cubicBezTo>
                    <a:cubicBezTo>
                      <a:pt x="1509" y="306"/>
                      <a:pt x="1509" y="306"/>
                      <a:pt x="1509" y="306"/>
                    </a:cubicBezTo>
                    <a:cubicBezTo>
                      <a:pt x="1511" y="288"/>
                      <a:pt x="1511" y="288"/>
                      <a:pt x="1511" y="288"/>
                    </a:cubicBezTo>
                    <a:cubicBezTo>
                      <a:pt x="1521" y="273"/>
                      <a:pt x="1521" y="273"/>
                      <a:pt x="1521" y="273"/>
                    </a:cubicBezTo>
                    <a:cubicBezTo>
                      <a:pt x="1488" y="242"/>
                      <a:pt x="1488" y="242"/>
                      <a:pt x="1488" y="242"/>
                    </a:cubicBezTo>
                    <a:cubicBezTo>
                      <a:pt x="1487" y="228"/>
                      <a:pt x="1487" y="228"/>
                      <a:pt x="1487" y="228"/>
                    </a:cubicBezTo>
                    <a:cubicBezTo>
                      <a:pt x="1467" y="233"/>
                      <a:pt x="1467" y="233"/>
                      <a:pt x="1467" y="233"/>
                    </a:cubicBezTo>
                    <a:cubicBezTo>
                      <a:pt x="1463" y="195"/>
                      <a:pt x="1463" y="195"/>
                      <a:pt x="1463" y="195"/>
                    </a:cubicBezTo>
                    <a:cubicBezTo>
                      <a:pt x="1412" y="167"/>
                      <a:pt x="1412" y="167"/>
                      <a:pt x="1412" y="167"/>
                    </a:cubicBezTo>
                    <a:cubicBezTo>
                      <a:pt x="1377" y="157"/>
                      <a:pt x="1377" y="157"/>
                      <a:pt x="1377" y="157"/>
                    </a:cubicBezTo>
                    <a:cubicBezTo>
                      <a:pt x="1352" y="157"/>
                      <a:pt x="1352" y="157"/>
                      <a:pt x="1352" y="157"/>
                    </a:cubicBezTo>
                    <a:cubicBezTo>
                      <a:pt x="1345" y="151"/>
                      <a:pt x="1345" y="151"/>
                      <a:pt x="1345" y="151"/>
                    </a:cubicBezTo>
                    <a:cubicBezTo>
                      <a:pt x="1337" y="149"/>
                      <a:pt x="1337" y="149"/>
                      <a:pt x="1337" y="149"/>
                    </a:cubicBezTo>
                    <a:cubicBezTo>
                      <a:pt x="1326" y="128"/>
                      <a:pt x="1326" y="128"/>
                      <a:pt x="1326" y="128"/>
                    </a:cubicBezTo>
                    <a:cubicBezTo>
                      <a:pt x="1314" y="126"/>
                      <a:pt x="1314" y="126"/>
                      <a:pt x="1314" y="126"/>
                    </a:cubicBezTo>
                    <a:cubicBezTo>
                      <a:pt x="1276" y="95"/>
                      <a:pt x="1276" y="95"/>
                      <a:pt x="1276" y="95"/>
                    </a:cubicBezTo>
                    <a:cubicBezTo>
                      <a:pt x="1272" y="82"/>
                      <a:pt x="1272" y="82"/>
                      <a:pt x="1272" y="82"/>
                    </a:cubicBezTo>
                    <a:cubicBezTo>
                      <a:pt x="1237" y="60"/>
                      <a:pt x="1237" y="60"/>
                      <a:pt x="1237" y="60"/>
                    </a:cubicBezTo>
                    <a:cubicBezTo>
                      <a:pt x="1216" y="59"/>
                      <a:pt x="1216" y="59"/>
                      <a:pt x="1216" y="59"/>
                    </a:cubicBezTo>
                    <a:cubicBezTo>
                      <a:pt x="1203" y="52"/>
                      <a:pt x="1203" y="52"/>
                      <a:pt x="1203" y="52"/>
                    </a:cubicBezTo>
                    <a:cubicBezTo>
                      <a:pt x="1201" y="20"/>
                      <a:pt x="1201" y="20"/>
                      <a:pt x="1201" y="20"/>
                    </a:cubicBezTo>
                    <a:cubicBezTo>
                      <a:pt x="1201" y="13"/>
                      <a:pt x="1201" y="13"/>
                      <a:pt x="1201" y="13"/>
                    </a:cubicBezTo>
                    <a:cubicBezTo>
                      <a:pt x="1189" y="0"/>
                      <a:pt x="1189" y="0"/>
                      <a:pt x="1189" y="0"/>
                    </a:cubicBezTo>
                    <a:cubicBezTo>
                      <a:pt x="1134" y="24"/>
                      <a:pt x="1134" y="24"/>
                      <a:pt x="1134" y="24"/>
                    </a:cubicBezTo>
                    <a:cubicBezTo>
                      <a:pt x="1165" y="73"/>
                      <a:pt x="1165" y="73"/>
                      <a:pt x="1165" y="73"/>
                    </a:cubicBezTo>
                    <a:cubicBezTo>
                      <a:pt x="1119" y="145"/>
                      <a:pt x="1119" y="145"/>
                      <a:pt x="1119" y="145"/>
                    </a:cubicBezTo>
                    <a:cubicBezTo>
                      <a:pt x="1147" y="165"/>
                      <a:pt x="1147" y="165"/>
                      <a:pt x="1147" y="165"/>
                    </a:cubicBezTo>
                    <a:cubicBezTo>
                      <a:pt x="1118" y="201"/>
                      <a:pt x="1118" y="201"/>
                      <a:pt x="1118" y="201"/>
                    </a:cubicBezTo>
                    <a:cubicBezTo>
                      <a:pt x="1042" y="161"/>
                      <a:pt x="1042" y="161"/>
                      <a:pt x="1042" y="161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50" y="251"/>
                      <a:pt x="950" y="251"/>
                      <a:pt x="950" y="251"/>
                    </a:cubicBezTo>
                    <a:cubicBezTo>
                      <a:pt x="920" y="306"/>
                      <a:pt x="920" y="306"/>
                      <a:pt x="920" y="306"/>
                    </a:cubicBezTo>
                    <a:cubicBezTo>
                      <a:pt x="853" y="284"/>
                      <a:pt x="853" y="284"/>
                      <a:pt x="853" y="284"/>
                    </a:cubicBezTo>
                    <a:cubicBezTo>
                      <a:pt x="802" y="328"/>
                      <a:pt x="802" y="328"/>
                      <a:pt x="802" y="328"/>
                    </a:cubicBezTo>
                    <a:cubicBezTo>
                      <a:pt x="776" y="425"/>
                      <a:pt x="776" y="425"/>
                      <a:pt x="776" y="425"/>
                    </a:cubicBezTo>
                    <a:cubicBezTo>
                      <a:pt x="745" y="439"/>
                      <a:pt x="745" y="439"/>
                      <a:pt x="745" y="439"/>
                    </a:cubicBezTo>
                    <a:cubicBezTo>
                      <a:pt x="742" y="474"/>
                      <a:pt x="742" y="474"/>
                      <a:pt x="742" y="474"/>
                    </a:cubicBezTo>
                    <a:cubicBezTo>
                      <a:pt x="765" y="501"/>
                      <a:pt x="765" y="501"/>
                      <a:pt x="765" y="501"/>
                    </a:cubicBezTo>
                    <a:cubicBezTo>
                      <a:pt x="765" y="563"/>
                      <a:pt x="765" y="563"/>
                      <a:pt x="765" y="563"/>
                    </a:cubicBezTo>
                    <a:cubicBezTo>
                      <a:pt x="727" y="589"/>
                      <a:pt x="727" y="589"/>
                      <a:pt x="727" y="589"/>
                    </a:cubicBezTo>
                    <a:cubicBezTo>
                      <a:pt x="660" y="704"/>
                      <a:pt x="660" y="704"/>
                      <a:pt x="660" y="704"/>
                    </a:cubicBezTo>
                    <a:cubicBezTo>
                      <a:pt x="656" y="744"/>
                      <a:pt x="656" y="744"/>
                      <a:pt x="656" y="744"/>
                    </a:cubicBezTo>
                    <a:cubicBezTo>
                      <a:pt x="628" y="778"/>
                      <a:pt x="628" y="778"/>
                      <a:pt x="628" y="778"/>
                    </a:cubicBezTo>
                    <a:cubicBezTo>
                      <a:pt x="542" y="784"/>
                      <a:pt x="542" y="784"/>
                      <a:pt x="542" y="784"/>
                    </a:cubicBezTo>
                    <a:cubicBezTo>
                      <a:pt x="554" y="907"/>
                      <a:pt x="554" y="907"/>
                      <a:pt x="554" y="907"/>
                    </a:cubicBezTo>
                    <a:cubicBezTo>
                      <a:pt x="554" y="915"/>
                      <a:pt x="554" y="915"/>
                      <a:pt x="554" y="915"/>
                    </a:cubicBezTo>
                    <a:cubicBezTo>
                      <a:pt x="519" y="1052"/>
                      <a:pt x="519" y="1052"/>
                      <a:pt x="519" y="1052"/>
                    </a:cubicBezTo>
                    <a:cubicBezTo>
                      <a:pt x="427" y="1186"/>
                      <a:pt x="427" y="1186"/>
                      <a:pt x="427" y="1186"/>
                    </a:cubicBezTo>
                    <a:cubicBezTo>
                      <a:pt x="480" y="1213"/>
                      <a:pt x="480" y="1213"/>
                      <a:pt x="480" y="1213"/>
                    </a:cubicBezTo>
                    <a:cubicBezTo>
                      <a:pt x="483" y="1334"/>
                      <a:pt x="483" y="1334"/>
                      <a:pt x="483" y="1334"/>
                    </a:cubicBezTo>
                    <a:cubicBezTo>
                      <a:pt x="446" y="1345"/>
                      <a:pt x="446" y="1345"/>
                      <a:pt x="446" y="1345"/>
                    </a:cubicBezTo>
                    <a:cubicBezTo>
                      <a:pt x="383" y="1306"/>
                      <a:pt x="383" y="1306"/>
                      <a:pt x="383" y="1306"/>
                    </a:cubicBezTo>
                    <a:cubicBezTo>
                      <a:pt x="307" y="1339"/>
                      <a:pt x="307" y="1339"/>
                      <a:pt x="307" y="1339"/>
                    </a:cubicBezTo>
                    <a:cubicBezTo>
                      <a:pt x="285" y="1398"/>
                      <a:pt x="285" y="1398"/>
                      <a:pt x="285" y="1398"/>
                    </a:cubicBezTo>
                    <a:cubicBezTo>
                      <a:pt x="233" y="1444"/>
                      <a:pt x="233" y="1444"/>
                      <a:pt x="233" y="1444"/>
                    </a:cubicBezTo>
                    <a:cubicBezTo>
                      <a:pt x="237" y="1495"/>
                      <a:pt x="237" y="1495"/>
                      <a:pt x="237" y="1495"/>
                    </a:cubicBezTo>
                    <a:cubicBezTo>
                      <a:pt x="207" y="1531"/>
                      <a:pt x="207" y="1531"/>
                      <a:pt x="207" y="1531"/>
                    </a:cubicBezTo>
                    <a:cubicBezTo>
                      <a:pt x="232" y="1593"/>
                      <a:pt x="232" y="1593"/>
                      <a:pt x="232" y="1593"/>
                    </a:cubicBezTo>
                    <a:cubicBezTo>
                      <a:pt x="207" y="1710"/>
                      <a:pt x="207" y="1710"/>
                      <a:pt x="207" y="1710"/>
                    </a:cubicBezTo>
                    <a:cubicBezTo>
                      <a:pt x="224" y="1783"/>
                      <a:pt x="224" y="1783"/>
                      <a:pt x="224" y="1783"/>
                    </a:cubicBezTo>
                    <a:cubicBezTo>
                      <a:pt x="215" y="1855"/>
                      <a:pt x="215" y="1855"/>
                      <a:pt x="215" y="1855"/>
                    </a:cubicBezTo>
                    <a:cubicBezTo>
                      <a:pt x="216" y="1855"/>
                      <a:pt x="216" y="1856"/>
                      <a:pt x="217" y="1856"/>
                    </a:cubicBezTo>
                    <a:cubicBezTo>
                      <a:pt x="221" y="1858"/>
                      <a:pt x="227" y="1861"/>
                      <a:pt x="231" y="1864"/>
                    </a:cubicBezTo>
                    <a:cubicBezTo>
                      <a:pt x="233" y="1866"/>
                      <a:pt x="235" y="1870"/>
                      <a:pt x="238" y="1872"/>
                    </a:cubicBezTo>
                    <a:cubicBezTo>
                      <a:pt x="237" y="1871"/>
                      <a:pt x="237" y="1871"/>
                      <a:pt x="236" y="1871"/>
                    </a:cubicBezTo>
                    <a:cubicBezTo>
                      <a:pt x="234" y="1869"/>
                      <a:pt x="233" y="1869"/>
                      <a:pt x="231" y="1868"/>
                    </a:cubicBezTo>
                    <a:cubicBezTo>
                      <a:pt x="229" y="1866"/>
                      <a:pt x="227" y="1865"/>
                      <a:pt x="226" y="1864"/>
                    </a:cubicBezTo>
                    <a:cubicBezTo>
                      <a:pt x="222" y="1862"/>
                      <a:pt x="219" y="1861"/>
                      <a:pt x="215" y="1859"/>
                    </a:cubicBezTo>
                    <a:cubicBezTo>
                      <a:pt x="215" y="1859"/>
                      <a:pt x="215" y="1859"/>
                      <a:pt x="215" y="1859"/>
                    </a:cubicBezTo>
                    <a:cubicBezTo>
                      <a:pt x="204" y="1945"/>
                      <a:pt x="204" y="1945"/>
                      <a:pt x="204" y="1945"/>
                    </a:cubicBezTo>
                    <a:cubicBezTo>
                      <a:pt x="273" y="1988"/>
                      <a:pt x="273" y="1988"/>
                      <a:pt x="273" y="1988"/>
                    </a:cubicBezTo>
                    <a:cubicBezTo>
                      <a:pt x="296" y="2051"/>
                      <a:pt x="296" y="2051"/>
                      <a:pt x="296" y="2051"/>
                    </a:cubicBezTo>
                    <a:cubicBezTo>
                      <a:pt x="261" y="2109"/>
                      <a:pt x="261" y="2109"/>
                      <a:pt x="261" y="2109"/>
                    </a:cubicBezTo>
                    <a:cubicBezTo>
                      <a:pt x="197" y="2116"/>
                      <a:pt x="197" y="2116"/>
                      <a:pt x="197" y="2116"/>
                    </a:cubicBezTo>
                    <a:cubicBezTo>
                      <a:pt x="250" y="2238"/>
                      <a:pt x="250" y="2238"/>
                      <a:pt x="250" y="2238"/>
                    </a:cubicBezTo>
                    <a:cubicBezTo>
                      <a:pt x="229" y="2298"/>
                      <a:pt x="229" y="2298"/>
                      <a:pt x="229" y="2298"/>
                    </a:cubicBezTo>
                    <a:cubicBezTo>
                      <a:pt x="234" y="2342"/>
                      <a:pt x="234" y="2342"/>
                      <a:pt x="234" y="2342"/>
                    </a:cubicBezTo>
                    <a:cubicBezTo>
                      <a:pt x="173" y="2404"/>
                      <a:pt x="173" y="2404"/>
                      <a:pt x="173" y="2404"/>
                    </a:cubicBezTo>
                    <a:cubicBezTo>
                      <a:pt x="132" y="2406"/>
                      <a:pt x="132" y="2406"/>
                      <a:pt x="132" y="2406"/>
                    </a:cubicBezTo>
                    <a:cubicBezTo>
                      <a:pt x="129" y="2456"/>
                      <a:pt x="129" y="2456"/>
                      <a:pt x="129" y="2456"/>
                    </a:cubicBezTo>
                    <a:cubicBezTo>
                      <a:pt x="101" y="2478"/>
                      <a:pt x="101" y="2478"/>
                      <a:pt x="101" y="2478"/>
                    </a:cubicBezTo>
                    <a:cubicBezTo>
                      <a:pt x="112" y="2522"/>
                      <a:pt x="112" y="2522"/>
                      <a:pt x="112" y="2522"/>
                    </a:cubicBezTo>
                    <a:cubicBezTo>
                      <a:pt x="112" y="2522"/>
                      <a:pt x="112" y="2522"/>
                      <a:pt x="112" y="2523"/>
                    </a:cubicBezTo>
                    <a:cubicBezTo>
                      <a:pt x="113" y="2525"/>
                      <a:pt x="115" y="2530"/>
                      <a:pt x="118" y="2531"/>
                    </a:cubicBezTo>
                    <a:cubicBezTo>
                      <a:pt x="121" y="2532"/>
                      <a:pt x="124" y="2529"/>
                      <a:pt x="125" y="2527"/>
                    </a:cubicBezTo>
                    <a:cubicBezTo>
                      <a:pt x="126" y="2525"/>
                      <a:pt x="126" y="2523"/>
                      <a:pt x="127" y="2521"/>
                    </a:cubicBezTo>
                    <a:cubicBezTo>
                      <a:pt x="128" y="2519"/>
                      <a:pt x="132" y="2516"/>
                      <a:pt x="134" y="2518"/>
                    </a:cubicBezTo>
                    <a:cubicBezTo>
                      <a:pt x="135" y="2520"/>
                      <a:pt x="135" y="2526"/>
                      <a:pt x="134" y="2528"/>
                    </a:cubicBezTo>
                    <a:cubicBezTo>
                      <a:pt x="133" y="2531"/>
                      <a:pt x="130" y="2531"/>
                      <a:pt x="127" y="2531"/>
                    </a:cubicBezTo>
                    <a:cubicBezTo>
                      <a:pt x="124" y="2531"/>
                      <a:pt x="124" y="2534"/>
                      <a:pt x="123" y="2537"/>
                    </a:cubicBezTo>
                    <a:cubicBezTo>
                      <a:pt x="122" y="2543"/>
                      <a:pt x="121" y="2547"/>
                      <a:pt x="123" y="2553"/>
                    </a:cubicBezTo>
                    <a:cubicBezTo>
                      <a:pt x="126" y="2559"/>
                      <a:pt x="130" y="2564"/>
                      <a:pt x="134" y="2569"/>
                    </a:cubicBezTo>
                    <a:cubicBezTo>
                      <a:pt x="145" y="2583"/>
                      <a:pt x="161" y="2592"/>
                      <a:pt x="165" y="2611"/>
                    </a:cubicBezTo>
                    <a:cubicBezTo>
                      <a:pt x="165" y="2613"/>
                      <a:pt x="166" y="2620"/>
                      <a:pt x="164" y="2622"/>
                    </a:cubicBezTo>
                    <a:cubicBezTo>
                      <a:pt x="161" y="2624"/>
                      <a:pt x="160" y="2617"/>
                      <a:pt x="160" y="2615"/>
                    </a:cubicBezTo>
                    <a:cubicBezTo>
                      <a:pt x="159" y="2611"/>
                      <a:pt x="157" y="2606"/>
                      <a:pt x="154" y="2603"/>
                    </a:cubicBezTo>
                    <a:cubicBezTo>
                      <a:pt x="150" y="2595"/>
                      <a:pt x="143" y="2589"/>
                      <a:pt x="137" y="2582"/>
                    </a:cubicBezTo>
                    <a:cubicBezTo>
                      <a:pt x="134" y="2578"/>
                      <a:pt x="131" y="2574"/>
                      <a:pt x="128" y="2570"/>
                    </a:cubicBezTo>
                    <a:cubicBezTo>
                      <a:pt x="125" y="2566"/>
                      <a:pt x="123" y="2562"/>
                      <a:pt x="120" y="2558"/>
                    </a:cubicBezTo>
                    <a:cubicBezTo>
                      <a:pt x="77" y="2659"/>
                      <a:pt x="77" y="2659"/>
                      <a:pt x="77" y="2659"/>
                    </a:cubicBezTo>
                    <a:cubicBezTo>
                      <a:pt x="52" y="2661"/>
                      <a:pt x="52" y="2661"/>
                      <a:pt x="52" y="2661"/>
                    </a:cubicBezTo>
                    <a:cubicBezTo>
                      <a:pt x="52" y="2636"/>
                      <a:pt x="52" y="2636"/>
                      <a:pt x="52" y="2636"/>
                    </a:cubicBezTo>
                    <a:cubicBezTo>
                      <a:pt x="40" y="2602"/>
                      <a:pt x="40" y="2602"/>
                      <a:pt x="40" y="2602"/>
                    </a:cubicBezTo>
                    <a:cubicBezTo>
                      <a:pt x="38" y="2602"/>
                      <a:pt x="36" y="2602"/>
                      <a:pt x="35" y="2602"/>
                    </a:cubicBezTo>
                    <a:cubicBezTo>
                      <a:pt x="33" y="2601"/>
                      <a:pt x="31" y="2601"/>
                      <a:pt x="29" y="2601"/>
                    </a:cubicBezTo>
                    <a:cubicBezTo>
                      <a:pt x="27" y="2601"/>
                      <a:pt x="26" y="2601"/>
                      <a:pt x="24" y="2601"/>
                    </a:cubicBezTo>
                    <a:cubicBezTo>
                      <a:pt x="22" y="2601"/>
                      <a:pt x="21" y="2601"/>
                      <a:pt x="20" y="2603"/>
                    </a:cubicBezTo>
                    <a:cubicBezTo>
                      <a:pt x="19" y="2604"/>
                      <a:pt x="18" y="2605"/>
                      <a:pt x="16" y="2605"/>
                    </a:cubicBezTo>
                    <a:cubicBezTo>
                      <a:pt x="14" y="2605"/>
                      <a:pt x="12" y="2604"/>
                      <a:pt x="10" y="2606"/>
                    </a:cubicBezTo>
                    <a:cubicBezTo>
                      <a:pt x="9" y="2607"/>
                      <a:pt x="9" y="2609"/>
                      <a:pt x="9" y="2610"/>
                    </a:cubicBezTo>
                    <a:cubicBezTo>
                      <a:pt x="8" y="2612"/>
                      <a:pt x="7" y="2613"/>
                      <a:pt x="6" y="2614"/>
                    </a:cubicBezTo>
                    <a:cubicBezTo>
                      <a:pt x="5" y="2615"/>
                      <a:pt x="4" y="2617"/>
                      <a:pt x="4" y="2619"/>
                    </a:cubicBezTo>
                    <a:cubicBezTo>
                      <a:pt x="5" y="2620"/>
                      <a:pt x="5" y="2622"/>
                      <a:pt x="7" y="2622"/>
                    </a:cubicBezTo>
                    <a:cubicBezTo>
                      <a:pt x="9" y="2623"/>
                      <a:pt x="11" y="2622"/>
                      <a:pt x="14" y="2623"/>
                    </a:cubicBezTo>
                    <a:cubicBezTo>
                      <a:pt x="17" y="2624"/>
                      <a:pt x="13" y="2626"/>
                      <a:pt x="12" y="2626"/>
                    </a:cubicBezTo>
                    <a:cubicBezTo>
                      <a:pt x="10" y="2627"/>
                      <a:pt x="9" y="2627"/>
                      <a:pt x="8" y="2628"/>
                    </a:cubicBezTo>
                    <a:cubicBezTo>
                      <a:pt x="7" y="2628"/>
                      <a:pt x="6" y="2628"/>
                      <a:pt x="6" y="2629"/>
                    </a:cubicBezTo>
                    <a:cubicBezTo>
                      <a:pt x="6" y="2630"/>
                      <a:pt x="6" y="2630"/>
                      <a:pt x="5" y="2631"/>
                    </a:cubicBezTo>
                    <a:cubicBezTo>
                      <a:pt x="5" y="2631"/>
                      <a:pt x="4" y="2632"/>
                      <a:pt x="4" y="2632"/>
                    </a:cubicBezTo>
                    <a:cubicBezTo>
                      <a:pt x="3" y="2633"/>
                      <a:pt x="0" y="2634"/>
                      <a:pt x="0" y="2635"/>
                    </a:cubicBezTo>
                    <a:cubicBezTo>
                      <a:pt x="1" y="2637"/>
                      <a:pt x="3" y="2638"/>
                      <a:pt x="4" y="2639"/>
                    </a:cubicBezTo>
                    <a:cubicBezTo>
                      <a:pt x="5" y="2639"/>
                      <a:pt x="6" y="2640"/>
                      <a:pt x="6" y="2641"/>
                    </a:cubicBezTo>
                    <a:cubicBezTo>
                      <a:pt x="7" y="2642"/>
                      <a:pt x="7" y="2644"/>
                      <a:pt x="8" y="2645"/>
                    </a:cubicBezTo>
                    <a:cubicBezTo>
                      <a:pt x="8" y="2646"/>
                      <a:pt x="9" y="2648"/>
                      <a:pt x="9" y="2649"/>
                    </a:cubicBezTo>
                    <a:cubicBezTo>
                      <a:pt x="10" y="2650"/>
                      <a:pt x="10" y="2651"/>
                      <a:pt x="9" y="2652"/>
                    </a:cubicBezTo>
                    <a:cubicBezTo>
                      <a:pt x="9" y="2653"/>
                      <a:pt x="10" y="2654"/>
                      <a:pt x="10" y="2654"/>
                    </a:cubicBezTo>
                    <a:cubicBezTo>
                      <a:pt x="11" y="2655"/>
                      <a:pt x="12" y="2656"/>
                      <a:pt x="12" y="2657"/>
                    </a:cubicBezTo>
                    <a:cubicBezTo>
                      <a:pt x="12" y="2658"/>
                      <a:pt x="13" y="2659"/>
                      <a:pt x="13" y="2660"/>
                    </a:cubicBezTo>
                    <a:cubicBezTo>
                      <a:pt x="14" y="2661"/>
                      <a:pt x="13" y="2663"/>
                      <a:pt x="13" y="2664"/>
                    </a:cubicBezTo>
                    <a:cubicBezTo>
                      <a:pt x="14" y="2666"/>
                      <a:pt x="15" y="2669"/>
                      <a:pt x="14" y="2671"/>
                    </a:cubicBezTo>
                    <a:cubicBezTo>
                      <a:pt x="14" y="2672"/>
                      <a:pt x="14" y="2673"/>
                      <a:pt x="13" y="2675"/>
                    </a:cubicBezTo>
                    <a:cubicBezTo>
                      <a:pt x="13" y="2676"/>
                      <a:pt x="12" y="2677"/>
                      <a:pt x="12" y="2678"/>
                    </a:cubicBezTo>
                    <a:cubicBezTo>
                      <a:pt x="11" y="2679"/>
                      <a:pt x="10" y="2680"/>
                      <a:pt x="9" y="2681"/>
                    </a:cubicBezTo>
                    <a:cubicBezTo>
                      <a:pt x="8" y="2681"/>
                      <a:pt x="7" y="2682"/>
                      <a:pt x="7" y="2684"/>
                    </a:cubicBezTo>
                    <a:cubicBezTo>
                      <a:pt x="6" y="2686"/>
                      <a:pt x="8" y="2689"/>
                      <a:pt x="10" y="2691"/>
                    </a:cubicBezTo>
                    <a:cubicBezTo>
                      <a:pt x="11" y="2691"/>
                      <a:pt x="12" y="2693"/>
                      <a:pt x="12" y="2694"/>
                    </a:cubicBezTo>
                    <a:cubicBezTo>
                      <a:pt x="11" y="2696"/>
                      <a:pt x="10" y="2696"/>
                      <a:pt x="9" y="2697"/>
                    </a:cubicBezTo>
                    <a:cubicBezTo>
                      <a:pt x="8" y="2697"/>
                      <a:pt x="7" y="2698"/>
                      <a:pt x="7" y="2699"/>
                    </a:cubicBezTo>
                    <a:cubicBezTo>
                      <a:pt x="7" y="2701"/>
                      <a:pt x="7" y="2703"/>
                      <a:pt x="7" y="2704"/>
                    </a:cubicBezTo>
                    <a:cubicBezTo>
                      <a:pt x="8" y="2706"/>
                      <a:pt x="9" y="2707"/>
                      <a:pt x="10" y="2708"/>
                    </a:cubicBezTo>
                    <a:cubicBezTo>
                      <a:pt x="11" y="2709"/>
                      <a:pt x="11" y="2710"/>
                      <a:pt x="13" y="2710"/>
                    </a:cubicBezTo>
                    <a:cubicBezTo>
                      <a:pt x="13" y="2712"/>
                      <a:pt x="13" y="2713"/>
                      <a:pt x="13" y="2715"/>
                    </a:cubicBezTo>
                    <a:cubicBezTo>
                      <a:pt x="15" y="2716"/>
                      <a:pt x="17" y="2716"/>
                      <a:pt x="17" y="2718"/>
                    </a:cubicBezTo>
                    <a:cubicBezTo>
                      <a:pt x="17" y="2719"/>
                      <a:pt x="16" y="2721"/>
                      <a:pt x="16" y="2722"/>
                    </a:cubicBezTo>
                    <a:cubicBezTo>
                      <a:pt x="16" y="2723"/>
                      <a:pt x="16" y="2724"/>
                      <a:pt x="15" y="2724"/>
                    </a:cubicBezTo>
                    <a:cubicBezTo>
                      <a:pt x="12" y="2725"/>
                      <a:pt x="12" y="2727"/>
                      <a:pt x="13" y="2729"/>
                    </a:cubicBezTo>
                    <a:cubicBezTo>
                      <a:pt x="13" y="2730"/>
                      <a:pt x="12" y="2732"/>
                      <a:pt x="13" y="2733"/>
                    </a:cubicBezTo>
                    <a:cubicBezTo>
                      <a:pt x="14" y="2734"/>
                      <a:pt x="15" y="2734"/>
                      <a:pt x="15" y="2735"/>
                    </a:cubicBezTo>
                    <a:cubicBezTo>
                      <a:pt x="16" y="2735"/>
                      <a:pt x="16" y="2736"/>
                      <a:pt x="16" y="2737"/>
                    </a:cubicBezTo>
                    <a:cubicBezTo>
                      <a:pt x="15" y="2737"/>
                      <a:pt x="14" y="2737"/>
                      <a:pt x="14" y="2738"/>
                    </a:cubicBezTo>
                    <a:cubicBezTo>
                      <a:pt x="13" y="2739"/>
                      <a:pt x="13" y="2740"/>
                      <a:pt x="13" y="2740"/>
                    </a:cubicBezTo>
                    <a:cubicBezTo>
                      <a:pt x="12" y="2742"/>
                      <a:pt x="11" y="2744"/>
                      <a:pt x="12" y="2746"/>
                    </a:cubicBezTo>
                    <a:cubicBezTo>
                      <a:pt x="12" y="2748"/>
                      <a:pt x="13" y="2750"/>
                      <a:pt x="12" y="2752"/>
                    </a:cubicBezTo>
                    <a:cubicBezTo>
                      <a:pt x="12" y="2754"/>
                      <a:pt x="12" y="2755"/>
                      <a:pt x="14" y="2755"/>
                    </a:cubicBezTo>
                    <a:cubicBezTo>
                      <a:pt x="15" y="2755"/>
                      <a:pt x="16" y="2755"/>
                      <a:pt x="17" y="2757"/>
                    </a:cubicBezTo>
                    <a:cubicBezTo>
                      <a:pt x="18" y="2758"/>
                      <a:pt x="18" y="2759"/>
                      <a:pt x="19" y="2759"/>
                    </a:cubicBezTo>
                    <a:cubicBezTo>
                      <a:pt x="21" y="2759"/>
                      <a:pt x="22" y="2760"/>
                      <a:pt x="22" y="2762"/>
                    </a:cubicBezTo>
                    <a:cubicBezTo>
                      <a:pt x="22" y="2763"/>
                      <a:pt x="20" y="2764"/>
                      <a:pt x="19" y="2766"/>
                    </a:cubicBezTo>
                    <a:cubicBezTo>
                      <a:pt x="18" y="2767"/>
                      <a:pt x="18" y="2768"/>
                      <a:pt x="18" y="2769"/>
                    </a:cubicBezTo>
                    <a:cubicBezTo>
                      <a:pt x="17" y="2771"/>
                      <a:pt x="17" y="2772"/>
                      <a:pt x="15" y="2773"/>
                    </a:cubicBezTo>
                    <a:cubicBezTo>
                      <a:pt x="14" y="2774"/>
                      <a:pt x="13" y="2774"/>
                      <a:pt x="12" y="2774"/>
                    </a:cubicBezTo>
                    <a:cubicBezTo>
                      <a:pt x="11" y="2774"/>
                      <a:pt x="9" y="2774"/>
                      <a:pt x="8" y="2775"/>
                    </a:cubicBezTo>
                    <a:cubicBezTo>
                      <a:pt x="7" y="2777"/>
                      <a:pt x="8" y="2778"/>
                      <a:pt x="8" y="2780"/>
                    </a:cubicBezTo>
                    <a:cubicBezTo>
                      <a:pt x="8" y="2782"/>
                      <a:pt x="7" y="2789"/>
                      <a:pt x="11" y="2789"/>
                    </a:cubicBezTo>
                    <a:cubicBezTo>
                      <a:pt x="13" y="2789"/>
                      <a:pt x="14" y="2787"/>
                      <a:pt x="16" y="2787"/>
                    </a:cubicBezTo>
                    <a:cubicBezTo>
                      <a:pt x="18" y="2787"/>
                      <a:pt x="19" y="2788"/>
                      <a:pt x="20" y="2789"/>
                    </a:cubicBezTo>
                    <a:cubicBezTo>
                      <a:pt x="22" y="2790"/>
                      <a:pt x="24" y="2789"/>
                      <a:pt x="25" y="2787"/>
                    </a:cubicBezTo>
                    <a:cubicBezTo>
                      <a:pt x="27" y="2786"/>
                      <a:pt x="28" y="2784"/>
                      <a:pt x="30" y="2782"/>
                    </a:cubicBezTo>
                    <a:cubicBezTo>
                      <a:pt x="31" y="2780"/>
                      <a:pt x="32" y="2779"/>
                      <a:pt x="34" y="2777"/>
                    </a:cubicBezTo>
                    <a:cubicBezTo>
                      <a:pt x="36" y="2776"/>
                      <a:pt x="37" y="2774"/>
                      <a:pt x="39" y="2773"/>
                    </a:cubicBezTo>
                    <a:cubicBezTo>
                      <a:pt x="40" y="2777"/>
                      <a:pt x="35" y="2781"/>
                      <a:pt x="32" y="2784"/>
                    </a:cubicBezTo>
                    <a:cubicBezTo>
                      <a:pt x="31" y="2785"/>
                      <a:pt x="29" y="2787"/>
                      <a:pt x="28" y="2789"/>
                    </a:cubicBezTo>
                    <a:cubicBezTo>
                      <a:pt x="28" y="2790"/>
                      <a:pt x="27" y="2791"/>
                      <a:pt x="27" y="2792"/>
                    </a:cubicBezTo>
                    <a:cubicBezTo>
                      <a:pt x="27" y="2793"/>
                      <a:pt x="27" y="2794"/>
                      <a:pt x="28" y="2794"/>
                    </a:cubicBezTo>
                    <a:cubicBezTo>
                      <a:pt x="30" y="2794"/>
                      <a:pt x="31" y="2793"/>
                      <a:pt x="32" y="2792"/>
                    </a:cubicBezTo>
                    <a:cubicBezTo>
                      <a:pt x="33" y="2790"/>
                      <a:pt x="36" y="2789"/>
                      <a:pt x="38" y="2789"/>
                    </a:cubicBezTo>
                    <a:cubicBezTo>
                      <a:pt x="38" y="2791"/>
                      <a:pt x="37" y="2793"/>
                      <a:pt x="36" y="2794"/>
                    </a:cubicBezTo>
                    <a:cubicBezTo>
                      <a:pt x="34" y="2796"/>
                      <a:pt x="32" y="2797"/>
                      <a:pt x="32" y="2799"/>
                    </a:cubicBezTo>
                    <a:cubicBezTo>
                      <a:pt x="32" y="2801"/>
                      <a:pt x="33" y="2802"/>
                      <a:pt x="33" y="2803"/>
                    </a:cubicBezTo>
                    <a:cubicBezTo>
                      <a:pt x="33" y="2805"/>
                      <a:pt x="33" y="2807"/>
                      <a:pt x="33" y="2808"/>
                    </a:cubicBezTo>
                    <a:cubicBezTo>
                      <a:pt x="32" y="2811"/>
                      <a:pt x="33" y="2814"/>
                      <a:pt x="35" y="2815"/>
                    </a:cubicBezTo>
                    <a:cubicBezTo>
                      <a:pt x="38" y="2816"/>
                      <a:pt x="42" y="2814"/>
                      <a:pt x="44" y="2811"/>
                    </a:cubicBezTo>
                    <a:cubicBezTo>
                      <a:pt x="45" y="2809"/>
                      <a:pt x="46" y="2807"/>
                      <a:pt x="47" y="2805"/>
                    </a:cubicBezTo>
                    <a:cubicBezTo>
                      <a:pt x="48" y="2804"/>
                      <a:pt x="49" y="2802"/>
                      <a:pt x="50" y="2801"/>
                    </a:cubicBezTo>
                    <a:cubicBezTo>
                      <a:pt x="54" y="2797"/>
                      <a:pt x="55" y="2791"/>
                      <a:pt x="55" y="2786"/>
                    </a:cubicBezTo>
                    <a:cubicBezTo>
                      <a:pt x="55" y="2780"/>
                      <a:pt x="53" y="2775"/>
                      <a:pt x="55" y="2770"/>
                    </a:cubicBezTo>
                    <a:cubicBezTo>
                      <a:pt x="56" y="2769"/>
                      <a:pt x="57" y="2766"/>
                      <a:pt x="58" y="2767"/>
                    </a:cubicBezTo>
                    <a:cubicBezTo>
                      <a:pt x="60" y="2767"/>
                      <a:pt x="60" y="2771"/>
                      <a:pt x="61" y="2772"/>
                    </a:cubicBezTo>
                    <a:cubicBezTo>
                      <a:pt x="61" y="2776"/>
                      <a:pt x="62" y="2782"/>
                      <a:pt x="66" y="2781"/>
                    </a:cubicBezTo>
                    <a:cubicBezTo>
                      <a:pt x="68" y="2781"/>
                      <a:pt x="68" y="2780"/>
                      <a:pt x="70" y="2781"/>
                    </a:cubicBezTo>
                    <a:cubicBezTo>
                      <a:pt x="70" y="2781"/>
                      <a:pt x="71" y="2782"/>
                      <a:pt x="72" y="2783"/>
                    </a:cubicBezTo>
                    <a:cubicBezTo>
                      <a:pt x="72" y="2784"/>
                      <a:pt x="71" y="2786"/>
                      <a:pt x="71" y="2787"/>
                    </a:cubicBezTo>
                    <a:cubicBezTo>
                      <a:pt x="69" y="2789"/>
                      <a:pt x="68" y="2791"/>
                      <a:pt x="66" y="2793"/>
                    </a:cubicBezTo>
                    <a:cubicBezTo>
                      <a:pt x="64" y="2797"/>
                      <a:pt x="61" y="2799"/>
                      <a:pt x="57" y="2802"/>
                    </a:cubicBezTo>
                    <a:cubicBezTo>
                      <a:pt x="55" y="2803"/>
                      <a:pt x="54" y="2804"/>
                      <a:pt x="52" y="2806"/>
                    </a:cubicBezTo>
                    <a:cubicBezTo>
                      <a:pt x="51" y="2808"/>
                      <a:pt x="51" y="2809"/>
                      <a:pt x="50" y="2811"/>
                    </a:cubicBezTo>
                    <a:cubicBezTo>
                      <a:pt x="49" y="2813"/>
                      <a:pt x="47" y="2815"/>
                      <a:pt x="47" y="2818"/>
                    </a:cubicBezTo>
                    <a:cubicBezTo>
                      <a:pt x="46" y="2821"/>
                      <a:pt x="48" y="2821"/>
                      <a:pt x="50" y="2823"/>
                    </a:cubicBezTo>
                    <a:cubicBezTo>
                      <a:pt x="50" y="2824"/>
                      <a:pt x="51" y="2825"/>
                      <a:pt x="52" y="2825"/>
                    </a:cubicBezTo>
                    <a:cubicBezTo>
                      <a:pt x="54" y="2825"/>
                      <a:pt x="56" y="2823"/>
                      <a:pt x="57" y="2822"/>
                    </a:cubicBezTo>
                    <a:cubicBezTo>
                      <a:pt x="58" y="2821"/>
                      <a:pt x="60" y="2819"/>
                      <a:pt x="62" y="2818"/>
                    </a:cubicBezTo>
                    <a:cubicBezTo>
                      <a:pt x="63" y="2817"/>
                      <a:pt x="65" y="2817"/>
                      <a:pt x="66" y="2816"/>
                    </a:cubicBezTo>
                    <a:cubicBezTo>
                      <a:pt x="67" y="2816"/>
                      <a:pt x="69" y="2815"/>
                      <a:pt x="70" y="2815"/>
                    </a:cubicBezTo>
                    <a:cubicBezTo>
                      <a:pt x="71" y="2814"/>
                      <a:pt x="73" y="2814"/>
                      <a:pt x="74" y="2813"/>
                    </a:cubicBezTo>
                    <a:cubicBezTo>
                      <a:pt x="76" y="2813"/>
                      <a:pt x="77" y="2812"/>
                      <a:pt x="78" y="2810"/>
                    </a:cubicBezTo>
                    <a:cubicBezTo>
                      <a:pt x="79" y="2808"/>
                      <a:pt x="79" y="2806"/>
                      <a:pt x="80" y="2804"/>
                    </a:cubicBezTo>
                    <a:cubicBezTo>
                      <a:pt x="81" y="2801"/>
                      <a:pt x="83" y="2803"/>
                      <a:pt x="84" y="2804"/>
                    </a:cubicBezTo>
                    <a:cubicBezTo>
                      <a:pt x="85" y="2805"/>
                      <a:pt x="85" y="2806"/>
                      <a:pt x="86" y="2807"/>
                    </a:cubicBezTo>
                    <a:cubicBezTo>
                      <a:pt x="87" y="2807"/>
                      <a:pt x="89" y="2808"/>
                      <a:pt x="90" y="2808"/>
                    </a:cubicBezTo>
                    <a:cubicBezTo>
                      <a:pt x="92" y="2807"/>
                      <a:pt x="93" y="2807"/>
                      <a:pt x="95" y="2806"/>
                    </a:cubicBezTo>
                    <a:cubicBezTo>
                      <a:pt x="96" y="2806"/>
                      <a:pt x="98" y="2805"/>
                      <a:pt x="99" y="2805"/>
                    </a:cubicBezTo>
                    <a:cubicBezTo>
                      <a:pt x="101" y="2805"/>
                      <a:pt x="103" y="2804"/>
                      <a:pt x="104" y="2804"/>
                    </a:cubicBezTo>
                    <a:cubicBezTo>
                      <a:pt x="106" y="2805"/>
                      <a:pt x="103" y="2807"/>
                      <a:pt x="102" y="2808"/>
                    </a:cubicBezTo>
                    <a:cubicBezTo>
                      <a:pt x="100" y="2810"/>
                      <a:pt x="98" y="2811"/>
                      <a:pt x="96" y="2812"/>
                    </a:cubicBezTo>
                    <a:cubicBezTo>
                      <a:pt x="95" y="2813"/>
                      <a:pt x="93" y="2814"/>
                      <a:pt x="92" y="2815"/>
                    </a:cubicBezTo>
                    <a:cubicBezTo>
                      <a:pt x="91" y="2816"/>
                      <a:pt x="91" y="2817"/>
                      <a:pt x="92" y="2818"/>
                    </a:cubicBezTo>
                    <a:cubicBezTo>
                      <a:pt x="93" y="2819"/>
                      <a:pt x="94" y="2821"/>
                      <a:pt x="94" y="2823"/>
                    </a:cubicBezTo>
                    <a:cubicBezTo>
                      <a:pt x="95" y="2824"/>
                      <a:pt x="95" y="2824"/>
                      <a:pt x="94" y="2825"/>
                    </a:cubicBezTo>
                    <a:cubicBezTo>
                      <a:pt x="94" y="2826"/>
                      <a:pt x="94" y="2827"/>
                      <a:pt x="95" y="2828"/>
                    </a:cubicBezTo>
                    <a:cubicBezTo>
                      <a:pt x="95" y="2828"/>
                      <a:pt x="95" y="2828"/>
                      <a:pt x="95" y="2828"/>
                    </a:cubicBezTo>
                    <a:cubicBezTo>
                      <a:pt x="95" y="2828"/>
                      <a:pt x="95" y="2828"/>
                      <a:pt x="95" y="2828"/>
                    </a:cubicBezTo>
                    <a:cubicBezTo>
                      <a:pt x="95" y="2828"/>
                      <a:pt x="95" y="2828"/>
                      <a:pt x="95" y="2828"/>
                    </a:cubicBezTo>
                    <a:cubicBezTo>
                      <a:pt x="95" y="2829"/>
                      <a:pt x="95" y="2829"/>
                      <a:pt x="95" y="2830"/>
                    </a:cubicBezTo>
                    <a:cubicBezTo>
                      <a:pt x="95" y="2830"/>
                      <a:pt x="95" y="2831"/>
                      <a:pt x="96" y="2831"/>
                    </a:cubicBezTo>
                    <a:cubicBezTo>
                      <a:pt x="96" y="2833"/>
                      <a:pt x="97" y="2834"/>
                      <a:pt x="97" y="2835"/>
                    </a:cubicBezTo>
                    <a:cubicBezTo>
                      <a:pt x="97" y="2837"/>
                      <a:pt x="98" y="2838"/>
                      <a:pt x="97" y="2839"/>
                    </a:cubicBezTo>
                    <a:cubicBezTo>
                      <a:pt x="97" y="2840"/>
                      <a:pt x="96" y="2841"/>
                      <a:pt x="96" y="2842"/>
                    </a:cubicBezTo>
                    <a:cubicBezTo>
                      <a:pt x="95" y="2844"/>
                      <a:pt x="94" y="2846"/>
                      <a:pt x="94" y="2847"/>
                    </a:cubicBezTo>
                    <a:cubicBezTo>
                      <a:pt x="93" y="2848"/>
                      <a:pt x="94" y="2849"/>
                      <a:pt x="93" y="2849"/>
                    </a:cubicBezTo>
                    <a:cubicBezTo>
                      <a:pt x="93" y="2850"/>
                      <a:pt x="93" y="2851"/>
                      <a:pt x="92" y="2852"/>
                    </a:cubicBezTo>
                    <a:cubicBezTo>
                      <a:pt x="92" y="2853"/>
                      <a:pt x="91" y="2853"/>
                      <a:pt x="91" y="2854"/>
                    </a:cubicBezTo>
                    <a:cubicBezTo>
                      <a:pt x="90" y="2855"/>
                      <a:pt x="89" y="2857"/>
                      <a:pt x="89" y="2859"/>
                    </a:cubicBezTo>
                    <a:cubicBezTo>
                      <a:pt x="89" y="2860"/>
                      <a:pt x="88" y="2862"/>
                      <a:pt x="88" y="2863"/>
                    </a:cubicBezTo>
                    <a:cubicBezTo>
                      <a:pt x="87" y="2864"/>
                      <a:pt x="86" y="2866"/>
                      <a:pt x="86" y="2867"/>
                    </a:cubicBezTo>
                    <a:cubicBezTo>
                      <a:pt x="85" y="2868"/>
                      <a:pt x="85" y="2868"/>
                      <a:pt x="84" y="2868"/>
                    </a:cubicBezTo>
                    <a:cubicBezTo>
                      <a:pt x="84" y="2869"/>
                      <a:pt x="84" y="2870"/>
                      <a:pt x="84" y="2871"/>
                    </a:cubicBezTo>
                    <a:cubicBezTo>
                      <a:pt x="84" y="2873"/>
                      <a:pt x="84" y="2874"/>
                      <a:pt x="84" y="2876"/>
                    </a:cubicBezTo>
                    <a:cubicBezTo>
                      <a:pt x="84" y="2877"/>
                      <a:pt x="83" y="2878"/>
                      <a:pt x="83" y="2879"/>
                    </a:cubicBezTo>
                    <a:cubicBezTo>
                      <a:pt x="83" y="2882"/>
                      <a:pt x="83" y="2886"/>
                      <a:pt x="83" y="2889"/>
                    </a:cubicBezTo>
                    <a:cubicBezTo>
                      <a:pt x="83" y="2892"/>
                      <a:pt x="83" y="2894"/>
                      <a:pt x="81" y="2896"/>
                    </a:cubicBezTo>
                    <a:cubicBezTo>
                      <a:pt x="79" y="2898"/>
                      <a:pt x="78" y="2900"/>
                      <a:pt x="78" y="2902"/>
                    </a:cubicBezTo>
                    <a:cubicBezTo>
                      <a:pt x="79" y="2904"/>
                      <a:pt x="81" y="2906"/>
                      <a:pt x="80" y="2908"/>
                    </a:cubicBezTo>
                    <a:cubicBezTo>
                      <a:pt x="80" y="2910"/>
                      <a:pt x="76" y="2911"/>
                      <a:pt x="74" y="2913"/>
                    </a:cubicBezTo>
                    <a:cubicBezTo>
                      <a:pt x="73" y="2915"/>
                      <a:pt x="73" y="2917"/>
                      <a:pt x="70" y="2918"/>
                    </a:cubicBezTo>
                    <a:cubicBezTo>
                      <a:pt x="68" y="2919"/>
                      <a:pt x="66" y="2920"/>
                      <a:pt x="65" y="2923"/>
                    </a:cubicBezTo>
                    <a:cubicBezTo>
                      <a:pt x="63" y="2925"/>
                      <a:pt x="63" y="2927"/>
                      <a:pt x="64" y="2929"/>
                    </a:cubicBezTo>
                    <a:cubicBezTo>
                      <a:pt x="64" y="2932"/>
                      <a:pt x="65" y="2934"/>
                      <a:pt x="68" y="2936"/>
                    </a:cubicBezTo>
                    <a:cubicBezTo>
                      <a:pt x="69" y="2937"/>
                      <a:pt x="71" y="2939"/>
                      <a:pt x="73" y="2939"/>
                    </a:cubicBezTo>
                    <a:cubicBezTo>
                      <a:pt x="76" y="2941"/>
                      <a:pt x="79" y="2940"/>
                      <a:pt x="82" y="2940"/>
                    </a:cubicBezTo>
                    <a:cubicBezTo>
                      <a:pt x="84" y="2939"/>
                      <a:pt x="86" y="2939"/>
                      <a:pt x="88" y="2939"/>
                    </a:cubicBezTo>
                    <a:cubicBezTo>
                      <a:pt x="90" y="2938"/>
                      <a:pt x="91" y="2938"/>
                      <a:pt x="93" y="2938"/>
                    </a:cubicBezTo>
                    <a:cubicBezTo>
                      <a:pt x="94" y="2938"/>
                      <a:pt x="94" y="2937"/>
                      <a:pt x="95" y="2937"/>
                    </a:cubicBezTo>
                    <a:cubicBezTo>
                      <a:pt x="96" y="2937"/>
                      <a:pt x="96" y="2936"/>
                      <a:pt x="97" y="2936"/>
                    </a:cubicBezTo>
                    <a:cubicBezTo>
                      <a:pt x="99" y="2935"/>
                      <a:pt x="101" y="2934"/>
                      <a:pt x="102" y="2933"/>
                    </a:cubicBezTo>
                    <a:cubicBezTo>
                      <a:pt x="104" y="2933"/>
                      <a:pt x="105" y="2931"/>
                      <a:pt x="107" y="2930"/>
                    </a:cubicBezTo>
                    <a:cubicBezTo>
                      <a:pt x="108" y="2929"/>
                      <a:pt x="110" y="2928"/>
                      <a:pt x="112" y="2927"/>
                    </a:cubicBezTo>
                    <a:cubicBezTo>
                      <a:pt x="115" y="2925"/>
                      <a:pt x="117" y="2922"/>
                      <a:pt x="119" y="2919"/>
                    </a:cubicBezTo>
                    <a:cubicBezTo>
                      <a:pt x="123" y="2913"/>
                      <a:pt x="125" y="2907"/>
                      <a:pt x="128" y="2901"/>
                    </a:cubicBezTo>
                    <a:cubicBezTo>
                      <a:pt x="131" y="2895"/>
                      <a:pt x="136" y="2889"/>
                      <a:pt x="136" y="2882"/>
                    </a:cubicBezTo>
                    <a:cubicBezTo>
                      <a:pt x="137" y="2874"/>
                      <a:pt x="134" y="2866"/>
                      <a:pt x="135" y="2858"/>
                    </a:cubicBezTo>
                    <a:cubicBezTo>
                      <a:pt x="137" y="2851"/>
                      <a:pt x="138" y="2844"/>
                      <a:pt x="143" y="2839"/>
                    </a:cubicBezTo>
                    <a:cubicBezTo>
                      <a:pt x="145" y="2837"/>
                      <a:pt x="149" y="2835"/>
                      <a:pt x="151" y="2832"/>
                    </a:cubicBezTo>
                    <a:cubicBezTo>
                      <a:pt x="152" y="2831"/>
                      <a:pt x="153" y="2830"/>
                      <a:pt x="154" y="2828"/>
                    </a:cubicBezTo>
                    <a:cubicBezTo>
                      <a:pt x="154" y="2826"/>
                      <a:pt x="155" y="2825"/>
                      <a:pt x="155" y="2823"/>
                    </a:cubicBezTo>
                    <a:cubicBezTo>
                      <a:pt x="156" y="2822"/>
                      <a:pt x="157" y="2821"/>
                      <a:pt x="157" y="2821"/>
                    </a:cubicBezTo>
                    <a:cubicBezTo>
                      <a:pt x="158" y="2820"/>
                      <a:pt x="158" y="2820"/>
                      <a:pt x="159" y="2820"/>
                    </a:cubicBezTo>
                    <a:cubicBezTo>
                      <a:pt x="159" y="2819"/>
                      <a:pt x="160" y="2819"/>
                      <a:pt x="160" y="2819"/>
                    </a:cubicBezTo>
                    <a:cubicBezTo>
                      <a:pt x="161" y="2819"/>
                      <a:pt x="161" y="2818"/>
                      <a:pt x="162" y="2818"/>
                    </a:cubicBezTo>
                    <a:cubicBezTo>
                      <a:pt x="162" y="2818"/>
                      <a:pt x="163" y="2817"/>
                      <a:pt x="163" y="2817"/>
                    </a:cubicBezTo>
                    <a:cubicBezTo>
                      <a:pt x="164" y="2817"/>
                      <a:pt x="165" y="2816"/>
                      <a:pt x="166" y="2816"/>
                    </a:cubicBezTo>
                    <a:cubicBezTo>
                      <a:pt x="166" y="2815"/>
                      <a:pt x="167" y="2815"/>
                      <a:pt x="167" y="2815"/>
                    </a:cubicBezTo>
                    <a:cubicBezTo>
                      <a:pt x="167" y="2814"/>
                      <a:pt x="169" y="2813"/>
                      <a:pt x="169" y="2813"/>
                    </a:cubicBezTo>
                    <a:cubicBezTo>
                      <a:pt x="170" y="2813"/>
                      <a:pt x="170" y="2813"/>
                      <a:pt x="170" y="2813"/>
                    </a:cubicBezTo>
                    <a:cubicBezTo>
                      <a:pt x="173" y="2809"/>
                      <a:pt x="175" y="2805"/>
                      <a:pt x="173" y="2800"/>
                    </a:cubicBezTo>
                    <a:cubicBezTo>
                      <a:pt x="172" y="2797"/>
                      <a:pt x="170" y="2796"/>
                      <a:pt x="168" y="2793"/>
                    </a:cubicBezTo>
                    <a:cubicBezTo>
                      <a:pt x="167" y="2791"/>
                      <a:pt x="167" y="2789"/>
                      <a:pt x="168" y="2787"/>
                    </a:cubicBezTo>
                    <a:cubicBezTo>
                      <a:pt x="169" y="2782"/>
                      <a:pt x="170" y="2778"/>
                      <a:pt x="175" y="2776"/>
                    </a:cubicBezTo>
                    <a:cubicBezTo>
                      <a:pt x="178" y="2775"/>
                      <a:pt x="180" y="2774"/>
                      <a:pt x="183" y="2772"/>
                    </a:cubicBezTo>
                    <a:cubicBezTo>
                      <a:pt x="185" y="2771"/>
                      <a:pt x="187" y="2769"/>
                      <a:pt x="190" y="2767"/>
                    </a:cubicBezTo>
                    <a:cubicBezTo>
                      <a:pt x="193" y="2765"/>
                      <a:pt x="196" y="2762"/>
                      <a:pt x="198" y="2759"/>
                    </a:cubicBezTo>
                    <a:cubicBezTo>
                      <a:pt x="201" y="2756"/>
                      <a:pt x="203" y="2752"/>
                      <a:pt x="204" y="2748"/>
                    </a:cubicBezTo>
                    <a:cubicBezTo>
                      <a:pt x="205" y="2744"/>
                      <a:pt x="206" y="2741"/>
                      <a:pt x="209" y="2739"/>
                    </a:cubicBezTo>
                    <a:cubicBezTo>
                      <a:pt x="211" y="2736"/>
                      <a:pt x="214" y="2734"/>
                      <a:pt x="217" y="2731"/>
                    </a:cubicBezTo>
                    <a:cubicBezTo>
                      <a:pt x="218" y="2729"/>
                      <a:pt x="219" y="2726"/>
                      <a:pt x="217" y="2725"/>
                    </a:cubicBezTo>
                    <a:cubicBezTo>
                      <a:pt x="215" y="2724"/>
                      <a:pt x="212" y="2725"/>
                      <a:pt x="210" y="2724"/>
                    </a:cubicBezTo>
                    <a:cubicBezTo>
                      <a:pt x="207" y="2724"/>
                      <a:pt x="206" y="2721"/>
                      <a:pt x="205" y="2718"/>
                    </a:cubicBezTo>
                    <a:cubicBezTo>
                      <a:pt x="204" y="2715"/>
                      <a:pt x="203" y="2713"/>
                      <a:pt x="202" y="2710"/>
                    </a:cubicBezTo>
                    <a:cubicBezTo>
                      <a:pt x="201" y="2706"/>
                      <a:pt x="201" y="2702"/>
                      <a:pt x="201" y="2698"/>
                    </a:cubicBezTo>
                    <a:cubicBezTo>
                      <a:pt x="201" y="2696"/>
                      <a:pt x="201" y="2693"/>
                      <a:pt x="201" y="2690"/>
                    </a:cubicBezTo>
                    <a:cubicBezTo>
                      <a:pt x="201" y="2689"/>
                      <a:pt x="201" y="2687"/>
                      <a:pt x="200" y="2686"/>
                    </a:cubicBezTo>
                    <a:cubicBezTo>
                      <a:pt x="199" y="2684"/>
                      <a:pt x="197" y="2689"/>
                      <a:pt x="196" y="2690"/>
                    </a:cubicBezTo>
                    <a:cubicBezTo>
                      <a:pt x="194" y="2693"/>
                      <a:pt x="192" y="2694"/>
                      <a:pt x="190" y="2691"/>
                    </a:cubicBezTo>
                    <a:cubicBezTo>
                      <a:pt x="188" y="2687"/>
                      <a:pt x="186" y="2680"/>
                      <a:pt x="186" y="2675"/>
                    </a:cubicBezTo>
                    <a:cubicBezTo>
                      <a:pt x="187" y="2671"/>
                      <a:pt x="189" y="2671"/>
                      <a:pt x="193" y="2672"/>
                    </a:cubicBezTo>
                    <a:cubicBezTo>
                      <a:pt x="195" y="2673"/>
                      <a:pt x="198" y="2675"/>
                      <a:pt x="199" y="2671"/>
                    </a:cubicBezTo>
                    <a:cubicBezTo>
                      <a:pt x="200" y="2667"/>
                      <a:pt x="198" y="2662"/>
                      <a:pt x="199" y="2658"/>
                    </a:cubicBezTo>
                    <a:cubicBezTo>
                      <a:pt x="200" y="2653"/>
                      <a:pt x="203" y="2658"/>
                      <a:pt x="204" y="2660"/>
                    </a:cubicBezTo>
                    <a:cubicBezTo>
                      <a:pt x="205" y="2666"/>
                      <a:pt x="205" y="2671"/>
                      <a:pt x="205" y="2677"/>
                    </a:cubicBezTo>
                    <a:cubicBezTo>
                      <a:pt x="206" y="2679"/>
                      <a:pt x="206" y="2682"/>
                      <a:pt x="209" y="2680"/>
                    </a:cubicBezTo>
                    <a:cubicBezTo>
                      <a:pt x="212" y="2679"/>
                      <a:pt x="214" y="2677"/>
                      <a:pt x="214" y="2675"/>
                    </a:cubicBezTo>
                    <a:cubicBezTo>
                      <a:pt x="215" y="2673"/>
                      <a:pt x="215" y="2670"/>
                      <a:pt x="215" y="2668"/>
                    </a:cubicBezTo>
                    <a:cubicBezTo>
                      <a:pt x="216" y="2665"/>
                      <a:pt x="217" y="2663"/>
                      <a:pt x="219" y="2661"/>
                    </a:cubicBezTo>
                    <a:cubicBezTo>
                      <a:pt x="222" y="2656"/>
                      <a:pt x="224" y="2649"/>
                      <a:pt x="227" y="2643"/>
                    </a:cubicBezTo>
                    <a:cubicBezTo>
                      <a:pt x="230" y="2637"/>
                      <a:pt x="228" y="2631"/>
                      <a:pt x="230" y="2625"/>
                    </a:cubicBezTo>
                    <a:cubicBezTo>
                      <a:pt x="231" y="2622"/>
                      <a:pt x="232" y="2620"/>
                      <a:pt x="235" y="2621"/>
                    </a:cubicBezTo>
                    <a:cubicBezTo>
                      <a:pt x="237" y="2623"/>
                      <a:pt x="239" y="2626"/>
                      <a:pt x="241" y="2627"/>
                    </a:cubicBezTo>
                    <a:cubicBezTo>
                      <a:pt x="247" y="2630"/>
                      <a:pt x="249" y="2623"/>
                      <a:pt x="252" y="2620"/>
                    </a:cubicBezTo>
                    <a:cubicBezTo>
                      <a:pt x="253" y="2618"/>
                      <a:pt x="255" y="2617"/>
                      <a:pt x="257" y="2615"/>
                    </a:cubicBezTo>
                    <a:cubicBezTo>
                      <a:pt x="258" y="2613"/>
                      <a:pt x="259" y="2611"/>
                      <a:pt x="259" y="2609"/>
                    </a:cubicBezTo>
                    <a:cubicBezTo>
                      <a:pt x="260" y="2605"/>
                      <a:pt x="261" y="2601"/>
                      <a:pt x="263" y="2598"/>
                    </a:cubicBezTo>
                    <a:cubicBezTo>
                      <a:pt x="265" y="2596"/>
                      <a:pt x="267" y="2594"/>
                      <a:pt x="267" y="2598"/>
                    </a:cubicBezTo>
                    <a:cubicBezTo>
                      <a:pt x="267" y="2604"/>
                      <a:pt x="260" y="2613"/>
                      <a:pt x="267" y="2618"/>
                    </a:cubicBezTo>
                    <a:cubicBezTo>
                      <a:pt x="269" y="2620"/>
                      <a:pt x="272" y="2621"/>
                      <a:pt x="274" y="2622"/>
                    </a:cubicBezTo>
                    <a:cubicBezTo>
                      <a:pt x="277" y="2624"/>
                      <a:pt x="280" y="2625"/>
                      <a:pt x="282" y="2626"/>
                    </a:cubicBezTo>
                    <a:cubicBezTo>
                      <a:pt x="285" y="2628"/>
                      <a:pt x="288" y="2629"/>
                      <a:pt x="290" y="2632"/>
                    </a:cubicBezTo>
                    <a:cubicBezTo>
                      <a:pt x="292" y="2634"/>
                      <a:pt x="293" y="2638"/>
                      <a:pt x="294" y="2641"/>
                    </a:cubicBezTo>
                    <a:cubicBezTo>
                      <a:pt x="295" y="2648"/>
                      <a:pt x="297" y="2655"/>
                      <a:pt x="301" y="2661"/>
                    </a:cubicBezTo>
                    <a:cubicBezTo>
                      <a:pt x="304" y="2665"/>
                      <a:pt x="311" y="2670"/>
                      <a:pt x="315" y="2665"/>
                    </a:cubicBezTo>
                    <a:cubicBezTo>
                      <a:pt x="316" y="2663"/>
                      <a:pt x="317" y="2660"/>
                      <a:pt x="317" y="2658"/>
                    </a:cubicBezTo>
                    <a:cubicBezTo>
                      <a:pt x="317" y="2654"/>
                      <a:pt x="317" y="2650"/>
                      <a:pt x="317" y="2647"/>
                    </a:cubicBezTo>
                    <a:cubicBezTo>
                      <a:pt x="316" y="2638"/>
                      <a:pt x="315" y="2631"/>
                      <a:pt x="313" y="2623"/>
                    </a:cubicBezTo>
                    <a:cubicBezTo>
                      <a:pt x="311" y="2615"/>
                      <a:pt x="310" y="2608"/>
                      <a:pt x="306" y="2600"/>
                    </a:cubicBezTo>
                    <a:cubicBezTo>
                      <a:pt x="305" y="2598"/>
                      <a:pt x="304" y="2595"/>
                      <a:pt x="303" y="2592"/>
                    </a:cubicBezTo>
                    <a:cubicBezTo>
                      <a:pt x="303" y="2589"/>
                      <a:pt x="302" y="2585"/>
                      <a:pt x="299" y="2583"/>
                    </a:cubicBezTo>
                    <a:cubicBezTo>
                      <a:pt x="295" y="2581"/>
                      <a:pt x="286" y="2586"/>
                      <a:pt x="286" y="2579"/>
                    </a:cubicBezTo>
                    <a:cubicBezTo>
                      <a:pt x="286" y="2572"/>
                      <a:pt x="296" y="2575"/>
                      <a:pt x="300" y="2573"/>
                    </a:cubicBezTo>
                    <a:cubicBezTo>
                      <a:pt x="303" y="2572"/>
                      <a:pt x="304" y="2569"/>
                      <a:pt x="306" y="2567"/>
                    </a:cubicBezTo>
                    <a:cubicBezTo>
                      <a:pt x="309" y="2564"/>
                      <a:pt x="312" y="2565"/>
                      <a:pt x="316" y="2565"/>
                    </a:cubicBezTo>
                    <a:cubicBezTo>
                      <a:pt x="317" y="2565"/>
                      <a:pt x="324" y="2566"/>
                      <a:pt x="325" y="2565"/>
                    </a:cubicBezTo>
                    <a:cubicBezTo>
                      <a:pt x="326" y="2563"/>
                      <a:pt x="322" y="2560"/>
                      <a:pt x="321" y="2559"/>
                    </a:cubicBezTo>
                    <a:cubicBezTo>
                      <a:pt x="319" y="2557"/>
                      <a:pt x="318" y="2554"/>
                      <a:pt x="320" y="2551"/>
                    </a:cubicBezTo>
                    <a:cubicBezTo>
                      <a:pt x="322" y="2549"/>
                      <a:pt x="326" y="2548"/>
                      <a:pt x="328" y="2547"/>
                    </a:cubicBezTo>
                    <a:cubicBezTo>
                      <a:pt x="333" y="2545"/>
                      <a:pt x="340" y="2540"/>
                      <a:pt x="344" y="2545"/>
                    </a:cubicBezTo>
                    <a:cubicBezTo>
                      <a:pt x="345" y="2548"/>
                      <a:pt x="346" y="2552"/>
                      <a:pt x="347" y="2555"/>
                    </a:cubicBezTo>
                    <a:cubicBezTo>
                      <a:pt x="349" y="2557"/>
                      <a:pt x="351" y="2558"/>
                      <a:pt x="353" y="2559"/>
                    </a:cubicBezTo>
                    <a:cubicBezTo>
                      <a:pt x="355" y="2560"/>
                      <a:pt x="357" y="2562"/>
                      <a:pt x="358" y="2565"/>
                    </a:cubicBezTo>
                    <a:cubicBezTo>
                      <a:pt x="359" y="2567"/>
                      <a:pt x="361" y="2569"/>
                      <a:pt x="364" y="2568"/>
                    </a:cubicBezTo>
                    <a:cubicBezTo>
                      <a:pt x="367" y="2567"/>
                      <a:pt x="369" y="2564"/>
                      <a:pt x="369" y="2561"/>
                    </a:cubicBezTo>
                    <a:cubicBezTo>
                      <a:pt x="368" y="2558"/>
                      <a:pt x="364" y="2556"/>
                      <a:pt x="362" y="2555"/>
                    </a:cubicBezTo>
                    <a:cubicBezTo>
                      <a:pt x="359" y="2553"/>
                      <a:pt x="355" y="2550"/>
                      <a:pt x="354" y="2546"/>
                    </a:cubicBezTo>
                    <a:cubicBezTo>
                      <a:pt x="353" y="2544"/>
                      <a:pt x="352" y="2540"/>
                      <a:pt x="354" y="2538"/>
                    </a:cubicBezTo>
                    <a:cubicBezTo>
                      <a:pt x="356" y="2536"/>
                      <a:pt x="358" y="2537"/>
                      <a:pt x="359" y="2538"/>
                    </a:cubicBezTo>
                    <a:cubicBezTo>
                      <a:pt x="361" y="2540"/>
                      <a:pt x="362" y="2543"/>
                      <a:pt x="362" y="2545"/>
                    </a:cubicBezTo>
                    <a:cubicBezTo>
                      <a:pt x="364" y="2546"/>
                      <a:pt x="366" y="2545"/>
                      <a:pt x="368" y="2544"/>
                    </a:cubicBezTo>
                    <a:cubicBezTo>
                      <a:pt x="370" y="2543"/>
                      <a:pt x="372" y="2542"/>
                      <a:pt x="374" y="2543"/>
                    </a:cubicBezTo>
                    <a:cubicBezTo>
                      <a:pt x="376" y="2545"/>
                      <a:pt x="373" y="2546"/>
                      <a:pt x="373" y="2546"/>
                    </a:cubicBezTo>
                    <a:cubicBezTo>
                      <a:pt x="371" y="2548"/>
                      <a:pt x="372" y="2550"/>
                      <a:pt x="373" y="2551"/>
                    </a:cubicBezTo>
                    <a:cubicBezTo>
                      <a:pt x="378" y="2555"/>
                      <a:pt x="378" y="2547"/>
                      <a:pt x="379" y="2544"/>
                    </a:cubicBezTo>
                    <a:cubicBezTo>
                      <a:pt x="379" y="2542"/>
                      <a:pt x="380" y="2541"/>
                      <a:pt x="382" y="2539"/>
                    </a:cubicBezTo>
                    <a:cubicBezTo>
                      <a:pt x="383" y="2537"/>
                      <a:pt x="384" y="2536"/>
                      <a:pt x="386" y="2539"/>
                    </a:cubicBezTo>
                    <a:cubicBezTo>
                      <a:pt x="387" y="2540"/>
                      <a:pt x="386" y="2542"/>
                      <a:pt x="389" y="2542"/>
                    </a:cubicBezTo>
                    <a:cubicBezTo>
                      <a:pt x="391" y="2543"/>
                      <a:pt x="392" y="2543"/>
                      <a:pt x="394" y="2544"/>
                    </a:cubicBezTo>
                    <a:cubicBezTo>
                      <a:pt x="396" y="2545"/>
                      <a:pt x="396" y="2547"/>
                      <a:pt x="396" y="2549"/>
                    </a:cubicBezTo>
                    <a:cubicBezTo>
                      <a:pt x="396" y="2551"/>
                      <a:pt x="395" y="2553"/>
                      <a:pt x="395" y="2555"/>
                    </a:cubicBezTo>
                    <a:cubicBezTo>
                      <a:pt x="394" y="2557"/>
                      <a:pt x="392" y="2558"/>
                      <a:pt x="393" y="2560"/>
                    </a:cubicBezTo>
                    <a:cubicBezTo>
                      <a:pt x="394" y="2561"/>
                      <a:pt x="396" y="2564"/>
                      <a:pt x="397" y="2564"/>
                    </a:cubicBezTo>
                    <a:cubicBezTo>
                      <a:pt x="398" y="2564"/>
                      <a:pt x="399" y="2562"/>
                      <a:pt x="399" y="2561"/>
                    </a:cubicBezTo>
                    <a:cubicBezTo>
                      <a:pt x="399" y="2559"/>
                      <a:pt x="399" y="2556"/>
                      <a:pt x="400" y="2554"/>
                    </a:cubicBezTo>
                    <a:cubicBezTo>
                      <a:pt x="401" y="2553"/>
                      <a:pt x="403" y="2554"/>
                      <a:pt x="404" y="2554"/>
                    </a:cubicBezTo>
                    <a:cubicBezTo>
                      <a:pt x="406" y="2554"/>
                      <a:pt x="408" y="2554"/>
                      <a:pt x="409" y="2556"/>
                    </a:cubicBezTo>
                    <a:cubicBezTo>
                      <a:pt x="412" y="2558"/>
                      <a:pt x="413" y="2562"/>
                      <a:pt x="414" y="2565"/>
                    </a:cubicBezTo>
                    <a:cubicBezTo>
                      <a:pt x="416" y="2566"/>
                      <a:pt x="421" y="2566"/>
                      <a:pt x="422" y="2562"/>
                    </a:cubicBezTo>
                    <a:cubicBezTo>
                      <a:pt x="422" y="2560"/>
                      <a:pt x="421" y="2555"/>
                      <a:pt x="423" y="2554"/>
                    </a:cubicBezTo>
                    <a:cubicBezTo>
                      <a:pt x="425" y="2556"/>
                      <a:pt x="425" y="2558"/>
                      <a:pt x="426" y="2561"/>
                    </a:cubicBezTo>
                    <a:cubicBezTo>
                      <a:pt x="426" y="2563"/>
                      <a:pt x="426" y="2566"/>
                      <a:pt x="427" y="2568"/>
                    </a:cubicBezTo>
                    <a:cubicBezTo>
                      <a:pt x="429" y="2569"/>
                      <a:pt x="431" y="2568"/>
                      <a:pt x="433" y="2567"/>
                    </a:cubicBezTo>
                    <a:cubicBezTo>
                      <a:pt x="435" y="2566"/>
                      <a:pt x="434" y="2562"/>
                      <a:pt x="436" y="2561"/>
                    </a:cubicBezTo>
                    <a:cubicBezTo>
                      <a:pt x="438" y="2560"/>
                      <a:pt x="439" y="2563"/>
                      <a:pt x="439" y="2565"/>
                    </a:cubicBezTo>
                    <a:cubicBezTo>
                      <a:pt x="439" y="2567"/>
                      <a:pt x="439" y="2569"/>
                      <a:pt x="438" y="2571"/>
                    </a:cubicBezTo>
                    <a:cubicBezTo>
                      <a:pt x="437" y="2572"/>
                      <a:pt x="436" y="2574"/>
                      <a:pt x="437" y="2576"/>
                    </a:cubicBezTo>
                    <a:cubicBezTo>
                      <a:pt x="437" y="2577"/>
                      <a:pt x="438" y="2579"/>
                      <a:pt x="439" y="2580"/>
                    </a:cubicBezTo>
                    <a:cubicBezTo>
                      <a:pt x="440" y="2584"/>
                      <a:pt x="441" y="2588"/>
                      <a:pt x="441" y="2592"/>
                    </a:cubicBezTo>
                    <a:cubicBezTo>
                      <a:pt x="441" y="2595"/>
                      <a:pt x="439" y="2598"/>
                      <a:pt x="437" y="2601"/>
                    </a:cubicBezTo>
                    <a:cubicBezTo>
                      <a:pt x="436" y="2603"/>
                      <a:pt x="435" y="2605"/>
                      <a:pt x="434" y="2607"/>
                    </a:cubicBezTo>
                    <a:cubicBezTo>
                      <a:pt x="432" y="2609"/>
                      <a:pt x="430" y="2611"/>
                      <a:pt x="428" y="2613"/>
                    </a:cubicBezTo>
                    <a:cubicBezTo>
                      <a:pt x="426" y="2616"/>
                      <a:pt x="426" y="2619"/>
                      <a:pt x="425" y="2621"/>
                    </a:cubicBezTo>
                    <a:cubicBezTo>
                      <a:pt x="424" y="2623"/>
                      <a:pt x="424" y="2625"/>
                      <a:pt x="424" y="2627"/>
                    </a:cubicBezTo>
                    <a:cubicBezTo>
                      <a:pt x="424" y="2629"/>
                      <a:pt x="424" y="2631"/>
                      <a:pt x="425" y="2633"/>
                    </a:cubicBezTo>
                    <a:cubicBezTo>
                      <a:pt x="426" y="2634"/>
                      <a:pt x="427" y="2633"/>
                      <a:pt x="429" y="2633"/>
                    </a:cubicBezTo>
                    <a:cubicBezTo>
                      <a:pt x="431" y="2632"/>
                      <a:pt x="432" y="2631"/>
                      <a:pt x="433" y="2629"/>
                    </a:cubicBezTo>
                    <a:cubicBezTo>
                      <a:pt x="434" y="2627"/>
                      <a:pt x="435" y="2626"/>
                      <a:pt x="438" y="2626"/>
                    </a:cubicBezTo>
                    <a:cubicBezTo>
                      <a:pt x="438" y="2624"/>
                      <a:pt x="438" y="2623"/>
                      <a:pt x="439" y="2621"/>
                    </a:cubicBezTo>
                    <a:cubicBezTo>
                      <a:pt x="439" y="2619"/>
                      <a:pt x="440" y="2616"/>
                      <a:pt x="442" y="2617"/>
                    </a:cubicBezTo>
                    <a:cubicBezTo>
                      <a:pt x="443" y="2617"/>
                      <a:pt x="445" y="2621"/>
                      <a:pt x="445" y="2622"/>
                    </a:cubicBezTo>
                    <a:cubicBezTo>
                      <a:pt x="446" y="2626"/>
                      <a:pt x="446" y="2631"/>
                      <a:pt x="451" y="2633"/>
                    </a:cubicBezTo>
                    <a:cubicBezTo>
                      <a:pt x="453" y="2633"/>
                      <a:pt x="455" y="2633"/>
                      <a:pt x="457" y="2634"/>
                    </a:cubicBezTo>
                    <a:cubicBezTo>
                      <a:pt x="458" y="2635"/>
                      <a:pt x="460" y="2636"/>
                      <a:pt x="462" y="2636"/>
                    </a:cubicBezTo>
                    <a:cubicBezTo>
                      <a:pt x="464" y="2636"/>
                      <a:pt x="466" y="2634"/>
                      <a:pt x="467" y="2633"/>
                    </a:cubicBezTo>
                    <a:cubicBezTo>
                      <a:pt x="469" y="2631"/>
                      <a:pt x="470" y="2630"/>
                      <a:pt x="472" y="2630"/>
                    </a:cubicBezTo>
                    <a:cubicBezTo>
                      <a:pt x="477" y="2630"/>
                      <a:pt x="477" y="2635"/>
                      <a:pt x="477" y="2638"/>
                    </a:cubicBezTo>
                    <a:cubicBezTo>
                      <a:pt x="477" y="2641"/>
                      <a:pt x="477" y="2643"/>
                      <a:pt x="477" y="2646"/>
                    </a:cubicBezTo>
                    <a:cubicBezTo>
                      <a:pt x="476" y="2648"/>
                      <a:pt x="475" y="2651"/>
                      <a:pt x="476" y="2653"/>
                    </a:cubicBezTo>
                    <a:cubicBezTo>
                      <a:pt x="477" y="2657"/>
                      <a:pt x="486" y="2661"/>
                      <a:pt x="483" y="2665"/>
                    </a:cubicBezTo>
                    <a:cubicBezTo>
                      <a:pt x="481" y="2669"/>
                      <a:pt x="475" y="2667"/>
                      <a:pt x="472" y="2668"/>
                    </a:cubicBezTo>
                    <a:cubicBezTo>
                      <a:pt x="468" y="2670"/>
                      <a:pt x="465" y="2675"/>
                      <a:pt x="460" y="2672"/>
                    </a:cubicBezTo>
                    <a:cubicBezTo>
                      <a:pt x="456" y="2669"/>
                      <a:pt x="459" y="2665"/>
                      <a:pt x="459" y="2661"/>
                    </a:cubicBezTo>
                    <a:cubicBezTo>
                      <a:pt x="459" y="2659"/>
                      <a:pt x="458" y="2657"/>
                      <a:pt x="455" y="2656"/>
                    </a:cubicBezTo>
                    <a:cubicBezTo>
                      <a:pt x="453" y="2656"/>
                      <a:pt x="451" y="2657"/>
                      <a:pt x="448" y="2657"/>
                    </a:cubicBezTo>
                    <a:cubicBezTo>
                      <a:pt x="447" y="2657"/>
                      <a:pt x="444" y="2657"/>
                      <a:pt x="445" y="2655"/>
                    </a:cubicBezTo>
                    <a:cubicBezTo>
                      <a:pt x="445" y="2652"/>
                      <a:pt x="448" y="2651"/>
                      <a:pt x="450" y="2651"/>
                    </a:cubicBezTo>
                    <a:cubicBezTo>
                      <a:pt x="454" y="2650"/>
                      <a:pt x="459" y="2650"/>
                      <a:pt x="461" y="2647"/>
                    </a:cubicBezTo>
                    <a:cubicBezTo>
                      <a:pt x="464" y="2643"/>
                      <a:pt x="461" y="2640"/>
                      <a:pt x="458" y="2639"/>
                    </a:cubicBezTo>
                    <a:cubicBezTo>
                      <a:pt x="454" y="2638"/>
                      <a:pt x="450" y="2638"/>
                      <a:pt x="447" y="2641"/>
                    </a:cubicBezTo>
                    <a:cubicBezTo>
                      <a:pt x="444" y="2643"/>
                      <a:pt x="441" y="2647"/>
                      <a:pt x="437" y="2646"/>
                    </a:cubicBezTo>
                    <a:cubicBezTo>
                      <a:pt x="434" y="2646"/>
                      <a:pt x="432" y="2645"/>
                      <a:pt x="430" y="2646"/>
                    </a:cubicBezTo>
                    <a:cubicBezTo>
                      <a:pt x="427" y="2647"/>
                      <a:pt x="426" y="2648"/>
                      <a:pt x="425" y="2651"/>
                    </a:cubicBezTo>
                    <a:cubicBezTo>
                      <a:pt x="424" y="2655"/>
                      <a:pt x="429" y="2658"/>
                      <a:pt x="431" y="2662"/>
                    </a:cubicBezTo>
                    <a:cubicBezTo>
                      <a:pt x="432" y="2664"/>
                      <a:pt x="432" y="2665"/>
                      <a:pt x="431" y="2667"/>
                    </a:cubicBezTo>
                    <a:cubicBezTo>
                      <a:pt x="431" y="2669"/>
                      <a:pt x="430" y="2672"/>
                      <a:pt x="428" y="2674"/>
                    </a:cubicBezTo>
                    <a:cubicBezTo>
                      <a:pt x="427" y="2675"/>
                      <a:pt x="426" y="2673"/>
                      <a:pt x="424" y="2674"/>
                    </a:cubicBezTo>
                    <a:cubicBezTo>
                      <a:pt x="423" y="2675"/>
                      <a:pt x="423" y="2677"/>
                      <a:pt x="423" y="2678"/>
                    </a:cubicBezTo>
                    <a:cubicBezTo>
                      <a:pt x="422" y="2683"/>
                      <a:pt x="423" y="2689"/>
                      <a:pt x="418" y="2692"/>
                    </a:cubicBezTo>
                    <a:cubicBezTo>
                      <a:pt x="417" y="2693"/>
                      <a:pt x="416" y="2694"/>
                      <a:pt x="415" y="2694"/>
                    </a:cubicBezTo>
                    <a:cubicBezTo>
                      <a:pt x="414" y="2695"/>
                      <a:pt x="413" y="2695"/>
                      <a:pt x="412" y="2696"/>
                    </a:cubicBezTo>
                    <a:cubicBezTo>
                      <a:pt x="412" y="2696"/>
                      <a:pt x="410" y="2698"/>
                      <a:pt x="410" y="2698"/>
                    </a:cubicBezTo>
                    <a:cubicBezTo>
                      <a:pt x="409" y="2700"/>
                      <a:pt x="412" y="2703"/>
                      <a:pt x="412" y="2705"/>
                    </a:cubicBezTo>
                    <a:cubicBezTo>
                      <a:pt x="412" y="2705"/>
                      <a:pt x="412" y="2707"/>
                      <a:pt x="411" y="2708"/>
                    </a:cubicBezTo>
                    <a:cubicBezTo>
                      <a:pt x="411" y="2709"/>
                      <a:pt x="409" y="2709"/>
                      <a:pt x="408" y="2709"/>
                    </a:cubicBezTo>
                    <a:cubicBezTo>
                      <a:pt x="406" y="2710"/>
                      <a:pt x="404" y="2711"/>
                      <a:pt x="401" y="2712"/>
                    </a:cubicBezTo>
                    <a:cubicBezTo>
                      <a:pt x="399" y="2713"/>
                      <a:pt x="396" y="2714"/>
                      <a:pt x="393" y="2714"/>
                    </a:cubicBezTo>
                    <a:cubicBezTo>
                      <a:pt x="391" y="2715"/>
                      <a:pt x="389" y="2716"/>
                      <a:pt x="387" y="2717"/>
                    </a:cubicBezTo>
                    <a:cubicBezTo>
                      <a:pt x="386" y="2718"/>
                      <a:pt x="386" y="2719"/>
                      <a:pt x="385" y="2720"/>
                    </a:cubicBezTo>
                    <a:cubicBezTo>
                      <a:pt x="385" y="2721"/>
                      <a:pt x="385" y="2723"/>
                      <a:pt x="384" y="2724"/>
                    </a:cubicBezTo>
                    <a:cubicBezTo>
                      <a:pt x="384" y="2725"/>
                      <a:pt x="381" y="2727"/>
                      <a:pt x="379" y="2727"/>
                    </a:cubicBezTo>
                    <a:cubicBezTo>
                      <a:pt x="377" y="2727"/>
                      <a:pt x="375" y="2726"/>
                      <a:pt x="373" y="2725"/>
                    </a:cubicBezTo>
                    <a:cubicBezTo>
                      <a:pt x="372" y="2723"/>
                      <a:pt x="372" y="2720"/>
                      <a:pt x="370" y="2720"/>
                    </a:cubicBezTo>
                    <a:cubicBezTo>
                      <a:pt x="367" y="2719"/>
                      <a:pt x="364" y="2721"/>
                      <a:pt x="363" y="2723"/>
                    </a:cubicBezTo>
                    <a:cubicBezTo>
                      <a:pt x="362" y="2725"/>
                      <a:pt x="361" y="2728"/>
                      <a:pt x="358" y="2729"/>
                    </a:cubicBezTo>
                    <a:cubicBezTo>
                      <a:pt x="355" y="2729"/>
                      <a:pt x="352" y="2729"/>
                      <a:pt x="349" y="2729"/>
                    </a:cubicBezTo>
                    <a:cubicBezTo>
                      <a:pt x="346" y="2729"/>
                      <a:pt x="344" y="2729"/>
                      <a:pt x="342" y="2730"/>
                    </a:cubicBezTo>
                    <a:cubicBezTo>
                      <a:pt x="341" y="2731"/>
                      <a:pt x="339" y="2731"/>
                      <a:pt x="339" y="2732"/>
                    </a:cubicBezTo>
                    <a:cubicBezTo>
                      <a:pt x="338" y="2733"/>
                      <a:pt x="338" y="2734"/>
                      <a:pt x="337" y="2735"/>
                    </a:cubicBezTo>
                    <a:cubicBezTo>
                      <a:pt x="335" y="2736"/>
                      <a:pt x="332" y="2736"/>
                      <a:pt x="330" y="2737"/>
                    </a:cubicBezTo>
                    <a:cubicBezTo>
                      <a:pt x="329" y="2738"/>
                      <a:pt x="328" y="2739"/>
                      <a:pt x="327" y="2740"/>
                    </a:cubicBezTo>
                    <a:cubicBezTo>
                      <a:pt x="325" y="2741"/>
                      <a:pt x="324" y="2741"/>
                      <a:pt x="323" y="2742"/>
                    </a:cubicBezTo>
                    <a:cubicBezTo>
                      <a:pt x="321" y="2743"/>
                      <a:pt x="319" y="2745"/>
                      <a:pt x="319" y="2747"/>
                    </a:cubicBezTo>
                    <a:cubicBezTo>
                      <a:pt x="318" y="2748"/>
                      <a:pt x="319" y="2749"/>
                      <a:pt x="319" y="2750"/>
                    </a:cubicBezTo>
                    <a:cubicBezTo>
                      <a:pt x="319" y="2751"/>
                      <a:pt x="319" y="2752"/>
                      <a:pt x="319" y="2752"/>
                    </a:cubicBezTo>
                    <a:cubicBezTo>
                      <a:pt x="319" y="2752"/>
                      <a:pt x="319" y="2751"/>
                      <a:pt x="319" y="2752"/>
                    </a:cubicBezTo>
                    <a:cubicBezTo>
                      <a:pt x="319" y="2756"/>
                      <a:pt x="319" y="2761"/>
                      <a:pt x="317" y="2764"/>
                    </a:cubicBezTo>
                    <a:cubicBezTo>
                      <a:pt x="315" y="2767"/>
                      <a:pt x="310" y="2767"/>
                      <a:pt x="307" y="2768"/>
                    </a:cubicBezTo>
                    <a:cubicBezTo>
                      <a:pt x="304" y="2768"/>
                      <a:pt x="301" y="2769"/>
                      <a:pt x="298" y="2767"/>
                    </a:cubicBezTo>
                    <a:cubicBezTo>
                      <a:pt x="295" y="2765"/>
                      <a:pt x="294" y="2761"/>
                      <a:pt x="293" y="2757"/>
                    </a:cubicBezTo>
                    <a:cubicBezTo>
                      <a:pt x="292" y="2752"/>
                      <a:pt x="293" y="2749"/>
                      <a:pt x="295" y="2745"/>
                    </a:cubicBezTo>
                    <a:cubicBezTo>
                      <a:pt x="296" y="2743"/>
                      <a:pt x="299" y="2738"/>
                      <a:pt x="295" y="2739"/>
                    </a:cubicBezTo>
                    <a:cubicBezTo>
                      <a:pt x="293" y="2739"/>
                      <a:pt x="292" y="2740"/>
                      <a:pt x="290" y="2741"/>
                    </a:cubicBezTo>
                    <a:cubicBezTo>
                      <a:pt x="289" y="2741"/>
                      <a:pt x="287" y="2741"/>
                      <a:pt x="285" y="2741"/>
                    </a:cubicBezTo>
                    <a:cubicBezTo>
                      <a:pt x="281" y="2740"/>
                      <a:pt x="279" y="2739"/>
                      <a:pt x="276" y="2741"/>
                    </a:cubicBezTo>
                    <a:cubicBezTo>
                      <a:pt x="273" y="2743"/>
                      <a:pt x="270" y="2746"/>
                      <a:pt x="268" y="2749"/>
                    </a:cubicBezTo>
                    <a:cubicBezTo>
                      <a:pt x="266" y="2753"/>
                      <a:pt x="265" y="2756"/>
                      <a:pt x="262" y="2759"/>
                    </a:cubicBezTo>
                    <a:cubicBezTo>
                      <a:pt x="259" y="2761"/>
                      <a:pt x="257" y="2762"/>
                      <a:pt x="254" y="2765"/>
                    </a:cubicBezTo>
                    <a:cubicBezTo>
                      <a:pt x="252" y="2767"/>
                      <a:pt x="249" y="2769"/>
                      <a:pt x="248" y="2771"/>
                    </a:cubicBezTo>
                    <a:cubicBezTo>
                      <a:pt x="246" y="2774"/>
                      <a:pt x="245" y="2777"/>
                      <a:pt x="242" y="2778"/>
                    </a:cubicBezTo>
                    <a:cubicBezTo>
                      <a:pt x="239" y="2779"/>
                      <a:pt x="236" y="2779"/>
                      <a:pt x="233" y="2780"/>
                    </a:cubicBezTo>
                    <a:cubicBezTo>
                      <a:pt x="231" y="2780"/>
                      <a:pt x="230" y="2780"/>
                      <a:pt x="229" y="2780"/>
                    </a:cubicBezTo>
                    <a:cubicBezTo>
                      <a:pt x="228" y="2780"/>
                      <a:pt x="228" y="2780"/>
                      <a:pt x="227" y="2780"/>
                    </a:cubicBezTo>
                    <a:cubicBezTo>
                      <a:pt x="223" y="2781"/>
                      <a:pt x="222" y="2787"/>
                      <a:pt x="221" y="2790"/>
                    </a:cubicBezTo>
                    <a:cubicBezTo>
                      <a:pt x="221" y="2791"/>
                      <a:pt x="221" y="2792"/>
                      <a:pt x="220" y="2793"/>
                    </a:cubicBezTo>
                    <a:cubicBezTo>
                      <a:pt x="220" y="2793"/>
                      <a:pt x="220" y="2793"/>
                      <a:pt x="220" y="2794"/>
                    </a:cubicBezTo>
                    <a:cubicBezTo>
                      <a:pt x="219" y="2794"/>
                      <a:pt x="219" y="2794"/>
                      <a:pt x="219" y="2795"/>
                    </a:cubicBezTo>
                    <a:cubicBezTo>
                      <a:pt x="219" y="2797"/>
                      <a:pt x="219" y="2798"/>
                      <a:pt x="218" y="2800"/>
                    </a:cubicBezTo>
                    <a:cubicBezTo>
                      <a:pt x="217" y="2801"/>
                      <a:pt x="215" y="2801"/>
                      <a:pt x="214" y="2802"/>
                    </a:cubicBezTo>
                    <a:cubicBezTo>
                      <a:pt x="212" y="2802"/>
                      <a:pt x="210" y="2802"/>
                      <a:pt x="209" y="2803"/>
                    </a:cubicBezTo>
                    <a:cubicBezTo>
                      <a:pt x="209" y="2804"/>
                      <a:pt x="209" y="2805"/>
                      <a:pt x="208" y="2805"/>
                    </a:cubicBezTo>
                    <a:cubicBezTo>
                      <a:pt x="208" y="2806"/>
                      <a:pt x="207" y="2806"/>
                      <a:pt x="206" y="2806"/>
                    </a:cubicBezTo>
                    <a:cubicBezTo>
                      <a:pt x="205" y="2806"/>
                      <a:pt x="204" y="2806"/>
                      <a:pt x="203" y="2806"/>
                    </a:cubicBezTo>
                    <a:cubicBezTo>
                      <a:pt x="202" y="2806"/>
                      <a:pt x="202" y="2806"/>
                      <a:pt x="201" y="2806"/>
                    </a:cubicBezTo>
                    <a:cubicBezTo>
                      <a:pt x="199" y="2806"/>
                      <a:pt x="199" y="2804"/>
                      <a:pt x="199" y="2803"/>
                    </a:cubicBezTo>
                    <a:cubicBezTo>
                      <a:pt x="199" y="2802"/>
                      <a:pt x="199" y="2801"/>
                      <a:pt x="199" y="2800"/>
                    </a:cubicBezTo>
                    <a:cubicBezTo>
                      <a:pt x="200" y="2799"/>
                      <a:pt x="200" y="2798"/>
                      <a:pt x="200" y="2798"/>
                    </a:cubicBezTo>
                    <a:cubicBezTo>
                      <a:pt x="200" y="2797"/>
                      <a:pt x="201" y="2797"/>
                      <a:pt x="202" y="2797"/>
                    </a:cubicBezTo>
                    <a:cubicBezTo>
                      <a:pt x="202" y="2797"/>
                      <a:pt x="202" y="2796"/>
                      <a:pt x="202" y="2795"/>
                    </a:cubicBezTo>
                    <a:cubicBezTo>
                      <a:pt x="203" y="2794"/>
                      <a:pt x="203" y="2793"/>
                      <a:pt x="204" y="2792"/>
                    </a:cubicBezTo>
                    <a:cubicBezTo>
                      <a:pt x="204" y="2792"/>
                      <a:pt x="205" y="2792"/>
                      <a:pt x="206" y="2792"/>
                    </a:cubicBezTo>
                    <a:cubicBezTo>
                      <a:pt x="208" y="2791"/>
                      <a:pt x="208" y="2788"/>
                      <a:pt x="209" y="2786"/>
                    </a:cubicBezTo>
                    <a:cubicBezTo>
                      <a:pt x="209" y="2785"/>
                      <a:pt x="209" y="2783"/>
                      <a:pt x="211" y="2783"/>
                    </a:cubicBezTo>
                    <a:cubicBezTo>
                      <a:pt x="212" y="2783"/>
                      <a:pt x="213" y="2783"/>
                      <a:pt x="214" y="2783"/>
                    </a:cubicBezTo>
                    <a:cubicBezTo>
                      <a:pt x="215" y="2782"/>
                      <a:pt x="215" y="2780"/>
                      <a:pt x="216" y="2779"/>
                    </a:cubicBezTo>
                    <a:cubicBezTo>
                      <a:pt x="216" y="2779"/>
                      <a:pt x="217" y="2779"/>
                      <a:pt x="218" y="2779"/>
                    </a:cubicBezTo>
                    <a:cubicBezTo>
                      <a:pt x="219" y="2778"/>
                      <a:pt x="220" y="2778"/>
                      <a:pt x="221" y="2777"/>
                    </a:cubicBezTo>
                    <a:cubicBezTo>
                      <a:pt x="221" y="2777"/>
                      <a:pt x="222" y="2776"/>
                      <a:pt x="221" y="2775"/>
                    </a:cubicBezTo>
                    <a:cubicBezTo>
                      <a:pt x="220" y="2775"/>
                      <a:pt x="220" y="2775"/>
                      <a:pt x="219" y="2774"/>
                    </a:cubicBezTo>
                    <a:cubicBezTo>
                      <a:pt x="217" y="2774"/>
                      <a:pt x="216" y="2774"/>
                      <a:pt x="215" y="2775"/>
                    </a:cubicBezTo>
                    <a:cubicBezTo>
                      <a:pt x="215" y="2775"/>
                      <a:pt x="215" y="2776"/>
                      <a:pt x="214" y="2776"/>
                    </a:cubicBezTo>
                    <a:cubicBezTo>
                      <a:pt x="214" y="2776"/>
                      <a:pt x="214" y="2777"/>
                      <a:pt x="214" y="2777"/>
                    </a:cubicBezTo>
                    <a:cubicBezTo>
                      <a:pt x="213" y="2778"/>
                      <a:pt x="212" y="2778"/>
                      <a:pt x="212" y="2778"/>
                    </a:cubicBezTo>
                    <a:cubicBezTo>
                      <a:pt x="211" y="2778"/>
                      <a:pt x="210" y="2778"/>
                      <a:pt x="210" y="2779"/>
                    </a:cubicBezTo>
                    <a:cubicBezTo>
                      <a:pt x="209" y="2780"/>
                      <a:pt x="209" y="2780"/>
                      <a:pt x="209" y="2781"/>
                    </a:cubicBezTo>
                    <a:cubicBezTo>
                      <a:pt x="208" y="2783"/>
                      <a:pt x="205" y="2783"/>
                      <a:pt x="205" y="2784"/>
                    </a:cubicBezTo>
                    <a:cubicBezTo>
                      <a:pt x="205" y="2785"/>
                      <a:pt x="205" y="2786"/>
                      <a:pt x="204" y="2787"/>
                    </a:cubicBezTo>
                    <a:cubicBezTo>
                      <a:pt x="204" y="2787"/>
                      <a:pt x="203" y="2788"/>
                      <a:pt x="202" y="2788"/>
                    </a:cubicBezTo>
                    <a:cubicBezTo>
                      <a:pt x="202" y="2788"/>
                      <a:pt x="201" y="2788"/>
                      <a:pt x="201" y="2789"/>
                    </a:cubicBezTo>
                    <a:cubicBezTo>
                      <a:pt x="201" y="2789"/>
                      <a:pt x="200" y="2789"/>
                      <a:pt x="200" y="2790"/>
                    </a:cubicBezTo>
                    <a:cubicBezTo>
                      <a:pt x="198" y="2791"/>
                      <a:pt x="196" y="2791"/>
                      <a:pt x="193" y="2792"/>
                    </a:cubicBezTo>
                    <a:cubicBezTo>
                      <a:pt x="192" y="2792"/>
                      <a:pt x="190" y="2792"/>
                      <a:pt x="189" y="2793"/>
                    </a:cubicBezTo>
                    <a:cubicBezTo>
                      <a:pt x="188" y="2793"/>
                      <a:pt x="187" y="2793"/>
                      <a:pt x="187" y="2793"/>
                    </a:cubicBezTo>
                    <a:cubicBezTo>
                      <a:pt x="186" y="2793"/>
                      <a:pt x="186" y="2793"/>
                      <a:pt x="185" y="2793"/>
                    </a:cubicBezTo>
                    <a:cubicBezTo>
                      <a:pt x="185" y="2793"/>
                      <a:pt x="185" y="2793"/>
                      <a:pt x="184" y="2793"/>
                    </a:cubicBezTo>
                    <a:cubicBezTo>
                      <a:pt x="184" y="2793"/>
                      <a:pt x="183" y="2793"/>
                      <a:pt x="182" y="2793"/>
                    </a:cubicBezTo>
                    <a:cubicBezTo>
                      <a:pt x="181" y="2793"/>
                      <a:pt x="181" y="2793"/>
                      <a:pt x="180" y="2793"/>
                    </a:cubicBezTo>
                    <a:cubicBezTo>
                      <a:pt x="179" y="2793"/>
                      <a:pt x="179" y="2793"/>
                      <a:pt x="178" y="2794"/>
                    </a:cubicBezTo>
                    <a:cubicBezTo>
                      <a:pt x="177" y="2795"/>
                      <a:pt x="177" y="2796"/>
                      <a:pt x="177" y="2797"/>
                    </a:cubicBezTo>
                    <a:cubicBezTo>
                      <a:pt x="177" y="2797"/>
                      <a:pt x="177" y="2798"/>
                      <a:pt x="177" y="2798"/>
                    </a:cubicBezTo>
                    <a:cubicBezTo>
                      <a:pt x="177" y="2799"/>
                      <a:pt x="177" y="2800"/>
                      <a:pt x="177" y="2801"/>
                    </a:cubicBezTo>
                    <a:cubicBezTo>
                      <a:pt x="177" y="2802"/>
                      <a:pt x="176" y="2803"/>
                      <a:pt x="176" y="2803"/>
                    </a:cubicBezTo>
                    <a:cubicBezTo>
                      <a:pt x="176" y="2805"/>
                      <a:pt x="175" y="2807"/>
                      <a:pt x="175" y="2808"/>
                    </a:cubicBezTo>
                    <a:cubicBezTo>
                      <a:pt x="174" y="2809"/>
                      <a:pt x="174" y="2810"/>
                      <a:pt x="173" y="2811"/>
                    </a:cubicBezTo>
                    <a:cubicBezTo>
                      <a:pt x="173" y="2811"/>
                      <a:pt x="173" y="2812"/>
                      <a:pt x="172" y="2813"/>
                    </a:cubicBezTo>
                    <a:cubicBezTo>
                      <a:pt x="172" y="2813"/>
                      <a:pt x="171" y="2813"/>
                      <a:pt x="171" y="2813"/>
                    </a:cubicBezTo>
                    <a:cubicBezTo>
                      <a:pt x="170" y="2814"/>
                      <a:pt x="170" y="2814"/>
                      <a:pt x="169" y="2814"/>
                    </a:cubicBezTo>
                    <a:cubicBezTo>
                      <a:pt x="169" y="2815"/>
                      <a:pt x="168" y="2815"/>
                      <a:pt x="168" y="2816"/>
                    </a:cubicBezTo>
                    <a:cubicBezTo>
                      <a:pt x="167" y="2817"/>
                      <a:pt x="167" y="2817"/>
                      <a:pt x="166" y="2817"/>
                    </a:cubicBezTo>
                    <a:cubicBezTo>
                      <a:pt x="164" y="2819"/>
                      <a:pt x="161" y="2820"/>
                      <a:pt x="159" y="2822"/>
                    </a:cubicBezTo>
                    <a:cubicBezTo>
                      <a:pt x="158" y="2824"/>
                      <a:pt x="158" y="2825"/>
                      <a:pt x="158" y="2827"/>
                    </a:cubicBezTo>
                    <a:cubicBezTo>
                      <a:pt x="157" y="2828"/>
                      <a:pt x="156" y="2830"/>
                      <a:pt x="156" y="2831"/>
                    </a:cubicBezTo>
                    <a:cubicBezTo>
                      <a:pt x="155" y="2832"/>
                      <a:pt x="155" y="2833"/>
                      <a:pt x="154" y="2833"/>
                    </a:cubicBezTo>
                    <a:cubicBezTo>
                      <a:pt x="152" y="2835"/>
                      <a:pt x="151" y="2836"/>
                      <a:pt x="149" y="2837"/>
                    </a:cubicBezTo>
                    <a:cubicBezTo>
                      <a:pt x="146" y="2839"/>
                      <a:pt x="145" y="2841"/>
                      <a:pt x="143" y="2845"/>
                    </a:cubicBezTo>
                    <a:cubicBezTo>
                      <a:pt x="142" y="2849"/>
                      <a:pt x="141" y="2853"/>
                      <a:pt x="141" y="2857"/>
                    </a:cubicBezTo>
                    <a:cubicBezTo>
                      <a:pt x="140" y="2862"/>
                      <a:pt x="141" y="2866"/>
                      <a:pt x="141" y="2871"/>
                    </a:cubicBezTo>
                    <a:cubicBezTo>
                      <a:pt x="142" y="2879"/>
                      <a:pt x="142" y="2886"/>
                      <a:pt x="137" y="2893"/>
                    </a:cubicBezTo>
                    <a:cubicBezTo>
                      <a:pt x="135" y="2896"/>
                      <a:pt x="133" y="2899"/>
                      <a:pt x="132" y="2903"/>
                    </a:cubicBezTo>
                    <a:cubicBezTo>
                      <a:pt x="130" y="2907"/>
                      <a:pt x="128" y="2910"/>
                      <a:pt x="125" y="2914"/>
                    </a:cubicBezTo>
                    <a:cubicBezTo>
                      <a:pt x="123" y="2917"/>
                      <a:pt x="121" y="2919"/>
                      <a:pt x="119" y="2923"/>
                    </a:cubicBezTo>
                    <a:cubicBezTo>
                      <a:pt x="117" y="2926"/>
                      <a:pt x="115" y="2929"/>
                      <a:pt x="111" y="2931"/>
                    </a:cubicBezTo>
                    <a:cubicBezTo>
                      <a:pt x="108" y="2933"/>
                      <a:pt x="105" y="2934"/>
                      <a:pt x="102" y="2936"/>
                    </a:cubicBezTo>
                    <a:cubicBezTo>
                      <a:pt x="99" y="2938"/>
                      <a:pt x="95" y="2939"/>
                      <a:pt x="92" y="2940"/>
                    </a:cubicBezTo>
                    <a:cubicBezTo>
                      <a:pt x="88" y="2942"/>
                      <a:pt x="86" y="2945"/>
                      <a:pt x="83" y="2948"/>
                    </a:cubicBezTo>
                    <a:cubicBezTo>
                      <a:pt x="81" y="2950"/>
                      <a:pt x="77" y="2952"/>
                      <a:pt x="74" y="2954"/>
                    </a:cubicBezTo>
                    <a:cubicBezTo>
                      <a:pt x="72" y="2955"/>
                      <a:pt x="68" y="2958"/>
                      <a:pt x="68" y="2961"/>
                    </a:cubicBezTo>
                    <a:cubicBezTo>
                      <a:pt x="68" y="2963"/>
                      <a:pt x="71" y="2967"/>
                      <a:pt x="74" y="2966"/>
                    </a:cubicBezTo>
                    <a:cubicBezTo>
                      <a:pt x="76" y="2966"/>
                      <a:pt x="77" y="2964"/>
                      <a:pt x="79" y="2963"/>
                    </a:cubicBezTo>
                    <a:cubicBezTo>
                      <a:pt x="81" y="2962"/>
                      <a:pt x="83" y="2960"/>
                      <a:pt x="85" y="2960"/>
                    </a:cubicBezTo>
                    <a:cubicBezTo>
                      <a:pt x="89" y="2958"/>
                      <a:pt x="94" y="2957"/>
                      <a:pt x="99" y="2957"/>
                    </a:cubicBezTo>
                    <a:cubicBezTo>
                      <a:pt x="100" y="2957"/>
                      <a:pt x="102" y="2957"/>
                      <a:pt x="102" y="2959"/>
                    </a:cubicBezTo>
                    <a:cubicBezTo>
                      <a:pt x="102" y="2960"/>
                      <a:pt x="99" y="2962"/>
                      <a:pt x="98" y="2963"/>
                    </a:cubicBezTo>
                    <a:cubicBezTo>
                      <a:pt x="95" y="2965"/>
                      <a:pt x="91" y="2967"/>
                      <a:pt x="90" y="2970"/>
                    </a:cubicBezTo>
                    <a:cubicBezTo>
                      <a:pt x="89" y="2972"/>
                      <a:pt x="89" y="2974"/>
                      <a:pt x="88" y="2976"/>
                    </a:cubicBezTo>
                    <a:cubicBezTo>
                      <a:pt x="88" y="2978"/>
                      <a:pt x="87" y="2980"/>
                      <a:pt x="87" y="2981"/>
                    </a:cubicBezTo>
                    <a:cubicBezTo>
                      <a:pt x="87" y="2983"/>
                      <a:pt x="87" y="2986"/>
                      <a:pt x="90" y="2987"/>
                    </a:cubicBezTo>
                    <a:cubicBezTo>
                      <a:pt x="91" y="2987"/>
                      <a:pt x="92" y="2986"/>
                      <a:pt x="93" y="2986"/>
                    </a:cubicBezTo>
                    <a:cubicBezTo>
                      <a:pt x="94" y="2987"/>
                      <a:pt x="95" y="2988"/>
                      <a:pt x="96" y="2989"/>
                    </a:cubicBezTo>
                    <a:cubicBezTo>
                      <a:pt x="96" y="2992"/>
                      <a:pt x="94" y="2994"/>
                      <a:pt x="92" y="2996"/>
                    </a:cubicBezTo>
                    <a:cubicBezTo>
                      <a:pt x="89" y="3001"/>
                      <a:pt x="92" y="3005"/>
                      <a:pt x="93" y="3010"/>
                    </a:cubicBezTo>
                    <a:cubicBezTo>
                      <a:pt x="93" y="3011"/>
                      <a:pt x="93" y="3011"/>
                      <a:pt x="93" y="3012"/>
                    </a:cubicBezTo>
                    <a:cubicBezTo>
                      <a:pt x="92" y="3014"/>
                      <a:pt x="91" y="3016"/>
                      <a:pt x="90" y="3018"/>
                    </a:cubicBezTo>
                    <a:cubicBezTo>
                      <a:pt x="89" y="3023"/>
                      <a:pt x="89" y="3028"/>
                      <a:pt x="89" y="3033"/>
                    </a:cubicBezTo>
                    <a:cubicBezTo>
                      <a:pt x="89" y="3035"/>
                      <a:pt x="89" y="3037"/>
                      <a:pt x="91" y="3038"/>
                    </a:cubicBezTo>
                    <a:cubicBezTo>
                      <a:pt x="92" y="3040"/>
                      <a:pt x="93" y="3041"/>
                      <a:pt x="93" y="3044"/>
                    </a:cubicBezTo>
                    <a:cubicBezTo>
                      <a:pt x="93" y="3048"/>
                      <a:pt x="93" y="3053"/>
                      <a:pt x="95" y="3058"/>
                    </a:cubicBezTo>
                    <a:cubicBezTo>
                      <a:pt x="95" y="3060"/>
                      <a:pt x="96" y="3061"/>
                      <a:pt x="98" y="3062"/>
                    </a:cubicBezTo>
                    <a:cubicBezTo>
                      <a:pt x="99" y="3063"/>
                      <a:pt x="100" y="3064"/>
                      <a:pt x="101" y="3064"/>
                    </a:cubicBezTo>
                    <a:cubicBezTo>
                      <a:pt x="103" y="3064"/>
                      <a:pt x="105" y="3061"/>
                      <a:pt x="106" y="3060"/>
                    </a:cubicBezTo>
                    <a:cubicBezTo>
                      <a:pt x="107" y="3058"/>
                      <a:pt x="108" y="3056"/>
                      <a:pt x="109" y="3054"/>
                    </a:cubicBezTo>
                    <a:cubicBezTo>
                      <a:pt x="109" y="3051"/>
                      <a:pt x="110" y="3049"/>
                      <a:pt x="111" y="3047"/>
                    </a:cubicBezTo>
                    <a:cubicBezTo>
                      <a:pt x="112" y="3045"/>
                      <a:pt x="113" y="3043"/>
                      <a:pt x="115" y="3042"/>
                    </a:cubicBezTo>
                    <a:cubicBezTo>
                      <a:pt x="116" y="3040"/>
                      <a:pt x="118" y="3039"/>
                      <a:pt x="119" y="3039"/>
                    </a:cubicBezTo>
                    <a:cubicBezTo>
                      <a:pt x="122" y="3038"/>
                      <a:pt x="123" y="3041"/>
                      <a:pt x="124" y="3043"/>
                    </a:cubicBezTo>
                    <a:cubicBezTo>
                      <a:pt x="124" y="3044"/>
                      <a:pt x="125" y="3046"/>
                      <a:pt x="124" y="3048"/>
                    </a:cubicBezTo>
                    <a:cubicBezTo>
                      <a:pt x="124" y="3050"/>
                      <a:pt x="121" y="3050"/>
                      <a:pt x="120" y="3052"/>
                    </a:cubicBezTo>
                    <a:cubicBezTo>
                      <a:pt x="116" y="3056"/>
                      <a:pt x="116" y="3059"/>
                      <a:pt x="118" y="3064"/>
                    </a:cubicBezTo>
                    <a:cubicBezTo>
                      <a:pt x="118" y="3066"/>
                      <a:pt x="119" y="3067"/>
                      <a:pt x="120" y="3068"/>
                    </a:cubicBezTo>
                    <a:cubicBezTo>
                      <a:pt x="121" y="3069"/>
                      <a:pt x="123" y="3070"/>
                      <a:pt x="124" y="3071"/>
                    </a:cubicBezTo>
                    <a:cubicBezTo>
                      <a:pt x="125" y="3072"/>
                      <a:pt x="126" y="3074"/>
                      <a:pt x="126" y="3075"/>
                    </a:cubicBezTo>
                    <a:cubicBezTo>
                      <a:pt x="126" y="3078"/>
                      <a:pt x="125" y="3080"/>
                      <a:pt x="123" y="3081"/>
                    </a:cubicBezTo>
                    <a:cubicBezTo>
                      <a:pt x="120" y="3084"/>
                      <a:pt x="121" y="3088"/>
                      <a:pt x="121" y="3092"/>
                    </a:cubicBezTo>
                    <a:cubicBezTo>
                      <a:pt x="121" y="3093"/>
                      <a:pt x="121" y="3096"/>
                      <a:pt x="122" y="3097"/>
                    </a:cubicBezTo>
                    <a:cubicBezTo>
                      <a:pt x="123" y="3099"/>
                      <a:pt x="126" y="3098"/>
                      <a:pt x="128" y="3098"/>
                    </a:cubicBezTo>
                    <a:cubicBezTo>
                      <a:pt x="129" y="3098"/>
                      <a:pt x="132" y="3098"/>
                      <a:pt x="131" y="3100"/>
                    </a:cubicBezTo>
                    <a:cubicBezTo>
                      <a:pt x="131" y="3102"/>
                      <a:pt x="129" y="3102"/>
                      <a:pt x="128" y="3104"/>
                    </a:cubicBezTo>
                    <a:cubicBezTo>
                      <a:pt x="127" y="3106"/>
                      <a:pt x="125" y="3111"/>
                      <a:pt x="128" y="3112"/>
                    </a:cubicBezTo>
                    <a:cubicBezTo>
                      <a:pt x="130" y="3113"/>
                      <a:pt x="131" y="3112"/>
                      <a:pt x="132" y="3114"/>
                    </a:cubicBezTo>
                    <a:cubicBezTo>
                      <a:pt x="133" y="3116"/>
                      <a:pt x="133" y="3118"/>
                      <a:pt x="133" y="3119"/>
                    </a:cubicBezTo>
                    <a:cubicBezTo>
                      <a:pt x="133" y="3121"/>
                      <a:pt x="134" y="3123"/>
                      <a:pt x="136" y="3122"/>
                    </a:cubicBezTo>
                    <a:cubicBezTo>
                      <a:pt x="137" y="3122"/>
                      <a:pt x="139" y="3121"/>
                      <a:pt x="141" y="3122"/>
                    </a:cubicBezTo>
                    <a:cubicBezTo>
                      <a:pt x="144" y="3124"/>
                      <a:pt x="137" y="3129"/>
                      <a:pt x="136" y="3131"/>
                    </a:cubicBezTo>
                    <a:cubicBezTo>
                      <a:pt x="135" y="3133"/>
                      <a:pt x="134" y="3135"/>
                      <a:pt x="134" y="3136"/>
                    </a:cubicBezTo>
                    <a:cubicBezTo>
                      <a:pt x="134" y="3139"/>
                      <a:pt x="138" y="3137"/>
                      <a:pt x="140" y="3139"/>
                    </a:cubicBezTo>
                    <a:cubicBezTo>
                      <a:pt x="141" y="3142"/>
                      <a:pt x="142" y="3145"/>
                      <a:pt x="146" y="3147"/>
                    </a:cubicBezTo>
                    <a:cubicBezTo>
                      <a:pt x="147" y="3149"/>
                      <a:pt x="149" y="3149"/>
                      <a:pt x="150" y="3151"/>
                    </a:cubicBezTo>
                    <a:cubicBezTo>
                      <a:pt x="151" y="3153"/>
                      <a:pt x="152" y="3153"/>
                      <a:pt x="154" y="3153"/>
                    </a:cubicBezTo>
                    <a:cubicBezTo>
                      <a:pt x="155" y="3154"/>
                      <a:pt x="156" y="3155"/>
                      <a:pt x="156" y="3156"/>
                    </a:cubicBezTo>
                    <a:cubicBezTo>
                      <a:pt x="157" y="3158"/>
                      <a:pt x="156" y="3160"/>
                      <a:pt x="155" y="3163"/>
                    </a:cubicBezTo>
                    <a:cubicBezTo>
                      <a:pt x="152" y="3166"/>
                      <a:pt x="151" y="3171"/>
                      <a:pt x="154" y="3175"/>
                    </a:cubicBezTo>
                    <a:cubicBezTo>
                      <a:pt x="156" y="3177"/>
                      <a:pt x="158" y="3176"/>
                      <a:pt x="160" y="3177"/>
                    </a:cubicBezTo>
                    <a:cubicBezTo>
                      <a:pt x="162" y="3177"/>
                      <a:pt x="164" y="3179"/>
                      <a:pt x="166" y="3181"/>
                    </a:cubicBezTo>
                    <a:cubicBezTo>
                      <a:pt x="168" y="3182"/>
                      <a:pt x="170" y="3181"/>
                      <a:pt x="172" y="3182"/>
                    </a:cubicBezTo>
                    <a:cubicBezTo>
                      <a:pt x="174" y="3182"/>
                      <a:pt x="176" y="3184"/>
                      <a:pt x="179" y="3184"/>
                    </a:cubicBezTo>
                    <a:cubicBezTo>
                      <a:pt x="180" y="3184"/>
                      <a:pt x="181" y="3184"/>
                      <a:pt x="182" y="3184"/>
                    </a:cubicBezTo>
                    <a:cubicBezTo>
                      <a:pt x="183" y="3185"/>
                      <a:pt x="183" y="3187"/>
                      <a:pt x="184" y="3188"/>
                    </a:cubicBezTo>
                    <a:cubicBezTo>
                      <a:pt x="185" y="3191"/>
                      <a:pt x="185" y="3193"/>
                      <a:pt x="187" y="3196"/>
                    </a:cubicBezTo>
                    <a:cubicBezTo>
                      <a:pt x="188" y="3198"/>
                      <a:pt x="189" y="3201"/>
                      <a:pt x="189" y="3204"/>
                    </a:cubicBezTo>
                    <a:cubicBezTo>
                      <a:pt x="189" y="3206"/>
                      <a:pt x="190" y="3209"/>
                      <a:pt x="190" y="3212"/>
                    </a:cubicBezTo>
                    <a:cubicBezTo>
                      <a:pt x="189" y="3215"/>
                      <a:pt x="189" y="3217"/>
                      <a:pt x="190" y="3219"/>
                    </a:cubicBezTo>
                    <a:cubicBezTo>
                      <a:pt x="192" y="3222"/>
                      <a:pt x="193" y="3224"/>
                      <a:pt x="194" y="3227"/>
                    </a:cubicBezTo>
                    <a:cubicBezTo>
                      <a:pt x="194" y="3229"/>
                      <a:pt x="195" y="3231"/>
                      <a:pt x="196" y="3233"/>
                    </a:cubicBezTo>
                    <a:cubicBezTo>
                      <a:pt x="197" y="3235"/>
                      <a:pt x="200" y="3235"/>
                      <a:pt x="202" y="3237"/>
                    </a:cubicBezTo>
                    <a:cubicBezTo>
                      <a:pt x="204" y="3239"/>
                      <a:pt x="204" y="3241"/>
                      <a:pt x="206" y="3243"/>
                    </a:cubicBezTo>
                    <a:cubicBezTo>
                      <a:pt x="208" y="3244"/>
                      <a:pt x="208" y="3244"/>
                      <a:pt x="209" y="3246"/>
                    </a:cubicBezTo>
                    <a:cubicBezTo>
                      <a:pt x="209" y="3248"/>
                      <a:pt x="210" y="3249"/>
                      <a:pt x="210" y="3251"/>
                    </a:cubicBezTo>
                    <a:cubicBezTo>
                      <a:pt x="211" y="3251"/>
                      <a:pt x="211" y="3252"/>
                      <a:pt x="211" y="3252"/>
                    </a:cubicBezTo>
                    <a:cubicBezTo>
                      <a:pt x="213" y="3256"/>
                      <a:pt x="217" y="3257"/>
                      <a:pt x="221" y="3255"/>
                    </a:cubicBezTo>
                    <a:cubicBezTo>
                      <a:pt x="222" y="3254"/>
                      <a:pt x="223" y="3252"/>
                      <a:pt x="225" y="3252"/>
                    </a:cubicBezTo>
                    <a:cubicBezTo>
                      <a:pt x="226" y="3251"/>
                      <a:pt x="228" y="3251"/>
                      <a:pt x="230" y="3250"/>
                    </a:cubicBezTo>
                    <a:cubicBezTo>
                      <a:pt x="233" y="3250"/>
                      <a:pt x="234" y="3252"/>
                      <a:pt x="235" y="3254"/>
                    </a:cubicBezTo>
                    <a:cubicBezTo>
                      <a:pt x="237" y="3255"/>
                      <a:pt x="238" y="3256"/>
                      <a:pt x="239" y="3257"/>
                    </a:cubicBezTo>
                    <a:cubicBezTo>
                      <a:pt x="241" y="3258"/>
                      <a:pt x="241" y="3262"/>
                      <a:pt x="241" y="3265"/>
                    </a:cubicBezTo>
                    <a:cubicBezTo>
                      <a:pt x="241" y="3268"/>
                      <a:pt x="241" y="3271"/>
                      <a:pt x="240" y="3274"/>
                    </a:cubicBezTo>
                    <a:cubicBezTo>
                      <a:pt x="239" y="3276"/>
                      <a:pt x="239" y="3278"/>
                      <a:pt x="239" y="3280"/>
                    </a:cubicBezTo>
                    <a:cubicBezTo>
                      <a:pt x="238" y="3282"/>
                      <a:pt x="237" y="3285"/>
                      <a:pt x="236" y="3287"/>
                    </a:cubicBezTo>
                    <a:cubicBezTo>
                      <a:pt x="236" y="3290"/>
                      <a:pt x="235" y="3293"/>
                      <a:pt x="233" y="3295"/>
                    </a:cubicBezTo>
                    <a:cubicBezTo>
                      <a:pt x="232" y="3296"/>
                      <a:pt x="232" y="3296"/>
                      <a:pt x="231" y="3297"/>
                    </a:cubicBezTo>
                    <a:cubicBezTo>
                      <a:pt x="230" y="3298"/>
                      <a:pt x="230" y="3298"/>
                      <a:pt x="229" y="3299"/>
                    </a:cubicBezTo>
                    <a:cubicBezTo>
                      <a:pt x="228" y="3300"/>
                      <a:pt x="227" y="3301"/>
                      <a:pt x="226" y="3301"/>
                    </a:cubicBezTo>
                    <a:cubicBezTo>
                      <a:pt x="225" y="3302"/>
                      <a:pt x="224" y="3302"/>
                      <a:pt x="222" y="3302"/>
                    </a:cubicBezTo>
                    <a:cubicBezTo>
                      <a:pt x="220" y="3301"/>
                      <a:pt x="218" y="3302"/>
                      <a:pt x="216" y="3301"/>
                    </a:cubicBezTo>
                    <a:cubicBezTo>
                      <a:pt x="215" y="3301"/>
                      <a:pt x="213" y="3301"/>
                      <a:pt x="212" y="3301"/>
                    </a:cubicBezTo>
                    <a:cubicBezTo>
                      <a:pt x="211" y="3300"/>
                      <a:pt x="210" y="3300"/>
                      <a:pt x="210" y="3299"/>
                    </a:cubicBezTo>
                    <a:cubicBezTo>
                      <a:pt x="207" y="3298"/>
                      <a:pt x="203" y="3299"/>
                      <a:pt x="200" y="3300"/>
                    </a:cubicBezTo>
                    <a:cubicBezTo>
                      <a:pt x="199" y="3300"/>
                      <a:pt x="197" y="3301"/>
                      <a:pt x="196" y="3301"/>
                    </a:cubicBezTo>
                    <a:cubicBezTo>
                      <a:pt x="193" y="3302"/>
                      <a:pt x="189" y="3303"/>
                      <a:pt x="188" y="3306"/>
                    </a:cubicBezTo>
                    <a:cubicBezTo>
                      <a:pt x="188" y="3309"/>
                      <a:pt x="186" y="3315"/>
                      <a:pt x="189" y="3317"/>
                    </a:cubicBezTo>
                    <a:cubicBezTo>
                      <a:pt x="191" y="3319"/>
                      <a:pt x="193" y="3319"/>
                      <a:pt x="194" y="3320"/>
                    </a:cubicBezTo>
                    <a:cubicBezTo>
                      <a:pt x="196" y="3322"/>
                      <a:pt x="198" y="3324"/>
                      <a:pt x="199" y="3326"/>
                    </a:cubicBezTo>
                    <a:cubicBezTo>
                      <a:pt x="201" y="3329"/>
                      <a:pt x="202" y="3331"/>
                      <a:pt x="204" y="3333"/>
                    </a:cubicBezTo>
                    <a:cubicBezTo>
                      <a:pt x="208" y="3338"/>
                      <a:pt x="210" y="3343"/>
                      <a:pt x="212" y="3349"/>
                    </a:cubicBezTo>
                    <a:cubicBezTo>
                      <a:pt x="213" y="3350"/>
                      <a:pt x="213" y="3352"/>
                      <a:pt x="213" y="3354"/>
                    </a:cubicBezTo>
                    <a:cubicBezTo>
                      <a:pt x="212" y="3356"/>
                      <a:pt x="210" y="3358"/>
                      <a:pt x="209" y="3359"/>
                    </a:cubicBezTo>
                    <a:cubicBezTo>
                      <a:pt x="207" y="3362"/>
                      <a:pt x="204" y="3361"/>
                      <a:pt x="201" y="3361"/>
                    </a:cubicBezTo>
                    <a:cubicBezTo>
                      <a:pt x="199" y="3361"/>
                      <a:pt x="197" y="3361"/>
                      <a:pt x="195" y="3360"/>
                    </a:cubicBezTo>
                    <a:cubicBezTo>
                      <a:pt x="192" y="3358"/>
                      <a:pt x="190" y="3357"/>
                      <a:pt x="188" y="3355"/>
                    </a:cubicBezTo>
                    <a:cubicBezTo>
                      <a:pt x="185" y="3354"/>
                      <a:pt x="183" y="3352"/>
                      <a:pt x="181" y="3350"/>
                    </a:cubicBezTo>
                    <a:cubicBezTo>
                      <a:pt x="179" y="3348"/>
                      <a:pt x="177" y="3345"/>
                      <a:pt x="175" y="3344"/>
                    </a:cubicBezTo>
                    <a:cubicBezTo>
                      <a:pt x="174" y="3343"/>
                      <a:pt x="172" y="3342"/>
                      <a:pt x="171" y="3341"/>
                    </a:cubicBezTo>
                    <a:cubicBezTo>
                      <a:pt x="169" y="3340"/>
                      <a:pt x="168" y="3339"/>
                      <a:pt x="167" y="3338"/>
                    </a:cubicBezTo>
                    <a:cubicBezTo>
                      <a:pt x="165" y="3338"/>
                      <a:pt x="163" y="3338"/>
                      <a:pt x="161" y="3339"/>
                    </a:cubicBezTo>
                    <a:cubicBezTo>
                      <a:pt x="158" y="3340"/>
                      <a:pt x="160" y="3347"/>
                      <a:pt x="161" y="3350"/>
                    </a:cubicBezTo>
                    <a:cubicBezTo>
                      <a:pt x="163" y="3355"/>
                      <a:pt x="165" y="3360"/>
                      <a:pt x="167" y="3364"/>
                    </a:cubicBezTo>
                    <a:cubicBezTo>
                      <a:pt x="171" y="3370"/>
                      <a:pt x="171" y="3376"/>
                      <a:pt x="174" y="3382"/>
                    </a:cubicBezTo>
                    <a:cubicBezTo>
                      <a:pt x="177" y="3388"/>
                      <a:pt x="183" y="3391"/>
                      <a:pt x="187" y="3397"/>
                    </a:cubicBezTo>
                    <a:cubicBezTo>
                      <a:pt x="188" y="3400"/>
                      <a:pt x="189" y="3403"/>
                      <a:pt x="190" y="3406"/>
                    </a:cubicBezTo>
                    <a:cubicBezTo>
                      <a:pt x="191" y="3408"/>
                      <a:pt x="192" y="3410"/>
                      <a:pt x="192" y="3412"/>
                    </a:cubicBezTo>
                    <a:cubicBezTo>
                      <a:pt x="193" y="3414"/>
                      <a:pt x="193" y="3416"/>
                      <a:pt x="194" y="3418"/>
                    </a:cubicBezTo>
                    <a:cubicBezTo>
                      <a:pt x="196" y="3422"/>
                      <a:pt x="198" y="3427"/>
                      <a:pt x="200" y="3431"/>
                    </a:cubicBezTo>
                    <a:cubicBezTo>
                      <a:pt x="202" y="3436"/>
                      <a:pt x="205" y="3440"/>
                      <a:pt x="206" y="3445"/>
                    </a:cubicBezTo>
                    <a:cubicBezTo>
                      <a:pt x="207" y="3446"/>
                      <a:pt x="207" y="3448"/>
                      <a:pt x="208" y="3450"/>
                    </a:cubicBezTo>
                    <a:cubicBezTo>
                      <a:pt x="208" y="3452"/>
                      <a:pt x="210" y="3454"/>
                      <a:pt x="212" y="3455"/>
                    </a:cubicBezTo>
                    <a:cubicBezTo>
                      <a:pt x="214" y="3457"/>
                      <a:pt x="218" y="3461"/>
                      <a:pt x="221" y="3459"/>
                    </a:cubicBezTo>
                    <a:cubicBezTo>
                      <a:pt x="222" y="3459"/>
                      <a:pt x="224" y="3457"/>
                      <a:pt x="226" y="3458"/>
                    </a:cubicBezTo>
                    <a:cubicBezTo>
                      <a:pt x="227" y="3459"/>
                      <a:pt x="227" y="3463"/>
                      <a:pt x="227" y="3464"/>
                    </a:cubicBezTo>
                    <a:cubicBezTo>
                      <a:pt x="226" y="3467"/>
                      <a:pt x="227" y="3469"/>
                      <a:pt x="227" y="3472"/>
                    </a:cubicBezTo>
                    <a:cubicBezTo>
                      <a:pt x="227" y="3474"/>
                      <a:pt x="228" y="3477"/>
                      <a:pt x="227" y="3480"/>
                    </a:cubicBezTo>
                    <a:cubicBezTo>
                      <a:pt x="226" y="3482"/>
                      <a:pt x="224" y="3483"/>
                      <a:pt x="223" y="3485"/>
                    </a:cubicBezTo>
                    <a:cubicBezTo>
                      <a:pt x="222" y="3487"/>
                      <a:pt x="224" y="3490"/>
                      <a:pt x="226" y="3491"/>
                    </a:cubicBezTo>
                    <a:cubicBezTo>
                      <a:pt x="228" y="3493"/>
                      <a:pt x="231" y="3495"/>
                      <a:pt x="233" y="3496"/>
                    </a:cubicBezTo>
                    <a:cubicBezTo>
                      <a:pt x="235" y="3497"/>
                      <a:pt x="238" y="3498"/>
                      <a:pt x="240" y="3497"/>
                    </a:cubicBezTo>
                    <a:cubicBezTo>
                      <a:pt x="241" y="3497"/>
                      <a:pt x="243" y="3496"/>
                      <a:pt x="245" y="3497"/>
                    </a:cubicBezTo>
                    <a:cubicBezTo>
                      <a:pt x="247" y="3497"/>
                      <a:pt x="248" y="3499"/>
                      <a:pt x="249" y="3501"/>
                    </a:cubicBezTo>
                    <a:cubicBezTo>
                      <a:pt x="250" y="3506"/>
                      <a:pt x="246" y="3511"/>
                      <a:pt x="244" y="3516"/>
                    </a:cubicBezTo>
                    <a:cubicBezTo>
                      <a:pt x="242" y="3520"/>
                      <a:pt x="241" y="3523"/>
                      <a:pt x="237" y="3525"/>
                    </a:cubicBezTo>
                    <a:cubicBezTo>
                      <a:pt x="233" y="3526"/>
                      <a:pt x="229" y="3525"/>
                      <a:pt x="225" y="3526"/>
                    </a:cubicBezTo>
                    <a:cubicBezTo>
                      <a:pt x="221" y="3527"/>
                      <a:pt x="221" y="3531"/>
                      <a:pt x="220" y="3534"/>
                    </a:cubicBezTo>
                    <a:cubicBezTo>
                      <a:pt x="219" y="3538"/>
                      <a:pt x="216" y="3541"/>
                      <a:pt x="219" y="3545"/>
                    </a:cubicBezTo>
                    <a:cubicBezTo>
                      <a:pt x="221" y="3549"/>
                      <a:pt x="224" y="3552"/>
                      <a:pt x="225" y="3557"/>
                    </a:cubicBezTo>
                    <a:cubicBezTo>
                      <a:pt x="226" y="3561"/>
                      <a:pt x="225" y="3564"/>
                      <a:pt x="223" y="3568"/>
                    </a:cubicBezTo>
                    <a:cubicBezTo>
                      <a:pt x="223" y="3570"/>
                      <a:pt x="222" y="3572"/>
                      <a:pt x="220" y="3573"/>
                    </a:cubicBezTo>
                    <a:cubicBezTo>
                      <a:pt x="218" y="3574"/>
                      <a:pt x="216" y="3573"/>
                      <a:pt x="215" y="3572"/>
                    </a:cubicBezTo>
                    <a:cubicBezTo>
                      <a:pt x="212" y="3570"/>
                      <a:pt x="205" y="3566"/>
                      <a:pt x="205" y="3572"/>
                    </a:cubicBezTo>
                    <a:cubicBezTo>
                      <a:pt x="204" y="3576"/>
                      <a:pt x="206" y="3581"/>
                      <a:pt x="210" y="3583"/>
                    </a:cubicBezTo>
                    <a:cubicBezTo>
                      <a:pt x="212" y="3584"/>
                      <a:pt x="214" y="3583"/>
                      <a:pt x="216" y="3583"/>
                    </a:cubicBezTo>
                    <a:cubicBezTo>
                      <a:pt x="220" y="3582"/>
                      <a:pt x="222" y="3586"/>
                      <a:pt x="225" y="3586"/>
                    </a:cubicBezTo>
                    <a:cubicBezTo>
                      <a:pt x="230" y="3587"/>
                      <a:pt x="236" y="3587"/>
                      <a:pt x="240" y="3586"/>
                    </a:cubicBezTo>
                    <a:cubicBezTo>
                      <a:pt x="247" y="3586"/>
                      <a:pt x="254" y="3589"/>
                      <a:pt x="261" y="3590"/>
                    </a:cubicBezTo>
                    <a:cubicBezTo>
                      <a:pt x="265" y="3590"/>
                      <a:pt x="269" y="3590"/>
                      <a:pt x="273" y="3592"/>
                    </a:cubicBezTo>
                    <a:cubicBezTo>
                      <a:pt x="276" y="3593"/>
                      <a:pt x="278" y="3595"/>
                      <a:pt x="281" y="3597"/>
                    </a:cubicBezTo>
                    <a:cubicBezTo>
                      <a:pt x="283" y="3598"/>
                      <a:pt x="284" y="3600"/>
                      <a:pt x="287" y="3601"/>
                    </a:cubicBezTo>
                    <a:cubicBezTo>
                      <a:pt x="289" y="3601"/>
                      <a:pt x="291" y="3601"/>
                      <a:pt x="293" y="3602"/>
                    </a:cubicBezTo>
                    <a:cubicBezTo>
                      <a:pt x="295" y="3602"/>
                      <a:pt x="298" y="3603"/>
                      <a:pt x="300" y="3602"/>
                    </a:cubicBezTo>
                    <a:cubicBezTo>
                      <a:pt x="301" y="3601"/>
                      <a:pt x="302" y="3598"/>
                      <a:pt x="303" y="3597"/>
                    </a:cubicBezTo>
                    <a:cubicBezTo>
                      <a:pt x="305" y="3595"/>
                      <a:pt x="306" y="3593"/>
                      <a:pt x="308" y="3592"/>
                    </a:cubicBezTo>
                    <a:cubicBezTo>
                      <a:pt x="310" y="3591"/>
                      <a:pt x="313" y="3591"/>
                      <a:pt x="315" y="3591"/>
                    </a:cubicBezTo>
                    <a:cubicBezTo>
                      <a:pt x="318" y="3591"/>
                      <a:pt x="321" y="3591"/>
                      <a:pt x="324" y="3590"/>
                    </a:cubicBezTo>
                    <a:cubicBezTo>
                      <a:pt x="326" y="3589"/>
                      <a:pt x="328" y="3588"/>
                      <a:pt x="330" y="3588"/>
                    </a:cubicBezTo>
                    <a:cubicBezTo>
                      <a:pt x="332" y="3587"/>
                      <a:pt x="334" y="3586"/>
                      <a:pt x="337" y="3586"/>
                    </a:cubicBezTo>
                    <a:cubicBezTo>
                      <a:pt x="340" y="3585"/>
                      <a:pt x="343" y="3584"/>
                      <a:pt x="346" y="3582"/>
                    </a:cubicBezTo>
                    <a:cubicBezTo>
                      <a:pt x="351" y="3579"/>
                      <a:pt x="356" y="3577"/>
                      <a:pt x="363" y="3577"/>
                    </a:cubicBezTo>
                    <a:cubicBezTo>
                      <a:pt x="365" y="3577"/>
                      <a:pt x="367" y="3577"/>
                      <a:pt x="370" y="3577"/>
                    </a:cubicBezTo>
                    <a:cubicBezTo>
                      <a:pt x="373" y="3577"/>
                      <a:pt x="376" y="3576"/>
                      <a:pt x="379" y="3576"/>
                    </a:cubicBezTo>
                    <a:cubicBezTo>
                      <a:pt x="381" y="3575"/>
                      <a:pt x="383" y="3575"/>
                      <a:pt x="385" y="3576"/>
                    </a:cubicBezTo>
                    <a:cubicBezTo>
                      <a:pt x="392" y="3578"/>
                      <a:pt x="398" y="3583"/>
                      <a:pt x="404" y="3587"/>
                    </a:cubicBezTo>
                    <a:cubicBezTo>
                      <a:pt x="410" y="3591"/>
                      <a:pt x="417" y="3592"/>
                      <a:pt x="424" y="3592"/>
                    </a:cubicBezTo>
                    <a:cubicBezTo>
                      <a:pt x="430" y="3592"/>
                      <a:pt x="433" y="3589"/>
                      <a:pt x="437" y="3584"/>
                    </a:cubicBezTo>
                    <a:cubicBezTo>
                      <a:pt x="440" y="3580"/>
                      <a:pt x="442" y="3576"/>
                      <a:pt x="445" y="3572"/>
                    </a:cubicBezTo>
                    <a:cubicBezTo>
                      <a:pt x="449" y="3568"/>
                      <a:pt x="453" y="3565"/>
                      <a:pt x="455" y="3560"/>
                    </a:cubicBezTo>
                    <a:cubicBezTo>
                      <a:pt x="459" y="3548"/>
                      <a:pt x="456" y="3536"/>
                      <a:pt x="450" y="3526"/>
                    </a:cubicBezTo>
                    <a:cubicBezTo>
                      <a:pt x="447" y="3522"/>
                      <a:pt x="444" y="3518"/>
                      <a:pt x="441" y="3514"/>
                    </a:cubicBezTo>
                    <a:cubicBezTo>
                      <a:pt x="439" y="3511"/>
                      <a:pt x="436" y="3508"/>
                      <a:pt x="435" y="3504"/>
                    </a:cubicBezTo>
                    <a:cubicBezTo>
                      <a:pt x="434" y="3502"/>
                      <a:pt x="433" y="3501"/>
                      <a:pt x="434" y="3499"/>
                    </a:cubicBezTo>
                    <a:cubicBezTo>
                      <a:pt x="434" y="3497"/>
                      <a:pt x="435" y="3496"/>
                      <a:pt x="435" y="3494"/>
                    </a:cubicBezTo>
                    <a:cubicBezTo>
                      <a:pt x="436" y="3493"/>
                      <a:pt x="436" y="3492"/>
                      <a:pt x="437" y="3490"/>
                    </a:cubicBezTo>
                    <a:cubicBezTo>
                      <a:pt x="437" y="3489"/>
                      <a:pt x="437" y="3487"/>
                      <a:pt x="437" y="3485"/>
                    </a:cubicBezTo>
                    <a:cubicBezTo>
                      <a:pt x="437" y="3483"/>
                      <a:pt x="438" y="3481"/>
                      <a:pt x="439" y="3479"/>
                    </a:cubicBezTo>
                    <a:cubicBezTo>
                      <a:pt x="440" y="3475"/>
                      <a:pt x="440" y="3471"/>
                      <a:pt x="442" y="3468"/>
                    </a:cubicBezTo>
                    <a:cubicBezTo>
                      <a:pt x="442" y="3465"/>
                      <a:pt x="444" y="3463"/>
                      <a:pt x="446" y="3461"/>
                    </a:cubicBezTo>
                    <a:cubicBezTo>
                      <a:pt x="446" y="3460"/>
                      <a:pt x="447" y="3459"/>
                      <a:pt x="449" y="3458"/>
                    </a:cubicBezTo>
                    <a:cubicBezTo>
                      <a:pt x="450" y="3458"/>
                      <a:pt x="452" y="3459"/>
                      <a:pt x="454" y="3459"/>
                    </a:cubicBezTo>
                    <a:cubicBezTo>
                      <a:pt x="454" y="3456"/>
                      <a:pt x="455" y="3453"/>
                      <a:pt x="456" y="3450"/>
                    </a:cubicBezTo>
                    <a:cubicBezTo>
                      <a:pt x="456" y="3448"/>
                      <a:pt x="457" y="3445"/>
                      <a:pt x="459" y="3444"/>
                    </a:cubicBezTo>
                    <a:cubicBezTo>
                      <a:pt x="461" y="3442"/>
                      <a:pt x="464" y="3441"/>
                      <a:pt x="466" y="3441"/>
                    </a:cubicBezTo>
                    <a:cubicBezTo>
                      <a:pt x="468" y="3440"/>
                      <a:pt x="469" y="3441"/>
                      <a:pt x="471" y="3440"/>
                    </a:cubicBezTo>
                    <a:cubicBezTo>
                      <a:pt x="472" y="3439"/>
                      <a:pt x="472" y="3438"/>
                      <a:pt x="473" y="3436"/>
                    </a:cubicBezTo>
                    <a:cubicBezTo>
                      <a:pt x="474" y="3434"/>
                      <a:pt x="476" y="3431"/>
                      <a:pt x="478" y="3429"/>
                    </a:cubicBezTo>
                    <a:cubicBezTo>
                      <a:pt x="479" y="3428"/>
                      <a:pt x="480" y="3427"/>
                      <a:pt x="481" y="3426"/>
                    </a:cubicBezTo>
                    <a:cubicBezTo>
                      <a:pt x="482" y="3426"/>
                      <a:pt x="483" y="3424"/>
                      <a:pt x="484" y="3424"/>
                    </a:cubicBezTo>
                    <a:cubicBezTo>
                      <a:pt x="486" y="3423"/>
                      <a:pt x="488" y="3422"/>
                      <a:pt x="490" y="3421"/>
                    </a:cubicBezTo>
                    <a:cubicBezTo>
                      <a:pt x="490" y="3420"/>
                      <a:pt x="492" y="3420"/>
                      <a:pt x="493" y="3419"/>
                    </a:cubicBezTo>
                    <a:cubicBezTo>
                      <a:pt x="494" y="3418"/>
                      <a:pt x="494" y="3418"/>
                      <a:pt x="495" y="3418"/>
                    </a:cubicBezTo>
                    <a:cubicBezTo>
                      <a:pt x="497" y="3417"/>
                      <a:pt x="500" y="3418"/>
                      <a:pt x="501" y="3419"/>
                    </a:cubicBezTo>
                    <a:cubicBezTo>
                      <a:pt x="503" y="3421"/>
                      <a:pt x="502" y="3423"/>
                      <a:pt x="503" y="3425"/>
                    </a:cubicBezTo>
                    <a:cubicBezTo>
                      <a:pt x="503" y="3426"/>
                      <a:pt x="503" y="3428"/>
                      <a:pt x="503" y="3429"/>
                    </a:cubicBezTo>
                    <a:cubicBezTo>
                      <a:pt x="504" y="3430"/>
                      <a:pt x="505" y="3430"/>
                      <a:pt x="506" y="3430"/>
                    </a:cubicBezTo>
                    <a:cubicBezTo>
                      <a:pt x="508" y="3430"/>
                      <a:pt x="511" y="3430"/>
                      <a:pt x="513" y="3430"/>
                    </a:cubicBezTo>
                    <a:cubicBezTo>
                      <a:pt x="515" y="3431"/>
                      <a:pt x="517" y="3431"/>
                      <a:pt x="519" y="3431"/>
                    </a:cubicBezTo>
                    <a:cubicBezTo>
                      <a:pt x="521" y="3432"/>
                      <a:pt x="523" y="3431"/>
                      <a:pt x="524" y="3429"/>
                    </a:cubicBezTo>
                    <a:cubicBezTo>
                      <a:pt x="525" y="3427"/>
                      <a:pt x="526" y="3425"/>
                      <a:pt x="527" y="3423"/>
                    </a:cubicBezTo>
                    <a:cubicBezTo>
                      <a:pt x="529" y="3421"/>
                      <a:pt x="530" y="3418"/>
                      <a:pt x="528" y="3417"/>
                    </a:cubicBezTo>
                    <a:cubicBezTo>
                      <a:pt x="527" y="3416"/>
                      <a:pt x="526" y="3416"/>
                      <a:pt x="525" y="3415"/>
                    </a:cubicBezTo>
                    <a:cubicBezTo>
                      <a:pt x="524" y="3414"/>
                      <a:pt x="524" y="3413"/>
                      <a:pt x="523" y="3411"/>
                    </a:cubicBezTo>
                    <a:cubicBezTo>
                      <a:pt x="523" y="3409"/>
                      <a:pt x="522" y="3407"/>
                      <a:pt x="522" y="3404"/>
                    </a:cubicBezTo>
                    <a:cubicBezTo>
                      <a:pt x="521" y="3399"/>
                      <a:pt x="515" y="3398"/>
                      <a:pt x="515" y="3392"/>
                    </a:cubicBezTo>
                    <a:cubicBezTo>
                      <a:pt x="515" y="3389"/>
                      <a:pt x="517" y="3387"/>
                      <a:pt x="520" y="3387"/>
                    </a:cubicBezTo>
                    <a:cubicBezTo>
                      <a:pt x="521" y="3386"/>
                      <a:pt x="523" y="3386"/>
                      <a:pt x="524" y="3387"/>
                    </a:cubicBezTo>
                    <a:cubicBezTo>
                      <a:pt x="526" y="3387"/>
                      <a:pt x="527" y="3388"/>
                      <a:pt x="528" y="3389"/>
                    </a:cubicBezTo>
                    <a:cubicBezTo>
                      <a:pt x="530" y="3390"/>
                      <a:pt x="532" y="3390"/>
                      <a:pt x="534" y="3391"/>
                    </a:cubicBezTo>
                    <a:cubicBezTo>
                      <a:pt x="535" y="3391"/>
                      <a:pt x="537" y="3392"/>
                      <a:pt x="539" y="3392"/>
                    </a:cubicBezTo>
                    <a:cubicBezTo>
                      <a:pt x="541" y="3392"/>
                      <a:pt x="541" y="3393"/>
                      <a:pt x="543" y="3391"/>
                    </a:cubicBezTo>
                    <a:cubicBezTo>
                      <a:pt x="545" y="3389"/>
                      <a:pt x="547" y="3387"/>
                      <a:pt x="551" y="3387"/>
                    </a:cubicBezTo>
                    <a:cubicBezTo>
                      <a:pt x="551" y="3387"/>
                      <a:pt x="551" y="3388"/>
                      <a:pt x="552" y="3388"/>
                    </a:cubicBezTo>
                    <a:cubicBezTo>
                      <a:pt x="552" y="3388"/>
                      <a:pt x="553" y="3388"/>
                      <a:pt x="553" y="3388"/>
                    </a:cubicBezTo>
                    <a:cubicBezTo>
                      <a:pt x="554" y="3388"/>
                      <a:pt x="556" y="3388"/>
                      <a:pt x="557" y="3388"/>
                    </a:cubicBezTo>
                    <a:cubicBezTo>
                      <a:pt x="559" y="3389"/>
                      <a:pt x="559" y="3392"/>
                      <a:pt x="561" y="3392"/>
                    </a:cubicBezTo>
                    <a:cubicBezTo>
                      <a:pt x="563" y="3391"/>
                      <a:pt x="565" y="3388"/>
                      <a:pt x="567" y="3387"/>
                    </a:cubicBezTo>
                    <a:cubicBezTo>
                      <a:pt x="570" y="3386"/>
                      <a:pt x="572" y="3387"/>
                      <a:pt x="574" y="3389"/>
                    </a:cubicBezTo>
                    <a:cubicBezTo>
                      <a:pt x="575" y="3391"/>
                      <a:pt x="576" y="3393"/>
                      <a:pt x="578" y="3394"/>
                    </a:cubicBezTo>
                    <a:cubicBezTo>
                      <a:pt x="580" y="3394"/>
                      <a:pt x="582" y="3394"/>
                      <a:pt x="584" y="3394"/>
                    </a:cubicBezTo>
                    <a:cubicBezTo>
                      <a:pt x="585" y="3394"/>
                      <a:pt x="586" y="3394"/>
                      <a:pt x="587" y="3394"/>
                    </a:cubicBezTo>
                    <a:cubicBezTo>
                      <a:pt x="588" y="3393"/>
                      <a:pt x="588" y="3393"/>
                      <a:pt x="589" y="3391"/>
                    </a:cubicBezTo>
                    <a:cubicBezTo>
                      <a:pt x="589" y="3389"/>
                      <a:pt x="591" y="3388"/>
                      <a:pt x="593" y="3388"/>
                    </a:cubicBezTo>
                    <a:cubicBezTo>
                      <a:pt x="595" y="3389"/>
                      <a:pt x="597" y="3390"/>
                      <a:pt x="599" y="3390"/>
                    </a:cubicBezTo>
                    <a:cubicBezTo>
                      <a:pt x="600" y="3390"/>
                      <a:pt x="601" y="3390"/>
                      <a:pt x="602" y="3390"/>
                    </a:cubicBezTo>
                    <a:cubicBezTo>
                      <a:pt x="603" y="3390"/>
                      <a:pt x="607" y="3389"/>
                      <a:pt x="608" y="3390"/>
                    </a:cubicBezTo>
                    <a:cubicBezTo>
                      <a:pt x="608" y="3391"/>
                      <a:pt x="608" y="3393"/>
                      <a:pt x="608" y="3394"/>
                    </a:cubicBezTo>
                    <a:cubicBezTo>
                      <a:pt x="607" y="3395"/>
                      <a:pt x="606" y="3395"/>
                      <a:pt x="607" y="3396"/>
                    </a:cubicBezTo>
                    <a:cubicBezTo>
                      <a:pt x="607" y="3398"/>
                      <a:pt x="612" y="3397"/>
                      <a:pt x="613" y="3397"/>
                    </a:cubicBezTo>
                    <a:cubicBezTo>
                      <a:pt x="615" y="3398"/>
                      <a:pt x="617" y="3398"/>
                      <a:pt x="619" y="3397"/>
                    </a:cubicBezTo>
                    <a:cubicBezTo>
                      <a:pt x="624" y="3395"/>
                      <a:pt x="625" y="3391"/>
                      <a:pt x="628" y="3388"/>
                    </a:cubicBezTo>
                    <a:cubicBezTo>
                      <a:pt x="629" y="3388"/>
                      <a:pt x="632" y="3386"/>
                      <a:pt x="632" y="3388"/>
                    </a:cubicBezTo>
                    <a:cubicBezTo>
                      <a:pt x="633" y="3389"/>
                      <a:pt x="633" y="3391"/>
                      <a:pt x="632" y="3392"/>
                    </a:cubicBezTo>
                    <a:cubicBezTo>
                      <a:pt x="632" y="3393"/>
                      <a:pt x="632" y="3393"/>
                      <a:pt x="631" y="3393"/>
                    </a:cubicBezTo>
                    <a:cubicBezTo>
                      <a:pt x="629" y="3394"/>
                      <a:pt x="629" y="3395"/>
                      <a:pt x="630" y="3396"/>
                    </a:cubicBezTo>
                    <a:cubicBezTo>
                      <a:pt x="631" y="3397"/>
                      <a:pt x="633" y="3397"/>
                      <a:pt x="634" y="3396"/>
                    </a:cubicBezTo>
                    <a:cubicBezTo>
                      <a:pt x="637" y="3396"/>
                      <a:pt x="638" y="3392"/>
                      <a:pt x="640" y="3391"/>
                    </a:cubicBezTo>
                    <a:cubicBezTo>
                      <a:pt x="641" y="3390"/>
                      <a:pt x="642" y="3389"/>
                      <a:pt x="643" y="3388"/>
                    </a:cubicBezTo>
                    <a:cubicBezTo>
                      <a:pt x="645" y="3386"/>
                      <a:pt x="647" y="3384"/>
                      <a:pt x="649" y="3383"/>
                    </a:cubicBezTo>
                    <a:cubicBezTo>
                      <a:pt x="651" y="3382"/>
                      <a:pt x="652" y="3381"/>
                      <a:pt x="654" y="3381"/>
                    </a:cubicBezTo>
                    <a:cubicBezTo>
                      <a:pt x="656" y="3380"/>
                      <a:pt x="657" y="3379"/>
                      <a:pt x="658" y="3382"/>
                    </a:cubicBezTo>
                    <a:cubicBezTo>
                      <a:pt x="658" y="3384"/>
                      <a:pt x="656" y="3388"/>
                      <a:pt x="658" y="3391"/>
                    </a:cubicBezTo>
                    <a:cubicBezTo>
                      <a:pt x="659" y="3392"/>
                      <a:pt x="661" y="3391"/>
                      <a:pt x="662" y="3390"/>
                    </a:cubicBezTo>
                    <a:cubicBezTo>
                      <a:pt x="663" y="3389"/>
                      <a:pt x="664" y="3386"/>
                      <a:pt x="665" y="3386"/>
                    </a:cubicBezTo>
                    <a:cubicBezTo>
                      <a:pt x="666" y="3386"/>
                      <a:pt x="667" y="3386"/>
                      <a:pt x="668" y="3386"/>
                    </a:cubicBezTo>
                    <a:cubicBezTo>
                      <a:pt x="668" y="3386"/>
                      <a:pt x="669" y="3385"/>
                      <a:pt x="670" y="3385"/>
                    </a:cubicBezTo>
                    <a:cubicBezTo>
                      <a:pt x="677" y="3384"/>
                      <a:pt x="676" y="3394"/>
                      <a:pt x="681" y="3396"/>
                    </a:cubicBezTo>
                    <a:cubicBezTo>
                      <a:pt x="684" y="3397"/>
                      <a:pt x="688" y="3392"/>
                      <a:pt x="691" y="3394"/>
                    </a:cubicBezTo>
                    <a:cubicBezTo>
                      <a:pt x="693" y="3394"/>
                      <a:pt x="693" y="3397"/>
                      <a:pt x="693" y="3398"/>
                    </a:cubicBezTo>
                    <a:cubicBezTo>
                      <a:pt x="692" y="3399"/>
                      <a:pt x="691" y="3400"/>
                      <a:pt x="691" y="3401"/>
                    </a:cubicBezTo>
                    <a:cubicBezTo>
                      <a:pt x="689" y="3404"/>
                      <a:pt x="692" y="3406"/>
                      <a:pt x="695" y="3407"/>
                    </a:cubicBezTo>
                    <a:cubicBezTo>
                      <a:pt x="695" y="3407"/>
                      <a:pt x="695" y="3407"/>
                      <a:pt x="695" y="3407"/>
                    </a:cubicBezTo>
                    <a:cubicBezTo>
                      <a:pt x="695" y="3407"/>
                      <a:pt x="696" y="3407"/>
                      <a:pt x="696" y="3407"/>
                    </a:cubicBezTo>
                    <a:cubicBezTo>
                      <a:pt x="697" y="3408"/>
                      <a:pt x="698" y="3408"/>
                      <a:pt x="699" y="3408"/>
                    </a:cubicBezTo>
                    <a:cubicBezTo>
                      <a:pt x="701" y="3408"/>
                      <a:pt x="702" y="3408"/>
                      <a:pt x="703" y="3407"/>
                    </a:cubicBezTo>
                    <a:cubicBezTo>
                      <a:pt x="704" y="3406"/>
                      <a:pt x="705" y="3406"/>
                      <a:pt x="706" y="3405"/>
                    </a:cubicBezTo>
                    <a:cubicBezTo>
                      <a:pt x="708" y="3402"/>
                      <a:pt x="709" y="3397"/>
                      <a:pt x="711" y="3394"/>
                    </a:cubicBezTo>
                    <a:cubicBezTo>
                      <a:pt x="712" y="3392"/>
                      <a:pt x="714" y="3391"/>
                      <a:pt x="715" y="3389"/>
                    </a:cubicBezTo>
                    <a:cubicBezTo>
                      <a:pt x="717" y="3387"/>
                      <a:pt x="718" y="3385"/>
                      <a:pt x="719" y="3383"/>
                    </a:cubicBezTo>
                    <a:cubicBezTo>
                      <a:pt x="722" y="3378"/>
                      <a:pt x="725" y="3373"/>
                      <a:pt x="728" y="3368"/>
                    </a:cubicBezTo>
                    <a:cubicBezTo>
                      <a:pt x="730" y="3366"/>
                      <a:pt x="731" y="3365"/>
                      <a:pt x="731" y="3363"/>
                    </a:cubicBezTo>
                    <a:cubicBezTo>
                      <a:pt x="734" y="3358"/>
                      <a:pt x="734" y="3351"/>
                      <a:pt x="735" y="3345"/>
                    </a:cubicBezTo>
                    <a:cubicBezTo>
                      <a:pt x="735" y="3344"/>
                      <a:pt x="736" y="3343"/>
                      <a:pt x="736" y="3342"/>
                    </a:cubicBezTo>
                    <a:cubicBezTo>
                      <a:pt x="736" y="3341"/>
                      <a:pt x="737" y="3341"/>
                      <a:pt x="737" y="3340"/>
                    </a:cubicBezTo>
                    <a:cubicBezTo>
                      <a:pt x="738" y="3337"/>
                      <a:pt x="738" y="3335"/>
                      <a:pt x="738" y="3332"/>
                    </a:cubicBezTo>
                    <a:cubicBezTo>
                      <a:pt x="738" y="3328"/>
                      <a:pt x="738" y="3325"/>
                      <a:pt x="740" y="3321"/>
                    </a:cubicBezTo>
                    <a:cubicBezTo>
                      <a:pt x="741" y="3320"/>
                      <a:pt x="741" y="3318"/>
                      <a:pt x="742" y="3317"/>
                    </a:cubicBezTo>
                    <a:cubicBezTo>
                      <a:pt x="743" y="3315"/>
                      <a:pt x="743" y="3314"/>
                      <a:pt x="744" y="3313"/>
                    </a:cubicBezTo>
                    <a:cubicBezTo>
                      <a:pt x="745" y="3312"/>
                      <a:pt x="745" y="3312"/>
                      <a:pt x="746" y="3311"/>
                    </a:cubicBezTo>
                    <a:cubicBezTo>
                      <a:pt x="746" y="3311"/>
                      <a:pt x="747" y="3310"/>
                      <a:pt x="747" y="3309"/>
                    </a:cubicBezTo>
                    <a:cubicBezTo>
                      <a:pt x="748" y="3308"/>
                      <a:pt x="749" y="3307"/>
                      <a:pt x="750" y="3305"/>
                    </a:cubicBezTo>
                    <a:cubicBezTo>
                      <a:pt x="752" y="3303"/>
                      <a:pt x="753" y="3301"/>
                      <a:pt x="755" y="3299"/>
                    </a:cubicBezTo>
                    <a:cubicBezTo>
                      <a:pt x="759" y="3293"/>
                      <a:pt x="757" y="3285"/>
                      <a:pt x="759" y="3278"/>
                    </a:cubicBezTo>
                    <a:cubicBezTo>
                      <a:pt x="760" y="3275"/>
                      <a:pt x="761" y="3272"/>
                      <a:pt x="763" y="3269"/>
                    </a:cubicBezTo>
                    <a:cubicBezTo>
                      <a:pt x="764" y="3268"/>
                      <a:pt x="765" y="3267"/>
                      <a:pt x="766" y="3266"/>
                    </a:cubicBezTo>
                    <a:cubicBezTo>
                      <a:pt x="767" y="3265"/>
                      <a:pt x="767" y="3266"/>
                      <a:pt x="769" y="3266"/>
                    </a:cubicBezTo>
                    <a:cubicBezTo>
                      <a:pt x="769" y="3267"/>
                      <a:pt x="769" y="3270"/>
                      <a:pt x="771" y="3270"/>
                    </a:cubicBezTo>
                    <a:cubicBezTo>
                      <a:pt x="772" y="3270"/>
                      <a:pt x="774" y="3269"/>
                      <a:pt x="775" y="3268"/>
                    </a:cubicBezTo>
                    <a:cubicBezTo>
                      <a:pt x="779" y="3260"/>
                      <a:pt x="781" y="3250"/>
                      <a:pt x="781" y="3241"/>
                    </a:cubicBezTo>
                    <a:cubicBezTo>
                      <a:pt x="781" y="3239"/>
                      <a:pt x="781" y="3236"/>
                      <a:pt x="782" y="3234"/>
                    </a:cubicBezTo>
                    <a:cubicBezTo>
                      <a:pt x="783" y="3233"/>
                      <a:pt x="783" y="3234"/>
                      <a:pt x="784" y="3234"/>
                    </a:cubicBezTo>
                    <a:cubicBezTo>
                      <a:pt x="785" y="3235"/>
                      <a:pt x="787" y="3236"/>
                      <a:pt x="788" y="3236"/>
                    </a:cubicBezTo>
                    <a:cubicBezTo>
                      <a:pt x="791" y="3237"/>
                      <a:pt x="792" y="3232"/>
                      <a:pt x="793" y="3230"/>
                    </a:cubicBezTo>
                    <a:cubicBezTo>
                      <a:pt x="793" y="3229"/>
                      <a:pt x="793" y="3227"/>
                      <a:pt x="793" y="3227"/>
                    </a:cubicBezTo>
                    <a:cubicBezTo>
                      <a:pt x="792" y="3226"/>
                      <a:pt x="790" y="3225"/>
                      <a:pt x="789" y="3225"/>
                    </a:cubicBezTo>
                    <a:cubicBezTo>
                      <a:pt x="788" y="3225"/>
                      <a:pt x="787" y="3226"/>
                      <a:pt x="786" y="3227"/>
                    </a:cubicBezTo>
                    <a:cubicBezTo>
                      <a:pt x="785" y="3227"/>
                      <a:pt x="784" y="3226"/>
                      <a:pt x="783" y="3225"/>
                    </a:cubicBezTo>
                    <a:cubicBezTo>
                      <a:pt x="783" y="3224"/>
                      <a:pt x="783" y="3221"/>
                      <a:pt x="784" y="3220"/>
                    </a:cubicBezTo>
                    <a:cubicBezTo>
                      <a:pt x="784" y="3219"/>
                      <a:pt x="784" y="3218"/>
                      <a:pt x="785" y="3217"/>
                    </a:cubicBezTo>
                    <a:cubicBezTo>
                      <a:pt x="786" y="3216"/>
                      <a:pt x="787" y="3214"/>
                      <a:pt x="788" y="3213"/>
                    </a:cubicBezTo>
                    <a:cubicBezTo>
                      <a:pt x="788" y="3211"/>
                      <a:pt x="788" y="3210"/>
                      <a:pt x="788" y="3208"/>
                    </a:cubicBezTo>
                    <a:cubicBezTo>
                      <a:pt x="788" y="3206"/>
                      <a:pt x="788" y="3204"/>
                      <a:pt x="787" y="3201"/>
                    </a:cubicBezTo>
                    <a:cubicBezTo>
                      <a:pt x="787" y="3198"/>
                      <a:pt x="787" y="3196"/>
                      <a:pt x="787" y="3193"/>
                    </a:cubicBezTo>
                    <a:cubicBezTo>
                      <a:pt x="787" y="3190"/>
                      <a:pt x="787" y="3187"/>
                      <a:pt x="788" y="3185"/>
                    </a:cubicBezTo>
                    <a:cubicBezTo>
                      <a:pt x="789" y="3183"/>
                      <a:pt x="790" y="3180"/>
                      <a:pt x="790" y="3177"/>
                    </a:cubicBezTo>
                    <a:cubicBezTo>
                      <a:pt x="790" y="3177"/>
                      <a:pt x="790" y="3176"/>
                      <a:pt x="790" y="3176"/>
                    </a:cubicBezTo>
                    <a:cubicBezTo>
                      <a:pt x="790" y="3176"/>
                      <a:pt x="790" y="3176"/>
                      <a:pt x="789" y="3175"/>
                    </a:cubicBezTo>
                    <a:cubicBezTo>
                      <a:pt x="789" y="3174"/>
                      <a:pt x="788" y="3170"/>
                      <a:pt x="789" y="3169"/>
                    </a:cubicBezTo>
                    <a:cubicBezTo>
                      <a:pt x="789" y="3167"/>
                      <a:pt x="789" y="3167"/>
                      <a:pt x="791" y="3167"/>
                    </a:cubicBezTo>
                    <a:cubicBezTo>
                      <a:pt x="792" y="3167"/>
                      <a:pt x="793" y="3166"/>
                      <a:pt x="793" y="3164"/>
                    </a:cubicBezTo>
                    <a:cubicBezTo>
                      <a:pt x="793" y="3163"/>
                      <a:pt x="793" y="3162"/>
                      <a:pt x="793" y="3161"/>
                    </a:cubicBezTo>
                    <a:cubicBezTo>
                      <a:pt x="793" y="3160"/>
                      <a:pt x="794" y="3159"/>
                      <a:pt x="795" y="3159"/>
                    </a:cubicBezTo>
                    <a:cubicBezTo>
                      <a:pt x="798" y="3157"/>
                      <a:pt x="798" y="3160"/>
                      <a:pt x="801" y="3161"/>
                    </a:cubicBezTo>
                    <a:cubicBezTo>
                      <a:pt x="802" y="3162"/>
                      <a:pt x="807" y="3163"/>
                      <a:pt x="808" y="3161"/>
                    </a:cubicBezTo>
                    <a:cubicBezTo>
                      <a:pt x="810" y="3159"/>
                      <a:pt x="804" y="3156"/>
                      <a:pt x="804" y="3154"/>
                    </a:cubicBezTo>
                    <a:cubicBezTo>
                      <a:pt x="803" y="3151"/>
                      <a:pt x="806" y="3149"/>
                      <a:pt x="806" y="3147"/>
                    </a:cubicBezTo>
                    <a:cubicBezTo>
                      <a:pt x="805" y="3145"/>
                      <a:pt x="804" y="3143"/>
                      <a:pt x="802" y="3142"/>
                    </a:cubicBezTo>
                    <a:cubicBezTo>
                      <a:pt x="801" y="3142"/>
                      <a:pt x="800" y="3142"/>
                      <a:pt x="798" y="3141"/>
                    </a:cubicBezTo>
                    <a:cubicBezTo>
                      <a:pt x="797" y="3141"/>
                      <a:pt x="796" y="3140"/>
                      <a:pt x="796" y="3139"/>
                    </a:cubicBezTo>
                    <a:cubicBezTo>
                      <a:pt x="795" y="3138"/>
                      <a:pt x="794" y="3136"/>
                      <a:pt x="793" y="3135"/>
                    </a:cubicBezTo>
                    <a:cubicBezTo>
                      <a:pt x="793" y="3135"/>
                      <a:pt x="793" y="3135"/>
                      <a:pt x="793" y="3135"/>
                    </a:cubicBezTo>
                    <a:cubicBezTo>
                      <a:pt x="793" y="3134"/>
                      <a:pt x="792" y="3133"/>
                      <a:pt x="791" y="3132"/>
                    </a:cubicBezTo>
                    <a:cubicBezTo>
                      <a:pt x="790" y="3131"/>
                      <a:pt x="790" y="3130"/>
                      <a:pt x="790" y="3128"/>
                    </a:cubicBezTo>
                    <a:cubicBezTo>
                      <a:pt x="789" y="3125"/>
                      <a:pt x="790" y="3122"/>
                      <a:pt x="792" y="3119"/>
                    </a:cubicBezTo>
                    <a:cubicBezTo>
                      <a:pt x="793" y="3118"/>
                      <a:pt x="792" y="3117"/>
                      <a:pt x="793" y="3116"/>
                    </a:cubicBezTo>
                    <a:cubicBezTo>
                      <a:pt x="794" y="3114"/>
                      <a:pt x="795" y="3115"/>
                      <a:pt x="796" y="3114"/>
                    </a:cubicBezTo>
                    <a:cubicBezTo>
                      <a:pt x="799" y="3113"/>
                      <a:pt x="795" y="3109"/>
                      <a:pt x="795" y="3107"/>
                    </a:cubicBezTo>
                    <a:cubicBezTo>
                      <a:pt x="794" y="3104"/>
                      <a:pt x="794" y="3101"/>
                      <a:pt x="794" y="3098"/>
                    </a:cubicBezTo>
                    <a:cubicBezTo>
                      <a:pt x="795" y="3096"/>
                      <a:pt x="795" y="3095"/>
                      <a:pt x="796" y="3094"/>
                    </a:cubicBezTo>
                    <a:cubicBezTo>
                      <a:pt x="797" y="3092"/>
                      <a:pt x="799" y="3090"/>
                      <a:pt x="801" y="3090"/>
                    </a:cubicBezTo>
                    <a:cubicBezTo>
                      <a:pt x="804" y="3088"/>
                      <a:pt x="808" y="3088"/>
                      <a:pt x="809" y="3084"/>
                    </a:cubicBezTo>
                    <a:cubicBezTo>
                      <a:pt x="809" y="3081"/>
                      <a:pt x="808" y="3078"/>
                      <a:pt x="809" y="3076"/>
                    </a:cubicBezTo>
                    <a:cubicBezTo>
                      <a:pt x="810" y="3072"/>
                      <a:pt x="814" y="3077"/>
                      <a:pt x="816" y="3075"/>
                    </a:cubicBezTo>
                    <a:cubicBezTo>
                      <a:pt x="817" y="3074"/>
                      <a:pt x="816" y="3070"/>
                      <a:pt x="817" y="3069"/>
                    </a:cubicBezTo>
                    <a:cubicBezTo>
                      <a:pt x="817" y="3067"/>
                      <a:pt x="817" y="3062"/>
                      <a:pt x="820" y="3063"/>
                    </a:cubicBezTo>
                    <a:cubicBezTo>
                      <a:pt x="820" y="3061"/>
                      <a:pt x="816" y="3059"/>
                      <a:pt x="817" y="3056"/>
                    </a:cubicBezTo>
                    <a:cubicBezTo>
                      <a:pt x="817" y="3055"/>
                      <a:pt x="819" y="3055"/>
                      <a:pt x="820" y="3054"/>
                    </a:cubicBezTo>
                    <a:cubicBezTo>
                      <a:pt x="821" y="3053"/>
                      <a:pt x="822" y="3051"/>
                      <a:pt x="823" y="3049"/>
                    </a:cubicBezTo>
                    <a:cubicBezTo>
                      <a:pt x="824" y="3047"/>
                      <a:pt x="822" y="3044"/>
                      <a:pt x="821" y="3042"/>
                    </a:cubicBezTo>
                    <a:cubicBezTo>
                      <a:pt x="820" y="3040"/>
                      <a:pt x="821" y="3040"/>
                      <a:pt x="821" y="3038"/>
                    </a:cubicBezTo>
                    <a:cubicBezTo>
                      <a:pt x="822" y="3036"/>
                      <a:pt x="822" y="3034"/>
                      <a:pt x="821" y="3033"/>
                    </a:cubicBezTo>
                    <a:cubicBezTo>
                      <a:pt x="820" y="3031"/>
                      <a:pt x="819" y="3029"/>
                      <a:pt x="817" y="3028"/>
                    </a:cubicBezTo>
                    <a:cubicBezTo>
                      <a:pt x="815" y="3028"/>
                      <a:pt x="813" y="3029"/>
                      <a:pt x="811" y="3028"/>
                    </a:cubicBezTo>
                    <a:cubicBezTo>
                      <a:pt x="809" y="3028"/>
                      <a:pt x="809" y="3027"/>
                      <a:pt x="808" y="3025"/>
                    </a:cubicBezTo>
                    <a:cubicBezTo>
                      <a:pt x="807" y="3024"/>
                      <a:pt x="805" y="3024"/>
                      <a:pt x="803" y="3024"/>
                    </a:cubicBezTo>
                    <a:cubicBezTo>
                      <a:pt x="801" y="3024"/>
                      <a:pt x="799" y="3025"/>
                      <a:pt x="798" y="3023"/>
                    </a:cubicBezTo>
                    <a:cubicBezTo>
                      <a:pt x="797" y="3021"/>
                      <a:pt x="797" y="3019"/>
                      <a:pt x="798" y="3017"/>
                    </a:cubicBezTo>
                    <a:cubicBezTo>
                      <a:pt x="800" y="3015"/>
                      <a:pt x="804" y="3016"/>
                      <a:pt x="806" y="3016"/>
                    </a:cubicBezTo>
                    <a:cubicBezTo>
                      <a:pt x="808" y="3017"/>
                      <a:pt x="810" y="3017"/>
                      <a:pt x="811" y="3018"/>
                    </a:cubicBezTo>
                    <a:cubicBezTo>
                      <a:pt x="812" y="3020"/>
                      <a:pt x="813" y="3022"/>
                      <a:pt x="814" y="3023"/>
                    </a:cubicBezTo>
                    <a:cubicBezTo>
                      <a:pt x="817" y="3023"/>
                      <a:pt x="816" y="3020"/>
                      <a:pt x="816" y="3018"/>
                    </a:cubicBezTo>
                    <a:cubicBezTo>
                      <a:pt x="815" y="3016"/>
                      <a:pt x="816" y="3016"/>
                      <a:pt x="817" y="3014"/>
                    </a:cubicBezTo>
                    <a:cubicBezTo>
                      <a:pt x="818" y="3012"/>
                      <a:pt x="818" y="3009"/>
                      <a:pt x="817" y="3007"/>
                    </a:cubicBezTo>
                    <a:cubicBezTo>
                      <a:pt x="816" y="3006"/>
                      <a:pt x="814" y="3003"/>
                      <a:pt x="815" y="3002"/>
                    </a:cubicBezTo>
                    <a:cubicBezTo>
                      <a:pt x="815" y="3001"/>
                      <a:pt x="816" y="3001"/>
                      <a:pt x="816" y="3000"/>
                    </a:cubicBezTo>
                    <a:cubicBezTo>
                      <a:pt x="816" y="2999"/>
                      <a:pt x="816" y="2998"/>
                      <a:pt x="816" y="2997"/>
                    </a:cubicBezTo>
                    <a:cubicBezTo>
                      <a:pt x="816" y="2996"/>
                      <a:pt x="815" y="2994"/>
                      <a:pt x="814" y="2993"/>
                    </a:cubicBezTo>
                    <a:cubicBezTo>
                      <a:pt x="813" y="2992"/>
                      <a:pt x="812" y="2991"/>
                      <a:pt x="812" y="2989"/>
                    </a:cubicBezTo>
                    <a:cubicBezTo>
                      <a:pt x="811" y="2988"/>
                      <a:pt x="811" y="2986"/>
                      <a:pt x="813" y="2987"/>
                    </a:cubicBezTo>
                    <a:cubicBezTo>
                      <a:pt x="815" y="2988"/>
                      <a:pt x="816" y="2990"/>
                      <a:pt x="817" y="2991"/>
                    </a:cubicBezTo>
                    <a:cubicBezTo>
                      <a:pt x="818" y="2992"/>
                      <a:pt x="820" y="2992"/>
                      <a:pt x="821" y="2992"/>
                    </a:cubicBezTo>
                    <a:cubicBezTo>
                      <a:pt x="823" y="2992"/>
                      <a:pt x="824" y="2991"/>
                      <a:pt x="825" y="2990"/>
                    </a:cubicBezTo>
                    <a:cubicBezTo>
                      <a:pt x="825" y="2989"/>
                      <a:pt x="824" y="2989"/>
                      <a:pt x="825" y="2988"/>
                    </a:cubicBezTo>
                    <a:cubicBezTo>
                      <a:pt x="826" y="2988"/>
                      <a:pt x="827" y="2988"/>
                      <a:pt x="827" y="2988"/>
                    </a:cubicBezTo>
                    <a:cubicBezTo>
                      <a:pt x="829" y="2987"/>
                      <a:pt x="830" y="2985"/>
                      <a:pt x="829" y="2983"/>
                    </a:cubicBezTo>
                    <a:cubicBezTo>
                      <a:pt x="828" y="2983"/>
                      <a:pt x="827" y="2983"/>
                      <a:pt x="826" y="2982"/>
                    </a:cubicBezTo>
                    <a:cubicBezTo>
                      <a:pt x="826" y="2981"/>
                      <a:pt x="826" y="2980"/>
                      <a:pt x="826" y="2979"/>
                    </a:cubicBezTo>
                    <a:cubicBezTo>
                      <a:pt x="826" y="2979"/>
                      <a:pt x="827" y="2979"/>
                      <a:pt x="828" y="2979"/>
                    </a:cubicBezTo>
                    <a:cubicBezTo>
                      <a:pt x="828" y="2977"/>
                      <a:pt x="826" y="2975"/>
                      <a:pt x="824" y="2973"/>
                    </a:cubicBezTo>
                    <a:cubicBezTo>
                      <a:pt x="823" y="2970"/>
                      <a:pt x="821" y="2967"/>
                      <a:pt x="819" y="2964"/>
                    </a:cubicBezTo>
                    <a:cubicBezTo>
                      <a:pt x="817" y="2962"/>
                      <a:pt x="816" y="2960"/>
                      <a:pt x="813" y="2958"/>
                    </a:cubicBezTo>
                    <a:cubicBezTo>
                      <a:pt x="812" y="2958"/>
                      <a:pt x="811" y="2957"/>
                      <a:pt x="810" y="2956"/>
                    </a:cubicBezTo>
                    <a:cubicBezTo>
                      <a:pt x="809" y="2956"/>
                      <a:pt x="808" y="2956"/>
                      <a:pt x="807" y="2956"/>
                    </a:cubicBezTo>
                    <a:cubicBezTo>
                      <a:pt x="809" y="2961"/>
                      <a:pt x="813" y="2966"/>
                      <a:pt x="815" y="2971"/>
                    </a:cubicBezTo>
                    <a:cubicBezTo>
                      <a:pt x="816" y="2972"/>
                      <a:pt x="817" y="2973"/>
                      <a:pt x="817" y="2974"/>
                    </a:cubicBezTo>
                    <a:cubicBezTo>
                      <a:pt x="816" y="2975"/>
                      <a:pt x="814" y="2974"/>
                      <a:pt x="813" y="2973"/>
                    </a:cubicBezTo>
                    <a:cubicBezTo>
                      <a:pt x="811" y="2971"/>
                      <a:pt x="809" y="2969"/>
                      <a:pt x="806" y="2967"/>
                    </a:cubicBezTo>
                    <a:cubicBezTo>
                      <a:pt x="804" y="2965"/>
                      <a:pt x="802" y="2962"/>
                      <a:pt x="800" y="2960"/>
                    </a:cubicBezTo>
                    <a:cubicBezTo>
                      <a:pt x="798" y="2959"/>
                      <a:pt x="796" y="2956"/>
                      <a:pt x="794" y="2955"/>
                    </a:cubicBezTo>
                    <a:cubicBezTo>
                      <a:pt x="794" y="2954"/>
                      <a:pt x="784" y="2946"/>
                      <a:pt x="787" y="2944"/>
                    </a:cubicBezTo>
                    <a:cubicBezTo>
                      <a:pt x="790" y="2943"/>
                      <a:pt x="794" y="2950"/>
                      <a:pt x="795" y="2952"/>
                    </a:cubicBezTo>
                    <a:cubicBezTo>
                      <a:pt x="797" y="2954"/>
                      <a:pt x="799" y="2954"/>
                      <a:pt x="802" y="2954"/>
                    </a:cubicBezTo>
                    <a:cubicBezTo>
                      <a:pt x="802" y="2951"/>
                      <a:pt x="799" y="2950"/>
                      <a:pt x="799" y="2947"/>
                    </a:cubicBezTo>
                    <a:cubicBezTo>
                      <a:pt x="799" y="2946"/>
                      <a:pt x="799" y="2945"/>
                      <a:pt x="800" y="2944"/>
                    </a:cubicBezTo>
                    <a:cubicBezTo>
                      <a:pt x="802" y="2944"/>
                      <a:pt x="803" y="2944"/>
                      <a:pt x="804" y="2945"/>
                    </a:cubicBezTo>
                    <a:cubicBezTo>
                      <a:pt x="808" y="2946"/>
                      <a:pt x="808" y="2940"/>
                      <a:pt x="808" y="2937"/>
                    </a:cubicBezTo>
                    <a:cubicBezTo>
                      <a:pt x="808" y="2934"/>
                      <a:pt x="808" y="2932"/>
                      <a:pt x="805" y="2930"/>
                    </a:cubicBezTo>
                    <a:cubicBezTo>
                      <a:pt x="803" y="2927"/>
                      <a:pt x="800" y="2925"/>
                      <a:pt x="798" y="2923"/>
                    </a:cubicBezTo>
                    <a:cubicBezTo>
                      <a:pt x="798" y="2922"/>
                      <a:pt x="796" y="2920"/>
                      <a:pt x="797" y="2919"/>
                    </a:cubicBezTo>
                    <a:cubicBezTo>
                      <a:pt x="797" y="2918"/>
                      <a:pt x="798" y="2918"/>
                      <a:pt x="799" y="2918"/>
                    </a:cubicBezTo>
                    <a:cubicBezTo>
                      <a:pt x="801" y="2919"/>
                      <a:pt x="802" y="2921"/>
                      <a:pt x="803" y="2922"/>
                    </a:cubicBezTo>
                    <a:cubicBezTo>
                      <a:pt x="804" y="2923"/>
                      <a:pt x="806" y="2924"/>
                      <a:pt x="807" y="2925"/>
                    </a:cubicBezTo>
                    <a:cubicBezTo>
                      <a:pt x="810" y="2927"/>
                      <a:pt x="813" y="2929"/>
                      <a:pt x="814" y="2931"/>
                    </a:cubicBezTo>
                    <a:cubicBezTo>
                      <a:pt x="816" y="2934"/>
                      <a:pt x="816" y="2937"/>
                      <a:pt x="814" y="2940"/>
                    </a:cubicBezTo>
                    <a:cubicBezTo>
                      <a:pt x="813" y="2943"/>
                      <a:pt x="815" y="2946"/>
                      <a:pt x="818" y="2947"/>
                    </a:cubicBezTo>
                    <a:cubicBezTo>
                      <a:pt x="822" y="2949"/>
                      <a:pt x="821" y="2943"/>
                      <a:pt x="822" y="2941"/>
                    </a:cubicBezTo>
                    <a:cubicBezTo>
                      <a:pt x="824" y="2937"/>
                      <a:pt x="827" y="2942"/>
                      <a:pt x="829" y="2944"/>
                    </a:cubicBezTo>
                    <a:cubicBezTo>
                      <a:pt x="830" y="2945"/>
                      <a:pt x="833" y="2947"/>
                      <a:pt x="835" y="2945"/>
                    </a:cubicBezTo>
                    <a:cubicBezTo>
                      <a:pt x="836" y="2942"/>
                      <a:pt x="832" y="2939"/>
                      <a:pt x="834" y="2937"/>
                    </a:cubicBezTo>
                    <a:cubicBezTo>
                      <a:pt x="835" y="2935"/>
                      <a:pt x="838" y="2936"/>
                      <a:pt x="839" y="2934"/>
                    </a:cubicBezTo>
                    <a:cubicBezTo>
                      <a:pt x="839" y="2931"/>
                      <a:pt x="837" y="2928"/>
                      <a:pt x="835" y="2926"/>
                    </a:cubicBezTo>
                    <a:cubicBezTo>
                      <a:pt x="834" y="2924"/>
                      <a:pt x="835" y="2921"/>
                      <a:pt x="834" y="2919"/>
                    </a:cubicBezTo>
                    <a:cubicBezTo>
                      <a:pt x="833" y="2915"/>
                      <a:pt x="828" y="2918"/>
                      <a:pt x="825" y="2917"/>
                    </a:cubicBezTo>
                    <a:cubicBezTo>
                      <a:pt x="823" y="2916"/>
                      <a:pt x="822" y="2914"/>
                      <a:pt x="822" y="2911"/>
                    </a:cubicBezTo>
                    <a:cubicBezTo>
                      <a:pt x="822" y="2910"/>
                      <a:pt x="821" y="2909"/>
                      <a:pt x="822" y="2908"/>
                    </a:cubicBezTo>
                    <a:cubicBezTo>
                      <a:pt x="823" y="2907"/>
                      <a:pt x="825" y="2908"/>
                      <a:pt x="826" y="2909"/>
                    </a:cubicBezTo>
                    <a:cubicBezTo>
                      <a:pt x="827" y="2909"/>
                      <a:pt x="828" y="2910"/>
                      <a:pt x="829" y="2910"/>
                    </a:cubicBezTo>
                    <a:cubicBezTo>
                      <a:pt x="829" y="2907"/>
                      <a:pt x="834" y="2908"/>
                      <a:pt x="836" y="2907"/>
                    </a:cubicBezTo>
                    <a:cubicBezTo>
                      <a:pt x="838" y="2906"/>
                      <a:pt x="836" y="2904"/>
                      <a:pt x="835" y="2903"/>
                    </a:cubicBezTo>
                    <a:cubicBezTo>
                      <a:pt x="834" y="2901"/>
                      <a:pt x="833" y="2899"/>
                      <a:pt x="831" y="2897"/>
                    </a:cubicBezTo>
                    <a:cubicBezTo>
                      <a:pt x="831" y="2896"/>
                      <a:pt x="830" y="2896"/>
                      <a:pt x="830" y="2895"/>
                    </a:cubicBezTo>
                    <a:cubicBezTo>
                      <a:pt x="829" y="2893"/>
                      <a:pt x="829" y="2892"/>
                      <a:pt x="829" y="2890"/>
                    </a:cubicBezTo>
                    <a:cubicBezTo>
                      <a:pt x="830" y="2890"/>
                      <a:pt x="831" y="2891"/>
                      <a:pt x="832" y="2890"/>
                    </a:cubicBezTo>
                    <a:cubicBezTo>
                      <a:pt x="832" y="2889"/>
                      <a:pt x="831" y="2887"/>
                      <a:pt x="831" y="2886"/>
                    </a:cubicBezTo>
                    <a:cubicBezTo>
                      <a:pt x="829" y="2884"/>
                      <a:pt x="828" y="2882"/>
                      <a:pt x="826" y="2880"/>
                    </a:cubicBezTo>
                    <a:cubicBezTo>
                      <a:pt x="824" y="2877"/>
                      <a:pt x="822" y="2875"/>
                      <a:pt x="821" y="2871"/>
                    </a:cubicBezTo>
                    <a:cubicBezTo>
                      <a:pt x="820" y="2869"/>
                      <a:pt x="819" y="2868"/>
                      <a:pt x="818" y="2866"/>
                    </a:cubicBezTo>
                    <a:cubicBezTo>
                      <a:pt x="817" y="2865"/>
                      <a:pt x="816" y="2864"/>
                      <a:pt x="816" y="2863"/>
                    </a:cubicBezTo>
                    <a:cubicBezTo>
                      <a:pt x="820" y="2865"/>
                      <a:pt x="822" y="2868"/>
                      <a:pt x="824" y="2871"/>
                    </a:cubicBezTo>
                    <a:cubicBezTo>
                      <a:pt x="825" y="2874"/>
                      <a:pt x="827" y="2877"/>
                      <a:pt x="829" y="2879"/>
                    </a:cubicBezTo>
                    <a:cubicBezTo>
                      <a:pt x="831" y="2879"/>
                      <a:pt x="833" y="2881"/>
                      <a:pt x="834" y="2880"/>
                    </a:cubicBezTo>
                    <a:cubicBezTo>
                      <a:pt x="836" y="2879"/>
                      <a:pt x="836" y="2878"/>
                      <a:pt x="838" y="2878"/>
                    </a:cubicBezTo>
                    <a:cubicBezTo>
                      <a:pt x="839" y="2878"/>
                      <a:pt x="842" y="2879"/>
                      <a:pt x="841" y="2876"/>
                    </a:cubicBezTo>
                    <a:cubicBezTo>
                      <a:pt x="841" y="2874"/>
                      <a:pt x="839" y="2873"/>
                      <a:pt x="838" y="2871"/>
                    </a:cubicBezTo>
                    <a:cubicBezTo>
                      <a:pt x="837" y="2869"/>
                      <a:pt x="836" y="2867"/>
                      <a:pt x="838" y="2867"/>
                    </a:cubicBezTo>
                    <a:cubicBezTo>
                      <a:pt x="840" y="2866"/>
                      <a:pt x="842" y="2867"/>
                      <a:pt x="843" y="2865"/>
                    </a:cubicBezTo>
                    <a:cubicBezTo>
                      <a:pt x="844" y="2863"/>
                      <a:pt x="843" y="2860"/>
                      <a:pt x="842" y="2858"/>
                    </a:cubicBezTo>
                    <a:cubicBezTo>
                      <a:pt x="840" y="2855"/>
                      <a:pt x="838" y="2853"/>
                      <a:pt x="836" y="2850"/>
                    </a:cubicBezTo>
                    <a:cubicBezTo>
                      <a:pt x="833" y="2848"/>
                      <a:pt x="831" y="2846"/>
                      <a:pt x="829" y="2844"/>
                    </a:cubicBezTo>
                    <a:cubicBezTo>
                      <a:pt x="828" y="2843"/>
                      <a:pt x="826" y="2842"/>
                      <a:pt x="827" y="2840"/>
                    </a:cubicBezTo>
                    <a:cubicBezTo>
                      <a:pt x="828" y="2839"/>
                      <a:pt x="831" y="2840"/>
                      <a:pt x="832" y="2840"/>
                    </a:cubicBezTo>
                    <a:cubicBezTo>
                      <a:pt x="835" y="2840"/>
                      <a:pt x="834" y="2836"/>
                      <a:pt x="835" y="2834"/>
                    </a:cubicBezTo>
                    <a:cubicBezTo>
                      <a:pt x="835" y="2832"/>
                      <a:pt x="836" y="2830"/>
                      <a:pt x="836" y="2829"/>
                    </a:cubicBezTo>
                    <a:cubicBezTo>
                      <a:pt x="835" y="2827"/>
                      <a:pt x="833" y="2827"/>
                      <a:pt x="831" y="2827"/>
                    </a:cubicBezTo>
                    <a:cubicBezTo>
                      <a:pt x="829" y="2827"/>
                      <a:pt x="826" y="2827"/>
                      <a:pt x="824" y="2826"/>
                    </a:cubicBezTo>
                    <a:cubicBezTo>
                      <a:pt x="823" y="2825"/>
                      <a:pt x="822" y="2823"/>
                      <a:pt x="824" y="2822"/>
                    </a:cubicBezTo>
                    <a:cubicBezTo>
                      <a:pt x="826" y="2821"/>
                      <a:pt x="834" y="2825"/>
                      <a:pt x="835" y="2822"/>
                    </a:cubicBezTo>
                    <a:cubicBezTo>
                      <a:pt x="836" y="2820"/>
                      <a:pt x="833" y="2818"/>
                      <a:pt x="832" y="2817"/>
                    </a:cubicBezTo>
                    <a:cubicBezTo>
                      <a:pt x="831" y="2816"/>
                      <a:pt x="830" y="2814"/>
                      <a:pt x="829" y="2813"/>
                    </a:cubicBezTo>
                    <a:cubicBezTo>
                      <a:pt x="828" y="2811"/>
                      <a:pt x="826" y="2810"/>
                      <a:pt x="826" y="2808"/>
                    </a:cubicBezTo>
                    <a:cubicBezTo>
                      <a:pt x="825" y="2807"/>
                      <a:pt x="824" y="2806"/>
                      <a:pt x="823" y="2805"/>
                    </a:cubicBezTo>
                    <a:cubicBezTo>
                      <a:pt x="821" y="2802"/>
                      <a:pt x="818" y="2800"/>
                      <a:pt x="815" y="2799"/>
                    </a:cubicBezTo>
                    <a:cubicBezTo>
                      <a:pt x="814" y="2799"/>
                      <a:pt x="812" y="2799"/>
                      <a:pt x="811" y="2799"/>
                    </a:cubicBezTo>
                    <a:cubicBezTo>
                      <a:pt x="810" y="2798"/>
                      <a:pt x="808" y="2797"/>
                      <a:pt x="806" y="2797"/>
                    </a:cubicBezTo>
                    <a:cubicBezTo>
                      <a:pt x="804" y="2796"/>
                      <a:pt x="802" y="2795"/>
                      <a:pt x="800" y="2794"/>
                    </a:cubicBezTo>
                    <a:cubicBezTo>
                      <a:pt x="798" y="2793"/>
                      <a:pt x="796" y="2792"/>
                      <a:pt x="794" y="2791"/>
                    </a:cubicBezTo>
                    <a:cubicBezTo>
                      <a:pt x="791" y="2790"/>
                      <a:pt x="787" y="2789"/>
                      <a:pt x="784" y="2788"/>
                    </a:cubicBezTo>
                    <a:cubicBezTo>
                      <a:pt x="782" y="2787"/>
                      <a:pt x="779" y="2787"/>
                      <a:pt x="776" y="2787"/>
                    </a:cubicBezTo>
                    <a:cubicBezTo>
                      <a:pt x="773" y="2786"/>
                      <a:pt x="770" y="2785"/>
                      <a:pt x="766" y="2785"/>
                    </a:cubicBezTo>
                    <a:cubicBezTo>
                      <a:pt x="764" y="2784"/>
                      <a:pt x="761" y="2784"/>
                      <a:pt x="758" y="2784"/>
                    </a:cubicBezTo>
                    <a:cubicBezTo>
                      <a:pt x="754" y="2783"/>
                      <a:pt x="750" y="2782"/>
                      <a:pt x="746" y="2782"/>
                    </a:cubicBezTo>
                    <a:cubicBezTo>
                      <a:pt x="743" y="2781"/>
                      <a:pt x="739" y="2780"/>
                      <a:pt x="736" y="2780"/>
                    </a:cubicBezTo>
                    <a:cubicBezTo>
                      <a:pt x="732" y="2780"/>
                      <a:pt x="728" y="2780"/>
                      <a:pt x="725" y="2780"/>
                    </a:cubicBezTo>
                    <a:cubicBezTo>
                      <a:pt x="723" y="2780"/>
                      <a:pt x="721" y="2779"/>
                      <a:pt x="719" y="2779"/>
                    </a:cubicBezTo>
                    <a:cubicBezTo>
                      <a:pt x="711" y="2779"/>
                      <a:pt x="703" y="2778"/>
                      <a:pt x="695" y="2780"/>
                    </a:cubicBezTo>
                    <a:cubicBezTo>
                      <a:pt x="691" y="2781"/>
                      <a:pt x="686" y="2782"/>
                      <a:pt x="681" y="2783"/>
                    </a:cubicBezTo>
                    <a:cubicBezTo>
                      <a:pt x="678" y="2784"/>
                      <a:pt x="675" y="2784"/>
                      <a:pt x="671" y="2785"/>
                    </a:cubicBezTo>
                    <a:cubicBezTo>
                      <a:pt x="668" y="2786"/>
                      <a:pt x="664" y="2789"/>
                      <a:pt x="661" y="2791"/>
                    </a:cubicBezTo>
                    <a:cubicBezTo>
                      <a:pt x="659" y="2792"/>
                      <a:pt x="657" y="2794"/>
                      <a:pt x="654" y="2792"/>
                    </a:cubicBezTo>
                    <a:cubicBezTo>
                      <a:pt x="652" y="2791"/>
                      <a:pt x="650" y="2790"/>
                      <a:pt x="649" y="2788"/>
                    </a:cubicBezTo>
                    <a:cubicBezTo>
                      <a:pt x="646" y="2786"/>
                      <a:pt x="644" y="2785"/>
                      <a:pt x="641" y="2783"/>
                    </a:cubicBezTo>
                    <a:cubicBezTo>
                      <a:pt x="630" y="2777"/>
                      <a:pt x="617" y="2774"/>
                      <a:pt x="604" y="2776"/>
                    </a:cubicBezTo>
                    <a:cubicBezTo>
                      <a:pt x="600" y="2776"/>
                      <a:pt x="596" y="2777"/>
                      <a:pt x="592" y="2776"/>
                    </a:cubicBezTo>
                    <a:cubicBezTo>
                      <a:pt x="589" y="2775"/>
                      <a:pt x="586" y="2773"/>
                      <a:pt x="583" y="2771"/>
                    </a:cubicBezTo>
                    <a:cubicBezTo>
                      <a:pt x="580" y="2769"/>
                      <a:pt x="577" y="2769"/>
                      <a:pt x="574" y="2771"/>
                    </a:cubicBezTo>
                    <a:cubicBezTo>
                      <a:pt x="572" y="2771"/>
                      <a:pt x="571" y="2772"/>
                      <a:pt x="569" y="2773"/>
                    </a:cubicBezTo>
                    <a:cubicBezTo>
                      <a:pt x="569" y="2774"/>
                      <a:pt x="567" y="2775"/>
                      <a:pt x="566" y="2774"/>
                    </a:cubicBezTo>
                    <a:cubicBezTo>
                      <a:pt x="564" y="2774"/>
                      <a:pt x="569" y="2768"/>
                      <a:pt x="570" y="2768"/>
                    </a:cubicBezTo>
                    <a:cubicBezTo>
                      <a:pt x="573" y="2764"/>
                      <a:pt x="578" y="2763"/>
                      <a:pt x="582" y="2764"/>
                    </a:cubicBezTo>
                    <a:cubicBezTo>
                      <a:pt x="588" y="2765"/>
                      <a:pt x="592" y="2767"/>
                      <a:pt x="597" y="2769"/>
                    </a:cubicBezTo>
                    <a:cubicBezTo>
                      <a:pt x="603" y="2770"/>
                      <a:pt x="608" y="2771"/>
                      <a:pt x="614" y="2772"/>
                    </a:cubicBezTo>
                    <a:cubicBezTo>
                      <a:pt x="619" y="2773"/>
                      <a:pt x="623" y="2774"/>
                      <a:pt x="628" y="2777"/>
                    </a:cubicBezTo>
                    <a:cubicBezTo>
                      <a:pt x="631" y="2779"/>
                      <a:pt x="635" y="2780"/>
                      <a:pt x="639" y="2781"/>
                    </a:cubicBezTo>
                    <a:cubicBezTo>
                      <a:pt x="641" y="2781"/>
                      <a:pt x="643" y="2781"/>
                      <a:pt x="645" y="2781"/>
                    </a:cubicBezTo>
                    <a:cubicBezTo>
                      <a:pt x="646" y="2781"/>
                      <a:pt x="647" y="2781"/>
                      <a:pt x="648" y="2781"/>
                    </a:cubicBezTo>
                    <a:cubicBezTo>
                      <a:pt x="650" y="2780"/>
                      <a:pt x="651" y="2778"/>
                      <a:pt x="653" y="2777"/>
                    </a:cubicBezTo>
                    <a:cubicBezTo>
                      <a:pt x="653" y="2777"/>
                      <a:pt x="653" y="2777"/>
                      <a:pt x="653" y="2777"/>
                    </a:cubicBezTo>
                    <a:cubicBezTo>
                      <a:pt x="653" y="2777"/>
                      <a:pt x="653" y="2777"/>
                      <a:pt x="653" y="2777"/>
                    </a:cubicBezTo>
                    <a:cubicBezTo>
                      <a:pt x="653" y="2777"/>
                      <a:pt x="653" y="2777"/>
                      <a:pt x="653" y="2777"/>
                    </a:cubicBezTo>
                    <a:cubicBezTo>
                      <a:pt x="654" y="2777"/>
                      <a:pt x="654" y="2777"/>
                      <a:pt x="655" y="2776"/>
                    </a:cubicBezTo>
                    <a:cubicBezTo>
                      <a:pt x="655" y="2776"/>
                      <a:pt x="656" y="2775"/>
                      <a:pt x="657" y="2775"/>
                    </a:cubicBezTo>
                    <a:cubicBezTo>
                      <a:pt x="658" y="2774"/>
                      <a:pt x="659" y="2773"/>
                      <a:pt x="661" y="2773"/>
                    </a:cubicBezTo>
                    <a:cubicBezTo>
                      <a:pt x="665" y="2771"/>
                      <a:pt x="669" y="2770"/>
                      <a:pt x="673" y="2770"/>
                    </a:cubicBezTo>
                    <a:cubicBezTo>
                      <a:pt x="676" y="2770"/>
                      <a:pt x="678" y="2769"/>
                      <a:pt x="681" y="2770"/>
                    </a:cubicBezTo>
                    <a:cubicBezTo>
                      <a:pt x="683" y="2771"/>
                      <a:pt x="685" y="2772"/>
                      <a:pt x="687" y="2772"/>
                    </a:cubicBezTo>
                    <a:cubicBezTo>
                      <a:pt x="689" y="2773"/>
                      <a:pt x="692" y="2772"/>
                      <a:pt x="694" y="2773"/>
                    </a:cubicBezTo>
                    <a:cubicBezTo>
                      <a:pt x="696" y="2773"/>
                      <a:pt x="698" y="2774"/>
                      <a:pt x="699" y="2774"/>
                    </a:cubicBezTo>
                    <a:cubicBezTo>
                      <a:pt x="702" y="2775"/>
                      <a:pt x="705" y="2776"/>
                      <a:pt x="707" y="2775"/>
                    </a:cubicBezTo>
                    <a:cubicBezTo>
                      <a:pt x="710" y="2775"/>
                      <a:pt x="713" y="2776"/>
                      <a:pt x="716" y="2776"/>
                    </a:cubicBezTo>
                    <a:cubicBezTo>
                      <a:pt x="717" y="2777"/>
                      <a:pt x="719" y="2777"/>
                      <a:pt x="720" y="2777"/>
                    </a:cubicBezTo>
                    <a:cubicBezTo>
                      <a:pt x="724" y="2777"/>
                      <a:pt x="728" y="2778"/>
                      <a:pt x="731" y="2778"/>
                    </a:cubicBezTo>
                    <a:cubicBezTo>
                      <a:pt x="735" y="2779"/>
                      <a:pt x="740" y="2779"/>
                      <a:pt x="744" y="2780"/>
                    </a:cubicBezTo>
                    <a:cubicBezTo>
                      <a:pt x="746" y="2780"/>
                      <a:pt x="749" y="2781"/>
                      <a:pt x="751" y="2782"/>
                    </a:cubicBezTo>
                    <a:cubicBezTo>
                      <a:pt x="755" y="2782"/>
                      <a:pt x="758" y="2782"/>
                      <a:pt x="762" y="2782"/>
                    </a:cubicBezTo>
                    <a:cubicBezTo>
                      <a:pt x="766" y="2782"/>
                      <a:pt x="771" y="2783"/>
                      <a:pt x="776" y="2783"/>
                    </a:cubicBezTo>
                    <a:cubicBezTo>
                      <a:pt x="781" y="2783"/>
                      <a:pt x="785" y="2786"/>
                      <a:pt x="789" y="2787"/>
                    </a:cubicBezTo>
                    <a:cubicBezTo>
                      <a:pt x="792" y="2787"/>
                      <a:pt x="795" y="2788"/>
                      <a:pt x="798" y="2789"/>
                    </a:cubicBezTo>
                    <a:cubicBezTo>
                      <a:pt x="800" y="2790"/>
                      <a:pt x="802" y="2791"/>
                      <a:pt x="804" y="2792"/>
                    </a:cubicBezTo>
                    <a:cubicBezTo>
                      <a:pt x="807" y="2793"/>
                      <a:pt x="809" y="2794"/>
                      <a:pt x="812" y="2795"/>
                    </a:cubicBezTo>
                    <a:cubicBezTo>
                      <a:pt x="816" y="2798"/>
                      <a:pt x="820" y="2799"/>
                      <a:pt x="824" y="2799"/>
                    </a:cubicBezTo>
                    <a:cubicBezTo>
                      <a:pt x="826" y="2799"/>
                      <a:pt x="827" y="2800"/>
                      <a:pt x="829" y="2800"/>
                    </a:cubicBezTo>
                    <a:cubicBezTo>
                      <a:pt x="831" y="2800"/>
                      <a:pt x="833" y="2800"/>
                      <a:pt x="835" y="2799"/>
                    </a:cubicBezTo>
                    <a:cubicBezTo>
                      <a:pt x="837" y="2799"/>
                      <a:pt x="839" y="2798"/>
                      <a:pt x="841" y="2797"/>
                    </a:cubicBezTo>
                    <a:cubicBezTo>
                      <a:pt x="844" y="2795"/>
                      <a:pt x="846" y="2793"/>
                      <a:pt x="848" y="2792"/>
                    </a:cubicBezTo>
                    <a:cubicBezTo>
                      <a:pt x="851" y="2791"/>
                      <a:pt x="855" y="2790"/>
                      <a:pt x="857" y="2788"/>
                    </a:cubicBezTo>
                    <a:cubicBezTo>
                      <a:pt x="860" y="2785"/>
                      <a:pt x="857" y="2782"/>
                      <a:pt x="855" y="2779"/>
                    </a:cubicBezTo>
                    <a:cubicBezTo>
                      <a:pt x="853" y="2776"/>
                      <a:pt x="850" y="2775"/>
                      <a:pt x="847" y="2773"/>
                    </a:cubicBezTo>
                    <a:cubicBezTo>
                      <a:pt x="844" y="2771"/>
                      <a:pt x="844" y="2768"/>
                      <a:pt x="843" y="2765"/>
                    </a:cubicBezTo>
                    <a:cubicBezTo>
                      <a:pt x="841" y="2762"/>
                      <a:pt x="839" y="2759"/>
                      <a:pt x="835" y="2757"/>
                    </a:cubicBezTo>
                    <a:cubicBezTo>
                      <a:pt x="832" y="2756"/>
                      <a:pt x="828" y="2757"/>
                      <a:pt x="825" y="2757"/>
                    </a:cubicBezTo>
                    <a:cubicBezTo>
                      <a:pt x="821" y="2756"/>
                      <a:pt x="818" y="2754"/>
                      <a:pt x="814" y="2753"/>
                    </a:cubicBezTo>
                    <a:cubicBezTo>
                      <a:pt x="811" y="2751"/>
                      <a:pt x="808" y="2752"/>
                      <a:pt x="805" y="2753"/>
                    </a:cubicBezTo>
                    <a:cubicBezTo>
                      <a:pt x="802" y="2754"/>
                      <a:pt x="799" y="2754"/>
                      <a:pt x="796" y="2752"/>
                    </a:cubicBezTo>
                    <a:cubicBezTo>
                      <a:pt x="794" y="2751"/>
                      <a:pt x="790" y="2747"/>
                      <a:pt x="787" y="2747"/>
                    </a:cubicBezTo>
                    <a:cubicBezTo>
                      <a:pt x="784" y="2747"/>
                      <a:pt x="783" y="2750"/>
                      <a:pt x="782" y="2752"/>
                    </a:cubicBezTo>
                    <a:cubicBezTo>
                      <a:pt x="780" y="2755"/>
                      <a:pt x="777" y="2752"/>
                      <a:pt x="774" y="2751"/>
                    </a:cubicBezTo>
                    <a:cubicBezTo>
                      <a:pt x="773" y="2749"/>
                      <a:pt x="771" y="2748"/>
                      <a:pt x="769" y="2747"/>
                    </a:cubicBezTo>
                    <a:cubicBezTo>
                      <a:pt x="768" y="2746"/>
                      <a:pt x="767" y="2744"/>
                      <a:pt x="766" y="2744"/>
                    </a:cubicBezTo>
                    <a:cubicBezTo>
                      <a:pt x="763" y="2744"/>
                      <a:pt x="763" y="2747"/>
                      <a:pt x="762" y="2749"/>
                    </a:cubicBezTo>
                    <a:cubicBezTo>
                      <a:pt x="761" y="2751"/>
                      <a:pt x="758" y="2752"/>
                      <a:pt x="755" y="2752"/>
                    </a:cubicBezTo>
                    <a:cubicBezTo>
                      <a:pt x="753" y="2752"/>
                      <a:pt x="749" y="2751"/>
                      <a:pt x="749" y="2749"/>
                    </a:cubicBezTo>
                    <a:cubicBezTo>
                      <a:pt x="748" y="2746"/>
                      <a:pt x="752" y="2743"/>
                      <a:pt x="754" y="2742"/>
                    </a:cubicBezTo>
                    <a:cubicBezTo>
                      <a:pt x="758" y="2740"/>
                      <a:pt x="762" y="2739"/>
                      <a:pt x="766" y="2740"/>
                    </a:cubicBezTo>
                    <a:cubicBezTo>
                      <a:pt x="770" y="2740"/>
                      <a:pt x="773" y="2741"/>
                      <a:pt x="777" y="2743"/>
                    </a:cubicBezTo>
                    <a:cubicBezTo>
                      <a:pt x="781" y="2744"/>
                      <a:pt x="785" y="2744"/>
                      <a:pt x="789" y="2745"/>
                    </a:cubicBezTo>
                    <a:cubicBezTo>
                      <a:pt x="799" y="2747"/>
                      <a:pt x="808" y="2749"/>
                      <a:pt x="817" y="2750"/>
                    </a:cubicBezTo>
                    <a:cubicBezTo>
                      <a:pt x="825" y="2751"/>
                      <a:pt x="832" y="2750"/>
                      <a:pt x="840" y="2752"/>
                    </a:cubicBezTo>
                    <a:cubicBezTo>
                      <a:pt x="846" y="2753"/>
                      <a:pt x="852" y="2758"/>
                      <a:pt x="859" y="2758"/>
                    </a:cubicBezTo>
                    <a:cubicBezTo>
                      <a:pt x="864" y="2759"/>
                      <a:pt x="870" y="2757"/>
                      <a:pt x="874" y="2754"/>
                    </a:cubicBezTo>
                    <a:cubicBezTo>
                      <a:pt x="876" y="2753"/>
                      <a:pt x="879" y="2751"/>
                      <a:pt x="878" y="2748"/>
                    </a:cubicBezTo>
                    <a:cubicBezTo>
                      <a:pt x="877" y="2745"/>
                      <a:pt x="872" y="2744"/>
                      <a:pt x="870" y="2743"/>
                    </a:cubicBezTo>
                    <a:cubicBezTo>
                      <a:pt x="868" y="2741"/>
                      <a:pt x="865" y="2739"/>
                      <a:pt x="868" y="2737"/>
                    </a:cubicBezTo>
                    <a:cubicBezTo>
                      <a:pt x="871" y="2734"/>
                      <a:pt x="875" y="2735"/>
                      <a:pt x="878" y="2737"/>
                    </a:cubicBezTo>
                    <a:cubicBezTo>
                      <a:pt x="880" y="2737"/>
                      <a:pt x="881" y="2739"/>
                      <a:pt x="883" y="2740"/>
                    </a:cubicBezTo>
                    <a:cubicBezTo>
                      <a:pt x="884" y="2741"/>
                      <a:pt x="885" y="2742"/>
                      <a:pt x="887" y="2742"/>
                    </a:cubicBezTo>
                    <a:cubicBezTo>
                      <a:pt x="889" y="2743"/>
                      <a:pt x="892" y="2740"/>
                      <a:pt x="893" y="2738"/>
                    </a:cubicBezTo>
                    <a:cubicBezTo>
                      <a:pt x="894" y="2736"/>
                      <a:pt x="895" y="2734"/>
                      <a:pt x="893" y="2732"/>
                    </a:cubicBezTo>
                    <a:cubicBezTo>
                      <a:pt x="891" y="2730"/>
                      <a:pt x="888" y="2728"/>
                      <a:pt x="887" y="2725"/>
                    </a:cubicBezTo>
                    <a:cubicBezTo>
                      <a:pt x="886" y="2724"/>
                      <a:pt x="884" y="2719"/>
                      <a:pt x="886" y="2717"/>
                    </a:cubicBezTo>
                    <a:cubicBezTo>
                      <a:pt x="887" y="2716"/>
                      <a:pt x="890" y="2720"/>
                      <a:pt x="891" y="2720"/>
                    </a:cubicBezTo>
                    <a:cubicBezTo>
                      <a:pt x="893" y="2722"/>
                      <a:pt x="895" y="2722"/>
                      <a:pt x="897" y="2723"/>
                    </a:cubicBezTo>
                    <a:cubicBezTo>
                      <a:pt x="899" y="2723"/>
                      <a:pt x="901" y="2724"/>
                      <a:pt x="903" y="2724"/>
                    </a:cubicBezTo>
                    <a:cubicBezTo>
                      <a:pt x="903" y="2724"/>
                      <a:pt x="904" y="2724"/>
                      <a:pt x="904" y="2724"/>
                    </a:cubicBezTo>
                    <a:cubicBezTo>
                      <a:pt x="904" y="2723"/>
                      <a:pt x="905" y="2724"/>
                      <a:pt x="906" y="2724"/>
                    </a:cubicBezTo>
                    <a:cubicBezTo>
                      <a:pt x="907" y="2724"/>
                      <a:pt x="908" y="2723"/>
                      <a:pt x="909" y="2723"/>
                    </a:cubicBezTo>
                    <a:cubicBezTo>
                      <a:pt x="910" y="2722"/>
                      <a:pt x="911" y="2722"/>
                      <a:pt x="911" y="2721"/>
                    </a:cubicBezTo>
                    <a:cubicBezTo>
                      <a:pt x="911" y="2719"/>
                      <a:pt x="912" y="2718"/>
                      <a:pt x="912" y="2717"/>
                    </a:cubicBezTo>
                    <a:cubicBezTo>
                      <a:pt x="912" y="2715"/>
                      <a:pt x="911" y="2714"/>
                      <a:pt x="910" y="2713"/>
                    </a:cubicBezTo>
                    <a:cubicBezTo>
                      <a:pt x="909" y="2711"/>
                      <a:pt x="909" y="2710"/>
                      <a:pt x="910" y="2708"/>
                    </a:cubicBezTo>
                    <a:cubicBezTo>
                      <a:pt x="911" y="2707"/>
                      <a:pt x="911" y="2705"/>
                      <a:pt x="913" y="2707"/>
                    </a:cubicBezTo>
                    <a:cubicBezTo>
                      <a:pt x="914" y="2709"/>
                      <a:pt x="913" y="2712"/>
                      <a:pt x="913" y="2714"/>
                    </a:cubicBezTo>
                    <a:cubicBezTo>
                      <a:pt x="914" y="2715"/>
                      <a:pt x="914" y="2716"/>
                      <a:pt x="914" y="2717"/>
                    </a:cubicBezTo>
                    <a:cubicBezTo>
                      <a:pt x="914" y="2719"/>
                      <a:pt x="914" y="2720"/>
                      <a:pt x="916" y="2720"/>
                    </a:cubicBezTo>
                    <a:cubicBezTo>
                      <a:pt x="919" y="2721"/>
                      <a:pt x="922" y="2722"/>
                      <a:pt x="925" y="2721"/>
                    </a:cubicBezTo>
                    <a:cubicBezTo>
                      <a:pt x="928" y="2720"/>
                      <a:pt x="926" y="2716"/>
                      <a:pt x="925" y="2714"/>
                    </a:cubicBezTo>
                    <a:cubicBezTo>
                      <a:pt x="924" y="2713"/>
                      <a:pt x="922" y="2713"/>
                      <a:pt x="922" y="2712"/>
                    </a:cubicBezTo>
                    <a:cubicBezTo>
                      <a:pt x="921" y="2711"/>
                      <a:pt x="921" y="2709"/>
                      <a:pt x="921" y="2708"/>
                    </a:cubicBezTo>
                    <a:cubicBezTo>
                      <a:pt x="921" y="2707"/>
                      <a:pt x="921" y="2704"/>
                      <a:pt x="922" y="2704"/>
                    </a:cubicBezTo>
                    <a:cubicBezTo>
                      <a:pt x="923" y="2703"/>
                      <a:pt x="927" y="2703"/>
                      <a:pt x="928" y="2704"/>
                    </a:cubicBezTo>
                    <a:cubicBezTo>
                      <a:pt x="929" y="2704"/>
                      <a:pt x="931" y="2705"/>
                      <a:pt x="932" y="2705"/>
                    </a:cubicBezTo>
                    <a:cubicBezTo>
                      <a:pt x="934" y="2706"/>
                      <a:pt x="935" y="2706"/>
                      <a:pt x="936" y="2706"/>
                    </a:cubicBezTo>
                    <a:cubicBezTo>
                      <a:pt x="937" y="2704"/>
                      <a:pt x="938" y="2702"/>
                      <a:pt x="937" y="2701"/>
                    </a:cubicBezTo>
                    <a:cubicBezTo>
                      <a:pt x="937" y="2699"/>
                      <a:pt x="936" y="2698"/>
                      <a:pt x="936" y="2696"/>
                    </a:cubicBezTo>
                    <a:cubicBezTo>
                      <a:pt x="936" y="2693"/>
                      <a:pt x="937" y="2689"/>
                      <a:pt x="938" y="2686"/>
                    </a:cubicBezTo>
                    <a:cubicBezTo>
                      <a:pt x="939" y="2685"/>
                      <a:pt x="940" y="2682"/>
                      <a:pt x="941" y="2683"/>
                    </a:cubicBezTo>
                    <a:cubicBezTo>
                      <a:pt x="943" y="2684"/>
                      <a:pt x="942" y="2687"/>
                      <a:pt x="942" y="2689"/>
                    </a:cubicBezTo>
                    <a:cubicBezTo>
                      <a:pt x="943" y="2693"/>
                      <a:pt x="948" y="2692"/>
                      <a:pt x="951" y="2690"/>
                    </a:cubicBezTo>
                    <a:cubicBezTo>
                      <a:pt x="953" y="2689"/>
                      <a:pt x="955" y="2688"/>
                      <a:pt x="955" y="2686"/>
                    </a:cubicBezTo>
                    <a:cubicBezTo>
                      <a:pt x="955" y="2684"/>
                      <a:pt x="954" y="2683"/>
                      <a:pt x="953" y="2681"/>
                    </a:cubicBezTo>
                    <a:cubicBezTo>
                      <a:pt x="952" y="2680"/>
                      <a:pt x="951" y="2680"/>
                      <a:pt x="950" y="2680"/>
                    </a:cubicBezTo>
                    <a:cubicBezTo>
                      <a:pt x="948" y="2678"/>
                      <a:pt x="953" y="2677"/>
                      <a:pt x="955" y="2678"/>
                    </a:cubicBezTo>
                    <a:cubicBezTo>
                      <a:pt x="956" y="2679"/>
                      <a:pt x="956" y="2680"/>
                      <a:pt x="957" y="2679"/>
                    </a:cubicBezTo>
                    <a:cubicBezTo>
                      <a:pt x="958" y="2677"/>
                      <a:pt x="957" y="2675"/>
                      <a:pt x="957" y="2673"/>
                    </a:cubicBezTo>
                    <a:cubicBezTo>
                      <a:pt x="956" y="2671"/>
                      <a:pt x="955" y="2671"/>
                      <a:pt x="954" y="2669"/>
                    </a:cubicBezTo>
                    <a:cubicBezTo>
                      <a:pt x="953" y="2668"/>
                      <a:pt x="952" y="2664"/>
                      <a:pt x="952" y="2662"/>
                    </a:cubicBezTo>
                    <a:cubicBezTo>
                      <a:pt x="953" y="2661"/>
                      <a:pt x="955" y="2660"/>
                      <a:pt x="957" y="2659"/>
                    </a:cubicBezTo>
                    <a:cubicBezTo>
                      <a:pt x="960" y="2659"/>
                      <a:pt x="959" y="2657"/>
                      <a:pt x="959" y="2654"/>
                    </a:cubicBezTo>
                    <a:cubicBezTo>
                      <a:pt x="957" y="2648"/>
                      <a:pt x="957" y="2639"/>
                      <a:pt x="961" y="2633"/>
                    </a:cubicBezTo>
                    <a:cubicBezTo>
                      <a:pt x="961" y="2632"/>
                      <a:pt x="963" y="2632"/>
                      <a:pt x="964" y="2630"/>
                    </a:cubicBezTo>
                    <a:cubicBezTo>
                      <a:pt x="965" y="2628"/>
                      <a:pt x="965" y="2625"/>
                      <a:pt x="965" y="2623"/>
                    </a:cubicBezTo>
                    <a:cubicBezTo>
                      <a:pt x="965" y="2619"/>
                      <a:pt x="964" y="2613"/>
                      <a:pt x="967" y="2610"/>
                    </a:cubicBezTo>
                    <a:cubicBezTo>
                      <a:pt x="968" y="2608"/>
                      <a:pt x="970" y="2608"/>
                      <a:pt x="970" y="2611"/>
                    </a:cubicBezTo>
                    <a:cubicBezTo>
                      <a:pt x="970" y="2616"/>
                      <a:pt x="969" y="2620"/>
                      <a:pt x="969" y="2625"/>
                    </a:cubicBezTo>
                    <a:cubicBezTo>
                      <a:pt x="969" y="2628"/>
                      <a:pt x="970" y="2630"/>
                      <a:pt x="972" y="2632"/>
                    </a:cubicBezTo>
                    <a:cubicBezTo>
                      <a:pt x="973" y="2634"/>
                      <a:pt x="974" y="2633"/>
                      <a:pt x="975" y="2631"/>
                    </a:cubicBezTo>
                    <a:cubicBezTo>
                      <a:pt x="977" y="2628"/>
                      <a:pt x="978" y="2625"/>
                      <a:pt x="980" y="2624"/>
                    </a:cubicBezTo>
                    <a:cubicBezTo>
                      <a:pt x="981" y="2622"/>
                      <a:pt x="982" y="2622"/>
                      <a:pt x="983" y="2625"/>
                    </a:cubicBezTo>
                    <a:cubicBezTo>
                      <a:pt x="983" y="2628"/>
                      <a:pt x="982" y="2632"/>
                      <a:pt x="981" y="2635"/>
                    </a:cubicBezTo>
                    <a:cubicBezTo>
                      <a:pt x="981" y="2638"/>
                      <a:pt x="979" y="2640"/>
                      <a:pt x="978" y="2643"/>
                    </a:cubicBezTo>
                    <a:cubicBezTo>
                      <a:pt x="975" y="2647"/>
                      <a:pt x="976" y="2652"/>
                      <a:pt x="977" y="2656"/>
                    </a:cubicBezTo>
                    <a:cubicBezTo>
                      <a:pt x="977" y="2658"/>
                      <a:pt x="978" y="2661"/>
                      <a:pt x="977" y="2663"/>
                    </a:cubicBezTo>
                    <a:cubicBezTo>
                      <a:pt x="977" y="2665"/>
                      <a:pt x="975" y="2667"/>
                      <a:pt x="976" y="2670"/>
                    </a:cubicBezTo>
                    <a:cubicBezTo>
                      <a:pt x="976" y="2672"/>
                      <a:pt x="977" y="2673"/>
                      <a:pt x="979" y="2675"/>
                    </a:cubicBezTo>
                    <a:cubicBezTo>
                      <a:pt x="979" y="2677"/>
                      <a:pt x="980" y="2679"/>
                      <a:pt x="982" y="2680"/>
                    </a:cubicBezTo>
                    <a:cubicBezTo>
                      <a:pt x="983" y="2678"/>
                      <a:pt x="983" y="2676"/>
                      <a:pt x="984" y="2673"/>
                    </a:cubicBezTo>
                    <a:cubicBezTo>
                      <a:pt x="984" y="2672"/>
                      <a:pt x="984" y="2669"/>
                      <a:pt x="986" y="2670"/>
                    </a:cubicBezTo>
                    <a:cubicBezTo>
                      <a:pt x="988" y="2670"/>
                      <a:pt x="987" y="2672"/>
                      <a:pt x="988" y="2673"/>
                    </a:cubicBezTo>
                    <a:cubicBezTo>
                      <a:pt x="988" y="2674"/>
                      <a:pt x="989" y="2675"/>
                      <a:pt x="990" y="2675"/>
                    </a:cubicBezTo>
                    <a:cubicBezTo>
                      <a:pt x="992" y="2678"/>
                      <a:pt x="993" y="2680"/>
                      <a:pt x="995" y="2683"/>
                    </a:cubicBezTo>
                    <a:cubicBezTo>
                      <a:pt x="995" y="2684"/>
                      <a:pt x="996" y="2686"/>
                      <a:pt x="998" y="2687"/>
                    </a:cubicBezTo>
                    <a:cubicBezTo>
                      <a:pt x="999" y="2688"/>
                      <a:pt x="1002" y="2689"/>
                      <a:pt x="1003" y="2687"/>
                    </a:cubicBezTo>
                    <a:cubicBezTo>
                      <a:pt x="1004" y="2685"/>
                      <a:pt x="1003" y="2682"/>
                      <a:pt x="1003" y="2681"/>
                    </a:cubicBezTo>
                    <a:cubicBezTo>
                      <a:pt x="1003" y="2680"/>
                      <a:pt x="1003" y="2678"/>
                      <a:pt x="1003" y="2678"/>
                    </a:cubicBezTo>
                    <a:cubicBezTo>
                      <a:pt x="1004" y="2677"/>
                      <a:pt x="1005" y="2678"/>
                      <a:pt x="1006" y="2678"/>
                    </a:cubicBezTo>
                    <a:cubicBezTo>
                      <a:pt x="1009" y="2679"/>
                      <a:pt x="1010" y="2673"/>
                      <a:pt x="1010" y="2671"/>
                    </a:cubicBezTo>
                    <a:cubicBezTo>
                      <a:pt x="1010" y="2670"/>
                      <a:pt x="1010" y="2669"/>
                      <a:pt x="1010" y="2668"/>
                    </a:cubicBezTo>
                    <a:cubicBezTo>
                      <a:pt x="1009" y="2666"/>
                      <a:pt x="1010" y="2663"/>
                      <a:pt x="1010" y="2661"/>
                    </a:cubicBezTo>
                    <a:cubicBezTo>
                      <a:pt x="1009" y="2660"/>
                      <a:pt x="1009" y="2660"/>
                      <a:pt x="1009" y="2659"/>
                    </a:cubicBezTo>
                    <a:cubicBezTo>
                      <a:pt x="1009" y="2657"/>
                      <a:pt x="1010" y="2655"/>
                      <a:pt x="1011" y="2653"/>
                    </a:cubicBezTo>
                    <a:cubicBezTo>
                      <a:pt x="1011" y="2651"/>
                      <a:pt x="1011" y="2649"/>
                      <a:pt x="1012" y="2647"/>
                    </a:cubicBezTo>
                    <a:cubicBezTo>
                      <a:pt x="1012" y="2646"/>
                      <a:pt x="1012" y="2645"/>
                      <a:pt x="1012" y="2644"/>
                    </a:cubicBezTo>
                    <a:cubicBezTo>
                      <a:pt x="1013" y="2643"/>
                      <a:pt x="1014" y="2642"/>
                      <a:pt x="1014" y="2641"/>
                    </a:cubicBezTo>
                    <a:cubicBezTo>
                      <a:pt x="1016" y="2640"/>
                      <a:pt x="1017" y="2637"/>
                      <a:pt x="1017" y="2636"/>
                    </a:cubicBezTo>
                    <a:cubicBezTo>
                      <a:pt x="1019" y="2635"/>
                      <a:pt x="1020" y="2634"/>
                      <a:pt x="1022" y="2633"/>
                    </a:cubicBezTo>
                    <a:cubicBezTo>
                      <a:pt x="1024" y="2632"/>
                      <a:pt x="1026" y="2632"/>
                      <a:pt x="1028" y="2631"/>
                    </a:cubicBezTo>
                    <a:cubicBezTo>
                      <a:pt x="1031" y="2630"/>
                      <a:pt x="1034" y="2626"/>
                      <a:pt x="1037" y="2623"/>
                    </a:cubicBezTo>
                    <a:cubicBezTo>
                      <a:pt x="1040" y="2620"/>
                      <a:pt x="1042" y="2618"/>
                      <a:pt x="1046" y="2617"/>
                    </a:cubicBezTo>
                    <a:cubicBezTo>
                      <a:pt x="1047" y="2616"/>
                      <a:pt x="1049" y="2616"/>
                      <a:pt x="1049" y="2618"/>
                    </a:cubicBezTo>
                    <a:cubicBezTo>
                      <a:pt x="1049" y="2620"/>
                      <a:pt x="1047" y="2622"/>
                      <a:pt x="1046" y="2623"/>
                    </a:cubicBezTo>
                    <a:cubicBezTo>
                      <a:pt x="1045" y="2624"/>
                      <a:pt x="1043" y="2627"/>
                      <a:pt x="1045" y="2628"/>
                    </a:cubicBezTo>
                    <a:cubicBezTo>
                      <a:pt x="1047" y="2629"/>
                      <a:pt x="1051" y="2626"/>
                      <a:pt x="1053" y="2625"/>
                    </a:cubicBezTo>
                    <a:cubicBezTo>
                      <a:pt x="1055" y="2624"/>
                      <a:pt x="1065" y="2620"/>
                      <a:pt x="1060" y="2618"/>
                    </a:cubicBezTo>
                    <a:cubicBezTo>
                      <a:pt x="1059" y="2617"/>
                      <a:pt x="1056" y="2618"/>
                      <a:pt x="1056" y="2615"/>
                    </a:cubicBezTo>
                    <a:cubicBezTo>
                      <a:pt x="1056" y="2613"/>
                      <a:pt x="1060" y="2612"/>
                      <a:pt x="1062" y="2612"/>
                    </a:cubicBezTo>
                    <a:cubicBezTo>
                      <a:pt x="1066" y="2611"/>
                      <a:pt x="1072" y="2609"/>
                      <a:pt x="1074" y="2605"/>
                    </a:cubicBezTo>
                    <a:cubicBezTo>
                      <a:pt x="1075" y="2602"/>
                      <a:pt x="1074" y="2601"/>
                      <a:pt x="1073" y="2599"/>
                    </a:cubicBezTo>
                    <a:cubicBezTo>
                      <a:pt x="1072" y="2597"/>
                      <a:pt x="1071" y="2595"/>
                      <a:pt x="1071" y="2593"/>
                    </a:cubicBezTo>
                    <a:cubicBezTo>
                      <a:pt x="1071" y="2592"/>
                      <a:pt x="1071" y="2592"/>
                      <a:pt x="1071" y="2591"/>
                    </a:cubicBezTo>
                    <a:cubicBezTo>
                      <a:pt x="1070" y="2590"/>
                      <a:pt x="1069" y="2590"/>
                      <a:pt x="1069" y="2589"/>
                    </a:cubicBezTo>
                    <a:cubicBezTo>
                      <a:pt x="1067" y="2587"/>
                      <a:pt x="1065" y="2586"/>
                      <a:pt x="1063" y="2584"/>
                    </a:cubicBezTo>
                    <a:cubicBezTo>
                      <a:pt x="1060" y="2583"/>
                      <a:pt x="1054" y="2580"/>
                      <a:pt x="1056" y="2576"/>
                    </a:cubicBezTo>
                    <a:cubicBezTo>
                      <a:pt x="1057" y="2575"/>
                      <a:pt x="1057" y="2573"/>
                      <a:pt x="1057" y="2572"/>
                    </a:cubicBezTo>
                    <a:cubicBezTo>
                      <a:pt x="1057" y="2571"/>
                      <a:pt x="1056" y="2571"/>
                      <a:pt x="1054" y="2570"/>
                    </a:cubicBezTo>
                    <a:cubicBezTo>
                      <a:pt x="1053" y="2570"/>
                      <a:pt x="1052" y="2569"/>
                      <a:pt x="1051" y="2567"/>
                    </a:cubicBezTo>
                    <a:cubicBezTo>
                      <a:pt x="1052" y="2565"/>
                      <a:pt x="1057" y="2565"/>
                      <a:pt x="1056" y="2563"/>
                    </a:cubicBezTo>
                    <a:cubicBezTo>
                      <a:pt x="1055" y="2561"/>
                      <a:pt x="1049" y="2561"/>
                      <a:pt x="1047" y="2561"/>
                    </a:cubicBezTo>
                    <a:cubicBezTo>
                      <a:pt x="1044" y="2562"/>
                      <a:pt x="1042" y="2564"/>
                      <a:pt x="1040" y="2565"/>
                    </a:cubicBezTo>
                    <a:cubicBezTo>
                      <a:pt x="1038" y="2566"/>
                      <a:pt x="1037" y="2566"/>
                      <a:pt x="1035" y="2566"/>
                    </a:cubicBezTo>
                    <a:cubicBezTo>
                      <a:pt x="1033" y="2567"/>
                      <a:pt x="1030" y="2567"/>
                      <a:pt x="1028" y="2567"/>
                    </a:cubicBezTo>
                    <a:cubicBezTo>
                      <a:pt x="1022" y="2567"/>
                      <a:pt x="1016" y="2566"/>
                      <a:pt x="1010" y="2567"/>
                    </a:cubicBezTo>
                    <a:cubicBezTo>
                      <a:pt x="1008" y="2568"/>
                      <a:pt x="1005" y="2568"/>
                      <a:pt x="1002" y="2569"/>
                    </a:cubicBezTo>
                    <a:cubicBezTo>
                      <a:pt x="1000" y="2570"/>
                      <a:pt x="998" y="2570"/>
                      <a:pt x="996" y="2573"/>
                    </a:cubicBezTo>
                    <a:cubicBezTo>
                      <a:pt x="996" y="2575"/>
                      <a:pt x="995" y="2576"/>
                      <a:pt x="994" y="2578"/>
                    </a:cubicBezTo>
                    <a:cubicBezTo>
                      <a:pt x="993" y="2580"/>
                      <a:pt x="993" y="2582"/>
                      <a:pt x="990" y="2583"/>
                    </a:cubicBezTo>
                    <a:cubicBezTo>
                      <a:pt x="986" y="2584"/>
                      <a:pt x="982" y="2583"/>
                      <a:pt x="978" y="2583"/>
                    </a:cubicBezTo>
                    <a:cubicBezTo>
                      <a:pt x="975" y="2583"/>
                      <a:pt x="971" y="2582"/>
                      <a:pt x="968" y="2581"/>
                    </a:cubicBezTo>
                    <a:cubicBezTo>
                      <a:pt x="967" y="2581"/>
                      <a:pt x="966" y="2581"/>
                      <a:pt x="965" y="2581"/>
                    </a:cubicBezTo>
                    <a:cubicBezTo>
                      <a:pt x="962" y="2580"/>
                      <a:pt x="960" y="2581"/>
                      <a:pt x="957" y="2580"/>
                    </a:cubicBezTo>
                    <a:cubicBezTo>
                      <a:pt x="955" y="2580"/>
                      <a:pt x="954" y="2580"/>
                      <a:pt x="952" y="2579"/>
                    </a:cubicBezTo>
                    <a:cubicBezTo>
                      <a:pt x="952" y="2579"/>
                      <a:pt x="950" y="2578"/>
                      <a:pt x="949" y="2578"/>
                    </a:cubicBezTo>
                    <a:cubicBezTo>
                      <a:pt x="948" y="2579"/>
                      <a:pt x="949" y="2583"/>
                      <a:pt x="950" y="2584"/>
                    </a:cubicBezTo>
                    <a:cubicBezTo>
                      <a:pt x="951" y="2586"/>
                      <a:pt x="953" y="2587"/>
                      <a:pt x="954" y="2589"/>
                    </a:cubicBezTo>
                    <a:cubicBezTo>
                      <a:pt x="955" y="2592"/>
                      <a:pt x="953" y="2593"/>
                      <a:pt x="951" y="2591"/>
                    </a:cubicBezTo>
                    <a:cubicBezTo>
                      <a:pt x="949" y="2590"/>
                      <a:pt x="946" y="2587"/>
                      <a:pt x="944" y="2586"/>
                    </a:cubicBezTo>
                    <a:cubicBezTo>
                      <a:pt x="942" y="2584"/>
                      <a:pt x="940" y="2582"/>
                      <a:pt x="938" y="2581"/>
                    </a:cubicBezTo>
                    <a:cubicBezTo>
                      <a:pt x="935" y="2580"/>
                      <a:pt x="930" y="2579"/>
                      <a:pt x="928" y="2576"/>
                    </a:cubicBezTo>
                    <a:cubicBezTo>
                      <a:pt x="926" y="2573"/>
                      <a:pt x="924" y="2572"/>
                      <a:pt x="922" y="2570"/>
                    </a:cubicBezTo>
                    <a:cubicBezTo>
                      <a:pt x="920" y="2569"/>
                      <a:pt x="919" y="2570"/>
                      <a:pt x="919" y="2572"/>
                    </a:cubicBezTo>
                    <a:cubicBezTo>
                      <a:pt x="918" y="2575"/>
                      <a:pt x="919" y="2578"/>
                      <a:pt x="920" y="2580"/>
                    </a:cubicBezTo>
                    <a:cubicBezTo>
                      <a:pt x="920" y="2582"/>
                      <a:pt x="920" y="2584"/>
                      <a:pt x="919" y="2585"/>
                    </a:cubicBezTo>
                    <a:cubicBezTo>
                      <a:pt x="918" y="2586"/>
                      <a:pt x="915" y="2586"/>
                      <a:pt x="914" y="2587"/>
                    </a:cubicBezTo>
                    <a:cubicBezTo>
                      <a:pt x="911" y="2587"/>
                      <a:pt x="906" y="2589"/>
                      <a:pt x="904" y="2586"/>
                    </a:cubicBezTo>
                    <a:cubicBezTo>
                      <a:pt x="902" y="2585"/>
                      <a:pt x="902" y="2583"/>
                      <a:pt x="903" y="2581"/>
                    </a:cubicBezTo>
                    <a:cubicBezTo>
                      <a:pt x="904" y="2578"/>
                      <a:pt x="904" y="2575"/>
                      <a:pt x="907" y="2573"/>
                    </a:cubicBezTo>
                    <a:cubicBezTo>
                      <a:pt x="908" y="2572"/>
                      <a:pt x="908" y="2572"/>
                      <a:pt x="909" y="2571"/>
                    </a:cubicBezTo>
                    <a:cubicBezTo>
                      <a:pt x="910" y="2570"/>
                      <a:pt x="910" y="2570"/>
                      <a:pt x="911" y="2570"/>
                    </a:cubicBezTo>
                    <a:cubicBezTo>
                      <a:pt x="912" y="2569"/>
                      <a:pt x="912" y="2568"/>
                      <a:pt x="912" y="2567"/>
                    </a:cubicBezTo>
                    <a:cubicBezTo>
                      <a:pt x="912" y="2566"/>
                      <a:pt x="911" y="2564"/>
                      <a:pt x="910" y="2563"/>
                    </a:cubicBezTo>
                    <a:cubicBezTo>
                      <a:pt x="909" y="2562"/>
                      <a:pt x="906" y="2562"/>
                      <a:pt x="904" y="2562"/>
                    </a:cubicBezTo>
                    <a:cubicBezTo>
                      <a:pt x="902" y="2561"/>
                      <a:pt x="899" y="2561"/>
                      <a:pt x="896" y="2560"/>
                    </a:cubicBezTo>
                    <a:cubicBezTo>
                      <a:pt x="894" y="2560"/>
                      <a:pt x="892" y="2559"/>
                      <a:pt x="890" y="2559"/>
                    </a:cubicBezTo>
                    <a:cubicBezTo>
                      <a:pt x="887" y="2558"/>
                      <a:pt x="885" y="2558"/>
                      <a:pt x="883" y="2558"/>
                    </a:cubicBezTo>
                    <a:cubicBezTo>
                      <a:pt x="882" y="2558"/>
                      <a:pt x="881" y="2557"/>
                      <a:pt x="880" y="2557"/>
                    </a:cubicBezTo>
                    <a:cubicBezTo>
                      <a:pt x="879" y="2557"/>
                      <a:pt x="878" y="2556"/>
                      <a:pt x="877" y="2556"/>
                    </a:cubicBezTo>
                    <a:cubicBezTo>
                      <a:pt x="875" y="2555"/>
                      <a:pt x="872" y="2554"/>
                      <a:pt x="871" y="2555"/>
                    </a:cubicBezTo>
                    <a:cubicBezTo>
                      <a:pt x="870" y="2557"/>
                      <a:pt x="871" y="2560"/>
                      <a:pt x="869" y="2560"/>
                    </a:cubicBezTo>
                    <a:cubicBezTo>
                      <a:pt x="866" y="2560"/>
                      <a:pt x="867" y="2556"/>
                      <a:pt x="866" y="2555"/>
                    </a:cubicBezTo>
                    <a:cubicBezTo>
                      <a:pt x="865" y="2552"/>
                      <a:pt x="864" y="2549"/>
                      <a:pt x="862" y="2547"/>
                    </a:cubicBezTo>
                    <a:cubicBezTo>
                      <a:pt x="861" y="2545"/>
                      <a:pt x="860" y="2545"/>
                      <a:pt x="859" y="2545"/>
                    </a:cubicBezTo>
                    <a:cubicBezTo>
                      <a:pt x="855" y="2544"/>
                      <a:pt x="852" y="2540"/>
                      <a:pt x="850" y="2537"/>
                    </a:cubicBezTo>
                    <a:cubicBezTo>
                      <a:pt x="848" y="2535"/>
                      <a:pt x="845" y="2533"/>
                      <a:pt x="843" y="2530"/>
                    </a:cubicBezTo>
                    <a:cubicBezTo>
                      <a:pt x="842" y="2529"/>
                      <a:pt x="840" y="2526"/>
                      <a:pt x="837" y="2525"/>
                    </a:cubicBezTo>
                    <a:cubicBezTo>
                      <a:pt x="835" y="2525"/>
                      <a:pt x="834" y="2528"/>
                      <a:pt x="833" y="2530"/>
                    </a:cubicBezTo>
                    <a:cubicBezTo>
                      <a:pt x="831" y="2532"/>
                      <a:pt x="828" y="2531"/>
                      <a:pt x="826" y="2531"/>
                    </a:cubicBezTo>
                    <a:cubicBezTo>
                      <a:pt x="824" y="2531"/>
                      <a:pt x="821" y="2531"/>
                      <a:pt x="823" y="2533"/>
                    </a:cubicBezTo>
                    <a:cubicBezTo>
                      <a:pt x="825" y="2536"/>
                      <a:pt x="828" y="2538"/>
                      <a:pt x="830" y="2541"/>
                    </a:cubicBezTo>
                    <a:cubicBezTo>
                      <a:pt x="835" y="2546"/>
                      <a:pt x="840" y="2551"/>
                      <a:pt x="844" y="2556"/>
                    </a:cubicBezTo>
                    <a:cubicBezTo>
                      <a:pt x="840" y="2556"/>
                      <a:pt x="834" y="2557"/>
                      <a:pt x="830" y="2555"/>
                    </a:cubicBezTo>
                    <a:cubicBezTo>
                      <a:pt x="827" y="2554"/>
                      <a:pt x="827" y="2551"/>
                      <a:pt x="827" y="2549"/>
                    </a:cubicBezTo>
                    <a:cubicBezTo>
                      <a:pt x="826" y="2543"/>
                      <a:pt x="822" y="2537"/>
                      <a:pt x="816" y="2535"/>
                    </a:cubicBezTo>
                    <a:cubicBezTo>
                      <a:pt x="811" y="2534"/>
                      <a:pt x="804" y="2534"/>
                      <a:pt x="799" y="2535"/>
                    </a:cubicBezTo>
                    <a:cubicBezTo>
                      <a:pt x="796" y="2536"/>
                      <a:pt x="793" y="2537"/>
                      <a:pt x="790" y="2538"/>
                    </a:cubicBezTo>
                    <a:cubicBezTo>
                      <a:pt x="786" y="2538"/>
                      <a:pt x="783" y="2538"/>
                      <a:pt x="779" y="2537"/>
                    </a:cubicBezTo>
                    <a:cubicBezTo>
                      <a:pt x="776" y="2536"/>
                      <a:pt x="772" y="2535"/>
                      <a:pt x="769" y="2535"/>
                    </a:cubicBezTo>
                    <a:cubicBezTo>
                      <a:pt x="766" y="2535"/>
                      <a:pt x="764" y="2536"/>
                      <a:pt x="761" y="2537"/>
                    </a:cubicBezTo>
                    <a:cubicBezTo>
                      <a:pt x="755" y="2538"/>
                      <a:pt x="749" y="2535"/>
                      <a:pt x="742" y="2536"/>
                    </a:cubicBezTo>
                    <a:cubicBezTo>
                      <a:pt x="740" y="2536"/>
                      <a:pt x="737" y="2537"/>
                      <a:pt x="734" y="2535"/>
                    </a:cubicBezTo>
                    <a:cubicBezTo>
                      <a:pt x="732" y="2534"/>
                      <a:pt x="731" y="2530"/>
                      <a:pt x="732" y="2528"/>
                    </a:cubicBezTo>
                    <a:cubicBezTo>
                      <a:pt x="735" y="2520"/>
                      <a:pt x="747" y="2530"/>
                      <a:pt x="752" y="2527"/>
                    </a:cubicBezTo>
                    <a:cubicBezTo>
                      <a:pt x="753" y="2527"/>
                      <a:pt x="754" y="2526"/>
                      <a:pt x="755" y="2524"/>
                    </a:cubicBezTo>
                    <a:cubicBezTo>
                      <a:pt x="756" y="2524"/>
                      <a:pt x="756" y="2522"/>
                      <a:pt x="757" y="2522"/>
                    </a:cubicBezTo>
                    <a:cubicBezTo>
                      <a:pt x="759" y="2521"/>
                      <a:pt x="761" y="2525"/>
                      <a:pt x="761" y="2526"/>
                    </a:cubicBezTo>
                    <a:cubicBezTo>
                      <a:pt x="763" y="2529"/>
                      <a:pt x="766" y="2530"/>
                      <a:pt x="769" y="2530"/>
                    </a:cubicBezTo>
                    <a:cubicBezTo>
                      <a:pt x="771" y="2529"/>
                      <a:pt x="771" y="2529"/>
                      <a:pt x="773" y="2529"/>
                    </a:cubicBezTo>
                    <a:cubicBezTo>
                      <a:pt x="775" y="2529"/>
                      <a:pt x="777" y="2530"/>
                      <a:pt x="778" y="2529"/>
                    </a:cubicBezTo>
                    <a:cubicBezTo>
                      <a:pt x="779" y="2529"/>
                      <a:pt x="779" y="2529"/>
                      <a:pt x="780" y="2529"/>
                    </a:cubicBezTo>
                    <a:cubicBezTo>
                      <a:pt x="782" y="2528"/>
                      <a:pt x="783" y="2528"/>
                      <a:pt x="784" y="2528"/>
                    </a:cubicBezTo>
                    <a:cubicBezTo>
                      <a:pt x="786" y="2528"/>
                      <a:pt x="786" y="2527"/>
                      <a:pt x="787" y="2527"/>
                    </a:cubicBezTo>
                    <a:cubicBezTo>
                      <a:pt x="788" y="2526"/>
                      <a:pt x="788" y="2526"/>
                      <a:pt x="789" y="2526"/>
                    </a:cubicBezTo>
                    <a:cubicBezTo>
                      <a:pt x="789" y="2525"/>
                      <a:pt x="790" y="2525"/>
                      <a:pt x="790" y="2525"/>
                    </a:cubicBezTo>
                    <a:cubicBezTo>
                      <a:pt x="791" y="2524"/>
                      <a:pt x="791" y="2523"/>
                      <a:pt x="790" y="2522"/>
                    </a:cubicBezTo>
                    <a:cubicBezTo>
                      <a:pt x="790" y="2521"/>
                      <a:pt x="788" y="2520"/>
                      <a:pt x="788" y="2519"/>
                    </a:cubicBezTo>
                    <a:cubicBezTo>
                      <a:pt x="788" y="2518"/>
                      <a:pt x="789" y="2516"/>
                      <a:pt x="790" y="2516"/>
                    </a:cubicBezTo>
                    <a:cubicBezTo>
                      <a:pt x="791" y="2515"/>
                      <a:pt x="794" y="2516"/>
                      <a:pt x="794" y="2515"/>
                    </a:cubicBezTo>
                    <a:cubicBezTo>
                      <a:pt x="795" y="2513"/>
                      <a:pt x="795" y="2511"/>
                      <a:pt x="794" y="2510"/>
                    </a:cubicBezTo>
                    <a:cubicBezTo>
                      <a:pt x="794" y="2508"/>
                      <a:pt x="794" y="2507"/>
                      <a:pt x="794" y="2505"/>
                    </a:cubicBezTo>
                    <a:cubicBezTo>
                      <a:pt x="794" y="2502"/>
                      <a:pt x="794" y="2500"/>
                      <a:pt x="798" y="2499"/>
                    </a:cubicBezTo>
                    <a:cubicBezTo>
                      <a:pt x="799" y="2498"/>
                      <a:pt x="800" y="2498"/>
                      <a:pt x="802" y="2498"/>
                    </a:cubicBezTo>
                    <a:cubicBezTo>
                      <a:pt x="804" y="2499"/>
                      <a:pt x="805" y="2500"/>
                      <a:pt x="806" y="2502"/>
                    </a:cubicBezTo>
                    <a:cubicBezTo>
                      <a:pt x="807" y="2503"/>
                      <a:pt x="809" y="2504"/>
                      <a:pt x="810" y="2505"/>
                    </a:cubicBezTo>
                    <a:cubicBezTo>
                      <a:pt x="812" y="2506"/>
                      <a:pt x="813" y="2508"/>
                      <a:pt x="814" y="2509"/>
                    </a:cubicBezTo>
                    <a:cubicBezTo>
                      <a:pt x="815" y="2509"/>
                      <a:pt x="817" y="2510"/>
                      <a:pt x="818" y="2510"/>
                    </a:cubicBezTo>
                    <a:cubicBezTo>
                      <a:pt x="819" y="2511"/>
                      <a:pt x="820" y="2513"/>
                      <a:pt x="821" y="2514"/>
                    </a:cubicBezTo>
                    <a:cubicBezTo>
                      <a:pt x="823" y="2516"/>
                      <a:pt x="825" y="2517"/>
                      <a:pt x="828" y="2516"/>
                    </a:cubicBezTo>
                    <a:cubicBezTo>
                      <a:pt x="830" y="2516"/>
                      <a:pt x="831" y="2515"/>
                      <a:pt x="832" y="2514"/>
                    </a:cubicBezTo>
                    <a:cubicBezTo>
                      <a:pt x="832" y="2513"/>
                      <a:pt x="833" y="2511"/>
                      <a:pt x="833" y="2510"/>
                    </a:cubicBezTo>
                    <a:cubicBezTo>
                      <a:pt x="834" y="2509"/>
                      <a:pt x="837" y="2507"/>
                      <a:pt x="839" y="2507"/>
                    </a:cubicBezTo>
                    <a:cubicBezTo>
                      <a:pt x="840" y="2508"/>
                      <a:pt x="840" y="2510"/>
                      <a:pt x="840" y="2511"/>
                    </a:cubicBezTo>
                    <a:cubicBezTo>
                      <a:pt x="840" y="2512"/>
                      <a:pt x="840" y="2513"/>
                      <a:pt x="842" y="2514"/>
                    </a:cubicBezTo>
                    <a:cubicBezTo>
                      <a:pt x="844" y="2515"/>
                      <a:pt x="848" y="2513"/>
                      <a:pt x="851" y="2513"/>
                    </a:cubicBezTo>
                    <a:cubicBezTo>
                      <a:pt x="854" y="2512"/>
                      <a:pt x="856" y="2512"/>
                      <a:pt x="859" y="2512"/>
                    </a:cubicBezTo>
                    <a:cubicBezTo>
                      <a:pt x="862" y="2512"/>
                      <a:pt x="864" y="2511"/>
                      <a:pt x="866" y="2510"/>
                    </a:cubicBezTo>
                    <a:cubicBezTo>
                      <a:pt x="867" y="2509"/>
                      <a:pt x="870" y="2510"/>
                      <a:pt x="872" y="2508"/>
                    </a:cubicBezTo>
                    <a:cubicBezTo>
                      <a:pt x="874" y="2505"/>
                      <a:pt x="868" y="2503"/>
                      <a:pt x="868" y="2500"/>
                    </a:cubicBezTo>
                    <a:cubicBezTo>
                      <a:pt x="869" y="2498"/>
                      <a:pt x="872" y="2495"/>
                      <a:pt x="875" y="2496"/>
                    </a:cubicBezTo>
                    <a:cubicBezTo>
                      <a:pt x="876" y="2498"/>
                      <a:pt x="877" y="2500"/>
                      <a:pt x="879" y="2502"/>
                    </a:cubicBezTo>
                    <a:cubicBezTo>
                      <a:pt x="880" y="2503"/>
                      <a:pt x="881" y="2505"/>
                      <a:pt x="883" y="2506"/>
                    </a:cubicBezTo>
                    <a:cubicBezTo>
                      <a:pt x="884" y="2506"/>
                      <a:pt x="885" y="2506"/>
                      <a:pt x="886" y="2506"/>
                    </a:cubicBezTo>
                    <a:cubicBezTo>
                      <a:pt x="887" y="2506"/>
                      <a:pt x="888" y="2507"/>
                      <a:pt x="889" y="2508"/>
                    </a:cubicBezTo>
                    <a:cubicBezTo>
                      <a:pt x="891" y="2509"/>
                      <a:pt x="894" y="2510"/>
                      <a:pt x="896" y="2511"/>
                    </a:cubicBezTo>
                    <a:cubicBezTo>
                      <a:pt x="899" y="2512"/>
                      <a:pt x="901" y="2514"/>
                      <a:pt x="902" y="2518"/>
                    </a:cubicBezTo>
                    <a:cubicBezTo>
                      <a:pt x="902" y="2519"/>
                      <a:pt x="903" y="2526"/>
                      <a:pt x="905" y="2526"/>
                    </a:cubicBezTo>
                    <a:cubicBezTo>
                      <a:pt x="905" y="2526"/>
                      <a:pt x="906" y="2526"/>
                      <a:pt x="907" y="2525"/>
                    </a:cubicBezTo>
                    <a:cubicBezTo>
                      <a:pt x="908" y="2525"/>
                      <a:pt x="909" y="2524"/>
                      <a:pt x="910" y="2525"/>
                    </a:cubicBezTo>
                    <a:cubicBezTo>
                      <a:pt x="914" y="2526"/>
                      <a:pt x="916" y="2530"/>
                      <a:pt x="918" y="2532"/>
                    </a:cubicBezTo>
                    <a:cubicBezTo>
                      <a:pt x="922" y="2535"/>
                      <a:pt x="921" y="2531"/>
                      <a:pt x="921" y="2529"/>
                    </a:cubicBezTo>
                    <a:cubicBezTo>
                      <a:pt x="920" y="2527"/>
                      <a:pt x="918" y="2523"/>
                      <a:pt x="920" y="2522"/>
                    </a:cubicBezTo>
                    <a:cubicBezTo>
                      <a:pt x="921" y="2521"/>
                      <a:pt x="922" y="2521"/>
                      <a:pt x="922" y="2521"/>
                    </a:cubicBezTo>
                    <a:cubicBezTo>
                      <a:pt x="923" y="2520"/>
                      <a:pt x="924" y="2520"/>
                      <a:pt x="925" y="2519"/>
                    </a:cubicBezTo>
                    <a:cubicBezTo>
                      <a:pt x="927" y="2514"/>
                      <a:pt x="923" y="2507"/>
                      <a:pt x="920" y="2503"/>
                    </a:cubicBezTo>
                    <a:cubicBezTo>
                      <a:pt x="918" y="2501"/>
                      <a:pt x="916" y="2499"/>
                      <a:pt x="915" y="2496"/>
                    </a:cubicBezTo>
                    <a:cubicBezTo>
                      <a:pt x="915" y="2494"/>
                      <a:pt x="918" y="2493"/>
                      <a:pt x="918" y="2491"/>
                    </a:cubicBezTo>
                    <a:cubicBezTo>
                      <a:pt x="919" y="2487"/>
                      <a:pt x="915" y="2483"/>
                      <a:pt x="914" y="2481"/>
                    </a:cubicBezTo>
                    <a:cubicBezTo>
                      <a:pt x="913" y="2479"/>
                      <a:pt x="910" y="2473"/>
                      <a:pt x="914" y="2473"/>
                    </a:cubicBezTo>
                    <a:cubicBezTo>
                      <a:pt x="917" y="2473"/>
                      <a:pt x="918" y="2478"/>
                      <a:pt x="918" y="2480"/>
                    </a:cubicBezTo>
                    <a:cubicBezTo>
                      <a:pt x="919" y="2483"/>
                      <a:pt x="919" y="2486"/>
                      <a:pt x="920" y="2489"/>
                    </a:cubicBezTo>
                    <a:cubicBezTo>
                      <a:pt x="922" y="2492"/>
                      <a:pt x="924" y="2495"/>
                      <a:pt x="925" y="2498"/>
                    </a:cubicBezTo>
                    <a:cubicBezTo>
                      <a:pt x="926" y="2501"/>
                      <a:pt x="927" y="2504"/>
                      <a:pt x="929" y="2506"/>
                    </a:cubicBezTo>
                    <a:cubicBezTo>
                      <a:pt x="932" y="2507"/>
                      <a:pt x="935" y="2507"/>
                      <a:pt x="938" y="2507"/>
                    </a:cubicBezTo>
                    <a:cubicBezTo>
                      <a:pt x="941" y="2509"/>
                      <a:pt x="942" y="2512"/>
                      <a:pt x="942" y="2515"/>
                    </a:cubicBezTo>
                    <a:cubicBezTo>
                      <a:pt x="942" y="2519"/>
                      <a:pt x="942" y="2524"/>
                      <a:pt x="946" y="2525"/>
                    </a:cubicBezTo>
                    <a:cubicBezTo>
                      <a:pt x="949" y="2527"/>
                      <a:pt x="952" y="2525"/>
                      <a:pt x="955" y="2524"/>
                    </a:cubicBezTo>
                    <a:cubicBezTo>
                      <a:pt x="958" y="2523"/>
                      <a:pt x="960" y="2523"/>
                      <a:pt x="961" y="2526"/>
                    </a:cubicBezTo>
                    <a:cubicBezTo>
                      <a:pt x="962" y="2528"/>
                      <a:pt x="962" y="2532"/>
                      <a:pt x="965" y="2533"/>
                    </a:cubicBezTo>
                    <a:cubicBezTo>
                      <a:pt x="967" y="2535"/>
                      <a:pt x="970" y="2533"/>
                      <a:pt x="971" y="2531"/>
                    </a:cubicBezTo>
                    <a:cubicBezTo>
                      <a:pt x="972" y="2528"/>
                      <a:pt x="971" y="2526"/>
                      <a:pt x="971" y="2523"/>
                    </a:cubicBezTo>
                    <a:cubicBezTo>
                      <a:pt x="972" y="2518"/>
                      <a:pt x="977" y="2516"/>
                      <a:pt x="977" y="2510"/>
                    </a:cubicBezTo>
                    <a:cubicBezTo>
                      <a:pt x="977" y="2505"/>
                      <a:pt x="974" y="2501"/>
                      <a:pt x="970" y="2497"/>
                    </a:cubicBezTo>
                    <a:cubicBezTo>
                      <a:pt x="966" y="2493"/>
                      <a:pt x="962" y="2489"/>
                      <a:pt x="957" y="2486"/>
                    </a:cubicBezTo>
                    <a:cubicBezTo>
                      <a:pt x="953" y="2484"/>
                      <a:pt x="949" y="2481"/>
                      <a:pt x="948" y="2477"/>
                    </a:cubicBezTo>
                    <a:cubicBezTo>
                      <a:pt x="947" y="2474"/>
                      <a:pt x="947" y="2472"/>
                      <a:pt x="948" y="2470"/>
                    </a:cubicBezTo>
                    <a:cubicBezTo>
                      <a:pt x="949" y="2468"/>
                      <a:pt x="951" y="2466"/>
                      <a:pt x="951" y="2463"/>
                    </a:cubicBezTo>
                    <a:cubicBezTo>
                      <a:pt x="951" y="2458"/>
                      <a:pt x="943" y="2456"/>
                      <a:pt x="940" y="2458"/>
                    </a:cubicBezTo>
                    <a:cubicBezTo>
                      <a:pt x="936" y="2461"/>
                      <a:pt x="934" y="2467"/>
                      <a:pt x="933" y="2471"/>
                    </a:cubicBezTo>
                    <a:cubicBezTo>
                      <a:pt x="933" y="2473"/>
                      <a:pt x="933" y="2476"/>
                      <a:pt x="933" y="2478"/>
                    </a:cubicBezTo>
                    <a:cubicBezTo>
                      <a:pt x="931" y="2476"/>
                      <a:pt x="928" y="2472"/>
                      <a:pt x="928" y="2468"/>
                    </a:cubicBezTo>
                    <a:cubicBezTo>
                      <a:pt x="929" y="2466"/>
                      <a:pt x="930" y="2464"/>
                      <a:pt x="931" y="2463"/>
                    </a:cubicBezTo>
                    <a:cubicBezTo>
                      <a:pt x="931" y="2462"/>
                      <a:pt x="932" y="2460"/>
                      <a:pt x="931" y="2459"/>
                    </a:cubicBezTo>
                    <a:cubicBezTo>
                      <a:pt x="930" y="2458"/>
                      <a:pt x="923" y="2458"/>
                      <a:pt x="923" y="2455"/>
                    </a:cubicBezTo>
                    <a:cubicBezTo>
                      <a:pt x="923" y="2453"/>
                      <a:pt x="927" y="2453"/>
                      <a:pt x="928" y="2452"/>
                    </a:cubicBezTo>
                    <a:cubicBezTo>
                      <a:pt x="931" y="2452"/>
                      <a:pt x="934" y="2452"/>
                      <a:pt x="937" y="2453"/>
                    </a:cubicBezTo>
                    <a:cubicBezTo>
                      <a:pt x="938" y="2453"/>
                      <a:pt x="941" y="2454"/>
                      <a:pt x="942" y="2453"/>
                    </a:cubicBezTo>
                    <a:cubicBezTo>
                      <a:pt x="944" y="2453"/>
                      <a:pt x="945" y="2451"/>
                      <a:pt x="946" y="2449"/>
                    </a:cubicBezTo>
                    <a:cubicBezTo>
                      <a:pt x="946" y="2448"/>
                      <a:pt x="947" y="2445"/>
                      <a:pt x="949" y="2445"/>
                    </a:cubicBezTo>
                    <a:cubicBezTo>
                      <a:pt x="951" y="2445"/>
                      <a:pt x="951" y="2447"/>
                      <a:pt x="952" y="2448"/>
                    </a:cubicBezTo>
                    <a:cubicBezTo>
                      <a:pt x="953" y="2452"/>
                      <a:pt x="954" y="2456"/>
                      <a:pt x="955" y="2460"/>
                    </a:cubicBezTo>
                    <a:cubicBezTo>
                      <a:pt x="955" y="2464"/>
                      <a:pt x="953" y="2467"/>
                      <a:pt x="952" y="2470"/>
                    </a:cubicBezTo>
                    <a:cubicBezTo>
                      <a:pt x="951" y="2474"/>
                      <a:pt x="950" y="2478"/>
                      <a:pt x="953" y="2480"/>
                    </a:cubicBezTo>
                    <a:cubicBezTo>
                      <a:pt x="954" y="2482"/>
                      <a:pt x="956" y="2484"/>
                      <a:pt x="958" y="2485"/>
                    </a:cubicBezTo>
                    <a:cubicBezTo>
                      <a:pt x="960" y="2486"/>
                      <a:pt x="962" y="2488"/>
                      <a:pt x="965" y="2489"/>
                    </a:cubicBezTo>
                    <a:cubicBezTo>
                      <a:pt x="970" y="2491"/>
                      <a:pt x="969" y="2483"/>
                      <a:pt x="970" y="2480"/>
                    </a:cubicBezTo>
                    <a:cubicBezTo>
                      <a:pt x="970" y="2479"/>
                      <a:pt x="970" y="2477"/>
                      <a:pt x="971" y="2479"/>
                    </a:cubicBezTo>
                    <a:cubicBezTo>
                      <a:pt x="972" y="2480"/>
                      <a:pt x="972" y="2484"/>
                      <a:pt x="972" y="2486"/>
                    </a:cubicBezTo>
                    <a:cubicBezTo>
                      <a:pt x="973" y="2490"/>
                      <a:pt x="974" y="2492"/>
                      <a:pt x="977" y="2495"/>
                    </a:cubicBezTo>
                    <a:cubicBezTo>
                      <a:pt x="979" y="2498"/>
                      <a:pt x="981" y="2501"/>
                      <a:pt x="984" y="2503"/>
                    </a:cubicBezTo>
                    <a:cubicBezTo>
                      <a:pt x="987" y="2505"/>
                      <a:pt x="989" y="2507"/>
                      <a:pt x="987" y="2511"/>
                    </a:cubicBezTo>
                    <a:cubicBezTo>
                      <a:pt x="985" y="2516"/>
                      <a:pt x="981" y="2519"/>
                      <a:pt x="979" y="2523"/>
                    </a:cubicBezTo>
                    <a:cubicBezTo>
                      <a:pt x="978" y="2527"/>
                      <a:pt x="977" y="2531"/>
                      <a:pt x="977" y="2534"/>
                    </a:cubicBezTo>
                    <a:cubicBezTo>
                      <a:pt x="977" y="2538"/>
                      <a:pt x="977" y="2542"/>
                      <a:pt x="978" y="2545"/>
                    </a:cubicBezTo>
                    <a:cubicBezTo>
                      <a:pt x="980" y="2548"/>
                      <a:pt x="983" y="2551"/>
                      <a:pt x="986" y="2553"/>
                    </a:cubicBezTo>
                    <a:cubicBezTo>
                      <a:pt x="989" y="2555"/>
                      <a:pt x="992" y="2558"/>
                      <a:pt x="996" y="2559"/>
                    </a:cubicBezTo>
                    <a:cubicBezTo>
                      <a:pt x="997" y="2559"/>
                      <a:pt x="998" y="2560"/>
                      <a:pt x="999" y="2560"/>
                    </a:cubicBezTo>
                    <a:cubicBezTo>
                      <a:pt x="1000" y="2561"/>
                      <a:pt x="1002" y="2563"/>
                      <a:pt x="1004" y="2564"/>
                    </a:cubicBezTo>
                    <a:cubicBezTo>
                      <a:pt x="1004" y="2564"/>
                      <a:pt x="1004" y="2563"/>
                      <a:pt x="1004" y="2563"/>
                    </a:cubicBezTo>
                    <a:cubicBezTo>
                      <a:pt x="1004" y="2563"/>
                      <a:pt x="1004" y="2563"/>
                      <a:pt x="1005" y="2563"/>
                    </a:cubicBezTo>
                    <a:cubicBezTo>
                      <a:pt x="1007" y="2564"/>
                      <a:pt x="1008" y="2563"/>
                      <a:pt x="1009" y="2563"/>
                    </a:cubicBezTo>
                    <a:cubicBezTo>
                      <a:pt x="1011" y="2563"/>
                      <a:pt x="1012" y="2563"/>
                      <a:pt x="1014" y="2562"/>
                    </a:cubicBezTo>
                    <a:cubicBezTo>
                      <a:pt x="1016" y="2562"/>
                      <a:pt x="1016" y="2562"/>
                      <a:pt x="1017" y="2560"/>
                    </a:cubicBezTo>
                    <a:cubicBezTo>
                      <a:pt x="1018" y="2558"/>
                      <a:pt x="1020" y="2557"/>
                      <a:pt x="1021" y="2555"/>
                    </a:cubicBezTo>
                    <a:cubicBezTo>
                      <a:pt x="1021" y="2554"/>
                      <a:pt x="1021" y="2553"/>
                      <a:pt x="1021" y="2551"/>
                    </a:cubicBezTo>
                    <a:cubicBezTo>
                      <a:pt x="1021" y="2548"/>
                      <a:pt x="1022" y="2545"/>
                      <a:pt x="1023" y="2542"/>
                    </a:cubicBezTo>
                    <a:cubicBezTo>
                      <a:pt x="1024" y="2539"/>
                      <a:pt x="1026" y="2535"/>
                      <a:pt x="1027" y="2532"/>
                    </a:cubicBezTo>
                    <a:cubicBezTo>
                      <a:pt x="1027" y="2531"/>
                      <a:pt x="1027" y="2529"/>
                      <a:pt x="1029" y="2529"/>
                    </a:cubicBezTo>
                    <a:cubicBezTo>
                      <a:pt x="1031" y="2528"/>
                      <a:pt x="1032" y="2531"/>
                      <a:pt x="1032" y="2532"/>
                    </a:cubicBezTo>
                    <a:cubicBezTo>
                      <a:pt x="1033" y="2534"/>
                      <a:pt x="1034" y="2536"/>
                      <a:pt x="1035" y="2538"/>
                    </a:cubicBezTo>
                    <a:cubicBezTo>
                      <a:pt x="1036" y="2540"/>
                      <a:pt x="1036" y="2541"/>
                      <a:pt x="1038" y="2542"/>
                    </a:cubicBezTo>
                    <a:cubicBezTo>
                      <a:pt x="1041" y="2543"/>
                      <a:pt x="1044" y="2544"/>
                      <a:pt x="1047" y="2544"/>
                    </a:cubicBezTo>
                    <a:cubicBezTo>
                      <a:pt x="1050" y="2543"/>
                      <a:pt x="1054" y="2543"/>
                      <a:pt x="1052" y="2539"/>
                    </a:cubicBezTo>
                    <a:cubicBezTo>
                      <a:pt x="1051" y="2538"/>
                      <a:pt x="1050" y="2536"/>
                      <a:pt x="1048" y="2535"/>
                    </a:cubicBezTo>
                    <a:cubicBezTo>
                      <a:pt x="1047" y="2534"/>
                      <a:pt x="1047" y="2532"/>
                      <a:pt x="1046" y="2531"/>
                    </a:cubicBezTo>
                    <a:cubicBezTo>
                      <a:pt x="1045" y="2528"/>
                      <a:pt x="1044" y="2524"/>
                      <a:pt x="1048" y="2524"/>
                    </a:cubicBezTo>
                    <a:cubicBezTo>
                      <a:pt x="1049" y="2523"/>
                      <a:pt x="1051" y="2524"/>
                      <a:pt x="1052" y="2525"/>
                    </a:cubicBezTo>
                    <a:cubicBezTo>
                      <a:pt x="1052" y="2526"/>
                      <a:pt x="1052" y="2528"/>
                      <a:pt x="1053" y="2529"/>
                    </a:cubicBezTo>
                    <a:cubicBezTo>
                      <a:pt x="1054" y="2530"/>
                      <a:pt x="1055" y="2531"/>
                      <a:pt x="1056" y="2530"/>
                    </a:cubicBezTo>
                    <a:cubicBezTo>
                      <a:pt x="1057" y="2530"/>
                      <a:pt x="1058" y="2528"/>
                      <a:pt x="1058" y="2527"/>
                    </a:cubicBezTo>
                    <a:cubicBezTo>
                      <a:pt x="1060" y="2525"/>
                      <a:pt x="1063" y="2526"/>
                      <a:pt x="1065" y="2526"/>
                    </a:cubicBezTo>
                    <a:cubicBezTo>
                      <a:pt x="1069" y="2526"/>
                      <a:pt x="1070" y="2523"/>
                      <a:pt x="1073" y="2521"/>
                    </a:cubicBezTo>
                    <a:cubicBezTo>
                      <a:pt x="1074" y="2520"/>
                      <a:pt x="1074" y="2519"/>
                      <a:pt x="1074" y="2517"/>
                    </a:cubicBezTo>
                    <a:cubicBezTo>
                      <a:pt x="1075" y="2516"/>
                      <a:pt x="1076" y="2515"/>
                      <a:pt x="1077" y="2514"/>
                    </a:cubicBezTo>
                    <a:cubicBezTo>
                      <a:pt x="1079" y="2511"/>
                      <a:pt x="1081" y="2508"/>
                      <a:pt x="1084" y="2506"/>
                    </a:cubicBezTo>
                    <a:cubicBezTo>
                      <a:pt x="1087" y="2505"/>
                      <a:pt x="1090" y="2503"/>
                      <a:pt x="1092" y="2501"/>
                    </a:cubicBezTo>
                    <a:cubicBezTo>
                      <a:pt x="1095" y="2499"/>
                      <a:pt x="1098" y="2498"/>
                      <a:pt x="1101" y="2496"/>
                    </a:cubicBezTo>
                    <a:cubicBezTo>
                      <a:pt x="1104" y="2492"/>
                      <a:pt x="1105" y="2487"/>
                      <a:pt x="1106" y="2482"/>
                    </a:cubicBezTo>
                    <a:cubicBezTo>
                      <a:pt x="1106" y="2482"/>
                      <a:pt x="1106" y="2481"/>
                      <a:pt x="1106" y="2480"/>
                    </a:cubicBezTo>
                    <a:cubicBezTo>
                      <a:pt x="1107" y="2479"/>
                      <a:pt x="1108" y="2479"/>
                      <a:pt x="1109" y="2480"/>
                    </a:cubicBezTo>
                    <a:cubicBezTo>
                      <a:pt x="1110" y="2482"/>
                      <a:pt x="1111" y="2483"/>
                      <a:pt x="1113" y="2481"/>
                    </a:cubicBezTo>
                    <a:cubicBezTo>
                      <a:pt x="1114" y="2480"/>
                      <a:pt x="1114" y="2479"/>
                      <a:pt x="1116" y="2478"/>
                    </a:cubicBezTo>
                    <a:cubicBezTo>
                      <a:pt x="1117" y="2478"/>
                      <a:pt x="1119" y="2479"/>
                      <a:pt x="1119" y="2476"/>
                    </a:cubicBezTo>
                    <a:cubicBezTo>
                      <a:pt x="1119" y="2475"/>
                      <a:pt x="1118" y="2474"/>
                      <a:pt x="1116" y="2473"/>
                    </a:cubicBezTo>
                    <a:cubicBezTo>
                      <a:pt x="1115" y="2473"/>
                      <a:pt x="1113" y="2473"/>
                      <a:pt x="1112" y="2472"/>
                    </a:cubicBezTo>
                    <a:cubicBezTo>
                      <a:pt x="1111" y="2470"/>
                      <a:pt x="1112" y="2469"/>
                      <a:pt x="1113" y="2468"/>
                    </a:cubicBezTo>
                    <a:cubicBezTo>
                      <a:pt x="1114" y="2467"/>
                      <a:pt x="1116" y="2466"/>
                      <a:pt x="1118" y="2465"/>
                    </a:cubicBezTo>
                    <a:cubicBezTo>
                      <a:pt x="1120" y="2463"/>
                      <a:pt x="1123" y="2462"/>
                      <a:pt x="1126" y="2461"/>
                    </a:cubicBezTo>
                    <a:cubicBezTo>
                      <a:pt x="1129" y="2460"/>
                      <a:pt x="1131" y="2459"/>
                      <a:pt x="1134" y="2457"/>
                    </a:cubicBezTo>
                    <a:cubicBezTo>
                      <a:pt x="1137" y="2455"/>
                      <a:pt x="1141" y="2455"/>
                      <a:pt x="1144" y="2454"/>
                    </a:cubicBezTo>
                    <a:cubicBezTo>
                      <a:pt x="1147" y="2454"/>
                      <a:pt x="1150" y="2454"/>
                      <a:pt x="1153" y="2454"/>
                    </a:cubicBezTo>
                    <a:cubicBezTo>
                      <a:pt x="1156" y="2454"/>
                      <a:pt x="1158" y="2452"/>
                      <a:pt x="1159" y="2449"/>
                    </a:cubicBezTo>
                    <a:cubicBezTo>
                      <a:pt x="1160" y="2447"/>
                      <a:pt x="1161" y="2441"/>
                      <a:pt x="1159" y="2439"/>
                    </a:cubicBezTo>
                    <a:cubicBezTo>
                      <a:pt x="1157" y="2437"/>
                      <a:pt x="1152" y="2438"/>
                      <a:pt x="1150" y="2438"/>
                    </a:cubicBezTo>
                    <a:cubicBezTo>
                      <a:pt x="1141" y="2439"/>
                      <a:pt x="1132" y="2439"/>
                      <a:pt x="1123" y="2440"/>
                    </a:cubicBezTo>
                    <a:cubicBezTo>
                      <a:pt x="1118" y="2440"/>
                      <a:pt x="1113" y="2441"/>
                      <a:pt x="1108" y="2443"/>
                    </a:cubicBezTo>
                    <a:cubicBezTo>
                      <a:pt x="1105" y="2444"/>
                      <a:pt x="1102" y="2444"/>
                      <a:pt x="1098" y="2444"/>
                    </a:cubicBezTo>
                    <a:cubicBezTo>
                      <a:pt x="1105" y="2442"/>
                      <a:pt x="1111" y="2441"/>
                      <a:pt x="1118" y="2439"/>
                    </a:cubicBezTo>
                    <a:cubicBezTo>
                      <a:pt x="1123" y="2438"/>
                      <a:pt x="1131" y="2437"/>
                      <a:pt x="1134" y="2432"/>
                    </a:cubicBezTo>
                    <a:cubicBezTo>
                      <a:pt x="1137" y="2427"/>
                      <a:pt x="1138" y="2419"/>
                      <a:pt x="1137" y="2413"/>
                    </a:cubicBezTo>
                    <a:cubicBezTo>
                      <a:pt x="1136" y="2411"/>
                      <a:pt x="1131" y="2401"/>
                      <a:pt x="1134" y="2400"/>
                    </a:cubicBezTo>
                    <a:cubicBezTo>
                      <a:pt x="1136" y="2399"/>
                      <a:pt x="1139" y="2403"/>
                      <a:pt x="1139" y="2404"/>
                    </a:cubicBezTo>
                    <a:cubicBezTo>
                      <a:pt x="1142" y="2407"/>
                      <a:pt x="1143" y="2409"/>
                      <a:pt x="1145" y="2412"/>
                    </a:cubicBezTo>
                    <a:cubicBezTo>
                      <a:pt x="1148" y="2417"/>
                      <a:pt x="1150" y="2422"/>
                      <a:pt x="1154" y="2426"/>
                    </a:cubicBezTo>
                    <a:cubicBezTo>
                      <a:pt x="1155" y="2428"/>
                      <a:pt x="1156" y="2428"/>
                      <a:pt x="1157" y="2425"/>
                    </a:cubicBezTo>
                    <a:cubicBezTo>
                      <a:pt x="1158" y="2422"/>
                      <a:pt x="1157" y="2418"/>
                      <a:pt x="1157" y="2415"/>
                    </a:cubicBezTo>
                    <a:cubicBezTo>
                      <a:pt x="1156" y="2412"/>
                      <a:pt x="1155" y="2410"/>
                      <a:pt x="1153" y="2408"/>
                    </a:cubicBezTo>
                    <a:cubicBezTo>
                      <a:pt x="1151" y="2406"/>
                      <a:pt x="1148" y="2405"/>
                      <a:pt x="1146" y="2403"/>
                    </a:cubicBezTo>
                    <a:cubicBezTo>
                      <a:pt x="1144" y="2402"/>
                      <a:pt x="1142" y="2400"/>
                      <a:pt x="1141" y="2399"/>
                    </a:cubicBezTo>
                    <a:cubicBezTo>
                      <a:pt x="1139" y="2398"/>
                      <a:pt x="1137" y="2396"/>
                      <a:pt x="1136" y="2395"/>
                    </a:cubicBezTo>
                    <a:cubicBezTo>
                      <a:pt x="1134" y="2392"/>
                      <a:pt x="1133" y="2389"/>
                      <a:pt x="1132" y="2386"/>
                    </a:cubicBezTo>
                    <a:cubicBezTo>
                      <a:pt x="1132" y="2385"/>
                      <a:pt x="1131" y="2384"/>
                      <a:pt x="1131" y="2384"/>
                    </a:cubicBezTo>
                    <a:cubicBezTo>
                      <a:pt x="1130" y="2382"/>
                      <a:pt x="1128" y="2379"/>
                      <a:pt x="1127" y="2377"/>
                    </a:cubicBezTo>
                    <a:cubicBezTo>
                      <a:pt x="1126" y="2375"/>
                      <a:pt x="1126" y="2372"/>
                      <a:pt x="1124" y="2369"/>
                    </a:cubicBezTo>
                    <a:cubicBezTo>
                      <a:pt x="1123" y="2366"/>
                      <a:pt x="1122" y="2364"/>
                      <a:pt x="1121" y="2361"/>
                    </a:cubicBezTo>
                    <a:cubicBezTo>
                      <a:pt x="1120" y="2360"/>
                      <a:pt x="1120" y="2359"/>
                      <a:pt x="1120" y="2358"/>
                    </a:cubicBezTo>
                    <a:cubicBezTo>
                      <a:pt x="1118" y="2357"/>
                      <a:pt x="1116" y="2357"/>
                      <a:pt x="1115" y="2359"/>
                    </a:cubicBezTo>
                    <a:cubicBezTo>
                      <a:pt x="1113" y="2361"/>
                      <a:pt x="1115" y="2363"/>
                      <a:pt x="1116" y="2365"/>
                    </a:cubicBezTo>
                    <a:cubicBezTo>
                      <a:pt x="1117" y="2368"/>
                      <a:pt x="1117" y="2370"/>
                      <a:pt x="1117" y="2372"/>
                    </a:cubicBezTo>
                    <a:cubicBezTo>
                      <a:pt x="1113" y="2369"/>
                      <a:pt x="1113" y="2364"/>
                      <a:pt x="1109" y="2360"/>
                    </a:cubicBezTo>
                    <a:cubicBezTo>
                      <a:pt x="1107" y="2357"/>
                      <a:pt x="1104" y="2356"/>
                      <a:pt x="1101" y="2353"/>
                    </a:cubicBezTo>
                    <a:cubicBezTo>
                      <a:pt x="1098" y="2351"/>
                      <a:pt x="1095" y="2351"/>
                      <a:pt x="1091" y="2351"/>
                    </a:cubicBezTo>
                    <a:cubicBezTo>
                      <a:pt x="1089" y="2351"/>
                      <a:pt x="1087" y="2350"/>
                      <a:pt x="1086" y="2351"/>
                    </a:cubicBezTo>
                    <a:cubicBezTo>
                      <a:pt x="1084" y="2353"/>
                      <a:pt x="1085" y="2355"/>
                      <a:pt x="1085" y="2357"/>
                    </a:cubicBezTo>
                    <a:cubicBezTo>
                      <a:pt x="1086" y="2359"/>
                      <a:pt x="1088" y="2361"/>
                      <a:pt x="1087" y="2363"/>
                    </a:cubicBezTo>
                    <a:cubicBezTo>
                      <a:pt x="1087" y="2366"/>
                      <a:pt x="1085" y="2365"/>
                      <a:pt x="1084" y="2363"/>
                    </a:cubicBezTo>
                    <a:cubicBezTo>
                      <a:pt x="1082" y="2361"/>
                      <a:pt x="1083" y="2359"/>
                      <a:pt x="1082" y="2356"/>
                    </a:cubicBezTo>
                    <a:cubicBezTo>
                      <a:pt x="1082" y="2354"/>
                      <a:pt x="1081" y="2352"/>
                      <a:pt x="1080" y="2351"/>
                    </a:cubicBezTo>
                    <a:cubicBezTo>
                      <a:pt x="1079" y="2349"/>
                      <a:pt x="1077" y="2349"/>
                      <a:pt x="1076" y="2347"/>
                    </a:cubicBezTo>
                    <a:cubicBezTo>
                      <a:pt x="1075" y="2346"/>
                      <a:pt x="1075" y="2345"/>
                      <a:pt x="1073" y="2344"/>
                    </a:cubicBezTo>
                    <a:cubicBezTo>
                      <a:pt x="1071" y="2342"/>
                      <a:pt x="1068" y="2340"/>
                      <a:pt x="1068" y="2336"/>
                    </a:cubicBezTo>
                    <a:cubicBezTo>
                      <a:pt x="1067" y="2334"/>
                      <a:pt x="1069" y="2332"/>
                      <a:pt x="1071" y="2331"/>
                    </a:cubicBezTo>
                    <a:cubicBezTo>
                      <a:pt x="1072" y="2331"/>
                      <a:pt x="1075" y="2330"/>
                      <a:pt x="1073" y="2328"/>
                    </a:cubicBezTo>
                    <a:cubicBezTo>
                      <a:pt x="1072" y="2326"/>
                      <a:pt x="1069" y="2325"/>
                      <a:pt x="1068" y="2324"/>
                    </a:cubicBezTo>
                    <a:cubicBezTo>
                      <a:pt x="1065" y="2323"/>
                      <a:pt x="1063" y="2321"/>
                      <a:pt x="1060" y="2320"/>
                    </a:cubicBezTo>
                    <a:cubicBezTo>
                      <a:pt x="1058" y="2318"/>
                      <a:pt x="1055" y="2316"/>
                      <a:pt x="1054" y="2314"/>
                    </a:cubicBezTo>
                    <a:cubicBezTo>
                      <a:pt x="1053" y="2312"/>
                      <a:pt x="1054" y="2309"/>
                      <a:pt x="1054" y="2307"/>
                    </a:cubicBezTo>
                    <a:cubicBezTo>
                      <a:pt x="1054" y="2304"/>
                      <a:pt x="1054" y="2300"/>
                      <a:pt x="1054" y="2297"/>
                    </a:cubicBezTo>
                    <a:cubicBezTo>
                      <a:pt x="1054" y="2295"/>
                      <a:pt x="1054" y="2290"/>
                      <a:pt x="1051" y="2289"/>
                    </a:cubicBezTo>
                    <a:cubicBezTo>
                      <a:pt x="1047" y="2289"/>
                      <a:pt x="1045" y="2294"/>
                      <a:pt x="1044" y="2296"/>
                    </a:cubicBezTo>
                    <a:cubicBezTo>
                      <a:pt x="1042" y="2298"/>
                      <a:pt x="1038" y="2302"/>
                      <a:pt x="1036" y="2300"/>
                    </a:cubicBezTo>
                    <a:cubicBezTo>
                      <a:pt x="1034" y="2299"/>
                      <a:pt x="1035" y="2297"/>
                      <a:pt x="1035" y="2296"/>
                    </a:cubicBezTo>
                    <a:cubicBezTo>
                      <a:pt x="1035" y="2294"/>
                      <a:pt x="1034" y="2292"/>
                      <a:pt x="1036" y="2291"/>
                    </a:cubicBezTo>
                    <a:cubicBezTo>
                      <a:pt x="1038" y="2290"/>
                      <a:pt x="1040" y="2290"/>
                      <a:pt x="1039" y="2287"/>
                    </a:cubicBezTo>
                    <a:cubicBezTo>
                      <a:pt x="1038" y="2285"/>
                      <a:pt x="1036" y="2284"/>
                      <a:pt x="1034" y="2284"/>
                    </a:cubicBezTo>
                    <a:cubicBezTo>
                      <a:pt x="1032" y="2284"/>
                      <a:pt x="1030" y="2284"/>
                      <a:pt x="1029" y="2284"/>
                    </a:cubicBezTo>
                    <a:cubicBezTo>
                      <a:pt x="1028" y="2284"/>
                      <a:pt x="1027" y="2285"/>
                      <a:pt x="1026" y="2284"/>
                    </a:cubicBezTo>
                    <a:cubicBezTo>
                      <a:pt x="1025" y="2284"/>
                      <a:pt x="1025" y="2282"/>
                      <a:pt x="1024" y="2282"/>
                    </a:cubicBezTo>
                    <a:cubicBezTo>
                      <a:pt x="1023" y="2280"/>
                      <a:pt x="1022" y="2279"/>
                      <a:pt x="1021" y="2277"/>
                    </a:cubicBezTo>
                    <a:cubicBezTo>
                      <a:pt x="1021" y="2275"/>
                      <a:pt x="1020" y="2273"/>
                      <a:pt x="1019" y="2271"/>
                    </a:cubicBezTo>
                    <a:cubicBezTo>
                      <a:pt x="1019" y="2270"/>
                      <a:pt x="1018" y="2268"/>
                      <a:pt x="1017" y="2267"/>
                    </a:cubicBezTo>
                    <a:cubicBezTo>
                      <a:pt x="1016" y="2266"/>
                      <a:pt x="1015" y="2265"/>
                      <a:pt x="1013" y="2264"/>
                    </a:cubicBezTo>
                    <a:cubicBezTo>
                      <a:pt x="1012" y="2263"/>
                      <a:pt x="1010" y="2261"/>
                      <a:pt x="1009" y="2260"/>
                    </a:cubicBezTo>
                    <a:cubicBezTo>
                      <a:pt x="1007" y="2259"/>
                      <a:pt x="1005" y="2257"/>
                      <a:pt x="1003" y="2257"/>
                    </a:cubicBezTo>
                    <a:cubicBezTo>
                      <a:pt x="1002" y="2256"/>
                      <a:pt x="1001" y="2256"/>
                      <a:pt x="1001" y="2255"/>
                    </a:cubicBezTo>
                    <a:cubicBezTo>
                      <a:pt x="1000" y="2254"/>
                      <a:pt x="1000" y="2253"/>
                      <a:pt x="1000" y="2251"/>
                    </a:cubicBezTo>
                    <a:cubicBezTo>
                      <a:pt x="1001" y="2250"/>
                      <a:pt x="1000" y="2248"/>
                      <a:pt x="1001" y="2247"/>
                    </a:cubicBezTo>
                    <a:cubicBezTo>
                      <a:pt x="1001" y="2246"/>
                      <a:pt x="1003" y="2246"/>
                      <a:pt x="1003" y="2245"/>
                    </a:cubicBezTo>
                    <a:cubicBezTo>
                      <a:pt x="1004" y="2244"/>
                      <a:pt x="1004" y="2242"/>
                      <a:pt x="1003" y="2240"/>
                    </a:cubicBezTo>
                    <a:cubicBezTo>
                      <a:pt x="1002" y="2238"/>
                      <a:pt x="1001" y="2237"/>
                      <a:pt x="1001" y="2235"/>
                    </a:cubicBezTo>
                    <a:cubicBezTo>
                      <a:pt x="1000" y="2233"/>
                      <a:pt x="1000" y="2232"/>
                      <a:pt x="999" y="2230"/>
                    </a:cubicBezTo>
                    <a:cubicBezTo>
                      <a:pt x="997" y="2227"/>
                      <a:pt x="992" y="2229"/>
                      <a:pt x="990" y="2229"/>
                    </a:cubicBezTo>
                    <a:cubicBezTo>
                      <a:pt x="985" y="2230"/>
                      <a:pt x="982" y="2230"/>
                      <a:pt x="979" y="2233"/>
                    </a:cubicBezTo>
                    <a:cubicBezTo>
                      <a:pt x="978" y="2234"/>
                      <a:pt x="978" y="2236"/>
                      <a:pt x="976" y="2236"/>
                    </a:cubicBezTo>
                    <a:cubicBezTo>
                      <a:pt x="974" y="2237"/>
                      <a:pt x="973" y="2237"/>
                      <a:pt x="971" y="2238"/>
                    </a:cubicBezTo>
                    <a:cubicBezTo>
                      <a:pt x="970" y="2239"/>
                      <a:pt x="970" y="2240"/>
                      <a:pt x="968" y="2241"/>
                    </a:cubicBezTo>
                    <a:cubicBezTo>
                      <a:pt x="968" y="2242"/>
                      <a:pt x="967" y="2243"/>
                      <a:pt x="966" y="2243"/>
                    </a:cubicBezTo>
                    <a:cubicBezTo>
                      <a:pt x="964" y="2244"/>
                      <a:pt x="964" y="2245"/>
                      <a:pt x="963" y="2246"/>
                    </a:cubicBezTo>
                    <a:cubicBezTo>
                      <a:pt x="963" y="2247"/>
                      <a:pt x="962" y="2248"/>
                      <a:pt x="962" y="2249"/>
                    </a:cubicBezTo>
                    <a:cubicBezTo>
                      <a:pt x="961" y="2251"/>
                      <a:pt x="963" y="2252"/>
                      <a:pt x="963" y="2253"/>
                    </a:cubicBezTo>
                    <a:cubicBezTo>
                      <a:pt x="963" y="2254"/>
                      <a:pt x="962" y="2256"/>
                      <a:pt x="962" y="2256"/>
                    </a:cubicBezTo>
                    <a:cubicBezTo>
                      <a:pt x="960" y="2258"/>
                      <a:pt x="958" y="2253"/>
                      <a:pt x="957" y="2252"/>
                    </a:cubicBezTo>
                    <a:cubicBezTo>
                      <a:pt x="955" y="2252"/>
                      <a:pt x="954" y="2253"/>
                      <a:pt x="953" y="2253"/>
                    </a:cubicBezTo>
                    <a:cubicBezTo>
                      <a:pt x="952" y="2253"/>
                      <a:pt x="951" y="2251"/>
                      <a:pt x="950" y="2250"/>
                    </a:cubicBezTo>
                    <a:cubicBezTo>
                      <a:pt x="949" y="2249"/>
                      <a:pt x="947" y="2248"/>
                      <a:pt x="946" y="2246"/>
                    </a:cubicBezTo>
                    <a:cubicBezTo>
                      <a:pt x="945" y="2246"/>
                      <a:pt x="945" y="2245"/>
                      <a:pt x="944" y="2244"/>
                    </a:cubicBezTo>
                    <a:cubicBezTo>
                      <a:pt x="944" y="2242"/>
                      <a:pt x="943" y="2241"/>
                      <a:pt x="943" y="2239"/>
                    </a:cubicBezTo>
                    <a:cubicBezTo>
                      <a:pt x="944" y="2237"/>
                      <a:pt x="944" y="2235"/>
                      <a:pt x="944" y="2233"/>
                    </a:cubicBezTo>
                    <a:cubicBezTo>
                      <a:pt x="943" y="2230"/>
                      <a:pt x="943" y="2226"/>
                      <a:pt x="943" y="2222"/>
                    </a:cubicBezTo>
                    <a:cubicBezTo>
                      <a:pt x="943" y="2220"/>
                      <a:pt x="942" y="2218"/>
                      <a:pt x="940" y="2217"/>
                    </a:cubicBezTo>
                    <a:cubicBezTo>
                      <a:pt x="937" y="2216"/>
                      <a:pt x="932" y="2217"/>
                      <a:pt x="929" y="2218"/>
                    </a:cubicBezTo>
                    <a:cubicBezTo>
                      <a:pt x="927" y="2218"/>
                      <a:pt x="925" y="2219"/>
                      <a:pt x="924" y="2220"/>
                    </a:cubicBezTo>
                    <a:cubicBezTo>
                      <a:pt x="922" y="2222"/>
                      <a:pt x="922" y="2224"/>
                      <a:pt x="922" y="2226"/>
                    </a:cubicBezTo>
                    <a:cubicBezTo>
                      <a:pt x="921" y="2228"/>
                      <a:pt x="922" y="2231"/>
                      <a:pt x="922" y="2233"/>
                    </a:cubicBezTo>
                    <a:cubicBezTo>
                      <a:pt x="922" y="2234"/>
                      <a:pt x="922" y="2235"/>
                      <a:pt x="922" y="2235"/>
                    </a:cubicBezTo>
                    <a:cubicBezTo>
                      <a:pt x="923" y="2237"/>
                      <a:pt x="923" y="2240"/>
                      <a:pt x="924" y="2242"/>
                    </a:cubicBezTo>
                    <a:cubicBezTo>
                      <a:pt x="924" y="2244"/>
                      <a:pt x="923" y="2245"/>
                      <a:pt x="922" y="2247"/>
                    </a:cubicBezTo>
                    <a:cubicBezTo>
                      <a:pt x="920" y="2249"/>
                      <a:pt x="920" y="2251"/>
                      <a:pt x="919" y="2252"/>
                    </a:cubicBezTo>
                    <a:cubicBezTo>
                      <a:pt x="918" y="2254"/>
                      <a:pt x="918" y="2256"/>
                      <a:pt x="918" y="2259"/>
                    </a:cubicBezTo>
                    <a:cubicBezTo>
                      <a:pt x="918" y="2261"/>
                      <a:pt x="918" y="2263"/>
                      <a:pt x="917" y="2265"/>
                    </a:cubicBezTo>
                    <a:cubicBezTo>
                      <a:pt x="916" y="2268"/>
                      <a:pt x="915" y="2271"/>
                      <a:pt x="914" y="2273"/>
                    </a:cubicBezTo>
                    <a:cubicBezTo>
                      <a:pt x="913" y="2275"/>
                      <a:pt x="911" y="2276"/>
                      <a:pt x="909" y="2278"/>
                    </a:cubicBezTo>
                    <a:cubicBezTo>
                      <a:pt x="907" y="2280"/>
                      <a:pt x="904" y="2282"/>
                      <a:pt x="900" y="2282"/>
                    </a:cubicBezTo>
                    <a:cubicBezTo>
                      <a:pt x="898" y="2283"/>
                      <a:pt x="897" y="2282"/>
                      <a:pt x="895" y="2283"/>
                    </a:cubicBezTo>
                    <a:cubicBezTo>
                      <a:pt x="893" y="2284"/>
                      <a:pt x="892" y="2285"/>
                      <a:pt x="892" y="2287"/>
                    </a:cubicBezTo>
                    <a:cubicBezTo>
                      <a:pt x="892" y="2290"/>
                      <a:pt x="892" y="2293"/>
                      <a:pt x="892" y="2295"/>
                    </a:cubicBezTo>
                    <a:cubicBezTo>
                      <a:pt x="891" y="2298"/>
                      <a:pt x="891" y="2300"/>
                      <a:pt x="889" y="2302"/>
                    </a:cubicBezTo>
                    <a:cubicBezTo>
                      <a:pt x="888" y="2303"/>
                      <a:pt x="886" y="2303"/>
                      <a:pt x="884" y="2304"/>
                    </a:cubicBezTo>
                    <a:cubicBezTo>
                      <a:pt x="883" y="2305"/>
                      <a:pt x="883" y="2309"/>
                      <a:pt x="881" y="2309"/>
                    </a:cubicBezTo>
                    <a:cubicBezTo>
                      <a:pt x="879" y="2309"/>
                      <a:pt x="879" y="2305"/>
                      <a:pt x="879" y="2304"/>
                    </a:cubicBezTo>
                    <a:cubicBezTo>
                      <a:pt x="879" y="2302"/>
                      <a:pt x="879" y="2300"/>
                      <a:pt x="877" y="2301"/>
                    </a:cubicBezTo>
                    <a:cubicBezTo>
                      <a:pt x="875" y="2301"/>
                      <a:pt x="873" y="2301"/>
                      <a:pt x="872" y="2303"/>
                    </a:cubicBezTo>
                    <a:cubicBezTo>
                      <a:pt x="871" y="2304"/>
                      <a:pt x="871" y="2306"/>
                      <a:pt x="870" y="2308"/>
                    </a:cubicBezTo>
                    <a:cubicBezTo>
                      <a:pt x="869" y="2311"/>
                      <a:pt x="866" y="2311"/>
                      <a:pt x="864" y="2312"/>
                    </a:cubicBezTo>
                    <a:cubicBezTo>
                      <a:pt x="864" y="2312"/>
                      <a:pt x="863" y="2312"/>
                      <a:pt x="862" y="2312"/>
                    </a:cubicBezTo>
                    <a:cubicBezTo>
                      <a:pt x="861" y="2312"/>
                      <a:pt x="861" y="2312"/>
                      <a:pt x="861" y="2312"/>
                    </a:cubicBezTo>
                    <a:cubicBezTo>
                      <a:pt x="860" y="2312"/>
                      <a:pt x="858" y="2312"/>
                      <a:pt x="857" y="2312"/>
                    </a:cubicBezTo>
                    <a:cubicBezTo>
                      <a:pt x="855" y="2312"/>
                      <a:pt x="853" y="2313"/>
                      <a:pt x="852" y="2313"/>
                    </a:cubicBezTo>
                    <a:cubicBezTo>
                      <a:pt x="848" y="2315"/>
                      <a:pt x="843" y="2318"/>
                      <a:pt x="844" y="2323"/>
                    </a:cubicBezTo>
                    <a:cubicBezTo>
                      <a:pt x="844" y="2324"/>
                      <a:pt x="845" y="2325"/>
                      <a:pt x="845" y="2327"/>
                    </a:cubicBezTo>
                    <a:cubicBezTo>
                      <a:pt x="845" y="2328"/>
                      <a:pt x="844" y="2330"/>
                      <a:pt x="844" y="2331"/>
                    </a:cubicBezTo>
                    <a:cubicBezTo>
                      <a:pt x="844" y="2332"/>
                      <a:pt x="845" y="2333"/>
                      <a:pt x="844" y="2333"/>
                    </a:cubicBezTo>
                    <a:cubicBezTo>
                      <a:pt x="844" y="2334"/>
                      <a:pt x="844" y="2334"/>
                      <a:pt x="843" y="2335"/>
                    </a:cubicBezTo>
                    <a:cubicBezTo>
                      <a:pt x="842" y="2336"/>
                      <a:pt x="843" y="2337"/>
                      <a:pt x="843" y="2338"/>
                    </a:cubicBezTo>
                    <a:cubicBezTo>
                      <a:pt x="844" y="2339"/>
                      <a:pt x="845" y="2339"/>
                      <a:pt x="845" y="2340"/>
                    </a:cubicBezTo>
                    <a:cubicBezTo>
                      <a:pt x="845" y="2340"/>
                      <a:pt x="845" y="2341"/>
                      <a:pt x="845" y="2341"/>
                    </a:cubicBezTo>
                    <a:cubicBezTo>
                      <a:pt x="844" y="2343"/>
                      <a:pt x="841" y="2342"/>
                      <a:pt x="840" y="2343"/>
                    </a:cubicBezTo>
                    <a:cubicBezTo>
                      <a:pt x="839" y="2344"/>
                      <a:pt x="840" y="2346"/>
                      <a:pt x="839" y="2347"/>
                    </a:cubicBezTo>
                    <a:cubicBezTo>
                      <a:pt x="838" y="2348"/>
                      <a:pt x="835" y="2348"/>
                      <a:pt x="834" y="2346"/>
                    </a:cubicBezTo>
                    <a:cubicBezTo>
                      <a:pt x="834" y="2345"/>
                      <a:pt x="834" y="2344"/>
                      <a:pt x="833" y="2344"/>
                    </a:cubicBezTo>
                    <a:cubicBezTo>
                      <a:pt x="833" y="2343"/>
                      <a:pt x="832" y="2342"/>
                      <a:pt x="831" y="2341"/>
                    </a:cubicBezTo>
                    <a:cubicBezTo>
                      <a:pt x="828" y="2339"/>
                      <a:pt x="826" y="2339"/>
                      <a:pt x="822" y="2339"/>
                    </a:cubicBezTo>
                    <a:cubicBezTo>
                      <a:pt x="821" y="2339"/>
                      <a:pt x="819" y="2339"/>
                      <a:pt x="817" y="2339"/>
                    </a:cubicBezTo>
                    <a:cubicBezTo>
                      <a:pt x="815" y="2339"/>
                      <a:pt x="815" y="2340"/>
                      <a:pt x="813" y="2341"/>
                    </a:cubicBezTo>
                    <a:cubicBezTo>
                      <a:pt x="813" y="2341"/>
                      <a:pt x="812" y="2342"/>
                      <a:pt x="811" y="2342"/>
                    </a:cubicBezTo>
                    <a:cubicBezTo>
                      <a:pt x="811" y="2343"/>
                      <a:pt x="810" y="2344"/>
                      <a:pt x="809" y="2344"/>
                    </a:cubicBezTo>
                    <a:cubicBezTo>
                      <a:pt x="808" y="2345"/>
                      <a:pt x="806" y="2344"/>
                      <a:pt x="805" y="2345"/>
                    </a:cubicBezTo>
                    <a:cubicBezTo>
                      <a:pt x="804" y="2345"/>
                      <a:pt x="802" y="2346"/>
                      <a:pt x="801" y="2346"/>
                    </a:cubicBezTo>
                    <a:cubicBezTo>
                      <a:pt x="799" y="2347"/>
                      <a:pt x="795" y="2348"/>
                      <a:pt x="793" y="2346"/>
                    </a:cubicBezTo>
                    <a:cubicBezTo>
                      <a:pt x="791" y="2345"/>
                      <a:pt x="789" y="2345"/>
                      <a:pt x="787" y="2345"/>
                    </a:cubicBezTo>
                    <a:cubicBezTo>
                      <a:pt x="785" y="2345"/>
                      <a:pt x="784" y="2346"/>
                      <a:pt x="783" y="2346"/>
                    </a:cubicBezTo>
                    <a:cubicBezTo>
                      <a:pt x="781" y="2347"/>
                      <a:pt x="779" y="2349"/>
                      <a:pt x="777" y="2350"/>
                    </a:cubicBezTo>
                    <a:cubicBezTo>
                      <a:pt x="775" y="2351"/>
                      <a:pt x="774" y="2352"/>
                      <a:pt x="772" y="2353"/>
                    </a:cubicBezTo>
                    <a:cubicBezTo>
                      <a:pt x="770" y="2354"/>
                      <a:pt x="768" y="2355"/>
                      <a:pt x="766" y="2357"/>
                    </a:cubicBezTo>
                    <a:cubicBezTo>
                      <a:pt x="765" y="2358"/>
                      <a:pt x="764" y="2359"/>
                      <a:pt x="762" y="2360"/>
                    </a:cubicBezTo>
                    <a:cubicBezTo>
                      <a:pt x="761" y="2360"/>
                      <a:pt x="759" y="2360"/>
                      <a:pt x="757" y="2360"/>
                    </a:cubicBezTo>
                    <a:cubicBezTo>
                      <a:pt x="756" y="2360"/>
                      <a:pt x="755" y="2359"/>
                      <a:pt x="754" y="2359"/>
                    </a:cubicBezTo>
                    <a:cubicBezTo>
                      <a:pt x="753" y="2359"/>
                      <a:pt x="751" y="2359"/>
                      <a:pt x="750" y="2358"/>
                    </a:cubicBezTo>
                    <a:cubicBezTo>
                      <a:pt x="748" y="2357"/>
                      <a:pt x="747" y="2355"/>
                      <a:pt x="746" y="2354"/>
                    </a:cubicBezTo>
                    <a:cubicBezTo>
                      <a:pt x="746" y="2354"/>
                      <a:pt x="746" y="2354"/>
                      <a:pt x="746" y="2354"/>
                    </a:cubicBezTo>
                    <a:cubicBezTo>
                      <a:pt x="745" y="2353"/>
                      <a:pt x="745" y="2353"/>
                      <a:pt x="744" y="2353"/>
                    </a:cubicBezTo>
                    <a:cubicBezTo>
                      <a:pt x="744" y="2352"/>
                      <a:pt x="743" y="2352"/>
                      <a:pt x="743" y="2351"/>
                    </a:cubicBezTo>
                    <a:cubicBezTo>
                      <a:pt x="742" y="2350"/>
                      <a:pt x="741" y="2348"/>
                      <a:pt x="740" y="2347"/>
                    </a:cubicBezTo>
                    <a:cubicBezTo>
                      <a:pt x="738" y="2346"/>
                      <a:pt x="737" y="2344"/>
                      <a:pt x="735" y="2343"/>
                    </a:cubicBezTo>
                    <a:cubicBezTo>
                      <a:pt x="735" y="2342"/>
                      <a:pt x="734" y="2341"/>
                      <a:pt x="732" y="2340"/>
                    </a:cubicBezTo>
                    <a:cubicBezTo>
                      <a:pt x="731" y="2339"/>
                      <a:pt x="729" y="2338"/>
                      <a:pt x="727" y="2338"/>
                    </a:cubicBezTo>
                    <a:cubicBezTo>
                      <a:pt x="725" y="2337"/>
                      <a:pt x="723" y="2335"/>
                      <a:pt x="722" y="2333"/>
                    </a:cubicBezTo>
                    <a:cubicBezTo>
                      <a:pt x="721" y="2331"/>
                      <a:pt x="723" y="2329"/>
                      <a:pt x="724" y="2327"/>
                    </a:cubicBezTo>
                    <a:cubicBezTo>
                      <a:pt x="724" y="2326"/>
                      <a:pt x="724" y="2325"/>
                      <a:pt x="724" y="2324"/>
                    </a:cubicBezTo>
                    <a:cubicBezTo>
                      <a:pt x="724" y="2323"/>
                      <a:pt x="724" y="2321"/>
                      <a:pt x="723" y="2320"/>
                    </a:cubicBezTo>
                    <a:cubicBezTo>
                      <a:pt x="723" y="2319"/>
                      <a:pt x="722" y="2318"/>
                      <a:pt x="721" y="2317"/>
                    </a:cubicBezTo>
                    <a:cubicBezTo>
                      <a:pt x="721" y="2314"/>
                      <a:pt x="721" y="2312"/>
                      <a:pt x="722" y="2310"/>
                    </a:cubicBezTo>
                    <a:cubicBezTo>
                      <a:pt x="723" y="2308"/>
                      <a:pt x="725" y="2307"/>
                      <a:pt x="726" y="2304"/>
                    </a:cubicBezTo>
                    <a:cubicBezTo>
                      <a:pt x="726" y="2302"/>
                      <a:pt x="726" y="2301"/>
                      <a:pt x="725" y="2299"/>
                    </a:cubicBezTo>
                    <a:cubicBezTo>
                      <a:pt x="725" y="2298"/>
                      <a:pt x="725" y="2296"/>
                      <a:pt x="725" y="2294"/>
                    </a:cubicBezTo>
                    <a:cubicBezTo>
                      <a:pt x="724" y="2292"/>
                      <a:pt x="721" y="2290"/>
                      <a:pt x="718" y="2289"/>
                    </a:cubicBezTo>
                    <a:cubicBezTo>
                      <a:pt x="715" y="2287"/>
                      <a:pt x="711" y="2288"/>
                      <a:pt x="707" y="2287"/>
                    </a:cubicBezTo>
                    <a:cubicBezTo>
                      <a:pt x="706" y="2287"/>
                      <a:pt x="704" y="2287"/>
                      <a:pt x="703" y="2287"/>
                    </a:cubicBezTo>
                    <a:cubicBezTo>
                      <a:pt x="702" y="2288"/>
                      <a:pt x="701" y="2289"/>
                      <a:pt x="701" y="2290"/>
                    </a:cubicBezTo>
                    <a:cubicBezTo>
                      <a:pt x="698" y="2293"/>
                      <a:pt x="694" y="2290"/>
                      <a:pt x="691" y="2289"/>
                    </a:cubicBezTo>
                    <a:cubicBezTo>
                      <a:pt x="688" y="2288"/>
                      <a:pt x="685" y="2288"/>
                      <a:pt x="682" y="2288"/>
                    </a:cubicBezTo>
                    <a:cubicBezTo>
                      <a:pt x="679" y="2289"/>
                      <a:pt x="676" y="2289"/>
                      <a:pt x="673" y="2289"/>
                    </a:cubicBezTo>
                    <a:cubicBezTo>
                      <a:pt x="672" y="2289"/>
                      <a:pt x="671" y="2289"/>
                      <a:pt x="670" y="2289"/>
                    </a:cubicBezTo>
                    <a:cubicBezTo>
                      <a:pt x="670" y="2288"/>
                      <a:pt x="669" y="2288"/>
                      <a:pt x="668" y="2287"/>
                    </a:cubicBezTo>
                    <a:cubicBezTo>
                      <a:pt x="667" y="2287"/>
                      <a:pt x="666" y="2287"/>
                      <a:pt x="665" y="2287"/>
                    </a:cubicBezTo>
                    <a:cubicBezTo>
                      <a:pt x="664" y="2287"/>
                      <a:pt x="662" y="2287"/>
                      <a:pt x="661" y="2286"/>
                    </a:cubicBezTo>
                    <a:cubicBezTo>
                      <a:pt x="661" y="2286"/>
                      <a:pt x="660" y="2285"/>
                      <a:pt x="660" y="2285"/>
                    </a:cubicBezTo>
                    <a:cubicBezTo>
                      <a:pt x="660" y="2284"/>
                      <a:pt x="659" y="2284"/>
                      <a:pt x="658" y="2284"/>
                    </a:cubicBezTo>
                    <a:cubicBezTo>
                      <a:pt x="658" y="2283"/>
                      <a:pt x="657" y="2282"/>
                      <a:pt x="657" y="2282"/>
                    </a:cubicBezTo>
                    <a:cubicBezTo>
                      <a:pt x="657" y="2281"/>
                      <a:pt x="657" y="2280"/>
                      <a:pt x="656" y="2279"/>
                    </a:cubicBezTo>
                    <a:cubicBezTo>
                      <a:pt x="655" y="2277"/>
                      <a:pt x="656" y="2275"/>
                      <a:pt x="654" y="2274"/>
                    </a:cubicBezTo>
                    <a:cubicBezTo>
                      <a:pt x="653" y="2272"/>
                      <a:pt x="651" y="2271"/>
                      <a:pt x="649" y="2271"/>
                    </a:cubicBezTo>
                    <a:cubicBezTo>
                      <a:pt x="648" y="2270"/>
                      <a:pt x="646" y="2270"/>
                      <a:pt x="645" y="2269"/>
                    </a:cubicBezTo>
                    <a:cubicBezTo>
                      <a:pt x="644" y="2268"/>
                      <a:pt x="644" y="2268"/>
                      <a:pt x="643" y="2267"/>
                    </a:cubicBezTo>
                    <a:cubicBezTo>
                      <a:pt x="643" y="2266"/>
                      <a:pt x="642" y="2264"/>
                      <a:pt x="642" y="2263"/>
                    </a:cubicBezTo>
                    <a:cubicBezTo>
                      <a:pt x="641" y="2261"/>
                      <a:pt x="641" y="2260"/>
                      <a:pt x="640" y="2258"/>
                    </a:cubicBezTo>
                    <a:cubicBezTo>
                      <a:pt x="640" y="2258"/>
                      <a:pt x="639" y="2257"/>
                      <a:pt x="639" y="2256"/>
                    </a:cubicBezTo>
                    <a:cubicBezTo>
                      <a:pt x="637" y="2255"/>
                      <a:pt x="635" y="2256"/>
                      <a:pt x="633" y="2257"/>
                    </a:cubicBezTo>
                    <a:cubicBezTo>
                      <a:pt x="633" y="2258"/>
                      <a:pt x="632" y="2259"/>
                      <a:pt x="631" y="2260"/>
                    </a:cubicBezTo>
                    <a:cubicBezTo>
                      <a:pt x="630" y="2260"/>
                      <a:pt x="629" y="2260"/>
                      <a:pt x="628" y="2260"/>
                    </a:cubicBezTo>
                    <a:cubicBezTo>
                      <a:pt x="627" y="2260"/>
                      <a:pt x="626" y="2260"/>
                      <a:pt x="625" y="2259"/>
                    </a:cubicBezTo>
                    <a:cubicBezTo>
                      <a:pt x="624" y="2258"/>
                      <a:pt x="624" y="2257"/>
                      <a:pt x="624" y="2256"/>
                    </a:cubicBezTo>
                    <a:cubicBezTo>
                      <a:pt x="622" y="2254"/>
                      <a:pt x="618" y="2255"/>
                      <a:pt x="616" y="2255"/>
                    </a:cubicBezTo>
                    <a:cubicBezTo>
                      <a:pt x="612" y="2255"/>
                      <a:pt x="609" y="2252"/>
                      <a:pt x="605" y="2253"/>
                    </a:cubicBezTo>
                    <a:cubicBezTo>
                      <a:pt x="604" y="2254"/>
                      <a:pt x="603" y="2253"/>
                      <a:pt x="601" y="2253"/>
                    </a:cubicBezTo>
                    <a:cubicBezTo>
                      <a:pt x="600" y="2253"/>
                      <a:pt x="598" y="2253"/>
                      <a:pt x="597" y="2252"/>
                    </a:cubicBezTo>
                    <a:cubicBezTo>
                      <a:pt x="597" y="2252"/>
                      <a:pt x="597" y="2250"/>
                      <a:pt x="597" y="2250"/>
                    </a:cubicBezTo>
                    <a:cubicBezTo>
                      <a:pt x="597" y="2249"/>
                      <a:pt x="597" y="2248"/>
                      <a:pt x="597" y="2247"/>
                    </a:cubicBezTo>
                    <a:cubicBezTo>
                      <a:pt x="596" y="2246"/>
                      <a:pt x="595" y="2244"/>
                      <a:pt x="594" y="2244"/>
                    </a:cubicBezTo>
                    <a:cubicBezTo>
                      <a:pt x="592" y="2243"/>
                      <a:pt x="591" y="2243"/>
                      <a:pt x="590" y="2243"/>
                    </a:cubicBezTo>
                    <a:cubicBezTo>
                      <a:pt x="588" y="2242"/>
                      <a:pt x="585" y="2241"/>
                      <a:pt x="584" y="2238"/>
                    </a:cubicBezTo>
                    <a:cubicBezTo>
                      <a:pt x="583" y="2237"/>
                      <a:pt x="584" y="2235"/>
                      <a:pt x="584" y="2234"/>
                    </a:cubicBezTo>
                    <a:cubicBezTo>
                      <a:pt x="584" y="2231"/>
                      <a:pt x="583" y="2229"/>
                      <a:pt x="581" y="2227"/>
                    </a:cubicBezTo>
                    <a:cubicBezTo>
                      <a:pt x="580" y="2225"/>
                      <a:pt x="580" y="2222"/>
                      <a:pt x="580" y="2220"/>
                    </a:cubicBezTo>
                    <a:cubicBezTo>
                      <a:pt x="580" y="2218"/>
                      <a:pt x="580" y="2215"/>
                      <a:pt x="582" y="2213"/>
                    </a:cubicBezTo>
                    <a:cubicBezTo>
                      <a:pt x="583" y="2212"/>
                      <a:pt x="583" y="2211"/>
                      <a:pt x="581" y="2210"/>
                    </a:cubicBezTo>
                    <a:cubicBezTo>
                      <a:pt x="579" y="2209"/>
                      <a:pt x="577" y="2208"/>
                      <a:pt x="575" y="2207"/>
                    </a:cubicBezTo>
                    <a:cubicBezTo>
                      <a:pt x="573" y="2206"/>
                      <a:pt x="572" y="2206"/>
                      <a:pt x="571" y="2204"/>
                    </a:cubicBezTo>
                    <a:cubicBezTo>
                      <a:pt x="570" y="2204"/>
                      <a:pt x="570" y="2204"/>
                      <a:pt x="569" y="2203"/>
                    </a:cubicBezTo>
                    <a:cubicBezTo>
                      <a:pt x="568" y="2202"/>
                      <a:pt x="568" y="2201"/>
                      <a:pt x="568" y="2200"/>
                    </a:cubicBezTo>
                    <a:cubicBezTo>
                      <a:pt x="567" y="2199"/>
                      <a:pt x="568" y="2199"/>
                      <a:pt x="568" y="2198"/>
                    </a:cubicBezTo>
                    <a:cubicBezTo>
                      <a:pt x="568" y="2197"/>
                      <a:pt x="567" y="2196"/>
                      <a:pt x="567" y="2195"/>
                    </a:cubicBezTo>
                    <a:cubicBezTo>
                      <a:pt x="566" y="2193"/>
                      <a:pt x="567" y="2190"/>
                      <a:pt x="566" y="2188"/>
                    </a:cubicBezTo>
                    <a:cubicBezTo>
                      <a:pt x="565" y="2185"/>
                      <a:pt x="565" y="2182"/>
                      <a:pt x="564" y="2179"/>
                    </a:cubicBezTo>
                    <a:cubicBezTo>
                      <a:pt x="564" y="2177"/>
                      <a:pt x="565" y="2174"/>
                      <a:pt x="563" y="2173"/>
                    </a:cubicBezTo>
                    <a:cubicBezTo>
                      <a:pt x="562" y="2171"/>
                      <a:pt x="559" y="2172"/>
                      <a:pt x="557" y="2173"/>
                    </a:cubicBezTo>
                    <a:cubicBezTo>
                      <a:pt x="555" y="2174"/>
                      <a:pt x="553" y="2176"/>
                      <a:pt x="551" y="2178"/>
                    </a:cubicBezTo>
                    <a:cubicBezTo>
                      <a:pt x="549" y="2178"/>
                      <a:pt x="548" y="2180"/>
                      <a:pt x="547" y="2181"/>
                    </a:cubicBezTo>
                    <a:cubicBezTo>
                      <a:pt x="546" y="2182"/>
                      <a:pt x="546" y="2185"/>
                      <a:pt x="544" y="2183"/>
                    </a:cubicBezTo>
                    <a:cubicBezTo>
                      <a:pt x="543" y="2183"/>
                      <a:pt x="543" y="2182"/>
                      <a:pt x="543" y="2181"/>
                    </a:cubicBezTo>
                    <a:cubicBezTo>
                      <a:pt x="541" y="2180"/>
                      <a:pt x="539" y="2181"/>
                      <a:pt x="539" y="2182"/>
                    </a:cubicBezTo>
                    <a:cubicBezTo>
                      <a:pt x="538" y="2183"/>
                      <a:pt x="538" y="2184"/>
                      <a:pt x="538" y="2185"/>
                    </a:cubicBezTo>
                    <a:cubicBezTo>
                      <a:pt x="538" y="2186"/>
                      <a:pt x="538" y="2188"/>
                      <a:pt x="538" y="2189"/>
                    </a:cubicBezTo>
                    <a:cubicBezTo>
                      <a:pt x="538" y="2190"/>
                      <a:pt x="539" y="2191"/>
                      <a:pt x="538" y="2192"/>
                    </a:cubicBezTo>
                    <a:cubicBezTo>
                      <a:pt x="537" y="2193"/>
                      <a:pt x="535" y="2192"/>
                      <a:pt x="535" y="2191"/>
                    </a:cubicBezTo>
                    <a:cubicBezTo>
                      <a:pt x="534" y="2189"/>
                      <a:pt x="534" y="2188"/>
                      <a:pt x="534" y="2187"/>
                    </a:cubicBezTo>
                    <a:cubicBezTo>
                      <a:pt x="534" y="2185"/>
                      <a:pt x="533" y="2183"/>
                      <a:pt x="533" y="2182"/>
                    </a:cubicBezTo>
                    <a:cubicBezTo>
                      <a:pt x="533" y="2181"/>
                      <a:pt x="532" y="2180"/>
                      <a:pt x="532" y="2178"/>
                    </a:cubicBezTo>
                    <a:cubicBezTo>
                      <a:pt x="530" y="2175"/>
                      <a:pt x="530" y="2172"/>
                      <a:pt x="529" y="2169"/>
                    </a:cubicBezTo>
                    <a:cubicBezTo>
                      <a:pt x="528" y="2168"/>
                      <a:pt x="528" y="2167"/>
                      <a:pt x="527" y="2166"/>
                    </a:cubicBezTo>
                    <a:cubicBezTo>
                      <a:pt x="526" y="2163"/>
                      <a:pt x="523" y="2162"/>
                      <a:pt x="520" y="2160"/>
                    </a:cubicBezTo>
                    <a:cubicBezTo>
                      <a:pt x="516" y="2158"/>
                      <a:pt x="514" y="2152"/>
                      <a:pt x="510" y="2150"/>
                    </a:cubicBezTo>
                    <a:cubicBezTo>
                      <a:pt x="509" y="2149"/>
                      <a:pt x="507" y="2147"/>
                      <a:pt x="506" y="2145"/>
                    </a:cubicBezTo>
                    <a:cubicBezTo>
                      <a:pt x="506" y="2144"/>
                      <a:pt x="507" y="2143"/>
                      <a:pt x="508" y="2143"/>
                    </a:cubicBezTo>
                    <a:cubicBezTo>
                      <a:pt x="509" y="2143"/>
                      <a:pt x="510" y="2144"/>
                      <a:pt x="511" y="2144"/>
                    </a:cubicBezTo>
                    <a:cubicBezTo>
                      <a:pt x="512" y="2144"/>
                      <a:pt x="514" y="2145"/>
                      <a:pt x="515" y="2144"/>
                    </a:cubicBezTo>
                    <a:cubicBezTo>
                      <a:pt x="516" y="2144"/>
                      <a:pt x="516" y="2143"/>
                      <a:pt x="516" y="2142"/>
                    </a:cubicBezTo>
                    <a:cubicBezTo>
                      <a:pt x="516" y="2140"/>
                      <a:pt x="516" y="2137"/>
                      <a:pt x="517" y="2135"/>
                    </a:cubicBezTo>
                    <a:cubicBezTo>
                      <a:pt x="519" y="2134"/>
                      <a:pt x="519" y="2132"/>
                      <a:pt x="519" y="2129"/>
                    </a:cubicBezTo>
                    <a:cubicBezTo>
                      <a:pt x="519" y="2126"/>
                      <a:pt x="516" y="2126"/>
                      <a:pt x="513" y="2125"/>
                    </a:cubicBezTo>
                    <a:cubicBezTo>
                      <a:pt x="510" y="2125"/>
                      <a:pt x="507" y="2125"/>
                      <a:pt x="504" y="2123"/>
                    </a:cubicBezTo>
                    <a:cubicBezTo>
                      <a:pt x="502" y="2121"/>
                      <a:pt x="500" y="2120"/>
                      <a:pt x="497" y="2118"/>
                    </a:cubicBezTo>
                    <a:cubicBezTo>
                      <a:pt x="491" y="2113"/>
                      <a:pt x="487" y="2106"/>
                      <a:pt x="481" y="2101"/>
                    </a:cubicBezTo>
                    <a:cubicBezTo>
                      <a:pt x="480" y="2100"/>
                      <a:pt x="478" y="2098"/>
                      <a:pt x="476" y="2097"/>
                    </a:cubicBezTo>
                    <a:cubicBezTo>
                      <a:pt x="474" y="2096"/>
                      <a:pt x="471" y="2094"/>
                      <a:pt x="469" y="2093"/>
                    </a:cubicBezTo>
                    <a:cubicBezTo>
                      <a:pt x="467" y="2091"/>
                      <a:pt x="465" y="2090"/>
                      <a:pt x="464" y="2088"/>
                    </a:cubicBezTo>
                    <a:cubicBezTo>
                      <a:pt x="463" y="2087"/>
                      <a:pt x="462" y="2085"/>
                      <a:pt x="462" y="2084"/>
                    </a:cubicBezTo>
                    <a:cubicBezTo>
                      <a:pt x="461" y="2081"/>
                      <a:pt x="459" y="2080"/>
                      <a:pt x="456" y="2078"/>
                    </a:cubicBezTo>
                    <a:cubicBezTo>
                      <a:pt x="454" y="2076"/>
                      <a:pt x="452" y="2073"/>
                      <a:pt x="452" y="2070"/>
                    </a:cubicBezTo>
                    <a:cubicBezTo>
                      <a:pt x="451" y="2068"/>
                      <a:pt x="450" y="2067"/>
                      <a:pt x="450" y="2065"/>
                    </a:cubicBezTo>
                    <a:cubicBezTo>
                      <a:pt x="449" y="2063"/>
                      <a:pt x="449" y="2062"/>
                      <a:pt x="449" y="2060"/>
                    </a:cubicBezTo>
                    <a:cubicBezTo>
                      <a:pt x="448" y="2058"/>
                      <a:pt x="445" y="2056"/>
                      <a:pt x="443" y="2055"/>
                    </a:cubicBezTo>
                    <a:cubicBezTo>
                      <a:pt x="441" y="2055"/>
                      <a:pt x="440" y="2055"/>
                      <a:pt x="438" y="2055"/>
                    </a:cubicBezTo>
                    <a:cubicBezTo>
                      <a:pt x="434" y="2056"/>
                      <a:pt x="431" y="2056"/>
                      <a:pt x="427" y="2056"/>
                    </a:cubicBezTo>
                    <a:cubicBezTo>
                      <a:pt x="425" y="2057"/>
                      <a:pt x="423" y="2056"/>
                      <a:pt x="421" y="2055"/>
                    </a:cubicBezTo>
                    <a:cubicBezTo>
                      <a:pt x="420" y="2055"/>
                      <a:pt x="417" y="2055"/>
                      <a:pt x="416" y="2055"/>
                    </a:cubicBezTo>
                    <a:cubicBezTo>
                      <a:pt x="413" y="2053"/>
                      <a:pt x="413" y="2049"/>
                      <a:pt x="413" y="2047"/>
                    </a:cubicBezTo>
                    <a:cubicBezTo>
                      <a:pt x="414" y="2044"/>
                      <a:pt x="414" y="2041"/>
                      <a:pt x="412" y="2039"/>
                    </a:cubicBezTo>
                    <a:cubicBezTo>
                      <a:pt x="409" y="2035"/>
                      <a:pt x="408" y="2031"/>
                      <a:pt x="409" y="2026"/>
                    </a:cubicBezTo>
                    <a:cubicBezTo>
                      <a:pt x="409" y="2023"/>
                      <a:pt x="410" y="2019"/>
                      <a:pt x="409" y="2016"/>
                    </a:cubicBezTo>
                    <a:cubicBezTo>
                      <a:pt x="409" y="2012"/>
                      <a:pt x="406" y="2010"/>
                      <a:pt x="404" y="2007"/>
                    </a:cubicBezTo>
                    <a:cubicBezTo>
                      <a:pt x="403" y="2006"/>
                      <a:pt x="401" y="2004"/>
                      <a:pt x="400" y="2003"/>
                    </a:cubicBezTo>
                    <a:cubicBezTo>
                      <a:pt x="398" y="2001"/>
                      <a:pt x="396" y="2000"/>
                      <a:pt x="394" y="1998"/>
                    </a:cubicBezTo>
                    <a:cubicBezTo>
                      <a:pt x="391" y="1996"/>
                      <a:pt x="388" y="1995"/>
                      <a:pt x="385" y="1993"/>
                    </a:cubicBezTo>
                    <a:cubicBezTo>
                      <a:pt x="382" y="1991"/>
                      <a:pt x="380" y="1988"/>
                      <a:pt x="376" y="1987"/>
                    </a:cubicBezTo>
                    <a:cubicBezTo>
                      <a:pt x="374" y="1986"/>
                      <a:pt x="372" y="1985"/>
                      <a:pt x="369" y="1983"/>
                    </a:cubicBezTo>
                    <a:cubicBezTo>
                      <a:pt x="369" y="1983"/>
                      <a:pt x="369" y="1983"/>
                      <a:pt x="369" y="1983"/>
                    </a:cubicBezTo>
                    <a:cubicBezTo>
                      <a:pt x="369" y="1983"/>
                      <a:pt x="368" y="1982"/>
                      <a:pt x="368" y="1982"/>
                    </a:cubicBezTo>
                    <a:cubicBezTo>
                      <a:pt x="368" y="1982"/>
                      <a:pt x="367" y="1981"/>
                      <a:pt x="366" y="1981"/>
                    </a:cubicBezTo>
                    <a:cubicBezTo>
                      <a:pt x="365" y="1979"/>
                      <a:pt x="364" y="1978"/>
                      <a:pt x="363" y="1977"/>
                    </a:cubicBezTo>
                    <a:cubicBezTo>
                      <a:pt x="360" y="1973"/>
                      <a:pt x="357" y="1970"/>
                      <a:pt x="355" y="1965"/>
                    </a:cubicBezTo>
                    <a:cubicBezTo>
                      <a:pt x="353" y="1962"/>
                      <a:pt x="351" y="1959"/>
                      <a:pt x="348" y="1957"/>
                    </a:cubicBezTo>
                    <a:cubicBezTo>
                      <a:pt x="345" y="1955"/>
                      <a:pt x="343" y="1952"/>
                      <a:pt x="339" y="1950"/>
                    </a:cubicBezTo>
                    <a:cubicBezTo>
                      <a:pt x="336" y="1949"/>
                      <a:pt x="333" y="1947"/>
                      <a:pt x="331" y="1945"/>
                    </a:cubicBezTo>
                    <a:cubicBezTo>
                      <a:pt x="328" y="1943"/>
                      <a:pt x="325" y="1942"/>
                      <a:pt x="323" y="1939"/>
                    </a:cubicBezTo>
                    <a:cubicBezTo>
                      <a:pt x="321" y="1936"/>
                      <a:pt x="318" y="1935"/>
                      <a:pt x="315" y="1932"/>
                    </a:cubicBezTo>
                    <a:cubicBezTo>
                      <a:pt x="313" y="1929"/>
                      <a:pt x="311" y="1927"/>
                      <a:pt x="309" y="1923"/>
                    </a:cubicBezTo>
                    <a:cubicBezTo>
                      <a:pt x="308" y="1920"/>
                      <a:pt x="308" y="1917"/>
                      <a:pt x="306" y="1913"/>
                    </a:cubicBezTo>
                    <a:cubicBezTo>
                      <a:pt x="304" y="1910"/>
                      <a:pt x="300" y="1907"/>
                      <a:pt x="296" y="1905"/>
                    </a:cubicBezTo>
                    <a:cubicBezTo>
                      <a:pt x="294" y="1904"/>
                      <a:pt x="292" y="1903"/>
                      <a:pt x="290" y="1903"/>
                    </a:cubicBezTo>
                    <a:cubicBezTo>
                      <a:pt x="288" y="1902"/>
                      <a:pt x="286" y="1902"/>
                      <a:pt x="284" y="1901"/>
                    </a:cubicBezTo>
                    <a:cubicBezTo>
                      <a:pt x="279" y="1900"/>
                      <a:pt x="275" y="1898"/>
                      <a:pt x="271" y="1896"/>
                    </a:cubicBezTo>
                    <a:cubicBezTo>
                      <a:pt x="268" y="1894"/>
                      <a:pt x="266" y="1890"/>
                      <a:pt x="263" y="1888"/>
                    </a:cubicBezTo>
                    <a:cubicBezTo>
                      <a:pt x="261" y="1886"/>
                      <a:pt x="258" y="1884"/>
                      <a:pt x="254" y="1883"/>
                    </a:cubicBezTo>
                    <a:cubicBezTo>
                      <a:pt x="251" y="1882"/>
                      <a:pt x="247" y="1880"/>
                      <a:pt x="244" y="1877"/>
                    </a:cubicBezTo>
                    <a:cubicBezTo>
                      <a:pt x="242" y="1876"/>
                      <a:pt x="240" y="1874"/>
                      <a:pt x="238" y="1872"/>
                    </a:cubicBezTo>
                    <a:cubicBezTo>
                      <a:pt x="239" y="1873"/>
                      <a:pt x="240" y="1873"/>
                      <a:pt x="241" y="1874"/>
                    </a:cubicBezTo>
                    <a:cubicBezTo>
                      <a:pt x="247" y="1876"/>
                      <a:pt x="252" y="1879"/>
                      <a:pt x="258" y="1881"/>
                    </a:cubicBezTo>
                    <a:cubicBezTo>
                      <a:pt x="260" y="1882"/>
                      <a:pt x="262" y="1884"/>
                      <a:pt x="264" y="1885"/>
                    </a:cubicBezTo>
                    <a:cubicBezTo>
                      <a:pt x="267" y="1887"/>
                      <a:pt x="268" y="1889"/>
                      <a:pt x="269" y="1891"/>
                    </a:cubicBezTo>
                    <a:cubicBezTo>
                      <a:pt x="273" y="1895"/>
                      <a:pt x="277" y="1898"/>
                      <a:pt x="282" y="1899"/>
                    </a:cubicBezTo>
                    <a:cubicBezTo>
                      <a:pt x="285" y="1899"/>
                      <a:pt x="288" y="1899"/>
                      <a:pt x="290" y="1900"/>
                    </a:cubicBezTo>
                    <a:cubicBezTo>
                      <a:pt x="293" y="1901"/>
                      <a:pt x="295" y="1903"/>
                      <a:pt x="298" y="1905"/>
                    </a:cubicBezTo>
                    <a:cubicBezTo>
                      <a:pt x="301" y="1907"/>
                      <a:pt x="305" y="1909"/>
                      <a:pt x="307" y="1911"/>
                    </a:cubicBezTo>
                    <a:cubicBezTo>
                      <a:pt x="310" y="1914"/>
                      <a:pt x="312" y="1918"/>
                      <a:pt x="313" y="1921"/>
                    </a:cubicBezTo>
                    <a:cubicBezTo>
                      <a:pt x="313" y="1922"/>
                      <a:pt x="313" y="1923"/>
                      <a:pt x="314" y="1924"/>
                    </a:cubicBezTo>
                    <a:cubicBezTo>
                      <a:pt x="314" y="1927"/>
                      <a:pt x="315" y="1928"/>
                      <a:pt x="318" y="1930"/>
                    </a:cubicBezTo>
                    <a:cubicBezTo>
                      <a:pt x="320" y="1932"/>
                      <a:pt x="322" y="1934"/>
                      <a:pt x="324" y="1936"/>
                    </a:cubicBezTo>
                    <a:cubicBezTo>
                      <a:pt x="326" y="1938"/>
                      <a:pt x="327" y="1940"/>
                      <a:pt x="329" y="1941"/>
                    </a:cubicBezTo>
                    <a:cubicBezTo>
                      <a:pt x="334" y="1943"/>
                      <a:pt x="339" y="1946"/>
                      <a:pt x="344" y="1950"/>
                    </a:cubicBezTo>
                    <a:cubicBezTo>
                      <a:pt x="348" y="1953"/>
                      <a:pt x="352" y="1956"/>
                      <a:pt x="355" y="1961"/>
                    </a:cubicBezTo>
                    <a:cubicBezTo>
                      <a:pt x="357" y="1963"/>
                      <a:pt x="358" y="1965"/>
                      <a:pt x="359" y="1968"/>
                    </a:cubicBezTo>
                    <a:cubicBezTo>
                      <a:pt x="360" y="1970"/>
                      <a:pt x="361" y="1971"/>
                      <a:pt x="363" y="1973"/>
                    </a:cubicBezTo>
                    <a:cubicBezTo>
                      <a:pt x="366" y="1975"/>
                      <a:pt x="368" y="1978"/>
                      <a:pt x="370" y="1980"/>
                    </a:cubicBezTo>
                    <a:cubicBezTo>
                      <a:pt x="372" y="1982"/>
                      <a:pt x="374" y="1984"/>
                      <a:pt x="376" y="1986"/>
                    </a:cubicBezTo>
                    <a:cubicBezTo>
                      <a:pt x="377" y="1988"/>
                      <a:pt x="380" y="1988"/>
                      <a:pt x="382" y="1990"/>
                    </a:cubicBezTo>
                    <a:cubicBezTo>
                      <a:pt x="383" y="1990"/>
                      <a:pt x="384" y="1991"/>
                      <a:pt x="385" y="1992"/>
                    </a:cubicBezTo>
                    <a:cubicBezTo>
                      <a:pt x="386" y="1992"/>
                      <a:pt x="387" y="1993"/>
                      <a:pt x="389" y="1993"/>
                    </a:cubicBezTo>
                    <a:cubicBezTo>
                      <a:pt x="395" y="1995"/>
                      <a:pt x="401" y="1998"/>
                      <a:pt x="405" y="2003"/>
                    </a:cubicBezTo>
                    <a:cubicBezTo>
                      <a:pt x="408" y="2006"/>
                      <a:pt x="409" y="2011"/>
                      <a:pt x="410" y="2016"/>
                    </a:cubicBezTo>
                    <a:cubicBezTo>
                      <a:pt x="411" y="2019"/>
                      <a:pt x="411" y="2022"/>
                      <a:pt x="411" y="2025"/>
                    </a:cubicBezTo>
                    <a:cubicBezTo>
                      <a:pt x="411" y="2028"/>
                      <a:pt x="411" y="2029"/>
                      <a:pt x="412" y="2031"/>
                    </a:cubicBezTo>
                    <a:cubicBezTo>
                      <a:pt x="412" y="2034"/>
                      <a:pt x="414" y="2035"/>
                      <a:pt x="415" y="2037"/>
                    </a:cubicBezTo>
                    <a:cubicBezTo>
                      <a:pt x="418" y="2040"/>
                      <a:pt x="418" y="2044"/>
                      <a:pt x="417" y="2049"/>
                    </a:cubicBezTo>
                    <a:cubicBezTo>
                      <a:pt x="417" y="2052"/>
                      <a:pt x="417" y="2054"/>
                      <a:pt x="421" y="2054"/>
                    </a:cubicBezTo>
                    <a:cubicBezTo>
                      <a:pt x="424" y="2054"/>
                      <a:pt x="426" y="2054"/>
                      <a:pt x="429" y="2054"/>
                    </a:cubicBezTo>
                    <a:cubicBezTo>
                      <a:pt x="432" y="2054"/>
                      <a:pt x="435" y="2055"/>
                      <a:pt x="437" y="2054"/>
                    </a:cubicBezTo>
                    <a:cubicBezTo>
                      <a:pt x="440" y="2053"/>
                      <a:pt x="442" y="2053"/>
                      <a:pt x="445" y="2055"/>
                    </a:cubicBezTo>
                    <a:cubicBezTo>
                      <a:pt x="450" y="2057"/>
                      <a:pt x="453" y="2064"/>
                      <a:pt x="454" y="2069"/>
                    </a:cubicBezTo>
                    <a:cubicBezTo>
                      <a:pt x="455" y="2074"/>
                      <a:pt x="458" y="2077"/>
                      <a:pt x="462" y="2081"/>
                    </a:cubicBezTo>
                    <a:cubicBezTo>
                      <a:pt x="464" y="2082"/>
                      <a:pt x="466" y="2084"/>
                      <a:pt x="467" y="2086"/>
                    </a:cubicBezTo>
                    <a:cubicBezTo>
                      <a:pt x="468" y="2088"/>
                      <a:pt x="470" y="2089"/>
                      <a:pt x="472" y="2091"/>
                    </a:cubicBezTo>
                    <a:cubicBezTo>
                      <a:pt x="474" y="2091"/>
                      <a:pt x="476" y="2092"/>
                      <a:pt x="478" y="2093"/>
                    </a:cubicBezTo>
                    <a:cubicBezTo>
                      <a:pt x="480" y="2095"/>
                      <a:pt x="482" y="2097"/>
                      <a:pt x="483" y="2099"/>
                    </a:cubicBezTo>
                    <a:cubicBezTo>
                      <a:pt x="484" y="2101"/>
                      <a:pt x="486" y="2103"/>
                      <a:pt x="488" y="2104"/>
                    </a:cubicBezTo>
                    <a:cubicBezTo>
                      <a:pt x="489" y="2106"/>
                      <a:pt x="490" y="2108"/>
                      <a:pt x="492" y="2109"/>
                    </a:cubicBezTo>
                    <a:cubicBezTo>
                      <a:pt x="493" y="2111"/>
                      <a:pt x="495" y="2113"/>
                      <a:pt x="498" y="2114"/>
                    </a:cubicBezTo>
                    <a:cubicBezTo>
                      <a:pt x="500" y="2114"/>
                      <a:pt x="502" y="2116"/>
                      <a:pt x="504" y="2117"/>
                    </a:cubicBezTo>
                    <a:cubicBezTo>
                      <a:pt x="505" y="2118"/>
                      <a:pt x="507" y="2119"/>
                      <a:pt x="509" y="2119"/>
                    </a:cubicBezTo>
                    <a:cubicBezTo>
                      <a:pt x="511" y="2120"/>
                      <a:pt x="512" y="2121"/>
                      <a:pt x="514" y="2120"/>
                    </a:cubicBezTo>
                    <a:cubicBezTo>
                      <a:pt x="515" y="2120"/>
                      <a:pt x="517" y="2119"/>
                      <a:pt x="518" y="2118"/>
                    </a:cubicBezTo>
                    <a:cubicBezTo>
                      <a:pt x="522" y="2113"/>
                      <a:pt x="525" y="2107"/>
                      <a:pt x="527" y="2100"/>
                    </a:cubicBezTo>
                    <a:cubicBezTo>
                      <a:pt x="530" y="2094"/>
                      <a:pt x="534" y="2090"/>
                      <a:pt x="539" y="2085"/>
                    </a:cubicBezTo>
                    <a:cubicBezTo>
                      <a:pt x="545" y="2079"/>
                      <a:pt x="552" y="2076"/>
                      <a:pt x="561" y="2076"/>
                    </a:cubicBezTo>
                    <a:cubicBezTo>
                      <a:pt x="569" y="2076"/>
                      <a:pt x="578" y="2078"/>
                      <a:pt x="587" y="2079"/>
                    </a:cubicBezTo>
                    <a:cubicBezTo>
                      <a:pt x="591" y="2080"/>
                      <a:pt x="596" y="2082"/>
                      <a:pt x="601" y="2084"/>
                    </a:cubicBezTo>
                    <a:cubicBezTo>
                      <a:pt x="603" y="2084"/>
                      <a:pt x="605" y="2085"/>
                      <a:pt x="607" y="2086"/>
                    </a:cubicBezTo>
                    <a:cubicBezTo>
                      <a:pt x="608" y="2088"/>
                      <a:pt x="609" y="2091"/>
                      <a:pt x="609" y="2093"/>
                    </a:cubicBezTo>
                    <a:cubicBezTo>
                      <a:pt x="609" y="2094"/>
                      <a:pt x="609" y="2098"/>
                      <a:pt x="607" y="2099"/>
                    </a:cubicBezTo>
                    <a:cubicBezTo>
                      <a:pt x="606" y="2099"/>
                      <a:pt x="604" y="2096"/>
                      <a:pt x="603" y="2095"/>
                    </a:cubicBezTo>
                    <a:cubicBezTo>
                      <a:pt x="600" y="2090"/>
                      <a:pt x="598" y="2085"/>
                      <a:pt x="592" y="2085"/>
                    </a:cubicBezTo>
                    <a:cubicBezTo>
                      <a:pt x="585" y="2084"/>
                      <a:pt x="580" y="2081"/>
                      <a:pt x="574" y="2079"/>
                    </a:cubicBezTo>
                    <a:cubicBezTo>
                      <a:pt x="568" y="2077"/>
                      <a:pt x="561" y="2078"/>
                      <a:pt x="554" y="2079"/>
                    </a:cubicBezTo>
                    <a:cubicBezTo>
                      <a:pt x="549" y="2080"/>
                      <a:pt x="545" y="2081"/>
                      <a:pt x="541" y="2085"/>
                    </a:cubicBezTo>
                    <a:cubicBezTo>
                      <a:pt x="537" y="2089"/>
                      <a:pt x="534" y="2094"/>
                      <a:pt x="531" y="2098"/>
                    </a:cubicBezTo>
                    <a:cubicBezTo>
                      <a:pt x="527" y="2104"/>
                      <a:pt x="525" y="2109"/>
                      <a:pt x="524" y="2115"/>
                    </a:cubicBezTo>
                    <a:cubicBezTo>
                      <a:pt x="522" y="2122"/>
                      <a:pt x="521" y="2128"/>
                      <a:pt x="523" y="2135"/>
                    </a:cubicBezTo>
                    <a:cubicBezTo>
                      <a:pt x="524" y="2141"/>
                      <a:pt x="529" y="2142"/>
                      <a:pt x="535" y="2142"/>
                    </a:cubicBezTo>
                    <a:cubicBezTo>
                      <a:pt x="540" y="2143"/>
                      <a:pt x="544" y="2146"/>
                      <a:pt x="548" y="2148"/>
                    </a:cubicBezTo>
                    <a:cubicBezTo>
                      <a:pt x="553" y="2151"/>
                      <a:pt x="558" y="2153"/>
                      <a:pt x="563" y="2154"/>
                    </a:cubicBezTo>
                    <a:cubicBezTo>
                      <a:pt x="565" y="2155"/>
                      <a:pt x="568" y="2156"/>
                      <a:pt x="571" y="2155"/>
                    </a:cubicBezTo>
                    <a:cubicBezTo>
                      <a:pt x="574" y="2154"/>
                      <a:pt x="576" y="2151"/>
                      <a:pt x="578" y="2149"/>
                    </a:cubicBezTo>
                    <a:cubicBezTo>
                      <a:pt x="581" y="2148"/>
                      <a:pt x="583" y="2146"/>
                      <a:pt x="586" y="2147"/>
                    </a:cubicBezTo>
                    <a:cubicBezTo>
                      <a:pt x="589" y="2148"/>
                      <a:pt x="591" y="2151"/>
                      <a:pt x="591" y="2153"/>
                    </a:cubicBezTo>
                    <a:cubicBezTo>
                      <a:pt x="591" y="2157"/>
                      <a:pt x="588" y="2160"/>
                      <a:pt x="585" y="2162"/>
                    </a:cubicBezTo>
                    <a:cubicBezTo>
                      <a:pt x="582" y="2164"/>
                      <a:pt x="583" y="2168"/>
                      <a:pt x="581" y="2170"/>
                    </a:cubicBezTo>
                    <a:cubicBezTo>
                      <a:pt x="581" y="2172"/>
                      <a:pt x="579" y="2173"/>
                      <a:pt x="577" y="2174"/>
                    </a:cubicBezTo>
                    <a:cubicBezTo>
                      <a:pt x="575" y="2174"/>
                      <a:pt x="574" y="2176"/>
                      <a:pt x="573" y="2178"/>
                    </a:cubicBezTo>
                    <a:cubicBezTo>
                      <a:pt x="573" y="2181"/>
                      <a:pt x="572" y="2184"/>
                      <a:pt x="572" y="2186"/>
                    </a:cubicBezTo>
                    <a:cubicBezTo>
                      <a:pt x="572" y="2190"/>
                      <a:pt x="571" y="2193"/>
                      <a:pt x="572" y="2196"/>
                    </a:cubicBezTo>
                    <a:cubicBezTo>
                      <a:pt x="575" y="2202"/>
                      <a:pt x="580" y="2205"/>
                      <a:pt x="586" y="2205"/>
                    </a:cubicBezTo>
                    <a:cubicBezTo>
                      <a:pt x="590" y="2205"/>
                      <a:pt x="594" y="2205"/>
                      <a:pt x="596" y="2208"/>
                    </a:cubicBezTo>
                    <a:cubicBezTo>
                      <a:pt x="598" y="2210"/>
                      <a:pt x="599" y="2214"/>
                      <a:pt x="596" y="2216"/>
                    </a:cubicBezTo>
                    <a:cubicBezTo>
                      <a:pt x="594" y="2218"/>
                      <a:pt x="590" y="2218"/>
                      <a:pt x="588" y="2219"/>
                    </a:cubicBezTo>
                    <a:cubicBezTo>
                      <a:pt x="586" y="2221"/>
                      <a:pt x="585" y="2224"/>
                      <a:pt x="585" y="2226"/>
                    </a:cubicBezTo>
                    <a:cubicBezTo>
                      <a:pt x="585" y="2231"/>
                      <a:pt x="589" y="2238"/>
                      <a:pt x="592" y="2241"/>
                    </a:cubicBezTo>
                    <a:cubicBezTo>
                      <a:pt x="595" y="2242"/>
                      <a:pt x="598" y="2243"/>
                      <a:pt x="599" y="2245"/>
                    </a:cubicBezTo>
                    <a:cubicBezTo>
                      <a:pt x="601" y="2246"/>
                      <a:pt x="601" y="2248"/>
                      <a:pt x="603" y="2249"/>
                    </a:cubicBezTo>
                    <a:cubicBezTo>
                      <a:pt x="605" y="2250"/>
                      <a:pt x="607" y="2251"/>
                      <a:pt x="610" y="2251"/>
                    </a:cubicBezTo>
                    <a:cubicBezTo>
                      <a:pt x="612" y="2252"/>
                      <a:pt x="615" y="2251"/>
                      <a:pt x="618" y="2251"/>
                    </a:cubicBezTo>
                    <a:cubicBezTo>
                      <a:pt x="622" y="2252"/>
                      <a:pt x="626" y="2256"/>
                      <a:pt x="630" y="2255"/>
                    </a:cubicBezTo>
                    <a:cubicBezTo>
                      <a:pt x="633" y="2255"/>
                      <a:pt x="634" y="2253"/>
                      <a:pt x="636" y="2253"/>
                    </a:cubicBezTo>
                    <a:cubicBezTo>
                      <a:pt x="638" y="2253"/>
                      <a:pt x="641" y="2253"/>
                      <a:pt x="642" y="2254"/>
                    </a:cubicBezTo>
                    <a:cubicBezTo>
                      <a:pt x="644" y="2256"/>
                      <a:pt x="644" y="2260"/>
                      <a:pt x="644" y="2262"/>
                    </a:cubicBezTo>
                    <a:cubicBezTo>
                      <a:pt x="646" y="2265"/>
                      <a:pt x="649" y="2269"/>
                      <a:pt x="653" y="2268"/>
                    </a:cubicBezTo>
                    <a:cubicBezTo>
                      <a:pt x="657" y="2268"/>
                      <a:pt x="658" y="2263"/>
                      <a:pt x="656" y="2260"/>
                    </a:cubicBezTo>
                    <a:cubicBezTo>
                      <a:pt x="655" y="2257"/>
                      <a:pt x="650" y="2253"/>
                      <a:pt x="654" y="2250"/>
                    </a:cubicBezTo>
                    <a:cubicBezTo>
                      <a:pt x="658" y="2248"/>
                      <a:pt x="663" y="2249"/>
                      <a:pt x="664" y="2243"/>
                    </a:cubicBezTo>
                    <a:cubicBezTo>
                      <a:pt x="665" y="2240"/>
                      <a:pt x="665" y="2230"/>
                      <a:pt x="670" y="2232"/>
                    </a:cubicBezTo>
                    <a:cubicBezTo>
                      <a:pt x="672" y="2232"/>
                      <a:pt x="673" y="2234"/>
                      <a:pt x="675" y="2234"/>
                    </a:cubicBezTo>
                    <a:cubicBezTo>
                      <a:pt x="677" y="2235"/>
                      <a:pt x="678" y="2235"/>
                      <a:pt x="680" y="2235"/>
                    </a:cubicBezTo>
                    <a:cubicBezTo>
                      <a:pt x="685" y="2234"/>
                      <a:pt x="684" y="2240"/>
                      <a:pt x="683" y="2243"/>
                    </a:cubicBezTo>
                    <a:cubicBezTo>
                      <a:pt x="681" y="2247"/>
                      <a:pt x="678" y="2248"/>
                      <a:pt x="675" y="2251"/>
                    </a:cubicBezTo>
                    <a:cubicBezTo>
                      <a:pt x="673" y="2253"/>
                      <a:pt x="671" y="2256"/>
                      <a:pt x="669" y="2259"/>
                    </a:cubicBezTo>
                    <a:cubicBezTo>
                      <a:pt x="666" y="2262"/>
                      <a:pt x="665" y="2266"/>
                      <a:pt x="663" y="2269"/>
                    </a:cubicBezTo>
                    <a:cubicBezTo>
                      <a:pt x="662" y="2272"/>
                      <a:pt x="659" y="2275"/>
                      <a:pt x="660" y="2279"/>
                    </a:cubicBezTo>
                    <a:cubicBezTo>
                      <a:pt x="661" y="2283"/>
                      <a:pt x="666" y="2285"/>
                      <a:pt x="670" y="2286"/>
                    </a:cubicBezTo>
                    <a:cubicBezTo>
                      <a:pt x="673" y="2287"/>
                      <a:pt x="677" y="2287"/>
                      <a:pt x="681" y="2286"/>
                    </a:cubicBezTo>
                    <a:cubicBezTo>
                      <a:pt x="685" y="2285"/>
                      <a:pt x="688" y="2285"/>
                      <a:pt x="692" y="2286"/>
                    </a:cubicBezTo>
                    <a:cubicBezTo>
                      <a:pt x="696" y="2288"/>
                      <a:pt x="698" y="2288"/>
                      <a:pt x="702" y="2286"/>
                    </a:cubicBezTo>
                    <a:cubicBezTo>
                      <a:pt x="705" y="2283"/>
                      <a:pt x="707" y="2283"/>
                      <a:pt x="711" y="2285"/>
                    </a:cubicBezTo>
                    <a:cubicBezTo>
                      <a:pt x="714" y="2287"/>
                      <a:pt x="719" y="2287"/>
                      <a:pt x="722" y="2289"/>
                    </a:cubicBezTo>
                    <a:cubicBezTo>
                      <a:pt x="725" y="2290"/>
                      <a:pt x="727" y="2294"/>
                      <a:pt x="728" y="2297"/>
                    </a:cubicBezTo>
                    <a:cubicBezTo>
                      <a:pt x="730" y="2301"/>
                      <a:pt x="728" y="2305"/>
                      <a:pt x="726" y="2309"/>
                    </a:cubicBezTo>
                    <a:cubicBezTo>
                      <a:pt x="725" y="2310"/>
                      <a:pt x="725" y="2312"/>
                      <a:pt x="725" y="2314"/>
                    </a:cubicBezTo>
                    <a:cubicBezTo>
                      <a:pt x="725" y="2316"/>
                      <a:pt x="725" y="2318"/>
                      <a:pt x="726" y="2319"/>
                    </a:cubicBezTo>
                    <a:cubicBezTo>
                      <a:pt x="726" y="2322"/>
                      <a:pt x="727" y="2325"/>
                      <a:pt x="727" y="2328"/>
                    </a:cubicBezTo>
                    <a:cubicBezTo>
                      <a:pt x="726" y="2330"/>
                      <a:pt x="726" y="2332"/>
                      <a:pt x="727" y="2334"/>
                    </a:cubicBezTo>
                    <a:cubicBezTo>
                      <a:pt x="729" y="2335"/>
                      <a:pt x="731" y="2336"/>
                      <a:pt x="733" y="2337"/>
                    </a:cubicBezTo>
                    <a:cubicBezTo>
                      <a:pt x="736" y="2338"/>
                      <a:pt x="737" y="2340"/>
                      <a:pt x="739" y="2342"/>
                    </a:cubicBezTo>
                    <a:cubicBezTo>
                      <a:pt x="741" y="2344"/>
                      <a:pt x="743" y="2345"/>
                      <a:pt x="745" y="2347"/>
                    </a:cubicBezTo>
                    <a:cubicBezTo>
                      <a:pt x="747" y="2349"/>
                      <a:pt x="748" y="2352"/>
                      <a:pt x="750" y="2353"/>
                    </a:cubicBezTo>
                    <a:cubicBezTo>
                      <a:pt x="752" y="2354"/>
                      <a:pt x="754" y="2353"/>
                      <a:pt x="757" y="2354"/>
                    </a:cubicBezTo>
                    <a:cubicBezTo>
                      <a:pt x="760" y="2354"/>
                      <a:pt x="762" y="2354"/>
                      <a:pt x="765" y="2352"/>
                    </a:cubicBezTo>
                    <a:cubicBezTo>
                      <a:pt x="767" y="2351"/>
                      <a:pt x="769" y="2349"/>
                      <a:pt x="771" y="2347"/>
                    </a:cubicBezTo>
                    <a:cubicBezTo>
                      <a:pt x="773" y="2346"/>
                      <a:pt x="775" y="2344"/>
                      <a:pt x="777" y="2343"/>
                    </a:cubicBezTo>
                    <a:cubicBezTo>
                      <a:pt x="780" y="2342"/>
                      <a:pt x="783" y="2343"/>
                      <a:pt x="785" y="2342"/>
                    </a:cubicBezTo>
                    <a:cubicBezTo>
                      <a:pt x="788" y="2341"/>
                      <a:pt x="791" y="2338"/>
                      <a:pt x="794" y="2338"/>
                    </a:cubicBezTo>
                    <a:cubicBezTo>
                      <a:pt x="796" y="2339"/>
                      <a:pt x="798" y="2343"/>
                      <a:pt x="800" y="2342"/>
                    </a:cubicBezTo>
                    <a:cubicBezTo>
                      <a:pt x="802" y="2341"/>
                      <a:pt x="802" y="2337"/>
                      <a:pt x="805" y="2337"/>
                    </a:cubicBezTo>
                    <a:cubicBezTo>
                      <a:pt x="808" y="2338"/>
                      <a:pt x="809" y="2341"/>
                      <a:pt x="812" y="2340"/>
                    </a:cubicBezTo>
                    <a:cubicBezTo>
                      <a:pt x="814" y="2339"/>
                      <a:pt x="816" y="2336"/>
                      <a:pt x="819" y="2336"/>
                    </a:cubicBezTo>
                    <a:cubicBezTo>
                      <a:pt x="821" y="2336"/>
                      <a:pt x="824" y="2337"/>
                      <a:pt x="826" y="2337"/>
                    </a:cubicBezTo>
                    <a:cubicBezTo>
                      <a:pt x="831" y="2336"/>
                      <a:pt x="829" y="2329"/>
                      <a:pt x="831" y="2326"/>
                    </a:cubicBezTo>
                    <a:cubicBezTo>
                      <a:pt x="832" y="2322"/>
                      <a:pt x="835" y="2319"/>
                      <a:pt x="839" y="2318"/>
                    </a:cubicBezTo>
                    <a:cubicBezTo>
                      <a:pt x="840" y="2317"/>
                      <a:pt x="842" y="2317"/>
                      <a:pt x="843" y="2316"/>
                    </a:cubicBezTo>
                    <a:cubicBezTo>
                      <a:pt x="845" y="2316"/>
                      <a:pt x="845" y="2314"/>
                      <a:pt x="847" y="2312"/>
                    </a:cubicBezTo>
                    <a:cubicBezTo>
                      <a:pt x="847" y="2312"/>
                      <a:pt x="847" y="2312"/>
                      <a:pt x="848" y="2312"/>
                    </a:cubicBezTo>
                    <a:cubicBezTo>
                      <a:pt x="849" y="2311"/>
                      <a:pt x="850" y="2311"/>
                      <a:pt x="851" y="2311"/>
                    </a:cubicBezTo>
                    <a:cubicBezTo>
                      <a:pt x="854" y="2310"/>
                      <a:pt x="855" y="2308"/>
                      <a:pt x="857" y="2306"/>
                    </a:cubicBezTo>
                    <a:cubicBezTo>
                      <a:pt x="858" y="2303"/>
                      <a:pt x="859" y="2301"/>
                      <a:pt x="862" y="2299"/>
                    </a:cubicBezTo>
                    <a:cubicBezTo>
                      <a:pt x="864" y="2298"/>
                      <a:pt x="867" y="2298"/>
                      <a:pt x="867" y="2295"/>
                    </a:cubicBezTo>
                    <a:cubicBezTo>
                      <a:pt x="867" y="2294"/>
                      <a:pt x="867" y="2292"/>
                      <a:pt x="868" y="2291"/>
                    </a:cubicBezTo>
                    <a:cubicBezTo>
                      <a:pt x="869" y="2290"/>
                      <a:pt x="871" y="2290"/>
                      <a:pt x="873" y="2290"/>
                    </a:cubicBezTo>
                    <a:cubicBezTo>
                      <a:pt x="874" y="2289"/>
                      <a:pt x="875" y="2289"/>
                      <a:pt x="876" y="2289"/>
                    </a:cubicBezTo>
                    <a:cubicBezTo>
                      <a:pt x="877" y="2288"/>
                      <a:pt x="877" y="2288"/>
                      <a:pt x="878" y="2287"/>
                    </a:cubicBezTo>
                    <a:cubicBezTo>
                      <a:pt x="879" y="2286"/>
                      <a:pt x="880" y="2286"/>
                      <a:pt x="881" y="2285"/>
                    </a:cubicBezTo>
                    <a:cubicBezTo>
                      <a:pt x="882" y="2284"/>
                      <a:pt x="883" y="2283"/>
                      <a:pt x="884" y="2283"/>
                    </a:cubicBezTo>
                    <a:cubicBezTo>
                      <a:pt x="886" y="2282"/>
                      <a:pt x="888" y="2281"/>
                      <a:pt x="889" y="2279"/>
                    </a:cubicBezTo>
                    <a:cubicBezTo>
                      <a:pt x="891" y="2277"/>
                      <a:pt x="892" y="2276"/>
                      <a:pt x="893" y="2274"/>
                    </a:cubicBezTo>
                    <a:cubicBezTo>
                      <a:pt x="895" y="2270"/>
                      <a:pt x="897" y="2267"/>
                      <a:pt x="898" y="2262"/>
                    </a:cubicBezTo>
                    <a:cubicBezTo>
                      <a:pt x="898" y="2259"/>
                      <a:pt x="900" y="2255"/>
                      <a:pt x="901" y="2252"/>
                    </a:cubicBezTo>
                    <a:cubicBezTo>
                      <a:pt x="902" y="2247"/>
                      <a:pt x="903" y="2243"/>
                      <a:pt x="904" y="2239"/>
                    </a:cubicBezTo>
                    <a:cubicBezTo>
                      <a:pt x="905" y="2235"/>
                      <a:pt x="905" y="2231"/>
                      <a:pt x="907" y="2227"/>
                    </a:cubicBezTo>
                    <a:cubicBezTo>
                      <a:pt x="908" y="2225"/>
                      <a:pt x="909" y="2222"/>
                      <a:pt x="909" y="2220"/>
                    </a:cubicBezTo>
                    <a:cubicBezTo>
                      <a:pt x="909" y="2217"/>
                      <a:pt x="907" y="2214"/>
                      <a:pt x="905" y="2212"/>
                    </a:cubicBezTo>
                    <a:cubicBezTo>
                      <a:pt x="903" y="2211"/>
                      <a:pt x="902" y="2208"/>
                      <a:pt x="899" y="2208"/>
                    </a:cubicBezTo>
                    <a:cubicBezTo>
                      <a:pt x="898" y="2208"/>
                      <a:pt x="897" y="2208"/>
                      <a:pt x="895" y="2207"/>
                    </a:cubicBezTo>
                    <a:cubicBezTo>
                      <a:pt x="894" y="2207"/>
                      <a:pt x="892" y="2207"/>
                      <a:pt x="891" y="2207"/>
                    </a:cubicBezTo>
                    <a:cubicBezTo>
                      <a:pt x="889" y="2206"/>
                      <a:pt x="888" y="2206"/>
                      <a:pt x="887" y="2205"/>
                    </a:cubicBezTo>
                    <a:cubicBezTo>
                      <a:pt x="885" y="2204"/>
                      <a:pt x="886" y="2202"/>
                      <a:pt x="888" y="2201"/>
                    </a:cubicBezTo>
                    <a:cubicBezTo>
                      <a:pt x="889" y="2199"/>
                      <a:pt x="891" y="2198"/>
                      <a:pt x="893" y="2196"/>
                    </a:cubicBezTo>
                    <a:cubicBezTo>
                      <a:pt x="895" y="2195"/>
                      <a:pt x="896" y="2194"/>
                      <a:pt x="898" y="2194"/>
                    </a:cubicBezTo>
                    <a:cubicBezTo>
                      <a:pt x="900" y="2194"/>
                      <a:pt x="901" y="2194"/>
                      <a:pt x="903" y="2193"/>
                    </a:cubicBezTo>
                    <a:cubicBezTo>
                      <a:pt x="903" y="2193"/>
                      <a:pt x="905" y="2193"/>
                      <a:pt x="905" y="2192"/>
                    </a:cubicBezTo>
                    <a:cubicBezTo>
                      <a:pt x="906" y="2191"/>
                      <a:pt x="905" y="2191"/>
                      <a:pt x="904" y="2191"/>
                    </a:cubicBezTo>
                    <a:cubicBezTo>
                      <a:pt x="902" y="2190"/>
                      <a:pt x="899" y="2189"/>
                      <a:pt x="896" y="2188"/>
                    </a:cubicBezTo>
                    <a:cubicBezTo>
                      <a:pt x="895" y="2186"/>
                      <a:pt x="894" y="2184"/>
                      <a:pt x="893" y="2182"/>
                    </a:cubicBezTo>
                    <a:cubicBezTo>
                      <a:pt x="892" y="2180"/>
                      <a:pt x="891" y="2178"/>
                      <a:pt x="892" y="2175"/>
                    </a:cubicBezTo>
                    <a:cubicBezTo>
                      <a:pt x="892" y="2173"/>
                      <a:pt x="893" y="2172"/>
                      <a:pt x="894" y="2170"/>
                    </a:cubicBezTo>
                    <a:cubicBezTo>
                      <a:pt x="895" y="2168"/>
                      <a:pt x="896" y="2167"/>
                      <a:pt x="897" y="2165"/>
                    </a:cubicBezTo>
                    <a:cubicBezTo>
                      <a:pt x="898" y="2164"/>
                      <a:pt x="898" y="2163"/>
                      <a:pt x="898" y="2161"/>
                    </a:cubicBezTo>
                    <a:cubicBezTo>
                      <a:pt x="898" y="2159"/>
                      <a:pt x="898" y="2157"/>
                      <a:pt x="896" y="2156"/>
                    </a:cubicBezTo>
                    <a:cubicBezTo>
                      <a:pt x="895" y="2155"/>
                      <a:pt x="893" y="2154"/>
                      <a:pt x="892" y="2154"/>
                    </a:cubicBezTo>
                    <a:cubicBezTo>
                      <a:pt x="890" y="2152"/>
                      <a:pt x="887" y="2151"/>
                      <a:pt x="885" y="2149"/>
                    </a:cubicBezTo>
                    <a:cubicBezTo>
                      <a:pt x="883" y="2146"/>
                      <a:pt x="881" y="2142"/>
                      <a:pt x="881" y="2139"/>
                    </a:cubicBezTo>
                    <a:cubicBezTo>
                      <a:pt x="881" y="2138"/>
                      <a:pt x="881" y="2136"/>
                      <a:pt x="881" y="2135"/>
                    </a:cubicBezTo>
                    <a:cubicBezTo>
                      <a:pt x="881" y="2134"/>
                      <a:pt x="882" y="2132"/>
                      <a:pt x="883" y="2132"/>
                    </a:cubicBezTo>
                    <a:cubicBezTo>
                      <a:pt x="884" y="2131"/>
                      <a:pt x="885" y="2131"/>
                      <a:pt x="886" y="2131"/>
                    </a:cubicBezTo>
                    <a:cubicBezTo>
                      <a:pt x="887" y="2131"/>
                      <a:pt x="888" y="2130"/>
                      <a:pt x="888" y="2129"/>
                    </a:cubicBezTo>
                    <a:cubicBezTo>
                      <a:pt x="888" y="2128"/>
                      <a:pt x="888" y="2127"/>
                      <a:pt x="888" y="2126"/>
                    </a:cubicBezTo>
                    <a:cubicBezTo>
                      <a:pt x="887" y="2125"/>
                      <a:pt x="885" y="2126"/>
                      <a:pt x="883" y="2126"/>
                    </a:cubicBezTo>
                    <a:cubicBezTo>
                      <a:pt x="883" y="2126"/>
                      <a:pt x="881" y="2127"/>
                      <a:pt x="880" y="2126"/>
                    </a:cubicBezTo>
                    <a:cubicBezTo>
                      <a:pt x="880" y="2126"/>
                      <a:pt x="879" y="2125"/>
                      <a:pt x="879" y="2124"/>
                    </a:cubicBezTo>
                    <a:cubicBezTo>
                      <a:pt x="879" y="2123"/>
                      <a:pt x="879" y="2121"/>
                      <a:pt x="880" y="2120"/>
                    </a:cubicBezTo>
                    <a:cubicBezTo>
                      <a:pt x="880" y="2118"/>
                      <a:pt x="881" y="2118"/>
                      <a:pt x="882" y="2116"/>
                    </a:cubicBezTo>
                    <a:cubicBezTo>
                      <a:pt x="884" y="2113"/>
                      <a:pt x="884" y="2108"/>
                      <a:pt x="882" y="2105"/>
                    </a:cubicBezTo>
                    <a:cubicBezTo>
                      <a:pt x="882" y="2104"/>
                      <a:pt x="881" y="2103"/>
                      <a:pt x="880" y="2101"/>
                    </a:cubicBezTo>
                    <a:cubicBezTo>
                      <a:pt x="880" y="2100"/>
                      <a:pt x="879" y="2099"/>
                      <a:pt x="879" y="2098"/>
                    </a:cubicBezTo>
                    <a:cubicBezTo>
                      <a:pt x="879" y="2096"/>
                      <a:pt x="880" y="2093"/>
                      <a:pt x="881" y="2092"/>
                    </a:cubicBezTo>
                    <a:cubicBezTo>
                      <a:pt x="883" y="2090"/>
                      <a:pt x="883" y="2088"/>
                      <a:pt x="884" y="2086"/>
                    </a:cubicBezTo>
                    <a:cubicBezTo>
                      <a:pt x="884" y="2085"/>
                      <a:pt x="885" y="2084"/>
                      <a:pt x="886" y="2083"/>
                    </a:cubicBezTo>
                    <a:cubicBezTo>
                      <a:pt x="886" y="2082"/>
                      <a:pt x="886" y="2081"/>
                      <a:pt x="886" y="2080"/>
                    </a:cubicBezTo>
                    <a:cubicBezTo>
                      <a:pt x="885" y="2080"/>
                      <a:pt x="884" y="2080"/>
                      <a:pt x="883" y="2080"/>
                    </a:cubicBezTo>
                    <a:cubicBezTo>
                      <a:pt x="882" y="2080"/>
                      <a:pt x="881" y="2080"/>
                      <a:pt x="880" y="2079"/>
                    </a:cubicBezTo>
                    <a:cubicBezTo>
                      <a:pt x="879" y="2079"/>
                      <a:pt x="878" y="2078"/>
                      <a:pt x="877" y="2078"/>
                    </a:cubicBezTo>
                    <a:cubicBezTo>
                      <a:pt x="876" y="2077"/>
                      <a:pt x="877" y="2076"/>
                      <a:pt x="878" y="2076"/>
                    </a:cubicBezTo>
                    <a:cubicBezTo>
                      <a:pt x="879" y="2075"/>
                      <a:pt x="881" y="2075"/>
                      <a:pt x="882" y="2075"/>
                    </a:cubicBezTo>
                    <a:cubicBezTo>
                      <a:pt x="885" y="2075"/>
                      <a:pt x="887" y="2075"/>
                      <a:pt x="889" y="2073"/>
                    </a:cubicBezTo>
                    <a:cubicBezTo>
                      <a:pt x="891" y="2072"/>
                      <a:pt x="888" y="2068"/>
                      <a:pt x="886" y="2067"/>
                    </a:cubicBezTo>
                    <a:cubicBezTo>
                      <a:pt x="885" y="2065"/>
                      <a:pt x="884" y="2064"/>
                      <a:pt x="883" y="2062"/>
                    </a:cubicBezTo>
                    <a:cubicBezTo>
                      <a:pt x="881" y="2059"/>
                      <a:pt x="878" y="2057"/>
                      <a:pt x="876" y="2054"/>
                    </a:cubicBezTo>
                    <a:cubicBezTo>
                      <a:pt x="876" y="2053"/>
                      <a:pt x="876" y="2052"/>
                      <a:pt x="876" y="2051"/>
                    </a:cubicBezTo>
                    <a:cubicBezTo>
                      <a:pt x="877" y="2050"/>
                      <a:pt x="878" y="2050"/>
                      <a:pt x="879" y="2051"/>
                    </a:cubicBezTo>
                    <a:cubicBezTo>
                      <a:pt x="881" y="2052"/>
                      <a:pt x="883" y="2053"/>
                      <a:pt x="885" y="2054"/>
                    </a:cubicBezTo>
                    <a:cubicBezTo>
                      <a:pt x="885" y="2055"/>
                      <a:pt x="886" y="2055"/>
                      <a:pt x="887" y="2054"/>
                    </a:cubicBezTo>
                    <a:cubicBezTo>
                      <a:pt x="888" y="2054"/>
                      <a:pt x="887" y="2052"/>
                      <a:pt x="888" y="2052"/>
                    </a:cubicBezTo>
                    <a:cubicBezTo>
                      <a:pt x="889" y="2051"/>
                      <a:pt x="891" y="2051"/>
                      <a:pt x="892" y="2051"/>
                    </a:cubicBezTo>
                    <a:cubicBezTo>
                      <a:pt x="892" y="2049"/>
                      <a:pt x="893" y="2048"/>
                      <a:pt x="892" y="2047"/>
                    </a:cubicBezTo>
                    <a:cubicBezTo>
                      <a:pt x="892" y="2046"/>
                      <a:pt x="891" y="2045"/>
                      <a:pt x="890" y="2044"/>
                    </a:cubicBezTo>
                    <a:cubicBezTo>
                      <a:pt x="889" y="2043"/>
                      <a:pt x="888" y="2043"/>
                      <a:pt x="887" y="2042"/>
                    </a:cubicBezTo>
                    <a:cubicBezTo>
                      <a:pt x="886" y="2041"/>
                      <a:pt x="885" y="2040"/>
                      <a:pt x="883" y="2039"/>
                    </a:cubicBezTo>
                    <a:cubicBezTo>
                      <a:pt x="882" y="2039"/>
                      <a:pt x="882" y="2039"/>
                      <a:pt x="881" y="2039"/>
                    </a:cubicBezTo>
                    <a:cubicBezTo>
                      <a:pt x="880" y="2038"/>
                      <a:pt x="879" y="2037"/>
                      <a:pt x="878" y="2036"/>
                    </a:cubicBezTo>
                    <a:cubicBezTo>
                      <a:pt x="876" y="2034"/>
                      <a:pt x="874" y="2032"/>
                      <a:pt x="874" y="2029"/>
                    </a:cubicBezTo>
                    <a:cubicBezTo>
                      <a:pt x="875" y="2026"/>
                      <a:pt x="879" y="2025"/>
                      <a:pt x="882" y="2025"/>
                    </a:cubicBezTo>
                    <a:cubicBezTo>
                      <a:pt x="882" y="2025"/>
                      <a:pt x="883" y="2025"/>
                      <a:pt x="884" y="2025"/>
                    </a:cubicBezTo>
                    <a:cubicBezTo>
                      <a:pt x="884" y="2025"/>
                      <a:pt x="885" y="2025"/>
                      <a:pt x="886" y="2025"/>
                    </a:cubicBezTo>
                    <a:cubicBezTo>
                      <a:pt x="886" y="2024"/>
                      <a:pt x="886" y="2023"/>
                      <a:pt x="886" y="2022"/>
                    </a:cubicBezTo>
                    <a:cubicBezTo>
                      <a:pt x="887" y="2021"/>
                      <a:pt x="888" y="2020"/>
                      <a:pt x="887" y="2019"/>
                    </a:cubicBezTo>
                    <a:cubicBezTo>
                      <a:pt x="886" y="2019"/>
                      <a:pt x="885" y="2018"/>
                      <a:pt x="885" y="2018"/>
                    </a:cubicBezTo>
                    <a:cubicBezTo>
                      <a:pt x="884" y="2018"/>
                      <a:pt x="884" y="2018"/>
                      <a:pt x="883" y="2017"/>
                    </a:cubicBezTo>
                    <a:cubicBezTo>
                      <a:pt x="882" y="2017"/>
                      <a:pt x="882" y="2015"/>
                      <a:pt x="883" y="2013"/>
                    </a:cubicBezTo>
                    <a:cubicBezTo>
                      <a:pt x="883" y="2012"/>
                      <a:pt x="883" y="2010"/>
                      <a:pt x="883" y="2009"/>
                    </a:cubicBezTo>
                    <a:cubicBezTo>
                      <a:pt x="883" y="2007"/>
                      <a:pt x="883" y="2006"/>
                      <a:pt x="882" y="2004"/>
                    </a:cubicBezTo>
                    <a:cubicBezTo>
                      <a:pt x="881" y="2003"/>
                      <a:pt x="880" y="2001"/>
                      <a:pt x="879" y="1999"/>
                    </a:cubicBezTo>
                    <a:cubicBezTo>
                      <a:pt x="878" y="1998"/>
                      <a:pt x="877" y="1997"/>
                      <a:pt x="876" y="1997"/>
                    </a:cubicBezTo>
                    <a:cubicBezTo>
                      <a:pt x="875" y="1996"/>
                      <a:pt x="874" y="1995"/>
                      <a:pt x="872" y="1994"/>
                    </a:cubicBezTo>
                    <a:cubicBezTo>
                      <a:pt x="872" y="1993"/>
                      <a:pt x="871" y="1992"/>
                      <a:pt x="870" y="1990"/>
                    </a:cubicBezTo>
                    <a:cubicBezTo>
                      <a:pt x="869" y="1989"/>
                      <a:pt x="869" y="1988"/>
                      <a:pt x="868" y="1987"/>
                    </a:cubicBezTo>
                    <a:cubicBezTo>
                      <a:pt x="867" y="1986"/>
                      <a:pt x="867" y="1985"/>
                      <a:pt x="868" y="1985"/>
                    </a:cubicBezTo>
                    <a:cubicBezTo>
                      <a:pt x="869" y="1985"/>
                      <a:pt x="871" y="1985"/>
                      <a:pt x="872" y="1985"/>
                    </a:cubicBezTo>
                    <a:cubicBezTo>
                      <a:pt x="873" y="1985"/>
                      <a:pt x="875" y="1985"/>
                      <a:pt x="876" y="1984"/>
                    </a:cubicBezTo>
                    <a:cubicBezTo>
                      <a:pt x="876" y="1983"/>
                      <a:pt x="874" y="1982"/>
                      <a:pt x="873" y="1982"/>
                    </a:cubicBezTo>
                    <a:cubicBezTo>
                      <a:pt x="873" y="1982"/>
                      <a:pt x="871" y="1981"/>
                      <a:pt x="871" y="1980"/>
                    </a:cubicBezTo>
                    <a:cubicBezTo>
                      <a:pt x="871" y="1979"/>
                      <a:pt x="872" y="1979"/>
                      <a:pt x="872" y="1978"/>
                    </a:cubicBezTo>
                    <a:cubicBezTo>
                      <a:pt x="872" y="1977"/>
                      <a:pt x="870" y="1977"/>
                      <a:pt x="870" y="1976"/>
                    </a:cubicBezTo>
                    <a:cubicBezTo>
                      <a:pt x="869" y="1976"/>
                      <a:pt x="867" y="1975"/>
                      <a:pt x="866" y="1974"/>
                    </a:cubicBezTo>
                    <a:cubicBezTo>
                      <a:pt x="866" y="1973"/>
                      <a:pt x="868" y="1972"/>
                      <a:pt x="869" y="1972"/>
                    </a:cubicBezTo>
                    <a:cubicBezTo>
                      <a:pt x="870" y="1971"/>
                      <a:pt x="872" y="1971"/>
                      <a:pt x="873" y="1971"/>
                    </a:cubicBezTo>
                    <a:cubicBezTo>
                      <a:pt x="875" y="1971"/>
                      <a:pt x="876" y="1972"/>
                      <a:pt x="877" y="1973"/>
                    </a:cubicBezTo>
                    <a:cubicBezTo>
                      <a:pt x="878" y="1974"/>
                      <a:pt x="879" y="1974"/>
                      <a:pt x="881" y="1975"/>
                    </a:cubicBezTo>
                    <a:cubicBezTo>
                      <a:pt x="882" y="1975"/>
                      <a:pt x="884" y="1975"/>
                      <a:pt x="885" y="1975"/>
                    </a:cubicBezTo>
                    <a:cubicBezTo>
                      <a:pt x="886" y="1974"/>
                      <a:pt x="884" y="1972"/>
                      <a:pt x="884" y="1971"/>
                    </a:cubicBezTo>
                    <a:cubicBezTo>
                      <a:pt x="883" y="1970"/>
                      <a:pt x="882" y="1969"/>
                      <a:pt x="882" y="1968"/>
                    </a:cubicBezTo>
                    <a:cubicBezTo>
                      <a:pt x="881" y="1967"/>
                      <a:pt x="882" y="1966"/>
                      <a:pt x="883" y="1965"/>
                    </a:cubicBezTo>
                    <a:cubicBezTo>
                      <a:pt x="884" y="1964"/>
                      <a:pt x="884" y="1963"/>
                      <a:pt x="884" y="1962"/>
                    </a:cubicBezTo>
                    <a:cubicBezTo>
                      <a:pt x="884" y="1960"/>
                      <a:pt x="884" y="1959"/>
                      <a:pt x="885" y="1958"/>
                    </a:cubicBezTo>
                    <a:cubicBezTo>
                      <a:pt x="885" y="1957"/>
                      <a:pt x="885" y="1956"/>
                      <a:pt x="885" y="1955"/>
                    </a:cubicBezTo>
                    <a:cubicBezTo>
                      <a:pt x="885" y="1951"/>
                      <a:pt x="881" y="1949"/>
                      <a:pt x="878" y="1948"/>
                    </a:cubicBezTo>
                    <a:cubicBezTo>
                      <a:pt x="876" y="1948"/>
                      <a:pt x="873" y="1946"/>
                      <a:pt x="873" y="1943"/>
                    </a:cubicBezTo>
                    <a:cubicBezTo>
                      <a:pt x="873" y="1941"/>
                      <a:pt x="876" y="1942"/>
                      <a:pt x="877" y="1942"/>
                    </a:cubicBezTo>
                    <a:cubicBezTo>
                      <a:pt x="878" y="1942"/>
                      <a:pt x="879" y="1942"/>
                      <a:pt x="881" y="1942"/>
                    </a:cubicBezTo>
                    <a:cubicBezTo>
                      <a:pt x="882" y="1942"/>
                      <a:pt x="883" y="1942"/>
                      <a:pt x="884" y="1942"/>
                    </a:cubicBezTo>
                    <a:cubicBezTo>
                      <a:pt x="885" y="1942"/>
                      <a:pt x="886" y="1943"/>
                      <a:pt x="888" y="1944"/>
                    </a:cubicBezTo>
                    <a:cubicBezTo>
                      <a:pt x="890" y="1945"/>
                      <a:pt x="892" y="1945"/>
                      <a:pt x="893" y="1946"/>
                    </a:cubicBezTo>
                    <a:cubicBezTo>
                      <a:pt x="896" y="1947"/>
                      <a:pt x="898" y="1949"/>
                      <a:pt x="899" y="1950"/>
                    </a:cubicBezTo>
                    <a:cubicBezTo>
                      <a:pt x="900" y="1951"/>
                      <a:pt x="901" y="1952"/>
                      <a:pt x="901" y="1953"/>
                    </a:cubicBezTo>
                    <a:cubicBezTo>
                      <a:pt x="901" y="1953"/>
                      <a:pt x="902" y="1954"/>
                      <a:pt x="902" y="1954"/>
                    </a:cubicBezTo>
                    <a:cubicBezTo>
                      <a:pt x="904" y="1955"/>
                      <a:pt x="904" y="1948"/>
                      <a:pt x="905" y="1951"/>
                    </a:cubicBezTo>
                    <a:cubicBezTo>
                      <a:pt x="907" y="1954"/>
                      <a:pt x="908" y="1958"/>
                      <a:pt x="910" y="1961"/>
                    </a:cubicBezTo>
                    <a:cubicBezTo>
                      <a:pt x="911" y="1962"/>
                      <a:pt x="912" y="1963"/>
                      <a:pt x="913" y="1964"/>
                    </a:cubicBezTo>
                    <a:cubicBezTo>
                      <a:pt x="914" y="1965"/>
                      <a:pt x="914" y="1967"/>
                      <a:pt x="915" y="1968"/>
                    </a:cubicBezTo>
                    <a:cubicBezTo>
                      <a:pt x="916" y="1969"/>
                      <a:pt x="917" y="1969"/>
                      <a:pt x="918" y="1970"/>
                    </a:cubicBezTo>
                    <a:cubicBezTo>
                      <a:pt x="920" y="1970"/>
                      <a:pt x="921" y="1970"/>
                      <a:pt x="922" y="1970"/>
                    </a:cubicBezTo>
                    <a:cubicBezTo>
                      <a:pt x="923" y="1970"/>
                      <a:pt x="924" y="1967"/>
                      <a:pt x="924" y="1966"/>
                    </a:cubicBezTo>
                    <a:cubicBezTo>
                      <a:pt x="924" y="1966"/>
                      <a:pt x="924" y="1965"/>
                      <a:pt x="924" y="1964"/>
                    </a:cubicBezTo>
                    <a:cubicBezTo>
                      <a:pt x="925" y="1962"/>
                      <a:pt x="924" y="1960"/>
                      <a:pt x="925" y="1957"/>
                    </a:cubicBezTo>
                    <a:cubicBezTo>
                      <a:pt x="925" y="1955"/>
                      <a:pt x="924" y="1952"/>
                      <a:pt x="924" y="1949"/>
                    </a:cubicBezTo>
                    <a:cubicBezTo>
                      <a:pt x="925" y="1947"/>
                      <a:pt x="924" y="1944"/>
                      <a:pt x="924" y="1942"/>
                    </a:cubicBezTo>
                    <a:cubicBezTo>
                      <a:pt x="923" y="1940"/>
                      <a:pt x="922" y="1939"/>
                      <a:pt x="921" y="1938"/>
                    </a:cubicBezTo>
                    <a:cubicBezTo>
                      <a:pt x="920" y="1938"/>
                      <a:pt x="920" y="1937"/>
                      <a:pt x="919" y="1936"/>
                    </a:cubicBezTo>
                    <a:cubicBezTo>
                      <a:pt x="919" y="1935"/>
                      <a:pt x="918" y="1935"/>
                      <a:pt x="918" y="1935"/>
                    </a:cubicBezTo>
                    <a:cubicBezTo>
                      <a:pt x="916" y="1935"/>
                      <a:pt x="914" y="1935"/>
                      <a:pt x="913" y="1936"/>
                    </a:cubicBezTo>
                    <a:cubicBezTo>
                      <a:pt x="913" y="1937"/>
                      <a:pt x="912" y="1937"/>
                      <a:pt x="912" y="1938"/>
                    </a:cubicBezTo>
                    <a:cubicBezTo>
                      <a:pt x="911" y="1939"/>
                      <a:pt x="911" y="1940"/>
                      <a:pt x="910" y="1940"/>
                    </a:cubicBezTo>
                    <a:cubicBezTo>
                      <a:pt x="910" y="1941"/>
                      <a:pt x="909" y="1941"/>
                      <a:pt x="909" y="1941"/>
                    </a:cubicBezTo>
                    <a:cubicBezTo>
                      <a:pt x="908" y="1940"/>
                      <a:pt x="908" y="1940"/>
                      <a:pt x="908" y="1939"/>
                    </a:cubicBezTo>
                    <a:cubicBezTo>
                      <a:pt x="908" y="1938"/>
                      <a:pt x="908" y="1937"/>
                      <a:pt x="908" y="1936"/>
                    </a:cubicBezTo>
                    <a:cubicBezTo>
                      <a:pt x="908" y="1936"/>
                      <a:pt x="908" y="1935"/>
                      <a:pt x="908" y="1935"/>
                    </a:cubicBezTo>
                    <a:cubicBezTo>
                      <a:pt x="908" y="1933"/>
                      <a:pt x="909" y="1931"/>
                      <a:pt x="909" y="1929"/>
                    </a:cubicBezTo>
                    <a:cubicBezTo>
                      <a:pt x="909" y="1928"/>
                      <a:pt x="909" y="1927"/>
                      <a:pt x="909" y="1927"/>
                    </a:cubicBezTo>
                    <a:cubicBezTo>
                      <a:pt x="910" y="1925"/>
                      <a:pt x="910" y="1924"/>
                      <a:pt x="910" y="1923"/>
                    </a:cubicBezTo>
                    <a:cubicBezTo>
                      <a:pt x="910" y="1921"/>
                      <a:pt x="909" y="1918"/>
                      <a:pt x="907" y="1916"/>
                    </a:cubicBezTo>
                    <a:cubicBezTo>
                      <a:pt x="907" y="1915"/>
                      <a:pt x="906" y="1915"/>
                      <a:pt x="906" y="1914"/>
                    </a:cubicBezTo>
                    <a:cubicBezTo>
                      <a:pt x="905" y="1914"/>
                      <a:pt x="904" y="1913"/>
                      <a:pt x="904" y="1913"/>
                    </a:cubicBezTo>
                    <a:cubicBezTo>
                      <a:pt x="903" y="1912"/>
                      <a:pt x="902" y="1911"/>
                      <a:pt x="902" y="1910"/>
                    </a:cubicBezTo>
                    <a:cubicBezTo>
                      <a:pt x="900" y="1909"/>
                      <a:pt x="899" y="1907"/>
                      <a:pt x="900" y="1905"/>
                    </a:cubicBezTo>
                    <a:cubicBezTo>
                      <a:pt x="901" y="1903"/>
                      <a:pt x="903" y="1902"/>
                      <a:pt x="904" y="1901"/>
                    </a:cubicBezTo>
                    <a:cubicBezTo>
                      <a:pt x="905" y="1898"/>
                      <a:pt x="903" y="1896"/>
                      <a:pt x="903" y="1894"/>
                    </a:cubicBezTo>
                    <a:cubicBezTo>
                      <a:pt x="903" y="1893"/>
                      <a:pt x="903" y="1892"/>
                      <a:pt x="902" y="1891"/>
                    </a:cubicBezTo>
                    <a:cubicBezTo>
                      <a:pt x="902" y="1890"/>
                      <a:pt x="902" y="1889"/>
                      <a:pt x="902" y="1888"/>
                    </a:cubicBezTo>
                    <a:cubicBezTo>
                      <a:pt x="901" y="1887"/>
                      <a:pt x="901" y="1887"/>
                      <a:pt x="901" y="1886"/>
                    </a:cubicBezTo>
                    <a:cubicBezTo>
                      <a:pt x="901" y="1885"/>
                      <a:pt x="901" y="1884"/>
                      <a:pt x="902" y="1883"/>
                    </a:cubicBezTo>
                    <a:cubicBezTo>
                      <a:pt x="903" y="1883"/>
                      <a:pt x="904" y="1882"/>
                      <a:pt x="905" y="1882"/>
                    </a:cubicBezTo>
                    <a:cubicBezTo>
                      <a:pt x="906" y="1881"/>
                      <a:pt x="907" y="1881"/>
                      <a:pt x="907" y="1880"/>
                    </a:cubicBezTo>
                    <a:cubicBezTo>
                      <a:pt x="908" y="1879"/>
                      <a:pt x="908" y="1877"/>
                      <a:pt x="908" y="1876"/>
                    </a:cubicBezTo>
                    <a:cubicBezTo>
                      <a:pt x="908" y="1875"/>
                      <a:pt x="908" y="1873"/>
                      <a:pt x="909" y="1872"/>
                    </a:cubicBezTo>
                    <a:cubicBezTo>
                      <a:pt x="909" y="1869"/>
                      <a:pt x="909" y="1865"/>
                      <a:pt x="909" y="1862"/>
                    </a:cubicBezTo>
                    <a:cubicBezTo>
                      <a:pt x="909" y="1860"/>
                      <a:pt x="909" y="1858"/>
                      <a:pt x="908" y="1857"/>
                    </a:cubicBezTo>
                    <a:cubicBezTo>
                      <a:pt x="908" y="1855"/>
                      <a:pt x="907" y="1853"/>
                      <a:pt x="909" y="1851"/>
                    </a:cubicBezTo>
                    <a:cubicBezTo>
                      <a:pt x="909" y="1850"/>
                      <a:pt x="910" y="1850"/>
                      <a:pt x="910" y="1849"/>
                    </a:cubicBezTo>
                    <a:cubicBezTo>
                      <a:pt x="911" y="1848"/>
                      <a:pt x="911" y="1846"/>
                      <a:pt x="911" y="1845"/>
                    </a:cubicBezTo>
                    <a:cubicBezTo>
                      <a:pt x="911" y="1842"/>
                      <a:pt x="912" y="1840"/>
                      <a:pt x="914" y="1839"/>
                    </a:cubicBezTo>
                    <a:cubicBezTo>
                      <a:pt x="916" y="1837"/>
                      <a:pt x="917" y="1835"/>
                      <a:pt x="918" y="1834"/>
                    </a:cubicBezTo>
                    <a:cubicBezTo>
                      <a:pt x="919" y="1833"/>
                      <a:pt x="920" y="1832"/>
                      <a:pt x="921" y="1831"/>
                    </a:cubicBezTo>
                    <a:cubicBezTo>
                      <a:pt x="921" y="1831"/>
                      <a:pt x="922" y="1831"/>
                      <a:pt x="922" y="1830"/>
                    </a:cubicBezTo>
                    <a:cubicBezTo>
                      <a:pt x="924" y="1829"/>
                      <a:pt x="924" y="1827"/>
                      <a:pt x="923" y="1825"/>
                    </a:cubicBezTo>
                    <a:cubicBezTo>
                      <a:pt x="923" y="1824"/>
                      <a:pt x="922" y="1822"/>
                      <a:pt x="921" y="1821"/>
                    </a:cubicBezTo>
                    <a:cubicBezTo>
                      <a:pt x="920" y="1820"/>
                      <a:pt x="919" y="1818"/>
                      <a:pt x="920" y="1817"/>
                    </a:cubicBezTo>
                    <a:cubicBezTo>
                      <a:pt x="920" y="1816"/>
                      <a:pt x="921" y="1814"/>
                      <a:pt x="922" y="1814"/>
                    </a:cubicBezTo>
                    <a:cubicBezTo>
                      <a:pt x="924" y="1813"/>
                      <a:pt x="925" y="1814"/>
                      <a:pt x="926" y="1816"/>
                    </a:cubicBezTo>
                    <a:cubicBezTo>
                      <a:pt x="926" y="1818"/>
                      <a:pt x="926" y="1820"/>
                      <a:pt x="928" y="1820"/>
                    </a:cubicBezTo>
                    <a:cubicBezTo>
                      <a:pt x="929" y="1820"/>
                      <a:pt x="931" y="1820"/>
                      <a:pt x="932" y="1820"/>
                    </a:cubicBezTo>
                    <a:cubicBezTo>
                      <a:pt x="934" y="1820"/>
                      <a:pt x="935" y="1819"/>
                      <a:pt x="935" y="1817"/>
                    </a:cubicBezTo>
                    <a:cubicBezTo>
                      <a:pt x="935" y="1816"/>
                      <a:pt x="935" y="1815"/>
                      <a:pt x="936" y="1814"/>
                    </a:cubicBezTo>
                    <a:cubicBezTo>
                      <a:pt x="937" y="1813"/>
                      <a:pt x="937" y="1813"/>
                      <a:pt x="937" y="1813"/>
                    </a:cubicBezTo>
                    <a:cubicBezTo>
                      <a:pt x="937" y="1812"/>
                      <a:pt x="936" y="1811"/>
                      <a:pt x="936" y="1810"/>
                    </a:cubicBezTo>
                    <a:cubicBezTo>
                      <a:pt x="935" y="1809"/>
                      <a:pt x="935" y="1807"/>
                      <a:pt x="933" y="1807"/>
                    </a:cubicBezTo>
                    <a:cubicBezTo>
                      <a:pt x="930" y="1806"/>
                      <a:pt x="928" y="1806"/>
                      <a:pt x="925" y="1806"/>
                    </a:cubicBezTo>
                    <a:cubicBezTo>
                      <a:pt x="923" y="1805"/>
                      <a:pt x="921" y="1805"/>
                      <a:pt x="919" y="1804"/>
                    </a:cubicBezTo>
                    <a:cubicBezTo>
                      <a:pt x="918" y="1803"/>
                      <a:pt x="917" y="1803"/>
                      <a:pt x="916" y="1803"/>
                    </a:cubicBezTo>
                    <a:cubicBezTo>
                      <a:pt x="916" y="1802"/>
                      <a:pt x="915" y="1801"/>
                      <a:pt x="915" y="1801"/>
                    </a:cubicBezTo>
                    <a:cubicBezTo>
                      <a:pt x="913" y="1799"/>
                      <a:pt x="911" y="1797"/>
                      <a:pt x="910" y="1795"/>
                    </a:cubicBezTo>
                    <a:cubicBezTo>
                      <a:pt x="909" y="1794"/>
                      <a:pt x="908" y="1792"/>
                      <a:pt x="908" y="1791"/>
                    </a:cubicBezTo>
                    <a:cubicBezTo>
                      <a:pt x="908" y="1790"/>
                      <a:pt x="907" y="1789"/>
                      <a:pt x="907" y="1788"/>
                    </a:cubicBezTo>
                    <a:cubicBezTo>
                      <a:pt x="906" y="1787"/>
                      <a:pt x="904" y="1788"/>
                      <a:pt x="903" y="1787"/>
                    </a:cubicBezTo>
                    <a:cubicBezTo>
                      <a:pt x="902" y="1784"/>
                      <a:pt x="902" y="1780"/>
                      <a:pt x="901" y="1777"/>
                    </a:cubicBezTo>
                    <a:cubicBezTo>
                      <a:pt x="900" y="1774"/>
                      <a:pt x="897" y="1772"/>
                      <a:pt x="895" y="1770"/>
                    </a:cubicBezTo>
                    <a:cubicBezTo>
                      <a:pt x="893" y="1767"/>
                      <a:pt x="896" y="1767"/>
                      <a:pt x="898" y="1766"/>
                    </a:cubicBezTo>
                    <a:cubicBezTo>
                      <a:pt x="901" y="1765"/>
                      <a:pt x="898" y="1761"/>
                      <a:pt x="897" y="1759"/>
                    </a:cubicBezTo>
                    <a:cubicBezTo>
                      <a:pt x="896" y="1757"/>
                      <a:pt x="894" y="1754"/>
                      <a:pt x="894" y="1751"/>
                    </a:cubicBezTo>
                    <a:cubicBezTo>
                      <a:pt x="893" y="1749"/>
                      <a:pt x="894" y="1747"/>
                      <a:pt x="894" y="1745"/>
                    </a:cubicBezTo>
                    <a:cubicBezTo>
                      <a:pt x="895" y="1741"/>
                      <a:pt x="896" y="1740"/>
                      <a:pt x="899" y="1738"/>
                    </a:cubicBezTo>
                    <a:cubicBezTo>
                      <a:pt x="901" y="1737"/>
                      <a:pt x="902" y="1736"/>
                      <a:pt x="903" y="1735"/>
                    </a:cubicBezTo>
                    <a:cubicBezTo>
                      <a:pt x="904" y="1735"/>
                      <a:pt x="904" y="1734"/>
                      <a:pt x="905" y="1733"/>
                    </a:cubicBezTo>
                    <a:cubicBezTo>
                      <a:pt x="907" y="1731"/>
                      <a:pt x="910" y="1734"/>
                      <a:pt x="910" y="1735"/>
                    </a:cubicBezTo>
                    <a:cubicBezTo>
                      <a:pt x="912" y="1738"/>
                      <a:pt x="912" y="1740"/>
                      <a:pt x="914" y="1743"/>
                    </a:cubicBezTo>
                    <a:cubicBezTo>
                      <a:pt x="915" y="1745"/>
                      <a:pt x="917" y="1747"/>
                      <a:pt x="918" y="1749"/>
                    </a:cubicBezTo>
                    <a:cubicBezTo>
                      <a:pt x="919" y="1751"/>
                      <a:pt x="920" y="1753"/>
                      <a:pt x="922" y="1755"/>
                    </a:cubicBezTo>
                    <a:cubicBezTo>
                      <a:pt x="924" y="1757"/>
                      <a:pt x="926" y="1758"/>
                      <a:pt x="929" y="1758"/>
                    </a:cubicBezTo>
                    <a:cubicBezTo>
                      <a:pt x="931" y="1758"/>
                      <a:pt x="933" y="1758"/>
                      <a:pt x="935" y="1758"/>
                    </a:cubicBezTo>
                    <a:cubicBezTo>
                      <a:pt x="937" y="1758"/>
                      <a:pt x="942" y="1757"/>
                      <a:pt x="940" y="1754"/>
                    </a:cubicBezTo>
                    <a:cubicBezTo>
                      <a:pt x="939" y="1753"/>
                      <a:pt x="938" y="1752"/>
                      <a:pt x="937" y="1751"/>
                    </a:cubicBezTo>
                    <a:cubicBezTo>
                      <a:pt x="937" y="1750"/>
                      <a:pt x="938" y="1749"/>
                      <a:pt x="938" y="1749"/>
                    </a:cubicBezTo>
                    <a:cubicBezTo>
                      <a:pt x="939" y="1747"/>
                      <a:pt x="940" y="1746"/>
                      <a:pt x="940" y="1744"/>
                    </a:cubicBezTo>
                    <a:cubicBezTo>
                      <a:pt x="940" y="1743"/>
                      <a:pt x="940" y="1741"/>
                      <a:pt x="941" y="1740"/>
                    </a:cubicBezTo>
                    <a:cubicBezTo>
                      <a:pt x="941" y="1740"/>
                      <a:pt x="942" y="1740"/>
                      <a:pt x="943" y="1740"/>
                    </a:cubicBezTo>
                    <a:cubicBezTo>
                      <a:pt x="944" y="1740"/>
                      <a:pt x="945" y="1740"/>
                      <a:pt x="946" y="1741"/>
                    </a:cubicBezTo>
                    <a:cubicBezTo>
                      <a:pt x="946" y="1741"/>
                      <a:pt x="946" y="1741"/>
                      <a:pt x="946" y="1741"/>
                    </a:cubicBezTo>
                    <a:cubicBezTo>
                      <a:pt x="946" y="1741"/>
                      <a:pt x="946" y="1741"/>
                      <a:pt x="947" y="1742"/>
                    </a:cubicBezTo>
                    <a:cubicBezTo>
                      <a:pt x="947" y="1742"/>
                      <a:pt x="946" y="1742"/>
                      <a:pt x="947" y="1743"/>
                    </a:cubicBezTo>
                    <a:cubicBezTo>
                      <a:pt x="947" y="1743"/>
                      <a:pt x="947" y="1743"/>
                      <a:pt x="948" y="1744"/>
                    </a:cubicBezTo>
                    <a:cubicBezTo>
                      <a:pt x="948" y="1744"/>
                      <a:pt x="949" y="1744"/>
                      <a:pt x="949" y="1745"/>
                    </a:cubicBezTo>
                    <a:cubicBezTo>
                      <a:pt x="950" y="1745"/>
                      <a:pt x="950" y="1746"/>
                      <a:pt x="951" y="1746"/>
                    </a:cubicBezTo>
                    <a:cubicBezTo>
                      <a:pt x="952" y="1746"/>
                      <a:pt x="953" y="1746"/>
                      <a:pt x="953" y="1746"/>
                    </a:cubicBezTo>
                    <a:cubicBezTo>
                      <a:pt x="954" y="1745"/>
                      <a:pt x="955" y="1745"/>
                      <a:pt x="955" y="1744"/>
                    </a:cubicBezTo>
                    <a:cubicBezTo>
                      <a:pt x="955" y="1743"/>
                      <a:pt x="955" y="1742"/>
                      <a:pt x="955" y="1741"/>
                    </a:cubicBezTo>
                    <a:cubicBezTo>
                      <a:pt x="955" y="1740"/>
                      <a:pt x="956" y="1740"/>
                      <a:pt x="956" y="1739"/>
                    </a:cubicBezTo>
                    <a:cubicBezTo>
                      <a:pt x="957" y="1737"/>
                      <a:pt x="958" y="1736"/>
                      <a:pt x="959" y="1734"/>
                    </a:cubicBezTo>
                    <a:cubicBezTo>
                      <a:pt x="960" y="1732"/>
                      <a:pt x="960" y="1729"/>
                      <a:pt x="962" y="1727"/>
                    </a:cubicBezTo>
                    <a:cubicBezTo>
                      <a:pt x="963" y="1726"/>
                      <a:pt x="964" y="1725"/>
                      <a:pt x="965" y="1723"/>
                    </a:cubicBezTo>
                    <a:cubicBezTo>
                      <a:pt x="965" y="1722"/>
                      <a:pt x="965" y="1721"/>
                      <a:pt x="965" y="1719"/>
                    </a:cubicBezTo>
                    <a:cubicBezTo>
                      <a:pt x="965" y="1718"/>
                      <a:pt x="965" y="1716"/>
                      <a:pt x="965" y="1715"/>
                    </a:cubicBezTo>
                    <a:cubicBezTo>
                      <a:pt x="965" y="1714"/>
                      <a:pt x="965" y="1713"/>
                      <a:pt x="965" y="1712"/>
                    </a:cubicBezTo>
                    <a:cubicBezTo>
                      <a:pt x="964" y="1711"/>
                      <a:pt x="964" y="1709"/>
                      <a:pt x="964" y="1708"/>
                    </a:cubicBezTo>
                    <a:cubicBezTo>
                      <a:pt x="964" y="1707"/>
                      <a:pt x="964" y="1705"/>
                      <a:pt x="963" y="1704"/>
                    </a:cubicBezTo>
                    <a:cubicBezTo>
                      <a:pt x="963" y="1703"/>
                      <a:pt x="962" y="1702"/>
                      <a:pt x="961" y="1701"/>
                    </a:cubicBezTo>
                    <a:cubicBezTo>
                      <a:pt x="960" y="1699"/>
                      <a:pt x="961" y="1699"/>
                      <a:pt x="962" y="1699"/>
                    </a:cubicBezTo>
                    <a:cubicBezTo>
                      <a:pt x="964" y="1698"/>
                      <a:pt x="965" y="1699"/>
                      <a:pt x="967" y="1700"/>
                    </a:cubicBezTo>
                    <a:cubicBezTo>
                      <a:pt x="967" y="1701"/>
                      <a:pt x="969" y="1701"/>
                      <a:pt x="970" y="1701"/>
                    </a:cubicBezTo>
                    <a:cubicBezTo>
                      <a:pt x="970" y="1701"/>
                      <a:pt x="970" y="1700"/>
                      <a:pt x="970" y="1700"/>
                    </a:cubicBezTo>
                    <a:cubicBezTo>
                      <a:pt x="971" y="1698"/>
                      <a:pt x="970" y="1697"/>
                      <a:pt x="971" y="1696"/>
                    </a:cubicBezTo>
                    <a:cubicBezTo>
                      <a:pt x="971" y="1695"/>
                      <a:pt x="971" y="1695"/>
                      <a:pt x="971" y="1694"/>
                    </a:cubicBezTo>
                    <a:cubicBezTo>
                      <a:pt x="971" y="1693"/>
                      <a:pt x="971" y="1692"/>
                      <a:pt x="971" y="1691"/>
                    </a:cubicBezTo>
                    <a:cubicBezTo>
                      <a:pt x="971" y="1691"/>
                      <a:pt x="971" y="1690"/>
                      <a:pt x="971" y="1689"/>
                    </a:cubicBezTo>
                    <a:cubicBezTo>
                      <a:pt x="971" y="1688"/>
                      <a:pt x="971" y="1688"/>
                      <a:pt x="970" y="1687"/>
                    </a:cubicBezTo>
                    <a:cubicBezTo>
                      <a:pt x="969" y="1685"/>
                      <a:pt x="969" y="1683"/>
                      <a:pt x="968" y="1681"/>
                    </a:cubicBezTo>
                    <a:cubicBezTo>
                      <a:pt x="967" y="1680"/>
                      <a:pt x="967" y="1678"/>
                      <a:pt x="966" y="1677"/>
                    </a:cubicBezTo>
                    <a:cubicBezTo>
                      <a:pt x="965" y="1674"/>
                      <a:pt x="964" y="1672"/>
                      <a:pt x="964" y="1668"/>
                    </a:cubicBezTo>
                    <a:cubicBezTo>
                      <a:pt x="964" y="1668"/>
                      <a:pt x="963" y="1667"/>
                      <a:pt x="963" y="1666"/>
                    </a:cubicBezTo>
                    <a:cubicBezTo>
                      <a:pt x="963" y="1665"/>
                      <a:pt x="963" y="1664"/>
                      <a:pt x="963" y="1663"/>
                    </a:cubicBezTo>
                    <a:cubicBezTo>
                      <a:pt x="962" y="1662"/>
                      <a:pt x="962" y="1660"/>
                      <a:pt x="961" y="1659"/>
                    </a:cubicBezTo>
                    <a:cubicBezTo>
                      <a:pt x="961" y="1657"/>
                      <a:pt x="960" y="1655"/>
                      <a:pt x="960" y="1653"/>
                    </a:cubicBezTo>
                    <a:cubicBezTo>
                      <a:pt x="959" y="1651"/>
                      <a:pt x="958" y="1649"/>
                      <a:pt x="957" y="1648"/>
                    </a:cubicBezTo>
                    <a:cubicBezTo>
                      <a:pt x="957" y="1647"/>
                      <a:pt x="956" y="1646"/>
                      <a:pt x="956" y="1645"/>
                    </a:cubicBezTo>
                    <a:cubicBezTo>
                      <a:pt x="956" y="1644"/>
                      <a:pt x="956" y="1643"/>
                      <a:pt x="956" y="1642"/>
                    </a:cubicBezTo>
                    <a:cubicBezTo>
                      <a:pt x="955" y="1640"/>
                      <a:pt x="955" y="1638"/>
                      <a:pt x="955" y="1636"/>
                    </a:cubicBezTo>
                    <a:cubicBezTo>
                      <a:pt x="955" y="1635"/>
                      <a:pt x="954" y="1634"/>
                      <a:pt x="954" y="1634"/>
                    </a:cubicBezTo>
                    <a:cubicBezTo>
                      <a:pt x="953" y="1633"/>
                      <a:pt x="952" y="1632"/>
                      <a:pt x="951" y="1631"/>
                    </a:cubicBezTo>
                    <a:cubicBezTo>
                      <a:pt x="950" y="1629"/>
                      <a:pt x="949" y="1629"/>
                      <a:pt x="948" y="1628"/>
                    </a:cubicBezTo>
                    <a:cubicBezTo>
                      <a:pt x="946" y="1626"/>
                      <a:pt x="944" y="1625"/>
                      <a:pt x="942" y="1623"/>
                    </a:cubicBezTo>
                    <a:cubicBezTo>
                      <a:pt x="940" y="1622"/>
                      <a:pt x="939" y="1620"/>
                      <a:pt x="938" y="1619"/>
                    </a:cubicBezTo>
                    <a:cubicBezTo>
                      <a:pt x="937" y="1616"/>
                      <a:pt x="938" y="1614"/>
                      <a:pt x="940" y="1613"/>
                    </a:cubicBezTo>
                    <a:cubicBezTo>
                      <a:pt x="941" y="1613"/>
                      <a:pt x="942" y="1613"/>
                      <a:pt x="942" y="1612"/>
                    </a:cubicBezTo>
                    <a:cubicBezTo>
                      <a:pt x="943" y="1612"/>
                      <a:pt x="943" y="1610"/>
                      <a:pt x="943" y="1610"/>
                    </a:cubicBezTo>
                    <a:cubicBezTo>
                      <a:pt x="944" y="1608"/>
                      <a:pt x="945" y="1606"/>
                      <a:pt x="945" y="1604"/>
                    </a:cubicBezTo>
                    <a:cubicBezTo>
                      <a:pt x="945" y="1602"/>
                      <a:pt x="945" y="1600"/>
                      <a:pt x="944" y="1598"/>
                    </a:cubicBezTo>
                    <a:cubicBezTo>
                      <a:pt x="943" y="1596"/>
                      <a:pt x="942" y="1594"/>
                      <a:pt x="942" y="1592"/>
                    </a:cubicBezTo>
                    <a:cubicBezTo>
                      <a:pt x="941" y="1589"/>
                      <a:pt x="940" y="1586"/>
                      <a:pt x="939" y="1585"/>
                    </a:cubicBezTo>
                    <a:cubicBezTo>
                      <a:pt x="937" y="1583"/>
                      <a:pt x="935" y="1581"/>
                      <a:pt x="933" y="1579"/>
                    </a:cubicBezTo>
                    <a:cubicBezTo>
                      <a:pt x="932" y="1577"/>
                      <a:pt x="931" y="1575"/>
                      <a:pt x="929" y="1574"/>
                    </a:cubicBezTo>
                    <a:cubicBezTo>
                      <a:pt x="927" y="1573"/>
                      <a:pt x="926" y="1572"/>
                      <a:pt x="924" y="1572"/>
                    </a:cubicBezTo>
                    <a:cubicBezTo>
                      <a:pt x="921" y="1571"/>
                      <a:pt x="917" y="1570"/>
                      <a:pt x="914" y="1570"/>
                    </a:cubicBezTo>
                    <a:cubicBezTo>
                      <a:pt x="908" y="1570"/>
                      <a:pt x="902" y="1570"/>
                      <a:pt x="896" y="1570"/>
                    </a:cubicBezTo>
                    <a:cubicBezTo>
                      <a:pt x="894" y="1570"/>
                      <a:pt x="892" y="1571"/>
                      <a:pt x="890" y="1570"/>
                    </a:cubicBezTo>
                    <a:cubicBezTo>
                      <a:pt x="888" y="1570"/>
                      <a:pt x="887" y="1570"/>
                      <a:pt x="885" y="1569"/>
                    </a:cubicBezTo>
                    <a:cubicBezTo>
                      <a:pt x="884" y="1569"/>
                      <a:pt x="882" y="1568"/>
                      <a:pt x="881" y="1568"/>
                    </a:cubicBezTo>
                    <a:cubicBezTo>
                      <a:pt x="880" y="1567"/>
                      <a:pt x="879" y="1565"/>
                      <a:pt x="878" y="1564"/>
                    </a:cubicBezTo>
                    <a:cubicBezTo>
                      <a:pt x="877" y="1562"/>
                      <a:pt x="876" y="1561"/>
                      <a:pt x="875" y="1560"/>
                    </a:cubicBezTo>
                    <a:cubicBezTo>
                      <a:pt x="875" y="1559"/>
                      <a:pt x="874" y="1557"/>
                      <a:pt x="872" y="1556"/>
                    </a:cubicBezTo>
                    <a:cubicBezTo>
                      <a:pt x="872" y="1555"/>
                      <a:pt x="871" y="1554"/>
                      <a:pt x="870" y="1553"/>
                    </a:cubicBezTo>
                    <a:cubicBezTo>
                      <a:pt x="869" y="1551"/>
                      <a:pt x="869" y="1550"/>
                      <a:pt x="869" y="1548"/>
                    </a:cubicBezTo>
                    <a:cubicBezTo>
                      <a:pt x="869" y="1547"/>
                      <a:pt x="869" y="1545"/>
                      <a:pt x="870" y="1544"/>
                    </a:cubicBezTo>
                    <a:cubicBezTo>
                      <a:pt x="870" y="1543"/>
                      <a:pt x="870" y="1543"/>
                      <a:pt x="871" y="1542"/>
                    </a:cubicBezTo>
                    <a:cubicBezTo>
                      <a:pt x="871" y="1541"/>
                      <a:pt x="871" y="1540"/>
                      <a:pt x="872" y="1540"/>
                    </a:cubicBezTo>
                    <a:cubicBezTo>
                      <a:pt x="872" y="1538"/>
                      <a:pt x="872" y="1536"/>
                      <a:pt x="872" y="1535"/>
                    </a:cubicBezTo>
                    <a:cubicBezTo>
                      <a:pt x="872" y="1532"/>
                      <a:pt x="871" y="1529"/>
                      <a:pt x="868" y="1528"/>
                    </a:cubicBezTo>
                    <a:cubicBezTo>
                      <a:pt x="867" y="1528"/>
                      <a:pt x="865" y="1528"/>
                      <a:pt x="864" y="1528"/>
                    </a:cubicBezTo>
                    <a:cubicBezTo>
                      <a:pt x="862" y="1528"/>
                      <a:pt x="860" y="1528"/>
                      <a:pt x="858" y="1528"/>
                    </a:cubicBezTo>
                    <a:cubicBezTo>
                      <a:pt x="857" y="1528"/>
                      <a:pt x="857" y="1526"/>
                      <a:pt x="856" y="1525"/>
                    </a:cubicBezTo>
                    <a:cubicBezTo>
                      <a:pt x="855" y="1523"/>
                      <a:pt x="854" y="1521"/>
                      <a:pt x="853" y="1519"/>
                    </a:cubicBezTo>
                    <a:cubicBezTo>
                      <a:pt x="851" y="1519"/>
                      <a:pt x="849" y="1519"/>
                      <a:pt x="847" y="1519"/>
                    </a:cubicBezTo>
                    <a:cubicBezTo>
                      <a:pt x="846" y="1519"/>
                      <a:pt x="844" y="1519"/>
                      <a:pt x="843" y="1518"/>
                    </a:cubicBezTo>
                    <a:cubicBezTo>
                      <a:pt x="843" y="1517"/>
                      <a:pt x="842" y="1517"/>
                      <a:pt x="842" y="1516"/>
                    </a:cubicBezTo>
                    <a:cubicBezTo>
                      <a:pt x="842" y="1515"/>
                      <a:pt x="842" y="1514"/>
                      <a:pt x="841" y="1513"/>
                    </a:cubicBezTo>
                    <a:cubicBezTo>
                      <a:pt x="841" y="1511"/>
                      <a:pt x="839" y="1508"/>
                      <a:pt x="837" y="1507"/>
                    </a:cubicBezTo>
                    <a:cubicBezTo>
                      <a:pt x="835" y="1506"/>
                      <a:pt x="832" y="1505"/>
                      <a:pt x="830" y="1504"/>
                    </a:cubicBezTo>
                    <a:cubicBezTo>
                      <a:pt x="829" y="1503"/>
                      <a:pt x="828" y="1501"/>
                      <a:pt x="828" y="1500"/>
                    </a:cubicBezTo>
                    <a:cubicBezTo>
                      <a:pt x="827" y="1499"/>
                      <a:pt x="827" y="1498"/>
                      <a:pt x="826" y="1496"/>
                    </a:cubicBezTo>
                    <a:cubicBezTo>
                      <a:pt x="825" y="1495"/>
                      <a:pt x="824" y="1494"/>
                      <a:pt x="824" y="1493"/>
                    </a:cubicBezTo>
                    <a:cubicBezTo>
                      <a:pt x="824" y="1492"/>
                      <a:pt x="824" y="1492"/>
                      <a:pt x="823" y="1491"/>
                    </a:cubicBezTo>
                    <a:cubicBezTo>
                      <a:pt x="823" y="1490"/>
                      <a:pt x="823" y="1489"/>
                      <a:pt x="823" y="1489"/>
                    </a:cubicBezTo>
                    <a:cubicBezTo>
                      <a:pt x="823" y="1487"/>
                      <a:pt x="822" y="1485"/>
                      <a:pt x="822" y="1483"/>
                    </a:cubicBezTo>
                    <a:cubicBezTo>
                      <a:pt x="822" y="1483"/>
                      <a:pt x="822" y="1482"/>
                      <a:pt x="821" y="1481"/>
                    </a:cubicBezTo>
                    <a:cubicBezTo>
                      <a:pt x="820" y="1481"/>
                      <a:pt x="820" y="1481"/>
                      <a:pt x="820" y="1480"/>
                    </a:cubicBezTo>
                    <a:cubicBezTo>
                      <a:pt x="819" y="1479"/>
                      <a:pt x="819" y="1478"/>
                      <a:pt x="819" y="1477"/>
                    </a:cubicBezTo>
                    <a:cubicBezTo>
                      <a:pt x="819" y="1476"/>
                      <a:pt x="819" y="1475"/>
                      <a:pt x="819" y="1473"/>
                    </a:cubicBezTo>
                    <a:cubicBezTo>
                      <a:pt x="818" y="1472"/>
                      <a:pt x="818" y="1472"/>
                      <a:pt x="817" y="1471"/>
                    </a:cubicBezTo>
                    <a:cubicBezTo>
                      <a:pt x="816" y="1469"/>
                      <a:pt x="815" y="1467"/>
                      <a:pt x="817" y="1467"/>
                    </a:cubicBezTo>
                    <a:cubicBezTo>
                      <a:pt x="818" y="1466"/>
                      <a:pt x="819" y="1466"/>
                      <a:pt x="819" y="1465"/>
                    </a:cubicBezTo>
                    <a:cubicBezTo>
                      <a:pt x="819" y="1464"/>
                      <a:pt x="819" y="1463"/>
                      <a:pt x="819" y="1462"/>
                    </a:cubicBezTo>
                    <a:cubicBezTo>
                      <a:pt x="819" y="1460"/>
                      <a:pt x="818" y="1458"/>
                      <a:pt x="816" y="1456"/>
                    </a:cubicBezTo>
                    <a:cubicBezTo>
                      <a:pt x="815" y="1454"/>
                      <a:pt x="814" y="1452"/>
                      <a:pt x="813" y="1450"/>
                    </a:cubicBezTo>
                    <a:cubicBezTo>
                      <a:pt x="812" y="1448"/>
                      <a:pt x="811" y="1446"/>
                      <a:pt x="810" y="1444"/>
                    </a:cubicBezTo>
                    <a:cubicBezTo>
                      <a:pt x="810" y="1443"/>
                      <a:pt x="810" y="1442"/>
                      <a:pt x="809" y="1440"/>
                    </a:cubicBezTo>
                    <a:cubicBezTo>
                      <a:pt x="809" y="1439"/>
                      <a:pt x="809" y="1437"/>
                      <a:pt x="810" y="1435"/>
                    </a:cubicBezTo>
                    <a:cubicBezTo>
                      <a:pt x="811" y="1433"/>
                      <a:pt x="814" y="1433"/>
                      <a:pt x="816" y="1433"/>
                    </a:cubicBezTo>
                    <a:cubicBezTo>
                      <a:pt x="820" y="1433"/>
                      <a:pt x="822" y="1434"/>
                      <a:pt x="825" y="1436"/>
                    </a:cubicBezTo>
                    <a:cubicBezTo>
                      <a:pt x="827" y="1437"/>
                      <a:pt x="828" y="1438"/>
                      <a:pt x="830" y="1439"/>
                    </a:cubicBezTo>
                    <a:cubicBezTo>
                      <a:pt x="832" y="1440"/>
                      <a:pt x="834" y="1440"/>
                      <a:pt x="836" y="1440"/>
                    </a:cubicBezTo>
                    <a:cubicBezTo>
                      <a:pt x="839" y="1441"/>
                      <a:pt x="842" y="1442"/>
                      <a:pt x="845" y="1442"/>
                    </a:cubicBezTo>
                    <a:cubicBezTo>
                      <a:pt x="847" y="1442"/>
                      <a:pt x="848" y="1441"/>
                      <a:pt x="849" y="1440"/>
                    </a:cubicBezTo>
                    <a:cubicBezTo>
                      <a:pt x="850" y="1439"/>
                      <a:pt x="850" y="1438"/>
                      <a:pt x="850" y="1437"/>
                    </a:cubicBezTo>
                    <a:cubicBezTo>
                      <a:pt x="849" y="1436"/>
                      <a:pt x="849" y="1435"/>
                      <a:pt x="849" y="1434"/>
                    </a:cubicBezTo>
                    <a:cubicBezTo>
                      <a:pt x="849" y="1432"/>
                      <a:pt x="850" y="1429"/>
                      <a:pt x="850" y="1427"/>
                    </a:cubicBezTo>
                    <a:cubicBezTo>
                      <a:pt x="850" y="1425"/>
                      <a:pt x="851" y="1424"/>
                      <a:pt x="851" y="1422"/>
                    </a:cubicBezTo>
                    <a:cubicBezTo>
                      <a:pt x="851" y="1421"/>
                      <a:pt x="851" y="1419"/>
                      <a:pt x="852" y="1417"/>
                    </a:cubicBezTo>
                    <a:cubicBezTo>
                      <a:pt x="853" y="1416"/>
                      <a:pt x="854" y="1415"/>
                      <a:pt x="856" y="1415"/>
                    </a:cubicBezTo>
                    <a:cubicBezTo>
                      <a:pt x="859" y="1415"/>
                      <a:pt x="859" y="1411"/>
                      <a:pt x="859" y="1409"/>
                    </a:cubicBezTo>
                    <a:cubicBezTo>
                      <a:pt x="859" y="1407"/>
                      <a:pt x="859" y="1405"/>
                      <a:pt x="862" y="1404"/>
                    </a:cubicBezTo>
                    <a:cubicBezTo>
                      <a:pt x="862" y="1404"/>
                      <a:pt x="863" y="1404"/>
                      <a:pt x="864" y="1404"/>
                    </a:cubicBezTo>
                    <a:cubicBezTo>
                      <a:pt x="864" y="1403"/>
                      <a:pt x="864" y="1401"/>
                      <a:pt x="864" y="1401"/>
                    </a:cubicBezTo>
                    <a:cubicBezTo>
                      <a:pt x="865" y="1399"/>
                      <a:pt x="865" y="1398"/>
                      <a:pt x="865" y="1397"/>
                    </a:cubicBezTo>
                    <a:cubicBezTo>
                      <a:pt x="865" y="1396"/>
                      <a:pt x="865" y="1395"/>
                      <a:pt x="866" y="1394"/>
                    </a:cubicBezTo>
                    <a:cubicBezTo>
                      <a:pt x="866" y="1393"/>
                      <a:pt x="867" y="1393"/>
                      <a:pt x="868" y="1392"/>
                    </a:cubicBezTo>
                    <a:cubicBezTo>
                      <a:pt x="868" y="1391"/>
                      <a:pt x="868" y="1390"/>
                      <a:pt x="868" y="1389"/>
                    </a:cubicBezTo>
                    <a:cubicBezTo>
                      <a:pt x="868" y="1387"/>
                      <a:pt x="868" y="1385"/>
                      <a:pt x="868" y="1383"/>
                    </a:cubicBezTo>
                    <a:cubicBezTo>
                      <a:pt x="868" y="1381"/>
                      <a:pt x="868" y="1378"/>
                      <a:pt x="867" y="1376"/>
                    </a:cubicBezTo>
                    <a:cubicBezTo>
                      <a:pt x="865" y="1373"/>
                      <a:pt x="864" y="1371"/>
                      <a:pt x="863" y="1368"/>
                    </a:cubicBezTo>
                    <a:cubicBezTo>
                      <a:pt x="863" y="1367"/>
                      <a:pt x="864" y="1367"/>
                      <a:pt x="864" y="1366"/>
                    </a:cubicBezTo>
                    <a:cubicBezTo>
                      <a:pt x="865" y="1365"/>
                      <a:pt x="865" y="1363"/>
                      <a:pt x="865" y="1362"/>
                    </a:cubicBezTo>
                    <a:cubicBezTo>
                      <a:pt x="865" y="1358"/>
                      <a:pt x="861" y="1355"/>
                      <a:pt x="859" y="1351"/>
                    </a:cubicBezTo>
                    <a:cubicBezTo>
                      <a:pt x="858" y="1350"/>
                      <a:pt x="856" y="1348"/>
                      <a:pt x="858" y="1347"/>
                    </a:cubicBezTo>
                    <a:cubicBezTo>
                      <a:pt x="859" y="1347"/>
                      <a:pt x="859" y="1347"/>
                      <a:pt x="860" y="1346"/>
                    </a:cubicBezTo>
                    <a:cubicBezTo>
                      <a:pt x="860" y="1345"/>
                      <a:pt x="859" y="1343"/>
                      <a:pt x="859" y="1342"/>
                    </a:cubicBezTo>
                    <a:cubicBezTo>
                      <a:pt x="859" y="1341"/>
                      <a:pt x="858" y="1337"/>
                      <a:pt x="859" y="1337"/>
                    </a:cubicBezTo>
                    <a:cubicBezTo>
                      <a:pt x="861" y="1336"/>
                      <a:pt x="862" y="1339"/>
                      <a:pt x="863" y="1340"/>
                    </a:cubicBezTo>
                    <a:cubicBezTo>
                      <a:pt x="864" y="1342"/>
                      <a:pt x="863" y="1345"/>
                      <a:pt x="864" y="1347"/>
                    </a:cubicBezTo>
                    <a:cubicBezTo>
                      <a:pt x="864" y="1348"/>
                      <a:pt x="864" y="1350"/>
                      <a:pt x="864" y="1351"/>
                    </a:cubicBezTo>
                    <a:cubicBezTo>
                      <a:pt x="864" y="1352"/>
                      <a:pt x="864" y="1353"/>
                      <a:pt x="865" y="1354"/>
                    </a:cubicBezTo>
                    <a:cubicBezTo>
                      <a:pt x="865" y="1355"/>
                      <a:pt x="867" y="1355"/>
                      <a:pt x="868" y="1356"/>
                    </a:cubicBezTo>
                    <a:cubicBezTo>
                      <a:pt x="870" y="1358"/>
                      <a:pt x="869" y="1359"/>
                      <a:pt x="869" y="1361"/>
                    </a:cubicBezTo>
                    <a:cubicBezTo>
                      <a:pt x="870" y="1361"/>
                      <a:pt x="870" y="1363"/>
                      <a:pt x="872" y="1363"/>
                    </a:cubicBezTo>
                    <a:cubicBezTo>
                      <a:pt x="873" y="1362"/>
                      <a:pt x="873" y="1359"/>
                      <a:pt x="873" y="1358"/>
                    </a:cubicBezTo>
                    <a:cubicBezTo>
                      <a:pt x="873" y="1356"/>
                      <a:pt x="872" y="1354"/>
                      <a:pt x="872" y="1351"/>
                    </a:cubicBezTo>
                    <a:cubicBezTo>
                      <a:pt x="872" y="1348"/>
                      <a:pt x="871" y="1345"/>
                      <a:pt x="870" y="1342"/>
                    </a:cubicBezTo>
                    <a:cubicBezTo>
                      <a:pt x="870" y="1338"/>
                      <a:pt x="870" y="1334"/>
                      <a:pt x="872" y="1330"/>
                    </a:cubicBezTo>
                    <a:cubicBezTo>
                      <a:pt x="873" y="1328"/>
                      <a:pt x="875" y="1328"/>
                      <a:pt x="876" y="1328"/>
                    </a:cubicBezTo>
                    <a:cubicBezTo>
                      <a:pt x="877" y="1328"/>
                      <a:pt x="879" y="1329"/>
                      <a:pt x="880" y="1328"/>
                    </a:cubicBezTo>
                    <a:cubicBezTo>
                      <a:pt x="880" y="1327"/>
                      <a:pt x="880" y="1327"/>
                      <a:pt x="880" y="1326"/>
                    </a:cubicBezTo>
                    <a:cubicBezTo>
                      <a:pt x="881" y="1325"/>
                      <a:pt x="881" y="1324"/>
                      <a:pt x="882" y="1324"/>
                    </a:cubicBezTo>
                    <a:cubicBezTo>
                      <a:pt x="881" y="1322"/>
                      <a:pt x="882" y="1321"/>
                      <a:pt x="881" y="1320"/>
                    </a:cubicBezTo>
                    <a:cubicBezTo>
                      <a:pt x="881" y="1318"/>
                      <a:pt x="880" y="1316"/>
                      <a:pt x="880" y="1315"/>
                    </a:cubicBezTo>
                    <a:cubicBezTo>
                      <a:pt x="879" y="1313"/>
                      <a:pt x="878" y="1312"/>
                      <a:pt x="879" y="1311"/>
                    </a:cubicBezTo>
                    <a:cubicBezTo>
                      <a:pt x="880" y="1309"/>
                      <a:pt x="882" y="1310"/>
                      <a:pt x="883" y="1309"/>
                    </a:cubicBezTo>
                    <a:cubicBezTo>
                      <a:pt x="885" y="1307"/>
                      <a:pt x="883" y="1303"/>
                      <a:pt x="881" y="1302"/>
                    </a:cubicBezTo>
                    <a:cubicBezTo>
                      <a:pt x="879" y="1301"/>
                      <a:pt x="878" y="1300"/>
                      <a:pt x="878" y="1299"/>
                    </a:cubicBezTo>
                    <a:cubicBezTo>
                      <a:pt x="877" y="1297"/>
                      <a:pt x="877" y="1296"/>
                      <a:pt x="877" y="1295"/>
                    </a:cubicBezTo>
                    <a:cubicBezTo>
                      <a:pt x="876" y="1292"/>
                      <a:pt x="875" y="1290"/>
                      <a:pt x="875" y="1287"/>
                    </a:cubicBezTo>
                    <a:cubicBezTo>
                      <a:pt x="876" y="1285"/>
                      <a:pt x="876" y="1283"/>
                      <a:pt x="876" y="1281"/>
                    </a:cubicBezTo>
                    <a:cubicBezTo>
                      <a:pt x="877" y="1280"/>
                      <a:pt x="877" y="1278"/>
                      <a:pt x="877" y="1277"/>
                    </a:cubicBezTo>
                    <a:cubicBezTo>
                      <a:pt x="873" y="1275"/>
                      <a:pt x="869" y="1276"/>
                      <a:pt x="866" y="1276"/>
                    </a:cubicBezTo>
                    <a:cubicBezTo>
                      <a:pt x="865" y="1276"/>
                      <a:pt x="863" y="1275"/>
                      <a:pt x="862" y="1275"/>
                    </a:cubicBezTo>
                    <a:cubicBezTo>
                      <a:pt x="861" y="1274"/>
                      <a:pt x="861" y="1273"/>
                      <a:pt x="861" y="1273"/>
                    </a:cubicBezTo>
                    <a:cubicBezTo>
                      <a:pt x="859" y="1271"/>
                      <a:pt x="855" y="1272"/>
                      <a:pt x="853" y="1271"/>
                    </a:cubicBezTo>
                    <a:cubicBezTo>
                      <a:pt x="852" y="1271"/>
                      <a:pt x="850" y="1270"/>
                      <a:pt x="849" y="1270"/>
                    </a:cubicBezTo>
                    <a:cubicBezTo>
                      <a:pt x="847" y="1270"/>
                      <a:pt x="846" y="1269"/>
                      <a:pt x="844" y="1267"/>
                    </a:cubicBezTo>
                    <a:cubicBezTo>
                      <a:pt x="843" y="1266"/>
                      <a:pt x="842" y="1265"/>
                      <a:pt x="841" y="1264"/>
                    </a:cubicBezTo>
                    <a:cubicBezTo>
                      <a:pt x="839" y="1262"/>
                      <a:pt x="838" y="1261"/>
                      <a:pt x="836" y="1259"/>
                    </a:cubicBezTo>
                    <a:cubicBezTo>
                      <a:pt x="834" y="1258"/>
                      <a:pt x="832" y="1258"/>
                      <a:pt x="831" y="1257"/>
                    </a:cubicBezTo>
                    <a:cubicBezTo>
                      <a:pt x="828" y="1256"/>
                      <a:pt x="826" y="1255"/>
                      <a:pt x="825" y="1253"/>
                    </a:cubicBezTo>
                    <a:cubicBezTo>
                      <a:pt x="823" y="1252"/>
                      <a:pt x="822" y="1251"/>
                      <a:pt x="820" y="1250"/>
                    </a:cubicBezTo>
                    <a:cubicBezTo>
                      <a:pt x="817" y="1248"/>
                      <a:pt x="815" y="1246"/>
                      <a:pt x="813" y="1243"/>
                    </a:cubicBezTo>
                    <a:cubicBezTo>
                      <a:pt x="812" y="1241"/>
                      <a:pt x="811" y="1239"/>
                      <a:pt x="810" y="1237"/>
                    </a:cubicBezTo>
                    <a:cubicBezTo>
                      <a:pt x="810" y="1235"/>
                      <a:pt x="810" y="1233"/>
                      <a:pt x="810" y="1230"/>
                    </a:cubicBezTo>
                    <a:cubicBezTo>
                      <a:pt x="810" y="1229"/>
                      <a:pt x="809" y="1227"/>
                      <a:pt x="809" y="1226"/>
                    </a:cubicBezTo>
                    <a:cubicBezTo>
                      <a:pt x="809" y="1225"/>
                      <a:pt x="809" y="1224"/>
                      <a:pt x="809" y="1223"/>
                    </a:cubicBezTo>
                    <a:cubicBezTo>
                      <a:pt x="809" y="1220"/>
                      <a:pt x="808" y="1218"/>
                      <a:pt x="807" y="1215"/>
                    </a:cubicBezTo>
                    <a:cubicBezTo>
                      <a:pt x="805" y="1212"/>
                      <a:pt x="804" y="1208"/>
                      <a:pt x="801" y="1205"/>
                    </a:cubicBezTo>
                    <a:cubicBezTo>
                      <a:pt x="800" y="1203"/>
                      <a:pt x="798" y="1202"/>
                      <a:pt x="796" y="1201"/>
                    </a:cubicBezTo>
                    <a:cubicBezTo>
                      <a:pt x="795" y="1200"/>
                      <a:pt x="794" y="1200"/>
                      <a:pt x="793" y="1199"/>
                    </a:cubicBezTo>
                    <a:cubicBezTo>
                      <a:pt x="793" y="1198"/>
                      <a:pt x="792" y="1197"/>
                      <a:pt x="791" y="1196"/>
                    </a:cubicBezTo>
                    <a:cubicBezTo>
                      <a:pt x="791" y="1195"/>
                      <a:pt x="791" y="1193"/>
                      <a:pt x="790" y="1192"/>
                    </a:cubicBezTo>
                    <a:cubicBezTo>
                      <a:pt x="789" y="1190"/>
                      <a:pt x="786" y="1189"/>
                      <a:pt x="785" y="1188"/>
                    </a:cubicBezTo>
                    <a:cubicBezTo>
                      <a:pt x="784" y="1187"/>
                      <a:pt x="783" y="1185"/>
                      <a:pt x="783" y="1184"/>
                    </a:cubicBezTo>
                    <a:cubicBezTo>
                      <a:pt x="782" y="1182"/>
                      <a:pt x="780" y="1180"/>
                      <a:pt x="780" y="1179"/>
                    </a:cubicBezTo>
                    <a:cubicBezTo>
                      <a:pt x="781" y="1179"/>
                      <a:pt x="784" y="1183"/>
                      <a:pt x="785" y="1182"/>
                    </a:cubicBezTo>
                    <a:cubicBezTo>
                      <a:pt x="785" y="1181"/>
                      <a:pt x="785" y="1179"/>
                      <a:pt x="785" y="1178"/>
                    </a:cubicBezTo>
                    <a:cubicBezTo>
                      <a:pt x="785" y="1177"/>
                      <a:pt x="786" y="1177"/>
                      <a:pt x="787" y="1177"/>
                    </a:cubicBezTo>
                    <a:cubicBezTo>
                      <a:pt x="788" y="1178"/>
                      <a:pt x="789" y="1179"/>
                      <a:pt x="789" y="1179"/>
                    </a:cubicBezTo>
                    <a:cubicBezTo>
                      <a:pt x="790" y="1181"/>
                      <a:pt x="790" y="1182"/>
                      <a:pt x="791" y="1184"/>
                    </a:cubicBezTo>
                    <a:cubicBezTo>
                      <a:pt x="792" y="1186"/>
                      <a:pt x="794" y="1187"/>
                      <a:pt x="796" y="1189"/>
                    </a:cubicBezTo>
                    <a:cubicBezTo>
                      <a:pt x="798" y="1190"/>
                      <a:pt x="800" y="1190"/>
                      <a:pt x="802" y="1191"/>
                    </a:cubicBezTo>
                    <a:cubicBezTo>
                      <a:pt x="804" y="1192"/>
                      <a:pt x="805" y="1192"/>
                      <a:pt x="807" y="1191"/>
                    </a:cubicBezTo>
                    <a:cubicBezTo>
                      <a:pt x="808" y="1190"/>
                      <a:pt x="811" y="1189"/>
                      <a:pt x="812" y="1190"/>
                    </a:cubicBezTo>
                    <a:cubicBezTo>
                      <a:pt x="814" y="1191"/>
                      <a:pt x="809" y="1194"/>
                      <a:pt x="808" y="1194"/>
                    </a:cubicBezTo>
                    <a:cubicBezTo>
                      <a:pt x="807" y="1195"/>
                      <a:pt x="806" y="1195"/>
                      <a:pt x="805" y="1194"/>
                    </a:cubicBezTo>
                    <a:cubicBezTo>
                      <a:pt x="804" y="1194"/>
                      <a:pt x="803" y="1195"/>
                      <a:pt x="802" y="1195"/>
                    </a:cubicBezTo>
                    <a:cubicBezTo>
                      <a:pt x="800" y="1195"/>
                      <a:pt x="798" y="1193"/>
                      <a:pt x="797" y="1193"/>
                    </a:cubicBezTo>
                    <a:cubicBezTo>
                      <a:pt x="796" y="1196"/>
                      <a:pt x="800" y="1198"/>
                      <a:pt x="801" y="1200"/>
                    </a:cubicBezTo>
                    <a:cubicBezTo>
                      <a:pt x="803" y="1202"/>
                      <a:pt x="804" y="1204"/>
                      <a:pt x="806" y="1207"/>
                    </a:cubicBezTo>
                    <a:cubicBezTo>
                      <a:pt x="809" y="1211"/>
                      <a:pt x="812" y="1215"/>
                      <a:pt x="812" y="1221"/>
                    </a:cubicBezTo>
                    <a:cubicBezTo>
                      <a:pt x="812" y="1224"/>
                      <a:pt x="812" y="1226"/>
                      <a:pt x="812" y="1229"/>
                    </a:cubicBezTo>
                    <a:cubicBezTo>
                      <a:pt x="812" y="1232"/>
                      <a:pt x="813" y="1234"/>
                      <a:pt x="814" y="1236"/>
                    </a:cubicBezTo>
                    <a:cubicBezTo>
                      <a:pt x="815" y="1239"/>
                      <a:pt x="816" y="1241"/>
                      <a:pt x="818" y="1244"/>
                    </a:cubicBezTo>
                    <a:cubicBezTo>
                      <a:pt x="820" y="1246"/>
                      <a:pt x="822" y="1248"/>
                      <a:pt x="825" y="1250"/>
                    </a:cubicBezTo>
                    <a:cubicBezTo>
                      <a:pt x="830" y="1254"/>
                      <a:pt x="835" y="1256"/>
                      <a:pt x="840" y="1260"/>
                    </a:cubicBezTo>
                    <a:cubicBezTo>
                      <a:pt x="841" y="1262"/>
                      <a:pt x="843" y="1263"/>
                      <a:pt x="845" y="1264"/>
                    </a:cubicBezTo>
                    <a:cubicBezTo>
                      <a:pt x="848" y="1265"/>
                      <a:pt x="850" y="1266"/>
                      <a:pt x="853" y="1267"/>
                    </a:cubicBezTo>
                    <a:cubicBezTo>
                      <a:pt x="855" y="1268"/>
                      <a:pt x="858" y="1268"/>
                      <a:pt x="860" y="1268"/>
                    </a:cubicBezTo>
                    <a:cubicBezTo>
                      <a:pt x="862" y="1269"/>
                      <a:pt x="863" y="1271"/>
                      <a:pt x="864" y="1271"/>
                    </a:cubicBezTo>
                    <a:cubicBezTo>
                      <a:pt x="867" y="1273"/>
                      <a:pt x="870" y="1272"/>
                      <a:pt x="872" y="1272"/>
                    </a:cubicBezTo>
                    <a:cubicBezTo>
                      <a:pt x="874" y="1272"/>
                      <a:pt x="877" y="1271"/>
                      <a:pt x="878" y="1273"/>
                    </a:cubicBezTo>
                    <a:cubicBezTo>
                      <a:pt x="880" y="1275"/>
                      <a:pt x="879" y="1279"/>
                      <a:pt x="879" y="1281"/>
                    </a:cubicBezTo>
                    <a:cubicBezTo>
                      <a:pt x="879" y="1284"/>
                      <a:pt x="879" y="1286"/>
                      <a:pt x="879" y="1288"/>
                    </a:cubicBezTo>
                    <a:cubicBezTo>
                      <a:pt x="879" y="1292"/>
                      <a:pt x="880" y="1295"/>
                      <a:pt x="882" y="1298"/>
                    </a:cubicBezTo>
                    <a:cubicBezTo>
                      <a:pt x="883" y="1301"/>
                      <a:pt x="887" y="1302"/>
                      <a:pt x="887" y="1305"/>
                    </a:cubicBezTo>
                    <a:cubicBezTo>
                      <a:pt x="887" y="1306"/>
                      <a:pt x="887" y="1307"/>
                      <a:pt x="887" y="1308"/>
                    </a:cubicBezTo>
                    <a:cubicBezTo>
                      <a:pt x="887" y="1309"/>
                      <a:pt x="887" y="1310"/>
                      <a:pt x="887" y="1311"/>
                    </a:cubicBezTo>
                    <a:cubicBezTo>
                      <a:pt x="886" y="1312"/>
                      <a:pt x="885" y="1312"/>
                      <a:pt x="885" y="1312"/>
                    </a:cubicBezTo>
                    <a:cubicBezTo>
                      <a:pt x="883" y="1313"/>
                      <a:pt x="883" y="1315"/>
                      <a:pt x="883" y="1317"/>
                    </a:cubicBezTo>
                    <a:cubicBezTo>
                      <a:pt x="883" y="1319"/>
                      <a:pt x="883" y="1320"/>
                      <a:pt x="884" y="1322"/>
                    </a:cubicBezTo>
                    <a:cubicBezTo>
                      <a:pt x="885" y="1324"/>
                      <a:pt x="885" y="1326"/>
                      <a:pt x="885" y="1328"/>
                    </a:cubicBezTo>
                    <a:cubicBezTo>
                      <a:pt x="884" y="1330"/>
                      <a:pt x="883" y="1331"/>
                      <a:pt x="881" y="1331"/>
                    </a:cubicBezTo>
                    <a:cubicBezTo>
                      <a:pt x="879" y="1332"/>
                      <a:pt x="877" y="1333"/>
                      <a:pt x="876" y="1334"/>
                    </a:cubicBezTo>
                    <a:cubicBezTo>
                      <a:pt x="876" y="1336"/>
                      <a:pt x="876" y="1338"/>
                      <a:pt x="876" y="1340"/>
                    </a:cubicBezTo>
                    <a:cubicBezTo>
                      <a:pt x="876" y="1343"/>
                      <a:pt x="876" y="1346"/>
                      <a:pt x="876" y="1349"/>
                    </a:cubicBezTo>
                    <a:cubicBezTo>
                      <a:pt x="877" y="1352"/>
                      <a:pt x="877" y="1354"/>
                      <a:pt x="877" y="1357"/>
                    </a:cubicBezTo>
                    <a:cubicBezTo>
                      <a:pt x="877" y="1359"/>
                      <a:pt x="877" y="1361"/>
                      <a:pt x="877" y="1363"/>
                    </a:cubicBezTo>
                    <a:cubicBezTo>
                      <a:pt x="877" y="1366"/>
                      <a:pt x="878" y="1369"/>
                      <a:pt x="878" y="1371"/>
                    </a:cubicBezTo>
                    <a:cubicBezTo>
                      <a:pt x="879" y="1373"/>
                      <a:pt x="879" y="1376"/>
                      <a:pt x="880" y="1378"/>
                    </a:cubicBezTo>
                    <a:cubicBezTo>
                      <a:pt x="882" y="1380"/>
                      <a:pt x="884" y="1380"/>
                      <a:pt x="884" y="1383"/>
                    </a:cubicBezTo>
                    <a:cubicBezTo>
                      <a:pt x="885" y="1385"/>
                      <a:pt x="885" y="1389"/>
                      <a:pt x="884" y="1390"/>
                    </a:cubicBezTo>
                    <a:cubicBezTo>
                      <a:pt x="882" y="1391"/>
                      <a:pt x="879" y="1391"/>
                      <a:pt x="877" y="1391"/>
                    </a:cubicBezTo>
                    <a:cubicBezTo>
                      <a:pt x="875" y="1391"/>
                      <a:pt x="873" y="1390"/>
                      <a:pt x="872" y="1391"/>
                    </a:cubicBezTo>
                    <a:cubicBezTo>
                      <a:pt x="871" y="1392"/>
                      <a:pt x="870" y="1393"/>
                      <a:pt x="870" y="1394"/>
                    </a:cubicBezTo>
                    <a:cubicBezTo>
                      <a:pt x="870" y="1395"/>
                      <a:pt x="870" y="1396"/>
                      <a:pt x="870" y="1397"/>
                    </a:cubicBezTo>
                    <a:cubicBezTo>
                      <a:pt x="869" y="1397"/>
                      <a:pt x="868" y="1397"/>
                      <a:pt x="868" y="1398"/>
                    </a:cubicBezTo>
                    <a:cubicBezTo>
                      <a:pt x="868" y="1399"/>
                      <a:pt x="868" y="1400"/>
                      <a:pt x="868" y="1401"/>
                    </a:cubicBezTo>
                    <a:cubicBezTo>
                      <a:pt x="868" y="1403"/>
                      <a:pt x="868" y="1405"/>
                      <a:pt x="867" y="1407"/>
                    </a:cubicBezTo>
                    <a:cubicBezTo>
                      <a:pt x="867" y="1408"/>
                      <a:pt x="867" y="1409"/>
                      <a:pt x="866" y="1410"/>
                    </a:cubicBezTo>
                    <a:cubicBezTo>
                      <a:pt x="865" y="1411"/>
                      <a:pt x="864" y="1410"/>
                      <a:pt x="863" y="1411"/>
                    </a:cubicBezTo>
                    <a:cubicBezTo>
                      <a:pt x="862" y="1412"/>
                      <a:pt x="862" y="1413"/>
                      <a:pt x="862" y="1415"/>
                    </a:cubicBezTo>
                    <a:cubicBezTo>
                      <a:pt x="862" y="1415"/>
                      <a:pt x="861" y="1417"/>
                      <a:pt x="861" y="1417"/>
                    </a:cubicBezTo>
                    <a:cubicBezTo>
                      <a:pt x="860" y="1418"/>
                      <a:pt x="860" y="1418"/>
                      <a:pt x="859" y="1418"/>
                    </a:cubicBezTo>
                    <a:cubicBezTo>
                      <a:pt x="858" y="1418"/>
                      <a:pt x="857" y="1418"/>
                      <a:pt x="856" y="1418"/>
                    </a:cubicBezTo>
                    <a:cubicBezTo>
                      <a:pt x="856" y="1419"/>
                      <a:pt x="856" y="1421"/>
                      <a:pt x="856" y="1422"/>
                    </a:cubicBezTo>
                    <a:cubicBezTo>
                      <a:pt x="855" y="1424"/>
                      <a:pt x="855" y="1426"/>
                      <a:pt x="855" y="1429"/>
                    </a:cubicBezTo>
                    <a:cubicBezTo>
                      <a:pt x="854" y="1431"/>
                      <a:pt x="855" y="1434"/>
                      <a:pt x="855" y="1436"/>
                    </a:cubicBezTo>
                    <a:cubicBezTo>
                      <a:pt x="854" y="1440"/>
                      <a:pt x="853" y="1443"/>
                      <a:pt x="851" y="1445"/>
                    </a:cubicBezTo>
                    <a:cubicBezTo>
                      <a:pt x="848" y="1447"/>
                      <a:pt x="845" y="1447"/>
                      <a:pt x="842" y="1446"/>
                    </a:cubicBezTo>
                    <a:cubicBezTo>
                      <a:pt x="836" y="1444"/>
                      <a:pt x="831" y="1442"/>
                      <a:pt x="825" y="1440"/>
                    </a:cubicBezTo>
                    <a:cubicBezTo>
                      <a:pt x="822" y="1439"/>
                      <a:pt x="819" y="1438"/>
                      <a:pt x="816" y="1440"/>
                    </a:cubicBezTo>
                    <a:cubicBezTo>
                      <a:pt x="813" y="1441"/>
                      <a:pt x="813" y="1444"/>
                      <a:pt x="814" y="1446"/>
                    </a:cubicBezTo>
                    <a:cubicBezTo>
                      <a:pt x="816" y="1449"/>
                      <a:pt x="818" y="1451"/>
                      <a:pt x="820" y="1454"/>
                    </a:cubicBezTo>
                    <a:cubicBezTo>
                      <a:pt x="822" y="1458"/>
                      <a:pt x="822" y="1461"/>
                      <a:pt x="822" y="1465"/>
                    </a:cubicBezTo>
                    <a:cubicBezTo>
                      <a:pt x="822" y="1471"/>
                      <a:pt x="822" y="1478"/>
                      <a:pt x="824" y="1484"/>
                    </a:cubicBezTo>
                    <a:cubicBezTo>
                      <a:pt x="825" y="1487"/>
                      <a:pt x="827" y="1489"/>
                      <a:pt x="828" y="1492"/>
                    </a:cubicBezTo>
                    <a:cubicBezTo>
                      <a:pt x="830" y="1495"/>
                      <a:pt x="831" y="1498"/>
                      <a:pt x="833" y="1500"/>
                    </a:cubicBezTo>
                    <a:cubicBezTo>
                      <a:pt x="835" y="1502"/>
                      <a:pt x="837" y="1504"/>
                      <a:pt x="839" y="1505"/>
                    </a:cubicBezTo>
                    <a:cubicBezTo>
                      <a:pt x="842" y="1507"/>
                      <a:pt x="843" y="1510"/>
                      <a:pt x="845" y="1512"/>
                    </a:cubicBezTo>
                    <a:cubicBezTo>
                      <a:pt x="845" y="1513"/>
                      <a:pt x="845" y="1514"/>
                      <a:pt x="845" y="1514"/>
                    </a:cubicBezTo>
                    <a:cubicBezTo>
                      <a:pt x="846" y="1515"/>
                      <a:pt x="847" y="1515"/>
                      <a:pt x="848" y="1516"/>
                    </a:cubicBezTo>
                    <a:cubicBezTo>
                      <a:pt x="849" y="1516"/>
                      <a:pt x="850" y="1516"/>
                      <a:pt x="852" y="1517"/>
                    </a:cubicBezTo>
                    <a:cubicBezTo>
                      <a:pt x="853" y="1517"/>
                      <a:pt x="854" y="1518"/>
                      <a:pt x="855" y="1520"/>
                    </a:cubicBezTo>
                    <a:cubicBezTo>
                      <a:pt x="856" y="1521"/>
                      <a:pt x="858" y="1521"/>
                      <a:pt x="859" y="1522"/>
                    </a:cubicBezTo>
                    <a:cubicBezTo>
                      <a:pt x="859" y="1523"/>
                      <a:pt x="859" y="1524"/>
                      <a:pt x="860" y="1524"/>
                    </a:cubicBezTo>
                    <a:cubicBezTo>
                      <a:pt x="860" y="1526"/>
                      <a:pt x="861" y="1526"/>
                      <a:pt x="863" y="1525"/>
                    </a:cubicBezTo>
                    <a:cubicBezTo>
                      <a:pt x="863" y="1525"/>
                      <a:pt x="864" y="1525"/>
                      <a:pt x="864" y="1524"/>
                    </a:cubicBezTo>
                    <a:cubicBezTo>
                      <a:pt x="868" y="1524"/>
                      <a:pt x="871" y="1526"/>
                      <a:pt x="874" y="1527"/>
                    </a:cubicBezTo>
                    <a:cubicBezTo>
                      <a:pt x="873" y="1527"/>
                      <a:pt x="873" y="1527"/>
                      <a:pt x="873" y="1528"/>
                    </a:cubicBezTo>
                    <a:cubicBezTo>
                      <a:pt x="874" y="1532"/>
                      <a:pt x="875" y="1536"/>
                      <a:pt x="874" y="1540"/>
                    </a:cubicBezTo>
                    <a:cubicBezTo>
                      <a:pt x="873" y="1544"/>
                      <a:pt x="873" y="1549"/>
                      <a:pt x="875" y="1553"/>
                    </a:cubicBezTo>
                    <a:cubicBezTo>
                      <a:pt x="876" y="1555"/>
                      <a:pt x="878" y="1557"/>
                      <a:pt x="879" y="1560"/>
                    </a:cubicBezTo>
                    <a:cubicBezTo>
                      <a:pt x="880" y="1562"/>
                      <a:pt x="881" y="1564"/>
                      <a:pt x="884" y="1565"/>
                    </a:cubicBezTo>
                    <a:cubicBezTo>
                      <a:pt x="888" y="1567"/>
                      <a:pt x="893" y="1565"/>
                      <a:pt x="898" y="1566"/>
                    </a:cubicBezTo>
                    <a:cubicBezTo>
                      <a:pt x="902" y="1566"/>
                      <a:pt x="905" y="1567"/>
                      <a:pt x="909" y="1567"/>
                    </a:cubicBezTo>
                    <a:cubicBezTo>
                      <a:pt x="912" y="1567"/>
                      <a:pt x="915" y="1567"/>
                      <a:pt x="918" y="1567"/>
                    </a:cubicBezTo>
                    <a:cubicBezTo>
                      <a:pt x="923" y="1567"/>
                      <a:pt x="928" y="1571"/>
                      <a:pt x="932" y="1574"/>
                    </a:cubicBezTo>
                    <a:cubicBezTo>
                      <a:pt x="933" y="1576"/>
                      <a:pt x="935" y="1576"/>
                      <a:pt x="937" y="1578"/>
                    </a:cubicBezTo>
                    <a:cubicBezTo>
                      <a:pt x="939" y="1580"/>
                      <a:pt x="940" y="1582"/>
                      <a:pt x="942" y="1584"/>
                    </a:cubicBezTo>
                    <a:cubicBezTo>
                      <a:pt x="943" y="1586"/>
                      <a:pt x="944" y="1589"/>
                      <a:pt x="946" y="1591"/>
                    </a:cubicBezTo>
                    <a:cubicBezTo>
                      <a:pt x="948" y="1593"/>
                      <a:pt x="949" y="1596"/>
                      <a:pt x="949" y="1599"/>
                    </a:cubicBezTo>
                    <a:cubicBezTo>
                      <a:pt x="949" y="1602"/>
                      <a:pt x="950" y="1605"/>
                      <a:pt x="950" y="1608"/>
                    </a:cubicBezTo>
                    <a:cubicBezTo>
                      <a:pt x="950" y="1611"/>
                      <a:pt x="951" y="1614"/>
                      <a:pt x="953" y="1617"/>
                    </a:cubicBezTo>
                    <a:cubicBezTo>
                      <a:pt x="955" y="1623"/>
                      <a:pt x="955" y="1628"/>
                      <a:pt x="958" y="1633"/>
                    </a:cubicBezTo>
                    <a:cubicBezTo>
                      <a:pt x="959" y="1634"/>
                      <a:pt x="959" y="1635"/>
                      <a:pt x="960" y="1636"/>
                    </a:cubicBezTo>
                    <a:cubicBezTo>
                      <a:pt x="961" y="1636"/>
                      <a:pt x="962" y="1637"/>
                      <a:pt x="963" y="1637"/>
                    </a:cubicBezTo>
                    <a:cubicBezTo>
                      <a:pt x="965" y="1638"/>
                      <a:pt x="967" y="1640"/>
                      <a:pt x="966" y="1642"/>
                    </a:cubicBezTo>
                    <a:cubicBezTo>
                      <a:pt x="966" y="1645"/>
                      <a:pt x="966" y="1648"/>
                      <a:pt x="967" y="1651"/>
                    </a:cubicBezTo>
                    <a:cubicBezTo>
                      <a:pt x="967" y="1652"/>
                      <a:pt x="967" y="1653"/>
                      <a:pt x="968" y="1655"/>
                    </a:cubicBezTo>
                    <a:cubicBezTo>
                      <a:pt x="968" y="1656"/>
                      <a:pt x="968" y="1658"/>
                      <a:pt x="969" y="1659"/>
                    </a:cubicBezTo>
                    <a:cubicBezTo>
                      <a:pt x="971" y="1661"/>
                      <a:pt x="973" y="1654"/>
                      <a:pt x="974" y="1652"/>
                    </a:cubicBezTo>
                    <a:cubicBezTo>
                      <a:pt x="975" y="1650"/>
                      <a:pt x="976" y="1646"/>
                      <a:pt x="979" y="1646"/>
                    </a:cubicBezTo>
                    <a:cubicBezTo>
                      <a:pt x="983" y="1645"/>
                      <a:pt x="985" y="1651"/>
                      <a:pt x="987" y="1654"/>
                    </a:cubicBezTo>
                    <a:cubicBezTo>
                      <a:pt x="987" y="1655"/>
                      <a:pt x="988" y="1656"/>
                      <a:pt x="986" y="1657"/>
                    </a:cubicBezTo>
                    <a:cubicBezTo>
                      <a:pt x="984" y="1657"/>
                      <a:pt x="982" y="1656"/>
                      <a:pt x="980" y="1656"/>
                    </a:cubicBezTo>
                    <a:cubicBezTo>
                      <a:pt x="979" y="1656"/>
                      <a:pt x="977" y="1655"/>
                      <a:pt x="975" y="1656"/>
                    </a:cubicBezTo>
                    <a:cubicBezTo>
                      <a:pt x="974" y="1657"/>
                      <a:pt x="974" y="1658"/>
                      <a:pt x="973" y="1659"/>
                    </a:cubicBezTo>
                    <a:cubicBezTo>
                      <a:pt x="973" y="1660"/>
                      <a:pt x="972" y="1662"/>
                      <a:pt x="972" y="1663"/>
                    </a:cubicBezTo>
                    <a:cubicBezTo>
                      <a:pt x="972" y="1664"/>
                      <a:pt x="974" y="1664"/>
                      <a:pt x="975" y="1665"/>
                    </a:cubicBezTo>
                    <a:cubicBezTo>
                      <a:pt x="977" y="1665"/>
                      <a:pt x="980" y="1664"/>
                      <a:pt x="982" y="1664"/>
                    </a:cubicBezTo>
                    <a:cubicBezTo>
                      <a:pt x="984" y="1664"/>
                      <a:pt x="986" y="1663"/>
                      <a:pt x="987" y="1665"/>
                    </a:cubicBezTo>
                    <a:cubicBezTo>
                      <a:pt x="988" y="1666"/>
                      <a:pt x="989" y="1673"/>
                      <a:pt x="991" y="1672"/>
                    </a:cubicBezTo>
                    <a:cubicBezTo>
                      <a:pt x="992" y="1671"/>
                      <a:pt x="992" y="1668"/>
                      <a:pt x="992" y="1667"/>
                    </a:cubicBezTo>
                    <a:cubicBezTo>
                      <a:pt x="992" y="1666"/>
                      <a:pt x="992" y="1665"/>
                      <a:pt x="994" y="1664"/>
                    </a:cubicBezTo>
                    <a:cubicBezTo>
                      <a:pt x="994" y="1663"/>
                      <a:pt x="995" y="1663"/>
                      <a:pt x="995" y="1662"/>
                    </a:cubicBezTo>
                    <a:cubicBezTo>
                      <a:pt x="996" y="1660"/>
                      <a:pt x="996" y="1659"/>
                      <a:pt x="996" y="1657"/>
                    </a:cubicBezTo>
                    <a:cubicBezTo>
                      <a:pt x="997" y="1654"/>
                      <a:pt x="1001" y="1659"/>
                      <a:pt x="1002" y="1659"/>
                    </a:cubicBezTo>
                    <a:cubicBezTo>
                      <a:pt x="1005" y="1660"/>
                      <a:pt x="1005" y="1655"/>
                      <a:pt x="1006" y="1654"/>
                    </a:cubicBezTo>
                    <a:cubicBezTo>
                      <a:pt x="1007" y="1654"/>
                      <a:pt x="1008" y="1653"/>
                      <a:pt x="1009" y="1653"/>
                    </a:cubicBezTo>
                    <a:cubicBezTo>
                      <a:pt x="1010" y="1652"/>
                      <a:pt x="1010" y="1651"/>
                      <a:pt x="1010" y="1649"/>
                    </a:cubicBezTo>
                    <a:cubicBezTo>
                      <a:pt x="1010" y="1646"/>
                      <a:pt x="1007" y="1648"/>
                      <a:pt x="1005" y="1648"/>
                    </a:cubicBezTo>
                    <a:cubicBezTo>
                      <a:pt x="1001" y="1648"/>
                      <a:pt x="1002" y="1644"/>
                      <a:pt x="1003" y="1642"/>
                    </a:cubicBezTo>
                    <a:cubicBezTo>
                      <a:pt x="1004" y="1640"/>
                      <a:pt x="1006" y="1635"/>
                      <a:pt x="1008" y="1636"/>
                    </a:cubicBezTo>
                    <a:cubicBezTo>
                      <a:pt x="1009" y="1636"/>
                      <a:pt x="1011" y="1639"/>
                      <a:pt x="1011" y="1640"/>
                    </a:cubicBezTo>
                    <a:cubicBezTo>
                      <a:pt x="1013" y="1642"/>
                      <a:pt x="1014" y="1644"/>
                      <a:pt x="1015" y="1646"/>
                    </a:cubicBezTo>
                    <a:cubicBezTo>
                      <a:pt x="1020" y="1651"/>
                      <a:pt x="1026" y="1646"/>
                      <a:pt x="1030" y="1643"/>
                    </a:cubicBezTo>
                    <a:cubicBezTo>
                      <a:pt x="1033" y="1642"/>
                      <a:pt x="1036" y="1641"/>
                      <a:pt x="1036" y="1638"/>
                    </a:cubicBezTo>
                    <a:cubicBezTo>
                      <a:pt x="1035" y="1634"/>
                      <a:pt x="1032" y="1633"/>
                      <a:pt x="1034" y="1629"/>
                    </a:cubicBezTo>
                    <a:cubicBezTo>
                      <a:pt x="1034" y="1628"/>
                      <a:pt x="1035" y="1626"/>
                      <a:pt x="1035" y="1625"/>
                    </a:cubicBezTo>
                    <a:cubicBezTo>
                      <a:pt x="1035" y="1624"/>
                      <a:pt x="1033" y="1624"/>
                      <a:pt x="1032" y="1623"/>
                    </a:cubicBezTo>
                    <a:cubicBezTo>
                      <a:pt x="1031" y="1623"/>
                      <a:pt x="1029" y="1622"/>
                      <a:pt x="1029" y="1621"/>
                    </a:cubicBezTo>
                    <a:cubicBezTo>
                      <a:pt x="1029" y="1620"/>
                      <a:pt x="1030" y="1619"/>
                      <a:pt x="1031" y="1619"/>
                    </a:cubicBezTo>
                    <a:cubicBezTo>
                      <a:pt x="1034" y="1618"/>
                      <a:pt x="1038" y="1620"/>
                      <a:pt x="1041" y="1621"/>
                    </a:cubicBezTo>
                    <a:cubicBezTo>
                      <a:pt x="1043" y="1621"/>
                      <a:pt x="1047" y="1621"/>
                      <a:pt x="1047" y="1618"/>
                    </a:cubicBezTo>
                    <a:cubicBezTo>
                      <a:pt x="1048" y="1615"/>
                      <a:pt x="1046" y="1611"/>
                      <a:pt x="1043" y="1609"/>
                    </a:cubicBezTo>
                    <a:cubicBezTo>
                      <a:pt x="1042" y="1607"/>
                      <a:pt x="1040" y="1607"/>
                      <a:pt x="1037" y="1607"/>
                    </a:cubicBezTo>
                    <a:cubicBezTo>
                      <a:pt x="1036" y="1607"/>
                      <a:pt x="1034" y="1608"/>
                      <a:pt x="1032" y="1608"/>
                    </a:cubicBezTo>
                    <a:cubicBezTo>
                      <a:pt x="1030" y="1607"/>
                      <a:pt x="1029" y="1605"/>
                      <a:pt x="1027" y="1605"/>
                    </a:cubicBezTo>
                    <a:cubicBezTo>
                      <a:pt x="1026" y="1604"/>
                      <a:pt x="1025" y="1605"/>
                      <a:pt x="1023" y="1605"/>
                    </a:cubicBezTo>
                    <a:cubicBezTo>
                      <a:pt x="1022" y="1605"/>
                      <a:pt x="1020" y="1605"/>
                      <a:pt x="1018" y="1606"/>
                    </a:cubicBezTo>
                    <a:cubicBezTo>
                      <a:pt x="1017" y="1606"/>
                      <a:pt x="1016" y="1607"/>
                      <a:pt x="1015" y="1608"/>
                    </a:cubicBezTo>
                    <a:cubicBezTo>
                      <a:pt x="1014" y="1609"/>
                      <a:pt x="1014" y="1610"/>
                      <a:pt x="1013" y="1610"/>
                    </a:cubicBezTo>
                    <a:cubicBezTo>
                      <a:pt x="1012" y="1610"/>
                      <a:pt x="1011" y="1608"/>
                      <a:pt x="1011" y="1608"/>
                    </a:cubicBezTo>
                    <a:cubicBezTo>
                      <a:pt x="1010" y="1607"/>
                      <a:pt x="1009" y="1607"/>
                      <a:pt x="1008" y="1607"/>
                    </a:cubicBezTo>
                    <a:cubicBezTo>
                      <a:pt x="1006" y="1607"/>
                      <a:pt x="1001" y="1606"/>
                      <a:pt x="1001" y="1602"/>
                    </a:cubicBezTo>
                    <a:cubicBezTo>
                      <a:pt x="1002" y="1601"/>
                      <a:pt x="1004" y="1600"/>
                      <a:pt x="1006" y="1600"/>
                    </a:cubicBezTo>
                    <a:cubicBezTo>
                      <a:pt x="1008" y="1600"/>
                      <a:pt x="1010" y="1599"/>
                      <a:pt x="1012" y="1599"/>
                    </a:cubicBezTo>
                    <a:cubicBezTo>
                      <a:pt x="1014" y="1598"/>
                      <a:pt x="1015" y="1597"/>
                      <a:pt x="1017" y="1597"/>
                    </a:cubicBezTo>
                    <a:cubicBezTo>
                      <a:pt x="1019" y="1597"/>
                      <a:pt x="1021" y="1598"/>
                      <a:pt x="1023" y="1598"/>
                    </a:cubicBezTo>
                    <a:cubicBezTo>
                      <a:pt x="1024" y="1599"/>
                      <a:pt x="1024" y="1598"/>
                      <a:pt x="1023" y="1596"/>
                    </a:cubicBezTo>
                    <a:cubicBezTo>
                      <a:pt x="1023" y="1595"/>
                      <a:pt x="1022" y="1593"/>
                      <a:pt x="1022" y="1591"/>
                    </a:cubicBezTo>
                    <a:cubicBezTo>
                      <a:pt x="1023" y="1588"/>
                      <a:pt x="1028" y="1594"/>
                      <a:pt x="1030" y="1595"/>
                    </a:cubicBezTo>
                    <a:cubicBezTo>
                      <a:pt x="1031" y="1595"/>
                      <a:pt x="1031" y="1592"/>
                      <a:pt x="1032" y="1592"/>
                    </a:cubicBezTo>
                    <a:cubicBezTo>
                      <a:pt x="1032" y="1590"/>
                      <a:pt x="1033" y="1588"/>
                      <a:pt x="1035" y="1587"/>
                    </a:cubicBezTo>
                    <a:cubicBezTo>
                      <a:pt x="1036" y="1586"/>
                      <a:pt x="1037" y="1585"/>
                      <a:pt x="1036" y="1584"/>
                    </a:cubicBezTo>
                    <a:cubicBezTo>
                      <a:pt x="1036" y="1580"/>
                      <a:pt x="1037" y="1576"/>
                      <a:pt x="1038" y="1573"/>
                    </a:cubicBezTo>
                    <a:cubicBezTo>
                      <a:pt x="1038" y="1571"/>
                      <a:pt x="1039" y="1565"/>
                      <a:pt x="1042" y="1566"/>
                    </a:cubicBezTo>
                    <a:cubicBezTo>
                      <a:pt x="1043" y="1567"/>
                      <a:pt x="1042" y="1569"/>
                      <a:pt x="1044" y="1570"/>
                    </a:cubicBezTo>
                    <a:cubicBezTo>
                      <a:pt x="1045" y="1570"/>
                      <a:pt x="1046" y="1568"/>
                      <a:pt x="1046" y="1567"/>
                    </a:cubicBezTo>
                    <a:cubicBezTo>
                      <a:pt x="1047" y="1565"/>
                      <a:pt x="1048" y="1563"/>
                      <a:pt x="1048" y="1561"/>
                    </a:cubicBezTo>
                    <a:cubicBezTo>
                      <a:pt x="1048" y="1560"/>
                      <a:pt x="1048" y="1558"/>
                      <a:pt x="1050" y="1557"/>
                    </a:cubicBezTo>
                    <a:cubicBezTo>
                      <a:pt x="1051" y="1557"/>
                      <a:pt x="1054" y="1556"/>
                      <a:pt x="1056" y="1557"/>
                    </a:cubicBezTo>
                    <a:cubicBezTo>
                      <a:pt x="1057" y="1557"/>
                      <a:pt x="1058" y="1558"/>
                      <a:pt x="1060" y="1557"/>
                    </a:cubicBezTo>
                    <a:cubicBezTo>
                      <a:pt x="1061" y="1557"/>
                      <a:pt x="1061" y="1555"/>
                      <a:pt x="1061" y="1553"/>
                    </a:cubicBezTo>
                    <a:cubicBezTo>
                      <a:pt x="1060" y="1553"/>
                      <a:pt x="1060" y="1552"/>
                      <a:pt x="1059" y="1552"/>
                    </a:cubicBezTo>
                    <a:cubicBezTo>
                      <a:pt x="1059" y="1551"/>
                      <a:pt x="1059" y="1550"/>
                      <a:pt x="1059" y="1549"/>
                    </a:cubicBezTo>
                    <a:cubicBezTo>
                      <a:pt x="1059" y="1548"/>
                      <a:pt x="1058" y="1546"/>
                      <a:pt x="1060" y="1545"/>
                    </a:cubicBezTo>
                    <a:cubicBezTo>
                      <a:pt x="1061" y="1545"/>
                      <a:pt x="1062" y="1546"/>
                      <a:pt x="1062" y="1546"/>
                    </a:cubicBezTo>
                    <a:cubicBezTo>
                      <a:pt x="1063" y="1546"/>
                      <a:pt x="1064" y="1545"/>
                      <a:pt x="1065" y="1546"/>
                    </a:cubicBezTo>
                    <a:cubicBezTo>
                      <a:pt x="1067" y="1547"/>
                      <a:pt x="1063" y="1552"/>
                      <a:pt x="1065" y="1554"/>
                    </a:cubicBezTo>
                    <a:cubicBezTo>
                      <a:pt x="1068" y="1555"/>
                      <a:pt x="1072" y="1555"/>
                      <a:pt x="1074" y="1554"/>
                    </a:cubicBezTo>
                    <a:cubicBezTo>
                      <a:pt x="1075" y="1553"/>
                      <a:pt x="1076" y="1552"/>
                      <a:pt x="1078" y="1552"/>
                    </a:cubicBezTo>
                    <a:cubicBezTo>
                      <a:pt x="1079" y="1552"/>
                      <a:pt x="1080" y="1551"/>
                      <a:pt x="1080" y="1549"/>
                    </a:cubicBezTo>
                    <a:cubicBezTo>
                      <a:pt x="1080" y="1547"/>
                      <a:pt x="1079" y="1546"/>
                      <a:pt x="1078" y="1545"/>
                    </a:cubicBezTo>
                    <a:cubicBezTo>
                      <a:pt x="1077" y="1543"/>
                      <a:pt x="1076" y="1541"/>
                      <a:pt x="1075" y="1540"/>
                    </a:cubicBezTo>
                    <a:cubicBezTo>
                      <a:pt x="1075" y="1538"/>
                      <a:pt x="1073" y="1536"/>
                      <a:pt x="1074" y="1535"/>
                    </a:cubicBezTo>
                    <a:cubicBezTo>
                      <a:pt x="1075" y="1534"/>
                      <a:pt x="1077" y="1535"/>
                      <a:pt x="1079" y="1535"/>
                    </a:cubicBezTo>
                    <a:cubicBezTo>
                      <a:pt x="1079" y="1533"/>
                      <a:pt x="1080" y="1530"/>
                      <a:pt x="1082" y="1532"/>
                    </a:cubicBezTo>
                    <a:cubicBezTo>
                      <a:pt x="1084" y="1534"/>
                      <a:pt x="1084" y="1537"/>
                      <a:pt x="1086" y="1539"/>
                    </a:cubicBezTo>
                    <a:cubicBezTo>
                      <a:pt x="1089" y="1542"/>
                      <a:pt x="1093" y="1541"/>
                      <a:pt x="1095" y="1543"/>
                    </a:cubicBezTo>
                    <a:cubicBezTo>
                      <a:pt x="1096" y="1544"/>
                      <a:pt x="1096" y="1546"/>
                      <a:pt x="1097" y="1547"/>
                    </a:cubicBezTo>
                    <a:cubicBezTo>
                      <a:pt x="1098" y="1548"/>
                      <a:pt x="1099" y="1549"/>
                      <a:pt x="1101" y="1550"/>
                    </a:cubicBezTo>
                    <a:cubicBezTo>
                      <a:pt x="1103" y="1551"/>
                      <a:pt x="1105" y="1551"/>
                      <a:pt x="1105" y="1548"/>
                    </a:cubicBezTo>
                    <a:cubicBezTo>
                      <a:pt x="1106" y="1547"/>
                      <a:pt x="1105" y="1547"/>
                      <a:pt x="1107" y="1546"/>
                    </a:cubicBezTo>
                    <a:cubicBezTo>
                      <a:pt x="1108" y="1546"/>
                      <a:pt x="1109" y="1546"/>
                      <a:pt x="1109" y="1545"/>
                    </a:cubicBezTo>
                    <a:cubicBezTo>
                      <a:pt x="1112" y="1543"/>
                      <a:pt x="1111" y="1540"/>
                      <a:pt x="1109" y="1539"/>
                    </a:cubicBezTo>
                    <a:cubicBezTo>
                      <a:pt x="1107" y="1538"/>
                      <a:pt x="1106" y="1538"/>
                      <a:pt x="1105" y="1537"/>
                    </a:cubicBezTo>
                    <a:cubicBezTo>
                      <a:pt x="1104" y="1536"/>
                      <a:pt x="1104" y="1534"/>
                      <a:pt x="1104" y="1532"/>
                    </a:cubicBezTo>
                    <a:cubicBezTo>
                      <a:pt x="1104" y="1531"/>
                      <a:pt x="1105" y="1530"/>
                      <a:pt x="1106" y="1530"/>
                    </a:cubicBezTo>
                    <a:cubicBezTo>
                      <a:pt x="1107" y="1530"/>
                      <a:pt x="1108" y="1532"/>
                      <a:pt x="1109" y="1533"/>
                    </a:cubicBezTo>
                    <a:cubicBezTo>
                      <a:pt x="1110" y="1535"/>
                      <a:pt x="1111" y="1535"/>
                      <a:pt x="1112" y="1533"/>
                    </a:cubicBezTo>
                    <a:cubicBezTo>
                      <a:pt x="1115" y="1531"/>
                      <a:pt x="1113" y="1526"/>
                      <a:pt x="1115" y="1524"/>
                    </a:cubicBezTo>
                    <a:cubicBezTo>
                      <a:pt x="1116" y="1522"/>
                      <a:pt x="1118" y="1522"/>
                      <a:pt x="1120" y="1521"/>
                    </a:cubicBezTo>
                    <a:cubicBezTo>
                      <a:pt x="1123" y="1520"/>
                      <a:pt x="1125" y="1518"/>
                      <a:pt x="1127" y="1514"/>
                    </a:cubicBezTo>
                    <a:cubicBezTo>
                      <a:pt x="1129" y="1510"/>
                      <a:pt x="1129" y="1505"/>
                      <a:pt x="1129" y="1501"/>
                    </a:cubicBezTo>
                    <a:cubicBezTo>
                      <a:pt x="1130" y="1497"/>
                      <a:pt x="1130" y="1493"/>
                      <a:pt x="1130" y="1489"/>
                    </a:cubicBezTo>
                    <a:cubicBezTo>
                      <a:pt x="1130" y="1487"/>
                      <a:pt x="1128" y="1482"/>
                      <a:pt x="1132" y="1482"/>
                    </a:cubicBezTo>
                    <a:cubicBezTo>
                      <a:pt x="1135" y="1481"/>
                      <a:pt x="1138" y="1484"/>
                      <a:pt x="1141" y="1484"/>
                    </a:cubicBezTo>
                    <a:cubicBezTo>
                      <a:pt x="1145" y="1483"/>
                      <a:pt x="1141" y="1477"/>
                      <a:pt x="1140" y="1476"/>
                    </a:cubicBezTo>
                    <a:cubicBezTo>
                      <a:pt x="1139" y="1475"/>
                      <a:pt x="1137" y="1474"/>
                      <a:pt x="1137" y="1472"/>
                    </a:cubicBezTo>
                    <a:cubicBezTo>
                      <a:pt x="1137" y="1471"/>
                      <a:pt x="1139" y="1470"/>
                      <a:pt x="1140" y="1470"/>
                    </a:cubicBezTo>
                    <a:cubicBezTo>
                      <a:pt x="1141" y="1470"/>
                      <a:pt x="1142" y="1472"/>
                      <a:pt x="1143" y="1473"/>
                    </a:cubicBezTo>
                    <a:cubicBezTo>
                      <a:pt x="1144" y="1474"/>
                      <a:pt x="1145" y="1477"/>
                      <a:pt x="1147" y="1478"/>
                    </a:cubicBezTo>
                    <a:cubicBezTo>
                      <a:pt x="1150" y="1480"/>
                      <a:pt x="1151" y="1477"/>
                      <a:pt x="1153" y="1476"/>
                    </a:cubicBezTo>
                    <a:cubicBezTo>
                      <a:pt x="1155" y="1475"/>
                      <a:pt x="1156" y="1475"/>
                      <a:pt x="1157" y="1474"/>
                    </a:cubicBezTo>
                    <a:cubicBezTo>
                      <a:pt x="1158" y="1472"/>
                      <a:pt x="1157" y="1470"/>
                      <a:pt x="1156" y="1469"/>
                    </a:cubicBezTo>
                    <a:cubicBezTo>
                      <a:pt x="1153" y="1465"/>
                      <a:pt x="1150" y="1463"/>
                      <a:pt x="1148" y="1459"/>
                    </a:cubicBezTo>
                    <a:cubicBezTo>
                      <a:pt x="1147" y="1457"/>
                      <a:pt x="1144" y="1452"/>
                      <a:pt x="1147" y="1450"/>
                    </a:cubicBezTo>
                    <a:cubicBezTo>
                      <a:pt x="1151" y="1448"/>
                      <a:pt x="1153" y="1453"/>
                      <a:pt x="1155" y="1456"/>
                    </a:cubicBezTo>
                    <a:cubicBezTo>
                      <a:pt x="1157" y="1459"/>
                      <a:pt x="1159" y="1460"/>
                      <a:pt x="1163" y="1462"/>
                    </a:cubicBezTo>
                    <a:cubicBezTo>
                      <a:pt x="1165" y="1463"/>
                      <a:pt x="1168" y="1467"/>
                      <a:pt x="1169" y="1469"/>
                    </a:cubicBezTo>
                    <a:cubicBezTo>
                      <a:pt x="1171" y="1472"/>
                      <a:pt x="1170" y="1476"/>
                      <a:pt x="1172" y="1479"/>
                    </a:cubicBezTo>
                    <a:cubicBezTo>
                      <a:pt x="1173" y="1481"/>
                      <a:pt x="1176" y="1485"/>
                      <a:pt x="1179" y="1486"/>
                    </a:cubicBezTo>
                    <a:cubicBezTo>
                      <a:pt x="1182" y="1486"/>
                      <a:pt x="1184" y="1483"/>
                      <a:pt x="1186" y="1481"/>
                    </a:cubicBezTo>
                    <a:cubicBezTo>
                      <a:pt x="1188" y="1479"/>
                      <a:pt x="1191" y="1477"/>
                      <a:pt x="1191" y="1474"/>
                    </a:cubicBezTo>
                    <a:cubicBezTo>
                      <a:pt x="1191" y="1473"/>
                      <a:pt x="1191" y="1472"/>
                      <a:pt x="1191" y="1470"/>
                    </a:cubicBezTo>
                    <a:cubicBezTo>
                      <a:pt x="1191" y="1468"/>
                      <a:pt x="1192" y="1466"/>
                      <a:pt x="1192" y="1464"/>
                    </a:cubicBezTo>
                    <a:cubicBezTo>
                      <a:pt x="1191" y="1463"/>
                      <a:pt x="1190" y="1463"/>
                      <a:pt x="1189" y="1462"/>
                    </a:cubicBezTo>
                    <a:cubicBezTo>
                      <a:pt x="1187" y="1461"/>
                      <a:pt x="1187" y="1458"/>
                      <a:pt x="1188" y="1456"/>
                    </a:cubicBezTo>
                    <a:cubicBezTo>
                      <a:pt x="1190" y="1454"/>
                      <a:pt x="1192" y="1453"/>
                      <a:pt x="1193" y="1451"/>
                    </a:cubicBezTo>
                    <a:cubicBezTo>
                      <a:pt x="1195" y="1449"/>
                      <a:pt x="1197" y="1447"/>
                      <a:pt x="1199" y="1445"/>
                    </a:cubicBezTo>
                    <a:cubicBezTo>
                      <a:pt x="1201" y="1443"/>
                      <a:pt x="1202" y="1441"/>
                      <a:pt x="1204" y="1440"/>
                    </a:cubicBezTo>
                    <a:cubicBezTo>
                      <a:pt x="1206" y="1439"/>
                      <a:pt x="1209" y="1439"/>
                      <a:pt x="1211" y="1439"/>
                    </a:cubicBezTo>
                    <a:cubicBezTo>
                      <a:pt x="1213" y="1439"/>
                      <a:pt x="1218" y="1439"/>
                      <a:pt x="1220" y="1438"/>
                    </a:cubicBezTo>
                    <a:cubicBezTo>
                      <a:pt x="1222" y="1436"/>
                      <a:pt x="1218" y="1433"/>
                      <a:pt x="1218" y="1431"/>
                    </a:cubicBezTo>
                    <a:cubicBezTo>
                      <a:pt x="1217" y="1429"/>
                      <a:pt x="1216" y="1426"/>
                      <a:pt x="1216" y="1424"/>
                    </a:cubicBezTo>
                    <a:cubicBezTo>
                      <a:pt x="1216" y="1421"/>
                      <a:pt x="1220" y="1419"/>
                      <a:pt x="1222" y="1418"/>
                    </a:cubicBezTo>
                    <a:cubicBezTo>
                      <a:pt x="1225" y="1418"/>
                      <a:pt x="1226" y="1421"/>
                      <a:pt x="1229" y="1421"/>
                    </a:cubicBezTo>
                    <a:cubicBezTo>
                      <a:pt x="1232" y="1421"/>
                      <a:pt x="1234" y="1418"/>
                      <a:pt x="1236" y="1418"/>
                    </a:cubicBezTo>
                    <a:cubicBezTo>
                      <a:pt x="1239" y="1417"/>
                      <a:pt x="1242" y="1417"/>
                      <a:pt x="1243" y="1414"/>
                    </a:cubicBezTo>
                    <a:cubicBezTo>
                      <a:pt x="1244" y="1412"/>
                      <a:pt x="1244" y="1409"/>
                      <a:pt x="1244" y="1406"/>
                    </a:cubicBezTo>
                    <a:cubicBezTo>
                      <a:pt x="1246" y="1400"/>
                      <a:pt x="1251" y="1396"/>
                      <a:pt x="1250" y="1389"/>
                    </a:cubicBezTo>
                    <a:cubicBezTo>
                      <a:pt x="1249" y="1387"/>
                      <a:pt x="1250" y="1383"/>
                      <a:pt x="1253" y="1385"/>
                    </a:cubicBezTo>
                    <a:cubicBezTo>
                      <a:pt x="1255" y="1387"/>
                      <a:pt x="1255" y="1391"/>
                      <a:pt x="1257" y="1393"/>
                    </a:cubicBezTo>
                    <a:cubicBezTo>
                      <a:pt x="1260" y="1397"/>
                      <a:pt x="1260" y="1399"/>
                      <a:pt x="1260" y="1404"/>
                    </a:cubicBezTo>
                    <a:cubicBezTo>
                      <a:pt x="1259" y="1407"/>
                      <a:pt x="1259" y="1410"/>
                      <a:pt x="1262" y="1413"/>
                    </a:cubicBezTo>
                    <a:cubicBezTo>
                      <a:pt x="1262" y="1414"/>
                      <a:pt x="1263" y="1415"/>
                      <a:pt x="1264" y="1415"/>
                    </a:cubicBezTo>
                    <a:cubicBezTo>
                      <a:pt x="1269" y="1419"/>
                      <a:pt x="1267" y="1405"/>
                      <a:pt x="1267" y="1403"/>
                    </a:cubicBezTo>
                    <a:cubicBezTo>
                      <a:pt x="1267" y="1401"/>
                      <a:pt x="1267" y="1399"/>
                      <a:pt x="1267" y="1397"/>
                    </a:cubicBezTo>
                    <a:cubicBezTo>
                      <a:pt x="1266" y="1396"/>
                      <a:pt x="1265" y="1395"/>
                      <a:pt x="1267" y="1394"/>
                    </a:cubicBezTo>
                    <a:cubicBezTo>
                      <a:pt x="1268" y="1393"/>
                      <a:pt x="1271" y="1394"/>
                      <a:pt x="1272" y="1392"/>
                    </a:cubicBezTo>
                    <a:cubicBezTo>
                      <a:pt x="1273" y="1390"/>
                      <a:pt x="1272" y="1388"/>
                      <a:pt x="1272" y="1386"/>
                    </a:cubicBezTo>
                    <a:cubicBezTo>
                      <a:pt x="1273" y="1384"/>
                      <a:pt x="1275" y="1382"/>
                      <a:pt x="1276" y="1380"/>
                    </a:cubicBezTo>
                    <a:cubicBezTo>
                      <a:pt x="1276" y="1379"/>
                      <a:pt x="1277" y="1377"/>
                      <a:pt x="1278" y="1377"/>
                    </a:cubicBezTo>
                    <a:cubicBezTo>
                      <a:pt x="1280" y="1378"/>
                      <a:pt x="1279" y="1381"/>
                      <a:pt x="1279" y="1382"/>
                    </a:cubicBezTo>
                    <a:cubicBezTo>
                      <a:pt x="1278" y="1384"/>
                      <a:pt x="1276" y="1387"/>
                      <a:pt x="1277" y="1390"/>
                    </a:cubicBezTo>
                    <a:cubicBezTo>
                      <a:pt x="1278" y="1392"/>
                      <a:pt x="1279" y="1392"/>
                      <a:pt x="1280" y="1393"/>
                    </a:cubicBezTo>
                    <a:cubicBezTo>
                      <a:pt x="1281" y="1394"/>
                      <a:pt x="1281" y="1395"/>
                      <a:pt x="1282" y="1397"/>
                    </a:cubicBezTo>
                    <a:cubicBezTo>
                      <a:pt x="1285" y="1396"/>
                      <a:pt x="1283" y="1392"/>
                      <a:pt x="1283" y="1390"/>
                    </a:cubicBezTo>
                    <a:cubicBezTo>
                      <a:pt x="1284" y="1389"/>
                      <a:pt x="1285" y="1388"/>
                      <a:pt x="1285" y="1387"/>
                    </a:cubicBezTo>
                    <a:cubicBezTo>
                      <a:pt x="1284" y="1385"/>
                      <a:pt x="1284" y="1384"/>
                      <a:pt x="1283" y="1383"/>
                    </a:cubicBezTo>
                    <a:cubicBezTo>
                      <a:pt x="1282" y="1381"/>
                      <a:pt x="1284" y="1377"/>
                      <a:pt x="1286" y="1376"/>
                    </a:cubicBezTo>
                    <a:cubicBezTo>
                      <a:pt x="1287" y="1376"/>
                      <a:pt x="1288" y="1375"/>
                      <a:pt x="1289" y="1375"/>
                    </a:cubicBezTo>
                    <a:cubicBezTo>
                      <a:pt x="1291" y="1375"/>
                      <a:pt x="1291" y="1377"/>
                      <a:pt x="1291" y="1379"/>
                    </a:cubicBezTo>
                    <a:cubicBezTo>
                      <a:pt x="1292" y="1380"/>
                      <a:pt x="1292" y="1381"/>
                      <a:pt x="1293" y="1382"/>
                    </a:cubicBezTo>
                    <a:cubicBezTo>
                      <a:pt x="1295" y="1383"/>
                      <a:pt x="1295" y="1381"/>
                      <a:pt x="1296" y="1380"/>
                    </a:cubicBezTo>
                    <a:cubicBezTo>
                      <a:pt x="1297" y="1379"/>
                      <a:pt x="1298" y="1379"/>
                      <a:pt x="1299" y="1378"/>
                    </a:cubicBezTo>
                    <a:cubicBezTo>
                      <a:pt x="1300" y="1377"/>
                      <a:pt x="1300" y="1376"/>
                      <a:pt x="1301" y="1374"/>
                    </a:cubicBezTo>
                    <a:cubicBezTo>
                      <a:pt x="1301" y="1372"/>
                      <a:pt x="1298" y="1370"/>
                      <a:pt x="1298" y="1368"/>
                    </a:cubicBezTo>
                    <a:cubicBezTo>
                      <a:pt x="1299" y="1365"/>
                      <a:pt x="1304" y="1368"/>
                      <a:pt x="1305" y="1365"/>
                    </a:cubicBezTo>
                    <a:cubicBezTo>
                      <a:pt x="1305" y="1364"/>
                      <a:pt x="1305" y="1362"/>
                      <a:pt x="1305" y="1360"/>
                    </a:cubicBezTo>
                    <a:cubicBezTo>
                      <a:pt x="1305" y="1358"/>
                      <a:pt x="1305" y="1358"/>
                      <a:pt x="1306" y="1356"/>
                    </a:cubicBezTo>
                    <a:cubicBezTo>
                      <a:pt x="1307" y="1354"/>
                      <a:pt x="1308" y="1352"/>
                      <a:pt x="1308" y="1349"/>
                    </a:cubicBezTo>
                    <a:cubicBezTo>
                      <a:pt x="1308" y="1346"/>
                      <a:pt x="1308" y="1344"/>
                      <a:pt x="1309" y="1341"/>
                    </a:cubicBezTo>
                    <a:cubicBezTo>
                      <a:pt x="1310" y="1341"/>
                      <a:pt x="1311" y="1340"/>
                      <a:pt x="1311" y="1339"/>
                    </a:cubicBezTo>
                    <a:cubicBezTo>
                      <a:pt x="1312" y="1338"/>
                      <a:pt x="1313" y="1338"/>
                      <a:pt x="1313" y="1337"/>
                    </a:cubicBezTo>
                    <a:cubicBezTo>
                      <a:pt x="1315" y="1336"/>
                      <a:pt x="1317" y="1334"/>
                      <a:pt x="1318" y="1332"/>
                    </a:cubicBezTo>
                    <a:cubicBezTo>
                      <a:pt x="1319" y="1330"/>
                      <a:pt x="1318" y="1327"/>
                      <a:pt x="1318" y="1325"/>
                    </a:cubicBezTo>
                    <a:cubicBezTo>
                      <a:pt x="1318" y="1323"/>
                      <a:pt x="1318" y="1321"/>
                      <a:pt x="1318" y="1319"/>
                    </a:cubicBezTo>
                    <a:cubicBezTo>
                      <a:pt x="1318" y="1317"/>
                      <a:pt x="1319" y="1316"/>
                      <a:pt x="1320" y="1315"/>
                    </a:cubicBezTo>
                    <a:cubicBezTo>
                      <a:pt x="1321" y="1315"/>
                      <a:pt x="1322" y="1315"/>
                      <a:pt x="1323" y="1314"/>
                    </a:cubicBezTo>
                    <a:cubicBezTo>
                      <a:pt x="1324" y="1312"/>
                      <a:pt x="1322" y="1308"/>
                      <a:pt x="1324" y="1306"/>
                    </a:cubicBezTo>
                    <a:cubicBezTo>
                      <a:pt x="1325" y="1306"/>
                      <a:pt x="1326" y="1305"/>
                      <a:pt x="1327" y="1305"/>
                    </a:cubicBezTo>
                    <a:cubicBezTo>
                      <a:pt x="1328" y="1304"/>
                      <a:pt x="1328" y="1303"/>
                      <a:pt x="1328" y="1302"/>
                    </a:cubicBezTo>
                    <a:cubicBezTo>
                      <a:pt x="1329" y="1301"/>
                      <a:pt x="1329" y="1300"/>
                      <a:pt x="1329" y="1298"/>
                    </a:cubicBezTo>
                    <a:cubicBezTo>
                      <a:pt x="1329" y="1296"/>
                      <a:pt x="1328" y="1296"/>
                      <a:pt x="1327" y="1295"/>
                    </a:cubicBezTo>
                    <a:cubicBezTo>
                      <a:pt x="1326" y="1292"/>
                      <a:pt x="1326" y="1288"/>
                      <a:pt x="1328" y="1286"/>
                    </a:cubicBezTo>
                    <a:cubicBezTo>
                      <a:pt x="1330" y="1286"/>
                      <a:pt x="1331" y="1286"/>
                      <a:pt x="1332" y="1285"/>
                    </a:cubicBezTo>
                    <a:cubicBezTo>
                      <a:pt x="1334" y="1283"/>
                      <a:pt x="1335" y="1282"/>
                      <a:pt x="1336" y="1280"/>
                    </a:cubicBezTo>
                    <a:cubicBezTo>
                      <a:pt x="1337" y="1278"/>
                      <a:pt x="1337" y="1277"/>
                      <a:pt x="1337" y="1275"/>
                    </a:cubicBezTo>
                    <a:cubicBezTo>
                      <a:pt x="1337" y="1274"/>
                      <a:pt x="1337" y="1271"/>
                      <a:pt x="1338" y="1270"/>
                    </a:cubicBezTo>
                    <a:cubicBezTo>
                      <a:pt x="1339" y="1269"/>
                      <a:pt x="1340" y="1270"/>
                      <a:pt x="1341" y="1271"/>
                    </a:cubicBezTo>
                    <a:cubicBezTo>
                      <a:pt x="1342" y="1272"/>
                      <a:pt x="1343" y="1274"/>
                      <a:pt x="1345" y="1274"/>
                    </a:cubicBezTo>
                    <a:cubicBezTo>
                      <a:pt x="1346" y="1273"/>
                      <a:pt x="1347" y="1271"/>
                      <a:pt x="1348" y="1270"/>
                    </a:cubicBezTo>
                    <a:cubicBezTo>
                      <a:pt x="1350" y="1265"/>
                      <a:pt x="1351" y="1261"/>
                      <a:pt x="1353" y="1257"/>
                    </a:cubicBezTo>
                    <a:cubicBezTo>
                      <a:pt x="1354" y="1255"/>
                      <a:pt x="1355" y="1253"/>
                      <a:pt x="1355" y="1251"/>
                    </a:cubicBezTo>
                    <a:cubicBezTo>
                      <a:pt x="1356" y="1249"/>
                      <a:pt x="1356" y="1247"/>
                      <a:pt x="1358" y="1246"/>
                    </a:cubicBezTo>
                    <a:cubicBezTo>
                      <a:pt x="1359" y="1244"/>
                      <a:pt x="1361" y="1244"/>
                      <a:pt x="1363" y="1245"/>
                    </a:cubicBezTo>
                    <a:cubicBezTo>
                      <a:pt x="1364" y="1245"/>
                      <a:pt x="1367" y="1247"/>
                      <a:pt x="1368" y="1246"/>
                    </a:cubicBezTo>
                    <a:cubicBezTo>
                      <a:pt x="1369" y="1245"/>
                      <a:pt x="1369" y="1243"/>
                      <a:pt x="1370" y="1242"/>
                    </a:cubicBezTo>
                    <a:cubicBezTo>
                      <a:pt x="1371" y="1240"/>
                      <a:pt x="1372" y="1240"/>
                      <a:pt x="1374" y="1240"/>
                    </a:cubicBezTo>
                    <a:cubicBezTo>
                      <a:pt x="1376" y="1239"/>
                      <a:pt x="1377" y="1239"/>
                      <a:pt x="1378" y="1238"/>
                    </a:cubicBezTo>
                    <a:cubicBezTo>
                      <a:pt x="1380" y="1236"/>
                      <a:pt x="1381" y="1234"/>
                      <a:pt x="1382" y="1232"/>
                    </a:cubicBezTo>
                    <a:cubicBezTo>
                      <a:pt x="1383" y="1230"/>
                      <a:pt x="1384" y="1229"/>
                      <a:pt x="1385" y="1227"/>
                    </a:cubicBezTo>
                    <a:cubicBezTo>
                      <a:pt x="1385" y="1225"/>
                      <a:pt x="1385" y="1223"/>
                      <a:pt x="1386" y="1221"/>
                    </a:cubicBezTo>
                    <a:cubicBezTo>
                      <a:pt x="1386" y="1218"/>
                      <a:pt x="1387" y="1216"/>
                      <a:pt x="1388" y="1214"/>
                    </a:cubicBezTo>
                    <a:cubicBezTo>
                      <a:pt x="1390" y="1213"/>
                      <a:pt x="1391" y="1212"/>
                      <a:pt x="1393" y="1211"/>
                    </a:cubicBezTo>
                    <a:cubicBezTo>
                      <a:pt x="1395" y="1208"/>
                      <a:pt x="1397" y="1204"/>
                      <a:pt x="1398" y="1201"/>
                    </a:cubicBezTo>
                    <a:cubicBezTo>
                      <a:pt x="1398" y="1198"/>
                      <a:pt x="1394" y="1193"/>
                      <a:pt x="1390" y="1194"/>
                    </a:cubicBezTo>
                    <a:cubicBezTo>
                      <a:pt x="1388" y="1194"/>
                      <a:pt x="1387" y="1196"/>
                      <a:pt x="1386" y="1198"/>
                    </a:cubicBezTo>
                    <a:cubicBezTo>
                      <a:pt x="1385" y="1198"/>
                      <a:pt x="1384" y="1201"/>
                      <a:pt x="1383" y="1200"/>
                    </a:cubicBezTo>
                    <a:cubicBezTo>
                      <a:pt x="1382" y="1200"/>
                      <a:pt x="1382" y="1197"/>
                      <a:pt x="1382" y="1196"/>
                    </a:cubicBezTo>
                    <a:cubicBezTo>
                      <a:pt x="1381" y="1194"/>
                      <a:pt x="1380" y="1192"/>
                      <a:pt x="1379" y="1192"/>
                    </a:cubicBezTo>
                    <a:cubicBezTo>
                      <a:pt x="1377" y="1191"/>
                      <a:pt x="1375" y="1190"/>
                      <a:pt x="1374" y="1189"/>
                    </a:cubicBezTo>
                    <a:cubicBezTo>
                      <a:pt x="1373" y="1187"/>
                      <a:pt x="1373" y="1185"/>
                      <a:pt x="1373" y="1184"/>
                    </a:cubicBezTo>
                    <a:cubicBezTo>
                      <a:pt x="1376" y="1180"/>
                      <a:pt x="1380" y="1186"/>
                      <a:pt x="1383" y="1185"/>
                    </a:cubicBezTo>
                    <a:cubicBezTo>
                      <a:pt x="1385" y="1184"/>
                      <a:pt x="1385" y="1182"/>
                      <a:pt x="1384" y="1181"/>
                    </a:cubicBezTo>
                    <a:cubicBezTo>
                      <a:pt x="1384" y="1179"/>
                      <a:pt x="1382" y="1178"/>
                      <a:pt x="1380" y="1177"/>
                    </a:cubicBezTo>
                    <a:cubicBezTo>
                      <a:pt x="1378" y="1177"/>
                      <a:pt x="1377" y="1177"/>
                      <a:pt x="1376" y="1176"/>
                    </a:cubicBezTo>
                    <a:cubicBezTo>
                      <a:pt x="1375" y="1175"/>
                      <a:pt x="1374" y="1173"/>
                      <a:pt x="1373" y="1172"/>
                    </a:cubicBezTo>
                    <a:cubicBezTo>
                      <a:pt x="1372" y="1171"/>
                      <a:pt x="1371" y="1170"/>
                      <a:pt x="1369" y="1169"/>
                    </a:cubicBezTo>
                    <a:cubicBezTo>
                      <a:pt x="1368" y="1168"/>
                      <a:pt x="1367" y="1166"/>
                      <a:pt x="1365" y="1165"/>
                    </a:cubicBezTo>
                    <a:cubicBezTo>
                      <a:pt x="1362" y="1164"/>
                      <a:pt x="1363" y="1172"/>
                      <a:pt x="1361" y="1173"/>
                    </a:cubicBezTo>
                    <a:cubicBezTo>
                      <a:pt x="1360" y="1173"/>
                      <a:pt x="1360" y="1171"/>
                      <a:pt x="1360" y="1171"/>
                    </a:cubicBezTo>
                    <a:cubicBezTo>
                      <a:pt x="1359" y="1169"/>
                      <a:pt x="1359" y="1169"/>
                      <a:pt x="1357" y="1169"/>
                    </a:cubicBezTo>
                    <a:cubicBezTo>
                      <a:pt x="1354" y="1169"/>
                      <a:pt x="1352" y="1167"/>
                      <a:pt x="1352" y="1164"/>
                    </a:cubicBezTo>
                    <a:cubicBezTo>
                      <a:pt x="1352" y="1164"/>
                      <a:pt x="1352" y="1164"/>
                      <a:pt x="1352" y="1164"/>
                    </a:cubicBezTo>
                    <a:cubicBezTo>
                      <a:pt x="1352" y="1164"/>
                      <a:pt x="1352" y="1163"/>
                      <a:pt x="1352" y="1163"/>
                    </a:cubicBezTo>
                    <a:cubicBezTo>
                      <a:pt x="1351" y="1161"/>
                      <a:pt x="1351" y="1160"/>
                      <a:pt x="1351" y="1159"/>
                    </a:cubicBezTo>
                    <a:cubicBezTo>
                      <a:pt x="1351" y="1158"/>
                      <a:pt x="1351" y="1154"/>
                      <a:pt x="1350" y="1154"/>
                    </a:cubicBezTo>
                    <a:cubicBezTo>
                      <a:pt x="1347" y="1152"/>
                      <a:pt x="1337" y="1155"/>
                      <a:pt x="1336" y="1151"/>
                    </a:cubicBezTo>
                    <a:cubicBezTo>
                      <a:pt x="1336" y="1150"/>
                      <a:pt x="1337" y="1150"/>
                      <a:pt x="1338" y="1149"/>
                    </a:cubicBezTo>
                    <a:cubicBezTo>
                      <a:pt x="1339" y="1149"/>
                      <a:pt x="1340" y="1149"/>
                      <a:pt x="1339" y="1148"/>
                    </a:cubicBezTo>
                    <a:cubicBezTo>
                      <a:pt x="1338" y="1147"/>
                      <a:pt x="1336" y="1148"/>
                      <a:pt x="1336" y="1147"/>
                    </a:cubicBezTo>
                    <a:cubicBezTo>
                      <a:pt x="1333" y="1147"/>
                      <a:pt x="1330" y="1146"/>
                      <a:pt x="1327" y="1144"/>
                    </a:cubicBezTo>
                    <a:cubicBezTo>
                      <a:pt x="1325" y="1143"/>
                      <a:pt x="1322" y="1141"/>
                      <a:pt x="1320" y="1140"/>
                    </a:cubicBezTo>
                    <a:cubicBezTo>
                      <a:pt x="1317" y="1138"/>
                      <a:pt x="1315" y="1137"/>
                      <a:pt x="1312" y="1137"/>
                    </a:cubicBezTo>
                    <a:cubicBezTo>
                      <a:pt x="1309" y="1136"/>
                      <a:pt x="1305" y="1137"/>
                      <a:pt x="1302" y="1137"/>
                    </a:cubicBezTo>
                    <a:cubicBezTo>
                      <a:pt x="1299" y="1138"/>
                      <a:pt x="1297" y="1138"/>
                      <a:pt x="1294" y="1139"/>
                    </a:cubicBezTo>
                    <a:cubicBezTo>
                      <a:pt x="1292" y="1139"/>
                      <a:pt x="1291" y="1140"/>
                      <a:pt x="1290" y="1141"/>
                    </a:cubicBezTo>
                    <a:cubicBezTo>
                      <a:pt x="1289" y="1141"/>
                      <a:pt x="1288" y="1142"/>
                      <a:pt x="1287" y="1143"/>
                    </a:cubicBezTo>
                    <a:cubicBezTo>
                      <a:pt x="1284" y="1144"/>
                      <a:pt x="1280" y="1144"/>
                      <a:pt x="1277" y="1144"/>
                    </a:cubicBezTo>
                    <a:cubicBezTo>
                      <a:pt x="1275" y="1144"/>
                      <a:pt x="1273" y="1144"/>
                      <a:pt x="1271" y="1144"/>
                    </a:cubicBezTo>
                    <a:cubicBezTo>
                      <a:pt x="1267" y="1144"/>
                      <a:pt x="1264" y="1144"/>
                      <a:pt x="1261" y="1143"/>
                    </a:cubicBezTo>
                    <a:cubicBezTo>
                      <a:pt x="1260" y="1143"/>
                      <a:pt x="1259" y="1142"/>
                      <a:pt x="1258" y="1142"/>
                    </a:cubicBezTo>
                    <a:cubicBezTo>
                      <a:pt x="1256" y="1141"/>
                      <a:pt x="1254" y="1141"/>
                      <a:pt x="1252" y="1140"/>
                    </a:cubicBezTo>
                    <a:cubicBezTo>
                      <a:pt x="1246" y="1138"/>
                      <a:pt x="1241" y="1134"/>
                      <a:pt x="1235" y="1130"/>
                    </a:cubicBezTo>
                    <a:cubicBezTo>
                      <a:pt x="1233" y="1128"/>
                      <a:pt x="1230" y="1126"/>
                      <a:pt x="1228" y="1124"/>
                    </a:cubicBezTo>
                    <a:cubicBezTo>
                      <a:pt x="1226" y="1122"/>
                      <a:pt x="1223" y="1120"/>
                      <a:pt x="1221" y="1117"/>
                    </a:cubicBezTo>
                    <a:cubicBezTo>
                      <a:pt x="1218" y="1113"/>
                      <a:pt x="1215" y="1109"/>
                      <a:pt x="1211" y="1105"/>
                    </a:cubicBezTo>
                    <a:cubicBezTo>
                      <a:pt x="1208" y="1103"/>
                      <a:pt x="1206" y="1100"/>
                      <a:pt x="1203" y="1098"/>
                    </a:cubicBezTo>
                    <a:cubicBezTo>
                      <a:pt x="1201" y="1097"/>
                      <a:pt x="1198" y="1096"/>
                      <a:pt x="1196" y="1095"/>
                    </a:cubicBezTo>
                    <a:cubicBezTo>
                      <a:pt x="1194" y="1095"/>
                      <a:pt x="1191" y="1095"/>
                      <a:pt x="1189" y="1094"/>
                    </a:cubicBezTo>
                    <a:cubicBezTo>
                      <a:pt x="1187" y="1092"/>
                      <a:pt x="1184" y="1090"/>
                      <a:pt x="1182" y="1088"/>
                    </a:cubicBezTo>
                    <a:cubicBezTo>
                      <a:pt x="1181" y="1087"/>
                      <a:pt x="1179" y="1086"/>
                      <a:pt x="1178" y="1085"/>
                    </a:cubicBezTo>
                    <a:cubicBezTo>
                      <a:pt x="1176" y="1084"/>
                      <a:pt x="1174" y="1082"/>
                      <a:pt x="1172" y="1081"/>
                    </a:cubicBezTo>
                    <a:cubicBezTo>
                      <a:pt x="1170" y="1080"/>
                      <a:pt x="1169" y="1080"/>
                      <a:pt x="1166" y="1080"/>
                    </a:cubicBezTo>
                    <a:cubicBezTo>
                      <a:pt x="1165" y="1079"/>
                      <a:pt x="1164" y="1079"/>
                      <a:pt x="1163" y="1078"/>
                    </a:cubicBezTo>
                    <a:cubicBezTo>
                      <a:pt x="1161" y="1078"/>
                      <a:pt x="1160" y="1077"/>
                      <a:pt x="1159" y="1076"/>
                    </a:cubicBezTo>
                    <a:cubicBezTo>
                      <a:pt x="1157" y="1076"/>
                      <a:pt x="1157" y="1075"/>
                      <a:pt x="1156" y="1074"/>
                    </a:cubicBezTo>
                    <a:cubicBezTo>
                      <a:pt x="1155" y="1074"/>
                      <a:pt x="1156" y="1074"/>
                      <a:pt x="1156" y="1074"/>
                    </a:cubicBezTo>
                    <a:cubicBezTo>
                      <a:pt x="1155" y="1074"/>
                      <a:pt x="1155" y="1073"/>
                      <a:pt x="1155" y="1073"/>
                    </a:cubicBezTo>
                    <a:cubicBezTo>
                      <a:pt x="1154" y="1073"/>
                      <a:pt x="1154" y="1072"/>
                      <a:pt x="1153" y="1071"/>
                    </a:cubicBezTo>
                    <a:cubicBezTo>
                      <a:pt x="1152" y="1070"/>
                      <a:pt x="1151" y="1070"/>
                      <a:pt x="1150" y="1069"/>
                    </a:cubicBezTo>
                    <a:cubicBezTo>
                      <a:pt x="1147" y="1066"/>
                      <a:pt x="1143" y="1063"/>
                      <a:pt x="1139" y="1062"/>
                    </a:cubicBezTo>
                    <a:cubicBezTo>
                      <a:pt x="1137" y="1062"/>
                      <a:pt x="1135" y="1061"/>
                      <a:pt x="1134" y="1061"/>
                    </a:cubicBezTo>
                    <a:cubicBezTo>
                      <a:pt x="1131" y="1060"/>
                      <a:pt x="1130" y="1058"/>
                      <a:pt x="1128" y="1057"/>
                    </a:cubicBezTo>
                    <a:cubicBezTo>
                      <a:pt x="1128" y="1057"/>
                      <a:pt x="1127" y="1057"/>
                      <a:pt x="1126" y="1056"/>
                    </a:cubicBezTo>
                    <a:cubicBezTo>
                      <a:pt x="1126" y="1056"/>
                      <a:pt x="1125" y="1055"/>
                      <a:pt x="1124" y="1055"/>
                    </a:cubicBezTo>
                    <a:cubicBezTo>
                      <a:pt x="1123" y="1054"/>
                      <a:pt x="1122" y="1054"/>
                      <a:pt x="1122" y="1053"/>
                    </a:cubicBezTo>
                    <a:cubicBezTo>
                      <a:pt x="1121" y="1051"/>
                      <a:pt x="1121" y="1050"/>
                      <a:pt x="1120" y="1049"/>
                    </a:cubicBezTo>
                    <a:cubicBezTo>
                      <a:pt x="1121" y="1047"/>
                      <a:pt x="1119" y="1045"/>
                      <a:pt x="1118" y="1043"/>
                    </a:cubicBezTo>
                    <a:cubicBezTo>
                      <a:pt x="1116" y="1041"/>
                      <a:pt x="1115" y="1039"/>
                      <a:pt x="1114" y="1037"/>
                    </a:cubicBezTo>
                    <a:cubicBezTo>
                      <a:pt x="1110" y="1032"/>
                      <a:pt x="1106" y="1029"/>
                      <a:pt x="1101" y="1025"/>
                    </a:cubicBezTo>
                    <a:cubicBezTo>
                      <a:pt x="1098" y="1023"/>
                      <a:pt x="1095" y="1020"/>
                      <a:pt x="1093" y="1018"/>
                    </a:cubicBezTo>
                    <a:cubicBezTo>
                      <a:pt x="1091" y="1017"/>
                      <a:pt x="1090" y="1015"/>
                      <a:pt x="1088" y="1014"/>
                    </a:cubicBezTo>
                    <a:cubicBezTo>
                      <a:pt x="1087" y="1012"/>
                      <a:pt x="1085" y="1011"/>
                      <a:pt x="1084" y="1009"/>
                    </a:cubicBezTo>
                    <a:cubicBezTo>
                      <a:pt x="1082" y="1007"/>
                      <a:pt x="1081" y="1005"/>
                      <a:pt x="1079" y="1003"/>
                    </a:cubicBezTo>
                    <a:cubicBezTo>
                      <a:pt x="1078" y="1001"/>
                      <a:pt x="1076" y="1000"/>
                      <a:pt x="1075" y="999"/>
                    </a:cubicBezTo>
                    <a:cubicBezTo>
                      <a:pt x="1070" y="996"/>
                      <a:pt x="1066" y="993"/>
                      <a:pt x="1061" y="990"/>
                    </a:cubicBezTo>
                    <a:cubicBezTo>
                      <a:pt x="1059" y="988"/>
                      <a:pt x="1056" y="987"/>
                      <a:pt x="1054" y="985"/>
                    </a:cubicBezTo>
                    <a:cubicBezTo>
                      <a:pt x="1052" y="983"/>
                      <a:pt x="1051" y="981"/>
                      <a:pt x="1049" y="980"/>
                    </a:cubicBezTo>
                    <a:cubicBezTo>
                      <a:pt x="1047" y="978"/>
                      <a:pt x="1044" y="976"/>
                      <a:pt x="1041" y="975"/>
                    </a:cubicBezTo>
                    <a:cubicBezTo>
                      <a:pt x="1039" y="975"/>
                      <a:pt x="1037" y="975"/>
                      <a:pt x="1036" y="974"/>
                    </a:cubicBezTo>
                    <a:cubicBezTo>
                      <a:pt x="1035" y="974"/>
                      <a:pt x="1034" y="972"/>
                      <a:pt x="1033" y="972"/>
                    </a:cubicBezTo>
                    <a:cubicBezTo>
                      <a:pt x="1031" y="971"/>
                      <a:pt x="1030" y="971"/>
                      <a:pt x="1029" y="971"/>
                    </a:cubicBezTo>
                    <a:cubicBezTo>
                      <a:pt x="1026" y="970"/>
                      <a:pt x="1023" y="968"/>
                      <a:pt x="1019" y="968"/>
                    </a:cubicBezTo>
                    <a:cubicBezTo>
                      <a:pt x="1018" y="967"/>
                      <a:pt x="1016" y="967"/>
                      <a:pt x="1015" y="967"/>
                    </a:cubicBezTo>
                    <a:cubicBezTo>
                      <a:pt x="1013" y="966"/>
                      <a:pt x="1009" y="965"/>
                      <a:pt x="1007" y="965"/>
                    </a:cubicBezTo>
                    <a:cubicBezTo>
                      <a:pt x="1006" y="966"/>
                      <a:pt x="1006" y="966"/>
                      <a:pt x="1004" y="966"/>
                    </a:cubicBezTo>
                    <a:cubicBezTo>
                      <a:pt x="1003" y="967"/>
                      <a:pt x="1003" y="967"/>
                      <a:pt x="1002" y="966"/>
                    </a:cubicBezTo>
                    <a:cubicBezTo>
                      <a:pt x="996" y="964"/>
                      <a:pt x="993" y="957"/>
                      <a:pt x="989" y="953"/>
                    </a:cubicBezTo>
                    <a:cubicBezTo>
                      <a:pt x="987" y="951"/>
                      <a:pt x="984" y="950"/>
                      <a:pt x="982" y="948"/>
                    </a:cubicBezTo>
                    <a:cubicBezTo>
                      <a:pt x="979" y="946"/>
                      <a:pt x="977" y="943"/>
                      <a:pt x="974" y="941"/>
                    </a:cubicBezTo>
                    <a:cubicBezTo>
                      <a:pt x="973" y="939"/>
                      <a:pt x="971" y="939"/>
                      <a:pt x="970" y="937"/>
                    </a:cubicBezTo>
                    <a:cubicBezTo>
                      <a:pt x="969" y="936"/>
                      <a:pt x="968" y="935"/>
                      <a:pt x="967" y="934"/>
                    </a:cubicBezTo>
                    <a:cubicBezTo>
                      <a:pt x="965" y="932"/>
                      <a:pt x="962" y="930"/>
                      <a:pt x="962" y="928"/>
                    </a:cubicBezTo>
                    <a:cubicBezTo>
                      <a:pt x="961" y="925"/>
                      <a:pt x="961" y="921"/>
                      <a:pt x="958" y="918"/>
                    </a:cubicBezTo>
                    <a:cubicBezTo>
                      <a:pt x="957" y="917"/>
                      <a:pt x="956" y="915"/>
                      <a:pt x="955" y="913"/>
                    </a:cubicBezTo>
                    <a:cubicBezTo>
                      <a:pt x="955" y="911"/>
                      <a:pt x="953" y="910"/>
                      <a:pt x="952" y="908"/>
                    </a:cubicBezTo>
                    <a:cubicBezTo>
                      <a:pt x="952" y="906"/>
                      <a:pt x="954" y="906"/>
                      <a:pt x="953" y="904"/>
                    </a:cubicBezTo>
                    <a:cubicBezTo>
                      <a:pt x="952" y="903"/>
                      <a:pt x="952" y="903"/>
                      <a:pt x="952" y="902"/>
                    </a:cubicBezTo>
                    <a:cubicBezTo>
                      <a:pt x="952" y="901"/>
                      <a:pt x="953" y="900"/>
                      <a:pt x="954" y="900"/>
                    </a:cubicBezTo>
                    <a:cubicBezTo>
                      <a:pt x="955" y="900"/>
                      <a:pt x="956" y="900"/>
                      <a:pt x="956" y="899"/>
                    </a:cubicBezTo>
                    <a:cubicBezTo>
                      <a:pt x="956" y="898"/>
                      <a:pt x="955" y="897"/>
                      <a:pt x="954" y="896"/>
                    </a:cubicBezTo>
                    <a:cubicBezTo>
                      <a:pt x="952" y="895"/>
                      <a:pt x="951" y="893"/>
                      <a:pt x="951" y="891"/>
                    </a:cubicBezTo>
                    <a:cubicBezTo>
                      <a:pt x="951" y="887"/>
                      <a:pt x="951" y="883"/>
                      <a:pt x="949" y="880"/>
                    </a:cubicBezTo>
                    <a:cubicBezTo>
                      <a:pt x="949" y="879"/>
                      <a:pt x="948" y="877"/>
                      <a:pt x="948" y="876"/>
                    </a:cubicBezTo>
                    <a:cubicBezTo>
                      <a:pt x="947" y="874"/>
                      <a:pt x="948" y="873"/>
                      <a:pt x="948" y="871"/>
                    </a:cubicBezTo>
                    <a:cubicBezTo>
                      <a:pt x="947" y="870"/>
                      <a:pt x="947" y="868"/>
                      <a:pt x="947" y="867"/>
                    </a:cubicBezTo>
                    <a:cubicBezTo>
                      <a:pt x="947" y="865"/>
                      <a:pt x="945" y="863"/>
                      <a:pt x="944" y="861"/>
                    </a:cubicBezTo>
                    <a:cubicBezTo>
                      <a:pt x="942" y="857"/>
                      <a:pt x="941" y="853"/>
                      <a:pt x="937" y="850"/>
                    </a:cubicBezTo>
                    <a:cubicBezTo>
                      <a:pt x="934" y="848"/>
                      <a:pt x="932" y="850"/>
                      <a:pt x="930" y="853"/>
                    </a:cubicBezTo>
                    <a:cubicBezTo>
                      <a:pt x="929" y="856"/>
                      <a:pt x="929" y="860"/>
                      <a:pt x="927" y="863"/>
                    </a:cubicBezTo>
                    <a:cubicBezTo>
                      <a:pt x="925" y="866"/>
                      <a:pt x="923" y="868"/>
                      <a:pt x="920" y="865"/>
                    </a:cubicBezTo>
                    <a:cubicBezTo>
                      <a:pt x="916" y="863"/>
                      <a:pt x="914" y="861"/>
                      <a:pt x="914" y="857"/>
                    </a:cubicBezTo>
                    <a:cubicBezTo>
                      <a:pt x="914" y="854"/>
                      <a:pt x="915" y="849"/>
                      <a:pt x="913" y="847"/>
                    </a:cubicBezTo>
                    <a:cubicBezTo>
                      <a:pt x="912" y="846"/>
                      <a:pt x="911" y="845"/>
                      <a:pt x="910" y="844"/>
                    </a:cubicBezTo>
                    <a:cubicBezTo>
                      <a:pt x="910" y="843"/>
                      <a:pt x="910" y="841"/>
                      <a:pt x="911" y="840"/>
                    </a:cubicBezTo>
                    <a:cubicBezTo>
                      <a:pt x="911" y="839"/>
                      <a:pt x="912" y="840"/>
                      <a:pt x="913" y="840"/>
                    </a:cubicBezTo>
                    <a:cubicBezTo>
                      <a:pt x="915" y="841"/>
                      <a:pt x="917" y="842"/>
                      <a:pt x="918" y="840"/>
                    </a:cubicBezTo>
                    <a:cubicBezTo>
                      <a:pt x="919" y="837"/>
                      <a:pt x="920" y="835"/>
                      <a:pt x="918" y="833"/>
                    </a:cubicBezTo>
                    <a:cubicBezTo>
                      <a:pt x="916" y="830"/>
                      <a:pt x="911" y="829"/>
                      <a:pt x="911" y="824"/>
                    </a:cubicBezTo>
                    <a:cubicBezTo>
                      <a:pt x="908" y="823"/>
                      <a:pt x="907" y="827"/>
                      <a:pt x="905" y="826"/>
                    </a:cubicBezTo>
                    <a:cubicBezTo>
                      <a:pt x="904" y="826"/>
                      <a:pt x="901" y="825"/>
                      <a:pt x="900" y="824"/>
                    </a:cubicBezTo>
                    <a:cubicBezTo>
                      <a:pt x="899" y="823"/>
                      <a:pt x="897" y="822"/>
                      <a:pt x="896" y="821"/>
                    </a:cubicBezTo>
                    <a:cubicBezTo>
                      <a:pt x="895" y="820"/>
                      <a:pt x="895" y="819"/>
                      <a:pt x="894" y="819"/>
                    </a:cubicBezTo>
                    <a:cubicBezTo>
                      <a:pt x="894" y="818"/>
                      <a:pt x="894" y="817"/>
                      <a:pt x="895" y="817"/>
                    </a:cubicBezTo>
                    <a:cubicBezTo>
                      <a:pt x="895" y="815"/>
                      <a:pt x="893" y="812"/>
                      <a:pt x="892" y="811"/>
                    </a:cubicBezTo>
                    <a:cubicBezTo>
                      <a:pt x="891" y="809"/>
                      <a:pt x="888" y="807"/>
                      <a:pt x="886" y="805"/>
                    </a:cubicBezTo>
                    <a:cubicBezTo>
                      <a:pt x="883" y="802"/>
                      <a:pt x="878" y="797"/>
                      <a:pt x="874" y="802"/>
                    </a:cubicBezTo>
                    <a:cubicBezTo>
                      <a:pt x="873" y="804"/>
                      <a:pt x="872" y="806"/>
                      <a:pt x="873" y="808"/>
                    </a:cubicBezTo>
                    <a:cubicBezTo>
                      <a:pt x="873" y="810"/>
                      <a:pt x="874" y="813"/>
                      <a:pt x="874" y="815"/>
                    </a:cubicBezTo>
                    <a:cubicBezTo>
                      <a:pt x="871" y="815"/>
                      <a:pt x="871" y="812"/>
                      <a:pt x="869" y="810"/>
                    </a:cubicBezTo>
                    <a:cubicBezTo>
                      <a:pt x="868" y="810"/>
                      <a:pt x="867" y="809"/>
                      <a:pt x="866" y="808"/>
                    </a:cubicBezTo>
                    <a:cubicBezTo>
                      <a:pt x="865" y="807"/>
                      <a:pt x="866" y="806"/>
                      <a:pt x="866" y="805"/>
                    </a:cubicBezTo>
                    <a:cubicBezTo>
                      <a:pt x="866" y="802"/>
                      <a:pt x="863" y="802"/>
                      <a:pt x="864" y="799"/>
                    </a:cubicBezTo>
                    <a:cubicBezTo>
                      <a:pt x="864" y="798"/>
                      <a:pt x="864" y="797"/>
                      <a:pt x="864" y="796"/>
                    </a:cubicBezTo>
                    <a:cubicBezTo>
                      <a:pt x="864" y="795"/>
                      <a:pt x="864" y="794"/>
                      <a:pt x="865" y="793"/>
                    </a:cubicBezTo>
                    <a:cubicBezTo>
                      <a:pt x="867" y="791"/>
                      <a:pt x="870" y="795"/>
                      <a:pt x="872" y="796"/>
                    </a:cubicBezTo>
                    <a:cubicBezTo>
                      <a:pt x="874" y="796"/>
                      <a:pt x="875" y="793"/>
                      <a:pt x="877" y="791"/>
                    </a:cubicBezTo>
                    <a:cubicBezTo>
                      <a:pt x="879" y="789"/>
                      <a:pt x="882" y="791"/>
                      <a:pt x="883" y="794"/>
                    </a:cubicBezTo>
                    <a:cubicBezTo>
                      <a:pt x="885" y="796"/>
                      <a:pt x="887" y="798"/>
                      <a:pt x="889" y="800"/>
                    </a:cubicBezTo>
                    <a:cubicBezTo>
                      <a:pt x="890" y="802"/>
                      <a:pt x="892" y="804"/>
                      <a:pt x="893" y="806"/>
                    </a:cubicBezTo>
                    <a:cubicBezTo>
                      <a:pt x="895" y="809"/>
                      <a:pt x="897" y="809"/>
                      <a:pt x="900" y="810"/>
                    </a:cubicBezTo>
                    <a:cubicBezTo>
                      <a:pt x="900" y="808"/>
                      <a:pt x="900" y="807"/>
                      <a:pt x="900" y="805"/>
                    </a:cubicBezTo>
                    <a:cubicBezTo>
                      <a:pt x="900" y="805"/>
                      <a:pt x="899" y="804"/>
                      <a:pt x="900" y="804"/>
                    </a:cubicBezTo>
                    <a:cubicBezTo>
                      <a:pt x="900" y="803"/>
                      <a:pt x="901" y="803"/>
                      <a:pt x="902" y="803"/>
                    </a:cubicBezTo>
                    <a:cubicBezTo>
                      <a:pt x="905" y="803"/>
                      <a:pt x="905" y="807"/>
                      <a:pt x="908" y="807"/>
                    </a:cubicBezTo>
                    <a:cubicBezTo>
                      <a:pt x="909" y="806"/>
                      <a:pt x="908" y="806"/>
                      <a:pt x="909" y="805"/>
                    </a:cubicBezTo>
                    <a:cubicBezTo>
                      <a:pt x="912" y="804"/>
                      <a:pt x="913" y="808"/>
                      <a:pt x="916" y="808"/>
                    </a:cubicBezTo>
                    <a:cubicBezTo>
                      <a:pt x="917" y="808"/>
                      <a:pt x="919" y="808"/>
                      <a:pt x="920" y="807"/>
                    </a:cubicBezTo>
                    <a:cubicBezTo>
                      <a:pt x="922" y="807"/>
                      <a:pt x="922" y="805"/>
                      <a:pt x="922" y="804"/>
                    </a:cubicBezTo>
                    <a:cubicBezTo>
                      <a:pt x="922" y="803"/>
                      <a:pt x="923" y="802"/>
                      <a:pt x="923" y="801"/>
                    </a:cubicBezTo>
                    <a:cubicBezTo>
                      <a:pt x="924" y="800"/>
                      <a:pt x="923" y="799"/>
                      <a:pt x="922" y="798"/>
                    </a:cubicBezTo>
                    <a:cubicBezTo>
                      <a:pt x="921" y="797"/>
                      <a:pt x="920" y="796"/>
                      <a:pt x="919" y="795"/>
                    </a:cubicBezTo>
                    <a:cubicBezTo>
                      <a:pt x="918" y="793"/>
                      <a:pt x="916" y="792"/>
                      <a:pt x="914" y="791"/>
                    </a:cubicBezTo>
                    <a:cubicBezTo>
                      <a:pt x="911" y="789"/>
                      <a:pt x="910" y="786"/>
                      <a:pt x="906" y="785"/>
                    </a:cubicBezTo>
                    <a:cubicBezTo>
                      <a:pt x="904" y="785"/>
                      <a:pt x="902" y="784"/>
                      <a:pt x="900" y="782"/>
                    </a:cubicBezTo>
                    <a:cubicBezTo>
                      <a:pt x="899" y="781"/>
                      <a:pt x="898" y="781"/>
                      <a:pt x="897" y="780"/>
                    </a:cubicBezTo>
                    <a:cubicBezTo>
                      <a:pt x="896" y="779"/>
                      <a:pt x="894" y="779"/>
                      <a:pt x="895" y="777"/>
                    </a:cubicBezTo>
                    <a:cubicBezTo>
                      <a:pt x="895" y="775"/>
                      <a:pt x="897" y="775"/>
                      <a:pt x="898" y="775"/>
                    </a:cubicBezTo>
                    <a:cubicBezTo>
                      <a:pt x="900" y="776"/>
                      <a:pt x="901" y="779"/>
                      <a:pt x="903" y="779"/>
                    </a:cubicBezTo>
                    <a:cubicBezTo>
                      <a:pt x="905" y="779"/>
                      <a:pt x="903" y="776"/>
                      <a:pt x="903" y="775"/>
                    </a:cubicBezTo>
                    <a:cubicBezTo>
                      <a:pt x="901" y="774"/>
                      <a:pt x="899" y="772"/>
                      <a:pt x="898" y="771"/>
                    </a:cubicBezTo>
                    <a:cubicBezTo>
                      <a:pt x="895" y="770"/>
                      <a:pt x="893" y="770"/>
                      <a:pt x="890" y="770"/>
                    </a:cubicBezTo>
                    <a:cubicBezTo>
                      <a:pt x="887" y="770"/>
                      <a:pt x="884" y="767"/>
                      <a:pt x="882" y="767"/>
                    </a:cubicBezTo>
                    <a:cubicBezTo>
                      <a:pt x="880" y="766"/>
                      <a:pt x="879" y="766"/>
                      <a:pt x="877" y="765"/>
                    </a:cubicBezTo>
                    <a:cubicBezTo>
                      <a:pt x="876" y="765"/>
                      <a:pt x="874" y="763"/>
                      <a:pt x="874" y="762"/>
                    </a:cubicBezTo>
                    <a:cubicBezTo>
                      <a:pt x="874" y="759"/>
                      <a:pt x="877" y="760"/>
                      <a:pt x="879" y="760"/>
                    </a:cubicBezTo>
                    <a:cubicBezTo>
                      <a:pt x="880" y="760"/>
                      <a:pt x="882" y="758"/>
                      <a:pt x="882" y="756"/>
                    </a:cubicBezTo>
                    <a:cubicBezTo>
                      <a:pt x="882" y="754"/>
                      <a:pt x="880" y="753"/>
                      <a:pt x="878" y="751"/>
                    </a:cubicBezTo>
                    <a:cubicBezTo>
                      <a:pt x="877" y="750"/>
                      <a:pt x="876" y="749"/>
                      <a:pt x="874" y="748"/>
                    </a:cubicBezTo>
                    <a:cubicBezTo>
                      <a:pt x="873" y="747"/>
                      <a:pt x="871" y="746"/>
                      <a:pt x="870" y="745"/>
                    </a:cubicBezTo>
                    <a:cubicBezTo>
                      <a:pt x="868" y="744"/>
                      <a:pt x="865" y="743"/>
                      <a:pt x="864" y="741"/>
                    </a:cubicBezTo>
                    <a:cubicBezTo>
                      <a:pt x="862" y="739"/>
                      <a:pt x="861" y="737"/>
                      <a:pt x="859" y="735"/>
                    </a:cubicBezTo>
                    <a:cubicBezTo>
                      <a:pt x="858" y="733"/>
                      <a:pt x="856" y="732"/>
                      <a:pt x="854" y="732"/>
                    </a:cubicBezTo>
                    <a:cubicBezTo>
                      <a:pt x="852" y="732"/>
                      <a:pt x="851" y="732"/>
                      <a:pt x="849" y="732"/>
                    </a:cubicBezTo>
                    <a:cubicBezTo>
                      <a:pt x="848" y="731"/>
                      <a:pt x="846" y="731"/>
                      <a:pt x="845" y="730"/>
                    </a:cubicBezTo>
                    <a:cubicBezTo>
                      <a:pt x="845" y="729"/>
                      <a:pt x="845" y="728"/>
                      <a:pt x="845" y="728"/>
                    </a:cubicBezTo>
                    <a:cubicBezTo>
                      <a:pt x="845" y="727"/>
                      <a:pt x="844" y="726"/>
                      <a:pt x="843" y="726"/>
                    </a:cubicBezTo>
                    <a:cubicBezTo>
                      <a:pt x="841" y="725"/>
                      <a:pt x="839" y="725"/>
                      <a:pt x="837" y="725"/>
                    </a:cubicBezTo>
                    <a:cubicBezTo>
                      <a:pt x="836" y="725"/>
                      <a:pt x="834" y="726"/>
                      <a:pt x="832" y="725"/>
                    </a:cubicBezTo>
                    <a:cubicBezTo>
                      <a:pt x="831" y="725"/>
                      <a:pt x="829" y="725"/>
                      <a:pt x="830" y="723"/>
                    </a:cubicBezTo>
                    <a:cubicBezTo>
                      <a:pt x="831" y="722"/>
                      <a:pt x="836" y="721"/>
                      <a:pt x="833" y="719"/>
                    </a:cubicBezTo>
                    <a:cubicBezTo>
                      <a:pt x="832" y="718"/>
                      <a:pt x="830" y="718"/>
                      <a:pt x="829" y="718"/>
                    </a:cubicBezTo>
                    <a:cubicBezTo>
                      <a:pt x="827" y="718"/>
                      <a:pt x="826" y="717"/>
                      <a:pt x="824" y="716"/>
                    </a:cubicBezTo>
                    <a:cubicBezTo>
                      <a:pt x="823" y="715"/>
                      <a:pt x="821" y="716"/>
                      <a:pt x="820" y="715"/>
                    </a:cubicBezTo>
                    <a:cubicBezTo>
                      <a:pt x="810" y="716"/>
                      <a:pt x="801" y="715"/>
                      <a:pt x="792" y="714"/>
                    </a:cubicBezTo>
                    <a:cubicBezTo>
                      <a:pt x="785" y="714"/>
                      <a:pt x="779" y="714"/>
                      <a:pt x="773" y="712"/>
                    </a:cubicBezTo>
                    <a:cubicBezTo>
                      <a:pt x="768" y="710"/>
                      <a:pt x="764" y="706"/>
                      <a:pt x="760" y="703"/>
                    </a:cubicBezTo>
                    <a:cubicBezTo>
                      <a:pt x="755" y="699"/>
                      <a:pt x="752" y="695"/>
                      <a:pt x="751" y="688"/>
                    </a:cubicBezTo>
                    <a:cubicBezTo>
                      <a:pt x="750" y="683"/>
                      <a:pt x="749" y="678"/>
                      <a:pt x="748" y="673"/>
                    </a:cubicBezTo>
                    <a:cubicBezTo>
                      <a:pt x="746" y="666"/>
                      <a:pt x="746" y="659"/>
                      <a:pt x="742" y="654"/>
                    </a:cubicBezTo>
                    <a:cubicBezTo>
                      <a:pt x="739" y="649"/>
                      <a:pt x="734" y="646"/>
                      <a:pt x="730" y="642"/>
                    </a:cubicBezTo>
                    <a:cubicBezTo>
                      <a:pt x="726" y="639"/>
                      <a:pt x="722" y="635"/>
                      <a:pt x="723" y="630"/>
                    </a:cubicBezTo>
                    <a:cubicBezTo>
                      <a:pt x="723" y="627"/>
                      <a:pt x="724" y="624"/>
                      <a:pt x="724" y="622"/>
                    </a:cubicBezTo>
                    <a:cubicBezTo>
                      <a:pt x="724" y="618"/>
                      <a:pt x="724" y="615"/>
                      <a:pt x="724" y="612"/>
                    </a:cubicBezTo>
                    <a:cubicBezTo>
                      <a:pt x="723" y="611"/>
                      <a:pt x="723" y="610"/>
                      <a:pt x="723" y="609"/>
                    </a:cubicBezTo>
                    <a:cubicBezTo>
                      <a:pt x="723" y="608"/>
                      <a:pt x="725" y="609"/>
                      <a:pt x="726" y="610"/>
                    </a:cubicBezTo>
                    <a:cubicBezTo>
                      <a:pt x="726" y="611"/>
                      <a:pt x="726" y="612"/>
                      <a:pt x="726" y="613"/>
                    </a:cubicBezTo>
                    <a:cubicBezTo>
                      <a:pt x="726" y="614"/>
                      <a:pt x="726" y="615"/>
                      <a:pt x="726" y="616"/>
                    </a:cubicBezTo>
                    <a:cubicBezTo>
                      <a:pt x="725" y="618"/>
                      <a:pt x="725" y="620"/>
                      <a:pt x="725" y="622"/>
                    </a:cubicBezTo>
                    <a:cubicBezTo>
                      <a:pt x="724" y="627"/>
                      <a:pt x="724" y="632"/>
                      <a:pt x="727" y="636"/>
                    </a:cubicBezTo>
                    <a:cubicBezTo>
                      <a:pt x="732" y="641"/>
                      <a:pt x="737" y="644"/>
                      <a:pt x="741" y="648"/>
                    </a:cubicBezTo>
                    <a:cubicBezTo>
                      <a:pt x="745" y="653"/>
                      <a:pt x="748" y="658"/>
                      <a:pt x="749" y="663"/>
                    </a:cubicBezTo>
                    <a:cubicBezTo>
                      <a:pt x="750" y="668"/>
                      <a:pt x="749" y="673"/>
                      <a:pt x="751" y="678"/>
                    </a:cubicBezTo>
                    <a:cubicBezTo>
                      <a:pt x="752" y="683"/>
                      <a:pt x="754" y="689"/>
                      <a:pt x="757" y="694"/>
                    </a:cubicBezTo>
                    <a:cubicBezTo>
                      <a:pt x="759" y="699"/>
                      <a:pt x="763" y="702"/>
                      <a:pt x="767" y="705"/>
                    </a:cubicBezTo>
                    <a:cubicBezTo>
                      <a:pt x="777" y="711"/>
                      <a:pt x="788" y="712"/>
                      <a:pt x="799" y="711"/>
                    </a:cubicBezTo>
                    <a:cubicBezTo>
                      <a:pt x="807" y="710"/>
                      <a:pt x="815" y="711"/>
                      <a:pt x="822" y="710"/>
                    </a:cubicBezTo>
                    <a:cubicBezTo>
                      <a:pt x="825" y="710"/>
                      <a:pt x="829" y="710"/>
                      <a:pt x="832" y="710"/>
                    </a:cubicBezTo>
                    <a:cubicBezTo>
                      <a:pt x="835" y="711"/>
                      <a:pt x="838" y="713"/>
                      <a:pt x="840" y="715"/>
                    </a:cubicBezTo>
                    <a:cubicBezTo>
                      <a:pt x="842" y="717"/>
                      <a:pt x="843" y="718"/>
                      <a:pt x="845" y="719"/>
                    </a:cubicBezTo>
                    <a:cubicBezTo>
                      <a:pt x="846" y="721"/>
                      <a:pt x="848" y="722"/>
                      <a:pt x="850" y="723"/>
                    </a:cubicBezTo>
                    <a:cubicBezTo>
                      <a:pt x="854" y="725"/>
                      <a:pt x="858" y="727"/>
                      <a:pt x="862" y="729"/>
                    </a:cubicBezTo>
                    <a:cubicBezTo>
                      <a:pt x="868" y="732"/>
                      <a:pt x="872" y="735"/>
                      <a:pt x="877" y="739"/>
                    </a:cubicBezTo>
                    <a:cubicBezTo>
                      <a:pt x="887" y="748"/>
                      <a:pt x="894" y="759"/>
                      <a:pt x="907" y="764"/>
                    </a:cubicBezTo>
                    <a:cubicBezTo>
                      <a:pt x="911" y="766"/>
                      <a:pt x="915" y="767"/>
                      <a:pt x="919" y="770"/>
                    </a:cubicBezTo>
                    <a:cubicBezTo>
                      <a:pt x="923" y="774"/>
                      <a:pt x="923" y="779"/>
                      <a:pt x="923" y="784"/>
                    </a:cubicBezTo>
                    <a:cubicBezTo>
                      <a:pt x="924" y="795"/>
                      <a:pt x="939" y="795"/>
                      <a:pt x="947" y="796"/>
                    </a:cubicBezTo>
                    <a:cubicBezTo>
                      <a:pt x="952" y="797"/>
                      <a:pt x="954" y="800"/>
                      <a:pt x="958" y="802"/>
                    </a:cubicBezTo>
                    <a:cubicBezTo>
                      <a:pt x="961" y="804"/>
                      <a:pt x="967" y="803"/>
                      <a:pt x="969" y="806"/>
                    </a:cubicBezTo>
                    <a:cubicBezTo>
                      <a:pt x="972" y="810"/>
                      <a:pt x="961" y="809"/>
                      <a:pt x="960" y="809"/>
                    </a:cubicBezTo>
                    <a:cubicBezTo>
                      <a:pt x="956" y="808"/>
                      <a:pt x="952" y="807"/>
                      <a:pt x="948" y="805"/>
                    </a:cubicBezTo>
                    <a:cubicBezTo>
                      <a:pt x="945" y="804"/>
                      <a:pt x="941" y="799"/>
                      <a:pt x="937" y="800"/>
                    </a:cubicBezTo>
                    <a:cubicBezTo>
                      <a:pt x="932" y="802"/>
                      <a:pt x="934" y="808"/>
                      <a:pt x="936" y="811"/>
                    </a:cubicBezTo>
                    <a:cubicBezTo>
                      <a:pt x="939" y="815"/>
                      <a:pt x="943" y="819"/>
                      <a:pt x="942" y="824"/>
                    </a:cubicBezTo>
                    <a:cubicBezTo>
                      <a:pt x="941" y="828"/>
                      <a:pt x="938" y="831"/>
                      <a:pt x="936" y="835"/>
                    </a:cubicBezTo>
                    <a:cubicBezTo>
                      <a:pt x="934" y="839"/>
                      <a:pt x="934" y="842"/>
                      <a:pt x="938" y="844"/>
                    </a:cubicBezTo>
                    <a:cubicBezTo>
                      <a:pt x="943" y="846"/>
                      <a:pt x="946" y="848"/>
                      <a:pt x="949" y="853"/>
                    </a:cubicBezTo>
                    <a:cubicBezTo>
                      <a:pt x="952" y="858"/>
                      <a:pt x="954" y="862"/>
                      <a:pt x="954" y="868"/>
                    </a:cubicBezTo>
                    <a:cubicBezTo>
                      <a:pt x="955" y="872"/>
                      <a:pt x="955" y="875"/>
                      <a:pt x="959" y="878"/>
                    </a:cubicBezTo>
                    <a:cubicBezTo>
                      <a:pt x="963" y="880"/>
                      <a:pt x="967" y="880"/>
                      <a:pt x="972" y="880"/>
                    </a:cubicBezTo>
                    <a:cubicBezTo>
                      <a:pt x="975" y="880"/>
                      <a:pt x="979" y="880"/>
                      <a:pt x="982" y="879"/>
                    </a:cubicBezTo>
                    <a:cubicBezTo>
                      <a:pt x="984" y="879"/>
                      <a:pt x="988" y="879"/>
                      <a:pt x="989" y="881"/>
                    </a:cubicBezTo>
                    <a:cubicBezTo>
                      <a:pt x="992" y="883"/>
                      <a:pt x="990" y="887"/>
                      <a:pt x="990" y="890"/>
                    </a:cubicBezTo>
                    <a:cubicBezTo>
                      <a:pt x="989" y="893"/>
                      <a:pt x="990" y="897"/>
                      <a:pt x="992" y="899"/>
                    </a:cubicBezTo>
                    <a:cubicBezTo>
                      <a:pt x="993" y="901"/>
                      <a:pt x="996" y="903"/>
                      <a:pt x="998" y="904"/>
                    </a:cubicBezTo>
                    <a:cubicBezTo>
                      <a:pt x="1002" y="906"/>
                      <a:pt x="1006" y="908"/>
                      <a:pt x="1009" y="910"/>
                    </a:cubicBezTo>
                    <a:cubicBezTo>
                      <a:pt x="1011" y="911"/>
                      <a:pt x="1019" y="913"/>
                      <a:pt x="1019" y="916"/>
                    </a:cubicBezTo>
                    <a:cubicBezTo>
                      <a:pt x="1019" y="919"/>
                      <a:pt x="1010" y="914"/>
                      <a:pt x="1009" y="914"/>
                    </a:cubicBezTo>
                    <a:cubicBezTo>
                      <a:pt x="1007" y="913"/>
                      <a:pt x="1005" y="913"/>
                      <a:pt x="1003" y="913"/>
                    </a:cubicBezTo>
                    <a:cubicBezTo>
                      <a:pt x="1001" y="913"/>
                      <a:pt x="999" y="913"/>
                      <a:pt x="997" y="913"/>
                    </a:cubicBezTo>
                    <a:cubicBezTo>
                      <a:pt x="992" y="913"/>
                      <a:pt x="988" y="912"/>
                      <a:pt x="984" y="909"/>
                    </a:cubicBezTo>
                    <a:cubicBezTo>
                      <a:pt x="981" y="907"/>
                      <a:pt x="979" y="905"/>
                      <a:pt x="977" y="903"/>
                    </a:cubicBezTo>
                    <a:cubicBezTo>
                      <a:pt x="975" y="902"/>
                      <a:pt x="973" y="899"/>
                      <a:pt x="971" y="898"/>
                    </a:cubicBezTo>
                    <a:cubicBezTo>
                      <a:pt x="968" y="897"/>
                      <a:pt x="967" y="901"/>
                      <a:pt x="967" y="904"/>
                    </a:cubicBezTo>
                    <a:cubicBezTo>
                      <a:pt x="967" y="906"/>
                      <a:pt x="969" y="908"/>
                      <a:pt x="969" y="911"/>
                    </a:cubicBezTo>
                    <a:cubicBezTo>
                      <a:pt x="967" y="912"/>
                      <a:pt x="965" y="912"/>
                      <a:pt x="964" y="909"/>
                    </a:cubicBezTo>
                    <a:cubicBezTo>
                      <a:pt x="963" y="907"/>
                      <a:pt x="962" y="905"/>
                      <a:pt x="960" y="904"/>
                    </a:cubicBezTo>
                    <a:cubicBezTo>
                      <a:pt x="958" y="904"/>
                      <a:pt x="957" y="905"/>
                      <a:pt x="957" y="907"/>
                    </a:cubicBezTo>
                    <a:cubicBezTo>
                      <a:pt x="957" y="909"/>
                      <a:pt x="958" y="911"/>
                      <a:pt x="960" y="913"/>
                    </a:cubicBezTo>
                    <a:cubicBezTo>
                      <a:pt x="963" y="915"/>
                      <a:pt x="968" y="916"/>
                      <a:pt x="968" y="920"/>
                    </a:cubicBezTo>
                    <a:cubicBezTo>
                      <a:pt x="968" y="922"/>
                      <a:pt x="968" y="924"/>
                      <a:pt x="968" y="925"/>
                    </a:cubicBezTo>
                    <a:cubicBezTo>
                      <a:pt x="968" y="927"/>
                      <a:pt x="969" y="929"/>
                      <a:pt x="970" y="930"/>
                    </a:cubicBezTo>
                    <a:cubicBezTo>
                      <a:pt x="977" y="937"/>
                      <a:pt x="988" y="940"/>
                      <a:pt x="996" y="945"/>
                    </a:cubicBezTo>
                    <a:cubicBezTo>
                      <a:pt x="1001" y="948"/>
                      <a:pt x="1005" y="952"/>
                      <a:pt x="1010" y="953"/>
                    </a:cubicBezTo>
                    <a:cubicBezTo>
                      <a:pt x="1016" y="955"/>
                      <a:pt x="1020" y="956"/>
                      <a:pt x="1025" y="959"/>
                    </a:cubicBezTo>
                    <a:cubicBezTo>
                      <a:pt x="1027" y="960"/>
                      <a:pt x="1029" y="962"/>
                      <a:pt x="1031" y="963"/>
                    </a:cubicBezTo>
                    <a:cubicBezTo>
                      <a:pt x="1039" y="966"/>
                      <a:pt x="1045" y="972"/>
                      <a:pt x="1051" y="977"/>
                    </a:cubicBezTo>
                    <a:cubicBezTo>
                      <a:pt x="1053" y="979"/>
                      <a:pt x="1054" y="980"/>
                      <a:pt x="1055" y="981"/>
                    </a:cubicBezTo>
                    <a:cubicBezTo>
                      <a:pt x="1059" y="984"/>
                      <a:pt x="1062" y="987"/>
                      <a:pt x="1066" y="989"/>
                    </a:cubicBezTo>
                    <a:cubicBezTo>
                      <a:pt x="1070" y="993"/>
                      <a:pt x="1074" y="995"/>
                      <a:pt x="1078" y="998"/>
                    </a:cubicBezTo>
                    <a:cubicBezTo>
                      <a:pt x="1081" y="1001"/>
                      <a:pt x="1085" y="1003"/>
                      <a:pt x="1088" y="1006"/>
                    </a:cubicBezTo>
                    <a:cubicBezTo>
                      <a:pt x="1091" y="1011"/>
                      <a:pt x="1096" y="1013"/>
                      <a:pt x="1099" y="1017"/>
                    </a:cubicBezTo>
                    <a:cubicBezTo>
                      <a:pt x="1101" y="1020"/>
                      <a:pt x="1102" y="1022"/>
                      <a:pt x="1104" y="1024"/>
                    </a:cubicBezTo>
                    <a:cubicBezTo>
                      <a:pt x="1105" y="1026"/>
                      <a:pt x="1107" y="1028"/>
                      <a:pt x="1109" y="1030"/>
                    </a:cubicBezTo>
                    <a:cubicBezTo>
                      <a:pt x="1115" y="1035"/>
                      <a:pt x="1118" y="1043"/>
                      <a:pt x="1123" y="1050"/>
                    </a:cubicBezTo>
                    <a:cubicBezTo>
                      <a:pt x="1125" y="1052"/>
                      <a:pt x="1127" y="1054"/>
                      <a:pt x="1129" y="1055"/>
                    </a:cubicBezTo>
                    <a:cubicBezTo>
                      <a:pt x="1132" y="1057"/>
                      <a:pt x="1135" y="1058"/>
                      <a:pt x="1138" y="1060"/>
                    </a:cubicBezTo>
                    <a:cubicBezTo>
                      <a:pt x="1145" y="1063"/>
                      <a:pt x="1152" y="1065"/>
                      <a:pt x="1158" y="1070"/>
                    </a:cubicBezTo>
                    <a:cubicBezTo>
                      <a:pt x="1160" y="1071"/>
                      <a:pt x="1161" y="1074"/>
                      <a:pt x="1163" y="1075"/>
                    </a:cubicBezTo>
                    <a:cubicBezTo>
                      <a:pt x="1166" y="1078"/>
                      <a:pt x="1168" y="1078"/>
                      <a:pt x="1171" y="1079"/>
                    </a:cubicBezTo>
                    <a:cubicBezTo>
                      <a:pt x="1176" y="1080"/>
                      <a:pt x="1180" y="1084"/>
                      <a:pt x="1184" y="1087"/>
                    </a:cubicBezTo>
                    <a:cubicBezTo>
                      <a:pt x="1186" y="1088"/>
                      <a:pt x="1188" y="1089"/>
                      <a:pt x="1190" y="1091"/>
                    </a:cubicBezTo>
                    <a:cubicBezTo>
                      <a:pt x="1192" y="1093"/>
                      <a:pt x="1195" y="1093"/>
                      <a:pt x="1198" y="1094"/>
                    </a:cubicBezTo>
                    <a:cubicBezTo>
                      <a:pt x="1200" y="1095"/>
                      <a:pt x="1202" y="1095"/>
                      <a:pt x="1204" y="1096"/>
                    </a:cubicBezTo>
                    <a:cubicBezTo>
                      <a:pt x="1205" y="1097"/>
                      <a:pt x="1206" y="1099"/>
                      <a:pt x="1208" y="1100"/>
                    </a:cubicBezTo>
                    <a:cubicBezTo>
                      <a:pt x="1211" y="1104"/>
                      <a:pt x="1215" y="1107"/>
                      <a:pt x="1218" y="1111"/>
                    </a:cubicBezTo>
                    <a:cubicBezTo>
                      <a:pt x="1222" y="1115"/>
                      <a:pt x="1225" y="1119"/>
                      <a:pt x="1229" y="1123"/>
                    </a:cubicBezTo>
                    <a:cubicBezTo>
                      <a:pt x="1233" y="1127"/>
                      <a:pt x="1238" y="1129"/>
                      <a:pt x="1243" y="1132"/>
                    </a:cubicBezTo>
                    <a:cubicBezTo>
                      <a:pt x="1249" y="1134"/>
                      <a:pt x="1253" y="1138"/>
                      <a:pt x="1259" y="1140"/>
                    </a:cubicBezTo>
                    <a:cubicBezTo>
                      <a:pt x="1264" y="1142"/>
                      <a:pt x="1269" y="1143"/>
                      <a:pt x="1274" y="1143"/>
                    </a:cubicBezTo>
                    <a:cubicBezTo>
                      <a:pt x="1279" y="1142"/>
                      <a:pt x="1284" y="1140"/>
                      <a:pt x="1289" y="1139"/>
                    </a:cubicBezTo>
                    <a:cubicBezTo>
                      <a:pt x="1292" y="1139"/>
                      <a:pt x="1295" y="1138"/>
                      <a:pt x="1298" y="1137"/>
                    </a:cubicBezTo>
                    <a:cubicBezTo>
                      <a:pt x="1300" y="1136"/>
                      <a:pt x="1301" y="1135"/>
                      <a:pt x="1303" y="1134"/>
                    </a:cubicBezTo>
                    <a:cubicBezTo>
                      <a:pt x="1308" y="1133"/>
                      <a:pt x="1314" y="1134"/>
                      <a:pt x="1318" y="1135"/>
                    </a:cubicBezTo>
                    <a:cubicBezTo>
                      <a:pt x="1323" y="1137"/>
                      <a:pt x="1327" y="1140"/>
                      <a:pt x="1331" y="1143"/>
                    </a:cubicBezTo>
                    <a:cubicBezTo>
                      <a:pt x="1335" y="1145"/>
                      <a:pt x="1339" y="1147"/>
                      <a:pt x="1343" y="1148"/>
                    </a:cubicBezTo>
                    <a:cubicBezTo>
                      <a:pt x="1345" y="1148"/>
                      <a:pt x="1354" y="1150"/>
                      <a:pt x="1353" y="1145"/>
                    </a:cubicBezTo>
                    <a:cubicBezTo>
                      <a:pt x="1352" y="1143"/>
                      <a:pt x="1350" y="1141"/>
                      <a:pt x="1349" y="1139"/>
                    </a:cubicBezTo>
                    <a:cubicBezTo>
                      <a:pt x="1348" y="1137"/>
                      <a:pt x="1348" y="1135"/>
                      <a:pt x="1348" y="1133"/>
                    </a:cubicBezTo>
                    <a:cubicBezTo>
                      <a:pt x="1347" y="1128"/>
                      <a:pt x="1343" y="1125"/>
                      <a:pt x="1339" y="1122"/>
                    </a:cubicBezTo>
                    <a:cubicBezTo>
                      <a:pt x="1335" y="1119"/>
                      <a:pt x="1331" y="1114"/>
                      <a:pt x="1326" y="1113"/>
                    </a:cubicBezTo>
                    <a:cubicBezTo>
                      <a:pt x="1322" y="1112"/>
                      <a:pt x="1318" y="1110"/>
                      <a:pt x="1320" y="1105"/>
                    </a:cubicBezTo>
                    <a:cubicBezTo>
                      <a:pt x="1323" y="1100"/>
                      <a:pt x="1328" y="1105"/>
                      <a:pt x="1330" y="1108"/>
                    </a:cubicBezTo>
                    <a:cubicBezTo>
                      <a:pt x="1333" y="1111"/>
                      <a:pt x="1336" y="1106"/>
                      <a:pt x="1337" y="1103"/>
                    </a:cubicBezTo>
                    <a:cubicBezTo>
                      <a:pt x="1338" y="1099"/>
                      <a:pt x="1336" y="1095"/>
                      <a:pt x="1337" y="1091"/>
                    </a:cubicBezTo>
                    <a:cubicBezTo>
                      <a:pt x="1338" y="1088"/>
                      <a:pt x="1341" y="1084"/>
                      <a:pt x="1339" y="1081"/>
                    </a:cubicBezTo>
                    <a:cubicBezTo>
                      <a:pt x="1338" y="1077"/>
                      <a:pt x="1338" y="1074"/>
                      <a:pt x="1342" y="1073"/>
                    </a:cubicBezTo>
                    <a:cubicBezTo>
                      <a:pt x="1345" y="1073"/>
                      <a:pt x="1347" y="1074"/>
                      <a:pt x="1350" y="1074"/>
                    </a:cubicBezTo>
                    <a:cubicBezTo>
                      <a:pt x="1350" y="1074"/>
                      <a:pt x="1350" y="1074"/>
                      <a:pt x="1350" y="1074"/>
                    </a:cubicBezTo>
                    <a:cubicBezTo>
                      <a:pt x="1351" y="1074"/>
                      <a:pt x="1351" y="1074"/>
                      <a:pt x="1352" y="1074"/>
                    </a:cubicBezTo>
                    <a:cubicBezTo>
                      <a:pt x="1352" y="1074"/>
                      <a:pt x="1354" y="1075"/>
                      <a:pt x="1354" y="1074"/>
                    </a:cubicBezTo>
                    <a:cubicBezTo>
                      <a:pt x="1355" y="1074"/>
                      <a:pt x="1356" y="1074"/>
                      <a:pt x="1357" y="1073"/>
                    </a:cubicBezTo>
                    <a:cubicBezTo>
                      <a:pt x="1359" y="1071"/>
                      <a:pt x="1357" y="1067"/>
                      <a:pt x="1357" y="1064"/>
                    </a:cubicBezTo>
                    <a:cubicBezTo>
                      <a:pt x="1357" y="1062"/>
                      <a:pt x="1357" y="1060"/>
                      <a:pt x="1357" y="1057"/>
                    </a:cubicBezTo>
                    <a:cubicBezTo>
                      <a:pt x="1356" y="1054"/>
                      <a:pt x="1358" y="1052"/>
                      <a:pt x="1361" y="1053"/>
                    </a:cubicBezTo>
                    <a:cubicBezTo>
                      <a:pt x="1363" y="1053"/>
                      <a:pt x="1367" y="1055"/>
                      <a:pt x="1368" y="1053"/>
                    </a:cubicBezTo>
                    <a:cubicBezTo>
                      <a:pt x="1369" y="1052"/>
                      <a:pt x="1368" y="1050"/>
                      <a:pt x="1368" y="1049"/>
                    </a:cubicBezTo>
                    <a:cubicBezTo>
                      <a:pt x="1368" y="1047"/>
                      <a:pt x="1368" y="1045"/>
                      <a:pt x="1369" y="1044"/>
                    </a:cubicBezTo>
                    <a:cubicBezTo>
                      <a:pt x="1369" y="1043"/>
                      <a:pt x="1369" y="1042"/>
                      <a:pt x="1370" y="1042"/>
                    </a:cubicBezTo>
                    <a:cubicBezTo>
                      <a:pt x="1372" y="1042"/>
                      <a:pt x="1373" y="1042"/>
                      <a:pt x="1375" y="1042"/>
                    </a:cubicBezTo>
                    <a:cubicBezTo>
                      <a:pt x="1376" y="1043"/>
                      <a:pt x="1380" y="1044"/>
                      <a:pt x="1380" y="1040"/>
                    </a:cubicBezTo>
                    <a:cubicBezTo>
                      <a:pt x="1379" y="1037"/>
                      <a:pt x="1377" y="1036"/>
                      <a:pt x="1375" y="1034"/>
                    </a:cubicBezTo>
                    <a:cubicBezTo>
                      <a:pt x="1373" y="1032"/>
                      <a:pt x="1373" y="1028"/>
                      <a:pt x="1376" y="1026"/>
                    </a:cubicBezTo>
                    <a:cubicBezTo>
                      <a:pt x="1377" y="1025"/>
                      <a:pt x="1383" y="1025"/>
                      <a:pt x="1382" y="1022"/>
                    </a:cubicBezTo>
                    <a:cubicBezTo>
                      <a:pt x="1381" y="1021"/>
                      <a:pt x="1380" y="1020"/>
                      <a:pt x="1380" y="1018"/>
                    </a:cubicBezTo>
                    <a:cubicBezTo>
                      <a:pt x="1379" y="1017"/>
                      <a:pt x="1378" y="1015"/>
                      <a:pt x="1377" y="1014"/>
                    </a:cubicBezTo>
                    <a:cubicBezTo>
                      <a:pt x="1376" y="1010"/>
                      <a:pt x="1374" y="1007"/>
                      <a:pt x="1372" y="1004"/>
                    </a:cubicBezTo>
                    <a:cubicBezTo>
                      <a:pt x="1370" y="1001"/>
                      <a:pt x="1367" y="999"/>
                      <a:pt x="1365" y="997"/>
                    </a:cubicBezTo>
                    <a:cubicBezTo>
                      <a:pt x="1363" y="994"/>
                      <a:pt x="1361" y="991"/>
                      <a:pt x="1359" y="988"/>
                    </a:cubicBezTo>
                    <a:cubicBezTo>
                      <a:pt x="1357" y="986"/>
                      <a:pt x="1354" y="984"/>
                      <a:pt x="1352" y="982"/>
                    </a:cubicBezTo>
                    <a:cubicBezTo>
                      <a:pt x="1348" y="979"/>
                      <a:pt x="1342" y="982"/>
                      <a:pt x="1339" y="978"/>
                    </a:cubicBezTo>
                    <a:cubicBezTo>
                      <a:pt x="1338" y="976"/>
                      <a:pt x="1336" y="973"/>
                      <a:pt x="1336" y="971"/>
                    </a:cubicBezTo>
                    <a:cubicBezTo>
                      <a:pt x="1337" y="967"/>
                      <a:pt x="1341" y="966"/>
                      <a:pt x="1344" y="967"/>
                    </a:cubicBezTo>
                    <a:cubicBezTo>
                      <a:pt x="1348" y="968"/>
                      <a:pt x="1350" y="970"/>
                      <a:pt x="1352" y="974"/>
                    </a:cubicBezTo>
                    <a:cubicBezTo>
                      <a:pt x="1353" y="975"/>
                      <a:pt x="1355" y="978"/>
                      <a:pt x="1357" y="977"/>
                    </a:cubicBezTo>
                    <a:cubicBezTo>
                      <a:pt x="1360" y="976"/>
                      <a:pt x="1359" y="973"/>
                      <a:pt x="1359" y="971"/>
                    </a:cubicBezTo>
                    <a:cubicBezTo>
                      <a:pt x="1358" y="968"/>
                      <a:pt x="1359" y="965"/>
                      <a:pt x="1361" y="963"/>
                    </a:cubicBezTo>
                    <a:cubicBezTo>
                      <a:pt x="1367" y="958"/>
                      <a:pt x="1368" y="971"/>
                      <a:pt x="1373" y="971"/>
                    </a:cubicBezTo>
                    <a:cubicBezTo>
                      <a:pt x="1376" y="971"/>
                      <a:pt x="1374" y="967"/>
                      <a:pt x="1373" y="965"/>
                    </a:cubicBezTo>
                    <a:cubicBezTo>
                      <a:pt x="1372" y="963"/>
                      <a:pt x="1369" y="960"/>
                      <a:pt x="1372" y="957"/>
                    </a:cubicBezTo>
                    <a:cubicBezTo>
                      <a:pt x="1374" y="955"/>
                      <a:pt x="1377" y="956"/>
                      <a:pt x="1380" y="955"/>
                    </a:cubicBezTo>
                    <a:cubicBezTo>
                      <a:pt x="1382" y="955"/>
                      <a:pt x="1384" y="954"/>
                      <a:pt x="1386" y="953"/>
                    </a:cubicBezTo>
                    <a:cubicBezTo>
                      <a:pt x="1389" y="953"/>
                      <a:pt x="1392" y="953"/>
                      <a:pt x="1394" y="955"/>
                    </a:cubicBezTo>
                    <a:cubicBezTo>
                      <a:pt x="1396" y="956"/>
                      <a:pt x="1397" y="957"/>
                      <a:pt x="1400" y="957"/>
                    </a:cubicBezTo>
                    <a:cubicBezTo>
                      <a:pt x="1403" y="957"/>
                      <a:pt x="1407" y="957"/>
                      <a:pt x="1410" y="956"/>
                    </a:cubicBezTo>
                    <a:cubicBezTo>
                      <a:pt x="1413" y="956"/>
                      <a:pt x="1413" y="954"/>
                      <a:pt x="1412" y="952"/>
                    </a:cubicBezTo>
                    <a:cubicBezTo>
                      <a:pt x="1412" y="950"/>
                      <a:pt x="1412" y="948"/>
                      <a:pt x="1414" y="948"/>
                    </a:cubicBezTo>
                    <a:cubicBezTo>
                      <a:pt x="1416" y="949"/>
                      <a:pt x="1418" y="951"/>
                      <a:pt x="1420" y="950"/>
                    </a:cubicBezTo>
                    <a:cubicBezTo>
                      <a:pt x="1423" y="949"/>
                      <a:pt x="1424" y="943"/>
                      <a:pt x="1425" y="941"/>
                    </a:cubicBezTo>
                    <a:cubicBezTo>
                      <a:pt x="1426" y="935"/>
                      <a:pt x="1420" y="930"/>
                      <a:pt x="1415" y="930"/>
                    </a:cubicBezTo>
                    <a:cubicBezTo>
                      <a:pt x="1411" y="929"/>
                      <a:pt x="1404" y="931"/>
                      <a:pt x="1401" y="928"/>
                    </a:cubicBezTo>
                    <a:cubicBezTo>
                      <a:pt x="1399" y="926"/>
                      <a:pt x="1397" y="925"/>
                      <a:pt x="1396" y="923"/>
                    </a:cubicBezTo>
                    <a:cubicBezTo>
                      <a:pt x="1395" y="920"/>
                      <a:pt x="1398" y="919"/>
                      <a:pt x="1401" y="919"/>
                    </a:cubicBezTo>
                    <a:cubicBezTo>
                      <a:pt x="1405" y="918"/>
                      <a:pt x="1409" y="919"/>
                      <a:pt x="1412" y="921"/>
                    </a:cubicBezTo>
                    <a:cubicBezTo>
                      <a:pt x="1415" y="922"/>
                      <a:pt x="1415" y="922"/>
                      <a:pt x="1418" y="921"/>
                    </a:cubicBezTo>
                    <a:cubicBezTo>
                      <a:pt x="1419" y="920"/>
                      <a:pt x="1422" y="917"/>
                      <a:pt x="1424" y="919"/>
                    </a:cubicBezTo>
                    <a:cubicBezTo>
                      <a:pt x="1426" y="920"/>
                      <a:pt x="1425" y="923"/>
                      <a:pt x="1427" y="925"/>
                    </a:cubicBezTo>
                    <a:cubicBezTo>
                      <a:pt x="1428" y="927"/>
                      <a:pt x="1430" y="924"/>
                      <a:pt x="1431" y="923"/>
                    </a:cubicBezTo>
                    <a:cubicBezTo>
                      <a:pt x="1433" y="922"/>
                      <a:pt x="1434" y="921"/>
                      <a:pt x="1436" y="922"/>
                    </a:cubicBezTo>
                    <a:cubicBezTo>
                      <a:pt x="1439" y="923"/>
                      <a:pt x="1441" y="924"/>
                      <a:pt x="1443" y="924"/>
                    </a:cubicBezTo>
                    <a:cubicBezTo>
                      <a:pt x="1444" y="923"/>
                      <a:pt x="1443" y="921"/>
                      <a:pt x="1441" y="920"/>
                    </a:cubicBezTo>
                    <a:cubicBezTo>
                      <a:pt x="1439" y="918"/>
                      <a:pt x="1437" y="916"/>
                      <a:pt x="1434" y="914"/>
                    </a:cubicBezTo>
                    <a:cubicBezTo>
                      <a:pt x="1433" y="914"/>
                      <a:pt x="1432" y="913"/>
                      <a:pt x="1431" y="913"/>
                    </a:cubicBezTo>
                    <a:cubicBezTo>
                      <a:pt x="1430" y="912"/>
                      <a:pt x="1429" y="911"/>
                      <a:pt x="1428" y="911"/>
                    </a:cubicBezTo>
                    <a:cubicBezTo>
                      <a:pt x="1426" y="909"/>
                      <a:pt x="1424" y="907"/>
                      <a:pt x="1422" y="905"/>
                    </a:cubicBezTo>
                    <a:cubicBezTo>
                      <a:pt x="1417" y="901"/>
                      <a:pt x="1412" y="897"/>
                      <a:pt x="1407" y="893"/>
                    </a:cubicBezTo>
                    <a:cubicBezTo>
                      <a:pt x="1403" y="889"/>
                      <a:pt x="1398" y="885"/>
                      <a:pt x="1394" y="881"/>
                    </a:cubicBezTo>
                    <a:cubicBezTo>
                      <a:pt x="1392" y="879"/>
                      <a:pt x="1390" y="877"/>
                      <a:pt x="1388" y="875"/>
                    </a:cubicBezTo>
                    <a:cubicBezTo>
                      <a:pt x="1387" y="875"/>
                      <a:pt x="1386" y="874"/>
                      <a:pt x="1385" y="873"/>
                    </a:cubicBezTo>
                    <a:cubicBezTo>
                      <a:pt x="1384" y="872"/>
                      <a:pt x="1384" y="870"/>
                      <a:pt x="1384" y="869"/>
                    </a:cubicBezTo>
                    <a:cubicBezTo>
                      <a:pt x="1382" y="866"/>
                      <a:pt x="1381" y="863"/>
                      <a:pt x="1377" y="862"/>
                    </a:cubicBezTo>
                    <a:cubicBezTo>
                      <a:pt x="1375" y="861"/>
                      <a:pt x="1370" y="860"/>
                      <a:pt x="1369" y="858"/>
                    </a:cubicBezTo>
                    <a:cubicBezTo>
                      <a:pt x="1368" y="857"/>
                      <a:pt x="1369" y="855"/>
                      <a:pt x="1368" y="854"/>
                    </a:cubicBezTo>
                    <a:cubicBezTo>
                      <a:pt x="1368" y="853"/>
                      <a:pt x="1367" y="852"/>
                      <a:pt x="1365" y="852"/>
                    </a:cubicBezTo>
                    <a:cubicBezTo>
                      <a:pt x="1363" y="850"/>
                      <a:pt x="1359" y="851"/>
                      <a:pt x="1356" y="851"/>
                    </a:cubicBezTo>
                    <a:cubicBezTo>
                      <a:pt x="1353" y="851"/>
                      <a:pt x="1350" y="851"/>
                      <a:pt x="1348" y="850"/>
                    </a:cubicBezTo>
                    <a:cubicBezTo>
                      <a:pt x="1345" y="849"/>
                      <a:pt x="1344" y="846"/>
                      <a:pt x="1342" y="844"/>
                    </a:cubicBezTo>
                    <a:cubicBezTo>
                      <a:pt x="1341" y="841"/>
                      <a:pt x="1338" y="840"/>
                      <a:pt x="1336" y="838"/>
                    </a:cubicBezTo>
                    <a:cubicBezTo>
                      <a:pt x="1334" y="836"/>
                      <a:pt x="1333" y="834"/>
                      <a:pt x="1331" y="832"/>
                    </a:cubicBezTo>
                    <a:cubicBezTo>
                      <a:pt x="1329" y="830"/>
                      <a:pt x="1326" y="827"/>
                      <a:pt x="1325" y="824"/>
                    </a:cubicBezTo>
                    <a:cubicBezTo>
                      <a:pt x="1323" y="822"/>
                      <a:pt x="1323" y="818"/>
                      <a:pt x="1321" y="817"/>
                    </a:cubicBezTo>
                    <a:cubicBezTo>
                      <a:pt x="1320" y="816"/>
                      <a:pt x="1319" y="816"/>
                      <a:pt x="1318" y="816"/>
                    </a:cubicBezTo>
                    <a:cubicBezTo>
                      <a:pt x="1315" y="815"/>
                      <a:pt x="1312" y="814"/>
                      <a:pt x="1309" y="813"/>
                    </a:cubicBezTo>
                    <a:cubicBezTo>
                      <a:pt x="1306" y="813"/>
                      <a:pt x="1304" y="812"/>
                      <a:pt x="1301" y="811"/>
                    </a:cubicBezTo>
                    <a:cubicBezTo>
                      <a:pt x="1299" y="811"/>
                      <a:pt x="1298" y="810"/>
                      <a:pt x="1296" y="809"/>
                    </a:cubicBezTo>
                    <a:cubicBezTo>
                      <a:pt x="1295" y="809"/>
                      <a:pt x="1294" y="808"/>
                      <a:pt x="1293" y="806"/>
                    </a:cubicBezTo>
                    <a:cubicBezTo>
                      <a:pt x="1292" y="806"/>
                      <a:pt x="1291" y="805"/>
                      <a:pt x="1291" y="804"/>
                    </a:cubicBezTo>
                    <a:cubicBezTo>
                      <a:pt x="1290" y="803"/>
                      <a:pt x="1290" y="802"/>
                      <a:pt x="1289" y="801"/>
                    </a:cubicBezTo>
                    <a:cubicBezTo>
                      <a:pt x="1288" y="800"/>
                      <a:pt x="1287" y="798"/>
                      <a:pt x="1286" y="797"/>
                    </a:cubicBezTo>
                    <a:cubicBezTo>
                      <a:pt x="1285" y="796"/>
                      <a:pt x="1284" y="795"/>
                      <a:pt x="1283" y="794"/>
                    </a:cubicBezTo>
                    <a:cubicBezTo>
                      <a:pt x="1281" y="792"/>
                      <a:pt x="1278" y="790"/>
                      <a:pt x="1276" y="788"/>
                    </a:cubicBezTo>
                    <a:cubicBezTo>
                      <a:pt x="1275" y="786"/>
                      <a:pt x="1274" y="784"/>
                      <a:pt x="1273" y="782"/>
                    </a:cubicBezTo>
                    <a:cubicBezTo>
                      <a:pt x="1273" y="780"/>
                      <a:pt x="1273" y="778"/>
                      <a:pt x="1273" y="776"/>
                    </a:cubicBezTo>
                    <a:cubicBezTo>
                      <a:pt x="1273" y="776"/>
                      <a:pt x="1273" y="775"/>
                      <a:pt x="1273" y="775"/>
                    </a:cubicBezTo>
                    <a:cubicBezTo>
                      <a:pt x="1273" y="775"/>
                      <a:pt x="1273" y="774"/>
                      <a:pt x="1273" y="774"/>
                    </a:cubicBezTo>
                    <a:cubicBezTo>
                      <a:pt x="1272" y="773"/>
                      <a:pt x="1272" y="772"/>
                      <a:pt x="1271" y="772"/>
                    </a:cubicBezTo>
                    <a:cubicBezTo>
                      <a:pt x="1270" y="771"/>
                      <a:pt x="1269" y="771"/>
                      <a:pt x="1268" y="769"/>
                    </a:cubicBezTo>
                    <a:cubicBezTo>
                      <a:pt x="1268" y="768"/>
                      <a:pt x="1268" y="767"/>
                      <a:pt x="1267" y="765"/>
                    </a:cubicBezTo>
                    <a:cubicBezTo>
                      <a:pt x="1267" y="763"/>
                      <a:pt x="1267" y="760"/>
                      <a:pt x="1267" y="758"/>
                    </a:cubicBezTo>
                    <a:cubicBezTo>
                      <a:pt x="1267" y="755"/>
                      <a:pt x="1267" y="753"/>
                      <a:pt x="1267" y="750"/>
                    </a:cubicBezTo>
                    <a:cubicBezTo>
                      <a:pt x="1266" y="745"/>
                      <a:pt x="1265" y="741"/>
                      <a:pt x="1263" y="737"/>
                    </a:cubicBezTo>
                    <a:cubicBezTo>
                      <a:pt x="1261" y="733"/>
                      <a:pt x="1259" y="730"/>
                      <a:pt x="1257" y="726"/>
                    </a:cubicBezTo>
                    <a:cubicBezTo>
                      <a:pt x="1255" y="721"/>
                      <a:pt x="1252" y="717"/>
                      <a:pt x="1249" y="712"/>
                    </a:cubicBezTo>
                    <a:cubicBezTo>
                      <a:pt x="1248" y="709"/>
                      <a:pt x="1246" y="706"/>
                      <a:pt x="1243" y="704"/>
                    </a:cubicBezTo>
                    <a:cubicBezTo>
                      <a:pt x="1240" y="700"/>
                      <a:pt x="1237" y="696"/>
                      <a:pt x="1235" y="691"/>
                    </a:cubicBezTo>
                    <a:cubicBezTo>
                      <a:pt x="1235" y="689"/>
                      <a:pt x="1234" y="686"/>
                      <a:pt x="1232" y="684"/>
                    </a:cubicBezTo>
                    <a:cubicBezTo>
                      <a:pt x="1231" y="683"/>
                      <a:pt x="1230" y="681"/>
                      <a:pt x="1229" y="680"/>
                    </a:cubicBezTo>
                    <a:cubicBezTo>
                      <a:pt x="1228" y="677"/>
                      <a:pt x="1227" y="674"/>
                      <a:pt x="1225" y="671"/>
                    </a:cubicBezTo>
                    <a:cubicBezTo>
                      <a:pt x="1223" y="668"/>
                      <a:pt x="1222" y="663"/>
                      <a:pt x="1219" y="660"/>
                    </a:cubicBezTo>
                    <a:cubicBezTo>
                      <a:pt x="1217" y="657"/>
                      <a:pt x="1214" y="655"/>
                      <a:pt x="1212" y="651"/>
                    </a:cubicBezTo>
                    <a:cubicBezTo>
                      <a:pt x="1211" y="648"/>
                      <a:pt x="1209" y="646"/>
                      <a:pt x="1208" y="643"/>
                    </a:cubicBezTo>
                    <a:cubicBezTo>
                      <a:pt x="1207" y="642"/>
                      <a:pt x="1207" y="640"/>
                      <a:pt x="1206" y="639"/>
                    </a:cubicBezTo>
                    <a:cubicBezTo>
                      <a:pt x="1204" y="636"/>
                      <a:pt x="1202" y="634"/>
                      <a:pt x="1198" y="632"/>
                    </a:cubicBezTo>
                    <a:cubicBezTo>
                      <a:pt x="1196" y="631"/>
                      <a:pt x="1194" y="628"/>
                      <a:pt x="1192" y="626"/>
                    </a:cubicBezTo>
                    <a:cubicBezTo>
                      <a:pt x="1191" y="625"/>
                      <a:pt x="1189" y="623"/>
                      <a:pt x="1187" y="622"/>
                    </a:cubicBezTo>
                    <a:cubicBezTo>
                      <a:pt x="1185" y="620"/>
                      <a:pt x="1182" y="617"/>
                      <a:pt x="1178" y="617"/>
                    </a:cubicBezTo>
                    <a:cubicBezTo>
                      <a:pt x="1174" y="616"/>
                      <a:pt x="1171" y="613"/>
                      <a:pt x="1167" y="612"/>
                    </a:cubicBezTo>
                    <a:cubicBezTo>
                      <a:pt x="1166" y="612"/>
                      <a:pt x="1164" y="611"/>
                      <a:pt x="1162" y="611"/>
                    </a:cubicBezTo>
                    <a:cubicBezTo>
                      <a:pt x="1161" y="611"/>
                      <a:pt x="1160" y="611"/>
                      <a:pt x="1159" y="611"/>
                    </a:cubicBezTo>
                    <a:cubicBezTo>
                      <a:pt x="1158" y="610"/>
                      <a:pt x="1156" y="609"/>
                      <a:pt x="1155" y="609"/>
                    </a:cubicBezTo>
                    <a:cubicBezTo>
                      <a:pt x="1152" y="606"/>
                      <a:pt x="1148" y="604"/>
                      <a:pt x="1146" y="600"/>
                    </a:cubicBezTo>
                    <a:cubicBezTo>
                      <a:pt x="1145" y="598"/>
                      <a:pt x="1144" y="596"/>
                      <a:pt x="1143" y="594"/>
                    </a:cubicBezTo>
                    <a:cubicBezTo>
                      <a:pt x="1141" y="592"/>
                      <a:pt x="1139" y="591"/>
                      <a:pt x="1138" y="588"/>
                    </a:cubicBezTo>
                    <a:cubicBezTo>
                      <a:pt x="1138" y="587"/>
                      <a:pt x="1138" y="586"/>
                      <a:pt x="1137" y="585"/>
                    </a:cubicBezTo>
                    <a:cubicBezTo>
                      <a:pt x="1135" y="581"/>
                      <a:pt x="1133" y="577"/>
                      <a:pt x="1133" y="571"/>
                    </a:cubicBezTo>
                    <a:cubicBezTo>
                      <a:pt x="1132" y="569"/>
                      <a:pt x="1133" y="567"/>
                      <a:pt x="1133" y="565"/>
                    </a:cubicBezTo>
                    <a:cubicBezTo>
                      <a:pt x="1133" y="563"/>
                      <a:pt x="1133" y="560"/>
                      <a:pt x="1133" y="557"/>
                    </a:cubicBezTo>
                    <a:cubicBezTo>
                      <a:pt x="1133" y="552"/>
                      <a:pt x="1130" y="547"/>
                      <a:pt x="1127" y="543"/>
                    </a:cubicBezTo>
                    <a:cubicBezTo>
                      <a:pt x="1126" y="541"/>
                      <a:pt x="1124" y="539"/>
                      <a:pt x="1122" y="538"/>
                    </a:cubicBezTo>
                    <a:cubicBezTo>
                      <a:pt x="1121" y="538"/>
                      <a:pt x="1119" y="538"/>
                      <a:pt x="1117" y="537"/>
                    </a:cubicBezTo>
                    <a:cubicBezTo>
                      <a:pt x="1115" y="537"/>
                      <a:pt x="1114" y="536"/>
                      <a:pt x="1113" y="535"/>
                    </a:cubicBezTo>
                    <a:cubicBezTo>
                      <a:pt x="1111" y="536"/>
                      <a:pt x="1108" y="535"/>
                      <a:pt x="1106" y="534"/>
                    </a:cubicBezTo>
                    <a:cubicBezTo>
                      <a:pt x="1105" y="534"/>
                      <a:pt x="1102" y="533"/>
                      <a:pt x="1103" y="531"/>
                    </a:cubicBezTo>
                    <a:cubicBezTo>
                      <a:pt x="1103" y="530"/>
                      <a:pt x="1106" y="529"/>
                      <a:pt x="1104" y="528"/>
                    </a:cubicBezTo>
                    <a:cubicBezTo>
                      <a:pt x="1102" y="526"/>
                      <a:pt x="1101" y="526"/>
                      <a:pt x="1099" y="526"/>
                    </a:cubicBezTo>
                    <a:cubicBezTo>
                      <a:pt x="1097" y="525"/>
                      <a:pt x="1096" y="526"/>
                      <a:pt x="1094" y="526"/>
                    </a:cubicBezTo>
                    <a:cubicBezTo>
                      <a:pt x="1094" y="524"/>
                      <a:pt x="1096" y="521"/>
                      <a:pt x="1094" y="521"/>
                    </a:cubicBezTo>
                    <a:cubicBezTo>
                      <a:pt x="1094" y="520"/>
                      <a:pt x="1090" y="521"/>
                      <a:pt x="1090" y="521"/>
                    </a:cubicBezTo>
                    <a:cubicBezTo>
                      <a:pt x="1088" y="521"/>
                      <a:pt x="1087" y="523"/>
                      <a:pt x="1087" y="524"/>
                    </a:cubicBezTo>
                    <a:cubicBezTo>
                      <a:pt x="1087" y="526"/>
                      <a:pt x="1088" y="528"/>
                      <a:pt x="1085" y="528"/>
                    </a:cubicBezTo>
                    <a:cubicBezTo>
                      <a:pt x="1083" y="528"/>
                      <a:pt x="1082" y="527"/>
                      <a:pt x="1080" y="526"/>
                    </a:cubicBezTo>
                    <a:cubicBezTo>
                      <a:pt x="1079" y="525"/>
                      <a:pt x="1078" y="525"/>
                      <a:pt x="1076" y="524"/>
                    </a:cubicBezTo>
                    <a:cubicBezTo>
                      <a:pt x="1075" y="524"/>
                      <a:pt x="1074" y="523"/>
                      <a:pt x="1073" y="521"/>
                    </a:cubicBezTo>
                    <a:cubicBezTo>
                      <a:pt x="1072" y="519"/>
                      <a:pt x="1072" y="518"/>
                      <a:pt x="1070" y="516"/>
                    </a:cubicBezTo>
                    <a:cubicBezTo>
                      <a:pt x="1069" y="515"/>
                      <a:pt x="1067" y="514"/>
                      <a:pt x="1066" y="512"/>
                    </a:cubicBezTo>
                    <a:cubicBezTo>
                      <a:pt x="1065" y="511"/>
                      <a:pt x="1065" y="511"/>
                      <a:pt x="1064" y="510"/>
                    </a:cubicBezTo>
                    <a:cubicBezTo>
                      <a:pt x="1062" y="509"/>
                      <a:pt x="1061" y="508"/>
                      <a:pt x="1060" y="508"/>
                    </a:cubicBezTo>
                    <a:cubicBezTo>
                      <a:pt x="1058" y="507"/>
                      <a:pt x="1058" y="505"/>
                      <a:pt x="1057" y="504"/>
                    </a:cubicBezTo>
                    <a:cubicBezTo>
                      <a:pt x="1056" y="502"/>
                      <a:pt x="1054" y="500"/>
                      <a:pt x="1053" y="498"/>
                    </a:cubicBezTo>
                    <a:cubicBezTo>
                      <a:pt x="1052" y="495"/>
                      <a:pt x="1052" y="492"/>
                      <a:pt x="1050" y="491"/>
                    </a:cubicBezTo>
                    <a:cubicBezTo>
                      <a:pt x="1048" y="489"/>
                      <a:pt x="1046" y="489"/>
                      <a:pt x="1043" y="488"/>
                    </a:cubicBezTo>
                    <a:cubicBezTo>
                      <a:pt x="1041" y="486"/>
                      <a:pt x="1038" y="486"/>
                      <a:pt x="1035" y="484"/>
                    </a:cubicBezTo>
                    <a:cubicBezTo>
                      <a:pt x="1032" y="481"/>
                      <a:pt x="1029" y="478"/>
                      <a:pt x="1026" y="474"/>
                    </a:cubicBezTo>
                    <a:cubicBezTo>
                      <a:pt x="1024" y="471"/>
                      <a:pt x="1021" y="469"/>
                      <a:pt x="1018" y="466"/>
                    </a:cubicBezTo>
                    <a:cubicBezTo>
                      <a:pt x="1015" y="464"/>
                      <a:pt x="1014" y="460"/>
                      <a:pt x="1011" y="458"/>
                    </a:cubicBezTo>
                    <a:cubicBezTo>
                      <a:pt x="1011" y="458"/>
                      <a:pt x="1012" y="459"/>
                      <a:pt x="1011" y="459"/>
                    </a:cubicBezTo>
                    <a:cubicBezTo>
                      <a:pt x="1010" y="458"/>
                      <a:pt x="1010" y="458"/>
                      <a:pt x="1009" y="458"/>
                    </a:cubicBezTo>
                    <a:cubicBezTo>
                      <a:pt x="1008" y="457"/>
                      <a:pt x="1007" y="456"/>
                      <a:pt x="1005" y="456"/>
                    </a:cubicBezTo>
                    <a:cubicBezTo>
                      <a:pt x="1003" y="455"/>
                      <a:pt x="1001" y="455"/>
                      <a:pt x="998" y="455"/>
                    </a:cubicBezTo>
                    <a:cubicBezTo>
                      <a:pt x="996" y="456"/>
                      <a:pt x="994" y="457"/>
                      <a:pt x="992" y="457"/>
                    </a:cubicBezTo>
                    <a:cubicBezTo>
                      <a:pt x="990" y="457"/>
                      <a:pt x="987" y="456"/>
                      <a:pt x="985" y="456"/>
                    </a:cubicBezTo>
                    <a:cubicBezTo>
                      <a:pt x="982" y="456"/>
                      <a:pt x="978" y="455"/>
                      <a:pt x="976" y="453"/>
                    </a:cubicBezTo>
                    <a:cubicBezTo>
                      <a:pt x="974" y="451"/>
                      <a:pt x="974" y="449"/>
                      <a:pt x="972" y="447"/>
                    </a:cubicBezTo>
                    <a:cubicBezTo>
                      <a:pt x="971" y="445"/>
                      <a:pt x="968" y="444"/>
                      <a:pt x="966" y="441"/>
                    </a:cubicBezTo>
                    <a:cubicBezTo>
                      <a:pt x="965" y="440"/>
                      <a:pt x="963" y="439"/>
                      <a:pt x="961" y="437"/>
                    </a:cubicBezTo>
                    <a:cubicBezTo>
                      <a:pt x="961" y="436"/>
                      <a:pt x="961" y="435"/>
                      <a:pt x="961" y="434"/>
                    </a:cubicBezTo>
                    <a:cubicBezTo>
                      <a:pt x="959" y="432"/>
                      <a:pt x="958" y="432"/>
                      <a:pt x="956" y="431"/>
                    </a:cubicBezTo>
                    <a:cubicBezTo>
                      <a:pt x="953" y="431"/>
                      <a:pt x="950" y="429"/>
                      <a:pt x="949" y="427"/>
                    </a:cubicBezTo>
                    <a:cubicBezTo>
                      <a:pt x="948" y="426"/>
                      <a:pt x="948" y="425"/>
                      <a:pt x="947" y="424"/>
                    </a:cubicBezTo>
                    <a:cubicBezTo>
                      <a:pt x="946" y="422"/>
                      <a:pt x="945" y="421"/>
                      <a:pt x="944" y="419"/>
                    </a:cubicBezTo>
                    <a:cubicBezTo>
                      <a:pt x="943" y="417"/>
                      <a:pt x="942" y="417"/>
                      <a:pt x="940" y="416"/>
                    </a:cubicBezTo>
                    <a:cubicBezTo>
                      <a:pt x="939" y="415"/>
                      <a:pt x="938" y="414"/>
                      <a:pt x="937" y="413"/>
                    </a:cubicBezTo>
                    <a:cubicBezTo>
                      <a:pt x="933" y="412"/>
                      <a:pt x="930" y="410"/>
                      <a:pt x="927" y="409"/>
                    </a:cubicBezTo>
                    <a:cubicBezTo>
                      <a:pt x="923" y="408"/>
                      <a:pt x="921" y="406"/>
                      <a:pt x="917" y="405"/>
                    </a:cubicBezTo>
                    <a:cubicBezTo>
                      <a:pt x="915" y="404"/>
                      <a:pt x="912" y="404"/>
                      <a:pt x="910" y="403"/>
                    </a:cubicBezTo>
                    <a:cubicBezTo>
                      <a:pt x="907" y="402"/>
                      <a:pt x="904" y="401"/>
                      <a:pt x="901" y="400"/>
                    </a:cubicBezTo>
                    <a:cubicBezTo>
                      <a:pt x="899" y="399"/>
                      <a:pt x="896" y="398"/>
                      <a:pt x="894" y="396"/>
                    </a:cubicBezTo>
                    <a:cubicBezTo>
                      <a:pt x="893" y="395"/>
                      <a:pt x="891" y="395"/>
                      <a:pt x="889" y="394"/>
                    </a:cubicBezTo>
                    <a:cubicBezTo>
                      <a:pt x="889" y="394"/>
                      <a:pt x="888" y="394"/>
                      <a:pt x="887" y="393"/>
                    </a:cubicBezTo>
                    <a:cubicBezTo>
                      <a:pt x="884" y="392"/>
                      <a:pt x="881" y="390"/>
                      <a:pt x="879" y="388"/>
                    </a:cubicBezTo>
                    <a:cubicBezTo>
                      <a:pt x="878" y="387"/>
                      <a:pt x="877" y="387"/>
                      <a:pt x="876" y="387"/>
                    </a:cubicBezTo>
                    <a:cubicBezTo>
                      <a:pt x="874" y="386"/>
                      <a:pt x="873" y="385"/>
                      <a:pt x="872" y="385"/>
                    </a:cubicBezTo>
                    <a:cubicBezTo>
                      <a:pt x="870" y="385"/>
                      <a:pt x="868" y="387"/>
                      <a:pt x="867" y="388"/>
                    </a:cubicBezTo>
                    <a:cubicBezTo>
                      <a:pt x="865" y="390"/>
                      <a:pt x="864" y="393"/>
                      <a:pt x="862" y="395"/>
                    </a:cubicBezTo>
                    <a:cubicBezTo>
                      <a:pt x="860" y="398"/>
                      <a:pt x="859" y="400"/>
                      <a:pt x="857" y="403"/>
                    </a:cubicBezTo>
                    <a:cubicBezTo>
                      <a:pt x="855" y="405"/>
                      <a:pt x="852" y="405"/>
                      <a:pt x="850" y="406"/>
                    </a:cubicBezTo>
                    <a:cubicBezTo>
                      <a:pt x="848" y="406"/>
                      <a:pt x="847" y="406"/>
                      <a:pt x="845" y="407"/>
                    </a:cubicBezTo>
                    <a:cubicBezTo>
                      <a:pt x="844" y="408"/>
                      <a:pt x="843" y="410"/>
                      <a:pt x="841" y="411"/>
                    </a:cubicBezTo>
                    <a:cubicBezTo>
                      <a:pt x="841" y="412"/>
                      <a:pt x="840" y="413"/>
                      <a:pt x="840" y="414"/>
                    </a:cubicBezTo>
                    <a:cubicBezTo>
                      <a:pt x="839" y="415"/>
                      <a:pt x="838" y="416"/>
                      <a:pt x="837" y="416"/>
                    </a:cubicBezTo>
                    <a:cubicBezTo>
                      <a:pt x="836" y="416"/>
                      <a:pt x="836" y="416"/>
                      <a:pt x="835" y="416"/>
                    </a:cubicBezTo>
                    <a:cubicBezTo>
                      <a:pt x="834" y="416"/>
                      <a:pt x="834" y="416"/>
                      <a:pt x="833" y="417"/>
                    </a:cubicBezTo>
                    <a:cubicBezTo>
                      <a:pt x="832" y="418"/>
                      <a:pt x="830" y="418"/>
                      <a:pt x="829" y="419"/>
                    </a:cubicBezTo>
                    <a:cubicBezTo>
                      <a:pt x="826" y="421"/>
                      <a:pt x="825" y="423"/>
                      <a:pt x="823" y="426"/>
                    </a:cubicBezTo>
                    <a:cubicBezTo>
                      <a:pt x="822" y="427"/>
                      <a:pt x="821" y="429"/>
                      <a:pt x="819" y="430"/>
                    </a:cubicBezTo>
                    <a:cubicBezTo>
                      <a:pt x="819" y="430"/>
                      <a:pt x="818" y="431"/>
                      <a:pt x="817" y="431"/>
                    </a:cubicBezTo>
                    <a:cubicBezTo>
                      <a:pt x="816" y="431"/>
                      <a:pt x="816" y="431"/>
                      <a:pt x="815" y="431"/>
                    </a:cubicBezTo>
                    <a:cubicBezTo>
                      <a:pt x="814" y="431"/>
                      <a:pt x="813" y="431"/>
                      <a:pt x="813" y="431"/>
                    </a:cubicBezTo>
                    <a:cubicBezTo>
                      <a:pt x="811" y="431"/>
                      <a:pt x="810" y="432"/>
                      <a:pt x="808" y="433"/>
                    </a:cubicBezTo>
                    <a:cubicBezTo>
                      <a:pt x="808" y="434"/>
                      <a:pt x="807" y="434"/>
                      <a:pt x="807" y="435"/>
                    </a:cubicBezTo>
                    <a:cubicBezTo>
                      <a:pt x="806" y="436"/>
                      <a:pt x="806" y="436"/>
                      <a:pt x="806" y="437"/>
                    </a:cubicBezTo>
                    <a:cubicBezTo>
                      <a:pt x="805" y="438"/>
                      <a:pt x="804" y="438"/>
                      <a:pt x="803" y="438"/>
                    </a:cubicBezTo>
                    <a:cubicBezTo>
                      <a:pt x="802" y="439"/>
                      <a:pt x="801" y="440"/>
                      <a:pt x="799" y="441"/>
                    </a:cubicBezTo>
                    <a:cubicBezTo>
                      <a:pt x="796" y="443"/>
                      <a:pt x="792" y="443"/>
                      <a:pt x="789" y="443"/>
                    </a:cubicBezTo>
                    <a:cubicBezTo>
                      <a:pt x="784" y="442"/>
                      <a:pt x="778" y="440"/>
                      <a:pt x="774" y="445"/>
                    </a:cubicBezTo>
                    <a:cubicBezTo>
                      <a:pt x="772" y="449"/>
                      <a:pt x="774" y="454"/>
                      <a:pt x="777" y="456"/>
                    </a:cubicBezTo>
                    <a:cubicBezTo>
                      <a:pt x="781" y="459"/>
                      <a:pt x="786" y="459"/>
                      <a:pt x="790" y="460"/>
                    </a:cubicBezTo>
                    <a:cubicBezTo>
                      <a:pt x="793" y="461"/>
                      <a:pt x="797" y="462"/>
                      <a:pt x="800" y="464"/>
                    </a:cubicBezTo>
                    <a:cubicBezTo>
                      <a:pt x="801" y="465"/>
                      <a:pt x="803" y="466"/>
                      <a:pt x="802" y="467"/>
                    </a:cubicBezTo>
                    <a:cubicBezTo>
                      <a:pt x="801" y="468"/>
                      <a:pt x="797" y="468"/>
                      <a:pt x="796" y="468"/>
                    </a:cubicBezTo>
                    <a:cubicBezTo>
                      <a:pt x="794" y="469"/>
                      <a:pt x="790" y="469"/>
                      <a:pt x="790" y="470"/>
                    </a:cubicBezTo>
                    <a:cubicBezTo>
                      <a:pt x="789" y="471"/>
                      <a:pt x="792" y="473"/>
                      <a:pt x="793" y="473"/>
                    </a:cubicBezTo>
                    <a:cubicBezTo>
                      <a:pt x="794" y="475"/>
                      <a:pt x="797" y="476"/>
                      <a:pt x="796" y="479"/>
                    </a:cubicBezTo>
                    <a:cubicBezTo>
                      <a:pt x="795" y="481"/>
                      <a:pt x="792" y="482"/>
                      <a:pt x="790" y="483"/>
                    </a:cubicBezTo>
                    <a:cubicBezTo>
                      <a:pt x="788" y="483"/>
                      <a:pt x="785" y="483"/>
                      <a:pt x="783" y="482"/>
                    </a:cubicBezTo>
                    <a:cubicBezTo>
                      <a:pt x="781" y="481"/>
                      <a:pt x="780" y="479"/>
                      <a:pt x="779" y="478"/>
                    </a:cubicBezTo>
                    <a:cubicBezTo>
                      <a:pt x="777" y="474"/>
                      <a:pt x="774" y="474"/>
                      <a:pt x="770" y="475"/>
                    </a:cubicBezTo>
                    <a:cubicBezTo>
                      <a:pt x="766" y="477"/>
                      <a:pt x="762" y="477"/>
                      <a:pt x="759" y="474"/>
                    </a:cubicBezTo>
                    <a:cubicBezTo>
                      <a:pt x="756" y="472"/>
                      <a:pt x="757" y="470"/>
                      <a:pt x="756" y="467"/>
                    </a:cubicBezTo>
                    <a:cubicBezTo>
                      <a:pt x="755" y="465"/>
                      <a:pt x="751" y="461"/>
                      <a:pt x="755" y="460"/>
                    </a:cubicBezTo>
                    <a:cubicBezTo>
                      <a:pt x="757" y="459"/>
                      <a:pt x="770" y="460"/>
                      <a:pt x="770" y="457"/>
                    </a:cubicBezTo>
                    <a:cubicBezTo>
                      <a:pt x="770" y="456"/>
                      <a:pt x="766" y="454"/>
                      <a:pt x="765" y="453"/>
                    </a:cubicBezTo>
                    <a:cubicBezTo>
                      <a:pt x="763" y="452"/>
                      <a:pt x="761" y="451"/>
                      <a:pt x="759" y="449"/>
                    </a:cubicBezTo>
                    <a:cubicBezTo>
                      <a:pt x="756" y="447"/>
                      <a:pt x="756" y="443"/>
                      <a:pt x="757" y="440"/>
                    </a:cubicBezTo>
                    <a:cubicBezTo>
                      <a:pt x="760" y="435"/>
                      <a:pt x="767" y="436"/>
                      <a:pt x="772" y="438"/>
                    </a:cubicBezTo>
                    <a:cubicBezTo>
                      <a:pt x="775" y="439"/>
                      <a:pt x="778" y="440"/>
                      <a:pt x="781" y="441"/>
                    </a:cubicBezTo>
                    <a:cubicBezTo>
                      <a:pt x="784" y="441"/>
                      <a:pt x="787" y="440"/>
                      <a:pt x="790" y="438"/>
                    </a:cubicBezTo>
                    <a:cubicBezTo>
                      <a:pt x="793" y="436"/>
                      <a:pt x="796" y="434"/>
                      <a:pt x="799" y="431"/>
                    </a:cubicBezTo>
                    <a:cubicBezTo>
                      <a:pt x="800" y="430"/>
                      <a:pt x="802" y="428"/>
                      <a:pt x="804" y="427"/>
                    </a:cubicBezTo>
                    <a:cubicBezTo>
                      <a:pt x="805" y="427"/>
                      <a:pt x="807" y="428"/>
                      <a:pt x="808" y="428"/>
                    </a:cubicBezTo>
                    <a:cubicBezTo>
                      <a:pt x="810" y="429"/>
                      <a:pt x="812" y="429"/>
                      <a:pt x="814" y="428"/>
                    </a:cubicBezTo>
                    <a:cubicBezTo>
                      <a:pt x="818" y="427"/>
                      <a:pt x="821" y="424"/>
                      <a:pt x="824" y="421"/>
                    </a:cubicBezTo>
                    <a:cubicBezTo>
                      <a:pt x="827" y="418"/>
                      <a:pt x="829" y="416"/>
                      <a:pt x="833" y="415"/>
                    </a:cubicBezTo>
                    <a:cubicBezTo>
                      <a:pt x="835" y="414"/>
                      <a:pt x="837" y="413"/>
                      <a:pt x="839" y="411"/>
                    </a:cubicBezTo>
                    <a:cubicBezTo>
                      <a:pt x="841" y="409"/>
                      <a:pt x="842" y="406"/>
                      <a:pt x="844" y="404"/>
                    </a:cubicBezTo>
                    <a:cubicBezTo>
                      <a:pt x="848" y="401"/>
                      <a:pt x="854" y="404"/>
                      <a:pt x="857" y="398"/>
                    </a:cubicBezTo>
                    <a:cubicBezTo>
                      <a:pt x="858" y="396"/>
                      <a:pt x="859" y="393"/>
                      <a:pt x="858" y="391"/>
                    </a:cubicBezTo>
                    <a:cubicBezTo>
                      <a:pt x="857" y="389"/>
                      <a:pt x="855" y="387"/>
                      <a:pt x="853" y="386"/>
                    </a:cubicBezTo>
                    <a:cubicBezTo>
                      <a:pt x="851" y="385"/>
                      <a:pt x="848" y="383"/>
                      <a:pt x="849" y="381"/>
                    </a:cubicBezTo>
                    <a:cubicBezTo>
                      <a:pt x="849" y="379"/>
                      <a:pt x="851" y="378"/>
                      <a:pt x="851" y="376"/>
                    </a:cubicBezTo>
                    <a:cubicBezTo>
                      <a:pt x="850" y="374"/>
                      <a:pt x="847" y="372"/>
                      <a:pt x="846" y="371"/>
                    </a:cubicBezTo>
                    <a:cubicBezTo>
                      <a:pt x="844" y="369"/>
                      <a:pt x="842" y="367"/>
                      <a:pt x="842" y="364"/>
                    </a:cubicBezTo>
                    <a:cubicBezTo>
                      <a:pt x="841" y="363"/>
                      <a:pt x="840" y="359"/>
                      <a:pt x="841" y="357"/>
                    </a:cubicBezTo>
                    <a:cubicBezTo>
                      <a:pt x="842" y="356"/>
                      <a:pt x="844" y="358"/>
                      <a:pt x="845" y="359"/>
                    </a:cubicBezTo>
                    <a:cubicBezTo>
                      <a:pt x="850" y="363"/>
                      <a:pt x="856" y="367"/>
                      <a:pt x="860" y="372"/>
                    </a:cubicBezTo>
                    <a:cubicBezTo>
                      <a:pt x="862" y="374"/>
                      <a:pt x="863" y="376"/>
                      <a:pt x="865" y="377"/>
                    </a:cubicBezTo>
                    <a:cubicBezTo>
                      <a:pt x="868" y="378"/>
                      <a:pt x="871" y="378"/>
                      <a:pt x="873" y="378"/>
                    </a:cubicBezTo>
                    <a:cubicBezTo>
                      <a:pt x="876" y="379"/>
                      <a:pt x="879" y="381"/>
                      <a:pt x="881" y="383"/>
                    </a:cubicBezTo>
                    <a:cubicBezTo>
                      <a:pt x="882" y="385"/>
                      <a:pt x="884" y="387"/>
                      <a:pt x="887" y="387"/>
                    </a:cubicBezTo>
                    <a:cubicBezTo>
                      <a:pt x="890" y="388"/>
                      <a:pt x="893" y="387"/>
                      <a:pt x="896" y="389"/>
                    </a:cubicBezTo>
                    <a:cubicBezTo>
                      <a:pt x="897" y="389"/>
                      <a:pt x="898" y="390"/>
                      <a:pt x="899" y="390"/>
                    </a:cubicBezTo>
                    <a:cubicBezTo>
                      <a:pt x="902" y="391"/>
                      <a:pt x="904" y="392"/>
                      <a:pt x="907" y="393"/>
                    </a:cubicBezTo>
                    <a:cubicBezTo>
                      <a:pt x="909" y="394"/>
                      <a:pt x="912" y="395"/>
                      <a:pt x="914" y="397"/>
                    </a:cubicBezTo>
                    <a:cubicBezTo>
                      <a:pt x="916" y="398"/>
                      <a:pt x="917" y="400"/>
                      <a:pt x="920" y="400"/>
                    </a:cubicBezTo>
                    <a:cubicBezTo>
                      <a:pt x="922" y="401"/>
                      <a:pt x="924" y="402"/>
                      <a:pt x="926" y="404"/>
                    </a:cubicBezTo>
                    <a:cubicBezTo>
                      <a:pt x="928" y="405"/>
                      <a:pt x="930" y="406"/>
                      <a:pt x="932" y="407"/>
                    </a:cubicBezTo>
                    <a:cubicBezTo>
                      <a:pt x="934" y="407"/>
                      <a:pt x="936" y="406"/>
                      <a:pt x="938" y="407"/>
                    </a:cubicBezTo>
                    <a:cubicBezTo>
                      <a:pt x="941" y="407"/>
                      <a:pt x="944" y="408"/>
                      <a:pt x="946" y="411"/>
                    </a:cubicBezTo>
                    <a:cubicBezTo>
                      <a:pt x="948" y="413"/>
                      <a:pt x="949" y="416"/>
                      <a:pt x="952" y="419"/>
                    </a:cubicBezTo>
                    <a:cubicBezTo>
                      <a:pt x="953" y="421"/>
                      <a:pt x="955" y="423"/>
                      <a:pt x="957" y="425"/>
                    </a:cubicBezTo>
                    <a:cubicBezTo>
                      <a:pt x="959" y="426"/>
                      <a:pt x="960" y="428"/>
                      <a:pt x="962" y="429"/>
                    </a:cubicBezTo>
                    <a:cubicBezTo>
                      <a:pt x="964" y="430"/>
                      <a:pt x="966" y="430"/>
                      <a:pt x="968" y="432"/>
                    </a:cubicBezTo>
                    <a:cubicBezTo>
                      <a:pt x="970" y="434"/>
                      <a:pt x="971" y="437"/>
                      <a:pt x="973" y="439"/>
                    </a:cubicBezTo>
                    <a:cubicBezTo>
                      <a:pt x="974" y="440"/>
                      <a:pt x="975" y="441"/>
                      <a:pt x="976" y="443"/>
                    </a:cubicBezTo>
                    <a:cubicBezTo>
                      <a:pt x="976" y="444"/>
                      <a:pt x="976" y="445"/>
                      <a:pt x="977" y="446"/>
                    </a:cubicBezTo>
                    <a:cubicBezTo>
                      <a:pt x="979" y="450"/>
                      <a:pt x="987" y="449"/>
                      <a:pt x="991" y="450"/>
                    </a:cubicBezTo>
                    <a:cubicBezTo>
                      <a:pt x="995" y="450"/>
                      <a:pt x="1000" y="450"/>
                      <a:pt x="1004" y="449"/>
                    </a:cubicBezTo>
                    <a:cubicBezTo>
                      <a:pt x="1008" y="449"/>
                      <a:pt x="1011" y="450"/>
                      <a:pt x="1014" y="452"/>
                    </a:cubicBezTo>
                    <a:cubicBezTo>
                      <a:pt x="1018" y="454"/>
                      <a:pt x="1019" y="457"/>
                      <a:pt x="1022" y="460"/>
                    </a:cubicBezTo>
                    <a:cubicBezTo>
                      <a:pt x="1024" y="463"/>
                      <a:pt x="1027" y="466"/>
                      <a:pt x="1029" y="470"/>
                    </a:cubicBezTo>
                    <a:cubicBezTo>
                      <a:pt x="1030" y="472"/>
                      <a:pt x="1032" y="474"/>
                      <a:pt x="1033" y="475"/>
                    </a:cubicBezTo>
                    <a:cubicBezTo>
                      <a:pt x="1038" y="478"/>
                      <a:pt x="1043" y="480"/>
                      <a:pt x="1048" y="482"/>
                    </a:cubicBezTo>
                    <a:cubicBezTo>
                      <a:pt x="1054" y="483"/>
                      <a:pt x="1056" y="488"/>
                      <a:pt x="1060" y="491"/>
                    </a:cubicBezTo>
                    <a:cubicBezTo>
                      <a:pt x="1064" y="495"/>
                      <a:pt x="1069" y="497"/>
                      <a:pt x="1073" y="501"/>
                    </a:cubicBezTo>
                    <a:cubicBezTo>
                      <a:pt x="1075" y="503"/>
                      <a:pt x="1076" y="505"/>
                      <a:pt x="1078" y="507"/>
                    </a:cubicBezTo>
                    <a:cubicBezTo>
                      <a:pt x="1079" y="509"/>
                      <a:pt x="1081" y="511"/>
                      <a:pt x="1082" y="513"/>
                    </a:cubicBezTo>
                    <a:cubicBezTo>
                      <a:pt x="1083" y="515"/>
                      <a:pt x="1085" y="515"/>
                      <a:pt x="1087" y="515"/>
                    </a:cubicBezTo>
                    <a:cubicBezTo>
                      <a:pt x="1089" y="515"/>
                      <a:pt x="1090" y="514"/>
                      <a:pt x="1092" y="513"/>
                    </a:cubicBezTo>
                    <a:cubicBezTo>
                      <a:pt x="1094" y="512"/>
                      <a:pt x="1097" y="512"/>
                      <a:pt x="1099" y="513"/>
                    </a:cubicBezTo>
                    <a:cubicBezTo>
                      <a:pt x="1101" y="513"/>
                      <a:pt x="1103" y="515"/>
                      <a:pt x="1105" y="517"/>
                    </a:cubicBezTo>
                    <a:cubicBezTo>
                      <a:pt x="1109" y="521"/>
                      <a:pt x="1113" y="524"/>
                      <a:pt x="1119" y="526"/>
                    </a:cubicBezTo>
                    <a:cubicBezTo>
                      <a:pt x="1124" y="528"/>
                      <a:pt x="1128" y="532"/>
                      <a:pt x="1131" y="537"/>
                    </a:cubicBezTo>
                    <a:cubicBezTo>
                      <a:pt x="1133" y="541"/>
                      <a:pt x="1135" y="545"/>
                      <a:pt x="1135" y="549"/>
                    </a:cubicBezTo>
                    <a:cubicBezTo>
                      <a:pt x="1136" y="556"/>
                      <a:pt x="1138" y="562"/>
                      <a:pt x="1138" y="568"/>
                    </a:cubicBezTo>
                    <a:cubicBezTo>
                      <a:pt x="1138" y="570"/>
                      <a:pt x="1138" y="572"/>
                      <a:pt x="1138" y="574"/>
                    </a:cubicBezTo>
                    <a:cubicBezTo>
                      <a:pt x="1138" y="580"/>
                      <a:pt x="1141" y="585"/>
                      <a:pt x="1143" y="591"/>
                    </a:cubicBezTo>
                    <a:cubicBezTo>
                      <a:pt x="1144" y="593"/>
                      <a:pt x="1145" y="595"/>
                      <a:pt x="1146" y="596"/>
                    </a:cubicBezTo>
                    <a:cubicBezTo>
                      <a:pt x="1148" y="598"/>
                      <a:pt x="1149" y="599"/>
                      <a:pt x="1151" y="600"/>
                    </a:cubicBezTo>
                    <a:cubicBezTo>
                      <a:pt x="1153" y="602"/>
                      <a:pt x="1155" y="604"/>
                      <a:pt x="1158" y="605"/>
                    </a:cubicBezTo>
                    <a:cubicBezTo>
                      <a:pt x="1160" y="606"/>
                      <a:pt x="1162" y="608"/>
                      <a:pt x="1165" y="609"/>
                    </a:cubicBezTo>
                    <a:cubicBezTo>
                      <a:pt x="1167" y="610"/>
                      <a:pt x="1168" y="611"/>
                      <a:pt x="1169" y="611"/>
                    </a:cubicBezTo>
                    <a:cubicBezTo>
                      <a:pt x="1171" y="613"/>
                      <a:pt x="1173" y="613"/>
                      <a:pt x="1175" y="614"/>
                    </a:cubicBezTo>
                    <a:cubicBezTo>
                      <a:pt x="1177" y="615"/>
                      <a:pt x="1179" y="616"/>
                      <a:pt x="1181" y="617"/>
                    </a:cubicBezTo>
                    <a:cubicBezTo>
                      <a:pt x="1184" y="618"/>
                      <a:pt x="1186" y="619"/>
                      <a:pt x="1189" y="620"/>
                    </a:cubicBezTo>
                    <a:cubicBezTo>
                      <a:pt x="1191" y="622"/>
                      <a:pt x="1193" y="623"/>
                      <a:pt x="1195" y="624"/>
                    </a:cubicBezTo>
                    <a:cubicBezTo>
                      <a:pt x="1197" y="626"/>
                      <a:pt x="1199" y="628"/>
                      <a:pt x="1201" y="630"/>
                    </a:cubicBezTo>
                    <a:cubicBezTo>
                      <a:pt x="1205" y="634"/>
                      <a:pt x="1208" y="639"/>
                      <a:pt x="1212" y="643"/>
                    </a:cubicBezTo>
                    <a:cubicBezTo>
                      <a:pt x="1215" y="647"/>
                      <a:pt x="1217" y="652"/>
                      <a:pt x="1220" y="657"/>
                    </a:cubicBezTo>
                    <a:cubicBezTo>
                      <a:pt x="1222" y="661"/>
                      <a:pt x="1225" y="664"/>
                      <a:pt x="1228" y="668"/>
                    </a:cubicBezTo>
                    <a:cubicBezTo>
                      <a:pt x="1230" y="670"/>
                      <a:pt x="1232" y="672"/>
                      <a:pt x="1233" y="675"/>
                    </a:cubicBezTo>
                    <a:cubicBezTo>
                      <a:pt x="1234" y="677"/>
                      <a:pt x="1235" y="680"/>
                      <a:pt x="1236" y="683"/>
                    </a:cubicBezTo>
                    <a:cubicBezTo>
                      <a:pt x="1237" y="688"/>
                      <a:pt x="1239" y="693"/>
                      <a:pt x="1242" y="697"/>
                    </a:cubicBezTo>
                    <a:cubicBezTo>
                      <a:pt x="1244" y="699"/>
                      <a:pt x="1245" y="701"/>
                      <a:pt x="1247" y="703"/>
                    </a:cubicBezTo>
                    <a:cubicBezTo>
                      <a:pt x="1248" y="705"/>
                      <a:pt x="1249" y="707"/>
                      <a:pt x="1251" y="709"/>
                    </a:cubicBezTo>
                    <a:cubicBezTo>
                      <a:pt x="1254" y="714"/>
                      <a:pt x="1258" y="717"/>
                      <a:pt x="1260" y="722"/>
                    </a:cubicBezTo>
                    <a:cubicBezTo>
                      <a:pt x="1264" y="729"/>
                      <a:pt x="1268" y="735"/>
                      <a:pt x="1270" y="743"/>
                    </a:cubicBezTo>
                    <a:cubicBezTo>
                      <a:pt x="1271" y="745"/>
                      <a:pt x="1271" y="748"/>
                      <a:pt x="1271" y="750"/>
                    </a:cubicBezTo>
                    <a:cubicBezTo>
                      <a:pt x="1271" y="752"/>
                      <a:pt x="1271" y="755"/>
                      <a:pt x="1271" y="758"/>
                    </a:cubicBezTo>
                    <a:cubicBezTo>
                      <a:pt x="1271" y="761"/>
                      <a:pt x="1271" y="763"/>
                      <a:pt x="1272" y="766"/>
                    </a:cubicBezTo>
                    <a:cubicBezTo>
                      <a:pt x="1273" y="769"/>
                      <a:pt x="1274" y="771"/>
                      <a:pt x="1276" y="773"/>
                    </a:cubicBezTo>
                    <a:cubicBezTo>
                      <a:pt x="1277" y="776"/>
                      <a:pt x="1277" y="778"/>
                      <a:pt x="1278" y="780"/>
                    </a:cubicBezTo>
                    <a:cubicBezTo>
                      <a:pt x="1278" y="783"/>
                      <a:pt x="1279" y="785"/>
                      <a:pt x="1280" y="788"/>
                    </a:cubicBezTo>
                    <a:cubicBezTo>
                      <a:pt x="1282" y="791"/>
                      <a:pt x="1285" y="793"/>
                      <a:pt x="1288" y="795"/>
                    </a:cubicBezTo>
                    <a:cubicBezTo>
                      <a:pt x="1291" y="797"/>
                      <a:pt x="1294" y="800"/>
                      <a:pt x="1296" y="803"/>
                    </a:cubicBezTo>
                    <a:cubicBezTo>
                      <a:pt x="1298" y="805"/>
                      <a:pt x="1300" y="807"/>
                      <a:pt x="1302" y="808"/>
                    </a:cubicBezTo>
                    <a:cubicBezTo>
                      <a:pt x="1305" y="810"/>
                      <a:pt x="1307" y="811"/>
                      <a:pt x="1310" y="811"/>
                    </a:cubicBezTo>
                    <a:cubicBezTo>
                      <a:pt x="1313" y="812"/>
                      <a:pt x="1316" y="812"/>
                      <a:pt x="1319" y="812"/>
                    </a:cubicBezTo>
                    <a:cubicBezTo>
                      <a:pt x="1323" y="812"/>
                      <a:pt x="1324" y="816"/>
                      <a:pt x="1326" y="819"/>
                    </a:cubicBezTo>
                    <a:cubicBezTo>
                      <a:pt x="1327" y="822"/>
                      <a:pt x="1329" y="824"/>
                      <a:pt x="1331" y="827"/>
                    </a:cubicBezTo>
                    <a:cubicBezTo>
                      <a:pt x="1333" y="828"/>
                      <a:pt x="1335" y="830"/>
                      <a:pt x="1337" y="832"/>
                    </a:cubicBezTo>
                    <a:cubicBezTo>
                      <a:pt x="1339" y="834"/>
                      <a:pt x="1341" y="836"/>
                      <a:pt x="1343" y="839"/>
                    </a:cubicBezTo>
                    <a:cubicBezTo>
                      <a:pt x="1345" y="841"/>
                      <a:pt x="1346" y="843"/>
                      <a:pt x="1348" y="844"/>
                    </a:cubicBezTo>
                    <a:cubicBezTo>
                      <a:pt x="1351" y="846"/>
                      <a:pt x="1355" y="846"/>
                      <a:pt x="1358" y="847"/>
                    </a:cubicBezTo>
                    <a:cubicBezTo>
                      <a:pt x="1361" y="848"/>
                      <a:pt x="1363" y="847"/>
                      <a:pt x="1366" y="849"/>
                    </a:cubicBezTo>
                    <a:cubicBezTo>
                      <a:pt x="1370" y="851"/>
                      <a:pt x="1372" y="856"/>
                      <a:pt x="1376" y="858"/>
                    </a:cubicBezTo>
                    <a:cubicBezTo>
                      <a:pt x="1377" y="859"/>
                      <a:pt x="1379" y="860"/>
                      <a:pt x="1380" y="860"/>
                    </a:cubicBezTo>
                    <a:cubicBezTo>
                      <a:pt x="1384" y="863"/>
                      <a:pt x="1385" y="868"/>
                      <a:pt x="1388" y="871"/>
                    </a:cubicBezTo>
                    <a:cubicBezTo>
                      <a:pt x="1389" y="873"/>
                      <a:pt x="1391" y="874"/>
                      <a:pt x="1393" y="875"/>
                    </a:cubicBezTo>
                    <a:cubicBezTo>
                      <a:pt x="1395" y="876"/>
                      <a:pt x="1396" y="878"/>
                      <a:pt x="1397" y="879"/>
                    </a:cubicBezTo>
                    <a:cubicBezTo>
                      <a:pt x="1398" y="881"/>
                      <a:pt x="1399" y="883"/>
                      <a:pt x="1400" y="885"/>
                    </a:cubicBezTo>
                    <a:cubicBezTo>
                      <a:pt x="1401" y="886"/>
                      <a:pt x="1402" y="887"/>
                      <a:pt x="1403" y="887"/>
                    </a:cubicBezTo>
                    <a:cubicBezTo>
                      <a:pt x="1406" y="889"/>
                      <a:pt x="1409" y="889"/>
                      <a:pt x="1412" y="890"/>
                    </a:cubicBezTo>
                    <a:cubicBezTo>
                      <a:pt x="1413" y="891"/>
                      <a:pt x="1415" y="892"/>
                      <a:pt x="1416" y="893"/>
                    </a:cubicBezTo>
                    <a:cubicBezTo>
                      <a:pt x="1419" y="895"/>
                      <a:pt x="1420" y="896"/>
                      <a:pt x="1421" y="898"/>
                    </a:cubicBezTo>
                    <a:cubicBezTo>
                      <a:pt x="1423" y="901"/>
                      <a:pt x="1426" y="903"/>
                      <a:pt x="1428" y="904"/>
                    </a:cubicBezTo>
                    <a:cubicBezTo>
                      <a:pt x="1430" y="904"/>
                      <a:pt x="1432" y="904"/>
                      <a:pt x="1433" y="905"/>
                    </a:cubicBezTo>
                    <a:cubicBezTo>
                      <a:pt x="1435" y="905"/>
                      <a:pt x="1436" y="906"/>
                      <a:pt x="1436" y="907"/>
                    </a:cubicBezTo>
                    <a:cubicBezTo>
                      <a:pt x="1438" y="910"/>
                      <a:pt x="1441" y="913"/>
                      <a:pt x="1444" y="913"/>
                    </a:cubicBezTo>
                    <a:cubicBezTo>
                      <a:pt x="1445" y="913"/>
                      <a:pt x="1446" y="913"/>
                      <a:pt x="1448" y="913"/>
                    </a:cubicBezTo>
                    <a:cubicBezTo>
                      <a:pt x="1451" y="914"/>
                      <a:pt x="1453" y="915"/>
                      <a:pt x="1457" y="914"/>
                    </a:cubicBezTo>
                    <a:cubicBezTo>
                      <a:pt x="1461" y="914"/>
                      <a:pt x="1459" y="909"/>
                      <a:pt x="1457" y="906"/>
                    </a:cubicBezTo>
                    <a:cubicBezTo>
                      <a:pt x="1456" y="903"/>
                      <a:pt x="1456" y="899"/>
                      <a:pt x="1456" y="896"/>
                    </a:cubicBezTo>
                    <a:cubicBezTo>
                      <a:pt x="1456" y="892"/>
                      <a:pt x="1455" y="889"/>
                      <a:pt x="1452" y="887"/>
                    </a:cubicBezTo>
                    <a:cubicBezTo>
                      <a:pt x="1449" y="885"/>
                      <a:pt x="1445" y="886"/>
                      <a:pt x="1443" y="889"/>
                    </a:cubicBezTo>
                    <a:cubicBezTo>
                      <a:pt x="1441" y="890"/>
                      <a:pt x="1440" y="898"/>
                      <a:pt x="1437" y="893"/>
                    </a:cubicBezTo>
                    <a:cubicBezTo>
                      <a:pt x="1435" y="892"/>
                      <a:pt x="1436" y="890"/>
                      <a:pt x="1438" y="889"/>
                    </a:cubicBezTo>
                    <a:cubicBezTo>
                      <a:pt x="1439" y="887"/>
                      <a:pt x="1440" y="885"/>
                      <a:pt x="1441" y="883"/>
                    </a:cubicBezTo>
                    <a:cubicBezTo>
                      <a:pt x="1441" y="881"/>
                      <a:pt x="1442" y="880"/>
                      <a:pt x="1442" y="878"/>
                    </a:cubicBezTo>
                    <a:cubicBezTo>
                      <a:pt x="1442" y="876"/>
                      <a:pt x="1440" y="873"/>
                      <a:pt x="1439" y="871"/>
                    </a:cubicBezTo>
                    <a:cubicBezTo>
                      <a:pt x="1439" y="869"/>
                      <a:pt x="1438" y="867"/>
                      <a:pt x="1438" y="866"/>
                    </a:cubicBezTo>
                    <a:cubicBezTo>
                      <a:pt x="1439" y="864"/>
                      <a:pt x="1440" y="864"/>
                      <a:pt x="1442" y="865"/>
                    </a:cubicBezTo>
                    <a:cubicBezTo>
                      <a:pt x="1444" y="867"/>
                      <a:pt x="1444" y="871"/>
                      <a:pt x="1445" y="874"/>
                    </a:cubicBezTo>
                    <a:cubicBezTo>
                      <a:pt x="1446" y="877"/>
                      <a:pt x="1446" y="879"/>
                      <a:pt x="1448" y="880"/>
                    </a:cubicBezTo>
                    <a:cubicBezTo>
                      <a:pt x="1449" y="881"/>
                      <a:pt x="1451" y="883"/>
                      <a:pt x="1453" y="882"/>
                    </a:cubicBezTo>
                    <a:cubicBezTo>
                      <a:pt x="1455" y="880"/>
                      <a:pt x="1454" y="876"/>
                      <a:pt x="1454" y="874"/>
                    </a:cubicBezTo>
                    <a:cubicBezTo>
                      <a:pt x="1454" y="870"/>
                      <a:pt x="1454" y="865"/>
                      <a:pt x="1451" y="862"/>
                    </a:cubicBezTo>
                    <a:cubicBezTo>
                      <a:pt x="1449" y="859"/>
                      <a:pt x="1448" y="857"/>
                      <a:pt x="1450" y="853"/>
                    </a:cubicBezTo>
                    <a:cubicBezTo>
                      <a:pt x="1452" y="850"/>
                      <a:pt x="1449" y="847"/>
                      <a:pt x="1447" y="844"/>
                    </a:cubicBezTo>
                    <a:cubicBezTo>
                      <a:pt x="1445" y="841"/>
                      <a:pt x="1443" y="838"/>
                      <a:pt x="1440" y="835"/>
                    </a:cubicBezTo>
                    <a:cubicBezTo>
                      <a:pt x="1439" y="834"/>
                      <a:pt x="1434" y="829"/>
                      <a:pt x="1437" y="828"/>
                    </a:cubicBezTo>
                    <a:cubicBezTo>
                      <a:pt x="1438" y="827"/>
                      <a:pt x="1442" y="832"/>
                      <a:pt x="1443" y="833"/>
                    </a:cubicBezTo>
                    <a:cubicBezTo>
                      <a:pt x="1445" y="834"/>
                      <a:pt x="1447" y="837"/>
                      <a:pt x="1449" y="839"/>
                    </a:cubicBezTo>
                    <a:cubicBezTo>
                      <a:pt x="1451" y="839"/>
                      <a:pt x="1453" y="839"/>
                      <a:pt x="1454" y="839"/>
                    </a:cubicBezTo>
                    <a:cubicBezTo>
                      <a:pt x="1456" y="840"/>
                      <a:pt x="1458" y="840"/>
                      <a:pt x="1459" y="841"/>
                    </a:cubicBezTo>
                    <a:cubicBezTo>
                      <a:pt x="1463" y="843"/>
                      <a:pt x="1466" y="848"/>
                      <a:pt x="1467" y="852"/>
                    </a:cubicBezTo>
                    <a:cubicBezTo>
                      <a:pt x="1467" y="854"/>
                      <a:pt x="1466" y="856"/>
                      <a:pt x="1466" y="858"/>
                    </a:cubicBezTo>
                    <a:cubicBezTo>
                      <a:pt x="1469" y="858"/>
                      <a:pt x="1471" y="857"/>
                      <a:pt x="1474" y="856"/>
                    </a:cubicBezTo>
                    <a:cubicBezTo>
                      <a:pt x="1476" y="855"/>
                      <a:pt x="1477" y="853"/>
                      <a:pt x="1479" y="854"/>
                    </a:cubicBezTo>
                    <a:cubicBezTo>
                      <a:pt x="1481" y="856"/>
                      <a:pt x="1482" y="858"/>
                      <a:pt x="1485" y="858"/>
                    </a:cubicBezTo>
                    <a:cubicBezTo>
                      <a:pt x="1487" y="858"/>
                      <a:pt x="1490" y="857"/>
                      <a:pt x="1490" y="854"/>
                    </a:cubicBezTo>
                    <a:cubicBezTo>
                      <a:pt x="1491" y="851"/>
                      <a:pt x="1491" y="847"/>
                      <a:pt x="1491" y="844"/>
                    </a:cubicBezTo>
                    <a:cubicBezTo>
                      <a:pt x="1491" y="841"/>
                      <a:pt x="1492" y="839"/>
                      <a:pt x="1493" y="837"/>
                    </a:cubicBezTo>
                    <a:cubicBezTo>
                      <a:pt x="1493" y="834"/>
                      <a:pt x="1491" y="832"/>
                      <a:pt x="1489" y="830"/>
                    </a:cubicBezTo>
                    <a:cubicBezTo>
                      <a:pt x="1488" y="828"/>
                      <a:pt x="1487" y="825"/>
                      <a:pt x="1486" y="823"/>
                    </a:cubicBezTo>
                    <a:cubicBezTo>
                      <a:pt x="1486" y="819"/>
                      <a:pt x="1487" y="817"/>
                      <a:pt x="1490" y="819"/>
                    </a:cubicBezTo>
                    <a:cubicBezTo>
                      <a:pt x="1494" y="821"/>
                      <a:pt x="1497" y="824"/>
                      <a:pt x="1499" y="827"/>
                    </a:cubicBezTo>
                    <a:cubicBezTo>
                      <a:pt x="1502" y="830"/>
                      <a:pt x="1504" y="832"/>
                      <a:pt x="1505" y="836"/>
                    </a:cubicBezTo>
                    <a:cubicBezTo>
                      <a:pt x="1506" y="839"/>
                      <a:pt x="1507" y="841"/>
                      <a:pt x="1509" y="843"/>
                    </a:cubicBezTo>
                    <a:cubicBezTo>
                      <a:pt x="1511" y="844"/>
                      <a:pt x="1513" y="845"/>
                      <a:pt x="1515" y="847"/>
                    </a:cubicBezTo>
                    <a:cubicBezTo>
                      <a:pt x="1517" y="849"/>
                      <a:pt x="1518" y="851"/>
                      <a:pt x="1520" y="852"/>
                    </a:cubicBezTo>
                    <a:cubicBezTo>
                      <a:pt x="1523" y="852"/>
                      <a:pt x="1526" y="850"/>
                      <a:pt x="1528" y="851"/>
                    </a:cubicBezTo>
                    <a:cubicBezTo>
                      <a:pt x="1531" y="851"/>
                      <a:pt x="1532" y="854"/>
                      <a:pt x="1533" y="856"/>
                    </a:cubicBezTo>
                    <a:cubicBezTo>
                      <a:pt x="1534" y="858"/>
                      <a:pt x="1534" y="861"/>
                      <a:pt x="1537" y="862"/>
                    </a:cubicBezTo>
                    <a:cubicBezTo>
                      <a:pt x="1539" y="863"/>
                      <a:pt x="1539" y="860"/>
                      <a:pt x="1539" y="858"/>
                    </a:cubicBezTo>
                    <a:cubicBezTo>
                      <a:pt x="1538" y="856"/>
                      <a:pt x="1537" y="853"/>
                      <a:pt x="1540" y="852"/>
                    </a:cubicBezTo>
                    <a:cubicBezTo>
                      <a:pt x="1542" y="851"/>
                      <a:pt x="1545" y="850"/>
                      <a:pt x="1547" y="849"/>
                    </a:cubicBezTo>
                    <a:cubicBezTo>
                      <a:pt x="1548" y="848"/>
                      <a:pt x="1548" y="847"/>
                      <a:pt x="1548" y="846"/>
                    </a:cubicBezTo>
                    <a:cubicBezTo>
                      <a:pt x="1549" y="845"/>
                      <a:pt x="1549" y="844"/>
                      <a:pt x="1548" y="842"/>
                    </a:cubicBezTo>
                    <a:cubicBezTo>
                      <a:pt x="1548" y="841"/>
                      <a:pt x="1548" y="840"/>
                      <a:pt x="1548" y="839"/>
                    </a:cubicBezTo>
                    <a:cubicBezTo>
                      <a:pt x="1547" y="838"/>
                      <a:pt x="1548" y="837"/>
                      <a:pt x="1548" y="836"/>
                    </a:cubicBezTo>
                    <a:cubicBezTo>
                      <a:pt x="1547" y="835"/>
                      <a:pt x="1546" y="834"/>
                      <a:pt x="1546" y="833"/>
                    </a:cubicBezTo>
                    <a:cubicBezTo>
                      <a:pt x="1542" y="829"/>
                      <a:pt x="1538" y="823"/>
                      <a:pt x="1532" y="822"/>
                    </a:cubicBezTo>
                    <a:cubicBezTo>
                      <a:pt x="1530" y="822"/>
                      <a:pt x="1529" y="821"/>
                      <a:pt x="1528" y="821"/>
                    </a:cubicBezTo>
                    <a:cubicBezTo>
                      <a:pt x="1526" y="819"/>
                      <a:pt x="1529" y="819"/>
                      <a:pt x="1529" y="819"/>
                    </a:cubicBezTo>
                    <a:cubicBezTo>
                      <a:pt x="1533" y="819"/>
                      <a:pt x="1537" y="819"/>
                      <a:pt x="1540" y="822"/>
                    </a:cubicBezTo>
                    <a:cubicBezTo>
                      <a:pt x="1541" y="823"/>
                      <a:pt x="1542" y="824"/>
                      <a:pt x="1544" y="825"/>
                    </a:cubicBezTo>
                    <a:cubicBezTo>
                      <a:pt x="1545" y="826"/>
                      <a:pt x="1546" y="827"/>
                      <a:pt x="1548" y="827"/>
                    </a:cubicBezTo>
                    <a:cubicBezTo>
                      <a:pt x="1550" y="828"/>
                      <a:pt x="1552" y="831"/>
                      <a:pt x="1553" y="833"/>
                    </a:cubicBezTo>
                    <a:cubicBezTo>
                      <a:pt x="1554" y="834"/>
                      <a:pt x="1555" y="836"/>
                      <a:pt x="1557" y="836"/>
                    </a:cubicBezTo>
                    <a:cubicBezTo>
                      <a:pt x="1558" y="837"/>
                      <a:pt x="1559" y="836"/>
                      <a:pt x="1560" y="834"/>
                    </a:cubicBezTo>
                    <a:cubicBezTo>
                      <a:pt x="1560" y="833"/>
                      <a:pt x="1561" y="830"/>
                      <a:pt x="1563" y="830"/>
                    </a:cubicBezTo>
                    <a:cubicBezTo>
                      <a:pt x="1564" y="830"/>
                      <a:pt x="1566" y="832"/>
                      <a:pt x="1566" y="833"/>
                    </a:cubicBezTo>
                    <a:cubicBezTo>
                      <a:pt x="1567" y="835"/>
                      <a:pt x="1568" y="836"/>
                      <a:pt x="1569" y="838"/>
                    </a:cubicBezTo>
                    <a:cubicBezTo>
                      <a:pt x="1570" y="839"/>
                      <a:pt x="1571" y="840"/>
                      <a:pt x="1572" y="840"/>
                    </a:cubicBezTo>
                    <a:cubicBezTo>
                      <a:pt x="1574" y="840"/>
                      <a:pt x="1575" y="836"/>
                      <a:pt x="1575" y="835"/>
                    </a:cubicBezTo>
                    <a:cubicBezTo>
                      <a:pt x="1575" y="834"/>
                      <a:pt x="1575" y="832"/>
                      <a:pt x="1575" y="831"/>
                    </a:cubicBezTo>
                    <a:cubicBezTo>
                      <a:pt x="1575" y="831"/>
                      <a:pt x="1575" y="829"/>
                      <a:pt x="1576" y="829"/>
                    </a:cubicBezTo>
                    <a:cubicBezTo>
                      <a:pt x="1577" y="829"/>
                      <a:pt x="1578" y="832"/>
                      <a:pt x="1578" y="832"/>
                    </a:cubicBezTo>
                    <a:cubicBezTo>
                      <a:pt x="1580" y="834"/>
                      <a:pt x="1581" y="833"/>
                      <a:pt x="1583" y="833"/>
                    </a:cubicBezTo>
                    <a:cubicBezTo>
                      <a:pt x="1585" y="833"/>
                      <a:pt x="1586" y="833"/>
                      <a:pt x="1587" y="834"/>
                    </a:cubicBezTo>
                    <a:cubicBezTo>
                      <a:pt x="1588" y="835"/>
                      <a:pt x="1588" y="836"/>
                      <a:pt x="1589" y="837"/>
                    </a:cubicBezTo>
                    <a:cubicBezTo>
                      <a:pt x="1592" y="839"/>
                      <a:pt x="1595" y="835"/>
                      <a:pt x="1597" y="834"/>
                    </a:cubicBezTo>
                    <a:cubicBezTo>
                      <a:pt x="1599" y="833"/>
                      <a:pt x="1600" y="832"/>
                      <a:pt x="1601" y="832"/>
                    </a:cubicBezTo>
                    <a:cubicBezTo>
                      <a:pt x="1603" y="831"/>
                      <a:pt x="1603" y="830"/>
                      <a:pt x="1604" y="829"/>
                    </a:cubicBezTo>
                    <a:cubicBezTo>
                      <a:pt x="1606" y="826"/>
                      <a:pt x="1609" y="827"/>
                      <a:pt x="1610" y="830"/>
                    </a:cubicBezTo>
                    <a:cubicBezTo>
                      <a:pt x="1612" y="831"/>
                      <a:pt x="1612" y="833"/>
                      <a:pt x="1614" y="834"/>
                    </a:cubicBezTo>
                    <a:cubicBezTo>
                      <a:pt x="1614" y="835"/>
                      <a:pt x="1616" y="837"/>
                      <a:pt x="1617" y="836"/>
                    </a:cubicBezTo>
                    <a:cubicBezTo>
                      <a:pt x="1618" y="836"/>
                      <a:pt x="1618" y="834"/>
                      <a:pt x="1618" y="833"/>
                    </a:cubicBezTo>
                    <a:cubicBezTo>
                      <a:pt x="1618" y="832"/>
                      <a:pt x="1619" y="831"/>
                      <a:pt x="1619" y="830"/>
                    </a:cubicBezTo>
                    <a:cubicBezTo>
                      <a:pt x="1620" y="829"/>
                      <a:pt x="1622" y="829"/>
                      <a:pt x="1623" y="829"/>
                    </a:cubicBezTo>
                    <a:cubicBezTo>
                      <a:pt x="1623" y="829"/>
                      <a:pt x="1624" y="829"/>
                      <a:pt x="1624" y="830"/>
                    </a:cubicBezTo>
                    <a:cubicBezTo>
                      <a:pt x="1625" y="830"/>
                      <a:pt x="1625" y="831"/>
                      <a:pt x="1626" y="831"/>
                    </a:cubicBezTo>
                    <a:cubicBezTo>
                      <a:pt x="1626" y="831"/>
                      <a:pt x="1626" y="832"/>
                      <a:pt x="1626" y="832"/>
                    </a:cubicBezTo>
                    <a:cubicBezTo>
                      <a:pt x="1627" y="832"/>
                      <a:pt x="1627" y="832"/>
                      <a:pt x="1628" y="832"/>
                    </a:cubicBezTo>
                    <a:cubicBezTo>
                      <a:pt x="1629" y="833"/>
                      <a:pt x="1630" y="833"/>
                      <a:pt x="1631" y="833"/>
                    </a:cubicBezTo>
                    <a:cubicBezTo>
                      <a:pt x="1632" y="833"/>
                      <a:pt x="1633" y="832"/>
                      <a:pt x="1634" y="832"/>
                    </a:cubicBezTo>
                    <a:cubicBezTo>
                      <a:pt x="1634" y="831"/>
                      <a:pt x="1635" y="830"/>
                      <a:pt x="1635" y="829"/>
                    </a:cubicBezTo>
                    <a:cubicBezTo>
                      <a:pt x="1636" y="829"/>
                      <a:pt x="1636" y="828"/>
                      <a:pt x="1637" y="828"/>
                    </a:cubicBezTo>
                    <a:cubicBezTo>
                      <a:pt x="1637" y="827"/>
                      <a:pt x="1638" y="826"/>
                      <a:pt x="1638" y="826"/>
                    </a:cubicBezTo>
                    <a:cubicBezTo>
                      <a:pt x="1639" y="825"/>
                      <a:pt x="1639" y="824"/>
                      <a:pt x="1640" y="824"/>
                    </a:cubicBezTo>
                    <a:cubicBezTo>
                      <a:pt x="1640" y="824"/>
                      <a:pt x="1641" y="824"/>
                      <a:pt x="1641" y="824"/>
                    </a:cubicBezTo>
                    <a:cubicBezTo>
                      <a:pt x="1642" y="824"/>
                      <a:pt x="1642" y="824"/>
                      <a:pt x="1643" y="824"/>
                    </a:cubicBezTo>
                    <a:cubicBezTo>
                      <a:pt x="1643" y="823"/>
                      <a:pt x="1644" y="823"/>
                      <a:pt x="1644" y="823"/>
                    </a:cubicBezTo>
                    <a:cubicBezTo>
                      <a:pt x="1646" y="823"/>
                      <a:pt x="1647" y="823"/>
                      <a:pt x="1648" y="823"/>
                    </a:cubicBezTo>
                    <a:cubicBezTo>
                      <a:pt x="1651" y="823"/>
                      <a:pt x="1654" y="824"/>
                      <a:pt x="1656" y="822"/>
                    </a:cubicBezTo>
                    <a:cubicBezTo>
                      <a:pt x="1659" y="820"/>
                      <a:pt x="1657" y="816"/>
                      <a:pt x="1656" y="814"/>
                    </a:cubicBezTo>
                    <a:close/>
                    <a:moveTo>
                      <a:pt x="246" y="2502"/>
                    </a:moveTo>
                    <a:cubicBezTo>
                      <a:pt x="246" y="2505"/>
                      <a:pt x="246" y="2507"/>
                      <a:pt x="243" y="2506"/>
                    </a:cubicBezTo>
                    <a:cubicBezTo>
                      <a:pt x="238" y="2504"/>
                      <a:pt x="231" y="2499"/>
                      <a:pt x="230" y="2493"/>
                    </a:cubicBezTo>
                    <a:cubicBezTo>
                      <a:pt x="230" y="2490"/>
                      <a:pt x="230" y="2489"/>
                      <a:pt x="229" y="2487"/>
                    </a:cubicBezTo>
                    <a:cubicBezTo>
                      <a:pt x="228" y="2485"/>
                      <a:pt x="226" y="2484"/>
                      <a:pt x="225" y="2482"/>
                    </a:cubicBezTo>
                    <a:cubicBezTo>
                      <a:pt x="224" y="2480"/>
                      <a:pt x="225" y="2478"/>
                      <a:pt x="224" y="2476"/>
                    </a:cubicBezTo>
                    <a:cubicBezTo>
                      <a:pt x="223" y="2475"/>
                      <a:pt x="221" y="2475"/>
                      <a:pt x="220" y="2473"/>
                    </a:cubicBezTo>
                    <a:cubicBezTo>
                      <a:pt x="218" y="2472"/>
                      <a:pt x="218" y="2469"/>
                      <a:pt x="218" y="2467"/>
                    </a:cubicBezTo>
                    <a:cubicBezTo>
                      <a:pt x="222" y="2465"/>
                      <a:pt x="222" y="2470"/>
                      <a:pt x="223" y="2470"/>
                    </a:cubicBezTo>
                    <a:cubicBezTo>
                      <a:pt x="226" y="2470"/>
                      <a:pt x="226" y="2465"/>
                      <a:pt x="230" y="2467"/>
                    </a:cubicBezTo>
                    <a:cubicBezTo>
                      <a:pt x="233" y="2468"/>
                      <a:pt x="231" y="2472"/>
                      <a:pt x="232" y="2475"/>
                    </a:cubicBezTo>
                    <a:cubicBezTo>
                      <a:pt x="233" y="2477"/>
                      <a:pt x="234" y="2479"/>
                      <a:pt x="236" y="2480"/>
                    </a:cubicBezTo>
                    <a:cubicBezTo>
                      <a:pt x="237" y="2481"/>
                      <a:pt x="238" y="2482"/>
                      <a:pt x="239" y="2483"/>
                    </a:cubicBezTo>
                    <a:cubicBezTo>
                      <a:pt x="240" y="2484"/>
                      <a:pt x="240" y="2483"/>
                      <a:pt x="242" y="2484"/>
                    </a:cubicBezTo>
                    <a:cubicBezTo>
                      <a:pt x="244" y="2485"/>
                      <a:pt x="246" y="2488"/>
                      <a:pt x="246" y="2490"/>
                    </a:cubicBezTo>
                    <a:cubicBezTo>
                      <a:pt x="246" y="2494"/>
                      <a:pt x="246" y="2498"/>
                      <a:pt x="246" y="2502"/>
                    </a:cubicBezTo>
                    <a:close/>
                    <a:moveTo>
                      <a:pt x="385" y="3161"/>
                    </a:moveTo>
                    <a:cubicBezTo>
                      <a:pt x="384" y="3163"/>
                      <a:pt x="383" y="3165"/>
                      <a:pt x="381" y="3166"/>
                    </a:cubicBezTo>
                    <a:cubicBezTo>
                      <a:pt x="379" y="3168"/>
                      <a:pt x="378" y="3170"/>
                      <a:pt x="378" y="3173"/>
                    </a:cubicBezTo>
                    <a:cubicBezTo>
                      <a:pt x="378" y="3175"/>
                      <a:pt x="377" y="3178"/>
                      <a:pt x="378" y="3180"/>
                    </a:cubicBezTo>
                    <a:cubicBezTo>
                      <a:pt x="378" y="3182"/>
                      <a:pt x="380" y="3184"/>
                      <a:pt x="379" y="3186"/>
                    </a:cubicBezTo>
                    <a:cubicBezTo>
                      <a:pt x="379" y="3190"/>
                      <a:pt x="376" y="3194"/>
                      <a:pt x="374" y="3197"/>
                    </a:cubicBezTo>
                    <a:cubicBezTo>
                      <a:pt x="372" y="3200"/>
                      <a:pt x="369" y="3202"/>
                      <a:pt x="367" y="3204"/>
                    </a:cubicBezTo>
                    <a:cubicBezTo>
                      <a:pt x="365" y="3205"/>
                      <a:pt x="364" y="3207"/>
                      <a:pt x="362" y="3209"/>
                    </a:cubicBezTo>
                    <a:cubicBezTo>
                      <a:pt x="360" y="3212"/>
                      <a:pt x="359" y="3215"/>
                      <a:pt x="358" y="3219"/>
                    </a:cubicBezTo>
                    <a:cubicBezTo>
                      <a:pt x="358" y="3220"/>
                      <a:pt x="357" y="3223"/>
                      <a:pt x="355" y="3224"/>
                    </a:cubicBezTo>
                    <a:cubicBezTo>
                      <a:pt x="354" y="3226"/>
                      <a:pt x="351" y="3225"/>
                      <a:pt x="350" y="3225"/>
                    </a:cubicBezTo>
                    <a:cubicBezTo>
                      <a:pt x="349" y="3224"/>
                      <a:pt x="348" y="3224"/>
                      <a:pt x="348" y="3223"/>
                    </a:cubicBezTo>
                    <a:cubicBezTo>
                      <a:pt x="347" y="3222"/>
                      <a:pt x="347" y="3221"/>
                      <a:pt x="347" y="3221"/>
                    </a:cubicBezTo>
                    <a:cubicBezTo>
                      <a:pt x="347" y="3219"/>
                      <a:pt x="347" y="3217"/>
                      <a:pt x="348" y="3215"/>
                    </a:cubicBezTo>
                    <a:cubicBezTo>
                      <a:pt x="348" y="3213"/>
                      <a:pt x="348" y="3211"/>
                      <a:pt x="348" y="3210"/>
                    </a:cubicBezTo>
                    <a:cubicBezTo>
                      <a:pt x="348" y="3208"/>
                      <a:pt x="350" y="3206"/>
                      <a:pt x="351" y="3205"/>
                    </a:cubicBezTo>
                    <a:cubicBezTo>
                      <a:pt x="352" y="3203"/>
                      <a:pt x="353" y="3203"/>
                      <a:pt x="354" y="3201"/>
                    </a:cubicBezTo>
                    <a:cubicBezTo>
                      <a:pt x="354" y="3199"/>
                      <a:pt x="353" y="3197"/>
                      <a:pt x="352" y="3195"/>
                    </a:cubicBezTo>
                    <a:cubicBezTo>
                      <a:pt x="352" y="3194"/>
                      <a:pt x="351" y="3193"/>
                      <a:pt x="350" y="3192"/>
                    </a:cubicBezTo>
                    <a:cubicBezTo>
                      <a:pt x="349" y="3191"/>
                      <a:pt x="350" y="3190"/>
                      <a:pt x="350" y="3189"/>
                    </a:cubicBezTo>
                    <a:cubicBezTo>
                      <a:pt x="350" y="3186"/>
                      <a:pt x="350" y="3183"/>
                      <a:pt x="351" y="3180"/>
                    </a:cubicBezTo>
                    <a:cubicBezTo>
                      <a:pt x="352" y="3177"/>
                      <a:pt x="353" y="3175"/>
                      <a:pt x="354" y="3172"/>
                    </a:cubicBezTo>
                    <a:cubicBezTo>
                      <a:pt x="354" y="3171"/>
                      <a:pt x="355" y="3169"/>
                      <a:pt x="355" y="3168"/>
                    </a:cubicBezTo>
                    <a:cubicBezTo>
                      <a:pt x="356" y="3168"/>
                      <a:pt x="357" y="3167"/>
                      <a:pt x="357" y="3167"/>
                    </a:cubicBezTo>
                    <a:cubicBezTo>
                      <a:pt x="358" y="3166"/>
                      <a:pt x="359" y="3164"/>
                      <a:pt x="360" y="3163"/>
                    </a:cubicBezTo>
                    <a:cubicBezTo>
                      <a:pt x="361" y="3161"/>
                      <a:pt x="362" y="3161"/>
                      <a:pt x="363" y="3160"/>
                    </a:cubicBezTo>
                    <a:cubicBezTo>
                      <a:pt x="365" y="3157"/>
                      <a:pt x="364" y="3153"/>
                      <a:pt x="365" y="3149"/>
                    </a:cubicBezTo>
                    <a:cubicBezTo>
                      <a:pt x="365" y="3147"/>
                      <a:pt x="367" y="3143"/>
                      <a:pt x="369" y="3141"/>
                    </a:cubicBezTo>
                    <a:cubicBezTo>
                      <a:pt x="371" y="3140"/>
                      <a:pt x="374" y="3142"/>
                      <a:pt x="375" y="3143"/>
                    </a:cubicBezTo>
                    <a:cubicBezTo>
                      <a:pt x="376" y="3144"/>
                      <a:pt x="377" y="3146"/>
                      <a:pt x="378" y="3147"/>
                    </a:cubicBezTo>
                    <a:cubicBezTo>
                      <a:pt x="378" y="3148"/>
                      <a:pt x="378" y="3150"/>
                      <a:pt x="379" y="3151"/>
                    </a:cubicBezTo>
                    <a:cubicBezTo>
                      <a:pt x="381" y="3153"/>
                      <a:pt x="382" y="3150"/>
                      <a:pt x="383" y="3149"/>
                    </a:cubicBezTo>
                    <a:cubicBezTo>
                      <a:pt x="385" y="3147"/>
                      <a:pt x="386" y="3150"/>
                      <a:pt x="387" y="3152"/>
                    </a:cubicBezTo>
                    <a:cubicBezTo>
                      <a:pt x="387" y="3155"/>
                      <a:pt x="387" y="3158"/>
                      <a:pt x="385" y="3161"/>
                    </a:cubicBezTo>
                    <a:close/>
                    <a:moveTo>
                      <a:pt x="575" y="2882"/>
                    </a:moveTo>
                    <a:cubicBezTo>
                      <a:pt x="576" y="2881"/>
                      <a:pt x="579" y="2882"/>
                      <a:pt x="580" y="2883"/>
                    </a:cubicBezTo>
                    <a:cubicBezTo>
                      <a:pt x="585" y="2887"/>
                      <a:pt x="583" y="2894"/>
                      <a:pt x="583" y="2899"/>
                    </a:cubicBezTo>
                    <a:cubicBezTo>
                      <a:pt x="583" y="2902"/>
                      <a:pt x="586" y="2902"/>
                      <a:pt x="588" y="2902"/>
                    </a:cubicBezTo>
                    <a:cubicBezTo>
                      <a:pt x="590" y="2902"/>
                      <a:pt x="591" y="2901"/>
                      <a:pt x="593" y="2899"/>
                    </a:cubicBezTo>
                    <a:cubicBezTo>
                      <a:pt x="594" y="2898"/>
                      <a:pt x="596" y="2897"/>
                      <a:pt x="598" y="2897"/>
                    </a:cubicBezTo>
                    <a:cubicBezTo>
                      <a:pt x="600" y="2896"/>
                      <a:pt x="601" y="2898"/>
                      <a:pt x="602" y="2899"/>
                    </a:cubicBezTo>
                    <a:cubicBezTo>
                      <a:pt x="605" y="2901"/>
                      <a:pt x="608" y="2900"/>
                      <a:pt x="612" y="2900"/>
                    </a:cubicBezTo>
                    <a:cubicBezTo>
                      <a:pt x="616" y="2901"/>
                      <a:pt x="621" y="2904"/>
                      <a:pt x="623" y="2907"/>
                    </a:cubicBezTo>
                    <a:cubicBezTo>
                      <a:pt x="624" y="2908"/>
                      <a:pt x="625" y="2910"/>
                      <a:pt x="625" y="2912"/>
                    </a:cubicBezTo>
                    <a:cubicBezTo>
                      <a:pt x="625" y="2915"/>
                      <a:pt x="624" y="2917"/>
                      <a:pt x="624" y="2919"/>
                    </a:cubicBezTo>
                    <a:cubicBezTo>
                      <a:pt x="622" y="2920"/>
                      <a:pt x="621" y="2920"/>
                      <a:pt x="620" y="2918"/>
                    </a:cubicBezTo>
                    <a:cubicBezTo>
                      <a:pt x="619" y="2916"/>
                      <a:pt x="619" y="2915"/>
                      <a:pt x="618" y="2913"/>
                    </a:cubicBezTo>
                    <a:cubicBezTo>
                      <a:pt x="616" y="2912"/>
                      <a:pt x="616" y="2912"/>
                      <a:pt x="614" y="2912"/>
                    </a:cubicBezTo>
                    <a:cubicBezTo>
                      <a:pt x="612" y="2913"/>
                      <a:pt x="611" y="2914"/>
                      <a:pt x="612" y="2916"/>
                    </a:cubicBezTo>
                    <a:cubicBezTo>
                      <a:pt x="613" y="2918"/>
                      <a:pt x="615" y="2919"/>
                      <a:pt x="616" y="2921"/>
                    </a:cubicBezTo>
                    <a:cubicBezTo>
                      <a:pt x="617" y="2922"/>
                      <a:pt x="618" y="2924"/>
                      <a:pt x="618" y="2926"/>
                    </a:cubicBezTo>
                    <a:cubicBezTo>
                      <a:pt x="619" y="2927"/>
                      <a:pt x="619" y="2929"/>
                      <a:pt x="619" y="2931"/>
                    </a:cubicBezTo>
                    <a:cubicBezTo>
                      <a:pt x="620" y="2932"/>
                      <a:pt x="620" y="2934"/>
                      <a:pt x="619" y="2935"/>
                    </a:cubicBezTo>
                    <a:cubicBezTo>
                      <a:pt x="617" y="2938"/>
                      <a:pt x="613" y="2935"/>
                      <a:pt x="612" y="2933"/>
                    </a:cubicBezTo>
                    <a:cubicBezTo>
                      <a:pt x="611" y="2932"/>
                      <a:pt x="611" y="2930"/>
                      <a:pt x="610" y="2929"/>
                    </a:cubicBezTo>
                    <a:cubicBezTo>
                      <a:pt x="610" y="2927"/>
                      <a:pt x="611" y="2925"/>
                      <a:pt x="610" y="2923"/>
                    </a:cubicBezTo>
                    <a:cubicBezTo>
                      <a:pt x="609" y="2920"/>
                      <a:pt x="608" y="2916"/>
                      <a:pt x="605" y="2914"/>
                    </a:cubicBezTo>
                    <a:cubicBezTo>
                      <a:pt x="602" y="2913"/>
                      <a:pt x="599" y="2916"/>
                      <a:pt x="598" y="2918"/>
                    </a:cubicBezTo>
                    <a:cubicBezTo>
                      <a:pt x="596" y="2922"/>
                      <a:pt x="599" y="2927"/>
                      <a:pt x="600" y="2931"/>
                    </a:cubicBezTo>
                    <a:cubicBezTo>
                      <a:pt x="600" y="2932"/>
                      <a:pt x="600" y="2934"/>
                      <a:pt x="598" y="2934"/>
                    </a:cubicBezTo>
                    <a:cubicBezTo>
                      <a:pt x="597" y="2934"/>
                      <a:pt x="596" y="2933"/>
                      <a:pt x="595" y="2932"/>
                    </a:cubicBezTo>
                    <a:cubicBezTo>
                      <a:pt x="592" y="2928"/>
                      <a:pt x="590" y="2924"/>
                      <a:pt x="587" y="2919"/>
                    </a:cubicBezTo>
                    <a:cubicBezTo>
                      <a:pt x="586" y="2917"/>
                      <a:pt x="585" y="2915"/>
                      <a:pt x="583" y="2913"/>
                    </a:cubicBezTo>
                    <a:cubicBezTo>
                      <a:pt x="582" y="2912"/>
                      <a:pt x="581" y="2912"/>
                      <a:pt x="581" y="2911"/>
                    </a:cubicBezTo>
                    <a:cubicBezTo>
                      <a:pt x="580" y="2910"/>
                      <a:pt x="579" y="2909"/>
                      <a:pt x="578" y="2908"/>
                    </a:cubicBezTo>
                    <a:cubicBezTo>
                      <a:pt x="577" y="2908"/>
                      <a:pt x="576" y="2907"/>
                      <a:pt x="575" y="2905"/>
                    </a:cubicBezTo>
                    <a:cubicBezTo>
                      <a:pt x="575" y="2904"/>
                      <a:pt x="574" y="2902"/>
                      <a:pt x="574" y="2901"/>
                    </a:cubicBezTo>
                    <a:cubicBezTo>
                      <a:pt x="574" y="2900"/>
                      <a:pt x="573" y="2898"/>
                      <a:pt x="574" y="2897"/>
                    </a:cubicBezTo>
                    <a:cubicBezTo>
                      <a:pt x="574" y="2897"/>
                      <a:pt x="574" y="2896"/>
                      <a:pt x="575" y="2895"/>
                    </a:cubicBezTo>
                    <a:cubicBezTo>
                      <a:pt x="575" y="2893"/>
                      <a:pt x="575" y="2890"/>
                      <a:pt x="574" y="2888"/>
                    </a:cubicBezTo>
                    <a:cubicBezTo>
                      <a:pt x="574" y="2886"/>
                      <a:pt x="573" y="2884"/>
                      <a:pt x="575" y="2882"/>
                    </a:cubicBezTo>
                    <a:close/>
                    <a:moveTo>
                      <a:pt x="730" y="2760"/>
                    </a:moveTo>
                    <a:cubicBezTo>
                      <a:pt x="729" y="2761"/>
                      <a:pt x="726" y="2763"/>
                      <a:pt x="724" y="2762"/>
                    </a:cubicBezTo>
                    <a:cubicBezTo>
                      <a:pt x="724" y="2761"/>
                      <a:pt x="723" y="2761"/>
                      <a:pt x="722" y="2761"/>
                    </a:cubicBezTo>
                    <a:cubicBezTo>
                      <a:pt x="720" y="2761"/>
                      <a:pt x="719" y="2760"/>
                      <a:pt x="717" y="2760"/>
                    </a:cubicBezTo>
                    <a:cubicBezTo>
                      <a:pt x="715" y="2760"/>
                      <a:pt x="714" y="2759"/>
                      <a:pt x="712" y="2759"/>
                    </a:cubicBezTo>
                    <a:cubicBezTo>
                      <a:pt x="710" y="2759"/>
                      <a:pt x="706" y="2760"/>
                      <a:pt x="704" y="2759"/>
                    </a:cubicBezTo>
                    <a:cubicBezTo>
                      <a:pt x="701" y="2758"/>
                      <a:pt x="698" y="2755"/>
                      <a:pt x="697" y="2753"/>
                    </a:cubicBezTo>
                    <a:cubicBezTo>
                      <a:pt x="696" y="2753"/>
                      <a:pt x="696" y="2752"/>
                      <a:pt x="696" y="2751"/>
                    </a:cubicBezTo>
                    <a:cubicBezTo>
                      <a:pt x="696" y="2750"/>
                      <a:pt x="697" y="2750"/>
                      <a:pt x="698" y="2749"/>
                    </a:cubicBezTo>
                    <a:cubicBezTo>
                      <a:pt x="700" y="2748"/>
                      <a:pt x="701" y="2747"/>
                      <a:pt x="702" y="2747"/>
                    </a:cubicBezTo>
                    <a:cubicBezTo>
                      <a:pt x="703" y="2747"/>
                      <a:pt x="705" y="2746"/>
                      <a:pt x="706" y="2746"/>
                    </a:cubicBezTo>
                    <a:cubicBezTo>
                      <a:pt x="709" y="2746"/>
                      <a:pt x="709" y="2744"/>
                      <a:pt x="712" y="2743"/>
                    </a:cubicBezTo>
                    <a:cubicBezTo>
                      <a:pt x="714" y="2742"/>
                      <a:pt x="716" y="2742"/>
                      <a:pt x="718" y="2743"/>
                    </a:cubicBezTo>
                    <a:cubicBezTo>
                      <a:pt x="720" y="2745"/>
                      <a:pt x="723" y="2746"/>
                      <a:pt x="725" y="2748"/>
                    </a:cubicBezTo>
                    <a:cubicBezTo>
                      <a:pt x="727" y="2750"/>
                      <a:pt x="730" y="2752"/>
                      <a:pt x="732" y="2755"/>
                    </a:cubicBezTo>
                    <a:cubicBezTo>
                      <a:pt x="734" y="2757"/>
                      <a:pt x="733" y="2759"/>
                      <a:pt x="730" y="2760"/>
                    </a:cubicBezTo>
                    <a:close/>
                    <a:moveTo>
                      <a:pt x="610" y="2579"/>
                    </a:moveTo>
                    <a:cubicBezTo>
                      <a:pt x="614" y="2579"/>
                      <a:pt x="618" y="2581"/>
                      <a:pt x="622" y="2581"/>
                    </a:cubicBezTo>
                    <a:cubicBezTo>
                      <a:pt x="624" y="2581"/>
                      <a:pt x="627" y="2582"/>
                      <a:pt x="629" y="2581"/>
                    </a:cubicBezTo>
                    <a:cubicBezTo>
                      <a:pt x="631" y="2581"/>
                      <a:pt x="631" y="2580"/>
                      <a:pt x="633" y="2579"/>
                    </a:cubicBezTo>
                    <a:cubicBezTo>
                      <a:pt x="635" y="2578"/>
                      <a:pt x="638" y="2577"/>
                      <a:pt x="641" y="2576"/>
                    </a:cubicBezTo>
                    <a:cubicBezTo>
                      <a:pt x="644" y="2574"/>
                      <a:pt x="647" y="2573"/>
                      <a:pt x="650" y="2572"/>
                    </a:cubicBezTo>
                    <a:cubicBezTo>
                      <a:pt x="653" y="2571"/>
                      <a:pt x="656" y="2570"/>
                      <a:pt x="659" y="2570"/>
                    </a:cubicBezTo>
                    <a:cubicBezTo>
                      <a:pt x="662" y="2569"/>
                      <a:pt x="666" y="2572"/>
                      <a:pt x="668" y="2574"/>
                    </a:cubicBezTo>
                    <a:cubicBezTo>
                      <a:pt x="669" y="2575"/>
                      <a:pt x="670" y="2576"/>
                      <a:pt x="672" y="2576"/>
                    </a:cubicBezTo>
                    <a:cubicBezTo>
                      <a:pt x="673" y="2576"/>
                      <a:pt x="675" y="2575"/>
                      <a:pt x="676" y="2575"/>
                    </a:cubicBezTo>
                    <a:cubicBezTo>
                      <a:pt x="679" y="2574"/>
                      <a:pt x="682" y="2573"/>
                      <a:pt x="685" y="2576"/>
                    </a:cubicBezTo>
                    <a:cubicBezTo>
                      <a:pt x="687" y="2578"/>
                      <a:pt x="685" y="2582"/>
                      <a:pt x="688" y="2583"/>
                    </a:cubicBezTo>
                    <a:cubicBezTo>
                      <a:pt x="690" y="2584"/>
                      <a:pt x="694" y="2584"/>
                      <a:pt x="696" y="2582"/>
                    </a:cubicBezTo>
                    <a:cubicBezTo>
                      <a:pt x="698" y="2581"/>
                      <a:pt x="696" y="2578"/>
                      <a:pt x="699" y="2576"/>
                    </a:cubicBezTo>
                    <a:cubicBezTo>
                      <a:pt x="701" y="2575"/>
                      <a:pt x="704" y="2576"/>
                      <a:pt x="707" y="2577"/>
                    </a:cubicBezTo>
                    <a:cubicBezTo>
                      <a:pt x="709" y="2578"/>
                      <a:pt x="712" y="2579"/>
                      <a:pt x="714" y="2579"/>
                    </a:cubicBezTo>
                    <a:cubicBezTo>
                      <a:pt x="717" y="2579"/>
                      <a:pt x="720" y="2579"/>
                      <a:pt x="723" y="2581"/>
                    </a:cubicBezTo>
                    <a:cubicBezTo>
                      <a:pt x="724" y="2581"/>
                      <a:pt x="725" y="2582"/>
                      <a:pt x="726" y="2583"/>
                    </a:cubicBezTo>
                    <a:cubicBezTo>
                      <a:pt x="728" y="2583"/>
                      <a:pt x="730" y="2584"/>
                      <a:pt x="731" y="2584"/>
                    </a:cubicBezTo>
                    <a:cubicBezTo>
                      <a:pt x="735" y="2584"/>
                      <a:pt x="739" y="2584"/>
                      <a:pt x="742" y="2583"/>
                    </a:cubicBezTo>
                    <a:cubicBezTo>
                      <a:pt x="745" y="2583"/>
                      <a:pt x="748" y="2582"/>
                      <a:pt x="751" y="2581"/>
                    </a:cubicBezTo>
                    <a:cubicBezTo>
                      <a:pt x="753" y="2581"/>
                      <a:pt x="754" y="2580"/>
                      <a:pt x="756" y="2579"/>
                    </a:cubicBezTo>
                    <a:cubicBezTo>
                      <a:pt x="758" y="2579"/>
                      <a:pt x="760" y="2579"/>
                      <a:pt x="762" y="2579"/>
                    </a:cubicBezTo>
                    <a:cubicBezTo>
                      <a:pt x="765" y="2578"/>
                      <a:pt x="768" y="2578"/>
                      <a:pt x="771" y="2579"/>
                    </a:cubicBezTo>
                    <a:cubicBezTo>
                      <a:pt x="772" y="2584"/>
                      <a:pt x="765" y="2583"/>
                      <a:pt x="762" y="2585"/>
                    </a:cubicBezTo>
                    <a:cubicBezTo>
                      <a:pt x="758" y="2586"/>
                      <a:pt x="756" y="2589"/>
                      <a:pt x="752" y="2590"/>
                    </a:cubicBezTo>
                    <a:cubicBezTo>
                      <a:pt x="752" y="2590"/>
                      <a:pt x="751" y="2590"/>
                      <a:pt x="750" y="2591"/>
                    </a:cubicBezTo>
                    <a:cubicBezTo>
                      <a:pt x="749" y="2591"/>
                      <a:pt x="749" y="2592"/>
                      <a:pt x="748" y="2592"/>
                    </a:cubicBezTo>
                    <a:cubicBezTo>
                      <a:pt x="747" y="2593"/>
                      <a:pt x="745" y="2594"/>
                      <a:pt x="743" y="2594"/>
                    </a:cubicBezTo>
                    <a:cubicBezTo>
                      <a:pt x="741" y="2595"/>
                      <a:pt x="738" y="2596"/>
                      <a:pt x="735" y="2596"/>
                    </a:cubicBezTo>
                    <a:cubicBezTo>
                      <a:pt x="733" y="2596"/>
                      <a:pt x="731" y="2596"/>
                      <a:pt x="730" y="2596"/>
                    </a:cubicBezTo>
                    <a:cubicBezTo>
                      <a:pt x="726" y="2598"/>
                      <a:pt x="723" y="2600"/>
                      <a:pt x="719" y="2601"/>
                    </a:cubicBezTo>
                    <a:cubicBezTo>
                      <a:pt x="718" y="2602"/>
                      <a:pt x="717" y="2601"/>
                      <a:pt x="715" y="2601"/>
                    </a:cubicBezTo>
                    <a:cubicBezTo>
                      <a:pt x="713" y="2601"/>
                      <a:pt x="711" y="2602"/>
                      <a:pt x="709" y="2602"/>
                    </a:cubicBezTo>
                    <a:cubicBezTo>
                      <a:pt x="709" y="2603"/>
                      <a:pt x="708" y="2604"/>
                      <a:pt x="708" y="2606"/>
                    </a:cubicBezTo>
                    <a:cubicBezTo>
                      <a:pt x="708" y="2608"/>
                      <a:pt x="709" y="2609"/>
                      <a:pt x="710" y="2610"/>
                    </a:cubicBezTo>
                    <a:cubicBezTo>
                      <a:pt x="711" y="2614"/>
                      <a:pt x="709" y="2615"/>
                      <a:pt x="705" y="2616"/>
                    </a:cubicBezTo>
                    <a:cubicBezTo>
                      <a:pt x="702" y="2617"/>
                      <a:pt x="697" y="2617"/>
                      <a:pt x="695" y="2618"/>
                    </a:cubicBezTo>
                    <a:cubicBezTo>
                      <a:pt x="693" y="2618"/>
                      <a:pt x="690" y="2618"/>
                      <a:pt x="687" y="2618"/>
                    </a:cubicBezTo>
                    <a:cubicBezTo>
                      <a:pt x="684" y="2619"/>
                      <a:pt x="682" y="2620"/>
                      <a:pt x="679" y="2619"/>
                    </a:cubicBezTo>
                    <a:cubicBezTo>
                      <a:pt x="677" y="2619"/>
                      <a:pt x="675" y="2619"/>
                      <a:pt x="673" y="2618"/>
                    </a:cubicBezTo>
                    <a:cubicBezTo>
                      <a:pt x="671" y="2617"/>
                      <a:pt x="668" y="2616"/>
                      <a:pt x="666" y="2615"/>
                    </a:cubicBezTo>
                    <a:cubicBezTo>
                      <a:pt x="664" y="2615"/>
                      <a:pt x="663" y="2614"/>
                      <a:pt x="662" y="2612"/>
                    </a:cubicBezTo>
                    <a:cubicBezTo>
                      <a:pt x="661" y="2610"/>
                      <a:pt x="660" y="2608"/>
                      <a:pt x="662" y="2606"/>
                    </a:cubicBezTo>
                    <a:cubicBezTo>
                      <a:pt x="663" y="2604"/>
                      <a:pt x="667" y="2605"/>
                      <a:pt x="666" y="2602"/>
                    </a:cubicBezTo>
                    <a:cubicBezTo>
                      <a:pt x="665" y="2598"/>
                      <a:pt x="662" y="2598"/>
                      <a:pt x="659" y="2597"/>
                    </a:cubicBezTo>
                    <a:cubicBezTo>
                      <a:pt x="656" y="2596"/>
                      <a:pt x="657" y="2594"/>
                      <a:pt x="657" y="2592"/>
                    </a:cubicBezTo>
                    <a:cubicBezTo>
                      <a:pt x="658" y="2590"/>
                      <a:pt x="655" y="2589"/>
                      <a:pt x="654" y="2589"/>
                    </a:cubicBezTo>
                    <a:cubicBezTo>
                      <a:pt x="653" y="2589"/>
                      <a:pt x="652" y="2590"/>
                      <a:pt x="652" y="2591"/>
                    </a:cubicBezTo>
                    <a:cubicBezTo>
                      <a:pt x="650" y="2591"/>
                      <a:pt x="649" y="2591"/>
                      <a:pt x="647" y="2591"/>
                    </a:cubicBezTo>
                    <a:cubicBezTo>
                      <a:pt x="645" y="2591"/>
                      <a:pt x="642" y="2590"/>
                      <a:pt x="640" y="2590"/>
                    </a:cubicBezTo>
                    <a:cubicBezTo>
                      <a:pt x="637" y="2590"/>
                      <a:pt x="635" y="2591"/>
                      <a:pt x="633" y="2591"/>
                    </a:cubicBezTo>
                    <a:cubicBezTo>
                      <a:pt x="631" y="2591"/>
                      <a:pt x="627" y="2589"/>
                      <a:pt x="625" y="2588"/>
                    </a:cubicBezTo>
                    <a:cubicBezTo>
                      <a:pt x="622" y="2587"/>
                      <a:pt x="618" y="2587"/>
                      <a:pt x="615" y="2587"/>
                    </a:cubicBezTo>
                    <a:cubicBezTo>
                      <a:pt x="609" y="2586"/>
                      <a:pt x="603" y="2585"/>
                      <a:pt x="597" y="2583"/>
                    </a:cubicBezTo>
                    <a:cubicBezTo>
                      <a:pt x="600" y="2579"/>
                      <a:pt x="606" y="2579"/>
                      <a:pt x="610" y="2579"/>
                    </a:cubicBezTo>
                    <a:close/>
                    <a:moveTo>
                      <a:pt x="508" y="3248"/>
                    </a:moveTo>
                    <a:cubicBezTo>
                      <a:pt x="508" y="3245"/>
                      <a:pt x="507" y="3241"/>
                      <a:pt x="509" y="3239"/>
                    </a:cubicBezTo>
                    <a:cubicBezTo>
                      <a:pt x="511" y="3234"/>
                      <a:pt x="512" y="3239"/>
                      <a:pt x="513" y="3242"/>
                    </a:cubicBezTo>
                    <a:cubicBezTo>
                      <a:pt x="514" y="3244"/>
                      <a:pt x="516" y="3251"/>
                      <a:pt x="518" y="3245"/>
                    </a:cubicBezTo>
                    <a:cubicBezTo>
                      <a:pt x="519" y="3244"/>
                      <a:pt x="521" y="3237"/>
                      <a:pt x="524" y="3240"/>
                    </a:cubicBezTo>
                    <a:cubicBezTo>
                      <a:pt x="526" y="3243"/>
                      <a:pt x="522" y="3247"/>
                      <a:pt x="526" y="3249"/>
                    </a:cubicBezTo>
                    <a:cubicBezTo>
                      <a:pt x="528" y="3250"/>
                      <a:pt x="530" y="3251"/>
                      <a:pt x="532" y="3251"/>
                    </a:cubicBezTo>
                    <a:cubicBezTo>
                      <a:pt x="533" y="3252"/>
                      <a:pt x="535" y="3254"/>
                      <a:pt x="536" y="3256"/>
                    </a:cubicBezTo>
                    <a:cubicBezTo>
                      <a:pt x="538" y="3259"/>
                      <a:pt x="539" y="3262"/>
                      <a:pt x="540" y="3266"/>
                    </a:cubicBezTo>
                    <a:cubicBezTo>
                      <a:pt x="541" y="3269"/>
                      <a:pt x="544" y="3273"/>
                      <a:pt x="541" y="3275"/>
                    </a:cubicBezTo>
                    <a:cubicBezTo>
                      <a:pt x="537" y="3277"/>
                      <a:pt x="533" y="3276"/>
                      <a:pt x="530" y="3273"/>
                    </a:cubicBezTo>
                    <a:cubicBezTo>
                      <a:pt x="529" y="3273"/>
                      <a:pt x="527" y="3272"/>
                      <a:pt x="526" y="3273"/>
                    </a:cubicBezTo>
                    <a:cubicBezTo>
                      <a:pt x="524" y="3274"/>
                      <a:pt x="524" y="3275"/>
                      <a:pt x="525" y="3276"/>
                    </a:cubicBezTo>
                    <a:cubicBezTo>
                      <a:pt x="526" y="3278"/>
                      <a:pt x="527" y="3279"/>
                      <a:pt x="528" y="3280"/>
                    </a:cubicBezTo>
                    <a:cubicBezTo>
                      <a:pt x="529" y="3281"/>
                      <a:pt x="530" y="3283"/>
                      <a:pt x="530" y="3285"/>
                    </a:cubicBezTo>
                    <a:cubicBezTo>
                      <a:pt x="529" y="3289"/>
                      <a:pt x="525" y="3283"/>
                      <a:pt x="523" y="3283"/>
                    </a:cubicBezTo>
                    <a:cubicBezTo>
                      <a:pt x="520" y="3283"/>
                      <a:pt x="521" y="3291"/>
                      <a:pt x="521" y="3292"/>
                    </a:cubicBezTo>
                    <a:cubicBezTo>
                      <a:pt x="521" y="3294"/>
                      <a:pt x="521" y="3296"/>
                      <a:pt x="519" y="3296"/>
                    </a:cubicBezTo>
                    <a:cubicBezTo>
                      <a:pt x="518" y="3296"/>
                      <a:pt x="517" y="3295"/>
                      <a:pt x="517" y="3294"/>
                    </a:cubicBezTo>
                    <a:cubicBezTo>
                      <a:pt x="517" y="3292"/>
                      <a:pt x="517" y="3290"/>
                      <a:pt x="517" y="3288"/>
                    </a:cubicBezTo>
                    <a:cubicBezTo>
                      <a:pt x="517" y="3285"/>
                      <a:pt x="518" y="3283"/>
                      <a:pt x="518" y="3280"/>
                    </a:cubicBezTo>
                    <a:cubicBezTo>
                      <a:pt x="517" y="3278"/>
                      <a:pt x="518" y="3275"/>
                      <a:pt x="516" y="3274"/>
                    </a:cubicBezTo>
                    <a:cubicBezTo>
                      <a:pt x="515" y="3273"/>
                      <a:pt x="513" y="3276"/>
                      <a:pt x="513" y="3277"/>
                    </a:cubicBezTo>
                    <a:cubicBezTo>
                      <a:pt x="511" y="3280"/>
                      <a:pt x="512" y="3284"/>
                      <a:pt x="508" y="3285"/>
                    </a:cubicBezTo>
                    <a:cubicBezTo>
                      <a:pt x="503" y="3287"/>
                      <a:pt x="506" y="3281"/>
                      <a:pt x="507" y="3279"/>
                    </a:cubicBezTo>
                    <a:cubicBezTo>
                      <a:pt x="508" y="3278"/>
                      <a:pt x="508" y="3277"/>
                      <a:pt x="508" y="3275"/>
                    </a:cubicBezTo>
                    <a:cubicBezTo>
                      <a:pt x="508" y="3274"/>
                      <a:pt x="507" y="3272"/>
                      <a:pt x="507" y="3271"/>
                    </a:cubicBezTo>
                    <a:cubicBezTo>
                      <a:pt x="506" y="3269"/>
                      <a:pt x="505" y="3268"/>
                      <a:pt x="505" y="3266"/>
                    </a:cubicBezTo>
                    <a:cubicBezTo>
                      <a:pt x="506" y="3265"/>
                      <a:pt x="507" y="3263"/>
                      <a:pt x="507" y="3262"/>
                    </a:cubicBezTo>
                    <a:cubicBezTo>
                      <a:pt x="509" y="3258"/>
                      <a:pt x="508" y="3253"/>
                      <a:pt x="508" y="3248"/>
                    </a:cubicBezTo>
                    <a:close/>
                    <a:moveTo>
                      <a:pt x="491" y="2692"/>
                    </a:moveTo>
                    <a:cubicBezTo>
                      <a:pt x="492" y="2690"/>
                      <a:pt x="492" y="2689"/>
                      <a:pt x="494" y="2689"/>
                    </a:cubicBezTo>
                    <a:cubicBezTo>
                      <a:pt x="496" y="2690"/>
                      <a:pt x="497" y="2693"/>
                      <a:pt x="499" y="2694"/>
                    </a:cubicBezTo>
                    <a:cubicBezTo>
                      <a:pt x="501" y="2695"/>
                      <a:pt x="502" y="2693"/>
                      <a:pt x="503" y="2691"/>
                    </a:cubicBezTo>
                    <a:cubicBezTo>
                      <a:pt x="503" y="2690"/>
                      <a:pt x="504" y="2686"/>
                      <a:pt x="506" y="2686"/>
                    </a:cubicBezTo>
                    <a:cubicBezTo>
                      <a:pt x="507" y="2686"/>
                      <a:pt x="507" y="2690"/>
                      <a:pt x="507" y="2691"/>
                    </a:cubicBezTo>
                    <a:cubicBezTo>
                      <a:pt x="507" y="2693"/>
                      <a:pt x="507" y="2695"/>
                      <a:pt x="506" y="2697"/>
                    </a:cubicBezTo>
                    <a:cubicBezTo>
                      <a:pt x="505" y="2699"/>
                      <a:pt x="504" y="2700"/>
                      <a:pt x="503" y="2702"/>
                    </a:cubicBezTo>
                    <a:cubicBezTo>
                      <a:pt x="503" y="2704"/>
                      <a:pt x="503" y="2705"/>
                      <a:pt x="503" y="2707"/>
                    </a:cubicBezTo>
                    <a:cubicBezTo>
                      <a:pt x="503" y="2709"/>
                      <a:pt x="502" y="2710"/>
                      <a:pt x="501" y="2711"/>
                    </a:cubicBezTo>
                    <a:cubicBezTo>
                      <a:pt x="499" y="2712"/>
                      <a:pt x="499" y="2713"/>
                      <a:pt x="498" y="2715"/>
                    </a:cubicBezTo>
                    <a:cubicBezTo>
                      <a:pt x="497" y="2718"/>
                      <a:pt x="496" y="2720"/>
                      <a:pt x="495" y="2722"/>
                    </a:cubicBezTo>
                    <a:cubicBezTo>
                      <a:pt x="494" y="2724"/>
                      <a:pt x="493" y="2726"/>
                      <a:pt x="491" y="2725"/>
                    </a:cubicBezTo>
                    <a:cubicBezTo>
                      <a:pt x="489" y="2724"/>
                      <a:pt x="489" y="2721"/>
                      <a:pt x="490" y="2720"/>
                    </a:cubicBezTo>
                    <a:cubicBezTo>
                      <a:pt x="490" y="2719"/>
                      <a:pt x="490" y="2718"/>
                      <a:pt x="490" y="2717"/>
                    </a:cubicBezTo>
                    <a:cubicBezTo>
                      <a:pt x="490" y="2715"/>
                      <a:pt x="490" y="2714"/>
                      <a:pt x="490" y="2712"/>
                    </a:cubicBezTo>
                    <a:cubicBezTo>
                      <a:pt x="490" y="2712"/>
                      <a:pt x="490" y="2709"/>
                      <a:pt x="490" y="2709"/>
                    </a:cubicBezTo>
                    <a:cubicBezTo>
                      <a:pt x="489" y="2709"/>
                      <a:pt x="488" y="2710"/>
                      <a:pt x="488" y="2710"/>
                    </a:cubicBezTo>
                    <a:cubicBezTo>
                      <a:pt x="487" y="2710"/>
                      <a:pt x="487" y="2711"/>
                      <a:pt x="486" y="2710"/>
                    </a:cubicBezTo>
                    <a:cubicBezTo>
                      <a:pt x="485" y="2710"/>
                      <a:pt x="484" y="2709"/>
                      <a:pt x="483" y="2709"/>
                    </a:cubicBezTo>
                    <a:cubicBezTo>
                      <a:pt x="481" y="2708"/>
                      <a:pt x="481" y="2706"/>
                      <a:pt x="481" y="2705"/>
                    </a:cubicBezTo>
                    <a:cubicBezTo>
                      <a:pt x="481" y="2703"/>
                      <a:pt x="481" y="2701"/>
                      <a:pt x="482" y="2699"/>
                    </a:cubicBezTo>
                    <a:cubicBezTo>
                      <a:pt x="483" y="2697"/>
                      <a:pt x="484" y="2697"/>
                      <a:pt x="486" y="2696"/>
                    </a:cubicBezTo>
                    <a:cubicBezTo>
                      <a:pt x="488" y="2695"/>
                      <a:pt x="490" y="2694"/>
                      <a:pt x="491" y="2692"/>
                    </a:cubicBezTo>
                    <a:close/>
                    <a:moveTo>
                      <a:pt x="402" y="1426"/>
                    </a:moveTo>
                    <a:cubicBezTo>
                      <a:pt x="396" y="1427"/>
                      <a:pt x="389" y="1427"/>
                      <a:pt x="384" y="1426"/>
                    </a:cubicBezTo>
                    <a:cubicBezTo>
                      <a:pt x="379" y="1425"/>
                      <a:pt x="377" y="1422"/>
                      <a:pt x="373" y="1420"/>
                    </a:cubicBezTo>
                    <a:cubicBezTo>
                      <a:pt x="369" y="1416"/>
                      <a:pt x="365" y="1414"/>
                      <a:pt x="359" y="1414"/>
                    </a:cubicBezTo>
                    <a:cubicBezTo>
                      <a:pt x="355" y="1414"/>
                      <a:pt x="348" y="1413"/>
                      <a:pt x="343" y="1415"/>
                    </a:cubicBezTo>
                    <a:cubicBezTo>
                      <a:pt x="338" y="1418"/>
                      <a:pt x="343" y="1424"/>
                      <a:pt x="346" y="1426"/>
                    </a:cubicBezTo>
                    <a:cubicBezTo>
                      <a:pt x="350" y="1431"/>
                      <a:pt x="355" y="1433"/>
                      <a:pt x="362" y="1434"/>
                    </a:cubicBezTo>
                    <a:cubicBezTo>
                      <a:pt x="366" y="1435"/>
                      <a:pt x="371" y="1435"/>
                      <a:pt x="374" y="1439"/>
                    </a:cubicBezTo>
                    <a:cubicBezTo>
                      <a:pt x="375" y="1440"/>
                      <a:pt x="376" y="1442"/>
                      <a:pt x="376" y="1444"/>
                    </a:cubicBezTo>
                    <a:cubicBezTo>
                      <a:pt x="374" y="1445"/>
                      <a:pt x="372" y="1441"/>
                      <a:pt x="370" y="1440"/>
                    </a:cubicBezTo>
                    <a:cubicBezTo>
                      <a:pt x="367" y="1439"/>
                      <a:pt x="365" y="1439"/>
                      <a:pt x="362" y="1439"/>
                    </a:cubicBezTo>
                    <a:cubicBezTo>
                      <a:pt x="360" y="1439"/>
                      <a:pt x="357" y="1439"/>
                      <a:pt x="355" y="1440"/>
                    </a:cubicBezTo>
                    <a:cubicBezTo>
                      <a:pt x="353" y="1440"/>
                      <a:pt x="351" y="1442"/>
                      <a:pt x="349" y="1443"/>
                    </a:cubicBezTo>
                    <a:cubicBezTo>
                      <a:pt x="346" y="1445"/>
                      <a:pt x="344" y="1449"/>
                      <a:pt x="347" y="1452"/>
                    </a:cubicBezTo>
                    <a:cubicBezTo>
                      <a:pt x="350" y="1456"/>
                      <a:pt x="353" y="1459"/>
                      <a:pt x="356" y="1463"/>
                    </a:cubicBezTo>
                    <a:cubicBezTo>
                      <a:pt x="358" y="1465"/>
                      <a:pt x="359" y="1467"/>
                      <a:pt x="361" y="1468"/>
                    </a:cubicBezTo>
                    <a:cubicBezTo>
                      <a:pt x="363" y="1469"/>
                      <a:pt x="365" y="1471"/>
                      <a:pt x="367" y="1472"/>
                    </a:cubicBezTo>
                    <a:cubicBezTo>
                      <a:pt x="371" y="1474"/>
                      <a:pt x="374" y="1478"/>
                      <a:pt x="377" y="1481"/>
                    </a:cubicBezTo>
                    <a:cubicBezTo>
                      <a:pt x="379" y="1483"/>
                      <a:pt x="380" y="1485"/>
                      <a:pt x="381" y="1487"/>
                    </a:cubicBezTo>
                    <a:cubicBezTo>
                      <a:pt x="382" y="1489"/>
                      <a:pt x="383" y="1490"/>
                      <a:pt x="383" y="1493"/>
                    </a:cubicBezTo>
                    <a:cubicBezTo>
                      <a:pt x="379" y="1490"/>
                      <a:pt x="374" y="1486"/>
                      <a:pt x="370" y="1482"/>
                    </a:cubicBezTo>
                    <a:cubicBezTo>
                      <a:pt x="367" y="1479"/>
                      <a:pt x="363" y="1477"/>
                      <a:pt x="358" y="1475"/>
                    </a:cubicBezTo>
                    <a:cubicBezTo>
                      <a:pt x="354" y="1473"/>
                      <a:pt x="351" y="1471"/>
                      <a:pt x="347" y="1468"/>
                    </a:cubicBezTo>
                    <a:cubicBezTo>
                      <a:pt x="343" y="1464"/>
                      <a:pt x="338" y="1461"/>
                      <a:pt x="334" y="1457"/>
                    </a:cubicBezTo>
                    <a:cubicBezTo>
                      <a:pt x="330" y="1453"/>
                      <a:pt x="332" y="1449"/>
                      <a:pt x="333" y="1444"/>
                    </a:cubicBezTo>
                    <a:cubicBezTo>
                      <a:pt x="334" y="1439"/>
                      <a:pt x="333" y="1434"/>
                      <a:pt x="332" y="1428"/>
                    </a:cubicBezTo>
                    <a:cubicBezTo>
                      <a:pt x="331" y="1424"/>
                      <a:pt x="330" y="1421"/>
                      <a:pt x="333" y="1417"/>
                    </a:cubicBezTo>
                    <a:cubicBezTo>
                      <a:pt x="336" y="1414"/>
                      <a:pt x="341" y="1412"/>
                      <a:pt x="345" y="1410"/>
                    </a:cubicBezTo>
                    <a:cubicBezTo>
                      <a:pt x="350" y="1409"/>
                      <a:pt x="355" y="1408"/>
                      <a:pt x="360" y="1408"/>
                    </a:cubicBezTo>
                    <a:cubicBezTo>
                      <a:pt x="365" y="1407"/>
                      <a:pt x="370" y="1406"/>
                      <a:pt x="374" y="1408"/>
                    </a:cubicBezTo>
                    <a:cubicBezTo>
                      <a:pt x="379" y="1410"/>
                      <a:pt x="382" y="1415"/>
                      <a:pt x="386" y="1418"/>
                    </a:cubicBezTo>
                    <a:cubicBezTo>
                      <a:pt x="390" y="1421"/>
                      <a:pt x="395" y="1421"/>
                      <a:pt x="400" y="1422"/>
                    </a:cubicBezTo>
                    <a:cubicBezTo>
                      <a:pt x="401" y="1423"/>
                      <a:pt x="405" y="1423"/>
                      <a:pt x="405" y="1424"/>
                    </a:cubicBezTo>
                    <a:cubicBezTo>
                      <a:pt x="405" y="1426"/>
                      <a:pt x="403" y="1426"/>
                      <a:pt x="402" y="1426"/>
                    </a:cubicBezTo>
                    <a:close/>
                    <a:moveTo>
                      <a:pt x="834" y="2235"/>
                    </a:moveTo>
                    <a:cubicBezTo>
                      <a:pt x="836" y="2234"/>
                      <a:pt x="836" y="2232"/>
                      <a:pt x="837" y="2231"/>
                    </a:cubicBezTo>
                    <a:cubicBezTo>
                      <a:pt x="837" y="2229"/>
                      <a:pt x="837" y="2227"/>
                      <a:pt x="839" y="2227"/>
                    </a:cubicBezTo>
                    <a:cubicBezTo>
                      <a:pt x="840" y="2226"/>
                      <a:pt x="842" y="2226"/>
                      <a:pt x="843" y="2227"/>
                    </a:cubicBezTo>
                    <a:cubicBezTo>
                      <a:pt x="847" y="2229"/>
                      <a:pt x="849" y="2234"/>
                      <a:pt x="849" y="2238"/>
                    </a:cubicBezTo>
                    <a:cubicBezTo>
                      <a:pt x="849" y="2240"/>
                      <a:pt x="849" y="2242"/>
                      <a:pt x="847" y="2243"/>
                    </a:cubicBezTo>
                    <a:cubicBezTo>
                      <a:pt x="846" y="2244"/>
                      <a:pt x="844" y="2244"/>
                      <a:pt x="842" y="2243"/>
                    </a:cubicBezTo>
                    <a:cubicBezTo>
                      <a:pt x="840" y="2243"/>
                      <a:pt x="839" y="2243"/>
                      <a:pt x="837" y="2244"/>
                    </a:cubicBezTo>
                    <a:cubicBezTo>
                      <a:pt x="835" y="2244"/>
                      <a:pt x="833" y="2246"/>
                      <a:pt x="832" y="2247"/>
                    </a:cubicBezTo>
                    <a:cubicBezTo>
                      <a:pt x="829" y="2249"/>
                      <a:pt x="826" y="2251"/>
                      <a:pt x="823" y="2254"/>
                    </a:cubicBezTo>
                    <a:cubicBezTo>
                      <a:pt x="823" y="2255"/>
                      <a:pt x="821" y="2257"/>
                      <a:pt x="820" y="2257"/>
                    </a:cubicBezTo>
                    <a:cubicBezTo>
                      <a:pt x="818" y="2257"/>
                      <a:pt x="818" y="2254"/>
                      <a:pt x="818" y="2253"/>
                    </a:cubicBezTo>
                    <a:cubicBezTo>
                      <a:pt x="817" y="2251"/>
                      <a:pt x="817" y="2249"/>
                      <a:pt x="817" y="2247"/>
                    </a:cubicBezTo>
                    <a:cubicBezTo>
                      <a:pt x="817" y="2246"/>
                      <a:pt x="817" y="2244"/>
                      <a:pt x="816" y="2243"/>
                    </a:cubicBezTo>
                    <a:cubicBezTo>
                      <a:pt x="816" y="2242"/>
                      <a:pt x="814" y="2242"/>
                      <a:pt x="814" y="2242"/>
                    </a:cubicBezTo>
                    <a:cubicBezTo>
                      <a:pt x="812" y="2242"/>
                      <a:pt x="811" y="2244"/>
                      <a:pt x="811" y="2245"/>
                    </a:cubicBezTo>
                    <a:cubicBezTo>
                      <a:pt x="810" y="2246"/>
                      <a:pt x="808" y="2246"/>
                      <a:pt x="807" y="2245"/>
                    </a:cubicBezTo>
                    <a:cubicBezTo>
                      <a:pt x="806" y="2243"/>
                      <a:pt x="807" y="2240"/>
                      <a:pt x="808" y="2238"/>
                    </a:cubicBezTo>
                    <a:cubicBezTo>
                      <a:pt x="809" y="2236"/>
                      <a:pt x="811" y="2235"/>
                      <a:pt x="813" y="2235"/>
                    </a:cubicBezTo>
                    <a:cubicBezTo>
                      <a:pt x="815" y="2236"/>
                      <a:pt x="816" y="2237"/>
                      <a:pt x="817" y="2237"/>
                    </a:cubicBezTo>
                    <a:cubicBezTo>
                      <a:pt x="819" y="2238"/>
                      <a:pt x="820" y="2237"/>
                      <a:pt x="822" y="2236"/>
                    </a:cubicBezTo>
                    <a:cubicBezTo>
                      <a:pt x="824" y="2235"/>
                      <a:pt x="826" y="2235"/>
                      <a:pt x="828" y="2235"/>
                    </a:cubicBezTo>
                    <a:cubicBezTo>
                      <a:pt x="830" y="2235"/>
                      <a:pt x="833" y="2236"/>
                      <a:pt x="834" y="2235"/>
                    </a:cubicBezTo>
                    <a:close/>
                    <a:moveTo>
                      <a:pt x="788" y="1904"/>
                    </a:moveTo>
                    <a:cubicBezTo>
                      <a:pt x="790" y="1902"/>
                      <a:pt x="792" y="1902"/>
                      <a:pt x="793" y="1902"/>
                    </a:cubicBezTo>
                    <a:cubicBezTo>
                      <a:pt x="794" y="1901"/>
                      <a:pt x="795" y="1900"/>
                      <a:pt x="796" y="1899"/>
                    </a:cubicBezTo>
                    <a:cubicBezTo>
                      <a:pt x="798" y="1897"/>
                      <a:pt x="799" y="1895"/>
                      <a:pt x="802" y="1893"/>
                    </a:cubicBezTo>
                    <a:cubicBezTo>
                      <a:pt x="806" y="1892"/>
                      <a:pt x="810" y="1891"/>
                      <a:pt x="814" y="1893"/>
                    </a:cubicBezTo>
                    <a:cubicBezTo>
                      <a:pt x="817" y="1895"/>
                      <a:pt x="820" y="1897"/>
                      <a:pt x="821" y="1900"/>
                    </a:cubicBezTo>
                    <a:cubicBezTo>
                      <a:pt x="822" y="1902"/>
                      <a:pt x="823" y="1903"/>
                      <a:pt x="823" y="1904"/>
                    </a:cubicBezTo>
                    <a:cubicBezTo>
                      <a:pt x="824" y="1905"/>
                      <a:pt x="825" y="1906"/>
                      <a:pt x="826" y="1907"/>
                    </a:cubicBezTo>
                    <a:cubicBezTo>
                      <a:pt x="828" y="1910"/>
                      <a:pt x="829" y="1913"/>
                      <a:pt x="830" y="1915"/>
                    </a:cubicBezTo>
                    <a:cubicBezTo>
                      <a:pt x="831" y="1916"/>
                      <a:pt x="832" y="1918"/>
                      <a:pt x="832" y="1919"/>
                    </a:cubicBezTo>
                    <a:cubicBezTo>
                      <a:pt x="832" y="1921"/>
                      <a:pt x="830" y="1921"/>
                      <a:pt x="829" y="1921"/>
                    </a:cubicBezTo>
                    <a:cubicBezTo>
                      <a:pt x="825" y="1920"/>
                      <a:pt x="822" y="1916"/>
                      <a:pt x="819" y="1914"/>
                    </a:cubicBezTo>
                    <a:cubicBezTo>
                      <a:pt x="817" y="1913"/>
                      <a:pt x="815" y="1911"/>
                      <a:pt x="813" y="1910"/>
                    </a:cubicBezTo>
                    <a:cubicBezTo>
                      <a:pt x="812" y="1910"/>
                      <a:pt x="811" y="1909"/>
                      <a:pt x="809" y="1909"/>
                    </a:cubicBezTo>
                    <a:cubicBezTo>
                      <a:pt x="808" y="1908"/>
                      <a:pt x="807" y="1907"/>
                      <a:pt x="805" y="1907"/>
                    </a:cubicBezTo>
                    <a:cubicBezTo>
                      <a:pt x="805" y="1907"/>
                      <a:pt x="803" y="1906"/>
                      <a:pt x="802" y="1906"/>
                    </a:cubicBezTo>
                    <a:cubicBezTo>
                      <a:pt x="801" y="1907"/>
                      <a:pt x="801" y="1909"/>
                      <a:pt x="802" y="1910"/>
                    </a:cubicBezTo>
                    <a:cubicBezTo>
                      <a:pt x="803" y="1912"/>
                      <a:pt x="805" y="1913"/>
                      <a:pt x="807" y="1913"/>
                    </a:cubicBezTo>
                    <a:cubicBezTo>
                      <a:pt x="810" y="1914"/>
                      <a:pt x="812" y="1915"/>
                      <a:pt x="814" y="1916"/>
                    </a:cubicBezTo>
                    <a:cubicBezTo>
                      <a:pt x="815" y="1917"/>
                      <a:pt x="817" y="1919"/>
                      <a:pt x="818" y="1920"/>
                    </a:cubicBezTo>
                    <a:cubicBezTo>
                      <a:pt x="820" y="1922"/>
                      <a:pt x="822" y="1924"/>
                      <a:pt x="822" y="1927"/>
                    </a:cubicBezTo>
                    <a:cubicBezTo>
                      <a:pt x="823" y="1930"/>
                      <a:pt x="819" y="1931"/>
                      <a:pt x="817" y="1930"/>
                    </a:cubicBezTo>
                    <a:cubicBezTo>
                      <a:pt x="813" y="1929"/>
                      <a:pt x="810" y="1928"/>
                      <a:pt x="806" y="1927"/>
                    </a:cubicBezTo>
                    <a:cubicBezTo>
                      <a:pt x="804" y="1927"/>
                      <a:pt x="802" y="1927"/>
                      <a:pt x="799" y="1925"/>
                    </a:cubicBezTo>
                    <a:cubicBezTo>
                      <a:pt x="798" y="1925"/>
                      <a:pt x="794" y="1923"/>
                      <a:pt x="796" y="1921"/>
                    </a:cubicBezTo>
                    <a:cubicBezTo>
                      <a:pt x="799" y="1918"/>
                      <a:pt x="801" y="1920"/>
                      <a:pt x="804" y="1920"/>
                    </a:cubicBezTo>
                    <a:cubicBezTo>
                      <a:pt x="808" y="1921"/>
                      <a:pt x="805" y="1918"/>
                      <a:pt x="804" y="1916"/>
                    </a:cubicBezTo>
                    <a:cubicBezTo>
                      <a:pt x="802" y="1914"/>
                      <a:pt x="800" y="1912"/>
                      <a:pt x="798" y="1911"/>
                    </a:cubicBezTo>
                    <a:cubicBezTo>
                      <a:pt x="796" y="1911"/>
                      <a:pt x="794" y="1910"/>
                      <a:pt x="792" y="1909"/>
                    </a:cubicBezTo>
                    <a:cubicBezTo>
                      <a:pt x="791" y="1908"/>
                      <a:pt x="790" y="1908"/>
                      <a:pt x="789" y="1907"/>
                    </a:cubicBezTo>
                    <a:cubicBezTo>
                      <a:pt x="788" y="1907"/>
                      <a:pt x="788" y="1905"/>
                      <a:pt x="788" y="1904"/>
                    </a:cubicBezTo>
                    <a:close/>
                    <a:moveTo>
                      <a:pt x="563" y="1597"/>
                    </a:moveTo>
                    <a:cubicBezTo>
                      <a:pt x="558" y="1588"/>
                      <a:pt x="552" y="1583"/>
                      <a:pt x="543" y="1578"/>
                    </a:cubicBezTo>
                    <a:cubicBezTo>
                      <a:pt x="536" y="1575"/>
                      <a:pt x="527" y="1575"/>
                      <a:pt x="522" y="1581"/>
                    </a:cubicBezTo>
                    <a:cubicBezTo>
                      <a:pt x="518" y="1586"/>
                      <a:pt x="519" y="1595"/>
                      <a:pt x="521" y="1601"/>
                    </a:cubicBezTo>
                    <a:cubicBezTo>
                      <a:pt x="522" y="1605"/>
                      <a:pt x="523" y="1608"/>
                      <a:pt x="524" y="1612"/>
                    </a:cubicBezTo>
                    <a:cubicBezTo>
                      <a:pt x="525" y="1615"/>
                      <a:pt x="525" y="1619"/>
                      <a:pt x="525" y="1622"/>
                    </a:cubicBezTo>
                    <a:cubicBezTo>
                      <a:pt x="525" y="1627"/>
                      <a:pt x="526" y="1631"/>
                      <a:pt x="528" y="1634"/>
                    </a:cubicBezTo>
                    <a:cubicBezTo>
                      <a:pt x="530" y="1639"/>
                      <a:pt x="530" y="1642"/>
                      <a:pt x="529" y="1647"/>
                    </a:cubicBezTo>
                    <a:cubicBezTo>
                      <a:pt x="528" y="1654"/>
                      <a:pt x="527" y="1662"/>
                      <a:pt x="522" y="1668"/>
                    </a:cubicBezTo>
                    <a:cubicBezTo>
                      <a:pt x="520" y="1670"/>
                      <a:pt x="517" y="1673"/>
                      <a:pt x="516" y="1670"/>
                    </a:cubicBezTo>
                    <a:cubicBezTo>
                      <a:pt x="515" y="1667"/>
                      <a:pt x="518" y="1663"/>
                      <a:pt x="519" y="1660"/>
                    </a:cubicBezTo>
                    <a:cubicBezTo>
                      <a:pt x="521" y="1653"/>
                      <a:pt x="510" y="1654"/>
                      <a:pt x="509" y="1649"/>
                    </a:cubicBezTo>
                    <a:cubicBezTo>
                      <a:pt x="507" y="1645"/>
                      <a:pt x="508" y="1640"/>
                      <a:pt x="507" y="1635"/>
                    </a:cubicBezTo>
                    <a:cubicBezTo>
                      <a:pt x="506" y="1631"/>
                      <a:pt x="504" y="1628"/>
                      <a:pt x="504" y="1624"/>
                    </a:cubicBezTo>
                    <a:cubicBezTo>
                      <a:pt x="504" y="1623"/>
                      <a:pt x="505" y="1615"/>
                      <a:pt x="508" y="1617"/>
                    </a:cubicBezTo>
                    <a:cubicBezTo>
                      <a:pt x="510" y="1618"/>
                      <a:pt x="510" y="1625"/>
                      <a:pt x="511" y="1627"/>
                    </a:cubicBezTo>
                    <a:cubicBezTo>
                      <a:pt x="516" y="1628"/>
                      <a:pt x="520" y="1623"/>
                      <a:pt x="520" y="1618"/>
                    </a:cubicBezTo>
                    <a:cubicBezTo>
                      <a:pt x="519" y="1615"/>
                      <a:pt x="517" y="1614"/>
                      <a:pt x="515" y="1611"/>
                    </a:cubicBezTo>
                    <a:cubicBezTo>
                      <a:pt x="514" y="1609"/>
                      <a:pt x="513" y="1607"/>
                      <a:pt x="513" y="1605"/>
                    </a:cubicBezTo>
                    <a:cubicBezTo>
                      <a:pt x="512" y="1600"/>
                      <a:pt x="512" y="1595"/>
                      <a:pt x="510" y="1591"/>
                    </a:cubicBezTo>
                    <a:cubicBezTo>
                      <a:pt x="509" y="1587"/>
                      <a:pt x="504" y="1583"/>
                      <a:pt x="500" y="1581"/>
                    </a:cubicBezTo>
                    <a:cubicBezTo>
                      <a:pt x="497" y="1580"/>
                      <a:pt x="496" y="1579"/>
                      <a:pt x="494" y="1577"/>
                    </a:cubicBezTo>
                    <a:cubicBezTo>
                      <a:pt x="490" y="1573"/>
                      <a:pt x="485" y="1569"/>
                      <a:pt x="480" y="1568"/>
                    </a:cubicBezTo>
                    <a:cubicBezTo>
                      <a:pt x="475" y="1567"/>
                      <a:pt x="472" y="1566"/>
                      <a:pt x="470" y="1562"/>
                    </a:cubicBezTo>
                    <a:cubicBezTo>
                      <a:pt x="469" y="1559"/>
                      <a:pt x="467" y="1556"/>
                      <a:pt x="466" y="1554"/>
                    </a:cubicBezTo>
                    <a:cubicBezTo>
                      <a:pt x="465" y="1553"/>
                      <a:pt x="466" y="1552"/>
                      <a:pt x="465" y="1551"/>
                    </a:cubicBezTo>
                    <a:cubicBezTo>
                      <a:pt x="465" y="1550"/>
                      <a:pt x="463" y="1548"/>
                      <a:pt x="463" y="1547"/>
                    </a:cubicBezTo>
                    <a:cubicBezTo>
                      <a:pt x="462" y="1546"/>
                      <a:pt x="461" y="1545"/>
                      <a:pt x="460" y="1544"/>
                    </a:cubicBezTo>
                    <a:cubicBezTo>
                      <a:pt x="459" y="1544"/>
                      <a:pt x="458" y="1544"/>
                      <a:pt x="457" y="1543"/>
                    </a:cubicBezTo>
                    <a:cubicBezTo>
                      <a:pt x="455" y="1543"/>
                      <a:pt x="454" y="1542"/>
                      <a:pt x="452" y="1541"/>
                    </a:cubicBezTo>
                    <a:cubicBezTo>
                      <a:pt x="449" y="1541"/>
                      <a:pt x="447" y="1540"/>
                      <a:pt x="445" y="1539"/>
                    </a:cubicBezTo>
                    <a:cubicBezTo>
                      <a:pt x="442" y="1538"/>
                      <a:pt x="434" y="1539"/>
                      <a:pt x="435" y="1535"/>
                    </a:cubicBezTo>
                    <a:cubicBezTo>
                      <a:pt x="445" y="1533"/>
                      <a:pt x="455" y="1539"/>
                      <a:pt x="463" y="1545"/>
                    </a:cubicBezTo>
                    <a:cubicBezTo>
                      <a:pt x="466" y="1547"/>
                      <a:pt x="469" y="1548"/>
                      <a:pt x="471" y="1552"/>
                    </a:cubicBezTo>
                    <a:cubicBezTo>
                      <a:pt x="473" y="1554"/>
                      <a:pt x="476" y="1557"/>
                      <a:pt x="479" y="1557"/>
                    </a:cubicBezTo>
                    <a:cubicBezTo>
                      <a:pt x="479" y="1554"/>
                      <a:pt x="478" y="1550"/>
                      <a:pt x="477" y="1547"/>
                    </a:cubicBezTo>
                    <a:cubicBezTo>
                      <a:pt x="476" y="1543"/>
                      <a:pt x="475" y="1540"/>
                      <a:pt x="474" y="1536"/>
                    </a:cubicBezTo>
                    <a:cubicBezTo>
                      <a:pt x="473" y="1534"/>
                      <a:pt x="471" y="1531"/>
                      <a:pt x="469" y="1529"/>
                    </a:cubicBezTo>
                    <a:cubicBezTo>
                      <a:pt x="467" y="1528"/>
                      <a:pt x="464" y="1526"/>
                      <a:pt x="465" y="1523"/>
                    </a:cubicBezTo>
                    <a:cubicBezTo>
                      <a:pt x="468" y="1525"/>
                      <a:pt x="470" y="1527"/>
                      <a:pt x="473" y="1529"/>
                    </a:cubicBezTo>
                    <a:cubicBezTo>
                      <a:pt x="475" y="1531"/>
                      <a:pt x="478" y="1534"/>
                      <a:pt x="481" y="1535"/>
                    </a:cubicBezTo>
                    <a:cubicBezTo>
                      <a:pt x="483" y="1536"/>
                      <a:pt x="486" y="1535"/>
                      <a:pt x="489" y="1535"/>
                    </a:cubicBezTo>
                    <a:cubicBezTo>
                      <a:pt x="492" y="1535"/>
                      <a:pt x="495" y="1535"/>
                      <a:pt x="497" y="1535"/>
                    </a:cubicBezTo>
                    <a:cubicBezTo>
                      <a:pt x="503" y="1535"/>
                      <a:pt x="511" y="1538"/>
                      <a:pt x="513" y="1544"/>
                    </a:cubicBezTo>
                    <a:cubicBezTo>
                      <a:pt x="515" y="1546"/>
                      <a:pt x="514" y="1549"/>
                      <a:pt x="517" y="1550"/>
                    </a:cubicBezTo>
                    <a:cubicBezTo>
                      <a:pt x="519" y="1551"/>
                      <a:pt x="523" y="1551"/>
                      <a:pt x="525" y="1550"/>
                    </a:cubicBezTo>
                    <a:cubicBezTo>
                      <a:pt x="530" y="1547"/>
                      <a:pt x="526" y="1534"/>
                      <a:pt x="525" y="1529"/>
                    </a:cubicBezTo>
                    <a:cubicBezTo>
                      <a:pt x="527" y="1528"/>
                      <a:pt x="529" y="1532"/>
                      <a:pt x="529" y="1533"/>
                    </a:cubicBezTo>
                    <a:cubicBezTo>
                      <a:pt x="530" y="1536"/>
                      <a:pt x="530" y="1539"/>
                      <a:pt x="531" y="1542"/>
                    </a:cubicBezTo>
                    <a:cubicBezTo>
                      <a:pt x="533" y="1548"/>
                      <a:pt x="536" y="1552"/>
                      <a:pt x="541" y="1556"/>
                    </a:cubicBezTo>
                    <a:cubicBezTo>
                      <a:pt x="544" y="1560"/>
                      <a:pt x="549" y="1562"/>
                      <a:pt x="550" y="1567"/>
                    </a:cubicBezTo>
                    <a:cubicBezTo>
                      <a:pt x="550" y="1570"/>
                      <a:pt x="549" y="1574"/>
                      <a:pt x="550" y="1577"/>
                    </a:cubicBezTo>
                    <a:cubicBezTo>
                      <a:pt x="551" y="1579"/>
                      <a:pt x="553" y="1581"/>
                      <a:pt x="555" y="1582"/>
                    </a:cubicBezTo>
                    <a:cubicBezTo>
                      <a:pt x="557" y="1584"/>
                      <a:pt x="559" y="1586"/>
                      <a:pt x="561" y="1588"/>
                    </a:cubicBezTo>
                    <a:cubicBezTo>
                      <a:pt x="562" y="1589"/>
                      <a:pt x="562" y="1591"/>
                      <a:pt x="562" y="1593"/>
                    </a:cubicBezTo>
                    <a:cubicBezTo>
                      <a:pt x="563" y="1594"/>
                      <a:pt x="563" y="1596"/>
                      <a:pt x="563" y="1597"/>
                    </a:cubicBezTo>
                    <a:close/>
                    <a:moveTo>
                      <a:pt x="774" y="1175"/>
                    </a:moveTo>
                    <a:cubicBezTo>
                      <a:pt x="770" y="1174"/>
                      <a:pt x="767" y="1168"/>
                      <a:pt x="764" y="1165"/>
                    </a:cubicBezTo>
                    <a:cubicBezTo>
                      <a:pt x="761" y="1163"/>
                      <a:pt x="756" y="1163"/>
                      <a:pt x="756" y="1167"/>
                    </a:cubicBezTo>
                    <a:cubicBezTo>
                      <a:pt x="755" y="1171"/>
                      <a:pt x="761" y="1175"/>
                      <a:pt x="763" y="1178"/>
                    </a:cubicBezTo>
                    <a:cubicBezTo>
                      <a:pt x="763" y="1179"/>
                      <a:pt x="765" y="1181"/>
                      <a:pt x="764" y="1182"/>
                    </a:cubicBezTo>
                    <a:cubicBezTo>
                      <a:pt x="763" y="1183"/>
                      <a:pt x="761" y="1182"/>
                      <a:pt x="760" y="1181"/>
                    </a:cubicBezTo>
                    <a:cubicBezTo>
                      <a:pt x="752" y="1176"/>
                      <a:pt x="746" y="1168"/>
                      <a:pt x="742" y="1159"/>
                    </a:cubicBezTo>
                    <a:cubicBezTo>
                      <a:pt x="740" y="1155"/>
                      <a:pt x="738" y="1151"/>
                      <a:pt x="735" y="1148"/>
                    </a:cubicBezTo>
                    <a:cubicBezTo>
                      <a:pt x="732" y="1145"/>
                      <a:pt x="729" y="1143"/>
                      <a:pt x="725" y="1141"/>
                    </a:cubicBezTo>
                    <a:cubicBezTo>
                      <a:pt x="722" y="1139"/>
                      <a:pt x="719" y="1139"/>
                      <a:pt x="715" y="1139"/>
                    </a:cubicBezTo>
                    <a:cubicBezTo>
                      <a:pt x="711" y="1138"/>
                      <a:pt x="707" y="1139"/>
                      <a:pt x="705" y="1135"/>
                    </a:cubicBezTo>
                    <a:cubicBezTo>
                      <a:pt x="703" y="1132"/>
                      <a:pt x="703" y="1128"/>
                      <a:pt x="699" y="1126"/>
                    </a:cubicBezTo>
                    <a:cubicBezTo>
                      <a:pt x="697" y="1123"/>
                      <a:pt x="694" y="1123"/>
                      <a:pt x="692" y="1119"/>
                    </a:cubicBezTo>
                    <a:cubicBezTo>
                      <a:pt x="691" y="1115"/>
                      <a:pt x="692" y="1110"/>
                      <a:pt x="689" y="1107"/>
                    </a:cubicBezTo>
                    <a:cubicBezTo>
                      <a:pt x="687" y="1104"/>
                      <a:pt x="683" y="1106"/>
                      <a:pt x="680" y="1108"/>
                    </a:cubicBezTo>
                    <a:cubicBezTo>
                      <a:pt x="677" y="1110"/>
                      <a:pt x="674" y="1112"/>
                      <a:pt x="671" y="1113"/>
                    </a:cubicBezTo>
                    <a:cubicBezTo>
                      <a:pt x="667" y="1115"/>
                      <a:pt x="663" y="1117"/>
                      <a:pt x="659" y="1116"/>
                    </a:cubicBezTo>
                    <a:cubicBezTo>
                      <a:pt x="656" y="1116"/>
                      <a:pt x="652" y="1115"/>
                      <a:pt x="649" y="1113"/>
                    </a:cubicBezTo>
                    <a:cubicBezTo>
                      <a:pt x="648" y="1112"/>
                      <a:pt x="646" y="1110"/>
                      <a:pt x="644" y="1109"/>
                    </a:cubicBezTo>
                    <a:cubicBezTo>
                      <a:pt x="643" y="1107"/>
                      <a:pt x="643" y="1106"/>
                      <a:pt x="642" y="1104"/>
                    </a:cubicBezTo>
                    <a:cubicBezTo>
                      <a:pt x="638" y="1101"/>
                      <a:pt x="634" y="1097"/>
                      <a:pt x="630" y="1095"/>
                    </a:cubicBezTo>
                    <a:cubicBezTo>
                      <a:pt x="628" y="1094"/>
                      <a:pt x="625" y="1093"/>
                      <a:pt x="623" y="1092"/>
                    </a:cubicBezTo>
                    <a:cubicBezTo>
                      <a:pt x="620" y="1090"/>
                      <a:pt x="617" y="1087"/>
                      <a:pt x="615" y="1085"/>
                    </a:cubicBezTo>
                    <a:cubicBezTo>
                      <a:pt x="610" y="1080"/>
                      <a:pt x="607" y="1076"/>
                      <a:pt x="600" y="1074"/>
                    </a:cubicBezTo>
                    <a:cubicBezTo>
                      <a:pt x="594" y="1073"/>
                      <a:pt x="588" y="1073"/>
                      <a:pt x="582" y="1072"/>
                    </a:cubicBezTo>
                    <a:cubicBezTo>
                      <a:pt x="580" y="1072"/>
                      <a:pt x="569" y="1072"/>
                      <a:pt x="573" y="1069"/>
                    </a:cubicBezTo>
                    <a:cubicBezTo>
                      <a:pt x="576" y="1067"/>
                      <a:pt x="580" y="1067"/>
                      <a:pt x="583" y="1067"/>
                    </a:cubicBezTo>
                    <a:cubicBezTo>
                      <a:pt x="588" y="1067"/>
                      <a:pt x="592" y="1069"/>
                      <a:pt x="597" y="1070"/>
                    </a:cubicBezTo>
                    <a:cubicBezTo>
                      <a:pt x="599" y="1071"/>
                      <a:pt x="602" y="1073"/>
                      <a:pt x="604" y="1073"/>
                    </a:cubicBezTo>
                    <a:cubicBezTo>
                      <a:pt x="606" y="1073"/>
                      <a:pt x="607" y="1071"/>
                      <a:pt x="607" y="1070"/>
                    </a:cubicBezTo>
                    <a:cubicBezTo>
                      <a:pt x="611" y="1064"/>
                      <a:pt x="615" y="1070"/>
                      <a:pt x="617" y="1074"/>
                    </a:cubicBezTo>
                    <a:cubicBezTo>
                      <a:pt x="620" y="1079"/>
                      <a:pt x="623" y="1085"/>
                      <a:pt x="629" y="1088"/>
                    </a:cubicBezTo>
                    <a:cubicBezTo>
                      <a:pt x="634" y="1090"/>
                      <a:pt x="640" y="1091"/>
                      <a:pt x="645" y="1095"/>
                    </a:cubicBezTo>
                    <a:cubicBezTo>
                      <a:pt x="648" y="1097"/>
                      <a:pt x="648" y="1102"/>
                      <a:pt x="650" y="1106"/>
                    </a:cubicBezTo>
                    <a:cubicBezTo>
                      <a:pt x="652" y="1112"/>
                      <a:pt x="657" y="1114"/>
                      <a:pt x="662" y="1114"/>
                    </a:cubicBezTo>
                    <a:cubicBezTo>
                      <a:pt x="667" y="1113"/>
                      <a:pt x="673" y="1112"/>
                      <a:pt x="677" y="1109"/>
                    </a:cubicBezTo>
                    <a:cubicBezTo>
                      <a:pt x="681" y="1106"/>
                      <a:pt x="684" y="1102"/>
                      <a:pt x="689" y="1103"/>
                    </a:cubicBezTo>
                    <a:cubicBezTo>
                      <a:pt x="694" y="1104"/>
                      <a:pt x="698" y="1108"/>
                      <a:pt x="700" y="1112"/>
                    </a:cubicBezTo>
                    <a:cubicBezTo>
                      <a:pt x="702" y="1117"/>
                      <a:pt x="704" y="1121"/>
                      <a:pt x="708" y="1125"/>
                    </a:cubicBezTo>
                    <a:cubicBezTo>
                      <a:pt x="711" y="1129"/>
                      <a:pt x="715" y="1135"/>
                      <a:pt x="721" y="1135"/>
                    </a:cubicBezTo>
                    <a:cubicBezTo>
                      <a:pt x="723" y="1136"/>
                      <a:pt x="726" y="1135"/>
                      <a:pt x="728" y="1135"/>
                    </a:cubicBezTo>
                    <a:cubicBezTo>
                      <a:pt x="731" y="1135"/>
                      <a:pt x="734" y="1137"/>
                      <a:pt x="736" y="1139"/>
                    </a:cubicBezTo>
                    <a:cubicBezTo>
                      <a:pt x="739" y="1143"/>
                      <a:pt x="741" y="1147"/>
                      <a:pt x="743" y="1150"/>
                    </a:cubicBezTo>
                    <a:cubicBezTo>
                      <a:pt x="745" y="1154"/>
                      <a:pt x="747" y="1157"/>
                      <a:pt x="750" y="1159"/>
                    </a:cubicBezTo>
                    <a:cubicBezTo>
                      <a:pt x="752" y="1161"/>
                      <a:pt x="754" y="1161"/>
                      <a:pt x="755" y="1159"/>
                    </a:cubicBezTo>
                    <a:cubicBezTo>
                      <a:pt x="757" y="1157"/>
                      <a:pt x="756" y="1154"/>
                      <a:pt x="755" y="1152"/>
                    </a:cubicBezTo>
                    <a:cubicBezTo>
                      <a:pt x="754" y="1151"/>
                      <a:pt x="750" y="1144"/>
                      <a:pt x="754" y="1145"/>
                    </a:cubicBezTo>
                    <a:cubicBezTo>
                      <a:pt x="759" y="1146"/>
                      <a:pt x="760" y="1151"/>
                      <a:pt x="761" y="1155"/>
                    </a:cubicBezTo>
                    <a:cubicBezTo>
                      <a:pt x="762" y="1158"/>
                      <a:pt x="762" y="1162"/>
                      <a:pt x="766" y="1164"/>
                    </a:cubicBezTo>
                    <a:cubicBezTo>
                      <a:pt x="770" y="1166"/>
                      <a:pt x="775" y="1165"/>
                      <a:pt x="777" y="1168"/>
                    </a:cubicBezTo>
                    <a:cubicBezTo>
                      <a:pt x="779" y="1171"/>
                      <a:pt x="778" y="1176"/>
                      <a:pt x="774" y="1175"/>
                    </a:cubicBezTo>
                    <a:close/>
                    <a:moveTo>
                      <a:pt x="814" y="1140"/>
                    </a:moveTo>
                    <a:cubicBezTo>
                      <a:pt x="812" y="1140"/>
                      <a:pt x="812" y="1141"/>
                      <a:pt x="811" y="1139"/>
                    </a:cubicBezTo>
                    <a:cubicBezTo>
                      <a:pt x="811" y="1137"/>
                      <a:pt x="811" y="1135"/>
                      <a:pt x="811" y="1134"/>
                    </a:cubicBezTo>
                    <a:cubicBezTo>
                      <a:pt x="811" y="1131"/>
                      <a:pt x="810" y="1127"/>
                      <a:pt x="808" y="1127"/>
                    </a:cubicBezTo>
                    <a:cubicBezTo>
                      <a:pt x="806" y="1126"/>
                      <a:pt x="805" y="1126"/>
                      <a:pt x="804" y="1126"/>
                    </a:cubicBezTo>
                    <a:cubicBezTo>
                      <a:pt x="803" y="1126"/>
                      <a:pt x="802" y="1125"/>
                      <a:pt x="800" y="1125"/>
                    </a:cubicBezTo>
                    <a:cubicBezTo>
                      <a:pt x="798" y="1124"/>
                      <a:pt x="796" y="1123"/>
                      <a:pt x="793" y="1123"/>
                    </a:cubicBezTo>
                    <a:cubicBezTo>
                      <a:pt x="791" y="1123"/>
                      <a:pt x="789" y="1123"/>
                      <a:pt x="786" y="1121"/>
                    </a:cubicBezTo>
                    <a:cubicBezTo>
                      <a:pt x="784" y="1120"/>
                      <a:pt x="783" y="1117"/>
                      <a:pt x="781" y="1115"/>
                    </a:cubicBezTo>
                    <a:cubicBezTo>
                      <a:pt x="777" y="1112"/>
                      <a:pt x="773" y="1109"/>
                      <a:pt x="771" y="1105"/>
                    </a:cubicBezTo>
                    <a:cubicBezTo>
                      <a:pt x="770" y="1102"/>
                      <a:pt x="768" y="1099"/>
                      <a:pt x="767" y="1097"/>
                    </a:cubicBezTo>
                    <a:cubicBezTo>
                      <a:pt x="762" y="1090"/>
                      <a:pt x="760" y="1080"/>
                      <a:pt x="751" y="1078"/>
                    </a:cubicBezTo>
                    <a:cubicBezTo>
                      <a:pt x="749" y="1077"/>
                      <a:pt x="747" y="1078"/>
                      <a:pt x="744" y="1078"/>
                    </a:cubicBezTo>
                    <a:cubicBezTo>
                      <a:pt x="742" y="1077"/>
                      <a:pt x="740" y="1076"/>
                      <a:pt x="738" y="1075"/>
                    </a:cubicBezTo>
                    <a:cubicBezTo>
                      <a:pt x="737" y="1074"/>
                      <a:pt x="736" y="1073"/>
                      <a:pt x="735" y="1072"/>
                    </a:cubicBezTo>
                    <a:cubicBezTo>
                      <a:pt x="734" y="1071"/>
                      <a:pt x="735" y="1070"/>
                      <a:pt x="737" y="1070"/>
                    </a:cubicBezTo>
                    <a:cubicBezTo>
                      <a:pt x="738" y="1070"/>
                      <a:pt x="740" y="1072"/>
                      <a:pt x="741" y="1072"/>
                    </a:cubicBezTo>
                    <a:cubicBezTo>
                      <a:pt x="742" y="1073"/>
                      <a:pt x="744" y="1073"/>
                      <a:pt x="745" y="1074"/>
                    </a:cubicBezTo>
                    <a:cubicBezTo>
                      <a:pt x="747" y="1075"/>
                      <a:pt x="750" y="1074"/>
                      <a:pt x="752" y="1073"/>
                    </a:cubicBezTo>
                    <a:cubicBezTo>
                      <a:pt x="754" y="1073"/>
                      <a:pt x="755" y="1072"/>
                      <a:pt x="754" y="1070"/>
                    </a:cubicBezTo>
                    <a:cubicBezTo>
                      <a:pt x="753" y="1066"/>
                      <a:pt x="751" y="1064"/>
                      <a:pt x="748" y="1062"/>
                    </a:cubicBezTo>
                    <a:cubicBezTo>
                      <a:pt x="745" y="1059"/>
                      <a:pt x="742" y="1056"/>
                      <a:pt x="739" y="1053"/>
                    </a:cubicBezTo>
                    <a:cubicBezTo>
                      <a:pt x="738" y="1052"/>
                      <a:pt x="738" y="1051"/>
                      <a:pt x="737" y="1050"/>
                    </a:cubicBezTo>
                    <a:cubicBezTo>
                      <a:pt x="736" y="1049"/>
                      <a:pt x="734" y="1048"/>
                      <a:pt x="734" y="1046"/>
                    </a:cubicBezTo>
                    <a:cubicBezTo>
                      <a:pt x="737" y="1046"/>
                      <a:pt x="740" y="1049"/>
                      <a:pt x="741" y="1051"/>
                    </a:cubicBezTo>
                    <a:cubicBezTo>
                      <a:pt x="742" y="1053"/>
                      <a:pt x="744" y="1054"/>
                      <a:pt x="745" y="1055"/>
                    </a:cubicBezTo>
                    <a:cubicBezTo>
                      <a:pt x="746" y="1056"/>
                      <a:pt x="747" y="1056"/>
                      <a:pt x="748" y="1057"/>
                    </a:cubicBezTo>
                    <a:cubicBezTo>
                      <a:pt x="750" y="1058"/>
                      <a:pt x="751" y="1060"/>
                      <a:pt x="753" y="1060"/>
                    </a:cubicBezTo>
                    <a:cubicBezTo>
                      <a:pt x="755" y="1062"/>
                      <a:pt x="757" y="1062"/>
                      <a:pt x="758" y="1063"/>
                    </a:cubicBezTo>
                    <a:cubicBezTo>
                      <a:pt x="761" y="1065"/>
                      <a:pt x="762" y="1068"/>
                      <a:pt x="764" y="1070"/>
                    </a:cubicBezTo>
                    <a:cubicBezTo>
                      <a:pt x="766" y="1072"/>
                      <a:pt x="767" y="1074"/>
                      <a:pt x="768" y="1077"/>
                    </a:cubicBezTo>
                    <a:cubicBezTo>
                      <a:pt x="768" y="1081"/>
                      <a:pt x="770" y="1084"/>
                      <a:pt x="770" y="1087"/>
                    </a:cubicBezTo>
                    <a:cubicBezTo>
                      <a:pt x="771" y="1090"/>
                      <a:pt x="772" y="1093"/>
                      <a:pt x="773" y="1095"/>
                    </a:cubicBezTo>
                    <a:cubicBezTo>
                      <a:pt x="774" y="1096"/>
                      <a:pt x="775" y="1098"/>
                      <a:pt x="776" y="1100"/>
                    </a:cubicBezTo>
                    <a:cubicBezTo>
                      <a:pt x="776" y="1101"/>
                      <a:pt x="777" y="1103"/>
                      <a:pt x="778" y="1104"/>
                    </a:cubicBezTo>
                    <a:cubicBezTo>
                      <a:pt x="780" y="1107"/>
                      <a:pt x="782" y="1109"/>
                      <a:pt x="784" y="1111"/>
                    </a:cubicBezTo>
                    <a:cubicBezTo>
                      <a:pt x="785" y="1113"/>
                      <a:pt x="788" y="1114"/>
                      <a:pt x="790" y="1114"/>
                    </a:cubicBezTo>
                    <a:cubicBezTo>
                      <a:pt x="790" y="1112"/>
                      <a:pt x="789" y="1110"/>
                      <a:pt x="789" y="1107"/>
                    </a:cubicBezTo>
                    <a:cubicBezTo>
                      <a:pt x="790" y="1108"/>
                      <a:pt x="792" y="1108"/>
                      <a:pt x="793" y="1109"/>
                    </a:cubicBezTo>
                    <a:cubicBezTo>
                      <a:pt x="794" y="1110"/>
                      <a:pt x="794" y="1112"/>
                      <a:pt x="795" y="1113"/>
                    </a:cubicBezTo>
                    <a:cubicBezTo>
                      <a:pt x="796" y="1115"/>
                      <a:pt x="799" y="1118"/>
                      <a:pt x="802" y="1116"/>
                    </a:cubicBezTo>
                    <a:cubicBezTo>
                      <a:pt x="803" y="1114"/>
                      <a:pt x="804" y="1114"/>
                      <a:pt x="805" y="1114"/>
                    </a:cubicBezTo>
                    <a:cubicBezTo>
                      <a:pt x="807" y="1115"/>
                      <a:pt x="809" y="1118"/>
                      <a:pt x="810" y="1119"/>
                    </a:cubicBezTo>
                    <a:cubicBezTo>
                      <a:pt x="811" y="1123"/>
                      <a:pt x="813" y="1126"/>
                      <a:pt x="813" y="1129"/>
                    </a:cubicBezTo>
                    <a:cubicBezTo>
                      <a:pt x="814" y="1133"/>
                      <a:pt x="814" y="1136"/>
                      <a:pt x="814" y="1140"/>
                    </a:cubicBezTo>
                    <a:close/>
                    <a:moveTo>
                      <a:pt x="729" y="974"/>
                    </a:moveTo>
                    <a:cubicBezTo>
                      <a:pt x="731" y="975"/>
                      <a:pt x="732" y="976"/>
                      <a:pt x="734" y="978"/>
                    </a:cubicBezTo>
                    <a:cubicBezTo>
                      <a:pt x="736" y="979"/>
                      <a:pt x="737" y="980"/>
                      <a:pt x="739" y="980"/>
                    </a:cubicBezTo>
                    <a:cubicBezTo>
                      <a:pt x="740" y="981"/>
                      <a:pt x="742" y="980"/>
                      <a:pt x="743" y="980"/>
                    </a:cubicBezTo>
                    <a:cubicBezTo>
                      <a:pt x="747" y="981"/>
                      <a:pt x="750" y="982"/>
                      <a:pt x="753" y="984"/>
                    </a:cubicBezTo>
                    <a:cubicBezTo>
                      <a:pt x="756" y="985"/>
                      <a:pt x="758" y="987"/>
                      <a:pt x="760" y="990"/>
                    </a:cubicBezTo>
                    <a:cubicBezTo>
                      <a:pt x="761" y="990"/>
                      <a:pt x="761" y="991"/>
                      <a:pt x="762" y="992"/>
                    </a:cubicBezTo>
                    <a:cubicBezTo>
                      <a:pt x="764" y="993"/>
                      <a:pt x="766" y="994"/>
                      <a:pt x="767" y="995"/>
                    </a:cubicBezTo>
                    <a:cubicBezTo>
                      <a:pt x="770" y="996"/>
                      <a:pt x="772" y="998"/>
                      <a:pt x="775" y="999"/>
                    </a:cubicBezTo>
                    <a:cubicBezTo>
                      <a:pt x="776" y="1000"/>
                      <a:pt x="779" y="1000"/>
                      <a:pt x="780" y="1002"/>
                    </a:cubicBezTo>
                    <a:cubicBezTo>
                      <a:pt x="781" y="1003"/>
                      <a:pt x="781" y="1004"/>
                      <a:pt x="782" y="1005"/>
                    </a:cubicBezTo>
                    <a:cubicBezTo>
                      <a:pt x="784" y="1006"/>
                      <a:pt x="785" y="1007"/>
                      <a:pt x="786" y="1008"/>
                    </a:cubicBezTo>
                    <a:cubicBezTo>
                      <a:pt x="786" y="1010"/>
                      <a:pt x="786" y="1012"/>
                      <a:pt x="786" y="1014"/>
                    </a:cubicBezTo>
                    <a:cubicBezTo>
                      <a:pt x="785" y="1018"/>
                      <a:pt x="786" y="1020"/>
                      <a:pt x="788" y="1023"/>
                    </a:cubicBezTo>
                    <a:cubicBezTo>
                      <a:pt x="789" y="1025"/>
                      <a:pt x="790" y="1026"/>
                      <a:pt x="791" y="1027"/>
                    </a:cubicBezTo>
                    <a:cubicBezTo>
                      <a:pt x="792" y="1027"/>
                      <a:pt x="796" y="1026"/>
                      <a:pt x="796" y="1024"/>
                    </a:cubicBezTo>
                    <a:cubicBezTo>
                      <a:pt x="796" y="1022"/>
                      <a:pt x="794" y="1018"/>
                      <a:pt x="793" y="1016"/>
                    </a:cubicBezTo>
                    <a:cubicBezTo>
                      <a:pt x="792" y="1014"/>
                      <a:pt x="791" y="1009"/>
                      <a:pt x="794" y="1008"/>
                    </a:cubicBezTo>
                    <a:cubicBezTo>
                      <a:pt x="798" y="1006"/>
                      <a:pt x="800" y="1013"/>
                      <a:pt x="801" y="1016"/>
                    </a:cubicBezTo>
                    <a:cubicBezTo>
                      <a:pt x="802" y="1019"/>
                      <a:pt x="803" y="1022"/>
                      <a:pt x="807" y="1024"/>
                    </a:cubicBezTo>
                    <a:cubicBezTo>
                      <a:pt x="810" y="1025"/>
                      <a:pt x="814" y="1026"/>
                      <a:pt x="817" y="1028"/>
                    </a:cubicBezTo>
                    <a:cubicBezTo>
                      <a:pt x="820" y="1030"/>
                      <a:pt x="822" y="1031"/>
                      <a:pt x="825" y="1032"/>
                    </a:cubicBezTo>
                    <a:cubicBezTo>
                      <a:pt x="829" y="1033"/>
                      <a:pt x="832" y="1033"/>
                      <a:pt x="835" y="1036"/>
                    </a:cubicBezTo>
                    <a:cubicBezTo>
                      <a:pt x="838" y="1038"/>
                      <a:pt x="839" y="1042"/>
                      <a:pt x="840" y="1045"/>
                    </a:cubicBezTo>
                    <a:cubicBezTo>
                      <a:pt x="841" y="1049"/>
                      <a:pt x="843" y="1051"/>
                      <a:pt x="846" y="1054"/>
                    </a:cubicBezTo>
                    <a:cubicBezTo>
                      <a:pt x="849" y="1057"/>
                      <a:pt x="850" y="1060"/>
                      <a:pt x="850" y="1064"/>
                    </a:cubicBezTo>
                    <a:cubicBezTo>
                      <a:pt x="848" y="1063"/>
                      <a:pt x="847" y="1065"/>
                      <a:pt x="848" y="1067"/>
                    </a:cubicBezTo>
                    <a:cubicBezTo>
                      <a:pt x="848" y="1069"/>
                      <a:pt x="849" y="1071"/>
                      <a:pt x="850" y="1073"/>
                    </a:cubicBezTo>
                    <a:cubicBezTo>
                      <a:pt x="851" y="1074"/>
                      <a:pt x="852" y="1076"/>
                      <a:pt x="854" y="1076"/>
                    </a:cubicBezTo>
                    <a:cubicBezTo>
                      <a:pt x="854" y="1077"/>
                      <a:pt x="855" y="1076"/>
                      <a:pt x="856" y="1076"/>
                    </a:cubicBezTo>
                    <a:cubicBezTo>
                      <a:pt x="856" y="1076"/>
                      <a:pt x="857" y="1077"/>
                      <a:pt x="858" y="1077"/>
                    </a:cubicBezTo>
                    <a:cubicBezTo>
                      <a:pt x="861" y="1078"/>
                      <a:pt x="864" y="1078"/>
                      <a:pt x="868" y="1078"/>
                    </a:cubicBezTo>
                    <a:cubicBezTo>
                      <a:pt x="870" y="1078"/>
                      <a:pt x="876" y="1077"/>
                      <a:pt x="875" y="1081"/>
                    </a:cubicBezTo>
                    <a:cubicBezTo>
                      <a:pt x="870" y="1082"/>
                      <a:pt x="866" y="1082"/>
                      <a:pt x="862" y="1082"/>
                    </a:cubicBezTo>
                    <a:cubicBezTo>
                      <a:pt x="861" y="1082"/>
                      <a:pt x="859" y="1082"/>
                      <a:pt x="858" y="1082"/>
                    </a:cubicBezTo>
                    <a:cubicBezTo>
                      <a:pt x="858" y="1082"/>
                      <a:pt x="857" y="1081"/>
                      <a:pt x="856" y="1081"/>
                    </a:cubicBezTo>
                    <a:cubicBezTo>
                      <a:pt x="855" y="1080"/>
                      <a:pt x="853" y="1080"/>
                      <a:pt x="852" y="1079"/>
                    </a:cubicBezTo>
                    <a:cubicBezTo>
                      <a:pt x="850" y="1078"/>
                      <a:pt x="850" y="1076"/>
                      <a:pt x="849" y="1074"/>
                    </a:cubicBezTo>
                    <a:cubicBezTo>
                      <a:pt x="848" y="1072"/>
                      <a:pt x="845" y="1069"/>
                      <a:pt x="843" y="1068"/>
                    </a:cubicBezTo>
                    <a:cubicBezTo>
                      <a:pt x="841" y="1067"/>
                      <a:pt x="839" y="1067"/>
                      <a:pt x="836" y="1067"/>
                    </a:cubicBezTo>
                    <a:cubicBezTo>
                      <a:pt x="832" y="1067"/>
                      <a:pt x="830" y="1064"/>
                      <a:pt x="829" y="1061"/>
                    </a:cubicBezTo>
                    <a:cubicBezTo>
                      <a:pt x="828" y="1060"/>
                      <a:pt x="828" y="1058"/>
                      <a:pt x="828" y="1057"/>
                    </a:cubicBezTo>
                    <a:cubicBezTo>
                      <a:pt x="829" y="1055"/>
                      <a:pt x="831" y="1057"/>
                      <a:pt x="833" y="1057"/>
                    </a:cubicBezTo>
                    <a:cubicBezTo>
                      <a:pt x="834" y="1058"/>
                      <a:pt x="839" y="1063"/>
                      <a:pt x="840" y="1059"/>
                    </a:cubicBezTo>
                    <a:cubicBezTo>
                      <a:pt x="840" y="1057"/>
                      <a:pt x="838" y="1055"/>
                      <a:pt x="837" y="1053"/>
                    </a:cubicBezTo>
                    <a:cubicBezTo>
                      <a:pt x="837" y="1052"/>
                      <a:pt x="836" y="1051"/>
                      <a:pt x="835" y="1050"/>
                    </a:cubicBezTo>
                    <a:cubicBezTo>
                      <a:pt x="832" y="1049"/>
                      <a:pt x="829" y="1050"/>
                      <a:pt x="826" y="1049"/>
                    </a:cubicBezTo>
                    <a:cubicBezTo>
                      <a:pt x="823" y="1048"/>
                      <a:pt x="823" y="1046"/>
                      <a:pt x="821" y="1043"/>
                    </a:cubicBezTo>
                    <a:cubicBezTo>
                      <a:pt x="820" y="1042"/>
                      <a:pt x="820" y="1041"/>
                      <a:pt x="818" y="1042"/>
                    </a:cubicBezTo>
                    <a:cubicBezTo>
                      <a:pt x="817" y="1042"/>
                      <a:pt x="816" y="1042"/>
                      <a:pt x="816" y="1044"/>
                    </a:cubicBezTo>
                    <a:cubicBezTo>
                      <a:pt x="816" y="1046"/>
                      <a:pt x="819" y="1051"/>
                      <a:pt x="817" y="1052"/>
                    </a:cubicBezTo>
                    <a:cubicBezTo>
                      <a:pt x="815" y="1055"/>
                      <a:pt x="811" y="1046"/>
                      <a:pt x="810" y="1044"/>
                    </a:cubicBezTo>
                    <a:cubicBezTo>
                      <a:pt x="810" y="1043"/>
                      <a:pt x="809" y="1041"/>
                      <a:pt x="808" y="1041"/>
                    </a:cubicBezTo>
                    <a:cubicBezTo>
                      <a:pt x="807" y="1039"/>
                      <a:pt x="806" y="1039"/>
                      <a:pt x="804" y="1039"/>
                    </a:cubicBezTo>
                    <a:cubicBezTo>
                      <a:pt x="802" y="1039"/>
                      <a:pt x="801" y="1039"/>
                      <a:pt x="799" y="1038"/>
                    </a:cubicBezTo>
                    <a:cubicBezTo>
                      <a:pt x="798" y="1038"/>
                      <a:pt x="797" y="1037"/>
                      <a:pt x="795" y="1037"/>
                    </a:cubicBezTo>
                    <a:cubicBezTo>
                      <a:pt x="791" y="1036"/>
                      <a:pt x="788" y="1034"/>
                      <a:pt x="785" y="1032"/>
                    </a:cubicBezTo>
                    <a:cubicBezTo>
                      <a:pt x="783" y="1031"/>
                      <a:pt x="782" y="1030"/>
                      <a:pt x="781" y="1028"/>
                    </a:cubicBezTo>
                    <a:cubicBezTo>
                      <a:pt x="781" y="1027"/>
                      <a:pt x="781" y="1025"/>
                      <a:pt x="781" y="1024"/>
                    </a:cubicBezTo>
                    <a:cubicBezTo>
                      <a:pt x="780" y="1021"/>
                      <a:pt x="781" y="1018"/>
                      <a:pt x="780" y="1015"/>
                    </a:cubicBezTo>
                    <a:cubicBezTo>
                      <a:pt x="780" y="1014"/>
                      <a:pt x="780" y="1012"/>
                      <a:pt x="779" y="1010"/>
                    </a:cubicBezTo>
                    <a:cubicBezTo>
                      <a:pt x="779" y="1009"/>
                      <a:pt x="779" y="1007"/>
                      <a:pt x="778" y="1006"/>
                    </a:cubicBezTo>
                    <a:cubicBezTo>
                      <a:pt x="777" y="1006"/>
                      <a:pt x="777" y="1006"/>
                      <a:pt x="776" y="1005"/>
                    </a:cubicBezTo>
                    <a:cubicBezTo>
                      <a:pt x="776" y="1005"/>
                      <a:pt x="775" y="1003"/>
                      <a:pt x="774" y="1003"/>
                    </a:cubicBezTo>
                    <a:cubicBezTo>
                      <a:pt x="774" y="1003"/>
                      <a:pt x="773" y="1002"/>
                      <a:pt x="772" y="1002"/>
                    </a:cubicBezTo>
                    <a:cubicBezTo>
                      <a:pt x="771" y="1001"/>
                      <a:pt x="771" y="1000"/>
                      <a:pt x="770" y="1000"/>
                    </a:cubicBezTo>
                    <a:cubicBezTo>
                      <a:pt x="769" y="1000"/>
                      <a:pt x="768" y="1000"/>
                      <a:pt x="767" y="1000"/>
                    </a:cubicBezTo>
                    <a:cubicBezTo>
                      <a:pt x="765" y="1000"/>
                      <a:pt x="764" y="998"/>
                      <a:pt x="763" y="998"/>
                    </a:cubicBezTo>
                    <a:cubicBezTo>
                      <a:pt x="761" y="996"/>
                      <a:pt x="759" y="995"/>
                      <a:pt x="757" y="993"/>
                    </a:cubicBezTo>
                    <a:cubicBezTo>
                      <a:pt x="755" y="992"/>
                      <a:pt x="754" y="990"/>
                      <a:pt x="752" y="989"/>
                    </a:cubicBezTo>
                    <a:cubicBezTo>
                      <a:pt x="748" y="987"/>
                      <a:pt x="744" y="985"/>
                      <a:pt x="739" y="984"/>
                    </a:cubicBezTo>
                    <a:cubicBezTo>
                      <a:pt x="737" y="983"/>
                      <a:pt x="735" y="983"/>
                      <a:pt x="733" y="982"/>
                    </a:cubicBezTo>
                    <a:cubicBezTo>
                      <a:pt x="732" y="982"/>
                      <a:pt x="730" y="981"/>
                      <a:pt x="728" y="980"/>
                    </a:cubicBezTo>
                    <a:cubicBezTo>
                      <a:pt x="726" y="979"/>
                      <a:pt x="725" y="977"/>
                      <a:pt x="724" y="975"/>
                    </a:cubicBezTo>
                    <a:cubicBezTo>
                      <a:pt x="722" y="973"/>
                      <a:pt x="721" y="972"/>
                      <a:pt x="719" y="971"/>
                    </a:cubicBezTo>
                    <a:cubicBezTo>
                      <a:pt x="722" y="968"/>
                      <a:pt x="727" y="971"/>
                      <a:pt x="729" y="974"/>
                    </a:cubicBezTo>
                    <a:close/>
                    <a:moveTo>
                      <a:pt x="1024" y="639"/>
                    </a:moveTo>
                    <a:cubicBezTo>
                      <a:pt x="1022" y="641"/>
                      <a:pt x="1024" y="645"/>
                      <a:pt x="1025" y="647"/>
                    </a:cubicBezTo>
                    <a:cubicBezTo>
                      <a:pt x="1026" y="648"/>
                      <a:pt x="1032" y="652"/>
                      <a:pt x="1028" y="653"/>
                    </a:cubicBezTo>
                    <a:cubicBezTo>
                      <a:pt x="1024" y="654"/>
                      <a:pt x="1023" y="652"/>
                      <a:pt x="1020" y="649"/>
                    </a:cubicBezTo>
                    <a:cubicBezTo>
                      <a:pt x="1019" y="648"/>
                      <a:pt x="1018" y="647"/>
                      <a:pt x="1018" y="646"/>
                    </a:cubicBezTo>
                    <a:cubicBezTo>
                      <a:pt x="1017" y="645"/>
                      <a:pt x="1017" y="643"/>
                      <a:pt x="1016" y="642"/>
                    </a:cubicBezTo>
                    <a:cubicBezTo>
                      <a:pt x="1015" y="639"/>
                      <a:pt x="1012" y="639"/>
                      <a:pt x="1009" y="639"/>
                    </a:cubicBezTo>
                    <a:cubicBezTo>
                      <a:pt x="1006" y="638"/>
                      <a:pt x="1004" y="638"/>
                      <a:pt x="1001" y="637"/>
                    </a:cubicBezTo>
                    <a:cubicBezTo>
                      <a:pt x="998" y="635"/>
                      <a:pt x="999" y="631"/>
                      <a:pt x="997" y="630"/>
                    </a:cubicBezTo>
                    <a:cubicBezTo>
                      <a:pt x="996" y="629"/>
                      <a:pt x="994" y="629"/>
                      <a:pt x="993" y="628"/>
                    </a:cubicBezTo>
                    <a:cubicBezTo>
                      <a:pt x="991" y="628"/>
                      <a:pt x="990" y="627"/>
                      <a:pt x="989" y="626"/>
                    </a:cubicBezTo>
                    <a:cubicBezTo>
                      <a:pt x="988" y="626"/>
                      <a:pt x="988" y="626"/>
                      <a:pt x="987" y="626"/>
                    </a:cubicBezTo>
                    <a:cubicBezTo>
                      <a:pt x="987" y="626"/>
                      <a:pt x="986" y="625"/>
                      <a:pt x="985" y="625"/>
                    </a:cubicBezTo>
                    <a:cubicBezTo>
                      <a:pt x="985" y="625"/>
                      <a:pt x="984" y="625"/>
                      <a:pt x="983" y="625"/>
                    </a:cubicBezTo>
                    <a:cubicBezTo>
                      <a:pt x="981" y="625"/>
                      <a:pt x="980" y="625"/>
                      <a:pt x="978" y="625"/>
                    </a:cubicBezTo>
                    <a:cubicBezTo>
                      <a:pt x="977" y="625"/>
                      <a:pt x="977" y="626"/>
                      <a:pt x="976" y="626"/>
                    </a:cubicBezTo>
                    <a:cubicBezTo>
                      <a:pt x="975" y="626"/>
                      <a:pt x="974" y="625"/>
                      <a:pt x="974" y="626"/>
                    </a:cubicBezTo>
                    <a:cubicBezTo>
                      <a:pt x="972" y="626"/>
                      <a:pt x="971" y="626"/>
                      <a:pt x="970" y="626"/>
                    </a:cubicBezTo>
                    <a:cubicBezTo>
                      <a:pt x="970" y="627"/>
                      <a:pt x="969" y="627"/>
                      <a:pt x="968" y="627"/>
                    </a:cubicBezTo>
                    <a:cubicBezTo>
                      <a:pt x="967" y="627"/>
                      <a:pt x="966" y="627"/>
                      <a:pt x="965" y="626"/>
                    </a:cubicBezTo>
                    <a:cubicBezTo>
                      <a:pt x="963" y="625"/>
                      <a:pt x="964" y="624"/>
                      <a:pt x="966" y="623"/>
                    </a:cubicBezTo>
                    <a:cubicBezTo>
                      <a:pt x="967" y="623"/>
                      <a:pt x="968" y="623"/>
                      <a:pt x="970" y="623"/>
                    </a:cubicBezTo>
                    <a:cubicBezTo>
                      <a:pt x="971" y="623"/>
                      <a:pt x="972" y="623"/>
                      <a:pt x="974" y="623"/>
                    </a:cubicBezTo>
                    <a:cubicBezTo>
                      <a:pt x="974" y="623"/>
                      <a:pt x="975" y="622"/>
                      <a:pt x="976" y="622"/>
                    </a:cubicBezTo>
                    <a:cubicBezTo>
                      <a:pt x="977" y="622"/>
                      <a:pt x="979" y="622"/>
                      <a:pt x="980" y="622"/>
                    </a:cubicBezTo>
                    <a:cubicBezTo>
                      <a:pt x="983" y="622"/>
                      <a:pt x="986" y="622"/>
                      <a:pt x="989" y="623"/>
                    </a:cubicBezTo>
                    <a:cubicBezTo>
                      <a:pt x="991" y="623"/>
                      <a:pt x="992" y="623"/>
                      <a:pt x="993" y="624"/>
                    </a:cubicBezTo>
                    <a:cubicBezTo>
                      <a:pt x="994" y="624"/>
                      <a:pt x="995" y="625"/>
                      <a:pt x="995" y="625"/>
                    </a:cubicBezTo>
                    <a:cubicBezTo>
                      <a:pt x="996" y="626"/>
                      <a:pt x="997" y="626"/>
                      <a:pt x="997" y="626"/>
                    </a:cubicBezTo>
                    <a:cubicBezTo>
                      <a:pt x="1000" y="627"/>
                      <a:pt x="1001" y="630"/>
                      <a:pt x="1003" y="631"/>
                    </a:cubicBezTo>
                    <a:cubicBezTo>
                      <a:pt x="1005" y="632"/>
                      <a:pt x="1009" y="633"/>
                      <a:pt x="1012" y="633"/>
                    </a:cubicBezTo>
                    <a:cubicBezTo>
                      <a:pt x="1013" y="633"/>
                      <a:pt x="1014" y="634"/>
                      <a:pt x="1015" y="633"/>
                    </a:cubicBezTo>
                    <a:cubicBezTo>
                      <a:pt x="1017" y="633"/>
                      <a:pt x="1017" y="632"/>
                      <a:pt x="1018" y="632"/>
                    </a:cubicBezTo>
                    <a:cubicBezTo>
                      <a:pt x="1022" y="629"/>
                      <a:pt x="1025" y="631"/>
                      <a:pt x="1027" y="634"/>
                    </a:cubicBezTo>
                    <a:cubicBezTo>
                      <a:pt x="1030" y="636"/>
                      <a:pt x="1032" y="638"/>
                      <a:pt x="1032" y="641"/>
                    </a:cubicBezTo>
                    <a:cubicBezTo>
                      <a:pt x="1030" y="641"/>
                      <a:pt x="1026" y="637"/>
                      <a:pt x="1024" y="639"/>
                    </a:cubicBezTo>
                    <a:close/>
                    <a:moveTo>
                      <a:pt x="893" y="576"/>
                    </a:moveTo>
                    <a:cubicBezTo>
                      <a:pt x="895" y="576"/>
                      <a:pt x="897" y="577"/>
                      <a:pt x="899" y="578"/>
                    </a:cubicBezTo>
                    <a:cubicBezTo>
                      <a:pt x="901" y="579"/>
                      <a:pt x="903" y="580"/>
                      <a:pt x="905" y="580"/>
                    </a:cubicBezTo>
                    <a:cubicBezTo>
                      <a:pt x="905" y="579"/>
                      <a:pt x="905" y="577"/>
                      <a:pt x="905" y="576"/>
                    </a:cubicBezTo>
                    <a:cubicBezTo>
                      <a:pt x="907" y="575"/>
                      <a:pt x="908" y="577"/>
                      <a:pt x="909" y="579"/>
                    </a:cubicBezTo>
                    <a:cubicBezTo>
                      <a:pt x="910" y="581"/>
                      <a:pt x="911" y="582"/>
                      <a:pt x="912" y="583"/>
                    </a:cubicBezTo>
                    <a:cubicBezTo>
                      <a:pt x="916" y="587"/>
                      <a:pt x="920" y="589"/>
                      <a:pt x="925" y="589"/>
                    </a:cubicBezTo>
                    <a:cubicBezTo>
                      <a:pt x="928" y="589"/>
                      <a:pt x="930" y="589"/>
                      <a:pt x="933" y="589"/>
                    </a:cubicBezTo>
                    <a:cubicBezTo>
                      <a:pt x="935" y="589"/>
                      <a:pt x="936" y="589"/>
                      <a:pt x="938" y="590"/>
                    </a:cubicBezTo>
                    <a:cubicBezTo>
                      <a:pt x="942" y="592"/>
                      <a:pt x="944" y="593"/>
                      <a:pt x="947" y="590"/>
                    </a:cubicBezTo>
                    <a:cubicBezTo>
                      <a:pt x="950" y="587"/>
                      <a:pt x="953" y="590"/>
                      <a:pt x="956" y="590"/>
                    </a:cubicBezTo>
                    <a:cubicBezTo>
                      <a:pt x="961" y="591"/>
                      <a:pt x="962" y="587"/>
                      <a:pt x="966" y="586"/>
                    </a:cubicBezTo>
                    <a:cubicBezTo>
                      <a:pt x="971" y="585"/>
                      <a:pt x="975" y="584"/>
                      <a:pt x="980" y="584"/>
                    </a:cubicBezTo>
                    <a:cubicBezTo>
                      <a:pt x="982" y="584"/>
                      <a:pt x="984" y="585"/>
                      <a:pt x="986" y="585"/>
                    </a:cubicBezTo>
                    <a:cubicBezTo>
                      <a:pt x="988" y="584"/>
                      <a:pt x="990" y="582"/>
                      <a:pt x="991" y="581"/>
                    </a:cubicBezTo>
                    <a:cubicBezTo>
                      <a:pt x="992" y="580"/>
                      <a:pt x="992" y="576"/>
                      <a:pt x="994" y="577"/>
                    </a:cubicBezTo>
                    <a:cubicBezTo>
                      <a:pt x="997" y="577"/>
                      <a:pt x="996" y="582"/>
                      <a:pt x="996" y="583"/>
                    </a:cubicBezTo>
                    <a:cubicBezTo>
                      <a:pt x="996" y="588"/>
                      <a:pt x="1002" y="587"/>
                      <a:pt x="1005" y="588"/>
                    </a:cubicBezTo>
                    <a:cubicBezTo>
                      <a:pt x="1005" y="585"/>
                      <a:pt x="1006" y="582"/>
                      <a:pt x="1009" y="584"/>
                    </a:cubicBezTo>
                    <a:cubicBezTo>
                      <a:pt x="1010" y="585"/>
                      <a:pt x="1012" y="585"/>
                      <a:pt x="1012" y="586"/>
                    </a:cubicBezTo>
                    <a:cubicBezTo>
                      <a:pt x="1014" y="588"/>
                      <a:pt x="1014" y="589"/>
                      <a:pt x="1015" y="590"/>
                    </a:cubicBezTo>
                    <a:cubicBezTo>
                      <a:pt x="1016" y="591"/>
                      <a:pt x="1017" y="592"/>
                      <a:pt x="1018" y="593"/>
                    </a:cubicBezTo>
                    <a:cubicBezTo>
                      <a:pt x="1018" y="593"/>
                      <a:pt x="1019" y="593"/>
                      <a:pt x="1020" y="594"/>
                    </a:cubicBezTo>
                    <a:cubicBezTo>
                      <a:pt x="1021" y="594"/>
                      <a:pt x="1022" y="595"/>
                      <a:pt x="1024" y="595"/>
                    </a:cubicBezTo>
                    <a:cubicBezTo>
                      <a:pt x="1025" y="595"/>
                      <a:pt x="1026" y="594"/>
                      <a:pt x="1027" y="594"/>
                    </a:cubicBezTo>
                    <a:cubicBezTo>
                      <a:pt x="1031" y="594"/>
                      <a:pt x="1031" y="598"/>
                      <a:pt x="1034" y="598"/>
                    </a:cubicBezTo>
                    <a:cubicBezTo>
                      <a:pt x="1035" y="598"/>
                      <a:pt x="1036" y="599"/>
                      <a:pt x="1037" y="598"/>
                    </a:cubicBezTo>
                    <a:cubicBezTo>
                      <a:pt x="1038" y="598"/>
                      <a:pt x="1038" y="596"/>
                      <a:pt x="1040" y="596"/>
                    </a:cubicBezTo>
                    <a:cubicBezTo>
                      <a:pt x="1042" y="595"/>
                      <a:pt x="1044" y="597"/>
                      <a:pt x="1046" y="597"/>
                    </a:cubicBezTo>
                    <a:cubicBezTo>
                      <a:pt x="1048" y="598"/>
                      <a:pt x="1050" y="598"/>
                      <a:pt x="1052" y="599"/>
                    </a:cubicBezTo>
                    <a:cubicBezTo>
                      <a:pt x="1055" y="600"/>
                      <a:pt x="1056" y="603"/>
                      <a:pt x="1058" y="604"/>
                    </a:cubicBezTo>
                    <a:cubicBezTo>
                      <a:pt x="1059" y="605"/>
                      <a:pt x="1060" y="607"/>
                      <a:pt x="1060" y="608"/>
                    </a:cubicBezTo>
                    <a:cubicBezTo>
                      <a:pt x="1059" y="610"/>
                      <a:pt x="1058" y="610"/>
                      <a:pt x="1059" y="612"/>
                    </a:cubicBezTo>
                    <a:cubicBezTo>
                      <a:pt x="1060" y="613"/>
                      <a:pt x="1061" y="615"/>
                      <a:pt x="1062" y="616"/>
                    </a:cubicBezTo>
                    <a:cubicBezTo>
                      <a:pt x="1063" y="618"/>
                      <a:pt x="1065" y="619"/>
                      <a:pt x="1067" y="621"/>
                    </a:cubicBezTo>
                    <a:cubicBezTo>
                      <a:pt x="1072" y="622"/>
                      <a:pt x="1077" y="620"/>
                      <a:pt x="1078" y="615"/>
                    </a:cubicBezTo>
                    <a:cubicBezTo>
                      <a:pt x="1079" y="612"/>
                      <a:pt x="1081" y="612"/>
                      <a:pt x="1083" y="615"/>
                    </a:cubicBezTo>
                    <a:cubicBezTo>
                      <a:pt x="1084" y="617"/>
                      <a:pt x="1084" y="619"/>
                      <a:pt x="1086" y="622"/>
                    </a:cubicBezTo>
                    <a:cubicBezTo>
                      <a:pt x="1086" y="623"/>
                      <a:pt x="1087" y="624"/>
                      <a:pt x="1087" y="625"/>
                    </a:cubicBezTo>
                    <a:cubicBezTo>
                      <a:pt x="1087" y="626"/>
                      <a:pt x="1086" y="627"/>
                      <a:pt x="1087" y="629"/>
                    </a:cubicBezTo>
                    <a:cubicBezTo>
                      <a:pt x="1087" y="632"/>
                      <a:pt x="1091" y="632"/>
                      <a:pt x="1093" y="631"/>
                    </a:cubicBezTo>
                    <a:cubicBezTo>
                      <a:pt x="1096" y="631"/>
                      <a:pt x="1099" y="631"/>
                      <a:pt x="1100" y="634"/>
                    </a:cubicBezTo>
                    <a:cubicBezTo>
                      <a:pt x="1102" y="637"/>
                      <a:pt x="1097" y="638"/>
                      <a:pt x="1096" y="641"/>
                    </a:cubicBezTo>
                    <a:cubicBezTo>
                      <a:pt x="1095" y="645"/>
                      <a:pt x="1103" y="648"/>
                      <a:pt x="1106" y="648"/>
                    </a:cubicBezTo>
                    <a:cubicBezTo>
                      <a:pt x="1109" y="649"/>
                      <a:pt x="1111" y="649"/>
                      <a:pt x="1113" y="651"/>
                    </a:cubicBezTo>
                    <a:cubicBezTo>
                      <a:pt x="1114" y="652"/>
                      <a:pt x="1116" y="654"/>
                      <a:pt x="1118" y="654"/>
                    </a:cubicBezTo>
                    <a:cubicBezTo>
                      <a:pt x="1120" y="654"/>
                      <a:pt x="1122" y="653"/>
                      <a:pt x="1124" y="654"/>
                    </a:cubicBezTo>
                    <a:cubicBezTo>
                      <a:pt x="1126" y="656"/>
                      <a:pt x="1126" y="659"/>
                      <a:pt x="1129" y="658"/>
                    </a:cubicBezTo>
                    <a:cubicBezTo>
                      <a:pt x="1131" y="658"/>
                      <a:pt x="1133" y="655"/>
                      <a:pt x="1132" y="653"/>
                    </a:cubicBezTo>
                    <a:cubicBezTo>
                      <a:pt x="1132" y="650"/>
                      <a:pt x="1129" y="648"/>
                      <a:pt x="1126" y="647"/>
                    </a:cubicBezTo>
                    <a:cubicBezTo>
                      <a:pt x="1124" y="646"/>
                      <a:pt x="1122" y="646"/>
                      <a:pt x="1121" y="644"/>
                    </a:cubicBezTo>
                    <a:cubicBezTo>
                      <a:pt x="1120" y="642"/>
                      <a:pt x="1118" y="640"/>
                      <a:pt x="1117" y="638"/>
                    </a:cubicBezTo>
                    <a:cubicBezTo>
                      <a:pt x="1116" y="636"/>
                      <a:pt x="1117" y="634"/>
                      <a:pt x="1119" y="632"/>
                    </a:cubicBezTo>
                    <a:cubicBezTo>
                      <a:pt x="1119" y="633"/>
                      <a:pt x="1120" y="634"/>
                      <a:pt x="1121" y="635"/>
                    </a:cubicBezTo>
                    <a:cubicBezTo>
                      <a:pt x="1122" y="635"/>
                      <a:pt x="1122" y="636"/>
                      <a:pt x="1122" y="636"/>
                    </a:cubicBezTo>
                    <a:cubicBezTo>
                      <a:pt x="1124" y="638"/>
                      <a:pt x="1125" y="640"/>
                      <a:pt x="1126" y="641"/>
                    </a:cubicBezTo>
                    <a:cubicBezTo>
                      <a:pt x="1129" y="644"/>
                      <a:pt x="1132" y="645"/>
                      <a:pt x="1135" y="645"/>
                    </a:cubicBezTo>
                    <a:cubicBezTo>
                      <a:pt x="1138" y="645"/>
                      <a:pt x="1141" y="645"/>
                      <a:pt x="1144" y="646"/>
                    </a:cubicBezTo>
                    <a:cubicBezTo>
                      <a:pt x="1147" y="648"/>
                      <a:pt x="1149" y="651"/>
                      <a:pt x="1149" y="654"/>
                    </a:cubicBezTo>
                    <a:cubicBezTo>
                      <a:pt x="1146" y="655"/>
                      <a:pt x="1145" y="652"/>
                      <a:pt x="1143" y="651"/>
                    </a:cubicBezTo>
                    <a:cubicBezTo>
                      <a:pt x="1140" y="650"/>
                      <a:pt x="1139" y="650"/>
                      <a:pt x="1137" y="653"/>
                    </a:cubicBezTo>
                    <a:cubicBezTo>
                      <a:pt x="1136" y="655"/>
                      <a:pt x="1135" y="657"/>
                      <a:pt x="1134" y="659"/>
                    </a:cubicBezTo>
                    <a:cubicBezTo>
                      <a:pt x="1133" y="662"/>
                      <a:pt x="1132" y="662"/>
                      <a:pt x="1129" y="662"/>
                    </a:cubicBezTo>
                    <a:cubicBezTo>
                      <a:pt x="1128" y="662"/>
                      <a:pt x="1127" y="662"/>
                      <a:pt x="1126" y="662"/>
                    </a:cubicBezTo>
                    <a:cubicBezTo>
                      <a:pt x="1125" y="662"/>
                      <a:pt x="1124" y="661"/>
                      <a:pt x="1122" y="660"/>
                    </a:cubicBezTo>
                    <a:cubicBezTo>
                      <a:pt x="1121" y="660"/>
                      <a:pt x="1121" y="660"/>
                      <a:pt x="1120" y="659"/>
                    </a:cubicBezTo>
                    <a:cubicBezTo>
                      <a:pt x="1119" y="658"/>
                      <a:pt x="1119" y="657"/>
                      <a:pt x="1117" y="657"/>
                    </a:cubicBezTo>
                    <a:cubicBezTo>
                      <a:pt x="1115" y="656"/>
                      <a:pt x="1113" y="656"/>
                      <a:pt x="1111" y="657"/>
                    </a:cubicBezTo>
                    <a:cubicBezTo>
                      <a:pt x="1108" y="657"/>
                      <a:pt x="1107" y="658"/>
                      <a:pt x="1104" y="657"/>
                    </a:cubicBezTo>
                    <a:cubicBezTo>
                      <a:pt x="1103" y="657"/>
                      <a:pt x="1102" y="656"/>
                      <a:pt x="1100" y="656"/>
                    </a:cubicBezTo>
                    <a:cubicBezTo>
                      <a:pt x="1099" y="656"/>
                      <a:pt x="1098" y="656"/>
                      <a:pt x="1097" y="655"/>
                    </a:cubicBezTo>
                    <a:cubicBezTo>
                      <a:pt x="1095" y="653"/>
                      <a:pt x="1097" y="651"/>
                      <a:pt x="1096" y="649"/>
                    </a:cubicBezTo>
                    <a:cubicBezTo>
                      <a:pt x="1095" y="648"/>
                      <a:pt x="1094" y="647"/>
                      <a:pt x="1093" y="646"/>
                    </a:cubicBezTo>
                    <a:cubicBezTo>
                      <a:pt x="1090" y="642"/>
                      <a:pt x="1086" y="639"/>
                      <a:pt x="1082" y="637"/>
                    </a:cubicBezTo>
                    <a:cubicBezTo>
                      <a:pt x="1081" y="636"/>
                      <a:pt x="1079" y="636"/>
                      <a:pt x="1078" y="636"/>
                    </a:cubicBezTo>
                    <a:cubicBezTo>
                      <a:pt x="1076" y="636"/>
                      <a:pt x="1072" y="636"/>
                      <a:pt x="1072" y="634"/>
                    </a:cubicBezTo>
                    <a:cubicBezTo>
                      <a:pt x="1071" y="632"/>
                      <a:pt x="1073" y="629"/>
                      <a:pt x="1072" y="626"/>
                    </a:cubicBezTo>
                    <a:cubicBezTo>
                      <a:pt x="1071" y="626"/>
                      <a:pt x="1069" y="626"/>
                      <a:pt x="1068" y="626"/>
                    </a:cubicBezTo>
                    <a:cubicBezTo>
                      <a:pt x="1066" y="626"/>
                      <a:pt x="1065" y="627"/>
                      <a:pt x="1064" y="627"/>
                    </a:cubicBezTo>
                    <a:cubicBezTo>
                      <a:pt x="1062" y="626"/>
                      <a:pt x="1061" y="625"/>
                      <a:pt x="1061" y="623"/>
                    </a:cubicBezTo>
                    <a:cubicBezTo>
                      <a:pt x="1060" y="622"/>
                      <a:pt x="1060" y="620"/>
                      <a:pt x="1059" y="619"/>
                    </a:cubicBezTo>
                    <a:cubicBezTo>
                      <a:pt x="1058" y="617"/>
                      <a:pt x="1056" y="615"/>
                      <a:pt x="1056" y="613"/>
                    </a:cubicBezTo>
                    <a:cubicBezTo>
                      <a:pt x="1055" y="611"/>
                      <a:pt x="1054" y="610"/>
                      <a:pt x="1053" y="609"/>
                    </a:cubicBezTo>
                    <a:cubicBezTo>
                      <a:pt x="1052" y="609"/>
                      <a:pt x="1052" y="608"/>
                      <a:pt x="1051" y="608"/>
                    </a:cubicBezTo>
                    <a:cubicBezTo>
                      <a:pt x="1048" y="608"/>
                      <a:pt x="1045" y="606"/>
                      <a:pt x="1042" y="605"/>
                    </a:cubicBezTo>
                    <a:cubicBezTo>
                      <a:pt x="1041" y="605"/>
                      <a:pt x="1039" y="605"/>
                      <a:pt x="1038" y="604"/>
                    </a:cubicBezTo>
                    <a:cubicBezTo>
                      <a:pt x="1038" y="604"/>
                      <a:pt x="1038" y="604"/>
                      <a:pt x="1039" y="604"/>
                    </a:cubicBezTo>
                    <a:cubicBezTo>
                      <a:pt x="1039" y="604"/>
                      <a:pt x="1039" y="604"/>
                      <a:pt x="1039" y="604"/>
                    </a:cubicBezTo>
                    <a:cubicBezTo>
                      <a:pt x="1038" y="604"/>
                      <a:pt x="1036" y="603"/>
                      <a:pt x="1036" y="603"/>
                    </a:cubicBezTo>
                    <a:cubicBezTo>
                      <a:pt x="1034" y="603"/>
                      <a:pt x="1034" y="601"/>
                      <a:pt x="1032" y="601"/>
                    </a:cubicBezTo>
                    <a:cubicBezTo>
                      <a:pt x="1032" y="600"/>
                      <a:pt x="1031" y="601"/>
                      <a:pt x="1030" y="601"/>
                    </a:cubicBezTo>
                    <a:cubicBezTo>
                      <a:pt x="1030" y="600"/>
                      <a:pt x="1029" y="600"/>
                      <a:pt x="1028" y="600"/>
                    </a:cubicBezTo>
                    <a:cubicBezTo>
                      <a:pt x="1026" y="599"/>
                      <a:pt x="1023" y="599"/>
                      <a:pt x="1021" y="598"/>
                    </a:cubicBezTo>
                    <a:cubicBezTo>
                      <a:pt x="1019" y="598"/>
                      <a:pt x="1018" y="598"/>
                      <a:pt x="1016" y="598"/>
                    </a:cubicBezTo>
                    <a:cubicBezTo>
                      <a:pt x="1015" y="597"/>
                      <a:pt x="1014" y="596"/>
                      <a:pt x="1012" y="596"/>
                    </a:cubicBezTo>
                    <a:cubicBezTo>
                      <a:pt x="1011" y="595"/>
                      <a:pt x="1010" y="593"/>
                      <a:pt x="1009" y="592"/>
                    </a:cubicBezTo>
                    <a:cubicBezTo>
                      <a:pt x="1008" y="591"/>
                      <a:pt x="1006" y="590"/>
                      <a:pt x="1005" y="591"/>
                    </a:cubicBezTo>
                    <a:cubicBezTo>
                      <a:pt x="1003" y="591"/>
                      <a:pt x="1003" y="592"/>
                      <a:pt x="1002" y="592"/>
                    </a:cubicBezTo>
                    <a:cubicBezTo>
                      <a:pt x="1000" y="593"/>
                      <a:pt x="998" y="593"/>
                      <a:pt x="997" y="592"/>
                    </a:cubicBezTo>
                    <a:cubicBezTo>
                      <a:pt x="995" y="592"/>
                      <a:pt x="995" y="590"/>
                      <a:pt x="995" y="589"/>
                    </a:cubicBezTo>
                    <a:cubicBezTo>
                      <a:pt x="994" y="588"/>
                      <a:pt x="993" y="587"/>
                      <a:pt x="991" y="586"/>
                    </a:cubicBezTo>
                    <a:cubicBezTo>
                      <a:pt x="988" y="585"/>
                      <a:pt x="986" y="589"/>
                      <a:pt x="983" y="589"/>
                    </a:cubicBezTo>
                    <a:cubicBezTo>
                      <a:pt x="982" y="590"/>
                      <a:pt x="981" y="590"/>
                      <a:pt x="980" y="591"/>
                    </a:cubicBezTo>
                    <a:cubicBezTo>
                      <a:pt x="978" y="592"/>
                      <a:pt x="978" y="594"/>
                      <a:pt x="977" y="594"/>
                    </a:cubicBezTo>
                    <a:cubicBezTo>
                      <a:pt x="975" y="594"/>
                      <a:pt x="973" y="592"/>
                      <a:pt x="972" y="591"/>
                    </a:cubicBezTo>
                    <a:cubicBezTo>
                      <a:pt x="970" y="590"/>
                      <a:pt x="968" y="590"/>
                      <a:pt x="967" y="591"/>
                    </a:cubicBezTo>
                    <a:cubicBezTo>
                      <a:pt x="965" y="591"/>
                      <a:pt x="964" y="592"/>
                      <a:pt x="963" y="592"/>
                    </a:cubicBezTo>
                    <a:cubicBezTo>
                      <a:pt x="962" y="594"/>
                      <a:pt x="962" y="595"/>
                      <a:pt x="962" y="597"/>
                    </a:cubicBezTo>
                    <a:cubicBezTo>
                      <a:pt x="961" y="597"/>
                      <a:pt x="959" y="597"/>
                      <a:pt x="958" y="597"/>
                    </a:cubicBezTo>
                    <a:cubicBezTo>
                      <a:pt x="957" y="596"/>
                      <a:pt x="955" y="596"/>
                      <a:pt x="954" y="596"/>
                    </a:cubicBezTo>
                    <a:cubicBezTo>
                      <a:pt x="953" y="595"/>
                      <a:pt x="952" y="595"/>
                      <a:pt x="950" y="595"/>
                    </a:cubicBezTo>
                    <a:cubicBezTo>
                      <a:pt x="946" y="595"/>
                      <a:pt x="942" y="599"/>
                      <a:pt x="937" y="600"/>
                    </a:cubicBezTo>
                    <a:cubicBezTo>
                      <a:pt x="933" y="600"/>
                      <a:pt x="930" y="597"/>
                      <a:pt x="926" y="597"/>
                    </a:cubicBezTo>
                    <a:cubicBezTo>
                      <a:pt x="924" y="597"/>
                      <a:pt x="923" y="596"/>
                      <a:pt x="921" y="596"/>
                    </a:cubicBezTo>
                    <a:cubicBezTo>
                      <a:pt x="920" y="596"/>
                      <a:pt x="920" y="595"/>
                      <a:pt x="919" y="595"/>
                    </a:cubicBezTo>
                    <a:cubicBezTo>
                      <a:pt x="917" y="595"/>
                      <a:pt x="915" y="594"/>
                      <a:pt x="913" y="593"/>
                    </a:cubicBezTo>
                    <a:cubicBezTo>
                      <a:pt x="912" y="592"/>
                      <a:pt x="912" y="590"/>
                      <a:pt x="911" y="589"/>
                    </a:cubicBezTo>
                    <a:cubicBezTo>
                      <a:pt x="910" y="586"/>
                      <a:pt x="908" y="584"/>
                      <a:pt x="905" y="583"/>
                    </a:cubicBezTo>
                    <a:cubicBezTo>
                      <a:pt x="902" y="582"/>
                      <a:pt x="898" y="585"/>
                      <a:pt x="895" y="584"/>
                    </a:cubicBezTo>
                    <a:cubicBezTo>
                      <a:pt x="892" y="583"/>
                      <a:pt x="889" y="577"/>
                      <a:pt x="893" y="57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3" name="Freeform 2334">
                <a:extLst>
                  <a:ext uri="{FF2B5EF4-FFF2-40B4-BE49-F238E27FC236}">
                    <a16:creationId xmlns:a16="http://schemas.microsoft.com/office/drawing/2014/main" id="{836404DE-0083-604F-B78A-603D54656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143"/>
                <a:ext cx="8" cy="4"/>
              </a:xfrm>
              <a:custGeom>
                <a:avLst/>
                <a:gdLst>
                  <a:gd name="T0" fmla="*/ 12 w 20"/>
                  <a:gd name="T1" fmla="*/ 6 h 10"/>
                  <a:gd name="T2" fmla="*/ 17 w 20"/>
                  <a:gd name="T3" fmla="*/ 6 h 10"/>
                  <a:gd name="T4" fmla="*/ 18 w 20"/>
                  <a:gd name="T5" fmla="*/ 9 h 10"/>
                  <a:gd name="T6" fmla="*/ 12 w 20"/>
                  <a:gd name="T7" fmla="*/ 10 h 10"/>
                  <a:gd name="T8" fmla="*/ 7 w 20"/>
                  <a:gd name="T9" fmla="*/ 10 h 10"/>
                  <a:gd name="T10" fmla="*/ 6 w 20"/>
                  <a:gd name="T11" fmla="*/ 10 h 10"/>
                  <a:gd name="T12" fmla="*/ 4 w 20"/>
                  <a:gd name="T13" fmla="*/ 9 h 10"/>
                  <a:gd name="T14" fmla="*/ 1 w 20"/>
                  <a:gd name="T15" fmla="*/ 8 h 10"/>
                  <a:gd name="T16" fmla="*/ 2 w 20"/>
                  <a:gd name="T17" fmla="*/ 4 h 10"/>
                  <a:gd name="T18" fmla="*/ 12 w 20"/>
                  <a:gd name="T1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0">
                    <a:moveTo>
                      <a:pt x="12" y="6"/>
                    </a:moveTo>
                    <a:cubicBezTo>
                      <a:pt x="13" y="7"/>
                      <a:pt x="15" y="6"/>
                      <a:pt x="17" y="6"/>
                    </a:cubicBezTo>
                    <a:cubicBezTo>
                      <a:pt x="18" y="7"/>
                      <a:pt x="20" y="8"/>
                      <a:pt x="18" y="9"/>
                    </a:cubicBezTo>
                    <a:cubicBezTo>
                      <a:pt x="17" y="10"/>
                      <a:pt x="14" y="10"/>
                      <a:pt x="12" y="10"/>
                    </a:cubicBezTo>
                    <a:cubicBezTo>
                      <a:pt x="10" y="10"/>
                      <a:pt x="8" y="10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4" y="9"/>
                    </a:cubicBezTo>
                    <a:cubicBezTo>
                      <a:pt x="3" y="9"/>
                      <a:pt x="2" y="10"/>
                      <a:pt x="1" y="8"/>
                    </a:cubicBezTo>
                    <a:cubicBezTo>
                      <a:pt x="0" y="7"/>
                      <a:pt x="1" y="6"/>
                      <a:pt x="2" y="4"/>
                    </a:cubicBezTo>
                    <a:cubicBezTo>
                      <a:pt x="4" y="0"/>
                      <a:pt x="9" y="5"/>
                      <a:pt x="12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4" name="Freeform 2335">
                <a:extLst>
                  <a:ext uri="{FF2B5EF4-FFF2-40B4-BE49-F238E27FC236}">
                    <a16:creationId xmlns:a16="http://schemas.microsoft.com/office/drawing/2014/main" id="{FC54D6C3-1F76-AD49-8A07-CB40AA4E4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940"/>
                <a:ext cx="12" cy="7"/>
              </a:xfrm>
              <a:custGeom>
                <a:avLst/>
                <a:gdLst>
                  <a:gd name="T0" fmla="*/ 0 w 30"/>
                  <a:gd name="T1" fmla="*/ 14 h 17"/>
                  <a:gd name="T2" fmla="*/ 2 w 30"/>
                  <a:gd name="T3" fmla="*/ 12 h 17"/>
                  <a:gd name="T4" fmla="*/ 11 w 30"/>
                  <a:gd name="T5" fmla="*/ 8 h 17"/>
                  <a:gd name="T6" fmla="*/ 14 w 30"/>
                  <a:gd name="T7" fmla="*/ 5 h 17"/>
                  <a:gd name="T8" fmla="*/ 17 w 30"/>
                  <a:gd name="T9" fmla="*/ 2 h 17"/>
                  <a:gd name="T10" fmla="*/ 21 w 30"/>
                  <a:gd name="T11" fmla="*/ 0 h 17"/>
                  <a:gd name="T12" fmla="*/ 25 w 30"/>
                  <a:gd name="T13" fmla="*/ 1 h 17"/>
                  <a:gd name="T14" fmla="*/ 29 w 30"/>
                  <a:gd name="T15" fmla="*/ 2 h 17"/>
                  <a:gd name="T16" fmla="*/ 25 w 30"/>
                  <a:gd name="T17" fmla="*/ 7 h 17"/>
                  <a:gd name="T18" fmla="*/ 22 w 30"/>
                  <a:gd name="T19" fmla="*/ 8 h 17"/>
                  <a:gd name="T20" fmla="*/ 17 w 30"/>
                  <a:gd name="T21" fmla="*/ 12 h 17"/>
                  <a:gd name="T22" fmla="*/ 12 w 30"/>
                  <a:gd name="T23" fmla="*/ 15 h 17"/>
                  <a:gd name="T24" fmla="*/ 3 w 30"/>
                  <a:gd name="T25" fmla="*/ 16 h 17"/>
                  <a:gd name="T26" fmla="*/ 0 w 30"/>
                  <a:gd name="T2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17">
                    <a:moveTo>
                      <a:pt x="0" y="14"/>
                    </a:moveTo>
                    <a:cubicBezTo>
                      <a:pt x="0" y="13"/>
                      <a:pt x="1" y="12"/>
                      <a:pt x="2" y="12"/>
                    </a:cubicBezTo>
                    <a:cubicBezTo>
                      <a:pt x="5" y="10"/>
                      <a:pt x="9" y="10"/>
                      <a:pt x="11" y="8"/>
                    </a:cubicBezTo>
                    <a:cubicBezTo>
                      <a:pt x="12" y="7"/>
                      <a:pt x="13" y="6"/>
                      <a:pt x="14" y="5"/>
                    </a:cubicBezTo>
                    <a:cubicBezTo>
                      <a:pt x="15" y="4"/>
                      <a:pt x="15" y="3"/>
                      <a:pt x="17" y="2"/>
                    </a:cubicBezTo>
                    <a:cubicBezTo>
                      <a:pt x="18" y="1"/>
                      <a:pt x="20" y="0"/>
                      <a:pt x="21" y="0"/>
                    </a:cubicBezTo>
                    <a:cubicBezTo>
                      <a:pt x="23" y="0"/>
                      <a:pt x="24" y="1"/>
                      <a:pt x="25" y="1"/>
                    </a:cubicBezTo>
                    <a:cubicBezTo>
                      <a:pt x="26" y="1"/>
                      <a:pt x="28" y="2"/>
                      <a:pt x="29" y="2"/>
                    </a:cubicBezTo>
                    <a:cubicBezTo>
                      <a:pt x="30" y="4"/>
                      <a:pt x="26" y="6"/>
                      <a:pt x="25" y="7"/>
                    </a:cubicBezTo>
                    <a:cubicBezTo>
                      <a:pt x="24" y="7"/>
                      <a:pt x="23" y="7"/>
                      <a:pt x="22" y="8"/>
                    </a:cubicBezTo>
                    <a:cubicBezTo>
                      <a:pt x="20" y="9"/>
                      <a:pt x="19" y="11"/>
                      <a:pt x="17" y="12"/>
                    </a:cubicBezTo>
                    <a:cubicBezTo>
                      <a:pt x="16" y="13"/>
                      <a:pt x="14" y="15"/>
                      <a:pt x="12" y="15"/>
                    </a:cubicBezTo>
                    <a:cubicBezTo>
                      <a:pt x="9" y="17"/>
                      <a:pt x="6" y="16"/>
                      <a:pt x="3" y="16"/>
                    </a:cubicBezTo>
                    <a:cubicBezTo>
                      <a:pt x="1" y="17"/>
                      <a:pt x="0" y="16"/>
                      <a:pt x="0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5" name="Freeform 2336">
                <a:extLst>
                  <a:ext uri="{FF2B5EF4-FFF2-40B4-BE49-F238E27FC236}">
                    <a16:creationId xmlns:a16="http://schemas.microsoft.com/office/drawing/2014/main" id="{8D47E701-2D12-1848-8919-5A71AE47E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1617"/>
                <a:ext cx="7" cy="12"/>
              </a:xfrm>
              <a:custGeom>
                <a:avLst/>
                <a:gdLst>
                  <a:gd name="T0" fmla="*/ 6 w 17"/>
                  <a:gd name="T1" fmla="*/ 20 h 30"/>
                  <a:gd name="T2" fmla="*/ 6 w 17"/>
                  <a:gd name="T3" fmla="*/ 18 h 30"/>
                  <a:gd name="T4" fmla="*/ 6 w 17"/>
                  <a:gd name="T5" fmla="*/ 17 h 30"/>
                  <a:gd name="T6" fmla="*/ 7 w 17"/>
                  <a:gd name="T7" fmla="*/ 16 h 30"/>
                  <a:gd name="T8" fmla="*/ 10 w 17"/>
                  <a:gd name="T9" fmla="*/ 16 h 30"/>
                  <a:gd name="T10" fmla="*/ 12 w 17"/>
                  <a:gd name="T11" fmla="*/ 19 h 30"/>
                  <a:gd name="T12" fmla="*/ 15 w 17"/>
                  <a:gd name="T13" fmla="*/ 19 h 30"/>
                  <a:gd name="T14" fmla="*/ 17 w 17"/>
                  <a:gd name="T15" fmla="*/ 16 h 30"/>
                  <a:gd name="T16" fmla="*/ 14 w 17"/>
                  <a:gd name="T17" fmla="*/ 8 h 30"/>
                  <a:gd name="T18" fmla="*/ 11 w 17"/>
                  <a:gd name="T19" fmla="*/ 4 h 30"/>
                  <a:gd name="T20" fmla="*/ 8 w 17"/>
                  <a:gd name="T21" fmla="*/ 0 h 30"/>
                  <a:gd name="T22" fmla="*/ 5 w 17"/>
                  <a:gd name="T23" fmla="*/ 1 h 30"/>
                  <a:gd name="T24" fmla="*/ 1 w 17"/>
                  <a:gd name="T25" fmla="*/ 2 h 30"/>
                  <a:gd name="T26" fmla="*/ 0 w 17"/>
                  <a:gd name="T27" fmla="*/ 5 h 30"/>
                  <a:gd name="T28" fmla="*/ 1 w 17"/>
                  <a:gd name="T29" fmla="*/ 10 h 30"/>
                  <a:gd name="T30" fmla="*/ 1 w 17"/>
                  <a:gd name="T31" fmla="*/ 19 h 30"/>
                  <a:gd name="T32" fmla="*/ 1 w 17"/>
                  <a:gd name="T33" fmla="*/ 25 h 30"/>
                  <a:gd name="T34" fmla="*/ 3 w 17"/>
                  <a:gd name="T35" fmla="*/ 29 h 30"/>
                  <a:gd name="T36" fmla="*/ 6 w 17"/>
                  <a:gd name="T37" fmla="*/ 29 h 30"/>
                  <a:gd name="T38" fmla="*/ 7 w 17"/>
                  <a:gd name="T39" fmla="*/ 28 h 30"/>
                  <a:gd name="T40" fmla="*/ 7 w 17"/>
                  <a:gd name="T41" fmla="*/ 25 h 30"/>
                  <a:gd name="T42" fmla="*/ 6 w 17"/>
                  <a:gd name="T43" fmla="*/ 22 h 30"/>
                  <a:gd name="T44" fmla="*/ 6 w 17"/>
                  <a:gd name="T45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30">
                    <a:moveTo>
                      <a:pt x="6" y="20"/>
                    </a:moveTo>
                    <a:cubicBezTo>
                      <a:pt x="5" y="19"/>
                      <a:pt x="5" y="18"/>
                      <a:pt x="6" y="18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6"/>
                      <a:pt x="7" y="16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1" y="17"/>
                      <a:pt x="11" y="18"/>
                      <a:pt x="12" y="19"/>
                    </a:cubicBezTo>
                    <a:cubicBezTo>
                      <a:pt x="13" y="19"/>
                      <a:pt x="14" y="19"/>
                      <a:pt x="15" y="19"/>
                    </a:cubicBezTo>
                    <a:cubicBezTo>
                      <a:pt x="16" y="19"/>
                      <a:pt x="17" y="17"/>
                      <a:pt x="17" y="16"/>
                    </a:cubicBezTo>
                    <a:cubicBezTo>
                      <a:pt x="17" y="13"/>
                      <a:pt x="16" y="10"/>
                      <a:pt x="14" y="8"/>
                    </a:cubicBezTo>
                    <a:cubicBezTo>
                      <a:pt x="12" y="7"/>
                      <a:pt x="12" y="6"/>
                      <a:pt x="11" y="4"/>
                    </a:cubicBezTo>
                    <a:cubicBezTo>
                      <a:pt x="11" y="2"/>
                      <a:pt x="10" y="1"/>
                      <a:pt x="8" y="0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4" y="1"/>
                      <a:pt x="3" y="2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1" y="10"/>
                    </a:cubicBezTo>
                    <a:cubicBezTo>
                      <a:pt x="1" y="13"/>
                      <a:pt x="1" y="16"/>
                      <a:pt x="1" y="19"/>
                    </a:cubicBezTo>
                    <a:cubicBezTo>
                      <a:pt x="1" y="21"/>
                      <a:pt x="1" y="23"/>
                      <a:pt x="1" y="25"/>
                    </a:cubicBezTo>
                    <a:cubicBezTo>
                      <a:pt x="1" y="26"/>
                      <a:pt x="1" y="28"/>
                      <a:pt x="3" y="29"/>
                    </a:cubicBezTo>
                    <a:cubicBezTo>
                      <a:pt x="4" y="30"/>
                      <a:pt x="5" y="29"/>
                      <a:pt x="6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7"/>
                      <a:pt x="7" y="26"/>
                      <a:pt x="7" y="25"/>
                    </a:cubicBezTo>
                    <a:cubicBezTo>
                      <a:pt x="7" y="24"/>
                      <a:pt x="6" y="23"/>
                      <a:pt x="6" y="22"/>
                    </a:cubicBezTo>
                    <a:cubicBezTo>
                      <a:pt x="6" y="21"/>
                      <a:pt x="6" y="21"/>
                      <a:pt x="6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6" name="Freeform 2337">
                <a:extLst>
                  <a:ext uri="{FF2B5EF4-FFF2-40B4-BE49-F238E27FC236}">
                    <a16:creationId xmlns:a16="http://schemas.microsoft.com/office/drawing/2014/main" id="{167F25A0-F9CA-F94F-A1D0-BC54BF3CA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618"/>
                <a:ext cx="2" cy="3"/>
              </a:xfrm>
              <a:custGeom>
                <a:avLst/>
                <a:gdLst>
                  <a:gd name="T0" fmla="*/ 3 w 7"/>
                  <a:gd name="T1" fmla="*/ 8 h 8"/>
                  <a:gd name="T2" fmla="*/ 2 w 7"/>
                  <a:gd name="T3" fmla="*/ 7 h 8"/>
                  <a:gd name="T4" fmla="*/ 1 w 7"/>
                  <a:gd name="T5" fmla="*/ 6 h 8"/>
                  <a:gd name="T6" fmla="*/ 0 w 7"/>
                  <a:gd name="T7" fmla="*/ 4 h 8"/>
                  <a:gd name="T8" fmla="*/ 0 w 7"/>
                  <a:gd name="T9" fmla="*/ 1 h 8"/>
                  <a:gd name="T10" fmla="*/ 3 w 7"/>
                  <a:gd name="T11" fmla="*/ 0 h 8"/>
                  <a:gd name="T12" fmla="*/ 4 w 7"/>
                  <a:gd name="T13" fmla="*/ 1 h 8"/>
                  <a:gd name="T14" fmla="*/ 5 w 7"/>
                  <a:gd name="T15" fmla="*/ 2 h 8"/>
                  <a:gd name="T16" fmla="*/ 7 w 7"/>
                  <a:gd name="T17" fmla="*/ 5 h 8"/>
                  <a:gd name="T18" fmla="*/ 6 w 7"/>
                  <a:gd name="T19" fmla="*/ 7 h 8"/>
                  <a:gd name="T20" fmla="*/ 5 w 7"/>
                  <a:gd name="T21" fmla="*/ 7 h 8"/>
                  <a:gd name="T22" fmla="*/ 3 w 7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cubicBezTo>
                      <a:pt x="3" y="7"/>
                      <a:pt x="2" y="7"/>
                      <a:pt x="2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6"/>
                      <a:pt x="7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8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7" name="Freeform 2338">
                <a:extLst>
                  <a:ext uri="{FF2B5EF4-FFF2-40B4-BE49-F238E27FC236}">
                    <a16:creationId xmlns:a16="http://schemas.microsoft.com/office/drawing/2014/main" id="{92D2B11B-2282-A04A-B82F-83EEDD3C1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606"/>
                <a:ext cx="2" cy="3"/>
              </a:xfrm>
              <a:custGeom>
                <a:avLst/>
                <a:gdLst>
                  <a:gd name="T0" fmla="*/ 4 w 6"/>
                  <a:gd name="T1" fmla="*/ 9 h 9"/>
                  <a:gd name="T2" fmla="*/ 2 w 6"/>
                  <a:gd name="T3" fmla="*/ 9 h 9"/>
                  <a:gd name="T4" fmla="*/ 1 w 6"/>
                  <a:gd name="T5" fmla="*/ 7 h 9"/>
                  <a:gd name="T6" fmla="*/ 1 w 6"/>
                  <a:gd name="T7" fmla="*/ 4 h 9"/>
                  <a:gd name="T8" fmla="*/ 3 w 6"/>
                  <a:gd name="T9" fmla="*/ 0 h 9"/>
                  <a:gd name="T10" fmla="*/ 5 w 6"/>
                  <a:gd name="T11" fmla="*/ 1 h 9"/>
                  <a:gd name="T12" fmla="*/ 6 w 6"/>
                  <a:gd name="T13" fmla="*/ 3 h 9"/>
                  <a:gd name="T14" fmla="*/ 6 w 6"/>
                  <a:gd name="T15" fmla="*/ 7 h 9"/>
                  <a:gd name="T16" fmla="*/ 6 w 6"/>
                  <a:gd name="T17" fmla="*/ 7 h 9"/>
                  <a:gd name="T18" fmla="*/ 6 w 6"/>
                  <a:gd name="T19" fmla="*/ 7 h 9"/>
                  <a:gd name="T20" fmla="*/ 5 w 6"/>
                  <a:gd name="T21" fmla="*/ 8 h 9"/>
                  <a:gd name="T22" fmla="*/ 4 w 6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9">
                    <a:moveTo>
                      <a:pt x="4" y="9"/>
                    </a:moveTo>
                    <a:cubicBezTo>
                      <a:pt x="3" y="9"/>
                      <a:pt x="3" y="9"/>
                      <a:pt x="2" y="9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2"/>
                      <a:pt x="1" y="0"/>
                      <a:pt x="3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1"/>
                      <a:pt x="5" y="2"/>
                      <a:pt x="6" y="3"/>
                    </a:cubicBezTo>
                    <a:cubicBezTo>
                      <a:pt x="6" y="4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8"/>
                      <a:pt x="4" y="8"/>
                      <a:pt x="4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8" name="Freeform 2339">
                <a:extLst>
                  <a:ext uri="{FF2B5EF4-FFF2-40B4-BE49-F238E27FC236}">
                    <a16:creationId xmlns:a16="http://schemas.microsoft.com/office/drawing/2014/main" id="{F0CCC313-CD58-9640-95ED-18F89DF02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597"/>
                <a:ext cx="39" cy="45"/>
              </a:xfrm>
              <a:custGeom>
                <a:avLst/>
                <a:gdLst>
                  <a:gd name="T0" fmla="*/ 3 w 96"/>
                  <a:gd name="T1" fmla="*/ 54 h 111"/>
                  <a:gd name="T2" fmla="*/ 0 w 96"/>
                  <a:gd name="T3" fmla="*/ 43 h 111"/>
                  <a:gd name="T4" fmla="*/ 9 w 96"/>
                  <a:gd name="T5" fmla="*/ 46 h 111"/>
                  <a:gd name="T6" fmla="*/ 13 w 96"/>
                  <a:gd name="T7" fmla="*/ 34 h 111"/>
                  <a:gd name="T8" fmla="*/ 17 w 96"/>
                  <a:gd name="T9" fmla="*/ 31 h 111"/>
                  <a:gd name="T10" fmla="*/ 19 w 96"/>
                  <a:gd name="T11" fmla="*/ 36 h 111"/>
                  <a:gd name="T12" fmla="*/ 22 w 96"/>
                  <a:gd name="T13" fmla="*/ 44 h 111"/>
                  <a:gd name="T14" fmla="*/ 25 w 96"/>
                  <a:gd name="T15" fmla="*/ 54 h 111"/>
                  <a:gd name="T16" fmla="*/ 29 w 96"/>
                  <a:gd name="T17" fmla="*/ 47 h 111"/>
                  <a:gd name="T18" fmla="*/ 27 w 96"/>
                  <a:gd name="T19" fmla="*/ 42 h 111"/>
                  <a:gd name="T20" fmla="*/ 30 w 96"/>
                  <a:gd name="T21" fmla="*/ 39 h 111"/>
                  <a:gd name="T22" fmla="*/ 34 w 96"/>
                  <a:gd name="T23" fmla="*/ 35 h 111"/>
                  <a:gd name="T24" fmla="*/ 22 w 96"/>
                  <a:gd name="T25" fmla="*/ 22 h 111"/>
                  <a:gd name="T26" fmla="*/ 18 w 96"/>
                  <a:gd name="T27" fmla="*/ 12 h 111"/>
                  <a:gd name="T28" fmla="*/ 27 w 96"/>
                  <a:gd name="T29" fmla="*/ 1 h 111"/>
                  <a:gd name="T30" fmla="*/ 43 w 96"/>
                  <a:gd name="T31" fmla="*/ 13 h 111"/>
                  <a:gd name="T32" fmla="*/ 67 w 96"/>
                  <a:gd name="T33" fmla="*/ 14 h 111"/>
                  <a:gd name="T34" fmla="*/ 86 w 96"/>
                  <a:gd name="T35" fmla="*/ 36 h 111"/>
                  <a:gd name="T36" fmla="*/ 81 w 96"/>
                  <a:gd name="T37" fmla="*/ 48 h 111"/>
                  <a:gd name="T38" fmla="*/ 70 w 96"/>
                  <a:gd name="T39" fmla="*/ 61 h 111"/>
                  <a:gd name="T40" fmla="*/ 58 w 96"/>
                  <a:gd name="T41" fmla="*/ 48 h 111"/>
                  <a:gd name="T42" fmla="*/ 54 w 96"/>
                  <a:gd name="T43" fmla="*/ 35 h 111"/>
                  <a:gd name="T44" fmla="*/ 49 w 96"/>
                  <a:gd name="T45" fmla="*/ 43 h 111"/>
                  <a:gd name="T46" fmla="*/ 48 w 96"/>
                  <a:gd name="T47" fmla="*/ 57 h 111"/>
                  <a:gd name="T48" fmla="*/ 59 w 96"/>
                  <a:gd name="T49" fmla="*/ 66 h 111"/>
                  <a:gd name="T50" fmla="*/ 57 w 96"/>
                  <a:gd name="T51" fmla="*/ 78 h 111"/>
                  <a:gd name="T52" fmla="*/ 62 w 96"/>
                  <a:gd name="T53" fmla="*/ 90 h 111"/>
                  <a:gd name="T54" fmla="*/ 86 w 96"/>
                  <a:gd name="T55" fmla="*/ 79 h 111"/>
                  <a:gd name="T56" fmla="*/ 86 w 96"/>
                  <a:gd name="T57" fmla="*/ 68 h 111"/>
                  <a:gd name="T58" fmla="*/ 91 w 96"/>
                  <a:gd name="T59" fmla="*/ 66 h 111"/>
                  <a:gd name="T60" fmla="*/ 89 w 96"/>
                  <a:gd name="T61" fmla="*/ 81 h 111"/>
                  <a:gd name="T62" fmla="*/ 84 w 96"/>
                  <a:gd name="T63" fmla="*/ 89 h 111"/>
                  <a:gd name="T64" fmla="*/ 84 w 96"/>
                  <a:gd name="T65" fmla="*/ 97 h 111"/>
                  <a:gd name="T66" fmla="*/ 84 w 96"/>
                  <a:gd name="T67" fmla="*/ 108 h 111"/>
                  <a:gd name="T68" fmla="*/ 80 w 96"/>
                  <a:gd name="T69" fmla="*/ 110 h 111"/>
                  <a:gd name="T70" fmla="*/ 70 w 96"/>
                  <a:gd name="T71" fmla="*/ 104 h 111"/>
                  <a:gd name="T72" fmla="*/ 63 w 96"/>
                  <a:gd name="T73" fmla="*/ 99 h 111"/>
                  <a:gd name="T74" fmla="*/ 50 w 96"/>
                  <a:gd name="T75" fmla="*/ 93 h 111"/>
                  <a:gd name="T76" fmla="*/ 42 w 96"/>
                  <a:gd name="T77" fmla="*/ 95 h 111"/>
                  <a:gd name="T78" fmla="*/ 37 w 96"/>
                  <a:gd name="T79" fmla="*/ 90 h 111"/>
                  <a:gd name="T80" fmla="*/ 26 w 96"/>
                  <a:gd name="T81" fmla="*/ 91 h 111"/>
                  <a:gd name="T82" fmla="*/ 16 w 96"/>
                  <a:gd name="T83" fmla="*/ 87 h 111"/>
                  <a:gd name="T84" fmla="*/ 12 w 96"/>
                  <a:gd name="T85" fmla="*/ 77 h 111"/>
                  <a:gd name="T86" fmla="*/ 8 w 96"/>
                  <a:gd name="T87" fmla="*/ 69 h 111"/>
                  <a:gd name="T88" fmla="*/ 6 w 96"/>
                  <a:gd name="T89" fmla="*/ 6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6" h="111">
                    <a:moveTo>
                      <a:pt x="4" y="56"/>
                    </a:moveTo>
                    <a:cubicBezTo>
                      <a:pt x="4" y="55"/>
                      <a:pt x="4" y="55"/>
                      <a:pt x="4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3" y="53"/>
                      <a:pt x="3" y="52"/>
                      <a:pt x="3" y="52"/>
                    </a:cubicBezTo>
                    <a:cubicBezTo>
                      <a:pt x="2" y="50"/>
                      <a:pt x="2" y="48"/>
                      <a:pt x="1" y="47"/>
                    </a:cubicBezTo>
                    <a:cubicBezTo>
                      <a:pt x="0" y="46"/>
                      <a:pt x="0" y="45"/>
                      <a:pt x="0" y="43"/>
                    </a:cubicBezTo>
                    <a:cubicBezTo>
                      <a:pt x="0" y="42"/>
                      <a:pt x="0" y="40"/>
                      <a:pt x="2" y="40"/>
                    </a:cubicBezTo>
                    <a:cubicBezTo>
                      <a:pt x="4" y="39"/>
                      <a:pt x="5" y="41"/>
                      <a:pt x="5" y="42"/>
                    </a:cubicBezTo>
                    <a:cubicBezTo>
                      <a:pt x="6" y="44"/>
                      <a:pt x="7" y="46"/>
                      <a:pt x="9" y="46"/>
                    </a:cubicBezTo>
                    <a:cubicBezTo>
                      <a:pt x="11" y="45"/>
                      <a:pt x="10" y="43"/>
                      <a:pt x="10" y="41"/>
                    </a:cubicBezTo>
                    <a:cubicBezTo>
                      <a:pt x="10" y="39"/>
                      <a:pt x="10" y="37"/>
                      <a:pt x="11" y="36"/>
                    </a:cubicBezTo>
                    <a:cubicBezTo>
                      <a:pt x="12" y="35"/>
                      <a:pt x="12" y="34"/>
                      <a:pt x="13" y="34"/>
                    </a:cubicBezTo>
                    <a:cubicBezTo>
                      <a:pt x="13" y="33"/>
                      <a:pt x="13" y="33"/>
                      <a:pt x="13" y="32"/>
                    </a:cubicBezTo>
                    <a:cubicBezTo>
                      <a:pt x="14" y="32"/>
                      <a:pt x="14" y="31"/>
                      <a:pt x="16" y="31"/>
                    </a:cubicBezTo>
                    <a:cubicBezTo>
                      <a:pt x="16" y="31"/>
                      <a:pt x="16" y="31"/>
                      <a:pt x="17" y="31"/>
                    </a:cubicBezTo>
                    <a:cubicBezTo>
                      <a:pt x="17" y="31"/>
                      <a:pt x="18" y="32"/>
                      <a:pt x="18" y="33"/>
                    </a:cubicBezTo>
                    <a:cubicBezTo>
                      <a:pt x="18" y="33"/>
                      <a:pt x="18" y="34"/>
                      <a:pt x="18" y="34"/>
                    </a:cubicBezTo>
                    <a:cubicBezTo>
                      <a:pt x="19" y="35"/>
                      <a:pt x="18" y="36"/>
                      <a:pt x="19" y="36"/>
                    </a:cubicBezTo>
                    <a:cubicBezTo>
                      <a:pt x="19" y="37"/>
                      <a:pt x="21" y="38"/>
                      <a:pt x="21" y="38"/>
                    </a:cubicBezTo>
                    <a:cubicBezTo>
                      <a:pt x="21" y="39"/>
                      <a:pt x="22" y="40"/>
                      <a:pt x="22" y="40"/>
                    </a:cubicBezTo>
                    <a:cubicBezTo>
                      <a:pt x="22" y="42"/>
                      <a:pt x="22" y="43"/>
                      <a:pt x="22" y="44"/>
                    </a:cubicBezTo>
                    <a:cubicBezTo>
                      <a:pt x="22" y="45"/>
                      <a:pt x="22" y="46"/>
                      <a:pt x="22" y="47"/>
                    </a:cubicBezTo>
                    <a:cubicBezTo>
                      <a:pt x="22" y="48"/>
                      <a:pt x="23" y="49"/>
                      <a:pt x="23" y="50"/>
                    </a:cubicBezTo>
                    <a:cubicBezTo>
                      <a:pt x="24" y="51"/>
                      <a:pt x="25" y="52"/>
                      <a:pt x="25" y="54"/>
                    </a:cubicBezTo>
                    <a:cubicBezTo>
                      <a:pt x="26" y="54"/>
                      <a:pt x="27" y="55"/>
                      <a:pt x="28" y="54"/>
                    </a:cubicBezTo>
                    <a:cubicBezTo>
                      <a:pt x="29" y="52"/>
                      <a:pt x="29" y="50"/>
                      <a:pt x="29" y="49"/>
                    </a:cubicBezTo>
                    <a:cubicBezTo>
                      <a:pt x="29" y="48"/>
                      <a:pt x="29" y="48"/>
                      <a:pt x="29" y="47"/>
                    </a:cubicBezTo>
                    <a:cubicBezTo>
                      <a:pt x="28" y="46"/>
                      <a:pt x="28" y="46"/>
                      <a:pt x="28" y="45"/>
                    </a:cubicBezTo>
                    <a:cubicBezTo>
                      <a:pt x="27" y="44"/>
                      <a:pt x="27" y="43"/>
                      <a:pt x="27" y="42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26" y="40"/>
                      <a:pt x="25" y="38"/>
                      <a:pt x="26" y="36"/>
                    </a:cubicBezTo>
                    <a:cubicBezTo>
                      <a:pt x="26" y="35"/>
                      <a:pt x="26" y="35"/>
                      <a:pt x="27" y="36"/>
                    </a:cubicBezTo>
                    <a:cubicBezTo>
                      <a:pt x="28" y="37"/>
                      <a:pt x="29" y="38"/>
                      <a:pt x="30" y="39"/>
                    </a:cubicBezTo>
                    <a:cubicBezTo>
                      <a:pt x="30" y="39"/>
                      <a:pt x="31" y="41"/>
                      <a:pt x="32" y="41"/>
                    </a:cubicBezTo>
                    <a:cubicBezTo>
                      <a:pt x="33" y="40"/>
                      <a:pt x="33" y="39"/>
                      <a:pt x="33" y="38"/>
                    </a:cubicBezTo>
                    <a:cubicBezTo>
                      <a:pt x="33" y="37"/>
                      <a:pt x="33" y="36"/>
                      <a:pt x="34" y="35"/>
                    </a:cubicBezTo>
                    <a:cubicBezTo>
                      <a:pt x="35" y="34"/>
                      <a:pt x="35" y="34"/>
                      <a:pt x="36" y="33"/>
                    </a:cubicBezTo>
                    <a:cubicBezTo>
                      <a:pt x="37" y="30"/>
                      <a:pt x="33" y="28"/>
                      <a:pt x="31" y="27"/>
                    </a:cubicBezTo>
                    <a:cubicBezTo>
                      <a:pt x="28" y="25"/>
                      <a:pt x="25" y="24"/>
                      <a:pt x="22" y="22"/>
                    </a:cubicBezTo>
                    <a:cubicBezTo>
                      <a:pt x="21" y="21"/>
                      <a:pt x="20" y="20"/>
                      <a:pt x="19" y="19"/>
                    </a:cubicBezTo>
                    <a:cubicBezTo>
                      <a:pt x="18" y="18"/>
                      <a:pt x="17" y="17"/>
                      <a:pt x="16" y="15"/>
                    </a:cubicBezTo>
                    <a:cubicBezTo>
                      <a:pt x="16" y="14"/>
                      <a:pt x="17" y="13"/>
                      <a:pt x="18" y="12"/>
                    </a:cubicBezTo>
                    <a:cubicBezTo>
                      <a:pt x="19" y="11"/>
                      <a:pt x="20" y="9"/>
                      <a:pt x="21" y="8"/>
                    </a:cubicBezTo>
                    <a:cubicBezTo>
                      <a:pt x="22" y="7"/>
                      <a:pt x="23" y="5"/>
                      <a:pt x="24" y="4"/>
                    </a:cubicBezTo>
                    <a:cubicBezTo>
                      <a:pt x="25" y="3"/>
                      <a:pt x="26" y="2"/>
                      <a:pt x="27" y="1"/>
                    </a:cubicBezTo>
                    <a:cubicBezTo>
                      <a:pt x="31" y="0"/>
                      <a:pt x="33" y="6"/>
                      <a:pt x="35" y="8"/>
                    </a:cubicBezTo>
                    <a:cubicBezTo>
                      <a:pt x="35" y="10"/>
                      <a:pt x="36" y="11"/>
                      <a:pt x="38" y="12"/>
                    </a:cubicBezTo>
                    <a:cubicBezTo>
                      <a:pt x="39" y="13"/>
                      <a:pt x="41" y="13"/>
                      <a:pt x="43" y="13"/>
                    </a:cubicBezTo>
                    <a:cubicBezTo>
                      <a:pt x="48" y="12"/>
                      <a:pt x="54" y="12"/>
                      <a:pt x="59" y="12"/>
                    </a:cubicBezTo>
                    <a:cubicBezTo>
                      <a:pt x="61" y="12"/>
                      <a:pt x="62" y="12"/>
                      <a:pt x="64" y="13"/>
                    </a:cubicBezTo>
                    <a:cubicBezTo>
                      <a:pt x="65" y="13"/>
                      <a:pt x="66" y="14"/>
                      <a:pt x="67" y="14"/>
                    </a:cubicBezTo>
                    <a:cubicBezTo>
                      <a:pt x="70" y="17"/>
                      <a:pt x="74" y="19"/>
                      <a:pt x="77" y="22"/>
                    </a:cubicBezTo>
                    <a:cubicBezTo>
                      <a:pt x="80" y="25"/>
                      <a:pt x="83" y="28"/>
                      <a:pt x="85" y="33"/>
                    </a:cubicBezTo>
                    <a:cubicBezTo>
                      <a:pt x="85" y="34"/>
                      <a:pt x="85" y="35"/>
                      <a:pt x="86" y="36"/>
                    </a:cubicBezTo>
                    <a:cubicBezTo>
                      <a:pt x="86" y="36"/>
                      <a:pt x="87" y="37"/>
                      <a:pt x="87" y="38"/>
                    </a:cubicBezTo>
                    <a:cubicBezTo>
                      <a:pt x="89" y="41"/>
                      <a:pt x="87" y="43"/>
                      <a:pt x="85" y="45"/>
                    </a:cubicBezTo>
                    <a:cubicBezTo>
                      <a:pt x="84" y="46"/>
                      <a:pt x="82" y="47"/>
                      <a:pt x="81" y="48"/>
                    </a:cubicBezTo>
                    <a:cubicBezTo>
                      <a:pt x="81" y="49"/>
                      <a:pt x="80" y="51"/>
                      <a:pt x="80" y="53"/>
                    </a:cubicBezTo>
                    <a:cubicBezTo>
                      <a:pt x="79" y="56"/>
                      <a:pt x="79" y="59"/>
                      <a:pt x="76" y="61"/>
                    </a:cubicBezTo>
                    <a:cubicBezTo>
                      <a:pt x="74" y="61"/>
                      <a:pt x="71" y="62"/>
                      <a:pt x="70" y="61"/>
                    </a:cubicBezTo>
                    <a:cubicBezTo>
                      <a:pt x="67" y="59"/>
                      <a:pt x="66" y="56"/>
                      <a:pt x="64" y="54"/>
                    </a:cubicBezTo>
                    <a:cubicBezTo>
                      <a:pt x="63" y="52"/>
                      <a:pt x="62" y="51"/>
                      <a:pt x="61" y="50"/>
                    </a:cubicBezTo>
                    <a:cubicBezTo>
                      <a:pt x="60" y="49"/>
                      <a:pt x="59" y="49"/>
                      <a:pt x="58" y="48"/>
                    </a:cubicBezTo>
                    <a:cubicBezTo>
                      <a:pt x="56" y="46"/>
                      <a:pt x="56" y="44"/>
                      <a:pt x="56" y="42"/>
                    </a:cubicBezTo>
                    <a:cubicBezTo>
                      <a:pt x="56" y="40"/>
                      <a:pt x="56" y="39"/>
                      <a:pt x="56" y="37"/>
                    </a:cubicBezTo>
                    <a:cubicBezTo>
                      <a:pt x="55" y="37"/>
                      <a:pt x="55" y="36"/>
                      <a:pt x="54" y="35"/>
                    </a:cubicBezTo>
                    <a:cubicBezTo>
                      <a:pt x="53" y="34"/>
                      <a:pt x="51" y="37"/>
                      <a:pt x="50" y="38"/>
                    </a:cubicBezTo>
                    <a:cubicBezTo>
                      <a:pt x="50" y="38"/>
                      <a:pt x="49" y="39"/>
                      <a:pt x="48" y="40"/>
                    </a:cubicBezTo>
                    <a:cubicBezTo>
                      <a:pt x="48" y="41"/>
                      <a:pt x="48" y="42"/>
                      <a:pt x="49" y="43"/>
                    </a:cubicBezTo>
                    <a:cubicBezTo>
                      <a:pt x="50" y="45"/>
                      <a:pt x="51" y="46"/>
                      <a:pt x="51" y="47"/>
                    </a:cubicBezTo>
                    <a:cubicBezTo>
                      <a:pt x="52" y="49"/>
                      <a:pt x="51" y="51"/>
                      <a:pt x="51" y="52"/>
                    </a:cubicBezTo>
                    <a:cubicBezTo>
                      <a:pt x="50" y="54"/>
                      <a:pt x="49" y="55"/>
                      <a:pt x="48" y="57"/>
                    </a:cubicBezTo>
                    <a:cubicBezTo>
                      <a:pt x="47" y="59"/>
                      <a:pt x="48" y="60"/>
                      <a:pt x="49" y="61"/>
                    </a:cubicBezTo>
                    <a:cubicBezTo>
                      <a:pt x="51" y="62"/>
                      <a:pt x="54" y="62"/>
                      <a:pt x="56" y="63"/>
                    </a:cubicBezTo>
                    <a:cubicBezTo>
                      <a:pt x="57" y="63"/>
                      <a:pt x="59" y="64"/>
                      <a:pt x="59" y="66"/>
                    </a:cubicBezTo>
                    <a:cubicBezTo>
                      <a:pt x="59" y="68"/>
                      <a:pt x="58" y="70"/>
                      <a:pt x="57" y="71"/>
                    </a:cubicBezTo>
                    <a:cubicBezTo>
                      <a:pt x="57" y="72"/>
                      <a:pt x="56" y="74"/>
                      <a:pt x="56" y="75"/>
                    </a:cubicBezTo>
                    <a:cubicBezTo>
                      <a:pt x="56" y="76"/>
                      <a:pt x="57" y="77"/>
                      <a:pt x="57" y="78"/>
                    </a:cubicBezTo>
                    <a:cubicBezTo>
                      <a:pt x="58" y="80"/>
                      <a:pt x="58" y="81"/>
                      <a:pt x="58" y="82"/>
                    </a:cubicBezTo>
                    <a:cubicBezTo>
                      <a:pt x="57" y="84"/>
                      <a:pt x="54" y="88"/>
                      <a:pt x="56" y="90"/>
                    </a:cubicBezTo>
                    <a:cubicBezTo>
                      <a:pt x="58" y="91"/>
                      <a:pt x="61" y="92"/>
                      <a:pt x="62" y="90"/>
                    </a:cubicBezTo>
                    <a:cubicBezTo>
                      <a:pt x="64" y="88"/>
                      <a:pt x="64" y="85"/>
                      <a:pt x="67" y="84"/>
                    </a:cubicBezTo>
                    <a:cubicBezTo>
                      <a:pt x="72" y="83"/>
                      <a:pt x="78" y="91"/>
                      <a:pt x="83" y="86"/>
                    </a:cubicBezTo>
                    <a:cubicBezTo>
                      <a:pt x="84" y="84"/>
                      <a:pt x="85" y="82"/>
                      <a:pt x="86" y="79"/>
                    </a:cubicBezTo>
                    <a:cubicBezTo>
                      <a:pt x="86" y="78"/>
                      <a:pt x="87" y="75"/>
                      <a:pt x="86" y="73"/>
                    </a:cubicBezTo>
                    <a:cubicBezTo>
                      <a:pt x="85" y="72"/>
                      <a:pt x="85" y="71"/>
                      <a:pt x="85" y="69"/>
                    </a:cubicBezTo>
                    <a:cubicBezTo>
                      <a:pt x="85" y="69"/>
                      <a:pt x="86" y="68"/>
                      <a:pt x="86" y="68"/>
                    </a:cubicBezTo>
                    <a:cubicBezTo>
                      <a:pt x="86" y="67"/>
                      <a:pt x="86" y="67"/>
                      <a:pt x="87" y="67"/>
                    </a:cubicBezTo>
                    <a:cubicBezTo>
                      <a:pt x="88" y="67"/>
                      <a:pt x="88" y="67"/>
                      <a:pt x="89" y="67"/>
                    </a:cubicBezTo>
                    <a:cubicBezTo>
                      <a:pt x="90" y="67"/>
                      <a:pt x="90" y="66"/>
                      <a:pt x="91" y="66"/>
                    </a:cubicBezTo>
                    <a:cubicBezTo>
                      <a:pt x="92" y="66"/>
                      <a:pt x="93" y="66"/>
                      <a:pt x="94" y="67"/>
                    </a:cubicBezTo>
                    <a:cubicBezTo>
                      <a:pt x="96" y="70"/>
                      <a:pt x="94" y="75"/>
                      <a:pt x="92" y="77"/>
                    </a:cubicBezTo>
                    <a:cubicBezTo>
                      <a:pt x="91" y="79"/>
                      <a:pt x="90" y="80"/>
                      <a:pt x="89" y="81"/>
                    </a:cubicBezTo>
                    <a:cubicBezTo>
                      <a:pt x="88" y="82"/>
                      <a:pt x="88" y="84"/>
                      <a:pt x="88" y="85"/>
                    </a:cubicBezTo>
                    <a:cubicBezTo>
                      <a:pt x="87" y="86"/>
                      <a:pt x="87" y="86"/>
                      <a:pt x="86" y="87"/>
                    </a:cubicBezTo>
                    <a:cubicBezTo>
                      <a:pt x="86" y="88"/>
                      <a:pt x="85" y="88"/>
                      <a:pt x="84" y="89"/>
                    </a:cubicBezTo>
                    <a:cubicBezTo>
                      <a:pt x="84" y="90"/>
                      <a:pt x="83" y="90"/>
                      <a:pt x="82" y="91"/>
                    </a:cubicBezTo>
                    <a:cubicBezTo>
                      <a:pt x="81" y="92"/>
                      <a:pt x="82" y="93"/>
                      <a:pt x="82" y="94"/>
                    </a:cubicBezTo>
                    <a:cubicBezTo>
                      <a:pt x="83" y="95"/>
                      <a:pt x="83" y="96"/>
                      <a:pt x="84" y="97"/>
                    </a:cubicBezTo>
                    <a:cubicBezTo>
                      <a:pt x="84" y="99"/>
                      <a:pt x="85" y="100"/>
                      <a:pt x="86" y="101"/>
                    </a:cubicBezTo>
                    <a:cubicBezTo>
                      <a:pt x="86" y="102"/>
                      <a:pt x="87" y="102"/>
                      <a:pt x="87" y="103"/>
                    </a:cubicBezTo>
                    <a:cubicBezTo>
                      <a:pt x="87" y="105"/>
                      <a:pt x="86" y="107"/>
                      <a:pt x="84" y="108"/>
                    </a:cubicBezTo>
                    <a:cubicBezTo>
                      <a:pt x="84" y="109"/>
                      <a:pt x="83" y="109"/>
                      <a:pt x="82" y="110"/>
                    </a:cubicBezTo>
                    <a:cubicBezTo>
                      <a:pt x="82" y="110"/>
                      <a:pt x="82" y="111"/>
                      <a:pt x="81" y="111"/>
                    </a:cubicBezTo>
                    <a:cubicBezTo>
                      <a:pt x="80" y="111"/>
                      <a:pt x="80" y="110"/>
                      <a:pt x="80" y="110"/>
                    </a:cubicBezTo>
                    <a:cubicBezTo>
                      <a:pt x="79" y="109"/>
                      <a:pt x="79" y="108"/>
                      <a:pt x="78" y="107"/>
                    </a:cubicBezTo>
                    <a:cubicBezTo>
                      <a:pt x="78" y="107"/>
                      <a:pt x="78" y="106"/>
                      <a:pt x="76" y="105"/>
                    </a:cubicBezTo>
                    <a:cubicBezTo>
                      <a:pt x="74" y="105"/>
                      <a:pt x="72" y="104"/>
                      <a:pt x="70" y="104"/>
                    </a:cubicBezTo>
                    <a:cubicBezTo>
                      <a:pt x="69" y="104"/>
                      <a:pt x="68" y="103"/>
                      <a:pt x="68" y="103"/>
                    </a:cubicBezTo>
                    <a:cubicBezTo>
                      <a:pt x="67" y="102"/>
                      <a:pt x="67" y="102"/>
                      <a:pt x="67" y="101"/>
                    </a:cubicBezTo>
                    <a:cubicBezTo>
                      <a:pt x="66" y="100"/>
                      <a:pt x="64" y="100"/>
                      <a:pt x="63" y="99"/>
                    </a:cubicBezTo>
                    <a:cubicBezTo>
                      <a:pt x="62" y="98"/>
                      <a:pt x="62" y="97"/>
                      <a:pt x="60" y="96"/>
                    </a:cubicBezTo>
                    <a:cubicBezTo>
                      <a:pt x="58" y="96"/>
                      <a:pt x="56" y="96"/>
                      <a:pt x="54" y="96"/>
                    </a:cubicBezTo>
                    <a:cubicBezTo>
                      <a:pt x="52" y="95"/>
                      <a:pt x="51" y="95"/>
                      <a:pt x="50" y="93"/>
                    </a:cubicBezTo>
                    <a:cubicBezTo>
                      <a:pt x="49" y="92"/>
                      <a:pt x="49" y="90"/>
                      <a:pt x="48" y="89"/>
                    </a:cubicBezTo>
                    <a:cubicBezTo>
                      <a:pt x="46" y="87"/>
                      <a:pt x="43" y="86"/>
                      <a:pt x="42" y="88"/>
                    </a:cubicBezTo>
                    <a:cubicBezTo>
                      <a:pt x="42" y="91"/>
                      <a:pt x="42" y="93"/>
                      <a:pt x="42" y="95"/>
                    </a:cubicBezTo>
                    <a:cubicBezTo>
                      <a:pt x="41" y="96"/>
                      <a:pt x="39" y="94"/>
                      <a:pt x="38" y="93"/>
                    </a:cubicBezTo>
                    <a:cubicBezTo>
                      <a:pt x="38" y="93"/>
                      <a:pt x="37" y="92"/>
                      <a:pt x="37" y="91"/>
                    </a:cubicBezTo>
                    <a:cubicBezTo>
                      <a:pt x="37" y="91"/>
                      <a:pt x="37" y="90"/>
                      <a:pt x="37" y="90"/>
                    </a:cubicBezTo>
                    <a:cubicBezTo>
                      <a:pt x="36" y="89"/>
                      <a:pt x="35" y="88"/>
                      <a:pt x="34" y="88"/>
                    </a:cubicBezTo>
                    <a:cubicBezTo>
                      <a:pt x="33" y="87"/>
                      <a:pt x="31" y="88"/>
                      <a:pt x="30" y="88"/>
                    </a:cubicBezTo>
                    <a:cubicBezTo>
                      <a:pt x="29" y="89"/>
                      <a:pt x="28" y="90"/>
                      <a:pt x="26" y="91"/>
                    </a:cubicBezTo>
                    <a:cubicBezTo>
                      <a:pt x="26" y="92"/>
                      <a:pt x="25" y="92"/>
                      <a:pt x="24" y="92"/>
                    </a:cubicBezTo>
                    <a:cubicBezTo>
                      <a:pt x="22" y="92"/>
                      <a:pt x="20" y="91"/>
                      <a:pt x="18" y="89"/>
                    </a:cubicBezTo>
                    <a:cubicBezTo>
                      <a:pt x="18" y="88"/>
                      <a:pt x="17" y="88"/>
                      <a:pt x="16" y="87"/>
                    </a:cubicBezTo>
                    <a:cubicBezTo>
                      <a:pt x="16" y="86"/>
                      <a:pt x="15" y="86"/>
                      <a:pt x="15" y="85"/>
                    </a:cubicBezTo>
                    <a:cubicBezTo>
                      <a:pt x="13" y="83"/>
                      <a:pt x="14" y="81"/>
                      <a:pt x="13" y="79"/>
                    </a:cubicBezTo>
                    <a:cubicBezTo>
                      <a:pt x="13" y="78"/>
                      <a:pt x="13" y="78"/>
                      <a:pt x="12" y="77"/>
                    </a:cubicBezTo>
                    <a:cubicBezTo>
                      <a:pt x="12" y="76"/>
                      <a:pt x="11" y="76"/>
                      <a:pt x="11" y="75"/>
                    </a:cubicBezTo>
                    <a:cubicBezTo>
                      <a:pt x="10" y="74"/>
                      <a:pt x="10" y="73"/>
                      <a:pt x="9" y="72"/>
                    </a:cubicBezTo>
                    <a:cubicBezTo>
                      <a:pt x="9" y="71"/>
                      <a:pt x="8" y="70"/>
                      <a:pt x="8" y="69"/>
                    </a:cubicBezTo>
                    <a:cubicBezTo>
                      <a:pt x="8" y="67"/>
                      <a:pt x="8" y="66"/>
                      <a:pt x="7" y="64"/>
                    </a:cubicBezTo>
                    <a:cubicBezTo>
                      <a:pt x="7" y="64"/>
                      <a:pt x="6" y="63"/>
                      <a:pt x="6" y="62"/>
                    </a:cubicBezTo>
                    <a:cubicBezTo>
                      <a:pt x="6" y="62"/>
                      <a:pt x="6" y="61"/>
                      <a:pt x="6" y="61"/>
                    </a:cubicBezTo>
                    <a:cubicBezTo>
                      <a:pt x="6" y="60"/>
                      <a:pt x="6" y="60"/>
                      <a:pt x="5" y="59"/>
                    </a:cubicBezTo>
                    <a:cubicBezTo>
                      <a:pt x="5" y="58"/>
                      <a:pt x="5" y="57"/>
                      <a:pt x="4" y="5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9" name="Freeform 2340">
                <a:extLst>
                  <a:ext uri="{FF2B5EF4-FFF2-40B4-BE49-F238E27FC236}">
                    <a16:creationId xmlns:a16="http://schemas.microsoft.com/office/drawing/2014/main" id="{96EDFB8E-4BAF-3E4F-BA7D-46F35759C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637"/>
                <a:ext cx="8" cy="5"/>
              </a:xfrm>
              <a:custGeom>
                <a:avLst/>
                <a:gdLst>
                  <a:gd name="T0" fmla="*/ 6 w 19"/>
                  <a:gd name="T1" fmla="*/ 10 h 12"/>
                  <a:gd name="T2" fmla="*/ 4 w 19"/>
                  <a:gd name="T3" fmla="*/ 11 h 12"/>
                  <a:gd name="T4" fmla="*/ 1 w 19"/>
                  <a:gd name="T5" fmla="*/ 10 h 12"/>
                  <a:gd name="T6" fmla="*/ 5 w 19"/>
                  <a:gd name="T7" fmla="*/ 5 h 12"/>
                  <a:gd name="T8" fmla="*/ 5 w 19"/>
                  <a:gd name="T9" fmla="*/ 3 h 12"/>
                  <a:gd name="T10" fmla="*/ 8 w 19"/>
                  <a:gd name="T11" fmla="*/ 1 h 12"/>
                  <a:gd name="T12" fmla="*/ 11 w 19"/>
                  <a:gd name="T13" fmla="*/ 0 h 12"/>
                  <a:gd name="T14" fmla="*/ 13 w 19"/>
                  <a:gd name="T15" fmla="*/ 0 h 12"/>
                  <a:gd name="T16" fmla="*/ 14 w 19"/>
                  <a:gd name="T17" fmla="*/ 2 h 12"/>
                  <a:gd name="T18" fmla="*/ 16 w 19"/>
                  <a:gd name="T19" fmla="*/ 4 h 12"/>
                  <a:gd name="T20" fmla="*/ 18 w 19"/>
                  <a:gd name="T21" fmla="*/ 6 h 12"/>
                  <a:gd name="T22" fmla="*/ 18 w 19"/>
                  <a:gd name="T23" fmla="*/ 9 h 12"/>
                  <a:gd name="T24" fmla="*/ 14 w 19"/>
                  <a:gd name="T25" fmla="*/ 10 h 12"/>
                  <a:gd name="T26" fmla="*/ 11 w 19"/>
                  <a:gd name="T27" fmla="*/ 8 h 12"/>
                  <a:gd name="T28" fmla="*/ 7 w 19"/>
                  <a:gd name="T29" fmla="*/ 9 h 12"/>
                  <a:gd name="T30" fmla="*/ 7 w 19"/>
                  <a:gd name="T31" fmla="*/ 9 h 12"/>
                  <a:gd name="T32" fmla="*/ 6 w 19"/>
                  <a:gd name="T33" fmla="*/ 9 h 12"/>
                  <a:gd name="T34" fmla="*/ 6 w 19"/>
                  <a:gd name="T3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12">
                    <a:moveTo>
                      <a:pt x="6" y="10"/>
                    </a:moveTo>
                    <a:cubicBezTo>
                      <a:pt x="6" y="11"/>
                      <a:pt x="5" y="11"/>
                      <a:pt x="4" y="11"/>
                    </a:cubicBezTo>
                    <a:cubicBezTo>
                      <a:pt x="3" y="11"/>
                      <a:pt x="1" y="12"/>
                      <a:pt x="1" y="10"/>
                    </a:cubicBezTo>
                    <a:cubicBezTo>
                      <a:pt x="0" y="8"/>
                      <a:pt x="4" y="7"/>
                      <a:pt x="5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6" y="2"/>
                      <a:pt x="7" y="1"/>
                      <a:pt x="8" y="1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1" y="0"/>
                      <a:pt x="12" y="0"/>
                      <a:pt x="13" y="0"/>
                    </a:cubicBezTo>
                    <a:cubicBezTo>
                      <a:pt x="13" y="1"/>
                      <a:pt x="14" y="2"/>
                      <a:pt x="14" y="2"/>
                    </a:cubicBezTo>
                    <a:cubicBezTo>
                      <a:pt x="15" y="3"/>
                      <a:pt x="16" y="3"/>
                      <a:pt x="16" y="4"/>
                    </a:cubicBezTo>
                    <a:cubicBezTo>
                      <a:pt x="17" y="4"/>
                      <a:pt x="17" y="5"/>
                      <a:pt x="18" y="6"/>
                    </a:cubicBezTo>
                    <a:cubicBezTo>
                      <a:pt x="18" y="7"/>
                      <a:pt x="19" y="9"/>
                      <a:pt x="18" y="9"/>
                    </a:cubicBezTo>
                    <a:cubicBezTo>
                      <a:pt x="17" y="10"/>
                      <a:pt x="15" y="11"/>
                      <a:pt x="14" y="10"/>
                    </a:cubicBezTo>
                    <a:cubicBezTo>
                      <a:pt x="13" y="9"/>
                      <a:pt x="12" y="9"/>
                      <a:pt x="11" y="8"/>
                    </a:cubicBezTo>
                    <a:cubicBezTo>
                      <a:pt x="10" y="8"/>
                      <a:pt x="8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6" y="10"/>
                      <a:pt x="6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0" name="Freeform 2341">
                <a:extLst>
                  <a:ext uri="{FF2B5EF4-FFF2-40B4-BE49-F238E27FC236}">
                    <a16:creationId xmlns:a16="http://schemas.microsoft.com/office/drawing/2014/main" id="{589EB007-F00B-2947-A741-C032B086F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637"/>
                <a:ext cx="3" cy="3"/>
              </a:xfrm>
              <a:custGeom>
                <a:avLst/>
                <a:gdLst>
                  <a:gd name="T0" fmla="*/ 4 w 7"/>
                  <a:gd name="T1" fmla="*/ 8 h 9"/>
                  <a:gd name="T2" fmla="*/ 2 w 7"/>
                  <a:gd name="T3" fmla="*/ 7 h 9"/>
                  <a:gd name="T4" fmla="*/ 1 w 7"/>
                  <a:gd name="T5" fmla="*/ 5 h 9"/>
                  <a:gd name="T6" fmla="*/ 0 w 7"/>
                  <a:gd name="T7" fmla="*/ 4 h 9"/>
                  <a:gd name="T8" fmla="*/ 0 w 7"/>
                  <a:gd name="T9" fmla="*/ 2 h 9"/>
                  <a:gd name="T10" fmla="*/ 3 w 7"/>
                  <a:gd name="T11" fmla="*/ 0 h 9"/>
                  <a:gd name="T12" fmla="*/ 6 w 7"/>
                  <a:gd name="T13" fmla="*/ 2 h 9"/>
                  <a:gd name="T14" fmla="*/ 6 w 7"/>
                  <a:gd name="T15" fmla="*/ 4 h 9"/>
                  <a:gd name="T16" fmla="*/ 6 w 7"/>
                  <a:gd name="T17" fmla="*/ 8 h 9"/>
                  <a:gd name="T18" fmla="*/ 4 w 7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4" y="8"/>
                    </a:moveTo>
                    <a:cubicBezTo>
                      <a:pt x="4" y="8"/>
                      <a:pt x="3" y="8"/>
                      <a:pt x="2" y="7"/>
                    </a:cubicBezTo>
                    <a:cubicBezTo>
                      <a:pt x="2" y="6"/>
                      <a:pt x="2" y="6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2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5"/>
                      <a:pt x="7" y="7"/>
                      <a:pt x="6" y="8"/>
                    </a:cubicBezTo>
                    <a:cubicBezTo>
                      <a:pt x="6" y="9"/>
                      <a:pt x="5" y="9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1" name="Freeform 2342">
                <a:extLst>
                  <a:ext uri="{FF2B5EF4-FFF2-40B4-BE49-F238E27FC236}">
                    <a16:creationId xmlns:a16="http://schemas.microsoft.com/office/drawing/2014/main" id="{63A811B1-7E67-344F-AE5B-20DB5DDAE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632"/>
                <a:ext cx="4" cy="3"/>
              </a:xfrm>
              <a:custGeom>
                <a:avLst/>
                <a:gdLst>
                  <a:gd name="T0" fmla="*/ 6 w 10"/>
                  <a:gd name="T1" fmla="*/ 8 h 9"/>
                  <a:gd name="T2" fmla="*/ 5 w 10"/>
                  <a:gd name="T3" fmla="*/ 8 h 9"/>
                  <a:gd name="T4" fmla="*/ 5 w 10"/>
                  <a:gd name="T5" fmla="*/ 8 h 9"/>
                  <a:gd name="T6" fmla="*/ 3 w 10"/>
                  <a:gd name="T7" fmla="*/ 9 h 9"/>
                  <a:gd name="T8" fmla="*/ 1 w 10"/>
                  <a:gd name="T9" fmla="*/ 8 h 9"/>
                  <a:gd name="T10" fmla="*/ 0 w 10"/>
                  <a:gd name="T11" fmla="*/ 7 h 9"/>
                  <a:gd name="T12" fmla="*/ 2 w 10"/>
                  <a:gd name="T13" fmla="*/ 2 h 9"/>
                  <a:gd name="T14" fmla="*/ 5 w 10"/>
                  <a:gd name="T15" fmla="*/ 1 h 9"/>
                  <a:gd name="T16" fmla="*/ 8 w 10"/>
                  <a:gd name="T17" fmla="*/ 1 h 9"/>
                  <a:gd name="T18" fmla="*/ 10 w 10"/>
                  <a:gd name="T19" fmla="*/ 3 h 9"/>
                  <a:gd name="T20" fmla="*/ 9 w 10"/>
                  <a:gd name="T21" fmla="*/ 4 h 9"/>
                  <a:gd name="T22" fmla="*/ 8 w 10"/>
                  <a:gd name="T23" fmla="*/ 6 h 9"/>
                  <a:gd name="T24" fmla="*/ 7 w 10"/>
                  <a:gd name="T25" fmla="*/ 7 h 9"/>
                  <a:gd name="T26" fmla="*/ 6 w 10"/>
                  <a:gd name="T2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6" y="8"/>
                    </a:moveTo>
                    <a:cubicBezTo>
                      <a:pt x="5" y="8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2" y="9"/>
                      <a:pt x="1" y="8"/>
                    </a:cubicBezTo>
                    <a:cubicBezTo>
                      <a:pt x="1" y="8"/>
                      <a:pt x="0" y="8"/>
                      <a:pt x="0" y="7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0" y="4"/>
                      <a:pt x="10" y="4"/>
                      <a:pt x="9" y="4"/>
                    </a:cubicBezTo>
                    <a:cubicBezTo>
                      <a:pt x="9" y="5"/>
                      <a:pt x="9" y="6"/>
                      <a:pt x="8" y="6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6" y="7"/>
                      <a:pt x="6" y="8"/>
                      <a:pt x="6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2" name="Freeform 2343">
                <a:extLst>
                  <a:ext uri="{FF2B5EF4-FFF2-40B4-BE49-F238E27FC236}">
                    <a16:creationId xmlns:a16="http://schemas.microsoft.com/office/drawing/2014/main" id="{40FB5298-C317-8D40-B398-6A4F22492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1632"/>
                <a:ext cx="3" cy="3"/>
              </a:xfrm>
              <a:custGeom>
                <a:avLst/>
                <a:gdLst>
                  <a:gd name="T0" fmla="*/ 1 w 6"/>
                  <a:gd name="T1" fmla="*/ 1 h 7"/>
                  <a:gd name="T2" fmla="*/ 3 w 6"/>
                  <a:gd name="T3" fmla="*/ 0 h 7"/>
                  <a:gd name="T4" fmla="*/ 6 w 6"/>
                  <a:gd name="T5" fmla="*/ 1 h 7"/>
                  <a:gd name="T6" fmla="*/ 6 w 6"/>
                  <a:gd name="T7" fmla="*/ 3 h 7"/>
                  <a:gd name="T8" fmla="*/ 6 w 6"/>
                  <a:gd name="T9" fmla="*/ 4 h 7"/>
                  <a:gd name="T10" fmla="*/ 3 w 6"/>
                  <a:gd name="T11" fmla="*/ 6 h 7"/>
                  <a:gd name="T12" fmla="*/ 0 w 6"/>
                  <a:gd name="T13" fmla="*/ 4 h 7"/>
                  <a:gd name="T14" fmla="*/ 1 w 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5" y="5"/>
                      <a:pt x="5" y="7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3" name="Freeform 2344">
                <a:extLst>
                  <a:ext uri="{FF2B5EF4-FFF2-40B4-BE49-F238E27FC236}">
                    <a16:creationId xmlns:a16="http://schemas.microsoft.com/office/drawing/2014/main" id="{0FAF03C0-9E04-0142-8D67-646CD0C00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631"/>
                <a:ext cx="5" cy="5"/>
              </a:xfrm>
              <a:custGeom>
                <a:avLst/>
                <a:gdLst>
                  <a:gd name="T0" fmla="*/ 1 w 13"/>
                  <a:gd name="T1" fmla="*/ 13 h 13"/>
                  <a:gd name="T2" fmla="*/ 1 w 13"/>
                  <a:gd name="T3" fmla="*/ 11 h 13"/>
                  <a:gd name="T4" fmla="*/ 3 w 13"/>
                  <a:gd name="T5" fmla="*/ 7 h 13"/>
                  <a:gd name="T6" fmla="*/ 4 w 13"/>
                  <a:gd name="T7" fmla="*/ 3 h 13"/>
                  <a:gd name="T8" fmla="*/ 6 w 13"/>
                  <a:gd name="T9" fmla="*/ 1 h 13"/>
                  <a:gd name="T10" fmla="*/ 9 w 13"/>
                  <a:gd name="T11" fmla="*/ 0 h 13"/>
                  <a:gd name="T12" fmla="*/ 12 w 13"/>
                  <a:gd name="T13" fmla="*/ 4 h 13"/>
                  <a:gd name="T14" fmla="*/ 9 w 13"/>
                  <a:gd name="T15" fmla="*/ 8 h 13"/>
                  <a:gd name="T16" fmla="*/ 7 w 13"/>
                  <a:gd name="T17" fmla="*/ 11 h 13"/>
                  <a:gd name="T18" fmla="*/ 5 w 13"/>
                  <a:gd name="T19" fmla="*/ 12 h 13"/>
                  <a:gd name="T20" fmla="*/ 4 w 13"/>
                  <a:gd name="T21" fmla="*/ 13 h 13"/>
                  <a:gd name="T22" fmla="*/ 1 w 13"/>
                  <a:gd name="T2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3">
                    <a:moveTo>
                      <a:pt x="1" y="13"/>
                    </a:moveTo>
                    <a:cubicBezTo>
                      <a:pt x="1" y="12"/>
                      <a:pt x="0" y="11"/>
                      <a:pt x="1" y="11"/>
                    </a:cubicBezTo>
                    <a:cubicBezTo>
                      <a:pt x="2" y="9"/>
                      <a:pt x="3" y="8"/>
                      <a:pt x="3" y="7"/>
                    </a:cubicBezTo>
                    <a:cubicBezTo>
                      <a:pt x="4" y="5"/>
                      <a:pt x="3" y="4"/>
                      <a:pt x="4" y="3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2" y="0"/>
                      <a:pt x="13" y="2"/>
                      <a:pt x="12" y="4"/>
                    </a:cubicBezTo>
                    <a:cubicBezTo>
                      <a:pt x="11" y="6"/>
                      <a:pt x="10" y="6"/>
                      <a:pt x="9" y="8"/>
                    </a:cubicBezTo>
                    <a:cubicBezTo>
                      <a:pt x="9" y="9"/>
                      <a:pt x="8" y="10"/>
                      <a:pt x="7" y="11"/>
                    </a:cubicBezTo>
                    <a:cubicBezTo>
                      <a:pt x="7" y="12"/>
                      <a:pt x="6" y="12"/>
                      <a:pt x="5" y="12"/>
                    </a:cubicBezTo>
                    <a:cubicBezTo>
                      <a:pt x="5" y="13"/>
                      <a:pt x="5" y="13"/>
                      <a:pt x="4" y="13"/>
                    </a:cubicBezTo>
                    <a:cubicBezTo>
                      <a:pt x="3" y="13"/>
                      <a:pt x="2" y="13"/>
                      <a:pt x="1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4" name="Freeform 2345">
                <a:extLst>
                  <a:ext uri="{FF2B5EF4-FFF2-40B4-BE49-F238E27FC236}">
                    <a16:creationId xmlns:a16="http://schemas.microsoft.com/office/drawing/2014/main" id="{73EFFC23-E36B-2B46-8630-B5F77119A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632"/>
                <a:ext cx="6" cy="5"/>
              </a:xfrm>
              <a:custGeom>
                <a:avLst/>
                <a:gdLst>
                  <a:gd name="T0" fmla="*/ 4 w 14"/>
                  <a:gd name="T1" fmla="*/ 4 h 12"/>
                  <a:gd name="T2" fmla="*/ 4 w 14"/>
                  <a:gd name="T3" fmla="*/ 1 h 12"/>
                  <a:gd name="T4" fmla="*/ 7 w 14"/>
                  <a:gd name="T5" fmla="*/ 0 h 12"/>
                  <a:gd name="T6" fmla="*/ 9 w 14"/>
                  <a:gd name="T7" fmla="*/ 1 h 12"/>
                  <a:gd name="T8" fmla="*/ 10 w 14"/>
                  <a:gd name="T9" fmla="*/ 4 h 12"/>
                  <a:gd name="T10" fmla="*/ 12 w 14"/>
                  <a:gd name="T11" fmla="*/ 5 h 12"/>
                  <a:gd name="T12" fmla="*/ 13 w 14"/>
                  <a:gd name="T13" fmla="*/ 8 h 12"/>
                  <a:gd name="T14" fmla="*/ 11 w 14"/>
                  <a:gd name="T15" fmla="*/ 10 h 12"/>
                  <a:gd name="T16" fmla="*/ 9 w 14"/>
                  <a:gd name="T17" fmla="*/ 10 h 12"/>
                  <a:gd name="T18" fmla="*/ 8 w 14"/>
                  <a:gd name="T19" fmla="*/ 11 h 12"/>
                  <a:gd name="T20" fmla="*/ 5 w 14"/>
                  <a:gd name="T21" fmla="*/ 12 h 12"/>
                  <a:gd name="T22" fmla="*/ 4 w 14"/>
                  <a:gd name="T23" fmla="*/ 12 h 12"/>
                  <a:gd name="T24" fmla="*/ 3 w 14"/>
                  <a:gd name="T25" fmla="*/ 12 h 12"/>
                  <a:gd name="T26" fmla="*/ 2 w 14"/>
                  <a:gd name="T27" fmla="*/ 11 h 12"/>
                  <a:gd name="T28" fmla="*/ 0 w 14"/>
                  <a:gd name="T29" fmla="*/ 10 h 12"/>
                  <a:gd name="T30" fmla="*/ 4 w 14"/>
                  <a:gd name="T3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2">
                    <a:moveTo>
                      <a:pt x="4" y="4"/>
                    </a:moveTo>
                    <a:cubicBezTo>
                      <a:pt x="4" y="3"/>
                      <a:pt x="4" y="2"/>
                      <a:pt x="4" y="1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8" y="0"/>
                      <a:pt x="9" y="1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10" y="4"/>
                      <a:pt x="12" y="4"/>
                      <a:pt x="12" y="5"/>
                    </a:cubicBezTo>
                    <a:cubicBezTo>
                      <a:pt x="13" y="5"/>
                      <a:pt x="13" y="7"/>
                      <a:pt x="13" y="8"/>
                    </a:cubicBezTo>
                    <a:cubicBezTo>
                      <a:pt x="14" y="9"/>
                      <a:pt x="13" y="10"/>
                      <a:pt x="11" y="10"/>
                    </a:cubicBezTo>
                    <a:cubicBezTo>
                      <a:pt x="11" y="10"/>
                      <a:pt x="10" y="10"/>
                      <a:pt x="9" y="10"/>
                    </a:cubicBezTo>
                    <a:cubicBezTo>
                      <a:pt x="9" y="11"/>
                      <a:pt x="8" y="11"/>
                      <a:pt x="8" y="11"/>
                    </a:cubicBezTo>
                    <a:cubicBezTo>
                      <a:pt x="7" y="12"/>
                      <a:pt x="6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4" y="12"/>
                      <a:pt x="3" y="12"/>
                      <a:pt x="3" y="12"/>
                    </a:cubicBezTo>
                    <a:cubicBezTo>
                      <a:pt x="3" y="11"/>
                      <a:pt x="2" y="11"/>
                      <a:pt x="2" y="11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0" y="7"/>
                      <a:pt x="4" y="6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5" name="Freeform 2346">
                <a:extLst>
                  <a:ext uri="{FF2B5EF4-FFF2-40B4-BE49-F238E27FC236}">
                    <a16:creationId xmlns:a16="http://schemas.microsoft.com/office/drawing/2014/main" id="{F97CA642-CF31-ED4C-A0B3-B8905DFB4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623"/>
                <a:ext cx="4" cy="5"/>
              </a:xfrm>
              <a:custGeom>
                <a:avLst/>
                <a:gdLst>
                  <a:gd name="T0" fmla="*/ 0 w 9"/>
                  <a:gd name="T1" fmla="*/ 1 h 12"/>
                  <a:gd name="T2" fmla="*/ 3 w 9"/>
                  <a:gd name="T3" fmla="*/ 1 h 12"/>
                  <a:gd name="T4" fmla="*/ 4 w 9"/>
                  <a:gd name="T5" fmla="*/ 4 h 12"/>
                  <a:gd name="T6" fmla="*/ 7 w 9"/>
                  <a:gd name="T7" fmla="*/ 5 h 12"/>
                  <a:gd name="T8" fmla="*/ 8 w 9"/>
                  <a:gd name="T9" fmla="*/ 8 h 12"/>
                  <a:gd name="T10" fmla="*/ 9 w 9"/>
                  <a:gd name="T11" fmla="*/ 10 h 12"/>
                  <a:gd name="T12" fmla="*/ 6 w 9"/>
                  <a:gd name="T13" fmla="*/ 12 h 12"/>
                  <a:gd name="T14" fmla="*/ 3 w 9"/>
                  <a:gd name="T15" fmla="*/ 11 h 12"/>
                  <a:gd name="T16" fmla="*/ 2 w 9"/>
                  <a:gd name="T17" fmla="*/ 9 h 12"/>
                  <a:gd name="T18" fmla="*/ 1 w 9"/>
                  <a:gd name="T19" fmla="*/ 5 h 12"/>
                  <a:gd name="T20" fmla="*/ 0 w 9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2">
                    <a:moveTo>
                      <a:pt x="0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4"/>
                      <a:pt x="4" y="4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7" y="6"/>
                      <a:pt x="8" y="7"/>
                      <a:pt x="8" y="8"/>
                    </a:cubicBezTo>
                    <a:cubicBezTo>
                      <a:pt x="9" y="8"/>
                      <a:pt x="9" y="9"/>
                      <a:pt x="9" y="10"/>
                    </a:cubicBezTo>
                    <a:cubicBezTo>
                      <a:pt x="8" y="11"/>
                      <a:pt x="7" y="12"/>
                      <a:pt x="6" y="12"/>
                    </a:cubicBezTo>
                    <a:cubicBezTo>
                      <a:pt x="5" y="12"/>
                      <a:pt x="4" y="12"/>
                      <a:pt x="3" y="11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6" name="Freeform 2347">
                <a:extLst>
                  <a:ext uri="{FF2B5EF4-FFF2-40B4-BE49-F238E27FC236}">
                    <a16:creationId xmlns:a16="http://schemas.microsoft.com/office/drawing/2014/main" id="{76605844-84D4-FD46-B26C-FD17B8517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1625"/>
                <a:ext cx="7" cy="4"/>
              </a:xfrm>
              <a:custGeom>
                <a:avLst/>
                <a:gdLst>
                  <a:gd name="T0" fmla="*/ 2 w 17"/>
                  <a:gd name="T1" fmla="*/ 9 h 10"/>
                  <a:gd name="T2" fmla="*/ 0 w 17"/>
                  <a:gd name="T3" fmla="*/ 9 h 10"/>
                  <a:gd name="T4" fmla="*/ 0 w 17"/>
                  <a:gd name="T5" fmla="*/ 7 h 10"/>
                  <a:gd name="T6" fmla="*/ 4 w 17"/>
                  <a:gd name="T7" fmla="*/ 5 h 10"/>
                  <a:gd name="T8" fmla="*/ 6 w 17"/>
                  <a:gd name="T9" fmla="*/ 5 h 10"/>
                  <a:gd name="T10" fmla="*/ 8 w 17"/>
                  <a:gd name="T11" fmla="*/ 4 h 10"/>
                  <a:gd name="T12" fmla="*/ 9 w 17"/>
                  <a:gd name="T13" fmla="*/ 3 h 10"/>
                  <a:gd name="T14" fmla="*/ 10 w 17"/>
                  <a:gd name="T15" fmla="*/ 1 h 10"/>
                  <a:gd name="T16" fmla="*/ 14 w 17"/>
                  <a:gd name="T17" fmla="*/ 2 h 10"/>
                  <a:gd name="T18" fmla="*/ 15 w 17"/>
                  <a:gd name="T19" fmla="*/ 4 h 10"/>
                  <a:gd name="T20" fmla="*/ 17 w 17"/>
                  <a:gd name="T21" fmla="*/ 4 h 10"/>
                  <a:gd name="T22" fmla="*/ 17 w 17"/>
                  <a:gd name="T23" fmla="*/ 6 h 10"/>
                  <a:gd name="T24" fmla="*/ 16 w 17"/>
                  <a:gd name="T25" fmla="*/ 8 h 10"/>
                  <a:gd name="T26" fmla="*/ 13 w 17"/>
                  <a:gd name="T27" fmla="*/ 8 h 10"/>
                  <a:gd name="T28" fmla="*/ 10 w 17"/>
                  <a:gd name="T29" fmla="*/ 8 h 10"/>
                  <a:gd name="T30" fmla="*/ 5 w 17"/>
                  <a:gd name="T31" fmla="*/ 9 h 10"/>
                  <a:gd name="T32" fmla="*/ 2 w 17"/>
                  <a:gd name="T3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0">
                    <a:moveTo>
                      <a:pt x="2" y="9"/>
                    </a:moveTo>
                    <a:cubicBezTo>
                      <a:pt x="1" y="9"/>
                      <a:pt x="1" y="9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5"/>
                      <a:pt x="2" y="5"/>
                      <a:pt x="4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1" y="1"/>
                      <a:pt x="13" y="0"/>
                      <a:pt x="14" y="2"/>
                    </a:cubicBezTo>
                    <a:cubicBezTo>
                      <a:pt x="14" y="3"/>
                      <a:pt x="14" y="4"/>
                      <a:pt x="15" y="4"/>
                    </a:cubicBezTo>
                    <a:cubicBezTo>
                      <a:pt x="15" y="4"/>
                      <a:pt x="16" y="4"/>
                      <a:pt x="17" y="4"/>
                    </a:cubicBezTo>
                    <a:cubicBezTo>
                      <a:pt x="17" y="5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8"/>
                    </a:cubicBezTo>
                    <a:cubicBezTo>
                      <a:pt x="15" y="8"/>
                      <a:pt x="14" y="8"/>
                      <a:pt x="13" y="8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8" y="8"/>
                      <a:pt x="7" y="10"/>
                      <a:pt x="5" y="9"/>
                    </a:cubicBezTo>
                    <a:cubicBezTo>
                      <a:pt x="4" y="9"/>
                      <a:pt x="3" y="8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7" name="Freeform 2348">
                <a:extLst>
                  <a:ext uri="{FF2B5EF4-FFF2-40B4-BE49-F238E27FC236}">
                    <a16:creationId xmlns:a16="http://schemas.microsoft.com/office/drawing/2014/main" id="{6444612D-A9C0-634F-B33C-8DF0DF97A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620"/>
                <a:ext cx="3" cy="4"/>
              </a:xfrm>
              <a:custGeom>
                <a:avLst/>
                <a:gdLst>
                  <a:gd name="T0" fmla="*/ 2 w 9"/>
                  <a:gd name="T1" fmla="*/ 4 h 9"/>
                  <a:gd name="T2" fmla="*/ 2 w 9"/>
                  <a:gd name="T3" fmla="*/ 3 h 9"/>
                  <a:gd name="T4" fmla="*/ 5 w 9"/>
                  <a:gd name="T5" fmla="*/ 0 h 9"/>
                  <a:gd name="T6" fmla="*/ 9 w 9"/>
                  <a:gd name="T7" fmla="*/ 3 h 9"/>
                  <a:gd name="T8" fmla="*/ 8 w 9"/>
                  <a:gd name="T9" fmla="*/ 7 h 9"/>
                  <a:gd name="T10" fmla="*/ 8 w 9"/>
                  <a:gd name="T11" fmla="*/ 8 h 9"/>
                  <a:gd name="T12" fmla="*/ 6 w 9"/>
                  <a:gd name="T13" fmla="*/ 8 h 9"/>
                  <a:gd name="T14" fmla="*/ 2 w 9"/>
                  <a:gd name="T15" fmla="*/ 8 h 9"/>
                  <a:gd name="T16" fmla="*/ 1 w 9"/>
                  <a:gd name="T17" fmla="*/ 6 h 9"/>
                  <a:gd name="T18" fmla="*/ 2 w 9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9">
                    <a:moveTo>
                      <a:pt x="2" y="4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7" y="0"/>
                      <a:pt x="9" y="2"/>
                      <a:pt x="9" y="3"/>
                    </a:cubicBezTo>
                    <a:cubicBezTo>
                      <a:pt x="9" y="5"/>
                      <a:pt x="9" y="6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7" y="8"/>
                      <a:pt x="7" y="8"/>
                      <a:pt x="6" y="8"/>
                    </a:cubicBezTo>
                    <a:cubicBezTo>
                      <a:pt x="5" y="9"/>
                      <a:pt x="3" y="9"/>
                      <a:pt x="2" y="8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1" y="5"/>
                      <a:pt x="2" y="5"/>
                      <a:pt x="2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8" name="Freeform 2349">
                <a:extLst>
                  <a:ext uri="{FF2B5EF4-FFF2-40B4-BE49-F238E27FC236}">
                    <a16:creationId xmlns:a16="http://schemas.microsoft.com/office/drawing/2014/main" id="{D5D54505-8904-9644-87AC-E0B58FA76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621"/>
                <a:ext cx="2" cy="4"/>
              </a:xfrm>
              <a:custGeom>
                <a:avLst/>
                <a:gdLst>
                  <a:gd name="T0" fmla="*/ 2 w 5"/>
                  <a:gd name="T1" fmla="*/ 8 h 9"/>
                  <a:gd name="T2" fmla="*/ 0 w 5"/>
                  <a:gd name="T3" fmla="*/ 7 h 9"/>
                  <a:gd name="T4" fmla="*/ 0 w 5"/>
                  <a:gd name="T5" fmla="*/ 4 h 9"/>
                  <a:gd name="T6" fmla="*/ 0 w 5"/>
                  <a:gd name="T7" fmla="*/ 2 h 9"/>
                  <a:gd name="T8" fmla="*/ 1 w 5"/>
                  <a:gd name="T9" fmla="*/ 1 h 9"/>
                  <a:gd name="T10" fmla="*/ 4 w 5"/>
                  <a:gd name="T11" fmla="*/ 1 h 9"/>
                  <a:gd name="T12" fmla="*/ 4 w 5"/>
                  <a:gd name="T13" fmla="*/ 3 h 9"/>
                  <a:gd name="T14" fmla="*/ 4 w 5"/>
                  <a:gd name="T15" fmla="*/ 8 h 9"/>
                  <a:gd name="T16" fmla="*/ 2 w 5"/>
                  <a:gd name="T1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9">
                    <a:moveTo>
                      <a:pt x="2" y="8"/>
                    </a:moveTo>
                    <a:cubicBezTo>
                      <a:pt x="1" y="8"/>
                      <a:pt x="0" y="8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5"/>
                      <a:pt x="5" y="6"/>
                      <a:pt x="4" y="8"/>
                    </a:cubicBezTo>
                    <a:cubicBezTo>
                      <a:pt x="4" y="9"/>
                      <a:pt x="2" y="9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9" name="Freeform 2350">
                <a:extLst>
                  <a:ext uri="{FF2B5EF4-FFF2-40B4-BE49-F238E27FC236}">
                    <a16:creationId xmlns:a16="http://schemas.microsoft.com/office/drawing/2014/main" id="{2BEB1FD7-3358-D048-BA07-01F4695F0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617"/>
                <a:ext cx="4" cy="4"/>
              </a:xfrm>
              <a:custGeom>
                <a:avLst/>
                <a:gdLst>
                  <a:gd name="T0" fmla="*/ 0 w 10"/>
                  <a:gd name="T1" fmla="*/ 5 h 10"/>
                  <a:gd name="T2" fmla="*/ 2 w 10"/>
                  <a:gd name="T3" fmla="*/ 3 h 10"/>
                  <a:gd name="T4" fmla="*/ 4 w 10"/>
                  <a:gd name="T5" fmla="*/ 1 h 10"/>
                  <a:gd name="T6" fmla="*/ 9 w 10"/>
                  <a:gd name="T7" fmla="*/ 1 h 10"/>
                  <a:gd name="T8" fmla="*/ 10 w 10"/>
                  <a:gd name="T9" fmla="*/ 4 h 10"/>
                  <a:gd name="T10" fmla="*/ 4 w 10"/>
                  <a:gd name="T11" fmla="*/ 6 h 10"/>
                  <a:gd name="T12" fmla="*/ 4 w 10"/>
                  <a:gd name="T13" fmla="*/ 8 h 10"/>
                  <a:gd name="T14" fmla="*/ 4 w 10"/>
                  <a:gd name="T15" fmla="*/ 9 h 10"/>
                  <a:gd name="T16" fmla="*/ 2 w 10"/>
                  <a:gd name="T17" fmla="*/ 10 h 10"/>
                  <a:gd name="T18" fmla="*/ 0 w 10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4"/>
                      <a:pt x="1" y="4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9" y="2"/>
                      <a:pt x="10" y="3"/>
                      <a:pt x="10" y="4"/>
                    </a:cubicBezTo>
                    <a:cubicBezTo>
                      <a:pt x="9" y="7"/>
                      <a:pt x="5" y="4"/>
                      <a:pt x="4" y="6"/>
                    </a:cubicBezTo>
                    <a:cubicBezTo>
                      <a:pt x="4" y="6"/>
                      <a:pt x="4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3" y="10"/>
                      <a:pt x="2" y="10"/>
                    </a:cubicBezTo>
                    <a:cubicBezTo>
                      <a:pt x="0" y="9"/>
                      <a:pt x="0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0" name="Freeform 2351">
                <a:extLst>
                  <a:ext uri="{FF2B5EF4-FFF2-40B4-BE49-F238E27FC236}">
                    <a16:creationId xmlns:a16="http://schemas.microsoft.com/office/drawing/2014/main" id="{C73F7621-9669-BB4D-B760-75134E99E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610"/>
                <a:ext cx="5" cy="7"/>
              </a:xfrm>
              <a:custGeom>
                <a:avLst/>
                <a:gdLst>
                  <a:gd name="T0" fmla="*/ 4 w 12"/>
                  <a:gd name="T1" fmla="*/ 13 h 15"/>
                  <a:gd name="T2" fmla="*/ 4 w 12"/>
                  <a:gd name="T3" fmla="*/ 11 h 15"/>
                  <a:gd name="T4" fmla="*/ 4 w 12"/>
                  <a:gd name="T5" fmla="*/ 10 h 15"/>
                  <a:gd name="T6" fmla="*/ 3 w 12"/>
                  <a:gd name="T7" fmla="*/ 8 h 15"/>
                  <a:gd name="T8" fmla="*/ 2 w 12"/>
                  <a:gd name="T9" fmla="*/ 7 h 15"/>
                  <a:gd name="T10" fmla="*/ 1 w 12"/>
                  <a:gd name="T11" fmla="*/ 6 h 15"/>
                  <a:gd name="T12" fmla="*/ 1 w 12"/>
                  <a:gd name="T13" fmla="*/ 2 h 15"/>
                  <a:gd name="T14" fmla="*/ 6 w 12"/>
                  <a:gd name="T15" fmla="*/ 0 h 15"/>
                  <a:gd name="T16" fmla="*/ 10 w 12"/>
                  <a:gd name="T17" fmla="*/ 3 h 15"/>
                  <a:gd name="T18" fmla="*/ 12 w 12"/>
                  <a:gd name="T19" fmla="*/ 7 h 15"/>
                  <a:gd name="T20" fmla="*/ 12 w 12"/>
                  <a:gd name="T21" fmla="*/ 11 h 15"/>
                  <a:gd name="T22" fmla="*/ 12 w 12"/>
                  <a:gd name="T23" fmla="*/ 13 h 15"/>
                  <a:gd name="T24" fmla="*/ 9 w 12"/>
                  <a:gd name="T25" fmla="*/ 15 h 15"/>
                  <a:gd name="T26" fmla="*/ 6 w 12"/>
                  <a:gd name="T27" fmla="*/ 14 h 15"/>
                  <a:gd name="T28" fmla="*/ 5 w 12"/>
                  <a:gd name="T29" fmla="*/ 14 h 15"/>
                  <a:gd name="T30" fmla="*/ 5 w 12"/>
                  <a:gd name="T31" fmla="*/ 14 h 15"/>
                  <a:gd name="T32" fmla="*/ 4 w 12"/>
                  <a:gd name="T33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5">
                    <a:moveTo>
                      <a:pt x="4" y="13"/>
                    </a:moveTo>
                    <a:cubicBezTo>
                      <a:pt x="4" y="13"/>
                      <a:pt x="4" y="12"/>
                      <a:pt x="4" y="11"/>
                    </a:cubicBezTo>
                    <a:cubicBezTo>
                      <a:pt x="4" y="11"/>
                      <a:pt x="4" y="10"/>
                      <a:pt x="4" y="10"/>
                    </a:cubicBezTo>
                    <a:cubicBezTo>
                      <a:pt x="4" y="9"/>
                      <a:pt x="3" y="9"/>
                      <a:pt x="3" y="8"/>
                    </a:cubicBezTo>
                    <a:cubicBezTo>
                      <a:pt x="3" y="8"/>
                      <a:pt x="2" y="8"/>
                      <a:pt x="2" y="7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7" y="0"/>
                      <a:pt x="9" y="2"/>
                      <a:pt x="10" y="3"/>
                    </a:cubicBezTo>
                    <a:cubicBezTo>
                      <a:pt x="12" y="4"/>
                      <a:pt x="12" y="6"/>
                      <a:pt x="12" y="7"/>
                    </a:cubicBezTo>
                    <a:cubicBezTo>
                      <a:pt x="12" y="8"/>
                      <a:pt x="12" y="10"/>
                      <a:pt x="12" y="11"/>
                    </a:cubicBezTo>
                    <a:cubicBezTo>
                      <a:pt x="12" y="12"/>
                      <a:pt x="12" y="13"/>
                      <a:pt x="12" y="13"/>
                    </a:cubicBezTo>
                    <a:cubicBezTo>
                      <a:pt x="11" y="14"/>
                      <a:pt x="10" y="14"/>
                      <a:pt x="9" y="15"/>
                    </a:cubicBezTo>
                    <a:cubicBezTo>
                      <a:pt x="8" y="15"/>
                      <a:pt x="7" y="15"/>
                      <a:pt x="6" y="14"/>
                    </a:cubicBezTo>
                    <a:cubicBezTo>
                      <a:pt x="6" y="14"/>
                      <a:pt x="5" y="15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4" y="13"/>
                      <a:pt x="4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1" name="Freeform 2352">
                <a:extLst>
                  <a:ext uri="{FF2B5EF4-FFF2-40B4-BE49-F238E27FC236}">
                    <a16:creationId xmlns:a16="http://schemas.microsoft.com/office/drawing/2014/main" id="{2B0F23AD-18CD-3F43-97B3-9C1C76494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1606"/>
                <a:ext cx="5" cy="3"/>
              </a:xfrm>
              <a:custGeom>
                <a:avLst/>
                <a:gdLst>
                  <a:gd name="T0" fmla="*/ 2 w 13"/>
                  <a:gd name="T1" fmla="*/ 7 h 8"/>
                  <a:gd name="T2" fmla="*/ 0 w 13"/>
                  <a:gd name="T3" fmla="*/ 2 h 8"/>
                  <a:gd name="T4" fmla="*/ 4 w 13"/>
                  <a:gd name="T5" fmla="*/ 1 h 8"/>
                  <a:gd name="T6" fmla="*/ 10 w 13"/>
                  <a:gd name="T7" fmla="*/ 1 h 8"/>
                  <a:gd name="T8" fmla="*/ 12 w 13"/>
                  <a:gd name="T9" fmla="*/ 4 h 8"/>
                  <a:gd name="T10" fmla="*/ 11 w 13"/>
                  <a:gd name="T11" fmla="*/ 6 h 8"/>
                  <a:gd name="T12" fmla="*/ 8 w 13"/>
                  <a:gd name="T13" fmla="*/ 7 h 8"/>
                  <a:gd name="T14" fmla="*/ 7 w 13"/>
                  <a:gd name="T15" fmla="*/ 7 h 8"/>
                  <a:gd name="T16" fmla="*/ 5 w 13"/>
                  <a:gd name="T17" fmla="*/ 7 h 8"/>
                  <a:gd name="T18" fmla="*/ 2 w 13"/>
                  <a:gd name="T1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2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8" y="1"/>
                      <a:pt x="10" y="1"/>
                    </a:cubicBezTo>
                    <a:cubicBezTo>
                      <a:pt x="12" y="1"/>
                      <a:pt x="13" y="2"/>
                      <a:pt x="12" y="4"/>
                    </a:cubicBezTo>
                    <a:cubicBezTo>
                      <a:pt x="12" y="5"/>
                      <a:pt x="12" y="6"/>
                      <a:pt x="11" y="6"/>
                    </a:cubicBezTo>
                    <a:cubicBezTo>
                      <a:pt x="10" y="7"/>
                      <a:pt x="9" y="6"/>
                      <a:pt x="8" y="7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4" y="8"/>
                      <a:pt x="3" y="7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2" name="Freeform 2353">
                <a:extLst>
                  <a:ext uri="{FF2B5EF4-FFF2-40B4-BE49-F238E27FC236}">
                    <a16:creationId xmlns:a16="http://schemas.microsoft.com/office/drawing/2014/main" id="{D47BF21E-2947-4243-8606-321294B67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621"/>
                <a:ext cx="2" cy="2"/>
              </a:xfrm>
              <a:custGeom>
                <a:avLst/>
                <a:gdLst>
                  <a:gd name="T0" fmla="*/ 0 w 5"/>
                  <a:gd name="T1" fmla="*/ 3 h 5"/>
                  <a:gd name="T2" fmla="*/ 1 w 5"/>
                  <a:gd name="T3" fmla="*/ 1 h 5"/>
                  <a:gd name="T4" fmla="*/ 3 w 5"/>
                  <a:gd name="T5" fmla="*/ 1 h 5"/>
                  <a:gd name="T6" fmla="*/ 4 w 5"/>
                  <a:gd name="T7" fmla="*/ 1 h 5"/>
                  <a:gd name="T8" fmla="*/ 5 w 5"/>
                  <a:gd name="T9" fmla="*/ 2 h 5"/>
                  <a:gd name="T10" fmla="*/ 5 w 5"/>
                  <a:gd name="T11" fmla="*/ 4 h 5"/>
                  <a:gd name="T12" fmla="*/ 3 w 5"/>
                  <a:gd name="T13" fmla="*/ 4 h 5"/>
                  <a:gd name="T14" fmla="*/ 2 w 5"/>
                  <a:gd name="T15" fmla="*/ 4 h 5"/>
                  <a:gd name="T16" fmla="*/ 0 w 5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5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3" name="Freeform 2354">
                <a:extLst>
                  <a:ext uri="{FF2B5EF4-FFF2-40B4-BE49-F238E27FC236}">
                    <a16:creationId xmlns:a16="http://schemas.microsoft.com/office/drawing/2014/main" id="{DB883E0B-460D-AF4E-A38B-66837C382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613"/>
                <a:ext cx="3" cy="4"/>
              </a:xfrm>
              <a:custGeom>
                <a:avLst/>
                <a:gdLst>
                  <a:gd name="T0" fmla="*/ 0 w 6"/>
                  <a:gd name="T1" fmla="*/ 2 h 11"/>
                  <a:gd name="T2" fmla="*/ 1 w 6"/>
                  <a:gd name="T3" fmla="*/ 1 h 11"/>
                  <a:gd name="T4" fmla="*/ 3 w 6"/>
                  <a:gd name="T5" fmla="*/ 1 h 11"/>
                  <a:gd name="T6" fmla="*/ 5 w 6"/>
                  <a:gd name="T7" fmla="*/ 5 h 11"/>
                  <a:gd name="T8" fmla="*/ 5 w 6"/>
                  <a:gd name="T9" fmla="*/ 6 h 11"/>
                  <a:gd name="T10" fmla="*/ 6 w 6"/>
                  <a:gd name="T11" fmla="*/ 8 h 11"/>
                  <a:gd name="T12" fmla="*/ 6 w 6"/>
                  <a:gd name="T13" fmla="*/ 10 h 11"/>
                  <a:gd name="T14" fmla="*/ 5 w 6"/>
                  <a:gd name="T15" fmla="*/ 11 h 11"/>
                  <a:gd name="T16" fmla="*/ 4 w 6"/>
                  <a:gd name="T17" fmla="*/ 11 h 11"/>
                  <a:gd name="T18" fmla="*/ 4 w 6"/>
                  <a:gd name="T19" fmla="*/ 11 h 11"/>
                  <a:gd name="T20" fmla="*/ 3 w 6"/>
                  <a:gd name="T21" fmla="*/ 11 h 11"/>
                  <a:gd name="T22" fmla="*/ 1 w 6"/>
                  <a:gd name="T23" fmla="*/ 10 h 11"/>
                  <a:gd name="T24" fmla="*/ 1 w 6"/>
                  <a:gd name="T25" fmla="*/ 7 h 11"/>
                  <a:gd name="T26" fmla="*/ 0 w 6"/>
                  <a:gd name="T27" fmla="*/ 5 h 11"/>
                  <a:gd name="T28" fmla="*/ 0 w 6"/>
                  <a:gd name="T29" fmla="*/ 3 h 11"/>
                  <a:gd name="T30" fmla="*/ 0 w 6"/>
                  <a:gd name="T3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1">
                    <a:moveTo>
                      <a:pt x="0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4" y="2"/>
                      <a:pt x="5" y="3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7"/>
                      <a:pt x="6" y="7"/>
                      <a:pt x="6" y="8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6" y="10"/>
                      <a:pt x="5" y="11"/>
                      <a:pt x="5" y="11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6"/>
                      <a:pt x="0" y="6"/>
                      <a:pt x="0" y="5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4" name="Freeform 2355">
                <a:extLst>
                  <a:ext uri="{FF2B5EF4-FFF2-40B4-BE49-F238E27FC236}">
                    <a16:creationId xmlns:a16="http://schemas.microsoft.com/office/drawing/2014/main" id="{94989C9E-A4A8-9B44-81C3-636FF707F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608"/>
                <a:ext cx="6" cy="7"/>
              </a:xfrm>
              <a:custGeom>
                <a:avLst/>
                <a:gdLst>
                  <a:gd name="T0" fmla="*/ 3 w 16"/>
                  <a:gd name="T1" fmla="*/ 11 h 18"/>
                  <a:gd name="T2" fmla="*/ 1 w 16"/>
                  <a:gd name="T3" fmla="*/ 10 h 18"/>
                  <a:gd name="T4" fmla="*/ 0 w 16"/>
                  <a:gd name="T5" fmla="*/ 9 h 18"/>
                  <a:gd name="T6" fmla="*/ 0 w 16"/>
                  <a:gd name="T7" fmla="*/ 6 h 18"/>
                  <a:gd name="T8" fmla="*/ 2 w 16"/>
                  <a:gd name="T9" fmla="*/ 2 h 18"/>
                  <a:gd name="T10" fmla="*/ 3 w 16"/>
                  <a:gd name="T11" fmla="*/ 0 h 18"/>
                  <a:gd name="T12" fmla="*/ 5 w 16"/>
                  <a:gd name="T13" fmla="*/ 1 h 18"/>
                  <a:gd name="T14" fmla="*/ 9 w 16"/>
                  <a:gd name="T15" fmla="*/ 2 h 18"/>
                  <a:gd name="T16" fmla="*/ 12 w 16"/>
                  <a:gd name="T17" fmla="*/ 6 h 18"/>
                  <a:gd name="T18" fmla="*/ 13 w 16"/>
                  <a:gd name="T19" fmla="*/ 7 h 18"/>
                  <a:gd name="T20" fmla="*/ 15 w 16"/>
                  <a:gd name="T21" fmla="*/ 7 h 18"/>
                  <a:gd name="T22" fmla="*/ 16 w 16"/>
                  <a:gd name="T23" fmla="*/ 12 h 18"/>
                  <a:gd name="T24" fmla="*/ 14 w 16"/>
                  <a:gd name="T25" fmla="*/ 15 h 18"/>
                  <a:gd name="T26" fmla="*/ 12 w 16"/>
                  <a:gd name="T27" fmla="*/ 17 h 18"/>
                  <a:gd name="T28" fmla="*/ 8 w 16"/>
                  <a:gd name="T29" fmla="*/ 17 h 18"/>
                  <a:gd name="T30" fmla="*/ 4 w 16"/>
                  <a:gd name="T31" fmla="*/ 15 h 18"/>
                  <a:gd name="T32" fmla="*/ 4 w 16"/>
                  <a:gd name="T33" fmla="*/ 14 h 18"/>
                  <a:gd name="T34" fmla="*/ 4 w 16"/>
                  <a:gd name="T35" fmla="*/ 12 h 18"/>
                  <a:gd name="T36" fmla="*/ 3 w 16"/>
                  <a:gd name="T37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18">
                    <a:moveTo>
                      <a:pt x="3" y="11"/>
                    </a:moveTo>
                    <a:cubicBezTo>
                      <a:pt x="2" y="12"/>
                      <a:pt x="2" y="11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4" y="0"/>
                      <a:pt x="4" y="1"/>
                      <a:pt x="5" y="1"/>
                    </a:cubicBezTo>
                    <a:cubicBezTo>
                      <a:pt x="6" y="1"/>
                      <a:pt x="8" y="1"/>
                      <a:pt x="9" y="2"/>
                    </a:cubicBezTo>
                    <a:cubicBezTo>
                      <a:pt x="10" y="3"/>
                      <a:pt x="10" y="5"/>
                      <a:pt x="12" y="6"/>
                    </a:cubicBezTo>
                    <a:cubicBezTo>
                      <a:pt x="12" y="6"/>
                      <a:pt x="13" y="7"/>
                      <a:pt x="13" y="7"/>
                    </a:cubicBezTo>
                    <a:cubicBezTo>
                      <a:pt x="14" y="7"/>
                      <a:pt x="14" y="7"/>
                      <a:pt x="15" y="7"/>
                    </a:cubicBezTo>
                    <a:cubicBezTo>
                      <a:pt x="16" y="9"/>
                      <a:pt x="16" y="11"/>
                      <a:pt x="16" y="12"/>
                    </a:cubicBezTo>
                    <a:cubicBezTo>
                      <a:pt x="16" y="14"/>
                      <a:pt x="15" y="15"/>
                      <a:pt x="14" y="15"/>
                    </a:cubicBezTo>
                    <a:cubicBezTo>
                      <a:pt x="13" y="16"/>
                      <a:pt x="12" y="17"/>
                      <a:pt x="12" y="17"/>
                    </a:cubicBezTo>
                    <a:cubicBezTo>
                      <a:pt x="11" y="18"/>
                      <a:pt x="9" y="17"/>
                      <a:pt x="8" y="17"/>
                    </a:cubicBezTo>
                    <a:cubicBezTo>
                      <a:pt x="7" y="17"/>
                      <a:pt x="5" y="16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4" y="13"/>
                      <a:pt x="4" y="12"/>
                    </a:cubicBezTo>
                    <a:cubicBezTo>
                      <a:pt x="4" y="11"/>
                      <a:pt x="4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5" name="Freeform 2356">
                <a:extLst>
                  <a:ext uri="{FF2B5EF4-FFF2-40B4-BE49-F238E27FC236}">
                    <a16:creationId xmlns:a16="http://schemas.microsoft.com/office/drawing/2014/main" id="{3160B349-639F-6B40-862B-D510BCA5F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599"/>
                <a:ext cx="5" cy="6"/>
              </a:xfrm>
              <a:custGeom>
                <a:avLst/>
                <a:gdLst>
                  <a:gd name="T0" fmla="*/ 4 w 11"/>
                  <a:gd name="T1" fmla="*/ 14 h 14"/>
                  <a:gd name="T2" fmla="*/ 3 w 11"/>
                  <a:gd name="T3" fmla="*/ 14 h 14"/>
                  <a:gd name="T4" fmla="*/ 1 w 11"/>
                  <a:gd name="T5" fmla="*/ 12 h 14"/>
                  <a:gd name="T6" fmla="*/ 1 w 11"/>
                  <a:gd name="T7" fmla="*/ 7 h 14"/>
                  <a:gd name="T8" fmla="*/ 1 w 11"/>
                  <a:gd name="T9" fmla="*/ 5 h 14"/>
                  <a:gd name="T10" fmla="*/ 2 w 11"/>
                  <a:gd name="T11" fmla="*/ 3 h 14"/>
                  <a:gd name="T12" fmla="*/ 4 w 11"/>
                  <a:gd name="T13" fmla="*/ 0 h 14"/>
                  <a:gd name="T14" fmla="*/ 6 w 11"/>
                  <a:gd name="T15" fmla="*/ 0 h 14"/>
                  <a:gd name="T16" fmla="*/ 8 w 11"/>
                  <a:gd name="T17" fmla="*/ 0 h 14"/>
                  <a:gd name="T18" fmla="*/ 10 w 11"/>
                  <a:gd name="T19" fmla="*/ 1 h 14"/>
                  <a:gd name="T20" fmla="*/ 10 w 11"/>
                  <a:gd name="T21" fmla="*/ 4 h 14"/>
                  <a:gd name="T22" fmla="*/ 10 w 11"/>
                  <a:gd name="T23" fmla="*/ 7 h 14"/>
                  <a:gd name="T24" fmla="*/ 9 w 11"/>
                  <a:gd name="T25" fmla="*/ 9 h 14"/>
                  <a:gd name="T26" fmla="*/ 7 w 11"/>
                  <a:gd name="T27" fmla="*/ 9 h 14"/>
                  <a:gd name="T28" fmla="*/ 6 w 11"/>
                  <a:gd name="T29" fmla="*/ 12 h 14"/>
                  <a:gd name="T30" fmla="*/ 4 w 11"/>
                  <a:gd name="T3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4">
                    <a:moveTo>
                      <a:pt x="4" y="14"/>
                    </a:moveTo>
                    <a:cubicBezTo>
                      <a:pt x="4" y="14"/>
                      <a:pt x="4" y="14"/>
                      <a:pt x="3" y="14"/>
                    </a:cubicBezTo>
                    <a:cubicBezTo>
                      <a:pt x="3" y="14"/>
                      <a:pt x="1" y="13"/>
                      <a:pt x="1" y="12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1" y="2"/>
                      <a:pt x="10" y="3"/>
                      <a:pt x="10" y="4"/>
                    </a:cubicBezTo>
                    <a:cubicBezTo>
                      <a:pt x="10" y="5"/>
                      <a:pt x="11" y="6"/>
                      <a:pt x="10" y="7"/>
                    </a:cubicBezTo>
                    <a:cubicBezTo>
                      <a:pt x="10" y="8"/>
                      <a:pt x="10" y="8"/>
                      <a:pt x="9" y="9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10"/>
                      <a:pt x="6" y="11"/>
                      <a:pt x="6" y="12"/>
                    </a:cubicBezTo>
                    <a:cubicBezTo>
                      <a:pt x="5" y="13"/>
                      <a:pt x="5" y="13"/>
                      <a:pt x="4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6" name="Freeform 2357">
                <a:extLst>
                  <a:ext uri="{FF2B5EF4-FFF2-40B4-BE49-F238E27FC236}">
                    <a16:creationId xmlns:a16="http://schemas.microsoft.com/office/drawing/2014/main" id="{B0C2A857-C67D-FB47-BC98-A7A6A0A67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600"/>
                <a:ext cx="4" cy="4"/>
              </a:xfrm>
              <a:custGeom>
                <a:avLst/>
                <a:gdLst>
                  <a:gd name="T0" fmla="*/ 9 w 9"/>
                  <a:gd name="T1" fmla="*/ 6 h 10"/>
                  <a:gd name="T2" fmla="*/ 9 w 9"/>
                  <a:gd name="T3" fmla="*/ 8 h 10"/>
                  <a:gd name="T4" fmla="*/ 9 w 9"/>
                  <a:gd name="T5" fmla="*/ 10 h 10"/>
                  <a:gd name="T6" fmla="*/ 7 w 9"/>
                  <a:gd name="T7" fmla="*/ 10 h 10"/>
                  <a:gd name="T8" fmla="*/ 5 w 9"/>
                  <a:gd name="T9" fmla="*/ 9 h 10"/>
                  <a:gd name="T10" fmla="*/ 3 w 9"/>
                  <a:gd name="T11" fmla="*/ 8 h 10"/>
                  <a:gd name="T12" fmla="*/ 2 w 9"/>
                  <a:gd name="T13" fmla="*/ 6 h 10"/>
                  <a:gd name="T14" fmla="*/ 1 w 9"/>
                  <a:gd name="T15" fmla="*/ 5 h 10"/>
                  <a:gd name="T16" fmla="*/ 1 w 9"/>
                  <a:gd name="T17" fmla="*/ 3 h 10"/>
                  <a:gd name="T18" fmla="*/ 1 w 9"/>
                  <a:gd name="T19" fmla="*/ 1 h 10"/>
                  <a:gd name="T20" fmla="*/ 3 w 9"/>
                  <a:gd name="T21" fmla="*/ 1 h 10"/>
                  <a:gd name="T22" fmla="*/ 5 w 9"/>
                  <a:gd name="T23" fmla="*/ 3 h 10"/>
                  <a:gd name="T24" fmla="*/ 7 w 9"/>
                  <a:gd name="T25" fmla="*/ 4 h 10"/>
                  <a:gd name="T26" fmla="*/ 9 w 9"/>
                  <a:gd name="T2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7"/>
                      <a:pt x="9" y="8"/>
                      <a:pt x="9" y="8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8" y="10"/>
                      <a:pt x="7" y="10"/>
                    </a:cubicBezTo>
                    <a:cubicBezTo>
                      <a:pt x="6" y="10"/>
                      <a:pt x="6" y="10"/>
                      <a:pt x="5" y="9"/>
                    </a:cubicBezTo>
                    <a:cubicBezTo>
                      <a:pt x="4" y="9"/>
                      <a:pt x="4" y="9"/>
                      <a:pt x="3" y="8"/>
                    </a:cubicBezTo>
                    <a:cubicBezTo>
                      <a:pt x="3" y="7"/>
                      <a:pt x="3" y="7"/>
                      <a:pt x="2" y="6"/>
                    </a:cubicBezTo>
                    <a:cubicBezTo>
                      <a:pt x="2" y="6"/>
                      <a:pt x="2" y="6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1"/>
                      <a:pt x="4" y="3"/>
                      <a:pt x="5" y="3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8" y="5"/>
                      <a:pt x="8" y="6"/>
                      <a:pt x="9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7" name="Freeform 2358">
                <a:extLst>
                  <a:ext uri="{FF2B5EF4-FFF2-40B4-BE49-F238E27FC236}">
                    <a16:creationId xmlns:a16="http://schemas.microsoft.com/office/drawing/2014/main" id="{C422DCA7-E4DA-5D46-9F58-E7261E4E2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597"/>
                <a:ext cx="4" cy="5"/>
              </a:xfrm>
              <a:custGeom>
                <a:avLst/>
                <a:gdLst>
                  <a:gd name="T0" fmla="*/ 5 w 9"/>
                  <a:gd name="T1" fmla="*/ 0 h 10"/>
                  <a:gd name="T2" fmla="*/ 7 w 9"/>
                  <a:gd name="T3" fmla="*/ 0 h 10"/>
                  <a:gd name="T4" fmla="*/ 8 w 9"/>
                  <a:gd name="T5" fmla="*/ 2 h 10"/>
                  <a:gd name="T6" fmla="*/ 8 w 9"/>
                  <a:gd name="T7" fmla="*/ 6 h 10"/>
                  <a:gd name="T8" fmla="*/ 8 w 9"/>
                  <a:gd name="T9" fmla="*/ 8 h 10"/>
                  <a:gd name="T10" fmla="*/ 7 w 9"/>
                  <a:gd name="T11" fmla="*/ 9 h 10"/>
                  <a:gd name="T12" fmla="*/ 5 w 9"/>
                  <a:gd name="T13" fmla="*/ 8 h 10"/>
                  <a:gd name="T14" fmla="*/ 4 w 9"/>
                  <a:gd name="T15" fmla="*/ 6 h 10"/>
                  <a:gd name="T16" fmla="*/ 1 w 9"/>
                  <a:gd name="T17" fmla="*/ 2 h 10"/>
                  <a:gd name="T18" fmla="*/ 5 w 9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cubicBezTo>
                      <a:pt x="5" y="0"/>
                      <a:pt x="6" y="0"/>
                      <a:pt x="7" y="0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9" y="3"/>
                      <a:pt x="9" y="5"/>
                      <a:pt x="8" y="6"/>
                    </a:cubicBezTo>
                    <a:cubicBezTo>
                      <a:pt x="8" y="6"/>
                      <a:pt x="8" y="7"/>
                      <a:pt x="8" y="8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6" y="9"/>
                      <a:pt x="5" y="10"/>
                      <a:pt x="5" y="8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3" y="5"/>
                      <a:pt x="0" y="4"/>
                      <a:pt x="1" y="2"/>
                    </a:cubicBezTo>
                    <a:cubicBezTo>
                      <a:pt x="2" y="1"/>
                      <a:pt x="4" y="1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8" name="Freeform 2359">
                <a:extLst>
                  <a:ext uri="{FF2B5EF4-FFF2-40B4-BE49-F238E27FC236}">
                    <a16:creationId xmlns:a16="http://schemas.microsoft.com/office/drawing/2014/main" id="{300CAE7D-4AFD-764F-A883-77F40BDF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593"/>
                <a:ext cx="3" cy="3"/>
              </a:xfrm>
              <a:custGeom>
                <a:avLst/>
                <a:gdLst>
                  <a:gd name="T0" fmla="*/ 1 w 7"/>
                  <a:gd name="T1" fmla="*/ 0 h 8"/>
                  <a:gd name="T2" fmla="*/ 3 w 7"/>
                  <a:gd name="T3" fmla="*/ 0 h 8"/>
                  <a:gd name="T4" fmla="*/ 5 w 7"/>
                  <a:gd name="T5" fmla="*/ 1 h 8"/>
                  <a:gd name="T6" fmla="*/ 6 w 7"/>
                  <a:gd name="T7" fmla="*/ 5 h 8"/>
                  <a:gd name="T8" fmla="*/ 3 w 7"/>
                  <a:gd name="T9" fmla="*/ 7 h 8"/>
                  <a:gd name="T10" fmla="*/ 1 w 7"/>
                  <a:gd name="T11" fmla="*/ 7 h 8"/>
                  <a:gd name="T12" fmla="*/ 0 w 7"/>
                  <a:gd name="T13" fmla="*/ 4 h 8"/>
                  <a:gd name="T14" fmla="*/ 1 w 7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2" y="7"/>
                      <a:pt x="1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9" name="Freeform 2360">
                <a:extLst>
                  <a:ext uri="{FF2B5EF4-FFF2-40B4-BE49-F238E27FC236}">
                    <a16:creationId xmlns:a16="http://schemas.microsoft.com/office/drawing/2014/main" id="{4C44C824-B470-EC41-8166-5B328C4DB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588"/>
                <a:ext cx="4" cy="2"/>
              </a:xfrm>
              <a:custGeom>
                <a:avLst/>
                <a:gdLst>
                  <a:gd name="T0" fmla="*/ 5 w 9"/>
                  <a:gd name="T1" fmla="*/ 0 h 5"/>
                  <a:gd name="T2" fmla="*/ 9 w 9"/>
                  <a:gd name="T3" fmla="*/ 2 h 5"/>
                  <a:gd name="T4" fmla="*/ 8 w 9"/>
                  <a:gd name="T5" fmla="*/ 4 h 5"/>
                  <a:gd name="T6" fmla="*/ 7 w 9"/>
                  <a:gd name="T7" fmla="*/ 5 h 5"/>
                  <a:gd name="T8" fmla="*/ 6 w 9"/>
                  <a:gd name="T9" fmla="*/ 5 h 5"/>
                  <a:gd name="T10" fmla="*/ 4 w 9"/>
                  <a:gd name="T11" fmla="*/ 4 h 5"/>
                  <a:gd name="T12" fmla="*/ 2 w 9"/>
                  <a:gd name="T13" fmla="*/ 4 h 5"/>
                  <a:gd name="T14" fmla="*/ 0 w 9"/>
                  <a:gd name="T15" fmla="*/ 2 h 5"/>
                  <a:gd name="T16" fmla="*/ 2 w 9"/>
                  <a:gd name="T17" fmla="*/ 1 h 5"/>
                  <a:gd name="T18" fmla="*/ 5 w 9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cubicBezTo>
                      <a:pt x="6" y="0"/>
                      <a:pt x="8" y="0"/>
                      <a:pt x="9" y="2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8" y="4"/>
                      <a:pt x="7" y="5"/>
                      <a:pt x="7" y="5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0" name="Freeform 2361">
                <a:extLst>
                  <a:ext uri="{FF2B5EF4-FFF2-40B4-BE49-F238E27FC236}">
                    <a16:creationId xmlns:a16="http://schemas.microsoft.com/office/drawing/2014/main" id="{D88E28CE-BB7C-F743-AE90-D89C42CB0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584"/>
                <a:ext cx="3" cy="2"/>
              </a:xfrm>
              <a:custGeom>
                <a:avLst/>
                <a:gdLst>
                  <a:gd name="T0" fmla="*/ 2 w 8"/>
                  <a:gd name="T1" fmla="*/ 1 h 5"/>
                  <a:gd name="T2" fmla="*/ 4 w 8"/>
                  <a:gd name="T3" fmla="*/ 0 h 5"/>
                  <a:gd name="T4" fmla="*/ 8 w 8"/>
                  <a:gd name="T5" fmla="*/ 2 h 5"/>
                  <a:gd name="T6" fmla="*/ 7 w 8"/>
                  <a:gd name="T7" fmla="*/ 5 h 5"/>
                  <a:gd name="T8" fmla="*/ 5 w 8"/>
                  <a:gd name="T9" fmla="*/ 4 h 5"/>
                  <a:gd name="T10" fmla="*/ 3 w 8"/>
                  <a:gd name="T11" fmla="*/ 4 h 5"/>
                  <a:gd name="T12" fmla="*/ 1 w 8"/>
                  <a:gd name="T13" fmla="*/ 3 h 5"/>
                  <a:gd name="T14" fmla="*/ 1 w 8"/>
                  <a:gd name="T15" fmla="*/ 2 h 5"/>
                  <a:gd name="T16" fmla="*/ 2 w 8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2" y="1"/>
                    </a:moveTo>
                    <a:cubicBezTo>
                      <a:pt x="3" y="0"/>
                      <a:pt x="3" y="0"/>
                      <a:pt x="4" y="0"/>
                    </a:cubicBezTo>
                    <a:cubicBezTo>
                      <a:pt x="5" y="0"/>
                      <a:pt x="7" y="0"/>
                      <a:pt x="8" y="2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1" name="Freeform 2362">
                <a:extLst>
                  <a:ext uri="{FF2B5EF4-FFF2-40B4-BE49-F238E27FC236}">
                    <a16:creationId xmlns:a16="http://schemas.microsoft.com/office/drawing/2014/main" id="{287B4771-B56A-F74E-A2BD-27ECDFB2B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580"/>
                <a:ext cx="3" cy="2"/>
              </a:xfrm>
              <a:custGeom>
                <a:avLst/>
                <a:gdLst>
                  <a:gd name="T0" fmla="*/ 1 w 9"/>
                  <a:gd name="T1" fmla="*/ 3 h 5"/>
                  <a:gd name="T2" fmla="*/ 0 w 9"/>
                  <a:gd name="T3" fmla="*/ 2 h 5"/>
                  <a:gd name="T4" fmla="*/ 2 w 9"/>
                  <a:gd name="T5" fmla="*/ 0 h 5"/>
                  <a:gd name="T6" fmla="*/ 5 w 9"/>
                  <a:gd name="T7" fmla="*/ 0 h 5"/>
                  <a:gd name="T8" fmla="*/ 8 w 9"/>
                  <a:gd name="T9" fmla="*/ 2 h 5"/>
                  <a:gd name="T10" fmla="*/ 7 w 9"/>
                  <a:gd name="T11" fmla="*/ 5 h 5"/>
                  <a:gd name="T12" fmla="*/ 6 w 9"/>
                  <a:gd name="T13" fmla="*/ 5 h 5"/>
                  <a:gd name="T14" fmla="*/ 4 w 9"/>
                  <a:gd name="T15" fmla="*/ 4 h 5"/>
                  <a:gd name="T16" fmla="*/ 2 w 9"/>
                  <a:gd name="T17" fmla="*/ 4 h 5"/>
                  <a:gd name="T18" fmla="*/ 1 w 9"/>
                  <a:gd name="T1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5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0"/>
                      <a:pt x="8" y="1"/>
                      <a:pt x="8" y="2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2" name="Freeform 2363">
                <a:extLst>
                  <a:ext uri="{FF2B5EF4-FFF2-40B4-BE49-F238E27FC236}">
                    <a16:creationId xmlns:a16="http://schemas.microsoft.com/office/drawing/2014/main" id="{0B669932-AFDE-A643-AAD6-15510A263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642"/>
                <a:ext cx="6" cy="4"/>
              </a:xfrm>
              <a:custGeom>
                <a:avLst/>
                <a:gdLst>
                  <a:gd name="T0" fmla="*/ 1 w 14"/>
                  <a:gd name="T1" fmla="*/ 2 h 10"/>
                  <a:gd name="T2" fmla="*/ 2 w 14"/>
                  <a:gd name="T3" fmla="*/ 1 h 10"/>
                  <a:gd name="T4" fmla="*/ 5 w 14"/>
                  <a:gd name="T5" fmla="*/ 0 h 10"/>
                  <a:gd name="T6" fmla="*/ 10 w 14"/>
                  <a:gd name="T7" fmla="*/ 0 h 10"/>
                  <a:gd name="T8" fmla="*/ 13 w 14"/>
                  <a:gd name="T9" fmla="*/ 1 h 10"/>
                  <a:gd name="T10" fmla="*/ 14 w 14"/>
                  <a:gd name="T11" fmla="*/ 5 h 10"/>
                  <a:gd name="T12" fmla="*/ 14 w 14"/>
                  <a:gd name="T13" fmla="*/ 9 h 10"/>
                  <a:gd name="T14" fmla="*/ 13 w 14"/>
                  <a:gd name="T15" fmla="*/ 10 h 10"/>
                  <a:gd name="T16" fmla="*/ 11 w 14"/>
                  <a:gd name="T17" fmla="*/ 10 h 10"/>
                  <a:gd name="T18" fmla="*/ 9 w 14"/>
                  <a:gd name="T19" fmla="*/ 10 h 10"/>
                  <a:gd name="T20" fmla="*/ 6 w 14"/>
                  <a:gd name="T21" fmla="*/ 9 h 10"/>
                  <a:gd name="T22" fmla="*/ 4 w 14"/>
                  <a:gd name="T23" fmla="*/ 7 h 10"/>
                  <a:gd name="T24" fmla="*/ 4 w 14"/>
                  <a:gd name="T25" fmla="*/ 5 h 10"/>
                  <a:gd name="T26" fmla="*/ 1 w 14"/>
                  <a:gd name="T27" fmla="*/ 4 h 10"/>
                  <a:gd name="T28" fmla="*/ 1 w 14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0">
                    <a:moveTo>
                      <a:pt x="1" y="2"/>
                    </a:move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0"/>
                      <a:pt x="8" y="0"/>
                      <a:pt x="10" y="0"/>
                    </a:cubicBezTo>
                    <a:cubicBezTo>
                      <a:pt x="11" y="0"/>
                      <a:pt x="12" y="0"/>
                      <a:pt x="13" y="1"/>
                    </a:cubicBezTo>
                    <a:cubicBezTo>
                      <a:pt x="14" y="2"/>
                      <a:pt x="14" y="3"/>
                      <a:pt x="14" y="5"/>
                    </a:cubicBezTo>
                    <a:cubicBezTo>
                      <a:pt x="14" y="6"/>
                      <a:pt x="14" y="7"/>
                      <a:pt x="14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2" y="10"/>
                      <a:pt x="12" y="10"/>
                      <a:pt x="11" y="10"/>
                    </a:cubicBezTo>
                    <a:cubicBezTo>
                      <a:pt x="11" y="10"/>
                      <a:pt x="10" y="10"/>
                      <a:pt x="9" y="10"/>
                    </a:cubicBezTo>
                    <a:cubicBezTo>
                      <a:pt x="8" y="10"/>
                      <a:pt x="7" y="9"/>
                      <a:pt x="6" y="9"/>
                    </a:cubicBezTo>
                    <a:cubicBezTo>
                      <a:pt x="5" y="8"/>
                      <a:pt x="4" y="8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3" name="Freeform 2364">
                <a:extLst>
                  <a:ext uri="{FF2B5EF4-FFF2-40B4-BE49-F238E27FC236}">
                    <a16:creationId xmlns:a16="http://schemas.microsoft.com/office/drawing/2014/main" id="{26FCE77D-9301-8C4F-91AF-47ACDDEA5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643"/>
                <a:ext cx="4" cy="6"/>
              </a:xfrm>
              <a:custGeom>
                <a:avLst/>
                <a:gdLst>
                  <a:gd name="T0" fmla="*/ 3 w 9"/>
                  <a:gd name="T1" fmla="*/ 0 h 14"/>
                  <a:gd name="T2" fmla="*/ 1 w 9"/>
                  <a:gd name="T3" fmla="*/ 1 h 14"/>
                  <a:gd name="T4" fmla="*/ 1 w 9"/>
                  <a:gd name="T5" fmla="*/ 3 h 14"/>
                  <a:gd name="T6" fmla="*/ 0 w 9"/>
                  <a:gd name="T7" fmla="*/ 7 h 14"/>
                  <a:gd name="T8" fmla="*/ 1 w 9"/>
                  <a:gd name="T9" fmla="*/ 9 h 14"/>
                  <a:gd name="T10" fmla="*/ 4 w 9"/>
                  <a:gd name="T11" fmla="*/ 10 h 14"/>
                  <a:gd name="T12" fmla="*/ 5 w 9"/>
                  <a:gd name="T13" fmla="*/ 13 h 14"/>
                  <a:gd name="T14" fmla="*/ 7 w 9"/>
                  <a:gd name="T15" fmla="*/ 14 h 14"/>
                  <a:gd name="T16" fmla="*/ 8 w 9"/>
                  <a:gd name="T17" fmla="*/ 13 h 14"/>
                  <a:gd name="T18" fmla="*/ 9 w 9"/>
                  <a:gd name="T19" fmla="*/ 11 h 14"/>
                  <a:gd name="T20" fmla="*/ 9 w 9"/>
                  <a:gd name="T21" fmla="*/ 10 h 14"/>
                  <a:gd name="T22" fmla="*/ 9 w 9"/>
                  <a:gd name="T23" fmla="*/ 8 h 14"/>
                  <a:gd name="T24" fmla="*/ 7 w 9"/>
                  <a:gd name="T25" fmla="*/ 6 h 14"/>
                  <a:gd name="T26" fmla="*/ 5 w 9"/>
                  <a:gd name="T27" fmla="*/ 4 h 14"/>
                  <a:gd name="T28" fmla="*/ 4 w 9"/>
                  <a:gd name="T29" fmla="*/ 3 h 14"/>
                  <a:gd name="T30" fmla="*/ 4 w 9"/>
                  <a:gd name="T31" fmla="*/ 3 h 14"/>
                  <a:gd name="T32" fmla="*/ 4 w 9"/>
                  <a:gd name="T33" fmla="*/ 2 h 14"/>
                  <a:gd name="T34" fmla="*/ 4 w 9"/>
                  <a:gd name="T35" fmla="*/ 1 h 14"/>
                  <a:gd name="T36" fmla="*/ 3 w 9"/>
                  <a:gd name="T3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14">
                    <a:moveTo>
                      <a:pt x="3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2" y="9"/>
                      <a:pt x="4" y="9"/>
                      <a:pt x="4" y="10"/>
                    </a:cubicBezTo>
                    <a:cubicBezTo>
                      <a:pt x="5" y="11"/>
                      <a:pt x="4" y="12"/>
                      <a:pt x="5" y="13"/>
                    </a:cubicBezTo>
                    <a:cubicBezTo>
                      <a:pt x="5" y="14"/>
                      <a:pt x="6" y="14"/>
                      <a:pt x="7" y="14"/>
                    </a:cubicBezTo>
                    <a:cubicBezTo>
                      <a:pt x="7" y="14"/>
                      <a:pt x="8" y="14"/>
                      <a:pt x="8" y="13"/>
                    </a:cubicBezTo>
                    <a:cubicBezTo>
                      <a:pt x="9" y="13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9" y="10"/>
                      <a:pt x="9" y="9"/>
                      <a:pt x="9" y="8"/>
                    </a:cubicBezTo>
                    <a:cubicBezTo>
                      <a:pt x="8" y="7"/>
                      <a:pt x="8" y="6"/>
                      <a:pt x="7" y="6"/>
                    </a:cubicBezTo>
                    <a:cubicBezTo>
                      <a:pt x="6" y="5"/>
                      <a:pt x="6" y="5"/>
                      <a:pt x="5" y="4"/>
                    </a:cubicBezTo>
                    <a:cubicBezTo>
                      <a:pt x="5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4" name="Freeform 2365">
                <a:extLst>
                  <a:ext uri="{FF2B5EF4-FFF2-40B4-BE49-F238E27FC236}">
                    <a16:creationId xmlns:a16="http://schemas.microsoft.com/office/drawing/2014/main" id="{0D8C23EB-3AD0-7A45-80AD-90ADA0C4D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454"/>
                <a:ext cx="13" cy="10"/>
              </a:xfrm>
              <a:custGeom>
                <a:avLst/>
                <a:gdLst>
                  <a:gd name="T0" fmla="*/ 5 w 33"/>
                  <a:gd name="T1" fmla="*/ 14 h 24"/>
                  <a:gd name="T2" fmla="*/ 4 w 33"/>
                  <a:gd name="T3" fmla="*/ 9 h 24"/>
                  <a:gd name="T4" fmla="*/ 0 w 33"/>
                  <a:gd name="T5" fmla="*/ 4 h 24"/>
                  <a:gd name="T6" fmla="*/ 6 w 33"/>
                  <a:gd name="T7" fmla="*/ 0 h 24"/>
                  <a:gd name="T8" fmla="*/ 11 w 33"/>
                  <a:gd name="T9" fmla="*/ 2 h 24"/>
                  <a:gd name="T10" fmla="*/ 15 w 33"/>
                  <a:gd name="T11" fmla="*/ 4 h 24"/>
                  <a:gd name="T12" fmla="*/ 19 w 33"/>
                  <a:gd name="T13" fmla="*/ 6 h 24"/>
                  <a:gd name="T14" fmla="*/ 22 w 33"/>
                  <a:gd name="T15" fmla="*/ 6 h 24"/>
                  <a:gd name="T16" fmla="*/ 24 w 33"/>
                  <a:gd name="T17" fmla="*/ 5 h 24"/>
                  <a:gd name="T18" fmla="*/ 28 w 33"/>
                  <a:gd name="T19" fmla="*/ 4 h 24"/>
                  <a:gd name="T20" fmla="*/ 33 w 33"/>
                  <a:gd name="T21" fmla="*/ 7 h 24"/>
                  <a:gd name="T22" fmla="*/ 28 w 33"/>
                  <a:gd name="T23" fmla="*/ 11 h 24"/>
                  <a:gd name="T24" fmla="*/ 24 w 33"/>
                  <a:gd name="T25" fmla="*/ 13 h 24"/>
                  <a:gd name="T26" fmla="*/ 20 w 33"/>
                  <a:gd name="T27" fmla="*/ 16 h 24"/>
                  <a:gd name="T28" fmla="*/ 16 w 33"/>
                  <a:gd name="T29" fmla="*/ 21 h 24"/>
                  <a:gd name="T30" fmla="*/ 10 w 33"/>
                  <a:gd name="T31" fmla="*/ 23 h 24"/>
                  <a:gd name="T32" fmla="*/ 8 w 33"/>
                  <a:gd name="T33" fmla="*/ 19 h 24"/>
                  <a:gd name="T34" fmla="*/ 5 w 33"/>
                  <a:gd name="T35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24">
                    <a:moveTo>
                      <a:pt x="5" y="14"/>
                    </a:moveTo>
                    <a:cubicBezTo>
                      <a:pt x="5" y="12"/>
                      <a:pt x="5" y="10"/>
                      <a:pt x="4" y="9"/>
                    </a:cubicBezTo>
                    <a:cubicBezTo>
                      <a:pt x="3" y="7"/>
                      <a:pt x="0" y="6"/>
                      <a:pt x="0" y="4"/>
                    </a:cubicBezTo>
                    <a:cubicBezTo>
                      <a:pt x="0" y="0"/>
                      <a:pt x="3" y="0"/>
                      <a:pt x="6" y="0"/>
                    </a:cubicBezTo>
                    <a:cubicBezTo>
                      <a:pt x="8" y="1"/>
                      <a:pt x="9" y="1"/>
                      <a:pt x="11" y="2"/>
                    </a:cubicBezTo>
                    <a:cubicBezTo>
                      <a:pt x="12" y="3"/>
                      <a:pt x="14" y="3"/>
                      <a:pt x="15" y="4"/>
                    </a:cubicBezTo>
                    <a:cubicBezTo>
                      <a:pt x="17" y="5"/>
                      <a:pt x="18" y="5"/>
                      <a:pt x="19" y="6"/>
                    </a:cubicBezTo>
                    <a:cubicBezTo>
                      <a:pt x="20" y="6"/>
                      <a:pt x="21" y="6"/>
                      <a:pt x="22" y="6"/>
                    </a:cubicBezTo>
                    <a:cubicBezTo>
                      <a:pt x="23" y="6"/>
                      <a:pt x="23" y="5"/>
                      <a:pt x="24" y="5"/>
                    </a:cubicBezTo>
                    <a:cubicBezTo>
                      <a:pt x="25" y="4"/>
                      <a:pt x="27" y="4"/>
                      <a:pt x="28" y="4"/>
                    </a:cubicBezTo>
                    <a:cubicBezTo>
                      <a:pt x="30" y="4"/>
                      <a:pt x="33" y="5"/>
                      <a:pt x="33" y="7"/>
                    </a:cubicBezTo>
                    <a:cubicBezTo>
                      <a:pt x="33" y="10"/>
                      <a:pt x="30" y="10"/>
                      <a:pt x="28" y="11"/>
                    </a:cubicBezTo>
                    <a:cubicBezTo>
                      <a:pt x="27" y="11"/>
                      <a:pt x="26" y="12"/>
                      <a:pt x="24" y="13"/>
                    </a:cubicBezTo>
                    <a:cubicBezTo>
                      <a:pt x="23" y="14"/>
                      <a:pt x="21" y="14"/>
                      <a:pt x="20" y="16"/>
                    </a:cubicBezTo>
                    <a:cubicBezTo>
                      <a:pt x="18" y="17"/>
                      <a:pt x="18" y="19"/>
                      <a:pt x="16" y="21"/>
                    </a:cubicBezTo>
                    <a:cubicBezTo>
                      <a:pt x="15" y="23"/>
                      <a:pt x="12" y="24"/>
                      <a:pt x="10" y="23"/>
                    </a:cubicBezTo>
                    <a:cubicBezTo>
                      <a:pt x="9" y="22"/>
                      <a:pt x="8" y="20"/>
                      <a:pt x="8" y="19"/>
                    </a:cubicBezTo>
                    <a:cubicBezTo>
                      <a:pt x="7" y="17"/>
                      <a:pt x="5" y="15"/>
                      <a:pt x="5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5" name="Freeform 2366">
                <a:extLst>
                  <a:ext uri="{FF2B5EF4-FFF2-40B4-BE49-F238E27FC236}">
                    <a16:creationId xmlns:a16="http://schemas.microsoft.com/office/drawing/2014/main" id="{5F732FC5-A3AF-1A48-9F4B-DBC429705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077"/>
                <a:ext cx="22" cy="16"/>
              </a:xfrm>
              <a:custGeom>
                <a:avLst/>
                <a:gdLst>
                  <a:gd name="T0" fmla="*/ 19 w 54"/>
                  <a:gd name="T1" fmla="*/ 30 h 39"/>
                  <a:gd name="T2" fmla="*/ 14 w 54"/>
                  <a:gd name="T3" fmla="*/ 36 h 39"/>
                  <a:gd name="T4" fmla="*/ 7 w 54"/>
                  <a:gd name="T5" fmla="*/ 33 h 39"/>
                  <a:gd name="T6" fmla="*/ 3 w 54"/>
                  <a:gd name="T7" fmla="*/ 26 h 39"/>
                  <a:gd name="T8" fmla="*/ 0 w 54"/>
                  <a:gd name="T9" fmla="*/ 17 h 39"/>
                  <a:gd name="T10" fmla="*/ 2 w 54"/>
                  <a:gd name="T11" fmla="*/ 10 h 39"/>
                  <a:gd name="T12" fmla="*/ 21 w 54"/>
                  <a:gd name="T13" fmla="*/ 3 h 39"/>
                  <a:gd name="T14" fmla="*/ 27 w 54"/>
                  <a:gd name="T15" fmla="*/ 1 h 39"/>
                  <a:gd name="T16" fmla="*/ 36 w 54"/>
                  <a:gd name="T17" fmla="*/ 1 h 39"/>
                  <a:gd name="T18" fmla="*/ 45 w 54"/>
                  <a:gd name="T19" fmla="*/ 3 h 39"/>
                  <a:gd name="T20" fmla="*/ 52 w 54"/>
                  <a:gd name="T21" fmla="*/ 6 h 39"/>
                  <a:gd name="T22" fmla="*/ 51 w 54"/>
                  <a:gd name="T23" fmla="*/ 11 h 39"/>
                  <a:gd name="T24" fmla="*/ 41 w 54"/>
                  <a:gd name="T25" fmla="*/ 12 h 39"/>
                  <a:gd name="T26" fmla="*/ 34 w 54"/>
                  <a:gd name="T27" fmla="*/ 12 h 39"/>
                  <a:gd name="T28" fmla="*/ 31 w 54"/>
                  <a:gd name="T29" fmla="*/ 15 h 39"/>
                  <a:gd name="T30" fmla="*/ 35 w 54"/>
                  <a:gd name="T31" fmla="*/ 21 h 39"/>
                  <a:gd name="T32" fmla="*/ 36 w 54"/>
                  <a:gd name="T33" fmla="*/ 27 h 39"/>
                  <a:gd name="T34" fmla="*/ 31 w 54"/>
                  <a:gd name="T35" fmla="*/ 33 h 39"/>
                  <a:gd name="T36" fmla="*/ 28 w 54"/>
                  <a:gd name="T37" fmla="*/ 38 h 39"/>
                  <a:gd name="T38" fmla="*/ 26 w 54"/>
                  <a:gd name="T39" fmla="*/ 38 h 39"/>
                  <a:gd name="T40" fmla="*/ 25 w 54"/>
                  <a:gd name="T41" fmla="*/ 35 h 39"/>
                  <a:gd name="T42" fmla="*/ 25 w 54"/>
                  <a:gd name="T43" fmla="*/ 35 h 39"/>
                  <a:gd name="T44" fmla="*/ 25 w 54"/>
                  <a:gd name="T45" fmla="*/ 33 h 39"/>
                  <a:gd name="T46" fmla="*/ 25 w 54"/>
                  <a:gd name="T47" fmla="*/ 30 h 39"/>
                  <a:gd name="T48" fmla="*/ 26 w 54"/>
                  <a:gd name="T49" fmla="*/ 27 h 39"/>
                  <a:gd name="T50" fmla="*/ 25 w 54"/>
                  <a:gd name="T51" fmla="*/ 25 h 39"/>
                  <a:gd name="T52" fmla="*/ 23 w 54"/>
                  <a:gd name="T53" fmla="*/ 26 h 39"/>
                  <a:gd name="T54" fmla="*/ 19 w 54"/>
                  <a:gd name="T55" fmla="*/ 3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4" h="39">
                    <a:moveTo>
                      <a:pt x="19" y="30"/>
                    </a:moveTo>
                    <a:cubicBezTo>
                      <a:pt x="18" y="32"/>
                      <a:pt x="17" y="35"/>
                      <a:pt x="14" y="36"/>
                    </a:cubicBezTo>
                    <a:cubicBezTo>
                      <a:pt x="12" y="37"/>
                      <a:pt x="9" y="35"/>
                      <a:pt x="7" y="33"/>
                    </a:cubicBezTo>
                    <a:cubicBezTo>
                      <a:pt x="5" y="32"/>
                      <a:pt x="4" y="29"/>
                      <a:pt x="3" y="26"/>
                    </a:cubicBezTo>
                    <a:cubicBezTo>
                      <a:pt x="2" y="23"/>
                      <a:pt x="1" y="20"/>
                      <a:pt x="0" y="17"/>
                    </a:cubicBezTo>
                    <a:cubicBezTo>
                      <a:pt x="0" y="15"/>
                      <a:pt x="0" y="12"/>
                      <a:pt x="2" y="10"/>
                    </a:cubicBezTo>
                    <a:cubicBezTo>
                      <a:pt x="6" y="5"/>
                      <a:pt x="14" y="5"/>
                      <a:pt x="21" y="3"/>
                    </a:cubicBezTo>
                    <a:cubicBezTo>
                      <a:pt x="23" y="3"/>
                      <a:pt x="25" y="1"/>
                      <a:pt x="27" y="1"/>
                    </a:cubicBezTo>
                    <a:cubicBezTo>
                      <a:pt x="30" y="0"/>
                      <a:pt x="33" y="0"/>
                      <a:pt x="36" y="1"/>
                    </a:cubicBezTo>
                    <a:cubicBezTo>
                      <a:pt x="39" y="1"/>
                      <a:pt x="42" y="2"/>
                      <a:pt x="45" y="3"/>
                    </a:cubicBezTo>
                    <a:cubicBezTo>
                      <a:pt x="47" y="4"/>
                      <a:pt x="50" y="4"/>
                      <a:pt x="52" y="6"/>
                    </a:cubicBezTo>
                    <a:cubicBezTo>
                      <a:pt x="54" y="7"/>
                      <a:pt x="53" y="10"/>
                      <a:pt x="51" y="11"/>
                    </a:cubicBezTo>
                    <a:cubicBezTo>
                      <a:pt x="48" y="12"/>
                      <a:pt x="44" y="12"/>
                      <a:pt x="41" y="12"/>
                    </a:cubicBezTo>
                    <a:cubicBezTo>
                      <a:pt x="39" y="12"/>
                      <a:pt x="37" y="11"/>
                      <a:pt x="34" y="12"/>
                    </a:cubicBezTo>
                    <a:cubicBezTo>
                      <a:pt x="33" y="13"/>
                      <a:pt x="31" y="14"/>
                      <a:pt x="31" y="15"/>
                    </a:cubicBezTo>
                    <a:cubicBezTo>
                      <a:pt x="31" y="17"/>
                      <a:pt x="34" y="20"/>
                      <a:pt x="35" y="21"/>
                    </a:cubicBezTo>
                    <a:cubicBezTo>
                      <a:pt x="36" y="23"/>
                      <a:pt x="38" y="25"/>
                      <a:pt x="36" y="27"/>
                    </a:cubicBezTo>
                    <a:cubicBezTo>
                      <a:pt x="35" y="29"/>
                      <a:pt x="33" y="31"/>
                      <a:pt x="31" y="33"/>
                    </a:cubicBezTo>
                    <a:cubicBezTo>
                      <a:pt x="30" y="35"/>
                      <a:pt x="30" y="37"/>
                      <a:pt x="28" y="38"/>
                    </a:cubicBezTo>
                    <a:cubicBezTo>
                      <a:pt x="27" y="39"/>
                      <a:pt x="27" y="39"/>
                      <a:pt x="26" y="38"/>
                    </a:cubicBezTo>
                    <a:cubicBezTo>
                      <a:pt x="26" y="38"/>
                      <a:pt x="24" y="36"/>
                      <a:pt x="25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3"/>
                    </a:cubicBezTo>
                    <a:cubicBezTo>
                      <a:pt x="25" y="32"/>
                      <a:pt x="25" y="31"/>
                      <a:pt x="25" y="30"/>
                    </a:cubicBezTo>
                    <a:cubicBezTo>
                      <a:pt x="25" y="29"/>
                      <a:pt x="25" y="28"/>
                      <a:pt x="26" y="27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4" y="25"/>
                      <a:pt x="23" y="26"/>
                      <a:pt x="23" y="26"/>
                    </a:cubicBezTo>
                    <a:cubicBezTo>
                      <a:pt x="21" y="27"/>
                      <a:pt x="20" y="28"/>
                      <a:pt x="19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6" name="Freeform 2367">
                <a:extLst>
                  <a:ext uri="{FF2B5EF4-FFF2-40B4-BE49-F238E27FC236}">
                    <a16:creationId xmlns:a16="http://schemas.microsoft.com/office/drawing/2014/main" id="{3DD265F0-97E2-764D-A8F6-9ACC16DD9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407"/>
                <a:ext cx="1" cy="3"/>
              </a:xfrm>
              <a:custGeom>
                <a:avLst/>
                <a:gdLst>
                  <a:gd name="T0" fmla="*/ 0 w 3"/>
                  <a:gd name="T1" fmla="*/ 7 h 7"/>
                  <a:gd name="T2" fmla="*/ 0 w 3"/>
                  <a:gd name="T3" fmla="*/ 4 h 7"/>
                  <a:gd name="T4" fmla="*/ 1 w 3"/>
                  <a:gd name="T5" fmla="*/ 1 h 7"/>
                  <a:gd name="T6" fmla="*/ 2 w 3"/>
                  <a:gd name="T7" fmla="*/ 1 h 7"/>
                  <a:gd name="T8" fmla="*/ 3 w 3"/>
                  <a:gd name="T9" fmla="*/ 1 h 7"/>
                  <a:gd name="T10" fmla="*/ 3 w 3"/>
                  <a:gd name="T11" fmla="*/ 6 h 7"/>
                  <a:gd name="T12" fmla="*/ 0 w 3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3"/>
                      <a:pt x="3" y="4"/>
                      <a:pt x="3" y="6"/>
                    </a:cubicBezTo>
                    <a:cubicBezTo>
                      <a:pt x="3" y="6"/>
                      <a:pt x="1" y="7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7" name="Freeform 2368">
                <a:extLst>
                  <a:ext uri="{FF2B5EF4-FFF2-40B4-BE49-F238E27FC236}">
                    <a16:creationId xmlns:a16="http://schemas.microsoft.com/office/drawing/2014/main" id="{551C4769-674B-8A45-AAEE-24D92F302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380"/>
                <a:ext cx="3" cy="3"/>
              </a:xfrm>
              <a:custGeom>
                <a:avLst/>
                <a:gdLst>
                  <a:gd name="T0" fmla="*/ 0 w 6"/>
                  <a:gd name="T1" fmla="*/ 2 h 7"/>
                  <a:gd name="T2" fmla="*/ 3 w 6"/>
                  <a:gd name="T3" fmla="*/ 0 h 7"/>
                  <a:gd name="T4" fmla="*/ 5 w 6"/>
                  <a:gd name="T5" fmla="*/ 2 h 7"/>
                  <a:gd name="T6" fmla="*/ 5 w 6"/>
                  <a:gd name="T7" fmla="*/ 5 h 7"/>
                  <a:gd name="T8" fmla="*/ 1 w 6"/>
                  <a:gd name="T9" fmla="*/ 6 h 7"/>
                  <a:gd name="T10" fmla="*/ 0 w 6"/>
                  <a:gd name="T1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0" y="2"/>
                    </a:moveTo>
                    <a:cubicBezTo>
                      <a:pt x="1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5" y="2"/>
                    </a:cubicBezTo>
                    <a:cubicBezTo>
                      <a:pt x="5" y="3"/>
                      <a:pt x="5" y="5"/>
                      <a:pt x="5" y="5"/>
                    </a:cubicBezTo>
                    <a:cubicBezTo>
                      <a:pt x="4" y="6"/>
                      <a:pt x="2" y="7"/>
                      <a:pt x="1" y="6"/>
                    </a:cubicBezTo>
                    <a:cubicBezTo>
                      <a:pt x="0" y="6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8" name="Freeform 2369">
                <a:extLst>
                  <a:ext uri="{FF2B5EF4-FFF2-40B4-BE49-F238E27FC236}">
                    <a16:creationId xmlns:a16="http://schemas.microsoft.com/office/drawing/2014/main" id="{DD6A8DE6-F2C5-7E4C-9D71-BB169BC09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363"/>
                <a:ext cx="2" cy="6"/>
              </a:xfrm>
              <a:custGeom>
                <a:avLst/>
                <a:gdLst>
                  <a:gd name="T0" fmla="*/ 0 w 6"/>
                  <a:gd name="T1" fmla="*/ 7 h 13"/>
                  <a:gd name="T2" fmla="*/ 2 w 6"/>
                  <a:gd name="T3" fmla="*/ 1 h 13"/>
                  <a:gd name="T4" fmla="*/ 5 w 6"/>
                  <a:gd name="T5" fmla="*/ 2 h 13"/>
                  <a:gd name="T6" fmla="*/ 6 w 6"/>
                  <a:gd name="T7" fmla="*/ 4 h 13"/>
                  <a:gd name="T8" fmla="*/ 3 w 6"/>
                  <a:gd name="T9" fmla="*/ 12 h 13"/>
                  <a:gd name="T10" fmla="*/ 0 w 6"/>
                  <a:gd name="T1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3">
                    <a:moveTo>
                      <a:pt x="0" y="7"/>
                    </a:moveTo>
                    <a:cubicBezTo>
                      <a:pt x="0" y="5"/>
                      <a:pt x="0" y="3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5" y="6"/>
                      <a:pt x="6" y="12"/>
                      <a:pt x="3" y="12"/>
                    </a:cubicBezTo>
                    <a:cubicBezTo>
                      <a:pt x="0" y="13"/>
                      <a:pt x="0" y="9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9" name="Freeform 2370">
                <a:extLst>
                  <a:ext uri="{FF2B5EF4-FFF2-40B4-BE49-F238E27FC236}">
                    <a16:creationId xmlns:a16="http://schemas.microsoft.com/office/drawing/2014/main" id="{388B389E-3AEC-3A49-9531-BA2B074B8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344"/>
                <a:ext cx="1" cy="4"/>
              </a:xfrm>
              <a:custGeom>
                <a:avLst/>
                <a:gdLst>
                  <a:gd name="T0" fmla="*/ 1 w 4"/>
                  <a:gd name="T1" fmla="*/ 9 h 11"/>
                  <a:gd name="T2" fmla="*/ 0 w 4"/>
                  <a:gd name="T3" fmla="*/ 3 h 11"/>
                  <a:gd name="T4" fmla="*/ 1 w 4"/>
                  <a:gd name="T5" fmla="*/ 0 h 11"/>
                  <a:gd name="T6" fmla="*/ 4 w 4"/>
                  <a:gd name="T7" fmla="*/ 5 h 11"/>
                  <a:gd name="T8" fmla="*/ 4 w 4"/>
                  <a:gd name="T9" fmla="*/ 9 h 11"/>
                  <a:gd name="T10" fmla="*/ 1 w 4"/>
                  <a:gd name="T1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1">
                    <a:moveTo>
                      <a:pt x="1" y="9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4" y="1"/>
                      <a:pt x="4" y="4"/>
                      <a:pt x="4" y="5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3" y="11"/>
                      <a:pt x="1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0" name="Freeform 2371">
                <a:extLst>
                  <a:ext uri="{FF2B5EF4-FFF2-40B4-BE49-F238E27FC236}">
                    <a16:creationId xmlns:a16="http://schemas.microsoft.com/office/drawing/2014/main" id="{CE3F5355-6C5F-1248-83A8-4EF89A1C0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333"/>
                <a:ext cx="4" cy="3"/>
              </a:xfrm>
              <a:custGeom>
                <a:avLst/>
                <a:gdLst>
                  <a:gd name="T0" fmla="*/ 0 w 10"/>
                  <a:gd name="T1" fmla="*/ 6 h 9"/>
                  <a:gd name="T2" fmla="*/ 3 w 10"/>
                  <a:gd name="T3" fmla="*/ 1 h 9"/>
                  <a:gd name="T4" fmla="*/ 9 w 10"/>
                  <a:gd name="T5" fmla="*/ 2 h 9"/>
                  <a:gd name="T6" fmla="*/ 9 w 10"/>
                  <a:gd name="T7" fmla="*/ 6 h 9"/>
                  <a:gd name="T8" fmla="*/ 7 w 10"/>
                  <a:gd name="T9" fmla="*/ 7 h 9"/>
                  <a:gd name="T10" fmla="*/ 3 w 10"/>
                  <a:gd name="T11" fmla="*/ 9 h 9"/>
                  <a:gd name="T12" fmla="*/ 0 w 10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0" y="4"/>
                      <a:pt x="1" y="1"/>
                      <a:pt x="3" y="1"/>
                    </a:cubicBezTo>
                    <a:cubicBezTo>
                      <a:pt x="5" y="0"/>
                      <a:pt x="7" y="0"/>
                      <a:pt x="9" y="2"/>
                    </a:cubicBezTo>
                    <a:cubicBezTo>
                      <a:pt x="9" y="3"/>
                      <a:pt x="10" y="5"/>
                      <a:pt x="9" y="6"/>
                    </a:cubicBezTo>
                    <a:cubicBezTo>
                      <a:pt x="9" y="7"/>
                      <a:pt x="7" y="7"/>
                      <a:pt x="7" y="7"/>
                    </a:cubicBezTo>
                    <a:cubicBezTo>
                      <a:pt x="6" y="8"/>
                      <a:pt x="4" y="9"/>
                      <a:pt x="3" y="9"/>
                    </a:cubicBezTo>
                    <a:cubicBezTo>
                      <a:pt x="2" y="9"/>
                      <a:pt x="0" y="7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1" name="Freeform 2372">
                <a:extLst>
                  <a:ext uri="{FF2B5EF4-FFF2-40B4-BE49-F238E27FC236}">
                    <a16:creationId xmlns:a16="http://schemas.microsoft.com/office/drawing/2014/main" id="{6A69B761-3D79-3F4D-A1FB-37B6585FC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1327"/>
                <a:ext cx="3" cy="5"/>
              </a:xfrm>
              <a:custGeom>
                <a:avLst/>
                <a:gdLst>
                  <a:gd name="T0" fmla="*/ 3 w 9"/>
                  <a:gd name="T1" fmla="*/ 0 h 11"/>
                  <a:gd name="T2" fmla="*/ 5 w 9"/>
                  <a:gd name="T3" fmla="*/ 2 h 11"/>
                  <a:gd name="T4" fmla="*/ 6 w 9"/>
                  <a:gd name="T5" fmla="*/ 5 h 11"/>
                  <a:gd name="T6" fmla="*/ 8 w 9"/>
                  <a:gd name="T7" fmla="*/ 7 h 11"/>
                  <a:gd name="T8" fmla="*/ 8 w 9"/>
                  <a:gd name="T9" fmla="*/ 10 h 11"/>
                  <a:gd name="T10" fmla="*/ 4 w 9"/>
                  <a:gd name="T11" fmla="*/ 9 h 11"/>
                  <a:gd name="T12" fmla="*/ 2 w 9"/>
                  <a:gd name="T13" fmla="*/ 6 h 11"/>
                  <a:gd name="T14" fmla="*/ 0 w 9"/>
                  <a:gd name="T15" fmla="*/ 2 h 11"/>
                  <a:gd name="T16" fmla="*/ 3 w 9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3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5"/>
                      <a:pt x="7" y="6"/>
                      <a:pt x="8" y="7"/>
                    </a:cubicBezTo>
                    <a:cubicBezTo>
                      <a:pt x="8" y="7"/>
                      <a:pt x="9" y="9"/>
                      <a:pt x="8" y="10"/>
                    </a:cubicBezTo>
                    <a:cubicBezTo>
                      <a:pt x="7" y="11"/>
                      <a:pt x="5" y="9"/>
                      <a:pt x="4" y="9"/>
                    </a:cubicBezTo>
                    <a:cubicBezTo>
                      <a:pt x="3" y="8"/>
                      <a:pt x="3" y="7"/>
                      <a:pt x="2" y="6"/>
                    </a:cubicBezTo>
                    <a:cubicBezTo>
                      <a:pt x="2" y="5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2" name="Freeform 2373">
                <a:extLst>
                  <a:ext uri="{FF2B5EF4-FFF2-40B4-BE49-F238E27FC236}">
                    <a16:creationId xmlns:a16="http://schemas.microsoft.com/office/drawing/2014/main" id="{C1560FCE-537A-7848-8825-183D3E518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319"/>
                <a:ext cx="5" cy="5"/>
              </a:xfrm>
              <a:custGeom>
                <a:avLst/>
                <a:gdLst>
                  <a:gd name="T0" fmla="*/ 3 w 14"/>
                  <a:gd name="T1" fmla="*/ 9 h 14"/>
                  <a:gd name="T2" fmla="*/ 4 w 14"/>
                  <a:gd name="T3" fmla="*/ 7 h 14"/>
                  <a:gd name="T4" fmla="*/ 3 w 14"/>
                  <a:gd name="T5" fmla="*/ 4 h 14"/>
                  <a:gd name="T6" fmla="*/ 8 w 14"/>
                  <a:gd name="T7" fmla="*/ 1 h 14"/>
                  <a:gd name="T8" fmla="*/ 12 w 14"/>
                  <a:gd name="T9" fmla="*/ 6 h 14"/>
                  <a:gd name="T10" fmla="*/ 14 w 14"/>
                  <a:gd name="T11" fmla="*/ 9 h 14"/>
                  <a:gd name="T12" fmla="*/ 7 w 14"/>
                  <a:gd name="T13" fmla="*/ 13 h 14"/>
                  <a:gd name="T14" fmla="*/ 3 w 14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4">
                    <a:moveTo>
                      <a:pt x="3" y="9"/>
                    </a:moveTo>
                    <a:cubicBezTo>
                      <a:pt x="4" y="8"/>
                      <a:pt x="5" y="8"/>
                      <a:pt x="4" y="7"/>
                    </a:cubicBezTo>
                    <a:cubicBezTo>
                      <a:pt x="4" y="6"/>
                      <a:pt x="3" y="5"/>
                      <a:pt x="3" y="4"/>
                    </a:cubicBezTo>
                    <a:cubicBezTo>
                      <a:pt x="3" y="2"/>
                      <a:pt x="6" y="0"/>
                      <a:pt x="8" y="1"/>
                    </a:cubicBezTo>
                    <a:cubicBezTo>
                      <a:pt x="11" y="1"/>
                      <a:pt x="10" y="5"/>
                      <a:pt x="12" y="6"/>
                    </a:cubicBezTo>
                    <a:cubicBezTo>
                      <a:pt x="13" y="7"/>
                      <a:pt x="14" y="7"/>
                      <a:pt x="14" y="9"/>
                    </a:cubicBezTo>
                    <a:cubicBezTo>
                      <a:pt x="14" y="12"/>
                      <a:pt x="10" y="13"/>
                      <a:pt x="7" y="13"/>
                    </a:cubicBezTo>
                    <a:cubicBezTo>
                      <a:pt x="5" y="14"/>
                      <a:pt x="0" y="12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3" name="Freeform 2374">
                <a:extLst>
                  <a:ext uri="{FF2B5EF4-FFF2-40B4-BE49-F238E27FC236}">
                    <a16:creationId xmlns:a16="http://schemas.microsoft.com/office/drawing/2014/main" id="{5E42DF55-C2B5-2445-8A42-4AD18E910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1285"/>
                <a:ext cx="20" cy="16"/>
              </a:xfrm>
              <a:custGeom>
                <a:avLst/>
                <a:gdLst>
                  <a:gd name="T0" fmla="*/ 30 w 48"/>
                  <a:gd name="T1" fmla="*/ 28 h 39"/>
                  <a:gd name="T2" fmla="*/ 33 w 48"/>
                  <a:gd name="T3" fmla="*/ 27 h 39"/>
                  <a:gd name="T4" fmla="*/ 36 w 48"/>
                  <a:gd name="T5" fmla="*/ 26 h 39"/>
                  <a:gd name="T6" fmla="*/ 40 w 48"/>
                  <a:gd name="T7" fmla="*/ 25 h 39"/>
                  <a:gd name="T8" fmla="*/ 44 w 48"/>
                  <a:gd name="T9" fmla="*/ 25 h 39"/>
                  <a:gd name="T10" fmla="*/ 46 w 48"/>
                  <a:gd name="T11" fmla="*/ 22 h 39"/>
                  <a:gd name="T12" fmla="*/ 47 w 48"/>
                  <a:gd name="T13" fmla="*/ 21 h 39"/>
                  <a:gd name="T14" fmla="*/ 48 w 48"/>
                  <a:gd name="T15" fmla="*/ 19 h 39"/>
                  <a:gd name="T16" fmla="*/ 46 w 48"/>
                  <a:gd name="T17" fmla="*/ 14 h 39"/>
                  <a:gd name="T18" fmla="*/ 45 w 48"/>
                  <a:gd name="T19" fmla="*/ 9 h 39"/>
                  <a:gd name="T20" fmla="*/ 37 w 48"/>
                  <a:gd name="T21" fmla="*/ 7 h 39"/>
                  <a:gd name="T22" fmla="*/ 35 w 48"/>
                  <a:gd name="T23" fmla="*/ 10 h 39"/>
                  <a:gd name="T24" fmla="*/ 32 w 48"/>
                  <a:gd name="T25" fmla="*/ 12 h 39"/>
                  <a:gd name="T26" fmla="*/ 30 w 48"/>
                  <a:gd name="T27" fmla="*/ 15 h 39"/>
                  <a:gd name="T28" fmla="*/ 30 w 48"/>
                  <a:gd name="T29" fmla="*/ 20 h 39"/>
                  <a:gd name="T30" fmla="*/ 28 w 48"/>
                  <a:gd name="T31" fmla="*/ 22 h 39"/>
                  <a:gd name="T32" fmla="*/ 25 w 48"/>
                  <a:gd name="T33" fmla="*/ 20 h 39"/>
                  <a:gd name="T34" fmla="*/ 21 w 48"/>
                  <a:gd name="T35" fmla="*/ 20 h 39"/>
                  <a:gd name="T36" fmla="*/ 16 w 48"/>
                  <a:gd name="T37" fmla="*/ 18 h 39"/>
                  <a:gd name="T38" fmla="*/ 17 w 48"/>
                  <a:gd name="T39" fmla="*/ 14 h 39"/>
                  <a:gd name="T40" fmla="*/ 21 w 48"/>
                  <a:gd name="T41" fmla="*/ 11 h 39"/>
                  <a:gd name="T42" fmla="*/ 22 w 48"/>
                  <a:gd name="T43" fmla="*/ 9 h 39"/>
                  <a:gd name="T44" fmla="*/ 23 w 48"/>
                  <a:gd name="T45" fmla="*/ 8 h 39"/>
                  <a:gd name="T46" fmla="*/ 22 w 48"/>
                  <a:gd name="T47" fmla="*/ 6 h 39"/>
                  <a:gd name="T48" fmla="*/ 18 w 48"/>
                  <a:gd name="T49" fmla="*/ 6 h 39"/>
                  <a:gd name="T50" fmla="*/ 16 w 48"/>
                  <a:gd name="T51" fmla="*/ 7 h 39"/>
                  <a:gd name="T52" fmla="*/ 14 w 48"/>
                  <a:gd name="T53" fmla="*/ 5 h 39"/>
                  <a:gd name="T54" fmla="*/ 15 w 48"/>
                  <a:gd name="T55" fmla="*/ 3 h 39"/>
                  <a:gd name="T56" fmla="*/ 16 w 48"/>
                  <a:gd name="T57" fmla="*/ 0 h 39"/>
                  <a:gd name="T58" fmla="*/ 12 w 48"/>
                  <a:gd name="T59" fmla="*/ 1 h 39"/>
                  <a:gd name="T60" fmla="*/ 11 w 48"/>
                  <a:gd name="T61" fmla="*/ 4 h 39"/>
                  <a:gd name="T62" fmla="*/ 4 w 48"/>
                  <a:gd name="T63" fmla="*/ 4 h 39"/>
                  <a:gd name="T64" fmla="*/ 1 w 48"/>
                  <a:gd name="T65" fmla="*/ 5 h 39"/>
                  <a:gd name="T66" fmla="*/ 3 w 48"/>
                  <a:gd name="T67" fmla="*/ 9 h 39"/>
                  <a:gd name="T68" fmla="*/ 7 w 48"/>
                  <a:gd name="T69" fmla="*/ 14 h 39"/>
                  <a:gd name="T70" fmla="*/ 7 w 48"/>
                  <a:gd name="T71" fmla="*/ 19 h 39"/>
                  <a:gd name="T72" fmla="*/ 11 w 48"/>
                  <a:gd name="T73" fmla="*/ 25 h 39"/>
                  <a:gd name="T74" fmla="*/ 11 w 48"/>
                  <a:gd name="T75" fmla="*/ 29 h 39"/>
                  <a:gd name="T76" fmla="*/ 14 w 48"/>
                  <a:gd name="T77" fmla="*/ 29 h 39"/>
                  <a:gd name="T78" fmla="*/ 17 w 48"/>
                  <a:gd name="T79" fmla="*/ 27 h 39"/>
                  <a:gd name="T80" fmla="*/ 20 w 48"/>
                  <a:gd name="T81" fmla="*/ 29 h 39"/>
                  <a:gd name="T82" fmla="*/ 23 w 48"/>
                  <a:gd name="T83" fmla="*/ 32 h 39"/>
                  <a:gd name="T84" fmla="*/ 24 w 48"/>
                  <a:gd name="T85" fmla="*/ 35 h 39"/>
                  <a:gd name="T86" fmla="*/ 28 w 48"/>
                  <a:gd name="T87" fmla="*/ 38 h 39"/>
                  <a:gd name="T88" fmla="*/ 31 w 48"/>
                  <a:gd name="T89" fmla="*/ 35 h 39"/>
                  <a:gd name="T90" fmla="*/ 34 w 48"/>
                  <a:gd name="T91" fmla="*/ 35 h 39"/>
                  <a:gd name="T92" fmla="*/ 34 w 48"/>
                  <a:gd name="T93" fmla="*/ 33 h 39"/>
                  <a:gd name="T94" fmla="*/ 32 w 48"/>
                  <a:gd name="T95" fmla="*/ 32 h 39"/>
                  <a:gd name="T96" fmla="*/ 30 w 48"/>
                  <a:gd name="T97" fmla="*/ 30 h 39"/>
                  <a:gd name="T98" fmla="*/ 30 w 48"/>
                  <a:gd name="T99" fmla="*/ 2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8" h="39">
                    <a:moveTo>
                      <a:pt x="30" y="28"/>
                    </a:moveTo>
                    <a:cubicBezTo>
                      <a:pt x="31" y="27"/>
                      <a:pt x="32" y="27"/>
                      <a:pt x="33" y="27"/>
                    </a:cubicBezTo>
                    <a:cubicBezTo>
                      <a:pt x="34" y="27"/>
                      <a:pt x="35" y="27"/>
                      <a:pt x="36" y="26"/>
                    </a:cubicBezTo>
                    <a:cubicBezTo>
                      <a:pt x="38" y="26"/>
                      <a:pt x="38" y="25"/>
                      <a:pt x="40" y="25"/>
                    </a:cubicBezTo>
                    <a:cubicBezTo>
                      <a:pt x="41" y="26"/>
                      <a:pt x="42" y="26"/>
                      <a:pt x="44" y="25"/>
                    </a:cubicBezTo>
                    <a:cubicBezTo>
                      <a:pt x="45" y="24"/>
                      <a:pt x="45" y="22"/>
                      <a:pt x="46" y="22"/>
                    </a:cubicBezTo>
                    <a:cubicBezTo>
                      <a:pt x="46" y="22"/>
                      <a:pt x="47" y="22"/>
                      <a:pt x="47" y="21"/>
                    </a:cubicBezTo>
                    <a:cubicBezTo>
                      <a:pt x="48" y="21"/>
                      <a:pt x="48" y="20"/>
                      <a:pt x="48" y="19"/>
                    </a:cubicBezTo>
                    <a:cubicBezTo>
                      <a:pt x="48" y="17"/>
                      <a:pt x="47" y="16"/>
                      <a:pt x="46" y="14"/>
                    </a:cubicBezTo>
                    <a:cubicBezTo>
                      <a:pt x="46" y="12"/>
                      <a:pt x="46" y="11"/>
                      <a:pt x="45" y="9"/>
                    </a:cubicBezTo>
                    <a:cubicBezTo>
                      <a:pt x="44" y="7"/>
                      <a:pt x="40" y="5"/>
                      <a:pt x="37" y="7"/>
                    </a:cubicBezTo>
                    <a:cubicBezTo>
                      <a:pt x="36" y="8"/>
                      <a:pt x="36" y="8"/>
                      <a:pt x="35" y="10"/>
                    </a:cubicBezTo>
                    <a:cubicBezTo>
                      <a:pt x="34" y="11"/>
                      <a:pt x="33" y="11"/>
                      <a:pt x="32" y="12"/>
                    </a:cubicBezTo>
                    <a:cubicBezTo>
                      <a:pt x="31" y="13"/>
                      <a:pt x="30" y="14"/>
                      <a:pt x="30" y="15"/>
                    </a:cubicBezTo>
                    <a:cubicBezTo>
                      <a:pt x="29" y="16"/>
                      <a:pt x="30" y="18"/>
                      <a:pt x="30" y="20"/>
                    </a:cubicBezTo>
                    <a:cubicBezTo>
                      <a:pt x="30" y="21"/>
                      <a:pt x="29" y="22"/>
                      <a:pt x="28" y="22"/>
                    </a:cubicBezTo>
                    <a:cubicBezTo>
                      <a:pt x="26" y="22"/>
                      <a:pt x="26" y="20"/>
                      <a:pt x="25" y="20"/>
                    </a:cubicBezTo>
                    <a:cubicBezTo>
                      <a:pt x="24" y="18"/>
                      <a:pt x="22" y="20"/>
                      <a:pt x="21" y="20"/>
                    </a:cubicBezTo>
                    <a:cubicBezTo>
                      <a:pt x="19" y="20"/>
                      <a:pt x="17" y="19"/>
                      <a:pt x="16" y="18"/>
                    </a:cubicBezTo>
                    <a:cubicBezTo>
                      <a:pt x="15" y="17"/>
                      <a:pt x="16" y="15"/>
                      <a:pt x="17" y="14"/>
                    </a:cubicBezTo>
                    <a:cubicBezTo>
                      <a:pt x="18" y="12"/>
                      <a:pt x="20" y="12"/>
                      <a:pt x="21" y="11"/>
                    </a:cubicBezTo>
                    <a:cubicBezTo>
                      <a:pt x="21" y="10"/>
                      <a:pt x="21" y="10"/>
                      <a:pt x="22" y="9"/>
                    </a:cubicBezTo>
                    <a:cubicBezTo>
                      <a:pt x="22" y="8"/>
                      <a:pt x="23" y="8"/>
                      <a:pt x="23" y="8"/>
                    </a:cubicBezTo>
                    <a:cubicBezTo>
                      <a:pt x="24" y="7"/>
                      <a:pt x="23" y="6"/>
                      <a:pt x="22" y="6"/>
                    </a:cubicBezTo>
                    <a:cubicBezTo>
                      <a:pt x="21" y="6"/>
                      <a:pt x="19" y="6"/>
                      <a:pt x="18" y="6"/>
                    </a:cubicBezTo>
                    <a:cubicBezTo>
                      <a:pt x="17" y="6"/>
                      <a:pt x="17" y="7"/>
                      <a:pt x="16" y="7"/>
                    </a:cubicBezTo>
                    <a:cubicBezTo>
                      <a:pt x="15" y="7"/>
                      <a:pt x="15" y="6"/>
                      <a:pt x="14" y="5"/>
                    </a:cubicBezTo>
                    <a:cubicBezTo>
                      <a:pt x="14" y="4"/>
                      <a:pt x="14" y="3"/>
                      <a:pt x="15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15" y="0"/>
                      <a:pt x="13" y="0"/>
                      <a:pt x="12" y="1"/>
                    </a:cubicBezTo>
                    <a:cubicBezTo>
                      <a:pt x="11" y="2"/>
                      <a:pt x="12" y="3"/>
                      <a:pt x="11" y="4"/>
                    </a:cubicBezTo>
                    <a:cubicBezTo>
                      <a:pt x="10" y="6"/>
                      <a:pt x="6" y="4"/>
                      <a:pt x="4" y="4"/>
                    </a:cubicBezTo>
                    <a:cubicBezTo>
                      <a:pt x="3" y="4"/>
                      <a:pt x="2" y="4"/>
                      <a:pt x="1" y="5"/>
                    </a:cubicBezTo>
                    <a:cubicBezTo>
                      <a:pt x="0" y="7"/>
                      <a:pt x="2" y="8"/>
                      <a:pt x="3" y="9"/>
                    </a:cubicBezTo>
                    <a:cubicBezTo>
                      <a:pt x="4" y="10"/>
                      <a:pt x="6" y="12"/>
                      <a:pt x="7" y="14"/>
                    </a:cubicBezTo>
                    <a:cubicBezTo>
                      <a:pt x="7" y="15"/>
                      <a:pt x="7" y="17"/>
                      <a:pt x="7" y="19"/>
                    </a:cubicBezTo>
                    <a:cubicBezTo>
                      <a:pt x="7" y="22"/>
                      <a:pt x="12" y="22"/>
                      <a:pt x="11" y="25"/>
                    </a:cubicBezTo>
                    <a:cubicBezTo>
                      <a:pt x="11" y="27"/>
                      <a:pt x="10" y="28"/>
                      <a:pt x="11" y="29"/>
                    </a:cubicBezTo>
                    <a:cubicBezTo>
                      <a:pt x="12" y="31"/>
                      <a:pt x="13" y="30"/>
                      <a:pt x="14" y="29"/>
                    </a:cubicBezTo>
                    <a:cubicBezTo>
                      <a:pt x="15" y="27"/>
                      <a:pt x="15" y="26"/>
                      <a:pt x="17" y="27"/>
                    </a:cubicBezTo>
                    <a:cubicBezTo>
                      <a:pt x="19" y="27"/>
                      <a:pt x="19" y="28"/>
                      <a:pt x="20" y="29"/>
                    </a:cubicBezTo>
                    <a:cubicBezTo>
                      <a:pt x="21" y="31"/>
                      <a:pt x="21" y="31"/>
                      <a:pt x="23" y="32"/>
                    </a:cubicBezTo>
                    <a:cubicBezTo>
                      <a:pt x="24" y="33"/>
                      <a:pt x="23" y="34"/>
                      <a:pt x="24" y="35"/>
                    </a:cubicBezTo>
                    <a:cubicBezTo>
                      <a:pt x="24" y="37"/>
                      <a:pt x="27" y="38"/>
                      <a:pt x="28" y="38"/>
                    </a:cubicBezTo>
                    <a:cubicBezTo>
                      <a:pt x="30" y="39"/>
                      <a:pt x="30" y="36"/>
                      <a:pt x="31" y="35"/>
                    </a:cubicBezTo>
                    <a:cubicBezTo>
                      <a:pt x="32" y="34"/>
                      <a:pt x="33" y="35"/>
                      <a:pt x="34" y="35"/>
                    </a:cubicBezTo>
                    <a:cubicBezTo>
                      <a:pt x="35" y="34"/>
                      <a:pt x="35" y="33"/>
                      <a:pt x="34" y="33"/>
                    </a:cubicBezTo>
                    <a:cubicBezTo>
                      <a:pt x="34" y="32"/>
                      <a:pt x="33" y="32"/>
                      <a:pt x="32" y="32"/>
                    </a:cubicBezTo>
                    <a:cubicBezTo>
                      <a:pt x="31" y="32"/>
                      <a:pt x="30" y="31"/>
                      <a:pt x="30" y="30"/>
                    </a:cubicBezTo>
                    <a:cubicBezTo>
                      <a:pt x="30" y="29"/>
                      <a:pt x="30" y="29"/>
                      <a:pt x="30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4" name="Freeform 2375">
                <a:extLst>
                  <a:ext uri="{FF2B5EF4-FFF2-40B4-BE49-F238E27FC236}">
                    <a16:creationId xmlns:a16="http://schemas.microsoft.com/office/drawing/2014/main" id="{6ADA9C46-7D0B-BF4B-ACEC-4FD0C88CA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284"/>
                <a:ext cx="2" cy="2"/>
              </a:xfrm>
              <a:custGeom>
                <a:avLst/>
                <a:gdLst>
                  <a:gd name="T0" fmla="*/ 0 w 4"/>
                  <a:gd name="T1" fmla="*/ 3 h 6"/>
                  <a:gd name="T2" fmla="*/ 3 w 4"/>
                  <a:gd name="T3" fmla="*/ 1 h 6"/>
                  <a:gd name="T4" fmla="*/ 3 w 4"/>
                  <a:gd name="T5" fmla="*/ 3 h 6"/>
                  <a:gd name="T6" fmla="*/ 4 w 4"/>
                  <a:gd name="T7" fmla="*/ 6 h 6"/>
                  <a:gd name="T8" fmla="*/ 0 w 4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5" name="Freeform 2376">
                <a:extLst>
                  <a:ext uri="{FF2B5EF4-FFF2-40B4-BE49-F238E27FC236}">
                    <a16:creationId xmlns:a16="http://schemas.microsoft.com/office/drawing/2014/main" id="{4C5577D1-6260-0C44-9668-9DC25447C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280"/>
                <a:ext cx="3" cy="3"/>
              </a:xfrm>
              <a:custGeom>
                <a:avLst/>
                <a:gdLst>
                  <a:gd name="T0" fmla="*/ 6 w 7"/>
                  <a:gd name="T1" fmla="*/ 1 h 5"/>
                  <a:gd name="T2" fmla="*/ 2 w 7"/>
                  <a:gd name="T3" fmla="*/ 5 h 5"/>
                  <a:gd name="T4" fmla="*/ 2 w 7"/>
                  <a:gd name="T5" fmla="*/ 0 h 5"/>
                  <a:gd name="T6" fmla="*/ 6 w 7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6" y="1"/>
                    </a:moveTo>
                    <a:cubicBezTo>
                      <a:pt x="7" y="3"/>
                      <a:pt x="5" y="5"/>
                      <a:pt x="2" y="5"/>
                    </a:cubicBezTo>
                    <a:cubicBezTo>
                      <a:pt x="0" y="5"/>
                      <a:pt x="1" y="1"/>
                      <a:pt x="2" y="0"/>
                    </a:cubicBezTo>
                    <a:cubicBezTo>
                      <a:pt x="3" y="0"/>
                      <a:pt x="6" y="0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6" name="Freeform 2377">
                <a:extLst>
                  <a:ext uri="{FF2B5EF4-FFF2-40B4-BE49-F238E27FC236}">
                    <a16:creationId xmlns:a16="http://schemas.microsoft.com/office/drawing/2014/main" id="{D33A5F0F-D00F-7148-A635-F0B5F1123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275"/>
                <a:ext cx="3" cy="3"/>
              </a:xfrm>
              <a:custGeom>
                <a:avLst/>
                <a:gdLst>
                  <a:gd name="T0" fmla="*/ 6 w 8"/>
                  <a:gd name="T1" fmla="*/ 3 h 9"/>
                  <a:gd name="T2" fmla="*/ 1 w 8"/>
                  <a:gd name="T3" fmla="*/ 6 h 9"/>
                  <a:gd name="T4" fmla="*/ 6 w 8"/>
                  <a:gd name="T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3"/>
                    </a:moveTo>
                    <a:cubicBezTo>
                      <a:pt x="8" y="7"/>
                      <a:pt x="2" y="9"/>
                      <a:pt x="1" y="6"/>
                    </a:cubicBezTo>
                    <a:cubicBezTo>
                      <a:pt x="0" y="2"/>
                      <a:pt x="4" y="0"/>
                      <a:pt x="6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7" name="Freeform 2378">
                <a:extLst>
                  <a:ext uri="{FF2B5EF4-FFF2-40B4-BE49-F238E27FC236}">
                    <a16:creationId xmlns:a16="http://schemas.microsoft.com/office/drawing/2014/main" id="{C4D44635-7FE5-2C4C-A188-4E5D0A6A7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277"/>
                <a:ext cx="7" cy="9"/>
              </a:xfrm>
              <a:custGeom>
                <a:avLst/>
                <a:gdLst>
                  <a:gd name="T0" fmla="*/ 8 w 18"/>
                  <a:gd name="T1" fmla="*/ 14 h 22"/>
                  <a:gd name="T2" fmla="*/ 8 w 18"/>
                  <a:gd name="T3" fmla="*/ 14 h 22"/>
                  <a:gd name="T4" fmla="*/ 7 w 18"/>
                  <a:gd name="T5" fmla="*/ 14 h 22"/>
                  <a:gd name="T6" fmla="*/ 6 w 18"/>
                  <a:gd name="T7" fmla="*/ 14 h 22"/>
                  <a:gd name="T8" fmla="*/ 6 w 18"/>
                  <a:gd name="T9" fmla="*/ 14 h 22"/>
                  <a:gd name="T10" fmla="*/ 5 w 18"/>
                  <a:gd name="T11" fmla="*/ 14 h 22"/>
                  <a:gd name="T12" fmla="*/ 3 w 18"/>
                  <a:gd name="T13" fmla="*/ 15 h 22"/>
                  <a:gd name="T14" fmla="*/ 2 w 18"/>
                  <a:gd name="T15" fmla="*/ 16 h 22"/>
                  <a:gd name="T16" fmla="*/ 0 w 18"/>
                  <a:gd name="T17" fmla="*/ 13 h 22"/>
                  <a:gd name="T18" fmla="*/ 1 w 18"/>
                  <a:gd name="T19" fmla="*/ 10 h 22"/>
                  <a:gd name="T20" fmla="*/ 1 w 18"/>
                  <a:gd name="T21" fmla="*/ 7 h 22"/>
                  <a:gd name="T22" fmla="*/ 3 w 18"/>
                  <a:gd name="T23" fmla="*/ 5 h 22"/>
                  <a:gd name="T24" fmla="*/ 6 w 18"/>
                  <a:gd name="T25" fmla="*/ 5 h 22"/>
                  <a:gd name="T26" fmla="*/ 7 w 18"/>
                  <a:gd name="T27" fmla="*/ 2 h 22"/>
                  <a:gd name="T28" fmla="*/ 9 w 18"/>
                  <a:gd name="T29" fmla="*/ 0 h 22"/>
                  <a:gd name="T30" fmla="*/ 12 w 18"/>
                  <a:gd name="T31" fmla="*/ 2 h 22"/>
                  <a:gd name="T32" fmla="*/ 15 w 18"/>
                  <a:gd name="T33" fmla="*/ 3 h 22"/>
                  <a:gd name="T34" fmla="*/ 14 w 18"/>
                  <a:gd name="T35" fmla="*/ 7 h 22"/>
                  <a:gd name="T36" fmla="*/ 16 w 18"/>
                  <a:gd name="T37" fmla="*/ 10 h 22"/>
                  <a:gd name="T38" fmla="*/ 17 w 18"/>
                  <a:gd name="T39" fmla="*/ 13 h 22"/>
                  <a:gd name="T40" fmla="*/ 16 w 18"/>
                  <a:gd name="T41" fmla="*/ 17 h 22"/>
                  <a:gd name="T42" fmla="*/ 18 w 18"/>
                  <a:gd name="T43" fmla="*/ 20 h 22"/>
                  <a:gd name="T44" fmla="*/ 15 w 18"/>
                  <a:gd name="T45" fmla="*/ 22 h 22"/>
                  <a:gd name="T46" fmla="*/ 10 w 18"/>
                  <a:gd name="T47" fmla="*/ 19 h 22"/>
                  <a:gd name="T48" fmla="*/ 9 w 18"/>
                  <a:gd name="T49" fmla="*/ 17 h 22"/>
                  <a:gd name="T50" fmla="*/ 8 w 18"/>
                  <a:gd name="T51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" h="22">
                    <a:moveTo>
                      <a:pt x="8" y="14"/>
                    </a:moveTo>
                    <a:cubicBezTo>
                      <a:pt x="7" y="13"/>
                      <a:pt x="8" y="14"/>
                      <a:pt x="8" y="14"/>
                    </a:cubicBezTo>
                    <a:cubicBezTo>
                      <a:pt x="7" y="14"/>
                      <a:pt x="8" y="14"/>
                      <a:pt x="7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4"/>
                      <a:pt x="5" y="14"/>
                    </a:cubicBezTo>
                    <a:cubicBezTo>
                      <a:pt x="4" y="14"/>
                      <a:pt x="4" y="14"/>
                      <a:pt x="3" y="15"/>
                    </a:cubicBezTo>
                    <a:cubicBezTo>
                      <a:pt x="3" y="15"/>
                      <a:pt x="3" y="17"/>
                      <a:pt x="2" y="16"/>
                    </a:cubicBezTo>
                    <a:cubicBezTo>
                      <a:pt x="1" y="16"/>
                      <a:pt x="0" y="14"/>
                      <a:pt x="0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9"/>
                      <a:pt x="0" y="8"/>
                      <a:pt x="1" y="7"/>
                    </a:cubicBezTo>
                    <a:cubicBezTo>
                      <a:pt x="2" y="7"/>
                      <a:pt x="2" y="5"/>
                      <a:pt x="3" y="5"/>
                    </a:cubicBezTo>
                    <a:cubicBezTo>
                      <a:pt x="4" y="5"/>
                      <a:pt x="5" y="6"/>
                      <a:pt x="6" y="5"/>
                    </a:cubicBezTo>
                    <a:cubicBezTo>
                      <a:pt x="7" y="4"/>
                      <a:pt x="6" y="3"/>
                      <a:pt x="7" y="2"/>
                    </a:cubicBezTo>
                    <a:cubicBezTo>
                      <a:pt x="7" y="1"/>
                      <a:pt x="8" y="0"/>
                      <a:pt x="9" y="0"/>
                    </a:cubicBezTo>
                    <a:cubicBezTo>
                      <a:pt x="11" y="0"/>
                      <a:pt x="11" y="1"/>
                      <a:pt x="12" y="2"/>
                    </a:cubicBezTo>
                    <a:cubicBezTo>
                      <a:pt x="13" y="2"/>
                      <a:pt x="14" y="2"/>
                      <a:pt x="15" y="3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4" y="9"/>
                      <a:pt x="15" y="9"/>
                      <a:pt x="16" y="10"/>
                    </a:cubicBezTo>
                    <a:cubicBezTo>
                      <a:pt x="16" y="11"/>
                      <a:pt x="17" y="12"/>
                      <a:pt x="17" y="13"/>
                    </a:cubicBezTo>
                    <a:cubicBezTo>
                      <a:pt x="17" y="14"/>
                      <a:pt x="16" y="15"/>
                      <a:pt x="16" y="17"/>
                    </a:cubicBezTo>
                    <a:cubicBezTo>
                      <a:pt x="16" y="18"/>
                      <a:pt x="18" y="18"/>
                      <a:pt x="18" y="20"/>
                    </a:cubicBezTo>
                    <a:cubicBezTo>
                      <a:pt x="18" y="21"/>
                      <a:pt x="16" y="22"/>
                      <a:pt x="15" y="22"/>
                    </a:cubicBezTo>
                    <a:cubicBezTo>
                      <a:pt x="13" y="22"/>
                      <a:pt x="11" y="21"/>
                      <a:pt x="10" y="19"/>
                    </a:cubicBezTo>
                    <a:cubicBezTo>
                      <a:pt x="10" y="19"/>
                      <a:pt x="10" y="18"/>
                      <a:pt x="9" y="17"/>
                    </a:cubicBezTo>
                    <a:cubicBezTo>
                      <a:pt x="9" y="16"/>
                      <a:pt x="9" y="14"/>
                      <a:pt x="8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8" name="Freeform 2379">
                <a:extLst>
                  <a:ext uri="{FF2B5EF4-FFF2-40B4-BE49-F238E27FC236}">
                    <a16:creationId xmlns:a16="http://schemas.microsoft.com/office/drawing/2014/main" id="{745D903D-F855-A049-B80A-01CC374BC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280"/>
                <a:ext cx="2" cy="7"/>
              </a:xfrm>
              <a:custGeom>
                <a:avLst/>
                <a:gdLst>
                  <a:gd name="T0" fmla="*/ 1 w 7"/>
                  <a:gd name="T1" fmla="*/ 14 h 17"/>
                  <a:gd name="T2" fmla="*/ 0 w 7"/>
                  <a:gd name="T3" fmla="*/ 12 h 17"/>
                  <a:gd name="T4" fmla="*/ 0 w 7"/>
                  <a:gd name="T5" fmla="*/ 9 h 17"/>
                  <a:gd name="T6" fmla="*/ 1 w 7"/>
                  <a:gd name="T7" fmla="*/ 6 h 17"/>
                  <a:gd name="T8" fmla="*/ 3 w 7"/>
                  <a:gd name="T9" fmla="*/ 4 h 17"/>
                  <a:gd name="T10" fmla="*/ 6 w 7"/>
                  <a:gd name="T11" fmla="*/ 0 h 17"/>
                  <a:gd name="T12" fmla="*/ 7 w 7"/>
                  <a:gd name="T13" fmla="*/ 4 h 17"/>
                  <a:gd name="T14" fmla="*/ 7 w 7"/>
                  <a:gd name="T15" fmla="*/ 9 h 17"/>
                  <a:gd name="T16" fmla="*/ 7 w 7"/>
                  <a:gd name="T17" fmla="*/ 14 h 17"/>
                  <a:gd name="T18" fmla="*/ 6 w 7"/>
                  <a:gd name="T19" fmla="*/ 16 h 17"/>
                  <a:gd name="T20" fmla="*/ 3 w 7"/>
                  <a:gd name="T21" fmla="*/ 16 h 17"/>
                  <a:gd name="T22" fmla="*/ 1 w 7"/>
                  <a:gd name="T23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7">
                    <a:moveTo>
                      <a:pt x="1" y="14"/>
                    </a:moveTo>
                    <a:cubicBezTo>
                      <a:pt x="1" y="13"/>
                      <a:pt x="1" y="13"/>
                      <a:pt x="0" y="12"/>
                    </a:cubicBezTo>
                    <a:cubicBezTo>
                      <a:pt x="0" y="12"/>
                      <a:pt x="0" y="10"/>
                      <a:pt x="0" y="9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5"/>
                      <a:pt x="2" y="5"/>
                      <a:pt x="3" y="4"/>
                    </a:cubicBezTo>
                    <a:cubicBezTo>
                      <a:pt x="4" y="3"/>
                      <a:pt x="3" y="0"/>
                      <a:pt x="6" y="0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7" y="6"/>
                      <a:pt x="7" y="8"/>
                      <a:pt x="7" y="9"/>
                    </a:cubicBezTo>
                    <a:cubicBezTo>
                      <a:pt x="7" y="11"/>
                      <a:pt x="7" y="12"/>
                      <a:pt x="7" y="14"/>
                    </a:cubicBezTo>
                    <a:cubicBezTo>
                      <a:pt x="7" y="15"/>
                      <a:pt x="7" y="16"/>
                      <a:pt x="6" y="16"/>
                    </a:cubicBezTo>
                    <a:cubicBezTo>
                      <a:pt x="5" y="17"/>
                      <a:pt x="4" y="16"/>
                      <a:pt x="3" y="16"/>
                    </a:cubicBezTo>
                    <a:cubicBezTo>
                      <a:pt x="2" y="15"/>
                      <a:pt x="2" y="15"/>
                      <a:pt x="1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9" name="Freeform 2380">
                <a:extLst>
                  <a:ext uri="{FF2B5EF4-FFF2-40B4-BE49-F238E27FC236}">
                    <a16:creationId xmlns:a16="http://schemas.microsoft.com/office/drawing/2014/main" id="{CB91F8A5-9519-454F-93E7-CADE02C04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283"/>
                <a:ext cx="4" cy="3"/>
              </a:xfrm>
              <a:custGeom>
                <a:avLst/>
                <a:gdLst>
                  <a:gd name="T0" fmla="*/ 5 w 9"/>
                  <a:gd name="T1" fmla="*/ 1 h 9"/>
                  <a:gd name="T2" fmla="*/ 7 w 9"/>
                  <a:gd name="T3" fmla="*/ 3 h 9"/>
                  <a:gd name="T4" fmla="*/ 9 w 9"/>
                  <a:gd name="T5" fmla="*/ 5 h 9"/>
                  <a:gd name="T6" fmla="*/ 7 w 9"/>
                  <a:gd name="T7" fmla="*/ 9 h 9"/>
                  <a:gd name="T8" fmla="*/ 3 w 9"/>
                  <a:gd name="T9" fmla="*/ 7 h 9"/>
                  <a:gd name="T10" fmla="*/ 1 w 9"/>
                  <a:gd name="T11" fmla="*/ 3 h 9"/>
                  <a:gd name="T12" fmla="*/ 1 w 9"/>
                  <a:gd name="T13" fmla="*/ 0 h 9"/>
                  <a:gd name="T14" fmla="*/ 5 w 9"/>
                  <a:gd name="T1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5" y="1"/>
                    </a:moveTo>
                    <a:cubicBezTo>
                      <a:pt x="6" y="2"/>
                      <a:pt x="6" y="2"/>
                      <a:pt x="7" y="3"/>
                    </a:cubicBezTo>
                    <a:cubicBezTo>
                      <a:pt x="8" y="3"/>
                      <a:pt x="9" y="4"/>
                      <a:pt x="9" y="5"/>
                    </a:cubicBezTo>
                    <a:cubicBezTo>
                      <a:pt x="9" y="7"/>
                      <a:pt x="9" y="9"/>
                      <a:pt x="7" y="9"/>
                    </a:cubicBezTo>
                    <a:cubicBezTo>
                      <a:pt x="5" y="9"/>
                      <a:pt x="3" y="8"/>
                      <a:pt x="3" y="7"/>
                    </a:cubicBezTo>
                    <a:cubicBezTo>
                      <a:pt x="2" y="5"/>
                      <a:pt x="2" y="4"/>
                      <a:pt x="1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0" name="Freeform 2381">
                <a:extLst>
                  <a:ext uri="{FF2B5EF4-FFF2-40B4-BE49-F238E27FC236}">
                    <a16:creationId xmlns:a16="http://schemas.microsoft.com/office/drawing/2014/main" id="{BE81F8EB-E486-6B46-A8AD-53EC09300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269"/>
                <a:ext cx="3" cy="2"/>
              </a:xfrm>
              <a:custGeom>
                <a:avLst/>
                <a:gdLst>
                  <a:gd name="T0" fmla="*/ 1 w 6"/>
                  <a:gd name="T1" fmla="*/ 5 h 6"/>
                  <a:gd name="T2" fmla="*/ 0 w 6"/>
                  <a:gd name="T3" fmla="*/ 4 h 6"/>
                  <a:gd name="T4" fmla="*/ 2 w 6"/>
                  <a:gd name="T5" fmla="*/ 1 h 6"/>
                  <a:gd name="T6" fmla="*/ 5 w 6"/>
                  <a:gd name="T7" fmla="*/ 1 h 6"/>
                  <a:gd name="T8" fmla="*/ 6 w 6"/>
                  <a:gd name="T9" fmla="*/ 4 h 6"/>
                  <a:gd name="T10" fmla="*/ 1 w 6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5" y="6"/>
                      <a:pt x="2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1" name="Freeform 2382">
                <a:extLst>
                  <a:ext uri="{FF2B5EF4-FFF2-40B4-BE49-F238E27FC236}">
                    <a16:creationId xmlns:a16="http://schemas.microsoft.com/office/drawing/2014/main" id="{F6BCD18A-95D8-ED40-9D33-007C67082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268"/>
                <a:ext cx="2" cy="3"/>
              </a:xfrm>
              <a:custGeom>
                <a:avLst/>
                <a:gdLst>
                  <a:gd name="T0" fmla="*/ 0 w 6"/>
                  <a:gd name="T1" fmla="*/ 2 h 7"/>
                  <a:gd name="T2" fmla="*/ 3 w 6"/>
                  <a:gd name="T3" fmla="*/ 1 h 7"/>
                  <a:gd name="T4" fmla="*/ 5 w 6"/>
                  <a:gd name="T5" fmla="*/ 4 h 7"/>
                  <a:gd name="T6" fmla="*/ 2 w 6"/>
                  <a:gd name="T7" fmla="*/ 7 h 7"/>
                  <a:gd name="T8" fmla="*/ 0 w 6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2"/>
                    </a:moveTo>
                    <a:cubicBezTo>
                      <a:pt x="0" y="0"/>
                      <a:pt x="2" y="0"/>
                      <a:pt x="3" y="1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6" y="6"/>
                      <a:pt x="5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2" name="Freeform 2383">
                <a:extLst>
                  <a:ext uri="{FF2B5EF4-FFF2-40B4-BE49-F238E27FC236}">
                    <a16:creationId xmlns:a16="http://schemas.microsoft.com/office/drawing/2014/main" id="{12FD68E6-BCB9-9043-87CC-A8B103CDB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272"/>
                <a:ext cx="7" cy="7"/>
              </a:xfrm>
              <a:custGeom>
                <a:avLst/>
                <a:gdLst>
                  <a:gd name="T0" fmla="*/ 2 w 17"/>
                  <a:gd name="T1" fmla="*/ 15 h 16"/>
                  <a:gd name="T2" fmla="*/ 2 w 17"/>
                  <a:gd name="T3" fmla="*/ 11 h 16"/>
                  <a:gd name="T4" fmla="*/ 4 w 17"/>
                  <a:gd name="T5" fmla="*/ 9 h 16"/>
                  <a:gd name="T6" fmla="*/ 4 w 17"/>
                  <a:gd name="T7" fmla="*/ 7 h 16"/>
                  <a:gd name="T8" fmla="*/ 7 w 17"/>
                  <a:gd name="T9" fmla="*/ 2 h 16"/>
                  <a:gd name="T10" fmla="*/ 11 w 17"/>
                  <a:gd name="T11" fmla="*/ 1 h 16"/>
                  <a:gd name="T12" fmla="*/ 13 w 17"/>
                  <a:gd name="T13" fmla="*/ 2 h 16"/>
                  <a:gd name="T14" fmla="*/ 14 w 17"/>
                  <a:gd name="T15" fmla="*/ 3 h 16"/>
                  <a:gd name="T16" fmla="*/ 14 w 17"/>
                  <a:gd name="T17" fmla="*/ 9 h 16"/>
                  <a:gd name="T18" fmla="*/ 9 w 17"/>
                  <a:gd name="T19" fmla="*/ 9 h 16"/>
                  <a:gd name="T20" fmla="*/ 8 w 17"/>
                  <a:gd name="T21" fmla="*/ 11 h 16"/>
                  <a:gd name="T22" fmla="*/ 6 w 17"/>
                  <a:gd name="T23" fmla="*/ 13 h 16"/>
                  <a:gd name="T24" fmla="*/ 5 w 17"/>
                  <a:gd name="T25" fmla="*/ 15 h 16"/>
                  <a:gd name="T26" fmla="*/ 4 w 17"/>
                  <a:gd name="T27" fmla="*/ 15 h 16"/>
                  <a:gd name="T28" fmla="*/ 2 w 17"/>
                  <a:gd name="T2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6">
                    <a:moveTo>
                      <a:pt x="2" y="15"/>
                    </a:moveTo>
                    <a:cubicBezTo>
                      <a:pt x="0" y="14"/>
                      <a:pt x="1" y="12"/>
                      <a:pt x="2" y="11"/>
                    </a:cubicBezTo>
                    <a:cubicBezTo>
                      <a:pt x="2" y="10"/>
                      <a:pt x="4" y="10"/>
                      <a:pt x="4" y="9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4" y="5"/>
                      <a:pt x="6" y="4"/>
                      <a:pt x="7" y="2"/>
                    </a:cubicBezTo>
                    <a:cubicBezTo>
                      <a:pt x="7" y="1"/>
                      <a:pt x="9" y="0"/>
                      <a:pt x="11" y="1"/>
                    </a:cubicBezTo>
                    <a:cubicBezTo>
                      <a:pt x="11" y="1"/>
                      <a:pt x="12" y="2"/>
                      <a:pt x="13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7" y="3"/>
                      <a:pt x="17" y="9"/>
                      <a:pt x="14" y="9"/>
                    </a:cubicBezTo>
                    <a:cubicBezTo>
                      <a:pt x="12" y="9"/>
                      <a:pt x="10" y="8"/>
                      <a:pt x="9" y="9"/>
                    </a:cubicBezTo>
                    <a:cubicBezTo>
                      <a:pt x="9" y="10"/>
                      <a:pt x="9" y="10"/>
                      <a:pt x="8" y="11"/>
                    </a:cubicBezTo>
                    <a:cubicBezTo>
                      <a:pt x="8" y="12"/>
                      <a:pt x="7" y="12"/>
                      <a:pt x="6" y="13"/>
                    </a:cubicBezTo>
                    <a:cubicBezTo>
                      <a:pt x="6" y="14"/>
                      <a:pt x="6" y="15"/>
                      <a:pt x="5" y="15"/>
                    </a:cubicBezTo>
                    <a:cubicBezTo>
                      <a:pt x="5" y="16"/>
                      <a:pt x="5" y="15"/>
                      <a:pt x="4" y="15"/>
                    </a:cubicBezTo>
                    <a:cubicBezTo>
                      <a:pt x="3" y="15"/>
                      <a:pt x="2" y="16"/>
                      <a:pt x="2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3" name="Freeform 2384">
                <a:extLst>
                  <a:ext uri="{FF2B5EF4-FFF2-40B4-BE49-F238E27FC236}">
                    <a16:creationId xmlns:a16="http://schemas.microsoft.com/office/drawing/2014/main" id="{5A9298B4-DA6E-4246-A686-7B02AA2C2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280"/>
                <a:ext cx="6" cy="5"/>
              </a:xfrm>
              <a:custGeom>
                <a:avLst/>
                <a:gdLst>
                  <a:gd name="T0" fmla="*/ 0 w 13"/>
                  <a:gd name="T1" fmla="*/ 7 h 12"/>
                  <a:gd name="T2" fmla="*/ 0 w 13"/>
                  <a:gd name="T3" fmla="*/ 4 h 12"/>
                  <a:gd name="T4" fmla="*/ 1 w 13"/>
                  <a:gd name="T5" fmla="*/ 3 h 12"/>
                  <a:gd name="T6" fmla="*/ 1 w 13"/>
                  <a:gd name="T7" fmla="*/ 1 h 12"/>
                  <a:gd name="T8" fmla="*/ 7 w 13"/>
                  <a:gd name="T9" fmla="*/ 0 h 12"/>
                  <a:gd name="T10" fmla="*/ 11 w 13"/>
                  <a:gd name="T11" fmla="*/ 2 h 12"/>
                  <a:gd name="T12" fmla="*/ 12 w 13"/>
                  <a:gd name="T13" fmla="*/ 6 h 12"/>
                  <a:gd name="T14" fmla="*/ 12 w 13"/>
                  <a:gd name="T15" fmla="*/ 9 h 12"/>
                  <a:gd name="T16" fmla="*/ 10 w 13"/>
                  <a:gd name="T17" fmla="*/ 12 h 12"/>
                  <a:gd name="T18" fmla="*/ 4 w 13"/>
                  <a:gd name="T19" fmla="*/ 11 h 12"/>
                  <a:gd name="T20" fmla="*/ 0 w 13"/>
                  <a:gd name="T2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7"/>
                    </a:moveTo>
                    <a:cubicBezTo>
                      <a:pt x="0" y="6"/>
                      <a:pt x="0" y="5"/>
                      <a:pt x="0" y="4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3" y="0"/>
                      <a:pt x="5" y="0"/>
                      <a:pt x="7" y="0"/>
                    </a:cubicBezTo>
                    <a:cubicBezTo>
                      <a:pt x="9" y="0"/>
                      <a:pt x="11" y="0"/>
                      <a:pt x="11" y="2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3" y="7"/>
                      <a:pt x="13" y="8"/>
                      <a:pt x="12" y="9"/>
                    </a:cubicBezTo>
                    <a:cubicBezTo>
                      <a:pt x="12" y="11"/>
                      <a:pt x="11" y="11"/>
                      <a:pt x="10" y="12"/>
                    </a:cubicBezTo>
                    <a:cubicBezTo>
                      <a:pt x="8" y="12"/>
                      <a:pt x="6" y="11"/>
                      <a:pt x="4" y="11"/>
                    </a:cubicBezTo>
                    <a:cubicBezTo>
                      <a:pt x="2" y="11"/>
                      <a:pt x="0" y="9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4" name="Freeform 2385">
                <a:extLst>
                  <a:ext uri="{FF2B5EF4-FFF2-40B4-BE49-F238E27FC236}">
                    <a16:creationId xmlns:a16="http://schemas.microsoft.com/office/drawing/2014/main" id="{D681CD2D-224D-6B44-8491-392209AAE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278"/>
                <a:ext cx="8" cy="7"/>
              </a:xfrm>
              <a:custGeom>
                <a:avLst/>
                <a:gdLst>
                  <a:gd name="T0" fmla="*/ 2 w 19"/>
                  <a:gd name="T1" fmla="*/ 18 h 19"/>
                  <a:gd name="T2" fmla="*/ 0 w 19"/>
                  <a:gd name="T3" fmla="*/ 15 h 19"/>
                  <a:gd name="T4" fmla="*/ 0 w 19"/>
                  <a:gd name="T5" fmla="*/ 11 h 19"/>
                  <a:gd name="T6" fmla="*/ 0 w 19"/>
                  <a:gd name="T7" fmla="*/ 8 h 19"/>
                  <a:gd name="T8" fmla="*/ 0 w 19"/>
                  <a:gd name="T9" fmla="*/ 4 h 19"/>
                  <a:gd name="T10" fmla="*/ 6 w 19"/>
                  <a:gd name="T11" fmla="*/ 4 h 19"/>
                  <a:gd name="T12" fmla="*/ 12 w 19"/>
                  <a:gd name="T13" fmla="*/ 4 h 19"/>
                  <a:gd name="T14" fmla="*/ 15 w 19"/>
                  <a:gd name="T15" fmla="*/ 0 h 19"/>
                  <a:gd name="T16" fmla="*/ 18 w 19"/>
                  <a:gd name="T17" fmla="*/ 4 h 19"/>
                  <a:gd name="T18" fmla="*/ 19 w 19"/>
                  <a:gd name="T19" fmla="*/ 12 h 19"/>
                  <a:gd name="T20" fmla="*/ 17 w 19"/>
                  <a:gd name="T21" fmla="*/ 14 h 19"/>
                  <a:gd name="T22" fmla="*/ 14 w 19"/>
                  <a:gd name="T23" fmla="*/ 13 h 19"/>
                  <a:gd name="T24" fmla="*/ 9 w 19"/>
                  <a:gd name="T25" fmla="*/ 14 h 19"/>
                  <a:gd name="T26" fmla="*/ 6 w 19"/>
                  <a:gd name="T27" fmla="*/ 18 h 19"/>
                  <a:gd name="T28" fmla="*/ 2 w 19"/>
                  <a:gd name="T29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9">
                    <a:moveTo>
                      <a:pt x="2" y="18"/>
                    </a:moveTo>
                    <a:cubicBezTo>
                      <a:pt x="1" y="17"/>
                      <a:pt x="1" y="16"/>
                      <a:pt x="0" y="15"/>
                    </a:cubicBezTo>
                    <a:cubicBezTo>
                      <a:pt x="0" y="14"/>
                      <a:pt x="0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1"/>
                      <a:pt x="5" y="3"/>
                      <a:pt x="6" y="4"/>
                    </a:cubicBezTo>
                    <a:cubicBezTo>
                      <a:pt x="8" y="4"/>
                      <a:pt x="10" y="4"/>
                      <a:pt x="12" y="4"/>
                    </a:cubicBezTo>
                    <a:cubicBezTo>
                      <a:pt x="14" y="3"/>
                      <a:pt x="13" y="1"/>
                      <a:pt x="15" y="0"/>
                    </a:cubicBezTo>
                    <a:cubicBezTo>
                      <a:pt x="17" y="0"/>
                      <a:pt x="17" y="3"/>
                      <a:pt x="18" y="4"/>
                    </a:cubicBezTo>
                    <a:cubicBezTo>
                      <a:pt x="18" y="7"/>
                      <a:pt x="19" y="10"/>
                      <a:pt x="19" y="12"/>
                    </a:cubicBezTo>
                    <a:cubicBezTo>
                      <a:pt x="18" y="13"/>
                      <a:pt x="18" y="14"/>
                      <a:pt x="17" y="14"/>
                    </a:cubicBezTo>
                    <a:cubicBezTo>
                      <a:pt x="16" y="14"/>
                      <a:pt x="15" y="13"/>
                      <a:pt x="14" y="13"/>
                    </a:cubicBezTo>
                    <a:cubicBezTo>
                      <a:pt x="13" y="13"/>
                      <a:pt x="10" y="13"/>
                      <a:pt x="9" y="14"/>
                    </a:cubicBezTo>
                    <a:cubicBezTo>
                      <a:pt x="8" y="15"/>
                      <a:pt x="8" y="17"/>
                      <a:pt x="6" y="18"/>
                    </a:cubicBezTo>
                    <a:cubicBezTo>
                      <a:pt x="5" y="19"/>
                      <a:pt x="3" y="19"/>
                      <a:pt x="2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5" name="Freeform 2386">
                <a:extLst>
                  <a:ext uri="{FF2B5EF4-FFF2-40B4-BE49-F238E27FC236}">
                    <a16:creationId xmlns:a16="http://schemas.microsoft.com/office/drawing/2014/main" id="{D76EC0B6-4B1D-EC42-BF24-8B7D6F9EB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247"/>
                <a:ext cx="2" cy="4"/>
              </a:xfrm>
              <a:custGeom>
                <a:avLst/>
                <a:gdLst>
                  <a:gd name="T0" fmla="*/ 0 w 5"/>
                  <a:gd name="T1" fmla="*/ 5 h 9"/>
                  <a:gd name="T2" fmla="*/ 1 w 5"/>
                  <a:gd name="T3" fmla="*/ 1 h 9"/>
                  <a:gd name="T4" fmla="*/ 3 w 5"/>
                  <a:gd name="T5" fmla="*/ 7 h 9"/>
                  <a:gd name="T6" fmla="*/ 1 w 5"/>
                  <a:gd name="T7" fmla="*/ 9 h 9"/>
                  <a:gd name="T8" fmla="*/ 0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0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5" y="0"/>
                      <a:pt x="4" y="5"/>
                      <a:pt x="3" y="7"/>
                    </a:cubicBezTo>
                    <a:cubicBezTo>
                      <a:pt x="3" y="8"/>
                      <a:pt x="2" y="9"/>
                      <a:pt x="1" y="9"/>
                    </a:cubicBezTo>
                    <a:cubicBezTo>
                      <a:pt x="0" y="9"/>
                      <a:pt x="0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6" name="Freeform 2387">
                <a:extLst>
                  <a:ext uri="{FF2B5EF4-FFF2-40B4-BE49-F238E27FC236}">
                    <a16:creationId xmlns:a16="http://schemas.microsoft.com/office/drawing/2014/main" id="{CD660615-EC55-B148-BA71-2C90F7C55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229"/>
                <a:ext cx="3" cy="4"/>
              </a:xfrm>
              <a:custGeom>
                <a:avLst/>
                <a:gdLst>
                  <a:gd name="T0" fmla="*/ 0 w 8"/>
                  <a:gd name="T1" fmla="*/ 5 h 9"/>
                  <a:gd name="T2" fmla="*/ 3 w 8"/>
                  <a:gd name="T3" fmla="*/ 2 h 9"/>
                  <a:gd name="T4" fmla="*/ 6 w 8"/>
                  <a:gd name="T5" fmla="*/ 1 h 9"/>
                  <a:gd name="T6" fmla="*/ 7 w 8"/>
                  <a:gd name="T7" fmla="*/ 6 h 9"/>
                  <a:gd name="T8" fmla="*/ 0 w 8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0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6" y="7"/>
                      <a:pt x="1" y="9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7" name="Freeform 2388">
                <a:extLst>
                  <a:ext uri="{FF2B5EF4-FFF2-40B4-BE49-F238E27FC236}">
                    <a16:creationId xmlns:a16="http://schemas.microsoft.com/office/drawing/2014/main" id="{E32ADD99-EDCF-3E4A-A02E-7AA34E469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230"/>
                <a:ext cx="6" cy="5"/>
              </a:xfrm>
              <a:custGeom>
                <a:avLst/>
                <a:gdLst>
                  <a:gd name="T0" fmla="*/ 4 w 15"/>
                  <a:gd name="T1" fmla="*/ 0 h 13"/>
                  <a:gd name="T2" fmla="*/ 7 w 15"/>
                  <a:gd name="T3" fmla="*/ 2 h 13"/>
                  <a:gd name="T4" fmla="*/ 13 w 15"/>
                  <a:gd name="T5" fmla="*/ 3 h 13"/>
                  <a:gd name="T6" fmla="*/ 10 w 15"/>
                  <a:gd name="T7" fmla="*/ 8 h 13"/>
                  <a:gd name="T8" fmla="*/ 7 w 15"/>
                  <a:gd name="T9" fmla="*/ 12 h 13"/>
                  <a:gd name="T10" fmla="*/ 4 w 15"/>
                  <a:gd name="T11" fmla="*/ 10 h 13"/>
                  <a:gd name="T12" fmla="*/ 1 w 15"/>
                  <a:gd name="T13" fmla="*/ 7 h 13"/>
                  <a:gd name="T14" fmla="*/ 4 w 15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4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9" y="3"/>
                      <a:pt x="11" y="2"/>
                      <a:pt x="13" y="3"/>
                    </a:cubicBezTo>
                    <a:cubicBezTo>
                      <a:pt x="15" y="5"/>
                      <a:pt x="11" y="7"/>
                      <a:pt x="10" y="8"/>
                    </a:cubicBezTo>
                    <a:cubicBezTo>
                      <a:pt x="9" y="9"/>
                      <a:pt x="9" y="11"/>
                      <a:pt x="7" y="12"/>
                    </a:cubicBezTo>
                    <a:cubicBezTo>
                      <a:pt x="6" y="13"/>
                      <a:pt x="5" y="11"/>
                      <a:pt x="4" y="10"/>
                    </a:cubicBezTo>
                    <a:cubicBezTo>
                      <a:pt x="3" y="9"/>
                      <a:pt x="2" y="8"/>
                      <a:pt x="1" y="7"/>
                    </a:cubicBezTo>
                    <a:cubicBezTo>
                      <a:pt x="0" y="5"/>
                      <a:pt x="1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8" name="Freeform 2389">
                <a:extLst>
                  <a:ext uri="{FF2B5EF4-FFF2-40B4-BE49-F238E27FC236}">
                    <a16:creationId xmlns:a16="http://schemas.microsoft.com/office/drawing/2014/main" id="{3B6DB163-E755-B34D-BAA9-130400C4A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216"/>
                <a:ext cx="14" cy="14"/>
              </a:xfrm>
              <a:custGeom>
                <a:avLst/>
                <a:gdLst>
                  <a:gd name="T0" fmla="*/ 1 w 34"/>
                  <a:gd name="T1" fmla="*/ 23 h 35"/>
                  <a:gd name="T2" fmla="*/ 5 w 34"/>
                  <a:gd name="T3" fmla="*/ 17 h 35"/>
                  <a:gd name="T4" fmla="*/ 10 w 34"/>
                  <a:gd name="T5" fmla="*/ 13 h 35"/>
                  <a:gd name="T6" fmla="*/ 16 w 34"/>
                  <a:gd name="T7" fmla="*/ 14 h 35"/>
                  <a:gd name="T8" fmla="*/ 21 w 34"/>
                  <a:gd name="T9" fmla="*/ 16 h 35"/>
                  <a:gd name="T10" fmla="*/ 22 w 34"/>
                  <a:gd name="T11" fmla="*/ 10 h 35"/>
                  <a:gd name="T12" fmla="*/ 17 w 34"/>
                  <a:gd name="T13" fmla="*/ 8 h 35"/>
                  <a:gd name="T14" fmla="*/ 13 w 34"/>
                  <a:gd name="T15" fmla="*/ 4 h 35"/>
                  <a:gd name="T16" fmla="*/ 18 w 34"/>
                  <a:gd name="T17" fmla="*/ 1 h 35"/>
                  <a:gd name="T18" fmla="*/ 24 w 34"/>
                  <a:gd name="T19" fmla="*/ 2 h 35"/>
                  <a:gd name="T20" fmla="*/ 26 w 34"/>
                  <a:gd name="T21" fmla="*/ 7 h 35"/>
                  <a:gd name="T22" fmla="*/ 33 w 34"/>
                  <a:gd name="T23" fmla="*/ 17 h 35"/>
                  <a:gd name="T24" fmla="*/ 31 w 34"/>
                  <a:gd name="T25" fmla="*/ 20 h 35"/>
                  <a:gd name="T26" fmla="*/ 30 w 34"/>
                  <a:gd name="T27" fmla="*/ 25 h 35"/>
                  <a:gd name="T28" fmla="*/ 28 w 34"/>
                  <a:gd name="T29" fmla="*/ 34 h 35"/>
                  <a:gd name="T30" fmla="*/ 24 w 34"/>
                  <a:gd name="T31" fmla="*/ 31 h 35"/>
                  <a:gd name="T32" fmla="*/ 17 w 34"/>
                  <a:gd name="T33" fmla="*/ 29 h 35"/>
                  <a:gd name="T34" fmla="*/ 9 w 34"/>
                  <a:gd name="T35" fmla="*/ 29 h 35"/>
                  <a:gd name="T36" fmla="*/ 7 w 34"/>
                  <a:gd name="T37" fmla="*/ 29 h 35"/>
                  <a:gd name="T38" fmla="*/ 3 w 34"/>
                  <a:gd name="T39" fmla="*/ 26 h 35"/>
                  <a:gd name="T40" fmla="*/ 1 w 34"/>
                  <a:gd name="T41" fmla="*/ 2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35">
                    <a:moveTo>
                      <a:pt x="1" y="23"/>
                    </a:moveTo>
                    <a:cubicBezTo>
                      <a:pt x="1" y="21"/>
                      <a:pt x="4" y="19"/>
                      <a:pt x="5" y="17"/>
                    </a:cubicBezTo>
                    <a:cubicBezTo>
                      <a:pt x="6" y="15"/>
                      <a:pt x="8" y="13"/>
                      <a:pt x="10" y="13"/>
                    </a:cubicBezTo>
                    <a:cubicBezTo>
                      <a:pt x="12" y="13"/>
                      <a:pt x="14" y="14"/>
                      <a:pt x="16" y="14"/>
                    </a:cubicBezTo>
                    <a:cubicBezTo>
                      <a:pt x="17" y="15"/>
                      <a:pt x="19" y="17"/>
                      <a:pt x="21" y="16"/>
                    </a:cubicBezTo>
                    <a:cubicBezTo>
                      <a:pt x="22" y="15"/>
                      <a:pt x="22" y="12"/>
                      <a:pt x="22" y="10"/>
                    </a:cubicBezTo>
                    <a:cubicBezTo>
                      <a:pt x="22" y="7"/>
                      <a:pt x="19" y="8"/>
                      <a:pt x="17" y="8"/>
                    </a:cubicBezTo>
                    <a:cubicBezTo>
                      <a:pt x="15" y="7"/>
                      <a:pt x="13" y="7"/>
                      <a:pt x="13" y="4"/>
                    </a:cubicBezTo>
                    <a:cubicBezTo>
                      <a:pt x="13" y="2"/>
                      <a:pt x="16" y="1"/>
                      <a:pt x="18" y="1"/>
                    </a:cubicBezTo>
                    <a:cubicBezTo>
                      <a:pt x="20" y="0"/>
                      <a:pt x="22" y="1"/>
                      <a:pt x="24" y="2"/>
                    </a:cubicBezTo>
                    <a:cubicBezTo>
                      <a:pt x="25" y="3"/>
                      <a:pt x="26" y="5"/>
                      <a:pt x="26" y="7"/>
                    </a:cubicBezTo>
                    <a:cubicBezTo>
                      <a:pt x="27" y="11"/>
                      <a:pt x="31" y="13"/>
                      <a:pt x="33" y="17"/>
                    </a:cubicBezTo>
                    <a:cubicBezTo>
                      <a:pt x="34" y="19"/>
                      <a:pt x="32" y="19"/>
                      <a:pt x="31" y="20"/>
                    </a:cubicBezTo>
                    <a:cubicBezTo>
                      <a:pt x="30" y="22"/>
                      <a:pt x="30" y="23"/>
                      <a:pt x="30" y="25"/>
                    </a:cubicBezTo>
                    <a:cubicBezTo>
                      <a:pt x="30" y="27"/>
                      <a:pt x="31" y="33"/>
                      <a:pt x="28" y="34"/>
                    </a:cubicBezTo>
                    <a:cubicBezTo>
                      <a:pt x="26" y="35"/>
                      <a:pt x="25" y="32"/>
                      <a:pt x="24" y="31"/>
                    </a:cubicBezTo>
                    <a:cubicBezTo>
                      <a:pt x="22" y="29"/>
                      <a:pt x="19" y="29"/>
                      <a:pt x="17" y="29"/>
                    </a:cubicBezTo>
                    <a:cubicBezTo>
                      <a:pt x="14" y="29"/>
                      <a:pt x="12" y="29"/>
                      <a:pt x="9" y="29"/>
                    </a:cubicBezTo>
                    <a:cubicBezTo>
                      <a:pt x="9" y="29"/>
                      <a:pt x="8" y="29"/>
                      <a:pt x="7" y="29"/>
                    </a:cubicBezTo>
                    <a:cubicBezTo>
                      <a:pt x="5" y="29"/>
                      <a:pt x="4" y="27"/>
                      <a:pt x="3" y="26"/>
                    </a:cubicBezTo>
                    <a:cubicBezTo>
                      <a:pt x="2" y="25"/>
                      <a:pt x="0" y="25"/>
                      <a:pt x="1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9" name="Freeform 2390">
                <a:extLst>
                  <a:ext uri="{FF2B5EF4-FFF2-40B4-BE49-F238E27FC236}">
                    <a16:creationId xmlns:a16="http://schemas.microsoft.com/office/drawing/2014/main" id="{9B6A3ED2-4287-F547-98EC-6F2C4D52E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514"/>
                <a:ext cx="16" cy="20"/>
              </a:xfrm>
              <a:custGeom>
                <a:avLst/>
                <a:gdLst>
                  <a:gd name="T0" fmla="*/ 38 w 38"/>
                  <a:gd name="T1" fmla="*/ 47 h 51"/>
                  <a:gd name="T2" fmla="*/ 37 w 38"/>
                  <a:gd name="T3" fmla="*/ 51 h 51"/>
                  <a:gd name="T4" fmla="*/ 32 w 38"/>
                  <a:gd name="T5" fmla="*/ 51 h 51"/>
                  <a:gd name="T6" fmla="*/ 29 w 38"/>
                  <a:gd name="T7" fmla="*/ 50 h 51"/>
                  <a:gd name="T8" fmla="*/ 28 w 38"/>
                  <a:gd name="T9" fmla="*/ 48 h 51"/>
                  <a:gd name="T10" fmla="*/ 24 w 38"/>
                  <a:gd name="T11" fmla="*/ 43 h 51"/>
                  <a:gd name="T12" fmla="*/ 21 w 38"/>
                  <a:gd name="T13" fmla="*/ 38 h 51"/>
                  <a:gd name="T14" fmla="*/ 16 w 38"/>
                  <a:gd name="T15" fmla="*/ 33 h 51"/>
                  <a:gd name="T16" fmla="*/ 12 w 38"/>
                  <a:gd name="T17" fmla="*/ 30 h 51"/>
                  <a:gd name="T18" fmla="*/ 7 w 38"/>
                  <a:gd name="T19" fmla="*/ 23 h 51"/>
                  <a:gd name="T20" fmla="*/ 3 w 38"/>
                  <a:gd name="T21" fmla="*/ 18 h 51"/>
                  <a:gd name="T22" fmla="*/ 1 w 38"/>
                  <a:gd name="T23" fmla="*/ 16 h 51"/>
                  <a:gd name="T24" fmla="*/ 1 w 38"/>
                  <a:gd name="T25" fmla="*/ 13 h 51"/>
                  <a:gd name="T26" fmla="*/ 3 w 38"/>
                  <a:gd name="T27" fmla="*/ 8 h 51"/>
                  <a:gd name="T28" fmla="*/ 3 w 38"/>
                  <a:gd name="T29" fmla="*/ 2 h 51"/>
                  <a:gd name="T30" fmla="*/ 7 w 38"/>
                  <a:gd name="T31" fmla="*/ 1 h 51"/>
                  <a:gd name="T32" fmla="*/ 13 w 38"/>
                  <a:gd name="T33" fmla="*/ 9 h 51"/>
                  <a:gd name="T34" fmla="*/ 19 w 38"/>
                  <a:gd name="T35" fmla="*/ 13 h 51"/>
                  <a:gd name="T36" fmla="*/ 25 w 38"/>
                  <a:gd name="T37" fmla="*/ 17 h 51"/>
                  <a:gd name="T38" fmla="*/ 30 w 38"/>
                  <a:gd name="T39" fmla="*/ 21 h 51"/>
                  <a:gd name="T40" fmla="*/ 32 w 38"/>
                  <a:gd name="T41" fmla="*/ 29 h 51"/>
                  <a:gd name="T42" fmla="*/ 35 w 38"/>
                  <a:gd name="T43" fmla="*/ 36 h 51"/>
                  <a:gd name="T44" fmla="*/ 38 w 38"/>
                  <a:gd name="T45" fmla="*/ 41 h 51"/>
                  <a:gd name="T46" fmla="*/ 38 w 38"/>
                  <a:gd name="T47" fmla="*/ 4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51">
                    <a:moveTo>
                      <a:pt x="38" y="47"/>
                    </a:moveTo>
                    <a:cubicBezTo>
                      <a:pt x="38" y="48"/>
                      <a:pt x="38" y="50"/>
                      <a:pt x="37" y="51"/>
                    </a:cubicBezTo>
                    <a:cubicBezTo>
                      <a:pt x="35" y="51"/>
                      <a:pt x="33" y="51"/>
                      <a:pt x="32" y="51"/>
                    </a:cubicBezTo>
                    <a:cubicBezTo>
                      <a:pt x="31" y="51"/>
                      <a:pt x="30" y="50"/>
                      <a:pt x="29" y="50"/>
                    </a:cubicBezTo>
                    <a:cubicBezTo>
                      <a:pt x="29" y="50"/>
                      <a:pt x="28" y="49"/>
                      <a:pt x="28" y="48"/>
                    </a:cubicBezTo>
                    <a:cubicBezTo>
                      <a:pt x="27" y="47"/>
                      <a:pt x="25" y="45"/>
                      <a:pt x="24" y="43"/>
                    </a:cubicBezTo>
                    <a:cubicBezTo>
                      <a:pt x="23" y="41"/>
                      <a:pt x="22" y="40"/>
                      <a:pt x="21" y="38"/>
                    </a:cubicBezTo>
                    <a:cubicBezTo>
                      <a:pt x="19" y="37"/>
                      <a:pt x="17" y="35"/>
                      <a:pt x="16" y="33"/>
                    </a:cubicBezTo>
                    <a:cubicBezTo>
                      <a:pt x="14" y="32"/>
                      <a:pt x="13" y="31"/>
                      <a:pt x="12" y="30"/>
                    </a:cubicBezTo>
                    <a:cubicBezTo>
                      <a:pt x="11" y="28"/>
                      <a:pt x="9" y="25"/>
                      <a:pt x="7" y="23"/>
                    </a:cubicBezTo>
                    <a:cubicBezTo>
                      <a:pt x="6" y="22"/>
                      <a:pt x="5" y="20"/>
                      <a:pt x="3" y="18"/>
                    </a:cubicBezTo>
                    <a:cubicBezTo>
                      <a:pt x="3" y="17"/>
                      <a:pt x="1" y="17"/>
                      <a:pt x="1" y="16"/>
                    </a:cubicBezTo>
                    <a:cubicBezTo>
                      <a:pt x="0" y="15"/>
                      <a:pt x="1" y="13"/>
                      <a:pt x="1" y="13"/>
                    </a:cubicBezTo>
                    <a:cubicBezTo>
                      <a:pt x="2" y="11"/>
                      <a:pt x="2" y="10"/>
                      <a:pt x="3" y="8"/>
                    </a:cubicBezTo>
                    <a:cubicBezTo>
                      <a:pt x="3" y="6"/>
                      <a:pt x="3" y="4"/>
                      <a:pt x="3" y="2"/>
                    </a:cubicBezTo>
                    <a:cubicBezTo>
                      <a:pt x="4" y="0"/>
                      <a:pt x="5" y="0"/>
                      <a:pt x="7" y="1"/>
                    </a:cubicBezTo>
                    <a:cubicBezTo>
                      <a:pt x="9" y="3"/>
                      <a:pt x="11" y="6"/>
                      <a:pt x="13" y="9"/>
                    </a:cubicBezTo>
                    <a:cubicBezTo>
                      <a:pt x="15" y="10"/>
                      <a:pt x="17" y="12"/>
                      <a:pt x="19" y="13"/>
                    </a:cubicBezTo>
                    <a:cubicBezTo>
                      <a:pt x="21" y="14"/>
                      <a:pt x="23" y="15"/>
                      <a:pt x="25" y="17"/>
                    </a:cubicBezTo>
                    <a:cubicBezTo>
                      <a:pt x="26" y="18"/>
                      <a:pt x="28" y="19"/>
                      <a:pt x="30" y="21"/>
                    </a:cubicBezTo>
                    <a:cubicBezTo>
                      <a:pt x="31" y="24"/>
                      <a:pt x="31" y="27"/>
                      <a:pt x="32" y="29"/>
                    </a:cubicBezTo>
                    <a:cubicBezTo>
                      <a:pt x="32" y="32"/>
                      <a:pt x="33" y="34"/>
                      <a:pt x="35" y="36"/>
                    </a:cubicBezTo>
                    <a:cubicBezTo>
                      <a:pt x="36" y="38"/>
                      <a:pt x="37" y="40"/>
                      <a:pt x="38" y="41"/>
                    </a:cubicBezTo>
                    <a:cubicBezTo>
                      <a:pt x="38" y="43"/>
                      <a:pt x="38" y="45"/>
                      <a:pt x="38" y="4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0" name="Freeform 2391">
                <a:extLst>
                  <a:ext uri="{FF2B5EF4-FFF2-40B4-BE49-F238E27FC236}">
                    <a16:creationId xmlns:a16="http://schemas.microsoft.com/office/drawing/2014/main" id="{06ABC0C3-6430-0149-A3DC-A0C979B2B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540"/>
                <a:ext cx="5" cy="3"/>
              </a:xfrm>
              <a:custGeom>
                <a:avLst/>
                <a:gdLst>
                  <a:gd name="T0" fmla="*/ 3 w 11"/>
                  <a:gd name="T1" fmla="*/ 9 h 9"/>
                  <a:gd name="T2" fmla="*/ 2 w 11"/>
                  <a:gd name="T3" fmla="*/ 9 h 9"/>
                  <a:gd name="T4" fmla="*/ 1 w 11"/>
                  <a:gd name="T5" fmla="*/ 7 h 9"/>
                  <a:gd name="T6" fmla="*/ 1 w 11"/>
                  <a:gd name="T7" fmla="*/ 5 h 9"/>
                  <a:gd name="T8" fmla="*/ 0 w 11"/>
                  <a:gd name="T9" fmla="*/ 4 h 9"/>
                  <a:gd name="T10" fmla="*/ 2 w 11"/>
                  <a:gd name="T11" fmla="*/ 2 h 9"/>
                  <a:gd name="T12" fmla="*/ 4 w 11"/>
                  <a:gd name="T13" fmla="*/ 1 h 9"/>
                  <a:gd name="T14" fmla="*/ 9 w 11"/>
                  <a:gd name="T15" fmla="*/ 1 h 9"/>
                  <a:gd name="T16" fmla="*/ 11 w 11"/>
                  <a:gd name="T17" fmla="*/ 3 h 9"/>
                  <a:gd name="T18" fmla="*/ 10 w 11"/>
                  <a:gd name="T19" fmla="*/ 5 h 9"/>
                  <a:gd name="T20" fmla="*/ 10 w 11"/>
                  <a:gd name="T21" fmla="*/ 8 h 9"/>
                  <a:gd name="T22" fmla="*/ 8 w 11"/>
                  <a:gd name="T23" fmla="*/ 8 h 9"/>
                  <a:gd name="T24" fmla="*/ 6 w 11"/>
                  <a:gd name="T25" fmla="*/ 9 h 9"/>
                  <a:gd name="T26" fmla="*/ 3 w 11"/>
                  <a:gd name="T2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9">
                    <a:moveTo>
                      <a:pt x="3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5" y="1"/>
                      <a:pt x="8" y="0"/>
                      <a:pt x="9" y="1"/>
                    </a:cubicBezTo>
                    <a:cubicBezTo>
                      <a:pt x="10" y="1"/>
                      <a:pt x="11" y="2"/>
                      <a:pt x="11" y="3"/>
                    </a:cubicBezTo>
                    <a:cubicBezTo>
                      <a:pt x="11" y="3"/>
                      <a:pt x="10" y="4"/>
                      <a:pt x="10" y="5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9" y="8"/>
                      <a:pt x="9" y="8"/>
                      <a:pt x="8" y="8"/>
                    </a:cubicBezTo>
                    <a:cubicBezTo>
                      <a:pt x="7" y="8"/>
                      <a:pt x="6" y="9"/>
                      <a:pt x="6" y="9"/>
                    </a:cubicBezTo>
                    <a:cubicBezTo>
                      <a:pt x="4" y="9"/>
                      <a:pt x="4" y="9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1" name="Freeform 2392">
                <a:extLst>
                  <a:ext uri="{FF2B5EF4-FFF2-40B4-BE49-F238E27FC236}">
                    <a16:creationId xmlns:a16="http://schemas.microsoft.com/office/drawing/2014/main" id="{12F5032B-BC2E-0C44-98C6-6A00959CA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545"/>
                <a:ext cx="1" cy="1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3 w 3"/>
                  <a:gd name="T5" fmla="*/ 1 h 3"/>
                  <a:gd name="T6" fmla="*/ 1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2" name="Freeform 2393">
                <a:extLst>
                  <a:ext uri="{FF2B5EF4-FFF2-40B4-BE49-F238E27FC236}">
                    <a16:creationId xmlns:a16="http://schemas.microsoft.com/office/drawing/2014/main" id="{A47EA548-47A4-F947-B1D7-A1E0BF059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545"/>
                <a:ext cx="2" cy="2"/>
              </a:xfrm>
              <a:custGeom>
                <a:avLst/>
                <a:gdLst>
                  <a:gd name="T0" fmla="*/ 0 w 6"/>
                  <a:gd name="T1" fmla="*/ 2 h 6"/>
                  <a:gd name="T2" fmla="*/ 1 w 6"/>
                  <a:gd name="T3" fmla="*/ 1 h 6"/>
                  <a:gd name="T4" fmla="*/ 2 w 6"/>
                  <a:gd name="T5" fmla="*/ 1 h 6"/>
                  <a:gd name="T6" fmla="*/ 4 w 6"/>
                  <a:gd name="T7" fmla="*/ 2 h 6"/>
                  <a:gd name="T8" fmla="*/ 5 w 6"/>
                  <a:gd name="T9" fmla="*/ 3 h 6"/>
                  <a:gd name="T10" fmla="*/ 5 w 6"/>
                  <a:gd name="T11" fmla="*/ 5 h 6"/>
                  <a:gd name="T12" fmla="*/ 4 w 6"/>
                  <a:gd name="T13" fmla="*/ 6 h 6"/>
                  <a:gd name="T14" fmla="*/ 1 w 6"/>
                  <a:gd name="T15" fmla="*/ 5 h 6"/>
                  <a:gd name="T16" fmla="*/ 0 w 6"/>
                  <a:gd name="T17" fmla="*/ 4 h 6"/>
                  <a:gd name="T18" fmla="*/ 0 w 6"/>
                  <a:gd name="T1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5" y="3"/>
                      <a:pt x="6" y="4"/>
                      <a:pt x="5" y="5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3" name="Freeform 2394">
                <a:extLst>
                  <a:ext uri="{FF2B5EF4-FFF2-40B4-BE49-F238E27FC236}">
                    <a16:creationId xmlns:a16="http://schemas.microsoft.com/office/drawing/2014/main" id="{DDF96582-F61D-504A-9CB4-26808CFF8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548"/>
                <a:ext cx="1" cy="1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1 h 3"/>
                  <a:gd name="T4" fmla="*/ 1 w 4"/>
                  <a:gd name="T5" fmla="*/ 0 h 3"/>
                  <a:gd name="T6" fmla="*/ 4 w 4"/>
                  <a:gd name="T7" fmla="*/ 0 h 3"/>
                  <a:gd name="T8" fmla="*/ 4 w 4"/>
                  <a:gd name="T9" fmla="*/ 1 h 3"/>
                  <a:gd name="T10" fmla="*/ 4 w 4"/>
                  <a:gd name="T11" fmla="*/ 2 h 3"/>
                  <a:gd name="T12" fmla="*/ 2 w 4"/>
                  <a:gd name="T13" fmla="*/ 3 h 3"/>
                  <a:gd name="T14" fmla="*/ 0 w 4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4" name="Freeform 2395">
                <a:extLst>
                  <a:ext uri="{FF2B5EF4-FFF2-40B4-BE49-F238E27FC236}">
                    <a16:creationId xmlns:a16="http://schemas.microsoft.com/office/drawing/2014/main" id="{5B01DEF7-3C4D-1448-B1D5-77687E1F5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552"/>
                <a:ext cx="2" cy="4"/>
              </a:xfrm>
              <a:custGeom>
                <a:avLst/>
                <a:gdLst>
                  <a:gd name="T0" fmla="*/ 0 w 5"/>
                  <a:gd name="T1" fmla="*/ 2 h 8"/>
                  <a:gd name="T2" fmla="*/ 3 w 5"/>
                  <a:gd name="T3" fmla="*/ 1 h 8"/>
                  <a:gd name="T4" fmla="*/ 4 w 5"/>
                  <a:gd name="T5" fmla="*/ 2 h 8"/>
                  <a:gd name="T6" fmla="*/ 5 w 5"/>
                  <a:gd name="T7" fmla="*/ 2 h 8"/>
                  <a:gd name="T8" fmla="*/ 5 w 5"/>
                  <a:gd name="T9" fmla="*/ 6 h 8"/>
                  <a:gd name="T10" fmla="*/ 4 w 5"/>
                  <a:gd name="T11" fmla="*/ 7 h 8"/>
                  <a:gd name="T12" fmla="*/ 3 w 5"/>
                  <a:gd name="T13" fmla="*/ 7 h 8"/>
                  <a:gd name="T14" fmla="*/ 3 w 5"/>
                  <a:gd name="T15" fmla="*/ 7 h 8"/>
                  <a:gd name="T16" fmla="*/ 2 w 5"/>
                  <a:gd name="T17" fmla="*/ 5 h 8"/>
                  <a:gd name="T18" fmla="*/ 2 w 5"/>
                  <a:gd name="T19" fmla="*/ 4 h 8"/>
                  <a:gd name="T20" fmla="*/ 0 w 5"/>
                  <a:gd name="T2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3"/>
                      <a:pt x="5" y="5"/>
                      <a:pt x="5" y="6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4" y="7"/>
                      <a:pt x="4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5" name="Freeform 2396">
                <a:extLst>
                  <a:ext uri="{FF2B5EF4-FFF2-40B4-BE49-F238E27FC236}">
                    <a16:creationId xmlns:a16="http://schemas.microsoft.com/office/drawing/2014/main" id="{49C8D2E0-1136-434A-9C36-F6B2A907B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553"/>
                <a:ext cx="2" cy="3"/>
              </a:xfrm>
              <a:custGeom>
                <a:avLst/>
                <a:gdLst>
                  <a:gd name="T0" fmla="*/ 2 w 4"/>
                  <a:gd name="T1" fmla="*/ 1 h 8"/>
                  <a:gd name="T2" fmla="*/ 4 w 4"/>
                  <a:gd name="T3" fmla="*/ 1 h 8"/>
                  <a:gd name="T4" fmla="*/ 4 w 4"/>
                  <a:gd name="T5" fmla="*/ 4 h 8"/>
                  <a:gd name="T6" fmla="*/ 4 w 4"/>
                  <a:gd name="T7" fmla="*/ 6 h 8"/>
                  <a:gd name="T8" fmla="*/ 1 w 4"/>
                  <a:gd name="T9" fmla="*/ 7 h 8"/>
                  <a:gd name="T10" fmla="*/ 0 w 4"/>
                  <a:gd name="T11" fmla="*/ 4 h 8"/>
                  <a:gd name="T12" fmla="*/ 2 w 4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2" y="1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6" name="Freeform 2397">
                <a:extLst>
                  <a:ext uri="{FF2B5EF4-FFF2-40B4-BE49-F238E27FC236}">
                    <a16:creationId xmlns:a16="http://schemas.microsoft.com/office/drawing/2014/main" id="{7D53A4D7-FE5B-334F-8D48-8F7339299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557"/>
                <a:ext cx="2" cy="3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0 w 4"/>
                  <a:gd name="T5" fmla="*/ 5 h 6"/>
                  <a:gd name="T6" fmla="*/ 0 w 4"/>
                  <a:gd name="T7" fmla="*/ 3 h 6"/>
                  <a:gd name="T8" fmla="*/ 1 w 4"/>
                  <a:gd name="T9" fmla="*/ 1 h 6"/>
                  <a:gd name="T10" fmla="*/ 3 w 4"/>
                  <a:gd name="T11" fmla="*/ 5 h 6"/>
                  <a:gd name="T12" fmla="*/ 2 w 4"/>
                  <a:gd name="T13" fmla="*/ 6 h 6"/>
                  <a:gd name="T14" fmla="*/ 0 w 4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3" y="0"/>
                      <a:pt x="4" y="4"/>
                      <a:pt x="3" y="5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1" y="6"/>
                      <a:pt x="0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7" name="Freeform 2398">
                <a:extLst>
                  <a:ext uri="{FF2B5EF4-FFF2-40B4-BE49-F238E27FC236}">
                    <a16:creationId xmlns:a16="http://schemas.microsoft.com/office/drawing/2014/main" id="{102BF558-CDAA-7B46-B797-A279C8164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570"/>
                <a:ext cx="3" cy="3"/>
              </a:xfrm>
              <a:custGeom>
                <a:avLst/>
                <a:gdLst>
                  <a:gd name="T0" fmla="*/ 1 w 9"/>
                  <a:gd name="T1" fmla="*/ 5 h 7"/>
                  <a:gd name="T2" fmla="*/ 0 w 9"/>
                  <a:gd name="T3" fmla="*/ 3 h 7"/>
                  <a:gd name="T4" fmla="*/ 1 w 9"/>
                  <a:gd name="T5" fmla="*/ 1 h 7"/>
                  <a:gd name="T6" fmla="*/ 3 w 9"/>
                  <a:gd name="T7" fmla="*/ 0 h 7"/>
                  <a:gd name="T8" fmla="*/ 5 w 9"/>
                  <a:gd name="T9" fmla="*/ 2 h 7"/>
                  <a:gd name="T10" fmla="*/ 7 w 9"/>
                  <a:gd name="T11" fmla="*/ 3 h 7"/>
                  <a:gd name="T12" fmla="*/ 8 w 9"/>
                  <a:gd name="T13" fmla="*/ 4 h 7"/>
                  <a:gd name="T14" fmla="*/ 8 w 9"/>
                  <a:gd name="T15" fmla="*/ 6 h 7"/>
                  <a:gd name="T16" fmla="*/ 6 w 9"/>
                  <a:gd name="T17" fmla="*/ 7 h 7"/>
                  <a:gd name="T18" fmla="*/ 3 w 9"/>
                  <a:gd name="T19" fmla="*/ 7 h 7"/>
                  <a:gd name="T20" fmla="*/ 1 w 9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7">
                    <a:moveTo>
                      <a:pt x="1" y="5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5" y="2"/>
                    </a:cubicBezTo>
                    <a:cubicBezTo>
                      <a:pt x="5" y="2"/>
                      <a:pt x="6" y="3"/>
                      <a:pt x="7" y="3"/>
                    </a:cubicBezTo>
                    <a:cubicBezTo>
                      <a:pt x="7" y="3"/>
                      <a:pt x="8" y="3"/>
                      <a:pt x="8" y="4"/>
                    </a:cubicBezTo>
                    <a:cubicBezTo>
                      <a:pt x="9" y="5"/>
                      <a:pt x="9" y="6"/>
                      <a:pt x="8" y="6"/>
                    </a:cubicBezTo>
                    <a:cubicBezTo>
                      <a:pt x="7" y="6"/>
                      <a:pt x="7" y="7"/>
                      <a:pt x="6" y="7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2" y="6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8" name="Freeform 2399">
                <a:extLst>
                  <a:ext uri="{FF2B5EF4-FFF2-40B4-BE49-F238E27FC236}">
                    <a16:creationId xmlns:a16="http://schemas.microsoft.com/office/drawing/2014/main" id="{69893BE9-7658-A54F-BAB4-62F3F8A8B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565"/>
                <a:ext cx="5" cy="8"/>
              </a:xfrm>
              <a:custGeom>
                <a:avLst/>
                <a:gdLst>
                  <a:gd name="T0" fmla="*/ 1 w 10"/>
                  <a:gd name="T1" fmla="*/ 10 h 20"/>
                  <a:gd name="T2" fmla="*/ 0 w 10"/>
                  <a:gd name="T3" fmla="*/ 8 h 20"/>
                  <a:gd name="T4" fmla="*/ 1 w 10"/>
                  <a:gd name="T5" fmla="*/ 5 h 20"/>
                  <a:gd name="T6" fmla="*/ 1 w 10"/>
                  <a:gd name="T7" fmla="*/ 3 h 20"/>
                  <a:gd name="T8" fmla="*/ 4 w 10"/>
                  <a:gd name="T9" fmla="*/ 0 h 20"/>
                  <a:gd name="T10" fmla="*/ 7 w 10"/>
                  <a:gd name="T11" fmla="*/ 1 h 20"/>
                  <a:gd name="T12" fmla="*/ 8 w 10"/>
                  <a:gd name="T13" fmla="*/ 3 h 20"/>
                  <a:gd name="T14" fmla="*/ 10 w 10"/>
                  <a:gd name="T15" fmla="*/ 5 h 20"/>
                  <a:gd name="T16" fmla="*/ 10 w 10"/>
                  <a:gd name="T17" fmla="*/ 8 h 20"/>
                  <a:gd name="T18" fmla="*/ 10 w 10"/>
                  <a:gd name="T19" fmla="*/ 11 h 20"/>
                  <a:gd name="T20" fmla="*/ 10 w 10"/>
                  <a:gd name="T21" fmla="*/ 14 h 20"/>
                  <a:gd name="T22" fmla="*/ 10 w 10"/>
                  <a:gd name="T23" fmla="*/ 16 h 20"/>
                  <a:gd name="T24" fmla="*/ 10 w 10"/>
                  <a:gd name="T25" fmla="*/ 17 h 20"/>
                  <a:gd name="T26" fmla="*/ 7 w 10"/>
                  <a:gd name="T27" fmla="*/ 20 h 20"/>
                  <a:gd name="T28" fmla="*/ 6 w 10"/>
                  <a:gd name="T29" fmla="*/ 19 h 20"/>
                  <a:gd name="T30" fmla="*/ 5 w 10"/>
                  <a:gd name="T31" fmla="*/ 17 h 20"/>
                  <a:gd name="T32" fmla="*/ 4 w 10"/>
                  <a:gd name="T33" fmla="*/ 15 h 20"/>
                  <a:gd name="T34" fmla="*/ 4 w 10"/>
                  <a:gd name="T35" fmla="*/ 12 h 20"/>
                  <a:gd name="T36" fmla="*/ 1 w 10"/>
                  <a:gd name="T3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20">
                    <a:moveTo>
                      <a:pt x="1" y="10"/>
                    </a:moveTo>
                    <a:cubicBezTo>
                      <a:pt x="1" y="9"/>
                      <a:pt x="0" y="9"/>
                      <a:pt x="0" y="8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9" y="4"/>
                      <a:pt x="9" y="5"/>
                      <a:pt x="10" y="5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9"/>
                      <a:pt x="10" y="10"/>
                      <a:pt x="10" y="11"/>
                    </a:cubicBezTo>
                    <a:cubicBezTo>
                      <a:pt x="10" y="12"/>
                      <a:pt x="10" y="13"/>
                      <a:pt x="10" y="14"/>
                    </a:cubicBezTo>
                    <a:cubicBezTo>
                      <a:pt x="10" y="14"/>
                      <a:pt x="10" y="15"/>
                      <a:pt x="10" y="16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9" y="18"/>
                      <a:pt x="9" y="20"/>
                      <a:pt x="7" y="20"/>
                    </a:cubicBezTo>
                    <a:cubicBezTo>
                      <a:pt x="7" y="20"/>
                      <a:pt x="7" y="20"/>
                      <a:pt x="6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5" y="14"/>
                      <a:pt x="5" y="12"/>
                      <a:pt x="4" y="12"/>
                    </a:cubicBezTo>
                    <a:cubicBezTo>
                      <a:pt x="3" y="11"/>
                      <a:pt x="2" y="11"/>
                      <a:pt x="1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9" name="Freeform 2400">
                <a:extLst>
                  <a:ext uri="{FF2B5EF4-FFF2-40B4-BE49-F238E27FC236}">
                    <a16:creationId xmlns:a16="http://schemas.microsoft.com/office/drawing/2014/main" id="{A9D5ED18-C251-1646-A7C1-300EEBAEB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569"/>
                <a:ext cx="2" cy="3"/>
              </a:xfrm>
              <a:custGeom>
                <a:avLst/>
                <a:gdLst>
                  <a:gd name="T0" fmla="*/ 0 w 5"/>
                  <a:gd name="T1" fmla="*/ 4 h 6"/>
                  <a:gd name="T2" fmla="*/ 0 w 5"/>
                  <a:gd name="T3" fmla="*/ 4 h 6"/>
                  <a:gd name="T4" fmla="*/ 0 w 5"/>
                  <a:gd name="T5" fmla="*/ 2 h 6"/>
                  <a:gd name="T6" fmla="*/ 0 w 5"/>
                  <a:gd name="T7" fmla="*/ 1 h 6"/>
                  <a:gd name="T8" fmla="*/ 1 w 5"/>
                  <a:gd name="T9" fmla="*/ 0 h 6"/>
                  <a:gd name="T10" fmla="*/ 2 w 5"/>
                  <a:gd name="T11" fmla="*/ 2 h 6"/>
                  <a:gd name="T12" fmla="*/ 3 w 5"/>
                  <a:gd name="T13" fmla="*/ 4 h 6"/>
                  <a:gd name="T14" fmla="*/ 4 w 5"/>
                  <a:gd name="T15" fmla="*/ 5 h 6"/>
                  <a:gd name="T16" fmla="*/ 0 w 5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4" y="4"/>
                      <a:pt x="5" y="5"/>
                      <a:pt x="4" y="5"/>
                    </a:cubicBezTo>
                    <a:cubicBezTo>
                      <a:pt x="3" y="6"/>
                      <a:pt x="1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0" name="Freeform 2401">
                <a:extLst>
                  <a:ext uri="{FF2B5EF4-FFF2-40B4-BE49-F238E27FC236}">
                    <a16:creationId xmlns:a16="http://schemas.microsoft.com/office/drawing/2014/main" id="{37F45D5E-04D7-894C-895E-568395CBD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1572"/>
                <a:ext cx="10" cy="9"/>
              </a:xfrm>
              <a:custGeom>
                <a:avLst/>
                <a:gdLst>
                  <a:gd name="T0" fmla="*/ 1 w 25"/>
                  <a:gd name="T1" fmla="*/ 5 h 23"/>
                  <a:gd name="T2" fmla="*/ 0 w 25"/>
                  <a:gd name="T3" fmla="*/ 3 h 23"/>
                  <a:gd name="T4" fmla="*/ 1 w 25"/>
                  <a:gd name="T5" fmla="*/ 1 h 23"/>
                  <a:gd name="T6" fmla="*/ 4 w 25"/>
                  <a:gd name="T7" fmla="*/ 0 h 23"/>
                  <a:gd name="T8" fmla="*/ 7 w 25"/>
                  <a:gd name="T9" fmla="*/ 2 h 23"/>
                  <a:gd name="T10" fmla="*/ 11 w 25"/>
                  <a:gd name="T11" fmla="*/ 2 h 23"/>
                  <a:gd name="T12" fmla="*/ 14 w 25"/>
                  <a:gd name="T13" fmla="*/ 3 h 23"/>
                  <a:gd name="T14" fmla="*/ 18 w 25"/>
                  <a:gd name="T15" fmla="*/ 4 h 23"/>
                  <a:gd name="T16" fmla="*/ 20 w 25"/>
                  <a:gd name="T17" fmla="*/ 6 h 23"/>
                  <a:gd name="T18" fmla="*/ 22 w 25"/>
                  <a:gd name="T19" fmla="*/ 9 h 23"/>
                  <a:gd name="T20" fmla="*/ 23 w 25"/>
                  <a:gd name="T21" fmla="*/ 11 h 23"/>
                  <a:gd name="T22" fmla="*/ 24 w 25"/>
                  <a:gd name="T23" fmla="*/ 12 h 23"/>
                  <a:gd name="T24" fmla="*/ 22 w 25"/>
                  <a:gd name="T25" fmla="*/ 14 h 23"/>
                  <a:gd name="T26" fmla="*/ 19 w 25"/>
                  <a:gd name="T27" fmla="*/ 13 h 23"/>
                  <a:gd name="T28" fmla="*/ 17 w 25"/>
                  <a:gd name="T29" fmla="*/ 16 h 23"/>
                  <a:gd name="T30" fmla="*/ 18 w 25"/>
                  <a:gd name="T31" fmla="*/ 19 h 23"/>
                  <a:gd name="T32" fmla="*/ 18 w 25"/>
                  <a:gd name="T33" fmla="*/ 20 h 23"/>
                  <a:gd name="T34" fmla="*/ 19 w 25"/>
                  <a:gd name="T35" fmla="*/ 21 h 23"/>
                  <a:gd name="T36" fmla="*/ 16 w 25"/>
                  <a:gd name="T37" fmla="*/ 23 h 23"/>
                  <a:gd name="T38" fmla="*/ 8 w 25"/>
                  <a:gd name="T39" fmla="*/ 18 h 23"/>
                  <a:gd name="T40" fmla="*/ 5 w 25"/>
                  <a:gd name="T41" fmla="*/ 15 h 23"/>
                  <a:gd name="T42" fmla="*/ 4 w 25"/>
                  <a:gd name="T43" fmla="*/ 12 h 23"/>
                  <a:gd name="T44" fmla="*/ 2 w 25"/>
                  <a:gd name="T45" fmla="*/ 8 h 23"/>
                  <a:gd name="T46" fmla="*/ 1 w 25"/>
                  <a:gd name="T47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23">
                    <a:moveTo>
                      <a:pt x="1" y="5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8" y="2"/>
                      <a:pt x="9" y="2"/>
                      <a:pt x="11" y="2"/>
                    </a:cubicBezTo>
                    <a:cubicBezTo>
                      <a:pt x="12" y="2"/>
                      <a:pt x="13" y="3"/>
                      <a:pt x="14" y="3"/>
                    </a:cubicBezTo>
                    <a:cubicBezTo>
                      <a:pt x="16" y="3"/>
                      <a:pt x="17" y="3"/>
                      <a:pt x="18" y="4"/>
                    </a:cubicBezTo>
                    <a:cubicBezTo>
                      <a:pt x="18" y="5"/>
                      <a:pt x="19" y="6"/>
                      <a:pt x="20" y="6"/>
                    </a:cubicBezTo>
                    <a:cubicBezTo>
                      <a:pt x="21" y="7"/>
                      <a:pt x="21" y="8"/>
                      <a:pt x="22" y="9"/>
                    </a:cubicBezTo>
                    <a:cubicBezTo>
                      <a:pt x="22" y="10"/>
                      <a:pt x="23" y="10"/>
                      <a:pt x="23" y="11"/>
                    </a:cubicBezTo>
                    <a:cubicBezTo>
                      <a:pt x="23" y="11"/>
                      <a:pt x="24" y="12"/>
                      <a:pt x="24" y="12"/>
                    </a:cubicBezTo>
                    <a:cubicBezTo>
                      <a:pt x="25" y="14"/>
                      <a:pt x="24" y="14"/>
                      <a:pt x="22" y="14"/>
                    </a:cubicBezTo>
                    <a:cubicBezTo>
                      <a:pt x="21" y="14"/>
                      <a:pt x="20" y="13"/>
                      <a:pt x="19" y="13"/>
                    </a:cubicBezTo>
                    <a:cubicBezTo>
                      <a:pt x="19" y="14"/>
                      <a:pt x="18" y="15"/>
                      <a:pt x="17" y="16"/>
                    </a:cubicBezTo>
                    <a:cubicBezTo>
                      <a:pt x="17" y="17"/>
                      <a:pt x="18" y="18"/>
                      <a:pt x="18" y="19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9" y="21"/>
                    </a:cubicBezTo>
                    <a:cubicBezTo>
                      <a:pt x="19" y="22"/>
                      <a:pt x="17" y="23"/>
                      <a:pt x="16" y="23"/>
                    </a:cubicBezTo>
                    <a:cubicBezTo>
                      <a:pt x="13" y="23"/>
                      <a:pt x="10" y="20"/>
                      <a:pt x="8" y="18"/>
                    </a:cubicBezTo>
                    <a:cubicBezTo>
                      <a:pt x="7" y="17"/>
                      <a:pt x="6" y="16"/>
                      <a:pt x="5" y="15"/>
                    </a:cubicBezTo>
                    <a:cubicBezTo>
                      <a:pt x="4" y="14"/>
                      <a:pt x="4" y="13"/>
                      <a:pt x="4" y="12"/>
                    </a:cubicBezTo>
                    <a:cubicBezTo>
                      <a:pt x="3" y="11"/>
                      <a:pt x="3" y="9"/>
                      <a:pt x="2" y="8"/>
                    </a:cubicBezTo>
                    <a:cubicBezTo>
                      <a:pt x="1" y="7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1" name="Freeform 2402">
                <a:extLst>
                  <a:ext uri="{FF2B5EF4-FFF2-40B4-BE49-F238E27FC236}">
                    <a16:creationId xmlns:a16="http://schemas.microsoft.com/office/drawing/2014/main" id="{23AB22B8-5BC0-954E-8857-C9A4B734A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573"/>
                <a:ext cx="7" cy="11"/>
              </a:xfrm>
              <a:custGeom>
                <a:avLst/>
                <a:gdLst>
                  <a:gd name="T0" fmla="*/ 4 w 18"/>
                  <a:gd name="T1" fmla="*/ 10 h 25"/>
                  <a:gd name="T2" fmla="*/ 4 w 18"/>
                  <a:gd name="T3" fmla="*/ 7 h 25"/>
                  <a:gd name="T4" fmla="*/ 2 w 18"/>
                  <a:gd name="T5" fmla="*/ 5 h 25"/>
                  <a:gd name="T6" fmla="*/ 4 w 18"/>
                  <a:gd name="T7" fmla="*/ 1 h 25"/>
                  <a:gd name="T8" fmla="*/ 5 w 18"/>
                  <a:gd name="T9" fmla="*/ 2 h 25"/>
                  <a:gd name="T10" fmla="*/ 7 w 18"/>
                  <a:gd name="T11" fmla="*/ 2 h 25"/>
                  <a:gd name="T12" fmla="*/ 9 w 18"/>
                  <a:gd name="T13" fmla="*/ 4 h 25"/>
                  <a:gd name="T14" fmla="*/ 10 w 18"/>
                  <a:gd name="T15" fmla="*/ 6 h 25"/>
                  <a:gd name="T16" fmla="*/ 12 w 18"/>
                  <a:gd name="T17" fmla="*/ 9 h 25"/>
                  <a:gd name="T18" fmla="*/ 13 w 18"/>
                  <a:gd name="T19" fmla="*/ 12 h 25"/>
                  <a:gd name="T20" fmla="*/ 14 w 18"/>
                  <a:gd name="T21" fmla="*/ 14 h 25"/>
                  <a:gd name="T22" fmla="*/ 15 w 18"/>
                  <a:gd name="T23" fmla="*/ 16 h 25"/>
                  <a:gd name="T24" fmla="*/ 17 w 18"/>
                  <a:gd name="T25" fmla="*/ 18 h 25"/>
                  <a:gd name="T26" fmla="*/ 16 w 18"/>
                  <a:gd name="T27" fmla="*/ 24 h 25"/>
                  <a:gd name="T28" fmla="*/ 13 w 18"/>
                  <a:gd name="T29" fmla="*/ 25 h 25"/>
                  <a:gd name="T30" fmla="*/ 11 w 18"/>
                  <a:gd name="T31" fmla="*/ 25 h 25"/>
                  <a:gd name="T32" fmla="*/ 7 w 18"/>
                  <a:gd name="T33" fmla="*/ 22 h 25"/>
                  <a:gd name="T34" fmla="*/ 4 w 18"/>
                  <a:gd name="T35" fmla="*/ 18 h 25"/>
                  <a:gd name="T36" fmla="*/ 4 w 18"/>
                  <a:gd name="T37" fmla="*/ 14 h 25"/>
                  <a:gd name="T38" fmla="*/ 4 w 18"/>
                  <a:gd name="T39" fmla="*/ 12 h 25"/>
                  <a:gd name="T40" fmla="*/ 4 w 18"/>
                  <a:gd name="T41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25">
                    <a:moveTo>
                      <a:pt x="4" y="10"/>
                    </a:moveTo>
                    <a:cubicBezTo>
                      <a:pt x="4" y="9"/>
                      <a:pt x="4" y="8"/>
                      <a:pt x="4" y="7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0" y="3"/>
                      <a:pt x="2" y="0"/>
                      <a:pt x="4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5"/>
                      <a:pt x="10" y="6"/>
                      <a:pt x="10" y="6"/>
                    </a:cubicBezTo>
                    <a:cubicBezTo>
                      <a:pt x="11" y="7"/>
                      <a:pt x="12" y="8"/>
                      <a:pt x="12" y="9"/>
                    </a:cubicBezTo>
                    <a:cubicBezTo>
                      <a:pt x="12" y="10"/>
                      <a:pt x="13" y="11"/>
                      <a:pt x="13" y="12"/>
                    </a:cubicBezTo>
                    <a:cubicBezTo>
                      <a:pt x="13" y="13"/>
                      <a:pt x="13" y="14"/>
                      <a:pt x="14" y="14"/>
                    </a:cubicBezTo>
                    <a:cubicBezTo>
                      <a:pt x="14" y="15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7" y="18"/>
                    </a:cubicBezTo>
                    <a:cubicBezTo>
                      <a:pt x="18" y="20"/>
                      <a:pt x="18" y="23"/>
                      <a:pt x="16" y="24"/>
                    </a:cubicBezTo>
                    <a:cubicBezTo>
                      <a:pt x="15" y="24"/>
                      <a:pt x="14" y="25"/>
                      <a:pt x="13" y="25"/>
                    </a:cubicBezTo>
                    <a:cubicBezTo>
                      <a:pt x="13" y="25"/>
                      <a:pt x="12" y="25"/>
                      <a:pt x="11" y="25"/>
                    </a:cubicBezTo>
                    <a:cubicBezTo>
                      <a:pt x="9" y="24"/>
                      <a:pt x="8" y="23"/>
                      <a:pt x="7" y="22"/>
                    </a:cubicBezTo>
                    <a:cubicBezTo>
                      <a:pt x="6" y="21"/>
                      <a:pt x="5" y="19"/>
                      <a:pt x="4" y="18"/>
                    </a:cubicBezTo>
                    <a:cubicBezTo>
                      <a:pt x="4" y="17"/>
                      <a:pt x="4" y="15"/>
                      <a:pt x="4" y="14"/>
                    </a:cubicBezTo>
                    <a:cubicBezTo>
                      <a:pt x="4" y="14"/>
                      <a:pt x="4" y="13"/>
                      <a:pt x="4" y="12"/>
                    </a:cubicBezTo>
                    <a:cubicBezTo>
                      <a:pt x="4" y="12"/>
                      <a:pt x="4" y="11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2" name="Freeform 2403">
                <a:extLst>
                  <a:ext uri="{FF2B5EF4-FFF2-40B4-BE49-F238E27FC236}">
                    <a16:creationId xmlns:a16="http://schemas.microsoft.com/office/drawing/2014/main" id="{182D4791-886E-694D-8C60-5C3ACEA30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1579"/>
                <a:ext cx="2" cy="2"/>
              </a:xfrm>
              <a:custGeom>
                <a:avLst/>
                <a:gdLst>
                  <a:gd name="T0" fmla="*/ 1 w 3"/>
                  <a:gd name="T1" fmla="*/ 1 h 4"/>
                  <a:gd name="T2" fmla="*/ 3 w 3"/>
                  <a:gd name="T3" fmla="*/ 2 h 4"/>
                  <a:gd name="T4" fmla="*/ 1 w 3"/>
                  <a:gd name="T5" fmla="*/ 3 h 4"/>
                  <a:gd name="T6" fmla="*/ 0 w 3"/>
                  <a:gd name="T7" fmla="*/ 2 h 4"/>
                  <a:gd name="T8" fmla="*/ 1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3" name="Freeform 2404">
                <a:extLst>
                  <a:ext uri="{FF2B5EF4-FFF2-40B4-BE49-F238E27FC236}">
                    <a16:creationId xmlns:a16="http://schemas.microsoft.com/office/drawing/2014/main" id="{C4790912-1A05-1D48-B8F7-E2C7F8819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1578"/>
                <a:ext cx="3" cy="3"/>
              </a:xfrm>
              <a:custGeom>
                <a:avLst/>
                <a:gdLst>
                  <a:gd name="T0" fmla="*/ 1 w 8"/>
                  <a:gd name="T1" fmla="*/ 7 h 8"/>
                  <a:gd name="T2" fmla="*/ 0 w 8"/>
                  <a:gd name="T3" fmla="*/ 6 h 8"/>
                  <a:gd name="T4" fmla="*/ 0 w 8"/>
                  <a:gd name="T5" fmla="*/ 5 h 8"/>
                  <a:gd name="T6" fmla="*/ 1 w 8"/>
                  <a:gd name="T7" fmla="*/ 4 h 8"/>
                  <a:gd name="T8" fmla="*/ 1 w 8"/>
                  <a:gd name="T9" fmla="*/ 2 h 8"/>
                  <a:gd name="T10" fmla="*/ 5 w 8"/>
                  <a:gd name="T11" fmla="*/ 1 h 8"/>
                  <a:gd name="T12" fmla="*/ 6 w 8"/>
                  <a:gd name="T13" fmla="*/ 2 h 8"/>
                  <a:gd name="T14" fmla="*/ 7 w 8"/>
                  <a:gd name="T15" fmla="*/ 3 h 8"/>
                  <a:gd name="T16" fmla="*/ 8 w 8"/>
                  <a:gd name="T17" fmla="*/ 5 h 8"/>
                  <a:gd name="T18" fmla="*/ 6 w 8"/>
                  <a:gd name="T19" fmla="*/ 6 h 8"/>
                  <a:gd name="T20" fmla="*/ 3 w 8"/>
                  <a:gd name="T21" fmla="*/ 7 h 8"/>
                  <a:gd name="T22" fmla="*/ 1 w 8"/>
                  <a:gd name="T2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8">
                    <a:moveTo>
                      <a:pt x="1" y="7"/>
                    </a:move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2" y="0"/>
                      <a:pt x="3" y="1"/>
                      <a:pt x="5" y="1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2" y="7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4" name="Freeform 2405">
                <a:extLst>
                  <a:ext uri="{FF2B5EF4-FFF2-40B4-BE49-F238E27FC236}">
                    <a16:creationId xmlns:a16="http://schemas.microsoft.com/office/drawing/2014/main" id="{DB7C0C9B-34A9-3A49-91D6-3F4439241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586"/>
                <a:ext cx="2" cy="3"/>
              </a:xfrm>
              <a:custGeom>
                <a:avLst/>
                <a:gdLst>
                  <a:gd name="T0" fmla="*/ 2 w 5"/>
                  <a:gd name="T1" fmla="*/ 6 h 6"/>
                  <a:gd name="T2" fmla="*/ 0 w 5"/>
                  <a:gd name="T3" fmla="*/ 3 h 6"/>
                  <a:gd name="T4" fmla="*/ 0 w 5"/>
                  <a:gd name="T5" fmla="*/ 1 h 6"/>
                  <a:gd name="T6" fmla="*/ 1 w 5"/>
                  <a:gd name="T7" fmla="*/ 0 h 6"/>
                  <a:gd name="T8" fmla="*/ 3 w 5"/>
                  <a:gd name="T9" fmla="*/ 0 h 6"/>
                  <a:gd name="T10" fmla="*/ 4 w 5"/>
                  <a:gd name="T11" fmla="*/ 2 h 6"/>
                  <a:gd name="T12" fmla="*/ 5 w 5"/>
                  <a:gd name="T13" fmla="*/ 5 h 6"/>
                  <a:gd name="T14" fmla="*/ 2 w 5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1" y="5"/>
                      <a:pt x="1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6"/>
                      <a:pt x="2" y="6"/>
                      <a:pt x="2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5" name="Freeform 2406">
                <a:extLst>
                  <a:ext uri="{FF2B5EF4-FFF2-40B4-BE49-F238E27FC236}">
                    <a16:creationId xmlns:a16="http://schemas.microsoft.com/office/drawing/2014/main" id="{A5AA3BA1-C630-0741-A48F-F8C76A393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588"/>
                <a:ext cx="2" cy="2"/>
              </a:xfrm>
              <a:custGeom>
                <a:avLst/>
                <a:gdLst>
                  <a:gd name="T0" fmla="*/ 1 w 5"/>
                  <a:gd name="T1" fmla="*/ 4 h 4"/>
                  <a:gd name="T2" fmla="*/ 0 w 5"/>
                  <a:gd name="T3" fmla="*/ 2 h 4"/>
                  <a:gd name="T4" fmla="*/ 2 w 5"/>
                  <a:gd name="T5" fmla="*/ 0 h 4"/>
                  <a:gd name="T6" fmla="*/ 4 w 5"/>
                  <a:gd name="T7" fmla="*/ 1 h 4"/>
                  <a:gd name="T8" fmla="*/ 3 w 5"/>
                  <a:gd name="T9" fmla="*/ 4 h 4"/>
                  <a:gd name="T10" fmla="*/ 2 w 5"/>
                  <a:gd name="T11" fmla="*/ 4 h 4"/>
                  <a:gd name="T12" fmla="*/ 1 w 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6" name="Freeform 2407">
                <a:extLst>
                  <a:ext uri="{FF2B5EF4-FFF2-40B4-BE49-F238E27FC236}">
                    <a16:creationId xmlns:a16="http://schemas.microsoft.com/office/drawing/2014/main" id="{60BB619D-C369-1247-B12A-E7DB1B4AB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591"/>
                <a:ext cx="3" cy="3"/>
              </a:xfrm>
              <a:custGeom>
                <a:avLst/>
                <a:gdLst>
                  <a:gd name="T0" fmla="*/ 1 w 8"/>
                  <a:gd name="T1" fmla="*/ 1 h 7"/>
                  <a:gd name="T2" fmla="*/ 4 w 8"/>
                  <a:gd name="T3" fmla="*/ 0 h 7"/>
                  <a:gd name="T4" fmla="*/ 6 w 8"/>
                  <a:gd name="T5" fmla="*/ 1 h 7"/>
                  <a:gd name="T6" fmla="*/ 8 w 8"/>
                  <a:gd name="T7" fmla="*/ 4 h 7"/>
                  <a:gd name="T8" fmla="*/ 7 w 8"/>
                  <a:gd name="T9" fmla="*/ 6 h 7"/>
                  <a:gd name="T10" fmla="*/ 4 w 8"/>
                  <a:gd name="T11" fmla="*/ 6 h 7"/>
                  <a:gd name="T12" fmla="*/ 3 w 8"/>
                  <a:gd name="T13" fmla="*/ 5 h 7"/>
                  <a:gd name="T14" fmla="*/ 2 w 8"/>
                  <a:gd name="T15" fmla="*/ 4 h 7"/>
                  <a:gd name="T16" fmla="*/ 1 w 8"/>
                  <a:gd name="T1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7" y="2"/>
                      <a:pt x="8" y="2"/>
                      <a:pt x="8" y="4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6" y="7"/>
                      <a:pt x="5" y="6"/>
                      <a:pt x="4" y="6"/>
                    </a:cubicBezTo>
                    <a:cubicBezTo>
                      <a:pt x="4" y="6"/>
                      <a:pt x="3" y="6"/>
                      <a:pt x="3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7" name="Freeform 2408">
                <a:extLst>
                  <a:ext uri="{FF2B5EF4-FFF2-40B4-BE49-F238E27FC236}">
                    <a16:creationId xmlns:a16="http://schemas.microsoft.com/office/drawing/2014/main" id="{B7F4C903-388F-F348-B76C-95EC472CC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593"/>
                <a:ext cx="3" cy="4"/>
              </a:xfrm>
              <a:custGeom>
                <a:avLst/>
                <a:gdLst>
                  <a:gd name="T0" fmla="*/ 1 w 8"/>
                  <a:gd name="T1" fmla="*/ 7 h 9"/>
                  <a:gd name="T2" fmla="*/ 1 w 8"/>
                  <a:gd name="T3" fmla="*/ 3 h 9"/>
                  <a:gd name="T4" fmla="*/ 2 w 8"/>
                  <a:gd name="T5" fmla="*/ 1 h 9"/>
                  <a:gd name="T6" fmla="*/ 5 w 8"/>
                  <a:gd name="T7" fmla="*/ 1 h 9"/>
                  <a:gd name="T8" fmla="*/ 6 w 8"/>
                  <a:gd name="T9" fmla="*/ 2 h 9"/>
                  <a:gd name="T10" fmla="*/ 6 w 8"/>
                  <a:gd name="T11" fmla="*/ 3 h 9"/>
                  <a:gd name="T12" fmla="*/ 7 w 8"/>
                  <a:gd name="T13" fmla="*/ 5 h 9"/>
                  <a:gd name="T14" fmla="*/ 8 w 8"/>
                  <a:gd name="T15" fmla="*/ 8 h 9"/>
                  <a:gd name="T16" fmla="*/ 6 w 8"/>
                  <a:gd name="T17" fmla="*/ 9 h 9"/>
                  <a:gd name="T18" fmla="*/ 3 w 8"/>
                  <a:gd name="T19" fmla="*/ 8 h 9"/>
                  <a:gd name="T20" fmla="*/ 1 w 8"/>
                  <a:gd name="T2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1" y="7"/>
                    </a:moveTo>
                    <a:cubicBezTo>
                      <a:pt x="0" y="6"/>
                      <a:pt x="0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8" y="6"/>
                      <a:pt x="8" y="7"/>
                      <a:pt x="8" y="8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8" name="Freeform 2409">
                <a:extLst>
                  <a:ext uri="{FF2B5EF4-FFF2-40B4-BE49-F238E27FC236}">
                    <a16:creationId xmlns:a16="http://schemas.microsoft.com/office/drawing/2014/main" id="{BA116EE4-3D60-BE44-BFFB-154A7FE7B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597"/>
                <a:ext cx="4" cy="3"/>
              </a:xfrm>
              <a:custGeom>
                <a:avLst/>
                <a:gdLst>
                  <a:gd name="T0" fmla="*/ 1 w 9"/>
                  <a:gd name="T1" fmla="*/ 5 h 6"/>
                  <a:gd name="T2" fmla="*/ 0 w 9"/>
                  <a:gd name="T3" fmla="*/ 4 h 6"/>
                  <a:gd name="T4" fmla="*/ 0 w 9"/>
                  <a:gd name="T5" fmla="*/ 2 h 6"/>
                  <a:gd name="T6" fmla="*/ 1 w 9"/>
                  <a:gd name="T7" fmla="*/ 0 h 6"/>
                  <a:gd name="T8" fmla="*/ 3 w 9"/>
                  <a:gd name="T9" fmla="*/ 0 h 6"/>
                  <a:gd name="T10" fmla="*/ 6 w 9"/>
                  <a:gd name="T11" fmla="*/ 1 h 6"/>
                  <a:gd name="T12" fmla="*/ 8 w 9"/>
                  <a:gd name="T13" fmla="*/ 1 h 6"/>
                  <a:gd name="T14" fmla="*/ 8 w 9"/>
                  <a:gd name="T15" fmla="*/ 4 h 6"/>
                  <a:gd name="T16" fmla="*/ 5 w 9"/>
                  <a:gd name="T17" fmla="*/ 6 h 6"/>
                  <a:gd name="T18" fmla="*/ 2 w 9"/>
                  <a:gd name="T19" fmla="*/ 6 h 6"/>
                  <a:gd name="T20" fmla="*/ 1 w 9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6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9" y="2"/>
                      <a:pt x="8" y="3"/>
                      <a:pt x="8" y="4"/>
                    </a:cubicBezTo>
                    <a:cubicBezTo>
                      <a:pt x="8" y="5"/>
                      <a:pt x="6" y="6"/>
                      <a:pt x="5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2" y="6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9" name="Freeform 2410">
                <a:extLst>
                  <a:ext uri="{FF2B5EF4-FFF2-40B4-BE49-F238E27FC236}">
                    <a16:creationId xmlns:a16="http://schemas.microsoft.com/office/drawing/2014/main" id="{E0DDE57F-5019-B143-9E81-D054AA34C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585"/>
                <a:ext cx="4" cy="5"/>
              </a:xfrm>
              <a:custGeom>
                <a:avLst/>
                <a:gdLst>
                  <a:gd name="T0" fmla="*/ 1 w 9"/>
                  <a:gd name="T1" fmla="*/ 11 h 12"/>
                  <a:gd name="T2" fmla="*/ 0 w 9"/>
                  <a:gd name="T3" fmla="*/ 8 h 12"/>
                  <a:gd name="T4" fmla="*/ 1 w 9"/>
                  <a:gd name="T5" fmla="*/ 5 h 12"/>
                  <a:gd name="T6" fmla="*/ 2 w 9"/>
                  <a:gd name="T7" fmla="*/ 3 h 12"/>
                  <a:gd name="T8" fmla="*/ 5 w 9"/>
                  <a:gd name="T9" fmla="*/ 3 h 12"/>
                  <a:gd name="T10" fmla="*/ 8 w 9"/>
                  <a:gd name="T11" fmla="*/ 2 h 12"/>
                  <a:gd name="T12" fmla="*/ 8 w 9"/>
                  <a:gd name="T13" fmla="*/ 6 h 12"/>
                  <a:gd name="T14" fmla="*/ 8 w 9"/>
                  <a:gd name="T15" fmla="*/ 8 h 12"/>
                  <a:gd name="T16" fmla="*/ 5 w 9"/>
                  <a:gd name="T17" fmla="*/ 9 h 12"/>
                  <a:gd name="T18" fmla="*/ 3 w 9"/>
                  <a:gd name="T19" fmla="*/ 9 h 12"/>
                  <a:gd name="T20" fmla="*/ 1 w 9"/>
                  <a:gd name="T2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2">
                    <a:moveTo>
                      <a:pt x="1" y="11"/>
                    </a:moveTo>
                    <a:cubicBezTo>
                      <a:pt x="0" y="11"/>
                      <a:pt x="0" y="9"/>
                      <a:pt x="0" y="8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1" y="5"/>
                      <a:pt x="1" y="3"/>
                      <a:pt x="2" y="3"/>
                    </a:cubicBezTo>
                    <a:cubicBezTo>
                      <a:pt x="3" y="3"/>
                      <a:pt x="4" y="4"/>
                      <a:pt x="5" y="3"/>
                    </a:cubicBezTo>
                    <a:cubicBezTo>
                      <a:pt x="5" y="3"/>
                      <a:pt x="7" y="0"/>
                      <a:pt x="8" y="2"/>
                    </a:cubicBezTo>
                    <a:cubicBezTo>
                      <a:pt x="9" y="3"/>
                      <a:pt x="8" y="4"/>
                      <a:pt x="8" y="6"/>
                    </a:cubicBezTo>
                    <a:cubicBezTo>
                      <a:pt x="8" y="6"/>
                      <a:pt x="8" y="7"/>
                      <a:pt x="8" y="8"/>
                    </a:cubicBezTo>
                    <a:cubicBezTo>
                      <a:pt x="7" y="8"/>
                      <a:pt x="6" y="9"/>
                      <a:pt x="5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3" y="10"/>
                      <a:pt x="2" y="12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0" name="Freeform 2411">
                <a:extLst>
                  <a:ext uri="{FF2B5EF4-FFF2-40B4-BE49-F238E27FC236}">
                    <a16:creationId xmlns:a16="http://schemas.microsoft.com/office/drawing/2014/main" id="{34AADF9D-DA3C-964F-A0B8-DB964BE04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585"/>
                <a:ext cx="3" cy="3"/>
              </a:xfrm>
              <a:custGeom>
                <a:avLst/>
                <a:gdLst>
                  <a:gd name="T0" fmla="*/ 0 w 7"/>
                  <a:gd name="T1" fmla="*/ 4 h 7"/>
                  <a:gd name="T2" fmla="*/ 0 w 7"/>
                  <a:gd name="T3" fmla="*/ 4 h 7"/>
                  <a:gd name="T4" fmla="*/ 0 w 7"/>
                  <a:gd name="T5" fmla="*/ 3 h 7"/>
                  <a:gd name="T6" fmla="*/ 0 w 7"/>
                  <a:gd name="T7" fmla="*/ 3 h 7"/>
                  <a:gd name="T8" fmla="*/ 0 w 7"/>
                  <a:gd name="T9" fmla="*/ 2 h 7"/>
                  <a:gd name="T10" fmla="*/ 4 w 7"/>
                  <a:gd name="T11" fmla="*/ 1 h 7"/>
                  <a:gd name="T12" fmla="*/ 5 w 7"/>
                  <a:gd name="T13" fmla="*/ 2 h 7"/>
                  <a:gd name="T14" fmla="*/ 7 w 7"/>
                  <a:gd name="T15" fmla="*/ 4 h 7"/>
                  <a:gd name="T16" fmla="*/ 7 w 7"/>
                  <a:gd name="T17" fmla="*/ 6 h 7"/>
                  <a:gd name="T18" fmla="*/ 4 w 7"/>
                  <a:gd name="T19" fmla="*/ 6 h 7"/>
                  <a:gd name="T20" fmla="*/ 0 w 7"/>
                  <a:gd name="T2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3" y="0"/>
                      <a:pt x="4" y="1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6" y="3"/>
                      <a:pt x="6" y="3"/>
                      <a:pt x="7" y="4"/>
                    </a:cubicBezTo>
                    <a:cubicBezTo>
                      <a:pt x="7" y="4"/>
                      <a:pt x="7" y="5"/>
                      <a:pt x="7" y="6"/>
                    </a:cubicBezTo>
                    <a:cubicBezTo>
                      <a:pt x="6" y="7"/>
                      <a:pt x="5" y="7"/>
                      <a:pt x="4" y="6"/>
                    </a:cubicBezTo>
                    <a:cubicBezTo>
                      <a:pt x="2" y="6"/>
                      <a:pt x="1" y="6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1" name="Freeform 2412">
                <a:extLst>
                  <a:ext uri="{FF2B5EF4-FFF2-40B4-BE49-F238E27FC236}">
                    <a16:creationId xmlns:a16="http://schemas.microsoft.com/office/drawing/2014/main" id="{5419D37D-0D8C-AB43-A097-0EDCA0962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592"/>
                <a:ext cx="4" cy="3"/>
              </a:xfrm>
              <a:custGeom>
                <a:avLst/>
                <a:gdLst>
                  <a:gd name="T0" fmla="*/ 1 w 11"/>
                  <a:gd name="T1" fmla="*/ 8 h 8"/>
                  <a:gd name="T2" fmla="*/ 1 w 11"/>
                  <a:gd name="T3" fmla="*/ 8 h 8"/>
                  <a:gd name="T4" fmla="*/ 0 w 11"/>
                  <a:gd name="T5" fmla="*/ 5 h 8"/>
                  <a:gd name="T6" fmla="*/ 1 w 11"/>
                  <a:gd name="T7" fmla="*/ 4 h 8"/>
                  <a:gd name="T8" fmla="*/ 1 w 11"/>
                  <a:gd name="T9" fmla="*/ 3 h 8"/>
                  <a:gd name="T10" fmla="*/ 2 w 11"/>
                  <a:gd name="T11" fmla="*/ 2 h 8"/>
                  <a:gd name="T12" fmla="*/ 2 w 11"/>
                  <a:gd name="T13" fmla="*/ 1 h 8"/>
                  <a:gd name="T14" fmla="*/ 5 w 11"/>
                  <a:gd name="T15" fmla="*/ 0 h 8"/>
                  <a:gd name="T16" fmla="*/ 7 w 11"/>
                  <a:gd name="T17" fmla="*/ 0 h 8"/>
                  <a:gd name="T18" fmla="*/ 9 w 11"/>
                  <a:gd name="T19" fmla="*/ 2 h 8"/>
                  <a:gd name="T20" fmla="*/ 10 w 11"/>
                  <a:gd name="T21" fmla="*/ 2 h 8"/>
                  <a:gd name="T22" fmla="*/ 10 w 11"/>
                  <a:gd name="T23" fmla="*/ 5 h 8"/>
                  <a:gd name="T24" fmla="*/ 10 w 11"/>
                  <a:gd name="T25" fmla="*/ 8 h 8"/>
                  <a:gd name="T26" fmla="*/ 7 w 11"/>
                  <a:gd name="T27" fmla="*/ 8 h 8"/>
                  <a:gd name="T28" fmla="*/ 4 w 11"/>
                  <a:gd name="T29" fmla="*/ 8 h 8"/>
                  <a:gd name="T30" fmla="*/ 2 w 11"/>
                  <a:gd name="T31" fmla="*/ 8 h 8"/>
                  <a:gd name="T32" fmla="*/ 1 w 11"/>
                  <a:gd name="T3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8"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1"/>
                      <a:pt x="8" y="2"/>
                      <a:pt x="9" y="2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6"/>
                      <a:pt x="11" y="7"/>
                      <a:pt x="10" y="8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6" y="8"/>
                      <a:pt x="5" y="8"/>
                      <a:pt x="4" y="8"/>
                    </a:cubicBezTo>
                    <a:cubicBezTo>
                      <a:pt x="4" y="8"/>
                      <a:pt x="3" y="8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2" name="Freeform 2413">
                <a:extLst>
                  <a:ext uri="{FF2B5EF4-FFF2-40B4-BE49-F238E27FC236}">
                    <a16:creationId xmlns:a16="http://schemas.microsoft.com/office/drawing/2014/main" id="{F99A0B22-8741-F342-9CB4-72AEE1FD5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599"/>
                <a:ext cx="3" cy="3"/>
              </a:xfrm>
              <a:custGeom>
                <a:avLst/>
                <a:gdLst>
                  <a:gd name="T0" fmla="*/ 0 w 8"/>
                  <a:gd name="T1" fmla="*/ 3 h 6"/>
                  <a:gd name="T2" fmla="*/ 0 w 8"/>
                  <a:gd name="T3" fmla="*/ 2 h 6"/>
                  <a:gd name="T4" fmla="*/ 3 w 8"/>
                  <a:gd name="T5" fmla="*/ 0 h 6"/>
                  <a:gd name="T6" fmla="*/ 5 w 8"/>
                  <a:gd name="T7" fmla="*/ 1 h 6"/>
                  <a:gd name="T8" fmla="*/ 7 w 8"/>
                  <a:gd name="T9" fmla="*/ 1 h 6"/>
                  <a:gd name="T10" fmla="*/ 8 w 8"/>
                  <a:gd name="T11" fmla="*/ 4 h 6"/>
                  <a:gd name="T12" fmla="*/ 6 w 8"/>
                  <a:gd name="T13" fmla="*/ 6 h 6"/>
                  <a:gd name="T14" fmla="*/ 2 w 8"/>
                  <a:gd name="T15" fmla="*/ 5 h 6"/>
                  <a:gd name="T16" fmla="*/ 1 w 8"/>
                  <a:gd name="T17" fmla="*/ 5 h 6"/>
                  <a:gd name="T18" fmla="*/ 0 w 8"/>
                  <a:gd name="T1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0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5"/>
                      <a:pt x="7" y="5"/>
                      <a:pt x="6" y="6"/>
                    </a:cubicBezTo>
                    <a:cubicBezTo>
                      <a:pt x="5" y="6"/>
                      <a:pt x="3" y="5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3" name="Freeform 2414">
                <a:extLst>
                  <a:ext uri="{FF2B5EF4-FFF2-40B4-BE49-F238E27FC236}">
                    <a16:creationId xmlns:a16="http://schemas.microsoft.com/office/drawing/2014/main" id="{50D8AC17-E13D-784B-82A0-0349FD3AB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597"/>
                <a:ext cx="2" cy="1"/>
              </a:xfrm>
              <a:custGeom>
                <a:avLst/>
                <a:gdLst>
                  <a:gd name="T0" fmla="*/ 0 w 5"/>
                  <a:gd name="T1" fmla="*/ 1 h 4"/>
                  <a:gd name="T2" fmla="*/ 2 w 5"/>
                  <a:gd name="T3" fmla="*/ 0 h 4"/>
                  <a:gd name="T4" fmla="*/ 4 w 5"/>
                  <a:gd name="T5" fmla="*/ 1 h 4"/>
                  <a:gd name="T6" fmla="*/ 4 w 5"/>
                  <a:gd name="T7" fmla="*/ 3 h 4"/>
                  <a:gd name="T8" fmla="*/ 2 w 5"/>
                  <a:gd name="T9" fmla="*/ 3 h 4"/>
                  <a:gd name="T10" fmla="*/ 0 w 5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5" y="3"/>
                      <a:pt x="4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1" y="3"/>
                      <a:pt x="1" y="2"/>
                      <a:pt x="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4" name="Freeform 2415">
                <a:extLst>
                  <a:ext uri="{FF2B5EF4-FFF2-40B4-BE49-F238E27FC236}">
                    <a16:creationId xmlns:a16="http://schemas.microsoft.com/office/drawing/2014/main" id="{78DA954C-43DE-5A4B-899A-97D533B59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573"/>
                <a:ext cx="4" cy="11"/>
              </a:xfrm>
              <a:custGeom>
                <a:avLst/>
                <a:gdLst>
                  <a:gd name="T0" fmla="*/ 4 w 11"/>
                  <a:gd name="T1" fmla="*/ 25 h 25"/>
                  <a:gd name="T2" fmla="*/ 3 w 11"/>
                  <a:gd name="T3" fmla="*/ 25 h 25"/>
                  <a:gd name="T4" fmla="*/ 1 w 11"/>
                  <a:gd name="T5" fmla="*/ 20 h 25"/>
                  <a:gd name="T6" fmla="*/ 2 w 11"/>
                  <a:gd name="T7" fmla="*/ 15 h 25"/>
                  <a:gd name="T8" fmla="*/ 3 w 11"/>
                  <a:gd name="T9" fmla="*/ 10 h 25"/>
                  <a:gd name="T10" fmla="*/ 4 w 11"/>
                  <a:gd name="T11" fmla="*/ 5 h 25"/>
                  <a:gd name="T12" fmla="*/ 5 w 11"/>
                  <a:gd name="T13" fmla="*/ 1 h 25"/>
                  <a:gd name="T14" fmla="*/ 9 w 11"/>
                  <a:gd name="T15" fmla="*/ 3 h 25"/>
                  <a:gd name="T16" fmla="*/ 11 w 11"/>
                  <a:gd name="T17" fmla="*/ 7 h 25"/>
                  <a:gd name="T18" fmla="*/ 10 w 11"/>
                  <a:gd name="T19" fmla="*/ 10 h 25"/>
                  <a:gd name="T20" fmla="*/ 8 w 11"/>
                  <a:gd name="T21" fmla="*/ 13 h 25"/>
                  <a:gd name="T22" fmla="*/ 8 w 11"/>
                  <a:gd name="T23" fmla="*/ 15 h 25"/>
                  <a:gd name="T24" fmla="*/ 7 w 11"/>
                  <a:gd name="T25" fmla="*/ 18 h 25"/>
                  <a:gd name="T26" fmla="*/ 5 w 11"/>
                  <a:gd name="T27" fmla="*/ 22 h 25"/>
                  <a:gd name="T28" fmla="*/ 5 w 11"/>
                  <a:gd name="T29" fmla="*/ 23 h 25"/>
                  <a:gd name="T30" fmla="*/ 4 w 11"/>
                  <a:gd name="T3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25">
                    <a:moveTo>
                      <a:pt x="4" y="25"/>
                    </a:moveTo>
                    <a:cubicBezTo>
                      <a:pt x="4" y="25"/>
                      <a:pt x="3" y="25"/>
                      <a:pt x="3" y="25"/>
                    </a:cubicBezTo>
                    <a:cubicBezTo>
                      <a:pt x="1" y="25"/>
                      <a:pt x="1" y="22"/>
                      <a:pt x="1" y="20"/>
                    </a:cubicBezTo>
                    <a:cubicBezTo>
                      <a:pt x="0" y="19"/>
                      <a:pt x="1" y="17"/>
                      <a:pt x="2" y="15"/>
                    </a:cubicBezTo>
                    <a:cubicBezTo>
                      <a:pt x="2" y="14"/>
                      <a:pt x="2" y="12"/>
                      <a:pt x="3" y="10"/>
                    </a:cubicBezTo>
                    <a:cubicBezTo>
                      <a:pt x="3" y="8"/>
                      <a:pt x="4" y="7"/>
                      <a:pt x="4" y="5"/>
                    </a:cubicBezTo>
                    <a:cubicBezTo>
                      <a:pt x="4" y="4"/>
                      <a:pt x="4" y="2"/>
                      <a:pt x="5" y="1"/>
                    </a:cubicBezTo>
                    <a:cubicBezTo>
                      <a:pt x="7" y="0"/>
                      <a:pt x="8" y="1"/>
                      <a:pt x="9" y="3"/>
                    </a:cubicBezTo>
                    <a:cubicBezTo>
                      <a:pt x="10" y="4"/>
                      <a:pt x="11" y="5"/>
                      <a:pt x="11" y="7"/>
                    </a:cubicBezTo>
                    <a:cubicBezTo>
                      <a:pt x="11" y="8"/>
                      <a:pt x="10" y="9"/>
                      <a:pt x="10" y="10"/>
                    </a:cubicBezTo>
                    <a:cubicBezTo>
                      <a:pt x="9" y="11"/>
                      <a:pt x="8" y="12"/>
                      <a:pt x="8" y="13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7"/>
                      <a:pt x="7" y="17"/>
                      <a:pt x="7" y="18"/>
                    </a:cubicBezTo>
                    <a:cubicBezTo>
                      <a:pt x="6" y="19"/>
                      <a:pt x="6" y="21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4" y="24"/>
                      <a:pt x="4" y="24"/>
                      <a:pt x="4" y="2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5" name="Freeform 2416">
                <a:extLst>
                  <a:ext uri="{FF2B5EF4-FFF2-40B4-BE49-F238E27FC236}">
                    <a16:creationId xmlns:a16="http://schemas.microsoft.com/office/drawing/2014/main" id="{BB04E9D5-5FCB-4347-9873-5E6418846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570"/>
                <a:ext cx="1" cy="3"/>
              </a:xfrm>
              <a:custGeom>
                <a:avLst/>
                <a:gdLst>
                  <a:gd name="T0" fmla="*/ 0 w 3"/>
                  <a:gd name="T1" fmla="*/ 3 h 7"/>
                  <a:gd name="T2" fmla="*/ 1 w 3"/>
                  <a:gd name="T3" fmla="*/ 2 h 7"/>
                  <a:gd name="T4" fmla="*/ 1 w 3"/>
                  <a:gd name="T5" fmla="*/ 6 h 7"/>
                  <a:gd name="T6" fmla="*/ 0 w 3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0" y="3"/>
                    </a:moveTo>
                    <a:cubicBezTo>
                      <a:pt x="0" y="2"/>
                      <a:pt x="1" y="0"/>
                      <a:pt x="1" y="2"/>
                    </a:cubicBezTo>
                    <a:cubicBezTo>
                      <a:pt x="2" y="3"/>
                      <a:pt x="3" y="5"/>
                      <a:pt x="1" y="6"/>
                    </a:cubicBezTo>
                    <a:cubicBezTo>
                      <a:pt x="0" y="7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6" name="Freeform 2417">
                <a:extLst>
                  <a:ext uri="{FF2B5EF4-FFF2-40B4-BE49-F238E27FC236}">
                    <a16:creationId xmlns:a16="http://schemas.microsoft.com/office/drawing/2014/main" id="{7B11B353-A384-0B47-BC0F-8F3FC0EBF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582"/>
                <a:ext cx="14" cy="11"/>
              </a:xfrm>
              <a:custGeom>
                <a:avLst/>
                <a:gdLst>
                  <a:gd name="T0" fmla="*/ 8 w 36"/>
                  <a:gd name="T1" fmla="*/ 22 h 29"/>
                  <a:gd name="T2" fmla="*/ 6 w 36"/>
                  <a:gd name="T3" fmla="*/ 21 h 29"/>
                  <a:gd name="T4" fmla="*/ 0 w 36"/>
                  <a:gd name="T5" fmla="*/ 16 h 29"/>
                  <a:gd name="T6" fmla="*/ 3 w 36"/>
                  <a:gd name="T7" fmla="*/ 11 h 29"/>
                  <a:gd name="T8" fmla="*/ 5 w 36"/>
                  <a:gd name="T9" fmla="*/ 8 h 29"/>
                  <a:gd name="T10" fmla="*/ 4 w 36"/>
                  <a:gd name="T11" fmla="*/ 3 h 29"/>
                  <a:gd name="T12" fmla="*/ 5 w 36"/>
                  <a:gd name="T13" fmla="*/ 1 h 29"/>
                  <a:gd name="T14" fmla="*/ 8 w 36"/>
                  <a:gd name="T15" fmla="*/ 0 h 29"/>
                  <a:gd name="T16" fmla="*/ 12 w 36"/>
                  <a:gd name="T17" fmla="*/ 1 h 29"/>
                  <a:gd name="T18" fmla="*/ 15 w 36"/>
                  <a:gd name="T19" fmla="*/ 4 h 29"/>
                  <a:gd name="T20" fmla="*/ 20 w 36"/>
                  <a:gd name="T21" fmla="*/ 12 h 29"/>
                  <a:gd name="T22" fmla="*/ 23 w 36"/>
                  <a:gd name="T23" fmla="*/ 14 h 29"/>
                  <a:gd name="T24" fmla="*/ 25 w 36"/>
                  <a:gd name="T25" fmla="*/ 18 h 29"/>
                  <a:gd name="T26" fmla="*/ 27 w 36"/>
                  <a:gd name="T27" fmla="*/ 21 h 29"/>
                  <a:gd name="T28" fmla="*/ 30 w 36"/>
                  <a:gd name="T29" fmla="*/ 22 h 29"/>
                  <a:gd name="T30" fmla="*/ 34 w 36"/>
                  <a:gd name="T31" fmla="*/ 23 h 29"/>
                  <a:gd name="T32" fmla="*/ 36 w 36"/>
                  <a:gd name="T33" fmla="*/ 24 h 29"/>
                  <a:gd name="T34" fmla="*/ 36 w 36"/>
                  <a:gd name="T35" fmla="*/ 26 h 29"/>
                  <a:gd name="T36" fmla="*/ 36 w 36"/>
                  <a:gd name="T37" fmla="*/ 26 h 29"/>
                  <a:gd name="T38" fmla="*/ 36 w 36"/>
                  <a:gd name="T39" fmla="*/ 27 h 29"/>
                  <a:gd name="T40" fmla="*/ 35 w 36"/>
                  <a:gd name="T41" fmla="*/ 27 h 29"/>
                  <a:gd name="T42" fmla="*/ 31 w 36"/>
                  <a:gd name="T43" fmla="*/ 28 h 29"/>
                  <a:gd name="T44" fmla="*/ 29 w 36"/>
                  <a:gd name="T45" fmla="*/ 28 h 29"/>
                  <a:gd name="T46" fmla="*/ 27 w 36"/>
                  <a:gd name="T47" fmla="*/ 29 h 29"/>
                  <a:gd name="T48" fmla="*/ 24 w 36"/>
                  <a:gd name="T49" fmla="*/ 29 h 29"/>
                  <a:gd name="T50" fmla="*/ 22 w 36"/>
                  <a:gd name="T51" fmla="*/ 29 h 29"/>
                  <a:gd name="T52" fmla="*/ 19 w 36"/>
                  <a:gd name="T53" fmla="*/ 29 h 29"/>
                  <a:gd name="T54" fmla="*/ 17 w 36"/>
                  <a:gd name="T55" fmla="*/ 28 h 29"/>
                  <a:gd name="T56" fmla="*/ 16 w 36"/>
                  <a:gd name="T57" fmla="*/ 28 h 29"/>
                  <a:gd name="T58" fmla="*/ 12 w 36"/>
                  <a:gd name="T59" fmla="*/ 24 h 29"/>
                  <a:gd name="T60" fmla="*/ 11 w 36"/>
                  <a:gd name="T61" fmla="*/ 23 h 29"/>
                  <a:gd name="T62" fmla="*/ 8 w 36"/>
                  <a:gd name="T63" fmla="*/ 2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6" h="29">
                    <a:moveTo>
                      <a:pt x="8" y="22"/>
                    </a:moveTo>
                    <a:cubicBezTo>
                      <a:pt x="8" y="21"/>
                      <a:pt x="7" y="21"/>
                      <a:pt x="6" y="21"/>
                    </a:cubicBezTo>
                    <a:cubicBezTo>
                      <a:pt x="4" y="20"/>
                      <a:pt x="1" y="18"/>
                      <a:pt x="0" y="16"/>
                    </a:cubicBezTo>
                    <a:cubicBezTo>
                      <a:pt x="0" y="14"/>
                      <a:pt x="2" y="12"/>
                      <a:pt x="3" y="11"/>
                    </a:cubicBezTo>
                    <a:cubicBezTo>
                      <a:pt x="5" y="10"/>
                      <a:pt x="5" y="9"/>
                      <a:pt x="5" y="8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10" y="0"/>
                      <a:pt x="12" y="1"/>
                    </a:cubicBezTo>
                    <a:cubicBezTo>
                      <a:pt x="13" y="2"/>
                      <a:pt x="14" y="3"/>
                      <a:pt x="15" y="4"/>
                    </a:cubicBezTo>
                    <a:cubicBezTo>
                      <a:pt x="17" y="7"/>
                      <a:pt x="18" y="10"/>
                      <a:pt x="20" y="12"/>
                    </a:cubicBezTo>
                    <a:cubicBezTo>
                      <a:pt x="21" y="12"/>
                      <a:pt x="22" y="13"/>
                      <a:pt x="23" y="14"/>
                    </a:cubicBezTo>
                    <a:cubicBezTo>
                      <a:pt x="24" y="15"/>
                      <a:pt x="24" y="16"/>
                      <a:pt x="25" y="18"/>
                    </a:cubicBezTo>
                    <a:cubicBezTo>
                      <a:pt x="25" y="19"/>
                      <a:pt x="26" y="20"/>
                      <a:pt x="27" y="21"/>
                    </a:cubicBezTo>
                    <a:cubicBezTo>
                      <a:pt x="28" y="21"/>
                      <a:pt x="29" y="22"/>
                      <a:pt x="30" y="22"/>
                    </a:cubicBezTo>
                    <a:cubicBezTo>
                      <a:pt x="32" y="23"/>
                      <a:pt x="33" y="23"/>
                      <a:pt x="34" y="23"/>
                    </a:cubicBezTo>
                    <a:cubicBezTo>
                      <a:pt x="35" y="23"/>
                      <a:pt x="35" y="24"/>
                      <a:pt x="36" y="24"/>
                    </a:cubicBezTo>
                    <a:cubicBezTo>
                      <a:pt x="36" y="25"/>
                      <a:pt x="36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6" y="27"/>
                      <a:pt x="35" y="27"/>
                      <a:pt x="35" y="27"/>
                    </a:cubicBezTo>
                    <a:cubicBezTo>
                      <a:pt x="34" y="28"/>
                      <a:pt x="33" y="28"/>
                      <a:pt x="31" y="28"/>
                    </a:cubicBezTo>
                    <a:cubicBezTo>
                      <a:pt x="31" y="28"/>
                      <a:pt x="30" y="28"/>
                      <a:pt x="29" y="28"/>
                    </a:cubicBezTo>
                    <a:cubicBezTo>
                      <a:pt x="28" y="28"/>
                      <a:pt x="28" y="29"/>
                      <a:pt x="27" y="29"/>
                    </a:cubicBezTo>
                    <a:cubicBezTo>
                      <a:pt x="26" y="29"/>
                      <a:pt x="25" y="29"/>
                      <a:pt x="24" y="29"/>
                    </a:cubicBezTo>
                    <a:cubicBezTo>
                      <a:pt x="23" y="29"/>
                      <a:pt x="22" y="29"/>
                      <a:pt x="22" y="29"/>
                    </a:cubicBezTo>
                    <a:cubicBezTo>
                      <a:pt x="21" y="29"/>
                      <a:pt x="20" y="29"/>
                      <a:pt x="19" y="29"/>
                    </a:cubicBezTo>
                    <a:cubicBezTo>
                      <a:pt x="18" y="28"/>
                      <a:pt x="18" y="28"/>
                      <a:pt x="17" y="28"/>
                    </a:cubicBezTo>
                    <a:cubicBezTo>
                      <a:pt x="17" y="27"/>
                      <a:pt x="16" y="28"/>
                      <a:pt x="16" y="28"/>
                    </a:cubicBezTo>
                    <a:cubicBezTo>
                      <a:pt x="14" y="27"/>
                      <a:pt x="13" y="25"/>
                      <a:pt x="12" y="24"/>
                    </a:cubicBezTo>
                    <a:cubicBezTo>
                      <a:pt x="12" y="24"/>
                      <a:pt x="11" y="24"/>
                      <a:pt x="11" y="23"/>
                    </a:cubicBezTo>
                    <a:cubicBezTo>
                      <a:pt x="10" y="23"/>
                      <a:pt x="9" y="22"/>
                      <a:pt x="8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7" name="Freeform 2418">
                <a:extLst>
                  <a:ext uri="{FF2B5EF4-FFF2-40B4-BE49-F238E27FC236}">
                    <a16:creationId xmlns:a16="http://schemas.microsoft.com/office/drawing/2014/main" id="{7396ACFB-48B8-5D40-91EE-B2FBA03B3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591"/>
                <a:ext cx="2" cy="3"/>
              </a:xfrm>
              <a:custGeom>
                <a:avLst/>
                <a:gdLst>
                  <a:gd name="T0" fmla="*/ 0 w 4"/>
                  <a:gd name="T1" fmla="*/ 4 h 7"/>
                  <a:gd name="T2" fmla="*/ 0 w 4"/>
                  <a:gd name="T3" fmla="*/ 3 h 7"/>
                  <a:gd name="T4" fmla="*/ 1 w 4"/>
                  <a:gd name="T5" fmla="*/ 1 h 7"/>
                  <a:gd name="T6" fmla="*/ 2 w 4"/>
                  <a:gd name="T7" fmla="*/ 1 h 7"/>
                  <a:gd name="T8" fmla="*/ 4 w 4"/>
                  <a:gd name="T9" fmla="*/ 2 h 7"/>
                  <a:gd name="T10" fmla="*/ 4 w 4"/>
                  <a:gd name="T11" fmla="*/ 3 h 7"/>
                  <a:gd name="T12" fmla="*/ 4 w 4"/>
                  <a:gd name="T13" fmla="*/ 5 h 7"/>
                  <a:gd name="T14" fmla="*/ 1 w 4"/>
                  <a:gd name="T15" fmla="*/ 4 h 7"/>
                  <a:gd name="T16" fmla="*/ 0 w 4"/>
                  <a:gd name="T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0" y="4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7"/>
                      <a:pt x="2" y="5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8" name="Freeform 2419">
                <a:extLst>
                  <a:ext uri="{FF2B5EF4-FFF2-40B4-BE49-F238E27FC236}">
                    <a16:creationId xmlns:a16="http://schemas.microsoft.com/office/drawing/2014/main" id="{AB96D230-8394-8841-9B65-31AF992AD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598"/>
                <a:ext cx="4" cy="4"/>
              </a:xfrm>
              <a:custGeom>
                <a:avLst/>
                <a:gdLst>
                  <a:gd name="T0" fmla="*/ 7 w 10"/>
                  <a:gd name="T1" fmla="*/ 0 h 10"/>
                  <a:gd name="T2" fmla="*/ 9 w 10"/>
                  <a:gd name="T3" fmla="*/ 1 h 10"/>
                  <a:gd name="T4" fmla="*/ 9 w 10"/>
                  <a:gd name="T5" fmla="*/ 2 h 10"/>
                  <a:gd name="T6" fmla="*/ 10 w 10"/>
                  <a:gd name="T7" fmla="*/ 6 h 10"/>
                  <a:gd name="T8" fmla="*/ 8 w 10"/>
                  <a:gd name="T9" fmla="*/ 8 h 10"/>
                  <a:gd name="T10" fmla="*/ 7 w 10"/>
                  <a:gd name="T11" fmla="*/ 8 h 10"/>
                  <a:gd name="T12" fmla="*/ 7 w 10"/>
                  <a:gd name="T13" fmla="*/ 9 h 10"/>
                  <a:gd name="T14" fmla="*/ 5 w 10"/>
                  <a:gd name="T15" fmla="*/ 10 h 10"/>
                  <a:gd name="T16" fmla="*/ 3 w 10"/>
                  <a:gd name="T17" fmla="*/ 8 h 10"/>
                  <a:gd name="T18" fmla="*/ 2 w 10"/>
                  <a:gd name="T19" fmla="*/ 6 h 10"/>
                  <a:gd name="T20" fmla="*/ 1 w 10"/>
                  <a:gd name="T21" fmla="*/ 4 h 10"/>
                  <a:gd name="T22" fmla="*/ 2 w 10"/>
                  <a:gd name="T23" fmla="*/ 0 h 10"/>
                  <a:gd name="T24" fmla="*/ 4 w 10"/>
                  <a:gd name="T25" fmla="*/ 0 h 10"/>
                  <a:gd name="T26" fmla="*/ 5 w 10"/>
                  <a:gd name="T27" fmla="*/ 0 h 10"/>
                  <a:gd name="T28" fmla="*/ 6 w 10"/>
                  <a:gd name="T29" fmla="*/ 0 h 10"/>
                  <a:gd name="T30" fmla="*/ 7 w 10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0">
                    <a:moveTo>
                      <a:pt x="7" y="0"/>
                    </a:moveTo>
                    <a:cubicBezTo>
                      <a:pt x="8" y="0"/>
                      <a:pt x="8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3"/>
                      <a:pt x="10" y="5"/>
                      <a:pt x="10" y="6"/>
                    </a:cubicBezTo>
                    <a:cubicBezTo>
                      <a:pt x="10" y="7"/>
                      <a:pt x="9" y="7"/>
                      <a:pt x="8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4" y="10"/>
                      <a:pt x="3" y="9"/>
                      <a:pt x="3" y="8"/>
                    </a:cubicBezTo>
                    <a:cubicBezTo>
                      <a:pt x="3" y="7"/>
                      <a:pt x="3" y="7"/>
                      <a:pt x="2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9" name="Freeform 2420">
                <a:extLst>
                  <a:ext uri="{FF2B5EF4-FFF2-40B4-BE49-F238E27FC236}">
                    <a16:creationId xmlns:a16="http://schemas.microsoft.com/office/drawing/2014/main" id="{CB03BF78-87E8-9D46-9A3D-6F9AA3985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599"/>
                <a:ext cx="3" cy="2"/>
              </a:xfrm>
              <a:custGeom>
                <a:avLst/>
                <a:gdLst>
                  <a:gd name="T0" fmla="*/ 2 w 7"/>
                  <a:gd name="T1" fmla="*/ 2 h 4"/>
                  <a:gd name="T2" fmla="*/ 4 w 7"/>
                  <a:gd name="T3" fmla="*/ 1 h 4"/>
                  <a:gd name="T4" fmla="*/ 5 w 7"/>
                  <a:gd name="T5" fmla="*/ 0 h 4"/>
                  <a:gd name="T6" fmla="*/ 6 w 7"/>
                  <a:gd name="T7" fmla="*/ 2 h 4"/>
                  <a:gd name="T8" fmla="*/ 7 w 7"/>
                  <a:gd name="T9" fmla="*/ 3 h 4"/>
                  <a:gd name="T10" fmla="*/ 5 w 7"/>
                  <a:gd name="T11" fmla="*/ 4 h 4"/>
                  <a:gd name="T12" fmla="*/ 3 w 7"/>
                  <a:gd name="T13" fmla="*/ 4 h 4"/>
                  <a:gd name="T14" fmla="*/ 1 w 7"/>
                  <a:gd name="T15" fmla="*/ 4 h 4"/>
                  <a:gd name="T16" fmla="*/ 2 w 7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2" y="2"/>
                    </a:moveTo>
                    <a:cubicBezTo>
                      <a:pt x="3" y="2"/>
                      <a:pt x="3" y="2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6" y="4"/>
                      <a:pt x="6" y="3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2" y="2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60" name="Freeform 2421">
                <a:extLst>
                  <a:ext uri="{FF2B5EF4-FFF2-40B4-BE49-F238E27FC236}">
                    <a16:creationId xmlns:a16="http://schemas.microsoft.com/office/drawing/2014/main" id="{8EBE3FCD-0EBF-614C-B5A9-68C80A6A3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595"/>
                <a:ext cx="6" cy="4"/>
              </a:xfrm>
              <a:custGeom>
                <a:avLst/>
                <a:gdLst>
                  <a:gd name="T0" fmla="*/ 1 w 15"/>
                  <a:gd name="T1" fmla="*/ 4 h 8"/>
                  <a:gd name="T2" fmla="*/ 1 w 15"/>
                  <a:gd name="T3" fmla="*/ 2 h 8"/>
                  <a:gd name="T4" fmla="*/ 5 w 15"/>
                  <a:gd name="T5" fmla="*/ 0 h 8"/>
                  <a:gd name="T6" fmla="*/ 8 w 15"/>
                  <a:gd name="T7" fmla="*/ 0 h 8"/>
                  <a:gd name="T8" fmla="*/ 11 w 15"/>
                  <a:gd name="T9" fmla="*/ 1 h 8"/>
                  <a:gd name="T10" fmla="*/ 14 w 15"/>
                  <a:gd name="T11" fmla="*/ 2 h 8"/>
                  <a:gd name="T12" fmla="*/ 14 w 15"/>
                  <a:gd name="T13" fmla="*/ 4 h 8"/>
                  <a:gd name="T14" fmla="*/ 11 w 15"/>
                  <a:gd name="T15" fmla="*/ 6 h 8"/>
                  <a:gd name="T16" fmla="*/ 8 w 15"/>
                  <a:gd name="T17" fmla="*/ 7 h 8"/>
                  <a:gd name="T18" fmla="*/ 5 w 15"/>
                  <a:gd name="T19" fmla="*/ 6 h 8"/>
                  <a:gd name="T20" fmla="*/ 1 w 15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8">
                    <a:moveTo>
                      <a:pt x="1" y="4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2" y="1"/>
                      <a:pt x="4" y="1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2" y="1"/>
                      <a:pt x="13" y="1"/>
                      <a:pt x="14" y="2"/>
                    </a:cubicBezTo>
                    <a:cubicBezTo>
                      <a:pt x="14" y="3"/>
                      <a:pt x="15" y="4"/>
                      <a:pt x="14" y="4"/>
                    </a:cubicBezTo>
                    <a:cubicBezTo>
                      <a:pt x="13" y="5"/>
                      <a:pt x="12" y="5"/>
                      <a:pt x="11" y="6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7" y="8"/>
                      <a:pt x="6" y="6"/>
                      <a:pt x="5" y="6"/>
                    </a:cubicBezTo>
                    <a:cubicBezTo>
                      <a:pt x="4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61" name="Freeform 2422">
                <a:extLst>
                  <a:ext uri="{FF2B5EF4-FFF2-40B4-BE49-F238E27FC236}">
                    <a16:creationId xmlns:a16="http://schemas.microsoft.com/office/drawing/2014/main" id="{15DDF892-422A-B747-B93D-3AED02CB7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595"/>
                <a:ext cx="2" cy="2"/>
              </a:xfrm>
              <a:custGeom>
                <a:avLst/>
                <a:gdLst>
                  <a:gd name="T0" fmla="*/ 1 w 5"/>
                  <a:gd name="T1" fmla="*/ 0 h 4"/>
                  <a:gd name="T2" fmla="*/ 2 w 5"/>
                  <a:gd name="T3" fmla="*/ 0 h 4"/>
                  <a:gd name="T4" fmla="*/ 4 w 5"/>
                  <a:gd name="T5" fmla="*/ 1 h 4"/>
                  <a:gd name="T6" fmla="*/ 5 w 5"/>
                  <a:gd name="T7" fmla="*/ 1 h 4"/>
                  <a:gd name="T8" fmla="*/ 5 w 5"/>
                  <a:gd name="T9" fmla="*/ 3 h 4"/>
                  <a:gd name="T10" fmla="*/ 2 w 5"/>
                  <a:gd name="T11" fmla="*/ 4 h 4"/>
                  <a:gd name="T12" fmla="*/ 1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4"/>
                      <a:pt x="3" y="4"/>
                      <a:pt x="2" y="4"/>
                    </a:cubicBezTo>
                    <a:cubicBezTo>
                      <a:pt x="1" y="3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62" name="Freeform 2423">
                <a:extLst>
                  <a:ext uri="{FF2B5EF4-FFF2-40B4-BE49-F238E27FC236}">
                    <a16:creationId xmlns:a16="http://schemas.microsoft.com/office/drawing/2014/main" id="{59F19864-1795-B346-9420-E1D4A2FA9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584"/>
                <a:ext cx="5" cy="4"/>
              </a:xfrm>
              <a:custGeom>
                <a:avLst/>
                <a:gdLst>
                  <a:gd name="T0" fmla="*/ 5 w 12"/>
                  <a:gd name="T1" fmla="*/ 8 h 10"/>
                  <a:gd name="T2" fmla="*/ 5 w 12"/>
                  <a:gd name="T3" fmla="*/ 9 h 10"/>
                  <a:gd name="T4" fmla="*/ 3 w 12"/>
                  <a:gd name="T5" fmla="*/ 10 h 10"/>
                  <a:gd name="T6" fmla="*/ 1 w 12"/>
                  <a:gd name="T7" fmla="*/ 10 h 10"/>
                  <a:gd name="T8" fmla="*/ 0 w 12"/>
                  <a:gd name="T9" fmla="*/ 8 h 10"/>
                  <a:gd name="T10" fmla="*/ 0 w 12"/>
                  <a:gd name="T11" fmla="*/ 5 h 10"/>
                  <a:gd name="T12" fmla="*/ 2 w 12"/>
                  <a:gd name="T13" fmla="*/ 3 h 10"/>
                  <a:gd name="T14" fmla="*/ 5 w 12"/>
                  <a:gd name="T15" fmla="*/ 1 h 10"/>
                  <a:gd name="T16" fmla="*/ 8 w 12"/>
                  <a:gd name="T17" fmla="*/ 0 h 10"/>
                  <a:gd name="T18" fmla="*/ 9 w 12"/>
                  <a:gd name="T19" fmla="*/ 0 h 10"/>
                  <a:gd name="T20" fmla="*/ 11 w 12"/>
                  <a:gd name="T21" fmla="*/ 1 h 10"/>
                  <a:gd name="T22" fmla="*/ 12 w 12"/>
                  <a:gd name="T23" fmla="*/ 3 h 10"/>
                  <a:gd name="T24" fmla="*/ 10 w 12"/>
                  <a:gd name="T25" fmla="*/ 5 h 10"/>
                  <a:gd name="T26" fmla="*/ 7 w 12"/>
                  <a:gd name="T27" fmla="*/ 6 h 10"/>
                  <a:gd name="T28" fmla="*/ 6 w 12"/>
                  <a:gd name="T29" fmla="*/ 7 h 10"/>
                  <a:gd name="T30" fmla="*/ 5 w 12"/>
                  <a:gd name="T3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10">
                    <a:moveTo>
                      <a:pt x="5" y="8"/>
                    </a:moveTo>
                    <a:cubicBezTo>
                      <a:pt x="5" y="8"/>
                      <a:pt x="5" y="9"/>
                      <a:pt x="5" y="9"/>
                    </a:cubicBezTo>
                    <a:cubicBezTo>
                      <a:pt x="5" y="10"/>
                      <a:pt x="4" y="10"/>
                      <a:pt x="3" y="10"/>
                    </a:cubicBezTo>
                    <a:cubicBezTo>
                      <a:pt x="2" y="10"/>
                      <a:pt x="2" y="10"/>
                      <a:pt x="1" y="10"/>
                    </a:cubicBezTo>
                    <a:cubicBezTo>
                      <a:pt x="1" y="10"/>
                      <a:pt x="0" y="9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3" y="2"/>
                      <a:pt x="4" y="2"/>
                      <a:pt x="5" y="1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1" y="1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4"/>
                      <a:pt x="11" y="4"/>
                      <a:pt x="10" y="5"/>
                    </a:cubicBezTo>
                    <a:cubicBezTo>
                      <a:pt x="9" y="5"/>
                      <a:pt x="8" y="6"/>
                      <a:pt x="7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8"/>
                      <a:pt x="5" y="8"/>
                      <a:pt x="5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63" name="Freeform 2424">
                <a:extLst>
                  <a:ext uri="{FF2B5EF4-FFF2-40B4-BE49-F238E27FC236}">
                    <a16:creationId xmlns:a16="http://schemas.microsoft.com/office/drawing/2014/main" id="{BE9D065D-DB9B-6D41-A2B3-1EC867F7A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1585"/>
                <a:ext cx="5" cy="4"/>
              </a:xfrm>
              <a:custGeom>
                <a:avLst/>
                <a:gdLst>
                  <a:gd name="T0" fmla="*/ 0 w 13"/>
                  <a:gd name="T1" fmla="*/ 7 h 9"/>
                  <a:gd name="T2" fmla="*/ 0 w 13"/>
                  <a:gd name="T3" fmla="*/ 6 h 9"/>
                  <a:gd name="T4" fmla="*/ 0 w 13"/>
                  <a:gd name="T5" fmla="*/ 5 h 9"/>
                  <a:gd name="T6" fmla="*/ 2 w 13"/>
                  <a:gd name="T7" fmla="*/ 2 h 9"/>
                  <a:gd name="T8" fmla="*/ 3 w 13"/>
                  <a:gd name="T9" fmla="*/ 1 h 9"/>
                  <a:gd name="T10" fmla="*/ 5 w 13"/>
                  <a:gd name="T11" fmla="*/ 0 h 9"/>
                  <a:gd name="T12" fmla="*/ 8 w 13"/>
                  <a:gd name="T13" fmla="*/ 0 h 9"/>
                  <a:gd name="T14" fmla="*/ 10 w 13"/>
                  <a:gd name="T15" fmla="*/ 1 h 9"/>
                  <a:gd name="T16" fmla="*/ 13 w 13"/>
                  <a:gd name="T17" fmla="*/ 5 h 9"/>
                  <a:gd name="T18" fmla="*/ 11 w 13"/>
                  <a:gd name="T19" fmla="*/ 8 h 9"/>
                  <a:gd name="T20" fmla="*/ 8 w 13"/>
                  <a:gd name="T21" fmla="*/ 9 h 9"/>
                  <a:gd name="T22" fmla="*/ 6 w 13"/>
                  <a:gd name="T23" fmla="*/ 9 h 9"/>
                  <a:gd name="T24" fmla="*/ 4 w 13"/>
                  <a:gd name="T25" fmla="*/ 9 h 9"/>
                  <a:gd name="T26" fmla="*/ 2 w 13"/>
                  <a:gd name="T27" fmla="*/ 9 h 9"/>
                  <a:gd name="T28" fmla="*/ 1 w 13"/>
                  <a:gd name="T29" fmla="*/ 8 h 9"/>
                  <a:gd name="T30" fmla="*/ 0 w 13"/>
                  <a:gd name="T3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9">
                    <a:moveTo>
                      <a:pt x="0" y="7"/>
                    </a:move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1"/>
                      <a:pt x="4" y="1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9" y="1"/>
                      <a:pt x="10" y="1"/>
                    </a:cubicBezTo>
                    <a:cubicBezTo>
                      <a:pt x="11" y="3"/>
                      <a:pt x="13" y="3"/>
                      <a:pt x="13" y="5"/>
                    </a:cubicBezTo>
                    <a:cubicBezTo>
                      <a:pt x="13" y="6"/>
                      <a:pt x="12" y="7"/>
                      <a:pt x="11" y="8"/>
                    </a:cubicBezTo>
                    <a:cubicBezTo>
                      <a:pt x="10" y="8"/>
                      <a:pt x="9" y="8"/>
                      <a:pt x="8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9"/>
                      <a:pt x="5" y="9"/>
                      <a:pt x="4" y="9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0" y="8"/>
                      <a:pt x="0" y="7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64" name="Freeform 2425">
                <a:extLst>
                  <a:ext uri="{FF2B5EF4-FFF2-40B4-BE49-F238E27FC236}">
                    <a16:creationId xmlns:a16="http://schemas.microsoft.com/office/drawing/2014/main" id="{04556A78-EAAA-EF41-886E-85EA92C79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590"/>
                <a:ext cx="4" cy="3"/>
              </a:xfrm>
              <a:custGeom>
                <a:avLst/>
                <a:gdLst>
                  <a:gd name="T0" fmla="*/ 3 w 11"/>
                  <a:gd name="T1" fmla="*/ 7 h 8"/>
                  <a:gd name="T2" fmla="*/ 3 w 11"/>
                  <a:gd name="T3" fmla="*/ 7 h 8"/>
                  <a:gd name="T4" fmla="*/ 1 w 11"/>
                  <a:gd name="T5" fmla="*/ 7 h 8"/>
                  <a:gd name="T6" fmla="*/ 0 w 11"/>
                  <a:gd name="T7" fmla="*/ 6 h 8"/>
                  <a:gd name="T8" fmla="*/ 0 w 11"/>
                  <a:gd name="T9" fmla="*/ 5 h 8"/>
                  <a:gd name="T10" fmla="*/ 0 w 11"/>
                  <a:gd name="T11" fmla="*/ 4 h 8"/>
                  <a:gd name="T12" fmla="*/ 1 w 11"/>
                  <a:gd name="T13" fmla="*/ 2 h 8"/>
                  <a:gd name="T14" fmla="*/ 2 w 11"/>
                  <a:gd name="T15" fmla="*/ 1 h 8"/>
                  <a:gd name="T16" fmla="*/ 5 w 11"/>
                  <a:gd name="T17" fmla="*/ 1 h 8"/>
                  <a:gd name="T18" fmla="*/ 9 w 11"/>
                  <a:gd name="T19" fmla="*/ 0 h 8"/>
                  <a:gd name="T20" fmla="*/ 10 w 11"/>
                  <a:gd name="T21" fmla="*/ 1 h 8"/>
                  <a:gd name="T22" fmla="*/ 9 w 11"/>
                  <a:gd name="T23" fmla="*/ 3 h 8"/>
                  <a:gd name="T24" fmla="*/ 7 w 11"/>
                  <a:gd name="T25" fmla="*/ 5 h 8"/>
                  <a:gd name="T26" fmla="*/ 4 w 11"/>
                  <a:gd name="T27" fmla="*/ 6 h 8"/>
                  <a:gd name="T28" fmla="*/ 3 w 11"/>
                  <a:gd name="T2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8"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8"/>
                      <a:pt x="1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1"/>
                      <a:pt x="7" y="1"/>
                      <a:pt x="9" y="0"/>
                    </a:cubicBezTo>
                    <a:cubicBezTo>
                      <a:pt x="9" y="0"/>
                      <a:pt x="10" y="0"/>
                      <a:pt x="10" y="1"/>
                    </a:cubicBezTo>
                    <a:cubicBezTo>
                      <a:pt x="11" y="1"/>
                      <a:pt x="10" y="2"/>
                      <a:pt x="9" y="3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6" y="5"/>
                      <a:pt x="5" y="5"/>
                      <a:pt x="4" y="6"/>
                    </a:cubicBezTo>
                    <a:cubicBezTo>
                      <a:pt x="4" y="6"/>
                      <a:pt x="4" y="6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65" name="Freeform 2426">
                <a:extLst>
                  <a:ext uri="{FF2B5EF4-FFF2-40B4-BE49-F238E27FC236}">
                    <a16:creationId xmlns:a16="http://schemas.microsoft.com/office/drawing/2014/main" id="{0980B814-E32E-4B4B-B57D-62E956559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1589"/>
                <a:ext cx="5" cy="4"/>
              </a:xfrm>
              <a:custGeom>
                <a:avLst/>
                <a:gdLst>
                  <a:gd name="T0" fmla="*/ 3 w 13"/>
                  <a:gd name="T1" fmla="*/ 2 h 8"/>
                  <a:gd name="T2" fmla="*/ 7 w 13"/>
                  <a:gd name="T3" fmla="*/ 1 h 8"/>
                  <a:gd name="T4" fmla="*/ 10 w 13"/>
                  <a:gd name="T5" fmla="*/ 0 h 8"/>
                  <a:gd name="T6" fmla="*/ 12 w 13"/>
                  <a:gd name="T7" fmla="*/ 0 h 8"/>
                  <a:gd name="T8" fmla="*/ 13 w 13"/>
                  <a:gd name="T9" fmla="*/ 2 h 8"/>
                  <a:gd name="T10" fmla="*/ 6 w 13"/>
                  <a:gd name="T11" fmla="*/ 7 h 8"/>
                  <a:gd name="T12" fmla="*/ 3 w 13"/>
                  <a:gd name="T13" fmla="*/ 8 h 8"/>
                  <a:gd name="T14" fmla="*/ 1 w 13"/>
                  <a:gd name="T15" fmla="*/ 7 h 8"/>
                  <a:gd name="T16" fmla="*/ 0 w 13"/>
                  <a:gd name="T17" fmla="*/ 6 h 8"/>
                  <a:gd name="T18" fmla="*/ 3 w 13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3" y="2"/>
                    </a:moveTo>
                    <a:cubicBezTo>
                      <a:pt x="5" y="2"/>
                      <a:pt x="6" y="1"/>
                      <a:pt x="7" y="1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3" y="5"/>
                      <a:pt x="9" y="6"/>
                      <a:pt x="6" y="7"/>
                    </a:cubicBezTo>
                    <a:cubicBezTo>
                      <a:pt x="5" y="7"/>
                      <a:pt x="4" y="7"/>
                      <a:pt x="3" y="8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1" y="4"/>
                      <a:pt x="2" y="3"/>
                      <a:pt x="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66" name="Freeform 2427">
                <a:extLst>
                  <a:ext uri="{FF2B5EF4-FFF2-40B4-BE49-F238E27FC236}">
                    <a16:creationId xmlns:a16="http://schemas.microsoft.com/office/drawing/2014/main" id="{57D31EFE-A64C-714B-9208-DADBB1580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600"/>
                <a:ext cx="4" cy="3"/>
              </a:xfrm>
              <a:custGeom>
                <a:avLst/>
                <a:gdLst>
                  <a:gd name="T0" fmla="*/ 1 w 10"/>
                  <a:gd name="T1" fmla="*/ 4 h 6"/>
                  <a:gd name="T2" fmla="*/ 0 w 10"/>
                  <a:gd name="T3" fmla="*/ 2 h 6"/>
                  <a:gd name="T4" fmla="*/ 2 w 10"/>
                  <a:gd name="T5" fmla="*/ 1 h 6"/>
                  <a:gd name="T6" fmla="*/ 7 w 10"/>
                  <a:gd name="T7" fmla="*/ 0 h 6"/>
                  <a:gd name="T8" fmla="*/ 9 w 10"/>
                  <a:gd name="T9" fmla="*/ 1 h 6"/>
                  <a:gd name="T10" fmla="*/ 7 w 10"/>
                  <a:gd name="T11" fmla="*/ 3 h 6"/>
                  <a:gd name="T12" fmla="*/ 6 w 10"/>
                  <a:gd name="T13" fmla="*/ 5 h 6"/>
                  <a:gd name="T14" fmla="*/ 3 w 10"/>
                  <a:gd name="T15" fmla="*/ 6 h 6"/>
                  <a:gd name="T16" fmla="*/ 1 w 10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0"/>
                      <a:pt x="5" y="0"/>
                      <a:pt x="7" y="0"/>
                    </a:cubicBezTo>
                    <a:cubicBezTo>
                      <a:pt x="7" y="0"/>
                      <a:pt x="8" y="0"/>
                      <a:pt x="9" y="1"/>
                    </a:cubicBezTo>
                    <a:cubicBezTo>
                      <a:pt x="10" y="1"/>
                      <a:pt x="8" y="3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5" y="6"/>
                      <a:pt x="5" y="6"/>
                      <a:pt x="3" y="6"/>
                    </a:cubicBezTo>
                    <a:cubicBezTo>
                      <a:pt x="2" y="5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67" name="Freeform 2428">
                <a:extLst>
                  <a:ext uri="{FF2B5EF4-FFF2-40B4-BE49-F238E27FC236}">
                    <a16:creationId xmlns:a16="http://schemas.microsoft.com/office/drawing/2014/main" id="{1CB63F56-EBB5-5C4D-9F6B-6CD780F9F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603"/>
                <a:ext cx="3" cy="5"/>
              </a:xfrm>
              <a:custGeom>
                <a:avLst/>
                <a:gdLst>
                  <a:gd name="T0" fmla="*/ 0 w 6"/>
                  <a:gd name="T1" fmla="*/ 3 h 11"/>
                  <a:gd name="T2" fmla="*/ 1 w 6"/>
                  <a:gd name="T3" fmla="*/ 1 h 11"/>
                  <a:gd name="T4" fmla="*/ 5 w 6"/>
                  <a:gd name="T5" fmla="*/ 1 h 11"/>
                  <a:gd name="T6" fmla="*/ 6 w 6"/>
                  <a:gd name="T7" fmla="*/ 4 h 11"/>
                  <a:gd name="T8" fmla="*/ 6 w 6"/>
                  <a:gd name="T9" fmla="*/ 6 h 11"/>
                  <a:gd name="T10" fmla="*/ 5 w 6"/>
                  <a:gd name="T11" fmla="*/ 8 h 11"/>
                  <a:gd name="T12" fmla="*/ 2 w 6"/>
                  <a:gd name="T13" fmla="*/ 10 h 11"/>
                  <a:gd name="T14" fmla="*/ 1 w 6"/>
                  <a:gd name="T15" fmla="*/ 8 h 11"/>
                  <a:gd name="T16" fmla="*/ 0 w 6"/>
                  <a:gd name="T17" fmla="*/ 6 h 11"/>
                  <a:gd name="T18" fmla="*/ 0 w 6"/>
                  <a:gd name="T19" fmla="*/ 4 h 11"/>
                  <a:gd name="T20" fmla="*/ 0 w 6"/>
                  <a:gd name="T2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0" y="3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4" y="9"/>
                      <a:pt x="3" y="11"/>
                      <a:pt x="2" y="10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68" name="Freeform 2429">
                <a:extLst>
                  <a:ext uri="{FF2B5EF4-FFF2-40B4-BE49-F238E27FC236}">
                    <a16:creationId xmlns:a16="http://schemas.microsoft.com/office/drawing/2014/main" id="{1AD3AE27-CC4F-6F42-BEE2-8A6534FC9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606"/>
                <a:ext cx="2" cy="4"/>
              </a:xfrm>
              <a:custGeom>
                <a:avLst/>
                <a:gdLst>
                  <a:gd name="T0" fmla="*/ 1 w 7"/>
                  <a:gd name="T1" fmla="*/ 1 h 10"/>
                  <a:gd name="T2" fmla="*/ 3 w 7"/>
                  <a:gd name="T3" fmla="*/ 0 h 10"/>
                  <a:gd name="T4" fmla="*/ 5 w 7"/>
                  <a:gd name="T5" fmla="*/ 2 h 10"/>
                  <a:gd name="T6" fmla="*/ 5 w 7"/>
                  <a:gd name="T7" fmla="*/ 5 h 10"/>
                  <a:gd name="T8" fmla="*/ 6 w 7"/>
                  <a:gd name="T9" fmla="*/ 6 h 10"/>
                  <a:gd name="T10" fmla="*/ 6 w 7"/>
                  <a:gd name="T11" fmla="*/ 9 h 10"/>
                  <a:gd name="T12" fmla="*/ 3 w 7"/>
                  <a:gd name="T13" fmla="*/ 9 h 10"/>
                  <a:gd name="T14" fmla="*/ 1 w 7"/>
                  <a:gd name="T15" fmla="*/ 5 h 10"/>
                  <a:gd name="T16" fmla="*/ 1 w 7"/>
                  <a:gd name="T1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0">
                    <a:moveTo>
                      <a:pt x="1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5"/>
                      <a:pt x="6" y="5"/>
                      <a:pt x="6" y="6"/>
                    </a:cubicBezTo>
                    <a:cubicBezTo>
                      <a:pt x="7" y="7"/>
                      <a:pt x="7" y="8"/>
                      <a:pt x="6" y="9"/>
                    </a:cubicBezTo>
                    <a:cubicBezTo>
                      <a:pt x="5" y="10"/>
                      <a:pt x="4" y="10"/>
                      <a:pt x="3" y="9"/>
                    </a:cubicBezTo>
                    <a:cubicBezTo>
                      <a:pt x="1" y="8"/>
                      <a:pt x="1" y="7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69" name="Freeform 2430">
                <a:extLst>
                  <a:ext uri="{FF2B5EF4-FFF2-40B4-BE49-F238E27FC236}">
                    <a16:creationId xmlns:a16="http://schemas.microsoft.com/office/drawing/2014/main" id="{E35F65A3-2A46-5E4D-ADC1-3C8CEA47D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609"/>
                <a:ext cx="2" cy="2"/>
              </a:xfrm>
              <a:custGeom>
                <a:avLst/>
                <a:gdLst>
                  <a:gd name="T0" fmla="*/ 1 w 6"/>
                  <a:gd name="T1" fmla="*/ 4 h 5"/>
                  <a:gd name="T2" fmla="*/ 1 w 6"/>
                  <a:gd name="T3" fmla="*/ 3 h 5"/>
                  <a:gd name="T4" fmla="*/ 1 w 6"/>
                  <a:gd name="T5" fmla="*/ 3 h 5"/>
                  <a:gd name="T6" fmla="*/ 1 w 6"/>
                  <a:gd name="T7" fmla="*/ 1 h 5"/>
                  <a:gd name="T8" fmla="*/ 3 w 6"/>
                  <a:gd name="T9" fmla="*/ 0 h 5"/>
                  <a:gd name="T10" fmla="*/ 5 w 6"/>
                  <a:gd name="T11" fmla="*/ 1 h 5"/>
                  <a:gd name="T12" fmla="*/ 5 w 6"/>
                  <a:gd name="T13" fmla="*/ 4 h 5"/>
                  <a:gd name="T14" fmla="*/ 3 w 6"/>
                  <a:gd name="T15" fmla="*/ 5 h 5"/>
                  <a:gd name="T16" fmla="*/ 2 w 6"/>
                  <a:gd name="T17" fmla="*/ 5 h 5"/>
                  <a:gd name="T18" fmla="*/ 1 w 6"/>
                  <a:gd name="T19" fmla="*/ 5 h 5"/>
                  <a:gd name="T20" fmla="*/ 1 w 6"/>
                  <a:gd name="T2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6" y="2"/>
                      <a:pt x="6" y="4"/>
                      <a:pt x="5" y="4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0" name="Freeform 2431">
                <a:extLst>
                  <a:ext uri="{FF2B5EF4-FFF2-40B4-BE49-F238E27FC236}">
                    <a16:creationId xmlns:a16="http://schemas.microsoft.com/office/drawing/2014/main" id="{6999FE1F-0EC9-D14F-B74F-CBDB3D52A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608"/>
                <a:ext cx="4" cy="2"/>
              </a:xfrm>
              <a:custGeom>
                <a:avLst/>
                <a:gdLst>
                  <a:gd name="T0" fmla="*/ 0 w 9"/>
                  <a:gd name="T1" fmla="*/ 3 h 5"/>
                  <a:gd name="T2" fmla="*/ 0 w 9"/>
                  <a:gd name="T3" fmla="*/ 2 h 5"/>
                  <a:gd name="T4" fmla="*/ 0 w 9"/>
                  <a:gd name="T5" fmla="*/ 1 h 5"/>
                  <a:gd name="T6" fmla="*/ 2 w 9"/>
                  <a:gd name="T7" fmla="*/ 0 h 5"/>
                  <a:gd name="T8" fmla="*/ 6 w 9"/>
                  <a:gd name="T9" fmla="*/ 0 h 5"/>
                  <a:gd name="T10" fmla="*/ 8 w 9"/>
                  <a:gd name="T11" fmla="*/ 0 h 5"/>
                  <a:gd name="T12" fmla="*/ 6 w 9"/>
                  <a:gd name="T13" fmla="*/ 3 h 5"/>
                  <a:gd name="T14" fmla="*/ 2 w 9"/>
                  <a:gd name="T15" fmla="*/ 4 h 5"/>
                  <a:gd name="T16" fmla="*/ 0 w 9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0"/>
                      <a:pt x="4" y="0"/>
                      <a:pt x="6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1"/>
                      <a:pt x="8" y="3"/>
                      <a:pt x="6" y="3"/>
                    </a:cubicBezTo>
                    <a:cubicBezTo>
                      <a:pt x="5" y="4"/>
                      <a:pt x="3" y="5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1" name="Freeform 2432">
                <a:extLst>
                  <a:ext uri="{FF2B5EF4-FFF2-40B4-BE49-F238E27FC236}">
                    <a16:creationId xmlns:a16="http://schemas.microsoft.com/office/drawing/2014/main" id="{DF0A3DBB-C4FF-3944-B8D2-56D076FA5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605"/>
                <a:ext cx="3" cy="2"/>
              </a:xfrm>
              <a:custGeom>
                <a:avLst/>
                <a:gdLst>
                  <a:gd name="T0" fmla="*/ 4 w 7"/>
                  <a:gd name="T1" fmla="*/ 0 h 5"/>
                  <a:gd name="T2" fmla="*/ 6 w 7"/>
                  <a:gd name="T3" fmla="*/ 2 h 5"/>
                  <a:gd name="T4" fmla="*/ 7 w 7"/>
                  <a:gd name="T5" fmla="*/ 3 h 5"/>
                  <a:gd name="T6" fmla="*/ 7 w 7"/>
                  <a:gd name="T7" fmla="*/ 4 h 5"/>
                  <a:gd name="T8" fmla="*/ 4 w 7"/>
                  <a:gd name="T9" fmla="*/ 5 h 5"/>
                  <a:gd name="T10" fmla="*/ 1 w 7"/>
                  <a:gd name="T11" fmla="*/ 4 h 5"/>
                  <a:gd name="T12" fmla="*/ 0 w 7"/>
                  <a:gd name="T13" fmla="*/ 3 h 5"/>
                  <a:gd name="T14" fmla="*/ 1 w 7"/>
                  <a:gd name="T15" fmla="*/ 1 h 5"/>
                  <a:gd name="T16" fmla="*/ 4 w 7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5" y="0"/>
                      <a:pt x="6" y="1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2" name="Freeform 2433">
                <a:extLst>
                  <a:ext uri="{FF2B5EF4-FFF2-40B4-BE49-F238E27FC236}">
                    <a16:creationId xmlns:a16="http://schemas.microsoft.com/office/drawing/2014/main" id="{2AA36921-8110-7540-80D6-5E324BA8F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603"/>
                <a:ext cx="2" cy="1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1 h 4"/>
                  <a:gd name="T4" fmla="*/ 1 w 5"/>
                  <a:gd name="T5" fmla="*/ 1 h 4"/>
                  <a:gd name="T6" fmla="*/ 3 w 5"/>
                  <a:gd name="T7" fmla="*/ 0 h 4"/>
                  <a:gd name="T8" fmla="*/ 4 w 5"/>
                  <a:gd name="T9" fmla="*/ 1 h 4"/>
                  <a:gd name="T10" fmla="*/ 4 w 5"/>
                  <a:gd name="T11" fmla="*/ 3 h 4"/>
                  <a:gd name="T12" fmla="*/ 0 w 5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5" y="2"/>
                      <a:pt x="4" y="2"/>
                      <a:pt x="4" y="3"/>
                    </a:cubicBezTo>
                    <a:cubicBezTo>
                      <a:pt x="3" y="3"/>
                      <a:pt x="0" y="4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3" name="Freeform 2434">
                <a:extLst>
                  <a:ext uri="{FF2B5EF4-FFF2-40B4-BE49-F238E27FC236}">
                    <a16:creationId xmlns:a16="http://schemas.microsoft.com/office/drawing/2014/main" id="{882DE84D-73C6-0F4F-9236-A1611AD57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610"/>
                <a:ext cx="5" cy="5"/>
              </a:xfrm>
              <a:custGeom>
                <a:avLst/>
                <a:gdLst>
                  <a:gd name="T0" fmla="*/ 0 w 14"/>
                  <a:gd name="T1" fmla="*/ 4 h 11"/>
                  <a:gd name="T2" fmla="*/ 0 w 14"/>
                  <a:gd name="T3" fmla="*/ 2 h 11"/>
                  <a:gd name="T4" fmla="*/ 3 w 14"/>
                  <a:gd name="T5" fmla="*/ 0 h 11"/>
                  <a:gd name="T6" fmla="*/ 8 w 14"/>
                  <a:gd name="T7" fmla="*/ 2 h 11"/>
                  <a:gd name="T8" fmla="*/ 9 w 14"/>
                  <a:gd name="T9" fmla="*/ 4 h 11"/>
                  <a:gd name="T10" fmla="*/ 11 w 14"/>
                  <a:gd name="T11" fmla="*/ 5 h 11"/>
                  <a:gd name="T12" fmla="*/ 13 w 14"/>
                  <a:gd name="T13" fmla="*/ 7 h 11"/>
                  <a:gd name="T14" fmla="*/ 11 w 14"/>
                  <a:gd name="T15" fmla="*/ 10 h 11"/>
                  <a:gd name="T16" fmla="*/ 4 w 14"/>
                  <a:gd name="T17" fmla="*/ 10 h 11"/>
                  <a:gd name="T18" fmla="*/ 4 w 14"/>
                  <a:gd name="T19" fmla="*/ 9 h 11"/>
                  <a:gd name="T20" fmla="*/ 3 w 14"/>
                  <a:gd name="T21" fmla="*/ 7 h 11"/>
                  <a:gd name="T22" fmla="*/ 0 w 14"/>
                  <a:gd name="T2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1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8" y="3"/>
                      <a:pt x="8" y="4"/>
                      <a:pt x="9" y="4"/>
                    </a:cubicBezTo>
                    <a:cubicBezTo>
                      <a:pt x="10" y="5"/>
                      <a:pt x="11" y="4"/>
                      <a:pt x="11" y="5"/>
                    </a:cubicBezTo>
                    <a:cubicBezTo>
                      <a:pt x="12" y="5"/>
                      <a:pt x="13" y="7"/>
                      <a:pt x="13" y="7"/>
                    </a:cubicBezTo>
                    <a:cubicBezTo>
                      <a:pt x="14" y="9"/>
                      <a:pt x="12" y="10"/>
                      <a:pt x="11" y="10"/>
                    </a:cubicBezTo>
                    <a:cubicBezTo>
                      <a:pt x="9" y="11"/>
                      <a:pt x="6" y="11"/>
                      <a:pt x="4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3" y="5"/>
                      <a:pt x="1" y="6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4" name="Freeform 2435">
                <a:extLst>
                  <a:ext uri="{FF2B5EF4-FFF2-40B4-BE49-F238E27FC236}">
                    <a16:creationId xmlns:a16="http://schemas.microsoft.com/office/drawing/2014/main" id="{6833CFD9-FBE8-FE4C-94B3-356EE168D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613"/>
                <a:ext cx="11" cy="9"/>
              </a:xfrm>
              <a:custGeom>
                <a:avLst/>
                <a:gdLst>
                  <a:gd name="T0" fmla="*/ 4 w 27"/>
                  <a:gd name="T1" fmla="*/ 19 h 23"/>
                  <a:gd name="T2" fmla="*/ 3 w 27"/>
                  <a:gd name="T3" fmla="*/ 20 h 23"/>
                  <a:gd name="T4" fmla="*/ 0 w 27"/>
                  <a:gd name="T5" fmla="*/ 18 h 23"/>
                  <a:gd name="T6" fmla="*/ 4 w 27"/>
                  <a:gd name="T7" fmla="*/ 16 h 23"/>
                  <a:gd name="T8" fmla="*/ 10 w 27"/>
                  <a:gd name="T9" fmla="*/ 15 h 23"/>
                  <a:gd name="T10" fmla="*/ 10 w 27"/>
                  <a:gd name="T11" fmla="*/ 14 h 23"/>
                  <a:gd name="T12" fmla="*/ 6 w 27"/>
                  <a:gd name="T13" fmla="*/ 13 h 23"/>
                  <a:gd name="T14" fmla="*/ 4 w 27"/>
                  <a:gd name="T15" fmla="*/ 12 h 23"/>
                  <a:gd name="T16" fmla="*/ 3 w 27"/>
                  <a:gd name="T17" fmla="*/ 10 h 23"/>
                  <a:gd name="T18" fmla="*/ 2 w 27"/>
                  <a:gd name="T19" fmla="*/ 7 h 23"/>
                  <a:gd name="T20" fmla="*/ 5 w 27"/>
                  <a:gd name="T21" fmla="*/ 5 h 23"/>
                  <a:gd name="T22" fmla="*/ 6 w 27"/>
                  <a:gd name="T23" fmla="*/ 3 h 23"/>
                  <a:gd name="T24" fmla="*/ 9 w 27"/>
                  <a:gd name="T25" fmla="*/ 2 h 23"/>
                  <a:gd name="T26" fmla="*/ 15 w 27"/>
                  <a:gd name="T27" fmla="*/ 2 h 23"/>
                  <a:gd name="T28" fmla="*/ 20 w 27"/>
                  <a:gd name="T29" fmla="*/ 2 h 23"/>
                  <a:gd name="T30" fmla="*/ 24 w 27"/>
                  <a:gd name="T31" fmla="*/ 2 h 23"/>
                  <a:gd name="T32" fmla="*/ 25 w 27"/>
                  <a:gd name="T33" fmla="*/ 4 h 23"/>
                  <a:gd name="T34" fmla="*/ 26 w 27"/>
                  <a:gd name="T35" fmla="*/ 5 h 23"/>
                  <a:gd name="T36" fmla="*/ 25 w 27"/>
                  <a:gd name="T37" fmla="*/ 9 h 23"/>
                  <a:gd name="T38" fmla="*/ 24 w 27"/>
                  <a:gd name="T39" fmla="*/ 13 h 23"/>
                  <a:gd name="T40" fmla="*/ 24 w 27"/>
                  <a:gd name="T41" fmla="*/ 17 h 23"/>
                  <a:gd name="T42" fmla="*/ 21 w 27"/>
                  <a:gd name="T43" fmla="*/ 19 h 23"/>
                  <a:gd name="T44" fmla="*/ 16 w 27"/>
                  <a:gd name="T45" fmla="*/ 20 h 23"/>
                  <a:gd name="T46" fmla="*/ 12 w 27"/>
                  <a:gd name="T47" fmla="*/ 21 h 23"/>
                  <a:gd name="T48" fmla="*/ 9 w 27"/>
                  <a:gd name="T49" fmla="*/ 23 h 23"/>
                  <a:gd name="T50" fmla="*/ 5 w 27"/>
                  <a:gd name="T51" fmla="*/ 21 h 23"/>
                  <a:gd name="T52" fmla="*/ 4 w 27"/>
                  <a:gd name="T53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7" h="23">
                    <a:moveTo>
                      <a:pt x="4" y="19"/>
                    </a:moveTo>
                    <a:cubicBezTo>
                      <a:pt x="3" y="19"/>
                      <a:pt x="3" y="20"/>
                      <a:pt x="3" y="20"/>
                    </a:cubicBezTo>
                    <a:cubicBezTo>
                      <a:pt x="1" y="23"/>
                      <a:pt x="0" y="20"/>
                      <a:pt x="0" y="18"/>
                    </a:cubicBezTo>
                    <a:cubicBezTo>
                      <a:pt x="0" y="16"/>
                      <a:pt x="2" y="16"/>
                      <a:pt x="4" y="16"/>
                    </a:cubicBezTo>
                    <a:cubicBezTo>
                      <a:pt x="6" y="16"/>
                      <a:pt x="8" y="16"/>
                      <a:pt x="10" y="15"/>
                    </a:cubicBezTo>
                    <a:cubicBezTo>
                      <a:pt x="10" y="15"/>
                      <a:pt x="11" y="15"/>
                      <a:pt x="10" y="14"/>
                    </a:cubicBezTo>
                    <a:cubicBezTo>
                      <a:pt x="9" y="14"/>
                      <a:pt x="7" y="13"/>
                      <a:pt x="6" y="13"/>
                    </a:cubicBezTo>
                    <a:cubicBezTo>
                      <a:pt x="6" y="13"/>
                      <a:pt x="5" y="12"/>
                      <a:pt x="4" y="12"/>
                    </a:cubicBezTo>
                    <a:cubicBezTo>
                      <a:pt x="4" y="11"/>
                      <a:pt x="4" y="11"/>
                      <a:pt x="3" y="10"/>
                    </a:cubicBezTo>
                    <a:cubicBezTo>
                      <a:pt x="3" y="9"/>
                      <a:pt x="1" y="8"/>
                      <a:pt x="2" y="7"/>
                    </a:cubicBezTo>
                    <a:cubicBezTo>
                      <a:pt x="3" y="6"/>
                      <a:pt x="5" y="7"/>
                      <a:pt x="5" y="5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7" y="3"/>
                      <a:pt x="8" y="2"/>
                      <a:pt x="9" y="2"/>
                    </a:cubicBezTo>
                    <a:cubicBezTo>
                      <a:pt x="11" y="1"/>
                      <a:pt x="13" y="1"/>
                      <a:pt x="15" y="2"/>
                    </a:cubicBezTo>
                    <a:cubicBezTo>
                      <a:pt x="17" y="2"/>
                      <a:pt x="18" y="2"/>
                      <a:pt x="20" y="2"/>
                    </a:cubicBezTo>
                    <a:cubicBezTo>
                      <a:pt x="21" y="2"/>
                      <a:pt x="23" y="0"/>
                      <a:pt x="24" y="2"/>
                    </a:cubicBezTo>
                    <a:cubicBezTo>
                      <a:pt x="24" y="3"/>
                      <a:pt x="24" y="3"/>
                      <a:pt x="25" y="4"/>
                    </a:cubicBezTo>
                    <a:cubicBezTo>
                      <a:pt x="25" y="5"/>
                      <a:pt x="25" y="5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4" y="10"/>
                      <a:pt x="24" y="11"/>
                      <a:pt x="24" y="13"/>
                    </a:cubicBezTo>
                    <a:cubicBezTo>
                      <a:pt x="25" y="14"/>
                      <a:pt x="25" y="15"/>
                      <a:pt x="24" y="17"/>
                    </a:cubicBezTo>
                    <a:cubicBezTo>
                      <a:pt x="24" y="18"/>
                      <a:pt x="23" y="19"/>
                      <a:pt x="21" y="19"/>
                    </a:cubicBezTo>
                    <a:cubicBezTo>
                      <a:pt x="19" y="20"/>
                      <a:pt x="18" y="19"/>
                      <a:pt x="16" y="20"/>
                    </a:cubicBezTo>
                    <a:cubicBezTo>
                      <a:pt x="15" y="20"/>
                      <a:pt x="13" y="21"/>
                      <a:pt x="12" y="21"/>
                    </a:cubicBezTo>
                    <a:cubicBezTo>
                      <a:pt x="11" y="22"/>
                      <a:pt x="10" y="23"/>
                      <a:pt x="9" y="23"/>
                    </a:cubicBezTo>
                    <a:cubicBezTo>
                      <a:pt x="8" y="23"/>
                      <a:pt x="6" y="22"/>
                      <a:pt x="5" y="21"/>
                    </a:cubicBezTo>
                    <a:cubicBezTo>
                      <a:pt x="5" y="21"/>
                      <a:pt x="4" y="19"/>
                      <a:pt x="4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5" name="Freeform 2436">
                <a:extLst>
                  <a:ext uri="{FF2B5EF4-FFF2-40B4-BE49-F238E27FC236}">
                    <a16:creationId xmlns:a16="http://schemas.microsoft.com/office/drawing/2014/main" id="{A9B5132C-48C2-D54B-881B-D0279B77D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626"/>
                <a:ext cx="2" cy="2"/>
              </a:xfrm>
              <a:custGeom>
                <a:avLst/>
                <a:gdLst>
                  <a:gd name="T0" fmla="*/ 0 w 4"/>
                  <a:gd name="T1" fmla="*/ 2 h 5"/>
                  <a:gd name="T2" fmla="*/ 1 w 4"/>
                  <a:gd name="T3" fmla="*/ 0 h 5"/>
                  <a:gd name="T4" fmla="*/ 3 w 4"/>
                  <a:gd name="T5" fmla="*/ 1 h 5"/>
                  <a:gd name="T6" fmla="*/ 2 w 4"/>
                  <a:gd name="T7" fmla="*/ 5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4" y="4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6" name="Freeform 2437">
                <a:extLst>
                  <a:ext uri="{FF2B5EF4-FFF2-40B4-BE49-F238E27FC236}">
                    <a16:creationId xmlns:a16="http://schemas.microsoft.com/office/drawing/2014/main" id="{920BDE47-B28E-B748-B730-B72F93574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621"/>
                <a:ext cx="3" cy="2"/>
              </a:xfrm>
              <a:custGeom>
                <a:avLst/>
                <a:gdLst>
                  <a:gd name="T0" fmla="*/ 1 w 8"/>
                  <a:gd name="T1" fmla="*/ 4 h 5"/>
                  <a:gd name="T2" fmla="*/ 0 w 8"/>
                  <a:gd name="T3" fmla="*/ 3 h 5"/>
                  <a:gd name="T4" fmla="*/ 1 w 8"/>
                  <a:gd name="T5" fmla="*/ 0 h 5"/>
                  <a:gd name="T6" fmla="*/ 3 w 8"/>
                  <a:gd name="T7" fmla="*/ 0 h 5"/>
                  <a:gd name="T8" fmla="*/ 5 w 8"/>
                  <a:gd name="T9" fmla="*/ 0 h 5"/>
                  <a:gd name="T10" fmla="*/ 8 w 8"/>
                  <a:gd name="T11" fmla="*/ 3 h 5"/>
                  <a:gd name="T12" fmla="*/ 4 w 8"/>
                  <a:gd name="T13" fmla="*/ 5 h 5"/>
                  <a:gd name="T14" fmla="*/ 4 w 8"/>
                  <a:gd name="T15" fmla="*/ 5 h 5"/>
                  <a:gd name="T16" fmla="*/ 2 w 8"/>
                  <a:gd name="T17" fmla="*/ 5 h 5"/>
                  <a:gd name="T18" fmla="*/ 1 w 8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7" y="0"/>
                      <a:pt x="8" y="1"/>
                      <a:pt x="8" y="3"/>
                    </a:cubicBezTo>
                    <a:cubicBezTo>
                      <a:pt x="8" y="4"/>
                      <a:pt x="6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7" name="Freeform 2438">
                <a:extLst>
                  <a:ext uri="{FF2B5EF4-FFF2-40B4-BE49-F238E27FC236}">
                    <a16:creationId xmlns:a16="http://schemas.microsoft.com/office/drawing/2014/main" id="{B92DB9F5-D7DB-4541-8F48-CDEEC2649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610"/>
                <a:ext cx="3" cy="2"/>
              </a:xfrm>
              <a:custGeom>
                <a:avLst/>
                <a:gdLst>
                  <a:gd name="T0" fmla="*/ 4 w 9"/>
                  <a:gd name="T1" fmla="*/ 6 h 6"/>
                  <a:gd name="T2" fmla="*/ 2 w 9"/>
                  <a:gd name="T3" fmla="*/ 6 h 6"/>
                  <a:gd name="T4" fmla="*/ 0 w 9"/>
                  <a:gd name="T5" fmla="*/ 3 h 6"/>
                  <a:gd name="T6" fmla="*/ 3 w 9"/>
                  <a:gd name="T7" fmla="*/ 1 h 6"/>
                  <a:gd name="T8" fmla="*/ 6 w 9"/>
                  <a:gd name="T9" fmla="*/ 0 h 6"/>
                  <a:gd name="T10" fmla="*/ 9 w 9"/>
                  <a:gd name="T11" fmla="*/ 2 h 6"/>
                  <a:gd name="T12" fmla="*/ 8 w 9"/>
                  <a:gd name="T13" fmla="*/ 4 h 6"/>
                  <a:gd name="T14" fmla="*/ 6 w 9"/>
                  <a:gd name="T15" fmla="*/ 6 h 6"/>
                  <a:gd name="T16" fmla="*/ 4 w 9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6">
                    <a:moveTo>
                      <a:pt x="4" y="6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2" y="1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9" y="1"/>
                      <a:pt x="9" y="2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5" y="6"/>
                      <a:pt x="5" y="6"/>
                      <a:pt x="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8" name="Freeform 2439">
                <a:extLst>
                  <a:ext uri="{FF2B5EF4-FFF2-40B4-BE49-F238E27FC236}">
                    <a16:creationId xmlns:a16="http://schemas.microsoft.com/office/drawing/2014/main" id="{5A59273D-DD2E-AB4E-8717-259D7FE5F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619"/>
                <a:ext cx="2" cy="2"/>
              </a:xfrm>
              <a:custGeom>
                <a:avLst/>
                <a:gdLst>
                  <a:gd name="T0" fmla="*/ 1 w 6"/>
                  <a:gd name="T1" fmla="*/ 3 h 5"/>
                  <a:gd name="T2" fmla="*/ 2 w 6"/>
                  <a:gd name="T3" fmla="*/ 1 h 5"/>
                  <a:gd name="T4" fmla="*/ 4 w 6"/>
                  <a:gd name="T5" fmla="*/ 0 h 5"/>
                  <a:gd name="T6" fmla="*/ 5 w 6"/>
                  <a:gd name="T7" fmla="*/ 2 h 5"/>
                  <a:gd name="T8" fmla="*/ 3 w 6"/>
                  <a:gd name="T9" fmla="*/ 5 h 5"/>
                  <a:gd name="T10" fmla="*/ 2 w 6"/>
                  <a:gd name="T11" fmla="*/ 4 h 5"/>
                  <a:gd name="T12" fmla="*/ 1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1" y="3"/>
                    </a:moveTo>
                    <a:cubicBezTo>
                      <a:pt x="0" y="2"/>
                      <a:pt x="1" y="2"/>
                      <a:pt x="2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9" name="Freeform 2440">
                <a:extLst>
                  <a:ext uri="{FF2B5EF4-FFF2-40B4-BE49-F238E27FC236}">
                    <a16:creationId xmlns:a16="http://schemas.microsoft.com/office/drawing/2014/main" id="{C485F653-6FB2-DC45-B19A-D453B3858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609"/>
                <a:ext cx="11" cy="9"/>
              </a:xfrm>
              <a:custGeom>
                <a:avLst/>
                <a:gdLst>
                  <a:gd name="T0" fmla="*/ 1 w 28"/>
                  <a:gd name="T1" fmla="*/ 17 h 22"/>
                  <a:gd name="T2" fmla="*/ 2 w 28"/>
                  <a:gd name="T3" fmla="*/ 13 h 22"/>
                  <a:gd name="T4" fmla="*/ 0 w 28"/>
                  <a:gd name="T5" fmla="*/ 11 h 22"/>
                  <a:gd name="T6" fmla="*/ 0 w 28"/>
                  <a:gd name="T7" fmla="*/ 7 h 22"/>
                  <a:gd name="T8" fmla="*/ 2 w 28"/>
                  <a:gd name="T9" fmla="*/ 6 h 22"/>
                  <a:gd name="T10" fmla="*/ 4 w 28"/>
                  <a:gd name="T11" fmla="*/ 2 h 22"/>
                  <a:gd name="T12" fmla="*/ 7 w 28"/>
                  <a:gd name="T13" fmla="*/ 1 h 22"/>
                  <a:gd name="T14" fmla="*/ 12 w 28"/>
                  <a:gd name="T15" fmla="*/ 1 h 22"/>
                  <a:gd name="T16" fmla="*/ 17 w 28"/>
                  <a:gd name="T17" fmla="*/ 1 h 22"/>
                  <a:gd name="T18" fmla="*/ 22 w 28"/>
                  <a:gd name="T19" fmla="*/ 1 h 22"/>
                  <a:gd name="T20" fmla="*/ 23 w 28"/>
                  <a:gd name="T21" fmla="*/ 4 h 22"/>
                  <a:gd name="T22" fmla="*/ 26 w 28"/>
                  <a:gd name="T23" fmla="*/ 5 h 22"/>
                  <a:gd name="T24" fmla="*/ 27 w 28"/>
                  <a:gd name="T25" fmla="*/ 8 h 22"/>
                  <a:gd name="T26" fmla="*/ 22 w 28"/>
                  <a:gd name="T27" fmla="*/ 8 h 22"/>
                  <a:gd name="T28" fmla="*/ 21 w 28"/>
                  <a:gd name="T29" fmla="*/ 10 h 22"/>
                  <a:gd name="T30" fmla="*/ 19 w 28"/>
                  <a:gd name="T31" fmla="*/ 12 h 22"/>
                  <a:gd name="T32" fmla="*/ 18 w 28"/>
                  <a:gd name="T33" fmla="*/ 15 h 22"/>
                  <a:gd name="T34" fmla="*/ 18 w 28"/>
                  <a:gd name="T35" fmla="*/ 17 h 22"/>
                  <a:gd name="T36" fmla="*/ 16 w 28"/>
                  <a:gd name="T37" fmla="*/ 18 h 22"/>
                  <a:gd name="T38" fmla="*/ 14 w 28"/>
                  <a:gd name="T39" fmla="*/ 19 h 22"/>
                  <a:gd name="T40" fmla="*/ 12 w 28"/>
                  <a:gd name="T41" fmla="*/ 22 h 22"/>
                  <a:gd name="T42" fmla="*/ 8 w 28"/>
                  <a:gd name="T43" fmla="*/ 22 h 22"/>
                  <a:gd name="T44" fmla="*/ 5 w 28"/>
                  <a:gd name="T45" fmla="*/ 22 h 22"/>
                  <a:gd name="T46" fmla="*/ 3 w 28"/>
                  <a:gd name="T47" fmla="*/ 22 h 22"/>
                  <a:gd name="T48" fmla="*/ 1 w 28"/>
                  <a:gd name="T49" fmla="*/ 21 h 22"/>
                  <a:gd name="T50" fmla="*/ 1 w 28"/>
                  <a:gd name="T51" fmla="*/ 19 h 22"/>
                  <a:gd name="T52" fmla="*/ 1 w 28"/>
                  <a:gd name="T53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" h="22">
                    <a:moveTo>
                      <a:pt x="1" y="17"/>
                    </a:moveTo>
                    <a:cubicBezTo>
                      <a:pt x="2" y="16"/>
                      <a:pt x="3" y="15"/>
                      <a:pt x="2" y="13"/>
                    </a:cubicBezTo>
                    <a:cubicBezTo>
                      <a:pt x="2" y="12"/>
                      <a:pt x="1" y="12"/>
                      <a:pt x="0" y="11"/>
                    </a:cubicBezTo>
                    <a:cubicBezTo>
                      <a:pt x="0" y="10"/>
                      <a:pt x="0" y="8"/>
                      <a:pt x="0" y="7"/>
                    </a:cubicBezTo>
                    <a:cubicBezTo>
                      <a:pt x="0" y="6"/>
                      <a:pt x="1" y="6"/>
                      <a:pt x="2" y="6"/>
                    </a:cubicBezTo>
                    <a:cubicBezTo>
                      <a:pt x="3" y="5"/>
                      <a:pt x="3" y="3"/>
                      <a:pt x="4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9" y="1"/>
                      <a:pt x="10" y="1"/>
                      <a:pt x="12" y="1"/>
                    </a:cubicBezTo>
                    <a:cubicBezTo>
                      <a:pt x="14" y="1"/>
                      <a:pt x="16" y="1"/>
                      <a:pt x="17" y="1"/>
                    </a:cubicBezTo>
                    <a:cubicBezTo>
                      <a:pt x="18" y="1"/>
                      <a:pt x="20" y="0"/>
                      <a:pt x="22" y="1"/>
                    </a:cubicBezTo>
                    <a:cubicBezTo>
                      <a:pt x="22" y="2"/>
                      <a:pt x="22" y="3"/>
                      <a:pt x="23" y="4"/>
                    </a:cubicBezTo>
                    <a:cubicBezTo>
                      <a:pt x="24" y="4"/>
                      <a:pt x="25" y="4"/>
                      <a:pt x="26" y="5"/>
                    </a:cubicBezTo>
                    <a:cubicBezTo>
                      <a:pt x="27" y="6"/>
                      <a:pt x="28" y="7"/>
                      <a:pt x="27" y="8"/>
                    </a:cubicBezTo>
                    <a:cubicBezTo>
                      <a:pt x="25" y="9"/>
                      <a:pt x="23" y="7"/>
                      <a:pt x="22" y="8"/>
                    </a:cubicBezTo>
                    <a:cubicBezTo>
                      <a:pt x="21" y="9"/>
                      <a:pt x="21" y="9"/>
                      <a:pt x="21" y="10"/>
                    </a:cubicBezTo>
                    <a:cubicBezTo>
                      <a:pt x="20" y="11"/>
                      <a:pt x="20" y="11"/>
                      <a:pt x="19" y="12"/>
                    </a:cubicBezTo>
                    <a:cubicBezTo>
                      <a:pt x="19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18" y="17"/>
                      <a:pt x="17" y="18"/>
                      <a:pt x="16" y="18"/>
                    </a:cubicBezTo>
                    <a:cubicBezTo>
                      <a:pt x="15" y="18"/>
                      <a:pt x="15" y="18"/>
                      <a:pt x="14" y="19"/>
                    </a:cubicBezTo>
                    <a:cubicBezTo>
                      <a:pt x="13" y="20"/>
                      <a:pt x="13" y="22"/>
                      <a:pt x="12" y="22"/>
                    </a:cubicBezTo>
                    <a:cubicBezTo>
                      <a:pt x="10" y="22"/>
                      <a:pt x="9" y="22"/>
                      <a:pt x="8" y="22"/>
                    </a:cubicBezTo>
                    <a:cubicBezTo>
                      <a:pt x="7" y="21"/>
                      <a:pt x="6" y="22"/>
                      <a:pt x="5" y="22"/>
                    </a:cubicBezTo>
                    <a:cubicBezTo>
                      <a:pt x="4" y="22"/>
                      <a:pt x="4" y="22"/>
                      <a:pt x="3" y="22"/>
                    </a:cubicBezTo>
                    <a:cubicBezTo>
                      <a:pt x="2" y="22"/>
                      <a:pt x="1" y="22"/>
                      <a:pt x="1" y="21"/>
                    </a:cubicBezTo>
                    <a:cubicBezTo>
                      <a:pt x="1" y="20"/>
                      <a:pt x="1" y="20"/>
                      <a:pt x="1" y="19"/>
                    </a:cubicBezTo>
                    <a:cubicBezTo>
                      <a:pt x="1" y="19"/>
                      <a:pt x="1" y="18"/>
                      <a:pt x="1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0" name="Freeform 2441">
                <a:extLst>
                  <a:ext uri="{FF2B5EF4-FFF2-40B4-BE49-F238E27FC236}">
                    <a16:creationId xmlns:a16="http://schemas.microsoft.com/office/drawing/2014/main" id="{1B8EC320-7C3E-CB47-BA74-6F7E5FD66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618"/>
                <a:ext cx="4" cy="3"/>
              </a:xfrm>
              <a:custGeom>
                <a:avLst/>
                <a:gdLst>
                  <a:gd name="T0" fmla="*/ 2 w 10"/>
                  <a:gd name="T1" fmla="*/ 1 h 6"/>
                  <a:gd name="T2" fmla="*/ 4 w 10"/>
                  <a:gd name="T3" fmla="*/ 1 h 6"/>
                  <a:gd name="T4" fmla="*/ 6 w 10"/>
                  <a:gd name="T5" fmla="*/ 1 h 6"/>
                  <a:gd name="T6" fmla="*/ 9 w 10"/>
                  <a:gd name="T7" fmla="*/ 1 h 6"/>
                  <a:gd name="T8" fmla="*/ 10 w 10"/>
                  <a:gd name="T9" fmla="*/ 3 h 6"/>
                  <a:gd name="T10" fmla="*/ 7 w 10"/>
                  <a:gd name="T11" fmla="*/ 5 h 6"/>
                  <a:gd name="T12" fmla="*/ 2 w 10"/>
                  <a:gd name="T13" fmla="*/ 5 h 6"/>
                  <a:gd name="T14" fmla="*/ 2 w 10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2" y="1"/>
                    </a:moveTo>
                    <a:cubicBezTo>
                      <a:pt x="3" y="0"/>
                      <a:pt x="4" y="1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7" y="1"/>
                      <a:pt x="8" y="0"/>
                      <a:pt x="9" y="1"/>
                    </a:cubicBezTo>
                    <a:cubicBezTo>
                      <a:pt x="9" y="1"/>
                      <a:pt x="10" y="3"/>
                      <a:pt x="10" y="3"/>
                    </a:cubicBezTo>
                    <a:cubicBezTo>
                      <a:pt x="9" y="4"/>
                      <a:pt x="7" y="4"/>
                      <a:pt x="7" y="5"/>
                    </a:cubicBezTo>
                    <a:cubicBezTo>
                      <a:pt x="5" y="5"/>
                      <a:pt x="4" y="6"/>
                      <a:pt x="2" y="5"/>
                    </a:cubicBezTo>
                    <a:cubicBezTo>
                      <a:pt x="2" y="4"/>
                      <a:pt x="0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1" name="Freeform 2442">
                <a:extLst>
                  <a:ext uri="{FF2B5EF4-FFF2-40B4-BE49-F238E27FC236}">
                    <a16:creationId xmlns:a16="http://schemas.microsoft.com/office/drawing/2014/main" id="{C6E0FE05-DB7E-6C4F-96EC-0B7B09E97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615"/>
                <a:ext cx="4" cy="2"/>
              </a:xfrm>
              <a:custGeom>
                <a:avLst/>
                <a:gdLst>
                  <a:gd name="T0" fmla="*/ 4 w 10"/>
                  <a:gd name="T1" fmla="*/ 0 h 5"/>
                  <a:gd name="T2" fmla="*/ 6 w 10"/>
                  <a:gd name="T3" fmla="*/ 0 h 5"/>
                  <a:gd name="T4" fmla="*/ 8 w 10"/>
                  <a:gd name="T5" fmla="*/ 0 h 5"/>
                  <a:gd name="T6" fmla="*/ 9 w 10"/>
                  <a:gd name="T7" fmla="*/ 0 h 5"/>
                  <a:gd name="T8" fmla="*/ 10 w 10"/>
                  <a:gd name="T9" fmla="*/ 2 h 5"/>
                  <a:gd name="T10" fmla="*/ 9 w 10"/>
                  <a:gd name="T11" fmla="*/ 4 h 5"/>
                  <a:gd name="T12" fmla="*/ 8 w 10"/>
                  <a:gd name="T13" fmla="*/ 5 h 5"/>
                  <a:gd name="T14" fmla="*/ 6 w 10"/>
                  <a:gd name="T15" fmla="*/ 5 h 5"/>
                  <a:gd name="T16" fmla="*/ 3 w 10"/>
                  <a:gd name="T17" fmla="*/ 5 h 5"/>
                  <a:gd name="T18" fmla="*/ 1 w 10"/>
                  <a:gd name="T19" fmla="*/ 5 h 5"/>
                  <a:gd name="T20" fmla="*/ 1 w 10"/>
                  <a:gd name="T21" fmla="*/ 2 h 5"/>
                  <a:gd name="T22" fmla="*/ 4 w 10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5">
                    <a:moveTo>
                      <a:pt x="4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1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2" name="Freeform 2443">
                <a:extLst>
                  <a:ext uri="{FF2B5EF4-FFF2-40B4-BE49-F238E27FC236}">
                    <a16:creationId xmlns:a16="http://schemas.microsoft.com/office/drawing/2014/main" id="{F7856A83-8B47-6B4C-B7A6-8654DC313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1617"/>
                <a:ext cx="5" cy="4"/>
              </a:xfrm>
              <a:custGeom>
                <a:avLst/>
                <a:gdLst>
                  <a:gd name="T0" fmla="*/ 10 w 12"/>
                  <a:gd name="T1" fmla="*/ 7 h 9"/>
                  <a:gd name="T2" fmla="*/ 8 w 12"/>
                  <a:gd name="T3" fmla="*/ 7 h 9"/>
                  <a:gd name="T4" fmla="*/ 7 w 12"/>
                  <a:gd name="T5" fmla="*/ 8 h 9"/>
                  <a:gd name="T6" fmla="*/ 3 w 12"/>
                  <a:gd name="T7" fmla="*/ 8 h 9"/>
                  <a:gd name="T8" fmla="*/ 2 w 12"/>
                  <a:gd name="T9" fmla="*/ 6 h 9"/>
                  <a:gd name="T10" fmla="*/ 0 w 12"/>
                  <a:gd name="T11" fmla="*/ 6 h 9"/>
                  <a:gd name="T12" fmla="*/ 1 w 12"/>
                  <a:gd name="T13" fmla="*/ 4 h 9"/>
                  <a:gd name="T14" fmla="*/ 3 w 12"/>
                  <a:gd name="T15" fmla="*/ 2 h 9"/>
                  <a:gd name="T16" fmla="*/ 4 w 12"/>
                  <a:gd name="T17" fmla="*/ 0 h 9"/>
                  <a:gd name="T18" fmla="*/ 7 w 12"/>
                  <a:gd name="T19" fmla="*/ 1 h 9"/>
                  <a:gd name="T20" fmla="*/ 8 w 12"/>
                  <a:gd name="T21" fmla="*/ 2 h 9"/>
                  <a:gd name="T22" fmla="*/ 10 w 12"/>
                  <a:gd name="T23" fmla="*/ 2 h 9"/>
                  <a:gd name="T24" fmla="*/ 11 w 12"/>
                  <a:gd name="T25" fmla="*/ 3 h 9"/>
                  <a:gd name="T26" fmla="*/ 10 w 12"/>
                  <a:gd name="T27" fmla="*/ 6 h 9"/>
                  <a:gd name="T28" fmla="*/ 10 w 12"/>
                  <a:gd name="T2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9">
                    <a:moveTo>
                      <a:pt x="10" y="7"/>
                    </a:moveTo>
                    <a:cubicBezTo>
                      <a:pt x="9" y="7"/>
                      <a:pt x="8" y="7"/>
                      <a:pt x="8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6" y="8"/>
                      <a:pt x="4" y="9"/>
                      <a:pt x="3" y="8"/>
                    </a:cubicBezTo>
                    <a:cubicBezTo>
                      <a:pt x="3" y="8"/>
                      <a:pt x="3" y="7"/>
                      <a:pt x="2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3"/>
                      <a:pt x="3" y="4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2"/>
                      <a:pt x="11" y="2"/>
                      <a:pt x="11" y="3"/>
                    </a:cubicBezTo>
                    <a:cubicBezTo>
                      <a:pt x="12" y="4"/>
                      <a:pt x="11" y="5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3" name="Freeform 2444">
                <a:extLst>
                  <a:ext uri="{FF2B5EF4-FFF2-40B4-BE49-F238E27FC236}">
                    <a16:creationId xmlns:a16="http://schemas.microsoft.com/office/drawing/2014/main" id="{50F1D151-9191-4442-B6E0-E2C3BE317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616"/>
                <a:ext cx="2" cy="2"/>
              </a:xfrm>
              <a:custGeom>
                <a:avLst/>
                <a:gdLst>
                  <a:gd name="T0" fmla="*/ 1 w 5"/>
                  <a:gd name="T1" fmla="*/ 0 h 4"/>
                  <a:gd name="T2" fmla="*/ 2 w 5"/>
                  <a:gd name="T3" fmla="*/ 0 h 4"/>
                  <a:gd name="T4" fmla="*/ 4 w 5"/>
                  <a:gd name="T5" fmla="*/ 2 h 4"/>
                  <a:gd name="T6" fmla="*/ 1 w 5"/>
                  <a:gd name="T7" fmla="*/ 4 h 4"/>
                  <a:gd name="T8" fmla="*/ 1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5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4" name="Freeform 2445">
                <a:extLst>
                  <a:ext uri="{FF2B5EF4-FFF2-40B4-BE49-F238E27FC236}">
                    <a16:creationId xmlns:a16="http://schemas.microsoft.com/office/drawing/2014/main" id="{FA854003-09FD-9746-B99C-25CA67786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606"/>
                <a:ext cx="7" cy="9"/>
              </a:xfrm>
              <a:custGeom>
                <a:avLst/>
                <a:gdLst>
                  <a:gd name="T0" fmla="*/ 1 w 17"/>
                  <a:gd name="T1" fmla="*/ 20 h 24"/>
                  <a:gd name="T2" fmla="*/ 0 w 17"/>
                  <a:gd name="T3" fmla="*/ 18 h 24"/>
                  <a:gd name="T4" fmla="*/ 1 w 17"/>
                  <a:gd name="T5" fmla="*/ 17 h 24"/>
                  <a:gd name="T6" fmla="*/ 1 w 17"/>
                  <a:gd name="T7" fmla="*/ 14 h 24"/>
                  <a:gd name="T8" fmla="*/ 1 w 17"/>
                  <a:gd name="T9" fmla="*/ 9 h 24"/>
                  <a:gd name="T10" fmla="*/ 4 w 17"/>
                  <a:gd name="T11" fmla="*/ 7 h 24"/>
                  <a:gd name="T12" fmla="*/ 8 w 17"/>
                  <a:gd name="T13" fmla="*/ 5 h 24"/>
                  <a:gd name="T14" fmla="*/ 9 w 17"/>
                  <a:gd name="T15" fmla="*/ 4 h 24"/>
                  <a:gd name="T16" fmla="*/ 9 w 17"/>
                  <a:gd name="T17" fmla="*/ 2 h 24"/>
                  <a:gd name="T18" fmla="*/ 10 w 17"/>
                  <a:gd name="T19" fmla="*/ 1 h 24"/>
                  <a:gd name="T20" fmla="*/ 12 w 17"/>
                  <a:gd name="T21" fmla="*/ 0 h 24"/>
                  <a:gd name="T22" fmla="*/ 15 w 17"/>
                  <a:gd name="T23" fmla="*/ 0 h 24"/>
                  <a:gd name="T24" fmla="*/ 16 w 17"/>
                  <a:gd name="T25" fmla="*/ 4 h 24"/>
                  <a:gd name="T26" fmla="*/ 15 w 17"/>
                  <a:gd name="T27" fmla="*/ 8 h 24"/>
                  <a:gd name="T28" fmla="*/ 14 w 17"/>
                  <a:gd name="T29" fmla="*/ 10 h 24"/>
                  <a:gd name="T30" fmla="*/ 13 w 17"/>
                  <a:gd name="T31" fmla="*/ 13 h 24"/>
                  <a:gd name="T32" fmla="*/ 15 w 17"/>
                  <a:gd name="T33" fmla="*/ 14 h 24"/>
                  <a:gd name="T34" fmla="*/ 12 w 17"/>
                  <a:gd name="T35" fmla="*/ 20 h 24"/>
                  <a:gd name="T36" fmla="*/ 10 w 17"/>
                  <a:gd name="T37" fmla="*/ 23 h 24"/>
                  <a:gd name="T38" fmla="*/ 6 w 17"/>
                  <a:gd name="T39" fmla="*/ 24 h 24"/>
                  <a:gd name="T40" fmla="*/ 4 w 17"/>
                  <a:gd name="T41" fmla="*/ 23 h 24"/>
                  <a:gd name="T42" fmla="*/ 2 w 17"/>
                  <a:gd name="T43" fmla="*/ 23 h 24"/>
                  <a:gd name="T44" fmla="*/ 1 w 17"/>
                  <a:gd name="T45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24">
                    <a:moveTo>
                      <a:pt x="1" y="20"/>
                    </a:moveTo>
                    <a:cubicBezTo>
                      <a:pt x="1" y="20"/>
                      <a:pt x="0" y="19"/>
                      <a:pt x="0" y="18"/>
                    </a:cubicBezTo>
                    <a:cubicBezTo>
                      <a:pt x="0" y="18"/>
                      <a:pt x="1" y="17"/>
                      <a:pt x="1" y="17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0" y="13"/>
                      <a:pt x="0" y="11"/>
                      <a:pt x="1" y="9"/>
                    </a:cubicBezTo>
                    <a:cubicBezTo>
                      <a:pt x="2" y="8"/>
                      <a:pt x="2" y="7"/>
                      <a:pt x="4" y="7"/>
                    </a:cubicBezTo>
                    <a:cubicBezTo>
                      <a:pt x="5" y="7"/>
                      <a:pt x="7" y="6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9" y="3"/>
                      <a:pt x="8" y="3"/>
                      <a:pt x="9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11" y="0"/>
                      <a:pt x="12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6" y="1"/>
                      <a:pt x="16" y="2"/>
                      <a:pt x="16" y="4"/>
                    </a:cubicBezTo>
                    <a:cubicBezTo>
                      <a:pt x="16" y="5"/>
                      <a:pt x="16" y="7"/>
                      <a:pt x="15" y="8"/>
                    </a:cubicBezTo>
                    <a:cubicBezTo>
                      <a:pt x="15" y="9"/>
                      <a:pt x="14" y="10"/>
                      <a:pt x="14" y="10"/>
                    </a:cubicBezTo>
                    <a:cubicBezTo>
                      <a:pt x="13" y="11"/>
                      <a:pt x="12" y="12"/>
                      <a:pt x="13" y="13"/>
                    </a:cubicBezTo>
                    <a:cubicBezTo>
                      <a:pt x="13" y="14"/>
                      <a:pt x="14" y="14"/>
                      <a:pt x="15" y="14"/>
                    </a:cubicBezTo>
                    <a:cubicBezTo>
                      <a:pt x="17" y="16"/>
                      <a:pt x="13" y="19"/>
                      <a:pt x="12" y="20"/>
                    </a:cubicBezTo>
                    <a:cubicBezTo>
                      <a:pt x="12" y="21"/>
                      <a:pt x="11" y="23"/>
                      <a:pt x="10" y="23"/>
                    </a:cubicBezTo>
                    <a:cubicBezTo>
                      <a:pt x="9" y="24"/>
                      <a:pt x="7" y="24"/>
                      <a:pt x="6" y="24"/>
                    </a:cubicBezTo>
                    <a:cubicBezTo>
                      <a:pt x="5" y="23"/>
                      <a:pt x="5" y="23"/>
                      <a:pt x="4" y="23"/>
                    </a:cubicBezTo>
                    <a:cubicBezTo>
                      <a:pt x="3" y="23"/>
                      <a:pt x="3" y="23"/>
                      <a:pt x="2" y="23"/>
                    </a:cubicBezTo>
                    <a:cubicBezTo>
                      <a:pt x="1" y="22"/>
                      <a:pt x="1" y="21"/>
                      <a:pt x="1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5" name="Freeform 2446">
                <a:extLst>
                  <a:ext uri="{FF2B5EF4-FFF2-40B4-BE49-F238E27FC236}">
                    <a16:creationId xmlns:a16="http://schemas.microsoft.com/office/drawing/2014/main" id="{9F36BB44-F250-AE4B-B72A-696BCD772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604"/>
                <a:ext cx="2" cy="2"/>
              </a:xfrm>
              <a:custGeom>
                <a:avLst/>
                <a:gdLst>
                  <a:gd name="T0" fmla="*/ 2 w 5"/>
                  <a:gd name="T1" fmla="*/ 7 h 7"/>
                  <a:gd name="T2" fmla="*/ 0 w 5"/>
                  <a:gd name="T3" fmla="*/ 4 h 7"/>
                  <a:gd name="T4" fmla="*/ 1 w 5"/>
                  <a:gd name="T5" fmla="*/ 1 h 7"/>
                  <a:gd name="T6" fmla="*/ 3 w 5"/>
                  <a:gd name="T7" fmla="*/ 1 h 7"/>
                  <a:gd name="T8" fmla="*/ 4 w 5"/>
                  <a:gd name="T9" fmla="*/ 2 h 7"/>
                  <a:gd name="T10" fmla="*/ 5 w 5"/>
                  <a:gd name="T11" fmla="*/ 5 h 7"/>
                  <a:gd name="T12" fmla="*/ 2 w 5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5" y="6"/>
                      <a:pt x="3" y="7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6" name="Freeform 2447">
                <a:extLst>
                  <a:ext uri="{FF2B5EF4-FFF2-40B4-BE49-F238E27FC236}">
                    <a16:creationId xmlns:a16="http://schemas.microsoft.com/office/drawing/2014/main" id="{43A80BFA-F8E4-4945-830A-793AFCF22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603"/>
                <a:ext cx="3" cy="2"/>
              </a:xfrm>
              <a:custGeom>
                <a:avLst/>
                <a:gdLst>
                  <a:gd name="T0" fmla="*/ 1 w 8"/>
                  <a:gd name="T1" fmla="*/ 4 h 5"/>
                  <a:gd name="T2" fmla="*/ 0 w 8"/>
                  <a:gd name="T3" fmla="*/ 3 h 5"/>
                  <a:gd name="T4" fmla="*/ 3 w 8"/>
                  <a:gd name="T5" fmla="*/ 0 h 5"/>
                  <a:gd name="T6" fmla="*/ 5 w 8"/>
                  <a:gd name="T7" fmla="*/ 1 h 5"/>
                  <a:gd name="T8" fmla="*/ 7 w 8"/>
                  <a:gd name="T9" fmla="*/ 1 h 5"/>
                  <a:gd name="T10" fmla="*/ 8 w 8"/>
                  <a:gd name="T11" fmla="*/ 3 h 5"/>
                  <a:gd name="T12" fmla="*/ 5 w 8"/>
                  <a:gd name="T13" fmla="*/ 4 h 5"/>
                  <a:gd name="T14" fmla="*/ 1 w 8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1" y="4"/>
                    </a:move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2" y="1"/>
                      <a:pt x="3" y="0"/>
                    </a:cubicBezTo>
                    <a:cubicBezTo>
                      <a:pt x="4" y="0"/>
                      <a:pt x="4" y="1"/>
                      <a:pt x="5" y="1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7" name="Freeform 2448">
                <a:extLst>
                  <a:ext uri="{FF2B5EF4-FFF2-40B4-BE49-F238E27FC236}">
                    <a16:creationId xmlns:a16="http://schemas.microsoft.com/office/drawing/2014/main" id="{D4D4C788-BEC2-8F4B-8DA1-D1B00FB6F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602"/>
                <a:ext cx="4" cy="3"/>
              </a:xfrm>
              <a:custGeom>
                <a:avLst/>
                <a:gdLst>
                  <a:gd name="T0" fmla="*/ 0 w 11"/>
                  <a:gd name="T1" fmla="*/ 5 h 7"/>
                  <a:gd name="T2" fmla="*/ 0 w 11"/>
                  <a:gd name="T3" fmla="*/ 2 h 7"/>
                  <a:gd name="T4" fmla="*/ 2 w 11"/>
                  <a:gd name="T5" fmla="*/ 1 h 7"/>
                  <a:gd name="T6" fmla="*/ 6 w 11"/>
                  <a:gd name="T7" fmla="*/ 0 h 7"/>
                  <a:gd name="T8" fmla="*/ 8 w 11"/>
                  <a:gd name="T9" fmla="*/ 0 h 7"/>
                  <a:gd name="T10" fmla="*/ 10 w 11"/>
                  <a:gd name="T11" fmla="*/ 1 h 7"/>
                  <a:gd name="T12" fmla="*/ 10 w 11"/>
                  <a:gd name="T13" fmla="*/ 3 h 7"/>
                  <a:gd name="T14" fmla="*/ 8 w 11"/>
                  <a:gd name="T15" fmla="*/ 3 h 7"/>
                  <a:gd name="T16" fmla="*/ 6 w 11"/>
                  <a:gd name="T17" fmla="*/ 4 h 7"/>
                  <a:gd name="T18" fmla="*/ 1 w 11"/>
                  <a:gd name="T19" fmla="*/ 6 h 7"/>
                  <a:gd name="T20" fmla="*/ 0 w 11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0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6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9" y="1"/>
                      <a:pt x="10" y="1"/>
                    </a:cubicBezTo>
                    <a:cubicBezTo>
                      <a:pt x="10" y="2"/>
                      <a:pt x="11" y="3"/>
                      <a:pt x="10" y="3"/>
                    </a:cubicBezTo>
                    <a:cubicBezTo>
                      <a:pt x="10" y="4"/>
                      <a:pt x="9" y="4"/>
                      <a:pt x="8" y="3"/>
                    </a:cubicBezTo>
                    <a:cubicBezTo>
                      <a:pt x="7" y="3"/>
                      <a:pt x="6" y="4"/>
                      <a:pt x="6" y="4"/>
                    </a:cubicBezTo>
                    <a:cubicBezTo>
                      <a:pt x="5" y="5"/>
                      <a:pt x="3" y="7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8" name="Freeform 2449">
                <a:extLst>
                  <a:ext uri="{FF2B5EF4-FFF2-40B4-BE49-F238E27FC236}">
                    <a16:creationId xmlns:a16="http://schemas.microsoft.com/office/drawing/2014/main" id="{EA1EA8BE-984F-5742-B153-159A6A80F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594"/>
                <a:ext cx="15" cy="9"/>
              </a:xfrm>
              <a:custGeom>
                <a:avLst/>
                <a:gdLst>
                  <a:gd name="T0" fmla="*/ 4 w 37"/>
                  <a:gd name="T1" fmla="*/ 15 h 21"/>
                  <a:gd name="T2" fmla="*/ 4 w 37"/>
                  <a:gd name="T3" fmla="*/ 13 h 21"/>
                  <a:gd name="T4" fmla="*/ 2 w 37"/>
                  <a:gd name="T5" fmla="*/ 12 h 21"/>
                  <a:gd name="T6" fmla="*/ 1 w 37"/>
                  <a:gd name="T7" fmla="*/ 7 h 21"/>
                  <a:gd name="T8" fmla="*/ 4 w 37"/>
                  <a:gd name="T9" fmla="*/ 2 h 21"/>
                  <a:gd name="T10" fmla="*/ 9 w 37"/>
                  <a:gd name="T11" fmla="*/ 1 h 21"/>
                  <a:gd name="T12" fmla="*/ 17 w 37"/>
                  <a:gd name="T13" fmla="*/ 0 h 21"/>
                  <a:gd name="T14" fmla="*/ 23 w 37"/>
                  <a:gd name="T15" fmla="*/ 0 h 21"/>
                  <a:gd name="T16" fmla="*/ 28 w 37"/>
                  <a:gd name="T17" fmla="*/ 1 h 21"/>
                  <a:gd name="T18" fmla="*/ 32 w 37"/>
                  <a:gd name="T19" fmla="*/ 2 h 21"/>
                  <a:gd name="T20" fmla="*/ 35 w 37"/>
                  <a:gd name="T21" fmla="*/ 5 h 21"/>
                  <a:gd name="T22" fmla="*/ 37 w 37"/>
                  <a:gd name="T23" fmla="*/ 8 h 21"/>
                  <a:gd name="T24" fmla="*/ 35 w 37"/>
                  <a:gd name="T25" fmla="*/ 13 h 21"/>
                  <a:gd name="T26" fmla="*/ 30 w 37"/>
                  <a:gd name="T27" fmla="*/ 14 h 21"/>
                  <a:gd name="T28" fmla="*/ 26 w 37"/>
                  <a:gd name="T29" fmla="*/ 17 h 21"/>
                  <a:gd name="T30" fmla="*/ 23 w 37"/>
                  <a:gd name="T31" fmla="*/ 20 h 21"/>
                  <a:gd name="T32" fmla="*/ 19 w 37"/>
                  <a:gd name="T33" fmla="*/ 20 h 21"/>
                  <a:gd name="T34" fmla="*/ 17 w 37"/>
                  <a:gd name="T35" fmla="*/ 16 h 21"/>
                  <a:gd name="T36" fmla="*/ 17 w 37"/>
                  <a:gd name="T37" fmla="*/ 13 h 21"/>
                  <a:gd name="T38" fmla="*/ 16 w 37"/>
                  <a:gd name="T39" fmla="*/ 11 h 21"/>
                  <a:gd name="T40" fmla="*/ 14 w 37"/>
                  <a:gd name="T41" fmla="*/ 12 h 21"/>
                  <a:gd name="T42" fmla="*/ 13 w 37"/>
                  <a:gd name="T43" fmla="*/ 17 h 21"/>
                  <a:gd name="T44" fmla="*/ 9 w 37"/>
                  <a:gd name="T45" fmla="*/ 18 h 21"/>
                  <a:gd name="T46" fmla="*/ 5 w 37"/>
                  <a:gd name="T47" fmla="*/ 17 h 21"/>
                  <a:gd name="T48" fmla="*/ 4 w 37"/>
                  <a:gd name="T4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7" h="21">
                    <a:moveTo>
                      <a:pt x="4" y="15"/>
                    </a:moveTo>
                    <a:cubicBezTo>
                      <a:pt x="4" y="15"/>
                      <a:pt x="4" y="14"/>
                      <a:pt x="4" y="13"/>
                    </a:cubicBezTo>
                    <a:cubicBezTo>
                      <a:pt x="3" y="13"/>
                      <a:pt x="2" y="13"/>
                      <a:pt x="2" y="12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2" y="5"/>
                      <a:pt x="3" y="4"/>
                      <a:pt x="4" y="2"/>
                    </a:cubicBezTo>
                    <a:cubicBezTo>
                      <a:pt x="6" y="1"/>
                      <a:pt x="8" y="1"/>
                      <a:pt x="9" y="1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19" y="0"/>
                      <a:pt x="21" y="0"/>
                      <a:pt x="23" y="0"/>
                    </a:cubicBezTo>
                    <a:cubicBezTo>
                      <a:pt x="25" y="0"/>
                      <a:pt x="26" y="0"/>
                      <a:pt x="28" y="1"/>
                    </a:cubicBezTo>
                    <a:cubicBezTo>
                      <a:pt x="29" y="1"/>
                      <a:pt x="31" y="2"/>
                      <a:pt x="32" y="2"/>
                    </a:cubicBezTo>
                    <a:cubicBezTo>
                      <a:pt x="34" y="2"/>
                      <a:pt x="35" y="3"/>
                      <a:pt x="35" y="5"/>
                    </a:cubicBezTo>
                    <a:cubicBezTo>
                      <a:pt x="36" y="6"/>
                      <a:pt x="37" y="7"/>
                      <a:pt x="37" y="8"/>
                    </a:cubicBezTo>
                    <a:cubicBezTo>
                      <a:pt x="37" y="10"/>
                      <a:pt x="37" y="12"/>
                      <a:pt x="35" y="13"/>
                    </a:cubicBezTo>
                    <a:cubicBezTo>
                      <a:pt x="34" y="14"/>
                      <a:pt x="32" y="13"/>
                      <a:pt x="30" y="14"/>
                    </a:cubicBezTo>
                    <a:cubicBezTo>
                      <a:pt x="29" y="15"/>
                      <a:pt x="28" y="16"/>
                      <a:pt x="26" y="17"/>
                    </a:cubicBezTo>
                    <a:cubicBezTo>
                      <a:pt x="25" y="18"/>
                      <a:pt x="24" y="19"/>
                      <a:pt x="23" y="20"/>
                    </a:cubicBezTo>
                    <a:cubicBezTo>
                      <a:pt x="22" y="21"/>
                      <a:pt x="20" y="20"/>
                      <a:pt x="19" y="20"/>
                    </a:cubicBezTo>
                    <a:cubicBezTo>
                      <a:pt x="18" y="19"/>
                      <a:pt x="17" y="18"/>
                      <a:pt x="17" y="16"/>
                    </a:cubicBezTo>
                    <a:cubicBezTo>
                      <a:pt x="17" y="15"/>
                      <a:pt x="17" y="14"/>
                      <a:pt x="17" y="13"/>
                    </a:cubicBezTo>
                    <a:cubicBezTo>
                      <a:pt x="17" y="12"/>
                      <a:pt x="17" y="11"/>
                      <a:pt x="16" y="11"/>
                    </a:cubicBezTo>
                    <a:cubicBezTo>
                      <a:pt x="16" y="10"/>
                      <a:pt x="15" y="11"/>
                      <a:pt x="14" y="12"/>
                    </a:cubicBezTo>
                    <a:cubicBezTo>
                      <a:pt x="13" y="13"/>
                      <a:pt x="14" y="15"/>
                      <a:pt x="13" y="17"/>
                    </a:cubicBezTo>
                    <a:cubicBezTo>
                      <a:pt x="12" y="18"/>
                      <a:pt x="10" y="18"/>
                      <a:pt x="9" y="18"/>
                    </a:cubicBezTo>
                    <a:cubicBezTo>
                      <a:pt x="8" y="18"/>
                      <a:pt x="6" y="18"/>
                      <a:pt x="5" y="17"/>
                    </a:cubicBezTo>
                    <a:cubicBezTo>
                      <a:pt x="4" y="17"/>
                      <a:pt x="4" y="16"/>
                      <a:pt x="4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9" name="Freeform 2450">
                <a:extLst>
                  <a:ext uri="{FF2B5EF4-FFF2-40B4-BE49-F238E27FC236}">
                    <a16:creationId xmlns:a16="http://schemas.microsoft.com/office/drawing/2014/main" id="{00004007-5EFD-ED46-8EF8-56CC24A40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608"/>
                <a:ext cx="3" cy="5"/>
              </a:xfrm>
              <a:custGeom>
                <a:avLst/>
                <a:gdLst>
                  <a:gd name="T0" fmla="*/ 5 w 8"/>
                  <a:gd name="T1" fmla="*/ 11 h 12"/>
                  <a:gd name="T2" fmla="*/ 3 w 8"/>
                  <a:gd name="T3" fmla="*/ 11 h 12"/>
                  <a:gd name="T4" fmla="*/ 1 w 8"/>
                  <a:gd name="T5" fmla="*/ 11 h 12"/>
                  <a:gd name="T6" fmla="*/ 1 w 8"/>
                  <a:gd name="T7" fmla="*/ 8 h 12"/>
                  <a:gd name="T8" fmla="*/ 2 w 8"/>
                  <a:gd name="T9" fmla="*/ 6 h 12"/>
                  <a:gd name="T10" fmla="*/ 2 w 8"/>
                  <a:gd name="T11" fmla="*/ 4 h 12"/>
                  <a:gd name="T12" fmla="*/ 4 w 8"/>
                  <a:gd name="T13" fmla="*/ 2 h 12"/>
                  <a:gd name="T14" fmla="*/ 8 w 8"/>
                  <a:gd name="T15" fmla="*/ 1 h 12"/>
                  <a:gd name="T16" fmla="*/ 8 w 8"/>
                  <a:gd name="T17" fmla="*/ 3 h 12"/>
                  <a:gd name="T18" fmla="*/ 6 w 8"/>
                  <a:gd name="T19" fmla="*/ 4 h 12"/>
                  <a:gd name="T20" fmla="*/ 6 w 8"/>
                  <a:gd name="T21" fmla="*/ 6 h 12"/>
                  <a:gd name="T22" fmla="*/ 6 w 8"/>
                  <a:gd name="T23" fmla="*/ 9 h 12"/>
                  <a:gd name="T24" fmla="*/ 5 w 8"/>
                  <a:gd name="T2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2">
                    <a:moveTo>
                      <a:pt x="5" y="11"/>
                    </a:moveTo>
                    <a:cubicBezTo>
                      <a:pt x="5" y="12"/>
                      <a:pt x="4" y="11"/>
                      <a:pt x="3" y="11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0"/>
                      <a:pt x="0" y="9"/>
                      <a:pt x="1" y="8"/>
                    </a:cubicBezTo>
                    <a:cubicBezTo>
                      <a:pt x="1" y="7"/>
                      <a:pt x="1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3"/>
                      <a:pt x="3" y="2"/>
                      <a:pt x="4" y="2"/>
                    </a:cubicBezTo>
                    <a:cubicBezTo>
                      <a:pt x="5" y="1"/>
                      <a:pt x="7" y="0"/>
                      <a:pt x="8" y="1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0" name="Freeform 2451">
                <a:extLst>
                  <a:ext uri="{FF2B5EF4-FFF2-40B4-BE49-F238E27FC236}">
                    <a16:creationId xmlns:a16="http://schemas.microsoft.com/office/drawing/2014/main" id="{D17FA834-2C07-AC40-8CA6-7728B5050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1615"/>
                <a:ext cx="2" cy="2"/>
              </a:xfrm>
              <a:custGeom>
                <a:avLst/>
                <a:gdLst>
                  <a:gd name="T0" fmla="*/ 1 w 6"/>
                  <a:gd name="T1" fmla="*/ 1 h 7"/>
                  <a:gd name="T2" fmla="*/ 5 w 6"/>
                  <a:gd name="T3" fmla="*/ 2 h 7"/>
                  <a:gd name="T4" fmla="*/ 0 w 6"/>
                  <a:gd name="T5" fmla="*/ 3 h 7"/>
                  <a:gd name="T6" fmla="*/ 1 w 6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2" y="0"/>
                      <a:pt x="4" y="1"/>
                      <a:pt x="5" y="2"/>
                    </a:cubicBezTo>
                    <a:cubicBezTo>
                      <a:pt x="6" y="4"/>
                      <a:pt x="0" y="7"/>
                      <a:pt x="0" y="3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1" name="Freeform 2452">
                <a:extLst>
                  <a:ext uri="{FF2B5EF4-FFF2-40B4-BE49-F238E27FC236}">
                    <a16:creationId xmlns:a16="http://schemas.microsoft.com/office/drawing/2014/main" id="{22C431F8-143B-2E4D-A6C5-AB1D4DC79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589"/>
                <a:ext cx="10" cy="7"/>
              </a:xfrm>
              <a:custGeom>
                <a:avLst/>
                <a:gdLst>
                  <a:gd name="T0" fmla="*/ 17 w 24"/>
                  <a:gd name="T1" fmla="*/ 13 h 17"/>
                  <a:gd name="T2" fmla="*/ 15 w 24"/>
                  <a:gd name="T3" fmla="*/ 15 h 17"/>
                  <a:gd name="T4" fmla="*/ 12 w 24"/>
                  <a:gd name="T5" fmla="*/ 16 h 17"/>
                  <a:gd name="T6" fmla="*/ 10 w 24"/>
                  <a:gd name="T7" fmla="*/ 16 h 17"/>
                  <a:gd name="T8" fmla="*/ 9 w 24"/>
                  <a:gd name="T9" fmla="*/ 12 h 17"/>
                  <a:gd name="T10" fmla="*/ 6 w 24"/>
                  <a:gd name="T11" fmla="*/ 11 h 17"/>
                  <a:gd name="T12" fmla="*/ 4 w 24"/>
                  <a:gd name="T13" fmla="*/ 11 h 17"/>
                  <a:gd name="T14" fmla="*/ 1 w 24"/>
                  <a:gd name="T15" fmla="*/ 9 h 17"/>
                  <a:gd name="T16" fmla="*/ 0 w 24"/>
                  <a:gd name="T17" fmla="*/ 6 h 17"/>
                  <a:gd name="T18" fmla="*/ 3 w 24"/>
                  <a:gd name="T19" fmla="*/ 4 h 17"/>
                  <a:gd name="T20" fmla="*/ 5 w 24"/>
                  <a:gd name="T21" fmla="*/ 3 h 17"/>
                  <a:gd name="T22" fmla="*/ 5 w 24"/>
                  <a:gd name="T23" fmla="*/ 2 h 17"/>
                  <a:gd name="T24" fmla="*/ 9 w 24"/>
                  <a:gd name="T25" fmla="*/ 0 h 17"/>
                  <a:gd name="T26" fmla="*/ 12 w 24"/>
                  <a:gd name="T27" fmla="*/ 1 h 17"/>
                  <a:gd name="T28" fmla="*/ 14 w 24"/>
                  <a:gd name="T29" fmla="*/ 3 h 17"/>
                  <a:gd name="T30" fmla="*/ 17 w 24"/>
                  <a:gd name="T31" fmla="*/ 3 h 17"/>
                  <a:gd name="T32" fmla="*/ 19 w 24"/>
                  <a:gd name="T33" fmla="*/ 3 h 17"/>
                  <a:gd name="T34" fmla="*/ 22 w 24"/>
                  <a:gd name="T35" fmla="*/ 3 h 17"/>
                  <a:gd name="T36" fmla="*/ 24 w 24"/>
                  <a:gd name="T37" fmla="*/ 4 h 17"/>
                  <a:gd name="T38" fmla="*/ 24 w 24"/>
                  <a:gd name="T39" fmla="*/ 5 h 17"/>
                  <a:gd name="T40" fmla="*/ 23 w 24"/>
                  <a:gd name="T41" fmla="*/ 8 h 17"/>
                  <a:gd name="T42" fmla="*/ 22 w 24"/>
                  <a:gd name="T43" fmla="*/ 10 h 17"/>
                  <a:gd name="T44" fmla="*/ 21 w 24"/>
                  <a:gd name="T45" fmla="*/ 11 h 17"/>
                  <a:gd name="T46" fmla="*/ 19 w 24"/>
                  <a:gd name="T47" fmla="*/ 12 h 17"/>
                  <a:gd name="T48" fmla="*/ 19 w 24"/>
                  <a:gd name="T49" fmla="*/ 12 h 17"/>
                  <a:gd name="T50" fmla="*/ 18 w 24"/>
                  <a:gd name="T51" fmla="*/ 12 h 17"/>
                  <a:gd name="T52" fmla="*/ 17 w 24"/>
                  <a:gd name="T53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17">
                    <a:moveTo>
                      <a:pt x="17" y="13"/>
                    </a:moveTo>
                    <a:cubicBezTo>
                      <a:pt x="16" y="14"/>
                      <a:pt x="15" y="14"/>
                      <a:pt x="15" y="15"/>
                    </a:cubicBezTo>
                    <a:cubicBezTo>
                      <a:pt x="14" y="16"/>
                      <a:pt x="13" y="16"/>
                      <a:pt x="12" y="16"/>
                    </a:cubicBezTo>
                    <a:cubicBezTo>
                      <a:pt x="11" y="16"/>
                      <a:pt x="10" y="17"/>
                      <a:pt x="10" y="16"/>
                    </a:cubicBezTo>
                    <a:cubicBezTo>
                      <a:pt x="9" y="15"/>
                      <a:pt x="9" y="13"/>
                      <a:pt x="9" y="12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3" y="10"/>
                      <a:pt x="2" y="9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5"/>
                      <a:pt x="1" y="4"/>
                      <a:pt x="3" y="4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3" y="1"/>
                      <a:pt x="13" y="3"/>
                      <a:pt x="14" y="3"/>
                    </a:cubicBezTo>
                    <a:cubicBezTo>
                      <a:pt x="15" y="4"/>
                      <a:pt x="16" y="3"/>
                      <a:pt x="17" y="3"/>
                    </a:cubicBezTo>
                    <a:cubicBezTo>
                      <a:pt x="18" y="3"/>
                      <a:pt x="18" y="3"/>
                      <a:pt x="19" y="3"/>
                    </a:cubicBezTo>
                    <a:cubicBezTo>
                      <a:pt x="20" y="3"/>
                      <a:pt x="21" y="2"/>
                      <a:pt x="22" y="3"/>
                    </a:cubicBezTo>
                    <a:cubicBezTo>
                      <a:pt x="22" y="3"/>
                      <a:pt x="24" y="3"/>
                      <a:pt x="24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6"/>
                      <a:pt x="23" y="7"/>
                      <a:pt x="23" y="8"/>
                    </a:cubicBezTo>
                    <a:cubicBezTo>
                      <a:pt x="23" y="8"/>
                      <a:pt x="23" y="10"/>
                      <a:pt x="22" y="10"/>
                    </a:cubicBezTo>
                    <a:cubicBezTo>
                      <a:pt x="22" y="10"/>
                      <a:pt x="21" y="10"/>
                      <a:pt x="21" y="11"/>
                    </a:cubicBezTo>
                    <a:cubicBezTo>
                      <a:pt x="20" y="11"/>
                      <a:pt x="20" y="11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7" y="13"/>
                      <a:pt x="17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2" name="Freeform 2453">
                <a:extLst>
                  <a:ext uri="{FF2B5EF4-FFF2-40B4-BE49-F238E27FC236}">
                    <a16:creationId xmlns:a16="http://schemas.microsoft.com/office/drawing/2014/main" id="{8BCA1661-D765-C945-8C47-9ADB7502C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586"/>
                <a:ext cx="4" cy="4"/>
              </a:xfrm>
              <a:custGeom>
                <a:avLst/>
                <a:gdLst>
                  <a:gd name="T0" fmla="*/ 0 w 11"/>
                  <a:gd name="T1" fmla="*/ 6 h 8"/>
                  <a:gd name="T2" fmla="*/ 0 w 11"/>
                  <a:gd name="T3" fmla="*/ 4 h 8"/>
                  <a:gd name="T4" fmla="*/ 0 w 11"/>
                  <a:gd name="T5" fmla="*/ 3 h 8"/>
                  <a:gd name="T6" fmla="*/ 2 w 11"/>
                  <a:gd name="T7" fmla="*/ 2 h 8"/>
                  <a:gd name="T8" fmla="*/ 3 w 11"/>
                  <a:gd name="T9" fmla="*/ 1 h 8"/>
                  <a:gd name="T10" fmla="*/ 6 w 11"/>
                  <a:gd name="T11" fmla="*/ 1 h 8"/>
                  <a:gd name="T12" fmla="*/ 8 w 11"/>
                  <a:gd name="T13" fmla="*/ 1 h 8"/>
                  <a:gd name="T14" fmla="*/ 9 w 11"/>
                  <a:gd name="T15" fmla="*/ 4 h 8"/>
                  <a:gd name="T16" fmla="*/ 6 w 11"/>
                  <a:gd name="T17" fmla="*/ 5 h 8"/>
                  <a:gd name="T18" fmla="*/ 3 w 11"/>
                  <a:gd name="T19" fmla="*/ 8 h 8"/>
                  <a:gd name="T20" fmla="*/ 0 w 11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0" y="6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9" y="1"/>
                      <a:pt x="11" y="3"/>
                      <a:pt x="9" y="4"/>
                    </a:cubicBezTo>
                    <a:cubicBezTo>
                      <a:pt x="8" y="5"/>
                      <a:pt x="7" y="4"/>
                      <a:pt x="6" y="5"/>
                    </a:cubicBezTo>
                    <a:cubicBezTo>
                      <a:pt x="5" y="6"/>
                      <a:pt x="4" y="7"/>
                      <a:pt x="3" y="8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3" name="Freeform 2454">
                <a:extLst>
                  <a:ext uri="{FF2B5EF4-FFF2-40B4-BE49-F238E27FC236}">
                    <a16:creationId xmlns:a16="http://schemas.microsoft.com/office/drawing/2014/main" id="{83CC3E60-B1E0-0A4B-A33E-CCAD8FC1A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595"/>
                <a:ext cx="6" cy="8"/>
              </a:xfrm>
              <a:custGeom>
                <a:avLst/>
                <a:gdLst>
                  <a:gd name="T0" fmla="*/ 3 w 16"/>
                  <a:gd name="T1" fmla="*/ 18 h 18"/>
                  <a:gd name="T2" fmla="*/ 2 w 16"/>
                  <a:gd name="T3" fmla="*/ 17 h 18"/>
                  <a:gd name="T4" fmla="*/ 1 w 16"/>
                  <a:gd name="T5" fmla="*/ 16 h 18"/>
                  <a:gd name="T6" fmla="*/ 0 w 16"/>
                  <a:gd name="T7" fmla="*/ 15 h 18"/>
                  <a:gd name="T8" fmla="*/ 0 w 16"/>
                  <a:gd name="T9" fmla="*/ 13 h 18"/>
                  <a:gd name="T10" fmla="*/ 1 w 16"/>
                  <a:gd name="T11" fmla="*/ 11 h 18"/>
                  <a:gd name="T12" fmla="*/ 3 w 16"/>
                  <a:gd name="T13" fmla="*/ 11 h 18"/>
                  <a:gd name="T14" fmla="*/ 4 w 16"/>
                  <a:gd name="T15" fmla="*/ 9 h 18"/>
                  <a:gd name="T16" fmla="*/ 6 w 16"/>
                  <a:gd name="T17" fmla="*/ 7 h 18"/>
                  <a:gd name="T18" fmla="*/ 7 w 16"/>
                  <a:gd name="T19" fmla="*/ 6 h 18"/>
                  <a:gd name="T20" fmla="*/ 8 w 16"/>
                  <a:gd name="T21" fmla="*/ 5 h 18"/>
                  <a:gd name="T22" fmla="*/ 10 w 16"/>
                  <a:gd name="T23" fmla="*/ 4 h 18"/>
                  <a:gd name="T24" fmla="*/ 13 w 16"/>
                  <a:gd name="T25" fmla="*/ 1 h 18"/>
                  <a:gd name="T26" fmla="*/ 16 w 16"/>
                  <a:gd name="T27" fmla="*/ 4 h 18"/>
                  <a:gd name="T28" fmla="*/ 15 w 16"/>
                  <a:gd name="T29" fmla="*/ 8 h 18"/>
                  <a:gd name="T30" fmla="*/ 15 w 16"/>
                  <a:gd name="T31" fmla="*/ 10 h 18"/>
                  <a:gd name="T32" fmla="*/ 13 w 16"/>
                  <a:gd name="T33" fmla="*/ 12 h 18"/>
                  <a:gd name="T34" fmla="*/ 12 w 16"/>
                  <a:gd name="T35" fmla="*/ 14 h 18"/>
                  <a:gd name="T36" fmla="*/ 10 w 16"/>
                  <a:gd name="T37" fmla="*/ 15 h 18"/>
                  <a:gd name="T38" fmla="*/ 7 w 16"/>
                  <a:gd name="T39" fmla="*/ 16 h 18"/>
                  <a:gd name="T40" fmla="*/ 6 w 16"/>
                  <a:gd name="T41" fmla="*/ 18 h 18"/>
                  <a:gd name="T42" fmla="*/ 4 w 16"/>
                  <a:gd name="T43" fmla="*/ 18 h 18"/>
                  <a:gd name="T44" fmla="*/ 3 w 16"/>
                  <a:gd name="T45" fmla="*/ 18 h 18"/>
                  <a:gd name="T46" fmla="*/ 3 w 16"/>
                  <a:gd name="T4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" h="18">
                    <a:moveTo>
                      <a:pt x="3" y="18"/>
                    </a:moveTo>
                    <a:cubicBezTo>
                      <a:pt x="2" y="17"/>
                      <a:pt x="2" y="17"/>
                      <a:pt x="2" y="17"/>
                    </a:cubicBezTo>
                    <a:cubicBezTo>
                      <a:pt x="1" y="17"/>
                      <a:pt x="1" y="16"/>
                      <a:pt x="1" y="16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0" y="14"/>
                      <a:pt x="0" y="14"/>
                      <a:pt x="0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3" y="11"/>
                      <a:pt x="4" y="10"/>
                      <a:pt x="4" y="9"/>
                    </a:cubicBezTo>
                    <a:cubicBezTo>
                      <a:pt x="5" y="9"/>
                      <a:pt x="5" y="8"/>
                      <a:pt x="6" y="7"/>
                    </a:cubicBezTo>
                    <a:cubicBezTo>
                      <a:pt x="6" y="7"/>
                      <a:pt x="6" y="7"/>
                      <a:pt x="7" y="6"/>
                    </a:cubicBezTo>
                    <a:cubicBezTo>
                      <a:pt x="7" y="6"/>
                      <a:pt x="8" y="6"/>
                      <a:pt x="8" y="5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1" y="3"/>
                      <a:pt x="12" y="2"/>
                      <a:pt x="13" y="1"/>
                    </a:cubicBezTo>
                    <a:cubicBezTo>
                      <a:pt x="15" y="0"/>
                      <a:pt x="15" y="2"/>
                      <a:pt x="16" y="4"/>
                    </a:cubicBezTo>
                    <a:cubicBezTo>
                      <a:pt x="16" y="5"/>
                      <a:pt x="15" y="6"/>
                      <a:pt x="15" y="8"/>
                    </a:cubicBezTo>
                    <a:cubicBezTo>
                      <a:pt x="14" y="9"/>
                      <a:pt x="14" y="9"/>
                      <a:pt x="15" y="10"/>
                    </a:cubicBezTo>
                    <a:cubicBezTo>
                      <a:pt x="15" y="11"/>
                      <a:pt x="14" y="12"/>
                      <a:pt x="13" y="12"/>
                    </a:cubicBezTo>
                    <a:cubicBezTo>
                      <a:pt x="13" y="13"/>
                      <a:pt x="12" y="13"/>
                      <a:pt x="12" y="14"/>
                    </a:cubicBezTo>
                    <a:cubicBezTo>
                      <a:pt x="11" y="14"/>
                      <a:pt x="10" y="14"/>
                      <a:pt x="10" y="15"/>
                    </a:cubicBezTo>
                    <a:cubicBezTo>
                      <a:pt x="9" y="15"/>
                      <a:pt x="8" y="16"/>
                      <a:pt x="7" y="16"/>
                    </a:cubicBezTo>
                    <a:cubicBezTo>
                      <a:pt x="7" y="17"/>
                      <a:pt x="7" y="17"/>
                      <a:pt x="6" y="18"/>
                    </a:cubicBezTo>
                    <a:cubicBezTo>
                      <a:pt x="6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4" name="Freeform 2455">
                <a:extLst>
                  <a:ext uri="{FF2B5EF4-FFF2-40B4-BE49-F238E27FC236}">
                    <a16:creationId xmlns:a16="http://schemas.microsoft.com/office/drawing/2014/main" id="{3F918BE4-7585-3549-8573-BA77D2DD0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602"/>
                <a:ext cx="6" cy="8"/>
              </a:xfrm>
              <a:custGeom>
                <a:avLst/>
                <a:gdLst>
                  <a:gd name="T0" fmla="*/ 5 w 14"/>
                  <a:gd name="T1" fmla="*/ 19 h 19"/>
                  <a:gd name="T2" fmla="*/ 3 w 14"/>
                  <a:gd name="T3" fmla="*/ 18 h 19"/>
                  <a:gd name="T4" fmla="*/ 2 w 14"/>
                  <a:gd name="T5" fmla="*/ 17 h 19"/>
                  <a:gd name="T6" fmla="*/ 1 w 14"/>
                  <a:gd name="T7" fmla="*/ 15 h 19"/>
                  <a:gd name="T8" fmla="*/ 1 w 14"/>
                  <a:gd name="T9" fmla="*/ 14 h 19"/>
                  <a:gd name="T10" fmla="*/ 3 w 14"/>
                  <a:gd name="T11" fmla="*/ 10 h 19"/>
                  <a:gd name="T12" fmla="*/ 5 w 14"/>
                  <a:gd name="T13" fmla="*/ 5 h 19"/>
                  <a:gd name="T14" fmla="*/ 7 w 14"/>
                  <a:gd name="T15" fmla="*/ 3 h 19"/>
                  <a:gd name="T16" fmla="*/ 10 w 14"/>
                  <a:gd name="T17" fmla="*/ 1 h 19"/>
                  <a:gd name="T18" fmla="*/ 12 w 14"/>
                  <a:gd name="T19" fmla="*/ 0 h 19"/>
                  <a:gd name="T20" fmla="*/ 14 w 14"/>
                  <a:gd name="T21" fmla="*/ 1 h 19"/>
                  <a:gd name="T22" fmla="*/ 14 w 14"/>
                  <a:gd name="T23" fmla="*/ 4 h 19"/>
                  <a:gd name="T24" fmla="*/ 13 w 14"/>
                  <a:gd name="T25" fmla="*/ 8 h 19"/>
                  <a:gd name="T26" fmla="*/ 13 w 14"/>
                  <a:gd name="T27" fmla="*/ 11 h 19"/>
                  <a:gd name="T28" fmla="*/ 13 w 14"/>
                  <a:gd name="T29" fmla="*/ 13 h 19"/>
                  <a:gd name="T30" fmla="*/ 10 w 14"/>
                  <a:gd name="T31" fmla="*/ 17 h 19"/>
                  <a:gd name="T32" fmla="*/ 8 w 14"/>
                  <a:gd name="T33" fmla="*/ 19 h 19"/>
                  <a:gd name="T34" fmla="*/ 5 w 14"/>
                  <a:gd name="T3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9">
                    <a:moveTo>
                      <a:pt x="5" y="19"/>
                    </a:moveTo>
                    <a:cubicBezTo>
                      <a:pt x="4" y="18"/>
                      <a:pt x="4" y="18"/>
                      <a:pt x="3" y="18"/>
                    </a:cubicBezTo>
                    <a:cubicBezTo>
                      <a:pt x="3" y="18"/>
                      <a:pt x="2" y="18"/>
                      <a:pt x="2" y="17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0" y="14"/>
                      <a:pt x="1" y="14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8"/>
                      <a:pt x="4" y="7"/>
                      <a:pt x="5" y="5"/>
                    </a:cubicBezTo>
                    <a:cubicBezTo>
                      <a:pt x="5" y="4"/>
                      <a:pt x="6" y="3"/>
                      <a:pt x="7" y="3"/>
                    </a:cubicBezTo>
                    <a:cubicBezTo>
                      <a:pt x="8" y="2"/>
                      <a:pt x="9" y="1"/>
                      <a:pt x="10" y="1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3" y="0"/>
                      <a:pt x="13" y="1"/>
                      <a:pt x="14" y="1"/>
                    </a:cubicBezTo>
                    <a:cubicBezTo>
                      <a:pt x="14" y="2"/>
                      <a:pt x="14" y="3"/>
                      <a:pt x="14" y="4"/>
                    </a:cubicBezTo>
                    <a:cubicBezTo>
                      <a:pt x="14" y="6"/>
                      <a:pt x="14" y="7"/>
                      <a:pt x="13" y="8"/>
                    </a:cubicBezTo>
                    <a:cubicBezTo>
                      <a:pt x="13" y="9"/>
                      <a:pt x="14" y="10"/>
                      <a:pt x="13" y="11"/>
                    </a:cubicBezTo>
                    <a:cubicBezTo>
                      <a:pt x="13" y="12"/>
                      <a:pt x="13" y="12"/>
                      <a:pt x="13" y="13"/>
                    </a:cubicBezTo>
                    <a:cubicBezTo>
                      <a:pt x="12" y="15"/>
                      <a:pt x="11" y="16"/>
                      <a:pt x="10" y="17"/>
                    </a:cubicBezTo>
                    <a:cubicBezTo>
                      <a:pt x="9" y="18"/>
                      <a:pt x="9" y="18"/>
                      <a:pt x="8" y="19"/>
                    </a:cubicBezTo>
                    <a:cubicBezTo>
                      <a:pt x="7" y="19"/>
                      <a:pt x="6" y="19"/>
                      <a:pt x="5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5" name="Freeform 2456">
                <a:extLst>
                  <a:ext uri="{FF2B5EF4-FFF2-40B4-BE49-F238E27FC236}">
                    <a16:creationId xmlns:a16="http://schemas.microsoft.com/office/drawing/2014/main" id="{2D145F38-7E00-7E4D-A4DA-CB5456677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604"/>
                <a:ext cx="1" cy="1"/>
              </a:xfrm>
              <a:custGeom>
                <a:avLst/>
                <a:gdLst>
                  <a:gd name="T0" fmla="*/ 1 w 3"/>
                  <a:gd name="T1" fmla="*/ 4 h 4"/>
                  <a:gd name="T2" fmla="*/ 0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  <a:gd name="T10" fmla="*/ 2 w 3"/>
                  <a:gd name="T11" fmla="*/ 3 h 4"/>
                  <a:gd name="T12" fmla="*/ 1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1" y="4"/>
                      <a:pt x="1" y="4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6" name="Freeform 2457">
                <a:extLst>
                  <a:ext uri="{FF2B5EF4-FFF2-40B4-BE49-F238E27FC236}">
                    <a16:creationId xmlns:a16="http://schemas.microsoft.com/office/drawing/2014/main" id="{500A84CC-F102-8D4B-9D3C-3CC93DED6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607"/>
                <a:ext cx="6" cy="7"/>
              </a:xfrm>
              <a:custGeom>
                <a:avLst/>
                <a:gdLst>
                  <a:gd name="T0" fmla="*/ 2 w 14"/>
                  <a:gd name="T1" fmla="*/ 5 h 17"/>
                  <a:gd name="T2" fmla="*/ 2 w 14"/>
                  <a:gd name="T3" fmla="*/ 5 h 17"/>
                  <a:gd name="T4" fmla="*/ 2 w 14"/>
                  <a:gd name="T5" fmla="*/ 5 h 17"/>
                  <a:gd name="T6" fmla="*/ 3 w 14"/>
                  <a:gd name="T7" fmla="*/ 4 h 17"/>
                  <a:gd name="T8" fmla="*/ 4 w 14"/>
                  <a:gd name="T9" fmla="*/ 3 h 17"/>
                  <a:gd name="T10" fmla="*/ 5 w 14"/>
                  <a:gd name="T11" fmla="*/ 3 h 17"/>
                  <a:gd name="T12" fmla="*/ 5 w 14"/>
                  <a:gd name="T13" fmla="*/ 2 h 17"/>
                  <a:gd name="T14" fmla="*/ 6 w 14"/>
                  <a:gd name="T15" fmla="*/ 1 h 17"/>
                  <a:gd name="T16" fmla="*/ 8 w 14"/>
                  <a:gd name="T17" fmla="*/ 0 h 17"/>
                  <a:gd name="T18" fmla="*/ 9 w 14"/>
                  <a:gd name="T19" fmla="*/ 0 h 17"/>
                  <a:gd name="T20" fmla="*/ 13 w 14"/>
                  <a:gd name="T21" fmla="*/ 2 h 17"/>
                  <a:gd name="T22" fmla="*/ 13 w 14"/>
                  <a:gd name="T23" fmla="*/ 5 h 17"/>
                  <a:gd name="T24" fmla="*/ 12 w 14"/>
                  <a:gd name="T25" fmla="*/ 7 h 17"/>
                  <a:gd name="T26" fmla="*/ 11 w 14"/>
                  <a:gd name="T27" fmla="*/ 9 h 17"/>
                  <a:gd name="T28" fmla="*/ 10 w 14"/>
                  <a:gd name="T29" fmla="*/ 11 h 17"/>
                  <a:gd name="T30" fmla="*/ 10 w 14"/>
                  <a:gd name="T31" fmla="*/ 14 h 17"/>
                  <a:gd name="T32" fmla="*/ 7 w 14"/>
                  <a:gd name="T33" fmla="*/ 17 h 17"/>
                  <a:gd name="T34" fmla="*/ 4 w 14"/>
                  <a:gd name="T35" fmla="*/ 17 h 17"/>
                  <a:gd name="T36" fmla="*/ 2 w 14"/>
                  <a:gd name="T37" fmla="*/ 15 h 17"/>
                  <a:gd name="T38" fmla="*/ 1 w 14"/>
                  <a:gd name="T39" fmla="*/ 12 h 17"/>
                  <a:gd name="T40" fmla="*/ 1 w 14"/>
                  <a:gd name="T41" fmla="*/ 8 h 17"/>
                  <a:gd name="T42" fmla="*/ 2 w 14"/>
                  <a:gd name="T43" fmla="*/ 6 h 17"/>
                  <a:gd name="T44" fmla="*/ 2 w 14"/>
                  <a:gd name="T45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7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7" y="1"/>
                      <a:pt x="7" y="1"/>
                      <a:pt x="8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11" y="0"/>
                      <a:pt x="12" y="1"/>
                      <a:pt x="13" y="2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4" y="6"/>
                      <a:pt x="13" y="7"/>
                      <a:pt x="12" y="7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0" y="10"/>
                      <a:pt x="10" y="10"/>
                      <a:pt x="10" y="11"/>
                    </a:cubicBezTo>
                    <a:cubicBezTo>
                      <a:pt x="10" y="12"/>
                      <a:pt x="11" y="13"/>
                      <a:pt x="10" y="14"/>
                    </a:cubicBezTo>
                    <a:cubicBezTo>
                      <a:pt x="9" y="15"/>
                      <a:pt x="8" y="17"/>
                      <a:pt x="7" y="17"/>
                    </a:cubicBezTo>
                    <a:cubicBezTo>
                      <a:pt x="6" y="17"/>
                      <a:pt x="5" y="17"/>
                      <a:pt x="4" y="17"/>
                    </a:cubicBezTo>
                    <a:cubicBezTo>
                      <a:pt x="3" y="17"/>
                      <a:pt x="3" y="16"/>
                      <a:pt x="2" y="15"/>
                    </a:cubicBezTo>
                    <a:cubicBezTo>
                      <a:pt x="2" y="14"/>
                      <a:pt x="1" y="14"/>
                      <a:pt x="1" y="12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1" y="7"/>
                      <a:pt x="1" y="7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7" name="Freeform 2458">
                <a:extLst>
                  <a:ext uri="{FF2B5EF4-FFF2-40B4-BE49-F238E27FC236}">
                    <a16:creationId xmlns:a16="http://schemas.microsoft.com/office/drawing/2014/main" id="{71503952-6A04-9342-B9BC-40E224040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605"/>
                <a:ext cx="4" cy="3"/>
              </a:xfrm>
              <a:custGeom>
                <a:avLst/>
                <a:gdLst>
                  <a:gd name="T0" fmla="*/ 0 w 8"/>
                  <a:gd name="T1" fmla="*/ 4 h 6"/>
                  <a:gd name="T2" fmla="*/ 1 w 8"/>
                  <a:gd name="T3" fmla="*/ 2 h 6"/>
                  <a:gd name="T4" fmla="*/ 2 w 8"/>
                  <a:gd name="T5" fmla="*/ 1 h 6"/>
                  <a:gd name="T6" fmla="*/ 3 w 8"/>
                  <a:gd name="T7" fmla="*/ 1 h 6"/>
                  <a:gd name="T8" fmla="*/ 4 w 8"/>
                  <a:gd name="T9" fmla="*/ 0 h 6"/>
                  <a:gd name="T10" fmla="*/ 6 w 8"/>
                  <a:gd name="T11" fmla="*/ 0 h 6"/>
                  <a:gd name="T12" fmla="*/ 8 w 8"/>
                  <a:gd name="T13" fmla="*/ 2 h 6"/>
                  <a:gd name="T14" fmla="*/ 7 w 8"/>
                  <a:gd name="T15" fmla="*/ 3 h 6"/>
                  <a:gd name="T16" fmla="*/ 6 w 8"/>
                  <a:gd name="T17" fmla="*/ 4 h 6"/>
                  <a:gd name="T18" fmla="*/ 3 w 8"/>
                  <a:gd name="T19" fmla="*/ 5 h 6"/>
                  <a:gd name="T20" fmla="*/ 0 w 8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0" y="3"/>
                      <a:pt x="1" y="3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0"/>
                      <a:pt x="8" y="2"/>
                    </a:cubicBezTo>
                    <a:cubicBezTo>
                      <a:pt x="8" y="2"/>
                      <a:pt x="8" y="3"/>
                      <a:pt x="7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2" y="5"/>
                      <a:pt x="0" y="6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8" name="Freeform 2459">
                <a:extLst>
                  <a:ext uri="{FF2B5EF4-FFF2-40B4-BE49-F238E27FC236}">
                    <a16:creationId xmlns:a16="http://schemas.microsoft.com/office/drawing/2014/main" id="{7BFC2166-52B2-2743-85AF-02F721B33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610"/>
                <a:ext cx="3" cy="3"/>
              </a:xfrm>
              <a:custGeom>
                <a:avLst/>
                <a:gdLst>
                  <a:gd name="T0" fmla="*/ 3 w 7"/>
                  <a:gd name="T1" fmla="*/ 1 h 7"/>
                  <a:gd name="T2" fmla="*/ 6 w 7"/>
                  <a:gd name="T3" fmla="*/ 1 h 7"/>
                  <a:gd name="T4" fmla="*/ 7 w 7"/>
                  <a:gd name="T5" fmla="*/ 2 h 7"/>
                  <a:gd name="T6" fmla="*/ 7 w 7"/>
                  <a:gd name="T7" fmla="*/ 4 h 7"/>
                  <a:gd name="T8" fmla="*/ 4 w 7"/>
                  <a:gd name="T9" fmla="*/ 6 h 7"/>
                  <a:gd name="T10" fmla="*/ 1 w 7"/>
                  <a:gd name="T11" fmla="*/ 6 h 7"/>
                  <a:gd name="T12" fmla="*/ 1 w 7"/>
                  <a:gd name="T13" fmla="*/ 4 h 7"/>
                  <a:gd name="T14" fmla="*/ 0 w 7"/>
                  <a:gd name="T15" fmla="*/ 3 h 7"/>
                  <a:gd name="T16" fmla="*/ 3 w 7"/>
                  <a:gd name="T1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1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9" name="Freeform 2460">
                <a:extLst>
                  <a:ext uri="{FF2B5EF4-FFF2-40B4-BE49-F238E27FC236}">
                    <a16:creationId xmlns:a16="http://schemas.microsoft.com/office/drawing/2014/main" id="{028A4E42-5228-5A4E-B5DB-77485F33E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613"/>
                <a:ext cx="2" cy="2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4 h 6"/>
                  <a:gd name="T4" fmla="*/ 3 w 5"/>
                  <a:gd name="T5" fmla="*/ 5 h 6"/>
                  <a:gd name="T6" fmla="*/ 1 w 5"/>
                  <a:gd name="T7" fmla="*/ 4 h 6"/>
                  <a:gd name="T8" fmla="*/ 1 w 5"/>
                  <a:gd name="T9" fmla="*/ 0 h 6"/>
                  <a:gd name="T10" fmla="*/ 4 w 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0" name="Freeform 2461">
                <a:extLst>
                  <a:ext uri="{FF2B5EF4-FFF2-40B4-BE49-F238E27FC236}">
                    <a16:creationId xmlns:a16="http://schemas.microsoft.com/office/drawing/2014/main" id="{F5909373-FE54-7043-93BA-8B0D0A727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615"/>
                <a:ext cx="2" cy="1"/>
              </a:xfrm>
              <a:custGeom>
                <a:avLst/>
                <a:gdLst>
                  <a:gd name="T0" fmla="*/ 1 w 4"/>
                  <a:gd name="T1" fmla="*/ 2 h 3"/>
                  <a:gd name="T2" fmla="*/ 0 w 4"/>
                  <a:gd name="T3" fmla="*/ 2 h 3"/>
                  <a:gd name="T4" fmla="*/ 0 w 4"/>
                  <a:gd name="T5" fmla="*/ 1 h 3"/>
                  <a:gd name="T6" fmla="*/ 1 w 4"/>
                  <a:gd name="T7" fmla="*/ 0 h 3"/>
                  <a:gd name="T8" fmla="*/ 2 w 4"/>
                  <a:gd name="T9" fmla="*/ 0 h 3"/>
                  <a:gd name="T10" fmla="*/ 4 w 4"/>
                  <a:gd name="T11" fmla="*/ 0 h 3"/>
                  <a:gd name="T12" fmla="*/ 4 w 4"/>
                  <a:gd name="T13" fmla="*/ 2 h 3"/>
                  <a:gd name="T14" fmla="*/ 2 w 4"/>
                  <a:gd name="T15" fmla="*/ 3 h 3"/>
                  <a:gd name="T16" fmla="*/ 1 w 4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1" name="Freeform 2462">
                <a:extLst>
                  <a:ext uri="{FF2B5EF4-FFF2-40B4-BE49-F238E27FC236}">
                    <a16:creationId xmlns:a16="http://schemas.microsoft.com/office/drawing/2014/main" id="{C8B99BCB-2699-FE4D-93AC-C0C20FF39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649"/>
                <a:ext cx="5" cy="3"/>
              </a:xfrm>
              <a:custGeom>
                <a:avLst/>
                <a:gdLst>
                  <a:gd name="T0" fmla="*/ 3 w 12"/>
                  <a:gd name="T1" fmla="*/ 8 h 9"/>
                  <a:gd name="T2" fmla="*/ 1 w 12"/>
                  <a:gd name="T3" fmla="*/ 9 h 9"/>
                  <a:gd name="T4" fmla="*/ 0 w 12"/>
                  <a:gd name="T5" fmla="*/ 6 h 9"/>
                  <a:gd name="T6" fmla="*/ 1 w 12"/>
                  <a:gd name="T7" fmla="*/ 4 h 9"/>
                  <a:gd name="T8" fmla="*/ 3 w 12"/>
                  <a:gd name="T9" fmla="*/ 3 h 9"/>
                  <a:gd name="T10" fmla="*/ 5 w 12"/>
                  <a:gd name="T11" fmla="*/ 3 h 9"/>
                  <a:gd name="T12" fmla="*/ 6 w 12"/>
                  <a:gd name="T13" fmla="*/ 2 h 9"/>
                  <a:gd name="T14" fmla="*/ 9 w 12"/>
                  <a:gd name="T15" fmla="*/ 0 h 9"/>
                  <a:gd name="T16" fmla="*/ 11 w 12"/>
                  <a:gd name="T17" fmla="*/ 0 h 9"/>
                  <a:gd name="T18" fmla="*/ 12 w 12"/>
                  <a:gd name="T19" fmla="*/ 3 h 9"/>
                  <a:gd name="T20" fmla="*/ 10 w 12"/>
                  <a:gd name="T21" fmla="*/ 5 h 9"/>
                  <a:gd name="T22" fmla="*/ 3 w 12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3" y="8"/>
                    </a:moveTo>
                    <a:cubicBezTo>
                      <a:pt x="2" y="9"/>
                      <a:pt x="2" y="9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7" y="1"/>
                      <a:pt x="8" y="0"/>
                      <a:pt x="9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2" y="4"/>
                      <a:pt x="11" y="4"/>
                      <a:pt x="10" y="5"/>
                    </a:cubicBezTo>
                    <a:cubicBezTo>
                      <a:pt x="8" y="6"/>
                      <a:pt x="5" y="7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2" name="Freeform 2463">
                <a:extLst>
                  <a:ext uri="{FF2B5EF4-FFF2-40B4-BE49-F238E27FC236}">
                    <a16:creationId xmlns:a16="http://schemas.microsoft.com/office/drawing/2014/main" id="{E01A6503-200A-594A-8A0D-421911853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640"/>
                <a:ext cx="3" cy="1"/>
              </a:xfrm>
              <a:custGeom>
                <a:avLst/>
                <a:gdLst>
                  <a:gd name="T0" fmla="*/ 5 w 7"/>
                  <a:gd name="T1" fmla="*/ 0 h 3"/>
                  <a:gd name="T2" fmla="*/ 5 w 7"/>
                  <a:gd name="T3" fmla="*/ 3 h 3"/>
                  <a:gd name="T4" fmla="*/ 2 w 7"/>
                  <a:gd name="T5" fmla="*/ 3 h 3"/>
                  <a:gd name="T6" fmla="*/ 5 w 7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cubicBezTo>
                      <a:pt x="7" y="0"/>
                      <a:pt x="6" y="2"/>
                      <a:pt x="5" y="3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0" y="3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3" name="Freeform 2464">
                <a:extLst>
                  <a:ext uri="{FF2B5EF4-FFF2-40B4-BE49-F238E27FC236}">
                    <a16:creationId xmlns:a16="http://schemas.microsoft.com/office/drawing/2014/main" id="{30E6E1F3-DD11-0343-82AE-00C3AEC25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635"/>
                <a:ext cx="3" cy="3"/>
              </a:xfrm>
              <a:custGeom>
                <a:avLst/>
                <a:gdLst>
                  <a:gd name="T0" fmla="*/ 0 w 5"/>
                  <a:gd name="T1" fmla="*/ 4 h 6"/>
                  <a:gd name="T2" fmla="*/ 0 w 5"/>
                  <a:gd name="T3" fmla="*/ 3 h 6"/>
                  <a:gd name="T4" fmla="*/ 0 w 5"/>
                  <a:gd name="T5" fmla="*/ 2 h 6"/>
                  <a:gd name="T6" fmla="*/ 0 w 5"/>
                  <a:gd name="T7" fmla="*/ 1 h 6"/>
                  <a:gd name="T8" fmla="*/ 3 w 5"/>
                  <a:gd name="T9" fmla="*/ 1 h 6"/>
                  <a:gd name="T10" fmla="*/ 5 w 5"/>
                  <a:gd name="T11" fmla="*/ 4 h 6"/>
                  <a:gd name="T12" fmla="*/ 3 w 5"/>
                  <a:gd name="T13" fmla="*/ 6 h 6"/>
                  <a:gd name="T14" fmla="*/ 0 w 5"/>
                  <a:gd name="T15" fmla="*/ 4 h 6"/>
                  <a:gd name="T16" fmla="*/ 0 w 5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5" y="2"/>
                      <a:pt x="5" y="4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30" name="Group 2666">
              <a:extLst>
                <a:ext uri="{FF2B5EF4-FFF2-40B4-BE49-F238E27FC236}">
                  <a16:creationId xmlns:a16="http://schemas.microsoft.com/office/drawing/2014/main" id="{D542E1E6-68CE-0448-93D3-7DED3A5810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7" y="431"/>
              <a:ext cx="3644" cy="3694"/>
              <a:chOff x="2797" y="431"/>
              <a:chExt cx="3644" cy="3694"/>
            </a:xfrm>
            <a:grpFill/>
          </p:grpSpPr>
          <p:sp>
            <p:nvSpPr>
              <p:cNvPr id="1006" name="Freeform 2466">
                <a:extLst>
                  <a:ext uri="{FF2B5EF4-FFF2-40B4-BE49-F238E27FC236}">
                    <a16:creationId xmlns:a16="http://schemas.microsoft.com/office/drawing/2014/main" id="{E9B37653-F410-7B40-8FDF-545A4D54E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630"/>
                <a:ext cx="3" cy="6"/>
              </a:xfrm>
              <a:custGeom>
                <a:avLst/>
                <a:gdLst>
                  <a:gd name="T0" fmla="*/ 2 w 7"/>
                  <a:gd name="T1" fmla="*/ 6 h 13"/>
                  <a:gd name="T2" fmla="*/ 1 w 7"/>
                  <a:gd name="T3" fmla="*/ 1 h 13"/>
                  <a:gd name="T4" fmla="*/ 4 w 7"/>
                  <a:gd name="T5" fmla="*/ 1 h 13"/>
                  <a:gd name="T6" fmla="*/ 6 w 7"/>
                  <a:gd name="T7" fmla="*/ 6 h 13"/>
                  <a:gd name="T8" fmla="*/ 6 w 7"/>
                  <a:gd name="T9" fmla="*/ 7 h 13"/>
                  <a:gd name="T10" fmla="*/ 6 w 7"/>
                  <a:gd name="T11" fmla="*/ 11 h 13"/>
                  <a:gd name="T12" fmla="*/ 3 w 7"/>
                  <a:gd name="T13" fmla="*/ 11 h 13"/>
                  <a:gd name="T14" fmla="*/ 2 w 7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3">
                    <a:moveTo>
                      <a:pt x="2" y="6"/>
                    </a:moveTo>
                    <a:cubicBezTo>
                      <a:pt x="2" y="5"/>
                      <a:pt x="0" y="3"/>
                      <a:pt x="1" y="1"/>
                    </a:cubicBezTo>
                    <a:cubicBezTo>
                      <a:pt x="2" y="1"/>
                      <a:pt x="4" y="0"/>
                      <a:pt x="4" y="1"/>
                    </a:cubicBezTo>
                    <a:cubicBezTo>
                      <a:pt x="5" y="3"/>
                      <a:pt x="6" y="4"/>
                      <a:pt x="6" y="6"/>
                    </a:cubicBezTo>
                    <a:cubicBezTo>
                      <a:pt x="6" y="6"/>
                      <a:pt x="6" y="7"/>
                      <a:pt x="6" y="7"/>
                    </a:cubicBezTo>
                    <a:cubicBezTo>
                      <a:pt x="6" y="9"/>
                      <a:pt x="7" y="10"/>
                      <a:pt x="6" y="11"/>
                    </a:cubicBezTo>
                    <a:cubicBezTo>
                      <a:pt x="5" y="13"/>
                      <a:pt x="4" y="12"/>
                      <a:pt x="3" y="11"/>
                    </a:cubicBezTo>
                    <a:cubicBezTo>
                      <a:pt x="2" y="10"/>
                      <a:pt x="2" y="8"/>
                      <a:pt x="2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7" name="Freeform 2467">
                <a:extLst>
                  <a:ext uri="{FF2B5EF4-FFF2-40B4-BE49-F238E27FC236}">
                    <a16:creationId xmlns:a16="http://schemas.microsoft.com/office/drawing/2014/main" id="{033F8964-F9AC-A840-BBDE-4DDB7AFEE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1631"/>
                <a:ext cx="3" cy="6"/>
              </a:xfrm>
              <a:custGeom>
                <a:avLst/>
                <a:gdLst>
                  <a:gd name="T0" fmla="*/ 1 w 7"/>
                  <a:gd name="T1" fmla="*/ 8 h 15"/>
                  <a:gd name="T2" fmla="*/ 0 w 7"/>
                  <a:gd name="T3" fmla="*/ 6 h 15"/>
                  <a:gd name="T4" fmla="*/ 0 w 7"/>
                  <a:gd name="T5" fmla="*/ 4 h 15"/>
                  <a:gd name="T6" fmla="*/ 2 w 7"/>
                  <a:gd name="T7" fmla="*/ 1 h 15"/>
                  <a:gd name="T8" fmla="*/ 5 w 7"/>
                  <a:gd name="T9" fmla="*/ 3 h 15"/>
                  <a:gd name="T10" fmla="*/ 6 w 7"/>
                  <a:gd name="T11" fmla="*/ 6 h 15"/>
                  <a:gd name="T12" fmla="*/ 7 w 7"/>
                  <a:gd name="T13" fmla="*/ 11 h 15"/>
                  <a:gd name="T14" fmla="*/ 5 w 7"/>
                  <a:gd name="T15" fmla="*/ 14 h 15"/>
                  <a:gd name="T16" fmla="*/ 2 w 7"/>
                  <a:gd name="T17" fmla="*/ 12 h 15"/>
                  <a:gd name="T18" fmla="*/ 1 w 7"/>
                  <a:gd name="T19" fmla="*/ 10 h 15"/>
                  <a:gd name="T20" fmla="*/ 1 w 7"/>
                  <a:gd name="T21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5">
                    <a:moveTo>
                      <a:pt x="1" y="8"/>
                    </a:moveTo>
                    <a:cubicBezTo>
                      <a:pt x="1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4" y="1"/>
                      <a:pt x="5" y="3"/>
                    </a:cubicBezTo>
                    <a:cubicBezTo>
                      <a:pt x="6" y="4"/>
                      <a:pt x="6" y="5"/>
                      <a:pt x="6" y="6"/>
                    </a:cubicBezTo>
                    <a:cubicBezTo>
                      <a:pt x="7" y="8"/>
                      <a:pt x="7" y="10"/>
                      <a:pt x="7" y="11"/>
                    </a:cubicBezTo>
                    <a:cubicBezTo>
                      <a:pt x="7" y="12"/>
                      <a:pt x="7" y="14"/>
                      <a:pt x="5" y="14"/>
                    </a:cubicBezTo>
                    <a:cubicBezTo>
                      <a:pt x="4" y="15"/>
                      <a:pt x="2" y="13"/>
                      <a:pt x="2" y="12"/>
                    </a:cubicBezTo>
                    <a:cubicBezTo>
                      <a:pt x="2" y="11"/>
                      <a:pt x="2" y="11"/>
                      <a:pt x="1" y="10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8" name="Freeform 2468">
                <a:extLst>
                  <a:ext uri="{FF2B5EF4-FFF2-40B4-BE49-F238E27FC236}">
                    <a16:creationId xmlns:a16="http://schemas.microsoft.com/office/drawing/2014/main" id="{D054D2C8-1B49-9049-9126-FC4C1DD7A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639"/>
                <a:ext cx="5" cy="4"/>
              </a:xfrm>
              <a:custGeom>
                <a:avLst/>
                <a:gdLst>
                  <a:gd name="T0" fmla="*/ 1 w 12"/>
                  <a:gd name="T1" fmla="*/ 10 h 10"/>
                  <a:gd name="T2" fmla="*/ 0 w 12"/>
                  <a:gd name="T3" fmla="*/ 9 h 10"/>
                  <a:gd name="T4" fmla="*/ 3 w 12"/>
                  <a:gd name="T5" fmla="*/ 6 h 10"/>
                  <a:gd name="T6" fmla="*/ 6 w 12"/>
                  <a:gd name="T7" fmla="*/ 4 h 10"/>
                  <a:gd name="T8" fmla="*/ 8 w 12"/>
                  <a:gd name="T9" fmla="*/ 1 h 10"/>
                  <a:gd name="T10" fmla="*/ 10 w 12"/>
                  <a:gd name="T11" fmla="*/ 0 h 10"/>
                  <a:gd name="T12" fmla="*/ 12 w 12"/>
                  <a:gd name="T13" fmla="*/ 2 h 10"/>
                  <a:gd name="T14" fmla="*/ 11 w 12"/>
                  <a:gd name="T15" fmla="*/ 5 h 10"/>
                  <a:gd name="T16" fmla="*/ 10 w 12"/>
                  <a:gd name="T17" fmla="*/ 7 h 10"/>
                  <a:gd name="T18" fmla="*/ 9 w 12"/>
                  <a:gd name="T19" fmla="*/ 8 h 10"/>
                  <a:gd name="T20" fmla="*/ 8 w 12"/>
                  <a:gd name="T21" fmla="*/ 9 h 10"/>
                  <a:gd name="T22" fmla="*/ 1 w 12"/>
                  <a:gd name="T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0">
                    <a:moveTo>
                      <a:pt x="1" y="10"/>
                    </a:moveTo>
                    <a:cubicBezTo>
                      <a:pt x="1" y="10"/>
                      <a:pt x="0" y="9"/>
                      <a:pt x="0" y="9"/>
                    </a:cubicBezTo>
                    <a:cubicBezTo>
                      <a:pt x="0" y="7"/>
                      <a:pt x="2" y="7"/>
                      <a:pt x="3" y="6"/>
                    </a:cubicBezTo>
                    <a:cubicBezTo>
                      <a:pt x="5" y="6"/>
                      <a:pt x="5" y="5"/>
                      <a:pt x="6" y="4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12" y="3"/>
                      <a:pt x="11" y="4"/>
                      <a:pt x="11" y="5"/>
                    </a:cubicBezTo>
                    <a:cubicBezTo>
                      <a:pt x="10" y="6"/>
                      <a:pt x="11" y="6"/>
                      <a:pt x="10" y="7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8" y="8"/>
                      <a:pt x="8" y="9"/>
                      <a:pt x="8" y="9"/>
                    </a:cubicBezTo>
                    <a:cubicBezTo>
                      <a:pt x="6" y="10"/>
                      <a:pt x="3" y="10"/>
                      <a:pt x="1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9" name="Freeform 2469">
                <a:extLst>
                  <a:ext uri="{FF2B5EF4-FFF2-40B4-BE49-F238E27FC236}">
                    <a16:creationId xmlns:a16="http://schemas.microsoft.com/office/drawing/2014/main" id="{18BB5646-13CE-D045-BE04-A0F6703A8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630"/>
                <a:ext cx="3" cy="2"/>
              </a:xfrm>
              <a:custGeom>
                <a:avLst/>
                <a:gdLst>
                  <a:gd name="T0" fmla="*/ 3 w 8"/>
                  <a:gd name="T1" fmla="*/ 5 h 6"/>
                  <a:gd name="T2" fmla="*/ 1 w 8"/>
                  <a:gd name="T3" fmla="*/ 4 h 6"/>
                  <a:gd name="T4" fmla="*/ 1 w 8"/>
                  <a:gd name="T5" fmla="*/ 4 h 6"/>
                  <a:gd name="T6" fmla="*/ 6 w 8"/>
                  <a:gd name="T7" fmla="*/ 1 h 6"/>
                  <a:gd name="T8" fmla="*/ 7 w 8"/>
                  <a:gd name="T9" fmla="*/ 1 h 6"/>
                  <a:gd name="T10" fmla="*/ 8 w 8"/>
                  <a:gd name="T11" fmla="*/ 4 h 6"/>
                  <a:gd name="T12" fmla="*/ 6 w 8"/>
                  <a:gd name="T13" fmla="*/ 5 h 6"/>
                  <a:gd name="T14" fmla="*/ 3 w 8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3" y="5"/>
                    </a:moveTo>
                    <a:cubicBezTo>
                      <a:pt x="2" y="5"/>
                      <a:pt x="2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4" y="0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6"/>
                      <a:pt x="4" y="6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0" name="Freeform 2470">
                <a:extLst>
                  <a:ext uri="{FF2B5EF4-FFF2-40B4-BE49-F238E27FC236}">
                    <a16:creationId xmlns:a16="http://schemas.microsoft.com/office/drawing/2014/main" id="{26F3D8BA-166C-F648-AFEB-B09E0FD52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630"/>
                <a:ext cx="3" cy="2"/>
              </a:xfrm>
              <a:custGeom>
                <a:avLst/>
                <a:gdLst>
                  <a:gd name="T0" fmla="*/ 0 w 9"/>
                  <a:gd name="T1" fmla="*/ 3 h 6"/>
                  <a:gd name="T2" fmla="*/ 3 w 9"/>
                  <a:gd name="T3" fmla="*/ 0 h 6"/>
                  <a:gd name="T4" fmla="*/ 4 w 9"/>
                  <a:gd name="T5" fmla="*/ 0 h 6"/>
                  <a:gd name="T6" fmla="*/ 5 w 9"/>
                  <a:gd name="T7" fmla="*/ 1 h 6"/>
                  <a:gd name="T8" fmla="*/ 7 w 9"/>
                  <a:gd name="T9" fmla="*/ 1 h 6"/>
                  <a:gd name="T10" fmla="*/ 8 w 9"/>
                  <a:gd name="T11" fmla="*/ 3 h 6"/>
                  <a:gd name="T12" fmla="*/ 9 w 9"/>
                  <a:gd name="T13" fmla="*/ 4 h 6"/>
                  <a:gd name="T14" fmla="*/ 6 w 9"/>
                  <a:gd name="T15" fmla="*/ 6 h 6"/>
                  <a:gd name="T16" fmla="*/ 0 w 9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6">
                    <a:moveTo>
                      <a:pt x="0" y="3"/>
                    </a:moveTo>
                    <a:cubicBezTo>
                      <a:pt x="0" y="1"/>
                      <a:pt x="2" y="1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2"/>
                      <a:pt x="8" y="2"/>
                      <a:pt x="8" y="3"/>
                    </a:cubicBezTo>
                    <a:cubicBezTo>
                      <a:pt x="8" y="3"/>
                      <a:pt x="9" y="4"/>
                      <a:pt x="9" y="4"/>
                    </a:cubicBezTo>
                    <a:cubicBezTo>
                      <a:pt x="9" y="6"/>
                      <a:pt x="7" y="6"/>
                      <a:pt x="6" y="6"/>
                    </a:cubicBezTo>
                    <a:cubicBezTo>
                      <a:pt x="4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1" name="Freeform 2471">
                <a:extLst>
                  <a:ext uri="{FF2B5EF4-FFF2-40B4-BE49-F238E27FC236}">
                    <a16:creationId xmlns:a16="http://schemas.microsoft.com/office/drawing/2014/main" id="{B600448C-0B14-DE42-B99F-5CD71628C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632"/>
                <a:ext cx="3" cy="3"/>
              </a:xfrm>
              <a:custGeom>
                <a:avLst/>
                <a:gdLst>
                  <a:gd name="T0" fmla="*/ 0 w 8"/>
                  <a:gd name="T1" fmla="*/ 4 h 7"/>
                  <a:gd name="T2" fmla="*/ 1 w 8"/>
                  <a:gd name="T3" fmla="*/ 1 h 7"/>
                  <a:gd name="T4" fmla="*/ 4 w 8"/>
                  <a:gd name="T5" fmla="*/ 1 h 7"/>
                  <a:gd name="T6" fmla="*/ 8 w 8"/>
                  <a:gd name="T7" fmla="*/ 2 h 7"/>
                  <a:gd name="T8" fmla="*/ 8 w 8"/>
                  <a:gd name="T9" fmla="*/ 5 h 7"/>
                  <a:gd name="T10" fmla="*/ 3 w 8"/>
                  <a:gd name="T11" fmla="*/ 7 h 7"/>
                  <a:gd name="T12" fmla="*/ 2 w 8"/>
                  <a:gd name="T13" fmla="*/ 6 h 7"/>
                  <a:gd name="T14" fmla="*/ 0 w 8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1"/>
                      <a:pt x="4" y="1"/>
                    </a:cubicBezTo>
                    <a:cubicBezTo>
                      <a:pt x="6" y="1"/>
                      <a:pt x="7" y="0"/>
                      <a:pt x="8" y="2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7"/>
                      <a:pt x="5" y="7"/>
                      <a:pt x="3" y="7"/>
                    </a:cubicBezTo>
                    <a:cubicBezTo>
                      <a:pt x="3" y="7"/>
                      <a:pt x="2" y="7"/>
                      <a:pt x="2" y="6"/>
                    </a:cubicBezTo>
                    <a:cubicBezTo>
                      <a:pt x="1" y="6"/>
                      <a:pt x="1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2" name="Freeform 2472">
                <a:extLst>
                  <a:ext uri="{FF2B5EF4-FFF2-40B4-BE49-F238E27FC236}">
                    <a16:creationId xmlns:a16="http://schemas.microsoft.com/office/drawing/2014/main" id="{825E89B4-0C4C-AA4B-B97F-4EB24A0C9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595"/>
                <a:ext cx="30" cy="33"/>
              </a:xfrm>
              <a:custGeom>
                <a:avLst/>
                <a:gdLst>
                  <a:gd name="T0" fmla="*/ 4 w 73"/>
                  <a:gd name="T1" fmla="*/ 79 h 82"/>
                  <a:gd name="T2" fmla="*/ 0 w 73"/>
                  <a:gd name="T3" fmla="*/ 65 h 82"/>
                  <a:gd name="T4" fmla="*/ 10 w 73"/>
                  <a:gd name="T5" fmla="*/ 61 h 82"/>
                  <a:gd name="T6" fmla="*/ 12 w 73"/>
                  <a:gd name="T7" fmla="*/ 66 h 82"/>
                  <a:gd name="T8" fmla="*/ 9 w 73"/>
                  <a:gd name="T9" fmla="*/ 55 h 82"/>
                  <a:gd name="T10" fmla="*/ 12 w 73"/>
                  <a:gd name="T11" fmla="*/ 46 h 82"/>
                  <a:gd name="T12" fmla="*/ 20 w 73"/>
                  <a:gd name="T13" fmla="*/ 41 h 82"/>
                  <a:gd name="T14" fmla="*/ 16 w 73"/>
                  <a:gd name="T15" fmla="*/ 39 h 82"/>
                  <a:gd name="T16" fmla="*/ 3 w 73"/>
                  <a:gd name="T17" fmla="*/ 38 h 82"/>
                  <a:gd name="T18" fmla="*/ 4 w 73"/>
                  <a:gd name="T19" fmla="*/ 31 h 82"/>
                  <a:gd name="T20" fmla="*/ 4 w 73"/>
                  <a:gd name="T21" fmla="*/ 24 h 82"/>
                  <a:gd name="T22" fmla="*/ 9 w 73"/>
                  <a:gd name="T23" fmla="*/ 26 h 82"/>
                  <a:gd name="T24" fmla="*/ 15 w 73"/>
                  <a:gd name="T25" fmla="*/ 31 h 82"/>
                  <a:gd name="T26" fmla="*/ 26 w 73"/>
                  <a:gd name="T27" fmla="*/ 29 h 82"/>
                  <a:gd name="T28" fmla="*/ 34 w 73"/>
                  <a:gd name="T29" fmla="*/ 22 h 82"/>
                  <a:gd name="T30" fmla="*/ 41 w 73"/>
                  <a:gd name="T31" fmla="*/ 19 h 82"/>
                  <a:gd name="T32" fmla="*/ 49 w 73"/>
                  <a:gd name="T33" fmla="*/ 16 h 82"/>
                  <a:gd name="T34" fmla="*/ 53 w 73"/>
                  <a:gd name="T35" fmla="*/ 14 h 82"/>
                  <a:gd name="T36" fmla="*/ 59 w 73"/>
                  <a:gd name="T37" fmla="*/ 8 h 82"/>
                  <a:gd name="T38" fmla="*/ 68 w 73"/>
                  <a:gd name="T39" fmla="*/ 2 h 82"/>
                  <a:gd name="T40" fmla="*/ 73 w 73"/>
                  <a:gd name="T41" fmla="*/ 4 h 82"/>
                  <a:gd name="T42" fmla="*/ 72 w 73"/>
                  <a:gd name="T43" fmla="*/ 11 h 82"/>
                  <a:gd name="T44" fmla="*/ 70 w 73"/>
                  <a:gd name="T45" fmla="*/ 14 h 82"/>
                  <a:gd name="T46" fmla="*/ 65 w 73"/>
                  <a:gd name="T47" fmla="*/ 24 h 82"/>
                  <a:gd name="T48" fmla="*/ 63 w 73"/>
                  <a:gd name="T49" fmla="*/ 33 h 82"/>
                  <a:gd name="T50" fmla="*/ 68 w 73"/>
                  <a:gd name="T51" fmla="*/ 40 h 82"/>
                  <a:gd name="T52" fmla="*/ 70 w 73"/>
                  <a:gd name="T53" fmla="*/ 50 h 82"/>
                  <a:gd name="T54" fmla="*/ 59 w 73"/>
                  <a:gd name="T55" fmla="*/ 61 h 82"/>
                  <a:gd name="T56" fmla="*/ 59 w 73"/>
                  <a:gd name="T57" fmla="*/ 68 h 82"/>
                  <a:gd name="T58" fmla="*/ 53 w 73"/>
                  <a:gd name="T59" fmla="*/ 74 h 82"/>
                  <a:gd name="T60" fmla="*/ 51 w 73"/>
                  <a:gd name="T61" fmla="*/ 73 h 82"/>
                  <a:gd name="T62" fmla="*/ 46 w 73"/>
                  <a:gd name="T63" fmla="*/ 70 h 82"/>
                  <a:gd name="T64" fmla="*/ 45 w 73"/>
                  <a:gd name="T65" fmla="*/ 70 h 82"/>
                  <a:gd name="T66" fmla="*/ 41 w 73"/>
                  <a:gd name="T67" fmla="*/ 73 h 82"/>
                  <a:gd name="T68" fmla="*/ 37 w 73"/>
                  <a:gd name="T69" fmla="*/ 74 h 82"/>
                  <a:gd name="T70" fmla="*/ 27 w 73"/>
                  <a:gd name="T71" fmla="*/ 74 h 82"/>
                  <a:gd name="T72" fmla="*/ 20 w 73"/>
                  <a:gd name="T73" fmla="*/ 77 h 82"/>
                  <a:gd name="T74" fmla="*/ 13 w 73"/>
                  <a:gd name="T75" fmla="*/ 78 h 82"/>
                  <a:gd name="T76" fmla="*/ 9 w 73"/>
                  <a:gd name="T77" fmla="*/ 7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3" h="82">
                    <a:moveTo>
                      <a:pt x="8" y="80"/>
                    </a:moveTo>
                    <a:cubicBezTo>
                      <a:pt x="7" y="82"/>
                      <a:pt x="5" y="81"/>
                      <a:pt x="4" y="79"/>
                    </a:cubicBezTo>
                    <a:cubicBezTo>
                      <a:pt x="2" y="77"/>
                      <a:pt x="3" y="74"/>
                      <a:pt x="2" y="71"/>
                    </a:cubicBezTo>
                    <a:cubicBezTo>
                      <a:pt x="2" y="69"/>
                      <a:pt x="1" y="67"/>
                      <a:pt x="0" y="65"/>
                    </a:cubicBezTo>
                    <a:cubicBezTo>
                      <a:pt x="0" y="63"/>
                      <a:pt x="2" y="61"/>
                      <a:pt x="3" y="60"/>
                    </a:cubicBezTo>
                    <a:cubicBezTo>
                      <a:pt x="5" y="59"/>
                      <a:pt x="8" y="59"/>
                      <a:pt x="10" y="61"/>
                    </a:cubicBezTo>
                    <a:cubicBezTo>
                      <a:pt x="11" y="62"/>
                      <a:pt x="11" y="63"/>
                      <a:pt x="11" y="64"/>
                    </a:cubicBezTo>
                    <a:cubicBezTo>
                      <a:pt x="11" y="64"/>
                      <a:pt x="11" y="66"/>
                      <a:pt x="12" y="66"/>
                    </a:cubicBezTo>
                    <a:cubicBezTo>
                      <a:pt x="14" y="67"/>
                      <a:pt x="13" y="62"/>
                      <a:pt x="14" y="61"/>
                    </a:cubicBezTo>
                    <a:cubicBezTo>
                      <a:pt x="14" y="58"/>
                      <a:pt x="11" y="57"/>
                      <a:pt x="9" y="55"/>
                    </a:cubicBezTo>
                    <a:cubicBezTo>
                      <a:pt x="8" y="53"/>
                      <a:pt x="7" y="50"/>
                      <a:pt x="9" y="48"/>
                    </a:cubicBezTo>
                    <a:cubicBezTo>
                      <a:pt x="10" y="47"/>
                      <a:pt x="11" y="46"/>
                      <a:pt x="12" y="46"/>
                    </a:cubicBezTo>
                    <a:cubicBezTo>
                      <a:pt x="14" y="45"/>
                      <a:pt x="15" y="45"/>
                      <a:pt x="16" y="44"/>
                    </a:cubicBezTo>
                    <a:cubicBezTo>
                      <a:pt x="18" y="43"/>
                      <a:pt x="19" y="42"/>
                      <a:pt x="20" y="41"/>
                    </a:cubicBezTo>
                    <a:cubicBezTo>
                      <a:pt x="20" y="41"/>
                      <a:pt x="22" y="40"/>
                      <a:pt x="22" y="39"/>
                    </a:cubicBezTo>
                    <a:cubicBezTo>
                      <a:pt x="22" y="37"/>
                      <a:pt x="17" y="39"/>
                      <a:pt x="16" y="39"/>
                    </a:cubicBezTo>
                    <a:cubicBezTo>
                      <a:pt x="13" y="39"/>
                      <a:pt x="10" y="40"/>
                      <a:pt x="8" y="40"/>
                    </a:cubicBezTo>
                    <a:cubicBezTo>
                      <a:pt x="5" y="41"/>
                      <a:pt x="4" y="40"/>
                      <a:pt x="3" y="38"/>
                    </a:cubicBezTo>
                    <a:cubicBezTo>
                      <a:pt x="2" y="37"/>
                      <a:pt x="2" y="36"/>
                      <a:pt x="3" y="35"/>
                    </a:cubicBezTo>
                    <a:cubicBezTo>
                      <a:pt x="4" y="34"/>
                      <a:pt x="4" y="33"/>
                      <a:pt x="4" y="31"/>
                    </a:cubicBezTo>
                    <a:cubicBezTo>
                      <a:pt x="4" y="30"/>
                      <a:pt x="4" y="28"/>
                      <a:pt x="4" y="27"/>
                    </a:cubicBezTo>
                    <a:cubicBezTo>
                      <a:pt x="4" y="26"/>
                      <a:pt x="4" y="25"/>
                      <a:pt x="4" y="24"/>
                    </a:cubicBezTo>
                    <a:cubicBezTo>
                      <a:pt x="5" y="23"/>
                      <a:pt x="6" y="22"/>
                      <a:pt x="7" y="22"/>
                    </a:cubicBezTo>
                    <a:cubicBezTo>
                      <a:pt x="8" y="22"/>
                      <a:pt x="9" y="24"/>
                      <a:pt x="9" y="26"/>
                    </a:cubicBezTo>
                    <a:cubicBezTo>
                      <a:pt x="10" y="27"/>
                      <a:pt x="10" y="29"/>
                      <a:pt x="12" y="30"/>
                    </a:cubicBezTo>
                    <a:cubicBezTo>
                      <a:pt x="13" y="30"/>
                      <a:pt x="14" y="30"/>
                      <a:pt x="15" y="31"/>
                    </a:cubicBezTo>
                    <a:cubicBezTo>
                      <a:pt x="17" y="31"/>
                      <a:pt x="19" y="30"/>
                      <a:pt x="20" y="30"/>
                    </a:cubicBezTo>
                    <a:cubicBezTo>
                      <a:pt x="22" y="29"/>
                      <a:pt x="24" y="29"/>
                      <a:pt x="26" y="29"/>
                    </a:cubicBezTo>
                    <a:cubicBezTo>
                      <a:pt x="27" y="28"/>
                      <a:pt x="28" y="28"/>
                      <a:pt x="29" y="27"/>
                    </a:cubicBezTo>
                    <a:cubicBezTo>
                      <a:pt x="31" y="25"/>
                      <a:pt x="32" y="23"/>
                      <a:pt x="34" y="22"/>
                    </a:cubicBezTo>
                    <a:cubicBezTo>
                      <a:pt x="35" y="21"/>
                      <a:pt x="36" y="21"/>
                      <a:pt x="37" y="21"/>
                    </a:cubicBezTo>
                    <a:cubicBezTo>
                      <a:pt x="39" y="20"/>
                      <a:pt x="40" y="20"/>
                      <a:pt x="41" y="19"/>
                    </a:cubicBezTo>
                    <a:cubicBezTo>
                      <a:pt x="43" y="18"/>
                      <a:pt x="45" y="17"/>
                      <a:pt x="46" y="16"/>
                    </a:cubicBezTo>
                    <a:cubicBezTo>
                      <a:pt x="47" y="16"/>
                      <a:pt x="48" y="16"/>
                      <a:pt x="49" y="16"/>
                    </a:cubicBezTo>
                    <a:cubicBezTo>
                      <a:pt x="49" y="16"/>
                      <a:pt x="50" y="15"/>
                      <a:pt x="51" y="15"/>
                    </a:cubicBezTo>
                    <a:cubicBezTo>
                      <a:pt x="52" y="15"/>
                      <a:pt x="53" y="14"/>
                      <a:pt x="53" y="14"/>
                    </a:cubicBezTo>
                    <a:cubicBezTo>
                      <a:pt x="54" y="14"/>
                      <a:pt x="55" y="13"/>
                      <a:pt x="55" y="13"/>
                    </a:cubicBezTo>
                    <a:cubicBezTo>
                      <a:pt x="57" y="12"/>
                      <a:pt x="58" y="10"/>
                      <a:pt x="59" y="8"/>
                    </a:cubicBezTo>
                    <a:cubicBezTo>
                      <a:pt x="61" y="7"/>
                      <a:pt x="62" y="6"/>
                      <a:pt x="63" y="5"/>
                    </a:cubicBezTo>
                    <a:cubicBezTo>
                      <a:pt x="65" y="3"/>
                      <a:pt x="67" y="3"/>
                      <a:pt x="68" y="2"/>
                    </a:cubicBezTo>
                    <a:cubicBezTo>
                      <a:pt x="70" y="1"/>
                      <a:pt x="71" y="0"/>
                      <a:pt x="73" y="1"/>
                    </a:cubicBezTo>
                    <a:cubicBezTo>
                      <a:pt x="73" y="2"/>
                      <a:pt x="73" y="3"/>
                      <a:pt x="73" y="4"/>
                    </a:cubicBezTo>
                    <a:cubicBezTo>
                      <a:pt x="73" y="5"/>
                      <a:pt x="73" y="6"/>
                      <a:pt x="73" y="8"/>
                    </a:cubicBezTo>
                    <a:cubicBezTo>
                      <a:pt x="73" y="9"/>
                      <a:pt x="73" y="10"/>
                      <a:pt x="72" y="11"/>
                    </a:cubicBezTo>
                    <a:cubicBezTo>
                      <a:pt x="71" y="12"/>
                      <a:pt x="71" y="12"/>
                      <a:pt x="71" y="13"/>
                    </a:cubicBezTo>
                    <a:cubicBezTo>
                      <a:pt x="70" y="13"/>
                      <a:pt x="70" y="14"/>
                      <a:pt x="70" y="14"/>
                    </a:cubicBezTo>
                    <a:cubicBezTo>
                      <a:pt x="70" y="16"/>
                      <a:pt x="68" y="18"/>
                      <a:pt x="67" y="19"/>
                    </a:cubicBezTo>
                    <a:cubicBezTo>
                      <a:pt x="67" y="21"/>
                      <a:pt x="66" y="23"/>
                      <a:pt x="65" y="24"/>
                    </a:cubicBezTo>
                    <a:cubicBezTo>
                      <a:pt x="64" y="25"/>
                      <a:pt x="62" y="26"/>
                      <a:pt x="62" y="27"/>
                    </a:cubicBezTo>
                    <a:cubicBezTo>
                      <a:pt x="61" y="29"/>
                      <a:pt x="62" y="31"/>
                      <a:pt x="63" y="33"/>
                    </a:cubicBezTo>
                    <a:cubicBezTo>
                      <a:pt x="63" y="35"/>
                      <a:pt x="64" y="38"/>
                      <a:pt x="66" y="39"/>
                    </a:cubicBezTo>
                    <a:cubicBezTo>
                      <a:pt x="66" y="39"/>
                      <a:pt x="67" y="39"/>
                      <a:pt x="68" y="40"/>
                    </a:cubicBezTo>
                    <a:cubicBezTo>
                      <a:pt x="68" y="41"/>
                      <a:pt x="69" y="42"/>
                      <a:pt x="69" y="44"/>
                    </a:cubicBezTo>
                    <a:cubicBezTo>
                      <a:pt x="70" y="45"/>
                      <a:pt x="70" y="48"/>
                      <a:pt x="70" y="50"/>
                    </a:cubicBezTo>
                    <a:cubicBezTo>
                      <a:pt x="69" y="52"/>
                      <a:pt x="67" y="53"/>
                      <a:pt x="65" y="54"/>
                    </a:cubicBezTo>
                    <a:cubicBezTo>
                      <a:pt x="63" y="55"/>
                      <a:pt x="60" y="58"/>
                      <a:pt x="59" y="61"/>
                    </a:cubicBezTo>
                    <a:cubicBezTo>
                      <a:pt x="59" y="62"/>
                      <a:pt x="59" y="63"/>
                      <a:pt x="59" y="64"/>
                    </a:cubicBezTo>
                    <a:cubicBezTo>
                      <a:pt x="59" y="65"/>
                      <a:pt x="59" y="67"/>
                      <a:pt x="59" y="68"/>
                    </a:cubicBezTo>
                    <a:cubicBezTo>
                      <a:pt x="60" y="71"/>
                      <a:pt x="59" y="74"/>
                      <a:pt x="56" y="74"/>
                    </a:cubicBezTo>
                    <a:cubicBezTo>
                      <a:pt x="55" y="74"/>
                      <a:pt x="54" y="74"/>
                      <a:pt x="53" y="74"/>
                    </a:cubicBezTo>
                    <a:cubicBezTo>
                      <a:pt x="53" y="74"/>
                      <a:pt x="53" y="74"/>
                      <a:pt x="52" y="74"/>
                    </a:cubicBezTo>
                    <a:cubicBezTo>
                      <a:pt x="52" y="74"/>
                      <a:pt x="51" y="74"/>
                      <a:pt x="51" y="73"/>
                    </a:cubicBezTo>
                    <a:cubicBezTo>
                      <a:pt x="50" y="73"/>
                      <a:pt x="49" y="72"/>
                      <a:pt x="49" y="71"/>
                    </a:cubicBezTo>
                    <a:cubicBezTo>
                      <a:pt x="48" y="70"/>
                      <a:pt x="47" y="70"/>
                      <a:pt x="46" y="70"/>
                    </a:cubicBezTo>
                    <a:cubicBezTo>
                      <a:pt x="46" y="69"/>
                      <a:pt x="46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4" y="71"/>
                      <a:pt x="42" y="72"/>
                      <a:pt x="41" y="73"/>
                    </a:cubicBezTo>
                    <a:cubicBezTo>
                      <a:pt x="40" y="73"/>
                      <a:pt x="40" y="73"/>
                      <a:pt x="39" y="73"/>
                    </a:cubicBezTo>
                    <a:cubicBezTo>
                      <a:pt x="38" y="74"/>
                      <a:pt x="37" y="74"/>
                      <a:pt x="37" y="74"/>
                    </a:cubicBezTo>
                    <a:cubicBezTo>
                      <a:pt x="35" y="74"/>
                      <a:pt x="34" y="73"/>
                      <a:pt x="32" y="73"/>
                    </a:cubicBezTo>
                    <a:cubicBezTo>
                      <a:pt x="30" y="73"/>
                      <a:pt x="28" y="74"/>
                      <a:pt x="27" y="74"/>
                    </a:cubicBezTo>
                    <a:cubicBezTo>
                      <a:pt x="25" y="74"/>
                      <a:pt x="24" y="74"/>
                      <a:pt x="23" y="75"/>
                    </a:cubicBezTo>
                    <a:cubicBezTo>
                      <a:pt x="22" y="75"/>
                      <a:pt x="20" y="76"/>
                      <a:pt x="20" y="77"/>
                    </a:cubicBezTo>
                    <a:cubicBezTo>
                      <a:pt x="19" y="78"/>
                      <a:pt x="19" y="79"/>
                      <a:pt x="18" y="81"/>
                    </a:cubicBezTo>
                    <a:cubicBezTo>
                      <a:pt x="17" y="82"/>
                      <a:pt x="14" y="80"/>
                      <a:pt x="13" y="78"/>
                    </a:cubicBezTo>
                    <a:cubicBezTo>
                      <a:pt x="12" y="78"/>
                      <a:pt x="12" y="77"/>
                      <a:pt x="12" y="76"/>
                    </a:cubicBezTo>
                    <a:cubicBezTo>
                      <a:pt x="11" y="76"/>
                      <a:pt x="10" y="76"/>
                      <a:pt x="9" y="77"/>
                    </a:cubicBezTo>
                    <a:cubicBezTo>
                      <a:pt x="9" y="78"/>
                      <a:pt x="9" y="79"/>
                      <a:pt x="8" y="8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3" name="Freeform 2473">
                <a:extLst>
                  <a:ext uri="{FF2B5EF4-FFF2-40B4-BE49-F238E27FC236}">
                    <a16:creationId xmlns:a16="http://schemas.microsoft.com/office/drawing/2014/main" id="{13B84617-0BAB-914A-8402-4A3778290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624"/>
                <a:ext cx="2" cy="4"/>
              </a:xfrm>
              <a:custGeom>
                <a:avLst/>
                <a:gdLst>
                  <a:gd name="T0" fmla="*/ 4 w 7"/>
                  <a:gd name="T1" fmla="*/ 8 h 9"/>
                  <a:gd name="T2" fmla="*/ 4 w 7"/>
                  <a:gd name="T3" fmla="*/ 8 h 9"/>
                  <a:gd name="T4" fmla="*/ 3 w 7"/>
                  <a:gd name="T5" fmla="*/ 7 h 9"/>
                  <a:gd name="T6" fmla="*/ 2 w 7"/>
                  <a:gd name="T7" fmla="*/ 6 h 9"/>
                  <a:gd name="T8" fmla="*/ 2 w 7"/>
                  <a:gd name="T9" fmla="*/ 4 h 9"/>
                  <a:gd name="T10" fmla="*/ 1 w 7"/>
                  <a:gd name="T11" fmla="*/ 3 h 9"/>
                  <a:gd name="T12" fmla="*/ 1 w 7"/>
                  <a:gd name="T13" fmla="*/ 2 h 9"/>
                  <a:gd name="T14" fmla="*/ 2 w 7"/>
                  <a:gd name="T15" fmla="*/ 0 h 9"/>
                  <a:gd name="T16" fmla="*/ 4 w 7"/>
                  <a:gd name="T17" fmla="*/ 1 h 9"/>
                  <a:gd name="T18" fmla="*/ 5 w 7"/>
                  <a:gd name="T19" fmla="*/ 2 h 9"/>
                  <a:gd name="T20" fmla="*/ 5 w 7"/>
                  <a:gd name="T21" fmla="*/ 2 h 9"/>
                  <a:gd name="T22" fmla="*/ 6 w 7"/>
                  <a:gd name="T23" fmla="*/ 3 h 9"/>
                  <a:gd name="T24" fmla="*/ 7 w 7"/>
                  <a:gd name="T25" fmla="*/ 5 h 9"/>
                  <a:gd name="T26" fmla="*/ 7 w 7"/>
                  <a:gd name="T27" fmla="*/ 6 h 9"/>
                  <a:gd name="T28" fmla="*/ 6 w 7"/>
                  <a:gd name="T29" fmla="*/ 8 h 9"/>
                  <a:gd name="T30" fmla="*/ 4 w 7"/>
                  <a:gd name="T3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9"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6" y="8"/>
                      <a:pt x="5" y="9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4" name="Freeform 2474">
                <a:extLst>
                  <a:ext uri="{FF2B5EF4-FFF2-40B4-BE49-F238E27FC236}">
                    <a16:creationId xmlns:a16="http://schemas.microsoft.com/office/drawing/2014/main" id="{4D7A95AC-B382-8747-8406-998805BF0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557"/>
                <a:ext cx="9" cy="5"/>
              </a:xfrm>
              <a:custGeom>
                <a:avLst/>
                <a:gdLst>
                  <a:gd name="T0" fmla="*/ 3 w 22"/>
                  <a:gd name="T1" fmla="*/ 9 h 11"/>
                  <a:gd name="T2" fmla="*/ 1 w 22"/>
                  <a:gd name="T3" fmla="*/ 6 h 11"/>
                  <a:gd name="T4" fmla="*/ 7 w 22"/>
                  <a:gd name="T5" fmla="*/ 0 h 11"/>
                  <a:gd name="T6" fmla="*/ 12 w 22"/>
                  <a:gd name="T7" fmla="*/ 2 h 11"/>
                  <a:gd name="T8" fmla="*/ 17 w 22"/>
                  <a:gd name="T9" fmla="*/ 4 h 11"/>
                  <a:gd name="T10" fmla="*/ 19 w 22"/>
                  <a:gd name="T11" fmla="*/ 5 h 11"/>
                  <a:gd name="T12" fmla="*/ 20 w 22"/>
                  <a:gd name="T13" fmla="*/ 5 h 11"/>
                  <a:gd name="T14" fmla="*/ 21 w 22"/>
                  <a:gd name="T15" fmla="*/ 9 h 11"/>
                  <a:gd name="T16" fmla="*/ 15 w 22"/>
                  <a:gd name="T17" fmla="*/ 8 h 11"/>
                  <a:gd name="T18" fmla="*/ 11 w 22"/>
                  <a:gd name="T19" fmla="*/ 6 h 11"/>
                  <a:gd name="T20" fmla="*/ 7 w 22"/>
                  <a:gd name="T21" fmla="*/ 7 h 11"/>
                  <a:gd name="T22" fmla="*/ 3 w 22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1">
                    <a:moveTo>
                      <a:pt x="3" y="9"/>
                    </a:moveTo>
                    <a:cubicBezTo>
                      <a:pt x="2" y="9"/>
                      <a:pt x="2" y="8"/>
                      <a:pt x="1" y="6"/>
                    </a:cubicBezTo>
                    <a:cubicBezTo>
                      <a:pt x="0" y="3"/>
                      <a:pt x="4" y="0"/>
                      <a:pt x="7" y="0"/>
                    </a:cubicBezTo>
                    <a:cubicBezTo>
                      <a:pt x="9" y="0"/>
                      <a:pt x="11" y="1"/>
                      <a:pt x="12" y="2"/>
                    </a:cubicBezTo>
                    <a:cubicBezTo>
                      <a:pt x="14" y="2"/>
                      <a:pt x="15" y="3"/>
                      <a:pt x="17" y="4"/>
                    </a:cubicBezTo>
                    <a:cubicBezTo>
                      <a:pt x="17" y="4"/>
                      <a:pt x="18" y="5"/>
                      <a:pt x="19" y="5"/>
                    </a:cubicBezTo>
                    <a:cubicBezTo>
                      <a:pt x="19" y="5"/>
                      <a:pt x="20" y="5"/>
                      <a:pt x="20" y="5"/>
                    </a:cubicBezTo>
                    <a:cubicBezTo>
                      <a:pt x="21" y="6"/>
                      <a:pt x="22" y="8"/>
                      <a:pt x="21" y="9"/>
                    </a:cubicBezTo>
                    <a:cubicBezTo>
                      <a:pt x="20" y="11"/>
                      <a:pt x="16" y="9"/>
                      <a:pt x="15" y="8"/>
                    </a:cubicBezTo>
                    <a:cubicBezTo>
                      <a:pt x="14" y="7"/>
                      <a:pt x="13" y="6"/>
                      <a:pt x="11" y="6"/>
                    </a:cubicBezTo>
                    <a:cubicBezTo>
                      <a:pt x="10" y="6"/>
                      <a:pt x="8" y="6"/>
                      <a:pt x="7" y="7"/>
                    </a:cubicBezTo>
                    <a:cubicBezTo>
                      <a:pt x="6" y="8"/>
                      <a:pt x="5" y="9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5" name="Freeform 2475">
                <a:extLst>
                  <a:ext uri="{FF2B5EF4-FFF2-40B4-BE49-F238E27FC236}">
                    <a16:creationId xmlns:a16="http://schemas.microsoft.com/office/drawing/2014/main" id="{A11E7827-9E2E-E546-9C19-5D9B34858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562"/>
                <a:ext cx="5" cy="3"/>
              </a:xfrm>
              <a:custGeom>
                <a:avLst/>
                <a:gdLst>
                  <a:gd name="T0" fmla="*/ 4 w 12"/>
                  <a:gd name="T1" fmla="*/ 6 h 7"/>
                  <a:gd name="T2" fmla="*/ 3 w 12"/>
                  <a:gd name="T3" fmla="*/ 6 h 7"/>
                  <a:gd name="T4" fmla="*/ 2 w 12"/>
                  <a:gd name="T5" fmla="*/ 4 h 7"/>
                  <a:gd name="T6" fmla="*/ 2 w 12"/>
                  <a:gd name="T7" fmla="*/ 1 h 7"/>
                  <a:gd name="T8" fmla="*/ 5 w 12"/>
                  <a:gd name="T9" fmla="*/ 0 h 7"/>
                  <a:gd name="T10" fmla="*/ 7 w 12"/>
                  <a:gd name="T11" fmla="*/ 2 h 7"/>
                  <a:gd name="T12" fmla="*/ 11 w 12"/>
                  <a:gd name="T13" fmla="*/ 3 h 7"/>
                  <a:gd name="T14" fmla="*/ 12 w 12"/>
                  <a:gd name="T15" fmla="*/ 5 h 7"/>
                  <a:gd name="T16" fmla="*/ 11 w 12"/>
                  <a:gd name="T17" fmla="*/ 7 h 7"/>
                  <a:gd name="T18" fmla="*/ 7 w 12"/>
                  <a:gd name="T19" fmla="*/ 7 h 7"/>
                  <a:gd name="T20" fmla="*/ 4 w 12"/>
                  <a:gd name="T21" fmla="*/ 7 h 7"/>
                  <a:gd name="T22" fmla="*/ 5 w 12"/>
                  <a:gd name="T23" fmla="*/ 6 h 7"/>
                  <a:gd name="T24" fmla="*/ 4 w 12"/>
                  <a:gd name="T2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7">
                    <a:moveTo>
                      <a:pt x="4" y="6"/>
                    </a:moveTo>
                    <a:cubicBezTo>
                      <a:pt x="4" y="6"/>
                      <a:pt x="4" y="6"/>
                      <a:pt x="3" y="6"/>
                    </a:cubicBezTo>
                    <a:cubicBezTo>
                      <a:pt x="3" y="5"/>
                      <a:pt x="3" y="4"/>
                      <a:pt x="2" y="4"/>
                    </a:cubicBezTo>
                    <a:cubicBezTo>
                      <a:pt x="2" y="3"/>
                      <a:pt x="0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6" y="1"/>
                      <a:pt x="7" y="2"/>
                    </a:cubicBezTo>
                    <a:cubicBezTo>
                      <a:pt x="8" y="3"/>
                      <a:pt x="10" y="2"/>
                      <a:pt x="11" y="3"/>
                    </a:cubicBezTo>
                    <a:cubicBezTo>
                      <a:pt x="11" y="3"/>
                      <a:pt x="12" y="4"/>
                      <a:pt x="12" y="5"/>
                    </a:cubicBezTo>
                    <a:cubicBezTo>
                      <a:pt x="12" y="6"/>
                      <a:pt x="12" y="7"/>
                      <a:pt x="11" y="7"/>
                    </a:cubicBezTo>
                    <a:cubicBezTo>
                      <a:pt x="9" y="7"/>
                      <a:pt x="8" y="7"/>
                      <a:pt x="7" y="7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6" name="Freeform 2476">
                <a:extLst>
                  <a:ext uri="{FF2B5EF4-FFF2-40B4-BE49-F238E27FC236}">
                    <a16:creationId xmlns:a16="http://schemas.microsoft.com/office/drawing/2014/main" id="{8C2A60CC-45A2-3F45-BCEC-2DED5F9DA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566"/>
                <a:ext cx="5" cy="5"/>
              </a:xfrm>
              <a:custGeom>
                <a:avLst/>
                <a:gdLst>
                  <a:gd name="T0" fmla="*/ 4 w 13"/>
                  <a:gd name="T1" fmla="*/ 11 h 11"/>
                  <a:gd name="T2" fmla="*/ 3 w 13"/>
                  <a:gd name="T3" fmla="*/ 10 h 11"/>
                  <a:gd name="T4" fmla="*/ 2 w 13"/>
                  <a:gd name="T5" fmla="*/ 10 h 11"/>
                  <a:gd name="T6" fmla="*/ 0 w 13"/>
                  <a:gd name="T7" fmla="*/ 8 h 11"/>
                  <a:gd name="T8" fmla="*/ 1 w 13"/>
                  <a:gd name="T9" fmla="*/ 6 h 11"/>
                  <a:gd name="T10" fmla="*/ 5 w 13"/>
                  <a:gd name="T11" fmla="*/ 4 h 11"/>
                  <a:gd name="T12" fmla="*/ 8 w 13"/>
                  <a:gd name="T13" fmla="*/ 0 h 11"/>
                  <a:gd name="T14" fmla="*/ 9 w 13"/>
                  <a:gd name="T15" fmla="*/ 3 h 11"/>
                  <a:gd name="T16" fmla="*/ 11 w 13"/>
                  <a:gd name="T17" fmla="*/ 5 h 11"/>
                  <a:gd name="T18" fmla="*/ 13 w 13"/>
                  <a:gd name="T19" fmla="*/ 7 h 11"/>
                  <a:gd name="T20" fmla="*/ 12 w 13"/>
                  <a:gd name="T21" fmla="*/ 10 h 11"/>
                  <a:gd name="T22" fmla="*/ 8 w 13"/>
                  <a:gd name="T23" fmla="*/ 11 h 11"/>
                  <a:gd name="T24" fmla="*/ 4 w 13"/>
                  <a:gd name="T2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1">
                    <a:moveTo>
                      <a:pt x="4" y="11"/>
                    </a:moveTo>
                    <a:cubicBezTo>
                      <a:pt x="4" y="11"/>
                      <a:pt x="3" y="10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1" y="10"/>
                      <a:pt x="0" y="9"/>
                      <a:pt x="0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2" y="5"/>
                      <a:pt x="4" y="5"/>
                      <a:pt x="5" y="4"/>
                    </a:cubicBezTo>
                    <a:cubicBezTo>
                      <a:pt x="5" y="2"/>
                      <a:pt x="6" y="0"/>
                      <a:pt x="8" y="0"/>
                    </a:cubicBezTo>
                    <a:cubicBezTo>
                      <a:pt x="10" y="1"/>
                      <a:pt x="9" y="2"/>
                      <a:pt x="9" y="3"/>
                    </a:cubicBezTo>
                    <a:cubicBezTo>
                      <a:pt x="10" y="4"/>
                      <a:pt x="10" y="4"/>
                      <a:pt x="11" y="5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8"/>
                      <a:pt x="13" y="10"/>
                      <a:pt x="12" y="10"/>
                    </a:cubicBezTo>
                    <a:cubicBezTo>
                      <a:pt x="11" y="11"/>
                      <a:pt x="10" y="11"/>
                      <a:pt x="8" y="11"/>
                    </a:cubicBezTo>
                    <a:cubicBezTo>
                      <a:pt x="8" y="11"/>
                      <a:pt x="5" y="11"/>
                      <a:pt x="4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7" name="Freeform 2477">
                <a:extLst>
                  <a:ext uri="{FF2B5EF4-FFF2-40B4-BE49-F238E27FC236}">
                    <a16:creationId xmlns:a16="http://schemas.microsoft.com/office/drawing/2014/main" id="{0B12F845-5D66-4344-9818-C9784E2C6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565"/>
                <a:ext cx="6" cy="7"/>
              </a:xfrm>
              <a:custGeom>
                <a:avLst/>
                <a:gdLst>
                  <a:gd name="T0" fmla="*/ 7 w 13"/>
                  <a:gd name="T1" fmla="*/ 18 h 19"/>
                  <a:gd name="T2" fmla="*/ 4 w 13"/>
                  <a:gd name="T3" fmla="*/ 19 h 19"/>
                  <a:gd name="T4" fmla="*/ 2 w 13"/>
                  <a:gd name="T5" fmla="*/ 14 h 19"/>
                  <a:gd name="T6" fmla="*/ 2 w 13"/>
                  <a:gd name="T7" fmla="*/ 11 h 19"/>
                  <a:gd name="T8" fmla="*/ 2 w 13"/>
                  <a:gd name="T9" fmla="*/ 6 h 19"/>
                  <a:gd name="T10" fmla="*/ 0 w 13"/>
                  <a:gd name="T11" fmla="*/ 2 h 19"/>
                  <a:gd name="T12" fmla="*/ 4 w 13"/>
                  <a:gd name="T13" fmla="*/ 2 h 19"/>
                  <a:gd name="T14" fmla="*/ 6 w 13"/>
                  <a:gd name="T15" fmla="*/ 3 h 19"/>
                  <a:gd name="T16" fmla="*/ 9 w 13"/>
                  <a:gd name="T17" fmla="*/ 4 h 19"/>
                  <a:gd name="T18" fmla="*/ 10 w 13"/>
                  <a:gd name="T19" fmla="*/ 8 h 19"/>
                  <a:gd name="T20" fmla="*/ 13 w 13"/>
                  <a:gd name="T21" fmla="*/ 11 h 19"/>
                  <a:gd name="T22" fmla="*/ 12 w 13"/>
                  <a:gd name="T23" fmla="*/ 15 h 19"/>
                  <a:gd name="T24" fmla="*/ 10 w 13"/>
                  <a:gd name="T25" fmla="*/ 15 h 19"/>
                  <a:gd name="T26" fmla="*/ 7 w 13"/>
                  <a:gd name="T27" fmla="*/ 18 h 19"/>
                  <a:gd name="T28" fmla="*/ 7 w 13"/>
                  <a:gd name="T29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9">
                    <a:moveTo>
                      <a:pt x="7" y="18"/>
                    </a:moveTo>
                    <a:cubicBezTo>
                      <a:pt x="7" y="19"/>
                      <a:pt x="5" y="19"/>
                      <a:pt x="4" y="19"/>
                    </a:cubicBezTo>
                    <a:cubicBezTo>
                      <a:pt x="3" y="18"/>
                      <a:pt x="3" y="16"/>
                      <a:pt x="2" y="14"/>
                    </a:cubicBezTo>
                    <a:cubicBezTo>
                      <a:pt x="2" y="13"/>
                      <a:pt x="1" y="12"/>
                      <a:pt x="2" y="11"/>
                    </a:cubicBezTo>
                    <a:cubicBezTo>
                      <a:pt x="3" y="9"/>
                      <a:pt x="4" y="8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7" y="3"/>
                      <a:pt x="8" y="3"/>
                      <a:pt x="9" y="4"/>
                    </a:cubicBezTo>
                    <a:cubicBezTo>
                      <a:pt x="10" y="5"/>
                      <a:pt x="9" y="7"/>
                      <a:pt x="10" y="8"/>
                    </a:cubicBezTo>
                    <a:cubicBezTo>
                      <a:pt x="11" y="9"/>
                      <a:pt x="12" y="10"/>
                      <a:pt x="13" y="11"/>
                    </a:cubicBezTo>
                    <a:cubicBezTo>
                      <a:pt x="13" y="12"/>
                      <a:pt x="13" y="14"/>
                      <a:pt x="12" y="15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8" y="15"/>
                      <a:pt x="8" y="17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8" name="Freeform 2478">
                <a:extLst>
                  <a:ext uri="{FF2B5EF4-FFF2-40B4-BE49-F238E27FC236}">
                    <a16:creationId xmlns:a16="http://schemas.microsoft.com/office/drawing/2014/main" id="{FE01E4FB-EBDE-914A-9087-C295F43B5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1578"/>
                <a:ext cx="3" cy="3"/>
              </a:xfrm>
              <a:custGeom>
                <a:avLst/>
                <a:gdLst>
                  <a:gd name="T0" fmla="*/ 3 w 9"/>
                  <a:gd name="T1" fmla="*/ 0 h 6"/>
                  <a:gd name="T2" fmla="*/ 7 w 9"/>
                  <a:gd name="T3" fmla="*/ 2 h 6"/>
                  <a:gd name="T4" fmla="*/ 8 w 9"/>
                  <a:gd name="T5" fmla="*/ 5 h 6"/>
                  <a:gd name="T6" fmla="*/ 4 w 9"/>
                  <a:gd name="T7" fmla="*/ 6 h 6"/>
                  <a:gd name="T8" fmla="*/ 0 w 9"/>
                  <a:gd name="T9" fmla="*/ 2 h 6"/>
                  <a:gd name="T10" fmla="*/ 3 w 9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3" y="0"/>
                    </a:moveTo>
                    <a:cubicBezTo>
                      <a:pt x="6" y="0"/>
                      <a:pt x="6" y="1"/>
                      <a:pt x="7" y="2"/>
                    </a:cubicBezTo>
                    <a:cubicBezTo>
                      <a:pt x="7" y="3"/>
                      <a:pt x="9" y="4"/>
                      <a:pt x="8" y="5"/>
                    </a:cubicBezTo>
                    <a:cubicBezTo>
                      <a:pt x="7" y="6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9" name="Freeform 2479">
                <a:extLst>
                  <a:ext uri="{FF2B5EF4-FFF2-40B4-BE49-F238E27FC236}">
                    <a16:creationId xmlns:a16="http://schemas.microsoft.com/office/drawing/2014/main" id="{5571A89B-342B-744A-800A-18F3BBDC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580"/>
                <a:ext cx="3" cy="3"/>
              </a:xfrm>
              <a:custGeom>
                <a:avLst/>
                <a:gdLst>
                  <a:gd name="T0" fmla="*/ 0 w 9"/>
                  <a:gd name="T1" fmla="*/ 4 h 6"/>
                  <a:gd name="T2" fmla="*/ 0 w 9"/>
                  <a:gd name="T3" fmla="*/ 3 h 6"/>
                  <a:gd name="T4" fmla="*/ 3 w 9"/>
                  <a:gd name="T5" fmla="*/ 1 h 6"/>
                  <a:gd name="T6" fmla="*/ 7 w 9"/>
                  <a:gd name="T7" fmla="*/ 0 h 6"/>
                  <a:gd name="T8" fmla="*/ 8 w 9"/>
                  <a:gd name="T9" fmla="*/ 4 h 6"/>
                  <a:gd name="T10" fmla="*/ 6 w 9"/>
                  <a:gd name="T11" fmla="*/ 4 h 6"/>
                  <a:gd name="T12" fmla="*/ 5 w 9"/>
                  <a:gd name="T13" fmla="*/ 5 h 6"/>
                  <a:gd name="T14" fmla="*/ 3 w 9"/>
                  <a:gd name="T15" fmla="*/ 6 h 6"/>
                  <a:gd name="T16" fmla="*/ 0 w 9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6">
                    <a:moveTo>
                      <a:pt x="0" y="4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4" y="0"/>
                      <a:pt x="6" y="0"/>
                      <a:pt x="7" y="0"/>
                    </a:cubicBezTo>
                    <a:cubicBezTo>
                      <a:pt x="8" y="0"/>
                      <a:pt x="9" y="3"/>
                      <a:pt x="8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5" y="6"/>
                      <a:pt x="4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0" name="Freeform 2480">
                <a:extLst>
                  <a:ext uri="{FF2B5EF4-FFF2-40B4-BE49-F238E27FC236}">
                    <a16:creationId xmlns:a16="http://schemas.microsoft.com/office/drawing/2014/main" id="{336AC624-11AD-7A4D-80BD-80E517739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572"/>
                <a:ext cx="7" cy="11"/>
              </a:xfrm>
              <a:custGeom>
                <a:avLst/>
                <a:gdLst>
                  <a:gd name="T0" fmla="*/ 13 w 19"/>
                  <a:gd name="T1" fmla="*/ 26 h 27"/>
                  <a:gd name="T2" fmla="*/ 8 w 19"/>
                  <a:gd name="T3" fmla="*/ 24 h 27"/>
                  <a:gd name="T4" fmla="*/ 8 w 19"/>
                  <a:gd name="T5" fmla="*/ 19 h 27"/>
                  <a:gd name="T6" fmla="*/ 6 w 19"/>
                  <a:gd name="T7" fmla="*/ 16 h 27"/>
                  <a:gd name="T8" fmla="*/ 3 w 19"/>
                  <a:gd name="T9" fmla="*/ 14 h 27"/>
                  <a:gd name="T10" fmla="*/ 1 w 19"/>
                  <a:gd name="T11" fmla="*/ 12 h 27"/>
                  <a:gd name="T12" fmla="*/ 0 w 19"/>
                  <a:gd name="T13" fmla="*/ 6 h 27"/>
                  <a:gd name="T14" fmla="*/ 6 w 19"/>
                  <a:gd name="T15" fmla="*/ 0 h 27"/>
                  <a:gd name="T16" fmla="*/ 9 w 19"/>
                  <a:gd name="T17" fmla="*/ 2 h 27"/>
                  <a:gd name="T18" fmla="*/ 9 w 19"/>
                  <a:gd name="T19" fmla="*/ 7 h 27"/>
                  <a:gd name="T20" fmla="*/ 9 w 19"/>
                  <a:gd name="T21" fmla="*/ 11 h 27"/>
                  <a:gd name="T22" fmla="*/ 12 w 19"/>
                  <a:gd name="T23" fmla="*/ 13 h 27"/>
                  <a:gd name="T24" fmla="*/ 17 w 19"/>
                  <a:gd name="T25" fmla="*/ 15 h 27"/>
                  <a:gd name="T26" fmla="*/ 18 w 19"/>
                  <a:gd name="T27" fmla="*/ 18 h 27"/>
                  <a:gd name="T28" fmla="*/ 19 w 19"/>
                  <a:gd name="T29" fmla="*/ 18 h 27"/>
                  <a:gd name="T30" fmla="*/ 19 w 19"/>
                  <a:gd name="T31" fmla="*/ 20 h 27"/>
                  <a:gd name="T32" fmla="*/ 17 w 19"/>
                  <a:gd name="T33" fmla="*/ 24 h 27"/>
                  <a:gd name="T34" fmla="*/ 15 w 19"/>
                  <a:gd name="T35" fmla="*/ 26 h 27"/>
                  <a:gd name="T36" fmla="*/ 13 w 19"/>
                  <a:gd name="T37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27">
                    <a:moveTo>
                      <a:pt x="13" y="26"/>
                    </a:moveTo>
                    <a:cubicBezTo>
                      <a:pt x="11" y="27"/>
                      <a:pt x="9" y="26"/>
                      <a:pt x="8" y="24"/>
                    </a:cubicBezTo>
                    <a:cubicBezTo>
                      <a:pt x="8" y="22"/>
                      <a:pt x="8" y="21"/>
                      <a:pt x="8" y="19"/>
                    </a:cubicBezTo>
                    <a:cubicBezTo>
                      <a:pt x="8" y="18"/>
                      <a:pt x="7" y="17"/>
                      <a:pt x="6" y="16"/>
                    </a:cubicBezTo>
                    <a:cubicBezTo>
                      <a:pt x="5" y="16"/>
                      <a:pt x="4" y="15"/>
                      <a:pt x="3" y="14"/>
                    </a:cubicBezTo>
                    <a:cubicBezTo>
                      <a:pt x="3" y="14"/>
                      <a:pt x="2" y="13"/>
                      <a:pt x="1" y="12"/>
                    </a:cubicBezTo>
                    <a:cubicBezTo>
                      <a:pt x="0" y="11"/>
                      <a:pt x="0" y="8"/>
                      <a:pt x="0" y="6"/>
                    </a:cubicBezTo>
                    <a:cubicBezTo>
                      <a:pt x="1" y="3"/>
                      <a:pt x="3" y="0"/>
                      <a:pt x="6" y="0"/>
                    </a:cubicBezTo>
                    <a:cubicBezTo>
                      <a:pt x="7" y="0"/>
                      <a:pt x="8" y="0"/>
                      <a:pt x="9" y="2"/>
                    </a:cubicBezTo>
                    <a:cubicBezTo>
                      <a:pt x="9" y="4"/>
                      <a:pt x="9" y="6"/>
                      <a:pt x="9" y="7"/>
                    </a:cubicBezTo>
                    <a:cubicBezTo>
                      <a:pt x="9" y="9"/>
                      <a:pt x="8" y="10"/>
                      <a:pt x="9" y="11"/>
                    </a:cubicBezTo>
                    <a:cubicBezTo>
                      <a:pt x="10" y="12"/>
                      <a:pt x="11" y="13"/>
                      <a:pt x="12" y="13"/>
                    </a:cubicBezTo>
                    <a:cubicBezTo>
                      <a:pt x="14" y="13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ubicBezTo>
                      <a:pt x="19" y="19"/>
                      <a:pt x="19" y="19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4"/>
                      <a:pt x="16" y="25"/>
                      <a:pt x="15" y="26"/>
                    </a:cubicBezTo>
                    <a:cubicBezTo>
                      <a:pt x="15" y="26"/>
                      <a:pt x="14" y="26"/>
                      <a:pt x="13" y="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1" name="Freeform 2481">
                <a:extLst>
                  <a:ext uri="{FF2B5EF4-FFF2-40B4-BE49-F238E27FC236}">
                    <a16:creationId xmlns:a16="http://schemas.microsoft.com/office/drawing/2014/main" id="{10E36318-950C-3A4B-A68C-9D87D3448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582"/>
                <a:ext cx="2" cy="4"/>
              </a:xfrm>
              <a:custGeom>
                <a:avLst/>
                <a:gdLst>
                  <a:gd name="T0" fmla="*/ 1 w 7"/>
                  <a:gd name="T1" fmla="*/ 4 h 8"/>
                  <a:gd name="T2" fmla="*/ 0 w 7"/>
                  <a:gd name="T3" fmla="*/ 2 h 8"/>
                  <a:gd name="T4" fmla="*/ 4 w 7"/>
                  <a:gd name="T5" fmla="*/ 1 h 8"/>
                  <a:gd name="T6" fmla="*/ 5 w 7"/>
                  <a:gd name="T7" fmla="*/ 3 h 8"/>
                  <a:gd name="T8" fmla="*/ 5 w 7"/>
                  <a:gd name="T9" fmla="*/ 5 h 8"/>
                  <a:gd name="T10" fmla="*/ 7 w 7"/>
                  <a:gd name="T11" fmla="*/ 6 h 8"/>
                  <a:gd name="T12" fmla="*/ 7 w 7"/>
                  <a:gd name="T13" fmla="*/ 8 h 8"/>
                  <a:gd name="T14" fmla="*/ 5 w 7"/>
                  <a:gd name="T15" fmla="*/ 8 h 8"/>
                  <a:gd name="T16" fmla="*/ 3 w 7"/>
                  <a:gd name="T17" fmla="*/ 7 h 8"/>
                  <a:gd name="T18" fmla="*/ 1 w 7"/>
                  <a:gd name="T19" fmla="*/ 5 h 8"/>
                  <a:gd name="T20" fmla="*/ 1 w 7"/>
                  <a:gd name="T21" fmla="*/ 6 h 8"/>
                  <a:gd name="T22" fmla="*/ 1 w 7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8">
                    <a:moveTo>
                      <a:pt x="1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1" y="0"/>
                      <a:pt x="2" y="1"/>
                      <a:pt x="4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4" y="8"/>
                      <a:pt x="3" y="8"/>
                      <a:pt x="3" y="7"/>
                    </a:cubicBezTo>
                    <a:cubicBezTo>
                      <a:pt x="2" y="7"/>
                      <a:pt x="2" y="6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2" name="Freeform 2482">
                <a:extLst>
                  <a:ext uri="{FF2B5EF4-FFF2-40B4-BE49-F238E27FC236}">
                    <a16:creationId xmlns:a16="http://schemas.microsoft.com/office/drawing/2014/main" id="{BAFB88D5-0A5D-3541-8559-F9BDF008C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1582"/>
                <a:ext cx="2" cy="2"/>
              </a:xfrm>
              <a:custGeom>
                <a:avLst/>
                <a:gdLst>
                  <a:gd name="T0" fmla="*/ 0 w 5"/>
                  <a:gd name="T1" fmla="*/ 2 h 3"/>
                  <a:gd name="T2" fmla="*/ 1 w 5"/>
                  <a:gd name="T3" fmla="*/ 0 h 3"/>
                  <a:gd name="T4" fmla="*/ 2 w 5"/>
                  <a:gd name="T5" fmla="*/ 0 h 3"/>
                  <a:gd name="T6" fmla="*/ 5 w 5"/>
                  <a:gd name="T7" fmla="*/ 0 h 3"/>
                  <a:gd name="T8" fmla="*/ 5 w 5"/>
                  <a:gd name="T9" fmla="*/ 3 h 3"/>
                  <a:gd name="T10" fmla="*/ 3 w 5"/>
                  <a:gd name="T11" fmla="*/ 3 h 3"/>
                  <a:gd name="T12" fmla="*/ 0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2" y="3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3" name="Freeform 2483">
                <a:extLst>
                  <a:ext uri="{FF2B5EF4-FFF2-40B4-BE49-F238E27FC236}">
                    <a16:creationId xmlns:a16="http://schemas.microsoft.com/office/drawing/2014/main" id="{2C964353-1826-5947-BC11-A1C2A9DA6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619"/>
                <a:ext cx="5" cy="5"/>
              </a:xfrm>
              <a:custGeom>
                <a:avLst/>
                <a:gdLst>
                  <a:gd name="T0" fmla="*/ 3 w 13"/>
                  <a:gd name="T1" fmla="*/ 12 h 13"/>
                  <a:gd name="T2" fmla="*/ 1 w 13"/>
                  <a:gd name="T3" fmla="*/ 12 h 13"/>
                  <a:gd name="T4" fmla="*/ 1 w 13"/>
                  <a:gd name="T5" fmla="*/ 9 h 13"/>
                  <a:gd name="T6" fmla="*/ 3 w 13"/>
                  <a:gd name="T7" fmla="*/ 6 h 13"/>
                  <a:gd name="T8" fmla="*/ 6 w 13"/>
                  <a:gd name="T9" fmla="*/ 4 h 13"/>
                  <a:gd name="T10" fmla="*/ 7 w 13"/>
                  <a:gd name="T11" fmla="*/ 3 h 13"/>
                  <a:gd name="T12" fmla="*/ 8 w 13"/>
                  <a:gd name="T13" fmla="*/ 2 h 13"/>
                  <a:gd name="T14" fmla="*/ 10 w 13"/>
                  <a:gd name="T15" fmla="*/ 0 h 13"/>
                  <a:gd name="T16" fmla="*/ 12 w 13"/>
                  <a:gd name="T17" fmla="*/ 2 h 13"/>
                  <a:gd name="T18" fmla="*/ 10 w 13"/>
                  <a:gd name="T19" fmla="*/ 5 h 13"/>
                  <a:gd name="T20" fmla="*/ 7 w 13"/>
                  <a:gd name="T21" fmla="*/ 9 h 13"/>
                  <a:gd name="T22" fmla="*/ 3 w 13"/>
                  <a:gd name="T2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3">
                    <a:moveTo>
                      <a:pt x="3" y="12"/>
                    </a:moveTo>
                    <a:cubicBezTo>
                      <a:pt x="2" y="13"/>
                      <a:pt x="2" y="13"/>
                      <a:pt x="1" y="12"/>
                    </a:cubicBezTo>
                    <a:cubicBezTo>
                      <a:pt x="0" y="12"/>
                      <a:pt x="0" y="10"/>
                      <a:pt x="1" y="9"/>
                    </a:cubicBezTo>
                    <a:cubicBezTo>
                      <a:pt x="2" y="8"/>
                      <a:pt x="2" y="7"/>
                      <a:pt x="3" y="6"/>
                    </a:cubicBezTo>
                    <a:cubicBezTo>
                      <a:pt x="4" y="5"/>
                      <a:pt x="5" y="5"/>
                      <a:pt x="6" y="4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13" y="3"/>
                      <a:pt x="11" y="4"/>
                      <a:pt x="10" y="5"/>
                    </a:cubicBezTo>
                    <a:cubicBezTo>
                      <a:pt x="9" y="6"/>
                      <a:pt x="8" y="7"/>
                      <a:pt x="7" y="9"/>
                    </a:cubicBezTo>
                    <a:cubicBezTo>
                      <a:pt x="5" y="10"/>
                      <a:pt x="4" y="11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4" name="Freeform 2484">
                <a:extLst>
                  <a:ext uri="{FF2B5EF4-FFF2-40B4-BE49-F238E27FC236}">
                    <a16:creationId xmlns:a16="http://schemas.microsoft.com/office/drawing/2014/main" id="{3279CD59-A3A7-BB40-8DE5-B36989DCA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620"/>
                <a:ext cx="3" cy="3"/>
              </a:xfrm>
              <a:custGeom>
                <a:avLst/>
                <a:gdLst>
                  <a:gd name="T0" fmla="*/ 2 w 7"/>
                  <a:gd name="T1" fmla="*/ 1 h 6"/>
                  <a:gd name="T2" fmla="*/ 5 w 7"/>
                  <a:gd name="T3" fmla="*/ 0 h 6"/>
                  <a:gd name="T4" fmla="*/ 6 w 7"/>
                  <a:gd name="T5" fmla="*/ 2 h 6"/>
                  <a:gd name="T6" fmla="*/ 1 w 7"/>
                  <a:gd name="T7" fmla="*/ 6 h 6"/>
                  <a:gd name="T8" fmla="*/ 1 w 7"/>
                  <a:gd name="T9" fmla="*/ 3 h 6"/>
                  <a:gd name="T10" fmla="*/ 2 w 7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7" y="0"/>
                      <a:pt x="7" y="1"/>
                      <a:pt x="6" y="2"/>
                    </a:cubicBezTo>
                    <a:cubicBezTo>
                      <a:pt x="5" y="3"/>
                      <a:pt x="3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2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5" name="Freeform 2485">
                <a:extLst>
                  <a:ext uri="{FF2B5EF4-FFF2-40B4-BE49-F238E27FC236}">
                    <a16:creationId xmlns:a16="http://schemas.microsoft.com/office/drawing/2014/main" id="{B6177907-1335-1D42-8DB4-C047F67DC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24"/>
                <a:ext cx="2" cy="4"/>
              </a:xfrm>
              <a:custGeom>
                <a:avLst/>
                <a:gdLst>
                  <a:gd name="T0" fmla="*/ 3 w 7"/>
                  <a:gd name="T1" fmla="*/ 0 h 8"/>
                  <a:gd name="T2" fmla="*/ 7 w 7"/>
                  <a:gd name="T3" fmla="*/ 3 h 8"/>
                  <a:gd name="T4" fmla="*/ 1 w 7"/>
                  <a:gd name="T5" fmla="*/ 6 h 8"/>
                  <a:gd name="T6" fmla="*/ 1 w 7"/>
                  <a:gd name="T7" fmla="*/ 2 h 8"/>
                  <a:gd name="T8" fmla="*/ 3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3" y="8"/>
                      <a:pt x="1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6" name="Freeform 2486">
                <a:extLst>
                  <a:ext uri="{FF2B5EF4-FFF2-40B4-BE49-F238E27FC236}">
                    <a16:creationId xmlns:a16="http://schemas.microsoft.com/office/drawing/2014/main" id="{1FD99551-BE13-504F-AAB1-9D6EDD088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623"/>
                <a:ext cx="19" cy="10"/>
              </a:xfrm>
              <a:custGeom>
                <a:avLst/>
                <a:gdLst>
                  <a:gd name="T0" fmla="*/ 20 w 45"/>
                  <a:gd name="T1" fmla="*/ 15 h 26"/>
                  <a:gd name="T2" fmla="*/ 19 w 45"/>
                  <a:gd name="T3" fmla="*/ 15 h 26"/>
                  <a:gd name="T4" fmla="*/ 20 w 45"/>
                  <a:gd name="T5" fmla="*/ 14 h 26"/>
                  <a:gd name="T6" fmla="*/ 22 w 45"/>
                  <a:gd name="T7" fmla="*/ 11 h 26"/>
                  <a:gd name="T8" fmla="*/ 26 w 45"/>
                  <a:gd name="T9" fmla="*/ 11 h 26"/>
                  <a:gd name="T10" fmla="*/ 29 w 45"/>
                  <a:gd name="T11" fmla="*/ 12 h 26"/>
                  <a:gd name="T12" fmla="*/ 33 w 45"/>
                  <a:gd name="T13" fmla="*/ 13 h 26"/>
                  <a:gd name="T14" fmla="*/ 37 w 45"/>
                  <a:gd name="T15" fmla="*/ 12 h 26"/>
                  <a:gd name="T16" fmla="*/ 40 w 45"/>
                  <a:gd name="T17" fmla="*/ 10 h 26"/>
                  <a:gd name="T18" fmla="*/ 44 w 45"/>
                  <a:gd name="T19" fmla="*/ 4 h 26"/>
                  <a:gd name="T20" fmla="*/ 33 w 45"/>
                  <a:gd name="T21" fmla="*/ 3 h 26"/>
                  <a:gd name="T22" fmla="*/ 24 w 45"/>
                  <a:gd name="T23" fmla="*/ 3 h 26"/>
                  <a:gd name="T24" fmla="*/ 15 w 45"/>
                  <a:gd name="T25" fmla="*/ 8 h 26"/>
                  <a:gd name="T26" fmla="*/ 5 w 45"/>
                  <a:gd name="T27" fmla="*/ 15 h 26"/>
                  <a:gd name="T28" fmla="*/ 2 w 45"/>
                  <a:gd name="T29" fmla="*/ 23 h 26"/>
                  <a:gd name="T30" fmla="*/ 8 w 45"/>
                  <a:gd name="T31" fmla="*/ 22 h 26"/>
                  <a:gd name="T32" fmla="*/ 20 w 45"/>
                  <a:gd name="T33" fmla="*/ 1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26">
                    <a:moveTo>
                      <a:pt x="20" y="15"/>
                    </a:moveTo>
                    <a:cubicBezTo>
                      <a:pt x="20" y="15"/>
                      <a:pt x="19" y="15"/>
                      <a:pt x="19" y="1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1" y="13"/>
                      <a:pt x="21" y="12"/>
                      <a:pt x="22" y="11"/>
                    </a:cubicBezTo>
                    <a:cubicBezTo>
                      <a:pt x="23" y="11"/>
                      <a:pt x="25" y="11"/>
                      <a:pt x="26" y="11"/>
                    </a:cubicBezTo>
                    <a:cubicBezTo>
                      <a:pt x="27" y="11"/>
                      <a:pt x="28" y="12"/>
                      <a:pt x="29" y="12"/>
                    </a:cubicBezTo>
                    <a:cubicBezTo>
                      <a:pt x="31" y="13"/>
                      <a:pt x="32" y="13"/>
                      <a:pt x="33" y="13"/>
                    </a:cubicBezTo>
                    <a:cubicBezTo>
                      <a:pt x="34" y="13"/>
                      <a:pt x="36" y="13"/>
                      <a:pt x="37" y="12"/>
                    </a:cubicBezTo>
                    <a:cubicBezTo>
                      <a:pt x="38" y="12"/>
                      <a:pt x="40" y="11"/>
                      <a:pt x="40" y="10"/>
                    </a:cubicBezTo>
                    <a:cubicBezTo>
                      <a:pt x="42" y="8"/>
                      <a:pt x="45" y="7"/>
                      <a:pt x="44" y="4"/>
                    </a:cubicBezTo>
                    <a:cubicBezTo>
                      <a:pt x="41" y="0"/>
                      <a:pt x="36" y="3"/>
                      <a:pt x="33" y="3"/>
                    </a:cubicBezTo>
                    <a:cubicBezTo>
                      <a:pt x="31" y="0"/>
                      <a:pt x="26" y="2"/>
                      <a:pt x="24" y="3"/>
                    </a:cubicBezTo>
                    <a:cubicBezTo>
                      <a:pt x="21" y="5"/>
                      <a:pt x="18" y="6"/>
                      <a:pt x="15" y="8"/>
                    </a:cubicBezTo>
                    <a:cubicBezTo>
                      <a:pt x="11" y="10"/>
                      <a:pt x="8" y="12"/>
                      <a:pt x="5" y="15"/>
                    </a:cubicBezTo>
                    <a:cubicBezTo>
                      <a:pt x="3" y="17"/>
                      <a:pt x="0" y="20"/>
                      <a:pt x="2" y="23"/>
                    </a:cubicBezTo>
                    <a:cubicBezTo>
                      <a:pt x="4" y="26"/>
                      <a:pt x="6" y="23"/>
                      <a:pt x="8" y="22"/>
                    </a:cubicBezTo>
                    <a:cubicBezTo>
                      <a:pt x="12" y="19"/>
                      <a:pt x="17" y="19"/>
                      <a:pt x="20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7" name="Freeform 2487">
                <a:extLst>
                  <a:ext uri="{FF2B5EF4-FFF2-40B4-BE49-F238E27FC236}">
                    <a16:creationId xmlns:a16="http://schemas.microsoft.com/office/drawing/2014/main" id="{628C9FA2-29E4-D84A-8872-2E8785F54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631"/>
                <a:ext cx="8" cy="4"/>
              </a:xfrm>
              <a:custGeom>
                <a:avLst/>
                <a:gdLst>
                  <a:gd name="T0" fmla="*/ 15 w 21"/>
                  <a:gd name="T1" fmla="*/ 1 h 9"/>
                  <a:gd name="T2" fmla="*/ 19 w 21"/>
                  <a:gd name="T3" fmla="*/ 1 h 9"/>
                  <a:gd name="T4" fmla="*/ 17 w 21"/>
                  <a:gd name="T5" fmla="*/ 7 h 9"/>
                  <a:gd name="T6" fmla="*/ 8 w 21"/>
                  <a:gd name="T7" fmla="*/ 8 h 9"/>
                  <a:gd name="T8" fmla="*/ 3 w 21"/>
                  <a:gd name="T9" fmla="*/ 8 h 9"/>
                  <a:gd name="T10" fmla="*/ 4 w 21"/>
                  <a:gd name="T11" fmla="*/ 4 h 9"/>
                  <a:gd name="T12" fmla="*/ 4 w 21"/>
                  <a:gd name="T13" fmla="*/ 4 h 9"/>
                  <a:gd name="T14" fmla="*/ 15 w 21"/>
                  <a:gd name="T1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9">
                    <a:moveTo>
                      <a:pt x="15" y="1"/>
                    </a:moveTo>
                    <a:cubicBezTo>
                      <a:pt x="16" y="1"/>
                      <a:pt x="18" y="0"/>
                      <a:pt x="19" y="1"/>
                    </a:cubicBezTo>
                    <a:cubicBezTo>
                      <a:pt x="21" y="3"/>
                      <a:pt x="19" y="6"/>
                      <a:pt x="17" y="7"/>
                    </a:cubicBezTo>
                    <a:cubicBezTo>
                      <a:pt x="14" y="8"/>
                      <a:pt x="10" y="8"/>
                      <a:pt x="8" y="8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0" y="9"/>
                      <a:pt x="3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3"/>
                      <a:pt x="11" y="1"/>
                      <a:pt x="1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8" name="Freeform 2488">
                <a:extLst>
                  <a:ext uri="{FF2B5EF4-FFF2-40B4-BE49-F238E27FC236}">
                    <a16:creationId xmlns:a16="http://schemas.microsoft.com/office/drawing/2014/main" id="{B80D13FD-D464-6247-B59B-131CE0BB8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36"/>
                <a:ext cx="5" cy="2"/>
              </a:xfrm>
              <a:custGeom>
                <a:avLst/>
                <a:gdLst>
                  <a:gd name="T0" fmla="*/ 1 w 11"/>
                  <a:gd name="T1" fmla="*/ 5 h 5"/>
                  <a:gd name="T2" fmla="*/ 1 w 11"/>
                  <a:gd name="T3" fmla="*/ 1 h 5"/>
                  <a:gd name="T4" fmla="*/ 5 w 11"/>
                  <a:gd name="T5" fmla="*/ 0 h 5"/>
                  <a:gd name="T6" fmla="*/ 9 w 11"/>
                  <a:gd name="T7" fmla="*/ 1 h 5"/>
                  <a:gd name="T8" fmla="*/ 8 w 11"/>
                  <a:gd name="T9" fmla="*/ 4 h 5"/>
                  <a:gd name="T10" fmla="*/ 3 w 11"/>
                  <a:gd name="T11" fmla="*/ 5 h 5"/>
                  <a:gd name="T12" fmla="*/ 1 w 11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1"/>
                      <a:pt x="5" y="0"/>
                    </a:cubicBezTo>
                    <a:cubicBezTo>
                      <a:pt x="6" y="0"/>
                      <a:pt x="8" y="0"/>
                      <a:pt x="9" y="1"/>
                    </a:cubicBezTo>
                    <a:cubicBezTo>
                      <a:pt x="11" y="2"/>
                      <a:pt x="10" y="3"/>
                      <a:pt x="8" y="4"/>
                    </a:cubicBezTo>
                    <a:cubicBezTo>
                      <a:pt x="7" y="5"/>
                      <a:pt x="5" y="5"/>
                      <a:pt x="3" y="5"/>
                    </a:cubicBezTo>
                    <a:cubicBezTo>
                      <a:pt x="2" y="4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9" name="Freeform 2489">
                <a:extLst>
                  <a:ext uri="{FF2B5EF4-FFF2-40B4-BE49-F238E27FC236}">
                    <a16:creationId xmlns:a16="http://schemas.microsoft.com/office/drawing/2014/main" id="{42F57075-26D7-5243-9AA2-60280E3D6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623"/>
                <a:ext cx="16" cy="11"/>
              </a:xfrm>
              <a:custGeom>
                <a:avLst/>
                <a:gdLst>
                  <a:gd name="T0" fmla="*/ 24 w 39"/>
                  <a:gd name="T1" fmla="*/ 19 h 27"/>
                  <a:gd name="T2" fmla="*/ 24 w 39"/>
                  <a:gd name="T3" fmla="*/ 22 h 27"/>
                  <a:gd name="T4" fmla="*/ 24 w 39"/>
                  <a:gd name="T5" fmla="*/ 26 h 27"/>
                  <a:gd name="T6" fmla="*/ 21 w 39"/>
                  <a:gd name="T7" fmla="*/ 26 h 27"/>
                  <a:gd name="T8" fmla="*/ 14 w 39"/>
                  <a:gd name="T9" fmla="*/ 24 h 27"/>
                  <a:gd name="T10" fmla="*/ 9 w 39"/>
                  <a:gd name="T11" fmla="*/ 21 h 27"/>
                  <a:gd name="T12" fmla="*/ 7 w 39"/>
                  <a:gd name="T13" fmla="*/ 17 h 27"/>
                  <a:gd name="T14" fmla="*/ 5 w 39"/>
                  <a:gd name="T15" fmla="*/ 13 h 27"/>
                  <a:gd name="T16" fmla="*/ 2 w 39"/>
                  <a:gd name="T17" fmla="*/ 8 h 27"/>
                  <a:gd name="T18" fmla="*/ 2 w 39"/>
                  <a:gd name="T19" fmla="*/ 3 h 27"/>
                  <a:gd name="T20" fmla="*/ 5 w 39"/>
                  <a:gd name="T21" fmla="*/ 4 h 27"/>
                  <a:gd name="T22" fmla="*/ 8 w 39"/>
                  <a:gd name="T23" fmla="*/ 10 h 27"/>
                  <a:gd name="T24" fmla="*/ 14 w 39"/>
                  <a:gd name="T25" fmla="*/ 10 h 27"/>
                  <a:gd name="T26" fmla="*/ 19 w 39"/>
                  <a:gd name="T27" fmla="*/ 9 h 27"/>
                  <a:gd name="T28" fmla="*/ 24 w 39"/>
                  <a:gd name="T29" fmla="*/ 10 h 27"/>
                  <a:gd name="T30" fmla="*/ 28 w 39"/>
                  <a:gd name="T31" fmla="*/ 7 h 27"/>
                  <a:gd name="T32" fmla="*/ 36 w 39"/>
                  <a:gd name="T33" fmla="*/ 10 h 27"/>
                  <a:gd name="T34" fmla="*/ 36 w 39"/>
                  <a:gd name="T35" fmla="*/ 16 h 27"/>
                  <a:gd name="T36" fmla="*/ 39 w 39"/>
                  <a:gd name="T37" fmla="*/ 20 h 27"/>
                  <a:gd name="T38" fmla="*/ 36 w 39"/>
                  <a:gd name="T39" fmla="*/ 25 h 27"/>
                  <a:gd name="T40" fmla="*/ 32 w 39"/>
                  <a:gd name="T41" fmla="*/ 22 h 27"/>
                  <a:gd name="T42" fmla="*/ 30 w 39"/>
                  <a:gd name="T43" fmla="*/ 20 h 27"/>
                  <a:gd name="T44" fmla="*/ 24 w 39"/>
                  <a:gd name="T45" fmla="*/ 1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9" h="27">
                    <a:moveTo>
                      <a:pt x="24" y="19"/>
                    </a:moveTo>
                    <a:cubicBezTo>
                      <a:pt x="23" y="20"/>
                      <a:pt x="24" y="21"/>
                      <a:pt x="24" y="22"/>
                    </a:cubicBezTo>
                    <a:cubicBezTo>
                      <a:pt x="24" y="23"/>
                      <a:pt x="25" y="25"/>
                      <a:pt x="24" y="26"/>
                    </a:cubicBezTo>
                    <a:cubicBezTo>
                      <a:pt x="24" y="27"/>
                      <a:pt x="22" y="26"/>
                      <a:pt x="21" y="26"/>
                    </a:cubicBezTo>
                    <a:cubicBezTo>
                      <a:pt x="19" y="26"/>
                      <a:pt x="16" y="25"/>
                      <a:pt x="14" y="24"/>
                    </a:cubicBezTo>
                    <a:cubicBezTo>
                      <a:pt x="12" y="24"/>
                      <a:pt x="10" y="24"/>
                      <a:pt x="9" y="21"/>
                    </a:cubicBezTo>
                    <a:cubicBezTo>
                      <a:pt x="8" y="20"/>
                      <a:pt x="8" y="18"/>
                      <a:pt x="7" y="17"/>
                    </a:cubicBezTo>
                    <a:cubicBezTo>
                      <a:pt x="6" y="16"/>
                      <a:pt x="5" y="15"/>
                      <a:pt x="5" y="13"/>
                    </a:cubicBezTo>
                    <a:cubicBezTo>
                      <a:pt x="4" y="11"/>
                      <a:pt x="3" y="10"/>
                      <a:pt x="2" y="8"/>
                    </a:cubicBezTo>
                    <a:cubicBezTo>
                      <a:pt x="1" y="7"/>
                      <a:pt x="0" y="4"/>
                      <a:pt x="2" y="3"/>
                    </a:cubicBezTo>
                    <a:cubicBezTo>
                      <a:pt x="3" y="0"/>
                      <a:pt x="4" y="3"/>
                      <a:pt x="5" y="4"/>
                    </a:cubicBezTo>
                    <a:cubicBezTo>
                      <a:pt x="5" y="6"/>
                      <a:pt x="6" y="9"/>
                      <a:pt x="8" y="10"/>
                    </a:cubicBezTo>
                    <a:cubicBezTo>
                      <a:pt x="9" y="10"/>
                      <a:pt x="12" y="10"/>
                      <a:pt x="14" y="10"/>
                    </a:cubicBezTo>
                    <a:cubicBezTo>
                      <a:pt x="16" y="10"/>
                      <a:pt x="17" y="9"/>
                      <a:pt x="19" y="9"/>
                    </a:cubicBezTo>
                    <a:cubicBezTo>
                      <a:pt x="21" y="8"/>
                      <a:pt x="22" y="10"/>
                      <a:pt x="24" y="10"/>
                    </a:cubicBezTo>
                    <a:cubicBezTo>
                      <a:pt x="26" y="10"/>
                      <a:pt x="27" y="9"/>
                      <a:pt x="28" y="7"/>
                    </a:cubicBezTo>
                    <a:cubicBezTo>
                      <a:pt x="30" y="4"/>
                      <a:pt x="37" y="7"/>
                      <a:pt x="36" y="10"/>
                    </a:cubicBezTo>
                    <a:cubicBezTo>
                      <a:pt x="36" y="12"/>
                      <a:pt x="35" y="14"/>
                      <a:pt x="36" y="16"/>
                    </a:cubicBezTo>
                    <a:cubicBezTo>
                      <a:pt x="36" y="17"/>
                      <a:pt x="38" y="18"/>
                      <a:pt x="39" y="20"/>
                    </a:cubicBezTo>
                    <a:cubicBezTo>
                      <a:pt x="39" y="22"/>
                      <a:pt x="38" y="25"/>
                      <a:pt x="36" y="25"/>
                    </a:cubicBezTo>
                    <a:cubicBezTo>
                      <a:pt x="34" y="26"/>
                      <a:pt x="33" y="24"/>
                      <a:pt x="32" y="22"/>
                    </a:cubicBezTo>
                    <a:cubicBezTo>
                      <a:pt x="31" y="21"/>
                      <a:pt x="31" y="20"/>
                      <a:pt x="30" y="20"/>
                    </a:cubicBezTo>
                    <a:cubicBezTo>
                      <a:pt x="29" y="19"/>
                      <a:pt x="25" y="18"/>
                      <a:pt x="24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0" name="Freeform 2490">
                <a:extLst>
                  <a:ext uri="{FF2B5EF4-FFF2-40B4-BE49-F238E27FC236}">
                    <a16:creationId xmlns:a16="http://schemas.microsoft.com/office/drawing/2014/main" id="{C8EFB0E5-7F71-D447-BA64-9DDCFDE89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620"/>
                <a:ext cx="1" cy="5"/>
              </a:xfrm>
              <a:custGeom>
                <a:avLst/>
                <a:gdLst>
                  <a:gd name="T0" fmla="*/ 2 w 4"/>
                  <a:gd name="T1" fmla="*/ 1 h 12"/>
                  <a:gd name="T2" fmla="*/ 4 w 4"/>
                  <a:gd name="T3" fmla="*/ 4 h 12"/>
                  <a:gd name="T4" fmla="*/ 4 w 4"/>
                  <a:gd name="T5" fmla="*/ 5 h 12"/>
                  <a:gd name="T6" fmla="*/ 2 w 4"/>
                  <a:gd name="T7" fmla="*/ 10 h 12"/>
                  <a:gd name="T8" fmla="*/ 0 w 4"/>
                  <a:gd name="T9" fmla="*/ 3 h 12"/>
                  <a:gd name="T10" fmla="*/ 2 w 4"/>
                  <a:gd name="T1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2" y="1"/>
                    </a:moveTo>
                    <a:cubicBezTo>
                      <a:pt x="4" y="1"/>
                      <a:pt x="4" y="2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6"/>
                      <a:pt x="4" y="12"/>
                      <a:pt x="2" y="10"/>
                    </a:cubicBezTo>
                    <a:cubicBezTo>
                      <a:pt x="0" y="8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1" name="Freeform 2491">
                <a:extLst>
                  <a:ext uri="{FF2B5EF4-FFF2-40B4-BE49-F238E27FC236}">
                    <a16:creationId xmlns:a16="http://schemas.microsoft.com/office/drawing/2014/main" id="{C068F5C3-F031-B941-9D7E-43A7168EA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619"/>
                <a:ext cx="3" cy="4"/>
              </a:xfrm>
              <a:custGeom>
                <a:avLst/>
                <a:gdLst>
                  <a:gd name="T0" fmla="*/ 0 w 8"/>
                  <a:gd name="T1" fmla="*/ 6 h 9"/>
                  <a:gd name="T2" fmla="*/ 0 w 8"/>
                  <a:gd name="T3" fmla="*/ 5 h 9"/>
                  <a:gd name="T4" fmla="*/ 0 w 8"/>
                  <a:gd name="T5" fmla="*/ 2 h 9"/>
                  <a:gd name="T6" fmla="*/ 1 w 8"/>
                  <a:gd name="T7" fmla="*/ 0 h 9"/>
                  <a:gd name="T8" fmla="*/ 4 w 8"/>
                  <a:gd name="T9" fmla="*/ 0 h 9"/>
                  <a:gd name="T10" fmla="*/ 7 w 8"/>
                  <a:gd name="T11" fmla="*/ 1 h 9"/>
                  <a:gd name="T12" fmla="*/ 6 w 8"/>
                  <a:gd name="T13" fmla="*/ 4 h 9"/>
                  <a:gd name="T14" fmla="*/ 6 w 8"/>
                  <a:gd name="T15" fmla="*/ 8 h 9"/>
                  <a:gd name="T16" fmla="*/ 2 w 8"/>
                  <a:gd name="T17" fmla="*/ 9 h 9"/>
                  <a:gd name="T18" fmla="*/ 0 w 8"/>
                  <a:gd name="T19" fmla="*/ 7 h 9"/>
                  <a:gd name="T20" fmla="*/ 0 w 8"/>
                  <a:gd name="T2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6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5"/>
                      <a:pt x="6" y="6"/>
                      <a:pt x="6" y="8"/>
                    </a:cubicBezTo>
                    <a:cubicBezTo>
                      <a:pt x="5" y="9"/>
                      <a:pt x="3" y="9"/>
                      <a:pt x="2" y="9"/>
                    </a:cubicBezTo>
                    <a:cubicBezTo>
                      <a:pt x="0" y="9"/>
                      <a:pt x="1" y="8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2" name="Freeform 2492">
                <a:extLst>
                  <a:ext uri="{FF2B5EF4-FFF2-40B4-BE49-F238E27FC236}">
                    <a16:creationId xmlns:a16="http://schemas.microsoft.com/office/drawing/2014/main" id="{1E86228E-07FB-8442-AAD1-227676397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549"/>
                <a:ext cx="5" cy="4"/>
              </a:xfrm>
              <a:custGeom>
                <a:avLst/>
                <a:gdLst>
                  <a:gd name="T0" fmla="*/ 1 w 11"/>
                  <a:gd name="T1" fmla="*/ 2 h 9"/>
                  <a:gd name="T2" fmla="*/ 8 w 11"/>
                  <a:gd name="T3" fmla="*/ 2 h 9"/>
                  <a:gd name="T4" fmla="*/ 4 w 11"/>
                  <a:gd name="T5" fmla="*/ 9 h 9"/>
                  <a:gd name="T6" fmla="*/ 1 w 11"/>
                  <a:gd name="T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" y="2"/>
                    </a:moveTo>
                    <a:cubicBezTo>
                      <a:pt x="3" y="0"/>
                      <a:pt x="7" y="0"/>
                      <a:pt x="8" y="2"/>
                    </a:cubicBezTo>
                    <a:cubicBezTo>
                      <a:pt x="11" y="5"/>
                      <a:pt x="7" y="8"/>
                      <a:pt x="4" y="9"/>
                    </a:cubicBezTo>
                    <a:cubicBezTo>
                      <a:pt x="1" y="9"/>
                      <a:pt x="0" y="4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3" name="Freeform 2493">
                <a:extLst>
                  <a:ext uri="{FF2B5EF4-FFF2-40B4-BE49-F238E27FC236}">
                    <a16:creationId xmlns:a16="http://schemas.microsoft.com/office/drawing/2014/main" id="{7F476EBA-6EF7-7243-8A21-42E9E826A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549"/>
                <a:ext cx="6" cy="4"/>
              </a:xfrm>
              <a:custGeom>
                <a:avLst/>
                <a:gdLst>
                  <a:gd name="T0" fmla="*/ 4 w 14"/>
                  <a:gd name="T1" fmla="*/ 3 h 9"/>
                  <a:gd name="T2" fmla="*/ 6 w 14"/>
                  <a:gd name="T3" fmla="*/ 1 h 9"/>
                  <a:gd name="T4" fmla="*/ 13 w 14"/>
                  <a:gd name="T5" fmla="*/ 4 h 9"/>
                  <a:gd name="T6" fmla="*/ 10 w 14"/>
                  <a:gd name="T7" fmla="*/ 7 h 9"/>
                  <a:gd name="T8" fmla="*/ 6 w 14"/>
                  <a:gd name="T9" fmla="*/ 8 h 9"/>
                  <a:gd name="T10" fmla="*/ 3 w 14"/>
                  <a:gd name="T11" fmla="*/ 9 h 9"/>
                  <a:gd name="T12" fmla="*/ 4 w 14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">
                    <a:moveTo>
                      <a:pt x="4" y="3"/>
                    </a:moveTo>
                    <a:cubicBezTo>
                      <a:pt x="4" y="2"/>
                      <a:pt x="4" y="2"/>
                      <a:pt x="6" y="1"/>
                    </a:cubicBezTo>
                    <a:cubicBezTo>
                      <a:pt x="9" y="0"/>
                      <a:pt x="13" y="0"/>
                      <a:pt x="13" y="4"/>
                    </a:cubicBezTo>
                    <a:cubicBezTo>
                      <a:pt x="14" y="6"/>
                      <a:pt x="11" y="6"/>
                      <a:pt x="10" y="7"/>
                    </a:cubicBezTo>
                    <a:cubicBezTo>
                      <a:pt x="9" y="7"/>
                      <a:pt x="7" y="8"/>
                      <a:pt x="6" y="8"/>
                    </a:cubicBezTo>
                    <a:cubicBezTo>
                      <a:pt x="5" y="8"/>
                      <a:pt x="4" y="9"/>
                      <a:pt x="3" y="9"/>
                    </a:cubicBezTo>
                    <a:cubicBezTo>
                      <a:pt x="0" y="8"/>
                      <a:pt x="3" y="4"/>
                      <a:pt x="4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4" name="Freeform 2494">
                <a:extLst>
                  <a:ext uri="{FF2B5EF4-FFF2-40B4-BE49-F238E27FC236}">
                    <a16:creationId xmlns:a16="http://schemas.microsoft.com/office/drawing/2014/main" id="{5B979676-3233-8D4A-8687-9CCBCB993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554"/>
                <a:ext cx="4" cy="4"/>
              </a:xfrm>
              <a:custGeom>
                <a:avLst/>
                <a:gdLst>
                  <a:gd name="T0" fmla="*/ 2 w 12"/>
                  <a:gd name="T1" fmla="*/ 4 h 10"/>
                  <a:gd name="T2" fmla="*/ 5 w 12"/>
                  <a:gd name="T3" fmla="*/ 2 h 10"/>
                  <a:gd name="T4" fmla="*/ 6 w 12"/>
                  <a:gd name="T5" fmla="*/ 0 h 10"/>
                  <a:gd name="T6" fmla="*/ 11 w 12"/>
                  <a:gd name="T7" fmla="*/ 3 h 10"/>
                  <a:gd name="T8" fmla="*/ 11 w 12"/>
                  <a:gd name="T9" fmla="*/ 4 h 10"/>
                  <a:gd name="T10" fmla="*/ 10 w 12"/>
                  <a:gd name="T11" fmla="*/ 6 h 10"/>
                  <a:gd name="T12" fmla="*/ 7 w 12"/>
                  <a:gd name="T13" fmla="*/ 8 h 10"/>
                  <a:gd name="T14" fmla="*/ 3 w 12"/>
                  <a:gd name="T15" fmla="*/ 10 h 10"/>
                  <a:gd name="T16" fmla="*/ 2 w 12"/>
                  <a:gd name="T1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2" y="4"/>
                    </a:moveTo>
                    <a:cubicBezTo>
                      <a:pt x="3" y="3"/>
                      <a:pt x="4" y="3"/>
                      <a:pt x="5" y="2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8" y="0"/>
                      <a:pt x="11" y="1"/>
                      <a:pt x="11" y="3"/>
                    </a:cubicBezTo>
                    <a:cubicBezTo>
                      <a:pt x="12" y="4"/>
                      <a:pt x="11" y="4"/>
                      <a:pt x="11" y="4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9" y="7"/>
                      <a:pt x="8" y="7"/>
                      <a:pt x="7" y="8"/>
                    </a:cubicBezTo>
                    <a:cubicBezTo>
                      <a:pt x="6" y="8"/>
                      <a:pt x="5" y="10"/>
                      <a:pt x="3" y="10"/>
                    </a:cubicBezTo>
                    <a:cubicBezTo>
                      <a:pt x="1" y="10"/>
                      <a:pt x="0" y="6"/>
                      <a:pt x="2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5" name="Freeform 2495">
                <a:extLst>
                  <a:ext uri="{FF2B5EF4-FFF2-40B4-BE49-F238E27FC236}">
                    <a16:creationId xmlns:a16="http://schemas.microsoft.com/office/drawing/2014/main" id="{DA01A130-D604-2841-974F-F385557D7F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21" y="533"/>
                <a:ext cx="615" cy="1112"/>
              </a:xfrm>
              <a:custGeom>
                <a:avLst/>
                <a:gdLst>
                  <a:gd name="T0" fmla="*/ 499 w 1510"/>
                  <a:gd name="T1" fmla="*/ 308 h 2733"/>
                  <a:gd name="T2" fmla="*/ 391 w 1510"/>
                  <a:gd name="T3" fmla="*/ 928 h 2733"/>
                  <a:gd name="T4" fmla="*/ 561 w 1510"/>
                  <a:gd name="T5" fmla="*/ 1029 h 2733"/>
                  <a:gd name="T6" fmla="*/ 779 w 1510"/>
                  <a:gd name="T7" fmla="*/ 893 h 2733"/>
                  <a:gd name="T8" fmla="*/ 647 w 1510"/>
                  <a:gd name="T9" fmla="*/ 559 h 2733"/>
                  <a:gd name="T10" fmla="*/ 765 w 1510"/>
                  <a:gd name="T11" fmla="*/ 548 h 2733"/>
                  <a:gd name="T12" fmla="*/ 817 w 1510"/>
                  <a:gd name="T13" fmla="*/ 717 h 2733"/>
                  <a:gd name="T14" fmla="*/ 823 w 1510"/>
                  <a:gd name="T15" fmla="*/ 698 h 2733"/>
                  <a:gd name="T16" fmla="*/ 811 w 1510"/>
                  <a:gd name="T17" fmla="*/ 920 h 2733"/>
                  <a:gd name="T18" fmla="*/ 570 w 1510"/>
                  <a:gd name="T19" fmla="*/ 1000 h 2733"/>
                  <a:gd name="T20" fmla="*/ 603 w 1510"/>
                  <a:gd name="T21" fmla="*/ 1299 h 2733"/>
                  <a:gd name="T22" fmla="*/ 831 w 1510"/>
                  <a:gd name="T23" fmla="*/ 1442 h 2733"/>
                  <a:gd name="T24" fmla="*/ 1019 w 1510"/>
                  <a:gd name="T25" fmla="*/ 1499 h 2733"/>
                  <a:gd name="T26" fmla="*/ 968 w 1510"/>
                  <a:gd name="T27" fmla="*/ 1516 h 2733"/>
                  <a:gd name="T28" fmla="*/ 833 w 1510"/>
                  <a:gd name="T29" fmla="*/ 1495 h 2733"/>
                  <a:gd name="T30" fmla="*/ 659 w 1510"/>
                  <a:gd name="T31" fmla="*/ 1359 h 2733"/>
                  <a:gd name="T32" fmla="*/ 497 w 1510"/>
                  <a:gd name="T33" fmla="*/ 1527 h 2733"/>
                  <a:gd name="T34" fmla="*/ 338 w 1510"/>
                  <a:gd name="T35" fmla="*/ 1733 h 2733"/>
                  <a:gd name="T36" fmla="*/ 219 w 1510"/>
                  <a:gd name="T37" fmla="*/ 1878 h 2733"/>
                  <a:gd name="T38" fmla="*/ 189 w 1510"/>
                  <a:gd name="T39" fmla="*/ 2034 h 2733"/>
                  <a:gd name="T40" fmla="*/ 249 w 1510"/>
                  <a:gd name="T41" fmla="*/ 2248 h 2733"/>
                  <a:gd name="T42" fmla="*/ 256 w 1510"/>
                  <a:gd name="T43" fmla="*/ 2481 h 2733"/>
                  <a:gd name="T44" fmla="*/ 339 w 1510"/>
                  <a:gd name="T45" fmla="*/ 2572 h 2733"/>
                  <a:gd name="T46" fmla="*/ 452 w 1510"/>
                  <a:gd name="T47" fmla="*/ 2613 h 2733"/>
                  <a:gd name="T48" fmla="*/ 529 w 1510"/>
                  <a:gd name="T49" fmla="*/ 2678 h 2733"/>
                  <a:gd name="T50" fmla="*/ 645 w 1510"/>
                  <a:gd name="T51" fmla="*/ 2666 h 2733"/>
                  <a:gd name="T52" fmla="*/ 794 w 1510"/>
                  <a:gd name="T53" fmla="*/ 2604 h 2733"/>
                  <a:gd name="T54" fmla="*/ 910 w 1510"/>
                  <a:gd name="T55" fmla="*/ 2566 h 2733"/>
                  <a:gd name="T56" fmla="*/ 1026 w 1510"/>
                  <a:gd name="T57" fmla="*/ 2501 h 2733"/>
                  <a:gd name="T58" fmla="*/ 1230 w 1510"/>
                  <a:gd name="T59" fmla="*/ 2269 h 2733"/>
                  <a:gd name="T60" fmla="*/ 1105 w 1510"/>
                  <a:gd name="T61" fmla="*/ 2266 h 2733"/>
                  <a:gd name="T62" fmla="*/ 1091 w 1510"/>
                  <a:gd name="T63" fmla="*/ 2133 h 2733"/>
                  <a:gd name="T64" fmla="*/ 1181 w 1510"/>
                  <a:gd name="T65" fmla="*/ 2093 h 2733"/>
                  <a:gd name="T66" fmla="*/ 1123 w 1510"/>
                  <a:gd name="T67" fmla="*/ 2027 h 2733"/>
                  <a:gd name="T68" fmla="*/ 1189 w 1510"/>
                  <a:gd name="T69" fmla="*/ 1958 h 2733"/>
                  <a:gd name="T70" fmla="*/ 1272 w 1510"/>
                  <a:gd name="T71" fmla="*/ 1882 h 2733"/>
                  <a:gd name="T72" fmla="*/ 1333 w 1510"/>
                  <a:gd name="T73" fmla="*/ 2038 h 2733"/>
                  <a:gd name="T74" fmla="*/ 1235 w 1510"/>
                  <a:gd name="T75" fmla="*/ 2131 h 2733"/>
                  <a:gd name="T76" fmla="*/ 1167 w 1510"/>
                  <a:gd name="T77" fmla="*/ 2233 h 2733"/>
                  <a:gd name="T78" fmla="*/ 685 w 1510"/>
                  <a:gd name="T79" fmla="*/ 340 h 2733"/>
                  <a:gd name="T80" fmla="*/ 762 w 1510"/>
                  <a:gd name="T81" fmla="*/ 316 h 2733"/>
                  <a:gd name="T82" fmla="*/ 365 w 1510"/>
                  <a:gd name="T83" fmla="*/ 2429 h 2733"/>
                  <a:gd name="T84" fmla="*/ 542 w 1510"/>
                  <a:gd name="T85" fmla="*/ 2197 h 2733"/>
                  <a:gd name="T86" fmla="*/ 685 w 1510"/>
                  <a:gd name="T87" fmla="*/ 2213 h 2733"/>
                  <a:gd name="T88" fmla="*/ 837 w 1510"/>
                  <a:gd name="T89" fmla="*/ 1769 h 2733"/>
                  <a:gd name="T90" fmla="*/ 755 w 1510"/>
                  <a:gd name="T91" fmla="*/ 1775 h 2733"/>
                  <a:gd name="T92" fmla="*/ 796 w 1510"/>
                  <a:gd name="T93" fmla="*/ 2267 h 2733"/>
                  <a:gd name="T94" fmla="*/ 798 w 1510"/>
                  <a:gd name="T95" fmla="*/ 2065 h 2733"/>
                  <a:gd name="T96" fmla="*/ 809 w 1510"/>
                  <a:gd name="T97" fmla="*/ 2259 h 2733"/>
                  <a:gd name="T98" fmla="*/ 783 w 1510"/>
                  <a:gd name="T99" fmla="*/ 1897 h 2733"/>
                  <a:gd name="T100" fmla="*/ 813 w 1510"/>
                  <a:gd name="T101" fmla="*/ 1889 h 2733"/>
                  <a:gd name="T102" fmla="*/ 901 w 1510"/>
                  <a:gd name="T103" fmla="*/ 2119 h 2733"/>
                  <a:gd name="T104" fmla="*/ 947 w 1510"/>
                  <a:gd name="T105" fmla="*/ 2099 h 2733"/>
                  <a:gd name="T106" fmla="*/ 983 w 1510"/>
                  <a:gd name="T107" fmla="*/ 2113 h 2733"/>
                  <a:gd name="T108" fmla="*/ 1094 w 1510"/>
                  <a:gd name="T109" fmla="*/ 1944 h 2733"/>
                  <a:gd name="T110" fmla="*/ 1045 w 1510"/>
                  <a:gd name="T111" fmla="*/ 1937 h 2733"/>
                  <a:gd name="T112" fmla="*/ 987 w 1510"/>
                  <a:gd name="T113" fmla="*/ 1825 h 2733"/>
                  <a:gd name="T114" fmla="*/ 1099 w 1510"/>
                  <a:gd name="T115" fmla="*/ 1887 h 2733"/>
                  <a:gd name="T116" fmla="*/ 1165 w 1510"/>
                  <a:gd name="T117" fmla="*/ 1900 h 2733"/>
                  <a:gd name="T118" fmla="*/ 1232 w 1510"/>
                  <a:gd name="T119" fmla="*/ 1867 h 2733"/>
                  <a:gd name="T120" fmla="*/ 1322 w 1510"/>
                  <a:gd name="T121" fmla="*/ 1835 h 2733"/>
                  <a:gd name="T122" fmla="*/ 1267 w 1510"/>
                  <a:gd name="T123" fmla="*/ 1679 h 2733"/>
                  <a:gd name="T124" fmla="*/ 1385 w 1510"/>
                  <a:gd name="T125" fmla="*/ 1764 h 2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10" h="2733">
                    <a:moveTo>
                      <a:pt x="1510" y="1742"/>
                    </a:moveTo>
                    <a:cubicBezTo>
                      <a:pt x="1379" y="1640"/>
                      <a:pt x="1379" y="1640"/>
                      <a:pt x="1379" y="1640"/>
                    </a:cubicBezTo>
                    <a:cubicBezTo>
                      <a:pt x="1346" y="1626"/>
                      <a:pt x="1346" y="1626"/>
                      <a:pt x="1346" y="1626"/>
                    </a:cubicBezTo>
                    <a:cubicBezTo>
                      <a:pt x="1267" y="1573"/>
                      <a:pt x="1267" y="1573"/>
                      <a:pt x="1267" y="1573"/>
                    </a:cubicBezTo>
                    <a:cubicBezTo>
                      <a:pt x="1267" y="1573"/>
                      <a:pt x="1272" y="1560"/>
                      <a:pt x="1289" y="1558"/>
                    </a:cubicBezTo>
                    <a:cubicBezTo>
                      <a:pt x="1297" y="1450"/>
                      <a:pt x="1297" y="1450"/>
                      <a:pt x="1297" y="1450"/>
                    </a:cubicBezTo>
                    <a:cubicBezTo>
                      <a:pt x="1218" y="1401"/>
                      <a:pt x="1218" y="1401"/>
                      <a:pt x="1218" y="1401"/>
                    </a:cubicBezTo>
                    <a:cubicBezTo>
                      <a:pt x="1200" y="1369"/>
                      <a:pt x="1200" y="1369"/>
                      <a:pt x="1200" y="1369"/>
                    </a:cubicBezTo>
                    <a:cubicBezTo>
                      <a:pt x="1222" y="1331"/>
                      <a:pt x="1222" y="1331"/>
                      <a:pt x="1222" y="1331"/>
                    </a:cubicBezTo>
                    <a:cubicBezTo>
                      <a:pt x="1188" y="1300"/>
                      <a:pt x="1188" y="1300"/>
                      <a:pt x="1188" y="1300"/>
                    </a:cubicBezTo>
                    <a:cubicBezTo>
                      <a:pt x="1150" y="1318"/>
                      <a:pt x="1150" y="1318"/>
                      <a:pt x="1150" y="1318"/>
                    </a:cubicBezTo>
                    <a:cubicBezTo>
                      <a:pt x="1127" y="1257"/>
                      <a:pt x="1127" y="1257"/>
                      <a:pt x="1127" y="1257"/>
                    </a:cubicBezTo>
                    <a:cubicBezTo>
                      <a:pt x="1147" y="1204"/>
                      <a:pt x="1147" y="1204"/>
                      <a:pt x="1147" y="1204"/>
                    </a:cubicBezTo>
                    <a:cubicBezTo>
                      <a:pt x="1121" y="1194"/>
                      <a:pt x="1121" y="1194"/>
                      <a:pt x="1121" y="1194"/>
                    </a:cubicBezTo>
                    <a:cubicBezTo>
                      <a:pt x="1108" y="1108"/>
                      <a:pt x="1108" y="1108"/>
                      <a:pt x="1108" y="1108"/>
                    </a:cubicBezTo>
                    <a:cubicBezTo>
                      <a:pt x="1135" y="1066"/>
                      <a:pt x="1135" y="1066"/>
                      <a:pt x="1135" y="1066"/>
                    </a:cubicBezTo>
                    <a:cubicBezTo>
                      <a:pt x="1084" y="978"/>
                      <a:pt x="1084" y="978"/>
                      <a:pt x="1084" y="978"/>
                    </a:cubicBezTo>
                    <a:cubicBezTo>
                      <a:pt x="1053" y="924"/>
                      <a:pt x="1053" y="924"/>
                      <a:pt x="1053" y="924"/>
                    </a:cubicBezTo>
                    <a:cubicBezTo>
                      <a:pt x="1031" y="887"/>
                      <a:pt x="1031" y="887"/>
                      <a:pt x="1031" y="887"/>
                    </a:cubicBezTo>
                    <a:cubicBezTo>
                      <a:pt x="997" y="851"/>
                      <a:pt x="997" y="851"/>
                      <a:pt x="997" y="851"/>
                    </a:cubicBezTo>
                    <a:cubicBezTo>
                      <a:pt x="949" y="805"/>
                      <a:pt x="949" y="805"/>
                      <a:pt x="949" y="805"/>
                    </a:cubicBezTo>
                    <a:cubicBezTo>
                      <a:pt x="1011" y="589"/>
                      <a:pt x="1011" y="589"/>
                      <a:pt x="1011" y="589"/>
                    </a:cubicBezTo>
                    <a:cubicBezTo>
                      <a:pt x="928" y="501"/>
                      <a:pt x="928" y="501"/>
                      <a:pt x="928" y="501"/>
                    </a:cubicBezTo>
                    <a:cubicBezTo>
                      <a:pt x="854" y="472"/>
                      <a:pt x="854" y="472"/>
                      <a:pt x="854" y="472"/>
                    </a:cubicBezTo>
                    <a:cubicBezTo>
                      <a:pt x="808" y="405"/>
                      <a:pt x="808" y="405"/>
                      <a:pt x="808" y="405"/>
                    </a:cubicBezTo>
                    <a:cubicBezTo>
                      <a:pt x="806" y="406"/>
                      <a:pt x="804" y="406"/>
                      <a:pt x="803" y="407"/>
                    </a:cubicBezTo>
                    <a:cubicBezTo>
                      <a:pt x="800" y="407"/>
                      <a:pt x="798" y="408"/>
                      <a:pt x="796" y="409"/>
                    </a:cubicBezTo>
                    <a:cubicBezTo>
                      <a:pt x="794" y="410"/>
                      <a:pt x="792" y="411"/>
                      <a:pt x="791" y="412"/>
                    </a:cubicBezTo>
                    <a:cubicBezTo>
                      <a:pt x="791" y="413"/>
                      <a:pt x="790" y="414"/>
                      <a:pt x="790" y="414"/>
                    </a:cubicBezTo>
                    <a:cubicBezTo>
                      <a:pt x="788" y="414"/>
                      <a:pt x="787" y="414"/>
                      <a:pt x="786" y="413"/>
                    </a:cubicBezTo>
                    <a:cubicBezTo>
                      <a:pt x="782" y="412"/>
                      <a:pt x="780" y="411"/>
                      <a:pt x="777" y="409"/>
                    </a:cubicBezTo>
                    <a:cubicBezTo>
                      <a:pt x="773" y="405"/>
                      <a:pt x="768" y="403"/>
                      <a:pt x="763" y="400"/>
                    </a:cubicBezTo>
                    <a:cubicBezTo>
                      <a:pt x="759" y="398"/>
                      <a:pt x="753" y="395"/>
                      <a:pt x="751" y="391"/>
                    </a:cubicBezTo>
                    <a:cubicBezTo>
                      <a:pt x="751" y="390"/>
                      <a:pt x="750" y="386"/>
                      <a:pt x="751" y="385"/>
                    </a:cubicBezTo>
                    <a:cubicBezTo>
                      <a:pt x="752" y="384"/>
                      <a:pt x="754" y="388"/>
                      <a:pt x="755" y="388"/>
                    </a:cubicBezTo>
                    <a:cubicBezTo>
                      <a:pt x="757" y="391"/>
                      <a:pt x="759" y="394"/>
                      <a:pt x="763" y="397"/>
                    </a:cubicBezTo>
                    <a:cubicBezTo>
                      <a:pt x="768" y="401"/>
                      <a:pt x="773" y="404"/>
                      <a:pt x="780" y="406"/>
                    </a:cubicBezTo>
                    <a:cubicBezTo>
                      <a:pt x="782" y="407"/>
                      <a:pt x="785" y="409"/>
                      <a:pt x="788" y="409"/>
                    </a:cubicBezTo>
                    <a:cubicBezTo>
                      <a:pt x="790" y="410"/>
                      <a:pt x="792" y="410"/>
                      <a:pt x="794" y="408"/>
                    </a:cubicBezTo>
                    <a:cubicBezTo>
                      <a:pt x="796" y="407"/>
                      <a:pt x="798" y="405"/>
                      <a:pt x="800" y="404"/>
                    </a:cubicBezTo>
                    <a:cubicBezTo>
                      <a:pt x="802" y="404"/>
                      <a:pt x="804" y="403"/>
                      <a:pt x="806" y="403"/>
                    </a:cubicBezTo>
                    <a:cubicBezTo>
                      <a:pt x="798" y="390"/>
                      <a:pt x="798" y="390"/>
                      <a:pt x="798" y="390"/>
                    </a:cubicBezTo>
                    <a:cubicBezTo>
                      <a:pt x="818" y="319"/>
                      <a:pt x="818" y="319"/>
                      <a:pt x="818" y="319"/>
                    </a:cubicBezTo>
                    <a:cubicBezTo>
                      <a:pt x="787" y="286"/>
                      <a:pt x="787" y="286"/>
                      <a:pt x="787" y="286"/>
                    </a:cubicBezTo>
                    <a:cubicBezTo>
                      <a:pt x="812" y="246"/>
                      <a:pt x="812" y="246"/>
                      <a:pt x="812" y="246"/>
                    </a:cubicBezTo>
                    <a:cubicBezTo>
                      <a:pt x="793" y="207"/>
                      <a:pt x="793" y="207"/>
                      <a:pt x="793" y="207"/>
                    </a:cubicBezTo>
                    <a:cubicBezTo>
                      <a:pt x="829" y="137"/>
                      <a:pt x="829" y="137"/>
                      <a:pt x="829" y="137"/>
                    </a:cubicBezTo>
                    <a:cubicBezTo>
                      <a:pt x="803" y="87"/>
                      <a:pt x="803" y="87"/>
                      <a:pt x="803" y="87"/>
                    </a:cubicBezTo>
                    <a:cubicBezTo>
                      <a:pt x="721" y="58"/>
                      <a:pt x="721" y="58"/>
                      <a:pt x="721" y="58"/>
                    </a:cubicBezTo>
                    <a:cubicBezTo>
                      <a:pt x="678" y="4"/>
                      <a:pt x="678" y="4"/>
                      <a:pt x="678" y="4"/>
                    </a:cubicBezTo>
                    <a:cubicBezTo>
                      <a:pt x="656" y="0"/>
                      <a:pt x="656" y="0"/>
                      <a:pt x="656" y="0"/>
                    </a:cubicBezTo>
                    <a:cubicBezTo>
                      <a:pt x="627" y="9"/>
                      <a:pt x="627" y="9"/>
                      <a:pt x="627" y="9"/>
                    </a:cubicBezTo>
                    <a:cubicBezTo>
                      <a:pt x="583" y="58"/>
                      <a:pt x="583" y="58"/>
                      <a:pt x="583" y="58"/>
                    </a:cubicBezTo>
                    <a:cubicBezTo>
                      <a:pt x="562" y="53"/>
                      <a:pt x="562" y="53"/>
                      <a:pt x="562" y="53"/>
                    </a:cubicBezTo>
                    <a:cubicBezTo>
                      <a:pt x="543" y="54"/>
                      <a:pt x="543" y="54"/>
                      <a:pt x="543" y="54"/>
                    </a:cubicBezTo>
                    <a:cubicBezTo>
                      <a:pt x="525" y="58"/>
                      <a:pt x="525" y="58"/>
                      <a:pt x="525" y="58"/>
                    </a:cubicBezTo>
                    <a:cubicBezTo>
                      <a:pt x="501" y="124"/>
                      <a:pt x="501" y="124"/>
                      <a:pt x="501" y="124"/>
                    </a:cubicBezTo>
                    <a:cubicBezTo>
                      <a:pt x="481" y="135"/>
                      <a:pt x="481" y="135"/>
                      <a:pt x="481" y="135"/>
                    </a:cubicBezTo>
                    <a:cubicBezTo>
                      <a:pt x="491" y="157"/>
                      <a:pt x="491" y="157"/>
                      <a:pt x="491" y="157"/>
                    </a:cubicBezTo>
                    <a:cubicBezTo>
                      <a:pt x="482" y="176"/>
                      <a:pt x="482" y="176"/>
                      <a:pt x="482" y="176"/>
                    </a:cubicBezTo>
                    <a:cubicBezTo>
                      <a:pt x="488" y="289"/>
                      <a:pt x="488" y="289"/>
                      <a:pt x="488" y="289"/>
                    </a:cubicBezTo>
                    <a:cubicBezTo>
                      <a:pt x="499" y="308"/>
                      <a:pt x="499" y="308"/>
                      <a:pt x="499" y="308"/>
                    </a:cubicBezTo>
                    <a:cubicBezTo>
                      <a:pt x="487" y="344"/>
                      <a:pt x="487" y="344"/>
                      <a:pt x="487" y="344"/>
                    </a:cubicBezTo>
                    <a:cubicBezTo>
                      <a:pt x="452" y="380"/>
                      <a:pt x="452" y="380"/>
                      <a:pt x="452" y="380"/>
                    </a:cubicBezTo>
                    <a:cubicBezTo>
                      <a:pt x="440" y="444"/>
                      <a:pt x="440" y="444"/>
                      <a:pt x="440" y="444"/>
                    </a:cubicBezTo>
                    <a:cubicBezTo>
                      <a:pt x="315" y="390"/>
                      <a:pt x="315" y="390"/>
                      <a:pt x="315" y="390"/>
                    </a:cubicBezTo>
                    <a:cubicBezTo>
                      <a:pt x="297" y="425"/>
                      <a:pt x="297" y="425"/>
                      <a:pt x="297" y="425"/>
                    </a:cubicBezTo>
                    <a:cubicBezTo>
                      <a:pt x="239" y="447"/>
                      <a:pt x="239" y="447"/>
                      <a:pt x="239" y="447"/>
                    </a:cubicBezTo>
                    <a:cubicBezTo>
                      <a:pt x="165" y="426"/>
                      <a:pt x="165" y="426"/>
                      <a:pt x="165" y="426"/>
                    </a:cubicBezTo>
                    <a:cubicBezTo>
                      <a:pt x="110" y="312"/>
                      <a:pt x="110" y="312"/>
                      <a:pt x="110" y="312"/>
                    </a:cubicBezTo>
                    <a:cubicBezTo>
                      <a:pt x="61" y="292"/>
                      <a:pt x="61" y="292"/>
                      <a:pt x="61" y="292"/>
                    </a:cubicBezTo>
                    <a:cubicBezTo>
                      <a:pt x="21" y="316"/>
                      <a:pt x="21" y="316"/>
                      <a:pt x="21" y="316"/>
                    </a:cubicBezTo>
                    <a:cubicBezTo>
                      <a:pt x="44" y="352"/>
                      <a:pt x="44" y="352"/>
                      <a:pt x="44" y="352"/>
                    </a:cubicBezTo>
                    <a:cubicBezTo>
                      <a:pt x="0" y="368"/>
                      <a:pt x="0" y="368"/>
                      <a:pt x="0" y="368"/>
                    </a:cubicBezTo>
                    <a:cubicBezTo>
                      <a:pt x="2" y="400"/>
                      <a:pt x="2" y="400"/>
                      <a:pt x="2" y="400"/>
                    </a:cubicBezTo>
                    <a:cubicBezTo>
                      <a:pt x="15" y="407"/>
                      <a:pt x="15" y="407"/>
                      <a:pt x="15" y="407"/>
                    </a:cubicBezTo>
                    <a:cubicBezTo>
                      <a:pt x="36" y="408"/>
                      <a:pt x="36" y="408"/>
                      <a:pt x="36" y="408"/>
                    </a:cubicBezTo>
                    <a:cubicBezTo>
                      <a:pt x="71" y="430"/>
                      <a:pt x="71" y="430"/>
                      <a:pt x="71" y="430"/>
                    </a:cubicBezTo>
                    <a:cubicBezTo>
                      <a:pt x="75" y="443"/>
                      <a:pt x="75" y="443"/>
                      <a:pt x="75" y="443"/>
                    </a:cubicBezTo>
                    <a:cubicBezTo>
                      <a:pt x="113" y="474"/>
                      <a:pt x="113" y="474"/>
                      <a:pt x="113" y="474"/>
                    </a:cubicBezTo>
                    <a:cubicBezTo>
                      <a:pt x="125" y="476"/>
                      <a:pt x="125" y="476"/>
                      <a:pt x="125" y="476"/>
                    </a:cubicBezTo>
                    <a:cubicBezTo>
                      <a:pt x="136" y="497"/>
                      <a:pt x="136" y="497"/>
                      <a:pt x="136" y="497"/>
                    </a:cubicBezTo>
                    <a:cubicBezTo>
                      <a:pt x="144" y="499"/>
                      <a:pt x="144" y="499"/>
                      <a:pt x="144" y="499"/>
                    </a:cubicBezTo>
                    <a:cubicBezTo>
                      <a:pt x="151" y="505"/>
                      <a:pt x="151" y="505"/>
                      <a:pt x="151" y="505"/>
                    </a:cubicBezTo>
                    <a:cubicBezTo>
                      <a:pt x="176" y="505"/>
                      <a:pt x="176" y="505"/>
                      <a:pt x="176" y="505"/>
                    </a:cubicBezTo>
                    <a:cubicBezTo>
                      <a:pt x="211" y="515"/>
                      <a:pt x="211" y="515"/>
                      <a:pt x="211" y="515"/>
                    </a:cubicBezTo>
                    <a:cubicBezTo>
                      <a:pt x="262" y="543"/>
                      <a:pt x="262" y="543"/>
                      <a:pt x="262" y="543"/>
                    </a:cubicBezTo>
                    <a:cubicBezTo>
                      <a:pt x="266" y="581"/>
                      <a:pt x="266" y="581"/>
                      <a:pt x="266" y="581"/>
                    </a:cubicBezTo>
                    <a:cubicBezTo>
                      <a:pt x="286" y="576"/>
                      <a:pt x="286" y="576"/>
                      <a:pt x="286" y="576"/>
                    </a:cubicBezTo>
                    <a:cubicBezTo>
                      <a:pt x="287" y="590"/>
                      <a:pt x="287" y="590"/>
                      <a:pt x="287" y="590"/>
                    </a:cubicBezTo>
                    <a:cubicBezTo>
                      <a:pt x="320" y="621"/>
                      <a:pt x="320" y="621"/>
                      <a:pt x="320" y="621"/>
                    </a:cubicBezTo>
                    <a:cubicBezTo>
                      <a:pt x="310" y="636"/>
                      <a:pt x="310" y="636"/>
                      <a:pt x="310" y="636"/>
                    </a:cubicBezTo>
                    <a:cubicBezTo>
                      <a:pt x="308" y="654"/>
                      <a:pt x="308" y="654"/>
                      <a:pt x="308" y="654"/>
                    </a:cubicBezTo>
                    <a:cubicBezTo>
                      <a:pt x="306" y="667"/>
                      <a:pt x="306" y="667"/>
                      <a:pt x="306" y="667"/>
                    </a:cubicBezTo>
                    <a:cubicBezTo>
                      <a:pt x="308" y="681"/>
                      <a:pt x="308" y="681"/>
                      <a:pt x="308" y="681"/>
                    </a:cubicBezTo>
                    <a:cubicBezTo>
                      <a:pt x="323" y="721"/>
                      <a:pt x="323" y="721"/>
                      <a:pt x="323" y="721"/>
                    </a:cubicBezTo>
                    <a:cubicBezTo>
                      <a:pt x="314" y="729"/>
                      <a:pt x="314" y="729"/>
                      <a:pt x="314" y="729"/>
                    </a:cubicBezTo>
                    <a:cubicBezTo>
                      <a:pt x="314" y="741"/>
                      <a:pt x="314" y="741"/>
                      <a:pt x="314" y="741"/>
                    </a:cubicBezTo>
                    <a:cubicBezTo>
                      <a:pt x="311" y="741"/>
                      <a:pt x="311" y="741"/>
                      <a:pt x="311" y="741"/>
                    </a:cubicBezTo>
                    <a:cubicBezTo>
                      <a:pt x="310" y="747"/>
                      <a:pt x="310" y="747"/>
                      <a:pt x="310" y="747"/>
                    </a:cubicBezTo>
                    <a:cubicBezTo>
                      <a:pt x="319" y="755"/>
                      <a:pt x="319" y="755"/>
                      <a:pt x="319" y="755"/>
                    </a:cubicBezTo>
                    <a:cubicBezTo>
                      <a:pt x="347" y="755"/>
                      <a:pt x="347" y="755"/>
                      <a:pt x="347" y="755"/>
                    </a:cubicBezTo>
                    <a:cubicBezTo>
                      <a:pt x="360" y="799"/>
                      <a:pt x="360" y="799"/>
                      <a:pt x="360" y="799"/>
                    </a:cubicBezTo>
                    <a:cubicBezTo>
                      <a:pt x="336" y="806"/>
                      <a:pt x="336" y="806"/>
                      <a:pt x="336" y="806"/>
                    </a:cubicBezTo>
                    <a:cubicBezTo>
                      <a:pt x="336" y="826"/>
                      <a:pt x="336" y="826"/>
                      <a:pt x="336" y="826"/>
                    </a:cubicBezTo>
                    <a:cubicBezTo>
                      <a:pt x="337" y="827"/>
                      <a:pt x="337" y="827"/>
                      <a:pt x="337" y="827"/>
                    </a:cubicBezTo>
                    <a:cubicBezTo>
                      <a:pt x="339" y="829"/>
                      <a:pt x="340" y="832"/>
                      <a:pt x="341" y="834"/>
                    </a:cubicBezTo>
                    <a:cubicBezTo>
                      <a:pt x="342" y="835"/>
                      <a:pt x="342" y="836"/>
                      <a:pt x="343" y="837"/>
                    </a:cubicBezTo>
                    <a:cubicBezTo>
                      <a:pt x="344" y="839"/>
                      <a:pt x="347" y="840"/>
                      <a:pt x="348" y="842"/>
                    </a:cubicBezTo>
                    <a:cubicBezTo>
                      <a:pt x="349" y="845"/>
                      <a:pt x="350" y="847"/>
                      <a:pt x="351" y="849"/>
                    </a:cubicBezTo>
                    <a:cubicBezTo>
                      <a:pt x="351" y="850"/>
                      <a:pt x="353" y="851"/>
                      <a:pt x="353" y="852"/>
                    </a:cubicBezTo>
                    <a:cubicBezTo>
                      <a:pt x="354" y="853"/>
                      <a:pt x="355" y="854"/>
                      <a:pt x="356" y="854"/>
                    </a:cubicBezTo>
                    <a:cubicBezTo>
                      <a:pt x="357" y="856"/>
                      <a:pt x="358" y="857"/>
                      <a:pt x="359" y="858"/>
                    </a:cubicBezTo>
                    <a:cubicBezTo>
                      <a:pt x="360" y="860"/>
                      <a:pt x="362" y="861"/>
                      <a:pt x="363" y="863"/>
                    </a:cubicBezTo>
                    <a:cubicBezTo>
                      <a:pt x="365" y="865"/>
                      <a:pt x="366" y="867"/>
                      <a:pt x="368" y="870"/>
                    </a:cubicBezTo>
                    <a:cubicBezTo>
                      <a:pt x="370" y="872"/>
                      <a:pt x="373" y="874"/>
                      <a:pt x="375" y="876"/>
                    </a:cubicBezTo>
                    <a:cubicBezTo>
                      <a:pt x="376" y="878"/>
                      <a:pt x="378" y="881"/>
                      <a:pt x="380" y="883"/>
                    </a:cubicBezTo>
                    <a:cubicBezTo>
                      <a:pt x="381" y="884"/>
                      <a:pt x="383" y="885"/>
                      <a:pt x="384" y="887"/>
                    </a:cubicBezTo>
                    <a:cubicBezTo>
                      <a:pt x="386" y="890"/>
                      <a:pt x="387" y="894"/>
                      <a:pt x="388" y="898"/>
                    </a:cubicBezTo>
                    <a:cubicBezTo>
                      <a:pt x="388" y="900"/>
                      <a:pt x="388" y="901"/>
                      <a:pt x="389" y="903"/>
                    </a:cubicBezTo>
                    <a:cubicBezTo>
                      <a:pt x="390" y="906"/>
                      <a:pt x="391" y="908"/>
                      <a:pt x="393" y="911"/>
                    </a:cubicBezTo>
                    <a:cubicBezTo>
                      <a:pt x="394" y="915"/>
                      <a:pt x="400" y="920"/>
                      <a:pt x="397" y="924"/>
                    </a:cubicBezTo>
                    <a:cubicBezTo>
                      <a:pt x="396" y="925"/>
                      <a:pt x="395" y="926"/>
                      <a:pt x="394" y="927"/>
                    </a:cubicBezTo>
                    <a:cubicBezTo>
                      <a:pt x="393" y="927"/>
                      <a:pt x="392" y="927"/>
                      <a:pt x="391" y="928"/>
                    </a:cubicBezTo>
                    <a:cubicBezTo>
                      <a:pt x="389" y="929"/>
                      <a:pt x="390" y="934"/>
                      <a:pt x="390" y="936"/>
                    </a:cubicBezTo>
                    <a:cubicBezTo>
                      <a:pt x="391" y="938"/>
                      <a:pt x="393" y="939"/>
                      <a:pt x="394" y="942"/>
                    </a:cubicBezTo>
                    <a:cubicBezTo>
                      <a:pt x="395" y="944"/>
                      <a:pt x="395" y="946"/>
                      <a:pt x="393" y="949"/>
                    </a:cubicBezTo>
                    <a:cubicBezTo>
                      <a:pt x="392" y="951"/>
                      <a:pt x="391" y="953"/>
                      <a:pt x="391" y="955"/>
                    </a:cubicBezTo>
                    <a:cubicBezTo>
                      <a:pt x="390" y="958"/>
                      <a:pt x="390" y="961"/>
                      <a:pt x="390" y="963"/>
                    </a:cubicBezTo>
                    <a:cubicBezTo>
                      <a:pt x="391" y="966"/>
                      <a:pt x="393" y="969"/>
                      <a:pt x="394" y="971"/>
                    </a:cubicBezTo>
                    <a:cubicBezTo>
                      <a:pt x="395" y="974"/>
                      <a:pt x="397" y="976"/>
                      <a:pt x="397" y="978"/>
                    </a:cubicBezTo>
                    <a:cubicBezTo>
                      <a:pt x="397" y="981"/>
                      <a:pt x="396" y="984"/>
                      <a:pt x="394" y="987"/>
                    </a:cubicBezTo>
                    <a:cubicBezTo>
                      <a:pt x="393" y="989"/>
                      <a:pt x="391" y="991"/>
                      <a:pt x="390" y="993"/>
                    </a:cubicBezTo>
                    <a:cubicBezTo>
                      <a:pt x="386" y="998"/>
                      <a:pt x="383" y="1003"/>
                      <a:pt x="380" y="1008"/>
                    </a:cubicBezTo>
                    <a:cubicBezTo>
                      <a:pt x="378" y="1010"/>
                      <a:pt x="376" y="1012"/>
                      <a:pt x="375" y="1014"/>
                    </a:cubicBezTo>
                    <a:cubicBezTo>
                      <a:pt x="374" y="1017"/>
                      <a:pt x="374" y="1019"/>
                      <a:pt x="374" y="1021"/>
                    </a:cubicBezTo>
                    <a:cubicBezTo>
                      <a:pt x="374" y="1023"/>
                      <a:pt x="375" y="1024"/>
                      <a:pt x="375" y="1025"/>
                    </a:cubicBezTo>
                    <a:cubicBezTo>
                      <a:pt x="376" y="1027"/>
                      <a:pt x="376" y="1028"/>
                      <a:pt x="377" y="1030"/>
                    </a:cubicBezTo>
                    <a:cubicBezTo>
                      <a:pt x="377" y="1033"/>
                      <a:pt x="380" y="1035"/>
                      <a:pt x="381" y="1038"/>
                    </a:cubicBezTo>
                    <a:cubicBezTo>
                      <a:pt x="382" y="1041"/>
                      <a:pt x="382" y="1044"/>
                      <a:pt x="382" y="1048"/>
                    </a:cubicBezTo>
                    <a:cubicBezTo>
                      <a:pt x="382" y="1050"/>
                      <a:pt x="383" y="1052"/>
                      <a:pt x="384" y="1054"/>
                    </a:cubicBezTo>
                    <a:cubicBezTo>
                      <a:pt x="385" y="1056"/>
                      <a:pt x="385" y="1058"/>
                      <a:pt x="385" y="1060"/>
                    </a:cubicBezTo>
                    <a:cubicBezTo>
                      <a:pt x="385" y="1062"/>
                      <a:pt x="386" y="1064"/>
                      <a:pt x="387" y="1067"/>
                    </a:cubicBezTo>
                    <a:cubicBezTo>
                      <a:pt x="389" y="1071"/>
                      <a:pt x="392" y="1075"/>
                      <a:pt x="396" y="1078"/>
                    </a:cubicBezTo>
                    <a:cubicBezTo>
                      <a:pt x="399" y="1080"/>
                      <a:pt x="403" y="1083"/>
                      <a:pt x="406" y="1086"/>
                    </a:cubicBezTo>
                    <a:cubicBezTo>
                      <a:pt x="407" y="1086"/>
                      <a:pt x="408" y="1087"/>
                      <a:pt x="409" y="1088"/>
                    </a:cubicBezTo>
                    <a:cubicBezTo>
                      <a:pt x="410" y="1089"/>
                      <a:pt x="411" y="1090"/>
                      <a:pt x="412" y="1091"/>
                    </a:cubicBezTo>
                    <a:cubicBezTo>
                      <a:pt x="413" y="1092"/>
                      <a:pt x="414" y="1093"/>
                      <a:pt x="416" y="1094"/>
                    </a:cubicBezTo>
                    <a:cubicBezTo>
                      <a:pt x="417" y="1094"/>
                      <a:pt x="417" y="1095"/>
                      <a:pt x="418" y="1095"/>
                    </a:cubicBezTo>
                    <a:cubicBezTo>
                      <a:pt x="419" y="1096"/>
                      <a:pt x="420" y="1096"/>
                      <a:pt x="420" y="1096"/>
                    </a:cubicBezTo>
                    <a:cubicBezTo>
                      <a:pt x="422" y="1097"/>
                      <a:pt x="423" y="1098"/>
                      <a:pt x="425" y="1099"/>
                    </a:cubicBezTo>
                    <a:cubicBezTo>
                      <a:pt x="426" y="1100"/>
                      <a:pt x="427" y="1102"/>
                      <a:pt x="429" y="1103"/>
                    </a:cubicBezTo>
                    <a:cubicBezTo>
                      <a:pt x="429" y="1104"/>
                      <a:pt x="430" y="1104"/>
                      <a:pt x="430" y="1104"/>
                    </a:cubicBezTo>
                    <a:cubicBezTo>
                      <a:pt x="431" y="1105"/>
                      <a:pt x="432" y="1105"/>
                      <a:pt x="433" y="1106"/>
                    </a:cubicBezTo>
                    <a:cubicBezTo>
                      <a:pt x="437" y="1109"/>
                      <a:pt x="440" y="1113"/>
                      <a:pt x="442" y="1117"/>
                    </a:cubicBezTo>
                    <a:cubicBezTo>
                      <a:pt x="444" y="1121"/>
                      <a:pt x="445" y="1126"/>
                      <a:pt x="447" y="1130"/>
                    </a:cubicBezTo>
                    <a:cubicBezTo>
                      <a:pt x="448" y="1133"/>
                      <a:pt x="450" y="1135"/>
                      <a:pt x="452" y="1138"/>
                    </a:cubicBezTo>
                    <a:cubicBezTo>
                      <a:pt x="454" y="1142"/>
                      <a:pt x="455" y="1147"/>
                      <a:pt x="456" y="1152"/>
                    </a:cubicBezTo>
                    <a:cubicBezTo>
                      <a:pt x="457" y="1155"/>
                      <a:pt x="458" y="1159"/>
                      <a:pt x="462" y="1160"/>
                    </a:cubicBezTo>
                    <a:cubicBezTo>
                      <a:pt x="465" y="1161"/>
                      <a:pt x="467" y="1159"/>
                      <a:pt x="470" y="1160"/>
                    </a:cubicBezTo>
                    <a:cubicBezTo>
                      <a:pt x="472" y="1160"/>
                      <a:pt x="474" y="1162"/>
                      <a:pt x="476" y="1164"/>
                    </a:cubicBezTo>
                    <a:cubicBezTo>
                      <a:pt x="478" y="1166"/>
                      <a:pt x="480" y="1166"/>
                      <a:pt x="483" y="1166"/>
                    </a:cubicBezTo>
                    <a:cubicBezTo>
                      <a:pt x="485" y="1164"/>
                      <a:pt x="486" y="1163"/>
                      <a:pt x="487" y="1161"/>
                    </a:cubicBezTo>
                    <a:cubicBezTo>
                      <a:pt x="488" y="1159"/>
                      <a:pt x="490" y="1157"/>
                      <a:pt x="491" y="1156"/>
                    </a:cubicBezTo>
                    <a:cubicBezTo>
                      <a:pt x="495" y="1151"/>
                      <a:pt x="499" y="1145"/>
                      <a:pt x="501" y="1139"/>
                    </a:cubicBezTo>
                    <a:cubicBezTo>
                      <a:pt x="501" y="1137"/>
                      <a:pt x="502" y="1135"/>
                      <a:pt x="502" y="1134"/>
                    </a:cubicBezTo>
                    <a:cubicBezTo>
                      <a:pt x="503" y="1132"/>
                      <a:pt x="503" y="1131"/>
                      <a:pt x="503" y="1130"/>
                    </a:cubicBezTo>
                    <a:cubicBezTo>
                      <a:pt x="503" y="1130"/>
                      <a:pt x="504" y="1130"/>
                      <a:pt x="504" y="1130"/>
                    </a:cubicBezTo>
                    <a:cubicBezTo>
                      <a:pt x="504" y="1127"/>
                      <a:pt x="506" y="1125"/>
                      <a:pt x="506" y="1123"/>
                    </a:cubicBezTo>
                    <a:cubicBezTo>
                      <a:pt x="506" y="1121"/>
                      <a:pt x="506" y="1118"/>
                      <a:pt x="507" y="1116"/>
                    </a:cubicBezTo>
                    <a:cubicBezTo>
                      <a:pt x="507" y="1114"/>
                      <a:pt x="507" y="1113"/>
                      <a:pt x="508" y="1111"/>
                    </a:cubicBezTo>
                    <a:cubicBezTo>
                      <a:pt x="509" y="1107"/>
                      <a:pt x="510" y="1103"/>
                      <a:pt x="510" y="1098"/>
                    </a:cubicBezTo>
                    <a:cubicBezTo>
                      <a:pt x="510" y="1096"/>
                      <a:pt x="509" y="1095"/>
                      <a:pt x="509" y="1093"/>
                    </a:cubicBezTo>
                    <a:cubicBezTo>
                      <a:pt x="509" y="1091"/>
                      <a:pt x="510" y="1089"/>
                      <a:pt x="510" y="1088"/>
                    </a:cubicBezTo>
                    <a:cubicBezTo>
                      <a:pt x="512" y="1085"/>
                      <a:pt x="515" y="1083"/>
                      <a:pt x="518" y="1080"/>
                    </a:cubicBezTo>
                    <a:cubicBezTo>
                      <a:pt x="520" y="1079"/>
                      <a:pt x="521" y="1078"/>
                      <a:pt x="524" y="1076"/>
                    </a:cubicBezTo>
                    <a:cubicBezTo>
                      <a:pt x="525" y="1076"/>
                      <a:pt x="527" y="1074"/>
                      <a:pt x="528" y="1073"/>
                    </a:cubicBezTo>
                    <a:cubicBezTo>
                      <a:pt x="531" y="1072"/>
                      <a:pt x="533" y="1070"/>
                      <a:pt x="536" y="1068"/>
                    </a:cubicBezTo>
                    <a:cubicBezTo>
                      <a:pt x="538" y="1066"/>
                      <a:pt x="541" y="1065"/>
                      <a:pt x="543" y="1064"/>
                    </a:cubicBezTo>
                    <a:cubicBezTo>
                      <a:pt x="545" y="1064"/>
                      <a:pt x="546" y="1063"/>
                      <a:pt x="548" y="1063"/>
                    </a:cubicBezTo>
                    <a:cubicBezTo>
                      <a:pt x="549" y="1062"/>
                      <a:pt x="550" y="1061"/>
                      <a:pt x="552" y="1061"/>
                    </a:cubicBezTo>
                    <a:cubicBezTo>
                      <a:pt x="555" y="1059"/>
                      <a:pt x="556" y="1056"/>
                      <a:pt x="557" y="1053"/>
                    </a:cubicBezTo>
                    <a:cubicBezTo>
                      <a:pt x="558" y="1050"/>
                      <a:pt x="559" y="1046"/>
                      <a:pt x="560" y="1043"/>
                    </a:cubicBezTo>
                    <a:cubicBezTo>
                      <a:pt x="561" y="1041"/>
                      <a:pt x="561" y="1040"/>
                      <a:pt x="561" y="1038"/>
                    </a:cubicBezTo>
                    <a:cubicBezTo>
                      <a:pt x="561" y="1037"/>
                      <a:pt x="561" y="1036"/>
                      <a:pt x="561" y="1034"/>
                    </a:cubicBezTo>
                    <a:cubicBezTo>
                      <a:pt x="561" y="1032"/>
                      <a:pt x="561" y="1031"/>
                      <a:pt x="561" y="1029"/>
                    </a:cubicBezTo>
                    <a:cubicBezTo>
                      <a:pt x="562" y="1027"/>
                      <a:pt x="563" y="1026"/>
                      <a:pt x="563" y="1024"/>
                    </a:cubicBezTo>
                    <a:cubicBezTo>
                      <a:pt x="564" y="1022"/>
                      <a:pt x="564" y="1021"/>
                      <a:pt x="565" y="1019"/>
                    </a:cubicBezTo>
                    <a:cubicBezTo>
                      <a:pt x="565" y="1018"/>
                      <a:pt x="565" y="1016"/>
                      <a:pt x="565" y="1014"/>
                    </a:cubicBezTo>
                    <a:cubicBezTo>
                      <a:pt x="565" y="1013"/>
                      <a:pt x="565" y="1011"/>
                      <a:pt x="564" y="1009"/>
                    </a:cubicBezTo>
                    <a:cubicBezTo>
                      <a:pt x="564" y="1007"/>
                      <a:pt x="563" y="1005"/>
                      <a:pt x="564" y="1003"/>
                    </a:cubicBezTo>
                    <a:cubicBezTo>
                      <a:pt x="564" y="1001"/>
                      <a:pt x="563" y="998"/>
                      <a:pt x="564" y="996"/>
                    </a:cubicBezTo>
                    <a:cubicBezTo>
                      <a:pt x="564" y="995"/>
                      <a:pt x="564" y="993"/>
                      <a:pt x="565" y="992"/>
                    </a:cubicBezTo>
                    <a:cubicBezTo>
                      <a:pt x="566" y="989"/>
                      <a:pt x="568" y="987"/>
                      <a:pt x="570" y="986"/>
                    </a:cubicBezTo>
                    <a:cubicBezTo>
                      <a:pt x="573" y="985"/>
                      <a:pt x="575" y="984"/>
                      <a:pt x="578" y="983"/>
                    </a:cubicBezTo>
                    <a:cubicBezTo>
                      <a:pt x="579" y="983"/>
                      <a:pt x="580" y="983"/>
                      <a:pt x="581" y="982"/>
                    </a:cubicBezTo>
                    <a:cubicBezTo>
                      <a:pt x="582" y="982"/>
                      <a:pt x="584" y="981"/>
                      <a:pt x="585" y="980"/>
                    </a:cubicBezTo>
                    <a:cubicBezTo>
                      <a:pt x="587" y="978"/>
                      <a:pt x="588" y="977"/>
                      <a:pt x="590" y="975"/>
                    </a:cubicBezTo>
                    <a:cubicBezTo>
                      <a:pt x="590" y="974"/>
                      <a:pt x="591" y="973"/>
                      <a:pt x="592" y="973"/>
                    </a:cubicBezTo>
                    <a:cubicBezTo>
                      <a:pt x="592" y="972"/>
                      <a:pt x="593" y="971"/>
                      <a:pt x="594" y="971"/>
                    </a:cubicBezTo>
                    <a:cubicBezTo>
                      <a:pt x="596" y="968"/>
                      <a:pt x="599" y="966"/>
                      <a:pt x="602" y="965"/>
                    </a:cubicBezTo>
                    <a:cubicBezTo>
                      <a:pt x="603" y="964"/>
                      <a:pt x="605" y="963"/>
                      <a:pt x="606" y="962"/>
                    </a:cubicBezTo>
                    <a:cubicBezTo>
                      <a:pt x="606" y="962"/>
                      <a:pt x="607" y="961"/>
                      <a:pt x="607" y="961"/>
                    </a:cubicBezTo>
                    <a:cubicBezTo>
                      <a:pt x="608" y="961"/>
                      <a:pt x="609" y="961"/>
                      <a:pt x="610" y="960"/>
                    </a:cubicBezTo>
                    <a:cubicBezTo>
                      <a:pt x="612" y="960"/>
                      <a:pt x="614" y="961"/>
                      <a:pt x="616" y="961"/>
                    </a:cubicBezTo>
                    <a:cubicBezTo>
                      <a:pt x="619" y="961"/>
                      <a:pt x="621" y="960"/>
                      <a:pt x="624" y="961"/>
                    </a:cubicBezTo>
                    <a:cubicBezTo>
                      <a:pt x="626" y="961"/>
                      <a:pt x="628" y="962"/>
                      <a:pt x="630" y="964"/>
                    </a:cubicBezTo>
                    <a:cubicBezTo>
                      <a:pt x="632" y="965"/>
                      <a:pt x="635" y="966"/>
                      <a:pt x="638" y="967"/>
                    </a:cubicBezTo>
                    <a:cubicBezTo>
                      <a:pt x="641" y="968"/>
                      <a:pt x="644" y="969"/>
                      <a:pt x="647" y="971"/>
                    </a:cubicBezTo>
                    <a:cubicBezTo>
                      <a:pt x="648" y="972"/>
                      <a:pt x="648" y="972"/>
                      <a:pt x="649" y="974"/>
                    </a:cubicBezTo>
                    <a:cubicBezTo>
                      <a:pt x="649" y="974"/>
                      <a:pt x="649" y="975"/>
                      <a:pt x="650" y="976"/>
                    </a:cubicBezTo>
                    <a:cubicBezTo>
                      <a:pt x="651" y="978"/>
                      <a:pt x="652" y="980"/>
                      <a:pt x="654" y="981"/>
                    </a:cubicBezTo>
                    <a:cubicBezTo>
                      <a:pt x="655" y="982"/>
                      <a:pt x="657" y="982"/>
                      <a:pt x="658" y="983"/>
                    </a:cubicBezTo>
                    <a:cubicBezTo>
                      <a:pt x="659" y="983"/>
                      <a:pt x="660" y="984"/>
                      <a:pt x="661" y="984"/>
                    </a:cubicBezTo>
                    <a:cubicBezTo>
                      <a:pt x="663" y="985"/>
                      <a:pt x="665" y="985"/>
                      <a:pt x="667" y="985"/>
                    </a:cubicBezTo>
                    <a:cubicBezTo>
                      <a:pt x="670" y="984"/>
                      <a:pt x="673" y="985"/>
                      <a:pt x="676" y="985"/>
                    </a:cubicBezTo>
                    <a:cubicBezTo>
                      <a:pt x="680" y="985"/>
                      <a:pt x="685" y="984"/>
                      <a:pt x="689" y="984"/>
                    </a:cubicBezTo>
                    <a:cubicBezTo>
                      <a:pt x="694" y="984"/>
                      <a:pt x="700" y="985"/>
                      <a:pt x="705" y="986"/>
                    </a:cubicBezTo>
                    <a:cubicBezTo>
                      <a:pt x="707" y="986"/>
                      <a:pt x="709" y="986"/>
                      <a:pt x="711" y="986"/>
                    </a:cubicBezTo>
                    <a:cubicBezTo>
                      <a:pt x="713" y="985"/>
                      <a:pt x="715" y="985"/>
                      <a:pt x="717" y="985"/>
                    </a:cubicBezTo>
                    <a:cubicBezTo>
                      <a:pt x="719" y="984"/>
                      <a:pt x="721" y="984"/>
                      <a:pt x="724" y="984"/>
                    </a:cubicBezTo>
                    <a:cubicBezTo>
                      <a:pt x="726" y="984"/>
                      <a:pt x="728" y="984"/>
                      <a:pt x="731" y="984"/>
                    </a:cubicBezTo>
                    <a:cubicBezTo>
                      <a:pt x="736" y="984"/>
                      <a:pt x="740" y="985"/>
                      <a:pt x="745" y="985"/>
                    </a:cubicBezTo>
                    <a:cubicBezTo>
                      <a:pt x="749" y="986"/>
                      <a:pt x="754" y="987"/>
                      <a:pt x="758" y="986"/>
                    </a:cubicBezTo>
                    <a:cubicBezTo>
                      <a:pt x="762" y="984"/>
                      <a:pt x="765" y="980"/>
                      <a:pt x="767" y="977"/>
                    </a:cubicBezTo>
                    <a:cubicBezTo>
                      <a:pt x="768" y="975"/>
                      <a:pt x="768" y="972"/>
                      <a:pt x="770" y="971"/>
                    </a:cubicBezTo>
                    <a:cubicBezTo>
                      <a:pt x="771" y="969"/>
                      <a:pt x="774" y="968"/>
                      <a:pt x="775" y="967"/>
                    </a:cubicBezTo>
                    <a:cubicBezTo>
                      <a:pt x="776" y="965"/>
                      <a:pt x="776" y="963"/>
                      <a:pt x="776" y="961"/>
                    </a:cubicBezTo>
                    <a:cubicBezTo>
                      <a:pt x="776" y="958"/>
                      <a:pt x="776" y="956"/>
                      <a:pt x="775" y="953"/>
                    </a:cubicBezTo>
                    <a:cubicBezTo>
                      <a:pt x="774" y="952"/>
                      <a:pt x="774" y="950"/>
                      <a:pt x="773" y="949"/>
                    </a:cubicBezTo>
                    <a:cubicBezTo>
                      <a:pt x="772" y="947"/>
                      <a:pt x="771" y="947"/>
                      <a:pt x="769" y="946"/>
                    </a:cubicBezTo>
                    <a:cubicBezTo>
                      <a:pt x="768" y="945"/>
                      <a:pt x="766" y="944"/>
                      <a:pt x="764" y="943"/>
                    </a:cubicBezTo>
                    <a:cubicBezTo>
                      <a:pt x="762" y="942"/>
                      <a:pt x="761" y="940"/>
                      <a:pt x="760" y="938"/>
                    </a:cubicBezTo>
                    <a:cubicBezTo>
                      <a:pt x="758" y="937"/>
                      <a:pt x="756" y="934"/>
                      <a:pt x="758" y="932"/>
                    </a:cubicBezTo>
                    <a:cubicBezTo>
                      <a:pt x="760" y="931"/>
                      <a:pt x="762" y="931"/>
                      <a:pt x="764" y="931"/>
                    </a:cubicBezTo>
                    <a:cubicBezTo>
                      <a:pt x="768" y="930"/>
                      <a:pt x="769" y="926"/>
                      <a:pt x="768" y="923"/>
                    </a:cubicBezTo>
                    <a:cubicBezTo>
                      <a:pt x="768" y="921"/>
                      <a:pt x="767" y="919"/>
                      <a:pt x="767" y="918"/>
                    </a:cubicBezTo>
                    <a:cubicBezTo>
                      <a:pt x="766" y="917"/>
                      <a:pt x="765" y="915"/>
                      <a:pt x="764" y="914"/>
                    </a:cubicBezTo>
                    <a:cubicBezTo>
                      <a:pt x="764" y="912"/>
                      <a:pt x="764" y="909"/>
                      <a:pt x="765" y="908"/>
                    </a:cubicBezTo>
                    <a:cubicBezTo>
                      <a:pt x="766" y="906"/>
                      <a:pt x="767" y="906"/>
                      <a:pt x="769" y="906"/>
                    </a:cubicBezTo>
                    <a:cubicBezTo>
                      <a:pt x="771" y="907"/>
                      <a:pt x="773" y="907"/>
                      <a:pt x="774" y="905"/>
                    </a:cubicBezTo>
                    <a:cubicBezTo>
                      <a:pt x="774" y="903"/>
                      <a:pt x="774" y="901"/>
                      <a:pt x="776" y="900"/>
                    </a:cubicBezTo>
                    <a:cubicBezTo>
                      <a:pt x="779" y="897"/>
                      <a:pt x="783" y="901"/>
                      <a:pt x="784" y="904"/>
                    </a:cubicBezTo>
                    <a:cubicBezTo>
                      <a:pt x="785" y="906"/>
                      <a:pt x="786" y="909"/>
                      <a:pt x="788" y="909"/>
                    </a:cubicBezTo>
                    <a:cubicBezTo>
                      <a:pt x="790" y="910"/>
                      <a:pt x="791" y="907"/>
                      <a:pt x="791" y="905"/>
                    </a:cubicBezTo>
                    <a:cubicBezTo>
                      <a:pt x="791" y="903"/>
                      <a:pt x="790" y="901"/>
                      <a:pt x="789" y="900"/>
                    </a:cubicBezTo>
                    <a:cubicBezTo>
                      <a:pt x="787" y="899"/>
                      <a:pt x="786" y="898"/>
                      <a:pt x="784" y="897"/>
                    </a:cubicBezTo>
                    <a:cubicBezTo>
                      <a:pt x="783" y="895"/>
                      <a:pt x="781" y="895"/>
                      <a:pt x="779" y="893"/>
                    </a:cubicBezTo>
                    <a:cubicBezTo>
                      <a:pt x="778" y="892"/>
                      <a:pt x="777" y="890"/>
                      <a:pt x="776" y="888"/>
                    </a:cubicBezTo>
                    <a:cubicBezTo>
                      <a:pt x="775" y="885"/>
                      <a:pt x="773" y="881"/>
                      <a:pt x="770" y="879"/>
                    </a:cubicBezTo>
                    <a:cubicBezTo>
                      <a:pt x="767" y="876"/>
                      <a:pt x="766" y="874"/>
                      <a:pt x="766" y="871"/>
                    </a:cubicBezTo>
                    <a:cubicBezTo>
                      <a:pt x="765" y="868"/>
                      <a:pt x="764" y="865"/>
                      <a:pt x="765" y="862"/>
                    </a:cubicBezTo>
                    <a:cubicBezTo>
                      <a:pt x="765" y="858"/>
                      <a:pt x="766" y="855"/>
                      <a:pt x="768" y="852"/>
                    </a:cubicBezTo>
                    <a:cubicBezTo>
                      <a:pt x="768" y="851"/>
                      <a:pt x="768" y="849"/>
                      <a:pt x="768" y="848"/>
                    </a:cubicBezTo>
                    <a:cubicBezTo>
                      <a:pt x="767" y="846"/>
                      <a:pt x="766" y="845"/>
                      <a:pt x="765" y="844"/>
                    </a:cubicBezTo>
                    <a:cubicBezTo>
                      <a:pt x="764" y="841"/>
                      <a:pt x="763" y="837"/>
                      <a:pt x="763" y="834"/>
                    </a:cubicBezTo>
                    <a:cubicBezTo>
                      <a:pt x="763" y="831"/>
                      <a:pt x="763" y="828"/>
                      <a:pt x="764" y="825"/>
                    </a:cubicBezTo>
                    <a:cubicBezTo>
                      <a:pt x="764" y="823"/>
                      <a:pt x="765" y="822"/>
                      <a:pt x="766" y="820"/>
                    </a:cubicBezTo>
                    <a:cubicBezTo>
                      <a:pt x="767" y="819"/>
                      <a:pt x="768" y="818"/>
                      <a:pt x="769" y="817"/>
                    </a:cubicBezTo>
                    <a:cubicBezTo>
                      <a:pt x="771" y="814"/>
                      <a:pt x="772" y="810"/>
                      <a:pt x="771" y="806"/>
                    </a:cubicBezTo>
                    <a:cubicBezTo>
                      <a:pt x="771" y="805"/>
                      <a:pt x="770" y="803"/>
                      <a:pt x="769" y="802"/>
                    </a:cubicBezTo>
                    <a:cubicBezTo>
                      <a:pt x="768" y="800"/>
                      <a:pt x="768" y="798"/>
                      <a:pt x="767" y="796"/>
                    </a:cubicBezTo>
                    <a:cubicBezTo>
                      <a:pt x="766" y="795"/>
                      <a:pt x="765" y="794"/>
                      <a:pt x="764" y="793"/>
                    </a:cubicBezTo>
                    <a:cubicBezTo>
                      <a:pt x="763" y="791"/>
                      <a:pt x="763" y="789"/>
                      <a:pt x="762" y="788"/>
                    </a:cubicBezTo>
                    <a:cubicBezTo>
                      <a:pt x="762" y="786"/>
                      <a:pt x="762" y="785"/>
                      <a:pt x="762" y="784"/>
                    </a:cubicBezTo>
                    <a:cubicBezTo>
                      <a:pt x="762" y="782"/>
                      <a:pt x="761" y="781"/>
                      <a:pt x="760" y="779"/>
                    </a:cubicBezTo>
                    <a:cubicBezTo>
                      <a:pt x="759" y="778"/>
                      <a:pt x="759" y="776"/>
                      <a:pt x="758" y="774"/>
                    </a:cubicBezTo>
                    <a:cubicBezTo>
                      <a:pt x="757" y="772"/>
                      <a:pt x="756" y="769"/>
                      <a:pt x="756" y="767"/>
                    </a:cubicBezTo>
                    <a:cubicBezTo>
                      <a:pt x="756" y="763"/>
                      <a:pt x="756" y="759"/>
                      <a:pt x="758" y="756"/>
                    </a:cubicBezTo>
                    <a:cubicBezTo>
                      <a:pt x="759" y="754"/>
                      <a:pt x="760" y="751"/>
                      <a:pt x="758" y="749"/>
                    </a:cubicBezTo>
                    <a:cubicBezTo>
                      <a:pt x="757" y="747"/>
                      <a:pt x="755" y="746"/>
                      <a:pt x="754" y="744"/>
                    </a:cubicBezTo>
                    <a:cubicBezTo>
                      <a:pt x="752" y="742"/>
                      <a:pt x="751" y="739"/>
                      <a:pt x="750" y="736"/>
                    </a:cubicBezTo>
                    <a:cubicBezTo>
                      <a:pt x="749" y="733"/>
                      <a:pt x="747" y="731"/>
                      <a:pt x="748" y="728"/>
                    </a:cubicBezTo>
                    <a:cubicBezTo>
                      <a:pt x="749" y="727"/>
                      <a:pt x="751" y="725"/>
                      <a:pt x="753" y="724"/>
                    </a:cubicBezTo>
                    <a:cubicBezTo>
                      <a:pt x="755" y="723"/>
                      <a:pt x="757" y="725"/>
                      <a:pt x="759" y="725"/>
                    </a:cubicBezTo>
                    <a:cubicBezTo>
                      <a:pt x="762" y="724"/>
                      <a:pt x="763" y="720"/>
                      <a:pt x="763" y="718"/>
                    </a:cubicBezTo>
                    <a:cubicBezTo>
                      <a:pt x="763" y="716"/>
                      <a:pt x="764" y="715"/>
                      <a:pt x="764" y="713"/>
                    </a:cubicBezTo>
                    <a:cubicBezTo>
                      <a:pt x="764" y="712"/>
                      <a:pt x="765" y="710"/>
                      <a:pt x="765" y="709"/>
                    </a:cubicBezTo>
                    <a:cubicBezTo>
                      <a:pt x="766" y="706"/>
                      <a:pt x="766" y="704"/>
                      <a:pt x="767" y="701"/>
                    </a:cubicBezTo>
                    <a:cubicBezTo>
                      <a:pt x="767" y="698"/>
                      <a:pt x="768" y="696"/>
                      <a:pt x="766" y="693"/>
                    </a:cubicBezTo>
                    <a:cubicBezTo>
                      <a:pt x="764" y="690"/>
                      <a:pt x="761" y="688"/>
                      <a:pt x="758" y="686"/>
                    </a:cubicBezTo>
                    <a:cubicBezTo>
                      <a:pt x="755" y="685"/>
                      <a:pt x="752" y="683"/>
                      <a:pt x="750" y="681"/>
                    </a:cubicBezTo>
                    <a:cubicBezTo>
                      <a:pt x="749" y="680"/>
                      <a:pt x="748" y="678"/>
                      <a:pt x="747" y="677"/>
                    </a:cubicBezTo>
                    <a:cubicBezTo>
                      <a:pt x="746" y="676"/>
                      <a:pt x="745" y="676"/>
                      <a:pt x="744" y="674"/>
                    </a:cubicBezTo>
                    <a:cubicBezTo>
                      <a:pt x="743" y="673"/>
                      <a:pt x="742" y="671"/>
                      <a:pt x="741" y="670"/>
                    </a:cubicBezTo>
                    <a:cubicBezTo>
                      <a:pt x="740" y="669"/>
                      <a:pt x="738" y="668"/>
                      <a:pt x="736" y="667"/>
                    </a:cubicBezTo>
                    <a:cubicBezTo>
                      <a:pt x="733" y="666"/>
                      <a:pt x="730" y="664"/>
                      <a:pt x="727" y="662"/>
                    </a:cubicBezTo>
                    <a:cubicBezTo>
                      <a:pt x="725" y="660"/>
                      <a:pt x="723" y="658"/>
                      <a:pt x="721" y="657"/>
                    </a:cubicBezTo>
                    <a:cubicBezTo>
                      <a:pt x="717" y="654"/>
                      <a:pt x="713" y="652"/>
                      <a:pt x="709" y="649"/>
                    </a:cubicBezTo>
                    <a:cubicBezTo>
                      <a:pt x="707" y="649"/>
                      <a:pt x="706" y="648"/>
                      <a:pt x="705" y="646"/>
                    </a:cubicBezTo>
                    <a:cubicBezTo>
                      <a:pt x="704" y="645"/>
                      <a:pt x="703" y="643"/>
                      <a:pt x="701" y="641"/>
                    </a:cubicBezTo>
                    <a:cubicBezTo>
                      <a:pt x="700" y="639"/>
                      <a:pt x="699" y="636"/>
                      <a:pt x="699" y="632"/>
                    </a:cubicBezTo>
                    <a:cubicBezTo>
                      <a:pt x="700" y="629"/>
                      <a:pt x="702" y="626"/>
                      <a:pt x="704" y="624"/>
                    </a:cubicBezTo>
                    <a:cubicBezTo>
                      <a:pt x="708" y="620"/>
                      <a:pt x="713" y="618"/>
                      <a:pt x="718" y="618"/>
                    </a:cubicBezTo>
                    <a:cubicBezTo>
                      <a:pt x="724" y="618"/>
                      <a:pt x="730" y="618"/>
                      <a:pt x="735" y="617"/>
                    </a:cubicBezTo>
                    <a:cubicBezTo>
                      <a:pt x="740" y="616"/>
                      <a:pt x="744" y="611"/>
                      <a:pt x="747" y="607"/>
                    </a:cubicBezTo>
                    <a:cubicBezTo>
                      <a:pt x="750" y="602"/>
                      <a:pt x="752" y="596"/>
                      <a:pt x="746" y="594"/>
                    </a:cubicBezTo>
                    <a:cubicBezTo>
                      <a:pt x="743" y="593"/>
                      <a:pt x="740" y="593"/>
                      <a:pt x="738" y="592"/>
                    </a:cubicBezTo>
                    <a:cubicBezTo>
                      <a:pt x="734" y="592"/>
                      <a:pt x="731" y="592"/>
                      <a:pt x="728" y="591"/>
                    </a:cubicBezTo>
                    <a:cubicBezTo>
                      <a:pt x="722" y="589"/>
                      <a:pt x="715" y="587"/>
                      <a:pt x="709" y="585"/>
                    </a:cubicBezTo>
                    <a:cubicBezTo>
                      <a:pt x="706" y="584"/>
                      <a:pt x="703" y="584"/>
                      <a:pt x="702" y="582"/>
                    </a:cubicBezTo>
                    <a:cubicBezTo>
                      <a:pt x="700" y="580"/>
                      <a:pt x="699" y="577"/>
                      <a:pt x="698" y="575"/>
                    </a:cubicBezTo>
                    <a:cubicBezTo>
                      <a:pt x="697" y="569"/>
                      <a:pt x="700" y="564"/>
                      <a:pt x="701" y="558"/>
                    </a:cubicBezTo>
                    <a:cubicBezTo>
                      <a:pt x="701" y="554"/>
                      <a:pt x="700" y="551"/>
                      <a:pt x="698" y="549"/>
                    </a:cubicBezTo>
                    <a:cubicBezTo>
                      <a:pt x="695" y="547"/>
                      <a:pt x="692" y="546"/>
                      <a:pt x="689" y="546"/>
                    </a:cubicBezTo>
                    <a:cubicBezTo>
                      <a:pt x="685" y="545"/>
                      <a:pt x="683" y="544"/>
                      <a:pt x="680" y="542"/>
                    </a:cubicBezTo>
                    <a:cubicBezTo>
                      <a:pt x="677" y="541"/>
                      <a:pt x="675" y="538"/>
                      <a:pt x="672" y="537"/>
                    </a:cubicBezTo>
                    <a:cubicBezTo>
                      <a:pt x="666" y="535"/>
                      <a:pt x="661" y="541"/>
                      <a:pt x="656" y="543"/>
                    </a:cubicBezTo>
                    <a:cubicBezTo>
                      <a:pt x="652" y="545"/>
                      <a:pt x="645" y="546"/>
                      <a:pt x="643" y="552"/>
                    </a:cubicBezTo>
                    <a:cubicBezTo>
                      <a:pt x="643" y="555"/>
                      <a:pt x="645" y="557"/>
                      <a:pt x="647" y="559"/>
                    </a:cubicBezTo>
                    <a:cubicBezTo>
                      <a:pt x="650" y="561"/>
                      <a:pt x="653" y="563"/>
                      <a:pt x="656" y="565"/>
                    </a:cubicBezTo>
                    <a:cubicBezTo>
                      <a:pt x="657" y="566"/>
                      <a:pt x="659" y="568"/>
                      <a:pt x="657" y="569"/>
                    </a:cubicBezTo>
                    <a:cubicBezTo>
                      <a:pt x="655" y="570"/>
                      <a:pt x="652" y="569"/>
                      <a:pt x="650" y="569"/>
                    </a:cubicBezTo>
                    <a:cubicBezTo>
                      <a:pt x="647" y="569"/>
                      <a:pt x="645" y="570"/>
                      <a:pt x="642" y="571"/>
                    </a:cubicBezTo>
                    <a:cubicBezTo>
                      <a:pt x="640" y="572"/>
                      <a:pt x="638" y="573"/>
                      <a:pt x="635" y="572"/>
                    </a:cubicBezTo>
                    <a:cubicBezTo>
                      <a:pt x="630" y="572"/>
                      <a:pt x="628" y="565"/>
                      <a:pt x="625" y="561"/>
                    </a:cubicBezTo>
                    <a:cubicBezTo>
                      <a:pt x="622" y="554"/>
                      <a:pt x="614" y="552"/>
                      <a:pt x="607" y="549"/>
                    </a:cubicBezTo>
                    <a:cubicBezTo>
                      <a:pt x="601" y="546"/>
                      <a:pt x="591" y="541"/>
                      <a:pt x="585" y="546"/>
                    </a:cubicBezTo>
                    <a:cubicBezTo>
                      <a:pt x="583" y="548"/>
                      <a:pt x="582" y="551"/>
                      <a:pt x="579" y="553"/>
                    </a:cubicBezTo>
                    <a:cubicBezTo>
                      <a:pt x="577" y="554"/>
                      <a:pt x="574" y="554"/>
                      <a:pt x="572" y="554"/>
                    </a:cubicBezTo>
                    <a:cubicBezTo>
                      <a:pt x="571" y="553"/>
                      <a:pt x="571" y="553"/>
                      <a:pt x="571" y="553"/>
                    </a:cubicBezTo>
                    <a:cubicBezTo>
                      <a:pt x="573" y="551"/>
                      <a:pt x="574" y="549"/>
                      <a:pt x="573" y="546"/>
                    </a:cubicBezTo>
                    <a:cubicBezTo>
                      <a:pt x="572" y="544"/>
                      <a:pt x="571" y="543"/>
                      <a:pt x="572" y="540"/>
                    </a:cubicBezTo>
                    <a:cubicBezTo>
                      <a:pt x="573" y="538"/>
                      <a:pt x="577" y="539"/>
                      <a:pt x="578" y="537"/>
                    </a:cubicBezTo>
                    <a:cubicBezTo>
                      <a:pt x="579" y="536"/>
                      <a:pt x="579" y="535"/>
                      <a:pt x="579" y="533"/>
                    </a:cubicBezTo>
                    <a:cubicBezTo>
                      <a:pt x="579" y="532"/>
                      <a:pt x="579" y="531"/>
                      <a:pt x="579" y="530"/>
                    </a:cubicBezTo>
                    <a:cubicBezTo>
                      <a:pt x="580" y="529"/>
                      <a:pt x="581" y="527"/>
                      <a:pt x="583" y="526"/>
                    </a:cubicBezTo>
                    <a:cubicBezTo>
                      <a:pt x="584" y="526"/>
                      <a:pt x="585" y="526"/>
                      <a:pt x="586" y="526"/>
                    </a:cubicBezTo>
                    <a:cubicBezTo>
                      <a:pt x="587" y="526"/>
                      <a:pt x="588" y="526"/>
                      <a:pt x="590" y="526"/>
                    </a:cubicBezTo>
                    <a:cubicBezTo>
                      <a:pt x="592" y="526"/>
                      <a:pt x="594" y="527"/>
                      <a:pt x="596" y="527"/>
                    </a:cubicBezTo>
                    <a:cubicBezTo>
                      <a:pt x="598" y="527"/>
                      <a:pt x="599" y="527"/>
                      <a:pt x="600" y="528"/>
                    </a:cubicBezTo>
                    <a:cubicBezTo>
                      <a:pt x="602" y="530"/>
                      <a:pt x="604" y="531"/>
                      <a:pt x="606" y="532"/>
                    </a:cubicBezTo>
                    <a:cubicBezTo>
                      <a:pt x="608" y="532"/>
                      <a:pt x="610" y="532"/>
                      <a:pt x="612" y="532"/>
                    </a:cubicBezTo>
                    <a:cubicBezTo>
                      <a:pt x="614" y="532"/>
                      <a:pt x="616" y="532"/>
                      <a:pt x="619" y="533"/>
                    </a:cubicBezTo>
                    <a:cubicBezTo>
                      <a:pt x="621" y="533"/>
                      <a:pt x="624" y="534"/>
                      <a:pt x="626" y="535"/>
                    </a:cubicBezTo>
                    <a:cubicBezTo>
                      <a:pt x="628" y="536"/>
                      <a:pt x="630" y="537"/>
                      <a:pt x="631" y="538"/>
                    </a:cubicBezTo>
                    <a:cubicBezTo>
                      <a:pt x="633" y="538"/>
                      <a:pt x="635" y="539"/>
                      <a:pt x="637" y="539"/>
                    </a:cubicBezTo>
                    <a:cubicBezTo>
                      <a:pt x="639" y="540"/>
                      <a:pt x="640" y="541"/>
                      <a:pt x="642" y="541"/>
                    </a:cubicBezTo>
                    <a:cubicBezTo>
                      <a:pt x="644" y="542"/>
                      <a:pt x="646" y="541"/>
                      <a:pt x="648" y="541"/>
                    </a:cubicBezTo>
                    <a:cubicBezTo>
                      <a:pt x="649" y="541"/>
                      <a:pt x="652" y="541"/>
                      <a:pt x="653" y="540"/>
                    </a:cubicBezTo>
                    <a:cubicBezTo>
                      <a:pt x="655" y="539"/>
                      <a:pt x="657" y="536"/>
                      <a:pt x="659" y="534"/>
                    </a:cubicBezTo>
                    <a:cubicBezTo>
                      <a:pt x="659" y="533"/>
                      <a:pt x="661" y="529"/>
                      <a:pt x="663" y="529"/>
                    </a:cubicBezTo>
                    <a:cubicBezTo>
                      <a:pt x="665" y="529"/>
                      <a:pt x="666" y="531"/>
                      <a:pt x="668" y="532"/>
                    </a:cubicBezTo>
                    <a:cubicBezTo>
                      <a:pt x="669" y="532"/>
                      <a:pt x="670" y="532"/>
                      <a:pt x="671" y="532"/>
                    </a:cubicBezTo>
                    <a:cubicBezTo>
                      <a:pt x="671" y="533"/>
                      <a:pt x="671" y="533"/>
                      <a:pt x="671" y="534"/>
                    </a:cubicBezTo>
                    <a:cubicBezTo>
                      <a:pt x="672" y="534"/>
                      <a:pt x="672" y="534"/>
                      <a:pt x="673" y="534"/>
                    </a:cubicBezTo>
                    <a:cubicBezTo>
                      <a:pt x="675" y="535"/>
                      <a:pt x="677" y="535"/>
                      <a:pt x="680" y="534"/>
                    </a:cubicBezTo>
                    <a:cubicBezTo>
                      <a:pt x="682" y="534"/>
                      <a:pt x="684" y="534"/>
                      <a:pt x="686" y="534"/>
                    </a:cubicBezTo>
                    <a:cubicBezTo>
                      <a:pt x="689" y="534"/>
                      <a:pt x="692" y="534"/>
                      <a:pt x="694" y="533"/>
                    </a:cubicBezTo>
                    <a:cubicBezTo>
                      <a:pt x="696" y="531"/>
                      <a:pt x="698" y="529"/>
                      <a:pt x="699" y="526"/>
                    </a:cubicBezTo>
                    <a:cubicBezTo>
                      <a:pt x="700" y="524"/>
                      <a:pt x="702" y="522"/>
                      <a:pt x="704" y="521"/>
                    </a:cubicBezTo>
                    <a:cubicBezTo>
                      <a:pt x="706" y="521"/>
                      <a:pt x="709" y="522"/>
                      <a:pt x="710" y="524"/>
                    </a:cubicBezTo>
                    <a:cubicBezTo>
                      <a:pt x="712" y="526"/>
                      <a:pt x="713" y="528"/>
                      <a:pt x="713" y="531"/>
                    </a:cubicBezTo>
                    <a:cubicBezTo>
                      <a:pt x="712" y="533"/>
                      <a:pt x="711" y="535"/>
                      <a:pt x="710" y="537"/>
                    </a:cubicBezTo>
                    <a:cubicBezTo>
                      <a:pt x="708" y="540"/>
                      <a:pt x="705" y="545"/>
                      <a:pt x="708" y="548"/>
                    </a:cubicBezTo>
                    <a:cubicBezTo>
                      <a:pt x="710" y="551"/>
                      <a:pt x="716" y="552"/>
                      <a:pt x="719" y="551"/>
                    </a:cubicBezTo>
                    <a:cubicBezTo>
                      <a:pt x="722" y="551"/>
                      <a:pt x="724" y="550"/>
                      <a:pt x="727" y="549"/>
                    </a:cubicBezTo>
                    <a:cubicBezTo>
                      <a:pt x="729" y="549"/>
                      <a:pt x="732" y="548"/>
                      <a:pt x="735" y="547"/>
                    </a:cubicBezTo>
                    <a:cubicBezTo>
                      <a:pt x="736" y="546"/>
                      <a:pt x="740" y="545"/>
                      <a:pt x="739" y="543"/>
                    </a:cubicBezTo>
                    <a:cubicBezTo>
                      <a:pt x="738" y="541"/>
                      <a:pt x="734" y="539"/>
                      <a:pt x="732" y="538"/>
                    </a:cubicBezTo>
                    <a:cubicBezTo>
                      <a:pt x="730" y="537"/>
                      <a:pt x="727" y="535"/>
                      <a:pt x="727" y="533"/>
                    </a:cubicBezTo>
                    <a:cubicBezTo>
                      <a:pt x="726" y="530"/>
                      <a:pt x="729" y="529"/>
                      <a:pt x="731" y="529"/>
                    </a:cubicBezTo>
                    <a:cubicBezTo>
                      <a:pt x="737" y="527"/>
                      <a:pt x="742" y="532"/>
                      <a:pt x="745" y="536"/>
                    </a:cubicBezTo>
                    <a:cubicBezTo>
                      <a:pt x="748" y="540"/>
                      <a:pt x="751" y="544"/>
                      <a:pt x="756" y="544"/>
                    </a:cubicBezTo>
                    <a:cubicBezTo>
                      <a:pt x="759" y="544"/>
                      <a:pt x="761" y="543"/>
                      <a:pt x="763" y="542"/>
                    </a:cubicBezTo>
                    <a:cubicBezTo>
                      <a:pt x="765" y="541"/>
                      <a:pt x="766" y="540"/>
                      <a:pt x="768" y="539"/>
                    </a:cubicBezTo>
                    <a:cubicBezTo>
                      <a:pt x="769" y="539"/>
                      <a:pt x="771" y="539"/>
                      <a:pt x="772" y="539"/>
                    </a:cubicBezTo>
                    <a:cubicBezTo>
                      <a:pt x="774" y="540"/>
                      <a:pt x="776" y="541"/>
                      <a:pt x="779" y="541"/>
                    </a:cubicBezTo>
                    <a:cubicBezTo>
                      <a:pt x="780" y="542"/>
                      <a:pt x="783" y="542"/>
                      <a:pt x="784" y="544"/>
                    </a:cubicBezTo>
                    <a:cubicBezTo>
                      <a:pt x="785" y="546"/>
                      <a:pt x="783" y="547"/>
                      <a:pt x="781" y="547"/>
                    </a:cubicBezTo>
                    <a:cubicBezTo>
                      <a:pt x="779" y="549"/>
                      <a:pt x="776" y="549"/>
                      <a:pt x="773" y="549"/>
                    </a:cubicBezTo>
                    <a:cubicBezTo>
                      <a:pt x="770" y="548"/>
                      <a:pt x="767" y="548"/>
                      <a:pt x="765" y="548"/>
                    </a:cubicBezTo>
                    <a:cubicBezTo>
                      <a:pt x="758" y="549"/>
                      <a:pt x="758" y="556"/>
                      <a:pt x="758" y="561"/>
                    </a:cubicBezTo>
                    <a:cubicBezTo>
                      <a:pt x="757" y="564"/>
                      <a:pt x="756" y="567"/>
                      <a:pt x="755" y="569"/>
                    </a:cubicBezTo>
                    <a:cubicBezTo>
                      <a:pt x="753" y="572"/>
                      <a:pt x="751" y="574"/>
                      <a:pt x="749" y="576"/>
                    </a:cubicBezTo>
                    <a:cubicBezTo>
                      <a:pt x="748" y="577"/>
                      <a:pt x="748" y="579"/>
                      <a:pt x="749" y="580"/>
                    </a:cubicBezTo>
                    <a:cubicBezTo>
                      <a:pt x="751" y="582"/>
                      <a:pt x="754" y="583"/>
                      <a:pt x="755" y="585"/>
                    </a:cubicBezTo>
                    <a:cubicBezTo>
                      <a:pt x="760" y="589"/>
                      <a:pt x="757" y="595"/>
                      <a:pt x="755" y="600"/>
                    </a:cubicBezTo>
                    <a:cubicBezTo>
                      <a:pt x="753" y="605"/>
                      <a:pt x="751" y="611"/>
                      <a:pt x="747" y="615"/>
                    </a:cubicBezTo>
                    <a:cubicBezTo>
                      <a:pt x="745" y="617"/>
                      <a:pt x="743" y="618"/>
                      <a:pt x="741" y="619"/>
                    </a:cubicBezTo>
                    <a:cubicBezTo>
                      <a:pt x="739" y="620"/>
                      <a:pt x="737" y="621"/>
                      <a:pt x="736" y="622"/>
                    </a:cubicBezTo>
                    <a:cubicBezTo>
                      <a:pt x="734" y="623"/>
                      <a:pt x="732" y="623"/>
                      <a:pt x="730" y="624"/>
                    </a:cubicBezTo>
                    <a:cubicBezTo>
                      <a:pt x="729" y="625"/>
                      <a:pt x="728" y="626"/>
                      <a:pt x="726" y="626"/>
                    </a:cubicBezTo>
                    <a:cubicBezTo>
                      <a:pt x="725" y="626"/>
                      <a:pt x="722" y="625"/>
                      <a:pt x="721" y="624"/>
                    </a:cubicBezTo>
                    <a:cubicBezTo>
                      <a:pt x="719" y="623"/>
                      <a:pt x="718" y="622"/>
                      <a:pt x="717" y="621"/>
                    </a:cubicBezTo>
                    <a:cubicBezTo>
                      <a:pt x="715" y="621"/>
                      <a:pt x="713" y="622"/>
                      <a:pt x="712" y="623"/>
                    </a:cubicBezTo>
                    <a:cubicBezTo>
                      <a:pt x="710" y="623"/>
                      <a:pt x="709" y="624"/>
                      <a:pt x="709" y="626"/>
                    </a:cubicBezTo>
                    <a:cubicBezTo>
                      <a:pt x="708" y="628"/>
                      <a:pt x="707" y="629"/>
                      <a:pt x="705" y="630"/>
                    </a:cubicBezTo>
                    <a:cubicBezTo>
                      <a:pt x="704" y="631"/>
                      <a:pt x="703" y="632"/>
                      <a:pt x="703" y="633"/>
                    </a:cubicBezTo>
                    <a:cubicBezTo>
                      <a:pt x="702" y="635"/>
                      <a:pt x="705" y="638"/>
                      <a:pt x="706" y="640"/>
                    </a:cubicBezTo>
                    <a:cubicBezTo>
                      <a:pt x="707" y="641"/>
                      <a:pt x="708" y="641"/>
                      <a:pt x="709" y="642"/>
                    </a:cubicBezTo>
                    <a:cubicBezTo>
                      <a:pt x="711" y="643"/>
                      <a:pt x="712" y="644"/>
                      <a:pt x="713" y="645"/>
                    </a:cubicBezTo>
                    <a:cubicBezTo>
                      <a:pt x="715" y="647"/>
                      <a:pt x="716" y="647"/>
                      <a:pt x="718" y="648"/>
                    </a:cubicBezTo>
                    <a:cubicBezTo>
                      <a:pt x="720" y="649"/>
                      <a:pt x="721" y="650"/>
                      <a:pt x="722" y="652"/>
                    </a:cubicBezTo>
                    <a:cubicBezTo>
                      <a:pt x="725" y="655"/>
                      <a:pt x="730" y="657"/>
                      <a:pt x="734" y="659"/>
                    </a:cubicBezTo>
                    <a:cubicBezTo>
                      <a:pt x="736" y="660"/>
                      <a:pt x="739" y="662"/>
                      <a:pt x="741" y="664"/>
                    </a:cubicBezTo>
                    <a:cubicBezTo>
                      <a:pt x="742" y="666"/>
                      <a:pt x="743" y="668"/>
                      <a:pt x="744" y="669"/>
                    </a:cubicBezTo>
                    <a:cubicBezTo>
                      <a:pt x="745" y="671"/>
                      <a:pt x="747" y="672"/>
                      <a:pt x="749" y="674"/>
                    </a:cubicBezTo>
                    <a:cubicBezTo>
                      <a:pt x="750" y="675"/>
                      <a:pt x="751" y="677"/>
                      <a:pt x="753" y="678"/>
                    </a:cubicBezTo>
                    <a:cubicBezTo>
                      <a:pt x="756" y="680"/>
                      <a:pt x="759" y="681"/>
                      <a:pt x="761" y="682"/>
                    </a:cubicBezTo>
                    <a:cubicBezTo>
                      <a:pt x="763" y="683"/>
                      <a:pt x="765" y="683"/>
                      <a:pt x="767" y="684"/>
                    </a:cubicBezTo>
                    <a:cubicBezTo>
                      <a:pt x="768" y="685"/>
                      <a:pt x="770" y="686"/>
                      <a:pt x="771" y="687"/>
                    </a:cubicBezTo>
                    <a:cubicBezTo>
                      <a:pt x="772" y="688"/>
                      <a:pt x="772" y="690"/>
                      <a:pt x="772" y="692"/>
                    </a:cubicBezTo>
                    <a:cubicBezTo>
                      <a:pt x="772" y="696"/>
                      <a:pt x="772" y="700"/>
                      <a:pt x="771" y="704"/>
                    </a:cubicBezTo>
                    <a:cubicBezTo>
                      <a:pt x="770" y="707"/>
                      <a:pt x="769" y="710"/>
                      <a:pt x="768" y="713"/>
                    </a:cubicBezTo>
                    <a:cubicBezTo>
                      <a:pt x="768" y="717"/>
                      <a:pt x="769" y="722"/>
                      <a:pt x="768" y="726"/>
                    </a:cubicBezTo>
                    <a:cubicBezTo>
                      <a:pt x="766" y="730"/>
                      <a:pt x="761" y="727"/>
                      <a:pt x="758" y="727"/>
                    </a:cubicBezTo>
                    <a:cubicBezTo>
                      <a:pt x="756" y="726"/>
                      <a:pt x="752" y="728"/>
                      <a:pt x="753" y="732"/>
                    </a:cubicBezTo>
                    <a:cubicBezTo>
                      <a:pt x="754" y="733"/>
                      <a:pt x="755" y="734"/>
                      <a:pt x="755" y="735"/>
                    </a:cubicBezTo>
                    <a:cubicBezTo>
                      <a:pt x="757" y="737"/>
                      <a:pt x="758" y="739"/>
                      <a:pt x="759" y="740"/>
                    </a:cubicBezTo>
                    <a:cubicBezTo>
                      <a:pt x="762" y="743"/>
                      <a:pt x="763" y="746"/>
                      <a:pt x="763" y="750"/>
                    </a:cubicBezTo>
                    <a:cubicBezTo>
                      <a:pt x="763" y="752"/>
                      <a:pt x="763" y="754"/>
                      <a:pt x="762" y="755"/>
                    </a:cubicBezTo>
                    <a:cubicBezTo>
                      <a:pt x="762" y="757"/>
                      <a:pt x="761" y="758"/>
                      <a:pt x="761" y="759"/>
                    </a:cubicBezTo>
                    <a:cubicBezTo>
                      <a:pt x="761" y="760"/>
                      <a:pt x="760" y="761"/>
                      <a:pt x="760" y="761"/>
                    </a:cubicBezTo>
                    <a:cubicBezTo>
                      <a:pt x="760" y="762"/>
                      <a:pt x="760" y="762"/>
                      <a:pt x="760" y="762"/>
                    </a:cubicBezTo>
                    <a:cubicBezTo>
                      <a:pt x="759" y="763"/>
                      <a:pt x="760" y="764"/>
                      <a:pt x="760" y="765"/>
                    </a:cubicBezTo>
                    <a:cubicBezTo>
                      <a:pt x="760" y="767"/>
                      <a:pt x="761" y="768"/>
                      <a:pt x="761" y="770"/>
                    </a:cubicBezTo>
                    <a:cubicBezTo>
                      <a:pt x="761" y="771"/>
                      <a:pt x="762" y="772"/>
                      <a:pt x="762" y="773"/>
                    </a:cubicBezTo>
                    <a:cubicBezTo>
                      <a:pt x="763" y="775"/>
                      <a:pt x="764" y="778"/>
                      <a:pt x="767" y="778"/>
                    </a:cubicBezTo>
                    <a:cubicBezTo>
                      <a:pt x="768" y="777"/>
                      <a:pt x="769" y="778"/>
                      <a:pt x="770" y="777"/>
                    </a:cubicBezTo>
                    <a:cubicBezTo>
                      <a:pt x="772" y="777"/>
                      <a:pt x="772" y="776"/>
                      <a:pt x="773" y="775"/>
                    </a:cubicBezTo>
                    <a:cubicBezTo>
                      <a:pt x="775" y="773"/>
                      <a:pt x="776" y="770"/>
                      <a:pt x="777" y="767"/>
                    </a:cubicBezTo>
                    <a:cubicBezTo>
                      <a:pt x="779" y="765"/>
                      <a:pt x="780" y="762"/>
                      <a:pt x="781" y="759"/>
                    </a:cubicBezTo>
                    <a:cubicBezTo>
                      <a:pt x="782" y="757"/>
                      <a:pt x="784" y="755"/>
                      <a:pt x="786" y="753"/>
                    </a:cubicBezTo>
                    <a:cubicBezTo>
                      <a:pt x="787" y="752"/>
                      <a:pt x="788" y="750"/>
                      <a:pt x="790" y="748"/>
                    </a:cubicBezTo>
                    <a:cubicBezTo>
                      <a:pt x="791" y="747"/>
                      <a:pt x="792" y="745"/>
                      <a:pt x="794" y="744"/>
                    </a:cubicBezTo>
                    <a:cubicBezTo>
                      <a:pt x="796" y="743"/>
                      <a:pt x="797" y="743"/>
                      <a:pt x="799" y="743"/>
                    </a:cubicBezTo>
                    <a:cubicBezTo>
                      <a:pt x="800" y="743"/>
                      <a:pt x="801" y="742"/>
                      <a:pt x="802" y="742"/>
                    </a:cubicBezTo>
                    <a:cubicBezTo>
                      <a:pt x="804" y="741"/>
                      <a:pt x="805" y="741"/>
                      <a:pt x="806" y="740"/>
                    </a:cubicBezTo>
                    <a:cubicBezTo>
                      <a:pt x="807" y="739"/>
                      <a:pt x="808" y="739"/>
                      <a:pt x="810" y="739"/>
                    </a:cubicBezTo>
                    <a:cubicBezTo>
                      <a:pt x="812" y="738"/>
                      <a:pt x="814" y="736"/>
                      <a:pt x="815" y="734"/>
                    </a:cubicBezTo>
                    <a:cubicBezTo>
                      <a:pt x="815" y="732"/>
                      <a:pt x="813" y="729"/>
                      <a:pt x="812" y="728"/>
                    </a:cubicBezTo>
                    <a:cubicBezTo>
                      <a:pt x="811" y="725"/>
                      <a:pt x="812" y="723"/>
                      <a:pt x="812" y="721"/>
                    </a:cubicBezTo>
                    <a:cubicBezTo>
                      <a:pt x="813" y="718"/>
                      <a:pt x="815" y="717"/>
                      <a:pt x="817" y="717"/>
                    </a:cubicBezTo>
                    <a:cubicBezTo>
                      <a:pt x="820" y="718"/>
                      <a:pt x="822" y="717"/>
                      <a:pt x="824" y="714"/>
                    </a:cubicBezTo>
                    <a:cubicBezTo>
                      <a:pt x="825" y="712"/>
                      <a:pt x="823" y="710"/>
                      <a:pt x="822" y="709"/>
                    </a:cubicBezTo>
                    <a:cubicBezTo>
                      <a:pt x="821" y="707"/>
                      <a:pt x="820" y="705"/>
                      <a:pt x="819" y="703"/>
                    </a:cubicBezTo>
                    <a:cubicBezTo>
                      <a:pt x="818" y="701"/>
                      <a:pt x="818" y="699"/>
                      <a:pt x="818" y="697"/>
                    </a:cubicBezTo>
                    <a:cubicBezTo>
                      <a:pt x="817" y="696"/>
                      <a:pt x="817" y="694"/>
                      <a:pt x="817" y="693"/>
                    </a:cubicBezTo>
                    <a:cubicBezTo>
                      <a:pt x="818" y="690"/>
                      <a:pt x="818" y="687"/>
                      <a:pt x="819" y="684"/>
                    </a:cubicBezTo>
                    <a:cubicBezTo>
                      <a:pt x="819" y="683"/>
                      <a:pt x="820" y="682"/>
                      <a:pt x="821" y="680"/>
                    </a:cubicBezTo>
                    <a:cubicBezTo>
                      <a:pt x="821" y="679"/>
                      <a:pt x="822" y="678"/>
                      <a:pt x="822" y="677"/>
                    </a:cubicBezTo>
                    <a:cubicBezTo>
                      <a:pt x="824" y="673"/>
                      <a:pt x="825" y="670"/>
                      <a:pt x="827" y="667"/>
                    </a:cubicBezTo>
                    <a:cubicBezTo>
                      <a:pt x="828" y="666"/>
                      <a:pt x="828" y="666"/>
                      <a:pt x="829" y="665"/>
                    </a:cubicBezTo>
                    <a:cubicBezTo>
                      <a:pt x="831" y="664"/>
                      <a:pt x="832" y="663"/>
                      <a:pt x="832" y="662"/>
                    </a:cubicBezTo>
                    <a:cubicBezTo>
                      <a:pt x="833" y="661"/>
                      <a:pt x="833" y="660"/>
                      <a:pt x="834" y="659"/>
                    </a:cubicBezTo>
                    <a:cubicBezTo>
                      <a:pt x="835" y="659"/>
                      <a:pt x="835" y="659"/>
                      <a:pt x="836" y="659"/>
                    </a:cubicBezTo>
                    <a:cubicBezTo>
                      <a:pt x="837" y="658"/>
                      <a:pt x="837" y="657"/>
                      <a:pt x="838" y="657"/>
                    </a:cubicBezTo>
                    <a:cubicBezTo>
                      <a:pt x="839" y="655"/>
                      <a:pt x="841" y="654"/>
                      <a:pt x="842" y="653"/>
                    </a:cubicBezTo>
                    <a:cubicBezTo>
                      <a:pt x="843" y="651"/>
                      <a:pt x="843" y="649"/>
                      <a:pt x="844" y="647"/>
                    </a:cubicBezTo>
                    <a:cubicBezTo>
                      <a:pt x="844" y="645"/>
                      <a:pt x="845" y="644"/>
                      <a:pt x="846" y="642"/>
                    </a:cubicBezTo>
                    <a:cubicBezTo>
                      <a:pt x="846" y="641"/>
                      <a:pt x="846" y="640"/>
                      <a:pt x="846" y="639"/>
                    </a:cubicBezTo>
                    <a:cubicBezTo>
                      <a:pt x="846" y="639"/>
                      <a:pt x="846" y="639"/>
                      <a:pt x="846" y="638"/>
                    </a:cubicBezTo>
                    <a:cubicBezTo>
                      <a:pt x="846" y="637"/>
                      <a:pt x="847" y="635"/>
                      <a:pt x="848" y="634"/>
                    </a:cubicBezTo>
                    <a:cubicBezTo>
                      <a:pt x="848" y="632"/>
                      <a:pt x="849" y="631"/>
                      <a:pt x="850" y="630"/>
                    </a:cubicBezTo>
                    <a:cubicBezTo>
                      <a:pt x="851" y="628"/>
                      <a:pt x="851" y="625"/>
                      <a:pt x="852" y="623"/>
                    </a:cubicBezTo>
                    <a:cubicBezTo>
                      <a:pt x="853" y="621"/>
                      <a:pt x="854" y="618"/>
                      <a:pt x="854" y="616"/>
                    </a:cubicBezTo>
                    <a:cubicBezTo>
                      <a:pt x="855" y="613"/>
                      <a:pt x="855" y="611"/>
                      <a:pt x="856" y="608"/>
                    </a:cubicBezTo>
                    <a:cubicBezTo>
                      <a:pt x="856" y="606"/>
                      <a:pt x="857" y="604"/>
                      <a:pt x="857" y="602"/>
                    </a:cubicBezTo>
                    <a:cubicBezTo>
                      <a:pt x="857" y="600"/>
                      <a:pt x="858" y="598"/>
                      <a:pt x="858" y="596"/>
                    </a:cubicBezTo>
                    <a:cubicBezTo>
                      <a:pt x="858" y="593"/>
                      <a:pt x="858" y="590"/>
                      <a:pt x="858" y="587"/>
                    </a:cubicBezTo>
                    <a:cubicBezTo>
                      <a:pt x="858" y="582"/>
                      <a:pt x="859" y="576"/>
                      <a:pt x="859" y="570"/>
                    </a:cubicBezTo>
                    <a:cubicBezTo>
                      <a:pt x="859" y="567"/>
                      <a:pt x="859" y="564"/>
                      <a:pt x="859" y="561"/>
                    </a:cubicBezTo>
                    <a:cubicBezTo>
                      <a:pt x="859" y="558"/>
                      <a:pt x="859" y="556"/>
                      <a:pt x="859" y="553"/>
                    </a:cubicBezTo>
                    <a:cubicBezTo>
                      <a:pt x="860" y="547"/>
                      <a:pt x="861" y="542"/>
                      <a:pt x="864" y="537"/>
                    </a:cubicBezTo>
                    <a:cubicBezTo>
                      <a:pt x="866" y="534"/>
                      <a:pt x="867" y="531"/>
                      <a:pt x="870" y="528"/>
                    </a:cubicBezTo>
                    <a:cubicBezTo>
                      <a:pt x="872" y="526"/>
                      <a:pt x="875" y="522"/>
                      <a:pt x="878" y="523"/>
                    </a:cubicBezTo>
                    <a:cubicBezTo>
                      <a:pt x="878" y="524"/>
                      <a:pt x="878" y="525"/>
                      <a:pt x="878" y="526"/>
                    </a:cubicBezTo>
                    <a:cubicBezTo>
                      <a:pt x="878" y="527"/>
                      <a:pt x="878" y="528"/>
                      <a:pt x="877" y="529"/>
                    </a:cubicBezTo>
                    <a:cubicBezTo>
                      <a:pt x="877" y="530"/>
                      <a:pt x="876" y="531"/>
                      <a:pt x="875" y="532"/>
                    </a:cubicBezTo>
                    <a:cubicBezTo>
                      <a:pt x="874" y="533"/>
                      <a:pt x="873" y="534"/>
                      <a:pt x="872" y="535"/>
                    </a:cubicBezTo>
                    <a:cubicBezTo>
                      <a:pt x="872" y="536"/>
                      <a:pt x="872" y="538"/>
                      <a:pt x="870" y="539"/>
                    </a:cubicBezTo>
                    <a:cubicBezTo>
                      <a:pt x="870" y="540"/>
                      <a:pt x="870" y="540"/>
                      <a:pt x="869" y="540"/>
                    </a:cubicBezTo>
                    <a:cubicBezTo>
                      <a:pt x="869" y="541"/>
                      <a:pt x="868" y="542"/>
                      <a:pt x="868" y="542"/>
                    </a:cubicBezTo>
                    <a:cubicBezTo>
                      <a:pt x="867" y="544"/>
                      <a:pt x="867" y="546"/>
                      <a:pt x="867" y="548"/>
                    </a:cubicBezTo>
                    <a:cubicBezTo>
                      <a:pt x="866" y="549"/>
                      <a:pt x="866" y="550"/>
                      <a:pt x="865" y="552"/>
                    </a:cubicBezTo>
                    <a:cubicBezTo>
                      <a:pt x="865" y="554"/>
                      <a:pt x="863" y="557"/>
                      <a:pt x="863" y="560"/>
                    </a:cubicBezTo>
                    <a:cubicBezTo>
                      <a:pt x="862" y="562"/>
                      <a:pt x="863" y="565"/>
                      <a:pt x="863" y="567"/>
                    </a:cubicBezTo>
                    <a:cubicBezTo>
                      <a:pt x="863" y="569"/>
                      <a:pt x="862" y="571"/>
                      <a:pt x="862" y="573"/>
                    </a:cubicBezTo>
                    <a:cubicBezTo>
                      <a:pt x="862" y="575"/>
                      <a:pt x="862" y="577"/>
                      <a:pt x="862" y="578"/>
                    </a:cubicBezTo>
                    <a:cubicBezTo>
                      <a:pt x="863" y="583"/>
                      <a:pt x="863" y="588"/>
                      <a:pt x="862" y="593"/>
                    </a:cubicBezTo>
                    <a:cubicBezTo>
                      <a:pt x="862" y="596"/>
                      <a:pt x="861" y="598"/>
                      <a:pt x="860" y="601"/>
                    </a:cubicBezTo>
                    <a:cubicBezTo>
                      <a:pt x="860" y="603"/>
                      <a:pt x="860" y="605"/>
                      <a:pt x="860" y="607"/>
                    </a:cubicBezTo>
                    <a:cubicBezTo>
                      <a:pt x="860" y="609"/>
                      <a:pt x="861" y="611"/>
                      <a:pt x="860" y="613"/>
                    </a:cubicBezTo>
                    <a:cubicBezTo>
                      <a:pt x="860" y="614"/>
                      <a:pt x="858" y="615"/>
                      <a:pt x="858" y="617"/>
                    </a:cubicBezTo>
                    <a:cubicBezTo>
                      <a:pt x="857" y="618"/>
                      <a:pt x="856" y="619"/>
                      <a:pt x="855" y="621"/>
                    </a:cubicBezTo>
                    <a:cubicBezTo>
                      <a:pt x="854" y="623"/>
                      <a:pt x="853" y="625"/>
                      <a:pt x="852" y="627"/>
                    </a:cubicBezTo>
                    <a:cubicBezTo>
                      <a:pt x="851" y="632"/>
                      <a:pt x="851" y="637"/>
                      <a:pt x="850" y="642"/>
                    </a:cubicBezTo>
                    <a:cubicBezTo>
                      <a:pt x="850" y="644"/>
                      <a:pt x="849" y="648"/>
                      <a:pt x="848" y="650"/>
                    </a:cubicBezTo>
                    <a:cubicBezTo>
                      <a:pt x="847" y="652"/>
                      <a:pt x="845" y="654"/>
                      <a:pt x="844" y="656"/>
                    </a:cubicBezTo>
                    <a:cubicBezTo>
                      <a:pt x="842" y="657"/>
                      <a:pt x="841" y="659"/>
                      <a:pt x="839" y="660"/>
                    </a:cubicBezTo>
                    <a:cubicBezTo>
                      <a:pt x="838" y="661"/>
                      <a:pt x="836" y="662"/>
                      <a:pt x="835" y="663"/>
                    </a:cubicBezTo>
                    <a:cubicBezTo>
                      <a:pt x="832" y="666"/>
                      <a:pt x="830" y="670"/>
                      <a:pt x="828" y="674"/>
                    </a:cubicBezTo>
                    <a:cubicBezTo>
                      <a:pt x="826" y="678"/>
                      <a:pt x="823" y="681"/>
                      <a:pt x="822" y="685"/>
                    </a:cubicBezTo>
                    <a:cubicBezTo>
                      <a:pt x="822" y="688"/>
                      <a:pt x="822" y="691"/>
                      <a:pt x="823" y="694"/>
                    </a:cubicBezTo>
                    <a:cubicBezTo>
                      <a:pt x="823" y="696"/>
                      <a:pt x="823" y="697"/>
                      <a:pt x="823" y="698"/>
                    </a:cubicBezTo>
                    <a:cubicBezTo>
                      <a:pt x="823" y="700"/>
                      <a:pt x="824" y="701"/>
                      <a:pt x="824" y="702"/>
                    </a:cubicBezTo>
                    <a:cubicBezTo>
                      <a:pt x="824" y="704"/>
                      <a:pt x="825" y="706"/>
                      <a:pt x="826" y="707"/>
                    </a:cubicBezTo>
                    <a:cubicBezTo>
                      <a:pt x="828" y="710"/>
                      <a:pt x="831" y="712"/>
                      <a:pt x="830" y="716"/>
                    </a:cubicBezTo>
                    <a:cubicBezTo>
                      <a:pt x="830" y="718"/>
                      <a:pt x="829" y="718"/>
                      <a:pt x="828" y="718"/>
                    </a:cubicBezTo>
                    <a:cubicBezTo>
                      <a:pt x="826" y="718"/>
                      <a:pt x="824" y="718"/>
                      <a:pt x="823" y="718"/>
                    </a:cubicBezTo>
                    <a:cubicBezTo>
                      <a:pt x="820" y="718"/>
                      <a:pt x="819" y="719"/>
                      <a:pt x="817" y="720"/>
                    </a:cubicBezTo>
                    <a:cubicBezTo>
                      <a:pt x="816" y="721"/>
                      <a:pt x="816" y="722"/>
                      <a:pt x="816" y="723"/>
                    </a:cubicBezTo>
                    <a:cubicBezTo>
                      <a:pt x="816" y="725"/>
                      <a:pt x="816" y="726"/>
                      <a:pt x="816" y="728"/>
                    </a:cubicBezTo>
                    <a:cubicBezTo>
                      <a:pt x="817" y="729"/>
                      <a:pt x="818" y="730"/>
                      <a:pt x="819" y="731"/>
                    </a:cubicBezTo>
                    <a:cubicBezTo>
                      <a:pt x="820" y="733"/>
                      <a:pt x="821" y="733"/>
                      <a:pt x="821" y="735"/>
                    </a:cubicBezTo>
                    <a:cubicBezTo>
                      <a:pt x="821" y="737"/>
                      <a:pt x="821" y="738"/>
                      <a:pt x="820" y="739"/>
                    </a:cubicBezTo>
                    <a:cubicBezTo>
                      <a:pt x="819" y="740"/>
                      <a:pt x="818" y="741"/>
                      <a:pt x="816" y="741"/>
                    </a:cubicBezTo>
                    <a:cubicBezTo>
                      <a:pt x="815" y="741"/>
                      <a:pt x="814" y="741"/>
                      <a:pt x="813" y="741"/>
                    </a:cubicBezTo>
                    <a:cubicBezTo>
                      <a:pt x="811" y="741"/>
                      <a:pt x="810" y="743"/>
                      <a:pt x="808" y="743"/>
                    </a:cubicBezTo>
                    <a:cubicBezTo>
                      <a:pt x="806" y="744"/>
                      <a:pt x="805" y="744"/>
                      <a:pt x="803" y="745"/>
                    </a:cubicBezTo>
                    <a:cubicBezTo>
                      <a:pt x="802" y="745"/>
                      <a:pt x="800" y="745"/>
                      <a:pt x="799" y="746"/>
                    </a:cubicBezTo>
                    <a:cubicBezTo>
                      <a:pt x="798" y="747"/>
                      <a:pt x="797" y="748"/>
                      <a:pt x="797" y="750"/>
                    </a:cubicBezTo>
                    <a:cubicBezTo>
                      <a:pt x="795" y="751"/>
                      <a:pt x="794" y="752"/>
                      <a:pt x="793" y="753"/>
                    </a:cubicBezTo>
                    <a:cubicBezTo>
                      <a:pt x="792" y="754"/>
                      <a:pt x="791" y="755"/>
                      <a:pt x="790" y="755"/>
                    </a:cubicBezTo>
                    <a:cubicBezTo>
                      <a:pt x="788" y="757"/>
                      <a:pt x="786" y="760"/>
                      <a:pt x="785" y="762"/>
                    </a:cubicBezTo>
                    <a:cubicBezTo>
                      <a:pt x="784" y="763"/>
                      <a:pt x="784" y="765"/>
                      <a:pt x="783" y="767"/>
                    </a:cubicBezTo>
                    <a:cubicBezTo>
                      <a:pt x="782" y="769"/>
                      <a:pt x="783" y="767"/>
                      <a:pt x="783" y="767"/>
                    </a:cubicBezTo>
                    <a:cubicBezTo>
                      <a:pt x="784" y="768"/>
                      <a:pt x="782" y="770"/>
                      <a:pt x="782" y="770"/>
                    </a:cubicBezTo>
                    <a:cubicBezTo>
                      <a:pt x="781" y="772"/>
                      <a:pt x="780" y="774"/>
                      <a:pt x="779" y="775"/>
                    </a:cubicBezTo>
                    <a:cubicBezTo>
                      <a:pt x="778" y="777"/>
                      <a:pt x="778" y="778"/>
                      <a:pt x="776" y="778"/>
                    </a:cubicBezTo>
                    <a:cubicBezTo>
                      <a:pt x="773" y="779"/>
                      <a:pt x="766" y="778"/>
                      <a:pt x="765" y="782"/>
                    </a:cubicBezTo>
                    <a:cubicBezTo>
                      <a:pt x="765" y="784"/>
                      <a:pt x="766" y="786"/>
                      <a:pt x="767" y="787"/>
                    </a:cubicBezTo>
                    <a:cubicBezTo>
                      <a:pt x="768" y="789"/>
                      <a:pt x="768" y="791"/>
                      <a:pt x="768" y="793"/>
                    </a:cubicBezTo>
                    <a:cubicBezTo>
                      <a:pt x="769" y="796"/>
                      <a:pt x="771" y="798"/>
                      <a:pt x="772" y="800"/>
                    </a:cubicBezTo>
                    <a:cubicBezTo>
                      <a:pt x="773" y="802"/>
                      <a:pt x="773" y="805"/>
                      <a:pt x="773" y="807"/>
                    </a:cubicBezTo>
                    <a:cubicBezTo>
                      <a:pt x="773" y="812"/>
                      <a:pt x="775" y="818"/>
                      <a:pt x="772" y="822"/>
                    </a:cubicBezTo>
                    <a:cubicBezTo>
                      <a:pt x="771" y="824"/>
                      <a:pt x="769" y="825"/>
                      <a:pt x="769" y="827"/>
                    </a:cubicBezTo>
                    <a:cubicBezTo>
                      <a:pt x="768" y="830"/>
                      <a:pt x="768" y="832"/>
                      <a:pt x="768" y="834"/>
                    </a:cubicBezTo>
                    <a:cubicBezTo>
                      <a:pt x="768" y="838"/>
                      <a:pt x="770" y="843"/>
                      <a:pt x="771" y="847"/>
                    </a:cubicBezTo>
                    <a:cubicBezTo>
                      <a:pt x="772" y="849"/>
                      <a:pt x="772" y="851"/>
                      <a:pt x="772" y="853"/>
                    </a:cubicBezTo>
                    <a:cubicBezTo>
                      <a:pt x="771" y="855"/>
                      <a:pt x="770" y="857"/>
                      <a:pt x="769" y="859"/>
                    </a:cubicBezTo>
                    <a:cubicBezTo>
                      <a:pt x="768" y="862"/>
                      <a:pt x="768" y="864"/>
                      <a:pt x="769" y="866"/>
                    </a:cubicBezTo>
                    <a:cubicBezTo>
                      <a:pt x="769" y="868"/>
                      <a:pt x="769" y="871"/>
                      <a:pt x="770" y="872"/>
                    </a:cubicBezTo>
                    <a:cubicBezTo>
                      <a:pt x="771" y="874"/>
                      <a:pt x="772" y="876"/>
                      <a:pt x="774" y="877"/>
                    </a:cubicBezTo>
                    <a:cubicBezTo>
                      <a:pt x="775" y="878"/>
                      <a:pt x="776" y="879"/>
                      <a:pt x="778" y="880"/>
                    </a:cubicBezTo>
                    <a:cubicBezTo>
                      <a:pt x="780" y="881"/>
                      <a:pt x="783" y="880"/>
                      <a:pt x="786" y="881"/>
                    </a:cubicBezTo>
                    <a:cubicBezTo>
                      <a:pt x="789" y="882"/>
                      <a:pt x="790" y="885"/>
                      <a:pt x="792" y="887"/>
                    </a:cubicBezTo>
                    <a:cubicBezTo>
                      <a:pt x="793" y="890"/>
                      <a:pt x="795" y="890"/>
                      <a:pt x="797" y="891"/>
                    </a:cubicBezTo>
                    <a:cubicBezTo>
                      <a:pt x="800" y="891"/>
                      <a:pt x="802" y="892"/>
                      <a:pt x="803" y="895"/>
                    </a:cubicBezTo>
                    <a:cubicBezTo>
                      <a:pt x="804" y="897"/>
                      <a:pt x="803" y="899"/>
                      <a:pt x="804" y="901"/>
                    </a:cubicBezTo>
                    <a:cubicBezTo>
                      <a:pt x="804" y="903"/>
                      <a:pt x="805" y="905"/>
                      <a:pt x="806" y="907"/>
                    </a:cubicBezTo>
                    <a:cubicBezTo>
                      <a:pt x="807" y="909"/>
                      <a:pt x="808" y="910"/>
                      <a:pt x="810" y="911"/>
                    </a:cubicBezTo>
                    <a:cubicBezTo>
                      <a:pt x="814" y="911"/>
                      <a:pt x="817" y="912"/>
                      <a:pt x="821" y="912"/>
                    </a:cubicBezTo>
                    <a:cubicBezTo>
                      <a:pt x="824" y="913"/>
                      <a:pt x="826" y="911"/>
                      <a:pt x="827" y="909"/>
                    </a:cubicBezTo>
                    <a:cubicBezTo>
                      <a:pt x="828" y="907"/>
                      <a:pt x="829" y="906"/>
                      <a:pt x="830" y="904"/>
                    </a:cubicBezTo>
                    <a:cubicBezTo>
                      <a:pt x="830" y="904"/>
                      <a:pt x="831" y="903"/>
                      <a:pt x="832" y="902"/>
                    </a:cubicBezTo>
                    <a:cubicBezTo>
                      <a:pt x="832" y="901"/>
                      <a:pt x="832" y="900"/>
                      <a:pt x="832" y="899"/>
                    </a:cubicBezTo>
                    <a:cubicBezTo>
                      <a:pt x="832" y="898"/>
                      <a:pt x="832" y="896"/>
                      <a:pt x="832" y="895"/>
                    </a:cubicBezTo>
                    <a:cubicBezTo>
                      <a:pt x="833" y="893"/>
                      <a:pt x="834" y="887"/>
                      <a:pt x="837" y="887"/>
                    </a:cubicBezTo>
                    <a:cubicBezTo>
                      <a:pt x="840" y="887"/>
                      <a:pt x="838" y="893"/>
                      <a:pt x="838" y="895"/>
                    </a:cubicBezTo>
                    <a:cubicBezTo>
                      <a:pt x="837" y="897"/>
                      <a:pt x="836" y="898"/>
                      <a:pt x="835" y="900"/>
                    </a:cubicBezTo>
                    <a:cubicBezTo>
                      <a:pt x="835" y="901"/>
                      <a:pt x="834" y="902"/>
                      <a:pt x="834" y="903"/>
                    </a:cubicBezTo>
                    <a:cubicBezTo>
                      <a:pt x="834" y="904"/>
                      <a:pt x="835" y="906"/>
                      <a:pt x="835" y="908"/>
                    </a:cubicBezTo>
                    <a:cubicBezTo>
                      <a:pt x="834" y="910"/>
                      <a:pt x="832" y="911"/>
                      <a:pt x="831" y="912"/>
                    </a:cubicBezTo>
                    <a:cubicBezTo>
                      <a:pt x="829" y="913"/>
                      <a:pt x="829" y="916"/>
                      <a:pt x="828" y="918"/>
                    </a:cubicBezTo>
                    <a:cubicBezTo>
                      <a:pt x="826" y="920"/>
                      <a:pt x="823" y="920"/>
                      <a:pt x="820" y="920"/>
                    </a:cubicBezTo>
                    <a:cubicBezTo>
                      <a:pt x="817" y="921"/>
                      <a:pt x="814" y="922"/>
                      <a:pt x="811" y="920"/>
                    </a:cubicBezTo>
                    <a:cubicBezTo>
                      <a:pt x="808" y="918"/>
                      <a:pt x="807" y="916"/>
                      <a:pt x="803" y="916"/>
                    </a:cubicBezTo>
                    <a:cubicBezTo>
                      <a:pt x="801" y="916"/>
                      <a:pt x="798" y="917"/>
                      <a:pt x="795" y="918"/>
                    </a:cubicBezTo>
                    <a:cubicBezTo>
                      <a:pt x="793" y="919"/>
                      <a:pt x="792" y="921"/>
                      <a:pt x="791" y="923"/>
                    </a:cubicBezTo>
                    <a:cubicBezTo>
                      <a:pt x="789" y="925"/>
                      <a:pt x="787" y="928"/>
                      <a:pt x="785" y="930"/>
                    </a:cubicBezTo>
                    <a:cubicBezTo>
                      <a:pt x="783" y="932"/>
                      <a:pt x="782" y="934"/>
                      <a:pt x="781" y="936"/>
                    </a:cubicBezTo>
                    <a:cubicBezTo>
                      <a:pt x="780" y="937"/>
                      <a:pt x="779" y="937"/>
                      <a:pt x="779" y="938"/>
                    </a:cubicBezTo>
                    <a:cubicBezTo>
                      <a:pt x="778" y="940"/>
                      <a:pt x="778" y="942"/>
                      <a:pt x="778" y="943"/>
                    </a:cubicBezTo>
                    <a:cubicBezTo>
                      <a:pt x="778" y="945"/>
                      <a:pt x="778" y="947"/>
                      <a:pt x="778" y="949"/>
                    </a:cubicBezTo>
                    <a:cubicBezTo>
                      <a:pt x="778" y="951"/>
                      <a:pt x="778" y="953"/>
                      <a:pt x="779" y="955"/>
                    </a:cubicBezTo>
                    <a:cubicBezTo>
                      <a:pt x="780" y="959"/>
                      <a:pt x="780" y="962"/>
                      <a:pt x="781" y="966"/>
                    </a:cubicBezTo>
                    <a:cubicBezTo>
                      <a:pt x="781" y="967"/>
                      <a:pt x="781" y="969"/>
                      <a:pt x="780" y="970"/>
                    </a:cubicBezTo>
                    <a:cubicBezTo>
                      <a:pt x="779" y="972"/>
                      <a:pt x="778" y="973"/>
                      <a:pt x="776" y="974"/>
                    </a:cubicBezTo>
                    <a:cubicBezTo>
                      <a:pt x="772" y="976"/>
                      <a:pt x="769" y="979"/>
                      <a:pt x="768" y="983"/>
                    </a:cubicBezTo>
                    <a:cubicBezTo>
                      <a:pt x="767" y="984"/>
                      <a:pt x="766" y="986"/>
                      <a:pt x="766" y="987"/>
                    </a:cubicBezTo>
                    <a:cubicBezTo>
                      <a:pt x="765" y="989"/>
                      <a:pt x="765" y="991"/>
                      <a:pt x="763" y="991"/>
                    </a:cubicBezTo>
                    <a:cubicBezTo>
                      <a:pt x="761" y="991"/>
                      <a:pt x="760" y="990"/>
                      <a:pt x="758" y="990"/>
                    </a:cubicBezTo>
                    <a:cubicBezTo>
                      <a:pt x="756" y="989"/>
                      <a:pt x="754" y="989"/>
                      <a:pt x="752" y="989"/>
                    </a:cubicBezTo>
                    <a:cubicBezTo>
                      <a:pt x="750" y="990"/>
                      <a:pt x="748" y="991"/>
                      <a:pt x="745" y="991"/>
                    </a:cubicBezTo>
                    <a:cubicBezTo>
                      <a:pt x="743" y="991"/>
                      <a:pt x="741" y="991"/>
                      <a:pt x="739" y="991"/>
                    </a:cubicBezTo>
                    <a:cubicBezTo>
                      <a:pt x="737" y="991"/>
                      <a:pt x="735" y="991"/>
                      <a:pt x="733" y="991"/>
                    </a:cubicBezTo>
                    <a:cubicBezTo>
                      <a:pt x="731" y="991"/>
                      <a:pt x="729" y="990"/>
                      <a:pt x="727" y="990"/>
                    </a:cubicBezTo>
                    <a:cubicBezTo>
                      <a:pt x="725" y="990"/>
                      <a:pt x="724" y="991"/>
                      <a:pt x="722" y="990"/>
                    </a:cubicBezTo>
                    <a:cubicBezTo>
                      <a:pt x="720" y="990"/>
                      <a:pt x="719" y="989"/>
                      <a:pt x="718" y="989"/>
                    </a:cubicBezTo>
                    <a:cubicBezTo>
                      <a:pt x="716" y="989"/>
                      <a:pt x="716" y="989"/>
                      <a:pt x="714" y="989"/>
                    </a:cubicBezTo>
                    <a:cubicBezTo>
                      <a:pt x="713" y="989"/>
                      <a:pt x="711" y="989"/>
                      <a:pt x="710" y="988"/>
                    </a:cubicBezTo>
                    <a:cubicBezTo>
                      <a:pt x="710" y="988"/>
                      <a:pt x="709" y="988"/>
                      <a:pt x="708" y="988"/>
                    </a:cubicBezTo>
                    <a:cubicBezTo>
                      <a:pt x="708" y="988"/>
                      <a:pt x="707" y="988"/>
                      <a:pt x="706" y="988"/>
                    </a:cubicBezTo>
                    <a:cubicBezTo>
                      <a:pt x="704" y="988"/>
                      <a:pt x="703" y="988"/>
                      <a:pt x="701" y="988"/>
                    </a:cubicBezTo>
                    <a:cubicBezTo>
                      <a:pt x="699" y="988"/>
                      <a:pt x="697" y="987"/>
                      <a:pt x="695" y="987"/>
                    </a:cubicBezTo>
                    <a:cubicBezTo>
                      <a:pt x="692" y="988"/>
                      <a:pt x="690" y="987"/>
                      <a:pt x="687" y="987"/>
                    </a:cubicBezTo>
                    <a:cubicBezTo>
                      <a:pt x="683" y="987"/>
                      <a:pt x="679" y="987"/>
                      <a:pt x="675" y="987"/>
                    </a:cubicBezTo>
                    <a:cubicBezTo>
                      <a:pt x="671" y="987"/>
                      <a:pt x="666" y="988"/>
                      <a:pt x="662" y="988"/>
                    </a:cubicBezTo>
                    <a:cubicBezTo>
                      <a:pt x="660" y="987"/>
                      <a:pt x="658" y="988"/>
                      <a:pt x="656" y="987"/>
                    </a:cubicBezTo>
                    <a:cubicBezTo>
                      <a:pt x="654" y="986"/>
                      <a:pt x="653" y="985"/>
                      <a:pt x="652" y="984"/>
                    </a:cubicBezTo>
                    <a:cubicBezTo>
                      <a:pt x="648" y="982"/>
                      <a:pt x="647" y="979"/>
                      <a:pt x="644" y="976"/>
                    </a:cubicBezTo>
                    <a:cubicBezTo>
                      <a:pt x="643" y="975"/>
                      <a:pt x="641" y="974"/>
                      <a:pt x="640" y="973"/>
                    </a:cubicBezTo>
                    <a:cubicBezTo>
                      <a:pt x="639" y="973"/>
                      <a:pt x="638" y="972"/>
                      <a:pt x="637" y="971"/>
                    </a:cubicBezTo>
                    <a:cubicBezTo>
                      <a:pt x="637" y="971"/>
                      <a:pt x="636" y="970"/>
                      <a:pt x="635" y="970"/>
                    </a:cubicBezTo>
                    <a:cubicBezTo>
                      <a:pt x="634" y="969"/>
                      <a:pt x="633" y="969"/>
                      <a:pt x="633" y="968"/>
                    </a:cubicBezTo>
                    <a:cubicBezTo>
                      <a:pt x="632" y="968"/>
                      <a:pt x="631" y="968"/>
                      <a:pt x="630" y="967"/>
                    </a:cubicBezTo>
                    <a:cubicBezTo>
                      <a:pt x="628" y="966"/>
                      <a:pt x="626" y="966"/>
                      <a:pt x="624" y="966"/>
                    </a:cubicBezTo>
                    <a:cubicBezTo>
                      <a:pt x="623" y="966"/>
                      <a:pt x="622" y="966"/>
                      <a:pt x="621" y="966"/>
                    </a:cubicBezTo>
                    <a:cubicBezTo>
                      <a:pt x="620" y="965"/>
                      <a:pt x="619" y="965"/>
                      <a:pt x="619" y="965"/>
                    </a:cubicBezTo>
                    <a:cubicBezTo>
                      <a:pt x="618" y="965"/>
                      <a:pt x="617" y="965"/>
                      <a:pt x="616" y="965"/>
                    </a:cubicBezTo>
                    <a:cubicBezTo>
                      <a:pt x="615" y="964"/>
                      <a:pt x="613" y="965"/>
                      <a:pt x="612" y="965"/>
                    </a:cubicBezTo>
                    <a:cubicBezTo>
                      <a:pt x="611" y="965"/>
                      <a:pt x="610" y="964"/>
                      <a:pt x="609" y="965"/>
                    </a:cubicBezTo>
                    <a:cubicBezTo>
                      <a:pt x="608" y="966"/>
                      <a:pt x="607" y="966"/>
                      <a:pt x="606" y="967"/>
                    </a:cubicBezTo>
                    <a:cubicBezTo>
                      <a:pt x="605" y="968"/>
                      <a:pt x="605" y="968"/>
                      <a:pt x="604" y="969"/>
                    </a:cubicBezTo>
                    <a:cubicBezTo>
                      <a:pt x="604" y="969"/>
                      <a:pt x="603" y="970"/>
                      <a:pt x="602" y="970"/>
                    </a:cubicBezTo>
                    <a:cubicBezTo>
                      <a:pt x="601" y="971"/>
                      <a:pt x="600" y="973"/>
                      <a:pt x="599" y="974"/>
                    </a:cubicBezTo>
                    <a:cubicBezTo>
                      <a:pt x="598" y="975"/>
                      <a:pt x="598" y="975"/>
                      <a:pt x="597" y="975"/>
                    </a:cubicBezTo>
                    <a:cubicBezTo>
                      <a:pt x="596" y="975"/>
                      <a:pt x="596" y="975"/>
                      <a:pt x="596" y="975"/>
                    </a:cubicBezTo>
                    <a:cubicBezTo>
                      <a:pt x="595" y="975"/>
                      <a:pt x="594" y="976"/>
                      <a:pt x="594" y="976"/>
                    </a:cubicBezTo>
                    <a:cubicBezTo>
                      <a:pt x="593" y="977"/>
                      <a:pt x="593" y="977"/>
                      <a:pt x="592" y="977"/>
                    </a:cubicBezTo>
                    <a:cubicBezTo>
                      <a:pt x="592" y="978"/>
                      <a:pt x="591" y="979"/>
                      <a:pt x="590" y="979"/>
                    </a:cubicBezTo>
                    <a:cubicBezTo>
                      <a:pt x="589" y="982"/>
                      <a:pt x="586" y="984"/>
                      <a:pt x="584" y="986"/>
                    </a:cubicBezTo>
                    <a:cubicBezTo>
                      <a:pt x="583" y="986"/>
                      <a:pt x="582" y="987"/>
                      <a:pt x="580" y="988"/>
                    </a:cubicBezTo>
                    <a:cubicBezTo>
                      <a:pt x="579" y="988"/>
                      <a:pt x="578" y="988"/>
                      <a:pt x="577" y="989"/>
                    </a:cubicBezTo>
                    <a:cubicBezTo>
                      <a:pt x="576" y="989"/>
                      <a:pt x="575" y="990"/>
                      <a:pt x="573" y="991"/>
                    </a:cubicBezTo>
                    <a:cubicBezTo>
                      <a:pt x="572" y="992"/>
                      <a:pt x="571" y="992"/>
                      <a:pt x="570" y="993"/>
                    </a:cubicBezTo>
                    <a:cubicBezTo>
                      <a:pt x="569" y="994"/>
                      <a:pt x="569" y="996"/>
                      <a:pt x="569" y="997"/>
                    </a:cubicBezTo>
                    <a:cubicBezTo>
                      <a:pt x="569" y="998"/>
                      <a:pt x="570" y="999"/>
                      <a:pt x="570" y="1000"/>
                    </a:cubicBezTo>
                    <a:cubicBezTo>
                      <a:pt x="570" y="1003"/>
                      <a:pt x="570" y="1007"/>
                      <a:pt x="570" y="1010"/>
                    </a:cubicBezTo>
                    <a:cubicBezTo>
                      <a:pt x="570" y="1012"/>
                      <a:pt x="570" y="1014"/>
                      <a:pt x="570" y="1015"/>
                    </a:cubicBezTo>
                    <a:cubicBezTo>
                      <a:pt x="570" y="1017"/>
                      <a:pt x="570" y="1019"/>
                      <a:pt x="570" y="1020"/>
                    </a:cubicBezTo>
                    <a:cubicBezTo>
                      <a:pt x="570" y="1024"/>
                      <a:pt x="569" y="1027"/>
                      <a:pt x="569" y="1030"/>
                    </a:cubicBezTo>
                    <a:cubicBezTo>
                      <a:pt x="569" y="1034"/>
                      <a:pt x="569" y="1037"/>
                      <a:pt x="568" y="1041"/>
                    </a:cubicBezTo>
                    <a:cubicBezTo>
                      <a:pt x="568" y="1042"/>
                      <a:pt x="568" y="1044"/>
                      <a:pt x="567" y="1046"/>
                    </a:cubicBezTo>
                    <a:cubicBezTo>
                      <a:pt x="567" y="1048"/>
                      <a:pt x="565" y="1050"/>
                      <a:pt x="564" y="1051"/>
                    </a:cubicBezTo>
                    <a:cubicBezTo>
                      <a:pt x="563" y="1053"/>
                      <a:pt x="561" y="1054"/>
                      <a:pt x="560" y="1056"/>
                    </a:cubicBezTo>
                    <a:cubicBezTo>
                      <a:pt x="559" y="1057"/>
                      <a:pt x="558" y="1059"/>
                      <a:pt x="557" y="1060"/>
                    </a:cubicBezTo>
                    <a:cubicBezTo>
                      <a:pt x="556" y="1061"/>
                      <a:pt x="555" y="1063"/>
                      <a:pt x="554" y="1064"/>
                    </a:cubicBezTo>
                    <a:cubicBezTo>
                      <a:pt x="553" y="1065"/>
                      <a:pt x="552" y="1066"/>
                      <a:pt x="550" y="1067"/>
                    </a:cubicBezTo>
                    <a:cubicBezTo>
                      <a:pt x="548" y="1069"/>
                      <a:pt x="546" y="1070"/>
                      <a:pt x="543" y="1071"/>
                    </a:cubicBezTo>
                    <a:cubicBezTo>
                      <a:pt x="541" y="1072"/>
                      <a:pt x="539" y="1073"/>
                      <a:pt x="537" y="1074"/>
                    </a:cubicBezTo>
                    <a:cubicBezTo>
                      <a:pt x="535" y="1074"/>
                      <a:pt x="534" y="1074"/>
                      <a:pt x="533" y="1075"/>
                    </a:cubicBezTo>
                    <a:cubicBezTo>
                      <a:pt x="532" y="1076"/>
                      <a:pt x="531" y="1076"/>
                      <a:pt x="529" y="1077"/>
                    </a:cubicBezTo>
                    <a:cubicBezTo>
                      <a:pt x="528" y="1078"/>
                      <a:pt x="527" y="1078"/>
                      <a:pt x="526" y="1079"/>
                    </a:cubicBezTo>
                    <a:cubicBezTo>
                      <a:pt x="525" y="1080"/>
                      <a:pt x="524" y="1081"/>
                      <a:pt x="523" y="1082"/>
                    </a:cubicBezTo>
                    <a:cubicBezTo>
                      <a:pt x="522" y="1084"/>
                      <a:pt x="520" y="1085"/>
                      <a:pt x="518" y="1087"/>
                    </a:cubicBezTo>
                    <a:cubicBezTo>
                      <a:pt x="517" y="1088"/>
                      <a:pt x="516" y="1089"/>
                      <a:pt x="516" y="1091"/>
                    </a:cubicBezTo>
                    <a:cubicBezTo>
                      <a:pt x="515" y="1092"/>
                      <a:pt x="516" y="1094"/>
                      <a:pt x="515" y="1095"/>
                    </a:cubicBezTo>
                    <a:cubicBezTo>
                      <a:pt x="515" y="1097"/>
                      <a:pt x="515" y="1098"/>
                      <a:pt x="515" y="1100"/>
                    </a:cubicBezTo>
                    <a:cubicBezTo>
                      <a:pt x="515" y="1101"/>
                      <a:pt x="515" y="1101"/>
                      <a:pt x="515" y="1102"/>
                    </a:cubicBezTo>
                    <a:cubicBezTo>
                      <a:pt x="515" y="1103"/>
                      <a:pt x="515" y="1104"/>
                      <a:pt x="515" y="1106"/>
                    </a:cubicBezTo>
                    <a:cubicBezTo>
                      <a:pt x="514" y="1110"/>
                      <a:pt x="515" y="1114"/>
                      <a:pt x="515" y="1118"/>
                    </a:cubicBezTo>
                    <a:cubicBezTo>
                      <a:pt x="514" y="1121"/>
                      <a:pt x="513" y="1125"/>
                      <a:pt x="511" y="1128"/>
                    </a:cubicBezTo>
                    <a:cubicBezTo>
                      <a:pt x="510" y="1132"/>
                      <a:pt x="508" y="1136"/>
                      <a:pt x="505" y="1140"/>
                    </a:cubicBezTo>
                    <a:cubicBezTo>
                      <a:pt x="503" y="1141"/>
                      <a:pt x="502" y="1144"/>
                      <a:pt x="501" y="1146"/>
                    </a:cubicBezTo>
                    <a:cubicBezTo>
                      <a:pt x="500" y="1148"/>
                      <a:pt x="500" y="1150"/>
                      <a:pt x="500" y="1153"/>
                    </a:cubicBezTo>
                    <a:cubicBezTo>
                      <a:pt x="499" y="1156"/>
                      <a:pt x="499" y="1159"/>
                      <a:pt x="499" y="1162"/>
                    </a:cubicBezTo>
                    <a:cubicBezTo>
                      <a:pt x="499" y="1163"/>
                      <a:pt x="500" y="1164"/>
                      <a:pt x="500" y="1165"/>
                    </a:cubicBezTo>
                    <a:cubicBezTo>
                      <a:pt x="500" y="1167"/>
                      <a:pt x="500" y="1168"/>
                      <a:pt x="501" y="1169"/>
                    </a:cubicBezTo>
                    <a:cubicBezTo>
                      <a:pt x="502" y="1171"/>
                      <a:pt x="503" y="1173"/>
                      <a:pt x="505" y="1174"/>
                    </a:cubicBezTo>
                    <a:cubicBezTo>
                      <a:pt x="507" y="1176"/>
                      <a:pt x="509" y="1177"/>
                      <a:pt x="512" y="1178"/>
                    </a:cubicBezTo>
                    <a:cubicBezTo>
                      <a:pt x="514" y="1179"/>
                      <a:pt x="515" y="1181"/>
                      <a:pt x="517" y="1183"/>
                    </a:cubicBezTo>
                    <a:cubicBezTo>
                      <a:pt x="520" y="1185"/>
                      <a:pt x="520" y="1187"/>
                      <a:pt x="521" y="1190"/>
                    </a:cubicBezTo>
                    <a:cubicBezTo>
                      <a:pt x="521" y="1192"/>
                      <a:pt x="521" y="1194"/>
                      <a:pt x="522" y="1196"/>
                    </a:cubicBezTo>
                    <a:cubicBezTo>
                      <a:pt x="522" y="1196"/>
                      <a:pt x="523" y="1197"/>
                      <a:pt x="525" y="1197"/>
                    </a:cubicBezTo>
                    <a:cubicBezTo>
                      <a:pt x="526" y="1197"/>
                      <a:pt x="527" y="1196"/>
                      <a:pt x="528" y="1195"/>
                    </a:cubicBezTo>
                    <a:cubicBezTo>
                      <a:pt x="529" y="1194"/>
                      <a:pt x="530" y="1192"/>
                      <a:pt x="532" y="1192"/>
                    </a:cubicBezTo>
                    <a:cubicBezTo>
                      <a:pt x="534" y="1191"/>
                      <a:pt x="537" y="1192"/>
                      <a:pt x="539" y="1193"/>
                    </a:cubicBezTo>
                    <a:cubicBezTo>
                      <a:pt x="541" y="1193"/>
                      <a:pt x="542" y="1194"/>
                      <a:pt x="544" y="1195"/>
                    </a:cubicBezTo>
                    <a:cubicBezTo>
                      <a:pt x="547" y="1196"/>
                      <a:pt x="550" y="1197"/>
                      <a:pt x="553" y="1199"/>
                    </a:cubicBezTo>
                    <a:cubicBezTo>
                      <a:pt x="555" y="1200"/>
                      <a:pt x="556" y="1200"/>
                      <a:pt x="557" y="1202"/>
                    </a:cubicBezTo>
                    <a:cubicBezTo>
                      <a:pt x="559" y="1203"/>
                      <a:pt x="561" y="1206"/>
                      <a:pt x="562" y="1208"/>
                    </a:cubicBezTo>
                    <a:cubicBezTo>
                      <a:pt x="564" y="1209"/>
                      <a:pt x="566" y="1210"/>
                      <a:pt x="567" y="1212"/>
                    </a:cubicBezTo>
                    <a:cubicBezTo>
                      <a:pt x="572" y="1215"/>
                      <a:pt x="576" y="1218"/>
                      <a:pt x="580" y="1222"/>
                    </a:cubicBezTo>
                    <a:cubicBezTo>
                      <a:pt x="582" y="1225"/>
                      <a:pt x="583" y="1227"/>
                      <a:pt x="585" y="1229"/>
                    </a:cubicBezTo>
                    <a:cubicBezTo>
                      <a:pt x="587" y="1232"/>
                      <a:pt x="589" y="1234"/>
                      <a:pt x="592" y="1236"/>
                    </a:cubicBezTo>
                    <a:cubicBezTo>
                      <a:pt x="594" y="1238"/>
                      <a:pt x="596" y="1239"/>
                      <a:pt x="599" y="1241"/>
                    </a:cubicBezTo>
                    <a:cubicBezTo>
                      <a:pt x="601" y="1243"/>
                      <a:pt x="603" y="1244"/>
                      <a:pt x="605" y="1246"/>
                    </a:cubicBezTo>
                    <a:cubicBezTo>
                      <a:pt x="606" y="1247"/>
                      <a:pt x="606" y="1249"/>
                      <a:pt x="605" y="1250"/>
                    </a:cubicBezTo>
                    <a:cubicBezTo>
                      <a:pt x="604" y="1251"/>
                      <a:pt x="603" y="1251"/>
                      <a:pt x="602" y="1252"/>
                    </a:cubicBezTo>
                    <a:cubicBezTo>
                      <a:pt x="600" y="1253"/>
                      <a:pt x="599" y="1256"/>
                      <a:pt x="599" y="1258"/>
                    </a:cubicBezTo>
                    <a:cubicBezTo>
                      <a:pt x="599" y="1259"/>
                      <a:pt x="600" y="1260"/>
                      <a:pt x="600" y="1260"/>
                    </a:cubicBezTo>
                    <a:cubicBezTo>
                      <a:pt x="601" y="1262"/>
                      <a:pt x="602" y="1263"/>
                      <a:pt x="602" y="1265"/>
                    </a:cubicBezTo>
                    <a:cubicBezTo>
                      <a:pt x="602" y="1266"/>
                      <a:pt x="603" y="1268"/>
                      <a:pt x="602" y="1269"/>
                    </a:cubicBezTo>
                    <a:cubicBezTo>
                      <a:pt x="601" y="1270"/>
                      <a:pt x="599" y="1270"/>
                      <a:pt x="599" y="1272"/>
                    </a:cubicBezTo>
                    <a:cubicBezTo>
                      <a:pt x="599" y="1273"/>
                      <a:pt x="599" y="1274"/>
                      <a:pt x="600" y="1275"/>
                    </a:cubicBezTo>
                    <a:cubicBezTo>
                      <a:pt x="600" y="1276"/>
                      <a:pt x="601" y="1277"/>
                      <a:pt x="602" y="1278"/>
                    </a:cubicBezTo>
                    <a:cubicBezTo>
                      <a:pt x="602" y="1279"/>
                      <a:pt x="602" y="1281"/>
                      <a:pt x="602" y="1282"/>
                    </a:cubicBezTo>
                    <a:cubicBezTo>
                      <a:pt x="601" y="1286"/>
                      <a:pt x="602" y="1290"/>
                      <a:pt x="602" y="1293"/>
                    </a:cubicBezTo>
                    <a:cubicBezTo>
                      <a:pt x="602" y="1295"/>
                      <a:pt x="602" y="1297"/>
                      <a:pt x="603" y="1299"/>
                    </a:cubicBezTo>
                    <a:cubicBezTo>
                      <a:pt x="604" y="1301"/>
                      <a:pt x="605" y="1302"/>
                      <a:pt x="607" y="1304"/>
                    </a:cubicBezTo>
                    <a:cubicBezTo>
                      <a:pt x="608" y="1306"/>
                      <a:pt x="605" y="1309"/>
                      <a:pt x="603" y="1310"/>
                    </a:cubicBezTo>
                    <a:cubicBezTo>
                      <a:pt x="602" y="1311"/>
                      <a:pt x="602" y="1312"/>
                      <a:pt x="602" y="1313"/>
                    </a:cubicBezTo>
                    <a:cubicBezTo>
                      <a:pt x="601" y="1315"/>
                      <a:pt x="601" y="1316"/>
                      <a:pt x="601" y="1317"/>
                    </a:cubicBezTo>
                    <a:cubicBezTo>
                      <a:pt x="601" y="1318"/>
                      <a:pt x="602" y="1320"/>
                      <a:pt x="602" y="1320"/>
                    </a:cubicBezTo>
                    <a:cubicBezTo>
                      <a:pt x="603" y="1322"/>
                      <a:pt x="606" y="1322"/>
                      <a:pt x="608" y="1323"/>
                    </a:cubicBezTo>
                    <a:cubicBezTo>
                      <a:pt x="609" y="1323"/>
                      <a:pt x="611" y="1323"/>
                      <a:pt x="612" y="1323"/>
                    </a:cubicBezTo>
                    <a:cubicBezTo>
                      <a:pt x="615" y="1324"/>
                      <a:pt x="618" y="1325"/>
                      <a:pt x="620" y="1326"/>
                    </a:cubicBezTo>
                    <a:cubicBezTo>
                      <a:pt x="622" y="1328"/>
                      <a:pt x="624" y="1330"/>
                      <a:pt x="626" y="1331"/>
                    </a:cubicBezTo>
                    <a:cubicBezTo>
                      <a:pt x="627" y="1333"/>
                      <a:pt x="629" y="1334"/>
                      <a:pt x="629" y="1335"/>
                    </a:cubicBezTo>
                    <a:cubicBezTo>
                      <a:pt x="630" y="1336"/>
                      <a:pt x="630" y="1337"/>
                      <a:pt x="631" y="1338"/>
                    </a:cubicBezTo>
                    <a:cubicBezTo>
                      <a:pt x="631" y="1339"/>
                      <a:pt x="632" y="1340"/>
                      <a:pt x="632" y="1341"/>
                    </a:cubicBezTo>
                    <a:cubicBezTo>
                      <a:pt x="633" y="1344"/>
                      <a:pt x="634" y="1347"/>
                      <a:pt x="637" y="1348"/>
                    </a:cubicBezTo>
                    <a:cubicBezTo>
                      <a:pt x="638" y="1349"/>
                      <a:pt x="640" y="1349"/>
                      <a:pt x="642" y="1350"/>
                    </a:cubicBezTo>
                    <a:cubicBezTo>
                      <a:pt x="644" y="1350"/>
                      <a:pt x="646" y="1351"/>
                      <a:pt x="648" y="1352"/>
                    </a:cubicBezTo>
                    <a:cubicBezTo>
                      <a:pt x="650" y="1352"/>
                      <a:pt x="652" y="1353"/>
                      <a:pt x="654" y="1354"/>
                    </a:cubicBezTo>
                    <a:cubicBezTo>
                      <a:pt x="656" y="1354"/>
                      <a:pt x="657" y="1355"/>
                      <a:pt x="658" y="1356"/>
                    </a:cubicBezTo>
                    <a:cubicBezTo>
                      <a:pt x="660" y="1357"/>
                      <a:pt x="661" y="1358"/>
                      <a:pt x="663" y="1358"/>
                    </a:cubicBezTo>
                    <a:cubicBezTo>
                      <a:pt x="664" y="1359"/>
                      <a:pt x="665" y="1360"/>
                      <a:pt x="666" y="1361"/>
                    </a:cubicBezTo>
                    <a:cubicBezTo>
                      <a:pt x="668" y="1362"/>
                      <a:pt x="670" y="1363"/>
                      <a:pt x="671" y="1364"/>
                    </a:cubicBezTo>
                    <a:cubicBezTo>
                      <a:pt x="674" y="1366"/>
                      <a:pt x="678" y="1367"/>
                      <a:pt x="680" y="1369"/>
                    </a:cubicBezTo>
                    <a:cubicBezTo>
                      <a:pt x="681" y="1370"/>
                      <a:pt x="682" y="1371"/>
                      <a:pt x="683" y="1373"/>
                    </a:cubicBezTo>
                    <a:cubicBezTo>
                      <a:pt x="684" y="1374"/>
                      <a:pt x="685" y="1375"/>
                      <a:pt x="686" y="1376"/>
                    </a:cubicBezTo>
                    <a:cubicBezTo>
                      <a:pt x="687" y="1378"/>
                      <a:pt x="688" y="1379"/>
                      <a:pt x="690" y="1380"/>
                    </a:cubicBezTo>
                    <a:cubicBezTo>
                      <a:pt x="691" y="1381"/>
                      <a:pt x="692" y="1383"/>
                      <a:pt x="693" y="1384"/>
                    </a:cubicBezTo>
                    <a:cubicBezTo>
                      <a:pt x="693" y="1384"/>
                      <a:pt x="694" y="1385"/>
                      <a:pt x="695" y="1385"/>
                    </a:cubicBezTo>
                    <a:cubicBezTo>
                      <a:pt x="696" y="1386"/>
                      <a:pt x="697" y="1386"/>
                      <a:pt x="698" y="1387"/>
                    </a:cubicBezTo>
                    <a:cubicBezTo>
                      <a:pt x="699" y="1387"/>
                      <a:pt x="701" y="1388"/>
                      <a:pt x="702" y="1387"/>
                    </a:cubicBezTo>
                    <a:cubicBezTo>
                      <a:pt x="704" y="1386"/>
                      <a:pt x="704" y="1385"/>
                      <a:pt x="705" y="1384"/>
                    </a:cubicBezTo>
                    <a:cubicBezTo>
                      <a:pt x="707" y="1383"/>
                      <a:pt x="708" y="1383"/>
                      <a:pt x="710" y="1383"/>
                    </a:cubicBezTo>
                    <a:cubicBezTo>
                      <a:pt x="712" y="1383"/>
                      <a:pt x="713" y="1382"/>
                      <a:pt x="715" y="1381"/>
                    </a:cubicBezTo>
                    <a:cubicBezTo>
                      <a:pt x="717" y="1381"/>
                      <a:pt x="718" y="1381"/>
                      <a:pt x="720" y="1381"/>
                    </a:cubicBezTo>
                    <a:cubicBezTo>
                      <a:pt x="724" y="1381"/>
                      <a:pt x="728" y="1381"/>
                      <a:pt x="731" y="1382"/>
                    </a:cubicBezTo>
                    <a:cubicBezTo>
                      <a:pt x="734" y="1382"/>
                      <a:pt x="736" y="1383"/>
                      <a:pt x="737" y="1385"/>
                    </a:cubicBezTo>
                    <a:cubicBezTo>
                      <a:pt x="739" y="1386"/>
                      <a:pt x="739" y="1388"/>
                      <a:pt x="740" y="1390"/>
                    </a:cubicBezTo>
                    <a:cubicBezTo>
                      <a:pt x="741" y="1391"/>
                      <a:pt x="742" y="1392"/>
                      <a:pt x="743" y="1393"/>
                    </a:cubicBezTo>
                    <a:cubicBezTo>
                      <a:pt x="745" y="1395"/>
                      <a:pt x="748" y="1394"/>
                      <a:pt x="750" y="1394"/>
                    </a:cubicBezTo>
                    <a:cubicBezTo>
                      <a:pt x="752" y="1394"/>
                      <a:pt x="754" y="1394"/>
                      <a:pt x="755" y="1394"/>
                    </a:cubicBezTo>
                    <a:cubicBezTo>
                      <a:pt x="757" y="1394"/>
                      <a:pt x="760" y="1394"/>
                      <a:pt x="762" y="1395"/>
                    </a:cubicBezTo>
                    <a:cubicBezTo>
                      <a:pt x="763" y="1395"/>
                      <a:pt x="765" y="1395"/>
                      <a:pt x="766" y="1396"/>
                    </a:cubicBezTo>
                    <a:cubicBezTo>
                      <a:pt x="767" y="1397"/>
                      <a:pt x="769" y="1398"/>
                      <a:pt x="770" y="1399"/>
                    </a:cubicBezTo>
                    <a:cubicBezTo>
                      <a:pt x="772" y="1402"/>
                      <a:pt x="773" y="1404"/>
                      <a:pt x="775" y="1407"/>
                    </a:cubicBezTo>
                    <a:cubicBezTo>
                      <a:pt x="775" y="1408"/>
                      <a:pt x="777" y="1409"/>
                      <a:pt x="778" y="1410"/>
                    </a:cubicBezTo>
                    <a:cubicBezTo>
                      <a:pt x="779" y="1411"/>
                      <a:pt x="779" y="1411"/>
                      <a:pt x="780" y="1411"/>
                    </a:cubicBezTo>
                    <a:cubicBezTo>
                      <a:pt x="781" y="1412"/>
                      <a:pt x="782" y="1412"/>
                      <a:pt x="783" y="1412"/>
                    </a:cubicBezTo>
                    <a:cubicBezTo>
                      <a:pt x="784" y="1413"/>
                      <a:pt x="786" y="1414"/>
                      <a:pt x="787" y="1414"/>
                    </a:cubicBezTo>
                    <a:cubicBezTo>
                      <a:pt x="789" y="1415"/>
                      <a:pt x="791" y="1416"/>
                      <a:pt x="792" y="1418"/>
                    </a:cubicBezTo>
                    <a:cubicBezTo>
                      <a:pt x="793" y="1419"/>
                      <a:pt x="794" y="1421"/>
                      <a:pt x="795" y="1423"/>
                    </a:cubicBezTo>
                    <a:cubicBezTo>
                      <a:pt x="796" y="1424"/>
                      <a:pt x="796" y="1426"/>
                      <a:pt x="796" y="1428"/>
                    </a:cubicBezTo>
                    <a:cubicBezTo>
                      <a:pt x="796" y="1429"/>
                      <a:pt x="796" y="1430"/>
                      <a:pt x="797" y="1430"/>
                    </a:cubicBezTo>
                    <a:cubicBezTo>
                      <a:pt x="797" y="1431"/>
                      <a:pt x="798" y="1431"/>
                      <a:pt x="798" y="1432"/>
                    </a:cubicBezTo>
                    <a:cubicBezTo>
                      <a:pt x="799" y="1433"/>
                      <a:pt x="801" y="1433"/>
                      <a:pt x="802" y="1433"/>
                    </a:cubicBezTo>
                    <a:cubicBezTo>
                      <a:pt x="805" y="1433"/>
                      <a:pt x="808" y="1433"/>
                      <a:pt x="810" y="1433"/>
                    </a:cubicBezTo>
                    <a:cubicBezTo>
                      <a:pt x="811" y="1433"/>
                      <a:pt x="812" y="1434"/>
                      <a:pt x="813" y="1434"/>
                    </a:cubicBezTo>
                    <a:cubicBezTo>
                      <a:pt x="813" y="1434"/>
                      <a:pt x="813" y="1434"/>
                      <a:pt x="814" y="1434"/>
                    </a:cubicBezTo>
                    <a:cubicBezTo>
                      <a:pt x="815" y="1434"/>
                      <a:pt x="817" y="1435"/>
                      <a:pt x="818" y="1436"/>
                    </a:cubicBezTo>
                    <a:cubicBezTo>
                      <a:pt x="819" y="1437"/>
                      <a:pt x="821" y="1438"/>
                      <a:pt x="822" y="1440"/>
                    </a:cubicBezTo>
                    <a:cubicBezTo>
                      <a:pt x="822" y="1440"/>
                      <a:pt x="822" y="1441"/>
                      <a:pt x="823" y="1441"/>
                    </a:cubicBezTo>
                    <a:cubicBezTo>
                      <a:pt x="824" y="1443"/>
                      <a:pt x="826" y="1441"/>
                      <a:pt x="827" y="1440"/>
                    </a:cubicBezTo>
                    <a:cubicBezTo>
                      <a:pt x="828" y="1439"/>
                      <a:pt x="827" y="1438"/>
                      <a:pt x="828" y="1438"/>
                    </a:cubicBezTo>
                    <a:cubicBezTo>
                      <a:pt x="829" y="1438"/>
                      <a:pt x="830" y="1440"/>
                      <a:pt x="831" y="1440"/>
                    </a:cubicBezTo>
                    <a:cubicBezTo>
                      <a:pt x="831" y="1441"/>
                      <a:pt x="831" y="1441"/>
                      <a:pt x="831" y="1442"/>
                    </a:cubicBezTo>
                    <a:cubicBezTo>
                      <a:pt x="832" y="1443"/>
                      <a:pt x="833" y="1444"/>
                      <a:pt x="833" y="1444"/>
                    </a:cubicBezTo>
                    <a:cubicBezTo>
                      <a:pt x="835" y="1445"/>
                      <a:pt x="837" y="1446"/>
                      <a:pt x="838" y="1444"/>
                    </a:cubicBezTo>
                    <a:cubicBezTo>
                      <a:pt x="839" y="1442"/>
                      <a:pt x="837" y="1441"/>
                      <a:pt x="836" y="1439"/>
                    </a:cubicBezTo>
                    <a:cubicBezTo>
                      <a:pt x="836" y="1437"/>
                      <a:pt x="839" y="1437"/>
                      <a:pt x="840" y="1438"/>
                    </a:cubicBezTo>
                    <a:cubicBezTo>
                      <a:pt x="842" y="1438"/>
                      <a:pt x="843" y="1440"/>
                      <a:pt x="845" y="1441"/>
                    </a:cubicBezTo>
                    <a:cubicBezTo>
                      <a:pt x="846" y="1441"/>
                      <a:pt x="848" y="1442"/>
                      <a:pt x="850" y="1442"/>
                    </a:cubicBezTo>
                    <a:cubicBezTo>
                      <a:pt x="852" y="1442"/>
                      <a:pt x="852" y="1440"/>
                      <a:pt x="854" y="1439"/>
                    </a:cubicBezTo>
                    <a:cubicBezTo>
                      <a:pt x="855" y="1439"/>
                      <a:pt x="858" y="1440"/>
                      <a:pt x="858" y="1438"/>
                    </a:cubicBezTo>
                    <a:cubicBezTo>
                      <a:pt x="858" y="1436"/>
                      <a:pt x="856" y="1435"/>
                      <a:pt x="858" y="1433"/>
                    </a:cubicBezTo>
                    <a:cubicBezTo>
                      <a:pt x="859" y="1433"/>
                      <a:pt x="862" y="1433"/>
                      <a:pt x="863" y="1434"/>
                    </a:cubicBezTo>
                    <a:cubicBezTo>
                      <a:pt x="865" y="1434"/>
                      <a:pt x="868" y="1434"/>
                      <a:pt x="869" y="1436"/>
                    </a:cubicBezTo>
                    <a:cubicBezTo>
                      <a:pt x="870" y="1438"/>
                      <a:pt x="866" y="1437"/>
                      <a:pt x="865" y="1438"/>
                    </a:cubicBezTo>
                    <a:cubicBezTo>
                      <a:pt x="864" y="1439"/>
                      <a:pt x="866" y="1442"/>
                      <a:pt x="866" y="1443"/>
                    </a:cubicBezTo>
                    <a:cubicBezTo>
                      <a:pt x="868" y="1446"/>
                      <a:pt x="872" y="1447"/>
                      <a:pt x="875" y="1450"/>
                    </a:cubicBezTo>
                    <a:cubicBezTo>
                      <a:pt x="876" y="1452"/>
                      <a:pt x="875" y="1453"/>
                      <a:pt x="873" y="1454"/>
                    </a:cubicBezTo>
                    <a:cubicBezTo>
                      <a:pt x="871" y="1455"/>
                      <a:pt x="871" y="1455"/>
                      <a:pt x="871" y="1457"/>
                    </a:cubicBezTo>
                    <a:cubicBezTo>
                      <a:pt x="871" y="1461"/>
                      <a:pt x="865" y="1462"/>
                      <a:pt x="868" y="1466"/>
                    </a:cubicBezTo>
                    <a:cubicBezTo>
                      <a:pt x="870" y="1469"/>
                      <a:pt x="875" y="1468"/>
                      <a:pt x="879" y="1470"/>
                    </a:cubicBezTo>
                    <a:cubicBezTo>
                      <a:pt x="881" y="1471"/>
                      <a:pt x="882" y="1474"/>
                      <a:pt x="883" y="1475"/>
                    </a:cubicBezTo>
                    <a:cubicBezTo>
                      <a:pt x="885" y="1476"/>
                      <a:pt x="887" y="1476"/>
                      <a:pt x="888" y="1476"/>
                    </a:cubicBezTo>
                    <a:cubicBezTo>
                      <a:pt x="892" y="1478"/>
                      <a:pt x="892" y="1482"/>
                      <a:pt x="894" y="1485"/>
                    </a:cubicBezTo>
                    <a:cubicBezTo>
                      <a:pt x="895" y="1486"/>
                      <a:pt x="895" y="1489"/>
                      <a:pt x="897" y="1489"/>
                    </a:cubicBezTo>
                    <a:cubicBezTo>
                      <a:pt x="899" y="1490"/>
                      <a:pt x="900" y="1488"/>
                      <a:pt x="900" y="1486"/>
                    </a:cubicBezTo>
                    <a:cubicBezTo>
                      <a:pt x="900" y="1482"/>
                      <a:pt x="895" y="1477"/>
                      <a:pt x="901" y="1475"/>
                    </a:cubicBezTo>
                    <a:cubicBezTo>
                      <a:pt x="905" y="1475"/>
                      <a:pt x="908" y="1477"/>
                      <a:pt x="912" y="1478"/>
                    </a:cubicBezTo>
                    <a:cubicBezTo>
                      <a:pt x="915" y="1478"/>
                      <a:pt x="919" y="1476"/>
                      <a:pt x="917" y="1472"/>
                    </a:cubicBezTo>
                    <a:cubicBezTo>
                      <a:pt x="916" y="1470"/>
                      <a:pt x="913" y="1469"/>
                      <a:pt x="912" y="1468"/>
                    </a:cubicBezTo>
                    <a:cubicBezTo>
                      <a:pt x="910" y="1466"/>
                      <a:pt x="912" y="1465"/>
                      <a:pt x="913" y="1464"/>
                    </a:cubicBezTo>
                    <a:cubicBezTo>
                      <a:pt x="917" y="1462"/>
                      <a:pt x="921" y="1462"/>
                      <a:pt x="925" y="1462"/>
                    </a:cubicBezTo>
                    <a:cubicBezTo>
                      <a:pt x="927" y="1462"/>
                      <a:pt x="928" y="1461"/>
                      <a:pt x="930" y="1460"/>
                    </a:cubicBezTo>
                    <a:cubicBezTo>
                      <a:pt x="931" y="1459"/>
                      <a:pt x="933" y="1458"/>
                      <a:pt x="935" y="1457"/>
                    </a:cubicBezTo>
                    <a:cubicBezTo>
                      <a:pt x="938" y="1455"/>
                      <a:pt x="941" y="1452"/>
                      <a:pt x="943" y="1449"/>
                    </a:cubicBezTo>
                    <a:cubicBezTo>
                      <a:pt x="945" y="1447"/>
                      <a:pt x="946" y="1447"/>
                      <a:pt x="949" y="1447"/>
                    </a:cubicBezTo>
                    <a:cubicBezTo>
                      <a:pt x="952" y="1448"/>
                      <a:pt x="954" y="1450"/>
                      <a:pt x="957" y="1451"/>
                    </a:cubicBezTo>
                    <a:cubicBezTo>
                      <a:pt x="961" y="1452"/>
                      <a:pt x="965" y="1451"/>
                      <a:pt x="969" y="1452"/>
                    </a:cubicBezTo>
                    <a:cubicBezTo>
                      <a:pt x="969" y="1452"/>
                      <a:pt x="972" y="1452"/>
                      <a:pt x="972" y="1453"/>
                    </a:cubicBezTo>
                    <a:cubicBezTo>
                      <a:pt x="972" y="1454"/>
                      <a:pt x="970" y="1455"/>
                      <a:pt x="969" y="1455"/>
                    </a:cubicBezTo>
                    <a:cubicBezTo>
                      <a:pt x="966" y="1456"/>
                      <a:pt x="962" y="1455"/>
                      <a:pt x="958" y="1455"/>
                    </a:cubicBezTo>
                    <a:cubicBezTo>
                      <a:pt x="955" y="1455"/>
                      <a:pt x="951" y="1454"/>
                      <a:pt x="948" y="1456"/>
                    </a:cubicBezTo>
                    <a:cubicBezTo>
                      <a:pt x="946" y="1458"/>
                      <a:pt x="946" y="1461"/>
                      <a:pt x="948" y="1463"/>
                    </a:cubicBezTo>
                    <a:cubicBezTo>
                      <a:pt x="949" y="1466"/>
                      <a:pt x="952" y="1464"/>
                      <a:pt x="954" y="1463"/>
                    </a:cubicBezTo>
                    <a:cubicBezTo>
                      <a:pt x="958" y="1462"/>
                      <a:pt x="961" y="1462"/>
                      <a:pt x="964" y="1465"/>
                    </a:cubicBezTo>
                    <a:cubicBezTo>
                      <a:pt x="966" y="1468"/>
                      <a:pt x="967" y="1471"/>
                      <a:pt x="970" y="1472"/>
                    </a:cubicBezTo>
                    <a:cubicBezTo>
                      <a:pt x="973" y="1473"/>
                      <a:pt x="977" y="1474"/>
                      <a:pt x="977" y="1477"/>
                    </a:cubicBezTo>
                    <a:cubicBezTo>
                      <a:pt x="977" y="1481"/>
                      <a:pt x="973" y="1481"/>
                      <a:pt x="971" y="1480"/>
                    </a:cubicBezTo>
                    <a:cubicBezTo>
                      <a:pt x="967" y="1478"/>
                      <a:pt x="965" y="1476"/>
                      <a:pt x="961" y="1476"/>
                    </a:cubicBezTo>
                    <a:cubicBezTo>
                      <a:pt x="958" y="1476"/>
                      <a:pt x="956" y="1478"/>
                      <a:pt x="954" y="1476"/>
                    </a:cubicBezTo>
                    <a:cubicBezTo>
                      <a:pt x="951" y="1475"/>
                      <a:pt x="948" y="1473"/>
                      <a:pt x="945" y="1474"/>
                    </a:cubicBezTo>
                    <a:cubicBezTo>
                      <a:pt x="943" y="1475"/>
                      <a:pt x="943" y="1478"/>
                      <a:pt x="941" y="1480"/>
                    </a:cubicBezTo>
                    <a:cubicBezTo>
                      <a:pt x="940" y="1482"/>
                      <a:pt x="938" y="1482"/>
                      <a:pt x="936" y="1483"/>
                    </a:cubicBezTo>
                    <a:cubicBezTo>
                      <a:pt x="931" y="1484"/>
                      <a:pt x="930" y="1492"/>
                      <a:pt x="933" y="1495"/>
                    </a:cubicBezTo>
                    <a:cubicBezTo>
                      <a:pt x="935" y="1497"/>
                      <a:pt x="938" y="1498"/>
                      <a:pt x="941" y="1500"/>
                    </a:cubicBezTo>
                    <a:cubicBezTo>
                      <a:pt x="944" y="1501"/>
                      <a:pt x="947" y="1504"/>
                      <a:pt x="950" y="1504"/>
                    </a:cubicBezTo>
                    <a:cubicBezTo>
                      <a:pt x="957" y="1506"/>
                      <a:pt x="954" y="1488"/>
                      <a:pt x="961" y="1490"/>
                    </a:cubicBezTo>
                    <a:cubicBezTo>
                      <a:pt x="965" y="1491"/>
                      <a:pt x="967" y="1497"/>
                      <a:pt x="968" y="1499"/>
                    </a:cubicBezTo>
                    <a:cubicBezTo>
                      <a:pt x="970" y="1502"/>
                      <a:pt x="972" y="1503"/>
                      <a:pt x="976" y="1504"/>
                    </a:cubicBezTo>
                    <a:cubicBezTo>
                      <a:pt x="978" y="1505"/>
                      <a:pt x="981" y="1506"/>
                      <a:pt x="984" y="1506"/>
                    </a:cubicBezTo>
                    <a:cubicBezTo>
                      <a:pt x="987" y="1506"/>
                      <a:pt x="989" y="1504"/>
                      <a:pt x="991" y="1504"/>
                    </a:cubicBezTo>
                    <a:cubicBezTo>
                      <a:pt x="994" y="1503"/>
                      <a:pt x="996" y="1505"/>
                      <a:pt x="998" y="1506"/>
                    </a:cubicBezTo>
                    <a:cubicBezTo>
                      <a:pt x="1001" y="1507"/>
                      <a:pt x="1004" y="1507"/>
                      <a:pt x="1007" y="1507"/>
                    </a:cubicBezTo>
                    <a:cubicBezTo>
                      <a:pt x="1010" y="1506"/>
                      <a:pt x="1013" y="1507"/>
                      <a:pt x="1016" y="1507"/>
                    </a:cubicBezTo>
                    <a:cubicBezTo>
                      <a:pt x="1019" y="1506"/>
                      <a:pt x="1019" y="1502"/>
                      <a:pt x="1019" y="1499"/>
                    </a:cubicBezTo>
                    <a:cubicBezTo>
                      <a:pt x="1019" y="1497"/>
                      <a:pt x="1019" y="1492"/>
                      <a:pt x="1022" y="1493"/>
                    </a:cubicBezTo>
                    <a:cubicBezTo>
                      <a:pt x="1026" y="1495"/>
                      <a:pt x="1028" y="1498"/>
                      <a:pt x="1032" y="1499"/>
                    </a:cubicBezTo>
                    <a:cubicBezTo>
                      <a:pt x="1035" y="1500"/>
                      <a:pt x="1038" y="1499"/>
                      <a:pt x="1040" y="1499"/>
                    </a:cubicBezTo>
                    <a:cubicBezTo>
                      <a:pt x="1044" y="1499"/>
                      <a:pt x="1047" y="1500"/>
                      <a:pt x="1050" y="1501"/>
                    </a:cubicBezTo>
                    <a:cubicBezTo>
                      <a:pt x="1053" y="1502"/>
                      <a:pt x="1055" y="1504"/>
                      <a:pt x="1057" y="1506"/>
                    </a:cubicBezTo>
                    <a:cubicBezTo>
                      <a:pt x="1059" y="1508"/>
                      <a:pt x="1061" y="1510"/>
                      <a:pt x="1063" y="1508"/>
                    </a:cubicBezTo>
                    <a:cubicBezTo>
                      <a:pt x="1065" y="1507"/>
                      <a:pt x="1066" y="1503"/>
                      <a:pt x="1069" y="1503"/>
                    </a:cubicBezTo>
                    <a:cubicBezTo>
                      <a:pt x="1071" y="1503"/>
                      <a:pt x="1073" y="1506"/>
                      <a:pt x="1075" y="1508"/>
                    </a:cubicBezTo>
                    <a:cubicBezTo>
                      <a:pt x="1078" y="1510"/>
                      <a:pt x="1082" y="1508"/>
                      <a:pt x="1085" y="1507"/>
                    </a:cubicBezTo>
                    <a:cubicBezTo>
                      <a:pt x="1090" y="1507"/>
                      <a:pt x="1094" y="1507"/>
                      <a:pt x="1099" y="1508"/>
                    </a:cubicBezTo>
                    <a:cubicBezTo>
                      <a:pt x="1102" y="1508"/>
                      <a:pt x="1106" y="1506"/>
                      <a:pt x="1109" y="1505"/>
                    </a:cubicBezTo>
                    <a:cubicBezTo>
                      <a:pt x="1112" y="1503"/>
                      <a:pt x="1114" y="1501"/>
                      <a:pt x="1115" y="1497"/>
                    </a:cubicBezTo>
                    <a:cubicBezTo>
                      <a:pt x="1115" y="1494"/>
                      <a:pt x="1114" y="1489"/>
                      <a:pt x="1117" y="1486"/>
                    </a:cubicBezTo>
                    <a:cubicBezTo>
                      <a:pt x="1120" y="1483"/>
                      <a:pt x="1126" y="1483"/>
                      <a:pt x="1130" y="1486"/>
                    </a:cubicBezTo>
                    <a:cubicBezTo>
                      <a:pt x="1134" y="1489"/>
                      <a:pt x="1131" y="1495"/>
                      <a:pt x="1131" y="1499"/>
                    </a:cubicBezTo>
                    <a:cubicBezTo>
                      <a:pt x="1132" y="1503"/>
                      <a:pt x="1138" y="1498"/>
                      <a:pt x="1140" y="1497"/>
                    </a:cubicBezTo>
                    <a:cubicBezTo>
                      <a:pt x="1141" y="1496"/>
                      <a:pt x="1142" y="1495"/>
                      <a:pt x="1144" y="1495"/>
                    </a:cubicBezTo>
                    <a:cubicBezTo>
                      <a:pt x="1145" y="1496"/>
                      <a:pt x="1147" y="1497"/>
                      <a:pt x="1148" y="1498"/>
                    </a:cubicBezTo>
                    <a:cubicBezTo>
                      <a:pt x="1149" y="1498"/>
                      <a:pt x="1159" y="1503"/>
                      <a:pt x="1157" y="1505"/>
                    </a:cubicBezTo>
                    <a:cubicBezTo>
                      <a:pt x="1156" y="1506"/>
                      <a:pt x="1152" y="1505"/>
                      <a:pt x="1151" y="1505"/>
                    </a:cubicBezTo>
                    <a:cubicBezTo>
                      <a:pt x="1148" y="1504"/>
                      <a:pt x="1146" y="1504"/>
                      <a:pt x="1143" y="1503"/>
                    </a:cubicBezTo>
                    <a:cubicBezTo>
                      <a:pt x="1139" y="1503"/>
                      <a:pt x="1138" y="1507"/>
                      <a:pt x="1135" y="1510"/>
                    </a:cubicBezTo>
                    <a:cubicBezTo>
                      <a:pt x="1133" y="1512"/>
                      <a:pt x="1131" y="1514"/>
                      <a:pt x="1132" y="1517"/>
                    </a:cubicBezTo>
                    <a:cubicBezTo>
                      <a:pt x="1133" y="1519"/>
                      <a:pt x="1136" y="1525"/>
                      <a:pt x="1132" y="1524"/>
                    </a:cubicBezTo>
                    <a:cubicBezTo>
                      <a:pt x="1128" y="1523"/>
                      <a:pt x="1125" y="1516"/>
                      <a:pt x="1121" y="1514"/>
                    </a:cubicBezTo>
                    <a:cubicBezTo>
                      <a:pt x="1118" y="1511"/>
                      <a:pt x="1113" y="1513"/>
                      <a:pt x="1110" y="1514"/>
                    </a:cubicBezTo>
                    <a:cubicBezTo>
                      <a:pt x="1106" y="1515"/>
                      <a:pt x="1102" y="1515"/>
                      <a:pt x="1098" y="1514"/>
                    </a:cubicBezTo>
                    <a:cubicBezTo>
                      <a:pt x="1093" y="1514"/>
                      <a:pt x="1089" y="1513"/>
                      <a:pt x="1085" y="1514"/>
                    </a:cubicBezTo>
                    <a:cubicBezTo>
                      <a:pt x="1081" y="1514"/>
                      <a:pt x="1078" y="1515"/>
                      <a:pt x="1075" y="1516"/>
                    </a:cubicBezTo>
                    <a:cubicBezTo>
                      <a:pt x="1068" y="1519"/>
                      <a:pt x="1061" y="1522"/>
                      <a:pt x="1053" y="1520"/>
                    </a:cubicBezTo>
                    <a:cubicBezTo>
                      <a:pt x="1051" y="1519"/>
                      <a:pt x="1051" y="1519"/>
                      <a:pt x="1049" y="1520"/>
                    </a:cubicBezTo>
                    <a:cubicBezTo>
                      <a:pt x="1048" y="1522"/>
                      <a:pt x="1047" y="1524"/>
                      <a:pt x="1047" y="1525"/>
                    </a:cubicBezTo>
                    <a:cubicBezTo>
                      <a:pt x="1047" y="1526"/>
                      <a:pt x="1047" y="1526"/>
                      <a:pt x="1046" y="1527"/>
                    </a:cubicBezTo>
                    <a:cubicBezTo>
                      <a:pt x="1044" y="1529"/>
                      <a:pt x="1042" y="1527"/>
                      <a:pt x="1040" y="1526"/>
                    </a:cubicBezTo>
                    <a:cubicBezTo>
                      <a:pt x="1039" y="1524"/>
                      <a:pt x="1039" y="1522"/>
                      <a:pt x="1036" y="1523"/>
                    </a:cubicBezTo>
                    <a:cubicBezTo>
                      <a:pt x="1035" y="1523"/>
                      <a:pt x="1034" y="1526"/>
                      <a:pt x="1035" y="1527"/>
                    </a:cubicBezTo>
                    <a:cubicBezTo>
                      <a:pt x="1036" y="1529"/>
                      <a:pt x="1038" y="1530"/>
                      <a:pt x="1039" y="1532"/>
                    </a:cubicBezTo>
                    <a:cubicBezTo>
                      <a:pt x="1040" y="1533"/>
                      <a:pt x="1040" y="1536"/>
                      <a:pt x="1040" y="1538"/>
                    </a:cubicBezTo>
                    <a:cubicBezTo>
                      <a:pt x="1040" y="1540"/>
                      <a:pt x="1040" y="1542"/>
                      <a:pt x="1040" y="1544"/>
                    </a:cubicBezTo>
                    <a:cubicBezTo>
                      <a:pt x="1040" y="1546"/>
                      <a:pt x="1040" y="1548"/>
                      <a:pt x="1038" y="1549"/>
                    </a:cubicBezTo>
                    <a:cubicBezTo>
                      <a:pt x="1034" y="1552"/>
                      <a:pt x="1035" y="1542"/>
                      <a:pt x="1032" y="1540"/>
                    </a:cubicBezTo>
                    <a:cubicBezTo>
                      <a:pt x="1031" y="1540"/>
                      <a:pt x="1028" y="1540"/>
                      <a:pt x="1027" y="1539"/>
                    </a:cubicBezTo>
                    <a:cubicBezTo>
                      <a:pt x="1025" y="1539"/>
                      <a:pt x="1024" y="1538"/>
                      <a:pt x="1022" y="1538"/>
                    </a:cubicBezTo>
                    <a:cubicBezTo>
                      <a:pt x="1020" y="1537"/>
                      <a:pt x="1019" y="1537"/>
                      <a:pt x="1019" y="1535"/>
                    </a:cubicBezTo>
                    <a:cubicBezTo>
                      <a:pt x="1019" y="1533"/>
                      <a:pt x="1020" y="1531"/>
                      <a:pt x="1021" y="1529"/>
                    </a:cubicBezTo>
                    <a:cubicBezTo>
                      <a:pt x="1022" y="1527"/>
                      <a:pt x="1023" y="1526"/>
                      <a:pt x="1024" y="1524"/>
                    </a:cubicBezTo>
                    <a:cubicBezTo>
                      <a:pt x="1025" y="1522"/>
                      <a:pt x="1025" y="1520"/>
                      <a:pt x="1023" y="1519"/>
                    </a:cubicBezTo>
                    <a:cubicBezTo>
                      <a:pt x="1021" y="1517"/>
                      <a:pt x="1019" y="1517"/>
                      <a:pt x="1017" y="1516"/>
                    </a:cubicBezTo>
                    <a:cubicBezTo>
                      <a:pt x="1015" y="1514"/>
                      <a:pt x="1014" y="1513"/>
                      <a:pt x="1012" y="1512"/>
                    </a:cubicBezTo>
                    <a:cubicBezTo>
                      <a:pt x="1010" y="1512"/>
                      <a:pt x="1008" y="1512"/>
                      <a:pt x="1007" y="1514"/>
                    </a:cubicBezTo>
                    <a:cubicBezTo>
                      <a:pt x="1007" y="1515"/>
                      <a:pt x="1008" y="1516"/>
                      <a:pt x="1008" y="1517"/>
                    </a:cubicBezTo>
                    <a:cubicBezTo>
                      <a:pt x="1008" y="1518"/>
                      <a:pt x="1007" y="1519"/>
                      <a:pt x="1006" y="1519"/>
                    </a:cubicBezTo>
                    <a:cubicBezTo>
                      <a:pt x="1005" y="1520"/>
                      <a:pt x="1004" y="1522"/>
                      <a:pt x="1003" y="1522"/>
                    </a:cubicBezTo>
                    <a:cubicBezTo>
                      <a:pt x="1002" y="1522"/>
                      <a:pt x="1002" y="1522"/>
                      <a:pt x="1001" y="1522"/>
                    </a:cubicBezTo>
                    <a:cubicBezTo>
                      <a:pt x="1001" y="1522"/>
                      <a:pt x="1000" y="1522"/>
                      <a:pt x="1000" y="1522"/>
                    </a:cubicBezTo>
                    <a:cubicBezTo>
                      <a:pt x="999" y="1522"/>
                      <a:pt x="998" y="1521"/>
                      <a:pt x="997" y="1522"/>
                    </a:cubicBezTo>
                    <a:cubicBezTo>
                      <a:pt x="995" y="1523"/>
                      <a:pt x="994" y="1524"/>
                      <a:pt x="994" y="1526"/>
                    </a:cubicBezTo>
                    <a:cubicBezTo>
                      <a:pt x="991" y="1527"/>
                      <a:pt x="989" y="1525"/>
                      <a:pt x="988" y="1522"/>
                    </a:cubicBezTo>
                    <a:cubicBezTo>
                      <a:pt x="987" y="1519"/>
                      <a:pt x="985" y="1516"/>
                      <a:pt x="982" y="1514"/>
                    </a:cubicBezTo>
                    <a:cubicBezTo>
                      <a:pt x="981" y="1513"/>
                      <a:pt x="979" y="1513"/>
                      <a:pt x="978" y="1513"/>
                    </a:cubicBezTo>
                    <a:cubicBezTo>
                      <a:pt x="976" y="1512"/>
                      <a:pt x="975" y="1512"/>
                      <a:pt x="973" y="1511"/>
                    </a:cubicBezTo>
                    <a:cubicBezTo>
                      <a:pt x="970" y="1511"/>
                      <a:pt x="965" y="1512"/>
                      <a:pt x="968" y="1516"/>
                    </a:cubicBezTo>
                    <a:cubicBezTo>
                      <a:pt x="966" y="1517"/>
                      <a:pt x="963" y="1519"/>
                      <a:pt x="961" y="1518"/>
                    </a:cubicBezTo>
                    <a:cubicBezTo>
                      <a:pt x="959" y="1517"/>
                      <a:pt x="958" y="1516"/>
                      <a:pt x="957" y="1514"/>
                    </a:cubicBezTo>
                    <a:cubicBezTo>
                      <a:pt x="956" y="1513"/>
                      <a:pt x="956" y="1512"/>
                      <a:pt x="956" y="1511"/>
                    </a:cubicBezTo>
                    <a:cubicBezTo>
                      <a:pt x="956" y="1509"/>
                      <a:pt x="956" y="1509"/>
                      <a:pt x="955" y="1509"/>
                    </a:cubicBezTo>
                    <a:cubicBezTo>
                      <a:pt x="953" y="1508"/>
                      <a:pt x="951" y="1507"/>
                      <a:pt x="948" y="1507"/>
                    </a:cubicBezTo>
                    <a:cubicBezTo>
                      <a:pt x="948" y="1507"/>
                      <a:pt x="947" y="1507"/>
                      <a:pt x="946" y="1507"/>
                    </a:cubicBezTo>
                    <a:cubicBezTo>
                      <a:pt x="945" y="1507"/>
                      <a:pt x="944" y="1506"/>
                      <a:pt x="943" y="1506"/>
                    </a:cubicBezTo>
                    <a:cubicBezTo>
                      <a:pt x="941" y="1504"/>
                      <a:pt x="939" y="1502"/>
                      <a:pt x="937" y="1501"/>
                    </a:cubicBezTo>
                    <a:cubicBezTo>
                      <a:pt x="935" y="1501"/>
                      <a:pt x="934" y="1500"/>
                      <a:pt x="933" y="1500"/>
                    </a:cubicBezTo>
                    <a:cubicBezTo>
                      <a:pt x="931" y="1499"/>
                      <a:pt x="930" y="1500"/>
                      <a:pt x="930" y="1502"/>
                    </a:cubicBezTo>
                    <a:cubicBezTo>
                      <a:pt x="929" y="1503"/>
                      <a:pt x="930" y="1505"/>
                      <a:pt x="929" y="1506"/>
                    </a:cubicBezTo>
                    <a:cubicBezTo>
                      <a:pt x="928" y="1507"/>
                      <a:pt x="925" y="1506"/>
                      <a:pt x="925" y="1504"/>
                    </a:cubicBezTo>
                    <a:cubicBezTo>
                      <a:pt x="924" y="1503"/>
                      <a:pt x="924" y="1503"/>
                      <a:pt x="924" y="1502"/>
                    </a:cubicBezTo>
                    <a:cubicBezTo>
                      <a:pt x="923" y="1501"/>
                      <a:pt x="923" y="1499"/>
                      <a:pt x="923" y="1498"/>
                    </a:cubicBezTo>
                    <a:cubicBezTo>
                      <a:pt x="923" y="1498"/>
                      <a:pt x="923" y="1498"/>
                      <a:pt x="923" y="1498"/>
                    </a:cubicBezTo>
                    <a:cubicBezTo>
                      <a:pt x="923" y="1497"/>
                      <a:pt x="923" y="1496"/>
                      <a:pt x="923" y="1495"/>
                    </a:cubicBezTo>
                    <a:cubicBezTo>
                      <a:pt x="923" y="1494"/>
                      <a:pt x="923" y="1493"/>
                      <a:pt x="922" y="1492"/>
                    </a:cubicBezTo>
                    <a:cubicBezTo>
                      <a:pt x="921" y="1491"/>
                      <a:pt x="919" y="1491"/>
                      <a:pt x="918" y="1490"/>
                    </a:cubicBezTo>
                    <a:cubicBezTo>
                      <a:pt x="917" y="1490"/>
                      <a:pt x="917" y="1490"/>
                      <a:pt x="916" y="1490"/>
                    </a:cubicBezTo>
                    <a:cubicBezTo>
                      <a:pt x="915" y="1490"/>
                      <a:pt x="914" y="1489"/>
                      <a:pt x="913" y="1489"/>
                    </a:cubicBezTo>
                    <a:cubicBezTo>
                      <a:pt x="912" y="1489"/>
                      <a:pt x="911" y="1491"/>
                      <a:pt x="911" y="1492"/>
                    </a:cubicBezTo>
                    <a:cubicBezTo>
                      <a:pt x="911" y="1494"/>
                      <a:pt x="913" y="1495"/>
                      <a:pt x="914" y="1495"/>
                    </a:cubicBezTo>
                    <a:cubicBezTo>
                      <a:pt x="915" y="1495"/>
                      <a:pt x="917" y="1495"/>
                      <a:pt x="918" y="1496"/>
                    </a:cubicBezTo>
                    <a:cubicBezTo>
                      <a:pt x="919" y="1498"/>
                      <a:pt x="917" y="1498"/>
                      <a:pt x="916" y="1499"/>
                    </a:cubicBezTo>
                    <a:cubicBezTo>
                      <a:pt x="914" y="1500"/>
                      <a:pt x="914" y="1501"/>
                      <a:pt x="915" y="1503"/>
                    </a:cubicBezTo>
                    <a:cubicBezTo>
                      <a:pt x="916" y="1504"/>
                      <a:pt x="917" y="1506"/>
                      <a:pt x="916" y="1507"/>
                    </a:cubicBezTo>
                    <a:cubicBezTo>
                      <a:pt x="914" y="1507"/>
                      <a:pt x="912" y="1507"/>
                      <a:pt x="910" y="1507"/>
                    </a:cubicBezTo>
                    <a:cubicBezTo>
                      <a:pt x="908" y="1506"/>
                      <a:pt x="906" y="1506"/>
                      <a:pt x="904" y="1506"/>
                    </a:cubicBezTo>
                    <a:cubicBezTo>
                      <a:pt x="903" y="1507"/>
                      <a:pt x="902" y="1509"/>
                      <a:pt x="901" y="1511"/>
                    </a:cubicBezTo>
                    <a:cubicBezTo>
                      <a:pt x="900" y="1513"/>
                      <a:pt x="900" y="1514"/>
                      <a:pt x="900" y="1516"/>
                    </a:cubicBezTo>
                    <a:cubicBezTo>
                      <a:pt x="900" y="1520"/>
                      <a:pt x="898" y="1523"/>
                      <a:pt x="895" y="1525"/>
                    </a:cubicBezTo>
                    <a:cubicBezTo>
                      <a:pt x="893" y="1525"/>
                      <a:pt x="890" y="1525"/>
                      <a:pt x="889" y="1527"/>
                    </a:cubicBezTo>
                    <a:cubicBezTo>
                      <a:pt x="888" y="1528"/>
                      <a:pt x="889" y="1530"/>
                      <a:pt x="890" y="1531"/>
                    </a:cubicBezTo>
                    <a:cubicBezTo>
                      <a:pt x="892" y="1533"/>
                      <a:pt x="894" y="1533"/>
                      <a:pt x="895" y="1535"/>
                    </a:cubicBezTo>
                    <a:cubicBezTo>
                      <a:pt x="896" y="1536"/>
                      <a:pt x="896" y="1538"/>
                      <a:pt x="896" y="1540"/>
                    </a:cubicBezTo>
                    <a:cubicBezTo>
                      <a:pt x="896" y="1541"/>
                      <a:pt x="897" y="1544"/>
                      <a:pt x="895" y="1545"/>
                    </a:cubicBezTo>
                    <a:cubicBezTo>
                      <a:pt x="893" y="1546"/>
                      <a:pt x="890" y="1543"/>
                      <a:pt x="889" y="1542"/>
                    </a:cubicBezTo>
                    <a:cubicBezTo>
                      <a:pt x="888" y="1540"/>
                      <a:pt x="886" y="1539"/>
                      <a:pt x="885" y="1538"/>
                    </a:cubicBezTo>
                    <a:cubicBezTo>
                      <a:pt x="883" y="1538"/>
                      <a:pt x="881" y="1539"/>
                      <a:pt x="879" y="1539"/>
                    </a:cubicBezTo>
                    <a:cubicBezTo>
                      <a:pt x="875" y="1537"/>
                      <a:pt x="883" y="1530"/>
                      <a:pt x="883" y="1527"/>
                    </a:cubicBezTo>
                    <a:cubicBezTo>
                      <a:pt x="884" y="1525"/>
                      <a:pt x="883" y="1522"/>
                      <a:pt x="880" y="1523"/>
                    </a:cubicBezTo>
                    <a:cubicBezTo>
                      <a:pt x="877" y="1523"/>
                      <a:pt x="877" y="1527"/>
                      <a:pt x="875" y="1529"/>
                    </a:cubicBezTo>
                    <a:cubicBezTo>
                      <a:pt x="874" y="1531"/>
                      <a:pt x="873" y="1530"/>
                      <a:pt x="872" y="1529"/>
                    </a:cubicBezTo>
                    <a:cubicBezTo>
                      <a:pt x="871" y="1527"/>
                      <a:pt x="869" y="1528"/>
                      <a:pt x="868" y="1529"/>
                    </a:cubicBezTo>
                    <a:cubicBezTo>
                      <a:pt x="866" y="1532"/>
                      <a:pt x="864" y="1534"/>
                      <a:pt x="860" y="1535"/>
                    </a:cubicBezTo>
                    <a:cubicBezTo>
                      <a:pt x="859" y="1534"/>
                      <a:pt x="859" y="1532"/>
                      <a:pt x="859" y="1531"/>
                    </a:cubicBezTo>
                    <a:cubicBezTo>
                      <a:pt x="858" y="1530"/>
                      <a:pt x="859" y="1529"/>
                      <a:pt x="858" y="1527"/>
                    </a:cubicBezTo>
                    <a:cubicBezTo>
                      <a:pt x="857" y="1527"/>
                      <a:pt x="857" y="1527"/>
                      <a:pt x="856" y="1526"/>
                    </a:cubicBezTo>
                    <a:cubicBezTo>
                      <a:pt x="856" y="1526"/>
                      <a:pt x="856" y="1525"/>
                      <a:pt x="855" y="1524"/>
                    </a:cubicBezTo>
                    <a:cubicBezTo>
                      <a:pt x="855" y="1522"/>
                      <a:pt x="854" y="1521"/>
                      <a:pt x="853" y="1519"/>
                    </a:cubicBezTo>
                    <a:cubicBezTo>
                      <a:pt x="853" y="1519"/>
                      <a:pt x="853" y="1518"/>
                      <a:pt x="853" y="1517"/>
                    </a:cubicBezTo>
                    <a:cubicBezTo>
                      <a:pt x="852" y="1517"/>
                      <a:pt x="851" y="1517"/>
                      <a:pt x="850" y="1517"/>
                    </a:cubicBezTo>
                    <a:cubicBezTo>
                      <a:pt x="850" y="1517"/>
                      <a:pt x="849" y="1516"/>
                      <a:pt x="848" y="1516"/>
                    </a:cubicBezTo>
                    <a:cubicBezTo>
                      <a:pt x="847" y="1516"/>
                      <a:pt x="845" y="1516"/>
                      <a:pt x="844" y="1515"/>
                    </a:cubicBezTo>
                    <a:cubicBezTo>
                      <a:pt x="843" y="1514"/>
                      <a:pt x="843" y="1512"/>
                      <a:pt x="844" y="1511"/>
                    </a:cubicBezTo>
                    <a:cubicBezTo>
                      <a:pt x="844" y="1510"/>
                      <a:pt x="845" y="1509"/>
                      <a:pt x="845" y="1509"/>
                    </a:cubicBezTo>
                    <a:cubicBezTo>
                      <a:pt x="845" y="1508"/>
                      <a:pt x="845" y="1507"/>
                      <a:pt x="845" y="1506"/>
                    </a:cubicBezTo>
                    <a:cubicBezTo>
                      <a:pt x="846" y="1505"/>
                      <a:pt x="846" y="1504"/>
                      <a:pt x="845" y="1502"/>
                    </a:cubicBezTo>
                    <a:cubicBezTo>
                      <a:pt x="844" y="1501"/>
                      <a:pt x="842" y="1500"/>
                      <a:pt x="841" y="1499"/>
                    </a:cubicBezTo>
                    <a:cubicBezTo>
                      <a:pt x="840" y="1498"/>
                      <a:pt x="839" y="1497"/>
                      <a:pt x="838" y="1496"/>
                    </a:cubicBezTo>
                    <a:cubicBezTo>
                      <a:pt x="837" y="1495"/>
                      <a:pt x="836" y="1493"/>
                      <a:pt x="834" y="1494"/>
                    </a:cubicBezTo>
                    <a:cubicBezTo>
                      <a:pt x="834" y="1494"/>
                      <a:pt x="834" y="1495"/>
                      <a:pt x="833" y="1495"/>
                    </a:cubicBezTo>
                    <a:cubicBezTo>
                      <a:pt x="832" y="1496"/>
                      <a:pt x="831" y="1495"/>
                      <a:pt x="830" y="1495"/>
                    </a:cubicBezTo>
                    <a:cubicBezTo>
                      <a:pt x="829" y="1494"/>
                      <a:pt x="827" y="1493"/>
                      <a:pt x="826" y="1493"/>
                    </a:cubicBezTo>
                    <a:cubicBezTo>
                      <a:pt x="824" y="1493"/>
                      <a:pt x="823" y="1494"/>
                      <a:pt x="822" y="1492"/>
                    </a:cubicBezTo>
                    <a:cubicBezTo>
                      <a:pt x="822" y="1491"/>
                      <a:pt x="822" y="1489"/>
                      <a:pt x="822" y="1487"/>
                    </a:cubicBezTo>
                    <a:cubicBezTo>
                      <a:pt x="822" y="1485"/>
                      <a:pt x="822" y="1484"/>
                      <a:pt x="822" y="1482"/>
                    </a:cubicBezTo>
                    <a:cubicBezTo>
                      <a:pt x="821" y="1479"/>
                      <a:pt x="823" y="1475"/>
                      <a:pt x="819" y="1474"/>
                    </a:cubicBezTo>
                    <a:cubicBezTo>
                      <a:pt x="817" y="1474"/>
                      <a:pt x="816" y="1474"/>
                      <a:pt x="815" y="1472"/>
                    </a:cubicBezTo>
                    <a:cubicBezTo>
                      <a:pt x="814" y="1471"/>
                      <a:pt x="814" y="1469"/>
                      <a:pt x="816" y="1469"/>
                    </a:cubicBezTo>
                    <a:cubicBezTo>
                      <a:pt x="818" y="1469"/>
                      <a:pt x="820" y="1469"/>
                      <a:pt x="822" y="1470"/>
                    </a:cubicBezTo>
                    <a:cubicBezTo>
                      <a:pt x="823" y="1471"/>
                      <a:pt x="825" y="1471"/>
                      <a:pt x="827" y="1470"/>
                    </a:cubicBezTo>
                    <a:cubicBezTo>
                      <a:pt x="827" y="1468"/>
                      <a:pt x="825" y="1467"/>
                      <a:pt x="823" y="1467"/>
                    </a:cubicBezTo>
                    <a:cubicBezTo>
                      <a:pt x="821" y="1466"/>
                      <a:pt x="818" y="1465"/>
                      <a:pt x="817" y="1464"/>
                    </a:cubicBezTo>
                    <a:cubicBezTo>
                      <a:pt x="815" y="1463"/>
                      <a:pt x="816" y="1460"/>
                      <a:pt x="815" y="1459"/>
                    </a:cubicBezTo>
                    <a:cubicBezTo>
                      <a:pt x="815" y="1457"/>
                      <a:pt x="815" y="1455"/>
                      <a:pt x="815" y="1453"/>
                    </a:cubicBezTo>
                    <a:cubicBezTo>
                      <a:pt x="816" y="1452"/>
                      <a:pt x="816" y="1451"/>
                      <a:pt x="816" y="1450"/>
                    </a:cubicBezTo>
                    <a:cubicBezTo>
                      <a:pt x="816" y="1450"/>
                      <a:pt x="817" y="1449"/>
                      <a:pt x="817" y="1448"/>
                    </a:cubicBezTo>
                    <a:cubicBezTo>
                      <a:pt x="818" y="1447"/>
                      <a:pt x="820" y="1448"/>
                      <a:pt x="820" y="1446"/>
                    </a:cubicBezTo>
                    <a:cubicBezTo>
                      <a:pt x="820" y="1445"/>
                      <a:pt x="818" y="1444"/>
                      <a:pt x="817" y="1444"/>
                    </a:cubicBezTo>
                    <a:cubicBezTo>
                      <a:pt x="815" y="1444"/>
                      <a:pt x="814" y="1445"/>
                      <a:pt x="813" y="1444"/>
                    </a:cubicBezTo>
                    <a:cubicBezTo>
                      <a:pt x="813" y="1442"/>
                      <a:pt x="813" y="1441"/>
                      <a:pt x="812" y="1440"/>
                    </a:cubicBezTo>
                    <a:cubicBezTo>
                      <a:pt x="811" y="1439"/>
                      <a:pt x="809" y="1439"/>
                      <a:pt x="808" y="1438"/>
                    </a:cubicBezTo>
                    <a:cubicBezTo>
                      <a:pt x="805" y="1437"/>
                      <a:pt x="803" y="1437"/>
                      <a:pt x="800" y="1436"/>
                    </a:cubicBezTo>
                    <a:cubicBezTo>
                      <a:pt x="798" y="1436"/>
                      <a:pt x="796" y="1436"/>
                      <a:pt x="795" y="1434"/>
                    </a:cubicBezTo>
                    <a:cubicBezTo>
                      <a:pt x="793" y="1432"/>
                      <a:pt x="794" y="1430"/>
                      <a:pt x="793" y="1427"/>
                    </a:cubicBezTo>
                    <a:cubicBezTo>
                      <a:pt x="793" y="1427"/>
                      <a:pt x="793" y="1427"/>
                      <a:pt x="793" y="1426"/>
                    </a:cubicBezTo>
                    <a:cubicBezTo>
                      <a:pt x="793" y="1425"/>
                      <a:pt x="792" y="1424"/>
                      <a:pt x="792" y="1422"/>
                    </a:cubicBezTo>
                    <a:cubicBezTo>
                      <a:pt x="791" y="1421"/>
                      <a:pt x="790" y="1420"/>
                      <a:pt x="788" y="1419"/>
                    </a:cubicBezTo>
                    <a:cubicBezTo>
                      <a:pt x="788" y="1418"/>
                      <a:pt x="787" y="1418"/>
                      <a:pt x="786" y="1417"/>
                    </a:cubicBezTo>
                    <a:cubicBezTo>
                      <a:pt x="786" y="1417"/>
                      <a:pt x="785" y="1417"/>
                      <a:pt x="785" y="1417"/>
                    </a:cubicBezTo>
                    <a:cubicBezTo>
                      <a:pt x="784" y="1416"/>
                      <a:pt x="783" y="1416"/>
                      <a:pt x="782" y="1416"/>
                    </a:cubicBezTo>
                    <a:cubicBezTo>
                      <a:pt x="782" y="1415"/>
                      <a:pt x="781" y="1415"/>
                      <a:pt x="780" y="1415"/>
                    </a:cubicBezTo>
                    <a:cubicBezTo>
                      <a:pt x="779" y="1414"/>
                      <a:pt x="778" y="1413"/>
                      <a:pt x="777" y="1412"/>
                    </a:cubicBezTo>
                    <a:cubicBezTo>
                      <a:pt x="776" y="1411"/>
                      <a:pt x="776" y="1411"/>
                      <a:pt x="776" y="1410"/>
                    </a:cubicBezTo>
                    <a:cubicBezTo>
                      <a:pt x="775" y="1410"/>
                      <a:pt x="775" y="1409"/>
                      <a:pt x="775" y="1408"/>
                    </a:cubicBezTo>
                    <a:cubicBezTo>
                      <a:pt x="774" y="1406"/>
                      <a:pt x="773" y="1404"/>
                      <a:pt x="771" y="1402"/>
                    </a:cubicBezTo>
                    <a:cubicBezTo>
                      <a:pt x="770" y="1400"/>
                      <a:pt x="768" y="1399"/>
                      <a:pt x="766" y="1398"/>
                    </a:cubicBezTo>
                    <a:cubicBezTo>
                      <a:pt x="764" y="1398"/>
                      <a:pt x="762" y="1397"/>
                      <a:pt x="760" y="1397"/>
                    </a:cubicBezTo>
                    <a:cubicBezTo>
                      <a:pt x="758" y="1397"/>
                      <a:pt x="757" y="1397"/>
                      <a:pt x="755" y="1397"/>
                    </a:cubicBezTo>
                    <a:cubicBezTo>
                      <a:pt x="754" y="1397"/>
                      <a:pt x="752" y="1398"/>
                      <a:pt x="751" y="1398"/>
                    </a:cubicBezTo>
                    <a:cubicBezTo>
                      <a:pt x="750" y="1398"/>
                      <a:pt x="749" y="1398"/>
                      <a:pt x="748" y="1398"/>
                    </a:cubicBezTo>
                    <a:cubicBezTo>
                      <a:pt x="748" y="1398"/>
                      <a:pt x="747" y="1399"/>
                      <a:pt x="747" y="1399"/>
                    </a:cubicBezTo>
                    <a:cubicBezTo>
                      <a:pt x="746" y="1399"/>
                      <a:pt x="744" y="1399"/>
                      <a:pt x="743" y="1398"/>
                    </a:cubicBezTo>
                    <a:cubicBezTo>
                      <a:pt x="742" y="1398"/>
                      <a:pt x="741" y="1397"/>
                      <a:pt x="741" y="1396"/>
                    </a:cubicBezTo>
                    <a:cubicBezTo>
                      <a:pt x="739" y="1395"/>
                      <a:pt x="738" y="1393"/>
                      <a:pt x="737" y="1392"/>
                    </a:cubicBezTo>
                    <a:cubicBezTo>
                      <a:pt x="737" y="1391"/>
                      <a:pt x="737" y="1390"/>
                      <a:pt x="736" y="1389"/>
                    </a:cubicBezTo>
                    <a:cubicBezTo>
                      <a:pt x="736" y="1388"/>
                      <a:pt x="735" y="1387"/>
                      <a:pt x="734" y="1386"/>
                    </a:cubicBezTo>
                    <a:cubicBezTo>
                      <a:pt x="733" y="1385"/>
                      <a:pt x="732" y="1383"/>
                      <a:pt x="729" y="1383"/>
                    </a:cubicBezTo>
                    <a:cubicBezTo>
                      <a:pt x="728" y="1383"/>
                      <a:pt x="728" y="1383"/>
                      <a:pt x="727" y="1383"/>
                    </a:cubicBezTo>
                    <a:cubicBezTo>
                      <a:pt x="726" y="1383"/>
                      <a:pt x="725" y="1384"/>
                      <a:pt x="724" y="1384"/>
                    </a:cubicBezTo>
                    <a:cubicBezTo>
                      <a:pt x="722" y="1384"/>
                      <a:pt x="721" y="1385"/>
                      <a:pt x="719" y="1385"/>
                    </a:cubicBezTo>
                    <a:cubicBezTo>
                      <a:pt x="715" y="1385"/>
                      <a:pt x="712" y="1385"/>
                      <a:pt x="708" y="1386"/>
                    </a:cubicBezTo>
                    <a:cubicBezTo>
                      <a:pt x="707" y="1386"/>
                      <a:pt x="706" y="1387"/>
                      <a:pt x="705" y="1389"/>
                    </a:cubicBezTo>
                    <a:cubicBezTo>
                      <a:pt x="705" y="1390"/>
                      <a:pt x="704" y="1391"/>
                      <a:pt x="704" y="1392"/>
                    </a:cubicBezTo>
                    <a:cubicBezTo>
                      <a:pt x="701" y="1395"/>
                      <a:pt x="698" y="1390"/>
                      <a:pt x="696" y="1389"/>
                    </a:cubicBezTo>
                    <a:cubicBezTo>
                      <a:pt x="694" y="1387"/>
                      <a:pt x="693" y="1385"/>
                      <a:pt x="691" y="1383"/>
                    </a:cubicBezTo>
                    <a:cubicBezTo>
                      <a:pt x="689" y="1381"/>
                      <a:pt x="687" y="1380"/>
                      <a:pt x="685" y="1378"/>
                    </a:cubicBezTo>
                    <a:cubicBezTo>
                      <a:pt x="683" y="1376"/>
                      <a:pt x="681" y="1375"/>
                      <a:pt x="680" y="1374"/>
                    </a:cubicBezTo>
                    <a:cubicBezTo>
                      <a:pt x="677" y="1372"/>
                      <a:pt x="675" y="1371"/>
                      <a:pt x="673" y="1369"/>
                    </a:cubicBezTo>
                    <a:cubicBezTo>
                      <a:pt x="672" y="1369"/>
                      <a:pt x="671" y="1368"/>
                      <a:pt x="670" y="1368"/>
                    </a:cubicBezTo>
                    <a:cubicBezTo>
                      <a:pt x="669" y="1367"/>
                      <a:pt x="669" y="1366"/>
                      <a:pt x="669" y="1366"/>
                    </a:cubicBezTo>
                    <a:cubicBezTo>
                      <a:pt x="667" y="1364"/>
                      <a:pt x="666" y="1362"/>
                      <a:pt x="664" y="1361"/>
                    </a:cubicBezTo>
                    <a:cubicBezTo>
                      <a:pt x="662" y="1360"/>
                      <a:pt x="661" y="1359"/>
                      <a:pt x="659" y="1359"/>
                    </a:cubicBezTo>
                    <a:cubicBezTo>
                      <a:pt x="657" y="1358"/>
                      <a:pt x="655" y="1358"/>
                      <a:pt x="653" y="1357"/>
                    </a:cubicBezTo>
                    <a:cubicBezTo>
                      <a:pt x="652" y="1357"/>
                      <a:pt x="651" y="1356"/>
                      <a:pt x="649" y="1355"/>
                    </a:cubicBezTo>
                    <a:cubicBezTo>
                      <a:pt x="648" y="1354"/>
                      <a:pt x="646" y="1353"/>
                      <a:pt x="645" y="1353"/>
                    </a:cubicBezTo>
                    <a:cubicBezTo>
                      <a:pt x="642" y="1352"/>
                      <a:pt x="640" y="1352"/>
                      <a:pt x="637" y="1351"/>
                    </a:cubicBezTo>
                    <a:cubicBezTo>
                      <a:pt x="636" y="1351"/>
                      <a:pt x="634" y="1351"/>
                      <a:pt x="633" y="1352"/>
                    </a:cubicBezTo>
                    <a:cubicBezTo>
                      <a:pt x="632" y="1352"/>
                      <a:pt x="632" y="1353"/>
                      <a:pt x="633" y="1354"/>
                    </a:cubicBezTo>
                    <a:cubicBezTo>
                      <a:pt x="633" y="1355"/>
                      <a:pt x="634" y="1356"/>
                      <a:pt x="634" y="1357"/>
                    </a:cubicBezTo>
                    <a:cubicBezTo>
                      <a:pt x="634" y="1358"/>
                      <a:pt x="634" y="1360"/>
                      <a:pt x="633" y="1361"/>
                    </a:cubicBezTo>
                    <a:cubicBezTo>
                      <a:pt x="633" y="1361"/>
                      <a:pt x="633" y="1360"/>
                      <a:pt x="633" y="1360"/>
                    </a:cubicBezTo>
                    <a:cubicBezTo>
                      <a:pt x="630" y="1362"/>
                      <a:pt x="627" y="1360"/>
                      <a:pt x="625" y="1359"/>
                    </a:cubicBezTo>
                    <a:cubicBezTo>
                      <a:pt x="623" y="1358"/>
                      <a:pt x="622" y="1357"/>
                      <a:pt x="620" y="1357"/>
                    </a:cubicBezTo>
                    <a:cubicBezTo>
                      <a:pt x="619" y="1357"/>
                      <a:pt x="618" y="1357"/>
                      <a:pt x="617" y="1357"/>
                    </a:cubicBezTo>
                    <a:cubicBezTo>
                      <a:pt x="615" y="1357"/>
                      <a:pt x="613" y="1356"/>
                      <a:pt x="611" y="1358"/>
                    </a:cubicBezTo>
                    <a:cubicBezTo>
                      <a:pt x="610" y="1359"/>
                      <a:pt x="609" y="1363"/>
                      <a:pt x="610" y="1365"/>
                    </a:cubicBezTo>
                    <a:cubicBezTo>
                      <a:pt x="611" y="1367"/>
                      <a:pt x="613" y="1367"/>
                      <a:pt x="615" y="1368"/>
                    </a:cubicBezTo>
                    <a:cubicBezTo>
                      <a:pt x="617" y="1368"/>
                      <a:pt x="620" y="1369"/>
                      <a:pt x="622" y="1370"/>
                    </a:cubicBezTo>
                    <a:cubicBezTo>
                      <a:pt x="624" y="1371"/>
                      <a:pt x="625" y="1372"/>
                      <a:pt x="627" y="1373"/>
                    </a:cubicBezTo>
                    <a:cubicBezTo>
                      <a:pt x="628" y="1375"/>
                      <a:pt x="630" y="1376"/>
                      <a:pt x="632" y="1378"/>
                    </a:cubicBezTo>
                    <a:cubicBezTo>
                      <a:pt x="633" y="1379"/>
                      <a:pt x="634" y="1381"/>
                      <a:pt x="634" y="1383"/>
                    </a:cubicBezTo>
                    <a:cubicBezTo>
                      <a:pt x="634" y="1384"/>
                      <a:pt x="633" y="1386"/>
                      <a:pt x="632" y="1387"/>
                    </a:cubicBezTo>
                    <a:cubicBezTo>
                      <a:pt x="631" y="1390"/>
                      <a:pt x="629" y="1394"/>
                      <a:pt x="626" y="1395"/>
                    </a:cubicBezTo>
                    <a:cubicBezTo>
                      <a:pt x="623" y="1397"/>
                      <a:pt x="620" y="1394"/>
                      <a:pt x="617" y="1393"/>
                    </a:cubicBezTo>
                    <a:cubicBezTo>
                      <a:pt x="615" y="1391"/>
                      <a:pt x="613" y="1390"/>
                      <a:pt x="611" y="1389"/>
                    </a:cubicBezTo>
                    <a:cubicBezTo>
                      <a:pt x="609" y="1388"/>
                      <a:pt x="607" y="1388"/>
                      <a:pt x="605" y="1387"/>
                    </a:cubicBezTo>
                    <a:cubicBezTo>
                      <a:pt x="601" y="1385"/>
                      <a:pt x="597" y="1380"/>
                      <a:pt x="592" y="1381"/>
                    </a:cubicBezTo>
                    <a:cubicBezTo>
                      <a:pt x="587" y="1382"/>
                      <a:pt x="585" y="1387"/>
                      <a:pt x="581" y="1389"/>
                    </a:cubicBezTo>
                    <a:cubicBezTo>
                      <a:pt x="580" y="1390"/>
                      <a:pt x="578" y="1390"/>
                      <a:pt x="577" y="1391"/>
                    </a:cubicBezTo>
                    <a:cubicBezTo>
                      <a:pt x="575" y="1392"/>
                      <a:pt x="573" y="1393"/>
                      <a:pt x="571" y="1394"/>
                    </a:cubicBezTo>
                    <a:cubicBezTo>
                      <a:pt x="568" y="1396"/>
                      <a:pt x="566" y="1397"/>
                      <a:pt x="563" y="1399"/>
                    </a:cubicBezTo>
                    <a:cubicBezTo>
                      <a:pt x="562" y="1400"/>
                      <a:pt x="560" y="1401"/>
                      <a:pt x="559" y="1401"/>
                    </a:cubicBezTo>
                    <a:cubicBezTo>
                      <a:pt x="557" y="1402"/>
                      <a:pt x="555" y="1402"/>
                      <a:pt x="555" y="1403"/>
                    </a:cubicBezTo>
                    <a:cubicBezTo>
                      <a:pt x="554" y="1404"/>
                      <a:pt x="555" y="1406"/>
                      <a:pt x="555" y="1407"/>
                    </a:cubicBezTo>
                    <a:cubicBezTo>
                      <a:pt x="555" y="1409"/>
                      <a:pt x="554" y="1410"/>
                      <a:pt x="552" y="1412"/>
                    </a:cubicBezTo>
                    <a:cubicBezTo>
                      <a:pt x="551" y="1413"/>
                      <a:pt x="549" y="1414"/>
                      <a:pt x="547" y="1413"/>
                    </a:cubicBezTo>
                    <a:cubicBezTo>
                      <a:pt x="545" y="1413"/>
                      <a:pt x="544" y="1413"/>
                      <a:pt x="543" y="1413"/>
                    </a:cubicBezTo>
                    <a:cubicBezTo>
                      <a:pt x="540" y="1413"/>
                      <a:pt x="540" y="1417"/>
                      <a:pt x="541" y="1419"/>
                    </a:cubicBezTo>
                    <a:cubicBezTo>
                      <a:pt x="542" y="1420"/>
                      <a:pt x="543" y="1421"/>
                      <a:pt x="543" y="1423"/>
                    </a:cubicBezTo>
                    <a:cubicBezTo>
                      <a:pt x="544" y="1425"/>
                      <a:pt x="544" y="1427"/>
                      <a:pt x="543" y="1429"/>
                    </a:cubicBezTo>
                    <a:cubicBezTo>
                      <a:pt x="543" y="1430"/>
                      <a:pt x="542" y="1432"/>
                      <a:pt x="542" y="1434"/>
                    </a:cubicBezTo>
                    <a:cubicBezTo>
                      <a:pt x="542" y="1436"/>
                      <a:pt x="541" y="1437"/>
                      <a:pt x="541" y="1438"/>
                    </a:cubicBezTo>
                    <a:cubicBezTo>
                      <a:pt x="541" y="1439"/>
                      <a:pt x="540" y="1440"/>
                      <a:pt x="540" y="1441"/>
                    </a:cubicBezTo>
                    <a:cubicBezTo>
                      <a:pt x="540" y="1443"/>
                      <a:pt x="539" y="1444"/>
                      <a:pt x="539" y="1445"/>
                    </a:cubicBezTo>
                    <a:cubicBezTo>
                      <a:pt x="539" y="1445"/>
                      <a:pt x="538" y="1446"/>
                      <a:pt x="538" y="1446"/>
                    </a:cubicBezTo>
                    <a:cubicBezTo>
                      <a:pt x="537" y="1447"/>
                      <a:pt x="537" y="1448"/>
                      <a:pt x="536" y="1449"/>
                    </a:cubicBezTo>
                    <a:cubicBezTo>
                      <a:pt x="535" y="1450"/>
                      <a:pt x="534" y="1450"/>
                      <a:pt x="533" y="1451"/>
                    </a:cubicBezTo>
                    <a:cubicBezTo>
                      <a:pt x="533" y="1451"/>
                      <a:pt x="532" y="1452"/>
                      <a:pt x="530" y="1452"/>
                    </a:cubicBezTo>
                    <a:cubicBezTo>
                      <a:pt x="530" y="1452"/>
                      <a:pt x="530" y="1452"/>
                      <a:pt x="530" y="1452"/>
                    </a:cubicBezTo>
                    <a:cubicBezTo>
                      <a:pt x="529" y="1452"/>
                      <a:pt x="529" y="1453"/>
                      <a:pt x="529" y="1453"/>
                    </a:cubicBezTo>
                    <a:cubicBezTo>
                      <a:pt x="528" y="1454"/>
                      <a:pt x="528" y="1456"/>
                      <a:pt x="528" y="1457"/>
                    </a:cubicBezTo>
                    <a:cubicBezTo>
                      <a:pt x="528" y="1458"/>
                      <a:pt x="528" y="1459"/>
                      <a:pt x="528" y="1461"/>
                    </a:cubicBezTo>
                    <a:cubicBezTo>
                      <a:pt x="527" y="1462"/>
                      <a:pt x="528" y="1464"/>
                      <a:pt x="528" y="1465"/>
                    </a:cubicBezTo>
                    <a:cubicBezTo>
                      <a:pt x="527" y="1467"/>
                      <a:pt x="527" y="1468"/>
                      <a:pt x="527" y="1470"/>
                    </a:cubicBezTo>
                    <a:cubicBezTo>
                      <a:pt x="527" y="1472"/>
                      <a:pt x="526" y="1473"/>
                      <a:pt x="525" y="1475"/>
                    </a:cubicBezTo>
                    <a:cubicBezTo>
                      <a:pt x="523" y="1479"/>
                      <a:pt x="522" y="1483"/>
                      <a:pt x="520" y="1487"/>
                    </a:cubicBezTo>
                    <a:cubicBezTo>
                      <a:pt x="519" y="1490"/>
                      <a:pt x="517" y="1493"/>
                      <a:pt x="516" y="1496"/>
                    </a:cubicBezTo>
                    <a:cubicBezTo>
                      <a:pt x="515" y="1498"/>
                      <a:pt x="514" y="1501"/>
                      <a:pt x="513" y="1503"/>
                    </a:cubicBezTo>
                    <a:cubicBezTo>
                      <a:pt x="513" y="1504"/>
                      <a:pt x="512" y="1505"/>
                      <a:pt x="512" y="1507"/>
                    </a:cubicBezTo>
                    <a:cubicBezTo>
                      <a:pt x="510" y="1509"/>
                      <a:pt x="508" y="1512"/>
                      <a:pt x="505" y="1513"/>
                    </a:cubicBezTo>
                    <a:cubicBezTo>
                      <a:pt x="503" y="1514"/>
                      <a:pt x="501" y="1515"/>
                      <a:pt x="499" y="1516"/>
                    </a:cubicBezTo>
                    <a:cubicBezTo>
                      <a:pt x="497" y="1517"/>
                      <a:pt x="494" y="1520"/>
                      <a:pt x="494" y="1522"/>
                    </a:cubicBezTo>
                    <a:cubicBezTo>
                      <a:pt x="494" y="1523"/>
                      <a:pt x="495" y="1524"/>
                      <a:pt x="495" y="1525"/>
                    </a:cubicBezTo>
                    <a:cubicBezTo>
                      <a:pt x="496" y="1526"/>
                      <a:pt x="497" y="1526"/>
                      <a:pt x="497" y="1527"/>
                    </a:cubicBezTo>
                    <a:cubicBezTo>
                      <a:pt x="497" y="1529"/>
                      <a:pt x="495" y="1530"/>
                      <a:pt x="494" y="1530"/>
                    </a:cubicBezTo>
                    <a:cubicBezTo>
                      <a:pt x="492" y="1531"/>
                      <a:pt x="490" y="1532"/>
                      <a:pt x="489" y="1534"/>
                    </a:cubicBezTo>
                    <a:cubicBezTo>
                      <a:pt x="488" y="1535"/>
                      <a:pt x="488" y="1537"/>
                      <a:pt x="487" y="1538"/>
                    </a:cubicBezTo>
                    <a:cubicBezTo>
                      <a:pt x="486" y="1540"/>
                      <a:pt x="485" y="1541"/>
                      <a:pt x="485" y="1542"/>
                    </a:cubicBezTo>
                    <a:cubicBezTo>
                      <a:pt x="485" y="1544"/>
                      <a:pt x="484" y="1545"/>
                      <a:pt x="484" y="1547"/>
                    </a:cubicBezTo>
                    <a:cubicBezTo>
                      <a:pt x="484" y="1548"/>
                      <a:pt x="483" y="1550"/>
                      <a:pt x="483" y="1552"/>
                    </a:cubicBezTo>
                    <a:cubicBezTo>
                      <a:pt x="483" y="1553"/>
                      <a:pt x="484" y="1555"/>
                      <a:pt x="485" y="1556"/>
                    </a:cubicBezTo>
                    <a:cubicBezTo>
                      <a:pt x="485" y="1557"/>
                      <a:pt x="485" y="1558"/>
                      <a:pt x="486" y="1559"/>
                    </a:cubicBezTo>
                    <a:cubicBezTo>
                      <a:pt x="487" y="1561"/>
                      <a:pt x="489" y="1562"/>
                      <a:pt x="489" y="1564"/>
                    </a:cubicBezTo>
                    <a:cubicBezTo>
                      <a:pt x="490" y="1565"/>
                      <a:pt x="490" y="1565"/>
                      <a:pt x="490" y="1566"/>
                    </a:cubicBezTo>
                    <a:cubicBezTo>
                      <a:pt x="490" y="1566"/>
                      <a:pt x="490" y="1566"/>
                      <a:pt x="490" y="1567"/>
                    </a:cubicBezTo>
                    <a:cubicBezTo>
                      <a:pt x="491" y="1568"/>
                      <a:pt x="488" y="1569"/>
                      <a:pt x="487" y="1569"/>
                    </a:cubicBezTo>
                    <a:cubicBezTo>
                      <a:pt x="485" y="1569"/>
                      <a:pt x="482" y="1568"/>
                      <a:pt x="479" y="1569"/>
                    </a:cubicBezTo>
                    <a:cubicBezTo>
                      <a:pt x="478" y="1570"/>
                      <a:pt x="477" y="1571"/>
                      <a:pt x="475" y="1571"/>
                    </a:cubicBezTo>
                    <a:cubicBezTo>
                      <a:pt x="474" y="1572"/>
                      <a:pt x="473" y="1572"/>
                      <a:pt x="472" y="1573"/>
                    </a:cubicBezTo>
                    <a:cubicBezTo>
                      <a:pt x="470" y="1576"/>
                      <a:pt x="470" y="1579"/>
                      <a:pt x="468" y="1581"/>
                    </a:cubicBezTo>
                    <a:cubicBezTo>
                      <a:pt x="467" y="1583"/>
                      <a:pt x="467" y="1582"/>
                      <a:pt x="466" y="1583"/>
                    </a:cubicBezTo>
                    <a:cubicBezTo>
                      <a:pt x="464" y="1584"/>
                      <a:pt x="464" y="1586"/>
                      <a:pt x="464" y="1588"/>
                    </a:cubicBezTo>
                    <a:cubicBezTo>
                      <a:pt x="463" y="1591"/>
                      <a:pt x="463" y="1594"/>
                      <a:pt x="461" y="1597"/>
                    </a:cubicBezTo>
                    <a:cubicBezTo>
                      <a:pt x="458" y="1599"/>
                      <a:pt x="456" y="1601"/>
                      <a:pt x="454" y="1603"/>
                    </a:cubicBezTo>
                    <a:cubicBezTo>
                      <a:pt x="452" y="1607"/>
                      <a:pt x="454" y="1610"/>
                      <a:pt x="454" y="1613"/>
                    </a:cubicBezTo>
                    <a:cubicBezTo>
                      <a:pt x="454" y="1617"/>
                      <a:pt x="455" y="1620"/>
                      <a:pt x="456" y="1624"/>
                    </a:cubicBezTo>
                    <a:cubicBezTo>
                      <a:pt x="457" y="1630"/>
                      <a:pt x="449" y="1626"/>
                      <a:pt x="447" y="1625"/>
                    </a:cubicBezTo>
                    <a:cubicBezTo>
                      <a:pt x="444" y="1625"/>
                      <a:pt x="440" y="1624"/>
                      <a:pt x="437" y="1623"/>
                    </a:cubicBezTo>
                    <a:cubicBezTo>
                      <a:pt x="432" y="1623"/>
                      <a:pt x="431" y="1624"/>
                      <a:pt x="431" y="1629"/>
                    </a:cubicBezTo>
                    <a:cubicBezTo>
                      <a:pt x="430" y="1635"/>
                      <a:pt x="431" y="1641"/>
                      <a:pt x="431" y="1647"/>
                    </a:cubicBezTo>
                    <a:cubicBezTo>
                      <a:pt x="432" y="1650"/>
                      <a:pt x="431" y="1654"/>
                      <a:pt x="432" y="1657"/>
                    </a:cubicBezTo>
                    <a:cubicBezTo>
                      <a:pt x="432" y="1659"/>
                      <a:pt x="433" y="1661"/>
                      <a:pt x="432" y="1663"/>
                    </a:cubicBezTo>
                    <a:cubicBezTo>
                      <a:pt x="428" y="1663"/>
                      <a:pt x="424" y="1663"/>
                      <a:pt x="420" y="1664"/>
                    </a:cubicBezTo>
                    <a:cubicBezTo>
                      <a:pt x="416" y="1665"/>
                      <a:pt x="411" y="1665"/>
                      <a:pt x="407" y="1666"/>
                    </a:cubicBezTo>
                    <a:cubicBezTo>
                      <a:pt x="404" y="1668"/>
                      <a:pt x="399" y="1669"/>
                      <a:pt x="399" y="1672"/>
                    </a:cubicBezTo>
                    <a:cubicBezTo>
                      <a:pt x="398" y="1675"/>
                      <a:pt x="399" y="1678"/>
                      <a:pt x="397" y="1680"/>
                    </a:cubicBezTo>
                    <a:cubicBezTo>
                      <a:pt x="396" y="1682"/>
                      <a:pt x="394" y="1682"/>
                      <a:pt x="393" y="1685"/>
                    </a:cubicBezTo>
                    <a:cubicBezTo>
                      <a:pt x="391" y="1689"/>
                      <a:pt x="392" y="1694"/>
                      <a:pt x="392" y="1699"/>
                    </a:cubicBezTo>
                    <a:cubicBezTo>
                      <a:pt x="392" y="1701"/>
                      <a:pt x="391" y="1704"/>
                      <a:pt x="390" y="1706"/>
                    </a:cubicBezTo>
                    <a:cubicBezTo>
                      <a:pt x="388" y="1708"/>
                      <a:pt x="387" y="1706"/>
                      <a:pt x="386" y="1705"/>
                    </a:cubicBezTo>
                    <a:cubicBezTo>
                      <a:pt x="384" y="1703"/>
                      <a:pt x="383" y="1702"/>
                      <a:pt x="381" y="1704"/>
                    </a:cubicBezTo>
                    <a:cubicBezTo>
                      <a:pt x="379" y="1706"/>
                      <a:pt x="380" y="1709"/>
                      <a:pt x="380" y="1711"/>
                    </a:cubicBezTo>
                    <a:cubicBezTo>
                      <a:pt x="381" y="1713"/>
                      <a:pt x="382" y="1715"/>
                      <a:pt x="380" y="1716"/>
                    </a:cubicBezTo>
                    <a:cubicBezTo>
                      <a:pt x="378" y="1717"/>
                      <a:pt x="376" y="1717"/>
                      <a:pt x="374" y="1718"/>
                    </a:cubicBezTo>
                    <a:cubicBezTo>
                      <a:pt x="373" y="1719"/>
                      <a:pt x="372" y="1720"/>
                      <a:pt x="372" y="1721"/>
                    </a:cubicBezTo>
                    <a:cubicBezTo>
                      <a:pt x="372" y="1722"/>
                      <a:pt x="373" y="1723"/>
                      <a:pt x="374" y="1724"/>
                    </a:cubicBezTo>
                    <a:cubicBezTo>
                      <a:pt x="374" y="1725"/>
                      <a:pt x="375" y="1726"/>
                      <a:pt x="375" y="1728"/>
                    </a:cubicBezTo>
                    <a:cubicBezTo>
                      <a:pt x="375" y="1729"/>
                      <a:pt x="374" y="1730"/>
                      <a:pt x="373" y="1731"/>
                    </a:cubicBezTo>
                    <a:cubicBezTo>
                      <a:pt x="372" y="1733"/>
                      <a:pt x="371" y="1736"/>
                      <a:pt x="370" y="1738"/>
                    </a:cubicBezTo>
                    <a:cubicBezTo>
                      <a:pt x="370" y="1739"/>
                      <a:pt x="369" y="1739"/>
                      <a:pt x="368" y="1740"/>
                    </a:cubicBezTo>
                    <a:cubicBezTo>
                      <a:pt x="368" y="1740"/>
                      <a:pt x="367" y="1741"/>
                      <a:pt x="367" y="1742"/>
                    </a:cubicBezTo>
                    <a:cubicBezTo>
                      <a:pt x="366" y="1742"/>
                      <a:pt x="366" y="1743"/>
                      <a:pt x="365" y="1742"/>
                    </a:cubicBezTo>
                    <a:cubicBezTo>
                      <a:pt x="363" y="1741"/>
                      <a:pt x="367" y="1735"/>
                      <a:pt x="364" y="1734"/>
                    </a:cubicBezTo>
                    <a:cubicBezTo>
                      <a:pt x="363" y="1733"/>
                      <a:pt x="362" y="1737"/>
                      <a:pt x="362" y="1738"/>
                    </a:cubicBezTo>
                    <a:cubicBezTo>
                      <a:pt x="361" y="1740"/>
                      <a:pt x="362" y="1742"/>
                      <a:pt x="361" y="1744"/>
                    </a:cubicBezTo>
                    <a:cubicBezTo>
                      <a:pt x="361" y="1745"/>
                      <a:pt x="362" y="1747"/>
                      <a:pt x="360" y="1747"/>
                    </a:cubicBezTo>
                    <a:cubicBezTo>
                      <a:pt x="359" y="1747"/>
                      <a:pt x="359" y="1745"/>
                      <a:pt x="358" y="1744"/>
                    </a:cubicBezTo>
                    <a:cubicBezTo>
                      <a:pt x="358" y="1741"/>
                      <a:pt x="358" y="1739"/>
                      <a:pt x="356" y="1738"/>
                    </a:cubicBezTo>
                    <a:cubicBezTo>
                      <a:pt x="355" y="1737"/>
                      <a:pt x="355" y="1736"/>
                      <a:pt x="355" y="1736"/>
                    </a:cubicBezTo>
                    <a:cubicBezTo>
                      <a:pt x="355" y="1734"/>
                      <a:pt x="354" y="1734"/>
                      <a:pt x="354" y="1733"/>
                    </a:cubicBezTo>
                    <a:cubicBezTo>
                      <a:pt x="353" y="1732"/>
                      <a:pt x="353" y="1730"/>
                      <a:pt x="352" y="1730"/>
                    </a:cubicBezTo>
                    <a:cubicBezTo>
                      <a:pt x="351" y="1730"/>
                      <a:pt x="350" y="1731"/>
                      <a:pt x="349" y="1732"/>
                    </a:cubicBezTo>
                    <a:cubicBezTo>
                      <a:pt x="349" y="1733"/>
                      <a:pt x="349" y="1734"/>
                      <a:pt x="348" y="1734"/>
                    </a:cubicBezTo>
                    <a:cubicBezTo>
                      <a:pt x="346" y="1734"/>
                      <a:pt x="345" y="1732"/>
                      <a:pt x="344" y="1731"/>
                    </a:cubicBezTo>
                    <a:cubicBezTo>
                      <a:pt x="343" y="1730"/>
                      <a:pt x="342" y="1730"/>
                      <a:pt x="340" y="1730"/>
                    </a:cubicBezTo>
                    <a:cubicBezTo>
                      <a:pt x="339" y="1730"/>
                      <a:pt x="338" y="1731"/>
                      <a:pt x="338" y="1733"/>
                    </a:cubicBezTo>
                    <a:cubicBezTo>
                      <a:pt x="337" y="1735"/>
                      <a:pt x="337" y="1737"/>
                      <a:pt x="337" y="1739"/>
                    </a:cubicBezTo>
                    <a:cubicBezTo>
                      <a:pt x="337" y="1740"/>
                      <a:pt x="336" y="1742"/>
                      <a:pt x="335" y="1743"/>
                    </a:cubicBezTo>
                    <a:cubicBezTo>
                      <a:pt x="334" y="1744"/>
                      <a:pt x="334" y="1745"/>
                      <a:pt x="333" y="1747"/>
                    </a:cubicBezTo>
                    <a:cubicBezTo>
                      <a:pt x="332" y="1749"/>
                      <a:pt x="331" y="1751"/>
                      <a:pt x="330" y="1754"/>
                    </a:cubicBezTo>
                    <a:cubicBezTo>
                      <a:pt x="329" y="1755"/>
                      <a:pt x="328" y="1758"/>
                      <a:pt x="330" y="1758"/>
                    </a:cubicBezTo>
                    <a:cubicBezTo>
                      <a:pt x="331" y="1759"/>
                      <a:pt x="332" y="1758"/>
                      <a:pt x="333" y="1757"/>
                    </a:cubicBezTo>
                    <a:cubicBezTo>
                      <a:pt x="334" y="1757"/>
                      <a:pt x="335" y="1755"/>
                      <a:pt x="336" y="1756"/>
                    </a:cubicBezTo>
                    <a:cubicBezTo>
                      <a:pt x="337" y="1756"/>
                      <a:pt x="337" y="1758"/>
                      <a:pt x="337" y="1759"/>
                    </a:cubicBezTo>
                    <a:cubicBezTo>
                      <a:pt x="337" y="1761"/>
                      <a:pt x="336" y="1763"/>
                      <a:pt x="335" y="1764"/>
                    </a:cubicBezTo>
                    <a:cubicBezTo>
                      <a:pt x="334" y="1766"/>
                      <a:pt x="331" y="1768"/>
                      <a:pt x="331" y="1771"/>
                    </a:cubicBezTo>
                    <a:cubicBezTo>
                      <a:pt x="330" y="1773"/>
                      <a:pt x="330" y="1776"/>
                      <a:pt x="330" y="1779"/>
                    </a:cubicBezTo>
                    <a:cubicBezTo>
                      <a:pt x="330" y="1780"/>
                      <a:pt x="329" y="1782"/>
                      <a:pt x="329" y="1784"/>
                    </a:cubicBezTo>
                    <a:cubicBezTo>
                      <a:pt x="329" y="1786"/>
                      <a:pt x="329" y="1788"/>
                      <a:pt x="328" y="1790"/>
                    </a:cubicBezTo>
                    <a:cubicBezTo>
                      <a:pt x="327" y="1791"/>
                      <a:pt x="326" y="1792"/>
                      <a:pt x="325" y="1793"/>
                    </a:cubicBezTo>
                    <a:cubicBezTo>
                      <a:pt x="324" y="1794"/>
                      <a:pt x="321" y="1791"/>
                      <a:pt x="320" y="1790"/>
                    </a:cubicBezTo>
                    <a:cubicBezTo>
                      <a:pt x="318" y="1788"/>
                      <a:pt x="316" y="1786"/>
                      <a:pt x="316" y="1783"/>
                    </a:cubicBezTo>
                    <a:cubicBezTo>
                      <a:pt x="317" y="1781"/>
                      <a:pt x="317" y="1778"/>
                      <a:pt x="317" y="1776"/>
                    </a:cubicBezTo>
                    <a:cubicBezTo>
                      <a:pt x="317" y="1775"/>
                      <a:pt x="318" y="1773"/>
                      <a:pt x="317" y="1772"/>
                    </a:cubicBezTo>
                    <a:cubicBezTo>
                      <a:pt x="316" y="1771"/>
                      <a:pt x="314" y="1772"/>
                      <a:pt x="313" y="1772"/>
                    </a:cubicBezTo>
                    <a:cubicBezTo>
                      <a:pt x="308" y="1775"/>
                      <a:pt x="309" y="1781"/>
                      <a:pt x="309" y="1785"/>
                    </a:cubicBezTo>
                    <a:cubicBezTo>
                      <a:pt x="309" y="1787"/>
                      <a:pt x="309" y="1788"/>
                      <a:pt x="309" y="1789"/>
                    </a:cubicBezTo>
                    <a:cubicBezTo>
                      <a:pt x="309" y="1790"/>
                      <a:pt x="309" y="1791"/>
                      <a:pt x="309" y="1791"/>
                    </a:cubicBezTo>
                    <a:cubicBezTo>
                      <a:pt x="310" y="1792"/>
                      <a:pt x="311" y="1793"/>
                      <a:pt x="312" y="1793"/>
                    </a:cubicBezTo>
                    <a:cubicBezTo>
                      <a:pt x="313" y="1793"/>
                      <a:pt x="314" y="1794"/>
                      <a:pt x="314" y="1794"/>
                    </a:cubicBezTo>
                    <a:cubicBezTo>
                      <a:pt x="316" y="1796"/>
                      <a:pt x="317" y="1797"/>
                      <a:pt x="318" y="1799"/>
                    </a:cubicBezTo>
                    <a:cubicBezTo>
                      <a:pt x="318" y="1801"/>
                      <a:pt x="319" y="1803"/>
                      <a:pt x="319" y="1805"/>
                    </a:cubicBezTo>
                    <a:cubicBezTo>
                      <a:pt x="315" y="1802"/>
                      <a:pt x="314" y="1796"/>
                      <a:pt x="310" y="1796"/>
                    </a:cubicBezTo>
                    <a:cubicBezTo>
                      <a:pt x="307" y="1795"/>
                      <a:pt x="304" y="1794"/>
                      <a:pt x="302" y="1796"/>
                    </a:cubicBezTo>
                    <a:cubicBezTo>
                      <a:pt x="300" y="1798"/>
                      <a:pt x="301" y="1803"/>
                      <a:pt x="302" y="1805"/>
                    </a:cubicBezTo>
                    <a:cubicBezTo>
                      <a:pt x="305" y="1809"/>
                      <a:pt x="309" y="1810"/>
                      <a:pt x="313" y="1813"/>
                    </a:cubicBezTo>
                    <a:cubicBezTo>
                      <a:pt x="316" y="1816"/>
                      <a:pt x="316" y="1821"/>
                      <a:pt x="318" y="1824"/>
                    </a:cubicBezTo>
                    <a:cubicBezTo>
                      <a:pt x="322" y="1828"/>
                      <a:pt x="324" y="1833"/>
                      <a:pt x="320" y="1838"/>
                    </a:cubicBezTo>
                    <a:cubicBezTo>
                      <a:pt x="319" y="1840"/>
                      <a:pt x="317" y="1841"/>
                      <a:pt x="315" y="1843"/>
                    </a:cubicBezTo>
                    <a:cubicBezTo>
                      <a:pt x="314" y="1845"/>
                      <a:pt x="313" y="1847"/>
                      <a:pt x="311" y="1849"/>
                    </a:cubicBezTo>
                    <a:cubicBezTo>
                      <a:pt x="310" y="1850"/>
                      <a:pt x="308" y="1851"/>
                      <a:pt x="306" y="1851"/>
                    </a:cubicBezTo>
                    <a:cubicBezTo>
                      <a:pt x="304" y="1852"/>
                      <a:pt x="302" y="1852"/>
                      <a:pt x="300" y="1853"/>
                    </a:cubicBezTo>
                    <a:cubicBezTo>
                      <a:pt x="296" y="1854"/>
                      <a:pt x="292" y="1855"/>
                      <a:pt x="289" y="1858"/>
                    </a:cubicBezTo>
                    <a:cubicBezTo>
                      <a:pt x="286" y="1863"/>
                      <a:pt x="285" y="1868"/>
                      <a:pt x="283" y="1872"/>
                    </a:cubicBezTo>
                    <a:cubicBezTo>
                      <a:pt x="282" y="1875"/>
                      <a:pt x="281" y="1877"/>
                      <a:pt x="278" y="1877"/>
                    </a:cubicBezTo>
                    <a:cubicBezTo>
                      <a:pt x="276" y="1877"/>
                      <a:pt x="274" y="1876"/>
                      <a:pt x="273" y="1875"/>
                    </a:cubicBezTo>
                    <a:cubicBezTo>
                      <a:pt x="271" y="1872"/>
                      <a:pt x="270" y="1865"/>
                      <a:pt x="273" y="1863"/>
                    </a:cubicBezTo>
                    <a:cubicBezTo>
                      <a:pt x="275" y="1861"/>
                      <a:pt x="277" y="1862"/>
                      <a:pt x="279" y="1860"/>
                    </a:cubicBezTo>
                    <a:cubicBezTo>
                      <a:pt x="281" y="1859"/>
                      <a:pt x="281" y="1857"/>
                      <a:pt x="279" y="1855"/>
                    </a:cubicBezTo>
                    <a:cubicBezTo>
                      <a:pt x="275" y="1852"/>
                      <a:pt x="272" y="1860"/>
                      <a:pt x="267" y="1858"/>
                    </a:cubicBezTo>
                    <a:cubicBezTo>
                      <a:pt x="266" y="1857"/>
                      <a:pt x="265" y="1855"/>
                      <a:pt x="263" y="1857"/>
                    </a:cubicBezTo>
                    <a:cubicBezTo>
                      <a:pt x="262" y="1857"/>
                      <a:pt x="261" y="1859"/>
                      <a:pt x="260" y="1859"/>
                    </a:cubicBezTo>
                    <a:cubicBezTo>
                      <a:pt x="259" y="1860"/>
                      <a:pt x="257" y="1860"/>
                      <a:pt x="255" y="1860"/>
                    </a:cubicBezTo>
                    <a:cubicBezTo>
                      <a:pt x="254" y="1860"/>
                      <a:pt x="253" y="1859"/>
                      <a:pt x="251" y="1859"/>
                    </a:cubicBezTo>
                    <a:cubicBezTo>
                      <a:pt x="250" y="1858"/>
                      <a:pt x="248" y="1858"/>
                      <a:pt x="247" y="1860"/>
                    </a:cubicBezTo>
                    <a:cubicBezTo>
                      <a:pt x="247" y="1861"/>
                      <a:pt x="246" y="1862"/>
                      <a:pt x="246" y="1863"/>
                    </a:cubicBezTo>
                    <a:cubicBezTo>
                      <a:pt x="245" y="1864"/>
                      <a:pt x="245" y="1863"/>
                      <a:pt x="244" y="1863"/>
                    </a:cubicBezTo>
                    <a:cubicBezTo>
                      <a:pt x="243" y="1863"/>
                      <a:pt x="241" y="1862"/>
                      <a:pt x="240" y="1862"/>
                    </a:cubicBezTo>
                    <a:cubicBezTo>
                      <a:pt x="239" y="1862"/>
                      <a:pt x="238" y="1862"/>
                      <a:pt x="237" y="1861"/>
                    </a:cubicBezTo>
                    <a:cubicBezTo>
                      <a:pt x="234" y="1860"/>
                      <a:pt x="232" y="1864"/>
                      <a:pt x="229" y="1863"/>
                    </a:cubicBezTo>
                    <a:cubicBezTo>
                      <a:pt x="227" y="1863"/>
                      <a:pt x="227" y="1859"/>
                      <a:pt x="226" y="1857"/>
                    </a:cubicBezTo>
                    <a:cubicBezTo>
                      <a:pt x="226" y="1856"/>
                      <a:pt x="225" y="1855"/>
                      <a:pt x="224" y="1856"/>
                    </a:cubicBezTo>
                    <a:cubicBezTo>
                      <a:pt x="223" y="1856"/>
                      <a:pt x="222" y="1857"/>
                      <a:pt x="221" y="1858"/>
                    </a:cubicBezTo>
                    <a:cubicBezTo>
                      <a:pt x="220" y="1859"/>
                      <a:pt x="220" y="1861"/>
                      <a:pt x="220" y="1863"/>
                    </a:cubicBezTo>
                    <a:cubicBezTo>
                      <a:pt x="220" y="1865"/>
                      <a:pt x="220" y="1866"/>
                      <a:pt x="220" y="1868"/>
                    </a:cubicBezTo>
                    <a:cubicBezTo>
                      <a:pt x="221" y="1869"/>
                      <a:pt x="221" y="1871"/>
                      <a:pt x="221" y="1872"/>
                    </a:cubicBezTo>
                    <a:cubicBezTo>
                      <a:pt x="221" y="1873"/>
                      <a:pt x="221" y="1874"/>
                      <a:pt x="220" y="1875"/>
                    </a:cubicBezTo>
                    <a:cubicBezTo>
                      <a:pt x="219" y="1876"/>
                      <a:pt x="218" y="1877"/>
                      <a:pt x="219" y="1878"/>
                    </a:cubicBezTo>
                    <a:cubicBezTo>
                      <a:pt x="220" y="1881"/>
                      <a:pt x="223" y="1880"/>
                      <a:pt x="225" y="1883"/>
                    </a:cubicBezTo>
                    <a:cubicBezTo>
                      <a:pt x="226" y="1886"/>
                      <a:pt x="225" y="1888"/>
                      <a:pt x="226" y="1891"/>
                    </a:cubicBezTo>
                    <a:cubicBezTo>
                      <a:pt x="226" y="1892"/>
                      <a:pt x="226" y="1893"/>
                      <a:pt x="226" y="1895"/>
                    </a:cubicBezTo>
                    <a:cubicBezTo>
                      <a:pt x="226" y="1896"/>
                      <a:pt x="224" y="1897"/>
                      <a:pt x="225" y="1898"/>
                    </a:cubicBezTo>
                    <a:cubicBezTo>
                      <a:pt x="225" y="1899"/>
                      <a:pt x="227" y="1900"/>
                      <a:pt x="229" y="1900"/>
                    </a:cubicBezTo>
                    <a:cubicBezTo>
                      <a:pt x="230" y="1900"/>
                      <a:pt x="232" y="1901"/>
                      <a:pt x="234" y="1901"/>
                    </a:cubicBezTo>
                    <a:cubicBezTo>
                      <a:pt x="235" y="1901"/>
                      <a:pt x="236" y="1901"/>
                      <a:pt x="237" y="1901"/>
                    </a:cubicBezTo>
                    <a:cubicBezTo>
                      <a:pt x="237" y="1901"/>
                      <a:pt x="238" y="1902"/>
                      <a:pt x="238" y="1902"/>
                    </a:cubicBezTo>
                    <a:cubicBezTo>
                      <a:pt x="240" y="1903"/>
                      <a:pt x="241" y="1904"/>
                      <a:pt x="242" y="1906"/>
                    </a:cubicBezTo>
                    <a:cubicBezTo>
                      <a:pt x="242" y="1906"/>
                      <a:pt x="242" y="1907"/>
                      <a:pt x="242" y="1908"/>
                    </a:cubicBezTo>
                    <a:cubicBezTo>
                      <a:pt x="243" y="1908"/>
                      <a:pt x="244" y="1910"/>
                      <a:pt x="244" y="1911"/>
                    </a:cubicBezTo>
                    <a:cubicBezTo>
                      <a:pt x="243" y="1912"/>
                      <a:pt x="242" y="1912"/>
                      <a:pt x="241" y="1912"/>
                    </a:cubicBezTo>
                    <a:cubicBezTo>
                      <a:pt x="239" y="1913"/>
                      <a:pt x="237" y="1912"/>
                      <a:pt x="235" y="1911"/>
                    </a:cubicBezTo>
                    <a:cubicBezTo>
                      <a:pt x="233" y="1910"/>
                      <a:pt x="232" y="1909"/>
                      <a:pt x="230" y="1908"/>
                    </a:cubicBezTo>
                    <a:cubicBezTo>
                      <a:pt x="230" y="1908"/>
                      <a:pt x="229" y="1907"/>
                      <a:pt x="228" y="1906"/>
                    </a:cubicBezTo>
                    <a:cubicBezTo>
                      <a:pt x="227" y="1905"/>
                      <a:pt x="226" y="1905"/>
                      <a:pt x="225" y="1905"/>
                    </a:cubicBezTo>
                    <a:cubicBezTo>
                      <a:pt x="224" y="1905"/>
                      <a:pt x="223" y="1904"/>
                      <a:pt x="222" y="1904"/>
                    </a:cubicBezTo>
                    <a:cubicBezTo>
                      <a:pt x="219" y="1904"/>
                      <a:pt x="218" y="1905"/>
                      <a:pt x="216" y="1906"/>
                    </a:cubicBezTo>
                    <a:cubicBezTo>
                      <a:pt x="215" y="1907"/>
                      <a:pt x="214" y="1908"/>
                      <a:pt x="214" y="1910"/>
                    </a:cubicBezTo>
                    <a:cubicBezTo>
                      <a:pt x="214" y="1913"/>
                      <a:pt x="215" y="1915"/>
                      <a:pt x="216" y="1917"/>
                    </a:cubicBezTo>
                    <a:cubicBezTo>
                      <a:pt x="217" y="1918"/>
                      <a:pt x="219" y="1921"/>
                      <a:pt x="218" y="1922"/>
                    </a:cubicBezTo>
                    <a:cubicBezTo>
                      <a:pt x="217" y="1924"/>
                      <a:pt x="215" y="1921"/>
                      <a:pt x="214" y="1922"/>
                    </a:cubicBezTo>
                    <a:cubicBezTo>
                      <a:pt x="213" y="1924"/>
                      <a:pt x="213" y="1927"/>
                      <a:pt x="213" y="1929"/>
                    </a:cubicBezTo>
                    <a:cubicBezTo>
                      <a:pt x="213" y="1930"/>
                      <a:pt x="214" y="1931"/>
                      <a:pt x="214" y="1932"/>
                    </a:cubicBezTo>
                    <a:cubicBezTo>
                      <a:pt x="214" y="1933"/>
                      <a:pt x="215" y="1933"/>
                      <a:pt x="216" y="1934"/>
                    </a:cubicBezTo>
                    <a:cubicBezTo>
                      <a:pt x="217" y="1935"/>
                      <a:pt x="218" y="1939"/>
                      <a:pt x="217" y="1941"/>
                    </a:cubicBezTo>
                    <a:cubicBezTo>
                      <a:pt x="216" y="1942"/>
                      <a:pt x="214" y="1943"/>
                      <a:pt x="213" y="1944"/>
                    </a:cubicBezTo>
                    <a:cubicBezTo>
                      <a:pt x="212" y="1946"/>
                      <a:pt x="212" y="1948"/>
                      <a:pt x="212" y="1950"/>
                    </a:cubicBezTo>
                    <a:cubicBezTo>
                      <a:pt x="212" y="1953"/>
                      <a:pt x="211" y="1955"/>
                      <a:pt x="210" y="1957"/>
                    </a:cubicBezTo>
                    <a:cubicBezTo>
                      <a:pt x="208" y="1959"/>
                      <a:pt x="208" y="1961"/>
                      <a:pt x="207" y="1963"/>
                    </a:cubicBezTo>
                    <a:cubicBezTo>
                      <a:pt x="205" y="1967"/>
                      <a:pt x="200" y="1961"/>
                      <a:pt x="197" y="1960"/>
                    </a:cubicBezTo>
                    <a:cubicBezTo>
                      <a:pt x="196" y="1960"/>
                      <a:pt x="196" y="1960"/>
                      <a:pt x="195" y="1960"/>
                    </a:cubicBezTo>
                    <a:cubicBezTo>
                      <a:pt x="194" y="1960"/>
                      <a:pt x="194" y="1960"/>
                      <a:pt x="193" y="1961"/>
                    </a:cubicBezTo>
                    <a:cubicBezTo>
                      <a:pt x="191" y="1962"/>
                      <a:pt x="190" y="1963"/>
                      <a:pt x="190" y="1964"/>
                    </a:cubicBezTo>
                    <a:cubicBezTo>
                      <a:pt x="189" y="1966"/>
                      <a:pt x="189" y="1966"/>
                      <a:pt x="189" y="1968"/>
                    </a:cubicBezTo>
                    <a:cubicBezTo>
                      <a:pt x="188" y="1969"/>
                      <a:pt x="188" y="1971"/>
                      <a:pt x="188" y="1972"/>
                    </a:cubicBezTo>
                    <a:cubicBezTo>
                      <a:pt x="188" y="1972"/>
                      <a:pt x="188" y="1972"/>
                      <a:pt x="188" y="1972"/>
                    </a:cubicBezTo>
                    <a:cubicBezTo>
                      <a:pt x="188" y="1972"/>
                      <a:pt x="188" y="1972"/>
                      <a:pt x="188" y="1972"/>
                    </a:cubicBezTo>
                    <a:cubicBezTo>
                      <a:pt x="188" y="1973"/>
                      <a:pt x="188" y="1973"/>
                      <a:pt x="187" y="1974"/>
                    </a:cubicBezTo>
                    <a:cubicBezTo>
                      <a:pt x="187" y="1975"/>
                      <a:pt x="187" y="1976"/>
                      <a:pt x="186" y="1977"/>
                    </a:cubicBezTo>
                    <a:cubicBezTo>
                      <a:pt x="186" y="1977"/>
                      <a:pt x="185" y="1977"/>
                      <a:pt x="185" y="1977"/>
                    </a:cubicBezTo>
                    <a:cubicBezTo>
                      <a:pt x="184" y="1977"/>
                      <a:pt x="184" y="1978"/>
                      <a:pt x="184" y="1978"/>
                    </a:cubicBezTo>
                    <a:cubicBezTo>
                      <a:pt x="183" y="1979"/>
                      <a:pt x="182" y="1979"/>
                      <a:pt x="181" y="1980"/>
                    </a:cubicBezTo>
                    <a:cubicBezTo>
                      <a:pt x="180" y="1981"/>
                      <a:pt x="180" y="1983"/>
                      <a:pt x="180" y="1985"/>
                    </a:cubicBezTo>
                    <a:cubicBezTo>
                      <a:pt x="180" y="1986"/>
                      <a:pt x="179" y="1989"/>
                      <a:pt x="180" y="1990"/>
                    </a:cubicBezTo>
                    <a:cubicBezTo>
                      <a:pt x="182" y="1990"/>
                      <a:pt x="183" y="1990"/>
                      <a:pt x="184" y="1992"/>
                    </a:cubicBezTo>
                    <a:cubicBezTo>
                      <a:pt x="185" y="1993"/>
                      <a:pt x="186" y="1994"/>
                      <a:pt x="185" y="1996"/>
                    </a:cubicBezTo>
                    <a:cubicBezTo>
                      <a:pt x="184" y="1998"/>
                      <a:pt x="184" y="2000"/>
                      <a:pt x="184" y="2002"/>
                    </a:cubicBezTo>
                    <a:cubicBezTo>
                      <a:pt x="184" y="2003"/>
                      <a:pt x="184" y="2004"/>
                      <a:pt x="184" y="2005"/>
                    </a:cubicBezTo>
                    <a:cubicBezTo>
                      <a:pt x="184" y="2005"/>
                      <a:pt x="182" y="2006"/>
                      <a:pt x="182" y="2006"/>
                    </a:cubicBezTo>
                    <a:cubicBezTo>
                      <a:pt x="180" y="2007"/>
                      <a:pt x="178" y="2006"/>
                      <a:pt x="177" y="2007"/>
                    </a:cubicBezTo>
                    <a:cubicBezTo>
                      <a:pt x="175" y="2008"/>
                      <a:pt x="174" y="2011"/>
                      <a:pt x="174" y="2013"/>
                    </a:cubicBezTo>
                    <a:cubicBezTo>
                      <a:pt x="175" y="2015"/>
                      <a:pt x="175" y="2016"/>
                      <a:pt x="175" y="2017"/>
                    </a:cubicBezTo>
                    <a:cubicBezTo>
                      <a:pt x="176" y="2020"/>
                      <a:pt x="176" y="2023"/>
                      <a:pt x="177" y="2025"/>
                    </a:cubicBezTo>
                    <a:cubicBezTo>
                      <a:pt x="177" y="2026"/>
                      <a:pt x="177" y="2027"/>
                      <a:pt x="177" y="2027"/>
                    </a:cubicBezTo>
                    <a:cubicBezTo>
                      <a:pt x="178" y="2028"/>
                      <a:pt x="178" y="2029"/>
                      <a:pt x="178" y="2030"/>
                    </a:cubicBezTo>
                    <a:cubicBezTo>
                      <a:pt x="178" y="2031"/>
                      <a:pt x="178" y="2033"/>
                      <a:pt x="178" y="2033"/>
                    </a:cubicBezTo>
                    <a:cubicBezTo>
                      <a:pt x="179" y="2035"/>
                      <a:pt x="180" y="2033"/>
                      <a:pt x="180" y="2033"/>
                    </a:cubicBezTo>
                    <a:cubicBezTo>
                      <a:pt x="180" y="2031"/>
                      <a:pt x="180" y="2029"/>
                      <a:pt x="181" y="2027"/>
                    </a:cubicBezTo>
                    <a:cubicBezTo>
                      <a:pt x="182" y="2027"/>
                      <a:pt x="183" y="2026"/>
                      <a:pt x="184" y="2026"/>
                    </a:cubicBezTo>
                    <a:cubicBezTo>
                      <a:pt x="185" y="2027"/>
                      <a:pt x="185" y="2029"/>
                      <a:pt x="185" y="2030"/>
                    </a:cubicBezTo>
                    <a:cubicBezTo>
                      <a:pt x="185" y="2032"/>
                      <a:pt x="187" y="2033"/>
                      <a:pt x="189" y="2034"/>
                    </a:cubicBezTo>
                    <a:cubicBezTo>
                      <a:pt x="192" y="2036"/>
                      <a:pt x="193" y="2038"/>
                      <a:pt x="193" y="2041"/>
                    </a:cubicBezTo>
                    <a:cubicBezTo>
                      <a:pt x="193" y="2042"/>
                      <a:pt x="193" y="2044"/>
                      <a:pt x="193" y="2045"/>
                    </a:cubicBezTo>
                    <a:cubicBezTo>
                      <a:pt x="193" y="2046"/>
                      <a:pt x="193" y="2047"/>
                      <a:pt x="193" y="2048"/>
                    </a:cubicBezTo>
                    <a:cubicBezTo>
                      <a:pt x="192" y="2049"/>
                      <a:pt x="189" y="2051"/>
                      <a:pt x="187" y="2051"/>
                    </a:cubicBezTo>
                    <a:cubicBezTo>
                      <a:pt x="186" y="2051"/>
                      <a:pt x="184" y="2050"/>
                      <a:pt x="183" y="2051"/>
                    </a:cubicBezTo>
                    <a:cubicBezTo>
                      <a:pt x="183" y="2052"/>
                      <a:pt x="183" y="2053"/>
                      <a:pt x="183" y="2054"/>
                    </a:cubicBezTo>
                    <a:cubicBezTo>
                      <a:pt x="183" y="2055"/>
                      <a:pt x="185" y="2056"/>
                      <a:pt x="185" y="2056"/>
                    </a:cubicBezTo>
                    <a:cubicBezTo>
                      <a:pt x="186" y="2057"/>
                      <a:pt x="187" y="2057"/>
                      <a:pt x="187" y="2058"/>
                    </a:cubicBezTo>
                    <a:cubicBezTo>
                      <a:pt x="187" y="2059"/>
                      <a:pt x="186" y="2060"/>
                      <a:pt x="187" y="2062"/>
                    </a:cubicBezTo>
                    <a:cubicBezTo>
                      <a:pt x="187" y="2063"/>
                      <a:pt x="187" y="2065"/>
                      <a:pt x="187" y="2066"/>
                    </a:cubicBezTo>
                    <a:cubicBezTo>
                      <a:pt x="187" y="2066"/>
                      <a:pt x="187" y="2067"/>
                      <a:pt x="187" y="2067"/>
                    </a:cubicBezTo>
                    <a:cubicBezTo>
                      <a:pt x="188" y="2068"/>
                      <a:pt x="188" y="2068"/>
                      <a:pt x="188" y="2069"/>
                    </a:cubicBezTo>
                    <a:cubicBezTo>
                      <a:pt x="188" y="2071"/>
                      <a:pt x="188" y="2072"/>
                      <a:pt x="188" y="2073"/>
                    </a:cubicBezTo>
                    <a:cubicBezTo>
                      <a:pt x="188" y="2075"/>
                      <a:pt x="189" y="2078"/>
                      <a:pt x="191" y="2078"/>
                    </a:cubicBezTo>
                    <a:cubicBezTo>
                      <a:pt x="192" y="2078"/>
                      <a:pt x="193" y="2077"/>
                      <a:pt x="194" y="2077"/>
                    </a:cubicBezTo>
                    <a:cubicBezTo>
                      <a:pt x="195" y="2077"/>
                      <a:pt x="196" y="2076"/>
                      <a:pt x="196" y="2076"/>
                    </a:cubicBezTo>
                    <a:cubicBezTo>
                      <a:pt x="198" y="2077"/>
                      <a:pt x="198" y="2079"/>
                      <a:pt x="198" y="2080"/>
                    </a:cubicBezTo>
                    <a:cubicBezTo>
                      <a:pt x="198" y="2082"/>
                      <a:pt x="197" y="2084"/>
                      <a:pt x="197" y="2086"/>
                    </a:cubicBezTo>
                    <a:cubicBezTo>
                      <a:pt x="197" y="2088"/>
                      <a:pt x="198" y="2090"/>
                      <a:pt x="198" y="2092"/>
                    </a:cubicBezTo>
                    <a:cubicBezTo>
                      <a:pt x="198" y="2093"/>
                      <a:pt x="198" y="2094"/>
                      <a:pt x="198" y="2096"/>
                    </a:cubicBezTo>
                    <a:cubicBezTo>
                      <a:pt x="202" y="2098"/>
                      <a:pt x="202" y="2087"/>
                      <a:pt x="202" y="2086"/>
                    </a:cubicBezTo>
                    <a:cubicBezTo>
                      <a:pt x="203" y="2084"/>
                      <a:pt x="204" y="2083"/>
                      <a:pt x="205" y="2085"/>
                    </a:cubicBezTo>
                    <a:cubicBezTo>
                      <a:pt x="207" y="2087"/>
                      <a:pt x="206" y="2090"/>
                      <a:pt x="207" y="2092"/>
                    </a:cubicBezTo>
                    <a:cubicBezTo>
                      <a:pt x="208" y="2093"/>
                      <a:pt x="209" y="2094"/>
                      <a:pt x="211" y="2094"/>
                    </a:cubicBezTo>
                    <a:cubicBezTo>
                      <a:pt x="212" y="2095"/>
                      <a:pt x="213" y="2097"/>
                      <a:pt x="213" y="2099"/>
                    </a:cubicBezTo>
                    <a:cubicBezTo>
                      <a:pt x="213" y="2101"/>
                      <a:pt x="213" y="2103"/>
                      <a:pt x="214" y="2105"/>
                    </a:cubicBezTo>
                    <a:cubicBezTo>
                      <a:pt x="214" y="2108"/>
                      <a:pt x="214" y="2110"/>
                      <a:pt x="214" y="2113"/>
                    </a:cubicBezTo>
                    <a:cubicBezTo>
                      <a:pt x="215" y="2116"/>
                      <a:pt x="216" y="2118"/>
                      <a:pt x="216" y="2121"/>
                    </a:cubicBezTo>
                    <a:cubicBezTo>
                      <a:pt x="217" y="2122"/>
                      <a:pt x="218" y="2125"/>
                      <a:pt x="219" y="2123"/>
                    </a:cubicBezTo>
                    <a:cubicBezTo>
                      <a:pt x="221" y="2122"/>
                      <a:pt x="221" y="2119"/>
                      <a:pt x="222" y="2118"/>
                    </a:cubicBezTo>
                    <a:cubicBezTo>
                      <a:pt x="225" y="2118"/>
                      <a:pt x="226" y="2126"/>
                      <a:pt x="227" y="2127"/>
                    </a:cubicBezTo>
                    <a:cubicBezTo>
                      <a:pt x="228" y="2129"/>
                      <a:pt x="230" y="2129"/>
                      <a:pt x="231" y="2129"/>
                    </a:cubicBezTo>
                    <a:cubicBezTo>
                      <a:pt x="233" y="2130"/>
                      <a:pt x="232" y="2132"/>
                      <a:pt x="232" y="2133"/>
                    </a:cubicBezTo>
                    <a:cubicBezTo>
                      <a:pt x="231" y="2134"/>
                      <a:pt x="231" y="2135"/>
                      <a:pt x="230" y="2135"/>
                    </a:cubicBezTo>
                    <a:cubicBezTo>
                      <a:pt x="229" y="2136"/>
                      <a:pt x="228" y="2135"/>
                      <a:pt x="227" y="2136"/>
                    </a:cubicBezTo>
                    <a:cubicBezTo>
                      <a:pt x="226" y="2137"/>
                      <a:pt x="227" y="2139"/>
                      <a:pt x="227" y="2140"/>
                    </a:cubicBezTo>
                    <a:cubicBezTo>
                      <a:pt x="227" y="2142"/>
                      <a:pt x="227" y="2144"/>
                      <a:pt x="227" y="2146"/>
                    </a:cubicBezTo>
                    <a:cubicBezTo>
                      <a:pt x="227" y="2147"/>
                      <a:pt x="227" y="2147"/>
                      <a:pt x="227" y="2146"/>
                    </a:cubicBezTo>
                    <a:cubicBezTo>
                      <a:pt x="227" y="2147"/>
                      <a:pt x="227" y="2147"/>
                      <a:pt x="227" y="2147"/>
                    </a:cubicBezTo>
                    <a:cubicBezTo>
                      <a:pt x="227" y="2148"/>
                      <a:pt x="226" y="2148"/>
                      <a:pt x="226" y="2149"/>
                    </a:cubicBezTo>
                    <a:cubicBezTo>
                      <a:pt x="226" y="2150"/>
                      <a:pt x="226" y="2151"/>
                      <a:pt x="225" y="2151"/>
                    </a:cubicBezTo>
                    <a:cubicBezTo>
                      <a:pt x="224" y="2152"/>
                      <a:pt x="224" y="2149"/>
                      <a:pt x="224" y="2148"/>
                    </a:cubicBezTo>
                    <a:cubicBezTo>
                      <a:pt x="221" y="2147"/>
                      <a:pt x="221" y="2152"/>
                      <a:pt x="221" y="2154"/>
                    </a:cubicBezTo>
                    <a:cubicBezTo>
                      <a:pt x="221" y="2155"/>
                      <a:pt x="221" y="2156"/>
                      <a:pt x="221" y="2157"/>
                    </a:cubicBezTo>
                    <a:cubicBezTo>
                      <a:pt x="221" y="2158"/>
                      <a:pt x="221" y="2159"/>
                      <a:pt x="221" y="2161"/>
                    </a:cubicBezTo>
                    <a:cubicBezTo>
                      <a:pt x="221" y="2162"/>
                      <a:pt x="221" y="2164"/>
                      <a:pt x="221" y="2165"/>
                    </a:cubicBezTo>
                    <a:cubicBezTo>
                      <a:pt x="221" y="2167"/>
                      <a:pt x="221" y="2168"/>
                      <a:pt x="221" y="2170"/>
                    </a:cubicBezTo>
                    <a:cubicBezTo>
                      <a:pt x="221" y="2173"/>
                      <a:pt x="221" y="2176"/>
                      <a:pt x="221" y="2180"/>
                    </a:cubicBezTo>
                    <a:cubicBezTo>
                      <a:pt x="221" y="2182"/>
                      <a:pt x="220" y="2184"/>
                      <a:pt x="220" y="2187"/>
                    </a:cubicBezTo>
                    <a:cubicBezTo>
                      <a:pt x="220" y="2188"/>
                      <a:pt x="220" y="2189"/>
                      <a:pt x="220" y="2190"/>
                    </a:cubicBezTo>
                    <a:cubicBezTo>
                      <a:pt x="221" y="2191"/>
                      <a:pt x="221" y="2191"/>
                      <a:pt x="222" y="2192"/>
                    </a:cubicBezTo>
                    <a:cubicBezTo>
                      <a:pt x="222" y="2192"/>
                      <a:pt x="222" y="2193"/>
                      <a:pt x="223" y="2193"/>
                    </a:cubicBezTo>
                    <a:cubicBezTo>
                      <a:pt x="223" y="2195"/>
                      <a:pt x="223" y="2196"/>
                      <a:pt x="224" y="2198"/>
                    </a:cubicBezTo>
                    <a:cubicBezTo>
                      <a:pt x="224" y="2199"/>
                      <a:pt x="225" y="2201"/>
                      <a:pt x="227" y="2201"/>
                    </a:cubicBezTo>
                    <a:cubicBezTo>
                      <a:pt x="228" y="2201"/>
                      <a:pt x="229" y="2199"/>
                      <a:pt x="231" y="2199"/>
                    </a:cubicBezTo>
                    <a:cubicBezTo>
                      <a:pt x="233" y="2200"/>
                      <a:pt x="233" y="2202"/>
                      <a:pt x="233" y="2204"/>
                    </a:cubicBezTo>
                    <a:cubicBezTo>
                      <a:pt x="234" y="2205"/>
                      <a:pt x="234" y="2207"/>
                      <a:pt x="235" y="2208"/>
                    </a:cubicBezTo>
                    <a:cubicBezTo>
                      <a:pt x="236" y="2210"/>
                      <a:pt x="236" y="2212"/>
                      <a:pt x="237" y="2215"/>
                    </a:cubicBezTo>
                    <a:cubicBezTo>
                      <a:pt x="238" y="2218"/>
                      <a:pt x="240" y="2221"/>
                      <a:pt x="243" y="2223"/>
                    </a:cubicBezTo>
                    <a:cubicBezTo>
                      <a:pt x="245" y="2226"/>
                      <a:pt x="248" y="2229"/>
                      <a:pt x="250" y="2232"/>
                    </a:cubicBezTo>
                    <a:cubicBezTo>
                      <a:pt x="251" y="2234"/>
                      <a:pt x="250" y="2238"/>
                      <a:pt x="250" y="2240"/>
                    </a:cubicBezTo>
                    <a:cubicBezTo>
                      <a:pt x="249" y="2243"/>
                      <a:pt x="249" y="2245"/>
                      <a:pt x="249" y="2248"/>
                    </a:cubicBezTo>
                    <a:cubicBezTo>
                      <a:pt x="250" y="2251"/>
                      <a:pt x="252" y="2253"/>
                      <a:pt x="254" y="2255"/>
                    </a:cubicBezTo>
                    <a:cubicBezTo>
                      <a:pt x="256" y="2258"/>
                      <a:pt x="256" y="2261"/>
                      <a:pt x="256" y="2264"/>
                    </a:cubicBezTo>
                    <a:cubicBezTo>
                      <a:pt x="257" y="2267"/>
                      <a:pt x="258" y="2270"/>
                      <a:pt x="259" y="2273"/>
                    </a:cubicBezTo>
                    <a:cubicBezTo>
                      <a:pt x="261" y="2276"/>
                      <a:pt x="263" y="2280"/>
                      <a:pt x="266" y="2282"/>
                    </a:cubicBezTo>
                    <a:cubicBezTo>
                      <a:pt x="270" y="2286"/>
                      <a:pt x="274" y="2289"/>
                      <a:pt x="277" y="2293"/>
                    </a:cubicBezTo>
                    <a:cubicBezTo>
                      <a:pt x="282" y="2299"/>
                      <a:pt x="289" y="2304"/>
                      <a:pt x="292" y="2311"/>
                    </a:cubicBezTo>
                    <a:cubicBezTo>
                      <a:pt x="288" y="2307"/>
                      <a:pt x="283" y="2304"/>
                      <a:pt x="278" y="2301"/>
                    </a:cubicBezTo>
                    <a:cubicBezTo>
                      <a:pt x="273" y="2300"/>
                      <a:pt x="269" y="2296"/>
                      <a:pt x="265" y="2294"/>
                    </a:cubicBezTo>
                    <a:cubicBezTo>
                      <a:pt x="262" y="2292"/>
                      <a:pt x="258" y="2291"/>
                      <a:pt x="254" y="2293"/>
                    </a:cubicBezTo>
                    <a:cubicBezTo>
                      <a:pt x="251" y="2294"/>
                      <a:pt x="248" y="2298"/>
                      <a:pt x="251" y="2301"/>
                    </a:cubicBezTo>
                    <a:cubicBezTo>
                      <a:pt x="253" y="2305"/>
                      <a:pt x="258" y="2305"/>
                      <a:pt x="261" y="2308"/>
                    </a:cubicBezTo>
                    <a:cubicBezTo>
                      <a:pt x="264" y="2310"/>
                      <a:pt x="266" y="2315"/>
                      <a:pt x="261" y="2315"/>
                    </a:cubicBezTo>
                    <a:cubicBezTo>
                      <a:pt x="259" y="2315"/>
                      <a:pt x="251" y="2313"/>
                      <a:pt x="251" y="2317"/>
                    </a:cubicBezTo>
                    <a:cubicBezTo>
                      <a:pt x="252" y="2322"/>
                      <a:pt x="258" y="2325"/>
                      <a:pt x="261" y="2327"/>
                    </a:cubicBezTo>
                    <a:cubicBezTo>
                      <a:pt x="264" y="2329"/>
                      <a:pt x="268" y="2335"/>
                      <a:pt x="262" y="2336"/>
                    </a:cubicBezTo>
                    <a:cubicBezTo>
                      <a:pt x="258" y="2336"/>
                      <a:pt x="252" y="2333"/>
                      <a:pt x="252" y="2339"/>
                    </a:cubicBezTo>
                    <a:cubicBezTo>
                      <a:pt x="256" y="2340"/>
                      <a:pt x="260" y="2341"/>
                      <a:pt x="259" y="2346"/>
                    </a:cubicBezTo>
                    <a:cubicBezTo>
                      <a:pt x="258" y="2349"/>
                      <a:pt x="259" y="2349"/>
                      <a:pt x="261" y="2351"/>
                    </a:cubicBezTo>
                    <a:cubicBezTo>
                      <a:pt x="262" y="2353"/>
                      <a:pt x="263" y="2355"/>
                      <a:pt x="264" y="2357"/>
                    </a:cubicBezTo>
                    <a:cubicBezTo>
                      <a:pt x="266" y="2361"/>
                      <a:pt x="265" y="2366"/>
                      <a:pt x="263" y="2370"/>
                    </a:cubicBezTo>
                    <a:cubicBezTo>
                      <a:pt x="261" y="2373"/>
                      <a:pt x="257" y="2376"/>
                      <a:pt x="259" y="2380"/>
                    </a:cubicBezTo>
                    <a:cubicBezTo>
                      <a:pt x="261" y="2382"/>
                      <a:pt x="263" y="2383"/>
                      <a:pt x="265" y="2383"/>
                    </a:cubicBezTo>
                    <a:cubicBezTo>
                      <a:pt x="267" y="2384"/>
                      <a:pt x="268" y="2383"/>
                      <a:pt x="269" y="2384"/>
                    </a:cubicBezTo>
                    <a:cubicBezTo>
                      <a:pt x="270" y="2385"/>
                      <a:pt x="269" y="2386"/>
                      <a:pt x="269" y="2387"/>
                    </a:cubicBezTo>
                    <a:cubicBezTo>
                      <a:pt x="266" y="2387"/>
                      <a:pt x="264" y="2387"/>
                      <a:pt x="262" y="2386"/>
                    </a:cubicBezTo>
                    <a:cubicBezTo>
                      <a:pt x="260" y="2386"/>
                      <a:pt x="256" y="2385"/>
                      <a:pt x="255" y="2386"/>
                    </a:cubicBezTo>
                    <a:cubicBezTo>
                      <a:pt x="252" y="2388"/>
                      <a:pt x="259" y="2390"/>
                      <a:pt x="260" y="2391"/>
                    </a:cubicBezTo>
                    <a:cubicBezTo>
                      <a:pt x="263" y="2391"/>
                      <a:pt x="265" y="2392"/>
                      <a:pt x="264" y="2395"/>
                    </a:cubicBezTo>
                    <a:cubicBezTo>
                      <a:pt x="263" y="2398"/>
                      <a:pt x="261" y="2399"/>
                      <a:pt x="260" y="2402"/>
                    </a:cubicBezTo>
                    <a:cubicBezTo>
                      <a:pt x="260" y="2405"/>
                      <a:pt x="259" y="2407"/>
                      <a:pt x="260" y="2410"/>
                    </a:cubicBezTo>
                    <a:cubicBezTo>
                      <a:pt x="262" y="2414"/>
                      <a:pt x="264" y="2421"/>
                      <a:pt x="258" y="2422"/>
                    </a:cubicBezTo>
                    <a:cubicBezTo>
                      <a:pt x="256" y="2422"/>
                      <a:pt x="252" y="2419"/>
                      <a:pt x="249" y="2419"/>
                    </a:cubicBezTo>
                    <a:cubicBezTo>
                      <a:pt x="245" y="2420"/>
                      <a:pt x="248" y="2426"/>
                      <a:pt x="249" y="2428"/>
                    </a:cubicBezTo>
                    <a:cubicBezTo>
                      <a:pt x="249" y="2429"/>
                      <a:pt x="250" y="2430"/>
                      <a:pt x="251" y="2431"/>
                    </a:cubicBezTo>
                    <a:cubicBezTo>
                      <a:pt x="252" y="2432"/>
                      <a:pt x="253" y="2433"/>
                      <a:pt x="253" y="2435"/>
                    </a:cubicBezTo>
                    <a:cubicBezTo>
                      <a:pt x="254" y="2437"/>
                      <a:pt x="255" y="2439"/>
                      <a:pt x="256" y="2440"/>
                    </a:cubicBezTo>
                    <a:cubicBezTo>
                      <a:pt x="257" y="2443"/>
                      <a:pt x="259" y="2444"/>
                      <a:pt x="260" y="2446"/>
                    </a:cubicBezTo>
                    <a:cubicBezTo>
                      <a:pt x="262" y="2448"/>
                      <a:pt x="263" y="2450"/>
                      <a:pt x="264" y="2452"/>
                    </a:cubicBezTo>
                    <a:cubicBezTo>
                      <a:pt x="265" y="2454"/>
                      <a:pt x="265" y="2456"/>
                      <a:pt x="266" y="2458"/>
                    </a:cubicBezTo>
                    <a:cubicBezTo>
                      <a:pt x="266" y="2459"/>
                      <a:pt x="266" y="2461"/>
                      <a:pt x="266" y="2462"/>
                    </a:cubicBezTo>
                    <a:cubicBezTo>
                      <a:pt x="266" y="2463"/>
                      <a:pt x="266" y="2464"/>
                      <a:pt x="265" y="2463"/>
                    </a:cubicBezTo>
                    <a:cubicBezTo>
                      <a:pt x="261" y="2460"/>
                      <a:pt x="260" y="2456"/>
                      <a:pt x="257" y="2453"/>
                    </a:cubicBezTo>
                    <a:cubicBezTo>
                      <a:pt x="256" y="2452"/>
                      <a:pt x="255" y="2451"/>
                      <a:pt x="254" y="2450"/>
                    </a:cubicBezTo>
                    <a:cubicBezTo>
                      <a:pt x="253" y="2449"/>
                      <a:pt x="252" y="2448"/>
                      <a:pt x="251" y="2448"/>
                    </a:cubicBezTo>
                    <a:cubicBezTo>
                      <a:pt x="249" y="2447"/>
                      <a:pt x="248" y="2447"/>
                      <a:pt x="246" y="2448"/>
                    </a:cubicBezTo>
                    <a:cubicBezTo>
                      <a:pt x="244" y="2449"/>
                      <a:pt x="244" y="2451"/>
                      <a:pt x="244" y="2453"/>
                    </a:cubicBezTo>
                    <a:cubicBezTo>
                      <a:pt x="244" y="2454"/>
                      <a:pt x="245" y="2455"/>
                      <a:pt x="246" y="2456"/>
                    </a:cubicBezTo>
                    <a:cubicBezTo>
                      <a:pt x="247" y="2456"/>
                      <a:pt x="249" y="2457"/>
                      <a:pt x="250" y="2459"/>
                    </a:cubicBezTo>
                    <a:cubicBezTo>
                      <a:pt x="251" y="2460"/>
                      <a:pt x="251" y="2462"/>
                      <a:pt x="250" y="2464"/>
                    </a:cubicBezTo>
                    <a:cubicBezTo>
                      <a:pt x="249" y="2465"/>
                      <a:pt x="248" y="2465"/>
                      <a:pt x="247" y="2466"/>
                    </a:cubicBezTo>
                    <a:cubicBezTo>
                      <a:pt x="246" y="2467"/>
                      <a:pt x="245" y="2467"/>
                      <a:pt x="244" y="2468"/>
                    </a:cubicBezTo>
                    <a:cubicBezTo>
                      <a:pt x="244" y="2468"/>
                      <a:pt x="243" y="2468"/>
                      <a:pt x="242" y="2469"/>
                    </a:cubicBezTo>
                    <a:cubicBezTo>
                      <a:pt x="241" y="2472"/>
                      <a:pt x="246" y="2471"/>
                      <a:pt x="247" y="2471"/>
                    </a:cubicBezTo>
                    <a:cubicBezTo>
                      <a:pt x="249" y="2471"/>
                      <a:pt x="250" y="2471"/>
                      <a:pt x="252" y="2471"/>
                    </a:cubicBezTo>
                    <a:cubicBezTo>
                      <a:pt x="253" y="2471"/>
                      <a:pt x="254" y="2471"/>
                      <a:pt x="255" y="2471"/>
                    </a:cubicBezTo>
                    <a:cubicBezTo>
                      <a:pt x="256" y="2471"/>
                      <a:pt x="257" y="2470"/>
                      <a:pt x="257" y="2470"/>
                    </a:cubicBezTo>
                    <a:cubicBezTo>
                      <a:pt x="258" y="2469"/>
                      <a:pt x="258" y="2468"/>
                      <a:pt x="259" y="2467"/>
                    </a:cubicBezTo>
                    <a:cubicBezTo>
                      <a:pt x="261" y="2465"/>
                      <a:pt x="264" y="2466"/>
                      <a:pt x="265" y="2468"/>
                    </a:cubicBezTo>
                    <a:cubicBezTo>
                      <a:pt x="265" y="2469"/>
                      <a:pt x="266" y="2470"/>
                      <a:pt x="266" y="2471"/>
                    </a:cubicBezTo>
                    <a:cubicBezTo>
                      <a:pt x="267" y="2472"/>
                      <a:pt x="266" y="2473"/>
                      <a:pt x="266" y="2474"/>
                    </a:cubicBezTo>
                    <a:cubicBezTo>
                      <a:pt x="264" y="2477"/>
                      <a:pt x="262" y="2478"/>
                      <a:pt x="259" y="2479"/>
                    </a:cubicBezTo>
                    <a:cubicBezTo>
                      <a:pt x="258" y="2480"/>
                      <a:pt x="257" y="2480"/>
                      <a:pt x="256" y="2481"/>
                    </a:cubicBezTo>
                    <a:cubicBezTo>
                      <a:pt x="255" y="2482"/>
                      <a:pt x="256" y="2483"/>
                      <a:pt x="256" y="2484"/>
                    </a:cubicBezTo>
                    <a:cubicBezTo>
                      <a:pt x="257" y="2485"/>
                      <a:pt x="258" y="2486"/>
                      <a:pt x="260" y="2486"/>
                    </a:cubicBezTo>
                    <a:cubicBezTo>
                      <a:pt x="261" y="2487"/>
                      <a:pt x="263" y="2488"/>
                      <a:pt x="263" y="2490"/>
                    </a:cubicBezTo>
                    <a:cubicBezTo>
                      <a:pt x="264" y="2491"/>
                      <a:pt x="264" y="2493"/>
                      <a:pt x="264" y="2494"/>
                    </a:cubicBezTo>
                    <a:cubicBezTo>
                      <a:pt x="265" y="2494"/>
                      <a:pt x="266" y="2495"/>
                      <a:pt x="266" y="2495"/>
                    </a:cubicBezTo>
                    <a:cubicBezTo>
                      <a:pt x="267" y="2496"/>
                      <a:pt x="267" y="2497"/>
                      <a:pt x="267" y="2498"/>
                    </a:cubicBezTo>
                    <a:cubicBezTo>
                      <a:pt x="267" y="2499"/>
                      <a:pt x="268" y="2500"/>
                      <a:pt x="268" y="2501"/>
                    </a:cubicBezTo>
                    <a:cubicBezTo>
                      <a:pt x="269" y="2501"/>
                      <a:pt x="269" y="2501"/>
                      <a:pt x="269" y="2501"/>
                    </a:cubicBezTo>
                    <a:cubicBezTo>
                      <a:pt x="270" y="2502"/>
                      <a:pt x="270" y="2503"/>
                      <a:pt x="270" y="2503"/>
                    </a:cubicBezTo>
                    <a:cubicBezTo>
                      <a:pt x="271" y="2503"/>
                      <a:pt x="271" y="2504"/>
                      <a:pt x="272" y="2504"/>
                    </a:cubicBezTo>
                    <a:cubicBezTo>
                      <a:pt x="272" y="2504"/>
                      <a:pt x="272" y="2505"/>
                      <a:pt x="273" y="2505"/>
                    </a:cubicBezTo>
                    <a:cubicBezTo>
                      <a:pt x="273" y="2507"/>
                      <a:pt x="273" y="2508"/>
                      <a:pt x="273" y="2510"/>
                    </a:cubicBezTo>
                    <a:cubicBezTo>
                      <a:pt x="274" y="2511"/>
                      <a:pt x="274" y="2511"/>
                      <a:pt x="275" y="2511"/>
                    </a:cubicBezTo>
                    <a:cubicBezTo>
                      <a:pt x="275" y="2512"/>
                      <a:pt x="275" y="2513"/>
                      <a:pt x="275" y="2514"/>
                    </a:cubicBezTo>
                    <a:cubicBezTo>
                      <a:pt x="275" y="2516"/>
                      <a:pt x="276" y="2518"/>
                      <a:pt x="275" y="2520"/>
                    </a:cubicBezTo>
                    <a:cubicBezTo>
                      <a:pt x="274" y="2522"/>
                      <a:pt x="271" y="2521"/>
                      <a:pt x="270" y="2521"/>
                    </a:cubicBezTo>
                    <a:cubicBezTo>
                      <a:pt x="268" y="2521"/>
                      <a:pt x="266" y="2521"/>
                      <a:pt x="265" y="2521"/>
                    </a:cubicBezTo>
                    <a:cubicBezTo>
                      <a:pt x="264" y="2521"/>
                      <a:pt x="264" y="2521"/>
                      <a:pt x="263" y="2522"/>
                    </a:cubicBezTo>
                    <a:cubicBezTo>
                      <a:pt x="263" y="2523"/>
                      <a:pt x="263" y="2524"/>
                      <a:pt x="263" y="2525"/>
                    </a:cubicBezTo>
                    <a:cubicBezTo>
                      <a:pt x="263" y="2525"/>
                      <a:pt x="263" y="2526"/>
                      <a:pt x="263" y="2527"/>
                    </a:cubicBezTo>
                    <a:cubicBezTo>
                      <a:pt x="263" y="2528"/>
                      <a:pt x="264" y="2529"/>
                      <a:pt x="264" y="2530"/>
                    </a:cubicBezTo>
                    <a:cubicBezTo>
                      <a:pt x="265" y="2530"/>
                      <a:pt x="266" y="2530"/>
                      <a:pt x="266" y="2530"/>
                    </a:cubicBezTo>
                    <a:cubicBezTo>
                      <a:pt x="268" y="2531"/>
                      <a:pt x="269" y="2531"/>
                      <a:pt x="271" y="2532"/>
                    </a:cubicBezTo>
                    <a:cubicBezTo>
                      <a:pt x="271" y="2532"/>
                      <a:pt x="271" y="2533"/>
                      <a:pt x="271" y="2533"/>
                    </a:cubicBezTo>
                    <a:cubicBezTo>
                      <a:pt x="272" y="2534"/>
                      <a:pt x="272" y="2536"/>
                      <a:pt x="273" y="2537"/>
                    </a:cubicBezTo>
                    <a:cubicBezTo>
                      <a:pt x="274" y="2539"/>
                      <a:pt x="275" y="2541"/>
                      <a:pt x="276" y="2542"/>
                    </a:cubicBezTo>
                    <a:cubicBezTo>
                      <a:pt x="277" y="2543"/>
                      <a:pt x="278" y="2545"/>
                      <a:pt x="280" y="2546"/>
                    </a:cubicBezTo>
                    <a:cubicBezTo>
                      <a:pt x="282" y="2546"/>
                      <a:pt x="283" y="2546"/>
                      <a:pt x="284" y="2546"/>
                    </a:cubicBezTo>
                    <a:cubicBezTo>
                      <a:pt x="285" y="2545"/>
                      <a:pt x="287" y="2545"/>
                      <a:pt x="289" y="2545"/>
                    </a:cubicBezTo>
                    <a:cubicBezTo>
                      <a:pt x="290" y="2545"/>
                      <a:pt x="291" y="2547"/>
                      <a:pt x="291" y="2548"/>
                    </a:cubicBezTo>
                    <a:cubicBezTo>
                      <a:pt x="290" y="2549"/>
                      <a:pt x="290" y="2549"/>
                      <a:pt x="290" y="2550"/>
                    </a:cubicBezTo>
                    <a:cubicBezTo>
                      <a:pt x="290" y="2550"/>
                      <a:pt x="289" y="2551"/>
                      <a:pt x="290" y="2552"/>
                    </a:cubicBezTo>
                    <a:cubicBezTo>
                      <a:pt x="290" y="2552"/>
                      <a:pt x="290" y="2552"/>
                      <a:pt x="291" y="2553"/>
                    </a:cubicBezTo>
                    <a:cubicBezTo>
                      <a:pt x="291" y="2553"/>
                      <a:pt x="291" y="2554"/>
                      <a:pt x="291" y="2554"/>
                    </a:cubicBezTo>
                    <a:cubicBezTo>
                      <a:pt x="291" y="2555"/>
                      <a:pt x="291" y="2556"/>
                      <a:pt x="291" y="2556"/>
                    </a:cubicBezTo>
                    <a:cubicBezTo>
                      <a:pt x="290" y="2557"/>
                      <a:pt x="290" y="2558"/>
                      <a:pt x="290" y="2559"/>
                    </a:cubicBezTo>
                    <a:cubicBezTo>
                      <a:pt x="291" y="2560"/>
                      <a:pt x="291" y="2561"/>
                      <a:pt x="293" y="2562"/>
                    </a:cubicBezTo>
                    <a:cubicBezTo>
                      <a:pt x="294" y="2562"/>
                      <a:pt x="295" y="2563"/>
                      <a:pt x="296" y="2563"/>
                    </a:cubicBezTo>
                    <a:cubicBezTo>
                      <a:pt x="298" y="2563"/>
                      <a:pt x="299" y="2564"/>
                      <a:pt x="299" y="2565"/>
                    </a:cubicBezTo>
                    <a:cubicBezTo>
                      <a:pt x="299" y="2567"/>
                      <a:pt x="299" y="2569"/>
                      <a:pt x="299" y="2571"/>
                    </a:cubicBezTo>
                    <a:cubicBezTo>
                      <a:pt x="300" y="2572"/>
                      <a:pt x="302" y="2572"/>
                      <a:pt x="303" y="2571"/>
                    </a:cubicBezTo>
                    <a:cubicBezTo>
                      <a:pt x="303" y="2570"/>
                      <a:pt x="304" y="2569"/>
                      <a:pt x="305" y="2568"/>
                    </a:cubicBezTo>
                    <a:cubicBezTo>
                      <a:pt x="306" y="2567"/>
                      <a:pt x="307" y="2567"/>
                      <a:pt x="307" y="2566"/>
                    </a:cubicBezTo>
                    <a:cubicBezTo>
                      <a:pt x="308" y="2564"/>
                      <a:pt x="308" y="2562"/>
                      <a:pt x="308" y="2560"/>
                    </a:cubicBezTo>
                    <a:cubicBezTo>
                      <a:pt x="308" y="2558"/>
                      <a:pt x="308" y="2557"/>
                      <a:pt x="308" y="2555"/>
                    </a:cubicBezTo>
                    <a:cubicBezTo>
                      <a:pt x="308" y="2552"/>
                      <a:pt x="309" y="2550"/>
                      <a:pt x="310" y="2548"/>
                    </a:cubicBezTo>
                    <a:cubicBezTo>
                      <a:pt x="311" y="2546"/>
                      <a:pt x="311" y="2545"/>
                      <a:pt x="312" y="2544"/>
                    </a:cubicBezTo>
                    <a:cubicBezTo>
                      <a:pt x="314" y="2543"/>
                      <a:pt x="315" y="2543"/>
                      <a:pt x="316" y="2544"/>
                    </a:cubicBezTo>
                    <a:cubicBezTo>
                      <a:pt x="317" y="2545"/>
                      <a:pt x="318" y="2546"/>
                      <a:pt x="319" y="2545"/>
                    </a:cubicBezTo>
                    <a:cubicBezTo>
                      <a:pt x="320" y="2544"/>
                      <a:pt x="321" y="2542"/>
                      <a:pt x="321" y="2541"/>
                    </a:cubicBezTo>
                    <a:cubicBezTo>
                      <a:pt x="322" y="2539"/>
                      <a:pt x="323" y="2538"/>
                      <a:pt x="324" y="2538"/>
                    </a:cubicBezTo>
                    <a:cubicBezTo>
                      <a:pt x="325" y="2537"/>
                      <a:pt x="326" y="2536"/>
                      <a:pt x="327" y="2536"/>
                    </a:cubicBezTo>
                    <a:cubicBezTo>
                      <a:pt x="329" y="2537"/>
                      <a:pt x="329" y="2540"/>
                      <a:pt x="329" y="2541"/>
                    </a:cubicBezTo>
                    <a:cubicBezTo>
                      <a:pt x="330" y="2545"/>
                      <a:pt x="330" y="2548"/>
                      <a:pt x="330" y="2551"/>
                    </a:cubicBezTo>
                    <a:cubicBezTo>
                      <a:pt x="329" y="2554"/>
                      <a:pt x="329" y="2556"/>
                      <a:pt x="329" y="2558"/>
                    </a:cubicBezTo>
                    <a:cubicBezTo>
                      <a:pt x="329" y="2560"/>
                      <a:pt x="329" y="2562"/>
                      <a:pt x="329" y="2564"/>
                    </a:cubicBezTo>
                    <a:cubicBezTo>
                      <a:pt x="329" y="2565"/>
                      <a:pt x="328" y="2566"/>
                      <a:pt x="327" y="2566"/>
                    </a:cubicBezTo>
                    <a:cubicBezTo>
                      <a:pt x="325" y="2567"/>
                      <a:pt x="324" y="2569"/>
                      <a:pt x="324" y="2570"/>
                    </a:cubicBezTo>
                    <a:cubicBezTo>
                      <a:pt x="323" y="2572"/>
                      <a:pt x="324" y="2574"/>
                      <a:pt x="326" y="2574"/>
                    </a:cubicBezTo>
                    <a:cubicBezTo>
                      <a:pt x="327" y="2575"/>
                      <a:pt x="329" y="2575"/>
                      <a:pt x="330" y="2574"/>
                    </a:cubicBezTo>
                    <a:cubicBezTo>
                      <a:pt x="332" y="2574"/>
                      <a:pt x="333" y="2573"/>
                      <a:pt x="334" y="2572"/>
                    </a:cubicBezTo>
                    <a:cubicBezTo>
                      <a:pt x="336" y="2572"/>
                      <a:pt x="338" y="2572"/>
                      <a:pt x="339" y="2572"/>
                    </a:cubicBezTo>
                    <a:cubicBezTo>
                      <a:pt x="344" y="2571"/>
                      <a:pt x="341" y="2566"/>
                      <a:pt x="339" y="2563"/>
                    </a:cubicBezTo>
                    <a:cubicBezTo>
                      <a:pt x="339" y="2561"/>
                      <a:pt x="338" y="2560"/>
                      <a:pt x="338" y="2558"/>
                    </a:cubicBezTo>
                    <a:cubicBezTo>
                      <a:pt x="338" y="2556"/>
                      <a:pt x="339" y="2555"/>
                      <a:pt x="340" y="2556"/>
                    </a:cubicBezTo>
                    <a:cubicBezTo>
                      <a:pt x="342" y="2556"/>
                      <a:pt x="343" y="2556"/>
                      <a:pt x="345" y="2556"/>
                    </a:cubicBezTo>
                    <a:cubicBezTo>
                      <a:pt x="346" y="2555"/>
                      <a:pt x="348" y="2553"/>
                      <a:pt x="349" y="2554"/>
                    </a:cubicBezTo>
                    <a:cubicBezTo>
                      <a:pt x="351" y="2555"/>
                      <a:pt x="350" y="2558"/>
                      <a:pt x="350" y="2560"/>
                    </a:cubicBezTo>
                    <a:cubicBezTo>
                      <a:pt x="350" y="2562"/>
                      <a:pt x="351" y="2564"/>
                      <a:pt x="353" y="2565"/>
                    </a:cubicBezTo>
                    <a:cubicBezTo>
                      <a:pt x="355" y="2566"/>
                      <a:pt x="357" y="2567"/>
                      <a:pt x="359" y="2569"/>
                    </a:cubicBezTo>
                    <a:cubicBezTo>
                      <a:pt x="359" y="2570"/>
                      <a:pt x="361" y="2572"/>
                      <a:pt x="359" y="2573"/>
                    </a:cubicBezTo>
                    <a:cubicBezTo>
                      <a:pt x="358" y="2573"/>
                      <a:pt x="357" y="2573"/>
                      <a:pt x="357" y="2572"/>
                    </a:cubicBezTo>
                    <a:cubicBezTo>
                      <a:pt x="356" y="2572"/>
                      <a:pt x="355" y="2571"/>
                      <a:pt x="354" y="2571"/>
                    </a:cubicBezTo>
                    <a:cubicBezTo>
                      <a:pt x="352" y="2571"/>
                      <a:pt x="350" y="2571"/>
                      <a:pt x="349" y="2573"/>
                    </a:cubicBezTo>
                    <a:cubicBezTo>
                      <a:pt x="349" y="2575"/>
                      <a:pt x="351" y="2578"/>
                      <a:pt x="352" y="2579"/>
                    </a:cubicBezTo>
                    <a:cubicBezTo>
                      <a:pt x="354" y="2580"/>
                      <a:pt x="356" y="2581"/>
                      <a:pt x="358" y="2582"/>
                    </a:cubicBezTo>
                    <a:cubicBezTo>
                      <a:pt x="359" y="2582"/>
                      <a:pt x="360" y="2583"/>
                      <a:pt x="360" y="2584"/>
                    </a:cubicBezTo>
                    <a:cubicBezTo>
                      <a:pt x="360" y="2585"/>
                      <a:pt x="361" y="2585"/>
                      <a:pt x="361" y="2586"/>
                    </a:cubicBezTo>
                    <a:cubicBezTo>
                      <a:pt x="362" y="2587"/>
                      <a:pt x="363" y="2587"/>
                      <a:pt x="364" y="2588"/>
                    </a:cubicBezTo>
                    <a:cubicBezTo>
                      <a:pt x="365" y="2588"/>
                      <a:pt x="366" y="2588"/>
                      <a:pt x="367" y="2588"/>
                    </a:cubicBezTo>
                    <a:cubicBezTo>
                      <a:pt x="368" y="2588"/>
                      <a:pt x="368" y="2587"/>
                      <a:pt x="368" y="2586"/>
                    </a:cubicBezTo>
                    <a:cubicBezTo>
                      <a:pt x="368" y="2586"/>
                      <a:pt x="369" y="2585"/>
                      <a:pt x="369" y="2584"/>
                    </a:cubicBezTo>
                    <a:cubicBezTo>
                      <a:pt x="369" y="2584"/>
                      <a:pt x="368" y="2583"/>
                      <a:pt x="368" y="2583"/>
                    </a:cubicBezTo>
                    <a:cubicBezTo>
                      <a:pt x="367" y="2581"/>
                      <a:pt x="368" y="2580"/>
                      <a:pt x="369" y="2579"/>
                    </a:cubicBezTo>
                    <a:cubicBezTo>
                      <a:pt x="369" y="2578"/>
                      <a:pt x="370" y="2578"/>
                      <a:pt x="371" y="2578"/>
                    </a:cubicBezTo>
                    <a:cubicBezTo>
                      <a:pt x="371" y="2577"/>
                      <a:pt x="372" y="2577"/>
                      <a:pt x="372" y="2576"/>
                    </a:cubicBezTo>
                    <a:cubicBezTo>
                      <a:pt x="373" y="2576"/>
                      <a:pt x="376" y="2574"/>
                      <a:pt x="377" y="2575"/>
                    </a:cubicBezTo>
                    <a:cubicBezTo>
                      <a:pt x="378" y="2576"/>
                      <a:pt x="379" y="2577"/>
                      <a:pt x="379" y="2578"/>
                    </a:cubicBezTo>
                    <a:cubicBezTo>
                      <a:pt x="380" y="2578"/>
                      <a:pt x="380" y="2579"/>
                      <a:pt x="381" y="2580"/>
                    </a:cubicBezTo>
                    <a:cubicBezTo>
                      <a:pt x="382" y="2580"/>
                      <a:pt x="384" y="2580"/>
                      <a:pt x="386" y="2579"/>
                    </a:cubicBezTo>
                    <a:cubicBezTo>
                      <a:pt x="387" y="2579"/>
                      <a:pt x="388" y="2578"/>
                      <a:pt x="389" y="2578"/>
                    </a:cubicBezTo>
                    <a:cubicBezTo>
                      <a:pt x="392" y="2576"/>
                      <a:pt x="392" y="2581"/>
                      <a:pt x="393" y="2583"/>
                    </a:cubicBezTo>
                    <a:cubicBezTo>
                      <a:pt x="394" y="2583"/>
                      <a:pt x="395" y="2584"/>
                      <a:pt x="396" y="2584"/>
                    </a:cubicBezTo>
                    <a:cubicBezTo>
                      <a:pt x="397" y="2585"/>
                      <a:pt x="397" y="2585"/>
                      <a:pt x="398" y="2586"/>
                    </a:cubicBezTo>
                    <a:cubicBezTo>
                      <a:pt x="399" y="2587"/>
                      <a:pt x="400" y="2589"/>
                      <a:pt x="402" y="2589"/>
                    </a:cubicBezTo>
                    <a:cubicBezTo>
                      <a:pt x="404" y="2588"/>
                      <a:pt x="405" y="2588"/>
                      <a:pt x="406" y="2587"/>
                    </a:cubicBezTo>
                    <a:cubicBezTo>
                      <a:pt x="408" y="2586"/>
                      <a:pt x="409" y="2585"/>
                      <a:pt x="410" y="2584"/>
                    </a:cubicBezTo>
                    <a:cubicBezTo>
                      <a:pt x="411" y="2584"/>
                      <a:pt x="413" y="2584"/>
                      <a:pt x="412" y="2585"/>
                    </a:cubicBezTo>
                    <a:cubicBezTo>
                      <a:pt x="411" y="2587"/>
                      <a:pt x="409" y="2588"/>
                      <a:pt x="407" y="2589"/>
                    </a:cubicBezTo>
                    <a:cubicBezTo>
                      <a:pt x="406" y="2590"/>
                      <a:pt x="405" y="2592"/>
                      <a:pt x="405" y="2593"/>
                    </a:cubicBezTo>
                    <a:cubicBezTo>
                      <a:pt x="406" y="2594"/>
                      <a:pt x="407" y="2595"/>
                      <a:pt x="408" y="2595"/>
                    </a:cubicBezTo>
                    <a:cubicBezTo>
                      <a:pt x="410" y="2594"/>
                      <a:pt x="412" y="2593"/>
                      <a:pt x="414" y="2591"/>
                    </a:cubicBezTo>
                    <a:cubicBezTo>
                      <a:pt x="415" y="2590"/>
                      <a:pt x="416" y="2589"/>
                      <a:pt x="417" y="2587"/>
                    </a:cubicBezTo>
                    <a:cubicBezTo>
                      <a:pt x="417" y="2586"/>
                      <a:pt x="418" y="2584"/>
                      <a:pt x="419" y="2584"/>
                    </a:cubicBezTo>
                    <a:cubicBezTo>
                      <a:pt x="420" y="2584"/>
                      <a:pt x="421" y="2585"/>
                      <a:pt x="421" y="2585"/>
                    </a:cubicBezTo>
                    <a:cubicBezTo>
                      <a:pt x="422" y="2586"/>
                      <a:pt x="423" y="2586"/>
                      <a:pt x="424" y="2586"/>
                    </a:cubicBezTo>
                    <a:cubicBezTo>
                      <a:pt x="426" y="2586"/>
                      <a:pt x="427" y="2585"/>
                      <a:pt x="429" y="2585"/>
                    </a:cubicBezTo>
                    <a:cubicBezTo>
                      <a:pt x="430" y="2584"/>
                      <a:pt x="432" y="2584"/>
                      <a:pt x="434" y="2584"/>
                    </a:cubicBezTo>
                    <a:cubicBezTo>
                      <a:pt x="436" y="2584"/>
                      <a:pt x="437" y="2584"/>
                      <a:pt x="438" y="2584"/>
                    </a:cubicBezTo>
                    <a:cubicBezTo>
                      <a:pt x="440" y="2584"/>
                      <a:pt x="441" y="2583"/>
                      <a:pt x="443" y="2583"/>
                    </a:cubicBezTo>
                    <a:cubicBezTo>
                      <a:pt x="443" y="2583"/>
                      <a:pt x="444" y="2583"/>
                      <a:pt x="444" y="2584"/>
                    </a:cubicBezTo>
                    <a:cubicBezTo>
                      <a:pt x="445" y="2584"/>
                      <a:pt x="444" y="2585"/>
                      <a:pt x="444" y="2585"/>
                    </a:cubicBezTo>
                    <a:cubicBezTo>
                      <a:pt x="443" y="2588"/>
                      <a:pt x="441" y="2590"/>
                      <a:pt x="440" y="2592"/>
                    </a:cubicBezTo>
                    <a:cubicBezTo>
                      <a:pt x="439" y="2593"/>
                      <a:pt x="437" y="2595"/>
                      <a:pt x="436" y="2596"/>
                    </a:cubicBezTo>
                    <a:cubicBezTo>
                      <a:pt x="434" y="2598"/>
                      <a:pt x="433" y="2599"/>
                      <a:pt x="433" y="2601"/>
                    </a:cubicBezTo>
                    <a:cubicBezTo>
                      <a:pt x="433" y="2603"/>
                      <a:pt x="432" y="2605"/>
                      <a:pt x="431" y="2607"/>
                    </a:cubicBezTo>
                    <a:cubicBezTo>
                      <a:pt x="430" y="2609"/>
                      <a:pt x="429" y="2610"/>
                      <a:pt x="428" y="2612"/>
                    </a:cubicBezTo>
                    <a:cubicBezTo>
                      <a:pt x="427" y="2613"/>
                      <a:pt x="426" y="2615"/>
                      <a:pt x="426" y="2616"/>
                    </a:cubicBezTo>
                    <a:cubicBezTo>
                      <a:pt x="425" y="2617"/>
                      <a:pt x="425" y="2618"/>
                      <a:pt x="425" y="2620"/>
                    </a:cubicBezTo>
                    <a:cubicBezTo>
                      <a:pt x="424" y="2621"/>
                      <a:pt x="424" y="2622"/>
                      <a:pt x="426" y="2623"/>
                    </a:cubicBezTo>
                    <a:cubicBezTo>
                      <a:pt x="429" y="2624"/>
                      <a:pt x="432" y="2624"/>
                      <a:pt x="435" y="2623"/>
                    </a:cubicBezTo>
                    <a:cubicBezTo>
                      <a:pt x="437" y="2623"/>
                      <a:pt x="439" y="2622"/>
                      <a:pt x="439" y="2620"/>
                    </a:cubicBezTo>
                    <a:cubicBezTo>
                      <a:pt x="440" y="2617"/>
                      <a:pt x="441" y="2616"/>
                      <a:pt x="443" y="2615"/>
                    </a:cubicBezTo>
                    <a:cubicBezTo>
                      <a:pt x="446" y="2613"/>
                      <a:pt x="449" y="2613"/>
                      <a:pt x="452" y="2613"/>
                    </a:cubicBezTo>
                    <a:cubicBezTo>
                      <a:pt x="453" y="2613"/>
                      <a:pt x="455" y="2612"/>
                      <a:pt x="456" y="2612"/>
                    </a:cubicBezTo>
                    <a:cubicBezTo>
                      <a:pt x="457" y="2613"/>
                      <a:pt x="457" y="2614"/>
                      <a:pt x="457" y="2614"/>
                    </a:cubicBezTo>
                    <a:cubicBezTo>
                      <a:pt x="456" y="2616"/>
                      <a:pt x="454" y="2616"/>
                      <a:pt x="452" y="2616"/>
                    </a:cubicBezTo>
                    <a:cubicBezTo>
                      <a:pt x="451" y="2617"/>
                      <a:pt x="449" y="2618"/>
                      <a:pt x="447" y="2619"/>
                    </a:cubicBezTo>
                    <a:cubicBezTo>
                      <a:pt x="446" y="2620"/>
                      <a:pt x="439" y="2621"/>
                      <a:pt x="441" y="2624"/>
                    </a:cubicBezTo>
                    <a:cubicBezTo>
                      <a:pt x="442" y="2625"/>
                      <a:pt x="442" y="2626"/>
                      <a:pt x="443" y="2627"/>
                    </a:cubicBezTo>
                    <a:cubicBezTo>
                      <a:pt x="443" y="2628"/>
                      <a:pt x="443" y="2630"/>
                      <a:pt x="442" y="2630"/>
                    </a:cubicBezTo>
                    <a:cubicBezTo>
                      <a:pt x="440" y="2631"/>
                      <a:pt x="438" y="2633"/>
                      <a:pt x="439" y="2635"/>
                    </a:cubicBezTo>
                    <a:cubicBezTo>
                      <a:pt x="440" y="2636"/>
                      <a:pt x="443" y="2636"/>
                      <a:pt x="445" y="2636"/>
                    </a:cubicBezTo>
                    <a:cubicBezTo>
                      <a:pt x="446" y="2635"/>
                      <a:pt x="447" y="2635"/>
                      <a:pt x="447" y="2634"/>
                    </a:cubicBezTo>
                    <a:cubicBezTo>
                      <a:pt x="448" y="2633"/>
                      <a:pt x="450" y="2632"/>
                      <a:pt x="451" y="2631"/>
                    </a:cubicBezTo>
                    <a:cubicBezTo>
                      <a:pt x="452" y="2630"/>
                      <a:pt x="454" y="2629"/>
                      <a:pt x="455" y="2628"/>
                    </a:cubicBezTo>
                    <a:cubicBezTo>
                      <a:pt x="458" y="2626"/>
                      <a:pt x="460" y="2623"/>
                      <a:pt x="463" y="2621"/>
                    </a:cubicBezTo>
                    <a:cubicBezTo>
                      <a:pt x="465" y="2619"/>
                      <a:pt x="468" y="2617"/>
                      <a:pt x="471" y="2616"/>
                    </a:cubicBezTo>
                    <a:cubicBezTo>
                      <a:pt x="473" y="2615"/>
                      <a:pt x="475" y="2613"/>
                      <a:pt x="477" y="2611"/>
                    </a:cubicBezTo>
                    <a:cubicBezTo>
                      <a:pt x="479" y="2610"/>
                      <a:pt x="480" y="2608"/>
                      <a:pt x="482" y="2606"/>
                    </a:cubicBezTo>
                    <a:cubicBezTo>
                      <a:pt x="484" y="2605"/>
                      <a:pt x="486" y="2605"/>
                      <a:pt x="489" y="2604"/>
                    </a:cubicBezTo>
                    <a:cubicBezTo>
                      <a:pt x="494" y="2603"/>
                      <a:pt x="499" y="2600"/>
                      <a:pt x="503" y="2596"/>
                    </a:cubicBezTo>
                    <a:cubicBezTo>
                      <a:pt x="504" y="2594"/>
                      <a:pt x="504" y="2593"/>
                      <a:pt x="506" y="2592"/>
                    </a:cubicBezTo>
                    <a:cubicBezTo>
                      <a:pt x="507" y="2591"/>
                      <a:pt x="508" y="2590"/>
                      <a:pt x="510" y="2590"/>
                    </a:cubicBezTo>
                    <a:cubicBezTo>
                      <a:pt x="512" y="2591"/>
                      <a:pt x="511" y="2595"/>
                      <a:pt x="511" y="2596"/>
                    </a:cubicBezTo>
                    <a:cubicBezTo>
                      <a:pt x="510" y="2599"/>
                      <a:pt x="509" y="2603"/>
                      <a:pt x="507" y="2605"/>
                    </a:cubicBezTo>
                    <a:cubicBezTo>
                      <a:pt x="504" y="2611"/>
                      <a:pt x="499" y="2614"/>
                      <a:pt x="496" y="2620"/>
                    </a:cubicBezTo>
                    <a:cubicBezTo>
                      <a:pt x="492" y="2625"/>
                      <a:pt x="491" y="2631"/>
                      <a:pt x="490" y="2637"/>
                    </a:cubicBezTo>
                    <a:cubicBezTo>
                      <a:pt x="490" y="2639"/>
                      <a:pt x="490" y="2642"/>
                      <a:pt x="490" y="2644"/>
                    </a:cubicBezTo>
                    <a:cubicBezTo>
                      <a:pt x="491" y="2647"/>
                      <a:pt x="492" y="2648"/>
                      <a:pt x="494" y="2649"/>
                    </a:cubicBezTo>
                    <a:cubicBezTo>
                      <a:pt x="495" y="2650"/>
                      <a:pt x="497" y="2651"/>
                      <a:pt x="498" y="2653"/>
                    </a:cubicBezTo>
                    <a:cubicBezTo>
                      <a:pt x="498" y="2654"/>
                      <a:pt x="497" y="2656"/>
                      <a:pt x="496" y="2657"/>
                    </a:cubicBezTo>
                    <a:cubicBezTo>
                      <a:pt x="495" y="2658"/>
                      <a:pt x="493" y="2660"/>
                      <a:pt x="494" y="2662"/>
                    </a:cubicBezTo>
                    <a:cubicBezTo>
                      <a:pt x="494" y="2662"/>
                      <a:pt x="494" y="2663"/>
                      <a:pt x="495" y="2663"/>
                    </a:cubicBezTo>
                    <a:cubicBezTo>
                      <a:pt x="496" y="2664"/>
                      <a:pt x="498" y="2664"/>
                      <a:pt x="499" y="2663"/>
                    </a:cubicBezTo>
                    <a:cubicBezTo>
                      <a:pt x="500" y="2663"/>
                      <a:pt x="500" y="2663"/>
                      <a:pt x="501" y="2663"/>
                    </a:cubicBezTo>
                    <a:cubicBezTo>
                      <a:pt x="502" y="2662"/>
                      <a:pt x="502" y="2662"/>
                      <a:pt x="502" y="2661"/>
                    </a:cubicBezTo>
                    <a:cubicBezTo>
                      <a:pt x="503" y="2660"/>
                      <a:pt x="504" y="2659"/>
                      <a:pt x="504" y="2658"/>
                    </a:cubicBezTo>
                    <a:cubicBezTo>
                      <a:pt x="505" y="2657"/>
                      <a:pt x="505" y="2656"/>
                      <a:pt x="506" y="2654"/>
                    </a:cubicBezTo>
                    <a:cubicBezTo>
                      <a:pt x="506" y="2653"/>
                      <a:pt x="507" y="2652"/>
                      <a:pt x="508" y="2652"/>
                    </a:cubicBezTo>
                    <a:cubicBezTo>
                      <a:pt x="508" y="2652"/>
                      <a:pt x="509" y="2652"/>
                      <a:pt x="510" y="2652"/>
                    </a:cubicBezTo>
                    <a:cubicBezTo>
                      <a:pt x="510" y="2652"/>
                      <a:pt x="511" y="2653"/>
                      <a:pt x="511" y="2654"/>
                    </a:cubicBezTo>
                    <a:cubicBezTo>
                      <a:pt x="512" y="2656"/>
                      <a:pt x="512" y="2657"/>
                      <a:pt x="512" y="2659"/>
                    </a:cubicBezTo>
                    <a:cubicBezTo>
                      <a:pt x="511" y="2660"/>
                      <a:pt x="511" y="2662"/>
                      <a:pt x="512" y="2663"/>
                    </a:cubicBezTo>
                    <a:cubicBezTo>
                      <a:pt x="513" y="2664"/>
                      <a:pt x="515" y="2664"/>
                      <a:pt x="516" y="2664"/>
                    </a:cubicBezTo>
                    <a:cubicBezTo>
                      <a:pt x="517" y="2664"/>
                      <a:pt x="519" y="2665"/>
                      <a:pt x="521" y="2665"/>
                    </a:cubicBezTo>
                    <a:cubicBezTo>
                      <a:pt x="522" y="2665"/>
                      <a:pt x="523" y="2665"/>
                      <a:pt x="524" y="2665"/>
                    </a:cubicBezTo>
                    <a:cubicBezTo>
                      <a:pt x="526" y="2665"/>
                      <a:pt x="529" y="2664"/>
                      <a:pt x="531" y="2663"/>
                    </a:cubicBezTo>
                    <a:cubicBezTo>
                      <a:pt x="532" y="2662"/>
                      <a:pt x="536" y="2660"/>
                      <a:pt x="537" y="2662"/>
                    </a:cubicBezTo>
                    <a:cubicBezTo>
                      <a:pt x="538" y="2664"/>
                      <a:pt x="535" y="2664"/>
                      <a:pt x="534" y="2664"/>
                    </a:cubicBezTo>
                    <a:cubicBezTo>
                      <a:pt x="533" y="2665"/>
                      <a:pt x="531" y="2665"/>
                      <a:pt x="530" y="2665"/>
                    </a:cubicBezTo>
                    <a:cubicBezTo>
                      <a:pt x="529" y="2665"/>
                      <a:pt x="528" y="2666"/>
                      <a:pt x="528" y="2667"/>
                    </a:cubicBezTo>
                    <a:cubicBezTo>
                      <a:pt x="527" y="2669"/>
                      <a:pt x="526" y="2671"/>
                      <a:pt x="525" y="2673"/>
                    </a:cubicBezTo>
                    <a:cubicBezTo>
                      <a:pt x="525" y="2674"/>
                      <a:pt x="524" y="2675"/>
                      <a:pt x="524" y="2675"/>
                    </a:cubicBezTo>
                    <a:cubicBezTo>
                      <a:pt x="523" y="2674"/>
                      <a:pt x="523" y="2673"/>
                      <a:pt x="523" y="2672"/>
                    </a:cubicBezTo>
                    <a:cubicBezTo>
                      <a:pt x="522" y="2672"/>
                      <a:pt x="523" y="2670"/>
                      <a:pt x="522" y="2670"/>
                    </a:cubicBezTo>
                    <a:cubicBezTo>
                      <a:pt x="521" y="2669"/>
                      <a:pt x="520" y="2669"/>
                      <a:pt x="519" y="2669"/>
                    </a:cubicBezTo>
                    <a:cubicBezTo>
                      <a:pt x="518" y="2669"/>
                      <a:pt x="516" y="2669"/>
                      <a:pt x="514" y="2670"/>
                    </a:cubicBezTo>
                    <a:cubicBezTo>
                      <a:pt x="512" y="2670"/>
                      <a:pt x="512" y="2672"/>
                      <a:pt x="512" y="2674"/>
                    </a:cubicBezTo>
                    <a:cubicBezTo>
                      <a:pt x="511" y="2676"/>
                      <a:pt x="514" y="2677"/>
                      <a:pt x="515" y="2677"/>
                    </a:cubicBezTo>
                    <a:cubicBezTo>
                      <a:pt x="516" y="2678"/>
                      <a:pt x="517" y="2679"/>
                      <a:pt x="517" y="2680"/>
                    </a:cubicBezTo>
                    <a:cubicBezTo>
                      <a:pt x="517" y="2682"/>
                      <a:pt x="519" y="2683"/>
                      <a:pt x="520" y="2683"/>
                    </a:cubicBezTo>
                    <a:cubicBezTo>
                      <a:pt x="522" y="2683"/>
                      <a:pt x="523" y="2681"/>
                      <a:pt x="524" y="2680"/>
                    </a:cubicBezTo>
                    <a:cubicBezTo>
                      <a:pt x="525" y="2678"/>
                      <a:pt x="526" y="2677"/>
                      <a:pt x="528" y="2676"/>
                    </a:cubicBezTo>
                    <a:cubicBezTo>
                      <a:pt x="529" y="2676"/>
                      <a:pt x="532" y="2674"/>
                      <a:pt x="532" y="2676"/>
                    </a:cubicBezTo>
                    <a:cubicBezTo>
                      <a:pt x="532" y="2677"/>
                      <a:pt x="530" y="2678"/>
                      <a:pt x="529" y="2678"/>
                    </a:cubicBezTo>
                    <a:cubicBezTo>
                      <a:pt x="528" y="2679"/>
                      <a:pt x="527" y="2679"/>
                      <a:pt x="526" y="2680"/>
                    </a:cubicBezTo>
                    <a:cubicBezTo>
                      <a:pt x="525" y="2682"/>
                      <a:pt x="526" y="2685"/>
                      <a:pt x="526" y="2687"/>
                    </a:cubicBezTo>
                    <a:cubicBezTo>
                      <a:pt x="527" y="2689"/>
                      <a:pt x="528" y="2691"/>
                      <a:pt x="530" y="2692"/>
                    </a:cubicBezTo>
                    <a:cubicBezTo>
                      <a:pt x="531" y="2693"/>
                      <a:pt x="532" y="2694"/>
                      <a:pt x="534" y="2695"/>
                    </a:cubicBezTo>
                    <a:cubicBezTo>
                      <a:pt x="535" y="2695"/>
                      <a:pt x="536" y="2696"/>
                      <a:pt x="537" y="2697"/>
                    </a:cubicBezTo>
                    <a:cubicBezTo>
                      <a:pt x="538" y="2698"/>
                      <a:pt x="539" y="2699"/>
                      <a:pt x="541" y="2699"/>
                    </a:cubicBezTo>
                    <a:cubicBezTo>
                      <a:pt x="542" y="2698"/>
                      <a:pt x="544" y="2696"/>
                      <a:pt x="545" y="2695"/>
                    </a:cubicBezTo>
                    <a:cubicBezTo>
                      <a:pt x="546" y="2693"/>
                      <a:pt x="546" y="2690"/>
                      <a:pt x="547" y="2688"/>
                    </a:cubicBezTo>
                    <a:cubicBezTo>
                      <a:pt x="548" y="2686"/>
                      <a:pt x="548" y="2683"/>
                      <a:pt x="549" y="2681"/>
                    </a:cubicBezTo>
                    <a:cubicBezTo>
                      <a:pt x="550" y="2680"/>
                      <a:pt x="550" y="2679"/>
                      <a:pt x="550" y="2678"/>
                    </a:cubicBezTo>
                    <a:cubicBezTo>
                      <a:pt x="551" y="2678"/>
                      <a:pt x="551" y="2678"/>
                      <a:pt x="551" y="2678"/>
                    </a:cubicBezTo>
                    <a:cubicBezTo>
                      <a:pt x="552" y="2679"/>
                      <a:pt x="551" y="2680"/>
                      <a:pt x="551" y="2681"/>
                    </a:cubicBezTo>
                    <a:cubicBezTo>
                      <a:pt x="551" y="2683"/>
                      <a:pt x="551" y="2685"/>
                      <a:pt x="551" y="2687"/>
                    </a:cubicBezTo>
                    <a:cubicBezTo>
                      <a:pt x="550" y="2690"/>
                      <a:pt x="549" y="2693"/>
                      <a:pt x="547" y="2696"/>
                    </a:cubicBezTo>
                    <a:cubicBezTo>
                      <a:pt x="545" y="2699"/>
                      <a:pt x="542" y="2702"/>
                      <a:pt x="540" y="2704"/>
                    </a:cubicBezTo>
                    <a:cubicBezTo>
                      <a:pt x="537" y="2706"/>
                      <a:pt x="535" y="2708"/>
                      <a:pt x="532" y="2709"/>
                    </a:cubicBezTo>
                    <a:cubicBezTo>
                      <a:pt x="530" y="2709"/>
                      <a:pt x="527" y="2710"/>
                      <a:pt x="525" y="2710"/>
                    </a:cubicBezTo>
                    <a:cubicBezTo>
                      <a:pt x="523" y="2711"/>
                      <a:pt x="522" y="2712"/>
                      <a:pt x="520" y="2714"/>
                    </a:cubicBezTo>
                    <a:cubicBezTo>
                      <a:pt x="519" y="2716"/>
                      <a:pt x="517" y="2717"/>
                      <a:pt x="515" y="2719"/>
                    </a:cubicBezTo>
                    <a:cubicBezTo>
                      <a:pt x="512" y="2722"/>
                      <a:pt x="508" y="2725"/>
                      <a:pt x="508" y="2729"/>
                    </a:cubicBezTo>
                    <a:cubicBezTo>
                      <a:pt x="508" y="2731"/>
                      <a:pt x="509" y="2732"/>
                      <a:pt x="510" y="2733"/>
                    </a:cubicBezTo>
                    <a:cubicBezTo>
                      <a:pt x="512" y="2733"/>
                      <a:pt x="515" y="2731"/>
                      <a:pt x="516" y="2730"/>
                    </a:cubicBezTo>
                    <a:cubicBezTo>
                      <a:pt x="518" y="2728"/>
                      <a:pt x="519" y="2726"/>
                      <a:pt x="521" y="2725"/>
                    </a:cubicBezTo>
                    <a:cubicBezTo>
                      <a:pt x="524" y="2724"/>
                      <a:pt x="527" y="2725"/>
                      <a:pt x="529" y="2725"/>
                    </a:cubicBezTo>
                    <a:cubicBezTo>
                      <a:pt x="531" y="2725"/>
                      <a:pt x="533" y="2725"/>
                      <a:pt x="535" y="2724"/>
                    </a:cubicBezTo>
                    <a:cubicBezTo>
                      <a:pt x="537" y="2723"/>
                      <a:pt x="538" y="2722"/>
                      <a:pt x="539" y="2721"/>
                    </a:cubicBezTo>
                    <a:cubicBezTo>
                      <a:pt x="541" y="2721"/>
                      <a:pt x="544" y="2720"/>
                      <a:pt x="545" y="2718"/>
                    </a:cubicBezTo>
                    <a:cubicBezTo>
                      <a:pt x="547" y="2717"/>
                      <a:pt x="547" y="2715"/>
                      <a:pt x="547" y="2713"/>
                    </a:cubicBezTo>
                    <a:cubicBezTo>
                      <a:pt x="546" y="2711"/>
                      <a:pt x="546" y="2709"/>
                      <a:pt x="548" y="2707"/>
                    </a:cubicBezTo>
                    <a:cubicBezTo>
                      <a:pt x="549" y="2705"/>
                      <a:pt x="552" y="2703"/>
                      <a:pt x="554" y="2702"/>
                    </a:cubicBezTo>
                    <a:cubicBezTo>
                      <a:pt x="556" y="2701"/>
                      <a:pt x="558" y="2700"/>
                      <a:pt x="560" y="2699"/>
                    </a:cubicBezTo>
                    <a:cubicBezTo>
                      <a:pt x="562" y="2697"/>
                      <a:pt x="563" y="2695"/>
                      <a:pt x="565" y="2694"/>
                    </a:cubicBezTo>
                    <a:cubicBezTo>
                      <a:pt x="569" y="2690"/>
                      <a:pt x="573" y="2686"/>
                      <a:pt x="573" y="2681"/>
                    </a:cubicBezTo>
                    <a:cubicBezTo>
                      <a:pt x="573" y="2679"/>
                      <a:pt x="573" y="2676"/>
                      <a:pt x="573" y="2673"/>
                    </a:cubicBezTo>
                    <a:cubicBezTo>
                      <a:pt x="574" y="2671"/>
                      <a:pt x="575" y="2668"/>
                      <a:pt x="577" y="2666"/>
                    </a:cubicBezTo>
                    <a:cubicBezTo>
                      <a:pt x="578" y="2664"/>
                      <a:pt x="580" y="2662"/>
                      <a:pt x="582" y="2660"/>
                    </a:cubicBezTo>
                    <a:cubicBezTo>
                      <a:pt x="583" y="2659"/>
                      <a:pt x="584" y="2658"/>
                      <a:pt x="585" y="2658"/>
                    </a:cubicBezTo>
                    <a:cubicBezTo>
                      <a:pt x="585" y="2659"/>
                      <a:pt x="585" y="2660"/>
                      <a:pt x="585" y="2661"/>
                    </a:cubicBezTo>
                    <a:cubicBezTo>
                      <a:pt x="586" y="2662"/>
                      <a:pt x="586" y="2663"/>
                      <a:pt x="586" y="2665"/>
                    </a:cubicBezTo>
                    <a:cubicBezTo>
                      <a:pt x="586" y="2667"/>
                      <a:pt x="585" y="2670"/>
                      <a:pt x="583" y="2672"/>
                    </a:cubicBezTo>
                    <a:cubicBezTo>
                      <a:pt x="582" y="2673"/>
                      <a:pt x="580" y="2673"/>
                      <a:pt x="579" y="2675"/>
                    </a:cubicBezTo>
                    <a:cubicBezTo>
                      <a:pt x="578" y="2678"/>
                      <a:pt x="581" y="2680"/>
                      <a:pt x="583" y="2681"/>
                    </a:cubicBezTo>
                    <a:cubicBezTo>
                      <a:pt x="584" y="2681"/>
                      <a:pt x="585" y="2681"/>
                      <a:pt x="586" y="2681"/>
                    </a:cubicBezTo>
                    <a:cubicBezTo>
                      <a:pt x="587" y="2681"/>
                      <a:pt x="588" y="2680"/>
                      <a:pt x="589" y="2679"/>
                    </a:cubicBezTo>
                    <a:cubicBezTo>
                      <a:pt x="590" y="2679"/>
                      <a:pt x="591" y="2679"/>
                      <a:pt x="592" y="2678"/>
                    </a:cubicBezTo>
                    <a:cubicBezTo>
                      <a:pt x="593" y="2678"/>
                      <a:pt x="593" y="2677"/>
                      <a:pt x="594" y="2677"/>
                    </a:cubicBezTo>
                    <a:cubicBezTo>
                      <a:pt x="595" y="2677"/>
                      <a:pt x="596" y="2677"/>
                      <a:pt x="597" y="2676"/>
                    </a:cubicBezTo>
                    <a:cubicBezTo>
                      <a:pt x="599" y="2676"/>
                      <a:pt x="600" y="2675"/>
                      <a:pt x="601" y="2676"/>
                    </a:cubicBezTo>
                    <a:cubicBezTo>
                      <a:pt x="603" y="2677"/>
                      <a:pt x="605" y="2678"/>
                      <a:pt x="607" y="2678"/>
                    </a:cubicBezTo>
                    <a:cubicBezTo>
                      <a:pt x="608" y="2678"/>
                      <a:pt x="610" y="2678"/>
                      <a:pt x="611" y="2678"/>
                    </a:cubicBezTo>
                    <a:cubicBezTo>
                      <a:pt x="613" y="2679"/>
                      <a:pt x="614" y="2679"/>
                      <a:pt x="616" y="2679"/>
                    </a:cubicBezTo>
                    <a:cubicBezTo>
                      <a:pt x="616" y="2679"/>
                      <a:pt x="617" y="2679"/>
                      <a:pt x="617" y="2678"/>
                    </a:cubicBezTo>
                    <a:cubicBezTo>
                      <a:pt x="618" y="2678"/>
                      <a:pt x="619" y="2677"/>
                      <a:pt x="620" y="2676"/>
                    </a:cubicBezTo>
                    <a:cubicBezTo>
                      <a:pt x="621" y="2675"/>
                      <a:pt x="621" y="2674"/>
                      <a:pt x="623" y="2674"/>
                    </a:cubicBezTo>
                    <a:cubicBezTo>
                      <a:pt x="624" y="2674"/>
                      <a:pt x="625" y="2674"/>
                      <a:pt x="625" y="2675"/>
                    </a:cubicBezTo>
                    <a:cubicBezTo>
                      <a:pt x="626" y="2676"/>
                      <a:pt x="627" y="2676"/>
                      <a:pt x="628" y="2676"/>
                    </a:cubicBezTo>
                    <a:cubicBezTo>
                      <a:pt x="629" y="2676"/>
                      <a:pt x="630" y="2676"/>
                      <a:pt x="631" y="2675"/>
                    </a:cubicBezTo>
                    <a:cubicBezTo>
                      <a:pt x="631" y="2674"/>
                      <a:pt x="632" y="2673"/>
                      <a:pt x="632" y="2672"/>
                    </a:cubicBezTo>
                    <a:cubicBezTo>
                      <a:pt x="633" y="2671"/>
                      <a:pt x="634" y="2670"/>
                      <a:pt x="636" y="2670"/>
                    </a:cubicBezTo>
                    <a:cubicBezTo>
                      <a:pt x="637" y="2669"/>
                      <a:pt x="638" y="2669"/>
                      <a:pt x="639" y="2668"/>
                    </a:cubicBezTo>
                    <a:cubicBezTo>
                      <a:pt x="640" y="2668"/>
                      <a:pt x="642" y="2668"/>
                      <a:pt x="643" y="2668"/>
                    </a:cubicBezTo>
                    <a:cubicBezTo>
                      <a:pt x="644" y="2667"/>
                      <a:pt x="644" y="2667"/>
                      <a:pt x="645" y="2666"/>
                    </a:cubicBezTo>
                    <a:cubicBezTo>
                      <a:pt x="645" y="2665"/>
                      <a:pt x="645" y="2664"/>
                      <a:pt x="646" y="2663"/>
                    </a:cubicBezTo>
                    <a:cubicBezTo>
                      <a:pt x="648" y="2662"/>
                      <a:pt x="650" y="2663"/>
                      <a:pt x="652" y="2662"/>
                    </a:cubicBezTo>
                    <a:cubicBezTo>
                      <a:pt x="653" y="2661"/>
                      <a:pt x="653" y="2660"/>
                      <a:pt x="653" y="2660"/>
                    </a:cubicBezTo>
                    <a:cubicBezTo>
                      <a:pt x="654" y="2659"/>
                      <a:pt x="654" y="2659"/>
                      <a:pt x="655" y="2659"/>
                    </a:cubicBezTo>
                    <a:cubicBezTo>
                      <a:pt x="655" y="2658"/>
                      <a:pt x="656" y="2658"/>
                      <a:pt x="656" y="2657"/>
                    </a:cubicBezTo>
                    <a:cubicBezTo>
                      <a:pt x="657" y="2657"/>
                      <a:pt x="658" y="2656"/>
                      <a:pt x="659" y="2657"/>
                    </a:cubicBezTo>
                    <a:cubicBezTo>
                      <a:pt x="659" y="2657"/>
                      <a:pt x="659" y="2658"/>
                      <a:pt x="660" y="2658"/>
                    </a:cubicBezTo>
                    <a:cubicBezTo>
                      <a:pt x="660" y="2659"/>
                      <a:pt x="661" y="2660"/>
                      <a:pt x="662" y="2660"/>
                    </a:cubicBezTo>
                    <a:cubicBezTo>
                      <a:pt x="662" y="2660"/>
                      <a:pt x="664" y="2660"/>
                      <a:pt x="665" y="2660"/>
                    </a:cubicBezTo>
                    <a:cubicBezTo>
                      <a:pt x="666" y="2660"/>
                      <a:pt x="666" y="2660"/>
                      <a:pt x="667" y="2660"/>
                    </a:cubicBezTo>
                    <a:cubicBezTo>
                      <a:pt x="668" y="2660"/>
                      <a:pt x="669" y="2660"/>
                      <a:pt x="670" y="2659"/>
                    </a:cubicBezTo>
                    <a:cubicBezTo>
                      <a:pt x="671" y="2659"/>
                      <a:pt x="671" y="2658"/>
                      <a:pt x="672" y="2658"/>
                    </a:cubicBezTo>
                    <a:cubicBezTo>
                      <a:pt x="672" y="2656"/>
                      <a:pt x="672" y="2654"/>
                      <a:pt x="672" y="2653"/>
                    </a:cubicBezTo>
                    <a:cubicBezTo>
                      <a:pt x="672" y="2650"/>
                      <a:pt x="674" y="2650"/>
                      <a:pt x="676" y="2651"/>
                    </a:cubicBezTo>
                    <a:cubicBezTo>
                      <a:pt x="678" y="2651"/>
                      <a:pt x="680" y="2652"/>
                      <a:pt x="682" y="2652"/>
                    </a:cubicBezTo>
                    <a:cubicBezTo>
                      <a:pt x="683" y="2652"/>
                      <a:pt x="685" y="2651"/>
                      <a:pt x="686" y="2650"/>
                    </a:cubicBezTo>
                    <a:cubicBezTo>
                      <a:pt x="688" y="2648"/>
                      <a:pt x="689" y="2647"/>
                      <a:pt x="691" y="2646"/>
                    </a:cubicBezTo>
                    <a:cubicBezTo>
                      <a:pt x="692" y="2644"/>
                      <a:pt x="693" y="2643"/>
                      <a:pt x="695" y="2642"/>
                    </a:cubicBezTo>
                    <a:cubicBezTo>
                      <a:pt x="696" y="2641"/>
                      <a:pt x="697" y="2639"/>
                      <a:pt x="699" y="2639"/>
                    </a:cubicBezTo>
                    <a:cubicBezTo>
                      <a:pt x="700" y="2640"/>
                      <a:pt x="702" y="2643"/>
                      <a:pt x="701" y="2645"/>
                    </a:cubicBezTo>
                    <a:cubicBezTo>
                      <a:pt x="701" y="2647"/>
                      <a:pt x="700" y="2649"/>
                      <a:pt x="700" y="2651"/>
                    </a:cubicBezTo>
                    <a:cubicBezTo>
                      <a:pt x="700" y="2653"/>
                      <a:pt x="700" y="2656"/>
                      <a:pt x="700" y="2658"/>
                    </a:cubicBezTo>
                    <a:cubicBezTo>
                      <a:pt x="700" y="2659"/>
                      <a:pt x="699" y="2660"/>
                      <a:pt x="700" y="2660"/>
                    </a:cubicBezTo>
                    <a:cubicBezTo>
                      <a:pt x="701" y="2660"/>
                      <a:pt x="702" y="2659"/>
                      <a:pt x="702" y="2659"/>
                    </a:cubicBezTo>
                    <a:cubicBezTo>
                      <a:pt x="703" y="2657"/>
                      <a:pt x="703" y="2656"/>
                      <a:pt x="705" y="2656"/>
                    </a:cubicBezTo>
                    <a:cubicBezTo>
                      <a:pt x="707" y="2656"/>
                      <a:pt x="710" y="2656"/>
                      <a:pt x="712" y="2654"/>
                    </a:cubicBezTo>
                    <a:cubicBezTo>
                      <a:pt x="713" y="2654"/>
                      <a:pt x="714" y="2652"/>
                      <a:pt x="714" y="2650"/>
                    </a:cubicBezTo>
                    <a:cubicBezTo>
                      <a:pt x="715" y="2649"/>
                      <a:pt x="715" y="2647"/>
                      <a:pt x="717" y="2646"/>
                    </a:cubicBezTo>
                    <a:cubicBezTo>
                      <a:pt x="718" y="2645"/>
                      <a:pt x="719" y="2648"/>
                      <a:pt x="718" y="2649"/>
                    </a:cubicBezTo>
                    <a:cubicBezTo>
                      <a:pt x="718" y="2650"/>
                      <a:pt x="718" y="2651"/>
                      <a:pt x="717" y="2652"/>
                    </a:cubicBezTo>
                    <a:cubicBezTo>
                      <a:pt x="717" y="2653"/>
                      <a:pt x="717" y="2655"/>
                      <a:pt x="717" y="2656"/>
                    </a:cubicBezTo>
                    <a:cubicBezTo>
                      <a:pt x="718" y="2658"/>
                      <a:pt x="718" y="2659"/>
                      <a:pt x="718" y="2660"/>
                    </a:cubicBezTo>
                    <a:cubicBezTo>
                      <a:pt x="718" y="2661"/>
                      <a:pt x="718" y="2662"/>
                      <a:pt x="718" y="2662"/>
                    </a:cubicBezTo>
                    <a:cubicBezTo>
                      <a:pt x="718" y="2664"/>
                      <a:pt x="720" y="2664"/>
                      <a:pt x="721" y="2664"/>
                    </a:cubicBezTo>
                    <a:cubicBezTo>
                      <a:pt x="722" y="2663"/>
                      <a:pt x="723" y="2662"/>
                      <a:pt x="723" y="2661"/>
                    </a:cubicBezTo>
                    <a:cubicBezTo>
                      <a:pt x="724" y="2660"/>
                      <a:pt x="724" y="2659"/>
                      <a:pt x="725" y="2658"/>
                    </a:cubicBezTo>
                    <a:cubicBezTo>
                      <a:pt x="727" y="2657"/>
                      <a:pt x="728" y="2656"/>
                      <a:pt x="730" y="2655"/>
                    </a:cubicBezTo>
                    <a:cubicBezTo>
                      <a:pt x="732" y="2653"/>
                      <a:pt x="733" y="2651"/>
                      <a:pt x="734" y="2649"/>
                    </a:cubicBezTo>
                    <a:cubicBezTo>
                      <a:pt x="735" y="2647"/>
                      <a:pt x="736" y="2646"/>
                      <a:pt x="737" y="2645"/>
                    </a:cubicBezTo>
                    <a:cubicBezTo>
                      <a:pt x="738" y="2643"/>
                      <a:pt x="740" y="2641"/>
                      <a:pt x="740" y="2639"/>
                    </a:cubicBezTo>
                    <a:cubicBezTo>
                      <a:pt x="741" y="2636"/>
                      <a:pt x="741" y="2633"/>
                      <a:pt x="741" y="2630"/>
                    </a:cubicBezTo>
                    <a:cubicBezTo>
                      <a:pt x="741" y="2628"/>
                      <a:pt x="740" y="2625"/>
                      <a:pt x="740" y="2623"/>
                    </a:cubicBezTo>
                    <a:cubicBezTo>
                      <a:pt x="739" y="2621"/>
                      <a:pt x="738" y="2620"/>
                      <a:pt x="738" y="2617"/>
                    </a:cubicBezTo>
                    <a:cubicBezTo>
                      <a:pt x="738" y="2617"/>
                      <a:pt x="739" y="2615"/>
                      <a:pt x="740" y="2615"/>
                    </a:cubicBezTo>
                    <a:cubicBezTo>
                      <a:pt x="740" y="2615"/>
                      <a:pt x="741" y="2616"/>
                      <a:pt x="741" y="2616"/>
                    </a:cubicBezTo>
                    <a:cubicBezTo>
                      <a:pt x="742" y="2618"/>
                      <a:pt x="744" y="2620"/>
                      <a:pt x="746" y="2621"/>
                    </a:cubicBezTo>
                    <a:cubicBezTo>
                      <a:pt x="747" y="2622"/>
                      <a:pt x="749" y="2622"/>
                      <a:pt x="749" y="2620"/>
                    </a:cubicBezTo>
                    <a:cubicBezTo>
                      <a:pt x="749" y="2620"/>
                      <a:pt x="749" y="2619"/>
                      <a:pt x="750" y="2618"/>
                    </a:cubicBezTo>
                    <a:cubicBezTo>
                      <a:pt x="751" y="2617"/>
                      <a:pt x="753" y="2617"/>
                      <a:pt x="754" y="2618"/>
                    </a:cubicBezTo>
                    <a:cubicBezTo>
                      <a:pt x="756" y="2618"/>
                      <a:pt x="758" y="2618"/>
                      <a:pt x="758" y="2615"/>
                    </a:cubicBezTo>
                    <a:cubicBezTo>
                      <a:pt x="759" y="2612"/>
                      <a:pt x="757" y="2610"/>
                      <a:pt x="758" y="2607"/>
                    </a:cubicBezTo>
                    <a:cubicBezTo>
                      <a:pt x="759" y="2605"/>
                      <a:pt x="760" y="2602"/>
                      <a:pt x="763" y="2602"/>
                    </a:cubicBezTo>
                    <a:cubicBezTo>
                      <a:pt x="766" y="2601"/>
                      <a:pt x="769" y="2604"/>
                      <a:pt x="772" y="2606"/>
                    </a:cubicBezTo>
                    <a:cubicBezTo>
                      <a:pt x="775" y="2608"/>
                      <a:pt x="779" y="2609"/>
                      <a:pt x="782" y="2612"/>
                    </a:cubicBezTo>
                    <a:cubicBezTo>
                      <a:pt x="783" y="2613"/>
                      <a:pt x="786" y="2615"/>
                      <a:pt x="786" y="2613"/>
                    </a:cubicBezTo>
                    <a:cubicBezTo>
                      <a:pt x="787" y="2611"/>
                      <a:pt x="787" y="2609"/>
                      <a:pt x="787" y="2608"/>
                    </a:cubicBezTo>
                    <a:cubicBezTo>
                      <a:pt x="787" y="2605"/>
                      <a:pt x="786" y="2603"/>
                      <a:pt x="786" y="2601"/>
                    </a:cubicBezTo>
                    <a:cubicBezTo>
                      <a:pt x="786" y="2599"/>
                      <a:pt x="786" y="2597"/>
                      <a:pt x="786" y="2596"/>
                    </a:cubicBezTo>
                    <a:cubicBezTo>
                      <a:pt x="787" y="2595"/>
                      <a:pt x="788" y="2596"/>
                      <a:pt x="789" y="2596"/>
                    </a:cubicBezTo>
                    <a:cubicBezTo>
                      <a:pt x="789" y="2598"/>
                      <a:pt x="790" y="2600"/>
                      <a:pt x="790" y="2601"/>
                    </a:cubicBezTo>
                    <a:cubicBezTo>
                      <a:pt x="791" y="2602"/>
                      <a:pt x="791" y="2602"/>
                      <a:pt x="791" y="2603"/>
                    </a:cubicBezTo>
                    <a:cubicBezTo>
                      <a:pt x="792" y="2603"/>
                      <a:pt x="793" y="2603"/>
                      <a:pt x="794" y="2604"/>
                    </a:cubicBezTo>
                    <a:cubicBezTo>
                      <a:pt x="794" y="2604"/>
                      <a:pt x="796" y="2603"/>
                      <a:pt x="796" y="2603"/>
                    </a:cubicBezTo>
                    <a:cubicBezTo>
                      <a:pt x="797" y="2603"/>
                      <a:pt x="798" y="2603"/>
                      <a:pt x="799" y="2602"/>
                    </a:cubicBezTo>
                    <a:cubicBezTo>
                      <a:pt x="800" y="2602"/>
                      <a:pt x="801" y="2602"/>
                      <a:pt x="801" y="2601"/>
                    </a:cubicBezTo>
                    <a:cubicBezTo>
                      <a:pt x="802" y="2600"/>
                      <a:pt x="802" y="2598"/>
                      <a:pt x="803" y="2598"/>
                    </a:cubicBezTo>
                    <a:cubicBezTo>
                      <a:pt x="804" y="2597"/>
                      <a:pt x="805" y="2597"/>
                      <a:pt x="806" y="2598"/>
                    </a:cubicBezTo>
                    <a:cubicBezTo>
                      <a:pt x="806" y="2598"/>
                      <a:pt x="806" y="2599"/>
                      <a:pt x="807" y="2600"/>
                    </a:cubicBezTo>
                    <a:cubicBezTo>
                      <a:pt x="808" y="2601"/>
                      <a:pt x="809" y="2601"/>
                      <a:pt x="810" y="2601"/>
                    </a:cubicBezTo>
                    <a:cubicBezTo>
                      <a:pt x="811" y="2601"/>
                      <a:pt x="812" y="2601"/>
                      <a:pt x="813" y="2600"/>
                    </a:cubicBezTo>
                    <a:cubicBezTo>
                      <a:pt x="814" y="2599"/>
                      <a:pt x="815" y="2599"/>
                      <a:pt x="815" y="2598"/>
                    </a:cubicBezTo>
                    <a:cubicBezTo>
                      <a:pt x="815" y="2597"/>
                      <a:pt x="815" y="2596"/>
                      <a:pt x="816" y="2595"/>
                    </a:cubicBezTo>
                    <a:cubicBezTo>
                      <a:pt x="816" y="2593"/>
                      <a:pt x="816" y="2591"/>
                      <a:pt x="816" y="2589"/>
                    </a:cubicBezTo>
                    <a:cubicBezTo>
                      <a:pt x="817" y="2588"/>
                      <a:pt x="817" y="2588"/>
                      <a:pt x="817" y="2587"/>
                    </a:cubicBezTo>
                    <a:cubicBezTo>
                      <a:pt x="818" y="2586"/>
                      <a:pt x="818" y="2586"/>
                      <a:pt x="818" y="2586"/>
                    </a:cubicBezTo>
                    <a:cubicBezTo>
                      <a:pt x="820" y="2585"/>
                      <a:pt x="820" y="2584"/>
                      <a:pt x="821" y="2582"/>
                    </a:cubicBezTo>
                    <a:cubicBezTo>
                      <a:pt x="821" y="2582"/>
                      <a:pt x="822" y="2581"/>
                      <a:pt x="823" y="2581"/>
                    </a:cubicBezTo>
                    <a:cubicBezTo>
                      <a:pt x="824" y="2581"/>
                      <a:pt x="825" y="2581"/>
                      <a:pt x="827" y="2581"/>
                    </a:cubicBezTo>
                    <a:cubicBezTo>
                      <a:pt x="828" y="2581"/>
                      <a:pt x="830" y="2580"/>
                      <a:pt x="830" y="2578"/>
                    </a:cubicBezTo>
                    <a:cubicBezTo>
                      <a:pt x="830" y="2578"/>
                      <a:pt x="830" y="2577"/>
                      <a:pt x="831" y="2576"/>
                    </a:cubicBezTo>
                    <a:cubicBezTo>
                      <a:pt x="831" y="2576"/>
                      <a:pt x="832" y="2575"/>
                      <a:pt x="832" y="2575"/>
                    </a:cubicBezTo>
                    <a:cubicBezTo>
                      <a:pt x="834" y="2574"/>
                      <a:pt x="835" y="2576"/>
                      <a:pt x="837" y="2577"/>
                    </a:cubicBezTo>
                    <a:cubicBezTo>
                      <a:pt x="837" y="2577"/>
                      <a:pt x="838" y="2578"/>
                      <a:pt x="838" y="2578"/>
                    </a:cubicBezTo>
                    <a:cubicBezTo>
                      <a:pt x="839" y="2578"/>
                      <a:pt x="839" y="2578"/>
                      <a:pt x="840" y="2578"/>
                    </a:cubicBezTo>
                    <a:cubicBezTo>
                      <a:pt x="842" y="2578"/>
                      <a:pt x="844" y="2578"/>
                      <a:pt x="844" y="2577"/>
                    </a:cubicBezTo>
                    <a:cubicBezTo>
                      <a:pt x="845" y="2576"/>
                      <a:pt x="845" y="2575"/>
                      <a:pt x="846" y="2574"/>
                    </a:cubicBezTo>
                    <a:cubicBezTo>
                      <a:pt x="847" y="2574"/>
                      <a:pt x="848" y="2574"/>
                      <a:pt x="849" y="2574"/>
                    </a:cubicBezTo>
                    <a:cubicBezTo>
                      <a:pt x="849" y="2574"/>
                      <a:pt x="851" y="2574"/>
                      <a:pt x="851" y="2574"/>
                    </a:cubicBezTo>
                    <a:cubicBezTo>
                      <a:pt x="852" y="2574"/>
                      <a:pt x="853" y="2572"/>
                      <a:pt x="853" y="2571"/>
                    </a:cubicBezTo>
                    <a:cubicBezTo>
                      <a:pt x="853" y="2570"/>
                      <a:pt x="853" y="2568"/>
                      <a:pt x="854" y="2566"/>
                    </a:cubicBezTo>
                    <a:cubicBezTo>
                      <a:pt x="854" y="2563"/>
                      <a:pt x="854" y="2561"/>
                      <a:pt x="853" y="2558"/>
                    </a:cubicBezTo>
                    <a:cubicBezTo>
                      <a:pt x="853" y="2557"/>
                      <a:pt x="851" y="2556"/>
                      <a:pt x="850" y="2554"/>
                    </a:cubicBezTo>
                    <a:cubicBezTo>
                      <a:pt x="850" y="2553"/>
                      <a:pt x="850" y="2552"/>
                      <a:pt x="851" y="2551"/>
                    </a:cubicBezTo>
                    <a:cubicBezTo>
                      <a:pt x="852" y="2551"/>
                      <a:pt x="852" y="2550"/>
                      <a:pt x="853" y="2550"/>
                    </a:cubicBezTo>
                    <a:cubicBezTo>
                      <a:pt x="854" y="2551"/>
                      <a:pt x="855" y="2552"/>
                      <a:pt x="856" y="2553"/>
                    </a:cubicBezTo>
                    <a:cubicBezTo>
                      <a:pt x="857" y="2554"/>
                      <a:pt x="857" y="2554"/>
                      <a:pt x="858" y="2553"/>
                    </a:cubicBezTo>
                    <a:cubicBezTo>
                      <a:pt x="859" y="2552"/>
                      <a:pt x="860" y="2552"/>
                      <a:pt x="860" y="2550"/>
                    </a:cubicBezTo>
                    <a:cubicBezTo>
                      <a:pt x="859" y="2549"/>
                      <a:pt x="859" y="2549"/>
                      <a:pt x="859" y="2548"/>
                    </a:cubicBezTo>
                    <a:cubicBezTo>
                      <a:pt x="860" y="2547"/>
                      <a:pt x="862" y="2547"/>
                      <a:pt x="863" y="2547"/>
                    </a:cubicBezTo>
                    <a:cubicBezTo>
                      <a:pt x="865" y="2548"/>
                      <a:pt x="866" y="2546"/>
                      <a:pt x="866" y="2545"/>
                    </a:cubicBezTo>
                    <a:cubicBezTo>
                      <a:pt x="867" y="2544"/>
                      <a:pt x="868" y="2542"/>
                      <a:pt x="869" y="2542"/>
                    </a:cubicBezTo>
                    <a:cubicBezTo>
                      <a:pt x="871" y="2541"/>
                      <a:pt x="873" y="2540"/>
                      <a:pt x="874" y="2541"/>
                    </a:cubicBezTo>
                    <a:cubicBezTo>
                      <a:pt x="875" y="2541"/>
                      <a:pt x="876" y="2541"/>
                      <a:pt x="876" y="2542"/>
                    </a:cubicBezTo>
                    <a:cubicBezTo>
                      <a:pt x="877" y="2543"/>
                      <a:pt x="876" y="2544"/>
                      <a:pt x="875" y="2545"/>
                    </a:cubicBezTo>
                    <a:cubicBezTo>
                      <a:pt x="874" y="2546"/>
                      <a:pt x="872" y="2548"/>
                      <a:pt x="871" y="2549"/>
                    </a:cubicBezTo>
                    <a:cubicBezTo>
                      <a:pt x="871" y="2551"/>
                      <a:pt x="871" y="2553"/>
                      <a:pt x="871" y="2554"/>
                    </a:cubicBezTo>
                    <a:cubicBezTo>
                      <a:pt x="871" y="2555"/>
                      <a:pt x="872" y="2555"/>
                      <a:pt x="873" y="2556"/>
                    </a:cubicBezTo>
                    <a:cubicBezTo>
                      <a:pt x="874" y="2557"/>
                      <a:pt x="874" y="2558"/>
                      <a:pt x="875" y="2560"/>
                    </a:cubicBezTo>
                    <a:cubicBezTo>
                      <a:pt x="875" y="2561"/>
                      <a:pt x="876" y="2562"/>
                      <a:pt x="878" y="2562"/>
                    </a:cubicBezTo>
                    <a:cubicBezTo>
                      <a:pt x="879" y="2563"/>
                      <a:pt x="879" y="2563"/>
                      <a:pt x="880" y="2563"/>
                    </a:cubicBezTo>
                    <a:cubicBezTo>
                      <a:pt x="881" y="2563"/>
                      <a:pt x="881" y="2563"/>
                      <a:pt x="882" y="2563"/>
                    </a:cubicBezTo>
                    <a:cubicBezTo>
                      <a:pt x="883" y="2564"/>
                      <a:pt x="883" y="2565"/>
                      <a:pt x="883" y="2565"/>
                    </a:cubicBezTo>
                    <a:cubicBezTo>
                      <a:pt x="884" y="2566"/>
                      <a:pt x="885" y="2568"/>
                      <a:pt x="886" y="2568"/>
                    </a:cubicBezTo>
                    <a:cubicBezTo>
                      <a:pt x="887" y="2568"/>
                      <a:pt x="887" y="2568"/>
                      <a:pt x="888" y="2568"/>
                    </a:cubicBezTo>
                    <a:cubicBezTo>
                      <a:pt x="889" y="2568"/>
                      <a:pt x="890" y="2568"/>
                      <a:pt x="891" y="2568"/>
                    </a:cubicBezTo>
                    <a:cubicBezTo>
                      <a:pt x="893" y="2568"/>
                      <a:pt x="893" y="2566"/>
                      <a:pt x="893" y="2565"/>
                    </a:cubicBezTo>
                    <a:cubicBezTo>
                      <a:pt x="894" y="2564"/>
                      <a:pt x="896" y="2563"/>
                      <a:pt x="896" y="2562"/>
                    </a:cubicBezTo>
                    <a:cubicBezTo>
                      <a:pt x="897" y="2561"/>
                      <a:pt x="897" y="2560"/>
                      <a:pt x="897" y="2558"/>
                    </a:cubicBezTo>
                    <a:cubicBezTo>
                      <a:pt x="896" y="2558"/>
                      <a:pt x="895" y="2557"/>
                      <a:pt x="895" y="2556"/>
                    </a:cubicBezTo>
                    <a:cubicBezTo>
                      <a:pt x="894" y="2555"/>
                      <a:pt x="895" y="2555"/>
                      <a:pt x="896" y="2555"/>
                    </a:cubicBezTo>
                    <a:cubicBezTo>
                      <a:pt x="897" y="2555"/>
                      <a:pt x="897" y="2555"/>
                      <a:pt x="898" y="2556"/>
                    </a:cubicBezTo>
                    <a:cubicBezTo>
                      <a:pt x="900" y="2558"/>
                      <a:pt x="902" y="2559"/>
                      <a:pt x="903" y="2561"/>
                    </a:cubicBezTo>
                    <a:cubicBezTo>
                      <a:pt x="904" y="2563"/>
                      <a:pt x="907" y="2564"/>
                      <a:pt x="909" y="2566"/>
                    </a:cubicBezTo>
                    <a:cubicBezTo>
                      <a:pt x="909" y="2566"/>
                      <a:pt x="910" y="2566"/>
                      <a:pt x="910" y="2566"/>
                    </a:cubicBezTo>
                    <a:cubicBezTo>
                      <a:pt x="911" y="2565"/>
                      <a:pt x="911" y="2564"/>
                      <a:pt x="911" y="2564"/>
                    </a:cubicBezTo>
                    <a:cubicBezTo>
                      <a:pt x="911" y="2562"/>
                      <a:pt x="911" y="2559"/>
                      <a:pt x="910" y="2557"/>
                    </a:cubicBezTo>
                    <a:cubicBezTo>
                      <a:pt x="910" y="2556"/>
                      <a:pt x="909" y="2555"/>
                      <a:pt x="908" y="2554"/>
                    </a:cubicBezTo>
                    <a:cubicBezTo>
                      <a:pt x="908" y="2553"/>
                      <a:pt x="907" y="2551"/>
                      <a:pt x="907" y="2550"/>
                    </a:cubicBezTo>
                    <a:cubicBezTo>
                      <a:pt x="907" y="2549"/>
                      <a:pt x="907" y="2549"/>
                      <a:pt x="907" y="2548"/>
                    </a:cubicBezTo>
                    <a:cubicBezTo>
                      <a:pt x="907" y="2546"/>
                      <a:pt x="906" y="2544"/>
                      <a:pt x="905" y="2542"/>
                    </a:cubicBezTo>
                    <a:cubicBezTo>
                      <a:pt x="905" y="2539"/>
                      <a:pt x="905" y="2536"/>
                      <a:pt x="905" y="2534"/>
                    </a:cubicBezTo>
                    <a:cubicBezTo>
                      <a:pt x="905" y="2532"/>
                      <a:pt x="904" y="2531"/>
                      <a:pt x="903" y="2530"/>
                    </a:cubicBezTo>
                    <a:cubicBezTo>
                      <a:pt x="903" y="2530"/>
                      <a:pt x="901" y="2529"/>
                      <a:pt x="900" y="2529"/>
                    </a:cubicBezTo>
                    <a:cubicBezTo>
                      <a:pt x="899" y="2528"/>
                      <a:pt x="898" y="2527"/>
                      <a:pt x="897" y="2526"/>
                    </a:cubicBezTo>
                    <a:cubicBezTo>
                      <a:pt x="896" y="2524"/>
                      <a:pt x="895" y="2523"/>
                      <a:pt x="894" y="2522"/>
                    </a:cubicBezTo>
                    <a:cubicBezTo>
                      <a:pt x="893" y="2521"/>
                      <a:pt x="892" y="2519"/>
                      <a:pt x="894" y="2519"/>
                    </a:cubicBezTo>
                    <a:cubicBezTo>
                      <a:pt x="896" y="2518"/>
                      <a:pt x="899" y="2520"/>
                      <a:pt x="901" y="2521"/>
                    </a:cubicBezTo>
                    <a:cubicBezTo>
                      <a:pt x="904" y="2522"/>
                      <a:pt x="907" y="2525"/>
                      <a:pt x="909" y="2527"/>
                    </a:cubicBezTo>
                    <a:cubicBezTo>
                      <a:pt x="911" y="2529"/>
                      <a:pt x="914" y="2530"/>
                      <a:pt x="916" y="2532"/>
                    </a:cubicBezTo>
                    <a:cubicBezTo>
                      <a:pt x="918" y="2533"/>
                      <a:pt x="920" y="2534"/>
                      <a:pt x="921" y="2536"/>
                    </a:cubicBezTo>
                    <a:cubicBezTo>
                      <a:pt x="922" y="2537"/>
                      <a:pt x="923" y="2539"/>
                      <a:pt x="924" y="2540"/>
                    </a:cubicBezTo>
                    <a:cubicBezTo>
                      <a:pt x="924" y="2542"/>
                      <a:pt x="925" y="2543"/>
                      <a:pt x="926" y="2544"/>
                    </a:cubicBezTo>
                    <a:cubicBezTo>
                      <a:pt x="927" y="2545"/>
                      <a:pt x="928" y="2545"/>
                      <a:pt x="929" y="2544"/>
                    </a:cubicBezTo>
                    <a:cubicBezTo>
                      <a:pt x="930" y="2544"/>
                      <a:pt x="931" y="2542"/>
                      <a:pt x="931" y="2541"/>
                    </a:cubicBezTo>
                    <a:cubicBezTo>
                      <a:pt x="932" y="2540"/>
                      <a:pt x="933" y="2539"/>
                      <a:pt x="934" y="2538"/>
                    </a:cubicBezTo>
                    <a:cubicBezTo>
                      <a:pt x="935" y="2537"/>
                      <a:pt x="936" y="2536"/>
                      <a:pt x="936" y="2535"/>
                    </a:cubicBezTo>
                    <a:cubicBezTo>
                      <a:pt x="937" y="2531"/>
                      <a:pt x="932" y="2529"/>
                      <a:pt x="930" y="2527"/>
                    </a:cubicBezTo>
                    <a:cubicBezTo>
                      <a:pt x="928" y="2526"/>
                      <a:pt x="926" y="2524"/>
                      <a:pt x="925" y="2522"/>
                    </a:cubicBezTo>
                    <a:cubicBezTo>
                      <a:pt x="923" y="2519"/>
                      <a:pt x="922" y="2517"/>
                      <a:pt x="920" y="2515"/>
                    </a:cubicBezTo>
                    <a:cubicBezTo>
                      <a:pt x="919" y="2514"/>
                      <a:pt x="919" y="2514"/>
                      <a:pt x="918" y="2513"/>
                    </a:cubicBezTo>
                    <a:cubicBezTo>
                      <a:pt x="917" y="2513"/>
                      <a:pt x="917" y="2512"/>
                      <a:pt x="916" y="2511"/>
                    </a:cubicBezTo>
                    <a:cubicBezTo>
                      <a:pt x="915" y="2509"/>
                      <a:pt x="914" y="2508"/>
                      <a:pt x="913" y="2506"/>
                    </a:cubicBezTo>
                    <a:cubicBezTo>
                      <a:pt x="912" y="2505"/>
                      <a:pt x="912" y="2504"/>
                      <a:pt x="911" y="2504"/>
                    </a:cubicBezTo>
                    <a:cubicBezTo>
                      <a:pt x="910" y="2503"/>
                      <a:pt x="909" y="2501"/>
                      <a:pt x="909" y="2500"/>
                    </a:cubicBezTo>
                    <a:cubicBezTo>
                      <a:pt x="911" y="2501"/>
                      <a:pt x="913" y="2503"/>
                      <a:pt x="916" y="2504"/>
                    </a:cubicBezTo>
                    <a:cubicBezTo>
                      <a:pt x="918" y="2506"/>
                      <a:pt x="921" y="2505"/>
                      <a:pt x="923" y="2505"/>
                    </a:cubicBezTo>
                    <a:cubicBezTo>
                      <a:pt x="927" y="2506"/>
                      <a:pt x="929" y="2508"/>
                      <a:pt x="931" y="2510"/>
                    </a:cubicBezTo>
                    <a:cubicBezTo>
                      <a:pt x="933" y="2513"/>
                      <a:pt x="936" y="2515"/>
                      <a:pt x="939" y="2518"/>
                    </a:cubicBezTo>
                    <a:cubicBezTo>
                      <a:pt x="940" y="2519"/>
                      <a:pt x="941" y="2522"/>
                      <a:pt x="943" y="2523"/>
                    </a:cubicBezTo>
                    <a:cubicBezTo>
                      <a:pt x="945" y="2524"/>
                      <a:pt x="946" y="2523"/>
                      <a:pt x="947" y="2521"/>
                    </a:cubicBezTo>
                    <a:cubicBezTo>
                      <a:pt x="947" y="2519"/>
                      <a:pt x="947" y="2517"/>
                      <a:pt x="949" y="2517"/>
                    </a:cubicBezTo>
                    <a:cubicBezTo>
                      <a:pt x="952" y="2516"/>
                      <a:pt x="954" y="2515"/>
                      <a:pt x="954" y="2512"/>
                    </a:cubicBezTo>
                    <a:cubicBezTo>
                      <a:pt x="954" y="2511"/>
                      <a:pt x="952" y="2506"/>
                      <a:pt x="954" y="2506"/>
                    </a:cubicBezTo>
                    <a:cubicBezTo>
                      <a:pt x="955" y="2506"/>
                      <a:pt x="956" y="2508"/>
                      <a:pt x="956" y="2508"/>
                    </a:cubicBezTo>
                    <a:cubicBezTo>
                      <a:pt x="957" y="2510"/>
                      <a:pt x="958" y="2511"/>
                      <a:pt x="958" y="2513"/>
                    </a:cubicBezTo>
                    <a:cubicBezTo>
                      <a:pt x="959" y="2515"/>
                      <a:pt x="960" y="2518"/>
                      <a:pt x="962" y="2519"/>
                    </a:cubicBezTo>
                    <a:cubicBezTo>
                      <a:pt x="964" y="2519"/>
                      <a:pt x="966" y="2519"/>
                      <a:pt x="967" y="2519"/>
                    </a:cubicBezTo>
                    <a:cubicBezTo>
                      <a:pt x="969" y="2519"/>
                      <a:pt x="971" y="2519"/>
                      <a:pt x="972" y="2518"/>
                    </a:cubicBezTo>
                    <a:cubicBezTo>
                      <a:pt x="974" y="2517"/>
                      <a:pt x="974" y="2517"/>
                      <a:pt x="975" y="2515"/>
                    </a:cubicBezTo>
                    <a:cubicBezTo>
                      <a:pt x="976" y="2514"/>
                      <a:pt x="977" y="2513"/>
                      <a:pt x="978" y="2512"/>
                    </a:cubicBezTo>
                    <a:cubicBezTo>
                      <a:pt x="980" y="2512"/>
                      <a:pt x="981" y="2512"/>
                      <a:pt x="982" y="2511"/>
                    </a:cubicBezTo>
                    <a:cubicBezTo>
                      <a:pt x="984" y="2510"/>
                      <a:pt x="985" y="2508"/>
                      <a:pt x="985" y="2506"/>
                    </a:cubicBezTo>
                    <a:cubicBezTo>
                      <a:pt x="985" y="2504"/>
                      <a:pt x="984" y="2503"/>
                      <a:pt x="983" y="2501"/>
                    </a:cubicBezTo>
                    <a:cubicBezTo>
                      <a:pt x="982" y="2499"/>
                      <a:pt x="984" y="2498"/>
                      <a:pt x="985" y="2498"/>
                    </a:cubicBezTo>
                    <a:cubicBezTo>
                      <a:pt x="987" y="2499"/>
                      <a:pt x="988" y="2500"/>
                      <a:pt x="989" y="2501"/>
                    </a:cubicBezTo>
                    <a:cubicBezTo>
                      <a:pt x="990" y="2503"/>
                      <a:pt x="991" y="2504"/>
                      <a:pt x="991" y="2506"/>
                    </a:cubicBezTo>
                    <a:cubicBezTo>
                      <a:pt x="991" y="2507"/>
                      <a:pt x="992" y="2508"/>
                      <a:pt x="993" y="2509"/>
                    </a:cubicBezTo>
                    <a:cubicBezTo>
                      <a:pt x="995" y="2509"/>
                      <a:pt x="996" y="2510"/>
                      <a:pt x="998" y="2509"/>
                    </a:cubicBezTo>
                    <a:cubicBezTo>
                      <a:pt x="1001" y="2509"/>
                      <a:pt x="999" y="2501"/>
                      <a:pt x="1003" y="2502"/>
                    </a:cubicBezTo>
                    <a:cubicBezTo>
                      <a:pt x="1005" y="2503"/>
                      <a:pt x="1005" y="2505"/>
                      <a:pt x="1006" y="2507"/>
                    </a:cubicBezTo>
                    <a:cubicBezTo>
                      <a:pt x="1007" y="2508"/>
                      <a:pt x="1009" y="2509"/>
                      <a:pt x="1011" y="2509"/>
                    </a:cubicBezTo>
                    <a:cubicBezTo>
                      <a:pt x="1013" y="2509"/>
                      <a:pt x="1014" y="2508"/>
                      <a:pt x="1015" y="2507"/>
                    </a:cubicBezTo>
                    <a:cubicBezTo>
                      <a:pt x="1016" y="2505"/>
                      <a:pt x="1018" y="2502"/>
                      <a:pt x="1019" y="2500"/>
                    </a:cubicBezTo>
                    <a:cubicBezTo>
                      <a:pt x="1020" y="2499"/>
                      <a:pt x="1020" y="2497"/>
                      <a:pt x="1022" y="2495"/>
                    </a:cubicBezTo>
                    <a:cubicBezTo>
                      <a:pt x="1023" y="2494"/>
                      <a:pt x="1025" y="2494"/>
                      <a:pt x="1025" y="2495"/>
                    </a:cubicBezTo>
                    <a:cubicBezTo>
                      <a:pt x="1026" y="2497"/>
                      <a:pt x="1025" y="2500"/>
                      <a:pt x="1026" y="2501"/>
                    </a:cubicBezTo>
                    <a:cubicBezTo>
                      <a:pt x="1028" y="2502"/>
                      <a:pt x="1030" y="2500"/>
                      <a:pt x="1030" y="2499"/>
                    </a:cubicBezTo>
                    <a:cubicBezTo>
                      <a:pt x="1032" y="2496"/>
                      <a:pt x="1033" y="2491"/>
                      <a:pt x="1038" y="2493"/>
                    </a:cubicBezTo>
                    <a:cubicBezTo>
                      <a:pt x="1039" y="2493"/>
                      <a:pt x="1040" y="2495"/>
                      <a:pt x="1042" y="2494"/>
                    </a:cubicBezTo>
                    <a:cubicBezTo>
                      <a:pt x="1043" y="2493"/>
                      <a:pt x="1043" y="2491"/>
                      <a:pt x="1043" y="2490"/>
                    </a:cubicBezTo>
                    <a:cubicBezTo>
                      <a:pt x="1044" y="2488"/>
                      <a:pt x="1046" y="2489"/>
                      <a:pt x="1047" y="2489"/>
                    </a:cubicBezTo>
                    <a:cubicBezTo>
                      <a:pt x="1051" y="2491"/>
                      <a:pt x="1053" y="2485"/>
                      <a:pt x="1053" y="2482"/>
                    </a:cubicBezTo>
                    <a:cubicBezTo>
                      <a:pt x="1053" y="2480"/>
                      <a:pt x="1052" y="2479"/>
                      <a:pt x="1052" y="2478"/>
                    </a:cubicBezTo>
                    <a:cubicBezTo>
                      <a:pt x="1052" y="2476"/>
                      <a:pt x="1053" y="2473"/>
                      <a:pt x="1055" y="2473"/>
                    </a:cubicBezTo>
                    <a:cubicBezTo>
                      <a:pt x="1057" y="2473"/>
                      <a:pt x="1059" y="2475"/>
                      <a:pt x="1061" y="2475"/>
                    </a:cubicBezTo>
                    <a:cubicBezTo>
                      <a:pt x="1063" y="2476"/>
                      <a:pt x="1066" y="2476"/>
                      <a:pt x="1068" y="2476"/>
                    </a:cubicBezTo>
                    <a:cubicBezTo>
                      <a:pt x="1070" y="2476"/>
                      <a:pt x="1071" y="2475"/>
                      <a:pt x="1071" y="2473"/>
                    </a:cubicBezTo>
                    <a:cubicBezTo>
                      <a:pt x="1071" y="2472"/>
                      <a:pt x="1071" y="2469"/>
                      <a:pt x="1073" y="2470"/>
                    </a:cubicBezTo>
                    <a:cubicBezTo>
                      <a:pt x="1074" y="2470"/>
                      <a:pt x="1075" y="2472"/>
                      <a:pt x="1077" y="2471"/>
                    </a:cubicBezTo>
                    <a:cubicBezTo>
                      <a:pt x="1079" y="2469"/>
                      <a:pt x="1076" y="2461"/>
                      <a:pt x="1079" y="2461"/>
                    </a:cubicBezTo>
                    <a:cubicBezTo>
                      <a:pt x="1080" y="2460"/>
                      <a:pt x="1081" y="2464"/>
                      <a:pt x="1082" y="2465"/>
                    </a:cubicBezTo>
                    <a:cubicBezTo>
                      <a:pt x="1083" y="2466"/>
                      <a:pt x="1085" y="2466"/>
                      <a:pt x="1085" y="2469"/>
                    </a:cubicBezTo>
                    <a:cubicBezTo>
                      <a:pt x="1081" y="2468"/>
                      <a:pt x="1081" y="2472"/>
                      <a:pt x="1083" y="2474"/>
                    </a:cubicBezTo>
                    <a:cubicBezTo>
                      <a:pt x="1086" y="2477"/>
                      <a:pt x="1091" y="2474"/>
                      <a:pt x="1095" y="2475"/>
                    </a:cubicBezTo>
                    <a:cubicBezTo>
                      <a:pt x="1097" y="2475"/>
                      <a:pt x="1100" y="2475"/>
                      <a:pt x="1101" y="2477"/>
                    </a:cubicBezTo>
                    <a:cubicBezTo>
                      <a:pt x="1102" y="2478"/>
                      <a:pt x="1102" y="2480"/>
                      <a:pt x="1104" y="2481"/>
                    </a:cubicBezTo>
                    <a:cubicBezTo>
                      <a:pt x="1106" y="2482"/>
                      <a:pt x="1108" y="2481"/>
                      <a:pt x="1110" y="2480"/>
                    </a:cubicBezTo>
                    <a:cubicBezTo>
                      <a:pt x="1112" y="2479"/>
                      <a:pt x="1114" y="2479"/>
                      <a:pt x="1116" y="2479"/>
                    </a:cubicBezTo>
                    <a:cubicBezTo>
                      <a:pt x="1118" y="2480"/>
                      <a:pt x="1119" y="2479"/>
                      <a:pt x="1119" y="2477"/>
                    </a:cubicBezTo>
                    <a:cubicBezTo>
                      <a:pt x="1119" y="2475"/>
                      <a:pt x="1118" y="2473"/>
                      <a:pt x="1117" y="2472"/>
                    </a:cubicBezTo>
                    <a:cubicBezTo>
                      <a:pt x="1116" y="2471"/>
                      <a:pt x="1115" y="2471"/>
                      <a:pt x="1114" y="2470"/>
                    </a:cubicBezTo>
                    <a:cubicBezTo>
                      <a:pt x="1112" y="2469"/>
                      <a:pt x="1111" y="2466"/>
                      <a:pt x="1113" y="2465"/>
                    </a:cubicBezTo>
                    <a:cubicBezTo>
                      <a:pt x="1114" y="2464"/>
                      <a:pt x="1117" y="2466"/>
                      <a:pt x="1118" y="2467"/>
                    </a:cubicBezTo>
                    <a:cubicBezTo>
                      <a:pt x="1119" y="2469"/>
                      <a:pt x="1120" y="2470"/>
                      <a:pt x="1122" y="2468"/>
                    </a:cubicBezTo>
                    <a:cubicBezTo>
                      <a:pt x="1123" y="2467"/>
                      <a:pt x="1124" y="2466"/>
                      <a:pt x="1126" y="2466"/>
                    </a:cubicBezTo>
                    <a:cubicBezTo>
                      <a:pt x="1128" y="2466"/>
                      <a:pt x="1128" y="2466"/>
                      <a:pt x="1130" y="2467"/>
                    </a:cubicBezTo>
                    <a:cubicBezTo>
                      <a:pt x="1131" y="2468"/>
                      <a:pt x="1133" y="2468"/>
                      <a:pt x="1133" y="2466"/>
                    </a:cubicBezTo>
                    <a:cubicBezTo>
                      <a:pt x="1134" y="2465"/>
                      <a:pt x="1134" y="2464"/>
                      <a:pt x="1133" y="2463"/>
                    </a:cubicBezTo>
                    <a:cubicBezTo>
                      <a:pt x="1133" y="2463"/>
                      <a:pt x="1132" y="2463"/>
                      <a:pt x="1132" y="2462"/>
                    </a:cubicBezTo>
                    <a:cubicBezTo>
                      <a:pt x="1132" y="2461"/>
                      <a:pt x="1133" y="2458"/>
                      <a:pt x="1135" y="2458"/>
                    </a:cubicBezTo>
                    <a:cubicBezTo>
                      <a:pt x="1136" y="2459"/>
                      <a:pt x="1136" y="2461"/>
                      <a:pt x="1137" y="2463"/>
                    </a:cubicBezTo>
                    <a:cubicBezTo>
                      <a:pt x="1138" y="2464"/>
                      <a:pt x="1140" y="2465"/>
                      <a:pt x="1142" y="2464"/>
                    </a:cubicBezTo>
                    <a:cubicBezTo>
                      <a:pt x="1142" y="2464"/>
                      <a:pt x="1143" y="2463"/>
                      <a:pt x="1143" y="2463"/>
                    </a:cubicBezTo>
                    <a:cubicBezTo>
                      <a:pt x="1144" y="2462"/>
                      <a:pt x="1146" y="2462"/>
                      <a:pt x="1147" y="2462"/>
                    </a:cubicBezTo>
                    <a:cubicBezTo>
                      <a:pt x="1149" y="2463"/>
                      <a:pt x="1150" y="2462"/>
                      <a:pt x="1149" y="2459"/>
                    </a:cubicBezTo>
                    <a:cubicBezTo>
                      <a:pt x="1149" y="2457"/>
                      <a:pt x="1149" y="2454"/>
                      <a:pt x="1149" y="2451"/>
                    </a:cubicBezTo>
                    <a:cubicBezTo>
                      <a:pt x="1149" y="2447"/>
                      <a:pt x="1147" y="2440"/>
                      <a:pt x="1151" y="2438"/>
                    </a:cubicBezTo>
                    <a:cubicBezTo>
                      <a:pt x="1157" y="2435"/>
                      <a:pt x="1157" y="2444"/>
                      <a:pt x="1158" y="2446"/>
                    </a:cubicBezTo>
                    <a:cubicBezTo>
                      <a:pt x="1159" y="2448"/>
                      <a:pt x="1161" y="2449"/>
                      <a:pt x="1163" y="2447"/>
                    </a:cubicBezTo>
                    <a:cubicBezTo>
                      <a:pt x="1163" y="2446"/>
                      <a:pt x="1164" y="2445"/>
                      <a:pt x="1165" y="2444"/>
                    </a:cubicBezTo>
                    <a:cubicBezTo>
                      <a:pt x="1221" y="2331"/>
                      <a:pt x="1221" y="2331"/>
                      <a:pt x="1221" y="2331"/>
                    </a:cubicBezTo>
                    <a:cubicBezTo>
                      <a:pt x="1252" y="2316"/>
                      <a:pt x="1252" y="2316"/>
                      <a:pt x="1252" y="2316"/>
                    </a:cubicBezTo>
                    <a:cubicBezTo>
                      <a:pt x="1261" y="2275"/>
                      <a:pt x="1261" y="2275"/>
                      <a:pt x="1261" y="2275"/>
                    </a:cubicBezTo>
                    <a:cubicBezTo>
                      <a:pt x="1260" y="2275"/>
                      <a:pt x="1258" y="2274"/>
                      <a:pt x="1258" y="2273"/>
                    </a:cubicBezTo>
                    <a:cubicBezTo>
                      <a:pt x="1257" y="2271"/>
                      <a:pt x="1258" y="2269"/>
                      <a:pt x="1257" y="2268"/>
                    </a:cubicBezTo>
                    <a:cubicBezTo>
                      <a:pt x="1256" y="2267"/>
                      <a:pt x="1255" y="2266"/>
                      <a:pt x="1254" y="2264"/>
                    </a:cubicBezTo>
                    <a:cubicBezTo>
                      <a:pt x="1253" y="2263"/>
                      <a:pt x="1253" y="2261"/>
                      <a:pt x="1252" y="2259"/>
                    </a:cubicBezTo>
                    <a:cubicBezTo>
                      <a:pt x="1252" y="2258"/>
                      <a:pt x="1252" y="2256"/>
                      <a:pt x="1252" y="2254"/>
                    </a:cubicBezTo>
                    <a:cubicBezTo>
                      <a:pt x="1252" y="2252"/>
                      <a:pt x="1253" y="2252"/>
                      <a:pt x="1250" y="2251"/>
                    </a:cubicBezTo>
                    <a:cubicBezTo>
                      <a:pt x="1248" y="2250"/>
                      <a:pt x="1246" y="2250"/>
                      <a:pt x="1244" y="2252"/>
                    </a:cubicBezTo>
                    <a:cubicBezTo>
                      <a:pt x="1244" y="2252"/>
                      <a:pt x="1243" y="2253"/>
                      <a:pt x="1242" y="2253"/>
                    </a:cubicBezTo>
                    <a:cubicBezTo>
                      <a:pt x="1241" y="2254"/>
                      <a:pt x="1240" y="2254"/>
                      <a:pt x="1239" y="2254"/>
                    </a:cubicBezTo>
                    <a:cubicBezTo>
                      <a:pt x="1238" y="2254"/>
                      <a:pt x="1237" y="2253"/>
                      <a:pt x="1236" y="2254"/>
                    </a:cubicBezTo>
                    <a:cubicBezTo>
                      <a:pt x="1236" y="2254"/>
                      <a:pt x="1236" y="2256"/>
                      <a:pt x="1235" y="2256"/>
                    </a:cubicBezTo>
                    <a:cubicBezTo>
                      <a:pt x="1235" y="2257"/>
                      <a:pt x="1235" y="2258"/>
                      <a:pt x="1235" y="2259"/>
                    </a:cubicBezTo>
                    <a:cubicBezTo>
                      <a:pt x="1234" y="2261"/>
                      <a:pt x="1234" y="2262"/>
                      <a:pt x="1233" y="2264"/>
                    </a:cubicBezTo>
                    <a:cubicBezTo>
                      <a:pt x="1233" y="2265"/>
                      <a:pt x="1232" y="2266"/>
                      <a:pt x="1231" y="2267"/>
                    </a:cubicBezTo>
                    <a:cubicBezTo>
                      <a:pt x="1231" y="2268"/>
                      <a:pt x="1230" y="2269"/>
                      <a:pt x="1230" y="2269"/>
                    </a:cubicBezTo>
                    <a:cubicBezTo>
                      <a:pt x="1229" y="2270"/>
                      <a:pt x="1228" y="2270"/>
                      <a:pt x="1227" y="2270"/>
                    </a:cubicBezTo>
                    <a:cubicBezTo>
                      <a:pt x="1225" y="2270"/>
                      <a:pt x="1223" y="2270"/>
                      <a:pt x="1222" y="2270"/>
                    </a:cubicBezTo>
                    <a:cubicBezTo>
                      <a:pt x="1221" y="2270"/>
                      <a:pt x="1220" y="2270"/>
                      <a:pt x="1219" y="2270"/>
                    </a:cubicBezTo>
                    <a:cubicBezTo>
                      <a:pt x="1219" y="2270"/>
                      <a:pt x="1218" y="2270"/>
                      <a:pt x="1217" y="2271"/>
                    </a:cubicBezTo>
                    <a:cubicBezTo>
                      <a:pt x="1215" y="2271"/>
                      <a:pt x="1214" y="2273"/>
                      <a:pt x="1214" y="2274"/>
                    </a:cubicBezTo>
                    <a:cubicBezTo>
                      <a:pt x="1214" y="2276"/>
                      <a:pt x="1213" y="2277"/>
                      <a:pt x="1212" y="2278"/>
                    </a:cubicBezTo>
                    <a:cubicBezTo>
                      <a:pt x="1210" y="2280"/>
                      <a:pt x="1208" y="2280"/>
                      <a:pt x="1206" y="2280"/>
                    </a:cubicBezTo>
                    <a:cubicBezTo>
                      <a:pt x="1205" y="2280"/>
                      <a:pt x="1205" y="2280"/>
                      <a:pt x="1204" y="2280"/>
                    </a:cubicBezTo>
                    <a:cubicBezTo>
                      <a:pt x="1203" y="2280"/>
                      <a:pt x="1202" y="2280"/>
                      <a:pt x="1202" y="2281"/>
                    </a:cubicBezTo>
                    <a:cubicBezTo>
                      <a:pt x="1200" y="2282"/>
                      <a:pt x="1199" y="2283"/>
                      <a:pt x="1199" y="2285"/>
                    </a:cubicBezTo>
                    <a:cubicBezTo>
                      <a:pt x="1200" y="2287"/>
                      <a:pt x="1198" y="2288"/>
                      <a:pt x="1196" y="2289"/>
                    </a:cubicBezTo>
                    <a:cubicBezTo>
                      <a:pt x="1195" y="2289"/>
                      <a:pt x="1193" y="2290"/>
                      <a:pt x="1192" y="2292"/>
                    </a:cubicBezTo>
                    <a:cubicBezTo>
                      <a:pt x="1191" y="2292"/>
                      <a:pt x="1191" y="2293"/>
                      <a:pt x="1190" y="2294"/>
                    </a:cubicBezTo>
                    <a:cubicBezTo>
                      <a:pt x="1190" y="2295"/>
                      <a:pt x="1190" y="2296"/>
                      <a:pt x="1190" y="2296"/>
                    </a:cubicBezTo>
                    <a:cubicBezTo>
                      <a:pt x="1189" y="2297"/>
                      <a:pt x="1188" y="2297"/>
                      <a:pt x="1188" y="2298"/>
                    </a:cubicBezTo>
                    <a:cubicBezTo>
                      <a:pt x="1187" y="2299"/>
                      <a:pt x="1186" y="2299"/>
                      <a:pt x="1184" y="2299"/>
                    </a:cubicBezTo>
                    <a:cubicBezTo>
                      <a:pt x="1182" y="2299"/>
                      <a:pt x="1179" y="2299"/>
                      <a:pt x="1177" y="2299"/>
                    </a:cubicBezTo>
                    <a:cubicBezTo>
                      <a:pt x="1175" y="2299"/>
                      <a:pt x="1173" y="2299"/>
                      <a:pt x="1172" y="2299"/>
                    </a:cubicBezTo>
                    <a:cubicBezTo>
                      <a:pt x="1169" y="2299"/>
                      <a:pt x="1167" y="2299"/>
                      <a:pt x="1165" y="2299"/>
                    </a:cubicBezTo>
                    <a:cubicBezTo>
                      <a:pt x="1164" y="2298"/>
                      <a:pt x="1163" y="2298"/>
                      <a:pt x="1163" y="2298"/>
                    </a:cubicBezTo>
                    <a:cubicBezTo>
                      <a:pt x="1161" y="2298"/>
                      <a:pt x="1160" y="2297"/>
                      <a:pt x="1158" y="2297"/>
                    </a:cubicBezTo>
                    <a:cubicBezTo>
                      <a:pt x="1157" y="2296"/>
                      <a:pt x="1156" y="2296"/>
                      <a:pt x="1155" y="2295"/>
                    </a:cubicBezTo>
                    <a:cubicBezTo>
                      <a:pt x="1155" y="2295"/>
                      <a:pt x="1154" y="2294"/>
                      <a:pt x="1154" y="2294"/>
                    </a:cubicBezTo>
                    <a:cubicBezTo>
                      <a:pt x="1153" y="2294"/>
                      <a:pt x="1153" y="2294"/>
                      <a:pt x="1153" y="2294"/>
                    </a:cubicBezTo>
                    <a:cubicBezTo>
                      <a:pt x="1153" y="2295"/>
                      <a:pt x="1152" y="2294"/>
                      <a:pt x="1152" y="2294"/>
                    </a:cubicBezTo>
                    <a:cubicBezTo>
                      <a:pt x="1150" y="2294"/>
                      <a:pt x="1149" y="2293"/>
                      <a:pt x="1147" y="2293"/>
                    </a:cubicBezTo>
                    <a:cubicBezTo>
                      <a:pt x="1146" y="2292"/>
                      <a:pt x="1144" y="2290"/>
                      <a:pt x="1142" y="2289"/>
                    </a:cubicBezTo>
                    <a:cubicBezTo>
                      <a:pt x="1141" y="2287"/>
                      <a:pt x="1139" y="2285"/>
                      <a:pt x="1138" y="2283"/>
                    </a:cubicBezTo>
                    <a:cubicBezTo>
                      <a:pt x="1137" y="2282"/>
                      <a:pt x="1135" y="2280"/>
                      <a:pt x="1134" y="2279"/>
                    </a:cubicBezTo>
                    <a:cubicBezTo>
                      <a:pt x="1134" y="2278"/>
                      <a:pt x="1134" y="2277"/>
                      <a:pt x="1134" y="2277"/>
                    </a:cubicBezTo>
                    <a:cubicBezTo>
                      <a:pt x="1135" y="2276"/>
                      <a:pt x="1136" y="2276"/>
                      <a:pt x="1137" y="2276"/>
                    </a:cubicBezTo>
                    <a:cubicBezTo>
                      <a:pt x="1140" y="2275"/>
                      <a:pt x="1142" y="2277"/>
                      <a:pt x="1145" y="2276"/>
                    </a:cubicBezTo>
                    <a:cubicBezTo>
                      <a:pt x="1146" y="2276"/>
                      <a:pt x="1147" y="2276"/>
                      <a:pt x="1147" y="2275"/>
                    </a:cubicBezTo>
                    <a:cubicBezTo>
                      <a:pt x="1148" y="2274"/>
                      <a:pt x="1147" y="2273"/>
                      <a:pt x="1147" y="2272"/>
                    </a:cubicBezTo>
                    <a:cubicBezTo>
                      <a:pt x="1147" y="2271"/>
                      <a:pt x="1147" y="2270"/>
                      <a:pt x="1146" y="2269"/>
                    </a:cubicBezTo>
                    <a:cubicBezTo>
                      <a:pt x="1146" y="2267"/>
                      <a:pt x="1146" y="2266"/>
                      <a:pt x="1146" y="2265"/>
                    </a:cubicBezTo>
                    <a:cubicBezTo>
                      <a:pt x="1146" y="2264"/>
                      <a:pt x="1146" y="2263"/>
                      <a:pt x="1146" y="2262"/>
                    </a:cubicBezTo>
                    <a:cubicBezTo>
                      <a:pt x="1147" y="2261"/>
                      <a:pt x="1148" y="2261"/>
                      <a:pt x="1149" y="2261"/>
                    </a:cubicBezTo>
                    <a:cubicBezTo>
                      <a:pt x="1150" y="2260"/>
                      <a:pt x="1150" y="2260"/>
                      <a:pt x="1151" y="2260"/>
                    </a:cubicBezTo>
                    <a:cubicBezTo>
                      <a:pt x="1152" y="2260"/>
                      <a:pt x="1153" y="2261"/>
                      <a:pt x="1154" y="2261"/>
                    </a:cubicBezTo>
                    <a:cubicBezTo>
                      <a:pt x="1155" y="2261"/>
                      <a:pt x="1157" y="2261"/>
                      <a:pt x="1158" y="2260"/>
                    </a:cubicBezTo>
                    <a:cubicBezTo>
                      <a:pt x="1159" y="2259"/>
                      <a:pt x="1158" y="2257"/>
                      <a:pt x="1157" y="2257"/>
                    </a:cubicBezTo>
                    <a:cubicBezTo>
                      <a:pt x="1155" y="2256"/>
                      <a:pt x="1154" y="2257"/>
                      <a:pt x="1153" y="2256"/>
                    </a:cubicBezTo>
                    <a:cubicBezTo>
                      <a:pt x="1152" y="2255"/>
                      <a:pt x="1152" y="2254"/>
                      <a:pt x="1152" y="2253"/>
                    </a:cubicBezTo>
                    <a:cubicBezTo>
                      <a:pt x="1152" y="2251"/>
                      <a:pt x="1151" y="2249"/>
                      <a:pt x="1151" y="2248"/>
                    </a:cubicBezTo>
                    <a:cubicBezTo>
                      <a:pt x="1151" y="2247"/>
                      <a:pt x="1150" y="2246"/>
                      <a:pt x="1150" y="2245"/>
                    </a:cubicBezTo>
                    <a:cubicBezTo>
                      <a:pt x="1149" y="2243"/>
                      <a:pt x="1149" y="2241"/>
                      <a:pt x="1147" y="2241"/>
                    </a:cubicBezTo>
                    <a:cubicBezTo>
                      <a:pt x="1146" y="2241"/>
                      <a:pt x="1145" y="2242"/>
                      <a:pt x="1144" y="2243"/>
                    </a:cubicBezTo>
                    <a:cubicBezTo>
                      <a:pt x="1143" y="2244"/>
                      <a:pt x="1143" y="2244"/>
                      <a:pt x="1142" y="2244"/>
                    </a:cubicBezTo>
                    <a:cubicBezTo>
                      <a:pt x="1139" y="2244"/>
                      <a:pt x="1138" y="2243"/>
                      <a:pt x="1136" y="2244"/>
                    </a:cubicBezTo>
                    <a:cubicBezTo>
                      <a:pt x="1134" y="2246"/>
                      <a:pt x="1131" y="2246"/>
                      <a:pt x="1130" y="2248"/>
                    </a:cubicBezTo>
                    <a:cubicBezTo>
                      <a:pt x="1127" y="2249"/>
                      <a:pt x="1126" y="2251"/>
                      <a:pt x="1124" y="2253"/>
                    </a:cubicBezTo>
                    <a:cubicBezTo>
                      <a:pt x="1123" y="2255"/>
                      <a:pt x="1121" y="2255"/>
                      <a:pt x="1119" y="2256"/>
                    </a:cubicBezTo>
                    <a:cubicBezTo>
                      <a:pt x="1118" y="2256"/>
                      <a:pt x="1116" y="2256"/>
                      <a:pt x="1115" y="2257"/>
                    </a:cubicBezTo>
                    <a:cubicBezTo>
                      <a:pt x="1114" y="2257"/>
                      <a:pt x="1113" y="2257"/>
                      <a:pt x="1111" y="2257"/>
                    </a:cubicBezTo>
                    <a:cubicBezTo>
                      <a:pt x="1109" y="2257"/>
                      <a:pt x="1109" y="2253"/>
                      <a:pt x="1108" y="2251"/>
                    </a:cubicBezTo>
                    <a:cubicBezTo>
                      <a:pt x="1107" y="2249"/>
                      <a:pt x="1104" y="2248"/>
                      <a:pt x="1101" y="2248"/>
                    </a:cubicBezTo>
                    <a:cubicBezTo>
                      <a:pt x="1098" y="2249"/>
                      <a:pt x="1096" y="2251"/>
                      <a:pt x="1096" y="2254"/>
                    </a:cubicBezTo>
                    <a:cubicBezTo>
                      <a:pt x="1096" y="2256"/>
                      <a:pt x="1097" y="2259"/>
                      <a:pt x="1100" y="2258"/>
                    </a:cubicBezTo>
                    <a:cubicBezTo>
                      <a:pt x="1101" y="2257"/>
                      <a:pt x="1102" y="2257"/>
                      <a:pt x="1103" y="2257"/>
                    </a:cubicBezTo>
                    <a:cubicBezTo>
                      <a:pt x="1104" y="2257"/>
                      <a:pt x="1104" y="2258"/>
                      <a:pt x="1105" y="2259"/>
                    </a:cubicBezTo>
                    <a:cubicBezTo>
                      <a:pt x="1105" y="2261"/>
                      <a:pt x="1105" y="2263"/>
                      <a:pt x="1105" y="2266"/>
                    </a:cubicBezTo>
                    <a:cubicBezTo>
                      <a:pt x="1105" y="2268"/>
                      <a:pt x="1105" y="2270"/>
                      <a:pt x="1104" y="2272"/>
                    </a:cubicBezTo>
                    <a:cubicBezTo>
                      <a:pt x="1103" y="2275"/>
                      <a:pt x="1100" y="2274"/>
                      <a:pt x="1098" y="2273"/>
                    </a:cubicBezTo>
                    <a:cubicBezTo>
                      <a:pt x="1095" y="2273"/>
                      <a:pt x="1092" y="2272"/>
                      <a:pt x="1089" y="2271"/>
                    </a:cubicBezTo>
                    <a:cubicBezTo>
                      <a:pt x="1086" y="2270"/>
                      <a:pt x="1084" y="2271"/>
                      <a:pt x="1082" y="2271"/>
                    </a:cubicBezTo>
                    <a:cubicBezTo>
                      <a:pt x="1079" y="2272"/>
                      <a:pt x="1076" y="2272"/>
                      <a:pt x="1073" y="2270"/>
                    </a:cubicBezTo>
                    <a:cubicBezTo>
                      <a:pt x="1071" y="2269"/>
                      <a:pt x="1068" y="2268"/>
                      <a:pt x="1067" y="2266"/>
                    </a:cubicBezTo>
                    <a:cubicBezTo>
                      <a:pt x="1065" y="2264"/>
                      <a:pt x="1064" y="2260"/>
                      <a:pt x="1065" y="2258"/>
                    </a:cubicBezTo>
                    <a:cubicBezTo>
                      <a:pt x="1066" y="2254"/>
                      <a:pt x="1071" y="2256"/>
                      <a:pt x="1074" y="2257"/>
                    </a:cubicBezTo>
                    <a:cubicBezTo>
                      <a:pt x="1078" y="2258"/>
                      <a:pt x="1081" y="2258"/>
                      <a:pt x="1085" y="2257"/>
                    </a:cubicBezTo>
                    <a:cubicBezTo>
                      <a:pt x="1086" y="2256"/>
                      <a:pt x="1090" y="2255"/>
                      <a:pt x="1088" y="2253"/>
                    </a:cubicBezTo>
                    <a:cubicBezTo>
                      <a:pt x="1086" y="2251"/>
                      <a:pt x="1083" y="2250"/>
                      <a:pt x="1081" y="2247"/>
                    </a:cubicBezTo>
                    <a:cubicBezTo>
                      <a:pt x="1081" y="2246"/>
                      <a:pt x="1081" y="2245"/>
                      <a:pt x="1081" y="2244"/>
                    </a:cubicBezTo>
                    <a:cubicBezTo>
                      <a:pt x="1082" y="2243"/>
                      <a:pt x="1084" y="2244"/>
                      <a:pt x="1085" y="2244"/>
                    </a:cubicBezTo>
                    <a:cubicBezTo>
                      <a:pt x="1087" y="2245"/>
                      <a:pt x="1090" y="2246"/>
                      <a:pt x="1093" y="2245"/>
                    </a:cubicBezTo>
                    <a:cubicBezTo>
                      <a:pt x="1095" y="2243"/>
                      <a:pt x="1095" y="2241"/>
                      <a:pt x="1094" y="2239"/>
                    </a:cubicBezTo>
                    <a:cubicBezTo>
                      <a:pt x="1093" y="2238"/>
                      <a:pt x="1090" y="2237"/>
                      <a:pt x="1091" y="2235"/>
                    </a:cubicBezTo>
                    <a:cubicBezTo>
                      <a:pt x="1092" y="2233"/>
                      <a:pt x="1094" y="2232"/>
                      <a:pt x="1096" y="2231"/>
                    </a:cubicBezTo>
                    <a:cubicBezTo>
                      <a:pt x="1099" y="2230"/>
                      <a:pt x="1100" y="2227"/>
                      <a:pt x="1100" y="2225"/>
                    </a:cubicBezTo>
                    <a:cubicBezTo>
                      <a:pt x="1099" y="2222"/>
                      <a:pt x="1097" y="2218"/>
                      <a:pt x="1094" y="2220"/>
                    </a:cubicBezTo>
                    <a:cubicBezTo>
                      <a:pt x="1093" y="2221"/>
                      <a:pt x="1093" y="2222"/>
                      <a:pt x="1092" y="2224"/>
                    </a:cubicBezTo>
                    <a:cubicBezTo>
                      <a:pt x="1092" y="2225"/>
                      <a:pt x="1092" y="2227"/>
                      <a:pt x="1091" y="2229"/>
                    </a:cubicBezTo>
                    <a:cubicBezTo>
                      <a:pt x="1090" y="2231"/>
                      <a:pt x="1086" y="2235"/>
                      <a:pt x="1083" y="2233"/>
                    </a:cubicBezTo>
                    <a:cubicBezTo>
                      <a:pt x="1080" y="2232"/>
                      <a:pt x="1082" y="2227"/>
                      <a:pt x="1082" y="2225"/>
                    </a:cubicBezTo>
                    <a:cubicBezTo>
                      <a:pt x="1082" y="2224"/>
                      <a:pt x="1083" y="2222"/>
                      <a:pt x="1082" y="2221"/>
                    </a:cubicBezTo>
                    <a:cubicBezTo>
                      <a:pt x="1081" y="2221"/>
                      <a:pt x="1079" y="2221"/>
                      <a:pt x="1078" y="2221"/>
                    </a:cubicBezTo>
                    <a:cubicBezTo>
                      <a:pt x="1076" y="2222"/>
                      <a:pt x="1072" y="2223"/>
                      <a:pt x="1069" y="2221"/>
                    </a:cubicBezTo>
                    <a:cubicBezTo>
                      <a:pt x="1067" y="2219"/>
                      <a:pt x="1071" y="2217"/>
                      <a:pt x="1072" y="2216"/>
                    </a:cubicBezTo>
                    <a:cubicBezTo>
                      <a:pt x="1073" y="2216"/>
                      <a:pt x="1075" y="2215"/>
                      <a:pt x="1075" y="2214"/>
                    </a:cubicBezTo>
                    <a:cubicBezTo>
                      <a:pt x="1075" y="2213"/>
                      <a:pt x="1073" y="2213"/>
                      <a:pt x="1073" y="2212"/>
                    </a:cubicBezTo>
                    <a:cubicBezTo>
                      <a:pt x="1069" y="2212"/>
                      <a:pt x="1064" y="2213"/>
                      <a:pt x="1061" y="2214"/>
                    </a:cubicBezTo>
                    <a:cubicBezTo>
                      <a:pt x="1059" y="2215"/>
                      <a:pt x="1057" y="2217"/>
                      <a:pt x="1055" y="2217"/>
                    </a:cubicBezTo>
                    <a:cubicBezTo>
                      <a:pt x="1048" y="2218"/>
                      <a:pt x="1046" y="2207"/>
                      <a:pt x="1053" y="2205"/>
                    </a:cubicBezTo>
                    <a:cubicBezTo>
                      <a:pt x="1057" y="2204"/>
                      <a:pt x="1061" y="2205"/>
                      <a:pt x="1064" y="2204"/>
                    </a:cubicBezTo>
                    <a:cubicBezTo>
                      <a:pt x="1065" y="2204"/>
                      <a:pt x="1066" y="2204"/>
                      <a:pt x="1065" y="2203"/>
                    </a:cubicBezTo>
                    <a:cubicBezTo>
                      <a:pt x="1063" y="2202"/>
                      <a:pt x="1061" y="2202"/>
                      <a:pt x="1060" y="2202"/>
                    </a:cubicBezTo>
                    <a:cubicBezTo>
                      <a:pt x="1056" y="2201"/>
                      <a:pt x="1052" y="2200"/>
                      <a:pt x="1048" y="2199"/>
                    </a:cubicBezTo>
                    <a:cubicBezTo>
                      <a:pt x="1048" y="2199"/>
                      <a:pt x="1048" y="2198"/>
                      <a:pt x="1048" y="2198"/>
                    </a:cubicBezTo>
                    <a:cubicBezTo>
                      <a:pt x="1046" y="2197"/>
                      <a:pt x="1045" y="2196"/>
                      <a:pt x="1045" y="2194"/>
                    </a:cubicBezTo>
                    <a:cubicBezTo>
                      <a:pt x="1046" y="2191"/>
                      <a:pt x="1051" y="2193"/>
                      <a:pt x="1053" y="2193"/>
                    </a:cubicBezTo>
                    <a:cubicBezTo>
                      <a:pt x="1056" y="2193"/>
                      <a:pt x="1061" y="2192"/>
                      <a:pt x="1059" y="2188"/>
                    </a:cubicBezTo>
                    <a:cubicBezTo>
                      <a:pt x="1058" y="2185"/>
                      <a:pt x="1054" y="2182"/>
                      <a:pt x="1052" y="2179"/>
                    </a:cubicBezTo>
                    <a:cubicBezTo>
                      <a:pt x="1050" y="2177"/>
                      <a:pt x="1049" y="2175"/>
                      <a:pt x="1049" y="2172"/>
                    </a:cubicBezTo>
                    <a:cubicBezTo>
                      <a:pt x="1049" y="2169"/>
                      <a:pt x="1051" y="2165"/>
                      <a:pt x="1054" y="2168"/>
                    </a:cubicBezTo>
                    <a:cubicBezTo>
                      <a:pt x="1056" y="2170"/>
                      <a:pt x="1057" y="2172"/>
                      <a:pt x="1057" y="2174"/>
                    </a:cubicBezTo>
                    <a:cubicBezTo>
                      <a:pt x="1058" y="2176"/>
                      <a:pt x="1059" y="2178"/>
                      <a:pt x="1060" y="2179"/>
                    </a:cubicBezTo>
                    <a:cubicBezTo>
                      <a:pt x="1062" y="2181"/>
                      <a:pt x="1066" y="2182"/>
                      <a:pt x="1068" y="2181"/>
                    </a:cubicBezTo>
                    <a:cubicBezTo>
                      <a:pt x="1072" y="2181"/>
                      <a:pt x="1074" y="2178"/>
                      <a:pt x="1077" y="2176"/>
                    </a:cubicBezTo>
                    <a:cubicBezTo>
                      <a:pt x="1079" y="2174"/>
                      <a:pt x="1083" y="2172"/>
                      <a:pt x="1086" y="2170"/>
                    </a:cubicBezTo>
                    <a:cubicBezTo>
                      <a:pt x="1087" y="2169"/>
                      <a:pt x="1088" y="2167"/>
                      <a:pt x="1088" y="2166"/>
                    </a:cubicBezTo>
                    <a:cubicBezTo>
                      <a:pt x="1088" y="2164"/>
                      <a:pt x="1086" y="2164"/>
                      <a:pt x="1085" y="2164"/>
                    </a:cubicBezTo>
                    <a:cubicBezTo>
                      <a:pt x="1084" y="2164"/>
                      <a:pt x="1081" y="2164"/>
                      <a:pt x="1081" y="2163"/>
                    </a:cubicBezTo>
                    <a:cubicBezTo>
                      <a:pt x="1080" y="2162"/>
                      <a:pt x="1082" y="2161"/>
                      <a:pt x="1082" y="2161"/>
                    </a:cubicBezTo>
                    <a:cubicBezTo>
                      <a:pt x="1084" y="2160"/>
                      <a:pt x="1086" y="2159"/>
                      <a:pt x="1087" y="2158"/>
                    </a:cubicBezTo>
                    <a:cubicBezTo>
                      <a:pt x="1088" y="2158"/>
                      <a:pt x="1089" y="2157"/>
                      <a:pt x="1090" y="2156"/>
                    </a:cubicBezTo>
                    <a:cubicBezTo>
                      <a:pt x="1090" y="2155"/>
                      <a:pt x="1090" y="2153"/>
                      <a:pt x="1090" y="2152"/>
                    </a:cubicBezTo>
                    <a:cubicBezTo>
                      <a:pt x="1090" y="2150"/>
                      <a:pt x="1090" y="2148"/>
                      <a:pt x="1090" y="2146"/>
                    </a:cubicBezTo>
                    <a:cubicBezTo>
                      <a:pt x="1090" y="2142"/>
                      <a:pt x="1089" y="2138"/>
                      <a:pt x="1084" y="2137"/>
                    </a:cubicBezTo>
                    <a:cubicBezTo>
                      <a:pt x="1082" y="2137"/>
                      <a:pt x="1080" y="2138"/>
                      <a:pt x="1078" y="2137"/>
                    </a:cubicBezTo>
                    <a:cubicBezTo>
                      <a:pt x="1076" y="2137"/>
                      <a:pt x="1074" y="2137"/>
                      <a:pt x="1074" y="2136"/>
                    </a:cubicBezTo>
                    <a:cubicBezTo>
                      <a:pt x="1072" y="2133"/>
                      <a:pt x="1076" y="2128"/>
                      <a:pt x="1078" y="2127"/>
                    </a:cubicBezTo>
                    <a:cubicBezTo>
                      <a:pt x="1081" y="2125"/>
                      <a:pt x="1085" y="2126"/>
                      <a:pt x="1088" y="2128"/>
                    </a:cubicBezTo>
                    <a:cubicBezTo>
                      <a:pt x="1090" y="2129"/>
                      <a:pt x="1091" y="2131"/>
                      <a:pt x="1091" y="2133"/>
                    </a:cubicBezTo>
                    <a:cubicBezTo>
                      <a:pt x="1091" y="2135"/>
                      <a:pt x="1091" y="2137"/>
                      <a:pt x="1091" y="2139"/>
                    </a:cubicBezTo>
                    <a:cubicBezTo>
                      <a:pt x="1092" y="2140"/>
                      <a:pt x="1093" y="2140"/>
                      <a:pt x="1094" y="2141"/>
                    </a:cubicBezTo>
                    <a:cubicBezTo>
                      <a:pt x="1096" y="2141"/>
                      <a:pt x="1098" y="2141"/>
                      <a:pt x="1099" y="2142"/>
                    </a:cubicBezTo>
                    <a:cubicBezTo>
                      <a:pt x="1101" y="2143"/>
                      <a:pt x="1102" y="2146"/>
                      <a:pt x="1102" y="2148"/>
                    </a:cubicBezTo>
                    <a:cubicBezTo>
                      <a:pt x="1102" y="2151"/>
                      <a:pt x="1102" y="2154"/>
                      <a:pt x="1102" y="2157"/>
                    </a:cubicBezTo>
                    <a:cubicBezTo>
                      <a:pt x="1102" y="2158"/>
                      <a:pt x="1101" y="2161"/>
                      <a:pt x="1103" y="2162"/>
                    </a:cubicBezTo>
                    <a:cubicBezTo>
                      <a:pt x="1104" y="2162"/>
                      <a:pt x="1105" y="2159"/>
                      <a:pt x="1105" y="2158"/>
                    </a:cubicBezTo>
                    <a:cubicBezTo>
                      <a:pt x="1107" y="2153"/>
                      <a:pt x="1105" y="2149"/>
                      <a:pt x="1103" y="2144"/>
                    </a:cubicBezTo>
                    <a:cubicBezTo>
                      <a:pt x="1103" y="2143"/>
                      <a:pt x="1102" y="2142"/>
                      <a:pt x="1101" y="2141"/>
                    </a:cubicBezTo>
                    <a:cubicBezTo>
                      <a:pt x="1102" y="2141"/>
                      <a:pt x="1101" y="2140"/>
                      <a:pt x="1101" y="2139"/>
                    </a:cubicBezTo>
                    <a:cubicBezTo>
                      <a:pt x="1101" y="2138"/>
                      <a:pt x="1101" y="2138"/>
                      <a:pt x="1102" y="2137"/>
                    </a:cubicBezTo>
                    <a:cubicBezTo>
                      <a:pt x="1103" y="2137"/>
                      <a:pt x="1105" y="2137"/>
                      <a:pt x="1105" y="2138"/>
                    </a:cubicBezTo>
                    <a:cubicBezTo>
                      <a:pt x="1107" y="2140"/>
                      <a:pt x="1108" y="2142"/>
                      <a:pt x="1109" y="2144"/>
                    </a:cubicBezTo>
                    <a:cubicBezTo>
                      <a:pt x="1110" y="2147"/>
                      <a:pt x="1110" y="2149"/>
                      <a:pt x="1111" y="2151"/>
                    </a:cubicBezTo>
                    <a:cubicBezTo>
                      <a:pt x="1112" y="2154"/>
                      <a:pt x="1115" y="2158"/>
                      <a:pt x="1113" y="2160"/>
                    </a:cubicBezTo>
                    <a:cubicBezTo>
                      <a:pt x="1112" y="2161"/>
                      <a:pt x="1111" y="2162"/>
                      <a:pt x="1110" y="2163"/>
                    </a:cubicBezTo>
                    <a:cubicBezTo>
                      <a:pt x="1109" y="2165"/>
                      <a:pt x="1109" y="2167"/>
                      <a:pt x="1110" y="2168"/>
                    </a:cubicBezTo>
                    <a:cubicBezTo>
                      <a:pt x="1111" y="2170"/>
                      <a:pt x="1112" y="2172"/>
                      <a:pt x="1114" y="2172"/>
                    </a:cubicBezTo>
                    <a:cubicBezTo>
                      <a:pt x="1116" y="2173"/>
                      <a:pt x="1116" y="2170"/>
                      <a:pt x="1117" y="2169"/>
                    </a:cubicBezTo>
                    <a:cubicBezTo>
                      <a:pt x="1118" y="2167"/>
                      <a:pt x="1120" y="2158"/>
                      <a:pt x="1123" y="2162"/>
                    </a:cubicBezTo>
                    <a:cubicBezTo>
                      <a:pt x="1126" y="2166"/>
                      <a:pt x="1128" y="2170"/>
                      <a:pt x="1130" y="2174"/>
                    </a:cubicBezTo>
                    <a:cubicBezTo>
                      <a:pt x="1131" y="2177"/>
                      <a:pt x="1133" y="2181"/>
                      <a:pt x="1135" y="2184"/>
                    </a:cubicBezTo>
                    <a:cubicBezTo>
                      <a:pt x="1136" y="2185"/>
                      <a:pt x="1137" y="2186"/>
                      <a:pt x="1138" y="2187"/>
                    </a:cubicBezTo>
                    <a:cubicBezTo>
                      <a:pt x="1139" y="2188"/>
                      <a:pt x="1139" y="2189"/>
                      <a:pt x="1140" y="2190"/>
                    </a:cubicBezTo>
                    <a:cubicBezTo>
                      <a:pt x="1142" y="2191"/>
                      <a:pt x="1144" y="2186"/>
                      <a:pt x="1144" y="2185"/>
                    </a:cubicBezTo>
                    <a:cubicBezTo>
                      <a:pt x="1144" y="2183"/>
                      <a:pt x="1144" y="2182"/>
                      <a:pt x="1144" y="2180"/>
                    </a:cubicBezTo>
                    <a:cubicBezTo>
                      <a:pt x="1144" y="2179"/>
                      <a:pt x="1143" y="2178"/>
                      <a:pt x="1143" y="2178"/>
                    </a:cubicBezTo>
                    <a:cubicBezTo>
                      <a:pt x="1141" y="2176"/>
                      <a:pt x="1144" y="2174"/>
                      <a:pt x="1145" y="2173"/>
                    </a:cubicBezTo>
                    <a:cubicBezTo>
                      <a:pt x="1147" y="2170"/>
                      <a:pt x="1147" y="2166"/>
                      <a:pt x="1145" y="2163"/>
                    </a:cubicBezTo>
                    <a:cubicBezTo>
                      <a:pt x="1143" y="2160"/>
                      <a:pt x="1140" y="2158"/>
                      <a:pt x="1138" y="2155"/>
                    </a:cubicBezTo>
                    <a:cubicBezTo>
                      <a:pt x="1138" y="2154"/>
                      <a:pt x="1135" y="2148"/>
                      <a:pt x="1139" y="2148"/>
                    </a:cubicBezTo>
                    <a:cubicBezTo>
                      <a:pt x="1142" y="2148"/>
                      <a:pt x="1145" y="2152"/>
                      <a:pt x="1146" y="2155"/>
                    </a:cubicBezTo>
                    <a:cubicBezTo>
                      <a:pt x="1147" y="2159"/>
                      <a:pt x="1147" y="2163"/>
                      <a:pt x="1149" y="2166"/>
                    </a:cubicBezTo>
                    <a:cubicBezTo>
                      <a:pt x="1150" y="2167"/>
                      <a:pt x="1151" y="2168"/>
                      <a:pt x="1152" y="2170"/>
                    </a:cubicBezTo>
                    <a:cubicBezTo>
                      <a:pt x="1153" y="2171"/>
                      <a:pt x="1154" y="2172"/>
                      <a:pt x="1156" y="2172"/>
                    </a:cubicBezTo>
                    <a:cubicBezTo>
                      <a:pt x="1157" y="2170"/>
                      <a:pt x="1158" y="2168"/>
                      <a:pt x="1158" y="2166"/>
                    </a:cubicBezTo>
                    <a:cubicBezTo>
                      <a:pt x="1158" y="2165"/>
                      <a:pt x="1158" y="2164"/>
                      <a:pt x="1157" y="2163"/>
                    </a:cubicBezTo>
                    <a:cubicBezTo>
                      <a:pt x="1156" y="2160"/>
                      <a:pt x="1156" y="2157"/>
                      <a:pt x="1156" y="2153"/>
                    </a:cubicBezTo>
                    <a:cubicBezTo>
                      <a:pt x="1155" y="2150"/>
                      <a:pt x="1153" y="2147"/>
                      <a:pt x="1152" y="2143"/>
                    </a:cubicBezTo>
                    <a:cubicBezTo>
                      <a:pt x="1151" y="2140"/>
                      <a:pt x="1150" y="2137"/>
                      <a:pt x="1149" y="2133"/>
                    </a:cubicBezTo>
                    <a:cubicBezTo>
                      <a:pt x="1149" y="2132"/>
                      <a:pt x="1149" y="2130"/>
                      <a:pt x="1149" y="2129"/>
                    </a:cubicBezTo>
                    <a:cubicBezTo>
                      <a:pt x="1149" y="2127"/>
                      <a:pt x="1149" y="2126"/>
                      <a:pt x="1149" y="2125"/>
                    </a:cubicBezTo>
                    <a:cubicBezTo>
                      <a:pt x="1148" y="2123"/>
                      <a:pt x="1146" y="2120"/>
                      <a:pt x="1147" y="2118"/>
                    </a:cubicBezTo>
                    <a:cubicBezTo>
                      <a:pt x="1148" y="2115"/>
                      <a:pt x="1152" y="2117"/>
                      <a:pt x="1153" y="2118"/>
                    </a:cubicBezTo>
                    <a:cubicBezTo>
                      <a:pt x="1157" y="2119"/>
                      <a:pt x="1160" y="2120"/>
                      <a:pt x="1163" y="2120"/>
                    </a:cubicBezTo>
                    <a:cubicBezTo>
                      <a:pt x="1165" y="2119"/>
                      <a:pt x="1168" y="2118"/>
                      <a:pt x="1169" y="2116"/>
                    </a:cubicBezTo>
                    <a:cubicBezTo>
                      <a:pt x="1169" y="2113"/>
                      <a:pt x="1166" y="2110"/>
                      <a:pt x="1164" y="2109"/>
                    </a:cubicBezTo>
                    <a:cubicBezTo>
                      <a:pt x="1162" y="2109"/>
                      <a:pt x="1161" y="2108"/>
                      <a:pt x="1159" y="2108"/>
                    </a:cubicBezTo>
                    <a:cubicBezTo>
                      <a:pt x="1158" y="2107"/>
                      <a:pt x="1156" y="2106"/>
                      <a:pt x="1155" y="2105"/>
                    </a:cubicBezTo>
                    <a:cubicBezTo>
                      <a:pt x="1152" y="2103"/>
                      <a:pt x="1151" y="2101"/>
                      <a:pt x="1150" y="2099"/>
                    </a:cubicBezTo>
                    <a:cubicBezTo>
                      <a:pt x="1149" y="2098"/>
                      <a:pt x="1149" y="2096"/>
                      <a:pt x="1149" y="2095"/>
                    </a:cubicBezTo>
                    <a:cubicBezTo>
                      <a:pt x="1149" y="2093"/>
                      <a:pt x="1151" y="2094"/>
                      <a:pt x="1152" y="2095"/>
                    </a:cubicBezTo>
                    <a:cubicBezTo>
                      <a:pt x="1157" y="2097"/>
                      <a:pt x="1161" y="2101"/>
                      <a:pt x="1165" y="2105"/>
                    </a:cubicBezTo>
                    <a:cubicBezTo>
                      <a:pt x="1166" y="2106"/>
                      <a:pt x="1168" y="2108"/>
                      <a:pt x="1170" y="2108"/>
                    </a:cubicBezTo>
                    <a:cubicBezTo>
                      <a:pt x="1173" y="2108"/>
                      <a:pt x="1170" y="2103"/>
                      <a:pt x="1170" y="2102"/>
                    </a:cubicBezTo>
                    <a:cubicBezTo>
                      <a:pt x="1170" y="2101"/>
                      <a:pt x="1169" y="2099"/>
                      <a:pt x="1170" y="2098"/>
                    </a:cubicBezTo>
                    <a:cubicBezTo>
                      <a:pt x="1171" y="2098"/>
                      <a:pt x="1173" y="2099"/>
                      <a:pt x="1174" y="2100"/>
                    </a:cubicBezTo>
                    <a:cubicBezTo>
                      <a:pt x="1176" y="2101"/>
                      <a:pt x="1177" y="2103"/>
                      <a:pt x="1179" y="2105"/>
                    </a:cubicBezTo>
                    <a:cubicBezTo>
                      <a:pt x="1180" y="2106"/>
                      <a:pt x="1182" y="2108"/>
                      <a:pt x="1184" y="2108"/>
                    </a:cubicBezTo>
                    <a:cubicBezTo>
                      <a:pt x="1187" y="2110"/>
                      <a:pt x="1187" y="2104"/>
                      <a:pt x="1187" y="2102"/>
                    </a:cubicBezTo>
                    <a:cubicBezTo>
                      <a:pt x="1186" y="2100"/>
                      <a:pt x="1185" y="2097"/>
                      <a:pt x="1183" y="2095"/>
                    </a:cubicBezTo>
                    <a:cubicBezTo>
                      <a:pt x="1183" y="2094"/>
                      <a:pt x="1182" y="2093"/>
                      <a:pt x="1181" y="2093"/>
                    </a:cubicBezTo>
                    <a:cubicBezTo>
                      <a:pt x="1180" y="2092"/>
                      <a:pt x="1178" y="2091"/>
                      <a:pt x="1177" y="2090"/>
                    </a:cubicBezTo>
                    <a:cubicBezTo>
                      <a:pt x="1177" y="2090"/>
                      <a:pt x="1176" y="2090"/>
                      <a:pt x="1176" y="2089"/>
                    </a:cubicBezTo>
                    <a:cubicBezTo>
                      <a:pt x="1176" y="2089"/>
                      <a:pt x="1176" y="2089"/>
                      <a:pt x="1176" y="2089"/>
                    </a:cubicBezTo>
                    <a:cubicBezTo>
                      <a:pt x="1176" y="2089"/>
                      <a:pt x="1176" y="2089"/>
                      <a:pt x="1175" y="2088"/>
                    </a:cubicBezTo>
                    <a:cubicBezTo>
                      <a:pt x="1175" y="2088"/>
                      <a:pt x="1175" y="2088"/>
                      <a:pt x="1175" y="2088"/>
                    </a:cubicBezTo>
                    <a:cubicBezTo>
                      <a:pt x="1175" y="2088"/>
                      <a:pt x="1175" y="2088"/>
                      <a:pt x="1175" y="2087"/>
                    </a:cubicBezTo>
                    <a:cubicBezTo>
                      <a:pt x="1175" y="2087"/>
                      <a:pt x="1175" y="2087"/>
                      <a:pt x="1175" y="2087"/>
                    </a:cubicBezTo>
                    <a:cubicBezTo>
                      <a:pt x="1175" y="2087"/>
                      <a:pt x="1175" y="2086"/>
                      <a:pt x="1175" y="2086"/>
                    </a:cubicBezTo>
                    <a:cubicBezTo>
                      <a:pt x="1175" y="2086"/>
                      <a:pt x="1176" y="2085"/>
                      <a:pt x="1176" y="2085"/>
                    </a:cubicBezTo>
                    <a:cubicBezTo>
                      <a:pt x="1177" y="2085"/>
                      <a:pt x="1178" y="2084"/>
                      <a:pt x="1179" y="2084"/>
                    </a:cubicBezTo>
                    <a:cubicBezTo>
                      <a:pt x="1180" y="2084"/>
                      <a:pt x="1181" y="2083"/>
                      <a:pt x="1183" y="2083"/>
                    </a:cubicBezTo>
                    <a:cubicBezTo>
                      <a:pt x="1184" y="2084"/>
                      <a:pt x="1186" y="2084"/>
                      <a:pt x="1187" y="2083"/>
                    </a:cubicBezTo>
                    <a:cubicBezTo>
                      <a:pt x="1188" y="2083"/>
                      <a:pt x="1189" y="2083"/>
                      <a:pt x="1190" y="2082"/>
                    </a:cubicBezTo>
                    <a:cubicBezTo>
                      <a:pt x="1190" y="2082"/>
                      <a:pt x="1190" y="2080"/>
                      <a:pt x="1190" y="2080"/>
                    </a:cubicBezTo>
                    <a:cubicBezTo>
                      <a:pt x="1191" y="2080"/>
                      <a:pt x="1193" y="2080"/>
                      <a:pt x="1194" y="2080"/>
                    </a:cubicBezTo>
                    <a:cubicBezTo>
                      <a:pt x="1195" y="2081"/>
                      <a:pt x="1196" y="2082"/>
                      <a:pt x="1197" y="2082"/>
                    </a:cubicBezTo>
                    <a:cubicBezTo>
                      <a:pt x="1198" y="2082"/>
                      <a:pt x="1199" y="2082"/>
                      <a:pt x="1199" y="2082"/>
                    </a:cubicBezTo>
                    <a:cubicBezTo>
                      <a:pt x="1200" y="2082"/>
                      <a:pt x="1201" y="2083"/>
                      <a:pt x="1202" y="2082"/>
                    </a:cubicBezTo>
                    <a:cubicBezTo>
                      <a:pt x="1203" y="2082"/>
                      <a:pt x="1205" y="2082"/>
                      <a:pt x="1206" y="2081"/>
                    </a:cubicBezTo>
                    <a:cubicBezTo>
                      <a:pt x="1207" y="2081"/>
                      <a:pt x="1207" y="2081"/>
                      <a:pt x="1208" y="2080"/>
                    </a:cubicBezTo>
                    <a:cubicBezTo>
                      <a:pt x="1209" y="2080"/>
                      <a:pt x="1209" y="2079"/>
                      <a:pt x="1210" y="2079"/>
                    </a:cubicBezTo>
                    <a:cubicBezTo>
                      <a:pt x="1212" y="2078"/>
                      <a:pt x="1214" y="2080"/>
                      <a:pt x="1216" y="2081"/>
                    </a:cubicBezTo>
                    <a:cubicBezTo>
                      <a:pt x="1218" y="2081"/>
                      <a:pt x="1221" y="2082"/>
                      <a:pt x="1221" y="2079"/>
                    </a:cubicBezTo>
                    <a:cubicBezTo>
                      <a:pt x="1222" y="2078"/>
                      <a:pt x="1222" y="2076"/>
                      <a:pt x="1221" y="2075"/>
                    </a:cubicBezTo>
                    <a:cubicBezTo>
                      <a:pt x="1221" y="2074"/>
                      <a:pt x="1221" y="2073"/>
                      <a:pt x="1220" y="2073"/>
                    </a:cubicBezTo>
                    <a:cubicBezTo>
                      <a:pt x="1219" y="2072"/>
                      <a:pt x="1218" y="2071"/>
                      <a:pt x="1217" y="2070"/>
                    </a:cubicBezTo>
                    <a:cubicBezTo>
                      <a:pt x="1216" y="2069"/>
                      <a:pt x="1214" y="2069"/>
                      <a:pt x="1212" y="2068"/>
                    </a:cubicBezTo>
                    <a:cubicBezTo>
                      <a:pt x="1211" y="2067"/>
                      <a:pt x="1213" y="2066"/>
                      <a:pt x="1213" y="2065"/>
                    </a:cubicBezTo>
                    <a:cubicBezTo>
                      <a:pt x="1212" y="2065"/>
                      <a:pt x="1210" y="2065"/>
                      <a:pt x="1209" y="2066"/>
                    </a:cubicBezTo>
                    <a:cubicBezTo>
                      <a:pt x="1208" y="2068"/>
                      <a:pt x="1208" y="2070"/>
                      <a:pt x="1206" y="2071"/>
                    </a:cubicBezTo>
                    <a:cubicBezTo>
                      <a:pt x="1205" y="2072"/>
                      <a:pt x="1203" y="2071"/>
                      <a:pt x="1202" y="2071"/>
                    </a:cubicBezTo>
                    <a:cubicBezTo>
                      <a:pt x="1200" y="2070"/>
                      <a:pt x="1198" y="2071"/>
                      <a:pt x="1196" y="2073"/>
                    </a:cubicBezTo>
                    <a:cubicBezTo>
                      <a:pt x="1195" y="2074"/>
                      <a:pt x="1194" y="2074"/>
                      <a:pt x="1192" y="2073"/>
                    </a:cubicBezTo>
                    <a:cubicBezTo>
                      <a:pt x="1190" y="2073"/>
                      <a:pt x="1187" y="2071"/>
                      <a:pt x="1187" y="2069"/>
                    </a:cubicBezTo>
                    <a:cubicBezTo>
                      <a:pt x="1186" y="2067"/>
                      <a:pt x="1190" y="2066"/>
                      <a:pt x="1192" y="2066"/>
                    </a:cubicBezTo>
                    <a:cubicBezTo>
                      <a:pt x="1195" y="2065"/>
                      <a:pt x="1197" y="2065"/>
                      <a:pt x="1200" y="2065"/>
                    </a:cubicBezTo>
                    <a:cubicBezTo>
                      <a:pt x="1203" y="2065"/>
                      <a:pt x="1205" y="2064"/>
                      <a:pt x="1205" y="2061"/>
                    </a:cubicBezTo>
                    <a:cubicBezTo>
                      <a:pt x="1206" y="2059"/>
                      <a:pt x="1204" y="2056"/>
                      <a:pt x="1201" y="2055"/>
                    </a:cubicBezTo>
                    <a:cubicBezTo>
                      <a:pt x="1199" y="2054"/>
                      <a:pt x="1196" y="2054"/>
                      <a:pt x="1194" y="2054"/>
                    </a:cubicBezTo>
                    <a:cubicBezTo>
                      <a:pt x="1192" y="2054"/>
                      <a:pt x="1190" y="2055"/>
                      <a:pt x="1188" y="2055"/>
                    </a:cubicBezTo>
                    <a:cubicBezTo>
                      <a:pt x="1184" y="2057"/>
                      <a:pt x="1179" y="2053"/>
                      <a:pt x="1175" y="2052"/>
                    </a:cubicBezTo>
                    <a:cubicBezTo>
                      <a:pt x="1173" y="2051"/>
                      <a:pt x="1172" y="2052"/>
                      <a:pt x="1171" y="2052"/>
                    </a:cubicBezTo>
                    <a:cubicBezTo>
                      <a:pt x="1169" y="2053"/>
                      <a:pt x="1167" y="2053"/>
                      <a:pt x="1165" y="2052"/>
                    </a:cubicBezTo>
                    <a:cubicBezTo>
                      <a:pt x="1164" y="2051"/>
                      <a:pt x="1162" y="2050"/>
                      <a:pt x="1161" y="2050"/>
                    </a:cubicBezTo>
                    <a:cubicBezTo>
                      <a:pt x="1159" y="2049"/>
                      <a:pt x="1156" y="2049"/>
                      <a:pt x="1155" y="2047"/>
                    </a:cubicBezTo>
                    <a:cubicBezTo>
                      <a:pt x="1153" y="2045"/>
                      <a:pt x="1153" y="2042"/>
                      <a:pt x="1152" y="2040"/>
                    </a:cubicBezTo>
                    <a:cubicBezTo>
                      <a:pt x="1151" y="2037"/>
                      <a:pt x="1150" y="2035"/>
                      <a:pt x="1148" y="2034"/>
                    </a:cubicBezTo>
                    <a:cubicBezTo>
                      <a:pt x="1146" y="2033"/>
                      <a:pt x="1143" y="2032"/>
                      <a:pt x="1141" y="2032"/>
                    </a:cubicBezTo>
                    <a:cubicBezTo>
                      <a:pt x="1139" y="2031"/>
                      <a:pt x="1136" y="2032"/>
                      <a:pt x="1134" y="2031"/>
                    </a:cubicBezTo>
                    <a:cubicBezTo>
                      <a:pt x="1132" y="2030"/>
                      <a:pt x="1134" y="2027"/>
                      <a:pt x="1134" y="2025"/>
                    </a:cubicBezTo>
                    <a:cubicBezTo>
                      <a:pt x="1134" y="2023"/>
                      <a:pt x="1134" y="2022"/>
                      <a:pt x="1132" y="2020"/>
                    </a:cubicBezTo>
                    <a:cubicBezTo>
                      <a:pt x="1131" y="2018"/>
                      <a:pt x="1129" y="2017"/>
                      <a:pt x="1128" y="2016"/>
                    </a:cubicBezTo>
                    <a:cubicBezTo>
                      <a:pt x="1126" y="2015"/>
                      <a:pt x="1126" y="2013"/>
                      <a:pt x="1125" y="2012"/>
                    </a:cubicBezTo>
                    <a:cubicBezTo>
                      <a:pt x="1123" y="2011"/>
                      <a:pt x="1121" y="2010"/>
                      <a:pt x="1119" y="2010"/>
                    </a:cubicBezTo>
                    <a:cubicBezTo>
                      <a:pt x="1117" y="2010"/>
                      <a:pt x="1115" y="2010"/>
                      <a:pt x="1114" y="2011"/>
                    </a:cubicBezTo>
                    <a:cubicBezTo>
                      <a:pt x="1112" y="2011"/>
                      <a:pt x="1111" y="2012"/>
                      <a:pt x="1109" y="2013"/>
                    </a:cubicBezTo>
                    <a:cubicBezTo>
                      <a:pt x="1107" y="2014"/>
                      <a:pt x="1105" y="2015"/>
                      <a:pt x="1103" y="2016"/>
                    </a:cubicBezTo>
                    <a:cubicBezTo>
                      <a:pt x="1101" y="2016"/>
                      <a:pt x="1099" y="2018"/>
                      <a:pt x="1101" y="2020"/>
                    </a:cubicBezTo>
                    <a:cubicBezTo>
                      <a:pt x="1102" y="2022"/>
                      <a:pt x="1105" y="2022"/>
                      <a:pt x="1107" y="2021"/>
                    </a:cubicBezTo>
                    <a:cubicBezTo>
                      <a:pt x="1110" y="2021"/>
                      <a:pt x="1112" y="2020"/>
                      <a:pt x="1114" y="2020"/>
                    </a:cubicBezTo>
                    <a:cubicBezTo>
                      <a:pt x="1117" y="2020"/>
                      <a:pt x="1120" y="2021"/>
                      <a:pt x="1122" y="2022"/>
                    </a:cubicBezTo>
                    <a:cubicBezTo>
                      <a:pt x="1123" y="2024"/>
                      <a:pt x="1123" y="2025"/>
                      <a:pt x="1123" y="2027"/>
                    </a:cubicBezTo>
                    <a:cubicBezTo>
                      <a:pt x="1123" y="2029"/>
                      <a:pt x="1124" y="2030"/>
                      <a:pt x="1126" y="2031"/>
                    </a:cubicBezTo>
                    <a:cubicBezTo>
                      <a:pt x="1128" y="2032"/>
                      <a:pt x="1129" y="2033"/>
                      <a:pt x="1129" y="2035"/>
                    </a:cubicBezTo>
                    <a:cubicBezTo>
                      <a:pt x="1128" y="2036"/>
                      <a:pt x="1126" y="2038"/>
                      <a:pt x="1124" y="2038"/>
                    </a:cubicBezTo>
                    <a:cubicBezTo>
                      <a:pt x="1122" y="2038"/>
                      <a:pt x="1120" y="2037"/>
                      <a:pt x="1118" y="2036"/>
                    </a:cubicBezTo>
                    <a:cubicBezTo>
                      <a:pt x="1117" y="2035"/>
                      <a:pt x="1116" y="2034"/>
                      <a:pt x="1115" y="2033"/>
                    </a:cubicBezTo>
                    <a:cubicBezTo>
                      <a:pt x="1115" y="2035"/>
                      <a:pt x="1114" y="2036"/>
                      <a:pt x="1112" y="2035"/>
                    </a:cubicBezTo>
                    <a:cubicBezTo>
                      <a:pt x="1111" y="2035"/>
                      <a:pt x="1111" y="2033"/>
                      <a:pt x="1109" y="2033"/>
                    </a:cubicBezTo>
                    <a:cubicBezTo>
                      <a:pt x="1108" y="2032"/>
                      <a:pt x="1108" y="2035"/>
                      <a:pt x="1108" y="2036"/>
                    </a:cubicBezTo>
                    <a:cubicBezTo>
                      <a:pt x="1109" y="2037"/>
                      <a:pt x="1109" y="2038"/>
                      <a:pt x="1107" y="2039"/>
                    </a:cubicBezTo>
                    <a:cubicBezTo>
                      <a:pt x="1106" y="2040"/>
                      <a:pt x="1104" y="2040"/>
                      <a:pt x="1102" y="2040"/>
                    </a:cubicBezTo>
                    <a:cubicBezTo>
                      <a:pt x="1100" y="2040"/>
                      <a:pt x="1098" y="2040"/>
                      <a:pt x="1098" y="2039"/>
                    </a:cubicBezTo>
                    <a:cubicBezTo>
                      <a:pt x="1097" y="2036"/>
                      <a:pt x="1097" y="2034"/>
                      <a:pt x="1098" y="2032"/>
                    </a:cubicBezTo>
                    <a:cubicBezTo>
                      <a:pt x="1098" y="2030"/>
                      <a:pt x="1098" y="2028"/>
                      <a:pt x="1096" y="2027"/>
                    </a:cubicBezTo>
                    <a:cubicBezTo>
                      <a:pt x="1095" y="2027"/>
                      <a:pt x="1094" y="2027"/>
                      <a:pt x="1093" y="2029"/>
                    </a:cubicBezTo>
                    <a:cubicBezTo>
                      <a:pt x="1092" y="2030"/>
                      <a:pt x="1092" y="2031"/>
                      <a:pt x="1092" y="2032"/>
                    </a:cubicBezTo>
                    <a:cubicBezTo>
                      <a:pt x="1092" y="2036"/>
                      <a:pt x="1089" y="2036"/>
                      <a:pt x="1086" y="2034"/>
                    </a:cubicBezTo>
                    <a:cubicBezTo>
                      <a:pt x="1084" y="2033"/>
                      <a:pt x="1081" y="2029"/>
                      <a:pt x="1082" y="2026"/>
                    </a:cubicBezTo>
                    <a:cubicBezTo>
                      <a:pt x="1083" y="2025"/>
                      <a:pt x="1085" y="2024"/>
                      <a:pt x="1086" y="2023"/>
                    </a:cubicBezTo>
                    <a:cubicBezTo>
                      <a:pt x="1087" y="2023"/>
                      <a:pt x="1090" y="2021"/>
                      <a:pt x="1089" y="2019"/>
                    </a:cubicBezTo>
                    <a:cubicBezTo>
                      <a:pt x="1089" y="2018"/>
                      <a:pt x="1088" y="2018"/>
                      <a:pt x="1087" y="2018"/>
                    </a:cubicBezTo>
                    <a:cubicBezTo>
                      <a:pt x="1086" y="2018"/>
                      <a:pt x="1085" y="2018"/>
                      <a:pt x="1085" y="2017"/>
                    </a:cubicBezTo>
                    <a:cubicBezTo>
                      <a:pt x="1083" y="2016"/>
                      <a:pt x="1082" y="2015"/>
                      <a:pt x="1081" y="2014"/>
                    </a:cubicBezTo>
                    <a:cubicBezTo>
                      <a:pt x="1080" y="2012"/>
                      <a:pt x="1079" y="2011"/>
                      <a:pt x="1079" y="2009"/>
                    </a:cubicBezTo>
                    <a:cubicBezTo>
                      <a:pt x="1078" y="2008"/>
                      <a:pt x="1078" y="2007"/>
                      <a:pt x="1079" y="2006"/>
                    </a:cubicBezTo>
                    <a:cubicBezTo>
                      <a:pt x="1079" y="2005"/>
                      <a:pt x="1078" y="2004"/>
                      <a:pt x="1080" y="2003"/>
                    </a:cubicBezTo>
                    <a:cubicBezTo>
                      <a:pt x="1082" y="2002"/>
                      <a:pt x="1083" y="2002"/>
                      <a:pt x="1085" y="2002"/>
                    </a:cubicBezTo>
                    <a:cubicBezTo>
                      <a:pt x="1087" y="2003"/>
                      <a:pt x="1090" y="2003"/>
                      <a:pt x="1093" y="2003"/>
                    </a:cubicBezTo>
                    <a:cubicBezTo>
                      <a:pt x="1095" y="2003"/>
                      <a:pt x="1097" y="2002"/>
                      <a:pt x="1099" y="2001"/>
                    </a:cubicBezTo>
                    <a:cubicBezTo>
                      <a:pt x="1099" y="2000"/>
                      <a:pt x="1101" y="1999"/>
                      <a:pt x="1101" y="1998"/>
                    </a:cubicBezTo>
                    <a:cubicBezTo>
                      <a:pt x="1102" y="1997"/>
                      <a:pt x="1101" y="1997"/>
                      <a:pt x="1101" y="1996"/>
                    </a:cubicBezTo>
                    <a:cubicBezTo>
                      <a:pt x="1098" y="1993"/>
                      <a:pt x="1103" y="1990"/>
                      <a:pt x="1105" y="1990"/>
                    </a:cubicBezTo>
                    <a:cubicBezTo>
                      <a:pt x="1107" y="1990"/>
                      <a:pt x="1109" y="1991"/>
                      <a:pt x="1110" y="1991"/>
                    </a:cubicBezTo>
                    <a:cubicBezTo>
                      <a:pt x="1112" y="1992"/>
                      <a:pt x="1113" y="1993"/>
                      <a:pt x="1115" y="1994"/>
                    </a:cubicBezTo>
                    <a:cubicBezTo>
                      <a:pt x="1116" y="1995"/>
                      <a:pt x="1118" y="1996"/>
                      <a:pt x="1119" y="1996"/>
                    </a:cubicBezTo>
                    <a:cubicBezTo>
                      <a:pt x="1120" y="1995"/>
                      <a:pt x="1121" y="1993"/>
                      <a:pt x="1121" y="1992"/>
                    </a:cubicBezTo>
                    <a:cubicBezTo>
                      <a:pt x="1121" y="1989"/>
                      <a:pt x="1120" y="1988"/>
                      <a:pt x="1118" y="1986"/>
                    </a:cubicBezTo>
                    <a:cubicBezTo>
                      <a:pt x="1117" y="1986"/>
                      <a:pt x="1116" y="1985"/>
                      <a:pt x="1117" y="1983"/>
                    </a:cubicBezTo>
                    <a:cubicBezTo>
                      <a:pt x="1118" y="1981"/>
                      <a:pt x="1122" y="1980"/>
                      <a:pt x="1124" y="1980"/>
                    </a:cubicBezTo>
                    <a:cubicBezTo>
                      <a:pt x="1127" y="1979"/>
                      <a:pt x="1130" y="1982"/>
                      <a:pt x="1132" y="1984"/>
                    </a:cubicBezTo>
                    <a:cubicBezTo>
                      <a:pt x="1133" y="1985"/>
                      <a:pt x="1134" y="1987"/>
                      <a:pt x="1134" y="1988"/>
                    </a:cubicBezTo>
                    <a:cubicBezTo>
                      <a:pt x="1134" y="1990"/>
                      <a:pt x="1133" y="1992"/>
                      <a:pt x="1134" y="1994"/>
                    </a:cubicBezTo>
                    <a:cubicBezTo>
                      <a:pt x="1134" y="1997"/>
                      <a:pt x="1136" y="1999"/>
                      <a:pt x="1139" y="2000"/>
                    </a:cubicBezTo>
                    <a:cubicBezTo>
                      <a:pt x="1140" y="2001"/>
                      <a:pt x="1141" y="2001"/>
                      <a:pt x="1142" y="2001"/>
                    </a:cubicBezTo>
                    <a:cubicBezTo>
                      <a:pt x="1143" y="2002"/>
                      <a:pt x="1144" y="2002"/>
                      <a:pt x="1145" y="2002"/>
                    </a:cubicBezTo>
                    <a:cubicBezTo>
                      <a:pt x="1147" y="2003"/>
                      <a:pt x="1150" y="2001"/>
                      <a:pt x="1151" y="1999"/>
                    </a:cubicBezTo>
                    <a:cubicBezTo>
                      <a:pt x="1151" y="1998"/>
                      <a:pt x="1152" y="1994"/>
                      <a:pt x="1154" y="1995"/>
                    </a:cubicBezTo>
                    <a:cubicBezTo>
                      <a:pt x="1156" y="1996"/>
                      <a:pt x="1158" y="2001"/>
                      <a:pt x="1160" y="1999"/>
                    </a:cubicBezTo>
                    <a:cubicBezTo>
                      <a:pt x="1162" y="1997"/>
                      <a:pt x="1161" y="1993"/>
                      <a:pt x="1159" y="1991"/>
                    </a:cubicBezTo>
                    <a:cubicBezTo>
                      <a:pt x="1158" y="1990"/>
                      <a:pt x="1156" y="1988"/>
                      <a:pt x="1157" y="1987"/>
                    </a:cubicBezTo>
                    <a:cubicBezTo>
                      <a:pt x="1157" y="1985"/>
                      <a:pt x="1159" y="1985"/>
                      <a:pt x="1160" y="1985"/>
                    </a:cubicBezTo>
                    <a:cubicBezTo>
                      <a:pt x="1162" y="1985"/>
                      <a:pt x="1165" y="1985"/>
                      <a:pt x="1164" y="1982"/>
                    </a:cubicBezTo>
                    <a:cubicBezTo>
                      <a:pt x="1164" y="1980"/>
                      <a:pt x="1161" y="1979"/>
                      <a:pt x="1160" y="1976"/>
                    </a:cubicBezTo>
                    <a:cubicBezTo>
                      <a:pt x="1160" y="1974"/>
                      <a:pt x="1160" y="1973"/>
                      <a:pt x="1159" y="1971"/>
                    </a:cubicBezTo>
                    <a:cubicBezTo>
                      <a:pt x="1161" y="1971"/>
                      <a:pt x="1162" y="1971"/>
                      <a:pt x="1163" y="1971"/>
                    </a:cubicBezTo>
                    <a:cubicBezTo>
                      <a:pt x="1165" y="1972"/>
                      <a:pt x="1166" y="1973"/>
                      <a:pt x="1168" y="1972"/>
                    </a:cubicBezTo>
                    <a:cubicBezTo>
                      <a:pt x="1171" y="1972"/>
                      <a:pt x="1170" y="1968"/>
                      <a:pt x="1169" y="1966"/>
                    </a:cubicBezTo>
                    <a:cubicBezTo>
                      <a:pt x="1169" y="1963"/>
                      <a:pt x="1173" y="1963"/>
                      <a:pt x="1172" y="1961"/>
                    </a:cubicBezTo>
                    <a:cubicBezTo>
                      <a:pt x="1171" y="1958"/>
                      <a:pt x="1167" y="1958"/>
                      <a:pt x="1165" y="1957"/>
                    </a:cubicBezTo>
                    <a:cubicBezTo>
                      <a:pt x="1163" y="1956"/>
                      <a:pt x="1162" y="1953"/>
                      <a:pt x="1165" y="1952"/>
                    </a:cubicBezTo>
                    <a:cubicBezTo>
                      <a:pt x="1168" y="1952"/>
                      <a:pt x="1170" y="1953"/>
                      <a:pt x="1173" y="1954"/>
                    </a:cubicBezTo>
                    <a:cubicBezTo>
                      <a:pt x="1176" y="1955"/>
                      <a:pt x="1179" y="1956"/>
                      <a:pt x="1182" y="1956"/>
                    </a:cubicBezTo>
                    <a:cubicBezTo>
                      <a:pt x="1184" y="1956"/>
                      <a:pt x="1189" y="1955"/>
                      <a:pt x="1189" y="1958"/>
                    </a:cubicBezTo>
                    <a:cubicBezTo>
                      <a:pt x="1189" y="1960"/>
                      <a:pt x="1188" y="1961"/>
                      <a:pt x="1187" y="1962"/>
                    </a:cubicBezTo>
                    <a:cubicBezTo>
                      <a:pt x="1186" y="1964"/>
                      <a:pt x="1187" y="1966"/>
                      <a:pt x="1188" y="1967"/>
                    </a:cubicBezTo>
                    <a:cubicBezTo>
                      <a:pt x="1189" y="1969"/>
                      <a:pt x="1190" y="1971"/>
                      <a:pt x="1191" y="1973"/>
                    </a:cubicBezTo>
                    <a:cubicBezTo>
                      <a:pt x="1193" y="1976"/>
                      <a:pt x="1197" y="1977"/>
                      <a:pt x="1199" y="1978"/>
                    </a:cubicBezTo>
                    <a:cubicBezTo>
                      <a:pt x="1199" y="1978"/>
                      <a:pt x="1199" y="1978"/>
                      <a:pt x="1199" y="1978"/>
                    </a:cubicBezTo>
                    <a:cubicBezTo>
                      <a:pt x="1199" y="1982"/>
                      <a:pt x="1200" y="1983"/>
                      <a:pt x="1203" y="1985"/>
                    </a:cubicBezTo>
                    <a:cubicBezTo>
                      <a:pt x="1206" y="1987"/>
                      <a:pt x="1208" y="1990"/>
                      <a:pt x="1207" y="1994"/>
                    </a:cubicBezTo>
                    <a:cubicBezTo>
                      <a:pt x="1205" y="1997"/>
                      <a:pt x="1202" y="1998"/>
                      <a:pt x="1198" y="1997"/>
                    </a:cubicBezTo>
                    <a:cubicBezTo>
                      <a:pt x="1194" y="1996"/>
                      <a:pt x="1190" y="1993"/>
                      <a:pt x="1186" y="1992"/>
                    </a:cubicBezTo>
                    <a:cubicBezTo>
                      <a:pt x="1184" y="1992"/>
                      <a:pt x="1182" y="1992"/>
                      <a:pt x="1181" y="1994"/>
                    </a:cubicBezTo>
                    <a:cubicBezTo>
                      <a:pt x="1181" y="1995"/>
                      <a:pt x="1183" y="1997"/>
                      <a:pt x="1184" y="1998"/>
                    </a:cubicBezTo>
                    <a:cubicBezTo>
                      <a:pt x="1186" y="1999"/>
                      <a:pt x="1189" y="2000"/>
                      <a:pt x="1192" y="2001"/>
                    </a:cubicBezTo>
                    <a:cubicBezTo>
                      <a:pt x="1194" y="2002"/>
                      <a:pt x="1197" y="2002"/>
                      <a:pt x="1199" y="2003"/>
                    </a:cubicBezTo>
                    <a:cubicBezTo>
                      <a:pt x="1202" y="2005"/>
                      <a:pt x="1199" y="2008"/>
                      <a:pt x="1200" y="2010"/>
                    </a:cubicBezTo>
                    <a:cubicBezTo>
                      <a:pt x="1202" y="2013"/>
                      <a:pt x="1209" y="2012"/>
                      <a:pt x="1212" y="2011"/>
                    </a:cubicBezTo>
                    <a:cubicBezTo>
                      <a:pt x="1217" y="2009"/>
                      <a:pt x="1221" y="2006"/>
                      <a:pt x="1226" y="2003"/>
                    </a:cubicBezTo>
                    <a:cubicBezTo>
                      <a:pt x="1229" y="2001"/>
                      <a:pt x="1233" y="2000"/>
                      <a:pt x="1237" y="1999"/>
                    </a:cubicBezTo>
                    <a:cubicBezTo>
                      <a:pt x="1241" y="1998"/>
                      <a:pt x="1245" y="1997"/>
                      <a:pt x="1248" y="1995"/>
                    </a:cubicBezTo>
                    <a:cubicBezTo>
                      <a:pt x="1250" y="1993"/>
                      <a:pt x="1250" y="1990"/>
                      <a:pt x="1252" y="1988"/>
                    </a:cubicBezTo>
                    <a:cubicBezTo>
                      <a:pt x="1254" y="1987"/>
                      <a:pt x="1257" y="1987"/>
                      <a:pt x="1259" y="1985"/>
                    </a:cubicBezTo>
                    <a:cubicBezTo>
                      <a:pt x="1260" y="1984"/>
                      <a:pt x="1260" y="1983"/>
                      <a:pt x="1261" y="1981"/>
                    </a:cubicBezTo>
                    <a:cubicBezTo>
                      <a:pt x="1261" y="1980"/>
                      <a:pt x="1262" y="1979"/>
                      <a:pt x="1261" y="1977"/>
                    </a:cubicBezTo>
                    <a:cubicBezTo>
                      <a:pt x="1261" y="1974"/>
                      <a:pt x="1256" y="1977"/>
                      <a:pt x="1255" y="1975"/>
                    </a:cubicBezTo>
                    <a:cubicBezTo>
                      <a:pt x="1254" y="1974"/>
                      <a:pt x="1254" y="1972"/>
                      <a:pt x="1255" y="1971"/>
                    </a:cubicBezTo>
                    <a:cubicBezTo>
                      <a:pt x="1255" y="1969"/>
                      <a:pt x="1256" y="1967"/>
                      <a:pt x="1255" y="1965"/>
                    </a:cubicBezTo>
                    <a:cubicBezTo>
                      <a:pt x="1254" y="1960"/>
                      <a:pt x="1249" y="1958"/>
                      <a:pt x="1247" y="1955"/>
                    </a:cubicBezTo>
                    <a:cubicBezTo>
                      <a:pt x="1246" y="1953"/>
                      <a:pt x="1246" y="1951"/>
                      <a:pt x="1246" y="1950"/>
                    </a:cubicBezTo>
                    <a:cubicBezTo>
                      <a:pt x="1245" y="1948"/>
                      <a:pt x="1244" y="1946"/>
                      <a:pt x="1243" y="1945"/>
                    </a:cubicBezTo>
                    <a:cubicBezTo>
                      <a:pt x="1241" y="1943"/>
                      <a:pt x="1238" y="1941"/>
                      <a:pt x="1236" y="1938"/>
                    </a:cubicBezTo>
                    <a:cubicBezTo>
                      <a:pt x="1236" y="1936"/>
                      <a:pt x="1234" y="1933"/>
                      <a:pt x="1236" y="1931"/>
                    </a:cubicBezTo>
                    <a:cubicBezTo>
                      <a:pt x="1238" y="1930"/>
                      <a:pt x="1242" y="1929"/>
                      <a:pt x="1243" y="1926"/>
                    </a:cubicBezTo>
                    <a:cubicBezTo>
                      <a:pt x="1243" y="1926"/>
                      <a:pt x="1243" y="1925"/>
                      <a:pt x="1244" y="1924"/>
                    </a:cubicBezTo>
                    <a:cubicBezTo>
                      <a:pt x="1244" y="1922"/>
                      <a:pt x="1244" y="1921"/>
                      <a:pt x="1244" y="1919"/>
                    </a:cubicBezTo>
                    <a:cubicBezTo>
                      <a:pt x="1243" y="1918"/>
                      <a:pt x="1243" y="1918"/>
                      <a:pt x="1242" y="1917"/>
                    </a:cubicBezTo>
                    <a:cubicBezTo>
                      <a:pt x="1242" y="1917"/>
                      <a:pt x="1242" y="1916"/>
                      <a:pt x="1242" y="1916"/>
                    </a:cubicBezTo>
                    <a:cubicBezTo>
                      <a:pt x="1242" y="1914"/>
                      <a:pt x="1241" y="1913"/>
                      <a:pt x="1241" y="1912"/>
                    </a:cubicBezTo>
                    <a:cubicBezTo>
                      <a:pt x="1241" y="1910"/>
                      <a:pt x="1240" y="1908"/>
                      <a:pt x="1239" y="1907"/>
                    </a:cubicBezTo>
                    <a:cubicBezTo>
                      <a:pt x="1239" y="1906"/>
                      <a:pt x="1239" y="1905"/>
                      <a:pt x="1239" y="1905"/>
                    </a:cubicBezTo>
                    <a:cubicBezTo>
                      <a:pt x="1238" y="1904"/>
                      <a:pt x="1238" y="1904"/>
                      <a:pt x="1238" y="1903"/>
                    </a:cubicBezTo>
                    <a:cubicBezTo>
                      <a:pt x="1237" y="1903"/>
                      <a:pt x="1236" y="1902"/>
                      <a:pt x="1236" y="1902"/>
                    </a:cubicBezTo>
                    <a:cubicBezTo>
                      <a:pt x="1235" y="1901"/>
                      <a:pt x="1235" y="1901"/>
                      <a:pt x="1235" y="1901"/>
                    </a:cubicBezTo>
                    <a:cubicBezTo>
                      <a:pt x="1234" y="1900"/>
                      <a:pt x="1234" y="1899"/>
                      <a:pt x="1233" y="1899"/>
                    </a:cubicBezTo>
                    <a:cubicBezTo>
                      <a:pt x="1233" y="1898"/>
                      <a:pt x="1233" y="1898"/>
                      <a:pt x="1233" y="1897"/>
                    </a:cubicBezTo>
                    <a:cubicBezTo>
                      <a:pt x="1233" y="1896"/>
                      <a:pt x="1232" y="1896"/>
                      <a:pt x="1232" y="1895"/>
                    </a:cubicBezTo>
                    <a:cubicBezTo>
                      <a:pt x="1232" y="1895"/>
                      <a:pt x="1232" y="1894"/>
                      <a:pt x="1232" y="1893"/>
                    </a:cubicBezTo>
                    <a:cubicBezTo>
                      <a:pt x="1232" y="1892"/>
                      <a:pt x="1233" y="1890"/>
                      <a:pt x="1234" y="1890"/>
                    </a:cubicBezTo>
                    <a:cubicBezTo>
                      <a:pt x="1234" y="1887"/>
                      <a:pt x="1234" y="1885"/>
                      <a:pt x="1237" y="1883"/>
                    </a:cubicBezTo>
                    <a:cubicBezTo>
                      <a:pt x="1239" y="1881"/>
                      <a:pt x="1241" y="1882"/>
                      <a:pt x="1242" y="1885"/>
                    </a:cubicBezTo>
                    <a:cubicBezTo>
                      <a:pt x="1244" y="1889"/>
                      <a:pt x="1243" y="1893"/>
                      <a:pt x="1246" y="1897"/>
                    </a:cubicBezTo>
                    <a:cubicBezTo>
                      <a:pt x="1248" y="1900"/>
                      <a:pt x="1252" y="1901"/>
                      <a:pt x="1255" y="1902"/>
                    </a:cubicBezTo>
                    <a:cubicBezTo>
                      <a:pt x="1258" y="1903"/>
                      <a:pt x="1261" y="1905"/>
                      <a:pt x="1264" y="1906"/>
                    </a:cubicBezTo>
                    <a:cubicBezTo>
                      <a:pt x="1267" y="1908"/>
                      <a:pt x="1270" y="1910"/>
                      <a:pt x="1272" y="1913"/>
                    </a:cubicBezTo>
                    <a:cubicBezTo>
                      <a:pt x="1274" y="1916"/>
                      <a:pt x="1275" y="1920"/>
                      <a:pt x="1278" y="1923"/>
                    </a:cubicBezTo>
                    <a:cubicBezTo>
                      <a:pt x="1279" y="1925"/>
                      <a:pt x="1282" y="1928"/>
                      <a:pt x="1285" y="1927"/>
                    </a:cubicBezTo>
                    <a:cubicBezTo>
                      <a:pt x="1288" y="1926"/>
                      <a:pt x="1286" y="1921"/>
                      <a:pt x="1285" y="1919"/>
                    </a:cubicBezTo>
                    <a:cubicBezTo>
                      <a:pt x="1284" y="1916"/>
                      <a:pt x="1281" y="1912"/>
                      <a:pt x="1278" y="1910"/>
                    </a:cubicBezTo>
                    <a:cubicBezTo>
                      <a:pt x="1276" y="1909"/>
                      <a:pt x="1275" y="1908"/>
                      <a:pt x="1273" y="1908"/>
                    </a:cubicBezTo>
                    <a:cubicBezTo>
                      <a:pt x="1273" y="1907"/>
                      <a:pt x="1271" y="1907"/>
                      <a:pt x="1271" y="1906"/>
                    </a:cubicBezTo>
                    <a:cubicBezTo>
                      <a:pt x="1270" y="1904"/>
                      <a:pt x="1271" y="1902"/>
                      <a:pt x="1271" y="1901"/>
                    </a:cubicBezTo>
                    <a:cubicBezTo>
                      <a:pt x="1270" y="1898"/>
                      <a:pt x="1268" y="1897"/>
                      <a:pt x="1267" y="1894"/>
                    </a:cubicBezTo>
                    <a:cubicBezTo>
                      <a:pt x="1266" y="1891"/>
                      <a:pt x="1268" y="1889"/>
                      <a:pt x="1270" y="1887"/>
                    </a:cubicBezTo>
                    <a:cubicBezTo>
                      <a:pt x="1272" y="1886"/>
                      <a:pt x="1273" y="1885"/>
                      <a:pt x="1272" y="1882"/>
                    </a:cubicBezTo>
                    <a:cubicBezTo>
                      <a:pt x="1270" y="1880"/>
                      <a:pt x="1269" y="1878"/>
                      <a:pt x="1271" y="1876"/>
                    </a:cubicBezTo>
                    <a:cubicBezTo>
                      <a:pt x="1275" y="1871"/>
                      <a:pt x="1282" y="1873"/>
                      <a:pt x="1287" y="1876"/>
                    </a:cubicBezTo>
                    <a:cubicBezTo>
                      <a:pt x="1291" y="1878"/>
                      <a:pt x="1295" y="1881"/>
                      <a:pt x="1298" y="1885"/>
                    </a:cubicBezTo>
                    <a:cubicBezTo>
                      <a:pt x="1300" y="1888"/>
                      <a:pt x="1301" y="1892"/>
                      <a:pt x="1302" y="1896"/>
                    </a:cubicBezTo>
                    <a:cubicBezTo>
                      <a:pt x="1303" y="1899"/>
                      <a:pt x="1305" y="1902"/>
                      <a:pt x="1307" y="1905"/>
                    </a:cubicBezTo>
                    <a:cubicBezTo>
                      <a:pt x="1308" y="1907"/>
                      <a:pt x="1310" y="1908"/>
                      <a:pt x="1312" y="1909"/>
                    </a:cubicBezTo>
                    <a:cubicBezTo>
                      <a:pt x="1314" y="1910"/>
                      <a:pt x="1318" y="1912"/>
                      <a:pt x="1319" y="1915"/>
                    </a:cubicBezTo>
                    <a:cubicBezTo>
                      <a:pt x="1320" y="1919"/>
                      <a:pt x="1316" y="1919"/>
                      <a:pt x="1314" y="1920"/>
                    </a:cubicBezTo>
                    <a:cubicBezTo>
                      <a:pt x="1311" y="1920"/>
                      <a:pt x="1309" y="1921"/>
                      <a:pt x="1309" y="1924"/>
                    </a:cubicBezTo>
                    <a:cubicBezTo>
                      <a:pt x="1309" y="1927"/>
                      <a:pt x="1309" y="1929"/>
                      <a:pt x="1306" y="1929"/>
                    </a:cubicBezTo>
                    <a:cubicBezTo>
                      <a:pt x="1305" y="1929"/>
                      <a:pt x="1303" y="1929"/>
                      <a:pt x="1301" y="1929"/>
                    </a:cubicBezTo>
                    <a:cubicBezTo>
                      <a:pt x="1301" y="1929"/>
                      <a:pt x="1299" y="1929"/>
                      <a:pt x="1298" y="1930"/>
                    </a:cubicBezTo>
                    <a:cubicBezTo>
                      <a:pt x="1298" y="1931"/>
                      <a:pt x="1300" y="1932"/>
                      <a:pt x="1300" y="1932"/>
                    </a:cubicBezTo>
                    <a:cubicBezTo>
                      <a:pt x="1301" y="1934"/>
                      <a:pt x="1303" y="1935"/>
                      <a:pt x="1303" y="1936"/>
                    </a:cubicBezTo>
                    <a:cubicBezTo>
                      <a:pt x="1305" y="1938"/>
                      <a:pt x="1304" y="1941"/>
                      <a:pt x="1302" y="1942"/>
                    </a:cubicBezTo>
                    <a:cubicBezTo>
                      <a:pt x="1299" y="1943"/>
                      <a:pt x="1297" y="1943"/>
                      <a:pt x="1294" y="1942"/>
                    </a:cubicBezTo>
                    <a:cubicBezTo>
                      <a:pt x="1292" y="1941"/>
                      <a:pt x="1289" y="1938"/>
                      <a:pt x="1286" y="1939"/>
                    </a:cubicBezTo>
                    <a:cubicBezTo>
                      <a:pt x="1283" y="1940"/>
                      <a:pt x="1287" y="1945"/>
                      <a:pt x="1288" y="1946"/>
                    </a:cubicBezTo>
                    <a:cubicBezTo>
                      <a:pt x="1289" y="1947"/>
                      <a:pt x="1290" y="1948"/>
                      <a:pt x="1290" y="1949"/>
                    </a:cubicBezTo>
                    <a:cubicBezTo>
                      <a:pt x="1290" y="1950"/>
                      <a:pt x="1289" y="1950"/>
                      <a:pt x="1288" y="1950"/>
                    </a:cubicBezTo>
                    <a:cubicBezTo>
                      <a:pt x="1286" y="1950"/>
                      <a:pt x="1281" y="1950"/>
                      <a:pt x="1280" y="1952"/>
                    </a:cubicBezTo>
                    <a:cubicBezTo>
                      <a:pt x="1279" y="1955"/>
                      <a:pt x="1283" y="1959"/>
                      <a:pt x="1285" y="1961"/>
                    </a:cubicBezTo>
                    <a:cubicBezTo>
                      <a:pt x="1287" y="1963"/>
                      <a:pt x="1290" y="1965"/>
                      <a:pt x="1292" y="1968"/>
                    </a:cubicBezTo>
                    <a:cubicBezTo>
                      <a:pt x="1294" y="1970"/>
                      <a:pt x="1296" y="1973"/>
                      <a:pt x="1299" y="1974"/>
                    </a:cubicBezTo>
                    <a:cubicBezTo>
                      <a:pt x="1302" y="1975"/>
                      <a:pt x="1304" y="1974"/>
                      <a:pt x="1307" y="1973"/>
                    </a:cubicBezTo>
                    <a:cubicBezTo>
                      <a:pt x="1314" y="1971"/>
                      <a:pt x="1321" y="1973"/>
                      <a:pt x="1328" y="1975"/>
                    </a:cubicBezTo>
                    <a:cubicBezTo>
                      <a:pt x="1330" y="1975"/>
                      <a:pt x="1333" y="1976"/>
                      <a:pt x="1335" y="1976"/>
                    </a:cubicBezTo>
                    <a:cubicBezTo>
                      <a:pt x="1337" y="1976"/>
                      <a:pt x="1340" y="1975"/>
                      <a:pt x="1343" y="1975"/>
                    </a:cubicBezTo>
                    <a:cubicBezTo>
                      <a:pt x="1345" y="1975"/>
                      <a:pt x="1348" y="1976"/>
                      <a:pt x="1347" y="1979"/>
                    </a:cubicBezTo>
                    <a:cubicBezTo>
                      <a:pt x="1345" y="1982"/>
                      <a:pt x="1342" y="1984"/>
                      <a:pt x="1340" y="1987"/>
                    </a:cubicBezTo>
                    <a:cubicBezTo>
                      <a:pt x="1339" y="1989"/>
                      <a:pt x="1341" y="1991"/>
                      <a:pt x="1341" y="1993"/>
                    </a:cubicBezTo>
                    <a:cubicBezTo>
                      <a:pt x="1341" y="1996"/>
                      <a:pt x="1340" y="1998"/>
                      <a:pt x="1339" y="2000"/>
                    </a:cubicBezTo>
                    <a:cubicBezTo>
                      <a:pt x="1338" y="2002"/>
                      <a:pt x="1338" y="2005"/>
                      <a:pt x="1336" y="2006"/>
                    </a:cubicBezTo>
                    <a:cubicBezTo>
                      <a:pt x="1335" y="2008"/>
                      <a:pt x="1332" y="2008"/>
                      <a:pt x="1330" y="2008"/>
                    </a:cubicBezTo>
                    <a:cubicBezTo>
                      <a:pt x="1325" y="2009"/>
                      <a:pt x="1320" y="2009"/>
                      <a:pt x="1316" y="2006"/>
                    </a:cubicBezTo>
                    <a:cubicBezTo>
                      <a:pt x="1313" y="2005"/>
                      <a:pt x="1312" y="2002"/>
                      <a:pt x="1315" y="2001"/>
                    </a:cubicBezTo>
                    <a:cubicBezTo>
                      <a:pt x="1317" y="2000"/>
                      <a:pt x="1320" y="2000"/>
                      <a:pt x="1322" y="2001"/>
                    </a:cubicBezTo>
                    <a:cubicBezTo>
                      <a:pt x="1324" y="2002"/>
                      <a:pt x="1326" y="2003"/>
                      <a:pt x="1329" y="2002"/>
                    </a:cubicBezTo>
                    <a:cubicBezTo>
                      <a:pt x="1332" y="2002"/>
                      <a:pt x="1333" y="1999"/>
                      <a:pt x="1333" y="1996"/>
                    </a:cubicBezTo>
                    <a:cubicBezTo>
                      <a:pt x="1333" y="1992"/>
                      <a:pt x="1330" y="1989"/>
                      <a:pt x="1328" y="1987"/>
                    </a:cubicBezTo>
                    <a:cubicBezTo>
                      <a:pt x="1325" y="1985"/>
                      <a:pt x="1323" y="1985"/>
                      <a:pt x="1320" y="1985"/>
                    </a:cubicBezTo>
                    <a:cubicBezTo>
                      <a:pt x="1317" y="1985"/>
                      <a:pt x="1315" y="1986"/>
                      <a:pt x="1312" y="1986"/>
                    </a:cubicBezTo>
                    <a:cubicBezTo>
                      <a:pt x="1310" y="1985"/>
                      <a:pt x="1308" y="1984"/>
                      <a:pt x="1305" y="1983"/>
                    </a:cubicBezTo>
                    <a:cubicBezTo>
                      <a:pt x="1303" y="1983"/>
                      <a:pt x="1301" y="1983"/>
                      <a:pt x="1299" y="1985"/>
                    </a:cubicBezTo>
                    <a:cubicBezTo>
                      <a:pt x="1297" y="1987"/>
                      <a:pt x="1296" y="1988"/>
                      <a:pt x="1293" y="1988"/>
                    </a:cubicBezTo>
                    <a:cubicBezTo>
                      <a:pt x="1291" y="1987"/>
                      <a:pt x="1288" y="1985"/>
                      <a:pt x="1286" y="1986"/>
                    </a:cubicBezTo>
                    <a:cubicBezTo>
                      <a:pt x="1284" y="1986"/>
                      <a:pt x="1284" y="1990"/>
                      <a:pt x="1284" y="1991"/>
                    </a:cubicBezTo>
                    <a:cubicBezTo>
                      <a:pt x="1284" y="1994"/>
                      <a:pt x="1286" y="1996"/>
                      <a:pt x="1287" y="1998"/>
                    </a:cubicBezTo>
                    <a:cubicBezTo>
                      <a:pt x="1289" y="2000"/>
                      <a:pt x="1290" y="2002"/>
                      <a:pt x="1288" y="2004"/>
                    </a:cubicBezTo>
                    <a:cubicBezTo>
                      <a:pt x="1288" y="2006"/>
                      <a:pt x="1285" y="2008"/>
                      <a:pt x="1286" y="2009"/>
                    </a:cubicBezTo>
                    <a:cubicBezTo>
                      <a:pt x="1287" y="2011"/>
                      <a:pt x="1290" y="2012"/>
                      <a:pt x="1291" y="2014"/>
                    </a:cubicBezTo>
                    <a:cubicBezTo>
                      <a:pt x="1293" y="2016"/>
                      <a:pt x="1292" y="2019"/>
                      <a:pt x="1292" y="2021"/>
                    </a:cubicBezTo>
                    <a:cubicBezTo>
                      <a:pt x="1292" y="2024"/>
                      <a:pt x="1294" y="2026"/>
                      <a:pt x="1296" y="2027"/>
                    </a:cubicBezTo>
                    <a:cubicBezTo>
                      <a:pt x="1299" y="2028"/>
                      <a:pt x="1301" y="2029"/>
                      <a:pt x="1304" y="2030"/>
                    </a:cubicBezTo>
                    <a:cubicBezTo>
                      <a:pt x="1305" y="2030"/>
                      <a:pt x="1308" y="2032"/>
                      <a:pt x="1309" y="2030"/>
                    </a:cubicBezTo>
                    <a:cubicBezTo>
                      <a:pt x="1310" y="2028"/>
                      <a:pt x="1308" y="2024"/>
                      <a:pt x="1307" y="2023"/>
                    </a:cubicBezTo>
                    <a:cubicBezTo>
                      <a:pt x="1306" y="2020"/>
                      <a:pt x="1305" y="2017"/>
                      <a:pt x="1305" y="2015"/>
                    </a:cubicBezTo>
                    <a:cubicBezTo>
                      <a:pt x="1305" y="2013"/>
                      <a:pt x="1306" y="2010"/>
                      <a:pt x="1308" y="2009"/>
                    </a:cubicBezTo>
                    <a:cubicBezTo>
                      <a:pt x="1311" y="2009"/>
                      <a:pt x="1313" y="2012"/>
                      <a:pt x="1314" y="2013"/>
                    </a:cubicBezTo>
                    <a:cubicBezTo>
                      <a:pt x="1319" y="2019"/>
                      <a:pt x="1320" y="2025"/>
                      <a:pt x="1322" y="2031"/>
                    </a:cubicBezTo>
                    <a:cubicBezTo>
                      <a:pt x="1323" y="2033"/>
                      <a:pt x="1324" y="2034"/>
                      <a:pt x="1326" y="2034"/>
                    </a:cubicBezTo>
                    <a:cubicBezTo>
                      <a:pt x="1328" y="2035"/>
                      <a:pt x="1332" y="2036"/>
                      <a:pt x="1333" y="2038"/>
                    </a:cubicBezTo>
                    <a:cubicBezTo>
                      <a:pt x="1333" y="2040"/>
                      <a:pt x="1331" y="2042"/>
                      <a:pt x="1331" y="2044"/>
                    </a:cubicBezTo>
                    <a:cubicBezTo>
                      <a:pt x="1330" y="2046"/>
                      <a:pt x="1332" y="2048"/>
                      <a:pt x="1333" y="2051"/>
                    </a:cubicBezTo>
                    <a:cubicBezTo>
                      <a:pt x="1334" y="2053"/>
                      <a:pt x="1334" y="2054"/>
                      <a:pt x="1332" y="2055"/>
                    </a:cubicBezTo>
                    <a:cubicBezTo>
                      <a:pt x="1330" y="2058"/>
                      <a:pt x="1330" y="2062"/>
                      <a:pt x="1330" y="2066"/>
                    </a:cubicBezTo>
                    <a:cubicBezTo>
                      <a:pt x="1330" y="2067"/>
                      <a:pt x="1331" y="2068"/>
                      <a:pt x="1329" y="2069"/>
                    </a:cubicBezTo>
                    <a:cubicBezTo>
                      <a:pt x="1328" y="2069"/>
                      <a:pt x="1327" y="2069"/>
                      <a:pt x="1326" y="2069"/>
                    </a:cubicBezTo>
                    <a:cubicBezTo>
                      <a:pt x="1324" y="2068"/>
                      <a:pt x="1325" y="2066"/>
                      <a:pt x="1325" y="2065"/>
                    </a:cubicBezTo>
                    <a:cubicBezTo>
                      <a:pt x="1325" y="2062"/>
                      <a:pt x="1324" y="2058"/>
                      <a:pt x="1322" y="2056"/>
                    </a:cubicBezTo>
                    <a:cubicBezTo>
                      <a:pt x="1321" y="2054"/>
                      <a:pt x="1320" y="2054"/>
                      <a:pt x="1318" y="2053"/>
                    </a:cubicBezTo>
                    <a:cubicBezTo>
                      <a:pt x="1318" y="2053"/>
                      <a:pt x="1317" y="2053"/>
                      <a:pt x="1317" y="2053"/>
                    </a:cubicBezTo>
                    <a:cubicBezTo>
                      <a:pt x="1316" y="2053"/>
                      <a:pt x="1315" y="2053"/>
                      <a:pt x="1314" y="2053"/>
                    </a:cubicBezTo>
                    <a:cubicBezTo>
                      <a:pt x="1313" y="2053"/>
                      <a:pt x="1313" y="2054"/>
                      <a:pt x="1313" y="2055"/>
                    </a:cubicBezTo>
                    <a:cubicBezTo>
                      <a:pt x="1313" y="2057"/>
                      <a:pt x="1315" y="2059"/>
                      <a:pt x="1317" y="2060"/>
                    </a:cubicBezTo>
                    <a:cubicBezTo>
                      <a:pt x="1319" y="2061"/>
                      <a:pt x="1321" y="2065"/>
                      <a:pt x="1320" y="2068"/>
                    </a:cubicBezTo>
                    <a:cubicBezTo>
                      <a:pt x="1319" y="2069"/>
                      <a:pt x="1320" y="2070"/>
                      <a:pt x="1321" y="2072"/>
                    </a:cubicBezTo>
                    <a:cubicBezTo>
                      <a:pt x="1322" y="2074"/>
                      <a:pt x="1321" y="2076"/>
                      <a:pt x="1320" y="2077"/>
                    </a:cubicBezTo>
                    <a:cubicBezTo>
                      <a:pt x="1320" y="2077"/>
                      <a:pt x="1319" y="2078"/>
                      <a:pt x="1319" y="2078"/>
                    </a:cubicBezTo>
                    <a:cubicBezTo>
                      <a:pt x="1318" y="2078"/>
                      <a:pt x="1317" y="2079"/>
                      <a:pt x="1316" y="2079"/>
                    </a:cubicBezTo>
                    <a:cubicBezTo>
                      <a:pt x="1315" y="2080"/>
                      <a:pt x="1313" y="2081"/>
                      <a:pt x="1312" y="2080"/>
                    </a:cubicBezTo>
                    <a:cubicBezTo>
                      <a:pt x="1309" y="2080"/>
                      <a:pt x="1306" y="2081"/>
                      <a:pt x="1305" y="2085"/>
                    </a:cubicBezTo>
                    <a:cubicBezTo>
                      <a:pt x="1305" y="2086"/>
                      <a:pt x="1306" y="2088"/>
                      <a:pt x="1306" y="2089"/>
                    </a:cubicBezTo>
                    <a:cubicBezTo>
                      <a:pt x="1306" y="2090"/>
                      <a:pt x="1306" y="2090"/>
                      <a:pt x="1306" y="2091"/>
                    </a:cubicBezTo>
                    <a:cubicBezTo>
                      <a:pt x="1305" y="2092"/>
                      <a:pt x="1306" y="2093"/>
                      <a:pt x="1306" y="2094"/>
                    </a:cubicBezTo>
                    <a:cubicBezTo>
                      <a:pt x="1307" y="2096"/>
                      <a:pt x="1307" y="2097"/>
                      <a:pt x="1307" y="2099"/>
                    </a:cubicBezTo>
                    <a:cubicBezTo>
                      <a:pt x="1307" y="2101"/>
                      <a:pt x="1306" y="2102"/>
                      <a:pt x="1305" y="2102"/>
                    </a:cubicBezTo>
                    <a:cubicBezTo>
                      <a:pt x="1304" y="2103"/>
                      <a:pt x="1300" y="2102"/>
                      <a:pt x="1299" y="2100"/>
                    </a:cubicBezTo>
                    <a:cubicBezTo>
                      <a:pt x="1298" y="2099"/>
                      <a:pt x="1297" y="2098"/>
                      <a:pt x="1296" y="2099"/>
                    </a:cubicBezTo>
                    <a:cubicBezTo>
                      <a:pt x="1294" y="2099"/>
                      <a:pt x="1295" y="2102"/>
                      <a:pt x="1296" y="2103"/>
                    </a:cubicBezTo>
                    <a:cubicBezTo>
                      <a:pt x="1297" y="2104"/>
                      <a:pt x="1298" y="2106"/>
                      <a:pt x="1298" y="2107"/>
                    </a:cubicBezTo>
                    <a:cubicBezTo>
                      <a:pt x="1299" y="2109"/>
                      <a:pt x="1298" y="2110"/>
                      <a:pt x="1297" y="2111"/>
                    </a:cubicBezTo>
                    <a:cubicBezTo>
                      <a:pt x="1296" y="2112"/>
                      <a:pt x="1295" y="2112"/>
                      <a:pt x="1294" y="2112"/>
                    </a:cubicBezTo>
                    <a:cubicBezTo>
                      <a:pt x="1292" y="2111"/>
                      <a:pt x="1292" y="2109"/>
                      <a:pt x="1292" y="2108"/>
                    </a:cubicBezTo>
                    <a:cubicBezTo>
                      <a:pt x="1291" y="2106"/>
                      <a:pt x="1291" y="2106"/>
                      <a:pt x="1289" y="2106"/>
                    </a:cubicBezTo>
                    <a:cubicBezTo>
                      <a:pt x="1287" y="2106"/>
                      <a:pt x="1287" y="2106"/>
                      <a:pt x="1286" y="2108"/>
                    </a:cubicBezTo>
                    <a:cubicBezTo>
                      <a:pt x="1285" y="2109"/>
                      <a:pt x="1284" y="2111"/>
                      <a:pt x="1285" y="2112"/>
                    </a:cubicBezTo>
                    <a:cubicBezTo>
                      <a:pt x="1286" y="2115"/>
                      <a:pt x="1288" y="2115"/>
                      <a:pt x="1289" y="2117"/>
                    </a:cubicBezTo>
                    <a:cubicBezTo>
                      <a:pt x="1290" y="2118"/>
                      <a:pt x="1291" y="2119"/>
                      <a:pt x="1290" y="2120"/>
                    </a:cubicBezTo>
                    <a:cubicBezTo>
                      <a:pt x="1289" y="2121"/>
                      <a:pt x="1288" y="2121"/>
                      <a:pt x="1287" y="2122"/>
                    </a:cubicBezTo>
                    <a:cubicBezTo>
                      <a:pt x="1286" y="2122"/>
                      <a:pt x="1285" y="2123"/>
                      <a:pt x="1285" y="2124"/>
                    </a:cubicBezTo>
                    <a:cubicBezTo>
                      <a:pt x="1285" y="2125"/>
                      <a:pt x="1287" y="2126"/>
                      <a:pt x="1288" y="2127"/>
                    </a:cubicBezTo>
                    <a:cubicBezTo>
                      <a:pt x="1288" y="2128"/>
                      <a:pt x="1287" y="2129"/>
                      <a:pt x="1286" y="2129"/>
                    </a:cubicBezTo>
                    <a:cubicBezTo>
                      <a:pt x="1285" y="2130"/>
                      <a:pt x="1284" y="2130"/>
                      <a:pt x="1284" y="2132"/>
                    </a:cubicBezTo>
                    <a:cubicBezTo>
                      <a:pt x="1284" y="2132"/>
                      <a:pt x="1284" y="2133"/>
                      <a:pt x="1284" y="2134"/>
                    </a:cubicBezTo>
                    <a:cubicBezTo>
                      <a:pt x="1283" y="2135"/>
                      <a:pt x="1283" y="2135"/>
                      <a:pt x="1283" y="2136"/>
                    </a:cubicBezTo>
                    <a:cubicBezTo>
                      <a:pt x="1283" y="2137"/>
                      <a:pt x="1282" y="2138"/>
                      <a:pt x="1281" y="2139"/>
                    </a:cubicBezTo>
                    <a:cubicBezTo>
                      <a:pt x="1281" y="2139"/>
                      <a:pt x="1281" y="2139"/>
                      <a:pt x="1280" y="2139"/>
                    </a:cubicBezTo>
                    <a:cubicBezTo>
                      <a:pt x="1280" y="2139"/>
                      <a:pt x="1279" y="2140"/>
                      <a:pt x="1279" y="2140"/>
                    </a:cubicBezTo>
                    <a:cubicBezTo>
                      <a:pt x="1279" y="2140"/>
                      <a:pt x="1278" y="2140"/>
                      <a:pt x="1278" y="2140"/>
                    </a:cubicBezTo>
                    <a:cubicBezTo>
                      <a:pt x="1277" y="2140"/>
                      <a:pt x="1277" y="2140"/>
                      <a:pt x="1276" y="2140"/>
                    </a:cubicBezTo>
                    <a:cubicBezTo>
                      <a:pt x="1276" y="2139"/>
                      <a:pt x="1275" y="2139"/>
                      <a:pt x="1275" y="2138"/>
                    </a:cubicBezTo>
                    <a:cubicBezTo>
                      <a:pt x="1275" y="2138"/>
                      <a:pt x="1274" y="2138"/>
                      <a:pt x="1274" y="2137"/>
                    </a:cubicBezTo>
                    <a:cubicBezTo>
                      <a:pt x="1273" y="2137"/>
                      <a:pt x="1273" y="2136"/>
                      <a:pt x="1273" y="2136"/>
                    </a:cubicBezTo>
                    <a:cubicBezTo>
                      <a:pt x="1272" y="2136"/>
                      <a:pt x="1271" y="2136"/>
                      <a:pt x="1270" y="2136"/>
                    </a:cubicBezTo>
                    <a:cubicBezTo>
                      <a:pt x="1270" y="2136"/>
                      <a:pt x="1269" y="2136"/>
                      <a:pt x="1268" y="2137"/>
                    </a:cubicBezTo>
                    <a:cubicBezTo>
                      <a:pt x="1267" y="2139"/>
                      <a:pt x="1268" y="2141"/>
                      <a:pt x="1265" y="2141"/>
                    </a:cubicBezTo>
                    <a:cubicBezTo>
                      <a:pt x="1264" y="2142"/>
                      <a:pt x="1263" y="2142"/>
                      <a:pt x="1263" y="2143"/>
                    </a:cubicBezTo>
                    <a:cubicBezTo>
                      <a:pt x="1263" y="2144"/>
                      <a:pt x="1265" y="2145"/>
                      <a:pt x="1266" y="2145"/>
                    </a:cubicBezTo>
                    <a:cubicBezTo>
                      <a:pt x="1269" y="2147"/>
                      <a:pt x="1266" y="2149"/>
                      <a:pt x="1263" y="2148"/>
                    </a:cubicBezTo>
                    <a:cubicBezTo>
                      <a:pt x="1262" y="2148"/>
                      <a:pt x="1261" y="2148"/>
                      <a:pt x="1260" y="2148"/>
                    </a:cubicBezTo>
                    <a:cubicBezTo>
                      <a:pt x="1257" y="2147"/>
                      <a:pt x="1254" y="2146"/>
                      <a:pt x="1252" y="2145"/>
                    </a:cubicBezTo>
                    <a:cubicBezTo>
                      <a:pt x="1248" y="2143"/>
                      <a:pt x="1245" y="2140"/>
                      <a:pt x="1242" y="2137"/>
                    </a:cubicBezTo>
                    <a:cubicBezTo>
                      <a:pt x="1240" y="2135"/>
                      <a:pt x="1237" y="2133"/>
                      <a:pt x="1235" y="2131"/>
                    </a:cubicBezTo>
                    <a:cubicBezTo>
                      <a:pt x="1233" y="2129"/>
                      <a:pt x="1232" y="2127"/>
                      <a:pt x="1230" y="2126"/>
                    </a:cubicBezTo>
                    <a:cubicBezTo>
                      <a:pt x="1227" y="2123"/>
                      <a:pt x="1224" y="2123"/>
                      <a:pt x="1221" y="2123"/>
                    </a:cubicBezTo>
                    <a:cubicBezTo>
                      <a:pt x="1218" y="2123"/>
                      <a:pt x="1216" y="2122"/>
                      <a:pt x="1213" y="2123"/>
                    </a:cubicBezTo>
                    <a:cubicBezTo>
                      <a:pt x="1210" y="2123"/>
                      <a:pt x="1210" y="2126"/>
                      <a:pt x="1210" y="2129"/>
                    </a:cubicBezTo>
                    <a:cubicBezTo>
                      <a:pt x="1211" y="2131"/>
                      <a:pt x="1211" y="2135"/>
                      <a:pt x="1208" y="2134"/>
                    </a:cubicBezTo>
                    <a:cubicBezTo>
                      <a:pt x="1207" y="2134"/>
                      <a:pt x="1206" y="2133"/>
                      <a:pt x="1206" y="2133"/>
                    </a:cubicBezTo>
                    <a:cubicBezTo>
                      <a:pt x="1205" y="2133"/>
                      <a:pt x="1204" y="2135"/>
                      <a:pt x="1204" y="2135"/>
                    </a:cubicBezTo>
                    <a:cubicBezTo>
                      <a:pt x="1203" y="2137"/>
                      <a:pt x="1202" y="2142"/>
                      <a:pt x="1199" y="2142"/>
                    </a:cubicBezTo>
                    <a:cubicBezTo>
                      <a:pt x="1196" y="2141"/>
                      <a:pt x="1197" y="2137"/>
                      <a:pt x="1197" y="2136"/>
                    </a:cubicBezTo>
                    <a:cubicBezTo>
                      <a:pt x="1197" y="2132"/>
                      <a:pt x="1196" y="2130"/>
                      <a:pt x="1194" y="2127"/>
                    </a:cubicBezTo>
                    <a:cubicBezTo>
                      <a:pt x="1192" y="2126"/>
                      <a:pt x="1191" y="2125"/>
                      <a:pt x="1190" y="2124"/>
                    </a:cubicBezTo>
                    <a:cubicBezTo>
                      <a:pt x="1189" y="2124"/>
                      <a:pt x="1188" y="2123"/>
                      <a:pt x="1187" y="2122"/>
                    </a:cubicBezTo>
                    <a:cubicBezTo>
                      <a:pt x="1185" y="2122"/>
                      <a:pt x="1184" y="2124"/>
                      <a:pt x="1184" y="2126"/>
                    </a:cubicBezTo>
                    <a:cubicBezTo>
                      <a:pt x="1184" y="2129"/>
                      <a:pt x="1189" y="2131"/>
                      <a:pt x="1191" y="2133"/>
                    </a:cubicBezTo>
                    <a:cubicBezTo>
                      <a:pt x="1193" y="2136"/>
                      <a:pt x="1193" y="2139"/>
                      <a:pt x="1194" y="2142"/>
                    </a:cubicBezTo>
                    <a:cubicBezTo>
                      <a:pt x="1195" y="2145"/>
                      <a:pt x="1199" y="2147"/>
                      <a:pt x="1202" y="2146"/>
                    </a:cubicBezTo>
                    <a:cubicBezTo>
                      <a:pt x="1205" y="2146"/>
                      <a:pt x="1207" y="2143"/>
                      <a:pt x="1210" y="2142"/>
                    </a:cubicBezTo>
                    <a:cubicBezTo>
                      <a:pt x="1212" y="2141"/>
                      <a:pt x="1215" y="2143"/>
                      <a:pt x="1217" y="2143"/>
                    </a:cubicBezTo>
                    <a:cubicBezTo>
                      <a:pt x="1219" y="2143"/>
                      <a:pt x="1222" y="2143"/>
                      <a:pt x="1224" y="2142"/>
                    </a:cubicBezTo>
                    <a:cubicBezTo>
                      <a:pt x="1226" y="2140"/>
                      <a:pt x="1228" y="2138"/>
                      <a:pt x="1231" y="2139"/>
                    </a:cubicBezTo>
                    <a:cubicBezTo>
                      <a:pt x="1235" y="2140"/>
                      <a:pt x="1231" y="2145"/>
                      <a:pt x="1229" y="2147"/>
                    </a:cubicBezTo>
                    <a:cubicBezTo>
                      <a:pt x="1228" y="2148"/>
                      <a:pt x="1227" y="2149"/>
                      <a:pt x="1227" y="2150"/>
                    </a:cubicBezTo>
                    <a:cubicBezTo>
                      <a:pt x="1227" y="2152"/>
                      <a:pt x="1229" y="2153"/>
                      <a:pt x="1229" y="2154"/>
                    </a:cubicBezTo>
                    <a:cubicBezTo>
                      <a:pt x="1230" y="2155"/>
                      <a:pt x="1230" y="2156"/>
                      <a:pt x="1229" y="2157"/>
                    </a:cubicBezTo>
                    <a:cubicBezTo>
                      <a:pt x="1227" y="2158"/>
                      <a:pt x="1225" y="2157"/>
                      <a:pt x="1224" y="2156"/>
                    </a:cubicBezTo>
                    <a:cubicBezTo>
                      <a:pt x="1221" y="2155"/>
                      <a:pt x="1220" y="2150"/>
                      <a:pt x="1216" y="2149"/>
                    </a:cubicBezTo>
                    <a:cubicBezTo>
                      <a:pt x="1214" y="2149"/>
                      <a:pt x="1209" y="2149"/>
                      <a:pt x="1207" y="2151"/>
                    </a:cubicBezTo>
                    <a:cubicBezTo>
                      <a:pt x="1205" y="2154"/>
                      <a:pt x="1206" y="2159"/>
                      <a:pt x="1208" y="2162"/>
                    </a:cubicBezTo>
                    <a:cubicBezTo>
                      <a:pt x="1211" y="2166"/>
                      <a:pt x="1216" y="2166"/>
                      <a:pt x="1219" y="2168"/>
                    </a:cubicBezTo>
                    <a:cubicBezTo>
                      <a:pt x="1222" y="2170"/>
                      <a:pt x="1223" y="2173"/>
                      <a:pt x="1223" y="2176"/>
                    </a:cubicBezTo>
                    <a:cubicBezTo>
                      <a:pt x="1224" y="2179"/>
                      <a:pt x="1224" y="2181"/>
                      <a:pt x="1221" y="2183"/>
                    </a:cubicBezTo>
                    <a:cubicBezTo>
                      <a:pt x="1218" y="2186"/>
                      <a:pt x="1216" y="2183"/>
                      <a:pt x="1214" y="2180"/>
                    </a:cubicBezTo>
                    <a:cubicBezTo>
                      <a:pt x="1213" y="2177"/>
                      <a:pt x="1212" y="2173"/>
                      <a:pt x="1208" y="2174"/>
                    </a:cubicBezTo>
                    <a:cubicBezTo>
                      <a:pt x="1205" y="2174"/>
                      <a:pt x="1202" y="2177"/>
                      <a:pt x="1201" y="2179"/>
                    </a:cubicBezTo>
                    <a:cubicBezTo>
                      <a:pt x="1201" y="2181"/>
                      <a:pt x="1200" y="2183"/>
                      <a:pt x="1200" y="2185"/>
                    </a:cubicBezTo>
                    <a:cubicBezTo>
                      <a:pt x="1200" y="2186"/>
                      <a:pt x="1201" y="2188"/>
                      <a:pt x="1200" y="2189"/>
                    </a:cubicBezTo>
                    <a:cubicBezTo>
                      <a:pt x="1199" y="2191"/>
                      <a:pt x="1195" y="2188"/>
                      <a:pt x="1195" y="2186"/>
                    </a:cubicBezTo>
                    <a:cubicBezTo>
                      <a:pt x="1194" y="2184"/>
                      <a:pt x="1198" y="2181"/>
                      <a:pt x="1198" y="2178"/>
                    </a:cubicBezTo>
                    <a:cubicBezTo>
                      <a:pt x="1199" y="2176"/>
                      <a:pt x="1196" y="2172"/>
                      <a:pt x="1194" y="2175"/>
                    </a:cubicBezTo>
                    <a:cubicBezTo>
                      <a:pt x="1193" y="2177"/>
                      <a:pt x="1193" y="2180"/>
                      <a:pt x="1191" y="2179"/>
                    </a:cubicBezTo>
                    <a:cubicBezTo>
                      <a:pt x="1188" y="2178"/>
                      <a:pt x="1186" y="2177"/>
                      <a:pt x="1184" y="2179"/>
                    </a:cubicBezTo>
                    <a:cubicBezTo>
                      <a:pt x="1183" y="2180"/>
                      <a:pt x="1182" y="2180"/>
                      <a:pt x="1181" y="2181"/>
                    </a:cubicBezTo>
                    <a:cubicBezTo>
                      <a:pt x="1180" y="2181"/>
                      <a:pt x="1178" y="2181"/>
                      <a:pt x="1177" y="2182"/>
                    </a:cubicBezTo>
                    <a:cubicBezTo>
                      <a:pt x="1174" y="2183"/>
                      <a:pt x="1176" y="2187"/>
                      <a:pt x="1176" y="2189"/>
                    </a:cubicBezTo>
                    <a:cubicBezTo>
                      <a:pt x="1176" y="2192"/>
                      <a:pt x="1173" y="2193"/>
                      <a:pt x="1171" y="2194"/>
                    </a:cubicBezTo>
                    <a:cubicBezTo>
                      <a:pt x="1169" y="2195"/>
                      <a:pt x="1166" y="2196"/>
                      <a:pt x="1164" y="2195"/>
                    </a:cubicBezTo>
                    <a:cubicBezTo>
                      <a:pt x="1161" y="2195"/>
                      <a:pt x="1159" y="2194"/>
                      <a:pt x="1157" y="2195"/>
                    </a:cubicBezTo>
                    <a:cubicBezTo>
                      <a:pt x="1157" y="2197"/>
                      <a:pt x="1158" y="2198"/>
                      <a:pt x="1161" y="2199"/>
                    </a:cubicBezTo>
                    <a:cubicBezTo>
                      <a:pt x="1163" y="2200"/>
                      <a:pt x="1163" y="2202"/>
                      <a:pt x="1163" y="2204"/>
                    </a:cubicBezTo>
                    <a:cubicBezTo>
                      <a:pt x="1163" y="2207"/>
                      <a:pt x="1164" y="2210"/>
                      <a:pt x="1167" y="2210"/>
                    </a:cubicBezTo>
                    <a:cubicBezTo>
                      <a:pt x="1169" y="2211"/>
                      <a:pt x="1170" y="2209"/>
                      <a:pt x="1170" y="2207"/>
                    </a:cubicBezTo>
                    <a:cubicBezTo>
                      <a:pt x="1170" y="2205"/>
                      <a:pt x="1171" y="2202"/>
                      <a:pt x="1174" y="2202"/>
                    </a:cubicBezTo>
                    <a:cubicBezTo>
                      <a:pt x="1176" y="2201"/>
                      <a:pt x="1178" y="2202"/>
                      <a:pt x="1180" y="2203"/>
                    </a:cubicBezTo>
                    <a:cubicBezTo>
                      <a:pt x="1181" y="2204"/>
                      <a:pt x="1180" y="2206"/>
                      <a:pt x="1179" y="2207"/>
                    </a:cubicBezTo>
                    <a:cubicBezTo>
                      <a:pt x="1178" y="2209"/>
                      <a:pt x="1178" y="2212"/>
                      <a:pt x="1180" y="2211"/>
                    </a:cubicBezTo>
                    <a:cubicBezTo>
                      <a:pt x="1183" y="2211"/>
                      <a:pt x="1186" y="2208"/>
                      <a:pt x="1189" y="2208"/>
                    </a:cubicBezTo>
                    <a:cubicBezTo>
                      <a:pt x="1191" y="2209"/>
                      <a:pt x="1192" y="2211"/>
                      <a:pt x="1191" y="2212"/>
                    </a:cubicBezTo>
                    <a:cubicBezTo>
                      <a:pt x="1190" y="2215"/>
                      <a:pt x="1187" y="2216"/>
                      <a:pt x="1185" y="2216"/>
                    </a:cubicBezTo>
                    <a:cubicBezTo>
                      <a:pt x="1183" y="2217"/>
                      <a:pt x="1181" y="2216"/>
                      <a:pt x="1179" y="2217"/>
                    </a:cubicBezTo>
                    <a:cubicBezTo>
                      <a:pt x="1175" y="2218"/>
                      <a:pt x="1178" y="2223"/>
                      <a:pt x="1177" y="2225"/>
                    </a:cubicBezTo>
                    <a:cubicBezTo>
                      <a:pt x="1175" y="2227"/>
                      <a:pt x="1174" y="2228"/>
                      <a:pt x="1172" y="2230"/>
                    </a:cubicBezTo>
                    <a:cubicBezTo>
                      <a:pt x="1171" y="2231"/>
                      <a:pt x="1169" y="2233"/>
                      <a:pt x="1167" y="2233"/>
                    </a:cubicBezTo>
                    <a:cubicBezTo>
                      <a:pt x="1165" y="2232"/>
                      <a:pt x="1164" y="2231"/>
                      <a:pt x="1162" y="2231"/>
                    </a:cubicBezTo>
                    <a:cubicBezTo>
                      <a:pt x="1160" y="2232"/>
                      <a:pt x="1159" y="2234"/>
                      <a:pt x="1160" y="2235"/>
                    </a:cubicBezTo>
                    <a:cubicBezTo>
                      <a:pt x="1161" y="2236"/>
                      <a:pt x="1164" y="2237"/>
                      <a:pt x="1163" y="2239"/>
                    </a:cubicBezTo>
                    <a:cubicBezTo>
                      <a:pt x="1162" y="2241"/>
                      <a:pt x="1159" y="2243"/>
                      <a:pt x="1158" y="2244"/>
                    </a:cubicBezTo>
                    <a:cubicBezTo>
                      <a:pt x="1158" y="2245"/>
                      <a:pt x="1160" y="2245"/>
                      <a:pt x="1161" y="2245"/>
                    </a:cubicBezTo>
                    <a:cubicBezTo>
                      <a:pt x="1162" y="2244"/>
                      <a:pt x="1163" y="2243"/>
                      <a:pt x="1164" y="2243"/>
                    </a:cubicBezTo>
                    <a:cubicBezTo>
                      <a:pt x="1165" y="2241"/>
                      <a:pt x="1166" y="2240"/>
                      <a:pt x="1167" y="2239"/>
                    </a:cubicBezTo>
                    <a:cubicBezTo>
                      <a:pt x="1168" y="2239"/>
                      <a:pt x="1169" y="2238"/>
                      <a:pt x="1170" y="2237"/>
                    </a:cubicBezTo>
                    <a:cubicBezTo>
                      <a:pt x="1173" y="2236"/>
                      <a:pt x="1177" y="2235"/>
                      <a:pt x="1180" y="2233"/>
                    </a:cubicBezTo>
                    <a:cubicBezTo>
                      <a:pt x="1181" y="2231"/>
                      <a:pt x="1182" y="2230"/>
                      <a:pt x="1183" y="2229"/>
                    </a:cubicBezTo>
                    <a:cubicBezTo>
                      <a:pt x="1183" y="2227"/>
                      <a:pt x="1185" y="2225"/>
                      <a:pt x="1186" y="2224"/>
                    </a:cubicBezTo>
                    <a:cubicBezTo>
                      <a:pt x="1188" y="2221"/>
                      <a:pt x="1191" y="2219"/>
                      <a:pt x="1195" y="2218"/>
                    </a:cubicBezTo>
                    <a:cubicBezTo>
                      <a:pt x="1197" y="2219"/>
                      <a:pt x="1199" y="2219"/>
                      <a:pt x="1201" y="2219"/>
                    </a:cubicBezTo>
                    <a:cubicBezTo>
                      <a:pt x="1202" y="2218"/>
                      <a:pt x="1203" y="2217"/>
                      <a:pt x="1203" y="2215"/>
                    </a:cubicBezTo>
                    <a:cubicBezTo>
                      <a:pt x="1205" y="2212"/>
                      <a:pt x="1208" y="2219"/>
                      <a:pt x="1211" y="2219"/>
                    </a:cubicBezTo>
                    <a:cubicBezTo>
                      <a:pt x="1212" y="2219"/>
                      <a:pt x="1214" y="2218"/>
                      <a:pt x="1214" y="2216"/>
                    </a:cubicBezTo>
                    <a:cubicBezTo>
                      <a:pt x="1214" y="2215"/>
                      <a:pt x="1213" y="2213"/>
                      <a:pt x="1214" y="2212"/>
                    </a:cubicBezTo>
                    <a:cubicBezTo>
                      <a:pt x="1217" y="2209"/>
                      <a:pt x="1220" y="2216"/>
                      <a:pt x="1224" y="2215"/>
                    </a:cubicBezTo>
                    <a:cubicBezTo>
                      <a:pt x="1228" y="2213"/>
                      <a:pt x="1221" y="2208"/>
                      <a:pt x="1225" y="2206"/>
                    </a:cubicBezTo>
                    <a:cubicBezTo>
                      <a:pt x="1229" y="2205"/>
                      <a:pt x="1232" y="2212"/>
                      <a:pt x="1234" y="2214"/>
                    </a:cubicBezTo>
                    <a:cubicBezTo>
                      <a:pt x="1235" y="2216"/>
                      <a:pt x="1237" y="2217"/>
                      <a:pt x="1238" y="2217"/>
                    </a:cubicBezTo>
                    <a:cubicBezTo>
                      <a:pt x="1240" y="2218"/>
                      <a:pt x="1242" y="2217"/>
                      <a:pt x="1243" y="2217"/>
                    </a:cubicBezTo>
                    <a:cubicBezTo>
                      <a:pt x="1245" y="2217"/>
                      <a:pt x="1246" y="2220"/>
                      <a:pt x="1248" y="2221"/>
                    </a:cubicBezTo>
                    <a:cubicBezTo>
                      <a:pt x="1249" y="2223"/>
                      <a:pt x="1250" y="2225"/>
                      <a:pt x="1252" y="2226"/>
                    </a:cubicBezTo>
                    <a:cubicBezTo>
                      <a:pt x="1255" y="2229"/>
                      <a:pt x="1259" y="2234"/>
                      <a:pt x="1258" y="2238"/>
                    </a:cubicBezTo>
                    <a:cubicBezTo>
                      <a:pt x="1258" y="2240"/>
                      <a:pt x="1257" y="2242"/>
                      <a:pt x="1256" y="2243"/>
                    </a:cubicBezTo>
                    <a:cubicBezTo>
                      <a:pt x="1255" y="2244"/>
                      <a:pt x="1254" y="2245"/>
                      <a:pt x="1254" y="2245"/>
                    </a:cubicBezTo>
                    <a:cubicBezTo>
                      <a:pt x="1254" y="2246"/>
                      <a:pt x="1254" y="2247"/>
                      <a:pt x="1254" y="2247"/>
                    </a:cubicBezTo>
                    <a:cubicBezTo>
                      <a:pt x="1254" y="2249"/>
                      <a:pt x="1254" y="2251"/>
                      <a:pt x="1255" y="2253"/>
                    </a:cubicBezTo>
                    <a:cubicBezTo>
                      <a:pt x="1256" y="2254"/>
                      <a:pt x="1257" y="2255"/>
                      <a:pt x="1257" y="2257"/>
                    </a:cubicBezTo>
                    <a:cubicBezTo>
                      <a:pt x="1258" y="2261"/>
                      <a:pt x="1260" y="2264"/>
                      <a:pt x="1262" y="2267"/>
                    </a:cubicBezTo>
                    <a:cubicBezTo>
                      <a:pt x="1262" y="2268"/>
                      <a:pt x="1262" y="2268"/>
                      <a:pt x="1262" y="2268"/>
                    </a:cubicBezTo>
                    <a:cubicBezTo>
                      <a:pt x="1263" y="2263"/>
                      <a:pt x="1263" y="2263"/>
                      <a:pt x="1263" y="2263"/>
                    </a:cubicBezTo>
                    <a:cubicBezTo>
                      <a:pt x="1325" y="2196"/>
                      <a:pt x="1325" y="2196"/>
                      <a:pt x="1325" y="2196"/>
                    </a:cubicBezTo>
                    <a:cubicBezTo>
                      <a:pt x="1332" y="2171"/>
                      <a:pt x="1332" y="2171"/>
                      <a:pt x="1332" y="2171"/>
                    </a:cubicBezTo>
                    <a:cubicBezTo>
                      <a:pt x="1340" y="2151"/>
                      <a:pt x="1340" y="2151"/>
                      <a:pt x="1340" y="2151"/>
                    </a:cubicBezTo>
                    <a:cubicBezTo>
                      <a:pt x="1387" y="2070"/>
                      <a:pt x="1387" y="2070"/>
                      <a:pt x="1387" y="2070"/>
                    </a:cubicBezTo>
                    <a:cubicBezTo>
                      <a:pt x="1422" y="2010"/>
                      <a:pt x="1422" y="2010"/>
                      <a:pt x="1422" y="2010"/>
                    </a:cubicBezTo>
                    <a:cubicBezTo>
                      <a:pt x="1429" y="1998"/>
                      <a:pt x="1429" y="1998"/>
                      <a:pt x="1429" y="1998"/>
                    </a:cubicBezTo>
                    <a:cubicBezTo>
                      <a:pt x="1439" y="1949"/>
                      <a:pt x="1439" y="1949"/>
                      <a:pt x="1439" y="1949"/>
                    </a:cubicBezTo>
                    <a:cubicBezTo>
                      <a:pt x="1498" y="1877"/>
                      <a:pt x="1498" y="1877"/>
                      <a:pt x="1498" y="1877"/>
                    </a:cubicBezTo>
                    <a:cubicBezTo>
                      <a:pt x="1485" y="1799"/>
                      <a:pt x="1485" y="1799"/>
                      <a:pt x="1485" y="1799"/>
                    </a:cubicBezTo>
                    <a:lnTo>
                      <a:pt x="1510" y="1742"/>
                    </a:lnTo>
                    <a:close/>
                    <a:moveTo>
                      <a:pt x="741" y="322"/>
                    </a:moveTo>
                    <a:cubicBezTo>
                      <a:pt x="738" y="322"/>
                      <a:pt x="736" y="321"/>
                      <a:pt x="733" y="320"/>
                    </a:cubicBezTo>
                    <a:cubicBezTo>
                      <a:pt x="731" y="320"/>
                      <a:pt x="728" y="321"/>
                      <a:pt x="726" y="322"/>
                    </a:cubicBezTo>
                    <a:cubicBezTo>
                      <a:pt x="723" y="323"/>
                      <a:pt x="719" y="323"/>
                      <a:pt x="716" y="324"/>
                    </a:cubicBezTo>
                    <a:cubicBezTo>
                      <a:pt x="710" y="327"/>
                      <a:pt x="715" y="335"/>
                      <a:pt x="720" y="336"/>
                    </a:cubicBezTo>
                    <a:cubicBezTo>
                      <a:pt x="723" y="336"/>
                      <a:pt x="726" y="334"/>
                      <a:pt x="728" y="331"/>
                    </a:cubicBezTo>
                    <a:cubicBezTo>
                      <a:pt x="729" y="331"/>
                      <a:pt x="731" y="327"/>
                      <a:pt x="733" y="328"/>
                    </a:cubicBezTo>
                    <a:cubicBezTo>
                      <a:pt x="735" y="329"/>
                      <a:pt x="733" y="334"/>
                      <a:pt x="733" y="335"/>
                    </a:cubicBezTo>
                    <a:cubicBezTo>
                      <a:pt x="732" y="338"/>
                      <a:pt x="730" y="341"/>
                      <a:pt x="728" y="343"/>
                    </a:cubicBezTo>
                    <a:cubicBezTo>
                      <a:pt x="726" y="346"/>
                      <a:pt x="723" y="348"/>
                      <a:pt x="721" y="351"/>
                    </a:cubicBezTo>
                    <a:cubicBezTo>
                      <a:pt x="719" y="353"/>
                      <a:pt x="716" y="356"/>
                      <a:pt x="713" y="356"/>
                    </a:cubicBezTo>
                    <a:cubicBezTo>
                      <a:pt x="710" y="357"/>
                      <a:pt x="712" y="353"/>
                      <a:pt x="712" y="351"/>
                    </a:cubicBezTo>
                    <a:cubicBezTo>
                      <a:pt x="714" y="348"/>
                      <a:pt x="716" y="344"/>
                      <a:pt x="716" y="340"/>
                    </a:cubicBezTo>
                    <a:cubicBezTo>
                      <a:pt x="715" y="332"/>
                      <a:pt x="702" y="337"/>
                      <a:pt x="700" y="342"/>
                    </a:cubicBezTo>
                    <a:cubicBezTo>
                      <a:pt x="697" y="347"/>
                      <a:pt x="704" y="355"/>
                      <a:pt x="696" y="358"/>
                    </a:cubicBezTo>
                    <a:cubicBezTo>
                      <a:pt x="692" y="360"/>
                      <a:pt x="687" y="360"/>
                      <a:pt x="683" y="360"/>
                    </a:cubicBezTo>
                    <a:cubicBezTo>
                      <a:pt x="681" y="360"/>
                      <a:pt x="677" y="360"/>
                      <a:pt x="677" y="358"/>
                    </a:cubicBezTo>
                    <a:cubicBezTo>
                      <a:pt x="677" y="355"/>
                      <a:pt x="680" y="352"/>
                      <a:pt x="681" y="350"/>
                    </a:cubicBezTo>
                    <a:cubicBezTo>
                      <a:pt x="683" y="347"/>
                      <a:pt x="684" y="344"/>
                      <a:pt x="685" y="340"/>
                    </a:cubicBezTo>
                    <a:cubicBezTo>
                      <a:pt x="685" y="333"/>
                      <a:pt x="677" y="336"/>
                      <a:pt x="672" y="336"/>
                    </a:cubicBezTo>
                    <a:cubicBezTo>
                      <a:pt x="670" y="336"/>
                      <a:pt x="667" y="337"/>
                      <a:pt x="665" y="335"/>
                    </a:cubicBezTo>
                    <a:cubicBezTo>
                      <a:pt x="663" y="334"/>
                      <a:pt x="661" y="332"/>
                      <a:pt x="659" y="331"/>
                    </a:cubicBezTo>
                    <a:cubicBezTo>
                      <a:pt x="654" y="327"/>
                      <a:pt x="649" y="328"/>
                      <a:pt x="644" y="331"/>
                    </a:cubicBezTo>
                    <a:cubicBezTo>
                      <a:pt x="643" y="332"/>
                      <a:pt x="641" y="334"/>
                      <a:pt x="639" y="333"/>
                    </a:cubicBezTo>
                    <a:cubicBezTo>
                      <a:pt x="637" y="333"/>
                      <a:pt x="634" y="332"/>
                      <a:pt x="633" y="330"/>
                    </a:cubicBezTo>
                    <a:cubicBezTo>
                      <a:pt x="628" y="325"/>
                      <a:pt x="634" y="321"/>
                      <a:pt x="638" y="318"/>
                    </a:cubicBezTo>
                    <a:cubicBezTo>
                      <a:pt x="644" y="314"/>
                      <a:pt x="648" y="307"/>
                      <a:pt x="654" y="303"/>
                    </a:cubicBezTo>
                    <a:cubicBezTo>
                      <a:pt x="659" y="299"/>
                      <a:pt x="664" y="296"/>
                      <a:pt x="666" y="289"/>
                    </a:cubicBezTo>
                    <a:cubicBezTo>
                      <a:pt x="668" y="282"/>
                      <a:pt x="670" y="275"/>
                      <a:pt x="676" y="270"/>
                    </a:cubicBezTo>
                    <a:cubicBezTo>
                      <a:pt x="677" y="269"/>
                      <a:pt x="679" y="268"/>
                      <a:pt x="680" y="267"/>
                    </a:cubicBezTo>
                    <a:cubicBezTo>
                      <a:pt x="681" y="267"/>
                      <a:pt x="683" y="266"/>
                      <a:pt x="684" y="266"/>
                    </a:cubicBezTo>
                    <a:cubicBezTo>
                      <a:pt x="685" y="265"/>
                      <a:pt x="685" y="263"/>
                      <a:pt x="686" y="261"/>
                    </a:cubicBezTo>
                    <a:cubicBezTo>
                      <a:pt x="687" y="259"/>
                      <a:pt x="687" y="257"/>
                      <a:pt x="688" y="255"/>
                    </a:cubicBezTo>
                    <a:cubicBezTo>
                      <a:pt x="688" y="253"/>
                      <a:pt x="690" y="251"/>
                      <a:pt x="691" y="250"/>
                    </a:cubicBezTo>
                    <a:cubicBezTo>
                      <a:pt x="692" y="248"/>
                      <a:pt x="693" y="246"/>
                      <a:pt x="694" y="245"/>
                    </a:cubicBezTo>
                    <a:cubicBezTo>
                      <a:pt x="696" y="244"/>
                      <a:pt x="697" y="244"/>
                      <a:pt x="699" y="245"/>
                    </a:cubicBezTo>
                    <a:cubicBezTo>
                      <a:pt x="701" y="246"/>
                      <a:pt x="703" y="246"/>
                      <a:pt x="704" y="247"/>
                    </a:cubicBezTo>
                    <a:cubicBezTo>
                      <a:pt x="706" y="247"/>
                      <a:pt x="709" y="248"/>
                      <a:pt x="711" y="248"/>
                    </a:cubicBezTo>
                    <a:cubicBezTo>
                      <a:pt x="714" y="248"/>
                      <a:pt x="715" y="247"/>
                      <a:pt x="716" y="245"/>
                    </a:cubicBezTo>
                    <a:cubicBezTo>
                      <a:pt x="717" y="243"/>
                      <a:pt x="718" y="242"/>
                      <a:pt x="720" y="241"/>
                    </a:cubicBezTo>
                    <a:cubicBezTo>
                      <a:pt x="721" y="240"/>
                      <a:pt x="723" y="240"/>
                      <a:pt x="724" y="239"/>
                    </a:cubicBezTo>
                    <a:cubicBezTo>
                      <a:pt x="726" y="237"/>
                      <a:pt x="728" y="234"/>
                      <a:pt x="728" y="232"/>
                    </a:cubicBezTo>
                    <a:cubicBezTo>
                      <a:pt x="728" y="231"/>
                      <a:pt x="728" y="230"/>
                      <a:pt x="728" y="229"/>
                    </a:cubicBezTo>
                    <a:cubicBezTo>
                      <a:pt x="728" y="228"/>
                      <a:pt x="727" y="227"/>
                      <a:pt x="726" y="226"/>
                    </a:cubicBezTo>
                    <a:cubicBezTo>
                      <a:pt x="726" y="222"/>
                      <a:pt x="725" y="218"/>
                      <a:pt x="728" y="214"/>
                    </a:cubicBezTo>
                    <a:cubicBezTo>
                      <a:pt x="730" y="211"/>
                      <a:pt x="732" y="209"/>
                      <a:pt x="734" y="207"/>
                    </a:cubicBezTo>
                    <a:cubicBezTo>
                      <a:pt x="735" y="204"/>
                      <a:pt x="737" y="201"/>
                      <a:pt x="738" y="198"/>
                    </a:cubicBezTo>
                    <a:cubicBezTo>
                      <a:pt x="741" y="194"/>
                      <a:pt x="744" y="191"/>
                      <a:pt x="748" y="188"/>
                    </a:cubicBezTo>
                    <a:cubicBezTo>
                      <a:pt x="749" y="186"/>
                      <a:pt x="751" y="183"/>
                      <a:pt x="753" y="183"/>
                    </a:cubicBezTo>
                    <a:cubicBezTo>
                      <a:pt x="756" y="183"/>
                      <a:pt x="754" y="187"/>
                      <a:pt x="754" y="188"/>
                    </a:cubicBezTo>
                    <a:cubicBezTo>
                      <a:pt x="750" y="196"/>
                      <a:pt x="742" y="202"/>
                      <a:pt x="742" y="212"/>
                    </a:cubicBezTo>
                    <a:cubicBezTo>
                      <a:pt x="742" y="212"/>
                      <a:pt x="743" y="212"/>
                      <a:pt x="744" y="212"/>
                    </a:cubicBezTo>
                    <a:cubicBezTo>
                      <a:pt x="745" y="212"/>
                      <a:pt x="746" y="211"/>
                      <a:pt x="746" y="211"/>
                    </a:cubicBezTo>
                    <a:cubicBezTo>
                      <a:pt x="747" y="214"/>
                      <a:pt x="746" y="217"/>
                      <a:pt x="747" y="220"/>
                    </a:cubicBezTo>
                    <a:cubicBezTo>
                      <a:pt x="749" y="223"/>
                      <a:pt x="754" y="221"/>
                      <a:pt x="756" y="220"/>
                    </a:cubicBezTo>
                    <a:cubicBezTo>
                      <a:pt x="760" y="218"/>
                      <a:pt x="763" y="215"/>
                      <a:pt x="765" y="212"/>
                    </a:cubicBezTo>
                    <a:cubicBezTo>
                      <a:pt x="767" y="209"/>
                      <a:pt x="768" y="206"/>
                      <a:pt x="770" y="203"/>
                    </a:cubicBezTo>
                    <a:cubicBezTo>
                      <a:pt x="771" y="201"/>
                      <a:pt x="773" y="199"/>
                      <a:pt x="774" y="199"/>
                    </a:cubicBezTo>
                    <a:cubicBezTo>
                      <a:pt x="776" y="199"/>
                      <a:pt x="777" y="202"/>
                      <a:pt x="777" y="204"/>
                    </a:cubicBezTo>
                    <a:cubicBezTo>
                      <a:pt x="777" y="209"/>
                      <a:pt x="775" y="216"/>
                      <a:pt x="771" y="219"/>
                    </a:cubicBezTo>
                    <a:cubicBezTo>
                      <a:pt x="770" y="221"/>
                      <a:pt x="768" y="222"/>
                      <a:pt x="767" y="223"/>
                    </a:cubicBezTo>
                    <a:cubicBezTo>
                      <a:pt x="766" y="225"/>
                      <a:pt x="765" y="226"/>
                      <a:pt x="763" y="227"/>
                    </a:cubicBezTo>
                    <a:cubicBezTo>
                      <a:pt x="760" y="231"/>
                      <a:pt x="755" y="233"/>
                      <a:pt x="752" y="236"/>
                    </a:cubicBezTo>
                    <a:cubicBezTo>
                      <a:pt x="748" y="239"/>
                      <a:pt x="747" y="243"/>
                      <a:pt x="747" y="247"/>
                    </a:cubicBezTo>
                    <a:cubicBezTo>
                      <a:pt x="747" y="249"/>
                      <a:pt x="747" y="250"/>
                      <a:pt x="748" y="251"/>
                    </a:cubicBezTo>
                    <a:cubicBezTo>
                      <a:pt x="749" y="252"/>
                      <a:pt x="751" y="252"/>
                      <a:pt x="753" y="252"/>
                    </a:cubicBezTo>
                    <a:cubicBezTo>
                      <a:pt x="753" y="250"/>
                      <a:pt x="754" y="248"/>
                      <a:pt x="756" y="247"/>
                    </a:cubicBezTo>
                    <a:cubicBezTo>
                      <a:pt x="758" y="246"/>
                      <a:pt x="760" y="247"/>
                      <a:pt x="761" y="249"/>
                    </a:cubicBezTo>
                    <a:cubicBezTo>
                      <a:pt x="762" y="250"/>
                      <a:pt x="761" y="253"/>
                      <a:pt x="760" y="254"/>
                    </a:cubicBezTo>
                    <a:cubicBezTo>
                      <a:pt x="760" y="256"/>
                      <a:pt x="760" y="258"/>
                      <a:pt x="760" y="260"/>
                    </a:cubicBezTo>
                    <a:cubicBezTo>
                      <a:pt x="759" y="266"/>
                      <a:pt x="753" y="267"/>
                      <a:pt x="749" y="264"/>
                    </a:cubicBezTo>
                    <a:cubicBezTo>
                      <a:pt x="748" y="262"/>
                      <a:pt x="746" y="261"/>
                      <a:pt x="744" y="261"/>
                    </a:cubicBezTo>
                    <a:cubicBezTo>
                      <a:pt x="742" y="261"/>
                      <a:pt x="740" y="262"/>
                      <a:pt x="739" y="264"/>
                    </a:cubicBezTo>
                    <a:cubicBezTo>
                      <a:pt x="738" y="266"/>
                      <a:pt x="740" y="269"/>
                      <a:pt x="739" y="271"/>
                    </a:cubicBezTo>
                    <a:cubicBezTo>
                      <a:pt x="739" y="273"/>
                      <a:pt x="738" y="274"/>
                      <a:pt x="736" y="275"/>
                    </a:cubicBezTo>
                    <a:cubicBezTo>
                      <a:pt x="733" y="277"/>
                      <a:pt x="730" y="279"/>
                      <a:pt x="729" y="282"/>
                    </a:cubicBezTo>
                    <a:cubicBezTo>
                      <a:pt x="727" y="286"/>
                      <a:pt x="730" y="290"/>
                      <a:pt x="733" y="292"/>
                    </a:cubicBezTo>
                    <a:cubicBezTo>
                      <a:pt x="737" y="294"/>
                      <a:pt x="742" y="292"/>
                      <a:pt x="747" y="293"/>
                    </a:cubicBezTo>
                    <a:cubicBezTo>
                      <a:pt x="752" y="294"/>
                      <a:pt x="753" y="298"/>
                      <a:pt x="755" y="303"/>
                    </a:cubicBezTo>
                    <a:cubicBezTo>
                      <a:pt x="756" y="308"/>
                      <a:pt x="758" y="309"/>
                      <a:pt x="763" y="308"/>
                    </a:cubicBezTo>
                    <a:cubicBezTo>
                      <a:pt x="764" y="311"/>
                      <a:pt x="764" y="314"/>
                      <a:pt x="762" y="316"/>
                    </a:cubicBezTo>
                    <a:cubicBezTo>
                      <a:pt x="761" y="320"/>
                      <a:pt x="757" y="322"/>
                      <a:pt x="754" y="323"/>
                    </a:cubicBezTo>
                    <a:cubicBezTo>
                      <a:pt x="749" y="324"/>
                      <a:pt x="745" y="323"/>
                      <a:pt x="741" y="322"/>
                    </a:cubicBezTo>
                    <a:close/>
                    <a:moveTo>
                      <a:pt x="981" y="965"/>
                    </a:moveTo>
                    <a:cubicBezTo>
                      <a:pt x="978" y="968"/>
                      <a:pt x="975" y="971"/>
                      <a:pt x="973" y="975"/>
                    </a:cubicBezTo>
                    <a:cubicBezTo>
                      <a:pt x="970" y="979"/>
                      <a:pt x="968" y="983"/>
                      <a:pt x="964" y="987"/>
                    </a:cubicBezTo>
                    <a:cubicBezTo>
                      <a:pt x="961" y="991"/>
                      <a:pt x="958" y="994"/>
                      <a:pt x="956" y="998"/>
                    </a:cubicBezTo>
                    <a:cubicBezTo>
                      <a:pt x="954" y="1000"/>
                      <a:pt x="954" y="1003"/>
                      <a:pt x="955" y="1005"/>
                    </a:cubicBezTo>
                    <a:cubicBezTo>
                      <a:pt x="956" y="1008"/>
                      <a:pt x="956" y="1010"/>
                      <a:pt x="954" y="1013"/>
                    </a:cubicBezTo>
                    <a:cubicBezTo>
                      <a:pt x="952" y="1017"/>
                      <a:pt x="949" y="1020"/>
                      <a:pt x="945" y="1023"/>
                    </a:cubicBezTo>
                    <a:cubicBezTo>
                      <a:pt x="942" y="1025"/>
                      <a:pt x="938" y="1028"/>
                      <a:pt x="934" y="1029"/>
                    </a:cubicBezTo>
                    <a:cubicBezTo>
                      <a:pt x="929" y="1030"/>
                      <a:pt x="924" y="1029"/>
                      <a:pt x="920" y="1031"/>
                    </a:cubicBezTo>
                    <a:cubicBezTo>
                      <a:pt x="918" y="1032"/>
                      <a:pt x="917" y="1033"/>
                      <a:pt x="916" y="1035"/>
                    </a:cubicBezTo>
                    <a:cubicBezTo>
                      <a:pt x="915" y="1036"/>
                      <a:pt x="915" y="1038"/>
                      <a:pt x="914" y="1039"/>
                    </a:cubicBezTo>
                    <a:cubicBezTo>
                      <a:pt x="913" y="1039"/>
                      <a:pt x="912" y="1039"/>
                      <a:pt x="911" y="1039"/>
                    </a:cubicBezTo>
                    <a:cubicBezTo>
                      <a:pt x="910" y="1038"/>
                      <a:pt x="909" y="1039"/>
                      <a:pt x="908" y="1039"/>
                    </a:cubicBezTo>
                    <a:cubicBezTo>
                      <a:pt x="906" y="1040"/>
                      <a:pt x="904" y="1040"/>
                      <a:pt x="902" y="1041"/>
                    </a:cubicBezTo>
                    <a:cubicBezTo>
                      <a:pt x="900" y="1041"/>
                      <a:pt x="899" y="1041"/>
                      <a:pt x="898" y="1041"/>
                    </a:cubicBezTo>
                    <a:cubicBezTo>
                      <a:pt x="897" y="1040"/>
                      <a:pt x="896" y="1039"/>
                      <a:pt x="894" y="1039"/>
                    </a:cubicBezTo>
                    <a:cubicBezTo>
                      <a:pt x="893" y="1039"/>
                      <a:pt x="892" y="1037"/>
                      <a:pt x="892" y="1036"/>
                    </a:cubicBezTo>
                    <a:cubicBezTo>
                      <a:pt x="892" y="1035"/>
                      <a:pt x="892" y="1035"/>
                      <a:pt x="891" y="1034"/>
                    </a:cubicBezTo>
                    <a:cubicBezTo>
                      <a:pt x="891" y="1034"/>
                      <a:pt x="890" y="1034"/>
                      <a:pt x="889" y="1034"/>
                    </a:cubicBezTo>
                    <a:cubicBezTo>
                      <a:pt x="888" y="1033"/>
                      <a:pt x="887" y="1034"/>
                      <a:pt x="886" y="1034"/>
                    </a:cubicBezTo>
                    <a:cubicBezTo>
                      <a:pt x="885" y="1034"/>
                      <a:pt x="884" y="1034"/>
                      <a:pt x="884" y="1034"/>
                    </a:cubicBezTo>
                    <a:cubicBezTo>
                      <a:pt x="883" y="1033"/>
                      <a:pt x="883" y="1032"/>
                      <a:pt x="883" y="1032"/>
                    </a:cubicBezTo>
                    <a:cubicBezTo>
                      <a:pt x="883" y="1030"/>
                      <a:pt x="884" y="1029"/>
                      <a:pt x="885" y="1028"/>
                    </a:cubicBezTo>
                    <a:cubicBezTo>
                      <a:pt x="886" y="1027"/>
                      <a:pt x="887" y="1026"/>
                      <a:pt x="888" y="1026"/>
                    </a:cubicBezTo>
                    <a:cubicBezTo>
                      <a:pt x="890" y="1025"/>
                      <a:pt x="891" y="1027"/>
                      <a:pt x="893" y="1027"/>
                    </a:cubicBezTo>
                    <a:cubicBezTo>
                      <a:pt x="894" y="1027"/>
                      <a:pt x="896" y="1027"/>
                      <a:pt x="898" y="1027"/>
                    </a:cubicBezTo>
                    <a:cubicBezTo>
                      <a:pt x="901" y="1027"/>
                      <a:pt x="903" y="1025"/>
                      <a:pt x="904" y="1024"/>
                    </a:cubicBezTo>
                    <a:cubicBezTo>
                      <a:pt x="907" y="1021"/>
                      <a:pt x="909" y="1019"/>
                      <a:pt x="912" y="1016"/>
                    </a:cubicBezTo>
                    <a:cubicBezTo>
                      <a:pt x="914" y="1014"/>
                      <a:pt x="916" y="1011"/>
                      <a:pt x="918" y="1008"/>
                    </a:cubicBezTo>
                    <a:cubicBezTo>
                      <a:pt x="919" y="1006"/>
                      <a:pt x="919" y="1004"/>
                      <a:pt x="921" y="1003"/>
                    </a:cubicBezTo>
                    <a:cubicBezTo>
                      <a:pt x="921" y="1002"/>
                      <a:pt x="922" y="1001"/>
                      <a:pt x="923" y="1000"/>
                    </a:cubicBezTo>
                    <a:cubicBezTo>
                      <a:pt x="927" y="998"/>
                      <a:pt x="931" y="996"/>
                      <a:pt x="933" y="992"/>
                    </a:cubicBezTo>
                    <a:cubicBezTo>
                      <a:pt x="934" y="991"/>
                      <a:pt x="936" y="989"/>
                      <a:pt x="935" y="988"/>
                    </a:cubicBezTo>
                    <a:cubicBezTo>
                      <a:pt x="934" y="986"/>
                      <a:pt x="933" y="987"/>
                      <a:pt x="931" y="986"/>
                    </a:cubicBezTo>
                    <a:cubicBezTo>
                      <a:pt x="931" y="983"/>
                      <a:pt x="932" y="980"/>
                      <a:pt x="935" y="977"/>
                    </a:cubicBezTo>
                    <a:cubicBezTo>
                      <a:pt x="938" y="973"/>
                      <a:pt x="942" y="973"/>
                      <a:pt x="946" y="972"/>
                    </a:cubicBezTo>
                    <a:cubicBezTo>
                      <a:pt x="950" y="970"/>
                      <a:pt x="968" y="965"/>
                      <a:pt x="959" y="958"/>
                    </a:cubicBezTo>
                    <a:cubicBezTo>
                      <a:pt x="957" y="957"/>
                      <a:pt x="955" y="956"/>
                      <a:pt x="953" y="955"/>
                    </a:cubicBezTo>
                    <a:cubicBezTo>
                      <a:pt x="951" y="955"/>
                      <a:pt x="950" y="954"/>
                      <a:pt x="949" y="953"/>
                    </a:cubicBezTo>
                    <a:cubicBezTo>
                      <a:pt x="948" y="951"/>
                      <a:pt x="947" y="949"/>
                      <a:pt x="947" y="948"/>
                    </a:cubicBezTo>
                    <a:cubicBezTo>
                      <a:pt x="946" y="946"/>
                      <a:pt x="946" y="945"/>
                      <a:pt x="944" y="943"/>
                    </a:cubicBezTo>
                    <a:cubicBezTo>
                      <a:pt x="944" y="942"/>
                      <a:pt x="943" y="942"/>
                      <a:pt x="944" y="942"/>
                    </a:cubicBezTo>
                    <a:cubicBezTo>
                      <a:pt x="946" y="942"/>
                      <a:pt x="949" y="943"/>
                      <a:pt x="951" y="943"/>
                    </a:cubicBezTo>
                    <a:cubicBezTo>
                      <a:pt x="953" y="944"/>
                      <a:pt x="956" y="944"/>
                      <a:pt x="958" y="945"/>
                    </a:cubicBezTo>
                    <a:cubicBezTo>
                      <a:pt x="959" y="946"/>
                      <a:pt x="959" y="947"/>
                      <a:pt x="959" y="949"/>
                    </a:cubicBezTo>
                    <a:cubicBezTo>
                      <a:pt x="959" y="952"/>
                      <a:pt x="963" y="954"/>
                      <a:pt x="966" y="955"/>
                    </a:cubicBezTo>
                    <a:cubicBezTo>
                      <a:pt x="969" y="957"/>
                      <a:pt x="972" y="959"/>
                      <a:pt x="976" y="960"/>
                    </a:cubicBezTo>
                    <a:cubicBezTo>
                      <a:pt x="978" y="961"/>
                      <a:pt x="980" y="960"/>
                      <a:pt x="982" y="961"/>
                    </a:cubicBezTo>
                    <a:cubicBezTo>
                      <a:pt x="983" y="962"/>
                      <a:pt x="982" y="964"/>
                      <a:pt x="981" y="965"/>
                    </a:cubicBezTo>
                    <a:close/>
                    <a:moveTo>
                      <a:pt x="400" y="2458"/>
                    </a:moveTo>
                    <a:cubicBezTo>
                      <a:pt x="400" y="2459"/>
                      <a:pt x="400" y="2461"/>
                      <a:pt x="399" y="2462"/>
                    </a:cubicBezTo>
                    <a:cubicBezTo>
                      <a:pt x="397" y="2462"/>
                      <a:pt x="395" y="2462"/>
                      <a:pt x="394" y="2462"/>
                    </a:cubicBezTo>
                    <a:cubicBezTo>
                      <a:pt x="393" y="2462"/>
                      <a:pt x="392" y="2461"/>
                      <a:pt x="391" y="2461"/>
                    </a:cubicBezTo>
                    <a:cubicBezTo>
                      <a:pt x="391" y="2461"/>
                      <a:pt x="390" y="2460"/>
                      <a:pt x="390" y="2459"/>
                    </a:cubicBezTo>
                    <a:cubicBezTo>
                      <a:pt x="389" y="2458"/>
                      <a:pt x="387" y="2456"/>
                      <a:pt x="386" y="2454"/>
                    </a:cubicBezTo>
                    <a:cubicBezTo>
                      <a:pt x="385" y="2452"/>
                      <a:pt x="384" y="2451"/>
                      <a:pt x="383" y="2449"/>
                    </a:cubicBezTo>
                    <a:cubicBezTo>
                      <a:pt x="381" y="2448"/>
                      <a:pt x="379" y="2446"/>
                      <a:pt x="378" y="2444"/>
                    </a:cubicBezTo>
                    <a:cubicBezTo>
                      <a:pt x="376" y="2443"/>
                      <a:pt x="375" y="2442"/>
                      <a:pt x="374" y="2441"/>
                    </a:cubicBezTo>
                    <a:cubicBezTo>
                      <a:pt x="373" y="2439"/>
                      <a:pt x="371" y="2436"/>
                      <a:pt x="369" y="2434"/>
                    </a:cubicBezTo>
                    <a:cubicBezTo>
                      <a:pt x="368" y="2433"/>
                      <a:pt x="367" y="2431"/>
                      <a:pt x="365" y="2429"/>
                    </a:cubicBezTo>
                    <a:cubicBezTo>
                      <a:pt x="365" y="2428"/>
                      <a:pt x="363" y="2428"/>
                      <a:pt x="363" y="2427"/>
                    </a:cubicBezTo>
                    <a:cubicBezTo>
                      <a:pt x="362" y="2426"/>
                      <a:pt x="363" y="2424"/>
                      <a:pt x="363" y="2424"/>
                    </a:cubicBezTo>
                    <a:cubicBezTo>
                      <a:pt x="364" y="2422"/>
                      <a:pt x="364" y="2421"/>
                      <a:pt x="365" y="2419"/>
                    </a:cubicBezTo>
                    <a:cubicBezTo>
                      <a:pt x="365" y="2417"/>
                      <a:pt x="365" y="2415"/>
                      <a:pt x="365" y="2413"/>
                    </a:cubicBezTo>
                    <a:cubicBezTo>
                      <a:pt x="366" y="2411"/>
                      <a:pt x="367" y="2411"/>
                      <a:pt x="369" y="2412"/>
                    </a:cubicBezTo>
                    <a:cubicBezTo>
                      <a:pt x="371" y="2414"/>
                      <a:pt x="373" y="2417"/>
                      <a:pt x="375" y="2420"/>
                    </a:cubicBezTo>
                    <a:cubicBezTo>
                      <a:pt x="377" y="2421"/>
                      <a:pt x="379" y="2423"/>
                      <a:pt x="381" y="2424"/>
                    </a:cubicBezTo>
                    <a:cubicBezTo>
                      <a:pt x="383" y="2425"/>
                      <a:pt x="385" y="2426"/>
                      <a:pt x="387" y="2428"/>
                    </a:cubicBezTo>
                    <a:cubicBezTo>
                      <a:pt x="388" y="2429"/>
                      <a:pt x="390" y="2430"/>
                      <a:pt x="392" y="2432"/>
                    </a:cubicBezTo>
                    <a:cubicBezTo>
                      <a:pt x="393" y="2435"/>
                      <a:pt x="393" y="2438"/>
                      <a:pt x="394" y="2440"/>
                    </a:cubicBezTo>
                    <a:cubicBezTo>
                      <a:pt x="394" y="2443"/>
                      <a:pt x="395" y="2445"/>
                      <a:pt x="397" y="2447"/>
                    </a:cubicBezTo>
                    <a:cubicBezTo>
                      <a:pt x="398" y="2449"/>
                      <a:pt x="399" y="2451"/>
                      <a:pt x="400" y="2452"/>
                    </a:cubicBezTo>
                    <a:cubicBezTo>
                      <a:pt x="400" y="2454"/>
                      <a:pt x="400" y="2456"/>
                      <a:pt x="400" y="2458"/>
                    </a:cubicBezTo>
                    <a:close/>
                    <a:moveTo>
                      <a:pt x="508" y="1869"/>
                    </a:moveTo>
                    <a:cubicBezTo>
                      <a:pt x="507" y="1875"/>
                      <a:pt x="502" y="1880"/>
                      <a:pt x="497" y="1883"/>
                    </a:cubicBezTo>
                    <a:cubicBezTo>
                      <a:pt x="494" y="1884"/>
                      <a:pt x="496" y="1886"/>
                      <a:pt x="495" y="1888"/>
                    </a:cubicBezTo>
                    <a:cubicBezTo>
                      <a:pt x="495" y="1890"/>
                      <a:pt x="493" y="1890"/>
                      <a:pt x="492" y="1890"/>
                    </a:cubicBezTo>
                    <a:cubicBezTo>
                      <a:pt x="489" y="1890"/>
                      <a:pt x="488" y="1888"/>
                      <a:pt x="488" y="1885"/>
                    </a:cubicBezTo>
                    <a:cubicBezTo>
                      <a:pt x="488" y="1884"/>
                      <a:pt x="488" y="1883"/>
                      <a:pt x="488" y="1882"/>
                    </a:cubicBezTo>
                    <a:cubicBezTo>
                      <a:pt x="487" y="1881"/>
                      <a:pt x="487" y="1880"/>
                      <a:pt x="486" y="1880"/>
                    </a:cubicBezTo>
                    <a:cubicBezTo>
                      <a:pt x="485" y="1877"/>
                      <a:pt x="484" y="1875"/>
                      <a:pt x="483" y="1873"/>
                    </a:cubicBezTo>
                    <a:cubicBezTo>
                      <a:pt x="483" y="1873"/>
                      <a:pt x="483" y="1873"/>
                      <a:pt x="483" y="1873"/>
                    </a:cubicBezTo>
                    <a:cubicBezTo>
                      <a:pt x="483" y="1873"/>
                      <a:pt x="483" y="1873"/>
                      <a:pt x="483" y="1873"/>
                    </a:cubicBezTo>
                    <a:cubicBezTo>
                      <a:pt x="483" y="1873"/>
                      <a:pt x="483" y="1873"/>
                      <a:pt x="483" y="1873"/>
                    </a:cubicBezTo>
                    <a:cubicBezTo>
                      <a:pt x="482" y="1872"/>
                      <a:pt x="482" y="1871"/>
                      <a:pt x="481" y="1871"/>
                    </a:cubicBezTo>
                    <a:cubicBezTo>
                      <a:pt x="480" y="1869"/>
                      <a:pt x="478" y="1868"/>
                      <a:pt x="477" y="1866"/>
                    </a:cubicBezTo>
                    <a:cubicBezTo>
                      <a:pt x="476" y="1865"/>
                      <a:pt x="476" y="1862"/>
                      <a:pt x="476" y="1860"/>
                    </a:cubicBezTo>
                    <a:cubicBezTo>
                      <a:pt x="477" y="1859"/>
                      <a:pt x="477" y="1858"/>
                      <a:pt x="477" y="1858"/>
                    </a:cubicBezTo>
                    <a:cubicBezTo>
                      <a:pt x="477" y="1857"/>
                      <a:pt x="478" y="1856"/>
                      <a:pt x="478" y="1856"/>
                    </a:cubicBezTo>
                    <a:cubicBezTo>
                      <a:pt x="478" y="1854"/>
                      <a:pt x="478" y="1853"/>
                      <a:pt x="479" y="1852"/>
                    </a:cubicBezTo>
                    <a:cubicBezTo>
                      <a:pt x="479" y="1850"/>
                      <a:pt x="481" y="1850"/>
                      <a:pt x="482" y="1850"/>
                    </a:cubicBezTo>
                    <a:cubicBezTo>
                      <a:pt x="484" y="1851"/>
                      <a:pt x="485" y="1853"/>
                      <a:pt x="485" y="1855"/>
                    </a:cubicBezTo>
                    <a:cubicBezTo>
                      <a:pt x="485" y="1857"/>
                      <a:pt x="486" y="1859"/>
                      <a:pt x="487" y="1861"/>
                    </a:cubicBezTo>
                    <a:cubicBezTo>
                      <a:pt x="489" y="1862"/>
                      <a:pt x="491" y="1859"/>
                      <a:pt x="492" y="1858"/>
                    </a:cubicBezTo>
                    <a:cubicBezTo>
                      <a:pt x="493" y="1856"/>
                      <a:pt x="492" y="1852"/>
                      <a:pt x="491" y="1849"/>
                    </a:cubicBezTo>
                    <a:cubicBezTo>
                      <a:pt x="490" y="1846"/>
                      <a:pt x="488" y="1843"/>
                      <a:pt x="487" y="1840"/>
                    </a:cubicBezTo>
                    <a:cubicBezTo>
                      <a:pt x="487" y="1838"/>
                      <a:pt x="486" y="1835"/>
                      <a:pt x="488" y="1834"/>
                    </a:cubicBezTo>
                    <a:cubicBezTo>
                      <a:pt x="491" y="1833"/>
                      <a:pt x="493" y="1839"/>
                      <a:pt x="494" y="1841"/>
                    </a:cubicBezTo>
                    <a:cubicBezTo>
                      <a:pt x="495" y="1844"/>
                      <a:pt x="496" y="1846"/>
                      <a:pt x="499" y="1847"/>
                    </a:cubicBezTo>
                    <a:cubicBezTo>
                      <a:pt x="502" y="1848"/>
                      <a:pt x="503" y="1849"/>
                      <a:pt x="504" y="1851"/>
                    </a:cubicBezTo>
                    <a:cubicBezTo>
                      <a:pt x="506" y="1854"/>
                      <a:pt x="505" y="1857"/>
                      <a:pt x="506" y="1860"/>
                    </a:cubicBezTo>
                    <a:cubicBezTo>
                      <a:pt x="507" y="1863"/>
                      <a:pt x="509" y="1866"/>
                      <a:pt x="508" y="1869"/>
                    </a:cubicBezTo>
                    <a:close/>
                    <a:moveTo>
                      <a:pt x="579" y="2264"/>
                    </a:moveTo>
                    <a:cubicBezTo>
                      <a:pt x="578" y="2266"/>
                      <a:pt x="575" y="2267"/>
                      <a:pt x="573" y="2268"/>
                    </a:cubicBezTo>
                    <a:cubicBezTo>
                      <a:pt x="571" y="2269"/>
                      <a:pt x="569" y="2269"/>
                      <a:pt x="567" y="2270"/>
                    </a:cubicBezTo>
                    <a:cubicBezTo>
                      <a:pt x="566" y="2271"/>
                      <a:pt x="565" y="2271"/>
                      <a:pt x="564" y="2272"/>
                    </a:cubicBezTo>
                    <a:cubicBezTo>
                      <a:pt x="564" y="2273"/>
                      <a:pt x="563" y="2273"/>
                      <a:pt x="562" y="2273"/>
                    </a:cubicBezTo>
                    <a:cubicBezTo>
                      <a:pt x="559" y="2274"/>
                      <a:pt x="555" y="2275"/>
                      <a:pt x="552" y="2274"/>
                    </a:cubicBezTo>
                    <a:cubicBezTo>
                      <a:pt x="550" y="2273"/>
                      <a:pt x="549" y="2270"/>
                      <a:pt x="548" y="2267"/>
                    </a:cubicBezTo>
                    <a:cubicBezTo>
                      <a:pt x="547" y="2262"/>
                      <a:pt x="547" y="2257"/>
                      <a:pt x="542" y="2254"/>
                    </a:cubicBezTo>
                    <a:cubicBezTo>
                      <a:pt x="539" y="2252"/>
                      <a:pt x="535" y="2251"/>
                      <a:pt x="531" y="2249"/>
                    </a:cubicBezTo>
                    <a:cubicBezTo>
                      <a:pt x="530" y="2248"/>
                      <a:pt x="529" y="2247"/>
                      <a:pt x="530" y="2246"/>
                    </a:cubicBezTo>
                    <a:cubicBezTo>
                      <a:pt x="532" y="2245"/>
                      <a:pt x="534" y="2244"/>
                      <a:pt x="535" y="2243"/>
                    </a:cubicBezTo>
                    <a:cubicBezTo>
                      <a:pt x="537" y="2241"/>
                      <a:pt x="539" y="2240"/>
                      <a:pt x="539" y="2238"/>
                    </a:cubicBezTo>
                    <a:cubicBezTo>
                      <a:pt x="539" y="2235"/>
                      <a:pt x="537" y="2234"/>
                      <a:pt x="535" y="2233"/>
                    </a:cubicBezTo>
                    <a:cubicBezTo>
                      <a:pt x="533" y="2232"/>
                      <a:pt x="530" y="2231"/>
                      <a:pt x="528" y="2229"/>
                    </a:cubicBezTo>
                    <a:cubicBezTo>
                      <a:pt x="526" y="2227"/>
                      <a:pt x="527" y="2226"/>
                      <a:pt x="529" y="2226"/>
                    </a:cubicBezTo>
                    <a:cubicBezTo>
                      <a:pt x="532" y="2225"/>
                      <a:pt x="535" y="2225"/>
                      <a:pt x="538" y="2225"/>
                    </a:cubicBezTo>
                    <a:cubicBezTo>
                      <a:pt x="541" y="2225"/>
                      <a:pt x="544" y="2224"/>
                      <a:pt x="546" y="2222"/>
                    </a:cubicBezTo>
                    <a:cubicBezTo>
                      <a:pt x="548" y="2220"/>
                      <a:pt x="548" y="2217"/>
                      <a:pt x="548" y="2214"/>
                    </a:cubicBezTo>
                    <a:cubicBezTo>
                      <a:pt x="547" y="2212"/>
                      <a:pt x="547" y="2210"/>
                      <a:pt x="546" y="2208"/>
                    </a:cubicBezTo>
                    <a:cubicBezTo>
                      <a:pt x="545" y="2204"/>
                      <a:pt x="541" y="2201"/>
                      <a:pt x="542" y="2197"/>
                    </a:cubicBezTo>
                    <a:cubicBezTo>
                      <a:pt x="542" y="2195"/>
                      <a:pt x="544" y="2193"/>
                      <a:pt x="546" y="2192"/>
                    </a:cubicBezTo>
                    <a:cubicBezTo>
                      <a:pt x="548" y="2191"/>
                      <a:pt x="551" y="2191"/>
                      <a:pt x="552" y="2190"/>
                    </a:cubicBezTo>
                    <a:cubicBezTo>
                      <a:pt x="555" y="2188"/>
                      <a:pt x="551" y="2184"/>
                      <a:pt x="553" y="2181"/>
                    </a:cubicBezTo>
                    <a:cubicBezTo>
                      <a:pt x="554" y="2180"/>
                      <a:pt x="558" y="2181"/>
                      <a:pt x="559" y="2181"/>
                    </a:cubicBezTo>
                    <a:cubicBezTo>
                      <a:pt x="562" y="2183"/>
                      <a:pt x="565" y="2185"/>
                      <a:pt x="566" y="2188"/>
                    </a:cubicBezTo>
                    <a:cubicBezTo>
                      <a:pt x="569" y="2193"/>
                      <a:pt x="564" y="2198"/>
                      <a:pt x="560" y="2202"/>
                    </a:cubicBezTo>
                    <a:cubicBezTo>
                      <a:pt x="557" y="2204"/>
                      <a:pt x="551" y="2207"/>
                      <a:pt x="554" y="2212"/>
                    </a:cubicBezTo>
                    <a:cubicBezTo>
                      <a:pt x="556" y="2214"/>
                      <a:pt x="558" y="2215"/>
                      <a:pt x="560" y="2217"/>
                    </a:cubicBezTo>
                    <a:cubicBezTo>
                      <a:pt x="561" y="2218"/>
                      <a:pt x="563" y="2219"/>
                      <a:pt x="564" y="2221"/>
                    </a:cubicBezTo>
                    <a:cubicBezTo>
                      <a:pt x="564" y="2223"/>
                      <a:pt x="563" y="2225"/>
                      <a:pt x="562" y="2227"/>
                    </a:cubicBezTo>
                    <a:cubicBezTo>
                      <a:pt x="561" y="2229"/>
                      <a:pt x="561" y="2232"/>
                      <a:pt x="560" y="2234"/>
                    </a:cubicBezTo>
                    <a:cubicBezTo>
                      <a:pt x="559" y="2236"/>
                      <a:pt x="559" y="2238"/>
                      <a:pt x="558" y="2240"/>
                    </a:cubicBezTo>
                    <a:cubicBezTo>
                      <a:pt x="557" y="2242"/>
                      <a:pt x="556" y="2244"/>
                      <a:pt x="556" y="2246"/>
                    </a:cubicBezTo>
                    <a:cubicBezTo>
                      <a:pt x="556" y="2252"/>
                      <a:pt x="563" y="2254"/>
                      <a:pt x="567" y="2256"/>
                    </a:cubicBezTo>
                    <a:cubicBezTo>
                      <a:pt x="570" y="2257"/>
                      <a:pt x="580" y="2259"/>
                      <a:pt x="579" y="2264"/>
                    </a:cubicBezTo>
                    <a:close/>
                    <a:moveTo>
                      <a:pt x="685" y="2213"/>
                    </a:moveTo>
                    <a:cubicBezTo>
                      <a:pt x="684" y="2215"/>
                      <a:pt x="683" y="2217"/>
                      <a:pt x="682" y="2219"/>
                    </a:cubicBezTo>
                    <a:cubicBezTo>
                      <a:pt x="679" y="2222"/>
                      <a:pt x="675" y="2225"/>
                      <a:pt x="672" y="2227"/>
                    </a:cubicBezTo>
                    <a:cubicBezTo>
                      <a:pt x="669" y="2228"/>
                      <a:pt x="666" y="2230"/>
                      <a:pt x="664" y="2232"/>
                    </a:cubicBezTo>
                    <a:cubicBezTo>
                      <a:pt x="660" y="2237"/>
                      <a:pt x="656" y="2245"/>
                      <a:pt x="659" y="2252"/>
                    </a:cubicBezTo>
                    <a:cubicBezTo>
                      <a:pt x="660" y="2254"/>
                      <a:pt x="662" y="2256"/>
                      <a:pt x="662" y="2258"/>
                    </a:cubicBezTo>
                    <a:cubicBezTo>
                      <a:pt x="662" y="2261"/>
                      <a:pt x="660" y="2262"/>
                      <a:pt x="657" y="2263"/>
                    </a:cubicBezTo>
                    <a:cubicBezTo>
                      <a:pt x="654" y="2264"/>
                      <a:pt x="651" y="2263"/>
                      <a:pt x="647" y="2264"/>
                    </a:cubicBezTo>
                    <a:cubicBezTo>
                      <a:pt x="644" y="2264"/>
                      <a:pt x="643" y="2265"/>
                      <a:pt x="641" y="2268"/>
                    </a:cubicBezTo>
                    <a:cubicBezTo>
                      <a:pt x="639" y="2270"/>
                      <a:pt x="637" y="2273"/>
                      <a:pt x="634" y="2274"/>
                    </a:cubicBezTo>
                    <a:cubicBezTo>
                      <a:pt x="632" y="2276"/>
                      <a:pt x="629" y="2278"/>
                      <a:pt x="626" y="2280"/>
                    </a:cubicBezTo>
                    <a:cubicBezTo>
                      <a:pt x="622" y="2285"/>
                      <a:pt x="625" y="2291"/>
                      <a:pt x="626" y="2296"/>
                    </a:cubicBezTo>
                    <a:cubicBezTo>
                      <a:pt x="627" y="2299"/>
                      <a:pt x="627" y="2302"/>
                      <a:pt x="628" y="2304"/>
                    </a:cubicBezTo>
                    <a:cubicBezTo>
                      <a:pt x="629" y="2307"/>
                      <a:pt x="631" y="2309"/>
                      <a:pt x="633" y="2311"/>
                    </a:cubicBezTo>
                    <a:cubicBezTo>
                      <a:pt x="635" y="2313"/>
                      <a:pt x="637" y="2314"/>
                      <a:pt x="636" y="2316"/>
                    </a:cubicBezTo>
                    <a:cubicBezTo>
                      <a:pt x="635" y="2317"/>
                      <a:pt x="634" y="2318"/>
                      <a:pt x="633" y="2319"/>
                    </a:cubicBezTo>
                    <a:cubicBezTo>
                      <a:pt x="631" y="2320"/>
                      <a:pt x="630" y="2321"/>
                      <a:pt x="629" y="2322"/>
                    </a:cubicBezTo>
                    <a:cubicBezTo>
                      <a:pt x="627" y="2324"/>
                      <a:pt x="625" y="2326"/>
                      <a:pt x="624" y="2328"/>
                    </a:cubicBezTo>
                    <a:cubicBezTo>
                      <a:pt x="623" y="2330"/>
                      <a:pt x="621" y="2332"/>
                      <a:pt x="619" y="2332"/>
                    </a:cubicBezTo>
                    <a:cubicBezTo>
                      <a:pt x="616" y="2333"/>
                      <a:pt x="613" y="2333"/>
                      <a:pt x="610" y="2331"/>
                    </a:cubicBezTo>
                    <a:cubicBezTo>
                      <a:pt x="608" y="2329"/>
                      <a:pt x="609" y="2327"/>
                      <a:pt x="610" y="2325"/>
                    </a:cubicBezTo>
                    <a:cubicBezTo>
                      <a:pt x="611" y="2322"/>
                      <a:pt x="614" y="2321"/>
                      <a:pt x="615" y="2319"/>
                    </a:cubicBezTo>
                    <a:cubicBezTo>
                      <a:pt x="616" y="2317"/>
                      <a:pt x="615" y="2315"/>
                      <a:pt x="614" y="2314"/>
                    </a:cubicBezTo>
                    <a:cubicBezTo>
                      <a:pt x="611" y="2312"/>
                      <a:pt x="609" y="2311"/>
                      <a:pt x="607" y="2308"/>
                    </a:cubicBezTo>
                    <a:cubicBezTo>
                      <a:pt x="606" y="2307"/>
                      <a:pt x="605" y="2306"/>
                      <a:pt x="604" y="2305"/>
                    </a:cubicBezTo>
                    <a:cubicBezTo>
                      <a:pt x="604" y="2304"/>
                      <a:pt x="603" y="2303"/>
                      <a:pt x="603" y="2302"/>
                    </a:cubicBezTo>
                    <a:cubicBezTo>
                      <a:pt x="603" y="2300"/>
                      <a:pt x="603" y="2298"/>
                      <a:pt x="605" y="2296"/>
                    </a:cubicBezTo>
                    <a:cubicBezTo>
                      <a:pt x="605" y="2296"/>
                      <a:pt x="606" y="2296"/>
                      <a:pt x="607" y="2295"/>
                    </a:cubicBezTo>
                    <a:cubicBezTo>
                      <a:pt x="607" y="2295"/>
                      <a:pt x="608" y="2294"/>
                      <a:pt x="609" y="2294"/>
                    </a:cubicBezTo>
                    <a:cubicBezTo>
                      <a:pt x="612" y="2292"/>
                      <a:pt x="615" y="2289"/>
                      <a:pt x="617" y="2286"/>
                    </a:cubicBezTo>
                    <a:cubicBezTo>
                      <a:pt x="618" y="2284"/>
                      <a:pt x="618" y="2282"/>
                      <a:pt x="618" y="2280"/>
                    </a:cubicBezTo>
                    <a:cubicBezTo>
                      <a:pt x="618" y="2276"/>
                      <a:pt x="617" y="2273"/>
                      <a:pt x="618" y="2270"/>
                    </a:cubicBezTo>
                    <a:cubicBezTo>
                      <a:pt x="618" y="2266"/>
                      <a:pt x="622" y="2263"/>
                      <a:pt x="625" y="2261"/>
                    </a:cubicBezTo>
                    <a:cubicBezTo>
                      <a:pt x="627" y="2259"/>
                      <a:pt x="629" y="2258"/>
                      <a:pt x="631" y="2257"/>
                    </a:cubicBezTo>
                    <a:cubicBezTo>
                      <a:pt x="633" y="2256"/>
                      <a:pt x="635" y="2255"/>
                      <a:pt x="636" y="2253"/>
                    </a:cubicBezTo>
                    <a:cubicBezTo>
                      <a:pt x="639" y="2250"/>
                      <a:pt x="637" y="2246"/>
                      <a:pt x="635" y="2243"/>
                    </a:cubicBezTo>
                    <a:cubicBezTo>
                      <a:pt x="635" y="2241"/>
                      <a:pt x="634" y="2239"/>
                      <a:pt x="633" y="2237"/>
                    </a:cubicBezTo>
                    <a:cubicBezTo>
                      <a:pt x="632" y="2236"/>
                      <a:pt x="632" y="2234"/>
                      <a:pt x="632" y="2233"/>
                    </a:cubicBezTo>
                    <a:cubicBezTo>
                      <a:pt x="633" y="2233"/>
                      <a:pt x="634" y="2233"/>
                      <a:pt x="635" y="2233"/>
                    </a:cubicBezTo>
                    <a:cubicBezTo>
                      <a:pt x="637" y="2234"/>
                      <a:pt x="639" y="2235"/>
                      <a:pt x="640" y="2236"/>
                    </a:cubicBezTo>
                    <a:cubicBezTo>
                      <a:pt x="643" y="2237"/>
                      <a:pt x="648" y="2239"/>
                      <a:pt x="651" y="2237"/>
                    </a:cubicBezTo>
                    <a:cubicBezTo>
                      <a:pt x="654" y="2236"/>
                      <a:pt x="654" y="2232"/>
                      <a:pt x="656" y="2229"/>
                    </a:cubicBezTo>
                    <a:cubicBezTo>
                      <a:pt x="659" y="2222"/>
                      <a:pt x="666" y="2219"/>
                      <a:pt x="672" y="2215"/>
                    </a:cubicBezTo>
                    <a:cubicBezTo>
                      <a:pt x="674" y="2213"/>
                      <a:pt x="675" y="2212"/>
                      <a:pt x="677" y="2210"/>
                    </a:cubicBezTo>
                    <a:cubicBezTo>
                      <a:pt x="679" y="2209"/>
                      <a:pt x="681" y="2208"/>
                      <a:pt x="683" y="2208"/>
                    </a:cubicBezTo>
                    <a:cubicBezTo>
                      <a:pt x="684" y="2207"/>
                      <a:pt x="687" y="2207"/>
                      <a:pt x="687" y="2209"/>
                    </a:cubicBezTo>
                    <a:cubicBezTo>
                      <a:pt x="687" y="2211"/>
                      <a:pt x="686" y="2212"/>
                      <a:pt x="685" y="2213"/>
                    </a:cubicBezTo>
                    <a:close/>
                    <a:moveTo>
                      <a:pt x="701" y="1892"/>
                    </a:moveTo>
                    <a:cubicBezTo>
                      <a:pt x="701" y="1893"/>
                      <a:pt x="701" y="1896"/>
                      <a:pt x="700" y="1897"/>
                    </a:cubicBezTo>
                    <a:cubicBezTo>
                      <a:pt x="698" y="1899"/>
                      <a:pt x="697" y="1894"/>
                      <a:pt x="696" y="1893"/>
                    </a:cubicBezTo>
                    <a:cubicBezTo>
                      <a:pt x="695" y="1892"/>
                      <a:pt x="695" y="1890"/>
                      <a:pt x="695" y="1889"/>
                    </a:cubicBezTo>
                    <a:cubicBezTo>
                      <a:pt x="694" y="1888"/>
                      <a:pt x="694" y="1886"/>
                      <a:pt x="694" y="1885"/>
                    </a:cubicBezTo>
                    <a:cubicBezTo>
                      <a:pt x="693" y="1883"/>
                      <a:pt x="693" y="1881"/>
                      <a:pt x="692" y="1879"/>
                    </a:cubicBezTo>
                    <a:cubicBezTo>
                      <a:pt x="691" y="1877"/>
                      <a:pt x="690" y="1875"/>
                      <a:pt x="690" y="1874"/>
                    </a:cubicBezTo>
                    <a:cubicBezTo>
                      <a:pt x="689" y="1873"/>
                      <a:pt x="688" y="1872"/>
                      <a:pt x="687" y="1871"/>
                    </a:cubicBezTo>
                    <a:cubicBezTo>
                      <a:pt x="685" y="1869"/>
                      <a:pt x="685" y="1867"/>
                      <a:pt x="684" y="1866"/>
                    </a:cubicBezTo>
                    <a:cubicBezTo>
                      <a:pt x="682" y="1863"/>
                      <a:pt x="681" y="1859"/>
                      <a:pt x="679" y="1856"/>
                    </a:cubicBezTo>
                    <a:cubicBezTo>
                      <a:pt x="677" y="1855"/>
                      <a:pt x="676" y="1853"/>
                      <a:pt x="675" y="1852"/>
                    </a:cubicBezTo>
                    <a:cubicBezTo>
                      <a:pt x="674" y="1850"/>
                      <a:pt x="673" y="1848"/>
                      <a:pt x="672" y="1847"/>
                    </a:cubicBezTo>
                    <a:cubicBezTo>
                      <a:pt x="671" y="1845"/>
                      <a:pt x="670" y="1844"/>
                      <a:pt x="668" y="1842"/>
                    </a:cubicBezTo>
                    <a:cubicBezTo>
                      <a:pt x="668" y="1841"/>
                      <a:pt x="667" y="1840"/>
                      <a:pt x="667" y="1838"/>
                    </a:cubicBezTo>
                    <a:cubicBezTo>
                      <a:pt x="669" y="1838"/>
                      <a:pt x="671" y="1841"/>
                      <a:pt x="672" y="1841"/>
                    </a:cubicBezTo>
                    <a:cubicBezTo>
                      <a:pt x="673" y="1842"/>
                      <a:pt x="675" y="1844"/>
                      <a:pt x="676" y="1843"/>
                    </a:cubicBezTo>
                    <a:cubicBezTo>
                      <a:pt x="674" y="1837"/>
                      <a:pt x="672" y="1831"/>
                      <a:pt x="670" y="1825"/>
                    </a:cubicBezTo>
                    <a:cubicBezTo>
                      <a:pt x="668" y="1821"/>
                      <a:pt x="667" y="1818"/>
                      <a:pt x="667" y="1814"/>
                    </a:cubicBezTo>
                    <a:cubicBezTo>
                      <a:pt x="667" y="1810"/>
                      <a:pt x="667" y="1806"/>
                      <a:pt x="667" y="1803"/>
                    </a:cubicBezTo>
                    <a:cubicBezTo>
                      <a:pt x="667" y="1799"/>
                      <a:pt x="667" y="1796"/>
                      <a:pt x="665" y="1793"/>
                    </a:cubicBezTo>
                    <a:cubicBezTo>
                      <a:pt x="664" y="1790"/>
                      <a:pt x="662" y="1787"/>
                      <a:pt x="661" y="1783"/>
                    </a:cubicBezTo>
                    <a:cubicBezTo>
                      <a:pt x="660" y="1781"/>
                      <a:pt x="661" y="1778"/>
                      <a:pt x="663" y="1780"/>
                    </a:cubicBezTo>
                    <a:cubicBezTo>
                      <a:pt x="666" y="1783"/>
                      <a:pt x="668" y="1788"/>
                      <a:pt x="670" y="1792"/>
                    </a:cubicBezTo>
                    <a:cubicBezTo>
                      <a:pt x="671" y="1797"/>
                      <a:pt x="672" y="1802"/>
                      <a:pt x="674" y="1807"/>
                    </a:cubicBezTo>
                    <a:cubicBezTo>
                      <a:pt x="676" y="1810"/>
                      <a:pt x="678" y="1813"/>
                      <a:pt x="680" y="1816"/>
                    </a:cubicBezTo>
                    <a:cubicBezTo>
                      <a:pt x="682" y="1820"/>
                      <a:pt x="684" y="1823"/>
                      <a:pt x="685" y="1827"/>
                    </a:cubicBezTo>
                    <a:cubicBezTo>
                      <a:pt x="686" y="1830"/>
                      <a:pt x="687" y="1834"/>
                      <a:pt x="689" y="1837"/>
                    </a:cubicBezTo>
                    <a:cubicBezTo>
                      <a:pt x="692" y="1844"/>
                      <a:pt x="699" y="1851"/>
                      <a:pt x="698" y="1859"/>
                    </a:cubicBezTo>
                    <a:cubicBezTo>
                      <a:pt x="698" y="1862"/>
                      <a:pt x="696" y="1863"/>
                      <a:pt x="695" y="1865"/>
                    </a:cubicBezTo>
                    <a:cubicBezTo>
                      <a:pt x="694" y="1867"/>
                      <a:pt x="695" y="1870"/>
                      <a:pt x="695" y="1872"/>
                    </a:cubicBezTo>
                    <a:cubicBezTo>
                      <a:pt x="698" y="1879"/>
                      <a:pt x="702" y="1885"/>
                      <a:pt x="701" y="1892"/>
                    </a:cubicBezTo>
                    <a:close/>
                    <a:moveTo>
                      <a:pt x="1283" y="1646"/>
                    </a:moveTo>
                    <a:cubicBezTo>
                      <a:pt x="1285" y="1646"/>
                      <a:pt x="1285" y="1646"/>
                      <a:pt x="1287" y="1647"/>
                    </a:cubicBezTo>
                    <a:cubicBezTo>
                      <a:pt x="1288" y="1648"/>
                      <a:pt x="1289" y="1649"/>
                      <a:pt x="1289" y="1651"/>
                    </a:cubicBezTo>
                    <a:cubicBezTo>
                      <a:pt x="1291" y="1653"/>
                      <a:pt x="1292" y="1656"/>
                      <a:pt x="1295" y="1657"/>
                    </a:cubicBezTo>
                    <a:cubicBezTo>
                      <a:pt x="1297" y="1659"/>
                      <a:pt x="1299" y="1660"/>
                      <a:pt x="1302" y="1661"/>
                    </a:cubicBezTo>
                    <a:cubicBezTo>
                      <a:pt x="1303" y="1662"/>
                      <a:pt x="1307" y="1663"/>
                      <a:pt x="1306" y="1666"/>
                    </a:cubicBezTo>
                    <a:cubicBezTo>
                      <a:pt x="1304" y="1666"/>
                      <a:pt x="1301" y="1664"/>
                      <a:pt x="1300" y="1665"/>
                    </a:cubicBezTo>
                    <a:cubicBezTo>
                      <a:pt x="1298" y="1666"/>
                      <a:pt x="1298" y="1667"/>
                      <a:pt x="1297" y="1668"/>
                    </a:cubicBezTo>
                    <a:cubicBezTo>
                      <a:pt x="1295" y="1671"/>
                      <a:pt x="1290" y="1672"/>
                      <a:pt x="1289" y="1668"/>
                    </a:cubicBezTo>
                    <a:cubicBezTo>
                      <a:pt x="1288" y="1667"/>
                      <a:pt x="1288" y="1665"/>
                      <a:pt x="1289" y="1663"/>
                    </a:cubicBezTo>
                    <a:cubicBezTo>
                      <a:pt x="1289" y="1660"/>
                      <a:pt x="1289" y="1656"/>
                      <a:pt x="1288" y="1654"/>
                    </a:cubicBezTo>
                    <a:cubicBezTo>
                      <a:pt x="1287" y="1652"/>
                      <a:pt x="1286" y="1651"/>
                      <a:pt x="1285" y="1650"/>
                    </a:cubicBezTo>
                    <a:cubicBezTo>
                      <a:pt x="1284" y="1649"/>
                      <a:pt x="1283" y="1647"/>
                      <a:pt x="1283" y="1646"/>
                    </a:cubicBezTo>
                    <a:close/>
                    <a:moveTo>
                      <a:pt x="813" y="1779"/>
                    </a:moveTo>
                    <a:cubicBezTo>
                      <a:pt x="816" y="1778"/>
                      <a:pt x="819" y="1781"/>
                      <a:pt x="821" y="1783"/>
                    </a:cubicBezTo>
                    <a:cubicBezTo>
                      <a:pt x="823" y="1785"/>
                      <a:pt x="824" y="1788"/>
                      <a:pt x="826" y="1791"/>
                    </a:cubicBezTo>
                    <a:cubicBezTo>
                      <a:pt x="827" y="1793"/>
                      <a:pt x="830" y="1794"/>
                      <a:pt x="832" y="1796"/>
                    </a:cubicBezTo>
                    <a:cubicBezTo>
                      <a:pt x="835" y="1798"/>
                      <a:pt x="837" y="1800"/>
                      <a:pt x="839" y="1803"/>
                    </a:cubicBezTo>
                    <a:cubicBezTo>
                      <a:pt x="841" y="1805"/>
                      <a:pt x="843" y="1808"/>
                      <a:pt x="846" y="1808"/>
                    </a:cubicBezTo>
                    <a:cubicBezTo>
                      <a:pt x="850" y="1808"/>
                      <a:pt x="849" y="1804"/>
                      <a:pt x="849" y="1802"/>
                    </a:cubicBezTo>
                    <a:cubicBezTo>
                      <a:pt x="849" y="1800"/>
                      <a:pt x="847" y="1796"/>
                      <a:pt x="850" y="1795"/>
                    </a:cubicBezTo>
                    <a:cubicBezTo>
                      <a:pt x="852" y="1795"/>
                      <a:pt x="854" y="1796"/>
                      <a:pt x="856" y="1795"/>
                    </a:cubicBezTo>
                    <a:cubicBezTo>
                      <a:pt x="858" y="1794"/>
                      <a:pt x="856" y="1791"/>
                      <a:pt x="857" y="1789"/>
                    </a:cubicBezTo>
                    <a:cubicBezTo>
                      <a:pt x="859" y="1788"/>
                      <a:pt x="863" y="1791"/>
                      <a:pt x="865" y="1792"/>
                    </a:cubicBezTo>
                    <a:cubicBezTo>
                      <a:pt x="865" y="1792"/>
                      <a:pt x="867" y="1793"/>
                      <a:pt x="867" y="1792"/>
                    </a:cubicBezTo>
                    <a:cubicBezTo>
                      <a:pt x="868" y="1791"/>
                      <a:pt x="866" y="1789"/>
                      <a:pt x="866" y="1788"/>
                    </a:cubicBezTo>
                    <a:cubicBezTo>
                      <a:pt x="864" y="1784"/>
                      <a:pt x="861" y="1781"/>
                      <a:pt x="859" y="1777"/>
                    </a:cubicBezTo>
                    <a:cubicBezTo>
                      <a:pt x="858" y="1776"/>
                      <a:pt x="857" y="1773"/>
                      <a:pt x="855" y="1772"/>
                    </a:cubicBezTo>
                    <a:cubicBezTo>
                      <a:pt x="853" y="1771"/>
                      <a:pt x="851" y="1773"/>
                      <a:pt x="849" y="1774"/>
                    </a:cubicBezTo>
                    <a:cubicBezTo>
                      <a:pt x="847" y="1775"/>
                      <a:pt x="846" y="1774"/>
                      <a:pt x="844" y="1773"/>
                    </a:cubicBezTo>
                    <a:cubicBezTo>
                      <a:pt x="842" y="1771"/>
                      <a:pt x="839" y="1771"/>
                      <a:pt x="837" y="1769"/>
                    </a:cubicBezTo>
                    <a:cubicBezTo>
                      <a:pt x="835" y="1768"/>
                      <a:pt x="836" y="1766"/>
                      <a:pt x="836" y="1764"/>
                    </a:cubicBezTo>
                    <a:cubicBezTo>
                      <a:pt x="837" y="1761"/>
                      <a:pt x="835" y="1759"/>
                      <a:pt x="833" y="1757"/>
                    </a:cubicBezTo>
                    <a:cubicBezTo>
                      <a:pt x="831" y="1755"/>
                      <a:pt x="829" y="1754"/>
                      <a:pt x="828" y="1751"/>
                    </a:cubicBezTo>
                    <a:cubicBezTo>
                      <a:pt x="828" y="1749"/>
                      <a:pt x="828" y="1746"/>
                      <a:pt x="830" y="1745"/>
                    </a:cubicBezTo>
                    <a:cubicBezTo>
                      <a:pt x="833" y="1743"/>
                      <a:pt x="836" y="1743"/>
                      <a:pt x="839" y="1743"/>
                    </a:cubicBezTo>
                    <a:cubicBezTo>
                      <a:pt x="842" y="1742"/>
                      <a:pt x="844" y="1742"/>
                      <a:pt x="846" y="1741"/>
                    </a:cubicBezTo>
                    <a:cubicBezTo>
                      <a:pt x="853" y="1738"/>
                      <a:pt x="854" y="1747"/>
                      <a:pt x="855" y="1752"/>
                    </a:cubicBezTo>
                    <a:cubicBezTo>
                      <a:pt x="855" y="1754"/>
                      <a:pt x="855" y="1756"/>
                      <a:pt x="858" y="1754"/>
                    </a:cubicBezTo>
                    <a:cubicBezTo>
                      <a:pt x="860" y="1752"/>
                      <a:pt x="861" y="1750"/>
                      <a:pt x="864" y="1749"/>
                    </a:cubicBezTo>
                    <a:cubicBezTo>
                      <a:pt x="867" y="1748"/>
                      <a:pt x="871" y="1750"/>
                      <a:pt x="873" y="1752"/>
                    </a:cubicBezTo>
                    <a:cubicBezTo>
                      <a:pt x="876" y="1754"/>
                      <a:pt x="875" y="1757"/>
                      <a:pt x="872" y="1758"/>
                    </a:cubicBezTo>
                    <a:cubicBezTo>
                      <a:pt x="870" y="1759"/>
                      <a:pt x="868" y="1760"/>
                      <a:pt x="866" y="1760"/>
                    </a:cubicBezTo>
                    <a:cubicBezTo>
                      <a:pt x="864" y="1761"/>
                      <a:pt x="863" y="1761"/>
                      <a:pt x="861" y="1762"/>
                    </a:cubicBezTo>
                    <a:cubicBezTo>
                      <a:pt x="859" y="1763"/>
                      <a:pt x="862" y="1766"/>
                      <a:pt x="863" y="1767"/>
                    </a:cubicBezTo>
                    <a:cubicBezTo>
                      <a:pt x="864" y="1768"/>
                      <a:pt x="865" y="1769"/>
                      <a:pt x="866" y="1771"/>
                    </a:cubicBezTo>
                    <a:cubicBezTo>
                      <a:pt x="868" y="1772"/>
                      <a:pt x="871" y="1773"/>
                      <a:pt x="872" y="1770"/>
                    </a:cubicBezTo>
                    <a:cubicBezTo>
                      <a:pt x="872" y="1769"/>
                      <a:pt x="872" y="1768"/>
                      <a:pt x="873" y="1767"/>
                    </a:cubicBezTo>
                    <a:cubicBezTo>
                      <a:pt x="874" y="1766"/>
                      <a:pt x="876" y="1767"/>
                      <a:pt x="877" y="1767"/>
                    </a:cubicBezTo>
                    <a:cubicBezTo>
                      <a:pt x="879" y="1769"/>
                      <a:pt x="876" y="1773"/>
                      <a:pt x="875" y="1775"/>
                    </a:cubicBezTo>
                    <a:cubicBezTo>
                      <a:pt x="874" y="1778"/>
                      <a:pt x="876" y="1780"/>
                      <a:pt x="879" y="1780"/>
                    </a:cubicBezTo>
                    <a:cubicBezTo>
                      <a:pt x="881" y="1781"/>
                      <a:pt x="883" y="1782"/>
                      <a:pt x="882" y="1785"/>
                    </a:cubicBezTo>
                    <a:cubicBezTo>
                      <a:pt x="882" y="1789"/>
                      <a:pt x="879" y="1790"/>
                      <a:pt x="876" y="1791"/>
                    </a:cubicBezTo>
                    <a:cubicBezTo>
                      <a:pt x="874" y="1791"/>
                      <a:pt x="872" y="1792"/>
                      <a:pt x="871" y="1794"/>
                    </a:cubicBezTo>
                    <a:cubicBezTo>
                      <a:pt x="871" y="1796"/>
                      <a:pt x="871" y="1798"/>
                      <a:pt x="870" y="1800"/>
                    </a:cubicBezTo>
                    <a:cubicBezTo>
                      <a:pt x="869" y="1803"/>
                      <a:pt x="869" y="1806"/>
                      <a:pt x="870" y="1809"/>
                    </a:cubicBezTo>
                    <a:cubicBezTo>
                      <a:pt x="871" y="1810"/>
                      <a:pt x="871" y="1811"/>
                      <a:pt x="871" y="1813"/>
                    </a:cubicBezTo>
                    <a:cubicBezTo>
                      <a:pt x="871" y="1814"/>
                      <a:pt x="871" y="1815"/>
                      <a:pt x="871" y="1816"/>
                    </a:cubicBezTo>
                    <a:cubicBezTo>
                      <a:pt x="871" y="1817"/>
                      <a:pt x="872" y="1818"/>
                      <a:pt x="871" y="1818"/>
                    </a:cubicBezTo>
                    <a:cubicBezTo>
                      <a:pt x="870" y="1819"/>
                      <a:pt x="868" y="1818"/>
                      <a:pt x="868" y="1818"/>
                    </a:cubicBezTo>
                    <a:cubicBezTo>
                      <a:pt x="867" y="1817"/>
                      <a:pt x="866" y="1816"/>
                      <a:pt x="865" y="1816"/>
                    </a:cubicBezTo>
                    <a:cubicBezTo>
                      <a:pt x="864" y="1816"/>
                      <a:pt x="864" y="1817"/>
                      <a:pt x="863" y="1817"/>
                    </a:cubicBezTo>
                    <a:cubicBezTo>
                      <a:pt x="863" y="1818"/>
                      <a:pt x="862" y="1818"/>
                      <a:pt x="861" y="1818"/>
                    </a:cubicBezTo>
                    <a:cubicBezTo>
                      <a:pt x="861" y="1819"/>
                      <a:pt x="859" y="1818"/>
                      <a:pt x="858" y="1819"/>
                    </a:cubicBezTo>
                    <a:cubicBezTo>
                      <a:pt x="857" y="1820"/>
                      <a:pt x="858" y="1821"/>
                      <a:pt x="859" y="1822"/>
                    </a:cubicBezTo>
                    <a:cubicBezTo>
                      <a:pt x="859" y="1823"/>
                      <a:pt x="860" y="1824"/>
                      <a:pt x="861" y="1826"/>
                    </a:cubicBezTo>
                    <a:cubicBezTo>
                      <a:pt x="862" y="1828"/>
                      <a:pt x="866" y="1829"/>
                      <a:pt x="868" y="1831"/>
                    </a:cubicBezTo>
                    <a:cubicBezTo>
                      <a:pt x="869" y="1834"/>
                      <a:pt x="870" y="1836"/>
                      <a:pt x="870" y="1839"/>
                    </a:cubicBezTo>
                    <a:cubicBezTo>
                      <a:pt x="870" y="1841"/>
                      <a:pt x="871" y="1844"/>
                      <a:pt x="872" y="1846"/>
                    </a:cubicBezTo>
                    <a:cubicBezTo>
                      <a:pt x="873" y="1848"/>
                      <a:pt x="875" y="1850"/>
                      <a:pt x="876" y="1852"/>
                    </a:cubicBezTo>
                    <a:cubicBezTo>
                      <a:pt x="877" y="1854"/>
                      <a:pt x="878" y="1857"/>
                      <a:pt x="875" y="1857"/>
                    </a:cubicBezTo>
                    <a:cubicBezTo>
                      <a:pt x="874" y="1858"/>
                      <a:pt x="873" y="1857"/>
                      <a:pt x="872" y="1856"/>
                    </a:cubicBezTo>
                    <a:cubicBezTo>
                      <a:pt x="871" y="1855"/>
                      <a:pt x="870" y="1854"/>
                      <a:pt x="868" y="1853"/>
                    </a:cubicBezTo>
                    <a:cubicBezTo>
                      <a:pt x="867" y="1853"/>
                      <a:pt x="866" y="1853"/>
                      <a:pt x="865" y="1852"/>
                    </a:cubicBezTo>
                    <a:cubicBezTo>
                      <a:pt x="861" y="1850"/>
                      <a:pt x="858" y="1848"/>
                      <a:pt x="855" y="1845"/>
                    </a:cubicBezTo>
                    <a:cubicBezTo>
                      <a:pt x="854" y="1844"/>
                      <a:pt x="853" y="1843"/>
                      <a:pt x="852" y="1843"/>
                    </a:cubicBezTo>
                    <a:cubicBezTo>
                      <a:pt x="851" y="1842"/>
                      <a:pt x="850" y="1842"/>
                      <a:pt x="849" y="1841"/>
                    </a:cubicBezTo>
                    <a:cubicBezTo>
                      <a:pt x="848" y="1838"/>
                      <a:pt x="850" y="1838"/>
                      <a:pt x="851" y="1837"/>
                    </a:cubicBezTo>
                    <a:cubicBezTo>
                      <a:pt x="852" y="1836"/>
                      <a:pt x="853" y="1836"/>
                      <a:pt x="854" y="1834"/>
                    </a:cubicBezTo>
                    <a:cubicBezTo>
                      <a:pt x="854" y="1832"/>
                      <a:pt x="852" y="1829"/>
                      <a:pt x="850" y="1828"/>
                    </a:cubicBezTo>
                    <a:cubicBezTo>
                      <a:pt x="848" y="1826"/>
                      <a:pt x="847" y="1825"/>
                      <a:pt x="846" y="1823"/>
                    </a:cubicBezTo>
                    <a:cubicBezTo>
                      <a:pt x="844" y="1816"/>
                      <a:pt x="838" y="1809"/>
                      <a:pt x="833" y="1803"/>
                    </a:cubicBezTo>
                    <a:cubicBezTo>
                      <a:pt x="830" y="1801"/>
                      <a:pt x="828" y="1799"/>
                      <a:pt x="826" y="1797"/>
                    </a:cubicBezTo>
                    <a:cubicBezTo>
                      <a:pt x="824" y="1794"/>
                      <a:pt x="821" y="1792"/>
                      <a:pt x="819" y="1790"/>
                    </a:cubicBezTo>
                    <a:cubicBezTo>
                      <a:pt x="816" y="1789"/>
                      <a:pt x="814" y="1788"/>
                      <a:pt x="812" y="1785"/>
                    </a:cubicBezTo>
                    <a:cubicBezTo>
                      <a:pt x="810" y="1783"/>
                      <a:pt x="810" y="1780"/>
                      <a:pt x="813" y="1779"/>
                    </a:cubicBezTo>
                    <a:close/>
                    <a:moveTo>
                      <a:pt x="722" y="1761"/>
                    </a:moveTo>
                    <a:cubicBezTo>
                      <a:pt x="728" y="1762"/>
                      <a:pt x="728" y="1772"/>
                      <a:pt x="734" y="1771"/>
                    </a:cubicBezTo>
                    <a:cubicBezTo>
                      <a:pt x="737" y="1770"/>
                      <a:pt x="736" y="1769"/>
                      <a:pt x="736" y="1767"/>
                    </a:cubicBezTo>
                    <a:cubicBezTo>
                      <a:pt x="736" y="1764"/>
                      <a:pt x="739" y="1764"/>
                      <a:pt x="741" y="1763"/>
                    </a:cubicBezTo>
                    <a:cubicBezTo>
                      <a:pt x="743" y="1763"/>
                      <a:pt x="746" y="1763"/>
                      <a:pt x="748" y="1766"/>
                    </a:cubicBezTo>
                    <a:cubicBezTo>
                      <a:pt x="749" y="1768"/>
                      <a:pt x="750" y="1770"/>
                      <a:pt x="752" y="1772"/>
                    </a:cubicBezTo>
                    <a:cubicBezTo>
                      <a:pt x="753" y="1774"/>
                      <a:pt x="754" y="1774"/>
                      <a:pt x="755" y="1775"/>
                    </a:cubicBezTo>
                    <a:cubicBezTo>
                      <a:pt x="757" y="1776"/>
                      <a:pt x="759" y="1777"/>
                      <a:pt x="761" y="1779"/>
                    </a:cubicBezTo>
                    <a:cubicBezTo>
                      <a:pt x="762" y="1780"/>
                      <a:pt x="763" y="1781"/>
                      <a:pt x="763" y="1782"/>
                    </a:cubicBezTo>
                    <a:cubicBezTo>
                      <a:pt x="763" y="1784"/>
                      <a:pt x="762" y="1785"/>
                      <a:pt x="761" y="1787"/>
                    </a:cubicBezTo>
                    <a:cubicBezTo>
                      <a:pt x="761" y="1789"/>
                      <a:pt x="762" y="1790"/>
                      <a:pt x="764" y="1791"/>
                    </a:cubicBezTo>
                    <a:cubicBezTo>
                      <a:pt x="766" y="1792"/>
                      <a:pt x="768" y="1794"/>
                      <a:pt x="765" y="1795"/>
                    </a:cubicBezTo>
                    <a:cubicBezTo>
                      <a:pt x="764" y="1796"/>
                      <a:pt x="762" y="1796"/>
                      <a:pt x="761" y="1796"/>
                    </a:cubicBezTo>
                    <a:cubicBezTo>
                      <a:pt x="759" y="1796"/>
                      <a:pt x="758" y="1796"/>
                      <a:pt x="756" y="1795"/>
                    </a:cubicBezTo>
                    <a:cubicBezTo>
                      <a:pt x="755" y="1795"/>
                      <a:pt x="754" y="1795"/>
                      <a:pt x="753" y="1795"/>
                    </a:cubicBezTo>
                    <a:cubicBezTo>
                      <a:pt x="752" y="1795"/>
                      <a:pt x="751" y="1795"/>
                      <a:pt x="750" y="1794"/>
                    </a:cubicBezTo>
                    <a:cubicBezTo>
                      <a:pt x="748" y="1794"/>
                      <a:pt x="747" y="1794"/>
                      <a:pt x="745" y="1795"/>
                    </a:cubicBezTo>
                    <a:cubicBezTo>
                      <a:pt x="743" y="1795"/>
                      <a:pt x="741" y="1796"/>
                      <a:pt x="740" y="1793"/>
                    </a:cubicBezTo>
                    <a:cubicBezTo>
                      <a:pt x="739" y="1792"/>
                      <a:pt x="739" y="1790"/>
                      <a:pt x="739" y="1788"/>
                    </a:cubicBezTo>
                    <a:cubicBezTo>
                      <a:pt x="739" y="1786"/>
                      <a:pt x="738" y="1785"/>
                      <a:pt x="738" y="1784"/>
                    </a:cubicBezTo>
                    <a:cubicBezTo>
                      <a:pt x="738" y="1783"/>
                      <a:pt x="738" y="1783"/>
                      <a:pt x="738" y="1782"/>
                    </a:cubicBezTo>
                    <a:cubicBezTo>
                      <a:pt x="737" y="1781"/>
                      <a:pt x="735" y="1782"/>
                      <a:pt x="733" y="1782"/>
                    </a:cubicBezTo>
                    <a:cubicBezTo>
                      <a:pt x="731" y="1782"/>
                      <a:pt x="729" y="1781"/>
                      <a:pt x="727" y="1780"/>
                    </a:cubicBezTo>
                    <a:cubicBezTo>
                      <a:pt x="726" y="1779"/>
                      <a:pt x="724" y="1778"/>
                      <a:pt x="722" y="1777"/>
                    </a:cubicBezTo>
                    <a:cubicBezTo>
                      <a:pt x="721" y="1776"/>
                      <a:pt x="720" y="1774"/>
                      <a:pt x="721" y="1772"/>
                    </a:cubicBezTo>
                    <a:cubicBezTo>
                      <a:pt x="721" y="1770"/>
                      <a:pt x="721" y="1768"/>
                      <a:pt x="720" y="1766"/>
                    </a:cubicBezTo>
                    <a:cubicBezTo>
                      <a:pt x="719" y="1763"/>
                      <a:pt x="720" y="1761"/>
                      <a:pt x="722" y="1761"/>
                    </a:cubicBezTo>
                    <a:close/>
                    <a:moveTo>
                      <a:pt x="817" y="2339"/>
                    </a:moveTo>
                    <a:cubicBezTo>
                      <a:pt x="818" y="2342"/>
                      <a:pt x="818" y="2344"/>
                      <a:pt x="819" y="2346"/>
                    </a:cubicBezTo>
                    <a:cubicBezTo>
                      <a:pt x="820" y="2348"/>
                      <a:pt x="821" y="2350"/>
                      <a:pt x="822" y="2352"/>
                    </a:cubicBezTo>
                    <a:cubicBezTo>
                      <a:pt x="824" y="2353"/>
                      <a:pt x="825" y="2354"/>
                      <a:pt x="827" y="2355"/>
                    </a:cubicBezTo>
                    <a:cubicBezTo>
                      <a:pt x="831" y="2357"/>
                      <a:pt x="835" y="2359"/>
                      <a:pt x="838" y="2363"/>
                    </a:cubicBezTo>
                    <a:cubicBezTo>
                      <a:pt x="840" y="2365"/>
                      <a:pt x="840" y="2368"/>
                      <a:pt x="841" y="2371"/>
                    </a:cubicBezTo>
                    <a:cubicBezTo>
                      <a:pt x="842" y="2376"/>
                      <a:pt x="842" y="2381"/>
                      <a:pt x="840" y="2386"/>
                    </a:cubicBezTo>
                    <a:cubicBezTo>
                      <a:pt x="839" y="2387"/>
                      <a:pt x="838" y="2389"/>
                      <a:pt x="837" y="2389"/>
                    </a:cubicBezTo>
                    <a:cubicBezTo>
                      <a:pt x="835" y="2388"/>
                      <a:pt x="835" y="2386"/>
                      <a:pt x="835" y="2385"/>
                    </a:cubicBezTo>
                    <a:cubicBezTo>
                      <a:pt x="835" y="2383"/>
                      <a:pt x="837" y="2379"/>
                      <a:pt x="834" y="2378"/>
                    </a:cubicBezTo>
                    <a:cubicBezTo>
                      <a:pt x="830" y="2376"/>
                      <a:pt x="826" y="2376"/>
                      <a:pt x="823" y="2373"/>
                    </a:cubicBezTo>
                    <a:cubicBezTo>
                      <a:pt x="820" y="2370"/>
                      <a:pt x="823" y="2367"/>
                      <a:pt x="823" y="2364"/>
                    </a:cubicBezTo>
                    <a:cubicBezTo>
                      <a:pt x="823" y="2360"/>
                      <a:pt x="819" y="2355"/>
                      <a:pt x="815" y="2355"/>
                    </a:cubicBezTo>
                    <a:cubicBezTo>
                      <a:pt x="810" y="2355"/>
                      <a:pt x="810" y="2360"/>
                      <a:pt x="810" y="2363"/>
                    </a:cubicBezTo>
                    <a:cubicBezTo>
                      <a:pt x="809" y="2364"/>
                      <a:pt x="809" y="2365"/>
                      <a:pt x="807" y="2365"/>
                    </a:cubicBezTo>
                    <a:cubicBezTo>
                      <a:pt x="805" y="2365"/>
                      <a:pt x="802" y="2363"/>
                      <a:pt x="800" y="2362"/>
                    </a:cubicBezTo>
                    <a:cubicBezTo>
                      <a:pt x="798" y="2362"/>
                      <a:pt x="795" y="2361"/>
                      <a:pt x="794" y="2359"/>
                    </a:cubicBezTo>
                    <a:cubicBezTo>
                      <a:pt x="793" y="2358"/>
                      <a:pt x="794" y="2357"/>
                      <a:pt x="795" y="2356"/>
                    </a:cubicBezTo>
                    <a:cubicBezTo>
                      <a:pt x="796" y="2354"/>
                      <a:pt x="798" y="2353"/>
                      <a:pt x="799" y="2351"/>
                    </a:cubicBezTo>
                    <a:cubicBezTo>
                      <a:pt x="800" y="2349"/>
                      <a:pt x="800" y="2346"/>
                      <a:pt x="799" y="2344"/>
                    </a:cubicBezTo>
                    <a:cubicBezTo>
                      <a:pt x="799" y="2342"/>
                      <a:pt x="798" y="2340"/>
                      <a:pt x="797" y="2338"/>
                    </a:cubicBezTo>
                    <a:cubicBezTo>
                      <a:pt x="797" y="2336"/>
                      <a:pt x="798" y="2335"/>
                      <a:pt x="800" y="2334"/>
                    </a:cubicBezTo>
                    <a:cubicBezTo>
                      <a:pt x="802" y="2333"/>
                      <a:pt x="805" y="2332"/>
                      <a:pt x="808" y="2331"/>
                    </a:cubicBezTo>
                    <a:cubicBezTo>
                      <a:pt x="809" y="2331"/>
                      <a:pt x="811" y="2331"/>
                      <a:pt x="812" y="2330"/>
                    </a:cubicBezTo>
                    <a:cubicBezTo>
                      <a:pt x="813" y="2330"/>
                      <a:pt x="814" y="2330"/>
                      <a:pt x="814" y="2330"/>
                    </a:cubicBezTo>
                    <a:cubicBezTo>
                      <a:pt x="815" y="2329"/>
                      <a:pt x="814" y="2327"/>
                      <a:pt x="813" y="2326"/>
                    </a:cubicBezTo>
                    <a:cubicBezTo>
                      <a:pt x="812" y="2323"/>
                      <a:pt x="810" y="2320"/>
                      <a:pt x="809" y="2317"/>
                    </a:cubicBezTo>
                    <a:cubicBezTo>
                      <a:pt x="808" y="2314"/>
                      <a:pt x="807" y="2311"/>
                      <a:pt x="806" y="2309"/>
                    </a:cubicBezTo>
                    <a:cubicBezTo>
                      <a:pt x="806" y="2308"/>
                      <a:pt x="806" y="2307"/>
                      <a:pt x="805" y="2307"/>
                    </a:cubicBezTo>
                    <a:cubicBezTo>
                      <a:pt x="805" y="2307"/>
                      <a:pt x="804" y="2308"/>
                      <a:pt x="804" y="2309"/>
                    </a:cubicBezTo>
                    <a:cubicBezTo>
                      <a:pt x="803" y="2311"/>
                      <a:pt x="802" y="2314"/>
                      <a:pt x="801" y="2317"/>
                    </a:cubicBezTo>
                    <a:cubicBezTo>
                      <a:pt x="800" y="2317"/>
                      <a:pt x="799" y="2321"/>
                      <a:pt x="798" y="2319"/>
                    </a:cubicBezTo>
                    <a:cubicBezTo>
                      <a:pt x="797" y="2318"/>
                      <a:pt x="797" y="2316"/>
                      <a:pt x="797" y="2315"/>
                    </a:cubicBezTo>
                    <a:cubicBezTo>
                      <a:pt x="797" y="2313"/>
                      <a:pt x="797" y="2312"/>
                      <a:pt x="796" y="2310"/>
                    </a:cubicBezTo>
                    <a:cubicBezTo>
                      <a:pt x="796" y="2306"/>
                      <a:pt x="796" y="2302"/>
                      <a:pt x="795" y="2299"/>
                    </a:cubicBezTo>
                    <a:cubicBezTo>
                      <a:pt x="792" y="2294"/>
                      <a:pt x="787" y="2300"/>
                      <a:pt x="785" y="2301"/>
                    </a:cubicBezTo>
                    <a:cubicBezTo>
                      <a:pt x="778" y="2303"/>
                      <a:pt x="779" y="2283"/>
                      <a:pt x="779" y="2279"/>
                    </a:cubicBezTo>
                    <a:cubicBezTo>
                      <a:pt x="779" y="2275"/>
                      <a:pt x="779" y="2271"/>
                      <a:pt x="780" y="2268"/>
                    </a:cubicBezTo>
                    <a:cubicBezTo>
                      <a:pt x="781" y="2266"/>
                      <a:pt x="783" y="2265"/>
                      <a:pt x="784" y="2266"/>
                    </a:cubicBezTo>
                    <a:cubicBezTo>
                      <a:pt x="787" y="2266"/>
                      <a:pt x="790" y="2269"/>
                      <a:pt x="792" y="2271"/>
                    </a:cubicBezTo>
                    <a:cubicBezTo>
                      <a:pt x="793" y="2272"/>
                      <a:pt x="794" y="2273"/>
                      <a:pt x="795" y="2272"/>
                    </a:cubicBezTo>
                    <a:cubicBezTo>
                      <a:pt x="796" y="2271"/>
                      <a:pt x="797" y="2269"/>
                      <a:pt x="796" y="2267"/>
                    </a:cubicBezTo>
                    <a:cubicBezTo>
                      <a:pt x="796" y="2265"/>
                      <a:pt x="795" y="2263"/>
                      <a:pt x="793" y="2262"/>
                    </a:cubicBezTo>
                    <a:cubicBezTo>
                      <a:pt x="791" y="2259"/>
                      <a:pt x="788" y="2258"/>
                      <a:pt x="785" y="2257"/>
                    </a:cubicBezTo>
                    <a:cubicBezTo>
                      <a:pt x="782" y="2257"/>
                      <a:pt x="778" y="2256"/>
                      <a:pt x="777" y="2259"/>
                    </a:cubicBezTo>
                    <a:cubicBezTo>
                      <a:pt x="777" y="2259"/>
                      <a:pt x="777" y="2260"/>
                      <a:pt x="777" y="2260"/>
                    </a:cubicBezTo>
                    <a:cubicBezTo>
                      <a:pt x="777" y="2260"/>
                      <a:pt x="777" y="2260"/>
                      <a:pt x="777" y="2261"/>
                    </a:cubicBezTo>
                    <a:cubicBezTo>
                      <a:pt x="777" y="2261"/>
                      <a:pt x="776" y="2262"/>
                      <a:pt x="776" y="2262"/>
                    </a:cubicBezTo>
                    <a:cubicBezTo>
                      <a:pt x="775" y="2263"/>
                      <a:pt x="775" y="2263"/>
                      <a:pt x="774" y="2263"/>
                    </a:cubicBezTo>
                    <a:cubicBezTo>
                      <a:pt x="773" y="2263"/>
                      <a:pt x="773" y="2262"/>
                      <a:pt x="772" y="2262"/>
                    </a:cubicBezTo>
                    <a:cubicBezTo>
                      <a:pt x="771" y="2262"/>
                      <a:pt x="769" y="2262"/>
                      <a:pt x="769" y="2261"/>
                    </a:cubicBezTo>
                    <a:cubicBezTo>
                      <a:pt x="769" y="2260"/>
                      <a:pt x="769" y="2258"/>
                      <a:pt x="769" y="2257"/>
                    </a:cubicBezTo>
                    <a:cubicBezTo>
                      <a:pt x="768" y="2256"/>
                      <a:pt x="768" y="2255"/>
                      <a:pt x="767" y="2254"/>
                    </a:cubicBezTo>
                    <a:cubicBezTo>
                      <a:pt x="766" y="2254"/>
                      <a:pt x="765" y="2254"/>
                      <a:pt x="764" y="2253"/>
                    </a:cubicBezTo>
                    <a:cubicBezTo>
                      <a:pt x="762" y="2253"/>
                      <a:pt x="760" y="2253"/>
                      <a:pt x="759" y="2252"/>
                    </a:cubicBezTo>
                    <a:cubicBezTo>
                      <a:pt x="756" y="2249"/>
                      <a:pt x="755" y="2244"/>
                      <a:pt x="757" y="2241"/>
                    </a:cubicBezTo>
                    <a:cubicBezTo>
                      <a:pt x="758" y="2239"/>
                      <a:pt x="760" y="2238"/>
                      <a:pt x="762" y="2238"/>
                    </a:cubicBezTo>
                    <a:cubicBezTo>
                      <a:pt x="763" y="2238"/>
                      <a:pt x="764" y="2238"/>
                      <a:pt x="766" y="2238"/>
                    </a:cubicBezTo>
                    <a:cubicBezTo>
                      <a:pt x="767" y="2238"/>
                      <a:pt x="768" y="2238"/>
                      <a:pt x="768" y="2237"/>
                    </a:cubicBezTo>
                    <a:cubicBezTo>
                      <a:pt x="769" y="2236"/>
                      <a:pt x="769" y="2235"/>
                      <a:pt x="769" y="2234"/>
                    </a:cubicBezTo>
                    <a:cubicBezTo>
                      <a:pt x="768" y="2232"/>
                      <a:pt x="768" y="2226"/>
                      <a:pt x="771" y="2227"/>
                    </a:cubicBezTo>
                    <a:cubicBezTo>
                      <a:pt x="774" y="2228"/>
                      <a:pt x="775" y="2233"/>
                      <a:pt x="778" y="2233"/>
                    </a:cubicBezTo>
                    <a:cubicBezTo>
                      <a:pt x="780" y="2234"/>
                      <a:pt x="781" y="2232"/>
                      <a:pt x="782" y="2230"/>
                    </a:cubicBezTo>
                    <a:cubicBezTo>
                      <a:pt x="782" y="2229"/>
                      <a:pt x="782" y="2227"/>
                      <a:pt x="781" y="2226"/>
                    </a:cubicBezTo>
                    <a:cubicBezTo>
                      <a:pt x="780" y="2224"/>
                      <a:pt x="780" y="2220"/>
                      <a:pt x="782" y="2219"/>
                    </a:cubicBezTo>
                    <a:cubicBezTo>
                      <a:pt x="783" y="2218"/>
                      <a:pt x="785" y="2218"/>
                      <a:pt x="786" y="2217"/>
                    </a:cubicBezTo>
                    <a:cubicBezTo>
                      <a:pt x="787" y="2216"/>
                      <a:pt x="787" y="2214"/>
                      <a:pt x="787" y="2212"/>
                    </a:cubicBezTo>
                    <a:cubicBezTo>
                      <a:pt x="786" y="2211"/>
                      <a:pt x="786" y="2211"/>
                      <a:pt x="785" y="2210"/>
                    </a:cubicBezTo>
                    <a:cubicBezTo>
                      <a:pt x="783" y="2210"/>
                      <a:pt x="781" y="2209"/>
                      <a:pt x="780" y="2208"/>
                    </a:cubicBezTo>
                    <a:cubicBezTo>
                      <a:pt x="778" y="2208"/>
                      <a:pt x="777" y="2207"/>
                      <a:pt x="776" y="2205"/>
                    </a:cubicBezTo>
                    <a:cubicBezTo>
                      <a:pt x="775" y="2203"/>
                      <a:pt x="775" y="2201"/>
                      <a:pt x="775" y="2200"/>
                    </a:cubicBezTo>
                    <a:cubicBezTo>
                      <a:pt x="775" y="2197"/>
                      <a:pt x="772" y="2196"/>
                      <a:pt x="770" y="2195"/>
                    </a:cubicBezTo>
                    <a:cubicBezTo>
                      <a:pt x="768" y="2195"/>
                      <a:pt x="767" y="2194"/>
                      <a:pt x="766" y="2194"/>
                    </a:cubicBezTo>
                    <a:cubicBezTo>
                      <a:pt x="764" y="2193"/>
                      <a:pt x="763" y="2192"/>
                      <a:pt x="761" y="2191"/>
                    </a:cubicBezTo>
                    <a:cubicBezTo>
                      <a:pt x="760" y="2190"/>
                      <a:pt x="758" y="2189"/>
                      <a:pt x="757" y="2188"/>
                    </a:cubicBezTo>
                    <a:cubicBezTo>
                      <a:pt x="756" y="2187"/>
                      <a:pt x="755" y="2185"/>
                      <a:pt x="754" y="2184"/>
                    </a:cubicBezTo>
                    <a:cubicBezTo>
                      <a:pt x="753" y="2183"/>
                      <a:pt x="753" y="2182"/>
                      <a:pt x="752" y="2181"/>
                    </a:cubicBezTo>
                    <a:cubicBezTo>
                      <a:pt x="751" y="2179"/>
                      <a:pt x="750" y="2178"/>
                      <a:pt x="750" y="2177"/>
                    </a:cubicBezTo>
                    <a:cubicBezTo>
                      <a:pt x="749" y="2176"/>
                      <a:pt x="748" y="2173"/>
                      <a:pt x="750" y="2174"/>
                    </a:cubicBezTo>
                    <a:cubicBezTo>
                      <a:pt x="751" y="2174"/>
                      <a:pt x="753" y="2175"/>
                      <a:pt x="755" y="2176"/>
                    </a:cubicBezTo>
                    <a:cubicBezTo>
                      <a:pt x="757" y="2177"/>
                      <a:pt x="760" y="2178"/>
                      <a:pt x="762" y="2178"/>
                    </a:cubicBezTo>
                    <a:cubicBezTo>
                      <a:pt x="766" y="2179"/>
                      <a:pt x="772" y="2180"/>
                      <a:pt x="775" y="2176"/>
                    </a:cubicBezTo>
                    <a:cubicBezTo>
                      <a:pt x="776" y="2174"/>
                      <a:pt x="777" y="2172"/>
                      <a:pt x="778" y="2170"/>
                    </a:cubicBezTo>
                    <a:cubicBezTo>
                      <a:pt x="778" y="2168"/>
                      <a:pt x="779" y="2166"/>
                      <a:pt x="780" y="2163"/>
                    </a:cubicBezTo>
                    <a:cubicBezTo>
                      <a:pt x="780" y="2162"/>
                      <a:pt x="781" y="2159"/>
                      <a:pt x="779" y="2158"/>
                    </a:cubicBezTo>
                    <a:cubicBezTo>
                      <a:pt x="778" y="2157"/>
                      <a:pt x="776" y="2156"/>
                      <a:pt x="775" y="2156"/>
                    </a:cubicBezTo>
                    <a:cubicBezTo>
                      <a:pt x="771" y="2155"/>
                      <a:pt x="766" y="2155"/>
                      <a:pt x="763" y="2151"/>
                    </a:cubicBezTo>
                    <a:cubicBezTo>
                      <a:pt x="762" y="2149"/>
                      <a:pt x="762" y="2147"/>
                      <a:pt x="760" y="2145"/>
                    </a:cubicBezTo>
                    <a:cubicBezTo>
                      <a:pt x="760" y="2145"/>
                      <a:pt x="760" y="2144"/>
                      <a:pt x="760" y="2144"/>
                    </a:cubicBezTo>
                    <a:cubicBezTo>
                      <a:pt x="760" y="2143"/>
                      <a:pt x="761" y="2143"/>
                      <a:pt x="762" y="2143"/>
                    </a:cubicBezTo>
                    <a:cubicBezTo>
                      <a:pt x="765" y="2142"/>
                      <a:pt x="768" y="2142"/>
                      <a:pt x="771" y="2141"/>
                    </a:cubicBezTo>
                    <a:cubicBezTo>
                      <a:pt x="775" y="2141"/>
                      <a:pt x="779" y="2140"/>
                      <a:pt x="781" y="2137"/>
                    </a:cubicBezTo>
                    <a:cubicBezTo>
                      <a:pt x="784" y="2134"/>
                      <a:pt x="785" y="2130"/>
                      <a:pt x="783" y="2127"/>
                    </a:cubicBezTo>
                    <a:cubicBezTo>
                      <a:pt x="782" y="2125"/>
                      <a:pt x="778" y="2122"/>
                      <a:pt x="779" y="2119"/>
                    </a:cubicBezTo>
                    <a:cubicBezTo>
                      <a:pt x="781" y="2117"/>
                      <a:pt x="785" y="2117"/>
                      <a:pt x="788" y="2118"/>
                    </a:cubicBezTo>
                    <a:cubicBezTo>
                      <a:pt x="791" y="2119"/>
                      <a:pt x="794" y="2120"/>
                      <a:pt x="798" y="2119"/>
                    </a:cubicBezTo>
                    <a:cubicBezTo>
                      <a:pt x="801" y="2119"/>
                      <a:pt x="806" y="2117"/>
                      <a:pt x="805" y="2113"/>
                    </a:cubicBezTo>
                    <a:cubicBezTo>
                      <a:pt x="805" y="2110"/>
                      <a:pt x="803" y="2108"/>
                      <a:pt x="802" y="2107"/>
                    </a:cubicBezTo>
                    <a:cubicBezTo>
                      <a:pt x="800" y="2105"/>
                      <a:pt x="798" y="2103"/>
                      <a:pt x="796" y="2100"/>
                    </a:cubicBezTo>
                    <a:cubicBezTo>
                      <a:pt x="794" y="2098"/>
                      <a:pt x="790" y="2094"/>
                      <a:pt x="793" y="2091"/>
                    </a:cubicBezTo>
                    <a:cubicBezTo>
                      <a:pt x="796" y="2088"/>
                      <a:pt x="800" y="2087"/>
                      <a:pt x="801" y="2084"/>
                    </a:cubicBezTo>
                    <a:cubicBezTo>
                      <a:pt x="802" y="2080"/>
                      <a:pt x="800" y="2076"/>
                      <a:pt x="798" y="2073"/>
                    </a:cubicBezTo>
                    <a:cubicBezTo>
                      <a:pt x="797" y="2072"/>
                      <a:pt x="794" y="2070"/>
                      <a:pt x="795" y="2067"/>
                    </a:cubicBezTo>
                    <a:cubicBezTo>
                      <a:pt x="796" y="2066"/>
                      <a:pt x="797" y="2066"/>
                      <a:pt x="798" y="2065"/>
                    </a:cubicBezTo>
                    <a:cubicBezTo>
                      <a:pt x="800" y="2063"/>
                      <a:pt x="801" y="2062"/>
                      <a:pt x="802" y="2061"/>
                    </a:cubicBezTo>
                    <a:cubicBezTo>
                      <a:pt x="804" y="2058"/>
                      <a:pt x="806" y="2054"/>
                      <a:pt x="809" y="2053"/>
                    </a:cubicBezTo>
                    <a:cubicBezTo>
                      <a:pt x="813" y="2051"/>
                      <a:pt x="813" y="2056"/>
                      <a:pt x="813" y="2058"/>
                    </a:cubicBezTo>
                    <a:cubicBezTo>
                      <a:pt x="813" y="2062"/>
                      <a:pt x="813" y="2066"/>
                      <a:pt x="813" y="2070"/>
                    </a:cubicBezTo>
                    <a:cubicBezTo>
                      <a:pt x="813" y="2074"/>
                      <a:pt x="812" y="2078"/>
                      <a:pt x="811" y="2083"/>
                    </a:cubicBezTo>
                    <a:cubicBezTo>
                      <a:pt x="810" y="2087"/>
                      <a:pt x="809" y="2092"/>
                      <a:pt x="811" y="2096"/>
                    </a:cubicBezTo>
                    <a:cubicBezTo>
                      <a:pt x="811" y="2098"/>
                      <a:pt x="813" y="2101"/>
                      <a:pt x="815" y="2102"/>
                    </a:cubicBezTo>
                    <a:cubicBezTo>
                      <a:pt x="817" y="2105"/>
                      <a:pt x="820" y="2105"/>
                      <a:pt x="823" y="2106"/>
                    </a:cubicBezTo>
                    <a:cubicBezTo>
                      <a:pt x="826" y="2107"/>
                      <a:pt x="829" y="2109"/>
                      <a:pt x="830" y="2113"/>
                    </a:cubicBezTo>
                    <a:cubicBezTo>
                      <a:pt x="831" y="2114"/>
                      <a:pt x="831" y="2119"/>
                      <a:pt x="829" y="2117"/>
                    </a:cubicBezTo>
                    <a:cubicBezTo>
                      <a:pt x="828" y="2116"/>
                      <a:pt x="827" y="2115"/>
                      <a:pt x="826" y="2114"/>
                    </a:cubicBezTo>
                    <a:cubicBezTo>
                      <a:pt x="825" y="2112"/>
                      <a:pt x="823" y="2111"/>
                      <a:pt x="821" y="2109"/>
                    </a:cubicBezTo>
                    <a:cubicBezTo>
                      <a:pt x="820" y="2108"/>
                      <a:pt x="816" y="2107"/>
                      <a:pt x="815" y="2110"/>
                    </a:cubicBezTo>
                    <a:cubicBezTo>
                      <a:pt x="815" y="2110"/>
                      <a:pt x="815" y="2111"/>
                      <a:pt x="815" y="2112"/>
                    </a:cubicBezTo>
                    <a:cubicBezTo>
                      <a:pt x="814" y="2114"/>
                      <a:pt x="814" y="2115"/>
                      <a:pt x="814" y="2116"/>
                    </a:cubicBezTo>
                    <a:cubicBezTo>
                      <a:pt x="813" y="2119"/>
                      <a:pt x="813" y="2122"/>
                      <a:pt x="814" y="2125"/>
                    </a:cubicBezTo>
                    <a:cubicBezTo>
                      <a:pt x="815" y="2127"/>
                      <a:pt x="816" y="2129"/>
                      <a:pt x="814" y="2130"/>
                    </a:cubicBezTo>
                    <a:cubicBezTo>
                      <a:pt x="812" y="2132"/>
                      <a:pt x="809" y="2132"/>
                      <a:pt x="807" y="2131"/>
                    </a:cubicBezTo>
                    <a:cubicBezTo>
                      <a:pt x="805" y="2130"/>
                      <a:pt x="802" y="2128"/>
                      <a:pt x="799" y="2128"/>
                    </a:cubicBezTo>
                    <a:cubicBezTo>
                      <a:pt x="796" y="2127"/>
                      <a:pt x="793" y="2128"/>
                      <a:pt x="794" y="2132"/>
                    </a:cubicBezTo>
                    <a:cubicBezTo>
                      <a:pt x="794" y="2135"/>
                      <a:pt x="797" y="2138"/>
                      <a:pt x="797" y="2141"/>
                    </a:cubicBezTo>
                    <a:cubicBezTo>
                      <a:pt x="797" y="2142"/>
                      <a:pt x="797" y="2143"/>
                      <a:pt x="796" y="2144"/>
                    </a:cubicBezTo>
                    <a:cubicBezTo>
                      <a:pt x="795" y="2146"/>
                      <a:pt x="793" y="2147"/>
                      <a:pt x="794" y="2149"/>
                    </a:cubicBezTo>
                    <a:cubicBezTo>
                      <a:pt x="795" y="2151"/>
                      <a:pt x="798" y="2150"/>
                      <a:pt x="799" y="2151"/>
                    </a:cubicBezTo>
                    <a:cubicBezTo>
                      <a:pt x="800" y="2152"/>
                      <a:pt x="800" y="2154"/>
                      <a:pt x="800" y="2155"/>
                    </a:cubicBezTo>
                    <a:cubicBezTo>
                      <a:pt x="800" y="2156"/>
                      <a:pt x="800" y="2158"/>
                      <a:pt x="799" y="2159"/>
                    </a:cubicBezTo>
                    <a:cubicBezTo>
                      <a:pt x="798" y="2159"/>
                      <a:pt x="797" y="2160"/>
                      <a:pt x="796" y="2161"/>
                    </a:cubicBezTo>
                    <a:cubicBezTo>
                      <a:pt x="796" y="2163"/>
                      <a:pt x="797" y="2165"/>
                      <a:pt x="797" y="2167"/>
                    </a:cubicBezTo>
                    <a:cubicBezTo>
                      <a:pt x="797" y="2168"/>
                      <a:pt x="797" y="2170"/>
                      <a:pt x="798" y="2171"/>
                    </a:cubicBezTo>
                    <a:cubicBezTo>
                      <a:pt x="800" y="2174"/>
                      <a:pt x="803" y="2176"/>
                      <a:pt x="803" y="2179"/>
                    </a:cubicBezTo>
                    <a:cubicBezTo>
                      <a:pt x="802" y="2180"/>
                      <a:pt x="802" y="2182"/>
                      <a:pt x="801" y="2183"/>
                    </a:cubicBezTo>
                    <a:cubicBezTo>
                      <a:pt x="800" y="2184"/>
                      <a:pt x="799" y="2185"/>
                      <a:pt x="798" y="2186"/>
                    </a:cubicBezTo>
                    <a:cubicBezTo>
                      <a:pt x="795" y="2188"/>
                      <a:pt x="796" y="2193"/>
                      <a:pt x="799" y="2193"/>
                    </a:cubicBezTo>
                    <a:cubicBezTo>
                      <a:pt x="803" y="2193"/>
                      <a:pt x="804" y="2191"/>
                      <a:pt x="805" y="2188"/>
                    </a:cubicBezTo>
                    <a:cubicBezTo>
                      <a:pt x="806" y="2187"/>
                      <a:pt x="807" y="2186"/>
                      <a:pt x="808" y="2185"/>
                    </a:cubicBezTo>
                    <a:cubicBezTo>
                      <a:pt x="809" y="2185"/>
                      <a:pt x="811" y="2184"/>
                      <a:pt x="812" y="2184"/>
                    </a:cubicBezTo>
                    <a:cubicBezTo>
                      <a:pt x="813" y="2183"/>
                      <a:pt x="813" y="2181"/>
                      <a:pt x="814" y="2179"/>
                    </a:cubicBezTo>
                    <a:cubicBezTo>
                      <a:pt x="814" y="2178"/>
                      <a:pt x="815" y="2174"/>
                      <a:pt x="818" y="2174"/>
                    </a:cubicBezTo>
                    <a:cubicBezTo>
                      <a:pt x="821" y="2174"/>
                      <a:pt x="818" y="2181"/>
                      <a:pt x="818" y="2182"/>
                    </a:cubicBezTo>
                    <a:cubicBezTo>
                      <a:pt x="817" y="2184"/>
                      <a:pt x="816" y="2185"/>
                      <a:pt x="816" y="2186"/>
                    </a:cubicBezTo>
                    <a:cubicBezTo>
                      <a:pt x="815" y="2188"/>
                      <a:pt x="815" y="2189"/>
                      <a:pt x="815" y="2190"/>
                    </a:cubicBezTo>
                    <a:cubicBezTo>
                      <a:pt x="813" y="2193"/>
                      <a:pt x="814" y="2195"/>
                      <a:pt x="812" y="2198"/>
                    </a:cubicBezTo>
                    <a:cubicBezTo>
                      <a:pt x="811" y="2199"/>
                      <a:pt x="811" y="2200"/>
                      <a:pt x="811" y="2202"/>
                    </a:cubicBezTo>
                    <a:cubicBezTo>
                      <a:pt x="811" y="2203"/>
                      <a:pt x="811" y="2205"/>
                      <a:pt x="811" y="2206"/>
                    </a:cubicBezTo>
                    <a:cubicBezTo>
                      <a:pt x="812" y="2211"/>
                      <a:pt x="818" y="2213"/>
                      <a:pt x="819" y="2218"/>
                    </a:cubicBezTo>
                    <a:cubicBezTo>
                      <a:pt x="819" y="2220"/>
                      <a:pt x="818" y="2220"/>
                      <a:pt x="816" y="2220"/>
                    </a:cubicBezTo>
                    <a:cubicBezTo>
                      <a:pt x="814" y="2219"/>
                      <a:pt x="812" y="2218"/>
                      <a:pt x="810" y="2217"/>
                    </a:cubicBezTo>
                    <a:cubicBezTo>
                      <a:pt x="807" y="2216"/>
                      <a:pt x="804" y="2217"/>
                      <a:pt x="801" y="2219"/>
                    </a:cubicBezTo>
                    <a:cubicBezTo>
                      <a:pt x="800" y="2220"/>
                      <a:pt x="797" y="2223"/>
                      <a:pt x="800" y="2224"/>
                    </a:cubicBezTo>
                    <a:cubicBezTo>
                      <a:pt x="802" y="2224"/>
                      <a:pt x="804" y="2224"/>
                      <a:pt x="806" y="2225"/>
                    </a:cubicBezTo>
                    <a:cubicBezTo>
                      <a:pt x="808" y="2225"/>
                      <a:pt x="809" y="2225"/>
                      <a:pt x="810" y="2226"/>
                    </a:cubicBezTo>
                    <a:cubicBezTo>
                      <a:pt x="811" y="2226"/>
                      <a:pt x="815" y="2228"/>
                      <a:pt x="814" y="2229"/>
                    </a:cubicBezTo>
                    <a:cubicBezTo>
                      <a:pt x="814" y="2230"/>
                      <a:pt x="812" y="2230"/>
                      <a:pt x="812" y="2230"/>
                    </a:cubicBezTo>
                    <a:cubicBezTo>
                      <a:pt x="811" y="2230"/>
                      <a:pt x="810" y="2230"/>
                      <a:pt x="810" y="2231"/>
                    </a:cubicBezTo>
                    <a:cubicBezTo>
                      <a:pt x="809" y="2231"/>
                      <a:pt x="808" y="2233"/>
                      <a:pt x="809" y="2234"/>
                    </a:cubicBezTo>
                    <a:cubicBezTo>
                      <a:pt x="810" y="2235"/>
                      <a:pt x="812" y="2235"/>
                      <a:pt x="812" y="2236"/>
                    </a:cubicBezTo>
                    <a:cubicBezTo>
                      <a:pt x="812" y="2238"/>
                      <a:pt x="809" y="2238"/>
                      <a:pt x="808" y="2239"/>
                    </a:cubicBezTo>
                    <a:cubicBezTo>
                      <a:pt x="807" y="2240"/>
                      <a:pt x="807" y="2240"/>
                      <a:pt x="808" y="2242"/>
                    </a:cubicBezTo>
                    <a:cubicBezTo>
                      <a:pt x="811" y="2243"/>
                      <a:pt x="815" y="2243"/>
                      <a:pt x="819" y="2243"/>
                    </a:cubicBezTo>
                    <a:cubicBezTo>
                      <a:pt x="822" y="2243"/>
                      <a:pt x="824" y="2244"/>
                      <a:pt x="824" y="2247"/>
                    </a:cubicBezTo>
                    <a:cubicBezTo>
                      <a:pt x="824" y="2252"/>
                      <a:pt x="820" y="2253"/>
                      <a:pt x="817" y="2254"/>
                    </a:cubicBezTo>
                    <a:cubicBezTo>
                      <a:pt x="814" y="2254"/>
                      <a:pt x="808" y="2254"/>
                      <a:pt x="809" y="2259"/>
                    </a:cubicBezTo>
                    <a:cubicBezTo>
                      <a:pt x="809" y="2262"/>
                      <a:pt x="812" y="2265"/>
                      <a:pt x="814" y="2267"/>
                    </a:cubicBezTo>
                    <a:cubicBezTo>
                      <a:pt x="816" y="2269"/>
                      <a:pt x="814" y="2271"/>
                      <a:pt x="814" y="2273"/>
                    </a:cubicBezTo>
                    <a:cubicBezTo>
                      <a:pt x="814" y="2276"/>
                      <a:pt x="817" y="2278"/>
                      <a:pt x="819" y="2280"/>
                    </a:cubicBezTo>
                    <a:cubicBezTo>
                      <a:pt x="821" y="2282"/>
                      <a:pt x="822" y="2285"/>
                      <a:pt x="823" y="2287"/>
                    </a:cubicBezTo>
                    <a:cubicBezTo>
                      <a:pt x="826" y="2290"/>
                      <a:pt x="830" y="2292"/>
                      <a:pt x="831" y="2296"/>
                    </a:cubicBezTo>
                    <a:cubicBezTo>
                      <a:pt x="832" y="2299"/>
                      <a:pt x="830" y="2301"/>
                      <a:pt x="828" y="2303"/>
                    </a:cubicBezTo>
                    <a:cubicBezTo>
                      <a:pt x="826" y="2305"/>
                      <a:pt x="827" y="2308"/>
                      <a:pt x="827" y="2310"/>
                    </a:cubicBezTo>
                    <a:cubicBezTo>
                      <a:pt x="827" y="2312"/>
                      <a:pt x="827" y="2313"/>
                      <a:pt x="827" y="2315"/>
                    </a:cubicBezTo>
                    <a:cubicBezTo>
                      <a:pt x="827" y="2316"/>
                      <a:pt x="827" y="2317"/>
                      <a:pt x="828" y="2318"/>
                    </a:cubicBezTo>
                    <a:cubicBezTo>
                      <a:pt x="829" y="2319"/>
                      <a:pt x="831" y="2319"/>
                      <a:pt x="833" y="2319"/>
                    </a:cubicBezTo>
                    <a:cubicBezTo>
                      <a:pt x="835" y="2320"/>
                      <a:pt x="837" y="2320"/>
                      <a:pt x="839" y="2321"/>
                    </a:cubicBezTo>
                    <a:cubicBezTo>
                      <a:pt x="840" y="2321"/>
                      <a:pt x="842" y="2322"/>
                      <a:pt x="842" y="2324"/>
                    </a:cubicBezTo>
                    <a:cubicBezTo>
                      <a:pt x="842" y="2325"/>
                      <a:pt x="841" y="2326"/>
                      <a:pt x="840" y="2327"/>
                    </a:cubicBezTo>
                    <a:cubicBezTo>
                      <a:pt x="837" y="2331"/>
                      <a:pt x="834" y="2332"/>
                      <a:pt x="830" y="2333"/>
                    </a:cubicBezTo>
                    <a:cubicBezTo>
                      <a:pt x="827" y="2333"/>
                      <a:pt x="825" y="2333"/>
                      <a:pt x="823" y="2333"/>
                    </a:cubicBezTo>
                    <a:cubicBezTo>
                      <a:pt x="821" y="2333"/>
                      <a:pt x="819" y="2333"/>
                      <a:pt x="818" y="2334"/>
                    </a:cubicBezTo>
                    <a:cubicBezTo>
                      <a:pt x="817" y="2336"/>
                      <a:pt x="817" y="2338"/>
                      <a:pt x="817" y="2339"/>
                    </a:cubicBezTo>
                    <a:close/>
                    <a:moveTo>
                      <a:pt x="847" y="1925"/>
                    </a:moveTo>
                    <a:cubicBezTo>
                      <a:pt x="845" y="1926"/>
                      <a:pt x="842" y="1926"/>
                      <a:pt x="840" y="1923"/>
                    </a:cubicBezTo>
                    <a:cubicBezTo>
                      <a:pt x="838" y="1920"/>
                      <a:pt x="838" y="1916"/>
                      <a:pt x="835" y="1914"/>
                    </a:cubicBezTo>
                    <a:cubicBezTo>
                      <a:pt x="833" y="1911"/>
                      <a:pt x="830" y="1910"/>
                      <a:pt x="826" y="1909"/>
                    </a:cubicBezTo>
                    <a:cubicBezTo>
                      <a:pt x="823" y="1908"/>
                      <a:pt x="821" y="1905"/>
                      <a:pt x="820" y="1902"/>
                    </a:cubicBezTo>
                    <a:cubicBezTo>
                      <a:pt x="818" y="1900"/>
                      <a:pt x="818" y="1896"/>
                      <a:pt x="816" y="1894"/>
                    </a:cubicBezTo>
                    <a:cubicBezTo>
                      <a:pt x="815" y="1893"/>
                      <a:pt x="811" y="1891"/>
                      <a:pt x="809" y="1893"/>
                    </a:cubicBezTo>
                    <a:cubicBezTo>
                      <a:pt x="807" y="1895"/>
                      <a:pt x="811" y="1899"/>
                      <a:pt x="811" y="1902"/>
                    </a:cubicBezTo>
                    <a:cubicBezTo>
                      <a:pt x="810" y="1905"/>
                      <a:pt x="806" y="1903"/>
                      <a:pt x="804" y="1904"/>
                    </a:cubicBezTo>
                    <a:cubicBezTo>
                      <a:pt x="800" y="1905"/>
                      <a:pt x="802" y="1910"/>
                      <a:pt x="803" y="1913"/>
                    </a:cubicBezTo>
                    <a:cubicBezTo>
                      <a:pt x="805" y="1916"/>
                      <a:pt x="808" y="1919"/>
                      <a:pt x="808" y="1923"/>
                    </a:cubicBezTo>
                    <a:cubicBezTo>
                      <a:pt x="808" y="1925"/>
                      <a:pt x="808" y="1927"/>
                      <a:pt x="807" y="1928"/>
                    </a:cubicBezTo>
                    <a:cubicBezTo>
                      <a:pt x="806" y="1929"/>
                      <a:pt x="805" y="1929"/>
                      <a:pt x="804" y="1928"/>
                    </a:cubicBezTo>
                    <a:cubicBezTo>
                      <a:pt x="802" y="1927"/>
                      <a:pt x="801" y="1926"/>
                      <a:pt x="800" y="1925"/>
                    </a:cubicBezTo>
                    <a:cubicBezTo>
                      <a:pt x="798" y="1925"/>
                      <a:pt x="798" y="1926"/>
                      <a:pt x="798" y="1928"/>
                    </a:cubicBezTo>
                    <a:cubicBezTo>
                      <a:pt x="800" y="1934"/>
                      <a:pt x="805" y="1938"/>
                      <a:pt x="810" y="1942"/>
                    </a:cubicBezTo>
                    <a:cubicBezTo>
                      <a:pt x="812" y="1943"/>
                      <a:pt x="815" y="1944"/>
                      <a:pt x="816" y="1946"/>
                    </a:cubicBezTo>
                    <a:cubicBezTo>
                      <a:pt x="818" y="1947"/>
                      <a:pt x="819" y="1949"/>
                      <a:pt x="821" y="1951"/>
                    </a:cubicBezTo>
                    <a:cubicBezTo>
                      <a:pt x="820" y="1951"/>
                      <a:pt x="819" y="1952"/>
                      <a:pt x="818" y="1952"/>
                    </a:cubicBezTo>
                    <a:cubicBezTo>
                      <a:pt x="817" y="1952"/>
                      <a:pt x="815" y="1951"/>
                      <a:pt x="814" y="1950"/>
                    </a:cubicBezTo>
                    <a:cubicBezTo>
                      <a:pt x="812" y="1948"/>
                      <a:pt x="810" y="1947"/>
                      <a:pt x="809" y="1945"/>
                    </a:cubicBezTo>
                    <a:cubicBezTo>
                      <a:pt x="808" y="1944"/>
                      <a:pt x="807" y="1943"/>
                      <a:pt x="805" y="1942"/>
                    </a:cubicBezTo>
                    <a:cubicBezTo>
                      <a:pt x="803" y="1941"/>
                      <a:pt x="800" y="1939"/>
                      <a:pt x="798" y="1941"/>
                    </a:cubicBezTo>
                    <a:cubicBezTo>
                      <a:pt x="796" y="1943"/>
                      <a:pt x="796" y="1946"/>
                      <a:pt x="793" y="1948"/>
                    </a:cubicBezTo>
                    <a:cubicBezTo>
                      <a:pt x="791" y="1949"/>
                      <a:pt x="790" y="1949"/>
                      <a:pt x="789" y="1951"/>
                    </a:cubicBezTo>
                    <a:cubicBezTo>
                      <a:pt x="788" y="1953"/>
                      <a:pt x="788" y="1955"/>
                      <a:pt x="788" y="1957"/>
                    </a:cubicBezTo>
                    <a:cubicBezTo>
                      <a:pt x="788" y="1959"/>
                      <a:pt x="789" y="1961"/>
                      <a:pt x="789" y="1963"/>
                    </a:cubicBezTo>
                    <a:cubicBezTo>
                      <a:pt x="791" y="1967"/>
                      <a:pt x="782" y="1963"/>
                      <a:pt x="780" y="1962"/>
                    </a:cubicBezTo>
                    <a:cubicBezTo>
                      <a:pt x="779" y="1960"/>
                      <a:pt x="779" y="1959"/>
                      <a:pt x="777" y="1957"/>
                    </a:cubicBezTo>
                    <a:cubicBezTo>
                      <a:pt x="776" y="1956"/>
                      <a:pt x="775" y="1956"/>
                      <a:pt x="774" y="1955"/>
                    </a:cubicBezTo>
                    <a:cubicBezTo>
                      <a:pt x="773" y="1953"/>
                      <a:pt x="774" y="1951"/>
                      <a:pt x="776" y="1950"/>
                    </a:cubicBezTo>
                    <a:cubicBezTo>
                      <a:pt x="778" y="1949"/>
                      <a:pt x="780" y="1950"/>
                      <a:pt x="783" y="1949"/>
                    </a:cubicBezTo>
                    <a:cubicBezTo>
                      <a:pt x="786" y="1947"/>
                      <a:pt x="783" y="1942"/>
                      <a:pt x="783" y="1939"/>
                    </a:cubicBezTo>
                    <a:cubicBezTo>
                      <a:pt x="782" y="1938"/>
                      <a:pt x="783" y="1936"/>
                      <a:pt x="782" y="1934"/>
                    </a:cubicBezTo>
                    <a:cubicBezTo>
                      <a:pt x="782" y="1932"/>
                      <a:pt x="782" y="1930"/>
                      <a:pt x="783" y="1928"/>
                    </a:cubicBezTo>
                    <a:cubicBezTo>
                      <a:pt x="785" y="1926"/>
                      <a:pt x="787" y="1925"/>
                      <a:pt x="788" y="1923"/>
                    </a:cubicBezTo>
                    <a:cubicBezTo>
                      <a:pt x="790" y="1921"/>
                      <a:pt x="790" y="1919"/>
                      <a:pt x="790" y="1917"/>
                    </a:cubicBezTo>
                    <a:cubicBezTo>
                      <a:pt x="790" y="1916"/>
                      <a:pt x="790" y="1913"/>
                      <a:pt x="789" y="1912"/>
                    </a:cubicBezTo>
                    <a:cubicBezTo>
                      <a:pt x="788" y="1911"/>
                      <a:pt x="786" y="1911"/>
                      <a:pt x="784" y="1912"/>
                    </a:cubicBezTo>
                    <a:cubicBezTo>
                      <a:pt x="781" y="1913"/>
                      <a:pt x="778" y="1915"/>
                      <a:pt x="776" y="1918"/>
                    </a:cubicBezTo>
                    <a:cubicBezTo>
                      <a:pt x="772" y="1921"/>
                      <a:pt x="769" y="1916"/>
                      <a:pt x="769" y="1912"/>
                    </a:cubicBezTo>
                    <a:cubicBezTo>
                      <a:pt x="769" y="1911"/>
                      <a:pt x="769" y="1908"/>
                      <a:pt x="770" y="1907"/>
                    </a:cubicBezTo>
                    <a:cubicBezTo>
                      <a:pt x="771" y="1904"/>
                      <a:pt x="774" y="1904"/>
                      <a:pt x="776" y="1904"/>
                    </a:cubicBezTo>
                    <a:cubicBezTo>
                      <a:pt x="778" y="1903"/>
                      <a:pt x="779" y="1902"/>
                      <a:pt x="780" y="1900"/>
                    </a:cubicBezTo>
                    <a:cubicBezTo>
                      <a:pt x="781" y="1898"/>
                      <a:pt x="782" y="1898"/>
                      <a:pt x="783" y="1897"/>
                    </a:cubicBezTo>
                    <a:cubicBezTo>
                      <a:pt x="785" y="1896"/>
                      <a:pt x="786" y="1894"/>
                      <a:pt x="784" y="1893"/>
                    </a:cubicBezTo>
                    <a:cubicBezTo>
                      <a:pt x="783" y="1892"/>
                      <a:pt x="780" y="1892"/>
                      <a:pt x="779" y="1890"/>
                    </a:cubicBezTo>
                    <a:cubicBezTo>
                      <a:pt x="778" y="1888"/>
                      <a:pt x="780" y="1886"/>
                      <a:pt x="781" y="1885"/>
                    </a:cubicBezTo>
                    <a:cubicBezTo>
                      <a:pt x="783" y="1885"/>
                      <a:pt x="784" y="1886"/>
                      <a:pt x="786" y="1887"/>
                    </a:cubicBezTo>
                    <a:cubicBezTo>
                      <a:pt x="787" y="1888"/>
                      <a:pt x="788" y="1888"/>
                      <a:pt x="790" y="1888"/>
                    </a:cubicBezTo>
                    <a:cubicBezTo>
                      <a:pt x="792" y="1888"/>
                      <a:pt x="794" y="1889"/>
                      <a:pt x="795" y="1888"/>
                    </a:cubicBezTo>
                    <a:cubicBezTo>
                      <a:pt x="797" y="1888"/>
                      <a:pt x="797" y="1886"/>
                      <a:pt x="796" y="1884"/>
                    </a:cubicBezTo>
                    <a:cubicBezTo>
                      <a:pt x="796" y="1882"/>
                      <a:pt x="794" y="1880"/>
                      <a:pt x="792" y="1879"/>
                    </a:cubicBezTo>
                    <a:cubicBezTo>
                      <a:pt x="790" y="1878"/>
                      <a:pt x="788" y="1878"/>
                      <a:pt x="786" y="1877"/>
                    </a:cubicBezTo>
                    <a:cubicBezTo>
                      <a:pt x="784" y="1876"/>
                      <a:pt x="782" y="1874"/>
                      <a:pt x="780" y="1873"/>
                    </a:cubicBezTo>
                    <a:cubicBezTo>
                      <a:pt x="778" y="1871"/>
                      <a:pt x="776" y="1870"/>
                      <a:pt x="774" y="1868"/>
                    </a:cubicBezTo>
                    <a:cubicBezTo>
                      <a:pt x="773" y="1867"/>
                      <a:pt x="773" y="1865"/>
                      <a:pt x="773" y="1863"/>
                    </a:cubicBezTo>
                    <a:cubicBezTo>
                      <a:pt x="773" y="1861"/>
                      <a:pt x="772" y="1860"/>
                      <a:pt x="771" y="1858"/>
                    </a:cubicBezTo>
                    <a:cubicBezTo>
                      <a:pt x="770" y="1857"/>
                      <a:pt x="769" y="1856"/>
                      <a:pt x="768" y="1854"/>
                    </a:cubicBezTo>
                    <a:cubicBezTo>
                      <a:pt x="767" y="1853"/>
                      <a:pt x="765" y="1852"/>
                      <a:pt x="764" y="1852"/>
                    </a:cubicBezTo>
                    <a:cubicBezTo>
                      <a:pt x="763" y="1851"/>
                      <a:pt x="763" y="1852"/>
                      <a:pt x="762" y="1852"/>
                    </a:cubicBezTo>
                    <a:cubicBezTo>
                      <a:pt x="761" y="1851"/>
                      <a:pt x="761" y="1851"/>
                      <a:pt x="760" y="1851"/>
                    </a:cubicBezTo>
                    <a:cubicBezTo>
                      <a:pt x="759" y="1850"/>
                      <a:pt x="758" y="1849"/>
                      <a:pt x="756" y="1849"/>
                    </a:cubicBezTo>
                    <a:cubicBezTo>
                      <a:pt x="756" y="1849"/>
                      <a:pt x="756" y="1849"/>
                      <a:pt x="756" y="1849"/>
                    </a:cubicBezTo>
                    <a:cubicBezTo>
                      <a:pt x="756" y="1849"/>
                      <a:pt x="755" y="1849"/>
                      <a:pt x="755" y="1849"/>
                    </a:cubicBezTo>
                    <a:cubicBezTo>
                      <a:pt x="754" y="1849"/>
                      <a:pt x="753" y="1848"/>
                      <a:pt x="753" y="1848"/>
                    </a:cubicBezTo>
                    <a:cubicBezTo>
                      <a:pt x="751" y="1847"/>
                      <a:pt x="750" y="1847"/>
                      <a:pt x="749" y="1846"/>
                    </a:cubicBezTo>
                    <a:cubicBezTo>
                      <a:pt x="748" y="1845"/>
                      <a:pt x="747" y="1844"/>
                      <a:pt x="746" y="1844"/>
                    </a:cubicBezTo>
                    <a:cubicBezTo>
                      <a:pt x="743" y="1842"/>
                      <a:pt x="741" y="1840"/>
                      <a:pt x="738" y="1840"/>
                    </a:cubicBezTo>
                    <a:cubicBezTo>
                      <a:pt x="738" y="1840"/>
                      <a:pt x="738" y="1840"/>
                      <a:pt x="738" y="1840"/>
                    </a:cubicBezTo>
                    <a:cubicBezTo>
                      <a:pt x="737" y="1840"/>
                      <a:pt x="736" y="1840"/>
                      <a:pt x="735" y="1840"/>
                    </a:cubicBezTo>
                    <a:cubicBezTo>
                      <a:pt x="733" y="1841"/>
                      <a:pt x="733" y="1842"/>
                      <a:pt x="733" y="1844"/>
                    </a:cubicBezTo>
                    <a:cubicBezTo>
                      <a:pt x="733" y="1845"/>
                      <a:pt x="734" y="1845"/>
                      <a:pt x="734" y="1846"/>
                    </a:cubicBezTo>
                    <a:cubicBezTo>
                      <a:pt x="734" y="1847"/>
                      <a:pt x="734" y="1849"/>
                      <a:pt x="733" y="1850"/>
                    </a:cubicBezTo>
                    <a:cubicBezTo>
                      <a:pt x="733" y="1852"/>
                      <a:pt x="733" y="1854"/>
                      <a:pt x="732" y="1856"/>
                    </a:cubicBezTo>
                    <a:cubicBezTo>
                      <a:pt x="731" y="1857"/>
                      <a:pt x="731" y="1858"/>
                      <a:pt x="729" y="1858"/>
                    </a:cubicBezTo>
                    <a:cubicBezTo>
                      <a:pt x="728" y="1858"/>
                      <a:pt x="728" y="1858"/>
                      <a:pt x="727" y="1857"/>
                    </a:cubicBezTo>
                    <a:cubicBezTo>
                      <a:pt x="726" y="1855"/>
                      <a:pt x="725" y="1853"/>
                      <a:pt x="725" y="1851"/>
                    </a:cubicBezTo>
                    <a:cubicBezTo>
                      <a:pt x="724" y="1850"/>
                      <a:pt x="724" y="1848"/>
                      <a:pt x="725" y="1846"/>
                    </a:cubicBezTo>
                    <a:cubicBezTo>
                      <a:pt x="725" y="1845"/>
                      <a:pt x="725" y="1843"/>
                      <a:pt x="724" y="1841"/>
                    </a:cubicBezTo>
                    <a:cubicBezTo>
                      <a:pt x="722" y="1839"/>
                      <a:pt x="720" y="1838"/>
                      <a:pt x="718" y="1837"/>
                    </a:cubicBezTo>
                    <a:cubicBezTo>
                      <a:pt x="716" y="1836"/>
                      <a:pt x="713" y="1835"/>
                      <a:pt x="712" y="1834"/>
                    </a:cubicBezTo>
                    <a:cubicBezTo>
                      <a:pt x="712" y="1833"/>
                      <a:pt x="713" y="1832"/>
                      <a:pt x="714" y="1831"/>
                    </a:cubicBezTo>
                    <a:cubicBezTo>
                      <a:pt x="715" y="1829"/>
                      <a:pt x="716" y="1828"/>
                      <a:pt x="716" y="1826"/>
                    </a:cubicBezTo>
                    <a:cubicBezTo>
                      <a:pt x="717" y="1825"/>
                      <a:pt x="716" y="1822"/>
                      <a:pt x="717" y="1822"/>
                    </a:cubicBezTo>
                    <a:cubicBezTo>
                      <a:pt x="718" y="1821"/>
                      <a:pt x="720" y="1823"/>
                      <a:pt x="721" y="1823"/>
                    </a:cubicBezTo>
                    <a:cubicBezTo>
                      <a:pt x="723" y="1824"/>
                      <a:pt x="725" y="1826"/>
                      <a:pt x="727" y="1826"/>
                    </a:cubicBezTo>
                    <a:cubicBezTo>
                      <a:pt x="729" y="1826"/>
                      <a:pt x="729" y="1824"/>
                      <a:pt x="728" y="1823"/>
                    </a:cubicBezTo>
                    <a:cubicBezTo>
                      <a:pt x="727" y="1820"/>
                      <a:pt x="726" y="1817"/>
                      <a:pt x="724" y="1814"/>
                    </a:cubicBezTo>
                    <a:cubicBezTo>
                      <a:pt x="724" y="1812"/>
                      <a:pt x="722" y="1809"/>
                      <a:pt x="724" y="1807"/>
                    </a:cubicBezTo>
                    <a:cubicBezTo>
                      <a:pt x="725" y="1805"/>
                      <a:pt x="727" y="1805"/>
                      <a:pt x="728" y="1806"/>
                    </a:cubicBezTo>
                    <a:cubicBezTo>
                      <a:pt x="732" y="1809"/>
                      <a:pt x="734" y="1815"/>
                      <a:pt x="738" y="1819"/>
                    </a:cubicBezTo>
                    <a:cubicBezTo>
                      <a:pt x="742" y="1822"/>
                      <a:pt x="748" y="1824"/>
                      <a:pt x="752" y="1829"/>
                    </a:cubicBezTo>
                    <a:cubicBezTo>
                      <a:pt x="755" y="1832"/>
                      <a:pt x="755" y="1838"/>
                      <a:pt x="759" y="1841"/>
                    </a:cubicBezTo>
                    <a:cubicBezTo>
                      <a:pt x="760" y="1843"/>
                      <a:pt x="763" y="1843"/>
                      <a:pt x="764" y="1843"/>
                    </a:cubicBezTo>
                    <a:cubicBezTo>
                      <a:pt x="766" y="1842"/>
                      <a:pt x="767" y="1841"/>
                      <a:pt x="766" y="1839"/>
                    </a:cubicBezTo>
                    <a:cubicBezTo>
                      <a:pt x="766" y="1836"/>
                      <a:pt x="760" y="1825"/>
                      <a:pt x="765" y="1824"/>
                    </a:cubicBezTo>
                    <a:cubicBezTo>
                      <a:pt x="767" y="1823"/>
                      <a:pt x="770" y="1826"/>
                      <a:pt x="772" y="1827"/>
                    </a:cubicBezTo>
                    <a:cubicBezTo>
                      <a:pt x="774" y="1829"/>
                      <a:pt x="775" y="1832"/>
                      <a:pt x="776" y="1835"/>
                    </a:cubicBezTo>
                    <a:cubicBezTo>
                      <a:pt x="776" y="1837"/>
                      <a:pt x="776" y="1839"/>
                      <a:pt x="777" y="1842"/>
                    </a:cubicBezTo>
                    <a:cubicBezTo>
                      <a:pt x="778" y="1844"/>
                      <a:pt x="780" y="1845"/>
                      <a:pt x="782" y="1847"/>
                    </a:cubicBezTo>
                    <a:cubicBezTo>
                      <a:pt x="785" y="1850"/>
                      <a:pt x="789" y="1853"/>
                      <a:pt x="788" y="1858"/>
                    </a:cubicBezTo>
                    <a:cubicBezTo>
                      <a:pt x="788" y="1860"/>
                      <a:pt x="788" y="1862"/>
                      <a:pt x="789" y="1863"/>
                    </a:cubicBezTo>
                    <a:cubicBezTo>
                      <a:pt x="790" y="1865"/>
                      <a:pt x="792" y="1867"/>
                      <a:pt x="794" y="1868"/>
                    </a:cubicBezTo>
                    <a:cubicBezTo>
                      <a:pt x="796" y="1869"/>
                      <a:pt x="798" y="1871"/>
                      <a:pt x="800" y="1873"/>
                    </a:cubicBezTo>
                    <a:cubicBezTo>
                      <a:pt x="802" y="1874"/>
                      <a:pt x="803" y="1876"/>
                      <a:pt x="803" y="1878"/>
                    </a:cubicBezTo>
                    <a:cubicBezTo>
                      <a:pt x="805" y="1884"/>
                      <a:pt x="808" y="1887"/>
                      <a:pt x="813" y="1889"/>
                    </a:cubicBezTo>
                    <a:cubicBezTo>
                      <a:pt x="818" y="1891"/>
                      <a:pt x="824" y="1892"/>
                      <a:pt x="830" y="1894"/>
                    </a:cubicBezTo>
                    <a:cubicBezTo>
                      <a:pt x="838" y="1899"/>
                      <a:pt x="842" y="1908"/>
                      <a:pt x="850" y="1912"/>
                    </a:cubicBezTo>
                    <a:cubicBezTo>
                      <a:pt x="852" y="1913"/>
                      <a:pt x="854" y="1914"/>
                      <a:pt x="856" y="1915"/>
                    </a:cubicBezTo>
                    <a:cubicBezTo>
                      <a:pt x="858" y="1918"/>
                      <a:pt x="859" y="1921"/>
                      <a:pt x="856" y="1922"/>
                    </a:cubicBezTo>
                    <a:cubicBezTo>
                      <a:pt x="853" y="1924"/>
                      <a:pt x="850" y="1924"/>
                      <a:pt x="847" y="1925"/>
                    </a:cubicBezTo>
                    <a:close/>
                    <a:moveTo>
                      <a:pt x="877" y="1961"/>
                    </a:moveTo>
                    <a:cubicBezTo>
                      <a:pt x="875" y="1960"/>
                      <a:pt x="872" y="1958"/>
                      <a:pt x="869" y="1956"/>
                    </a:cubicBezTo>
                    <a:cubicBezTo>
                      <a:pt x="868" y="1955"/>
                      <a:pt x="867" y="1954"/>
                      <a:pt x="865" y="1953"/>
                    </a:cubicBezTo>
                    <a:cubicBezTo>
                      <a:pt x="864" y="1952"/>
                      <a:pt x="862" y="1951"/>
                      <a:pt x="860" y="1950"/>
                    </a:cubicBezTo>
                    <a:cubicBezTo>
                      <a:pt x="857" y="1949"/>
                      <a:pt x="852" y="1945"/>
                      <a:pt x="854" y="1941"/>
                    </a:cubicBezTo>
                    <a:cubicBezTo>
                      <a:pt x="856" y="1937"/>
                      <a:pt x="863" y="1940"/>
                      <a:pt x="866" y="1941"/>
                    </a:cubicBezTo>
                    <a:cubicBezTo>
                      <a:pt x="869" y="1941"/>
                      <a:pt x="877" y="1944"/>
                      <a:pt x="878" y="1940"/>
                    </a:cubicBezTo>
                    <a:cubicBezTo>
                      <a:pt x="879" y="1938"/>
                      <a:pt x="877" y="1935"/>
                      <a:pt x="877" y="1934"/>
                    </a:cubicBezTo>
                    <a:cubicBezTo>
                      <a:pt x="876" y="1931"/>
                      <a:pt x="874" y="1929"/>
                      <a:pt x="873" y="1926"/>
                    </a:cubicBezTo>
                    <a:cubicBezTo>
                      <a:pt x="871" y="1922"/>
                      <a:pt x="869" y="1918"/>
                      <a:pt x="866" y="1914"/>
                    </a:cubicBezTo>
                    <a:cubicBezTo>
                      <a:pt x="862" y="1910"/>
                      <a:pt x="858" y="1906"/>
                      <a:pt x="856" y="1901"/>
                    </a:cubicBezTo>
                    <a:cubicBezTo>
                      <a:pt x="853" y="1898"/>
                      <a:pt x="850" y="1894"/>
                      <a:pt x="848" y="1890"/>
                    </a:cubicBezTo>
                    <a:cubicBezTo>
                      <a:pt x="847" y="1889"/>
                      <a:pt x="843" y="1884"/>
                      <a:pt x="845" y="1883"/>
                    </a:cubicBezTo>
                    <a:cubicBezTo>
                      <a:pt x="846" y="1883"/>
                      <a:pt x="848" y="1884"/>
                      <a:pt x="849" y="1885"/>
                    </a:cubicBezTo>
                    <a:cubicBezTo>
                      <a:pt x="852" y="1886"/>
                      <a:pt x="854" y="1887"/>
                      <a:pt x="856" y="1889"/>
                    </a:cubicBezTo>
                    <a:cubicBezTo>
                      <a:pt x="861" y="1892"/>
                      <a:pt x="865" y="1895"/>
                      <a:pt x="868" y="1900"/>
                    </a:cubicBezTo>
                    <a:cubicBezTo>
                      <a:pt x="870" y="1905"/>
                      <a:pt x="871" y="1910"/>
                      <a:pt x="874" y="1914"/>
                    </a:cubicBezTo>
                    <a:cubicBezTo>
                      <a:pt x="875" y="1916"/>
                      <a:pt x="877" y="1917"/>
                      <a:pt x="878" y="1919"/>
                    </a:cubicBezTo>
                    <a:cubicBezTo>
                      <a:pt x="880" y="1920"/>
                      <a:pt x="882" y="1922"/>
                      <a:pt x="884" y="1925"/>
                    </a:cubicBezTo>
                    <a:cubicBezTo>
                      <a:pt x="885" y="1927"/>
                      <a:pt x="886" y="1929"/>
                      <a:pt x="888" y="1931"/>
                    </a:cubicBezTo>
                    <a:cubicBezTo>
                      <a:pt x="889" y="1933"/>
                      <a:pt x="890" y="1934"/>
                      <a:pt x="892" y="1935"/>
                    </a:cubicBezTo>
                    <a:cubicBezTo>
                      <a:pt x="896" y="1936"/>
                      <a:pt x="900" y="1933"/>
                      <a:pt x="904" y="1935"/>
                    </a:cubicBezTo>
                    <a:cubicBezTo>
                      <a:pt x="909" y="1937"/>
                      <a:pt x="908" y="1942"/>
                      <a:pt x="907" y="1946"/>
                    </a:cubicBezTo>
                    <a:cubicBezTo>
                      <a:pt x="906" y="1950"/>
                      <a:pt x="907" y="1954"/>
                      <a:pt x="906" y="1959"/>
                    </a:cubicBezTo>
                    <a:cubicBezTo>
                      <a:pt x="906" y="1962"/>
                      <a:pt x="905" y="1965"/>
                      <a:pt x="902" y="1966"/>
                    </a:cubicBezTo>
                    <a:cubicBezTo>
                      <a:pt x="900" y="1967"/>
                      <a:pt x="898" y="1966"/>
                      <a:pt x="897" y="1966"/>
                    </a:cubicBezTo>
                    <a:cubicBezTo>
                      <a:pt x="895" y="1966"/>
                      <a:pt x="894" y="1965"/>
                      <a:pt x="893" y="1964"/>
                    </a:cubicBezTo>
                    <a:cubicBezTo>
                      <a:pt x="892" y="1964"/>
                      <a:pt x="892" y="1963"/>
                      <a:pt x="891" y="1963"/>
                    </a:cubicBezTo>
                    <a:cubicBezTo>
                      <a:pt x="889" y="1962"/>
                      <a:pt x="887" y="1961"/>
                      <a:pt x="885" y="1962"/>
                    </a:cubicBezTo>
                    <a:cubicBezTo>
                      <a:pt x="884" y="1962"/>
                      <a:pt x="882" y="1962"/>
                      <a:pt x="881" y="1962"/>
                    </a:cubicBezTo>
                    <a:cubicBezTo>
                      <a:pt x="879" y="1963"/>
                      <a:pt x="879" y="1962"/>
                      <a:pt x="877" y="1961"/>
                    </a:cubicBezTo>
                    <a:close/>
                    <a:moveTo>
                      <a:pt x="941" y="2205"/>
                    </a:moveTo>
                    <a:cubicBezTo>
                      <a:pt x="940" y="2207"/>
                      <a:pt x="937" y="2204"/>
                      <a:pt x="935" y="2204"/>
                    </a:cubicBezTo>
                    <a:cubicBezTo>
                      <a:pt x="932" y="2203"/>
                      <a:pt x="931" y="2205"/>
                      <a:pt x="930" y="2207"/>
                    </a:cubicBezTo>
                    <a:cubicBezTo>
                      <a:pt x="928" y="2209"/>
                      <a:pt x="926" y="2210"/>
                      <a:pt x="924" y="2207"/>
                    </a:cubicBezTo>
                    <a:cubicBezTo>
                      <a:pt x="922" y="2204"/>
                      <a:pt x="920" y="2200"/>
                      <a:pt x="918" y="2197"/>
                    </a:cubicBezTo>
                    <a:cubicBezTo>
                      <a:pt x="916" y="2195"/>
                      <a:pt x="914" y="2194"/>
                      <a:pt x="912" y="2193"/>
                    </a:cubicBezTo>
                    <a:cubicBezTo>
                      <a:pt x="910" y="2193"/>
                      <a:pt x="908" y="2191"/>
                      <a:pt x="906" y="2190"/>
                    </a:cubicBezTo>
                    <a:cubicBezTo>
                      <a:pt x="904" y="2189"/>
                      <a:pt x="902" y="2188"/>
                      <a:pt x="900" y="2187"/>
                    </a:cubicBezTo>
                    <a:cubicBezTo>
                      <a:pt x="898" y="2184"/>
                      <a:pt x="896" y="2181"/>
                      <a:pt x="894" y="2178"/>
                    </a:cubicBezTo>
                    <a:cubicBezTo>
                      <a:pt x="892" y="2175"/>
                      <a:pt x="889" y="2173"/>
                      <a:pt x="886" y="2171"/>
                    </a:cubicBezTo>
                    <a:cubicBezTo>
                      <a:pt x="884" y="2169"/>
                      <a:pt x="883" y="2167"/>
                      <a:pt x="882" y="2165"/>
                    </a:cubicBezTo>
                    <a:cubicBezTo>
                      <a:pt x="881" y="2163"/>
                      <a:pt x="880" y="2160"/>
                      <a:pt x="880" y="2157"/>
                    </a:cubicBezTo>
                    <a:cubicBezTo>
                      <a:pt x="879" y="2155"/>
                      <a:pt x="879" y="2152"/>
                      <a:pt x="880" y="2150"/>
                    </a:cubicBezTo>
                    <a:cubicBezTo>
                      <a:pt x="881" y="2146"/>
                      <a:pt x="887" y="2145"/>
                      <a:pt x="891" y="2144"/>
                    </a:cubicBezTo>
                    <a:cubicBezTo>
                      <a:pt x="893" y="2144"/>
                      <a:pt x="895" y="2144"/>
                      <a:pt x="897" y="2143"/>
                    </a:cubicBezTo>
                    <a:cubicBezTo>
                      <a:pt x="900" y="2141"/>
                      <a:pt x="899" y="2138"/>
                      <a:pt x="899" y="2136"/>
                    </a:cubicBezTo>
                    <a:cubicBezTo>
                      <a:pt x="899" y="2133"/>
                      <a:pt x="900" y="2131"/>
                      <a:pt x="900" y="2128"/>
                    </a:cubicBezTo>
                    <a:cubicBezTo>
                      <a:pt x="900" y="2126"/>
                      <a:pt x="900" y="2124"/>
                      <a:pt x="900" y="2122"/>
                    </a:cubicBezTo>
                    <a:cubicBezTo>
                      <a:pt x="899" y="2119"/>
                      <a:pt x="897" y="2117"/>
                      <a:pt x="895" y="2115"/>
                    </a:cubicBezTo>
                    <a:cubicBezTo>
                      <a:pt x="894" y="2115"/>
                      <a:pt x="892" y="2114"/>
                      <a:pt x="892" y="2113"/>
                    </a:cubicBezTo>
                    <a:cubicBezTo>
                      <a:pt x="892" y="2113"/>
                      <a:pt x="893" y="2112"/>
                      <a:pt x="893" y="2112"/>
                    </a:cubicBezTo>
                    <a:cubicBezTo>
                      <a:pt x="897" y="2111"/>
                      <a:pt x="900" y="2110"/>
                      <a:pt x="903" y="2108"/>
                    </a:cubicBezTo>
                    <a:cubicBezTo>
                      <a:pt x="904" y="2108"/>
                      <a:pt x="905" y="2107"/>
                      <a:pt x="905" y="2107"/>
                    </a:cubicBezTo>
                    <a:cubicBezTo>
                      <a:pt x="906" y="2108"/>
                      <a:pt x="907" y="2109"/>
                      <a:pt x="907" y="2109"/>
                    </a:cubicBezTo>
                    <a:cubicBezTo>
                      <a:pt x="908" y="2111"/>
                      <a:pt x="909" y="2115"/>
                      <a:pt x="907" y="2117"/>
                    </a:cubicBezTo>
                    <a:cubicBezTo>
                      <a:pt x="905" y="2118"/>
                      <a:pt x="903" y="2117"/>
                      <a:pt x="901" y="2119"/>
                    </a:cubicBezTo>
                    <a:cubicBezTo>
                      <a:pt x="899" y="2122"/>
                      <a:pt x="900" y="2127"/>
                      <a:pt x="901" y="2130"/>
                    </a:cubicBezTo>
                    <a:cubicBezTo>
                      <a:pt x="901" y="2133"/>
                      <a:pt x="902" y="2136"/>
                      <a:pt x="903" y="2140"/>
                    </a:cubicBezTo>
                    <a:cubicBezTo>
                      <a:pt x="903" y="2141"/>
                      <a:pt x="904" y="2143"/>
                      <a:pt x="903" y="2145"/>
                    </a:cubicBezTo>
                    <a:cubicBezTo>
                      <a:pt x="902" y="2147"/>
                      <a:pt x="899" y="2148"/>
                      <a:pt x="896" y="2148"/>
                    </a:cubicBezTo>
                    <a:cubicBezTo>
                      <a:pt x="894" y="2148"/>
                      <a:pt x="890" y="2148"/>
                      <a:pt x="889" y="2150"/>
                    </a:cubicBezTo>
                    <a:cubicBezTo>
                      <a:pt x="887" y="2153"/>
                      <a:pt x="888" y="2157"/>
                      <a:pt x="890" y="2160"/>
                    </a:cubicBezTo>
                    <a:cubicBezTo>
                      <a:pt x="892" y="2164"/>
                      <a:pt x="895" y="2166"/>
                      <a:pt x="898" y="2170"/>
                    </a:cubicBezTo>
                    <a:cubicBezTo>
                      <a:pt x="900" y="2172"/>
                      <a:pt x="900" y="2175"/>
                      <a:pt x="900" y="2178"/>
                    </a:cubicBezTo>
                    <a:cubicBezTo>
                      <a:pt x="901" y="2183"/>
                      <a:pt x="907" y="2184"/>
                      <a:pt x="911" y="2183"/>
                    </a:cubicBezTo>
                    <a:cubicBezTo>
                      <a:pt x="914" y="2183"/>
                      <a:pt x="916" y="2181"/>
                      <a:pt x="917" y="2179"/>
                    </a:cubicBezTo>
                    <a:cubicBezTo>
                      <a:pt x="918" y="2176"/>
                      <a:pt x="918" y="2173"/>
                      <a:pt x="918" y="2169"/>
                    </a:cubicBezTo>
                    <a:cubicBezTo>
                      <a:pt x="919" y="2166"/>
                      <a:pt x="922" y="2166"/>
                      <a:pt x="925" y="2166"/>
                    </a:cubicBezTo>
                    <a:cubicBezTo>
                      <a:pt x="928" y="2166"/>
                      <a:pt x="932" y="2167"/>
                      <a:pt x="934" y="2170"/>
                    </a:cubicBezTo>
                    <a:cubicBezTo>
                      <a:pt x="936" y="2173"/>
                      <a:pt x="936" y="2178"/>
                      <a:pt x="936" y="2182"/>
                    </a:cubicBezTo>
                    <a:cubicBezTo>
                      <a:pt x="936" y="2186"/>
                      <a:pt x="935" y="2190"/>
                      <a:pt x="936" y="2193"/>
                    </a:cubicBezTo>
                    <a:cubicBezTo>
                      <a:pt x="937" y="2195"/>
                      <a:pt x="939" y="2196"/>
                      <a:pt x="940" y="2198"/>
                    </a:cubicBezTo>
                    <a:cubicBezTo>
                      <a:pt x="941" y="2200"/>
                      <a:pt x="943" y="2203"/>
                      <a:pt x="941" y="2205"/>
                    </a:cubicBezTo>
                    <a:close/>
                    <a:moveTo>
                      <a:pt x="956" y="2167"/>
                    </a:moveTo>
                    <a:cubicBezTo>
                      <a:pt x="953" y="2166"/>
                      <a:pt x="951" y="2166"/>
                      <a:pt x="948" y="2167"/>
                    </a:cubicBezTo>
                    <a:cubicBezTo>
                      <a:pt x="944" y="2168"/>
                      <a:pt x="940" y="2166"/>
                      <a:pt x="938" y="2163"/>
                    </a:cubicBezTo>
                    <a:cubicBezTo>
                      <a:pt x="936" y="2161"/>
                      <a:pt x="933" y="2159"/>
                      <a:pt x="932" y="2156"/>
                    </a:cubicBezTo>
                    <a:cubicBezTo>
                      <a:pt x="931" y="2155"/>
                      <a:pt x="931" y="2154"/>
                      <a:pt x="931" y="2154"/>
                    </a:cubicBezTo>
                    <a:cubicBezTo>
                      <a:pt x="930" y="2153"/>
                      <a:pt x="930" y="2152"/>
                      <a:pt x="929" y="2151"/>
                    </a:cubicBezTo>
                    <a:cubicBezTo>
                      <a:pt x="928" y="2151"/>
                      <a:pt x="928" y="2149"/>
                      <a:pt x="927" y="2149"/>
                    </a:cubicBezTo>
                    <a:cubicBezTo>
                      <a:pt x="927" y="2148"/>
                      <a:pt x="926" y="2147"/>
                      <a:pt x="925" y="2147"/>
                    </a:cubicBezTo>
                    <a:cubicBezTo>
                      <a:pt x="924" y="2147"/>
                      <a:pt x="924" y="2148"/>
                      <a:pt x="923" y="2148"/>
                    </a:cubicBezTo>
                    <a:cubicBezTo>
                      <a:pt x="922" y="2148"/>
                      <a:pt x="921" y="2147"/>
                      <a:pt x="921" y="2147"/>
                    </a:cubicBezTo>
                    <a:cubicBezTo>
                      <a:pt x="918" y="2145"/>
                      <a:pt x="916" y="2144"/>
                      <a:pt x="914" y="2141"/>
                    </a:cubicBezTo>
                    <a:cubicBezTo>
                      <a:pt x="913" y="2140"/>
                      <a:pt x="912" y="2137"/>
                      <a:pt x="911" y="2135"/>
                    </a:cubicBezTo>
                    <a:cubicBezTo>
                      <a:pt x="911" y="2132"/>
                      <a:pt x="912" y="2130"/>
                      <a:pt x="914" y="2128"/>
                    </a:cubicBezTo>
                    <a:cubicBezTo>
                      <a:pt x="915" y="2127"/>
                      <a:pt x="916" y="2127"/>
                      <a:pt x="916" y="2125"/>
                    </a:cubicBezTo>
                    <a:cubicBezTo>
                      <a:pt x="917" y="2124"/>
                      <a:pt x="916" y="2123"/>
                      <a:pt x="917" y="2122"/>
                    </a:cubicBezTo>
                    <a:cubicBezTo>
                      <a:pt x="917" y="2120"/>
                      <a:pt x="920" y="2118"/>
                      <a:pt x="922" y="2118"/>
                    </a:cubicBezTo>
                    <a:cubicBezTo>
                      <a:pt x="924" y="2117"/>
                      <a:pt x="927" y="2118"/>
                      <a:pt x="929" y="2120"/>
                    </a:cubicBezTo>
                    <a:cubicBezTo>
                      <a:pt x="931" y="2123"/>
                      <a:pt x="932" y="2127"/>
                      <a:pt x="931" y="2130"/>
                    </a:cubicBezTo>
                    <a:cubicBezTo>
                      <a:pt x="931" y="2132"/>
                      <a:pt x="931" y="2133"/>
                      <a:pt x="932" y="2135"/>
                    </a:cubicBezTo>
                    <a:cubicBezTo>
                      <a:pt x="933" y="2136"/>
                      <a:pt x="934" y="2137"/>
                      <a:pt x="935" y="2138"/>
                    </a:cubicBezTo>
                    <a:cubicBezTo>
                      <a:pt x="936" y="2138"/>
                      <a:pt x="937" y="2138"/>
                      <a:pt x="938" y="2138"/>
                    </a:cubicBezTo>
                    <a:cubicBezTo>
                      <a:pt x="940" y="2137"/>
                      <a:pt x="939" y="2133"/>
                      <a:pt x="938" y="2132"/>
                    </a:cubicBezTo>
                    <a:cubicBezTo>
                      <a:pt x="938" y="2130"/>
                      <a:pt x="937" y="2128"/>
                      <a:pt x="939" y="2127"/>
                    </a:cubicBezTo>
                    <a:cubicBezTo>
                      <a:pt x="941" y="2126"/>
                      <a:pt x="943" y="2126"/>
                      <a:pt x="944" y="2127"/>
                    </a:cubicBezTo>
                    <a:cubicBezTo>
                      <a:pt x="946" y="2127"/>
                      <a:pt x="947" y="2129"/>
                      <a:pt x="948" y="2131"/>
                    </a:cubicBezTo>
                    <a:cubicBezTo>
                      <a:pt x="949" y="2132"/>
                      <a:pt x="950" y="2134"/>
                      <a:pt x="951" y="2135"/>
                    </a:cubicBezTo>
                    <a:cubicBezTo>
                      <a:pt x="955" y="2137"/>
                      <a:pt x="954" y="2129"/>
                      <a:pt x="953" y="2128"/>
                    </a:cubicBezTo>
                    <a:cubicBezTo>
                      <a:pt x="953" y="2126"/>
                      <a:pt x="953" y="2125"/>
                      <a:pt x="953" y="2124"/>
                    </a:cubicBezTo>
                    <a:cubicBezTo>
                      <a:pt x="953" y="2123"/>
                      <a:pt x="954" y="2122"/>
                      <a:pt x="954" y="2121"/>
                    </a:cubicBezTo>
                    <a:cubicBezTo>
                      <a:pt x="953" y="2120"/>
                      <a:pt x="952" y="2118"/>
                      <a:pt x="950" y="2118"/>
                    </a:cubicBezTo>
                    <a:cubicBezTo>
                      <a:pt x="949" y="2117"/>
                      <a:pt x="947" y="2117"/>
                      <a:pt x="946" y="2117"/>
                    </a:cubicBezTo>
                    <a:cubicBezTo>
                      <a:pt x="945" y="2117"/>
                      <a:pt x="943" y="2116"/>
                      <a:pt x="942" y="2116"/>
                    </a:cubicBezTo>
                    <a:cubicBezTo>
                      <a:pt x="941" y="2116"/>
                      <a:pt x="940" y="2117"/>
                      <a:pt x="939" y="2116"/>
                    </a:cubicBezTo>
                    <a:cubicBezTo>
                      <a:pt x="937" y="2116"/>
                      <a:pt x="935" y="2114"/>
                      <a:pt x="934" y="2112"/>
                    </a:cubicBezTo>
                    <a:cubicBezTo>
                      <a:pt x="932" y="2109"/>
                      <a:pt x="931" y="2107"/>
                      <a:pt x="929" y="2104"/>
                    </a:cubicBezTo>
                    <a:cubicBezTo>
                      <a:pt x="927" y="2102"/>
                      <a:pt x="926" y="2100"/>
                      <a:pt x="924" y="2098"/>
                    </a:cubicBezTo>
                    <a:cubicBezTo>
                      <a:pt x="921" y="2096"/>
                      <a:pt x="919" y="2095"/>
                      <a:pt x="917" y="2092"/>
                    </a:cubicBezTo>
                    <a:cubicBezTo>
                      <a:pt x="916" y="2092"/>
                      <a:pt x="915" y="2091"/>
                      <a:pt x="915" y="2090"/>
                    </a:cubicBezTo>
                    <a:cubicBezTo>
                      <a:pt x="918" y="2090"/>
                      <a:pt x="921" y="2089"/>
                      <a:pt x="923" y="2091"/>
                    </a:cubicBezTo>
                    <a:cubicBezTo>
                      <a:pt x="926" y="2092"/>
                      <a:pt x="927" y="2095"/>
                      <a:pt x="929" y="2097"/>
                    </a:cubicBezTo>
                    <a:cubicBezTo>
                      <a:pt x="931" y="2100"/>
                      <a:pt x="932" y="2103"/>
                      <a:pt x="935" y="2106"/>
                    </a:cubicBezTo>
                    <a:cubicBezTo>
                      <a:pt x="936" y="2107"/>
                      <a:pt x="938" y="2109"/>
                      <a:pt x="940" y="2109"/>
                    </a:cubicBezTo>
                    <a:cubicBezTo>
                      <a:pt x="942" y="2110"/>
                      <a:pt x="942" y="2108"/>
                      <a:pt x="942" y="2107"/>
                    </a:cubicBezTo>
                    <a:cubicBezTo>
                      <a:pt x="943" y="2105"/>
                      <a:pt x="943" y="2103"/>
                      <a:pt x="944" y="2101"/>
                    </a:cubicBezTo>
                    <a:cubicBezTo>
                      <a:pt x="944" y="2100"/>
                      <a:pt x="946" y="2098"/>
                      <a:pt x="947" y="2099"/>
                    </a:cubicBezTo>
                    <a:cubicBezTo>
                      <a:pt x="950" y="2099"/>
                      <a:pt x="951" y="2102"/>
                      <a:pt x="952" y="2104"/>
                    </a:cubicBezTo>
                    <a:cubicBezTo>
                      <a:pt x="953" y="2108"/>
                      <a:pt x="954" y="2113"/>
                      <a:pt x="958" y="2117"/>
                    </a:cubicBezTo>
                    <a:cubicBezTo>
                      <a:pt x="959" y="2118"/>
                      <a:pt x="961" y="2119"/>
                      <a:pt x="962" y="2120"/>
                    </a:cubicBezTo>
                    <a:cubicBezTo>
                      <a:pt x="963" y="2122"/>
                      <a:pt x="963" y="2124"/>
                      <a:pt x="964" y="2125"/>
                    </a:cubicBezTo>
                    <a:cubicBezTo>
                      <a:pt x="964" y="2127"/>
                      <a:pt x="964" y="2129"/>
                      <a:pt x="965" y="2131"/>
                    </a:cubicBezTo>
                    <a:cubicBezTo>
                      <a:pt x="965" y="2132"/>
                      <a:pt x="966" y="2134"/>
                      <a:pt x="966" y="2135"/>
                    </a:cubicBezTo>
                    <a:cubicBezTo>
                      <a:pt x="965" y="2138"/>
                      <a:pt x="963" y="2139"/>
                      <a:pt x="962" y="2141"/>
                    </a:cubicBezTo>
                    <a:cubicBezTo>
                      <a:pt x="960" y="2143"/>
                      <a:pt x="959" y="2146"/>
                      <a:pt x="960" y="2149"/>
                    </a:cubicBezTo>
                    <a:cubicBezTo>
                      <a:pt x="961" y="2152"/>
                      <a:pt x="965" y="2151"/>
                      <a:pt x="967" y="2151"/>
                    </a:cubicBezTo>
                    <a:cubicBezTo>
                      <a:pt x="970" y="2152"/>
                      <a:pt x="970" y="2155"/>
                      <a:pt x="972" y="2157"/>
                    </a:cubicBezTo>
                    <a:cubicBezTo>
                      <a:pt x="974" y="2158"/>
                      <a:pt x="975" y="2158"/>
                      <a:pt x="977" y="2157"/>
                    </a:cubicBezTo>
                    <a:cubicBezTo>
                      <a:pt x="978" y="2157"/>
                      <a:pt x="980" y="2157"/>
                      <a:pt x="981" y="2157"/>
                    </a:cubicBezTo>
                    <a:cubicBezTo>
                      <a:pt x="982" y="2158"/>
                      <a:pt x="981" y="2160"/>
                      <a:pt x="981" y="2161"/>
                    </a:cubicBezTo>
                    <a:cubicBezTo>
                      <a:pt x="981" y="2163"/>
                      <a:pt x="981" y="2164"/>
                      <a:pt x="981" y="2166"/>
                    </a:cubicBezTo>
                    <a:cubicBezTo>
                      <a:pt x="981" y="2167"/>
                      <a:pt x="980" y="2168"/>
                      <a:pt x="979" y="2169"/>
                    </a:cubicBezTo>
                    <a:cubicBezTo>
                      <a:pt x="978" y="2170"/>
                      <a:pt x="976" y="2170"/>
                      <a:pt x="975" y="2169"/>
                    </a:cubicBezTo>
                    <a:cubicBezTo>
                      <a:pt x="970" y="2168"/>
                      <a:pt x="968" y="2164"/>
                      <a:pt x="966" y="2160"/>
                    </a:cubicBezTo>
                    <a:cubicBezTo>
                      <a:pt x="966" y="2159"/>
                      <a:pt x="966" y="2157"/>
                      <a:pt x="964" y="2157"/>
                    </a:cubicBezTo>
                    <a:cubicBezTo>
                      <a:pt x="963" y="2158"/>
                      <a:pt x="962" y="2161"/>
                      <a:pt x="962" y="2162"/>
                    </a:cubicBezTo>
                    <a:cubicBezTo>
                      <a:pt x="961" y="2163"/>
                      <a:pt x="961" y="2166"/>
                      <a:pt x="960" y="2167"/>
                    </a:cubicBezTo>
                    <a:cubicBezTo>
                      <a:pt x="959" y="2168"/>
                      <a:pt x="958" y="2167"/>
                      <a:pt x="956" y="2167"/>
                    </a:cubicBezTo>
                    <a:close/>
                    <a:moveTo>
                      <a:pt x="996" y="2315"/>
                    </a:moveTo>
                    <a:cubicBezTo>
                      <a:pt x="994" y="2314"/>
                      <a:pt x="993" y="2310"/>
                      <a:pt x="991" y="2308"/>
                    </a:cubicBezTo>
                    <a:cubicBezTo>
                      <a:pt x="991" y="2306"/>
                      <a:pt x="988" y="2301"/>
                      <a:pt x="986" y="2304"/>
                    </a:cubicBezTo>
                    <a:cubicBezTo>
                      <a:pt x="983" y="2307"/>
                      <a:pt x="987" y="2311"/>
                      <a:pt x="989" y="2314"/>
                    </a:cubicBezTo>
                    <a:cubicBezTo>
                      <a:pt x="990" y="2315"/>
                      <a:pt x="992" y="2316"/>
                      <a:pt x="994" y="2318"/>
                    </a:cubicBezTo>
                    <a:cubicBezTo>
                      <a:pt x="995" y="2319"/>
                      <a:pt x="995" y="2320"/>
                      <a:pt x="995" y="2322"/>
                    </a:cubicBezTo>
                    <a:cubicBezTo>
                      <a:pt x="995" y="2323"/>
                      <a:pt x="994" y="2325"/>
                      <a:pt x="994" y="2326"/>
                    </a:cubicBezTo>
                    <a:cubicBezTo>
                      <a:pt x="994" y="2327"/>
                      <a:pt x="994" y="2329"/>
                      <a:pt x="994" y="2330"/>
                    </a:cubicBezTo>
                    <a:cubicBezTo>
                      <a:pt x="993" y="2330"/>
                      <a:pt x="993" y="2331"/>
                      <a:pt x="992" y="2331"/>
                    </a:cubicBezTo>
                    <a:cubicBezTo>
                      <a:pt x="991" y="2332"/>
                      <a:pt x="991" y="2333"/>
                      <a:pt x="990" y="2333"/>
                    </a:cubicBezTo>
                    <a:cubicBezTo>
                      <a:pt x="989" y="2333"/>
                      <a:pt x="988" y="2332"/>
                      <a:pt x="987" y="2331"/>
                    </a:cubicBezTo>
                    <a:cubicBezTo>
                      <a:pt x="986" y="2330"/>
                      <a:pt x="985" y="2329"/>
                      <a:pt x="984" y="2328"/>
                    </a:cubicBezTo>
                    <a:cubicBezTo>
                      <a:pt x="984" y="2328"/>
                      <a:pt x="983" y="2327"/>
                      <a:pt x="983" y="2327"/>
                    </a:cubicBezTo>
                    <a:cubicBezTo>
                      <a:pt x="983" y="2327"/>
                      <a:pt x="983" y="2326"/>
                      <a:pt x="983" y="2326"/>
                    </a:cubicBezTo>
                    <a:cubicBezTo>
                      <a:pt x="983" y="2325"/>
                      <a:pt x="982" y="2323"/>
                      <a:pt x="981" y="2322"/>
                    </a:cubicBezTo>
                    <a:cubicBezTo>
                      <a:pt x="980" y="2321"/>
                      <a:pt x="979" y="2320"/>
                      <a:pt x="979" y="2318"/>
                    </a:cubicBezTo>
                    <a:cubicBezTo>
                      <a:pt x="978" y="2317"/>
                      <a:pt x="977" y="2317"/>
                      <a:pt x="975" y="2317"/>
                    </a:cubicBezTo>
                    <a:cubicBezTo>
                      <a:pt x="972" y="2317"/>
                      <a:pt x="970" y="2314"/>
                      <a:pt x="969" y="2311"/>
                    </a:cubicBezTo>
                    <a:cubicBezTo>
                      <a:pt x="968" y="2308"/>
                      <a:pt x="967" y="2304"/>
                      <a:pt x="965" y="2301"/>
                    </a:cubicBezTo>
                    <a:cubicBezTo>
                      <a:pt x="964" y="2299"/>
                      <a:pt x="962" y="2297"/>
                      <a:pt x="961" y="2295"/>
                    </a:cubicBezTo>
                    <a:cubicBezTo>
                      <a:pt x="960" y="2292"/>
                      <a:pt x="959" y="2288"/>
                      <a:pt x="961" y="2285"/>
                    </a:cubicBezTo>
                    <a:cubicBezTo>
                      <a:pt x="963" y="2283"/>
                      <a:pt x="966" y="2281"/>
                      <a:pt x="969" y="2283"/>
                    </a:cubicBezTo>
                    <a:cubicBezTo>
                      <a:pt x="970" y="2284"/>
                      <a:pt x="971" y="2285"/>
                      <a:pt x="972" y="2287"/>
                    </a:cubicBezTo>
                    <a:cubicBezTo>
                      <a:pt x="973" y="2287"/>
                      <a:pt x="974" y="2289"/>
                      <a:pt x="975" y="2288"/>
                    </a:cubicBezTo>
                    <a:cubicBezTo>
                      <a:pt x="976" y="2288"/>
                      <a:pt x="976" y="2286"/>
                      <a:pt x="977" y="2285"/>
                    </a:cubicBezTo>
                    <a:cubicBezTo>
                      <a:pt x="978" y="2284"/>
                      <a:pt x="979" y="2283"/>
                      <a:pt x="980" y="2282"/>
                    </a:cubicBezTo>
                    <a:cubicBezTo>
                      <a:pt x="983" y="2280"/>
                      <a:pt x="984" y="2285"/>
                      <a:pt x="984" y="2287"/>
                    </a:cubicBezTo>
                    <a:cubicBezTo>
                      <a:pt x="984" y="2289"/>
                      <a:pt x="984" y="2290"/>
                      <a:pt x="985" y="2291"/>
                    </a:cubicBezTo>
                    <a:cubicBezTo>
                      <a:pt x="985" y="2293"/>
                      <a:pt x="987" y="2293"/>
                      <a:pt x="988" y="2294"/>
                    </a:cubicBezTo>
                    <a:cubicBezTo>
                      <a:pt x="991" y="2296"/>
                      <a:pt x="993" y="2299"/>
                      <a:pt x="994" y="2303"/>
                    </a:cubicBezTo>
                    <a:cubicBezTo>
                      <a:pt x="994" y="2305"/>
                      <a:pt x="996" y="2307"/>
                      <a:pt x="998" y="2307"/>
                    </a:cubicBezTo>
                    <a:cubicBezTo>
                      <a:pt x="1000" y="2308"/>
                      <a:pt x="1004" y="2307"/>
                      <a:pt x="1004" y="2310"/>
                    </a:cubicBezTo>
                    <a:cubicBezTo>
                      <a:pt x="1004" y="2314"/>
                      <a:pt x="1000" y="2316"/>
                      <a:pt x="996" y="2315"/>
                    </a:cubicBezTo>
                    <a:close/>
                    <a:moveTo>
                      <a:pt x="1009" y="2118"/>
                    </a:moveTo>
                    <a:cubicBezTo>
                      <a:pt x="1008" y="2119"/>
                      <a:pt x="1007" y="2119"/>
                      <a:pt x="1005" y="2118"/>
                    </a:cubicBezTo>
                    <a:cubicBezTo>
                      <a:pt x="1004" y="2118"/>
                      <a:pt x="1002" y="2116"/>
                      <a:pt x="1001" y="2114"/>
                    </a:cubicBezTo>
                    <a:cubicBezTo>
                      <a:pt x="1000" y="2113"/>
                      <a:pt x="999" y="2111"/>
                      <a:pt x="997" y="2110"/>
                    </a:cubicBezTo>
                    <a:cubicBezTo>
                      <a:pt x="994" y="2109"/>
                      <a:pt x="995" y="2116"/>
                      <a:pt x="993" y="2117"/>
                    </a:cubicBezTo>
                    <a:cubicBezTo>
                      <a:pt x="991" y="2118"/>
                      <a:pt x="989" y="2112"/>
                      <a:pt x="988" y="2112"/>
                    </a:cubicBezTo>
                    <a:cubicBezTo>
                      <a:pt x="987" y="2112"/>
                      <a:pt x="986" y="2113"/>
                      <a:pt x="985" y="2113"/>
                    </a:cubicBezTo>
                    <a:cubicBezTo>
                      <a:pt x="984" y="2114"/>
                      <a:pt x="984" y="2114"/>
                      <a:pt x="983" y="2113"/>
                    </a:cubicBezTo>
                    <a:cubicBezTo>
                      <a:pt x="980" y="2112"/>
                      <a:pt x="978" y="2112"/>
                      <a:pt x="976" y="2112"/>
                    </a:cubicBezTo>
                    <a:cubicBezTo>
                      <a:pt x="974" y="2113"/>
                      <a:pt x="973" y="2113"/>
                      <a:pt x="972" y="2113"/>
                    </a:cubicBezTo>
                    <a:cubicBezTo>
                      <a:pt x="971" y="2113"/>
                      <a:pt x="969" y="2113"/>
                      <a:pt x="969" y="2113"/>
                    </a:cubicBezTo>
                    <a:cubicBezTo>
                      <a:pt x="967" y="2112"/>
                      <a:pt x="973" y="2106"/>
                      <a:pt x="974" y="2105"/>
                    </a:cubicBezTo>
                    <a:cubicBezTo>
                      <a:pt x="975" y="2103"/>
                      <a:pt x="978" y="2100"/>
                      <a:pt x="978" y="2097"/>
                    </a:cubicBezTo>
                    <a:cubicBezTo>
                      <a:pt x="978" y="2096"/>
                      <a:pt x="977" y="2095"/>
                      <a:pt x="977" y="2094"/>
                    </a:cubicBezTo>
                    <a:cubicBezTo>
                      <a:pt x="977" y="2093"/>
                      <a:pt x="977" y="2091"/>
                      <a:pt x="976" y="2090"/>
                    </a:cubicBezTo>
                    <a:cubicBezTo>
                      <a:pt x="976" y="2089"/>
                      <a:pt x="975" y="2087"/>
                      <a:pt x="974" y="2086"/>
                    </a:cubicBezTo>
                    <a:cubicBezTo>
                      <a:pt x="973" y="2085"/>
                      <a:pt x="973" y="2084"/>
                      <a:pt x="972" y="2083"/>
                    </a:cubicBezTo>
                    <a:cubicBezTo>
                      <a:pt x="971" y="2082"/>
                      <a:pt x="971" y="2082"/>
                      <a:pt x="971" y="2081"/>
                    </a:cubicBezTo>
                    <a:cubicBezTo>
                      <a:pt x="970" y="2080"/>
                      <a:pt x="969" y="2079"/>
                      <a:pt x="968" y="2079"/>
                    </a:cubicBezTo>
                    <a:cubicBezTo>
                      <a:pt x="967" y="2079"/>
                      <a:pt x="966" y="2079"/>
                      <a:pt x="965" y="2079"/>
                    </a:cubicBezTo>
                    <a:cubicBezTo>
                      <a:pt x="964" y="2079"/>
                      <a:pt x="963" y="2080"/>
                      <a:pt x="963" y="2081"/>
                    </a:cubicBezTo>
                    <a:cubicBezTo>
                      <a:pt x="962" y="2082"/>
                      <a:pt x="961" y="2088"/>
                      <a:pt x="959" y="2086"/>
                    </a:cubicBezTo>
                    <a:cubicBezTo>
                      <a:pt x="957" y="2085"/>
                      <a:pt x="957" y="2082"/>
                      <a:pt x="957" y="2080"/>
                    </a:cubicBezTo>
                    <a:cubicBezTo>
                      <a:pt x="957" y="2078"/>
                      <a:pt x="957" y="2078"/>
                      <a:pt x="956" y="2077"/>
                    </a:cubicBezTo>
                    <a:cubicBezTo>
                      <a:pt x="955" y="2076"/>
                      <a:pt x="954" y="2076"/>
                      <a:pt x="953" y="2075"/>
                    </a:cubicBezTo>
                    <a:cubicBezTo>
                      <a:pt x="952" y="2074"/>
                      <a:pt x="950" y="2071"/>
                      <a:pt x="950" y="2069"/>
                    </a:cubicBezTo>
                    <a:cubicBezTo>
                      <a:pt x="950" y="2068"/>
                      <a:pt x="951" y="2067"/>
                      <a:pt x="951" y="2066"/>
                    </a:cubicBezTo>
                    <a:cubicBezTo>
                      <a:pt x="951" y="2065"/>
                      <a:pt x="949" y="2064"/>
                      <a:pt x="948" y="2063"/>
                    </a:cubicBezTo>
                    <a:cubicBezTo>
                      <a:pt x="948" y="2061"/>
                      <a:pt x="951" y="2062"/>
                      <a:pt x="951" y="2062"/>
                    </a:cubicBezTo>
                    <a:cubicBezTo>
                      <a:pt x="953" y="2063"/>
                      <a:pt x="955" y="2065"/>
                      <a:pt x="955" y="2067"/>
                    </a:cubicBezTo>
                    <a:cubicBezTo>
                      <a:pt x="955" y="2069"/>
                      <a:pt x="955" y="2071"/>
                      <a:pt x="957" y="2072"/>
                    </a:cubicBezTo>
                    <a:cubicBezTo>
                      <a:pt x="957" y="2073"/>
                      <a:pt x="960" y="2073"/>
                      <a:pt x="960" y="2073"/>
                    </a:cubicBezTo>
                    <a:cubicBezTo>
                      <a:pt x="961" y="2072"/>
                      <a:pt x="960" y="2070"/>
                      <a:pt x="960" y="2069"/>
                    </a:cubicBezTo>
                    <a:cubicBezTo>
                      <a:pt x="960" y="2069"/>
                      <a:pt x="961" y="2068"/>
                      <a:pt x="961" y="2067"/>
                    </a:cubicBezTo>
                    <a:cubicBezTo>
                      <a:pt x="960" y="2066"/>
                      <a:pt x="960" y="2065"/>
                      <a:pt x="960" y="2063"/>
                    </a:cubicBezTo>
                    <a:cubicBezTo>
                      <a:pt x="961" y="2063"/>
                      <a:pt x="963" y="2065"/>
                      <a:pt x="963" y="2067"/>
                    </a:cubicBezTo>
                    <a:cubicBezTo>
                      <a:pt x="964" y="2068"/>
                      <a:pt x="964" y="2069"/>
                      <a:pt x="964" y="2070"/>
                    </a:cubicBezTo>
                    <a:cubicBezTo>
                      <a:pt x="965" y="2072"/>
                      <a:pt x="967" y="2072"/>
                      <a:pt x="968" y="2073"/>
                    </a:cubicBezTo>
                    <a:cubicBezTo>
                      <a:pt x="970" y="2073"/>
                      <a:pt x="972" y="2074"/>
                      <a:pt x="973" y="2075"/>
                    </a:cubicBezTo>
                    <a:cubicBezTo>
                      <a:pt x="974" y="2076"/>
                      <a:pt x="975" y="2078"/>
                      <a:pt x="976" y="2079"/>
                    </a:cubicBezTo>
                    <a:cubicBezTo>
                      <a:pt x="977" y="2080"/>
                      <a:pt x="977" y="2081"/>
                      <a:pt x="978" y="2082"/>
                    </a:cubicBezTo>
                    <a:cubicBezTo>
                      <a:pt x="979" y="2083"/>
                      <a:pt x="980" y="2084"/>
                      <a:pt x="981" y="2084"/>
                    </a:cubicBezTo>
                    <a:cubicBezTo>
                      <a:pt x="982" y="2084"/>
                      <a:pt x="983" y="2084"/>
                      <a:pt x="983" y="2084"/>
                    </a:cubicBezTo>
                    <a:cubicBezTo>
                      <a:pt x="984" y="2084"/>
                      <a:pt x="984" y="2084"/>
                      <a:pt x="985" y="2083"/>
                    </a:cubicBezTo>
                    <a:cubicBezTo>
                      <a:pt x="986" y="2083"/>
                      <a:pt x="988" y="2083"/>
                      <a:pt x="989" y="2084"/>
                    </a:cubicBezTo>
                    <a:cubicBezTo>
                      <a:pt x="989" y="2084"/>
                      <a:pt x="989" y="2085"/>
                      <a:pt x="990" y="2086"/>
                    </a:cubicBezTo>
                    <a:cubicBezTo>
                      <a:pt x="990" y="2086"/>
                      <a:pt x="991" y="2086"/>
                      <a:pt x="991" y="2086"/>
                    </a:cubicBezTo>
                    <a:cubicBezTo>
                      <a:pt x="991" y="2083"/>
                      <a:pt x="991" y="2079"/>
                      <a:pt x="989" y="2076"/>
                    </a:cubicBezTo>
                    <a:cubicBezTo>
                      <a:pt x="988" y="2073"/>
                      <a:pt x="984" y="2072"/>
                      <a:pt x="981" y="2071"/>
                    </a:cubicBezTo>
                    <a:cubicBezTo>
                      <a:pt x="978" y="2069"/>
                      <a:pt x="976" y="2067"/>
                      <a:pt x="975" y="2064"/>
                    </a:cubicBezTo>
                    <a:cubicBezTo>
                      <a:pt x="975" y="2061"/>
                      <a:pt x="972" y="2056"/>
                      <a:pt x="974" y="2054"/>
                    </a:cubicBezTo>
                    <a:cubicBezTo>
                      <a:pt x="976" y="2053"/>
                      <a:pt x="978" y="2054"/>
                      <a:pt x="979" y="2055"/>
                    </a:cubicBezTo>
                    <a:cubicBezTo>
                      <a:pt x="982" y="2057"/>
                      <a:pt x="983" y="2059"/>
                      <a:pt x="985" y="2061"/>
                    </a:cubicBezTo>
                    <a:cubicBezTo>
                      <a:pt x="986" y="2063"/>
                      <a:pt x="987" y="2064"/>
                      <a:pt x="989" y="2064"/>
                    </a:cubicBezTo>
                    <a:cubicBezTo>
                      <a:pt x="990" y="2064"/>
                      <a:pt x="992" y="2063"/>
                      <a:pt x="993" y="2064"/>
                    </a:cubicBezTo>
                    <a:cubicBezTo>
                      <a:pt x="995" y="2065"/>
                      <a:pt x="997" y="2069"/>
                      <a:pt x="998" y="2072"/>
                    </a:cubicBezTo>
                    <a:cubicBezTo>
                      <a:pt x="999" y="2076"/>
                      <a:pt x="997" y="2080"/>
                      <a:pt x="998" y="2084"/>
                    </a:cubicBezTo>
                    <a:cubicBezTo>
                      <a:pt x="999" y="2086"/>
                      <a:pt x="1000" y="2087"/>
                      <a:pt x="1000" y="2089"/>
                    </a:cubicBezTo>
                    <a:cubicBezTo>
                      <a:pt x="1001" y="2090"/>
                      <a:pt x="1000" y="2092"/>
                      <a:pt x="999" y="2094"/>
                    </a:cubicBezTo>
                    <a:cubicBezTo>
                      <a:pt x="999" y="2096"/>
                      <a:pt x="999" y="2098"/>
                      <a:pt x="999" y="2099"/>
                    </a:cubicBezTo>
                    <a:cubicBezTo>
                      <a:pt x="1000" y="2101"/>
                      <a:pt x="1002" y="2102"/>
                      <a:pt x="1003" y="2104"/>
                    </a:cubicBezTo>
                    <a:cubicBezTo>
                      <a:pt x="1005" y="2107"/>
                      <a:pt x="1007" y="2111"/>
                      <a:pt x="1009" y="2114"/>
                    </a:cubicBezTo>
                    <a:cubicBezTo>
                      <a:pt x="1009" y="2115"/>
                      <a:pt x="1010" y="2117"/>
                      <a:pt x="1009" y="2118"/>
                    </a:cubicBezTo>
                    <a:close/>
                    <a:moveTo>
                      <a:pt x="1124" y="1911"/>
                    </a:moveTo>
                    <a:cubicBezTo>
                      <a:pt x="1121" y="1912"/>
                      <a:pt x="1117" y="1913"/>
                      <a:pt x="1114" y="1912"/>
                    </a:cubicBezTo>
                    <a:cubicBezTo>
                      <a:pt x="1111" y="1911"/>
                      <a:pt x="1108" y="1909"/>
                      <a:pt x="1104" y="1910"/>
                    </a:cubicBezTo>
                    <a:cubicBezTo>
                      <a:pt x="1100" y="1910"/>
                      <a:pt x="1100" y="1915"/>
                      <a:pt x="1099" y="1919"/>
                    </a:cubicBezTo>
                    <a:cubicBezTo>
                      <a:pt x="1099" y="1921"/>
                      <a:pt x="1099" y="1924"/>
                      <a:pt x="1098" y="1926"/>
                    </a:cubicBezTo>
                    <a:cubicBezTo>
                      <a:pt x="1097" y="1928"/>
                      <a:pt x="1096" y="1930"/>
                      <a:pt x="1095" y="1932"/>
                    </a:cubicBezTo>
                    <a:cubicBezTo>
                      <a:pt x="1093" y="1936"/>
                      <a:pt x="1092" y="1940"/>
                      <a:pt x="1094" y="1944"/>
                    </a:cubicBezTo>
                    <a:cubicBezTo>
                      <a:pt x="1094" y="1946"/>
                      <a:pt x="1095" y="1948"/>
                      <a:pt x="1096" y="1950"/>
                    </a:cubicBezTo>
                    <a:cubicBezTo>
                      <a:pt x="1097" y="1951"/>
                      <a:pt x="1098" y="1953"/>
                      <a:pt x="1097" y="1954"/>
                    </a:cubicBezTo>
                    <a:cubicBezTo>
                      <a:pt x="1096" y="1956"/>
                      <a:pt x="1090" y="1952"/>
                      <a:pt x="1089" y="1952"/>
                    </a:cubicBezTo>
                    <a:cubicBezTo>
                      <a:pt x="1086" y="1949"/>
                      <a:pt x="1085" y="1946"/>
                      <a:pt x="1086" y="1942"/>
                    </a:cubicBezTo>
                    <a:cubicBezTo>
                      <a:pt x="1086" y="1939"/>
                      <a:pt x="1088" y="1935"/>
                      <a:pt x="1088" y="1931"/>
                    </a:cubicBezTo>
                    <a:cubicBezTo>
                      <a:pt x="1089" y="1928"/>
                      <a:pt x="1088" y="1924"/>
                      <a:pt x="1086" y="1920"/>
                    </a:cubicBezTo>
                    <a:cubicBezTo>
                      <a:pt x="1084" y="1918"/>
                      <a:pt x="1081" y="1916"/>
                      <a:pt x="1079" y="1913"/>
                    </a:cubicBezTo>
                    <a:cubicBezTo>
                      <a:pt x="1078" y="1910"/>
                      <a:pt x="1080" y="1907"/>
                      <a:pt x="1081" y="1904"/>
                    </a:cubicBezTo>
                    <a:cubicBezTo>
                      <a:pt x="1081" y="1900"/>
                      <a:pt x="1079" y="1897"/>
                      <a:pt x="1076" y="1894"/>
                    </a:cubicBezTo>
                    <a:cubicBezTo>
                      <a:pt x="1075" y="1894"/>
                      <a:pt x="1074" y="1892"/>
                      <a:pt x="1074" y="1891"/>
                    </a:cubicBezTo>
                    <a:cubicBezTo>
                      <a:pt x="1074" y="1890"/>
                      <a:pt x="1075" y="1890"/>
                      <a:pt x="1075" y="1889"/>
                    </a:cubicBezTo>
                    <a:cubicBezTo>
                      <a:pt x="1078" y="1888"/>
                      <a:pt x="1080" y="1886"/>
                      <a:pt x="1078" y="1883"/>
                    </a:cubicBezTo>
                    <a:cubicBezTo>
                      <a:pt x="1075" y="1879"/>
                      <a:pt x="1070" y="1879"/>
                      <a:pt x="1066" y="1878"/>
                    </a:cubicBezTo>
                    <a:cubicBezTo>
                      <a:pt x="1065" y="1878"/>
                      <a:pt x="1062" y="1877"/>
                      <a:pt x="1062" y="1876"/>
                    </a:cubicBezTo>
                    <a:cubicBezTo>
                      <a:pt x="1062" y="1874"/>
                      <a:pt x="1064" y="1873"/>
                      <a:pt x="1065" y="1872"/>
                    </a:cubicBezTo>
                    <a:cubicBezTo>
                      <a:pt x="1068" y="1871"/>
                      <a:pt x="1070" y="1870"/>
                      <a:pt x="1073" y="1870"/>
                    </a:cubicBezTo>
                    <a:cubicBezTo>
                      <a:pt x="1074" y="1869"/>
                      <a:pt x="1077" y="1869"/>
                      <a:pt x="1078" y="1868"/>
                    </a:cubicBezTo>
                    <a:cubicBezTo>
                      <a:pt x="1079" y="1867"/>
                      <a:pt x="1077" y="1866"/>
                      <a:pt x="1077" y="1866"/>
                    </a:cubicBezTo>
                    <a:cubicBezTo>
                      <a:pt x="1075" y="1864"/>
                      <a:pt x="1074" y="1863"/>
                      <a:pt x="1072" y="1861"/>
                    </a:cubicBezTo>
                    <a:cubicBezTo>
                      <a:pt x="1071" y="1859"/>
                      <a:pt x="1070" y="1858"/>
                      <a:pt x="1070" y="1856"/>
                    </a:cubicBezTo>
                    <a:cubicBezTo>
                      <a:pt x="1069" y="1855"/>
                      <a:pt x="1069" y="1854"/>
                      <a:pt x="1068" y="1853"/>
                    </a:cubicBezTo>
                    <a:cubicBezTo>
                      <a:pt x="1067" y="1850"/>
                      <a:pt x="1065" y="1848"/>
                      <a:pt x="1064" y="1846"/>
                    </a:cubicBezTo>
                    <a:cubicBezTo>
                      <a:pt x="1063" y="1844"/>
                      <a:pt x="1062" y="1842"/>
                      <a:pt x="1061" y="1840"/>
                    </a:cubicBezTo>
                    <a:cubicBezTo>
                      <a:pt x="1061" y="1838"/>
                      <a:pt x="1060" y="1836"/>
                      <a:pt x="1060" y="1833"/>
                    </a:cubicBezTo>
                    <a:cubicBezTo>
                      <a:pt x="1061" y="1831"/>
                      <a:pt x="1062" y="1830"/>
                      <a:pt x="1060" y="1828"/>
                    </a:cubicBezTo>
                    <a:cubicBezTo>
                      <a:pt x="1058" y="1825"/>
                      <a:pt x="1056" y="1823"/>
                      <a:pt x="1056" y="1819"/>
                    </a:cubicBezTo>
                    <a:cubicBezTo>
                      <a:pt x="1056" y="1815"/>
                      <a:pt x="1057" y="1811"/>
                      <a:pt x="1055" y="1807"/>
                    </a:cubicBezTo>
                    <a:cubicBezTo>
                      <a:pt x="1053" y="1804"/>
                      <a:pt x="1048" y="1804"/>
                      <a:pt x="1046" y="1808"/>
                    </a:cubicBezTo>
                    <a:cubicBezTo>
                      <a:pt x="1044" y="1812"/>
                      <a:pt x="1046" y="1817"/>
                      <a:pt x="1045" y="1821"/>
                    </a:cubicBezTo>
                    <a:cubicBezTo>
                      <a:pt x="1044" y="1826"/>
                      <a:pt x="1039" y="1825"/>
                      <a:pt x="1036" y="1824"/>
                    </a:cubicBezTo>
                    <a:cubicBezTo>
                      <a:pt x="1035" y="1824"/>
                      <a:pt x="1033" y="1823"/>
                      <a:pt x="1031" y="1824"/>
                    </a:cubicBezTo>
                    <a:cubicBezTo>
                      <a:pt x="1031" y="1824"/>
                      <a:pt x="1031" y="1826"/>
                      <a:pt x="1031" y="1827"/>
                    </a:cubicBezTo>
                    <a:cubicBezTo>
                      <a:pt x="1031" y="1830"/>
                      <a:pt x="1031" y="1833"/>
                      <a:pt x="1028" y="1835"/>
                    </a:cubicBezTo>
                    <a:cubicBezTo>
                      <a:pt x="1025" y="1838"/>
                      <a:pt x="1023" y="1840"/>
                      <a:pt x="1025" y="1844"/>
                    </a:cubicBezTo>
                    <a:cubicBezTo>
                      <a:pt x="1028" y="1848"/>
                      <a:pt x="1033" y="1851"/>
                      <a:pt x="1037" y="1855"/>
                    </a:cubicBezTo>
                    <a:cubicBezTo>
                      <a:pt x="1043" y="1859"/>
                      <a:pt x="1050" y="1867"/>
                      <a:pt x="1047" y="1875"/>
                    </a:cubicBezTo>
                    <a:cubicBezTo>
                      <a:pt x="1046" y="1879"/>
                      <a:pt x="1043" y="1881"/>
                      <a:pt x="1042" y="1885"/>
                    </a:cubicBezTo>
                    <a:cubicBezTo>
                      <a:pt x="1041" y="1889"/>
                      <a:pt x="1041" y="1893"/>
                      <a:pt x="1040" y="1898"/>
                    </a:cubicBezTo>
                    <a:cubicBezTo>
                      <a:pt x="1040" y="1900"/>
                      <a:pt x="1038" y="1903"/>
                      <a:pt x="1038" y="1906"/>
                    </a:cubicBezTo>
                    <a:cubicBezTo>
                      <a:pt x="1038" y="1907"/>
                      <a:pt x="1038" y="1908"/>
                      <a:pt x="1038" y="1909"/>
                    </a:cubicBezTo>
                    <a:cubicBezTo>
                      <a:pt x="1039" y="1910"/>
                      <a:pt x="1040" y="1911"/>
                      <a:pt x="1041" y="1912"/>
                    </a:cubicBezTo>
                    <a:cubicBezTo>
                      <a:pt x="1043" y="1914"/>
                      <a:pt x="1045" y="1916"/>
                      <a:pt x="1047" y="1918"/>
                    </a:cubicBezTo>
                    <a:cubicBezTo>
                      <a:pt x="1048" y="1919"/>
                      <a:pt x="1049" y="1921"/>
                      <a:pt x="1051" y="1922"/>
                    </a:cubicBezTo>
                    <a:cubicBezTo>
                      <a:pt x="1053" y="1923"/>
                      <a:pt x="1055" y="1922"/>
                      <a:pt x="1057" y="1923"/>
                    </a:cubicBezTo>
                    <a:cubicBezTo>
                      <a:pt x="1059" y="1923"/>
                      <a:pt x="1063" y="1923"/>
                      <a:pt x="1065" y="1924"/>
                    </a:cubicBezTo>
                    <a:cubicBezTo>
                      <a:pt x="1067" y="1925"/>
                      <a:pt x="1064" y="1927"/>
                      <a:pt x="1063" y="1927"/>
                    </a:cubicBezTo>
                    <a:cubicBezTo>
                      <a:pt x="1060" y="1928"/>
                      <a:pt x="1057" y="1929"/>
                      <a:pt x="1054" y="1930"/>
                    </a:cubicBezTo>
                    <a:cubicBezTo>
                      <a:pt x="1052" y="1931"/>
                      <a:pt x="1052" y="1933"/>
                      <a:pt x="1053" y="1934"/>
                    </a:cubicBezTo>
                    <a:cubicBezTo>
                      <a:pt x="1055" y="1936"/>
                      <a:pt x="1058" y="1938"/>
                      <a:pt x="1060" y="1940"/>
                    </a:cubicBezTo>
                    <a:cubicBezTo>
                      <a:pt x="1062" y="1941"/>
                      <a:pt x="1063" y="1943"/>
                      <a:pt x="1065" y="1945"/>
                    </a:cubicBezTo>
                    <a:cubicBezTo>
                      <a:pt x="1066" y="1946"/>
                      <a:pt x="1067" y="1947"/>
                      <a:pt x="1068" y="1949"/>
                    </a:cubicBezTo>
                    <a:cubicBezTo>
                      <a:pt x="1071" y="1952"/>
                      <a:pt x="1075" y="1953"/>
                      <a:pt x="1079" y="1955"/>
                    </a:cubicBezTo>
                    <a:cubicBezTo>
                      <a:pt x="1084" y="1957"/>
                      <a:pt x="1085" y="1960"/>
                      <a:pt x="1085" y="1965"/>
                    </a:cubicBezTo>
                    <a:cubicBezTo>
                      <a:pt x="1085" y="1969"/>
                      <a:pt x="1083" y="1974"/>
                      <a:pt x="1079" y="1976"/>
                    </a:cubicBezTo>
                    <a:cubicBezTo>
                      <a:pt x="1075" y="1977"/>
                      <a:pt x="1070" y="1977"/>
                      <a:pt x="1066" y="1976"/>
                    </a:cubicBezTo>
                    <a:cubicBezTo>
                      <a:pt x="1062" y="1974"/>
                      <a:pt x="1061" y="1968"/>
                      <a:pt x="1060" y="1965"/>
                    </a:cubicBezTo>
                    <a:cubicBezTo>
                      <a:pt x="1058" y="1961"/>
                      <a:pt x="1054" y="1959"/>
                      <a:pt x="1051" y="1956"/>
                    </a:cubicBezTo>
                    <a:cubicBezTo>
                      <a:pt x="1050" y="1955"/>
                      <a:pt x="1048" y="1953"/>
                      <a:pt x="1047" y="1951"/>
                    </a:cubicBezTo>
                    <a:cubicBezTo>
                      <a:pt x="1046" y="1950"/>
                      <a:pt x="1045" y="1949"/>
                      <a:pt x="1044" y="1948"/>
                    </a:cubicBezTo>
                    <a:cubicBezTo>
                      <a:pt x="1044" y="1945"/>
                      <a:pt x="1049" y="1945"/>
                      <a:pt x="1050" y="1944"/>
                    </a:cubicBezTo>
                    <a:cubicBezTo>
                      <a:pt x="1051" y="1943"/>
                      <a:pt x="1050" y="1942"/>
                      <a:pt x="1049" y="1941"/>
                    </a:cubicBezTo>
                    <a:cubicBezTo>
                      <a:pt x="1048" y="1940"/>
                      <a:pt x="1046" y="1938"/>
                      <a:pt x="1045" y="1937"/>
                    </a:cubicBezTo>
                    <a:cubicBezTo>
                      <a:pt x="1044" y="1935"/>
                      <a:pt x="1043" y="1934"/>
                      <a:pt x="1042" y="1933"/>
                    </a:cubicBezTo>
                    <a:cubicBezTo>
                      <a:pt x="1042" y="1932"/>
                      <a:pt x="1041" y="1932"/>
                      <a:pt x="1040" y="1932"/>
                    </a:cubicBezTo>
                    <a:cubicBezTo>
                      <a:pt x="1037" y="1933"/>
                      <a:pt x="1034" y="1935"/>
                      <a:pt x="1030" y="1933"/>
                    </a:cubicBezTo>
                    <a:cubicBezTo>
                      <a:pt x="1029" y="1932"/>
                      <a:pt x="1027" y="1930"/>
                      <a:pt x="1026" y="1929"/>
                    </a:cubicBezTo>
                    <a:cubicBezTo>
                      <a:pt x="1025" y="1928"/>
                      <a:pt x="1024" y="1927"/>
                      <a:pt x="1023" y="1925"/>
                    </a:cubicBezTo>
                    <a:cubicBezTo>
                      <a:pt x="1020" y="1921"/>
                      <a:pt x="1021" y="1916"/>
                      <a:pt x="1021" y="1912"/>
                    </a:cubicBezTo>
                    <a:cubicBezTo>
                      <a:pt x="1021" y="1910"/>
                      <a:pt x="1021" y="1908"/>
                      <a:pt x="1019" y="1907"/>
                    </a:cubicBezTo>
                    <a:cubicBezTo>
                      <a:pt x="1017" y="1905"/>
                      <a:pt x="1015" y="1905"/>
                      <a:pt x="1013" y="1904"/>
                    </a:cubicBezTo>
                    <a:cubicBezTo>
                      <a:pt x="1012" y="1904"/>
                      <a:pt x="1009" y="1903"/>
                      <a:pt x="1009" y="1901"/>
                    </a:cubicBezTo>
                    <a:cubicBezTo>
                      <a:pt x="1009" y="1899"/>
                      <a:pt x="1012" y="1898"/>
                      <a:pt x="1014" y="1898"/>
                    </a:cubicBezTo>
                    <a:cubicBezTo>
                      <a:pt x="1015" y="1898"/>
                      <a:pt x="1018" y="1898"/>
                      <a:pt x="1020" y="1896"/>
                    </a:cubicBezTo>
                    <a:cubicBezTo>
                      <a:pt x="1021" y="1895"/>
                      <a:pt x="1020" y="1894"/>
                      <a:pt x="1019" y="1893"/>
                    </a:cubicBezTo>
                    <a:cubicBezTo>
                      <a:pt x="1018" y="1891"/>
                      <a:pt x="1016" y="1889"/>
                      <a:pt x="1016" y="1888"/>
                    </a:cubicBezTo>
                    <a:cubicBezTo>
                      <a:pt x="1015" y="1886"/>
                      <a:pt x="1017" y="1885"/>
                      <a:pt x="1018" y="1885"/>
                    </a:cubicBezTo>
                    <a:cubicBezTo>
                      <a:pt x="1019" y="1885"/>
                      <a:pt x="1022" y="1885"/>
                      <a:pt x="1022" y="1883"/>
                    </a:cubicBezTo>
                    <a:cubicBezTo>
                      <a:pt x="1022" y="1882"/>
                      <a:pt x="1019" y="1880"/>
                      <a:pt x="1018" y="1879"/>
                    </a:cubicBezTo>
                    <a:cubicBezTo>
                      <a:pt x="1017" y="1878"/>
                      <a:pt x="1014" y="1876"/>
                      <a:pt x="1013" y="1875"/>
                    </a:cubicBezTo>
                    <a:cubicBezTo>
                      <a:pt x="1012" y="1873"/>
                      <a:pt x="1013" y="1873"/>
                      <a:pt x="1014" y="1872"/>
                    </a:cubicBezTo>
                    <a:cubicBezTo>
                      <a:pt x="1017" y="1870"/>
                      <a:pt x="1019" y="1867"/>
                      <a:pt x="1017" y="1863"/>
                    </a:cubicBezTo>
                    <a:cubicBezTo>
                      <a:pt x="1016" y="1860"/>
                      <a:pt x="1011" y="1860"/>
                      <a:pt x="1008" y="1858"/>
                    </a:cubicBezTo>
                    <a:cubicBezTo>
                      <a:pt x="1007" y="1858"/>
                      <a:pt x="1004" y="1857"/>
                      <a:pt x="1004" y="1855"/>
                    </a:cubicBezTo>
                    <a:cubicBezTo>
                      <a:pt x="1005" y="1853"/>
                      <a:pt x="1007" y="1853"/>
                      <a:pt x="1009" y="1852"/>
                    </a:cubicBezTo>
                    <a:cubicBezTo>
                      <a:pt x="1010" y="1852"/>
                      <a:pt x="1013" y="1851"/>
                      <a:pt x="1014" y="1849"/>
                    </a:cubicBezTo>
                    <a:cubicBezTo>
                      <a:pt x="1016" y="1848"/>
                      <a:pt x="1014" y="1846"/>
                      <a:pt x="1013" y="1844"/>
                    </a:cubicBezTo>
                    <a:cubicBezTo>
                      <a:pt x="1012" y="1842"/>
                      <a:pt x="1010" y="1840"/>
                      <a:pt x="1010" y="1838"/>
                    </a:cubicBezTo>
                    <a:cubicBezTo>
                      <a:pt x="1010" y="1836"/>
                      <a:pt x="1012" y="1835"/>
                      <a:pt x="1014" y="1834"/>
                    </a:cubicBezTo>
                    <a:cubicBezTo>
                      <a:pt x="1017" y="1832"/>
                      <a:pt x="1023" y="1830"/>
                      <a:pt x="1022" y="1825"/>
                    </a:cubicBezTo>
                    <a:cubicBezTo>
                      <a:pt x="1022" y="1822"/>
                      <a:pt x="1020" y="1818"/>
                      <a:pt x="1017" y="1819"/>
                    </a:cubicBezTo>
                    <a:cubicBezTo>
                      <a:pt x="1013" y="1819"/>
                      <a:pt x="1010" y="1823"/>
                      <a:pt x="1007" y="1824"/>
                    </a:cubicBezTo>
                    <a:cubicBezTo>
                      <a:pt x="1006" y="1825"/>
                      <a:pt x="1005" y="1825"/>
                      <a:pt x="1004" y="1826"/>
                    </a:cubicBezTo>
                    <a:cubicBezTo>
                      <a:pt x="1002" y="1827"/>
                      <a:pt x="1002" y="1829"/>
                      <a:pt x="1001" y="1830"/>
                    </a:cubicBezTo>
                    <a:cubicBezTo>
                      <a:pt x="1000" y="1836"/>
                      <a:pt x="1000" y="1841"/>
                      <a:pt x="1000" y="1847"/>
                    </a:cubicBezTo>
                    <a:cubicBezTo>
                      <a:pt x="1000" y="1851"/>
                      <a:pt x="999" y="1855"/>
                      <a:pt x="997" y="1858"/>
                    </a:cubicBezTo>
                    <a:cubicBezTo>
                      <a:pt x="997" y="1859"/>
                      <a:pt x="996" y="1861"/>
                      <a:pt x="995" y="1861"/>
                    </a:cubicBezTo>
                    <a:cubicBezTo>
                      <a:pt x="995" y="1861"/>
                      <a:pt x="993" y="1859"/>
                      <a:pt x="993" y="1858"/>
                    </a:cubicBezTo>
                    <a:cubicBezTo>
                      <a:pt x="991" y="1854"/>
                      <a:pt x="988" y="1852"/>
                      <a:pt x="983" y="1851"/>
                    </a:cubicBezTo>
                    <a:cubicBezTo>
                      <a:pt x="979" y="1851"/>
                      <a:pt x="976" y="1850"/>
                      <a:pt x="973" y="1848"/>
                    </a:cubicBezTo>
                    <a:cubicBezTo>
                      <a:pt x="970" y="1845"/>
                      <a:pt x="971" y="1842"/>
                      <a:pt x="971" y="1838"/>
                    </a:cubicBezTo>
                    <a:cubicBezTo>
                      <a:pt x="972" y="1835"/>
                      <a:pt x="973" y="1829"/>
                      <a:pt x="970" y="1827"/>
                    </a:cubicBezTo>
                    <a:cubicBezTo>
                      <a:pt x="969" y="1826"/>
                      <a:pt x="968" y="1826"/>
                      <a:pt x="967" y="1826"/>
                    </a:cubicBezTo>
                    <a:cubicBezTo>
                      <a:pt x="965" y="1825"/>
                      <a:pt x="963" y="1825"/>
                      <a:pt x="961" y="1824"/>
                    </a:cubicBezTo>
                    <a:cubicBezTo>
                      <a:pt x="959" y="1823"/>
                      <a:pt x="958" y="1822"/>
                      <a:pt x="956" y="1820"/>
                    </a:cubicBezTo>
                    <a:cubicBezTo>
                      <a:pt x="955" y="1819"/>
                      <a:pt x="955" y="1818"/>
                      <a:pt x="956" y="1816"/>
                    </a:cubicBezTo>
                    <a:cubicBezTo>
                      <a:pt x="956" y="1812"/>
                      <a:pt x="950" y="1812"/>
                      <a:pt x="948" y="1812"/>
                    </a:cubicBezTo>
                    <a:cubicBezTo>
                      <a:pt x="946" y="1812"/>
                      <a:pt x="945" y="1811"/>
                      <a:pt x="945" y="1810"/>
                    </a:cubicBezTo>
                    <a:cubicBezTo>
                      <a:pt x="944" y="1809"/>
                      <a:pt x="944" y="1807"/>
                      <a:pt x="944" y="1805"/>
                    </a:cubicBezTo>
                    <a:cubicBezTo>
                      <a:pt x="944" y="1800"/>
                      <a:pt x="949" y="1801"/>
                      <a:pt x="952" y="1801"/>
                    </a:cubicBezTo>
                    <a:cubicBezTo>
                      <a:pt x="953" y="1800"/>
                      <a:pt x="956" y="1800"/>
                      <a:pt x="956" y="1798"/>
                    </a:cubicBezTo>
                    <a:cubicBezTo>
                      <a:pt x="956" y="1796"/>
                      <a:pt x="954" y="1796"/>
                      <a:pt x="953" y="1795"/>
                    </a:cubicBezTo>
                    <a:cubicBezTo>
                      <a:pt x="948" y="1794"/>
                      <a:pt x="944" y="1794"/>
                      <a:pt x="941" y="1790"/>
                    </a:cubicBezTo>
                    <a:cubicBezTo>
                      <a:pt x="940" y="1789"/>
                      <a:pt x="939" y="1788"/>
                      <a:pt x="938" y="1787"/>
                    </a:cubicBezTo>
                    <a:cubicBezTo>
                      <a:pt x="937" y="1786"/>
                      <a:pt x="935" y="1785"/>
                      <a:pt x="934" y="1784"/>
                    </a:cubicBezTo>
                    <a:cubicBezTo>
                      <a:pt x="933" y="1783"/>
                      <a:pt x="934" y="1781"/>
                      <a:pt x="935" y="1781"/>
                    </a:cubicBezTo>
                    <a:cubicBezTo>
                      <a:pt x="937" y="1780"/>
                      <a:pt x="939" y="1780"/>
                      <a:pt x="941" y="1781"/>
                    </a:cubicBezTo>
                    <a:cubicBezTo>
                      <a:pt x="943" y="1782"/>
                      <a:pt x="944" y="1783"/>
                      <a:pt x="946" y="1784"/>
                    </a:cubicBezTo>
                    <a:cubicBezTo>
                      <a:pt x="948" y="1785"/>
                      <a:pt x="949" y="1786"/>
                      <a:pt x="951" y="1786"/>
                    </a:cubicBezTo>
                    <a:cubicBezTo>
                      <a:pt x="955" y="1785"/>
                      <a:pt x="960" y="1783"/>
                      <a:pt x="963" y="1786"/>
                    </a:cubicBezTo>
                    <a:cubicBezTo>
                      <a:pt x="965" y="1789"/>
                      <a:pt x="965" y="1795"/>
                      <a:pt x="964" y="1798"/>
                    </a:cubicBezTo>
                    <a:cubicBezTo>
                      <a:pt x="964" y="1802"/>
                      <a:pt x="964" y="1805"/>
                      <a:pt x="965" y="1809"/>
                    </a:cubicBezTo>
                    <a:cubicBezTo>
                      <a:pt x="966" y="1811"/>
                      <a:pt x="967" y="1814"/>
                      <a:pt x="969" y="1817"/>
                    </a:cubicBezTo>
                    <a:cubicBezTo>
                      <a:pt x="972" y="1819"/>
                      <a:pt x="975" y="1820"/>
                      <a:pt x="978" y="1821"/>
                    </a:cubicBezTo>
                    <a:cubicBezTo>
                      <a:pt x="981" y="1822"/>
                      <a:pt x="984" y="1824"/>
                      <a:pt x="987" y="1825"/>
                    </a:cubicBezTo>
                    <a:cubicBezTo>
                      <a:pt x="990" y="1827"/>
                      <a:pt x="993" y="1828"/>
                      <a:pt x="996" y="1827"/>
                    </a:cubicBezTo>
                    <a:cubicBezTo>
                      <a:pt x="999" y="1826"/>
                      <a:pt x="1000" y="1824"/>
                      <a:pt x="1003" y="1822"/>
                    </a:cubicBezTo>
                    <a:cubicBezTo>
                      <a:pt x="1005" y="1821"/>
                      <a:pt x="1008" y="1820"/>
                      <a:pt x="1010" y="1818"/>
                    </a:cubicBezTo>
                    <a:cubicBezTo>
                      <a:pt x="1011" y="1816"/>
                      <a:pt x="1010" y="1813"/>
                      <a:pt x="1011" y="1810"/>
                    </a:cubicBezTo>
                    <a:cubicBezTo>
                      <a:pt x="1012" y="1808"/>
                      <a:pt x="1015" y="1808"/>
                      <a:pt x="1016" y="1806"/>
                    </a:cubicBezTo>
                    <a:cubicBezTo>
                      <a:pt x="1017" y="1805"/>
                      <a:pt x="1017" y="1804"/>
                      <a:pt x="1017" y="1803"/>
                    </a:cubicBezTo>
                    <a:cubicBezTo>
                      <a:pt x="1013" y="1803"/>
                      <a:pt x="1011" y="1805"/>
                      <a:pt x="1007" y="1806"/>
                    </a:cubicBezTo>
                    <a:cubicBezTo>
                      <a:pt x="1006" y="1806"/>
                      <a:pt x="1004" y="1807"/>
                      <a:pt x="1003" y="1806"/>
                    </a:cubicBezTo>
                    <a:cubicBezTo>
                      <a:pt x="1002" y="1805"/>
                      <a:pt x="1003" y="1803"/>
                      <a:pt x="1004" y="1802"/>
                    </a:cubicBezTo>
                    <a:cubicBezTo>
                      <a:pt x="1004" y="1800"/>
                      <a:pt x="1005" y="1797"/>
                      <a:pt x="1007" y="1796"/>
                    </a:cubicBezTo>
                    <a:cubicBezTo>
                      <a:pt x="1009" y="1795"/>
                      <a:pt x="1011" y="1794"/>
                      <a:pt x="1012" y="1793"/>
                    </a:cubicBezTo>
                    <a:cubicBezTo>
                      <a:pt x="1013" y="1792"/>
                      <a:pt x="1013" y="1791"/>
                      <a:pt x="1014" y="1791"/>
                    </a:cubicBezTo>
                    <a:cubicBezTo>
                      <a:pt x="1014" y="1790"/>
                      <a:pt x="1016" y="1789"/>
                      <a:pt x="1017" y="1789"/>
                    </a:cubicBezTo>
                    <a:cubicBezTo>
                      <a:pt x="1020" y="1788"/>
                      <a:pt x="1023" y="1791"/>
                      <a:pt x="1024" y="1794"/>
                    </a:cubicBezTo>
                    <a:cubicBezTo>
                      <a:pt x="1025" y="1796"/>
                      <a:pt x="1025" y="1798"/>
                      <a:pt x="1025" y="1801"/>
                    </a:cubicBezTo>
                    <a:cubicBezTo>
                      <a:pt x="1025" y="1802"/>
                      <a:pt x="1025" y="1804"/>
                      <a:pt x="1027" y="1804"/>
                    </a:cubicBezTo>
                    <a:cubicBezTo>
                      <a:pt x="1028" y="1805"/>
                      <a:pt x="1030" y="1805"/>
                      <a:pt x="1031" y="1805"/>
                    </a:cubicBezTo>
                    <a:cubicBezTo>
                      <a:pt x="1033" y="1805"/>
                      <a:pt x="1035" y="1806"/>
                      <a:pt x="1037" y="1805"/>
                    </a:cubicBezTo>
                    <a:cubicBezTo>
                      <a:pt x="1039" y="1805"/>
                      <a:pt x="1040" y="1803"/>
                      <a:pt x="1041" y="1802"/>
                    </a:cubicBezTo>
                    <a:cubicBezTo>
                      <a:pt x="1042" y="1800"/>
                      <a:pt x="1043" y="1799"/>
                      <a:pt x="1044" y="1797"/>
                    </a:cubicBezTo>
                    <a:cubicBezTo>
                      <a:pt x="1045" y="1795"/>
                      <a:pt x="1046" y="1790"/>
                      <a:pt x="1050" y="1791"/>
                    </a:cubicBezTo>
                    <a:cubicBezTo>
                      <a:pt x="1052" y="1792"/>
                      <a:pt x="1053" y="1794"/>
                      <a:pt x="1053" y="1796"/>
                    </a:cubicBezTo>
                    <a:cubicBezTo>
                      <a:pt x="1054" y="1797"/>
                      <a:pt x="1055" y="1798"/>
                      <a:pt x="1056" y="1798"/>
                    </a:cubicBezTo>
                    <a:cubicBezTo>
                      <a:pt x="1058" y="1799"/>
                      <a:pt x="1059" y="1799"/>
                      <a:pt x="1060" y="1799"/>
                    </a:cubicBezTo>
                    <a:cubicBezTo>
                      <a:pt x="1062" y="1799"/>
                      <a:pt x="1064" y="1800"/>
                      <a:pt x="1065" y="1799"/>
                    </a:cubicBezTo>
                    <a:cubicBezTo>
                      <a:pt x="1066" y="1799"/>
                      <a:pt x="1067" y="1799"/>
                      <a:pt x="1068" y="1799"/>
                    </a:cubicBezTo>
                    <a:cubicBezTo>
                      <a:pt x="1068" y="1798"/>
                      <a:pt x="1070" y="1799"/>
                      <a:pt x="1071" y="1799"/>
                    </a:cubicBezTo>
                    <a:cubicBezTo>
                      <a:pt x="1071" y="1799"/>
                      <a:pt x="1071" y="1798"/>
                      <a:pt x="1072" y="1798"/>
                    </a:cubicBezTo>
                    <a:cubicBezTo>
                      <a:pt x="1072" y="1797"/>
                      <a:pt x="1073" y="1796"/>
                      <a:pt x="1073" y="1795"/>
                    </a:cubicBezTo>
                    <a:cubicBezTo>
                      <a:pt x="1074" y="1794"/>
                      <a:pt x="1074" y="1793"/>
                      <a:pt x="1074" y="1792"/>
                    </a:cubicBezTo>
                    <a:cubicBezTo>
                      <a:pt x="1076" y="1791"/>
                      <a:pt x="1078" y="1791"/>
                      <a:pt x="1080" y="1790"/>
                    </a:cubicBezTo>
                    <a:cubicBezTo>
                      <a:pt x="1081" y="1790"/>
                      <a:pt x="1083" y="1790"/>
                      <a:pt x="1084" y="1790"/>
                    </a:cubicBezTo>
                    <a:cubicBezTo>
                      <a:pt x="1087" y="1791"/>
                      <a:pt x="1082" y="1797"/>
                      <a:pt x="1081" y="1798"/>
                    </a:cubicBezTo>
                    <a:cubicBezTo>
                      <a:pt x="1080" y="1799"/>
                      <a:pt x="1078" y="1800"/>
                      <a:pt x="1077" y="1802"/>
                    </a:cubicBezTo>
                    <a:cubicBezTo>
                      <a:pt x="1076" y="1802"/>
                      <a:pt x="1075" y="1803"/>
                      <a:pt x="1074" y="1805"/>
                    </a:cubicBezTo>
                    <a:cubicBezTo>
                      <a:pt x="1073" y="1807"/>
                      <a:pt x="1077" y="1808"/>
                      <a:pt x="1076" y="1811"/>
                    </a:cubicBezTo>
                    <a:cubicBezTo>
                      <a:pt x="1076" y="1812"/>
                      <a:pt x="1074" y="1812"/>
                      <a:pt x="1073" y="1812"/>
                    </a:cubicBezTo>
                    <a:cubicBezTo>
                      <a:pt x="1072" y="1812"/>
                      <a:pt x="1070" y="1813"/>
                      <a:pt x="1069" y="1814"/>
                    </a:cubicBezTo>
                    <a:cubicBezTo>
                      <a:pt x="1068" y="1815"/>
                      <a:pt x="1066" y="1816"/>
                      <a:pt x="1067" y="1817"/>
                    </a:cubicBezTo>
                    <a:cubicBezTo>
                      <a:pt x="1069" y="1820"/>
                      <a:pt x="1072" y="1820"/>
                      <a:pt x="1073" y="1822"/>
                    </a:cubicBezTo>
                    <a:cubicBezTo>
                      <a:pt x="1074" y="1823"/>
                      <a:pt x="1075" y="1825"/>
                      <a:pt x="1074" y="1826"/>
                    </a:cubicBezTo>
                    <a:cubicBezTo>
                      <a:pt x="1073" y="1826"/>
                      <a:pt x="1073" y="1826"/>
                      <a:pt x="1072" y="1827"/>
                    </a:cubicBezTo>
                    <a:cubicBezTo>
                      <a:pt x="1072" y="1827"/>
                      <a:pt x="1071" y="1828"/>
                      <a:pt x="1071" y="1828"/>
                    </a:cubicBezTo>
                    <a:cubicBezTo>
                      <a:pt x="1070" y="1829"/>
                      <a:pt x="1069" y="1830"/>
                      <a:pt x="1070" y="1831"/>
                    </a:cubicBezTo>
                    <a:cubicBezTo>
                      <a:pt x="1071" y="1833"/>
                      <a:pt x="1073" y="1835"/>
                      <a:pt x="1074" y="1835"/>
                    </a:cubicBezTo>
                    <a:cubicBezTo>
                      <a:pt x="1075" y="1836"/>
                      <a:pt x="1077" y="1836"/>
                      <a:pt x="1078" y="1836"/>
                    </a:cubicBezTo>
                    <a:cubicBezTo>
                      <a:pt x="1079" y="1836"/>
                      <a:pt x="1080" y="1837"/>
                      <a:pt x="1082" y="1837"/>
                    </a:cubicBezTo>
                    <a:cubicBezTo>
                      <a:pt x="1084" y="1838"/>
                      <a:pt x="1087" y="1839"/>
                      <a:pt x="1089" y="1841"/>
                    </a:cubicBezTo>
                    <a:cubicBezTo>
                      <a:pt x="1091" y="1842"/>
                      <a:pt x="1091" y="1844"/>
                      <a:pt x="1089" y="1845"/>
                    </a:cubicBezTo>
                    <a:cubicBezTo>
                      <a:pt x="1087" y="1847"/>
                      <a:pt x="1084" y="1848"/>
                      <a:pt x="1081" y="1849"/>
                    </a:cubicBezTo>
                    <a:cubicBezTo>
                      <a:pt x="1080" y="1850"/>
                      <a:pt x="1080" y="1850"/>
                      <a:pt x="1080" y="1852"/>
                    </a:cubicBezTo>
                    <a:cubicBezTo>
                      <a:pt x="1080" y="1854"/>
                      <a:pt x="1080" y="1854"/>
                      <a:pt x="1081" y="1856"/>
                    </a:cubicBezTo>
                    <a:cubicBezTo>
                      <a:pt x="1082" y="1857"/>
                      <a:pt x="1081" y="1858"/>
                      <a:pt x="1081" y="1860"/>
                    </a:cubicBezTo>
                    <a:cubicBezTo>
                      <a:pt x="1081" y="1862"/>
                      <a:pt x="1081" y="1864"/>
                      <a:pt x="1082" y="1866"/>
                    </a:cubicBezTo>
                    <a:cubicBezTo>
                      <a:pt x="1083" y="1868"/>
                      <a:pt x="1084" y="1870"/>
                      <a:pt x="1087" y="1870"/>
                    </a:cubicBezTo>
                    <a:cubicBezTo>
                      <a:pt x="1090" y="1871"/>
                      <a:pt x="1091" y="1870"/>
                      <a:pt x="1094" y="1869"/>
                    </a:cubicBezTo>
                    <a:cubicBezTo>
                      <a:pt x="1095" y="1868"/>
                      <a:pt x="1098" y="1868"/>
                      <a:pt x="1097" y="1871"/>
                    </a:cubicBezTo>
                    <a:cubicBezTo>
                      <a:pt x="1097" y="1873"/>
                      <a:pt x="1095" y="1874"/>
                      <a:pt x="1093" y="1875"/>
                    </a:cubicBezTo>
                    <a:cubicBezTo>
                      <a:pt x="1092" y="1876"/>
                      <a:pt x="1090" y="1877"/>
                      <a:pt x="1090" y="1879"/>
                    </a:cubicBezTo>
                    <a:cubicBezTo>
                      <a:pt x="1090" y="1880"/>
                      <a:pt x="1090" y="1882"/>
                      <a:pt x="1091" y="1883"/>
                    </a:cubicBezTo>
                    <a:cubicBezTo>
                      <a:pt x="1093" y="1884"/>
                      <a:pt x="1095" y="1883"/>
                      <a:pt x="1097" y="1884"/>
                    </a:cubicBezTo>
                    <a:cubicBezTo>
                      <a:pt x="1099" y="1884"/>
                      <a:pt x="1099" y="1885"/>
                      <a:pt x="1099" y="1887"/>
                    </a:cubicBezTo>
                    <a:cubicBezTo>
                      <a:pt x="1099" y="1889"/>
                      <a:pt x="1099" y="1890"/>
                      <a:pt x="1099" y="1892"/>
                    </a:cubicBezTo>
                    <a:cubicBezTo>
                      <a:pt x="1099" y="1894"/>
                      <a:pt x="1100" y="1897"/>
                      <a:pt x="1102" y="1898"/>
                    </a:cubicBezTo>
                    <a:cubicBezTo>
                      <a:pt x="1102" y="1898"/>
                      <a:pt x="1103" y="1898"/>
                      <a:pt x="1104" y="1898"/>
                    </a:cubicBezTo>
                    <a:cubicBezTo>
                      <a:pt x="1105" y="1898"/>
                      <a:pt x="1106" y="1899"/>
                      <a:pt x="1108" y="1899"/>
                    </a:cubicBezTo>
                    <a:cubicBezTo>
                      <a:pt x="1111" y="1900"/>
                      <a:pt x="1114" y="1898"/>
                      <a:pt x="1117" y="1898"/>
                    </a:cubicBezTo>
                    <a:cubicBezTo>
                      <a:pt x="1119" y="1897"/>
                      <a:pt x="1123" y="1898"/>
                      <a:pt x="1124" y="1900"/>
                    </a:cubicBezTo>
                    <a:cubicBezTo>
                      <a:pt x="1125" y="1901"/>
                      <a:pt x="1125" y="1902"/>
                      <a:pt x="1127" y="1903"/>
                    </a:cubicBezTo>
                    <a:cubicBezTo>
                      <a:pt x="1127" y="1903"/>
                      <a:pt x="1129" y="1904"/>
                      <a:pt x="1129" y="1904"/>
                    </a:cubicBezTo>
                    <a:cubicBezTo>
                      <a:pt x="1128" y="1907"/>
                      <a:pt x="1127" y="1910"/>
                      <a:pt x="1124" y="1911"/>
                    </a:cubicBezTo>
                    <a:close/>
                    <a:moveTo>
                      <a:pt x="1194" y="1946"/>
                    </a:moveTo>
                    <a:cubicBezTo>
                      <a:pt x="1192" y="1949"/>
                      <a:pt x="1189" y="1948"/>
                      <a:pt x="1187" y="1947"/>
                    </a:cubicBezTo>
                    <a:cubicBezTo>
                      <a:pt x="1185" y="1947"/>
                      <a:pt x="1183" y="1946"/>
                      <a:pt x="1181" y="1948"/>
                    </a:cubicBezTo>
                    <a:cubicBezTo>
                      <a:pt x="1180" y="1949"/>
                      <a:pt x="1179" y="1951"/>
                      <a:pt x="1177" y="1951"/>
                    </a:cubicBezTo>
                    <a:cubicBezTo>
                      <a:pt x="1176" y="1951"/>
                      <a:pt x="1175" y="1949"/>
                      <a:pt x="1174" y="1948"/>
                    </a:cubicBezTo>
                    <a:cubicBezTo>
                      <a:pt x="1174" y="1946"/>
                      <a:pt x="1173" y="1945"/>
                      <a:pt x="1172" y="1944"/>
                    </a:cubicBezTo>
                    <a:cubicBezTo>
                      <a:pt x="1171" y="1943"/>
                      <a:pt x="1170" y="1942"/>
                      <a:pt x="1169" y="1942"/>
                    </a:cubicBezTo>
                    <a:cubicBezTo>
                      <a:pt x="1168" y="1941"/>
                      <a:pt x="1168" y="1940"/>
                      <a:pt x="1167" y="1940"/>
                    </a:cubicBezTo>
                    <a:cubicBezTo>
                      <a:pt x="1165" y="1938"/>
                      <a:pt x="1162" y="1938"/>
                      <a:pt x="1160" y="1938"/>
                    </a:cubicBezTo>
                    <a:cubicBezTo>
                      <a:pt x="1159" y="1938"/>
                      <a:pt x="1159" y="1938"/>
                      <a:pt x="1159" y="1938"/>
                    </a:cubicBezTo>
                    <a:cubicBezTo>
                      <a:pt x="1158" y="1938"/>
                      <a:pt x="1157" y="1937"/>
                      <a:pt x="1157" y="1937"/>
                    </a:cubicBezTo>
                    <a:cubicBezTo>
                      <a:pt x="1156" y="1937"/>
                      <a:pt x="1156" y="1937"/>
                      <a:pt x="1156" y="1937"/>
                    </a:cubicBezTo>
                    <a:cubicBezTo>
                      <a:pt x="1155" y="1937"/>
                      <a:pt x="1155" y="1938"/>
                      <a:pt x="1154" y="1939"/>
                    </a:cubicBezTo>
                    <a:cubicBezTo>
                      <a:pt x="1154" y="1940"/>
                      <a:pt x="1153" y="1940"/>
                      <a:pt x="1153" y="1941"/>
                    </a:cubicBezTo>
                    <a:cubicBezTo>
                      <a:pt x="1153" y="1943"/>
                      <a:pt x="1152" y="1943"/>
                      <a:pt x="1150" y="1943"/>
                    </a:cubicBezTo>
                    <a:cubicBezTo>
                      <a:pt x="1148" y="1943"/>
                      <a:pt x="1146" y="1943"/>
                      <a:pt x="1145" y="1941"/>
                    </a:cubicBezTo>
                    <a:cubicBezTo>
                      <a:pt x="1143" y="1940"/>
                      <a:pt x="1144" y="1939"/>
                      <a:pt x="1145" y="1937"/>
                    </a:cubicBezTo>
                    <a:cubicBezTo>
                      <a:pt x="1145" y="1936"/>
                      <a:pt x="1147" y="1934"/>
                      <a:pt x="1147" y="1933"/>
                    </a:cubicBezTo>
                    <a:cubicBezTo>
                      <a:pt x="1147" y="1932"/>
                      <a:pt x="1146" y="1931"/>
                      <a:pt x="1145" y="1931"/>
                    </a:cubicBezTo>
                    <a:cubicBezTo>
                      <a:pt x="1142" y="1930"/>
                      <a:pt x="1139" y="1930"/>
                      <a:pt x="1137" y="1929"/>
                    </a:cubicBezTo>
                    <a:cubicBezTo>
                      <a:pt x="1134" y="1928"/>
                      <a:pt x="1131" y="1927"/>
                      <a:pt x="1130" y="1925"/>
                    </a:cubicBezTo>
                    <a:cubicBezTo>
                      <a:pt x="1129" y="1922"/>
                      <a:pt x="1134" y="1923"/>
                      <a:pt x="1135" y="1920"/>
                    </a:cubicBezTo>
                    <a:cubicBezTo>
                      <a:pt x="1135" y="1919"/>
                      <a:pt x="1134" y="1917"/>
                      <a:pt x="1136" y="1917"/>
                    </a:cubicBezTo>
                    <a:cubicBezTo>
                      <a:pt x="1137" y="1916"/>
                      <a:pt x="1140" y="1917"/>
                      <a:pt x="1141" y="1918"/>
                    </a:cubicBezTo>
                    <a:cubicBezTo>
                      <a:pt x="1142" y="1919"/>
                      <a:pt x="1142" y="1921"/>
                      <a:pt x="1144" y="1922"/>
                    </a:cubicBezTo>
                    <a:cubicBezTo>
                      <a:pt x="1145" y="1923"/>
                      <a:pt x="1147" y="1923"/>
                      <a:pt x="1149" y="1923"/>
                    </a:cubicBezTo>
                    <a:cubicBezTo>
                      <a:pt x="1154" y="1922"/>
                      <a:pt x="1147" y="1916"/>
                      <a:pt x="1145" y="1915"/>
                    </a:cubicBezTo>
                    <a:cubicBezTo>
                      <a:pt x="1145" y="1914"/>
                      <a:pt x="1143" y="1913"/>
                      <a:pt x="1143" y="1912"/>
                    </a:cubicBezTo>
                    <a:cubicBezTo>
                      <a:pt x="1143" y="1910"/>
                      <a:pt x="1145" y="1910"/>
                      <a:pt x="1146" y="1910"/>
                    </a:cubicBezTo>
                    <a:cubicBezTo>
                      <a:pt x="1151" y="1911"/>
                      <a:pt x="1154" y="1915"/>
                      <a:pt x="1159" y="1915"/>
                    </a:cubicBezTo>
                    <a:cubicBezTo>
                      <a:pt x="1164" y="1915"/>
                      <a:pt x="1168" y="1916"/>
                      <a:pt x="1172" y="1919"/>
                    </a:cubicBezTo>
                    <a:cubicBezTo>
                      <a:pt x="1173" y="1919"/>
                      <a:pt x="1174" y="1920"/>
                      <a:pt x="1173" y="1921"/>
                    </a:cubicBezTo>
                    <a:cubicBezTo>
                      <a:pt x="1172" y="1922"/>
                      <a:pt x="1170" y="1921"/>
                      <a:pt x="1168" y="1922"/>
                    </a:cubicBezTo>
                    <a:cubicBezTo>
                      <a:pt x="1167" y="1923"/>
                      <a:pt x="1167" y="1925"/>
                      <a:pt x="1168" y="1926"/>
                    </a:cubicBezTo>
                    <a:cubicBezTo>
                      <a:pt x="1170" y="1927"/>
                      <a:pt x="1172" y="1926"/>
                      <a:pt x="1174" y="1926"/>
                    </a:cubicBezTo>
                    <a:cubicBezTo>
                      <a:pt x="1178" y="1926"/>
                      <a:pt x="1182" y="1929"/>
                      <a:pt x="1184" y="1933"/>
                    </a:cubicBezTo>
                    <a:cubicBezTo>
                      <a:pt x="1185" y="1934"/>
                      <a:pt x="1186" y="1935"/>
                      <a:pt x="1187" y="1936"/>
                    </a:cubicBezTo>
                    <a:cubicBezTo>
                      <a:pt x="1189" y="1937"/>
                      <a:pt x="1191" y="1938"/>
                      <a:pt x="1192" y="1940"/>
                    </a:cubicBezTo>
                    <a:cubicBezTo>
                      <a:pt x="1194" y="1941"/>
                      <a:pt x="1195" y="1944"/>
                      <a:pt x="1194" y="1946"/>
                    </a:cubicBezTo>
                    <a:close/>
                    <a:moveTo>
                      <a:pt x="1200" y="1904"/>
                    </a:moveTo>
                    <a:cubicBezTo>
                      <a:pt x="1198" y="1903"/>
                      <a:pt x="1197" y="1902"/>
                      <a:pt x="1196" y="1901"/>
                    </a:cubicBezTo>
                    <a:cubicBezTo>
                      <a:pt x="1195" y="1900"/>
                      <a:pt x="1194" y="1898"/>
                      <a:pt x="1192" y="1896"/>
                    </a:cubicBezTo>
                    <a:cubicBezTo>
                      <a:pt x="1191" y="1895"/>
                      <a:pt x="1190" y="1894"/>
                      <a:pt x="1188" y="1893"/>
                    </a:cubicBezTo>
                    <a:cubicBezTo>
                      <a:pt x="1187" y="1892"/>
                      <a:pt x="1185" y="1892"/>
                      <a:pt x="1183" y="1892"/>
                    </a:cubicBezTo>
                    <a:cubicBezTo>
                      <a:pt x="1181" y="1892"/>
                      <a:pt x="1179" y="1891"/>
                      <a:pt x="1177" y="1891"/>
                    </a:cubicBezTo>
                    <a:cubicBezTo>
                      <a:pt x="1176" y="1890"/>
                      <a:pt x="1175" y="1890"/>
                      <a:pt x="1175" y="1892"/>
                    </a:cubicBezTo>
                    <a:cubicBezTo>
                      <a:pt x="1175" y="1893"/>
                      <a:pt x="1176" y="1894"/>
                      <a:pt x="1177" y="1895"/>
                    </a:cubicBezTo>
                    <a:cubicBezTo>
                      <a:pt x="1178" y="1897"/>
                      <a:pt x="1179" y="1899"/>
                      <a:pt x="1178" y="1901"/>
                    </a:cubicBezTo>
                    <a:cubicBezTo>
                      <a:pt x="1177" y="1902"/>
                      <a:pt x="1177" y="1902"/>
                      <a:pt x="1177" y="1903"/>
                    </a:cubicBezTo>
                    <a:cubicBezTo>
                      <a:pt x="1177" y="1904"/>
                      <a:pt x="1177" y="1904"/>
                      <a:pt x="1176" y="1904"/>
                    </a:cubicBezTo>
                    <a:cubicBezTo>
                      <a:pt x="1174" y="1905"/>
                      <a:pt x="1173" y="1904"/>
                      <a:pt x="1173" y="1903"/>
                    </a:cubicBezTo>
                    <a:cubicBezTo>
                      <a:pt x="1172" y="1902"/>
                      <a:pt x="1172" y="1900"/>
                      <a:pt x="1170" y="1900"/>
                    </a:cubicBezTo>
                    <a:cubicBezTo>
                      <a:pt x="1168" y="1900"/>
                      <a:pt x="1167" y="1900"/>
                      <a:pt x="1165" y="1900"/>
                    </a:cubicBezTo>
                    <a:cubicBezTo>
                      <a:pt x="1164" y="1900"/>
                      <a:pt x="1162" y="1899"/>
                      <a:pt x="1161" y="1899"/>
                    </a:cubicBezTo>
                    <a:cubicBezTo>
                      <a:pt x="1159" y="1898"/>
                      <a:pt x="1159" y="1895"/>
                      <a:pt x="1160" y="1893"/>
                    </a:cubicBezTo>
                    <a:cubicBezTo>
                      <a:pt x="1160" y="1892"/>
                      <a:pt x="1159" y="1891"/>
                      <a:pt x="1157" y="1890"/>
                    </a:cubicBezTo>
                    <a:cubicBezTo>
                      <a:pt x="1156" y="1890"/>
                      <a:pt x="1154" y="1890"/>
                      <a:pt x="1152" y="1890"/>
                    </a:cubicBezTo>
                    <a:cubicBezTo>
                      <a:pt x="1151" y="1889"/>
                      <a:pt x="1149" y="1889"/>
                      <a:pt x="1148" y="1889"/>
                    </a:cubicBezTo>
                    <a:cubicBezTo>
                      <a:pt x="1147" y="1890"/>
                      <a:pt x="1146" y="1891"/>
                      <a:pt x="1144" y="1890"/>
                    </a:cubicBezTo>
                    <a:cubicBezTo>
                      <a:pt x="1144" y="1890"/>
                      <a:pt x="1143" y="1889"/>
                      <a:pt x="1143" y="1888"/>
                    </a:cubicBezTo>
                    <a:cubicBezTo>
                      <a:pt x="1142" y="1888"/>
                      <a:pt x="1143" y="1887"/>
                      <a:pt x="1143" y="1886"/>
                    </a:cubicBezTo>
                    <a:cubicBezTo>
                      <a:pt x="1143" y="1884"/>
                      <a:pt x="1142" y="1883"/>
                      <a:pt x="1140" y="1883"/>
                    </a:cubicBezTo>
                    <a:cubicBezTo>
                      <a:pt x="1138" y="1882"/>
                      <a:pt x="1137" y="1881"/>
                      <a:pt x="1136" y="1879"/>
                    </a:cubicBezTo>
                    <a:cubicBezTo>
                      <a:pt x="1136" y="1877"/>
                      <a:pt x="1137" y="1877"/>
                      <a:pt x="1138" y="1875"/>
                    </a:cubicBezTo>
                    <a:cubicBezTo>
                      <a:pt x="1140" y="1874"/>
                      <a:pt x="1141" y="1872"/>
                      <a:pt x="1141" y="1870"/>
                    </a:cubicBezTo>
                    <a:cubicBezTo>
                      <a:pt x="1140" y="1868"/>
                      <a:pt x="1135" y="1870"/>
                      <a:pt x="1134" y="1870"/>
                    </a:cubicBezTo>
                    <a:cubicBezTo>
                      <a:pt x="1132" y="1871"/>
                      <a:pt x="1132" y="1873"/>
                      <a:pt x="1132" y="1875"/>
                    </a:cubicBezTo>
                    <a:cubicBezTo>
                      <a:pt x="1132" y="1877"/>
                      <a:pt x="1127" y="1877"/>
                      <a:pt x="1126" y="1876"/>
                    </a:cubicBezTo>
                    <a:cubicBezTo>
                      <a:pt x="1124" y="1875"/>
                      <a:pt x="1124" y="1872"/>
                      <a:pt x="1123" y="1871"/>
                    </a:cubicBezTo>
                    <a:cubicBezTo>
                      <a:pt x="1123" y="1870"/>
                      <a:pt x="1123" y="1869"/>
                      <a:pt x="1123" y="1868"/>
                    </a:cubicBezTo>
                    <a:cubicBezTo>
                      <a:pt x="1123" y="1867"/>
                      <a:pt x="1122" y="1867"/>
                      <a:pt x="1122" y="1866"/>
                    </a:cubicBezTo>
                    <a:cubicBezTo>
                      <a:pt x="1120" y="1865"/>
                      <a:pt x="1119" y="1866"/>
                      <a:pt x="1118" y="1864"/>
                    </a:cubicBezTo>
                    <a:cubicBezTo>
                      <a:pt x="1117" y="1863"/>
                      <a:pt x="1118" y="1862"/>
                      <a:pt x="1118" y="1861"/>
                    </a:cubicBezTo>
                    <a:cubicBezTo>
                      <a:pt x="1119" y="1859"/>
                      <a:pt x="1118" y="1857"/>
                      <a:pt x="1116" y="1857"/>
                    </a:cubicBezTo>
                    <a:cubicBezTo>
                      <a:pt x="1115" y="1856"/>
                      <a:pt x="1114" y="1856"/>
                      <a:pt x="1112" y="1856"/>
                    </a:cubicBezTo>
                    <a:cubicBezTo>
                      <a:pt x="1112" y="1855"/>
                      <a:pt x="1111" y="1856"/>
                      <a:pt x="1110" y="1855"/>
                    </a:cubicBezTo>
                    <a:cubicBezTo>
                      <a:pt x="1109" y="1855"/>
                      <a:pt x="1109" y="1854"/>
                      <a:pt x="1108" y="1853"/>
                    </a:cubicBezTo>
                    <a:cubicBezTo>
                      <a:pt x="1108" y="1852"/>
                      <a:pt x="1107" y="1851"/>
                      <a:pt x="1106" y="1851"/>
                    </a:cubicBezTo>
                    <a:cubicBezTo>
                      <a:pt x="1105" y="1850"/>
                      <a:pt x="1104" y="1849"/>
                      <a:pt x="1103" y="1848"/>
                    </a:cubicBezTo>
                    <a:cubicBezTo>
                      <a:pt x="1103" y="1848"/>
                      <a:pt x="1102" y="1847"/>
                      <a:pt x="1102" y="1846"/>
                    </a:cubicBezTo>
                    <a:cubicBezTo>
                      <a:pt x="1102" y="1844"/>
                      <a:pt x="1108" y="1846"/>
                      <a:pt x="1110" y="1846"/>
                    </a:cubicBezTo>
                    <a:cubicBezTo>
                      <a:pt x="1111" y="1845"/>
                      <a:pt x="1109" y="1843"/>
                      <a:pt x="1111" y="1842"/>
                    </a:cubicBezTo>
                    <a:cubicBezTo>
                      <a:pt x="1112" y="1840"/>
                      <a:pt x="1116" y="1842"/>
                      <a:pt x="1116" y="1843"/>
                    </a:cubicBezTo>
                    <a:cubicBezTo>
                      <a:pt x="1117" y="1845"/>
                      <a:pt x="1118" y="1849"/>
                      <a:pt x="1120" y="1849"/>
                    </a:cubicBezTo>
                    <a:cubicBezTo>
                      <a:pt x="1122" y="1849"/>
                      <a:pt x="1123" y="1847"/>
                      <a:pt x="1125" y="1846"/>
                    </a:cubicBezTo>
                    <a:cubicBezTo>
                      <a:pt x="1126" y="1844"/>
                      <a:pt x="1129" y="1845"/>
                      <a:pt x="1131" y="1846"/>
                    </a:cubicBezTo>
                    <a:cubicBezTo>
                      <a:pt x="1133" y="1847"/>
                      <a:pt x="1133" y="1850"/>
                      <a:pt x="1134" y="1852"/>
                    </a:cubicBezTo>
                    <a:cubicBezTo>
                      <a:pt x="1136" y="1853"/>
                      <a:pt x="1138" y="1853"/>
                      <a:pt x="1140" y="1851"/>
                    </a:cubicBezTo>
                    <a:cubicBezTo>
                      <a:pt x="1140" y="1850"/>
                      <a:pt x="1140" y="1850"/>
                      <a:pt x="1141" y="1849"/>
                    </a:cubicBezTo>
                    <a:cubicBezTo>
                      <a:pt x="1142" y="1849"/>
                      <a:pt x="1144" y="1849"/>
                      <a:pt x="1144" y="1850"/>
                    </a:cubicBezTo>
                    <a:cubicBezTo>
                      <a:pt x="1147" y="1852"/>
                      <a:pt x="1147" y="1855"/>
                      <a:pt x="1147" y="1858"/>
                    </a:cubicBezTo>
                    <a:cubicBezTo>
                      <a:pt x="1147" y="1861"/>
                      <a:pt x="1148" y="1863"/>
                      <a:pt x="1149" y="1866"/>
                    </a:cubicBezTo>
                    <a:cubicBezTo>
                      <a:pt x="1150" y="1869"/>
                      <a:pt x="1152" y="1871"/>
                      <a:pt x="1155" y="1872"/>
                    </a:cubicBezTo>
                    <a:cubicBezTo>
                      <a:pt x="1157" y="1874"/>
                      <a:pt x="1160" y="1874"/>
                      <a:pt x="1162" y="1877"/>
                    </a:cubicBezTo>
                    <a:cubicBezTo>
                      <a:pt x="1163" y="1878"/>
                      <a:pt x="1163" y="1880"/>
                      <a:pt x="1165" y="1882"/>
                    </a:cubicBezTo>
                    <a:cubicBezTo>
                      <a:pt x="1166" y="1882"/>
                      <a:pt x="1167" y="1883"/>
                      <a:pt x="1168" y="1882"/>
                    </a:cubicBezTo>
                    <a:cubicBezTo>
                      <a:pt x="1169" y="1882"/>
                      <a:pt x="1170" y="1881"/>
                      <a:pt x="1171" y="1880"/>
                    </a:cubicBezTo>
                    <a:cubicBezTo>
                      <a:pt x="1172" y="1878"/>
                      <a:pt x="1175" y="1875"/>
                      <a:pt x="1178" y="1876"/>
                    </a:cubicBezTo>
                    <a:cubicBezTo>
                      <a:pt x="1180" y="1876"/>
                      <a:pt x="1182" y="1878"/>
                      <a:pt x="1183" y="1879"/>
                    </a:cubicBezTo>
                    <a:cubicBezTo>
                      <a:pt x="1185" y="1879"/>
                      <a:pt x="1187" y="1880"/>
                      <a:pt x="1187" y="1882"/>
                    </a:cubicBezTo>
                    <a:cubicBezTo>
                      <a:pt x="1187" y="1884"/>
                      <a:pt x="1187" y="1885"/>
                      <a:pt x="1187" y="1886"/>
                    </a:cubicBezTo>
                    <a:cubicBezTo>
                      <a:pt x="1187" y="1888"/>
                      <a:pt x="1188" y="1889"/>
                      <a:pt x="1189" y="1889"/>
                    </a:cubicBezTo>
                    <a:cubicBezTo>
                      <a:pt x="1191" y="1891"/>
                      <a:pt x="1194" y="1892"/>
                      <a:pt x="1196" y="1894"/>
                    </a:cubicBezTo>
                    <a:cubicBezTo>
                      <a:pt x="1197" y="1897"/>
                      <a:pt x="1199" y="1898"/>
                      <a:pt x="1201" y="1900"/>
                    </a:cubicBezTo>
                    <a:cubicBezTo>
                      <a:pt x="1201" y="1902"/>
                      <a:pt x="1203" y="1904"/>
                      <a:pt x="1203" y="1906"/>
                    </a:cubicBezTo>
                    <a:cubicBezTo>
                      <a:pt x="1202" y="1906"/>
                      <a:pt x="1201" y="1905"/>
                      <a:pt x="1200" y="1904"/>
                    </a:cubicBezTo>
                    <a:close/>
                    <a:moveTo>
                      <a:pt x="1253" y="1857"/>
                    </a:moveTo>
                    <a:cubicBezTo>
                      <a:pt x="1250" y="1858"/>
                      <a:pt x="1246" y="1856"/>
                      <a:pt x="1244" y="1859"/>
                    </a:cubicBezTo>
                    <a:cubicBezTo>
                      <a:pt x="1244" y="1861"/>
                      <a:pt x="1244" y="1862"/>
                      <a:pt x="1244" y="1864"/>
                    </a:cubicBezTo>
                    <a:cubicBezTo>
                      <a:pt x="1244" y="1865"/>
                      <a:pt x="1245" y="1866"/>
                      <a:pt x="1244" y="1867"/>
                    </a:cubicBezTo>
                    <a:cubicBezTo>
                      <a:pt x="1244" y="1869"/>
                      <a:pt x="1241" y="1870"/>
                      <a:pt x="1240" y="1870"/>
                    </a:cubicBezTo>
                    <a:cubicBezTo>
                      <a:pt x="1239" y="1869"/>
                      <a:pt x="1239" y="1868"/>
                      <a:pt x="1238" y="1867"/>
                    </a:cubicBezTo>
                    <a:cubicBezTo>
                      <a:pt x="1238" y="1867"/>
                      <a:pt x="1237" y="1867"/>
                      <a:pt x="1236" y="1867"/>
                    </a:cubicBezTo>
                    <a:cubicBezTo>
                      <a:pt x="1235" y="1866"/>
                      <a:pt x="1233" y="1865"/>
                      <a:pt x="1232" y="1866"/>
                    </a:cubicBezTo>
                    <a:cubicBezTo>
                      <a:pt x="1232" y="1866"/>
                      <a:pt x="1232" y="1867"/>
                      <a:pt x="1232" y="1867"/>
                    </a:cubicBezTo>
                    <a:cubicBezTo>
                      <a:pt x="1231" y="1868"/>
                      <a:pt x="1229" y="1868"/>
                      <a:pt x="1228" y="1868"/>
                    </a:cubicBezTo>
                    <a:cubicBezTo>
                      <a:pt x="1226" y="1870"/>
                      <a:pt x="1224" y="1869"/>
                      <a:pt x="1221" y="1870"/>
                    </a:cubicBezTo>
                    <a:cubicBezTo>
                      <a:pt x="1218" y="1871"/>
                      <a:pt x="1216" y="1871"/>
                      <a:pt x="1213" y="1870"/>
                    </a:cubicBezTo>
                    <a:cubicBezTo>
                      <a:pt x="1211" y="1869"/>
                      <a:pt x="1207" y="1867"/>
                      <a:pt x="1208" y="1864"/>
                    </a:cubicBezTo>
                    <a:cubicBezTo>
                      <a:pt x="1209" y="1861"/>
                      <a:pt x="1213" y="1861"/>
                      <a:pt x="1215" y="1860"/>
                    </a:cubicBezTo>
                    <a:cubicBezTo>
                      <a:pt x="1218" y="1858"/>
                      <a:pt x="1217" y="1854"/>
                      <a:pt x="1215" y="1852"/>
                    </a:cubicBezTo>
                    <a:cubicBezTo>
                      <a:pt x="1213" y="1850"/>
                      <a:pt x="1210" y="1850"/>
                      <a:pt x="1209" y="1847"/>
                    </a:cubicBezTo>
                    <a:cubicBezTo>
                      <a:pt x="1208" y="1845"/>
                      <a:pt x="1209" y="1843"/>
                      <a:pt x="1210" y="1840"/>
                    </a:cubicBezTo>
                    <a:cubicBezTo>
                      <a:pt x="1211" y="1838"/>
                      <a:pt x="1210" y="1836"/>
                      <a:pt x="1212" y="1834"/>
                    </a:cubicBezTo>
                    <a:cubicBezTo>
                      <a:pt x="1213" y="1832"/>
                      <a:pt x="1215" y="1833"/>
                      <a:pt x="1216" y="1831"/>
                    </a:cubicBezTo>
                    <a:cubicBezTo>
                      <a:pt x="1217" y="1829"/>
                      <a:pt x="1219" y="1824"/>
                      <a:pt x="1221" y="1827"/>
                    </a:cubicBezTo>
                    <a:cubicBezTo>
                      <a:pt x="1222" y="1829"/>
                      <a:pt x="1223" y="1831"/>
                      <a:pt x="1223" y="1833"/>
                    </a:cubicBezTo>
                    <a:cubicBezTo>
                      <a:pt x="1223" y="1834"/>
                      <a:pt x="1223" y="1836"/>
                      <a:pt x="1224" y="1837"/>
                    </a:cubicBezTo>
                    <a:cubicBezTo>
                      <a:pt x="1225" y="1840"/>
                      <a:pt x="1229" y="1839"/>
                      <a:pt x="1231" y="1840"/>
                    </a:cubicBezTo>
                    <a:cubicBezTo>
                      <a:pt x="1234" y="1842"/>
                      <a:pt x="1233" y="1847"/>
                      <a:pt x="1232" y="1850"/>
                    </a:cubicBezTo>
                    <a:cubicBezTo>
                      <a:pt x="1232" y="1854"/>
                      <a:pt x="1233" y="1857"/>
                      <a:pt x="1237" y="1857"/>
                    </a:cubicBezTo>
                    <a:cubicBezTo>
                      <a:pt x="1241" y="1857"/>
                      <a:pt x="1242" y="1855"/>
                      <a:pt x="1243" y="1851"/>
                    </a:cubicBezTo>
                    <a:cubicBezTo>
                      <a:pt x="1244" y="1849"/>
                      <a:pt x="1245" y="1845"/>
                      <a:pt x="1248" y="1848"/>
                    </a:cubicBezTo>
                    <a:cubicBezTo>
                      <a:pt x="1249" y="1849"/>
                      <a:pt x="1249" y="1850"/>
                      <a:pt x="1251" y="1851"/>
                    </a:cubicBezTo>
                    <a:cubicBezTo>
                      <a:pt x="1252" y="1852"/>
                      <a:pt x="1253" y="1853"/>
                      <a:pt x="1254" y="1853"/>
                    </a:cubicBezTo>
                    <a:cubicBezTo>
                      <a:pt x="1257" y="1855"/>
                      <a:pt x="1255" y="1857"/>
                      <a:pt x="1253" y="1857"/>
                    </a:cubicBezTo>
                    <a:close/>
                    <a:moveTo>
                      <a:pt x="1286" y="1828"/>
                    </a:moveTo>
                    <a:cubicBezTo>
                      <a:pt x="1286" y="1830"/>
                      <a:pt x="1285" y="1831"/>
                      <a:pt x="1284" y="1833"/>
                    </a:cubicBezTo>
                    <a:cubicBezTo>
                      <a:pt x="1283" y="1835"/>
                      <a:pt x="1283" y="1837"/>
                      <a:pt x="1282" y="1839"/>
                    </a:cubicBezTo>
                    <a:cubicBezTo>
                      <a:pt x="1282" y="1840"/>
                      <a:pt x="1282" y="1842"/>
                      <a:pt x="1282" y="1843"/>
                    </a:cubicBezTo>
                    <a:cubicBezTo>
                      <a:pt x="1282" y="1844"/>
                      <a:pt x="1281" y="1844"/>
                      <a:pt x="1280" y="1844"/>
                    </a:cubicBezTo>
                    <a:cubicBezTo>
                      <a:pt x="1279" y="1845"/>
                      <a:pt x="1278" y="1846"/>
                      <a:pt x="1278" y="1847"/>
                    </a:cubicBezTo>
                    <a:cubicBezTo>
                      <a:pt x="1277" y="1847"/>
                      <a:pt x="1277" y="1847"/>
                      <a:pt x="1277" y="1848"/>
                    </a:cubicBezTo>
                    <a:cubicBezTo>
                      <a:pt x="1277" y="1848"/>
                      <a:pt x="1277" y="1848"/>
                      <a:pt x="1277" y="1848"/>
                    </a:cubicBezTo>
                    <a:cubicBezTo>
                      <a:pt x="1275" y="1850"/>
                      <a:pt x="1272" y="1850"/>
                      <a:pt x="1270" y="1851"/>
                    </a:cubicBezTo>
                    <a:cubicBezTo>
                      <a:pt x="1269" y="1851"/>
                      <a:pt x="1268" y="1851"/>
                      <a:pt x="1267" y="1850"/>
                    </a:cubicBezTo>
                    <a:cubicBezTo>
                      <a:pt x="1266" y="1849"/>
                      <a:pt x="1266" y="1848"/>
                      <a:pt x="1265" y="1847"/>
                    </a:cubicBezTo>
                    <a:cubicBezTo>
                      <a:pt x="1264" y="1845"/>
                      <a:pt x="1263" y="1842"/>
                      <a:pt x="1262" y="1841"/>
                    </a:cubicBezTo>
                    <a:cubicBezTo>
                      <a:pt x="1261" y="1839"/>
                      <a:pt x="1259" y="1837"/>
                      <a:pt x="1257" y="1837"/>
                    </a:cubicBezTo>
                    <a:cubicBezTo>
                      <a:pt x="1253" y="1837"/>
                      <a:pt x="1251" y="1837"/>
                      <a:pt x="1249" y="1833"/>
                    </a:cubicBezTo>
                    <a:cubicBezTo>
                      <a:pt x="1248" y="1831"/>
                      <a:pt x="1248" y="1830"/>
                      <a:pt x="1248" y="1828"/>
                    </a:cubicBezTo>
                    <a:cubicBezTo>
                      <a:pt x="1247" y="1826"/>
                      <a:pt x="1247" y="1825"/>
                      <a:pt x="1246" y="1824"/>
                    </a:cubicBezTo>
                    <a:cubicBezTo>
                      <a:pt x="1246" y="1823"/>
                      <a:pt x="1244" y="1822"/>
                      <a:pt x="1243" y="1822"/>
                    </a:cubicBezTo>
                    <a:cubicBezTo>
                      <a:pt x="1241" y="1821"/>
                      <a:pt x="1239" y="1820"/>
                      <a:pt x="1238" y="1818"/>
                    </a:cubicBezTo>
                    <a:cubicBezTo>
                      <a:pt x="1235" y="1816"/>
                      <a:pt x="1235" y="1812"/>
                      <a:pt x="1238" y="1811"/>
                    </a:cubicBezTo>
                    <a:cubicBezTo>
                      <a:pt x="1240" y="1810"/>
                      <a:pt x="1243" y="1810"/>
                      <a:pt x="1245" y="1809"/>
                    </a:cubicBezTo>
                    <a:cubicBezTo>
                      <a:pt x="1247" y="1808"/>
                      <a:pt x="1249" y="1805"/>
                      <a:pt x="1249" y="1803"/>
                    </a:cubicBezTo>
                    <a:cubicBezTo>
                      <a:pt x="1250" y="1799"/>
                      <a:pt x="1246" y="1794"/>
                      <a:pt x="1243" y="1792"/>
                    </a:cubicBezTo>
                    <a:cubicBezTo>
                      <a:pt x="1239" y="1787"/>
                      <a:pt x="1235" y="1783"/>
                      <a:pt x="1232" y="1778"/>
                    </a:cubicBezTo>
                    <a:cubicBezTo>
                      <a:pt x="1229" y="1774"/>
                      <a:pt x="1229" y="1771"/>
                      <a:pt x="1231" y="1767"/>
                    </a:cubicBezTo>
                    <a:cubicBezTo>
                      <a:pt x="1232" y="1764"/>
                      <a:pt x="1236" y="1761"/>
                      <a:pt x="1239" y="1765"/>
                    </a:cubicBezTo>
                    <a:cubicBezTo>
                      <a:pt x="1243" y="1770"/>
                      <a:pt x="1243" y="1777"/>
                      <a:pt x="1247" y="1782"/>
                    </a:cubicBezTo>
                    <a:cubicBezTo>
                      <a:pt x="1251" y="1786"/>
                      <a:pt x="1257" y="1786"/>
                      <a:pt x="1263" y="1787"/>
                    </a:cubicBezTo>
                    <a:cubicBezTo>
                      <a:pt x="1268" y="1788"/>
                      <a:pt x="1271" y="1790"/>
                      <a:pt x="1274" y="1794"/>
                    </a:cubicBezTo>
                    <a:cubicBezTo>
                      <a:pt x="1277" y="1797"/>
                      <a:pt x="1280" y="1800"/>
                      <a:pt x="1281" y="1804"/>
                    </a:cubicBezTo>
                    <a:cubicBezTo>
                      <a:pt x="1283" y="1808"/>
                      <a:pt x="1283" y="1813"/>
                      <a:pt x="1284" y="1817"/>
                    </a:cubicBezTo>
                    <a:cubicBezTo>
                      <a:pt x="1285" y="1821"/>
                      <a:pt x="1287" y="1824"/>
                      <a:pt x="1286" y="1828"/>
                    </a:cubicBezTo>
                    <a:close/>
                    <a:moveTo>
                      <a:pt x="1344" y="1812"/>
                    </a:moveTo>
                    <a:cubicBezTo>
                      <a:pt x="1344" y="1813"/>
                      <a:pt x="1341" y="1813"/>
                      <a:pt x="1340" y="1813"/>
                    </a:cubicBezTo>
                    <a:cubicBezTo>
                      <a:pt x="1339" y="1813"/>
                      <a:pt x="1338" y="1812"/>
                      <a:pt x="1337" y="1811"/>
                    </a:cubicBezTo>
                    <a:cubicBezTo>
                      <a:pt x="1336" y="1810"/>
                      <a:pt x="1334" y="1810"/>
                      <a:pt x="1333" y="1810"/>
                    </a:cubicBezTo>
                    <a:cubicBezTo>
                      <a:pt x="1332" y="1811"/>
                      <a:pt x="1331" y="1812"/>
                      <a:pt x="1330" y="1813"/>
                    </a:cubicBezTo>
                    <a:cubicBezTo>
                      <a:pt x="1330" y="1815"/>
                      <a:pt x="1332" y="1817"/>
                      <a:pt x="1332" y="1819"/>
                    </a:cubicBezTo>
                    <a:cubicBezTo>
                      <a:pt x="1332" y="1821"/>
                      <a:pt x="1330" y="1823"/>
                      <a:pt x="1328" y="1824"/>
                    </a:cubicBezTo>
                    <a:cubicBezTo>
                      <a:pt x="1327" y="1826"/>
                      <a:pt x="1326" y="1827"/>
                      <a:pt x="1325" y="1828"/>
                    </a:cubicBezTo>
                    <a:cubicBezTo>
                      <a:pt x="1324" y="1829"/>
                      <a:pt x="1323" y="1830"/>
                      <a:pt x="1323" y="1831"/>
                    </a:cubicBezTo>
                    <a:cubicBezTo>
                      <a:pt x="1322" y="1832"/>
                      <a:pt x="1322" y="1834"/>
                      <a:pt x="1322" y="1835"/>
                    </a:cubicBezTo>
                    <a:cubicBezTo>
                      <a:pt x="1320" y="1837"/>
                      <a:pt x="1317" y="1833"/>
                      <a:pt x="1318" y="1831"/>
                    </a:cubicBezTo>
                    <a:cubicBezTo>
                      <a:pt x="1318" y="1831"/>
                      <a:pt x="1319" y="1830"/>
                      <a:pt x="1319" y="1829"/>
                    </a:cubicBezTo>
                    <a:cubicBezTo>
                      <a:pt x="1320" y="1828"/>
                      <a:pt x="1320" y="1827"/>
                      <a:pt x="1321" y="1827"/>
                    </a:cubicBezTo>
                    <a:cubicBezTo>
                      <a:pt x="1322" y="1825"/>
                      <a:pt x="1323" y="1824"/>
                      <a:pt x="1324" y="1822"/>
                    </a:cubicBezTo>
                    <a:cubicBezTo>
                      <a:pt x="1324" y="1821"/>
                      <a:pt x="1325" y="1820"/>
                      <a:pt x="1326" y="1819"/>
                    </a:cubicBezTo>
                    <a:cubicBezTo>
                      <a:pt x="1327" y="1817"/>
                      <a:pt x="1327" y="1816"/>
                      <a:pt x="1327" y="1815"/>
                    </a:cubicBezTo>
                    <a:cubicBezTo>
                      <a:pt x="1327" y="1813"/>
                      <a:pt x="1327" y="1812"/>
                      <a:pt x="1328" y="1811"/>
                    </a:cubicBezTo>
                    <a:cubicBezTo>
                      <a:pt x="1328" y="1810"/>
                      <a:pt x="1328" y="1809"/>
                      <a:pt x="1328" y="1808"/>
                    </a:cubicBezTo>
                    <a:cubicBezTo>
                      <a:pt x="1328" y="1807"/>
                      <a:pt x="1329" y="1807"/>
                      <a:pt x="1330" y="1806"/>
                    </a:cubicBezTo>
                    <a:cubicBezTo>
                      <a:pt x="1331" y="1806"/>
                      <a:pt x="1333" y="1805"/>
                      <a:pt x="1333" y="1804"/>
                    </a:cubicBezTo>
                    <a:cubicBezTo>
                      <a:pt x="1334" y="1804"/>
                      <a:pt x="1335" y="1804"/>
                      <a:pt x="1336" y="1804"/>
                    </a:cubicBezTo>
                    <a:cubicBezTo>
                      <a:pt x="1337" y="1804"/>
                      <a:pt x="1339" y="1804"/>
                      <a:pt x="1340" y="1804"/>
                    </a:cubicBezTo>
                    <a:cubicBezTo>
                      <a:pt x="1342" y="1803"/>
                      <a:pt x="1343" y="1805"/>
                      <a:pt x="1344" y="1806"/>
                    </a:cubicBezTo>
                    <a:cubicBezTo>
                      <a:pt x="1344" y="1808"/>
                      <a:pt x="1345" y="1810"/>
                      <a:pt x="1344" y="1812"/>
                    </a:cubicBezTo>
                    <a:close/>
                    <a:moveTo>
                      <a:pt x="1349" y="1799"/>
                    </a:moveTo>
                    <a:cubicBezTo>
                      <a:pt x="1349" y="1800"/>
                      <a:pt x="1348" y="1802"/>
                      <a:pt x="1347" y="1802"/>
                    </a:cubicBezTo>
                    <a:cubicBezTo>
                      <a:pt x="1346" y="1802"/>
                      <a:pt x="1346" y="1801"/>
                      <a:pt x="1345" y="1802"/>
                    </a:cubicBezTo>
                    <a:cubicBezTo>
                      <a:pt x="1345" y="1802"/>
                      <a:pt x="1344" y="1802"/>
                      <a:pt x="1344" y="1802"/>
                    </a:cubicBezTo>
                    <a:cubicBezTo>
                      <a:pt x="1344" y="1802"/>
                      <a:pt x="1343" y="1802"/>
                      <a:pt x="1343" y="1802"/>
                    </a:cubicBezTo>
                    <a:cubicBezTo>
                      <a:pt x="1342" y="1801"/>
                      <a:pt x="1342" y="1802"/>
                      <a:pt x="1342" y="1802"/>
                    </a:cubicBezTo>
                    <a:cubicBezTo>
                      <a:pt x="1341" y="1802"/>
                      <a:pt x="1342" y="1802"/>
                      <a:pt x="1341" y="1802"/>
                    </a:cubicBezTo>
                    <a:cubicBezTo>
                      <a:pt x="1340" y="1801"/>
                      <a:pt x="1339" y="1800"/>
                      <a:pt x="1339" y="1799"/>
                    </a:cubicBezTo>
                    <a:cubicBezTo>
                      <a:pt x="1336" y="1796"/>
                      <a:pt x="1335" y="1792"/>
                      <a:pt x="1333" y="1788"/>
                    </a:cubicBezTo>
                    <a:cubicBezTo>
                      <a:pt x="1332" y="1788"/>
                      <a:pt x="1332" y="1787"/>
                      <a:pt x="1331" y="1786"/>
                    </a:cubicBezTo>
                    <a:cubicBezTo>
                      <a:pt x="1330" y="1784"/>
                      <a:pt x="1328" y="1783"/>
                      <a:pt x="1325" y="1783"/>
                    </a:cubicBezTo>
                    <a:cubicBezTo>
                      <a:pt x="1324" y="1782"/>
                      <a:pt x="1323" y="1782"/>
                      <a:pt x="1322" y="1782"/>
                    </a:cubicBezTo>
                    <a:cubicBezTo>
                      <a:pt x="1321" y="1781"/>
                      <a:pt x="1320" y="1781"/>
                      <a:pt x="1319" y="1780"/>
                    </a:cubicBezTo>
                    <a:cubicBezTo>
                      <a:pt x="1313" y="1776"/>
                      <a:pt x="1307" y="1774"/>
                      <a:pt x="1303" y="1769"/>
                    </a:cubicBezTo>
                    <a:cubicBezTo>
                      <a:pt x="1298" y="1764"/>
                      <a:pt x="1296" y="1755"/>
                      <a:pt x="1288" y="1753"/>
                    </a:cubicBezTo>
                    <a:cubicBezTo>
                      <a:pt x="1285" y="1751"/>
                      <a:pt x="1282" y="1751"/>
                      <a:pt x="1278" y="1750"/>
                    </a:cubicBezTo>
                    <a:cubicBezTo>
                      <a:pt x="1275" y="1749"/>
                      <a:pt x="1272" y="1746"/>
                      <a:pt x="1270" y="1743"/>
                    </a:cubicBezTo>
                    <a:cubicBezTo>
                      <a:pt x="1268" y="1739"/>
                      <a:pt x="1268" y="1735"/>
                      <a:pt x="1267" y="1730"/>
                    </a:cubicBezTo>
                    <a:cubicBezTo>
                      <a:pt x="1266" y="1728"/>
                      <a:pt x="1265" y="1724"/>
                      <a:pt x="1262" y="1723"/>
                    </a:cubicBezTo>
                    <a:cubicBezTo>
                      <a:pt x="1259" y="1722"/>
                      <a:pt x="1255" y="1723"/>
                      <a:pt x="1252" y="1725"/>
                    </a:cubicBezTo>
                    <a:cubicBezTo>
                      <a:pt x="1249" y="1726"/>
                      <a:pt x="1246" y="1728"/>
                      <a:pt x="1243" y="1730"/>
                    </a:cubicBezTo>
                    <a:cubicBezTo>
                      <a:pt x="1241" y="1731"/>
                      <a:pt x="1240" y="1733"/>
                      <a:pt x="1238" y="1734"/>
                    </a:cubicBezTo>
                    <a:cubicBezTo>
                      <a:pt x="1235" y="1735"/>
                      <a:pt x="1233" y="1735"/>
                      <a:pt x="1230" y="1734"/>
                    </a:cubicBezTo>
                    <a:cubicBezTo>
                      <a:pt x="1222" y="1732"/>
                      <a:pt x="1214" y="1728"/>
                      <a:pt x="1206" y="1725"/>
                    </a:cubicBezTo>
                    <a:cubicBezTo>
                      <a:pt x="1199" y="1723"/>
                      <a:pt x="1192" y="1720"/>
                      <a:pt x="1189" y="1713"/>
                    </a:cubicBezTo>
                    <a:cubicBezTo>
                      <a:pt x="1187" y="1707"/>
                      <a:pt x="1185" y="1700"/>
                      <a:pt x="1180" y="1695"/>
                    </a:cubicBezTo>
                    <a:cubicBezTo>
                      <a:pt x="1175" y="1690"/>
                      <a:pt x="1169" y="1689"/>
                      <a:pt x="1163" y="1685"/>
                    </a:cubicBezTo>
                    <a:cubicBezTo>
                      <a:pt x="1157" y="1681"/>
                      <a:pt x="1153" y="1673"/>
                      <a:pt x="1149" y="1666"/>
                    </a:cubicBezTo>
                    <a:cubicBezTo>
                      <a:pt x="1149" y="1665"/>
                      <a:pt x="1147" y="1662"/>
                      <a:pt x="1149" y="1663"/>
                    </a:cubicBezTo>
                    <a:cubicBezTo>
                      <a:pt x="1151" y="1663"/>
                      <a:pt x="1152" y="1665"/>
                      <a:pt x="1153" y="1665"/>
                    </a:cubicBezTo>
                    <a:cubicBezTo>
                      <a:pt x="1155" y="1667"/>
                      <a:pt x="1157" y="1668"/>
                      <a:pt x="1159" y="1669"/>
                    </a:cubicBezTo>
                    <a:cubicBezTo>
                      <a:pt x="1161" y="1671"/>
                      <a:pt x="1163" y="1672"/>
                      <a:pt x="1166" y="1673"/>
                    </a:cubicBezTo>
                    <a:cubicBezTo>
                      <a:pt x="1167" y="1674"/>
                      <a:pt x="1169" y="1675"/>
                      <a:pt x="1170" y="1675"/>
                    </a:cubicBezTo>
                    <a:cubicBezTo>
                      <a:pt x="1173" y="1674"/>
                      <a:pt x="1169" y="1669"/>
                      <a:pt x="1169" y="1667"/>
                    </a:cubicBezTo>
                    <a:cubicBezTo>
                      <a:pt x="1167" y="1663"/>
                      <a:pt x="1164" y="1659"/>
                      <a:pt x="1164" y="1654"/>
                    </a:cubicBezTo>
                    <a:cubicBezTo>
                      <a:pt x="1164" y="1650"/>
                      <a:pt x="1168" y="1650"/>
                      <a:pt x="1170" y="1652"/>
                    </a:cubicBezTo>
                    <a:cubicBezTo>
                      <a:pt x="1175" y="1654"/>
                      <a:pt x="1178" y="1658"/>
                      <a:pt x="1181" y="1662"/>
                    </a:cubicBezTo>
                    <a:cubicBezTo>
                      <a:pt x="1183" y="1665"/>
                      <a:pt x="1185" y="1669"/>
                      <a:pt x="1188" y="1671"/>
                    </a:cubicBezTo>
                    <a:cubicBezTo>
                      <a:pt x="1194" y="1673"/>
                      <a:pt x="1200" y="1666"/>
                      <a:pt x="1205" y="1669"/>
                    </a:cubicBezTo>
                    <a:cubicBezTo>
                      <a:pt x="1208" y="1670"/>
                      <a:pt x="1209" y="1674"/>
                      <a:pt x="1210" y="1677"/>
                    </a:cubicBezTo>
                    <a:cubicBezTo>
                      <a:pt x="1212" y="1680"/>
                      <a:pt x="1214" y="1684"/>
                      <a:pt x="1217" y="1686"/>
                    </a:cubicBezTo>
                    <a:cubicBezTo>
                      <a:pt x="1220" y="1688"/>
                      <a:pt x="1223" y="1688"/>
                      <a:pt x="1227" y="1687"/>
                    </a:cubicBezTo>
                    <a:cubicBezTo>
                      <a:pt x="1230" y="1687"/>
                      <a:pt x="1233" y="1686"/>
                      <a:pt x="1237" y="1687"/>
                    </a:cubicBezTo>
                    <a:cubicBezTo>
                      <a:pt x="1241" y="1689"/>
                      <a:pt x="1244" y="1691"/>
                      <a:pt x="1248" y="1693"/>
                    </a:cubicBezTo>
                    <a:cubicBezTo>
                      <a:pt x="1250" y="1694"/>
                      <a:pt x="1252" y="1694"/>
                      <a:pt x="1254" y="1692"/>
                    </a:cubicBezTo>
                    <a:cubicBezTo>
                      <a:pt x="1256" y="1690"/>
                      <a:pt x="1256" y="1688"/>
                      <a:pt x="1258" y="1686"/>
                    </a:cubicBezTo>
                    <a:cubicBezTo>
                      <a:pt x="1260" y="1684"/>
                      <a:pt x="1263" y="1684"/>
                      <a:pt x="1265" y="1684"/>
                    </a:cubicBezTo>
                    <a:cubicBezTo>
                      <a:pt x="1264" y="1682"/>
                      <a:pt x="1265" y="1679"/>
                      <a:pt x="1267" y="1679"/>
                    </a:cubicBezTo>
                    <a:cubicBezTo>
                      <a:pt x="1271" y="1678"/>
                      <a:pt x="1270" y="1682"/>
                      <a:pt x="1273" y="1683"/>
                    </a:cubicBezTo>
                    <a:cubicBezTo>
                      <a:pt x="1275" y="1683"/>
                      <a:pt x="1276" y="1681"/>
                      <a:pt x="1278" y="1681"/>
                    </a:cubicBezTo>
                    <a:cubicBezTo>
                      <a:pt x="1279" y="1682"/>
                      <a:pt x="1280" y="1683"/>
                      <a:pt x="1280" y="1684"/>
                    </a:cubicBezTo>
                    <a:cubicBezTo>
                      <a:pt x="1279" y="1685"/>
                      <a:pt x="1278" y="1685"/>
                      <a:pt x="1278" y="1686"/>
                    </a:cubicBezTo>
                    <a:cubicBezTo>
                      <a:pt x="1278" y="1688"/>
                      <a:pt x="1281" y="1690"/>
                      <a:pt x="1283" y="1691"/>
                    </a:cubicBezTo>
                    <a:cubicBezTo>
                      <a:pt x="1284" y="1692"/>
                      <a:pt x="1288" y="1695"/>
                      <a:pt x="1284" y="1695"/>
                    </a:cubicBezTo>
                    <a:cubicBezTo>
                      <a:pt x="1280" y="1695"/>
                      <a:pt x="1271" y="1690"/>
                      <a:pt x="1272" y="1697"/>
                    </a:cubicBezTo>
                    <a:cubicBezTo>
                      <a:pt x="1272" y="1700"/>
                      <a:pt x="1280" y="1709"/>
                      <a:pt x="1274" y="1709"/>
                    </a:cubicBezTo>
                    <a:cubicBezTo>
                      <a:pt x="1273" y="1712"/>
                      <a:pt x="1277" y="1714"/>
                      <a:pt x="1278" y="1717"/>
                    </a:cubicBezTo>
                    <a:cubicBezTo>
                      <a:pt x="1279" y="1719"/>
                      <a:pt x="1279" y="1721"/>
                      <a:pt x="1280" y="1722"/>
                    </a:cubicBezTo>
                    <a:cubicBezTo>
                      <a:pt x="1281" y="1724"/>
                      <a:pt x="1282" y="1726"/>
                      <a:pt x="1283" y="1727"/>
                    </a:cubicBezTo>
                    <a:cubicBezTo>
                      <a:pt x="1285" y="1729"/>
                      <a:pt x="1286" y="1731"/>
                      <a:pt x="1287" y="1733"/>
                    </a:cubicBezTo>
                    <a:cubicBezTo>
                      <a:pt x="1289" y="1735"/>
                      <a:pt x="1290" y="1736"/>
                      <a:pt x="1292" y="1737"/>
                    </a:cubicBezTo>
                    <a:cubicBezTo>
                      <a:pt x="1293" y="1738"/>
                      <a:pt x="1293" y="1739"/>
                      <a:pt x="1294" y="1740"/>
                    </a:cubicBezTo>
                    <a:cubicBezTo>
                      <a:pt x="1295" y="1742"/>
                      <a:pt x="1296" y="1743"/>
                      <a:pt x="1297" y="1746"/>
                    </a:cubicBezTo>
                    <a:cubicBezTo>
                      <a:pt x="1297" y="1748"/>
                      <a:pt x="1296" y="1749"/>
                      <a:pt x="1298" y="1750"/>
                    </a:cubicBezTo>
                    <a:cubicBezTo>
                      <a:pt x="1301" y="1752"/>
                      <a:pt x="1304" y="1755"/>
                      <a:pt x="1307" y="1757"/>
                    </a:cubicBezTo>
                    <a:cubicBezTo>
                      <a:pt x="1310" y="1760"/>
                      <a:pt x="1313" y="1763"/>
                      <a:pt x="1317" y="1765"/>
                    </a:cubicBezTo>
                    <a:cubicBezTo>
                      <a:pt x="1319" y="1766"/>
                      <a:pt x="1321" y="1767"/>
                      <a:pt x="1322" y="1769"/>
                    </a:cubicBezTo>
                    <a:cubicBezTo>
                      <a:pt x="1324" y="1770"/>
                      <a:pt x="1325" y="1772"/>
                      <a:pt x="1326" y="1774"/>
                    </a:cubicBezTo>
                    <a:cubicBezTo>
                      <a:pt x="1328" y="1776"/>
                      <a:pt x="1330" y="1778"/>
                      <a:pt x="1332" y="1779"/>
                    </a:cubicBezTo>
                    <a:cubicBezTo>
                      <a:pt x="1333" y="1780"/>
                      <a:pt x="1334" y="1780"/>
                      <a:pt x="1335" y="1781"/>
                    </a:cubicBezTo>
                    <a:cubicBezTo>
                      <a:pt x="1336" y="1781"/>
                      <a:pt x="1336" y="1782"/>
                      <a:pt x="1337" y="1783"/>
                    </a:cubicBezTo>
                    <a:cubicBezTo>
                      <a:pt x="1338" y="1785"/>
                      <a:pt x="1339" y="1786"/>
                      <a:pt x="1340" y="1787"/>
                    </a:cubicBezTo>
                    <a:cubicBezTo>
                      <a:pt x="1341" y="1789"/>
                      <a:pt x="1342" y="1791"/>
                      <a:pt x="1344" y="1792"/>
                    </a:cubicBezTo>
                    <a:cubicBezTo>
                      <a:pt x="1346" y="1793"/>
                      <a:pt x="1352" y="1796"/>
                      <a:pt x="1349" y="1799"/>
                    </a:cubicBezTo>
                    <a:close/>
                    <a:moveTo>
                      <a:pt x="1354" y="1643"/>
                    </a:moveTo>
                    <a:cubicBezTo>
                      <a:pt x="1352" y="1643"/>
                      <a:pt x="1349" y="1642"/>
                      <a:pt x="1347" y="1643"/>
                    </a:cubicBezTo>
                    <a:cubicBezTo>
                      <a:pt x="1344" y="1644"/>
                      <a:pt x="1345" y="1646"/>
                      <a:pt x="1345" y="1648"/>
                    </a:cubicBezTo>
                    <a:cubicBezTo>
                      <a:pt x="1344" y="1654"/>
                      <a:pt x="1338" y="1646"/>
                      <a:pt x="1336" y="1645"/>
                    </a:cubicBezTo>
                    <a:cubicBezTo>
                      <a:pt x="1333" y="1642"/>
                      <a:pt x="1328" y="1641"/>
                      <a:pt x="1324" y="1640"/>
                    </a:cubicBezTo>
                    <a:cubicBezTo>
                      <a:pt x="1324" y="1642"/>
                      <a:pt x="1325" y="1643"/>
                      <a:pt x="1326" y="1644"/>
                    </a:cubicBezTo>
                    <a:cubicBezTo>
                      <a:pt x="1328" y="1645"/>
                      <a:pt x="1329" y="1647"/>
                      <a:pt x="1331" y="1648"/>
                    </a:cubicBezTo>
                    <a:cubicBezTo>
                      <a:pt x="1332" y="1649"/>
                      <a:pt x="1333" y="1651"/>
                      <a:pt x="1332" y="1653"/>
                    </a:cubicBezTo>
                    <a:cubicBezTo>
                      <a:pt x="1331" y="1654"/>
                      <a:pt x="1329" y="1654"/>
                      <a:pt x="1328" y="1655"/>
                    </a:cubicBezTo>
                    <a:cubicBezTo>
                      <a:pt x="1326" y="1656"/>
                      <a:pt x="1324" y="1657"/>
                      <a:pt x="1323" y="1658"/>
                    </a:cubicBezTo>
                    <a:cubicBezTo>
                      <a:pt x="1322" y="1659"/>
                      <a:pt x="1322" y="1661"/>
                      <a:pt x="1321" y="1662"/>
                    </a:cubicBezTo>
                    <a:cubicBezTo>
                      <a:pt x="1319" y="1664"/>
                      <a:pt x="1313" y="1661"/>
                      <a:pt x="1311" y="1659"/>
                    </a:cubicBezTo>
                    <a:cubicBezTo>
                      <a:pt x="1309" y="1658"/>
                      <a:pt x="1307" y="1657"/>
                      <a:pt x="1306" y="1655"/>
                    </a:cubicBezTo>
                    <a:cubicBezTo>
                      <a:pt x="1304" y="1654"/>
                      <a:pt x="1303" y="1653"/>
                      <a:pt x="1302" y="1652"/>
                    </a:cubicBezTo>
                    <a:cubicBezTo>
                      <a:pt x="1301" y="1647"/>
                      <a:pt x="1310" y="1651"/>
                      <a:pt x="1311" y="1652"/>
                    </a:cubicBezTo>
                    <a:cubicBezTo>
                      <a:pt x="1314" y="1654"/>
                      <a:pt x="1316" y="1655"/>
                      <a:pt x="1318" y="1653"/>
                    </a:cubicBezTo>
                    <a:cubicBezTo>
                      <a:pt x="1320" y="1652"/>
                      <a:pt x="1322" y="1650"/>
                      <a:pt x="1321" y="1648"/>
                    </a:cubicBezTo>
                    <a:cubicBezTo>
                      <a:pt x="1318" y="1645"/>
                      <a:pt x="1311" y="1640"/>
                      <a:pt x="1316" y="1636"/>
                    </a:cubicBezTo>
                    <a:cubicBezTo>
                      <a:pt x="1320" y="1633"/>
                      <a:pt x="1325" y="1637"/>
                      <a:pt x="1329" y="1639"/>
                    </a:cubicBezTo>
                    <a:cubicBezTo>
                      <a:pt x="1333" y="1641"/>
                      <a:pt x="1337" y="1642"/>
                      <a:pt x="1341" y="1642"/>
                    </a:cubicBezTo>
                    <a:cubicBezTo>
                      <a:pt x="1343" y="1641"/>
                      <a:pt x="1345" y="1641"/>
                      <a:pt x="1347" y="1641"/>
                    </a:cubicBezTo>
                    <a:cubicBezTo>
                      <a:pt x="1349" y="1641"/>
                      <a:pt x="1352" y="1641"/>
                      <a:pt x="1354" y="1640"/>
                    </a:cubicBezTo>
                    <a:cubicBezTo>
                      <a:pt x="1356" y="1640"/>
                      <a:pt x="1357" y="1638"/>
                      <a:pt x="1359" y="1638"/>
                    </a:cubicBezTo>
                    <a:cubicBezTo>
                      <a:pt x="1361" y="1637"/>
                      <a:pt x="1364" y="1638"/>
                      <a:pt x="1364" y="1640"/>
                    </a:cubicBezTo>
                    <a:cubicBezTo>
                      <a:pt x="1365" y="1644"/>
                      <a:pt x="1357" y="1643"/>
                      <a:pt x="1354" y="1643"/>
                    </a:cubicBezTo>
                    <a:close/>
                    <a:moveTo>
                      <a:pt x="1408" y="1754"/>
                    </a:moveTo>
                    <a:cubicBezTo>
                      <a:pt x="1407" y="1755"/>
                      <a:pt x="1406" y="1756"/>
                      <a:pt x="1405" y="1757"/>
                    </a:cubicBezTo>
                    <a:cubicBezTo>
                      <a:pt x="1404" y="1758"/>
                      <a:pt x="1403" y="1759"/>
                      <a:pt x="1403" y="1760"/>
                    </a:cubicBezTo>
                    <a:cubicBezTo>
                      <a:pt x="1402" y="1761"/>
                      <a:pt x="1401" y="1762"/>
                      <a:pt x="1400" y="1763"/>
                    </a:cubicBezTo>
                    <a:cubicBezTo>
                      <a:pt x="1399" y="1764"/>
                      <a:pt x="1399" y="1765"/>
                      <a:pt x="1398" y="1766"/>
                    </a:cubicBezTo>
                    <a:cubicBezTo>
                      <a:pt x="1397" y="1768"/>
                      <a:pt x="1395" y="1770"/>
                      <a:pt x="1393" y="1772"/>
                    </a:cubicBezTo>
                    <a:cubicBezTo>
                      <a:pt x="1392" y="1772"/>
                      <a:pt x="1392" y="1773"/>
                      <a:pt x="1391" y="1773"/>
                    </a:cubicBezTo>
                    <a:cubicBezTo>
                      <a:pt x="1390" y="1775"/>
                      <a:pt x="1387" y="1776"/>
                      <a:pt x="1386" y="1776"/>
                    </a:cubicBezTo>
                    <a:cubicBezTo>
                      <a:pt x="1385" y="1777"/>
                      <a:pt x="1383" y="1778"/>
                      <a:pt x="1382" y="1777"/>
                    </a:cubicBezTo>
                    <a:cubicBezTo>
                      <a:pt x="1381" y="1775"/>
                      <a:pt x="1382" y="1771"/>
                      <a:pt x="1382" y="1769"/>
                    </a:cubicBezTo>
                    <a:cubicBezTo>
                      <a:pt x="1383" y="1767"/>
                      <a:pt x="1383" y="1765"/>
                      <a:pt x="1385" y="1764"/>
                    </a:cubicBezTo>
                    <a:cubicBezTo>
                      <a:pt x="1384" y="1763"/>
                      <a:pt x="1383" y="1763"/>
                      <a:pt x="1382" y="1763"/>
                    </a:cubicBezTo>
                    <a:cubicBezTo>
                      <a:pt x="1379" y="1763"/>
                      <a:pt x="1377" y="1764"/>
                      <a:pt x="1374" y="1764"/>
                    </a:cubicBezTo>
                    <a:cubicBezTo>
                      <a:pt x="1373" y="1763"/>
                      <a:pt x="1372" y="1763"/>
                      <a:pt x="1371" y="1762"/>
                    </a:cubicBezTo>
                    <a:cubicBezTo>
                      <a:pt x="1370" y="1761"/>
                      <a:pt x="1369" y="1760"/>
                      <a:pt x="1368" y="1760"/>
                    </a:cubicBezTo>
                    <a:cubicBezTo>
                      <a:pt x="1367" y="1759"/>
                      <a:pt x="1364" y="1760"/>
                      <a:pt x="1362" y="1759"/>
                    </a:cubicBezTo>
                    <a:cubicBezTo>
                      <a:pt x="1361" y="1759"/>
                      <a:pt x="1361" y="1757"/>
                      <a:pt x="1361" y="1756"/>
                    </a:cubicBezTo>
                    <a:cubicBezTo>
                      <a:pt x="1362" y="1755"/>
                      <a:pt x="1364" y="1754"/>
                      <a:pt x="1365" y="1754"/>
                    </a:cubicBezTo>
                    <a:cubicBezTo>
                      <a:pt x="1367" y="1754"/>
                      <a:pt x="1369" y="1754"/>
                      <a:pt x="1371" y="1755"/>
                    </a:cubicBezTo>
                    <a:cubicBezTo>
                      <a:pt x="1372" y="1755"/>
                      <a:pt x="1374" y="1756"/>
                      <a:pt x="1375" y="1754"/>
                    </a:cubicBezTo>
                    <a:cubicBezTo>
                      <a:pt x="1376" y="1753"/>
                      <a:pt x="1375" y="1752"/>
                      <a:pt x="1374" y="1751"/>
                    </a:cubicBezTo>
                    <a:cubicBezTo>
                      <a:pt x="1373" y="1750"/>
                      <a:pt x="1371" y="1749"/>
                      <a:pt x="1369" y="1749"/>
                    </a:cubicBezTo>
                    <a:cubicBezTo>
                      <a:pt x="1368" y="1749"/>
                      <a:pt x="1366" y="1749"/>
                      <a:pt x="1366" y="1748"/>
                    </a:cubicBezTo>
                    <a:cubicBezTo>
                      <a:pt x="1365" y="1746"/>
                      <a:pt x="1367" y="1745"/>
                      <a:pt x="1368" y="1744"/>
                    </a:cubicBezTo>
                    <a:cubicBezTo>
                      <a:pt x="1369" y="1743"/>
                      <a:pt x="1370" y="1742"/>
                      <a:pt x="1372" y="1741"/>
                    </a:cubicBezTo>
                    <a:cubicBezTo>
                      <a:pt x="1373" y="1740"/>
                      <a:pt x="1374" y="1739"/>
                      <a:pt x="1374" y="1738"/>
                    </a:cubicBezTo>
                    <a:cubicBezTo>
                      <a:pt x="1375" y="1734"/>
                      <a:pt x="1372" y="1731"/>
                      <a:pt x="1372" y="1728"/>
                    </a:cubicBezTo>
                    <a:cubicBezTo>
                      <a:pt x="1372" y="1725"/>
                      <a:pt x="1376" y="1723"/>
                      <a:pt x="1379" y="1722"/>
                    </a:cubicBezTo>
                    <a:cubicBezTo>
                      <a:pt x="1381" y="1721"/>
                      <a:pt x="1383" y="1721"/>
                      <a:pt x="1385" y="1721"/>
                    </a:cubicBezTo>
                    <a:cubicBezTo>
                      <a:pt x="1387" y="1721"/>
                      <a:pt x="1389" y="1721"/>
                      <a:pt x="1390" y="1720"/>
                    </a:cubicBezTo>
                    <a:cubicBezTo>
                      <a:pt x="1392" y="1719"/>
                      <a:pt x="1392" y="1718"/>
                      <a:pt x="1392" y="1716"/>
                    </a:cubicBezTo>
                    <a:cubicBezTo>
                      <a:pt x="1393" y="1715"/>
                      <a:pt x="1393" y="1713"/>
                      <a:pt x="1394" y="1713"/>
                    </a:cubicBezTo>
                    <a:cubicBezTo>
                      <a:pt x="1396" y="1713"/>
                      <a:pt x="1397" y="1716"/>
                      <a:pt x="1397" y="1717"/>
                    </a:cubicBezTo>
                    <a:cubicBezTo>
                      <a:pt x="1398" y="1719"/>
                      <a:pt x="1398" y="1721"/>
                      <a:pt x="1397" y="1723"/>
                    </a:cubicBezTo>
                    <a:cubicBezTo>
                      <a:pt x="1397" y="1725"/>
                      <a:pt x="1396" y="1726"/>
                      <a:pt x="1395" y="1728"/>
                    </a:cubicBezTo>
                    <a:cubicBezTo>
                      <a:pt x="1395" y="1731"/>
                      <a:pt x="1395" y="1734"/>
                      <a:pt x="1397" y="1736"/>
                    </a:cubicBezTo>
                    <a:cubicBezTo>
                      <a:pt x="1399" y="1738"/>
                      <a:pt x="1401" y="1740"/>
                      <a:pt x="1403" y="1743"/>
                    </a:cubicBezTo>
                    <a:cubicBezTo>
                      <a:pt x="1403" y="1743"/>
                      <a:pt x="1403" y="1744"/>
                      <a:pt x="1404" y="1743"/>
                    </a:cubicBezTo>
                    <a:cubicBezTo>
                      <a:pt x="1404" y="1744"/>
                      <a:pt x="1405" y="1744"/>
                      <a:pt x="1405" y="1745"/>
                    </a:cubicBezTo>
                    <a:cubicBezTo>
                      <a:pt x="1405" y="1746"/>
                      <a:pt x="1406" y="1747"/>
                      <a:pt x="1406" y="1747"/>
                    </a:cubicBezTo>
                    <a:cubicBezTo>
                      <a:pt x="1407" y="1749"/>
                      <a:pt x="1408" y="1752"/>
                      <a:pt x="1408" y="17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6" name="Freeform 2496">
                <a:extLst>
                  <a:ext uri="{FF2B5EF4-FFF2-40B4-BE49-F238E27FC236}">
                    <a16:creationId xmlns:a16="http://schemas.microsoft.com/office/drawing/2014/main" id="{FC81500B-D6B2-FF4E-81CC-A71CDAF6F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4063"/>
                <a:ext cx="4" cy="4"/>
              </a:xfrm>
              <a:custGeom>
                <a:avLst/>
                <a:gdLst>
                  <a:gd name="T0" fmla="*/ 5 w 10"/>
                  <a:gd name="T1" fmla="*/ 1 h 9"/>
                  <a:gd name="T2" fmla="*/ 9 w 10"/>
                  <a:gd name="T3" fmla="*/ 4 h 9"/>
                  <a:gd name="T4" fmla="*/ 3 w 10"/>
                  <a:gd name="T5" fmla="*/ 7 h 9"/>
                  <a:gd name="T6" fmla="*/ 5 w 10"/>
                  <a:gd name="T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5" y="1"/>
                    </a:moveTo>
                    <a:cubicBezTo>
                      <a:pt x="7" y="0"/>
                      <a:pt x="10" y="1"/>
                      <a:pt x="9" y="4"/>
                    </a:cubicBezTo>
                    <a:cubicBezTo>
                      <a:pt x="8" y="6"/>
                      <a:pt x="5" y="9"/>
                      <a:pt x="3" y="7"/>
                    </a:cubicBezTo>
                    <a:cubicBezTo>
                      <a:pt x="0" y="4"/>
                      <a:pt x="3" y="2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7" name="Freeform 2497">
                <a:extLst>
                  <a:ext uri="{FF2B5EF4-FFF2-40B4-BE49-F238E27FC236}">
                    <a16:creationId xmlns:a16="http://schemas.microsoft.com/office/drawing/2014/main" id="{256AD86F-FBF8-6F4B-AC63-B94DBABD0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4097"/>
                <a:ext cx="4" cy="2"/>
              </a:xfrm>
              <a:custGeom>
                <a:avLst/>
                <a:gdLst>
                  <a:gd name="T0" fmla="*/ 1 w 9"/>
                  <a:gd name="T1" fmla="*/ 5 h 7"/>
                  <a:gd name="T2" fmla="*/ 1 w 9"/>
                  <a:gd name="T3" fmla="*/ 2 h 7"/>
                  <a:gd name="T4" fmla="*/ 6 w 9"/>
                  <a:gd name="T5" fmla="*/ 2 h 7"/>
                  <a:gd name="T6" fmla="*/ 1 w 9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1" y="5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5" y="0"/>
                      <a:pt x="6" y="2"/>
                    </a:cubicBezTo>
                    <a:cubicBezTo>
                      <a:pt x="9" y="4"/>
                      <a:pt x="2" y="7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8" name="Freeform 2498">
                <a:extLst>
                  <a:ext uri="{FF2B5EF4-FFF2-40B4-BE49-F238E27FC236}">
                    <a16:creationId xmlns:a16="http://schemas.microsoft.com/office/drawing/2014/main" id="{64C22554-BAE3-F949-9F96-DEB9C4C23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4114"/>
                <a:ext cx="3" cy="4"/>
              </a:xfrm>
              <a:custGeom>
                <a:avLst/>
                <a:gdLst>
                  <a:gd name="T0" fmla="*/ 3 w 8"/>
                  <a:gd name="T1" fmla="*/ 9 h 9"/>
                  <a:gd name="T2" fmla="*/ 1 w 8"/>
                  <a:gd name="T3" fmla="*/ 6 h 9"/>
                  <a:gd name="T4" fmla="*/ 4 w 8"/>
                  <a:gd name="T5" fmla="*/ 0 h 9"/>
                  <a:gd name="T6" fmla="*/ 7 w 8"/>
                  <a:gd name="T7" fmla="*/ 2 h 9"/>
                  <a:gd name="T8" fmla="*/ 5 w 8"/>
                  <a:gd name="T9" fmla="*/ 6 h 9"/>
                  <a:gd name="T10" fmla="*/ 3 w 8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2" y="9"/>
                      <a:pt x="1" y="7"/>
                      <a:pt x="1" y="6"/>
                    </a:cubicBezTo>
                    <a:cubicBezTo>
                      <a:pt x="0" y="4"/>
                      <a:pt x="2" y="1"/>
                      <a:pt x="4" y="0"/>
                    </a:cubicBez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6" y="5"/>
                      <a:pt x="5" y="6"/>
                    </a:cubicBezTo>
                    <a:cubicBezTo>
                      <a:pt x="5" y="7"/>
                      <a:pt x="4" y="9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9" name="Freeform 2499">
                <a:extLst>
                  <a:ext uri="{FF2B5EF4-FFF2-40B4-BE49-F238E27FC236}">
                    <a16:creationId xmlns:a16="http://schemas.microsoft.com/office/drawing/2014/main" id="{0AAD5EDA-7657-384B-9B04-0B314CE5B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4112"/>
                <a:ext cx="3" cy="5"/>
              </a:xfrm>
              <a:custGeom>
                <a:avLst/>
                <a:gdLst>
                  <a:gd name="T0" fmla="*/ 1 w 7"/>
                  <a:gd name="T1" fmla="*/ 5 h 12"/>
                  <a:gd name="T2" fmla="*/ 1 w 7"/>
                  <a:gd name="T3" fmla="*/ 4 h 12"/>
                  <a:gd name="T4" fmla="*/ 5 w 7"/>
                  <a:gd name="T5" fmla="*/ 1 h 12"/>
                  <a:gd name="T6" fmla="*/ 7 w 7"/>
                  <a:gd name="T7" fmla="*/ 6 h 12"/>
                  <a:gd name="T8" fmla="*/ 4 w 7"/>
                  <a:gd name="T9" fmla="*/ 10 h 12"/>
                  <a:gd name="T10" fmla="*/ 1 w 7"/>
                  <a:gd name="T1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1" y="5"/>
                    </a:moveTo>
                    <a:cubicBezTo>
                      <a:pt x="1" y="5"/>
                      <a:pt x="1" y="5"/>
                      <a:pt x="1" y="4"/>
                    </a:cubicBezTo>
                    <a:cubicBezTo>
                      <a:pt x="0" y="2"/>
                      <a:pt x="2" y="1"/>
                      <a:pt x="5" y="1"/>
                    </a:cubicBezTo>
                    <a:cubicBezTo>
                      <a:pt x="7" y="0"/>
                      <a:pt x="7" y="4"/>
                      <a:pt x="7" y="6"/>
                    </a:cubicBezTo>
                    <a:cubicBezTo>
                      <a:pt x="7" y="7"/>
                      <a:pt x="6" y="12"/>
                      <a:pt x="4" y="10"/>
                    </a:cubicBezTo>
                    <a:cubicBezTo>
                      <a:pt x="2" y="9"/>
                      <a:pt x="2" y="7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0" name="Freeform 2500">
                <a:extLst>
                  <a:ext uri="{FF2B5EF4-FFF2-40B4-BE49-F238E27FC236}">
                    <a16:creationId xmlns:a16="http://schemas.microsoft.com/office/drawing/2014/main" id="{8FB998F0-F833-E441-A29A-66B27BA4B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4118"/>
                <a:ext cx="5" cy="7"/>
              </a:xfrm>
              <a:custGeom>
                <a:avLst/>
                <a:gdLst>
                  <a:gd name="T0" fmla="*/ 10 w 13"/>
                  <a:gd name="T1" fmla="*/ 10 h 16"/>
                  <a:gd name="T2" fmla="*/ 9 w 13"/>
                  <a:gd name="T3" fmla="*/ 10 h 16"/>
                  <a:gd name="T4" fmla="*/ 9 w 13"/>
                  <a:gd name="T5" fmla="*/ 11 h 16"/>
                  <a:gd name="T6" fmla="*/ 7 w 13"/>
                  <a:gd name="T7" fmla="*/ 13 h 16"/>
                  <a:gd name="T8" fmla="*/ 6 w 13"/>
                  <a:gd name="T9" fmla="*/ 15 h 16"/>
                  <a:gd name="T10" fmla="*/ 3 w 13"/>
                  <a:gd name="T11" fmla="*/ 15 h 16"/>
                  <a:gd name="T12" fmla="*/ 1 w 13"/>
                  <a:gd name="T13" fmla="*/ 10 h 16"/>
                  <a:gd name="T14" fmla="*/ 4 w 13"/>
                  <a:gd name="T15" fmla="*/ 7 h 16"/>
                  <a:gd name="T16" fmla="*/ 8 w 13"/>
                  <a:gd name="T17" fmla="*/ 2 h 16"/>
                  <a:gd name="T18" fmla="*/ 11 w 13"/>
                  <a:gd name="T19" fmla="*/ 0 h 16"/>
                  <a:gd name="T20" fmla="*/ 12 w 13"/>
                  <a:gd name="T21" fmla="*/ 1 h 16"/>
                  <a:gd name="T22" fmla="*/ 12 w 13"/>
                  <a:gd name="T23" fmla="*/ 4 h 16"/>
                  <a:gd name="T24" fmla="*/ 10 w 13"/>
                  <a:gd name="T25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6">
                    <a:moveTo>
                      <a:pt x="10" y="10"/>
                    </a:moveTo>
                    <a:cubicBezTo>
                      <a:pt x="10" y="10"/>
                      <a:pt x="10" y="10"/>
                      <a:pt x="9" y="10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8" y="11"/>
                      <a:pt x="7" y="12"/>
                      <a:pt x="7" y="13"/>
                    </a:cubicBezTo>
                    <a:cubicBezTo>
                      <a:pt x="7" y="14"/>
                      <a:pt x="7" y="14"/>
                      <a:pt x="6" y="15"/>
                    </a:cubicBezTo>
                    <a:cubicBezTo>
                      <a:pt x="5" y="16"/>
                      <a:pt x="4" y="16"/>
                      <a:pt x="3" y="15"/>
                    </a:cubicBezTo>
                    <a:cubicBezTo>
                      <a:pt x="1" y="14"/>
                      <a:pt x="0" y="12"/>
                      <a:pt x="1" y="10"/>
                    </a:cubicBezTo>
                    <a:cubicBezTo>
                      <a:pt x="1" y="9"/>
                      <a:pt x="3" y="8"/>
                      <a:pt x="4" y="7"/>
                    </a:cubicBezTo>
                    <a:cubicBezTo>
                      <a:pt x="6" y="5"/>
                      <a:pt x="6" y="3"/>
                      <a:pt x="8" y="2"/>
                    </a:cubicBezTo>
                    <a:cubicBezTo>
                      <a:pt x="9" y="1"/>
                      <a:pt x="10" y="1"/>
                      <a:pt x="11" y="0"/>
                    </a:cubicBezTo>
                    <a:cubicBezTo>
                      <a:pt x="11" y="0"/>
                      <a:pt x="12" y="0"/>
                      <a:pt x="12" y="1"/>
                    </a:cubicBezTo>
                    <a:cubicBezTo>
                      <a:pt x="13" y="1"/>
                      <a:pt x="13" y="3"/>
                      <a:pt x="12" y="4"/>
                    </a:cubicBezTo>
                    <a:cubicBezTo>
                      <a:pt x="12" y="5"/>
                      <a:pt x="11" y="9"/>
                      <a:pt x="10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1" name="Freeform 2501">
                <a:extLst>
                  <a:ext uri="{FF2B5EF4-FFF2-40B4-BE49-F238E27FC236}">
                    <a16:creationId xmlns:a16="http://schemas.microsoft.com/office/drawing/2014/main" id="{A233B1C5-FD88-4D45-90E7-88D8D8930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3988"/>
                <a:ext cx="6" cy="14"/>
              </a:xfrm>
              <a:custGeom>
                <a:avLst/>
                <a:gdLst>
                  <a:gd name="T0" fmla="*/ 8 w 16"/>
                  <a:gd name="T1" fmla="*/ 11 h 35"/>
                  <a:gd name="T2" fmla="*/ 4 w 16"/>
                  <a:gd name="T3" fmla="*/ 3 h 35"/>
                  <a:gd name="T4" fmla="*/ 9 w 16"/>
                  <a:gd name="T5" fmla="*/ 1 h 35"/>
                  <a:gd name="T6" fmla="*/ 15 w 16"/>
                  <a:gd name="T7" fmla="*/ 8 h 35"/>
                  <a:gd name="T8" fmla="*/ 14 w 16"/>
                  <a:gd name="T9" fmla="*/ 15 h 35"/>
                  <a:gd name="T10" fmla="*/ 9 w 16"/>
                  <a:gd name="T11" fmla="*/ 20 h 35"/>
                  <a:gd name="T12" fmla="*/ 11 w 16"/>
                  <a:gd name="T13" fmla="*/ 26 h 35"/>
                  <a:gd name="T14" fmla="*/ 9 w 16"/>
                  <a:gd name="T15" fmla="*/ 32 h 35"/>
                  <a:gd name="T16" fmla="*/ 3 w 16"/>
                  <a:gd name="T17" fmla="*/ 28 h 35"/>
                  <a:gd name="T18" fmla="*/ 1 w 16"/>
                  <a:gd name="T19" fmla="*/ 22 h 35"/>
                  <a:gd name="T20" fmla="*/ 8 w 16"/>
                  <a:gd name="T21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35">
                    <a:moveTo>
                      <a:pt x="8" y="11"/>
                    </a:moveTo>
                    <a:cubicBezTo>
                      <a:pt x="7" y="8"/>
                      <a:pt x="4" y="7"/>
                      <a:pt x="4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2" y="2"/>
                      <a:pt x="14" y="5"/>
                      <a:pt x="15" y="8"/>
                    </a:cubicBezTo>
                    <a:cubicBezTo>
                      <a:pt x="16" y="10"/>
                      <a:pt x="16" y="13"/>
                      <a:pt x="14" y="15"/>
                    </a:cubicBezTo>
                    <a:cubicBezTo>
                      <a:pt x="13" y="17"/>
                      <a:pt x="9" y="17"/>
                      <a:pt x="9" y="20"/>
                    </a:cubicBezTo>
                    <a:cubicBezTo>
                      <a:pt x="8" y="22"/>
                      <a:pt x="11" y="24"/>
                      <a:pt x="11" y="26"/>
                    </a:cubicBezTo>
                    <a:cubicBezTo>
                      <a:pt x="11" y="28"/>
                      <a:pt x="11" y="31"/>
                      <a:pt x="9" y="32"/>
                    </a:cubicBezTo>
                    <a:cubicBezTo>
                      <a:pt x="6" y="35"/>
                      <a:pt x="4" y="31"/>
                      <a:pt x="3" y="28"/>
                    </a:cubicBezTo>
                    <a:cubicBezTo>
                      <a:pt x="2" y="27"/>
                      <a:pt x="0" y="24"/>
                      <a:pt x="1" y="22"/>
                    </a:cubicBezTo>
                    <a:cubicBezTo>
                      <a:pt x="2" y="17"/>
                      <a:pt x="9" y="17"/>
                      <a:pt x="8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2" name="Freeform 2502">
                <a:extLst>
                  <a:ext uri="{FF2B5EF4-FFF2-40B4-BE49-F238E27FC236}">
                    <a16:creationId xmlns:a16="http://schemas.microsoft.com/office/drawing/2014/main" id="{58206727-9CF8-F34C-9F1F-D3644C3D2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3994"/>
                <a:ext cx="4" cy="5"/>
              </a:xfrm>
              <a:custGeom>
                <a:avLst/>
                <a:gdLst>
                  <a:gd name="T0" fmla="*/ 3 w 8"/>
                  <a:gd name="T1" fmla="*/ 11 h 12"/>
                  <a:gd name="T2" fmla="*/ 0 w 8"/>
                  <a:gd name="T3" fmla="*/ 7 h 12"/>
                  <a:gd name="T4" fmla="*/ 3 w 8"/>
                  <a:gd name="T5" fmla="*/ 2 h 12"/>
                  <a:gd name="T6" fmla="*/ 3 w 8"/>
                  <a:gd name="T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3" y="11"/>
                    </a:moveTo>
                    <a:cubicBezTo>
                      <a:pt x="2" y="11"/>
                      <a:pt x="0" y="9"/>
                      <a:pt x="0" y="7"/>
                    </a:cubicBezTo>
                    <a:cubicBezTo>
                      <a:pt x="0" y="5"/>
                      <a:pt x="2" y="3"/>
                      <a:pt x="3" y="2"/>
                    </a:cubicBezTo>
                    <a:cubicBezTo>
                      <a:pt x="7" y="0"/>
                      <a:pt x="8" y="12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3" name="Freeform 2503">
                <a:extLst>
                  <a:ext uri="{FF2B5EF4-FFF2-40B4-BE49-F238E27FC236}">
                    <a16:creationId xmlns:a16="http://schemas.microsoft.com/office/drawing/2014/main" id="{B849135B-63C4-FA4C-9BCA-90FBF6333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3985"/>
                <a:ext cx="30" cy="24"/>
              </a:xfrm>
              <a:custGeom>
                <a:avLst/>
                <a:gdLst>
                  <a:gd name="T0" fmla="*/ 43 w 73"/>
                  <a:gd name="T1" fmla="*/ 40 h 60"/>
                  <a:gd name="T2" fmla="*/ 28 w 73"/>
                  <a:gd name="T3" fmla="*/ 45 h 60"/>
                  <a:gd name="T4" fmla="*/ 17 w 73"/>
                  <a:gd name="T5" fmla="*/ 58 h 60"/>
                  <a:gd name="T6" fmla="*/ 3 w 73"/>
                  <a:gd name="T7" fmla="*/ 55 h 60"/>
                  <a:gd name="T8" fmla="*/ 8 w 73"/>
                  <a:gd name="T9" fmla="*/ 41 h 60"/>
                  <a:gd name="T10" fmla="*/ 22 w 73"/>
                  <a:gd name="T11" fmla="*/ 27 h 60"/>
                  <a:gd name="T12" fmla="*/ 42 w 73"/>
                  <a:gd name="T13" fmla="*/ 23 h 60"/>
                  <a:gd name="T14" fmla="*/ 56 w 73"/>
                  <a:gd name="T15" fmla="*/ 11 h 60"/>
                  <a:gd name="T16" fmla="*/ 69 w 73"/>
                  <a:gd name="T17" fmla="*/ 3 h 60"/>
                  <a:gd name="T18" fmla="*/ 66 w 73"/>
                  <a:gd name="T19" fmla="*/ 20 h 60"/>
                  <a:gd name="T20" fmla="*/ 53 w 73"/>
                  <a:gd name="T21" fmla="*/ 34 h 60"/>
                  <a:gd name="T22" fmla="*/ 43 w 73"/>
                  <a:gd name="T23" fmla="*/ 4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60">
                    <a:moveTo>
                      <a:pt x="43" y="40"/>
                    </a:moveTo>
                    <a:cubicBezTo>
                      <a:pt x="38" y="42"/>
                      <a:pt x="32" y="41"/>
                      <a:pt x="28" y="45"/>
                    </a:cubicBezTo>
                    <a:cubicBezTo>
                      <a:pt x="24" y="49"/>
                      <a:pt x="22" y="56"/>
                      <a:pt x="17" y="58"/>
                    </a:cubicBezTo>
                    <a:cubicBezTo>
                      <a:pt x="12" y="60"/>
                      <a:pt x="5" y="60"/>
                      <a:pt x="3" y="55"/>
                    </a:cubicBezTo>
                    <a:cubicBezTo>
                      <a:pt x="0" y="51"/>
                      <a:pt x="6" y="44"/>
                      <a:pt x="8" y="41"/>
                    </a:cubicBezTo>
                    <a:cubicBezTo>
                      <a:pt x="12" y="35"/>
                      <a:pt x="16" y="29"/>
                      <a:pt x="22" y="27"/>
                    </a:cubicBezTo>
                    <a:cubicBezTo>
                      <a:pt x="28" y="24"/>
                      <a:pt x="35" y="24"/>
                      <a:pt x="42" y="23"/>
                    </a:cubicBezTo>
                    <a:cubicBezTo>
                      <a:pt x="48" y="21"/>
                      <a:pt x="52" y="16"/>
                      <a:pt x="56" y="11"/>
                    </a:cubicBezTo>
                    <a:cubicBezTo>
                      <a:pt x="59" y="8"/>
                      <a:pt x="65" y="0"/>
                      <a:pt x="69" y="3"/>
                    </a:cubicBezTo>
                    <a:cubicBezTo>
                      <a:pt x="73" y="7"/>
                      <a:pt x="69" y="17"/>
                      <a:pt x="66" y="20"/>
                    </a:cubicBezTo>
                    <a:cubicBezTo>
                      <a:pt x="62" y="24"/>
                      <a:pt x="58" y="30"/>
                      <a:pt x="53" y="34"/>
                    </a:cubicBezTo>
                    <a:cubicBezTo>
                      <a:pt x="50" y="37"/>
                      <a:pt x="46" y="39"/>
                      <a:pt x="43" y="4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4" name="Freeform 2504">
                <a:extLst>
                  <a:ext uri="{FF2B5EF4-FFF2-40B4-BE49-F238E27FC236}">
                    <a16:creationId xmlns:a16="http://schemas.microsoft.com/office/drawing/2014/main" id="{AB18FE94-BC4B-A043-B59A-C75E69833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3965"/>
                <a:ext cx="40" cy="21"/>
              </a:xfrm>
              <a:custGeom>
                <a:avLst/>
                <a:gdLst>
                  <a:gd name="T0" fmla="*/ 23 w 98"/>
                  <a:gd name="T1" fmla="*/ 30 h 50"/>
                  <a:gd name="T2" fmla="*/ 13 w 98"/>
                  <a:gd name="T3" fmla="*/ 40 h 50"/>
                  <a:gd name="T4" fmla="*/ 4 w 98"/>
                  <a:gd name="T5" fmla="*/ 41 h 50"/>
                  <a:gd name="T6" fmla="*/ 2 w 98"/>
                  <a:gd name="T7" fmla="*/ 30 h 50"/>
                  <a:gd name="T8" fmla="*/ 12 w 98"/>
                  <a:gd name="T9" fmla="*/ 20 h 50"/>
                  <a:gd name="T10" fmla="*/ 23 w 98"/>
                  <a:gd name="T11" fmla="*/ 9 h 50"/>
                  <a:gd name="T12" fmla="*/ 43 w 98"/>
                  <a:gd name="T13" fmla="*/ 2 h 50"/>
                  <a:gd name="T14" fmla="*/ 54 w 98"/>
                  <a:gd name="T15" fmla="*/ 4 h 50"/>
                  <a:gd name="T16" fmla="*/ 63 w 98"/>
                  <a:gd name="T17" fmla="*/ 12 h 50"/>
                  <a:gd name="T18" fmla="*/ 74 w 98"/>
                  <a:gd name="T19" fmla="*/ 14 h 50"/>
                  <a:gd name="T20" fmla="*/ 80 w 98"/>
                  <a:gd name="T21" fmla="*/ 8 h 50"/>
                  <a:gd name="T22" fmla="*/ 93 w 98"/>
                  <a:gd name="T23" fmla="*/ 12 h 50"/>
                  <a:gd name="T24" fmla="*/ 79 w 98"/>
                  <a:gd name="T25" fmla="*/ 29 h 50"/>
                  <a:gd name="T26" fmla="*/ 59 w 98"/>
                  <a:gd name="T27" fmla="*/ 49 h 50"/>
                  <a:gd name="T28" fmla="*/ 47 w 98"/>
                  <a:gd name="T29" fmla="*/ 44 h 50"/>
                  <a:gd name="T30" fmla="*/ 23 w 98"/>
                  <a:gd name="T31" fmla="*/ 3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50">
                    <a:moveTo>
                      <a:pt x="23" y="30"/>
                    </a:moveTo>
                    <a:cubicBezTo>
                      <a:pt x="20" y="34"/>
                      <a:pt x="18" y="37"/>
                      <a:pt x="13" y="40"/>
                    </a:cubicBezTo>
                    <a:cubicBezTo>
                      <a:pt x="11" y="42"/>
                      <a:pt x="7" y="44"/>
                      <a:pt x="4" y="41"/>
                    </a:cubicBezTo>
                    <a:cubicBezTo>
                      <a:pt x="1" y="39"/>
                      <a:pt x="0" y="33"/>
                      <a:pt x="2" y="30"/>
                    </a:cubicBezTo>
                    <a:cubicBezTo>
                      <a:pt x="4" y="26"/>
                      <a:pt x="9" y="24"/>
                      <a:pt x="12" y="20"/>
                    </a:cubicBezTo>
                    <a:cubicBezTo>
                      <a:pt x="16" y="16"/>
                      <a:pt x="19" y="12"/>
                      <a:pt x="23" y="9"/>
                    </a:cubicBezTo>
                    <a:cubicBezTo>
                      <a:pt x="30" y="5"/>
                      <a:pt x="35" y="2"/>
                      <a:pt x="43" y="2"/>
                    </a:cubicBezTo>
                    <a:cubicBezTo>
                      <a:pt x="47" y="2"/>
                      <a:pt x="51" y="2"/>
                      <a:pt x="54" y="4"/>
                    </a:cubicBezTo>
                    <a:cubicBezTo>
                      <a:pt x="58" y="6"/>
                      <a:pt x="60" y="9"/>
                      <a:pt x="63" y="12"/>
                    </a:cubicBezTo>
                    <a:cubicBezTo>
                      <a:pt x="66" y="14"/>
                      <a:pt x="70" y="14"/>
                      <a:pt x="74" y="14"/>
                    </a:cubicBezTo>
                    <a:cubicBezTo>
                      <a:pt x="78" y="14"/>
                      <a:pt x="79" y="12"/>
                      <a:pt x="80" y="8"/>
                    </a:cubicBezTo>
                    <a:cubicBezTo>
                      <a:pt x="84" y="0"/>
                      <a:pt x="91" y="6"/>
                      <a:pt x="93" y="12"/>
                    </a:cubicBezTo>
                    <a:cubicBezTo>
                      <a:pt x="98" y="22"/>
                      <a:pt x="85" y="23"/>
                      <a:pt x="79" y="29"/>
                    </a:cubicBezTo>
                    <a:cubicBezTo>
                      <a:pt x="73" y="35"/>
                      <a:pt x="68" y="45"/>
                      <a:pt x="59" y="49"/>
                    </a:cubicBezTo>
                    <a:cubicBezTo>
                      <a:pt x="55" y="50"/>
                      <a:pt x="50" y="47"/>
                      <a:pt x="47" y="44"/>
                    </a:cubicBezTo>
                    <a:cubicBezTo>
                      <a:pt x="43" y="40"/>
                      <a:pt x="30" y="23"/>
                      <a:pt x="23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5" name="Freeform 2505">
                <a:extLst>
                  <a:ext uri="{FF2B5EF4-FFF2-40B4-BE49-F238E27FC236}">
                    <a16:creationId xmlns:a16="http://schemas.microsoft.com/office/drawing/2014/main" id="{355CDFC6-0972-7A41-8F68-0EDD059E0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3903"/>
                <a:ext cx="4" cy="3"/>
              </a:xfrm>
              <a:custGeom>
                <a:avLst/>
                <a:gdLst>
                  <a:gd name="T0" fmla="*/ 4 w 9"/>
                  <a:gd name="T1" fmla="*/ 0 h 7"/>
                  <a:gd name="T2" fmla="*/ 5 w 9"/>
                  <a:gd name="T3" fmla="*/ 0 h 7"/>
                  <a:gd name="T4" fmla="*/ 8 w 9"/>
                  <a:gd name="T5" fmla="*/ 5 h 7"/>
                  <a:gd name="T6" fmla="*/ 2 w 9"/>
                  <a:gd name="T7" fmla="*/ 6 h 7"/>
                  <a:gd name="T8" fmla="*/ 0 w 9"/>
                  <a:gd name="T9" fmla="*/ 3 h 7"/>
                  <a:gd name="T10" fmla="*/ 2 w 9"/>
                  <a:gd name="T11" fmla="*/ 0 h 7"/>
                  <a:gd name="T12" fmla="*/ 4 w 9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6" name="Freeform 2506">
                <a:extLst>
                  <a:ext uri="{FF2B5EF4-FFF2-40B4-BE49-F238E27FC236}">
                    <a16:creationId xmlns:a16="http://schemas.microsoft.com/office/drawing/2014/main" id="{C0825BBE-C2E4-4247-8321-370E602FC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3897"/>
                <a:ext cx="7" cy="8"/>
              </a:xfrm>
              <a:custGeom>
                <a:avLst/>
                <a:gdLst>
                  <a:gd name="T0" fmla="*/ 5 w 17"/>
                  <a:gd name="T1" fmla="*/ 0 h 19"/>
                  <a:gd name="T2" fmla="*/ 15 w 17"/>
                  <a:gd name="T3" fmla="*/ 2 h 19"/>
                  <a:gd name="T4" fmla="*/ 16 w 17"/>
                  <a:gd name="T5" fmla="*/ 10 h 19"/>
                  <a:gd name="T6" fmla="*/ 6 w 17"/>
                  <a:gd name="T7" fmla="*/ 13 h 19"/>
                  <a:gd name="T8" fmla="*/ 3 w 17"/>
                  <a:gd name="T9" fmla="*/ 5 h 19"/>
                  <a:gd name="T10" fmla="*/ 5 w 17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9">
                    <a:moveTo>
                      <a:pt x="5" y="0"/>
                    </a:moveTo>
                    <a:cubicBezTo>
                      <a:pt x="8" y="0"/>
                      <a:pt x="13" y="1"/>
                      <a:pt x="15" y="2"/>
                    </a:cubicBezTo>
                    <a:cubicBezTo>
                      <a:pt x="17" y="4"/>
                      <a:pt x="16" y="8"/>
                      <a:pt x="16" y="10"/>
                    </a:cubicBezTo>
                    <a:cubicBezTo>
                      <a:pt x="17" y="18"/>
                      <a:pt x="9" y="19"/>
                      <a:pt x="6" y="13"/>
                    </a:cubicBezTo>
                    <a:cubicBezTo>
                      <a:pt x="4" y="10"/>
                      <a:pt x="6" y="8"/>
                      <a:pt x="3" y="5"/>
                    </a:cubicBezTo>
                    <a:cubicBezTo>
                      <a:pt x="0" y="2"/>
                      <a:pt x="0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7" name="Freeform 2507">
                <a:extLst>
                  <a:ext uri="{FF2B5EF4-FFF2-40B4-BE49-F238E27FC236}">
                    <a16:creationId xmlns:a16="http://schemas.microsoft.com/office/drawing/2014/main" id="{BA0DC396-B741-2941-A21E-902966DCC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3895"/>
                <a:ext cx="7" cy="5"/>
              </a:xfrm>
              <a:custGeom>
                <a:avLst/>
                <a:gdLst>
                  <a:gd name="T0" fmla="*/ 13 w 19"/>
                  <a:gd name="T1" fmla="*/ 12 h 12"/>
                  <a:gd name="T2" fmla="*/ 2 w 19"/>
                  <a:gd name="T3" fmla="*/ 7 h 12"/>
                  <a:gd name="T4" fmla="*/ 7 w 19"/>
                  <a:gd name="T5" fmla="*/ 1 h 12"/>
                  <a:gd name="T6" fmla="*/ 16 w 19"/>
                  <a:gd name="T7" fmla="*/ 6 h 12"/>
                  <a:gd name="T8" fmla="*/ 13 w 19"/>
                  <a:gd name="T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3" y="12"/>
                    </a:moveTo>
                    <a:cubicBezTo>
                      <a:pt x="10" y="11"/>
                      <a:pt x="4" y="11"/>
                      <a:pt x="2" y="7"/>
                    </a:cubicBezTo>
                    <a:cubicBezTo>
                      <a:pt x="0" y="3"/>
                      <a:pt x="3" y="0"/>
                      <a:pt x="7" y="1"/>
                    </a:cubicBezTo>
                    <a:cubicBezTo>
                      <a:pt x="10" y="2"/>
                      <a:pt x="13" y="5"/>
                      <a:pt x="16" y="6"/>
                    </a:cubicBezTo>
                    <a:cubicBezTo>
                      <a:pt x="19" y="9"/>
                      <a:pt x="17" y="11"/>
                      <a:pt x="13" y="10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8" name="Freeform 2508">
                <a:extLst>
                  <a:ext uri="{FF2B5EF4-FFF2-40B4-BE49-F238E27FC236}">
                    <a16:creationId xmlns:a16="http://schemas.microsoft.com/office/drawing/2014/main" id="{E47BBA28-6F15-FA4C-A371-ED4066E08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893"/>
                <a:ext cx="30" cy="46"/>
              </a:xfrm>
              <a:custGeom>
                <a:avLst/>
                <a:gdLst>
                  <a:gd name="T0" fmla="*/ 9 w 75"/>
                  <a:gd name="T1" fmla="*/ 27 h 113"/>
                  <a:gd name="T2" fmla="*/ 0 w 75"/>
                  <a:gd name="T3" fmla="*/ 13 h 113"/>
                  <a:gd name="T4" fmla="*/ 13 w 75"/>
                  <a:gd name="T5" fmla="*/ 5 h 113"/>
                  <a:gd name="T6" fmla="*/ 28 w 75"/>
                  <a:gd name="T7" fmla="*/ 1 h 113"/>
                  <a:gd name="T8" fmla="*/ 47 w 75"/>
                  <a:gd name="T9" fmla="*/ 3 h 113"/>
                  <a:gd name="T10" fmla="*/ 62 w 75"/>
                  <a:gd name="T11" fmla="*/ 9 h 113"/>
                  <a:gd name="T12" fmla="*/ 62 w 75"/>
                  <a:gd name="T13" fmla="*/ 26 h 113"/>
                  <a:gd name="T14" fmla="*/ 69 w 75"/>
                  <a:gd name="T15" fmla="*/ 37 h 113"/>
                  <a:gd name="T16" fmla="*/ 69 w 75"/>
                  <a:gd name="T17" fmla="*/ 49 h 113"/>
                  <a:gd name="T18" fmla="*/ 73 w 75"/>
                  <a:gd name="T19" fmla="*/ 61 h 113"/>
                  <a:gd name="T20" fmla="*/ 69 w 75"/>
                  <a:gd name="T21" fmla="*/ 75 h 113"/>
                  <a:gd name="T22" fmla="*/ 68 w 75"/>
                  <a:gd name="T23" fmla="*/ 88 h 113"/>
                  <a:gd name="T24" fmla="*/ 61 w 75"/>
                  <a:gd name="T25" fmla="*/ 99 h 113"/>
                  <a:gd name="T26" fmla="*/ 55 w 75"/>
                  <a:gd name="T27" fmla="*/ 104 h 113"/>
                  <a:gd name="T28" fmla="*/ 52 w 75"/>
                  <a:gd name="T29" fmla="*/ 110 h 113"/>
                  <a:gd name="T30" fmla="*/ 38 w 75"/>
                  <a:gd name="T31" fmla="*/ 106 h 113"/>
                  <a:gd name="T32" fmla="*/ 23 w 75"/>
                  <a:gd name="T33" fmla="*/ 97 h 113"/>
                  <a:gd name="T34" fmla="*/ 27 w 75"/>
                  <a:gd name="T35" fmla="*/ 82 h 113"/>
                  <a:gd name="T36" fmla="*/ 39 w 75"/>
                  <a:gd name="T37" fmla="*/ 73 h 113"/>
                  <a:gd name="T38" fmla="*/ 38 w 75"/>
                  <a:gd name="T39" fmla="*/ 57 h 113"/>
                  <a:gd name="T40" fmla="*/ 31 w 75"/>
                  <a:gd name="T41" fmla="*/ 45 h 113"/>
                  <a:gd name="T42" fmla="*/ 22 w 75"/>
                  <a:gd name="T43" fmla="*/ 35 h 113"/>
                  <a:gd name="T44" fmla="*/ 9 w 75"/>
                  <a:gd name="T45" fmla="*/ 2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113">
                    <a:moveTo>
                      <a:pt x="9" y="27"/>
                    </a:moveTo>
                    <a:cubicBezTo>
                      <a:pt x="4" y="25"/>
                      <a:pt x="0" y="19"/>
                      <a:pt x="0" y="13"/>
                    </a:cubicBezTo>
                    <a:cubicBezTo>
                      <a:pt x="0" y="6"/>
                      <a:pt x="8" y="6"/>
                      <a:pt x="13" y="5"/>
                    </a:cubicBezTo>
                    <a:cubicBezTo>
                      <a:pt x="18" y="4"/>
                      <a:pt x="23" y="2"/>
                      <a:pt x="28" y="1"/>
                    </a:cubicBezTo>
                    <a:cubicBezTo>
                      <a:pt x="35" y="0"/>
                      <a:pt x="41" y="1"/>
                      <a:pt x="47" y="3"/>
                    </a:cubicBezTo>
                    <a:cubicBezTo>
                      <a:pt x="52" y="4"/>
                      <a:pt x="59" y="5"/>
                      <a:pt x="62" y="9"/>
                    </a:cubicBezTo>
                    <a:cubicBezTo>
                      <a:pt x="66" y="13"/>
                      <a:pt x="61" y="20"/>
                      <a:pt x="62" y="26"/>
                    </a:cubicBezTo>
                    <a:cubicBezTo>
                      <a:pt x="63" y="30"/>
                      <a:pt x="69" y="32"/>
                      <a:pt x="69" y="37"/>
                    </a:cubicBezTo>
                    <a:cubicBezTo>
                      <a:pt x="68" y="42"/>
                      <a:pt x="65" y="45"/>
                      <a:pt x="69" y="49"/>
                    </a:cubicBezTo>
                    <a:cubicBezTo>
                      <a:pt x="73" y="53"/>
                      <a:pt x="75" y="56"/>
                      <a:pt x="73" y="61"/>
                    </a:cubicBezTo>
                    <a:cubicBezTo>
                      <a:pt x="72" y="66"/>
                      <a:pt x="71" y="70"/>
                      <a:pt x="69" y="75"/>
                    </a:cubicBezTo>
                    <a:cubicBezTo>
                      <a:pt x="67" y="80"/>
                      <a:pt x="68" y="83"/>
                      <a:pt x="68" y="88"/>
                    </a:cubicBezTo>
                    <a:cubicBezTo>
                      <a:pt x="69" y="95"/>
                      <a:pt x="65" y="96"/>
                      <a:pt x="61" y="99"/>
                    </a:cubicBezTo>
                    <a:cubicBezTo>
                      <a:pt x="58" y="100"/>
                      <a:pt x="56" y="102"/>
                      <a:pt x="55" y="104"/>
                    </a:cubicBezTo>
                    <a:cubicBezTo>
                      <a:pt x="54" y="106"/>
                      <a:pt x="53" y="109"/>
                      <a:pt x="52" y="110"/>
                    </a:cubicBezTo>
                    <a:cubicBezTo>
                      <a:pt x="47" y="113"/>
                      <a:pt x="41" y="108"/>
                      <a:pt x="38" y="106"/>
                    </a:cubicBezTo>
                    <a:cubicBezTo>
                      <a:pt x="33" y="103"/>
                      <a:pt x="27" y="102"/>
                      <a:pt x="23" y="97"/>
                    </a:cubicBezTo>
                    <a:cubicBezTo>
                      <a:pt x="19" y="92"/>
                      <a:pt x="20" y="85"/>
                      <a:pt x="27" y="82"/>
                    </a:cubicBezTo>
                    <a:cubicBezTo>
                      <a:pt x="32" y="80"/>
                      <a:pt x="38" y="80"/>
                      <a:pt x="39" y="73"/>
                    </a:cubicBezTo>
                    <a:cubicBezTo>
                      <a:pt x="40" y="68"/>
                      <a:pt x="39" y="62"/>
                      <a:pt x="38" y="57"/>
                    </a:cubicBezTo>
                    <a:cubicBezTo>
                      <a:pt x="37" y="52"/>
                      <a:pt x="34" y="48"/>
                      <a:pt x="31" y="45"/>
                    </a:cubicBezTo>
                    <a:cubicBezTo>
                      <a:pt x="27" y="42"/>
                      <a:pt x="25" y="38"/>
                      <a:pt x="22" y="35"/>
                    </a:cubicBezTo>
                    <a:cubicBezTo>
                      <a:pt x="18" y="32"/>
                      <a:pt x="14" y="29"/>
                      <a:pt x="9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9" name="Freeform 2509">
                <a:extLst>
                  <a:ext uri="{FF2B5EF4-FFF2-40B4-BE49-F238E27FC236}">
                    <a16:creationId xmlns:a16="http://schemas.microsoft.com/office/drawing/2014/main" id="{D64A3A0D-C2DF-9B4D-9A77-C9AEF06DF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3758"/>
                <a:ext cx="11" cy="7"/>
              </a:xfrm>
              <a:custGeom>
                <a:avLst/>
                <a:gdLst>
                  <a:gd name="T0" fmla="*/ 24 w 26"/>
                  <a:gd name="T1" fmla="*/ 7 h 17"/>
                  <a:gd name="T2" fmla="*/ 17 w 26"/>
                  <a:gd name="T3" fmla="*/ 17 h 17"/>
                  <a:gd name="T4" fmla="*/ 6 w 26"/>
                  <a:gd name="T5" fmla="*/ 11 h 17"/>
                  <a:gd name="T6" fmla="*/ 24 w 26"/>
                  <a:gd name="T7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24" y="7"/>
                    </a:moveTo>
                    <a:cubicBezTo>
                      <a:pt x="26" y="12"/>
                      <a:pt x="23" y="17"/>
                      <a:pt x="17" y="17"/>
                    </a:cubicBezTo>
                    <a:cubicBezTo>
                      <a:pt x="14" y="17"/>
                      <a:pt x="8" y="14"/>
                      <a:pt x="6" y="11"/>
                    </a:cubicBezTo>
                    <a:cubicBezTo>
                      <a:pt x="0" y="4"/>
                      <a:pt x="20" y="0"/>
                      <a:pt x="2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0" name="Freeform 2510">
                <a:extLst>
                  <a:ext uri="{FF2B5EF4-FFF2-40B4-BE49-F238E27FC236}">
                    <a16:creationId xmlns:a16="http://schemas.microsoft.com/office/drawing/2014/main" id="{4288511E-C0D5-6140-B5A4-C567CD192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3719"/>
                <a:ext cx="30" cy="16"/>
              </a:xfrm>
              <a:custGeom>
                <a:avLst/>
                <a:gdLst>
                  <a:gd name="T0" fmla="*/ 10 w 74"/>
                  <a:gd name="T1" fmla="*/ 20 h 39"/>
                  <a:gd name="T2" fmla="*/ 25 w 74"/>
                  <a:gd name="T3" fmla="*/ 13 h 39"/>
                  <a:gd name="T4" fmla="*/ 41 w 74"/>
                  <a:gd name="T5" fmla="*/ 4 h 39"/>
                  <a:gd name="T6" fmla="*/ 57 w 74"/>
                  <a:gd name="T7" fmla="*/ 2 h 39"/>
                  <a:gd name="T8" fmla="*/ 62 w 74"/>
                  <a:gd name="T9" fmla="*/ 14 h 39"/>
                  <a:gd name="T10" fmla="*/ 68 w 74"/>
                  <a:gd name="T11" fmla="*/ 23 h 39"/>
                  <a:gd name="T12" fmla="*/ 61 w 74"/>
                  <a:gd name="T13" fmla="*/ 25 h 39"/>
                  <a:gd name="T14" fmla="*/ 48 w 74"/>
                  <a:gd name="T15" fmla="*/ 32 h 39"/>
                  <a:gd name="T16" fmla="*/ 16 w 74"/>
                  <a:gd name="T17" fmla="*/ 36 h 39"/>
                  <a:gd name="T18" fmla="*/ 1 w 74"/>
                  <a:gd name="T19" fmla="*/ 28 h 39"/>
                  <a:gd name="T20" fmla="*/ 10 w 74"/>
                  <a:gd name="T2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39">
                    <a:moveTo>
                      <a:pt x="10" y="20"/>
                    </a:moveTo>
                    <a:cubicBezTo>
                      <a:pt x="15" y="18"/>
                      <a:pt x="20" y="15"/>
                      <a:pt x="25" y="13"/>
                    </a:cubicBezTo>
                    <a:cubicBezTo>
                      <a:pt x="31" y="10"/>
                      <a:pt x="36" y="7"/>
                      <a:pt x="41" y="4"/>
                    </a:cubicBezTo>
                    <a:cubicBezTo>
                      <a:pt x="46" y="0"/>
                      <a:pt x="52" y="0"/>
                      <a:pt x="57" y="2"/>
                    </a:cubicBezTo>
                    <a:cubicBezTo>
                      <a:pt x="64" y="4"/>
                      <a:pt x="59" y="9"/>
                      <a:pt x="62" y="14"/>
                    </a:cubicBezTo>
                    <a:cubicBezTo>
                      <a:pt x="65" y="18"/>
                      <a:pt x="74" y="17"/>
                      <a:pt x="68" y="23"/>
                    </a:cubicBezTo>
                    <a:cubicBezTo>
                      <a:pt x="66" y="25"/>
                      <a:pt x="63" y="25"/>
                      <a:pt x="61" y="25"/>
                    </a:cubicBezTo>
                    <a:cubicBezTo>
                      <a:pt x="56" y="27"/>
                      <a:pt x="52" y="29"/>
                      <a:pt x="48" y="32"/>
                    </a:cubicBezTo>
                    <a:cubicBezTo>
                      <a:pt x="40" y="38"/>
                      <a:pt x="26" y="39"/>
                      <a:pt x="16" y="36"/>
                    </a:cubicBezTo>
                    <a:cubicBezTo>
                      <a:pt x="11" y="35"/>
                      <a:pt x="3" y="33"/>
                      <a:pt x="1" y="28"/>
                    </a:cubicBezTo>
                    <a:cubicBezTo>
                      <a:pt x="0" y="23"/>
                      <a:pt x="6" y="21"/>
                      <a:pt x="10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1" name="Freeform 2511">
                <a:extLst>
                  <a:ext uri="{FF2B5EF4-FFF2-40B4-BE49-F238E27FC236}">
                    <a16:creationId xmlns:a16="http://schemas.microsoft.com/office/drawing/2014/main" id="{C1DE837F-F70E-6B44-B239-15F54E7D8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3804"/>
                <a:ext cx="69" cy="43"/>
              </a:xfrm>
              <a:custGeom>
                <a:avLst/>
                <a:gdLst>
                  <a:gd name="T0" fmla="*/ 65 w 170"/>
                  <a:gd name="T1" fmla="*/ 48 h 105"/>
                  <a:gd name="T2" fmla="*/ 71 w 170"/>
                  <a:gd name="T3" fmla="*/ 46 h 105"/>
                  <a:gd name="T4" fmla="*/ 88 w 170"/>
                  <a:gd name="T5" fmla="*/ 44 h 105"/>
                  <a:gd name="T6" fmla="*/ 90 w 170"/>
                  <a:gd name="T7" fmla="*/ 59 h 105"/>
                  <a:gd name="T8" fmla="*/ 77 w 170"/>
                  <a:gd name="T9" fmla="*/ 70 h 105"/>
                  <a:gd name="T10" fmla="*/ 72 w 170"/>
                  <a:gd name="T11" fmla="*/ 73 h 105"/>
                  <a:gd name="T12" fmla="*/ 69 w 170"/>
                  <a:gd name="T13" fmla="*/ 79 h 105"/>
                  <a:gd name="T14" fmla="*/ 65 w 170"/>
                  <a:gd name="T15" fmla="*/ 88 h 105"/>
                  <a:gd name="T16" fmla="*/ 98 w 170"/>
                  <a:gd name="T17" fmla="*/ 93 h 105"/>
                  <a:gd name="T18" fmla="*/ 112 w 170"/>
                  <a:gd name="T19" fmla="*/ 102 h 105"/>
                  <a:gd name="T20" fmla="*/ 130 w 170"/>
                  <a:gd name="T21" fmla="*/ 102 h 105"/>
                  <a:gd name="T22" fmla="*/ 143 w 170"/>
                  <a:gd name="T23" fmla="*/ 96 h 105"/>
                  <a:gd name="T24" fmla="*/ 148 w 170"/>
                  <a:gd name="T25" fmla="*/ 88 h 105"/>
                  <a:gd name="T26" fmla="*/ 137 w 170"/>
                  <a:gd name="T27" fmla="*/ 76 h 105"/>
                  <a:gd name="T28" fmla="*/ 129 w 170"/>
                  <a:gd name="T29" fmla="*/ 69 h 105"/>
                  <a:gd name="T30" fmla="*/ 141 w 170"/>
                  <a:gd name="T31" fmla="*/ 59 h 105"/>
                  <a:gd name="T32" fmla="*/ 149 w 170"/>
                  <a:gd name="T33" fmla="*/ 71 h 105"/>
                  <a:gd name="T34" fmla="*/ 152 w 170"/>
                  <a:gd name="T35" fmla="*/ 82 h 105"/>
                  <a:gd name="T36" fmla="*/ 164 w 170"/>
                  <a:gd name="T37" fmla="*/ 82 h 105"/>
                  <a:gd name="T38" fmla="*/ 168 w 170"/>
                  <a:gd name="T39" fmla="*/ 79 h 105"/>
                  <a:gd name="T40" fmla="*/ 161 w 170"/>
                  <a:gd name="T41" fmla="*/ 71 h 105"/>
                  <a:gd name="T42" fmla="*/ 152 w 170"/>
                  <a:gd name="T43" fmla="*/ 62 h 105"/>
                  <a:gd name="T44" fmla="*/ 148 w 170"/>
                  <a:gd name="T45" fmla="*/ 53 h 105"/>
                  <a:gd name="T46" fmla="*/ 144 w 170"/>
                  <a:gd name="T47" fmla="*/ 46 h 105"/>
                  <a:gd name="T48" fmla="*/ 138 w 170"/>
                  <a:gd name="T49" fmla="*/ 44 h 105"/>
                  <a:gd name="T50" fmla="*/ 124 w 170"/>
                  <a:gd name="T51" fmla="*/ 33 h 105"/>
                  <a:gd name="T52" fmla="*/ 113 w 170"/>
                  <a:gd name="T53" fmla="*/ 25 h 105"/>
                  <a:gd name="T54" fmla="*/ 108 w 170"/>
                  <a:gd name="T55" fmla="*/ 18 h 105"/>
                  <a:gd name="T56" fmla="*/ 108 w 170"/>
                  <a:gd name="T57" fmla="*/ 9 h 105"/>
                  <a:gd name="T58" fmla="*/ 96 w 170"/>
                  <a:gd name="T59" fmla="*/ 1 h 105"/>
                  <a:gd name="T60" fmla="*/ 81 w 170"/>
                  <a:gd name="T61" fmla="*/ 0 h 105"/>
                  <a:gd name="T62" fmla="*/ 69 w 170"/>
                  <a:gd name="T63" fmla="*/ 3 h 105"/>
                  <a:gd name="T64" fmla="*/ 63 w 170"/>
                  <a:gd name="T65" fmla="*/ 12 h 105"/>
                  <a:gd name="T66" fmla="*/ 58 w 170"/>
                  <a:gd name="T67" fmla="*/ 22 h 105"/>
                  <a:gd name="T68" fmla="*/ 52 w 170"/>
                  <a:gd name="T69" fmla="*/ 25 h 105"/>
                  <a:gd name="T70" fmla="*/ 46 w 170"/>
                  <a:gd name="T71" fmla="*/ 28 h 105"/>
                  <a:gd name="T72" fmla="*/ 32 w 170"/>
                  <a:gd name="T73" fmla="*/ 31 h 105"/>
                  <a:gd name="T74" fmla="*/ 27 w 170"/>
                  <a:gd name="T75" fmla="*/ 33 h 105"/>
                  <a:gd name="T76" fmla="*/ 24 w 170"/>
                  <a:gd name="T77" fmla="*/ 37 h 105"/>
                  <a:gd name="T78" fmla="*/ 1 w 170"/>
                  <a:gd name="T79" fmla="*/ 47 h 105"/>
                  <a:gd name="T80" fmla="*/ 3 w 170"/>
                  <a:gd name="T81" fmla="*/ 50 h 105"/>
                  <a:gd name="T82" fmla="*/ 2 w 170"/>
                  <a:gd name="T83" fmla="*/ 55 h 105"/>
                  <a:gd name="T84" fmla="*/ 2 w 170"/>
                  <a:gd name="T85" fmla="*/ 63 h 105"/>
                  <a:gd name="T86" fmla="*/ 8 w 170"/>
                  <a:gd name="T87" fmla="*/ 67 h 105"/>
                  <a:gd name="T88" fmla="*/ 19 w 170"/>
                  <a:gd name="T89" fmla="*/ 71 h 105"/>
                  <a:gd name="T90" fmla="*/ 26 w 170"/>
                  <a:gd name="T91" fmla="*/ 77 h 105"/>
                  <a:gd name="T92" fmla="*/ 36 w 170"/>
                  <a:gd name="T93" fmla="*/ 78 h 105"/>
                  <a:gd name="T94" fmla="*/ 48 w 170"/>
                  <a:gd name="T95" fmla="*/ 78 h 105"/>
                  <a:gd name="T96" fmla="*/ 56 w 170"/>
                  <a:gd name="T97" fmla="*/ 72 h 105"/>
                  <a:gd name="T98" fmla="*/ 62 w 170"/>
                  <a:gd name="T99" fmla="*/ 61 h 105"/>
                  <a:gd name="T100" fmla="*/ 65 w 170"/>
                  <a:gd name="T101" fmla="*/ 4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0" h="105">
                    <a:moveTo>
                      <a:pt x="65" y="48"/>
                    </a:moveTo>
                    <a:cubicBezTo>
                      <a:pt x="67" y="46"/>
                      <a:pt x="69" y="47"/>
                      <a:pt x="71" y="46"/>
                    </a:cubicBezTo>
                    <a:cubicBezTo>
                      <a:pt x="76" y="45"/>
                      <a:pt x="83" y="41"/>
                      <a:pt x="88" y="44"/>
                    </a:cubicBezTo>
                    <a:cubicBezTo>
                      <a:pt x="92" y="47"/>
                      <a:pt x="92" y="55"/>
                      <a:pt x="90" y="59"/>
                    </a:cubicBezTo>
                    <a:cubicBezTo>
                      <a:pt x="88" y="64"/>
                      <a:pt x="83" y="68"/>
                      <a:pt x="77" y="70"/>
                    </a:cubicBezTo>
                    <a:cubicBezTo>
                      <a:pt x="75" y="70"/>
                      <a:pt x="73" y="71"/>
                      <a:pt x="72" y="73"/>
                    </a:cubicBezTo>
                    <a:cubicBezTo>
                      <a:pt x="71" y="74"/>
                      <a:pt x="70" y="77"/>
                      <a:pt x="69" y="79"/>
                    </a:cubicBezTo>
                    <a:cubicBezTo>
                      <a:pt x="66" y="82"/>
                      <a:pt x="63" y="83"/>
                      <a:pt x="65" y="88"/>
                    </a:cubicBezTo>
                    <a:cubicBezTo>
                      <a:pt x="72" y="101"/>
                      <a:pt x="88" y="90"/>
                      <a:pt x="98" y="93"/>
                    </a:cubicBezTo>
                    <a:cubicBezTo>
                      <a:pt x="104" y="94"/>
                      <a:pt x="107" y="99"/>
                      <a:pt x="112" y="102"/>
                    </a:cubicBezTo>
                    <a:cubicBezTo>
                      <a:pt x="118" y="105"/>
                      <a:pt x="125" y="104"/>
                      <a:pt x="130" y="102"/>
                    </a:cubicBezTo>
                    <a:cubicBezTo>
                      <a:pt x="135" y="100"/>
                      <a:pt x="138" y="97"/>
                      <a:pt x="143" y="96"/>
                    </a:cubicBezTo>
                    <a:cubicBezTo>
                      <a:pt x="147" y="95"/>
                      <a:pt x="150" y="93"/>
                      <a:pt x="148" y="88"/>
                    </a:cubicBezTo>
                    <a:cubicBezTo>
                      <a:pt x="146" y="84"/>
                      <a:pt x="141" y="79"/>
                      <a:pt x="137" y="76"/>
                    </a:cubicBezTo>
                    <a:cubicBezTo>
                      <a:pt x="134" y="74"/>
                      <a:pt x="128" y="73"/>
                      <a:pt x="129" y="69"/>
                    </a:cubicBezTo>
                    <a:cubicBezTo>
                      <a:pt x="129" y="62"/>
                      <a:pt x="134" y="58"/>
                      <a:pt x="141" y="59"/>
                    </a:cubicBezTo>
                    <a:cubicBezTo>
                      <a:pt x="147" y="60"/>
                      <a:pt x="148" y="66"/>
                      <a:pt x="149" y="71"/>
                    </a:cubicBezTo>
                    <a:cubicBezTo>
                      <a:pt x="150" y="74"/>
                      <a:pt x="150" y="80"/>
                      <a:pt x="152" y="82"/>
                    </a:cubicBezTo>
                    <a:cubicBezTo>
                      <a:pt x="155" y="85"/>
                      <a:pt x="160" y="82"/>
                      <a:pt x="164" y="82"/>
                    </a:cubicBezTo>
                    <a:cubicBezTo>
                      <a:pt x="166" y="81"/>
                      <a:pt x="168" y="81"/>
                      <a:pt x="168" y="79"/>
                    </a:cubicBezTo>
                    <a:cubicBezTo>
                      <a:pt x="170" y="76"/>
                      <a:pt x="164" y="73"/>
                      <a:pt x="161" y="71"/>
                    </a:cubicBezTo>
                    <a:cubicBezTo>
                      <a:pt x="158" y="68"/>
                      <a:pt x="154" y="65"/>
                      <a:pt x="152" y="62"/>
                    </a:cubicBezTo>
                    <a:cubicBezTo>
                      <a:pt x="150" y="59"/>
                      <a:pt x="150" y="56"/>
                      <a:pt x="148" y="53"/>
                    </a:cubicBezTo>
                    <a:cubicBezTo>
                      <a:pt x="147" y="51"/>
                      <a:pt x="146" y="48"/>
                      <a:pt x="144" y="46"/>
                    </a:cubicBezTo>
                    <a:cubicBezTo>
                      <a:pt x="142" y="45"/>
                      <a:pt x="140" y="45"/>
                      <a:pt x="138" y="44"/>
                    </a:cubicBezTo>
                    <a:cubicBezTo>
                      <a:pt x="133" y="41"/>
                      <a:pt x="128" y="37"/>
                      <a:pt x="124" y="33"/>
                    </a:cubicBezTo>
                    <a:cubicBezTo>
                      <a:pt x="120" y="30"/>
                      <a:pt x="117" y="28"/>
                      <a:pt x="113" y="25"/>
                    </a:cubicBezTo>
                    <a:cubicBezTo>
                      <a:pt x="111" y="23"/>
                      <a:pt x="109" y="21"/>
                      <a:pt x="108" y="18"/>
                    </a:cubicBezTo>
                    <a:cubicBezTo>
                      <a:pt x="108" y="15"/>
                      <a:pt x="109" y="12"/>
                      <a:pt x="108" y="9"/>
                    </a:cubicBezTo>
                    <a:cubicBezTo>
                      <a:pt x="107" y="3"/>
                      <a:pt x="101" y="2"/>
                      <a:pt x="96" y="1"/>
                    </a:cubicBezTo>
                    <a:cubicBezTo>
                      <a:pt x="91" y="1"/>
                      <a:pt x="86" y="1"/>
                      <a:pt x="81" y="0"/>
                    </a:cubicBezTo>
                    <a:cubicBezTo>
                      <a:pt x="76" y="0"/>
                      <a:pt x="73" y="2"/>
                      <a:pt x="69" y="3"/>
                    </a:cubicBezTo>
                    <a:cubicBezTo>
                      <a:pt x="64" y="5"/>
                      <a:pt x="63" y="8"/>
                      <a:pt x="63" y="12"/>
                    </a:cubicBezTo>
                    <a:cubicBezTo>
                      <a:pt x="63" y="16"/>
                      <a:pt x="61" y="20"/>
                      <a:pt x="58" y="22"/>
                    </a:cubicBezTo>
                    <a:cubicBezTo>
                      <a:pt x="56" y="23"/>
                      <a:pt x="54" y="23"/>
                      <a:pt x="52" y="25"/>
                    </a:cubicBezTo>
                    <a:cubicBezTo>
                      <a:pt x="50" y="26"/>
                      <a:pt x="48" y="27"/>
                      <a:pt x="46" y="28"/>
                    </a:cubicBezTo>
                    <a:cubicBezTo>
                      <a:pt x="41" y="30"/>
                      <a:pt x="36" y="30"/>
                      <a:pt x="32" y="31"/>
                    </a:cubicBezTo>
                    <a:cubicBezTo>
                      <a:pt x="30" y="32"/>
                      <a:pt x="28" y="32"/>
                      <a:pt x="27" y="33"/>
                    </a:cubicBezTo>
                    <a:cubicBezTo>
                      <a:pt x="26" y="35"/>
                      <a:pt x="26" y="36"/>
                      <a:pt x="24" y="37"/>
                    </a:cubicBezTo>
                    <a:cubicBezTo>
                      <a:pt x="17" y="39"/>
                      <a:pt x="0" y="36"/>
                      <a:pt x="1" y="47"/>
                    </a:cubicBezTo>
                    <a:cubicBezTo>
                      <a:pt x="2" y="48"/>
                      <a:pt x="2" y="49"/>
                      <a:pt x="3" y="50"/>
                    </a:cubicBezTo>
                    <a:cubicBezTo>
                      <a:pt x="3" y="52"/>
                      <a:pt x="2" y="53"/>
                      <a:pt x="2" y="55"/>
                    </a:cubicBezTo>
                    <a:cubicBezTo>
                      <a:pt x="2" y="57"/>
                      <a:pt x="1" y="61"/>
                      <a:pt x="2" y="63"/>
                    </a:cubicBezTo>
                    <a:cubicBezTo>
                      <a:pt x="3" y="66"/>
                      <a:pt x="6" y="67"/>
                      <a:pt x="8" y="67"/>
                    </a:cubicBezTo>
                    <a:cubicBezTo>
                      <a:pt x="12" y="68"/>
                      <a:pt x="15" y="69"/>
                      <a:pt x="19" y="71"/>
                    </a:cubicBezTo>
                    <a:cubicBezTo>
                      <a:pt x="22" y="72"/>
                      <a:pt x="24" y="75"/>
                      <a:pt x="26" y="77"/>
                    </a:cubicBezTo>
                    <a:cubicBezTo>
                      <a:pt x="30" y="78"/>
                      <a:pt x="33" y="78"/>
                      <a:pt x="36" y="78"/>
                    </a:cubicBezTo>
                    <a:cubicBezTo>
                      <a:pt x="40" y="78"/>
                      <a:pt x="44" y="79"/>
                      <a:pt x="48" y="78"/>
                    </a:cubicBezTo>
                    <a:cubicBezTo>
                      <a:pt x="52" y="77"/>
                      <a:pt x="53" y="75"/>
                      <a:pt x="56" y="72"/>
                    </a:cubicBezTo>
                    <a:cubicBezTo>
                      <a:pt x="59" y="69"/>
                      <a:pt x="62" y="66"/>
                      <a:pt x="62" y="61"/>
                    </a:cubicBezTo>
                    <a:cubicBezTo>
                      <a:pt x="63" y="57"/>
                      <a:pt x="62" y="51"/>
                      <a:pt x="65" y="4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2" name="Freeform 2512">
                <a:extLst>
                  <a:ext uri="{FF2B5EF4-FFF2-40B4-BE49-F238E27FC236}">
                    <a16:creationId xmlns:a16="http://schemas.microsoft.com/office/drawing/2014/main" id="{3F52AA68-6A2A-E74F-84F4-711A74B24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3657"/>
                <a:ext cx="17" cy="10"/>
              </a:xfrm>
              <a:custGeom>
                <a:avLst/>
                <a:gdLst>
                  <a:gd name="T0" fmla="*/ 29 w 42"/>
                  <a:gd name="T1" fmla="*/ 20 h 25"/>
                  <a:gd name="T2" fmla="*/ 34 w 42"/>
                  <a:gd name="T3" fmla="*/ 14 h 25"/>
                  <a:gd name="T4" fmla="*/ 42 w 42"/>
                  <a:gd name="T5" fmla="*/ 9 h 25"/>
                  <a:gd name="T6" fmla="*/ 36 w 42"/>
                  <a:gd name="T7" fmla="*/ 2 h 25"/>
                  <a:gd name="T8" fmla="*/ 23 w 42"/>
                  <a:gd name="T9" fmla="*/ 3 h 25"/>
                  <a:gd name="T10" fmla="*/ 12 w 42"/>
                  <a:gd name="T11" fmla="*/ 6 h 25"/>
                  <a:gd name="T12" fmla="*/ 0 w 42"/>
                  <a:gd name="T13" fmla="*/ 16 h 25"/>
                  <a:gd name="T14" fmla="*/ 6 w 42"/>
                  <a:gd name="T15" fmla="*/ 23 h 25"/>
                  <a:gd name="T16" fmla="*/ 15 w 42"/>
                  <a:gd name="T17" fmla="*/ 25 h 25"/>
                  <a:gd name="T18" fmla="*/ 29 w 42"/>
                  <a:gd name="T1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25">
                    <a:moveTo>
                      <a:pt x="29" y="20"/>
                    </a:moveTo>
                    <a:cubicBezTo>
                      <a:pt x="31" y="17"/>
                      <a:pt x="31" y="15"/>
                      <a:pt x="34" y="14"/>
                    </a:cubicBezTo>
                    <a:cubicBezTo>
                      <a:pt x="38" y="13"/>
                      <a:pt x="41" y="13"/>
                      <a:pt x="42" y="9"/>
                    </a:cubicBezTo>
                    <a:cubicBezTo>
                      <a:pt x="42" y="5"/>
                      <a:pt x="40" y="3"/>
                      <a:pt x="36" y="2"/>
                    </a:cubicBezTo>
                    <a:cubicBezTo>
                      <a:pt x="32" y="0"/>
                      <a:pt x="28" y="2"/>
                      <a:pt x="23" y="3"/>
                    </a:cubicBezTo>
                    <a:cubicBezTo>
                      <a:pt x="20" y="4"/>
                      <a:pt x="16" y="4"/>
                      <a:pt x="12" y="6"/>
                    </a:cubicBezTo>
                    <a:cubicBezTo>
                      <a:pt x="6" y="9"/>
                      <a:pt x="0" y="7"/>
                      <a:pt x="0" y="16"/>
                    </a:cubicBezTo>
                    <a:cubicBezTo>
                      <a:pt x="0" y="20"/>
                      <a:pt x="1" y="22"/>
                      <a:pt x="6" y="23"/>
                    </a:cubicBezTo>
                    <a:cubicBezTo>
                      <a:pt x="9" y="23"/>
                      <a:pt x="12" y="25"/>
                      <a:pt x="15" y="25"/>
                    </a:cubicBezTo>
                    <a:cubicBezTo>
                      <a:pt x="20" y="24"/>
                      <a:pt x="26" y="24"/>
                      <a:pt x="29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3" name="Freeform 2513">
                <a:extLst>
                  <a:ext uri="{FF2B5EF4-FFF2-40B4-BE49-F238E27FC236}">
                    <a16:creationId xmlns:a16="http://schemas.microsoft.com/office/drawing/2014/main" id="{595AD1B4-9949-AC47-A694-2F851729F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3669"/>
                <a:ext cx="6" cy="7"/>
              </a:xfrm>
              <a:custGeom>
                <a:avLst/>
                <a:gdLst>
                  <a:gd name="T0" fmla="*/ 2 w 16"/>
                  <a:gd name="T1" fmla="*/ 11 h 17"/>
                  <a:gd name="T2" fmla="*/ 5 w 16"/>
                  <a:gd name="T3" fmla="*/ 5 h 17"/>
                  <a:gd name="T4" fmla="*/ 14 w 16"/>
                  <a:gd name="T5" fmla="*/ 4 h 17"/>
                  <a:gd name="T6" fmla="*/ 2 w 16"/>
                  <a:gd name="T7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2" y="11"/>
                    </a:moveTo>
                    <a:cubicBezTo>
                      <a:pt x="0" y="9"/>
                      <a:pt x="3" y="6"/>
                      <a:pt x="5" y="5"/>
                    </a:cubicBezTo>
                    <a:cubicBezTo>
                      <a:pt x="7" y="3"/>
                      <a:pt x="13" y="0"/>
                      <a:pt x="14" y="4"/>
                    </a:cubicBezTo>
                    <a:cubicBezTo>
                      <a:pt x="16" y="9"/>
                      <a:pt x="5" y="17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4" name="Freeform 2514">
                <a:extLst>
                  <a:ext uri="{FF2B5EF4-FFF2-40B4-BE49-F238E27FC236}">
                    <a16:creationId xmlns:a16="http://schemas.microsoft.com/office/drawing/2014/main" id="{87BCDB8C-4CB7-7A4F-95B7-0AD82B1D2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3673"/>
                <a:ext cx="6" cy="7"/>
              </a:xfrm>
              <a:custGeom>
                <a:avLst/>
                <a:gdLst>
                  <a:gd name="T0" fmla="*/ 14 w 15"/>
                  <a:gd name="T1" fmla="*/ 6 h 16"/>
                  <a:gd name="T2" fmla="*/ 14 w 15"/>
                  <a:gd name="T3" fmla="*/ 11 h 16"/>
                  <a:gd name="T4" fmla="*/ 9 w 15"/>
                  <a:gd name="T5" fmla="*/ 15 h 16"/>
                  <a:gd name="T6" fmla="*/ 4 w 15"/>
                  <a:gd name="T7" fmla="*/ 6 h 16"/>
                  <a:gd name="T8" fmla="*/ 14 w 15"/>
                  <a:gd name="T9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4" y="6"/>
                    </a:moveTo>
                    <a:cubicBezTo>
                      <a:pt x="15" y="8"/>
                      <a:pt x="15" y="10"/>
                      <a:pt x="14" y="11"/>
                    </a:cubicBezTo>
                    <a:cubicBezTo>
                      <a:pt x="13" y="12"/>
                      <a:pt x="10" y="15"/>
                      <a:pt x="9" y="15"/>
                    </a:cubicBezTo>
                    <a:cubicBezTo>
                      <a:pt x="5" y="16"/>
                      <a:pt x="0" y="8"/>
                      <a:pt x="4" y="6"/>
                    </a:cubicBezTo>
                    <a:cubicBezTo>
                      <a:pt x="8" y="3"/>
                      <a:pt x="12" y="0"/>
                      <a:pt x="1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5" name="Freeform 2515">
                <a:extLst>
                  <a:ext uri="{FF2B5EF4-FFF2-40B4-BE49-F238E27FC236}">
                    <a16:creationId xmlns:a16="http://schemas.microsoft.com/office/drawing/2014/main" id="{BF0809B8-6AD0-8042-95B4-B617B7D1A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3675"/>
                <a:ext cx="6" cy="6"/>
              </a:xfrm>
              <a:custGeom>
                <a:avLst/>
                <a:gdLst>
                  <a:gd name="T0" fmla="*/ 6 w 15"/>
                  <a:gd name="T1" fmla="*/ 12 h 16"/>
                  <a:gd name="T2" fmla="*/ 0 w 15"/>
                  <a:gd name="T3" fmla="*/ 7 h 16"/>
                  <a:gd name="T4" fmla="*/ 7 w 15"/>
                  <a:gd name="T5" fmla="*/ 1 h 16"/>
                  <a:gd name="T6" fmla="*/ 15 w 15"/>
                  <a:gd name="T7" fmla="*/ 10 h 16"/>
                  <a:gd name="T8" fmla="*/ 6 w 15"/>
                  <a:gd name="T9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6" y="12"/>
                    </a:moveTo>
                    <a:cubicBezTo>
                      <a:pt x="4" y="10"/>
                      <a:pt x="1" y="10"/>
                      <a:pt x="0" y="7"/>
                    </a:cubicBezTo>
                    <a:cubicBezTo>
                      <a:pt x="0" y="3"/>
                      <a:pt x="3" y="0"/>
                      <a:pt x="7" y="1"/>
                    </a:cubicBezTo>
                    <a:cubicBezTo>
                      <a:pt x="11" y="1"/>
                      <a:pt x="15" y="5"/>
                      <a:pt x="15" y="10"/>
                    </a:cubicBezTo>
                    <a:cubicBezTo>
                      <a:pt x="14" y="15"/>
                      <a:pt x="10" y="16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6" name="Freeform 2516">
                <a:extLst>
                  <a:ext uri="{FF2B5EF4-FFF2-40B4-BE49-F238E27FC236}">
                    <a16:creationId xmlns:a16="http://schemas.microsoft.com/office/drawing/2014/main" id="{DB0BF5FA-33BC-9943-AA2B-CFB198444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3512"/>
                <a:ext cx="257" cy="224"/>
              </a:xfrm>
              <a:custGeom>
                <a:avLst/>
                <a:gdLst>
                  <a:gd name="T0" fmla="*/ 624 w 633"/>
                  <a:gd name="T1" fmla="*/ 221 h 550"/>
                  <a:gd name="T2" fmla="*/ 605 w 633"/>
                  <a:gd name="T3" fmla="*/ 242 h 550"/>
                  <a:gd name="T4" fmla="*/ 577 w 633"/>
                  <a:gd name="T5" fmla="*/ 250 h 550"/>
                  <a:gd name="T6" fmla="*/ 563 w 633"/>
                  <a:gd name="T7" fmla="*/ 238 h 550"/>
                  <a:gd name="T8" fmla="*/ 546 w 633"/>
                  <a:gd name="T9" fmla="*/ 254 h 550"/>
                  <a:gd name="T10" fmla="*/ 532 w 633"/>
                  <a:gd name="T11" fmla="*/ 244 h 550"/>
                  <a:gd name="T12" fmla="*/ 525 w 633"/>
                  <a:gd name="T13" fmla="*/ 250 h 550"/>
                  <a:gd name="T14" fmla="*/ 502 w 633"/>
                  <a:gd name="T15" fmla="*/ 246 h 550"/>
                  <a:gd name="T16" fmla="*/ 453 w 633"/>
                  <a:gd name="T17" fmla="*/ 241 h 550"/>
                  <a:gd name="T18" fmla="*/ 422 w 633"/>
                  <a:gd name="T19" fmla="*/ 248 h 550"/>
                  <a:gd name="T20" fmla="*/ 402 w 633"/>
                  <a:gd name="T21" fmla="*/ 266 h 550"/>
                  <a:gd name="T22" fmla="*/ 374 w 633"/>
                  <a:gd name="T23" fmla="*/ 274 h 550"/>
                  <a:gd name="T24" fmla="*/ 348 w 633"/>
                  <a:gd name="T25" fmla="*/ 268 h 550"/>
                  <a:gd name="T26" fmla="*/ 299 w 633"/>
                  <a:gd name="T27" fmla="*/ 292 h 550"/>
                  <a:gd name="T28" fmla="*/ 296 w 633"/>
                  <a:gd name="T29" fmla="*/ 312 h 550"/>
                  <a:gd name="T30" fmla="*/ 280 w 633"/>
                  <a:gd name="T31" fmla="*/ 336 h 550"/>
                  <a:gd name="T32" fmla="*/ 265 w 633"/>
                  <a:gd name="T33" fmla="*/ 363 h 550"/>
                  <a:gd name="T34" fmla="*/ 244 w 633"/>
                  <a:gd name="T35" fmla="*/ 380 h 550"/>
                  <a:gd name="T36" fmla="*/ 219 w 633"/>
                  <a:gd name="T37" fmla="*/ 389 h 550"/>
                  <a:gd name="T38" fmla="*/ 189 w 633"/>
                  <a:gd name="T39" fmla="*/ 412 h 550"/>
                  <a:gd name="T40" fmla="*/ 165 w 633"/>
                  <a:gd name="T41" fmla="*/ 423 h 550"/>
                  <a:gd name="T42" fmla="*/ 149 w 633"/>
                  <a:gd name="T43" fmla="*/ 442 h 550"/>
                  <a:gd name="T44" fmla="*/ 131 w 633"/>
                  <a:gd name="T45" fmla="*/ 467 h 550"/>
                  <a:gd name="T46" fmla="*/ 86 w 633"/>
                  <a:gd name="T47" fmla="*/ 506 h 550"/>
                  <a:gd name="T48" fmla="*/ 51 w 633"/>
                  <a:gd name="T49" fmla="*/ 550 h 550"/>
                  <a:gd name="T50" fmla="*/ 65 w 633"/>
                  <a:gd name="T51" fmla="*/ 510 h 550"/>
                  <a:gd name="T52" fmla="*/ 61 w 633"/>
                  <a:gd name="T53" fmla="*/ 484 h 550"/>
                  <a:gd name="T54" fmla="*/ 59 w 633"/>
                  <a:gd name="T55" fmla="*/ 472 h 550"/>
                  <a:gd name="T56" fmla="*/ 83 w 633"/>
                  <a:gd name="T57" fmla="*/ 454 h 550"/>
                  <a:gd name="T58" fmla="*/ 112 w 633"/>
                  <a:gd name="T59" fmla="*/ 437 h 550"/>
                  <a:gd name="T60" fmla="*/ 130 w 633"/>
                  <a:gd name="T61" fmla="*/ 427 h 550"/>
                  <a:gd name="T62" fmla="*/ 144 w 633"/>
                  <a:gd name="T63" fmla="*/ 420 h 550"/>
                  <a:gd name="T64" fmla="*/ 158 w 633"/>
                  <a:gd name="T65" fmla="*/ 409 h 550"/>
                  <a:gd name="T66" fmla="*/ 165 w 633"/>
                  <a:gd name="T67" fmla="*/ 397 h 550"/>
                  <a:gd name="T68" fmla="*/ 147 w 633"/>
                  <a:gd name="T69" fmla="*/ 391 h 550"/>
                  <a:gd name="T70" fmla="*/ 110 w 633"/>
                  <a:gd name="T71" fmla="*/ 401 h 550"/>
                  <a:gd name="T72" fmla="*/ 96 w 633"/>
                  <a:gd name="T73" fmla="*/ 404 h 550"/>
                  <a:gd name="T74" fmla="*/ 73 w 633"/>
                  <a:gd name="T75" fmla="*/ 409 h 550"/>
                  <a:gd name="T76" fmla="*/ 44 w 633"/>
                  <a:gd name="T77" fmla="*/ 411 h 550"/>
                  <a:gd name="T78" fmla="*/ 15 w 633"/>
                  <a:gd name="T79" fmla="*/ 415 h 550"/>
                  <a:gd name="T80" fmla="*/ 2 w 633"/>
                  <a:gd name="T81" fmla="*/ 403 h 550"/>
                  <a:gd name="T82" fmla="*/ 52 w 633"/>
                  <a:gd name="T83" fmla="*/ 341 h 550"/>
                  <a:gd name="T84" fmla="*/ 44 w 633"/>
                  <a:gd name="T85" fmla="*/ 291 h 550"/>
                  <a:gd name="T86" fmla="*/ 46 w 633"/>
                  <a:gd name="T87" fmla="*/ 256 h 550"/>
                  <a:gd name="T88" fmla="*/ 100 w 633"/>
                  <a:gd name="T89" fmla="*/ 196 h 550"/>
                  <a:gd name="T90" fmla="*/ 53 w 633"/>
                  <a:gd name="T91" fmla="*/ 136 h 550"/>
                  <a:gd name="T92" fmla="*/ 93 w 633"/>
                  <a:gd name="T93" fmla="*/ 56 h 550"/>
                  <a:gd name="T94" fmla="*/ 295 w 633"/>
                  <a:gd name="T95" fmla="*/ 41 h 550"/>
                  <a:gd name="T96" fmla="*/ 391 w 633"/>
                  <a:gd name="T97" fmla="*/ 28 h 550"/>
                  <a:gd name="T98" fmla="*/ 385 w 633"/>
                  <a:gd name="T99" fmla="*/ 39 h 550"/>
                  <a:gd name="T100" fmla="*/ 410 w 633"/>
                  <a:gd name="T101" fmla="*/ 105 h 550"/>
                  <a:gd name="T102" fmla="*/ 487 w 633"/>
                  <a:gd name="T103" fmla="*/ 141 h 550"/>
                  <a:gd name="T104" fmla="*/ 543 w 633"/>
                  <a:gd name="T105" fmla="*/ 158 h 550"/>
                  <a:gd name="T106" fmla="*/ 577 w 633"/>
                  <a:gd name="T107" fmla="*/ 171 h 550"/>
                  <a:gd name="T108" fmla="*/ 625 w 633"/>
                  <a:gd name="T109" fmla="*/ 172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33" h="550">
                    <a:moveTo>
                      <a:pt x="629" y="190"/>
                    </a:moveTo>
                    <a:cubicBezTo>
                      <a:pt x="629" y="193"/>
                      <a:pt x="630" y="196"/>
                      <a:pt x="630" y="198"/>
                    </a:cubicBezTo>
                    <a:cubicBezTo>
                      <a:pt x="630" y="201"/>
                      <a:pt x="627" y="203"/>
                      <a:pt x="627" y="205"/>
                    </a:cubicBezTo>
                    <a:cubicBezTo>
                      <a:pt x="627" y="208"/>
                      <a:pt x="627" y="212"/>
                      <a:pt x="627" y="215"/>
                    </a:cubicBezTo>
                    <a:cubicBezTo>
                      <a:pt x="627" y="217"/>
                      <a:pt x="626" y="219"/>
                      <a:pt x="624" y="221"/>
                    </a:cubicBezTo>
                    <a:cubicBezTo>
                      <a:pt x="622" y="221"/>
                      <a:pt x="621" y="222"/>
                      <a:pt x="621" y="224"/>
                    </a:cubicBezTo>
                    <a:cubicBezTo>
                      <a:pt x="620" y="226"/>
                      <a:pt x="619" y="228"/>
                      <a:pt x="617" y="228"/>
                    </a:cubicBezTo>
                    <a:cubicBezTo>
                      <a:pt x="615" y="228"/>
                      <a:pt x="611" y="228"/>
                      <a:pt x="612" y="231"/>
                    </a:cubicBezTo>
                    <a:cubicBezTo>
                      <a:pt x="612" y="233"/>
                      <a:pt x="615" y="233"/>
                      <a:pt x="614" y="235"/>
                    </a:cubicBezTo>
                    <a:cubicBezTo>
                      <a:pt x="614" y="241"/>
                      <a:pt x="609" y="241"/>
                      <a:pt x="605" y="242"/>
                    </a:cubicBezTo>
                    <a:cubicBezTo>
                      <a:pt x="603" y="242"/>
                      <a:pt x="601" y="243"/>
                      <a:pt x="599" y="243"/>
                    </a:cubicBezTo>
                    <a:cubicBezTo>
                      <a:pt x="597" y="243"/>
                      <a:pt x="596" y="245"/>
                      <a:pt x="594" y="246"/>
                    </a:cubicBezTo>
                    <a:cubicBezTo>
                      <a:pt x="592" y="247"/>
                      <a:pt x="592" y="250"/>
                      <a:pt x="590" y="251"/>
                    </a:cubicBezTo>
                    <a:cubicBezTo>
                      <a:pt x="588" y="253"/>
                      <a:pt x="584" y="252"/>
                      <a:pt x="582" y="253"/>
                    </a:cubicBezTo>
                    <a:cubicBezTo>
                      <a:pt x="579" y="253"/>
                      <a:pt x="579" y="252"/>
                      <a:pt x="577" y="250"/>
                    </a:cubicBezTo>
                    <a:cubicBezTo>
                      <a:pt x="576" y="249"/>
                      <a:pt x="574" y="248"/>
                      <a:pt x="573" y="245"/>
                    </a:cubicBezTo>
                    <a:cubicBezTo>
                      <a:pt x="572" y="244"/>
                      <a:pt x="573" y="242"/>
                      <a:pt x="572" y="240"/>
                    </a:cubicBezTo>
                    <a:cubicBezTo>
                      <a:pt x="570" y="239"/>
                      <a:pt x="568" y="238"/>
                      <a:pt x="567" y="236"/>
                    </a:cubicBezTo>
                    <a:cubicBezTo>
                      <a:pt x="566" y="235"/>
                      <a:pt x="566" y="231"/>
                      <a:pt x="564" y="231"/>
                    </a:cubicBezTo>
                    <a:cubicBezTo>
                      <a:pt x="561" y="232"/>
                      <a:pt x="562" y="236"/>
                      <a:pt x="563" y="238"/>
                    </a:cubicBezTo>
                    <a:cubicBezTo>
                      <a:pt x="563" y="240"/>
                      <a:pt x="561" y="241"/>
                      <a:pt x="562" y="242"/>
                    </a:cubicBezTo>
                    <a:cubicBezTo>
                      <a:pt x="562" y="244"/>
                      <a:pt x="565" y="245"/>
                      <a:pt x="566" y="246"/>
                    </a:cubicBezTo>
                    <a:cubicBezTo>
                      <a:pt x="566" y="247"/>
                      <a:pt x="567" y="248"/>
                      <a:pt x="567" y="249"/>
                    </a:cubicBezTo>
                    <a:cubicBezTo>
                      <a:pt x="562" y="251"/>
                      <a:pt x="558" y="254"/>
                      <a:pt x="552" y="254"/>
                    </a:cubicBezTo>
                    <a:cubicBezTo>
                      <a:pt x="550" y="254"/>
                      <a:pt x="548" y="254"/>
                      <a:pt x="546" y="254"/>
                    </a:cubicBezTo>
                    <a:cubicBezTo>
                      <a:pt x="544" y="254"/>
                      <a:pt x="542" y="254"/>
                      <a:pt x="539" y="254"/>
                    </a:cubicBezTo>
                    <a:cubicBezTo>
                      <a:pt x="538" y="254"/>
                      <a:pt x="536" y="253"/>
                      <a:pt x="535" y="251"/>
                    </a:cubicBezTo>
                    <a:cubicBezTo>
                      <a:pt x="535" y="251"/>
                      <a:pt x="535" y="250"/>
                      <a:pt x="535" y="250"/>
                    </a:cubicBezTo>
                    <a:cubicBezTo>
                      <a:pt x="535" y="249"/>
                      <a:pt x="535" y="248"/>
                      <a:pt x="534" y="247"/>
                    </a:cubicBezTo>
                    <a:cubicBezTo>
                      <a:pt x="534" y="245"/>
                      <a:pt x="533" y="245"/>
                      <a:pt x="532" y="244"/>
                    </a:cubicBezTo>
                    <a:cubicBezTo>
                      <a:pt x="530" y="243"/>
                      <a:pt x="530" y="241"/>
                      <a:pt x="529" y="240"/>
                    </a:cubicBezTo>
                    <a:cubicBezTo>
                      <a:pt x="528" y="238"/>
                      <a:pt x="527" y="235"/>
                      <a:pt x="525" y="233"/>
                    </a:cubicBezTo>
                    <a:cubicBezTo>
                      <a:pt x="522" y="231"/>
                      <a:pt x="522" y="237"/>
                      <a:pt x="524" y="239"/>
                    </a:cubicBezTo>
                    <a:cubicBezTo>
                      <a:pt x="525" y="240"/>
                      <a:pt x="527" y="242"/>
                      <a:pt x="527" y="245"/>
                    </a:cubicBezTo>
                    <a:cubicBezTo>
                      <a:pt x="527" y="247"/>
                      <a:pt x="526" y="248"/>
                      <a:pt x="525" y="250"/>
                    </a:cubicBezTo>
                    <a:cubicBezTo>
                      <a:pt x="524" y="251"/>
                      <a:pt x="524" y="252"/>
                      <a:pt x="523" y="253"/>
                    </a:cubicBezTo>
                    <a:cubicBezTo>
                      <a:pt x="522" y="255"/>
                      <a:pt x="518" y="253"/>
                      <a:pt x="517" y="252"/>
                    </a:cubicBezTo>
                    <a:cubicBezTo>
                      <a:pt x="514" y="250"/>
                      <a:pt x="511" y="249"/>
                      <a:pt x="509" y="248"/>
                    </a:cubicBezTo>
                    <a:cubicBezTo>
                      <a:pt x="507" y="247"/>
                      <a:pt x="505" y="247"/>
                      <a:pt x="504" y="247"/>
                    </a:cubicBezTo>
                    <a:cubicBezTo>
                      <a:pt x="503" y="247"/>
                      <a:pt x="503" y="246"/>
                      <a:pt x="502" y="246"/>
                    </a:cubicBezTo>
                    <a:cubicBezTo>
                      <a:pt x="501" y="244"/>
                      <a:pt x="499" y="244"/>
                      <a:pt x="498" y="243"/>
                    </a:cubicBezTo>
                    <a:cubicBezTo>
                      <a:pt x="494" y="241"/>
                      <a:pt x="490" y="241"/>
                      <a:pt x="486" y="241"/>
                    </a:cubicBezTo>
                    <a:cubicBezTo>
                      <a:pt x="482" y="242"/>
                      <a:pt x="477" y="241"/>
                      <a:pt x="472" y="242"/>
                    </a:cubicBezTo>
                    <a:cubicBezTo>
                      <a:pt x="467" y="242"/>
                      <a:pt x="463" y="241"/>
                      <a:pt x="458" y="241"/>
                    </a:cubicBezTo>
                    <a:cubicBezTo>
                      <a:pt x="456" y="241"/>
                      <a:pt x="455" y="241"/>
                      <a:pt x="453" y="241"/>
                    </a:cubicBezTo>
                    <a:cubicBezTo>
                      <a:pt x="451" y="241"/>
                      <a:pt x="449" y="242"/>
                      <a:pt x="447" y="241"/>
                    </a:cubicBezTo>
                    <a:cubicBezTo>
                      <a:pt x="443" y="241"/>
                      <a:pt x="440" y="242"/>
                      <a:pt x="436" y="242"/>
                    </a:cubicBezTo>
                    <a:cubicBezTo>
                      <a:pt x="434" y="242"/>
                      <a:pt x="433" y="241"/>
                      <a:pt x="431" y="242"/>
                    </a:cubicBezTo>
                    <a:cubicBezTo>
                      <a:pt x="429" y="242"/>
                      <a:pt x="427" y="243"/>
                      <a:pt x="426" y="244"/>
                    </a:cubicBezTo>
                    <a:cubicBezTo>
                      <a:pt x="424" y="245"/>
                      <a:pt x="423" y="247"/>
                      <a:pt x="422" y="248"/>
                    </a:cubicBezTo>
                    <a:cubicBezTo>
                      <a:pt x="420" y="248"/>
                      <a:pt x="419" y="249"/>
                      <a:pt x="418" y="250"/>
                    </a:cubicBezTo>
                    <a:cubicBezTo>
                      <a:pt x="416" y="251"/>
                      <a:pt x="414" y="252"/>
                      <a:pt x="413" y="253"/>
                    </a:cubicBezTo>
                    <a:cubicBezTo>
                      <a:pt x="411" y="254"/>
                      <a:pt x="409" y="255"/>
                      <a:pt x="408" y="257"/>
                    </a:cubicBezTo>
                    <a:cubicBezTo>
                      <a:pt x="407" y="258"/>
                      <a:pt x="406" y="259"/>
                      <a:pt x="406" y="261"/>
                    </a:cubicBezTo>
                    <a:cubicBezTo>
                      <a:pt x="405" y="263"/>
                      <a:pt x="403" y="264"/>
                      <a:pt x="402" y="266"/>
                    </a:cubicBezTo>
                    <a:cubicBezTo>
                      <a:pt x="400" y="268"/>
                      <a:pt x="400" y="269"/>
                      <a:pt x="399" y="271"/>
                    </a:cubicBezTo>
                    <a:cubicBezTo>
                      <a:pt x="399" y="273"/>
                      <a:pt x="398" y="274"/>
                      <a:pt x="396" y="274"/>
                    </a:cubicBezTo>
                    <a:cubicBezTo>
                      <a:pt x="395" y="275"/>
                      <a:pt x="393" y="276"/>
                      <a:pt x="391" y="277"/>
                    </a:cubicBezTo>
                    <a:cubicBezTo>
                      <a:pt x="388" y="277"/>
                      <a:pt x="385" y="277"/>
                      <a:pt x="382" y="277"/>
                    </a:cubicBezTo>
                    <a:cubicBezTo>
                      <a:pt x="379" y="276"/>
                      <a:pt x="376" y="276"/>
                      <a:pt x="374" y="274"/>
                    </a:cubicBezTo>
                    <a:cubicBezTo>
                      <a:pt x="372" y="273"/>
                      <a:pt x="371" y="273"/>
                      <a:pt x="369" y="272"/>
                    </a:cubicBezTo>
                    <a:cubicBezTo>
                      <a:pt x="368" y="271"/>
                      <a:pt x="367" y="270"/>
                      <a:pt x="365" y="269"/>
                    </a:cubicBezTo>
                    <a:cubicBezTo>
                      <a:pt x="364" y="268"/>
                      <a:pt x="362" y="268"/>
                      <a:pt x="360" y="267"/>
                    </a:cubicBezTo>
                    <a:cubicBezTo>
                      <a:pt x="358" y="266"/>
                      <a:pt x="355" y="265"/>
                      <a:pt x="353" y="265"/>
                    </a:cubicBezTo>
                    <a:cubicBezTo>
                      <a:pt x="350" y="265"/>
                      <a:pt x="349" y="267"/>
                      <a:pt x="348" y="268"/>
                    </a:cubicBezTo>
                    <a:cubicBezTo>
                      <a:pt x="343" y="272"/>
                      <a:pt x="338" y="273"/>
                      <a:pt x="333" y="274"/>
                    </a:cubicBezTo>
                    <a:cubicBezTo>
                      <a:pt x="330" y="275"/>
                      <a:pt x="326" y="277"/>
                      <a:pt x="324" y="279"/>
                    </a:cubicBezTo>
                    <a:cubicBezTo>
                      <a:pt x="322" y="280"/>
                      <a:pt x="320" y="281"/>
                      <a:pt x="317" y="282"/>
                    </a:cubicBezTo>
                    <a:cubicBezTo>
                      <a:pt x="314" y="283"/>
                      <a:pt x="310" y="284"/>
                      <a:pt x="306" y="286"/>
                    </a:cubicBezTo>
                    <a:cubicBezTo>
                      <a:pt x="304" y="287"/>
                      <a:pt x="301" y="289"/>
                      <a:pt x="299" y="292"/>
                    </a:cubicBezTo>
                    <a:cubicBezTo>
                      <a:pt x="298" y="293"/>
                      <a:pt x="298" y="295"/>
                      <a:pt x="297" y="296"/>
                    </a:cubicBezTo>
                    <a:cubicBezTo>
                      <a:pt x="297" y="298"/>
                      <a:pt x="296" y="299"/>
                      <a:pt x="296" y="301"/>
                    </a:cubicBezTo>
                    <a:cubicBezTo>
                      <a:pt x="296" y="302"/>
                      <a:pt x="297" y="303"/>
                      <a:pt x="297" y="304"/>
                    </a:cubicBezTo>
                    <a:cubicBezTo>
                      <a:pt x="297" y="305"/>
                      <a:pt x="297" y="306"/>
                      <a:pt x="297" y="307"/>
                    </a:cubicBezTo>
                    <a:cubicBezTo>
                      <a:pt x="297" y="309"/>
                      <a:pt x="297" y="310"/>
                      <a:pt x="296" y="312"/>
                    </a:cubicBezTo>
                    <a:cubicBezTo>
                      <a:pt x="295" y="313"/>
                      <a:pt x="295" y="314"/>
                      <a:pt x="295" y="315"/>
                    </a:cubicBezTo>
                    <a:cubicBezTo>
                      <a:pt x="295" y="317"/>
                      <a:pt x="294" y="319"/>
                      <a:pt x="293" y="321"/>
                    </a:cubicBezTo>
                    <a:cubicBezTo>
                      <a:pt x="292" y="323"/>
                      <a:pt x="291" y="325"/>
                      <a:pt x="290" y="326"/>
                    </a:cubicBezTo>
                    <a:cubicBezTo>
                      <a:pt x="288" y="328"/>
                      <a:pt x="285" y="329"/>
                      <a:pt x="284" y="331"/>
                    </a:cubicBezTo>
                    <a:cubicBezTo>
                      <a:pt x="282" y="332"/>
                      <a:pt x="281" y="334"/>
                      <a:pt x="280" y="336"/>
                    </a:cubicBezTo>
                    <a:cubicBezTo>
                      <a:pt x="278" y="337"/>
                      <a:pt x="278" y="340"/>
                      <a:pt x="277" y="342"/>
                    </a:cubicBezTo>
                    <a:cubicBezTo>
                      <a:pt x="275" y="345"/>
                      <a:pt x="274" y="348"/>
                      <a:pt x="273" y="351"/>
                    </a:cubicBezTo>
                    <a:cubicBezTo>
                      <a:pt x="272" y="353"/>
                      <a:pt x="271" y="355"/>
                      <a:pt x="270" y="357"/>
                    </a:cubicBezTo>
                    <a:cubicBezTo>
                      <a:pt x="269" y="358"/>
                      <a:pt x="268" y="360"/>
                      <a:pt x="267" y="361"/>
                    </a:cubicBezTo>
                    <a:cubicBezTo>
                      <a:pt x="266" y="361"/>
                      <a:pt x="265" y="362"/>
                      <a:pt x="265" y="363"/>
                    </a:cubicBezTo>
                    <a:cubicBezTo>
                      <a:pt x="264" y="363"/>
                      <a:pt x="263" y="363"/>
                      <a:pt x="262" y="363"/>
                    </a:cubicBezTo>
                    <a:cubicBezTo>
                      <a:pt x="260" y="364"/>
                      <a:pt x="258" y="365"/>
                      <a:pt x="258" y="367"/>
                    </a:cubicBezTo>
                    <a:cubicBezTo>
                      <a:pt x="257" y="369"/>
                      <a:pt x="255" y="371"/>
                      <a:pt x="253" y="373"/>
                    </a:cubicBezTo>
                    <a:cubicBezTo>
                      <a:pt x="251" y="375"/>
                      <a:pt x="249" y="376"/>
                      <a:pt x="247" y="378"/>
                    </a:cubicBezTo>
                    <a:cubicBezTo>
                      <a:pt x="246" y="378"/>
                      <a:pt x="245" y="379"/>
                      <a:pt x="244" y="380"/>
                    </a:cubicBezTo>
                    <a:cubicBezTo>
                      <a:pt x="243" y="380"/>
                      <a:pt x="242" y="381"/>
                      <a:pt x="241" y="382"/>
                    </a:cubicBezTo>
                    <a:cubicBezTo>
                      <a:pt x="239" y="383"/>
                      <a:pt x="238" y="385"/>
                      <a:pt x="235" y="386"/>
                    </a:cubicBezTo>
                    <a:cubicBezTo>
                      <a:pt x="234" y="387"/>
                      <a:pt x="232" y="387"/>
                      <a:pt x="231" y="388"/>
                    </a:cubicBezTo>
                    <a:cubicBezTo>
                      <a:pt x="229" y="388"/>
                      <a:pt x="228" y="388"/>
                      <a:pt x="226" y="388"/>
                    </a:cubicBezTo>
                    <a:cubicBezTo>
                      <a:pt x="224" y="388"/>
                      <a:pt x="221" y="388"/>
                      <a:pt x="219" y="389"/>
                    </a:cubicBezTo>
                    <a:cubicBezTo>
                      <a:pt x="217" y="391"/>
                      <a:pt x="215" y="394"/>
                      <a:pt x="213" y="397"/>
                    </a:cubicBezTo>
                    <a:cubicBezTo>
                      <a:pt x="211" y="400"/>
                      <a:pt x="208" y="402"/>
                      <a:pt x="205" y="404"/>
                    </a:cubicBezTo>
                    <a:cubicBezTo>
                      <a:pt x="202" y="406"/>
                      <a:pt x="200" y="408"/>
                      <a:pt x="197" y="410"/>
                    </a:cubicBezTo>
                    <a:cubicBezTo>
                      <a:pt x="196" y="411"/>
                      <a:pt x="195" y="411"/>
                      <a:pt x="194" y="411"/>
                    </a:cubicBezTo>
                    <a:cubicBezTo>
                      <a:pt x="192" y="412"/>
                      <a:pt x="191" y="412"/>
                      <a:pt x="189" y="412"/>
                    </a:cubicBezTo>
                    <a:cubicBezTo>
                      <a:pt x="187" y="413"/>
                      <a:pt x="185" y="412"/>
                      <a:pt x="184" y="413"/>
                    </a:cubicBezTo>
                    <a:cubicBezTo>
                      <a:pt x="182" y="414"/>
                      <a:pt x="181" y="415"/>
                      <a:pt x="179" y="416"/>
                    </a:cubicBezTo>
                    <a:cubicBezTo>
                      <a:pt x="178" y="417"/>
                      <a:pt x="177" y="417"/>
                      <a:pt x="176" y="418"/>
                    </a:cubicBezTo>
                    <a:cubicBezTo>
                      <a:pt x="175" y="419"/>
                      <a:pt x="174" y="420"/>
                      <a:pt x="173" y="421"/>
                    </a:cubicBezTo>
                    <a:cubicBezTo>
                      <a:pt x="170" y="423"/>
                      <a:pt x="168" y="423"/>
                      <a:pt x="165" y="423"/>
                    </a:cubicBezTo>
                    <a:cubicBezTo>
                      <a:pt x="163" y="424"/>
                      <a:pt x="161" y="426"/>
                      <a:pt x="159" y="427"/>
                    </a:cubicBezTo>
                    <a:cubicBezTo>
                      <a:pt x="158" y="428"/>
                      <a:pt x="157" y="430"/>
                      <a:pt x="156" y="432"/>
                    </a:cubicBezTo>
                    <a:cubicBezTo>
                      <a:pt x="156" y="433"/>
                      <a:pt x="155" y="434"/>
                      <a:pt x="155" y="436"/>
                    </a:cubicBezTo>
                    <a:cubicBezTo>
                      <a:pt x="154" y="437"/>
                      <a:pt x="153" y="438"/>
                      <a:pt x="152" y="439"/>
                    </a:cubicBezTo>
                    <a:cubicBezTo>
                      <a:pt x="151" y="440"/>
                      <a:pt x="150" y="441"/>
                      <a:pt x="149" y="442"/>
                    </a:cubicBezTo>
                    <a:cubicBezTo>
                      <a:pt x="148" y="442"/>
                      <a:pt x="147" y="443"/>
                      <a:pt x="146" y="444"/>
                    </a:cubicBezTo>
                    <a:cubicBezTo>
                      <a:pt x="145" y="444"/>
                      <a:pt x="144" y="444"/>
                      <a:pt x="143" y="445"/>
                    </a:cubicBezTo>
                    <a:cubicBezTo>
                      <a:pt x="141" y="446"/>
                      <a:pt x="140" y="448"/>
                      <a:pt x="138" y="449"/>
                    </a:cubicBezTo>
                    <a:cubicBezTo>
                      <a:pt x="136" y="451"/>
                      <a:pt x="135" y="453"/>
                      <a:pt x="135" y="456"/>
                    </a:cubicBezTo>
                    <a:cubicBezTo>
                      <a:pt x="134" y="460"/>
                      <a:pt x="133" y="464"/>
                      <a:pt x="131" y="467"/>
                    </a:cubicBezTo>
                    <a:cubicBezTo>
                      <a:pt x="129" y="471"/>
                      <a:pt x="127" y="474"/>
                      <a:pt x="124" y="476"/>
                    </a:cubicBezTo>
                    <a:cubicBezTo>
                      <a:pt x="119" y="480"/>
                      <a:pt x="112" y="481"/>
                      <a:pt x="108" y="487"/>
                    </a:cubicBezTo>
                    <a:cubicBezTo>
                      <a:pt x="105" y="490"/>
                      <a:pt x="104" y="493"/>
                      <a:pt x="102" y="496"/>
                    </a:cubicBezTo>
                    <a:cubicBezTo>
                      <a:pt x="100" y="499"/>
                      <a:pt x="97" y="500"/>
                      <a:pt x="94" y="502"/>
                    </a:cubicBezTo>
                    <a:cubicBezTo>
                      <a:pt x="91" y="503"/>
                      <a:pt x="87" y="503"/>
                      <a:pt x="86" y="506"/>
                    </a:cubicBezTo>
                    <a:cubicBezTo>
                      <a:pt x="84" y="509"/>
                      <a:pt x="84" y="513"/>
                      <a:pt x="84" y="517"/>
                    </a:cubicBezTo>
                    <a:cubicBezTo>
                      <a:pt x="84" y="521"/>
                      <a:pt x="83" y="524"/>
                      <a:pt x="80" y="528"/>
                    </a:cubicBezTo>
                    <a:cubicBezTo>
                      <a:pt x="78" y="531"/>
                      <a:pt x="74" y="533"/>
                      <a:pt x="72" y="537"/>
                    </a:cubicBezTo>
                    <a:cubicBezTo>
                      <a:pt x="69" y="540"/>
                      <a:pt x="66" y="543"/>
                      <a:pt x="63" y="546"/>
                    </a:cubicBezTo>
                    <a:cubicBezTo>
                      <a:pt x="59" y="548"/>
                      <a:pt x="55" y="550"/>
                      <a:pt x="51" y="550"/>
                    </a:cubicBezTo>
                    <a:cubicBezTo>
                      <a:pt x="48" y="550"/>
                      <a:pt x="45" y="549"/>
                      <a:pt x="46" y="546"/>
                    </a:cubicBezTo>
                    <a:cubicBezTo>
                      <a:pt x="47" y="543"/>
                      <a:pt x="49" y="539"/>
                      <a:pt x="51" y="536"/>
                    </a:cubicBezTo>
                    <a:cubicBezTo>
                      <a:pt x="52" y="533"/>
                      <a:pt x="53" y="530"/>
                      <a:pt x="55" y="527"/>
                    </a:cubicBezTo>
                    <a:cubicBezTo>
                      <a:pt x="56" y="525"/>
                      <a:pt x="58" y="522"/>
                      <a:pt x="60" y="520"/>
                    </a:cubicBezTo>
                    <a:cubicBezTo>
                      <a:pt x="62" y="517"/>
                      <a:pt x="64" y="513"/>
                      <a:pt x="65" y="510"/>
                    </a:cubicBezTo>
                    <a:cubicBezTo>
                      <a:pt x="65" y="506"/>
                      <a:pt x="63" y="503"/>
                      <a:pt x="61" y="500"/>
                    </a:cubicBezTo>
                    <a:cubicBezTo>
                      <a:pt x="60" y="498"/>
                      <a:pt x="58" y="495"/>
                      <a:pt x="57" y="492"/>
                    </a:cubicBezTo>
                    <a:cubicBezTo>
                      <a:pt x="57" y="491"/>
                      <a:pt x="57" y="489"/>
                      <a:pt x="58" y="488"/>
                    </a:cubicBezTo>
                    <a:cubicBezTo>
                      <a:pt x="59" y="486"/>
                      <a:pt x="60" y="486"/>
                      <a:pt x="61" y="484"/>
                    </a:cubicBezTo>
                    <a:cubicBezTo>
                      <a:pt x="61" y="484"/>
                      <a:pt x="61" y="484"/>
                      <a:pt x="61" y="484"/>
                    </a:cubicBezTo>
                    <a:cubicBezTo>
                      <a:pt x="62" y="483"/>
                      <a:pt x="62" y="483"/>
                      <a:pt x="62" y="482"/>
                    </a:cubicBezTo>
                    <a:cubicBezTo>
                      <a:pt x="62" y="481"/>
                      <a:pt x="62" y="481"/>
                      <a:pt x="61" y="481"/>
                    </a:cubicBezTo>
                    <a:cubicBezTo>
                      <a:pt x="60" y="480"/>
                      <a:pt x="58" y="480"/>
                      <a:pt x="57" y="479"/>
                    </a:cubicBezTo>
                    <a:cubicBezTo>
                      <a:pt x="56" y="478"/>
                      <a:pt x="56" y="476"/>
                      <a:pt x="56" y="475"/>
                    </a:cubicBezTo>
                    <a:cubicBezTo>
                      <a:pt x="56" y="473"/>
                      <a:pt x="57" y="473"/>
                      <a:pt x="59" y="472"/>
                    </a:cubicBezTo>
                    <a:cubicBezTo>
                      <a:pt x="60" y="472"/>
                      <a:pt x="60" y="471"/>
                      <a:pt x="61" y="470"/>
                    </a:cubicBezTo>
                    <a:cubicBezTo>
                      <a:pt x="61" y="469"/>
                      <a:pt x="62" y="468"/>
                      <a:pt x="63" y="467"/>
                    </a:cubicBezTo>
                    <a:cubicBezTo>
                      <a:pt x="64" y="467"/>
                      <a:pt x="65" y="466"/>
                      <a:pt x="66" y="465"/>
                    </a:cubicBezTo>
                    <a:cubicBezTo>
                      <a:pt x="69" y="463"/>
                      <a:pt x="72" y="462"/>
                      <a:pt x="75" y="460"/>
                    </a:cubicBezTo>
                    <a:cubicBezTo>
                      <a:pt x="78" y="458"/>
                      <a:pt x="80" y="455"/>
                      <a:pt x="83" y="454"/>
                    </a:cubicBezTo>
                    <a:cubicBezTo>
                      <a:pt x="87" y="452"/>
                      <a:pt x="91" y="450"/>
                      <a:pt x="95" y="448"/>
                    </a:cubicBezTo>
                    <a:cubicBezTo>
                      <a:pt x="96" y="447"/>
                      <a:pt x="98" y="446"/>
                      <a:pt x="99" y="446"/>
                    </a:cubicBezTo>
                    <a:cubicBezTo>
                      <a:pt x="101" y="445"/>
                      <a:pt x="102" y="445"/>
                      <a:pt x="103" y="444"/>
                    </a:cubicBezTo>
                    <a:cubicBezTo>
                      <a:pt x="104" y="443"/>
                      <a:pt x="105" y="442"/>
                      <a:pt x="106" y="441"/>
                    </a:cubicBezTo>
                    <a:cubicBezTo>
                      <a:pt x="108" y="439"/>
                      <a:pt x="110" y="439"/>
                      <a:pt x="112" y="437"/>
                    </a:cubicBezTo>
                    <a:cubicBezTo>
                      <a:pt x="113" y="436"/>
                      <a:pt x="115" y="435"/>
                      <a:pt x="117" y="434"/>
                    </a:cubicBezTo>
                    <a:cubicBezTo>
                      <a:pt x="117" y="434"/>
                      <a:pt x="118" y="433"/>
                      <a:pt x="119" y="433"/>
                    </a:cubicBezTo>
                    <a:cubicBezTo>
                      <a:pt x="120" y="432"/>
                      <a:pt x="121" y="431"/>
                      <a:pt x="123" y="430"/>
                    </a:cubicBezTo>
                    <a:cubicBezTo>
                      <a:pt x="124" y="429"/>
                      <a:pt x="126" y="429"/>
                      <a:pt x="128" y="429"/>
                    </a:cubicBezTo>
                    <a:cubicBezTo>
                      <a:pt x="128" y="428"/>
                      <a:pt x="129" y="427"/>
                      <a:pt x="130" y="427"/>
                    </a:cubicBezTo>
                    <a:cubicBezTo>
                      <a:pt x="131" y="426"/>
                      <a:pt x="132" y="426"/>
                      <a:pt x="133" y="426"/>
                    </a:cubicBezTo>
                    <a:cubicBezTo>
                      <a:pt x="134" y="425"/>
                      <a:pt x="135" y="425"/>
                      <a:pt x="137" y="425"/>
                    </a:cubicBezTo>
                    <a:cubicBezTo>
                      <a:pt x="138" y="425"/>
                      <a:pt x="139" y="424"/>
                      <a:pt x="140" y="424"/>
                    </a:cubicBezTo>
                    <a:cubicBezTo>
                      <a:pt x="141" y="423"/>
                      <a:pt x="141" y="422"/>
                      <a:pt x="142" y="421"/>
                    </a:cubicBezTo>
                    <a:cubicBezTo>
                      <a:pt x="142" y="420"/>
                      <a:pt x="143" y="420"/>
                      <a:pt x="144" y="420"/>
                    </a:cubicBezTo>
                    <a:cubicBezTo>
                      <a:pt x="146" y="420"/>
                      <a:pt x="146" y="420"/>
                      <a:pt x="147" y="419"/>
                    </a:cubicBezTo>
                    <a:cubicBezTo>
                      <a:pt x="149" y="417"/>
                      <a:pt x="147" y="414"/>
                      <a:pt x="148" y="412"/>
                    </a:cubicBezTo>
                    <a:cubicBezTo>
                      <a:pt x="149" y="410"/>
                      <a:pt x="149" y="410"/>
                      <a:pt x="151" y="410"/>
                    </a:cubicBezTo>
                    <a:cubicBezTo>
                      <a:pt x="152" y="409"/>
                      <a:pt x="152" y="409"/>
                      <a:pt x="153" y="408"/>
                    </a:cubicBezTo>
                    <a:cubicBezTo>
                      <a:pt x="155" y="407"/>
                      <a:pt x="157" y="408"/>
                      <a:pt x="158" y="409"/>
                    </a:cubicBezTo>
                    <a:cubicBezTo>
                      <a:pt x="159" y="410"/>
                      <a:pt x="160" y="411"/>
                      <a:pt x="161" y="411"/>
                    </a:cubicBezTo>
                    <a:cubicBezTo>
                      <a:pt x="162" y="411"/>
                      <a:pt x="163" y="410"/>
                      <a:pt x="163" y="409"/>
                    </a:cubicBezTo>
                    <a:cubicBezTo>
                      <a:pt x="163" y="407"/>
                      <a:pt x="162" y="405"/>
                      <a:pt x="163" y="403"/>
                    </a:cubicBezTo>
                    <a:cubicBezTo>
                      <a:pt x="164" y="402"/>
                      <a:pt x="166" y="401"/>
                      <a:pt x="166" y="399"/>
                    </a:cubicBezTo>
                    <a:cubicBezTo>
                      <a:pt x="166" y="399"/>
                      <a:pt x="165" y="398"/>
                      <a:pt x="165" y="397"/>
                    </a:cubicBezTo>
                    <a:cubicBezTo>
                      <a:pt x="165" y="397"/>
                      <a:pt x="165" y="396"/>
                      <a:pt x="165" y="395"/>
                    </a:cubicBezTo>
                    <a:cubicBezTo>
                      <a:pt x="164" y="395"/>
                      <a:pt x="164" y="395"/>
                      <a:pt x="164" y="394"/>
                    </a:cubicBezTo>
                    <a:cubicBezTo>
                      <a:pt x="164" y="392"/>
                      <a:pt x="162" y="391"/>
                      <a:pt x="161" y="390"/>
                    </a:cubicBezTo>
                    <a:cubicBezTo>
                      <a:pt x="160" y="388"/>
                      <a:pt x="159" y="387"/>
                      <a:pt x="158" y="387"/>
                    </a:cubicBezTo>
                    <a:cubicBezTo>
                      <a:pt x="153" y="387"/>
                      <a:pt x="150" y="390"/>
                      <a:pt x="147" y="391"/>
                    </a:cubicBezTo>
                    <a:cubicBezTo>
                      <a:pt x="145" y="392"/>
                      <a:pt x="143" y="392"/>
                      <a:pt x="141" y="392"/>
                    </a:cubicBezTo>
                    <a:cubicBezTo>
                      <a:pt x="138" y="391"/>
                      <a:pt x="136" y="391"/>
                      <a:pt x="133" y="392"/>
                    </a:cubicBezTo>
                    <a:cubicBezTo>
                      <a:pt x="130" y="392"/>
                      <a:pt x="127" y="392"/>
                      <a:pt x="125" y="393"/>
                    </a:cubicBezTo>
                    <a:cubicBezTo>
                      <a:pt x="123" y="394"/>
                      <a:pt x="122" y="394"/>
                      <a:pt x="120" y="395"/>
                    </a:cubicBezTo>
                    <a:cubicBezTo>
                      <a:pt x="117" y="397"/>
                      <a:pt x="114" y="399"/>
                      <a:pt x="110" y="401"/>
                    </a:cubicBezTo>
                    <a:cubicBezTo>
                      <a:pt x="109" y="401"/>
                      <a:pt x="109" y="401"/>
                      <a:pt x="108" y="402"/>
                    </a:cubicBezTo>
                    <a:cubicBezTo>
                      <a:pt x="107" y="402"/>
                      <a:pt x="107" y="403"/>
                      <a:pt x="106" y="404"/>
                    </a:cubicBezTo>
                    <a:cubicBezTo>
                      <a:pt x="105" y="404"/>
                      <a:pt x="104" y="404"/>
                      <a:pt x="103" y="404"/>
                    </a:cubicBezTo>
                    <a:cubicBezTo>
                      <a:pt x="102" y="405"/>
                      <a:pt x="101" y="405"/>
                      <a:pt x="100" y="405"/>
                    </a:cubicBezTo>
                    <a:cubicBezTo>
                      <a:pt x="99" y="405"/>
                      <a:pt x="98" y="405"/>
                      <a:pt x="96" y="404"/>
                    </a:cubicBezTo>
                    <a:cubicBezTo>
                      <a:pt x="94" y="404"/>
                      <a:pt x="92" y="404"/>
                      <a:pt x="91" y="404"/>
                    </a:cubicBezTo>
                    <a:cubicBezTo>
                      <a:pt x="89" y="404"/>
                      <a:pt x="88" y="403"/>
                      <a:pt x="86" y="404"/>
                    </a:cubicBezTo>
                    <a:cubicBezTo>
                      <a:pt x="83" y="405"/>
                      <a:pt x="82" y="406"/>
                      <a:pt x="80" y="408"/>
                    </a:cubicBezTo>
                    <a:cubicBezTo>
                      <a:pt x="79" y="408"/>
                      <a:pt x="78" y="409"/>
                      <a:pt x="77" y="409"/>
                    </a:cubicBezTo>
                    <a:cubicBezTo>
                      <a:pt x="76" y="409"/>
                      <a:pt x="75" y="409"/>
                      <a:pt x="73" y="409"/>
                    </a:cubicBezTo>
                    <a:cubicBezTo>
                      <a:pt x="73" y="409"/>
                      <a:pt x="72" y="410"/>
                      <a:pt x="71" y="410"/>
                    </a:cubicBezTo>
                    <a:cubicBezTo>
                      <a:pt x="70" y="410"/>
                      <a:pt x="70" y="410"/>
                      <a:pt x="69" y="410"/>
                    </a:cubicBezTo>
                    <a:cubicBezTo>
                      <a:pt x="67" y="410"/>
                      <a:pt x="65" y="410"/>
                      <a:pt x="63" y="410"/>
                    </a:cubicBezTo>
                    <a:cubicBezTo>
                      <a:pt x="59" y="410"/>
                      <a:pt x="55" y="410"/>
                      <a:pt x="51" y="410"/>
                    </a:cubicBezTo>
                    <a:cubicBezTo>
                      <a:pt x="49" y="410"/>
                      <a:pt x="47" y="411"/>
                      <a:pt x="44" y="411"/>
                    </a:cubicBezTo>
                    <a:cubicBezTo>
                      <a:pt x="43" y="411"/>
                      <a:pt x="42" y="412"/>
                      <a:pt x="41" y="413"/>
                    </a:cubicBezTo>
                    <a:cubicBezTo>
                      <a:pt x="40" y="414"/>
                      <a:pt x="38" y="414"/>
                      <a:pt x="36" y="414"/>
                    </a:cubicBezTo>
                    <a:cubicBezTo>
                      <a:pt x="33" y="415"/>
                      <a:pt x="28" y="415"/>
                      <a:pt x="24" y="415"/>
                    </a:cubicBezTo>
                    <a:cubicBezTo>
                      <a:pt x="22" y="415"/>
                      <a:pt x="20" y="415"/>
                      <a:pt x="18" y="415"/>
                    </a:cubicBezTo>
                    <a:cubicBezTo>
                      <a:pt x="17" y="415"/>
                      <a:pt x="16" y="415"/>
                      <a:pt x="15" y="415"/>
                    </a:cubicBezTo>
                    <a:cubicBezTo>
                      <a:pt x="13" y="414"/>
                      <a:pt x="10" y="413"/>
                      <a:pt x="8" y="412"/>
                    </a:cubicBezTo>
                    <a:cubicBezTo>
                      <a:pt x="8" y="412"/>
                      <a:pt x="8" y="411"/>
                      <a:pt x="8" y="411"/>
                    </a:cubicBezTo>
                    <a:cubicBezTo>
                      <a:pt x="7" y="411"/>
                      <a:pt x="7" y="411"/>
                      <a:pt x="6" y="410"/>
                    </a:cubicBezTo>
                    <a:cubicBezTo>
                      <a:pt x="5" y="409"/>
                      <a:pt x="5" y="408"/>
                      <a:pt x="4" y="407"/>
                    </a:cubicBezTo>
                    <a:cubicBezTo>
                      <a:pt x="3" y="406"/>
                      <a:pt x="3" y="404"/>
                      <a:pt x="2" y="403"/>
                    </a:cubicBezTo>
                    <a:cubicBezTo>
                      <a:pt x="2" y="402"/>
                      <a:pt x="2" y="401"/>
                      <a:pt x="1" y="400"/>
                    </a:cubicBezTo>
                    <a:cubicBezTo>
                      <a:pt x="1" y="399"/>
                      <a:pt x="0" y="399"/>
                      <a:pt x="0" y="399"/>
                    </a:cubicBezTo>
                    <a:cubicBezTo>
                      <a:pt x="7" y="392"/>
                      <a:pt x="7" y="392"/>
                      <a:pt x="7" y="392"/>
                    </a:cubicBezTo>
                    <a:cubicBezTo>
                      <a:pt x="23" y="368"/>
                      <a:pt x="23" y="368"/>
                      <a:pt x="23" y="368"/>
                    </a:cubicBezTo>
                    <a:cubicBezTo>
                      <a:pt x="29" y="355"/>
                      <a:pt x="52" y="341"/>
                      <a:pt x="52" y="341"/>
                    </a:cubicBezTo>
                    <a:cubicBezTo>
                      <a:pt x="51" y="327"/>
                      <a:pt x="51" y="327"/>
                      <a:pt x="51" y="327"/>
                    </a:cubicBezTo>
                    <a:cubicBezTo>
                      <a:pt x="54" y="317"/>
                      <a:pt x="54" y="317"/>
                      <a:pt x="54" y="317"/>
                    </a:cubicBezTo>
                    <a:cubicBezTo>
                      <a:pt x="44" y="305"/>
                      <a:pt x="44" y="305"/>
                      <a:pt x="44" y="305"/>
                    </a:cubicBezTo>
                    <a:cubicBezTo>
                      <a:pt x="49" y="298"/>
                      <a:pt x="49" y="298"/>
                      <a:pt x="49" y="298"/>
                    </a:cubicBezTo>
                    <a:cubicBezTo>
                      <a:pt x="44" y="291"/>
                      <a:pt x="44" y="291"/>
                      <a:pt x="44" y="291"/>
                    </a:cubicBezTo>
                    <a:cubicBezTo>
                      <a:pt x="48" y="280"/>
                      <a:pt x="48" y="280"/>
                      <a:pt x="48" y="280"/>
                    </a:cubicBezTo>
                    <a:cubicBezTo>
                      <a:pt x="45" y="275"/>
                      <a:pt x="45" y="275"/>
                      <a:pt x="45" y="275"/>
                    </a:cubicBezTo>
                    <a:cubicBezTo>
                      <a:pt x="48" y="266"/>
                      <a:pt x="48" y="266"/>
                      <a:pt x="48" y="266"/>
                    </a:cubicBezTo>
                    <a:cubicBezTo>
                      <a:pt x="42" y="262"/>
                      <a:pt x="42" y="262"/>
                      <a:pt x="42" y="262"/>
                    </a:cubicBezTo>
                    <a:cubicBezTo>
                      <a:pt x="46" y="256"/>
                      <a:pt x="46" y="256"/>
                      <a:pt x="46" y="256"/>
                    </a:cubicBezTo>
                    <a:cubicBezTo>
                      <a:pt x="64" y="253"/>
                      <a:pt x="64" y="253"/>
                      <a:pt x="64" y="253"/>
                    </a:cubicBezTo>
                    <a:cubicBezTo>
                      <a:pt x="78" y="234"/>
                      <a:pt x="78" y="234"/>
                      <a:pt x="78" y="234"/>
                    </a:cubicBezTo>
                    <a:cubicBezTo>
                      <a:pt x="102" y="234"/>
                      <a:pt x="102" y="234"/>
                      <a:pt x="102" y="234"/>
                    </a:cubicBezTo>
                    <a:cubicBezTo>
                      <a:pt x="110" y="215"/>
                      <a:pt x="110" y="215"/>
                      <a:pt x="110" y="215"/>
                    </a:cubicBezTo>
                    <a:cubicBezTo>
                      <a:pt x="100" y="196"/>
                      <a:pt x="100" y="196"/>
                      <a:pt x="100" y="196"/>
                    </a:cubicBezTo>
                    <a:cubicBezTo>
                      <a:pt x="98" y="158"/>
                      <a:pt x="98" y="158"/>
                      <a:pt x="98" y="158"/>
                    </a:cubicBezTo>
                    <a:cubicBezTo>
                      <a:pt x="87" y="158"/>
                      <a:pt x="87" y="158"/>
                      <a:pt x="87" y="158"/>
                    </a:cubicBezTo>
                    <a:cubicBezTo>
                      <a:pt x="67" y="142"/>
                      <a:pt x="67" y="142"/>
                      <a:pt x="67" y="142"/>
                    </a:cubicBezTo>
                    <a:cubicBezTo>
                      <a:pt x="56" y="139"/>
                      <a:pt x="56" y="139"/>
                      <a:pt x="56" y="139"/>
                    </a:cubicBezTo>
                    <a:cubicBezTo>
                      <a:pt x="53" y="136"/>
                      <a:pt x="53" y="136"/>
                      <a:pt x="53" y="136"/>
                    </a:cubicBezTo>
                    <a:cubicBezTo>
                      <a:pt x="43" y="133"/>
                      <a:pt x="43" y="133"/>
                      <a:pt x="43" y="133"/>
                    </a:cubicBezTo>
                    <a:cubicBezTo>
                      <a:pt x="56" y="99"/>
                      <a:pt x="56" y="99"/>
                      <a:pt x="56" y="99"/>
                    </a:cubicBezTo>
                    <a:cubicBezTo>
                      <a:pt x="56" y="99"/>
                      <a:pt x="66" y="97"/>
                      <a:pt x="73" y="97"/>
                    </a:cubicBezTo>
                    <a:cubicBezTo>
                      <a:pt x="81" y="97"/>
                      <a:pt x="83" y="91"/>
                      <a:pt x="83" y="91"/>
                    </a:cubicBezTo>
                    <a:cubicBezTo>
                      <a:pt x="93" y="56"/>
                      <a:pt x="93" y="56"/>
                      <a:pt x="93" y="56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156" y="41"/>
                      <a:pt x="156" y="41"/>
                      <a:pt x="156" y="41"/>
                    </a:cubicBezTo>
                    <a:cubicBezTo>
                      <a:pt x="170" y="1"/>
                      <a:pt x="187" y="4"/>
                      <a:pt x="187" y="4"/>
                    </a:cubicBezTo>
                    <a:cubicBezTo>
                      <a:pt x="239" y="0"/>
                      <a:pt x="239" y="0"/>
                      <a:pt x="239" y="0"/>
                    </a:cubicBezTo>
                    <a:cubicBezTo>
                      <a:pt x="295" y="41"/>
                      <a:pt x="295" y="41"/>
                      <a:pt x="295" y="41"/>
                    </a:cubicBezTo>
                    <a:cubicBezTo>
                      <a:pt x="309" y="23"/>
                      <a:pt x="309" y="23"/>
                      <a:pt x="309" y="23"/>
                    </a:cubicBezTo>
                    <a:cubicBezTo>
                      <a:pt x="386" y="16"/>
                      <a:pt x="386" y="16"/>
                      <a:pt x="386" y="16"/>
                    </a:cubicBezTo>
                    <a:cubicBezTo>
                      <a:pt x="386" y="17"/>
                      <a:pt x="386" y="17"/>
                      <a:pt x="386" y="17"/>
                    </a:cubicBezTo>
                    <a:cubicBezTo>
                      <a:pt x="386" y="19"/>
                      <a:pt x="386" y="20"/>
                      <a:pt x="387" y="21"/>
                    </a:cubicBezTo>
                    <a:cubicBezTo>
                      <a:pt x="389" y="23"/>
                      <a:pt x="391" y="25"/>
                      <a:pt x="391" y="28"/>
                    </a:cubicBezTo>
                    <a:cubicBezTo>
                      <a:pt x="392" y="29"/>
                      <a:pt x="392" y="31"/>
                      <a:pt x="393" y="32"/>
                    </a:cubicBezTo>
                    <a:cubicBezTo>
                      <a:pt x="393" y="33"/>
                      <a:pt x="394" y="33"/>
                      <a:pt x="395" y="34"/>
                    </a:cubicBezTo>
                    <a:cubicBezTo>
                      <a:pt x="396" y="37"/>
                      <a:pt x="397" y="41"/>
                      <a:pt x="396" y="44"/>
                    </a:cubicBezTo>
                    <a:cubicBezTo>
                      <a:pt x="394" y="47"/>
                      <a:pt x="390" y="42"/>
                      <a:pt x="388" y="41"/>
                    </a:cubicBezTo>
                    <a:cubicBezTo>
                      <a:pt x="388" y="40"/>
                      <a:pt x="386" y="38"/>
                      <a:pt x="385" y="39"/>
                    </a:cubicBezTo>
                    <a:cubicBezTo>
                      <a:pt x="383" y="39"/>
                      <a:pt x="383" y="41"/>
                      <a:pt x="383" y="42"/>
                    </a:cubicBezTo>
                    <a:cubicBezTo>
                      <a:pt x="382" y="46"/>
                      <a:pt x="382" y="51"/>
                      <a:pt x="383" y="55"/>
                    </a:cubicBezTo>
                    <a:cubicBezTo>
                      <a:pt x="384" y="59"/>
                      <a:pt x="387" y="62"/>
                      <a:pt x="390" y="64"/>
                    </a:cubicBezTo>
                    <a:cubicBezTo>
                      <a:pt x="395" y="68"/>
                      <a:pt x="400" y="72"/>
                      <a:pt x="403" y="78"/>
                    </a:cubicBezTo>
                    <a:cubicBezTo>
                      <a:pt x="407" y="86"/>
                      <a:pt x="404" y="98"/>
                      <a:pt x="410" y="105"/>
                    </a:cubicBezTo>
                    <a:cubicBezTo>
                      <a:pt x="413" y="108"/>
                      <a:pt x="415" y="110"/>
                      <a:pt x="417" y="113"/>
                    </a:cubicBezTo>
                    <a:cubicBezTo>
                      <a:pt x="420" y="117"/>
                      <a:pt x="423" y="121"/>
                      <a:pt x="428" y="122"/>
                    </a:cubicBezTo>
                    <a:cubicBezTo>
                      <a:pt x="432" y="124"/>
                      <a:pt x="437" y="123"/>
                      <a:pt x="441" y="125"/>
                    </a:cubicBezTo>
                    <a:cubicBezTo>
                      <a:pt x="447" y="128"/>
                      <a:pt x="451" y="133"/>
                      <a:pt x="457" y="136"/>
                    </a:cubicBezTo>
                    <a:cubicBezTo>
                      <a:pt x="466" y="141"/>
                      <a:pt x="477" y="140"/>
                      <a:pt x="487" y="141"/>
                    </a:cubicBezTo>
                    <a:cubicBezTo>
                      <a:pt x="493" y="142"/>
                      <a:pt x="498" y="145"/>
                      <a:pt x="503" y="149"/>
                    </a:cubicBezTo>
                    <a:cubicBezTo>
                      <a:pt x="507" y="151"/>
                      <a:pt x="512" y="154"/>
                      <a:pt x="517" y="154"/>
                    </a:cubicBezTo>
                    <a:cubicBezTo>
                      <a:pt x="521" y="155"/>
                      <a:pt x="526" y="155"/>
                      <a:pt x="531" y="156"/>
                    </a:cubicBezTo>
                    <a:cubicBezTo>
                      <a:pt x="533" y="156"/>
                      <a:pt x="535" y="156"/>
                      <a:pt x="538" y="157"/>
                    </a:cubicBezTo>
                    <a:cubicBezTo>
                      <a:pt x="540" y="157"/>
                      <a:pt x="541" y="158"/>
                      <a:pt x="543" y="158"/>
                    </a:cubicBezTo>
                    <a:cubicBezTo>
                      <a:pt x="546" y="159"/>
                      <a:pt x="548" y="160"/>
                      <a:pt x="550" y="162"/>
                    </a:cubicBezTo>
                    <a:cubicBezTo>
                      <a:pt x="551" y="163"/>
                      <a:pt x="552" y="164"/>
                      <a:pt x="554" y="164"/>
                    </a:cubicBezTo>
                    <a:cubicBezTo>
                      <a:pt x="556" y="165"/>
                      <a:pt x="558" y="166"/>
                      <a:pt x="561" y="168"/>
                    </a:cubicBezTo>
                    <a:cubicBezTo>
                      <a:pt x="563" y="169"/>
                      <a:pt x="565" y="170"/>
                      <a:pt x="567" y="171"/>
                    </a:cubicBezTo>
                    <a:cubicBezTo>
                      <a:pt x="571" y="171"/>
                      <a:pt x="574" y="171"/>
                      <a:pt x="577" y="171"/>
                    </a:cubicBezTo>
                    <a:cubicBezTo>
                      <a:pt x="581" y="171"/>
                      <a:pt x="585" y="171"/>
                      <a:pt x="589" y="171"/>
                    </a:cubicBezTo>
                    <a:cubicBezTo>
                      <a:pt x="593" y="172"/>
                      <a:pt x="597" y="172"/>
                      <a:pt x="600" y="173"/>
                    </a:cubicBezTo>
                    <a:cubicBezTo>
                      <a:pt x="602" y="174"/>
                      <a:pt x="604" y="175"/>
                      <a:pt x="606" y="177"/>
                    </a:cubicBezTo>
                    <a:cubicBezTo>
                      <a:pt x="610" y="180"/>
                      <a:pt x="614" y="178"/>
                      <a:pt x="617" y="175"/>
                    </a:cubicBezTo>
                    <a:cubicBezTo>
                      <a:pt x="619" y="173"/>
                      <a:pt x="622" y="172"/>
                      <a:pt x="625" y="172"/>
                    </a:cubicBezTo>
                    <a:cubicBezTo>
                      <a:pt x="627" y="172"/>
                      <a:pt x="630" y="172"/>
                      <a:pt x="632" y="175"/>
                    </a:cubicBezTo>
                    <a:cubicBezTo>
                      <a:pt x="633" y="177"/>
                      <a:pt x="632" y="178"/>
                      <a:pt x="631" y="181"/>
                    </a:cubicBezTo>
                    <a:cubicBezTo>
                      <a:pt x="631" y="184"/>
                      <a:pt x="630" y="187"/>
                      <a:pt x="629" y="19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7" name="Freeform 2517">
                <a:extLst>
                  <a:ext uri="{FF2B5EF4-FFF2-40B4-BE49-F238E27FC236}">
                    <a16:creationId xmlns:a16="http://schemas.microsoft.com/office/drawing/2014/main" id="{D5C8D9FD-8B38-E349-B920-04F612B0C2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68" y="3308"/>
                <a:ext cx="1739" cy="808"/>
              </a:xfrm>
              <a:custGeom>
                <a:avLst/>
                <a:gdLst>
                  <a:gd name="T0" fmla="*/ 3971 w 4275"/>
                  <a:gd name="T1" fmla="*/ 463 h 1986"/>
                  <a:gd name="T2" fmla="*/ 3631 w 4275"/>
                  <a:gd name="T3" fmla="*/ 83 h 1986"/>
                  <a:gd name="T4" fmla="*/ 3159 w 4275"/>
                  <a:gd name="T5" fmla="*/ 144 h 1986"/>
                  <a:gd name="T6" fmla="*/ 2970 w 4275"/>
                  <a:gd name="T7" fmla="*/ 313 h 1986"/>
                  <a:gd name="T8" fmla="*/ 2729 w 4275"/>
                  <a:gd name="T9" fmla="*/ 339 h 1986"/>
                  <a:gd name="T10" fmla="*/ 2533 w 4275"/>
                  <a:gd name="T11" fmla="*/ 419 h 1986"/>
                  <a:gd name="T12" fmla="*/ 2359 w 4275"/>
                  <a:gd name="T13" fmla="*/ 423 h 1986"/>
                  <a:gd name="T14" fmla="*/ 2166 w 4275"/>
                  <a:gd name="T15" fmla="*/ 397 h 1986"/>
                  <a:gd name="T16" fmla="*/ 2031 w 4275"/>
                  <a:gd name="T17" fmla="*/ 333 h 1986"/>
                  <a:gd name="T18" fmla="*/ 1806 w 4275"/>
                  <a:gd name="T19" fmla="*/ 278 h 1986"/>
                  <a:gd name="T20" fmla="*/ 1631 w 4275"/>
                  <a:gd name="T21" fmla="*/ 327 h 1986"/>
                  <a:gd name="T22" fmla="*/ 1351 w 4275"/>
                  <a:gd name="T23" fmla="*/ 405 h 1986"/>
                  <a:gd name="T24" fmla="*/ 1124 w 4275"/>
                  <a:gd name="T25" fmla="*/ 568 h 1986"/>
                  <a:gd name="T26" fmla="*/ 861 w 4275"/>
                  <a:gd name="T27" fmla="*/ 653 h 1986"/>
                  <a:gd name="T28" fmla="*/ 632 w 4275"/>
                  <a:gd name="T29" fmla="*/ 672 h 1986"/>
                  <a:gd name="T30" fmla="*/ 702 w 4275"/>
                  <a:gd name="T31" fmla="*/ 787 h 1986"/>
                  <a:gd name="T32" fmla="*/ 589 w 4275"/>
                  <a:gd name="T33" fmla="*/ 884 h 1986"/>
                  <a:gd name="T34" fmla="*/ 377 w 4275"/>
                  <a:gd name="T35" fmla="*/ 896 h 1986"/>
                  <a:gd name="T36" fmla="*/ 237 w 4275"/>
                  <a:gd name="T37" fmla="*/ 920 h 1986"/>
                  <a:gd name="T38" fmla="*/ 59 w 4275"/>
                  <a:gd name="T39" fmla="*/ 1024 h 1986"/>
                  <a:gd name="T40" fmla="*/ 168 w 4275"/>
                  <a:gd name="T41" fmla="*/ 1170 h 1986"/>
                  <a:gd name="T42" fmla="*/ 177 w 4275"/>
                  <a:gd name="T43" fmla="*/ 1310 h 1986"/>
                  <a:gd name="T44" fmla="*/ 211 w 4275"/>
                  <a:gd name="T45" fmla="*/ 1376 h 1986"/>
                  <a:gd name="T46" fmla="*/ 216 w 4275"/>
                  <a:gd name="T47" fmla="*/ 1453 h 1986"/>
                  <a:gd name="T48" fmla="*/ 166 w 4275"/>
                  <a:gd name="T49" fmla="*/ 1492 h 1986"/>
                  <a:gd name="T50" fmla="*/ 119 w 4275"/>
                  <a:gd name="T51" fmla="*/ 1463 h 1986"/>
                  <a:gd name="T52" fmla="*/ 157 w 4275"/>
                  <a:gd name="T53" fmla="*/ 1551 h 1986"/>
                  <a:gd name="T54" fmla="*/ 304 w 4275"/>
                  <a:gd name="T55" fmla="*/ 1606 h 1986"/>
                  <a:gd name="T56" fmla="*/ 305 w 4275"/>
                  <a:gd name="T57" fmla="*/ 1699 h 1986"/>
                  <a:gd name="T58" fmla="*/ 397 w 4275"/>
                  <a:gd name="T59" fmla="*/ 1766 h 1986"/>
                  <a:gd name="T60" fmla="*/ 334 w 4275"/>
                  <a:gd name="T61" fmla="*/ 1826 h 1986"/>
                  <a:gd name="T62" fmla="*/ 478 w 4275"/>
                  <a:gd name="T63" fmla="*/ 1801 h 1986"/>
                  <a:gd name="T64" fmla="*/ 511 w 4275"/>
                  <a:gd name="T65" fmla="*/ 1822 h 1986"/>
                  <a:gd name="T66" fmla="*/ 373 w 4275"/>
                  <a:gd name="T67" fmla="*/ 1887 h 1986"/>
                  <a:gd name="T68" fmla="*/ 510 w 4275"/>
                  <a:gd name="T69" fmla="*/ 1863 h 1986"/>
                  <a:gd name="T70" fmla="*/ 537 w 4275"/>
                  <a:gd name="T71" fmla="*/ 1906 h 1986"/>
                  <a:gd name="T72" fmla="*/ 589 w 4275"/>
                  <a:gd name="T73" fmla="*/ 1832 h 1986"/>
                  <a:gd name="T74" fmla="*/ 705 w 4275"/>
                  <a:gd name="T75" fmla="*/ 1877 h 1986"/>
                  <a:gd name="T76" fmla="*/ 769 w 4275"/>
                  <a:gd name="T77" fmla="*/ 1918 h 1986"/>
                  <a:gd name="T78" fmla="*/ 939 w 4275"/>
                  <a:gd name="T79" fmla="*/ 1960 h 1986"/>
                  <a:gd name="T80" fmla="*/ 1084 w 4275"/>
                  <a:gd name="T81" fmla="*/ 1802 h 1986"/>
                  <a:gd name="T82" fmla="*/ 1367 w 4275"/>
                  <a:gd name="T83" fmla="*/ 1781 h 1986"/>
                  <a:gd name="T84" fmla="*/ 1568 w 4275"/>
                  <a:gd name="T85" fmla="*/ 1905 h 1986"/>
                  <a:gd name="T86" fmla="*/ 1795 w 4275"/>
                  <a:gd name="T87" fmla="*/ 1864 h 1986"/>
                  <a:gd name="T88" fmla="*/ 1949 w 4275"/>
                  <a:gd name="T89" fmla="*/ 1742 h 1986"/>
                  <a:gd name="T90" fmla="*/ 2255 w 4275"/>
                  <a:gd name="T91" fmla="*/ 1661 h 1986"/>
                  <a:gd name="T92" fmla="*/ 2371 w 4275"/>
                  <a:gd name="T93" fmla="*/ 1588 h 1986"/>
                  <a:gd name="T94" fmla="*/ 2377 w 4275"/>
                  <a:gd name="T95" fmla="*/ 1821 h 1986"/>
                  <a:gd name="T96" fmla="*/ 2932 w 4275"/>
                  <a:gd name="T97" fmla="*/ 1489 h 1986"/>
                  <a:gd name="T98" fmla="*/ 4228 w 4275"/>
                  <a:gd name="T99" fmla="*/ 1029 h 1986"/>
                  <a:gd name="T100" fmla="*/ 372 w 4275"/>
                  <a:gd name="T101" fmla="*/ 982 h 1986"/>
                  <a:gd name="T102" fmla="*/ 499 w 4275"/>
                  <a:gd name="T103" fmla="*/ 960 h 1986"/>
                  <a:gd name="T104" fmla="*/ 688 w 4275"/>
                  <a:gd name="T105" fmla="*/ 855 h 1986"/>
                  <a:gd name="T106" fmla="*/ 966 w 4275"/>
                  <a:gd name="T107" fmla="*/ 1540 h 1986"/>
                  <a:gd name="T108" fmla="*/ 1088 w 4275"/>
                  <a:gd name="T109" fmla="*/ 1487 h 1986"/>
                  <a:gd name="T110" fmla="*/ 1136 w 4275"/>
                  <a:gd name="T111" fmla="*/ 1286 h 1986"/>
                  <a:gd name="T112" fmla="*/ 1193 w 4275"/>
                  <a:gd name="T113" fmla="*/ 1321 h 1986"/>
                  <a:gd name="T114" fmla="*/ 1182 w 4275"/>
                  <a:gd name="T115" fmla="*/ 1475 h 1986"/>
                  <a:gd name="T116" fmla="*/ 1694 w 4275"/>
                  <a:gd name="T117" fmla="*/ 1221 h 1986"/>
                  <a:gd name="T118" fmla="*/ 3814 w 4275"/>
                  <a:gd name="T119" fmla="*/ 646 h 1986"/>
                  <a:gd name="T120" fmla="*/ 3746 w 4275"/>
                  <a:gd name="T121" fmla="*/ 796 h 1986"/>
                  <a:gd name="T122" fmla="*/ 3607 w 4275"/>
                  <a:gd name="T123" fmla="*/ 813 h 1986"/>
                  <a:gd name="T124" fmla="*/ 3757 w 4275"/>
                  <a:gd name="T125" fmla="*/ 661 h 19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275" h="1986">
                    <a:moveTo>
                      <a:pt x="4238" y="930"/>
                    </a:moveTo>
                    <a:cubicBezTo>
                      <a:pt x="4208" y="924"/>
                      <a:pt x="4208" y="924"/>
                      <a:pt x="4208" y="924"/>
                    </a:cubicBezTo>
                    <a:cubicBezTo>
                      <a:pt x="4199" y="892"/>
                      <a:pt x="4199" y="892"/>
                      <a:pt x="4199" y="892"/>
                    </a:cubicBezTo>
                    <a:cubicBezTo>
                      <a:pt x="4173" y="880"/>
                      <a:pt x="4173" y="880"/>
                      <a:pt x="4173" y="880"/>
                    </a:cubicBezTo>
                    <a:cubicBezTo>
                      <a:pt x="4173" y="871"/>
                      <a:pt x="4173" y="871"/>
                      <a:pt x="4173" y="871"/>
                    </a:cubicBezTo>
                    <a:cubicBezTo>
                      <a:pt x="4201" y="861"/>
                      <a:pt x="4201" y="861"/>
                      <a:pt x="4201" y="861"/>
                    </a:cubicBezTo>
                    <a:cubicBezTo>
                      <a:pt x="4187" y="836"/>
                      <a:pt x="4187" y="836"/>
                      <a:pt x="4187" y="836"/>
                    </a:cubicBezTo>
                    <a:cubicBezTo>
                      <a:pt x="4156" y="848"/>
                      <a:pt x="4156" y="848"/>
                      <a:pt x="4156" y="848"/>
                    </a:cubicBezTo>
                    <a:cubicBezTo>
                      <a:pt x="4143" y="831"/>
                      <a:pt x="4143" y="831"/>
                      <a:pt x="4143" y="831"/>
                    </a:cubicBezTo>
                    <a:cubicBezTo>
                      <a:pt x="4096" y="837"/>
                      <a:pt x="4096" y="837"/>
                      <a:pt x="4096" y="837"/>
                    </a:cubicBezTo>
                    <a:cubicBezTo>
                      <a:pt x="4085" y="800"/>
                      <a:pt x="4085" y="800"/>
                      <a:pt x="4085" y="800"/>
                    </a:cubicBezTo>
                    <a:cubicBezTo>
                      <a:pt x="4099" y="766"/>
                      <a:pt x="4099" y="766"/>
                      <a:pt x="4099" y="766"/>
                    </a:cubicBezTo>
                    <a:cubicBezTo>
                      <a:pt x="4109" y="725"/>
                      <a:pt x="4109" y="725"/>
                      <a:pt x="4109" y="725"/>
                    </a:cubicBezTo>
                    <a:cubicBezTo>
                      <a:pt x="4088" y="704"/>
                      <a:pt x="4088" y="704"/>
                      <a:pt x="4088" y="704"/>
                    </a:cubicBezTo>
                    <a:cubicBezTo>
                      <a:pt x="4066" y="719"/>
                      <a:pt x="4066" y="719"/>
                      <a:pt x="4066" y="719"/>
                    </a:cubicBezTo>
                    <a:cubicBezTo>
                      <a:pt x="4055" y="715"/>
                      <a:pt x="4055" y="715"/>
                      <a:pt x="4055" y="715"/>
                    </a:cubicBezTo>
                    <a:cubicBezTo>
                      <a:pt x="4053" y="670"/>
                      <a:pt x="4053" y="670"/>
                      <a:pt x="4053" y="670"/>
                    </a:cubicBezTo>
                    <a:cubicBezTo>
                      <a:pt x="4010" y="629"/>
                      <a:pt x="4010" y="629"/>
                      <a:pt x="4010" y="629"/>
                    </a:cubicBezTo>
                    <a:cubicBezTo>
                      <a:pt x="4017" y="605"/>
                      <a:pt x="4017" y="605"/>
                      <a:pt x="4017" y="605"/>
                    </a:cubicBezTo>
                    <a:cubicBezTo>
                      <a:pt x="3966" y="574"/>
                      <a:pt x="3966" y="574"/>
                      <a:pt x="3966" y="574"/>
                    </a:cubicBezTo>
                    <a:cubicBezTo>
                      <a:pt x="3966" y="537"/>
                      <a:pt x="3966" y="537"/>
                      <a:pt x="3966" y="537"/>
                    </a:cubicBezTo>
                    <a:cubicBezTo>
                      <a:pt x="3935" y="524"/>
                      <a:pt x="3935" y="524"/>
                      <a:pt x="3935" y="524"/>
                    </a:cubicBezTo>
                    <a:cubicBezTo>
                      <a:pt x="3912" y="481"/>
                      <a:pt x="3912" y="481"/>
                      <a:pt x="3912" y="481"/>
                    </a:cubicBezTo>
                    <a:cubicBezTo>
                      <a:pt x="3971" y="463"/>
                      <a:pt x="3971" y="463"/>
                      <a:pt x="3971" y="463"/>
                    </a:cubicBezTo>
                    <a:cubicBezTo>
                      <a:pt x="3980" y="443"/>
                      <a:pt x="3980" y="443"/>
                      <a:pt x="3980" y="443"/>
                    </a:cubicBezTo>
                    <a:cubicBezTo>
                      <a:pt x="3955" y="379"/>
                      <a:pt x="3955" y="379"/>
                      <a:pt x="3955" y="379"/>
                    </a:cubicBezTo>
                    <a:cubicBezTo>
                      <a:pt x="3979" y="353"/>
                      <a:pt x="3979" y="353"/>
                      <a:pt x="3979" y="353"/>
                    </a:cubicBezTo>
                    <a:cubicBezTo>
                      <a:pt x="4020" y="353"/>
                      <a:pt x="4020" y="353"/>
                      <a:pt x="4020" y="353"/>
                    </a:cubicBezTo>
                    <a:cubicBezTo>
                      <a:pt x="4045" y="377"/>
                      <a:pt x="4045" y="377"/>
                      <a:pt x="4045" y="377"/>
                    </a:cubicBezTo>
                    <a:cubicBezTo>
                      <a:pt x="4045" y="360"/>
                      <a:pt x="4045" y="360"/>
                      <a:pt x="4045" y="360"/>
                    </a:cubicBezTo>
                    <a:cubicBezTo>
                      <a:pt x="4015" y="336"/>
                      <a:pt x="4015" y="336"/>
                      <a:pt x="4015" y="336"/>
                    </a:cubicBezTo>
                    <a:cubicBezTo>
                      <a:pt x="3975" y="336"/>
                      <a:pt x="3975" y="336"/>
                      <a:pt x="3975" y="336"/>
                    </a:cubicBezTo>
                    <a:cubicBezTo>
                      <a:pt x="3951" y="312"/>
                      <a:pt x="3951" y="312"/>
                      <a:pt x="3951" y="312"/>
                    </a:cubicBezTo>
                    <a:cubicBezTo>
                      <a:pt x="3891" y="306"/>
                      <a:pt x="3891" y="306"/>
                      <a:pt x="3891" y="306"/>
                    </a:cubicBezTo>
                    <a:cubicBezTo>
                      <a:pt x="3829" y="332"/>
                      <a:pt x="3829" y="332"/>
                      <a:pt x="3829" y="332"/>
                    </a:cubicBezTo>
                    <a:cubicBezTo>
                      <a:pt x="3809" y="325"/>
                      <a:pt x="3809" y="325"/>
                      <a:pt x="3809" y="325"/>
                    </a:cubicBezTo>
                    <a:cubicBezTo>
                      <a:pt x="3758" y="332"/>
                      <a:pt x="3758" y="332"/>
                      <a:pt x="3758" y="332"/>
                    </a:cubicBezTo>
                    <a:cubicBezTo>
                      <a:pt x="3739" y="282"/>
                      <a:pt x="3739" y="282"/>
                      <a:pt x="3739" y="282"/>
                    </a:cubicBezTo>
                    <a:cubicBezTo>
                      <a:pt x="3722" y="272"/>
                      <a:pt x="3722" y="272"/>
                      <a:pt x="3722" y="272"/>
                    </a:cubicBezTo>
                    <a:cubicBezTo>
                      <a:pt x="3727" y="256"/>
                      <a:pt x="3727" y="256"/>
                      <a:pt x="3727" y="256"/>
                    </a:cubicBezTo>
                    <a:cubicBezTo>
                      <a:pt x="3705" y="241"/>
                      <a:pt x="3705" y="241"/>
                      <a:pt x="3705" y="241"/>
                    </a:cubicBezTo>
                    <a:cubicBezTo>
                      <a:pt x="3739" y="203"/>
                      <a:pt x="3739" y="203"/>
                      <a:pt x="3739" y="203"/>
                    </a:cubicBezTo>
                    <a:cubicBezTo>
                      <a:pt x="3734" y="169"/>
                      <a:pt x="3734" y="169"/>
                      <a:pt x="3734" y="169"/>
                    </a:cubicBezTo>
                    <a:cubicBezTo>
                      <a:pt x="3695" y="149"/>
                      <a:pt x="3695" y="149"/>
                      <a:pt x="3695" y="149"/>
                    </a:cubicBezTo>
                    <a:cubicBezTo>
                      <a:pt x="3669" y="109"/>
                      <a:pt x="3669" y="109"/>
                      <a:pt x="3669" y="109"/>
                    </a:cubicBezTo>
                    <a:cubicBezTo>
                      <a:pt x="3640" y="118"/>
                      <a:pt x="3640" y="118"/>
                      <a:pt x="3640" y="118"/>
                    </a:cubicBezTo>
                    <a:cubicBezTo>
                      <a:pt x="3621" y="95"/>
                      <a:pt x="3621" y="95"/>
                      <a:pt x="3621" y="95"/>
                    </a:cubicBezTo>
                    <a:cubicBezTo>
                      <a:pt x="3631" y="83"/>
                      <a:pt x="3631" y="83"/>
                      <a:pt x="3631" y="83"/>
                    </a:cubicBezTo>
                    <a:cubicBezTo>
                      <a:pt x="3625" y="79"/>
                      <a:pt x="3625" y="79"/>
                      <a:pt x="3625" y="79"/>
                    </a:cubicBezTo>
                    <a:cubicBezTo>
                      <a:pt x="3624" y="79"/>
                      <a:pt x="3624" y="79"/>
                      <a:pt x="3624" y="79"/>
                    </a:cubicBezTo>
                    <a:cubicBezTo>
                      <a:pt x="3599" y="64"/>
                      <a:pt x="3599" y="64"/>
                      <a:pt x="3599" y="64"/>
                    </a:cubicBezTo>
                    <a:cubicBezTo>
                      <a:pt x="3579" y="84"/>
                      <a:pt x="3579" y="84"/>
                      <a:pt x="3579" y="84"/>
                    </a:cubicBezTo>
                    <a:cubicBezTo>
                      <a:pt x="3549" y="78"/>
                      <a:pt x="3549" y="78"/>
                      <a:pt x="3549" y="78"/>
                    </a:cubicBezTo>
                    <a:cubicBezTo>
                      <a:pt x="3549" y="65"/>
                      <a:pt x="3549" y="65"/>
                      <a:pt x="3549" y="65"/>
                    </a:cubicBezTo>
                    <a:cubicBezTo>
                      <a:pt x="3568" y="58"/>
                      <a:pt x="3568" y="58"/>
                      <a:pt x="3568" y="58"/>
                    </a:cubicBezTo>
                    <a:cubicBezTo>
                      <a:pt x="3556" y="42"/>
                      <a:pt x="3556" y="42"/>
                      <a:pt x="3556" y="42"/>
                    </a:cubicBezTo>
                    <a:cubicBezTo>
                      <a:pt x="3517" y="48"/>
                      <a:pt x="3517" y="48"/>
                      <a:pt x="3517" y="48"/>
                    </a:cubicBezTo>
                    <a:cubicBezTo>
                      <a:pt x="3496" y="31"/>
                      <a:pt x="3496" y="31"/>
                      <a:pt x="3496" y="31"/>
                    </a:cubicBezTo>
                    <a:cubicBezTo>
                      <a:pt x="3457" y="31"/>
                      <a:pt x="3457" y="31"/>
                      <a:pt x="3457" y="31"/>
                    </a:cubicBezTo>
                    <a:cubicBezTo>
                      <a:pt x="3441" y="0"/>
                      <a:pt x="3441" y="0"/>
                      <a:pt x="3441" y="0"/>
                    </a:cubicBezTo>
                    <a:cubicBezTo>
                      <a:pt x="3389" y="12"/>
                      <a:pt x="3389" y="12"/>
                      <a:pt x="3389" y="12"/>
                    </a:cubicBezTo>
                    <a:cubicBezTo>
                      <a:pt x="3399" y="47"/>
                      <a:pt x="3399" y="47"/>
                      <a:pt x="3399" y="47"/>
                    </a:cubicBezTo>
                    <a:cubicBezTo>
                      <a:pt x="3386" y="61"/>
                      <a:pt x="3386" y="61"/>
                      <a:pt x="3386" y="61"/>
                    </a:cubicBezTo>
                    <a:cubicBezTo>
                      <a:pt x="3331" y="61"/>
                      <a:pt x="3331" y="61"/>
                      <a:pt x="3331" y="61"/>
                    </a:cubicBezTo>
                    <a:cubicBezTo>
                      <a:pt x="3284" y="68"/>
                      <a:pt x="3284" y="68"/>
                      <a:pt x="3284" y="68"/>
                    </a:cubicBezTo>
                    <a:cubicBezTo>
                      <a:pt x="3262" y="100"/>
                      <a:pt x="3262" y="100"/>
                      <a:pt x="3262" y="100"/>
                    </a:cubicBezTo>
                    <a:cubicBezTo>
                      <a:pt x="3180" y="91"/>
                      <a:pt x="3180" y="91"/>
                      <a:pt x="3180" y="91"/>
                    </a:cubicBezTo>
                    <a:cubicBezTo>
                      <a:pt x="3179" y="92"/>
                      <a:pt x="3178" y="93"/>
                      <a:pt x="3177" y="95"/>
                    </a:cubicBezTo>
                    <a:cubicBezTo>
                      <a:pt x="3175" y="97"/>
                      <a:pt x="3175" y="100"/>
                      <a:pt x="3173" y="103"/>
                    </a:cubicBezTo>
                    <a:cubicBezTo>
                      <a:pt x="3171" y="106"/>
                      <a:pt x="3171" y="110"/>
                      <a:pt x="3169" y="114"/>
                    </a:cubicBezTo>
                    <a:cubicBezTo>
                      <a:pt x="3168" y="117"/>
                      <a:pt x="3166" y="121"/>
                      <a:pt x="3165" y="124"/>
                    </a:cubicBezTo>
                    <a:cubicBezTo>
                      <a:pt x="3164" y="131"/>
                      <a:pt x="3163" y="139"/>
                      <a:pt x="3159" y="144"/>
                    </a:cubicBezTo>
                    <a:cubicBezTo>
                      <a:pt x="3157" y="148"/>
                      <a:pt x="3155" y="150"/>
                      <a:pt x="3152" y="152"/>
                    </a:cubicBezTo>
                    <a:cubicBezTo>
                      <a:pt x="3149" y="155"/>
                      <a:pt x="3147" y="159"/>
                      <a:pt x="3144" y="162"/>
                    </a:cubicBezTo>
                    <a:cubicBezTo>
                      <a:pt x="3141" y="164"/>
                      <a:pt x="3138" y="166"/>
                      <a:pt x="3136" y="169"/>
                    </a:cubicBezTo>
                    <a:cubicBezTo>
                      <a:pt x="3133" y="173"/>
                      <a:pt x="3129" y="177"/>
                      <a:pt x="3126" y="181"/>
                    </a:cubicBezTo>
                    <a:cubicBezTo>
                      <a:pt x="3122" y="184"/>
                      <a:pt x="3119" y="187"/>
                      <a:pt x="3116" y="190"/>
                    </a:cubicBezTo>
                    <a:cubicBezTo>
                      <a:pt x="3114" y="192"/>
                      <a:pt x="3113" y="194"/>
                      <a:pt x="3112" y="195"/>
                    </a:cubicBezTo>
                    <a:cubicBezTo>
                      <a:pt x="3109" y="197"/>
                      <a:pt x="3107" y="199"/>
                      <a:pt x="3105" y="201"/>
                    </a:cubicBezTo>
                    <a:cubicBezTo>
                      <a:pt x="3102" y="205"/>
                      <a:pt x="3104" y="210"/>
                      <a:pt x="3100" y="213"/>
                    </a:cubicBezTo>
                    <a:cubicBezTo>
                      <a:pt x="3096" y="217"/>
                      <a:pt x="3090" y="218"/>
                      <a:pt x="3086" y="220"/>
                    </a:cubicBezTo>
                    <a:cubicBezTo>
                      <a:pt x="3083" y="222"/>
                      <a:pt x="3081" y="224"/>
                      <a:pt x="3078" y="225"/>
                    </a:cubicBezTo>
                    <a:cubicBezTo>
                      <a:pt x="3075" y="227"/>
                      <a:pt x="3072" y="229"/>
                      <a:pt x="3069" y="231"/>
                    </a:cubicBezTo>
                    <a:cubicBezTo>
                      <a:pt x="3058" y="237"/>
                      <a:pt x="3044" y="240"/>
                      <a:pt x="3038" y="252"/>
                    </a:cubicBezTo>
                    <a:cubicBezTo>
                      <a:pt x="3037" y="254"/>
                      <a:pt x="3036" y="256"/>
                      <a:pt x="3035" y="258"/>
                    </a:cubicBezTo>
                    <a:cubicBezTo>
                      <a:pt x="3035" y="259"/>
                      <a:pt x="3035" y="260"/>
                      <a:pt x="3034" y="261"/>
                    </a:cubicBezTo>
                    <a:cubicBezTo>
                      <a:pt x="3033" y="264"/>
                      <a:pt x="3032" y="266"/>
                      <a:pt x="3030" y="268"/>
                    </a:cubicBezTo>
                    <a:cubicBezTo>
                      <a:pt x="3028" y="270"/>
                      <a:pt x="3027" y="272"/>
                      <a:pt x="3024" y="272"/>
                    </a:cubicBezTo>
                    <a:cubicBezTo>
                      <a:pt x="3023" y="273"/>
                      <a:pt x="3022" y="273"/>
                      <a:pt x="3020" y="274"/>
                    </a:cubicBezTo>
                    <a:cubicBezTo>
                      <a:pt x="3019" y="274"/>
                      <a:pt x="3019" y="275"/>
                      <a:pt x="3018" y="275"/>
                    </a:cubicBezTo>
                    <a:cubicBezTo>
                      <a:pt x="3016" y="276"/>
                      <a:pt x="3014" y="277"/>
                      <a:pt x="3012" y="277"/>
                    </a:cubicBezTo>
                    <a:cubicBezTo>
                      <a:pt x="3010" y="278"/>
                      <a:pt x="3009" y="280"/>
                      <a:pt x="3007" y="281"/>
                    </a:cubicBezTo>
                    <a:cubicBezTo>
                      <a:pt x="3004" y="282"/>
                      <a:pt x="3002" y="283"/>
                      <a:pt x="2999" y="284"/>
                    </a:cubicBezTo>
                    <a:cubicBezTo>
                      <a:pt x="2996" y="286"/>
                      <a:pt x="2994" y="289"/>
                      <a:pt x="2992" y="292"/>
                    </a:cubicBezTo>
                    <a:cubicBezTo>
                      <a:pt x="2989" y="295"/>
                      <a:pt x="2986" y="297"/>
                      <a:pt x="2984" y="299"/>
                    </a:cubicBezTo>
                    <a:cubicBezTo>
                      <a:pt x="2981" y="305"/>
                      <a:pt x="2975" y="308"/>
                      <a:pt x="2970" y="313"/>
                    </a:cubicBezTo>
                    <a:cubicBezTo>
                      <a:pt x="2969" y="315"/>
                      <a:pt x="2968" y="317"/>
                      <a:pt x="2966" y="318"/>
                    </a:cubicBezTo>
                    <a:cubicBezTo>
                      <a:pt x="2961" y="321"/>
                      <a:pt x="2957" y="324"/>
                      <a:pt x="2953" y="329"/>
                    </a:cubicBezTo>
                    <a:cubicBezTo>
                      <a:pt x="2952" y="331"/>
                      <a:pt x="2949" y="332"/>
                      <a:pt x="2947" y="333"/>
                    </a:cubicBezTo>
                    <a:cubicBezTo>
                      <a:pt x="2944" y="334"/>
                      <a:pt x="2941" y="332"/>
                      <a:pt x="2938" y="332"/>
                    </a:cubicBezTo>
                    <a:cubicBezTo>
                      <a:pt x="2933" y="333"/>
                      <a:pt x="2928" y="330"/>
                      <a:pt x="2923" y="328"/>
                    </a:cubicBezTo>
                    <a:cubicBezTo>
                      <a:pt x="2921" y="327"/>
                      <a:pt x="2919" y="326"/>
                      <a:pt x="2917" y="325"/>
                    </a:cubicBezTo>
                    <a:cubicBezTo>
                      <a:pt x="2914" y="324"/>
                      <a:pt x="2910" y="324"/>
                      <a:pt x="2907" y="323"/>
                    </a:cubicBezTo>
                    <a:cubicBezTo>
                      <a:pt x="2898" y="321"/>
                      <a:pt x="2890" y="324"/>
                      <a:pt x="2882" y="328"/>
                    </a:cubicBezTo>
                    <a:cubicBezTo>
                      <a:pt x="2880" y="329"/>
                      <a:pt x="2878" y="329"/>
                      <a:pt x="2877" y="331"/>
                    </a:cubicBezTo>
                    <a:cubicBezTo>
                      <a:pt x="2876" y="332"/>
                      <a:pt x="2875" y="333"/>
                      <a:pt x="2874" y="334"/>
                    </a:cubicBezTo>
                    <a:cubicBezTo>
                      <a:pt x="2871" y="335"/>
                      <a:pt x="2867" y="335"/>
                      <a:pt x="2864" y="335"/>
                    </a:cubicBezTo>
                    <a:cubicBezTo>
                      <a:pt x="2862" y="334"/>
                      <a:pt x="2860" y="334"/>
                      <a:pt x="2858" y="334"/>
                    </a:cubicBezTo>
                    <a:cubicBezTo>
                      <a:pt x="2856" y="334"/>
                      <a:pt x="2854" y="334"/>
                      <a:pt x="2852" y="334"/>
                    </a:cubicBezTo>
                    <a:cubicBezTo>
                      <a:pt x="2847" y="334"/>
                      <a:pt x="2843" y="334"/>
                      <a:pt x="2839" y="331"/>
                    </a:cubicBezTo>
                    <a:cubicBezTo>
                      <a:pt x="2834" y="328"/>
                      <a:pt x="2828" y="327"/>
                      <a:pt x="2823" y="326"/>
                    </a:cubicBezTo>
                    <a:cubicBezTo>
                      <a:pt x="2821" y="325"/>
                      <a:pt x="2819" y="323"/>
                      <a:pt x="2817" y="322"/>
                    </a:cubicBezTo>
                    <a:cubicBezTo>
                      <a:pt x="2805" y="315"/>
                      <a:pt x="2792" y="315"/>
                      <a:pt x="2779" y="315"/>
                    </a:cubicBezTo>
                    <a:cubicBezTo>
                      <a:pt x="2775" y="315"/>
                      <a:pt x="2769" y="314"/>
                      <a:pt x="2767" y="316"/>
                    </a:cubicBezTo>
                    <a:cubicBezTo>
                      <a:pt x="2764" y="318"/>
                      <a:pt x="2764" y="322"/>
                      <a:pt x="2765" y="324"/>
                    </a:cubicBezTo>
                    <a:cubicBezTo>
                      <a:pt x="2766" y="328"/>
                      <a:pt x="2769" y="332"/>
                      <a:pt x="2765" y="333"/>
                    </a:cubicBezTo>
                    <a:cubicBezTo>
                      <a:pt x="2763" y="334"/>
                      <a:pt x="2762" y="334"/>
                      <a:pt x="2761" y="334"/>
                    </a:cubicBezTo>
                    <a:cubicBezTo>
                      <a:pt x="2759" y="334"/>
                      <a:pt x="2758" y="335"/>
                      <a:pt x="2756" y="335"/>
                    </a:cubicBezTo>
                    <a:cubicBezTo>
                      <a:pt x="2753" y="336"/>
                      <a:pt x="2750" y="336"/>
                      <a:pt x="2747" y="336"/>
                    </a:cubicBezTo>
                    <a:cubicBezTo>
                      <a:pt x="2741" y="337"/>
                      <a:pt x="2735" y="338"/>
                      <a:pt x="2729" y="339"/>
                    </a:cubicBezTo>
                    <a:cubicBezTo>
                      <a:pt x="2724" y="339"/>
                      <a:pt x="2719" y="342"/>
                      <a:pt x="2715" y="343"/>
                    </a:cubicBezTo>
                    <a:cubicBezTo>
                      <a:pt x="2711" y="345"/>
                      <a:pt x="2708" y="346"/>
                      <a:pt x="2705" y="347"/>
                    </a:cubicBezTo>
                    <a:cubicBezTo>
                      <a:pt x="2702" y="348"/>
                      <a:pt x="2699" y="349"/>
                      <a:pt x="2696" y="350"/>
                    </a:cubicBezTo>
                    <a:cubicBezTo>
                      <a:pt x="2692" y="351"/>
                      <a:pt x="2689" y="352"/>
                      <a:pt x="2686" y="354"/>
                    </a:cubicBezTo>
                    <a:cubicBezTo>
                      <a:pt x="2682" y="356"/>
                      <a:pt x="2680" y="359"/>
                      <a:pt x="2677" y="360"/>
                    </a:cubicBezTo>
                    <a:cubicBezTo>
                      <a:pt x="2673" y="362"/>
                      <a:pt x="2669" y="364"/>
                      <a:pt x="2665" y="364"/>
                    </a:cubicBezTo>
                    <a:cubicBezTo>
                      <a:pt x="2662" y="365"/>
                      <a:pt x="2657" y="366"/>
                      <a:pt x="2655" y="367"/>
                    </a:cubicBezTo>
                    <a:cubicBezTo>
                      <a:pt x="2653" y="369"/>
                      <a:pt x="2653" y="372"/>
                      <a:pt x="2649" y="373"/>
                    </a:cubicBezTo>
                    <a:cubicBezTo>
                      <a:pt x="2648" y="375"/>
                      <a:pt x="2648" y="377"/>
                      <a:pt x="2647" y="379"/>
                    </a:cubicBezTo>
                    <a:cubicBezTo>
                      <a:pt x="2647" y="380"/>
                      <a:pt x="2645" y="381"/>
                      <a:pt x="2644" y="383"/>
                    </a:cubicBezTo>
                    <a:cubicBezTo>
                      <a:pt x="2643" y="384"/>
                      <a:pt x="2644" y="385"/>
                      <a:pt x="2643" y="386"/>
                    </a:cubicBezTo>
                    <a:cubicBezTo>
                      <a:pt x="2642" y="387"/>
                      <a:pt x="2640" y="388"/>
                      <a:pt x="2638" y="389"/>
                    </a:cubicBezTo>
                    <a:cubicBezTo>
                      <a:pt x="2635" y="392"/>
                      <a:pt x="2630" y="391"/>
                      <a:pt x="2626" y="391"/>
                    </a:cubicBezTo>
                    <a:cubicBezTo>
                      <a:pt x="2623" y="391"/>
                      <a:pt x="2618" y="389"/>
                      <a:pt x="2615" y="391"/>
                    </a:cubicBezTo>
                    <a:cubicBezTo>
                      <a:pt x="2613" y="392"/>
                      <a:pt x="2611" y="396"/>
                      <a:pt x="2608" y="397"/>
                    </a:cubicBezTo>
                    <a:cubicBezTo>
                      <a:pt x="2607" y="399"/>
                      <a:pt x="2606" y="399"/>
                      <a:pt x="2605" y="401"/>
                    </a:cubicBezTo>
                    <a:cubicBezTo>
                      <a:pt x="2605" y="402"/>
                      <a:pt x="2605" y="403"/>
                      <a:pt x="2604" y="404"/>
                    </a:cubicBezTo>
                    <a:cubicBezTo>
                      <a:pt x="2604" y="404"/>
                      <a:pt x="2604" y="405"/>
                      <a:pt x="2603" y="405"/>
                    </a:cubicBezTo>
                    <a:cubicBezTo>
                      <a:pt x="2602" y="407"/>
                      <a:pt x="2601" y="411"/>
                      <a:pt x="2599" y="413"/>
                    </a:cubicBezTo>
                    <a:cubicBezTo>
                      <a:pt x="2596" y="414"/>
                      <a:pt x="2593" y="415"/>
                      <a:pt x="2590" y="415"/>
                    </a:cubicBezTo>
                    <a:cubicBezTo>
                      <a:pt x="2586" y="416"/>
                      <a:pt x="2582" y="417"/>
                      <a:pt x="2578" y="416"/>
                    </a:cubicBezTo>
                    <a:cubicBezTo>
                      <a:pt x="2573" y="416"/>
                      <a:pt x="2569" y="414"/>
                      <a:pt x="2565" y="415"/>
                    </a:cubicBezTo>
                    <a:cubicBezTo>
                      <a:pt x="2561" y="415"/>
                      <a:pt x="2558" y="417"/>
                      <a:pt x="2555" y="418"/>
                    </a:cubicBezTo>
                    <a:cubicBezTo>
                      <a:pt x="2548" y="419"/>
                      <a:pt x="2540" y="418"/>
                      <a:pt x="2533" y="419"/>
                    </a:cubicBezTo>
                    <a:cubicBezTo>
                      <a:pt x="2529" y="420"/>
                      <a:pt x="2526" y="420"/>
                      <a:pt x="2522" y="421"/>
                    </a:cubicBezTo>
                    <a:cubicBezTo>
                      <a:pt x="2519" y="421"/>
                      <a:pt x="2516" y="422"/>
                      <a:pt x="2512" y="422"/>
                    </a:cubicBezTo>
                    <a:cubicBezTo>
                      <a:pt x="2509" y="422"/>
                      <a:pt x="2505" y="422"/>
                      <a:pt x="2502" y="422"/>
                    </a:cubicBezTo>
                    <a:cubicBezTo>
                      <a:pt x="2501" y="422"/>
                      <a:pt x="2499" y="421"/>
                      <a:pt x="2498" y="421"/>
                    </a:cubicBezTo>
                    <a:cubicBezTo>
                      <a:pt x="2491" y="421"/>
                      <a:pt x="2484" y="422"/>
                      <a:pt x="2477" y="424"/>
                    </a:cubicBezTo>
                    <a:cubicBezTo>
                      <a:pt x="2473" y="424"/>
                      <a:pt x="2469" y="424"/>
                      <a:pt x="2465" y="425"/>
                    </a:cubicBezTo>
                    <a:cubicBezTo>
                      <a:pt x="2462" y="425"/>
                      <a:pt x="2457" y="426"/>
                      <a:pt x="2454" y="423"/>
                    </a:cubicBezTo>
                    <a:cubicBezTo>
                      <a:pt x="2452" y="422"/>
                      <a:pt x="2451" y="418"/>
                      <a:pt x="2450" y="416"/>
                    </a:cubicBezTo>
                    <a:cubicBezTo>
                      <a:pt x="2449" y="414"/>
                      <a:pt x="2449" y="413"/>
                      <a:pt x="2449" y="411"/>
                    </a:cubicBezTo>
                    <a:cubicBezTo>
                      <a:pt x="2449" y="410"/>
                      <a:pt x="2450" y="409"/>
                      <a:pt x="2451" y="407"/>
                    </a:cubicBezTo>
                    <a:cubicBezTo>
                      <a:pt x="2451" y="405"/>
                      <a:pt x="2450" y="402"/>
                      <a:pt x="2448" y="400"/>
                    </a:cubicBezTo>
                    <a:cubicBezTo>
                      <a:pt x="2446" y="398"/>
                      <a:pt x="2443" y="398"/>
                      <a:pt x="2440" y="397"/>
                    </a:cubicBezTo>
                    <a:cubicBezTo>
                      <a:pt x="2437" y="396"/>
                      <a:pt x="2433" y="396"/>
                      <a:pt x="2430" y="395"/>
                    </a:cubicBezTo>
                    <a:cubicBezTo>
                      <a:pt x="2427" y="393"/>
                      <a:pt x="2426" y="394"/>
                      <a:pt x="2423" y="395"/>
                    </a:cubicBezTo>
                    <a:cubicBezTo>
                      <a:pt x="2418" y="397"/>
                      <a:pt x="2414" y="396"/>
                      <a:pt x="2412" y="402"/>
                    </a:cubicBezTo>
                    <a:cubicBezTo>
                      <a:pt x="2412" y="405"/>
                      <a:pt x="2411" y="407"/>
                      <a:pt x="2411" y="410"/>
                    </a:cubicBezTo>
                    <a:cubicBezTo>
                      <a:pt x="2411" y="412"/>
                      <a:pt x="2410" y="414"/>
                      <a:pt x="2410" y="417"/>
                    </a:cubicBezTo>
                    <a:cubicBezTo>
                      <a:pt x="2410" y="420"/>
                      <a:pt x="2411" y="423"/>
                      <a:pt x="2410" y="425"/>
                    </a:cubicBezTo>
                    <a:cubicBezTo>
                      <a:pt x="2409" y="428"/>
                      <a:pt x="2406" y="428"/>
                      <a:pt x="2403" y="428"/>
                    </a:cubicBezTo>
                    <a:cubicBezTo>
                      <a:pt x="2401" y="428"/>
                      <a:pt x="2398" y="428"/>
                      <a:pt x="2396" y="430"/>
                    </a:cubicBezTo>
                    <a:cubicBezTo>
                      <a:pt x="2393" y="431"/>
                      <a:pt x="2391" y="433"/>
                      <a:pt x="2388" y="434"/>
                    </a:cubicBezTo>
                    <a:cubicBezTo>
                      <a:pt x="2384" y="434"/>
                      <a:pt x="2384" y="432"/>
                      <a:pt x="2382" y="430"/>
                    </a:cubicBezTo>
                    <a:cubicBezTo>
                      <a:pt x="2380" y="428"/>
                      <a:pt x="2376" y="427"/>
                      <a:pt x="2374" y="426"/>
                    </a:cubicBezTo>
                    <a:cubicBezTo>
                      <a:pt x="2369" y="425"/>
                      <a:pt x="2364" y="424"/>
                      <a:pt x="2359" y="423"/>
                    </a:cubicBezTo>
                    <a:cubicBezTo>
                      <a:pt x="2356" y="423"/>
                      <a:pt x="2354" y="423"/>
                      <a:pt x="2351" y="423"/>
                    </a:cubicBezTo>
                    <a:cubicBezTo>
                      <a:pt x="2349" y="423"/>
                      <a:pt x="2348" y="424"/>
                      <a:pt x="2346" y="422"/>
                    </a:cubicBezTo>
                    <a:cubicBezTo>
                      <a:pt x="2344" y="422"/>
                      <a:pt x="2343" y="421"/>
                      <a:pt x="2342" y="420"/>
                    </a:cubicBezTo>
                    <a:cubicBezTo>
                      <a:pt x="2340" y="419"/>
                      <a:pt x="2340" y="418"/>
                      <a:pt x="2338" y="417"/>
                    </a:cubicBezTo>
                    <a:cubicBezTo>
                      <a:pt x="2337" y="417"/>
                      <a:pt x="2336" y="418"/>
                      <a:pt x="2335" y="418"/>
                    </a:cubicBezTo>
                    <a:cubicBezTo>
                      <a:pt x="2333" y="419"/>
                      <a:pt x="2329" y="419"/>
                      <a:pt x="2328" y="420"/>
                    </a:cubicBezTo>
                    <a:cubicBezTo>
                      <a:pt x="2325" y="422"/>
                      <a:pt x="2325" y="426"/>
                      <a:pt x="2322" y="426"/>
                    </a:cubicBezTo>
                    <a:cubicBezTo>
                      <a:pt x="2320" y="427"/>
                      <a:pt x="2317" y="426"/>
                      <a:pt x="2314" y="425"/>
                    </a:cubicBezTo>
                    <a:cubicBezTo>
                      <a:pt x="2312" y="424"/>
                      <a:pt x="2310" y="423"/>
                      <a:pt x="2307" y="424"/>
                    </a:cubicBezTo>
                    <a:cubicBezTo>
                      <a:pt x="2301" y="424"/>
                      <a:pt x="2296" y="425"/>
                      <a:pt x="2290" y="425"/>
                    </a:cubicBezTo>
                    <a:cubicBezTo>
                      <a:pt x="2279" y="425"/>
                      <a:pt x="2273" y="415"/>
                      <a:pt x="2266" y="408"/>
                    </a:cubicBezTo>
                    <a:cubicBezTo>
                      <a:pt x="2264" y="407"/>
                      <a:pt x="2261" y="405"/>
                      <a:pt x="2259" y="403"/>
                    </a:cubicBezTo>
                    <a:cubicBezTo>
                      <a:pt x="2258" y="402"/>
                      <a:pt x="2257" y="400"/>
                      <a:pt x="2255" y="398"/>
                    </a:cubicBezTo>
                    <a:cubicBezTo>
                      <a:pt x="2252" y="395"/>
                      <a:pt x="2246" y="394"/>
                      <a:pt x="2241" y="392"/>
                    </a:cubicBezTo>
                    <a:cubicBezTo>
                      <a:pt x="2239" y="391"/>
                      <a:pt x="2236" y="390"/>
                      <a:pt x="2234" y="389"/>
                    </a:cubicBezTo>
                    <a:cubicBezTo>
                      <a:pt x="2232" y="387"/>
                      <a:pt x="2232" y="386"/>
                      <a:pt x="2231" y="384"/>
                    </a:cubicBezTo>
                    <a:cubicBezTo>
                      <a:pt x="2230" y="380"/>
                      <a:pt x="2224" y="379"/>
                      <a:pt x="2220" y="380"/>
                    </a:cubicBezTo>
                    <a:cubicBezTo>
                      <a:pt x="2217" y="380"/>
                      <a:pt x="2215" y="385"/>
                      <a:pt x="2211" y="385"/>
                    </a:cubicBezTo>
                    <a:cubicBezTo>
                      <a:pt x="2207" y="386"/>
                      <a:pt x="2201" y="386"/>
                      <a:pt x="2197" y="383"/>
                    </a:cubicBezTo>
                    <a:cubicBezTo>
                      <a:pt x="2195" y="382"/>
                      <a:pt x="2194" y="380"/>
                      <a:pt x="2193" y="379"/>
                    </a:cubicBezTo>
                    <a:cubicBezTo>
                      <a:pt x="2191" y="378"/>
                      <a:pt x="2189" y="378"/>
                      <a:pt x="2187" y="378"/>
                    </a:cubicBezTo>
                    <a:cubicBezTo>
                      <a:pt x="2182" y="378"/>
                      <a:pt x="2180" y="381"/>
                      <a:pt x="2177" y="384"/>
                    </a:cubicBezTo>
                    <a:cubicBezTo>
                      <a:pt x="2174" y="386"/>
                      <a:pt x="2169" y="385"/>
                      <a:pt x="2166" y="387"/>
                    </a:cubicBezTo>
                    <a:cubicBezTo>
                      <a:pt x="2163" y="389"/>
                      <a:pt x="2165" y="394"/>
                      <a:pt x="2166" y="397"/>
                    </a:cubicBezTo>
                    <a:cubicBezTo>
                      <a:pt x="2166" y="399"/>
                      <a:pt x="2166" y="400"/>
                      <a:pt x="2167" y="402"/>
                    </a:cubicBezTo>
                    <a:cubicBezTo>
                      <a:pt x="2168" y="403"/>
                      <a:pt x="2170" y="404"/>
                      <a:pt x="2170" y="406"/>
                    </a:cubicBezTo>
                    <a:cubicBezTo>
                      <a:pt x="2171" y="407"/>
                      <a:pt x="2173" y="409"/>
                      <a:pt x="2171" y="411"/>
                    </a:cubicBezTo>
                    <a:cubicBezTo>
                      <a:pt x="2170" y="412"/>
                      <a:pt x="2168" y="413"/>
                      <a:pt x="2166" y="414"/>
                    </a:cubicBezTo>
                    <a:cubicBezTo>
                      <a:pt x="2164" y="417"/>
                      <a:pt x="2162" y="420"/>
                      <a:pt x="2159" y="421"/>
                    </a:cubicBezTo>
                    <a:cubicBezTo>
                      <a:pt x="2154" y="423"/>
                      <a:pt x="2149" y="424"/>
                      <a:pt x="2144" y="424"/>
                    </a:cubicBezTo>
                    <a:cubicBezTo>
                      <a:pt x="2140" y="423"/>
                      <a:pt x="2136" y="423"/>
                      <a:pt x="2132" y="422"/>
                    </a:cubicBezTo>
                    <a:cubicBezTo>
                      <a:pt x="2127" y="421"/>
                      <a:pt x="2124" y="418"/>
                      <a:pt x="2120" y="416"/>
                    </a:cubicBezTo>
                    <a:cubicBezTo>
                      <a:pt x="2116" y="414"/>
                      <a:pt x="2111" y="415"/>
                      <a:pt x="2108" y="411"/>
                    </a:cubicBezTo>
                    <a:cubicBezTo>
                      <a:pt x="2105" y="409"/>
                      <a:pt x="2102" y="407"/>
                      <a:pt x="2098" y="406"/>
                    </a:cubicBezTo>
                    <a:cubicBezTo>
                      <a:pt x="2096" y="405"/>
                      <a:pt x="2094" y="405"/>
                      <a:pt x="2092" y="404"/>
                    </a:cubicBezTo>
                    <a:cubicBezTo>
                      <a:pt x="2090" y="403"/>
                      <a:pt x="2089" y="402"/>
                      <a:pt x="2087" y="400"/>
                    </a:cubicBezTo>
                    <a:cubicBezTo>
                      <a:pt x="2082" y="397"/>
                      <a:pt x="2076" y="396"/>
                      <a:pt x="2070" y="393"/>
                    </a:cubicBezTo>
                    <a:cubicBezTo>
                      <a:pt x="2066" y="391"/>
                      <a:pt x="2062" y="387"/>
                      <a:pt x="2058" y="384"/>
                    </a:cubicBezTo>
                    <a:cubicBezTo>
                      <a:pt x="2055" y="382"/>
                      <a:pt x="2052" y="379"/>
                      <a:pt x="2050" y="377"/>
                    </a:cubicBezTo>
                    <a:cubicBezTo>
                      <a:pt x="2045" y="373"/>
                      <a:pt x="2041" y="368"/>
                      <a:pt x="2036" y="364"/>
                    </a:cubicBezTo>
                    <a:cubicBezTo>
                      <a:pt x="2031" y="361"/>
                      <a:pt x="2029" y="353"/>
                      <a:pt x="2032" y="349"/>
                    </a:cubicBezTo>
                    <a:cubicBezTo>
                      <a:pt x="2037" y="344"/>
                      <a:pt x="2045" y="351"/>
                      <a:pt x="2047" y="356"/>
                    </a:cubicBezTo>
                    <a:cubicBezTo>
                      <a:pt x="2049" y="359"/>
                      <a:pt x="2048" y="362"/>
                      <a:pt x="2049" y="365"/>
                    </a:cubicBezTo>
                    <a:cubicBezTo>
                      <a:pt x="2050" y="368"/>
                      <a:pt x="2053" y="369"/>
                      <a:pt x="2056" y="366"/>
                    </a:cubicBezTo>
                    <a:cubicBezTo>
                      <a:pt x="2059" y="362"/>
                      <a:pt x="2058" y="353"/>
                      <a:pt x="2054" y="349"/>
                    </a:cubicBezTo>
                    <a:cubicBezTo>
                      <a:pt x="2051" y="347"/>
                      <a:pt x="2049" y="346"/>
                      <a:pt x="2046" y="346"/>
                    </a:cubicBezTo>
                    <a:cubicBezTo>
                      <a:pt x="2042" y="346"/>
                      <a:pt x="2040" y="343"/>
                      <a:pt x="2038" y="340"/>
                    </a:cubicBezTo>
                    <a:cubicBezTo>
                      <a:pt x="2036" y="338"/>
                      <a:pt x="2034" y="335"/>
                      <a:pt x="2031" y="333"/>
                    </a:cubicBezTo>
                    <a:cubicBezTo>
                      <a:pt x="2030" y="332"/>
                      <a:pt x="2028" y="331"/>
                      <a:pt x="2027" y="330"/>
                    </a:cubicBezTo>
                    <a:cubicBezTo>
                      <a:pt x="2026" y="329"/>
                      <a:pt x="2025" y="327"/>
                      <a:pt x="2024" y="326"/>
                    </a:cubicBezTo>
                    <a:cubicBezTo>
                      <a:pt x="2018" y="320"/>
                      <a:pt x="2010" y="317"/>
                      <a:pt x="2004" y="324"/>
                    </a:cubicBezTo>
                    <a:cubicBezTo>
                      <a:pt x="2002" y="326"/>
                      <a:pt x="2000" y="328"/>
                      <a:pt x="1998" y="330"/>
                    </a:cubicBezTo>
                    <a:cubicBezTo>
                      <a:pt x="1994" y="334"/>
                      <a:pt x="1991" y="339"/>
                      <a:pt x="1987" y="343"/>
                    </a:cubicBezTo>
                    <a:cubicBezTo>
                      <a:pt x="1983" y="346"/>
                      <a:pt x="1979" y="348"/>
                      <a:pt x="1974" y="350"/>
                    </a:cubicBezTo>
                    <a:cubicBezTo>
                      <a:pt x="1973" y="351"/>
                      <a:pt x="1971" y="352"/>
                      <a:pt x="1969" y="353"/>
                    </a:cubicBezTo>
                    <a:cubicBezTo>
                      <a:pt x="1967" y="355"/>
                      <a:pt x="1966" y="357"/>
                      <a:pt x="1963" y="358"/>
                    </a:cubicBezTo>
                    <a:cubicBezTo>
                      <a:pt x="1960" y="358"/>
                      <a:pt x="1958" y="359"/>
                      <a:pt x="1955" y="360"/>
                    </a:cubicBezTo>
                    <a:cubicBezTo>
                      <a:pt x="1952" y="361"/>
                      <a:pt x="1951" y="365"/>
                      <a:pt x="1949" y="366"/>
                    </a:cubicBezTo>
                    <a:cubicBezTo>
                      <a:pt x="1946" y="368"/>
                      <a:pt x="1941" y="367"/>
                      <a:pt x="1938" y="367"/>
                    </a:cubicBezTo>
                    <a:cubicBezTo>
                      <a:pt x="1935" y="366"/>
                      <a:pt x="1932" y="366"/>
                      <a:pt x="1929" y="366"/>
                    </a:cubicBezTo>
                    <a:cubicBezTo>
                      <a:pt x="1923" y="366"/>
                      <a:pt x="1918" y="366"/>
                      <a:pt x="1913" y="365"/>
                    </a:cubicBezTo>
                    <a:cubicBezTo>
                      <a:pt x="1908" y="363"/>
                      <a:pt x="1903" y="362"/>
                      <a:pt x="1898" y="359"/>
                    </a:cubicBezTo>
                    <a:cubicBezTo>
                      <a:pt x="1893" y="357"/>
                      <a:pt x="1888" y="356"/>
                      <a:pt x="1883" y="355"/>
                    </a:cubicBezTo>
                    <a:cubicBezTo>
                      <a:pt x="1879" y="353"/>
                      <a:pt x="1876" y="350"/>
                      <a:pt x="1872" y="347"/>
                    </a:cubicBezTo>
                    <a:cubicBezTo>
                      <a:pt x="1868" y="345"/>
                      <a:pt x="1864" y="344"/>
                      <a:pt x="1860" y="342"/>
                    </a:cubicBezTo>
                    <a:cubicBezTo>
                      <a:pt x="1857" y="341"/>
                      <a:pt x="1854" y="338"/>
                      <a:pt x="1850" y="336"/>
                    </a:cubicBezTo>
                    <a:cubicBezTo>
                      <a:pt x="1847" y="334"/>
                      <a:pt x="1845" y="332"/>
                      <a:pt x="1843" y="330"/>
                    </a:cubicBezTo>
                    <a:cubicBezTo>
                      <a:pt x="1840" y="326"/>
                      <a:pt x="1838" y="322"/>
                      <a:pt x="1834" y="320"/>
                    </a:cubicBezTo>
                    <a:cubicBezTo>
                      <a:pt x="1830" y="317"/>
                      <a:pt x="1826" y="316"/>
                      <a:pt x="1823" y="312"/>
                    </a:cubicBezTo>
                    <a:cubicBezTo>
                      <a:pt x="1815" y="304"/>
                      <a:pt x="1817" y="295"/>
                      <a:pt x="1820" y="285"/>
                    </a:cubicBezTo>
                    <a:cubicBezTo>
                      <a:pt x="1821" y="282"/>
                      <a:pt x="1822" y="279"/>
                      <a:pt x="1819" y="278"/>
                    </a:cubicBezTo>
                    <a:cubicBezTo>
                      <a:pt x="1815" y="276"/>
                      <a:pt x="1810" y="278"/>
                      <a:pt x="1806" y="278"/>
                    </a:cubicBezTo>
                    <a:cubicBezTo>
                      <a:pt x="1802" y="277"/>
                      <a:pt x="1800" y="275"/>
                      <a:pt x="1797" y="273"/>
                    </a:cubicBezTo>
                    <a:cubicBezTo>
                      <a:pt x="1793" y="270"/>
                      <a:pt x="1788" y="269"/>
                      <a:pt x="1785" y="265"/>
                    </a:cubicBezTo>
                    <a:cubicBezTo>
                      <a:pt x="1783" y="262"/>
                      <a:pt x="1781" y="257"/>
                      <a:pt x="1775" y="257"/>
                    </a:cubicBezTo>
                    <a:cubicBezTo>
                      <a:pt x="1771" y="257"/>
                      <a:pt x="1767" y="260"/>
                      <a:pt x="1765" y="264"/>
                    </a:cubicBezTo>
                    <a:cubicBezTo>
                      <a:pt x="1763" y="267"/>
                      <a:pt x="1762" y="271"/>
                      <a:pt x="1762" y="275"/>
                    </a:cubicBezTo>
                    <a:cubicBezTo>
                      <a:pt x="1762" y="279"/>
                      <a:pt x="1765" y="281"/>
                      <a:pt x="1767" y="284"/>
                    </a:cubicBezTo>
                    <a:cubicBezTo>
                      <a:pt x="1769" y="286"/>
                      <a:pt x="1770" y="289"/>
                      <a:pt x="1767" y="291"/>
                    </a:cubicBezTo>
                    <a:cubicBezTo>
                      <a:pt x="1762" y="295"/>
                      <a:pt x="1754" y="298"/>
                      <a:pt x="1750" y="304"/>
                    </a:cubicBezTo>
                    <a:cubicBezTo>
                      <a:pt x="1749" y="306"/>
                      <a:pt x="1748" y="307"/>
                      <a:pt x="1746" y="309"/>
                    </a:cubicBezTo>
                    <a:cubicBezTo>
                      <a:pt x="1742" y="313"/>
                      <a:pt x="1739" y="314"/>
                      <a:pt x="1734" y="315"/>
                    </a:cubicBezTo>
                    <a:cubicBezTo>
                      <a:pt x="1730" y="316"/>
                      <a:pt x="1727" y="316"/>
                      <a:pt x="1723" y="317"/>
                    </a:cubicBezTo>
                    <a:cubicBezTo>
                      <a:pt x="1722" y="317"/>
                      <a:pt x="1720" y="317"/>
                      <a:pt x="1719" y="317"/>
                    </a:cubicBezTo>
                    <a:cubicBezTo>
                      <a:pt x="1718" y="317"/>
                      <a:pt x="1718" y="317"/>
                      <a:pt x="1717" y="317"/>
                    </a:cubicBezTo>
                    <a:cubicBezTo>
                      <a:pt x="1717" y="318"/>
                      <a:pt x="1716" y="318"/>
                      <a:pt x="1716" y="318"/>
                    </a:cubicBezTo>
                    <a:cubicBezTo>
                      <a:pt x="1713" y="319"/>
                      <a:pt x="1708" y="319"/>
                      <a:pt x="1705" y="319"/>
                    </a:cubicBezTo>
                    <a:cubicBezTo>
                      <a:pt x="1701" y="318"/>
                      <a:pt x="1697" y="318"/>
                      <a:pt x="1693" y="318"/>
                    </a:cubicBezTo>
                    <a:cubicBezTo>
                      <a:pt x="1690" y="318"/>
                      <a:pt x="1687" y="318"/>
                      <a:pt x="1684" y="317"/>
                    </a:cubicBezTo>
                    <a:cubicBezTo>
                      <a:pt x="1682" y="316"/>
                      <a:pt x="1679" y="315"/>
                      <a:pt x="1677" y="314"/>
                    </a:cubicBezTo>
                    <a:cubicBezTo>
                      <a:pt x="1674" y="313"/>
                      <a:pt x="1671" y="313"/>
                      <a:pt x="1669" y="315"/>
                    </a:cubicBezTo>
                    <a:cubicBezTo>
                      <a:pt x="1667" y="316"/>
                      <a:pt x="1666" y="319"/>
                      <a:pt x="1664" y="321"/>
                    </a:cubicBezTo>
                    <a:cubicBezTo>
                      <a:pt x="1662" y="323"/>
                      <a:pt x="1658" y="324"/>
                      <a:pt x="1655" y="326"/>
                    </a:cubicBezTo>
                    <a:cubicBezTo>
                      <a:pt x="1653" y="327"/>
                      <a:pt x="1649" y="329"/>
                      <a:pt x="1646" y="329"/>
                    </a:cubicBezTo>
                    <a:cubicBezTo>
                      <a:pt x="1643" y="329"/>
                      <a:pt x="1640" y="328"/>
                      <a:pt x="1637" y="328"/>
                    </a:cubicBezTo>
                    <a:cubicBezTo>
                      <a:pt x="1635" y="327"/>
                      <a:pt x="1633" y="327"/>
                      <a:pt x="1631" y="327"/>
                    </a:cubicBezTo>
                    <a:cubicBezTo>
                      <a:pt x="1628" y="327"/>
                      <a:pt x="1628" y="327"/>
                      <a:pt x="1628" y="327"/>
                    </a:cubicBezTo>
                    <a:cubicBezTo>
                      <a:pt x="1621" y="327"/>
                      <a:pt x="1613" y="328"/>
                      <a:pt x="1606" y="326"/>
                    </a:cubicBezTo>
                    <a:cubicBezTo>
                      <a:pt x="1604" y="325"/>
                      <a:pt x="1603" y="325"/>
                      <a:pt x="1601" y="325"/>
                    </a:cubicBezTo>
                    <a:cubicBezTo>
                      <a:pt x="1599" y="325"/>
                      <a:pt x="1598" y="326"/>
                      <a:pt x="1596" y="326"/>
                    </a:cubicBezTo>
                    <a:cubicBezTo>
                      <a:pt x="1593" y="326"/>
                      <a:pt x="1592" y="327"/>
                      <a:pt x="1589" y="328"/>
                    </a:cubicBezTo>
                    <a:cubicBezTo>
                      <a:pt x="1582" y="331"/>
                      <a:pt x="1574" y="332"/>
                      <a:pt x="1566" y="334"/>
                    </a:cubicBezTo>
                    <a:cubicBezTo>
                      <a:pt x="1562" y="335"/>
                      <a:pt x="1559" y="337"/>
                      <a:pt x="1555" y="337"/>
                    </a:cubicBezTo>
                    <a:cubicBezTo>
                      <a:pt x="1550" y="338"/>
                      <a:pt x="1546" y="338"/>
                      <a:pt x="1542" y="339"/>
                    </a:cubicBezTo>
                    <a:cubicBezTo>
                      <a:pt x="1533" y="340"/>
                      <a:pt x="1525" y="340"/>
                      <a:pt x="1516" y="340"/>
                    </a:cubicBezTo>
                    <a:cubicBezTo>
                      <a:pt x="1499" y="340"/>
                      <a:pt x="1482" y="343"/>
                      <a:pt x="1465" y="342"/>
                    </a:cubicBezTo>
                    <a:cubicBezTo>
                      <a:pt x="1461" y="342"/>
                      <a:pt x="1458" y="341"/>
                      <a:pt x="1455" y="338"/>
                    </a:cubicBezTo>
                    <a:cubicBezTo>
                      <a:pt x="1450" y="334"/>
                      <a:pt x="1445" y="332"/>
                      <a:pt x="1438" y="333"/>
                    </a:cubicBezTo>
                    <a:cubicBezTo>
                      <a:pt x="1436" y="334"/>
                      <a:pt x="1434" y="335"/>
                      <a:pt x="1432" y="336"/>
                    </a:cubicBezTo>
                    <a:cubicBezTo>
                      <a:pt x="1430" y="338"/>
                      <a:pt x="1429" y="340"/>
                      <a:pt x="1428" y="342"/>
                    </a:cubicBezTo>
                    <a:cubicBezTo>
                      <a:pt x="1425" y="346"/>
                      <a:pt x="1423" y="350"/>
                      <a:pt x="1420" y="354"/>
                    </a:cubicBezTo>
                    <a:cubicBezTo>
                      <a:pt x="1418" y="359"/>
                      <a:pt x="1414" y="360"/>
                      <a:pt x="1410" y="361"/>
                    </a:cubicBezTo>
                    <a:cubicBezTo>
                      <a:pt x="1406" y="362"/>
                      <a:pt x="1403" y="365"/>
                      <a:pt x="1399" y="367"/>
                    </a:cubicBezTo>
                    <a:cubicBezTo>
                      <a:pt x="1397" y="369"/>
                      <a:pt x="1394" y="372"/>
                      <a:pt x="1391" y="372"/>
                    </a:cubicBezTo>
                    <a:cubicBezTo>
                      <a:pt x="1389" y="372"/>
                      <a:pt x="1387" y="372"/>
                      <a:pt x="1385" y="373"/>
                    </a:cubicBezTo>
                    <a:cubicBezTo>
                      <a:pt x="1381" y="374"/>
                      <a:pt x="1376" y="373"/>
                      <a:pt x="1372" y="375"/>
                    </a:cubicBezTo>
                    <a:cubicBezTo>
                      <a:pt x="1368" y="378"/>
                      <a:pt x="1366" y="381"/>
                      <a:pt x="1366" y="386"/>
                    </a:cubicBezTo>
                    <a:cubicBezTo>
                      <a:pt x="1365" y="391"/>
                      <a:pt x="1365" y="395"/>
                      <a:pt x="1361" y="399"/>
                    </a:cubicBezTo>
                    <a:cubicBezTo>
                      <a:pt x="1359" y="400"/>
                      <a:pt x="1357" y="401"/>
                      <a:pt x="1356" y="402"/>
                    </a:cubicBezTo>
                    <a:cubicBezTo>
                      <a:pt x="1354" y="402"/>
                      <a:pt x="1353" y="404"/>
                      <a:pt x="1351" y="405"/>
                    </a:cubicBezTo>
                    <a:cubicBezTo>
                      <a:pt x="1348" y="407"/>
                      <a:pt x="1343" y="409"/>
                      <a:pt x="1339" y="410"/>
                    </a:cubicBezTo>
                    <a:cubicBezTo>
                      <a:pt x="1335" y="412"/>
                      <a:pt x="1330" y="413"/>
                      <a:pt x="1325" y="413"/>
                    </a:cubicBezTo>
                    <a:cubicBezTo>
                      <a:pt x="1320" y="414"/>
                      <a:pt x="1317" y="415"/>
                      <a:pt x="1312" y="417"/>
                    </a:cubicBezTo>
                    <a:cubicBezTo>
                      <a:pt x="1306" y="419"/>
                      <a:pt x="1300" y="420"/>
                      <a:pt x="1293" y="422"/>
                    </a:cubicBezTo>
                    <a:cubicBezTo>
                      <a:pt x="1289" y="423"/>
                      <a:pt x="1285" y="424"/>
                      <a:pt x="1280" y="426"/>
                    </a:cubicBezTo>
                    <a:cubicBezTo>
                      <a:pt x="1276" y="428"/>
                      <a:pt x="1271" y="428"/>
                      <a:pt x="1268" y="432"/>
                    </a:cubicBezTo>
                    <a:cubicBezTo>
                      <a:pt x="1266" y="433"/>
                      <a:pt x="1266" y="434"/>
                      <a:pt x="1265" y="436"/>
                    </a:cubicBezTo>
                    <a:cubicBezTo>
                      <a:pt x="1263" y="441"/>
                      <a:pt x="1259" y="445"/>
                      <a:pt x="1256" y="450"/>
                    </a:cubicBezTo>
                    <a:cubicBezTo>
                      <a:pt x="1255" y="452"/>
                      <a:pt x="1254" y="455"/>
                      <a:pt x="1252" y="456"/>
                    </a:cubicBezTo>
                    <a:cubicBezTo>
                      <a:pt x="1250" y="457"/>
                      <a:pt x="1247" y="456"/>
                      <a:pt x="1245" y="456"/>
                    </a:cubicBezTo>
                    <a:cubicBezTo>
                      <a:pt x="1241" y="457"/>
                      <a:pt x="1240" y="458"/>
                      <a:pt x="1237" y="460"/>
                    </a:cubicBezTo>
                    <a:cubicBezTo>
                      <a:pt x="1235" y="462"/>
                      <a:pt x="1233" y="464"/>
                      <a:pt x="1231" y="466"/>
                    </a:cubicBezTo>
                    <a:cubicBezTo>
                      <a:pt x="1230" y="468"/>
                      <a:pt x="1227" y="470"/>
                      <a:pt x="1225" y="472"/>
                    </a:cubicBezTo>
                    <a:cubicBezTo>
                      <a:pt x="1221" y="475"/>
                      <a:pt x="1218" y="479"/>
                      <a:pt x="1214" y="483"/>
                    </a:cubicBezTo>
                    <a:cubicBezTo>
                      <a:pt x="1210" y="489"/>
                      <a:pt x="1204" y="492"/>
                      <a:pt x="1199" y="497"/>
                    </a:cubicBezTo>
                    <a:cubicBezTo>
                      <a:pt x="1194" y="502"/>
                      <a:pt x="1190" y="507"/>
                      <a:pt x="1185" y="513"/>
                    </a:cubicBezTo>
                    <a:cubicBezTo>
                      <a:pt x="1182" y="517"/>
                      <a:pt x="1178" y="520"/>
                      <a:pt x="1175" y="524"/>
                    </a:cubicBezTo>
                    <a:cubicBezTo>
                      <a:pt x="1173" y="526"/>
                      <a:pt x="1170" y="529"/>
                      <a:pt x="1168" y="531"/>
                    </a:cubicBezTo>
                    <a:cubicBezTo>
                      <a:pt x="1166" y="533"/>
                      <a:pt x="1164" y="536"/>
                      <a:pt x="1162" y="538"/>
                    </a:cubicBezTo>
                    <a:cubicBezTo>
                      <a:pt x="1158" y="542"/>
                      <a:pt x="1154" y="547"/>
                      <a:pt x="1150" y="551"/>
                    </a:cubicBezTo>
                    <a:cubicBezTo>
                      <a:pt x="1149" y="552"/>
                      <a:pt x="1147" y="553"/>
                      <a:pt x="1146" y="555"/>
                    </a:cubicBezTo>
                    <a:cubicBezTo>
                      <a:pt x="1145" y="556"/>
                      <a:pt x="1144" y="557"/>
                      <a:pt x="1143" y="558"/>
                    </a:cubicBezTo>
                    <a:cubicBezTo>
                      <a:pt x="1140" y="561"/>
                      <a:pt x="1136" y="563"/>
                      <a:pt x="1134" y="565"/>
                    </a:cubicBezTo>
                    <a:cubicBezTo>
                      <a:pt x="1131" y="568"/>
                      <a:pt x="1128" y="568"/>
                      <a:pt x="1124" y="568"/>
                    </a:cubicBezTo>
                    <a:cubicBezTo>
                      <a:pt x="1119" y="568"/>
                      <a:pt x="1115" y="568"/>
                      <a:pt x="1111" y="570"/>
                    </a:cubicBezTo>
                    <a:cubicBezTo>
                      <a:pt x="1104" y="574"/>
                      <a:pt x="1100" y="580"/>
                      <a:pt x="1096" y="586"/>
                    </a:cubicBezTo>
                    <a:cubicBezTo>
                      <a:pt x="1091" y="593"/>
                      <a:pt x="1084" y="596"/>
                      <a:pt x="1077" y="601"/>
                    </a:cubicBezTo>
                    <a:cubicBezTo>
                      <a:pt x="1073" y="603"/>
                      <a:pt x="1067" y="609"/>
                      <a:pt x="1072" y="614"/>
                    </a:cubicBezTo>
                    <a:cubicBezTo>
                      <a:pt x="1075" y="617"/>
                      <a:pt x="1078" y="615"/>
                      <a:pt x="1082" y="617"/>
                    </a:cubicBezTo>
                    <a:cubicBezTo>
                      <a:pt x="1085" y="618"/>
                      <a:pt x="1087" y="621"/>
                      <a:pt x="1086" y="624"/>
                    </a:cubicBezTo>
                    <a:cubicBezTo>
                      <a:pt x="1085" y="631"/>
                      <a:pt x="1080" y="638"/>
                      <a:pt x="1075" y="643"/>
                    </a:cubicBezTo>
                    <a:cubicBezTo>
                      <a:pt x="1072" y="646"/>
                      <a:pt x="1070" y="646"/>
                      <a:pt x="1067" y="647"/>
                    </a:cubicBezTo>
                    <a:cubicBezTo>
                      <a:pt x="1064" y="648"/>
                      <a:pt x="1061" y="651"/>
                      <a:pt x="1058" y="652"/>
                    </a:cubicBezTo>
                    <a:cubicBezTo>
                      <a:pt x="1052" y="656"/>
                      <a:pt x="1045" y="657"/>
                      <a:pt x="1039" y="660"/>
                    </a:cubicBezTo>
                    <a:cubicBezTo>
                      <a:pt x="1036" y="661"/>
                      <a:pt x="1033" y="663"/>
                      <a:pt x="1029" y="664"/>
                    </a:cubicBezTo>
                    <a:cubicBezTo>
                      <a:pt x="1025" y="665"/>
                      <a:pt x="1022" y="665"/>
                      <a:pt x="1018" y="665"/>
                    </a:cubicBezTo>
                    <a:cubicBezTo>
                      <a:pt x="1011" y="665"/>
                      <a:pt x="1005" y="665"/>
                      <a:pt x="998" y="665"/>
                    </a:cubicBezTo>
                    <a:cubicBezTo>
                      <a:pt x="992" y="665"/>
                      <a:pt x="986" y="666"/>
                      <a:pt x="980" y="666"/>
                    </a:cubicBezTo>
                    <a:cubicBezTo>
                      <a:pt x="969" y="666"/>
                      <a:pt x="959" y="666"/>
                      <a:pt x="949" y="666"/>
                    </a:cubicBezTo>
                    <a:cubicBezTo>
                      <a:pt x="946" y="666"/>
                      <a:pt x="944" y="665"/>
                      <a:pt x="941" y="664"/>
                    </a:cubicBezTo>
                    <a:cubicBezTo>
                      <a:pt x="938" y="664"/>
                      <a:pt x="935" y="663"/>
                      <a:pt x="931" y="662"/>
                    </a:cubicBezTo>
                    <a:cubicBezTo>
                      <a:pt x="928" y="661"/>
                      <a:pt x="925" y="660"/>
                      <a:pt x="922" y="659"/>
                    </a:cubicBezTo>
                    <a:cubicBezTo>
                      <a:pt x="921" y="659"/>
                      <a:pt x="919" y="659"/>
                      <a:pt x="917" y="658"/>
                    </a:cubicBezTo>
                    <a:cubicBezTo>
                      <a:pt x="917" y="658"/>
                      <a:pt x="916" y="658"/>
                      <a:pt x="915" y="657"/>
                    </a:cubicBezTo>
                    <a:cubicBezTo>
                      <a:pt x="907" y="654"/>
                      <a:pt x="899" y="658"/>
                      <a:pt x="890" y="658"/>
                    </a:cubicBezTo>
                    <a:cubicBezTo>
                      <a:pt x="888" y="658"/>
                      <a:pt x="885" y="659"/>
                      <a:pt x="883" y="659"/>
                    </a:cubicBezTo>
                    <a:cubicBezTo>
                      <a:pt x="880" y="659"/>
                      <a:pt x="877" y="659"/>
                      <a:pt x="874" y="659"/>
                    </a:cubicBezTo>
                    <a:cubicBezTo>
                      <a:pt x="868" y="659"/>
                      <a:pt x="864" y="658"/>
                      <a:pt x="861" y="653"/>
                    </a:cubicBezTo>
                    <a:cubicBezTo>
                      <a:pt x="860" y="651"/>
                      <a:pt x="859" y="648"/>
                      <a:pt x="857" y="646"/>
                    </a:cubicBezTo>
                    <a:cubicBezTo>
                      <a:pt x="855" y="644"/>
                      <a:pt x="852" y="644"/>
                      <a:pt x="849" y="644"/>
                    </a:cubicBezTo>
                    <a:cubicBezTo>
                      <a:pt x="844" y="643"/>
                      <a:pt x="838" y="643"/>
                      <a:pt x="834" y="646"/>
                    </a:cubicBezTo>
                    <a:cubicBezTo>
                      <a:pt x="830" y="649"/>
                      <a:pt x="830" y="655"/>
                      <a:pt x="829" y="659"/>
                    </a:cubicBezTo>
                    <a:cubicBezTo>
                      <a:pt x="829" y="662"/>
                      <a:pt x="829" y="664"/>
                      <a:pt x="827" y="666"/>
                    </a:cubicBezTo>
                    <a:cubicBezTo>
                      <a:pt x="826" y="668"/>
                      <a:pt x="822" y="669"/>
                      <a:pt x="820" y="669"/>
                    </a:cubicBezTo>
                    <a:cubicBezTo>
                      <a:pt x="815" y="670"/>
                      <a:pt x="810" y="670"/>
                      <a:pt x="806" y="673"/>
                    </a:cubicBezTo>
                    <a:cubicBezTo>
                      <a:pt x="804" y="675"/>
                      <a:pt x="803" y="676"/>
                      <a:pt x="801" y="676"/>
                    </a:cubicBezTo>
                    <a:cubicBezTo>
                      <a:pt x="800" y="677"/>
                      <a:pt x="798" y="677"/>
                      <a:pt x="797" y="677"/>
                    </a:cubicBezTo>
                    <a:cubicBezTo>
                      <a:pt x="797" y="677"/>
                      <a:pt x="798" y="678"/>
                      <a:pt x="797" y="678"/>
                    </a:cubicBezTo>
                    <a:cubicBezTo>
                      <a:pt x="795" y="679"/>
                      <a:pt x="792" y="677"/>
                      <a:pt x="790" y="677"/>
                    </a:cubicBezTo>
                    <a:cubicBezTo>
                      <a:pt x="787" y="677"/>
                      <a:pt x="784" y="677"/>
                      <a:pt x="782" y="677"/>
                    </a:cubicBezTo>
                    <a:cubicBezTo>
                      <a:pt x="778" y="677"/>
                      <a:pt x="774" y="679"/>
                      <a:pt x="770" y="682"/>
                    </a:cubicBezTo>
                    <a:cubicBezTo>
                      <a:pt x="767" y="684"/>
                      <a:pt x="763" y="684"/>
                      <a:pt x="760" y="683"/>
                    </a:cubicBezTo>
                    <a:cubicBezTo>
                      <a:pt x="756" y="683"/>
                      <a:pt x="752" y="683"/>
                      <a:pt x="748" y="683"/>
                    </a:cubicBezTo>
                    <a:cubicBezTo>
                      <a:pt x="738" y="683"/>
                      <a:pt x="728" y="680"/>
                      <a:pt x="718" y="683"/>
                    </a:cubicBezTo>
                    <a:cubicBezTo>
                      <a:pt x="710" y="685"/>
                      <a:pt x="701" y="683"/>
                      <a:pt x="694" y="681"/>
                    </a:cubicBezTo>
                    <a:cubicBezTo>
                      <a:pt x="692" y="680"/>
                      <a:pt x="689" y="680"/>
                      <a:pt x="687" y="679"/>
                    </a:cubicBezTo>
                    <a:cubicBezTo>
                      <a:pt x="685" y="679"/>
                      <a:pt x="684" y="678"/>
                      <a:pt x="682" y="677"/>
                    </a:cubicBezTo>
                    <a:cubicBezTo>
                      <a:pt x="681" y="677"/>
                      <a:pt x="679" y="677"/>
                      <a:pt x="678" y="677"/>
                    </a:cubicBezTo>
                    <a:cubicBezTo>
                      <a:pt x="675" y="676"/>
                      <a:pt x="673" y="675"/>
                      <a:pt x="670" y="675"/>
                    </a:cubicBezTo>
                    <a:cubicBezTo>
                      <a:pt x="668" y="674"/>
                      <a:pt x="666" y="675"/>
                      <a:pt x="664" y="674"/>
                    </a:cubicBezTo>
                    <a:cubicBezTo>
                      <a:pt x="658" y="672"/>
                      <a:pt x="653" y="672"/>
                      <a:pt x="647" y="672"/>
                    </a:cubicBezTo>
                    <a:cubicBezTo>
                      <a:pt x="642" y="672"/>
                      <a:pt x="637" y="671"/>
                      <a:pt x="632" y="672"/>
                    </a:cubicBezTo>
                    <a:cubicBezTo>
                      <a:pt x="630" y="673"/>
                      <a:pt x="627" y="674"/>
                      <a:pt x="624" y="674"/>
                    </a:cubicBezTo>
                    <a:cubicBezTo>
                      <a:pt x="622" y="674"/>
                      <a:pt x="620" y="675"/>
                      <a:pt x="618" y="676"/>
                    </a:cubicBezTo>
                    <a:cubicBezTo>
                      <a:pt x="617" y="677"/>
                      <a:pt x="615" y="679"/>
                      <a:pt x="613" y="680"/>
                    </a:cubicBezTo>
                    <a:cubicBezTo>
                      <a:pt x="612" y="681"/>
                      <a:pt x="610" y="681"/>
                      <a:pt x="609" y="683"/>
                    </a:cubicBezTo>
                    <a:cubicBezTo>
                      <a:pt x="605" y="687"/>
                      <a:pt x="605" y="692"/>
                      <a:pt x="601" y="696"/>
                    </a:cubicBezTo>
                    <a:cubicBezTo>
                      <a:pt x="597" y="699"/>
                      <a:pt x="597" y="702"/>
                      <a:pt x="598" y="707"/>
                    </a:cubicBezTo>
                    <a:cubicBezTo>
                      <a:pt x="599" y="710"/>
                      <a:pt x="599" y="715"/>
                      <a:pt x="598" y="718"/>
                    </a:cubicBezTo>
                    <a:cubicBezTo>
                      <a:pt x="596" y="722"/>
                      <a:pt x="593" y="726"/>
                      <a:pt x="591" y="730"/>
                    </a:cubicBezTo>
                    <a:cubicBezTo>
                      <a:pt x="591" y="732"/>
                      <a:pt x="590" y="733"/>
                      <a:pt x="589" y="735"/>
                    </a:cubicBezTo>
                    <a:cubicBezTo>
                      <a:pt x="589" y="737"/>
                      <a:pt x="589" y="743"/>
                      <a:pt x="591" y="745"/>
                    </a:cubicBezTo>
                    <a:cubicBezTo>
                      <a:pt x="593" y="748"/>
                      <a:pt x="598" y="751"/>
                      <a:pt x="601" y="752"/>
                    </a:cubicBezTo>
                    <a:cubicBezTo>
                      <a:pt x="605" y="754"/>
                      <a:pt x="608" y="757"/>
                      <a:pt x="610" y="760"/>
                    </a:cubicBezTo>
                    <a:cubicBezTo>
                      <a:pt x="613" y="763"/>
                      <a:pt x="616" y="765"/>
                      <a:pt x="619" y="768"/>
                    </a:cubicBezTo>
                    <a:cubicBezTo>
                      <a:pt x="622" y="771"/>
                      <a:pt x="625" y="773"/>
                      <a:pt x="629" y="774"/>
                    </a:cubicBezTo>
                    <a:cubicBezTo>
                      <a:pt x="632" y="775"/>
                      <a:pt x="636" y="774"/>
                      <a:pt x="640" y="774"/>
                    </a:cubicBezTo>
                    <a:cubicBezTo>
                      <a:pt x="642" y="774"/>
                      <a:pt x="645" y="773"/>
                      <a:pt x="646" y="776"/>
                    </a:cubicBezTo>
                    <a:cubicBezTo>
                      <a:pt x="647" y="777"/>
                      <a:pt x="646" y="778"/>
                      <a:pt x="645" y="779"/>
                    </a:cubicBezTo>
                    <a:cubicBezTo>
                      <a:pt x="644" y="781"/>
                      <a:pt x="640" y="783"/>
                      <a:pt x="643" y="786"/>
                    </a:cubicBezTo>
                    <a:cubicBezTo>
                      <a:pt x="645" y="789"/>
                      <a:pt x="650" y="788"/>
                      <a:pt x="653" y="787"/>
                    </a:cubicBezTo>
                    <a:cubicBezTo>
                      <a:pt x="655" y="787"/>
                      <a:pt x="657" y="787"/>
                      <a:pt x="658" y="788"/>
                    </a:cubicBezTo>
                    <a:cubicBezTo>
                      <a:pt x="660" y="788"/>
                      <a:pt x="660" y="790"/>
                      <a:pt x="662" y="791"/>
                    </a:cubicBezTo>
                    <a:cubicBezTo>
                      <a:pt x="667" y="795"/>
                      <a:pt x="672" y="794"/>
                      <a:pt x="678" y="791"/>
                    </a:cubicBezTo>
                    <a:cubicBezTo>
                      <a:pt x="681" y="790"/>
                      <a:pt x="685" y="789"/>
                      <a:pt x="689" y="788"/>
                    </a:cubicBezTo>
                    <a:cubicBezTo>
                      <a:pt x="693" y="787"/>
                      <a:pt x="698" y="787"/>
                      <a:pt x="702" y="787"/>
                    </a:cubicBezTo>
                    <a:cubicBezTo>
                      <a:pt x="707" y="787"/>
                      <a:pt x="712" y="788"/>
                      <a:pt x="717" y="787"/>
                    </a:cubicBezTo>
                    <a:cubicBezTo>
                      <a:pt x="723" y="785"/>
                      <a:pt x="729" y="782"/>
                      <a:pt x="734" y="780"/>
                    </a:cubicBezTo>
                    <a:cubicBezTo>
                      <a:pt x="739" y="778"/>
                      <a:pt x="745" y="782"/>
                      <a:pt x="750" y="782"/>
                    </a:cubicBezTo>
                    <a:cubicBezTo>
                      <a:pt x="755" y="782"/>
                      <a:pt x="760" y="781"/>
                      <a:pt x="764" y="779"/>
                    </a:cubicBezTo>
                    <a:cubicBezTo>
                      <a:pt x="768" y="779"/>
                      <a:pt x="786" y="773"/>
                      <a:pt x="783" y="783"/>
                    </a:cubicBezTo>
                    <a:cubicBezTo>
                      <a:pt x="780" y="790"/>
                      <a:pt x="770" y="788"/>
                      <a:pt x="764" y="789"/>
                    </a:cubicBezTo>
                    <a:cubicBezTo>
                      <a:pt x="759" y="789"/>
                      <a:pt x="755" y="790"/>
                      <a:pt x="750" y="791"/>
                    </a:cubicBezTo>
                    <a:cubicBezTo>
                      <a:pt x="746" y="791"/>
                      <a:pt x="742" y="791"/>
                      <a:pt x="739" y="792"/>
                    </a:cubicBezTo>
                    <a:cubicBezTo>
                      <a:pt x="730" y="795"/>
                      <a:pt x="727" y="805"/>
                      <a:pt x="717" y="804"/>
                    </a:cubicBezTo>
                    <a:cubicBezTo>
                      <a:pt x="712" y="803"/>
                      <a:pt x="708" y="800"/>
                      <a:pt x="703" y="799"/>
                    </a:cubicBezTo>
                    <a:cubicBezTo>
                      <a:pt x="699" y="798"/>
                      <a:pt x="698" y="801"/>
                      <a:pt x="697" y="803"/>
                    </a:cubicBezTo>
                    <a:cubicBezTo>
                      <a:pt x="691" y="813"/>
                      <a:pt x="681" y="811"/>
                      <a:pt x="672" y="813"/>
                    </a:cubicBezTo>
                    <a:cubicBezTo>
                      <a:pt x="668" y="814"/>
                      <a:pt x="666" y="816"/>
                      <a:pt x="663" y="818"/>
                    </a:cubicBezTo>
                    <a:cubicBezTo>
                      <a:pt x="659" y="821"/>
                      <a:pt x="655" y="822"/>
                      <a:pt x="651" y="823"/>
                    </a:cubicBezTo>
                    <a:cubicBezTo>
                      <a:pt x="646" y="823"/>
                      <a:pt x="641" y="823"/>
                      <a:pt x="636" y="824"/>
                    </a:cubicBezTo>
                    <a:cubicBezTo>
                      <a:pt x="629" y="825"/>
                      <a:pt x="623" y="827"/>
                      <a:pt x="616" y="829"/>
                    </a:cubicBezTo>
                    <a:cubicBezTo>
                      <a:pt x="610" y="829"/>
                      <a:pt x="604" y="829"/>
                      <a:pt x="598" y="830"/>
                    </a:cubicBezTo>
                    <a:cubicBezTo>
                      <a:pt x="595" y="830"/>
                      <a:pt x="590" y="830"/>
                      <a:pt x="587" y="832"/>
                    </a:cubicBezTo>
                    <a:cubicBezTo>
                      <a:pt x="585" y="834"/>
                      <a:pt x="584" y="837"/>
                      <a:pt x="583" y="839"/>
                    </a:cubicBezTo>
                    <a:cubicBezTo>
                      <a:pt x="581" y="844"/>
                      <a:pt x="580" y="851"/>
                      <a:pt x="573" y="852"/>
                    </a:cubicBezTo>
                    <a:cubicBezTo>
                      <a:pt x="565" y="854"/>
                      <a:pt x="549" y="853"/>
                      <a:pt x="548" y="865"/>
                    </a:cubicBezTo>
                    <a:cubicBezTo>
                      <a:pt x="547" y="871"/>
                      <a:pt x="553" y="873"/>
                      <a:pt x="558" y="874"/>
                    </a:cubicBezTo>
                    <a:cubicBezTo>
                      <a:pt x="564" y="874"/>
                      <a:pt x="569" y="874"/>
                      <a:pt x="575" y="878"/>
                    </a:cubicBezTo>
                    <a:cubicBezTo>
                      <a:pt x="579" y="881"/>
                      <a:pt x="583" y="885"/>
                      <a:pt x="589" y="884"/>
                    </a:cubicBezTo>
                    <a:cubicBezTo>
                      <a:pt x="594" y="884"/>
                      <a:pt x="599" y="881"/>
                      <a:pt x="603" y="879"/>
                    </a:cubicBezTo>
                    <a:cubicBezTo>
                      <a:pt x="607" y="878"/>
                      <a:pt x="611" y="875"/>
                      <a:pt x="616" y="875"/>
                    </a:cubicBezTo>
                    <a:cubicBezTo>
                      <a:pt x="620" y="876"/>
                      <a:pt x="627" y="879"/>
                      <a:pt x="629" y="882"/>
                    </a:cubicBezTo>
                    <a:cubicBezTo>
                      <a:pt x="631" y="886"/>
                      <a:pt x="624" y="888"/>
                      <a:pt x="621" y="889"/>
                    </a:cubicBezTo>
                    <a:cubicBezTo>
                      <a:pt x="616" y="892"/>
                      <a:pt x="617" y="899"/>
                      <a:pt x="614" y="904"/>
                    </a:cubicBezTo>
                    <a:cubicBezTo>
                      <a:pt x="611" y="911"/>
                      <a:pt x="604" y="907"/>
                      <a:pt x="598" y="906"/>
                    </a:cubicBezTo>
                    <a:cubicBezTo>
                      <a:pt x="590" y="905"/>
                      <a:pt x="583" y="909"/>
                      <a:pt x="574" y="910"/>
                    </a:cubicBezTo>
                    <a:cubicBezTo>
                      <a:pt x="567" y="911"/>
                      <a:pt x="561" y="906"/>
                      <a:pt x="553" y="906"/>
                    </a:cubicBezTo>
                    <a:cubicBezTo>
                      <a:pt x="547" y="905"/>
                      <a:pt x="544" y="912"/>
                      <a:pt x="538" y="913"/>
                    </a:cubicBezTo>
                    <a:cubicBezTo>
                      <a:pt x="530" y="915"/>
                      <a:pt x="521" y="912"/>
                      <a:pt x="513" y="912"/>
                    </a:cubicBezTo>
                    <a:cubicBezTo>
                      <a:pt x="508" y="912"/>
                      <a:pt x="503" y="913"/>
                      <a:pt x="497" y="912"/>
                    </a:cubicBezTo>
                    <a:cubicBezTo>
                      <a:pt x="489" y="911"/>
                      <a:pt x="481" y="909"/>
                      <a:pt x="472" y="909"/>
                    </a:cubicBezTo>
                    <a:cubicBezTo>
                      <a:pt x="466" y="909"/>
                      <a:pt x="460" y="911"/>
                      <a:pt x="454" y="913"/>
                    </a:cubicBezTo>
                    <a:cubicBezTo>
                      <a:pt x="452" y="914"/>
                      <a:pt x="449" y="916"/>
                      <a:pt x="446" y="916"/>
                    </a:cubicBezTo>
                    <a:cubicBezTo>
                      <a:pt x="444" y="917"/>
                      <a:pt x="441" y="917"/>
                      <a:pt x="439" y="917"/>
                    </a:cubicBezTo>
                    <a:cubicBezTo>
                      <a:pt x="430" y="918"/>
                      <a:pt x="420" y="918"/>
                      <a:pt x="411" y="922"/>
                    </a:cubicBezTo>
                    <a:cubicBezTo>
                      <a:pt x="407" y="923"/>
                      <a:pt x="403" y="925"/>
                      <a:pt x="399" y="927"/>
                    </a:cubicBezTo>
                    <a:cubicBezTo>
                      <a:pt x="394" y="928"/>
                      <a:pt x="389" y="929"/>
                      <a:pt x="384" y="929"/>
                    </a:cubicBezTo>
                    <a:cubicBezTo>
                      <a:pt x="382" y="930"/>
                      <a:pt x="380" y="930"/>
                      <a:pt x="378" y="930"/>
                    </a:cubicBezTo>
                    <a:cubicBezTo>
                      <a:pt x="376" y="931"/>
                      <a:pt x="374" y="931"/>
                      <a:pt x="373" y="930"/>
                    </a:cubicBezTo>
                    <a:cubicBezTo>
                      <a:pt x="369" y="928"/>
                      <a:pt x="372" y="922"/>
                      <a:pt x="373" y="920"/>
                    </a:cubicBezTo>
                    <a:cubicBezTo>
                      <a:pt x="376" y="916"/>
                      <a:pt x="379" y="912"/>
                      <a:pt x="383" y="909"/>
                    </a:cubicBezTo>
                    <a:cubicBezTo>
                      <a:pt x="386" y="907"/>
                      <a:pt x="397" y="902"/>
                      <a:pt x="394" y="897"/>
                    </a:cubicBezTo>
                    <a:cubicBezTo>
                      <a:pt x="391" y="893"/>
                      <a:pt x="381" y="895"/>
                      <a:pt x="377" y="896"/>
                    </a:cubicBezTo>
                    <a:cubicBezTo>
                      <a:pt x="372" y="897"/>
                      <a:pt x="366" y="896"/>
                      <a:pt x="361" y="897"/>
                    </a:cubicBezTo>
                    <a:cubicBezTo>
                      <a:pt x="356" y="898"/>
                      <a:pt x="351" y="897"/>
                      <a:pt x="346" y="896"/>
                    </a:cubicBezTo>
                    <a:cubicBezTo>
                      <a:pt x="340" y="896"/>
                      <a:pt x="334" y="895"/>
                      <a:pt x="329" y="895"/>
                    </a:cubicBezTo>
                    <a:cubicBezTo>
                      <a:pt x="326" y="896"/>
                      <a:pt x="318" y="897"/>
                      <a:pt x="319" y="901"/>
                    </a:cubicBezTo>
                    <a:cubicBezTo>
                      <a:pt x="319" y="905"/>
                      <a:pt x="325" y="906"/>
                      <a:pt x="327" y="909"/>
                    </a:cubicBezTo>
                    <a:cubicBezTo>
                      <a:pt x="328" y="910"/>
                      <a:pt x="329" y="911"/>
                      <a:pt x="330" y="912"/>
                    </a:cubicBezTo>
                    <a:cubicBezTo>
                      <a:pt x="332" y="914"/>
                      <a:pt x="334" y="915"/>
                      <a:pt x="335" y="916"/>
                    </a:cubicBezTo>
                    <a:cubicBezTo>
                      <a:pt x="339" y="919"/>
                      <a:pt x="339" y="924"/>
                      <a:pt x="344" y="925"/>
                    </a:cubicBezTo>
                    <a:cubicBezTo>
                      <a:pt x="348" y="926"/>
                      <a:pt x="352" y="926"/>
                      <a:pt x="355" y="928"/>
                    </a:cubicBezTo>
                    <a:cubicBezTo>
                      <a:pt x="364" y="933"/>
                      <a:pt x="353" y="943"/>
                      <a:pt x="347" y="945"/>
                    </a:cubicBezTo>
                    <a:cubicBezTo>
                      <a:pt x="344" y="947"/>
                      <a:pt x="339" y="948"/>
                      <a:pt x="335" y="948"/>
                    </a:cubicBezTo>
                    <a:cubicBezTo>
                      <a:pt x="331" y="949"/>
                      <a:pt x="327" y="948"/>
                      <a:pt x="323" y="948"/>
                    </a:cubicBezTo>
                    <a:cubicBezTo>
                      <a:pt x="321" y="948"/>
                      <a:pt x="319" y="948"/>
                      <a:pt x="317" y="948"/>
                    </a:cubicBezTo>
                    <a:cubicBezTo>
                      <a:pt x="315" y="947"/>
                      <a:pt x="314" y="946"/>
                      <a:pt x="312" y="947"/>
                    </a:cubicBezTo>
                    <a:cubicBezTo>
                      <a:pt x="309" y="948"/>
                      <a:pt x="307" y="950"/>
                      <a:pt x="305" y="952"/>
                    </a:cubicBezTo>
                    <a:cubicBezTo>
                      <a:pt x="302" y="953"/>
                      <a:pt x="300" y="955"/>
                      <a:pt x="297" y="956"/>
                    </a:cubicBezTo>
                    <a:cubicBezTo>
                      <a:pt x="292" y="958"/>
                      <a:pt x="287" y="957"/>
                      <a:pt x="283" y="958"/>
                    </a:cubicBezTo>
                    <a:cubicBezTo>
                      <a:pt x="281" y="959"/>
                      <a:pt x="279" y="959"/>
                      <a:pt x="277" y="959"/>
                    </a:cubicBezTo>
                    <a:cubicBezTo>
                      <a:pt x="270" y="957"/>
                      <a:pt x="264" y="953"/>
                      <a:pt x="258" y="950"/>
                    </a:cubicBezTo>
                    <a:cubicBezTo>
                      <a:pt x="256" y="948"/>
                      <a:pt x="253" y="948"/>
                      <a:pt x="251" y="947"/>
                    </a:cubicBezTo>
                    <a:cubicBezTo>
                      <a:pt x="248" y="944"/>
                      <a:pt x="248" y="942"/>
                      <a:pt x="248" y="937"/>
                    </a:cubicBezTo>
                    <a:cubicBezTo>
                      <a:pt x="248" y="934"/>
                      <a:pt x="248" y="930"/>
                      <a:pt x="247" y="927"/>
                    </a:cubicBezTo>
                    <a:cubicBezTo>
                      <a:pt x="246" y="925"/>
                      <a:pt x="244" y="924"/>
                      <a:pt x="243" y="923"/>
                    </a:cubicBezTo>
                    <a:cubicBezTo>
                      <a:pt x="241" y="921"/>
                      <a:pt x="240" y="919"/>
                      <a:pt x="237" y="920"/>
                    </a:cubicBezTo>
                    <a:cubicBezTo>
                      <a:pt x="232" y="920"/>
                      <a:pt x="228" y="922"/>
                      <a:pt x="224" y="925"/>
                    </a:cubicBezTo>
                    <a:cubicBezTo>
                      <a:pt x="219" y="929"/>
                      <a:pt x="214" y="932"/>
                      <a:pt x="208" y="931"/>
                    </a:cubicBezTo>
                    <a:cubicBezTo>
                      <a:pt x="204" y="930"/>
                      <a:pt x="198" y="927"/>
                      <a:pt x="196" y="931"/>
                    </a:cubicBezTo>
                    <a:cubicBezTo>
                      <a:pt x="194" y="934"/>
                      <a:pt x="195" y="936"/>
                      <a:pt x="195" y="938"/>
                    </a:cubicBezTo>
                    <a:cubicBezTo>
                      <a:pt x="193" y="942"/>
                      <a:pt x="191" y="944"/>
                      <a:pt x="188" y="946"/>
                    </a:cubicBezTo>
                    <a:cubicBezTo>
                      <a:pt x="185" y="947"/>
                      <a:pt x="182" y="948"/>
                      <a:pt x="178" y="947"/>
                    </a:cubicBezTo>
                    <a:cubicBezTo>
                      <a:pt x="175" y="947"/>
                      <a:pt x="174" y="948"/>
                      <a:pt x="172" y="950"/>
                    </a:cubicBezTo>
                    <a:cubicBezTo>
                      <a:pt x="170" y="952"/>
                      <a:pt x="168" y="951"/>
                      <a:pt x="165" y="951"/>
                    </a:cubicBezTo>
                    <a:cubicBezTo>
                      <a:pt x="162" y="951"/>
                      <a:pt x="159" y="952"/>
                      <a:pt x="156" y="951"/>
                    </a:cubicBezTo>
                    <a:cubicBezTo>
                      <a:pt x="150" y="950"/>
                      <a:pt x="144" y="950"/>
                      <a:pt x="138" y="951"/>
                    </a:cubicBezTo>
                    <a:cubicBezTo>
                      <a:pt x="135" y="951"/>
                      <a:pt x="132" y="952"/>
                      <a:pt x="130" y="952"/>
                    </a:cubicBezTo>
                    <a:cubicBezTo>
                      <a:pt x="127" y="952"/>
                      <a:pt x="125" y="951"/>
                      <a:pt x="122" y="950"/>
                    </a:cubicBezTo>
                    <a:cubicBezTo>
                      <a:pt x="118" y="950"/>
                      <a:pt x="118" y="953"/>
                      <a:pt x="118" y="955"/>
                    </a:cubicBezTo>
                    <a:cubicBezTo>
                      <a:pt x="118" y="958"/>
                      <a:pt x="118" y="963"/>
                      <a:pt x="117" y="965"/>
                    </a:cubicBezTo>
                    <a:cubicBezTo>
                      <a:pt x="116" y="966"/>
                      <a:pt x="115" y="967"/>
                      <a:pt x="115" y="968"/>
                    </a:cubicBezTo>
                    <a:cubicBezTo>
                      <a:pt x="113" y="969"/>
                      <a:pt x="112" y="971"/>
                      <a:pt x="110" y="973"/>
                    </a:cubicBezTo>
                    <a:cubicBezTo>
                      <a:pt x="108" y="974"/>
                      <a:pt x="105" y="975"/>
                      <a:pt x="103" y="978"/>
                    </a:cubicBezTo>
                    <a:cubicBezTo>
                      <a:pt x="101" y="980"/>
                      <a:pt x="99" y="983"/>
                      <a:pt x="96" y="985"/>
                    </a:cubicBezTo>
                    <a:cubicBezTo>
                      <a:pt x="94" y="987"/>
                      <a:pt x="92" y="988"/>
                      <a:pt x="90" y="991"/>
                    </a:cubicBezTo>
                    <a:cubicBezTo>
                      <a:pt x="88" y="994"/>
                      <a:pt x="87" y="998"/>
                      <a:pt x="84" y="1001"/>
                    </a:cubicBezTo>
                    <a:cubicBezTo>
                      <a:pt x="81" y="1005"/>
                      <a:pt x="79" y="1010"/>
                      <a:pt x="72" y="1009"/>
                    </a:cubicBezTo>
                    <a:cubicBezTo>
                      <a:pt x="69" y="1009"/>
                      <a:pt x="67" y="1009"/>
                      <a:pt x="64" y="1009"/>
                    </a:cubicBezTo>
                    <a:cubicBezTo>
                      <a:pt x="61" y="1009"/>
                      <a:pt x="61" y="1012"/>
                      <a:pt x="60" y="1015"/>
                    </a:cubicBezTo>
                    <a:cubicBezTo>
                      <a:pt x="60" y="1018"/>
                      <a:pt x="59" y="1021"/>
                      <a:pt x="59" y="1024"/>
                    </a:cubicBezTo>
                    <a:cubicBezTo>
                      <a:pt x="59" y="1027"/>
                      <a:pt x="59" y="1029"/>
                      <a:pt x="59" y="1032"/>
                    </a:cubicBezTo>
                    <a:cubicBezTo>
                      <a:pt x="58" y="1035"/>
                      <a:pt x="56" y="1037"/>
                      <a:pt x="54" y="1039"/>
                    </a:cubicBezTo>
                    <a:cubicBezTo>
                      <a:pt x="52" y="1041"/>
                      <a:pt x="51" y="1044"/>
                      <a:pt x="49" y="1046"/>
                    </a:cubicBezTo>
                    <a:cubicBezTo>
                      <a:pt x="46" y="1051"/>
                      <a:pt x="44" y="1058"/>
                      <a:pt x="38" y="1061"/>
                    </a:cubicBezTo>
                    <a:cubicBezTo>
                      <a:pt x="33" y="1063"/>
                      <a:pt x="28" y="1065"/>
                      <a:pt x="23" y="1067"/>
                    </a:cubicBezTo>
                    <a:cubicBezTo>
                      <a:pt x="19" y="1068"/>
                      <a:pt x="15" y="1068"/>
                      <a:pt x="14" y="1073"/>
                    </a:cubicBezTo>
                    <a:cubicBezTo>
                      <a:pt x="13" y="1078"/>
                      <a:pt x="13" y="1082"/>
                      <a:pt x="11" y="1087"/>
                    </a:cubicBezTo>
                    <a:cubicBezTo>
                      <a:pt x="10" y="1091"/>
                      <a:pt x="11" y="1095"/>
                      <a:pt x="10" y="1099"/>
                    </a:cubicBezTo>
                    <a:cubicBezTo>
                      <a:pt x="10" y="1103"/>
                      <a:pt x="7" y="1107"/>
                      <a:pt x="7" y="1111"/>
                    </a:cubicBezTo>
                    <a:cubicBezTo>
                      <a:pt x="7" y="1115"/>
                      <a:pt x="10" y="1118"/>
                      <a:pt x="10" y="1122"/>
                    </a:cubicBezTo>
                    <a:cubicBezTo>
                      <a:pt x="11" y="1126"/>
                      <a:pt x="10" y="1130"/>
                      <a:pt x="11" y="1134"/>
                    </a:cubicBezTo>
                    <a:cubicBezTo>
                      <a:pt x="13" y="1138"/>
                      <a:pt x="14" y="1142"/>
                      <a:pt x="14" y="1146"/>
                    </a:cubicBezTo>
                    <a:cubicBezTo>
                      <a:pt x="15" y="1150"/>
                      <a:pt x="16" y="1154"/>
                      <a:pt x="16" y="1158"/>
                    </a:cubicBezTo>
                    <a:cubicBezTo>
                      <a:pt x="16" y="1163"/>
                      <a:pt x="14" y="1167"/>
                      <a:pt x="13" y="1172"/>
                    </a:cubicBezTo>
                    <a:cubicBezTo>
                      <a:pt x="11" y="1177"/>
                      <a:pt x="11" y="1182"/>
                      <a:pt x="9" y="1186"/>
                    </a:cubicBezTo>
                    <a:cubicBezTo>
                      <a:pt x="6" y="1191"/>
                      <a:pt x="2" y="1194"/>
                      <a:pt x="2" y="1199"/>
                    </a:cubicBezTo>
                    <a:cubicBezTo>
                      <a:pt x="0" y="1209"/>
                      <a:pt x="12" y="1213"/>
                      <a:pt x="19" y="1211"/>
                    </a:cubicBezTo>
                    <a:cubicBezTo>
                      <a:pt x="26" y="1210"/>
                      <a:pt x="32" y="1206"/>
                      <a:pt x="39" y="1205"/>
                    </a:cubicBezTo>
                    <a:cubicBezTo>
                      <a:pt x="44" y="1204"/>
                      <a:pt x="50" y="1206"/>
                      <a:pt x="56" y="1205"/>
                    </a:cubicBezTo>
                    <a:cubicBezTo>
                      <a:pt x="62" y="1203"/>
                      <a:pt x="68" y="1199"/>
                      <a:pt x="74" y="1197"/>
                    </a:cubicBezTo>
                    <a:cubicBezTo>
                      <a:pt x="80" y="1195"/>
                      <a:pt x="86" y="1194"/>
                      <a:pt x="92" y="1192"/>
                    </a:cubicBezTo>
                    <a:cubicBezTo>
                      <a:pt x="103" y="1187"/>
                      <a:pt x="115" y="1182"/>
                      <a:pt x="125" y="1176"/>
                    </a:cubicBezTo>
                    <a:cubicBezTo>
                      <a:pt x="134" y="1171"/>
                      <a:pt x="144" y="1168"/>
                      <a:pt x="154" y="1169"/>
                    </a:cubicBezTo>
                    <a:cubicBezTo>
                      <a:pt x="159" y="1169"/>
                      <a:pt x="163" y="1170"/>
                      <a:pt x="168" y="1170"/>
                    </a:cubicBezTo>
                    <a:cubicBezTo>
                      <a:pt x="173" y="1170"/>
                      <a:pt x="175" y="1167"/>
                      <a:pt x="178" y="1165"/>
                    </a:cubicBezTo>
                    <a:cubicBezTo>
                      <a:pt x="181" y="1162"/>
                      <a:pt x="182" y="1167"/>
                      <a:pt x="183" y="1169"/>
                    </a:cubicBezTo>
                    <a:cubicBezTo>
                      <a:pt x="184" y="1172"/>
                      <a:pt x="188" y="1176"/>
                      <a:pt x="188" y="1180"/>
                    </a:cubicBezTo>
                    <a:cubicBezTo>
                      <a:pt x="187" y="1181"/>
                      <a:pt x="186" y="1183"/>
                      <a:pt x="186" y="1184"/>
                    </a:cubicBezTo>
                    <a:cubicBezTo>
                      <a:pt x="185" y="1186"/>
                      <a:pt x="184" y="1188"/>
                      <a:pt x="183" y="1190"/>
                    </a:cubicBezTo>
                    <a:cubicBezTo>
                      <a:pt x="181" y="1194"/>
                      <a:pt x="177" y="1192"/>
                      <a:pt x="174" y="1191"/>
                    </a:cubicBezTo>
                    <a:cubicBezTo>
                      <a:pt x="169" y="1191"/>
                      <a:pt x="169" y="1195"/>
                      <a:pt x="168" y="1199"/>
                    </a:cubicBezTo>
                    <a:cubicBezTo>
                      <a:pt x="167" y="1203"/>
                      <a:pt x="164" y="1201"/>
                      <a:pt x="160" y="1202"/>
                    </a:cubicBezTo>
                    <a:cubicBezTo>
                      <a:pt x="156" y="1204"/>
                      <a:pt x="158" y="1211"/>
                      <a:pt x="158" y="1215"/>
                    </a:cubicBezTo>
                    <a:cubicBezTo>
                      <a:pt x="157" y="1219"/>
                      <a:pt x="155" y="1221"/>
                      <a:pt x="151" y="1223"/>
                    </a:cubicBezTo>
                    <a:cubicBezTo>
                      <a:pt x="148" y="1224"/>
                      <a:pt x="145" y="1227"/>
                      <a:pt x="141" y="1229"/>
                    </a:cubicBezTo>
                    <a:cubicBezTo>
                      <a:pt x="138" y="1231"/>
                      <a:pt x="137" y="1233"/>
                      <a:pt x="136" y="1238"/>
                    </a:cubicBezTo>
                    <a:cubicBezTo>
                      <a:pt x="136" y="1242"/>
                      <a:pt x="135" y="1246"/>
                      <a:pt x="131" y="1242"/>
                    </a:cubicBezTo>
                    <a:cubicBezTo>
                      <a:pt x="129" y="1240"/>
                      <a:pt x="124" y="1235"/>
                      <a:pt x="123" y="1239"/>
                    </a:cubicBezTo>
                    <a:cubicBezTo>
                      <a:pt x="122" y="1243"/>
                      <a:pt x="124" y="1248"/>
                      <a:pt x="128" y="1249"/>
                    </a:cubicBezTo>
                    <a:cubicBezTo>
                      <a:pt x="131" y="1250"/>
                      <a:pt x="135" y="1250"/>
                      <a:pt x="138" y="1251"/>
                    </a:cubicBezTo>
                    <a:cubicBezTo>
                      <a:pt x="142" y="1252"/>
                      <a:pt x="147" y="1252"/>
                      <a:pt x="150" y="1254"/>
                    </a:cubicBezTo>
                    <a:cubicBezTo>
                      <a:pt x="153" y="1256"/>
                      <a:pt x="153" y="1261"/>
                      <a:pt x="154" y="1264"/>
                    </a:cubicBezTo>
                    <a:cubicBezTo>
                      <a:pt x="157" y="1268"/>
                      <a:pt x="159" y="1266"/>
                      <a:pt x="163" y="1267"/>
                    </a:cubicBezTo>
                    <a:cubicBezTo>
                      <a:pt x="169" y="1268"/>
                      <a:pt x="169" y="1277"/>
                      <a:pt x="174" y="1281"/>
                    </a:cubicBezTo>
                    <a:cubicBezTo>
                      <a:pt x="178" y="1284"/>
                      <a:pt x="186" y="1286"/>
                      <a:pt x="186" y="1293"/>
                    </a:cubicBezTo>
                    <a:cubicBezTo>
                      <a:pt x="186" y="1296"/>
                      <a:pt x="185" y="1298"/>
                      <a:pt x="182" y="1300"/>
                    </a:cubicBezTo>
                    <a:cubicBezTo>
                      <a:pt x="179" y="1301"/>
                      <a:pt x="176" y="1302"/>
                      <a:pt x="174" y="1304"/>
                    </a:cubicBezTo>
                    <a:cubicBezTo>
                      <a:pt x="172" y="1306"/>
                      <a:pt x="176" y="1308"/>
                      <a:pt x="177" y="1310"/>
                    </a:cubicBezTo>
                    <a:cubicBezTo>
                      <a:pt x="179" y="1312"/>
                      <a:pt x="178" y="1315"/>
                      <a:pt x="179" y="1318"/>
                    </a:cubicBezTo>
                    <a:cubicBezTo>
                      <a:pt x="179" y="1319"/>
                      <a:pt x="180" y="1320"/>
                      <a:pt x="181" y="1321"/>
                    </a:cubicBezTo>
                    <a:cubicBezTo>
                      <a:pt x="181" y="1322"/>
                      <a:pt x="181" y="1324"/>
                      <a:pt x="180" y="1325"/>
                    </a:cubicBezTo>
                    <a:cubicBezTo>
                      <a:pt x="180" y="1328"/>
                      <a:pt x="180" y="1331"/>
                      <a:pt x="182" y="1333"/>
                    </a:cubicBezTo>
                    <a:cubicBezTo>
                      <a:pt x="184" y="1334"/>
                      <a:pt x="186" y="1336"/>
                      <a:pt x="188" y="1337"/>
                    </a:cubicBezTo>
                    <a:cubicBezTo>
                      <a:pt x="191" y="1338"/>
                      <a:pt x="193" y="1337"/>
                      <a:pt x="196" y="1336"/>
                    </a:cubicBezTo>
                    <a:cubicBezTo>
                      <a:pt x="201" y="1334"/>
                      <a:pt x="206" y="1331"/>
                      <a:pt x="211" y="1329"/>
                    </a:cubicBezTo>
                    <a:cubicBezTo>
                      <a:pt x="214" y="1329"/>
                      <a:pt x="216" y="1327"/>
                      <a:pt x="219" y="1329"/>
                    </a:cubicBezTo>
                    <a:cubicBezTo>
                      <a:pt x="221" y="1330"/>
                      <a:pt x="222" y="1334"/>
                      <a:pt x="224" y="1333"/>
                    </a:cubicBezTo>
                    <a:cubicBezTo>
                      <a:pt x="227" y="1333"/>
                      <a:pt x="226" y="1329"/>
                      <a:pt x="230" y="1331"/>
                    </a:cubicBezTo>
                    <a:cubicBezTo>
                      <a:pt x="232" y="1332"/>
                      <a:pt x="232" y="1336"/>
                      <a:pt x="232" y="1338"/>
                    </a:cubicBezTo>
                    <a:cubicBezTo>
                      <a:pt x="233" y="1341"/>
                      <a:pt x="233" y="1345"/>
                      <a:pt x="229" y="1344"/>
                    </a:cubicBezTo>
                    <a:cubicBezTo>
                      <a:pt x="227" y="1344"/>
                      <a:pt x="224" y="1339"/>
                      <a:pt x="222" y="1343"/>
                    </a:cubicBezTo>
                    <a:cubicBezTo>
                      <a:pt x="222" y="1344"/>
                      <a:pt x="223" y="1346"/>
                      <a:pt x="222" y="1347"/>
                    </a:cubicBezTo>
                    <a:cubicBezTo>
                      <a:pt x="221" y="1348"/>
                      <a:pt x="219" y="1347"/>
                      <a:pt x="218" y="1348"/>
                    </a:cubicBezTo>
                    <a:cubicBezTo>
                      <a:pt x="217" y="1349"/>
                      <a:pt x="217" y="1350"/>
                      <a:pt x="217" y="1351"/>
                    </a:cubicBezTo>
                    <a:cubicBezTo>
                      <a:pt x="218" y="1352"/>
                      <a:pt x="218" y="1353"/>
                      <a:pt x="219" y="1353"/>
                    </a:cubicBezTo>
                    <a:cubicBezTo>
                      <a:pt x="219" y="1354"/>
                      <a:pt x="221" y="1357"/>
                      <a:pt x="221" y="1358"/>
                    </a:cubicBezTo>
                    <a:cubicBezTo>
                      <a:pt x="220" y="1360"/>
                      <a:pt x="218" y="1359"/>
                      <a:pt x="217" y="1358"/>
                    </a:cubicBezTo>
                    <a:cubicBezTo>
                      <a:pt x="215" y="1356"/>
                      <a:pt x="215" y="1352"/>
                      <a:pt x="212" y="1352"/>
                    </a:cubicBezTo>
                    <a:cubicBezTo>
                      <a:pt x="209" y="1352"/>
                      <a:pt x="211" y="1355"/>
                      <a:pt x="211" y="1356"/>
                    </a:cubicBezTo>
                    <a:cubicBezTo>
                      <a:pt x="210" y="1359"/>
                      <a:pt x="207" y="1358"/>
                      <a:pt x="207" y="1360"/>
                    </a:cubicBezTo>
                    <a:cubicBezTo>
                      <a:pt x="207" y="1364"/>
                      <a:pt x="211" y="1365"/>
                      <a:pt x="213" y="1368"/>
                    </a:cubicBezTo>
                    <a:cubicBezTo>
                      <a:pt x="213" y="1370"/>
                      <a:pt x="215" y="1378"/>
                      <a:pt x="211" y="1376"/>
                    </a:cubicBezTo>
                    <a:cubicBezTo>
                      <a:pt x="209" y="1375"/>
                      <a:pt x="208" y="1373"/>
                      <a:pt x="206" y="1375"/>
                    </a:cubicBezTo>
                    <a:cubicBezTo>
                      <a:pt x="205" y="1377"/>
                      <a:pt x="205" y="1379"/>
                      <a:pt x="205" y="1380"/>
                    </a:cubicBezTo>
                    <a:cubicBezTo>
                      <a:pt x="205" y="1382"/>
                      <a:pt x="205" y="1385"/>
                      <a:pt x="203" y="1385"/>
                    </a:cubicBezTo>
                    <a:cubicBezTo>
                      <a:pt x="201" y="1385"/>
                      <a:pt x="199" y="1384"/>
                      <a:pt x="198" y="1383"/>
                    </a:cubicBezTo>
                    <a:cubicBezTo>
                      <a:pt x="195" y="1380"/>
                      <a:pt x="191" y="1378"/>
                      <a:pt x="187" y="1380"/>
                    </a:cubicBezTo>
                    <a:cubicBezTo>
                      <a:pt x="183" y="1383"/>
                      <a:pt x="186" y="1388"/>
                      <a:pt x="180" y="1388"/>
                    </a:cubicBezTo>
                    <a:cubicBezTo>
                      <a:pt x="176" y="1388"/>
                      <a:pt x="171" y="1390"/>
                      <a:pt x="175" y="1394"/>
                    </a:cubicBezTo>
                    <a:cubicBezTo>
                      <a:pt x="176" y="1395"/>
                      <a:pt x="178" y="1397"/>
                      <a:pt x="178" y="1399"/>
                    </a:cubicBezTo>
                    <a:cubicBezTo>
                      <a:pt x="178" y="1400"/>
                      <a:pt x="176" y="1401"/>
                      <a:pt x="175" y="1402"/>
                    </a:cubicBezTo>
                    <a:cubicBezTo>
                      <a:pt x="174" y="1403"/>
                      <a:pt x="173" y="1407"/>
                      <a:pt x="175" y="1408"/>
                    </a:cubicBezTo>
                    <a:cubicBezTo>
                      <a:pt x="176" y="1409"/>
                      <a:pt x="178" y="1408"/>
                      <a:pt x="180" y="1410"/>
                    </a:cubicBezTo>
                    <a:cubicBezTo>
                      <a:pt x="181" y="1412"/>
                      <a:pt x="181" y="1415"/>
                      <a:pt x="182" y="1415"/>
                    </a:cubicBezTo>
                    <a:cubicBezTo>
                      <a:pt x="183" y="1416"/>
                      <a:pt x="186" y="1415"/>
                      <a:pt x="187" y="1415"/>
                    </a:cubicBezTo>
                    <a:cubicBezTo>
                      <a:pt x="190" y="1415"/>
                      <a:pt x="192" y="1414"/>
                      <a:pt x="194" y="1418"/>
                    </a:cubicBezTo>
                    <a:cubicBezTo>
                      <a:pt x="195" y="1419"/>
                      <a:pt x="196" y="1421"/>
                      <a:pt x="196" y="1422"/>
                    </a:cubicBezTo>
                    <a:cubicBezTo>
                      <a:pt x="196" y="1424"/>
                      <a:pt x="195" y="1425"/>
                      <a:pt x="196" y="1426"/>
                    </a:cubicBezTo>
                    <a:cubicBezTo>
                      <a:pt x="197" y="1429"/>
                      <a:pt x="199" y="1429"/>
                      <a:pt x="201" y="1430"/>
                    </a:cubicBezTo>
                    <a:cubicBezTo>
                      <a:pt x="205" y="1432"/>
                      <a:pt x="207" y="1435"/>
                      <a:pt x="210" y="1437"/>
                    </a:cubicBezTo>
                    <a:cubicBezTo>
                      <a:pt x="211" y="1439"/>
                      <a:pt x="213" y="1443"/>
                      <a:pt x="209" y="1442"/>
                    </a:cubicBezTo>
                    <a:cubicBezTo>
                      <a:pt x="206" y="1441"/>
                      <a:pt x="203" y="1440"/>
                      <a:pt x="201" y="1438"/>
                    </a:cubicBezTo>
                    <a:cubicBezTo>
                      <a:pt x="199" y="1437"/>
                      <a:pt x="195" y="1433"/>
                      <a:pt x="192" y="1434"/>
                    </a:cubicBezTo>
                    <a:cubicBezTo>
                      <a:pt x="189" y="1436"/>
                      <a:pt x="193" y="1439"/>
                      <a:pt x="194" y="1440"/>
                    </a:cubicBezTo>
                    <a:cubicBezTo>
                      <a:pt x="199" y="1444"/>
                      <a:pt x="204" y="1448"/>
                      <a:pt x="210" y="1450"/>
                    </a:cubicBezTo>
                    <a:cubicBezTo>
                      <a:pt x="212" y="1451"/>
                      <a:pt x="214" y="1452"/>
                      <a:pt x="216" y="1453"/>
                    </a:cubicBezTo>
                    <a:cubicBezTo>
                      <a:pt x="218" y="1454"/>
                      <a:pt x="221" y="1457"/>
                      <a:pt x="224" y="1457"/>
                    </a:cubicBezTo>
                    <a:cubicBezTo>
                      <a:pt x="227" y="1457"/>
                      <a:pt x="230" y="1457"/>
                      <a:pt x="233" y="1457"/>
                    </a:cubicBezTo>
                    <a:cubicBezTo>
                      <a:pt x="236" y="1457"/>
                      <a:pt x="239" y="1456"/>
                      <a:pt x="241" y="1456"/>
                    </a:cubicBezTo>
                    <a:cubicBezTo>
                      <a:pt x="247" y="1455"/>
                      <a:pt x="251" y="1450"/>
                      <a:pt x="258" y="1451"/>
                    </a:cubicBezTo>
                    <a:cubicBezTo>
                      <a:pt x="260" y="1451"/>
                      <a:pt x="263" y="1451"/>
                      <a:pt x="265" y="1451"/>
                    </a:cubicBezTo>
                    <a:cubicBezTo>
                      <a:pt x="266" y="1451"/>
                      <a:pt x="266" y="1452"/>
                      <a:pt x="267" y="1452"/>
                    </a:cubicBezTo>
                    <a:cubicBezTo>
                      <a:pt x="268" y="1452"/>
                      <a:pt x="268" y="1452"/>
                      <a:pt x="269" y="1452"/>
                    </a:cubicBezTo>
                    <a:cubicBezTo>
                      <a:pt x="272" y="1453"/>
                      <a:pt x="268" y="1458"/>
                      <a:pt x="267" y="1459"/>
                    </a:cubicBezTo>
                    <a:cubicBezTo>
                      <a:pt x="266" y="1459"/>
                      <a:pt x="264" y="1460"/>
                      <a:pt x="263" y="1460"/>
                    </a:cubicBezTo>
                    <a:cubicBezTo>
                      <a:pt x="261" y="1461"/>
                      <a:pt x="259" y="1462"/>
                      <a:pt x="257" y="1463"/>
                    </a:cubicBezTo>
                    <a:cubicBezTo>
                      <a:pt x="255" y="1465"/>
                      <a:pt x="253" y="1467"/>
                      <a:pt x="250" y="1467"/>
                    </a:cubicBezTo>
                    <a:cubicBezTo>
                      <a:pt x="247" y="1468"/>
                      <a:pt x="244" y="1468"/>
                      <a:pt x="241" y="1468"/>
                    </a:cubicBezTo>
                    <a:cubicBezTo>
                      <a:pt x="234" y="1468"/>
                      <a:pt x="228" y="1467"/>
                      <a:pt x="222" y="1470"/>
                    </a:cubicBezTo>
                    <a:cubicBezTo>
                      <a:pt x="218" y="1471"/>
                      <a:pt x="216" y="1474"/>
                      <a:pt x="213" y="1476"/>
                    </a:cubicBezTo>
                    <a:cubicBezTo>
                      <a:pt x="211" y="1477"/>
                      <a:pt x="210" y="1478"/>
                      <a:pt x="208" y="1478"/>
                    </a:cubicBezTo>
                    <a:cubicBezTo>
                      <a:pt x="207" y="1477"/>
                      <a:pt x="207" y="1477"/>
                      <a:pt x="206" y="1477"/>
                    </a:cubicBezTo>
                    <a:cubicBezTo>
                      <a:pt x="202" y="1477"/>
                      <a:pt x="199" y="1479"/>
                      <a:pt x="196" y="1478"/>
                    </a:cubicBezTo>
                    <a:cubicBezTo>
                      <a:pt x="195" y="1478"/>
                      <a:pt x="194" y="1477"/>
                      <a:pt x="193" y="1477"/>
                    </a:cubicBezTo>
                    <a:cubicBezTo>
                      <a:pt x="191" y="1476"/>
                      <a:pt x="189" y="1475"/>
                      <a:pt x="188" y="1475"/>
                    </a:cubicBezTo>
                    <a:cubicBezTo>
                      <a:pt x="184" y="1473"/>
                      <a:pt x="182" y="1469"/>
                      <a:pt x="178" y="1467"/>
                    </a:cubicBezTo>
                    <a:cubicBezTo>
                      <a:pt x="175" y="1466"/>
                      <a:pt x="171" y="1465"/>
                      <a:pt x="169" y="1468"/>
                    </a:cubicBezTo>
                    <a:cubicBezTo>
                      <a:pt x="168" y="1472"/>
                      <a:pt x="169" y="1477"/>
                      <a:pt x="171" y="1481"/>
                    </a:cubicBezTo>
                    <a:cubicBezTo>
                      <a:pt x="172" y="1483"/>
                      <a:pt x="175" y="1489"/>
                      <a:pt x="172" y="1491"/>
                    </a:cubicBezTo>
                    <a:cubicBezTo>
                      <a:pt x="171" y="1492"/>
                      <a:pt x="168" y="1493"/>
                      <a:pt x="166" y="1492"/>
                    </a:cubicBezTo>
                    <a:cubicBezTo>
                      <a:pt x="162" y="1491"/>
                      <a:pt x="160" y="1485"/>
                      <a:pt x="159" y="1481"/>
                    </a:cubicBezTo>
                    <a:cubicBezTo>
                      <a:pt x="158" y="1478"/>
                      <a:pt x="157" y="1476"/>
                      <a:pt x="155" y="1475"/>
                    </a:cubicBezTo>
                    <a:cubicBezTo>
                      <a:pt x="153" y="1474"/>
                      <a:pt x="151" y="1474"/>
                      <a:pt x="150" y="1473"/>
                    </a:cubicBezTo>
                    <a:cubicBezTo>
                      <a:pt x="147" y="1469"/>
                      <a:pt x="154" y="1464"/>
                      <a:pt x="147" y="1463"/>
                    </a:cubicBezTo>
                    <a:cubicBezTo>
                      <a:pt x="147" y="1462"/>
                      <a:pt x="146" y="1460"/>
                      <a:pt x="147" y="1459"/>
                    </a:cubicBezTo>
                    <a:cubicBezTo>
                      <a:pt x="148" y="1457"/>
                      <a:pt x="149" y="1458"/>
                      <a:pt x="150" y="1457"/>
                    </a:cubicBezTo>
                    <a:cubicBezTo>
                      <a:pt x="153" y="1455"/>
                      <a:pt x="154" y="1451"/>
                      <a:pt x="153" y="1448"/>
                    </a:cubicBezTo>
                    <a:cubicBezTo>
                      <a:pt x="152" y="1445"/>
                      <a:pt x="148" y="1445"/>
                      <a:pt x="145" y="1444"/>
                    </a:cubicBezTo>
                    <a:cubicBezTo>
                      <a:pt x="142" y="1442"/>
                      <a:pt x="140" y="1439"/>
                      <a:pt x="139" y="1435"/>
                    </a:cubicBezTo>
                    <a:cubicBezTo>
                      <a:pt x="138" y="1433"/>
                      <a:pt x="137" y="1430"/>
                      <a:pt x="136" y="1427"/>
                    </a:cubicBezTo>
                    <a:cubicBezTo>
                      <a:pt x="134" y="1425"/>
                      <a:pt x="132" y="1422"/>
                      <a:pt x="130" y="1420"/>
                    </a:cubicBezTo>
                    <a:cubicBezTo>
                      <a:pt x="129" y="1418"/>
                      <a:pt x="130" y="1417"/>
                      <a:pt x="128" y="1415"/>
                    </a:cubicBezTo>
                    <a:cubicBezTo>
                      <a:pt x="127" y="1414"/>
                      <a:pt x="126" y="1414"/>
                      <a:pt x="124" y="1413"/>
                    </a:cubicBezTo>
                    <a:cubicBezTo>
                      <a:pt x="121" y="1412"/>
                      <a:pt x="118" y="1411"/>
                      <a:pt x="115" y="1411"/>
                    </a:cubicBezTo>
                    <a:cubicBezTo>
                      <a:pt x="112" y="1410"/>
                      <a:pt x="108" y="1411"/>
                      <a:pt x="104" y="1411"/>
                    </a:cubicBezTo>
                    <a:cubicBezTo>
                      <a:pt x="103" y="1411"/>
                      <a:pt x="102" y="1412"/>
                      <a:pt x="100" y="1412"/>
                    </a:cubicBezTo>
                    <a:cubicBezTo>
                      <a:pt x="100" y="1412"/>
                      <a:pt x="99" y="1412"/>
                      <a:pt x="98" y="1412"/>
                    </a:cubicBezTo>
                    <a:cubicBezTo>
                      <a:pt x="95" y="1414"/>
                      <a:pt x="92" y="1418"/>
                      <a:pt x="92" y="1422"/>
                    </a:cubicBezTo>
                    <a:cubicBezTo>
                      <a:pt x="92" y="1428"/>
                      <a:pt x="96" y="1434"/>
                      <a:pt x="96" y="1440"/>
                    </a:cubicBezTo>
                    <a:cubicBezTo>
                      <a:pt x="96" y="1443"/>
                      <a:pt x="97" y="1446"/>
                      <a:pt x="98" y="1449"/>
                    </a:cubicBezTo>
                    <a:cubicBezTo>
                      <a:pt x="100" y="1453"/>
                      <a:pt x="108" y="1455"/>
                      <a:pt x="106" y="1461"/>
                    </a:cubicBezTo>
                    <a:cubicBezTo>
                      <a:pt x="105" y="1463"/>
                      <a:pt x="102" y="1466"/>
                      <a:pt x="106" y="1468"/>
                    </a:cubicBezTo>
                    <a:cubicBezTo>
                      <a:pt x="108" y="1469"/>
                      <a:pt x="111" y="1468"/>
                      <a:pt x="112" y="1466"/>
                    </a:cubicBezTo>
                    <a:cubicBezTo>
                      <a:pt x="114" y="1464"/>
                      <a:pt x="116" y="1462"/>
                      <a:pt x="119" y="1463"/>
                    </a:cubicBezTo>
                    <a:cubicBezTo>
                      <a:pt x="124" y="1463"/>
                      <a:pt x="132" y="1471"/>
                      <a:pt x="129" y="1476"/>
                    </a:cubicBezTo>
                    <a:cubicBezTo>
                      <a:pt x="127" y="1477"/>
                      <a:pt x="126" y="1472"/>
                      <a:pt x="123" y="1473"/>
                    </a:cubicBezTo>
                    <a:cubicBezTo>
                      <a:pt x="125" y="1479"/>
                      <a:pt x="129" y="1487"/>
                      <a:pt x="123" y="1491"/>
                    </a:cubicBezTo>
                    <a:cubicBezTo>
                      <a:pt x="120" y="1493"/>
                      <a:pt x="117" y="1493"/>
                      <a:pt x="114" y="1495"/>
                    </a:cubicBezTo>
                    <a:cubicBezTo>
                      <a:pt x="110" y="1496"/>
                      <a:pt x="109" y="1500"/>
                      <a:pt x="107" y="1503"/>
                    </a:cubicBezTo>
                    <a:cubicBezTo>
                      <a:pt x="103" y="1507"/>
                      <a:pt x="97" y="1501"/>
                      <a:pt x="94" y="1498"/>
                    </a:cubicBezTo>
                    <a:cubicBezTo>
                      <a:pt x="92" y="1496"/>
                      <a:pt x="92" y="1494"/>
                      <a:pt x="92" y="1491"/>
                    </a:cubicBezTo>
                    <a:cubicBezTo>
                      <a:pt x="91" y="1489"/>
                      <a:pt x="89" y="1486"/>
                      <a:pt x="86" y="1488"/>
                    </a:cubicBezTo>
                    <a:cubicBezTo>
                      <a:pt x="80" y="1491"/>
                      <a:pt x="88" y="1498"/>
                      <a:pt x="88" y="1502"/>
                    </a:cubicBezTo>
                    <a:cubicBezTo>
                      <a:pt x="87" y="1505"/>
                      <a:pt x="84" y="1505"/>
                      <a:pt x="82" y="1507"/>
                    </a:cubicBezTo>
                    <a:cubicBezTo>
                      <a:pt x="79" y="1508"/>
                      <a:pt x="77" y="1511"/>
                      <a:pt x="77" y="1513"/>
                    </a:cubicBezTo>
                    <a:cubicBezTo>
                      <a:pt x="76" y="1519"/>
                      <a:pt x="86" y="1517"/>
                      <a:pt x="89" y="1518"/>
                    </a:cubicBezTo>
                    <a:cubicBezTo>
                      <a:pt x="93" y="1519"/>
                      <a:pt x="100" y="1526"/>
                      <a:pt x="104" y="1523"/>
                    </a:cubicBezTo>
                    <a:cubicBezTo>
                      <a:pt x="106" y="1522"/>
                      <a:pt x="110" y="1509"/>
                      <a:pt x="112" y="1517"/>
                    </a:cubicBezTo>
                    <a:cubicBezTo>
                      <a:pt x="113" y="1520"/>
                      <a:pt x="112" y="1522"/>
                      <a:pt x="111" y="1525"/>
                    </a:cubicBezTo>
                    <a:cubicBezTo>
                      <a:pt x="110" y="1528"/>
                      <a:pt x="113" y="1529"/>
                      <a:pt x="116" y="1529"/>
                    </a:cubicBezTo>
                    <a:cubicBezTo>
                      <a:pt x="119" y="1530"/>
                      <a:pt x="121" y="1529"/>
                      <a:pt x="124" y="1527"/>
                    </a:cubicBezTo>
                    <a:cubicBezTo>
                      <a:pt x="127" y="1524"/>
                      <a:pt x="128" y="1526"/>
                      <a:pt x="130" y="1529"/>
                    </a:cubicBezTo>
                    <a:cubicBezTo>
                      <a:pt x="131" y="1531"/>
                      <a:pt x="133" y="1532"/>
                      <a:pt x="135" y="1533"/>
                    </a:cubicBezTo>
                    <a:cubicBezTo>
                      <a:pt x="138" y="1533"/>
                      <a:pt x="139" y="1534"/>
                      <a:pt x="140" y="1536"/>
                    </a:cubicBezTo>
                    <a:cubicBezTo>
                      <a:pt x="142" y="1539"/>
                      <a:pt x="141" y="1542"/>
                      <a:pt x="142" y="1544"/>
                    </a:cubicBezTo>
                    <a:cubicBezTo>
                      <a:pt x="143" y="1548"/>
                      <a:pt x="148" y="1549"/>
                      <a:pt x="151" y="1549"/>
                    </a:cubicBezTo>
                    <a:cubicBezTo>
                      <a:pt x="152" y="1549"/>
                      <a:pt x="153" y="1548"/>
                      <a:pt x="154" y="1549"/>
                    </a:cubicBezTo>
                    <a:cubicBezTo>
                      <a:pt x="155" y="1549"/>
                      <a:pt x="156" y="1550"/>
                      <a:pt x="157" y="1551"/>
                    </a:cubicBezTo>
                    <a:cubicBezTo>
                      <a:pt x="160" y="1553"/>
                      <a:pt x="161" y="1551"/>
                      <a:pt x="162" y="1548"/>
                    </a:cubicBezTo>
                    <a:cubicBezTo>
                      <a:pt x="164" y="1543"/>
                      <a:pt x="165" y="1538"/>
                      <a:pt x="166" y="1533"/>
                    </a:cubicBezTo>
                    <a:cubicBezTo>
                      <a:pt x="168" y="1533"/>
                      <a:pt x="168" y="1531"/>
                      <a:pt x="169" y="1529"/>
                    </a:cubicBezTo>
                    <a:cubicBezTo>
                      <a:pt x="170" y="1528"/>
                      <a:pt x="171" y="1526"/>
                      <a:pt x="172" y="1525"/>
                    </a:cubicBezTo>
                    <a:cubicBezTo>
                      <a:pt x="173" y="1523"/>
                      <a:pt x="176" y="1522"/>
                      <a:pt x="178" y="1522"/>
                    </a:cubicBezTo>
                    <a:cubicBezTo>
                      <a:pt x="181" y="1522"/>
                      <a:pt x="184" y="1524"/>
                      <a:pt x="187" y="1523"/>
                    </a:cubicBezTo>
                    <a:cubicBezTo>
                      <a:pt x="190" y="1523"/>
                      <a:pt x="190" y="1519"/>
                      <a:pt x="193" y="1519"/>
                    </a:cubicBezTo>
                    <a:cubicBezTo>
                      <a:pt x="196" y="1519"/>
                      <a:pt x="197" y="1524"/>
                      <a:pt x="197" y="1526"/>
                    </a:cubicBezTo>
                    <a:cubicBezTo>
                      <a:pt x="197" y="1529"/>
                      <a:pt x="197" y="1531"/>
                      <a:pt x="199" y="1534"/>
                    </a:cubicBezTo>
                    <a:cubicBezTo>
                      <a:pt x="202" y="1536"/>
                      <a:pt x="205" y="1538"/>
                      <a:pt x="208" y="1539"/>
                    </a:cubicBezTo>
                    <a:cubicBezTo>
                      <a:pt x="211" y="1540"/>
                      <a:pt x="212" y="1542"/>
                      <a:pt x="214" y="1544"/>
                    </a:cubicBezTo>
                    <a:cubicBezTo>
                      <a:pt x="217" y="1547"/>
                      <a:pt x="220" y="1550"/>
                      <a:pt x="219" y="1554"/>
                    </a:cubicBezTo>
                    <a:cubicBezTo>
                      <a:pt x="219" y="1555"/>
                      <a:pt x="218" y="1557"/>
                      <a:pt x="219" y="1558"/>
                    </a:cubicBezTo>
                    <a:cubicBezTo>
                      <a:pt x="221" y="1560"/>
                      <a:pt x="221" y="1559"/>
                      <a:pt x="223" y="1559"/>
                    </a:cubicBezTo>
                    <a:cubicBezTo>
                      <a:pt x="225" y="1558"/>
                      <a:pt x="227" y="1559"/>
                      <a:pt x="230" y="1557"/>
                    </a:cubicBezTo>
                    <a:cubicBezTo>
                      <a:pt x="236" y="1555"/>
                      <a:pt x="242" y="1547"/>
                      <a:pt x="249" y="1550"/>
                    </a:cubicBezTo>
                    <a:cubicBezTo>
                      <a:pt x="255" y="1552"/>
                      <a:pt x="260" y="1557"/>
                      <a:pt x="266" y="1559"/>
                    </a:cubicBezTo>
                    <a:cubicBezTo>
                      <a:pt x="270" y="1561"/>
                      <a:pt x="274" y="1563"/>
                      <a:pt x="277" y="1565"/>
                    </a:cubicBezTo>
                    <a:cubicBezTo>
                      <a:pt x="281" y="1568"/>
                      <a:pt x="284" y="1572"/>
                      <a:pt x="288" y="1572"/>
                    </a:cubicBezTo>
                    <a:cubicBezTo>
                      <a:pt x="294" y="1573"/>
                      <a:pt x="300" y="1570"/>
                      <a:pt x="305" y="1573"/>
                    </a:cubicBezTo>
                    <a:cubicBezTo>
                      <a:pt x="308" y="1574"/>
                      <a:pt x="309" y="1575"/>
                      <a:pt x="309" y="1579"/>
                    </a:cubicBezTo>
                    <a:cubicBezTo>
                      <a:pt x="309" y="1584"/>
                      <a:pt x="308" y="1591"/>
                      <a:pt x="309" y="1596"/>
                    </a:cubicBezTo>
                    <a:cubicBezTo>
                      <a:pt x="310" y="1598"/>
                      <a:pt x="312" y="1603"/>
                      <a:pt x="308" y="1605"/>
                    </a:cubicBezTo>
                    <a:cubicBezTo>
                      <a:pt x="307" y="1605"/>
                      <a:pt x="305" y="1605"/>
                      <a:pt x="304" y="1606"/>
                    </a:cubicBezTo>
                    <a:cubicBezTo>
                      <a:pt x="303" y="1609"/>
                      <a:pt x="306" y="1612"/>
                      <a:pt x="308" y="1614"/>
                    </a:cubicBezTo>
                    <a:cubicBezTo>
                      <a:pt x="310" y="1617"/>
                      <a:pt x="313" y="1619"/>
                      <a:pt x="313" y="1623"/>
                    </a:cubicBezTo>
                    <a:cubicBezTo>
                      <a:pt x="312" y="1626"/>
                      <a:pt x="309" y="1629"/>
                      <a:pt x="308" y="1632"/>
                    </a:cubicBezTo>
                    <a:cubicBezTo>
                      <a:pt x="307" y="1634"/>
                      <a:pt x="307" y="1635"/>
                      <a:pt x="306" y="1636"/>
                    </a:cubicBezTo>
                    <a:cubicBezTo>
                      <a:pt x="305" y="1637"/>
                      <a:pt x="304" y="1637"/>
                      <a:pt x="303" y="1638"/>
                    </a:cubicBezTo>
                    <a:cubicBezTo>
                      <a:pt x="301" y="1641"/>
                      <a:pt x="299" y="1643"/>
                      <a:pt x="296" y="1644"/>
                    </a:cubicBezTo>
                    <a:cubicBezTo>
                      <a:pt x="293" y="1645"/>
                      <a:pt x="290" y="1646"/>
                      <a:pt x="287" y="1646"/>
                    </a:cubicBezTo>
                    <a:cubicBezTo>
                      <a:pt x="286" y="1646"/>
                      <a:pt x="284" y="1647"/>
                      <a:pt x="282" y="1647"/>
                    </a:cubicBezTo>
                    <a:cubicBezTo>
                      <a:pt x="279" y="1647"/>
                      <a:pt x="276" y="1650"/>
                      <a:pt x="273" y="1651"/>
                    </a:cubicBezTo>
                    <a:cubicBezTo>
                      <a:pt x="272" y="1651"/>
                      <a:pt x="264" y="1648"/>
                      <a:pt x="264" y="1649"/>
                    </a:cubicBezTo>
                    <a:cubicBezTo>
                      <a:pt x="264" y="1651"/>
                      <a:pt x="265" y="1654"/>
                      <a:pt x="264" y="1655"/>
                    </a:cubicBezTo>
                    <a:cubicBezTo>
                      <a:pt x="263" y="1657"/>
                      <a:pt x="262" y="1656"/>
                      <a:pt x="261" y="1656"/>
                    </a:cubicBezTo>
                    <a:cubicBezTo>
                      <a:pt x="261" y="1659"/>
                      <a:pt x="262" y="1661"/>
                      <a:pt x="264" y="1663"/>
                    </a:cubicBezTo>
                    <a:cubicBezTo>
                      <a:pt x="267" y="1664"/>
                      <a:pt x="270" y="1664"/>
                      <a:pt x="273" y="1665"/>
                    </a:cubicBezTo>
                    <a:cubicBezTo>
                      <a:pt x="278" y="1666"/>
                      <a:pt x="282" y="1667"/>
                      <a:pt x="287" y="1666"/>
                    </a:cubicBezTo>
                    <a:cubicBezTo>
                      <a:pt x="292" y="1665"/>
                      <a:pt x="296" y="1666"/>
                      <a:pt x="300" y="1668"/>
                    </a:cubicBezTo>
                    <a:cubicBezTo>
                      <a:pt x="302" y="1670"/>
                      <a:pt x="308" y="1680"/>
                      <a:pt x="303" y="1681"/>
                    </a:cubicBezTo>
                    <a:cubicBezTo>
                      <a:pt x="299" y="1682"/>
                      <a:pt x="297" y="1672"/>
                      <a:pt x="293" y="1671"/>
                    </a:cubicBezTo>
                    <a:cubicBezTo>
                      <a:pt x="292" y="1673"/>
                      <a:pt x="295" y="1677"/>
                      <a:pt x="296" y="1679"/>
                    </a:cubicBezTo>
                    <a:cubicBezTo>
                      <a:pt x="297" y="1682"/>
                      <a:pt x="298" y="1685"/>
                      <a:pt x="301" y="1686"/>
                    </a:cubicBezTo>
                    <a:cubicBezTo>
                      <a:pt x="303" y="1687"/>
                      <a:pt x="307" y="1687"/>
                      <a:pt x="308" y="1689"/>
                    </a:cubicBezTo>
                    <a:cubicBezTo>
                      <a:pt x="309" y="1690"/>
                      <a:pt x="308" y="1691"/>
                      <a:pt x="307" y="1692"/>
                    </a:cubicBezTo>
                    <a:cubicBezTo>
                      <a:pt x="306" y="1694"/>
                      <a:pt x="306" y="1694"/>
                      <a:pt x="306" y="1696"/>
                    </a:cubicBezTo>
                    <a:cubicBezTo>
                      <a:pt x="306" y="1697"/>
                      <a:pt x="305" y="1698"/>
                      <a:pt x="305" y="1699"/>
                    </a:cubicBezTo>
                    <a:cubicBezTo>
                      <a:pt x="304" y="1701"/>
                      <a:pt x="305" y="1702"/>
                      <a:pt x="305" y="1703"/>
                    </a:cubicBezTo>
                    <a:cubicBezTo>
                      <a:pt x="307" y="1703"/>
                      <a:pt x="309" y="1702"/>
                      <a:pt x="310" y="1701"/>
                    </a:cubicBezTo>
                    <a:cubicBezTo>
                      <a:pt x="313" y="1699"/>
                      <a:pt x="316" y="1698"/>
                      <a:pt x="318" y="1702"/>
                    </a:cubicBezTo>
                    <a:cubicBezTo>
                      <a:pt x="319" y="1704"/>
                      <a:pt x="320" y="1710"/>
                      <a:pt x="318" y="1713"/>
                    </a:cubicBezTo>
                    <a:cubicBezTo>
                      <a:pt x="317" y="1716"/>
                      <a:pt x="313" y="1717"/>
                      <a:pt x="312" y="1721"/>
                    </a:cubicBezTo>
                    <a:cubicBezTo>
                      <a:pt x="311" y="1723"/>
                      <a:pt x="310" y="1730"/>
                      <a:pt x="313" y="1731"/>
                    </a:cubicBezTo>
                    <a:cubicBezTo>
                      <a:pt x="314" y="1732"/>
                      <a:pt x="316" y="1731"/>
                      <a:pt x="318" y="1731"/>
                    </a:cubicBezTo>
                    <a:cubicBezTo>
                      <a:pt x="319" y="1730"/>
                      <a:pt x="321" y="1731"/>
                      <a:pt x="323" y="1731"/>
                    </a:cubicBezTo>
                    <a:cubicBezTo>
                      <a:pt x="326" y="1731"/>
                      <a:pt x="330" y="1734"/>
                      <a:pt x="334" y="1732"/>
                    </a:cubicBezTo>
                    <a:cubicBezTo>
                      <a:pt x="337" y="1730"/>
                      <a:pt x="340" y="1728"/>
                      <a:pt x="343" y="1725"/>
                    </a:cubicBezTo>
                    <a:cubicBezTo>
                      <a:pt x="346" y="1722"/>
                      <a:pt x="347" y="1718"/>
                      <a:pt x="350" y="1716"/>
                    </a:cubicBezTo>
                    <a:cubicBezTo>
                      <a:pt x="354" y="1713"/>
                      <a:pt x="354" y="1719"/>
                      <a:pt x="354" y="1722"/>
                    </a:cubicBezTo>
                    <a:cubicBezTo>
                      <a:pt x="354" y="1725"/>
                      <a:pt x="353" y="1730"/>
                      <a:pt x="355" y="1733"/>
                    </a:cubicBezTo>
                    <a:cubicBezTo>
                      <a:pt x="359" y="1736"/>
                      <a:pt x="362" y="1734"/>
                      <a:pt x="365" y="1733"/>
                    </a:cubicBezTo>
                    <a:cubicBezTo>
                      <a:pt x="368" y="1732"/>
                      <a:pt x="374" y="1732"/>
                      <a:pt x="377" y="1734"/>
                    </a:cubicBezTo>
                    <a:cubicBezTo>
                      <a:pt x="379" y="1738"/>
                      <a:pt x="377" y="1741"/>
                      <a:pt x="374" y="1743"/>
                    </a:cubicBezTo>
                    <a:cubicBezTo>
                      <a:pt x="373" y="1745"/>
                      <a:pt x="366" y="1752"/>
                      <a:pt x="372" y="1752"/>
                    </a:cubicBezTo>
                    <a:cubicBezTo>
                      <a:pt x="375" y="1752"/>
                      <a:pt x="378" y="1749"/>
                      <a:pt x="381" y="1748"/>
                    </a:cubicBezTo>
                    <a:cubicBezTo>
                      <a:pt x="384" y="1747"/>
                      <a:pt x="384" y="1748"/>
                      <a:pt x="386" y="1749"/>
                    </a:cubicBezTo>
                    <a:cubicBezTo>
                      <a:pt x="387" y="1750"/>
                      <a:pt x="387" y="1752"/>
                      <a:pt x="389" y="1751"/>
                    </a:cubicBezTo>
                    <a:cubicBezTo>
                      <a:pt x="392" y="1750"/>
                      <a:pt x="393" y="1746"/>
                      <a:pt x="395" y="1744"/>
                    </a:cubicBezTo>
                    <a:cubicBezTo>
                      <a:pt x="398" y="1742"/>
                      <a:pt x="402" y="1743"/>
                      <a:pt x="401" y="1747"/>
                    </a:cubicBezTo>
                    <a:cubicBezTo>
                      <a:pt x="401" y="1751"/>
                      <a:pt x="400" y="1754"/>
                      <a:pt x="399" y="1757"/>
                    </a:cubicBezTo>
                    <a:cubicBezTo>
                      <a:pt x="399" y="1760"/>
                      <a:pt x="400" y="1765"/>
                      <a:pt x="397" y="1766"/>
                    </a:cubicBezTo>
                    <a:cubicBezTo>
                      <a:pt x="396" y="1764"/>
                      <a:pt x="395" y="1757"/>
                      <a:pt x="392" y="1761"/>
                    </a:cubicBezTo>
                    <a:cubicBezTo>
                      <a:pt x="391" y="1763"/>
                      <a:pt x="389" y="1767"/>
                      <a:pt x="390" y="1769"/>
                    </a:cubicBezTo>
                    <a:cubicBezTo>
                      <a:pt x="392" y="1772"/>
                      <a:pt x="403" y="1777"/>
                      <a:pt x="401" y="1783"/>
                    </a:cubicBezTo>
                    <a:cubicBezTo>
                      <a:pt x="400" y="1784"/>
                      <a:pt x="397" y="1786"/>
                      <a:pt x="395" y="1786"/>
                    </a:cubicBezTo>
                    <a:cubicBezTo>
                      <a:pt x="393" y="1787"/>
                      <a:pt x="391" y="1788"/>
                      <a:pt x="389" y="1790"/>
                    </a:cubicBezTo>
                    <a:cubicBezTo>
                      <a:pt x="388" y="1792"/>
                      <a:pt x="388" y="1795"/>
                      <a:pt x="386" y="1797"/>
                    </a:cubicBezTo>
                    <a:cubicBezTo>
                      <a:pt x="383" y="1799"/>
                      <a:pt x="382" y="1798"/>
                      <a:pt x="380" y="1797"/>
                    </a:cubicBezTo>
                    <a:cubicBezTo>
                      <a:pt x="378" y="1796"/>
                      <a:pt x="375" y="1797"/>
                      <a:pt x="374" y="1794"/>
                    </a:cubicBezTo>
                    <a:cubicBezTo>
                      <a:pt x="372" y="1792"/>
                      <a:pt x="374" y="1790"/>
                      <a:pt x="372" y="1788"/>
                    </a:cubicBezTo>
                    <a:cubicBezTo>
                      <a:pt x="370" y="1786"/>
                      <a:pt x="366" y="1787"/>
                      <a:pt x="365" y="1785"/>
                    </a:cubicBezTo>
                    <a:cubicBezTo>
                      <a:pt x="364" y="1783"/>
                      <a:pt x="365" y="1782"/>
                      <a:pt x="363" y="1781"/>
                    </a:cubicBezTo>
                    <a:cubicBezTo>
                      <a:pt x="362" y="1780"/>
                      <a:pt x="362" y="1780"/>
                      <a:pt x="360" y="1781"/>
                    </a:cubicBezTo>
                    <a:cubicBezTo>
                      <a:pt x="358" y="1783"/>
                      <a:pt x="357" y="1785"/>
                      <a:pt x="354" y="1783"/>
                    </a:cubicBezTo>
                    <a:cubicBezTo>
                      <a:pt x="353" y="1782"/>
                      <a:pt x="354" y="1781"/>
                      <a:pt x="352" y="1781"/>
                    </a:cubicBezTo>
                    <a:cubicBezTo>
                      <a:pt x="351" y="1781"/>
                      <a:pt x="350" y="1782"/>
                      <a:pt x="350" y="1783"/>
                    </a:cubicBezTo>
                    <a:cubicBezTo>
                      <a:pt x="349" y="1784"/>
                      <a:pt x="349" y="1785"/>
                      <a:pt x="348" y="1785"/>
                    </a:cubicBezTo>
                    <a:cubicBezTo>
                      <a:pt x="346" y="1785"/>
                      <a:pt x="344" y="1784"/>
                      <a:pt x="342" y="1784"/>
                    </a:cubicBezTo>
                    <a:cubicBezTo>
                      <a:pt x="339" y="1784"/>
                      <a:pt x="337" y="1784"/>
                      <a:pt x="335" y="1786"/>
                    </a:cubicBezTo>
                    <a:cubicBezTo>
                      <a:pt x="333" y="1787"/>
                      <a:pt x="331" y="1790"/>
                      <a:pt x="334" y="1791"/>
                    </a:cubicBezTo>
                    <a:cubicBezTo>
                      <a:pt x="336" y="1792"/>
                      <a:pt x="337" y="1791"/>
                      <a:pt x="338" y="1793"/>
                    </a:cubicBezTo>
                    <a:cubicBezTo>
                      <a:pt x="339" y="1794"/>
                      <a:pt x="340" y="1795"/>
                      <a:pt x="340" y="1796"/>
                    </a:cubicBezTo>
                    <a:cubicBezTo>
                      <a:pt x="340" y="1799"/>
                      <a:pt x="337" y="1800"/>
                      <a:pt x="335" y="1801"/>
                    </a:cubicBezTo>
                    <a:cubicBezTo>
                      <a:pt x="331" y="1804"/>
                      <a:pt x="327" y="1806"/>
                      <a:pt x="328" y="1811"/>
                    </a:cubicBezTo>
                    <a:cubicBezTo>
                      <a:pt x="330" y="1816"/>
                      <a:pt x="331" y="1821"/>
                      <a:pt x="334" y="1826"/>
                    </a:cubicBezTo>
                    <a:cubicBezTo>
                      <a:pt x="336" y="1830"/>
                      <a:pt x="339" y="1836"/>
                      <a:pt x="345" y="1835"/>
                    </a:cubicBezTo>
                    <a:cubicBezTo>
                      <a:pt x="348" y="1835"/>
                      <a:pt x="350" y="1833"/>
                      <a:pt x="350" y="1830"/>
                    </a:cubicBezTo>
                    <a:cubicBezTo>
                      <a:pt x="351" y="1827"/>
                      <a:pt x="353" y="1824"/>
                      <a:pt x="354" y="1820"/>
                    </a:cubicBezTo>
                    <a:cubicBezTo>
                      <a:pt x="355" y="1816"/>
                      <a:pt x="355" y="1813"/>
                      <a:pt x="359" y="1811"/>
                    </a:cubicBezTo>
                    <a:cubicBezTo>
                      <a:pt x="361" y="1810"/>
                      <a:pt x="363" y="1808"/>
                      <a:pt x="363" y="1812"/>
                    </a:cubicBezTo>
                    <a:cubicBezTo>
                      <a:pt x="363" y="1814"/>
                      <a:pt x="362" y="1820"/>
                      <a:pt x="366" y="1817"/>
                    </a:cubicBezTo>
                    <a:cubicBezTo>
                      <a:pt x="367" y="1816"/>
                      <a:pt x="367" y="1815"/>
                      <a:pt x="368" y="1814"/>
                    </a:cubicBezTo>
                    <a:cubicBezTo>
                      <a:pt x="369" y="1813"/>
                      <a:pt x="370" y="1813"/>
                      <a:pt x="371" y="1812"/>
                    </a:cubicBezTo>
                    <a:cubicBezTo>
                      <a:pt x="373" y="1810"/>
                      <a:pt x="375" y="1807"/>
                      <a:pt x="378" y="1809"/>
                    </a:cubicBezTo>
                    <a:cubicBezTo>
                      <a:pt x="380" y="1810"/>
                      <a:pt x="381" y="1812"/>
                      <a:pt x="382" y="1814"/>
                    </a:cubicBezTo>
                    <a:cubicBezTo>
                      <a:pt x="384" y="1815"/>
                      <a:pt x="386" y="1817"/>
                      <a:pt x="388" y="1817"/>
                    </a:cubicBezTo>
                    <a:cubicBezTo>
                      <a:pt x="391" y="1819"/>
                      <a:pt x="392" y="1818"/>
                      <a:pt x="395" y="1818"/>
                    </a:cubicBezTo>
                    <a:cubicBezTo>
                      <a:pt x="398" y="1818"/>
                      <a:pt x="399" y="1821"/>
                      <a:pt x="402" y="1821"/>
                    </a:cubicBezTo>
                    <a:cubicBezTo>
                      <a:pt x="404" y="1820"/>
                      <a:pt x="407" y="1821"/>
                      <a:pt x="409" y="1820"/>
                    </a:cubicBezTo>
                    <a:cubicBezTo>
                      <a:pt x="411" y="1818"/>
                      <a:pt x="412" y="1815"/>
                      <a:pt x="415" y="1815"/>
                    </a:cubicBezTo>
                    <a:cubicBezTo>
                      <a:pt x="416" y="1815"/>
                      <a:pt x="416" y="1816"/>
                      <a:pt x="417" y="1816"/>
                    </a:cubicBezTo>
                    <a:cubicBezTo>
                      <a:pt x="420" y="1818"/>
                      <a:pt x="424" y="1815"/>
                      <a:pt x="427" y="1814"/>
                    </a:cubicBezTo>
                    <a:cubicBezTo>
                      <a:pt x="429" y="1813"/>
                      <a:pt x="430" y="1813"/>
                      <a:pt x="432" y="1813"/>
                    </a:cubicBezTo>
                    <a:cubicBezTo>
                      <a:pt x="433" y="1812"/>
                      <a:pt x="434" y="1810"/>
                      <a:pt x="434" y="1810"/>
                    </a:cubicBezTo>
                    <a:cubicBezTo>
                      <a:pt x="437" y="1809"/>
                      <a:pt x="439" y="1810"/>
                      <a:pt x="442" y="1810"/>
                    </a:cubicBezTo>
                    <a:cubicBezTo>
                      <a:pt x="444" y="1810"/>
                      <a:pt x="447" y="1809"/>
                      <a:pt x="449" y="1809"/>
                    </a:cubicBezTo>
                    <a:cubicBezTo>
                      <a:pt x="455" y="1809"/>
                      <a:pt x="459" y="1809"/>
                      <a:pt x="464" y="1807"/>
                    </a:cubicBezTo>
                    <a:cubicBezTo>
                      <a:pt x="467" y="1806"/>
                      <a:pt x="469" y="1804"/>
                      <a:pt x="471" y="1803"/>
                    </a:cubicBezTo>
                    <a:cubicBezTo>
                      <a:pt x="473" y="1801"/>
                      <a:pt x="475" y="1802"/>
                      <a:pt x="478" y="1801"/>
                    </a:cubicBezTo>
                    <a:cubicBezTo>
                      <a:pt x="480" y="1801"/>
                      <a:pt x="481" y="1799"/>
                      <a:pt x="483" y="1798"/>
                    </a:cubicBezTo>
                    <a:cubicBezTo>
                      <a:pt x="485" y="1797"/>
                      <a:pt x="488" y="1798"/>
                      <a:pt x="490" y="1797"/>
                    </a:cubicBezTo>
                    <a:cubicBezTo>
                      <a:pt x="496" y="1796"/>
                      <a:pt x="500" y="1797"/>
                      <a:pt x="505" y="1798"/>
                    </a:cubicBezTo>
                    <a:cubicBezTo>
                      <a:pt x="510" y="1799"/>
                      <a:pt x="514" y="1797"/>
                      <a:pt x="519" y="1797"/>
                    </a:cubicBezTo>
                    <a:cubicBezTo>
                      <a:pt x="521" y="1797"/>
                      <a:pt x="524" y="1798"/>
                      <a:pt x="525" y="1795"/>
                    </a:cubicBezTo>
                    <a:cubicBezTo>
                      <a:pt x="527" y="1793"/>
                      <a:pt x="524" y="1792"/>
                      <a:pt x="523" y="1791"/>
                    </a:cubicBezTo>
                    <a:cubicBezTo>
                      <a:pt x="521" y="1789"/>
                      <a:pt x="522" y="1788"/>
                      <a:pt x="525" y="1788"/>
                    </a:cubicBezTo>
                    <a:cubicBezTo>
                      <a:pt x="527" y="1788"/>
                      <a:pt x="529" y="1788"/>
                      <a:pt x="531" y="1788"/>
                    </a:cubicBezTo>
                    <a:cubicBezTo>
                      <a:pt x="536" y="1788"/>
                      <a:pt x="541" y="1790"/>
                      <a:pt x="546" y="1790"/>
                    </a:cubicBezTo>
                    <a:cubicBezTo>
                      <a:pt x="551" y="1789"/>
                      <a:pt x="557" y="1786"/>
                      <a:pt x="562" y="1784"/>
                    </a:cubicBezTo>
                    <a:cubicBezTo>
                      <a:pt x="565" y="1783"/>
                      <a:pt x="573" y="1782"/>
                      <a:pt x="574" y="1786"/>
                    </a:cubicBezTo>
                    <a:cubicBezTo>
                      <a:pt x="575" y="1792"/>
                      <a:pt x="568" y="1791"/>
                      <a:pt x="564" y="1792"/>
                    </a:cubicBezTo>
                    <a:cubicBezTo>
                      <a:pt x="561" y="1792"/>
                      <a:pt x="558" y="1794"/>
                      <a:pt x="555" y="1796"/>
                    </a:cubicBezTo>
                    <a:cubicBezTo>
                      <a:pt x="553" y="1796"/>
                      <a:pt x="550" y="1796"/>
                      <a:pt x="549" y="1799"/>
                    </a:cubicBezTo>
                    <a:cubicBezTo>
                      <a:pt x="549" y="1801"/>
                      <a:pt x="550" y="1804"/>
                      <a:pt x="548" y="1805"/>
                    </a:cubicBezTo>
                    <a:cubicBezTo>
                      <a:pt x="545" y="1807"/>
                      <a:pt x="541" y="1804"/>
                      <a:pt x="540" y="1809"/>
                    </a:cubicBezTo>
                    <a:cubicBezTo>
                      <a:pt x="539" y="1812"/>
                      <a:pt x="546" y="1818"/>
                      <a:pt x="544" y="1820"/>
                    </a:cubicBezTo>
                    <a:cubicBezTo>
                      <a:pt x="543" y="1822"/>
                      <a:pt x="540" y="1819"/>
                      <a:pt x="539" y="1819"/>
                    </a:cubicBezTo>
                    <a:cubicBezTo>
                      <a:pt x="536" y="1819"/>
                      <a:pt x="536" y="1821"/>
                      <a:pt x="535" y="1823"/>
                    </a:cubicBezTo>
                    <a:cubicBezTo>
                      <a:pt x="535" y="1825"/>
                      <a:pt x="536" y="1828"/>
                      <a:pt x="534" y="1829"/>
                    </a:cubicBezTo>
                    <a:cubicBezTo>
                      <a:pt x="532" y="1830"/>
                      <a:pt x="532" y="1826"/>
                      <a:pt x="532" y="1825"/>
                    </a:cubicBezTo>
                    <a:cubicBezTo>
                      <a:pt x="532" y="1823"/>
                      <a:pt x="532" y="1822"/>
                      <a:pt x="530" y="1822"/>
                    </a:cubicBezTo>
                    <a:cubicBezTo>
                      <a:pt x="528" y="1822"/>
                      <a:pt x="526" y="1823"/>
                      <a:pt x="523" y="1823"/>
                    </a:cubicBezTo>
                    <a:cubicBezTo>
                      <a:pt x="519" y="1823"/>
                      <a:pt x="515" y="1820"/>
                      <a:pt x="511" y="1822"/>
                    </a:cubicBezTo>
                    <a:cubicBezTo>
                      <a:pt x="511" y="1827"/>
                      <a:pt x="508" y="1825"/>
                      <a:pt x="505" y="1826"/>
                    </a:cubicBezTo>
                    <a:cubicBezTo>
                      <a:pt x="501" y="1826"/>
                      <a:pt x="503" y="1830"/>
                      <a:pt x="504" y="1832"/>
                    </a:cubicBezTo>
                    <a:cubicBezTo>
                      <a:pt x="505" y="1833"/>
                      <a:pt x="505" y="1835"/>
                      <a:pt x="506" y="1836"/>
                    </a:cubicBezTo>
                    <a:cubicBezTo>
                      <a:pt x="508" y="1837"/>
                      <a:pt x="509" y="1836"/>
                      <a:pt x="510" y="1837"/>
                    </a:cubicBezTo>
                    <a:cubicBezTo>
                      <a:pt x="513" y="1839"/>
                      <a:pt x="511" y="1842"/>
                      <a:pt x="509" y="1843"/>
                    </a:cubicBezTo>
                    <a:cubicBezTo>
                      <a:pt x="506" y="1845"/>
                      <a:pt x="503" y="1844"/>
                      <a:pt x="500" y="1845"/>
                    </a:cubicBezTo>
                    <a:cubicBezTo>
                      <a:pt x="499" y="1849"/>
                      <a:pt x="503" y="1851"/>
                      <a:pt x="506" y="1851"/>
                    </a:cubicBezTo>
                    <a:cubicBezTo>
                      <a:pt x="510" y="1851"/>
                      <a:pt x="513" y="1850"/>
                      <a:pt x="516" y="1851"/>
                    </a:cubicBezTo>
                    <a:cubicBezTo>
                      <a:pt x="517" y="1856"/>
                      <a:pt x="509" y="1856"/>
                      <a:pt x="506" y="1856"/>
                    </a:cubicBezTo>
                    <a:cubicBezTo>
                      <a:pt x="505" y="1855"/>
                      <a:pt x="503" y="1856"/>
                      <a:pt x="502" y="1856"/>
                    </a:cubicBezTo>
                    <a:cubicBezTo>
                      <a:pt x="498" y="1856"/>
                      <a:pt x="495" y="1856"/>
                      <a:pt x="491" y="1856"/>
                    </a:cubicBezTo>
                    <a:cubicBezTo>
                      <a:pt x="487" y="1857"/>
                      <a:pt x="484" y="1858"/>
                      <a:pt x="480" y="1858"/>
                    </a:cubicBezTo>
                    <a:cubicBezTo>
                      <a:pt x="476" y="1858"/>
                      <a:pt x="472" y="1857"/>
                      <a:pt x="468" y="1857"/>
                    </a:cubicBezTo>
                    <a:cubicBezTo>
                      <a:pt x="462" y="1856"/>
                      <a:pt x="454" y="1857"/>
                      <a:pt x="449" y="1861"/>
                    </a:cubicBezTo>
                    <a:cubicBezTo>
                      <a:pt x="446" y="1863"/>
                      <a:pt x="444" y="1864"/>
                      <a:pt x="440" y="1864"/>
                    </a:cubicBezTo>
                    <a:cubicBezTo>
                      <a:pt x="437" y="1864"/>
                      <a:pt x="433" y="1863"/>
                      <a:pt x="430" y="1863"/>
                    </a:cubicBezTo>
                    <a:cubicBezTo>
                      <a:pt x="427" y="1864"/>
                      <a:pt x="424" y="1866"/>
                      <a:pt x="422" y="1868"/>
                    </a:cubicBezTo>
                    <a:cubicBezTo>
                      <a:pt x="421" y="1869"/>
                      <a:pt x="420" y="1870"/>
                      <a:pt x="420" y="1872"/>
                    </a:cubicBezTo>
                    <a:cubicBezTo>
                      <a:pt x="420" y="1874"/>
                      <a:pt x="420" y="1876"/>
                      <a:pt x="419" y="1877"/>
                    </a:cubicBezTo>
                    <a:cubicBezTo>
                      <a:pt x="417" y="1880"/>
                      <a:pt x="412" y="1880"/>
                      <a:pt x="409" y="1880"/>
                    </a:cubicBezTo>
                    <a:cubicBezTo>
                      <a:pt x="405" y="1880"/>
                      <a:pt x="401" y="1880"/>
                      <a:pt x="396" y="1880"/>
                    </a:cubicBezTo>
                    <a:cubicBezTo>
                      <a:pt x="393" y="1880"/>
                      <a:pt x="389" y="1879"/>
                      <a:pt x="386" y="1880"/>
                    </a:cubicBezTo>
                    <a:cubicBezTo>
                      <a:pt x="383" y="1881"/>
                      <a:pt x="380" y="1882"/>
                      <a:pt x="378" y="1884"/>
                    </a:cubicBezTo>
                    <a:cubicBezTo>
                      <a:pt x="376" y="1885"/>
                      <a:pt x="374" y="1885"/>
                      <a:pt x="373" y="1887"/>
                    </a:cubicBezTo>
                    <a:cubicBezTo>
                      <a:pt x="372" y="1888"/>
                      <a:pt x="372" y="1890"/>
                      <a:pt x="371" y="1892"/>
                    </a:cubicBezTo>
                    <a:cubicBezTo>
                      <a:pt x="370" y="1893"/>
                      <a:pt x="368" y="1894"/>
                      <a:pt x="366" y="1895"/>
                    </a:cubicBezTo>
                    <a:cubicBezTo>
                      <a:pt x="365" y="1895"/>
                      <a:pt x="362" y="1895"/>
                      <a:pt x="361" y="1896"/>
                    </a:cubicBezTo>
                    <a:cubicBezTo>
                      <a:pt x="358" y="1899"/>
                      <a:pt x="363" y="1900"/>
                      <a:pt x="365" y="1901"/>
                    </a:cubicBezTo>
                    <a:cubicBezTo>
                      <a:pt x="367" y="1902"/>
                      <a:pt x="369" y="1903"/>
                      <a:pt x="370" y="1905"/>
                    </a:cubicBezTo>
                    <a:cubicBezTo>
                      <a:pt x="371" y="1906"/>
                      <a:pt x="372" y="1908"/>
                      <a:pt x="374" y="1909"/>
                    </a:cubicBezTo>
                    <a:cubicBezTo>
                      <a:pt x="376" y="1909"/>
                      <a:pt x="379" y="1908"/>
                      <a:pt x="380" y="1908"/>
                    </a:cubicBezTo>
                    <a:cubicBezTo>
                      <a:pt x="383" y="1908"/>
                      <a:pt x="386" y="1907"/>
                      <a:pt x="389" y="1907"/>
                    </a:cubicBezTo>
                    <a:cubicBezTo>
                      <a:pt x="392" y="1907"/>
                      <a:pt x="394" y="1906"/>
                      <a:pt x="396" y="1904"/>
                    </a:cubicBezTo>
                    <a:cubicBezTo>
                      <a:pt x="397" y="1902"/>
                      <a:pt x="400" y="1900"/>
                      <a:pt x="403" y="1900"/>
                    </a:cubicBezTo>
                    <a:cubicBezTo>
                      <a:pt x="406" y="1899"/>
                      <a:pt x="410" y="1900"/>
                      <a:pt x="414" y="1900"/>
                    </a:cubicBezTo>
                    <a:cubicBezTo>
                      <a:pt x="417" y="1900"/>
                      <a:pt x="420" y="1900"/>
                      <a:pt x="422" y="1900"/>
                    </a:cubicBezTo>
                    <a:cubicBezTo>
                      <a:pt x="424" y="1901"/>
                      <a:pt x="426" y="1901"/>
                      <a:pt x="427" y="1901"/>
                    </a:cubicBezTo>
                    <a:cubicBezTo>
                      <a:pt x="429" y="1902"/>
                      <a:pt x="430" y="1903"/>
                      <a:pt x="431" y="1902"/>
                    </a:cubicBezTo>
                    <a:cubicBezTo>
                      <a:pt x="433" y="1902"/>
                      <a:pt x="434" y="1898"/>
                      <a:pt x="435" y="1896"/>
                    </a:cubicBezTo>
                    <a:cubicBezTo>
                      <a:pt x="438" y="1892"/>
                      <a:pt x="435" y="1886"/>
                      <a:pt x="438" y="1882"/>
                    </a:cubicBezTo>
                    <a:cubicBezTo>
                      <a:pt x="441" y="1878"/>
                      <a:pt x="445" y="1874"/>
                      <a:pt x="449" y="1873"/>
                    </a:cubicBezTo>
                    <a:cubicBezTo>
                      <a:pt x="452" y="1872"/>
                      <a:pt x="454" y="1871"/>
                      <a:pt x="456" y="1871"/>
                    </a:cubicBezTo>
                    <a:cubicBezTo>
                      <a:pt x="459" y="1871"/>
                      <a:pt x="461" y="1872"/>
                      <a:pt x="463" y="1873"/>
                    </a:cubicBezTo>
                    <a:cubicBezTo>
                      <a:pt x="468" y="1874"/>
                      <a:pt x="472" y="1874"/>
                      <a:pt x="477" y="1873"/>
                    </a:cubicBezTo>
                    <a:cubicBezTo>
                      <a:pt x="479" y="1873"/>
                      <a:pt x="482" y="1873"/>
                      <a:pt x="484" y="1873"/>
                    </a:cubicBezTo>
                    <a:cubicBezTo>
                      <a:pt x="488" y="1872"/>
                      <a:pt x="491" y="1870"/>
                      <a:pt x="495" y="1870"/>
                    </a:cubicBezTo>
                    <a:cubicBezTo>
                      <a:pt x="498" y="1869"/>
                      <a:pt x="501" y="1868"/>
                      <a:pt x="504" y="1866"/>
                    </a:cubicBezTo>
                    <a:cubicBezTo>
                      <a:pt x="506" y="1866"/>
                      <a:pt x="508" y="1865"/>
                      <a:pt x="510" y="1863"/>
                    </a:cubicBezTo>
                    <a:cubicBezTo>
                      <a:pt x="511" y="1862"/>
                      <a:pt x="511" y="1861"/>
                      <a:pt x="513" y="1861"/>
                    </a:cubicBezTo>
                    <a:cubicBezTo>
                      <a:pt x="517" y="1860"/>
                      <a:pt x="520" y="1860"/>
                      <a:pt x="524" y="1860"/>
                    </a:cubicBezTo>
                    <a:cubicBezTo>
                      <a:pt x="526" y="1860"/>
                      <a:pt x="530" y="1858"/>
                      <a:pt x="533" y="1859"/>
                    </a:cubicBezTo>
                    <a:cubicBezTo>
                      <a:pt x="535" y="1861"/>
                      <a:pt x="535" y="1864"/>
                      <a:pt x="533" y="1865"/>
                    </a:cubicBezTo>
                    <a:cubicBezTo>
                      <a:pt x="531" y="1865"/>
                      <a:pt x="519" y="1865"/>
                      <a:pt x="523" y="1869"/>
                    </a:cubicBezTo>
                    <a:cubicBezTo>
                      <a:pt x="525" y="1872"/>
                      <a:pt x="529" y="1870"/>
                      <a:pt x="531" y="1871"/>
                    </a:cubicBezTo>
                    <a:cubicBezTo>
                      <a:pt x="534" y="1873"/>
                      <a:pt x="532" y="1876"/>
                      <a:pt x="529" y="1876"/>
                    </a:cubicBezTo>
                    <a:cubicBezTo>
                      <a:pt x="524" y="1876"/>
                      <a:pt x="520" y="1873"/>
                      <a:pt x="515" y="1876"/>
                    </a:cubicBezTo>
                    <a:cubicBezTo>
                      <a:pt x="514" y="1877"/>
                      <a:pt x="512" y="1879"/>
                      <a:pt x="510" y="1880"/>
                    </a:cubicBezTo>
                    <a:cubicBezTo>
                      <a:pt x="509" y="1881"/>
                      <a:pt x="505" y="1883"/>
                      <a:pt x="504" y="1885"/>
                    </a:cubicBezTo>
                    <a:cubicBezTo>
                      <a:pt x="504" y="1889"/>
                      <a:pt x="513" y="1888"/>
                      <a:pt x="515" y="1887"/>
                    </a:cubicBezTo>
                    <a:cubicBezTo>
                      <a:pt x="516" y="1886"/>
                      <a:pt x="519" y="1884"/>
                      <a:pt x="521" y="1885"/>
                    </a:cubicBezTo>
                    <a:cubicBezTo>
                      <a:pt x="523" y="1886"/>
                      <a:pt x="521" y="1890"/>
                      <a:pt x="522" y="1891"/>
                    </a:cubicBezTo>
                    <a:cubicBezTo>
                      <a:pt x="524" y="1893"/>
                      <a:pt x="528" y="1892"/>
                      <a:pt x="530" y="1892"/>
                    </a:cubicBezTo>
                    <a:cubicBezTo>
                      <a:pt x="533" y="1892"/>
                      <a:pt x="532" y="1893"/>
                      <a:pt x="531" y="1895"/>
                    </a:cubicBezTo>
                    <a:cubicBezTo>
                      <a:pt x="530" y="1898"/>
                      <a:pt x="531" y="1900"/>
                      <a:pt x="530" y="1902"/>
                    </a:cubicBezTo>
                    <a:cubicBezTo>
                      <a:pt x="529" y="1905"/>
                      <a:pt x="526" y="1906"/>
                      <a:pt x="524" y="1907"/>
                    </a:cubicBezTo>
                    <a:cubicBezTo>
                      <a:pt x="522" y="1908"/>
                      <a:pt x="521" y="1910"/>
                      <a:pt x="519" y="1911"/>
                    </a:cubicBezTo>
                    <a:cubicBezTo>
                      <a:pt x="517" y="1912"/>
                      <a:pt x="515" y="1912"/>
                      <a:pt x="512" y="1912"/>
                    </a:cubicBezTo>
                    <a:cubicBezTo>
                      <a:pt x="508" y="1912"/>
                      <a:pt x="503" y="1914"/>
                      <a:pt x="498" y="1915"/>
                    </a:cubicBezTo>
                    <a:cubicBezTo>
                      <a:pt x="499" y="1919"/>
                      <a:pt x="502" y="1924"/>
                      <a:pt x="505" y="1925"/>
                    </a:cubicBezTo>
                    <a:cubicBezTo>
                      <a:pt x="509" y="1926"/>
                      <a:pt x="515" y="1924"/>
                      <a:pt x="519" y="1922"/>
                    </a:cubicBezTo>
                    <a:cubicBezTo>
                      <a:pt x="522" y="1920"/>
                      <a:pt x="525" y="1918"/>
                      <a:pt x="529" y="1916"/>
                    </a:cubicBezTo>
                    <a:cubicBezTo>
                      <a:pt x="532" y="1914"/>
                      <a:pt x="535" y="1910"/>
                      <a:pt x="537" y="1906"/>
                    </a:cubicBezTo>
                    <a:cubicBezTo>
                      <a:pt x="539" y="1902"/>
                      <a:pt x="539" y="1898"/>
                      <a:pt x="540" y="1894"/>
                    </a:cubicBezTo>
                    <a:cubicBezTo>
                      <a:pt x="541" y="1889"/>
                      <a:pt x="543" y="1887"/>
                      <a:pt x="545" y="1884"/>
                    </a:cubicBezTo>
                    <a:cubicBezTo>
                      <a:pt x="547" y="1880"/>
                      <a:pt x="549" y="1878"/>
                      <a:pt x="553" y="1876"/>
                    </a:cubicBezTo>
                    <a:cubicBezTo>
                      <a:pt x="556" y="1874"/>
                      <a:pt x="558" y="1870"/>
                      <a:pt x="562" y="1869"/>
                    </a:cubicBezTo>
                    <a:cubicBezTo>
                      <a:pt x="565" y="1868"/>
                      <a:pt x="574" y="1868"/>
                      <a:pt x="571" y="1863"/>
                    </a:cubicBezTo>
                    <a:cubicBezTo>
                      <a:pt x="570" y="1861"/>
                      <a:pt x="567" y="1860"/>
                      <a:pt x="566" y="1859"/>
                    </a:cubicBezTo>
                    <a:cubicBezTo>
                      <a:pt x="565" y="1858"/>
                      <a:pt x="565" y="1857"/>
                      <a:pt x="565" y="1856"/>
                    </a:cubicBezTo>
                    <a:cubicBezTo>
                      <a:pt x="563" y="1854"/>
                      <a:pt x="559" y="1852"/>
                      <a:pt x="556" y="1851"/>
                    </a:cubicBezTo>
                    <a:cubicBezTo>
                      <a:pt x="554" y="1851"/>
                      <a:pt x="550" y="1850"/>
                      <a:pt x="551" y="1847"/>
                    </a:cubicBezTo>
                    <a:cubicBezTo>
                      <a:pt x="552" y="1845"/>
                      <a:pt x="553" y="1844"/>
                      <a:pt x="554" y="1843"/>
                    </a:cubicBezTo>
                    <a:cubicBezTo>
                      <a:pt x="555" y="1842"/>
                      <a:pt x="555" y="1840"/>
                      <a:pt x="556" y="1838"/>
                    </a:cubicBezTo>
                    <a:cubicBezTo>
                      <a:pt x="558" y="1836"/>
                      <a:pt x="562" y="1834"/>
                      <a:pt x="565" y="1835"/>
                    </a:cubicBezTo>
                    <a:cubicBezTo>
                      <a:pt x="566" y="1836"/>
                      <a:pt x="567" y="1837"/>
                      <a:pt x="567" y="1838"/>
                    </a:cubicBezTo>
                    <a:cubicBezTo>
                      <a:pt x="566" y="1840"/>
                      <a:pt x="564" y="1840"/>
                      <a:pt x="563" y="1841"/>
                    </a:cubicBezTo>
                    <a:cubicBezTo>
                      <a:pt x="561" y="1843"/>
                      <a:pt x="563" y="1846"/>
                      <a:pt x="565" y="1847"/>
                    </a:cubicBezTo>
                    <a:cubicBezTo>
                      <a:pt x="566" y="1848"/>
                      <a:pt x="568" y="1848"/>
                      <a:pt x="569" y="1848"/>
                    </a:cubicBezTo>
                    <a:cubicBezTo>
                      <a:pt x="571" y="1849"/>
                      <a:pt x="572" y="1849"/>
                      <a:pt x="574" y="1849"/>
                    </a:cubicBezTo>
                    <a:cubicBezTo>
                      <a:pt x="578" y="1850"/>
                      <a:pt x="577" y="1846"/>
                      <a:pt x="581" y="1846"/>
                    </a:cubicBezTo>
                    <a:cubicBezTo>
                      <a:pt x="582" y="1846"/>
                      <a:pt x="583" y="1846"/>
                      <a:pt x="584" y="1847"/>
                    </a:cubicBezTo>
                    <a:cubicBezTo>
                      <a:pt x="586" y="1848"/>
                      <a:pt x="590" y="1849"/>
                      <a:pt x="592" y="1848"/>
                    </a:cubicBezTo>
                    <a:cubicBezTo>
                      <a:pt x="593" y="1847"/>
                      <a:pt x="595" y="1845"/>
                      <a:pt x="595" y="1843"/>
                    </a:cubicBezTo>
                    <a:cubicBezTo>
                      <a:pt x="596" y="1842"/>
                      <a:pt x="594" y="1840"/>
                      <a:pt x="593" y="1839"/>
                    </a:cubicBezTo>
                    <a:cubicBezTo>
                      <a:pt x="590" y="1838"/>
                      <a:pt x="587" y="1838"/>
                      <a:pt x="585" y="1836"/>
                    </a:cubicBezTo>
                    <a:cubicBezTo>
                      <a:pt x="582" y="1832"/>
                      <a:pt x="587" y="1832"/>
                      <a:pt x="589" y="1832"/>
                    </a:cubicBezTo>
                    <a:cubicBezTo>
                      <a:pt x="594" y="1832"/>
                      <a:pt x="596" y="1824"/>
                      <a:pt x="601" y="1827"/>
                    </a:cubicBezTo>
                    <a:cubicBezTo>
                      <a:pt x="604" y="1829"/>
                      <a:pt x="603" y="1832"/>
                      <a:pt x="604" y="1835"/>
                    </a:cubicBezTo>
                    <a:cubicBezTo>
                      <a:pt x="605" y="1837"/>
                      <a:pt x="607" y="1838"/>
                      <a:pt x="609" y="1839"/>
                    </a:cubicBezTo>
                    <a:cubicBezTo>
                      <a:pt x="611" y="1840"/>
                      <a:pt x="614" y="1840"/>
                      <a:pt x="616" y="1842"/>
                    </a:cubicBezTo>
                    <a:cubicBezTo>
                      <a:pt x="618" y="1844"/>
                      <a:pt x="618" y="1847"/>
                      <a:pt x="622" y="1847"/>
                    </a:cubicBezTo>
                    <a:cubicBezTo>
                      <a:pt x="622" y="1845"/>
                      <a:pt x="622" y="1843"/>
                      <a:pt x="623" y="1842"/>
                    </a:cubicBezTo>
                    <a:cubicBezTo>
                      <a:pt x="623" y="1839"/>
                      <a:pt x="625" y="1834"/>
                      <a:pt x="629" y="1835"/>
                    </a:cubicBezTo>
                    <a:cubicBezTo>
                      <a:pt x="630" y="1836"/>
                      <a:pt x="631" y="1838"/>
                      <a:pt x="633" y="1838"/>
                    </a:cubicBezTo>
                    <a:cubicBezTo>
                      <a:pt x="634" y="1839"/>
                      <a:pt x="636" y="1839"/>
                      <a:pt x="638" y="1840"/>
                    </a:cubicBezTo>
                    <a:cubicBezTo>
                      <a:pt x="639" y="1841"/>
                      <a:pt x="639" y="1842"/>
                      <a:pt x="639" y="1844"/>
                    </a:cubicBezTo>
                    <a:cubicBezTo>
                      <a:pt x="640" y="1847"/>
                      <a:pt x="640" y="1850"/>
                      <a:pt x="641" y="1852"/>
                    </a:cubicBezTo>
                    <a:cubicBezTo>
                      <a:pt x="642" y="1856"/>
                      <a:pt x="643" y="1859"/>
                      <a:pt x="644" y="1862"/>
                    </a:cubicBezTo>
                    <a:cubicBezTo>
                      <a:pt x="644" y="1863"/>
                      <a:pt x="645" y="1865"/>
                      <a:pt x="646" y="1866"/>
                    </a:cubicBezTo>
                    <a:cubicBezTo>
                      <a:pt x="648" y="1868"/>
                      <a:pt x="653" y="1866"/>
                      <a:pt x="655" y="1866"/>
                    </a:cubicBezTo>
                    <a:cubicBezTo>
                      <a:pt x="659" y="1865"/>
                      <a:pt x="662" y="1865"/>
                      <a:pt x="665" y="1863"/>
                    </a:cubicBezTo>
                    <a:cubicBezTo>
                      <a:pt x="668" y="1861"/>
                      <a:pt x="670" y="1860"/>
                      <a:pt x="674" y="1863"/>
                    </a:cubicBezTo>
                    <a:cubicBezTo>
                      <a:pt x="676" y="1865"/>
                      <a:pt x="681" y="1865"/>
                      <a:pt x="682" y="1868"/>
                    </a:cubicBezTo>
                    <a:cubicBezTo>
                      <a:pt x="683" y="1871"/>
                      <a:pt x="680" y="1876"/>
                      <a:pt x="684" y="1876"/>
                    </a:cubicBezTo>
                    <a:cubicBezTo>
                      <a:pt x="688" y="1877"/>
                      <a:pt x="692" y="1875"/>
                      <a:pt x="695" y="1877"/>
                    </a:cubicBezTo>
                    <a:cubicBezTo>
                      <a:pt x="698" y="1880"/>
                      <a:pt x="698" y="1884"/>
                      <a:pt x="697" y="1887"/>
                    </a:cubicBezTo>
                    <a:cubicBezTo>
                      <a:pt x="697" y="1890"/>
                      <a:pt x="697" y="1897"/>
                      <a:pt x="701" y="1896"/>
                    </a:cubicBezTo>
                    <a:cubicBezTo>
                      <a:pt x="705" y="1895"/>
                      <a:pt x="704" y="1888"/>
                      <a:pt x="707" y="1886"/>
                    </a:cubicBezTo>
                    <a:cubicBezTo>
                      <a:pt x="710" y="1883"/>
                      <a:pt x="716" y="1881"/>
                      <a:pt x="715" y="1876"/>
                    </a:cubicBezTo>
                    <a:cubicBezTo>
                      <a:pt x="713" y="1871"/>
                      <a:pt x="708" y="1875"/>
                      <a:pt x="705" y="1877"/>
                    </a:cubicBezTo>
                    <a:cubicBezTo>
                      <a:pt x="700" y="1879"/>
                      <a:pt x="701" y="1874"/>
                      <a:pt x="701" y="1870"/>
                    </a:cubicBezTo>
                    <a:cubicBezTo>
                      <a:pt x="702" y="1867"/>
                      <a:pt x="701" y="1863"/>
                      <a:pt x="703" y="1860"/>
                    </a:cubicBezTo>
                    <a:cubicBezTo>
                      <a:pt x="704" y="1857"/>
                      <a:pt x="708" y="1855"/>
                      <a:pt x="710" y="1852"/>
                    </a:cubicBezTo>
                    <a:cubicBezTo>
                      <a:pt x="713" y="1849"/>
                      <a:pt x="715" y="1848"/>
                      <a:pt x="715" y="1844"/>
                    </a:cubicBezTo>
                    <a:cubicBezTo>
                      <a:pt x="715" y="1843"/>
                      <a:pt x="713" y="1839"/>
                      <a:pt x="715" y="1838"/>
                    </a:cubicBezTo>
                    <a:cubicBezTo>
                      <a:pt x="718" y="1836"/>
                      <a:pt x="725" y="1846"/>
                      <a:pt x="727" y="1847"/>
                    </a:cubicBezTo>
                    <a:cubicBezTo>
                      <a:pt x="729" y="1848"/>
                      <a:pt x="731" y="1847"/>
                      <a:pt x="732" y="1847"/>
                    </a:cubicBezTo>
                    <a:cubicBezTo>
                      <a:pt x="734" y="1848"/>
                      <a:pt x="736" y="1848"/>
                      <a:pt x="738" y="1849"/>
                    </a:cubicBezTo>
                    <a:cubicBezTo>
                      <a:pt x="740" y="1849"/>
                      <a:pt x="743" y="1849"/>
                      <a:pt x="745" y="1850"/>
                    </a:cubicBezTo>
                    <a:cubicBezTo>
                      <a:pt x="750" y="1851"/>
                      <a:pt x="754" y="1851"/>
                      <a:pt x="758" y="1855"/>
                    </a:cubicBezTo>
                    <a:cubicBezTo>
                      <a:pt x="759" y="1857"/>
                      <a:pt x="762" y="1859"/>
                      <a:pt x="764" y="1861"/>
                    </a:cubicBezTo>
                    <a:cubicBezTo>
                      <a:pt x="765" y="1863"/>
                      <a:pt x="763" y="1864"/>
                      <a:pt x="762" y="1865"/>
                    </a:cubicBezTo>
                    <a:cubicBezTo>
                      <a:pt x="760" y="1866"/>
                      <a:pt x="759" y="1868"/>
                      <a:pt x="757" y="1868"/>
                    </a:cubicBezTo>
                    <a:cubicBezTo>
                      <a:pt x="755" y="1869"/>
                      <a:pt x="754" y="1866"/>
                      <a:pt x="752" y="1866"/>
                    </a:cubicBezTo>
                    <a:cubicBezTo>
                      <a:pt x="750" y="1865"/>
                      <a:pt x="746" y="1870"/>
                      <a:pt x="746" y="1872"/>
                    </a:cubicBezTo>
                    <a:cubicBezTo>
                      <a:pt x="744" y="1876"/>
                      <a:pt x="748" y="1879"/>
                      <a:pt x="747" y="1882"/>
                    </a:cubicBezTo>
                    <a:cubicBezTo>
                      <a:pt x="746" y="1886"/>
                      <a:pt x="740" y="1884"/>
                      <a:pt x="741" y="1888"/>
                    </a:cubicBezTo>
                    <a:cubicBezTo>
                      <a:pt x="744" y="1888"/>
                      <a:pt x="745" y="1893"/>
                      <a:pt x="748" y="1892"/>
                    </a:cubicBezTo>
                    <a:cubicBezTo>
                      <a:pt x="751" y="1890"/>
                      <a:pt x="750" y="1886"/>
                      <a:pt x="752" y="1884"/>
                    </a:cubicBezTo>
                    <a:cubicBezTo>
                      <a:pt x="758" y="1880"/>
                      <a:pt x="764" y="1889"/>
                      <a:pt x="765" y="1894"/>
                    </a:cubicBezTo>
                    <a:cubicBezTo>
                      <a:pt x="766" y="1896"/>
                      <a:pt x="765" y="1899"/>
                      <a:pt x="765" y="1902"/>
                    </a:cubicBezTo>
                    <a:cubicBezTo>
                      <a:pt x="765" y="1905"/>
                      <a:pt x="766" y="1907"/>
                      <a:pt x="766" y="1910"/>
                    </a:cubicBezTo>
                    <a:cubicBezTo>
                      <a:pt x="766" y="1912"/>
                      <a:pt x="766" y="1913"/>
                      <a:pt x="767" y="1914"/>
                    </a:cubicBezTo>
                    <a:cubicBezTo>
                      <a:pt x="768" y="1915"/>
                      <a:pt x="769" y="1916"/>
                      <a:pt x="769" y="1918"/>
                    </a:cubicBezTo>
                    <a:cubicBezTo>
                      <a:pt x="768" y="1920"/>
                      <a:pt x="766" y="1922"/>
                      <a:pt x="766" y="1924"/>
                    </a:cubicBezTo>
                    <a:cubicBezTo>
                      <a:pt x="766" y="1930"/>
                      <a:pt x="773" y="1932"/>
                      <a:pt x="777" y="1933"/>
                    </a:cubicBezTo>
                    <a:cubicBezTo>
                      <a:pt x="780" y="1933"/>
                      <a:pt x="783" y="1935"/>
                      <a:pt x="785" y="1936"/>
                    </a:cubicBezTo>
                    <a:cubicBezTo>
                      <a:pt x="788" y="1937"/>
                      <a:pt x="790" y="1938"/>
                      <a:pt x="793" y="1940"/>
                    </a:cubicBezTo>
                    <a:cubicBezTo>
                      <a:pt x="797" y="1943"/>
                      <a:pt x="802" y="1947"/>
                      <a:pt x="807" y="1950"/>
                    </a:cubicBezTo>
                    <a:cubicBezTo>
                      <a:pt x="809" y="1952"/>
                      <a:pt x="812" y="1953"/>
                      <a:pt x="815" y="1954"/>
                    </a:cubicBezTo>
                    <a:cubicBezTo>
                      <a:pt x="817" y="1956"/>
                      <a:pt x="819" y="1958"/>
                      <a:pt x="821" y="1960"/>
                    </a:cubicBezTo>
                    <a:cubicBezTo>
                      <a:pt x="823" y="1962"/>
                      <a:pt x="825" y="1965"/>
                      <a:pt x="828" y="1963"/>
                    </a:cubicBezTo>
                    <a:cubicBezTo>
                      <a:pt x="831" y="1962"/>
                      <a:pt x="831" y="1958"/>
                      <a:pt x="833" y="1957"/>
                    </a:cubicBezTo>
                    <a:cubicBezTo>
                      <a:pt x="836" y="1955"/>
                      <a:pt x="837" y="1959"/>
                      <a:pt x="839" y="1960"/>
                    </a:cubicBezTo>
                    <a:cubicBezTo>
                      <a:pt x="841" y="1963"/>
                      <a:pt x="844" y="1967"/>
                      <a:pt x="848" y="1968"/>
                    </a:cubicBezTo>
                    <a:cubicBezTo>
                      <a:pt x="852" y="1969"/>
                      <a:pt x="858" y="1969"/>
                      <a:pt x="863" y="1968"/>
                    </a:cubicBezTo>
                    <a:cubicBezTo>
                      <a:pt x="865" y="1967"/>
                      <a:pt x="868" y="1967"/>
                      <a:pt x="870" y="1966"/>
                    </a:cubicBezTo>
                    <a:cubicBezTo>
                      <a:pt x="873" y="1966"/>
                      <a:pt x="877" y="1966"/>
                      <a:pt x="880" y="1965"/>
                    </a:cubicBezTo>
                    <a:cubicBezTo>
                      <a:pt x="883" y="1964"/>
                      <a:pt x="886" y="1963"/>
                      <a:pt x="889" y="1965"/>
                    </a:cubicBezTo>
                    <a:cubicBezTo>
                      <a:pt x="892" y="1966"/>
                      <a:pt x="892" y="1969"/>
                      <a:pt x="895" y="1969"/>
                    </a:cubicBezTo>
                    <a:cubicBezTo>
                      <a:pt x="897" y="1970"/>
                      <a:pt x="900" y="1969"/>
                      <a:pt x="901" y="1971"/>
                    </a:cubicBezTo>
                    <a:cubicBezTo>
                      <a:pt x="902" y="1973"/>
                      <a:pt x="900" y="1976"/>
                      <a:pt x="903" y="1977"/>
                    </a:cubicBezTo>
                    <a:cubicBezTo>
                      <a:pt x="906" y="1978"/>
                      <a:pt x="909" y="1976"/>
                      <a:pt x="911" y="1976"/>
                    </a:cubicBezTo>
                    <a:cubicBezTo>
                      <a:pt x="913" y="1976"/>
                      <a:pt x="916" y="1976"/>
                      <a:pt x="918" y="1975"/>
                    </a:cubicBezTo>
                    <a:cubicBezTo>
                      <a:pt x="920" y="1974"/>
                      <a:pt x="920" y="1972"/>
                      <a:pt x="923" y="1973"/>
                    </a:cubicBezTo>
                    <a:cubicBezTo>
                      <a:pt x="922" y="1975"/>
                      <a:pt x="921" y="1979"/>
                      <a:pt x="923" y="1981"/>
                    </a:cubicBezTo>
                    <a:cubicBezTo>
                      <a:pt x="927" y="1986"/>
                      <a:pt x="934" y="1978"/>
                      <a:pt x="935" y="1975"/>
                    </a:cubicBezTo>
                    <a:cubicBezTo>
                      <a:pt x="936" y="1969"/>
                      <a:pt x="932" y="1963"/>
                      <a:pt x="939" y="1960"/>
                    </a:cubicBezTo>
                    <a:cubicBezTo>
                      <a:pt x="945" y="1958"/>
                      <a:pt x="951" y="1959"/>
                      <a:pt x="956" y="1955"/>
                    </a:cubicBezTo>
                    <a:cubicBezTo>
                      <a:pt x="961" y="1952"/>
                      <a:pt x="964" y="1946"/>
                      <a:pt x="970" y="1945"/>
                    </a:cubicBezTo>
                    <a:cubicBezTo>
                      <a:pt x="977" y="1945"/>
                      <a:pt x="985" y="1948"/>
                      <a:pt x="990" y="1941"/>
                    </a:cubicBezTo>
                    <a:cubicBezTo>
                      <a:pt x="991" y="1940"/>
                      <a:pt x="992" y="1937"/>
                      <a:pt x="994" y="1937"/>
                    </a:cubicBezTo>
                    <a:cubicBezTo>
                      <a:pt x="997" y="1936"/>
                      <a:pt x="1000" y="1938"/>
                      <a:pt x="1002" y="1938"/>
                    </a:cubicBezTo>
                    <a:cubicBezTo>
                      <a:pt x="1010" y="1938"/>
                      <a:pt x="1007" y="1928"/>
                      <a:pt x="1008" y="1923"/>
                    </a:cubicBezTo>
                    <a:cubicBezTo>
                      <a:pt x="1009" y="1918"/>
                      <a:pt x="1017" y="1919"/>
                      <a:pt x="1021" y="1918"/>
                    </a:cubicBezTo>
                    <a:cubicBezTo>
                      <a:pt x="1027" y="1917"/>
                      <a:pt x="1032" y="1915"/>
                      <a:pt x="1038" y="1914"/>
                    </a:cubicBezTo>
                    <a:cubicBezTo>
                      <a:pt x="1043" y="1912"/>
                      <a:pt x="1046" y="1918"/>
                      <a:pt x="1051" y="1920"/>
                    </a:cubicBezTo>
                    <a:cubicBezTo>
                      <a:pt x="1056" y="1921"/>
                      <a:pt x="1062" y="1918"/>
                      <a:pt x="1065" y="1924"/>
                    </a:cubicBezTo>
                    <a:cubicBezTo>
                      <a:pt x="1066" y="1925"/>
                      <a:pt x="1066" y="1929"/>
                      <a:pt x="1068" y="1930"/>
                    </a:cubicBezTo>
                    <a:cubicBezTo>
                      <a:pt x="1070" y="1932"/>
                      <a:pt x="1074" y="1929"/>
                      <a:pt x="1075" y="1928"/>
                    </a:cubicBezTo>
                    <a:cubicBezTo>
                      <a:pt x="1078" y="1926"/>
                      <a:pt x="1082" y="1923"/>
                      <a:pt x="1083" y="1920"/>
                    </a:cubicBezTo>
                    <a:cubicBezTo>
                      <a:pt x="1083" y="1917"/>
                      <a:pt x="1082" y="1915"/>
                      <a:pt x="1081" y="1913"/>
                    </a:cubicBezTo>
                    <a:cubicBezTo>
                      <a:pt x="1081" y="1909"/>
                      <a:pt x="1084" y="1906"/>
                      <a:pt x="1086" y="1904"/>
                    </a:cubicBezTo>
                    <a:cubicBezTo>
                      <a:pt x="1088" y="1902"/>
                      <a:pt x="1093" y="1900"/>
                      <a:pt x="1092" y="1896"/>
                    </a:cubicBezTo>
                    <a:cubicBezTo>
                      <a:pt x="1092" y="1891"/>
                      <a:pt x="1078" y="1892"/>
                      <a:pt x="1080" y="1885"/>
                    </a:cubicBezTo>
                    <a:cubicBezTo>
                      <a:pt x="1081" y="1881"/>
                      <a:pt x="1084" y="1878"/>
                      <a:pt x="1085" y="1875"/>
                    </a:cubicBezTo>
                    <a:cubicBezTo>
                      <a:pt x="1087" y="1871"/>
                      <a:pt x="1087" y="1867"/>
                      <a:pt x="1086" y="1863"/>
                    </a:cubicBezTo>
                    <a:cubicBezTo>
                      <a:pt x="1086" y="1860"/>
                      <a:pt x="1085" y="1858"/>
                      <a:pt x="1085" y="1855"/>
                    </a:cubicBezTo>
                    <a:cubicBezTo>
                      <a:pt x="1085" y="1852"/>
                      <a:pt x="1087" y="1849"/>
                      <a:pt x="1089" y="1847"/>
                    </a:cubicBezTo>
                    <a:cubicBezTo>
                      <a:pt x="1092" y="1841"/>
                      <a:pt x="1098" y="1835"/>
                      <a:pt x="1093" y="1828"/>
                    </a:cubicBezTo>
                    <a:cubicBezTo>
                      <a:pt x="1090" y="1823"/>
                      <a:pt x="1082" y="1819"/>
                      <a:pt x="1083" y="1812"/>
                    </a:cubicBezTo>
                    <a:cubicBezTo>
                      <a:pt x="1083" y="1809"/>
                      <a:pt x="1084" y="1806"/>
                      <a:pt x="1084" y="1802"/>
                    </a:cubicBezTo>
                    <a:cubicBezTo>
                      <a:pt x="1084" y="1797"/>
                      <a:pt x="1083" y="1792"/>
                      <a:pt x="1083" y="1787"/>
                    </a:cubicBezTo>
                    <a:cubicBezTo>
                      <a:pt x="1082" y="1784"/>
                      <a:pt x="1082" y="1778"/>
                      <a:pt x="1084" y="1776"/>
                    </a:cubicBezTo>
                    <a:cubicBezTo>
                      <a:pt x="1085" y="1773"/>
                      <a:pt x="1088" y="1770"/>
                      <a:pt x="1090" y="1767"/>
                    </a:cubicBezTo>
                    <a:cubicBezTo>
                      <a:pt x="1094" y="1762"/>
                      <a:pt x="1097" y="1755"/>
                      <a:pt x="1105" y="1756"/>
                    </a:cubicBezTo>
                    <a:cubicBezTo>
                      <a:pt x="1109" y="1757"/>
                      <a:pt x="1112" y="1758"/>
                      <a:pt x="1115" y="1760"/>
                    </a:cubicBezTo>
                    <a:cubicBezTo>
                      <a:pt x="1118" y="1762"/>
                      <a:pt x="1120" y="1766"/>
                      <a:pt x="1124" y="1764"/>
                    </a:cubicBezTo>
                    <a:cubicBezTo>
                      <a:pt x="1131" y="1762"/>
                      <a:pt x="1136" y="1754"/>
                      <a:pt x="1144" y="1755"/>
                    </a:cubicBezTo>
                    <a:cubicBezTo>
                      <a:pt x="1148" y="1756"/>
                      <a:pt x="1152" y="1757"/>
                      <a:pt x="1156" y="1757"/>
                    </a:cubicBezTo>
                    <a:cubicBezTo>
                      <a:pt x="1160" y="1757"/>
                      <a:pt x="1162" y="1758"/>
                      <a:pt x="1166" y="1760"/>
                    </a:cubicBezTo>
                    <a:cubicBezTo>
                      <a:pt x="1170" y="1762"/>
                      <a:pt x="1175" y="1764"/>
                      <a:pt x="1179" y="1763"/>
                    </a:cubicBezTo>
                    <a:cubicBezTo>
                      <a:pt x="1183" y="1762"/>
                      <a:pt x="1187" y="1761"/>
                      <a:pt x="1191" y="1761"/>
                    </a:cubicBezTo>
                    <a:cubicBezTo>
                      <a:pt x="1199" y="1760"/>
                      <a:pt x="1207" y="1757"/>
                      <a:pt x="1215" y="1755"/>
                    </a:cubicBezTo>
                    <a:cubicBezTo>
                      <a:pt x="1220" y="1754"/>
                      <a:pt x="1226" y="1755"/>
                      <a:pt x="1231" y="1755"/>
                    </a:cubicBezTo>
                    <a:cubicBezTo>
                      <a:pt x="1235" y="1755"/>
                      <a:pt x="1240" y="1754"/>
                      <a:pt x="1244" y="1754"/>
                    </a:cubicBezTo>
                    <a:cubicBezTo>
                      <a:pt x="1248" y="1754"/>
                      <a:pt x="1253" y="1753"/>
                      <a:pt x="1257" y="1755"/>
                    </a:cubicBezTo>
                    <a:cubicBezTo>
                      <a:pt x="1264" y="1758"/>
                      <a:pt x="1273" y="1756"/>
                      <a:pt x="1279" y="1754"/>
                    </a:cubicBezTo>
                    <a:cubicBezTo>
                      <a:pt x="1286" y="1751"/>
                      <a:pt x="1294" y="1756"/>
                      <a:pt x="1301" y="1758"/>
                    </a:cubicBezTo>
                    <a:cubicBezTo>
                      <a:pt x="1304" y="1759"/>
                      <a:pt x="1307" y="1760"/>
                      <a:pt x="1310" y="1761"/>
                    </a:cubicBezTo>
                    <a:cubicBezTo>
                      <a:pt x="1314" y="1763"/>
                      <a:pt x="1317" y="1767"/>
                      <a:pt x="1320" y="1768"/>
                    </a:cubicBezTo>
                    <a:cubicBezTo>
                      <a:pt x="1323" y="1769"/>
                      <a:pt x="1327" y="1769"/>
                      <a:pt x="1329" y="1769"/>
                    </a:cubicBezTo>
                    <a:cubicBezTo>
                      <a:pt x="1334" y="1767"/>
                      <a:pt x="1339" y="1765"/>
                      <a:pt x="1344" y="1767"/>
                    </a:cubicBezTo>
                    <a:cubicBezTo>
                      <a:pt x="1347" y="1768"/>
                      <a:pt x="1348" y="1770"/>
                      <a:pt x="1351" y="1771"/>
                    </a:cubicBezTo>
                    <a:cubicBezTo>
                      <a:pt x="1354" y="1773"/>
                      <a:pt x="1357" y="1773"/>
                      <a:pt x="1360" y="1774"/>
                    </a:cubicBezTo>
                    <a:cubicBezTo>
                      <a:pt x="1363" y="1776"/>
                      <a:pt x="1365" y="1778"/>
                      <a:pt x="1367" y="1781"/>
                    </a:cubicBezTo>
                    <a:cubicBezTo>
                      <a:pt x="1369" y="1784"/>
                      <a:pt x="1368" y="1790"/>
                      <a:pt x="1372" y="1791"/>
                    </a:cubicBezTo>
                    <a:cubicBezTo>
                      <a:pt x="1375" y="1792"/>
                      <a:pt x="1378" y="1787"/>
                      <a:pt x="1381" y="1787"/>
                    </a:cubicBezTo>
                    <a:cubicBezTo>
                      <a:pt x="1383" y="1786"/>
                      <a:pt x="1388" y="1786"/>
                      <a:pt x="1391" y="1786"/>
                    </a:cubicBezTo>
                    <a:cubicBezTo>
                      <a:pt x="1395" y="1787"/>
                      <a:pt x="1399" y="1791"/>
                      <a:pt x="1402" y="1794"/>
                    </a:cubicBezTo>
                    <a:cubicBezTo>
                      <a:pt x="1405" y="1796"/>
                      <a:pt x="1409" y="1798"/>
                      <a:pt x="1412" y="1798"/>
                    </a:cubicBezTo>
                    <a:cubicBezTo>
                      <a:pt x="1416" y="1798"/>
                      <a:pt x="1419" y="1798"/>
                      <a:pt x="1423" y="1798"/>
                    </a:cubicBezTo>
                    <a:cubicBezTo>
                      <a:pt x="1426" y="1799"/>
                      <a:pt x="1428" y="1800"/>
                      <a:pt x="1431" y="1801"/>
                    </a:cubicBezTo>
                    <a:cubicBezTo>
                      <a:pt x="1433" y="1802"/>
                      <a:pt x="1436" y="1801"/>
                      <a:pt x="1439" y="1802"/>
                    </a:cubicBezTo>
                    <a:cubicBezTo>
                      <a:pt x="1444" y="1802"/>
                      <a:pt x="1450" y="1802"/>
                      <a:pt x="1455" y="1804"/>
                    </a:cubicBezTo>
                    <a:cubicBezTo>
                      <a:pt x="1460" y="1806"/>
                      <a:pt x="1467" y="1807"/>
                      <a:pt x="1471" y="1810"/>
                    </a:cubicBezTo>
                    <a:cubicBezTo>
                      <a:pt x="1480" y="1816"/>
                      <a:pt x="1489" y="1822"/>
                      <a:pt x="1496" y="1830"/>
                    </a:cubicBezTo>
                    <a:cubicBezTo>
                      <a:pt x="1498" y="1833"/>
                      <a:pt x="1499" y="1836"/>
                      <a:pt x="1501" y="1839"/>
                    </a:cubicBezTo>
                    <a:cubicBezTo>
                      <a:pt x="1503" y="1841"/>
                      <a:pt x="1505" y="1843"/>
                      <a:pt x="1507" y="1845"/>
                    </a:cubicBezTo>
                    <a:cubicBezTo>
                      <a:pt x="1511" y="1849"/>
                      <a:pt x="1513" y="1854"/>
                      <a:pt x="1516" y="1859"/>
                    </a:cubicBezTo>
                    <a:cubicBezTo>
                      <a:pt x="1518" y="1862"/>
                      <a:pt x="1521" y="1864"/>
                      <a:pt x="1524" y="1866"/>
                    </a:cubicBezTo>
                    <a:cubicBezTo>
                      <a:pt x="1527" y="1868"/>
                      <a:pt x="1527" y="1871"/>
                      <a:pt x="1527" y="1874"/>
                    </a:cubicBezTo>
                    <a:cubicBezTo>
                      <a:pt x="1528" y="1878"/>
                      <a:pt x="1531" y="1880"/>
                      <a:pt x="1534" y="1880"/>
                    </a:cubicBezTo>
                    <a:cubicBezTo>
                      <a:pt x="1536" y="1880"/>
                      <a:pt x="1537" y="1880"/>
                      <a:pt x="1539" y="1881"/>
                    </a:cubicBezTo>
                    <a:cubicBezTo>
                      <a:pt x="1540" y="1881"/>
                      <a:pt x="1540" y="1881"/>
                      <a:pt x="1541" y="1882"/>
                    </a:cubicBezTo>
                    <a:cubicBezTo>
                      <a:pt x="1543" y="1884"/>
                      <a:pt x="1543" y="1887"/>
                      <a:pt x="1546" y="1888"/>
                    </a:cubicBezTo>
                    <a:cubicBezTo>
                      <a:pt x="1548" y="1890"/>
                      <a:pt x="1551" y="1890"/>
                      <a:pt x="1552" y="1893"/>
                    </a:cubicBezTo>
                    <a:cubicBezTo>
                      <a:pt x="1553" y="1896"/>
                      <a:pt x="1551" y="1899"/>
                      <a:pt x="1553" y="1902"/>
                    </a:cubicBezTo>
                    <a:cubicBezTo>
                      <a:pt x="1554" y="1904"/>
                      <a:pt x="1558" y="1903"/>
                      <a:pt x="1560" y="1903"/>
                    </a:cubicBezTo>
                    <a:cubicBezTo>
                      <a:pt x="1563" y="1903"/>
                      <a:pt x="1565" y="1904"/>
                      <a:pt x="1568" y="1905"/>
                    </a:cubicBezTo>
                    <a:cubicBezTo>
                      <a:pt x="1571" y="1907"/>
                      <a:pt x="1574" y="1907"/>
                      <a:pt x="1578" y="1907"/>
                    </a:cubicBezTo>
                    <a:cubicBezTo>
                      <a:pt x="1582" y="1907"/>
                      <a:pt x="1586" y="1906"/>
                      <a:pt x="1589" y="1907"/>
                    </a:cubicBezTo>
                    <a:cubicBezTo>
                      <a:pt x="1594" y="1907"/>
                      <a:pt x="1598" y="1908"/>
                      <a:pt x="1602" y="1908"/>
                    </a:cubicBezTo>
                    <a:cubicBezTo>
                      <a:pt x="1606" y="1908"/>
                      <a:pt x="1611" y="1908"/>
                      <a:pt x="1615" y="1910"/>
                    </a:cubicBezTo>
                    <a:cubicBezTo>
                      <a:pt x="1618" y="1911"/>
                      <a:pt x="1621" y="1912"/>
                      <a:pt x="1624" y="1912"/>
                    </a:cubicBezTo>
                    <a:cubicBezTo>
                      <a:pt x="1627" y="1913"/>
                      <a:pt x="1631" y="1912"/>
                      <a:pt x="1634" y="1914"/>
                    </a:cubicBezTo>
                    <a:cubicBezTo>
                      <a:pt x="1637" y="1915"/>
                      <a:pt x="1640" y="1917"/>
                      <a:pt x="1643" y="1919"/>
                    </a:cubicBezTo>
                    <a:cubicBezTo>
                      <a:pt x="1645" y="1921"/>
                      <a:pt x="1647" y="1924"/>
                      <a:pt x="1650" y="1922"/>
                    </a:cubicBezTo>
                    <a:cubicBezTo>
                      <a:pt x="1653" y="1921"/>
                      <a:pt x="1655" y="1918"/>
                      <a:pt x="1657" y="1916"/>
                    </a:cubicBezTo>
                    <a:cubicBezTo>
                      <a:pt x="1660" y="1914"/>
                      <a:pt x="1663" y="1912"/>
                      <a:pt x="1666" y="1910"/>
                    </a:cubicBezTo>
                    <a:cubicBezTo>
                      <a:pt x="1671" y="1907"/>
                      <a:pt x="1675" y="1900"/>
                      <a:pt x="1681" y="1899"/>
                    </a:cubicBezTo>
                    <a:cubicBezTo>
                      <a:pt x="1684" y="1898"/>
                      <a:pt x="1687" y="1899"/>
                      <a:pt x="1689" y="1898"/>
                    </a:cubicBezTo>
                    <a:cubicBezTo>
                      <a:pt x="1694" y="1898"/>
                      <a:pt x="1698" y="1897"/>
                      <a:pt x="1702" y="1895"/>
                    </a:cubicBezTo>
                    <a:cubicBezTo>
                      <a:pt x="1703" y="1894"/>
                      <a:pt x="1705" y="1893"/>
                      <a:pt x="1707" y="1893"/>
                    </a:cubicBezTo>
                    <a:cubicBezTo>
                      <a:pt x="1709" y="1893"/>
                      <a:pt x="1711" y="1893"/>
                      <a:pt x="1712" y="1894"/>
                    </a:cubicBezTo>
                    <a:cubicBezTo>
                      <a:pt x="1715" y="1894"/>
                      <a:pt x="1720" y="1895"/>
                      <a:pt x="1722" y="1893"/>
                    </a:cubicBezTo>
                    <a:cubicBezTo>
                      <a:pt x="1724" y="1892"/>
                      <a:pt x="1724" y="1890"/>
                      <a:pt x="1725" y="1889"/>
                    </a:cubicBezTo>
                    <a:cubicBezTo>
                      <a:pt x="1727" y="1886"/>
                      <a:pt x="1729" y="1884"/>
                      <a:pt x="1731" y="1881"/>
                    </a:cubicBezTo>
                    <a:cubicBezTo>
                      <a:pt x="1734" y="1879"/>
                      <a:pt x="1737" y="1879"/>
                      <a:pt x="1740" y="1877"/>
                    </a:cubicBezTo>
                    <a:cubicBezTo>
                      <a:pt x="1743" y="1876"/>
                      <a:pt x="1747" y="1876"/>
                      <a:pt x="1751" y="1875"/>
                    </a:cubicBezTo>
                    <a:cubicBezTo>
                      <a:pt x="1758" y="1874"/>
                      <a:pt x="1765" y="1875"/>
                      <a:pt x="1771" y="1875"/>
                    </a:cubicBezTo>
                    <a:cubicBezTo>
                      <a:pt x="1774" y="1875"/>
                      <a:pt x="1776" y="1874"/>
                      <a:pt x="1778" y="1872"/>
                    </a:cubicBezTo>
                    <a:cubicBezTo>
                      <a:pt x="1780" y="1869"/>
                      <a:pt x="1780" y="1866"/>
                      <a:pt x="1782" y="1864"/>
                    </a:cubicBezTo>
                    <a:cubicBezTo>
                      <a:pt x="1786" y="1861"/>
                      <a:pt x="1791" y="1862"/>
                      <a:pt x="1795" y="1864"/>
                    </a:cubicBezTo>
                    <a:cubicBezTo>
                      <a:pt x="1797" y="1865"/>
                      <a:pt x="1800" y="1868"/>
                      <a:pt x="1802" y="1869"/>
                    </a:cubicBezTo>
                    <a:cubicBezTo>
                      <a:pt x="1804" y="1869"/>
                      <a:pt x="1805" y="1866"/>
                      <a:pt x="1807" y="1865"/>
                    </a:cubicBezTo>
                    <a:cubicBezTo>
                      <a:pt x="1807" y="1864"/>
                      <a:pt x="1810" y="1863"/>
                      <a:pt x="1811" y="1863"/>
                    </a:cubicBezTo>
                    <a:cubicBezTo>
                      <a:pt x="1811" y="1863"/>
                      <a:pt x="1812" y="1863"/>
                      <a:pt x="1813" y="1864"/>
                    </a:cubicBezTo>
                    <a:cubicBezTo>
                      <a:pt x="1813" y="1864"/>
                      <a:pt x="1814" y="1864"/>
                      <a:pt x="1814" y="1864"/>
                    </a:cubicBezTo>
                    <a:cubicBezTo>
                      <a:pt x="1818" y="1866"/>
                      <a:pt x="1822" y="1866"/>
                      <a:pt x="1826" y="1864"/>
                    </a:cubicBezTo>
                    <a:cubicBezTo>
                      <a:pt x="1829" y="1862"/>
                      <a:pt x="1830" y="1859"/>
                      <a:pt x="1832" y="1857"/>
                    </a:cubicBezTo>
                    <a:cubicBezTo>
                      <a:pt x="1833" y="1854"/>
                      <a:pt x="1836" y="1852"/>
                      <a:pt x="1838" y="1850"/>
                    </a:cubicBezTo>
                    <a:cubicBezTo>
                      <a:pt x="1840" y="1849"/>
                      <a:pt x="1843" y="1846"/>
                      <a:pt x="1845" y="1846"/>
                    </a:cubicBezTo>
                    <a:cubicBezTo>
                      <a:pt x="1848" y="1846"/>
                      <a:pt x="1850" y="1848"/>
                      <a:pt x="1852" y="1849"/>
                    </a:cubicBezTo>
                    <a:cubicBezTo>
                      <a:pt x="1857" y="1853"/>
                      <a:pt x="1860" y="1848"/>
                      <a:pt x="1864" y="1844"/>
                    </a:cubicBezTo>
                    <a:cubicBezTo>
                      <a:pt x="1866" y="1840"/>
                      <a:pt x="1869" y="1837"/>
                      <a:pt x="1873" y="1835"/>
                    </a:cubicBezTo>
                    <a:cubicBezTo>
                      <a:pt x="1878" y="1832"/>
                      <a:pt x="1883" y="1830"/>
                      <a:pt x="1886" y="1825"/>
                    </a:cubicBezTo>
                    <a:cubicBezTo>
                      <a:pt x="1889" y="1819"/>
                      <a:pt x="1890" y="1813"/>
                      <a:pt x="1894" y="1808"/>
                    </a:cubicBezTo>
                    <a:cubicBezTo>
                      <a:pt x="1897" y="1804"/>
                      <a:pt x="1903" y="1802"/>
                      <a:pt x="1908" y="1804"/>
                    </a:cubicBezTo>
                    <a:cubicBezTo>
                      <a:pt x="1912" y="1806"/>
                      <a:pt x="1915" y="1811"/>
                      <a:pt x="1912" y="1816"/>
                    </a:cubicBezTo>
                    <a:cubicBezTo>
                      <a:pt x="1911" y="1818"/>
                      <a:pt x="1903" y="1825"/>
                      <a:pt x="1908" y="1828"/>
                    </a:cubicBezTo>
                    <a:cubicBezTo>
                      <a:pt x="1913" y="1830"/>
                      <a:pt x="1918" y="1824"/>
                      <a:pt x="1921" y="1822"/>
                    </a:cubicBezTo>
                    <a:cubicBezTo>
                      <a:pt x="1928" y="1815"/>
                      <a:pt x="1928" y="1804"/>
                      <a:pt x="1933" y="1795"/>
                    </a:cubicBezTo>
                    <a:cubicBezTo>
                      <a:pt x="1935" y="1791"/>
                      <a:pt x="1942" y="1791"/>
                      <a:pt x="1944" y="1786"/>
                    </a:cubicBezTo>
                    <a:cubicBezTo>
                      <a:pt x="1945" y="1784"/>
                      <a:pt x="1944" y="1782"/>
                      <a:pt x="1942" y="1780"/>
                    </a:cubicBezTo>
                    <a:cubicBezTo>
                      <a:pt x="1941" y="1778"/>
                      <a:pt x="1939" y="1776"/>
                      <a:pt x="1939" y="1773"/>
                    </a:cubicBezTo>
                    <a:cubicBezTo>
                      <a:pt x="1937" y="1768"/>
                      <a:pt x="1936" y="1762"/>
                      <a:pt x="1938" y="1758"/>
                    </a:cubicBezTo>
                    <a:cubicBezTo>
                      <a:pt x="1941" y="1752"/>
                      <a:pt x="1946" y="1748"/>
                      <a:pt x="1949" y="1742"/>
                    </a:cubicBezTo>
                    <a:cubicBezTo>
                      <a:pt x="1956" y="1729"/>
                      <a:pt x="1967" y="1718"/>
                      <a:pt x="1975" y="1706"/>
                    </a:cubicBezTo>
                    <a:cubicBezTo>
                      <a:pt x="1980" y="1700"/>
                      <a:pt x="1982" y="1692"/>
                      <a:pt x="1987" y="1686"/>
                    </a:cubicBezTo>
                    <a:cubicBezTo>
                      <a:pt x="1989" y="1684"/>
                      <a:pt x="1992" y="1682"/>
                      <a:pt x="1994" y="1679"/>
                    </a:cubicBezTo>
                    <a:cubicBezTo>
                      <a:pt x="1997" y="1675"/>
                      <a:pt x="2000" y="1670"/>
                      <a:pt x="2003" y="1665"/>
                    </a:cubicBezTo>
                    <a:cubicBezTo>
                      <a:pt x="2006" y="1661"/>
                      <a:pt x="2009" y="1657"/>
                      <a:pt x="2013" y="1654"/>
                    </a:cubicBezTo>
                    <a:cubicBezTo>
                      <a:pt x="2016" y="1651"/>
                      <a:pt x="2021" y="1651"/>
                      <a:pt x="2024" y="1648"/>
                    </a:cubicBezTo>
                    <a:cubicBezTo>
                      <a:pt x="2028" y="1645"/>
                      <a:pt x="2032" y="1641"/>
                      <a:pt x="2035" y="1638"/>
                    </a:cubicBezTo>
                    <a:cubicBezTo>
                      <a:pt x="2037" y="1637"/>
                      <a:pt x="2038" y="1635"/>
                      <a:pt x="2040" y="1634"/>
                    </a:cubicBezTo>
                    <a:cubicBezTo>
                      <a:pt x="2042" y="1634"/>
                      <a:pt x="2045" y="1634"/>
                      <a:pt x="2047" y="1634"/>
                    </a:cubicBezTo>
                    <a:cubicBezTo>
                      <a:pt x="2052" y="1634"/>
                      <a:pt x="2057" y="1634"/>
                      <a:pt x="2063" y="1634"/>
                    </a:cubicBezTo>
                    <a:cubicBezTo>
                      <a:pt x="2065" y="1633"/>
                      <a:pt x="2067" y="1633"/>
                      <a:pt x="2069" y="1632"/>
                    </a:cubicBezTo>
                    <a:cubicBezTo>
                      <a:pt x="2071" y="1631"/>
                      <a:pt x="2073" y="1630"/>
                      <a:pt x="2075" y="1630"/>
                    </a:cubicBezTo>
                    <a:cubicBezTo>
                      <a:pt x="2086" y="1630"/>
                      <a:pt x="2095" y="1636"/>
                      <a:pt x="2106" y="1639"/>
                    </a:cubicBezTo>
                    <a:cubicBezTo>
                      <a:pt x="2117" y="1642"/>
                      <a:pt x="2128" y="1646"/>
                      <a:pt x="2138" y="1652"/>
                    </a:cubicBezTo>
                    <a:cubicBezTo>
                      <a:pt x="2142" y="1654"/>
                      <a:pt x="2147" y="1654"/>
                      <a:pt x="2151" y="1657"/>
                    </a:cubicBezTo>
                    <a:cubicBezTo>
                      <a:pt x="2153" y="1658"/>
                      <a:pt x="2155" y="1659"/>
                      <a:pt x="2157" y="1660"/>
                    </a:cubicBezTo>
                    <a:cubicBezTo>
                      <a:pt x="2159" y="1661"/>
                      <a:pt x="2161" y="1661"/>
                      <a:pt x="2163" y="1662"/>
                    </a:cubicBezTo>
                    <a:cubicBezTo>
                      <a:pt x="2166" y="1665"/>
                      <a:pt x="2168" y="1668"/>
                      <a:pt x="2171" y="1670"/>
                    </a:cubicBezTo>
                    <a:cubicBezTo>
                      <a:pt x="2179" y="1677"/>
                      <a:pt x="2192" y="1691"/>
                      <a:pt x="2203" y="1683"/>
                    </a:cubicBezTo>
                    <a:cubicBezTo>
                      <a:pt x="2206" y="1681"/>
                      <a:pt x="2208" y="1676"/>
                      <a:pt x="2211" y="1674"/>
                    </a:cubicBezTo>
                    <a:cubicBezTo>
                      <a:pt x="2214" y="1671"/>
                      <a:pt x="2218" y="1669"/>
                      <a:pt x="2221" y="1668"/>
                    </a:cubicBezTo>
                    <a:cubicBezTo>
                      <a:pt x="2224" y="1668"/>
                      <a:pt x="2226" y="1667"/>
                      <a:pt x="2229" y="1666"/>
                    </a:cubicBezTo>
                    <a:cubicBezTo>
                      <a:pt x="2232" y="1665"/>
                      <a:pt x="2235" y="1664"/>
                      <a:pt x="2238" y="1664"/>
                    </a:cubicBezTo>
                    <a:cubicBezTo>
                      <a:pt x="2244" y="1664"/>
                      <a:pt x="2250" y="1665"/>
                      <a:pt x="2255" y="1661"/>
                    </a:cubicBezTo>
                    <a:cubicBezTo>
                      <a:pt x="2257" y="1659"/>
                      <a:pt x="2259" y="1659"/>
                      <a:pt x="2262" y="1658"/>
                    </a:cubicBezTo>
                    <a:cubicBezTo>
                      <a:pt x="2265" y="1657"/>
                      <a:pt x="2269" y="1655"/>
                      <a:pt x="2270" y="1652"/>
                    </a:cubicBezTo>
                    <a:cubicBezTo>
                      <a:pt x="2271" y="1650"/>
                      <a:pt x="2269" y="1646"/>
                      <a:pt x="2269" y="1644"/>
                    </a:cubicBezTo>
                    <a:cubicBezTo>
                      <a:pt x="2269" y="1640"/>
                      <a:pt x="2270" y="1637"/>
                      <a:pt x="2271" y="1634"/>
                    </a:cubicBezTo>
                    <a:cubicBezTo>
                      <a:pt x="2271" y="1632"/>
                      <a:pt x="2271" y="1629"/>
                      <a:pt x="2272" y="1627"/>
                    </a:cubicBezTo>
                    <a:cubicBezTo>
                      <a:pt x="2274" y="1624"/>
                      <a:pt x="2277" y="1622"/>
                      <a:pt x="2279" y="1620"/>
                    </a:cubicBezTo>
                    <a:cubicBezTo>
                      <a:pt x="2280" y="1619"/>
                      <a:pt x="2284" y="1614"/>
                      <a:pt x="2282" y="1612"/>
                    </a:cubicBezTo>
                    <a:cubicBezTo>
                      <a:pt x="2280" y="1610"/>
                      <a:pt x="2276" y="1613"/>
                      <a:pt x="2275" y="1614"/>
                    </a:cubicBezTo>
                    <a:cubicBezTo>
                      <a:pt x="2271" y="1617"/>
                      <a:pt x="2267" y="1619"/>
                      <a:pt x="2262" y="1618"/>
                    </a:cubicBezTo>
                    <a:cubicBezTo>
                      <a:pt x="2258" y="1617"/>
                      <a:pt x="2259" y="1614"/>
                      <a:pt x="2259" y="1611"/>
                    </a:cubicBezTo>
                    <a:cubicBezTo>
                      <a:pt x="2259" y="1608"/>
                      <a:pt x="2259" y="1602"/>
                      <a:pt x="2262" y="1601"/>
                    </a:cubicBezTo>
                    <a:cubicBezTo>
                      <a:pt x="2263" y="1601"/>
                      <a:pt x="2264" y="1601"/>
                      <a:pt x="2265" y="1601"/>
                    </a:cubicBezTo>
                    <a:cubicBezTo>
                      <a:pt x="2269" y="1601"/>
                      <a:pt x="2272" y="1601"/>
                      <a:pt x="2276" y="1601"/>
                    </a:cubicBezTo>
                    <a:cubicBezTo>
                      <a:pt x="2279" y="1601"/>
                      <a:pt x="2283" y="1600"/>
                      <a:pt x="2287" y="1599"/>
                    </a:cubicBezTo>
                    <a:cubicBezTo>
                      <a:pt x="2293" y="1598"/>
                      <a:pt x="2300" y="1594"/>
                      <a:pt x="2305" y="1590"/>
                    </a:cubicBezTo>
                    <a:cubicBezTo>
                      <a:pt x="2309" y="1586"/>
                      <a:pt x="2312" y="1581"/>
                      <a:pt x="2315" y="1577"/>
                    </a:cubicBezTo>
                    <a:cubicBezTo>
                      <a:pt x="2319" y="1573"/>
                      <a:pt x="2323" y="1569"/>
                      <a:pt x="2327" y="1564"/>
                    </a:cubicBezTo>
                    <a:cubicBezTo>
                      <a:pt x="2331" y="1561"/>
                      <a:pt x="2334" y="1557"/>
                      <a:pt x="2338" y="1555"/>
                    </a:cubicBezTo>
                    <a:cubicBezTo>
                      <a:pt x="2343" y="1553"/>
                      <a:pt x="2348" y="1555"/>
                      <a:pt x="2353" y="1557"/>
                    </a:cubicBezTo>
                    <a:cubicBezTo>
                      <a:pt x="2357" y="1559"/>
                      <a:pt x="2361" y="1563"/>
                      <a:pt x="2366" y="1566"/>
                    </a:cubicBezTo>
                    <a:cubicBezTo>
                      <a:pt x="2370" y="1568"/>
                      <a:pt x="2375" y="1569"/>
                      <a:pt x="2379" y="1571"/>
                    </a:cubicBezTo>
                    <a:cubicBezTo>
                      <a:pt x="2383" y="1573"/>
                      <a:pt x="2385" y="1575"/>
                      <a:pt x="2382" y="1579"/>
                    </a:cubicBezTo>
                    <a:cubicBezTo>
                      <a:pt x="2380" y="1581"/>
                      <a:pt x="2377" y="1582"/>
                      <a:pt x="2375" y="1584"/>
                    </a:cubicBezTo>
                    <a:cubicBezTo>
                      <a:pt x="2374" y="1585"/>
                      <a:pt x="2371" y="1586"/>
                      <a:pt x="2371" y="1588"/>
                    </a:cubicBezTo>
                    <a:cubicBezTo>
                      <a:pt x="2371" y="1591"/>
                      <a:pt x="2379" y="1591"/>
                      <a:pt x="2381" y="1591"/>
                    </a:cubicBezTo>
                    <a:cubicBezTo>
                      <a:pt x="2385" y="1592"/>
                      <a:pt x="2390" y="1592"/>
                      <a:pt x="2392" y="1596"/>
                    </a:cubicBezTo>
                    <a:cubicBezTo>
                      <a:pt x="2394" y="1601"/>
                      <a:pt x="2394" y="1608"/>
                      <a:pt x="2393" y="1613"/>
                    </a:cubicBezTo>
                    <a:cubicBezTo>
                      <a:pt x="2392" y="1618"/>
                      <a:pt x="2390" y="1623"/>
                      <a:pt x="2387" y="1627"/>
                    </a:cubicBezTo>
                    <a:cubicBezTo>
                      <a:pt x="2380" y="1635"/>
                      <a:pt x="2370" y="1642"/>
                      <a:pt x="2362" y="1650"/>
                    </a:cubicBezTo>
                    <a:cubicBezTo>
                      <a:pt x="2359" y="1653"/>
                      <a:pt x="2358" y="1655"/>
                      <a:pt x="2358" y="1660"/>
                    </a:cubicBezTo>
                    <a:cubicBezTo>
                      <a:pt x="2358" y="1665"/>
                      <a:pt x="2357" y="1670"/>
                      <a:pt x="2355" y="1675"/>
                    </a:cubicBezTo>
                    <a:cubicBezTo>
                      <a:pt x="2353" y="1678"/>
                      <a:pt x="2349" y="1681"/>
                      <a:pt x="2347" y="1684"/>
                    </a:cubicBezTo>
                    <a:cubicBezTo>
                      <a:pt x="2342" y="1690"/>
                      <a:pt x="2339" y="1697"/>
                      <a:pt x="2339" y="1705"/>
                    </a:cubicBezTo>
                    <a:cubicBezTo>
                      <a:pt x="2339" y="1708"/>
                      <a:pt x="2337" y="1710"/>
                      <a:pt x="2335" y="1713"/>
                    </a:cubicBezTo>
                    <a:cubicBezTo>
                      <a:pt x="2332" y="1716"/>
                      <a:pt x="2329" y="1719"/>
                      <a:pt x="2325" y="1722"/>
                    </a:cubicBezTo>
                    <a:cubicBezTo>
                      <a:pt x="2324" y="1723"/>
                      <a:pt x="2323" y="1724"/>
                      <a:pt x="2321" y="1726"/>
                    </a:cubicBezTo>
                    <a:cubicBezTo>
                      <a:pt x="2319" y="1728"/>
                      <a:pt x="2319" y="1728"/>
                      <a:pt x="2320" y="1731"/>
                    </a:cubicBezTo>
                    <a:cubicBezTo>
                      <a:pt x="2320" y="1734"/>
                      <a:pt x="2320" y="1735"/>
                      <a:pt x="2322" y="1737"/>
                    </a:cubicBezTo>
                    <a:cubicBezTo>
                      <a:pt x="2324" y="1738"/>
                      <a:pt x="2326" y="1739"/>
                      <a:pt x="2328" y="1740"/>
                    </a:cubicBezTo>
                    <a:cubicBezTo>
                      <a:pt x="2332" y="1743"/>
                      <a:pt x="2337" y="1746"/>
                      <a:pt x="2343" y="1746"/>
                    </a:cubicBezTo>
                    <a:cubicBezTo>
                      <a:pt x="2346" y="1747"/>
                      <a:pt x="2348" y="1748"/>
                      <a:pt x="2350" y="1750"/>
                    </a:cubicBezTo>
                    <a:cubicBezTo>
                      <a:pt x="2353" y="1752"/>
                      <a:pt x="2354" y="1755"/>
                      <a:pt x="2356" y="1757"/>
                    </a:cubicBezTo>
                    <a:cubicBezTo>
                      <a:pt x="2360" y="1761"/>
                      <a:pt x="2365" y="1765"/>
                      <a:pt x="2368" y="1769"/>
                    </a:cubicBezTo>
                    <a:cubicBezTo>
                      <a:pt x="2373" y="1774"/>
                      <a:pt x="2371" y="1784"/>
                      <a:pt x="2371" y="1790"/>
                    </a:cubicBezTo>
                    <a:cubicBezTo>
                      <a:pt x="2371" y="1793"/>
                      <a:pt x="2370" y="1796"/>
                      <a:pt x="2370" y="1799"/>
                    </a:cubicBezTo>
                    <a:cubicBezTo>
                      <a:pt x="2369" y="1802"/>
                      <a:pt x="2368" y="1805"/>
                      <a:pt x="2368" y="1808"/>
                    </a:cubicBezTo>
                    <a:cubicBezTo>
                      <a:pt x="2368" y="1810"/>
                      <a:pt x="2368" y="1813"/>
                      <a:pt x="2370" y="1815"/>
                    </a:cubicBezTo>
                    <a:cubicBezTo>
                      <a:pt x="2371" y="1818"/>
                      <a:pt x="2375" y="1818"/>
                      <a:pt x="2377" y="1821"/>
                    </a:cubicBezTo>
                    <a:cubicBezTo>
                      <a:pt x="2398" y="1823"/>
                      <a:pt x="2398" y="1823"/>
                      <a:pt x="2398" y="1823"/>
                    </a:cubicBezTo>
                    <a:cubicBezTo>
                      <a:pt x="2415" y="1812"/>
                      <a:pt x="2415" y="1812"/>
                      <a:pt x="2415" y="1812"/>
                    </a:cubicBezTo>
                    <a:cubicBezTo>
                      <a:pt x="2432" y="1830"/>
                      <a:pt x="2432" y="1830"/>
                      <a:pt x="2432" y="1830"/>
                    </a:cubicBezTo>
                    <a:cubicBezTo>
                      <a:pt x="2448" y="1822"/>
                      <a:pt x="2448" y="1822"/>
                      <a:pt x="2448" y="1822"/>
                    </a:cubicBezTo>
                    <a:cubicBezTo>
                      <a:pt x="2446" y="1799"/>
                      <a:pt x="2446" y="1799"/>
                      <a:pt x="2446" y="1799"/>
                    </a:cubicBezTo>
                    <a:cubicBezTo>
                      <a:pt x="2477" y="1765"/>
                      <a:pt x="2477" y="1765"/>
                      <a:pt x="2477" y="1765"/>
                    </a:cubicBezTo>
                    <a:cubicBezTo>
                      <a:pt x="2464" y="1718"/>
                      <a:pt x="2464" y="1718"/>
                      <a:pt x="2464" y="1718"/>
                    </a:cubicBezTo>
                    <a:cubicBezTo>
                      <a:pt x="2471" y="1698"/>
                      <a:pt x="2471" y="1698"/>
                      <a:pt x="2471" y="1698"/>
                    </a:cubicBezTo>
                    <a:cubicBezTo>
                      <a:pt x="2510" y="1698"/>
                      <a:pt x="2510" y="1698"/>
                      <a:pt x="2510" y="1698"/>
                    </a:cubicBezTo>
                    <a:cubicBezTo>
                      <a:pt x="2546" y="1681"/>
                      <a:pt x="2546" y="1681"/>
                      <a:pt x="2546" y="1681"/>
                    </a:cubicBezTo>
                    <a:cubicBezTo>
                      <a:pt x="2499" y="1670"/>
                      <a:pt x="2499" y="1670"/>
                      <a:pt x="2499" y="1670"/>
                    </a:cubicBezTo>
                    <a:cubicBezTo>
                      <a:pt x="2480" y="1598"/>
                      <a:pt x="2480" y="1598"/>
                      <a:pt x="2480" y="1598"/>
                    </a:cubicBezTo>
                    <a:cubicBezTo>
                      <a:pt x="2491" y="1573"/>
                      <a:pt x="2491" y="1573"/>
                      <a:pt x="2491" y="1573"/>
                    </a:cubicBezTo>
                    <a:cubicBezTo>
                      <a:pt x="2480" y="1535"/>
                      <a:pt x="2480" y="1535"/>
                      <a:pt x="2480" y="1535"/>
                    </a:cubicBezTo>
                    <a:cubicBezTo>
                      <a:pt x="2579" y="1540"/>
                      <a:pt x="2579" y="1540"/>
                      <a:pt x="2579" y="1540"/>
                    </a:cubicBezTo>
                    <a:cubicBezTo>
                      <a:pt x="2570" y="1558"/>
                      <a:pt x="2570" y="1558"/>
                      <a:pt x="2570" y="1558"/>
                    </a:cubicBezTo>
                    <a:cubicBezTo>
                      <a:pt x="2604" y="1572"/>
                      <a:pt x="2604" y="1572"/>
                      <a:pt x="2604" y="1572"/>
                    </a:cubicBezTo>
                    <a:cubicBezTo>
                      <a:pt x="2615" y="1551"/>
                      <a:pt x="2615" y="1551"/>
                      <a:pt x="2615" y="1551"/>
                    </a:cubicBezTo>
                    <a:cubicBezTo>
                      <a:pt x="2676" y="1560"/>
                      <a:pt x="2676" y="1560"/>
                      <a:pt x="2676" y="1560"/>
                    </a:cubicBezTo>
                    <a:cubicBezTo>
                      <a:pt x="2714" y="1521"/>
                      <a:pt x="2714" y="1521"/>
                      <a:pt x="2714" y="1521"/>
                    </a:cubicBezTo>
                    <a:cubicBezTo>
                      <a:pt x="2804" y="1469"/>
                      <a:pt x="2804" y="1469"/>
                      <a:pt x="2804" y="1469"/>
                    </a:cubicBezTo>
                    <a:cubicBezTo>
                      <a:pt x="2811" y="1441"/>
                      <a:pt x="2811" y="1441"/>
                      <a:pt x="2811" y="1441"/>
                    </a:cubicBezTo>
                    <a:cubicBezTo>
                      <a:pt x="2886" y="1443"/>
                      <a:pt x="2886" y="1443"/>
                      <a:pt x="2886" y="1443"/>
                    </a:cubicBezTo>
                    <a:cubicBezTo>
                      <a:pt x="2932" y="1489"/>
                      <a:pt x="2932" y="1489"/>
                      <a:pt x="2932" y="1489"/>
                    </a:cubicBezTo>
                    <a:cubicBezTo>
                      <a:pt x="2984" y="1468"/>
                      <a:pt x="2984" y="1468"/>
                      <a:pt x="2984" y="1468"/>
                    </a:cubicBezTo>
                    <a:cubicBezTo>
                      <a:pt x="3062" y="1477"/>
                      <a:pt x="3062" y="1477"/>
                      <a:pt x="3062" y="1477"/>
                    </a:cubicBezTo>
                    <a:cubicBezTo>
                      <a:pt x="3208" y="1416"/>
                      <a:pt x="3208" y="1416"/>
                      <a:pt x="3208" y="1416"/>
                    </a:cubicBezTo>
                    <a:cubicBezTo>
                      <a:pt x="3225" y="1383"/>
                      <a:pt x="3225" y="1383"/>
                      <a:pt x="3225" y="1383"/>
                    </a:cubicBezTo>
                    <a:cubicBezTo>
                      <a:pt x="3371" y="1284"/>
                      <a:pt x="3371" y="1284"/>
                      <a:pt x="3371" y="1284"/>
                    </a:cubicBezTo>
                    <a:cubicBezTo>
                      <a:pt x="3523" y="1261"/>
                      <a:pt x="3523" y="1261"/>
                      <a:pt x="3523" y="1261"/>
                    </a:cubicBezTo>
                    <a:cubicBezTo>
                      <a:pt x="3635" y="1209"/>
                      <a:pt x="3635" y="1209"/>
                      <a:pt x="3635" y="1209"/>
                    </a:cubicBezTo>
                    <a:cubicBezTo>
                      <a:pt x="3658" y="1165"/>
                      <a:pt x="3658" y="1165"/>
                      <a:pt x="3658" y="1165"/>
                    </a:cubicBezTo>
                    <a:cubicBezTo>
                      <a:pt x="3694" y="1180"/>
                      <a:pt x="3694" y="1180"/>
                      <a:pt x="3694" y="1180"/>
                    </a:cubicBezTo>
                    <a:cubicBezTo>
                      <a:pt x="3702" y="1213"/>
                      <a:pt x="3702" y="1213"/>
                      <a:pt x="3702" y="1213"/>
                    </a:cubicBezTo>
                    <a:cubicBezTo>
                      <a:pt x="3762" y="1192"/>
                      <a:pt x="3762" y="1192"/>
                      <a:pt x="3762" y="1192"/>
                    </a:cubicBezTo>
                    <a:cubicBezTo>
                      <a:pt x="3762" y="1155"/>
                      <a:pt x="3762" y="1155"/>
                      <a:pt x="3762" y="1155"/>
                    </a:cubicBezTo>
                    <a:cubicBezTo>
                      <a:pt x="3789" y="1116"/>
                      <a:pt x="3789" y="1116"/>
                      <a:pt x="3789" y="1116"/>
                    </a:cubicBezTo>
                    <a:cubicBezTo>
                      <a:pt x="3805" y="1115"/>
                      <a:pt x="3805" y="1115"/>
                      <a:pt x="3805" y="1115"/>
                    </a:cubicBezTo>
                    <a:cubicBezTo>
                      <a:pt x="3811" y="1109"/>
                      <a:pt x="3811" y="1109"/>
                      <a:pt x="3811" y="1109"/>
                    </a:cubicBezTo>
                    <a:cubicBezTo>
                      <a:pt x="3834" y="1116"/>
                      <a:pt x="3834" y="1116"/>
                      <a:pt x="3834" y="1116"/>
                    </a:cubicBezTo>
                    <a:cubicBezTo>
                      <a:pt x="3958" y="1083"/>
                      <a:pt x="3958" y="1083"/>
                      <a:pt x="3958" y="1083"/>
                    </a:cubicBezTo>
                    <a:cubicBezTo>
                      <a:pt x="3985" y="1097"/>
                      <a:pt x="3985" y="1097"/>
                      <a:pt x="3985" y="1097"/>
                    </a:cubicBezTo>
                    <a:cubicBezTo>
                      <a:pt x="4061" y="1083"/>
                      <a:pt x="4061" y="1083"/>
                      <a:pt x="4061" y="1083"/>
                    </a:cubicBezTo>
                    <a:cubicBezTo>
                      <a:pt x="4101" y="1019"/>
                      <a:pt x="4101" y="1019"/>
                      <a:pt x="4101" y="1019"/>
                    </a:cubicBezTo>
                    <a:cubicBezTo>
                      <a:pt x="4177" y="1019"/>
                      <a:pt x="4177" y="1019"/>
                      <a:pt x="4177" y="1019"/>
                    </a:cubicBezTo>
                    <a:cubicBezTo>
                      <a:pt x="4161" y="1059"/>
                      <a:pt x="4161" y="1059"/>
                      <a:pt x="4161" y="1059"/>
                    </a:cubicBezTo>
                    <a:cubicBezTo>
                      <a:pt x="4201" y="1083"/>
                      <a:pt x="4201" y="1083"/>
                      <a:pt x="4201" y="1083"/>
                    </a:cubicBezTo>
                    <a:cubicBezTo>
                      <a:pt x="4228" y="1029"/>
                      <a:pt x="4228" y="1029"/>
                      <a:pt x="4228" y="1029"/>
                    </a:cubicBezTo>
                    <a:cubicBezTo>
                      <a:pt x="4275" y="1012"/>
                      <a:pt x="4275" y="1012"/>
                      <a:pt x="4275" y="1012"/>
                    </a:cubicBezTo>
                    <a:cubicBezTo>
                      <a:pt x="4275" y="1012"/>
                      <a:pt x="4275" y="1012"/>
                      <a:pt x="4275" y="1012"/>
                    </a:cubicBezTo>
                    <a:cubicBezTo>
                      <a:pt x="4275" y="954"/>
                      <a:pt x="4275" y="954"/>
                      <a:pt x="4275" y="954"/>
                    </a:cubicBezTo>
                    <a:lnTo>
                      <a:pt x="4238" y="930"/>
                    </a:lnTo>
                    <a:close/>
                    <a:moveTo>
                      <a:pt x="379" y="1687"/>
                    </a:moveTo>
                    <a:cubicBezTo>
                      <a:pt x="378" y="1688"/>
                      <a:pt x="375" y="1689"/>
                      <a:pt x="373" y="1689"/>
                    </a:cubicBezTo>
                    <a:cubicBezTo>
                      <a:pt x="371" y="1689"/>
                      <a:pt x="368" y="1689"/>
                      <a:pt x="365" y="1689"/>
                    </a:cubicBezTo>
                    <a:cubicBezTo>
                      <a:pt x="360" y="1689"/>
                      <a:pt x="354" y="1689"/>
                      <a:pt x="349" y="1688"/>
                    </a:cubicBezTo>
                    <a:cubicBezTo>
                      <a:pt x="342" y="1687"/>
                      <a:pt x="343" y="1679"/>
                      <a:pt x="342" y="1674"/>
                    </a:cubicBezTo>
                    <a:cubicBezTo>
                      <a:pt x="341" y="1671"/>
                      <a:pt x="340" y="1668"/>
                      <a:pt x="343" y="1665"/>
                    </a:cubicBezTo>
                    <a:cubicBezTo>
                      <a:pt x="345" y="1663"/>
                      <a:pt x="349" y="1661"/>
                      <a:pt x="352" y="1663"/>
                    </a:cubicBezTo>
                    <a:cubicBezTo>
                      <a:pt x="355" y="1664"/>
                      <a:pt x="359" y="1664"/>
                      <a:pt x="361" y="1667"/>
                    </a:cubicBezTo>
                    <a:cubicBezTo>
                      <a:pt x="363" y="1670"/>
                      <a:pt x="357" y="1672"/>
                      <a:pt x="361" y="1674"/>
                    </a:cubicBezTo>
                    <a:cubicBezTo>
                      <a:pt x="365" y="1676"/>
                      <a:pt x="368" y="1675"/>
                      <a:pt x="372" y="1676"/>
                    </a:cubicBezTo>
                    <a:cubicBezTo>
                      <a:pt x="376" y="1677"/>
                      <a:pt x="378" y="1678"/>
                      <a:pt x="379" y="1683"/>
                    </a:cubicBezTo>
                    <a:cubicBezTo>
                      <a:pt x="379" y="1684"/>
                      <a:pt x="380" y="1686"/>
                      <a:pt x="379" y="1687"/>
                    </a:cubicBezTo>
                    <a:close/>
                    <a:moveTo>
                      <a:pt x="413" y="987"/>
                    </a:moveTo>
                    <a:cubicBezTo>
                      <a:pt x="408" y="987"/>
                      <a:pt x="404" y="982"/>
                      <a:pt x="400" y="983"/>
                    </a:cubicBezTo>
                    <a:cubicBezTo>
                      <a:pt x="396" y="984"/>
                      <a:pt x="396" y="989"/>
                      <a:pt x="393" y="991"/>
                    </a:cubicBezTo>
                    <a:cubicBezTo>
                      <a:pt x="390" y="992"/>
                      <a:pt x="384" y="995"/>
                      <a:pt x="381" y="993"/>
                    </a:cubicBezTo>
                    <a:cubicBezTo>
                      <a:pt x="380" y="991"/>
                      <a:pt x="379" y="989"/>
                      <a:pt x="377" y="988"/>
                    </a:cubicBezTo>
                    <a:cubicBezTo>
                      <a:pt x="375" y="987"/>
                      <a:pt x="372" y="988"/>
                      <a:pt x="370" y="988"/>
                    </a:cubicBezTo>
                    <a:cubicBezTo>
                      <a:pt x="369" y="988"/>
                      <a:pt x="367" y="988"/>
                      <a:pt x="367" y="986"/>
                    </a:cubicBezTo>
                    <a:cubicBezTo>
                      <a:pt x="367" y="984"/>
                      <a:pt x="371" y="983"/>
                      <a:pt x="372" y="982"/>
                    </a:cubicBezTo>
                    <a:cubicBezTo>
                      <a:pt x="377" y="980"/>
                      <a:pt x="377" y="975"/>
                      <a:pt x="378" y="970"/>
                    </a:cubicBezTo>
                    <a:cubicBezTo>
                      <a:pt x="380" y="966"/>
                      <a:pt x="382" y="961"/>
                      <a:pt x="387" y="961"/>
                    </a:cubicBezTo>
                    <a:cubicBezTo>
                      <a:pt x="390" y="961"/>
                      <a:pt x="393" y="962"/>
                      <a:pt x="396" y="962"/>
                    </a:cubicBezTo>
                    <a:cubicBezTo>
                      <a:pt x="398" y="962"/>
                      <a:pt x="401" y="961"/>
                      <a:pt x="403" y="961"/>
                    </a:cubicBezTo>
                    <a:cubicBezTo>
                      <a:pt x="407" y="960"/>
                      <a:pt x="417" y="962"/>
                      <a:pt x="417" y="967"/>
                    </a:cubicBezTo>
                    <a:cubicBezTo>
                      <a:pt x="418" y="969"/>
                      <a:pt x="416" y="971"/>
                      <a:pt x="415" y="972"/>
                    </a:cubicBezTo>
                    <a:cubicBezTo>
                      <a:pt x="415" y="973"/>
                      <a:pt x="413" y="974"/>
                      <a:pt x="414" y="975"/>
                    </a:cubicBezTo>
                    <a:cubicBezTo>
                      <a:pt x="414" y="977"/>
                      <a:pt x="417" y="979"/>
                      <a:pt x="418" y="981"/>
                    </a:cubicBezTo>
                    <a:cubicBezTo>
                      <a:pt x="419" y="985"/>
                      <a:pt x="416" y="987"/>
                      <a:pt x="413" y="987"/>
                    </a:cubicBezTo>
                    <a:close/>
                    <a:moveTo>
                      <a:pt x="550" y="962"/>
                    </a:moveTo>
                    <a:cubicBezTo>
                      <a:pt x="549" y="964"/>
                      <a:pt x="546" y="965"/>
                      <a:pt x="544" y="966"/>
                    </a:cubicBezTo>
                    <a:cubicBezTo>
                      <a:pt x="543" y="967"/>
                      <a:pt x="543" y="967"/>
                      <a:pt x="542" y="968"/>
                    </a:cubicBezTo>
                    <a:cubicBezTo>
                      <a:pt x="542" y="969"/>
                      <a:pt x="542" y="971"/>
                      <a:pt x="541" y="972"/>
                    </a:cubicBezTo>
                    <a:cubicBezTo>
                      <a:pt x="538" y="974"/>
                      <a:pt x="534" y="973"/>
                      <a:pt x="531" y="972"/>
                    </a:cubicBezTo>
                    <a:cubicBezTo>
                      <a:pt x="529" y="972"/>
                      <a:pt x="528" y="972"/>
                      <a:pt x="526" y="973"/>
                    </a:cubicBezTo>
                    <a:cubicBezTo>
                      <a:pt x="524" y="975"/>
                      <a:pt x="523" y="977"/>
                      <a:pt x="521" y="978"/>
                    </a:cubicBezTo>
                    <a:cubicBezTo>
                      <a:pt x="520" y="979"/>
                      <a:pt x="517" y="980"/>
                      <a:pt x="516" y="979"/>
                    </a:cubicBezTo>
                    <a:cubicBezTo>
                      <a:pt x="515" y="978"/>
                      <a:pt x="516" y="977"/>
                      <a:pt x="516" y="977"/>
                    </a:cubicBezTo>
                    <a:cubicBezTo>
                      <a:pt x="516" y="976"/>
                      <a:pt x="515" y="976"/>
                      <a:pt x="515" y="975"/>
                    </a:cubicBezTo>
                    <a:cubicBezTo>
                      <a:pt x="514" y="974"/>
                      <a:pt x="514" y="974"/>
                      <a:pt x="514" y="972"/>
                    </a:cubicBezTo>
                    <a:cubicBezTo>
                      <a:pt x="514" y="970"/>
                      <a:pt x="513" y="970"/>
                      <a:pt x="513" y="969"/>
                    </a:cubicBezTo>
                    <a:cubicBezTo>
                      <a:pt x="512" y="967"/>
                      <a:pt x="513" y="965"/>
                      <a:pt x="510" y="964"/>
                    </a:cubicBezTo>
                    <a:cubicBezTo>
                      <a:pt x="508" y="963"/>
                      <a:pt x="506" y="963"/>
                      <a:pt x="505" y="962"/>
                    </a:cubicBezTo>
                    <a:cubicBezTo>
                      <a:pt x="503" y="962"/>
                      <a:pt x="501" y="961"/>
                      <a:pt x="499" y="960"/>
                    </a:cubicBezTo>
                    <a:cubicBezTo>
                      <a:pt x="498" y="960"/>
                      <a:pt x="493" y="960"/>
                      <a:pt x="493" y="958"/>
                    </a:cubicBezTo>
                    <a:cubicBezTo>
                      <a:pt x="492" y="955"/>
                      <a:pt x="503" y="954"/>
                      <a:pt x="505" y="954"/>
                    </a:cubicBezTo>
                    <a:cubicBezTo>
                      <a:pt x="510" y="954"/>
                      <a:pt x="513" y="958"/>
                      <a:pt x="518" y="956"/>
                    </a:cubicBezTo>
                    <a:cubicBezTo>
                      <a:pt x="520" y="955"/>
                      <a:pt x="522" y="954"/>
                      <a:pt x="525" y="954"/>
                    </a:cubicBezTo>
                    <a:cubicBezTo>
                      <a:pt x="527" y="954"/>
                      <a:pt x="529" y="955"/>
                      <a:pt x="531" y="956"/>
                    </a:cubicBezTo>
                    <a:cubicBezTo>
                      <a:pt x="536" y="958"/>
                      <a:pt x="542" y="956"/>
                      <a:pt x="547" y="954"/>
                    </a:cubicBezTo>
                    <a:cubicBezTo>
                      <a:pt x="548" y="953"/>
                      <a:pt x="548" y="953"/>
                      <a:pt x="549" y="954"/>
                    </a:cubicBezTo>
                    <a:cubicBezTo>
                      <a:pt x="550" y="954"/>
                      <a:pt x="550" y="956"/>
                      <a:pt x="550" y="957"/>
                    </a:cubicBezTo>
                    <a:cubicBezTo>
                      <a:pt x="551" y="959"/>
                      <a:pt x="551" y="961"/>
                      <a:pt x="550" y="962"/>
                    </a:cubicBezTo>
                    <a:close/>
                    <a:moveTo>
                      <a:pt x="742" y="870"/>
                    </a:moveTo>
                    <a:cubicBezTo>
                      <a:pt x="741" y="873"/>
                      <a:pt x="738" y="871"/>
                      <a:pt x="737" y="875"/>
                    </a:cubicBezTo>
                    <a:cubicBezTo>
                      <a:pt x="737" y="879"/>
                      <a:pt x="736" y="881"/>
                      <a:pt x="732" y="883"/>
                    </a:cubicBezTo>
                    <a:cubicBezTo>
                      <a:pt x="728" y="884"/>
                      <a:pt x="724" y="883"/>
                      <a:pt x="720" y="883"/>
                    </a:cubicBezTo>
                    <a:cubicBezTo>
                      <a:pt x="714" y="883"/>
                      <a:pt x="709" y="884"/>
                      <a:pt x="703" y="884"/>
                    </a:cubicBezTo>
                    <a:cubicBezTo>
                      <a:pt x="699" y="884"/>
                      <a:pt x="696" y="884"/>
                      <a:pt x="692" y="884"/>
                    </a:cubicBezTo>
                    <a:cubicBezTo>
                      <a:pt x="690" y="884"/>
                      <a:pt x="683" y="885"/>
                      <a:pt x="683" y="882"/>
                    </a:cubicBezTo>
                    <a:cubicBezTo>
                      <a:pt x="683" y="880"/>
                      <a:pt x="684" y="880"/>
                      <a:pt x="683" y="879"/>
                    </a:cubicBezTo>
                    <a:cubicBezTo>
                      <a:pt x="682" y="878"/>
                      <a:pt x="681" y="878"/>
                      <a:pt x="680" y="878"/>
                    </a:cubicBezTo>
                    <a:cubicBezTo>
                      <a:pt x="678" y="878"/>
                      <a:pt x="676" y="878"/>
                      <a:pt x="675" y="879"/>
                    </a:cubicBezTo>
                    <a:cubicBezTo>
                      <a:pt x="672" y="880"/>
                      <a:pt x="669" y="880"/>
                      <a:pt x="667" y="878"/>
                    </a:cubicBezTo>
                    <a:cubicBezTo>
                      <a:pt x="666" y="876"/>
                      <a:pt x="664" y="873"/>
                      <a:pt x="664" y="870"/>
                    </a:cubicBezTo>
                    <a:cubicBezTo>
                      <a:pt x="664" y="866"/>
                      <a:pt x="667" y="860"/>
                      <a:pt x="670" y="857"/>
                    </a:cubicBezTo>
                    <a:cubicBezTo>
                      <a:pt x="673" y="855"/>
                      <a:pt x="675" y="856"/>
                      <a:pt x="678" y="856"/>
                    </a:cubicBezTo>
                    <a:cubicBezTo>
                      <a:pt x="682" y="857"/>
                      <a:pt x="684" y="855"/>
                      <a:pt x="688" y="855"/>
                    </a:cubicBezTo>
                    <a:cubicBezTo>
                      <a:pt x="696" y="854"/>
                      <a:pt x="697" y="864"/>
                      <a:pt x="704" y="863"/>
                    </a:cubicBezTo>
                    <a:cubicBezTo>
                      <a:pt x="707" y="863"/>
                      <a:pt x="710" y="860"/>
                      <a:pt x="712" y="858"/>
                    </a:cubicBezTo>
                    <a:cubicBezTo>
                      <a:pt x="714" y="856"/>
                      <a:pt x="716" y="854"/>
                      <a:pt x="718" y="853"/>
                    </a:cubicBezTo>
                    <a:cubicBezTo>
                      <a:pt x="722" y="851"/>
                      <a:pt x="724" y="855"/>
                      <a:pt x="726" y="857"/>
                    </a:cubicBezTo>
                    <a:cubicBezTo>
                      <a:pt x="727" y="860"/>
                      <a:pt x="730" y="860"/>
                      <a:pt x="732" y="861"/>
                    </a:cubicBezTo>
                    <a:cubicBezTo>
                      <a:pt x="735" y="861"/>
                      <a:pt x="738" y="861"/>
                      <a:pt x="740" y="863"/>
                    </a:cubicBezTo>
                    <a:cubicBezTo>
                      <a:pt x="743" y="864"/>
                      <a:pt x="744" y="868"/>
                      <a:pt x="742" y="870"/>
                    </a:cubicBezTo>
                    <a:close/>
                    <a:moveTo>
                      <a:pt x="900" y="1533"/>
                    </a:moveTo>
                    <a:cubicBezTo>
                      <a:pt x="898" y="1537"/>
                      <a:pt x="896" y="1537"/>
                      <a:pt x="892" y="1538"/>
                    </a:cubicBezTo>
                    <a:cubicBezTo>
                      <a:pt x="888" y="1539"/>
                      <a:pt x="884" y="1542"/>
                      <a:pt x="883" y="1546"/>
                    </a:cubicBezTo>
                    <a:cubicBezTo>
                      <a:pt x="881" y="1551"/>
                      <a:pt x="879" y="1553"/>
                      <a:pt x="874" y="1552"/>
                    </a:cubicBezTo>
                    <a:cubicBezTo>
                      <a:pt x="871" y="1552"/>
                      <a:pt x="870" y="1550"/>
                      <a:pt x="868" y="1550"/>
                    </a:cubicBezTo>
                    <a:cubicBezTo>
                      <a:pt x="866" y="1549"/>
                      <a:pt x="864" y="1549"/>
                      <a:pt x="862" y="1548"/>
                    </a:cubicBezTo>
                    <a:cubicBezTo>
                      <a:pt x="857" y="1548"/>
                      <a:pt x="852" y="1548"/>
                      <a:pt x="848" y="1546"/>
                    </a:cubicBezTo>
                    <a:cubicBezTo>
                      <a:pt x="846" y="1540"/>
                      <a:pt x="852" y="1541"/>
                      <a:pt x="856" y="1540"/>
                    </a:cubicBezTo>
                    <a:cubicBezTo>
                      <a:pt x="859" y="1539"/>
                      <a:pt x="859" y="1537"/>
                      <a:pt x="861" y="1536"/>
                    </a:cubicBezTo>
                    <a:cubicBezTo>
                      <a:pt x="863" y="1534"/>
                      <a:pt x="865" y="1533"/>
                      <a:pt x="867" y="1533"/>
                    </a:cubicBezTo>
                    <a:cubicBezTo>
                      <a:pt x="872" y="1532"/>
                      <a:pt x="876" y="1533"/>
                      <a:pt x="878" y="1528"/>
                    </a:cubicBezTo>
                    <a:cubicBezTo>
                      <a:pt x="881" y="1523"/>
                      <a:pt x="884" y="1518"/>
                      <a:pt x="892" y="1520"/>
                    </a:cubicBezTo>
                    <a:cubicBezTo>
                      <a:pt x="894" y="1521"/>
                      <a:pt x="896" y="1522"/>
                      <a:pt x="898" y="1522"/>
                    </a:cubicBezTo>
                    <a:cubicBezTo>
                      <a:pt x="900" y="1523"/>
                      <a:pt x="903" y="1522"/>
                      <a:pt x="904" y="1524"/>
                    </a:cubicBezTo>
                    <a:cubicBezTo>
                      <a:pt x="905" y="1527"/>
                      <a:pt x="902" y="1531"/>
                      <a:pt x="900" y="1533"/>
                    </a:cubicBezTo>
                    <a:close/>
                    <a:moveTo>
                      <a:pt x="975" y="1530"/>
                    </a:moveTo>
                    <a:cubicBezTo>
                      <a:pt x="973" y="1533"/>
                      <a:pt x="970" y="1540"/>
                      <a:pt x="966" y="1540"/>
                    </a:cubicBezTo>
                    <a:cubicBezTo>
                      <a:pt x="964" y="1540"/>
                      <a:pt x="962" y="1538"/>
                      <a:pt x="961" y="1539"/>
                    </a:cubicBezTo>
                    <a:cubicBezTo>
                      <a:pt x="959" y="1540"/>
                      <a:pt x="958" y="1543"/>
                      <a:pt x="957" y="1545"/>
                    </a:cubicBezTo>
                    <a:cubicBezTo>
                      <a:pt x="956" y="1547"/>
                      <a:pt x="956" y="1549"/>
                      <a:pt x="956" y="1551"/>
                    </a:cubicBezTo>
                    <a:cubicBezTo>
                      <a:pt x="955" y="1553"/>
                      <a:pt x="953" y="1555"/>
                      <a:pt x="951" y="1556"/>
                    </a:cubicBezTo>
                    <a:cubicBezTo>
                      <a:pt x="949" y="1557"/>
                      <a:pt x="947" y="1558"/>
                      <a:pt x="945" y="1559"/>
                    </a:cubicBezTo>
                    <a:cubicBezTo>
                      <a:pt x="941" y="1561"/>
                      <a:pt x="938" y="1564"/>
                      <a:pt x="934" y="1567"/>
                    </a:cubicBezTo>
                    <a:cubicBezTo>
                      <a:pt x="932" y="1569"/>
                      <a:pt x="930" y="1572"/>
                      <a:pt x="927" y="1569"/>
                    </a:cubicBezTo>
                    <a:cubicBezTo>
                      <a:pt x="925" y="1566"/>
                      <a:pt x="925" y="1564"/>
                      <a:pt x="921" y="1564"/>
                    </a:cubicBezTo>
                    <a:cubicBezTo>
                      <a:pt x="919" y="1564"/>
                      <a:pt x="915" y="1566"/>
                      <a:pt x="914" y="1563"/>
                    </a:cubicBezTo>
                    <a:cubicBezTo>
                      <a:pt x="913" y="1560"/>
                      <a:pt x="916" y="1558"/>
                      <a:pt x="918" y="1557"/>
                    </a:cubicBezTo>
                    <a:cubicBezTo>
                      <a:pt x="921" y="1556"/>
                      <a:pt x="924" y="1556"/>
                      <a:pt x="927" y="1554"/>
                    </a:cubicBezTo>
                    <a:cubicBezTo>
                      <a:pt x="929" y="1551"/>
                      <a:pt x="932" y="1549"/>
                      <a:pt x="934" y="1546"/>
                    </a:cubicBezTo>
                    <a:cubicBezTo>
                      <a:pt x="939" y="1541"/>
                      <a:pt x="941" y="1535"/>
                      <a:pt x="946" y="1529"/>
                    </a:cubicBezTo>
                    <a:cubicBezTo>
                      <a:pt x="948" y="1527"/>
                      <a:pt x="951" y="1525"/>
                      <a:pt x="953" y="1526"/>
                    </a:cubicBezTo>
                    <a:cubicBezTo>
                      <a:pt x="957" y="1528"/>
                      <a:pt x="957" y="1531"/>
                      <a:pt x="962" y="1530"/>
                    </a:cubicBezTo>
                    <a:cubicBezTo>
                      <a:pt x="963" y="1527"/>
                      <a:pt x="964" y="1520"/>
                      <a:pt x="968" y="1519"/>
                    </a:cubicBezTo>
                    <a:cubicBezTo>
                      <a:pt x="970" y="1518"/>
                      <a:pt x="972" y="1520"/>
                      <a:pt x="975" y="1520"/>
                    </a:cubicBezTo>
                    <a:cubicBezTo>
                      <a:pt x="977" y="1519"/>
                      <a:pt x="978" y="1517"/>
                      <a:pt x="980" y="1518"/>
                    </a:cubicBezTo>
                    <a:cubicBezTo>
                      <a:pt x="982" y="1523"/>
                      <a:pt x="978" y="1527"/>
                      <a:pt x="975" y="1530"/>
                    </a:cubicBezTo>
                    <a:close/>
                    <a:moveTo>
                      <a:pt x="1113" y="1472"/>
                    </a:moveTo>
                    <a:cubicBezTo>
                      <a:pt x="1109" y="1476"/>
                      <a:pt x="1103" y="1477"/>
                      <a:pt x="1105" y="1485"/>
                    </a:cubicBezTo>
                    <a:cubicBezTo>
                      <a:pt x="1106" y="1491"/>
                      <a:pt x="1110" y="1498"/>
                      <a:pt x="1101" y="1500"/>
                    </a:cubicBezTo>
                    <a:cubicBezTo>
                      <a:pt x="1097" y="1501"/>
                      <a:pt x="1093" y="1499"/>
                      <a:pt x="1092" y="1496"/>
                    </a:cubicBezTo>
                    <a:cubicBezTo>
                      <a:pt x="1090" y="1493"/>
                      <a:pt x="1091" y="1490"/>
                      <a:pt x="1088" y="1487"/>
                    </a:cubicBezTo>
                    <a:cubicBezTo>
                      <a:pt x="1086" y="1485"/>
                      <a:pt x="1082" y="1486"/>
                      <a:pt x="1079" y="1485"/>
                    </a:cubicBezTo>
                    <a:cubicBezTo>
                      <a:pt x="1074" y="1483"/>
                      <a:pt x="1074" y="1477"/>
                      <a:pt x="1076" y="1473"/>
                    </a:cubicBezTo>
                    <a:cubicBezTo>
                      <a:pt x="1077" y="1472"/>
                      <a:pt x="1077" y="1471"/>
                      <a:pt x="1078" y="1471"/>
                    </a:cubicBezTo>
                    <a:cubicBezTo>
                      <a:pt x="1080" y="1466"/>
                      <a:pt x="1079" y="1461"/>
                      <a:pt x="1081" y="1456"/>
                    </a:cubicBezTo>
                    <a:cubicBezTo>
                      <a:pt x="1082" y="1455"/>
                      <a:pt x="1083" y="1454"/>
                      <a:pt x="1083" y="1453"/>
                    </a:cubicBezTo>
                    <a:cubicBezTo>
                      <a:pt x="1084" y="1450"/>
                      <a:pt x="1084" y="1446"/>
                      <a:pt x="1083" y="1443"/>
                    </a:cubicBezTo>
                    <a:cubicBezTo>
                      <a:pt x="1082" y="1440"/>
                      <a:pt x="1081" y="1436"/>
                      <a:pt x="1079" y="1434"/>
                    </a:cubicBezTo>
                    <a:cubicBezTo>
                      <a:pt x="1076" y="1431"/>
                      <a:pt x="1072" y="1431"/>
                      <a:pt x="1069" y="1431"/>
                    </a:cubicBezTo>
                    <a:cubicBezTo>
                      <a:pt x="1067" y="1431"/>
                      <a:pt x="1060" y="1433"/>
                      <a:pt x="1058" y="1431"/>
                    </a:cubicBezTo>
                    <a:cubicBezTo>
                      <a:pt x="1055" y="1428"/>
                      <a:pt x="1061" y="1425"/>
                      <a:pt x="1060" y="1422"/>
                    </a:cubicBezTo>
                    <a:cubicBezTo>
                      <a:pt x="1060" y="1421"/>
                      <a:pt x="1057" y="1421"/>
                      <a:pt x="1056" y="1420"/>
                    </a:cubicBezTo>
                    <a:cubicBezTo>
                      <a:pt x="1055" y="1419"/>
                      <a:pt x="1054" y="1417"/>
                      <a:pt x="1054" y="1415"/>
                    </a:cubicBezTo>
                    <a:cubicBezTo>
                      <a:pt x="1054" y="1412"/>
                      <a:pt x="1057" y="1408"/>
                      <a:pt x="1059" y="1406"/>
                    </a:cubicBezTo>
                    <a:cubicBezTo>
                      <a:pt x="1062" y="1403"/>
                      <a:pt x="1066" y="1400"/>
                      <a:pt x="1070" y="1398"/>
                    </a:cubicBezTo>
                    <a:cubicBezTo>
                      <a:pt x="1072" y="1397"/>
                      <a:pt x="1075" y="1396"/>
                      <a:pt x="1077" y="1394"/>
                    </a:cubicBezTo>
                    <a:cubicBezTo>
                      <a:pt x="1079" y="1393"/>
                      <a:pt x="1079" y="1391"/>
                      <a:pt x="1079" y="1389"/>
                    </a:cubicBezTo>
                    <a:cubicBezTo>
                      <a:pt x="1086" y="1392"/>
                      <a:pt x="1085" y="1396"/>
                      <a:pt x="1085" y="1402"/>
                    </a:cubicBezTo>
                    <a:cubicBezTo>
                      <a:pt x="1084" y="1408"/>
                      <a:pt x="1085" y="1414"/>
                      <a:pt x="1086" y="1419"/>
                    </a:cubicBezTo>
                    <a:cubicBezTo>
                      <a:pt x="1088" y="1427"/>
                      <a:pt x="1096" y="1424"/>
                      <a:pt x="1102" y="1426"/>
                    </a:cubicBezTo>
                    <a:cubicBezTo>
                      <a:pt x="1108" y="1430"/>
                      <a:pt x="1104" y="1439"/>
                      <a:pt x="1107" y="1444"/>
                    </a:cubicBezTo>
                    <a:cubicBezTo>
                      <a:pt x="1109" y="1449"/>
                      <a:pt x="1115" y="1450"/>
                      <a:pt x="1117" y="1456"/>
                    </a:cubicBezTo>
                    <a:cubicBezTo>
                      <a:pt x="1119" y="1461"/>
                      <a:pt x="1118" y="1468"/>
                      <a:pt x="1113" y="1472"/>
                    </a:cubicBezTo>
                    <a:close/>
                    <a:moveTo>
                      <a:pt x="1139" y="1282"/>
                    </a:moveTo>
                    <a:cubicBezTo>
                      <a:pt x="1138" y="1284"/>
                      <a:pt x="1136" y="1285"/>
                      <a:pt x="1136" y="1286"/>
                    </a:cubicBezTo>
                    <a:cubicBezTo>
                      <a:pt x="1137" y="1289"/>
                      <a:pt x="1140" y="1289"/>
                      <a:pt x="1138" y="1292"/>
                    </a:cubicBezTo>
                    <a:cubicBezTo>
                      <a:pt x="1136" y="1293"/>
                      <a:pt x="1133" y="1295"/>
                      <a:pt x="1132" y="1296"/>
                    </a:cubicBezTo>
                    <a:cubicBezTo>
                      <a:pt x="1128" y="1295"/>
                      <a:pt x="1122" y="1296"/>
                      <a:pt x="1118" y="1296"/>
                    </a:cubicBezTo>
                    <a:cubicBezTo>
                      <a:pt x="1114" y="1296"/>
                      <a:pt x="1106" y="1297"/>
                      <a:pt x="1104" y="1292"/>
                    </a:cubicBezTo>
                    <a:cubicBezTo>
                      <a:pt x="1102" y="1287"/>
                      <a:pt x="1106" y="1287"/>
                      <a:pt x="1109" y="1286"/>
                    </a:cubicBezTo>
                    <a:cubicBezTo>
                      <a:pt x="1113" y="1286"/>
                      <a:pt x="1116" y="1285"/>
                      <a:pt x="1119" y="1284"/>
                    </a:cubicBezTo>
                    <a:cubicBezTo>
                      <a:pt x="1123" y="1283"/>
                      <a:pt x="1123" y="1280"/>
                      <a:pt x="1123" y="1276"/>
                    </a:cubicBezTo>
                    <a:cubicBezTo>
                      <a:pt x="1124" y="1274"/>
                      <a:pt x="1123" y="1268"/>
                      <a:pt x="1127" y="1270"/>
                    </a:cubicBezTo>
                    <a:cubicBezTo>
                      <a:pt x="1130" y="1271"/>
                      <a:pt x="1130" y="1275"/>
                      <a:pt x="1133" y="1276"/>
                    </a:cubicBezTo>
                    <a:cubicBezTo>
                      <a:pt x="1134" y="1277"/>
                      <a:pt x="1137" y="1276"/>
                      <a:pt x="1138" y="1277"/>
                    </a:cubicBezTo>
                    <a:cubicBezTo>
                      <a:pt x="1139" y="1278"/>
                      <a:pt x="1139" y="1281"/>
                      <a:pt x="1139" y="1282"/>
                    </a:cubicBezTo>
                    <a:close/>
                    <a:moveTo>
                      <a:pt x="1173" y="1326"/>
                    </a:moveTo>
                    <a:cubicBezTo>
                      <a:pt x="1168" y="1329"/>
                      <a:pt x="1168" y="1324"/>
                      <a:pt x="1167" y="1321"/>
                    </a:cubicBezTo>
                    <a:cubicBezTo>
                      <a:pt x="1166" y="1317"/>
                      <a:pt x="1165" y="1314"/>
                      <a:pt x="1162" y="1311"/>
                    </a:cubicBezTo>
                    <a:cubicBezTo>
                      <a:pt x="1160" y="1309"/>
                      <a:pt x="1154" y="1308"/>
                      <a:pt x="1157" y="1303"/>
                    </a:cubicBezTo>
                    <a:cubicBezTo>
                      <a:pt x="1159" y="1298"/>
                      <a:pt x="1166" y="1298"/>
                      <a:pt x="1171" y="1298"/>
                    </a:cubicBezTo>
                    <a:cubicBezTo>
                      <a:pt x="1173" y="1298"/>
                      <a:pt x="1175" y="1299"/>
                      <a:pt x="1177" y="1298"/>
                    </a:cubicBezTo>
                    <a:cubicBezTo>
                      <a:pt x="1179" y="1297"/>
                      <a:pt x="1180" y="1296"/>
                      <a:pt x="1181" y="1294"/>
                    </a:cubicBezTo>
                    <a:cubicBezTo>
                      <a:pt x="1184" y="1291"/>
                      <a:pt x="1188" y="1288"/>
                      <a:pt x="1193" y="1288"/>
                    </a:cubicBezTo>
                    <a:cubicBezTo>
                      <a:pt x="1199" y="1288"/>
                      <a:pt x="1203" y="1294"/>
                      <a:pt x="1199" y="1299"/>
                    </a:cubicBezTo>
                    <a:cubicBezTo>
                      <a:pt x="1198" y="1301"/>
                      <a:pt x="1195" y="1302"/>
                      <a:pt x="1194" y="1305"/>
                    </a:cubicBezTo>
                    <a:cubicBezTo>
                      <a:pt x="1193" y="1306"/>
                      <a:pt x="1195" y="1308"/>
                      <a:pt x="1195" y="1309"/>
                    </a:cubicBezTo>
                    <a:cubicBezTo>
                      <a:pt x="1195" y="1311"/>
                      <a:pt x="1195" y="1312"/>
                      <a:pt x="1195" y="1313"/>
                    </a:cubicBezTo>
                    <a:cubicBezTo>
                      <a:pt x="1194" y="1315"/>
                      <a:pt x="1193" y="1318"/>
                      <a:pt x="1193" y="1321"/>
                    </a:cubicBezTo>
                    <a:cubicBezTo>
                      <a:pt x="1192" y="1322"/>
                      <a:pt x="1193" y="1325"/>
                      <a:pt x="1192" y="1326"/>
                    </a:cubicBezTo>
                    <a:cubicBezTo>
                      <a:pt x="1192" y="1326"/>
                      <a:pt x="1191" y="1327"/>
                      <a:pt x="1190" y="1327"/>
                    </a:cubicBezTo>
                    <a:cubicBezTo>
                      <a:pt x="1186" y="1328"/>
                      <a:pt x="1188" y="1325"/>
                      <a:pt x="1185" y="1323"/>
                    </a:cubicBezTo>
                    <a:cubicBezTo>
                      <a:pt x="1185" y="1323"/>
                      <a:pt x="1180" y="1322"/>
                      <a:pt x="1179" y="1323"/>
                    </a:cubicBezTo>
                    <a:cubicBezTo>
                      <a:pt x="1177" y="1323"/>
                      <a:pt x="1175" y="1325"/>
                      <a:pt x="1173" y="1326"/>
                    </a:cubicBezTo>
                    <a:close/>
                    <a:moveTo>
                      <a:pt x="1281" y="1522"/>
                    </a:moveTo>
                    <a:cubicBezTo>
                      <a:pt x="1277" y="1524"/>
                      <a:pt x="1273" y="1526"/>
                      <a:pt x="1269" y="1527"/>
                    </a:cubicBezTo>
                    <a:cubicBezTo>
                      <a:pt x="1267" y="1528"/>
                      <a:pt x="1265" y="1529"/>
                      <a:pt x="1263" y="1529"/>
                    </a:cubicBezTo>
                    <a:cubicBezTo>
                      <a:pt x="1263" y="1531"/>
                      <a:pt x="1262" y="1532"/>
                      <a:pt x="1262" y="1534"/>
                    </a:cubicBezTo>
                    <a:cubicBezTo>
                      <a:pt x="1258" y="1536"/>
                      <a:pt x="1257" y="1530"/>
                      <a:pt x="1254" y="1531"/>
                    </a:cubicBezTo>
                    <a:cubicBezTo>
                      <a:pt x="1252" y="1532"/>
                      <a:pt x="1251" y="1534"/>
                      <a:pt x="1249" y="1535"/>
                    </a:cubicBezTo>
                    <a:cubicBezTo>
                      <a:pt x="1247" y="1535"/>
                      <a:pt x="1246" y="1535"/>
                      <a:pt x="1245" y="1537"/>
                    </a:cubicBezTo>
                    <a:cubicBezTo>
                      <a:pt x="1244" y="1541"/>
                      <a:pt x="1247" y="1539"/>
                      <a:pt x="1248" y="1541"/>
                    </a:cubicBezTo>
                    <a:cubicBezTo>
                      <a:pt x="1249" y="1542"/>
                      <a:pt x="1249" y="1545"/>
                      <a:pt x="1248" y="1546"/>
                    </a:cubicBezTo>
                    <a:cubicBezTo>
                      <a:pt x="1245" y="1550"/>
                      <a:pt x="1241" y="1548"/>
                      <a:pt x="1240" y="1544"/>
                    </a:cubicBezTo>
                    <a:cubicBezTo>
                      <a:pt x="1240" y="1543"/>
                      <a:pt x="1234" y="1544"/>
                      <a:pt x="1233" y="1544"/>
                    </a:cubicBezTo>
                    <a:cubicBezTo>
                      <a:pt x="1230" y="1545"/>
                      <a:pt x="1227" y="1544"/>
                      <a:pt x="1225" y="1541"/>
                    </a:cubicBezTo>
                    <a:cubicBezTo>
                      <a:pt x="1223" y="1539"/>
                      <a:pt x="1225" y="1536"/>
                      <a:pt x="1226" y="1533"/>
                    </a:cubicBezTo>
                    <a:cubicBezTo>
                      <a:pt x="1227" y="1529"/>
                      <a:pt x="1227" y="1523"/>
                      <a:pt x="1225" y="1520"/>
                    </a:cubicBezTo>
                    <a:cubicBezTo>
                      <a:pt x="1222" y="1515"/>
                      <a:pt x="1216" y="1517"/>
                      <a:pt x="1212" y="1514"/>
                    </a:cubicBezTo>
                    <a:cubicBezTo>
                      <a:pt x="1208" y="1512"/>
                      <a:pt x="1210" y="1507"/>
                      <a:pt x="1206" y="1504"/>
                    </a:cubicBezTo>
                    <a:cubicBezTo>
                      <a:pt x="1203" y="1501"/>
                      <a:pt x="1198" y="1501"/>
                      <a:pt x="1196" y="1497"/>
                    </a:cubicBezTo>
                    <a:cubicBezTo>
                      <a:pt x="1194" y="1493"/>
                      <a:pt x="1194" y="1489"/>
                      <a:pt x="1191" y="1486"/>
                    </a:cubicBezTo>
                    <a:cubicBezTo>
                      <a:pt x="1188" y="1482"/>
                      <a:pt x="1185" y="1479"/>
                      <a:pt x="1182" y="1475"/>
                    </a:cubicBezTo>
                    <a:cubicBezTo>
                      <a:pt x="1180" y="1472"/>
                      <a:pt x="1177" y="1468"/>
                      <a:pt x="1179" y="1464"/>
                    </a:cubicBezTo>
                    <a:cubicBezTo>
                      <a:pt x="1182" y="1459"/>
                      <a:pt x="1187" y="1462"/>
                      <a:pt x="1191" y="1463"/>
                    </a:cubicBezTo>
                    <a:cubicBezTo>
                      <a:pt x="1196" y="1464"/>
                      <a:pt x="1197" y="1460"/>
                      <a:pt x="1199" y="1457"/>
                    </a:cubicBezTo>
                    <a:cubicBezTo>
                      <a:pt x="1201" y="1452"/>
                      <a:pt x="1204" y="1453"/>
                      <a:pt x="1209" y="1455"/>
                    </a:cubicBezTo>
                    <a:cubicBezTo>
                      <a:pt x="1213" y="1456"/>
                      <a:pt x="1218" y="1457"/>
                      <a:pt x="1221" y="1459"/>
                    </a:cubicBezTo>
                    <a:cubicBezTo>
                      <a:pt x="1224" y="1462"/>
                      <a:pt x="1225" y="1467"/>
                      <a:pt x="1227" y="1470"/>
                    </a:cubicBezTo>
                    <a:cubicBezTo>
                      <a:pt x="1230" y="1475"/>
                      <a:pt x="1234" y="1476"/>
                      <a:pt x="1239" y="1477"/>
                    </a:cubicBezTo>
                    <a:cubicBezTo>
                      <a:pt x="1244" y="1478"/>
                      <a:pt x="1245" y="1480"/>
                      <a:pt x="1246" y="1486"/>
                    </a:cubicBezTo>
                    <a:cubicBezTo>
                      <a:pt x="1246" y="1492"/>
                      <a:pt x="1247" y="1495"/>
                      <a:pt x="1253" y="1496"/>
                    </a:cubicBezTo>
                    <a:cubicBezTo>
                      <a:pt x="1258" y="1496"/>
                      <a:pt x="1260" y="1497"/>
                      <a:pt x="1264" y="1500"/>
                    </a:cubicBezTo>
                    <a:cubicBezTo>
                      <a:pt x="1269" y="1502"/>
                      <a:pt x="1273" y="1501"/>
                      <a:pt x="1277" y="1503"/>
                    </a:cubicBezTo>
                    <a:cubicBezTo>
                      <a:pt x="1281" y="1504"/>
                      <a:pt x="1283" y="1510"/>
                      <a:pt x="1285" y="1514"/>
                    </a:cubicBezTo>
                    <a:cubicBezTo>
                      <a:pt x="1287" y="1518"/>
                      <a:pt x="1285" y="1520"/>
                      <a:pt x="1281" y="1522"/>
                    </a:cubicBezTo>
                    <a:close/>
                    <a:moveTo>
                      <a:pt x="1297" y="1344"/>
                    </a:moveTo>
                    <a:cubicBezTo>
                      <a:pt x="1296" y="1346"/>
                      <a:pt x="1294" y="1350"/>
                      <a:pt x="1292" y="1348"/>
                    </a:cubicBezTo>
                    <a:cubicBezTo>
                      <a:pt x="1288" y="1345"/>
                      <a:pt x="1290" y="1337"/>
                      <a:pt x="1290" y="1333"/>
                    </a:cubicBezTo>
                    <a:cubicBezTo>
                      <a:pt x="1290" y="1334"/>
                      <a:pt x="1290" y="1334"/>
                      <a:pt x="1290" y="1333"/>
                    </a:cubicBezTo>
                    <a:cubicBezTo>
                      <a:pt x="1290" y="1331"/>
                      <a:pt x="1290" y="1330"/>
                      <a:pt x="1289" y="1329"/>
                    </a:cubicBezTo>
                    <a:cubicBezTo>
                      <a:pt x="1288" y="1326"/>
                      <a:pt x="1285" y="1326"/>
                      <a:pt x="1284" y="1324"/>
                    </a:cubicBezTo>
                    <a:cubicBezTo>
                      <a:pt x="1282" y="1320"/>
                      <a:pt x="1281" y="1310"/>
                      <a:pt x="1287" y="1310"/>
                    </a:cubicBezTo>
                    <a:cubicBezTo>
                      <a:pt x="1295" y="1310"/>
                      <a:pt x="1292" y="1319"/>
                      <a:pt x="1293" y="1323"/>
                    </a:cubicBezTo>
                    <a:cubicBezTo>
                      <a:pt x="1293" y="1328"/>
                      <a:pt x="1299" y="1331"/>
                      <a:pt x="1300" y="1337"/>
                    </a:cubicBezTo>
                    <a:cubicBezTo>
                      <a:pt x="1300" y="1340"/>
                      <a:pt x="1298" y="1342"/>
                      <a:pt x="1297" y="1344"/>
                    </a:cubicBezTo>
                    <a:close/>
                    <a:moveTo>
                      <a:pt x="1694" y="1221"/>
                    </a:moveTo>
                    <a:cubicBezTo>
                      <a:pt x="1687" y="1228"/>
                      <a:pt x="1687" y="1238"/>
                      <a:pt x="1683" y="1246"/>
                    </a:cubicBezTo>
                    <a:cubicBezTo>
                      <a:pt x="1681" y="1249"/>
                      <a:pt x="1677" y="1255"/>
                      <a:pt x="1672" y="1253"/>
                    </a:cubicBezTo>
                    <a:cubicBezTo>
                      <a:pt x="1669" y="1252"/>
                      <a:pt x="1668" y="1249"/>
                      <a:pt x="1666" y="1247"/>
                    </a:cubicBezTo>
                    <a:cubicBezTo>
                      <a:pt x="1664" y="1245"/>
                      <a:pt x="1661" y="1244"/>
                      <a:pt x="1659" y="1243"/>
                    </a:cubicBezTo>
                    <a:cubicBezTo>
                      <a:pt x="1653" y="1240"/>
                      <a:pt x="1647" y="1235"/>
                      <a:pt x="1643" y="1231"/>
                    </a:cubicBezTo>
                    <a:cubicBezTo>
                      <a:pt x="1637" y="1225"/>
                      <a:pt x="1633" y="1218"/>
                      <a:pt x="1629" y="1211"/>
                    </a:cubicBezTo>
                    <a:cubicBezTo>
                      <a:pt x="1623" y="1199"/>
                      <a:pt x="1614" y="1184"/>
                      <a:pt x="1617" y="1170"/>
                    </a:cubicBezTo>
                    <a:cubicBezTo>
                      <a:pt x="1621" y="1156"/>
                      <a:pt x="1638" y="1144"/>
                      <a:pt x="1632" y="1129"/>
                    </a:cubicBezTo>
                    <a:cubicBezTo>
                      <a:pt x="1629" y="1120"/>
                      <a:pt x="1623" y="1113"/>
                      <a:pt x="1619" y="1103"/>
                    </a:cubicBezTo>
                    <a:cubicBezTo>
                      <a:pt x="1618" y="1099"/>
                      <a:pt x="1614" y="1086"/>
                      <a:pt x="1621" y="1084"/>
                    </a:cubicBezTo>
                    <a:cubicBezTo>
                      <a:pt x="1629" y="1082"/>
                      <a:pt x="1637" y="1093"/>
                      <a:pt x="1640" y="1098"/>
                    </a:cubicBezTo>
                    <a:cubicBezTo>
                      <a:pt x="1646" y="1105"/>
                      <a:pt x="1649" y="1114"/>
                      <a:pt x="1653" y="1122"/>
                    </a:cubicBezTo>
                    <a:cubicBezTo>
                      <a:pt x="1656" y="1129"/>
                      <a:pt x="1660" y="1136"/>
                      <a:pt x="1664" y="1143"/>
                    </a:cubicBezTo>
                    <a:cubicBezTo>
                      <a:pt x="1668" y="1147"/>
                      <a:pt x="1673" y="1155"/>
                      <a:pt x="1679" y="1154"/>
                    </a:cubicBezTo>
                    <a:cubicBezTo>
                      <a:pt x="1685" y="1154"/>
                      <a:pt x="1688" y="1148"/>
                      <a:pt x="1692" y="1144"/>
                    </a:cubicBezTo>
                    <a:cubicBezTo>
                      <a:pt x="1696" y="1140"/>
                      <a:pt x="1699" y="1145"/>
                      <a:pt x="1701" y="1149"/>
                    </a:cubicBezTo>
                    <a:cubicBezTo>
                      <a:pt x="1705" y="1158"/>
                      <a:pt x="1709" y="1167"/>
                      <a:pt x="1713" y="1175"/>
                    </a:cubicBezTo>
                    <a:cubicBezTo>
                      <a:pt x="1716" y="1180"/>
                      <a:pt x="1721" y="1186"/>
                      <a:pt x="1720" y="1192"/>
                    </a:cubicBezTo>
                    <a:cubicBezTo>
                      <a:pt x="1720" y="1206"/>
                      <a:pt x="1702" y="1213"/>
                      <a:pt x="1694" y="1221"/>
                    </a:cubicBezTo>
                    <a:close/>
                    <a:moveTo>
                      <a:pt x="3844" y="621"/>
                    </a:moveTo>
                    <a:cubicBezTo>
                      <a:pt x="3841" y="624"/>
                      <a:pt x="3836" y="625"/>
                      <a:pt x="3832" y="627"/>
                    </a:cubicBezTo>
                    <a:cubicBezTo>
                      <a:pt x="3829" y="628"/>
                      <a:pt x="3827" y="629"/>
                      <a:pt x="3825" y="632"/>
                    </a:cubicBezTo>
                    <a:cubicBezTo>
                      <a:pt x="3824" y="635"/>
                      <a:pt x="3824" y="638"/>
                      <a:pt x="3822" y="641"/>
                    </a:cubicBezTo>
                    <a:cubicBezTo>
                      <a:pt x="3820" y="644"/>
                      <a:pt x="3817" y="645"/>
                      <a:pt x="3814" y="646"/>
                    </a:cubicBezTo>
                    <a:cubicBezTo>
                      <a:pt x="3809" y="650"/>
                      <a:pt x="3808" y="657"/>
                      <a:pt x="3800" y="659"/>
                    </a:cubicBezTo>
                    <a:cubicBezTo>
                      <a:pt x="3797" y="659"/>
                      <a:pt x="3793" y="660"/>
                      <a:pt x="3791" y="663"/>
                    </a:cubicBezTo>
                    <a:cubicBezTo>
                      <a:pt x="3789" y="666"/>
                      <a:pt x="3789" y="671"/>
                      <a:pt x="3789" y="675"/>
                    </a:cubicBezTo>
                    <a:cubicBezTo>
                      <a:pt x="3788" y="679"/>
                      <a:pt x="3787" y="682"/>
                      <a:pt x="3784" y="684"/>
                    </a:cubicBezTo>
                    <a:cubicBezTo>
                      <a:pt x="3781" y="686"/>
                      <a:pt x="3777" y="687"/>
                      <a:pt x="3776" y="691"/>
                    </a:cubicBezTo>
                    <a:cubicBezTo>
                      <a:pt x="3774" y="694"/>
                      <a:pt x="3774" y="697"/>
                      <a:pt x="3773" y="701"/>
                    </a:cubicBezTo>
                    <a:cubicBezTo>
                      <a:pt x="3772" y="705"/>
                      <a:pt x="3770" y="708"/>
                      <a:pt x="3767" y="711"/>
                    </a:cubicBezTo>
                    <a:cubicBezTo>
                      <a:pt x="3765" y="713"/>
                      <a:pt x="3761" y="717"/>
                      <a:pt x="3762" y="721"/>
                    </a:cubicBezTo>
                    <a:cubicBezTo>
                      <a:pt x="3763" y="725"/>
                      <a:pt x="3768" y="725"/>
                      <a:pt x="3770" y="725"/>
                    </a:cubicBezTo>
                    <a:cubicBezTo>
                      <a:pt x="3775" y="725"/>
                      <a:pt x="3779" y="724"/>
                      <a:pt x="3783" y="724"/>
                    </a:cubicBezTo>
                    <a:cubicBezTo>
                      <a:pt x="3786" y="725"/>
                      <a:pt x="3789" y="726"/>
                      <a:pt x="3792" y="726"/>
                    </a:cubicBezTo>
                    <a:cubicBezTo>
                      <a:pt x="3799" y="727"/>
                      <a:pt x="3808" y="724"/>
                      <a:pt x="3814" y="730"/>
                    </a:cubicBezTo>
                    <a:cubicBezTo>
                      <a:pt x="3820" y="734"/>
                      <a:pt x="3819" y="746"/>
                      <a:pt x="3817" y="752"/>
                    </a:cubicBezTo>
                    <a:cubicBezTo>
                      <a:pt x="3816" y="756"/>
                      <a:pt x="3814" y="759"/>
                      <a:pt x="3811" y="760"/>
                    </a:cubicBezTo>
                    <a:cubicBezTo>
                      <a:pt x="3807" y="762"/>
                      <a:pt x="3803" y="763"/>
                      <a:pt x="3800" y="767"/>
                    </a:cubicBezTo>
                    <a:cubicBezTo>
                      <a:pt x="3798" y="770"/>
                      <a:pt x="3798" y="774"/>
                      <a:pt x="3796" y="777"/>
                    </a:cubicBezTo>
                    <a:cubicBezTo>
                      <a:pt x="3795" y="781"/>
                      <a:pt x="3793" y="785"/>
                      <a:pt x="3791" y="789"/>
                    </a:cubicBezTo>
                    <a:cubicBezTo>
                      <a:pt x="3791" y="790"/>
                      <a:pt x="3790" y="791"/>
                      <a:pt x="3789" y="793"/>
                    </a:cubicBezTo>
                    <a:cubicBezTo>
                      <a:pt x="3788" y="796"/>
                      <a:pt x="3788" y="798"/>
                      <a:pt x="3785" y="799"/>
                    </a:cubicBezTo>
                    <a:cubicBezTo>
                      <a:pt x="3782" y="799"/>
                      <a:pt x="3778" y="799"/>
                      <a:pt x="3776" y="797"/>
                    </a:cubicBezTo>
                    <a:cubicBezTo>
                      <a:pt x="3773" y="796"/>
                      <a:pt x="3771" y="792"/>
                      <a:pt x="3767" y="792"/>
                    </a:cubicBezTo>
                    <a:cubicBezTo>
                      <a:pt x="3764" y="792"/>
                      <a:pt x="3763" y="797"/>
                      <a:pt x="3761" y="798"/>
                    </a:cubicBezTo>
                    <a:cubicBezTo>
                      <a:pt x="3757" y="799"/>
                      <a:pt x="3757" y="795"/>
                      <a:pt x="3755" y="794"/>
                    </a:cubicBezTo>
                    <a:cubicBezTo>
                      <a:pt x="3751" y="793"/>
                      <a:pt x="3749" y="795"/>
                      <a:pt x="3746" y="796"/>
                    </a:cubicBezTo>
                    <a:cubicBezTo>
                      <a:pt x="3743" y="798"/>
                      <a:pt x="3739" y="799"/>
                      <a:pt x="3735" y="800"/>
                    </a:cubicBezTo>
                    <a:cubicBezTo>
                      <a:pt x="3732" y="801"/>
                      <a:pt x="3728" y="801"/>
                      <a:pt x="3725" y="802"/>
                    </a:cubicBezTo>
                    <a:cubicBezTo>
                      <a:pt x="3722" y="802"/>
                      <a:pt x="3720" y="802"/>
                      <a:pt x="3717" y="801"/>
                    </a:cubicBezTo>
                    <a:cubicBezTo>
                      <a:pt x="3714" y="799"/>
                      <a:pt x="3712" y="799"/>
                      <a:pt x="3710" y="796"/>
                    </a:cubicBezTo>
                    <a:cubicBezTo>
                      <a:pt x="3709" y="795"/>
                      <a:pt x="3707" y="794"/>
                      <a:pt x="3706" y="792"/>
                    </a:cubicBezTo>
                    <a:cubicBezTo>
                      <a:pt x="3705" y="791"/>
                      <a:pt x="3704" y="790"/>
                      <a:pt x="3702" y="789"/>
                    </a:cubicBezTo>
                    <a:cubicBezTo>
                      <a:pt x="3699" y="788"/>
                      <a:pt x="3696" y="788"/>
                      <a:pt x="3692" y="788"/>
                    </a:cubicBezTo>
                    <a:cubicBezTo>
                      <a:pt x="3690" y="787"/>
                      <a:pt x="3688" y="786"/>
                      <a:pt x="3686" y="788"/>
                    </a:cubicBezTo>
                    <a:cubicBezTo>
                      <a:pt x="3684" y="789"/>
                      <a:pt x="3685" y="789"/>
                      <a:pt x="3685" y="790"/>
                    </a:cubicBezTo>
                    <a:cubicBezTo>
                      <a:pt x="3686" y="790"/>
                      <a:pt x="3686" y="790"/>
                      <a:pt x="3686" y="791"/>
                    </a:cubicBezTo>
                    <a:cubicBezTo>
                      <a:pt x="3688" y="792"/>
                      <a:pt x="3689" y="794"/>
                      <a:pt x="3691" y="795"/>
                    </a:cubicBezTo>
                    <a:cubicBezTo>
                      <a:pt x="3693" y="796"/>
                      <a:pt x="3694" y="796"/>
                      <a:pt x="3695" y="797"/>
                    </a:cubicBezTo>
                    <a:cubicBezTo>
                      <a:pt x="3697" y="798"/>
                      <a:pt x="3701" y="802"/>
                      <a:pt x="3698" y="804"/>
                    </a:cubicBezTo>
                    <a:cubicBezTo>
                      <a:pt x="3697" y="805"/>
                      <a:pt x="3693" y="805"/>
                      <a:pt x="3692" y="805"/>
                    </a:cubicBezTo>
                    <a:cubicBezTo>
                      <a:pt x="3690" y="805"/>
                      <a:pt x="3688" y="804"/>
                      <a:pt x="3686" y="804"/>
                    </a:cubicBezTo>
                    <a:cubicBezTo>
                      <a:pt x="3682" y="804"/>
                      <a:pt x="3678" y="805"/>
                      <a:pt x="3675" y="806"/>
                    </a:cubicBezTo>
                    <a:cubicBezTo>
                      <a:pt x="3669" y="809"/>
                      <a:pt x="3665" y="816"/>
                      <a:pt x="3660" y="821"/>
                    </a:cubicBezTo>
                    <a:cubicBezTo>
                      <a:pt x="3659" y="822"/>
                      <a:pt x="3658" y="823"/>
                      <a:pt x="3657" y="822"/>
                    </a:cubicBezTo>
                    <a:cubicBezTo>
                      <a:pt x="3656" y="820"/>
                      <a:pt x="3655" y="819"/>
                      <a:pt x="3653" y="818"/>
                    </a:cubicBezTo>
                    <a:cubicBezTo>
                      <a:pt x="3647" y="814"/>
                      <a:pt x="3639" y="814"/>
                      <a:pt x="3632" y="816"/>
                    </a:cubicBezTo>
                    <a:cubicBezTo>
                      <a:pt x="3629" y="816"/>
                      <a:pt x="3627" y="818"/>
                      <a:pt x="3624" y="819"/>
                    </a:cubicBezTo>
                    <a:cubicBezTo>
                      <a:pt x="3621" y="820"/>
                      <a:pt x="3619" y="821"/>
                      <a:pt x="3616" y="821"/>
                    </a:cubicBezTo>
                    <a:cubicBezTo>
                      <a:pt x="3613" y="820"/>
                      <a:pt x="3612" y="817"/>
                      <a:pt x="3611" y="814"/>
                    </a:cubicBezTo>
                    <a:cubicBezTo>
                      <a:pt x="3610" y="814"/>
                      <a:pt x="3609" y="814"/>
                      <a:pt x="3607" y="813"/>
                    </a:cubicBezTo>
                    <a:cubicBezTo>
                      <a:pt x="3607" y="810"/>
                      <a:pt x="3608" y="808"/>
                      <a:pt x="3610" y="806"/>
                    </a:cubicBezTo>
                    <a:cubicBezTo>
                      <a:pt x="3613" y="803"/>
                      <a:pt x="3613" y="801"/>
                      <a:pt x="3613" y="797"/>
                    </a:cubicBezTo>
                    <a:cubicBezTo>
                      <a:pt x="3612" y="793"/>
                      <a:pt x="3611" y="788"/>
                      <a:pt x="3615" y="786"/>
                    </a:cubicBezTo>
                    <a:cubicBezTo>
                      <a:pt x="3618" y="784"/>
                      <a:pt x="3622" y="785"/>
                      <a:pt x="3626" y="784"/>
                    </a:cubicBezTo>
                    <a:cubicBezTo>
                      <a:pt x="3630" y="783"/>
                      <a:pt x="3632" y="780"/>
                      <a:pt x="3631" y="776"/>
                    </a:cubicBezTo>
                    <a:cubicBezTo>
                      <a:pt x="3631" y="772"/>
                      <a:pt x="3628" y="770"/>
                      <a:pt x="3626" y="767"/>
                    </a:cubicBezTo>
                    <a:cubicBezTo>
                      <a:pt x="3623" y="764"/>
                      <a:pt x="3621" y="761"/>
                      <a:pt x="3619" y="758"/>
                    </a:cubicBezTo>
                    <a:cubicBezTo>
                      <a:pt x="3617" y="756"/>
                      <a:pt x="3613" y="751"/>
                      <a:pt x="3615" y="748"/>
                    </a:cubicBezTo>
                    <a:cubicBezTo>
                      <a:pt x="3617" y="745"/>
                      <a:pt x="3622" y="746"/>
                      <a:pt x="3625" y="746"/>
                    </a:cubicBezTo>
                    <a:cubicBezTo>
                      <a:pt x="3629" y="746"/>
                      <a:pt x="3629" y="743"/>
                      <a:pt x="3630" y="740"/>
                    </a:cubicBezTo>
                    <a:cubicBezTo>
                      <a:pt x="3634" y="733"/>
                      <a:pt x="3640" y="728"/>
                      <a:pt x="3647" y="725"/>
                    </a:cubicBezTo>
                    <a:cubicBezTo>
                      <a:pt x="3651" y="724"/>
                      <a:pt x="3652" y="722"/>
                      <a:pt x="3654" y="719"/>
                    </a:cubicBezTo>
                    <a:cubicBezTo>
                      <a:pt x="3657" y="715"/>
                      <a:pt x="3660" y="715"/>
                      <a:pt x="3664" y="715"/>
                    </a:cubicBezTo>
                    <a:cubicBezTo>
                      <a:pt x="3668" y="715"/>
                      <a:pt x="3671" y="715"/>
                      <a:pt x="3673" y="712"/>
                    </a:cubicBezTo>
                    <a:cubicBezTo>
                      <a:pt x="3675" y="708"/>
                      <a:pt x="3677" y="707"/>
                      <a:pt x="3681" y="706"/>
                    </a:cubicBezTo>
                    <a:cubicBezTo>
                      <a:pt x="3689" y="706"/>
                      <a:pt x="3698" y="708"/>
                      <a:pt x="3707" y="706"/>
                    </a:cubicBezTo>
                    <a:cubicBezTo>
                      <a:pt x="3713" y="705"/>
                      <a:pt x="3719" y="701"/>
                      <a:pt x="3726" y="699"/>
                    </a:cubicBezTo>
                    <a:cubicBezTo>
                      <a:pt x="3729" y="699"/>
                      <a:pt x="3730" y="697"/>
                      <a:pt x="3732" y="695"/>
                    </a:cubicBezTo>
                    <a:cubicBezTo>
                      <a:pt x="3734" y="693"/>
                      <a:pt x="3737" y="691"/>
                      <a:pt x="3740" y="689"/>
                    </a:cubicBezTo>
                    <a:cubicBezTo>
                      <a:pt x="3741" y="688"/>
                      <a:pt x="3742" y="688"/>
                      <a:pt x="3743" y="687"/>
                    </a:cubicBezTo>
                    <a:cubicBezTo>
                      <a:pt x="3744" y="687"/>
                      <a:pt x="3745" y="686"/>
                      <a:pt x="3746" y="686"/>
                    </a:cubicBezTo>
                    <a:cubicBezTo>
                      <a:pt x="3748" y="684"/>
                      <a:pt x="3748" y="682"/>
                      <a:pt x="3749" y="680"/>
                    </a:cubicBezTo>
                    <a:cubicBezTo>
                      <a:pt x="3751" y="677"/>
                      <a:pt x="3754" y="675"/>
                      <a:pt x="3755" y="672"/>
                    </a:cubicBezTo>
                    <a:cubicBezTo>
                      <a:pt x="3757" y="670"/>
                      <a:pt x="3758" y="664"/>
                      <a:pt x="3757" y="661"/>
                    </a:cubicBezTo>
                    <a:cubicBezTo>
                      <a:pt x="3756" y="658"/>
                      <a:pt x="3748" y="658"/>
                      <a:pt x="3746" y="659"/>
                    </a:cubicBezTo>
                    <a:cubicBezTo>
                      <a:pt x="3747" y="662"/>
                      <a:pt x="3750" y="665"/>
                      <a:pt x="3749" y="668"/>
                    </a:cubicBezTo>
                    <a:cubicBezTo>
                      <a:pt x="3748" y="671"/>
                      <a:pt x="3745" y="672"/>
                      <a:pt x="3742" y="673"/>
                    </a:cubicBezTo>
                    <a:cubicBezTo>
                      <a:pt x="3735" y="674"/>
                      <a:pt x="3731" y="667"/>
                      <a:pt x="3727" y="662"/>
                    </a:cubicBezTo>
                    <a:cubicBezTo>
                      <a:pt x="3726" y="661"/>
                      <a:pt x="3724" y="658"/>
                      <a:pt x="3726" y="656"/>
                    </a:cubicBezTo>
                    <a:cubicBezTo>
                      <a:pt x="3728" y="653"/>
                      <a:pt x="3733" y="652"/>
                      <a:pt x="3736" y="651"/>
                    </a:cubicBezTo>
                    <a:cubicBezTo>
                      <a:pt x="3744" y="647"/>
                      <a:pt x="3752" y="642"/>
                      <a:pt x="3761" y="639"/>
                    </a:cubicBezTo>
                    <a:cubicBezTo>
                      <a:pt x="3767" y="637"/>
                      <a:pt x="3772" y="635"/>
                      <a:pt x="3776" y="629"/>
                    </a:cubicBezTo>
                    <a:cubicBezTo>
                      <a:pt x="3779" y="624"/>
                      <a:pt x="3783" y="620"/>
                      <a:pt x="3790" y="619"/>
                    </a:cubicBezTo>
                    <a:cubicBezTo>
                      <a:pt x="3793" y="618"/>
                      <a:pt x="3796" y="618"/>
                      <a:pt x="3799" y="618"/>
                    </a:cubicBezTo>
                    <a:cubicBezTo>
                      <a:pt x="3803" y="617"/>
                      <a:pt x="3806" y="615"/>
                      <a:pt x="3810" y="614"/>
                    </a:cubicBezTo>
                    <a:cubicBezTo>
                      <a:pt x="3818" y="612"/>
                      <a:pt x="3827" y="612"/>
                      <a:pt x="3835" y="611"/>
                    </a:cubicBezTo>
                    <a:cubicBezTo>
                      <a:pt x="3838" y="610"/>
                      <a:pt x="3843" y="609"/>
                      <a:pt x="3845" y="612"/>
                    </a:cubicBezTo>
                    <a:cubicBezTo>
                      <a:pt x="3847" y="614"/>
                      <a:pt x="3846" y="619"/>
                      <a:pt x="3844" y="6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8" name="Freeform 2518">
                <a:extLst>
                  <a:ext uri="{FF2B5EF4-FFF2-40B4-BE49-F238E27FC236}">
                    <a16:creationId xmlns:a16="http://schemas.microsoft.com/office/drawing/2014/main" id="{380BD2E3-CBF3-BD45-A10A-55D1E1372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4097"/>
                <a:ext cx="4" cy="2"/>
              </a:xfrm>
              <a:custGeom>
                <a:avLst/>
                <a:gdLst>
                  <a:gd name="T0" fmla="*/ 1 w 9"/>
                  <a:gd name="T1" fmla="*/ 5 h 7"/>
                  <a:gd name="T2" fmla="*/ 1 w 9"/>
                  <a:gd name="T3" fmla="*/ 2 h 7"/>
                  <a:gd name="T4" fmla="*/ 6 w 9"/>
                  <a:gd name="T5" fmla="*/ 2 h 7"/>
                  <a:gd name="T6" fmla="*/ 1 w 9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1" y="5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5" y="0"/>
                      <a:pt x="6" y="2"/>
                    </a:cubicBezTo>
                    <a:cubicBezTo>
                      <a:pt x="9" y="4"/>
                      <a:pt x="2" y="7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9" name="Freeform 2519">
                <a:extLst>
                  <a:ext uri="{FF2B5EF4-FFF2-40B4-BE49-F238E27FC236}">
                    <a16:creationId xmlns:a16="http://schemas.microsoft.com/office/drawing/2014/main" id="{592C8224-7D62-C445-A485-65E8024B2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4114"/>
                <a:ext cx="3" cy="4"/>
              </a:xfrm>
              <a:custGeom>
                <a:avLst/>
                <a:gdLst>
                  <a:gd name="T0" fmla="*/ 3 w 8"/>
                  <a:gd name="T1" fmla="*/ 9 h 9"/>
                  <a:gd name="T2" fmla="*/ 1 w 8"/>
                  <a:gd name="T3" fmla="*/ 6 h 9"/>
                  <a:gd name="T4" fmla="*/ 4 w 8"/>
                  <a:gd name="T5" fmla="*/ 0 h 9"/>
                  <a:gd name="T6" fmla="*/ 7 w 8"/>
                  <a:gd name="T7" fmla="*/ 2 h 9"/>
                  <a:gd name="T8" fmla="*/ 5 w 8"/>
                  <a:gd name="T9" fmla="*/ 6 h 9"/>
                  <a:gd name="T10" fmla="*/ 3 w 8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2" y="9"/>
                      <a:pt x="1" y="7"/>
                      <a:pt x="1" y="6"/>
                    </a:cubicBezTo>
                    <a:cubicBezTo>
                      <a:pt x="0" y="4"/>
                      <a:pt x="2" y="1"/>
                      <a:pt x="4" y="0"/>
                    </a:cubicBez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6" y="5"/>
                      <a:pt x="5" y="6"/>
                    </a:cubicBezTo>
                    <a:cubicBezTo>
                      <a:pt x="5" y="7"/>
                      <a:pt x="4" y="9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0" name="Freeform 2520">
                <a:extLst>
                  <a:ext uri="{FF2B5EF4-FFF2-40B4-BE49-F238E27FC236}">
                    <a16:creationId xmlns:a16="http://schemas.microsoft.com/office/drawing/2014/main" id="{EEA02B07-99CA-B44A-8336-396D0F56C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4112"/>
                <a:ext cx="3" cy="5"/>
              </a:xfrm>
              <a:custGeom>
                <a:avLst/>
                <a:gdLst>
                  <a:gd name="T0" fmla="*/ 1 w 7"/>
                  <a:gd name="T1" fmla="*/ 5 h 12"/>
                  <a:gd name="T2" fmla="*/ 1 w 7"/>
                  <a:gd name="T3" fmla="*/ 4 h 12"/>
                  <a:gd name="T4" fmla="*/ 5 w 7"/>
                  <a:gd name="T5" fmla="*/ 1 h 12"/>
                  <a:gd name="T6" fmla="*/ 7 w 7"/>
                  <a:gd name="T7" fmla="*/ 6 h 12"/>
                  <a:gd name="T8" fmla="*/ 4 w 7"/>
                  <a:gd name="T9" fmla="*/ 10 h 12"/>
                  <a:gd name="T10" fmla="*/ 1 w 7"/>
                  <a:gd name="T1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1" y="5"/>
                    </a:moveTo>
                    <a:cubicBezTo>
                      <a:pt x="1" y="5"/>
                      <a:pt x="1" y="5"/>
                      <a:pt x="1" y="4"/>
                    </a:cubicBezTo>
                    <a:cubicBezTo>
                      <a:pt x="0" y="2"/>
                      <a:pt x="2" y="1"/>
                      <a:pt x="5" y="1"/>
                    </a:cubicBezTo>
                    <a:cubicBezTo>
                      <a:pt x="7" y="0"/>
                      <a:pt x="7" y="4"/>
                      <a:pt x="7" y="6"/>
                    </a:cubicBezTo>
                    <a:cubicBezTo>
                      <a:pt x="7" y="7"/>
                      <a:pt x="6" y="12"/>
                      <a:pt x="4" y="10"/>
                    </a:cubicBezTo>
                    <a:cubicBezTo>
                      <a:pt x="2" y="9"/>
                      <a:pt x="2" y="7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1" name="Freeform 2521">
                <a:extLst>
                  <a:ext uri="{FF2B5EF4-FFF2-40B4-BE49-F238E27FC236}">
                    <a16:creationId xmlns:a16="http://schemas.microsoft.com/office/drawing/2014/main" id="{1DC038CC-2A3C-3240-9C41-4E26B044F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4118"/>
                <a:ext cx="5" cy="7"/>
              </a:xfrm>
              <a:custGeom>
                <a:avLst/>
                <a:gdLst>
                  <a:gd name="T0" fmla="*/ 10 w 13"/>
                  <a:gd name="T1" fmla="*/ 10 h 16"/>
                  <a:gd name="T2" fmla="*/ 9 w 13"/>
                  <a:gd name="T3" fmla="*/ 10 h 16"/>
                  <a:gd name="T4" fmla="*/ 9 w 13"/>
                  <a:gd name="T5" fmla="*/ 11 h 16"/>
                  <a:gd name="T6" fmla="*/ 7 w 13"/>
                  <a:gd name="T7" fmla="*/ 13 h 16"/>
                  <a:gd name="T8" fmla="*/ 6 w 13"/>
                  <a:gd name="T9" fmla="*/ 15 h 16"/>
                  <a:gd name="T10" fmla="*/ 3 w 13"/>
                  <a:gd name="T11" fmla="*/ 15 h 16"/>
                  <a:gd name="T12" fmla="*/ 1 w 13"/>
                  <a:gd name="T13" fmla="*/ 10 h 16"/>
                  <a:gd name="T14" fmla="*/ 4 w 13"/>
                  <a:gd name="T15" fmla="*/ 7 h 16"/>
                  <a:gd name="T16" fmla="*/ 8 w 13"/>
                  <a:gd name="T17" fmla="*/ 2 h 16"/>
                  <a:gd name="T18" fmla="*/ 11 w 13"/>
                  <a:gd name="T19" fmla="*/ 0 h 16"/>
                  <a:gd name="T20" fmla="*/ 12 w 13"/>
                  <a:gd name="T21" fmla="*/ 1 h 16"/>
                  <a:gd name="T22" fmla="*/ 12 w 13"/>
                  <a:gd name="T23" fmla="*/ 4 h 16"/>
                  <a:gd name="T24" fmla="*/ 10 w 13"/>
                  <a:gd name="T25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6">
                    <a:moveTo>
                      <a:pt x="10" y="10"/>
                    </a:moveTo>
                    <a:cubicBezTo>
                      <a:pt x="10" y="10"/>
                      <a:pt x="10" y="10"/>
                      <a:pt x="9" y="10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8" y="11"/>
                      <a:pt x="7" y="12"/>
                      <a:pt x="7" y="13"/>
                    </a:cubicBezTo>
                    <a:cubicBezTo>
                      <a:pt x="7" y="14"/>
                      <a:pt x="7" y="14"/>
                      <a:pt x="6" y="15"/>
                    </a:cubicBezTo>
                    <a:cubicBezTo>
                      <a:pt x="5" y="16"/>
                      <a:pt x="4" y="16"/>
                      <a:pt x="3" y="15"/>
                    </a:cubicBezTo>
                    <a:cubicBezTo>
                      <a:pt x="1" y="14"/>
                      <a:pt x="0" y="12"/>
                      <a:pt x="1" y="10"/>
                    </a:cubicBezTo>
                    <a:cubicBezTo>
                      <a:pt x="1" y="9"/>
                      <a:pt x="3" y="8"/>
                      <a:pt x="4" y="7"/>
                    </a:cubicBezTo>
                    <a:cubicBezTo>
                      <a:pt x="6" y="5"/>
                      <a:pt x="6" y="3"/>
                      <a:pt x="8" y="2"/>
                    </a:cubicBezTo>
                    <a:cubicBezTo>
                      <a:pt x="9" y="1"/>
                      <a:pt x="10" y="1"/>
                      <a:pt x="11" y="0"/>
                    </a:cubicBezTo>
                    <a:cubicBezTo>
                      <a:pt x="11" y="0"/>
                      <a:pt x="12" y="0"/>
                      <a:pt x="12" y="1"/>
                    </a:cubicBezTo>
                    <a:cubicBezTo>
                      <a:pt x="13" y="1"/>
                      <a:pt x="13" y="3"/>
                      <a:pt x="12" y="4"/>
                    </a:cubicBezTo>
                    <a:cubicBezTo>
                      <a:pt x="12" y="5"/>
                      <a:pt x="11" y="9"/>
                      <a:pt x="10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2" name="Freeform 2522">
                <a:extLst>
                  <a:ext uri="{FF2B5EF4-FFF2-40B4-BE49-F238E27FC236}">
                    <a16:creationId xmlns:a16="http://schemas.microsoft.com/office/drawing/2014/main" id="{A2977AAD-02D5-264A-B46E-008AA263C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3988"/>
                <a:ext cx="6" cy="14"/>
              </a:xfrm>
              <a:custGeom>
                <a:avLst/>
                <a:gdLst>
                  <a:gd name="T0" fmla="*/ 8 w 16"/>
                  <a:gd name="T1" fmla="*/ 11 h 35"/>
                  <a:gd name="T2" fmla="*/ 4 w 16"/>
                  <a:gd name="T3" fmla="*/ 3 h 35"/>
                  <a:gd name="T4" fmla="*/ 9 w 16"/>
                  <a:gd name="T5" fmla="*/ 1 h 35"/>
                  <a:gd name="T6" fmla="*/ 15 w 16"/>
                  <a:gd name="T7" fmla="*/ 8 h 35"/>
                  <a:gd name="T8" fmla="*/ 14 w 16"/>
                  <a:gd name="T9" fmla="*/ 15 h 35"/>
                  <a:gd name="T10" fmla="*/ 9 w 16"/>
                  <a:gd name="T11" fmla="*/ 20 h 35"/>
                  <a:gd name="T12" fmla="*/ 11 w 16"/>
                  <a:gd name="T13" fmla="*/ 26 h 35"/>
                  <a:gd name="T14" fmla="*/ 9 w 16"/>
                  <a:gd name="T15" fmla="*/ 32 h 35"/>
                  <a:gd name="T16" fmla="*/ 3 w 16"/>
                  <a:gd name="T17" fmla="*/ 28 h 35"/>
                  <a:gd name="T18" fmla="*/ 1 w 16"/>
                  <a:gd name="T19" fmla="*/ 22 h 35"/>
                  <a:gd name="T20" fmla="*/ 8 w 16"/>
                  <a:gd name="T21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35">
                    <a:moveTo>
                      <a:pt x="8" y="11"/>
                    </a:moveTo>
                    <a:cubicBezTo>
                      <a:pt x="7" y="8"/>
                      <a:pt x="4" y="7"/>
                      <a:pt x="4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2" y="2"/>
                      <a:pt x="14" y="5"/>
                      <a:pt x="15" y="8"/>
                    </a:cubicBezTo>
                    <a:cubicBezTo>
                      <a:pt x="16" y="10"/>
                      <a:pt x="16" y="13"/>
                      <a:pt x="14" y="15"/>
                    </a:cubicBezTo>
                    <a:cubicBezTo>
                      <a:pt x="13" y="17"/>
                      <a:pt x="9" y="17"/>
                      <a:pt x="9" y="20"/>
                    </a:cubicBezTo>
                    <a:cubicBezTo>
                      <a:pt x="8" y="22"/>
                      <a:pt x="11" y="24"/>
                      <a:pt x="11" y="26"/>
                    </a:cubicBezTo>
                    <a:cubicBezTo>
                      <a:pt x="11" y="28"/>
                      <a:pt x="11" y="31"/>
                      <a:pt x="9" y="32"/>
                    </a:cubicBezTo>
                    <a:cubicBezTo>
                      <a:pt x="6" y="35"/>
                      <a:pt x="4" y="31"/>
                      <a:pt x="3" y="28"/>
                    </a:cubicBezTo>
                    <a:cubicBezTo>
                      <a:pt x="2" y="27"/>
                      <a:pt x="0" y="24"/>
                      <a:pt x="1" y="22"/>
                    </a:cubicBezTo>
                    <a:cubicBezTo>
                      <a:pt x="2" y="17"/>
                      <a:pt x="9" y="17"/>
                      <a:pt x="8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3" name="Freeform 2523">
                <a:extLst>
                  <a:ext uri="{FF2B5EF4-FFF2-40B4-BE49-F238E27FC236}">
                    <a16:creationId xmlns:a16="http://schemas.microsoft.com/office/drawing/2014/main" id="{865A1B9A-EE67-B747-A6D9-A5E73A4BD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3994"/>
                <a:ext cx="4" cy="5"/>
              </a:xfrm>
              <a:custGeom>
                <a:avLst/>
                <a:gdLst>
                  <a:gd name="T0" fmla="*/ 3 w 8"/>
                  <a:gd name="T1" fmla="*/ 11 h 12"/>
                  <a:gd name="T2" fmla="*/ 0 w 8"/>
                  <a:gd name="T3" fmla="*/ 7 h 12"/>
                  <a:gd name="T4" fmla="*/ 3 w 8"/>
                  <a:gd name="T5" fmla="*/ 2 h 12"/>
                  <a:gd name="T6" fmla="*/ 3 w 8"/>
                  <a:gd name="T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3" y="11"/>
                    </a:moveTo>
                    <a:cubicBezTo>
                      <a:pt x="2" y="11"/>
                      <a:pt x="0" y="9"/>
                      <a:pt x="0" y="7"/>
                    </a:cubicBezTo>
                    <a:cubicBezTo>
                      <a:pt x="0" y="5"/>
                      <a:pt x="2" y="3"/>
                      <a:pt x="3" y="2"/>
                    </a:cubicBezTo>
                    <a:cubicBezTo>
                      <a:pt x="7" y="0"/>
                      <a:pt x="8" y="12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4" name="Freeform 2524">
                <a:extLst>
                  <a:ext uri="{FF2B5EF4-FFF2-40B4-BE49-F238E27FC236}">
                    <a16:creationId xmlns:a16="http://schemas.microsoft.com/office/drawing/2014/main" id="{0C35A450-7527-7448-8674-C2A45AF6F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3985"/>
                <a:ext cx="30" cy="24"/>
              </a:xfrm>
              <a:custGeom>
                <a:avLst/>
                <a:gdLst>
                  <a:gd name="T0" fmla="*/ 43 w 73"/>
                  <a:gd name="T1" fmla="*/ 40 h 60"/>
                  <a:gd name="T2" fmla="*/ 28 w 73"/>
                  <a:gd name="T3" fmla="*/ 45 h 60"/>
                  <a:gd name="T4" fmla="*/ 17 w 73"/>
                  <a:gd name="T5" fmla="*/ 58 h 60"/>
                  <a:gd name="T6" fmla="*/ 3 w 73"/>
                  <a:gd name="T7" fmla="*/ 55 h 60"/>
                  <a:gd name="T8" fmla="*/ 8 w 73"/>
                  <a:gd name="T9" fmla="*/ 41 h 60"/>
                  <a:gd name="T10" fmla="*/ 22 w 73"/>
                  <a:gd name="T11" fmla="*/ 27 h 60"/>
                  <a:gd name="T12" fmla="*/ 42 w 73"/>
                  <a:gd name="T13" fmla="*/ 23 h 60"/>
                  <a:gd name="T14" fmla="*/ 56 w 73"/>
                  <a:gd name="T15" fmla="*/ 11 h 60"/>
                  <a:gd name="T16" fmla="*/ 69 w 73"/>
                  <a:gd name="T17" fmla="*/ 3 h 60"/>
                  <a:gd name="T18" fmla="*/ 66 w 73"/>
                  <a:gd name="T19" fmla="*/ 20 h 60"/>
                  <a:gd name="T20" fmla="*/ 53 w 73"/>
                  <a:gd name="T21" fmla="*/ 34 h 60"/>
                  <a:gd name="T22" fmla="*/ 43 w 73"/>
                  <a:gd name="T23" fmla="*/ 4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60">
                    <a:moveTo>
                      <a:pt x="43" y="40"/>
                    </a:moveTo>
                    <a:cubicBezTo>
                      <a:pt x="38" y="42"/>
                      <a:pt x="32" y="41"/>
                      <a:pt x="28" y="45"/>
                    </a:cubicBezTo>
                    <a:cubicBezTo>
                      <a:pt x="24" y="49"/>
                      <a:pt x="22" y="56"/>
                      <a:pt x="17" y="58"/>
                    </a:cubicBezTo>
                    <a:cubicBezTo>
                      <a:pt x="12" y="60"/>
                      <a:pt x="5" y="60"/>
                      <a:pt x="3" y="55"/>
                    </a:cubicBezTo>
                    <a:cubicBezTo>
                      <a:pt x="0" y="51"/>
                      <a:pt x="6" y="44"/>
                      <a:pt x="8" y="41"/>
                    </a:cubicBezTo>
                    <a:cubicBezTo>
                      <a:pt x="12" y="35"/>
                      <a:pt x="16" y="29"/>
                      <a:pt x="22" y="27"/>
                    </a:cubicBezTo>
                    <a:cubicBezTo>
                      <a:pt x="28" y="24"/>
                      <a:pt x="35" y="24"/>
                      <a:pt x="42" y="23"/>
                    </a:cubicBezTo>
                    <a:cubicBezTo>
                      <a:pt x="48" y="21"/>
                      <a:pt x="52" y="16"/>
                      <a:pt x="56" y="11"/>
                    </a:cubicBezTo>
                    <a:cubicBezTo>
                      <a:pt x="59" y="8"/>
                      <a:pt x="65" y="0"/>
                      <a:pt x="69" y="3"/>
                    </a:cubicBezTo>
                    <a:cubicBezTo>
                      <a:pt x="73" y="7"/>
                      <a:pt x="69" y="17"/>
                      <a:pt x="66" y="20"/>
                    </a:cubicBezTo>
                    <a:cubicBezTo>
                      <a:pt x="62" y="24"/>
                      <a:pt x="58" y="30"/>
                      <a:pt x="53" y="34"/>
                    </a:cubicBezTo>
                    <a:cubicBezTo>
                      <a:pt x="50" y="37"/>
                      <a:pt x="46" y="39"/>
                      <a:pt x="43" y="4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5" name="Freeform 2525">
                <a:extLst>
                  <a:ext uri="{FF2B5EF4-FFF2-40B4-BE49-F238E27FC236}">
                    <a16:creationId xmlns:a16="http://schemas.microsoft.com/office/drawing/2014/main" id="{C1F7A34F-940A-CC4D-9000-33826FD36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3965"/>
                <a:ext cx="40" cy="21"/>
              </a:xfrm>
              <a:custGeom>
                <a:avLst/>
                <a:gdLst>
                  <a:gd name="T0" fmla="*/ 23 w 98"/>
                  <a:gd name="T1" fmla="*/ 30 h 50"/>
                  <a:gd name="T2" fmla="*/ 13 w 98"/>
                  <a:gd name="T3" fmla="*/ 40 h 50"/>
                  <a:gd name="T4" fmla="*/ 4 w 98"/>
                  <a:gd name="T5" fmla="*/ 41 h 50"/>
                  <a:gd name="T6" fmla="*/ 2 w 98"/>
                  <a:gd name="T7" fmla="*/ 30 h 50"/>
                  <a:gd name="T8" fmla="*/ 12 w 98"/>
                  <a:gd name="T9" fmla="*/ 20 h 50"/>
                  <a:gd name="T10" fmla="*/ 23 w 98"/>
                  <a:gd name="T11" fmla="*/ 9 h 50"/>
                  <a:gd name="T12" fmla="*/ 43 w 98"/>
                  <a:gd name="T13" fmla="*/ 2 h 50"/>
                  <a:gd name="T14" fmla="*/ 54 w 98"/>
                  <a:gd name="T15" fmla="*/ 4 h 50"/>
                  <a:gd name="T16" fmla="*/ 63 w 98"/>
                  <a:gd name="T17" fmla="*/ 12 h 50"/>
                  <a:gd name="T18" fmla="*/ 74 w 98"/>
                  <a:gd name="T19" fmla="*/ 14 h 50"/>
                  <a:gd name="T20" fmla="*/ 80 w 98"/>
                  <a:gd name="T21" fmla="*/ 8 h 50"/>
                  <a:gd name="T22" fmla="*/ 93 w 98"/>
                  <a:gd name="T23" fmla="*/ 12 h 50"/>
                  <a:gd name="T24" fmla="*/ 79 w 98"/>
                  <a:gd name="T25" fmla="*/ 29 h 50"/>
                  <a:gd name="T26" fmla="*/ 59 w 98"/>
                  <a:gd name="T27" fmla="*/ 49 h 50"/>
                  <a:gd name="T28" fmla="*/ 47 w 98"/>
                  <a:gd name="T29" fmla="*/ 44 h 50"/>
                  <a:gd name="T30" fmla="*/ 23 w 98"/>
                  <a:gd name="T31" fmla="*/ 3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50">
                    <a:moveTo>
                      <a:pt x="23" y="30"/>
                    </a:moveTo>
                    <a:cubicBezTo>
                      <a:pt x="20" y="34"/>
                      <a:pt x="18" y="37"/>
                      <a:pt x="13" y="40"/>
                    </a:cubicBezTo>
                    <a:cubicBezTo>
                      <a:pt x="11" y="42"/>
                      <a:pt x="7" y="44"/>
                      <a:pt x="4" y="41"/>
                    </a:cubicBezTo>
                    <a:cubicBezTo>
                      <a:pt x="1" y="39"/>
                      <a:pt x="0" y="33"/>
                      <a:pt x="2" y="30"/>
                    </a:cubicBezTo>
                    <a:cubicBezTo>
                      <a:pt x="4" y="26"/>
                      <a:pt x="9" y="24"/>
                      <a:pt x="12" y="20"/>
                    </a:cubicBezTo>
                    <a:cubicBezTo>
                      <a:pt x="16" y="16"/>
                      <a:pt x="19" y="12"/>
                      <a:pt x="23" y="9"/>
                    </a:cubicBezTo>
                    <a:cubicBezTo>
                      <a:pt x="30" y="5"/>
                      <a:pt x="35" y="2"/>
                      <a:pt x="43" y="2"/>
                    </a:cubicBezTo>
                    <a:cubicBezTo>
                      <a:pt x="47" y="2"/>
                      <a:pt x="51" y="2"/>
                      <a:pt x="54" y="4"/>
                    </a:cubicBezTo>
                    <a:cubicBezTo>
                      <a:pt x="58" y="6"/>
                      <a:pt x="60" y="9"/>
                      <a:pt x="63" y="12"/>
                    </a:cubicBezTo>
                    <a:cubicBezTo>
                      <a:pt x="66" y="14"/>
                      <a:pt x="70" y="14"/>
                      <a:pt x="74" y="14"/>
                    </a:cubicBezTo>
                    <a:cubicBezTo>
                      <a:pt x="78" y="14"/>
                      <a:pt x="79" y="12"/>
                      <a:pt x="80" y="8"/>
                    </a:cubicBezTo>
                    <a:cubicBezTo>
                      <a:pt x="84" y="0"/>
                      <a:pt x="91" y="6"/>
                      <a:pt x="93" y="12"/>
                    </a:cubicBezTo>
                    <a:cubicBezTo>
                      <a:pt x="98" y="22"/>
                      <a:pt x="85" y="23"/>
                      <a:pt x="79" y="29"/>
                    </a:cubicBezTo>
                    <a:cubicBezTo>
                      <a:pt x="73" y="35"/>
                      <a:pt x="68" y="45"/>
                      <a:pt x="59" y="49"/>
                    </a:cubicBezTo>
                    <a:cubicBezTo>
                      <a:pt x="55" y="50"/>
                      <a:pt x="50" y="47"/>
                      <a:pt x="47" y="44"/>
                    </a:cubicBezTo>
                    <a:cubicBezTo>
                      <a:pt x="43" y="40"/>
                      <a:pt x="30" y="23"/>
                      <a:pt x="23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6" name="Freeform 2526">
                <a:extLst>
                  <a:ext uri="{FF2B5EF4-FFF2-40B4-BE49-F238E27FC236}">
                    <a16:creationId xmlns:a16="http://schemas.microsoft.com/office/drawing/2014/main" id="{51ED5FD7-81A7-F04F-AFDA-6271FE916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3903"/>
                <a:ext cx="4" cy="3"/>
              </a:xfrm>
              <a:custGeom>
                <a:avLst/>
                <a:gdLst>
                  <a:gd name="T0" fmla="*/ 4 w 9"/>
                  <a:gd name="T1" fmla="*/ 0 h 7"/>
                  <a:gd name="T2" fmla="*/ 5 w 9"/>
                  <a:gd name="T3" fmla="*/ 0 h 7"/>
                  <a:gd name="T4" fmla="*/ 8 w 9"/>
                  <a:gd name="T5" fmla="*/ 5 h 7"/>
                  <a:gd name="T6" fmla="*/ 2 w 9"/>
                  <a:gd name="T7" fmla="*/ 6 h 7"/>
                  <a:gd name="T8" fmla="*/ 0 w 9"/>
                  <a:gd name="T9" fmla="*/ 3 h 7"/>
                  <a:gd name="T10" fmla="*/ 2 w 9"/>
                  <a:gd name="T11" fmla="*/ 0 h 7"/>
                  <a:gd name="T12" fmla="*/ 4 w 9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9" y="3"/>
                      <a:pt x="8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7" name="Freeform 2527">
                <a:extLst>
                  <a:ext uri="{FF2B5EF4-FFF2-40B4-BE49-F238E27FC236}">
                    <a16:creationId xmlns:a16="http://schemas.microsoft.com/office/drawing/2014/main" id="{33DEE653-7D22-2C4F-AA84-03D3D1BBE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3897"/>
                <a:ext cx="7" cy="8"/>
              </a:xfrm>
              <a:custGeom>
                <a:avLst/>
                <a:gdLst>
                  <a:gd name="T0" fmla="*/ 5 w 17"/>
                  <a:gd name="T1" fmla="*/ 0 h 19"/>
                  <a:gd name="T2" fmla="*/ 15 w 17"/>
                  <a:gd name="T3" fmla="*/ 2 h 19"/>
                  <a:gd name="T4" fmla="*/ 16 w 17"/>
                  <a:gd name="T5" fmla="*/ 10 h 19"/>
                  <a:gd name="T6" fmla="*/ 6 w 17"/>
                  <a:gd name="T7" fmla="*/ 13 h 19"/>
                  <a:gd name="T8" fmla="*/ 3 w 17"/>
                  <a:gd name="T9" fmla="*/ 5 h 19"/>
                  <a:gd name="T10" fmla="*/ 5 w 17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9">
                    <a:moveTo>
                      <a:pt x="5" y="0"/>
                    </a:moveTo>
                    <a:cubicBezTo>
                      <a:pt x="8" y="0"/>
                      <a:pt x="13" y="1"/>
                      <a:pt x="15" y="2"/>
                    </a:cubicBezTo>
                    <a:cubicBezTo>
                      <a:pt x="17" y="4"/>
                      <a:pt x="16" y="8"/>
                      <a:pt x="16" y="10"/>
                    </a:cubicBezTo>
                    <a:cubicBezTo>
                      <a:pt x="17" y="18"/>
                      <a:pt x="9" y="19"/>
                      <a:pt x="6" y="13"/>
                    </a:cubicBezTo>
                    <a:cubicBezTo>
                      <a:pt x="4" y="10"/>
                      <a:pt x="6" y="8"/>
                      <a:pt x="3" y="5"/>
                    </a:cubicBezTo>
                    <a:cubicBezTo>
                      <a:pt x="0" y="2"/>
                      <a:pt x="0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8" name="Freeform 2528">
                <a:extLst>
                  <a:ext uri="{FF2B5EF4-FFF2-40B4-BE49-F238E27FC236}">
                    <a16:creationId xmlns:a16="http://schemas.microsoft.com/office/drawing/2014/main" id="{622811AA-8541-DA4D-8557-655DEA724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3895"/>
                <a:ext cx="7" cy="5"/>
              </a:xfrm>
              <a:custGeom>
                <a:avLst/>
                <a:gdLst>
                  <a:gd name="T0" fmla="*/ 13 w 19"/>
                  <a:gd name="T1" fmla="*/ 12 h 12"/>
                  <a:gd name="T2" fmla="*/ 2 w 19"/>
                  <a:gd name="T3" fmla="*/ 7 h 12"/>
                  <a:gd name="T4" fmla="*/ 7 w 19"/>
                  <a:gd name="T5" fmla="*/ 1 h 12"/>
                  <a:gd name="T6" fmla="*/ 16 w 19"/>
                  <a:gd name="T7" fmla="*/ 6 h 12"/>
                  <a:gd name="T8" fmla="*/ 13 w 19"/>
                  <a:gd name="T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3" y="12"/>
                    </a:moveTo>
                    <a:cubicBezTo>
                      <a:pt x="10" y="11"/>
                      <a:pt x="4" y="11"/>
                      <a:pt x="2" y="7"/>
                    </a:cubicBezTo>
                    <a:cubicBezTo>
                      <a:pt x="0" y="3"/>
                      <a:pt x="3" y="0"/>
                      <a:pt x="7" y="1"/>
                    </a:cubicBezTo>
                    <a:cubicBezTo>
                      <a:pt x="10" y="2"/>
                      <a:pt x="13" y="5"/>
                      <a:pt x="16" y="6"/>
                    </a:cubicBezTo>
                    <a:cubicBezTo>
                      <a:pt x="19" y="9"/>
                      <a:pt x="17" y="11"/>
                      <a:pt x="13" y="10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9" name="Freeform 2529">
                <a:extLst>
                  <a:ext uri="{FF2B5EF4-FFF2-40B4-BE49-F238E27FC236}">
                    <a16:creationId xmlns:a16="http://schemas.microsoft.com/office/drawing/2014/main" id="{C74CA0FF-172F-574A-AC69-D3451DE06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893"/>
                <a:ext cx="30" cy="46"/>
              </a:xfrm>
              <a:custGeom>
                <a:avLst/>
                <a:gdLst>
                  <a:gd name="T0" fmla="*/ 9 w 75"/>
                  <a:gd name="T1" fmla="*/ 27 h 113"/>
                  <a:gd name="T2" fmla="*/ 0 w 75"/>
                  <a:gd name="T3" fmla="*/ 13 h 113"/>
                  <a:gd name="T4" fmla="*/ 13 w 75"/>
                  <a:gd name="T5" fmla="*/ 5 h 113"/>
                  <a:gd name="T6" fmla="*/ 28 w 75"/>
                  <a:gd name="T7" fmla="*/ 1 h 113"/>
                  <a:gd name="T8" fmla="*/ 47 w 75"/>
                  <a:gd name="T9" fmla="*/ 3 h 113"/>
                  <a:gd name="T10" fmla="*/ 62 w 75"/>
                  <a:gd name="T11" fmla="*/ 9 h 113"/>
                  <a:gd name="T12" fmla="*/ 62 w 75"/>
                  <a:gd name="T13" fmla="*/ 26 h 113"/>
                  <a:gd name="T14" fmla="*/ 69 w 75"/>
                  <a:gd name="T15" fmla="*/ 37 h 113"/>
                  <a:gd name="T16" fmla="*/ 69 w 75"/>
                  <a:gd name="T17" fmla="*/ 49 h 113"/>
                  <a:gd name="T18" fmla="*/ 73 w 75"/>
                  <a:gd name="T19" fmla="*/ 61 h 113"/>
                  <a:gd name="T20" fmla="*/ 69 w 75"/>
                  <a:gd name="T21" fmla="*/ 75 h 113"/>
                  <a:gd name="T22" fmla="*/ 68 w 75"/>
                  <a:gd name="T23" fmla="*/ 88 h 113"/>
                  <a:gd name="T24" fmla="*/ 61 w 75"/>
                  <a:gd name="T25" fmla="*/ 99 h 113"/>
                  <a:gd name="T26" fmla="*/ 55 w 75"/>
                  <a:gd name="T27" fmla="*/ 104 h 113"/>
                  <a:gd name="T28" fmla="*/ 52 w 75"/>
                  <a:gd name="T29" fmla="*/ 110 h 113"/>
                  <a:gd name="T30" fmla="*/ 38 w 75"/>
                  <a:gd name="T31" fmla="*/ 106 h 113"/>
                  <a:gd name="T32" fmla="*/ 23 w 75"/>
                  <a:gd name="T33" fmla="*/ 97 h 113"/>
                  <a:gd name="T34" fmla="*/ 27 w 75"/>
                  <a:gd name="T35" fmla="*/ 82 h 113"/>
                  <a:gd name="T36" fmla="*/ 39 w 75"/>
                  <a:gd name="T37" fmla="*/ 73 h 113"/>
                  <a:gd name="T38" fmla="*/ 38 w 75"/>
                  <a:gd name="T39" fmla="*/ 57 h 113"/>
                  <a:gd name="T40" fmla="*/ 31 w 75"/>
                  <a:gd name="T41" fmla="*/ 45 h 113"/>
                  <a:gd name="T42" fmla="*/ 22 w 75"/>
                  <a:gd name="T43" fmla="*/ 35 h 113"/>
                  <a:gd name="T44" fmla="*/ 9 w 75"/>
                  <a:gd name="T45" fmla="*/ 2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113">
                    <a:moveTo>
                      <a:pt x="9" y="27"/>
                    </a:moveTo>
                    <a:cubicBezTo>
                      <a:pt x="4" y="25"/>
                      <a:pt x="0" y="19"/>
                      <a:pt x="0" y="13"/>
                    </a:cubicBezTo>
                    <a:cubicBezTo>
                      <a:pt x="0" y="6"/>
                      <a:pt x="8" y="6"/>
                      <a:pt x="13" y="5"/>
                    </a:cubicBezTo>
                    <a:cubicBezTo>
                      <a:pt x="18" y="4"/>
                      <a:pt x="23" y="2"/>
                      <a:pt x="28" y="1"/>
                    </a:cubicBezTo>
                    <a:cubicBezTo>
                      <a:pt x="35" y="0"/>
                      <a:pt x="41" y="1"/>
                      <a:pt x="47" y="3"/>
                    </a:cubicBezTo>
                    <a:cubicBezTo>
                      <a:pt x="52" y="4"/>
                      <a:pt x="59" y="5"/>
                      <a:pt x="62" y="9"/>
                    </a:cubicBezTo>
                    <a:cubicBezTo>
                      <a:pt x="66" y="13"/>
                      <a:pt x="61" y="20"/>
                      <a:pt x="62" y="26"/>
                    </a:cubicBezTo>
                    <a:cubicBezTo>
                      <a:pt x="63" y="30"/>
                      <a:pt x="69" y="32"/>
                      <a:pt x="69" y="37"/>
                    </a:cubicBezTo>
                    <a:cubicBezTo>
                      <a:pt x="68" y="42"/>
                      <a:pt x="65" y="45"/>
                      <a:pt x="69" y="49"/>
                    </a:cubicBezTo>
                    <a:cubicBezTo>
                      <a:pt x="73" y="53"/>
                      <a:pt x="75" y="56"/>
                      <a:pt x="73" y="61"/>
                    </a:cubicBezTo>
                    <a:cubicBezTo>
                      <a:pt x="72" y="66"/>
                      <a:pt x="71" y="70"/>
                      <a:pt x="69" y="75"/>
                    </a:cubicBezTo>
                    <a:cubicBezTo>
                      <a:pt x="67" y="80"/>
                      <a:pt x="68" y="83"/>
                      <a:pt x="68" y="88"/>
                    </a:cubicBezTo>
                    <a:cubicBezTo>
                      <a:pt x="69" y="95"/>
                      <a:pt x="65" y="96"/>
                      <a:pt x="61" y="99"/>
                    </a:cubicBezTo>
                    <a:cubicBezTo>
                      <a:pt x="58" y="100"/>
                      <a:pt x="56" y="102"/>
                      <a:pt x="55" y="104"/>
                    </a:cubicBezTo>
                    <a:cubicBezTo>
                      <a:pt x="54" y="106"/>
                      <a:pt x="53" y="109"/>
                      <a:pt x="52" y="110"/>
                    </a:cubicBezTo>
                    <a:cubicBezTo>
                      <a:pt x="47" y="113"/>
                      <a:pt x="41" y="108"/>
                      <a:pt x="38" y="106"/>
                    </a:cubicBezTo>
                    <a:cubicBezTo>
                      <a:pt x="33" y="103"/>
                      <a:pt x="27" y="102"/>
                      <a:pt x="23" y="97"/>
                    </a:cubicBezTo>
                    <a:cubicBezTo>
                      <a:pt x="19" y="92"/>
                      <a:pt x="20" y="85"/>
                      <a:pt x="27" y="82"/>
                    </a:cubicBezTo>
                    <a:cubicBezTo>
                      <a:pt x="32" y="80"/>
                      <a:pt x="38" y="80"/>
                      <a:pt x="39" y="73"/>
                    </a:cubicBezTo>
                    <a:cubicBezTo>
                      <a:pt x="40" y="68"/>
                      <a:pt x="39" y="62"/>
                      <a:pt x="38" y="57"/>
                    </a:cubicBezTo>
                    <a:cubicBezTo>
                      <a:pt x="37" y="52"/>
                      <a:pt x="34" y="48"/>
                      <a:pt x="31" y="45"/>
                    </a:cubicBezTo>
                    <a:cubicBezTo>
                      <a:pt x="27" y="42"/>
                      <a:pt x="25" y="38"/>
                      <a:pt x="22" y="35"/>
                    </a:cubicBezTo>
                    <a:cubicBezTo>
                      <a:pt x="18" y="32"/>
                      <a:pt x="14" y="29"/>
                      <a:pt x="9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0" name="Freeform 2530">
                <a:extLst>
                  <a:ext uri="{FF2B5EF4-FFF2-40B4-BE49-F238E27FC236}">
                    <a16:creationId xmlns:a16="http://schemas.microsoft.com/office/drawing/2014/main" id="{D6F638B1-F24F-4049-9BD5-C96270C5F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3758"/>
                <a:ext cx="11" cy="7"/>
              </a:xfrm>
              <a:custGeom>
                <a:avLst/>
                <a:gdLst>
                  <a:gd name="T0" fmla="*/ 24 w 26"/>
                  <a:gd name="T1" fmla="*/ 7 h 17"/>
                  <a:gd name="T2" fmla="*/ 17 w 26"/>
                  <a:gd name="T3" fmla="*/ 17 h 17"/>
                  <a:gd name="T4" fmla="*/ 6 w 26"/>
                  <a:gd name="T5" fmla="*/ 11 h 17"/>
                  <a:gd name="T6" fmla="*/ 24 w 26"/>
                  <a:gd name="T7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24" y="7"/>
                    </a:moveTo>
                    <a:cubicBezTo>
                      <a:pt x="26" y="12"/>
                      <a:pt x="23" y="17"/>
                      <a:pt x="17" y="17"/>
                    </a:cubicBezTo>
                    <a:cubicBezTo>
                      <a:pt x="14" y="17"/>
                      <a:pt x="8" y="14"/>
                      <a:pt x="6" y="11"/>
                    </a:cubicBezTo>
                    <a:cubicBezTo>
                      <a:pt x="0" y="4"/>
                      <a:pt x="20" y="0"/>
                      <a:pt x="2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1" name="Freeform 2531">
                <a:extLst>
                  <a:ext uri="{FF2B5EF4-FFF2-40B4-BE49-F238E27FC236}">
                    <a16:creationId xmlns:a16="http://schemas.microsoft.com/office/drawing/2014/main" id="{DFD01A9E-627C-4745-85EE-FDD33067E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3719"/>
                <a:ext cx="30" cy="16"/>
              </a:xfrm>
              <a:custGeom>
                <a:avLst/>
                <a:gdLst>
                  <a:gd name="T0" fmla="*/ 10 w 74"/>
                  <a:gd name="T1" fmla="*/ 20 h 39"/>
                  <a:gd name="T2" fmla="*/ 25 w 74"/>
                  <a:gd name="T3" fmla="*/ 13 h 39"/>
                  <a:gd name="T4" fmla="*/ 41 w 74"/>
                  <a:gd name="T5" fmla="*/ 4 h 39"/>
                  <a:gd name="T6" fmla="*/ 57 w 74"/>
                  <a:gd name="T7" fmla="*/ 2 h 39"/>
                  <a:gd name="T8" fmla="*/ 62 w 74"/>
                  <a:gd name="T9" fmla="*/ 14 h 39"/>
                  <a:gd name="T10" fmla="*/ 68 w 74"/>
                  <a:gd name="T11" fmla="*/ 23 h 39"/>
                  <a:gd name="T12" fmla="*/ 61 w 74"/>
                  <a:gd name="T13" fmla="*/ 25 h 39"/>
                  <a:gd name="T14" fmla="*/ 48 w 74"/>
                  <a:gd name="T15" fmla="*/ 32 h 39"/>
                  <a:gd name="T16" fmla="*/ 16 w 74"/>
                  <a:gd name="T17" fmla="*/ 36 h 39"/>
                  <a:gd name="T18" fmla="*/ 1 w 74"/>
                  <a:gd name="T19" fmla="*/ 28 h 39"/>
                  <a:gd name="T20" fmla="*/ 10 w 74"/>
                  <a:gd name="T2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39">
                    <a:moveTo>
                      <a:pt x="10" y="20"/>
                    </a:moveTo>
                    <a:cubicBezTo>
                      <a:pt x="15" y="18"/>
                      <a:pt x="20" y="15"/>
                      <a:pt x="25" y="13"/>
                    </a:cubicBezTo>
                    <a:cubicBezTo>
                      <a:pt x="31" y="10"/>
                      <a:pt x="36" y="7"/>
                      <a:pt x="41" y="4"/>
                    </a:cubicBezTo>
                    <a:cubicBezTo>
                      <a:pt x="46" y="0"/>
                      <a:pt x="52" y="0"/>
                      <a:pt x="57" y="2"/>
                    </a:cubicBezTo>
                    <a:cubicBezTo>
                      <a:pt x="64" y="4"/>
                      <a:pt x="59" y="9"/>
                      <a:pt x="62" y="14"/>
                    </a:cubicBezTo>
                    <a:cubicBezTo>
                      <a:pt x="65" y="18"/>
                      <a:pt x="74" y="17"/>
                      <a:pt x="68" y="23"/>
                    </a:cubicBezTo>
                    <a:cubicBezTo>
                      <a:pt x="66" y="25"/>
                      <a:pt x="63" y="25"/>
                      <a:pt x="61" y="25"/>
                    </a:cubicBezTo>
                    <a:cubicBezTo>
                      <a:pt x="56" y="27"/>
                      <a:pt x="52" y="29"/>
                      <a:pt x="48" y="32"/>
                    </a:cubicBezTo>
                    <a:cubicBezTo>
                      <a:pt x="40" y="38"/>
                      <a:pt x="26" y="39"/>
                      <a:pt x="16" y="36"/>
                    </a:cubicBezTo>
                    <a:cubicBezTo>
                      <a:pt x="11" y="35"/>
                      <a:pt x="3" y="33"/>
                      <a:pt x="1" y="28"/>
                    </a:cubicBezTo>
                    <a:cubicBezTo>
                      <a:pt x="0" y="23"/>
                      <a:pt x="6" y="21"/>
                      <a:pt x="10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2" name="Freeform 2532">
                <a:extLst>
                  <a:ext uri="{FF2B5EF4-FFF2-40B4-BE49-F238E27FC236}">
                    <a16:creationId xmlns:a16="http://schemas.microsoft.com/office/drawing/2014/main" id="{B3DFC00D-B4D9-B148-97D3-6EA1C546B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3804"/>
                <a:ext cx="69" cy="43"/>
              </a:xfrm>
              <a:custGeom>
                <a:avLst/>
                <a:gdLst>
                  <a:gd name="T0" fmla="*/ 65 w 170"/>
                  <a:gd name="T1" fmla="*/ 48 h 105"/>
                  <a:gd name="T2" fmla="*/ 71 w 170"/>
                  <a:gd name="T3" fmla="*/ 46 h 105"/>
                  <a:gd name="T4" fmla="*/ 88 w 170"/>
                  <a:gd name="T5" fmla="*/ 44 h 105"/>
                  <a:gd name="T6" fmla="*/ 90 w 170"/>
                  <a:gd name="T7" fmla="*/ 59 h 105"/>
                  <a:gd name="T8" fmla="*/ 77 w 170"/>
                  <a:gd name="T9" fmla="*/ 70 h 105"/>
                  <a:gd name="T10" fmla="*/ 72 w 170"/>
                  <a:gd name="T11" fmla="*/ 73 h 105"/>
                  <a:gd name="T12" fmla="*/ 69 w 170"/>
                  <a:gd name="T13" fmla="*/ 79 h 105"/>
                  <a:gd name="T14" fmla="*/ 65 w 170"/>
                  <a:gd name="T15" fmla="*/ 88 h 105"/>
                  <a:gd name="T16" fmla="*/ 98 w 170"/>
                  <a:gd name="T17" fmla="*/ 93 h 105"/>
                  <a:gd name="T18" fmla="*/ 112 w 170"/>
                  <a:gd name="T19" fmla="*/ 102 h 105"/>
                  <a:gd name="T20" fmla="*/ 130 w 170"/>
                  <a:gd name="T21" fmla="*/ 102 h 105"/>
                  <a:gd name="T22" fmla="*/ 143 w 170"/>
                  <a:gd name="T23" fmla="*/ 96 h 105"/>
                  <a:gd name="T24" fmla="*/ 148 w 170"/>
                  <a:gd name="T25" fmla="*/ 88 h 105"/>
                  <a:gd name="T26" fmla="*/ 137 w 170"/>
                  <a:gd name="T27" fmla="*/ 76 h 105"/>
                  <a:gd name="T28" fmla="*/ 129 w 170"/>
                  <a:gd name="T29" fmla="*/ 69 h 105"/>
                  <a:gd name="T30" fmla="*/ 141 w 170"/>
                  <a:gd name="T31" fmla="*/ 59 h 105"/>
                  <a:gd name="T32" fmla="*/ 149 w 170"/>
                  <a:gd name="T33" fmla="*/ 71 h 105"/>
                  <a:gd name="T34" fmla="*/ 152 w 170"/>
                  <a:gd name="T35" fmla="*/ 82 h 105"/>
                  <a:gd name="T36" fmla="*/ 164 w 170"/>
                  <a:gd name="T37" fmla="*/ 82 h 105"/>
                  <a:gd name="T38" fmla="*/ 168 w 170"/>
                  <a:gd name="T39" fmla="*/ 79 h 105"/>
                  <a:gd name="T40" fmla="*/ 161 w 170"/>
                  <a:gd name="T41" fmla="*/ 71 h 105"/>
                  <a:gd name="T42" fmla="*/ 152 w 170"/>
                  <a:gd name="T43" fmla="*/ 62 h 105"/>
                  <a:gd name="T44" fmla="*/ 148 w 170"/>
                  <a:gd name="T45" fmla="*/ 53 h 105"/>
                  <a:gd name="T46" fmla="*/ 144 w 170"/>
                  <a:gd name="T47" fmla="*/ 46 h 105"/>
                  <a:gd name="T48" fmla="*/ 138 w 170"/>
                  <a:gd name="T49" fmla="*/ 44 h 105"/>
                  <a:gd name="T50" fmla="*/ 124 w 170"/>
                  <a:gd name="T51" fmla="*/ 33 h 105"/>
                  <a:gd name="T52" fmla="*/ 113 w 170"/>
                  <a:gd name="T53" fmla="*/ 25 h 105"/>
                  <a:gd name="T54" fmla="*/ 108 w 170"/>
                  <a:gd name="T55" fmla="*/ 18 h 105"/>
                  <a:gd name="T56" fmla="*/ 108 w 170"/>
                  <a:gd name="T57" fmla="*/ 9 h 105"/>
                  <a:gd name="T58" fmla="*/ 96 w 170"/>
                  <a:gd name="T59" fmla="*/ 1 h 105"/>
                  <a:gd name="T60" fmla="*/ 81 w 170"/>
                  <a:gd name="T61" fmla="*/ 0 h 105"/>
                  <a:gd name="T62" fmla="*/ 69 w 170"/>
                  <a:gd name="T63" fmla="*/ 3 h 105"/>
                  <a:gd name="T64" fmla="*/ 63 w 170"/>
                  <a:gd name="T65" fmla="*/ 12 h 105"/>
                  <a:gd name="T66" fmla="*/ 58 w 170"/>
                  <a:gd name="T67" fmla="*/ 22 h 105"/>
                  <a:gd name="T68" fmla="*/ 52 w 170"/>
                  <a:gd name="T69" fmla="*/ 25 h 105"/>
                  <a:gd name="T70" fmla="*/ 46 w 170"/>
                  <a:gd name="T71" fmla="*/ 28 h 105"/>
                  <a:gd name="T72" fmla="*/ 32 w 170"/>
                  <a:gd name="T73" fmla="*/ 31 h 105"/>
                  <a:gd name="T74" fmla="*/ 27 w 170"/>
                  <a:gd name="T75" fmla="*/ 33 h 105"/>
                  <a:gd name="T76" fmla="*/ 24 w 170"/>
                  <a:gd name="T77" fmla="*/ 37 h 105"/>
                  <a:gd name="T78" fmla="*/ 1 w 170"/>
                  <a:gd name="T79" fmla="*/ 47 h 105"/>
                  <a:gd name="T80" fmla="*/ 3 w 170"/>
                  <a:gd name="T81" fmla="*/ 50 h 105"/>
                  <a:gd name="T82" fmla="*/ 2 w 170"/>
                  <a:gd name="T83" fmla="*/ 55 h 105"/>
                  <a:gd name="T84" fmla="*/ 2 w 170"/>
                  <a:gd name="T85" fmla="*/ 63 h 105"/>
                  <a:gd name="T86" fmla="*/ 8 w 170"/>
                  <a:gd name="T87" fmla="*/ 67 h 105"/>
                  <a:gd name="T88" fmla="*/ 19 w 170"/>
                  <a:gd name="T89" fmla="*/ 71 h 105"/>
                  <a:gd name="T90" fmla="*/ 26 w 170"/>
                  <a:gd name="T91" fmla="*/ 77 h 105"/>
                  <a:gd name="T92" fmla="*/ 36 w 170"/>
                  <a:gd name="T93" fmla="*/ 78 h 105"/>
                  <a:gd name="T94" fmla="*/ 48 w 170"/>
                  <a:gd name="T95" fmla="*/ 78 h 105"/>
                  <a:gd name="T96" fmla="*/ 56 w 170"/>
                  <a:gd name="T97" fmla="*/ 72 h 105"/>
                  <a:gd name="T98" fmla="*/ 62 w 170"/>
                  <a:gd name="T99" fmla="*/ 61 h 105"/>
                  <a:gd name="T100" fmla="*/ 65 w 170"/>
                  <a:gd name="T101" fmla="*/ 4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0" h="105">
                    <a:moveTo>
                      <a:pt x="65" y="48"/>
                    </a:moveTo>
                    <a:cubicBezTo>
                      <a:pt x="67" y="46"/>
                      <a:pt x="69" y="47"/>
                      <a:pt x="71" y="46"/>
                    </a:cubicBezTo>
                    <a:cubicBezTo>
                      <a:pt x="76" y="45"/>
                      <a:pt x="83" y="41"/>
                      <a:pt x="88" y="44"/>
                    </a:cubicBezTo>
                    <a:cubicBezTo>
                      <a:pt x="92" y="47"/>
                      <a:pt x="92" y="55"/>
                      <a:pt x="90" y="59"/>
                    </a:cubicBezTo>
                    <a:cubicBezTo>
                      <a:pt x="88" y="64"/>
                      <a:pt x="83" y="68"/>
                      <a:pt x="77" y="70"/>
                    </a:cubicBezTo>
                    <a:cubicBezTo>
                      <a:pt x="75" y="70"/>
                      <a:pt x="73" y="71"/>
                      <a:pt x="72" y="73"/>
                    </a:cubicBezTo>
                    <a:cubicBezTo>
                      <a:pt x="71" y="74"/>
                      <a:pt x="70" y="77"/>
                      <a:pt x="69" y="79"/>
                    </a:cubicBezTo>
                    <a:cubicBezTo>
                      <a:pt x="66" y="82"/>
                      <a:pt x="63" y="83"/>
                      <a:pt x="65" y="88"/>
                    </a:cubicBezTo>
                    <a:cubicBezTo>
                      <a:pt x="72" y="101"/>
                      <a:pt x="88" y="90"/>
                      <a:pt x="98" y="93"/>
                    </a:cubicBezTo>
                    <a:cubicBezTo>
                      <a:pt x="104" y="94"/>
                      <a:pt x="107" y="99"/>
                      <a:pt x="112" y="102"/>
                    </a:cubicBezTo>
                    <a:cubicBezTo>
                      <a:pt x="118" y="105"/>
                      <a:pt x="125" y="104"/>
                      <a:pt x="130" y="102"/>
                    </a:cubicBezTo>
                    <a:cubicBezTo>
                      <a:pt x="135" y="100"/>
                      <a:pt x="138" y="97"/>
                      <a:pt x="143" y="96"/>
                    </a:cubicBezTo>
                    <a:cubicBezTo>
                      <a:pt x="147" y="95"/>
                      <a:pt x="150" y="93"/>
                      <a:pt x="148" y="88"/>
                    </a:cubicBezTo>
                    <a:cubicBezTo>
                      <a:pt x="146" y="84"/>
                      <a:pt x="141" y="79"/>
                      <a:pt x="137" y="76"/>
                    </a:cubicBezTo>
                    <a:cubicBezTo>
                      <a:pt x="134" y="74"/>
                      <a:pt x="128" y="73"/>
                      <a:pt x="129" y="69"/>
                    </a:cubicBezTo>
                    <a:cubicBezTo>
                      <a:pt x="129" y="62"/>
                      <a:pt x="134" y="58"/>
                      <a:pt x="141" y="59"/>
                    </a:cubicBezTo>
                    <a:cubicBezTo>
                      <a:pt x="147" y="60"/>
                      <a:pt x="148" y="66"/>
                      <a:pt x="149" y="71"/>
                    </a:cubicBezTo>
                    <a:cubicBezTo>
                      <a:pt x="150" y="74"/>
                      <a:pt x="150" y="80"/>
                      <a:pt x="152" y="82"/>
                    </a:cubicBezTo>
                    <a:cubicBezTo>
                      <a:pt x="155" y="85"/>
                      <a:pt x="160" y="82"/>
                      <a:pt x="164" y="82"/>
                    </a:cubicBezTo>
                    <a:cubicBezTo>
                      <a:pt x="166" y="81"/>
                      <a:pt x="168" y="81"/>
                      <a:pt x="168" y="79"/>
                    </a:cubicBezTo>
                    <a:cubicBezTo>
                      <a:pt x="170" y="76"/>
                      <a:pt x="164" y="73"/>
                      <a:pt x="161" y="71"/>
                    </a:cubicBezTo>
                    <a:cubicBezTo>
                      <a:pt x="158" y="68"/>
                      <a:pt x="154" y="65"/>
                      <a:pt x="152" y="62"/>
                    </a:cubicBezTo>
                    <a:cubicBezTo>
                      <a:pt x="150" y="59"/>
                      <a:pt x="150" y="56"/>
                      <a:pt x="148" y="53"/>
                    </a:cubicBezTo>
                    <a:cubicBezTo>
                      <a:pt x="147" y="51"/>
                      <a:pt x="146" y="48"/>
                      <a:pt x="144" y="46"/>
                    </a:cubicBezTo>
                    <a:cubicBezTo>
                      <a:pt x="142" y="45"/>
                      <a:pt x="140" y="45"/>
                      <a:pt x="138" y="44"/>
                    </a:cubicBezTo>
                    <a:cubicBezTo>
                      <a:pt x="133" y="41"/>
                      <a:pt x="128" y="37"/>
                      <a:pt x="124" y="33"/>
                    </a:cubicBezTo>
                    <a:cubicBezTo>
                      <a:pt x="120" y="30"/>
                      <a:pt x="117" y="28"/>
                      <a:pt x="113" y="25"/>
                    </a:cubicBezTo>
                    <a:cubicBezTo>
                      <a:pt x="111" y="23"/>
                      <a:pt x="109" y="21"/>
                      <a:pt x="108" y="18"/>
                    </a:cubicBezTo>
                    <a:cubicBezTo>
                      <a:pt x="108" y="15"/>
                      <a:pt x="109" y="12"/>
                      <a:pt x="108" y="9"/>
                    </a:cubicBezTo>
                    <a:cubicBezTo>
                      <a:pt x="107" y="3"/>
                      <a:pt x="101" y="2"/>
                      <a:pt x="96" y="1"/>
                    </a:cubicBezTo>
                    <a:cubicBezTo>
                      <a:pt x="91" y="1"/>
                      <a:pt x="86" y="1"/>
                      <a:pt x="81" y="0"/>
                    </a:cubicBezTo>
                    <a:cubicBezTo>
                      <a:pt x="76" y="0"/>
                      <a:pt x="73" y="2"/>
                      <a:pt x="69" y="3"/>
                    </a:cubicBezTo>
                    <a:cubicBezTo>
                      <a:pt x="64" y="5"/>
                      <a:pt x="63" y="8"/>
                      <a:pt x="63" y="12"/>
                    </a:cubicBezTo>
                    <a:cubicBezTo>
                      <a:pt x="63" y="16"/>
                      <a:pt x="61" y="20"/>
                      <a:pt x="58" y="22"/>
                    </a:cubicBezTo>
                    <a:cubicBezTo>
                      <a:pt x="56" y="23"/>
                      <a:pt x="54" y="23"/>
                      <a:pt x="52" y="25"/>
                    </a:cubicBezTo>
                    <a:cubicBezTo>
                      <a:pt x="50" y="26"/>
                      <a:pt x="48" y="27"/>
                      <a:pt x="46" y="28"/>
                    </a:cubicBezTo>
                    <a:cubicBezTo>
                      <a:pt x="41" y="30"/>
                      <a:pt x="36" y="30"/>
                      <a:pt x="32" y="31"/>
                    </a:cubicBezTo>
                    <a:cubicBezTo>
                      <a:pt x="30" y="32"/>
                      <a:pt x="28" y="32"/>
                      <a:pt x="27" y="33"/>
                    </a:cubicBezTo>
                    <a:cubicBezTo>
                      <a:pt x="26" y="35"/>
                      <a:pt x="26" y="36"/>
                      <a:pt x="24" y="37"/>
                    </a:cubicBezTo>
                    <a:cubicBezTo>
                      <a:pt x="17" y="39"/>
                      <a:pt x="0" y="36"/>
                      <a:pt x="1" y="47"/>
                    </a:cubicBezTo>
                    <a:cubicBezTo>
                      <a:pt x="2" y="48"/>
                      <a:pt x="2" y="49"/>
                      <a:pt x="3" y="50"/>
                    </a:cubicBezTo>
                    <a:cubicBezTo>
                      <a:pt x="3" y="52"/>
                      <a:pt x="2" y="53"/>
                      <a:pt x="2" y="55"/>
                    </a:cubicBezTo>
                    <a:cubicBezTo>
                      <a:pt x="2" y="57"/>
                      <a:pt x="1" y="61"/>
                      <a:pt x="2" y="63"/>
                    </a:cubicBezTo>
                    <a:cubicBezTo>
                      <a:pt x="3" y="66"/>
                      <a:pt x="6" y="67"/>
                      <a:pt x="8" y="67"/>
                    </a:cubicBezTo>
                    <a:cubicBezTo>
                      <a:pt x="12" y="68"/>
                      <a:pt x="15" y="69"/>
                      <a:pt x="19" y="71"/>
                    </a:cubicBezTo>
                    <a:cubicBezTo>
                      <a:pt x="22" y="72"/>
                      <a:pt x="24" y="75"/>
                      <a:pt x="26" y="77"/>
                    </a:cubicBezTo>
                    <a:cubicBezTo>
                      <a:pt x="30" y="78"/>
                      <a:pt x="33" y="78"/>
                      <a:pt x="36" y="78"/>
                    </a:cubicBezTo>
                    <a:cubicBezTo>
                      <a:pt x="40" y="78"/>
                      <a:pt x="44" y="79"/>
                      <a:pt x="48" y="78"/>
                    </a:cubicBezTo>
                    <a:cubicBezTo>
                      <a:pt x="52" y="77"/>
                      <a:pt x="53" y="75"/>
                      <a:pt x="56" y="72"/>
                    </a:cubicBezTo>
                    <a:cubicBezTo>
                      <a:pt x="59" y="69"/>
                      <a:pt x="62" y="66"/>
                      <a:pt x="62" y="61"/>
                    </a:cubicBezTo>
                    <a:cubicBezTo>
                      <a:pt x="63" y="57"/>
                      <a:pt x="62" y="51"/>
                      <a:pt x="65" y="4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3" name="Freeform 2533">
                <a:extLst>
                  <a:ext uri="{FF2B5EF4-FFF2-40B4-BE49-F238E27FC236}">
                    <a16:creationId xmlns:a16="http://schemas.microsoft.com/office/drawing/2014/main" id="{36374C3E-D8C7-4845-B838-065C6887C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3657"/>
                <a:ext cx="17" cy="10"/>
              </a:xfrm>
              <a:custGeom>
                <a:avLst/>
                <a:gdLst>
                  <a:gd name="T0" fmla="*/ 29 w 42"/>
                  <a:gd name="T1" fmla="*/ 20 h 25"/>
                  <a:gd name="T2" fmla="*/ 34 w 42"/>
                  <a:gd name="T3" fmla="*/ 14 h 25"/>
                  <a:gd name="T4" fmla="*/ 42 w 42"/>
                  <a:gd name="T5" fmla="*/ 9 h 25"/>
                  <a:gd name="T6" fmla="*/ 36 w 42"/>
                  <a:gd name="T7" fmla="*/ 2 h 25"/>
                  <a:gd name="T8" fmla="*/ 23 w 42"/>
                  <a:gd name="T9" fmla="*/ 3 h 25"/>
                  <a:gd name="T10" fmla="*/ 12 w 42"/>
                  <a:gd name="T11" fmla="*/ 6 h 25"/>
                  <a:gd name="T12" fmla="*/ 0 w 42"/>
                  <a:gd name="T13" fmla="*/ 16 h 25"/>
                  <a:gd name="T14" fmla="*/ 6 w 42"/>
                  <a:gd name="T15" fmla="*/ 23 h 25"/>
                  <a:gd name="T16" fmla="*/ 15 w 42"/>
                  <a:gd name="T17" fmla="*/ 25 h 25"/>
                  <a:gd name="T18" fmla="*/ 29 w 42"/>
                  <a:gd name="T1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25">
                    <a:moveTo>
                      <a:pt x="29" y="20"/>
                    </a:moveTo>
                    <a:cubicBezTo>
                      <a:pt x="31" y="17"/>
                      <a:pt x="31" y="15"/>
                      <a:pt x="34" y="14"/>
                    </a:cubicBezTo>
                    <a:cubicBezTo>
                      <a:pt x="38" y="13"/>
                      <a:pt x="41" y="13"/>
                      <a:pt x="42" y="9"/>
                    </a:cubicBezTo>
                    <a:cubicBezTo>
                      <a:pt x="42" y="5"/>
                      <a:pt x="40" y="3"/>
                      <a:pt x="36" y="2"/>
                    </a:cubicBezTo>
                    <a:cubicBezTo>
                      <a:pt x="32" y="0"/>
                      <a:pt x="28" y="2"/>
                      <a:pt x="23" y="3"/>
                    </a:cubicBezTo>
                    <a:cubicBezTo>
                      <a:pt x="20" y="4"/>
                      <a:pt x="16" y="4"/>
                      <a:pt x="12" y="6"/>
                    </a:cubicBezTo>
                    <a:cubicBezTo>
                      <a:pt x="6" y="9"/>
                      <a:pt x="0" y="7"/>
                      <a:pt x="0" y="16"/>
                    </a:cubicBezTo>
                    <a:cubicBezTo>
                      <a:pt x="0" y="20"/>
                      <a:pt x="1" y="22"/>
                      <a:pt x="6" y="23"/>
                    </a:cubicBezTo>
                    <a:cubicBezTo>
                      <a:pt x="9" y="23"/>
                      <a:pt x="12" y="25"/>
                      <a:pt x="15" y="25"/>
                    </a:cubicBezTo>
                    <a:cubicBezTo>
                      <a:pt x="20" y="24"/>
                      <a:pt x="26" y="24"/>
                      <a:pt x="29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4" name="Freeform 2534">
                <a:extLst>
                  <a:ext uri="{FF2B5EF4-FFF2-40B4-BE49-F238E27FC236}">
                    <a16:creationId xmlns:a16="http://schemas.microsoft.com/office/drawing/2014/main" id="{342053CF-CF19-3D41-8D0F-F6325ED4F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3669"/>
                <a:ext cx="6" cy="7"/>
              </a:xfrm>
              <a:custGeom>
                <a:avLst/>
                <a:gdLst>
                  <a:gd name="T0" fmla="*/ 2 w 16"/>
                  <a:gd name="T1" fmla="*/ 11 h 17"/>
                  <a:gd name="T2" fmla="*/ 5 w 16"/>
                  <a:gd name="T3" fmla="*/ 5 h 17"/>
                  <a:gd name="T4" fmla="*/ 14 w 16"/>
                  <a:gd name="T5" fmla="*/ 4 h 17"/>
                  <a:gd name="T6" fmla="*/ 2 w 16"/>
                  <a:gd name="T7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2" y="11"/>
                    </a:moveTo>
                    <a:cubicBezTo>
                      <a:pt x="0" y="9"/>
                      <a:pt x="3" y="6"/>
                      <a:pt x="5" y="5"/>
                    </a:cubicBezTo>
                    <a:cubicBezTo>
                      <a:pt x="7" y="3"/>
                      <a:pt x="13" y="0"/>
                      <a:pt x="14" y="4"/>
                    </a:cubicBezTo>
                    <a:cubicBezTo>
                      <a:pt x="16" y="9"/>
                      <a:pt x="5" y="17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5" name="Freeform 2535">
                <a:extLst>
                  <a:ext uri="{FF2B5EF4-FFF2-40B4-BE49-F238E27FC236}">
                    <a16:creationId xmlns:a16="http://schemas.microsoft.com/office/drawing/2014/main" id="{2F2FBBEA-1CF2-444D-B8C4-E67E32409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3673"/>
                <a:ext cx="6" cy="7"/>
              </a:xfrm>
              <a:custGeom>
                <a:avLst/>
                <a:gdLst>
                  <a:gd name="T0" fmla="*/ 14 w 15"/>
                  <a:gd name="T1" fmla="*/ 6 h 16"/>
                  <a:gd name="T2" fmla="*/ 14 w 15"/>
                  <a:gd name="T3" fmla="*/ 11 h 16"/>
                  <a:gd name="T4" fmla="*/ 9 w 15"/>
                  <a:gd name="T5" fmla="*/ 15 h 16"/>
                  <a:gd name="T6" fmla="*/ 4 w 15"/>
                  <a:gd name="T7" fmla="*/ 6 h 16"/>
                  <a:gd name="T8" fmla="*/ 14 w 15"/>
                  <a:gd name="T9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4" y="6"/>
                    </a:moveTo>
                    <a:cubicBezTo>
                      <a:pt x="15" y="8"/>
                      <a:pt x="15" y="10"/>
                      <a:pt x="14" y="11"/>
                    </a:cubicBezTo>
                    <a:cubicBezTo>
                      <a:pt x="13" y="12"/>
                      <a:pt x="10" y="15"/>
                      <a:pt x="9" y="15"/>
                    </a:cubicBezTo>
                    <a:cubicBezTo>
                      <a:pt x="5" y="16"/>
                      <a:pt x="0" y="8"/>
                      <a:pt x="4" y="6"/>
                    </a:cubicBezTo>
                    <a:cubicBezTo>
                      <a:pt x="8" y="3"/>
                      <a:pt x="12" y="0"/>
                      <a:pt x="1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6" name="Freeform 2536">
                <a:extLst>
                  <a:ext uri="{FF2B5EF4-FFF2-40B4-BE49-F238E27FC236}">
                    <a16:creationId xmlns:a16="http://schemas.microsoft.com/office/drawing/2014/main" id="{795539D0-F2C6-394A-AB7C-6FD99A43B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3675"/>
                <a:ext cx="6" cy="6"/>
              </a:xfrm>
              <a:custGeom>
                <a:avLst/>
                <a:gdLst>
                  <a:gd name="T0" fmla="*/ 6 w 15"/>
                  <a:gd name="T1" fmla="*/ 12 h 16"/>
                  <a:gd name="T2" fmla="*/ 0 w 15"/>
                  <a:gd name="T3" fmla="*/ 7 h 16"/>
                  <a:gd name="T4" fmla="*/ 7 w 15"/>
                  <a:gd name="T5" fmla="*/ 1 h 16"/>
                  <a:gd name="T6" fmla="*/ 15 w 15"/>
                  <a:gd name="T7" fmla="*/ 10 h 16"/>
                  <a:gd name="T8" fmla="*/ 6 w 15"/>
                  <a:gd name="T9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6" y="12"/>
                    </a:moveTo>
                    <a:cubicBezTo>
                      <a:pt x="4" y="10"/>
                      <a:pt x="1" y="10"/>
                      <a:pt x="0" y="7"/>
                    </a:cubicBezTo>
                    <a:cubicBezTo>
                      <a:pt x="0" y="3"/>
                      <a:pt x="3" y="0"/>
                      <a:pt x="7" y="1"/>
                    </a:cubicBezTo>
                    <a:cubicBezTo>
                      <a:pt x="11" y="1"/>
                      <a:pt x="15" y="5"/>
                      <a:pt x="15" y="10"/>
                    </a:cubicBezTo>
                    <a:cubicBezTo>
                      <a:pt x="14" y="15"/>
                      <a:pt x="10" y="16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7" name="Freeform 2539">
                <a:extLst>
                  <a:ext uri="{FF2B5EF4-FFF2-40B4-BE49-F238E27FC236}">
                    <a16:creationId xmlns:a16="http://schemas.microsoft.com/office/drawing/2014/main" id="{A4B73AD4-6709-944D-9D7B-E72E9A33C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3140"/>
                <a:ext cx="647" cy="208"/>
              </a:xfrm>
              <a:custGeom>
                <a:avLst/>
                <a:gdLst>
                  <a:gd name="T0" fmla="*/ 1559 w 1591"/>
                  <a:gd name="T1" fmla="*/ 313 h 511"/>
                  <a:gd name="T2" fmla="*/ 1372 w 1591"/>
                  <a:gd name="T3" fmla="*/ 335 h 511"/>
                  <a:gd name="T4" fmla="*/ 1310 w 1591"/>
                  <a:gd name="T5" fmla="*/ 303 h 511"/>
                  <a:gd name="T6" fmla="*/ 1250 w 1591"/>
                  <a:gd name="T7" fmla="*/ 357 h 511"/>
                  <a:gd name="T8" fmla="*/ 1192 w 1591"/>
                  <a:gd name="T9" fmla="*/ 397 h 511"/>
                  <a:gd name="T10" fmla="*/ 1003 w 1591"/>
                  <a:gd name="T11" fmla="*/ 470 h 511"/>
                  <a:gd name="T12" fmla="*/ 935 w 1591"/>
                  <a:gd name="T13" fmla="*/ 490 h 511"/>
                  <a:gd name="T14" fmla="*/ 860 w 1591"/>
                  <a:gd name="T15" fmla="*/ 489 h 511"/>
                  <a:gd name="T16" fmla="*/ 867 w 1591"/>
                  <a:gd name="T17" fmla="*/ 453 h 511"/>
                  <a:gd name="T18" fmla="*/ 768 w 1591"/>
                  <a:gd name="T19" fmla="*/ 442 h 511"/>
                  <a:gd name="T20" fmla="*/ 710 w 1591"/>
                  <a:gd name="T21" fmla="*/ 458 h 511"/>
                  <a:gd name="T22" fmla="*/ 595 w 1591"/>
                  <a:gd name="T23" fmla="*/ 479 h 511"/>
                  <a:gd name="T24" fmla="*/ 494 w 1591"/>
                  <a:gd name="T25" fmla="*/ 498 h 511"/>
                  <a:gd name="T26" fmla="*/ 487 w 1591"/>
                  <a:gd name="T27" fmla="*/ 480 h 511"/>
                  <a:gd name="T28" fmla="*/ 507 w 1591"/>
                  <a:gd name="T29" fmla="*/ 453 h 511"/>
                  <a:gd name="T30" fmla="*/ 506 w 1591"/>
                  <a:gd name="T31" fmla="*/ 416 h 511"/>
                  <a:gd name="T32" fmla="*/ 478 w 1591"/>
                  <a:gd name="T33" fmla="*/ 373 h 511"/>
                  <a:gd name="T34" fmla="*/ 442 w 1591"/>
                  <a:gd name="T35" fmla="*/ 341 h 511"/>
                  <a:gd name="T36" fmla="*/ 429 w 1591"/>
                  <a:gd name="T37" fmla="*/ 319 h 511"/>
                  <a:gd name="T38" fmla="*/ 404 w 1591"/>
                  <a:gd name="T39" fmla="*/ 289 h 511"/>
                  <a:gd name="T40" fmla="*/ 391 w 1591"/>
                  <a:gd name="T41" fmla="*/ 267 h 511"/>
                  <a:gd name="T42" fmla="*/ 383 w 1591"/>
                  <a:gd name="T43" fmla="*/ 247 h 511"/>
                  <a:gd name="T44" fmla="*/ 351 w 1591"/>
                  <a:gd name="T45" fmla="*/ 213 h 511"/>
                  <a:gd name="T46" fmla="*/ 302 w 1591"/>
                  <a:gd name="T47" fmla="*/ 210 h 511"/>
                  <a:gd name="T48" fmla="*/ 270 w 1591"/>
                  <a:gd name="T49" fmla="*/ 189 h 511"/>
                  <a:gd name="T50" fmla="*/ 259 w 1591"/>
                  <a:gd name="T51" fmla="*/ 169 h 511"/>
                  <a:gd name="T52" fmla="*/ 232 w 1591"/>
                  <a:gd name="T53" fmla="*/ 170 h 511"/>
                  <a:gd name="T54" fmla="*/ 211 w 1591"/>
                  <a:gd name="T55" fmla="*/ 161 h 511"/>
                  <a:gd name="T56" fmla="*/ 172 w 1591"/>
                  <a:gd name="T57" fmla="*/ 163 h 511"/>
                  <a:gd name="T58" fmla="*/ 138 w 1591"/>
                  <a:gd name="T59" fmla="*/ 155 h 511"/>
                  <a:gd name="T60" fmla="*/ 101 w 1591"/>
                  <a:gd name="T61" fmla="*/ 164 h 511"/>
                  <a:gd name="T62" fmla="*/ 82 w 1591"/>
                  <a:gd name="T63" fmla="*/ 162 h 511"/>
                  <a:gd name="T64" fmla="*/ 56 w 1591"/>
                  <a:gd name="T65" fmla="*/ 120 h 511"/>
                  <a:gd name="T66" fmla="*/ 13 w 1591"/>
                  <a:gd name="T67" fmla="*/ 120 h 511"/>
                  <a:gd name="T68" fmla="*/ 113 w 1591"/>
                  <a:gd name="T69" fmla="*/ 47 h 511"/>
                  <a:gd name="T70" fmla="*/ 186 w 1591"/>
                  <a:gd name="T71" fmla="*/ 46 h 511"/>
                  <a:gd name="T72" fmla="*/ 333 w 1591"/>
                  <a:gd name="T73" fmla="*/ 59 h 511"/>
                  <a:gd name="T74" fmla="*/ 485 w 1591"/>
                  <a:gd name="T75" fmla="*/ 33 h 511"/>
                  <a:gd name="T76" fmla="*/ 582 w 1591"/>
                  <a:gd name="T77" fmla="*/ 25 h 511"/>
                  <a:gd name="T78" fmla="*/ 665 w 1591"/>
                  <a:gd name="T79" fmla="*/ 56 h 511"/>
                  <a:gd name="T80" fmla="*/ 848 w 1591"/>
                  <a:gd name="T81" fmla="*/ 104 h 511"/>
                  <a:gd name="T82" fmla="*/ 948 w 1591"/>
                  <a:gd name="T83" fmla="*/ 48 h 511"/>
                  <a:gd name="T84" fmla="*/ 1055 w 1591"/>
                  <a:gd name="T85" fmla="*/ 9 h 511"/>
                  <a:gd name="T86" fmla="*/ 1108 w 1591"/>
                  <a:gd name="T87" fmla="*/ 12 h 511"/>
                  <a:gd name="T88" fmla="*/ 1140 w 1591"/>
                  <a:gd name="T89" fmla="*/ 14 h 511"/>
                  <a:gd name="T90" fmla="*/ 1210 w 1591"/>
                  <a:gd name="T91" fmla="*/ 18 h 511"/>
                  <a:gd name="T92" fmla="*/ 1282 w 1591"/>
                  <a:gd name="T93" fmla="*/ 53 h 511"/>
                  <a:gd name="T94" fmla="*/ 1315 w 1591"/>
                  <a:gd name="T95" fmla="*/ 106 h 511"/>
                  <a:gd name="T96" fmla="*/ 1411 w 1591"/>
                  <a:gd name="T97" fmla="*/ 118 h 511"/>
                  <a:gd name="T98" fmla="*/ 1459 w 1591"/>
                  <a:gd name="T99" fmla="*/ 163 h 511"/>
                  <a:gd name="T100" fmla="*/ 1463 w 1591"/>
                  <a:gd name="T101" fmla="*/ 199 h 511"/>
                  <a:gd name="T102" fmla="*/ 1542 w 1591"/>
                  <a:gd name="T103" fmla="*/ 235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91" h="511">
                    <a:moveTo>
                      <a:pt x="1591" y="258"/>
                    </a:moveTo>
                    <a:cubicBezTo>
                      <a:pt x="1586" y="295"/>
                      <a:pt x="1586" y="295"/>
                      <a:pt x="1586" y="295"/>
                    </a:cubicBezTo>
                    <a:cubicBezTo>
                      <a:pt x="1559" y="313"/>
                      <a:pt x="1559" y="313"/>
                      <a:pt x="1559" y="313"/>
                    </a:cubicBezTo>
                    <a:cubicBezTo>
                      <a:pt x="1481" y="310"/>
                      <a:pt x="1481" y="310"/>
                      <a:pt x="1481" y="310"/>
                    </a:cubicBezTo>
                    <a:cubicBezTo>
                      <a:pt x="1454" y="337"/>
                      <a:pt x="1454" y="337"/>
                      <a:pt x="1454" y="337"/>
                    </a:cubicBezTo>
                    <a:cubicBezTo>
                      <a:pt x="1372" y="335"/>
                      <a:pt x="1372" y="335"/>
                      <a:pt x="1372" y="335"/>
                    </a:cubicBezTo>
                    <a:cubicBezTo>
                      <a:pt x="1372" y="306"/>
                      <a:pt x="1372" y="306"/>
                      <a:pt x="1372" y="306"/>
                    </a:cubicBezTo>
                    <a:cubicBezTo>
                      <a:pt x="1337" y="292"/>
                      <a:pt x="1337" y="292"/>
                      <a:pt x="1337" y="292"/>
                    </a:cubicBezTo>
                    <a:cubicBezTo>
                      <a:pt x="1310" y="303"/>
                      <a:pt x="1310" y="303"/>
                      <a:pt x="1310" y="303"/>
                    </a:cubicBezTo>
                    <a:cubicBezTo>
                      <a:pt x="1292" y="289"/>
                      <a:pt x="1292" y="289"/>
                      <a:pt x="1292" y="289"/>
                    </a:cubicBezTo>
                    <a:cubicBezTo>
                      <a:pt x="1269" y="294"/>
                      <a:pt x="1269" y="294"/>
                      <a:pt x="1269" y="294"/>
                    </a:cubicBezTo>
                    <a:cubicBezTo>
                      <a:pt x="1250" y="357"/>
                      <a:pt x="1250" y="357"/>
                      <a:pt x="1250" y="357"/>
                    </a:cubicBezTo>
                    <a:cubicBezTo>
                      <a:pt x="1250" y="357"/>
                      <a:pt x="1250" y="357"/>
                      <a:pt x="1250" y="357"/>
                    </a:cubicBezTo>
                    <a:cubicBezTo>
                      <a:pt x="1194" y="384"/>
                      <a:pt x="1194" y="384"/>
                      <a:pt x="1194" y="384"/>
                    </a:cubicBezTo>
                    <a:cubicBezTo>
                      <a:pt x="1192" y="397"/>
                      <a:pt x="1192" y="397"/>
                      <a:pt x="1192" y="397"/>
                    </a:cubicBezTo>
                    <a:cubicBezTo>
                      <a:pt x="1078" y="435"/>
                      <a:pt x="1078" y="435"/>
                      <a:pt x="1078" y="435"/>
                    </a:cubicBezTo>
                    <a:cubicBezTo>
                      <a:pt x="1067" y="448"/>
                      <a:pt x="1067" y="448"/>
                      <a:pt x="1067" y="448"/>
                    </a:cubicBezTo>
                    <a:cubicBezTo>
                      <a:pt x="1003" y="470"/>
                      <a:pt x="1003" y="470"/>
                      <a:pt x="1003" y="470"/>
                    </a:cubicBezTo>
                    <a:cubicBezTo>
                      <a:pt x="994" y="486"/>
                      <a:pt x="994" y="486"/>
                      <a:pt x="994" y="486"/>
                    </a:cubicBezTo>
                    <a:cubicBezTo>
                      <a:pt x="936" y="490"/>
                      <a:pt x="936" y="490"/>
                      <a:pt x="936" y="490"/>
                    </a:cubicBezTo>
                    <a:cubicBezTo>
                      <a:pt x="935" y="490"/>
                      <a:pt x="935" y="490"/>
                      <a:pt x="935" y="490"/>
                    </a:cubicBezTo>
                    <a:cubicBezTo>
                      <a:pt x="910" y="475"/>
                      <a:pt x="910" y="475"/>
                      <a:pt x="910" y="475"/>
                    </a:cubicBezTo>
                    <a:cubicBezTo>
                      <a:pt x="890" y="495"/>
                      <a:pt x="890" y="495"/>
                      <a:pt x="890" y="495"/>
                    </a:cubicBezTo>
                    <a:cubicBezTo>
                      <a:pt x="860" y="489"/>
                      <a:pt x="860" y="489"/>
                      <a:pt x="860" y="489"/>
                    </a:cubicBezTo>
                    <a:cubicBezTo>
                      <a:pt x="860" y="476"/>
                      <a:pt x="860" y="476"/>
                      <a:pt x="860" y="476"/>
                    </a:cubicBezTo>
                    <a:cubicBezTo>
                      <a:pt x="879" y="469"/>
                      <a:pt x="879" y="469"/>
                      <a:pt x="879" y="469"/>
                    </a:cubicBezTo>
                    <a:cubicBezTo>
                      <a:pt x="867" y="453"/>
                      <a:pt x="867" y="453"/>
                      <a:pt x="867" y="453"/>
                    </a:cubicBezTo>
                    <a:cubicBezTo>
                      <a:pt x="828" y="459"/>
                      <a:pt x="828" y="459"/>
                      <a:pt x="828" y="459"/>
                    </a:cubicBezTo>
                    <a:cubicBezTo>
                      <a:pt x="807" y="442"/>
                      <a:pt x="807" y="442"/>
                      <a:pt x="807" y="442"/>
                    </a:cubicBezTo>
                    <a:cubicBezTo>
                      <a:pt x="768" y="442"/>
                      <a:pt x="768" y="442"/>
                      <a:pt x="768" y="442"/>
                    </a:cubicBezTo>
                    <a:cubicBezTo>
                      <a:pt x="752" y="411"/>
                      <a:pt x="752" y="411"/>
                      <a:pt x="752" y="411"/>
                    </a:cubicBezTo>
                    <a:cubicBezTo>
                      <a:pt x="700" y="423"/>
                      <a:pt x="700" y="423"/>
                      <a:pt x="700" y="423"/>
                    </a:cubicBezTo>
                    <a:cubicBezTo>
                      <a:pt x="710" y="458"/>
                      <a:pt x="710" y="458"/>
                      <a:pt x="710" y="458"/>
                    </a:cubicBezTo>
                    <a:cubicBezTo>
                      <a:pt x="697" y="472"/>
                      <a:pt x="697" y="472"/>
                      <a:pt x="697" y="472"/>
                    </a:cubicBezTo>
                    <a:cubicBezTo>
                      <a:pt x="642" y="472"/>
                      <a:pt x="642" y="472"/>
                      <a:pt x="642" y="472"/>
                    </a:cubicBezTo>
                    <a:cubicBezTo>
                      <a:pt x="595" y="479"/>
                      <a:pt x="595" y="479"/>
                      <a:pt x="595" y="479"/>
                    </a:cubicBezTo>
                    <a:cubicBezTo>
                      <a:pt x="573" y="511"/>
                      <a:pt x="573" y="511"/>
                      <a:pt x="573" y="511"/>
                    </a:cubicBezTo>
                    <a:cubicBezTo>
                      <a:pt x="491" y="502"/>
                      <a:pt x="491" y="502"/>
                      <a:pt x="491" y="502"/>
                    </a:cubicBezTo>
                    <a:cubicBezTo>
                      <a:pt x="492" y="500"/>
                      <a:pt x="493" y="499"/>
                      <a:pt x="494" y="498"/>
                    </a:cubicBezTo>
                    <a:cubicBezTo>
                      <a:pt x="495" y="496"/>
                      <a:pt x="498" y="492"/>
                      <a:pt x="498" y="489"/>
                    </a:cubicBezTo>
                    <a:cubicBezTo>
                      <a:pt x="497" y="486"/>
                      <a:pt x="493" y="488"/>
                      <a:pt x="491" y="487"/>
                    </a:cubicBezTo>
                    <a:cubicBezTo>
                      <a:pt x="489" y="486"/>
                      <a:pt x="488" y="483"/>
                      <a:pt x="487" y="480"/>
                    </a:cubicBezTo>
                    <a:cubicBezTo>
                      <a:pt x="487" y="478"/>
                      <a:pt x="489" y="475"/>
                      <a:pt x="491" y="473"/>
                    </a:cubicBezTo>
                    <a:cubicBezTo>
                      <a:pt x="495" y="468"/>
                      <a:pt x="499" y="464"/>
                      <a:pt x="502" y="460"/>
                    </a:cubicBezTo>
                    <a:cubicBezTo>
                      <a:pt x="504" y="458"/>
                      <a:pt x="506" y="455"/>
                      <a:pt x="507" y="453"/>
                    </a:cubicBezTo>
                    <a:cubicBezTo>
                      <a:pt x="507" y="449"/>
                      <a:pt x="507" y="445"/>
                      <a:pt x="507" y="441"/>
                    </a:cubicBezTo>
                    <a:cubicBezTo>
                      <a:pt x="507" y="438"/>
                      <a:pt x="506" y="435"/>
                      <a:pt x="506" y="432"/>
                    </a:cubicBezTo>
                    <a:cubicBezTo>
                      <a:pt x="506" y="427"/>
                      <a:pt x="507" y="421"/>
                      <a:pt x="506" y="416"/>
                    </a:cubicBezTo>
                    <a:cubicBezTo>
                      <a:pt x="504" y="411"/>
                      <a:pt x="507" y="406"/>
                      <a:pt x="503" y="402"/>
                    </a:cubicBezTo>
                    <a:cubicBezTo>
                      <a:pt x="499" y="396"/>
                      <a:pt x="497" y="390"/>
                      <a:pt x="491" y="385"/>
                    </a:cubicBezTo>
                    <a:cubicBezTo>
                      <a:pt x="486" y="381"/>
                      <a:pt x="482" y="377"/>
                      <a:pt x="478" y="373"/>
                    </a:cubicBezTo>
                    <a:cubicBezTo>
                      <a:pt x="473" y="369"/>
                      <a:pt x="468" y="364"/>
                      <a:pt x="465" y="359"/>
                    </a:cubicBezTo>
                    <a:cubicBezTo>
                      <a:pt x="462" y="355"/>
                      <a:pt x="459" y="347"/>
                      <a:pt x="454" y="346"/>
                    </a:cubicBezTo>
                    <a:cubicBezTo>
                      <a:pt x="450" y="345"/>
                      <a:pt x="445" y="344"/>
                      <a:pt x="442" y="341"/>
                    </a:cubicBezTo>
                    <a:cubicBezTo>
                      <a:pt x="440" y="340"/>
                      <a:pt x="439" y="337"/>
                      <a:pt x="438" y="335"/>
                    </a:cubicBezTo>
                    <a:cubicBezTo>
                      <a:pt x="435" y="332"/>
                      <a:pt x="433" y="330"/>
                      <a:pt x="432" y="327"/>
                    </a:cubicBezTo>
                    <a:cubicBezTo>
                      <a:pt x="431" y="324"/>
                      <a:pt x="430" y="322"/>
                      <a:pt x="429" y="319"/>
                    </a:cubicBezTo>
                    <a:cubicBezTo>
                      <a:pt x="428" y="316"/>
                      <a:pt x="425" y="312"/>
                      <a:pt x="423" y="309"/>
                    </a:cubicBezTo>
                    <a:cubicBezTo>
                      <a:pt x="420" y="304"/>
                      <a:pt x="416" y="300"/>
                      <a:pt x="410" y="295"/>
                    </a:cubicBezTo>
                    <a:cubicBezTo>
                      <a:pt x="408" y="293"/>
                      <a:pt x="406" y="292"/>
                      <a:pt x="404" y="289"/>
                    </a:cubicBezTo>
                    <a:cubicBezTo>
                      <a:pt x="402" y="286"/>
                      <a:pt x="400" y="282"/>
                      <a:pt x="398" y="279"/>
                    </a:cubicBezTo>
                    <a:cubicBezTo>
                      <a:pt x="397" y="278"/>
                      <a:pt x="396" y="277"/>
                      <a:pt x="395" y="275"/>
                    </a:cubicBezTo>
                    <a:cubicBezTo>
                      <a:pt x="394" y="272"/>
                      <a:pt x="392" y="269"/>
                      <a:pt x="391" y="267"/>
                    </a:cubicBezTo>
                    <a:cubicBezTo>
                      <a:pt x="389" y="264"/>
                      <a:pt x="387" y="261"/>
                      <a:pt x="386" y="258"/>
                    </a:cubicBezTo>
                    <a:cubicBezTo>
                      <a:pt x="386" y="256"/>
                      <a:pt x="386" y="254"/>
                      <a:pt x="385" y="253"/>
                    </a:cubicBezTo>
                    <a:cubicBezTo>
                      <a:pt x="384" y="251"/>
                      <a:pt x="383" y="249"/>
                      <a:pt x="383" y="247"/>
                    </a:cubicBezTo>
                    <a:cubicBezTo>
                      <a:pt x="382" y="240"/>
                      <a:pt x="381" y="233"/>
                      <a:pt x="377" y="228"/>
                    </a:cubicBezTo>
                    <a:cubicBezTo>
                      <a:pt x="372" y="221"/>
                      <a:pt x="368" y="218"/>
                      <a:pt x="360" y="216"/>
                    </a:cubicBezTo>
                    <a:cubicBezTo>
                      <a:pt x="357" y="215"/>
                      <a:pt x="354" y="214"/>
                      <a:pt x="351" y="213"/>
                    </a:cubicBezTo>
                    <a:cubicBezTo>
                      <a:pt x="348" y="212"/>
                      <a:pt x="345" y="212"/>
                      <a:pt x="342" y="211"/>
                    </a:cubicBezTo>
                    <a:cubicBezTo>
                      <a:pt x="335" y="210"/>
                      <a:pt x="329" y="208"/>
                      <a:pt x="322" y="208"/>
                    </a:cubicBezTo>
                    <a:cubicBezTo>
                      <a:pt x="315" y="207"/>
                      <a:pt x="309" y="208"/>
                      <a:pt x="302" y="210"/>
                    </a:cubicBezTo>
                    <a:cubicBezTo>
                      <a:pt x="297" y="211"/>
                      <a:pt x="292" y="210"/>
                      <a:pt x="287" y="207"/>
                    </a:cubicBezTo>
                    <a:cubicBezTo>
                      <a:pt x="283" y="206"/>
                      <a:pt x="278" y="204"/>
                      <a:pt x="275" y="201"/>
                    </a:cubicBezTo>
                    <a:cubicBezTo>
                      <a:pt x="272" y="198"/>
                      <a:pt x="271" y="192"/>
                      <a:pt x="270" y="189"/>
                    </a:cubicBezTo>
                    <a:cubicBezTo>
                      <a:pt x="270" y="187"/>
                      <a:pt x="270" y="186"/>
                      <a:pt x="269" y="185"/>
                    </a:cubicBezTo>
                    <a:cubicBezTo>
                      <a:pt x="269" y="182"/>
                      <a:pt x="268" y="180"/>
                      <a:pt x="267" y="177"/>
                    </a:cubicBezTo>
                    <a:cubicBezTo>
                      <a:pt x="265" y="174"/>
                      <a:pt x="262" y="172"/>
                      <a:pt x="259" y="169"/>
                    </a:cubicBezTo>
                    <a:cubicBezTo>
                      <a:pt x="256" y="167"/>
                      <a:pt x="253" y="167"/>
                      <a:pt x="250" y="167"/>
                    </a:cubicBezTo>
                    <a:cubicBezTo>
                      <a:pt x="247" y="168"/>
                      <a:pt x="243" y="169"/>
                      <a:pt x="240" y="170"/>
                    </a:cubicBezTo>
                    <a:cubicBezTo>
                      <a:pt x="238" y="170"/>
                      <a:pt x="234" y="172"/>
                      <a:pt x="232" y="170"/>
                    </a:cubicBezTo>
                    <a:cubicBezTo>
                      <a:pt x="231" y="169"/>
                      <a:pt x="231" y="168"/>
                      <a:pt x="230" y="167"/>
                    </a:cubicBezTo>
                    <a:cubicBezTo>
                      <a:pt x="229" y="165"/>
                      <a:pt x="226" y="163"/>
                      <a:pt x="225" y="162"/>
                    </a:cubicBezTo>
                    <a:cubicBezTo>
                      <a:pt x="221" y="160"/>
                      <a:pt x="215" y="161"/>
                      <a:pt x="211" y="161"/>
                    </a:cubicBezTo>
                    <a:cubicBezTo>
                      <a:pt x="207" y="162"/>
                      <a:pt x="203" y="162"/>
                      <a:pt x="199" y="162"/>
                    </a:cubicBezTo>
                    <a:cubicBezTo>
                      <a:pt x="192" y="163"/>
                      <a:pt x="186" y="164"/>
                      <a:pt x="180" y="164"/>
                    </a:cubicBezTo>
                    <a:cubicBezTo>
                      <a:pt x="177" y="164"/>
                      <a:pt x="175" y="163"/>
                      <a:pt x="172" y="163"/>
                    </a:cubicBezTo>
                    <a:cubicBezTo>
                      <a:pt x="170" y="162"/>
                      <a:pt x="167" y="163"/>
                      <a:pt x="164" y="163"/>
                    </a:cubicBezTo>
                    <a:cubicBezTo>
                      <a:pt x="158" y="163"/>
                      <a:pt x="151" y="163"/>
                      <a:pt x="146" y="159"/>
                    </a:cubicBezTo>
                    <a:cubicBezTo>
                      <a:pt x="144" y="156"/>
                      <a:pt x="141" y="155"/>
                      <a:pt x="138" y="155"/>
                    </a:cubicBezTo>
                    <a:cubicBezTo>
                      <a:pt x="135" y="155"/>
                      <a:pt x="132" y="156"/>
                      <a:pt x="129" y="157"/>
                    </a:cubicBezTo>
                    <a:cubicBezTo>
                      <a:pt x="123" y="160"/>
                      <a:pt x="116" y="161"/>
                      <a:pt x="109" y="162"/>
                    </a:cubicBezTo>
                    <a:cubicBezTo>
                      <a:pt x="106" y="162"/>
                      <a:pt x="104" y="163"/>
                      <a:pt x="101" y="164"/>
                    </a:cubicBezTo>
                    <a:cubicBezTo>
                      <a:pt x="99" y="166"/>
                      <a:pt x="98" y="168"/>
                      <a:pt x="95" y="167"/>
                    </a:cubicBezTo>
                    <a:cubicBezTo>
                      <a:pt x="92" y="166"/>
                      <a:pt x="91" y="164"/>
                      <a:pt x="88" y="163"/>
                    </a:cubicBezTo>
                    <a:cubicBezTo>
                      <a:pt x="86" y="163"/>
                      <a:pt x="84" y="163"/>
                      <a:pt x="82" y="162"/>
                    </a:cubicBezTo>
                    <a:cubicBezTo>
                      <a:pt x="75" y="158"/>
                      <a:pt x="73" y="148"/>
                      <a:pt x="70" y="141"/>
                    </a:cubicBezTo>
                    <a:cubicBezTo>
                      <a:pt x="68" y="136"/>
                      <a:pt x="67" y="132"/>
                      <a:pt x="64" y="128"/>
                    </a:cubicBezTo>
                    <a:cubicBezTo>
                      <a:pt x="62" y="125"/>
                      <a:pt x="59" y="121"/>
                      <a:pt x="56" y="120"/>
                    </a:cubicBezTo>
                    <a:cubicBezTo>
                      <a:pt x="53" y="119"/>
                      <a:pt x="49" y="119"/>
                      <a:pt x="46" y="120"/>
                    </a:cubicBezTo>
                    <a:cubicBezTo>
                      <a:pt x="42" y="121"/>
                      <a:pt x="37" y="121"/>
                      <a:pt x="33" y="121"/>
                    </a:cubicBezTo>
                    <a:cubicBezTo>
                      <a:pt x="26" y="121"/>
                      <a:pt x="20" y="121"/>
                      <a:pt x="13" y="120"/>
                    </a:cubicBezTo>
                    <a:cubicBezTo>
                      <a:pt x="9" y="120"/>
                      <a:pt x="4" y="120"/>
                      <a:pt x="0" y="119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113" y="47"/>
                      <a:pt x="113" y="47"/>
                      <a:pt x="113" y="47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72" y="59"/>
                      <a:pt x="172" y="59"/>
                      <a:pt x="172" y="59"/>
                    </a:cubicBezTo>
                    <a:cubicBezTo>
                      <a:pt x="186" y="46"/>
                      <a:pt x="186" y="46"/>
                      <a:pt x="186" y="46"/>
                    </a:cubicBezTo>
                    <a:cubicBezTo>
                      <a:pt x="201" y="61"/>
                      <a:pt x="201" y="61"/>
                      <a:pt x="201" y="61"/>
                    </a:cubicBezTo>
                    <a:cubicBezTo>
                      <a:pt x="303" y="47"/>
                      <a:pt x="303" y="47"/>
                      <a:pt x="303" y="47"/>
                    </a:cubicBezTo>
                    <a:cubicBezTo>
                      <a:pt x="333" y="59"/>
                      <a:pt x="333" y="59"/>
                      <a:pt x="333" y="59"/>
                    </a:cubicBezTo>
                    <a:cubicBezTo>
                      <a:pt x="445" y="57"/>
                      <a:pt x="445" y="57"/>
                      <a:pt x="445" y="57"/>
                    </a:cubicBezTo>
                    <a:cubicBezTo>
                      <a:pt x="462" y="33"/>
                      <a:pt x="462" y="33"/>
                      <a:pt x="462" y="33"/>
                    </a:cubicBezTo>
                    <a:cubicBezTo>
                      <a:pt x="485" y="33"/>
                      <a:pt x="485" y="33"/>
                      <a:pt x="485" y="33"/>
                    </a:cubicBezTo>
                    <a:cubicBezTo>
                      <a:pt x="506" y="16"/>
                      <a:pt x="506" y="16"/>
                      <a:pt x="506" y="16"/>
                    </a:cubicBezTo>
                    <a:cubicBezTo>
                      <a:pt x="563" y="42"/>
                      <a:pt x="563" y="42"/>
                      <a:pt x="563" y="42"/>
                    </a:cubicBezTo>
                    <a:cubicBezTo>
                      <a:pt x="582" y="25"/>
                      <a:pt x="582" y="25"/>
                      <a:pt x="582" y="25"/>
                    </a:cubicBezTo>
                    <a:cubicBezTo>
                      <a:pt x="581" y="16"/>
                      <a:pt x="581" y="16"/>
                      <a:pt x="581" y="16"/>
                    </a:cubicBezTo>
                    <a:cubicBezTo>
                      <a:pt x="617" y="15"/>
                      <a:pt x="617" y="15"/>
                      <a:pt x="617" y="15"/>
                    </a:cubicBezTo>
                    <a:cubicBezTo>
                      <a:pt x="665" y="56"/>
                      <a:pt x="665" y="56"/>
                      <a:pt x="665" y="56"/>
                    </a:cubicBezTo>
                    <a:cubicBezTo>
                      <a:pt x="767" y="49"/>
                      <a:pt x="767" y="49"/>
                      <a:pt x="767" y="49"/>
                    </a:cubicBezTo>
                    <a:cubicBezTo>
                      <a:pt x="838" y="79"/>
                      <a:pt x="838" y="79"/>
                      <a:pt x="838" y="79"/>
                    </a:cubicBezTo>
                    <a:cubicBezTo>
                      <a:pt x="848" y="104"/>
                      <a:pt x="848" y="104"/>
                      <a:pt x="848" y="104"/>
                    </a:cubicBezTo>
                    <a:cubicBezTo>
                      <a:pt x="889" y="110"/>
                      <a:pt x="889" y="110"/>
                      <a:pt x="889" y="110"/>
                    </a:cubicBezTo>
                    <a:cubicBezTo>
                      <a:pt x="944" y="69"/>
                      <a:pt x="944" y="69"/>
                      <a:pt x="944" y="69"/>
                    </a:cubicBezTo>
                    <a:cubicBezTo>
                      <a:pt x="948" y="48"/>
                      <a:pt x="948" y="48"/>
                      <a:pt x="948" y="48"/>
                    </a:cubicBezTo>
                    <a:cubicBezTo>
                      <a:pt x="992" y="29"/>
                      <a:pt x="992" y="29"/>
                      <a:pt x="992" y="29"/>
                    </a:cubicBezTo>
                    <a:cubicBezTo>
                      <a:pt x="1053" y="40"/>
                      <a:pt x="1053" y="40"/>
                      <a:pt x="1053" y="40"/>
                    </a:cubicBezTo>
                    <a:cubicBezTo>
                      <a:pt x="1055" y="9"/>
                      <a:pt x="1055" y="9"/>
                      <a:pt x="1055" y="9"/>
                    </a:cubicBezTo>
                    <a:cubicBezTo>
                      <a:pt x="1072" y="0"/>
                      <a:pt x="1072" y="0"/>
                      <a:pt x="1072" y="0"/>
                    </a:cubicBezTo>
                    <a:cubicBezTo>
                      <a:pt x="1093" y="2"/>
                      <a:pt x="1093" y="2"/>
                      <a:pt x="1093" y="2"/>
                    </a:cubicBezTo>
                    <a:cubicBezTo>
                      <a:pt x="1108" y="12"/>
                      <a:pt x="1108" y="12"/>
                      <a:pt x="1108" y="12"/>
                    </a:cubicBezTo>
                    <a:cubicBezTo>
                      <a:pt x="1118" y="0"/>
                      <a:pt x="1118" y="0"/>
                      <a:pt x="1118" y="0"/>
                    </a:cubicBezTo>
                    <a:cubicBezTo>
                      <a:pt x="1134" y="0"/>
                      <a:pt x="1134" y="0"/>
                      <a:pt x="1134" y="0"/>
                    </a:cubicBezTo>
                    <a:cubicBezTo>
                      <a:pt x="1140" y="14"/>
                      <a:pt x="1140" y="14"/>
                      <a:pt x="1140" y="14"/>
                    </a:cubicBezTo>
                    <a:cubicBezTo>
                      <a:pt x="1170" y="40"/>
                      <a:pt x="1170" y="40"/>
                      <a:pt x="1170" y="40"/>
                    </a:cubicBezTo>
                    <a:cubicBezTo>
                      <a:pt x="1181" y="20"/>
                      <a:pt x="1181" y="20"/>
                      <a:pt x="1181" y="20"/>
                    </a:cubicBezTo>
                    <a:cubicBezTo>
                      <a:pt x="1210" y="18"/>
                      <a:pt x="1210" y="18"/>
                      <a:pt x="1210" y="18"/>
                    </a:cubicBezTo>
                    <a:cubicBezTo>
                      <a:pt x="1238" y="27"/>
                      <a:pt x="1238" y="27"/>
                      <a:pt x="1238" y="27"/>
                    </a:cubicBezTo>
                    <a:cubicBezTo>
                      <a:pt x="1266" y="26"/>
                      <a:pt x="1266" y="26"/>
                      <a:pt x="1266" y="26"/>
                    </a:cubicBezTo>
                    <a:cubicBezTo>
                      <a:pt x="1282" y="53"/>
                      <a:pt x="1282" y="53"/>
                      <a:pt x="1282" y="53"/>
                    </a:cubicBezTo>
                    <a:cubicBezTo>
                      <a:pt x="1267" y="86"/>
                      <a:pt x="1267" y="86"/>
                      <a:pt x="1267" y="86"/>
                    </a:cubicBezTo>
                    <a:cubicBezTo>
                      <a:pt x="1313" y="97"/>
                      <a:pt x="1313" y="97"/>
                      <a:pt x="1313" y="97"/>
                    </a:cubicBezTo>
                    <a:cubicBezTo>
                      <a:pt x="1315" y="106"/>
                      <a:pt x="1315" y="106"/>
                      <a:pt x="1315" y="106"/>
                    </a:cubicBezTo>
                    <a:cubicBezTo>
                      <a:pt x="1337" y="120"/>
                      <a:pt x="1337" y="120"/>
                      <a:pt x="1337" y="120"/>
                    </a:cubicBezTo>
                    <a:cubicBezTo>
                      <a:pt x="1352" y="108"/>
                      <a:pt x="1352" y="108"/>
                      <a:pt x="1352" y="108"/>
                    </a:cubicBezTo>
                    <a:cubicBezTo>
                      <a:pt x="1411" y="118"/>
                      <a:pt x="1411" y="118"/>
                      <a:pt x="1411" y="118"/>
                    </a:cubicBezTo>
                    <a:cubicBezTo>
                      <a:pt x="1431" y="102"/>
                      <a:pt x="1431" y="102"/>
                      <a:pt x="1431" y="102"/>
                    </a:cubicBezTo>
                    <a:cubicBezTo>
                      <a:pt x="1449" y="116"/>
                      <a:pt x="1449" y="116"/>
                      <a:pt x="1449" y="116"/>
                    </a:cubicBezTo>
                    <a:cubicBezTo>
                      <a:pt x="1459" y="163"/>
                      <a:pt x="1459" y="163"/>
                      <a:pt x="1459" y="163"/>
                    </a:cubicBezTo>
                    <a:cubicBezTo>
                      <a:pt x="1437" y="173"/>
                      <a:pt x="1437" y="173"/>
                      <a:pt x="1437" y="173"/>
                    </a:cubicBezTo>
                    <a:cubicBezTo>
                      <a:pt x="1446" y="202"/>
                      <a:pt x="1446" y="202"/>
                      <a:pt x="1446" y="202"/>
                    </a:cubicBezTo>
                    <a:cubicBezTo>
                      <a:pt x="1463" y="199"/>
                      <a:pt x="1463" y="199"/>
                      <a:pt x="1463" y="199"/>
                    </a:cubicBezTo>
                    <a:cubicBezTo>
                      <a:pt x="1474" y="228"/>
                      <a:pt x="1474" y="228"/>
                      <a:pt x="1474" y="228"/>
                    </a:cubicBezTo>
                    <a:cubicBezTo>
                      <a:pt x="1521" y="246"/>
                      <a:pt x="1521" y="246"/>
                      <a:pt x="1521" y="246"/>
                    </a:cubicBezTo>
                    <a:cubicBezTo>
                      <a:pt x="1542" y="235"/>
                      <a:pt x="1542" y="235"/>
                      <a:pt x="1542" y="235"/>
                    </a:cubicBezTo>
                    <a:lnTo>
                      <a:pt x="1591" y="25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8" name="Freeform 2540">
                <a:extLst>
                  <a:ext uri="{FF2B5EF4-FFF2-40B4-BE49-F238E27FC236}">
                    <a16:creationId xmlns:a16="http://schemas.microsoft.com/office/drawing/2014/main" id="{43E3D3F1-E15D-3149-96B7-A64819D67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278"/>
                <a:ext cx="13" cy="7"/>
              </a:xfrm>
              <a:custGeom>
                <a:avLst/>
                <a:gdLst>
                  <a:gd name="T0" fmla="*/ 15 w 32"/>
                  <a:gd name="T1" fmla="*/ 18 h 18"/>
                  <a:gd name="T2" fmla="*/ 11 w 32"/>
                  <a:gd name="T3" fmla="*/ 16 h 18"/>
                  <a:gd name="T4" fmla="*/ 7 w 32"/>
                  <a:gd name="T5" fmla="*/ 13 h 18"/>
                  <a:gd name="T6" fmla="*/ 3 w 32"/>
                  <a:gd name="T7" fmla="*/ 9 h 18"/>
                  <a:gd name="T8" fmla="*/ 3 w 32"/>
                  <a:gd name="T9" fmla="*/ 3 h 18"/>
                  <a:gd name="T10" fmla="*/ 7 w 32"/>
                  <a:gd name="T11" fmla="*/ 2 h 18"/>
                  <a:gd name="T12" fmla="*/ 10 w 32"/>
                  <a:gd name="T13" fmla="*/ 1 h 18"/>
                  <a:gd name="T14" fmla="*/ 26 w 32"/>
                  <a:gd name="T15" fmla="*/ 4 h 18"/>
                  <a:gd name="T16" fmla="*/ 29 w 32"/>
                  <a:gd name="T17" fmla="*/ 9 h 18"/>
                  <a:gd name="T18" fmla="*/ 21 w 32"/>
                  <a:gd name="T19" fmla="*/ 9 h 18"/>
                  <a:gd name="T20" fmla="*/ 15 w 32"/>
                  <a:gd name="T21" fmla="*/ 9 h 18"/>
                  <a:gd name="T22" fmla="*/ 17 w 32"/>
                  <a:gd name="T23" fmla="*/ 16 h 18"/>
                  <a:gd name="T24" fmla="*/ 15 w 32"/>
                  <a:gd name="T2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18">
                    <a:moveTo>
                      <a:pt x="15" y="18"/>
                    </a:moveTo>
                    <a:cubicBezTo>
                      <a:pt x="13" y="18"/>
                      <a:pt x="12" y="17"/>
                      <a:pt x="11" y="16"/>
                    </a:cubicBezTo>
                    <a:cubicBezTo>
                      <a:pt x="10" y="15"/>
                      <a:pt x="8" y="14"/>
                      <a:pt x="7" y="13"/>
                    </a:cubicBezTo>
                    <a:cubicBezTo>
                      <a:pt x="5" y="12"/>
                      <a:pt x="4" y="11"/>
                      <a:pt x="3" y="9"/>
                    </a:cubicBezTo>
                    <a:cubicBezTo>
                      <a:pt x="1" y="7"/>
                      <a:pt x="0" y="5"/>
                      <a:pt x="3" y="3"/>
                    </a:cubicBezTo>
                    <a:cubicBezTo>
                      <a:pt x="4" y="3"/>
                      <a:pt x="5" y="3"/>
                      <a:pt x="7" y="2"/>
                    </a:cubicBezTo>
                    <a:cubicBezTo>
                      <a:pt x="8" y="2"/>
                      <a:pt x="9" y="2"/>
                      <a:pt x="10" y="1"/>
                    </a:cubicBezTo>
                    <a:cubicBezTo>
                      <a:pt x="15" y="0"/>
                      <a:pt x="21" y="3"/>
                      <a:pt x="26" y="4"/>
                    </a:cubicBezTo>
                    <a:cubicBezTo>
                      <a:pt x="27" y="5"/>
                      <a:pt x="32" y="6"/>
                      <a:pt x="29" y="9"/>
                    </a:cubicBezTo>
                    <a:cubicBezTo>
                      <a:pt x="26" y="11"/>
                      <a:pt x="24" y="10"/>
                      <a:pt x="21" y="9"/>
                    </a:cubicBezTo>
                    <a:cubicBezTo>
                      <a:pt x="19" y="8"/>
                      <a:pt x="16" y="6"/>
                      <a:pt x="15" y="9"/>
                    </a:cubicBezTo>
                    <a:cubicBezTo>
                      <a:pt x="14" y="11"/>
                      <a:pt x="17" y="13"/>
                      <a:pt x="17" y="16"/>
                    </a:cubicBezTo>
                    <a:cubicBezTo>
                      <a:pt x="16" y="17"/>
                      <a:pt x="16" y="18"/>
                      <a:pt x="15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9" name="Freeform 2541">
                <a:extLst>
                  <a:ext uri="{FF2B5EF4-FFF2-40B4-BE49-F238E27FC236}">
                    <a16:creationId xmlns:a16="http://schemas.microsoft.com/office/drawing/2014/main" id="{6F78DD75-8EF5-D44E-AF73-C54931268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2281"/>
                <a:ext cx="2" cy="2"/>
              </a:xfrm>
              <a:custGeom>
                <a:avLst/>
                <a:gdLst>
                  <a:gd name="T0" fmla="*/ 2 w 6"/>
                  <a:gd name="T1" fmla="*/ 2 h 5"/>
                  <a:gd name="T2" fmla="*/ 6 w 6"/>
                  <a:gd name="T3" fmla="*/ 2 h 5"/>
                  <a:gd name="T4" fmla="*/ 3 w 6"/>
                  <a:gd name="T5" fmla="*/ 5 h 5"/>
                  <a:gd name="T6" fmla="*/ 2 w 6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2"/>
                    </a:moveTo>
                    <a:cubicBezTo>
                      <a:pt x="3" y="1"/>
                      <a:pt x="6" y="0"/>
                      <a:pt x="6" y="2"/>
                    </a:cubicBezTo>
                    <a:cubicBezTo>
                      <a:pt x="6" y="3"/>
                      <a:pt x="4" y="5"/>
                      <a:pt x="3" y="5"/>
                    </a:cubicBezTo>
                    <a:cubicBezTo>
                      <a:pt x="0" y="5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0" name="Freeform 2542">
                <a:extLst>
                  <a:ext uri="{FF2B5EF4-FFF2-40B4-BE49-F238E27FC236}">
                    <a16:creationId xmlns:a16="http://schemas.microsoft.com/office/drawing/2014/main" id="{8BFDE890-0609-BE49-804F-4B1494B1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277"/>
                <a:ext cx="3" cy="2"/>
              </a:xfrm>
              <a:custGeom>
                <a:avLst/>
                <a:gdLst>
                  <a:gd name="T0" fmla="*/ 0 w 7"/>
                  <a:gd name="T1" fmla="*/ 2 h 5"/>
                  <a:gd name="T2" fmla="*/ 1 w 7"/>
                  <a:gd name="T3" fmla="*/ 1 h 5"/>
                  <a:gd name="T4" fmla="*/ 1 w 7"/>
                  <a:gd name="T5" fmla="*/ 0 h 5"/>
                  <a:gd name="T6" fmla="*/ 3 w 7"/>
                  <a:gd name="T7" fmla="*/ 0 h 5"/>
                  <a:gd name="T8" fmla="*/ 5 w 7"/>
                  <a:gd name="T9" fmla="*/ 0 h 5"/>
                  <a:gd name="T10" fmla="*/ 6 w 7"/>
                  <a:gd name="T11" fmla="*/ 1 h 5"/>
                  <a:gd name="T12" fmla="*/ 7 w 7"/>
                  <a:gd name="T13" fmla="*/ 3 h 5"/>
                  <a:gd name="T14" fmla="*/ 6 w 7"/>
                  <a:gd name="T15" fmla="*/ 5 h 5"/>
                  <a:gd name="T16" fmla="*/ 4 w 7"/>
                  <a:gd name="T17" fmla="*/ 5 h 5"/>
                  <a:gd name="T18" fmla="*/ 1 w 7"/>
                  <a:gd name="T19" fmla="*/ 5 h 5"/>
                  <a:gd name="T20" fmla="*/ 1 w 7"/>
                  <a:gd name="T21" fmla="*/ 4 h 5"/>
                  <a:gd name="T22" fmla="*/ 0 w 7"/>
                  <a:gd name="T2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1" name="Freeform 2543">
                <a:extLst>
                  <a:ext uri="{FF2B5EF4-FFF2-40B4-BE49-F238E27FC236}">
                    <a16:creationId xmlns:a16="http://schemas.microsoft.com/office/drawing/2014/main" id="{19911CE1-8B4F-1C4A-B52A-0F1E6BC32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273"/>
                <a:ext cx="15" cy="3"/>
              </a:xfrm>
              <a:custGeom>
                <a:avLst/>
                <a:gdLst>
                  <a:gd name="T0" fmla="*/ 3 w 37"/>
                  <a:gd name="T1" fmla="*/ 6 h 8"/>
                  <a:gd name="T2" fmla="*/ 1 w 37"/>
                  <a:gd name="T3" fmla="*/ 3 h 8"/>
                  <a:gd name="T4" fmla="*/ 7 w 37"/>
                  <a:gd name="T5" fmla="*/ 0 h 8"/>
                  <a:gd name="T6" fmla="*/ 23 w 37"/>
                  <a:gd name="T7" fmla="*/ 2 h 8"/>
                  <a:gd name="T8" fmla="*/ 30 w 37"/>
                  <a:gd name="T9" fmla="*/ 3 h 8"/>
                  <a:gd name="T10" fmla="*/ 34 w 37"/>
                  <a:gd name="T11" fmla="*/ 4 h 8"/>
                  <a:gd name="T12" fmla="*/ 25 w 37"/>
                  <a:gd name="T13" fmla="*/ 7 h 8"/>
                  <a:gd name="T14" fmla="*/ 14 w 37"/>
                  <a:gd name="T15" fmla="*/ 7 h 8"/>
                  <a:gd name="T16" fmla="*/ 8 w 37"/>
                  <a:gd name="T17" fmla="*/ 6 h 8"/>
                  <a:gd name="T18" fmla="*/ 3 w 37"/>
                  <a:gd name="T1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8">
                    <a:moveTo>
                      <a:pt x="3" y="6"/>
                    </a:moveTo>
                    <a:cubicBezTo>
                      <a:pt x="2" y="5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0"/>
                    </a:cubicBezTo>
                    <a:cubicBezTo>
                      <a:pt x="12" y="0"/>
                      <a:pt x="18" y="1"/>
                      <a:pt x="23" y="2"/>
                    </a:cubicBezTo>
                    <a:cubicBezTo>
                      <a:pt x="25" y="3"/>
                      <a:pt x="27" y="3"/>
                      <a:pt x="30" y="3"/>
                    </a:cubicBezTo>
                    <a:cubicBezTo>
                      <a:pt x="31" y="3"/>
                      <a:pt x="33" y="3"/>
                      <a:pt x="34" y="4"/>
                    </a:cubicBezTo>
                    <a:cubicBezTo>
                      <a:pt x="37" y="8"/>
                      <a:pt x="27" y="7"/>
                      <a:pt x="25" y="7"/>
                    </a:cubicBezTo>
                    <a:cubicBezTo>
                      <a:pt x="21" y="7"/>
                      <a:pt x="18" y="7"/>
                      <a:pt x="14" y="7"/>
                    </a:cubicBezTo>
                    <a:cubicBezTo>
                      <a:pt x="12" y="7"/>
                      <a:pt x="10" y="6"/>
                      <a:pt x="8" y="6"/>
                    </a:cubicBezTo>
                    <a:cubicBezTo>
                      <a:pt x="7" y="6"/>
                      <a:pt x="5" y="6"/>
                      <a:pt x="3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2" name="Freeform 2544">
                <a:extLst>
                  <a:ext uri="{FF2B5EF4-FFF2-40B4-BE49-F238E27FC236}">
                    <a16:creationId xmlns:a16="http://schemas.microsoft.com/office/drawing/2014/main" id="{0B724DDA-F689-2D4C-B135-B7FA3A32F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272"/>
                <a:ext cx="15" cy="3"/>
              </a:xfrm>
              <a:custGeom>
                <a:avLst/>
                <a:gdLst>
                  <a:gd name="T0" fmla="*/ 8 w 37"/>
                  <a:gd name="T1" fmla="*/ 5 h 7"/>
                  <a:gd name="T2" fmla="*/ 2 w 37"/>
                  <a:gd name="T3" fmla="*/ 4 h 7"/>
                  <a:gd name="T4" fmla="*/ 7 w 37"/>
                  <a:gd name="T5" fmla="*/ 0 h 7"/>
                  <a:gd name="T6" fmla="*/ 15 w 37"/>
                  <a:gd name="T7" fmla="*/ 0 h 7"/>
                  <a:gd name="T8" fmla="*/ 22 w 37"/>
                  <a:gd name="T9" fmla="*/ 0 h 7"/>
                  <a:gd name="T10" fmla="*/ 30 w 37"/>
                  <a:gd name="T11" fmla="*/ 1 h 7"/>
                  <a:gd name="T12" fmla="*/ 35 w 37"/>
                  <a:gd name="T13" fmla="*/ 3 h 7"/>
                  <a:gd name="T14" fmla="*/ 28 w 37"/>
                  <a:gd name="T15" fmla="*/ 6 h 7"/>
                  <a:gd name="T16" fmla="*/ 24 w 37"/>
                  <a:gd name="T17" fmla="*/ 6 h 7"/>
                  <a:gd name="T18" fmla="*/ 22 w 37"/>
                  <a:gd name="T19" fmla="*/ 6 h 7"/>
                  <a:gd name="T20" fmla="*/ 19 w 37"/>
                  <a:gd name="T21" fmla="*/ 6 h 7"/>
                  <a:gd name="T22" fmla="*/ 17 w 37"/>
                  <a:gd name="T23" fmla="*/ 7 h 7"/>
                  <a:gd name="T24" fmla="*/ 15 w 37"/>
                  <a:gd name="T25" fmla="*/ 6 h 7"/>
                  <a:gd name="T26" fmla="*/ 10 w 37"/>
                  <a:gd name="T27" fmla="*/ 5 h 7"/>
                  <a:gd name="T28" fmla="*/ 8 w 37"/>
                  <a:gd name="T2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7" h="7">
                    <a:moveTo>
                      <a:pt x="8" y="5"/>
                    </a:moveTo>
                    <a:cubicBezTo>
                      <a:pt x="5" y="6"/>
                      <a:pt x="3" y="6"/>
                      <a:pt x="2" y="4"/>
                    </a:cubicBezTo>
                    <a:cubicBezTo>
                      <a:pt x="0" y="1"/>
                      <a:pt x="5" y="0"/>
                      <a:pt x="7" y="0"/>
                    </a:cubicBezTo>
                    <a:cubicBezTo>
                      <a:pt x="10" y="0"/>
                      <a:pt x="12" y="0"/>
                      <a:pt x="15" y="0"/>
                    </a:cubicBezTo>
                    <a:cubicBezTo>
                      <a:pt x="17" y="0"/>
                      <a:pt x="20" y="1"/>
                      <a:pt x="22" y="0"/>
                    </a:cubicBezTo>
                    <a:cubicBezTo>
                      <a:pt x="25" y="0"/>
                      <a:pt x="27" y="1"/>
                      <a:pt x="30" y="1"/>
                    </a:cubicBezTo>
                    <a:cubicBezTo>
                      <a:pt x="31" y="1"/>
                      <a:pt x="37" y="0"/>
                      <a:pt x="35" y="3"/>
                    </a:cubicBezTo>
                    <a:cubicBezTo>
                      <a:pt x="33" y="5"/>
                      <a:pt x="30" y="6"/>
                      <a:pt x="28" y="6"/>
                    </a:cubicBezTo>
                    <a:cubicBezTo>
                      <a:pt x="26" y="6"/>
                      <a:pt x="25" y="6"/>
                      <a:pt x="24" y="6"/>
                    </a:cubicBezTo>
                    <a:cubicBezTo>
                      <a:pt x="23" y="6"/>
                      <a:pt x="22" y="6"/>
                      <a:pt x="22" y="6"/>
                    </a:cubicBezTo>
                    <a:cubicBezTo>
                      <a:pt x="21" y="6"/>
                      <a:pt x="20" y="6"/>
                      <a:pt x="19" y="6"/>
                    </a:cubicBezTo>
                    <a:cubicBezTo>
                      <a:pt x="19" y="6"/>
                      <a:pt x="18" y="7"/>
                      <a:pt x="17" y="7"/>
                    </a:cubicBezTo>
                    <a:cubicBezTo>
                      <a:pt x="16" y="7"/>
                      <a:pt x="15" y="7"/>
                      <a:pt x="15" y="6"/>
                    </a:cubicBezTo>
                    <a:cubicBezTo>
                      <a:pt x="13" y="6"/>
                      <a:pt x="12" y="5"/>
                      <a:pt x="10" y="5"/>
                    </a:cubicBezTo>
                    <a:cubicBezTo>
                      <a:pt x="10" y="5"/>
                      <a:pt x="9" y="5"/>
                      <a:pt x="8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3" name="Freeform 2545">
                <a:extLst>
                  <a:ext uri="{FF2B5EF4-FFF2-40B4-BE49-F238E27FC236}">
                    <a16:creationId xmlns:a16="http://schemas.microsoft.com/office/drawing/2014/main" id="{1D80A828-89C7-C945-9205-25F6E851A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273"/>
                <a:ext cx="3" cy="2"/>
              </a:xfrm>
              <a:custGeom>
                <a:avLst/>
                <a:gdLst>
                  <a:gd name="T0" fmla="*/ 1 w 8"/>
                  <a:gd name="T1" fmla="*/ 3 h 5"/>
                  <a:gd name="T2" fmla="*/ 3 w 8"/>
                  <a:gd name="T3" fmla="*/ 1 h 5"/>
                  <a:gd name="T4" fmla="*/ 8 w 8"/>
                  <a:gd name="T5" fmla="*/ 3 h 5"/>
                  <a:gd name="T6" fmla="*/ 1 w 8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1" y="3"/>
                    </a:moveTo>
                    <a:cubicBezTo>
                      <a:pt x="0" y="2"/>
                      <a:pt x="2" y="1"/>
                      <a:pt x="3" y="1"/>
                    </a:cubicBezTo>
                    <a:cubicBezTo>
                      <a:pt x="5" y="0"/>
                      <a:pt x="8" y="0"/>
                      <a:pt x="8" y="3"/>
                    </a:cubicBezTo>
                    <a:cubicBezTo>
                      <a:pt x="8" y="5"/>
                      <a:pt x="3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4" name="Freeform 2546">
                <a:extLst>
                  <a:ext uri="{FF2B5EF4-FFF2-40B4-BE49-F238E27FC236}">
                    <a16:creationId xmlns:a16="http://schemas.microsoft.com/office/drawing/2014/main" id="{3A8CE4CD-3088-6646-B349-AEABC1536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272"/>
                <a:ext cx="11" cy="4"/>
              </a:xfrm>
              <a:custGeom>
                <a:avLst/>
                <a:gdLst>
                  <a:gd name="T0" fmla="*/ 7 w 27"/>
                  <a:gd name="T1" fmla="*/ 8 h 11"/>
                  <a:gd name="T2" fmla="*/ 4 w 27"/>
                  <a:gd name="T3" fmla="*/ 10 h 11"/>
                  <a:gd name="T4" fmla="*/ 0 w 27"/>
                  <a:gd name="T5" fmla="*/ 9 h 11"/>
                  <a:gd name="T6" fmla="*/ 1 w 27"/>
                  <a:gd name="T7" fmla="*/ 6 h 11"/>
                  <a:gd name="T8" fmla="*/ 1 w 27"/>
                  <a:gd name="T9" fmla="*/ 3 h 11"/>
                  <a:gd name="T10" fmla="*/ 8 w 27"/>
                  <a:gd name="T11" fmla="*/ 0 h 11"/>
                  <a:gd name="T12" fmla="*/ 14 w 27"/>
                  <a:gd name="T13" fmla="*/ 2 h 11"/>
                  <a:gd name="T14" fmla="*/ 25 w 27"/>
                  <a:gd name="T15" fmla="*/ 4 h 11"/>
                  <a:gd name="T16" fmla="*/ 26 w 27"/>
                  <a:gd name="T17" fmla="*/ 7 h 11"/>
                  <a:gd name="T18" fmla="*/ 23 w 27"/>
                  <a:gd name="T19" fmla="*/ 8 h 11"/>
                  <a:gd name="T20" fmla="*/ 20 w 27"/>
                  <a:gd name="T21" fmla="*/ 7 h 11"/>
                  <a:gd name="T22" fmla="*/ 18 w 27"/>
                  <a:gd name="T23" fmla="*/ 8 h 11"/>
                  <a:gd name="T24" fmla="*/ 13 w 27"/>
                  <a:gd name="T25" fmla="*/ 7 h 11"/>
                  <a:gd name="T26" fmla="*/ 10 w 27"/>
                  <a:gd name="T27" fmla="*/ 8 h 11"/>
                  <a:gd name="T28" fmla="*/ 7 w 27"/>
                  <a:gd name="T2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1">
                    <a:moveTo>
                      <a:pt x="7" y="8"/>
                    </a:moveTo>
                    <a:cubicBezTo>
                      <a:pt x="6" y="8"/>
                      <a:pt x="5" y="9"/>
                      <a:pt x="4" y="10"/>
                    </a:cubicBezTo>
                    <a:cubicBezTo>
                      <a:pt x="2" y="10"/>
                      <a:pt x="0" y="11"/>
                      <a:pt x="0" y="9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2" y="0"/>
                      <a:pt x="6" y="0"/>
                      <a:pt x="8" y="0"/>
                    </a:cubicBezTo>
                    <a:cubicBezTo>
                      <a:pt x="10" y="1"/>
                      <a:pt x="12" y="2"/>
                      <a:pt x="14" y="2"/>
                    </a:cubicBezTo>
                    <a:cubicBezTo>
                      <a:pt x="18" y="3"/>
                      <a:pt x="23" y="0"/>
                      <a:pt x="25" y="4"/>
                    </a:cubicBezTo>
                    <a:cubicBezTo>
                      <a:pt x="26" y="5"/>
                      <a:pt x="27" y="6"/>
                      <a:pt x="26" y="7"/>
                    </a:cubicBezTo>
                    <a:cubicBezTo>
                      <a:pt x="26" y="8"/>
                      <a:pt x="24" y="8"/>
                      <a:pt x="23" y="8"/>
                    </a:cubicBezTo>
                    <a:cubicBezTo>
                      <a:pt x="22" y="8"/>
                      <a:pt x="21" y="8"/>
                      <a:pt x="20" y="7"/>
                    </a:cubicBezTo>
                    <a:cubicBezTo>
                      <a:pt x="20" y="7"/>
                      <a:pt x="19" y="8"/>
                      <a:pt x="18" y="8"/>
                    </a:cubicBezTo>
                    <a:cubicBezTo>
                      <a:pt x="16" y="8"/>
                      <a:pt x="15" y="8"/>
                      <a:pt x="13" y="7"/>
                    </a:cubicBezTo>
                    <a:cubicBezTo>
                      <a:pt x="12" y="7"/>
                      <a:pt x="11" y="8"/>
                      <a:pt x="10" y="8"/>
                    </a:cubicBezTo>
                    <a:cubicBezTo>
                      <a:pt x="9" y="8"/>
                      <a:pt x="8" y="8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5" name="Freeform 2547">
                <a:extLst>
                  <a:ext uri="{FF2B5EF4-FFF2-40B4-BE49-F238E27FC236}">
                    <a16:creationId xmlns:a16="http://schemas.microsoft.com/office/drawing/2014/main" id="{E17AE85F-8F81-EB41-B25F-D2B6689CB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271"/>
                <a:ext cx="10" cy="4"/>
              </a:xfrm>
              <a:custGeom>
                <a:avLst/>
                <a:gdLst>
                  <a:gd name="T0" fmla="*/ 5 w 25"/>
                  <a:gd name="T1" fmla="*/ 7 h 10"/>
                  <a:gd name="T2" fmla="*/ 1 w 25"/>
                  <a:gd name="T3" fmla="*/ 6 h 10"/>
                  <a:gd name="T4" fmla="*/ 4 w 25"/>
                  <a:gd name="T5" fmla="*/ 3 h 10"/>
                  <a:gd name="T6" fmla="*/ 8 w 25"/>
                  <a:gd name="T7" fmla="*/ 0 h 10"/>
                  <a:gd name="T8" fmla="*/ 14 w 25"/>
                  <a:gd name="T9" fmla="*/ 0 h 10"/>
                  <a:gd name="T10" fmla="*/ 19 w 25"/>
                  <a:gd name="T11" fmla="*/ 0 h 10"/>
                  <a:gd name="T12" fmla="*/ 24 w 25"/>
                  <a:gd name="T13" fmla="*/ 1 h 10"/>
                  <a:gd name="T14" fmla="*/ 23 w 25"/>
                  <a:gd name="T15" fmla="*/ 5 h 10"/>
                  <a:gd name="T16" fmla="*/ 17 w 25"/>
                  <a:gd name="T17" fmla="*/ 6 h 10"/>
                  <a:gd name="T18" fmla="*/ 13 w 25"/>
                  <a:gd name="T19" fmla="*/ 8 h 10"/>
                  <a:gd name="T20" fmla="*/ 5 w 25"/>
                  <a:gd name="T2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0">
                    <a:moveTo>
                      <a:pt x="5" y="7"/>
                    </a:moveTo>
                    <a:cubicBezTo>
                      <a:pt x="4" y="7"/>
                      <a:pt x="1" y="7"/>
                      <a:pt x="1" y="6"/>
                    </a:cubicBezTo>
                    <a:cubicBezTo>
                      <a:pt x="0" y="4"/>
                      <a:pt x="3" y="4"/>
                      <a:pt x="4" y="3"/>
                    </a:cubicBezTo>
                    <a:cubicBezTo>
                      <a:pt x="5" y="2"/>
                      <a:pt x="6" y="1"/>
                      <a:pt x="8" y="0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6" y="0"/>
                      <a:pt x="17" y="0"/>
                      <a:pt x="19" y="0"/>
                    </a:cubicBezTo>
                    <a:cubicBezTo>
                      <a:pt x="21" y="0"/>
                      <a:pt x="23" y="0"/>
                      <a:pt x="24" y="1"/>
                    </a:cubicBezTo>
                    <a:cubicBezTo>
                      <a:pt x="25" y="2"/>
                      <a:pt x="24" y="4"/>
                      <a:pt x="23" y="5"/>
                    </a:cubicBezTo>
                    <a:cubicBezTo>
                      <a:pt x="21" y="6"/>
                      <a:pt x="19" y="5"/>
                      <a:pt x="17" y="6"/>
                    </a:cubicBezTo>
                    <a:cubicBezTo>
                      <a:pt x="16" y="7"/>
                      <a:pt x="15" y="8"/>
                      <a:pt x="13" y="8"/>
                    </a:cubicBezTo>
                    <a:cubicBezTo>
                      <a:pt x="10" y="10"/>
                      <a:pt x="8" y="7"/>
                      <a:pt x="5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6" name="Freeform 2548">
                <a:extLst>
                  <a:ext uri="{FF2B5EF4-FFF2-40B4-BE49-F238E27FC236}">
                    <a16:creationId xmlns:a16="http://schemas.microsoft.com/office/drawing/2014/main" id="{D9205B90-35A4-8849-93E3-146B559A9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270"/>
                <a:ext cx="9" cy="4"/>
              </a:xfrm>
              <a:custGeom>
                <a:avLst/>
                <a:gdLst>
                  <a:gd name="T0" fmla="*/ 6 w 23"/>
                  <a:gd name="T1" fmla="*/ 8 h 9"/>
                  <a:gd name="T2" fmla="*/ 4 w 23"/>
                  <a:gd name="T3" fmla="*/ 8 h 9"/>
                  <a:gd name="T4" fmla="*/ 1 w 23"/>
                  <a:gd name="T5" fmla="*/ 7 h 9"/>
                  <a:gd name="T6" fmla="*/ 1 w 23"/>
                  <a:gd name="T7" fmla="*/ 4 h 9"/>
                  <a:gd name="T8" fmla="*/ 3 w 23"/>
                  <a:gd name="T9" fmla="*/ 3 h 9"/>
                  <a:gd name="T10" fmla="*/ 5 w 23"/>
                  <a:gd name="T11" fmla="*/ 2 h 9"/>
                  <a:gd name="T12" fmla="*/ 10 w 23"/>
                  <a:gd name="T13" fmla="*/ 1 h 9"/>
                  <a:gd name="T14" fmla="*/ 12 w 23"/>
                  <a:gd name="T15" fmla="*/ 1 h 9"/>
                  <a:gd name="T16" fmla="*/ 14 w 23"/>
                  <a:gd name="T17" fmla="*/ 2 h 9"/>
                  <a:gd name="T18" fmla="*/ 21 w 23"/>
                  <a:gd name="T19" fmla="*/ 5 h 9"/>
                  <a:gd name="T20" fmla="*/ 21 w 23"/>
                  <a:gd name="T21" fmla="*/ 9 h 9"/>
                  <a:gd name="T22" fmla="*/ 15 w 23"/>
                  <a:gd name="T23" fmla="*/ 9 h 9"/>
                  <a:gd name="T24" fmla="*/ 7 w 23"/>
                  <a:gd name="T25" fmla="*/ 9 h 9"/>
                  <a:gd name="T26" fmla="*/ 8 w 23"/>
                  <a:gd name="T27" fmla="*/ 9 h 9"/>
                  <a:gd name="T28" fmla="*/ 7 w 23"/>
                  <a:gd name="T29" fmla="*/ 9 h 9"/>
                  <a:gd name="T30" fmla="*/ 7 w 23"/>
                  <a:gd name="T31" fmla="*/ 9 h 9"/>
                  <a:gd name="T32" fmla="*/ 6 w 23"/>
                  <a:gd name="T3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9">
                    <a:moveTo>
                      <a:pt x="6" y="8"/>
                    </a:moveTo>
                    <a:cubicBezTo>
                      <a:pt x="5" y="8"/>
                      <a:pt x="4" y="8"/>
                      <a:pt x="4" y="8"/>
                    </a:cubicBezTo>
                    <a:cubicBezTo>
                      <a:pt x="3" y="8"/>
                      <a:pt x="1" y="8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3" y="2"/>
                      <a:pt x="13" y="2"/>
                      <a:pt x="14" y="2"/>
                    </a:cubicBezTo>
                    <a:cubicBezTo>
                      <a:pt x="17" y="3"/>
                      <a:pt x="19" y="4"/>
                      <a:pt x="21" y="5"/>
                    </a:cubicBezTo>
                    <a:cubicBezTo>
                      <a:pt x="22" y="6"/>
                      <a:pt x="23" y="8"/>
                      <a:pt x="21" y="9"/>
                    </a:cubicBezTo>
                    <a:cubicBezTo>
                      <a:pt x="19" y="9"/>
                      <a:pt x="17" y="9"/>
                      <a:pt x="15" y="9"/>
                    </a:cubicBezTo>
                    <a:cubicBezTo>
                      <a:pt x="12" y="9"/>
                      <a:pt x="10" y="9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6" y="8"/>
                      <a:pt x="6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7" name="Freeform 2549">
                <a:extLst>
                  <a:ext uri="{FF2B5EF4-FFF2-40B4-BE49-F238E27FC236}">
                    <a16:creationId xmlns:a16="http://schemas.microsoft.com/office/drawing/2014/main" id="{D31596E2-6CCF-3345-8352-89B78B635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278"/>
                <a:ext cx="4" cy="5"/>
              </a:xfrm>
              <a:custGeom>
                <a:avLst/>
                <a:gdLst>
                  <a:gd name="T0" fmla="*/ 1 w 11"/>
                  <a:gd name="T1" fmla="*/ 4 h 11"/>
                  <a:gd name="T2" fmla="*/ 2 w 11"/>
                  <a:gd name="T3" fmla="*/ 2 h 11"/>
                  <a:gd name="T4" fmla="*/ 5 w 11"/>
                  <a:gd name="T5" fmla="*/ 1 h 11"/>
                  <a:gd name="T6" fmla="*/ 8 w 11"/>
                  <a:gd name="T7" fmla="*/ 1 h 11"/>
                  <a:gd name="T8" fmla="*/ 9 w 11"/>
                  <a:gd name="T9" fmla="*/ 3 h 11"/>
                  <a:gd name="T10" fmla="*/ 10 w 11"/>
                  <a:gd name="T11" fmla="*/ 9 h 11"/>
                  <a:gd name="T12" fmla="*/ 6 w 11"/>
                  <a:gd name="T13" fmla="*/ 10 h 11"/>
                  <a:gd name="T14" fmla="*/ 3 w 11"/>
                  <a:gd name="T15" fmla="*/ 10 h 11"/>
                  <a:gd name="T16" fmla="*/ 1 w 11"/>
                  <a:gd name="T1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1" y="3"/>
                      <a:pt x="1" y="2"/>
                      <a:pt x="2" y="2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9" y="1"/>
                      <a:pt x="9" y="2"/>
                      <a:pt x="9" y="3"/>
                    </a:cubicBezTo>
                    <a:cubicBezTo>
                      <a:pt x="10" y="5"/>
                      <a:pt x="11" y="8"/>
                      <a:pt x="10" y="9"/>
                    </a:cubicBezTo>
                    <a:cubicBezTo>
                      <a:pt x="9" y="9"/>
                      <a:pt x="7" y="10"/>
                      <a:pt x="6" y="10"/>
                    </a:cubicBezTo>
                    <a:cubicBezTo>
                      <a:pt x="5" y="10"/>
                      <a:pt x="4" y="11"/>
                      <a:pt x="3" y="10"/>
                    </a:cubicBezTo>
                    <a:cubicBezTo>
                      <a:pt x="1" y="9"/>
                      <a:pt x="0" y="6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8" name="Freeform 2550">
                <a:extLst>
                  <a:ext uri="{FF2B5EF4-FFF2-40B4-BE49-F238E27FC236}">
                    <a16:creationId xmlns:a16="http://schemas.microsoft.com/office/drawing/2014/main" id="{3083F198-56A3-8647-8767-2743B1C8B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266"/>
                <a:ext cx="3" cy="4"/>
              </a:xfrm>
              <a:custGeom>
                <a:avLst/>
                <a:gdLst>
                  <a:gd name="T0" fmla="*/ 0 w 8"/>
                  <a:gd name="T1" fmla="*/ 7 h 10"/>
                  <a:gd name="T2" fmla="*/ 0 w 8"/>
                  <a:gd name="T3" fmla="*/ 6 h 10"/>
                  <a:gd name="T4" fmla="*/ 0 w 8"/>
                  <a:gd name="T5" fmla="*/ 3 h 10"/>
                  <a:gd name="T6" fmla="*/ 2 w 8"/>
                  <a:gd name="T7" fmla="*/ 1 h 10"/>
                  <a:gd name="T8" fmla="*/ 5 w 8"/>
                  <a:gd name="T9" fmla="*/ 1 h 10"/>
                  <a:gd name="T10" fmla="*/ 6 w 8"/>
                  <a:gd name="T11" fmla="*/ 3 h 10"/>
                  <a:gd name="T12" fmla="*/ 7 w 8"/>
                  <a:gd name="T13" fmla="*/ 5 h 10"/>
                  <a:gd name="T14" fmla="*/ 6 w 8"/>
                  <a:gd name="T15" fmla="*/ 8 h 10"/>
                  <a:gd name="T16" fmla="*/ 2 w 8"/>
                  <a:gd name="T17" fmla="*/ 10 h 10"/>
                  <a:gd name="T18" fmla="*/ 0 w 8"/>
                  <a:gd name="T19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0">
                    <a:moveTo>
                      <a:pt x="0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8" y="6"/>
                      <a:pt x="7" y="7"/>
                      <a:pt x="6" y="8"/>
                    </a:cubicBezTo>
                    <a:cubicBezTo>
                      <a:pt x="5" y="9"/>
                      <a:pt x="3" y="10"/>
                      <a:pt x="2" y="10"/>
                    </a:cubicBezTo>
                    <a:cubicBezTo>
                      <a:pt x="0" y="10"/>
                      <a:pt x="0" y="8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9" name="Freeform 2551">
                <a:extLst>
                  <a:ext uri="{FF2B5EF4-FFF2-40B4-BE49-F238E27FC236}">
                    <a16:creationId xmlns:a16="http://schemas.microsoft.com/office/drawing/2014/main" id="{DDB7C690-416B-F241-BC40-1B83038F4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261"/>
                <a:ext cx="4" cy="2"/>
              </a:xfrm>
              <a:custGeom>
                <a:avLst/>
                <a:gdLst>
                  <a:gd name="T0" fmla="*/ 1 w 8"/>
                  <a:gd name="T1" fmla="*/ 2 h 5"/>
                  <a:gd name="T2" fmla="*/ 4 w 8"/>
                  <a:gd name="T3" fmla="*/ 0 h 5"/>
                  <a:gd name="T4" fmla="*/ 7 w 8"/>
                  <a:gd name="T5" fmla="*/ 0 h 5"/>
                  <a:gd name="T6" fmla="*/ 7 w 8"/>
                  <a:gd name="T7" fmla="*/ 3 h 5"/>
                  <a:gd name="T8" fmla="*/ 1 w 8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2"/>
                    </a:move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1"/>
                      <a:pt x="8" y="3"/>
                      <a:pt x="7" y="3"/>
                    </a:cubicBezTo>
                    <a:cubicBezTo>
                      <a:pt x="5" y="4"/>
                      <a:pt x="0" y="5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0" name="Freeform 2552">
                <a:extLst>
                  <a:ext uri="{FF2B5EF4-FFF2-40B4-BE49-F238E27FC236}">
                    <a16:creationId xmlns:a16="http://schemas.microsoft.com/office/drawing/2014/main" id="{EF977E09-0AAF-9D4D-BD58-C79ED75F0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257"/>
                <a:ext cx="3" cy="3"/>
              </a:xfrm>
              <a:custGeom>
                <a:avLst/>
                <a:gdLst>
                  <a:gd name="T0" fmla="*/ 2 w 7"/>
                  <a:gd name="T1" fmla="*/ 8 h 8"/>
                  <a:gd name="T2" fmla="*/ 0 w 7"/>
                  <a:gd name="T3" fmla="*/ 7 h 8"/>
                  <a:gd name="T4" fmla="*/ 0 w 7"/>
                  <a:gd name="T5" fmla="*/ 3 h 8"/>
                  <a:gd name="T6" fmla="*/ 3 w 7"/>
                  <a:gd name="T7" fmla="*/ 1 h 8"/>
                  <a:gd name="T8" fmla="*/ 7 w 7"/>
                  <a:gd name="T9" fmla="*/ 2 h 8"/>
                  <a:gd name="T10" fmla="*/ 5 w 7"/>
                  <a:gd name="T11" fmla="*/ 6 h 8"/>
                  <a:gd name="T12" fmla="*/ 2 w 7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7"/>
                      <a:pt x="1" y="7"/>
                      <a:pt x="0" y="7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4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1" name="Freeform 2553">
                <a:extLst>
                  <a:ext uri="{FF2B5EF4-FFF2-40B4-BE49-F238E27FC236}">
                    <a16:creationId xmlns:a16="http://schemas.microsoft.com/office/drawing/2014/main" id="{59FB471E-12E8-884B-AF00-FEE536037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246"/>
                <a:ext cx="4" cy="6"/>
              </a:xfrm>
              <a:custGeom>
                <a:avLst/>
                <a:gdLst>
                  <a:gd name="T0" fmla="*/ 1 w 10"/>
                  <a:gd name="T1" fmla="*/ 4 h 13"/>
                  <a:gd name="T2" fmla="*/ 1 w 10"/>
                  <a:gd name="T3" fmla="*/ 1 h 13"/>
                  <a:gd name="T4" fmla="*/ 4 w 10"/>
                  <a:gd name="T5" fmla="*/ 1 h 13"/>
                  <a:gd name="T6" fmla="*/ 5 w 10"/>
                  <a:gd name="T7" fmla="*/ 4 h 13"/>
                  <a:gd name="T8" fmla="*/ 8 w 10"/>
                  <a:gd name="T9" fmla="*/ 7 h 13"/>
                  <a:gd name="T10" fmla="*/ 8 w 10"/>
                  <a:gd name="T11" fmla="*/ 12 h 13"/>
                  <a:gd name="T12" fmla="*/ 3 w 10"/>
                  <a:gd name="T13" fmla="*/ 10 h 13"/>
                  <a:gd name="T14" fmla="*/ 1 w 10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3">
                    <a:moveTo>
                      <a:pt x="1" y="4"/>
                    </a:moveTo>
                    <a:cubicBezTo>
                      <a:pt x="1" y="3"/>
                      <a:pt x="0" y="1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6" y="5"/>
                      <a:pt x="7" y="6"/>
                      <a:pt x="8" y="7"/>
                    </a:cubicBezTo>
                    <a:cubicBezTo>
                      <a:pt x="9" y="7"/>
                      <a:pt x="10" y="11"/>
                      <a:pt x="8" y="12"/>
                    </a:cubicBezTo>
                    <a:cubicBezTo>
                      <a:pt x="7" y="13"/>
                      <a:pt x="4" y="11"/>
                      <a:pt x="3" y="10"/>
                    </a:cubicBezTo>
                    <a:cubicBezTo>
                      <a:pt x="0" y="8"/>
                      <a:pt x="1" y="6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2" name="Freeform 2554">
                <a:extLst>
                  <a:ext uri="{FF2B5EF4-FFF2-40B4-BE49-F238E27FC236}">
                    <a16:creationId xmlns:a16="http://schemas.microsoft.com/office/drawing/2014/main" id="{7EA00008-B478-934A-B59F-AB250D792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284"/>
                <a:ext cx="32" cy="22"/>
              </a:xfrm>
              <a:custGeom>
                <a:avLst/>
                <a:gdLst>
                  <a:gd name="T0" fmla="*/ 7 w 80"/>
                  <a:gd name="T1" fmla="*/ 37 h 55"/>
                  <a:gd name="T2" fmla="*/ 2 w 80"/>
                  <a:gd name="T3" fmla="*/ 32 h 55"/>
                  <a:gd name="T4" fmla="*/ 3 w 80"/>
                  <a:gd name="T5" fmla="*/ 26 h 55"/>
                  <a:gd name="T6" fmla="*/ 9 w 80"/>
                  <a:gd name="T7" fmla="*/ 22 h 55"/>
                  <a:gd name="T8" fmla="*/ 19 w 80"/>
                  <a:gd name="T9" fmla="*/ 23 h 55"/>
                  <a:gd name="T10" fmla="*/ 28 w 80"/>
                  <a:gd name="T11" fmla="*/ 21 h 55"/>
                  <a:gd name="T12" fmla="*/ 47 w 80"/>
                  <a:gd name="T13" fmla="*/ 7 h 55"/>
                  <a:gd name="T14" fmla="*/ 68 w 80"/>
                  <a:gd name="T15" fmla="*/ 2 h 55"/>
                  <a:gd name="T16" fmla="*/ 77 w 80"/>
                  <a:gd name="T17" fmla="*/ 0 h 55"/>
                  <a:gd name="T18" fmla="*/ 78 w 80"/>
                  <a:gd name="T19" fmla="*/ 5 h 55"/>
                  <a:gd name="T20" fmla="*/ 69 w 80"/>
                  <a:gd name="T21" fmla="*/ 15 h 55"/>
                  <a:gd name="T22" fmla="*/ 66 w 80"/>
                  <a:gd name="T23" fmla="*/ 22 h 55"/>
                  <a:gd name="T24" fmla="*/ 60 w 80"/>
                  <a:gd name="T25" fmla="*/ 29 h 55"/>
                  <a:gd name="T26" fmla="*/ 56 w 80"/>
                  <a:gd name="T27" fmla="*/ 37 h 55"/>
                  <a:gd name="T28" fmla="*/ 54 w 80"/>
                  <a:gd name="T29" fmla="*/ 42 h 55"/>
                  <a:gd name="T30" fmla="*/ 54 w 80"/>
                  <a:gd name="T31" fmla="*/ 49 h 55"/>
                  <a:gd name="T32" fmla="*/ 50 w 80"/>
                  <a:gd name="T33" fmla="*/ 54 h 55"/>
                  <a:gd name="T34" fmla="*/ 49 w 80"/>
                  <a:gd name="T35" fmla="*/ 46 h 55"/>
                  <a:gd name="T36" fmla="*/ 49 w 80"/>
                  <a:gd name="T37" fmla="*/ 43 h 55"/>
                  <a:gd name="T38" fmla="*/ 40 w 80"/>
                  <a:gd name="T39" fmla="*/ 41 h 55"/>
                  <a:gd name="T40" fmla="*/ 33 w 80"/>
                  <a:gd name="T41" fmla="*/ 39 h 55"/>
                  <a:gd name="T42" fmla="*/ 30 w 80"/>
                  <a:gd name="T43" fmla="*/ 34 h 55"/>
                  <a:gd name="T44" fmla="*/ 28 w 80"/>
                  <a:gd name="T45" fmla="*/ 28 h 55"/>
                  <a:gd name="T46" fmla="*/ 17 w 80"/>
                  <a:gd name="T47" fmla="*/ 31 h 55"/>
                  <a:gd name="T48" fmla="*/ 14 w 80"/>
                  <a:gd name="T49" fmla="*/ 35 h 55"/>
                  <a:gd name="T50" fmla="*/ 7 w 80"/>
                  <a:gd name="T51" fmla="*/ 3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0" h="55">
                    <a:moveTo>
                      <a:pt x="7" y="37"/>
                    </a:moveTo>
                    <a:cubicBezTo>
                      <a:pt x="5" y="36"/>
                      <a:pt x="4" y="34"/>
                      <a:pt x="2" y="32"/>
                    </a:cubicBezTo>
                    <a:cubicBezTo>
                      <a:pt x="0" y="30"/>
                      <a:pt x="2" y="28"/>
                      <a:pt x="3" y="26"/>
                    </a:cubicBezTo>
                    <a:cubicBezTo>
                      <a:pt x="4" y="24"/>
                      <a:pt x="6" y="22"/>
                      <a:pt x="9" y="22"/>
                    </a:cubicBezTo>
                    <a:cubicBezTo>
                      <a:pt x="13" y="23"/>
                      <a:pt x="15" y="24"/>
                      <a:pt x="19" y="23"/>
                    </a:cubicBezTo>
                    <a:cubicBezTo>
                      <a:pt x="22" y="23"/>
                      <a:pt x="25" y="22"/>
                      <a:pt x="28" y="21"/>
                    </a:cubicBezTo>
                    <a:cubicBezTo>
                      <a:pt x="35" y="18"/>
                      <a:pt x="41" y="12"/>
                      <a:pt x="47" y="7"/>
                    </a:cubicBezTo>
                    <a:cubicBezTo>
                      <a:pt x="53" y="3"/>
                      <a:pt x="60" y="3"/>
                      <a:pt x="68" y="2"/>
                    </a:cubicBezTo>
                    <a:cubicBezTo>
                      <a:pt x="71" y="2"/>
                      <a:pt x="74" y="0"/>
                      <a:pt x="77" y="0"/>
                    </a:cubicBezTo>
                    <a:cubicBezTo>
                      <a:pt x="80" y="0"/>
                      <a:pt x="79" y="3"/>
                      <a:pt x="78" y="5"/>
                    </a:cubicBezTo>
                    <a:cubicBezTo>
                      <a:pt x="75" y="8"/>
                      <a:pt x="72" y="11"/>
                      <a:pt x="69" y="15"/>
                    </a:cubicBezTo>
                    <a:cubicBezTo>
                      <a:pt x="68" y="17"/>
                      <a:pt x="67" y="20"/>
                      <a:pt x="66" y="22"/>
                    </a:cubicBezTo>
                    <a:cubicBezTo>
                      <a:pt x="64" y="25"/>
                      <a:pt x="61" y="27"/>
                      <a:pt x="60" y="29"/>
                    </a:cubicBezTo>
                    <a:cubicBezTo>
                      <a:pt x="58" y="31"/>
                      <a:pt x="57" y="34"/>
                      <a:pt x="56" y="37"/>
                    </a:cubicBezTo>
                    <a:cubicBezTo>
                      <a:pt x="56" y="39"/>
                      <a:pt x="55" y="41"/>
                      <a:pt x="54" y="42"/>
                    </a:cubicBezTo>
                    <a:cubicBezTo>
                      <a:pt x="54" y="45"/>
                      <a:pt x="55" y="47"/>
                      <a:pt x="54" y="49"/>
                    </a:cubicBezTo>
                    <a:cubicBezTo>
                      <a:pt x="54" y="50"/>
                      <a:pt x="52" y="55"/>
                      <a:pt x="50" y="54"/>
                    </a:cubicBezTo>
                    <a:cubicBezTo>
                      <a:pt x="49" y="53"/>
                      <a:pt x="49" y="48"/>
                      <a:pt x="49" y="46"/>
                    </a:cubicBezTo>
                    <a:cubicBezTo>
                      <a:pt x="49" y="45"/>
                      <a:pt x="49" y="44"/>
                      <a:pt x="49" y="43"/>
                    </a:cubicBezTo>
                    <a:cubicBezTo>
                      <a:pt x="46" y="42"/>
                      <a:pt x="43" y="41"/>
                      <a:pt x="40" y="41"/>
                    </a:cubicBezTo>
                    <a:cubicBezTo>
                      <a:pt x="37" y="41"/>
                      <a:pt x="35" y="41"/>
                      <a:pt x="33" y="39"/>
                    </a:cubicBezTo>
                    <a:cubicBezTo>
                      <a:pt x="31" y="38"/>
                      <a:pt x="30" y="36"/>
                      <a:pt x="30" y="34"/>
                    </a:cubicBezTo>
                    <a:cubicBezTo>
                      <a:pt x="29" y="32"/>
                      <a:pt x="30" y="29"/>
                      <a:pt x="28" y="28"/>
                    </a:cubicBezTo>
                    <a:cubicBezTo>
                      <a:pt x="24" y="27"/>
                      <a:pt x="19" y="29"/>
                      <a:pt x="17" y="31"/>
                    </a:cubicBezTo>
                    <a:cubicBezTo>
                      <a:pt x="16" y="32"/>
                      <a:pt x="15" y="34"/>
                      <a:pt x="14" y="35"/>
                    </a:cubicBezTo>
                    <a:cubicBezTo>
                      <a:pt x="12" y="37"/>
                      <a:pt x="9" y="38"/>
                      <a:pt x="7" y="3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3" name="Freeform 2555">
                <a:extLst>
                  <a:ext uri="{FF2B5EF4-FFF2-40B4-BE49-F238E27FC236}">
                    <a16:creationId xmlns:a16="http://schemas.microsoft.com/office/drawing/2014/main" id="{E423B1BB-48B4-5641-B168-5545B7573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299"/>
                <a:ext cx="4" cy="3"/>
              </a:xfrm>
              <a:custGeom>
                <a:avLst/>
                <a:gdLst>
                  <a:gd name="T0" fmla="*/ 1 w 10"/>
                  <a:gd name="T1" fmla="*/ 2 h 7"/>
                  <a:gd name="T2" fmla="*/ 1 w 10"/>
                  <a:gd name="T3" fmla="*/ 1 h 7"/>
                  <a:gd name="T4" fmla="*/ 3 w 10"/>
                  <a:gd name="T5" fmla="*/ 1 h 7"/>
                  <a:gd name="T6" fmla="*/ 3 w 10"/>
                  <a:gd name="T7" fmla="*/ 5 h 7"/>
                  <a:gd name="T8" fmla="*/ 1 w 10"/>
                  <a:gd name="T9" fmla="*/ 4 h 7"/>
                  <a:gd name="T10" fmla="*/ 1 w 10"/>
                  <a:gd name="T1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10" y="0"/>
                      <a:pt x="4" y="7"/>
                      <a:pt x="3" y="5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3"/>
                      <a:pt x="0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4" name="Freeform 2556">
                <a:extLst>
                  <a:ext uri="{FF2B5EF4-FFF2-40B4-BE49-F238E27FC236}">
                    <a16:creationId xmlns:a16="http://schemas.microsoft.com/office/drawing/2014/main" id="{09607866-A8A6-8549-A878-0FB8B7F96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300"/>
                <a:ext cx="3" cy="3"/>
              </a:xfrm>
              <a:custGeom>
                <a:avLst/>
                <a:gdLst>
                  <a:gd name="T0" fmla="*/ 1 w 7"/>
                  <a:gd name="T1" fmla="*/ 7 h 8"/>
                  <a:gd name="T2" fmla="*/ 0 w 7"/>
                  <a:gd name="T3" fmla="*/ 6 h 8"/>
                  <a:gd name="T4" fmla="*/ 0 w 7"/>
                  <a:gd name="T5" fmla="*/ 2 h 8"/>
                  <a:gd name="T6" fmla="*/ 5 w 7"/>
                  <a:gd name="T7" fmla="*/ 1 h 8"/>
                  <a:gd name="T8" fmla="*/ 6 w 7"/>
                  <a:gd name="T9" fmla="*/ 6 h 8"/>
                  <a:gd name="T10" fmla="*/ 5 w 7"/>
                  <a:gd name="T11" fmla="*/ 6 h 8"/>
                  <a:gd name="T12" fmla="*/ 1 w 7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1" y="7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4" y="0"/>
                      <a:pt x="5" y="1"/>
                    </a:cubicBezTo>
                    <a:cubicBezTo>
                      <a:pt x="6" y="2"/>
                      <a:pt x="7" y="5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7"/>
                      <a:pt x="2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5" name="Freeform 2557">
                <a:extLst>
                  <a:ext uri="{FF2B5EF4-FFF2-40B4-BE49-F238E27FC236}">
                    <a16:creationId xmlns:a16="http://schemas.microsoft.com/office/drawing/2014/main" id="{A00660FE-FE4F-C541-A3A9-E304ACB40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277"/>
                <a:ext cx="34" cy="25"/>
              </a:xfrm>
              <a:custGeom>
                <a:avLst/>
                <a:gdLst>
                  <a:gd name="T0" fmla="*/ 14 w 83"/>
                  <a:gd name="T1" fmla="*/ 51 h 62"/>
                  <a:gd name="T2" fmla="*/ 9 w 83"/>
                  <a:gd name="T3" fmla="*/ 53 h 62"/>
                  <a:gd name="T4" fmla="*/ 4 w 83"/>
                  <a:gd name="T5" fmla="*/ 46 h 62"/>
                  <a:gd name="T6" fmla="*/ 14 w 83"/>
                  <a:gd name="T7" fmla="*/ 40 h 62"/>
                  <a:gd name="T8" fmla="*/ 16 w 83"/>
                  <a:gd name="T9" fmla="*/ 29 h 62"/>
                  <a:gd name="T10" fmla="*/ 15 w 83"/>
                  <a:gd name="T11" fmla="*/ 22 h 62"/>
                  <a:gd name="T12" fmla="*/ 19 w 83"/>
                  <a:gd name="T13" fmla="*/ 18 h 62"/>
                  <a:gd name="T14" fmla="*/ 25 w 83"/>
                  <a:gd name="T15" fmla="*/ 30 h 62"/>
                  <a:gd name="T16" fmla="*/ 30 w 83"/>
                  <a:gd name="T17" fmla="*/ 28 h 62"/>
                  <a:gd name="T18" fmla="*/ 34 w 83"/>
                  <a:gd name="T19" fmla="*/ 29 h 62"/>
                  <a:gd name="T20" fmla="*/ 37 w 83"/>
                  <a:gd name="T21" fmla="*/ 22 h 62"/>
                  <a:gd name="T22" fmla="*/ 35 w 83"/>
                  <a:gd name="T23" fmla="*/ 15 h 62"/>
                  <a:gd name="T24" fmla="*/ 30 w 83"/>
                  <a:gd name="T25" fmla="*/ 12 h 62"/>
                  <a:gd name="T26" fmla="*/ 28 w 83"/>
                  <a:gd name="T27" fmla="*/ 4 h 62"/>
                  <a:gd name="T28" fmla="*/ 31 w 83"/>
                  <a:gd name="T29" fmla="*/ 1 h 62"/>
                  <a:gd name="T30" fmla="*/ 35 w 83"/>
                  <a:gd name="T31" fmla="*/ 6 h 62"/>
                  <a:gd name="T32" fmla="*/ 39 w 83"/>
                  <a:gd name="T33" fmla="*/ 13 h 62"/>
                  <a:gd name="T34" fmla="*/ 46 w 83"/>
                  <a:gd name="T35" fmla="*/ 16 h 62"/>
                  <a:gd name="T36" fmla="*/ 58 w 83"/>
                  <a:gd name="T37" fmla="*/ 26 h 62"/>
                  <a:gd name="T38" fmla="*/ 64 w 83"/>
                  <a:gd name="T39" fmla="*/ 30 h 62"/>
                  <a:gd name="T40" fmla="*/ 69 w 83"/>
                  <a:gd name="T41" fmla="*/ 34 h 62"/>
                  <a:gd name="T42" fmla="*/ 79 w 83"/>
                  <a:gd name="T43" fmla="*/ 37 h 62"/>
                  <a:gd name="T44" fmla="*/ 73 w 83"/>
                  <a:gd name="T45" fmla="*/ 43 h 62"/>
                  <a:gd name="T46" fmla="*/ 75 w 83"/>
                  <a:gd name="T47" fmla="*/ 47 h 62"/>
                  <a:gd name="T48" fmla="*/ 76 w 83"/>
                  <a:gd name="T49" fmla="*/ 61 h 62"/>
                  <a:gd name="T50" fmla="*/ 63 w 83"/>
                  <a:gd name="T51" fmla="*/ 53 h 62"/>
                  <a:gd name="T52" fmla="*/ 51 w 83"/>
                  <a:gd name="T53" fmla="*/ 50 h 62"/>
                  <a:gd name="T54" fmla="*/ 37 w 83"/>
                  <a:gd name="T55" fmla="*/ 49 h 62"/>
                  <a:gd name="T56" fmla="*/ 26 w 83"/>
                  <a:gd name="T57" fmla="*/ 55 h 62"/>
                  <a:gd name="T58" fmla="*/ 21 w 83"/>
                  <a:gd name="T59" fmla="*/ 57 h 62"/>
                  <a:gd name="T60" fmla="*/ 14 w 83"/>
                  <a:gd name="T6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3" h="62">
                    <a:moveTo>
                      <a:pt x="14" y="51"/>
                    </a:moveTo>
                    <a:cubicBezTo>
                      <a:pt x="12" y="52"/>
                      <a:pt x="11" y="53"/>
                      <a:pt x="9" y="53"/>
                    </a:cubicBezTo>
                    <a:cubicBezTo>
                      <a:pt x="6" y="52"/>
                      <a:pt x="0" y="49"/>
                      <a:pt x="4" y="46"/>
                    </a:cubicBezTo>
                    <a:cubicBezTo>
                      <a:pt x="7" y="44"/>
                      <a:pt x="11" y="43"/>
                      <a:pt x="14" y="40"/>
                    </a:cubicBezTo>
                    <a:cubicBezTo>
                      <a:pt x="17" y="37"/>
                      <a:pt x="18" y="33"/>
                      <a:pt x="16" y="29"/>
                    </a:cubicBezTo>
                    <a:cubicBezTo>
                      <a:pt x="15" y="27"/>
                      <a:pt x="15" y="24"/>
                      <a:pt x="15" y="22"/>
                    </a:cubicBezTo>
                    <a:cubicBezTo>
                      <a:pt x="15" y="20"/>
                      <a:pt x="17" y="17"/>
                      <a:pt x="19" y="18"/>
                    </a:cubicBezTo>
                    <a:cubicBezTo>
                      <a:pt x="22" y="20"/>
                      <a:pt x="21" y="32"/>
                      <a:pt x="25" y="30"/>
                    </a:cubicBezTo>
                    <a:cubicBezTo>
                      <a:pt x="26" y="29"/>
                      <a:pt x="28" y="28"/>
                      <a:pt x="30" y="28"/>
                    </a:cubicBezTo>
                    <a:cubicBezTo>
                      <a:pt x="31" y="28"/>
                      <a:pt x="32" y="30"/>
                      <a:pt x="34" y="29"/>
                    </a:cubicBezTo>
                    <a:cubicBezTo>
                      <a:pt x="36" y="28"/>
                      <a:pt x="37" y="24"/>
                      <a:pt x="37" y="22"/>
                    </a:cubicBezTo>
                    <a:cubicBezTo>
                      <a:pt x="37" y="19"/>
                      <a:pt x="37" y="16"/>
                      <a:pt x="35" y="15"/>
                    </a:cubicBezTo>
                    <a:cubicBezTo>
                      <a:pt x="33" y="14"/>
                      <a:pt x="31" y="14"/>
                      <a:pt x="30" y="12"/>
                    </a:cubicBezTo>
                    <a:cubicBezTo>
                      <a:pt x="28" y="10"/>
                      <a:pt x="28" y="7"/>
                      <a:pt x="28" y="4"/>
                    </a:cubicBezTo>
                    <a:cubicBezTo>
                      <a:pt x="28" y="3"/>
                      <a:pt x="29" y="0"/>
                      <a:pt x="31" y="1"/>
                    </a:cubicBezTo>
                    <a:cubicBezTo>
                      <a:pt x="32" y="1"/>
                      <a:pt x="34" y="5"/>
                      <a:pt x="35" y="6"/>
                    </a:cubicBezTo>
                    <a:cubicBezTo>
                      <a:pt x="36" y="8"/>
                      <a:pt x="37" y="11"/>
                      <a:pt x="39" y="13"/>
                    </a:cubicBezTo>
                    <a:cubicBezTo>
                      <a:pt x="41" y="14"/>
                      <a:pt x="43" y="15"/>
                      <a:pt x="46" y="16"/>
                    </a:cubicBezTo>
                    <a:cubicBezTo>
                      <a:pt x="51" y="18"/>
                      <a:pt x="54" y="23"/>
                      <a:pt x="58" y="26"/>
                    </a:cubicBezTo>
                    <a:cubicBezTo>
                      <a:pt x="60" y="27"/>
                      <a:pt x="62" y="29"/>
                      <a:pt x="64" y="30"/>
                    </a:cubicBezTo>
                    <a:cubicBezTo>
                      <a:pt x="66" y="32"/>
                      <a:pt x="67" y="33"/>
                      <a:pt x="69" y="34"/>
                    </a:cubicBezTo>
                    <a:cubicBezTo>
                      <a:pt x="72" y="34"/>
                      <a:pt x="82" y="32"/>
                      <a:pt x="79" y="37"/>
                    </a:cubicBezTo>
                    <a:cubicBezTo>
                      <a:pt x="77" y="39"/>
                      <a:pt x="75" y="41"/>
                      <a:pt x="73" y="43"/>
                    </a:cubicBezTo>
                    <a:cubicBezTo>
                      <a:pt x="72" y="45"/>
                      <a:pt x="74" y="46"/>
                      <a:pt x="75" y="47"/>
                    </a:cubicBezTo>
                    <a:cubicBezTo>
                      <a:pt x="78" y="50"/>
                      <a:pt x="83" y="58"/>
                      <a:pt x="76" y="61"/>
                    </a:cubicBezTo>
                    <a:cubicBezTo>
                      <a:pt x="72" y="62"/>
                      <a:pt x="67" y="55"/>
                      <a:pt x="63" y="53"/>
                    </a:cubicBezTo>
                    <a:cubicBezTo>
                      <a:pt x="59" y="50"/>
                      <a:pt x="55" y="50"/>
                      <a:pt x="51" y="50"/>
                    </a:cubicBezTo>
                    <a:cubicBezTo>
                      <a:pt x="46" y="50"/>
                      <a:pt x="42" y="49"/>
                      <a:pt x="37" y="49"/>
                    </a:cubicBezTo>
                    <a:cubicBezTo>
                      <a:pt x="33" y="50"/>
                      <a:pt x="30" y="53"/>
                      <a:pt x="26" y="55"/>
                    </a:cubicBezTo>
                    <a:cubicBezTo>
                      <a:pt x="24" y="55"/>
                      <a:pt x="22" y="57"/>
                      <a:pt x="21" y="57"/>
                    </a:cubicBezTo>
                    <a:cubicBezTo>
                      <a:pt x="17" y="56"/>
                      <a:pt x="18" y="51"/>
                      <a:pt x="14" y="5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6" name="Freeform 2558">
                <a:extLst>
                  <a:ext uri="{FF2B5EF4-FFF2-40B4-BE49-F238E27FC236}">
                    <a16:creationId xmlns:a16="http://schemas.microsoft.com/office/drawing/2014/main" id="{D8473ADA-2EF9-A142-B52A-444AF91A7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264"/>
                <a:ext cx="15" cy="18"/>
              </a:xfrm>
              <a:custGeom>
                <a:avLst/>
                <a:gdLst>
                  <a:gd name="T0" fmla="*/ 21 w 37"/>
                  <a:gd name="T1" fmla="*/ 44 h 45"/>
                  <a:gd name="T2" fmla="*/ 16 w 37"/>
                  <a:gd name="T3" fmla="*/ 42 h 45"/>
                  <a:gd name="T4" fmla="*/ 17 w 37"/>
                  <a:gd name="T5" fmla="*/ 37 h 45"/>
                  <a:gd name="T6" fmla="*/ 18 w 37"/>
                  <a:gd name="T7" fmla="*/ 32 h 45"/>
                  <a:gd name="T8" fmla="*/ 14 w 37"/>
                  <a:gd name="T9" fmla="*/ 32 h 45"/>
                  <a:gd name="T10" fmla="*/ 9 w 37"/>
                  <a:gd name="T11" fmla="*/ 36 h 45"/>
                  <a:gd name="T12" fmla="*/ 9 w 37"/>
                  <a:gd name="T13" fmla="*/ 36 h 45"/>
                  <a:gd name="T14" fmla="*/ 8 w 37"/>
                  <a:gd name="T15" fmla="*/ 36 h 45"/>
                  <a:gd name="T16" fmla="*/ 5 w 37"/>
                  <a:gd name="T17" fmla="*/ 37 h 45"/>
                  <a:gd name="T18" fmla="*/ 2 w 37"/>
                  <a:gd name="T19" fmla="*/ 37 h 45"/>
                  <a:gd name="T20" fmla="*/ 4 w 37"/>
                  <a:gd name="T21" fmla="*/ 33 h 45"/>
                  <a:gd name="T22" fmla="*/ 6 w 37"/>
                  <a:gd name="T23" fmla="*/ 30 h 45"/>
                  <a:gd name="T24" fmla="*/ 8 w 37"/>
                  <a:gd name="T25" fmla="*/ 24 h 45"/>
                  <a:gd name="T26" fmla="*/ 8 w 37"/>
                  <a:gd name="T27" fmla="*/ 17 h 45"/>
                  <a:gd name="T28" fmla="*/ 8 w 37"/>
                  <a:gd name="T29" fmla="*/ 13 h 45"/>
                  <a:gd name="T30" fmla="*/ 6 w 37"/>
                  <a:gd name="T31" fmla="*/ 10 h 45"/>
                  <a:gd name="T32" fmla="*/ 2 w 37"/>
                  <a:gd name="T33" fmla="*/ 6 h 45"/>
                  <a:gd name="T34" fmla="*/ 1 w 37"/>
                  <a:gd name="T35" fmla="*/ 2 h 45"/>
                  <a:gd name="T36" fmla="*/ 9 w 37"/>
                  <a:gd name="T37" fmla="*/ 2 h 45"/>
                  <a:gd name="T38" fmla="*/ 10 w 37"/>
                  <a:gd name="T39" fmla="*/ 5 h 45"/>
                  <a:gd name="T40" fmla="*/ 16 w 37"/>
                  <a:gd name="T41" fmla="*/ 14 h 45"/>
                  <a:gd name="T42" fmla="*/ 21 w 37"/>
                  <a:gd name="T43" fmla="*/ 22 h 45"/>
                  <a:gd name="T44" fmla="*/ 27 w 37"/>
                  <a:gd name="T45" fmla="*/ 25 h 45"/>
                  <a:gd name="T46" fmla="*/ 33 w 37"/>
                  <a:gd name="T47" fmla="*/ 28 h 45"/>
                  <a:gd name="T48" fmla="*/ 34 w 37"/>
                  <a:gd name="T49" fmla="*/ 31 h 45"/>
                  <a:gd name="T50" fmla="*/ 29 w 37"/>
                  <a:gd name="T51" fmla="*/ 33 h 45"/>
                  <a:gd name="T52" fmla="*/ 25 w 37"/>
                  <a:gd name="T53" fmla="*/ 36 h 45"/>
                  <a:gd name="T54" fmla="*/ 21 w 37"/>
                  <a:gd name="T55" fmla="*/ 4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7" h="45">
                    <a:moveTo>
                      <a:pt x="21" y="44"/>
                    </a:moveTo>
                    <a:cubicBezTo>
                      <a:pt x="19" y="44"/>
                      <a:pt x="17" y="45"/>
                      <a:pt x="16" y="42"/>
                    </a:cubicBezTo>
                    <a:cubicBezTo>
                      <a:pt x="16" y="41"/>
                      <a:pt x="16" y="39"/>
                      <a:pt x="17" y="37"/>
                    </a:cubicBezTo>
                    <a:cubicBezTo>
                      <a:pt x="17" y="36"/>
                      <a:pt x="18" y="33"/>
                      <a:pt x="18" y="32"/>
                    </a:cubicBezTo>
                    <a:cubicBezTo>
                      <a:pt x="17" y="30"/>
                      <a:pt x="15" y="32"/>
                      <a:pt x="14" y="32"/>
                    </a:cubicBezTo>
                    <a:cubicBezTo>
                      <a:pt x="13" y="34"/>
                      <a:pt x="10" y="35"/>
                      <a:pt x="9" y="36"/>
                    </a:cubicBezTo>
                    <a:cubicBezTo>
                      <a:pt x="8" y="36"/>
                      <a:pt x="9" y="36"/>
                      <a:pt x="9" y="36"/>
                    </a:cubicBezTo>
                    <a:cubicBezTo>
                      <a:pt x="9" y="36"/>
                      <a:pt x="8" y="36"/>
                      <a:pt x="8" y="36"/>
                    </a:cubicBezTo>
                    <a:cubicBezTo>
                      <a:pt x="7" y="37"/>
                      <a:pt x="6" y="37"/>
                      <a:pt x="5" y="37"/>
                    </a:cubicBezTo>
                    <a:cubicBezTo>
                      <a:pt x="5" y="37"/>
                      <a:pt x="3" y="37"/>
                      <a:pt x="2" y="37"/>
                    </a:cubicBezTo>
                    <a:cubicBezTo>
                      <a:pt x="2" y="35"/>
                      <a:pt x="3" y="34"/>
                      <a:pt x="4" y="33"/>
                    </a:cubicBezTo>
                    <a:cubicBezTo>
                      <a:pt x="4" y="31"/>
                      <a:pt x="5" y="31"/>
                      <a:pt x="6" y="30"/>
                    </a:cubicBezTo>
                    <a:cubicBezTo>
                      <a:pt x="8" y="28"/>
                      <a:pt x="8" y="26"/>
                      <a:pt x="8" y="24"/>
                    </a:cubicBezTo>
                    <a:cubicBezTo>
                      <a:pt x="8" y="21"/>
                      <a:pt x="9" y="19"/>
                      <a:pt x="8" y="17"/>
                    </a:cubicBezTo>
                    <a:cubicBezTo>
                      <a:pt x="8" y="16"/>
                      <a:pt x="8" y="15"/>
                      <a:pt x="8" y="13"/>
                    </a:cubicBezTo>
                    <a:cubicBezTo>
                      <a:pt x="7" y="12"/>
                      <a:pt x="7" y="11"/>
                      <a:pt x="6" y="10"/>
                    </a:cubicBezTo>
                    <a:cubicBezTo>
                      <a:pt x="5" y="8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2" y="1"/>
                      <a:pt x="7" y="0"/>
                      <a:pt x="9" y="2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2" y="9"/>
                      <a:pt x="15" y="11"/>
                      <a:pt x="16" y="14"/>
                    </a:cubicBezTo>
                    <a:cubicBezTo>
                      <a:pt x="17" y="18"/>
                      <a:pt x="18" y="20"/>
                      <a:pt x="21" y="22"/>
                    </a:cubicBezTo>
                    <a:cubicBezTo>
                      <a:pt x="23" y="23"/>
                      <a:pt x="25" y="24"/>
                      <a:pt x="27" y="25"/>
                    </a:cubicBezTo>
                    <a:cubicBezTo>
                      <a:pt x="30" y="27"/>
                      <a:pt x="31" y="28"/>
                      <a:pt x="33" y="28"/>
                    </a:cubicBezTo>
                    <a:cubicBezTo>
                      <a:pt x="37" y="28"/>
                      <a:pt x="36" y="30"/>
                      <a:pt x="34" y="31"/>
                    </a:cubicBezTo>
                    <a:cubicBezTo>
                      <a:pt x="32" y="32"/>
                      <a:pt x="30" y="32"/>
                      <a:pt x="29" y="33"/>
                    </a:cubicBezTo>
                    <a:cubicBezTo>
                      <a:pt x="27" y="33"/>
                      <a:pt x="26" y="35"/>
                      <a:pt x="25" y="36"/>
                    </a:cubicBezTo>
                    <a:cubicBezTo>
                      <a:pt x="25" y="39"/>
                      <a:pt x="24" y="44"/>
                      <a:pt x="21" y="4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7" name="Freeform 2559">
                <a:extLst>
                  <a:ext uri="{FF2B5EF4-FFF2-40B4-BE49-F238E27FC236}">
                    <a16:creationId xmlns:a16="http://schemas.microsoft.com/office/drawing/2014/main" id="{37E0A0C4-1232-6748-BBC1-52C35FB3D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208"/>
                <a:ext cx="41" cy="49"/>
              </a:xfrm>
              <a:custGeom>
                <a:avLst/>
                <a:gdLst>
                  <a:gd name="T0" fmla="*/ 44 w 101"/>
                  <a:gd name="T1" fmla="*/ 106 h 119"/>
                  <a:gd name="T2" fmla="*/ 63 w 101"/>
                  <a:gd name="T3" fmla="*/ 90 h 119"/>
                  <a:gd name="T4" fmla="*/ 72 w 101"/>
                  <a:gd name="T5" fmla="*/ 92 h 119"/>
                  <a:gd name="T6" fmla="*/ 82 w 101"/>
                  <a:gd name="T7" fmla="*/ 91 h 119"/>
                  <a:gd name="T8" fmla="*/ 83 w 101"/>
                  <a:gd name="T9" fmla="*/ 95 h 119"/>
                  <a:gd name="T10" fmla="*/ 89 w 101"/>
                  <a:gd name="T11" fmla="*/ 96 h 119"/>
                  <a:gd name="T12" fmla="*/ 85 w 101"/>
                  <a:gd name="T13" fmla="*/ 104 h 119"/>
                  <a:gd name="T14" fmla="*/ 92 w 101"/>
                  <a:gd name="T15" fmla="*/ 108 h 119"/>
                  <a:gd name="T16" fmla="*/ 99 w 101"/>
                  <a:gd name="T17" fmla="*/ 98 h 119"/>
                  <a:gd name="T18" fmla="*/ 95 w 101"/>
                  <a:gd name="T19" fmla="*/ 82 h 119"/>
                  <a:gd name="T20" fmla="*/ 76 w 101"/>
                  <a:gd name="T21" fmla="*/ 70 h 119"/>
                  <a:gd name="T22" fmla="*/ 84 w 101"/>
                  <a:gd name="T23" fmla="*/ 49 h 119"/>
                  <a:gd name="T24" fmla="*/ 91 w 101"/>
                  <a:gd name="T25" fmla="*/ 30 h 119"/>
                  <a:gd name="T26" fmla="*/ 83 w 101"/>
                  <a:gd name="T27" fmla="*/ 27 h 119"/>
                  <a:gd name="T28" fmla="*/ 82 w 101"/>
                  <a:gd name="T29" fmla="*/ 27 h 119"/>
                  <a:gd name="T30" fmla="*/ 77 w 101"/>
                  <a:gd name="T31" fmla="*/ 26 h 119"/>
                  <a:gd name="T32" fmla="*/ 63 w 101"/>
                  <a:gd name="T33" fmla="*/ 26 h 119"/>
                  <a:gd name="T34" fmla="*/ 51 w 101"/>
                  <a:gd name="T35" fmla="*/ 20 h 119"/>
                  <a:gd name="T36" fmla="*/ 52 w 101"/>
                  <a:gd name="T37" fmla="*/ 8 h 119"/>
                  <a:gd name="T38" fmla="*/ 47 w 101"/>
                  <a:gd name="T39" fmla="*/ 2 h 119"/>
                  <a:gd name="T40" fmla="*/ 32 w 101"/>
                  <a:gd name="T41" fmla="*/ 7 h 119"/>
                  <a:gd name="T42" fmla="*/ 18 w 101"/>
                  <a:gd name="T43" fmla="*/ 14 h 119"/>
                  <a:gd name="T44" fmla="*/ 7 w 101"/>
                  <a:gd name="T45" fmla="*/ 32 h 119"/>
                  <a:gd name="T46" fmla="*/ 24 w 101"/>
                  <a:gd name="T47" fmla="*/ 14 h 119"/>
                  <a:gd name="T48" fmla="*/ 25 w 101"/>
                  <a:gd name="T49" fmla="*/ 22 h 119"/>
                  <a:gd name="T50" fmla="*/ 31 w 101"/>
                  <a:gd name="T51" fmla="*/ 29 h 119"/>
                  <a:gd name="T52" fmla="*/ 43 w 101"/>
                  <a:gd name="T53" fmla="*/ 20 h 119"/>
                  <a:gd name="T54" fmla="*/ 63 w 101"/>
                  <a:gd name="T55" fmla="*/ 35 h 119"/>
                  <a:gd name="T56" fmla="*/ 63 w 101"/>
                  <a:gd name="T57" fmla="*/ 52 h 119"/>
                  <a:gd name="T58" fmla="*/ 49 w 101"/>
                  <a:gd name="T59" fmla="*/ 40 h 119"/>
                  <a:gd name="T60" fmla="*/ 40 w 101"/>
                  <a:gd name="T61" fmla="*/ 43 h 119"/>
                  <a:gd name="T62" fmla="*/ 30 w 101"/>
                  <a:gd name="T63" fmla="*/ 35 h 119"/>
                  <a:gd name="T64" fmla="*/ 17 w 101"/>
                  <a:gd name="T65" fmla="*/ 36 h 119"/>
                  <a:gd name="T66" fmla="*/ 9 w 101"/>
                  <a:gd name="T67" fmla="*/ 37 h 119"/>
                  <a:gd name="T68" fmla="*/ 14 w 101"/>
                  <a:gd name="T69" fmla="*/ 43 h 119"/>
                  <a:gd name="T70" fmla="*/ 18 w 101"/>
                  <a:gd name="T71" fmla="*/ 57 h 119"/>
                  <a:gd name="T72" fmla="*/ 7 w 101"/>
                  <a:gd name="T73" fmla="*/ 67 h 119"/>
                  <a:gd name="T74" fmla="*/ 17 w 101"/>
                  <a:gd name="T75" fmla="*/ 77 h 119"/>
                  <a:gd name="T76" fmla="*/ 3 w 101"/>
                  <a:gd name="T77" fmla="*/ 79 h 119"/>
                  <a:gd name="T78" fmla="*/ 1 w 101"/>
                  <a:gd name="T79" fmla="*/ 86 h 119"/>
                  <a:gd name="T80" fmla="*/ 11 w 101"/>
                  <a:gd name="T81" fmla="*/ 100 h 119"/>
                  <a:gd name="T82" fmla="*/ 25 w 101"/>
                  <a:gd name="T83" fmla="*/ 106 h 119"/>
                  <a:gd name="T84" fmla="*/ 29 w 101"/>
                  <a:gd name="T85" fmla="*/ 115 h 119"/>
                  <a:gd name="T86" fmla="*/ 42 w 101"/>
                  <a:gd name="T87" fmla="*/ 119 h 119"/>
                  <a:gd name="T88" fmla="*/ 42 w 101"/>
                  <a:gd name="T89" fmla="*/ 113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1" h="119">
                    <a:moveTo>
                      <a:pt x="39" y="108"/>
                    </a:moveTo>
                    <a:cubicBezTo>
                      <a:pt x="40" y="106"/>
                      <a:pt x="43" y="106"/>
                      <a:pt x="44" y="106"/>
                    </a:cubicBezTo>
                    <a:cubicBezTo>
                      <a:pt x="50" y="105"/>
                      <a:pt x="49" y="100"/>
                      <a:pt x="52" y="95"/>
                    </a:cubicBezTo>
                    <a:cubicBezTo>
                      <a:pt x="54" y="91"/>
                      <a:pt x="59" y="92"/>
                      <a:pt x="63" y="90"/>
                    </a:cubicBezTo>
                    <a:cubicBezTo>
                      <a:pt x="64" y="89"/>
                      <a:pt x="66" y="88"/>
                      <a:pt x="67" y="88"/>
                    </a:cubicBezTo>
                    <a:cubicBezTo>
                      <a:pt x="69" y="88"/>
                      <a:pt x="71" y="90"/>
                      <a:pt x="72" y="92"/>
                    </a:cubicBezTo>
                    <a:cubicBezTo>
                      <a:pt x="73" y="93"/>
                      <a:pt x="74" y="95"/>
                      <a:pt x="76" y="95"/>
                    </a:cubicBezTo>
                    <a:cubicBezTo>
                      <a:pt x="78" y="94"/>
                      <a:pt x="80" y="92"/>
                      <a:pt x="82" y="91"/>
                    </a:cubicBezTo>
                    <a:cubicBezTo>
                      <a:pt x="82" y="90"/>
                      <a:pt x="86" y="87"/>
                      <a:pt x="87" y="89"/>
                    </a:cubicBezTo>
                    <a:cubicBezTo>
                      <a:pt x="88" y="90"/>
                      <a:pt x="84" y="94"/>
                      <a:pt x="83" y="95"/>
                    </a:cubicBezTo>
                    <a:cubicBezTo>
                      <a:pt x="82" y="96"/>
                      <a:pt x="79" y="98"/>
                      <a:pt x="82" y="98"/>
                    </a:cubicBezTo>
                    <a:cubicBezTo>
                      <a:pt x="84" y="98"/>
                      <a:pt x="87" y="96"/>
                      <a:pt x="89" y="96"/>
                    </a:cubicBezTo>
                    <a:cubicBezTo>
                      <a:pt x="92" y="96"/>
                      <a:pt x="89" y="98"/>
                      <a:pt x="88" y="99"/>
                    </a:cubicBezTo>
                    <a:cubicBezTo>
                      <a:pt x="88" y="100"/>
                      <a:pt x="85" y="102"/>
                      <a:pt x="85" y="104"/>
                    </a:cubicBezTo>
                    <a:cubicBezTo>
                      <a:pt x="85" y="105"/>
                      <a:pt x="88" y="105"/>
                      <a:pt x="89" y="105"/>
                    </a:cubicBezTo>
                    <a:cubicBezTo>
                      <a:pt x="90" y="106"/>
                      <a:pt x="91" y="107"/>
                      <a:pt x="92" y="108"/>
                    </a:cubicBezTo>
                    <a:cubicBezTo>
                      <a:pt x="96" y="112"/>
                      <a:pt x="98" y="107"/>
                      <a:pt x="99" y="104"/>
                    </a:cubicBezTo>
                    <a:cubicBezTo>
                      <a:pt x="99" y="102"/>
                      <a:pt x="99" y="100"/>
                      <a:pt x="99" y="98"/>
                    </a:cubicBezTo>
                    <a:cubicBezTo>
                      <a:pt x="100" y="96"/>
                      <a:pt x="101" y="94"/>
                      <a:pt x="101" y="92"/>
                    </a:cubicBezTo>
                    <a:cubicBezTo>
                      <a:pt x="101" y="88"/>
                      <a:pt x="98" y="84"/>
                      <a:pt x="95" y="82"/>
                    </a:cubicBezTo>
                    <a:cubicBezTo>
                      <a:pt x="92" y="79"/>
                      <a:pt x="87" y="79"/>
                      <a:pt x="83" y="78"/>
                    </a:cubicBezTo>
                    <a:cubicBezTo>
                      <a:pt x="79" y="77"/>
                      <a:pt x="78" y="74"/>
                      <a:pt x="76" y="70"/>
                    </a:cubicBezTo>
                    <a:cubicBezTo>
                      <a:pt x="75" y="66"/>
                      <a:pt x="73" y="62"/>
                      <a:pt x="76" y="58"/>
                    </a:cubicBezTo>
                    <a:cubicBezTo>
                      <a:pt x="78" y="54"/>
                      <a:pt x="81" y="51"/>
                      <a:pt x="84" y="49"/>
                    </a:cubicBezTo>
                    <a:cubicBezTo>
                      <a:pt x="88" y="46"/>
                      <a:pt x="94" y="43"/>
                      <a:pt x="94" y="37"/>
                    </a:cubicBezTo>
                    <a:cubicBezTo>
                      <a:pt x="94" y="34"/>
                      <a:pt x="93" y="32"/>
                      <a:pt x="91" y="30"/>
                    </a:cubicBezTo>
                    <a:cubicBezTo>
                      <a:pt x="90" y="29"/>
                      <a:pt x="88" y="28"/>
                      <a:pt x="87" y="28"/>
                    </a:cubicBezTo>
                    <a:cubicBezTo>
                      <a:pt x="86" y="28"/>
                      <a:pt x="84" y="28"/>
                      <a:pt x="83" y="27"/>
                    </a:cubicBezTo>
                    <a:cubicBezTo>
                      <a:pt x="82" y="27"/>
                      <a:pt x="83" y="27"/>
                      <a:pt x="83" y="27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1" y="26"/>
                      <a:pt x="81" y="26"/>
                      <a:pt x="80" y="26"/>
                    </a:cubicBezTo>
                    <a:cubicBezTo>
                      <a:pt x="79" y="26"/>
                      <a:pt x="78" y="26"/>
                      <a:pt x="77" y="26"/>
                    </a:cubicBezTo>
                    <a:cubicBezTo>
                      <a:pt x="74" y="26"/>
                      <a:pt x="72" y="25"/>
                      <a:pt x="69" y="26"/>
                    </a:cubicBezTo>
                    <a:cubicBezTo>
                      <a:pt x="67" y="26"/>
                      <a:pt x="65" y="26"/>
                      <a:pt x="63" y="26"/>
                    </a:cubicBezTo>
                    <a:cubicBezTo>
                      <a:pt x="60" y="26"/>
                      <a:pt x="57" y="27"/>
                      <a:pt x="55" y="26"/>
                    </a:cubicBezTo>
                    <a:cubicBezTo>
                      <a:pt x="51" y="26"/>
                      <a:pt x="51" y="23"/>
                      <a:pt x="51" y="20"/>
                    </a:cubicBezTo>
                    <a:cubicBezTo>
                      <a:pt x="49" y="19"/>
                      <a:pt x="46" y="17"/>
                      <a:pt x="46" y="14"/>
                    </a:cubicBezTo>
                    <a:cubicBezTo>
                      <a:pt x="47" y="11"/>
                      <a:pt x="50" y="9"/>
                      <a:pt x="52" y="8"/>
                    </a:cubicBezTo>
                    <a:cubicBezTo>
                      <a:pt x="54" y="7"/>
                      <a:pt x="57" y="5"/>
                      <a:pt x="56" y="3"/>
                    </a:cubicBezTo>
                    <a:cubicBezTo>
                      <a:pt x="54" y="0"/>
                      <a:pt x="50" y="2"/>
                      <a:pt x="47" y="2"/>
                    </a:cubicBezTo>
                    <a:cubicBezTo>
                      <a:pt x="44" y="3"/>
                      <a:pt x="42" y="4"/>
                      <a:pt x="38" y="5"/>
                    </a:cubicBezTo>
                    <a:cubicBezTo>
                      <a:pt x="36" y="5"/>
                      <a:pt x="34" y="6"/>
                      <a:pt x="32" y="7"/>
                    </a:cubicBezTo>
                    <a:cubicBezTo>
                      <a:pt x="29" y="8"/>
                      <a:pt x="26" y="8"/>
                      <a:pt x="23" y="9"/>
                    </a:cubicBezTo>
                    <a:cubicBezTo>
                      <a:pt x="20" y="10"/>
                      <a:pt x="18" y="11"/>
                      <a:pt x="18" y="14"/>
                    </a:cubicBezTo>
                    <a:cubicBezTo>
                      <a:pt x="17" y="18"/>
                      <a:pt x="17" y="21"/>
                      <a:pt x="14" y="24"/>
                    </a:cubicBezTo>
                    <a:cubicBezTo>
                      <a:pt x="11" y="27"/>
                      <a:pt x="9" y="29"/>
                      <a:pt x="7" y="32"/>
                    </a:cubicBezTo>
                    <a:cubicBezTo>
                      <a:pt x="11" y="30"/>
                      <a:pt x="15" y="28"/>
                      <a:pt x="17" y="24"/>
                    </a:cubicBezTo>
                    <a:cubicBezTo>
                      <a:pt x="19" y="20"/>
                      <a:pt x="20" y="16"/>
                      <a:pt x="24" y="14"/>
                    </a:cubicBezTo>
                    <a:cubicBezTo>
                      <a:pt x="26" y="13"/>
                      <a:pt x="30" y="13"/>
                      <a:pt x="29" y="17"/>
                    </a:cubicBezTo>
                    <a:cubicBezTo>
                      <a:pt x="28" y="19"/>
                      <a:pt x="26" y="21"/>
                      <a:pt x="25" y="22"/>
                    </a:cubicBezTo>
                    <a:cubicBezTo>
                      <a:pt x="24" y="24"/>
                      <a:pt x="23" y="26"/>
                      <a:pt x="23" y="28"/>
                    </a:cubicBezTo>
                    <a:cubicBezTo>
                      <a:pt x="23" y="31"/>
                      <a:pt x="29" y="29"/>
                      <a:pt x="31" y="29"/>
                    </a:cubicBezTo>
                    <a:cubicBezTo>
                      <a:pt x="34" y="29"/>
                      <a:pt x="38" y="29"/>
                      <a:pt x="39" y="26"/>
                    </a:cubicBezTo>
                    <a:cubicBezTo>
                      <a:pt x="40" y="24"/>
                      <a:pt x="40" y="20"/>
                      <a:pt x="43" y="20"/>
                    </a:cubicBezTo>
                    <a:cubicBezTo>
                      <a:pt x="46" y="21"/>
                      <a:pt x="47" y="26"/>
                      <a:pt x="48" y="28"/>
                    </a:cubicBezTo>
                    <a:cubicBezTo>
                      <a:pt x="51" y="34"/>
                      <a:pt x="57" y="33"/>
                      <a:pt x="63" y="35"/>
                    </a:cubicBezTo>
                    <a:cubicBezTo>
                      <a:pt x="66" y="36"/>
                      <a:pt x="67" y="40"/>
                      <a:pt x="67" y="43"/>
                    </a:cubicBezTo>
                    <a:cubicBezTo>
                      <a:pt x="67" y="47"/>
                      <a:pt x="66" y="50"/>
                      <a:pt x="63" y="52"/>
                    </a:cubicBezTo>
                    <a:cubicBezTo>
                      <a:pt x="60" y="54"/>
                      <a:pt x="55" y="57"/>
                      <a:pt x="53" y="53"/>
                    </a:cubicBezTo>
                    <a:cubicBezTo>
                      <a:pt x="51" y="49"/>
                      <a:pt x="52" y="44"/>
                      <a:pt x="49" y="40"/>
                    </a:cubicBezTo>
                    <a:cubicBezTo>
                      <a:pt x="49" y="38"/>
                      <a:pt x="46" y="35"/>
                      <a:pt x="45" y="37"/>
                    </a:cubicBezTo>
                    <a:cubicBezTo>
                      <a:pt x="43" y="38"/>
                      <a:pt x="43" y="43"/>
                      <a:pt x="40" y="43"/>
                    </a:cubicBezTo>
                    <a:cubicBezTo>
                      <a:pt x="38" y="43"/>
                      <a:pt x="37" y="36"/>
                      <a:pt x="36" y="35"/>
                    </a:cubicBezTo>
                    <a:cubicBezTo>
                      <a:pt x="35" y="32"/>
                      <a:pt x="32" y="34"/>
                      <a:pt x="30" y="35"/>
                    </a:cubicBezTo>
                    <a:cubicBezTo>
                      <a:pt x="29" y="37"/>
                      <a:pt x="27" y="39"/>
                      <a:pt x="25" y="39"/>
                    </a:cubicBezTo>
                    <a:cubicBezTo>
                      <a:pt x="22" y="39"/>
                      <a:pt x="20" y="36"/>
                      <a:pt x="17" y="36"/>
                    </a:cubicBezTo>
                    <a:cubicBezTo>
                      <a:pt x="16" y="36"/>
                      <a:pt x="15" y="37"/>
                      <a:pt x="14" y="37"/>
                    </a:cubicBezTo>
                    <a:cubicBezTo>
                      <a:pt x="12" y="37"/>
                      <a:pt x="11" y="37"/>
                      <a:pt x="9" y="37"/>
                    </a:cubicBezTo>
                    <a:cubicBezTo>
                      <a:pt x="7" y="36"/>
                      <a:pt x="2" y="36"/>
                      <a:pt x="4" y="40"/>
                    </a:cubicBezTo>
                    <a:cubicBezTo>
                      <a:pt x="7" y="43"/>
                      <a:pt x="11" y="42"/>
                      <a:pt x="14" y="43"/>
                    </a:cubicBezTo>
                    <a:cubicBezTo>
                      <a:pt x="17" y="44"/>
                      <a:pt x="18" y="47"/>
                      <a:pt x="19" y="49"/>
                    </a:cubicBezTo>
                    <a:cubicBezTo>
                      <a:pt x="20" y="52"/>
                      <a:pt x="21" y="54"/>
                      <a:pt x="18" y="57"/>
                    </a:cubicBezTo>
                    <a:cubicBezTo>
                      <a:pt x="15" y="60"/>
                      <a:pt x="11" y="59"/>
                      <a:pt x="7" y="60"/>
                    </a:cubicBezTo>
                    <a:cubicBezTo>
                      <a:pt x="3" y="62"/>
                      <a:pt x="2" y="66"/>
                      <a:pt x="7" y="67"/>
                    </a:cubicBezTo>
                    <a:cubicBezTo>
                      <a:pt x="10" y="67"/>
                      <a:pt x="17" y="65"/>
                      <a:pt x="19" y="69"/>
                    </a:cubicBezTo>
                    <a:cubicBezTo>
                      <a:pt x="20" y="71"/>
                      <a:pt x="19" y="75"/>
                      <a:pt x="17" y="77"/>
                    </a:cubicBezTo>
                    <a:cubicBezTo>
                      <a:pt x="15" y="77"/>
                      <a:pt x="13" y="77"/>
                      <a:pt x="11" y="78"/>
                    </a:cubicBezTo>
                    <a:cubicBezTo>
                      <a:pt x="8" y="78"/>
                      <a:pt x="6" y="78"/>
                      <a:pt x="3" y="79"/>
                    </a:cubicBezTo>
                    <a:cubicBezTo>
                      <a:pt x="2" y="80"/>
                      <a:pt x="0" y="81"/>
                      <a:pt x="0" y="83"/>
                    </a:cubicBezTo>
                    <a:cubicBezTo>
                      <a:pt x="0" y="84"/>
                      <a:pt x="1" y="85"/>
                      <a:pt x="1" y="86"/>
                    </a:cubicBezTo>
                    <a:cubicBezTo>
                      <a:pt x="2" y="89"/>
                      <a:pt x="1" y="92"/>
                      <a:pt x="2" y="95"/>
                    </a:cubicBezTo>
                    <a:cubicBezTo>
                      <a:pt x="3" y="99"/>
                      <a:pt x="8" y="100"/>
                      <a:pt x="11" y="100"/>
                    </a:cubicBezTo>
                    <a:cubicBezTo>
                      <a:pt x="15" y="101"/>
                      <a:pt x="15" y="103"/>
                      <a:pt x="17" y="105"/>
                    </a:cubicBezTo>
                    <a:cubicBezTo>
                      <a:pt x="19" y="108"/>
                      <a:pt x="22" y="107"/>
                      <a:pt x="25" y="106"/>
                    </a:cubicBezTo>
                    <a:cubicBezTo>
                      <a:pt x="27" y="106"/>
                      <a:pt x="30" y="107"/>
                      <a:pt x="31" y="109"/>
                    </a:cubicBezTo>
                    <a:cubicBezTo>
                      <a:pt x="31" y="111"/>
                      <a:pt x="28" y="113"/>
                      <a:pt x="29" y="115"/>
                    </a:cubicBezTo>
                    <a:cubicBezTo>
                      <a:pt x="30" y="118"/>
                      <a:pt x="33" y="118"/>
                      <a:pt x="36" y="118"/>
                    </a:cubicBezTo>
                    <a:cubicBezTo>
                      <a:pt x="38" y="118"/>
                      <a:pt x="40" y="119"/>
                      <a:pt x="42" y="119"/>
                    </a:cubicBezTo>
                    <a:cubicBezTo>
                      <a:pt x="44" y="119"/>
                      <a:pt x="48" y="117"/>
                      <a:pt x="45" y="115"/>
                    </a:cubicBezTo>
                    <a:cubicBezTo>
                      <a:pt x="44" y="114"/>
                      <a:pt x="43" y="114"/>
                      <a:pt x="42" y="113"/>
                    </a:cubicBezTo>
                    <a:cubicBezTo>
                      <a:pt x="40" y="112"/>
                      <a:pt x="38" y="110"/>
                      <a:pt x="39" y="10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8" name="Freeform 2560">
                <a:extLst>
                  <a:ext uri="{FF2B5EF4-FFF2-40B4-BE49-F238E27FC236}">
                    <a16:creationId xmlns:a16="http://schemas.microsoft.com/office/drawing/2014/main" id="{C0AAF3D6-7FC5-2544-B232-AE6C8D0BC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228"/>
                <a:ext cx="6" cy="4"/>
              </a:xfrm>
              <a:custGeom>
                <a:avLst/>
                <a:gdLst>
                  <a:gd name="T0" fmla="*/ 4 w 16"/>
                  <a:gd name="T1" fmla="*/ 9 h 10"/>
                  <a:gd name="T2" fmla="*/ 1 w 16"/>
                  <a:gd name="T3" fmla="*/ 7 h 10"/>
                  <a:gd name="T4" fmla="*/ 5 w 16"/>
                  <a:gd name="T5" fmla="*/ 3 h 10"/>
                  <a:gd name="T6" fmla="*/ 11 w 16"/>
                  <a:gd name="T7" fmla="*/ 0 h 10"/>
                  <a:gd name="T8" fmla="*/ 15 w 16"/>
                  <a:gd name="T9" fmla="*/ 3 h 10"/>
                  <a:gd name="T10" fmla="*/ 10 w 16"/>
                  <a:gd name="T11" fmla="*/ 7 h 10"/>
                  <a:gd name="T12" fmla="*/ 4 w 16"/>
                  <a:gd name="T1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4" y="9"/>
                    </a:moveTo>
                    <a:cubicBezTo>
                      <a:pt x="3" y="10"/>
                      <a:pt x="0" y="10"/>
                      <a:pt x="1" y="7"/>
                    </a:cubicBezTo>
                    <a:cubicBezTo>
                      <a:pt x="1" y="5"/>
                      <a:pt x="4" y="4"/>
                      <a:pt x="5" y="3"/>
                    </a:cubicBezTo>
                    <a:cubicBezTo>
                      <a:pt x="7" y="2"/>
                      <a:pt x="9" y="1"/>
                      <a:pt x="11" y="0"/>
                    </a:cubicBezTo>
                    <a:cubicBezTo>
                      <a:pt x="13" y="0"/>
                      <a:pt x="16" y="1"/>
                      <a:pt x="15" y="3"/>
                    </a:cubicBezTo>
                    <a:cubicBezTo>
                      <a:pt x="14" y="5"/>
                      <a:pt x="12" y="7"/>
                      <a:pt x="10" y="7"/>
                    </a:cubicBezTo>
                    <a:cubicBezTo>
                      <a:pt x="8" y="8"/>
                      <a:pt x="6" y="9"/>
                      <a:pt x="4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9" name="Freeform 2561">
                <a:extLst>
                  <a:ext uri="{FF2B5EF4-FFF2-40B4-BE49-F238E27FC236}">
                    <a16:creationId xmlns:a16="http://schemas.microsoft.com/office/drawing/2014/main" id="{7B43D12B-DB46-954E-B750-274060050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214"/>
                <a:ext cx="8" cy="16"/>
              </a:xfrm>
              <a:custGeom>
                <a:avLst/>
                <a:gdLst>
                  <a:gd name="T0" fmla="*/ 4 w 19"/>
                  <a:gd name="T1" fmla="*/ 38 h 39"/>
                  <a:gd name="T2" fmla="*/ 1 w 19"/>
                  <a:gd name="T3" fmla="*/ 38 h 39"/>
                  <a:gd name="T4" fmla="*/ 0 w 19"/>
                  <a:gd name="T5" fmla="*/ 35 h 39"/>
                  <a:gd name="T6" fmla="*/ 2 w 19"/>
                  <a:gd name="T7" fmla="*/ 27 h 39"/>
                  <a:gd name="T8" fmla="*/ 4 w 19"/>
                  <a:gd name="T9" fmla="*/ 18 h 39"/>
                  <a:gd name="T10" fmla="*/ 6 w 19"/>
                  <a:gd name="T11" fmla="*/ 11 h 39"/>
                  <a:gd name="T12" fmla="*/ 9 w 19"/>
                  <a:gd name="T13" fmla="*/ 5 h 39"/>
                  <a:gd name="T14" fmla="*/ 15 w 19"/>
                  <a:gd name="T15" fmla="*/ 1 h 39"/>
                  <a:gd name="T16" fmla="*/ 18 w 19"/>
                  <a:gd name="T17" fmla="*/ 6 h 39"/>
                  <a:gd name="T18" fmla="*/ 13 w 19"/>
                  <a:gd name="T19" fmla="*/ 13 h 39"/>
                  <a:gd name="T20" fmla="*/ 10 w 19"/>
                  <a:gd name="T21" fmla="*/ 21 h 39"/>
                  <a:gd name="T22" fmla="*/ 7 w 19"/>
                  <a:gd name="T23" fmla="*/ 30 h 39"/>
                  <a:gd name="T24" fmla="*/ 6 w 19"/>
                  <a:gd name="T25" fmla="*/ 33 h 39"/>
                  <a:gd name="T26" fmla="*/ 4 w 19"/>
                  <a:gd name="T27" fmla="*/ 3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39">
                    <a:moveTo>
                      <a:pt x="4" y="38"/>
                    </a:moveTo>
                    <a:cubicBezTo>
                      <a:pt x="3" y="38"/>
                      <a:pt x="2" y="39"/>
                      <a:pt x="1" y="38"/>
                    </a:cubicBezTo>
                    <a:cubicBezTo>
                      <a:pt x="0" y="38"/>
                      <a:pt x="0" y="36"/>
                      <a:pt x="0" y="35"/>
                    </a:cubicBezTo>
                    <a:cubicBezTo>
                      <a:pt x="0" y="32"/>
                      <a:pt x="1" y="30"/>
                      <a:pt x="2" y="27"/>
                    </a:cubicBezTo>
                    <a:cubicBezTo>
                      <a:pt x="2" y="24"/>
                      <a:pt x="3" y="21"/>
                      <a:pt x="4" y="18"/>
                    </a:cubicBezTo>
                    <a:cubicBezTo>
                      <a:pt x="4" y="15"/>
                      <a:pt x="5" y="13"/>
                      <a:pt x="6" y="11"/>
                    </a:cubicBezTo>
                    <a:cubicBezTo>
                      <a:pt x="7" y="9"/>
                      <a:pt x="8" y="7"/>
                      <a:pt x="9" y="5"/>
                    </a:cubicBezTo>
                    <a:cubicBezTo>
                      <a:pt x="10" y="2"/>
                      <a:pt x="12" y="0"/>
                      <a:pt x="15" y="1"/>
                    </a:cubicBezTo>
                    <a:cubicBezTo>
                      <a:pt x="18" y="1"/>
                      <a:pt x="19" y="4"/>
                      <a:pt x="18" y="6"/>
                    </a:cubicBezTo>
                    <a:cubicBezTo>
                      <a:pt x="17" y="9"/>
                      <a:pt x="13" y="10"/>
                      <a:pt x="13" y="13"/>
                    </a:cubicBezTo>
                    <a:cubicBezTo>
                      <a:pt x="12" y="16"/>
                      <a:pt x="12" y="18"/>
                      <a:pt x="10" y="21"/>
                    </a:cubicBezTo>
                    <a:cubicBezTo>
                      <a:pt x="9" y="24"/>
                      <a:pt x="9" y="27"/>
                      <a:pt x="7" y="30"/>
                    </a:cubicBezTo>
                    <a:cubicBezTo>
                      <a:pt x="7" y="31"/>
                      <a:pt x="6" y="32"/>
                      <a:pt x="6" y="33"/>
                    </a:cubicBezTo>
                    <a:cubicBezTo>
                      <a:pt x="5" y="35"/>
                      <a:pt x="5" y="36"/>
                      <a:pt x="4" y="3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0" name="Freeform 2562">
                <a:extLst>
                  <a:ext uri="{FF2B5EF4-FFF2-40B4-BE49-F238E27FC236}">
                    <a16:creationId xmlns:a16="http://schemas.microsoft.com/office/drawing/2014/main" id="{9AAC20C0-9CE0-754A-AE1F-F46DA9F66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215"/>
                <a:ext cx="20" cy="14"/>
              </a:xfrm>
              <a:custGeom>
                <a:avLst/>
                <a:gdLst>
                  <a:gd name="T0" fmla="*/ 32 w 49"/>
                  <a:gd name="T1" fmla="*/ 30 h 35"/>
                  <a:gd name="T2" fmla="*/ 28 w 49"/>
                  <a:gd name="T3" fmla="*/ 33 h 35"/>
                  <a:gd name="T4" fmla="*/ 22 w 49"/>
                  <a:gd name="T5" fmla="*/ 33 h 35"/>
                  <a:gd name="T6" fmla="*/ 16 w 49"/>
                  <a:gd name="T7" fmla="*/ 31 h 35"/>
                  <a:gd name="T8" fmla="*/ 14 w 49"/>
                  <a:gd name="T9" fmla="*/ 26 h 35"/>
                  <a:gd name="T10" fmla="*/ 5 w 49"/>
                  <a:gd name="T11" fmla="*/ 24 h 35"/>
                  <a:gd name="T12" fmla="*/ 4 w 49"/>
                  <a:gd name="T13" fmla="*/ 13 h 35"/>
                  <a:gd name="T14" fmla="*/ 10 w 49"/>
                  <a:gd name="T15" fmla="*/ 3 h 35"/>
                  <a:gd name="T16" fmla="*/ 24 w 49"/>
                  <a:gd name="T17" fmla="*/ 1 h 35"/>
                  <a:gd name="T18" fmla="*/ 36 w 49"/>
                  <a:gd name="T19" fmla="*/ 6 h 35"/>
                  <a:gd name="T20" fmla="*/ 45 w 49"/>
                  <a:gd name="T21" fmla="*/ 15 h 35"/>
                  <a:gd name="T22" fmla="*/ 48 w 49"/>
                  <a:gd name="T23" fmla="*/ 23 h 35"/>
                  <a:gd name="T24" fmla="*/ 48 w 49"/>
                  <a:gd name="T25" fmla="*/ 30 h 35"/>
                  <a:gd name="T26" fmla="*/ 41 w 49"/>
                  <a:gd name="T27" fmla="*/ 34 h 35"/>
                  <a:gd name="T28" fmla="*/ 32 w 49"/>
                  <a:gd name="T29" fmla="*/ 3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9" h="35">
                    <a:moveTo>
                      <a:pt x="32" y="30"/>
                    </a:moveTo>
                    <a:cubicBezTo>
                      <a:pt x="31" y="31"/>
                      <a:pt x="29" y="33"/>
                      <a:pt x="28" y="33"/>
                    </a:cubicBezTo>
                    <a:cubicBezTo>
                      <a:pt x="26" y="33"/>
                      <a:pt x="24" y="33"/>
                      <a:pt x="22" y="33"/>
                    </a:cubicBezTo>
                    <a:cubicBezTo>
                      <a:pt x="20" y="32"/>
                      <a:pt x="18" y="32"/>
                      <a:pt x="16" y="31"/>
                    </a:cubicBezTo>
                    <a:cubicBezTo>
                      <a:pt x="15" y="30"/>
                      <a:pt x="14" y="28"/>
                      <a:pt x="14" y="26"/>
                    </a:cubicBezTo>
                    <a:cubicBezTo>
                      <a:pt x="12" y="21"/>
                      <a:pt x="8" y="25"/>
                      <a:pt x="5" y="24"/>
                    </a:cubicBezTo>
                    <a:cubicBezTo>
                      <a:pt x="0" y="23"/>
                      <a:pt x="2" y="16"/>
                      <a:pt x="4" y="13"/>
                    </a:cubicBezTo>
                    <a:cubicBezTo>
                      <a:pt x="5" y="10"/>
                      <a:pt x="7" y="6"/>
                      <a:pt x="10" y="3"/>
                    </a:cubicBezTo>
                    <a:cubicBezTo>
                      <a:pt x="14" y="1"/>
                      <a:pt x="20" y="1"/>
                      <a:pt x="24" y="1"/>
                    </a:cubicBezTo>
                    <a:cubicBezTo>
                      <a:pt x="29" y="0"/>
                      <a:pt x="32" y="3"/>
                      <a:pt x="36" y="6"/>
                    </a:cubicBezTo>
                    <a:cubicBezTo>
                      <a:pt x="39" y="9"/>
                      <a:pt x="43" y="11"/>
                      <a:pt x="45" y="15"/>
                    </a:cubicBezTo>
                    <a:cubicBezTo>
                      <a:pt x="46" y="17"/>
                      <a:pt x="47" y="20"/>
                      <a:pt x="48" y="23"/>
                    </a:cubicBezTo>
                    <a:cubicBezTo>
                      <a:pt x="48" y="25"/>
                      <a:pt x="49" y="28"/>
                      <a:pt x="48" y="30"/>
                    </a:cubicBezTo>
                    <a:cubicBezTo>
                      <a:pt x="47" y="33"/>
                      <a:pt x="44" y="34"/>
                      <a:pt x="41" y="34"/>
                    </a:cubicBezTo>
                    <a:cubicBezTo>
                      <a:pt x="37" y="35"/>
                      <a:pt x="35" y="33"/>
                      <a:pt x="32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1" name="Freeform 2563">
                <a:extLst>
                  <a:ext uri="{FF2B5EF4-FFF2-40B4-BE49-F238E27FC236}">
                    <a16:creationId xmlns:a16="http://schemas.microsoft.com/office/drawing/2014/main" id="{F5734D71-95C7-AC4D-A978-DEBD24162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179"/>
                <a:ext cx="5" cy="10"/>
              </a:xfrm>
              <a:custGeom>
                <a:avLst/>
                <a:gdLst>
                  <a:gd name="T0" fmla="*/ 6 w 12"/>
                  <a:gd name="T1" fmla="*/ 22 h 25"/>
                  <a:gd name="T2" fmla="*/ 1 w 12"/>
                  <a:gd name="T3" fmla="*/ 22 h 25"/>
                  <a:gd name="T4" fmla="*/ 2 w 12"/>
                  <a:gd name="T5" fmla="*/ 16 h 25"/>
                  <a:gd name="T6" fmla="*/ 3 w 12"/>
                  <a:gd name="T7" fmla="*/ 9 h 25"/>
                  <a:gd name="T8" fmla="*/ 4 w 12"/>
                  <a:gd name="T9" fmla="*/ 3 h 25"/>
                  <a:gd name="T10" fmla="*/ 7 w 12"/>
                  <a:gd name="T11" fmla="*/ 0 h 25"/>
                  <a:gd name="T12" fmla="*/ 8 w 12"/>
                  <a:gd name="T13" fmla="*/ 5 h 25"/>
                  <a:gd name="T14" fmla="*/ 11 w 12"/>
                  <a:gd name="T15" fmla="*/ 19 h 25"/>
                  <a:gd name="T16" fmla="*/ 11 w 12"/>
                  <a:gd name="T17" fmla="*/ 23 h 25"/>
                  <a:gd name="T18" fmla="*/ 6 w 12"/>
                  <a:gd name="T19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5">
                    <a:moveTo>
                      <a:pt x="6" y="22"/>
                    </a:moveTo>
                    <a:cubicBezTo>
                      <a:pt x="4" y="22"/>
                      <a:pt x="3" y="22"/>
                      <a:pt x="1" y="22"/>
                    </a:cubicBezTo>
                    <a:cubicBezTo>
                      <a:pt x="0" y="20"/>
                      <a:pt x="1" y="18"/>
                      <a:pt x="2" y="16"/>
                    </a:cubicBezTo>
                    <a:cubicBezTo>
                      <a:pt x="4" y="13"/>
                      <a:pt x="3" y="12"/>
                      <a:pt x="3" y="9"/>
                    </a:cubicBezTo>
                    <a:cubicBezTo>
                      <a:pt x="3" y="7"/>
                      <a:pt x="3" y="5"/>
                      <a:pt x="4" y="3"/>
                    </a:cubicBezTo>
                    <a:cubicBezTo>
                      <a:pt x="4" y="2"/>
                      <a:pt x="6" y="0"/>
                      <a:pt x="7" y="0"/>
                    </a:cubicBezTo>
                    <a:cubicBezTo>
                      <a:pt x="8" y="1"/>
                      <a:pt x="7" y="4"/>
                      <a:pt x="8" y="5"/>
                    </a:cubicBezTo>
                    <a:cubicBezTo>
                      <a:pt x="8" y="10"/>
                      <a:pt x="9" y="15"/>
                      <a:pt x="11" y="19"/>
                    </a:cubicBezTo>
                    <a:cubicBezTo>
                      <a:pt x="12" y="21"/>
                      <a:pt x="12" y="22"/>
                      <a:pt x="11" y="23"/>
                    </a:cubicBezTo>
                    <a:cubicBezTo>
                      <a:pt x="8" y="25"/>
                      <a:pt x="7" y="23"/>
                      <a:pt x="6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2" name="Freeform 2564">
                <a:extLst>
                  <a:ext uri="{FF2B5EF4-FFF2-40B4-BE49-F238E27FC236}">
                    <a16:creationId xmlns:a16="http://schemas.microsoft.com/office/drawing/2014/main" id="{BFD11C70-154E-E241-8B3E-BC5BA28A8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174"/>
                <a:ext cx="12" cy="10"/>
              </a:xfrm>
              <a:custGeom>
                <a:avLst/>
                <a:gdLst>
                  <a:gd name="T0" fmla="*/ 4 w 29"/>
                  <a:gd name="T1" fmla="*/ 18 h 23"/>
                  <a:gd name="T2" fmla="*/ 1 w 29"/>
                  <a:gd name="T3" fmla="*/ 11 h 23"/>
                  <a:gd name="T4" fmla="*/ 5 w 29"/>
                  <a:gd name="T5" fmla="*/ 6 h 23"/>
                  <a:gd name="T6" fmla="*/ 9 w 29"/>
                  <a:gd name="T7" fmla="*/ 3 h 23"/>
                  <a:gd name="T8" fmla="*/ 21 w 29"/>
                  <a:gd name="T9" fmla="*/ 6 h 23"/>
                  <a:gd name="T10" fmla="*/ 26 w 29"/>
                  <a:gd name="T11" fmla="*/ 1 h 23"/>
                  <a:gd name="T12" fmla="*/ 29 w 29"/>
                  <a:gd name="T13" fmla="*/ 8 h 23"/>
                  <a:gd name="T14" fmla="*/ 29 w 29"/>
                  <a:gd name="T15" fmla="*/ 13 h 23"/>
                  <a:gd name="T16" fmla="*/ 29 w 29"/>
                  <a:gd name="T17" fmla="*/ 17 h 23"/>
                  <a:gd name="T18" fmla="*/ 22 w 29"/>
                  <a:gd name="T19" fmla="*/ 22 h 23"/>
                  <a:gd name="T20" fmla="*/ 11 w 29"/>
                  <a:gd name="T21" fmla="*/ 23 h 23"/>
                  <a:gd name="T22" fmla="*/ 7 w 29"/>
                  <a:gd name="T23" fmla="*/ 22 h 23"/>
                  <a:gd name="T24" fmla="*/ 4 w 29"/>
                  <a:gd name="T25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3">
                    <a:moveTo>
                      <a:pt x="4" y="18"/>
                    </a:moveTo>
                    <a:cubicBezTo>
                      <a:pt x="3" y="16"/>
                      <a:pt x="0" y="14"/>
                      <a:pt x="1" y="11"/>
                    </a:cubicBezTo>
                    <a:cubicBezTo>
                      <a:pt x="1" y="9"/>
                      <a:pt x="4" y="8"/>
                      <a:pt x="5" y="6"/>
                    </a:cubicBezTo>
                    <a:cubicBezTo>
                      <a:pt x="7" y="4"/>
                      <a:pt x="7" y="3"/>
                      <a:pt x="9" y="3"/>
                    </a:cubicBezTo>
                    <a:cubicBezTo>
                      <a:pt x="14" y="2"/>
                      <a:pt x="17" y="6"/>
                      <a:pt x="21" y="6"/>
                    </a:cubicBezTo>
                    <a:cubicBezTo>
                      <a:pt x="22" y="3"/>
                      <a:pt x="23" y="0"/>
                      <a:pt x="26" y="1"/>
                    </a:cubicBezTo>
                    <a:cubicBezTo>
                      <a:pt x="29" y="2"/>
                      <a:pt x="29" y="5"/>
                      <a:pt x="29" y="8"/>
                    </a:cubicBezTo>
                    <a:cubicBezTo>
                      <a:pt x="29" y="9"/>
                      <a:pt x="29" y="11"/>
                      <a:pt x="29" y="13"/>
                    </a:cubicBezTo>
                    <a:cubicBezTo>
                      <a:pt x="29" y="14"/>
                      <a:pt x="29" y="16"/>
                      <a:pt x="29" y="17"/>
                    </a:cubicBezTo>
                    <a:cubicBezTo>
                      <a:pt x="28" y="21"/>
                      <a:pt x="25" y="23"/>
                      <a:pt x="22" y="22"/>
                    </a:cubicBezTo>
                    <a:cubicBezTo>
                      <a:pt x="18" y="22"/>
                      <a:pt x="15" y="23"/>
                      <a:pt x="11" y="23"/>
                    </a:cubicBezTo>
                    <a:cubicBezTo>
                      <a:pt x="10" y="23"/>
                      <a:pt x="8" y="23"/>
                      <a:pt x="7" y="22"/>
                    </a:cubicBezTo>
                    <a:cubicBezTo>
                      <a:pt x="5" y="21"/>
                      <a:pt x="5" y="20"/>
                      <a:pt x="4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3" name="Freeform 2565">
                <a:extLst>
                  <a:ext uri="{FF2B5EF4-FFF2-40B4-BE49-F238E27FC236}">
                    <a16:creationId xmlns:a16="http://schemas.microsoft.com/office/drawing/2014/main" id="{542C2FBD-FD88-CD4B-AD52-4C1F49539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194"/>
                <a:ext cx="3" cy="4"/>
              </a:xfrm>
              <a:custGeom>
                <a:avLst/>
                <a:gdLst>
                  <a:gd name="T0" fmla="*/ 0 w 7"/>
                  <a:gd name="T1" fmla="*/ 5 h 11"/>
                  <a:gd name="T2" fmla="*/ 3 w 7"/>
                  <a:gd name="T3" fmla="*/ 1 h 11"/>
                  <a:gd name="T4" fmla="*/ 6 w 7"/>
                  <a:gd name="T5" fmla="*/ 7 h 11"/>
                  <a:gd name="T6" fmla="*/ 0 w 7"/>
                  <a:gd name="T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0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6" y="0"/>
                      <a:pt x="7" y="5"/>
                      <a:pt x="6" y="7"/>
                    </a:cubicBezTo>
                    <a:cubicBezTo>
                      <a:pt x="4" y="11"/>
                      <a:pt x="1" y="8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4" name="Freeform 2566">
                <a:extLst>
                  <a:ext uri="{FF2B5EF4-FFF2-40B4-BE49-F238E27FC236}">
                    <a16:creationId xmlns:a16="http://schemas.microsoft.com/office/drawing/2014/main" id="{D8ABED47-0205-E748-9746-3CBF83858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195"/>
                <a:ext cx="3" cy="3"/>
              </a:xfrm>
              <a:custGeom>
                <a:avLst/>
                <a:gdLst>
                  <a:gd name="T0" fmla="*/ 1 w 7"/>
                  <a:gd name="T1" fmla="*/ 1 h 7"/>
                  <a:gd name="T2" fmla="*/ 4 w 7"/>
                  <a:gd name="T3" fmla="*/ 0 h 7"/>
                  <a:gd name="T4" fmla="*/ 4 w 7"/>
                  <a:gd name="T5" fmla="*/ 6 h 7"/>
                  <a:gd name="T6" fmla="*/ 1 w 7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3" y="0"/>
                      <a:pt x="4" y="0"/>
                    </a:cubicBezTo>
                    <a:cubicBezTo>
                      <a:pt x="6" y="1"/>
                      <a:pt x="7" y="5"/>
                      <a:pt x="4" y="6"/>
                    </a:cubicBezTo>
                    <a:cubicBezTo>
                      <a:pt x="2" y="7"/>
                      <a:pt x="0" y="3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5" name="Freeform 2567">
                <a:extLst>
                  <a:ext uri="{FF2B5EF4-FFF2-40B4-BE49-F238E27FC236}">
                    <a16:creationId xmlns:a16="http://schemas.microsoft.com/office/drawing/2014/main" id="{E38C8C14-C696-5249-BE68-859395387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198"/>
                <a:ext cx="8" cy="7"/>
              </a:xfrm>
              <a:custGeom>
                <a:avLst/>
                <a:gdLst>
                  <a:gd name="T0" fmla="*/ 1 w 21"/>
                  <a:gd name="T1" fmla="*/ 8 h 17"/>
                  <a:gd name="T2" fmla="*/ 9 w 21"/>
                  <a:gd name="T3" fmla="*/ 5 h 17"/>
                  <a:gd name="T4" fmla="*/ 13 w 21"/>
                  <a:gd name="T5" fmla="*/ 3 h 17"/>
                  <a:gd name="T6" fmla="*/ 16 w 21"/>
                  <a:gd name="T7" fmla="*/ 1 h 17"/>
                  <a:gd name="T8" fmla="*/ 19 w 21"/>
                  <a:gd name="T9" fmla="*/ 7 h 17"/>
                  <a:gd name="T10" fmla="*/ 15 w 21"/>
                  <a:gd name="T11" fmla="*/ 11 h 17"/>
                  <a:gd name="T12" fmla="*/ 6 w 21"/>
                  <a:gd name="T13" fmla="*/ 16 h 17"/>
                  <a:gd name="T14" fmla="*/ 1 w 21"/>
                  <a:gd name="T15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7">
                    <a:moveTo>
                      <a:pt x="1" y="8"/>
                    </a:moveTo>
                    <a:cubicBezTo>
                      <a:pt x="2" y="6"/>
                      <a:pt x="7" y="5"/>
                      <a:pt x="9" y="5"/>
                    </a:cubicBezTo>
                    <a:cubicBezTo>
                      <a:pt x="11" y="4"/>
                      <a:pt x="12" y="4"/>
                      <a:pt x="13" y="3"/>
                    </a:cubicBezTo>
                    <a:cubicBezTo>
                      <a:pt x="14" y="2"/>
                      <a:pt x="15" y="0"/>
                      <a:pt x="16" y="1"/>
                    </a:cubicBezTo>
                    <a:cubicBezTo>
                      <a:pt x="19" y="1"/>
                      <a:pt x="21" y="5"/>
                      <a:pt x="19" y="7"/>
                    </a:cubicBezTo>
                    <a:cubicBezTo>
                      <a:pt x="19" y="9"/>
                      <a:pt x="17" y="10"/>
                      <a:pt x="15" y="11"/>
                    </a:cubicBezTo>
                    <a:cubicBezTo>
                      <a:pt x="13" y="12"/>
                      <a:pt x="9" y="17"/>
                      <a:pt x="6" y="16"/>
                    </a:cubicBezTo>
                    <a:cubicBezTo>
                      <a:pt x="4" y="15"/>
                      <a:pt x="0" y="11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6" name="Freeform 2568">
                <a:extLst>
                  <a:ext uri="{FF2B5EF4-FFF2-40B4-BE49-F238E27FC236}">
                    <a16:creationId xmlns:a16="http://schemas.microsoft.com/office/drawing/2014/main" id="{AB1A8BD9-7AE9-C348-B306-0325B3B09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199"/>
                <a:ext cx="3" cy="4"/>
              </a:xfrm>
              <a:custGeom>
                <a:avLst/>
                <a:gdLst>
                  <a:gd name="T0" fmla="*/ 0 w 7"/>
                  <a:gd name="T1" fmla="*/ 5 h 10"/>
                  <a:gd name="T2" fmla="*/ 0 w 7"/>
                  <a:gd name="T3" fmla="*/ 1 h 10"/>
                  <a:gd name="T4" fmla="*/ 2 w 7"/>
                  <a:gd name="T5" fmla="*/ 1 h 10"/>
                  <a:gd name="T6" fmla="*/ 4 w 7"/>
                  <a:gd name="T7" fmla="*/ 8 h 10"/>
                  <a:gd name="T8" fmla="*/ 0 w 7"/>
                  <a:gd name="T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0" y="5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4" y="3"/>
                      <a:pt x="7" y="6"/>
                      <a:pt x="4" y="8"/>
                    </a:cubicBezTo>
                    <a:cubicBezTo>
                      <a:pt x="2" y="10"/>
                      <a:pt x="0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7" name="Freeform 2569">
                <a:extLst>
                  <a:ext uri="{FF2B5EF4-FFF2-40B4-BE49-F238E27FC236}">
                    <a16:creationId xmlns:a16="http://schemas.microsoft.com/office/drawing/2014/main" id="{2B7D4684-DFB9-7143-8483-21FD0B3F1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205"/>
                <a:ext cx="5" cy="6"/>
              </a:xfrm>
              <a:custGeom>
                <a:avLst/>
                <a:gdLst>
                  <a:gd name="T0" fmla="*/ 7 w 11"/>
                  <a:gd name="T1" fmla="*/ 16 h 17"/>
                  <a:gd name="T2" fmla="*/ 4 w 11"/>
                  <a:gd name="T3" fmla="*/ 13 h 17"/>
                  <a:gd name="T4" fmla="*/ 1 w 11"/>
                  <a:gd name="T5" fmla="*/ 5 h 17"/>
                  <a:gd name="T6" fmla="*/ 7 w 11"/>
                  <a:gd name="T7" fmla="*/ 3 h 17"/>
                  <a:gd name="T8" fmla="*/ 9 w 11"/>
                  <a:gd name="T9" fmla="*/ 6 h 17"/>
                  <a:gd name="T10" fmla="*/ 11 w 11"/>
                  <a:gd name="T11" fmla="*/ 8 h 17"/>
                  <a:gd name="T12" fmla="*/ 7 w 11"/>
                  <a:gd name="T1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7">
                    <a:moveTo>
                      <a:pt x="7" y="16"/>
                    </a:moveTo>
                    <a:cubicBezTo>
                      <a:pt x="6" y="16"/>
                      <a:pt x="5" y="15"/>
                      <a:pt x="4" y="13"/>
                    </a:cubicBezTo>
                    <a:cubicBezTo>
                      <a:pt x="3" y="11"/>
                      <a:pt x="1" y="8"/>
                      <a:pt x="1" y="5"/>
                    </a:cubicBezTo>
                    <a:cubicBezTo>
                      <a:pt x="0" y="2"/>
                      <a:pt x="5" y="0"/>
                      <a:pt x="7" y="3"/>
                    </a:cubicBezTo>
                    <a:cubicBezTo>
                      <a:pt x="8" y="4"/>
                      <a:pt x="7" y="5"/>
                      <a:pt x="9" y="6"/>
                    </a:cubicBezTo>
                    <a:cubicBezTo>
                      <a:pt x="11" y="6"/>
                      <a:pt x="11" y="6"/>
                      <a:pt x="11" y="8"/>
                    </a:cubicBezTo>
                    <a:cubicBezTo>
                      <a:pt x="11" y="10"/>
                      <a:pt x="10" y="17"/>
                      <a:pt x="7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8" name="Freeform 2570">
                <a:extLst>
                  <a:ext uri="{FF2B5EF4-FFF2-40B4-BE49-F238E27FC236}">
                    <a16:creationId xmlns:a16="http://schemas.microsoft.com/office/drawing/2014/main" id="{EECF85F9-C011-234E-B185-95F1230A8E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97" y="2145"/>
                <a:ext cx="646" cy="829"/>
              </a:xfrm>
              <a:custGeom>
                <a:avLst/>
                <a:gdLst>
                  <a:gd name="T0" fmla="*/ 1514 w 1589"/>
                  <a:gd name="T1" fmla="*/ 764 h 2037"/>
                  <a:gd name="T2" fmla="*/ 1511 w 1589"/>
                  <a:gd name="T3" fmla="*/ 539 h 2037"/>
                  <a:gd name="T4" fmla="*/ 1416 w 1589"/>
                  <a:gd name="T5" fmla="*/ 373 h 2037"/>
                  <a:gd name="T6" fmla="*/ 1406 w 1589"/>
                  <a:gd name="T7" fmla="*/ 301 h 2037"/>
                  <a:gd name="T8" fmla="*/ 1340 w 1589"/>
                  <a:gd name="T9" fmla="*/ 285 h 2037"/>
                  <a:gd name="T10" fmla="*/ 1266 w 1589"/>
                  <a:gd name="T11" fmla="*/ 235 h 2037"/>
                  <a:gd name="T12" fmla="*/ 1195 w 1589"/>
                  <a:gd name="T13" fmla="*/ 260 h 2037"/>
                  <a:gd name="T14" fmla="*/ 1273 w 1589"/>
                  <a:gd name="T15" fmla="*/ 215 h 2037"/>
                  <a:gd name="T16" fmla="*/ 1204 w 1589"/>
                  <a:gd name="T17" fmla="*/ 215 h 2037"/>
                  <a:gd name="T18" fmla="*/ 1137 w 1589"/>
                  <a:gd name="T19" fmla="*/ 281 h 2037"/>
                  <a:gd name="T20" fmla="*/ 1052 w 1589"/>
                  <a:gd name="T21" fmla="*/ 289 h 2037"/>
                  <a:gd name="T22" fmla="*/ 1004 w 1589"/>
                  <a:gd name="T23" fmla="*/ 331 h 2037"/>
                  <a:gd name="T24" fmla="*/ 916 w 1589"/>
                  <a:gd name="T25" fmla="*/ 333 h 2037"/>
                  <a:gd name="T26" fmla="*/ 974 w 1589"/>
                  <a:gd name="T27" fmla="*/ 247 h 2037"/>
                  <a:gd name="T28" fmla="*/ 957 w 1589"/>
                  <a:gd name="T29" fmla="*/ 209 h 2037"/>
                  <a:gd name="T30" fmla="*/ 902 w 1589"/>
                  <a:gd name="T31" fmla="*/ 222 h 2037"/>
                  <a:gd name="T32" fmla="*/ 847 w 1589"/>
                  <a:gd name="T33" fmla="*/ 187 h 2037"/>
                  <a:gd name="T34" fmla="*/ 825 w 1589"/>
                  <a:gd name="T35" fmla="*/ 174 h 2037"/>
                  <a:gd name="T36" fmla="*/ 810 w 1589"/>
                  <a:gd name="T37" fmla="*/ 155 h 2037"/>
                  <a:gd name="T38" fmla="*/ 760 w 1589"/>
                  <a:gd name="T39" fmla="*/ 151 h 2037"/>
                  <a:gd name="T40" fmla="*/ 778 w 1589"/>
                  <a:gd name="T41" fmla="*/ 87 h 2037"/>
                  <a:gd name="T42" fmla="*/ 624 w 1589"/>
                  <a:gd name="T43" fmla="*/ 43 h 2037"/>
                  <a:gd name="T44" fmla="*/ 535 w 1589"/>
                  <a:gd name="T45" fmla="*/ 71 h 2037"/>
                  <a:gd name="T46" fmla="*/ 587 w 1589"/>
                  <a:gd name="T47" fmla="*/ 50 h 2037"/>
                  <a:gd name="T48" fmla="*/ 574 w 1589"/>
                  <a:gd name="T49" fmla="*/ 112 h 2037"/>
                  <a:gd name="T50" fmla="*/ 618 w 1589"/>
                  <a:gd name="T51" fmla="*/ 125 h 2037"/>
                  <a:gd name="T52" fmla="*/ 623 w 1589"/>
                  <a:gd name="T53" fmla="*/ 146 h 2037"/>
                  <a:gd name="T54" fmla="*/ 633 w 1589"/>
                  <a:gd name="T55" fmla="*/ 167 h 2037"/>
                  <a:gd name="T56" fmla="*/ 587 w 1589"/>
                  <a:gd name="T57" fmla="*/ 201 h 2037"/>
                  <a:gd name="T58" fmla="*/ 611 w 1589"/>
                  <a:gd name="T59" fmla="*/ 220 h 2037"/>
                  <a:gd name="T60" fmla="*/ 619 w 1589"/>
                  <a:gd name="T61" fmla="*/ 267 h 2037"/>
                  <a:gd name="T62" fmla="*/ 676 w 1589"/>
                  <a:gd name="T63" fmla="*/ 316 h 2037"/>
                  <a:gd name="T64" fmla="*/ 663 w 1589"/>
                  <a:gd name="T65" fmla="*/ 321 h 2037"/>
                  <a:gd name="T66" fmla="*/ 622 w 1589"/>
                  <a:gd name="T67" fmla="*/ 320 h 2037"/>
                  <a:gd name="T68" fmla="*/ 580 w 1589"/>
                  <a:gd name="T69" fmla="*/ 304 h 2037"/>
                  <a:gd name="T70" fmla="*/ 540 w 1589"/>
                  <a:gd name="T71" fmla="*/ 336 h 2037"/>
                  <a:gd name="T72" fmla="*/ 537 w 1589"/>
                  <a:gd name="T73" fmla="*/ 391 h 2037"/>
                  <a:gd name="T74" fmla="*/ 469 w 1589"/>
                  <a:gd name="T75" fmla="*/ 407 h 2037"/>
                  <a:gd name="T76" fmla="*/ 461 w 1589"/>
                  <a:gd name="T77" fmla="*/ 342 h 2037"/>
                  <a:gd name="T78" fmla="*/ 387 w 1589"/>
                  <a:gd name="T79" fmla="*/ 333 h 2037"/>
                  <a:gd name="T80" fmla="*/ 303 w 1589"/>
                  <a:gd name="T81" fmla="*/ 345 h 2037"/>
                  <a:gd name="T82" fmla="*/ 280 w 1589"/>
                  <a:gd name="T83" fmla="*/ 401 h 2037"/>
                  <a:gd name="T84" fmla="*/ 326 w 1589"/>
                  <a:gd name="T85" fmla="*/ 423 h 2037"/>
                  <a:gd name="T86" fmla="*/ 203 w 1589"/>
                  <a:gd name="T87" fmla="*/ 592 h 2037"/>
                  <a:gd name="T88" fmla="*/ 200 w 1589"/>
                  <a:gd name="T89" fmla="*/ 758 h 2037"/>
                  <a:gd name="T90" fmla="*/ 63 w 1589"/>
                  <a:gd name="T91" fmla="*/ 839 h 2037"/>
                  <a:gd name="T92" fmla="*/ 8 w 1589"/>
                  <a:gd name="T93" fmla="*/ 1040 h 2037"/>
                  <a:gd name="T94" fmla="*/ 0 w 1589"/>
                  <a:gd name="T95" fmla="*/ 1235 h 2037"/>
                  <a:gd name="T96" fmla="*/ 172 w 1589"/>
                  <a:gd name="T97" fmla="*/ 1502 h 2037"/>
                  <a:gd name="T98" fmla="*/ 235 w 1589"/>
                  <a:gd name="T99" fmla="*/ 1699 h 2037"/>
                  <a:gd name="T100" fmla="*/ 213 w 1589"/>
                  <a:gd name="T101" fmla="*/ 1905 h 2037"/>
                  <a:gd name="T102" fmla="*/ 329 w 1589"/>
                  <a:gd name="T103" fmla="*/ 1871 h 2037"/>
                  <a:gd name="T104" fmla="*/ 448 w 1589"/>
                  <a:gd name="T105" fmla="*/ 1890 h 2037"/>
                  <a:gd name="T106" fmla="*/ 642 w 1589"/>
                  <a:gd name="T107" fmla="*/ 2009 h 2037"/>
                  <a:gd name="T108" fmla="*/ 1191 w 1589"/>
                  <a:gd name="T109" fmla="*/ 1966 h 2037"/>
                  <a:gd name="T110" fmla="*/ 1307 w 1589"/>
                  <a:gd name="T111" fmla="*/ 1750 h 2037"/>
                  <a:gd name="T112" fmla="*/ 1076 w 1589"/>
                  <a:gd name="T113" fmla="*/ 1332 h 2037"/>
                  <a:gd name="T114" fmla="*/ 1477 w 1589"/>
                  <a:gd name="T115" fmla="*/ 1157 h 2037"/>
                  <a:gd name="T116" fmla="*/ 620 w 1589"/>
                  <a:gd name="T117" fmla="*/ 679 h 2037"/>
                  <a:gd name="T118" fmla="*/ 845 w 1589"/>
                  <a:gd name="T119" fmla="*/ 1886 h 2037"/>
                  <a:gd name="T120" fmla="*/ 1084 w 1589"/>
                  <a:gd name="T121" fmla="*/ 1908 h 2037"/>
                  <a:gd name="T122" fmla="*/ 1218 w 1589"/>
                  <a:gd name="T123" fmla="*/ 488 h 2037"/>
                  <a:gd name="T124" fmla="*/ 1208 w 1589"/>
                  <a:gd name="T125" fmla="*/ 457 h 2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89" h="2037">
                    <a:moveTo>
                      <a:pt x="1589" y="1054"/>
                    </a:moveTo>
                    <a:cubicBezTo>
                      <a:pt x="1579" y="1002"/>
                      <a:pt x="1579" y="1002"/>
                      <a:pt x="1579" y="1002"/>
                    </a:cubicBezTo>
                    <a:cubicBezTo>
                      <a:pt x="1543" y="972"/>
                      <a:pt x="1543" y="972"/>
                      <a:pt x="1543" y="972"/>
                    </a:cubicBezTo>
                    <a:cubicBezTo>
                      <a:pt x="1541" y="963"/>
                      <a:pt x="1541" y="963"/>
                      <a:pt x="1541" y="963"/>
                    </a:cubicBezTo>
                    <a:cubicBezTo>
                      <a:pt x="1550" y="946"/>
                      <a:pt x="1550" y="946"/>
                      <a:pt x="1550" y="946"/>
                    </a:cubicBezTo>
                    <a:cubicBezTo>
                      <a:pt x="1520" y="907"/>
                      <a:pt x="1520" y="907"/>
                      <a:pt x="1520" y="907"/>
                    </a:cubicBezTo>
                    <a:cubicBezTo>
                      <a:pt x="1550" y="845"/>
                      <a:pt x="1550" y="845"/>
                      <a:pt x="1550" y="845"/>
                    </a:cubicBezTo>
                    <a:cubicBezTo>
                      <a:pt x="1537" y="824"/>
                      <a:pt x="1537" y="824"/>
                      <a:pt x="1537" y="824"/>
                    </a:cubicBezTo>
                    <a:cubicBezTo>
                      <a:pt x="1543" y="815"/>
                      <a:pt x="1543" y="815"/>
                      <a:pt x="1543" y="815"/>
                    </a:cubicBezTo>
                    <a:cubicBezTo>
                      <a:pt x="1538" y="805"/>
                      <a:pt x="1538" y="805"/>
                      <a:pt x="1538" y="805"/>
                    </a:cubicBezTo>
                    <a:cubicBezTo>
                      <a:pt x="1541" y="797"/>
                      <a:pt x="1541" y="797"/>
                      <a:pt x="1541" y="797"/>
                    </a:cubicBezTo>
                    <a:cubicBezTo>
                      <a:pt x="1523" y="791"/>
                      <a:pt x="1523" y="791"/>
                      <a:pt x="1523" y="791"/>
                    </a:cubicBezTo>
                    <a:cubicBezTo>
                      <a:pt x="1519" y="769"/>
                      <a:pt x="1519" y="769"/>
                      <a:pt x="1519" y="769"/>
                    </a:cubicBezTo>
                    <a:cubicBezTo>
                      <a:pt x="1514" y="764"/>
                      <a:pt x="1514" y="764"/>
                      <a:pt x="1514" y="764"/>
                    </a:cubicBezTo>
                    <a:cubicBezTo>
                      <a:pt x="1536" y="733"/>
                      <a:pt x="1536" y="733"/>
                      <a:pt x="1536" y="733"/>
                    </a:cubicBezTo>
                    <a:cubicBezTo>
                      <a:pt x="1529" y="726"/>
                      <a:pt x="1529" y="726"/>
                      <a:pt x="1529" y="726"/>
                    </a:cubicBezTo>
                    <a:cubicBezTo>
                      <a:pt x="1534" y="711"/>
                      <a:pt x="1534" y="711"/>
                      <a:pt x="1534" y="711"/>
                    </a:cubicBezTo>
                    <a:cubicBezTo>
                      <a:pt x="1529" y="708"/>
                      <a:pt x="1527" y="703"/>
                      <a:pt x="1524" y="698"/>
                    </a:cubicBezTo>
                    <a:cubicBezTo>
                      <a:pt x="1521" y="692"/>
                      <a:pt x="1514" y="691"/>
                      <a:pt x="1510" y="691"/>
                    </a:cubicBezTo>
                    <a:cubicBezTo>
                      <a:pt x="1506" y="690"/>
                      <a:pt x="1498" y="683"/>
                      <a:pt x="1493" y="672"/>
                    </a:cubicBezTo>
                    <a:cubicBezTo>
                      <a:pt x="1487" y="660"/>
                      <a:pt x="1477" y="655"/>
                      <a:pt x="1477" y="655"/>
                    </a:cubicBezTo>
                    <a:cubicBezTo>
                      <a:pt x="1453" y="642"/>
                      <a:pt x="1453" y="642"/>
                      <a:pt x="1453" y="642"/>
                    </a:cubicBezTo>
                    <a:cubicBezTo>
                      <a:pt x="1454" y="610"/>
                      <a:pt x="1454" y="610"/>
                      <a:pt x="1454" y="610"/>
                    </a:cubicBezTo>
                    <a:cubicBezTo>
                      <a:pt x="1481" y="601"/>
                      <a:pt x="1481" y="601"/>
                      <a:pt x="1481" y="601"/>
                    </a:cubicBezTo>
                    <a:cubicBezTo>
                      <a:pt x="1481" y="590"/>
                      <a:pt x="1481" y="590"/>
                      <a:pt x="1481" y="590"/>
                    </a:cubicBezTo>
                    <a:cubicBezTo>
                      <a:pt x="1505" y="564"/>
                      <a:pt x="1505" y="564"/>
                      <a:pt x="1505" y="564"/>
                    </a:cubicBezTo>
                    <a:cubicBezTo>
                      <a:pt x="1499" y="546"/>
                      <a:pt x="1499" y="546"/>
                      <a:pt x="1499" y="546"/>
                    </a:cubicBezTo>
                    <a:cubicBezTo>
                      <a:pt x="1511" y="539"/>
                      <a:pt x="1511" y="539"/>
                      <a:pt x="1511" y="539"/>
                    </a:cubicBezTo>
                    <a:cubicBezTo>
                      <a:pt x="1519" y="517"/>
                      <a:pt x="1519" y="517"/>
                      <a:pt x="1519" y="517"/>
                    </a:cubicBezTo>
                    <a:cubicBezTo>
                      <a:pt x="1518" y="491"/>
                      <a:pt x="1518" y="491"/>
                      <a:pt x="1518" y="491"/>
                    </a:cubicBezTo>
                    <a:cubicBezTo>
                      <a:pt x="1516" y="457"/>
                      <a:pt x="1516" y="457"/>
                      <a:pt x="1516" y="457"/>
                    </a:cubicBezTo>
                    <a:cubicBezTo>
                      <a:pt x="1496" y="419"/>
                      <a:pt x="1496" y="419"/>
                      <a:pt x="1496" y="419"/>
                    </a:cubicBezTo>
                    <a:cubicBezTo>
                      <a:pt x="1496" y="419"/>
                      <a:pt x="1496" y="419"/>
                      <a:pt x="1496" y="419"/>
                    </a:cubicBezTo>
                    <a:cubicBezTo>
                      <a:pt x="1493" y="418"/>
                      <a:pt x="1490" y="416"/>
                      <a:pt x="1488" y="415"/>
                    </a:cubicBezTo>
                    <a:cubicBezTo>
                      <a:pt x="1488" y="412"/>
                      <a:pt x="1492" y="406"/>
                      <a:pt x="1488" y="404"/>
                    </a:cubicBezTo>
                    <a:cubicBezTo>
                      <a:pt x="1484" y="401"/>
                      <a:pt x="1482" y="407"/>
                      <a:pt x="1478" y="409"/>
                    </a:cubicBezTo>
                    <a:cubicBezTo>
                      <a:pt x="1474" y="410"/>
                      <a:pt x="1470" y="407"/>
                      <a:pt x="1466" y="407"/>
                    </a:cubicBezTo>
                    <a:cubicBezTo>
                      <a:pt x="1462" y="406"/>
                      <a:pt x="1458" y="406"/>
                      <a:pt x="1455" y="404"/>
                    </a:cubicBezTo>
                    <a:cubicBezTo>
                      <a:pt x="1450" y="402"/>
                      <a:pt x="1448" y="399"/>
                      <a:pt x="1444" y="396"/>
                    </a:cubicBezTo>
                    <a:cubicBezTo>
                      <a:pt x="1440" y="393"/>
                      <a:pt x="1436" y="391"/>
                      <a:pt x="1432" y="388"/>
                    </a:cubicBezTo>
                    <a:cubicBezTo>
                      <a:pt x="1428" y="386"/>
                      <a:pt x="1425" y="384"/>
                      <a:pt x="1422" y="381"/>
                    </a:cubicBezTo>
                    <a:cubicBezTo>
                      <a:pt x="1419" y="378"/>
                      <a:pt x="1416" y="377"/>
                      <a:pt x="1416" y="373"/>
                    </a:cubicBezTo>
                    <a:cubicBezTo>
                      <a:pt x="1414" y="367"/>
                      <a:pt x="1419" y="366"/>
                      <a:pt x="1424" y="365"/>
                    </a:cubicBezTo>
                    <a:cubicBezTo>
                      <a:pt x="1426" y="364"/>
                      <a:pt x="1430" y="363"/>
                      <a:pt x="1432" y="361"/>
                    </a:cubicBezTo>
                    <a:cubicBezTo>
                      <a:pt x="1433" y="359"/>
                      <a:pt x="1433" y="354"/>
                      <a:pt x="1431" y="353"/>
                    </a:cubicBezTo>
                    <a:cubicBezTo>
                      <a:pt x="1430" y="352"/>
                      <a:pt x="1429" y="351"/>
                      <a:pt x="1428" y="350"/>
                    </a:cubicBezTo>
                    <a:cubicBezTo>
                      <a:pt x="1426" y="349"/>
                      <a:pt x="1425" y="347"/>
                      <a:pt x="1423" y="346"/>
                    </a:cubicBezTo>
                    <a:cubicBezTo>
                      <a:pt x="1421" y="344"/>
                      <a:pt x="1418" y="345"/>
                      <a:pt x="1416" y="343"/>
                    </a:cubicBezTo>
                    <a:cubicBezTo>
                      <a:pt x="1414" y="342"/>
                      <a:pt x="1413" y="339"/>
                      <a:pt x="1411" y="337"/>
                    </a:cubicBezTo>
                    <a:cubicBezTo>
                      <a:pt x="1410" y="335"/>
                      <a:pt x="1408" y="333"/>
                      <a:pt x="1408" y="330"/>
                    </a:cubicBezTo>
                    <a:cubicBezTo>
                      <a:pt x="1409" y="329"/>
                      <a:pt x="1410" y="328"/>
                      <a:pt x="1410" y="327"/>
                    </a:cubicBezTo>
                    <a:cubicBezTo>
                      <a:pt x="1410" y="326"/>
                      <a:pt x="1409" y="325"/>
                      <a:pt x="1410" y="324"/>
                    </a:cubicBezTo>
                    <a:cubicBezTo>
                      <a:pt x="1410" y="324"/>
                      <a:pt x="1411" y="324"/>
                      <a:pt x="1411" y="323"/>
                    </a:cubicBezTo>
                    <a:cubicBezTo>
                      <a:pt x="1412" y="322"/>
                      <a:pt x="1413" y="319"/>
                      <a:pt x="1413" y="317"/>
                    </a:cubicBezTo>
                    <a:cubicBezTo>
                      <a:pt x="1414" y="314"/>
                      <a:pt x="1413" y="312"/>
                      <a:pt x="1412" y="309"/>
                    </a:cubicBezTo>
                    <a:cubicBezTo>
                      <a:pt x="1411" y="306"/>
                      <a:pt x="1408" y="304"/>
                      <a:pt x="1406" y="301"/>
                    </a:cubicBezTo>
                    <a:cubicBezTo>
                      <a:pt x="1405" y="300"/>
                      <a:pt x="1405" y="299"/>
                      <a:pt x="1404" y="298"/>
                    </a:cubicBezTo>
                    <a:cubicBezTo>
                      <a:pt x="1404" y="297"/>
                      <a:pt x="1403" y="296"/>
                      <a:pt x="1402" y="295"/>
                    </a:cubicBezTo>
                    <a:cubicBezTo>
                      <a:pt x="1398" y="295"/>
                      <a:pt x="1394" y="298"/>
                      <a:pt x="1391" y="300"/>
                    </a:cubicBezTo>
                    <a:cubicBezTo>
                      <a:pt x="1389" y="301"/>
                      <a:pt x="1387" y="302"/>
                      <a:pt x="1385" y="303"/>
                    </a:cubicBezTo>
                    <a:cubicBezTo>
                      <a:pt x="1382" y="303"/>
                      <a:pt x="1379" y="303"/>
                      <a:pt x="1376" y="303"/>
                    </a:cubicBezTo>
                    <a:cubicBezTo>
                      <a:pt x="1374" y="303"/>
                      <a:pt x="1372" y="304"/>
                      <a:pt x="1370" y="304"/>
                    </a:cubicBezTo>
                    <a:cubicBezTo>
                      <a:pt x="1368" y="304"/>
                      <a:pt x="1365" y="304"/>
                      <a:pt x="1364" y="305"/>
                    </a:cubicBezTo>
                    <a:cubicBezTo>
                      <a:pt x="1362" y="307"/>
                      <a:pt x="1363" y="309"/>
                      <a:pt x="1362" y="311"/>
                    </a:cubicBezTo>
                    <a:cubicBezTo>
                      <a:pt x="1362" y="314"/>
                      <a:pt x="1359" y="312"/>
                      <a:pt x="1358" y="311"/>
                    </a:cubicBezTo>
                    <a:cubicBezTo>
                      <a:pt x="1356" y="306"/>
                      <a:pt x="1357" y="300"/>
                      <a:pt x="1354" y="295"/>
                    </a:cubicBezTo>
                    <a:cubicBezTo>
                      <a:pt x="1353" y="294"/>
                      <a:pt x="1350" y="292"/>
                      <a:pt x="1348" y="291"/>
                    </a:cubicBezTo>
                    <a:cubicBezTo>
                      <a:pt x="1345" y="291"/>
                      <a:pt x="1344" y="293"/>
                      <a:pt x="1341" y="294"/>
                    </a:cubicBezTo>
                    <a:cubicBezTo>
                      <a:pt x="1339" y="294"/>
                      <a:pt x="1337" y="294"/>
                      <a:pt x="1337" y="292"/>
                    </a:cubicBezTo>
                    <a:cubicBezTo>
                      <a:pt x="1337" y="289"/>
                      <a:pt x="1339" y="287"/>
                      <a:pt x="1340" y="285"/>
                    </a:cubicBezTo>
                    <a:cubicBezTo>
                      <a:pt x="1342" y="280"/>
                      <a:pt x="1338" y="278"/>
                      <a:pt x="1334" y="276"/>
                    </a:cubicBezTo>
                    <a:cubicBezTo>
                      <a:pt x="1332" y="276"/>
                      <a:pt x="1331" y="275"/>
                      <a:pt x="1329" y="274"/>
                    </a:cubicBezTo>
                    <a:cubicBezTo>
                      <a:pt x="1328" y="273"/>
                      <a:pt x="1327" y="272"/>
                      <a:pt x="1326" y="271"/>
                    </a:cubicBezTo>
                    <a:cubicBezTo>
                      <a:pt x="1324" y="270"/>
                      <a:pt x="1323" y="271"/>
                      <a:pt x="1321" y="269"/>
                    </a:cubicBezTo>
                    <a:cubicBezTo>
                      <a:pt x="1321" y="268"/>
                      <a:pt x="1320" y="267"/>
                      <a:pt x="1319" y="266"/>
                    </a:cubicBezTo>
                    <a:cubicBezTo>
                      <a:pt x="1318" y="266"/>
                      <a:pt x="1317" y="266"/>
                      <a:pt x="1316" y="266"/>
                    </a:cubicBezTo>
                    <a:cubicBezTo>
                      <a:pt x="1315" y="265"/>
                      <a:pt x="1314" y="264"/>
                      <a:pt x="1313" y="263"/>
                    </a:cubicBezTo>
                    <a:cubicBezTo>
                      <a:pt x="1313" y="262"/>
                      <a:pt x="1311" y="261"/>
                      <a:pt x="1310" y="260"/>
                    </a:cubicBezTo>
                    <a:cubicBezTo>
                      <a:pt x="1308" y="258"/>
                      <a:pt x="1305" y="256"/>
                      <a:pt x="1304" y="254"/>
                    </a:cubicBezTo>
                    <a:cubicBezTo>
                      <a:pt x="1304" y="251"/>
                      <a:pt x="1304" y="247"/>
                      <a:pt x="1305" y="244"/>
                    </a:cubicBezTo>
                    <a:cubicBezTo>
                      <a:pt x="1305" y="241"/>
                      <a:pt x="1306" y="238"/>
                      <a:pt x="1305" y="235"/>
                    </a:cubicBezTo>
                    <a:cubicBezTo>
                      <a:pt x="1304" y="232"/>
                      <a:pt x="1302" y="229"/>
                      <a:pt x="1300" y="227"/>
                    </a:cubicBezTo>
                    <a:cubicBezTo>
                      <a:pt x="1296" y="222"/>
                      <a:pt x="1292" y="218"/>
                      <a:pt x="1286" y="220"/>
                    </a:cubicBezTo>
                    <a:cubicBezTo>
                      <a:pt x="1278" y="223"/>
                      <a:pt x="1273" y="230"/>
                      <a:pt x="1266" y="235"/>
                    </a:cubicBezTo>
                    <a:cubicBezTo>
                      <a:pt x="1264" y="237"/>
                      <a:pt x="1262" y="239"/>
                      <a:pt x="1260" y="236"/>
                    </a:cubicBezTo>
                    <a:cubicBezTo>
                      <a:pt x="1258" y="234"/>
                      <a:pt x="1258" y="231"/>
                      <a:pt x="1255" y="229"/>
                    </a:cubicBezTo>
                    <a:cubicBezTo>
                      <a:pt x="1253" y="228"/>
                      <a:pt x="1249" y="228"/>
                      <a:pt x="1247" y="229"/>
                    </a:cubicBezTo>
                    <a:cubicBezTo>
                      <a:pt x="1244" y="229"/>
                      <a:pt x="1243" y="228"/>
                      <a:pt x="1243" y="225"/>
                    </a:cubicBezTo>
                    <a:cubicBezTo>
                      <a:pt x="1243" y="224"/>
                      <a:pt x="1243" y="220"/>
                      <a:pt x="1241" y="220"/>
                    </a:cubicBezTo>
                    <a:cubicBezTo>
                      <a:pt x="1240" y="220"/>
                      <a:pt x="1239" y="222"/>
                      <a:pt x="1238" y="222"/>
                    </a:cubicBezTo>
                    <a:cubicBezTo>
                      <a:pt x="1236" y="224"/>
                      <a:pt x="1235" y="225"/>
                      <a:pt x="1233" y="226"/>
                    </a:cubicBezTo>
                    <a:cubicBezTo>
                      <a:pt x="1231" y="228"/>
                      <a:pt x="1228" y="229"/>
                      <a:pt x="1225" y="230"/>
                    </a:cubicBezTo>
                    <a:cubicBezTo>
                      <a:pt x="1223" y="230"/>
                      <a:pt x="1221" y="231"/>
                      <a:pt x="1219" y="232"/>
                    </a:cubicBezTo>
                    <a:cubicBezTo>
                      <a:pt x="1217" y="234"/>
                      <a:pt x="1214" y="235"/>
                      <a:pt x="1212" y="236"/>
                    </a:cubicBezTo>
                    <a:cubicBezTo>
                      <a:pt x="1210" y="237"/>
                      <a:pt x="1208" y="237"/>
                      <a:pt x="1206" y="238"/>
                    </a:cubicBezTo>
                    <a:cubicBezTo>
                      <a:pt x="1205" y="240"/>
                      <a:pt x="1204" y="242"/>
                      <a:pt x="1203" y="244"/>
                    </a:cubicBezTo>
                    <a:cubicBezTo>
                      <a:pt x="1201" y="246"/>
                      <a:pt x="1199" y="247"/>
                      <a:pt x="1197" y="247"/>
                    </a:cubicBezTo>
                    <a:cubicBezTo>
                      <a:pt x="1191" y="249"/>
                      <a:pt x="1197" y="257"/>
                      <a:pt x="1195" y="260"/>
                    </a:cubicBezTo>
                    <a:cubicBezTo>
                      <a:pt x="1193" y="262"/>
                      <a:pt x="1191" y="260"/>
                      <a:pt x="1190" y="259"/>
                    </a:cubicBezTo>
                    <a:cubicBezTo>
                      <a:pt x="1188" y="257"/>
                      <a:pt x="1187" y="254"/>
                      <a:pt x="1187" y="251"/>
                    </a:cubicBezTo>
                    <a:cubicBezTo>
                      <a:pt x="1187" y="246"/>
                      <a:pt x="1190" y="240"/>
                      <a:pt x="1193" y="235"/>
                    </a:cubicBezTo>
                    <a:cubicBezTo>
                      <a:pt x="1195" y="232"/>
                      <a:pt x="1197" y="229"/>
                      <a:pt x="1200" y="226"/>
                    </a:cubicBezTo>
                    <a:cubicBezTo>
                      <a:pt x="1202" y="224"/>
                      <a:pt x="1204" y="222"/>
                      <a:pt x="1206" y="223"/>
                    </a:cubicBezTo>
                    <a:cubicBezTo>
                      <a:pt x="1208" y="225"/>
                      <a:pt x="1208" y="228"/>
                      <a:pt x="1211" y="229"/>
                    </a:cubicBezTo>
                    <a:cubicBezTo>
                      <a:pt x="1213" y="230"/>
                      <a:pt x="1216" y="228"/>
                      <a:pt x="1218" y="227"/>
                    </a:cubicBezTo>
                    <a:cubicBezTo>
                      <a:pt x="1221" y="226"/>
                      <a:pt x="1223" y="225"/>
                      <a:pt x="1226" y="224"/>
                    </a:cubicBezTo>
                    <a:cubicBezTo>
                      <a:pt x="1229" y="223"/>
                      <a:pt x="1230" y="221"/>
                      <a:pt x="1232" y="219"/>
                    </a:cubicBezTo>
                    <a:cubicBezTo>
                      <a:pt x="1233" y="217"/>
                      <a:pt x="1235" y="214"/>
                      <a:pt x="1239" y="213"/>
                    </a:cubicBezTo>
                    <a:cubicBezTo>
                      <a:pt x="1242" y="212"/>
                      <a:pt x="1246" y="214"/>
                      <a:pt x="1248" y="216"/>
                    </a:cubicBezTo>
                    <a:cubicBezTo>
                      <a:pt x="1250" y="217"/>
                      <a:pt x="1253" y="219"/>
                      <a:pt x="1255" y="219"/>
                    </a:cubicBezTo>
                    <a:cubicBezTo>
                      <a:pt x="1260" y="220"/>
                      <a:pt x="1265" y="219"/>
                      <a:pt x="1270" y="217"/>
                    </a:cubicBezTo>
                    <a:cubicBezTo>
                      <a:pt x="1271" y="217"/>
                      <a:pt x="1272" y="217"/>
                      <a:pt x="1273" y="215"/>
                    </a:cubicBezTo>
                    <a:cubicBezTo>
                      <a:pt x="1274" y="211"/>
                      <a:pt x="1268" y="211"/>
                      <a:pt x="1265" y="211"/>
                    </a:cubicBezTo>
                    <a:cubicBezTo>
                      <a:pt x="1262" y="211"/>
                      <a:pt x="1259" y="212"/>
                      <a:pt x="1256" y="213"/>
                    </a:cubicBezTo>
                    <a:cubicBezTo>
                      <a:pt x="1254" y="213"/>
                      <a:pt x="1254" y="213"/>
                      <a:pt x="1252" y="213"/>
                    </a:cubicBezTo>
                    <a:cubicBezTo>
                      <a:pt x="1251" y="212"/>
                      <a:pt x="1249" y="212"/>
                      <a:pt x="1248" y="211"/>
                    </a:cubicBezTo>
                    <a:cubicBezTo>
                      <a:pt x="1246" y="211"/>
                      <a:pt x="1245" y="211"/>
                      <a:pt x="1243" y="210"/>
                    </a:cubicBezTo>
                    <a:cubicBezTo>
                      <a:pt x="1241" y="210"/>
                      <a:pt x="1240" y="210"/>
                      <a:pt x="1238" y="211"/>
                    </a:cubicBezTo>
                    <a:cubicBezTo>
                      <a:pt x="1234" y="211"/>
                      <a:pt x="1229" y="212"/>
                      <a:pt x="1226" y="209"/>
                    </a:cubicBezTo>
                    <a:cubicBezTo>
                      <a:pt x="1225" y="208"/>
                      <a:pt x="1223" y="207"/>
                      <a:pt x="1221" y="207"/>
                    </a:cubicBezTo>
                    <a:cubicBezTo>
                      <a:pt x="1220" y="208"/>
                      <a:pt x="1219" y="209"/>
                      <a:pt x="1217" y="208"/>
                    </a:cubicBezTo>
                    <a:cubicBezTo>
                      <a:pt x="1215" y="208"/>
                      <a:pt x="1216" y="206"/>
                      <a:pt x="1215" y="204"/>
                    </a:cubicBezTo>
                    <a:cubicBezTo>
                      <a:pt x="1215" y="202"/>
                      <a:pt x="1213" y="202"/>
                      <a:pt x="1211" y="203"/>
                    </a:cubicBezTo>
                    <a:cubicBezTo>
                      <a:pt x="1209" y="205"/>
                      <a:pt x="1209" y="207"/>
                      <a:pt x="1208" y="209"/>
                    </a:cubicBezTo>
                    <a:cubicBezTo>
                      <a:pt x="1207" y="210"/>
                      <a:pt x="1206" y="210"/>
                      <a:pt x="1206" y="211"/>
                    </a:cubicBezTo>
                    <a:cubicBezTo>
                      <a:pt x="1205" y="212"/>
                      <a:pt x="1204" y="214"/>
                      <a:pt x="1204" y="215"/>
                    </a:cubicBezTo>
                    <a:cubicBezTo>
                      <a:pt x="1196" y="221"/>
                      <a:pt x="1190" y="228"/>
                      <a:pt x="1187" y="237"/>
                    </a:cubicBezTo>
                    <a:cubicBezTo>
                      <a:pt x="1186" y="240"/>
                      <a:pt x="1185" y="242"/>
                      <a:pt x="1183" y="243"/>
                    </a:cubicBezTo>
                    <a:cubicBezTo>
                      <a:pt x="1182" y="245"/>
                      <a:pt x="1179" y="246"/>
                      <a:pt x="1178" y="248"/>
                    </a:cubicBezTo>
                    <a:cubicBezTo>
                      <a:pt x="1176" y="249"/>
                      <a:pt x="1176" y="251"/>
                      <a:pt x="1175" y="253"/>
                    </a:cubicBezTo>
                    <a:cubicBezTo>
                      <a:pt x="1173" y="255"/>
                      <a:pt x="1170" y="255"/>
                      <a:pt x="1167" y="256"/>
                    </a:cubicBezTo>
                    <a:cubicBezTo>
                      <a:pt x="1163" y="257"/>
                      <a:pt x="1158" y="255"/>
                      <a:pt x="1154" y="259"/>
                    </a:cubicBezTo>
                    <a:cubicBezTo>
                      <a:pt x="1153" y="261"/>
                      <a:pt x="1152" y="263"/>
                      <a:pt x="1150" y="265"/>
                    </a:cubicBezTo>
                    <a:cubicBezTo>
                      <a:pt x="1149" y="266"/>
                      <a:pt x="1148" y="267"/>
                      <a:pt x="1146" y="268"/>
                    </a:cubicBezTo>
                    <a:cubicBezTo>
                      <a:pt x="1144" y="270"/>
                      <a:pt x="1143" y="271"/>
                      <a:pt x="1143" y="273"/>
                    </a:cubicBezTo>
                    <a:cubicBezTo>
                      <a:pt x="1143" y="276"/>
                      <a:pt x="1144" y="278"/>
                      <a:pt x="1144" y="280"/>
                    </a:cubicBezTo>
                    <a:cubicBezTo>
                      <a:pt x="1143" y="283"/>
                      <a:pt x="1142" y="286"/>
                      <a:pt x="1142" y="288"/>
                    </a:cubicBezTo>
                    <a:cubicBezTo>
                      <a:pt x="1142" y="290"/>
                      <a:pt x="1142" y="293"/>
                      <a:pt x="1140" y="294"/>
                    </a:cubicBezTo>
                    <a:cubicBezTo>
                      <a:pt x="1138" y="295"/>
                      <a:pt x="1138" y="290"/>
                      <a:pt x="1138" y="289"/>
                    </a:cubicBezTo>
                    <a:cubicBezTo>
                      <a:pt x="1138" y="286"/>
                      <a:pt x="1138" y="284"/>
                      <a:pt x="1137" y="281"/>
                    </a:cubicBezTo>
                    <a:cubicBezTo>
                      <a:pt x="1137" y="279"/>
                      <a:pt x="1138" y="276"/>
                      <a:pt x="1137" y="275"/>
                    </a:cubicBezTo>
                    <a:cubicBezTo>
                      <a:pt x="1135" y="273"/>
                      <a:pt x="1132" y="274"/>
                      <a:pt x="1130" y="274"/>
                    </a:cubicBezTo>
                    <a:cubicBezTo>
                      <a:pt x="1126" y="274"/>
                      <a:pt x="1123" y="274"/>
                      <a:pt x="1119" y="274"/>
                    </a:cubicBezTo>
                    <a:cubicBezTo>
                      <a:pt x="1118" y="274"/>
                      <a:pt x="1117" y="274"/>
                      <a:pt x="1116" y="274"/>
                    </a:cubicBezTo>
                    <a:cubicBezTo>
                      <a:pt x="1115" y="274"/>
                      <a:pt x="1113" y="275"/>
                      <a:pt x="1112" y="275"/>
                    </a:cubicBezTo>
                    <a:cubicBezTo>
                      <a:pt x="1110" y="276"/>
                      <a:pt x="1109" y="278"/>
                      <a:pt x="1108" y="279"/>
                    </a:cubicBezTo>
                    <a:cubicBezTo>
                      <a:pt x="1106" y="280"/>
                      <a:pt x="1104" y="280"/>
                      <a:pt x="1103" y="280"/>
                    </a:cubicBezTo>
                    <a:cubicBezTo>
                      <a:pt x="1099" y="281"/>
                      <a:pt x="1096" y="281"/>
                      <a:pt x="1092" y="281"/>
                    </a:cubicBezTo>
                    <a:cubicBezTo>
                      <a:pt x="1089" y="280"/>
                      <a:pt x="1087" y="279"/>
                      <a:pt x="1084" y="277"/>
                    </a:cubicBezTo>
                    <a:cubicBezTo>
                      <a:pt x="1081" y="276"/>
                      <a:pt x="1078" y="277"/>
                      <a:pt x="1075" y="276"/>
                    </a:cubicBezTo>
                    <a:cubicBezTo>
                      <a:pt x="1072" y="276"/>
                      <a:pt x="1069" y="278"/>
                      <a:pt x="1067" y="279"/>
                    </a:cubicBezTo>
                    <a:cubicBezTo>
                      <a:pt x="1064" y="281"/>
                      <a:pt x="1063" y="283"/>
                      <a:pt x="1060" y="285"/>
                    </a:cubicBezTo>
                    <a:cubicBezTo>
                      <a:pt x="1059" y="286"/>
                      <a:pt x="1057" y="286"/>
                      <a:pt x="1056" y="287"/>
                    </a:cubicBezTo>
                    <a:cubicBezTo>
                      <a:pt x="1055" y="288"/>
                      <a:pt x="1054" y="289"/>
                      <a:pt x="1052" y="289"/>
                    </a:cubicBezTo>
                    <a:cubicBezTo>
                      <a:pt x="1051" y="291"/>
                      <a:pt x="1036" y="298"/>
                      <a:pt x="1039" y="301"/>
                    </a:cubicBezTo>
                    <a:cubicBezTo>
                      <a:pt x="1041" y="303"/>
                      <a:pt x="1046" y="301"/>
                      <a:pt x="1048" y="300"/>
                    </a:cubicBezTo>
                    <a:cubicBezTo>
                      <a:pt x="1049" y="298"/>
                      <a:pt x="1050" y="297"/>
                      <a:pt x="1051" y="296"/>
                    </a:cubicBezTo>
                    <a:cubicBezTo>
                      <a:pt x="1052" y="295"/>
                      <a:pt x="1053" y="294"/>
                      <a:pt x="1054" y="293"/>
                    </a:cubicBezTo>
                    <a:cubicBezTo>
                      <a:pt x="1056" y="292"/>
                      <a:pt x="1057" y="294"/>
                      <a:pt x="1058" y="295"/>
                    </a:cubicBezTo>
                    <a:cubicBezTo>
                      <a:pt x="1058" y="297"/>
                      <a:pt x="1057" y="299"/>
                      <a:pt x="1056" y="300"/>
                    </a:cubicBezTo>
                    <a:cubicBezTo>
                      <a:pt x="1053" y="303"/>
                      <a:pt x="1050" y="304"/>
                      <a:pt x="1047" y="306"/>
                    </a:cubicBezTo>
                    <a:cubicBezTo>
                      <a:pt x="1044" y="308"/>
                      <a:pt x="1043" y="310"/>
                      <a:pt x="1040" y="313"/>
                    </a:cubicBezTo>
                    <a:cubicBezTo>
                      <a:pt x="1038" y="315"/>
                      <a:pt x="1037" y="317"/>
                      <a:pt x="1035" y="320"/>
                    </a:cubicBezTo>
                    <a:cubicBezTo>
                      <a:pt x="1034" y="323"/>
                      <a:pt x="1031" y="325"/>
                      <a:pt x="1030" y="329"/>
                    </a:cubicBezTo>
                    <a:cubicBezTo>
                      <a:pt x="1029" y="331"/>
                      <a:pt x="1030" y="335"/>
                      <a:pt x="1028" y="337"/>
                    </a:cubicBezTo>
                    <a:cubicBezTo>
                      <a:pt x="1025" y="339"/>
                      <a:pt x="1021" y="337"/>
                      <a:pt x="1019" y="335"/>
                    </a:cubicBezTo>
                    <a:cubicBezTo>
                      <a:pt x="1017" y="333"/>
                      <a:pt x="1014" y="333"/>
                      <a:pt x="1011" y="332"/>
                    </a:cubicBezTo>
                    <a:cubicBezTo>
                      <a:pt x="1009" y="330"/>
                      <a:pt x="1007" y="331"/>
                      <a:pt x="1004" y="331"/>
                    </a:cubicBezTo>
                    <a:cubicBezTo>
                      <a:pt x="1002" y="331"/>
                      <a:pt x="999" y="330"/>
                      <a:pt x="997" y="329"/>
                    </a:cubicBezTo>
                    <a:cubicBezTo>
                      <a:pt x="994" y="327"/>
                      <a:pt x="993" y="323"/>
                      <a:pt x="993" y="320"/>
                    </a:cubicBezTo>
                    <a:cubicBezTo>
                      <a:pt x="991" y="315"/>
                      <a:pt x="990" y="309"/>
                      <a:pt x="983" y="309"/>
                    </a:cubicBezTo>
                    <a:cubicBezTo>
                      <a:pt x="980" y="309"/>
                      <a:pt x="978" y="309"/>
                      <a:pt x="975" y="309"/>
                    </a:cubicBezTo>
                    <a:cubicBezTo>
                      <a:pt x="972" y="309"/>
                      <a:pt x="969" y="308"/>
                      <a:pt x="965" y="308"/>
                    </a:cubicBezTo>
                    <a:cubicBezTo>
                      <a:pt x="963" y="309"/>
                      <a:pt x="961" y="310"/>
                      <a:pt x="959" y="311"/>
                    </a:cubicBezTo>
                    <a:cubicBezTo>
                      <a:pt x="956" y="312"/>
                      <a:pt x="953" y="313"/>
                      <a:pt x="951" y="314"/>
                    </a:cubicBezTo>
                    <a:cubicBezTo>
                      <a:pt x="948" y="315"/>
                      <a:pt x="944" y="315"/>
                      <a:pt x="941" y="316"/>
                    </a:cubicBezTo>
                    <a:cubicBezTo>
                      <a:pt x="939" y="318"/>
                      <a:pt x="940" y="321"/>
                      <a:pt x="941" y="323"/>
                    </a:cubicBezTo>
                    <a:cubicBezTo>
                      <a:pt x="942" y="324"/>
                      <a:pt x="945" y="327"/>
                      <a:pt x="944" y="329"/>
                    </a:cubicBezTo>
                    <a:cubicBezTo>
                      <a:pt x="943" y="331"/>
                      <a:pt x="940" y="330"/>
                      <a:pt x="938" y="329"/>
                    </a:cubicBezTo>
                    <a:cubicBezTo>
                      <a:pt x="936" y="329"/>
                      <a:pt x="933" y="328"/>
                      <a:pt x="931" y="329"/>
                    </a:cubicBezTo>
                    <a:cubicBezTo>
                      <a:pt x="928" y="330"/>
                      <a:pt x="925" y="332"/>
                      <a:pt x="923" y="333"/>
                    </a:cubicBezTo>
                    <a:cubicBezTo>
                      <a:pt x="921" y="334"/>
                      <a:pt x="917" y="335"/>
                      <a:pt x="916" y="333"/>
                    </a:cubicBezTo>
                    <a:cubicBezTo>
                      <a:pt x="915" y="331"/>
                      <a:pt x="919" y="330"/>
                      <a:pt x="920" y="329"/>
                    </a:cubicBezTo>
                    <a:cubicBezTo>
                      <a:pt x="924" y="328"/>
                      <a:pt x="930" y="329"/>
                      <a:pt x="933" y="324"/>
                    </a:cubicBezTo>
                    <a:cubicBezTo>
                      <a:pt x="934" y="321"/>
                      <a:pt x="935" y="319"/>
                      <a:pt x="936" y="317"/>
                    </a:cubicBezTo>
                    <a:cubicBezTo>
                      <a:pt x="936" y="315"/>
                      <a:pt x="937" y="313"/>
                      <a:pt x="936" y="312"/>
                    </a:cubicBezTo>
                    <a:cubicBezTo>
                      <a:pt x="934" y="310"/>
                      <a:pt x="931" y="310"/>
                      <a:pt x="929" y="310"/>
                    </a:cubicBezTo>
                    <a:cubicBezTo>
                      <a:pt x="927" y="309"/>
                      <a:pt x="925" y="308"/>
                      <a:pt x="924" y="306"/>
                    </a:cubicBezTo>
                    <a:cubicBezTo>
                      <a:pt x="922" y="304"/>
                      <a:pt x="918" y="300"/>
                      <a:pt x="917" y="296"/>
                    </a:cubicBezTo>
                    <a:cubicBezTo>
                      <a:pt x="916" y="291"/>
                      <a:pt x="919" y="285"/>
                      <a:pt x="924" y="283"/>
                    </a:cubicBezTo>
                    <a:cubicBezTo>
                      <a:pt x="926" y="282"/>
                      <a:pt x="928" y="282"/>
                      <a:pt x="931" y="282"/>
                    </a:cubicBezTo>
                    <a:cubicBezTo>
                      <a:pt x="934" y="282"/>
                      <a:pt x="936" y="282"/>
                      <a:pt x="939" y="281"/>
                    </a:cubicBezTo>
                    <a:cubicBezTo>
                      <a:pt x="944" y="279"/>
                      <a:pt x="948" y="275"/>
                      <a:pt x="952" y="271"/>
                    </a:cubicBezTo>
                    <a:cubicBezTo>
                      <a:pt x="955" y="267"/>
                      <a:pt x="957" y="262"/>
                      <a:pt x="962" y="261"/>
                    </a:cubicBezTo>
                    <a:cubicBezTo>
                      <a:pt x="967" y="260"/>
                      <a:pt x="974" y="262"/>
                      <a:pt x="976" y="256"/>
                    </a:cubicBezTo>
                    <a:cubicBezTo>
                      <a:pt x="976" y="253"/>
                      <a:pt x="975" y="250"/>
                      <a:pt x="974" y="247"/>
                    </a:cubicBezTo>
                    <a:cubicBezTo>
                      <a:pt x="974" y="243"/>
                      <a:pt x="973" y="240"/>
                      <a:pt x="974" y="236"/>
                    </a:cubicBezTo>
                    <a:cubicBezTo>
                      <a:pt x="974" y="233"/>
                      <a:pt x="974" y="230"/>
                      <a:pt x="974" y="227"/>
                    </a:cubicBezTo>
                    <a:cubicBezTo>
                      <a:pt x="975" y="224"/>
                      <a:pt x="974" y="221"/>
                      <a:pt x="975" y="219"/>
                    </a:cubicBezTo>
                    <a:cubicBezTo>
                      <a:pt x="975" y="217"/>
                      <a:pt x="976" y="216"/>
                      <a:pt x="979" y="215"/>
                    </a:cubicBezTo>
                    <a:cubicBezTo>
                      <a:pt x="981" y="215"/>
                      <a:pt x="982" y="215"/>
                      <a:pt x="982" y="212"/>
                    </a:cubicBezTo>
                    <a:cubicBezTo>
                      <a:pt x="982" y="211"/>
                      <a:pt x="981" y="209"/>
                      <a:pt x="980" y="208"/>
                    </a:cubicBezTo>
                    <a:cubicBezTo>
                      <a:pt x="978" y="207"/>
                      <a:pt x="977" y="207"/>
                      <a:pt x="975" y="208"/>
                    </a:cubicBezTo>
                    <a:cubicBezTo>
                      <a:pt x="974" y="209"/>
                      <a:pt x="972" y="209"/>
                      <a:pt x="971" y="210"/>
                    </a:cubicBezTo>
                    <a:cubicBezTo>
                      <a:pt x="970" y="210"/>
                      <a:pt x="970" y="211"/>
                      <a:pt x="970" y="211"/>
                    </a:cubicBezTo>
                    <a:cubicBezTo>
                      <a:pt x="969" y="212"/>
                      <a:pt x="968" y="212"/>
                      <a:pt x="968" y="212"/>
                    </a:cubicBezTo>
                    <a:cubicBezTo>
                      <a:pt x="967" y="213"/>
                      <a:pt x="966" y="217"/>
                      <a:pt x="964" y="216"/>
                    </a:cubicBezTo>
                    <a:cubicBezTo>
                      <a:pt x="961" y="215"/>
                      <a:pt x="963" y="211"/>
                      <a:pt x="962" y="209"/>
                    </a:cubicBezTo>
                    <a:cubicBezTo>
                      <a:pt x="962" y="208"/>
                      <a:pt x="961" y="207"/>
                      <a:pt x="960" y="207"/>
                    </a:cubicBezTo>
                    <a:cubicBezTo>
                      <a:pt x="958" y="207"/>
                      <a:pt x="958" y="209"/>
                      <a:pt x="957" y="209"/>
                    </a:cubicBezTo>
                    <a:cubicBezTo>
                      <a:pt x="956" y="210"/>
                      <a:pt x="953" y="211"/>
                      <a:pt x="952" y="211"/>
                    </a:cubicBezTo>
                    <a:cubicBezTo>
                      <a:pt x="950" y="211"/>
                      <a:pt x="949" y="211"/>
                      <a:pt x="947" y="212"/>
                    </a:cubicBezTo>
                    <a:cubicBezTo>
                      <a:pt x="945" y="213"/>
                      <a:pt x="945" y="215"/>
                      <a:pt x="942" y="215"/>
                    </a:cubicBezTo>
                    <a:cubicBezTo>
                      <a:pt x="939" y="216"/>
                      <a:pt x="938" y="216"/>
                      <a:pt x="935" y="218"/>
                    </a:cubicBezTo>
                    <a:cubicBezTo>
                      <a:pt x="934" y="219"/>
                      <a:pt x="932" y="220"/>
                      <a:pt x="931" y="221"/>
                    </a:cubicBezTo>
                    <a:cubicBezTo>
                      <a:pt x="930" y="221"/>
                      <a:pt x="929" y="222"/>
                      <a:pt x="928" y="222"/>
                    </a:cubicBezTo>
                    <a:cubicBezTo>
                      <a:pt x="927" y="222"/>
                      <a:pt x="926" y="221"/>
                      <a:pt x="925" y="222"/>
                    </a:cubicBezTo>
                    <a:cubicBezTo>
                      <a:pt x="924" y="223"/>
                      <a:pt x="925" y="224"/>
                      <a:pt x="924" y="225"/>
                    </a:cubicBezTo>
                    <a:cubicBezTo>
                      <a:pt x="923" y="226"/>
                      <a:pt x="922" y="225"/>
                      <a:pt x="921" y="224"/>
                    </a:cubicBezTo>
                    <a:cubicBezTo>
                      <a:pt x="919" y="224"/>
                      <a:pt x="917" y="225"/>
                      <a:pt x="916" y="222"/>
                    </a:cubicBezTo>
                    <a:cubicBezTo>
                      <a:pt x="915" y="220"/>
                      <a:pt x="912" y="219"/>
                      <a:pt x="910" y="220"/>
                    </a:cubicBezTo>
                    <a:cubicBezTo>
                      <a:pt x="909" y="220"/>
                      <a:pt x="908" y="220"/>
                      <a:pt x="907" y="221"/>
                    </a:cubicBezTo>
                    <a:cubicBezTo>
                      <a:pt x="906" y="222"/>
                      <a:pt x="905" y="221"/>
                      <a:pt x="904" y="221"/>
                    </a:cubicBezTo>
                    <a:cubicBezTo>
                      <a:pt x="903" y="222"/>
                      <a:pt x="903" y="222"/>
                      <a:pt x="902" y="222"/>
                    </a:cubicBezTo>
                    <a:cubicBezTo>
                      <a:pt x="900" y="222"/>
                      <a:pt x="900" y="221"/>
                      <a:pt x="900" y="220"/>
                    </a:cubicBezTo>
                    <a:cubicBezTo>
                      <a:pt x="901" y="218"/>
                      <a:pt x="901" y="215"/>
                      <a:pt x="901" y="213"/>
                    </a:cubicBezTo>
                    <a:cubicBezTo>
                      <a:pt x="901" y="211"/>
                      <a:pt x="901" y="210"/>
                      <a:pt x="900" y="208"/>
                    </a:cubicBezTo>
                    <a:cubicBezTo>
                      <a:pt x="899" y="207"/>
                      <a:pt x="898" y="205"/>
                      <a:pt x="896" y="206"/>
                    </a:cubicBezTo>
                    <a:cubicBezTo>
                      <a:pt x="893" y="207"/>
                      <a:pt x="891" y="207"/>
                      <a:pt x="888" y="206"/>
                    </a:cubicBezTo>
                    <a:cubicBezTo>
                      <a:pt x="887" y="205"/>
                      <a:pt x="885" y="205"/>
                      <a:pt x="884" y="205"/>
                    </a:cubicBezTo>
                    <a:cubicBezTo>
                      <a:pt x="883" y="204"/>
                      <a:pt x="882" y="203"/>
                      <a:pt x="881" y="203"/>
                    </a:cubicBezTo>
                    <a:cubicBezTo>
                      <a:pt x="879" y="202"/>
                      <a:pt x="877" y="202"/>
                      <a:pt x="876" y="202"/>
                    </a:cubicBezTo>
                    <a:cubicBezTo>
                      <a:pt x="874" y="201"/>
                      <a:pt x="872" y="199"/>
                      <a:pt x="870" y="198"/>
                    </a:cubicBezTo>
                    <a:cubicBezTo>
                      <a:pt x="868" y="197"/>
                      <a:pt x="867" y="196"/>
                      <a:pt x="866" y="195"/>
                    </a:cubicBezTo>
                    <a:cubicBezTo>
                      <a:pt x="865" y="193"/>
                      <a:pt x="864" y="192"/>
                      <a:pt x="862" y="191"/>
                    </a:cubicBezTo>
                    <a:cubicBezTo>
                      <a:pt x="861" y="190"/>
                      <a:pt x="859" y="188"/>
                      <a:pt x="857" y="187"/>
                    </a:cubicBezTo>
                    <a:cubicBezTo>
                      <a:pt x="856" y="187"/>
                      <a:pt x="855" y="187"/>
                      <a:pt x="854" y="187"/>
                    </a:cubicBezTo>
                    <a:cubicBezTo>
                      <a:pt x="852" y="187"/>
                      <a:pt x="849" y="187"/>
                      <a:pt x="847" y="187"/>
                    </a:cubicBezTo>
                    <a:cubicBezTo>
                      <a:pt x="844" y="188"/>
                      <a:pt x="841" y="190"/>
                      <a:pt x="839" y="191"/>
                    </a:cubicBezTo>
                    <a:cubicBezTo>
                      <a:pt x="837" y="193"/>
                      <a:pt x="836" y="193"/>
                      <a:pt x="834" y="194"/>
                    </a:cubicBezTo>
                    <a:cubicBezTo>
                      <a:pt x="833" y="195"/>
                      <a:pt x="832" y="195"/>
                      <a:pt x="831" y="196"/>
                    </a:cubicBezTo>
                    <a:cubicBezTo>
                      <a:pt x="830" y="197"/>
                      <a:pt x="830" y="198"/>
                      <a:pt x="830" y="200"/>
                    </a:cubicBezTo>
                    <a:cubicBezTo>
                      <a:pt x="829" y="202"/>
                      <a:pt x="829" y="204"/>
                      <a:pt x="828" y="206"/>
                    </a:cubicBezTo>
                    <a:cubicBezTo>
                      <a:pt x="827" y="208"/>
                      <a:pt x="827" y="210"/>
                      <a:pt x="825" y="212"/>
                    </a:cubicBezTo>
                    <a:cubicBezTo>
                      <a:pt x="824" y="214"/>
                      <a:pt x="822" y="213"/>
                      <a:pt x="820" y="212"/>
                    </a:cubicBezTo>
                    <a:cubicBezTo>
                      <a:pt x="818" y="210"/>
                      <a:pt x="817" y="208"/>
                      <a:pt x="817" y="205"/>
                    </a:cubicBezTo>
                    <a:cubicBezTo>
                      <a:pt x="817" y="202"/>
                      <a:pt x="819" y="201"/>
                      <a:pt x="821" y="199"/>
                    </a:cubicBezTo>
                    <a:cubicBezTo>
                      <a:pt x="824" y="198"/>
                      <a:pt x="824" y="196"/>
                      <a:pt x="825" y="194"/>
                    </a:cubicBezTo>
                    <a:cubicBezTo>
                      <a:pt x="826" y="191"/>
                      <a:pt x="827" y="189"/>
                      <a:pt x="829" y="187"/>
                    </a:cubicBezTo>
                    <a:cubicBezTo>
                      <a:pt x="830" y="185"/>
                      <a:pt x="831" y="183"/>
                      <a:pt x="831" y="181"/>
                    </a:cubicBezTo>
                    <a:cubicBezTo>
                      <a:pt x="830" y="179"/>
                      <a:pt x="830" y="178"/>
                      <a:pt x="828" y="177"/>
                    </a:cubicBezTo>
                    <a:cubicBezTo>
                      <a:pt x="827" y="176"/>
                      <a:pt x="826" y="175"/>
                      <a:pt x="825" y="174"/>
                    </a:cubicBezTo>
                    <a:cubicBezTo>
                      <a:pt x="823" y="173"/>
                      <a:pt x="820" y="173"/>
                      <a:pt x="818" y="173"/>
                    </a:cubicBezTo>
                    <a:cubicBezTo>
                      <a:pt x="815" y="173"/>
                      <a:pt x="812" y="173"/>
                      <a:pt x="808" y="173"/>
                    </a:cubicBezTo>
                    <a:cubicBezTo>
                      <a:pt x="805" y="173"/>
                      <a:pt x="803" y="173"/>
                      <a:pt x="800" y="173"/>
                    </a:cubicBezTo>
                    <a:cubicBezTo>
                      <a:pt x="798" y="174"/>
                      <a:pt x="797" y="173"/>
                      <a:pt x="796" y="173"/>
                    </a:cubicBezTo>
                    <a:cubicBezTo>
                      <a:pt x="795" y="173"/>
                      <a:pt x="794" y="173"/>
                      <a:pt x="794" y="174"/>
                    </a:cubicBezTo>
                    <a:cubicBezTo>
                      <a:pt x="794" y="174"/>
                      <a:pt x="793" y="174"/>
                      <a:pt x="793" y="174"/>
                    </a:cubicBezTo>
                    <a:cubicBezTo>
                      <a:pt x="793" y="174"/>
                      <a:pt x="793" y="174"/>
                      <a:pt x="793" y="174"/>
                    </a:cubicBezTo>
                    <a:cubicBezTo>
                      <a:pt x="793" y="174"/>
                      <a:pt x="793" y="174"/>
                      <a:pt x="793" y="174"/>
                    </a:cubicBezTo>
                    <a:cubicBezTo>
                      <a:pt x="793" y="174"/>
                      <a:pt x="793" y="174"/>
                      <a:pt x="793" y="174"/>
                    </a:cubicBezTo>
                    <a:cubicBezTo>
                      <a:pt x="790" y="175"/>
                      <a:pt x="783" y="178"/>
                      <a:pt x="782" y="174"/>
                    </a:cubicBezTo>
                    <a:cubicBezTo>
                      <a:pt x="781" y="172"/>
                      <a:pt x="785" y="170"/>
                      <a:pt x="787" y="169"/>
                    </a:cubicBezTo>
                    <a:cubicBezTo>
                      <a:pt x="790" y="167"/>
                      <a:pt x="793" y="166"/>
                      <a:pt x="795" y="164"/>
                    </a:cubicBezTo>
                    <a:cubicBezTo>
                      <a:pt x="798" y="162"/>
                      <a:pt x="801" y="160"/>
                      <a:pt x="804" y="159"/>
                    </a:cubicBezTo>
                    <a:cubicBezTo>
                      <a:pt x="806" y="158"/>
                      <a:pt x="808" y="157"/>
                      <a:pt x="810" y="155"/>
                    </a:cubicBezTo>
                    <a:cubicBezTo>
                      <a:pt x="812" y="152"/>
                      <a:pt x="813" y="149"/>
                      <a:pt x="814" y="146"/>
                    </a:cubicBezTo>
                    <a:cubicBezTo>
                      <a:pt x="815" y="142"/>
                      <a:pt x="814" y="138"/>
                      <a:pt x="814" y="134"/>
                    </a:cubicBezTo>
                    <a:cubicBezTo>
                      <a:pt x="814" y="130"/>
                      <a:pt x="814" y="125"/>
                      <a:pt x="813" y="122"/>
                    </a:cubicBezTo>
                    <a:cubicBezTo>
                      <a:pt x="812" y="119"/>
                      <a:pt x="810" y="119"/>
                      <a:pt x="807" y="119"/>
                    </a:cubicBezTo>
                    <a:cubicBezTo>
                      <a:pt x="804" y="120"/>
                      <a:pt x="802" y="122"/>
                      <a:pt x="800" y="125"/>
                    </a:cubicBezTo>
                    <a:cubicBezTo>
                      <a:pt x="797" y="129"/>
                      <a:pt x="795" y="132"/>
                      <a:pt x="792" y="135"/>
                    </a:cubicBezTo>
                    <a:cubicBezTo>
                      <a:pt x="789" y="137"/>
                      <a:pt x="785" y="139"/>
                      <a:pt x="783" y="141"/>
                    </a:cubicBezTo>
                    <a:cubicBezTo>
                      <a:pt x="779" y="144"/>
                      <a:pt x="776" y="147"/>
                      <a:pt x="773" y="149"/>
                    </a:cubicBezTo>
                    <a:cubicBezTo>
                      <a:pt x="769" y="151"/>
                      <a:pt x="765" y="152"/>
                      <a:pt x="762" y="155"/>
                    </a:cubicBezTo>
                    <a:cubicBezTo>
                      <a:pt x="759" y="157"/>
                      <a:pt x="757" y="161"/>
                      <a:pt x="754" y="163"/>
                    </a:cubicBezTo>
                    <a:cubicBezTo>
                      <a:pt x="751" y="165"/>
                      <a:pt x="750" y="165"/>
                      <a:pt x="748" y="163"/>
                    </a:cubicBezTo>
                    <a:cubicBezTo>
                      <a:pt x="746" y="161"/>
                      <a:pt x="743" y="160"/>
                      <a:pt x="741" y="159"/>
                    </a:cubicBezTo>
                    <a:cubicBezTo>
                      <a:pt x="739" y="157"/>
                      <a:pt x="740" y="155"/>
                      <a:pt x="743" y="154"/>
                    </a:cubicBezTo>
                    <a:cubicBezTo>
                      <a:pt x="748" y="152"/>
                      <a:pt x="754" y="154"/>
                      <a:pt x="760" y="151"/>
                    </a:cubicBezTo>
                    <a:cubicBezTo>
                      <a:pt x="763" y="150"/>
                      <a:pt x="766" y="148"/>
                      <a:pt x="768" y="146"/>
                    </a:cubicBezTo>
                    <a:cubicBezTo>
                      <a:pt x="770" y="144"/>
                      <a:pt x="772" y="142"/>
                      <a:pt x="774" y="140"/>
                    </a:cubicBezTo>
                    <a:cubicBezTo>
                      <a:pt x="778" y="135"/>
                      <a:pt x="784" y="133"/>
                      <a:pt x="789" y="130"/>
                    </a:cubicBezTo>
                    <a:cubicBezTo>
                      <a:pt x="791" y="129"/>
                      <a:pt x="793" y="127"/>
                      <a:pt x="794" y="125"/>
                    </a:cubicBezTo>
                    <a:cubicBezTo>
                      <a:pt x="795" y="123"/>
                      <a:pt x="795" y="121"/>
                      <a:pt x="797" y="119"/>
                    </a:cubicBezTo>
                    <a:cubicBezTo>
                      <a:pt x="798" y="117"/>
                      <a:pt x="801" y="115"/>
                      <a:pt x="804" y="115"/>
                    </a:cubicBezTo>
                    <a:cubicBezTo>
                      <a:pt x="806" y="114"/>
                      <a:pt x="808" y="114"/>
                      <a:pt x="810" y="112"/>
                    </a:cubicBezTo>
                    <a:cubicBezTo>
                      <a:pt x="811" y="109"/>
                      <a:pt x="811" y="105"/>
                      <a:pt x="811" y="103"/>
                    </a:cubicBezTo>
                    <a:cubicBezTo>
                      <a:pt x="809" y="102"/>
                      <a:pt x="808" y="101"/>
                      <a:pt x="806" y="99"/>
                    </a:cubicBezTo>
                    <a:cubicBezTo>
                      <a:pt x="805" y="98"/>
                      <a:pt x="805" y="96"/>
                      <a:pt x="804" y="94"/>
                    </a:cubicBezTo>
                    <a:cubicBezTo>
                      <a:pt x="803" y="91"/>
                      <a:pt x="801" y="88"/>
                      <a:pt x="798" y="87"/>
                    </a:cubicBezTo>
                    <a:cubicBezTo>
                      <a:pt x="795" y="87"/>
                      <a:pt x="793" y="88"/>
                      <a:pt x="791" y="91"/>
                    </a:cubicBezTo>
                    <a:cubicBezTo>
                      <a:pt x="789" y="93"/>
                      <a:pt x="787" y="94"/>
                      <a:pt x="784" y="93"/>
                    </a:cubicBezTo>
                    <a:cubicBezTo>
                      <a:pt x="782" y="92"/>
                      <a:pt x="779" y="90"/>
                      <a:pt x="778" y="87"/>
                    </a:cubicBezTo>
                    <a:cubicBezTo>
                      <a:pt x="777" y="85"/>
                      <a:pt x="777" y="83"/>
                      <a:pt x="775" y="82"/>
                    </a:cubicBezTo>
                    <a:cubicBezTo>
                      <a:pt x="773" y="80"/>
                      <a:pt x="769" y="81"/>
                      <a:pt x="766" y="81"/>
                    </a:cubicBezTo>
                    <a:cubicBezTo>
                      <a:pt x="760" y="81"/>
                      <a:pt x="754" y="78"/>
                      <a:pt x="751" y="72"/>
                    </a:cubicBezTo>
                    <a:cubicBezTo>
                      <a:pt x="749" y="69"/>
                      <a:pt x="746" y="63"/>
                      <a:pt x="741" y="67"/>
                    </a:cubicBezTo>
                    <a:cubicBezTo>
                      <a:pt x="739" y="68"/>
                      <a:pt x="738" y="71"/>
                      <a:pt x="735" y="72"/>
                    </a:cubicBezTo>
                    <a:cubicBezTo>
                      <a:pt x="734" y="72"/>
                      <a:pt x="732" y="71"/>
                      <a:pt x="730" y="72"/>
                    </a:cubicBezTo>
                    <a:cubicBezTo>
                      <a:pt x="729" y="72"/>
                      <a:pt x="728" y="73"/>
                      <a:pt x="727" y="75"/>
                    </a:cubicBezTo>
                    <a:cubicBezTo>
                      <a:pt x="726" y="77"/>
                      <a:pt x="724" y="78"/>
                      <a:pt x="721" y="78"/>
                    </a:cubicBezTo>
                    <a:cubicBezTo>
                      <a:pt x="720" y="76"/>
                      <a:pt x="720" y="73"/>
                      <a:pt x="721" y="71"/>
                    </a:cubicBezTo>
                    <a:cubicBezTo>
                      <a:pt x="721" y="71"/>
                      <a:pt x="722" y="70"/>
                      <a:pt x="722" y="70"/>
                    </a:cubicBezTo>
                    <a:cubicBezTo>
                      <a:pt x="696" y="68"/>
                      <a:pt x="696" y="68"/>
                      <a:pt x="696" y="68"/>
                    </a:cubicBezTo>
                    <a:cubicBezTo>
                      <a:pt x="691" y="58"/>
                      <a:pt x="691" y="58"/>
                      <a:pt x="691" y="58"/>
                    </a:cubicBezTo>
                    <a:cubicBezTo>
                      <a:pt x="655" y="56"/>
                      <a:pt x="655" y="56"/>
                      <a:pt x="655" y="56"/>
                    </a:cubicBezTo>
                    <a:cubicBezTo>
                      <a:pt x="624" y="43"/>
                      <a:pt x="624" y="43"/>
                      <a:pt x="624" y="43"/>
                    </a:cubicBezTo>
                    <a:cubicBezTo>
                      <a:pt x="606" y="51"/>
                      <a:pt x="606" y="51"/>
                      <a:pt x="606" y="51"/>
                    </a:cubicBezTo>
                    <a:cubicBezTo>
                      <a:pt x="592" y="46"/>
                      <a:pt x="592" y="46"/>
                      <a:pt x="592" y="46"/>
                    </a:cubicBezTo>
                    <a:cubicBezTo>
                      <a:pt x="589" y="47"/>
                      <a:pt x="586" y="47"/>
                      <a:pt x="582" y="47"/>
                    </a:cubicBezTo>
                    <a:cubicBezTo>
                      <a:pt x="577" y="47"/>
                      <a:pt x="572" y="47"/>
                      <a:pt x="567" y="46"/>
                    </a:cubicBezTo>
                    <a:cubicBezTo>
                      <a:pt x="563" y="44"/>
                      <a:pt x="559" y="41"/>
                      <a:pt x="557" y="37"/>
                    </a:cubicBezTo>
                    <a:cubicBezTo>
                      <a:pt x="555" y="33"/>
                      <a:pt x="555" y="28"/>
                      <a:pt x="556" y="24"/>
                    </a:cubicBezTo>
                    <a:cubicBezTo>
                      <a:pt x="556" y="21"/>
                      <a:pt x="557" y="19"/>
                      <a:pt x="558" y="17"/>
                    </a:cubicBezTo>
                    <a:cubicBezTo>
                      <a:pt x="560" y="16"/>
                      <a:pt x="562" y="14"/>
                      <a:pt x="564" y="13"/>
                    </a:cubicBezTo>
                    <a:cubicBezTo>
                      <a:pt x="567" y="11"/>
                      <a:pt x="573" y="3"/>
                      <a:pt x="567" y="1"/>
                    </a:cubicBezTo>
                    <a:cubicBezTo>
                      <a:pt x="561" y="0"/>
                      <a:pt x="556" y="7"/>
                      <a:pt x="553" y="11"/>
                    </a:cubicBezTo>
                    <a:cubicBezTo>
                      <a:pt x="549" y="15"/>
                      <a:pt x="546" y="20"/>
                      <a:pt x="545" y="25"/>
                    </a:cubicBezTo>
                    <a:cubicBezTo>
                      <a:pt x="542" y="32"/>
                      <a:pt x="542" y="39"/>
                      <a:pt x="540" y="45"/>
                    </a:cubicBezTo>
                    <a:cubicBezTo>
                      <a:pt x="539" y="52"/>
                      <a:pt x="536" y="57"/>
                      <a:pt x="535" y="64"/>
                    </a:cubicBezTo>
                    <a:cubicBezTo>
                      <a:pt x="535" y="66"/>
                      <a:pt x="534" y="69"/>
                      <a:pt x="535" y="71"/>
                    </a:cubicBezTo>
                    <a:cubicBezTo>
                      <a:pt x="537" y="73"/>
                      <a:pt x="539" y="70"/>
                      <a:pt x="539" y="69"/>
                    </a:cubicBezTo>
                    <a:cubicBezTo>
                      <a:pt x="541" y="65"/>
                      <a:pt x="542" y="60"/>
                      <a:pt x="543" y="55"/>
                    </a:cubicBezTo>
                    <a:cubicBezTo>
                      <a:pt x="543" y="53"/>
                      <a:pt x="544" y="50"/>
                      <a:pt x="544" y="48"/>
                    </a:cubicBezTo>
                    <a:cubicBezTo>
                      <a:pt x="544" y="46"/>
                      <a:pt x="545" y="45"/>
                      <a:pt x="546" y="44"/>
                    </a:cubicBezTo>
                    <a:cubicBezTo>
                      <a:pt x="548" y="42"/>
                      <a:pt x="550" y="45"/>
                      <a:pt x="552" y="46"/>
                    </a:cubicBezTo>
                    <a:cubicBezTo>
                      <a:pt x="554" y="48"/>
                      <a:pt x="557" y="51"/>
                      <a:pt x="560" y="52"/>
                    </a:cubicBezTo>
                    <a:cubicBezTo>
                      <a:pt x="561" y="52"/>
                      <a:pt x="562" y="53"/>
                      <a:pt x="563" y="53"/>
                    </a:cubicBezTo>
                    <a:cubicBezTo>
                      <a:pt x="564" y="53"/>
                      <a:pt x="564" y="52"/>
                      <a:pt x="565" y="52"/>
                    </a:cubicBezTo>
                    <a:cubicBezTo>
                      <a:pt x="566" y="51"/>
                      <a:pt x="568" y="50"/>
                      <a:pt x="570" y="50"/>
                    </a:cubicBezTo>
                    <a:cubicBezTo>
                      <a:pt x="571" y="50"/>
                      <a:pt x="572" y="50"/>
                      <a:pt x="573" y="50"/>
                    </a:cubicBezTo>
                    <a:cubicBezTo>
                      <a:pt x="574" y="50"/>
                      <a:pt x="576" y="50"/>
                      <a:pt x="577" y="50"/>
                    </a:cubicBezTo>
                    <a:cubicBezTo>
                      <a:pt x="578" y="50"/>
                      <a:pt x="579" y="50"/>
                      <a:pt x="581" y="50"/>
                    </a:cubicBezTo>
                    <a:cubicBezTo>
                      <a:pt x="582" y="50"/>
                      <a:pt x="583" y="50"/>
                      <a:pt x="584" y="50"/>
                    </a:cubicBezTo>
                    <a:cubicBezTo>
                      <a:pt x="585" y="50"/>
                      <a:pt x="586" y="50"/>
                      <a:pt x="587" y="50"/>
                    </a:cubicBezTo>
                    <a:cubicBezTo>
                      <a:pt x="589" y="49"/>
                      <a:pt x="591" y="49"/>
                      <a:pt x="592" y="51"/>
                    </a:cubicBezTo>
                    <a:cubicBezTo>
                      <a:pt x="594" y="54"/>
                      <a:pt x="593" y="58"/>
                      <a:pt x="592" y="61"/>
                    </a:cubicBezTo>
                    <a:cubicBezTo>
                      <a:pt x="591" y="65"/>
                      <a:pt x="593" y="67"/>
                      <a:pt x="595" y="70"/>
                    </a:cubicBezTo>
                    <a:cubicBezTo>
                      <a:pt x="598" y="72"/>
                      <a:pt x="599" y="76"/>
                      <a:pt x="600" y="79"/>
                    </a:cubicBezTo>
                    <a:cubicBezTo>
                      <a:pt x="602" y="82"/>
                      <a:pt x="603" y="84"/>
                      <a:pt x="604" y="87"/>
                    </a:cubicBezTo>
                    <a:cubicBezTo>
                      <a:pt x="605" y="90"/>
                      <a:pt x="605" y="93"/>
                      <a:pt x="604" y="95"/>
                    </a:cubicBezTo>
                    <a:cubicBezTo>
                      <a:pt x="603" y="97"/>
                      <a:pt x="601" y="98"/>
                      <a:pt x="599" y="100"/>
                    </a:cubicBezTo>
                    <a:cubicBezTo>
                      <a:pt x="598" y="100"/>
                      <a:pt x="597" y="101"/>
                      <a:pt x="596" y="101"/>
                    </a:cubicBezTo>
                    <a:cubicBezTo>
                      <a:pt x="595" y="102"/>
                      <a:pt x="595" y="103"/>
                      <a:pt x="594" y="103"/>
                    </a:cubicBezTo>
                    <a:cubicBezTo>
                      <a:pt x="593" y="104"/>
                      <a:pt x="592" y="105"/>
                      <a:pt x="591" y="106"/>
                    </a:cubicBezTo>
                    <a:cubicBezTo>
                      <a:pt x="589" y="106"/>
                      <a:pt x="588" y="106"/>
                      <a:pt x="587" y="107"/>
                    </a:cubicBezTo>
                    <a:cubicBezTo>
                      <a:pt x="585" y="107"/>
                      <a:pt x="584" y="109"/>
                      <a:pt x="582" y="109"/>
                    </a:cubicBezTo>
                    <a:cubicBezTo>
                      <a:pt x="581" y="109"/>
                      <a:pt x="580" y="110"/>
                      <a:pt x="579" y="110"/>
                    </a:cubicBezTo>
                    <a:cubicBezTo>
                      <a:pt x="578" y="111"/>
                      <a:pt x="576" y="111"/>
                      <a:pt x="574" y="112"/>
                    </a:cubicBezTo>
                    <a:cubicBezTo>
                      <a:pt x="573" y="113"/>
                      <a:pt x="572" y="113"/>
                      <a:pt x="573" y="114"/>
                    </a:cubicBezTo>
                    <a:cubicBezTo>
                      <a:pt x="575" y="117"/>
                      <a:pt x="579" y="115"/>
                      <a:pt x="582" y="114"/>
                    </a:cubicBezTo>
                    <a:cubicBezTo>
                      <a:pt x="585" y="113"/>
                      <a:pt x="588" y="112"/>
                      <a:pt x="591" y="111"/>
                    </a:cubicBezTo>
                    <a:cubicBezTo>
                      <a:pt x="593" y="110"/>
                      <a:pt x="594" y="110"/>
                      <a:pt x="596" y="110"/>
                    </a:cubicBezTo>
                    <a:cubicBezTo>
                      <a:pt x="598" y="109"/>
                      <a:pt x="600" y="108"/>
                      <a:pt x="601" y="107"/>
                    </a:cubicBezTo>
                    <a:cubicBezTo>
                      <a:pt x="604" y="105"/>
                      <a:pt x="607" y="104"/>
                      <a:pt x="608" y="102"/>
                    </a:cubicBezTo>
                    <a:cubicBezTo>
                      <a:pt x="609" y="100"/>
                      <a:pt x="609" y="97"/>
                      <a:pt x="611" y="98"/>
                    </a:cubicBezTo>
                    <a:cubicBezTo>
                      <a:pt x="614" y="98"/>
                      <a:pt x="613" y="102"/>
                      <a:pt x="613" y="104"/>
                    </a:cubicBezTo>
                    <a:cubicBezTo>
                      <a:pt x="613" y="105"/>
                      <a:pt x="614" y="106"/>
                      <a:pt x="615" y="107"/>
                    </a:cubicBezTo>
                    <a:cubicBezTo>
                      <a:pt x="617" y="109"/>
                      <a:pt x="618" y="110"/>
                      <a:pt x="620" y="111"/>
                    </a:cubicBezTo>
                    <a:cubicBezTo>
                      <a:pt x="620" y="111"/>
                      <a:pt x="622" y="112"/>
                      <a:pt x="622" y="112"/>
                    </a:cubicBezTo>
                    <a:cubicBezTo>
                      <a:pt x="623" y="113"/>
                      <a:pt x="622" y="114"/>
                      <a:pt x="622" y="115"/>
                    </a:cubicBezTo>
                    <a:cubicBezTo>
                      <a:pt x="621" y="117"/>
                      <a:pt x="618" y="118"/>
                      <a:pt x="616" y="120"/>
                    </a:cubicBezTo>
                    <a:cubicBezTo>
                      <a:pt x="615" y="122"/>
                      <a:pt x="617" y="124"/>
                      <a:pt x="618" y="125"/>
                    </a:cubicBezTo>
                    <a:cubicBezTo>
                      <a:pt x="621" y="126"/>
                      <a:pt x="624" y="125"/>
                      <a:pt x="626" y="125"/>
                    </a:cubicBezTo>
                    <a:cubicBezTo>
                      <a:pt x="628" y="126"/>
                      <a:pt x="632" y="125"/>
                      <a:pt x="632" y="128"/>
                    </a:cubicBezTo>
                    <a:cubicBezTo>
                      <a:pt x="632" y="129"/>
                      <a:pt x="632" y="131"/>
                      <a:pt x="631" y="132"/>
                    </a:cubicBezTo>
                    <a:cubicBezTo>
                      <a:pt x="630" y="134"/>
                      <a:pt x="628" y="134"/>
                      <a:pt x="627" y="134"/>
                    </a:cubicBezTo>
                    <a:cubicBezTo>
                      <a:pt x="624" y="135"/>
                      <a:pt x="622" y="135"/>
                      <a:pt x="619" y="135"/>
                    </a:cubicBezTo>
                    <a:cubicBezTo>
                      <a:pt x="618" y="136"/>
                      <a:pt x="613" y="136"/>
                      <a:pt x="613" y="138"/>
                    </a:cubicBezTo>
                    <a:cubicBezTo>
                      <a:pt x="613" y="139"/>
                      <a:pt x="617" y="139"/>
                      <a:pt x="618" y="139"/>
                    </a:cubicBezTo>
                    <a:cubicBezTo>
                      <a:pt x="620" y="139"/>
                      <a:pt x="622" y="139"/>
                      <a:pt x="624" y="138"/>
                    </a:cubicBezTo>
                    <a:cubicBezTo>
                      <a:pt x="626" y="138"/>
                      <a:pt x="628" y="138"/>
                      <a:pt x="630" y="139"/>
                    </a:cubicBezTo>
                    <a:cubicBezTo>
                      <a:pt x="631" y="139"/>
                      <a:pt x="633" y="140"/>
                      <a:pt x="635" y="141"/>
                    </a:cubicBezTo>
                    <a:cubicBezTo>
                      <a:pt x="637" y="143"/>
                      <a:pt x="640" y="144"/>
                      <a:pt x="639" y="147"/>
                    </a:cubicBezTo>
                    <a:cubicBezTo>
                      <a:pt x="638" y="149"/>
                      <a:pt x="637" y="150"/>
                      <a:pt x="635" y="149"/>
                    </a:cubicBezTo>
                    <a:cubicBezTo>
                      <a:pt x="634" y="147"/>
                      <a:pt x="633" y="146"/>
                      <a:pt x="631" y="145"/>
                    </a:cubicBezTo>
                    <a:cubicBezTo>
                      <a:pt x="629" y="144"/>
                      <a:pt x="626" y="145"/>
                      <a:pt x="623" y="146"/>
                    </a:cubicBezTo>
                    <a:cubicBezTo>
                      <a:pt x="622" y="146"/>
                      <a:pt x="621" y="147"/>
                      <a:pt x="620" y="147"/>
                    </a:cubicBezTo>
                    <a:cubicBezTo>
                      <a:pt x="619" y="147"/>
                      <a:pt x="619" y="146"/>
                      <a:pt x="618" y="147"/>
                    </a:cubicBezTo>
                    <a:cubicBezTo>
                      <a:pt x="617" y="147"/>
                      <a:pt x="616" y="148"/>
                      <a:pt x="615" y="149"/>
                    </a:cubicBezTo>
                    <a:cubicBezTo>
                      <a:pt x="613" y="150"/>
                      <a:pt x="612" y="151"/>
                      <a:pt x="612" y="153"/>
                    </a:cubicBezTo>
                    <a:cubicBezTo>
                      <a:pt x="612" y="156"/>
                      <a:pt x="614" y="159"/>
                      <a:pt x="616" y="160"/>
                    </a:cubicBezTo>
                    <a:cubicBezTo>
                      <a:pt x="620" y="162"/>
                      <a:pt x="624" y="162"/>
                      <a:pt x="627" y="162"/>
                    </a:cubicBezTo>
                    <a:cubicBezTo>
                      <a:pt x="629" y="161"/>
                      <a:pt x="631" y="160"/>
                      <a:pt x="632" y="159"/>
                    </a:cubicBezTo>
                    <a:cubicBezTo>
                      <a:pt x="633" y="158"/>
                      <a:pt x="633" y="156"/>
                      <a:pt x="635" y="154"/>
                    </a:cubicBezTo>
                    <a:cubicBezTo>
                      <a:pt x="635" y="153"/>
                      <a:pt x="637" y="154"/>
                      <a:pt x="638" y="154"/>
                    </a:cubicBezTo>
                    <a:cubicBezTo>
                      <a:pt x="639" y="153"/>
                      <a:pt x="641" y="153"/>
                      <a:pt x="642" y="153"/>
                    </a:cubicBezTo>
                    <a:cubicBezTo>
                      <a:pt x="644" y="153"/>
                      <a:pt x="645" y="156"/>
                      <a:pt x="645" y="158"/>
                    </a:cubicBezTo>
                    <a:cubicBezTo>
                      <a:pt x="645" y="160"/>
                      <a:pt x="646" y="163"/>
                      <a:pt x="645" y="165"/>
                    </a:cubicBezTo>
                    <a:cubicBezTo>
                      <a:pt x="644" y="167"/>
                      <a:pt x="642" y="167"/>
                      <a:pt x="640" y="167"/>
                    </a:cubicBezTo>
                    <a:cubicBezTo>
                      <a:pt x="638" y="167"/>
                      <a:pt x="635" y="167"/>
                      <a:pt x="633" y="167"/>
                    </a:cubicBezTo>
                    <a:cubicBezTo>
                      <a:pt x="631" y="168"/>
                      <a:pt x="630" y="169"/>
                      <a:pt x="628" y="170"/>
                    </a:cubicBezTo>
                    <a:cubicBezTo>
                      <a:pt x="625" y="171"/>
                      <a:pt x="622" y="171"/>
                      <a:pt x="619" y="171"/>
                    </a:cubicBezTo>
                    <a:cubicBezTo>
                      <a:pt x="611" y="171"/>
                      <a:pt x="602" y="171"/>
                      <a:pt x="594" y="172"/>
                    </a:cubicBezTo>
                    <a:cubicBezTo>
                      <a:pt x="592" y="172"/>
                      <a:pt x="590" y="173"/>
                      <a:pt x="589" y="173"/>
                    </a:cubicBezTo>
                    <a:cubicBezTo>
                      <a:pt x="587" y="173"/>
                      <a:pt x="585" y="172"/>
                      <a:pt x="583" y="173"/>
                    </a:cubicBezTo>
                    <a:cubicBezTo>
                      <a:pt x="582" y="173"/>
                      <a:pt x="580" y="174"/>
                      <a:pt x="580" y="175"/>
                    </a:cubicBezTo>
                    <a:cubicBezTo>
                      <a:pt x="580" y="177"/>
                      <a:pt x="582" y="178"/>
                      <a:pt x="584" y="178"/>
                    </a:cubicBezTo>
                    <a:cubicBezTo>
                      <a:pt x="586" y="179"/>
                      <a:pt x="589" y="179"/>
                      <a:pt x="591" y="180"/>
                    </a:cubicBezTo>
                    <a:cubicBezTo>
                      <a:pt x="593" y="181"/>
                      <a:pt x="592" y="183"/>
                      <a:pt x="590" y="183"/>
                    </a:cubicBezTo>
                    <a:cubicBezTo>
                      <a:pt x="586" y="185"/>
                      <a:pt x="580" y="183"/>
                      <a:pt x="575" y="184"/>
                    </a:cubicBezTo>
                    <a:cubicBezTo>
                      <a:pt x="573" y="184"/>
                      <a:pt x="569" y="185"/>
                      <a:pt x="570" y="188"/>
                    </a:cubicBezTo>
                    <a:cubicBezTo>
                      <a:pt x="571" y="189"/>
                      <a:pt x="572" y="190"/>
                      <a:pt x="574" y="191"/>
                    </a:cubicBezTo>
                    <a:cubicBezTo>
                      <a:pt x="575" y="191"/>
                      <a:pt x="576" y="192"/>
                      <a:pt x="576" y="194"/>
                    </a:cubicBezTo>
                    <a:cubicBezTo>
                      <a:pt x="579" y="197"/>
                      <a:pt x="582" y="200"/>
                      <a:pt x="587" y="201"/>
                    </a:cubicBezTo>
                    <a:cubicBezTo>
                      <a:pt x="590" y="201"/>
                      <a:pt x="593" y="202"/>
                      <a:pt x="597" y="202"/>
                    </a:cubicBezTo>
                    <a:cubicBezTo>
                      <a:pt x="600" y="202"/>
                      <a:pt x="603" y="202"/>
                      <a:pt x="606" y="202"/>
                    </a:cubicBezTo>
                    <a:cubicBezTo>
                      <a:pt x="610" y="202"/>
                      <a:pt x="614" y="201"/>
                      <a:pt x="618" y="201"/>
                    </a:cubicBezTo>
                    <a:cubicBezTo>
                      <a:pt x="621" y="201"/>
                      <a:pt x="624" y="201"/>
                      <a:pt x="626" y="198"/>
                    </a:cubicBezTo>
                    <a:cubicBezTo>
                      <a:pt x="628" y="196"/>
                      <a:pt x="629" y="193"/>
                      <a:pt x="631" y="190"/>
                    </a:cubicBezTo>
                    <a:cubicBezTo>
                      <a:pt x="631" y="190"/>
                      <a:pt x="634" y="185"/>
                      <a:pt x="635" y="187"/>
                    </a:cubicBezTo>
                    <a:cubicBezTo>
                      <a:pt x="636" y="188"/>
                      <a:pt x="635" y="190"/>
                      <a:pt x="635" y="191"/>
                    </a:cubicBezTo>
                    <a:cubicBezTo>
                      <a:pt x="634" y="192"/>
                      <a:pt x="633" y="194"/>
                      <a:pt x="633" y="196"/>
                    </a:cubicBezTo>
                    <a:cubicBezTo>
                      <a:pt x="632" y="197"/>
                      <a:pt x="631" y="198"/>
                      <a:pt x="630" y="200"/>
                    </a:cubicBezTo>
                    <a:cubicBezTo>
                      <a:pt x="630" y="201"/>
                      <a:pt x="630" y="202"/>
                      <a:pt x="629" y="203"/>
                    </a:cubicBezTo>
                    <a:cubicBezTo>
                      <a:pt x="629" y="206"/>
                      <a:pt x="626" y="208"/>
                      <a:pt x="623" y="209"/>
                    </a:cubicBezTo>
                    <a:cubicBezTo>
                      <a:pt x="620" y="210"/>
                      <a:pt x="617" y="210"/>
                      <a:pt x="613" y="210"/>
                    </a:cubicBezTo>
                    <a:cubicBezTo>
                      <a:pt x="611" y="210"/>
                      <a:pt x="608" y="211"/>
                      <a:pt x="608" y="214"/>
                    </a:cubicBezTo>
                    <a:cubicBezTo>
                      <a:pt x="608" y="216"/>
                      <a:pt x="611" y="218"/>
                      <a:pt x="611" y="220"/>
                    </a:cubicBezTo>
                    <a:cubicBezTo>
                      <a:pt x="611" y="223"/>
                      <a:pt x="607" y="224"/>
                      <a:pt x="605" y="225"/>
                    </a:cubicBezTo>
                    <a:cubicBezTo>
                      <a:pt x="603" y="227"/>
                      <a:pt x="603" y="229"/>
                      <a:pt x="603" y="232"/>
                    </a:cubicBezTo>
                    <a:cubicBezTo>
                      <a:pt x="603" y="234"/>
                      <a:pt x="603" y="237"/>
                      <a:pt x="604" y="239"/>
                    </a:cubicBezTo>
                    <a:cubicBezTo>
                      <a:pt x="605" y="241"/>
                      <a:pt x="608" y="241"/>
                      <a:pt x="609" y="242"/>
                    </a:cubicBezTo>
                    <a:cubicBezTo>
                      <a:pt x="612" y="243"/>
                      <a:pt x="615" y="244"/>
                      <a:pt x="618" y="244"/>
                    </a:cubicBezTo>
                    <a:cubicBezTo>
                      <a:pt x="620" y="243"/>
                      <a:pt x="622" y="243"/>
                      <a:pt x="624" y="243"/>
                    </a:cubicBezTo>
                    <a:cubicBezTo>
                      <a:pt x="625" y="242"/>
                      <a:pt x="626" y="242"/>
                      <a:pt x="627" y="243"/>
                    </a:cubicBezTo>
                    <a:cubicBezTo>
                      <a:pt x="628" y="244"/>
                      <a:pt x="628" y="246"/>
                      <a:pt x="629" y="248"/>
                    </a:cubicBezTo>
                    <a:cubicBezTo>
                      <a:pt x="630" y="249"/>
                      <a:pt x="631" y="250"/>
                      <a:pt x="632" y="251"/>
                    </a:cubicBezTo>
                    <a:cubicBezTo>
                      <a:pt x="634" y="251"/>
                      <a:pt x="636" y="252"/>
                      <a:pt x="635" y="255"/>
                    </a:cubicBezTo>
                    <a:cubicBezTo>
                      <a:pt x="634" y="258"/>
                      <a:pt x="632" y="260"/>
                      <a:pt x="631" y="263"/>
                    </a:cubicBezTo>
                    <a:cubicBezTo>
                      <a:pt x="630" y="266"/>
                      <a:pt x="630" y="268"/>
                      <a:pt x="629" y="271"/>
                    </a:cubicBezTo>
                    <a:cubicBezTo>
                      <a:pt x="628" y="272"/>
                      <a:pt x="626" y="273"/>
                      <a:pt x="624" y="271"/>
                    </a:cubicBezTo>
                    <a:cubicBezTo>
                      <a:pt x="622" y="270"/>
                      <a:pt x="621" y="268"/>
                      <a:pt x="619" y="267"/>
                    </a:cubicBezTo>
                    <a:cubicBezTo>
                      <a:pt x="617" y="267"/>
                      <a:pt x="615" y="267"/>
                      <a:pt x="614" y="266"/>
                    </a:cubicBezTo>
                    <a:cubicBezTo>
                      <a:pt x="612" y="266"/>
                      <a:pt x="610" y="265"/>
                      <a:pt x="608" y="265"/>
                    </a:cubicBezTo>
                    <a:cubicBezTo>
                      <a:pt x="607" y="265"/>
                      <a:pt x="604" y="267"/>
                      <a:pt x="604" y="269"/>
                    </a:cubicBezTo>
                    <a:cubicBezTo>
                      <a:pt x="604" y="271"/>
                      <a:pt x="608" y="273"/>
                      <a:pt x="609" y="275"/>
                    </a:cubicBezTo>
                    <a:cubicBezTo>
                      <a:pt x="611" y="277"/>
                      <a:pt x="612" y="279"/>
                      <a:pt x="613" y="281"/>
                    </a:cubicBezTo>
                    <a:cubicBezTo>
                      <a:pt x="614" y="283"/>
                      <a:pt x="614" y="285"/>
                      <a:pt x="615" y="287"/>
                    </a:cubicBezTo>
                    <a:cubicBezTo>
                      <a:pt x="616" y="290"/>
                      <a:pt x="616" y="293"/>
                      <a:pt x="618" y="295"/>
                    </a:cubicBezTo>
                    <a:cubicBezTo>
                      <a:pt x="620" y="298"/>
                      <a:pt x="623" y="300"/>
                      <a:pt x="625" y="302"/>
                    </a:cubicBezTo>
                    <a:cubicBezTo>
                      <a:pt x="628" y="303"/>
                      <a:pt x="631" y="305"/>
                      <a:pt x="634" y="305"/>
                    </a:cubicBezTo>
                    <a:cubicBezTo>
                      <a:pt x="636" y="306"/>
                      <a:pt x="638" y="305"/>
                      <a:pt x="641" y="306"/>
                    </a:cubicBezTo>
                    <a:cubicBezTo>
                      <a:pt x="643" y="306"/>
                      <a:pt x="645" y="308"/>
                      <a:pt x="648" y="308"/>
                    </a:cubicBezTo>
                    <a:cubicBezTo>
                      <a:pt x="654" y="310"/>
                      <a:pt x="661" y="306"/>
                      <a:pt x="667" y="309"/>
                    </a:cubicBezTo>
                    <a:cubicBezTo>
                      <a:pt x="669" y="310"/>
                      <a:pt x="670" y="312"/>
                      <a:pt x="672" y="313"/>
                    </a:cubicBezTo>
                    <a:cubicBezTo>
                      <a:pt x="673" y="314"/>
                      <a:pt x="675" y="315"/>
                      <a:pt x="676" y="316"/>
                    </a:cubicBezTo>
                    <a:cubicBezTo>
                      <a:pt x="679" y="320"/>
                      <a:pt x="680" y="324"/>
                      <a:pt x="683" y="327"/>
                    </a:cubicBezTo>
                    <a:cubicBezTo>
                      <a:pt x="684" y="329"/>
                      <a:pt x="685" y="329"/>
                      <a:pt x="686" y="331"/>
                    </a:cubicBezTo>
                    <a:cubicBezTo>
                      <a:pt x="687" y="333"/>
                      <a:pt x="687" y="335"/>
                      <a:pt x="688" y="338"/>
                    </a:cubicBezTo>
                    <a:cubicBezTo>
                      <a:pt x="688" y="340"/>
                      <a:pt x="689" y="341"/>
                      <a:pt x="691" y="343"/>
                    </a:cubicBezTo>
                    <a:cubicBezTo>
                      <a:pt x="694" y="347"/>
                      <a:pt x="694" y="352"/>
                      <a:pt x="696" y="357"/>
                    </a:cubicBezTo>
                    <a:cubicBezTo>
                      <a:pt x="697" y="361"/>
                      <a:pt x="699" y="366"/>
                      <a:pt x="699" y="370"/>
                    </a:cubicBezTo>
                    <a:cubicBezTo>
                      <a:pt x="698" y="372"/>
                      <a:pt x="697" y="371"/>
                      <a:pt x="696" y="371"/>
                    </a:cubicBezTo>
                    <a:cubicBezTo>
                      <a:pt x="694" y="370"/>
                      <a:pt x="691" y="368"/>
                      <a:pt x="690" y="366"/>
                    </a:cubicBezTo>
                    <a:cubicBezTo>
                      <a:pt x="687" y="362"/>
                      <a:pt x="686" y="357"/>
                      <a:pt x="685" y="353"/>
                    </a:cubicBezTo>
                    <a:cubicBezTo>
                      <a:pt x="684" y="351"/>
                      <a:pt x="683" y="349"/>
                      <a:pt x="682" y="347"/>
                    </a:cubicBezTo>
                    <a:cubicBezTo>
                      <a:pt x="681" y="346"/>
                      <a:pt x="679" y="345"/>
                      <a:pt x="678" y="343"/>
                    </a:cubicBezTo>
                    <a:cubicBezTo>
                      <a:pt x="675" y="339"/>
                      <a:pt x="675" y="333"/>
                      <a:pt x="672" y="329"/>
                    </a:cubicBezTo>
                    <a:cubicBezTo>
                      <a:pt x="671" y="326"/>
                      <a:pt x="669" y="325"/>
                      <a:pt x="667" y="323"/>
                    </a:cubicBezTo>
                    <a:cubicBezTo>
                      <a:pt x="665" y="323"/>
                      <a:pt x="664" y="322"/>
                      <a:pt x="663" y="321"/>
                    </a:cubicBezTo>
                    <a:cubicBezTo>
                      <a:pt x="662" y="321"/>
                      <a:pt x="662" y="320"/>
                      <a:pt x="661" y="320"/>
                    </a:cubicBezTo>
                    <a:cubicBezTo>
                      <a:pt x="659" y="319"/>
                      <a:pt x="658" y="321"/>
                      <a:pt x="657" y="320"/>
                    </a:cubicBezTo>
                    <a:cubicBezTo>
                      <a:pt x="655" y="319"/>
                      <a:pt x="654" y="319"/>
                      <a:pt x="653" y="319"/>
                    </a:cubicBezTo>
                    <a:cubicBezTo>
                      <a:pt x="652" y="319"/>
                      <a:pt x="652" y="319"/>
                      <a:pt x="652" y="319"/>
                    </a:cubicBezTo>
                    <a:cubicBezTo>
                      <a:pt x="651" y="319"/>
                      <a:pt x="650" y="319"/>
                      <a:pt x="649" y="319"/>
                    </a:cubicBezTo>
                    <a:cubicBezTo>
                      <a:pt x="648" y="318"/>
                      <a:pt x="646" y="318"/>
                      <a:pt x="645" y="318"/>
                    </a:cubicBezTo>
                    <a:cubicBezTo>
                      <a:pt x="643" y="318"/>
                      <a:pt x="641" y="318"/>
                      <a:pt x="640" y="319"/>
                    </a:cubicBezTo>
                    <a:cubicBezTo>
                      <a:pt x="638" y="319"/>
                      <a:pt x="636" y="319"/>
                      <a:pt x="634" y="319"/>
                    </a:cubicBezTo>
                    <a:cubicBezTo>
                      <a:pt x="633" y="319"/>
                      <a:pt x="632" y="320"/>
                      <a:pt x="631" y="321"/>
                    </a:cubicBezTo>
                    <a:cubicBezTo>
                      <a:pt x="631" y="321"/>
                      <a:pt x="631" y="322"/>
                      <a:pt x="630" y="322"/>
                    </a:cubicBezTo>
                    <a:cubicBezTo>
                      <a:pt x="630" y="323"/>
                      <a:pt x="630" y="323"/>
                      <a:pt x="630" y="324"/>
                    </a:cubicBezTo>
                    <a:cubicBezTo>
                      <a:pt x="630" y="325"/>
                      <a:pt x="629" y="325"/>
                      <a:pt x="628" y="325"/>
                    </a:cubicBezTo>
                    <a:cubicBezTo>
                      <a:pt x="627" y="325"/>
                      <a:pt x="626" y="324"/>
                      <a:pt x="625" y="323"/>
                    </a:cubicBezTo>
                    <a:cubicBezTo>
                      <a:pt x="625" y="321"/>
                      <a:pt x="623" y="320"/>
                      <a:pt x="622" y="320"/>
                    </a:cubicBezTo>
                    <a:cubicBezTo>
                      <a:pt x="621" y="319"/>
                      <a:pt x="619" y="319"/>
                      <a:pt x="618" y="319"/>
                    </a:cubicBezTo>
                    <a:cubicBezTo>
                      <a:pt x="617" y="319"/>
                      <a:pt x="615" y="319"/>
                      <a:pt x="614" y="319"/>
                    </a:cubicBezTo>
                    <a:cubicBezTo>
                      <a:pt x="612" y="319"/>
                      <a:pt x="610" y="319"/>
                      <a:pt x="609" y="319"/>
                    </a:cubicBezTo>
                    <a:cubicBezTo>
                      <a:pt x="606" y="319"/>
                      <a:pt x="604" y="319"/>
                      <a:pt x="602" y="319"/>
                    </a:cubicBezTo>
                    <a:cubicBezTo>
                      <a:pt x="601" y="319"/>
                      <a:pt x="600" y="319"/>
                      <a:pt x="599" y="318"/>
                    </a:cubicBezTo>
                    <a:cubicBezTo>
                      <a:pt x="598" y="318"/>
                      <a:pt x="597" y="318"/>
                      <a:pt x="596" y="317"/>
                    </a:cubicBezTo>
                    <a:cubicBezTo>
                      <a:pt x="595" y="317"/>
                      <a:pt x="595" y="316"/>
                      <a:pt x="594" y="316"/>
                    </a:cubicBezTo>
                    <a:cubicBezTo>
                      <a:pt x="592" y="316"/>
                      <a:pt x="591" y="315"/>
                      <a:pt x="589" y="315"/>
                    </a:cubicBezTo>
                    <a:cubicBezTo>
                      <a:pt x="588" y="314"/>
                      <a:pt x="587" y="314"/>
                      <a:pt x="586" y="314"/>
                    </a:cubicBezTo>
                    <a:cubicBezTo>
                      <a:pt x="585" y="313"/>
                      <a:pt x="584" y="311"/>
                      <a:pt x="583" y="310"/>
                    </a:cubicBezTo>
                    <a:cubicBezTo>
                      <a:pt x="583" y="309"/>
                      <a:pt x="582" y="309"/>
                      <a:pt x="582" y="308"/>
                    </a:cubicBezTo>
                    <a:cubicBezTo>
                      <a:pt x="582" y="308"/>
                      <a:pt x="582" y="306"/>
                      <a:pt x="582" y="306"/>
                    </a:cubicBezTo>
                    <a:cubicBezTo>
                      <a:pt x="581" y="306"/>
                      <a:pt x="581" y="305"/>
                      <a:pt x="581" y="305"/>
                    </a:cubicBezTo>
                    <a:cubicBezTo>
                      <a:pt x="581" y="305"/>
                      <a:pt x="581" y="304"/>
                      <a:pt x="580" y="304"/>
                    </a:cubicBezTo>
                    <a:cubicBezTo>
                      <a:pt x="580" y="303"/>
                      <a:pt x="579" y="302"/>
                      <a:pt x="578" y="301"/>
                    </a:cubicBezTo>
                    <a:cubicBezTo>
                      <a:pt x="578" y="301"/>
                      <a:pt x="577" y="300"/>
                      <a:pt x="576" y="300"/>
                    </a:cubicBezTo>
                    <a:cubicBezTo>
                      <a:pt x="575" y="300"/>
                      <a:pt x="574" y="300"/>
                      <a:pt x="574" y="300"/>
                    </a:cubicBezTo>
                    <a:cubicBezTo>
                      <a:pt x="572" y="300"/>
                      <a:pt x="571" y="300"/>
                      <a:pt x="570" y="300"/>
                    </a:cubicBezTo>
                    <a:cubicBezTo>
                      <a:pt x="569" y="300"/>
                      <a:pt x="569" y="300"/>
                      <a:pt x="568" y="300"/>
                    </a:cubicBezTo>
                    <a:cubicBezTo>
                      <a:pt x="567" y="299"/>
                      <a:pt x="565" y="300"/>
                      <a:pt x="564" y="301"/>
                    </a:cubicBezTo>
                    <a:cubicBezTo>
                      <a:pt x="563" y="301"/>
                      <a:pt x="562" y="302"/>
                      <a:pt x="560" y="303"/>
                    </a:cubicBezTo>
                    <a:cubicBezTo>
                      <a:pt x="559" y="304"/>
                      <a:pt x="558" y="305"/>
                      <a:pt x="557" y="306"/>
                    </a:cubicBezTo>
                    <a:cubicBezTo>
                      <a:pt x="556" y="307"/>
                      <a:pt x="555" y="309"/>
                      <a:pt x="555" y="310"/>
                    </a:cubicBezTo>
                    <a:cubicBezTo>
                      <a:pt x="554" y="311"/>
                      <a:pt x="554" y="313"/>
                      <a:pt x="553" y="314"/>
                    </a:cubicBezTo>
                    <a:cubicBezTo>
                      <a:pt x="551" y="316"/>
                      <a:pt x="549" y="318"/>
                      <a:pt x="547" y="321"/>
                    </a:cubicBezTo>
                    <a:cubicBezTo>
                      <a:pt x="546" y="323"/>
                      <a:pt x="545" y="325"/>
                      <a:pt x="544" y="327"/>
                    </a:cubicBezTo>
                    <a:cubicBezTo>
                      <a:pt x="543" y="328"/>
                      <a:pt x="542" y="330"/>
                      <a:pt x="541" y="331"/>
                    </a:cubicBezTo>
                    <a:cubicBezTo>
                      <a:pt x="541" y="333"/>
                      <a:pt x="540" y="335"/>
                      <a:pt x="540" y="336"/>
                    </a:cubicBezTo>
                    <a:cubicBezTo>
                      <a:pt x="539" y="338"/>
                      <a:pt x="538" y="340"/>
                      <a:pt x="536" y="342"/>
                    </a:cubicBezTo>
                    <a:cubicBezTo>
                      <a:pt x="535" y="343"/>
                      <a:pt x="534" y="344"/>
                      <a:pt x="533" y="346"/>
                    </a:cubicBezTo>
                    <a:cubicBezTo>
                      <a:pt x="532" y="348"/>
                      <a:pt x="532" y="350"/>
                      <a:pt x="532" y="352"/>
                    </a:cubicBezTo>
                    <a:cubicBezTo>
                      <a:pt x="532" y="354"/>
                      <a:pt x="531" y="356"/>
                      <a:pt x="531" y="359"/>
                    </a:cubicBezTo>
                    <a:cubicBezTo>
                      <a:pt x="531" y="361"/>
                      <a:pt x="532" y="363"/>
                      <a:pt x="532" y="365"/>
                    </a:cubicBezTo>
                    <a:cubicBezTo>
                      <a:pt x="532" y="367"/>
                      <a:pt x="532" y="368"/>
                      <a:pt x="533" y="370"/>
                    </a:cubicBezTo>
                    <a:cubicBezTo>
                      <a:pt x="534" y="371"/>
                      <a:pt x="534" y="373"/>
                      <a:pt x="535" y="375"/>
                    </a:cubicBezTo>
                    <a:cubicBezTo>
                      <a:pt x="536" y="376"/>
                      <a:pt x="537" y="377"/>
                      <a:pt x="538" y="379"/>
                    </a:cubicBezTo>
                    <a:cubicBezTo>
                      <a:pt x="538" y="379"/>
                      <a:pt x="539" y="380"/>
                      <a:pt x="539" y="381"/>
                    </a:cubicBezTo>
                    <a:cubicBezTo>
                      <a:pt x="539" y="381"/>
                      <a:pt x="539" y="382"/>
                      <a:pt x="539" y="382"/>
                    </a:cubicBezTo>
                    <a:cubicBezTo>
                      <a:pt x="540" y="384"/>
                      <a:pt x="540" y="387"/>
                      <a:pt x="541" y="389"/>
                    </a:cubicBezTo>
                    <a:cubicBezTo>
                      <a:pt x="542" y="390"/>
                      <a:pt x="543" y="392"/>
                      <a:pt x="544" y="395"/>
                    </a:cubicBezTo>
                    <a:cubicBezTo>
                      <a:pt x="544" y="396"/>
                      <a:pt x="543" y="396"/>
                      <a:pt x="542" y="396"/>
                    </a:cubicBezTo>
                    <a:cubicBezTo>
                      <a:pt x="540" y="395"/>
                      <a:pt x="538" y="393"/>
                      <a:pt x="537" y="391"/>
                    </a:cubicBezTo>
                    <a:cubicBezTo>
                      <a:pt x="535" y="389"/>
                      <a:pt x="533" y="386"/>
                      <a:pt x="531" y="384"/>
                    </a:cubicBezTo>
                    <a:cubicBezTo>
                      <a:pt x="528" y="381"/>
                      <a:pt x="525" y="379"/>
                      <a:pt x="522" y="376"/>
                    </a:cubicBezTo>
                    <a:cubicBezTo>
                      <a:pt x="518" y="373"/>
                      <a:pt x="513" y="370"/>
                      <a:pt x="508" y="368"/>
                    </a:cubicBezTo>
                    <a:cubicBezTo>
                      <a:pt x="506" y="366"/>
                      <a:pt x="503" y="365"/>
                      <a:pt x="501" y="364"/>
                    </a:cubicBezTo>
                    <a:cubicBezTo>
                      <a:pt x="499" y="363"/>
                      <a:pt x="496" y="362"/>
                      <a:pt x="493" y="363"/>
                    </a:cubicBezTo>
                    <a:cubicBezTo>
                      <a:pt x="489" y="364"/>
                      <a:pt x="487" y="370"/>
                      <a:pt x="486" y="374"/>
                    </a:cubicBezTo>
                    <a:cubicBezTo>
                      <a:pt x="485" y="377"/>
                      <a:pt x="483" y="382"/>
                      <a:pt x="485" y="385"/>
                    </a:cubicBezTo>
                    <a:cubicBezTo>
                      <a:pt x="487" y="386"/>
                      <a:pt x="489" y="386"/>
                      <a:pt x="491" y="386"/>
                    </a:cubicBezTo>
                    <a:cubicBezTo>
                      <a:pt x="493" y="386"/>
                      <a:pt x="495" y="386"/>
                      <a:pt x="497" y="387"/>
                    </a:cubicBezTo>
                    <a:cubicBezTo>
                      <a:pt x="501" y="391"/>
                      <a:pt x="499" y="397"/>
                      <a:pt x="496" y="400"/>
                    </a:cubicBezTo>
                    <a:cubicBezTo>
                      <a:pt x="495" y="402"/>
                      <a:pt x="493" y="403"/>
                      <a:pt x="492" y="404"/>
                    </a:cubicBezTo>
                    <a:cubicBezTo>
                      <a:pt x="491" y="406"/>
                      <a:pt x="489" y="408"/>
                      <a:pt x="488" y="410"/>
                    </a:cubicBezTo>
                    <a:cubicBezTo>
                      <a:pt x="486" y="413"/>
                      <a:pt x="483" y="416"/>
                      <a:pt x="479" y="417"/>
                    </a:cubicBezTo>
                    <a:cubicBezTo>
                      <a:pt x="473" y="417"/>
                      <a:pt x="471" y="411"/>
                      <a:pt x="469" y="407"/>
                    </a:cubicBezTo>
                    <a:cubicBezTo>
                      <a:pt x="468" y="405"/>
                      <a:pt x="467" y="402"/>
                      <a:pt x="466" y="402"/>
                    </a:cubicBezTo>
                    <a:cubicBezTo>
                      <a:pt x="464" y="402"/>
                      <a:pt x="463" y="404"/>
                      <a:pt x="462" y="404"/>
                    </a:cubicBezTo>
                    <a:cubicBezTo>
                      <a:pt x="461" y="405"/>
                      <a:pt x="460" y="406"/>
                      <a:pt x="459" y="404"/>
                    </a:cubicBezTo>
                    <a:cubicBezTo>
                      <a:pt x="459" y="403"/>
                      <a:pt x="459" y="401"/>
                      <a:pt x="459" y="400"/>
                    </a:cubicBezTo>
                    <a:cubicBezTo>
                      <a:pt x="459" y="397"/>
                      <a:pt x="458" y="395"/>
                      <a:pt x="458" y="393"/>
                    </a:cubicBezTo>
                    <a:cubicBezTo>
                      <a:pt x="458" y="391"/>
                      <a:pt x="457" y="389"/>
                      <a:pt x="458" y="387"/>
                    </a:cubicBezTo>
                    <a:cubicBezTo>
                      <a:pt x="459" y="386"/>
                      <a:pt x="461" y="387"/>
                      <a:pt x="462" y="387"/>
                    </a:cubicBezTo>
                    <a:cubicBezTo>
                      <a:pt x="464" y="388"/>
                      <a:pt x="466" y="389"/>
                      <a:pt x="469" y="388"/>
                    </a:cubicBezTo>
                    <a:cubicBezTo>
                      <a:pt x="472" y="387"/>
                      <a:pt x="473" y="382"/>
                      <a:pt x="473" y="379"/>
                    </a:cubicBezTo>
                    <a:cubicBezTo>
                      <a:pt x="473" y="376"/>
                      <a:pt x="472" y="373"/>
                      <a:pt x="471" y="370"/>
                    </a:cubicBezTo>
                    <a:cubicBezTo>
                      <a:pt x="469" y="366"/>
                      <a:pt x="466" y="363"/>
                      <a:pt x="464" y="359"/>
                    </a:cubicBezTo>
                    <a:cubicBezTo>
                      <a:pt x="464" y="358"/>
                      <a:pt x="463" y="356"/>
                      <a:pt x="462" y="355"/>
                    </a:cubicBezTo>
                    <a:cubicBezTo>
                      <a:pt x="461" y="353"/>
                      <a:pt x="461" y="352"/>
                      <a:pt x="461" y="350"/>
                    </a:cubicBezTo>
                    <a:cubicBezTo>
                      <a:pt x="461" y="347"/>
                      <a:pt x="462" y="345"/>
                      <a:pt x="461" y="342"/>
                    </a:cubicBezTo>
                    <a:cubicBezTo>
                      <a:pt x="461" y="340"/>
                      <a:pt x="461" y="339"/>
                      <a:pt x="460" y="338"/>
                    </a:cubicBezTo>
                    <a:cubicBezTo>
                      <a:pt x="459" y="337"/>
                      <a:pt x="458" y="337"/>
                      <a:pt x="457" y="336"/>
                    </a:cubicBezTo>
                    <a:cubicBezTo>
                      <a:pt x="456" y="336"/>
                      <a:pt x="456" y="335"/>
                      <a:pt x="455" y="335"/>
                    </a:cubicBezTo>
                    <a:cubicBezTo>
                      <a:pt x="454" y="334"/>
                      <a:pt x="453" y="334"/>
                      <a:pt x="453" y="333"/>
                    </a:cubicBezTo>
                    <a:cubicBezTo>
                      <a:pt x="452" y="333"/>
                      <a:pt x="451" y="332"/>
                      <a:pt x="451" y="332"/>
                    </a:cubicBezTo>
                    <a:cubicBezTo>
                      <a:pt x="449" y="331"/>
                      <a:pt x="447" y="331"/>
                      <a:pt x="445" y="331"/>
                    </a:cubicBezTo>
                    <a:cubicBezTo>
                      <a:pt x="444" y="331"/>
                      <a:pt x="443" y="331"/>
                      <a:pt x="442" y="331"/>
                    </a:cubicBezTo>
                    <a:cubicBezTo>
                      <a:pt x="440" y="331"/>
                      <a:pt x="439" y="332"/>
                      <a:pt x="438" y="332"/>
                    </a:cubicBezTo>
                    <a:cubicBezTo>
                      <a:pt x="436" y="332"/>
                      <a:pt x="435" y="333"/>
                      <a:pt x="433" y="333"/>
                    </a:cubicBezTo>
                    <a:cubicBezTo>
                      <a:pt x="430" y="333"/>
                      <a:pt x="428" y="333"/>
                      <a:pt x="425" y="333"/>
                    </a:cubicBezTo>
                    <a:cubicBezTo>
                      <a:pt x="423" y="333"/>
                      <a:pt x="420" y="333"/>
                      <a:pt x="418" y="333"/>
                    </a:cubicBezTo>
                    <a:cubicBezTo>
                      <a:pt x="415" y="333"/>
                      <a:pt x="412" y="333"/>
                      <a:pt x="409" y="333"/>
                    </a:cubicBezTo>
                    <a:cubicBezTo>
                      <a:pt x="404" y="334"/>
                      <a:pt x="399" y="334"/>
                      <a:pt x="395" y="333"/>
                    </a:cubicBezTo>
                    <a:cubicBezTo>
                      <a:pt x="392" y="333"/>
                      <a:pt x="390" y="333"/>
                      <a:pt x="387" y="333"/>
                    </a:cubicBezTo>
                    <a:cubicBezTo>
                      <a:pt x="384" y="333"/>
                      <a:pt x="381" y="333"/>
                      <a:pt x="378" y="332"/>
                    </a:cubicBezTo>
                    <a:cubicBezTo>
                      <a:pt x="372" y="332"/>
                      <a:pt x="366" y="332"/>
                      <a:pt x="360" y="330"/>
                    </a:cubicBezTo>
                    <a:cubicBezTo>
                      <a:pt x="357" y="329"/>
                      <a:pt x="353" y="330"/>
                      <a:pt x="350" y="329"/>
                    </a:cubicBezTo>
                    <a:cubicBezTo>
                      <a:pt x="349" y="329"/>
                      <a:pt x="347" y="328"/>
                      <a:pt x="345" y="328"/>
                    </a:cubicBezTo>
                    <a:cubicBezTo>
                      <a:pt x="344" y="328"/>
                      <a:pt x="343" y="328"/>
                      <a:pt x="342" y="328"/>
                    </a:cubicBezTo>
                    <a:cubicBezTo>
                      <a:pt x="341" y="328"/>
                      <a:pt x="339" y="328"/>
                      <a:pt x="338" y="328"/>
                    </a:cubicBezTo>
                    <a:cubicBezTo>
                      <a:pt x="336" y="328"/>
                      <a:pt x="334" y="329"/>
                      <a:pt x="332" y="331"/>
                    </a:cubicBezTo>
                    <a:cubicBezTo>
                      <a:pt x="330" y="332"/>
                      <a:pt x="327" y="332"/>
                      <a:pt x="324" y="332"/>
                    </a:cubicBezTo>
                    <a:cubicBezTo>
                      <a:pt x="323" y="333"/>
                      <a:pt x="322" y="333"/>
                      <a:pt x="320" y="333"/>
                    </a:cubicBezTo>
                    <a:cubicBezTo>
                      <a:pt x="319" y="333"/>
                      <a:pt x="318" y="334"/>
                      <a:pt x="317" y="334"/>
                    </a:cubicBezTo>
                    <a:cubicBezTo>
                      <a:pt x="315" y="335"/>
                      <a:pt x="314" y="335"/>
                      <a:pt x="313" y="336"/>
                    </a:cubicBezTo>
                    <a:cubicBezTo>
                      <a:pt x="311" y="338"/>
                      <a:pt x="309" y="339"/>
                      <a:pt x="306" y="341"/>
                    </a:cubicBezTo>
                    <a:cubicBezTo>
                      <a:pt x="305" y="342"/>
                      <a:pt x="305" y="342"/>
                      <a:pt x="304" y="343"/>
                    </a:cubicBezTo>
                    <a:cubicBezTo>
                      <a:pt x="304" y="344"/>
                      <a:pt x="304" y="345"/>
                      <a:pt x="303" y="345"/>
                    </a:cubicBezTo>
                    <a:cubicBezTo>
                      <a:pt x="303" y="347"/>
                      <a:pt x="303" y="348"/>
                      <a:pt x="302" y="349"/>
                    </a:cubicBezTo>
                    <a:cubicBezTo>
                      <a:pt x="302" y="351"/>
                      <a:pt x="303" y="352"/>
                      <a:pt x="304" y="354"/>
                    </a:cubicBezTo>
                    <a:cubicBezTo>
                      <a:pt x="305" y="356"/>
                      <a:pt x="307" y="358"/>
                      <a:pt x="308" y="359"/>
                    </a:cubicBezTo>
                    <a:cubicBezTo>
                      <a:pt x="309" y="361"/>
                      <a:pt x="309" y="362"/>
                      <a:pt x="308" y="364"/>
                    </a:cubicBezTo>
                    <a:cubicBezTo>
                      <a:pt x="307" y="366"/>
                      <a:pt x="304" y="368"/>
                      <a:pt x="302" y="367"/>
                    </a:cubicBezTo>
                    <a:cubicBezTo>
                      <a:pt x="300" y="366"/>
                      <a:pt x="300" y="364"/>
                      <a:pt x="298" y="363"/>
                    </a:cubicBezTo>
                    <a:cubicBezTo>
                      <a:pt x="296" y="362"/>
                      <a:pt x="294" y="361"/>
                      <a:pt x="292" y="362"/>
                    </a:cubicBezTo>
                    <a:cubicBezTo>
                      <a:pt x="290" y="363"/>
                      <a:pt x="290" y="365"/>
                      <a:pt x="289" y="367"/>
                    </a:cubicBezTo>
                    <a:cubicBezTo>
                      <a:pt x="287" y="369"/>
                      <a:pt x="285" y="370"/>
                      <a:pt x="285" y="372"/>
                    </a:cubicBezTo>
                    <a:cubicBezTo>
                      <a:pt x="284" y="375"/>
                      <a:pt x="285" y="377"/>
                      <a:pt x="285" y="379"/>
                    </a:cubicBezTo>
                    <a:cubicBezTo>
                      <a:pt x="286" y="382"/>
                      <a:pt x="286" y="384"/>
                      <a:pt x="286" y="387"/>
                    </a:cubicBezTo>
                    <a:cubicBezTo>
                      <a:pt x="286" y="389"/>
                      <a:pt x="286" y="391"/>
                      <a:pt x="286" y="393"/>
                    </a:cubicBezTo>
                    <a:cubicBezTo>
                      <a:pt x="285" y="394"/>
                      <a:pt x="283" y="396"/>
                      <a:pt x="282" y="397"/>
                    </a:cubicBezTo>
                    <a:cubicBezTo>
                      <a:pt x="280" y="398"/>
                      <a:pt x="280" y="399"/>
                      <a:pt x="280" y="401"/>
                    </a:cubicBezTo>
                    <a:cubicBezTo>
                      <a:pt x="280" y="403"/>
                      <a:pt x="280" y="405"/>
                      <a:pt x="282" y="406"/>
                    </a:cubicBezTo>
                    <a:cubicBezTo>
                      <a:pt x="284" y="407"/>
                      <a:pt x="287" y="409"/>
                      <a:pt x="289" y="409"/>
                    </a:cubicBezTo>
                    <a:cubicBezTo>
                      <a:pt x="292" y="410"/>
                      <a:pt x="295" y="410"/>
                      <a:pt x="298" y="410"/>
                    </a:cubicBezTo>
                    <a:cubicBezTo>
                      <a:pt x="300" y="410"/>
                      <a:pt x="302" y="412"/>
                      <a:pt x="305" y="412"/>
                    </a:cubicBezTo>
                    <a:cubicBezTo>
                      <a:pt x="307" y="413"/>
                      <a:pt x="309" y="412"/>
                      <a:pt x="312" y="412"/>
                    </a:cubicBezTo>
                    <a:cubicBezTo>
                      <a:pt x="314" y="412"/>
                      <a:pt x="316" y="413"/>
                      <a:pt x="317" y="414"/>
                    </a:cubicBezTo>
                    <a:cubicBezTo>
                      <a:pt x="318" y="414"/>
                      <a:pt x="319" y="414"/>
                      <a:pt x="319" y="415"/>
                    </a:cubicBezTo>
                    <a:cubicBezTo>
                      <a:pt x="321" y="415"/>
                      <a:pt x="323" y="414"/>
                      <a:pt x="324" y="415"/>
                    </a:cubicBezTo>
                    <a:cubicBezTo>
                      <a:pt x="324" y="416"/>
                      <a:pt x="324" y="417"/>
                      <a:pt x="325" y="417"/>
                    </a:cubicBezTo>
                    <a:cubicBezTo>
                      <a:pt x="325" y="418"/>
                      <a:pt x="325" y="419"/>
                      <a:pt x="326" y="420"/>
                    </a:cubicBezTo>
                    <a:cubicBezTo>
                      <a:pt x="327" y="420"/>
                      <a:pt x="328" y="421"/>
                      <a:pt x="328" y="422"/>
                    </a:cubicBezTo>
                    <a:cubicBezTo>
                      <a:pt x="329" y="423"/>
                      <a:pt x="330" y="424"/>
                      <a:pt x="331" y="426"/>
                    </a:cubicBezTo>
                    <a:cubicBezTo>
                      <a:pt x="332" y="427"/>
                      <a:pt x="334" y="428"/>
                      <a:pt x="334" y="429"/>
                    </a:cubicBezTo>
                    <a:cubicBezTo>
                      <a:pt x="330" y="431"/>
                      <a:pt x="328" y="426"/>
                      <a:pt x="326" y="423"/>
                    </a:cubicBezTo>
                    <a:cubicBezTo>
                      <a:pt x="325" y="422"/>
                      <a:pt x="324" y="422"/>
                      <a:pt x="323" y="422"/>
                    </a:cubicBezTo>
                    <a:cubicBezTo>
                      <a:pt x="321" y="422"/>
                      <a:pt x="320" y="422"/>
                      <a:pt x="318" y="422"/>
                    </a:cubicBezTo>
                    <a:cubicBezTo>
                      <a:pt x="315" y="422"/>
                      <a:pt x="313" y="425"/>
                      <a:pt x="311" y="427"/>
                    </a:cubicBezTo>
                    <a:cubicBezTo>
                      <a:pt x="310" y="429"/>
                      <a:pt x="309" y="432"/>
                      <a:pt x="308" y="435"/>
                    </a:cubicBezTo>
                    <a:cubicBezTo>
                      <a:pt x="307" y="437"/>
                      <a:pt x="306" y="439"/>
                      <a:pt x="305" y="441"/>
                    </a:cubicBezTo>
                    <a:cubicBezTo>
                      <a:pt x="304" y="442"/>
                      <a:pt x="303" y="443"/>
                      <a:pt x="302" y="444"/>
                    </a:cubicBezTo>
                    <a:cubicBezTo>
                      <a:pt x="302" y="444"/>
                      <a:pt x="302" y="444"/>
                      <a:pt x="302" y="444"/>
                    </a:cubicBezTo>
                    <a:cubicBezTo>
                      <a:pt x="307" y="454"/>
                      <a:pt x="307" y="454"/>
                      <a:pt x="307" y="454"/>
                    </a:cubicBezTo>
                    <a:cubicBezTo>
                      <a:pt x="298" y="473"/>
                      <a:pt x="298" y="473"/>
                      <a:pt x="298" y="473"/>
                    </a:cubicBezTo>
                    <a:cubicBezTo>
                      <a:pt x="295" y="514"/>
                      <a:pt x="295" y="514"/>
                      <a:pt x="295" y="514"/>
                    </a:cubicBezTo>
                    <a:cubicBezTo>
                      <a:pt x="272" y="540"/>
                      <a:pt x="272" y="540"/>
                      <a:pt x="272" y="540"/>
                    </a:cubicBezTo>
                    <a:cubicBezTo>
                      <a:pt x="259" y="589"/>
                      <a:pt x="259" y="589"/>
                      <a:pt x="259" y="589"/>
                    </a:cubicBezTo>
                    <a:cubicBezTo>
                      <a:pt x="210" y="584"/>
                      <a:pt x="210" y="584"/>
                      <a:pt x="210" y="584"/>
                    </a:cubicBezTo>
                    <a:cubicBezTo>
                      <a:pt x="203" y="592"/>
                      <a:pt x="203" y="592"/>
                      <a:pt x="203" y="592"/>
                    </a:cubicBezTo>
                    <a:cubicBezTo>
                      <a:pt x="210" y="607"/>
                      <a:pt x="210" y="607"/>
                      <a:pt x="210" y="607"/>
                    </a:cubicBezTo>
                    <a:cubicBezTo>
                      <a:pt x="194" y="605"/>
                      <a:pt x="194" y="605"/>
                      <a:pt x="194" y="605"/>
                    </a:cubicBezTo>
                    <a:cubicBezTo>
                      <a:pt x="194" y="618"/>
                      <a:pt x="194" y="618"/>
                      <a:pt x="194" y="618"/>
                    </a:cubicBezTo>
                    <a:cubicBezTo>
                      <a:pt x="204" y="630"/>
                      <a:pt x="204" y="630"/>
                      <a:pt x="204" y="630"/>
                    </a:cubicBezTo>
                    <a:cubicBezTo>
                      <a:pt x="246" y="634"/>
                      <a:pt x="246" y="634"/>
                      <a:pt x="246" y="634"/>
                    </a:cubicBezTo>
                    <a:cubicBezTo>
                      <a:pt x="261" y="657"/>
                      <a:pt x="261" y="657"/>
                      <a:pt x="261" y="657"/>
                    </a:cubicBezTo>
                    <a:cubicBezTo>
                      <a:pt x="242" y="676"/>
                      <a:pt x="242" y="676"/>
                      <a:pt x="242" y="676"/>
                    </a:cubicBezTo>
                    <a:cubicBezTo>
                      <a:pt x="253" y="691"/>
                      <a:pt x="253" y="691"/>
                      <a:pt x="253" y="691"/>
                    </a:cubicBezTo>
                    <a:cubicBezTo>
                      <a:pt x="240" y="696"/>
                      <a:pt x="240" y="696"/>
                      <a:pt x="240" y="696"/>
                    </a:cubicBezTo>
                    <a:cubicBezTo>
                      <a:pt x="229" y="699"/>
                      <a:pt x="229" y="699"/>
                      <a:pt x="229" y="699"/>
                    </a:cubicBezTo>
                    <a:cubicBezTo>
                      <a:pt x="208" y="726"/>
                      <a:pt x="208" y="726"/>
                      <a:pt x="208" y="726"/>
                    </a:cubicBezTo>
                    <a:cubicBezTo>
                      <a:pt x="190" y="723"/>
                      <a:pt x="190" y="723"/>
                      <a:pt x="190" y="723"/>
                    </a:cubicBezTo>
                    <a:cubicBezTo>
                      <a:pt x="178" y="736"/>
                      <a:pt x="178" y="736"/>
                      <a:pt x="178" y="736"/>
                    </a:cubicBezTo>
                    <a:cubicBezTo>
                      <a:pt x="200" y="758"/>
                      <a:pt x="200" y="758"/>
                      <a:pt x="200" y="758"/>
                    </a:cubicBezTo>
                    <a:cubicBezTo>
                      <a:pt x="177" y="781"/>
                      <a:pt x="177" y="781"/>
                      <a:pt x="177" y="781"/>
                    </a:cubicBezTo>
                    <a:cubicBezTo>
                      <a:pt x="170" y="774"/>
                      <a:pt x="170" y="774"/>
                      <a:pt x="170" y="774"/>
                    </a:cubicBezTo>
                    <a:cubicBezTo>
                      <a:pt x="124" y="778"/>
                      <a:pt x="124" y="778"/>
                      <a:pt x="124" y="778"/>
                    </a:cubicBezTo>
                    <a:cubicBezTo>
                      <a:pt x="122" y="789"/>
                      <a:pt x="122" y="789"/>
                      <a:pt x="122" y="789"/>
                    </a:cubicBezTo>
                    <a:cubicBezTo>
                      <a:pt x="108" y="785"/>
                      <a:pt x="108" y="785"/>
                      <a:pt x="108" y="785"/>
                    </a:cubicBezTo>
                    <a:cubicBezTo>
                      <a:pt x="108" y="774"/>
                      <a:pt x="108" y="774"/>
                      <a:pt x="108" y="774"/>
                    </a:cubicBezTo>
                    <a:cubicBezTo>
                      <a:pt x="86" y="774"/>
                      <a:pt x="86" y="774"/>
                      <a:pt x="86" y="774"/>
                    </a:cubicBezTo>
                    <a:cubicBezTo>
                      <a:pt x="75" y="760"/>
                      <a:pt x="75" y="760"/>
                      <a:pt x="75" y="760"/>
                    </a:cubicBezTo>
                    <a:cubicBezTo>
                      <a:pt x="68" y="761"/>
                      <a:pt x="68" y="761"/>
                      <a:pt x="68" y="761"/>
                    </a:cubicBezTo>
                    <a:cubicBezTo>
                      <a:pt x="69" y="777"/>
                      <a:pt x="69" y="777"/>
                      <a:pt x="69" y="777"/>
                    </a:cubicBezTo>
                    <a:cubicBezTo>
                      <a:pt x="39" y="780"/>
                      <a:pt x="39" y="780"/>
                      <a:pt x="39" y="780"/>
                    </a:cubicBezTo>
                    <a:cubicBezTo>
                      <a:pt x="39" y="780"/>
                      <a:pt x="55" y="813"/>
                      <a:pt x="55" y="813"/>
                    </a:cubicBezTo>
                    <a:cubicBezTo>
                      <a:pt x="56" y="813"/>
                      <a:pt x="68" y="822"/>
                      <a:pt x="68" y="822"/>
                    </a:cubicBezTo>
                    <a:cubicBezTo>
                      <a:pt x="63" y="839"/>
                      <a:pt x="63" y="839"/>
                      <a:pt x="63" y="839"/>
                    </a:cubicBezTo>
                    <a:cubicBezTo>
                      <a:pt x="82" y="861"/>
                      <a:pt x="82" y="861"/>
                      <a:pt x="82" y="861"/>
                    </a:cubicBezTo>
                    <a:cubicBezTo>
                      <a:pt x="76" y="878"/>
                      <a:pt x="76" y="878"/>
                      <a:pt x="76" y="878"/>
                    </a:cubicBezTo>
                    <a:cubicBezTo>
                      <a:pt x="69" y="910"/>
                      <a:pt x="69" y="910"/>
                      <a:pt x="69" y="910"/>
                    </a:cubicBezTo>
                    <a:cubicBezTo>
                      <a:pt x="69" y="910"/>
                      <a:pt x="59" y="936"/>
                      <a:pt x="45" y="936"/>
                    </a:cubicBezTo>
                    <a:cubicBezTo>
                      <a:pt x="60" y="942"/>
                      <a:pt x="60" y="942"/>
                      <a:pt x="60" y="942"/>
                    </a:cubicBezTo>
                    <a:cubicBezTo>
                      <a:pt x="57" y="959"/>
                      <a:pt x="57" y="959"/>
                      <a:pt x="57" y="959"/>
                    </a:cubicBezTo>
                    <a:cubicBezTo>
                      <a:pt x="20" y="967"/>
                      <a:pt x="20" y="967"/>
                      <a:pt x="20" y="967"/>
                    </a:cubicBezTo>
                    <a:cubicBezTo>
                      <a:pt x="5" y="979"/>
                      <a:pt x="5" y="979"/>
                      <a:pt x="5" y="979"/>
                    </a:cubicBezTo>
                    <a:cubicBezTo>
                      <a:pt x="7" y="987"/>
                      <a:pt x="7" y="987"/>
                      <a:pt x="7" y="987"/>
                    </a:cubicBezTo>
                    <a:cubicBezTo>
                      <a:pt x="25" y="991"/>
                      <a:pt x="25" y="991"/>
                      <a:pt x="25" y="991"/>
                    </a:cubicBezTo>
                    <a:cubicBezTo>
                      <a:pt x="24" y="1004"/>
                      <a:pt x="24" y="1004"/>
                      <a:pt x="24" y="1004"/>
                    </a:cubicBezTo>
                    <a:cubicBezTo>
                      <a:pt x="40" y="1016"/>
                      <a:pt x="40" y="1016"/>
                      <a:pt x="40" y="1016"/>
                    </a:cubicBezTo>
                    <a:cubicBezTo>
                      <a:pt x="33" y="1038"/>
                      <a:pt x="33" y="1038"/>
                      <a:pt x="33" y="1038"/>
                    </a:cubicBezTo>
                    <a:cubicBezTo>
                      <a:pt x="8" y="1040"/>
                      <a:pt x="8" y="1040"/>
                      <a:pt x="8" y="1040"/>
                    </a:cubicBezTo>
                    <a:cubicBezTo>
                      <a:pt x="9" y="1051"/>
                      <a:pt x="9" y="1051"/>
                      <a:pt x="9" y="1051"/>
                    </a:cubicBezTo>
                    <a:cubicBezTo>
                      <a:pt x="25" y="1056"/>
                      <a:pt x="25" y="1056"/>
                      <a:pt x="25" y="1056"/>
                    </a:cubicBezTo>
                    <a:cubicBezTo>
                      <a:pt x="31" y="1081"/>
                      <a:pt x="31" y="1081"/>
                      <a:pt x="31" y="1081"/>
                    </a:cubicBezTo>
                    <a:cubicBezTo>
                      <a:pt x="48" y="1086"/>
                      <a:pt x="48" y="1086"/>
                      <a:pt x="48" y="1086"/>
                    </a:cubicBezTo>
                    <a:cubicBezTo>
                      <a:pt x="29" y="1101"/>
                      <a:pt x="29" y="1101"/>
                      <a:pt x="29" y="1101"/>
                    </a:cubicBezTo>
                    <a:cubicBezTo>
                      <a:pt x="32" y="1113"/>
                      <a:pt x="32" y="1113"/>
                      <a:pt x="32" y="1113"/>
                    </a:cubicBezTo>
                    <a:cubicBezTo>
                      <a:pt x="49" y="1116"/>
                      <a:pt x="49" y="1116"/>
                      <a:pt x="49" y="1116"/>
                    </a:cubicBezTo>
                    <a:cubicBezTo>
                      <a:pt x="66" y="1138"/>
                      <a:pt x="66" y="1138"/>
                      <a:pt x="66" y="1138"/>
                    </a:cubicBezTo>
                    <a:cubicBezTo>
                      <a:pt x="57" y="1148"/>
                      <a:pt x="57" y="1148"/>
                      <a:pt x="57" y="1148"/>
                    </a:cubicBezTo>
                    <a:cubicBezTo>
                      <a:pt x="58" y="1167"/>
                      <a:pt x="58" y="1167"/>
                      <a:pt x="58" y="1167"/>
                    </a:cubicBezTo>
                    <a:cubicBezTo>
                      <a:pt x="35" y="1171"/>
                      <a:pt x="35" y="1171"/>
                      <a:pt x="35" y="1171"/>
                    </a:cubicBezTo>
                    <a:cubicBezTo>
                      <a:pt x="20" y="1202"/>
                      <a:pt x="20" y="1202"/>
                      <a:pt x="20" y="1202"/>
                    </a:cubicBezTo>
                    <a:cubicBezTo>
                      <a:pt x="7" y="1207"/>
                      <a:pt x="7" y="1207"/>
                      <a:pt x="7" y="1207"/>
                    </a:cubicBezTo>
                    <a:cubicBezTo>
                      <a:pt x="0" y="1235"/>
                      <a:pt x="0" y="1235"/>
                      <a:pt x="0" y="1235"/>
                    </a:cubicBezTo>
                    <a:cubicBezTo>
                      <a:pt x="20" y="1272"/>
                      <a:pt x="20" y="1272"/>
                      <a:pt x="20" y="1272"/>
                    </a:cubicBezTo>
                    <a:cubicBezTo>
                      <a:pt x="40" y="1291"/>
                      <a:pt x="40" y="1291"/>
                      <a:pt x="40" y="1291"/>
                    </a:cubicBezTo>
                    <a:cubicBezTo>
                      <a:pt x="63" y="1305"/>
                      <a:pt x="63" y="1305"/>
                      <a:pt x="63" y="1305"/>
                    </a:cubicBezTo>
                    <a:cubicBezTo>
                      <a:pt x="54" y="1337"/>
                      <a:pt x="54" y="1337"/>
                      <a:pt x="54" y="1337"/>
                    </a:cubicBezTo>
                    <a:cubicBezTo>
                      <a:pt x="24" y="1367"/>
                      <a:pt x="24" y="1367"/>
                      <a:pt x="24" y="1367"/>
                    </a:cubicBezTo>
                    <a:cubicBezTo>
                      <a:pt x="24" y="1393"/>
                      <a:pt x="24" y="1393"/>
                      <a:pt x="24" y="1393"/>
                    </a:cubicBezTo>
                    <a:cubicBezTo>
                      <a:pt x="33" y="1394"/>
                      <a:pt x="33" y="1394"/>
                      <a:pt x="33" y="1394"/>
                    </a:cubicBezTo>
                    <a:cubicBezTo>
                      <a:pt x="48" y="1417"/>
                      <a:pt x="48" y="1417"/>
                      <a:pt x="48" y="1417"/>
                    </a:cubicBezTo>
                    <a:cubicBezTo>
                      <a:pt x="60" y="1471"/>
                      <a:pt x="60" y="1471"/>
                      <a:pt x="60" y="1471"/>
                    </a:cubicBezTo>
                    <a:cubicBezTo>
                      <a:pt x="88" y="1479"/>
                      <a:pt x="88" y="1479"/>
                      <a:pt x="88" y="1479"/>
                    </a:cubicBezTo>
                    <a:cubicBezTo>
                      <a:pt x="99" y="1472"/>
                      <a:pt x="99" y="1472"/>
                      <a:pt x="99" y="1472"/>
                    </a:cubicBezTo>
                    <a:cubicBezTo>
                      <a:pt x="122" y="1477"/>
                      <a:pt x="122" y="1477"/>
                      <a:pt x="122" y="1477"/>
                    </a:cubicBezTo>
                    <a:cubicBezTo>
                      <a:pt x="126" y="1495"/>
                      <a:pt x="126" y="1495"/>
                      <a:pt x="126" y="1495"/>
                    </a:cubicBezTo>
                    <a:cubicBezTo>
                      <a:pt x="172" y="1502"/>
                      <a:pt x="172" y="1502"/>
                      <a:pt x="172" y="1502"/>
                    </a:cubicBezTo>
                    <a:cubicBezTo>
                      <a:pt x="181" y="1492"/>
                      <a:pt x="181" y="1492"/>
                      <a:pt x="181" y="1492"/>
                    </a:cubicBezTo>
                    <a:cubicBezTo>
                      <a:pt x="214" y="1496"/>
                      <a:pt x="214" y="1496"/>
                      <a:pt x="214" y="1496"/>
                    </a:cubicBezTo>
                    <a:cubicBezTo>
                      <a:pt x="234" y="1525"/>
                      <a:pt x="234" y="1525"/>
                      <a:pt x="234" y="1525"/>
                    </a:cubicBezTo>
                    <a:cubicBezTo>
                      <a:pt x="254" y="1527"/>
                      <a:pt x="254" y="1527"/>
                      <a:pt x="254" y="1527"/>
                    </a:cubicBezTo>
                    <a:cubicBezTo>
                      <a:pt x="270" y="1537"/>
                      <a:pt x="270" y="1537"/>
                      <a:pt x="270" y="1537"/>
                    </a:cubicBezTo>
                    <a:cubicBezTo>
                      <a:pt x="290" y="1533"/>
                      <a:pt x="290" y="1533"/>
                      <a:pt x="290" y="1533"/>
                    </a:cubicBezTo>
                    <a:cubicBezTo>
                      <a:pt x="304" y="1551"/>
                      <a:pt x="304" y="1551"/>
                      <a:pt x="304" y="1551"/>
                    </a:cubicBezTo>
                    <a:cubicBezTo>
                      <a:pt x="329" y="1554"/>
                      <a:pt x="329" y="1554"/>
                      <a:pt x="329" y="1554"/>
                    </a:cubicBezTo>
                    <a:cubicBezTo>
                      <a:pt x="341" y="1565"/>
                      <a:pt x="341" y="1565"/>
                      <a:pt x="341" y="1565"/>
                    </a:cubicBezTo>
                    <a:cubicBezTo>
                      <a:pt x="313" y="1589"/>
                      <a:pt x="313" y="1589"/>
                      <a:pt x="313" y="1589"/>
                    </a:cubicBezTo>
                    <a:cubicBezTo>
                      <a:pt x="300" y="1616"/>
                      <a:pt x="300" y="1616"/>
                      <a:pt x="300" y="1616"/>
                    </a:cubicBezTo>
                    <a:cubicBezTo>
                      <a:pt x="285" y="1616"/>
                      <a:pt x="285" y="1616"/>
                      <a:pt x="285" y="1616"/>
                    </a:cubicBezTo>
                    <a:cubicBezTo>
                      <a:pt x="252" y="1663"/>
                      <a:pt x="252" y="1663"/>
                      <a:pt x="252" y="1663"/>
                    </a:cubicBezTo>
                    <a:cubicBezTo>
                      <a:pt x="235" y="1699"/>
                      <a:pt x="235" y="1699"/>
                      <a:pt x="235" y="1699"/>
                    </a:cubicBezTo>
                    <a:cubicBezTo>
                      <a:pt x="230" y="1728"/>
                      <a:pt x="230" y="1728"/>
                      <a:pt x="230" y="1728"/>
                    </a:cubicBezTo>
                    <a:cubicBezTo>
                      <a:pt x="208" y="1744"/>
                      <a:pt x="208" y="1744"/>
                      <a:pt x="208" y="1744"/>
                    </a:cubicBezTo>
                    <a:cubicBezTo>
                      <a:pt x="207" y="1761"/>
                      <a:pt x="207" y="1761"/>
                      <a:pt x="207" y="1761"/>
                    </a:cubicBezTo>
                    <a:cubicBezTo>
                      <a:pt x="189" y="1778"/>
                      <a:pt x="189" y="1778"/>
                      <a:pt x="189" y="1778"/>
                    </a:cubicBezTo>
                    <a:cubicBezTo>
                      <a:pt x="190" y="1824"/>
                      <a:pt x="190" y="1824"/>
                      <a:pt x="190" y="1824"/>
                    </a:cubicBezTo>
                    <a:cubicBezTo>
                      <a:pt x="190" y="1824"/>
                      <a:pt x="172" y="1830"/>
                      <a:pt x="169" y="1859"/>
                    </a:cubicBezTo>
                    <a:cubicBezTo>
                      <a:pt x="172" y="1872"/>
                      <a:pt x="172" y="1872"/>
                      <a:pt x="172" y="1872"/>
                    </a:cubicBezTo>
                    <a:cubicBezTo>
                      <a:pt x="163" y="1876"/>
                      <a:pt x="163" y="1876"/>
                      <a:pt x="163" y="1876"/>
                    </a:cubicBezTo>
                    <a:cubicBezTo>
                      <a:pt x="164" y="1889"/>
                      <a:pt x="164" y="1889"/>
                      <a:pt x="164" y="1889"/>
                    </a:cubicBezTo>
                    <a:cubicBezTo>
                      <a:pt x="183" y="1896"/>
                      <a:pt x="183" y="1896"/>
                      <a:pt x="183" y="1896"/>
                    </a:cubicBezTo>
                    <a:cubicBezTo>
                      <a:pt x="173" y="1902"/>
                      <a:pt x="173" y="1902"/>
                      <a:pt x="173" y="1902"/>
                    </a:cubicBezTo>
                    <a:cubicBezTo>
                      <a:pt x="174" y="1914"/>
                      <a:pt x="174" y="1914"/>
                      <a:pt x="174" y="1914"/>
                    </a:cubicBezTo>
                    <a:cubicBezTo>
                      <a:pt x="202" y="1914"/>
                      <a:pt x="202" y="1914"/>
                      <a:pt x="202" y="1914"/>
                    </a:cubicBezTo>
                    <a:cubicBezTo>
                      <a:pt x="213" y="1905"/>
                      <a:pt x="213" y="1905"/>
                      <a:pt x="213" y="1905"/>
                    </a:cubicBezTo>
                    <a:cubicBezTo>
                      <a:pt x="232" y="1918"/>
                      <a:pt x="232" y="1918"/>
                      <a:pt x="232" y="1918"/>
                    </a:cubicBezTo>
                    <a:cubicBezTo>
                      <a:pt x="259" y="1918"/>
                      <a:pt x="259" y="1918"/>
                      <a:pt x="259" y="1918"/>
                    </a:cubicBezTo>
                    <a:cubicBezTo>
                      <a:pt x="281" y="1907"/>
                      <a:pt x="281" y="1907"/>
                      <a:pt x="281" y="1907"/>
                    </a:cubicBezTo>
                    <a:cubicBezTo>
                      <a:pt x="301" y="1928"/>
                      <a:pt x="301" y="1928"/>
                      <a:pt x="301" y="1928"/>
                    </a:cubicBezTo>
                    <a:cubicBezTo>
                      <a:pt x="321" y="1928"/>
                      <a:pt x="321" y="1928"/>
                      <a:pt x="321" y="1928"/>
                    </a:cubicBezTo>
                    <a:cubicBezTo>
                      <a:pt x="326" y="1920"/>
                      <a:pt x="326" y="1920"/>
                      <a:pt x="326" y="1920"/>
                    </a:cubicBezTo>
                    <a:cubicBezTo>
                      <a:pt x="344" y="1924"/>
                      <a:pt x="344" y="1924"/>
                      <a:pt x="344" y="1924"/>
                    </a:cubicBezTo>
                    <a:cubicBezTo>
                      <a:pt x="359" y="1921"/>
                      <a:pt x="359" y="1921"/>
                      <a:pt x="359" y="1921"/>
                    </a:cubicBezTo>
                    <a:cubicBezTo>
                      <a:pt x="358" y="1906"/>
                      <a:pt x="358" y="1906"/>
                      <a:pt x="358" y="1906"/>
                    </a:cubicBezTo>
                    <a:cubicBezTo>
                      <a:pt x="346" y="1902"/>
                      <a:pt x="346" y="1902"/>
                      <a:pt x="346" y="1902"/>
                    </a:cubicBezTo>
                    <a:cubicBezTo>
                      <a:pt x="329" y="1909"/>
                      <a:pt x="329" y="1909"/>
                      <a:pt x="329" y="1909"/>
                    </a:cubicBezTo>
                    <a:cubicBezTo>
                      <a:pt x="323" y="1908"/>
                      <a:pt x="323" y="1908"/>
                      <a:pt x="323" y="1908"/>
                    </a:cubicBezTo>
                    <a:cubicBezTo>
                      <a:pt x="314" y="1885"/>
                      <a:pt x="314" y="1885"/>
                      <a:pt x="314" y="1885"/>
                    </a:cubicBezTo>
                    <a:cubicBezTo>
                      <a:pt x="329" y="1871"/>
                      <a:pt x="329" y="1871"/>
                      <a:pt x="329" y="1871"/>
                    </a:cubicBezTo>
                    <a:cubicBezTo>
                      <a:pt x="366" y="1873"/>
                      <a:pt x="366" y="1873"/>
                      <a:pt x="366" y="1873"/>
                    </a:cubicBezTo>
                    <a:cubicBezTo>
                      <a:pt x="385" y="1883"/>
                      <a:pt x="385" y="1883"/>
                      <a:pt x="385" y="1883"/>
                    </a:cubicBezTo>
                    <a:cubicBezTo>
                      <a:pt x="386" y="1900"/>
                      <a:pt x="386" y="1900"/>
                      <a:pt x="386" y="1900"/>
                    </a:cubicBezTo>
                    <a:cubicBezTo>
                      <a:pt x="403" y="1900"/>
                      <a:pt x="403" y="1900"/>
                      <a:pt x="403" y="1900"/>
                    </a:cubicBezTo>
                    <a:cubicBezTo>
                      <a:pt x="410" y="1912"/>
                      <a:pt x="410" y="1912"/>
                      <a:pt x="410" y="1912"/>
                    </a:cubicBezTo>
                    <a:cubicBezTo>
                      <a:pt x="424" y="1910"/>
                      <a:pt x="424" y="1910"/>
                      <a:pt x="424" y="1910"/>
                    </a:cubicBezTo>
                    <a:cubicBezTo>
                      <a:pt x="424" y="1909"/>
                      <a:pt x="424" y="1909"/>
                      <a:pt x="424" y="1909"/>
                    </a:cubicBezTo>
                    <a:cubicBezTo>
                      <a:pt x="426" y="1906"/>
                      <a:pt x="425" y="1903"/>
                      <a:pt x="424" y="1900"/>
                    </a:cubicBezTo>
                    <a:cubicBezTo>
                      <a:pt x="422" y="1891"/>
                      <a:pt x="436" y="1896"/>
                      <a:pt x="439" y="1898"/>
                    </a:cubicBezTo>
                    <a:cubicBezTo>
                      <a:pt x="445" y="1902"/>
                      <a:pt x="450" y="1908"/>
                      <a:pt x="456" y="1911"/>
                    </a:cubicBezTo>
                    <a:cubicBezTo>
                      <a:pt x="457" y="1912"/>
                      <a:pt x="461" y="1915"/>
                      <a:pt x="463" y="1913"/>
                    </a:cubicBezTo>
                    <a:cubicBezTo>
                      <a:pt x="465" y="1911"/>
                      <a:pt x="464" y="1906"/>
                      <a:pt x="463" y="1904"/>
                    </a:cubicBezTo>
                    <a:cubicBezTo>
                      <a:pt x="462" y="1900"/>
                      <a:pt x="460" y="1897"/>
                      <a:pt x="457" y="1895"/>
                    </a:cubicBezTo>
                    <a:cubicBezTo>
                      <a:pt x="454" y="1893"/>
                      <a:pt x="451" y="1892"/>
                      <a:pt x="448" y="1890"/>
                    </a:cubicBezTo>
                    <a:cubicBezTo>
                      <a:pt x="446" y="1887"/>
                      <a:pt x="444" y="1883"/>
                      <a:pt x="444" y="1880"/>
                    </a:cubicBezTo>
                    <a:cubicBezTo>
                      <a:pt x="445" y="1877"/>
                      <a:pt x="447" y="1876"/>
                      <a:pt x="450" y="1877"/>
                    </a:cubicBezTo>
                    <a:cubicBezTo>
                      <a:pt x="453" y="1879"/>
                      <a:pt x="456" y="1882"/>
                      <a:pt x="458" y="1885"/>
                    </a:cubicBezTo>
                    <a:cubicBezTo>
                      <a:pt x="461" y="1888"/>
                      <a:pt x="464" y="1891"/>
                      <a:pt x="468" y="1893"/>
                    </a:cubicBezTo>
                    <a:cubicBezTo>
                      <a:pt x="475" y="1899"/>
                      <a:pt x="482" y="1906"/>
                      <a:pt x="489" y="1912"/>
                    </a:cubicBezTo>
                    <a:cubicBezTo>
                      <a:pt x="494" y="1917"/>
                      <a:pt x="500" y="1923"/>
                      <a:pt x="508" y="1922"/>
                    </a:cubicBezTo>
                    <a:cubicBezTo>
                      <a:pt x="511" y="1921"/>
                      <a:pt x="514" y="1919"/>
                      <a:pt x="517" y="1919"/>
                    </a:cubicBezTo>
                    <a:cubicBezTo>
                      <a:pt x="521" y="1919"/>
                      <a:pt x="524" y="1921"/>
                      <a:pt x="526" y="1924"/>
                    </a:cubicBezTo>
                    <a:cubicBezTo>
                      <a:pt x="532" y="1931"/>
                      <a:pt x="533" y="1941"/>
                      <a:pt x="541" y="1946"/>
                    </a:cubicBezTo>
                    <a:cubicBezTo>
                      <a:pt x="546" y="1950"/>
                      <a:pt x="552" y="1950"/>
                      <a:pt x="558" y="1953"/>
                    </a:cubicBezTo>
                    <a:cubicBezTo>
                      <a:pt x="584" y="1952"/>
                      <a:pt x="584" y="1952"/>
                      <a:pt x="584" y="1952"/>
                    </a:cubicBezTo>
                    <a:cubicBezTo>
                      <a:pt x="619" y="1979"/>
                      <a:pt x="619" y="1979"/>
                      <a:pt x="619" y="1979"/>
                    </a:cubicBezTo>
                    <a:cubicBezTo>
                      <a:pt x="615" y="2000"/>
                      <a:pt x="615" y="2000"/>
                      <a:pt x="615" y="2000"/>
                    </a:cubicBezTo>
                    <a:cubicBezTo>
                      <a:pt x="642" y="2009"/>
                      <a:pt x="642" y="2009"/>
                      <a:pt x="642" y="2009"/>
                    </a:cubicBezTo>
                    <a:cubicBezTo>
                      <a:pt x="645" y="2037"/>
                      <a:pt x="645" y="2037"/>
                      <a:pt x="645" y="2037"/>
                    </a:cubicBezTo>
                    <a:cubicBezTo>
                      <a:pt x="701" y="2001"/>
                      <a:pt x="701" y="2001"/>
                      <a:pt x="701" y="2001"/>
                    </a:cubicBezTo>
                    <a:cubicBezTo>
                      <a:pt x="694" y="1955"/>
                      <a:pt x="694" y="1955"/>
                      <a:pt x="694" y="1955"/>
                    </a:cubicBezTo>
                    <a:cubicBezTo>
                      <a:pt x="777" y="1979"/>
                      <a:pt x="777" y="1979"/>
                      <a:pt x="777" y="1979"/>
                    </a:cubicBezTo>
                    <a:cubicBezTo>
                      <a:pt x="801" y="2014"/>
                      <a:pt x="801" y="2014"/>
                      <a:pt x="801" y="2014"/>
                    </a:cubicBezTo>
                    <a:cubicBezTo>
                      <a:pt x="901" y="1999"/>
                      <a:pt x="901" y="1999"/>
                      <a:pt x="901" y="1999"/>
                    </a:cubicBezTo>
                    <a:cubicBezTo>
                      <a:pt x="916" y="1977"/>
                      <a:pt x="916" y="1977"/>
                      <a:pt x="916" y="1977"/>
                    </a:cubicBezTo>
                    <a:cubicBezTo>
                      <a:pt x="1030" y="1973"/>
                      <a:pt x="1030" y="1973"/>
                      <a:pt x="1030" y="1973"/>
                    </a:cubicBezTo>
                    <a:cubicBezTo>
                      <a:pt x="1020" y="1948"/>
                      <a:pt x="1020" y="1948"/>
                      <a:pt x="1020" y="1948"/>
                    </a:cubicBezTo>
                    <a:cubicBezTo>
                      <a:pt x="1086" y="1974"/>
                      <a:pt x="1086" y="1974"/>
                      <a:pt x="1086" y="1974"/>
                    </a:cubicBezTo>
                    <a:cubicBezTo>
                      <a:pt x="1129" y="1964"/>
                      <a:pt x="1129" y="1964"/>
                      <a:pt x="1129" y="1964"/>
                    </a:cubicBezTo>
                    <a:cubicBezTo>
                      <a:pt x="1132" y="1987"/>
                      <a:pt x="1132" y="1987"/>
                      <a:pt x="1132" y="1987"/>
                    </a:cubicBezTo>
                    <a:cubicBezTo>
                      <a:pt x="1171" y="2027"/>
                      <a:pt x="1171" y="2027"/>
                      <a:pt x="1171" y="2027"/>
                    </a:cubicBezTo>
                    <a:cubicBezTo>
                      <a:pt x="1191" y="1966"/>
                      <a:pt x="1191" y="1966"/>
                      <a:pt x="1191" y="1966"/>
                    </a:cubicBezTo>
                    <a:cubicBezTo>
                      <a:pt x="1165" y="1958"/>
                      <a:pt x="1165" y="1958"/>
                      <a:pt x="1165" y="1958"/>
                    </a:cubicBezTo>
                    <a:cubicBezTo>
                      <a:pt x="1185" y="1921"/>
                      <a:pt x="1185" y="1921"/>
                      <a:pt x="1185" y="1921"/>
                    </a:cubicBezTo>
                    <a:cubicBezTo>
                      <a:pt x="1164" y="1895"/>
                      <a:pt x="1150" y="1858"/>
                      <a:pt x="1150" y="1858"/>
                    </a:cubicBezTo>
                    <a:cubicBezTo>
                      <a:pt x="1193" y="1822"/>
                      <a:pt x="1193" y="1822"/>
                      <a:pt x="1193" y="1822"/>
                    </a:cubicBezTo>
                    <a:cubicBezTo>
                      <a:pt x="1235" y="1816"/>
                      <a:pt x="1235" y="1816"/>
                      <a:pt x="1235" y="1816"/>
                    </a:cubicBezTo>
                    <a:cubicBezTo>
                      <a:pt x="1251" y="1801"/>
                      <a:pt x="1251" y="1801"/>
                      <a:pt x="1251" y="1801"/>
                    </a:cubicBezTo>
                    <a:cubicBezTo>
                      <a:pt x="1255" y="1801"/>
                      <a:pt x="1255" y="1801"/>
                      <a:pt x="1255" y="1801"/>
                    </a:cubicBezTo>
                    <a:cubicBezTo>
                      <a:pt x="1265" y="1798"/>
                      <a:pt x="1265" y="1798"/>
                      <a:pt x="1265" y="1798"/>
                    </a:cubicBezTo>
                    <a:cubicBezTo>
                      <a:pt x="1265" y="1779"/>
                      <a:pt x="1265" y="1779"/>
                      <a:pt x="1265" y="1779"/>
                    </a:cubicBezTo>
                    <a:cubicBezTo>
                      <a:pt x="1275" y="1763"/>
                      <a:pt x="1275" y="1763"/>
                      <a:pt x="1275" y="1763"/>
                    </a:cubicBezTo>
                    <a:cubicBezTo>
                      <a:pt x="1276" y="1747"/>
                      <a:pt x="1276" y="1747"/>
                      <a:pt x="1276" y="1747"/>
                    </a:cubicBezTo>
                    <a:cubicBezTo>
                      <a:pt x="1286" y="1743"/>
                      <a:pt x="1286" y="1743"/>
                      <a:pt x="1286" y="1743"/>
                    </a:cubicBezTo>
                    <a:cubicBezTo>
                      <a:pt x="1291" y="1750"/>
                      <a:pt x="1291" y="1750"/>
                      <a:pt x="1291" y="1750"/>
                    </a:cubicBezTo>
                    <a:cubicBezTo>
                      <a:pt x="1307" y="1750"/>
                      <a:pt x="1307" y="1750"/>
                      <a:pt x="1307" y="1750"/>
                    </a:cubicBezTo>
                    <a:cubicBezTo>
                      <a:pt x="1316" y="1762"/>
                      <a:pt x="1316" y="1762"/>
                      <a:pt x="1316" y="1762"/>
                    </a:cubicBezTo>
                    <a:cubicBezTo>
                      <a:pt x="1320" y="1763"/>
                      <a:pt x="1320" y="1763"/>
                      <a:pt x="1320" y="1763"/>
                    </a:cubicBezTo>
                    <a:cubicBezTo>
                      <a:pt x="1338" y="1742"/>
                      <a:pt x="1338" y="1742"/>
                      <a:pt x="1338" y="1742"/>
                    </a:cubicBezTo>
                    <a:cubicBezTo>
                      <a:pt x="1340" y="1731"/>
                      <a:pt x="1340" y="1731"/>
                      <a:pt x="1340" y="1731"/>
                    </a:cubicBezTo>
                    <a:cubicBezTo>
                      <a:pt x="1348" y="1706"/>
                      <a:pt x="1348" y="1706"/>
                      <a:pt x="1348" y="1706"/>
                    </a:cubicBezTo>
                    <a:cubicBezTo>
                      <a:pt x="1348" y="1699"/>
                      <a:pt x="1348" y="1699"/>
                      <a:pt x="1348" y="1699"/>
                    </a:cubicBezTo>
                    <a:cubicBezTo>
                      <a:pt x="1295" y="1640"/>
                      <a:pt x="1295" y="1640"/>
                      <a:pt x="1295" y="1640"/>
                    </a:cubicBezTo>
                    <a:cubicBezTo>
                      <a:pt x="1266" y="1633"/>
                      <a:pt x="1266" y="1633"/>
                      <a:pt x="1266" y="1633"/>
                    </a:cubicBezTo>
                    <a:cubicBezTo>
                      <a:pt x="1261" y="1609"/>
                      <a:pt x="1261" y="1609"/>
                      <a:pt x="1261" y="1609"/>
                    </a:cubicBezTo>
                    <a:cubicBezTo>
                      <a:pt x="1196" y="1536"/>
                      <a:pt x="1196" y="1536"/>
                      <a:pt x="1196" y="1536"/>
                    </a:cubicBezTo>
                    <a:cubicBezTo>
                      <a:pt x="1166" y="1531"/>
                      <a:pt x="1166" y="1531"/>
                      <a:pt x="1166" y="1531"/>
                    </a:cubicBezTo>
                    <a:cubicBezTo>
                      <a:pt x="1106" y="1427"/>
                      <a:pt x="1106" y="1427"/>
                      <a:pt x="1106" y="1427"/>
                    </a:cubicBezTo>
                    <a:cubicBezTo>
                      <a:pt x="1130" y="1380"/>
                      <a:pt x="1130" y="1380"/>
                      <a:pt x="1130" y="1380"/>
                    </a:cubicBezTo>
                    <a:cubicBezTo>
                      <a:pt x="1089" y="1331"/>
                      <a:pt x="1076" y="1332"/>
                      <a:pt x="1076" y="1332"/>
                    </a:cubicBezTo>
                    <a:cubicBezTo>
                      <a:pt x="1063" y="1274"/>
                      <a:pt x="1063" y="1274"/>
                      <a:pt x="1063" y="1274"/>
                    </a:cubicBezTo>
                    <a:cubicBezTo>
                      <a:pt x="1075" y="1274"/>
                      <a:pt x="1075" y="1274"/>
                      <a:pt x="1075" y="1274"/>
                    </a:cubicBezTo>
                    <a:cubicBezTo>
                      <a:pt x="1095" y="1303"/>
                      <a:pt x="1095" y="1303"/>
                      <a:pt x="1095" y="1303"/>
                    </a:cubicBezTo>
                    <a:cubicBezTo>
                      <a:pt x="1093" y="1316"/>
                      <a:pt x="1093" y="1316"/>
                      <a:pt x="1093" y="1316"/>
                    </a:cubicBezTo>
                    <a:cubicBezTo>
                      <a:pt x="1106" y="1318"/>
                      <a:pt x="1106" y="1318"/>
                      <a:pt x="1106" y="1318"/>
                    </a:cubicBezTo>
                    <a:cubicBezTo>
                      <a:pt x="1114" y="1281"/>
                      <a:pt x="1114" y="1281"/>
                      <a:pt x="1114" y="1281"/>
                    </a:cubicBezTo>
                    <a:cubicBezTo>
                      <a:pt x="1147" y="1256"/>
                      <a:pt x="1147" y="1256"/>
                      <a:pt x="1147" y="1256"/>
                    </a:cubicBezTo>
                    <a:cubicBezTo>
                      <a:pt x="1219" y="1252"/>
                      <a:pt x="1219" y="1252"/>
                      <a:pt x="1219" y="1252"/>
                    </a:cubicBezTo>
                    <a:cubicBezTo>
                      <a:pt x="1295" y="1211"/>
                      <a:pt x="1295" y="1211"/>
                      <a:pt x="1295" y="1211"/>
                    </a:cubicBezTo>
                    <a:cubicBezTo>
                      <a:pt x="1316" y="1216"/>
                      <a:pt x="1316" y="1216"/>
                      <a:pt x="1316" y="1216"/>
                    </a:cubicBezTo>
                    <a:cubicBezTo>
                      <a:pt x="1330" y="1191"/>
                      <a:pt x="1330" y="1191"/>
                      <a:pt x="1330" y="1191"/>
                    </a:cubicBezTo>
                    <a:cubicBezTo>
                      <a:pt x="1386" y="1185"/>
                      <a:pt x="1386" y="1185"/>
                      <a:pt x="1386" y="1185"/>
                    </a:cubicBezTo>
                    <a:cubicBezTo>
                      <a:pt x="1426" y="1159"/>
                      <a:pt x="1426" y="1159"/>
                      <a:pt x="1426" y="1159"/>
                    </a:cubicBezTo>
                    <a:cubicBezTo>
                      <a:pt x="1477" y="1157"/>
                      <a:pt x="1477" y="1157"/>
                      <a:pt x="1477" y="1157"/>
                    </a:cubicBezTo>
                    <a:cubicBezTo>
                      <a:pt x="1478" y="1145"/>
                      <a:pt x="1478" y="1145"/>
                      <a:pt x="1478" y="1145"/>
                    </a:cubicBezTo>
                    <a:cubicBezTo>
                      <a:pt x="1458" y="1120"/>
                      <a:pt x="1458" y="1120"/>
                      <a:pt x="1458" y="1120"/>
                    </a:cubicBezTo>
                    <a:cubicBezTo>
                      <a:pt x="1468" y="1110"/>
                      <a:pt x="1468" y="1110"/>
                      <a:pt x="1468" y="1110"/>
                    </a:cubicBezTo>
                    <a:cubicBezTo>
                      <a:pt x="1522" y="1130"/>
                      <a:pt x="1522" y="1130"/>
                      <a:pt x="1522" y="1130"/>
                    </a:cubicBezTo>
                    <a:cubicBezTo>
                      <a:pt x="1522" y="1164"/>
                      <a:pt x="1522" y="1164"/>
                      <a:pt x="1522" y="1164"/>
                    </a:cubicBezTo>
                    <a:cubicBezTo>
                      <a:pt x="1545" y="1176"/>
                      <a:pt x="1545" y="1176"/>
                      <a:pt x="1545" y="1176"/>
                    </a:cubicBezTo>
                    <a:cubicBezTo>
                      <a:pt x="1584" y="1160"/>
                      <a:pt x="1584" y="1160"/>
                      <a:pt x="1584" y="1160"/>
                    </a:cubicBezTo>
                    <a:cubicBezTo>
                      <a:pt x="1585" y="1131"/>
                      <a:pt x="1585" y="1131"/>
                      <a:pt x="1585" y="1131"/>
                    </a:cubicBezTo>
                    <a:cubicBezTo>
                      <a:pt x="1585" y="1131"/>
                      <a:pt x="1585" y="1131"/>
                      <a:pt x="1585" y="1131"/>
                    </a:cubicBezTo>
                    <a:cubicBezTo>
                      <a:pt x="1576" y="1096"/>
                      <a:pt x="1576" y="1096"/>
                      <a:pt x="1576" y="1096"/>
                    </a:cubicBezTo>
                    <a:lnTo>
                      <a:pt x="1589" y="1054"/>
                    </a:lnTo>
                    <a:close/>
                    <a:moveTo>
                      <a:pt x="631" y="683"/>
                    </a:moveTo>
                    <a:cubicBezTo>
                      <a:pt x="631" y="682"/>
                      <a:pt x="627" y="682"/>
                      <a:pt x="626" y="682"/>
                    </a:cubicBezTo>
                    <a:cubicBezTo>
                      <a:pt x="623" y="681"/>
                      <a:pt x="621" y="681"/>
                      <a:pt x="620" y="679"/>
                    </a:cubicBezTo>
                    <a:cubicBezTo>
                      <a:pt x="618" y="674"/>
                      <a:pt x="621" y="672"/>
                      <a:pt x="625" y="670"/>
                    </a:cubicBezTo>
                    <a:cubicBezTo>
                      <a:pt x="628" y="669"/>
                      <a:pt x="631" y="668"/>
                      <a:pt x="636" y="668"/>
                    </a:cubicBezTo>
                    <a:cubicBezTo>
                      <a:pt x="638" y="669"/>
                      <a:pt x="642" y="672"/>
                      <a:pt x="643" y="674"/>
                    </a:cubicBezTo>
                    <a:cubicBezTo>
                      <a:pt x="643" y="677"/>
                      <a:pt x="634" y="681"/>
                      <a:pt x="631" y="683"/>
                    </a:cubicBezTo>
                    <a:close/>
                    <a:moveTo>
                      <a:pt x="845" y="1886"/>
                    </a:moveTo>
                    <a:cubicBezTo>
                      <a:pt x="843" y="1887"/>
                      <a:pt x="844" y="1892"/>
                      <a:pt x="842" y="1892"/>
                    </a:cubicBezTo>
                    <a:cubicBezTo>
                      <a:pt x="839" y="1893"/>
                      <a:pt x="839" y="1883"/>
                      <a:pt x="839" y="1881"/>
                    </a:cubicBezTo>
                    <a:cubicBezTo>
                      <a:pt x="838" y="1879"/>
                      <a:pt x="837" y="1876"/>
                      <a:pt x="837" y="1874"/>
                    </a:cubicBezTo>
                    <a:cubicBezTo>
                      <a:pt x="837" y="1871"/>
                      <a:pt x="838" y="1869"/>
                      <a:pt x="838" y="1867"/>
                    </a:cubicBezTo>
                    <a:cubicBezTo>
                      <a:pt x="838" y="1865"/>
                      <a:pt x="841" y="1854"/>
                      <a:pt x="844" y="1860"/>
                    </a:cubicBezTo>
                    <a:cubicBezTo>
                      <a:pt x="845" y="1862"/>
                      <a:pt x="845" y="1865"/>
                      <a:pt x="845" y="1867"/>
                    </a:cubicBezTo>
                    <a:cubicBezTo>
                      <a:pt x="845" y="1869"/>
                      <a:pt x="844" y="1871"/>
                      <a:pt x="845" y="1873"/>
                    </a:cubicBezTo>
                    <a:cubicBezTo>
                      <a:pt x="846" y="1875"/>
                      <a:pt x="847" y="1878"/>
                      <a:pt x="848" y="1880"/>
                    </a:cubicBezTo>
                    <a:cubicBezTo>
                      <a:pt x="849" y="1884"/>
                      <a:pt x="847" y="1884"/>
                      <a:pt x="845" y="1886"/>
                    </a:cubicBezTo>
                    <a:close/>
                    <a:moveTo>
                      <a:pt x="882" y="1889"/>
                    </a:moveTo>
                    <a:cubicBezTo>
                      <a:pt x="878" y="1895"/>
                      <a:pt x="877" y="1900"/>
                      <a:pt x="876" y="1907"/>
                    </a:cubicBezTo>
                    <a:cubicBezTo>
                      <a:pt x="876" y="1911"/>
                      <a:pt x="876" y="1915"/>
                      <a:pt x="876" y="1919"/>
                    </a:cubicBezTo>
                    <a:cubicBezTo>
                      <a:pt x="875" y="1922"/>
                      <a:pt x="874" y="1924"/>
                      <a:pt x="872" y="1921"/>
                    </a:cubicBezTo>
                    <a:cubicBezTo>
                      <a:pt x="870" y="1917"/>
                      <a:pt x="869" y="1913"/>
                      <a:pt x="868" y="1908"/>
                    </a:cubicBezTo>
                    <a:cubicBezTo>
                      <a:pt x="867" y="1904"/>
                      <a:pt x="868" y="1900"/>
                      <a:pt x="870" y="1896"/>
                    </a:cubicBezTo>
                    <a:cubicBezTo>
                      <a:pt x="872" y="1893"/>
                      <a:pt x="874" y="1891"/>
                      <a:pt x="876" y="1888"/>
                    </a:cubicBezTo>
                    <a:cubicBezTo>
                      <a:pt x="877" y="1885"/>
                      <a:pt x="878" y="1881"/>
                      <a:pt x="880" y="1879"/>
                    </a:cubicBezTo>
                    <a:cubicBezTo>
                      <a:pt x="882" y="1877"/>
                      <a:pt x="884" y="1877"/>
                      <a:pt x="885" y="1880"/>
                    </a:cubicBezTo>
                    <a:cubicBezTo>
                      <a:pt x="886" y="1883"/>
                      <a:pt x="884" y="1887"/>
                      <a:pt x="882" y="1889"/>
                    </a:cubicBezTo>
                    <a:close/>
                    <a:moveTo>
                      <a:pt x="1069" y="1914"/>
                    </a:moveTo>
                    <a:cubicBezTo>
                      <a:pt x="1073" y="1915"/>
                      <a:pt x="1073" y="1911"/>
                      <a:pt x="1074" y="1908"/>
                    </a:cubicBezTo>
                    <a:cubicBezTo>
                      <a:pt x="1075" y="1905"/>
                      <a:pt x="1076" y="1903"/>
                      <a:pt x="1079" y="1902"/>
                    </a:cubicBezTo>
                    <a:cubicBezTo>
                      <a:pt x="1082" y="1902"/>
                      <a:pt x="1083" y="1906"/>
                      <a:pt x="1084" y="1908"/>
                    </a:cubicBezTo>
                    <a:cubicBezTo>
                      <a:pt x="1084" y="1909"/>
                      <a:pt x="1085" y="1910"/>
                      <a:pt x="1087" y="1911"/>
                    </a:cubicBezTo>
                    <a:cubicBezTo>
                      <a:pt x="1088" y="1911"/>
                      <a:pt x="1089" y="1911"/>
                      <a:pt x="1090" y="1912"/>
                    </a:cubicBezTo>
                    <a:cubicBezTo>
                      <a:pt x="1092" y="1915"/>
                      <a:pt x="1090" y="1918"/>
                      <a:pt x="1090" y="1921"/>
                    </a:cubicBezTo>
                    <a:cubicBezTo>
                      <a:pt x="1090" y="1922"/>
                      <a:pt x="1090" y="1925"/>
                      <a:pt x="1089" y="1926"/>
                    </a:cubicBezTo>
                    <a:cubicBezTo>
                      <a:pt x="1086" y="1927"/>
                      <a:pt x="1084" y="1926"/>
                      <a:pt x="1082" y="1925"/>
                    </a:cubicBezTo>
                    <a:cubicBezTo>
                      <a:pt x="1078" y="1925"/>
                      <a:pt x="1074" y="1925"/>
                      <a:pt x="1071" y="1925"/>
                    </a:cubicBezTo>
                    <a:cubicBezTo>
                      <a:pt x="1070" y="1924"/>
                      <a:pt x="1069" y="1924"/>
                      <a:pt x="1068" y="1924"/>
                    </a:cubicBezTo>
                    <a:cubicBezTo>
                      <a:pt x="1066" y="1924"/>
                      <a:pt x="1065" y="1925"/>
                      <a:pt x="1063" y="1924"/>
                    </a:cubicBezTo>
                    <a:cubicBezTo>
                      <a:pt x="1060" y="1924"/>
                      <a:pt x="1059" y="1921"/>
                      <a:pt x="1059" y="1919"/>
                    </a:cubicBezTo>
                    <a:cubicBezTo>
                      <a:pt x="1059" y="1917"/>
                      <a:pt x="1059" y="1916"/>
                      <a:pt x="1060" y="1914"/>
                    </a:cubicBezTo>
                    <a:cubicBezTo>
                      <a:pt x="1060" y="1913"/>
                      <a:pt x="1060" y="1911"/>
                      <a:pt x="1061" y="1911"/>
                    </a:cubicBezTo>
                    <a:cubicBezTo>
                      <a:pt x="1064" y="1909"/>
                      <a:pt x="1067" y="1913"/>
                      <a:pt x="1069" y="1914"/>
                    </a:cubicBezTo>
                    <a:close/>
                    <a:moveTo>
                      <a:pt x="1221" y="478"/>
                    </a:moveTo>
                    <a:cubicBezTo>
                      <a:pt x="1220" y="481"/>
                      <a:pt x="1223" y="487"/>
                      <a:pt x="1218" y="488"/>
                    </a:cubicBezTo>
                    <a:cubicBezTo>
                      <a:pt x="1218" y="489"/>
                      <a:pt x="1217" y="489"/>
                      <a:pt x="1216" y="489"/>
                    </a:cubicBezTo>
                    <a:cubicBezTo>
                      <a:pt x="1215" y="489"/>
                      <a:pt x="1215" y="491"/>
                      <a:pt x="1214" y="492"/>
                    </a:cubicBezTo>
                    <a:cubicBezTo>
                      <a:pt x="1214" y="494"/>
                      <a:pt x="1211" y="504"/>
                      <a:pt x="1208" y="500"/>
                    </a:cubicBezTo>
                    <a:cubicBezTo>
                      <a:pt x="1207" y="499"/>
                      <a:pt x="1208" y="497"/>
                      <a:pt x="1208" y="495"/>
                    </a:cubicBezTo>
                    <a:cubicBezTo>
                      <a:pt x="1208" y="494"/>
                      <a:pt x="1208" y="492"/>
                      <a:pt x="1209" y="490"/>
                    </a:cubicBezTo>
                    <a:cubicBezTo>
                      <a:pt x="1209" y="488"/>
                      <a:pt x="1209" y="483"/>
                      <a:pt x="1207" y="481"/>
                    </a:cubicBezTo>
                    <a:cubicBezTo>
                      <a:pt x="1201" y="479"/>
                      <a:pt x="1201" y="485"/>
                      <a:pt x="1199" y="488"/>
                    </a:cubicBezTo>
                    <a:cubicBezTo>
                      <a:pt x="1198" y="489"/>
                      <a:pt x="1195" y="490"/>
                      <a:pt x="1194" y="489"/>
                    </a:cubicBezTo>
                    <a:cubicBezTo>
                      <a:pt x="1192" y="488"/>
                      <a:pt x="1194" y="485"/>
                      <a:pt x="1195" y="484"/>
                    </a:cubicBezTo>
                    <a:cubicBezTo>
                      <a:pt x="1196" y="483"/>
                      <a:pt x="1199" y="482"/>
                      <a:pt x="1199" y="480"/>
                    </a:cubicBezTo>
                    <a:cubicBezTo>
                      <a:pt x="1200" y="478"/>
                      <a:pt x="1199" y="478"/>
                      <a:pt x="1198" y="476"/>
                    </a:cubicBezTo>
                    <a:cubicBezTo>
                      <a:pt x="1196" y="474"/>
                      <a:pt x="1196" y="469"/>
                      <a:pt x="1197" y="467"/>
                    </a:cubicBezTo>
                    <a:cubicBezTo>
                      <a:pt x="1199" y="463"/>
                      <a:pt x="1200" y="460"/>
                      <a:pt x="1202" y="457"/>
                    </a:cubicBezTo>
                    <a:cubicBezTo>
                      <a:pt x="1203" y="453"/>
                      <a:pt x="1208" y="451"/>
                      <a:pt x="1208" y="457"/>
                    </a:cubicBezTo>
                    <a:cubicBezTo>
                      <a:pt x="1208" y="461"/>
                      <a:pt x="1205" y="465"/>
                      <a:pt x="1209" y="468"/>
                    </a:cubicBezTo>
                    <a:cubicBezTo>
                      <a:pt x="1210" y="470"/>
                      <a:pt x="1212" y="470"/>
                      <a:pt x="1214" y="470"/>
                    </a:cubicBezTo>
                    <a:cubicBezTo>
                      <a:pt x="1215" y="471"/>
                      <a:pt x="1216" y="473"/>
                      <a:pt x="1218" y="473"/>
                    </a:cubicBezTo>
                    <a:cubicBezTo>
                      <a:pt x="1220" y="473"/>
                      <a:pt x="1222" y="470"/>
                      <a:pt x="1224" y="473"/>
                    </a:cubicBezTo>
                    <a:cubicBezTo>
                      <a:pt x="1225" y="475"/>
                      <a:pt x="1223" y="477"/>
                      <a:pt x="1221" y="47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9" name="Freeform 2571">
                <a:extLst>
                  <a:ext uri="{FF2B5EF4-FFF2-40B4-BE49-F238E27FC236}">
                    <a16:creationId xmlns:a16="http://schemas.microsoft.com/office/drawing/2014/main" id="{616E959F-A3AB-1F41-B44F-7DAC95B9B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2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0" name="Freeform 2572">
                <a:extLst>
                  <a:ext uri="{FF2B5EF4-FFF2-40B4-BE49-F238E27FC236}">
                    <a16:creationId xmlns:a16="http://schemas.microsoft.com/office/drawing/2014/main" id="{B5D1EBEB-2EE7-8946-8ADE-ABE217A3F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826"/>
                <a:ext cx="3" cy="5"/>
              </a:xfrm>
              <a:custGeom>
                <a:avLst/>
                <a:gdLst>
                  <a:gd name="T0" fmla="*/ 3 w 9"/>
                  <a:gd name="T1" fmla="*/ 3 h 13"/>
                  <a:gd name="T2" fmla="*/ 9 w 9"/>
                  <a:gd name="T3" fmla="*/ 6 h 13"/>
                  <a:gd name="T4" fmla="*/ 8 w 9"/>
                  <a:gd name="T5" fmla="*/ 10 h 13"/>
                  <a:gd name="T6" fmla="*/ 4 w 9"/>
                  <a:gd name="T7" fmla="*/ 13 h 13"/>
                  <a:gd name="T8" fmla="*/ 3 w 9"/>
                  <a:gd name="T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3"/>
                    </a:moveTo>
                    <a:cubicBezTo>
                      <a:pt x="5" y="0"/>
                      <a:pt x="7" y="4"/>
                      <a:pt x="9" y="6"/>
                    </a:cubicBezTo>
                    <a:cubicBezTo>
                      <a:pt x="9" y="6"/>
                      <a:pt x="8" y="10"/>
                      <a:pt x="8" y="10"/>
                    </a:cubicBezTo>
                    <a:cubicBezTo>
                      <a:pt x="7" y="12"/>
                      <a:pt x="6" y="13"/>
                      <a:pt x="4" y="13"/>
                    </a:cubicBezTo>
                    <a:cubicBezTo>
                      <a:pt x="0" y="12"/>
                      <a:pt x="1" y="5"/>
                      <a:pt x="3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1" name="Freeform 2573">
                <a:extLst>
                  <a:ext uri="{FF2B5EF4-FFF2-40B4-BE49-F238E27FC236}">
                    <a16:creationId xmlns:a16="http://schemas.microsoft.com/office/drawing/2014/main" id="{BB0ADC2E-5331-E943-B08D-7509739DF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815"/>
                <a:ext cx="3" cy="3"/>
              </a:xfrm>
              <a:custGeom>
                <a:avLst/>
                <a:gdLst>
                  <a:gd name="T0" fmla="*/ 6 w 7"/>
                  <a:gd name="T1" fmla="*/ 7 h 8"/>
                  <a:gd name="T2" fmla="*/ 3 w 7"/>
                  <a:gd name="T3" fmla="*/ 8 h 8"/>
                  <a:gd name="T4" fmla="*/ 3 w 7"/>
                  <a:gd name="T5" fmla="*/ 7 h 8"/>
                  <a:gd name="T6" fmla="*/ 2 w 7"/>
                  <a:gd name="T7" fmla="*/ 7 h 8"/>
                  <a:gd name="T8" fmla="*/ 0 w 7"/>
                  <a:gd name="T9" fmla="*/ 6 h 8"/>
                  <a:gd name="T10" fmla="*/ 1 w 7"/>
                  <a:gd name="T11" fmla="*/ 2 h 8"/>
                  <a:gd name="T12" fmla="*/ 6 w 7"/>
                  <a:gd name="T13" fmla="*/ 1 h 8"/>
                  <a:gd name="T14" fmla="*/ 7 w 7"/>
                  <a:gd name="T15" fmla="*/ 3 h 8"/>
                  <a:gd name="T16" fmla="*/ 6 w 7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6" y="7"/>
                    </a:moveTo>
                    <a:cubicBezTo>
                      <a:pt x="5" y="7"/>
                      <a:pt x="4" y="7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0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6" y="1"/>
                      <a:pt x="7" y="2"/>
                      <a:pt x="7" y="3"/>
                    </a:cubicBezTo>
                    <a:cubicBezTo>
                      <a:pt x="7" y="4"/>
                      <a:pt x="7" y="6"/>
                      <a:pt x="6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2" name="Freeform 2574">
                <a:extLst>
                  <a:ext uri="{FF2B5EF4-FFF2-40B4-BE49-F238E27FC236}">
                    <a16:creationId xmlns:a16="http://schemas.microsoft.com/office/drawing/2014/main" id="{6C08E383-964C-9A46-B094-4F313792F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865"/>
                <a:ext cx="6" cy="4"/>
              </a:xfrm>
              <a:custGeom>
                <a:avLst/>
                <a:gdLst>
                  <a:gd name="T0" fmla="*/ 2 w 14"/>
                  <a:gd name="T1" fmla="*/ 9 h 10"/>
                  <a:gd name="T2" fmla="*/ 5 w 14"/>
                  <a:gd name="T3" fmla="*/ 0 h 10"/>
                  <a:gd name="T4" fmla="*/ 13 w 14"/>
                  <a:gd name="T5" fmla="*/ 3 h 10"/>
                  <a:gd name="T6" fmla="*/ 12 w 14"/>
                  <a:gd name="T7" fmla="*/ 8 h 10"/>
                  <a:gd name="T8" fmla="*/ 2 w 14"/>
                  <a:gd name="T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2" y="9"/>
                    </a:moveTo>
                    <a:cubicBezTo>
                      <a:pt x="0" y="5"/>
                      <a:pt x="1" y="1"/>
                      <a:pt x="5" y="0"/>
                    </a:cubicBezTo>
                    <a:cubicBezTo>
                      <a:pt x="8" y="0"/>
                      <a:pt x="11" y="1"/>
                      <a:pt x="13" y="3"/>
                    </a:cubicBezTo>
                    <a:cubicBezTo>
                      <a:pt x="14" y="4"/>
                      <a:pt x="14" y="7"/>
                      <a:pt x="12" y="8"/>
                    </a:cubicBezTo>
                    <a:cubicBezTo>
                      <a:pt x="11" y="9"/>
                      <a:pt x="3" y="10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3" name="Freeform 2575">
                <a:extLst>
                  <a:ext uri="{FF2B5EF4-FFF2-40B4-BE49-F238E27FC236}">
                    <a16:creationId xmlns:a16="http://schemas.microsoft.com/office/drawing/2014/main" id="{CE705E28-9BDD-4F42-B6DD-B57A9C6C5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809"/>
                <a:ext cx="7" cy="3"/>
              </a:xfrm>
              <a:custGeom>
                <a:avLst/>
                <a:gdLst>
                  <a:gd name="T0" fmla="*/ 12 w 17"/>
                  <a:gd name="T1" fmla="*/ 7 h 8"/>
                  <a:gd name="T2" fmla="*/ 6 w 17"/>
                  <a:gd name="T3" fmla="*/ 7 h 8"/>
                  <a:gd name="T4" fmla="*/ 5 w 17"/>
                  <a:gd name="T5" fmla="*/ 7 h 8"/>
                  <a:gd name="T6" fmla="*/ 4 w 17"/>
                  <a:gd name="T7" fmla="*/ 7 h 8"/>
                  <a:gd name="T8" fmla="*/ 0 w 17"/>
                  <a:gd name="T9" fmla="*/ 7 h 8"/>
                  <a:gd name="T10" fmla="*/ 0 w 17"/>
                  <a:gd name="T11" fmla="*/ 3 h 8"/>
                  <a:gd name="T12" fmla="*/ 4 w 17"/>
                  <a:gd name="T13" fmla="*/ 1 h 8"/>
                  <a:gd name="T14" fmla="*/ 12 w 17"/>
                  <a:gd name="T15" fmla="*/ 0 h 8"/>
                  <a:gd name="T16" fmla="*/ 15 w 17"/>
                  <a:gd name="T17" fmla="*/ 0 h 8"/>
                  <a:gd name="T18" fmla="*/ 15 w 17"/>
                  <a:gd name="T19" fmla="*/ 6 h 8"/>
                  <a:gd name="T20" fmla="*/ 5 w 17"/>
                  <a:gd name="T21" fmla="*/ 7 h 8"/>
                  <a:gd name="T22" fmla="*/ 5 w 17"/>
                  <a:gd name="T2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8">
                    <a:moveTo>
                      <a:pt x="12" y="7"/>
                    </a:moveTo>
                    <a:cubicBezTo>
                      <a:pt x="10" y="7"/>
                      <a:pt x="8" y="7"/>
                      <a:pt x="6" y="7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2" y="8"/>
                      <a:pt x="1" y="8"/>
                      <a:pt x="0" y="7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1" y="1"/>
                      <a:pt x="2" y="1"/>
                      <a:pt x="4" y="1"/>
                    </a:cubicBezTo>
                    <a:cubicBezTo>
                      <a:pt x="6" y="0"/>
                      <a:pt x="9" y="0"/>
                      <a:pt x="12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7" y="2"/>
                      <a:pt x="17" y="5"/>
                      <a:pt x="15" y="6"/>
                    </a:cubicBezTo>
                    <a:cubicBezTo>
                      <a:pt x="12" y="7"/>
                      <a:pt x="8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4" name="Freeform 2576">
                <a:extLst>
                  <a:ext uri="{FF2B5EF4-FFF2-40B4-BE49-F238E27FC236}">
                    <a16:creationId xmlns:a16="http://schemas.microsoft.com/office/drawing/2014/main" id="{489E17FA-57F5-CD40-BD96-36A0FAEFB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831"/>
                <a:ext cx="4" cy="7"/>
              </a:xfrm>
              <a:custGeom>
                <a:avLst/>
                <a:gdLst>
                  <a:gd name="T0" fmla="*/ 6 w 9"/>
                  <a:gd name="T1" fmla="*/ 16 h 17"/>
                  <a:gd name="T2" fmla="*/ 0 w 9"/>
                  <a:gd name="T3" fmla="*/ 10 h 17"/>
                  <a:gd name="T4" fmla="*/ 0 w 9"/>
                  <a:gd name="T5" fmla="*/ 5 h 17"/>
                  <a:gd name="T6" fmla="*/ 3 w 9"/>
                  <a:gd name="T7" fmla="*/ 1 h 17"/>
                  <a:gd name="T8" fmla="*/ 6 w 9"/>
                  <a:gd name="T9" fmla="*/ 0 h 17"/>
                  <a:gd name="T10" fmla="*/ 9 w 9"/>
                  <a:gd name="T11" fmla="*/ 7 h 17"/>
                  <a:gd name="T12" fmla="*/ 6 w 9"/>
                  <a:gd name="T1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6" y="16"/>
                    </a:moveTo>
                    <a:cubicBezTo>
                      <a:pt x="4" y="17"/>
                      <a:pt x="1" y="11"/>
                      <a:pt x="0" y="10"/>
                    </a:cubicBezTo>
                    <a:cubicBezTo>
                      <a:pt x="0" y="8"/>
                      <a:pt x="0" y="7"/>
                      <a:pt x="0" y="5"/>
                    </a:cubicBezTo>
                    <a:cubicBezTo>
                      <a:pt x="1" y="3"/>
                      <a:pt x="1" y="2"/>
                      <a:pt x="3" y="1"/>
                    </a:cubicBezTo>
                    <a:cubicBezTo>
                      <a:pt x="4" y="0"/>
                      <a:pt x="4" y="0"/>
                      <a:pt x="6" y="0"/>
                    </a:cubicBezTo>
                    <a:cubicBezTo>
                      <a:pt x="9" y="0"/>
                      <a:pt x="9" y="5"/>
                      <a:pt x="9" y="7"/>
                    </a:cubicBezTo>
                    <a:cubicBezTo>
                      <a:pt x="8" y="10"/>
                      <a:pt x="9" y="14"/>
                      <a:pt x="6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5" name="Freeform 2577">
                <a:extLst>
                  <a:ext uri="{FF2B5EF4-FFF2-40B4-BE49-F238E27FC236}">
                    <a16:creationId xmlns:a16="http://schemas.microsoft.com/office/drawing/2014/main" id="{EBFC7A94-1F8E-B645-B4BA-2633D08E8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1769"/>
                <a:ext cx="21" cy="17"/>
              </a:xfrm>
              <a:custGeom>
                <a:avLst/>
                <a:gdLst>
                  <a:gd name="T0" fmla="*/ 17 w 52"/>
                  <a:gd name="T1" fmla="*/ 33 h 43"/>
                  <a:gd name="T2" fmla="*/ 10 w 52"/>
                  <a:gd name="T3" fmla="*/ 29 h 43"/>
                  <a:gd name="T4" fmla="*/ 3 w 52"/>
                  <a:gd name="T5" fmla="*/ 27 h 43"/>
                  <a:gd name="T6" fmla="*/ 1 w 52"/>
                  <a:gd name="T7" fmla="*/ 22 h 43"/>
                  <a:gd name="T8" fmla="*/ 7 w 52"/>
                  <a:gd name="T9" fmla="*/ 19 h 43"/>
                  <a:gd name="T10" fmla="*/ 12 w 52"/>
                  <a:gd name="T11" fmla="*/ 16 h 43"/>
                  <a:gd name="T12" fmla="*/ 10 w 52"/>
                  <a:gd name="T13" fmla="*/ 10 h 43"/>
                  <a:gd name="T14" fmla="*/ 19 w 52"/>
                  <a:gd name="T15" fmla="*/ 1 h 43"/>
                  <a:gd name="T16" fmla="*/ 31 w 52"/>
                  <a:gd name="T17" fmla="*/ 7 h 43"/>
                  <a:gd name="T18" fmla="*/ 38 w 52"/>
                  <a:gd name="T19" fmla="*/ 8 h 43"/>
                  <a:gd name="T20" fmla="*/ 44 w 52"/>
                  <a:gd name="T21" fmla="*/ 13 h 43"/>
                  <a:gd name="T22" fmla="*/ 51 w 52"/>
                  <a:gd name="T23" fmla="*/ 27 h 43"/>
                  <a:gd name="T24" fmla="*/ 52 w 52"/>
                  <a:gd name="T25" fmla="*/ 36 h 43"/>
                  <a:gd name="T26" fmla="*/ 36 w 52"/>
                  <a:gd name="T27" fmla="*/ 35 h 43"/>
                  <a:gd name="T28" fmla="*/ 29 w 52"/>
                  <a:gd name="T29" fmla="*/ 39 h 43"/>
                  <a:gd name="T30" fmla="*/ 22 w 52"/>
                  <a:gd name="T31" fmla="*/ 40 h 43"/>
                  <a:gd name="T32" fmla="*/ 17 w 52"/>
                  <a:gd name="T33" fmla="*/ 3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43">
                    <a:moveTo>
                      <a:pt x="17" y="33"/>
                    </a:moveTo>
                    <a:cubicBezTo>
                      <a:pt x="15" y="31"/>
                      <a:pt x="12" y="30"/>
                      <a:pt x="10" y="29"/>
                    </a:cubicBezTo>
                    <a:cubicBezTo>
                      <a:pt x="8" y="28"/>
                      <a:pt x="5" y="28"/>
                      <a:pt x="3" y="27"/>
                    </a:cubicBezTo>
                    <a:cubicBezTo>
                      <a:pt x="1" y="26"/>
                      <a:pt x="0" y="24"/>
                      <a:pt x="1" y="22"/>
                    </a:cubicBezTo>
                    <a:cubicBezTo>
                      <a:pt x="1" y="19"/>
                      <a:pt x="4" y="19"/>
                      <a:pt x="7" y="19"/>
                    </a:cubicBezTo>
                    <a:cubicBezTo>
                      <a:pt x="9" y="19"/>
                      <a:pt x="12" y="19"/>
                      <a:pt x="12" y="16"/>
                    </a:cubicBezTo>
                    <a:cubicBezTo>
                      <a:pt x="12" y="14"/>
                      <a:pt x="10" y="12"/>
                      <a:pt x="10" y="10"/>
                    </a:cubicBezTo>
                    <a:cubicBezTo>
                      <a:pt x="9" y="5"/>
                      <a:pt x="14" y="0"/>
                      <a:pt x="19" y="1"/>
                    </a:cubicBezTo>
                    <a:cubicBezTo>
                      <a:pt x="24" y="2"/>
                      <a:pt x="27" y="5"/>
                      <a:pt x="31" y="7"/>
                    </a:cubicBezTo>
                    <a:cubicBezTo>
                      <a:pt x="34" y="8"/>
                      <a:pt x="36" y="7"/>
                      <a:pt x="38" y="8"/>
                    </a:cubicBezTo>
                    <a:cubicBezTo>
                      <a:pt x="41" y="9"/>
                      <a:pt x="43" y="11"/>
                      <a:pt x="44" y="13"/>
                    </a:cubicBezTo>
                    <a:cubicBezTo>
                      <a:pt x="48" y="17"/>
                      <a:pt x="51" y="22"/>
                      <a:pt x="51" y="27"/>
                    </a:cubicBezTo>
                    <a:cubicBezTo>
                      <a:pt x="52" y="30"/>
                      <a:pt x="52" y="33"/>
                      <a:pt x="52" y="36"/>
                    </a:cubicBezTo>
                    <a:cubicBezTo>
                      <a:pt x="51" y="43"/>
                      <a:pt x="39" y="36"/>
                      <a:pt x="36" y="35"/>
                    </a:cubicBezTo>
                    <a:cubicBezTo>
                      <a:pt x="32" y="34"/>
                      <a:pt x="30" y="36"/>
                      <a:pt x="29" y="39"/>
                    </a:cubicBezTo>
                    <a:cubicBezTo>
                      <a:pt x="28" y="43"/>
                      <a:pt x="24" y="43"/>
                      <a:pt x="22" y="40"/>
                    </a:cubicBezTo>
                    <a:cubicBezTo>
                      <a:pt x="19" y="38"/>
                      <a:pt x="19" y="35"/>
                      <a:pt x="17" y="3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6" name="Freeform 2578">
                <a:extLst>
                  <a:ext uri="{FF2B5EF4-FFF2-40B4-BE49-F238E27FC236}">
                    <a16:creationId xmlns:a16="http://schemas.microsoft.com/office/drawing/2014/main" id="{03F560A6-C4D8-4E4E-A039-7F3379A70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786"/>
                <a:ext cx="4" cy="4"/>
              </a:xfrm>
              <a:custGeom>
                <a:avLst/>
                <a:gdLst>
                  <a:gd name="T0" fmla="*/ 1 w 8"/>
                  <a:gd name="T1" fmla="*/ 3 h 10"/>
                  <a:gd name="T2" fmla="*/ 2 w 8"/>
                  <a:gd name="T3" fmla="*/ 1 h 10"/>
                  <a:gd name="T4" fmla="*/ 5 w 8"/>
                  <a:gd name="T5" fmla="*/ 1 h 10"/>
                  <a:gd name="T6" fmla="*/ 8 w 8"/>
                  <a:gd name="T7" fmla="*/ 4 h 10"/>
                  <a:gd name="T8" fmla="*/ 1 w 8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1" y="3"/>
                    </a:moveTo>
                    <a:cubicBezTo>
                      <a:pt x="0" y="3"/>
                      <a:pt x="2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7" y="1"/>
                      <a:pt x="8" y="2"/>
                      <a:pt x="8" y="4"/>
                    </a:cubicBezTo>
                    <a:cubicBezTo>
                      <a:pt x="8" y="10"/>
                      <a:pt x="3" y="5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7" name="Freeform 2579">
                <a:extLst>
                  <a:ext uri="{FF2B5EF4-FFF2-40B4-BE49-F238E27FC236}">
                    <a16:creationId xmlns:a16="http://schemas.microsoft.com/office/drawing/2014/main" id="{2D2BF418-7737-5744-96EE-A8B5F7C4C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773"/>
                <a:ext cx="3" cy="3"/>
              </a:xfrm>
              <a:custGeom>
                <a:avLst/>
                <a:gdLst>
                  <a:gd name="T0" fmla="*/ 5 w 8"/>
                  <a:gd name="T1" fmla="*/ 6 h 7"/>
                  <a:gd name="T2" fmla="*/ 2 w 8"/>
                  <a:gd name="T3" fmla="*/ 6 h 7"/>
                  <a:gd name="T4" fmla="*/ 1 w 8"/>
                  <a:gd name="T5" fmla="*/ 3 h 7"/>
                  <a:gd name="T6" fmla="*/ 5 w 8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4" y="6"/>
                      <a:pt x="3" y="7"/>
                      <a:pt x="2" y="6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2" y="0"/>
                      <a:pt x="8" y="2"/>
                      <a:pt x="5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8" name="Freeform 2580">
                <a:extLst>
                  <a:ext uri="{FF2B5EF4-FFF2-40B4-BE49-F238E27FC236}">
                    <a16:creationId xmlns:a16="http://schemas.microsoft.com/office/drawing/2014/main" id="{50226A46-99AE-EA4B-899D-B17A92E29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774"/>
                <a:ext cx="4" cy="3"/>
              </a:xfrm>
              <a:custGeom>
                <a:avLst/>
                <a:gdLst>
                  <a:gd name="T0" fmla="*/ 8 w 8"/>
                  <a:gd name="T1" fmla="*/ 3 h 8"/>
                  <a:gd name="T2" fmla="*/ 1 w 8"/>
                  <a:gd name="T3" fmla="*/ 4 h 8"/>
                  <a:gd name="T4" fmla="*/ 7 w 8"/>
                  <a:gd name="T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3"/>
                    </a:moveTo>
                    <a:cubicBezTo>
                      <a:pt x="6" y="4"/>
                      <a:pt x="1" y="8"/>
                      <a:pt x="1" y="4"/>
                    </a:cubicBezTo>
                    <a:cubicBezTo>
                      <a:pt x="0" y="0"/>
                      <a:pt x="6" y="1"/>
                      <a:pt x="7" y="3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9" name="Freeform 2581">
                <a:extLst>
                  <a:ext uri="{FF2B5EF4-FFF2-40B4-BE49-F238E27FC236}">
                    <a16:creationId xmlns:a16="http://schemas.microsoft.com/office/drawing/2014/main" id="{123D4CA5-E359-A540-B4C4-F0ADC7659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777"/>
                <a:ext cx="92" cy="90"/>
              </a:xfrm>
              <a:custGeom>
                <a:avLst/>
                <a:gdLst>
                  <a:gd name="T0" fmla="*/ 28 w 227"/>
                  <a:gd name="T1" fmla="*/ 114 h 221"/>
                  <a:gd name="T2" fmla="*/ 20 w 227"/>
                  <a:gd name="T3" fmla="*/ 116 h 221"/>
                  <a:gd name="T4" fmla="*/ 12 w 227"/>
                  <a:gd name="T5" fmla="*/ 112 h 221"/>
                  <a:gd name="T6" fmla="*/ 6 w 227"/>
                  <a:gd name="T7" fmla="*/ 106 h 221"/>
                  <a:gd name="T8" fmla="*/ 13 w 227"/>
                  <a:gd name="T9" fmla="*/ 97 h 221"/>
                  <a:gd name="T10" fmla="*/ 22 w 227"/>
                  <a:gd name="T11" fmla="*/ 92 h 221"/>
                  <a:gd name="T12" fmla="*/ 25 w 227"/>
                  <a:gd name="T13" fmla="*/ 88 h 221"/>
                  <a:gd name="T14" fmla="*/ 22 w 227"/>
                  <a:gd name="T15" fmla="*/ 64 h 221"/>
                  <a:gd name="T16" fmla="*/ 1 w 227"/>
                  <a:gd name="T17" fmla="*/ 51 h 221"/>
                  <a:gd name="T18" fmla="*/ 14 w 227"/>
                  <a:gd name="T19" fmla="*/ 53 h 221"/>
                  <a:gd name="T20" fmla="*/ 29 w 227"/>
                  <a:gd name="T21" fmla="*/ 51 h 221"/>
                  <a:gd name="T22" fmla="*/ 39 w 227"/>
                  <a:gd name="T23" fmla="*/ 69 h 221"/>
                  <a:gd name="T24" fmla="*/ 44 w 227"/>
                  <a:gd name="T25" fmla="*/ 49 h 221"/>
                  <a:gd name="T26" fmla="*/ 70 w 227"/>
                  <a:gd name="T27" fmla="*/ 37 h 221"/>
                  <a:gd name="T28" fmla="*/ 75 w 227"/>
                  <a:gd name="T29" fmla="*/ 25 h 221"/>
                  <a:gd name="T30" fmla="*/ 84 w 227"/>
                  <a:gd name="T31" fmla="*/ 24 h 221"/>
                  <a:gd name="T32" fmla="*/ 93 w 227"/>
                  <a:gd name="T33" fmla="*/ 19 h 221"/>
                  <a:gd name="T34" fmla="*/ 107 w 227"/>
                  <a:gd name="T35" fmla="*/ 5 h 221"/>
                  <a:gd name="T36" fmla="*/ 116 w 227"/>
                  <a:gd name="T37" fmla="*/ 13 h 221"/>
                  <a:gd name="T38" fmla="*/ 124 w 227"/>
                  <a:gd name="T39" fmla="*/ 11 h 221"/>
                  <a:gd name="T40" fmla="*/ 142 w 227"/>
                  <a:gd name="T41" fmla="*/ 4 h 221"/>
                  <a:gd name="T42" fmla="*/ 144 w 227"/>
                  <a:gd name="T43" fmla="*/ 3 h 221"/>
                  <a:gd name="T44" fmla="*/ 161 w 227"/>
                  <a:gd name="T45" fmla="*/ 2 h 221"/>
                  <a:gd name="T46" fmla="*/ 176 w 227"/>
                  <a:gd name="T47" fmla="*/ 7 h 221"/>
                  <a:gd name="T48" fmla="*/ 185 w 227"/>
                  <a:gd name="T49" fmla="*/ 13 h 221"/>
                  <a:gd name="T50" fmla="*/ 193 w 227"/>
                  <a:gd name="T51" fmla="*/ 20 h 221"/>
                  <a:gd name="T52" fmla="*/ 204 w 227"/>
                  <a:gd name="T53" fmla="*/ 29 h 221"/>
                  <a:gd name="T54" fmla="*/ 222 w 227"/>
                  <a:gd name="T55" fmla="*/ 38 h 221"/>
                  <a:gd name="T56" fmla="*/ 227 w 227"/>
                  <a:gd name="T57" fmla="*/ 46 h 221"/>
                  <a:gd name="T58" fmla="*/ 216 w 227"/>
                  <a:gd name="T59" fmla="*/ 42 h 221"/>
                  <a:gd name="T60" fmla="*/ 216 w 227"/>
                  <a:gd name="T61" fmla="*/ 48 h 221"/>
                  <a:gd name="T62" fmla="*/ 203 w 227"/>
                  <a:gd name="T63" fmla="*/ 42 h 221"/>
                  <a:gd name="T64" fmla="*/ 198 w 227"/>
                  <a:gd name="T65" fmla="*/ 53 h 221"/>
                  <a:gd name="T66" fmla="*/ 190 w 227"/>
                  <a:gd name="T67" fmla="*/ 56 h 221"/>
                  <a:gd name="T68" fmla="*/ 193 w 227"/>
                  <a:gd name="T69" fmla="*/ 64 h 221"/>
                  <a:gd name="T70" fmla="*/ 186 w 227"/>
                  <a:gd name="T71" fmla="*/ 68 h 221"/>
                  <a:gd name="T72" fmla="*/ 178 w 227"/>
                  <a:gd name="T73" fmla="*/ 68 h 221"/>
                  <a:gd name="T74" fmla="*/ 172 w 227"/>
                  <a:gd name="T75" fmla="*/ 70 h 221"/>
                  <a:gd name="T76" fmla="*/ 170 w 227"/>
                  <a:gd name="T77" fmla="*/ 87 h 221"/>
                  <a:gd name="T78" fmla="*/ 161 w 227"/>
                  <a:gd name="T79" fmla="*/ 88 h 221"/>
                  <a:gd name="T80" fmla="*/ 154 w 227"/>
                  <a:gd name="T81" fmla="*/ 98 h 221"/>
                  <a:gd name="T82" fmla="*/ 138 w 227"/>
                  <a:gd name="T83" fmla="*/ 103 h 221"/>
                  <a:gd name="T84" fmla="*/ 142 w 227"/>
                  <a:gd name="T85" fmla="*/ 118 h 221"/>
                  <a:gd name="T86" fmla="*/ 128 w 227"/>
                  <a:gd name="T87" fmla="*/ 116 h 221"/>
                  <a:gd name="T88" fmla="*/ 112 w 227"/>
                  <a:gd name="T89" fmla="*/ 119 h 221"/>
                  <a:gd name="T90" fmla="*/ 91 w 227"/>
                  <a:gd name="T91" fmla="*/ 115 h 221"/>
                  <a:gd name="T92" fmla="*/ 79 w 227"/>
                  <a:gd name="T93" fmla="*/ 129 h 221"/>
                  <a:gd name="T94" fmla="*/ 72 w 227"/>
                  <a:gd name="T95" fmla="*/ 141 h 221"/>
                  <a:gd name="T96" fmla="*/ 74 w 227"/>
                  <a:gd name="T97" fmla="*/ 154 h 221"/>
                  <a:gd name="T98" fmla="*/ 73 w 227"/>
                  <a:gd name="T99" fmla="*/ 171 h 221"/>
                  <a:gd name="T100" fmla="*/ 62 w 227"/>
                  <a:gd name="T101" fmla="*/ 195 h 221"/>
                  <a:gd name="T102" fmla="*/ 41 w 227"/>
                  <a:gd name="T103" fmla="*/ 214 h 221"/>
                  <a:gd name="T104" fmla="*/ 34 w 227"/>
                  <a:gd name="T105" fmla="*/ 200 h 221"/>
                  <a:gd name="T106" fmla="*/ 44 w 227"/>
                  <a:gd name="T107" fmla="*/ 175 h 221"/>
                  <a:gd name="T108" fmla="*/ 54 w 227"/>
                  <a:gd name="T109" fmla="*/ 163 h 221"/>
                  <a:gd name="T110" fmla="*/ 62 w 227"/>
                  <a:gd name="T111" fmla="*/ 151 h 221"/>
                  <a:gd name="T112" fmla="*/ 58 w 227"/>
                  <a:gd name="T113" fmla="*/ 140 h 221"/>
                  <a:gd name="T114" fmla="*/ 40 w 227"/>
                  <a:gd name="T115" fmla="*/ 134 h 221"/>
                  <a:gd name="T116" fmla="*/ 33 w 227"/>
                  <a:gd name="T117" fmla="*/ 115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7" h="221">
                    <a:moveTo>
                      <a:pt x="32" y="112"/>
                    </a:moveTo>
                    <a:cubicBezTo>
                      <a:pt x="30" y="111"/>
                      <a:pt x="29" y="112"/>
                      <a:pt x="28" y="114"/>
                    </a:cubicBezTo>
                    <a:cubicBezTo>
                      <a:pt x="27" y="117"/>
                      <a:pt x="28" y="118"/>
                      <a:pt x="25" y="118"/>
                    </a:cubicBezTo>
                    <a:cubicBezTo>
                      <a:pt x="22" y="118"/>
                      <a:pt x="21" y="118"/>
                      <a:pt x="20" y="116"/>
                    </a:cubicBezTo>
                    <a:cubicBezTo>
                      <a:pt x="18" y="114"/>
                      <a:pt x="17" y="115"/>
                      <a:pt x="14" y="114"/>
                    </a:cubicBezTo>
                    <a:cubicBezTo>
                      <a:pt x="13" y="113"/>
                      <a:pt x="13" y="113"/>
                      <a:pt x="12" y="112"/>
                    </a:cubicBezTo>
                    <a:cubicBezTo>
                      <a:pt x="11" y="112"/>
                      <a:pt x="9" y="112"/>
                      <a:pt x="8" y="112"/>
                    </a:cubicBezTo>
                    <a:cubicBezTo>
                      <a:pt x="6" y="111"/>
                      <a:pt x="6" y="109"/>
                      <a:pt x="6" y="106"/>
                    </a:cubicBezTo>
                    <a:cubicBezTo>
                      <a:pt x="6" y="104"/>
                      <a:pt x="5" y="101"/>
                      <a:pt x="9" y="100"/>
                    </a:cubicBezTo>
                    <a:cubicBezTo>
                      <a:pt x="12" y="100"/>
                      <a:pt x="12" y="100"/>
                      <a:pt x="13" y="97"/>
                    </a:cubicBezTo>
                    <a:cubicBezTo>
                      <a:pt x="14" y="94"/>
                      <a:pt x="16" y="94"/>
                      <a:pt x="18" y="94"/>
                    </a:cubicBezTo>
                    <a:cubicBezTo>
                      <a:pt x="19" y="93"/>
                      <a:pt x="21" y="93"/>
                      <a:pt x="22" y="92"/>
                    </a:cubicBezTo>
                    <a:cubicBezTo>
                      <a:pt x="22" y="91"/>
                      <a:pt x="22" y="90"/>
                      <a:pt x="22" y="89"/>
                    </a:cubicBezTo>
                    <a:cubicBezTo>
                      <a:pt x="23" y="88"/>
                      <a:pt x="24" y="89"/>
                      <a:pt x="25" y="88"/>
                    </a:cubicBezTo>
                    <a:cubicBezTo>
                      <a:pt x="29" y="87"/>
                      <a:pt x="28" y="79"/>
                      <a:pt x="26" y="76"/>
                    </a:cubicBezTo>
                    <a:cubicBezTo>
                      <a:pt x="25" y="72"/>
                      <a:pt x="23" y="68"/>
                      <a:pt x="22" y="64"/>
                    </a:cubicBezTo>
                    <a:cubicBezTo>
                      <a:pt x="21" y="60"/>
                      <a:pt x="14" y="59"/>
                      <a:pt x="10" y="58"/>
                    </a:cubicBezTo>
                    <a:cubicBezTo>
                      <a:pt x="7" y="57"/>
                      <a:pt x="0" y="55"/>
                      <a:pt x="1" y="51"/>
                    </a:cubicBezTo>
                    <a:cubicBezTo>
                      <a:pt x="3" y="51"/>
                      <a:pt x="5" y="50"/>
                      <a:pt x="7" y="51"/>
                    </a:cubicBezTo>
                    <a:cubicBezTo>
                      <a:pt x="10" y="52"/>
                      <a:pt x="11" y="53"/>
                      <a:pt x="14" y="53"/>
                    </a:cubicBezTo>
                    <a:cubicBezTo>
                      <a:pt x="14" y="49"/>
                      <a:pt x="16" y="46"/>
                      <a:pt x="21" y="45"/>
                    </a:cubicBezTo>
                    <a:cubicBezTo>
                      <a:pt x="24" y="45"/>
                      <a:pt x="27" y="48"/>
                      <a:pt x="29" y="51"/>
                    </a:cubicBezTo>
                    <a:cubicBezTo>
                      <a:pt x="32" y="53"/>
                      <a:pt x="33" y="56"/>
                      <a:pt x="34" y="59"/>
                    </a:cubicBezTo>
                    <a:cubicBezTo>
                      <a:pt x="36" y="62"/>
                      <a:pt x="36" y="67"/>
                      <a:pt x="39" y="69"/>
                    </a:cubicBezTo>
                    <a:cubicBezTo>
                      <a:pt x="44" y="72"/>
                      <a:pt x="44" y="64"/>
                      <a:pt x="44" y="61"/>
                    </a:cubicBezTo>
                    <a:cubicBezTo>
                      <a:pt x="44" y="57"/>
                      <a:pt x="43" y="53"/>
                      <a:pt x="44" y="49"/>
                    </a:cubicBezTo>
                    <a:cubicBezTo>
                      <a:pt x="47" y="41"/>
                      <a:pt x="56" y="46"/>
                      <a:pt x="62" y="45"/>
                    </a:cubicBezTo>
                    <a:cubicBezTo>
                      <a:pt x="66" y="44"/>
                      <a:pt x="69" y="41"/>
                      <a:pt x="70" y="37"/>
                    </a:cubicBezTo>
                    <a:cubicBezTo>
                      <a:pt x="71" y="33"/>
                      <a:pt x="68" y="29"/>
                      <a:pt x="68" y="25"/>
                    </a:cubicBezTo>
                    <a:cubicBezTo>
                      <a:pt x="70" y="24"/>
                      <a:pt x="72" y="24"/>
                      <a:pt x="75" y="25"/>
                    </a:cubicBezTo>
                    <a:cubicBezTo>
                      <a:pt x="77" y="25"/>
                      <a:pt x="79" y="25"/>
                      <a:pt x="81" y="24"/>
                    </a:cubicBezTo>
                    <a:cubicBezTo>
                      <a:pt x="82" y="24"/>
                      <a:pt x="83" y="24"/>
                      <a:pt x="84" y="24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8" y="20"/>
                      <a:pt x="91" y="20"/>
                      <a:pt x="93" y="19"/>
                    </a:cubicBezTo>
                    <a:cubicBezTo>
                      <a:pt x="98" y="18"/>
                      <a:pt x="100" y="14"/>
                      <a:pt x="103" y="10"/>
                    </a:cubicBezTo>
                    <a:cubicBezTo>
                      <a:pt x="104" y="8"/>
                      <a:pt x="105" y="5"/>
                      <a:pt x="107" y="5"/>
                    </a:cubicBezTo>
                    <a:cubicBezTo>
                      <a:pt x="109" y="4"/>
                      <a:pt x="111" y="5"/>
                      <a:pt x="112" y="7"/>
                    </a:cubicBezTo>
                    <a:cubicBezTo>
                      <a:pt x="114" y="9"/>
                      <a:pt x="115" y="11"/>
                      <a:pt x="116" y="13"/>
                    </a:cubicBezTo>
                    <a:cubicBezTo>
                      <a:pt x="117" y="15"/>
                      <a:pt x="120" y="18"/>
                      <a:pt x="122" y="18"/>
                    </a:cubicBezTo>
                    <a:cubicBezTo>
                      <a:pt x="122" y="16"/>
                      <a:pt x="122" y="12"/>
                      <a:pt x="124" y="11"/>
                    </a:cubicBezTo>
                    <a:cubicBezTo>
                      <a:pt x="126" y="10"/>
                      <a:pt x="127" y="12"/>
                      <a:pt x="128" y="13"/>
                    </a:cubicBezTo>
                    <a:cubicBezTo>
                      <a:pt x="132" y="18"/>
                      <a:pt x="138" y="6"/>
                      <a:pt x="142" y="4"/>
                    </a:cubicBezTo>
                    <a:cubicBezTo>
                      <a:pt x="143" y="3"/>
                      <a:pt x="142" y="4"/>
                      <a:pt x="142" y="4"/>
                    </a:cubicBezTo>
                    <a:cubicBezTo>
                      <a:pt x="143" y="4"/>
                      <a:pt x="143" y="3"/>
                      <a:pt x="144" y="3"/>
                    </a:cubicBezTo>
                    <a:cubicBezTo>
                      <a:pt x="145" y="2"/>
                      <a:pt x="148" y="1"/>
                      <a:pt x="149" y="1"/>
                    </a:cubicBezTo>
                    <a:cubicBezTo>
                      <a:pt x="153" y="0"/>
                      <a:pt x="157" y="2"/>
                      <a:pt x="161" y="2"/>
                    </a:cubicBezTo>
                    <a:cubicBezTo>
                      <a:pt x="164" y="3"/>
                      <a:pt x="168" y="5"/>
                      <a:pt x="171" y="6"/>
                    </a:cubicBezTo>
                    <a:cubicBezTo>
                      <a:pt x="172" y="7"/>
                      <a:pt x="174" y="7"/>
                      <a:pt x="176" y="7"/>
                    </a:cubicBezTo>
                    <a:cubicBezTo>
                      <a:pt x="178" y="8"/>
                      <a:pt x="179" y="9"/>
                      <a:pt x="181" y="10"/>
                    </a:cubicBezTo>
                    <a:cubicBezTo>
                      <a:pt x="182" y="11"/>
                      <a:pt x="183" y="12"/>
                      <a:pt x="185" y="13"/>
                    </a:cubicBezTo>
                    <a:cubicBezTo>
                      <a:pt x="186" y="14"/>
                      <a:pt x="187" y="16"/>
                      <a:pt x="189" y="17"/>
                    </a:cubicBezTo>
                    <a:cubicBezTo>
                      <a:pt x="190" y="18"/>
                      <a:pt x="191" y="19"/>
                      <a:pt x="193" y="20"/>
                    </a:cubicBezTo>
                    <a:cubicBezTo>
                      <a:pt x="194" y="21"/>
                      <a:pt x="195" y="22"/>
                      <a:pt x="196" y="23"/>
                    </a:cubicBezTo>
                    <a:cubicBezTo>
                      <a:pt x="198" y="26"/>
                      <a:pt x="201" y="28"/>
                      <a:pt x="204" y="29"/>
                    </a:cubicBezTo>
                    <a:cubicBezTo>
                      <a:pt x="207" y="30"/>
                      <a:pt x="211" y="30"/>
                      <a:pt x="214" y="31"/>
                    </a:cubicBezTo>
                    <a:cubicBezTo>
                      <a:pt x="217" y="33"/>
                      <a:pt x="220" y="35"/>
                      <a:pt x="222" y="38"/>
                    </a:cubicBezTo>
                    <a:cubicBezTo>
                      <a:pt x="223" y="40"/>
                      <a:pt x="224" y="41"/>
                      <a:pt x="225" y="42"/>
                    </a:cubicBezTo>
                    <a:cubicBezTo>
                      <a:pt x="226" y="43"/>
                      <a:pt x="227" y="45"/>
                      <a:pt x="227" y="46"/>
                    </a:cubicBezTo>
                    <a:cubicBezTo>
                      <a:pt x="225" y="47"/>
                      <a:pt x="223" y="44"/>
                      <a:pt x="222" y="43"/>
                    </a:cubicBezTo>
                    <a:cubicBezTo>
                      <a:pt x="220" y="42"/>
                      <a:pt x="218" y="42"/>
                      <a:pt x="216" y="42"/>
                    </a:cubicBezTo>
                    <a:cubicBezTo>
                      <a:pt x="216" y="43"/>
                      <a:pt x="215" y="44"/>
                      <a:pt x="216" y="46"/>
                    </a:cubicBezTo>
                    <a:cubicBezTo>
                      <a:pt x="216" y="47"/>
                      <a:pt x="217" y="47"/>
                      <a:pt x="216" y="48"/>
                    </a:cubicBezTo>
                    <a:cubicBezTo>
                      <a:pt x="214" y="48"/>
                      <a:pt x="210" y="49"/>
                      <a:pt x="208" y="48"/>
                    </a:cubicBezTo>
                    <a:cubicBezTo>
                      <a:pt x="204" y="47"/>
                      <a:pt x="206" y="44"/>
                      <a:pt x="203" y="42"/>
                    </a:cubicBezTo>
                    <a:cubicBezTo>
                      <a:pt x="201" y="41"/>
                      <a:pt x="198" y="43"/>
                      <a:pt x="198" y="45"/>
                    </a:cubicBezTo>
                    <a:cubicBezTo>
                      <a:pt x="197" y="48"/>
                      <a:pt x="198" y="50"/>
                      <a:pt x="198" y="53"/>
                    </a:cubicBezTo>
                    <a:cubicBezTo>
                      <a:pt x="197" y="53"/>
                      <a:pt x="195" y="54"/>
                      <a:pt x="194" y="54"/>
                    </a:cubicBezTo>
                    <a:cubicBezTo>
                      <a:pt x="193" y="55"/>
                      <a:pt x="191" y="55"/>
                      <a:pt x="190" y="56"/>
                    </a:cubicBezTo>
                    <a:cubicBezTo>
                      <a:pt x="189" y="58"/>
                      <a:pt x="191" y="59"/>
                      <a:pt x="192" y="60"/>
                    </a:cubicBezTo>
                    <a:cubicBezTo>
                      <a:pt x="194" y="61"/>
                      <a:pt x="194" y="62"/>
                      <a:pt x="193" y="64"/>
                    </a:cubicBezTo>
                    <a:cubicBezTo>
                      <a:pt x="192" y="65"/>
                      <a:pt x="191" y="66"/>
                      <a:pt x="190" y="67"/>
                    </a:cubicBezTo>
                    <a:cubicBezTo>
                      <a:pt x="189" y="67"/>
                      <a:pt x="187" y="67"/>
                      <a:pt x="186" y="68"/>
                    </a:cubicBezTo>
                    <a:cubicBezTo>
                      <a:pt x="184" y="69"/>
                      <a:pt x="185" y="75"/>
                      <a:pt x="181" y="74"/>
                    </a:cubicBezTo>
                    <a:cubicBezTo>
                      <a:pt x="181" y="72"/>
                      <a:pt x="179" y="69"/>
                      <a:pt x="178" y="68"/>
                    </a:cubicBezTo>
                    <a:cubicBezTo>
                      <a:pt x="177" y="68"/>
                      <a:pt x="175" y="68"/>
                      <a:pt x="174" y="68"/>
                    </a:cubicBezTo>
                    <a:cubicBezTo>
                      <a:pt x="173" y="69"/>
                      <a:pt x="173" y="70"/>
                      <a:pt x="172" y="70"/>
                    </a:cubicBezTo>
                    <a:cubicBezTo>
                      <a:pt x="171" y="73"/>
                      <a:pt x="170" y="75"/>
                      <a:pt x="171" y="78"/>
                    </a:cubicBezTo>
                    <a:cubicBezTo>
                      <a:pt x="171" y="81"/>
                      <a:pt x="171" y="84"/>
                      <a:pt x="170" y="87"/>
                    </a:cubicBezTo>
                    <a:cubicBezTo>
                      <a:pt x="169" y="89"/>
                      <a:pt x="168" y="92"/>
                      <a:pt x="165" y="93"/>
                    </a:cubicBezTo>
                    <a:cubicBezTo>
                      <a:pt x="161" y="93"/>
                      <a:pt x="163" y="90"/>
                      <a:pt x="161" y="88"/>
                    </a:cubicBezTo>
                    <a:cubicBezTo>
                      <a:pt x="159" y="86"/>
                      <a:pt x="156" y="89"/>
                      <a:pt x="156" y="91"/>
                    </a:cubicBezTo>
                    <a:cubicBezTo>
                      <a:pt x="155" y="94"/>
                      <a:pt x="157" y="97"/>
                      <a:pt x="154" y="98"/>
                    </a:cubicBezTo>
                    <a:cubicBezTo>
                      <a:pt x="151" y="100"/>
                      <a:pt x="148" y="100"/>
                      <a:pt x="145" y="100"/>
                    </a:cubicBezTo>
                    <a:cubicBezTo>
                      <a:pt x="142" y="101"/>
                      <a:pt x="140" y="100"/>
                      <a:pt x="138" y="103"/>
                    </a:cubicBezTo>
                    <a:cubicBezTo>
                      <a:pt x="137" y="107"/>
                      <a:pt x="136" y="108"/>
                      <a:pt x="139" y="111"/>
                    </a:cubicBezTo>
                    <a:cubicBezTo>
                      <a:pt x="141" y="112"/>
                      <a:pt x="145" y="115"/>
                      <a:pt x="142" y="118"/>
                    </a:cubicBezTo>
                    <a:cubicBezTo>
                      <a:pt x="141" y="119"/>
                      <a:pt x="136" y="120"/>
                      <a:pt x="134" y="119"/>
                    </a:cubicBezTo>
                    <a:cubicBezTo>
                      <a:pt x="132" y="119"/>
                      <a:pt x="131" y="116"/>
                      <a:pt x="128" y="116"/>
                    </a:cubicBezTo>
                    <a:cubicBezTo>
                      <a:pt x="126" y="115"/>
                      <a:pt x="122" y="115"/>
                      <a:pt x="120" y="115"/>
                    </a:cubicBezTo>
                    <a:cubicBezTo>
                      <a:pt x="117" y="115"/>
                      <a:pt x="115" y="118"/>
                      <a:pt x="112" y="119"/>
                    </a:cubicBezTo>
                    <a:cubicBezTo>
                      <a:pt x="109" y="120"/>
                      <a:pt x="108" y="118"/>
                      <a:pt x="107" y="116"/>
                    </a:cubicBezTo>
                    <a:cubicBezTo>
                      <a:pt x="103" y="112"/>
                      <a:pt x="95" y="111"/>
                      <a:pt x="91" y="115"/>
                    </a:cubicBezTo>
                    <a:cubicBezTo>
                      <a:pt x="89" y="118"/>
                      <a:pt x="88" y="120"/>
                      <a:pt x="86" y="123"/>
                    </a:cubicBezTo>
                    <a:cubicBezTo>
                      <a:pt x="84" y="125"/>
                      <a:pt x="82" y="127"/>
                      <a:pt x="79" y="129"/>
                    </a:cubicBezTo>
                    <a:cubicBezTo>
                      <a:pt x="77" y="131"/>
                      <a:pt x="75" y="132"/>
                      <a:pt x="73" y="135"/>
                    </a:cubicBezTo>
                    <a:cubicBezTo>
                      <a:pt x="73" y="137"/>
                      <a:pt x="72" y="139"/>
                      <a:pt x="72" y="141"/>
                    </a:cubicBezTo>
                    <a:cubicBezTo>
                      <a:pt x="72" y="144"/>
                      <a:pt x="73" y="147"/>
                      <a:pt x="74" y="150"/>
                    </a:cubicBezTo>
                    <a:cubicBezTo>
                      <a:pt x="75" y="151"/>
                      <a:pt x="74" y="153"/>
                      <a:pt x="74" y="154"/>
                    </a:cubicBezTo>
                    <a:cubicBezTo>
                      <a:pt x="74" y="156"/>
                      <a:pt x="74" y="158"/>
                      <a:pt x="75" y="160"/>
                    </a:cubicBezTo>
                    <a:cubicBezTo>
                      <a:pt x="75" y="164"/>
                      <a:pt x="75" y="168"/>
                      <a:pt x="73" y="171"/>
                    </a:cubicBezTo>
                    <a:cubicBezTo>
                      <a:pt x="71" y="174"/>
                      <a:pt x="70" y="177"/>
                      <a:pt x="70" y="180"/>
                    </a:cubicBezTo>
                    <a:cubicBezTo>
                      <a:pt x="69" y="186"/>
                      <a:pt x="67" y="191"/>
                      <a:pt x="62" y="195"/>
                    </a:cubicBezTo>
                    <a:cubicBezTo>
                      <a:pt x="58" y="199"/>
                      <a:pt x="54" y="203"/>
                      <a:pt x="51" y="208"/>
                    </a:cubicBezTo>
                    <a:cubicBezTo>
                      <a:pt x="50" y="210"/>
                      <a:pt x="43" y="221"/>
                      <a:pt x="41" y="214"/>
                    </a:cubicBezTo>
                    <a:cubicBezTo>
                      <a:pt x="40" y="211"/>
                      <a:pt x="41" y="207"/>
                      <a:pt x="39" y="205"/>
                    </a:cubicBezTo>
                    <a:cubicBezTo>
                      <a:pt x="38" y="203"/>
                      <a:pt x="35" y="202"/>
                      <a:pt x="34" y="200"/>
                    </a:cubicBezTo>
                    <a:cubicBezTo>
                      <a:pt x="30" y="193"/>
                      <a:pt x="36" y="189"/>
                      <a:pt x="40" y="184"/>
                    </a:cubicBezTo>
                    <a:cubicBezTo>
                      <a:pt x="42" y="181"/>
                      <a:pt x="43" y="179"/>
                      <a:pt x="44" y="175"/>
                    </a:cubicBezTo>
                    <a:cubicBezTo>
                      <a:pt x="44" y="173"/>
                      <a:pt x="45" y="170"/>
                      <a:pt x="46" y="168"/>
                    </a:cubicBezTo>
                    <a:cubicBezTo>
                      <a:pt x="48" y="166"/>
                      <a:pt x="51" y="164"/>
                      <a:pt x="54" y="163"/>
                    </a:cubicBezTo>
                    <a:cubicBezTo>
                      <a:pt x="56" y="162"/>
                      <a:pt x="59" y="162"/>
                      <a:pt x="60" y="159"/>
                    </a:cubicBezTo>
                    <a:cubicBezTo>
                      <a:pt x="62" y="157"/>
                      <a:pt x="61" y="154"/>
                      <a:pt x="62" y="151"/>
                    </a:cubicBezTo>
                    <a:cubicBezTo>
                      <a:pt x="63" y="148"/>
                      <a:pt x="66" y="145"/>
                      <a:pt x="65" y="142"/>
                    </a:cubicBezTo>
                    <a:cubicBezTo>
                      <a:pt x="65" y="139"/>
                      <a:pt x="61" y="140"/>
                      <a:pt x="58" y="140"/>
                    </a:cubicBezTo>
                    <a:cubicBezTo>
                      <a:pt x="55" y="141"/>
                      <a:pt x="51" y="141"/>
                      <a:pt x="48" y="139"/>
                    </a:cubicBezTo>
                    <a:cubicBezTo>
                      <a:pt x="45" y="137"/>
                      <a:pt x="42" y="136"/>
                      <a:pt x="40" y="134"/>
                    </a:cubicBezTo>
                    <a:cubicBezTo>
                      <a:pt x="38" y="133"/>
                      <a:pt x="37" y="130"/>
                      <a:pt x="36" y="127"/>
                    </a:cubicBezTo>
                    <a:cubicBezTo>
                      <a:pt x="35" y="123"/>
                      <a:pt x="35" y="119"/>
                      <a:pt x="33" y="115"/>
                    </a:cubicBezTo>
                    <a:cubicBezTo>
                      <a:pt x="33" y="114"/>
                      <a:pt x="33" y="113"/>
                      <a:pt x="32" y="1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0" name="Freeform 2582">
                <a:extLst>
                  <a:ext uri="{FF2B5EF4-FFF2-40B4-BE49-F238E27FC236}">
                    <a16:creationId xmlns:a16="http://schemas.microsoft.com/office/drawing/2014/main" id="{E7F98F9F-B616-3142-B585-83D0A0C8C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726"/>
                <a:ext cx="63" cy="47"/>
              </a:xfrm>
              <a:custGeom>
                <a:avLst/>
                <a:gdLst>
                  <a:gd name="T0" fmla="*/ 1 w 153"/>
                  <a:gd name="T1" fmla="*/ 55 h 115"/>
                  <a:gd name="T2" fmla="*/ 0 w 153"/>
                  <a:gd name="T3" fmla="*/ 52 h 115"/>
                  <a:gd name="T4" fmla="*/ 5 w 153"/>
                  <a:gd name="T5" fmla="*/ 46 h 115"/>
                  <a:gd name="T6" fmla="*/ 14 w 153"/>
                  <a:gd name="T7" fmla="*/ 47 h 115"/>
                  <a:gd name="T8" fmla="*/ 24 w 153"/>
                  <a:gd name="T9" fmla="*/ 49 h 115"/>
                  <a:gd name="T10" fmla="*/ 33 w 153"/>
                  <a:gd name="T11" fmla="*/ 49 h 115"/>
                  <a:gd name="T12" fmla="*/ 44 w 153"/>
                  <a:gd name="T13" fmla="*/ 47 h 115"/>
                  <a:gd name="T14" fmla="*/ 51 w 153"/>
                  <a:gd name="T15" fmla="*/ 44 h 115"/>
                  <a:gd name="T16" fmla="*/ 57 w 153"/>
                  <a:gd name="T17" fmla="*/ 38 h 115"/>
                  <a:gd name="T18" fmla="*/ 61 w 153"/>
                  <a:gd name="T19" fmla="*/ 36 h 115"/>
                  <a:gd name="T20" fmla="*/ 63 w 153"/>
                  <a:gd name="T21" fmla="*/ 33 h 115"/>
                  <a:gd name="T22" fmla="*/ 66 w 153"/>
                  <a:gd name="T23" fmla="*/ 31 h 115"/>
                  <a:gd name="T24" fmla="*/ 66 w 153"/>
                  <a:gd name="T25" fmla="*/ 23 h 115"/>
                  <a:gd name="T26" fmla="*/ 71 w 153"/>
                  <a:gd name="T27" fmla="*/ 18 h 115"/>
                  <a:gd name="T28" fmla="*/ 76 w 153"/>
                  <a:gd name="T29" fmla="*/ 12 h 115"/>
                  <a:gd name="T30" fmla="*/ 79 w 153"/>
                  <a:gd name="T31" fmla="*/ 6 h 115"/>
                  <a:gd name="T32" fmla="*/ 92 w 153"/>
                  <a:gd name="T33" fmla="*/ 4 h 115"/>
                  <a:gd name="T34" fmla="*/ 96 w 153"/>
                  <a:gd name="T35" fmla="*/ 12 h 115"/>
                  <a:gd name="T36" fmla="*/ 100 w 153"/>
                  <a:gd name="T37" fmla="*/ 20 h 115"/>
                  <a:gd name="T38" fmla="*/ 109 w 153"/>
                  <a:gd name="T39" fmla="*/ 23 h 115"/>
                  <a:gd name="T40" fmla="*/ 123 w 153"/>
                  <a:gd name="T41" fmla="*/ 23 h 115"/>
                  <a:gd name="T42" fmla="*/ 132 w 153"/>
                  <a:gd name="T43" fmla="*/ 29 h 115"/>
                  <a:gd name="T44" fmla="*/ 137 w 153"/>
                  <a:gd name="T45" fmla="*/ 40 h 115"/>
                  <a:gd name="T46" fmla="*/ 142 w 153"/>
                  <a:gd name="T47" fmla="*/ 46 h 115"/>
                  <a:gd name="T48" fmla="*/ 147 w 153"/>
                  <a:gd name="T49" fmla="*/ 43 h 115"/>
                  <a:gd name="T50" fmla="*/ 150 w 153"/>
                  <a:gd name="T51" fmla="*/ 43 h 115"/>
                  <a:gd name="T52" fmla="*/ 151 w 153"/>
                  <a:gd name="T53" fmla="*/ 53 h 115"/>
                  <a:gd name="T54" fmla="*/ 153 w 153"/>
                  <a:gd name="T55" fmla="*/ 65 h 115"/>
                  <a:gd name="T56" fmla="*/ 150 w 153"/>
                  <a:gd name="T57" fmla="*/ 68 h 115"/>
                  <a:gd name="T58" fmla="*/ 142 w 153"/>
                  <a:gd name="T59" fmla="*/ 66 h 115"/>
                  <a:gd name="T60" fmla="*/ 134 w 153"/>
                  <a:gd name="T61" fmla="*/ 68 h 115"/>
                  <a:gd name="T62" fmla="*/ 126 w 153"/>
                  <a:gd name="T63" fmla="*/ 71 h 115"/>
                  <a:gd name="T64" fmla="*/ 117 w 153"/>
                  <a:gd name="T65" fmla="*/ 72 h 115"/>
                  <a:gd name="T66" fmla="*/ 109 w 153"/>
                  <a:gd name="T67" fmla="*/ 76 h 115"/>
                  <a:gd name="T68" fmla="*/ 105 w 153"/>
                  <a:gd name="T69" fmla="*/ 87 h 115"/>
                  <a:gd name="T70" fmla="*/ 100 w 153"/>
                  <a:gd name="T71" fmla="*/ 107 h 115"/>
                  <a:gd name="T72" fmla="*/ 83 w 153"/>
                  <a:gd name="T73" fmla="*/ 115 h 115"/>
                  <a:gd name="T74" fmla="*/ 72 w 153"/>
                  <a:gd name="T75" fmla="*/ 106 h 115"/>
                  <a:gd name="T76" fmla="*/ 68 w 153"/>
                  <a:gd name="T77" fmla="*/ 91 h 115"/>
                  <a:gd name="T78" fmla="*/ 61 w 153"/>
                  <a:gd name="T79" fmla="*/ 72 h 115"/>
                  <a:gd name="T80" fmla="*/ 50 w 153"/>
                  <a:gd name="T81" fmla="*/ 64 h 115"/>
                  <a:gd name="T82" fmla="*/ 32 w 153"/>
                  <a:gd name="T83" fmla="*/ 65 h 115"/>
                  <a:gd name="T84" fmla="*/ 17 w 153"/>
                  <a:gd name="T85" fmla="*/ 63 h 115"/>
                  <a:gd name="T86" fmla="*/ 12 w 153"/>
                  <a:gd name="T87" fmla="*/ 60 h 115"/>
                  <a:gd name="T88" fmla="*/ 8 w 153"/>
                  <a:gd name="T89" fmla="*/ 57 h 115"/>
                  <a:gd name="T90" fmla="*/ 4 w 153"/>
                  <a:gd name="T91" fmla="*/ 56 h 115"/>
                  <a:gd name="T92" fmla="*/ 1 w 153"/>
                  <a:gd name="T93" fmla="*/ 5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3" h="115">
                    <a:moveTo>
                      <a:pt x="1" y="55"/>
                    </a:moveTo>
                    <a:cubicBezTo>
                      <a:pt x="0" y="54"/>
                      <a:pt x="0" y="53"/>
                      <a:pt x="0" y="52"/>
                    </a:cubicBezTo>
                    <a:cubicBezTo>
                      <a:pt x="1" y="49"/>
                      <a:pt x="2" y="46"/>
                      <a:pt x="5" y="46"/>
                    </a:cubicBezTo>
                    <a:cubicBezTo>
                      <a:pt x="8" y="46"/>
                      <a:pt x="11" y="47"/>
                      <a:pt x="14" y="47"/>
                    </a:cubicBezTo>
                    <a:cubicBezTo>
                      <a:pt x="17" y="48"/>
                      <a:pt x="20" y="48"/>
                      <a:pt x="24" y="49"/>
                    </a:cubicBezTo>
                    <a:cubicBezTo>
                      <a:pt x="27" y="49"/>
                      <a:pt x="30" y="49"/>
                      <a:pt x="33" y="49"/>
                    </a:cubicBezTo>
                    <a:cubicBezTo>
                      <a:pt x="36" y="48"/>
                      <a:pt x="40" y="47"/>
                      <a:pt x="44" y="47"/>
                    </a:cubicBezTo>
                    <a:cubicBezTo>
                      <a:pt x="47" y="46"/>
                      <a:pt x="49" y="46"/>
                      <a:pt x="51" y="44"/>
                    </a:cubicBezTo>
                    <a:cubicBezTo>
                      <a:pt x="53" y="42"/>
                      <a:pt x="55" y="39"/>
                      <a:pt x="57" y="38"/>
                    </a:cubicBezTo>
                    <a:cubicBezTo>
                      <a:pt x="58" y="37"/>
                      <a:pt x="60" y="37"/>
                      <a:pt x="61" y="36"/>
                    </a:cubicBezTo>
                    <a:cubicBezTo>
                      <a:pt x="62" y="35"/>
                      <a:pt x="62" y="34"/>
                      <a:pt x="63" y="33"/>
                    </a:cubicBezTo>
                    <a:cubicBezTo>
                      <a:pt x="64" y="33"/>
                      <a:pt x="65" y="32"/>
                      <a:pt x="66" y="31"/>
                    </a:cubicBezTo>
                    <a:cubicBezTo>
                      <a:pt x="65" y="28"/>
                      <a:pt x="65" y="25"/>
                      <a:pt x="66" y="23"/>
                    </a:cubicBezTo>
                    <a:cubicBezTo>
                      <a:pt x="67" y="21"/>
                      <a:pt x="69" y="19"/>
                      <a:pt x="71" y="18"/>
                    </a:cubicBezTo>
                    <a:cubicBezTo>
                      <a:pt x="73" y="16"/>
                      <a:pt x="75" y="15"/>
                      <a:pt x="76" y="12"/>
                    </a:cubicBezTo>
                    <a:cubicBezTo>
                      <a:pt x="77" y="10"/>
                      <a:pt x="78" y="8"/>
                      <a:pt x="79" y="6"/>
                    </a:cubicBezTo>
                    <a:cubicBezTo>
                      <a:pt x="81" y="0"/>
                      <a:pt x="87" y="0"/>
                      <a:pt x="92" y="4"/>
                    </a:cubicBezTo>
                    <a:cubicBezTo>
                      <a:pt x="94" y="6"/>
                      <a:pt x="95" y="9"/>
                      <a:pt x="96" y="12"/>
                    </a:cubicBezTo>
                    <a:cubicBezTo>
                      <a:pt x="97" y="15"/>
                      <a:pt x="98" y="18"/>
                      <a:pt x="100" y="20"/>
                    </a:cubicBezTo>
                    <a:cubicBezTo>
                      <a:pt x="102" y="23"/>
                      <a:pt x="106" y="23"/>
                      <a:pt x="109" y="23"/>
                    </a:cubicBezTo>
                    <a:cubicBezTo>
                      <a:pt x="114" y="23"/>
                      <a:pt x="118" y="23"/>
                      <a:pt x="123" y="23"/>
                    </a:cubicBezTo>
                    <a:cubicBezTo>
                      <a:pt x="127" y="24"/>
                      <a:pt x="130" y="26"/>
                      <a:pt x="132" y="29"/>
                    </a:cubicBezTo>
                    <a:cubicBezTo>
                      <a:pt x="135" y="32"/>
                      <a:pt x="135" y="36"/>
                      <a:pt x="137" y="40"/>
                    </a:cubicBezTo>
                    <a:cubicBezTo>
                      <a:pt x="138" y="42"/>
                      <a:pt x="139" y="45"/>
                      <a:pt x="142" y="46"/>
                    </a:cubicBezTo>
                    <a:cubicBezTo>
                      <a:pt x="144" y="46"/>
                      <a:pt x="146" y="45"/>
                      <a:pt x="147" y="43"/>
                    </a:cubicBezTo>
                    <a:cubicBezTo>
                      <a:pt x="148" y="42"/>
                      <a:pt x="149" y="41"/>
                      <a:pt x="150" y="43"/>
                    </a:cubicBezTo>
                    <a:cubicBezTo>
                      <a:pt x="151" y="46"/>
                      <a:pt x="151" y="50"/>
                      <a:pt x="151" y="53"/>
                    </a:cubicBezTo>
                    <a:cubicBezTo>
                      <a:pt x="152" y="57"/>
                      <a:pt x="153" y="61"/>
                      <a:pt x="153" y="65"/>
                    </a:cubicBezTo>
                    <a:cubicBezTo>
                      <a:pt x="153" y="67"/>
                      <a:pt x="152" y="68"/>
                      <a:pt x="150" y="68"/>
                    </a:cubicBezTo>
                    <a:cubicBezTo>
                      <a:pt x="147" y="67"/>
                      <a:pt x="145" y="66"/>
                      <a:pt x="142" y="66"/>
                    </a:cubicBezTo>
                    <a:cubicBezTo>
                      <a:pt x="139" y="66"/>
                      <a:pt x="136" y="67"/>
                      <a:pt x="134" y="68"/>
                    </a:cubicBezTo>
                    <a:cubicBezTo>
                      <a:pt x="131" y="69"/>
                      <a:pt x="129" y="70"/>
                      <a:pt x="126" y="71"/>
                    </a:cubicBezTo>
                    <a:cubicBezTo>
                      <a:pt x="123" y="71"/>
                      <a:pt x="120" y="72"/>
                      <a:pt x="117" y="72"/>
                    </a:cubicBezTo>
                    <a:cubicBezTo>
                      <a:pt x="114" y="73"/>
                      <a:pt x="111" y="74"/>
                      <a:pt x="109" y="76"/>
                    </a:cubicBezTo>
                    <a:cubicBezTo>
                      <a:pt x="106" y="79"/>
                      <a:pt x="106" y="83"/>
                      <a:pt x="105" y="87"/>
                    </a:cubicBezTo>
                    <a:cubicBezTo>
                      <a:pt x="104" y="94"/>
                      <a:pt x="105" y="101"/>
                      <a:pt x="100" y="107"/>
                    </a:cubicBezTo>
                    <a:cubicBezTo>
                      <a:pt x="96" y="111"/>
                      <a:pt x="89" y="115"/>
                      <a:pt x="83" y="115"/>
                    </a:cubicBezTo>
                    <a:cubicBezTo>
                      <a:pt x="77" y="115"/>
                      <a:pt x="74" y="111"/>
                      <a:pt x="72" y="106"/>
                    </a:cubicBezTo>
                    <a:cubicBezTo>
                      <a:pt x="71" y="101"/>
                      <a:pt x="70" y="96"/>
                      <a:pt x="68" y="91"/>
                    </a:cubicBezTo>
                    <a:cubicBezTo>
                      <a:pt x="66" y="84"/>
                      <a:pt x="64" y="78"/>
                      <a:pt x="61" y="72"/>
                    </a:cubicBezTo>
                    <a:cubicBezTo>
                      <a:pt x="59" y="67"/>
                      <a:pt x="56" y="64"/>
                      <a:pt x="50" y="64"/>
                    </a:cubicBezTo>
                    <a:cubicBezTo>
                      <a:pt x="44" y="63"/>
                      <a:pt x="38" y="65"/>
                      <a:pt x="32" y="65"/>
                    </a:cubicBezTo>
                    <a:cubicBezTo>
                      <a:pt x="27" y="66"/>
                      <a:pt x="21" y="65"/>
                      <a:pt x="17" y="63"/>
                    </a:cubicBezTo>
                    <a:cubicBezTo>
                      <a:pt x="15" y="62"/>
                      <a:pt x="14" y="61"/>
                      <a:pt x="12" y="60"/>
                    </a:cubicBezTo>
                    <a:cubicBezTo>
                      <a:pt x="11" y="58"/>
                      <a:pt x="10" y="58"/>
                      <a:pt x="8" y="57"/>
                    </a:cubicBezTo>
                    <a:cubicBezTo>
                      <a:pt x="7" y="57"/>
                      <a:pt x="5" y="57"/>
                      <a:pt x="4" y="56"/>
                    </a:cubicBezTo>
                    <a:cubicBezTo>
                      <a:pt x="3" y="56"/>
                      <a:pt x="1" y="56"/>
                      <a:pt x="1" y="5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1" name="Freeform 2583">
                <a:extLst>
                  <a:ext uri="{FF2B5EF4-FFF2-40B4-BE49-F238E27FC236}">
                    <a16:creationId xmlns:a16="http://schemas.microsoft.com/office/drawing/2014/main" id="{09ACA38B-1691-124D-9CC9-1ECE6BEED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757"/>
                <a:ext cx="9" cy="7"/>
              </a:xfrm>
              <a:custGeom>
                <a:avLst/>
                <a:gdLst>
                  <a:gd name="T0" fmla="*/ 2 w 21"/>
                  <a:gd name="T1" fmla="*/ 11 h 16"/>
                  <a:gd name="T2" fmla="*/ 2 w 21"/>
                  <a:gd name="T3" fmla="*/ 6 h 16"/>
                  <a:gd name="T4" fmla="*/ 9 w 21"/>
                  <a:gd name="T5" fmla="*/ 1 h 16"/>
                  <a:gd name="T6" fmla="*/ 14 w 21"/>
                  <a:gd name="T7" fmla="*/ 1 h 16"/>
                  <a:gd name="T8" fmla="*/ 17 w 21"/>
                  <a:gd name="T9" fmla="*/ 1 h 16"/>
                  <a:gd name="T10" fmla="*/ 20 w 21"/>
                  <a:gd name="T11" fmla="*/ 5 h 16"/>
                  <a:gd name="T12" fmla="*/ 17 w 21"/>
                  <a:gd name="T13" fmla="*/ 9 h 16"/>
                  <a:gd name="T14" fmla="*/ 10 w 21"/>
                  <a:gd name="T15" fmla="*/ 11 h 16"/>
                  <a:gd name="T16" fmla="*/ 7 w 21"/>
                  <a:gd name="T17" fmla="*/ 14 h 16"/>
                  <a:gd name="T18" fmla="*/ 2 w 21"/>
                  <a:gd name="T19" fmla="*/ 16 h 16"/>
                  <a:gd name="T20" fmla="*/ 2 w 21"/>
                  <a:gd name="T2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6">
                    <a:moveTo>
                      <a:pt x="2" y="11"/>
                    </a:moveTo>
                    <a:cubicBezTo>
                      <a:pt x="2" y="9"/>
                      <a:pt x="2" y="8"/>
                      <a:pt x="2" y="6"/>
                    </a:cubicBezTo>
                    <a:cubicBezTo>
                      <a:pt x="2" y="3"/>
                      <a:pt x="6" y="2"/>
                      <a:pt x="9" y="1"/>
                    </a:cubicBezTo>
                    <a:cubicBezTo>
                      <a:pt x="11" y="1"/>
                      <a:pt x="12" y="2"/>
                      <a:pt x="14" y="1"/>
                    </a:cubicBezTo>
                    <a:cubicBezTo>
                      <a:pt x="15" y="1"/>
                      <a:pt x="16" y="0"/>
                      <a:pt x="17" y="1"/>
                    </a:cubicBezTo>
                    <a:cubicBezTo>
                      <a:pt x="18" y="2"/>
                      <a:pt x="19" y="3"/>
                      <a:pt x="20" y="5"/>
                    </a:cubicBezTo>
                    <a:cubicBezTo>
                      <a:pt x="21" y="7"/>
                      <a:pt x="18" y="8"/>
                      <a:pt x="17" y="9"/>
                    </a:cubicBezTo>
                    <a:cubicBezTo>
                      <a:pt x="14" y="9"/>
                      <a:pt x="12" y="9"/>
                      <a:pt x="10" y="11"/>
                    </a:cubicBezTo>
                    <a:cubicBezTo>
                      <a:pt x="9" y="12"/>
                      <a:pt x="9" y="13"/>
                      <a:pt x="7" y="14"/>
                    </a:cubicBezTo>
                    <a:cubicBezTo>
                      <a:pt x="6" y="15"/>
                      <a:pt x="4" y="16"/>
                      <a:pt x="2" y="16"/>
                    </a:cubicBezTo>
                    <a:cubicBezTo>
                      <a:pt x="0" y="15"/>
                      <a:pt x="1" y="12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2" name="Freeform 2584">
                <a:extLst>
                  <a:ext uri="{FF2B5EF4-FFF2-40B4-BE49-F238E27FC236}">
                    <a16:creationId xmlns:a16="http://schemas.microsoft.com/office/drawing/2014/main" id="{87D687E5-9711-974E-8663-BE82E8070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756"/>
                <a:ext cx="4" cy="3"/>
              </a:xfrm>
              <a:custGeom>
                <a:avLst/>
                <a:gdLst>
                  <a:gd name="T0" fmla="*/ 6 w 9"/>
                  <a:gd name="T1" fmla="*/ 0 h 7"/>
                  <a:gd name="T2" fmla="*/ 9 w 9"/>
                  <a:gd name="T3" fmla="*/ 3 h 7"/>
                  <a:gd name="T4" fmla="*/ 7 w 9"/>
                  <a:gd name="T5" fmla="*/ 7 h 7"/>
                  <a:gd name="T6" fmla="*/ 3 w 9"/>
                  <a:gd name="T7" fmla="*/ 6 h 7"/>
                  <a:gd name="T8" fmla="*/ 0 w 9"/>
                  <a:gd name="T9" fmla="*/ 4 h 7"/>
                  <a:gd name="T10" fmla="*/ 6 w 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6" y="0"/>
                    </a:moveTo>
                    <a:cubicBezTo>
                      <a:pt x="8" y="0"/>
                      <a:pt x="9" y="1"/>
                      <a:pt x="9" y="3"/>
                    </a:cubicBezTo>
                    <a:cubicBezTo>
                      <a:pt x="9" y="4"/>
                      <a:pt x="9" y="6"/>
                      <a:pt x="7" y="7"/>
                    </a:cubicBezTo>
                    <a:cubicBezTo>
                      <a:pt x="6" y="7"/>
                      <a:pt x="4" y="7"/>
                      <a:pt x="3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1"/>
                      <a:pt x="4" y="1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3" name="Freeform 2585">
                <a:extLst>
                  <a:ext uri="{FF2B5EF4-FFF2-40B4-BE49-F238E27FC236}">
                    <a16:creationId xmlns:a16="http://schemas.microsoft.com/office/drawing/2014/main" id="{72604270-7CC0-3D41-9355-36EDB2F11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727"/>
                <a:ext cx="14" cy="11"/>
              </a:xfrm>
              <a:custGeom>
                <a:avLst/>
                <a:gdLst>
                  <a:gd name="T0" fmla="*/ 14 w 35"/>
                  <a:gd name="T1" fmla="*/ 16 h 27"/>
                  <a:gd name="T2" fmla="*/ 10 w 35"/>
                  <a:gd name="T3" fmla="*/ 20 h 27"/>
                  <a:gd name="T4" fmla="*/ 6 w 35"/>
                  <a:gd name="T5" fmla="*/ 23 h 27"/>
                  <a:gd name="T6" fmla="*/ 4 w 35"/>
                  <a:gd name="T7" fmla="*/ 20 h 27"/>
                  <a:gd name="T8" fmla="*/ 3 w 35"/>
                  <a:gd name="T9" fmla="*/ 15 h 27"/>
                  <a:gd name="T10" fmla="*/ 1 w 35"/>
                  <a:gd name="T11" fmla="*/ 12 h 27"/>
                  <a:gd name="T12" fmla="*/ 1 w 35"/>
                  <a:gd name="T13" fmla="*/ 5 h 27"/>
                  <a:gd name="T14" fmla="*/ 9 w 35"/>
                  <a:gd name="T15" fmla="*/ 1 h 27"/>
                  <a:gd name="T16" fmla="*/ 12 w 35"/>
                  <a:gd name="T17" fmla="*/ 3 h 27"/>
                  <a:gd name="T18" fmla="*/ 17 w 35"/>
                  <a:gd name="T19" fmla="*/ 4 h 27"/>
                  <a:gd name="T20" fmla="*/ 25 w 35"/>
                  <a:gd name="T21" fmla="*/ 3 h 27"/>
                  <a:gd name="T22" fmla="*/ 32 w 35"/>
                  <a:gd name="T23" fmla="*/ 10 h 27"/>
                  <a:gd name="T24" fmla="*/ 34 w 35"/>
                  <a:gd name="T25" fmla="*/ 14 h 27"/>
                  <a:gd name="T26" fmla="*/ 31 w 35"/>
                  <a:gd name="T27" fmla="*/ 18 h 27"/>
                  <a:gd name="T28" fmla="*/ 28 w 35"/>
                  <a:gd name="T29" fmla="*/ 23 h 27"/>
                  <a:gd name="T30" fmla="*/ 19 w 35"/>
                  <a:gd name="T31" fmla="*/ 23 h 27"/>
                  <a:gd name="T32" fmla="*/ 18 w 35"/>
                  <a:gd name="T33" fmla="*/ 21 h 27"/>
                  <a:gd name="T34" fmla="*/ 14 w 35"/>
                  <a:gd name="T3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27">
                    <a:moveTo>
                      <a:pt x="14" y="16"/>
                    </a:moveTo>
                    <a:cubicBezTo>
                      <a:pt x="12" y="16"/>
                      <a:pt x="11" y="19"/>
                      <a:pt x="10" y="20"/>
                    </a:cubicBezTo>
                    <a:cubicBezTo>
                      <a:pt x="9" y="21"/>
                      <a:pt x="8" y="22"/>
                      <a:pt x="6" y="23"/>
                    </a:cubicBezTo>
                    <a:cubicBezTo>
                      <a:pt x="5" y="23"/>
                      <a:pt x="4" y="21"/>
                      <a:pt x="4" y="20"/>
                    </a:cubicBezTo>
                    <a:cubicBezTo>
                      <a:pt x="3" y="18"/>
                      <a:pt x="4" y="17"/>
                      <a:pt x="3" y="15"/>
                    </a:cubicBezTo>
                    <a:cubicBezTo>
                      <a:pt x="3" y="14"/>
                      <a:pt x="2" y="13"/>
                      <a:pt x="1" y="12"/>
                    </a:cubicBezTo>
                    <a:cubicBezTo>
                      <a:pt x="1" y="10"/>
                      <a:pt x="0" y="7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0" y="1"/>
                      <a:pt x="11" y="2"/>
                      <a:pt x="12" y="3"/>
                    </a:cubicBezTo>
                    <a:cubicBezTo>
                      <a:pt x="14" y="4"/>
                      <a:pt x="15" y="4"/>
                      <a:pt x="17" y="4"/>
                    </a:cubicBezTo>
                    <a:cubicBezTo>
                      <a:pt x="20" y="3"/>
                      <a:pt x="22" y="1"/>
                      <a:pt x="25" y="3"/>
                    </a:cubicBezTo>
                    <a:cubicBezTo>
                      <a:pt x="28" y="4"/>
                      <a:pt x="30" y="8"/>
                      <a:pt x="32" y="10"/>
                    </a:cubicBezTo>
                    <a:cubicBezTo>
                      <a:pt x="34" y="11"/>
                      <a:pt x="35" y="12"/>
                      <a:pt x="34" y="14"/>
                    </a:cubicBezTo>
                    <a:cubicBezTo>
                      <a:pt x="34" y="16"/>
                      <a:pt x="33" y="17"/>
                      <a:pt x="31" y="18"/>
                    </a:cubicBezTo>
                    <a:cubicBezTo>
                      <a:pt x="30" y="20"/>
                      <a:pt x="29" y="21"/>
                      <a:pt x="28" y="23"/>
                    </a:cubicBezTo>
                    <a:cubicBezTo>
                      <a:pt x="26" y="27"/>
                      <a:pt x="22" y="25"/>
                      <a:pt x="19" y="23"/>
                    </a:cubicBezTo>
                    <a:cubicBezTo>
                      <a:pt x="20" y="23"/>
                      <a:pt x="19" y="21"/>
                      <a:pt x="18" y="21"/>
                    </a:cubicBezTo>
                    <a:cubicBezTo>
                      <a:pt x="17" y="19"/>
                      <a:pt x="16" y="16"/>
                      <a:pt x="1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4" name="Freeform 2586">
                <a:extLst>
                  <a:ext uri="{FF2B5EF4-FFF2-40B4-BE49-F238E27FC236}">
                    <a16:creationId xmlns:a16="http://schemas.microsoft.com/office/drawing/2014/main" id="{4E29F0B0-B2E5-B74F-B069-7A0CEC105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750"/>
                <a:ext cx="3" cy="2"/>
              </a:xfrm>
              <a:custGeom>
                <a:avLst/>
                <a:gdLst>
                  <a:gd name="T0" fmla="*/ 7 w 9"/>
                  <a:gd name="T1" fmla="*/ 1 h 6"/>
                  <a:gd name="T2" fmla="*/ 9 w 9"/>
                  <a:gd name="T3" fmla="*/ 2 h 6"/>
                  <a:gd name="T4" fmla="*/ 7 w 9"/>
                  <a:gd name="T5" fmla="*/ 5 h 6"/>
                  <a:gd name="T6" fmla="*/ 4 w 9"/>
                  <a:gd name="T7" fmla="*/ 5 h 6"/>
                  <a:gd name="T8" fmla="*/ 1 w 9"/>
                  <a:gd name="T9" fmla="*/ 4 h 6"/>
                  <a:gd name="T10" fmla="*/ 3 w 9"/>
                  <a:gd name="T11" fmla="*/ 1 h 6"/>
                  <a:gd name="T12" fmla="*/ 7 w 9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7" y="1"/>
                    </a:moveTo>
                    <a:cubicBezTo>
                      <a:pt x="7" y="1"/>
                      <a:pt x="8" y="2"/>
                      <a:pt x="9" y="2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3" y="5"/>
                      <a:pt x="1" y="6"/>
                      <a:pt x="1" y="4"/>
                    </a:cubicBezTo>
                    <a:cubicBezTo>
                      <a:pt x="0" y="3"/>
                      <a:pt x="2" y="2"/>
                      <a:pt x="3" y="1"/>
                    </a:cubicBezTo>
                    <a:cubicBezTo>
                      <a:pt x="4" y="0"/>
                      <a:pt x="6" y="0"/>
                      <a:pt x="7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5" name="Freeform 2587">
                <a:extLst>
                  <a:ext uri="{FF2B5EF4-FFF2-40B4-BE49-F238E27FC236}">
                    <a16:creationId xmlns:a16="http://schemas.microsoft.com/office/drawing/2014/main" id="{1C10C934-22DC-D040-A88C-44B4A5D72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697"/>
                <a:ext cx="4" cy="3"/>
              </a:xfrm>
              <a:custGeom>
                <a:avLst/>
                <a:gdLst>
                  <a:gd name="T0" fmla="*/ 7 w 11"/>
                  <a:gd name="T1" fmla="*/ 0 h 8"/>
                  <a:gd name="T2" fmla="*/ 11 w 11"/>
                  <a:gd name="T3" fmla="*/ 5 h 8"/>
                  <a:gd name="T4" fmla="*/ 10 w 11"/>
                  <a:gd name="T5" fmla="*/ 8 h 8"/>
                  <a:gd name="T6" fmla="*/ 5 w 11"/>
                  <a:gd name="T7" fmla="*/ 7 h 8"/>
                  <a:gd name="T8" fmla="*/ 2 w 11"/>
                  <a:gd name="T9" fmla="*/ 6 h 8"/>
                  <a:gd name="T10" fmla="*/ 7 w 11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7" y="0"/>
                    </a:moveTo>
                    <a:cubicBezTo>
                      <a:pt x="9" y="0"/>
                      <a:pt x="10" y="3"/>
                      <a:pt x="11" y="5"/>
                    </a:cubicBezTo>
                    <a:cubicBezTo>
                      <a:pt x="11" y="6"/>
                      <a:pt x="11" y="8"/>
                      <a:pt x="10" y="8"/>
                    </a:cubicBezTo>
                    <a:cubicBezTo>
                      <a:pt x="8" y="8"/>
                      <a:pt x="6" y="8"/>
                      <a:pt x="5" y="7"/>
                    </a:cubicBezTo>
                    <a:cubicBezTo>
                      <a:pt x="4" y="7"/>
                      <a:pt x="2" y="7"/>
                      <a:pt x="2" y="6"/>
                    </a:cubicBezTo>
                    <a:cubicBezTo>
                      <a:pt x="0" y="3"/>
                      <a:pt x="5" y="1"/>
                      <a:pt x="7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6" name="Freeform 2588">
                <a:extLst>
                  <a:ext uri="{FF2B5EF4-FFF2-40B4-BE49-F238E27FC236}">
                    <a16:creationId xmlns:a16="http://schemas.microsoft.com/office/drawing/2014/main" id="{FEDEADC9-D804-1B4C-9B5E-83EA74421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688"/>
                <a:ext cx="4" cy="4"/>
              </a:xfrm>
              <a:custGeom>
                <a:avLst/>
                <a:gdLst>
                  <a:gd name="T0" fmla="*/ 0 w 10"/>
                  <a:gd name="T1" fmla="*/ 2 h 9"/>
                  <a:gd name="T2" fmla="*/ 4 w 10"/>
                  <a:gd name="T3" fmla="*/ 1 h 9"/>
                  <a:gd name="T4" fmla="*/ 9 w 10"/>
                  <a:gd name="T5" fmla="*/ 4 h 9"/>
                  <a:gd name="T6" fmla="*/ 7 w 10"/>
                  <a:gd name="T7" fmla="*/ 9 h 9"/>
                  <a:gd name="T8" fmla="*/ 2 w 10"/>
                  <a:gd name="T9" fmla="*/ 7 h 9"/>
                  <a:gd name="T10" fmla="*/ 0 w 10"/>
                  <a:gd name="T11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0" y="2"/>
                    </a:moveTo>
                    <a:cubicBezTo>
                      <a:pt x="0" y="0"/>
                      <a:pt x="2" y="0"/>
                      <a:pt x="4" y="1"/>
                    </a:cubicBezTo>
                    <a:cubicBezTo>
                      <a:pt x="6" y="2"/>
                      <a:pt x="7" y="2"/>
                      <a:pt x="9" y="4"/>
                    </a:cubicBezTo>
                    <a:cubicBezTo>
                      <a:pt x="10" y="5"/>
                      <a:pt x="9" y="8"/>
                      <a:pt x="7" y="9"/>
                    </a:cubicBezTo>
                    <a:cubicBezTo>
                      <a:pt x="6" y="9"/>
                      <a:pt x="4" y="8"/>
                      <a:pt x="2" y="7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7" name="Freeform 2589">
                <a:extLst>
                  <a:ext uri="{FF2B5EF4-FFF2-40B4-BE49-F238E27FC236}">
                    <a16:creationId xmlns:a16="http://schemas.microsoft.com/office/drawing/2014/main" id="{25647F59-159C-F241-9577-41BDA8B5F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686"/>
                <a:ext cx="3" cy="5"/>
              </a:xfrm>
              <a:custGeom>
                <a:avLst/>
                <a:gdLst>
                  <a:gd name="T0" fmla="*/ 2 w 9"/>
                  <a:gd name="T1" fmla="*/ 1 h 13"/>
                  <a:gd name="T2" fmla="*/ 8 w 9"/>
                  <a:gd name="T3" fmla="*/ 4 h 13"/>
                  <a:gd name="T4" fmla="*/ 9 w 9"/>
                  <a:gd name="T5" fmla="*/ 9 h 13"/>
                  <a:gd name="T6" fmla="*/ 8 w 9"/>
                  <a:gd name="T7" fmla="*/ 12 h 13"/>
                  <a:gd name="T8" fmla="*/ 5 w 9"/>
                  <a:gd name="T9" fmla="*/ 13 h 13"/>
                  <a:gd name="T10" fmla="*/ 0 w 9"/>
                  <a:gd name="T11" fmla="*/ 7 h 13"/>
                  <a:gd name="T12" fmla="*/ 1 w 9"/>
                  <a:gd name="T13" fmla="*/ 4 h 13"/>
                  <a:gd name="T14" fmla="*/ 2 w 9"/>
                  <a:gd name="T1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3">
                    <a:moveTo>
                      <a:pt x="2" y="1"/>
                    </a:moveTo>
                    <a:cubicBezTo>
                      <a:pt x="4" y="0"/>
                      <a:pt x="6" y="2"/>
                      <a:pt x="8" y="4"/>
                    </a:cubicBezTo>
                    <a:cubicBezTo>
                      <a:pt x="9" y="5"/>
                      <a:pt x="9" y="7"/>
                      <a:pt x="9" y="9"/>
                    </a:cubicBezTo>
                    <a:cubicBezTo>
                      <a:pt x="9" y="10"/>
                      <a:pt x="9" y="11"/>
                      <a:pt x="8" y="12"/>
                    </a:cubicBezTo>
                    <a:cubicBezTo>
                      <a:pt x="8" y="13"/>
                      <a:pt x="6" y="13"/>
                      <a:pt x="5" y="13"/>
                    </a:cubicBezTo>
                    <a:cubicBezTo>
                      <a:pt x="4" y="12"/>
                      <a:pt x="1" y="9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3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8" name="Freeform 2590">
                <a:extLst>
                  <a:ext uri="{FF2B5EF4-FFF2-40B4-BE49-F238E27FC236}">
                    <a16:creationId xmlns:a16="http://schemas.microsoft.com/office/drawing/2014/main" id="{52B3D253-F8F0-1B43-9905-F0639E8AA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657"/>
                <a:ext cx="5" cy="6"/>
              </a:xfrm>
              <a:custGeom>
                <a:avLst/>
                <a:gdLst>
                  <a:gd name="T0" fmla="*/ 1 w 13"/>
                  <a:gd name="T1" fmla="*/ 7 h 14"/>
                  <a:gd name="T2" fmla="*/ 1 w 13"/>
                  <a:gd name="T3" fmla="*/ 4 h 14"/>
                  <a:gd name="T4" fmla="*/ 4 w 13"/>
                  <a:gd name="T5" fmla="*/ 0 h 14"/>
                  <a:gd name="T6" fmla="*/ 11 w 13"/>
                  <a:gd name="T7" fmla="*/ 4 h 14"/>
                  <a:gd name="T8" fmla="*/ 12 w 13"/>
                  <a:gd name="T9" fmla="*/ 8 h 14"/>
                  <a:gd name="T10" fmla="*/ 12 w 13"/>
                  <a:gd name="T11" fmla="*/ 12 h 14"/>
                  <a:gd name="T12" fmla="*/ 6 w 13"/>
                  <a:gd name="T13" fmla="*/ 14 h 14"/>
                  <a:gd name="T14" fmla="*/ 3 w 13"/>
                  <a:gd name="T15" fmla="*/ 14 h 14"/>
                  <a:gd name="T16" fmla="*/ 1 w 13"/>
                  <a:gd name="T17" fmla="*/ 11 h 14"/>
                  <a:gd name="T18" fmla="*/ 1 w 13"/>
                  <a:gd name="T1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4">
                    <a:moveTo>
                      <a:pt x="1" y="7"/>
                    </a:moveTo>
                    <a:cubicBezTo>
                      <a:pt x="0" y="6"/>
                      <a:pt x="0" y="5"/>
                      <a:pt x="1" y="4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7" y="0"/>
                      <a:pt x="9" y="2"/>
                      <a:pt x="11" y="4"/>
                    </a:cubicBezTo>
                    <a:cubicBezTo>
                      <a:pt x="12" y="6"/>
                      <a:pt x="12" y="7"/>
                      <a:pt x="12" y="8"/>
                    </a:cubicBezTo>
                    <a:cubicBezTo>
                      <a:pt x="12" y="9"/>
                      <a:pt x="13" y="11"/>
                      <a:pt x="12" y="12"/>
                    </a:cubicBezTo>
                    <a:cubicBezTo>
                      <a:pt x="11" y="14"/>
                      <a:pt x="8" y="14"/>
                      <a:pt x="6" y="14"/>
                    </a:cubicBezTo>
                    <a:cubicBezTo>
                      <a:pt x="5" y="14"/>
                      <a:pt x="4" y="14"/>
                      <a:pt x="3" y="14"/>
                    </a:cubicBezTo>
                    <a:cubicBezTo>
                      <a:pt x="2" y="13"/>
                      <a:pt x="2" y="12"/>
                      <a:pt x="1" y="11"/>
                    </a:cubicBezTo>
                    <a:cubicBezTo>
                      <a:pt x="1" y="9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9" name="Freeform 2591">
                <a:extLst>
                  <a:ext uri="{FF2B5EF4-FFF2-40B4-BE49-F238E27FC236}">
                    <a16:creationId xmlns:a16="http://schemas.microsoft.com/office/drawing/2014/main" id="{E5281EB5-9795-4449-8C90-FD5F96A19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655"/>
                <a:ext cx="4" cy="4"/>
              </a:xfrm>
              <a:custGeom>
                <a:avLst/>
                <a:gdLst>
                  <a:gd name="T0" fmla="*/ 5 w 9"/>
                  <a:gd name="T1" fmla="*/ 0 h 10"/>
                  <a:gd name="T2" fmla="*/ 5 w 9"/>
                  <a:gd name="T3" fmla="*/ 9 h 10"/>
                  <a:gd name="T4" fmla="*/ 5 w 9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cubicBezTo>
                      <a:pt x="8" y="1"/>
                      <a:pt x="9" y="10"/>
                      <a:pt x="5" y="9"/>
                    </a:cubicBezTo>
                    <a:cubicBezTo>
                      <a:pt x="1" y="8"/>
                      <a:pt x="0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0" name="Freeform 2592">
                <a:extLst>
                  <a:ext uri="{FF2B5EF4-FFF2-40B4-BE49-F238E27FC236}">
                    <a16:creationId xmlns:a16="http://schemas.microsoft.com/office/drawing/2014/main" id="{6303C22E-C636-0640-B9DB-CCDD3A4E9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648"/>
                <a:ext cx="3" cy="3"/>
              </a:xfrm>
              <a:custGeom>
                <a:avLst/>
                <a:gdLst>
                  <a:gd name="T0" fmla="*/ 0 w 8"/>
                  <a:gd name="T1" fmla="*/ 5 h 8"/>
                  <a:gd name="T2" fmla="*/ 2 w 8"/>
                  <a:gd name="T3" fmla="*/ 1 h 8"/>
                  <a:gd name="T4" fmla="*/ 6 w 8"/>
                  <a:gd name="T5" fmla="*/ 1 h 8"/>
                  <a:gd name="T6" fmla="*/ 8 w 8"/>
                  <a:gd name="T7" fmla="*/ 5 h 8"/>
                  <a:gd name="T8" fmla="*/ 3 w 8"/>
                  <a:gd name="T9" fmla="*/ 8 h 8"/>
                  <a:gd name="T10" fmla="*/ 0 w 8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3" y="0"/>
                      <a:pt x="5" y="1"/>
                      <a:pt x="6" y="1"/>
                    </a:cubicBezTo>
                    <a:cubicBezTo>
                      <a:pt x="7" y="2"/>
                      <a:pt x="8" y="4"/>
                      <a:pt x="8" y="5"/>
                    </a:cubicBezTo>
                    <a:cubicBezTo>
                      <a:pt x="7" y="7"/>
                      <a:pt x="4" y="8"/>
                      <a:pt x="3" y="8"/>
                    </a:cubicBezTo>
                    <a:cubicBezTo>
                      <a:pt x="1" y="8"/>
                      <a:pt x="0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1" name="Freeform 2593">
                <a:extLst>
                  <a:ext uri="{FF2B5EF4-FFF2-40B4-BE49-F238E27FC236}">
                    <a16:creationId xmlns:a16="http://schemas.microsoft.com/office/drawing/2014/main" id="{918F714A-C93E-EF4A-BE28-16B81B8BA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651"/>
                <a:ext cx="4" cy="2"/>
              </a:xfrm>
              <a:custGeom>
                <a:avLst/>
                <a:gdLst>
                  <a:gd name="T0" fmla="*/ 0 w 8"/>
                  <a:gd name="T1" fmla="*/ 2 h 5"/>
                  <a:gd name="T2" fmla="*/ 1 w 8"/>
                  <a:gd name="T3" fmla="*/ 0 h 5"/>
                  <a:gd name="T4" fmla="*/ 6 w 8"/>
                  <a:gd name="T5" fmla="*/ 1 h 5"/>
                  <a:gd name="T6" fmla="*/ 6 w 8"/>
                  <a:gd name="T7" fmla="*/ 5 h 5"/>
                  <a:gd name="T8" fmla="*/ 1 w 8"/>
                  <a:gd name="T9" fmla="*/ 4 h 5"/>
                  <a:gd name="T10" fmla="*/ 0 w 8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5" y="0"/>
                      <a:pt x="6" y="1"/>
                    </a:cubicBezTo>
                    <a:cubicBezTo>
                      <a:pt x="7" y="2"/>
                      <a:pt x="8" y="5"/>
                      <a:pt x="6" y="5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2" name="Freeform 2594">
                <a:extLst>
                  <a:ext uri="{FF2B5EF4-FFF2-40B4-BE49-F238E27FC236}">
                    <a16:creationId xmlns:a16="http://schemas.microsoft.com/office/drawing/2014/main" id="{A7A66980-8892-3E49-B734-8FFC2CEBD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653"/>
                <a:ext cx="4" cy="3"/>
              </a:xfrm>
              <a:custGeom>
                <a:avLst/>
                <a:gdLst>
                  <a:gd name="T0" fmla="*/ 4 w 11"/>
                  <a:gd name="T1" fmla="*/ 1 h 9"/>
                  <a:gd name="T2" fmla="*/ 7 w 11"/>
                  <a:gd name="T3" fmla="*/ 1 h 9"/>
                  <a:gd name="T4" fmla="*/ 10 w 11"/>
                  <a:gd name="T5" fmla="*/ 4 h 9"/>
                  <a:gd name="T6" fmla="*/ 4 w 11"/>
                  <a:gd name="T7" fmla="*/ 8 h 9"/>
                  <a:gd name="T8" fmla="*/ 4 w 11"/>
                  <a:gd name="T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4" y="1"/>
                    </a:moveTo>
                    <a:cubicBezTo>
                      <a:pt x="5" y="0"/>
                      <a:pt x="6" y="0"/>
                      <a:pt x="7" y="1"/>
                    </a:cubicBezTo>
                    <a:cubicBezTo>
                      <a:pt x="9" y="2"/>
                      <a:pt x="10" y="3"/>
                      <a:pt x="10" y="4"/>
                    </a:cubicBezTo>
                    <a:cubicBezTo>
                      <a:pt x="11" y="8"/>
                      <a:pt x="6" y="9"/>
                      <a:pt x="4" y="8"/>
                    </a:cubicBezTo>
                    <a:cubicBezTo>
                      <a:pt x="1" y="6"/>
                      <a:pt x="0" y="1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3" name="Freeform 2595">
                <a:extLst>
                  <a:ext uri="{FF2B5EF4-FFF2-40B4-BE49-F238E27FC236}">
                    <a16:creationId xmlns:a16="http://schemas.microsoft.com/office/drawing/2014/main" id="{3CF2B940-9CD3-1945-86B7-F71C9FEB0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637"/>
                <a:ext cx="4" cy="3"/>
              </a:xfrm>
              <a:custGeom>
                <a:avLst/>
                <a:gdLst>
                  <a:gd name="T0" fmla="*/ 1 w 9"/>
                  <a:gd name="T1" fmla="*/ 6 h 8"/>
                  <a:gd name="T2" fmla="*/ 0 w 9"/>
                  <a:gd name="T3" fmla="*/ 5 h 8"/>
                  <a:gd name="T4" fmla="*/ 0 w 9"/>
                  <a:gd name="T5" fmla="*/ 3 h 8"/>
                  <a:gd name="T6" fmla="*/ 3 w 9"/>
                  <a:gd name="T7" fmla="*/ 0 h 8"/>
                  <a:gd name="T8" fmla="*/ 9 w 9"/>
                  <a:gd name="T9" fmla="*/ 5 h 8"/>
                  <a:gd name="T10" fmla="*/ 1 w 9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1" y="6"/>
                    </a:moveTo>
                    <a:cubicBezTo>
                      <a:pt x="0" y="5"/>
                      <a:pt x="0" y="6"/>
                      <a:pt x="0" y="5"/>
                    </a:cubicBezTo>
                    <a:cubicBezTo>
                      <a:pt x="0" y="5"/>
                      <a:pt x="0" y="3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6" y="0"/>
                      <a:pt x="9" y="2"/>
                      <a:pt x="9" y="5"/>
                    </a:cubicBezTo>
                    <a:cubicBezTo>
                      <a:pt x="9" y="8"/>
                      <a:pt x="2" y="8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4" name="Freeform 2596">
                <a:extLst>
                  <a:ext uri="{FF2B5EF4-FFF2-40B4-BE49-F238E27FC236}">
                    <a16:creationId xmlns:a16="http://schemas.microsoft.com/office/drawing/2014/main" id="{10BC243E-3E3B-5843-89C5-C57C19CB69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63" y="1640"/>
                <a:ext cx="286" cy="230"/>
              </a:xfrm>
              <a:custGeom>
                <a:avLst/>
                <a:gdLst>
                  <a:gd name="T0" fmla="*/ 657 w 702"/>
                  <a:gd name="T1" fmla="*/ 404 h 566"/>
                  <a:gd name="T2" fmla="*/ 637 w 702"/>
                  <a:gd name="T3" fmla="*/ 376 h 566"/>
                  <a:gd name="T4" fmla="*/ 622 w 702"/>
                  <a:gd name="T5" fmla="*/ 330 h 566"/>
                  <a:gd name="T6" fmla="*/ 593 w 702"/>
                  <a:gd name="T7" fmla="*/ 309 h 566"/>
                  <a:gd name="T8" fmla="*/ 581 w 702"/>
                  <a:gd name="T9" fmla="*/ 262 h 566"/>
                  <a:gd name="T10" fmla="*/ 544 w 702"/>
                  <a:gd name="T11" fmla="*/ 220 h 566"/>
                  <a:gd name="T12" fmla="*/ 537 w 702"/>
                  <a:gd name="T13" fmla="*/ 183 h 566"/>
                  <a:gd name="T14" fmla="*/ 655 w 702"/>
                  <a:gd name="T15" fmla="*/ 62 h 566"/>
                  <a:gd name="T16" fmla="*/ 687 w 702"/>
                  <a:gd name="T17" fmla="*/ 32 h 566"/>
                  <a:gd name="T18" fmla="*/ 648 w 702"/>
                  <a:gd name="T19" fmla="*/ 15 h 566"/>
                  <a:gd name="T20" fmla="*/ 614 w 702"/>
                  <a:gd name="T21" fmla="*/ 23 h 566"/>
                  <a:gd name="T22" fmla="*/ 541 w 702"/>
                  <a:gd name="T23" fmla="*/ 25 h 566"/>
                  <a:gd name="T24" fmla="*/ 505 w 702"/>
                  <a:gd name="T25" fmla="*/ 34 h 566"/>
                  <a:gd name="T26" fmla="*/ 472 w 702"/>
                  <a:gd name="T27" fmla="*/ 19 h 566"/>
                  <a:gd name="T28" fmla="*/ 442 w 702"/>
                  <a:gd name="T29" fmla="*/ 21 h 566"/>
                  <a:gd name="T30" fmla="*/ 419 w 702"/>
                  <a:gd name="T31" fmla="*/ 16 h 566"/>
                  <a:gd name="T32" fmla="*/ 387 w 702"/>
                  <a:gd name="T33" fmla="*/ 13 h 566"/>
                  <a:gd name="T34" fmla="*/ 360 w 702"/>
                  <a:gd name="T35" fmla="*/ 8 h 566"/>
                  <a:gd name="T36" fmla="*/ 344 w 702"/>
                  <a:gd name="T37" fmla="*/ 7 h 566"/>
                  <a:gd name="T38" fmla="*/ 327 w 702"/>
                  <a:gd name="T39" fmla="*/ 9 h 566"/>
                  <a:gd name="T40" fmla="*/ 313 w 702"/>
                  <a:gd name="T41" fmla="*/ 24 h 566"/>
                  <a:gd name="T42" fmla="*/ 296 w 702"/>
                  <a:gd name="T43" fmla="*/ 32 h 566"/>
                  <a:gd name="T44" fmla="*/ 287 w 702"/>
                  <a:gd name="T45" fmla="*/ 44 h 566"/>
                  <a:gd name="T46" fmla="*/ 278 w 702"/>
                  <a:gd name="T47" fmla="*/ 53 h 566"/>
                  <a:gd name="T48" fmla="*/ 270 w 702"/>
                  <a:gd name="T49" fmla="*/ 51 h 566"/>
                  <a:gd name="T50" fmla="*/ 264 w 702"/>
                  <a:gd name="T51" fmla="*/ 50 h 566"/>
                  <a:gd name="T52" fmla="*/ 249 w 702"/>
                  <a:gd name="T53" fmla="*/ 51 h 566"/>
                  <a:gd name="T54" fmla="*/ 223 w 702"/>
                  <a:gd name="T55" fmla="*/ 56 h 566"/>
                  <a:gd name="T56" fmla="*/ 201 w 702"/>
                  <a:gd name="T57" fmla="*/ 51 h 566"/>
                  <a:gd name="T58" fmla="*/ 190 w 702"/>
                  <a:gd name="T59" fmla="*/ 73 h 566"/>
                  <a:gd name="T60" fmla="*/ 128 w 702"/>
                  <a:gd name="T61" fmla="*/ 79 h 566"/>
                  <a:gd name="T62" fmla="*/ 105 w 702"/>
                  <a:gd name="T63" fmla="*/ 115 h 566"/>
                  <a:gd name="T64" fmla="*/ 90 w 702"/>
                  <a:gd name="T65" fmla="*/ 123 h 566"/>
                  <a:gd name="T66" fmla="*/ 57 w 702"/>
                  <a:gd name="T67" fmla="*/ 138 h 566"/>
                  <a:gd name="T68" fmla="*/ 22 w 702"/>
                  <a:gd name="T69" fmla="*/ 159 h 566"/>
                  <a:gd name="T70" fmla="*/ 13 w 702"/>
                  <a:gd name="T71" fmla="*/ 199 h 566"/>
                  <a:gd name="T72" fmla="*/ 14 w 702"/>
                  <a:gd name="T73" fmla="*/ 230 h 566"/>
                  <a:gd name="T74" fmla="*/ 32 w 702"/>
                  <a:gd name="T75" fmla="*/ 228 h 566"/>
                  <a:gd name="T76" fmla="*/ 1 w 702"/>
                  <a:gd name="T77" fmla="*/ 250 h 566"/>
                  <a:gd name="T78" fmla="*/ 11 w 702"/>
                  <a:gd name="T79" fmla="*/ 288 h 566"/>
                  <a:gd name="T80" fmla="*/ 60 w 702"/>
                  <a:gd name="T81" fmla="*/ 294 h 566"/>
                  <a:gd name="T82" fmla="*/ 21 w 702"/>
                  <a:gd name="T83" fmla="*/ 310 h 566"/>
                  <a:gd name="T84" fmla="*/ 35 w 702"/>
                  <a:gd name="T85" fmla="*/ 341 h 566"/>
                  <a:gd name="T86" fmla="*/ 53 w 702"/>
                  <a:gd name="T87" fmla="*/ 377 h 566"/>
                  <a:gd name="T88" fmla="*/ 94 w 702"/>
                  <a:gd name="T89" fmla="*/ 408 h 566"/>
                  <a:gd name="T90" fmla="*/ 134 w 702"/>
                  <a:gd name="T91" fmla="*/ 417 h 566"/>
                  <a:gd name="T92" fmla="*/ 175 w 702"/>
                  <a:gd name="T93" fmla="*/ 382 h 566"/>
                  <a:gd name="T94" fmla="*/ 179 w 702"/>
                  <a:gd name="T95" fmla="*/ 422 h 566"/>
                  <a:gd name="T96" fmla="*/ 176 w 702"/>
                  <a:gd name="T97" fmla="*/ 483 h 566"/>
                  <a:gd name="T98" fmla="*/ 308 w 702"/>
                  <a:gd name="T99" fmla="*/ 467 h 566"/>
                  <a:gd name="T100" fmla="*/ 568 w 702"/>
                  <a:gd name="T101" fmla="*/ 520 h 566"/>
                  <a:gd name="T102" fmla="*/ 436 w 702"/>
                  <a:gd name="T103" fmla="*/ 386 h 566"/>
                  <a:gd name="T104" fmla="*/ 428 w 702"/>
                  <a:gd name="T105" fmla="*/ 425 h 566"/>
                  <a:gd name="T106" fmla="*/ 400 w 702"/>
                  <a:gd name="T107" fmla="*/ 367 h 566"/>
                  <a:gd name="T108" fmla="*/ 434 w 702"/>
                  <a:gd name="T109" fmla="*/ 376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2" h="566">
                    <a:moveTo>
                      <a:pt x="677" y="424"/>
                    </a:moveTo>
                    <a:cubicBezTo>
                      <a:pt x="676" y="425"/>
                      <a:pt x="676" y="424"/>
                      <a:pt x="675" y="423"/>
                    </a:cubicBezTo>
                    <a:cubicBezTo>
                      <a:pt x="673" y="422"/>
                      <a:pt x="673" y="418"/>
                      <a:pt x="671" y="420"/>
                    </a:cubicBezTo>
                    <a:cubicBezTo>
                      <a:pt x="670" y="421"/>
                      <a:pt x="669" y="424"/>
                      <a:pt x="667" y="423"/>
                    </a:cubicBezTo>
                    <a:cubicBezTo>
                      <a:pt x="665" y="422"/>
                      <a:pt x="665" y="418"/>
                      <a:pt x="666" y="416"/>
                    </a:cubicBezTo>
                    <a:cubicBezTo>
                      <a:pt x="666" y="412"/>
                      <a:pt x="665" y="411"/>
                      <a:pt x="662" y="409"/>
                    </a:cubicBezTo>
                    <a:cubicBezTo>
                      <a:pt x="660" y="408"/>
                      <a:pt x="659" y="406"/>
                      <a:pt x="657" y="404"/>
                    </a:cubicBezTo>
                    <a:cubicBezTo>
                      <a:pt x="656" y="403"/>
                      <a:pt x="655" y="402"/>
                      <a:pt x="655" y="401"/>
                    </a:cubicBezTo>
                    <a:cubicBezTo>
                      <a:pt x="654" y="400"/>
                      <a:pt x="654" y="399"/>
                      <a:pt x="654" y="398"/>
                    </a:cubicBezTo>
                    <a:cubicBezTo>
                      <a:pt x="653" y="396"/>
                      <a:pt x="652" y="395"/>
                      <a:pt x="650" y="394"/>
                    </a:cubicBezTo>
                    <a:cubicBezTo>
                      <a:pt x="648" y="393"/>
                      <a:pt x="646" y="391"/>
                      <a:pt x="645" y="388"/>
                    </a:cubicBezTo>
                    <a:cubicBezTo>
                      <a:pt x="644" y="387"/>
                      <a:pt x="643" y="385"/>
                      <a:pt x="642" y="383"/>
                    </a:cubicBezTo>
                    <a:cubicBezTo>
                      <a:pt x="641" y="382"/>
                      <a:pt x="640" y="380"/>
                      <a:pt x="639" y="379"/>
                    </a:cubicBezTo>
                    <a:cubicBezTo>
                      <a:pt x="638" y="378"/>
                      <a:pt x="637" y="377"/>
                      <a:pt x="637" y="376"/>
                    </a:cubicBezTo>
                    <a:cubicBezTo>
                      <a:pt x="637" y="375"/>
                      <a:pt x="637" y="374"/>
                      <a:pt x="637" y="372"/>
                    </a:cubicBezTo>
                    <a:cubicBezTo>
                      <a:pt x="636" y="369"/>
                      <a:pt x="634" y="368"/>
                      <a:pt x="631" y="366"/>
                    </a:cubicBezTo>
                    <a:cubicBezTo>
                      <a:pt x="629" y="364"/>
                      <a:pt x="628" y="362"/>
                      <a:pt x="629" y="359"/>
                    </a:cubicBezTo>
                    <a:cubicBezTo>
                      <a:pt x="630" y="356"/>
                      <a:pt x="631" y="354"/>
                      <a:pt x="630" y="351"/>
                    </a:cubicBezTo>
                    <a:cubicBezTo>
                      <a:pt x="629" y="349"/>
                      <a:pt x="629" y="347"/>
                      <a:pt x="627" y="345"/>
                    </a:cubicBezTo>
                    <a:cubicBezTo>
                      <a:pt x="626" y="343"/>
                      <a:pt x="625" y="341"/>
                      <a:pt x="625" y="339"/>
                    </a:cubicBezTo>
                    <a:cubicBezTo>
                      <a:pt x="625" y="335"/>
                      <a:pt x="624" y="333"/>
                      <a:pt x="622" y="330"/>
                    </a:cubicBezTo>
                    <a:cubicBezTo>
                      <a:pt x="621" y="329"/>
                      <a:pt x="620" y="329"/>
                      <a:pt x="619" y="327"/>
                    </a:cubicBezTo>
                    <a:cubicBezTo>
                      <a:pt x="618" y="326"/>
                      <a:pt x="618" y="325"/>
                      <a:pt x="618" y="323"/>
                    </a:cubicBezTo>
                    <a:cubicBezTo>
                      <a:pt x="616" y="320"/>
                      <a:pt x="613" y="319"/>
                      <a:pt x="610" y="320"/>
                    </a:cubicBezTo>
                    <a:cubicBezTo>
                      <a:pt x="607" y="320"/>
                      <a:pt x="604" y="322"/>
                      <a:pt x="603" y="324"/>
                    </a:cubicBezTo>
                    <a:cubicBezTo>
                      <a:pt x="601" y="326"/>
                      <a:pt x="600" y="328"/>
                      <a:pt x="597" y="327"/>
                    </a:cubicBezTo>
                    <a:cubicBezTo>
                      <a:pt x="589" y="324"/>
                      <a:pt x="597" y="317"/>
                      <a:pt x="597" y="313"/>
                    </a:cubicBezTo>
                    <a:cubicBezTo>
                      <a:pt x="598" y="309"/>
                      <a:pt x="595" y="310"/>
                      <a:pt x="593" y="309"/>
                    </a:cubicBezTo>
                    <a:cubicBezTo>
                      <a:pt x="590" y="308"/>
                      <a:pt x="590" y="305"/>
                      <a:pt x="590" y="303"/>
                    </a:cubicBezTo>
                    <a:cubicBezTo>
                      <a:pt x="589" y="300"/>
                      <a:pt x="589" y="298"/>
                      <a:pt x="589" y="296"/>
                    </a:cubicBezTo>
                    <a:cubicBezTo>
                      <a:pt x="589" y="293"/>
                      <a:pt x="589" y="291"/>
                      <a:pt x="589" y="289"/>
                    </a:cubicBezTo>
                    <a:cubicBezTo>
                      <a:pt x="589" y="286"/>
                      <a:pt x="588" y="284"/>
                      <a:pt x="587" y="282"/>
                    </a:cubicBezTo>
                    <a:cubicBezTo>
                      <a:pt x="585" y="280"/>
                      <a:pt x="584" y="278"/>
                      <a:pt x="584" y="275"/>
                    </a:cubicBezTo>
                    <a:cubicBezTo>
                      <a:pt x="584" y="273"/>
                      <a:pt x="584" y="271"/>
                      <a:pt x="584" y="269"/>
                    </a:cubicBezTo>
                    <a:cubicBezTo>
                      <a:pt x="584" y="266"/>
                      <a:pt x="584" y="264"/>
                      <a:pt x="581" y="262"/>
                    </a:cubicBezTo>
                    <a:cubicBezTo>
                      <a:pt x="579" y="260"/>
                      <a:pt x="576" y="259"/>
                      <a:pt x="574" y="256"/>
                    </a:cubicBezTo>
                    <a:cubicBezTo>
                      <a:pt x="573" y="254"/>
                      <a:pt x="572" y="252"/>
                      <a:pt x="572" y="249"/>
                    </a:cubicBezTo>
                    <a:cubicBezTo>
                      <a:pt x="572" y="245"/>
                      <a:pt x="571" y="242"/>
                      <a:pt x="569" y="239"/>
                    </a:cubicBezTo>
                    <a:cubicBezTo>
                      <a:pt x="568" y="236"/>
                      <a:pt x="567" y="234"/>
                      <a:pt x="565" y="232"/>
                    </a:cubicBezTo>
                    <a:cubicBezTo>
                      <a:pt x="564" y="230"/>
                      <a:pt x="562" y="229"/>
                      <a:pt x="560" y="228"/>
                    </a:cubicBezTo>
                    <a:cubicBezTo>
                      <a:pt x="558" y="225"/>
                      <a:pt x="556" y="225"/>
                      <a:pt x="553" y="224"/>
                    </a:cubicBezTo>
                    <a:cubicBezTo>
                      <a:pt x="549" y="223"/>
                      <a:pt x="547" y="222"/>
                      <a:pt x="544" y="220"/>
                    </a:cubicBezTo>
                    <a:cubicBezTo>
                      <a:pt x="541" y="218"/>
                      <a:pt x="538" y="217"/>
                      <a:pt x="536" y="214"/>
                    </a:cubicBezTo>
                    <a:cubicBezTo>
                      <a:pt x="535" y="210"/>
                      <a:pt x="533" y="206"/>
                      <a:pt x="533" y="202"/>
                    </a:cubicBezTo>
                    <a:cubicBezTo>
                      <a:pt x="533" y="200"/>
                      <a:pt x="533" y="199"/>
                      <a:pt x="532" y="197"/>
                    </a:cubicBezTo>
                    <a:cubicBezTo>
                      <a:pt x="532" y="197"/>
                      <a:pt x="532" y="196"/>
                      <a:pt x="532" y="196"/>
                    </a:cubicBezTo>
                    <a:cubicBezTo>
                      <a:pt x="532" y="195"/>
                      <a:pt x="532" y="194"/>
                      <a:pt x="532" y="194"/>
                    </a:cubicBezTo>
                    <a:cubicBezTo>
                      <a:pt x="533" y="192"/>
                      <a:pt x="533" y="191"/>
                      <a:pt x="533" y="189"/>
                    </a:cubicBezTo>
                    <a:cubicBezTo>
                      <a:pt x="534" y="187"/>
                      <a:pt x="536" y="185"/>
                      <a:pt x="537" y="183"/>
                    </a:cubicBezTo>
                    <a:cubicBezTo>
                      <a:pt x="539" y="181"/>
                      <a:pt x="541" y="179"/>
                      <a:pt x="542" y="177"/>
                    </a:cubicBezTo>
                    <a:cubicBezTo>
                      <a:pt x="546" y="172"/>
                      <a:pt x="550" y="168"/>
                      <a:pt x="554" y="164"/>
                    </a:cubicBezTo>
                    <a:cubicBezTo>
                      <a:pt x="558" y="162"/>
                      <a:pt x="562" y="160"/>
                      <a:pt x="567" y="158"/>
                    </a:cubicBezTo>
                    <a:cubicBezTo>
                      <a:pt x="578" y="152"/>
                      <a:pt x="589" y="147"/>
                      <a:pt x="601" y="143"/>
                    </a:cubicBezTo>
                    <a:cubicBezTo>
                      <a:pt x="611" y="140"/>
                      <a:pt x="629" y="136"/>
                      <a:pt x="637" y="147"/>
                    </a:cubicBezTo>
                    <a:cubicBezTo>
                      <a:pt x="637" y="148"/>
                      <a:pt x="638" y="149"/>
                      <a:pt x="638" y="150"/>
                    </a:cubicBezTo>
                    <a:cubicBezTo>
                      <a:pt x="655" y="62"/>
                      <a:pt x="655" y="62"/>
                      <a:pt x="655" y="62"/>
                    </a:cubicBezTo>
                    <a:cubicBezTo>
                      <a:pt x="672" y="59"/>
                      <a:pt x="672" y="59"/>
                      <a:pt x="672" y="59"/>
                    </a:cubicBezTo>
                    <a:cubicBezTo>
                      <a:pt x="672" y="58"/>
                      <a:pt x="672" y="58"/>
                      <a:pt x="672" y="57"/>
                    </a:cubicBezTo>
                    <a:cubicBezTo>
                      <a:pt x="673" y="55"/>
                      <a:pt x="674" y="55"/>
                      <a:pt x="676" y="54"/>
                    </a:cubicBezTo>
                    <a:cubicBezTo>
                      <a:pt x="679" y="54"/>
                      <a:pt x="681" y="50"/>
                      <a:pt x="683" y="48"/>
                    </a:cubicBezTo>
                    <a:cubicBezTo>
                      <a:pt x="684" y="47"/>
                      <a:pt x="685" y="46"/>
                      <a:pt x="686" y="45"/>
                    </a:cubicBezTo>
                    <a:cubicBezTo>
                      <a:pt x="687" y="43"/>
                      <a:pt x="688" y="41"/>
                      <a:pt x="688" y="38"/>
                    </a:cubicBezTo>
                    <a:cubicBezTo>
                      <a:pt x="687" y="36"/>
                      <a:pt x="686" y="34"/>
                      <a:pt x="687" y="32"/>
                    </a:cubicBezTo>
                    <a:cubicBezTo>
                      <a:pt x="688" y="31"/>
                      <a:pt x="689" y="30"/>
                      <a:pt x="689" y="29"/>
                    </a:cubicBezTo>
                    <a:cubicBezTo>
                      <a:pt x="690" y="19"/>
                      <a:pt x="690" y="19"/>
                      <a:pt x="690" y="19"/>
                    </a:cubicBezTo>
                    <a:cubicBezTo>
                      <a:pt x="660" y="2"/>
                      <a:pt x="660" y="2"/>
                      <a:pt x="660" y="2"/>
                    </a:cubicBezTo>
                    <a:cubicBezTo>
                      <a:pt x="660" y="2"/>
                      <a:pt x="660" y="3"/>
                      <a:pt x="659" y="3"/>
                    </a:cubicBezTo>
                    <a:cubicBezTo>
                      <a:pt x="658" y="6"/>
                      <a:pt x="656" y="8"/>
                      <a:pt x="654" y="10"/>
                    </a:cubicBezTo>
                    <a:cubicBezTo>
                      <a:pt x="653" y="11"/>
                      <a:pt x="653" y="11"/>
                      <a:pt x="652" y="12"/>
                    </a:cubicBezTo>
                    <a:cubicBezTo>
                      <a:pt x="651" y="13"/>
                      <a:pt x="650" y="14"/>
                      <a:pt x="648" y="15"/>
                    </a:cubicBezTo>
                    <a:cubicBezTo>
                      <a:pt x="646" y="17"/>
                      <a:pt x="645" y="19"/>
                      <a:pt x="642" y="20"/>
                    </a:cubicBezTo>
                    <a:cubicBezTo>
                      <a:pt x="640" y="22"/>
                      <a:pt x="638" y="23"/>
                      <a:pt x="635" y="24"/>
                    </a:cubicBezTo>
                    <a:cubicBezTo>
                      <a:pt x="633" y="25"/>
                      <a:pt x="629" y="25"/>
                      <a:pt x="626" y="25"/>
                    </a:cubicBezTo>
                    <a:cubicBezTo>
                      <a:pt x="624" y="24"/>
                      <a:pt x="621" y="24"/>
                      <a:pt x="618" y="23"/>
                    </a:cubicBezTo>
                    <a:cubicBezTo>
                      <a:pt x="618" y="23"/>
                      <a:pt x="618" y="23"/>
                      <a:pt x="619" y="23"/>
                    </a:cubicBezTo>
                    <a:cubicBezTo>
                      <a:pt x="618" y="23"/>
                      <a:pt x="618" y="23"/>
                      <a:pt x="617" y="23"/>
                    </a:cubicBezTo>
                    <a:cubicBezTo>
                      <a:pt x="616" y="23"/>
                      <a:pt x="615" y="23"/>
                      <a:pt x="614" y="23"/>
                    </a:cubicBezTo>
                    <a:cubicBezTo>
                      <a:pt x="609" y="23"/>
                      <a:pt x="609" y="23"/>
                      <a:pt x="609" y="23"/>
                    </a:cubicBezTo>
                    <a:cubicBezTo>
                      <a:pt x="607" y="23"/>
                      <a:pt x="605" y="23"/>
                      <a:pt x="603" y="23"/>
                    </a:cubicBezTo>
                    <a:cubicBezTo>
                      <a:pt x="602" y="23"/>
                      <a:pt x="600" y="23"/>
                      <a:pt x="598" y="23"/>
                    </a:cubicBezTo>
                    <a:cubicBezTo>
                      <a:pt x="591" y="24"/>
                      <a:pt x="584" y="23"/>
                      <a:pt x="576" y="23"/>
                    </a:cubicBezTo>
                    <a:cubicBezTo>
                      <a:pt x="570" y="23"/>
                      <a:pt x="565" y="23"/>
                      <a:pt x="559" y="23"/>
                    </a:cubicBezTo>
                    <a:cubicBezTo>
                      <a:pt x="556" y="23"/>
                      <a:pt x="553" y="23"/>
                      <a:pt x="550" y="23"/>
                    </a:cubicBezTo>
                    <a:cubicBezTo>
                      <a:pt x="547" y="24"/>
                      <a:pt x="544" y="25"/>
                      <a:pt x="541" y="25"/>
                    </a:cubicBezTo>
                    <a:cubicBezTo>
                      <a:pt x="539" y="26"/>
                      <a:pt x="538" y="26"/>
                      <a:pt x="536" y="27"/>
                    </a:cubicBezTo>
                    <a:cubicBezTo>
                      <a:pt x="534" y="28"/>
                      <a:pt x="532" y="29"/>
                      <a:pt x="530" y="29"/>
                    </a:cubicBezTo>
                    <a:cubicBezTo>
                      <a:pt x="524" y="31"/>
                      <a:pt x="518" y="33"/>
                      <a:pt x="512" y="34"/>
                    </a:cubicBezTo>
                    <a:cubicBezTo>
                      <a:pt x="512" y="34"/>
                      <a:pt x="512" y="34"/>
                      <a:pt x="512" y="34"/>
                    </a:cubicBezTo>
                    <a:cubicBezTo>
                      <a:pt x="512" y="34"/>
                      <a:pt x="511" y="34"/>
                      <a:pt x="511" y="34"/>
                    </a:cubicBezTo>
                    <a:cubicBezTo>
                      <a:pt x="511" y="34"/>
                      <a:pt x="510" y="34"/>
                      <a:pt x="509" y="35"/>
                    </a:cubicBezTo>
                    <a:cubicBezTo>
                      <a:pt x="508" y="35"/>
                      <a:pt x="506" y="35"/>
                      <a:pt x="505" y="34"/>
                    </a:cubicBezTo>
                    <a:cubicBezTo>
                      <a:pt x="503" y="33"/>
                      <a:pt x="502" y="33"/>
                      <a:pt x="500" y="32"/>
                    </a:cubicBezTo>
                    <a:cubicBezTo>
                      <a:pt x="499" y="31"/>
                      <a:pt x="498" y="30"/>
                      <a:pt x="496" y="30"/>
                    </a:cubicBezTo>
                    <a:cubicBezTo>
                      <a:pt x="495" y="29"/>
                      <a:pt x="494" y="28"/>
                      <a:pt x="492" y="27"/>
                    </a:cubicBezTo>
                    <a:cubicBezTo>
                      <a:pt x="491" y="26"/>
                      <a:pt x="489" y="26"/>
                      <a:pt x="488" y="25"/>
                    </a:cubicBezTo>
                    <a:cubicBezTo>
                      <a:pt x="486" y="25"/>
                      <a:pt x="485" y="24"/>
                      <a:pt x="483" y="24"/>
                    </a:cubicBezTo>
                    <a:cubicBezTo>
                      <a:pt x="482" y="23"/>
                      <a:pt x="481" y="23"/>
                      <a:pt x="479" y="23"/>
                    </a:cubicBezTo>
                    <a:cubicBezTo>
                      <a:pt x="476" y="22"/>
                      <a:pt x="475" y="20"/>
                      <a:pt x="472" y="19"/>
                    </a:cubicBezTo>
                    <a:cubicBezTo>
                      <a:pt x="471" y="18"/>
                      <a:pt x="470" y="18"/>
                      <a:pt x="469" y="17"/>
                    </a:cubicBezTo>
                    <a:cubicBezTo>
                      <a:pt x="467" y="17"/>
                      <a:pt x="466" y="16"/>
                      <a:pt x="465" y="15"/>
                    </a:cubicBezTo>
                    <a:cubicBezTo>
                      <a:pt x="462" y="14"/>
                      <a:pt x="459" y="14"/>
                      <a:pt x="457" y="12"/>
                    </a:cubicBezTo>
                    <a:cubicBezTo>
                      <a:pt x="454" y="11"/>
                      <a:pt x="452" y="10"/>
                      <a:pt x="449" y="11"/>
                    </a:cubicBezTo>
                    <a:cubicBezTo>
                      <a:pt x="448" y="11"/>
                      <a:pt x="446" y="12"/>
                      <a:pt x="445" y="13"/>
                    </a:cubicBezTo>
                    <a:cubicBezTo>
                      <a:pt x="443" y="14"/>
                      <a:pt x="444" y="16"/>
                      <a:pt x="444" y="18"/>
                    </a:cubicBezTo>
                    <a:cubicBezTo>
                      <a:pt x="444" y="19"/>
                      <a:pt x="444" y="21"/>
                      <a:pt x="442" y="21"/>
                    </a:cubicBezTo>
                    <a:cubicBezTo>
                      <a:pt x="439" y="22"/>
                      <a:pt x="435" y="23"/>
                      <a:pt x="432" y="21"/>
                    </a:cubicBezTo>
                    <a:cubicBezTo>
                      <a:pt x="431" y="21"/>
                      <a:pt x="431" y="21"/>
                      <a:pt x="431" y="21"/>
                    </a:cubicBezTo>
                    <a:cubicBezTo>
                      <a:pt x="431" y="21"/>
                      <a:pt x="431" y="21"/>
                      <a:pt x="431" y="21"/>
                    </a:cubicBezTo>
                    <a:cubicBezTo>
                      <a:pt x="430" y="20"/>
                      <a:pt x="430" y="19"/>
                      <a:pt x="429" y="19"/>
                    </a:cubicBezTo>
                    <a:cubicBezTo>
                      <a:pt x="428" y="17"/>
                      <a:pt x="425" y="15"/>
                      <a:pt x="423" y="15"/>
                    </a:cubicBezTo>
                    <a:cubicBezTo>
                      <a:pt x="423" y="15"/>
                      <a:pt x="422" y="16"/>
                      <a:pt x="421" y="16"/>
                    </a:cubicBezTo>
                    <a:cubicBezTo>
                      <a:pt x="421" y="16"/>
                      <a:pt x="420" y="16"/>
                      <a:pt x="419" y="16"/>
                    </a:cubicBezTo>
                    <a:cubicBezTo>
                      <a:pt x="418" y="16"/>
                      <a:pt x="416" y="17"/>
                      <a:pt x="415" y="17"/>
                    </a:cubicBezTo>
                    <a:cubicBezTo>
                      <a:pt x="414" y="17"/>
                      <a:pt x="411" y="17"/>
                      <a:pt x="410" y="17"/>
                    </a:cubicBezTo>
                    <a:cubicBezTo>
                      <a:pt x="408" y="16"/>
                      <a:pt x="408" y="15"/>
                      <a:pt x="407" y="14"/>
                    </a:cubicBezTo>
                    <a:cubicBezTo>
                      <a:pt x="406" y="12"/>
                      <a:pt x="404" y="11"/>
                      <a:pt x="401" y="11"/>
                    </a:cubicBezTo>
                    <a:cubicBezTo>
                      <a:pt x="399" y="11"/>
                      <a:pt x="397" y="11"/>
                      <a:pt x="395" y="11"/>
                    </a:cubicBezTo>
                    <a:cubicBezTo>
                      <a:pt x="394" y="11"/>
                      <a:pt x="392" y="12"/>
                      <a:pt x="391" y="12"/>
                    </a:cubicBezTo>
                    <a:cubicBezTo>
                      <a:pt x="389" y="13"/>
                      <a:pt x="388" y="13"/>
                      <a:pt x="387" y="13"/>
                    </a:cubicBezTo>
                    <a:cubicBezTo>
                      <a:pt x="385" y="14"/>
                      <a:pt x="384" y="14"/>
                      <a:pt x="382" y="14"/>
                    </a:cubicBezTo>
                    <a:cubicBezTo>
                      <a:pt x="380" y="14"/>
                      <a:pt x="379" y="14"/>
                      <a:pt x="378" y="13"/>
                    </a:cubicBezTo>
                    <a:cubicBezTo>
                      <a:pt x="377" y="12"/>
                      <a:pt x="377" y="11"/>
                      <a:pt x="377" y="10"/>
                    </a:cubicBezTo>
                    <a:cubicBezTo>
                      <a:pt x="376" y="8"/>
                      <a:pt x="374" y="9"/>
                      <a:pt x="373" y="9"/>
                    </a:cubicBezTo>
                    <a:cubicBezTo>
                      <a:pt x="371" y="9"/>
                      <a:pt x="371" y="8"/>
                      <a:pt x="370" y="7"/>
                    </a:cubicBezTo>
                    <a:cubicBezTo>
                      <a:pt x="369" y="4"/>
                      <a:pt x="365" y="5"/>
                      <a:pt x="363" y="6"/>
                    </a:cubicBezTo>
                    <a:cubicBezTo>
                      <a:pt x="361" y="6"/>
                      <a:pt x="361" y="8"/>
                      <a:pt x="360" y="8"/>
                    </a:cubicBezTo>
                    <a:cubicBezTo>
                      <a:pt x="358" y="9"/>
                      <a:pt x="357" y="7"/>
                      <a:pt x="357" y="6"/>
                    </a:cubicBezTo>
                    <a:cubicBezTo>
                      <a:pt x="354" y="5"/>
                      <a:pt x="351" y="6"/>
                      <a:pt x="350" y="10"/>
                    </a:cubicBezTo>
                    <a:cubicBezTo>
                      <a:pt x="350" y="11"/>
                      <a:pt x="352" y="13"/>
                      <a:pt x="352" y="14"/>
                    </a:cubicBezTo>
                    <a:cubicBezTo>
                      <a:pt x="351" y="15"/>
                      <a:pt x="350" y="17"/>
                      <a:pt x="349" y="16"/>
                    </a:cubicBezTo>
                    <a:cubicBezTo>
                      <a:pt x="348" y="15"/>
                      <a:pt x="349" y="14"/>
                      <a:pt x="348" y="13"/>
                    </a:cubicBezTo>
                    <a:cubicBezTo>
                      <a:pt x="347" y="12"/>
                      <a:pt x="346" y="12"/>
                      <a:pt x="345" y="11"/>
                    </a:cubicBezTo>
                    <a:cubicBezTo>
                      <a:pt x="344" y="10"/>
                      <a:pt x="345" y="8"/>
                      <a:pt x="344" y="7"/>
                    </a:cubicBezTo>
                    <a:cubicBezTo>
                      <a:pt x="343" y="6"/>
                      <a:pt x="341" y="6"/>
                      <a:pt x="340" y="7"/>
                    </a:cubicBezTo>
                    <a:cubicBezTo>
                      <a:pt x="339" y="8"/>
                      <a:pt x="340" y="11"/>
                      <a:pt x="340" y="12"/>
                    </a:cubicBezTo>
                    <a:cubicBezTo>
                      <a:pt x="341" y="14"/>
                      <a:pt x="341" y="15"/>
                      <a:pt x="341" y="17"/>
                    </a:cubicBezTo>
                    <a:cubicBezTo>
                      <a:pt x="340" y="21"/>
                      <a:pt x="337" y="22"/>
                      <a:pt x="334" y="22"/>
                    </a:cubicBezTo>
                    <a:cubicBezTo>
                      <a:pt x="333" y="22"/>
                      <a:pt x="331" y="23"/>
                      <a:pt x="330" y="22"/>
                    </a:cubicBezTo>
                    <a:cubicBezTo>
                      <a:pt x="330" y="21"/>
                      <a:pt x="330" y="18"/>
                      <a:pt x="330" y="17"/>
                    </a:cubicBezTo>
                    <a:cubicBezTo>
                      <a:pt x="330" y="14"/>
                      <a:pt x="330" y="11"/>
                      <a:pt x="327" y="9"/>
                    </a:cubicBezTo>
                    <a:cubicBezTo>
                      <a:pt x="326" y="9"/>
                      <a:pt x="325" y="8"/>
                      <a:pt x="324" y="6"/>
                    </a:cubicBezTo>
                    <a:cubicBezTo>
                      <a:pt x="324" y="5"/>
                      <a:pt x="324" y="4"/>
                      <a:pt x="322" y="3"/>
                    </a:cubicBezTo>
                    <a:cubicBezTo>
                      <a:pt x="321" y="3"/>
                      <a:pt x="320" y="3"/>
                      <a:pt x="319" y="2"/>
                    </a:cubicBezTo>
                    <a:cubicBezTo>
                      <a:pt x="317" y="1"/>
                      <a:pt x="316" y="0"/>
                      <a:pt x="315" y="2"/>
                    </a:cubicBezTo>
                    <a:cubicBezTo>
                      <a:pt x="312" y="4"/>
                      <a:pt x="312" y="7"/>
                      <a:pt x="313" y="11"/>
                    </a:cubicBezTo>
                    <a:cubicBezTo>
                      <a:pt x="313" y="14"/>
                      <a:pt x="313" y="16"/>
                      <a:pt x="313" y="19"/>
                    </a:cubicBezTo>
                    <a:cubicBezTo>
                      <a:pt x="314" y="21"/>
                      <a:pt x="314" y="23"/>
                      <a:pt x="313" y="24"/>
                    </a:cubicBezTo>
                    <a:cubicBezTo>
                      <a:pt x="312" y="28"/>
                      <a:pt x="307" y="27"/>
                      <a:pt x="305" y="25"/>
                    </a:cubicBezTo>
                    <a:cubicBezTo>
                      <a:pt x="303" y="22"/>
                      <a:pt x="300" y="20"/>
                      <a:pt x="298" y="17"/>
                    </a:cubicBezTo>
                    <a:cubicBezTo>
                      <a:pt x="296" y="14"/>
                      <a:pt x="292" y="10"/>
                      <a:pt x="289" y="13"/>
                    </a:cubicBezTo>
                    <a:cubicBezTo>
                      <a:pt x="288" y="14"/>
                      <a:pt x="286" y="16"/>
                      <a:pt x="286" y="17"/>
                    </a:cubicBezTo>
                    <a:cubicBezTo>
                      <a:pt x="286" y="20"/>
                      <a:pt x="288" y="21"/>
                      <a:pt x="290" y="22"/>
                    </a:cubicBezTo>
                    <a:cubicBezTo>
                      <a:pt x="291" y="23"/>
                      <a:pt x="293" y="24"/>
                      <a:pt x="294" y="26"/>
                    </a:cubicBezTo>
                    <a:cubicBezTo>
                      <a:pt x="295" y="28"/>
                      <a:pt x="296" y="30"/>
                      <a:pt x="296" y="32"/>
                    </a:cubicBezTo>
                    <a:cubicBezTo>
                      <a:pt x="296" y="34"/>
                      <a:pt x="297" y="36"/>
                      <a:pt x="296" y="38"/>
                    </a:cubicBezTo>
                    <a:cubicBezTo>
                      <a:pt x="296" y="38"/>
                      <a:pt x="296" y="39"/>
                      <a:pt x="295" y="39"/>
                    </a:cubicBezTo>
                    <a:cubicBezTo>
                      <a:pt x="294" y="40"/>
                      <a:pt x="293" y="41"/>
                      <a:pt x="292" y="41"/>
                    </a:cubicBezTo>
                    <a:cubicBezTo>
                      <a:pt x="291" y="41"/>
                      <a:pt x="291" y="42"/>
                      <a:pt x="290" y="42"/>
                    </a:cubicBezTo>
                    <a:cubicBezTo>
                      <a:pt x="290" y="42"/>
                      <a:pt x="289" y="42"/>
                      <a:pt x="289" y="42"/>
                    </a:cubicBezTo>
                    <a:cubicBezTo>
                      <a:pt x="289" y="42"/>
                      <a:pt x="289" y="42"/>
                      <a:pt x="289" y="43"/>
                    </a:cubicBezTo>
                    <a:cubicBezTo>
                      <a:pt x="288" y="43"/>
                      <a:pt x="288" y="43"/>
                      <a:pt x="287" y="44"/>
                    </a:cubicBezTo>
                    <a:cubicBezTo>
                      <a:pt x="287" y="44"/>
                      <a:pt x="286" y="44"/>
                      <a:pt x="286" y="45"/>
                    </a:cubicBezTo>
                    <a:cubicBezTo>
                      <a:pt x="286" y="45"/>
                      <a:pt x="285" y="46"/>
                      <a:pt x="285" y="46"/>
                    </a:cubicBezTo>
                    <a:cubicBezTo>
                      <a:pt x="285" y="47"/>
                      <a:pt x="285" y="48"/>
                      <a:pt x="285" y="48"/>
                    </a:cubicBezTo>
                    <a:cubicBezTo>
                      <a:pt x="284" y="49"/>
                      <a:pt x="284" y="49"/>
                      <a:pt x="284" y="49"/>
                    </a:cubicBezTo>
                    <a:cubicBezTo>
                      <a:pt x="283" y="49"/>
                      <a:pt x="283" y="50"/>
                      <a:pt x="283" y="50"/>
                    </a:cubicBezTo>
                    <a:cubicBezTo>
                      <a:pt x="282" y="51"/>
                      <a:pt x="281" y="51"/>
                      <a:pt x="280" y="51"/>
                    </a:cubicBezTo>
                    <a:cubicBezTo>
                      <a:pt x="279" y="52"/>
                      <a:pt x="278" y="52"/>
                      <a:pt x="278" y="53"/>
                    </a:cubicBezTo>
                    <a:cubicBezTo>
                      <a:pt x="277" y="53"/>
                      <a:pt x="277" y="53"/>
                      <a:pt x="277" y="54"/>
                    </a:cubicBezTo>
                    <a:cubicBezTo>
                      <a:pt x="276" y="54"/>
                      <a:pt x="276" y="54"/>
                      <a:pt x="275" y="54"/>
                    </a:cubicBezTo>
                    <a:cubicBezTo>
                      <a:pt x="275" y="54"/>
                      <a:pt x="273" y="54"/>
                      <a:pt x="273" y="54"/>
                    </a:cubicBezTo>
                    <a:cubicBezTo>
                      <a:pt x="272" y="54"/>
                      <a:pt x="272" y="53"/>
                      <a:pt x="272" y="53"/>
                    </a:cubicBezTo>
                    <a:cubicBezTo>
                      <a:pt x="272" y="53"/>
                      <a:pt x="272" y="53"/>
                      <a:pt x="272" y="52"/>
                    </a:cubicBezTo>
                    <a:cubicBezTo>
                      <a:pt x="271" y="52"/>
                      <a:pt x="271" y="52"/>
                      <a:pt x="271" y="52"/>
                    </a:cubicBezTo>
                    <a:cubicBezTo>
                      <a:pt x="271" y="52"/>
                      <a:pt x="271" y="51"/>
                      <a:pt x="270" y="51"/>
                    </a:cubicBezTo>
                    <a:cubicBezTo>
                      <a:pt x="270" y="51"/>
                      <a:pt x="270" y="51"/>
                      <a:pt x="270" y="51"/>
                    </a:cubicBezTo>
                    <a:cubicBezTo>
                      <a:pt x="270" y="51"/>
                      <a:pt x="270" y="51"/>
                      <a:pt x="270" y="51"/>
                    </a:cubicBezTo>
                    <a:cubicBezTo>
                      <a:pt x="269" y="51"/>
                      <a:pt x="269" y="51"/>
                      <a:pt x="268" y="51"/>
                    </a:cubicBezTo>
                    <a:cubicBezTo>
                      <a:pt x="268" y="51"/>
                      <a:pt x="267" y="51"/>
                      <a:pt x="267" y="51"/>
                    </a:cubicBezTo>
                    <a:cubicBezTo>
                      <a:pt x="267" y="51"/>
                      <a:pt x="266" y="51"/>
                      <a:pt x="266" y="51"/>
                    </a:cubicBezTo>
                    <a:cubicBezTo>
                      <a:pt x="266" y="51"/>
                      <a:pt x="265" y="51"/>
                      <a:pt x="265" y="51"/>
                    </a:cubicBezTo>
                    <a:cubicBezTo>
                      <a:pt x="264" y="51"/>
                      <a:pt x="264" y="51"/>
                      <a:pt x="264" y="50"/>
                    </a:cubicBezTo>
                    <a:cubicBezTo>
                      <a:pt x="263" y="50"/>
                      <a:pt x="263" y="50"/>
                      <a:pt x="262" y="49"/>
                    </a:cubicBezTo>
                    <a:cubicBezTo>
                      <a:pt x="262" y="49"/>
                      <a:pt x="262" y="49"/>
                      <a:pt x="262" y="48"/>
                    </a:cubicBezTo>
                    <a:cubicBezTo>
                      <a:pt x="261" y="47"/>
                      <a:pt x="259" y="47"/>
                      <a:pt x="257" y="47"/>
                    </a:cubicBezTo>
                    <a:cubicBezTo>
                      <a:pt x="257" y="47"/>
                      <a:pt x="256" y="47"/>
                      <a:pt x="255" y="48"/>
                    </a:cubicBezTo>
                    <a:cubicBezTo>
                      <a:pt x="254" y="48"/>
                      <a:pt x="253" y="49"/>
                      <a:pt x="254" y="50"/>
                    </a:cubicBezTo>
                    <a:cubicBezTo>
                      <a:pt x="254" y="50"/>
                      <a:pt x="253" y="51"/>
                      <a:pt x="252" y="51"/>
                    </a:cubicBezTo>
                    <a:cubicBezTo>
                      <a:pt x="251" y="51"/>
                      <a:pt x="250" y="51"/>
                      <a:pt x="249" y="51"/>
                    </a:cubicBezTo>
                    <a:cubicBezTo>
                      <a:pt x="248" y="50"/>
                      <a:pt x="246" y="50"/>
                      <a:pt x="245" y="50"/>
                    </a:cubicBezTo>
                    <a:cubicBezTo>
                      <a:pt x="244" y="50"/>
                      <a:pt x="244" y="49"/>
                      <a:pt x="243" y="48"/>
                    </a:cubicBezTo>
                    <a:cubicBezTo>
                      <a:pt x="240" y="46"/>
                      <a:pt x="239" y="50"/>
                      <a:pt x="240" y="51"/>
                    </a:cubicBezTo>
                    <a:cubicBezTo>
                      <a:pt x="241" y="53"/>
                      <a:pt x="244" y="56"/>
                      <a:pt x="241" y="58"/>
                    </a:cubicBezTo>
                    <a:cubicBezTo>
                      <a:pt x="239" y="60"/>
                      <a:pt x="236" y="61"/>
                      <a:pt x="234" y="59"/>
                    </a:cubicBezTo>
                    <a:cubicBezTo>
                      <a:pt x="232" y="56"/>
                      <a:pt x="230" y="54"/>
                      <a:pt x="227" y="55"/>
                    </a:cubicBezTo>
                    <a:cubicBezTo>
                      <a:pt x="226" y="55"/>
                      <a:pt x="225" y="56"/>
                      <a:pt x="223" y="56"/>
                    </a:cubicBezTo>
                    <a:cubicBezTo>
                      <a:pt x="222" y="56"/>
                      <a:pt x="220" y="56"/>
                      <a:pt x="218" y="56"/>
                    </a:cubicBezTo>
                    <a:cubicBezTo>
                      <a:pt x="218" y="56"/>
                      <a:pt x="217" y="57"/>
                      <a:pt x="217" y="57"/>
                    </a:cubicBezTo>
                    <a:cubicBezTo>
                      <a:pt x="216" y="58"/>
                      <a:pt x="215" y="59"/>
                      <a:pt x="215" y="60"/>
                    </a:cubicBezTo>
                    <a:cubicBezTo>
                      <a:pt x="213" y="63"/>
                      <a:pt x="209" y="63"/>
                      <a:pt x="207" y="60"/>
                    </a:cubicBezTo>
                    <a:cubicBezTo>
                      <a:pt x="206" y="59"/>
                      <a:pt x="206" y="58"/>
                      <a:pt x="207" y="57"/>
                    </a:cubicBezTo>
                    <a:cubicBezTo>
                      <a:pt x="207" y="55"/>
                      <a:pt x="206" y="55"/>
                      <a:pt x="205" y="54"/>
                    </a:cubicBezTo>
                    <a:cubicBezTo>
                      <a:pt x="204" y="53"/>
                      <a:pt x="202" y="53"/>
                      <a:pt x="201" y="51"/>
                    </a:cubicBezTo>
                    <a:cubicBezTo>
                      <a:pt x="199" y="49"/>
                      <a:pt x="198" y="48"/>
                      <a:pt x="195" y="47"/>
                    </a:cubicBezTo>
                    <a:cubicBezTo>
                      <a:pt x="193" y="47"/>
                      <a:pt x="193" y="45"/>
                      <a:pt x="191" y="45"/>
                    </a:cubicBezTo>
                    <a:cubicBezTo>
                      <a:pt x="187" y="44"/>
                      <a:pt x="185" y="49"/>
                      <a:pt x="185" y="52"/>
                    </a:cubicBezTo>
                    <a:cubicBezTo>
                      <a:pt x="185" y="53"/>
                      <a:pt x="185" y="55"/>
                      <a:pt x="186" y="57"/>
                    </a:cubicBezTo>
                    <a:cubicBezTo>
                      <a:pt x="187" y="58"/>
                      <a:pt x="189" y="59"/>
                      <a:pt x="190" y="60"/>
                    </a:cubicBezTo>
                    <a:cubicBezTo>
                      <a:pt x="191" y="61"/>
                      <a:pt x="191" y="63"/>
                      <a:pt x="192" y="65"/>
                    </a:cubicBezTo>
                    <a:cubicBezTo>
                      <a:pt x="192" y="67"/>
                      <a:pt x="192" y="71"/>
                      <a:pt x="190" y="73"/>
                    </a:cubicBezTo>
                    <a:cubicBezTo>
                      <a:pt x="187" y="75"/>
                      <a:pt x="183" y="77"/>
                      <a:pt x="180" y="79"/>
                    </a:cubicBezTo>
                    <a:cubicBezTo>
                      <a:pt x="175" y="81"/>
                      <a:pt x="171" y="81"/>
                      <a:pt x="165" y="81"/>
                    </a:cubicBezTo>
                    <a:cubicBezTo>
                      <a:pt x="160" y="81"/>
                      <a:pt x="156" y="85"/>
                      <a:pt x="150" y="84"/>
                    </a:cubicBezTo>
                    <a:cubicBezTo>
                      <a:pt x="146" y="83"/>
                      <a:pt x="143" y="80"/>
                      <a:pt x="139" y="79"/>
                    </a:cubicBezTo>
                    <a:cubicBezTo>
                      <a:pt x="138" y="78"/>
                      <a:pt x="138" y="79"/>
                      <a:pt x="136" y="79"/>
                    </a:cubicBezTo>
                    <a:cubicBezTo>
                      <a:pt x="135" y="78"/>
                      <a:pt x="133" y="78"/>
                      <a:pt x="132" y="78"/>
                    </a:cubicBezTo>
                    <a:cubicBezTo>
                      <a:pt x="130" y="78"/>
                      <a:pt x="129" y="78"/>
                      <a:pt x="128" y="79"/>
                    </a:cubicBezTo>
                    <a:cubicBezTo>
                      <a:pt x="127" y="80"/>
                      <a:pt x="126" y="80"/>
                      <a:pt x="125" y="81"/>
                    </a:cubicBezTo>
                    <a:cubicBezTo>
                      <a:pt x="122" y="83"/>
                      <a:pt x="120" y="86"/>
                      <a:pt x="118" y="88"/>
                    </a:cubicBezTo>
                    <a:cubicBezTo>
                      <a:pt x="116" y="92"/>
                      <a:pt x="113" y="95"/>
                      <a:pt x="111" y="98"/>
                    </a:cubicBezTo>
                    <a:cubicBezTo>
                      <a:pt x="110" y="100"/>
                      <a:pt x="107" y="103"/>
                      <a:pt x="110" y="105"/>
                    </a:cubicBezTo>
                    <a:cubicBezTo>
                      <a:pt x="111" y="106"/>
                      <a:pt x="112" y="106"/>
                      <a:pt x="112" y="108"/>
                    </a:cubicBezTo>
                    <a:cubicBezTo>
                      <a:pt x="112" y="109"/>
                      <a:pt x="111" y="111"/>
                      <a:pt x="110" y="112"/>
                    </a:cubicBezTo>
                    <a:cubicBezTo>
                      <a:pt x="109" y="113"/>
                      <a:pt x="106" y="114"/>
                      <a:pt x="105" y="115"/>
                    </a:cubicBezTo>
                    <a:cubicBezTo>
                      <a:pt x="103" y="115"/>
                      <a:pt x="101" y="115"/>
                      <a:pt x="99" y="114"/>
                    </a:cubicBezTo>
                    <a:cubicBezTo>
                      <a:pt x="97" y="114"/>
                      <a:pt x="96" y="113"/>
                      <a:pt x="95" y="111"/>
                    </a:cubicBezTo>
                    <a:cubicBezTo>
                      <a:pt x="93" y="110"/>
                      <a:pt x="92" y="109"/>
                      <a:pt x="91" y="109"/>
                    </a:cubicBezTo>
                    <a:cubicBezTo>
                      <a:pt x="88" y="108"/>
                      <a:pt x="85" y="107"/>
                      <a:pt x="82" y="108"/>
                    </a:cubicBezTo>
                    <a:cubicBezTo>
                      <a:pt x="81" y="109"/>
                      <a:pt x="80" y="110"/>
                      <a:pt x="80" y="111"/>
                    </a:cubicBezTo>
                    <a:cubicBezTo>
                      <a:pt x="79" y="113"/>
                      <a:pt x="80" y="114"/>
                      <a:pt x="81" y="115"/>
                    </a:cubicBezTo>
                    <a:cubicBezTo>
                      <a:pt x="83" y="118"/>
                      <a:pt x="87" y="121"/>
                      <a:pt x="90" y="123"/>
                    </a:cubicBezTo>
                    <a:cubicBezTo>
                      <a:pt x="93" y="124"/>
                      <a:pt x="97" y="125"/>
                      <a:pt x="95" y="129"/>
                    </a:cubicBezTo>
                    <a:cubicBezTo>
                      <a:pt x="93" y="131"/>
                      <a:pt x="89" y="133"/>
                      <a:pt x="87" y="134"/>
                    </a:cubicBezTo>
                    <a:cubicBezTo>
                      <a:pt x="86" y="135"/>
                      <a:pt x="84" y="135"/>
                      <a:pt x="83" y="135"/>
                    </a:cubicBezTo>
                    <a:cubicBezTo>
                      <a:pt x="81" y="135"/>
                      <a:pt x="79" y="134"/>
                      <a:pt x="78" y="134"/>
                    </a:cubicBezTo>
                    <a:cubicBezTo>
                      <a:pt x="74" y="135"/>
                      <a:pt x="75" y="139"/>
                      <a:pt x="73" y="140"/>
                    </a:cubicBezTo>
                    <a:cubicBezTo>
                      <a:pt x="69" y="143"/>
                      <a:pt x="65" y="141"/>
                      <a:pt x="61" y="140"/>
                    </a:cubicBezTo>
                    <a:cubicBezTo>
                      <a:pt x="60" y="140"/>
                      <a:pt x="58" y="140"/>
                      <a:pt x="57" y="138"/>
                    </a:cubicBezTo>
                    <a:cubicBezTo>
                      <a:pt x="56" y="137"/>
                      <a:pt x="55" y="137"/>
                      <a:pt x="53" y="137"/>
                    </a:cubicBezTo>
                    <a:cubicBezTo>
                      <a:pt x="50" y="137"/>
                      <a:pt x="47" y="138"/>
                      <a:pt x="44" y="140"/>
                    </a:cubicBezTo>
                    <a:cubicBezTo>
                      <a:pt x="41" y="142"/>
                      <a:pt x="38" y="144"/>
                      <a:pt x="36" y="148"/>
                    </a:cubicBezTo>
                    <a:cubicBezTo>
                      <a:pt x="35" y="151"/>
                      <a:pt x="34" y="154"/>
                      <a:pt x="31" y="156"/>
                    </a:cubicBezTo>
                    <a:cubicBezTo>
                      <a:pt x="30" y="157"/>
                      <a:pt x="28" y="157"/>
                      <a:pt x="27" y="157"/>
                    </a:cubicBezTo>
                    <a:cubicBezTo>
                      <a:pt x="26" y="157"/>
                      <a:pt x="25" y="156"/>
                      <a:pt x="24" y="157"/>
                    </a:cubicBezTo>
                    <a:cubicBezTo>
                      <a:pt x="23" y="157"/>
                      <a:pt x="23" y="158"/>
                      <a:pt x="22" y="159"/>
                    </a:cubicBezTo>
                    <a:cubicBezTo>
                      <a:pt x="21" y="160"/>
                      <a:pt x="20" y="160"/>
                      <a:pt x="19" y="160"/>
                    </a:cubicBezTo>
                    <a:cubicBezTo>
                      <a:pt x="16" y="160"/>
                      <a:pt x="13" y="159"/>
                      <a:pt x="10" y="161"/>
                    </a:cubicBezTo>
                    <a:cubicBezTo>
                      <a:pt x="8" y="163"/>
                      <a:pt x="6" y="166"/>
                      <a:pt x="6" y="169"/>
                    </a:cubicBezTo>
                    <a:cubicBezTo>
                      <a:pt x="6" y="171"/>
                      <a:pt x="5" y="172"/>
                      <a:pt x="5" y="174"/>
                    </a:cubicBezTo>
                    <a:cubicBezTo>
                      <a:pt x="5" y="176"/>
                      <a:pt x="6" y="177"/>
                      <a:pt x="8" y="178"/>
                    </a:cubicBezTo>
                    <a:cubicBezTo>
                      <a:pt x="12" y="181"/>
                      <a:pt x="13" y="188"/>
                      <a:pt x="13" y="193"/>
                    </a:cubicBezTo>
                    <a:cubicBezTo>
                      <a:pt x="13" y="195"/>
                      <a:pt x="14" y="197"/>
                      <a:pt x="13" y="199"/>
                    </a:cubicBezTo>
                    <a:cubicBezTo>
                      <a:pt x="13" y="201"/>
                      <a:pt x="11" y="201"/>
                      <a:pt x="10" y="201"/>
                    </a:cubicBezTo>
                    <a:cubicBezTo>
                      <a:pt x="8" y="201"/>
                      <a:pt x="7" y="202"/>
                      <a:pt x="6" y="203"/>
                    </a:cubicBezTo>
                    <a:cubicBezTo>
                      <a:pt x="4" y="204"/>
                      <a:pt x="3" y="206"/>
                      <a:pt x="2" y="207"/>
                    </a:cubicBezTo>
                    <a:cubicBezTo>
                      <a:pt x="0" y="210"/>
                      <a:pt x="0" y="214"/>
                      <a:pt x="1" y="218"/>
                    </a:cubicBezTo>
                    <a:cubicBezTo>
                      <a:pt x="2" y="220"/>
                      <a:pt x="2" y="222"/>
                      <a:pt x="4" y="224"/>
                    </a:cubicBezTo>
                    <a:cubicBezTo>
                      <a:pt x="5" y="226"/>
                      <a:pt x="7" y="227"/>
                      <a:pt x="9" y="228"/>
                    </a:cubicBezTo>
                    <a:cubicBezTo>
                      <a:pt x="11" y="229"/>
                      <a:pt x="12" y="230"/>
                      <a:pt x="14" y="230"/>
                    </a:cubicBezTo>
                    <a:cubicBezTo>
                      <a:pt x="15" y="230"/>
                      <a:pt x="17" y="230"/>
                      <a:pt x="18" y="229"/>
                    </a:cubicBezTo>
                    <a:cubicBezTo>
                      <a:pt x="20" y="229"/>
                      <a:pt x="23" y="228"/>
                      <a:pt x="23" y="226"/>
                    </a:cubicBezTo>
                    <a:cubicBezTo>
                      <a:pt x="23" y="224"/>
                      <a:pt x="23" y="222"/>
                      <a:pt x="23" y="220"/>
                    </a:cubicBezTo>
                    <a:cubicBezTo>
                      <a:pt x="22" y="218"/>
                      <a:pt x="22" y="216"/>
                      <a:pt x="24" y="215"/>
                    </a:cubicBezTo>
                    <a:cubicBezTo>
                      <a:pt x="25" y="214"/>
                      <a:pt x="27" y="213"/>
                      <a:pt x="28" y="213"/>
                    </a:cubicBezTo>
                    <a:cubicBezTo>
                      <a:pt x="31" y="213"/>
                      <a:pt x="31" y="215"/>
                      <a:pt x="31" y="217"/>
                    </a:cubicBezTo>
                    <a:cubicBezTo>
                      <a:pt x="32" y="220"/>
                      <a:pt x="32" y="224"/>
                      <a:pt x="32" y="228"/>
                    </a:cubicBezTo>
                    <a:cubicBezTo>
                      <a:pt x="32" y="230"/>
                      <a:pt x="31" y="233"/>
                      <a:pt x="30" y="234"/>
                    </a:cubicBezTo>
                    <a:cubicBezTo>
                      <a:pt x="28" y="236"/>
                      <a:pt x="26" y="236"/>
                      <a:pt x="24" y="236"/>
                    </a:cubicBezTo>
                    <a:cubicBezTo>
                      <a:pt x="22" y="236"/>
                      <a:pt x="20" y="237"/>
                      <a:pt x="18" y="237"/>
                    </a:cubicBezTo>
                    <a:cubicBezTo>
                      <a:pt x="17" y="237"/>
                      <a:pt x="15" y="237"/>
                      <a:pt x="14" y="237"/>
                    </a:cubicBezTo>
                    <a:cubicBezTo>
                      <a:pt x="12" y="238"/>
                      <a:pt x="11" y="239"/>
                      <a:pt x="10" y="240"/>
                    </a:cubicBezTo>
                    <a:cubicBezTo>
                      <a:pt x="8" y="242"/>
                      <a:pt x="7" y="243"/>
                      <a:pt x="5" y="244"/>
                    </a:cubicBezTo>
                    <a:cubicBezTo>
                      <a:pt x="4" y="245"/>
                      <a:pt x="1" y="248"/>
                      <a:pt x="1" y="250"/>
                    </a:cubicBezTo>
                    <a:cubicBezTo>
                      <a:pt x="2" y="251"/>
                      <a:pt x="3" y="253"/>
                      <a:pt x="4" y="253"/>
                    </a:cubicBezTo>
                    <a:cubicBezTo>
                      <a:pt x="7" y="255"/>
                      <a:pt x="10" y="256"/>
                      <a:pt x="12" y="258"/>
                    </a:cubicBezTo>
                    <a:cubicBezTo>
                      <a:pt x="14" y="260"/>
                      <a:pt x="16" y="264"/>
                      <a:pt x="16" y="267"/>
                    </a:cubicBezTo>
                    <a:cubicBezTo>
                      <a:pt x="17" y="269"/>
                      <a:pt x="17" y="271"/>
                      <a:pt x="17" y="273"/>
                    </a:cubicBezTo>
                    <a:cubicBezTo>
                      <a:pt x="17" y="276"/>
                      <a:pt x="15" y="277"/>
                      <a:pt x="13" y="279"/>
                    </a:cubicBezTo>
                    <a:cubicBezTo>
                      <a:pt x="12" y="280"/>
                      <a:pt x="11" y="282"/>
                      <a:pt x="10" y="283"/>
                    </a:cubicBezTo>
                    <a:cubicBezTo>
                      <a:pt x="10" y="285"/>
                      <a:pt x="10" y="286"/>
                      <a:pt x="11" y="288"/>
                    </a:cubicBezTo>
                    <a:cubicBezTo>
                      <a:pt x="14" y="290"/>
                      <a:pt x="17" y="290"/>
                      <a:pt x="21" y="290"/>
                    </a:cubicBezTo>
                    <a:cubicBezTo>
                      <a:pt x="24" y="289"/>
                      <a:pt x="26" y="288"/>
                      <a:pt x="28" y="286"/>
                    </a:cubicBezTo>
                    <a:cubicBezTo>
                      <a:pt x="32" y="285"/>
                      <a:pt x="35" y="285"/>
                      <a:pt x="38" y="286"/>
                    </a:cubicBezTo>
                    <a:cubicBezTo>
                      <a:pt x="42" y="287"/>
                      <a:pt x="44" y="286"/>
                      <a:pt x="46" y="284"/>
                    </a:cubicBezTo>
                    <a:cubicBezTo>
                      <a:pt x="49" y="283"/>
                      <a:pt x="52" y="281"/>
                      <a:pt x="55" y="283"/>
                    </a:cubicBezTo>
                    <a:cubicBezTo>
                      <a:pt x="58" y="284"/>
                      <a:pt x="61" y="285"/>
                      <a:pt x="63" y="287"/>
                    </a:cubicBezTo>
                    <a:cubicBezTo>
                      <a:pt x="65" y="290"/>
                      <a:pt x="64" y="294"/>
                      <a:pt x="60" y="294"/>
                    </a:cubicBezTo>
                    <a:cubicBezTo>
                      <a:pt x="58" y="294"/>
                      <a:pt x="57" y="293"/>
                      <a:pt x="55" y="292"/>
                    </a:cubicBezTo>
                    <a:cubicBezTo>
                      <a:pt x="53" y="292"/>
                      <a:pt x="51" y="292"/>
                      <a:pt x="50" y="293"/>
                    </a:cubicBezTo>
                    <a:cubicBezTo>
                      <a:pt x="47" y="294"/>
                      <a:pt x="45" y="296"/>
                      <a:pt x="42" y="296"/>
                    </a:cubicBezTo>
                    <a:cubicBezTo>
                      <a:pt x="39" y="297"/>
                      <a:pt x="35" y="295"/>
                      <a:pt x="32" y="294"/>
                    </a:cubicBezTo>
                    <a:cubicBezTo>
                      <a:pt x="30" y="293"/>
                      <a:pt x="23" y="293"/>
                      <a:pt x="24" y="297"/>
                    </a:cubicBezTo>
                    <a:cubicBezTo>
                      <a:pt x="24" y="300"/>
                      <a:pt x="30" y="300"/>
                      <a:pt x="30" y="304"/>
                    </a:cubicBezTo>
                    <a:cubicBezTo>
                      <a:pt x="29" y="308"/>
                      <a:pt x="23" y="308"/>
                      <a:pt x="21" y="310"/>
                    </a:cubicBezTo>
                    <a:cubicBezTo>
                      <a:pt x="20" y="311"/>
                      <a:pt x="20" y="314"/>
                      <a:pt x="19" y="315"/>
                    </a:cubicBezTo>
                    <a:cubicBezTo>
                      <a:pt x="19" y="317"/>
                      <a:pt x="19" y="320"/>
                      <a:pt x="19" y="322"/>
                    </a:cubicBezTo>
                    <a:cubicBezTo>
                      <a:pt x="19" y="326"/>
                      <a:pt x="21" y="329"/>
                      <a:pt x="22" y="332"/>
                    </a:cubicBezTo>
                    <a:cubicBezTo>
                      <a:pt x="23" y="336"/>
                      <a:pt x="23" y="341"/>
                      <a:pt x="25" y="345"/>
                    </a:cubicBezTo>
                    <a:cubicBezTo>
                      <a:pt x="26" y="346"/>
                      <a:pt x="27" y="348"/>
                      <a:pt x="29" y="347"/>
                    </a:cubicBezTo>
                    <a:cubicBezTo>
                      <a:pt x="30" y="347"/>
                      <a:pt x="31" y="344"/>
                      <a:pt x="32" y="343"/>
                    </a:cubicBezTo>
                    <a:cubicBezTo>
                      <a:pt x="33" y="342"/>
                      <a:pt x="33" y="340"/>
                      <a:pt x="35" y="341"/>
                    </a:cubicBezTo>
                    <a:cubicBezTo>
                      <a:pt x="36" y="343"/>
                      <a:pt x="36" y="346"/>
                      <a:pt x="36" y="348"/>
                    </a:cubicBezTo>
                    <a:cubicBezTo>
                      <a:pt x="37" y="349"/>
                      <a:pt x="37" y="352"/>
                      <a:pt x="39" y="352"/>
                    </a:cubicBezTo>
                    <a:cubicBezTo>
                      <a:pt x="40" y="353"/>
                      <a:pt x="42" y="353"/>
                      <a:pt x="43" y="353"/>
                    </a:cubicBezTo>
                    <a:cubicBezTo>
                      <a:pt x="46" y="353"/>
                      <a:pt x="49" y="354"/>
                      <a:pt x="51" y="356"/>
                    </a:cubicBezTo>
                    <a:cubicBezTo>
                      <a:pt x="51" y="358"/>
                      <a:pt x="51" y="359"/>
                      <a:pt x="51" y="360"/>
                    </a:cubicBezTo>
                    <a:cubicBezTo>
                      <a:pt x="52" y="362"/>
                      <a:pt x="52" y="364"/>
                      <a:pt x="52" y="366"/>
                    </a:cubicBezTo>
                    <a:cubicBezTo>
                      <a:pt x="53" y="370"/>
                      <a:pt x="53" y="373"/>
                      <a:pt x="53" y="377"/>
                    </a:cubicBezTo>
                    <a:cubicBezTo>
                      <a:pt x="52" y="381"/>
                      <a:pt x="53" y="383"/>
                      <a:pt x="54" y="386"/>
                    </a:cubicBezTo>
                    <a:cubicBezTo>
                      <a:pt x="56" y="389"/>
                      <a:pt x="58" y="391"/>
                      <a:pt x="60" y="394"/>
                    </a:cubicBezTo>
                    <a:cubicBezTo>
                      <a:pt x="62" y="397"/>
                      <a:pt x="63" y="401"/>
                      <a:pt x="66" y="403"/>
                    </a:cubicBezTo>
                    <a:cubicBezTo>
                      <a:pt x="69" y="406"/>
                      <a:pt x="71" y="405"/>
                      <a:pt x="74" y="403"/>
                    </a:cubicBezTo>
                    <a:cubicBezTo>
                      <a:pt x="77" y="401"/>
                      <a:pt x="79" y="403"/>
                      <a:pt x="81" y="406"/>
                    </a:cubicBezTo>
                    <a:cubicBezTo>
                      <a:pt x="83" y="408"/>
                      <a:pt x="86" y="411"/>
                      <a:pt x="89" y="409"/>
                    </a:cubicBezTo>
                    <a:cubicBezTo>
                      <a:pt x="91" y="409"/>
                      <a:pt x="92" y="407"/>
                      <a:pt x="94" y="408"/>
                    </a:cubicBezTo>
                    <a:cubicBezTo>
                      <a:pt x="97" y="409"/>
                      <a:pt x="99" y="410"/>
                      <a:pt x="102" y="409"/>
                    </a:cubicBezTo>
                    <a:cubicBezTo>
                      <a:pt x="105" y="409"/>
                      <a:pt x="109" y="407"/>
                      <a:pt x="110" y="410"/>
                    </a:cubicBezTo>
                    <a:cubicBezTo>
                      <a:pt x="112" y="412"/>
                      <a:pt x="111" y="416"/>
                      <a:pt x="113" y="418"/>
                    </a:cubicBezTo>
                    <a:cubicBezTo>
                      <a:pt x="114" y="420"/>
                      <a:pt x="116" y="421"/>
                      <a:pt x="118" y="422"/>
                    </a:cubicBezTo>
                    <a:cubicBezTo>
                      <a:pt x="120" y="424"/>
                      <a:pt x="122" y="426"/>
                      <a:pt x="125" y="427"/>
                    </a:cubicBezTo>
                    <a:cubicBezTo>
                      <a:pt x="128" y="428"/>
                      <a:pt x="130" y="426"/>
                      <a:pt x="131" y="424"/>
                    </a:cubicBezTo>
                    <a:cubicBezTo>
                      <a:pt x="132" y="421"/>
                      <a:pt x="131" y="418"/>
                      <a:pt x="134" y="417"/>
                    </a:cubicBezTo>
                    <a:cubicBezTo>
                      <a:pt x="137" y="416"/>
                      <a:pt x="141" y="417"/>
                      <a:pt x="144" y="416"/>
                    </a:cubicBezTo>
                    <a:cubicBezTo>
                      <a:pt x="148" y="415"/>
                      <a:pt x="147" y="411"/>
                      <a:pt x="147" y="409"/>
                    </a:cubicBezTo>
                    <a:cubicBezTo>
                      <a:pt x="147" y="405"/>
                      <a:pt x="147" y="402"/>
                      <a:pt x="148" y="398"/>
                    </a:cubicBezTo>
                    <a:cubicBezTo>
                      <a:pt x="149" y="393"/>
                      <a:pt x="152" y="387"/>
                      <a:pt x="158" y="385"/>
                    </a:cubicBezTo>
                    <a:cubicBezTo>
                      <a:pt x="161" y="384"/>
                      <a:pt x="165" y="385"/>
                      <a:pt x="168" y="383"/>
                    </a:cubicBezTo>
                    <a:cubicBezTo>
                      <a:pt x="169" y="382"/>
                      <a:pt x="169" y="382"/>
                      <a:pt x="171" y="382"/>
                    </a:cubicBezTo>
                    <a:cubicBezTo>
                      <a:pt x="172" y="381"/>
                      <a:pt x="174" y="381"/>
                      <a:pt x="175" y="382"/>
                    </a:cubicBezTo>
                    <a:cubicBezTo>
                      <a:pt x="177" y="383"/>
                      <a:pt x="178" y="384"/>
                      <a:pt x="180" y="385"/>
                    </a:cubicBezTo>
                    <a:cubicBezTo>
                      <a:pt x="184" y="386"/>
                      <a:pt x="188" y="384"/>
                      <a:pt x="190" y="387"/>
                    </a:cubicBezTo>
                    <a:cubicBezTo>
                      <a:pt x="193" y="391"/>
                      <a:pt x="193" y="394"/>
                      <a:pt x="192" y="398"/>
                    </a:cubicBezTo>
                    <a:cubicBezTo>
                      <a:pt x="192" y="402"/>
                      <a:pt x="191" y="405"/>
                      <a:pt x="188" y="408"/>
                    </a:cubicBezTo>
                    <a:cubicBezTo>
                      <a:pt x="187" y="410"/>
                      <a:pt x="185" y="411"/>
                      <a:pt x="183" y="413"/>
                    </a:cubicBezTo>
                    <a:cubicBezTo>
                      <a:pt x="182" y="413"/>
                      <a:pt x="181" y="414"/>
                      <a:pt x="180" y="416"/>
                    </a:cubicBezTo>
                    <a:cubicBezTo>
                      <a:pt x="180" y="418"/>
                      <a:pt x="180" y="420"/>
                      <a:pt x="179" y="422"/>
                    </a:cubicBezTo>
                    <a:cubicBezTo>
                      <a:pt x="179" y="424"/>
                      <a:pt x="179" y="426"/>
                      <a:pt x="179" y="428"/>
                    </a:cubicBezTo>
                    <a:cubicBezTo>
                      <a:pt x="179" y="432"/>
                      <a:pt x="179" y="436"/>
                      <a:pt x="179" y="440"/>
                    </a:cubicBezTo>
                    <a:cubicBezTo>
                      <a:pt x="180" y="445"/>
                      <a:pt x="179" y="449"/>
                      <a:pt x="180" y="453"/>
                    </a:cubicBezTo>
                    <a:cubicBezTo>
                      <a:pt x="180" y="455"/>
                      <a:pt x="180" y="457"/>
                      <a:pt x="180" y="460"/>
                    </a:cubicBezTo>
                    <a:cubicBezTo>
                      <a:pt x="180" y="462"/>
                      <a:pt x="180" y="463"/>
                      <a:pt x="179" y="465"/>
                    </a:cubicBezTo>
                    <a:cubicBezTo>
                      <a:pt x="178" y="469"/>
                      <a:pt x="177" y="473"/>
                      <a:pt x="177" y="477"/>
                    </a:cubicBezTo>
                    <a:cubicBezTo>
                      <a:pt x="177" y="479"/>
                      <a:pt x="176" y="481"/>
                      <a:pt x="176" y="483"/>
                    </a:cubicBezTo>
                    <a:cubicBezTo>
                      <a:pt x="174" y="487"/>
                      <a:pt x="173" y="492"/>
                      <a:pt x="171" y="496"/>
                    </a:cubicBezTo>
                    <a:cubicBezTo>
                      <a:pt x="169" y="501"/>
                      <a:pt x="168" y="506"/>
                      <a:pt x="168" y="511"/>
                    </a:cubicBezTo>
                    <a:cubicBezTo>
                      <a:pt x="184" y="510"/>
                      <a:pt x="184" y="510"/>
                      <a:pt x="184" y="510"/>
                    </a:cubicBezTo>
                    <a:cubicBezTo>
                      <a:pt x="191" y="489"/>
                      <a:pt x="191" y="489"/>
                      <a:pt x="191" y="489"/>
                    </a:cubicBezTo>
                    <a:cubicBezTo>
                      <a:pt x="252" y="475"/>
                      <a:pt x="252" y="475"/>
                      <a:pt x="252" y="475"/>
                    </a:cubicBezTo>
                    <a:cubicBezTo>
                      <a:pt x="284" y="439"/>
                      <a:pt x="284" y="439"/>
                      <a:pt x="284" y="439"/>
                    </a:cubicBezTo>
                    <a:cubicBezTo>
                      <a:pt x="308" y="467"/>
                      <a:pt x="308" y="467"/>
                      <a:pt x="308" y="467"/>
                    </a:cubicBezTo>
                    <a:cubicBezTo>
                      <a:pt x="310" y="451"/>
                      <a:pt x="310" y="451"/>
                      <a:pt x="310" y="451"/>
                    </a:cubicBezTo>
                    <a:cubicBezTo>
                      <a:pt x="335" y="451"/>
                      <a:pt x="335" y="451"/>
                      <a:pt x="335" y="451"/>
                    </a:cubicBezTo>
                    <a:cubicBezTo>
                      <a:pt x="398" y="497"/>
                      <a:pt x="398" y="497"/>
                      <a:pt x="398" y="497"/>
                    </a:cubicBezTo>
                    <a:cubicBezTo>
                      <a:pt x="422" y="484"/>
                      <a:pt x="422" y="484"/>
                      <a:pt x="422" y="484"/>
                    </a:cubicBezTo>
                    <a:cubicBezTo>
                      <a:pt x="462" y="545"/>
                      <a:pt x="462" y="545"/>
                      <a:pt x="462" y="545"/>
                    </a:cubicBezTo>
                    <a:cubicBezTo>
                      <a:pt x="507" y="566"/>
                      <a:pt x="507" y="566"/>
                      <a:pt x="507" y="566"/>
                    </a:cubicBezTo>
                    <a:cubicBezTo>
                      <a:pt x="568" y="520"/>
                      <a:pt x="568" y="520"/>
                      <a:pt x="568" y="520"/>
                    </a:cubicBezTo>
                    <a:cubicBezTo>
                      <a:pt x="602" y="537"/>
                      <a:pt x="602" y="537"/>
                      <a:pt x="602" y="537"/>
                    </a:cubicBezTo>
                    <a:cubicBezTo>
                      <a:pt x="653" y="533"/>
                      <a:pt x="653" y="533"/>
                      <a:pt x="653" y="533"/>
                    </a:cubicBezTo>
                    <a:cubicBezTo>
                      <a:pt x="656" y="476"/>
                      <a:pt x="656" y="476"/>
                      <a:pt x="656" y="476"/>
                    </a:cubicBezTo>
                    <a:cubicBezTo>
                      <a:pt x="697" y="468"/>
                      <a:pt x="697" y="468"/>
                      <a:pt x="697" y="468"/>
                    </a:cubicBezTo>
                    <a:cubicBezTo>
                      <a:pt x="702" y="440"/>
                      <a:pt x="702" y="440"/>
                      <a:pt x="702" y="440"/>
                    </a:cubicBezTo>
                    <a:cubicBezTo>
                      <a:pt x="702" y="440"/>
                      <a:pt x="686" y="436"/>
                      <a:pt x="677" y="424"/>
                    </a:cubicBezTo>
                    <a:close/>
                    <a:moveTo>
                      <a:pt x="436" y="386"/>
                    </a:moveTo>
                    <a:cubicBezTo>
                      <a:pt x="435" y="390"/>
                      <a:pt x="433" y="393"/>
                      <a:pt x="431" y="396"/>
                    </a:cubicBezTo>
                    <a:cubicBezTo>
                      <a:pt x="429" y="401"/>
                      <a:pt x="430" y="407"/>
                      <a:pt x="430" y="412"/>
                    </a:cubicBezTo>
                    <a:cubicBezTo>
                      <a:pt x="431" y="414"/>
                      <a:pt x="431" y="417"/>
                      <a:pt x="432" y="418"/>
                    </a:cubicBezTo>
                    <a:cubicBezTo>
                      <a:pt x="432" y="420"/>
                      <a:pt x="433" y="422"/>
                      <a:pt x="433" y="424"/>
                    </a:cubicBezTo>
                    <a:cubicBezTo>
                      <a:pt x="434" y="425"/>
                      <a:pt x="434" y="426"/>
                      <a:pt x="434" y="427"/>
                    </a:cubicBezTo>
                    <a:cubicBezTo>
                      <a:pt x="435" y="429"/>
                      <a:pt x="434" y="430"/>
                      <a:pt x="432" y="430"/>
                    </a:cubicBezTo>
                    <a:cubicBezTo>
                      <a:pt x="429" y="430"/>
                      <a:pt x="428" y="428"/>
                      <a:pt x="428" y="425"/>
                    </a:cubicBezTo>
                    <a:cubicBezTo>
                      <a:pt x="428" y="424"/>
                      <a:pt x="428" y="423"/>
                      <a:pt x="428" y="422"/>
                    </a:cubicBezTo>
                    <a:cubicBezTo>
                      <a:pt x="428" y="420"/>
                      <a:pt x="427" y="420"/>
                      <a:pt x="427" y="418"/>
                    </a:cubicBezTo>
                    <a:cubicBezTo>
                      <a:pt x="425" y="415"/>
                      <a:pt x="424" y="412"/>
                      <a:pt x="423" y="410"/>
                    </a:cubicBezTo>
                    <a:cubicBezTo>
                      <a:pt x="421" y="407"/>
                      <a:pt x="420" y="406"/>
                      <a:pt x="418" y="404"/>
                    </a:cubicBezTo>
                    <a:cubicBezTo>
                      <a:pt x="413" y="397"/>
                      <a:pt x="410" y="389"/>
                      <a:pt x="404" y="383"/>
                    </a:cubicBezTo>
                    <a:cubicBezTo>
                      <a:pt x="402" y="381"/>
                      <a:pt x="399" y="379"/>
                      <a:pt x="398" y="376"/>
                    </a:cubicBezTo>
                    <a:cubicBezTo>
                      <a:pt x="397" y="373"/>
                      <a:pt x="399" y="370"/>
                      <a:pt x="400" y="367"/>
                    </a:cubicBezTo>
                    <a:cubicBezTo>
                      <a:pt x="401" y="364"/>
                      <a:pt x="403" y="361"/>
                      <a:pt x="403" y="357"/>
                    </a:cubicBezTo>
                    <a:cubicBezTo>
                      <a:pt x="403" y="354"/>
                      <a:pt x="402" y="351"/>
                      <a:pt x="404" y="348"/>
                    </a:cubicBezTo>
                    <a:cubicBezTo>
                      <a:pt x="407" y="341"/>
                      <a:pt x="415" y="344"/>
                      <a:pt x="420" y="346"/>
                    </a:cubicBezTo>
                    <a:cubicBezTo>
                      <a:pt x="423" y="348"/>
                      <a:pt x="426" y="350"/>
                      <a:pt x="429" y="351"/>
                    </a:cubicBezTo>
                    <a:cubicBezTo>
                      <a:pt x="431" y="353"/>
                      <a:pt x="434" y="355"/>
                      <a:pt x="435" y="358"/>
                    </a:cubicBezTo>
                    <a:cubicBezTo>
                      <a:pt x="435" y="361"/>
                      <a:pt x="433" y="364"/>
                      <a:pt x="432" y="367"/>
                    </a:cubicBezTo>
                    <a:cubicBezTo>
                      <a:pt x="431" y="370"/>
                      <a:pt x="432" y="373"/>
                      <a:pt x="434" y="376"/>
                    </a:cubicBezTo>
                    <a:cubicBezTo>
                      <a:pt x="435" y="379"/>
                      <a:pt x="436" y="382"/>
                      <a:pt x="436" y="38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5" name="Freeform 2597">
                <a:extLst>
                  <a:ext uri="{FF2B5EF4-FFF2-40B4-BE49-F238E27FC236}">
                    <a16:creationId xmlns:a16="http://schemas.microsoft.com/office/drawing/2014/main" id="{30058D80-B616-D14F-98AC-EC950EE9E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763"/>
                <a:ext cx="5" cy="4"/>
              </a:xfrm>
              <a:custGeom>
                <a:avLst/>
                <a:gdLst>
                  <a:gd name="T0" fmla="*/ 1 w 14"/>
                  <a:gd name="T1" fmla="*/ 3 h 11"/>
                  <a:gd name="T2" fmla="*/ 6 w 14"/>
                  <a:gd name="T3" fmla="*/ 10 h 11"/>
                  <a:gd name="T4" fmla="*/ 10 w 14"/>
                  <a:gd name="T5" fmla="*/ 11 h 11"/>
                  <a:gd name="T6" fmla="*/ 13 w 14"/>
                  <a:gd name="T7" fmla="*/ 9 h 11"/>
                  <a:gd name="T8" fmla="*/ 13 w 14"/>
                  <a:gd name="T9" fmla="*/ 3 h 11"/>
                  <a:gd name="T10" fmla="*/ 10 w 14"/>
                  <a:gd name="T11" fmla="*/ 0 h 11"/>
                  <a:gd name="T12" fmla="*/ 7 w 14"/>
                  <a:gd name="T13" fmla="*/ 1 h 11"/>
                  <a:gd name="T14" fmla="*/ 1 w 14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1">
                    <a:moveTo>
                      <a:pt x="1" y="3"/>
                    </a:moveTo>
                    <a:cubicBezTo>
                      <a:pt x="0" y="7"/>
                      <a:pt x="2" y="9"/>
                      <a:pt x="6" y="10"/>
                    </a:cubicBezTo>
                    <a:cubicBezTo>
                      <a:pt x="7" y="11"/>
                      <a:pt x="9" y="11"/>
                      <a:pt x="10" y="11"/>
                    </a:cubicBezTo>
                    <a:cubicBezTo>
                      <a:pt x="11" y="10"/>
                      <a:pt x="11" y="9"/>
                      <a:pt x="13" y="9"/>
                    </a:cubicBezTo>
                    <a:cubicBezTo>
                      <a:pt x="14" y="7"/>
                      <a:pt x="14" y="6"/>
                      <a:pt x="13" y="3"/>
                    </a:cubicBezTo>
                    <a:cubicBezTo>
                      <a:pt x="12" y="2"/>
                      <a:pt x="12" y="1"/>
                      <a:pt x="10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4" y="1"/>
                      <a:pt x="2" y="0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6" name="Freeform 2598">
                <a:extLst>
                  <a:ext uri="{FF2B5EF4-FFF2-40B4-BE49-F238E27FC236}">
                    <a16:creationId xmlns:a16="http://schemas.microsoft.com/office/drawing/2014/main" id="{CC22671C-C2CB-3C44-BFF8-8E7E40361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2" y="3389"/>
                <a:ext cx="11" cy="16"/>
              </a:xfrm>
              <a:custGeom>
                <a:avLst/>
                <a:gdLst>
                  <a:gd name="T0" fmla="*/ 16 w 26"/>
                  <a:gd name="T1" fmla="*/ 3 h 39"/>
                  <a:gd name="T2" fmla="*/ 22 w 26"/>
                  <a:gd name="T3" fmla="*/ 2 h 39"/>
                  <a:gd name="T4" fmla="*/ 25 w 26"/>
                  <a:gd name="T5" fmla="*/ 7 h 39"/>
                  <a:gd name="T6" fmla="*/ 25 w 26"/>
                  <a:gd name="T7" fmla="*/ 10 h 39"/>
                  <a:gd name="T8" fmla="*/ 26 w 26"/>
                  <a:gd name="T9" fmla="*/ 16 h 39"/>
                  <a:gd name="T10" fmla="*/ 26 w 26"/>
                  <a:gd name="T11" fmla="*/ 23 h 39"/>
                  <a:gd name="T12" fmla="*/ 26 w 26"/>
                  <a:gd name="T13" fmla="*/ 25 h 39"/>
                  <a:gd name="T14" fmla="*/ 26 w 26"/>
                  <a:gd name="T15" fmla="*/ 27 h 39"/>
                  <a:gd name="T16" fmla="*/ 22 w 26"/>
                  <a:gd name="T17" fmla="*/ 31 h 39"/>
                  <a:gd name="T18" fmla="*/ 18 w 26"/>
                  <a:gd name="T19" fmla="*/ 34 h 39"/>
                  <a:gd name="T20" fmla="*/ 8 w 26"/>
                  <a:gd name="T21" fmla="*/ 37 h 39"/>
                  <a:gd name="T22" fmla="*/ 2 w 26"/>
                  <a:gd name="T23" fmla="*/ 38 h 39"/>
                  <a:gd name="T24" fmla="*/ 1 w 26"/>
                  <a:gd name="T25" fmla="*/ 31 h 39"/>
                  <a:gd name="T26" fmla="*/ 7 w 26"/>
                  <a:gd name="T27" fmla="*/ 23 h 39"/>
                  <a:gd name="T28" fmla="*/ 11 w 26"/>
                  <a:gd name="T29" fmla="*/ 12 h 39"/>
                  <a:gd name="T30" fmla="*/ 16 w 26"/>
                  <a:gd name="T31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39">
                    <a:moveTo>
                      <a:pt x="16" y="3"/>
                    </a:moveTo>
                    <a:cubicBezTo>
                      <a:pt x="18" y="1"/>
                      <a:pt x="20" y="0"/>
                      <a:pt x="22" y="2"/>
                    </a:cubicBezTo>
                    <a:cubicBezTo>
                      <a:pt x="23" y="3"/>
                      <a:pt x="24" y="5"/>
                      <a:pt x="25" y="7"/>
                    </a:cubicBezTo>
                    <a:cubicBezTo>
                      <a:pt x="25" y="8"/>
                      <a:pt x="25" y="9"/>
                      <a:pt x="25" y="10"/>
                    </a:cubicBezTo>
                    <a:cubicBezTo>
                      <a:pt x="25" y="12"/>
                      <a:pt x="25" y="14"/>
                      <a:pt x="26" y="16"/>
                    </a:cubicBezTo>
                    <a:cubicBezTo>
                      <a:pt x="26" y="19"/>
                      <a:pt x="26" y="21"/>
                      <a:pt x="26" y="23"/>
                    </a:cubicBezTo>
                    <a:cubicBezTo>
                      <a:pt x="26" y="24"/>
                      <a:pt x="26" y="25"/>
                      <a:pt x="26" y="25"/>
                    </a:cubicBezTo>
                    <a:cubicBezTo>
                      <a:pt x="26" y="26"/>
                      <a:pt x="25" y="26"/>
                      <a:pt x="26" y="27"/>
                    </a:cubicBezTo>
                    <a:cubicBezTo>
                      <a:pt x="24" y="28"/>
                      <a:pt x="23" y="30"/>
                      <a:pt x="22" y="31"/>
                    </a:cubicBezTo>
                    <a:cubicBezTo>
                      <a:pt x="21" y="33"/>
                      <a:pt x="20" y="33"/>
                      <a:pt x="18" y="34"/>
                    </a:cubicBezTo>
                    <a:cubicBezTo>
                      <a:pt x="15" y="36"/>
                      <a:pt x="11" y="36"/>
                      <a:pt x="8" y="37"/>
                    </a:cubicBezTo>
                    <a:cubicBezTo>
                      <a:pt x="6" y="37"/>
                      <a:pt x="4" y="39"/>
                      <a:pt x="2" y="38"/>
                    </a:cubicBezTo>
                    <a:cubicBezTo>
                      <a:pt x="0" y="36"/>
                      <a:pt x="0" y="33"/>
                      <a:pt x="1" y="31"/>
                    </a:cubicBezTo>
                    <a:cubicBezTo>
                      <a:pt x="2" y="28"/>
                      <a:pt x="6" y="26"/>
                      <a:pt x="7" y="23"/>
                    </a:cubicBezTo>
                    <a:cubicBezTo>
                      <a:pt x="10" y="20"/>
                      <a:pt x="9" y="15"/>
                      <a:pt x="11" y="12"/>
                    </a:cubicBezTo>
                    <a:cubicBezTo>
                      <a:pt x="12" y="9"/>
                      <a:pt x="14" y="5"/>
                      <a:pt x="16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7" name="Freeform 2599">
                <a:extLst>
                  <a:ext uri="{FF2B5EF4-FFF2-40B4-BE49-F238E27FC236}">
                    <a16:creationId xmlns:a16="http://schemas.microsoft.com/office/drawing/2014/main" id="{861A878E-5373-7942-A1EF-90801C3A5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3" y="3211"/>
                <a:ext cx="8" cy="6"/>
              </a:xfrm>
              <a:custGeom>
                <a:avLst/>
                <a:gdLst>
                  <a:gd name="T0" fmla="*/ 1 w 20"/>
                  <a:gd name="T1" fmla="*/ 5 h 16"/>
                  <a:gd name="T2" fmla="*/ 1 w 20"/>
                  <a:gd name="T3" fmla="*/ 5 h 16"/>
                  <a:gd name="T4" fmla="*/ 1 w 20"/>
                  <a:gd name="T5" fmla="*/ 2 h 16"/>
                  <a:gd name="T6" fmla="*/ 3 w 20"/>
                  <a:gd name="T7" fmla="*/ 1 h 16"/>
                  <a:gd name="T8" fmla="*/ 6 w 20"/>
                  <a:gd name="T9" fmla="*/ 0 h 16"/>
                  <a:gd name="T10" fmla="*/ 9 w 20"/>
                  <a:gd name="T11" fmla="*/ 0 h 16"/>
                  <a:gd name="T12" fmla="*/ 12 w 20"/>
                  <a:gd name="T13" fmla="*/ 0 h 16"/>
                  <a:gd name="T14" fmla="*/ 14 w 20"/>
                  <a:gd name="T15" fmla="*/ 1 h 16"/>
                  <a:gd name="T16" fmla="*/ 16 w 20"/>
                  <a:gd name="T17" fmla="*/ 2 h 16"/>
                  <a:gd name="T18" fmla="*/ 18 w 20"/>
                  <a:gd name="T19" fmla="*/ 3 h 16"/>
                  <a:gd name="T20" fmla="*/ 19 w 20"/>
                  <a:gd name="T21" fmla="*/ 4 h 16"/>
                  <a:gd name="T22" fmla="*/ 19 w 20"/>
                  <a:gd name="T23" fmla="*/ 6 h 16"/>
                  <a:gd name="T24" fmla="*/ 18 w 20"/>
                  <a:gd name="T25" fmla="*/ 8 h 16"/>
                  <a:gd name="T26" fmla="*/ 15 w 20"/>
                  <a:gd name="T27" fmla="*/ 13 h 16"/>
                  <a:gd name="T28" fmla="*/ 12 w 20"/>
                  <a:gd name="T29" fmla="*/ 15 h 16"/>
                  <a:gd name="T30" fmla="*/ 9 w 20"/>
                  <a:gd name="T31" fmla="*/ 11 h 16"/>
                  <a:gd name="T32" fmla="*/ 6 w 20"/>
                  <a:gd name="T33" fmla="*/ 7 h 16"/>
                  <a:gd name="T34" fmla="*/ 4 w 20"/>
                  <a:gd name="T35" fmla="*/ 7 h 16"/>
                  <a:gd name="T36" fmla="*/ 1 w 20"/>
                  <a:gd name="T37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16"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4" y="1"/>
                      <a:pt x="5" y="1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2" y="0"/>
                      <a:pt x="13" y="0"/>
                      <a:pt x="14" y="1"/>
                    </a:cubicBezTo>
                    <a:cubicBezTo>
                      <a:pt x="15" y="1"/>
                      <a:pt x="15" y="2"/>
                      <a:pt x="16" y="2"/>
                    </a:cubicBezTo>
                    <a:cubicBezTo>
                      <a:pt x="17" y="2"/>
                      <a:pt x="17" y="3"/>
                      <a:pt x="18" y="3"/>
                    </a:cubicBezTo>
                    <a:cubicBezTo>
                      <a:pt x="18" y="3"/>
                      <a:pt x="19" y="4"/>
                      <a:pt x="19" y="4"/>
                    </a:cubicBezTo>
                    <a:cubicBezTo>
                      <a:pt x="20" y="5"/>
                      <a:pt x="20" y="5"/>
                      <a:pt x="19" y="6"/>
                    </a:cubicBezTo>
                    <a:cubicBezTo>
                      <a:pt x="19" y="7"/>
                      <a:pt x="18" y="7"/>
                      <a:pt x="18" y="8"/>
                    </a:cubicBezTo>
                    <a:cubicBezTo>
                      <a:pt x="16" y="9"/>
                      <a:pt x="16" y="11"/>
                      <a:pt x="15" y="13"/>
                    </a:cubicBezTo>
                    <a:cubicBezTo>
                      <a:pt x="14" y="14"/>
                      <a:pt x="13" y="16"/>
                      <a:pt x="12" y="15"/>
                    </a:cubicBezTo>
                    <a:cubicBezTo>
                      <a:pt x="11" y="14"/>
                      <a:pt x="10" y="13"/>
                      <a:pt x="9" y="11"/>
                    </a:cubicBezTo>
                    <a:cubicBezTo>
                      <a:pt x="8" y="10"/>
                      <a:pt x="8" y="7"/>
                      <a:pt x="6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3" y="6"/>
                      <a:pt x="2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8" name="Freeform 2600">
                <a:extLst>
                  <a:ext uri="{FF2B5EF4-FFF2-40B4-BE49-F238E27FC236}">
                    <a16:creationId xmlns:a16="http://schemas.microsoft.com/office/drawing/2014/main" id="{84C6B53E-8BD8-1B4D-BC02-2035C5587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1" y="3206"/>
                <a:ext cx="6" cy="4"/>
              </a:xfrm>
              <a:custGeom>
                <a:avLst/>
                <a:gdLst>
                  <a:gd name="T0" fmla="*/ 3 w 13"/>
                  <a:gd name="T1" fmla="*/ 8 h 10"/>
                  <a:gd name="T2" fmla="*/ 2 w 13"/>
                  <a:gd name="T3" fmla="*/ 8 h 10"/>
                  <a:gd name="T4" fmla="*/ 2 w 13"/>
                  <a:gd name="T5" fmla="*/ 7 h 10"/>
                  <a:gd name="T6" fmla="*/ 1 w 13"/>
                  <a:gd name="T7" fmla="*/ 7 h 10"/>
                  <a:gd name="T8" fmla="*/ 0 w 13"/>
                  <a:gd name="T9" fmla="*/ 7 h 10"/>
                  <a:gd name="T10" fmla="*/ 0 w 13"/>
                  <a:gd name="T11" fmla="*/ 4 h 10"/>
                  <a:gd name="T12" fmla="*/ 2 w 13"/>
                  <a:gd name="T13" fmla="*/ 1 h 10"/>
                  <a:gd name="T14" fmla="*/ 5 w 13"/>
                  <a:gd name="T15" fmla="*/ 1 h 10"/>
                  <a:gd name="T16" fmla="*/ 7 w 13"/>
                  <a:gd name="T17" fmla="*/ 1 h 10"/>
                  <a:gd name="T18" fmla="*/ 9 w 13"/>
                  <a:gd name="T19" fmla="*/ 2 h 10"/>
                  <a:gd name="T20" fmla="*/ 11 w 13"/>
                  <a:gd name="T21" fmla="*/ 3 h 10"/>
                  <a:gd name="T22" fmla="*/ 11 w 13"/>
                  <a:gd name="T23" fmla="*/ 4 h 10"/>
                  <a:gd name="T24" fmla="*/ 13 w 13"/>
                  <a:gd name="T25" fmla="*/ 6 h 10"/>
                  <a:gd name="T26" fmla="*/ 12 w 13"/>
                  <a:gd name="T27" fmla="*/ 9 h 10"/>
                  <a:gd name="T28" fmla="*/ 11 w 13"/>
                  <a:gd name="T29" fmla="*/ 10 h 10"/>
                  <a:gd name="T30" fmla="*/ 8 w 13"/>
                  <a:gd name="T31" fmla="*/ 10 h 10"/>
                  <a:gd name="T32" fmla="*/ 5 w 13"/>
                  <a:gd name="T33" fmla="*/ 9 h 10"/>
                  <a:gd name="T34" fmla="*/ 4 w 13"/>
                  <a:gd name="T35" fmla="*/ 9 h 10"/>
                  <a:gd name="T36" fmla="*/ 3 w 13"/>
                  <a:gd name="T37" fmla="*/ 8 h 10"/>
                  <a:gd name="T38" fmla="*/ 3 w 13"/>
                  <a:gd name="T3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10">
                    <a:moveTo>
                      <a:pt x="3" y="8"/>
                    </a:move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8" y="1"/>
                      <a:pt x="8" y="1"/>
                      <a:pt x="9" y="2"/>
                    </a:cubicBezTo>
                    <a:cubicBezTo>
                      <a:pt x="10" y="2"/>
                      <a:pt x="10" y="2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5"/>
                      <a:pt x="12" y="5"/>
                      <a:pt x="13" y="6"/>
                    </a:cubicBezTo>
                    <a:cubicBezTo>
                      <a:pt x="13" y="7"/>
                      <a:pt x="13" y="9"/>
                      <a:pt x="12" y="9"/>
                    </a:cubicBezTo>
                    <a:cubicBezTo>
                      <a:pt x="12" y="10"/>
                      <a:pt x="11" y="10"/>
                      <a:pt x="11" y="10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7" y="10"/>
                      <a:pt x="6" y="9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9" name="Freeform 2601">
                <a:extLst>
                  <a:ext uri="{FF2B5EF4-FFF2-40B4-BE49-F238E27FC236}">
                    <a16:creationId xmlns:a16="http://schemas.microsoft.com/office/drawing/2014/main" id="{690D8396-049F-EB42-8D01-ECB60E4AD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0" y="3126"/>
                <a:ext cx="457" cy="366"/>
              </a:xfrm>
              <a:custGeom>
                <a:avLst/>
                <a:gdLst>
                  <a:gd name="T0" fmla="*/ 1072 w 1123"/>
                  <a:gd name="T1" fmla="*/ 239 h 899"/>
                  <a:gd name="T2" fmla="*/ 967 w 1123"/>
                  <a:gd name="T3" fmla="*/ 331 h 899"/>
                  <a:gd name="T4" fmla="*/ 981 w 1123"/>
                  <a:gd name="T5" fmla="*/ 384 h 899"/>
                  <a:gd name="T6" fmla="*/ 985 w 1123"/>
                  <a:gd name="T7" fmla="*/ 446 h 899"/>
                  <a:gd name="T8" fmla="*/ 1033 w 1123"/>
                  <a:gd name="T9" fmla="*/ 547 h 899"/>
                  <a:gd name="T10" fmla="*/ 1020 w 1123"/>
                  <a:gd name="T11" fmla="*/ 569 h 899"/>
                  <a:gd name="T12" fmla="*/ 1016 w 1123"/>
                  <a:gd name="T13" fmla="*/ 635 h 899"/>
                  <a:gd name="T14" fmla="*/ 984 w 1123"/>
                  <a:gd name="T15" fmla="*/ 625 h 899"/>
                  <a:gd name="T16" fmla="*/ 990 w 1123"/>
                  <a:gd name="T17" fmla="*/ 699 h 899"/>
                  <a:gd name="T18" fmla="*/ 973 w 1123"/>
                  <a:gd name="T19" fmla="*/ 695 h 899"/>
                  <a:gd name="T20" fmla="*/ 1030 w 1123"/>
                  <a:gd name="T21" fmla="*/ 824 h 899"/>
                  <a:gd name="T22" fmla="*/ 1000 w 1123"/>
                  <a:gd name="T23" fmla="*/ 856 h 899"/>
                  <a:gd name="T24" fmla="*/ 936 w 1123"/>
                  <a:gd name="T25" fmla="*/ 820 h 899"/>
                  <a:gd name="T26" fmla="*/ 883 w 1123"/>
                  <a:gd name="T27" fmla="*/ 826 h 899"/>
                  <a:gd name="T28" fmla="*/ 873 w 1123"/>
                  <a:gd name="T29" fmla="*/ 811 h 899"/>
                  <a:gd name="T30" fmla="*/ 828 w 1123"/>
                  <a:gd name="T31" fmla="*/ 806 h 899"/>
                  <a:gd name="T32" fmla="*/ 851 w 1123"/>
                  <a:gd name="T33" fmla="*/ 754 h 899"/>
                  <a:gd name="T34" fmla="*/ 835 w 1123"/>
                  <a:gd name="T35" fmla="*/ 706 h 899"/>
                  <a:gd name="T36" fmla="*/ 806 w 1123"/>
                  <a:gd name="T37" fmla="*/ 664 h 899"/>
                  <a:gd name="T38" fmla="*/ 835 w 1123"/>
                  <a:gd name="T39" fmla="*/ 631 h 899"/>
                  <a:gd name="T40" fmla="*/ 724 w 1123"/>
                  <a:gd name="T41" fmla="*/ 601 h 899"/>
                  <a:gd name="T42" fmla="*/ 642 w 1123"/>
                  <a:gd name="T43" fmla="*/ 690 h 899"/>
                  <a:gd name="T44" fmla="*/ 598 w 1123"/>
                  <a:gd name="T45" fmla="*/ 806 h 899"/>
                  <a:gd name="T46" fmla="*/ 572 w 1123"/>
                  <a:gd name="T47" fmla="*/ 845 h 899"/>
                  <a:gd name="T48" fmla="*/ 517 w 1123"/>
                  <a:gd name="T49" fmla="*/ 858 h 899"/>
                  <a:gd name="T50" fmla="*/ 510 w 1123"/>
                  <a:gd name="T51" fmla="*/ 811 h 899"/>
                  <a:gd name="T52" fmla="*/ 442 w 1123"/>
                  <a:gd name="T53" fmla="*/ 739 h 899"/>
                  <a:gd name="T54" fmla="*/ 369 w 1123"/>
                  <a:gd name="T55" fmla="*/ 716 h 899"/>
                  <a:gd name="T56" fmla="*/ 249 w 1123"/>
                  <a:gd name="T57" fmla="*/ 671 h 899"/>
                  <a:gd name="T58" fmla="*/ 235 w 1123"/>
                  <a:gd name="T59" fmla="*/ 580 h 899"/>
                  <a:gd name="T60" fmla="*/ 149 w 1123"/>
                  <a:gd name="T61" fmla="*/ 506 h 899"/>
                  <a:gd name="T62" fmla="*/ 91 w 1123"/>
                  <a:gd name="T63" fmla="*/ 428 h 899"/>
                  <a:gd name="T64" fmla="*/ 16 w 1123"/>
                  <a:gd name="T65" fmla="*/ 443 h 899"/>
                  <a:gd name="T66" fmla="*/ 0 w 1123"/>
                  <a:gd name="T67" fmla="*/ 392 h 899"/>
                  <a:gd name="T68" fmla="*/ 60 w 1123"/>
                  <a:gd name="T69" fmla="*/ 338 h 899"/>
                  <a:gd name="T70" fmla="*/ 204 w 1123"/>
                  <a:gd name="T71" fmla="*/ 372 h 899"/>
                  <a:gd name="T72" fmla="*/ 341 w 1123"/>
                  <a:gd name="T73" fmla="*/ 293 h 899"/>
                  <a:gd name="T74" fmla="*/ 213 w 1123"/>
                  <a:gd name="T75" fmla="*/ 234 h 899"/>
                  <a:gd name="T76" fmla="*/ 199 w 1123"/>
                  <a:gd name="T77" fmla="*/ 151 h 899"/>
                  <a:gd name="T78" fmla="*/ 288 w 1123"/>
                  <a:gd name="T79" fmla="*/ 143 h 899"/>
                  <a:gd name="T80" fmla="*/ 365 w 1123"/>
                  <a:gd name="T81" fmla="*/ 205 h 899"/>
                  <a:gd name="T82" fmla="*/ 446 w 1123"/>
                  <a:gd name="T83" fmla="*/ 236 h 899"/>
                  <a:gd name="T84" fmla="*/ 532 w 1123"/>
                  <a:gd name="T85" fmla="*/ 237 h 899"/>
                  <a:gd name="T86" fmla="*/ 557 w 1123"/>
                  <a:gd name="T87" fmla="*/ 164 h 899"/>
                  <a:gd name="T88" fmla="*/ 609 w 1123"/>
                  <a:gd name="T89" fmla="*/ 53 h 899"/>
                  <a:gd name="T90" fmla="*/ 781 w 1123"/>
                  <a:gd name="T91" fmla="*/ 107 h 899"/>
                  <a:gd name="T92" fmla="*/ 900 w 1123"/>
                  <a:gd name="T93" fmla="*/ 180 h 899"/>
                  <a:gd name="T94" fmla="*/ 970 w 1123"/>
                  <a:gd name="T95" fmla="*/ 216 h 899"/>
                  <a:gd name="T96" fmla="*/ 1023 w 1123"/>
                  <a:gd name="T97" fmla="*/ 189 h 899"/>
                  <a:gd name="T98" fmla="*/ 1094 w 1123"/>
                  <a:gd name="T99" fmla="*/ 211 h 8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23" h="899">
                    <a:moveTo>
                      <a:pt x="1123" y="256"/>
                    </a:moveTo>
                    <a:cubicBezTo>
                      <a:pt x="1116" y="259"/>
                      <a:pt x="1116" y="259"/>
                      <a:pt x="1116" y="259"/>
                    </a:cubicBezTo>
                    <a:cubicBezTo>
                      <a:pt x="1099" y="240"/>
                      <a:pt x="1099" y="240"/>
                      <a:pt x="1099" y="240"/>
                    </a:cubicBezTo>
                    <a:cubicBezTo>
                      <a:pt x="1072" y="239"/>
                      <a:pt x="1072" y="239"/>
                      <a:pt x="1072" y="239"/>
                    </a:cubicBezTo>
                    <a:cubicBezTo>
                      <a:pt x="1040" y="257"/>
                      <a:pt x="1040" y="257"/>
                      <a:pt x="1040" y="257"/>
                    </a:cubicBezTo>
                    <a:cubicBezTo>
                      <a:pt x="1013" y="255"/>
                      <a:pt x="1013" y="255"/>
                      <a:pt x="1013" y="255"/>
                    </a:cubicBezTo>
                    <a:cubicBezTo>
                      <a:pt x="1010" y="278"/>
                      <a:pt x="1010" y="278"/>
                      <a:pt x="1010" y="278"/>
                    </a:cubicBezTo>
                    <a:cubicBezTo>
                      <a:pt x="967" y="331"/>
                      <a:pt x="967" y="331"/>
                      <a:pt x="967" y="331"/>
                    </a:cubicBezTo>
                    <a:cubicBezTo>
                      <a:pt x="962" y="339"/>
                      <a:pt x="962" y="339"/>
                      <a:pt x="962" y="339"/>
                    </a:cubicBezTo>
                    <a:cubicBezTo>
                      <a:pt x="964" y="351"/>
                      <a:pt x="964" y="351"/>
                      <a:pt x="964" y="351"/>
                    </a:cubicBezTo>
                    <a:cubicBezTo>
                      <a:pt x="965" y="374"/>
                      <a:pt x="965" y="374"/>
                      <a:pt x="965" y="374"/>
                    </a:cubicBezTo>
                    <a:cubicBezTo>
                      <a:pt x="981" y="384"/>
                      <a:pt x="981" y="384"/>
                      <a:pt x="981" y="384"/>
                    </a:cubicBezTo>
                    <a:cubicBezTo>
                      <a:pt x="981" y="391"/>
                      <a:pt x="981" y="391"/>
                      <a:pt x="981" y="391"/>
                    </a:cubicBezTo>
                    <a:cubicBezTo>
                      <a:pt x="973" y="402"/>
                      <a:pt x="973" y="402"/>
                      <a:pt x="973" y="402"/>
                    </a:cubicBezTo>
                    <a:cubicBezTo>
                      <a:pt x="983" y="421"/>
                      <a:pt x="983" y="421"/>
                      <a:pt x="983" y="421"/>
                    </a:cubicBezTo>
                    <a:cubicBezTo>
                      <a:pt x="985" y="446"/>
                      <a:pt x="985" y="446"/>
                      <a:pt x="985" y="446"/>
                    </a:cubicBezTo>
                    <a:cubicBezTo>
                      <a:pt x="998" y="470"/>
                      <a:pt x="998" y="470"/>
                      <a:pt x="998" y="470"/>
                    </a:cubicBezTo>
                    <a:cubicBezTo>
                      <a:pt x="995" y="484"/>
                      <a:pt x="995" y="484"/>
                      <a:pt x="995" y="484"/>
                    </a:cubicBezTo>
                    <a:cubicBezTo>
                      <a:pt x="995" y="525"/>
                      <a:pt x="995" y="525"/>
                      <a:pt x="995" y="525"/>
                    </a:cubicBezTo>
                    <a:cubicBezTo>
                      <a:pt x="1033" y="547"/>
                      <a:pt x="1033" y="547"/>
                      <a:pt x="1033" y="547"/>
                    </a:cubicBezTo>
                    <a:cubicBezTo>
                      <a:pt x="1034" y="556"/>
                      <a:pt x="1034" y="556"/>
                      <a:pt x="1034" y="556"/>
                    </a:cubicBezTo>
                    <a:cubicBezTo>
                      <a:pt x="1052" y="565"/>
                      <a:pt x="1052" y="565"/>
                      <a:pt x="1052" y="565"/>
                    </a:cubicBezTo>
                    <a:cubicBezTo>
                      <a:pt x="1037" y="577"/>
                      <a:pt x="1037" y="577"/>
                      <a:pt x="1037" y="577"/>
                    </a:cubicBezTo>
                    <a:cubicBezTo>
                      <a:pt x="1020" y="569"/>
                      <a:pt x="1020" y="569"/>
                      <a:pt x="1020" y="569"/>
                    </a:cubicBezTo>
                    <a:cubicBezTo>
                      <a:pt x="1014" y="574"/>
                      <a:pt x="1014" y="574"/>
                      <a:pt x="1014" y="574"/>
                    </a:cubicBezTo>
                    <a:cubicBezTo>
                      <a:pt x="1034" y="635"/>
                      <a:pt x="1034" y="635"/>
                      <a:pt x="1034" y="635"/>
                    </a:cubicBezTo>
                    <a:cubicBezTo>
                      <a:pt x="1026" y="641"/>
                      <a:pt x="1026" y="641"/>
                      <a:pt x="1026" y="641"/>
                    </a:cubicBezTo>
                    <a:cubicBezTo>
                      <a:pt x="1016" y="635"/>
                      <a:pt x="1016" y="635"/>
                      <a:pt x="1016" y="635"/>
                    </a:cubicBezTo>
                    <a:cubicBezTo>
                      <a:pt x="1005" y="642"/>
                      <a:pt x="1005" y="642"/>
                      <a:pt x="1005" y="642"/>
                    </a:cubicBezTo>
                    <a:cubicBezTo>
                      <a:pt x="997" y="642"/>
                      <a:pt x="997" y="642"/>
                      <a:pt x="997" y="642"/>
                    </a:cubicBezTo>
                    <a:cubicBezTo>
                      <a:pt x="988" y="627"/>
                      <a:pt x="988" y="627"/>
                      <a:pt x="988" y="627"/>
                    </a:cubicBezTo>
                    <a:cubicBezTo>
                      <a:pt x="984" y="625"/>
                      <a:pt x="984" y="625"/>
                      <a:pt x="984" y="625"/>
                    </a:cubicBezTo>
                    <a:cubicBezTo>
                      <a:pt x="977" y="637"/>
                      <a:pt x="977" y="637"/>
                      <a:pt x="977" y="637"/>
                    </a:cubicBezTo>
                    <a:cubicBezTo>
                      <a:pt x="971" y="641"/>
                      <a:pt x="971" y="641"/>
                      <a:pt x="971" y="641"/>
                    </a:cubicBezTo>
                    <a:cubicBezTo>
                      <a:pt x="978" y="674"/>
                      <a:pt x="978" y="674"/>
                      <a:pt x="978" y="674"/>
                    </a:cubicBezTo>
                    <a:cubicBezTo>
                      <a:pt x="990" y="699"/>
                      <a:pt x="990" y="699"/>
                      <a:pt x="990" y="699"/>
                    </a:cubicBezTo>
                    <a:cubicBezTo>
                      <a:pt x="983" y="724"/>
                      <a:pt x="983" y="724"/>
                      <a:pt x="983" y="724"/>
                    </a:cubicBezTo>
                    <a:cubicBezTo>
                      <a:pt x="979" y="714"/>
                      <a:pt x="979" y="714"/>
                      <a:pt x="979" y="714"/>
                    </a:cubicBezTo>
                    <a:cubicBezTo>
                      <a:pt x="980" y="693"/>
                      <a:pt x="980" y="693"/>
                      <a:pt x="980" y="693"/>
                    </a:cubicBezTo>
                    <a:cubicBezTo>
                      <a:pt x="973" y="695"/>
                      <a:pt x="973" y="695"/>
                      <a:pt x="973" y="695"/>
                    </a:cubicBezTo>
                    <a:cubicBezTo>
                      <a:pt x="973" y="720"/>
                      <a:pt x="973" y="720"/>
                      <a:pt x="973" y="720"/>
                    </a:cubicBezTo>
                    <a:cubicBezTo>
                      <a:pt x="1000" y="751"/>
                      <a:pt x="1000" y="751"/>
                      <a:pt x="1000" y="751"/>
                    </a:cubicBezTo>
                    <a:cubicBezTo>
                      <a:pt x="1012" y="783"/>
                      <a:pt x="1012" y="783"/>
                      <a:pt x="1012" y="783"/>
                    </a:cubicBezTo>
                    <a:cubicBezTo>
                      <a:pt x="1030" y="824"/>
                      <a:pt x="1030" y="824"/>
                      <a:pt x="1030" y="824"/>
                    </a:cubicBezTo>
                    <a:cubicBezTo>
                      <a:pt x="1015" y="839"/>
                      <a:pt x="1015" y="839"/>
                      <a:pt x="1015" y="839"/>
                    </a:cubicBezTo>
                    <a:cubicBezTo>
                      <a:pt x="1016" y="841"/>
                      <a:pt x="1016" y="841"/>
                      <a:pt x="1016" y="841"/>
                    </a:cubicBezTo>
                    <a:cubicBezTo>
                      <a:pt x="1012" y="841"/>
                      <a:pt x="1012" y="841"/>
                      <a:pt x="1012" y="841"/>
                    </a:cubicBezTo>
                    <a:cubicBezTo>
                      <a:pt x="1000" y="856"/>
                      <a:pt x="1000" y="856"/>
                      <a:pt x="1000" y="856"/>
                    </a:cubicBezTo>
                    <a:cubicBezTo>
                      <a:pt x="989" y="858"/>
                      <a:pt x="989" y="858"/>
                      <a:pt x="989" y="858"/>
                    </a:cubicBezTo>
                    <a:cubicBezTo>
                      <a:pt x="945" y="830"/>
                      <a:pt x="945" y="830"/>
                      <a:pt x="945" y="830"/>
                    </a:cubicBezTo>
                    <a:cubicBezTo>
                      <a:pt x="938" y="829"/>
                      <a:pt x="938" y="829"/>
                      <a:pt x="938" y="829"/>
                    </a:cubicBezTo>
                    <a:cubicBezTo>
                      <a:pt x="936" y="820"/>
                      <a:pt x="936" y="820"/>
                      <a:pt x="936" y="820"/>
                    </a:cubicBezTo>
                    <a:cubicBezTo>
                      <a:pt x="931" y="819"/>
                      <a:pt x="931" y="819"/>
                      <a:pt x="931" y="819"/>
                    </a:cubicBezTo>
                    <a:cubicBezTo>
                      <a:pt x="921" y="833"/>
                      <a:pt x="921" y="833"/>
                      <a:pt x="921" y="833"/>
                    </a:cubicBezTo>
                    <a:cubicBezTo>
                      <a:pt x="898" y="825"/>
                      <a:pt x="898" y="825"/>
                      <a:pt x="898" y="825"/>
                    </a:cubicBezTo>
                    <a:cubicBezTo>
                      <a:pt x="883" y="826"/>
                      <a:pt x="883" y="826"/>
                      <a:pt x="883" y="826"/>
                    </a:cubicBezTo>
                    <a:cubicBezTo>
                      <a:pt x="882" y="820"/>
                      <a:pt x="882" y="820"/>
                      <a:pt x="882" y="820"/>
                    </a:cubicBezTo>
                    <a:cubicBezTo>
                      <a:pt x="888" y="817"/>
                      <a:pt x="888" y="817"/>
                      <a:pt x="888" y="817"/>
                    </a:cubicBezTo>
                    <a:cubicBezTo>
                      <a:pt x="885" y="813"/>
                      <a:pt x="885" y="813"/>
                      <a:pt x="885" y="813"/>
                    </a:cubicBezTo>
                    <a:cubicBezTo>
                      <a:pt x="873" y="811"/>
                      <a:pt x="873" y="811"/>
                      <a:pt x="873" y="811"/>
                    </a:cubicBezTo>
                    <a:cubicBezTo>
                      <a:pt x="867" y="805"/>
                      <a:pt x="867" y="805"/>
                      <a:pt x="867" y="805"/>
                    </a:cubicBezTo>
                    <a:cubicBezTo>
                      <a:pt x="857" y="813"/>
                      <a:pt x="857" y="813"/>
                      <a:pt x="857" y="813"/>
                    </a:cubicBezTo>
                    <a:cubicBezTo>
                      <a:pt x="849" y="805"/>
                      <a:pt x="849" y="805"/>
                      <a:pt x="849" y="805"/>
                    </a:cubicBezTo>
                    <a:cubicBezTo>
                      <a:pt x="828" y="806"/>
                      <a:pt x="828" y="806"/>
                      <a:pt x="828" y="806"/>
                    </a:cubicBezTo>
                    <a:cubicBezTo>
                      <a:pt x="814" y="786"/>
                      <a:pt x="814" y="786"/>
                      <a:pt x="814" y="786"/>
                    </a:cubicBezTo>
                    <a:cubicBezTo>
                      <a:pt x="821" y="783"/>
                      <a:pt x="821" y="783"/>
                      <a:pt x="821" y="783"/>
                    </a:cubicBezTo>
                    <a:cubicBezTo>
                      <a:pt x="826" y="768"/>
                      <a:pt x="826" y="768"/>
                      <a:pt x="826" y="768"/>
                    </a:cubicBezTo>
                    <a:cubicBezTo>
                      <a:pt x="851" y="754"/>
                      <a:pt x="851" y="754"/>
                      <a:pt x="851" y="754"/>
                    </a:cubicBezTo>
                    <a:cubicBezTo>
                      <a:pt x="867" y="737"/>
                      <a:pt x="867" y="737"/>
                      <a:pt x="867" y="737"/>
                    </a:cubicBezTo>
                    <a:cubicBezTo>
                      <a:pt x="862" y="716"/>
                      <a:pt x="862" y="716"/>
                      <a:pt x="862" y="716"/>
                    </a:cubicBezTo>
                    <a:cubicBezTo>
                      <a:pt x="847" y="707"/>
                      <a:pt x="847" y="707"/>
                      <a:pt x="847" y="707"/>
                    </a:cubicBezTo>
                    <a:cubicBezTo>
                      <a:pt x="835" y="706"/>
                      <a:pt x="835" y="706"/>
                      <a:pt x="835" y="706"/>
                    </a:cubicBezTo>
                    <a:cubicBezTo>
                      <a:pt x="821" y="701"/>
                      <a:pt x="821" y="701"/>
                      <a:pt x="821" y="701"/>
                    </a:cubicBezTo>
                    <a:cubicBezTo>
                      <a:pt x="804" y="693"/>
                      <a:pt x="804" y="693"/>
                      <a:pt x="804" y="693"/>
                    </a:cubicBezTo>
                    <a:cubicBezTo>
                      <a:pt x="800" y="681"/>
                      <a:pt x="800" y="681"/>
                      <a:pt x="800" y="681"/>
                    </a:cubicBezTo>
                    <a:cubicBezTo>
                      <a:pt x="806" y="664"/>
                      <a:pt x="806" y="664"/>
                      <a:pt x="806" y="664"/>
                    </a:cubicBezTo>
                    <a:cubicBezTo>
                      <a:pt x="818" y="658"/>
                      <a:pt x="818" y="658"/>
                      <a:pt x="818" y="658"/>
                    </a:cubicBezTo>
                    <a:cubicBezTo>
                      <a:pt x="822" y="643"/>
                      <a:pt x="822" y="643"/>
                      <a:pt x="822" y="643"/>
                    </a:cubicBezTo>
                    <a:cubicBezTo>
                      <a:pt x="835" y="639"/>
                      <a:pt x="835" y="639"/>
                      <a:pt x="835" y="639"/>
                    </a:cubicBezTo>
                    <a:cubicBezTo>
                      <a:pt x="835" y="631"/>
                      <a:pt x="835" y="631"/>
                      <a:pt x="835" y="631"/>
                    </a:cubicBezTo>
                    <a:cubicBezTo>
                      <a:pt x="829" y="631"/>
                      <a:pt x="829" y="631"/>
                      <a:pt x="829" y="631"/>
                    </a:cubicBezTo>
                    <a:cubicBezTo>
                      <a:pt x="738" y="583"/>
                      <a:pt x="738" y="583"/>
                      <a:pt x="738" y="583"/>
                    </a:cubicBezTo>
                    <a:cubicBezTo>
                      <a:pt x="722" y="586"/>
                      <a:pt x="722" y="586"/>
                      <a:pt x="722" y="586"/>
                    </a:cubicBezTo>
                    <a:cubicBezTo>
                      <a:pt x="724" y="601"/>
                      <a:pt x="724" y="601"/>
                      <a:pt x="724" y="601"/>
                    </a:cubicBezTo>
                    <a:cubicBezTo>
                      <a:pt x="720" y="601"/>
                      <a:pt x="720" y="601"/>
                      <a:pt x="720" y="601"/>
                    </a:cubicBezTo>
                    <a:cubicBezTo>
                      <a:pt x="694" y="620"/>
                      <a:pt x="694" y="620"/>
                      <a:pt x="694" y="620"/>
                    </a:cubicBezTo>
                    <a:cubicBezTo>
                      <a:pt x="686" y="648"/>
                      <a:pt x="686" y="648"/>
                      <a:pt x="686" y="648"/>
                    </a:cubicBezTo>
                    <a:cubicBezTo>
                      <a:pt x="642" y="690"/>
                      <a:pt x="642" y="690"/>
                      <a:pt x="642" y="690"/>
                    </a:cubicBezTo>
                    <a:cubicBezTo>
                      <a:pt x="641" y="714"/>
                      <a:pt x="641" y="714"/>
                      <a:pt x="641" y="714"/>
                    </a:cubicBezTo>
                    <a:cubicBezTo>
                      <a:pt x="609" y="760"/>
                      <a:pt x="609" y="760"/>
                      <a:pt x="609" y="760"/>
                    </a:cubicBezTo>
                    <a:cubicBezTo>
                      <a:pt x="604" y="760"/>
                      <a:pt x="604" y="760"/>
                      <a:pt x="604" y="760"/>
                    </a:cubicBezTo>
                    <a:cubicBezTo>
                      <a:pt x="598" y="806"/>
                      <a:pt x="598" y="806"/>
                      <a:pt x="598" y="806"/>
                    </a:cubicBezTo>
                    <a:cubicBezTo>
                      <a:pt x="591" y="809"/>
                      <a:pt x="591" y="809"/>
                      <a:pt x="591" y="809"/>
                    </a:cubicBezTo>
                    <a:cubicBezTo>
                      <a:pt x="583" y="804"/>
                      <a:pt x="583" y="804"/>
                      <a:pt x="583" y="804"/>
                    </a:cubicBezTo>
                    <a:cubicBezTo>
                      <a:pt x="576" y="810"/>
                      <a:pt x="576" y="810"/>
                      <a:pt x="576" y="810"/>
                    </a:cubicBezTo>
                    <a:cubicBezTo>
                      <a:pt x="572" y="845"/>
                      <a:pt x="572" y="845"/>
                      <a:pt x="572" y="845"/>
                    </a:cubicBezTo>
                    <a:cubicBezTo>
                      <a:pt x="556" y="859"/>
                      <a:pt x="556" y="859"/>
                      <a:pt x="556" y="859"/>
                    </a:cubicBezTo>
                    <a:cubicBezTo>
                      <a:pt x="550" y="882"/>
                      <a:pt x="550" y="882"/>
                      <a:pt x="550" y="882"/>
                    </a:cubicBezTo>
                    <a:cubicBezTo>
                      <a:pt x="537" y="899"/>
                      <a:pt x="537" y="899"/>
                      <a:pt x="537" y="899"/>
                    </a:cubicBezTo>
                    <a:cubicBezTo>
                      <a:pt x="517" y="858"/>
                      <a:pt x="517" y="858"/>
                      <a:pt x="517" y="858"/>
                    </a:cubicBezTo>
                    <a:cubicBezTo>
                      <a:pt x="495" y="846"/>
                      <a:pt x="495" y="846"/>
                      <a:pt x="495" y="846"/>
                    </a:cubicBezTo>
                    <a:cubicBezTo>
                      <a:pt x="483" y="828"/>
                      <a:pt x="483" y="828"/>
                      <a:pt x="483" y="828"/>
                    </a:cubicBezTo>
                    <a:cubicBezTo>
                      <a:pt x="508" y="828"/>
                      <a:pt x="508" y="828"/>
                      <a:pt x="508" y="828"/>
                    </a:cubicBezTo>
                    <a:cubicBezTo>
                      <a:pt x="510" y="811"/>
                      <a:pt x="510" y="811"/>
                      <a:pt x="510" y="811"/>
                    </a:cubicBezTo>
                    <a:cubicBezTo>
                      <a:pt x="472" y="798"/>
                      <a:pt x="472" y="798"/>
                      <a:pt x="472" y="798"/>
                    </a:cubicBezTo>
                    <a:cubicBezTo>
                      <a:pt x="448" y="773"/>
                      <a:pt x="448" y="773"/>
                      <a:pt x="448" y="773"/>
                    </a:cubicBezTo>
                    <a:cubicBezTo>
                      <a:pt x="469" y="733"/>
                      <a:pt x="469" y="733"/>
                      <a:pt x="469" y="733"/>
                    </a:cubicBezTo>
                    <a:cubicBezTo>
                      <a:pt x="442" y="739"/>
                      <a:pt x="442" y="739"/>
                      <a:pt x="442" y="739"/>
                    </a:cubicBezTo>
                    <a:cubicBezTo>
                      <a:pt x="438" y="725"/>
                      <a:pt x="438" y="725"/>
                      <a:pt x="438" y="725"/>
                    </a:cubicBezTo>
                    <a:cubicBezTo>
                      <a:pt x="399" y="738"/>
                      <a:pt x="399" y="738"/>
                      <a:pt x="399" y="738"/>
                    </a:cubicBezTo>
                    <a:cubicBezTo>
                      <a:pt x="375" y="733"/>
                      <a:pt x="375" y="733"/>
                      <a:pt x="375" y="733"/>
                    </a:cubicBezTo>
                    <a:cubicBezTo>
                      <a:pt x="369" y="716"/>
                      <a:pt x="369" y="716"/>
                      <a:pt x="369" y="716"/>
                    </a:cubicBezTo>
                    <a:cubicBezTo>
                      <a:pt x="321" y="716"/>
                      <a:pt x="321" y="716"/>
                      <a:pt x="321" y="716"/>
                    </a:cubicBezTo>
                    <a:cubicBezTo>
                      <a:pt x="284" y="698"/>
                      <a:pt x="284" y="698"/>
                      <a:pt x="284" y="698"/>
                    </a:cubicBezTo>
                    <a:cubicBezTo>
                      <a:pt x="281" y="681"/>
                      <a:pt x="281" y="681"/>
                      <a:pt x="281" y="681"/>
                    </a:cubicBezTo>
                    <a:cubicBezTo>
                      <a:pt x="249" y="671"/>
                      <a:pt x="249" y="671"/>
                      <a:pt x="249" y="671"/>
                    </a:cubicBezTo>
                    <a:cubicBezTo>
                      <a:pt x="248" y="656"/>
                      <a:pt x="248" y="656"/>
                      <a:pt x="248" y="656"/>
                    </a:cubicBezTo>
                    <a:cubicBezTo>
                      <a:pt x="290" y="651"/>
                      <a:pt x="290" y="651"/>
                      <a:pt x="290" y="651"/>
                    </a:cubicBezTo>
                    <a:cubicBezTo>
                      <a:pt x="295" y="609"/>
                      <a:pt x="295" y="609"/>
                      <a:pt x="295" y="609"/>
                    </a:cubicBezTo>
                    <a:cubicBezTo>
                      <a:pt x="235" y="580"/>
                      <a:pt x="235" y="580"/>
                      <a:pt x="235" y="580"/>
                    </a:cubicBezTo>
                    <a:cubicBezTo>
                      <a:pt x="160" y="574"/>
                      <a:pt x="160" y="574"/>
                      <a:pt x="160" y="574"/>
                    </a:cubicBezTo>
                    <a:cubicBezTo>
                      <a:pt x="141" y="530"/>
                      <a:pt x="141" y="530"/>
                      <a:pt x="141" y="530"/>
                    </a:cubicBezTo>
                    <a:cubicBezTo>
                      <a:pt x="123" y="521"/>
                      <a:pt x="123" y="521"/>
                      <a:pt x="123" y="521"/>
                    </a:cubicBezTo>
                    <a:cubicBezTo>
                      <a:pt x="149" y="506"/>
                      <a:pt x="149" y="506"/>
                      <a:pt x="149" y="506"/>
                    </a:cubicBezTo>
                    <a:cubicBezTo>
                      <a:pt x="149" y="462"/>
                      <a:pt x="149" y="462"/>
                      <a:pt x="149" y="462"/>
                    </a:cubicBezTo>
                    <a:cubicBezTo>
                      <a:pt x="103" y="449"/>
                      <a:pt x="103" y="449"/>
                      <a:pt x="103" y="449"/>
                    </a:cubicBezTo>
                    <a:cubicBezTo>
                      <a:pt x="103" y="428"/>
                      <a:pt x="103" y="428"/>
                      <a:pt x="103" y="428"/>
                    </a:cubicBezTo>
                    <a:cubicBezTo>
                      <a:pt x="91" y="428"/>
                      <a:pt x="91" y="428"/>
                      <a:pt x="91" y="428"/>
                    </a:cubicBezTo>
                    <a:cubicBezTo>
                      <a:pt x="79" y="445"/>
                      <a:pt x="79" y="445"/>
                      <a:pt x="79" y="445"/>
                    </a:cubicBezTo>
                    <a:cubicBezTo>
                      <a:pt x="50" y="442"/>
                      <a:pt x="50" y="442"/>
                      <a:pt x="50" y="442"/>
                    </a:cubicBezTo>
                    <a:cubicBezTo>
                      <a:pt x="26" y="455"/>
                      <a:pt x="26" y="455"/>
                      <a:pt x="26" y="455"/>
                    </a:cubicBezTo>
                    <a:cubicBezTo>
                      <a:pt x="16" y="443"/>
                      <a:pt x="16" y="443"/>
                      <a:pt x="16" y="443"/>
                    </a:cubicBezTo>
                    <a:cubicBezTo>
                      <a:pt x="43" y="417"/>
                      <a:pt x="43" y="417"/>
                      <a:pt x="43" y="417"/>
                    </a:cubicBezTo>
                    <a:cubicBezTo>
                      <a:pt x="36" y="407"/>
                      <a:pt x="36" y="407"/>
                      <a:pt x="36" y="407"/>
                    </a:cubicBezTo>
                    <a:cubicBezTo>
                      <a:pt x="1" y="409"/>
                      <a:pt x="1" y="409"/>
                      <a:pt x="1" y="409"/>
                    </a:cubicBezTo>
                    <a:cubicBezTo>
                      <a:pt x="0" y="392"/>
                      <a:pt x="0" y="392"/>
                      <a:pt x="0" y="392"/>
                    </a:cubicBezTo>
                    <a:cubicBezTo>
                      <a:pt x="0" y="392"/>
                      <a:pt x="0" y="392"/>
                      <a:pt x="0" y="392"/>
                    </a:cubicBezTo>
                    <a:cubicBezTo>
                      <a:pt x="19" y="329"/>
                      <a:pt x="19" y="329"/>
                      <a:pt x="19" y="329"/>
                    </a:cubicBezTo>
                    <a:cubicBezTo>
                      <a:pt x="42" y="324"/>
                      <a:pt x="42" y="324"/>
                      <a:pt x="42" y="324"/>
                    </a:cubicBezTo>
                    <a:cubicBezTo>
                      <a:pt x="60" y="338"/>
                      <a:pt x="60" y="338"/>
                      <a:pt x="60" y="338"/>
                    </a:cubicBezTo>
                    <a:cubicBezTo>
                      <a:pt x="87" y="327"/>
                      <a:pt x="87" y="327"/>
                      <a:pt x="87" y="327"/>
                    </a:cubicBezTo>
                    <a:cubicBezTo>
                      <a:pt x="122" y="341"/>
                      <a:pt x="122" y="341"/>
                      <a:pt x="122" y="341"/>
                    </a:cubicBezTo>
                    <a:cubicBezTo>
                      <a:pt x="122" y="370"/>
                      <a:pt x="122" y="370"/>
                      <a:pt x="122" y="370"/>
                    </a:cubicBezTo>
                    <a:cubicBezTo>
                      <a:pt x="204" y="372"/>
                      <a:pt x="204" y="372"/>
                      <a:pt x="204" y="372"/>
                    </a:cubicBezTo>
                    <a:cubicBezTo>
                      <a:pt x="231" y="345"/>
                      <a:pt x="231" y="345"/>
                      <a:pt x="231" y="345"/>
                    </a:cubicBezTo>
                    <a:cubicBezTo>
                      <a:pt x="309" y="348"/>
                      <a:pt x="309" y="348"/>
                      <a:pt x="309" y="348"/>
                    </a:cubicBezTo>
                    <a:cubicBezTo>
                      <a:pt x="336" y="330"/>
                      <a:pt x="336" y="330"/>
                      <a:pt x="336" y="330"/>
                    </a:cubicBezTo>
                    <a:cubicBezTo>
                      <a:pt x="341" y="293"/>
                      <a:pt x="341" y="293"/>
                      <a:pt x="341" y="293"/>
                    </a:cubicBezTo>
                    <a:cubicBezTo>
                      <a:pt x="292" y="270"/>
                      <a:pt x="292" y="270"/>
                      <a:pt x="292" y="270"/>
                    </a:cubicBezTo>
                    <a:cubicBezTo>
                      <a:pt x="271" y="281"/>
                      <a:pt x="271" y="281"/>
                      <a:pt x="271" y="281"/>
                    </a:cubicBezTo>
                    <a:cubicBezTo>
                      <a:pt x="224" y="263"/>
                      <a:pt x="224" y="263"/>
                      <a:pt x="224" y="263"/>
                    </a:cubicBezTo>
                    <a:cubicBezTo>
                      <a:pt x="213" y="234"/>
                      <a:pt x="213" y="234"/>
                      <a:pt x="213" y="234"/>
                    </a:cubicBezTo>
                    <a:cubicBezTo>
                      <a:pt x="196" y="237"/>
                      <a:pt x="196" y="237"/>
                      <a:pt x="196" y="237"/>
                    </a:cubicBezTo>
                    <a:cubicBezTo>
                      <a:pt x="187" y="208"/>
                      <a:pt x="187" y="208"/>
                      <a:pt x="187" y="208"/>
                    </a:cubicBezTo>
                    <a:cubicBezTo>
                      <a:pt x="209" y="198"/>
                      <a:pt x="209" y="198"/>
                      <a:pt x="209" y="198"/>
                    </a:cubicBezTo>
                    <a:cubicBezTo>
                      <a:pt x="199" y="151"/>
                      <a:pt x="199" y="151"/>
                      <a:pt x="199" y="151"/>
                    </a:cubicBezTo>
                    <a:cubicBezTo>
                      <a:pt x="207" y="146"/>
                      <a:pt x="207" y="146"/>
                      <a:pt x="207" y="146"/>
                    </a:cubicBezTo>
                    <a:cubicBezTo>
                      <a:pt x="251" y="159"/>
                      <a:pt x="251" y="159"/>
                      <a:pt x="251" y="159"/>
                    </a:cubicBezTo>
                    <a:cubicBezTo>
                      <a:pt x="274" y="142"/>
                      <a:pt x="274" y="142"/>
                      <a:pt x="274" y="142"/>
                    </a:cubicBezTo>
                    <a:cubicBezTo>
                      <a:pt x="288" y="143"/>
                      <a:pt x="288" y="143"/>
                      <a:pt x="288" y="143"/>
                    </a:cubicBezTo>
                    <a:cubicBezTo>
                      <a:pt x="296" y="155"/>
                      <a:pt x="296" y="155"/>
                      <a:pt x="296" y="155"/>
                    </a:cubicBezTo>
                    <a:cubicBezTo>
                      <a:pt x="361" y="185"/>
                      <a:pt x="361" y="185"/>
                      <a:pt x="361" y="185"/>
                    </a:cubicBezTo>
                    <a:cubicBezTo>
                      <a:pt x="355" y="199"/>
                      <a:pt x="355" y="199"/>
                      <a:pt x="355" y="199"/>
                    </a:cubicBezTo>
                    <a:cubicBezTo>
                      <a:pt x="365" y="205"/>
                      <a:pt x="365" y="205"/>
                      <a:pt x="365" y="205"/>
                    </a:cubicBezTo>
                    <a:cubicBezTo>
                      <a:pt x="380" y="192"/>
                      <a:pt x="380" y="192"/>
                      <a:pt x="380" y="192"/>
                    </a:cubicBezTo>
                    <a:cubicBezTo>
                      <a:pt x="422" y="209"/>
                      <a:pt x="422" y="209"/>
                      <a:pt x="422" y="209"/>
                    </a:cubicBezTo>
                    <a:cubicBezTo>
                      <a:pt x="422" y="225"/>
                      <a:pt x="422" y="225"/>
                      <a:pt x="422" y="225"/>
                    </a:cubicBezTo>
                    <a:cubicBezTo>
                      <a:pt x="446" y="236"/>
                      <a:pt x="446" y="236"/>
                      <a:pt x="446" y="236"/>
                    </a:cubicBezTo>
                    <a:cubicBezTo>
                      <a:pt x="487" y="238"/>
                      <a:pt x="487" y="238"/>
                      <a:pt x="487" y="238"/>
                    </a:cubicBezTo>
                    <a:cubicBezTo>
                      <a:pt x="495" y="245"/>
                      <a:pt x="495" y="245"/>
                      <a:pt x="495" y="245"/>
                    </a:cubicBezTo>
                    <a:cubicBezTo>
                      <a:pt x="509" y="230"/>
                      <a:pt x="509" y="230"/>
                      <a:pt x="509" y="230"/>
                    </a:cubicBezTo>
                    <a:cubicBezTo>
                      <a:pt x="532" y="237"/>
                      <a:pt x="532" y="237"/>
                      <a:pt x="532" y="237"/>
                    </a:cubicBezTo>
                    <a:cubicBezTo>
                      <a:pt x="535" y="227"/>
                      <a:pt x="535" y="227"/>
                      <a:pt x="535" y="227"/>
                    </a:cubicBezTo>
                    <a:cubicBezTo>
                      <a:pt x="548" y="214"/>
                      <a:pt x="548" y="214"/>
                      <a:pt x="548" y="214"/>
                    </a:cubicBezTo>
                    <a:cubicBezTo>
                      <a:pt x="550" y="191"/>
                      <a:pt x="550" y="191"/>
                      <a:pt x="550" y="191"/>
                    </a:cubicBezTo>
                    <a:cubicBezTo>
                      <a:pt x="557" y="164"/>
                      <a:pt x="557" y="164"/>
                      <a:pt x="557" y="164"/>
                    </a:cubicBezTo>
                    <a:cubicBezTo>
                      <a:pt x="559" y="132"/>
                      <a:pt x="559" y="132"/>
                      <a:pt x="559" y="132"/>
                    </a:cubicBezTo>
                    <a:cubicBezTo>
                      <a:pt x="573" y="123"/>
                      <a:pt x="573" y="123"/>
                      <a:pt x="573" y="123"/>
                    </a:cubicBezTo>
                    <a:cubicBezTo>
                      <a:pt x="593" y="91"/>
                      <a:pt x="593" y="91"/>
                      <a:pt x="593" y="91"/>
                    </a:cubicBezTo>
                    <a:cubicBezTo>
                      <a:pt x="609" y="53"/>
                      <a:pt x="609" y="53"/>
                      <a:pt x="609" y="53"/>
                    </a:cubicBezTo>
                    <a:cubicBezTo>
                      <a:pt x="615" y="0"/>
                      <a:pt x="615" y="0"/>
                      <a:pt x="615" y="0"/>
                    </a:cubicBezTo>
                    <a:cubicBezTo>
                      <a:pt x="617" y="0"/>
                      <a:pt x="617" y="0"/>
                      <a:pt x="617" y="0"/>
                    </a:cubicBezTo>
                    <a:cubicBezTo>
                      <a:pt x="738" y="70"/>
                      <a:pt x="738" y="70"/>
                      <a:pt x="738" y="70"/>
                    </a:cubicBezTo>
                    <a:cubicBezTo>
                      <a:pt x="781" y="107"/>
                      <a:pt x="781" y="107"/>
                      <a:pt x="781" y="107"/>
                    </a:cubicBezTo>
                    <a:cubicBezTo>
                      <a:pt x="805" y="139"/>
                      <a:pt x="805" y="139"/>
                      <a:pt x="805" y="139"/>
                    </a:cubicBezTo>
                    <a:cubicBezTo>
                      <a:pt x="805" y="139"/>
                      <a:pt x="834" y="164"/>
                      <a:pt x="835" y="164"/>
                    </a:cubicBezTo>
                    <a:cubicBezTo>
                      <a:pt x="835" y="164"/>
                      <a:pt x="870" y="177"/>
                      <a:pt x="870" y="177"/>
                    </a:cubicBezTo>
                    <a:cubicBezTo>
                      <a:pt x="900" y="180"/>
                      <a:pt x="900" y="180"/>
                      <a:pt x="900" y="180"/>
                    </a:cubicBezTo>
                    <a:cubicBezTo>
                      <a:pt x="915" y="211"/>
                      <a:pt x="915" y="211"/>
                      <a:pt x="915" y="211"/>
                    </a:cubicBezTo>
                    <a:cubicBezTo>
                      <a:pt x="939" y="220"/>
                      <a:pt x="939" y="220"/>
                      <a:pt x="939" y="220"/>
                    </a:cubicBezTo>
                    <a:cubicBezTo>
                      <a:pt x="958" y="218"/>
                      <a:pt x="958" y="218"/>
                      <a:pt x="958" y="218"/>
                    </a:cubicBezTo>
                    <a:cubicBezTo>
                      <a:pt x="970" y="216"/>
                      <a:pt x="970" y="216"/>
                      <a:pt x="970" y="216"/>
                    </a:cubicBezTo>
                    <a:cubicBezTo>
                      <a:pt x="997" y="201"/>
                      <a:pt x="997" y="201"/>
                      <a:pt x="997" y="201"/>
                    </a:cubicBezTo>
                    <a:cubicBezTo>
                      <a:pt x="997" y="191"/>
                      <a:pt x="997" y="191"/>
                      <a:pt x="997" y="191"/>
                    </a:cubicBezTo>
                    <a:cubicBezTo>
                      <a:pt x="997" y="191"/>
                      <a:pt x="1008" y="193"/>
                      <a:pt x="1008" y="193"/>
                    </a:cubicBezTo>
                    <a:cubicBezTo>
                      <a:pt x="1009" y="193"/>
                      <a:pt x="1023" y="189"/>
                      <a:pt x="1023" y="189"/>
                    </a:cubicBezTo>
                    <a:cubicBezTo>
                      <a:pt x="1023" y="189"/>
                      <a:pt x="1038" y="201"/>
                      <a:pt x="1038" y="201"/>
                    </a:cubicBezTo>
                    <a:cubicBezTo>
                      <a:pt x="1039" y="201"/>
                      <a:pt x="1056" y="201"/>
                      <a:pt x="1056" y="201"/>
                    </a:cubicBezTo>
                    <a:cubicBezTo>
                      <a:pt x="1070" y="205"/>
                      <a:pt x="1070" y="205"/>
                      <a:pt x="1070" y="205"/>
                    </a:cubicBezTo>
                    <a:cubicBezTo>
                      <a:pt x="1094" y="211"/>
                      <a:pt x="1094" y="211"/>
                      <a:pt x="1094" y="211"/>
                    </a:cubicBezTo>
                    <a:lnTo>
                      <a:pt x="1123" y="25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0" name="Freeform 2602">
                <a:extLst>
                  <a:ext uri="{FF2B5EF4-FFF2-40B4-BE49-F238E27FC236}">
                    <a16:creationId xmlns:a16="http://schemas.microsoft.com/office/drawing/2014/main" id="{233B9092-5B6F-0E40-BA1E-2298B0867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3" y="3439"/>
                <a:ext cx="150" cy="72"/>
              </a:xfrm>
              <a:custGeom>
                <a:avLst/>
                <a:gdLst>
                  <a:gd name="T0" fmla="*/ 150 w 150"/>
                  <a:gd name="T1" fmla="*/ 64 h 72"/>
                  <a:gd name="T2" fmla="*/ 136 w 150"/>
                  <a:gd name="T3" fmla="*/ 69 h 72"/>
                  <a:gd name="T4" fmla="*/ 80 w 150"/>
                  <a:gd name="T5" fmla="*/ 72 h 72"/>
                  <a:gd name="T6" fmla="*/ 62 w 150"/>
                  <a:gd name="T7" fmla="*/ 54 h 72"/>
                  <a:gd name="T8" fmla="*/ 44 w 150"/>
                  <a:gd name="T9" fmla="*/ 54 h 72"/>
                  <a:gd name="T10" fmla="*/ 38 w 150"/>
                  <a:gd name="T11" fmla="*/ 43 h 72"/>
                  <a:gd name="T12" fmla="*/ 15 w 150"/>
                  <a:gd name="T13" fmla="*/ 35 h 72"/>
                  <a:gd name="T14" fmla="*/ 0 w 150"/>
                  <a:gd name="T15" fmla="*/ 22 h 72"/>
                  <a:gd name="T16" fmla="*/ 0 w 150"/>
                  <a:gd name="T17" fmla="*/ 16 h 72"/>
                  <a:gd name="T18" fmla="*/ 22 w 150"/>
                  <a:gd name="T19" fmla="*/ 2 h 72"/>
                  <a:gd name="T20" fmla="*/ 31 w 150"/>
                  <a:gd name="T21" fmla="*/ 6 h 72"/>
                  <a:gd name="T22" fmla="*/ 31 w 150"/>
                  <a:gd name="T23" fmla="*/ 15 h 72"/>
                  <a:gd name="T24" fmla="*/ 36 w 150"/>
                  <a:gd name="T25" fmla="*/ 20 h 72"/>
                  <a:gd name="T26" fmla="*/ 44 w 150"/>
                  <a:gd name="T27" fmla="*/ 12 h 72"/>
                  <a:gd name="T28" fmla="*/ 67 w 150"/>
                  <a:gd name="T29" fmla="*/ 18 h 72"/>
                  <a:gd name="T30" fmla="*/ 72 w 150"/>
                  <a:gd name="T31" fmla="*/ 7 h 72"/>
                  <a:gd name="T32" fmla="*/ 78 w 150"/>
                  <a:gd name="T33" fmla="*/ 0 h 72"/>
                  <a:gd name="T34" fmla="*/ 93 w 150"/>
                  <a:gd name="T35" fmla="*/ 4 h 72"/>
                  <a:gd name="T36" fmla="*/ 95 w 150"/>
                  <a:gd name="T37" fmla="*/ 16 h 72"/>
                  <a:gd name="T38" fmla="*/ 108 w 150"/>
                  <a:gd name="T39" fmla="*/ 31 h 72"/>
                  <a:gd name="T40" fmla="*/ 138 w 150"/>
                  <a:gd name="T41" fmla="*/ 49 h 72"/>
                  <a:gd name="T42" fmla="*/ 150 w 150"/>
                  <a:gd name="T43" fmla="*/ 6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0" h="72">
                    <a:moveTo>
                      <a:pt x="150" y="64"/>
                    </a:moveTo>
                    <a:lnTo>
                      <a:pt x="136" y="69"/>
                    </a:lnTo>
                    <a:lnTo>
                      <a:pt x="80" y="72"/>
                    </a:lnTo>
                    <a:lnTo>
                      <a:pt x="62" y="54"/>
                    </a:lnTo>
                    <a:lnTo>
                      <a:pt x="44" y="54"/>
                    </a:lnTo>
                    <a:lnTo>
                      <a:pt x="38" y="43"/>
                    </a:lnTo>
                    <a:lnTo>
                      <a:pt x="15" y="35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22" y="2"/>
                    </a:lnTo>
                    <a:lnTo>
                      <a:pt x="31" y="6"/>
                    </a:lnTo>
                    <a:lnTo>
                      <a:pt x="31" y="15"/>
                    </a:lnTo>
                    <a:lnTo>
                      <a:pt x="36" y="20"/>
                    </a:lnTo>
                    <a:lnTo>
                      <a:pt x="44" y="12"/>
                    </a:lnTo>
                    <a:lnTo>
                      <a:pt x="67" y="18"/>
                    </a:lnTo>
                    <a:lnTo>
                      <a:pt x="72" y="7"/>
                    </a:lnTo>
                    <a:lnTo>
                      <a:pt x="78" y="0"/>
                    </a:lnTo>
                    <a:lnTo>
                      <a:pt x="93" y="4"/>
                    </a:lnTo>
                    <a:lnTo>
                      <a:pt x="95" y="16"/>
                    </a:lnTo>
                    <a:lnTo>
                      <a:pt x="108" y="31"/>
                    </a:lnTo>
                    <a:lnTo>
                      <a:pt x="138" y="49"/>
                    </a:lnTo>
                    <a:lnTo>
                      <a:pt x="150" y="6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1" name="Freeform 2603">
                <a:extLst>
                  <a:ext uri="{FF2B5EF4-FFF2-40B4-BE49-F238E27FC236}">
                    <a16:creationId xmlns:a16="http://schemas.microsoft.com/office/drawing/2014/main" id="{D344FD28-7D2D-794B-BF12-603478699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1" y="3286"/>
                <a:ext cx="348" cy="217"/>
              </a:xfrm>
              <a:custGeom>
                <a:avLst/>
                <a:gdLst>
                  <a:gd name="T0" fmla="*/ 322 w 348"/>
                  <a:gd name="T1" fmla="*/ 217 h 217"/>
                  <a:gd name="T2" fmla="*/ 280 w 348"/>
                  <a:gd name="T3" fmla="*/ 184 h 217"/>
                  <a:gd name="T4" fmla="*/ 265 w 348"/>
                  <a:gd name="T5" fmla="*/ 157 h 217"/>
                  <a:gd name="T6" fmla="*/ 244 w 348"/>
                  <a:gd name="T7" fmla="*/ 160 h 217"/>
                  <a:gd name="T8" fmla="*/ 216 w 348"/>
                  <a:gd name="T9" fmla="*/ 165 h 217"/>
                  <a:gd name="T10" fmla="*/ 203 w 348"/>
                  <a:gd name="T11" fmla="*/ 168 h 217"/>
                  <a:gd name="T12" fmla="*/ 194 w 348"/>
                  <a:gd name="T13" fmla="*/ 155 h 217"/>
                  <a:gd name="T14" fmla="*/ 172 w 348"/>
                  <a:gd name="T15" fmla="*/ 168 h 217"/>
                  <a:gd name="T16" fmla="*/ 144 w 348"/>
                  <a:gd name="T17" fmla="*/ 158 h 217"/>
                  <a:gd name="T18" fmla="*/ 110 w 348"/>
                  <a:gd name="T19" fmla="*/ 146 h 217"/>
                  <a:gd name="T20" fmla="*/ 76 w 348"/>
                  <a:gd name="T21" fmla="*/ 154 h 217"/>
                  <a:gd name="T22" fmla="*/ 48 w 348"/>
                  <a:gd name="T23" fmla="*/ 136 h 217"/>
                  <a:gd name="T24" fmla="*/ 43 w 348"/>
                  <a:gd name="T25" fmla="*/ 126 h 217"/>
                  <a:gd name="T26" fmla="*/ 48 w 348"/>
                  <a:gd name="T27" fmla="*/ 104 h 217"/>
                  <a:gd name="T28" fmla="*/ 30 w 348"/>
                  <a:gd name="T29" fmla="*/ 82 h 217"/>
                  <a:gd name="T30" fmla="*/ 8 w 348"/>
                  <a:gd name="T31" fmla="*/ 70 h 217"/>
                  <a:gd name="T32" fmla="*/ 4 w 348"/>
                  <a:gd name="T33" fmla="*/ 55 h 217"/>
                  <a:gd name="T34" fmla="*/ 25 w 348"/>
                  <a:gd name="T35" fmla="*/ 52 h 217"/>
                  <a:gd name="T36" fmla="*/ 55 w 348"/>
                  <a:gd name="T37" fmla="*/ 37 h 217"/>
                  <a:gd name="T38" fmla="*/ 106 w 348"/>
                  <a:gd name="T39" fmla="*/ 16 h 217"/>
                  <a:gd name="T40" fmla="*/ 129 w 348"/>
                  <a:gd name="T41" fmla="*/ 0 h 217"/>
                  <a:gd name="T42" fmla="*/ 144 w 348"/>
                  <a:gd name="T43" fmla="*/ 6 h 217"/>
                  <a:gd name="T44" fmla="*/ 136 w 348"/>
                  <a:gd name="T45" fmla="*/ 20 h 217"/>
                  <a:gd name="T46" fmla="*/ 150 w 348"/>
                  <a:gd name="T47" fmla="*/ 20 h 217"/>
                  <a:gd name="T48" fmla="*/ 166 w 348"/>
                  <a:gd name="T49" fmla="*/ 14 h 217"/>
                  <a:gd name="T50" fmla="*/ 171 w 348"/>
                  <a:gd name="T51" fmla="*/ 23 h 217"/>
                  <a:gd name="T52" fmla="*/ 190 w 348"/>
                  <a:gd name="T53" fmla="*/ 46 h 217"/>
                  <a:gd name="T54" fmla="*/ 187 w 348"/>
                  <a:gd name="T55" fmla="*/ 56 h 217"/>
                  <a:gd name="T56" fmla="*/ 225 w 348"/>
                  <a:gd name="T57" fmla="*/ 76 h 217"/>
                  <a:gd name="T58" fmla="*/ 247 w 348"/>
                  <a:gd name="T59" fmla="*/ 105 h 217"/>
                  <a:gd name="T60" fmla="*/ 231 w 348"/>
                  <a:gd name="T61" fmla="*/ 113 h 217"/>
                  <a:gd name="T62" fmla="*/ 245 w 348"/>
                  <a:gd name="T63" fmla="*/ 124 h 217"/>
                  <a:gd name="T64" fmla="*/ 279 w 348"/>
                  <a:gd name="T65" fmla="*/ 132 h 217"/>
                  <a:gd name="T66" fmla="*/ 292 w 348"/>
                  <a:gd name="T67" fmla="*/ 140 h 217"/>
                  <a:gd name="T68" fmla="*/ 309 w 348"/>
                  <a:gd name="T69" fmla="*/ 141 h 217"/>
                  <a:gd name="T70" fmla="*/ 312 w 348"/>
                  <a:gd name="T71" fmla="*/ 155 h 217"/>
                  <a:gd name="T72" fmla="*/ 337 w 348"/>
                  <a:gd name="T73" fmla="*/ 170 h 217"/>
                  <a:gd name="T74" fmla="*/ 326 w 348"/>
                  <a:gd name="T75" fmla="*/ 177 h 217"/>
                  <a:gd name="T76" fmla="*/ 340 w 348"/>
                  <a:gd name="T77" fmla="*/ 189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48" h="217">
                    <a:moveTo>
                      <a:pt x="348" y="206"/>
                    </a:moveTo>
                    <a:lnTo>
                      <a:pt x="322" y="217"/>
                    </a:lnTo>
                    <a:lnTo>
                      <a:pt x="310" y="202"/>
                    </a:lnTo>
                    <a:lnTo>
                      <a:pt x="280" y="184"/>
                    </a:lnTo>
                    <a:lnTo>
                      <a:pt x="267" y="169"/>
                    </a:lnTo>
                    <a:lnTo>
                      <a:pt x="265" y="157"/>
                    </a:lnTo>
                    <a:lnTo>
                      <a:pt x="250" y="153"/>
                    </a:lnTo>
                    <a:lnTo>
                      <a:pt x="244" y="160"/>
                    </a:lnTo>
                    <a:lnTo>
                      <a:pt x="239" y="171"/>
                    </a:lnTo>
                    <a:lnTo>
                      <a:pt x="216" y="165"/>
                    </a:lnTo>
                    <a:lnTo>
                      <a:pt x="208" y="173"/>
                    </a:lnTo>
                    <a:lnTo>
                      <a:pt x="203" y="168"/>
                    </a:lnTo>
                    <a:lnTo>
                      <a:pt x="203" y="159"/>
                    </a:lnTo>
                    <a:lnTo>
                      <a:pt x="194" y="155"/>
                    </a:lnTo>
                    <a:lnTo>
                      <a:pt x="172" y="169"/>
                    </a:lnTo>
                    <a:lnTo>
                      <a:pt x="172" y="168"/>
                    </a:lnTo>
                    <a:lnTo>
                      <a:pt x="160" y="158"/>
                    </a:lnTo>
                    <a:lnTo>
                      <a:pt x="144" y="158"/>
                    </a:lnTo>
                    <a:lnTo>
                      <a:pt x="134" y="149"/>
                    </a:lnTo>
                    <a:lnTo>
                      <a:pt x="110" y="146"/>
                    </a:lnTo>
                    <a:lnTo>
                      <a:pt x="85" y="157"/>
                    </a:lnTo>
                    <a:lnTo>
                      <a:pt x="76" y="154"/>
                    </a:lnTo>
                    <a:lnTo>
                      <a:pt x="56" y="157"/>
                    </a:lnTo>
                    <a:lnTo>
                      <a:pt x="48" y="136"/>
                    </a:lnTo>
                    <a:lnTo>
                      <a:pt x="41" y="132"/>
                    </a:lnTo>
                    <a:lnTo>
                      <a:pt x="43" y="126"/>
                    </a:lnTo>
                    <a:lnTo>
                      <a:pt x="34" y="120"/>
                    </a:lnTo>
                    <a:lnTo>
                      <a:pt x="48" y="104"/>
                    </a:lnTo>
                    <a:lnTo>
                      <a:pt x="46" y="90"/>
                    </a:lnTo>
                    <a:lnTo>
                      <a:pt x="30" y="82"/>
                    </a:lnTo>
                    <a:lnTo>
                      <a:pt x="19" y="66"/>
                    </a:lnTo>
                    <a:lnTo>
                      <a:pt x="8" y="70"/>
                    </a:lnTo>
                    <a:lnTo>
                      <a:pt x="0" y="60"/>
                    </a:lnTo>
                    <a:lnTo>
                      <a:pt x="4" y="55"/>
                    </a:lnTo>
                    <a:lnTo>
                      <a:pt x="2" y="54"/>
                    </a:lnTo>
                    <a:lnTo>
                      <a:pt x="25" y="52"/>
                    </a:lnTo>
                    <a:lnTo>
                      <a:pt x="29" y="46"/>
                    </a:lnTo>
                    <a:lnTo>
                      <a:pt x="55" y="37"/>
                    </a:lnTo>
                    <a:lnTo>
                      <a:pt x="59" y="31"/>
                    </a:lnTo>
                    <a:lnTo>
                      <a:pt x="106" y="16"/>
                    </a:lnTo>
                    <a:lnTo>
                      <a:pt x="106" y="11"/>
                    </a:lnTo>
                    <a:lnTo>
                      <a:pt x="129" y="0"/>
                    </a:lnTo>
                    <a:lnTo>
                      <a:pt x="130" y="7"/>
                    </a:lnTo>
                    <a:lnTo>
                      <a:pt x="144" y="6"/>
                    </a:lnTo>
                    <a:lnTo>
                      <a:pt x="147" y="10"/>
                    </a:lnTo>
                    <a:lnTo>
                      <a:pt x="136" y="20"/>
                    </a:lnTo>
                    <a:lnTo>
                      <a:pt x="140" y="25"/>
                    </a:lnTo>
                    <a:lnTo>
                      <a:pt x="150" y="20"/>
                    </a:lnTo>
                    <a:lnTo>
                      <a:pt x="161" y="21"/>
                    </a:lnTo>
                    <a:lnTo>
                      <a:pt x="166" y="14"/>
                    </a:lnTo>
                    <a:lnTo>
                      <a:pt x="171" y="14"/>
                    </a:lnTo>
                    <a:lnTo>
                      <a:pt x="171" y="23"/>
                    </a:lnTo>
                    <a:lnTo>
                      <a:pt x="190" y="28"/>
                    </a:lnTo>
                    <a:lnTo>
                      <a:pt x="190" y="46"/>
                    </a:lnTo>
                    <a:lnTo>
                      <a:pt x="179" y="52"/>
                    </a:lnTo>
                    <a:lnTo>
                      <a:pt x="187" y="56"/>
                    </a:lnTo>
                    <a:lnTo>
                      <a:pt x="194" y="74"/>
                    </a:lnTo>
                    <a:lnTo>
                      <a:pt x="225" y="76"/>
                    </a:lnTo>
                    <a:lnTo>
                      <a:pt x="249" y="88"/>
                    </a:lnTo>
                    <a:lnTo>
                      <a:pt x="247" y="105"/>
                    </a:lnTo>
                    <a:lnTo>
                      <a:pt x="230" y="107"/>
                    </a:lnTo>
                    <a:lnTo>
                      <a:pt x="231" y="113"/>
                    </a:lnTo>
                    <a:lnTo>
                      <a:pt x="244" y="117"/>
                    </a:lnTo>
                    <a:lnTo>
                      <a:pt x="245" y="124"/>
                    </a:lnTo>
                    <a:lnTo>
                      <a:pt x="260" y="132"/>
                    </a:lnTo>
                    <a:lnTo>
                      <a:pt x="279" y="132"/>
                    </a:lnTo>
                    <a:lnTo>
                      <a:pt x="282" y="138"/>
                    </a:lnTo>
                    <a:lnTo>
                      <a:pt x="292" y="140"/>
                    </a:lnTo>
                    <a:lnTo>
                      <a:pt x="307" y="135"/>
                    </a:lnTo>
                    <a:lnTo>
                      <a:pt x="309" y="141"/>
                    </a:lnTo>
                    <a:lnTo>
                      <a:pt x="320" y="138"/>
                    </a:lnTo>
                    <a:lnTo>
                      <a:pt x="312" y="155"/>
                    </a:lnTo>
                    <a:lnTo>
                      <a:pt x="321" y="165"/>
                    </a:lnTo>
                    <a:lnTo>
                      <a:pt x="337" y="170"/>
                    </a:lnTo>
                    <a:lnTo>
                      <a:pt x="336" y="177"/>
                    </a:lnTo>
                    <a:lnTo>
                      <a:pt x="326" y="177"/>
                    </a:lnTo>
                    <a:lnTo>
                      <a:pt x="331" y="184"/>
                    </a:lnTo>
                    <a:lnTo>
                      <a:pt x="340" y="189"/>
                    </a:lnTo>
                    <a:lnTo>
                      <a:pt x="348" y="20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2" name="Freeform 2604">
                <a:extLst>
                  <a:ext uri="{FF2B5EF4-FFF2-40B4-BE49-F238E27FC236}">
                    <a16:creationId xmlns:a16="http://schemas.microsoft.com/office/drawing/2014/main" id="{44262870-F5DE-D948-823D-09639DA0A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836"/>
                <a:ext cx="301" cy="307"/>
              </a:xfrm>
              <a:custGeom>
                <a:avLst/>
                <a:gdLst>
                  <a:gd name="T0" fmla="*/ 731 w 740"/>
                  <a:gd name="T1" fmla="*/ 468 h 754"/>
                  <a:gd name="T2" fmla="*/ 648 w 740"/>
                  <a:gd name="T3" fmla="*/ 467 h 754"/>
                  <a:gd name="T4" fmla="*/ 597 w 740"/>
                  <a:gd name="T5" fmla="*/ 471 h 754"/>
                  <a:gd name="T6" fmla="*/ 536 w 740"/>
                  <a:gd name="T7" fmla="*/ 456 h 754"/>
                  <a:gd name="T8" fmla="*/ 507 w 740"/>
                  <a:gd name="T9" fmla="*/ 499 h 754"/>
                  <a:gd name="T10" fmla="*/ 514 w 740"/>
                  <a:gd name="T11" fmla="*/ 527 h 754"/>
                  <a:gd name="T12" fmla="*/ 523 w 740"/>
                  <a:gd name="T13" fmla="*/ 574 h 754"/>
                  <a:gd name="T14" fmla="*/ 488 w 740"/>
                  <a:gd name="T15" fmla="*/ 617 h 754"/>
                  <a:gd name="T16" fmla="*/ 466 w 740"/>
                  <a:gd name="T17" fmla="*/ 671 h 754"/>
                  <a:gd name="T18" fmla="*/ 458 w 740"/>
                  <a:gd name="T19" fmla="*/ 680 h 754"/>
                  <a:gd name="T20" fmla="*/ 464 w 740"/>
                  <a:gd name="T21" fmla="*/ 715 h 754"/>
                  <a:gd name="T22" fmla="*/ 466 w 740"/>
                  <a:gd name="T23" fmla="*/ 739 h 754"/>
                  <a:gd name="T24" fmla="*/ 442 w 740"/>
                  <a:gd name="T25" fmla="*/ 743 h 754"/>
                  <a:gd name="T26" fmla="*/ 436 w 740"/>
                  <a:gd name="T27" fmla="*/ 734 h 754"/>
                  <a:gd name="T28" fmla="*/ 435 w 740"/>
                  <a:gd name="T29" fmla="*/ 743 h 754"/>
                  <a:gd name="T30" fmla="*/ 400 w 740"/>
                  <a:gd name="T31" fmla="*/ 754 h 754"/>
                  <a:gd name="T32" fmla="*/ 390 w 740"/>
                  <a:gd name="T33" fmla="*/ 734 h 754"/>
                  <a:gd name="T34" fmla="*/ 383 w 740"/>
                  <a:gd name="T35" fmla="*/ 712 h 754"/>
                  <a:gd name="T36" fmla="*/ 368 w 740"/>
                  <a:gd name="T37" fmla="*/ 669 h 754"/>
                  <a:gd name="T38" fmla="*/ 362 w 740"/>
                  <a:gd name="T39" fmla="*/ 643 h 754"/>
                  <a:gd name="T40" fmla="*/ 355 w 740"/>
                  <a:gd name="T41" fmla="*/ 616 h 754"/>
                  <a:gd name="T42" fmla="*/ 349 w 740"/>
                  <a:gd name="T43" fmla="*/ 558 h 754"/>
                  <a:gd name="T44" fmla="*/ 361 w 740"/>
                  <a:gd name="T45" fmla="*/ 521 h 754"/>
                  <a:gd name="T46" fmla="*/ 367 w 740"/>
                  <a:gd name="T47" fmla="*/ 490 h 754"/>
                  <a:gd name="T48" fmla="*/ 362 w 740"/>
                  <a:gd name="T49" fmla="*/ 463 h 754"/>
                  <a:gd name="T50" fmla="*/ 325 w 740"/>
                  <a:gd name="T51" fmla="*/ 398 h 754"/>
                  <a:gd name="T52" fmla="*/ 329 w 740"/>
                  <a:gd name="T53" fmla="*/ 384 h 754"/>
                  <a:gd name="T54" fmla="*/ 263 w 740"/>
                  <a:gd name="T55" fmla="*/ 341 h 754"/>
                  <a:gd name="T56" fmla="*/ 213 w 740"/>
                  <a:gd name="T57" fmla="*/ 296 h 754"/>
                  <a:gd name="T58" fmla="*/ 195 w 740"/>
                  <a:gd name="T59" fmla="*/ 277 h 754"/>
                  <a:gd name="T60" fmla="*/ 202 w 740"/>
                  <a:gd name="T61" fmla="*/ 256 h 754"/>
                  <a:gd name="T62" fmla="*/ 178 w 740"/>
                  <a:gd name="T63" fmla="*/ 245 h 754"/>
                  <a:gd name="T64" fmla="*/ 158 w 740"/>
                  <a:gd name="T65" fmla="*/ 224 h 754"/>
                  <a:gd name="T66" fmla="*/ 142 w 740"/>
                  <a:gd name="T67" fmla="*/ 190 h 754"/>
                  <a:gd name="T68" fmla="*/ 117 w 740"/>
                  <a:gd name="T69" fmla="*/ 157 h 754"/>
                  <a:gd name="T70" fmla="*/ 78 w 740"/>
                  <a:gd name="T71" fmla="*/ 109 h 754"/>
                  <a:gd name="T72" fmla="*/ 66 w 740"/>
                  <a:gd name="T73" fmla="*/ 98 h 754"/>
                  <a:gd name="T74" fmla="*/ 61 w 740"/>
                  <a:gd name="T75" fmla="*/ 83 h 754"/>
                  <a:gd name="T76" fmla="*/ 4 w 740"/>
                  <a:gd name="T77" fmla="*/ 63 h 754"/>
                  <a:gd name="T78" fmla="*/ 0 w 740"/>
                  <a:gd name="T79" fmla="*/ 37 h 754"/>
                  <a:gd name="T80" fmla="*/ 122 w 740"/>
                  <a:gd name="T81" fmla="*/ 10 h 754"/>
                  <a:gd name="T82" fmla="*/ 191 w 740"/>
                  <a:gd name="T83" fmla="*/ 0 h 754"/>
                  <a:gd name="T84" fmla="*/ 306 w 740"/>
                  <a:gd name="T85" fmla="*/ 46 h 754"/>
                  <a:gd name="T86" fmla="*/ 333 w 740"/>
                  <a:gd name="T87" fmla="*/ 64 h 754"/>
                  <a:gd name="T88" fmla="*/ 363 w 740"/>
                  <a:gd name="T89" fmla="*/ 56 h 754"/>
                  <a:gd name="T90" fmla="*/ 410 w 740"/>
                  <a:gd name="T91" fmla="*/ 78 h 754"/>
                  <a:gd name="T92" fmla="*/ 476 w 740"/>
                  <a:gd name="T93" fmla="*/ 84 h 754"/>
                  <a:gd name="T94" fmla="*/ 498 w 740"/>
                  <a:gd name="T95" fmla="*/ 176 h 754"/>
                  <a:gd name="T96" fmla="*/ 550 w 740"/>
                  <a:gd name="T97" fmla="*/ 257 h 754"/>
                  <a:gd name="T98" fmla="*/ 581 w 740"/>
                  <a:gd name="T99" fmla="*/ 257 h 754"/>
                  <a:gd name="T100" fmla="*/ 600 w 740"/>
                  <a:gd name="T101" fmla="*/ 311 h 754"/>
                  <a:gd name="T102" fmla="*/ 633 w 740"/>
                  <a:gd name="T103" fmla="*/ 365 h 754"/>
                  <a:gd name="T104" fmla="*/ 689 w 740"/>
                  <a:gd name="T105" fmla="*/ 389 h 754"/>
                  <a:gd name="T106" fmla="*/ 705 w 740"/>
                  <a:gd name="T107" fmla="*/ 45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40" h="754">
                    <a:moveTo>
                      <a:pt x="740" y="450"/>
                    </a:moveTo>
                    <a:cubicBezTo>
                      <a:pt x="731" y="468"/>
                      <a:pt x="731" y="468"/>
                      <a:pt x="731" y="468"/>
                    </a:cubicBezTo>
                    <a:cubicBezTo>
                      <a:pt x="676" y="489"/>
                      <a:pt x="676" y="489"/>
                      <a:pt x="676" y="489"/>
                    </a:cubicBezTo>
                    <a:cubicBezTo>
                      <a:pt x="648" y="467"/>
                      <a:pt x="648" y="467"/>
                      <a:pt x="648" y="467"/>
                    </a:cubicBezTo>
                    <a:cubicBezTo>
                      <a:pt x="621" y="484"/>
                      <a:pt x="621" y="484"/>
                      <a:pt x="621" y="484"/>
                    </a:cubicBezTo>
                    <a:cubicBezTo>
                      <a:pt x="597" y="471"/>
                      <a:pt x="597" y="471"/>
                      <a:pt x="597" y="471"/>
                    </a:cubicBezTo>
                    <a:cubicBezTo>
                      <a:pt x="548" y="491"/>
                      <a:pt x="548" y="491"/>
                      <a:pt x="548" y="491"/>
                    </a:cubicBezTo>
                    <a:cubicBezTo>
                      <a:pt x="536" y="456"/>
                      <a:pt x="536" y="456"/>
                      <a:pt x="536" y="456"/>
                    </a:cubicBezTo>
                    <a:cubicBezTo>
                      <a:pt x="507" y="489"/>
                      <a:pt x="507" y="489"/>
                      <a:pt x="507" y="489"/>
                    </a:cubicBezTo>
                    <a:cubicBezTo>
                      <a:pt x="507" y="499"/>
                      <a:pt x="507" y="499"/>
                      <a:pt x="507" y="499"/>
                    </a:cubicBezTo>
                    <a:cubicBezTo>
                      <a:pt x="523" y="513"/>
                      <a:pt x="523" y="513"/>
                      <a:pt x="523" y="513"/>
                    </a:cubicBezTo>
                    <a:cubicBezTo>
                      <a:pt x="514" y="527"/>
                      <a:pt x="514" y="527"/>
                      <a:pt x="514" y="527"/>
                    </a:cubicBezTo>
                    <a:cubicBezTo>
                      <a:pt x="544" y="546"/>
                      <a:pt x="544" y="546"/>
                      <a:pt x="544" y="546"/>
                    </a:cubicBezTo>
                    <a:cubicBezTo>
                      <a:pt x="523" y="574"/>
                      <a:pt x="523" y="574"/>
                      <a:pt x="523" y="574"/>
                    </a:cubicBezTo>
                    <a:cubicBezTo>
                      <a:pt x="536" y="596"/>
                      <a:pt x="536" y="596"/>
                      <a:pt x="536" y="596"/>
                    </a:cubicBezTo>
                    <a:cubicBezTo>
                      <a:pt x="488" y="617"/>
                      <a:pt x="488" y="617"/>
                      <a:pt x="488" y="617"/>
                    </a:cubicBezTo>
                    <a:cubicBezTo>
                      <a:pt x="488" y="647"/>
                      <a:pt x="488" y="647"/>
                      <a:pt x="488" y="647"/>
                    </a:cubicBezTo>
                    <a:cubicBezTo>
                      <a:pt x="466" y="671"/>
                      <a:pt x="466" y="671"/>
                      <a:pt x="466" y="671"/>
                    </a:cubicBezTo>
                    <a:cubicBezTo>
                      <a:pt x="449" y="674"/>
                      <a:pt x="449" y="674"/>
                      <a:pt x="449" y="674"/>
                    </a:cubicBezTo>
                    <a:cubicBezTo>
                      <a:pt x="458" y="680"/>
                      <a:pt x="458" y="680"/>
                      <a:pt x="458" y="680"/>
                    </a:cubicBezTo>
                    <a:cubicBezTo>
                      <a:pt x="454" y="703"/>
                      <a:pt x="454" y="703"/>
                      <a:pt x="454" y="703"/>
                    </a:cubicBezTo>
                    <a:cubicBezTo>
                      <a:pt x="464" y="715"/>
                      <a:pt x="464" y="715"/>
                      <a:pt x="464" y="715"/>
                    </a:cubicBezTo>
                    <a:cubicBezTo>
                      <a:pt x="454" y="725"/>
                      <a:pt x="454" y="725"/>
                      <a:pt x="454" y="725"/>
                    </a:cubicBezTo>
                    <a:cubicBezTo>
                      <a:pt x="466" y="739"/>
                      <a:pt x="466" y="739"/>
                      <a:pt x="466" y="739"/>
                    </a:cubicBezTo>
                    <a:cubicBezTo>
                      <a:pt x="453" y="743"/>
                      <a:pt x="453" y="743"/>
                      <a:pt x="453" y="743"/>
                    </a:cubicBezTo>
                    <a:cubicBezTo>
                      <a:pt x="442" y="743"/>
                      <a:pt x="442" y="743"/>
                      <a:pt x="442" y="743"/>
                    </a:cubicBezTo>
                    <a:cubicBezTo>
                      <a:pt x="441" y="742"/>
                      <a:pt x="441" y="742"/>
                      <a:pt x="441" y="741"/>
                    </a:cubicBezTo>
                    <a:cubicBezTo>
                      <a:pt x="440" y="739"/>
                      <a:pt x="439" y="733"/>
                      <a:pt x="436" y="734"/>
                    </a:cubicBezTo>
                    <a:cubicBezTo>
                      <a:pt x="434" y="735"/>
                      <a:pt x="434" y="738"/>
                      <a:pt x="435" y="739"/>
                    </a:cubicBezTo>
                    <a:cubicBezTo>
                      <a:pt x="435" y="740"/>
                      <a:pt x="435" y="742"/>
                      <a:pt x="435" y="743"/>
                    </a:cubicBezTo>
                    <a:cubicBezTo>
                      <a:pt x="404" y="742"/>
                      <a:pt x="404" y="742"/>
                      <a:pt x="404" y="742"/>
                    </a:cubicBezTo>
                    <a:cubicBezTo>
                      <a:pt x="400" y="754"/>
                      <a:pt x="400" y="754"/>
                      <a:pt x="400" y="754"/>
                    </a:cubicBezTo>
                    <a:cubicBezTo>
                      <a:pt x="391" y="752"/>
                      <a:pt x="389" y="751"/>
                      <a:pt x="389" y="751"/>
                    </a:cubicBezTo>
                    <a:cubicBezTo>
                      <a:pt x="390" y="734"/>
                      <a:pt x="390" y="734"/>
                      <a:pt x="390" y="734"/>
                    </a:cubicBezTo>
                    <a:cubicBezTo>
                      <a:pt x="367" y="720"/>
                      <a:pt x="367" y="720"/>
                      <a:pt x="367" y="720"/>
                    </a:cubicBezTo>
                    <a:cubicBezTo>
                      <a:pt x="367" y="720"/>
                      <a:pt x="374" y="712"/>
                      <a:pt x="383" y="712"/>
                    </a:cubicBezTo>
                    <a:cubicBezTo>
                      <a:pt x="377" y="679"/>
                      <a:pt x="377" y="679"/>
                      <a:pt x="377" y="679"/>
                    </a:cubicBezTo>
                    <a:cubicBezTo>
                      <a:pt x="368" y="669"/>
                      <a:pt x="368" y="669"/>
                      <a:pt x="368" y="669"/>
                    </a:cubicBezTo>
                    <a:cubicBezTo>
                      <a:pt x="373" y="654"/>
                      <a:pt x="373" y="654"/>
                      <a:pt x="373" y="654"/>
                    </a:cubicBezTo>
                    <a:cubicBezTo>
                      <a:pt x="362" y="643"/>
                      <a:pt x="362" y="643"/>
                      <a:pt x="362" y="643"/>
                    </a:cubicBezTo>
                    <a:cubicBezTo>
                      <a:pt x="364" y="628"/>
                      <a:pt x="364" y="628"/>
                      <a:pt x="364" y="628"/>
                    </a:cubicBezTo>
                    <a:cubicBezTo>
                      <a:pt x="355" y="616"/>
                      <a:pt x="355" y="616"/>
                      <a:pt x="355" y="616"/>
                    </a:cubicBezTo>
                    <a:cubicBezTo>
                      <a:pt x="359" y="568"/>
                      <a:pt x="359" y="568"/>
                      <a:pt x="359" y="568"/>
                    </a:cubicBezTo>
                    <a:cubicBezTo>
                      <a:pt x="349" y="558"/>
                      <a:pt x="349" y="558"/>
                      <a:pt x="349" y="558"/>
                    </a:cubicBezTo>
                    <a:cubicBezTo>
                      <a:pt x="362" y="543"/>
                      <a:pt x="362" y="543"/>
                      <a:pt x="362" y="543"/>
                    </a:cubicBezTo>
                    <a:cubicBezTo>
                      <a:pt x="361" y="521"/>
                      <a:pt x="361" y="521"/>
                      <a:pt x="361" y="521"/>
                    </a:cubicBezTo>
                    <a:cubicBezTo>
                      <a:pt x="366" y="518"/>
                      <a:pt x="366" y="518"/>
                      <a:pt x="366" y="518"/>
                    </a:cubicBezTo>
                    <a:cubicBezTo>
                      <a:pt x="367" y="490"/>
                      <a:pt x="367" y="490"/>
                      <a:pt x="367" y="490"/>
                    </a:cubicBezTo>
                    <a:cubicBezTo>
                      <a:pt x="356" y="482"/>
                      <a:pt x="356" y="482"/>
                      <a:pt x="356" y="482"/>
                    </a:cubicBezTo>
                    <a:cubicBezTo>
                      <a:pt x="362" y="463"/>
                      <a:pt x="362" y="463"/>
                      <a:pt x="362" y="463"/>
                    </a:cubicBezTo>
                    <a:cubicBezTo>
                      <a:pt x="350" y="432"/>
                      <a:pt x="350" y="432"/>
                      <a:pt x="350" y="432"/>
                    </a:cubicBezTo>
                    <a:cubicBezTo>
                      <a:pt x="325" y="398"/>
                      <a:pt x="325" y="398"/>
                      <a:pt x="325" y="398"/>
                    </a:cubicBezTo>
                    <a:cubicBezTo>
                      <a:pt x="323" y="389"/>
                      <a:pt x="323" y="389"/>
                      <a:pt x="323" y="389"/>
                    </a:cubicBezTo>
                    <a:cubicBezTo>
                      <a:pt x="329" y="384"/>
                      <a:pt x="329" y="384"/>
                      <a:pt x="329" y="384"/>
                    </a:cubicBezTo>
                    <a:cubicBezTo>
                      <a:pt x="328" y="380"/>
                      <a:pt x="328" y="380"/>
                      <a:pt x="328" y="380"/>
                    </a:cubicBezTo>
                    <a:cubicBezTo>
                      <a:pt x="328" y="380"/>
                      <a:pt x="314" y="353"/>
                      <a:pt x="263" y="341"/>
                    </a:cubicBezTo>
                    <a:cubicBezTo>
                      <a:pt x="263" y="341"/>
                      <a:pt x="264" y="325"/>
                      <a:pt x="237" y="296"/>
                    </a:cubicBezTo>
                    <a:cubicBezTo>
                      <a:pt x="213" y="296"/>
                      <a:pt x="213" y="296"/>
                      <a:pt x="213" y="296"/>
                    </a:cubicBezTo>
                    <a:cubicBezTo>
                      <a:pt x="212" y="287"/>
                      <a:pt x="212" y="287"/>
                      <a:pt x="212" y="287"/>
                    </a:cubicBezTo>
                    <a:cubicBezTo>
                      <a:pt x="195" y="277"/>
                      <a:pt x="195" y="277"/>
                      <a:pt x="195" y="277"/>
                    </a:cubicBezTo>
                    <a:cubicBezTo>
                      <a:pt x="205" y="274"/>
                      <a:pt x="205" y="274"/>
                      <a:pt x="205" y="274"/>
                    </a:cubicBezTo>
                    <a:cubicBezTo>
                      <a:pt x="202" y="256"/>
                      <a:pt x="202" y="256"/>
                      <a:pt x="202" y="256"/>
                    </a:cubicBezTo>
                    <a:cubicBezTo>
                      <a:pt x="183" y="250"/>
                      <a:pt x="183" y="250"/>
                      <a:pt x="183" y="250"/>
                    </a:cubicBezTo>
                    <a:cubicBezTo>
                      <a:pt x="178" y="245"/>
                      <a:pt x="178" y="245"/>
                      <a:pt x="178" y="245"/>
                    </a:cubicBezTo>
                    <a:cubicBezTo>
                      <a:pt x="172" y="229"/>
                      <a:pt x="172" y="229"/>
                      <a:pt x="172" y="229"/>
                    </a:cubicBezTo>
                    <a:cubicBezTo>
                      <a:pt x="158" y="224"/>
                      <a:pt x="158" y="224"/>
                      <a:pt x="158" y="224"/>
                    </a:cubicBezTo>
                    <a:cubicBezTo>
                      <a:pt x="137" y="201"/>
                      <a:pt x="137" y="201"/>
                      <a:pt x="137" y="201"/>
                    </a:cubicBezTo>
                    <a:cubicBezTo>
                      <a:pt x="142" y="190"/>
                      <a:pt x="142" y="190"/>
                      <a:pt x="142" y="190"/>
                    </a:cubicBezTo>
                    <a:cubicBezTo>
                      <a:pt x="122" y="172"/>
                      <a:pt x="122" y="172"/>
                      <a:pt x="122" y="172"/>
                    </a:cubicBezTo>
                    <a:cubicBezTo>
                      <a:pt x="117" y="157"/>
                      <a:pt x="117" y="157"/>
                      <a:pt x="117" y="157"/>
                    </a:cubicBezTo>
                    <a:cubicBezTo>
                      <a:pt x="101" y="126"/>
                      <a:pt x="101" y="126"/>
                      <a:pt x="101" y="126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78" y="98"/>
                      <a:pt x="78" y="98"/>
                      <a:pt x="78" y="98"/>
                    </a:cubicBezTo>
                    <a:cubicBezTo>
                      <a:pt x="66" y="98"/>
                      <a:pt x="66" y="98"/>
                      <a:pt x="66" y="98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1" y="83"/>
                      <a:pt x="61" y="83"/>
                      <a:pt x="61" y="83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22" y="10"/>
                      <a:pt x="122" y="10"/>
                      <a:pt x="122" y="1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91" y="0"/>
                      <a:pt x="191" y="0"/>
                      <a:pt x="191" y="0"/>
                    </a:cubicBezTo>
                    <a:cubicBezTo>
                      <a:pt x="292" y="53"/>
                      <a:pt x="292" y="53"/>
                      <a:pt x="292" y="53"/>
                    </a:cubicBezTo>
                    <a:cubicBezTo>
                      <a:pt x="306" y="46"/>
                      <a:pt x="306" y="46"/>
                      <a:pt x="306" y="46"/>
                    </a:cubicBezTo>
                    <a:cubicBezTo>
                      <a:pt x="312" y="65"/>
                      <a:pt x="312" y="65"/>
                      <a:pt x="312" y="65"/>
                    </a:cubicBezTo>
                    <a:cubicBezTo>
                      <a:pt x="333" y="64"/>
                      <a:pt x="333" y="64"/>
                      <a:pt x="333" y="64"/>
                    </a:cubicBezTo>
                    <a:cubicBezTo>
                      <a:pt x="339" y="80"/>
                      <a:pt x="339" y="80"/>
                      <a:pt x="339" y="80"/>
                    </a:cubicBezTo>
                    <a:cubicBezTo>
                      <a:pt x="363" y="56"/>
                      <a:pt x="363" y="56"/>
                      <a:pt x="363" y="56"/>
                    </a:cubicBezTo>
                    <a:cubicBezTo>
                      <a:pt x="403" y="63"/>
                      <a:pt x="403" y="63"/>
                      <a:pt x="403" y="63"/>
                    </a:cubicBezTo>
                    <a:cubicBezTo>
                      <a:pt x="410" y="78"/>
                      <a:pt x="410" y="78"/>
                      <a:pt x="410" y="78"/>
                    </a:cubicBezTo>
                    <a:cubicBezTo>
                      <a:pt x="439" y="82"/>
                      <a:pt x="459" y="98"/>
                      <a:pt x="459" y="98"/>
                    </a:cubicBezTo>
                    <a:cubicBezTo>
                      <a:pt x="476" y="84"/>
                      <a:pt x="476" y="84"/>
                      <a:pt x="476" y="84"/>
                    </a:cubicBezTo>
                    <a:cubicBezTo>
                      <a:pt x="503" y="122"/>
                      <a:pt x="503" y="122"/>
                      <a:pt x="503" y="122"/>
                    </a:cubicBezTo>
                    <a:cubicBezTo>
                      <a:pt x="498" y="176"/>
                      <a:pt x="498" y="176"/>
                      <a:pt x="498" y="176"/>
                    </a:cubicBezTo>
                    <a:cubicBezTo>
                      <a:pt x="487" y="198"/>
                      <a:pt x="487" y="198"/>
                      <a:pt x="487" y="198"/>
                    </a:cubicBezTo>
                    <a:cubicBezTo>
                      <a:pt x="523" y="216"/>
                      <a:pt x="550" y="257"/>
                      <a:pt x="550" y="257"/>
                    </a:cubicBezTo>
                    <a:cubicBezTo>
                      <a:pt x="563" y="244"/>
                      <a:pt x="563" y="244"/>
                      <a:pt x="563" y="244"/>
                    </a:cubicBezTo>
                    <a:cubicBezTo>
                      <a:pt x="581" y="257"/>
                      <a:pt x="581" y="257"/>
                      <a:pt x="581" y="257"/>
                    </a:cubicBezTo>
                    <a:cubicBezTo>
                      <a:pt x="576" y="306"/>
                      <a:pt x="576" y="306"/>
                      <a:pt x="576" y="306"/>
                    </a:cubicBezTo>
                    <a:cubicBezTo>
                      <a:pt x="600" y="311"/>
                      <a:pt x="600" y="311"/>
                      <a:pt x="600" y="311"/>
                    </a:cubicBezTo>
                    <a:cubicBezTo>
                      <a:pt x="594" y="338"/>
                      <a:pt x="594" y="338"/>
                      <a:pt x="594" y="338"/>
                    </a:cubicBezTo>
                    <a:cubicBezTo>
                      <a:pt x="633" y="365"/>
                      <a:pt x="633" y="365"/>
                      <a:pt x="633" y="365"/>
                    </a:cubicBezTo>
                    <a:cubicBezTo>
                      <a:pt x="651" y="359"/>
                      <a:pt x="651" y="359"/>
                      <a:pt x="651" y="359"/>
                    </a:cubicBezTo>
                    <a:cubicBezTo>
                      <a:pt x="689" y="389"/>
                      <a:pt x="689" y="389"/>
                      <a:pt x="689" y="389"/>
                    </a:cubicBezTo>
                    <a:cubicBezTo>
                      <a:pt x="688" y="437"/>
                      <a:pt x="688" y="437"/>
                      <a:pt x="688" y="437"/>
                    </a:cubicBezTo>
                    <a:cubicBezTo>
                      <a:pt x="705" y="450"/>
                      <a:pt x="705" y="450"/>
                      <a:pt x="705" y="450"/>
                    </a:cubicBezTo>
                    <a:lnTo>
                      <a:pt x="740" y="45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3" name="Freeform 2605">
                <a:extLst>
                  <a:ext uri="{FF2B5EF4-FFF2-40B4-BE49-F238E27FC236}">
                    <a16:creationId xmlns:a16="http://schemas.microsoft.com/office/drawing/2014/main" id="{6F00881F-3627-5B45-8443-EE9D1CAAC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2972"/>
                <a:ext cx="19" cy="24"/>
              </a:xfrm>
              <a:custGeom>
                <a:avLst/>
                <a:gdLst>
                  <a:gd name="T0" fmla="*/ 0 w 46"/>
                  <a:gd name="T1" fmla="*/ 54 h 60"/>
                  <a:gd name="T2" fmla="*/ 7 w 46"/>
                  <a:gd name="T3" fmla="*/ 46 h 60"/>
                  <a:gd name="T4" fmla="*/ 16 w 46"/>
                  <a:gd name="T5" fmla="*/ 32 h 60"/>
                  <a:gd name="T6" fmla="*/ 19 w 46"/>
                  <a:gd name="T7" fmla="*/ 27 h 60"/>
                  <a:gd name="T8" fmla="*/ 25 w 46"/>
                  <a:gd name="T9" fmla="*/ 25 h 60"/>
                  <a:gd name="T10" fmla="*/ 36 w 46"/>
                  <a:gd name="T11" fmla="*/ 13 h 60"/>
                  <a:gd name="T12" fmla="*/ 40 w 46"/>
                  <a:gd name="T13" fmla="*/ 1 h 60"/>
                  <a:gd name="T14" fmla="*/ 43 w 46"/>
                  <a:gd name="T15" fmla="*/ 13 h 60"/>
                  <a:gd name="T16" fmla="*/ 39 w 46"/>
                  <a:gd name="T17" fmla="*/ 24 h 60"/>
                  <a:gd name="T18" fmla="*/ 38 w 46"/>
                  <a:gd name="T19" fmla="*/ 35 h 60"/>
                  <a:gd name="T20" fmla="*/ 27 w 46"/>
                  <a:gd name="T21" fmla="*/ 46 h 60"/>
                  <a:gd name="T22" fmla="*/ 21 w 46"/>
                  <a:gd name="T23" fmla="*/ 50 h 60"/>
                  <a:gd name="T24" fmla="*/ 15 w 46"/>
                  <a:gd name="T25" fmla="*/ 53 h 60"/>
                  <a:gd name="T26" fmla="*/ 11 w 46"/>
                  <a:gd name="T27" fmla="*/ 56 h 60"/>
                  <a:gd name="T28" fmla="*/ 5 w 46"/>
                  <a:gd name="T29" fmla="*/ 59 h 60"/>
                  <a:gd name="T30" fmla="*/ 0 w 46"/>
                  <a:gd name="T31" fmla="*/ 57 h 60"/>
                  <a:gd name="T32" fmla="*/ 0 w 46"/>
                  <a:gd name="T33" fmla="*/ 5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60">
                    <a:moveTo>
                      <a:pt x="0" y="54"/>
                    </a:moveTo>
                    <a:cubicBezTo>
                      <a:pt x="1" y="51"/>
                      <a:pt x="5" y="48"/>
                      <a:pt x="7" y="46"/>
                    </a:cubicBezTo>
                    <a:cubicBezTo>
                      <a:pt x="12" y="41"/>
                      <a:pt x="14" y="38"/>
                      <a:pt x="16" y="32"/>
                    </a:cubicBezTo>
                    <a:cubicBezTo>
                      <a:pt x="17" y="30"/>
                      <a:pt x="18" y="28"/>
                      <a:pt x="19" y="27"/>
                    </a:cubicBezTo>
                    <a:cubicBezTo>
                      <a:pt x="21" y="26"/>
                      <a:pt x="24" y="26"/>
                      <a:pt x="25" y="25"/>
                    </a:cubicBezTo>
                    <a:cubicBezTo>
                      <a:pt x="30" y="23"/>
                      <a:pt x="34" y="17"/>
                      <a:pt x="36" y="13"/>
                    </a:cubicBezTo>
                    <a:cubicBezTo>
                      <a:pt x="37" y="10"/>
                      <a:pt x="37" y="1"/>
                      <a:pt x="40" y="1"/>
                    </a:cubicBezTo>
                    <a:cubicBezTo>
                      <a:pt x="46" y="0"/>
                      <a:pt x="44" y="11"/>
                      <a:pt x="43" y="13"/>
                    </a:cubicBezTo>
                    <a:cubicBezTo>
                      <a:pt x="42" y="17"/>
                      <a:pt x="41" y="21"/>
                      <a:pt x="39" y="24"/>
                    </a:cubicBezTo>
                    <a:cubicBezTo>
                      <a:pt x="38" y="28"/>
                      <a:pt x="38" y="32"/>
                      <a:pt x="38" y="35"/>
                    </a:cubicBezTo>
                    <a:cubicBezTo>
                      <a:pt x="36" y="41"/>
                      <a:pt x="31" y="43"/>
                      <a:pt x="27" y="46"/>
                    </a:cubicBezTo>
                    <a:cubicBezTo>
                      <a:pt x="25" y="47"/>
                      <a:pt x="23" y="49"/>
                      <a:pt x="21" y="50"/>
                    </a:cubicBezTo>
                    <a:cubicBezTo>
                      <a:pt x="19" y="51"/>
                      <a:pt x="17" y="52"/>
                      <a:pt x="15" y="53"/>
                    </a:cubicBezTo>
                    <a:cubicBezTo>
                      <a:pt x="13" y="54"/>
                      <a:pt x="13" y="55"/>
                      <a:pt x="11" y="56"/>
                    </a:cubicBezTo>
                    <a:cubicBezTo>
                      <a:pt x="10" y="57"/>
                      <a:pt x="7" y="58"/>
                      <a:pt x="5" y="59"/>
                    </a:cubicBezTo>
                    <a:cubicBezTo>
                      <a:pt x="3" y="60"/>
                      <a:pt x="0" y="59"/>
                      <a:pt x="0" y="57"/>
                    </a:cubicBezTo>
                    <a:cubicBezTo>
                      <a:pt x="0" y="56"/>
                      <a:pt x="0" y="55"/>
                      <a:pt x="0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4" name="Freeform 2606">
                <a:extLst>
                  <a:ext uri="{FF2B5EF4-FFF2-40B4-BE49-F238E27FC236}">
                    <a16:creationId xmlns:a16="http://schemas.microsoft.com/office/drawing/2014/main" id="{663BFB49-B6B9-F543-A025-E62DCBC6C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906"/>
                <a:ext cx="3" cy="4"/>
              </a:xfrm>
              <a:custGeom>
                <a:avLst/>
                <a:gdLst>
                  <a:gd name="T0" fmla="*/ 6 w 7"/>
                  <a:gd name="T1" fmla="*/ 3 h 9"/>
                  <a:gd name="T2" fmla="*/ 7 w 7"/>
                  <a:gd name="T3" fmla="*/ 5 h 9"/>
                  <a:gd name="T4" fmla="*/ 2 w 7"/>
                  <a:gd name="T5" fmla="*/ 4 h 9"/>
                  <a:gd name="T6" fmla="*/ 6 w 7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6" y="3"/>
                    </a:moveTo>
                    <a:cubicBezTo>
                      <a:pt x="6" y="3"/>
                      <a:pt x="7" y="4"/>
                      <a:pt x="7" y="5"/>
                    </a:cubicBezTo>
                    <a:cubicBezTo>
                      <a:pt x="7" y="9"/>
                      <a:pt x="3" y="6"/>
                      <a:pt x="2" y="4"/>
                    </a:cubicBezTo>
                    <a:cubicBezTo>
                      <a:pt x="0" y="1"/>
                      <a:pt x="3" y="0"/>
                      <a:pt x="6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5" name="Freeform 2607">
                <a:extLst>
                  <a:ext uri="{FF2B5EF4-FFF2-40B4-BE49-F238E27FC236}">
                    <a16:creationId xmlns:a16="http://schemas.microsoft.com/office/drawing/2014/main" id="{B465D7F8-CBE8-164B-A5EC-51B824808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2929"/>
                <a:ext cx="9" cy="7"/>
              </a:xfrm>
              <a:custGeom>
                <a:avLst/>
                <a:gdLst>
                  <a:gd name="T0" fmla="*/ 1 w 21"/>
                  <a:gd name="T1" fmla="*/ 16 h 18"/>
                  <a:gd name="T2" fmla="*/ 0 w 21"/>
                  <a:gd name="T3" fmla="*/ 13 h 18"/>
                  <a:gd name="T4" fmla="*/ 3 w 21"/>
                  <a:gd name="T5" fmla="*/ 8 h 18"/>
                  <a:gd name="T6" fmla="*/ 6 w 21"/>
                  <a:gd name="T7" fmla="*/ 3 h 18"/>
                  <a:gd name="T8" fmla="*/ 8 w 21"/>
                  <a:gd name="T9" fmla="*/ 0 h 18"/>
                  <a:gd name="T10" fmla="*/ 11 w 21"/>
                  <a:gd name="T11" fmla="*/ 3 h 18"/>
                  <a:gd name="T12" fmla="*/ 19 w 21"/>
                  <a:gd name="T13" fmla="*/ 4 h 18"/>
                  <a:gd name="T14" fmla="*/ 16 w 21"/>
                  <a:gd name="T15" fmla="*/ 8 h 18"/>
                  <a:gd name="T16" fmla="*/ 1 w 21"/>
                  <a:gd name="T17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8">
                    <a:moveTo>
                      <a:pt x="1" y="16"/>
                    </a:moveTo>
                    <a:cubicBezTo>
                      <a:pt x="0" y="16"/>
                      <a:pt x="0" y="15"/>
                      <a:pt x="0" y="13"/>
                    </a:cubicBezTo>
                    <a:cubicBezTo>
                      <a:pt x="1" y="11"/>
                      <a:pt x="2" y="10"/>
                      <a:pt x="3" y="8"/>
                    </a:cubicBezTo>
                    <a:cubicBezTo>
                      <a:pt x="4" y="6"/>
                      <a:pt x="5" y="5"/>
                      <a:pt x="6" y="3"/>
                    </a:cubicBezTo>
                    <a:cubicBezTo>
                      <a:pt x="6" y="2"/>
                      <a:pt x="7" y="0"/>
                      <a:pt x="8" y="0"/>
                    </a:cubicBezTo>
                    <a:cubicBezTo>
                      <a:pt x="10" y="1"/>
                      <a:pt x="10" y="3"/>
                      <a:pt x="11" y="3"/>
                    </a:cubicBezTo>
                    <a:cubicBezTo>
                      <a:pt x="14" y="4"/>
                      <a:pt x="17" y="2"/>
                      <a:pt x="19" y="4"/>
                    </a:cubicBezTo>
                    <a:cubicBezTo>
                      <a:pt x="21" y="7"/>
                      <a:pt x="17" y="7"/>
                      <a:pt x="16" y="8"/>
                    </a:cubicBezTo>
                    <a:cubicBezTo>
                      <a:pt x="10" y="9"/>
                      <a:pt x="7" y="18"/>
                      <a:pt x="1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6" name="Freeform 2608">
                <a:extLst>
                  <a:ext uri="{FF2B5EF4-FFF2-40B4-BE49-F238E27FC236}">
                    <a16:creationId xmlns:a16="http://schemas.microsoft.com/office/drawing/2014/main" id="{6453F347-1C78-5841-9F7A-D7C414D83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2926"/>
                <a:ext cx="3" cy="5"/>
              </a:xfrm>
              <a:custGeom>
                <a:avLst/>
                <a:gdLst>
                  <a:gd name="T0" fmla="*/ 0 w 9"/>
                  <a:gd name="T1" fmla="*/ 7 h 13"/>
                  <a:gd name="T2" fmla="*/ 1 w 9"/>
                  <a:gd name="T3" fmla="*/ 4 h 13"/>
                  <a:gd name="T4" fmla="*/ 3 w 9"/>
                  <a:gd name="T5" fmla="*/ 2 h 13"/>
                  <a:gd name="T6" fmla="*/ 0 w 9"/>
                  <a:gd name="T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7"/>
                    </a:moveTo>
                    <a:cubicBezTo>
                      <a:pt x="0" y="6"/>
                      <a:pt x="0" y="5"/>
                      <a:pt x="1" y="4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9" y="0"/>
                      <a:pt x="2" y="13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7" name="Freeform 2609">
                <a:extLst>
                  <a:ext uri="{FF2B5EF4-FFF2-40B4-BE49-F238E27FC236}">
                    <a16:creationId xmlns:a16="http://schemas.microsoft.com/office/drawing/2014/main" id="{E9541F35-EBAC-F94C-A2D6-8A27F4EA0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2922"/>
                <a:ext cx="3" cy="3"/>
              </a:xfrm>
              <a:custGeom>
                <a:avLst/>
                <a:gdLst>
                  <a:gd name="T0" fmla="*/ 1 w 7"/>
                  <a:gd name="T1" fmla="*/ 2 h 6"/>
                  <a:gd name="T2" fmla="*/ 2 w 7"/>
                  <a:gd name="T3" fmla="*/ 1 h 6"/>
                  <a:gd name="T4" fmla="*/ 5 w 7"/>
                  <a:gd name="T5" fmla="*/ 1 h 6"/>
                  <a:gd name="T6" fmla="*/ 6 w 7"/>
                  <a:gd name="T7" fmla="*/ 4 h 6"/>
                  <a:gd name="T8" fmla="*/ 1 w 7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7" y="1"/>
                      <a:pt x="6" y="2"/>
                      <a:pt x="6" y="4"/>
                    </a:cubicBezTo>
                    <a:cubicBezTo>
                      <a:pt x="5" y="4"/>
                      <a:pt x="0" y="6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8" name="Freeform 2610">
                <a:extLst>
                  <a:ext uri="{FF2B5EF4-FFF2-40B4-BE49-F238E27FC236}">
                    <a16:creationId xmlns:a16="http://schemas.microsoft.com/office/drawing/2014/main" id="{8A030E3D-2A0B-A54A-922C-5F758A405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998"/>
                <a:ext cx="4" cy="3"/>
              </a:xfrm>
              <a:custGeom>
                <a:avLst/>
                <a:gdLst>
                  <a:gd name="T0" fmla="*/ 4 w 9"/>
                  <a:gd name="T1" fmla="*/ 8 h 8"/>
                  <a:gd name="T2" fmla="*/ 0 w 9"/>
                  <a:gd name="T3" fmla="*/ 5 h 8"/>
                  <a:gd name="T4" fmla="*/ 6 w 9"/>
                  <a:gd name="T5" fmla="*/ 1 h 8"/>
                  <a:gd name="T6" fmla="*/ 8 w 9"/>
                  <a:gd name="T7" fmla="*/ 3 h 8"/>
                  <a:gd name="T8" fmla="*/ 4 w 9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8"/>
                    </a:moveTo>
                    <a:cubicBezTo>
                      <a:pt x="3" y="8"/>
                      <a:pt x="0" y="7"/>
                      <a:pt x="0" y="5"/>
                    </a:cubicBezTo>
                    <a:cubicBezTo>
                      <a:pt x="0" y="2"/>
                      <a:pt x="4" y="1"/>
                      <a:pt x="6" y="1"/>
                    </a:cubicBezTo>
                    <a:cubicBezTo>
                      <a:pt x="7" y="0"/>
                      <a:pt x="8" y="1"/>
                      <a:pt x="8" y="3"/>
                    </a:cubicBezTo>
                    <a:cubicBezTo>
                      <a:pt x="9" y="6"/>
                      <a:pt x="8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9" name="Freeform 2611">
                <a:extLst>
                  <a:ext uri="{FF2B5EF4-FFF2-40B4-BE49-F238E27FC236}">
                    <a16:creationId xmlns:a16="http://schemas.microsoft.com/office/drawing/2014/main" id="{94C0E306-5828-F94E-859B-481E5CC51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3013"/>
                <a:ext cx="2" cy="4"/>
              </a:xfrm>
              <a:custGeom>
                <a:avLst/>
                <a:gdLst>
                  <a:gd name="T0" fmla="*/ 7 w 7"/>
                  <a:gd name="T1" fmla="*/ 7 h 8"/>
                  <a:gd name="T2" fmla="*/ 4 w 7"/>
                  <a:gd name="T3" fmla="*/ 8 h 8"/>
                  <a:gd name="T4" fmla="*/ 2 w 7"/>
                  <a:gd name="T5" fmla="*/ 5 h 8"/>
                  <a:gd name="T6" fmla="*/ 3 w 7"/>
                  <a:gd name="T7" fmla="*/ 1 h 8"/>
                  <a:gd name="T8" fmla="*/ 7 w 7"/>
                  <a:gd name="T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7"/>
                    </a:moveTo>
                    <a:cubicBezTo>
                      <a:pt x="6" y="7"/>
                      <a:pt x="5" y="8"/>
                      <a:pt x="4" y="8"/>
                    </a:cubicBezTo>
                    <a:cubicBezTo>
                      <a:pt x="3" y="8"/>
                      <a:pt x="2" y="6"/>
                      <a:pt x="2" y="5"/>
                    </a:cubicBezTo>
                    <a:cubicBezTo>
                      <a:pt x="1" y="4"/>
                      <a:pt x="0" y="0"/>
                      <a:pt x="3" y="1"/>
                    </a:cubicBezTo>
                    <a:cubicBezTo>
                      <a:pt x="7" y="1"/>
                      <a:pt x="7" y="4"/>
                      <a:pt x="7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0" name="Freeform 2612">
                <a:extLst>
                  <a:ext uri="{FF2B5EF4-FFF2-40B4-BE49-F238E27FC236}">
                    <a16:creationId xmlns:a16="http://schemas.microsoft.com/office/drawing/2014/main" id="{AB296467-2D1D-864A-81C8-1E1AE5158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3007"/>
                <a:ext cx="8" cy="5"/>
              </a:xfrm>
              <a:custGeom>
                <a:avLst/>
                <a:gdLst>
                  <a:gd name="T0" fmla="*/ 4 w 19"/>
                  <a:gd name="T1" fmla="*/ 7 h 12"/>
                  <a:gd name="T2" fmla="*/ 2 w 19"/>
                  <a:gd name="T3" fmla="*/ 2 h 12"/>
                  <a:gd name="T4" fmla="*/ 10 w 19"/>
                  <a:gd name="T5" fmla="*/ 1 h 12"/>
                  <a:gd name="T6" fmla="*/ 16 w 19"/>
                  <a:gd name="T7" fmla="*/ 5 h 12"/>
                  <a:gd name="T8" fmla="*/ 18 w 19"/>
                  <a:gd name="T9" fmla="*/ 10 h 12"/>
                  <a:gd name="T10" fmla="*/ 18 w 19"/>
                  <a:gd name="T11" fmla="*/ 10 h 12"/>
                  <a:gd name="T12" fmla="*/ 11 w 19"/>
                  <a:gd name="T13" fmla="*/ 11 h 12"/>
                  <a:gd name="T14" fmla="*/ 4 w 19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2">
                    <a:moveTo>
                      <a:pt x="4" y="7"/>
                    </a:moveTo>
                    <a:cubicBezTo>
                      <a:pt x="3" y="5"/>
                      <a:pt x="0" y="4"/>
                      <a:pt x="2" y="2"/>
                    </a:cubicBezTo>
                    <a:cubicBezTo>
                      <a:pt x="5" y="1"/>
                      <a:pt x="7" y="0"/>
                      <a:pt x="10" y="1"/>
                    </a:cubicBezTo>
                    <a:cubicBezTo>
                      <a:pt x="12" y="2"/>
                      <a:pt x="14" y="3"/>
                      <a:pt x="16" y="5"/>
                    </a:cubicBezTo>
                    <a:cubicBezTo>
                      <a:pt x="16" y="6"/>
                      <a:pt x="19" y="8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6" y="11"/>
                      <a:pt x="13" y="12"/>
                      <a:pt x="11" y="11"/>
                    </a:cubicBezTo>
                    <a:cubicBezTo>
                      <a:pt x="8" y="11"/>
                      <a:pt x="6" y="8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1" name="Freeform 2613">
                <a:extLst>
                  <a:ext uri="{FF2B5EF4-FFF2-40B4-BE49-F238E27FC236}">
                    <a16:creationId xmlns:a16="http://schemas.microsoft.com/office/drawing/2014/main" id="{278B534C-194B-0E49-A597-59899870E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3035"/>
                <a:ext cx="5" cy="4"/>
              </a:xfrm>
              <a:custGeom>
                <a:avLst/>
                <a:gdLst>
                  <a:gd name="T0" fmla="*/ 5 w 13"/>
                  <a:gd name="T1" fmla="*/ 2 h 9"/>
                  <a:gd name="T2" fmla="*/ 9 w 13"/>
                  <a:gd name="T3" fmla="*/ 8 h 9"/>
                  <a:gd name="T4" fmla="*/ 5 w 13"/>
                  <a:gd name="T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5" y="2"/>
                    </a:moveTo>
                    <a:cubicBezTo>
                      <a:pt x="8" y="0"/>
                      <a:pt x="13" y="7"/>
                      <a:pt x="9" y="8"/>
                    </a:cubicBezTo>
                    <a:cubicBezTo>
                      <a:pt x="6" y="9"/>
                      <a:pt x="0" y="5"/>
                      <a:pt x="5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2" name="Freeform 2614">
                <a:extLst>
                  <a:ext uri="{FF2B5EF4-FFF2-40B4-BE49-F238E27FC236}">
                    <a16:creationId xmlns:a16="http://schemas.microsoft.com/office/drawing/2014/main" id="{2E9CC0A2-9DF2-D244-BB4D-FC33272EF0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69" y="2354"/>
                <a:ext cx="1337" cy="839"/>
              </a:xfrm>
              <a:custGeom>
                <a:avLst/>
                <a:gdLst>
                  <a:gd name="T0" fmla="*/ 2812 w 3286"/>
                  <a:gd name="T1" fmla="*/ 452 h 2062"/>
                  <a:gd name="T2" fmla="*/ 1734 w 3286"/>
                  <a:gd name="T3" fmla="*/ 44 h 2062"/>
                  <a:gd name="T4" fmla="*/ 917 w 3286"/>
                  <a:gd name="T5" fmla="*/ 365 h 2062"/>
                  <a:gd name="T6" fmla="*/ 303 w 3286"/>
                  <a:gd name="T7" fmla="*/ 727 h 2062"/>
                  <a:gd name="T8" fmla="*/ 773 w 3286"/>
                  <a:gd name="T9" fmla="*/ 1331 h 2062"/>
                  <a:gd name="T10" fmla="*/ 1445 w 3286"/>
                  <a:gd name="T11" fmla="*/ 1523 h 2062"/>
                  <a:gd name="T12" fmla="*/ 1305 w 3286"/>
                  <a:gd name="T13" fmla="*/ 1910 h 2062"/>
                  <a:gd name="T14" fmla="*/ 1400 w 3286"/>
                  <a:gd name="T15" fmla="*/ 1963 h 2062"/>
                  <a:gd name="T16" fmla="*/ 1511 w 3286"/>
                  <a:gd name="T17" fmla="*/ 1864 h 2062"/>
                  <a:gd name="T18" fmla="*/ 1574 w 3286"/>
                  <a:gd name="T19" fmla="*/ 1814 h 2062"/>
                  <a:gd name="T20" fmla="*/ 1620 w 3286"/>
                  <a:gd name="T21" fmla="*/ 1666 h 2062"/>
                  <a:gd name="T22" fmla="*/ 1700 w 3286"/>
                  <a:gd name="T23" fmla="*/ 1608 h 2062"/>
                  <a:gd name="T24" fmla="*/ 1721 w 3286"/>
                  <a:gd name="T25" fmla="*/ 1484 h 2062"/>
                  <a:gd name="T26" fmla="*/ 1829 w 3286"/>
                  <a:gd name="T27" fmla="*/ 1511 h 2062"/>
                  <a:gd name="T28" fmla="*/ 1906 w 3286"/>
                  <a:gd name="T29" fmla="*/ 1490 h 2062"/>
                  <a:gd name="T30" fmla="*/ 1972 w 3286"/>
                  <a:gd name="T31" fmla="*/ 1578 h 2062"/>
                  <a:gd name="T32" fmla="*/ 1987 w 3286"/>
                  <a:gd name="T33" fmla="*/ 1656 h 2062"/>
                  <a:gd name="T34" fmla="*/ 2030 w 3286"/>
                  <a:gd name="T35" fmla="*/ 1672 h 2062"/>
                  <a:gd name="T36" fmla="*/ 2162 w 3286"/>
                  <a:gd name="T37" fmla="*/ 1626 h 2062"/>
                  <a:gd name="T38" fmla="*/ 2237 w 3286"/>
                  <a:gd name="T39" fmla="*/ 1620 h 2062"/>
                  <a:gd name="T40" fmla="*/ 2195 w 3286"/>
                  <a:gd name="T41" fmla="*/ 1726 h 2062"/>
                  <a:gd name="T42" fmla="*/ 2080 w 3286"/>
                  <a:gd name="T43" fmla="*/ 1823 h 2062"/>
                  <a:gd name="T44" fmla="*/ 2175 w 3286"/>
                  <a:gd name="T45" fmla="*/ 1850 h 2062"/>
                  <a:gd name="T46" fmla="*/ 2310 w 3286"/>
                  <a:gd name="T47" fmla="*/ 1951 h 2062"/>
                  <a:gd name="T48" fmla="*/ 2365 w 3286"/>
                  <a:gd name="T49" fmla="*/ 2057 h 2062"/>
                  <a:gd name="T50" fmla="*/ 2531 w 3286"/>
                  <a:gd name="T51" fmla="*/ 1922 h 2062"/>
                  <a:gd name="T52" fmla="*/ 2661 w 3286"/>
                  <a:gd name="T53" fmla="*/ 1834 h 2062"/>
                  <a:gd name="T54" fmla="*/ 2815 w 3286"/>
                  <a:gd name="T55" fmla="*/ 1800 h 2062"/>
                  <a:gd name="T56" fmla="*/ 2871 w 3286"/>
                  <a:gd name="T57" fmla="*/ 1689 h 2062"/>
                  <a:gd name="T58" fmla="*/ 2753 w 3286"/>
                  <a:gd name="T59" fmla="*/ 1717 h 2062"/>
                  <a:gd name="T60" fmla="*/ 2647 w 3286"/>
                  <a:gd name="T61" fmla="*/ 1752 h 2062"/>
                  <a:gd name="T62" fmla="*/ 2489 w 3286"/>
                  <a:gd name="T63" fmla="*/ 1610 h 2062"/>
                  <a:gd name="T64" fmla="*/ 2646 w 3286"/>
                  <a:gd name="T65" fmla="*/ 1766 h 2062"/>
                  <a:gd name="T66" fmla="*/ 2537 w 3286"/>
                  <a:gd name="T67" fmla="*/ 1688 h 2062"/>
                  <a:gd name="T68" fmla="*/ 2484 w 3286"/>
                  <a:gd name="T69" fmla="*/ 1654 h 2062"/>
                  <a:gd name="T70" fmla="*/ 2430 w 3286"/>
                  <a:gd name="T71" fmla="*/ 1651 h 2062"/>
                  <a:gd name="T72" fmla="*/ 2356 w 3286"/>
                  <a:gd name="T73" fmla="*/ 1624 h 2062"/>
                  <a:gd name="T74" fmla="*/ 2290 w 3286"/>
                  <a:gd name="T75" fmla="*/ 1614 h 2062"/>
                  <a:gd name="T76" fmla="*/ 2348 w 3286"/>
                  <a:gd name="T77" fmla="*/ 1596 h 2062"/>
                  <a:gd name="T78" fmla="*/ 2379 w 3286"/>
                  <a:gd name="T79" fmla="*/ 1582 h 2062"/>
                  <a:gd name="T80" fmla="*/ 2446 w 3286"/>
                  <a:gd name="T81" fmla="*/ 1572 h 2062"/>
                  <a:gd name="T82" fmla="*/ 2562 w 3286"/>
                  <a:gd name="T83" fmla="*/ 1503 h 2062"/>
                  <a:gd name="T84" fmla="*/ 2595 w 3286"/>
                  <a:gd name="T85" fmla="*/ 1463 h 2062"/>
                  <a:gd name="T86" fmla="*/ 2801 w 3286"/>
                  <a:gd name="T87" fmla="*/ 1337 h 2062"/>
                  <a:gd name="T88" fmla="*/ 2935 w 3286"/>
                  <a:gd name="T89" fmla="*/ 1222 h 2062"/>
                  <a:gd name="T90" fmla="*/ 3132 w 3286"/>
                  <a:gd name="T91" fmla="*/ 944 h 2062"/>
                  <a:gd name="T92" fmla="*/ 1375 w 3286"/>
                  <a:gd name="T93" fmla="*/ 393 h 2062"/>
                  <a:gd name="T94" fmla="*/ 1324 w 3286"/>
                  <a:gd name="T95" fmla="*/ 1924 h 2062"/>
                  <a:gd name="T96" fmla="*/ 1437 w 3286"/>
                  <a:gd name="T97" fmla="*/ 1896 h 2062"/>
                  <a:gd name="T98" fmla="*/ 1537 w 3286"/>
                  <a:gd name="T99" fmla="*/ 679 h 2062"/>
                  <a:gd name="T100" fmla="*/ 1621 w 3286"/>
                  <a:gd name="T101" fmla="*/ 701 h 2062"/>
                  <a:gd name="T102" fmla="*/ 1636 w 3286"/>
                  <a:gd name="T103" fmla="*/ 1577 h 2062"/>
                  <a:gd name="T104" fmla="*/ 2153 w 3286"/>
                  <a:gd name="T105" fmla="*/ 903 h 2062"/>
                  <a:gd name="T106" fmla="*/ 1928 w 3286"/>
                  <a:gd name="T107" fmla="*/ 886 h 2062"/>
                  <a:gd name="T108" fmla="*/ 1733 w 3286"/>
                  <a:gd name="T109" fmla="*/ 788 h 2062"/>
                  <a:gd name="T110" fmla="*/ 1888 w 3286"/>
                  <a:gd name="T111" fmla="*/ 769 h 2062"/>
                  <a:gd name="T112" fmla="*/ 2042 w 3286"/>
                  <a:gd name="T113" fmla="*/ 869 h 2062"/>
                  <a:gd name="T114" fmla="*/ 2261 w 3286"/>
                  <a:gd name="T115" fmla="*/ 941 h 2062"/>
                  <a:gd name="T116" fmla="*/ 2348 w 3286"/>
                  <a:gd name="T117" fmla="*/ 1230 h 2062"/>
                  <a:gd name="T118" fmla="*/ 2224 w 3286"/>
                  <a:gd name="T119" fmla="*/ 1395 h 2062"/>
                  <a:gd name="T120" fmla="*/ 2258 w 3286"/>
                  <a:gd name="T121" fmla="*/ 1229 h 2062"/>
                  <a:gd name="T122" fmla="*/ 2423 w 3286"/>
                  <a:gd name="T123" fmla="*/ 1193 h 20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86" h="2062">
                    <a:moveTo>
                      <a:pt x="3286" y="858"/>
                    </a:moveTo>
                    <a:cubicBezTo>
                      <a:pt x="3262" y="819"/>
                      <a:pt x="3262" y="819"/>
                      <a:pt x="3262" y="819"/>
                    </a:cubicBezTo>
                    <a:cubicBezTo>
                      <a:pt x="3265" y="780"/>
                      <a:pt x="3265" y="780"/>
                      <a:pt x="3265" y="780"/>
                    </a:cubicBezTo>
                    <a:cubicBezTo>
                      <a:pt x="3246" y="740"/>
                      <a:pt x="3246" y="740"/>
                      <a:pt x="3246" y="740"/>
                    </a:cubicBezTo>
                    <a:cubicBezTo>
                      <a:pt x="3212" y="733"/>
                      <a:pt x="3212" y="733"/>
                      <a:pt x="3212" y="733"/>
                    </a:cubicBezTo>
                    <a:cubicBezTo>
                      <a:pt x="3201" y="673"/>
                      <a:pt x="3201" y="673"/>
                      <a:pt x="3201" y="673"/>
                    </a:cubicBezTo>
                    <a:cubicBezTo>
                      <a:pt x="3243" y="665"/>
                      <a:pt x="3243" y="665"/>
                      <a:pt x="3243" y="665"/>
                    </a:cubicBezTo>
                    <a:cubicBezTo>
                      <a:pt x="3246" y="651"/>
                      <a:pt x="3246" y="651"/>
                      <a:pt x="3246" y="651"/>
                    </a:cubicBezTo>
                    <a:cubicBezTo>
                      <a:pt x="3205" y="648"/>
                      <a:pt x="3205" y="648"/>
                      <a:pt x="3205" y="648"/>
                    </a:cubicBezTo>
                    <a:cubicBezTo>
                      <a:pt x="3176" y="629"/>
                      <a:pt x="3176" y="629"/>
                      <a:pt x="3176" y="629"/>
                    </a:cubicBezTo>
                    <a:cubicBezTo>
                      <a:pt x="3178" y="609"/>
                      <a:pt x="3178" y="609"/>
                      <a:pt x="3178" y="609"/>
                    </a:cubicBezTo>
                    <a:cubicBezTo>
                      <a:pt x="3201" y="609"/>
                      <a:pt x="3201" y="609"/>
                      <a:pt x="3201" y="609"/>
                    </a:cubicBezTo>
                    <a:cubicBezTo>
                      <a:pt x="3244" y="556"/>
                      <a:pt x="3244" y="556"/>
                      <a:pt x="3244" y="556"/>
                    </a:cubicBezTo>
                    <a:cubicBezTo>
                      <a:pt x="3207" y="489"/>
                      <a:pt x="3207" y="489"/>
                      <a:pt x="3207" y="489"/>
                    </a:cubicBezTo>
                    <a:cubicBezTo>
                      <a:pt x="3214" y="463"/>
                      <a:pt x="3214" y="463"/>
                      <a:pt x="3214" y="463"/>
                    </a:cubicBezTo>
                    <a:cubicBezTo>
                      <a:pt x="3190" y="457"/>
                      <a:pt x="3190" y="457"/>
                      <a:pt x="3190" y="457"/>
                    </a:cubicBezTo>
                    <a:cubicBezTo>
                      <a:pt x="3175" y="480"/>
                      <a:pt x="3175" y="480"/>
                      <a:pt x="3175" y="480"/>
                    </a:cubicBezTo>
                    <a:cubicBezTo>
                      <a:pt x="3150" y="480"/>
                      <a:pt x="3150" y="480"/>
                      <a:pt x="3150" y="480"/>
                    </a:cubicBezTo>
                    <a:cubicBezTo>
                      <a:pt x="3093" y="453"/>
                      <a:pt x="3093" y="453"/>
                      <a:pt x="3093" y="453"/>
                    </a:cubicBezTo>
                    <a:cubicBezTo>
                      <a:pt x="3058" y="460"/>
                      <a:pt x="3058" y="460"/>
                      <a:pt x="3058" y="460"/>
                    </a:cubicBezTo>
                    <a:cubicBezTo>
                      <a:pt x="3031" y="431"/>
                      <a:pt x="3031" y="431"/>
                      <a:pt x="3031" y="431"/>
                    </a:cubicBezTo>
                    <a:cubicBezTo>
                      <a:pt x="3007" y="448"/>
                      <a:pt x="3007" y="448"/>
                      <a:pt x="3007" y="448"/>
                    </a:cubicBezTo>
                    <a:cubicBezTo>
                      <a:pt x="2942" y="446"/>
                      <a:pt x="2942" y="446"/>
                      <a:pt x="2942" y="446"/>
                    </a:cubicBezTo>
                    <a:cubicBezTo>
                      <a:pt x="2931" y="427"/>
                      <a:pt x="2931" y="427"/>
                      <a:pt x="2931" y="427"/>
                    </a:cubicBezTo>
                    <a:cubicBezTo>
                      <a:pt x="2842" y="424"/>
                      <a:pt x="2842" y="424"/>
                      <a:pt x="2842" y="424"/>
                    </a:cubicBezTo>
                    <a:cubicBezTo>
                      <a:pt x="2853" y="453"/>
                      <a:pt x="2853" y="453"/>
                      <a:pt x="2853" y="453"/>
                    </a:cubicBezTo>
                    <a:cubicBezTo>
                      <a:pt x="2834" y="473"/>
                      <a:pt x="2834" y="473"/>
                      <a:pt x="2834" y="473"/>
                    </a:cubicBezTo>
                    <a:cubicBezTo>
                      <a:pt x="2812" y="452"/>
                      <a:pt x="2812" y="452"/>
                      <a:pt x="2812" y="452"/>
                    </a:cubicBezTo>
                    <a:cubicBezTo>
                      <a:pt x="2784" y="440"/>
                      <a:pt x="2784" y="440"/>
                      <a:pt x="2784" y="440"/>
                    </a:cubicBezTo>
                    <a:cubicBezTo>
                      <a:pt x="2722" y="408"/>
                      <a:pt x="2722" y="408"/>
                      <a:pt x="2722" y="408"/>
                    </a:cubicBezTo>
                    <a:cubicBezTo>
                      <a:pt x="2673" y="352"/>
                      <a:pt x="2673" y="352"/>
                      <a:pt x="2673" y="352"/>
                    </a:cubicBezTo>
                    <a:cubicBezTo>
                      <a:pt x="2624" y="395"/>
                      <a:pt x="2624" y="395"/>
                      <a:pt x="2624" y="395"/>
                    </a:cubicBezTo>
                    <a:cubicBezTo>
                      <a:pt x="2578" y="404"/>
                      <a:pt x="2578" y="404"/>
                      <a:pt x="2578" y="404"/>
                    </a:cubicBezTo>
                    <a:cubicBezTo>
                      <a:pt x="2545" y="445"/>
                      <a:pt x="2545" y="445"/>
                      <a:pt x="2545" y="445"/>
                    </a:cubicBezTo>
                    <a:cubicBezTo>
                      <a:pt x="2481" y="440"/>
                      <a:pt x="2481" y="440"/>
                      <a:pt x="2481" y="440"/>
                    </a:cubicBezTo>
                    <a:cubicBezTo>
                      <a:pt x="2457" y="409"/>
                      <a:pt x="2457" y="409"/>
                      <a:pt x="2457" y="409"/>
                    </a:cubicBezTo>
                    <a:cubicBezTo>
                      <a:pt x="2398" y="418"/>
                      <a:pt x="2398" y="418"/>
                      <a:pt x="2398" y="418"/>
                    </a:cubicBezTo>
                    <a:cubicBezTo>
                      <a:pt x="2379" y="444"/>
                      <a:pt x="2379" y="444"/>
                      <a:pt x="2379" y="444"/>
                    </a:cubicBezTo>
                    <a:cubicBezTo>
                      <a:pt x="2310" y="401"/>
                      <a:pt x="2310" y="401"/>
                      <a:pt x="2310" y="401"/>
                    </a:cubicBezTo>
                    <a:cubicBezTo>
                      <a:pt x="2319" y="358"/>
                      <a:pt x="2319" y="358"/>
                      <a:pt x="2319" y="358"/>
                    </a:cubicBezTo>
                    <a:cubicBezTo>
                      <a:pt x="2286" y="297"/>
                      <a:pt x="2286" y="297"/>
                      <a:pt x="2286" y="297"/>
                    </a:cubicBezTo>
                    <a:cubicBezTo>
                      <a:pt x="2230" y="253"/>
                      <a:pt x="2230" y="253"/>
                      <a:pt x="2230" y="253"/>
                    </a:cubicBezTo>
                    <a:cubicBezTo>
                      <a:pt x="2169" y="278"/>
                      <a:pt x="2169" y="278"/>
                      <a:pt x="2169" y="278"/>
                    </a:cubicBezTo>
                    <a:cubicBezTo>
                      <a:pt x="2144" y="271"/>
                      <a:pt x="2144" y="271"/>
                      <a:pt x="2144" y="271"/>
                    </a:cubicBezTo>
                    <a:cubicBezTo>
                      <a:pt x="2089" y="284"/>
                      <a:pt x="2089" y="284"/>
                      <a:pt x="2089" y="284"/>
                    </a:cubicBezTo>
                    <a:cubicBezTo>
                      <a:pt x="2073" y="217"/>
                      <a:pt x="2073" y="217"/>
                      <a:pt x="2073" y="217"/>
                    </a:cubicBezTo>
                    <a:cubicBezTo>
                      <a:pt x="2028" y="176"/>
                      <a:pt x="2028" y="176"/>
                      <a:pt x="2028" y="176"/>
                    </a:cubicBezTo>
                    <a:cubicBezTo>
                      <a:pt x="2073" y="156"/>
                      <a:pt x="2073" y="156"/>
                      <a:pt x="2073" y="156"/>
                    </a:cubicBezTo>
                    <a:cubicBezTo>
                      <a:pt x="2076" y="131"/>
                      <a:pt x="2076" y="131"/>
                      <a:pt x="2076" y="131"/>
                    </a:cubicBezTo>
                    <a:cubicBezTo>
                      <a:pt x="2000" y="79"/>
                      <a:pt x="2000" y="79"/>
                      <a:pt x="2000" y="79"/>
                    </a:cubicBezTo>
                    <a:cubicBezTo>
                      <a:pt x="1990" y="32"/>
                      <a:pt x="1990" y="32"/>
                      <a:pt x="1990" y="32"/>
                    </a:cubicBezTo>
                    <a:cubicBezTo>
                      <a:pt x="1930" y="0"/>
                      <a:pt x="1930" y="0"/>
                      <a:pt x="1930" y="0"/>
                    </a:cubicBezTo>
                    <a:cubicBezTo>
                      <a:pt x="1888" y="22"/>
                      <a:pt x="1888" y="22"/>
                      <a:pt x="1888" y="22"/>
                    </a:cubicBezTo>
                    <a:cubicBezTo>
                      <a:pt x="1862" y="6"/>
                      <a:pt x="1862" y="6"/>
                      <a:pt x="1862" y="6"/>
                    </a:cubicBezTo>
                    <a:cubicBezTo>
                      <a:pt x="1762" y="63"/>
                      <a:pt x="1762" y="63"/>
                      <a:pt x="1762" y="63"/>
                    </a:cubicBezTo>
                    <a:cubicBezTo>
                      <a:pt x="1734" y="44"/>
                      <a:pt x="1734" y="44"/>
                      <a:pt x="1734" y="44"/>
                    </a:cubicBezTo>
                    <a:cubicBezTo>
                      <a:pt x="1698" y="67"/>
                      <a:pt x="1698" y="67"/>
                      <a:pt x="1698" y="67"/>
                    </a:cubicBezTo>
                    <a:cubicBezTo>
                      <a:pt x="1706" y="102"/>
                      <a:pt x="1706" y="102"/>
                      <a:pt x="1706" y="102"/>
                    </a:cubicBezTo>
                    <a:cubicBezTo>
                      <a:pt x="1679" y="142"/>
                      <a:pt x="1679" y="142"/>
                      <a:pt x="1679" y="142"/>
                    </a:cubicBezTo>
                    <a:cubicBezTo>
                      <a:pt x="1614" y="139"/>
                      <a:pt x="1614" y="139"/>
                      <a:pt x="1614" y="139"/>
                    </a:cubicBezTo>
                    <a:cubicBezTo>
                      <a:pt x="1540" y="136"/>
                      <a:pt x="1540" y="136"/>
                      <a:pt x="1540" y="136"/>
                    </a:cubicBezTo>
                    <a:cubicBezTo>
                      <a:pt x="1540" y="169"/>
                      <a:pt x="1540" y="169"/>
                      <a:pt x="1540" y="169"/>
                    </a:cubicBezTo>
                    <a:cubicBezTo>
                      <a:pt x="1495" y="162"/>
                      <a:pt x="1495" y="162"/>
                      <a:pt x="1495" y="162"/>
                    </a:cubicBezTo>
                    <a:cubicBezTo>
                      <a:pt x="1478" y="209"/>
                      <a:pt x="1478" y="209"/>
                      <a:pt x="1478" y="209"/>
                    </a:cubicBezTo>
                    <a:cubicBezTo>
                      <a:pt x="1440" y="223"/>
                      <a:pt x="1440" y="223"/>
                      <a:pt x="1440" y="223"/>
                    </a:cubicBezTo>
                    <a:cubicBezTo>
                      <a:pt x="1415" y="292"/>
                      <a:pt x="1415" y="292"/>
                      <a:pt x="1415" y="292"/>
                    </a:cubicBezTo>
                    <a:cubicBezTo>
                      <a:pt x="1415" y="304"/>
                      <a:pt x="1415" y="304"/>
                      <a:pt x="1415" y="304"/>
                    </a:cubicBezTo>
                    <a:cubicBezTo>
                      <a:pt x="1446" y="347"/>
                      <a:pt x="1446" y="347"/>
                      <a:pt x="1446" y="347"/>
                    </a:cubicBezTo>
                    <a:cubicBezTo>
                      <a:pt x="1433" y="362"/>
                      <a:pt x="1433" y="362"/>
                      <a:pt x="1433" y="362"/>
                    </a:cubicBezTo>
                    <a:cubicBezTo>
                      <a:pt x="1454" y="367"/>
                      <a:pt x="1454" y="367"/>
                      <a:pt x="1454" y="367"/>
                    </a:cubicBezTo>
                    <a:cubicBezTo>
                      <a:pt x="1454" y="367"/>
                      <a:pt x="1418" y="382"/>
                      <a:pt x="1405" y="382"/>
                    </a:cubicBezTo>
                    <a:cubicBezTo>
                      <a:pt x="1405" y="374"/>
                      <a:pt x="1405" y="374"/>
                      <a:pt x="1405" y="374"/>
                    </a:cubicBezTo>
                    <a:cubicBezTo>
                      <a:pt x="1365" y="335"/>
                      <a:pt x="1365" y="335"/>
                      <a:pt x="1365" y="335"/>
                    </a:cubicBezTo>
                    <a:cubicBezTo>
                      <a:pt x="1282" y="345"/>
                      <a:pt x="1282" y="345"/>
                      <a:pt x="1282" y="345"/>
                    </a:cubicBezTo>
                    <a:cubicBezTo>
                      <a:pt x="1246" y="380"/>
                      <a:pt x="1246" y="380"/>
                      <a:pt x="1246" y="380"/>
                    </a:cubicBezTo>
                    <a:cubicBezTo>
                      <a:pt x="1213" y="374"/>
                      <a:pt x="1213" y="374"/>
                      <a:pt x="1213" y="374"/>
                    </a:cubicBezTo>
                    <a:cubicBezTo>
                      <a:pt x="1180" y="327"/>
                      <a:pt x="1180" y="327"/>
                      <a:pt x="1180" y="327"/>
                    </a:cubicBezTo>
                    <a:cubicBezTo>
                      <a:pt x="1094" y="384"/>
                      <a:pt x="1094" y="384"/>
                      <a:pt x="1094" y="384"/>
                    </a:cubicBezTo>
                    <a:cubicBezTo>
                      <a:pt x="1094" y="357"/>
                      <a:pt x="1094" y="357"/>
                      <a:pt x="1094" y="357"/>
                    </a:cubicBezTo>
                    <a:cubicBezTo>
                      <a:pt x="1042" y="355"/>
                      <a:pt x="1042" y="355"/>
                      <a:pt x="1042" y="355"/>
                    </a:cubicBezTo>
                    <a:cubicBezTo>
                      <a:pt x="1020" y="333"/>
                      <a:pt x="1020" y="333"/>
                      <a:pt x="1020" y="333"/>
                    </a:cubicBezTo>
                    <a:cubicBezTo>
                      <a:pt x="967" y="360"/>
                      <a:pt x="967" y="360"/>
                      <a:pt x="967" y="360"/>
                    </a:cubicBezTo>
                    <a:cubicBezTo>
                      <a:pt x="935" y="396"/>
                      <a:pt x="935" y="396"/>
                      <a:pt x="935" y="396"/>
                    </a:cubicBezTo>
                    <a:cubicBezTo>
                      <a:pt x="917" y="365"/>
                      <a:pt x="917" y="365"/>
                      <a:pt x="917" y="365"/>
                    </a:cubicBezTo>
                    <a:cubicBezTo>
                      <a:pt x="853" y="370"/>
                      <a:pt x="853" y="370"/>
                      <a:pt x="853" y="370"/>
                    </a:cubicBezTo>
                    <a:cubicBezTo>
                      <a:pt x="825" y="324"/>
                      <a:pt x="825" y="324"/>
                      <a:pt x="825" y="324"/>
                    </a:cubicBezTo>
                    <a:cubicBezTo>
                      <a:pt x="787" y="342"/>
                      <a:pt x="787" y="342"/>
                      <a:pt x="787" y="342"/>
                    </a:cubicBezTo>
                    <a:cubicBezTo>
                      <a:pt x="686" y="316"/>
                      <a:pt x="686" y="316"/>
                      <a:pt x="686" y="316"/>
                    </a:cubicBezTo>
                    <a:cubicBezTo>
                      <a:pt x="639" y="332"/>
                      <a:pt x="639" y="332"/>
                      <a:pt x="639" y="332"/>
                    </a:cubicBezTo>
                    <a:cubicBezTo>
                      <a:pt x="616" y="295"/>
                      <a:pt x="616" y="295"/>
                      <a:pt x="616" y="295"/>
                    </a:cubicBezTo>
                    <a:cubicBezTo>
                      <a:pt x="616" y="295"/>
                      <a:pt x="522" y="325"/>
                      <a:pt x="480" y="310"/>
                    </a:cubicBezTo>
                    <a:cubicBezTo>
                      <a:pt x="426" y="335"/>
                      <a:pt x="426" y="335"/>
                      <a:pt x="426" y="335"/>
                    </a:cubicBezTo>
                    <a:cubicBezTo>
                      <a:pt x="327" y="348"/>
                      <a:pt x="327" y="348"/>
                      <a:pt x="327" y="348"/>
                    </a:cubicBezTo>
                    <a:cubicBezTo>
                      <a:pt x="340" y="398"/>
                      <a:pt x="340" y="398"/>
                      <a:pt x="340" y="398"/>
                    </a:cubicBezTo>
                    <a:cubicBezTo>
                      <a:pt x="255" y="430"/>
                      <a:pt x="255" y="430"/>
                      <a:pt x="255" y="430"/>
                    </a:cubicBezTo>
                    <a:cubicBezTo>
                      <a:pt x="235" y="425"/>
                      <a:pt x="235" y="425"/>
                      <a:pt x="235" y="425"/>
                    </a:cubicBezTo>
                    <a:cubicBezTo>
                      <a:pt x="203" y="454"/>
                      <a:pt x="203" y="454"/>
                      <a:pt x="203" y="454"/>
                    </a:cubicBezTo>
                    <a:cubicBezTo>
                      <a:pt x="204" y="454"/>
                      <a:pt x="204" y="454"/>
                      <a:pt x="204" y="454"/>
                    </a:cubicBezTo>
                    <a:cubicBezTo>
                      <a:pt x="203" y="465"/>
                      <a:pt x="203" y="465"/>
                      <a:pt x="203" y="465"/>
                    </a:cubicBezTo>
                    <a:cubicBezTo>
                      <a:pt x="220" y="478"/>
                      <a:pt x="220" y="478"/>
                      <a:pt x="220" y="478"/>
                    </a:cubicBezTo>
                    <a:cubicBezTo>
                      <a:pt x="214" y="516"/>
                      <a:pt x="214" y="516"/>
                      <a:pt x="214" y="516"/>
                    </a:cubicBezTo>
                    <a:cubicBezTo>
                      <a:pt x="228" y="524"/>
                      <a:pt x="228" y="524"/>
                      <a:pt x="228" y="524"/>
                    </a:cubicBezTo>
                    <a:cubicBezTo>
                      <a:pt x="229" y="537"/>
                      <a:pt x="229" y="537"/>
                      <a:pt x="229" y="537"/>
                    </a:cubicBezTo>
                    <a:cubicBezTo>
                      <a:pt x="229" y="537"/>
                      <a:pt x="252" y="537"/>
                      <a:pt x="255" y="568"/>
                    </a:cubicBezTo>
                    <a:cubicBezTo>
                      <a:pt x="255" y="568"/>
                      <a:pt x="266" y="579"/>
                      <a:pt x="269" y="590"/>
                    </a:cubicBezTo>
                    <a:cubicBezTo>
                      <a:pt x="293" y="610"/>
                      <a:pt x="293" y="610"/>
                      <a:pt x="293" y="610"/>
                    </a:cubicBezTo>
                    <a:cubicBezTo>
                      <a:pt x="316" y="620"/>
                      <a:pt x="316" y="620"/>
                      <a:pt x="316" y="620"/>
                    </a:cubicBezTo>
                    <a:cubicBezTo>
                      <a:pt x="315" y="627"/>
                      <a:pt x="315" y="627"/>
                      <a:pt x="315" y="627"/>
                    </a:cubicBezTo>
                    <a:cubicBezTo>
                      <a:pt x="287" y="630"/>
                      <a:pt x="287" y="630"/>
                      <a:pt x="287" y="630"/>
                    </a:cubicBezTo>
                    <a:cubicBezTo>
                      <a:pt x="282" y="643"/>
                      <a:pt x="282" y="643"/>
                      <a:pt x="282" y="643"/>
                    </a:cubicBezTo>
                    <a:cubicBezTo>
                      <a:pt x="313" y="682"/>
                      <a:pt x="313" y="682"/>
                      <a:pt x="313" y="682"/>
                    </a:cubicBezTo>
                    <a:cubicBezTo>
                      <a:pt x="303" y="727"/>
                      <a:pt x="303" y="727"/>
                      <a:pt x="303" y="727"/>
                    </a:cubicBezTo>
                    <a:cubicBezTo>
                      <a:pt x="250" y="729"/>
                      <a:pt x="250" y="729"/>
                      <a:pt x="250" y="729"/>
                    </a:cubicBezTo>
                    <a:cubicBezTo>
                      <a:pt x="78" y="970"/>
                      <a:pt x="78" y="970"/>
                      <a:pt x="78" y="970"/>
                    </a:cubicBezTo>
                    <a:cubicBezTo>
                      <a:pt x="100" y="1073"/>
                      <a:pt x="100" y="1073"/>
                      <a:pt x="100" y="1073"/>
                    </a:cubicBezTo>
                    <a:cubicBezTo>
                      <a:pt x="129" y="1102"/>
                      <a:pt x="129" y="1102"/>
                      <a:pt x="129" y="1102"/>
                    </a:cubicBezTo>
                    <a:cubicBezTo>
                      <a:pt x="119" y="1118"/>
                      <a:pt x="119" y="1118"/>
                      <a:pt x="119" y="1118"/>
                    </a:cubicBezTo>
                    <a:cubicBezTo>
                      <a:pt x="119" y="1118"/>
                      <a:pt x="103" y="1107"/>
                      <a:pt x="72" y="1096"/>
                    </a:cubicBezTo>
                    <a:cubicBezTo>
                      <a:pt x="38" y="1146"/>
                      <a:pt x="38" y="1146"/>
                      <a:pt x="38" y="1146"/>
                    </a:cubicBezTo>
                    <a:cubicBezTo>
                      <a:pt x="48" y="1172"/>
                      <a:pt x="48" y="1172"/>
                      <a:pt x="48" y="1172"/>
                    </a:cubicBezTo>
                    <a:cubicBezTo>
                      <a:pt x="28" y="1207"/>
                      <a:pt x="28" y="1207"/>
                      <a:pt x="28" y="1207"/>
                    </a:cubicBezTo>
                    <a:cubicBezTo>
                      <a:pt x="0" y="1225"/>
                      <a:pt x="0" y="1225"/>
                      <a:pt x="0" y="1225"/>
                    </a:cubicBezTo>
                    <a:cubicBezTo>
                      <a:pt x="4" y="1275"/>
                      <a:pt x="4" y="1275"/>
                      <a:pt x="4" y="1275"/>
                    </a:cubicBezTo>
                    <a:cubicBezTo>
                      <a:pt x="4" y="1278"/>
                      <a:pt x="4" y="1278"/>
                      <a:pt x="4" y="1278"/>
                    </a:cubicBezTo>
                    <a:cubicBezTo>
                      <a:pt x="26" y="1279"/>
                      <a:pt x="26" y="1279"/>
                      <a:pt x="26" y="1279"/>
                    </a:cubicBezTo>
                    <a:cubicBezTo>
                      <a:pt x="85" y="1343"/>
                      <a:pt x="85" y="1343"/>
                      <a:pt x="85" y="1343"/>
                    </a:cubicBezTo>
                    <a:cubicBezTo>
                      <a:pt x="120" y="1343"/>
                      <a:pt x="120" y="1343"/>
                      <a:pt x="120" y="1343"/>
                    </a:cubicBezTo>
                    <a:cubicBezTo>
                      <a:pt x="146" y="1377"/>
                      <a:pt x="146" y="1377"/>
                      <a:pt x="146" y="1377"/>
                    </a:cubicBezTo>
                    <a:cubicBezTo>
                      <a:pt x="174" y="1372"/>
                      <a:pt x="174" y="1372"/>
                      <a:pt x="174" y="1372"/>
                    </a:cubicBezTo>
                    <a:cubicBezTo>
                      <a:pt x="208" y="1342"/>
                      <a:pt x="208" y="1342"/>
                      <a:pt x="208" y="1342"/>
                    </a:cubicBezTo>
                    <a:cubicBezTo>
                      <a:pt x="229" y="1367"/>
                      <a:pt x="229" y="1367"/>
                      <a:pt x="229" y="1367"/>
                    </a:cubicBezTo>
                    <a:cubicBezTo>
                      <a:pt x="319" y="1362"/>
                      <a:pt x="319" y="1362"/>
                      <a:pt x="319" y="1362"/>
                    </a:cubicBezTo>
                    <a:cubicBezTo>
                      <a:pt x="361" y="1379"/>
                      <a:pt x="361" y="1379"/>
                      <a:pt x="361" y="1379"/>
                    </a:cubicBezTo>
                    <a:cubicBezTo>
                      <a:pt x="402" y="1386"/>
                      <a:pt x="402" y="1386"/>
                      <a:pt x="402" y="1386"/>
                    </a:cubicBezTo>
                    <a:cubicBezTo>
                      <a:pt x="448" y="1363"/>
                      <a:pt x="448" y="1363"/>
                      <a:pt x="448" y="1363"/>
                    </a:cubicBezTo>
                    <a:cubicBezTo>
                      <a:pt x="477" y="1366"/>
                      <a:pt x="477" y="1366"/>
                      <a:pt x="477" y="1366"/>
                    </a:cubicBezTo>
                    <a:cubicBezTo>
                      <a:pt x="541" y="1422"/>
                      <a:pt x="541" y="1422"/>
                      <a:pt x="541" y="1422"/>
                    </a:cubicBezTo>
                    <a:cubicBezTo>
                      <a:pt x="592" y="1397"/>
                      <a:pt x="592" y="1397"/>
                      <a:pt x="592" y="1397"/>
                    </a:cubicBezTo>
                    <a:cubicBezTo>
                      <a:pt x="615" y="1377"/>
                      <a:pt x="615" y="1377"/>
                      <a:pt x="615" y="1377"/>
                    </a:cubicBezTo>
                    <a:cubicBezTo>
                      <a:pt x="773" y="1331"/>
                      <a:pt x="773" y="1331"/>
                      <a:pt x="773" y="1331"/>
                    </a:cubicBezTo>
                    <a:cubicBezTo>
                      <a:pt x="794" y="1274"/>
                      <a:pt x="794" y="1274"/>
                      <a:pt x="794" y="1274"/>
                    </a:cubicBezTo>
                    <a:cubicBezTo>
                      <a:pt x="837" y="1262"/>
                      <a:pt x="837" y="1262"/>
                      <a:pt x="837" y="1262"/>
                    </a:cubicBezTo>
                    <a:cubicBezTo>
                      <a:pt x="855" y="1248"/>
                      <a:pt x="855" y="1248"/>
                      <a:pt x="855" y="1248"/>
                    </a:cubicBezTo>
                    <a:cubicBezTo>
                      <a:pt x="864" y="1240"/>
                      <a:pt x="864" y="1240"/>
                      <a:pt x="864" y="1240"/>
                    </a:cubicBezTo>
                    <a:cubicBezTo>
                      <a:pt x="851" y="1222"/>
                      <a:pt x="851" y="1222"/>
                      <a:pt x="851" y="1222"/>
                    </a:cubicBezTo>
                    <a:cubicBezTo>
                      <a:pt x="959" y="1210"/>
                      <a:pt x="959" y="1210"/>
                      <a:pt x="959" y="1210"/>
                    </a:cubicBezTo>
                    <a:cubicBezTo>
                      <a:pt x="973" y="1195"/>
                      <a:pt x="973" y="1195"/>
                      <a:pt x="973" y="1195"/>
                    </a:cubicBezTo>
                    <a:cubicBezTo>
                      <a:pt x="1020" y="1185"/>
                      <a:pt x="1020" y="1185"/>
                      <a:pt x="1020" y="1185"/>
                    </a:cubicBezTo>
                    <a:cubicBezTo>
                      <a:pt x="1042" y="1185"/>
                      <a:pt x="1042" y="1185"/>
                      <a:pt x="1042" y="1185"/>
                    </a:cubicBezTo>
                    <a:cubicBezTo>
                      <a:pt x="1143" y="1238"/>
                      <a:pt x="1143" y="1238"/>
                      <a:pt x="1143" y="1238"/>
                    </a:cubicBezTo>
                    <a:cubicBezTo>
                      <a:pt x="1157" y="1231"/>
                      <a:pt x="1157" y="1231"/>
                      <a:pt x="1157" y="1231"/>
                    </a:cubicBezTo>
                    <a:cubicBezTo>
                      <a:pt x="1163" y="1250"/>
                      <a:pt x="1163" y="1250"/>
                      <a:pt x="1163" y="1250"/>
                    </a:cubicBezTo>
                    <a:cubicBezTo>
                      <a:pt x="1184" y="1249"/>
                      <a:pt x="1184" y="1249"/>
                      <a:pt x="1184" y="1249"/>
                    </a:cubicBezTo>
                    <a:cubicBezTo>
                      <a:pt x="1190" y="1265"/>
                      <a:pt x="1190" y="1265"/>
                      <a:pt x="1190" y="1265"/>
                    </a:cubicBezTo>
                    <a:cubicBezTo>
                      <a:pt x="1214" y="1241"/>
                      <a:pt x="1214" y="1241"/>
                      <a:pt x="1214" y="1241"/>
                    </a:cubicBezTo>
                    <a:cubicBezTo>
                      <a:pt x="1254" y="1248"/>
                      <a:pt x="1254" y="1248"/>
                      <a:pt x="1254" y="1248"/>
                    </a:cubicBezTo>
                    <a:cubicBezTo>
                      <a:pt x="1261" y="1263"/>
                      <a:pt x="1261" y="1263"/>
                      <a:pt x="1261" y="1263"/>
                    </a:cubicBezTo>
                    <a:cubicBezTo>
                      <a:pt x="1290" y="1267"/>
                      <a:pt x="1310" y="1283"/>
                      <a:pt x="1310" y="1283"/>
                    </a:cubicBezTo>
                    <a:cubicBezTo>
                      <a:pt x="1327" y="1269"/>
                      <a:pt x="1327" y="1269"/>
                      <a:pt x="1327" y="1269"/>
                    </a:cubicBezTo>
                    <a:cubicBezTo>
                      <a:pt x="1354" y="1307"/>
                      <a:pt x="1354" y="1307"/>
                      <a:pt x="1354" y="1307"/>
                    </a:cubicBezTo>
                    <a:cubicBezTo>
                      <a:pt x="1348" y="1361"/>
                      <a:pt x="1348" y="1361"/>
                      <a:pt x="1348" y="1361"/>
                    </a:cubicBezTo>
                    <a:cubicBezTo>
                      <a:pt x="1338" y="1383"/>
                      <a:pt x="1338" y="1383"/>
                      <a:pt x="1338" y="1383"/>
                    </a:cubicBezTo>
                    <a:cubicBezTo>
                      <a:pt x="1374" y="1401"/>
                      <a:pt x="1401" y="1442"/>
                      <a:pt x="1401" y="1442"/>
                    </a:cubicBezTo>
                    <a:cubicBezTo>
                      <a:pt x="1414" y="1429"/>
                      <a:pt x="1414" y="1429"/>
                      <a:pt x="1414" y="1429"/>
                    </a:cubicBezTo>
                    <a:cubicBezTo>
                      <a:pt x="1432" y="1442"/>
                      <a:pt x="1432" y="1442"/>
                      <a:pt x="1432" y="1442"/>
                    </a:cubicBezTo>
                    <a:cubicBezTo>
                      <a:pt x="1427" y="1491"/>
                      <a:pt x="1427" y="1491"/>
                      <a:pt x="1427" y="1491"/>
                    </a:cubicBezTo>
                    <a:cubicBezTo>
                      <a:pt x="1451" y="1496"/>
                      <a:pt x="1451" y="1496"/>
                      <a:pt x="1451" y="1496"/>
                    </a:cubicBezTo>
                    <a:cubicBezTo>
                      <a:pt x="1445" y="1523"/>
                      <a:pt x="1445" y="1523"/>
                      <a:pt x="1445" y="1523"/>
                    </a:cubicBezTo>
                    <a:cubicBezTo>
                      <a:pt x="1484" y="1550"/>
                      <a:pt x="1484" y="1550"/>
                      <a:pt x="1484" y="1550"/>
                    </a:cubicBezTo>
                    <a:cubicBezTo>
                      <a:pt x="1502" y="1544"/>
                      <a:pt x="1502" y="1544"/>
                      <a:pt x="1502" y="1544"/>
                    </a:cubicBezTo>
                    <a:cubicBezTo>
                      <a:pt x="1540" y="1574"/>
                      <a:pt x="1540" y="1574"/>
                      <a:pt x="1540" y="1574"/>
                    </a:cubicBezTo>
                    <a:cubicBezTo>
                      <a:pt x="1539" y="1622"/>
                      <a:pt x="1539" y="1622"/>
                      <a:pt x="1539" y="1622"/>
                    </a:cubicBezTo>
                    <a:cubicBezTo>
                      <a:pt x="1556" y="1635"/>
                      <a:pt x="1556" y="1635"/>
                      <a:pt x="1556" y="1635"/>
                    </a:cubicBezTo>
                    <a:cubicBezTo>
                      <a:pt x="1591" y="1635"/>
                      <a:pt x="1591" y="1635"/>
                      <a:pt x="1591" y="1635"/>
                    </a:cubicBezTo>
                    <a:cubicBezTo>
                      <a:pt x="1582" y="1653"/>
                      <a:pt x="1582" y="1653"/>
                      <a:pt x="1582" y="1653"/>
                    </a:cubicBezTo>
                    <a:cubicBezTo>
                      <a:pt x="1527" y="1674"/>
                      <a:pt x="1527" y="1674"/>
                      <a:pt x="1527" y="1674"/>
                    </a:cubicBezTo>
                    <a:cubicBezTo>
                      <a:pt x="1499" y="1652"/>
                      <a:pt x="1499" y="1652"/>
                      <a:pt x="1499" y="1652"/>
                    </a:cubicBezTo>
                    <a:cubicBezTo>
                      <a:pt x="1472" y="1669"/>
                      <a:pt x="1472" y="1669"/>
                      <a:pt x="1472" y="1669"/>
                    </a:cubicBezTo>
                    <a:cubicBezTo>
                      <a:pt x="1448" y="1656"/>
                      <a:pt x="1448" y="1656"/>
                      <a:pt x="1448" y="1656"/>
                    </a:cubicBezTo>
                    <a:cubicBezTo>
                      <a:pt x="1399" y="1676"/>
                      <a:pt x="1399" y="1676"/>
                      <a:pt x="1399" y="1676"/>
                    </a:cubicBezTo>
                    <a:cubicBezTo>
                      <a:pt x="1387" y="1641"/>
                      <a:pt x="1387" y="1641"/>
                      <a:pt x="1387" y="1641"/>
                    </a:cubicBezTo>
                    <a:cubicBezTo>
                      <a:pt x="1358" y="1674"/>
                      <a:pt x="1358" y="1674"/>
                      <a:pt x="1358" y="1674"/>
                    </a:cubicBezTo>
                    <a:cubicBezTo>
                      <a:pt x="1358" y="1684"/>
                      <a:pt x="1358" y="1684"/>
                      <a:pt x="1358" y="1684"/>
                    </a:cubicBezTo>
                    <a:cubicBezTo>
                      <a:pt x="1374" y="1698"/>
                      <a:pt x="1374" y="1698"/>
                      <a:pt x="1374" y="1698"/>
                    </a:cubicBezTo>
                    <a:cubicBezTo>
                      <a:pt x="1365" y="1712"/>
                      <a:pt x="1365" y="1712"/>
                      <a:pt x="1365" y="1712"/>
                    </a:cubicBezTo>
                    <a:cubicBezTo>
                      <a:pt x="1395" y="1731"/>
                      <a:pt x="1395" y="1731"/>
                      <a:pt x="1395" y="1731"/>
                    </a:cubicBezTo>
                    <a:cubicBezTo>
                      <a:pt x="1374" y="1759"/>
                      <a:pt x="1374" y="1759"/>
                      <a:pt x="1374" y="1759"/>
                    </a:cubicBezTo>
                    <a:cubicBezTo>
                      <a:pt x="1387" y="1781"/>
                      <a:pt x="1387" y="1781"/>
                      <a:pt x="1387" y="1781"/>
                    </a:cubicBezTo>
                    <a:cubicBezTo>
                      <a:pt x="1339" y="1802"/>
                      <a:pt x="1339" y="1802"/>
                      <a:pt x="1339" y="1802"/>
                    </a:cubicBezTo>
                    <a:cubicBezTo>
                      <a:pt x="1339" y="1832"/>
                      <a:pt x="1339" y="1832"/>
                      <a:pt x="1339" y="1832"/>
                    </a:cubicBezTo>
                    <a:cubicBezTo>
                      <a:pt x="1317" y="1856"/>
                      <a:pt x="1317" y="1856"/>
                      <a:pt x="1317" y="1856"/>
                    </a:cubicBezTo>
                    <a:cubicBezTo>
                      <a:pt x="1300" y="1859"/>
                      <a:pt x="1300" y="1859"/>
                      <a:pt x="1300" y="1859"/>
                    </a:cubicBezTo>
                    <a:cubicBezTo>
                      <a:pt x="1309" y="1865"/>
                      <a:pt x="1309" y="1865"/>
                      <a:pt x="1309" y="1865"/>
                    </a:cubicBezTo>
                    <a:cubicBezTo>
                      <a:pt x="1305" y="1888"/>
                      <a:pt x="1305" y="1888"/>
                      <a:pt x="1305" y="1888"/>
                    </a:cubicBezTo>
                    <a:cubicBezTo>
                      <a:pt x="1315" y="1900"/>
                      <a:pt x="1315" y="1900"/>
                      <a:pt x="1315" y="1900"/>
                    </a:cubicBezTo>
                    <a:cubicBezTo>
                      <a:pt x="1305" y="1910"/>
                      <a:pt x="1305" y="1910"/>
                      <a:pt x="1305" y="1910"/>
                    </a:cubicBezTo>
                    <a:cubicBezTo>
                      <a:pt x="1317" y="1924"/>
                      <a:pt x="1317" y="1924"/>
                      <a:pt x="1317" y="1924"/>
                    </a:cubicBezTo>
                    <a:cubicBezTo>
                      <a:pt x="1304" y="1928"/>
                      <a:pt x="1304" y="1928"/>
                      <a:pt x="1304" y="1928"/>
                    </a:cubicBezTo>
                    <a:cubicBezTo>
                      <a:pt x="1293" y="1928"/>
                      <a:pt x="1293" y="1928"/>
                      <a:pt x="1293" y="1928"/>
                    </a:cubicBezTo>
                    <a:cubicBezTo>
                      <a:pt x="1294" y="1932"/>
                      <a:pt x="1295" y="1937"/>
                      <a:pt x="1296" y="1941"/>
                    </a:cubicBezTo>
                    <a:cubicBezTo>
                      <a:pt x="1297" y="1945"/>
                      <a:pt x="1298" y="1949"/>
                      <a:pt x="1300" y="1954"/>
                    </a:cubicBezTo>
                    <a:cubicBezTo>
                      <a:pt x="1302" y="1958"/>
                      <a:pt x="1301" y="1963"/>
                      <a:pt x="1298" y="1967"/>
                    </a:cubicBezTo>
                    <a:cubicBezTo>
                      <a:pt x="1296" y="1971"/>
                      <a:pt x="1292" y="1974"/>
                      <a:pt x="1287" y="1972"/>
                    </a:cubicBezTo>
                    <a:cubicBezTo>
                      <a:pt x="1283" y="1969"/>
                      <a:pt x="1281" y="1964"/>
                      <a:pt x="1279" y="1960"/>
                    </a:cubicBezTo>
                    <a:cubicBezTo>
                      <a:pt x="1276" y="1957"/>
                      <a:pt x="1270" y="1952"/>
                      <a:pt x="1272" y="1947"/>
                    </a:cubicBezTo>
                    <a:cubicBezTo>
                      <a:pt x="1274" y="1942"/>
                      <a:pt x="1280" y="1946"/>
                      <a:pt x="1283" y="1948"/>
                    </a:cubicBezTo>
                    <a:cubicBezTo>
                      <a:pt x="1288" y="1951"/>
                      <a:pt x="1290" y="1946"/>
                      <a:pt x="1289" y="1942"/>
                    </a:cubicBezTo>
                    <a:cubicBezTo>
                      <a:pt x="1289" y="1939"/>
                      <a:pt x="1288" y="1935"/>
                      <a:pt x="1287" y="1932"/>
                    </a:cubicBezTo>
                    <a:cubicBezTo>
                      <a:pt x="1287" y="1931"/>
                      <a:pt x="1286" y="1929"/>
                      <a:pt x="1286" y="1928"/>
                    </a:cubicBezTo>
                    <a:cubicBezTo>
                      <a:pt x="1255" y="1927"/>
                      <a:pt x="1255" y="1927"/>
                      <a:pt x="1255" y="1927"/>
                    </a:cubicBezTo>
                    <a:cubicBezTo>
                      <a:pt x="1251" y="1939"/>
                      <a:pt x="1251" y="1939"/>
                      <a:pt x="1251" y="1939"/>
                    </a:cubicBezTo>
                    <a:cubicBezTo>
                      <a:pt x="1252" y="1939"/>
                      <a:pt x="1252" y="1939"/>
                      <a:pt x="1253" y="1939"/>
                    </a:cubicBezTo>
                    <a:cubicBezTo>
                      <a:pt x="1263" y="1941"/>
                      <a:pt x="1268" y="1953"/>
                      <a:pt x="1272" y="1964"/>
                    </a:cubicBezTo>
                    <a:cubicBezTo>
                      <a:pt x="1276" y="1975"/>
                      <a:pt x="1294" y="1980"/>
                      <a:pt x="1294" y="1980"/>
                    </a:cubicBezTo>
                    <a:cubicBezTo>
                      <a:pt x="1312" y="1984"/>
                      <a:pt x="1312" y="1984"/>
                      <a:pt x="1312" y="1984"/>
                    </a:cubicBezTo>
                    <a:cubicBezTo>
                      <a:pt x="1318" y="1996"/>
                      <a:pt x="1318" y="1996"/>
                      <a:pt x="1318" y="1996"/>
                    </a:cubicBezTo>
                    <a:cubicBezTo>
                      <a:pt x="1348" y="1998"/>
                      <a:pt x="1348" y="1998"/>
                      <a:pt x="1348" y="1998"/>
                    </a:cubicBezTo>
                    <a:cubicBezTo>
                      <a:pt x="1374" y="1991"/>
                      <a:pt x="1374" y="1991"/>
                      <a:pt x="1374" y="1991"/>
                    </a:cubicBezTo>
                    <a:cubicBezTo>
                      <a:pt x="1374" y="1983"/>
                      <a:pt x="1374" y="1983"/>
                      <a:pt x="1374" y="1983"/>
                    </a:cubicBezTo>
                    <a:cubicBezTo>
                      <a:pt x="1366" y="1978"/>
                      <a:pt x="1366" y="1978"/>
                      <a:pt x="1366" y="1978"/>
                    </a:cubicBezTo>
                    <a:cubicBezTo>
                      <a:pt x="1378" y="1964"/>
                      <a:pt x="1378" y="1964"/>
                      <a:pt x="1378" y="1964"/>
                    </a:cubicBezTo>
                    <a:cubicBezTo>
                      <a:pt x="1390" y="1978"/>
                      <a:pt x="1390" y="1978"/>
                      <a:pt x="1390" y="1978"/>
                    </a:cubicBezTo>
                    <a:cubicBezTo>
                      <a:pt x="1400" y="1978"/>
                      <a:pt x="1400" y="1978"/>
                      <a:pt x="1400" y="1978"/>
                    </a:cubicBezTo>
                    <a:cubicBezTo>
                      <a:pt x="1400" y="1963"/>
                      <a:pt x="1400" y="1963"/>
                      <a:pt x="1400" y="1963"/>
                    </a:cubicBezTo>
                    <a:cubicBezTo>
                      <a:pt x="1421" y="1961"/>
                      <a:pt x="1421" y="1961"/>
                      <a:pt x="1421" y="1961"/>
                    </a:cubicBezTo>
                    <a:cubicBezTo>
                      <a:pt x="1434" y="1946"/>
                      <a:pt x="1450" y="1929"/>
                      <a:pt x="1481" y="1926"/>
                    </a:cubicBezTo>
                    <a:cubicBezTo>
                      <a:pt x="1511" y="1922"/>
                      <a:pt x="1533" y="1946"/>
                      <a:pt x="1533" y="1946"/>
                    </a:cubicBezTo>
                    <a:cubicBezTo>
                      <a:pt x="1534" y="1972"/>
                      <a:pt x="1534" y="1972"/>
                      <a:pt x="1534" y="1972"/>
                    </a:cubicBezTo>
                    <a:cubicBezTo>
                      <a:pt x="1536" y="1971"/>
                      <a:pt x="1538" y="1970"/>
                      <a:pt x="1541" y="1970"/>
                    </a:cubicBezTo>
                    <a:cubicBezTo>
                      <a:pt x="1542" y="1970"/>
                      <a:pt x="1545" y="1972"/>
                      <a:pt x="1547" y="1971"/>
                    </a:cubicBezTo>
                    <a:cubicBezTo>
                      <a:pt x="1549" y="1971"/>
                      <a:pt x="1548" y="1968"/>
                      <a:pt x="1548" y="1966"/>
                    </a:cubicBezTo>
                    <a:cubicBezTo>
                      <a:pt x="1548" y="1964"/>
                      <a:pt x="1547" y="1962"/>
                      <a:pt x="1547" y="1960"/>
                    </a:cubicBezTo>
                    <a:cubicBezTo>
                      <a:pt x="1547" y="1957"/>
                      <a:pt x="1549" y="1955"/>
                      <a:pt x="1550" y="1953"/>
                    </a:cubicBezTo>
                    <a:cubicBezTo>
                      <a:pt x="1554" y="1949"/>
                      <a:pt x="1555" y="1946"/>
                      <a:pt x="1554" y="1941"/>
                    </a:cubicBezTo>
                    <a:cubicBezTo>
                      <a:pt x="1553" y="1939"/>
                      <a:pt x="1552" y="1937"/>
                      <a:pt x="1550" y="1936"/>
                    </a:cubicBezTo>
                    <a:cubicBezTo>
                      <a:pt x="1548" y="1934"/>
                      <a:pt x="1546" y="1933"/>
                      <a:pt x="1546" y="1931"/>
                    </a:cubicBezTo>
                    <a:cubicBezTo>
                      <a:pt x="1545" y="1929"/>
                      <a:pt x="1546" y="1927"/>
                      <a:pt x="1546" y="1924"/>
                    </a:cubicBezTo>
                    <a:cubicBezTo>
                      <a:pt x="1546" y="1922"/>
                      <a:pt x="1546" y="1920"/>
                      <a:pt x="1545" y="1918"/>
                    </a:cubicBezTo>
                    <a:cubicBezTo>
                      <a:pt x="1544" y="1914"/>
                      <a:pt x="1541" y="1909"/>
                      <a:pt x="1536" y="1912"/>
                    </a:cubicBezTo>
                    <a:cubicBezTo>
                      <a:pt x="1534" y="1913"/>
                      <a:pt x="1534" y="1916"/>
                      <a:pt x="1532" y="1917"/>
                    </a:cubicBezTo>
                    <a:cubicBezTo>
                      <a:pt x="1530" y="1919"/>
                      <a:pt x="1529" y="1915"/>
                      <a:pt x="1528" y="1914"/>
                    </a:cubicBezTo>
                    <a:cubicBezTo>
                      <a:pt x="1527" y="1911"/>
                      <a:pt x="1526" y="1912"/>
                      <a:pt x="1524" y="1914"/>
                    </a:cubicBezTo>
                    <a:cubicBezTo>
                      <a:pt x="1522" y="1916"/>
                      <a:pt x="1520" y="1917"/>
                      <a:pt x="1517" y="1915"/>
                    </a:cubicBezTo>
                    <a:cubicBezTo>
                      <a:pt x="1517" y="1911"/>
                      <a:pt x="1518" y="1908"/>
                      <a:pt x="1521" y="1905"/>
                    </a:cubicBezTo>
                    <a:cubicBezTo>
                      <a:pt x="1522" y="1903"/>
                      <a:pt x="1524" y="1902"/>
                      <a:pt x="1526" y="1901"/>
                    </a:cubicBezTo>
                    <a:cubicBezTo>
                      <a:pt x="1527" y="1900"/>
                      <a:pt x="1528" y="1898"/>
                      <a:pt x="1529" y="1897"/>
                    </a:cubicBezTo>
                    <a:cubicBezTo>
                      <a:pt x="1531" y="1896"/>
                      <a:pt x="1534" y="1894"/>
                      <a:pt x="1535" y="1892"/>
                    </a:cubicBezTo>
                    <a:cubicBezTo>
                      <a:pt x="1535" y="1890"/>
                      <a:pt x="1533" y="1890"/>
                      <a:pt x="1532" y="1891"/>
                    </a:cubicBezTo>
                    <a:cubicBezTo>
                      <a:pt x="1528" y="1892"/>
                      <a:pt x="1525" y="1894"/>
                      <a:pt x="1521" y="1894"/>
                    </a:cubicBezTo>
                    <a:cubicBezTo>
                      <a:pt x="1517" y="1895"/>
                      <a:pt x="1513" y="1895"/>
                      <a:pt x="1510" y="1893"/>
                    </a:cubicBezTo>
                    <a:cubicBezTo>
                      <a:pt x="1510" y="1886"/>
                      <a:pt x="1512" y="1879"/>
                      <a:pt x="1512" y="1872"/>
                    </a:cubicBezTo>
                    <a:cubicBezTo>
                      <a:pt x="1512" y="1869"/>
                      <a:pt x="1512" y="1867"/>
                      <a:pt x="1511" y="1864"/>
                    </a:cubicBezTo>
                    <a:cubicBezTo>
                      <a:pt x="1510" y="1863"/>
                      <a:pt x="1509" y="1862"/>
                      <a:pt x="1509" y="1862"/>
                    </a:cubicBezTo>
                    <a:cubicBezTo>
                      <a:pt x="1508" y="1861"/>
                      <a:pt x="1506" y="1861"/>
                      <a:pt x="1506" y="1860"/>
                    </a:cubicBezTo>
                    <a:cubicBezTo>
                      <a:pt x="1505" y="1858"/>
                      <a:pt x="1507" y="1855"/>
                      <a:pt x="1508" y="1853"/>
                    </a:cubicBezTo>
                    <a:cubicBezTo>
                      <a:pt x="1510" y="1851"/>
                      <a:pt x="1511" y="1850"/>
                      <a:pt x="1511" y="1847"/>
                    </a:cubicBezTo>
                    <a:cubicBezTo>
                      <a:pt x="1510" y="1846"/>
                      <a:pt x="1510" y="1844"/>
                      <a:pt x="1509" y="1843"/>
                    </a:cubicBezTo>
                    <a:cubicBezTo>
                      <a:pt x="1508" y="1843"/>
                      <a:pt x="1507" y="1843"/>
                      <a:pt x="1506" y="1842"/>
                    </a:cubicBezTo>
                    <a:cubicBezTo>
                      <a:pt x="1505" y="1839"/>
                      <a:pt x="1508" y="1837"/>
                      <a:pt x="1510" y="1837"/>
                    </a:cubicBezTo>
                    <a:cubicBezTo>
                      <a:pt x="1513" y="1836"/>
                      <a:pt x="1514" y="1834"/>
                      <a:pt x="1514" y="1832"/>
                    </a:cubicBezTo>
                    <a:cubicBezTo>
                      <a:pt x="1515" y="1829"/>
                      <a:pt x="1515" y="1827"/>
                      <a:pt x="1519" y="1828"/>
                    </a:cubicBezTo>
                    <a:cubicBezTo>
                      <a:pt x="1515" y="1834"/>
                      <a:pt x="1515" y="1839"/>
                      <a:pt x="1516" y="1846"/>
                    </a:cubicBezTo>
                    <a:cubicBezTo>
                      <a:pt x="1517" y="1853"/>
                      <a:pt x="1523" y="1853"/>
                      <a:pt x="1528" y="1857"/>
                    </a:cubicBezTo>
                    <a:cubicBezTo>
                      <a:pt x="1531" y="1858"/>
                      <a:pt x="1533" y="1861"/>
                      <a:pt x="1534" y="1863"/>
                    </a:cubicBezTo>
                    <a:cubicBezTo>
                      <a:pt x="1535" y="1866"/>
                      <a:pt x="1534" y="1869"/>
                      <a:pt x="1535" y="1872"/>
                    </a:cubicBezTo>
                    <a:cubicBezTo>
                      <a:pt x="1537" y="1877"/>
                      <a:pt x="1545" y="1879"/>
                      <a:pt x="1549" y="1877"/>
                    </a:cubicBezTo>
                    <a:cubicBezTo>
                      <a:pt x="1551" y="1875"/>
                      <a:pt x="1553" y="1873"/>
                      <a:pt x="1554" y="1871"/>
                    </a:cubicBezTo>
                    <a:cubicBezTo>
                      <a:pt x="1556" y="1868"/>
                      <a:pt x="1558" y="1866"/>
                      <a:pt x="1560" y="1864"/>
                    </a:cubicBezTo>
                    <a:cubicBezTo>
                      <a:pt x="1561" y="1862"/>
                      <a:pt x="1561" y="1860"/>
                      <a:pt x="1561" y="1857"/>
                    </a:cubicBezTo>
                    <a:cubicBezTo>
                      <a:pt x="1562" y="1855"/>
                      <a:pt x="1563" y="1855"/>
                      <a:pt x="1563" y="1853"/>
                    </a:cubicBezTo>
                    <a:cubicBezTo>
                      <a:pt x="1564" y="1850"/>
                      <a:pt x="1561" y="1850"/>
                      <a:pt x="1559" y="1850"/>
                    </a:cubicBezTo>
                    <a:cubicBezTo>
                      <a:pt x="1556" y="1850"/>
                      <a:pt x="1555" y="1850"/>
                      <a:pt x="1553" y="1852"/>
                    </a:cubicBezTo>
                    <a:cubicBezTo>
                      <a:pt x="1551" y="1854"/>
                      <a:pt x="1548" y="1856"/>
                      <a:pt x="1546" y="1854"/>
                    </a:cubicBezTo>
                    <a:cubicBezTo>
                      <a:pt x="1542" y="1852"/>
                      <a:pt x="1547" y="1847"/>
                      <a:pt x="1549" y="1845"/>
                    </a:cubicBezTo>
                    <a:cubicBezTo>
                      <a:pt x="1551" y="1843"/>
                      <a:pt x="1555" y="1840"/>
                      <a:pt x="1558" y="1840"/>
                    </a:cubicBezTo>
                    <a:cubicBezTo>
                      <a:pt x="1561" y="1840"/>
                      <a:pt x="1562" y="1842"/>
                      <a:pt x="1564" y="1843"/>
                    </a:cubicBezTo>
                    <a:cubicBezTo>
                      <a:pt x="1569" y="1846"/>
                      <a:pt x="1570" y="1835"/>
                      <a:pt x="1571" y="1832"/>
                    </a:cubicBezTo>
                    <a:cubicBezTo>
                      <a:pt x="1572" y="1828"/>
                      <a:pt x="1574" y="1825"/>
                      <a:pt x="1576" y="1821"/>
                    </a:cubicBezTo>
                    <a:cubicBezTo>
                      <a:pt x="1577" y="1820"/>
                      <a:pt x="1578" y="1818"/>
                      <a:pt x="1576" y="1816"/>
                    </a:cubicBezTo>
                    <a:cubicBezTo>
                      <a:pt x="1575" y="1815"/>
                      <a:pt x="1574" y="1816"/>
                      <a:pt x="1574" y="1814"/>
                    </a:cubicBezTo>
                    <a:cubicBezTo>
                      <a:pt x="1574" y="1813"/>
                      <a:pt x="1574" y="1812"/>
                      <a:pt x="1574" y="1811"/>
                    </a:cubicBezTo>
                    <a:cubicBezTo>
                      <a:pt x="1574" y="1810"/>
                      <a:pt x="1573" y="1809"/>
                      <a:pt x="1573" y="1809"/>
                    </a:cubicBezTo>
                    <a:cubicBezTo>
                      <a:pt x="1573" y="1805"/>
                      <a:pt x="1577" y="1806"/>
                      <a:pt x="1580" y="1806"/>
                    </a:cubicBezTo>
                    <a:cubicBezTo>
                      <a:pt x="1582" y="1809"/>
                      <a:pt x="1586" y="1811"/>
                      <a:pt x="1588" y="1814"/>
                    </a:cubicBezTo>
                    <a:cubicBezTo>
                      <a:pt x="1590" y="1816"/>
                      <a:pt x="1591" y="1817"/>
                      <a:pt x="1593" y="1817"/>
                    </a:cubicBezTo>
                    <a:cubicBezTo>
                      <a:pt x="1596" y="1816"/>
                      <a:pt x="1595" y="1813"/>
                      <a:pt x="1595" y="1812"/>
                    </a:cubicBezTo>
                    <a:cubicBezTo>
                      <a:pt x="1596" y="1809"/>
                      <a:pt x="1597" y="1807"/>
                      <a:pt x="1598" y="1804"/>
                    </a:cubicBezTo>
                    <a:cubicBezTo>
                      <a:pt x="1599" y="1802"/>
                      <a:pt x="1601" y="1800"/>
                      <a:pt x="1604" y="1799"/>
                    </a:cubicBezTo>
                    <a:cubicBezTo>
                      <a:pt x="1603" y="1801"/>
                      <a:pt x="1602" y="1803"/>
                      <a:pt x="1602" y="1805"/>
                    </a:cubicBezTo>
                    <a:cubicBezTo>
                      <a:pt x="1602" y="1810"/>
                      <a:pt x="1605" y="1814"/>
                      <a:pt x="1610" y="1812"/>
                    </a:cubicBezTo>
                    <a:cubicBezTo>
                      <a:pt x="1614" y="1811"/>
                      <a:pt x="1617" y="1806"/>
                      <a:pt x="1619" y="1802"/>
                    </a:cubicBezTo>
                    <a:cubicBezTo>
                      <a:pt x="1623" y="1793"/>
                      <a:pt x="1623" y="1782"/>
                      <a:pt x="1629" y="1774"/>
                    </a:cubicBezTo>
                    <a:cubicBezTo>
                      <a:pt x="1632" y="1769"/>
                      <a:pt x="1636" y="1766"/>
                      <a:pt x="1639" y="1762"/>
                    </a:cubicBezTo>
                    <a:cubicBezTo>
                      <a:pt x="1641" y="1758"/>
                      <a:pt x="1644" y="1754"/>
                      <a:pt x="1647" y="1749"/>
                    </a:cubicBezTo>
                    <a:cubicBezTo>
                      <a:pt x="1650" y="1745"/>
                      <a:pt x="1654" y="1741"/>
                      <a:pt x="1656" y="1737"/>
                    </a:cubicBezTo>
                    <a:cubicBezTo>
                      <a:pt x="1657" y="1735"/>
                      <a:pt x="1661" y="1726"/>
                      <a:pt x="1657" y="1727"/>
                    </a:cubicBezTo>
                    <a:cubicBezTo>
                      <a:pt x="1655" y="1728"/>
                      <a:pt x="1653" y="1730"/>
                      <a:pt x="1651" y="1731"/>
                    </a:cubicBezTo>
                    <a:cubicBezTo>
                      <a:pt x="1648" y="1731"/>
                      <a:pt x="1647" y="1729"/>
                      <a:pt x="1647" y="1726"/>
                    </a:cubicBezTo>
                    <a:cubicBezTo>
                      <a:pt x="1647" y="1721"/>
                      <a:pt x="1651" y="1716"/>
                      <a:pt x="1646" y="1712"/>
                    </a:cubicBezTo>
                    <a:cubicBezTo>
                      <a:pt x="1644" y="1710"/>
                      <a:pt x="1642" y="1709"/>
                      <a:pt x="1640" y="1706"/>
                    </a:cubicBezTo>
                    <a:cubicBezTo>
                      <a:pt x="1639" y="1704"/>
                      <a:pt x="1639" y="1702"/>
                      <a:pt x="1638" y="1700"/>
                    </a:cubicBezTo>
                    <a:cubicBezTo>
                      <a:pt x="1636" y="1696"/>
                      <a:pt x="1629" y="1700"/>
                      <a:pt x="1625" y="1700"/>
                    </a:cubicBezTo>
                    <a:cubicBezTo>
                      <a:pt x="1621" y="1699"/>
                      <a:pt x="1618" y="1694"/>
                      <a:pt x="1613" y="1693"/>
                    </a:cubicBezTo>
                    <a:cubicBezTo>
                      <a:pt x="1608" y="1693"/>
                      <a:pt x="1604" y="1694"/>
                      <a:pt x="1599" y="1691"/>
                    </a:cubicBezTo>
                    <a:cubicBezTo>
                      <a:pt x="1591" y="1686"/>
                      <a:pt x="1579" y="1674"/>
                      <a:pt x="1585" y="1663"/>
                    </a:cubicBezTo>
                    <a:cubicBezTo>
                      <a:pt x="1590" y="1653"/>
                      <a:pt x="1603" y="1661"/>
                      <a:pt x="1607" y="1669"/>
                    </a:cubicBezTo>
                    <a:cubicBezTo>
                      <a:pt x="1607" y="1671"/>
                      <a:pt x="1611" y="1681"/>
                      <a:pt x="1614" y="1678"/>
                    </a:cubicBezTo>
                    <a:cubicBezTo>
                      <a:pt x="1617" y="1674"/>
                      <a:pt x="1616" y="1669"/>
                      <a:pt x="1620" y="1666"/>
                    </a:cubicBezTo>
                    <a:cubicBezTo>
                      <a:pt x="1620" y="1669"/>
                      <a:pt x="1620" y="1672"/>
                      <a:pt x="1620" y="1674"/>
                    </a:cubicBezTo>
                    <a:cubicBezTo>
                      <a:pt x="1620" y="1676"/>
                      <a:pt x="1621" y="1677"/>
                      <a:pt x="1621" y="1678"/>
                    </a:cubicBezTo>
                    <a:cubicBezTo>
                      <a:pt x="1621" y="1680"/>
                      <a:pt x="1621" y="1681"/>
                      <a:pt x="1622" y="1683"/>
                    </a:cubicBezTo>
                    <a:cubicBezTo>
                      <a:pt x="1624" y="1687"/>
                      <a:pt x="1631" y="1683"/>
                      <a:pt x="1634" y="1688"/>
                    </a:cubicBezTo>
                    <a:cubicBezTo>
                      <a:pt x="1635" y="1689"/>
                      <a:pt x="1635" y="1690"/>
                      <a:pt x="1636" y="1691"/>
                    </a:cubicBezTo>
                    <a:cubicBezTo>
                      <a:pt x="1636" y="1691"/>
                      <a:pt x="1638" y="1692"/>
                      <a:pt x="1639" y="1693"/>
                    </a:cubicBezTo>
                    <a:cubicBezTo>
                      <a:pt x="1640" y="1694"/>
                      <a:pt x="1643" y="1695"/>
                      <a:pt x="1642" y="1698"/>
                    </a:cubicBezTo>
                    <a:cubicBezTo>
                      <a:pt x="1642" y="1701"/>
                      <a:pt x="1641" y="1702"/>
                      <a:pt x="1644" y="1704"/>
                    </a:cubicBezTo>
                    <a:cubicBezTo>
                      <a:pt x="1645" y="1706"/>
                      <a:pt x="1647" y="1708"/>
                      <a:pt x="1649" y="1709"/>
                    </a:cubicBezTo>
                    <a:cubicBezTo>
                      <a:pt x="1650" y="1710"/>
                      <a:pt x="1653" y="1710"/>
                      <a:pt x="1655" y="1711"/>
                    </a:cubicBezTo>
                    <a:cubicBezTo>
                      <a:pt x="1658" y="1712"/>
                      <a:pt x="1659" y="1715"/>
                      <a:pt x="1660" y="1718"/>
                    </a:cubicBezTo>
                    <a:cubicBezTo>
                      <a:pt x="1661" y="1719"/>
                      <a:pt x="1663" y="1724"/>
                      <a:pt x="1666" y="1723"/>
                    </a:cubicBezTo>
                    <a:cubicBezTo>
                      <a:pt x="1669" y="1721"/>
                      <a:pt x="1670" y="1716"/>
                      <a:pt x="1671" y="1713"/>
                    </a:cubicBezTo>
                    <a:cubicBezTo>
                      <a:pt x="1672" y="1712"/>
                      <a:pt x="1672" y="1711"/>
                      <a:pt x="1673" y="1709"/>
                    </a:cubicBezTo>
                    <a:cubicBezTo>
                      <a:pt x="1674" y="1708"/>
                      <a:pt x="1674" y="1707"/>
                      <a:pt x="1674" y="1705"/>
                    </a:cubicBezTo>
                    <a:cubicBezTo>
                      <a:pt x="1674" y="1701"/>
                      <a:pt x="1675" y="1700"/>
                      <a:pt x="1678" y="1698"/>
                    </a:cubicBezTo>
                    <a:cubicBezTo>
                      <a:pt x="1683" y="1693"/>
                      <a:pt x="1681" y="1686"/>
                      <a:pt x="1684" y="1680"/>
                    </a:cubicBezTo>
                    <a:cubicBezTo>
                      <a:pt x="1687" y="1675"/>
                      <a:pt x="1691" y="1671"/>
                      <a:pt x="1694" y="1666"/>
                    </a:cubicBezTo>
                    <a:cubicBezTo>
                      <a:pt x="1696" y="1664"/>
                      <a:pt x="1697" y="1661"/>
                      <a:pt x="1699" y="1658"/>
                    </a:cubicBezTo>
                    <a:cubicBezTo>
                      <a:pt x="1700" y="1657"/>
                      <a:pt x="1701" y="1656"/>
                      <a:pt x="1702" y="1655"/>
                    </a:cubicBezTo>
                    <a:cubicBezTo>
                      <a:pt x="1703" y="1654"/>
                      <a:pt x="1703" y="1654"/>
                      <a:pt x="1704" y="1653"/>
                    </a:cubicBezTo>
                    <a:cubicBezTo>
                      <a:pt x="1705" y="1652"/>
                      <a:pt x="1705" y="1650"/>
                      <a:pt x="1705" y="1649"/>
                    </a:cubicBezTo>
                    <a:cubicBezTo>
                      <a:pt x="1705" y="1647"/>
                      <a:pt x="1706" y="1646"/>
                      <a:pt x="1707" y="1645"/>
                    </a:cubicBezTo>
                    <a:cubicBezTo>
                      <a:pt x="1708" y="1642"/>
                      <a:pt x="1706" y="1640"/>
                      <a:pt x="1705" y="1637"/>
                    </a:cubicBezTo>
                    <a:cubicBezTo>
                      <a:pt x="1705" y="1634"/>
                      <a:pt x="1706" y="1631"/>
                      <a:pt x="1706" y="1628"/>
                    </a:cubicBezTo>
                    <a:cubicBezTo>
                      <a:pt x="1706" y="1620"/>
                      <a:pt x="1698" y="1623"/>
                      <a:pt x="1695" y="1617"/>
                    </a:cubicBezTo>
                    <a:cubicBezTo>
                      <a:pt x="1693" y="1615"/>
                      <a:pt x="1693" y="1611"/>
                      <a:pt x="1696" y="1610"/>
                    </a:cubicBezTo>
                    <a:cubicBezTo>
                      <a:pt x="1698" y="1610"/>
                      <a:pt x="1699" y="1610"/>
                      <a:pt x="1700" y="1608"/>
                    </a:cubicBezTo>
                    <a:cubicBezTo>
                      <a:pt x="1701" y="1607"/>
                      <a:pt x="1701" y="1605"/>
                      <a:pt x="1702" y="1604"/>
                    </a:cubicBezTo>
                    <a:cubicBezTo>
                      <a:pt x="1704" y="1602"/>
                      <a:pt x="1708" y="1602"/>
                      <a:pt x="1710" y="1600"/>
                    </a:cubicBezTo>
                    <a:cubicBezTo>
                      <a:pt x="1713" y="1598"/>
                      <a:pt x="1715" y="1596"/>
                      <a:pt x="1717" y="1593"/>
                    </a:cubicBezTo>
                    <a:cubicBezTo>
                      <a:pt x="1719" y="1590"/>
                      <a:pt x="1720" y="1588"/>
                      <a:pt x="1724" y="1588"/>
                    </a:cubicBezTo>
                    <a:cubicBezTo>
                      <a:pt x="1728" y="1589"/>
                      <a:pt x="1731" y="1588"/>
                      <a:pt x="1734" y="1586"/>
                    </a:cubicBezTo>
                    <a:cubicBezTo>
                      <a:pt x="1736" y="1585"/>
                      <a:pt x="1739" y="1584"/>
                      <a:pt x="1741" y="1583"/>
                    </a:cubicBezTo>
                    <a:cubicBezTo>
                      <a:pt x="1744" y="1581"/>
                      <a:pt x="1746" y="1579"/>
                      <a:pt x="1748" y="1577"/>
                    </a:cubicBezTo>
                    <a:cubicBezTo>
                      <a:pt x="1751" y="1575"/>
                      <a:pt x="1754" y="1576"/>
                      <a:pt x="1756" y="1573"/>
                    </a:cubicBezTo>
                    <a:cubicBezTo>
                      <a:pt x="1758" y="1570"/>
                      <a:pt x="1759" y="1567"/>
                      <a:pt x="1759" y="1564"/>
                    </a:cubicBezTo>
                    <a:cubicBezTo>
                      <a:pt x="1759" y="1558"/>
                      <a:pt x="1757" y="1552"/>
                      <a:pt x="1756" y="1547"/>
                    </a:cubicBezTo>
                    <a:cubicBezTo>
                      <a:pt x="1755" y="1544"/>
                      <a:pt x="1754" y="1541"/>
                      <a:pt x="1753" y="1538"/>
                    </a:cubicBezTo>
                    <a:cubicBezTo>
                      <a:pt x="1751" y="1535"/>
                      <a:pt x="1750" y="1532"/>
                      <a:pt x="1749" y="1529"/>
                    </a:cubicBezTo>
                    <a:cubicBezTo>
                      <a:pt x="1747" y="1526"/>
                      <a:pt x="1747" y="1523"/>
                      <a:pt x="1746" y="1520"/>
                    </a:cubicBezTo>
                    <a:cubicBezTo>
                      <a:pt x="1745" y="1519"/>
                      <a:pt x="1745" y="1517"/>
                      <a:pt x="1745" y="1516"/>
                    </a:cubicBezTo>
                    <a:cubicBezTo>
                      <a:pt x="1744" y="1515"/>
                      <a:pt x="1741" y="1514"/>
                      <a:pt x="1739" y="1514"/>
                    </a:cubicBezTo>
                    <a:cubicBezTo>
                      <a:pt x="1737" y="1513"/>
                      <a:pt x="1736" y="1512"/>
                      <a:pt x="1734" y="1510"/>
                    </a:cubicBezTo>
                    <a:cubicBezTo>
                      <a:pt x="1732" y="1508"/>
                      <a:pt x="1731" y="1505"/>
                      <a:pt x="1729" y="1503"/>
                    </a:cubicBezTo>
                    <a:cubicBezTo>
                      <a:pt x="1727" y="1499"/>
                      <a:pt x="1725" y="1499"/>
                      <a:pt x="1721" y="1499"/>
                    </a:cubicBezTo>
                    <a:cubicBezTo>
                      <a:pt x="1716" y="1498"/>
                      <a:pt x="1719" y="1496"/>
                      <a:pt x="1718" y="1492"/>
                    </a:cubicBezTo>
                    <a:cubicBezTo>
                      <a:pt x="1718" y="1491"/>
                      <a:pt x="1717" y="1489"/>
                      <a:pt x="1716" y="1488"/>
                    </a:cubicBezTo>
                    <a:cubicBezTo>
                      <a:pt x="1715" y="1487"/>
                      <a:pt x="1714" y="1487"/>
                      <a:pt x="1713" y="1486"/>
                    </a:cubicBezTo>
                    <a:cubicBezTo>
                      <a:pt x="1709" y="1481"/>
                      <a:pt x="1710" y="1474"/>
                      <a:pt x="1709" y="1469"/>
                    </a:cubicBezTo>
                    <a:cubicBezTo>
                      <a:pt x="1709" y="1465"/>
                      <a:pt x="1709" y="1463"/>
                      <a:pt x="1707" y="1460"/>
                    </a:cubicBezTo>
                    <a:cubicBezTo>
                      <a:pt x="1705" y="1458"/>
                      <a:pt x="1701" y="1455"/>
                      <a:pt x="1702" y="1452"/>
                    </a:cubicBezTo>
                    <a:cubicBezTo>
                      <a:pt x="1705" y="1452"/>
                      <a:pt x="1710" y="1460"/>
                      <a:pt x="1710" y="1463"/>
                    </a:cubicBezTo>
                    <a:cubicBezTo>
                      <a:pt x="1711" y="1465"/>
                      <a:pt x="1711" y="1467"/>
                      <a:pt x="1712" y="1469"/>
                    </a:cubicBezTo>
                    <a:cubicBezTo>
                      <a:pt x="1713" y="1471"/>
                      <a:pt x="1714" y="1472"/>
                      <a:pt x="1714" y="1475"/>
                    </a:cubicBezTo>
                    <a:cubicBezTo>
                      <a:pt x="1715" y="1480"/>
                      <a:pt x="1717" y="1482"/>
                      <a:pt x="1721" y="1484"/>
                    </a:cubicBezTo>
                    <a:cubicBezTo>
                      <a:pt x="1725" y="1487"/>
                      <a:pt x="1724" y="1492"/>
                      <a:pt x="1725" y="1496"/>
                    </a:cubicBezTo>
                    <a:cubicBezTo>
                      <a:pt x="1726" y="1499"/>
                      <a:pt x="1728" y="1499"/>
                      <a:pt x="1730" y="1499"/>
                    </a:cubicBezTo>
                    <a:cubicBezTo>
                      <a:pt x="1733" y="1500"/>
                      <a:pt x="1735" y="1501"/>
                      <a:pt x="1737" y="1503"/>
                    </a:cubicBezTo>
                    <a:cubicBezTo>
                      <a:pt x="1740" y="1506"/>
                      <a:pt x="1742" y="1509"/>
                      <a:pt x="1745" y="1511"/>
                    </a:cubicBezTo>
                    <a:cubicBezTo>
                      <a:pt x="1747" y="1513"/>
                      <a:pt x="1750" y="1513"/>
                      <a:pt x="1751" y="1515"/>
                    </a:cubicBezTo>
                    <a:cubicBezTo>
                      <a:pt x="1753" y="1517"/>
                      <a:pt x="1752" y="1519"/>
                      <a:pt x="1753" y="1522"/>
                    </a:cubicBezTo>
                    <a:cubicBezTo>
                      <a:pt x="1755" y="1526"/>
                      <a:pt x="1758" y="1530"/>
                      <a:pt x="1759" y="1535"/>
                    </a:cubicBezTo>
                    <a:cubicBezTo>
                      <a:pt x="1759" y="1541"/>
                      <a:pt x="1760" y="1546"/>
                      <a:pt x="1760" y="1552"/>
                    </a:cubicBezTo>
                    <a:cubicBezTo>
                      <a:pt x="1760" y="1558"/>
                      <a:pt x="1761" y="1564"/>
                      <a:pt x="1764" y="1569"/>
                    </a:cubicBezTo>
                    <a:cubicBezTo>
                      <a:pt x="1767" y="1574"/>
                      <a:pt x="1774" y="1574"/>
                      <a:pt x="1779" y="1575"/>
                    </a:cubicBezTo>
                    <a:cubicBezTo>
                      <a:pt x="1783" y="1575"/>
                      <a:pt x="1787" y="1575"/>
                      <a:pt x="1791" y="1576"/>
                    </a:cubicBezTo>
                    <a:cubicBezTo>
                      <a:pt x="1795" y="1576"/>
                      <a:pt x="1799" y="1575"/>
                      <a:pt x="1800" y="1571"/>
                    </a:cubicBezTo>
                    <a:cubicBezTo>
                      <a:pt x="1801" y="1567"/>
                      <a:pt x="1800" y="1563"/>
                      <a:pt x="1799" y="1559"/>
                    </a:cubicBezTo>
                    <a:cubicBezTo>
                      <a:pt x="1799" y="1557"/>
                      <a:pt x="1799" y="1555"/>
                      <a:pt x="1798" y="1554"/>
                    </a:cubicBezTo>
                    <a:cubicBezTo>
                      <a:pt x="1797" y="1552"/>
                      <a:pt x="1796" y="1551"/>
                      <a:pt x="1795" y="1549"/>
                    </a:cubicBezTo>
                    <a:cubicBezTo>
                      <a:pt x="1794" y="1547"/>
                      <a:pt x="1796" y="1540"/>
                      <a:pt x="1800" y="1543"/>
                    </a:cubicBezTo>
                    <a:cubicBezTo>
                      <a:pt x="1803" y="1545"/>
                      <a:pt x="1802" y="1552"/>
                      <a:pt x="1802" y="1555"/>
                    </a:cubicBezTo>
                    <a:cubicBezTo>
                      <a:pt x="1803" y="1559"/>
                      <a:pt x="1806" y="1564"/>
                      <a:pt x="1808" y="1558"/>
                    </a:cubicBezTo>
                    <a:cubicBezTo>
                      <a:pt x="1809" y="1556"/>
                      <a:pt x="1809" y="1554"/>
                      <a:pt x="1810" y="1552"/>
                    </a:cubicBezTo>
                    <a:cubicBezTo>
                      <a:pt x="1811" y="1551"/>
                      <a:pt x="1812" y="1550"/>
                      <a:pt x="1813" y="1548"/>
                    </a:cubicBezTo>
                    <a:cubicBezTo>
                      <a:pt x="1817" y="1545"/>
                      <a:pt x="1815" y="1541"/>
                      <a:pt x="1812" y="1538"/>
                    </a:cubicBezTo>
                    <a:cubicBezTo>
                      <a:pt x="1809" y="1535"/>
                      <a:pt x="1806" y="1533"/>
                      <a:pt x="1804" y="1530"/>
                    </a:cubicBezTo>
                    <a:cubicBezTo>
                      <a:pt x="1803" y="1529"/>
                      <a:pt x="1801" y="1528"/>
                      <a:pt x="1801" y="1526"/>
                    </a:cubicBezTo>
                    <a:cubicBezTo>
                      <a:pt x="1801" y="1525"/>
                      <a:pt x="1804" y="1525"/>
                      <a:pt x="1805" y="1525"/>
                    </a:cubicBezTo>
                    <a:cubicBezTo>
                      <a:pt x="1810" y="1526"/>
                      <a:pt x="1810" y="1532"/>
                      <a:pt x="1814" y="1534"/>
                    </a:cubicBezTo>
                    <a:cubicBezTo>
                      <a:pt x="1819" y="1538"/>
                      <a:pt x="1820" y="1532"/>
                      <a:pt x="1819" y="1529"/>
                    </a:cubicBezTo>
                    <a:cubicBezTo>
                      <a:pt x="1817" y="1524"/>
                      <a:pt x="1818" y="1522"/>
                      <a:pt x="1822" y="1520"/>
                    </a:cubicBezTo>
                    <a:cubicBezTo>
                      <a:pt x="1826" y="1518"/>
                      <a:pt x="1827" y="1514"/>
                      <a:pt x="1829" y="1511"/>
                    </a:cubicBezTo>
                    <a:cubicBezTo>
                      <a:pt x="1832" y="1508"/>
                      <a:pt x="1838" y="1507"/>
                      <a:pt x="1837" y="1512"/>
                    </a:cubicBezTo>
                    <a:cubicBezTo>
                      <a:pt x="1836" y="1516"/>
                      <a:pt x="1831" y="1518"/>
                      <a:pt x="1829" y="1521"/>
                    </a:cubicBezTo>
                    <a:cubicBezTo>
                      <a:pt x="1826" y="1525"/>
                      <a:pt x="1825" y="1529"/>
                      <a:pt x="1824" y="1533"/>
                    </a:cubicBezTo>
                    <a:cubicBezTo>
                      <a:pt x="1823" y="1536"/>
                      <a:pt x="1823" y="1540"/>
                      <a:pt x="1823" y="1544"/>
                    </a:cubicBezTo>
                    <a:cubicBezTo>
                      <a:pt x="1822" y="1546"/>
                      <a:pt x="1822" y="1549"/>
                      <a:pt x="1821" y="1552"/>
                    </a:cubicBezTo>
                    <a:cubicBezTo>
                      <a:pt x="1819" y="1556"/>
                      <a:pt x="1810" y="1563"/>
                      <a:pt x="1814" y="1568"/>
                    </a:cubicBezTo>
                    <a:cubicBezTo>
                      <a:pt x="1819" y="1573"/>
                      <a:pt x="1829" y="1566"/>
                      <a:pt x="1833" y="1563"/>
                    </a:cubicBezTo>
                    <a:cubicBezTo>
                      <a:pt x="1836" y="1561"/>
                      <a:pt x="1839" y="1558"/>
                      <a:pt x="1843" y="1556"/>
                    </a:cubicBezTo>
                    <a:cubicBezTo>
                      <a:pt x="1846" y="1555"/>
                      <a:pt x="1849" y="1554"/>
                      <a:pt x="1852" y="1554"/>
                    </a:cubicBezTo>
                    <a:cubicBezTo>
                      <a:pt x="1854" y="1554"/>
                      <a:pt x="1857" y="1554"/>
                      <a:pt x="1859" y="1554"/>
                    </a:cubicBezTo>
                    <a:cubicBezTo>
                      <a:pt x="1861" y="1554"/>
                      <a:pt x="1863" y="1554"/>
                      <a:pt x="1866" y="1554"/>
                    </a:cubicBezTo>
                    <a:cubicBezTo>
                      <a:pt x="1872" y="1554"/>
                      <a:pt x="1877" y="1559"/>
                      <a:pt x="1884" y="1556"/>
                    </a:cubicBezTo>
                    <a:cubicBezTo>
                      <a:pt x="1888" y="1555"/>
                      <a:pt x="1891" y="1552"/>
                      <a:pt x="1893" y="1550"/>
                    </a:cubicBezTo>
                    <a:cubicBezTo>
                      <a:pt x="1897" y="1545"/>
                      <a:pt x="1903" y="1536"/>
                      <a:pt x="1900" y="1530"/>
                    </a:cubicBezTo>
                    <a:cubicBezTo>
                      <a:pt x="1899" y="1527"/>
                      <a:pt x="1895" y="1524"/>
                      <a:pt x="1893" y="1522"/>
                    </a:cubicBezTo>
                    <a:cubicBezTo>
                      <a:pt x="1890" y="1518"/>
                      <a:pt x="1888" y="1514"/>
                      <a:pt x="1888" y="1510"/>
                    </a:cubicBezTo>
                    <a:cubicBezTo>
                      <a:pt x="1887" y="1506"/>
                      <a:pt x="1890" y="1504"/>
                      <a:pt x="1893" y="1502"/>
                    </a:cubicBezTo>
                    <a:cubicBezTo>
                      <a:pt x="1897" y="1499"/>
                      <a:pt x="1899" y="1496"/>
                      <a:pt x="1900" y="1492"/>
                    </a:cubicBezTo>
                    <a:cubicBezTo>
                      <a:pt x="1901" y="1488"/>
                      <a:pt x="1903" y="1482"/>
                      <a:pt x="1902" y="1478"/>
                    </a:cubicBezTo>
                    <a:cubicBezTo>
                      <a:pt x="1901" y="1474"/>
                      <a:pt x="1895" y="1475"/>
                      <a:pt x="1892" y="1474"/>
                    </a:cubicBezTo>
                    <a:cubicBezTo>
                      <a:pt x="1880" y="1472"/>
                      <a:pt x="1897" y="1462"/>
                      <a:pt x="1890" y="1459"/>
                    </a:cubicBezTo>
                    <a:cubicBezTo>
                      <a:pt x="1889" y="1458"/>
                      <a:pt x="1883" y="1459"/>
                      <a:pt x="1884" y="1456"/>
                    </a:cubicBezTo>
                    <a:cubicBezTo>
                      <a:pt x="1884" y="1452"/>
                      <a:pt x="1890" y="1451"/>
                      <a:pt x="1892" y="1451"/>
                    </a:cubicBezTo>
                    <a:cubicBezTo>
                      <a:pt x="1895" y="1451"/>
                      <a:pt x="1899" y="1454"/>
                      <a:pt x="1900" y="1457"/>
                    </a:cubicBezTo>
                    <a:cubicBezTo>
                      <a:pt x="1901" y="1461"/>
                      <a:pt x="1896" y="1463"/>
                      <a:pt x="1893" y="1464"/>
                    </a:cubicBezTo>
                    <a:cubicBezTo>
                      <a:pt x="1892" y="1470"/>
                      <a:pt x="1895" y="1470"/>
                      <a:pt x="1900" y="1471"/>
                    </a:cubicBezTo>
                    <a:cubicBezTo>
                      <a:pt x="1904" y="1472"/>
                      <a:pt x="1907" y="1476"/>
                      <a:pt x="1910" y="1477"/>
                    </a:cubicBezTo>
                    <a:cubicBezTo>
                      <a:pt x="1911" y="1481"/>
                      <a:pt x="1909" y="1487"/>
                      <a:pt x="1906" y="1490"/>
                    </a:cubicBezTo>
                    <a:cubicBezTo>
                      <a:pt x="1905" y="1492"/>
                      <a:pt x="1903" y="1492"/>
                      <a:pt x="1903" y="1495"/>
                    </a:cubicBezTo>
                    <a:cubicBezTo>
                      <a:pt x="1903" y="1497"/>
                      <a:pt x="1903" y="1498"/>
                      <a:pt x="1902" y="1500"/>
                    </a:cubicBezTo>
                    <a:cubicBezTo>
                      <a:pt x="1900" y="1504"/>
                      <a:pt x="1899" y="1506"/>
                      <a:pt x="1899" y="1511"/>
                    </a:cubicBezTo>
                    <a:cubicBezTo>
                      <a:pt x="1899" y="1515"/>
                      <a:pt x="1899" y="1518"/>
                      <a:pt x="1901" y="1521"/>
                    </a:cubicBezTo>
                    <a:cubicBezTo>
                      <a:pt x="1902" y="1523"/>
                      <a:pt x="1903" y="1525"/>
                      <a:pt x="1904" y="1527"/>
                    </a:cubicBezTo>
                    <a:cubicBezTo>
                      <a:pt x="1905" y="1528"/>
                      <a:pt x="1905" y="1531"/>
                      <a:pt x="1906" y="1532"/>
                    </a:cubicBezTo>
                    <a:cubicBezTo>
                      <a:pt x="1907" y="1534"/>
                      <a:pt x="1910" y="1532"/>
                      <a:pt x="1911" y="1533"/>
                    </a:cubicBezTo>
                    <a:cubicBezTo>
                      <a:pt x="1913" y="1534"/>
                      <a:pt x="1912" y="1536"/>
                      <a:pt x="1912" y="1537"/>
                    </a:cubicBezTo>
                    <a:cubicBezTo>
                      <a:pt x="1912" y="1540"/>
                      <a:pt x="1913" y="1544"/>
                      <a:pt x="1915" y="1546"/>
                    </a:cubicBezTo>
                    <a:cubicBezTo>
                      <a:pt x="1918" y="1548"/>
                      <a:pt x="1920" y="1549"/>
                      <a:pt x="1924" y="1550"/>
                    </a:cubicBezTo>
                    <a:cubicBezTo>
                      <a:pt x="1927" y="1550"/>
                      <a:pt x="1930" y="1550"/>
                      <a:pt x="1933" y="1550"/>
                    </a:cubicBezTo>
                    <a:cubicBezTo>
                      <a:pt x="1934" y="1550"/>
                      <a:pt x="1937" y="1550"/>
                      <a:pt x="1939" y="1551"/>
                    </a:cubicBezTo>
                    <a:cubicBezTo>
                      <a:pt x="1940" y="1552"/>
                      <a:pt x="1941" y="1553"/>
                      <a:pt x="1942" y="1553"/>
                    </a:cubicBezTo>
                    <a:cubicBezTo>
                      <a:pt x="1944" y="1557"/>
                      <a:pt x="1944" y="1562"/>
                      <a:pt x="1947" y="1564"/>
                    </a:cubicBezTo>
                    <a:cubicBezTo>
                      <a:pt x="1949" y="1565"/>
                      <a:pt x="1951" y="1563"/>
                      <a:pt x="1953" y="1562"/>
                    </a:cubicBezTo>
                    <a:cubicBezTo>
                      <a:pt x="1955" y="1561"/>
                      <a:pt x="1956" y="1559"/>
                      <a:pt x="1958" y="1558"/>
                    </a:cubicBezTo>
                    <a:cubicBezTo>
                      <a:pt x="1958" y="1556"/>
                      <a:pt x="1959" y="1555"/>
                      <a:pt x="1960" y="1554"/>
                    </a:cubicBezTo>
                    <a:cubicBezTo>
                      <a:pt x="1963" y="1553"/>
                      <a:pt x="1967" y="1555"/>
                      <a:pt x="1970" y="1554"/>
                    </a:cubicBezTo>
                    <a:cubicBezTo>
                      <a:pt x="1974" y="1554"/>
                      <a:pt x="1978" y="1553"/>
                      <a:pt x="1981" y="1555"/>
                    </a:cubicBezTo>
                    <a:cubicBezTo>
                      <a:pt x="1984" y="1557"/>
                      <a:pt x="1985" y="1561"/>
                      <a:pt x="1988" y="1560"/>
                    </a:cubicBezTo>
                    <a:cubicBezTo>
                      <a:pt x="1992" y="1559"/>
                      <a:pt x="1995" y="1556"/>
                      <a:pt x="1999" y="1555"/>
                    </a:cubicBezTo>
                    <a:cubicBezTo>
                      <a:pt x="2003" y="1555"/>
                      <a:pt x="2003" y="1559"/>
                      <a:pt x="2004" y="1562"/>
                    </a:cubicBezTo>
                    <a:cubicBezTo>
                      <a:pt x="2005" y="1566"/>
                      <a:pt x="2005" y="1571"/>
                      <a:pt x="2002" y="1574"/>
                    </a:cubicBezTo>
                    <a:cubicBezTo>
                      <a:pt x="1999" y="1576"/>
                      <a:pt x="1997" y="1576"/>
                      <a:pt x="1993" y="1575"/>
                    </a:cubicBezTo>
                    <a:cubicBezTo>
                      <a:pt x="1989" y="1574"/>
                      <a:pt x="1986" y="1574"/>
                      <a:pt x="1983" y="1577"/>
                    </a:cubicBezTo>
                    <a:cubicBezTo>
                      <a:pt x="1983" y="1578"/>
                      <a:pt x="1983" y="1578"/>
                      <a:pt x="1983" y="1577"/>
                    </a:cubicBezTo>
                    <a:cubicBezTo>
                      <a:pt x="1982" y="1578"/>
                      <a:pt x="1979" y="1580"/>
                      <a:pt x="1978" y="1580"/>
                    </a:cubicBezTo>
                    <a:cubicBezTo>
                      <a:pt x="1976" y="1580"/>
                      <a:pt x="1974" y="1579"/>
                      <a:pt x="1972" y="1578"/>
                    </a:cubicBezTo>
                    <a:cubicBezTo>
                      <a:pt x="1968" y="1577"/>
                      <a:pt x="1963" y="1576"/>
                      <a:pt x="1959" y="1576"/>
                    </a:cubicBezTo>
                    <a:cubicBezTo>
                      <a:pt x="1951" y="1576"/>
                      <a:pt x="1943" y="1578"/>
                      <a:pt x="1935" y="1580"/>
                    </a:cubicBezTo>
                    <a:cubicBezTo>
                      <a:pt x="1927" y="1582"/>
                      <a:pt x="1919" y="1582"/>
                      <a:pt x="1911" y="1580"/>
                    </a:cubicBezTo>
                    <a:cubicBezTo>
                      <a:pt x="1900" y="1579"/>
                      <a:pt x="1890" y="1577"/>
                      <a:pt x="1879" y="1577"/>
                    </a:cubicBezTo>
                    <a:cubicBezTo>
                      <a:pt x="1868" y="1576"/>
                      <a:pt x="1857" y="1578"/>
                      <a:pt x="1846" y="1579"/>
                    </a:cubicBezTo>
                    <a:cubicBezTo>
                      <a:pt x="1843" y="1579"/>
                      <a:pt x="1840" y="1579"/>
                      <a:pt x="1836" y="1580"/>
                    </a:cubicBezTo>
                    <a:cubicBezTo>
                      <a:pt x="1835" y="1580"/>
                      <a:pt x="1834" y="1580"/>
                      <a:pt x="1835" y="1581"/>
                    </a:cubicBezTo>
                    <a:cubicBezTo>
                      <a:pt x="1836" y="1583"/>
                      <a:pt x="1839" y="1585"/>
                      <a:pt x="1841" y="1586"/>
                    </a:cubicBezTo>
                    <a:cubicBezTo>
                      <a:pt x="1845" y="1588"/>
                      <a:pt x="1848" y="1591"/>
                      <a:pt x="1851" y="1593"/>
                    </a:cubicBezTo>
                    <a:cubicBezTo>
                      <a:pt x="1854" y="1596"/>
                      <a:pt x="1857" y="1598"/>
                      <a:pt x="1860" y="1600"/>
                    </a:cubicBezTo>
                    <a:cubicBezTo>
                      <a:pt x="1862" y="1601"/>
                      <a:pt x="1864" y="1603"/>
                      <a:pt x="1866" y="1602"/>
                    </a:cubicBezTo>
                    <a:cubicBezTo>
                      <a:pt x="1868" y="1602"/>
                      <a:pt x="1869" y="1600"/>
                      <a:pt x="1870" y="1599"/>
                    </a:cubicBezTo>
                    <a:cubicBezTo>
                      <a:pt x="1872" y="1597"/>
                      <a:pt x="1875" y="1596"/>
                      <a:pt x="1877" y="1595"/>
                    </a:cubicBezTo>
                    <a:cubicBezTo>
                      <a:pt x="1884" y="1592"/>
                      <a:pt x="1892" y="1592"/>
                      <a:pt x="1900" y="1593"/>
                    </a:cubicBezTo>
                    <a:cubicBezTo>
                      <a:pt x="1906" y="1593"/>
                      <a:pt x="1913" y="1594"/>
                      <a:pt x="1919" y="1595"/>
                    </a:cubicBezTo>
                    <a:cubicBezTo>
                      <a:pt x="1924" y="1596"/>
                      <a:pt x="1930" y="1597"/>
                      <a:pt x="1935" y="1600"/>
                    </a:cubicBezTo>
                    <a:cubicBezTo>
                      <a:pt x="1938" y="1604"/>
                      <a:pt x="1938" y="1608"/>
                      <a:pt x="1936" y="1612"/>
                    </a:cubicBezTo>
                    <a:cubicBezTo>
                      <a:pt x="1928" y="1622"/>
                      <a:pt x="1914" y="1622"/>
                      <a:pt x="1904" y="1626"/>
                    </a:cubicBezTo>
                    <a:cubicBezTo>
                      <a:pt x="1898" y="1628"/>
                      <a:pt x="1889" y="1633"/>
                      <a:pt x="1888" y="1640"/>
                    </a:cubicBezTo>
                    <a:cubicBezTo>
                      <a:pt x="1888" y="1647"/>
                      <a:pt x="1895" y="1648"/>
                      <a:pt x="1900" y="1647"/>
                    </a:cubicBezTo>
                    <a:cubicBezTo>
                      <a:pt x="1906" y="1645"/>
                      <a:pt x="1908" y="1640"/>
                      <a:pt x="1913" y="1636"/>
                    </a:cubicBezTo>
                    <a:cubicBezTo>
                      <a:pt x="1916" y="1633"/>
                      <a:pt x="1922" y="1636"/>
                      <a:pt x="1925" y="1638"/>
                    </a:cubicBezTo>
                    <a:cubicBezTo>
                      <a:pt x="1932" y="1640"/>
                      <a:pt x="1938" y="1642"/>
                      <a:pt x="1945" y="1643"/>
                    </a:cubicBezTo>
                    <a:cubicBezTo>
                      <a:pt x="1949" y="1643"/>
                      <a:pt x="1952" y="1644"/>
                      <a:pt x="1955" y="1647"/>
                    </a:cubicBezTo>
                    <a:cubicBezTo>
                      <a:pt x="1960" y="1651"/>
                      <a:pt x="1964" y="1654"/>
                      <a:pt x="1971" y="1654"/>
                    </a:cubicBezTo>
                    <a:cubicBezTo>
                      <a:pt x="1974" y="1654"/>
                      <a:pt x="1977" y="1653"/>
                      <a:pt x="1980" y="1652"/>
                    </a:cubicBezTo>
                    <a:cubicBezTo>
                      <a:pt x="1982" y="1652"/>
                      <a:pt x="1984" y="1650"/>
                      <a:pt x="1986" y="1650"/>
                    </a:cubicBezTo>
                    <a:cubicBezTo>
                      <a:pt x="1990" y="1649"/>
                      <a:pt x="1988" y="1654"/>
                      <a:pt x="1987" y="1656"/>
                    </a:cubicBezTo>
                    <a:cubicBezTo>
                      <a:pt x="1984" y="1661"/>
                      <a:pt x="1978" y="1662"/>
                      <a:pt x="1973" y="1662"/>
                    </a:cubicBezTo>
                    <a:cubicBezTo>
                      <a:pt x="1971" y="1661"/>
                      <a:pt x="1969" y="1661"/>
                      <a:pt x="1967" y="1660"/>
                    </a:cubicBezTo>
                    <a:cubicBezTo>
                      <a:pt x="1966" y="1660"/>
                      <a:pt x="1965" y="1660"/>
                      <a:pt x="1963" y="1660"/>
                    </a:cubicBezTo>
                    <a:cubicBezTo>
                      <a:pt x="1960" y="1661"/>
                      <a:pt x="1956" y="1661"/>
                      <a:pt x="1953" y="1661"/>
                    </a:cubicBezTo>
                    <a:cubicBezTo>
                      <a:pt x="1951" y="1661"/>
                      <a:pt x="1949" y="1660"/>
                      <a:pt x="1948" y="1660"/>
                    </a:cubicBezTo>
                    <a:cubicBezTo>
                      <a:pt x="1945" y="1659"/>
                      <a:pt x="1942" y="1659"/>
                      <a:pt x="1939" y="1659"/>
                    </a:cubicBezTo>
                    <a:cubicBezTo>
                      <a:pt x="1936" y="1659"/>
                      <a:pt x="1933" y="1658"/>
                      <a:pt x="1930" y="1657"/>
                    </a:cubicBezTo>
                    <a:cubicBezTo>
                      <a:pt x="1927" y="1657"/>
                      <a:pt x="1924" y="1658"/>
                      <a:pt x="1921" y="1658"/>
                    </a:cubicBezTo>
                    <a:cubicBezTo>
                      <a:pt x="1913" y="1659"/>
                      <a:pt x="1905" y="1659"/>
                      <a:pt x="1897" y="1657"/>
                    </a:cubicBezTo>
                    <a:cubicBezTo>
                      <a:pt x="1889" y="1656"/>
                      <a:pt x="1882" y="1654"/>
                      <a:pt x="1875" y="1652"/>
                    </a:cubicBezTo>
                    <a:cubicBezTo>
                      <a:pt x="1869" y="1651"/>
                      <a:pt x="1863" y="1650"/>
                      <a:pt x="1858" y="1647"/>
                    </a:cubicBezTo>
                    <a:cubicBezTo>
                      <a:pt x="1853" y="1644"/>
                      <a:pt x="1849" y="1640"/>
                      <a:pt x="1846" y="1635"/>
                    </a:cubicBezTo>
                    <a:cubicBezTo>
                      <a:pt x="1845" y="1634"/>
                      <a:pt x="1843" y="1628"/>
                      <a:pt x="1840" y="1629"/>
                    </a:cubicBezTo>
                    <a:cubicBezTo>
                      <a:pt x="1837" y="1630"/>
                      <a:pt x="1838" y="1637"/>
                      <a:pt x="1838" y="1639"/>
                    </a:cubicBezTo>
                    <a:cubicBezTo>
                      <a:pt x="1840" y="1651"/>
                      <a:pt x="1853" y="1656"/>
                      <a:pt x="1864" y="1659"/>
                    </a:cubicBezTo>
                    <a:cubicBezTo>
                      <a:pt x="1879" y="1663"/>
                      <a:pt x="1894" y="1663"/>
                      <a:pt x="1909" y="1663"/>
                    </a:cubicBezTo>
                    <a:cubicBezTo>
                      <a:pt x="1915" y="1663"/>
                      <a:pt x="1921" y="1663"/>
                      <a:pt x="1926" y="1663"/>
                    </a:cubicBezTo>
                    <a:cubicBezTo>
                      <a:pt x="1929" y="1663"/>
                      <a:pt x="1932" y="1664"/>
                      <a:pt x="1935" y="1664"/>
                    </a:cubicBezTo>
                    <a:cubicBezTo>
                      <a:pt x="1938" y="1664"/>
                      <a:pt x="1940" y="1665"/>
                      <a:pt x="1943" y="1665"/>
                    </a:cubicBezTo>
                    <a:cubicBezTo>
                      <a:pt x="1949" y="1665"/>
                      <a:pt x="1954" y="1666"/>
                      <a:pt x="1959" y="1666"/>
                    </a:cubicBezTo>
                    <a:cubicBezTo>
                      <a:pt x="1965" y="1666"/>
                      <a:pt x="1970" y="1666"/>
                      <a:pt x="1976" y="1666"/>
                    </a:cubicBezTo>
                    <a:cubicBezTo>
                      <a:pt x="1983" y="1666"/>
                      <a:pt x="1989" y="1666"/>
                      <a:pt x="1996" y="1667"/>
                    </a:cubicBezTo>
                    <a:cubicBezTo>
                      <a:pt x="1999" y="1667"/>
                      <a:pt x="2002" y="1668"/>
                      <a:pt x="2006" y="1668"/>
                    </a:cubicBezTo>
                    <a:cubicBezTo>
                      <a:pt x="2007" y="1668"/>
                      <a:pt x="2008" y="1668"/>
                      <a:pt x="2009" y="1668"/>
                    </a:cubicBezTo>
                    <a:cubicBezTo>
                      <a:pt x="2010" y="1668"/>
                      <a:pt x="2010" y="1669"/>
                      <a:pt x="2011" y="1669"/>
                    </a:cubicBezTo>
                    <a:cubicBezTo>
                      <a:pt x="2012" y="1669"/>
                      <a:pt x="2012" y="1669"/>
                      <a:pt x="2012" y="1669"/>
                    </a:cubicBezTo>
                    <a:cubicBezTo>
                      <a:pt x="2015" y="1669"/>
                      <a:pt x="2018" y="1670"/>
                      <a:pt x="2021" y="1671"/>
                    </a:cubicBezTo>
                    <a:cubicBezTo>
                      <a:pt x="2023" y="1672"/>
                      <a:pt x="2027" y="1672"/>
                      <a:pt x="2030" y="1672"/>
                    </a:cubicBezTo>
                    <a:cubicBezTo>
                      <a:pt x="2034" y="1673"/>
                      <a:pt x="2037" y="1673"/>
                      <a:pt x="2041" y="1673"/>
                    </a:cubicBezTo>
                    <a:cubicBezTo>
                      <a:pt x="2048" y="1673"/>
                      <a:pt x="2056" y="1673"/>
                      <a:pt x="2063" y="1672"/>
                    </a:cubicBezTo>
                    <a:cubicBezTo>
                      <a:pt x="2077" y="1671"/>
                      <a:pt x="2091" y="1672"/>
                      <a:pt x="2105" y="1673"/>
                    </a:cubicBezTo>
                    <a:cubicBezTo>
                      <a:pt x="2110" y="1673"/>
                      <a:pt x="2115" y="1673"/>
                      <a:pt x="2120" y="1673"/>
                    </a:cubicBezTo>
                    <a:cubicBezTo>
                      <a:pt x="2124" y="1673"/>
                      <a:pt x="2131" y="1673"/>
                      <a:pt x="2135" y="1670"/>
                    </a:cubicBezTo>
                    <a:cubicBezTo>
                      <a:pt x="2137" y="1669"/>
                      <a:pt x="2138" y="1665"/>
                      <a:pt x="2135" y="1664"/>
                    </a:cubicBezTo>
                    <a:cubicBezTo>
                      <a:pt x="2133" y="1662"/>
                      <a:pt x="2129" y="1665"/>
                      <a:pt x="2126" y="1666"/>
                    </a:cubicBezTo>
                    <a:cubicBezTo>
                      <a:pt x="2123" y="1667"/>
                      <a:pt x="2120" y="1667"/>
                      <a:pt x="2116" y="1665"/>
                    </a:cubicBezTo>
                    <a:cubicBezTo>
                      <a:pt x="2113" y="1664"/>
                      <a:pt x="2111" y="1663"/>
                      <a:pt x="2108" y="1664"/>
                    </a:cubicBezTo>
                    <a:cubicBezTo>
                      <a:pt x="2105" y="1665"/>
                      <a:pt x="2102" y="1667"/>
                      <a:pt x="2099" y="1667"/>
                    </a:cubicBezTo>
                    <a:cubicBezTo>
                      <a:pt x="2094" y="1667"/>
                      <a:pt x="2089" y="1666"/>
                      <a:pt x="2084" y="1666"/>
                    </a:cubicBezTo>
                    <a:cubicBezTo>
                      <a:pt x="2079" y="1666"/>
                      <a:pt x="2073" y="1667"/>
                      <a:pt x="2067" y="1667"/>
                    </a:cubicBezTo>
                    <a:cubicBezTo>
                      <a:pt x="2063" y="1667"/>
                      <a:pt x="2056" y="1668"/>
                      <a:pt x="2053" y="1665"/>
                    </a:cubicBezTo>
                    <a:cubicBezTo>
                      <a:pt x="2050" y="1663"/>
                      <a:pt x="2057" y="1661"/>
                      <a:pt x="2058" y="1661"/>
                    </a:cubicBezTo>
                    <a:cubicBezTo>
                      <a:pt x="2063" y="1659"/>
                      <a:pt x="2067" y="1658"/>
                      <a:pt x="2072" y="1656"/>
                    </a:cubicBezTo>
                    <a:cubicBezTo>
                      <a:pt x="2080" y="1653"/>
                      <a:pt x="2087" y="1650"/>
                      <a:pt x="2096" y="1649"/>
                    </a:cubicBezTo>
                    <a:cubicBezTo>
                      <a:pt x="2100" y="1648"/>
                      <a:pt x="2105" y="1648"/>
                      <a:pt x="2109" y="1649"/>
                    </a:cubicBezTo>
                    <a:cubicBezTo>
                      <a:pt x="2116" y="1649"/>
                      <a:pt x="2123" y="1647"/>
                      <a:pt x="2129" y="1644"/>
                    </a:cubicBezTo>
                    <a:cubicBezTo>
                      <a:pt x="2131" y="1643"/>
                      <a:pt x="2133" y="1643"/>
                      <a:pt x="2135" y="1641"/>
                    </a:cubicBezTo>
                    <a:cubicBezTo>
                      <a:pt x="2136" y="1640"/>
                      <a:pt x="2136" y="1639"/>
                      <a:pt x="2136" y="1638"/>
                    </a:cubicBezTo>
                    <a:cubicBezTo>
                      <a:pt x="2137" y="1636"/>
                      <a:pt x="2137" y="1632"/>
                      <a:pt x="2139" y="1631"/>
                    </a:cubicBezTo>
                    <a:cubicBezTo>
                      <a:pt x="2140" y="1630"/>
                      <a:pt x="2141" y="1630"/>
                      <a:pt x="2143" y="1630"/>
                    </a:cubicBezTo>
                    <a:cubicBezTo>
                      <a:pt x="2144" y="1630"/>
                      <a:pt x="2146" y="1630"/>
                      <a:pt x="2148" y="1630"/>
                    </a:cubicBezTo>
                    <a:cubicBezTo>
                      <a:pt x="2150" y="1630"/>
                      <a:pt x="2150" y="1633"/>
                      <a:pt x="2153" y="1634"/>
                    </a:cubicBezTo>
                    <a:cubicBezTo>
                      <a:pt x="2154" y="1634"/>
                      <a:pt x="2155" y="1633"/>
                      <a:pt x="2156" y="1632"/>
                    </a:cubicBezTo>
                    <a:cubicBezTo>
                      <a:pt x="2157" y="1632"/>
                      <a:pt x="2157" y="1631"/>
                      <a:pt x="2158" y="1631"/>
                    </a:cubicBezTo>
                    <a:cubicBezTo>
                      <a:pt x="2159" y="1630"/>
                      <a:pt x="2161" y="1631"/>
                      <a:pt x="2162" y="1630"/>
                    </a:cubicBezTo>
                    <a:cubicBezTo>
                      <a:pt x="2163" y="1629"/>
                      <a:pt x="2162" y="1627"/>
                      <a:pt x="2162" y="1626"/>
                    </a:cubicBezTo>
                    <a:cubicBezTo>
                      <a:pt x="2163" y="1624"/>
                      <a:pt x="2163" y="1623"/>
                      <a:pt x="2163" y="1621"/>
                    </a:cubicBezTo>
                    <a:cubicBezTo>
                      <a:pt x="2164" y="1619"/>
                      <a:pt x="2163" y="1617"/>
                      <a:pt x="2165" y="1615"/>
                    </a:cubicBezTo>
                    <a:cubicBezTo>
                      <a:pt x="2167" y="1613"/>
                      <a:pt x="2168" y="1616"/>
                      <a:pt x="2168" y="1618"/>
                    </a:cubicBezTo>
                    <a:cubicBezTo>
                      <a:pt x="2168" y="1622"/>
                      <a:pt x="2167" y="1630"/>
                      <a:pt x="2171" y="1632"/>
                    </a:cubicBezTo>
                    <a:cubicBezTo>
                      <a:pt x="2172" y="1633"/>
                      <a:pt x="2177" y="1633"/>
                      <a:pt x="2178" y="1631"/>
                    </a:cubicBezTo>
                    <a:cubicBezTo>
                      <a:pt x="2179" y="1631"/>
                      <a:pt x="2178" y="1629"/>
                      <a:pt x="2179" y="1629"/>
                    </a:cubicBezTo>
                    <a:cubicBezTo>
                      <a:pt x="2180" y="1628"/>
                      <a:pt x="2181" y="1628"/>
                      <a:pt x="2182" y="1628"/>
                    </a:cubicBezTo>
                    <a:cubicBezTo>
                      <a:pt x="2185" y="1628"/>
                      <a:pt x="2187" y="1628"/>
                      <a:pt x="2189" y="1629"/>
                    </a:cubicBezTo>
                    <a:cubicBezTo>
                      <a:pt x="2192" y="1630"/>
                      <a:pt x="2192" y="1632"/>
                      <a:pt x="2190" y="1634"/>
                    </a:cubicBezTo>
                    <a:cubicBezTo>
                      <a:pt x="2188" y="1635"/>
                      <a:pt x="2186" y="1636"/>
                      <a:pt x="2187" y="1639"/>
                    </a:cubicBezTo>
                    <a:cubicBezTo>
                      <a:pt x="2187" y="1640"/>
                      <a:pt x="2188" y="1642"/>
                      <a:pt x="2189" y="1642"/>
                    </a:cubicBezTo>
                    <a:cubicBezTo>
                      <a:pt x="2190" y="1642"/>
                      <a:pt x="2191" y="1641"/>
                      <a:pt x="2191" y="1640"/>
                    </a:cubicBezTo>
                    <a:cubicBezTo>
                      <a:pt x="2193" y="1639"/>
                      <a:pt x="2195" y="1641"/>
                      <a:pt x="2196" y="1638"/>
                    </a:cubicBezTo>
                    <a:cubicBezTo>
                      <a:pt x="2196" y="1635"/>
                      <a:pt x="2198" y="1634"/>
                      <a:pt x="2200" y="1635"/>
                    </a:cubicBezTo>
                    <a:cubicBezTo>
                      <a:pt x="2201" y="1635"/>
                      <a:pt x="2203" y="1635"/>
                      <a:pt x="2204" y="1636"/>
                    </a:cubicBezTo>
                    <a:cubicBezTo>
                      <a:pt x="2204" y="1637"/>
                      <a:pt x="2204" y="1638"/>
                      <a:pt x="2205" y="1639"/>
                    </a:cubicBezTo>
                    <a:cubicBezTo>
                      <a:pt x="2205" y="1640"/>
                      <a:pt x="2206" y="1640"/>
                      <a:pt x="2207" y="1641"/>
                    </a:cubicBezTo>
                    <a:cubicBezTo>
                      <a:pt x="2207" y="1641"/>
                      <a:pt x="2207" y="1640"/>
                      <a:pt x="2207" y="1640"/>
                    </a:cubicBezTo>
                    <a:cubicBezTo>
                      <a:pt x="2210" y="1641"/>
                      <a:pt x="2211" y="1645"/>
                      <a:pt x="2214" y="1645"/>
                    </a:cubicBezTo>
                    <a:cubicBezTo>
                      <a:pt x="2217" y="1646"/>
                      <a:pt x="2221" y="1647"/>
                      <a:pt x="2225" y="1647"/>
                    </a:cubicBezTo>
                    <a:cubicBezTo>
                      <a:pt x="2227" y="1647"/>
                      <a:pt x="2231" y="1648"/>
                      <a:pt x="2232" y="1645"/>
                    </a:cubicBezTo>
                    <a:cubicBezTo>
                      <a:pt x="2234" y="1642"/>
                      <a:pt x="2230" y="1640"/>
                      <a:pt x="2230" y="1637"/>
                    </a:cubicBezTo>
                    <a:cubicBezTo>
                      <a:pt x="2231" y="1635"/>
                      <a:pt x="2232" y="1635"/>
                      <a:pt x="2233" y="1634"/>
                    </a:cubicBezTo>
                    <a:cubicBezTo>
                      <a:pt x="2234" y="1633"/>
                      <a:pt x="2237" y="1632"/>
                      <a:pt x="2237" y="1631"/>
                    </a:cubicBezTo>
                    <a:cubicBezTo>
                      <a:pt x="2237" y="1630"/>
                      <a:pt x="2235" y="1630"/>
                      <a:pt x="2234" y="1630"/>
                    </a:cubicBezTo>
                    <a:cubicBezTo>
                      <a:pt x="2233" y="1630"/>
                      <a:pt x="2232" y="1629"/>
                      <a:pt x="2231" y="1628"/>
                    </a:cubicBezTo>
                    <a:cubicBezTo>
                      <a:pt x="2230" y="1625"/>
                      <a:pt x="2232" y="1622"/>
                      <a:pt x="2234" y="1621"/>
                    </a:cubicBezTo>
                    <a:cubicBezTo>
                      <a:pt x="2235" y="1621"/>
                      <a:pt x="2236" y="1621"/>
                      <a:pt x="2237" y="1620"/>
                    </a:cubicBezTo>
                    <a:cubicBezTo>
                      <a:pt x="2238" y="1620"/>
                      <a:pt x="2238" y="1618"/>
                      <a:pt x="2239" y="1617"/>
                    </a:cubicBezTo>
                    <a:cubicBezTo>
                      <a:pt x="2239" y="1615"/>
                      <a:pt x="2241" y="1612"/>
                      <a:pt x="2244" y="1614"/>
                    </a:cubicBezTo>
                    <a:cubicBezTo>
                      <a:pt x="2246" y="1616"/>
                      <a:pt x="2246" y="1619"/>
                      <a:pt x="2246" y="1621"/>
                    </a:cubicBezTo>
                    <a:cubicBezTo>
                      <a:pt x="2248" y="1624"/>
                      <a:pt x="2251" y="1625"/>
                      <a:pt x="2252" y="1628"/>
                    </a:cubicBezTo>
                    <a:cubicBezTo>
                      <a:pt x="2253" y="1632"/>
                      <a:pt x="2250" y="1632"/>
                      <a:pt x="2249" y="1635"/>
                    </a:cubicBezTo>
                    <a:cubicBezTo>
                      <a:pt x="2247" y="1637"/>
                      <a:pt x="2250" y="1640"/>
                      <a:pt x="2250" y="1642"/>
                    </a:cubicBezTo>
                    <a:cubicBezTo>
                      <a:pt x="2252" y="1646"/>
                      <a:pt x="2253" y="1648"/>
                      <a:pt x="2256" y="1650"/>
                    </a:cubicBezTo>
                    <a:cubicBezTo>
                      <a:pt x="2258" y="1653"/>
                      <a:pt x="2258" y="1655"/>
                      <a:pt x="2258" y="1658"/>
                    </a:cubicBezTo>
                    <a:cubicBezTo>
                      <a:pt x="2258" y="1662"/>
                      <a:pt x="2261" y="1661"/>
                      <a:pt x="2264" y="1661"/>
                    </a:cubicBezTo>
                    <a:cubicBezTo>
                      <a:pt x="2267" y="1660"/>
                      <a:pt x="2269" y="1659"/>
                      <a:pt x="2272" y="1660"/>
                    </a:cubicBezTo>
                    <a:cubicBezTo>
                      <a:pt x="2274" y="1660"/>
                      <a:pt x="2278" y="1661"/>
                      <a:pt x="2280" y="1663"/>
                    </a:cubicBezTo>
                    <a:cubicBezTo>
                      <a:pt x="2281" y="1665"/>
                      <a:pt x="2277" y="1668"/>
                      <a:pt x="2275" y="1669"/>
                    </a:cubicBezTo>
                    <a:cubicBezTo>
                      <a:pt x="2273" y="1672"/>
                      <a:pt x="2274" y="1674"/>
                      <a:pt x="2275" y="1677"/>
                    </a:cubicBezTo>
                    <a:cubicBezTo>
                      <a:pt x="2275" y="1681"/>
                      <a:pt x="2276" y="1684"/>
                      <a:pt x="2276" y="1688"/>
                    </a:cubicBezTo>
                    <a:cubicBezTo>
                      <a:pt x="2270" y="1688"/>
                      <a:pt x="2266" y="1681"/>
                      <a:pt x="2260" y="1682"/>
                    </a:cubicBezTo>
                    <a:cubicBezTo>
                      <a:pt x="2257" y="1682"/>
                      <a:pt x="2255" y="1683"/>
                      <a:pt x="2253" y="1685"/>
                    </a:cubicBezTo>
                    <a:cubicBezTo>
                      <a:pt x="2252" y="1686"/>
                      <a:pt x="2251" y="1687"/>
                      <a:pt x="2250" y="1688"/>
                    </a:cubicBezTo>
                    <a:cubicBezTo>
                      <a:pt x="2249" y="1690"/>
                      <a:pt x="2249" y="1691"/>
                      <a:pt x="2248" y="1692"/>
                    </a:cubicBezTo>
                    <a:cubicBezTo>
                      <a:pt x="2245" y="1695"/>
                      <a:pt x="2241" y="1693"/>
                      <a:pt x="2238" y="1694"/>
                    </a:cubicBezTo>
                    <a:cubicBezTo>
                      <a:pt x="2235" y="1694"/>
                      <a:pt x="2234" y="1697"/>
                      <a:pt x="2234" y="1700"/>
                    </a:cubicBezTo>
                    <a:cubicBezTo>
                      <a:pt x="2233" y="1702"/>
                      <a:pt x="2230" y="1702"/>
                      <a:pt x="2228" y="1703"/>
                    </a:cubicBezTo>
                    <a:cubicBezTo>
                      <a:pt x="2225" y="1704"/>
                      <a:pt x="2222" y="1706"/>
                      <a:pt x="2220" y="1708"/>
                    </a:cubicBezTo>
                    <a:cubicBezTo>
                      <a:pt x="2218" y="1710"/>
                      <a:pt x="2215" y="1713"/>
                      <a:pt x="2213" y="1715"/>
                    </a:cubicBezTo>
                    <a:cubicBezTo>
                      <a:pt x="2211" y="1717"/>
                      <a:pt x="2210" y="1718"/>
                      <a:pt x="2209" y="1719"/>
                    </a:cubicBezTo>
                    <a:cubicBezTo>
                      <a:pt x="2208" y="1720"/>
                      <a:pt x="2208" y="1721"/>
                      <a:pt x="2207" y="1721"/>
                    </a:cubicBezTo>
                    <a:cubicBezTo>
                      <a:pt x="2207" y="1721"/>
                      <a:pt x="2208" y="1721"/>
                      <a:pt x="2207" y="1721"/>
                    </a:cubicBezTo>
                    <a:cubicBezTo>
                      <a:pt x="2205" y="1723"/>
                      <a:pt x="2202" y="1726"/>
                      <a:pt x="2199" y="1726"/>
                    </a:cubicBezTo>
                    <a:cubicBezTo>
                      <a:pt x="2198" y="1726"/>
                      <a:pt x="2197" y="1726"/>
                      <a:pt x="2195" y="1726"/>
                    </a:cubicBezTo>
                    <a:cubicBezTo>
                      <a:pt x="2193" y="1726"/>
                      <a:pt x="2192" y="1726"/>
                      <a:pt x="2190" y="1725"/>
                    </a:cubicBezTo>
                    <a:cubicBezTo>
                      <a:pt x="2188" y="1723"/>
                      <a:pt x="2186" y="1722"/>
                      <a:pt x="2185" y="1721"/>
                    </a:cubicBezTo>
                    <a:cubicBezTo>
                      <a:pt x="2184" y="1720"/>
                      <a:pt x="2183" y="1717"/>
                      <a:pt x="2181" y="1718"/>
                    </a:cubicBezTo>
                    <a:cubicBezTo>
                      <a:pt x="2180" y="1719"/>
                      <a:pt x="2180" y="1722"/>
                      <a:pt x="2179" y="1723"/>
                    </a:cubicBezTo>
                    <a:cubicBezTo>
                      <a:pt x="2179" y="1725"/>
                      <a:pt x="2179" y="1727"/>
                      <a:pt x="2179" y="1729"/>
                    </a:cubicBezTo>
                    <a:cubicBezTo>
                      <a:pt x="2179" y="1732"/>
                      <a:pt x="2179" y="1734"/>
                      <a:pt x="2178" y="1736"/>
                    </a:cubicBezTo>
                    <a:cubicBezTo>
                      <a:pt x="2177" y="1738"/>
                      <a:pt x="2175" y="1739"/>
                      <a:pt x="2173" y="1741"/>
                    </a:cubicBezTo>
                    <a:cubicBezTo>
                      <a:pt x="2172" y="1742"/>
                      <a:pt x="2170" y="1743"/>
                      <a:pt x="2168" y="1744"/>
                    </a:cubicBezTo>
                    <a:cubicBezTo>
                      <a:pt x="2167" y="1745"/>
                      <a:pt x="2167" y="1746"/>
                      <a:pt x="2166" y="1746"/>
                    </a:cubicBezTo>
                    <a:cubicBezTo>
                      <a:pt x="2164" y="1748"/>
                      <a:pt x="2162" y="1750"/>
                      <a:pt x="2160" y="1751"/>
                    </a:cubicBezTo>
                    <a:cubicBezTo>
                      <a:pt x="2158" y="1752"/>
                      <a:pt x="2157" y="1753"/>
                      <a:pt x="2155" y="1755"/>
                    </a:cubicBezTo>
                    <a:cubicBezTo>
                      <a:pt x="2152" y="1759"/>
                      <a:pt x="2149" y="1763"/>
                      <a:pt x="2145" y="1766"/>
                    </a:cubicBezTo>
                    <a:cubicBezTo>
                      <a:pt x="2144" y="1768"/>
                      <a:pt x="2142" y="1770"/>
                      <a:pt x="2140" y="1771"/>
                    </a:cubicBezTo>
                    <a:cubicBezTo>
                      <a:pt x="2138" y="1772"/>
                      <a:pt x="2137" y="1774"/>
                      <a:pt x="2135" y="1775"/>
                    </a:cubicBezTo>
                    <a:cubicBezTo>
                      <a:pt x="2133" y="1777"/>
                      <a:pt x="2131" y="1779"/>
                      <a:pt x="2129" y="1782"/>
                    </a:cubicBezTo>
                    <a:cubicBezTo>
                      <a:pt x="2127" y="1783"/>
                      <a:pt x="2124" y="1787"/>
                      <a:pt x="2128" y="1787"/>
                    </a:cubicBezTo>
                    <a:cubicBezTo>
                      <a:pt x="2129" y="1788"/>
                      <a:pt x="2130" y="1788"/>
                      <a:pt x="2131" y="1789"/>
                    </a:cubicBezTo>
                    <a:cubicBezTo>
                      <a:pt x="2132" y="1790"/>
                      <a:pt x="2133" y="1792"/>
                      <a:pt x="2131" y="1793"/>
                    </a:cubicBezTo>
                    <a:cubicBezTo>
                      <a:pt x="2131" y="1793"/>
                      <a:pt x="2129" y="1792"/>
                      <a:pt x="2128" y="1792"/>
                    </a:cubicBezTo>
                    <a:cubicBezTo>
                      <a:pt x="2125" y="1792"/>
                      <a:pt x="2123" y="1793"/>
                      <a:pt x="2121" y="1794"/>
                    </a:cubicBezTo>
                    <a:cubicBezTo>
                      <a:pt x="2118" y="1795"/>
                      <a:pt x="2114" y="1795"/>
                      <a:pt x="2112" y="1798"/>
                    </a:cubicBezTo>
                    <a:cubicBezTo>
                      <a:pt x="2110" y="1799"/>
                      <a:pt x="2110" y="1802"/>
                      <a:pt x="2109" y="1805"/>
                    </a:cubicBezTo>
                    <a:cubicBezTo>
                      <a:pt x="2108" y="1806"/>
                      <a:pt x="2107" y="1806"/>
                      <a:pt x="2106" y="1806"/>
                    </a:cubicBezTo>
                    <a:cubicBezTo>
                      <a:pt x="2104" y="1806"/>
                      <a:pt x="2103" y="1807"/>
                      <a:pt x="2102" y="1807"/>
                    </a:cubicBezTo>
                    <a:cubicBezTo>
                      <a:pt x="2099" y="1808"/>
                      <a:pt x="2097" y="1809"/>
                      <a:pt x="2095" y="1811"/>
                    </a:cubicBezTo>
                    <a:cubicBezTo>
                      <a:pt x="2093" y="1813"/>
                      <a:pt x="2091" y="1815"/>
                      <a:pt x="2089" y="1817"/>
                    </a:cubicBezTo>
                    <a:cubicBezTo>
                      <a:pt x="2088" y="1818"/>
                      <a:pt x="2086" y="1819"/>
                      <a:pt x="2084" y="1820"/>
                    </a:cubicBezTo>
                    <a:cubicBezTo>
                      <a:pt x="2083" y="1821"/>
                      <a:pt x="2081" y="1822"/>
                      <a:pt x="2080" y="1823"/>
                    </a:cubicBezTo>
                    <a:cubicBezTo>
                      <a:pt x="2079" y="1824"/>
                      <a:pt x="2079" y="1825"/>
                      <a:pt x="2078" y="1826"/>
                    </a:cubicBezTo>
                    <a:cubicBezTo>
                      <a:pt x="2078" y="1827"/>
                      <a:pt x="2077" y="1827"/>
                      <a:pt x="2077" y="1828"/>
                    </a:cubicBezTo>
                    <a:cubicBezTo>
                      <a:pt x="2077" y="1828"/>
                      <a:pt x="2077" y="1828"/>
                      <a:pt x="2076" y="1829"/>
                    </a:cubicBezTo>
                    <a:cubicBezTo>
                      <a:pt x="2076" y="1829"/>
                      <a:pt x="2076" y="1829"/>
                      <a:pt x="2076" y="1829"/>
                    </a:cubicBezTo>
                    <a:cubicBezTo>
                      <a:pt x="2076" y="1829"/>
                      <a:pt x="2076" y="1830"/>
                      <a:pt x="2076" y="1830"/>
                    </a:cubicBezTo>
                    <a:cubicBezTo>
                      <a:pt x="2074" y="1832"/>
                      <a:pt x="2073" y="1835"/>
                      <a:pt x="2071" y="1837"/>
                    </a:cubicBezTo>
                    <a:cubicBezTo>
                      <a:pt x="2069" y="1839"/>
                      <a:pt x="2067" y="1842"/>
                      <a:pt x="2069" y="1845"/>
                    </a:cubicBezTo>
                    <a:cubicBezTo>
                      <a:pt x="2069" y="1846"/>
                      <a:pt x="2071" y="1847"/>
                      <a:pt x="2071" y="1848"/>
                    </a:cubicBezTo>
                    <a:cubicBezTo>
                      <a:pt x="2071" y="1850"/>
                      <a:pt x="2069" y="1852"/>
                      <a:pt x="2069" y="1854"/>
                    </a:cubicBezTo>
                    <a:cubicBezTo>
                      <a:pt x="2070" y="1858"/>
                      <a:pt x="2073" y="1857"/>
                      <a:pt x="2076" y="1857"/>
                    </a:cubicBezTo>
                    <a:cubicBezTo>
                      <a:pt x="2080" y="1858"/>
                      <a:pt x="2085" y="1858"/>
                      <a:pt x="2090" y="1858"/>
                    </a:cubicBezTo>
                    <a:cubicBezTo>
                      <a:pt x="2091" y="1858"/>
                      <a:pt x="2094" y="1858"/>
                      <a:pt x="2095" y="1859"/>
                    </a:cubicBezTo>
                    <a:cubicBezTo>
                      <a:pt x="2097" y="1860"/>
                      <a:pt x="2098" y="1861"/>
                      <a:pt x="2100" y="1862"/>
                    </a:cubicBezTo>
                    <a:cubicBezTo>
                      <a:pt x="2101" y="1863"/>
                      <a:pt x="2103" y="1864"/>
                      <a:pt x="2104" y="1862"/>
                    </a:cubicBezTo>
                    <a:cubicBezTo>
                      <a:pt x="2105" y="1861"/>
                      <a:pt x="2106" y="1860"/>
                      <a:pt x="2107" y="1860"/>
                    </a:cubicBezTo>
                    <a:cubicBezTo>
                      <a:pt x="2110" y="1860"/>
                      <a:pt x="2111" y="1859"/>
                      <a:pt x="2112" y="1858"/>
                    </a:cubicBezTo>
                    <a:cubicBezTo>
                      <a:pt x="2113" y="1856"/>
                      <a:pt x="2115" y="1855"/>
                      <a:pt x="2115" y="1854"/>
                    </a:cubicBezTo>
                    <a:cubicBezTo>
                      <a:pt x="2116" y="1852"/>
                      <a:pt x="2115" y="1850"/>
                      <a:pt x="2116" y="1849"/>
                    </a:cubicBezTo>
                    <a:cubicBezTo>
                      <a:pt x="2117" y="1848"/>
                      <a:pt x="2119" y="1848"/>
                      <a:pt x="2120" y="1848"/>
                    </a:cubicBezTo>
                    <a:cubicBezTo>
                      <a:pt x="2123" y="1848"/>
                      <a:pt x="2125" y="1848"/>
                      <a:pt x="2127" y="1848"/>
                    </a:cubicBezTo>
                    <a:cubicBezTo>
                      <a:pt x="2129" y="1848"/>
                      <a:pt x="2130" y="1846"/>
                      <a:pt x="2132" y="1846"/>
                    </a:cubicBezTo>
                    <a:cubicBezTo>
                      <a:pt x="2133" y="1845"/>
                      <a:pt x="2135" y="1845"/>
                      <a:pt x="2136" y="1845"/>
                    </a:cubicBezTo>
                    <a:cubicBezTo>
                      <a:pt x="2137" y="1845"/>
                      <a:pt x="2137" y="1844"/>
                      <a:pt x="2138" y="1844"/>
                    </a:cubicBezTo>
                    <a:cubicBezTo>
                      <a:pt x="2139" y="1844"/>
                      <a:pt x="2141" y="1844"/>
                      <a:pt x="2142" y="1844"/>
                    </a:cubicBezTo>
                    <a:cubicBezTo>
                      <a:pt x="2146" y="1843"/>
                      <a:pt x="2151" y="1842"/>
                      <a:pt x="2155" y="1844"/>
                    </a:cubicBezTo>
                    <a:cubicBezTo>
                      <a:pt x="2156" y="1844"/>
                      <a:pt x="2158" y="1844"/>
                      <a:pt x="2159" y="1845"/>
                    </a:cubicBezTo>
                    <a:cubicBezTo>
                      <a:pt x="2162" y="1845"/>
                      <a:pt x="2165" y="1844"/>
                      <a:pt x="2167" y="1845"/>
                    </a:cubicBezTo>
                    <a:cubicBezTo>
                      <a:pt x="2170" y="1846"/>
                      <a:pt x="2172" y="1848"/>
                      <a:pt x="2175" y="1850"/>
                    </a:cubicBezTo>
                    <a:cubicBezTo>
                      <a:pt x="2177" y="1852"/>
                      <a:pt x="2180" y="1853"/>
                      <a:pt x="2182" y="1854"/>
                    </a:cubicBezTo>
                    <a:cubicBezTo>
                      <a:pt x="2187" y="1858"/>
                      <a:pt x="2192" y="1862"/>
                      <a:pt x="2198" y="1865"/>
                    </a:cubicBezTo>
                    <a:cubicBezTo>
                      <a:pt x="2202" y="1868"/>
                      <a:pt x="2206" y="1871"/>
                      <a:pt x="2209" y="1874"/>
                    </a:cubicBezTo>
                    <a:cubicBezTo>
                      <a:pt x="2211" y="1876"/>
                      <a:pt x="2212" y="1877"/>
                      <a:pt x="2215" y="1878"/>
                    </a:cubicBezTo>
                    <a:cubicBezTo>
                      <a:pt x="2219" y="1878"/>
                      <a:pt x="2223" y="1878"/>
                      <a:pt x="2226" y="1881"/>
                    </a:cubicBezTo>
                    <a:cubicBezTo>
                      <a:pt x="2228" y="1883"/>
                      <a:pt x="2228" y="1889"/>
                      <a:pt x="2232" y="1887"/>
                    </a:cubicBezTo>
                    <a:cubicBezTo>
                      <a:pt x="2234" y="1886"/>
                      <a:pt x="2235" y="1885"/>
                      <a:pt x="2236" y="1883"/>
                    </a:cubicBezTo>
                    <a:cubicBezTo>
                      <a:pt x="2238" y="1882"/>
                      <a:pt x="2238" y="1879"/>
                      <a:pt x="2240" y="1877"/>
                    </a:cubicBezTo>
                    <a:cubicBezTo>
                      <a:pt x="2242" y="1876"/>
                      <a:pt x="2246" y="1877"/>
                      <a:pt x="2248" y="1875"/>
                    </a:cubicBezTo>
                    <a:cubicBezTo>
                      <a:pt x="2249" y="1874"/>
                      <a:pt x="2250" y="1873"/>
                      <a:pt x="2251" y="1872"/>
                    </a:cubicBezTo>
                    <a:cubicBezTo>
                      <a:pt x="2252" y="1871"/>
                      <a:pt x="2254" y="1871"/>
                      <a:pt x="2255" y="1871"/>
                    </a:cubicBezTo>
                    <a:cubicBezTo>
                      <a:pt x="2256" y="1871"/>
                      <a:pt x="2258" y="1871"/>
                      <a:pt x="2259" y="1871"/>
                    </a:cubicBezTo>
                    <a:cubicBezTo>
                      <a:pt x="2260" y="1871"/>
                      <a:pt x="2262" y="1871"/>
                      <a:pt x="2263" y="1871"/>
                    </a:cubicBezTo>
                    <a:cubicBezTo>
                      <a:pt x="2265" y="1872"/>
                      <a:pt x="2266" y="1874"/>
                      <a:pt x="2268" y="1876"/>
                    </a:cubicBezTo>
                    <a:cubicBezTo>
                      <a:pt x="2269" y="1877"/>
                      <a:pt x="2271" y="1877"/>
                      <a:pt x="2272" y="1878"/>
                    </a:cubicBezTo>
                    <a:cubicBezTo>
                      <a:pt x="2275" y="1879"/>
                      <a:pt x="2278" y="1881"/>
                      <a:pt x="2281" y="1882"/>
                    </a:cubicBezTo>
                    <a:cubicBezTo>
                      <a:pt x="2285" y="1883"/>
                      <a:pt x="2287" y="1886"/>
                      <a:pt x="2290" y="1888"/>
                    </a:cubicBezTo>
                    <a:cubicBezTo>
                      <a:pt x="2292" y="1890"/>
                      <a:pt x="2293" y="1892"/>
                      <a:pt x="2295" y="1894"/>
                    </a:cubicBezTo>
                    <a:cubicBezTo>
                      <a:pt x="2296" y="1896"/>
                      <a:pt x="2297" y="1897"/>
                      <a:pt x="2298" y="1898"/>
                    </a:cubicBezTo>
                    <a:cubicBezTo>
                      <a:pt x="2300" y="1900"/>
                      <a:pt x="2303" y="1903"/>
                      <a:pt x="2305" y="1905"/>
                    </a:cubicBezTo>
                    <a:cubicBezTo>
                      <a:pt x="2306" y="1907"/>
                      <a:pt x="2307" y="1909"/>
                      <a:pt x="2307" y="1912"/>
                    </a:cubicBezTo>
                    <a:cubicBezTo>
                      <a:pt x="2307" y="1914"/>
                      <a:pt x="2308" y="1916"/>
                      <a:pt x="2308" y="1918"/>
                    </a:cubicBezTo>
                    <a:cubicBezTo>
                      <a:pt x="2308" y="1922"/>
                      <a:pt x="2307" y="1925"/>
                      <a:pt x="2307" y="1929"/>
                    </a:cubicBezTo>
                    <a:cubicBezTo>
                      <a:pt x="2308" y="1930"/>
                      <a:pt x="2308" y="1932"/>
                      <a:pt x="2309" y="1933"/>
                    </a:cubicBezTo>
                    <a:cubicBezTo>
                      <a:pt x="2310" y="1934"/>
                      <a:pt x="2310" y="1934"/>
                      <a:pt x="2311" y="1935"/>
                    </a:cubicBezTo>
                    <a:cubicBezTo>
                      <a:pt x="2311" y="1936"/>
                      <a:pt x="2311" y="1937"/>
                      <a:pt x="2312" y="1938"/>
                    </a:cubicBezTo>
                    <a:cubicBezTo>
                      <a:pt x="2314" y="1941"/>
                      <a:pt x="2315" y="1945"/>
                      <a:pt x="2312" y="1949"/>
                    </a:cubicBezTo>
                    <a:cubicBezTo>
                      <a:pt x="2312" y="1950"/>
                      <a:pt x="2312" y="1951"/>
                      <a:pt x="2310" y="1951"/>
                    </a:cubicBezTo>
                    <a:cubicBezTo>
                      <a:pt x="2309" y="1952"/>
                      <a:pt x="2308" y="1952"/>
                      <a:pt x="2307" y="1952"/>
                    </a:cubicBezTo>
                    <a:cubicBezTo>
                      <a:pt x="2306" y="1956"/>
                      <a:pt x="2306" y="1959"/>
                      <a:pt x="2306" y="1962"/>
                    </a:cubicBezTo>
                    <a:cubicBezTo>
                      <a:pt x="2306" y="1964"/>
                      <a:pt x="2306" y="1966"/>
                      <a:pt x="2306" y="1968"/>
                    </a:cubicBezTo>
                    <a:cubicBezTo>
                      <a:pt x="2306" y="1969"/>
                      <a:pt x="2305" y="1970"/>
                      <a:pt x="2305" y="1972"/>
                    </a:cubicBezTo>
                    <a:cubicBezTo>
                      <a:pt x="2306" y="1974"/>
                      <a:pt x="2308" y="1976"/>
                      <a:pt x="2309" y="1979"/>
                    </a:cubicBezTo>
                    <a:cubicBezTo>
                      <a:pt x="2309" y="1980"/>
                      <a:pt x="2310" y="1981"/>
                      <a:pt x="2310" y="1982"/>
                    </a:cubicBezTo>
                    <a:cubicBezTo>
                      <a:pt x="2310" y="1983"/>
                      <a:pt x="2310" y="1985"/>
                      <a:pt x="2310" y="1986"/>
                    </a:cubicBezTo>
                    <a:cubicBezTo>
                      <a:pt x="2310" y="1988"/>
                      <a:pt x="2309" y="1989"/>
                      <a:pt x="2309" y="1990"/>
                    </a:cubicBezTo>
                    <a:cubicBezTo>
                      <a:pt x="2309" y="1991"/>
                      <a:pt x="2309" y="1992"/>
                      <a:pt x="2310" y="1992"/>
                    </a:cubicBezTo>
                    <a:cubicBezTo>
                      <a:pt x="2310" y="1995"/>
                      <a:pt x="2315" y="2004"/>
                      <a:pt x="2311" y="2007"/>
                    </a:cubicBezTo>
                    <a:cubicBezTo>
                      <a:pt x="2311" y="2007"/>
                      <a:pt x="2309" y="2007"/>
                      <a:pt x="2309" y="2008"/>
                    </a:cubicBezTo>
                    <a:cubicBezTo>
                      <a:pt x="2308" y="2009"/>
                      <a:pt x="2308" y="2010"/>
                      <a:pt x="2308" y="2011"/>
                    </a:cubicBezTo>
                    <a:cubicBezTo>
                      <a:pt x="2307" y="2012"/>
                      <a:pt x="2306" y="2012"/>
                      <a:pt x="2305" y="2012"/>
                    </a:cubicBezTo>
                    <a:cubicBezTo>
                      <a:pt x="2302" y="2012"/>
                      <a:pt x="2301" y="2012"/>
                      <a:pt x="2299" y="2014"/>
                    </a:cubicBezTo>
                    <a:cubicBezTo>
                      <a:pt x="2298" y="2016"/>
                      <a:pt x="2297" y="2018"/>
                      <a:pt x="2296" y="2021"/>
                    </a:cubicBezTo>
                    <a:cubicBezTo>
                      <a:pt x="2296" y="2022"/>
                      <a:pt x="2295" y="2022"/>
                      <a:pt x="2294" y="2023"/>
                    </a:cubicBezTo>
                    <a:cubicBezTo>
                      <a:pt x="2293" y="2023"/>
                      <a:pt x="2291" y="2023"/>
                      <a:pt x="2291" y="2024"/>
                    </a:cubicBezTo>
                    <a:cubicBezTo>
                      <a:pt x="2290" y="2025"/>
                      <a:pt x="2291" y="2028"/>
                      <a:pt x="2292" y="2030"/>
                    </a:cubicBezTo>
                    <a:cubicBezTo>
                      <a:pt x="2294" y="2031"/>
                      <a:pt x="2296" y="2033"/>
                      <a:pt x="2297" y="2035"/>
                    </a:cubicBezTo>
                    <a:cubicBezTo>
                      <a:pt x="2298" y="2037"/>
                      <a:pt x="2300" y="2039"/>
                      <a:pt x="2303" y="2039"/>
                    </a:cubicBezTo>
                    <a:cubicBezTo>
                      <a:pt x="2305" y="2039"/>
                      <a:pt x="2308" y="2038"/>
                      <a:pt x="2311" y="2038"/>
                    </a:cubicBezTo>
                    <a:cubicBezTo>
                      <a:pt x="2314" y="2038"/>
                      <a:pt x="2318" y="2040"/>
                      <a:pt x="2321" y="2039"/>
                    </a:cubicBezTo>
                    <a:cubicBezTo>
                      <a:pt x="2322" y="2039"/>
                      <a:pt x="2323" y="2039"/>
                      <a:pt x="2324" y="2039"/>
                    </a:cubicBezTo>
                    <a:cubicBezTo>
                      <a:pt x="2325" y="2038"/>
                      <a:pt x="2327" y="2039"/>
                      <a:pt x="2329" y="2039"/>
                    </a:cubicBezTo>
                    <a:cubicBezTo>
                      <a:pt x="2331" y="2039"/>
                      <a:pt x="2335" y="2039"/>
                      <a:pt x="2337" y="2041"/>
                    </a:cubicBezTo>
                    <a:cubicBezTo>
                      <a:pt x="2340" y="2044"/>
                      <a:pt x="2343" y="2047"/>
                      <a:pt x="2346" y="2050"/>
                    </a:cubicBezTo>
                    <a:cubicBezTo>
                      <a:pt x="2349" y="2054"/>
                      <a:pt x="2354" y="2054"/>
                      <a:pt x="2358" y="2055"/>
                    </a:cubicBezTo>
                    <a:cubicBezTo>
                      <a:pt x="2361" y="2055"/>
                      <a:pt x="2363" y="2056"/>
                      <a:pt x="2365" y="2057"/>
                    </a:cubicBezTo>
                    <a:cubicBezTo>
                      <a:pt x="2366" y="2059"/>
                      <a:pt x="2367" y="2061"/>
                      <a:pt x="2370" y="2061"/>
                    </a:cubicBezTo>
                    <a:cubicBezTo>
                      <a:pt x="2372" y="2062"/>
                      <a:pt x="2373" y="2060"/>
                      <a:pt x="2375" y="2060"/>
                    </a:cubicBezTo>
                    <a:cubicBezTo>
                      <a:pt x="2379" y="2059"/>
                      <a:pt x="2383" y="2061"/>
                      <a:pt x="2386" y="2058"/>
                    </a:cubicBezTo>
                    <a:cubicBezTo>
                      <a:pt x="2390" y="2055"/>
                      <a:pt x="2394" y="2053"/>
                      <a:pt x="2398" y="2051"/>
                    </a:cubicBezTo>
                    <a:cubicBezTo>
                      <a:pt x="2401" y="2050"/>
                      <a:pt x="2404" y="2050"/>
                      <a:pt x="2408" y="2051"/>
                    </a:cubicBezTo>
                    <a:cubicBezTo>
                      <a:pt x="2411" y="2052"/>
                      <a:pt x="2415" y="2051"/>
                      <a:pt x="2417" y="2049"/>
                    </a:cubicBezTo>
                    <a:cubicBezTo>
                      <a:pt x="2421" y="2046"/>
                      <a:pt x="2425" y="2046"/>
                      <a:pt x="2427" y="2043"/>
                    </a:cubicBezTo>
                    <a:cubicBezTo>
                      <a:pt x="2428" y="2041"/>
                      <a:pt x="2429" y="2040"/>
                      <a:pt x="2431" y="2039"/>
                    </a:cubicBezTo>
                    <a:cubicBezTo>
                      <a:pt x="2432" y="2037"/>
                      <a:pt x="2434" y="2038"/>
                      <a:pt x="2436" y="2037"/>
                    </a:cubicBezTo>
                    <a:cubicBezTo>
                      <a:pt x="2439" y="2037"/>
                      <a:pt x="2443" y="2037"/>
                      <a:pt x="2444" y="2033"/>
                    </a:cubicBezTo>
                    <a:cubicBezTo>
                      <a:pt x="2444" y="2032"/>
                      <a:pt x="2444" y="2030"/>
                      <a:pt x="2445" y="2029"/>
                    </a:cubicBezTo>
                    <a:cubicBezTo>
                      <a:pt x="2446" y="2027"/>
                      <a:pt x="2447" y="2026"/>
                      <a:pt x="2447" y="2025"/>
                    </a:cubicBezTo>
                    <a:cubicBezTo>
                      <a:pt x="2448" y="2023"/>
                      <a:pt x="2447" y="2022"/>
                      <a:pt x="2448" y="2020"/>
                    </a:cubicBezTo>
                    <a:cubicBezTo>
                      <a:pt x="2448" y="2019"/>
                      <a:pt x="2450" y="2017"/>
                      <a:pt x="2452" y="2017"/>
                    </a:cubicBezTo>
                    <a:cubicBezTo>
                      <a:pt x="2455" y="2015"/>
                      <a:pt x="2460" y="2017"/>
                      <a:pt x="2463" y="2014"/>
                    </a:cubicBezTo>
                    <a:cubicBezTo>
                      <a:pt x="2464" y="2014"/>
                      <a:pt x="2464" y="2012"/>
                      <a:pt x="2465" y="2011"/>
                    </a:cubicBezTo>
                    <a:cubicBezTo>
                      <a:pt x="2465" y="2010"/>
                      <a:pt x="2466" y="2008"/>
                      <a:pt x="2467" y="2006"/>
                    </a:cubicBezTo>
                    <a:cubicBezTo>
                      <a:pt x="2467" y="2005"/>
                      <a:pt x="2469" y="2004"/>
                      <a:pt x="2470" y="2003"/>
                    </a:cubicBezTo>
                    <a:cubicBezTo>
                      <a:pt x="2472" y="2003"/>
                      <a:pt x="2473" y="2001"/>
                      <a:pt x="2474" y="2000"/>
                    </a:cubicBezTo>
                    <a:cubicBezTo>
                      <a:pt x="2477" y="1997"/>
                      <a:pt x="2479" y="1992"/>
                      <a:pt x="2480" y="1988"/>
                    </a:cubicBezTo>
                    <a:cubicBezTo>
                      <a:pt x="2481" y="1980"/>
                      <a:pt x="2483" y="1971"/>
                      <a:pt x="2485" y="1963"/>
                    </a:cubicBezTo>
                    <a:cubicBezTo>
                      <a:pt x="2486" y="1959"/>
                      <a:pt x="2488" y="1955"/>
                      <a:pt x="2490" y="1952"/>
                    </a:cubicBezTo>
                    <a:cubicBezTo>
                      <a:pt x="2492" y="1951"/>
                      <a:pt x="2493" y="1949"/>
                      <a:pt x="2494" y="1949"/>
                    </a:cubicBezTo>
                    <a:cubicBezTo>
                      <a:pt x="2496" y="1948"/>
                      <a:pt x="2497" y="1948"/>
                      <a:pt x="2499" y="1947"/>
                    </a:cubicBezTo>
                    <a:cubicBezTo>
                      <a:pt x="2501" y="1946"/>
                      <a:pt x="2502" y="1944"/>
                      <a:pt x="2503" y="1942"/>
                    </a:cubicBezTo>
                    <a:cubicBezTo>
                      <a:pt x="2505" y="1940"/>
                      <a:pt x="2506" y="1939"/>
                      <a:pt x="2508" y="1937"/>
                    </a:cubicBezTo>
                    <a:cubicBezTo>
                      <a:pt x="2512" y="1934"/>
                      <a:pt x="2516" y="1931"/>
                      <a:pt x="2521" y="1929"/>
                    </a:cubicBezTo>
                    <a:cubicBezTo>
                      <a:pt x="2525" y="1927"/>
                      <a:pt x="2529" y="1925"/>
                      <a:pt x="2531" y="1922"/>
                    </a:cubicBezTo>
                    <a:cubicBezTo>
                      <a:pt x="2533" y="1921"/>
                      <a:pt x="2534" y="1920"/>
                      <a:pt x="2535" y="1918"/>
                    </a:cubicBezTo>
                    <a:cubicBezTo>
                      <a:pt x="2537" y="1916"/>
                      <a:pt x="2539" y="1916"/>
                      <a:pt x="2542" y="1915"/>
                    </a:cubicBezTo>
                    <a:cubicBezTo>
                      <a:pt x="2544" y="1914"/>
                      <a:pt x="2546" y="1915"/>
                      <a:pt x="2549" y="1915"/>
                    </a:cubicBezTo>
                    <a:cubicBezTo>
                      <a:pt x="2553" y="1914"/>
                      <a:pt x="2557" y="1913"/>
                      <a:pt x="2561" y="1911"/>
                    </a:cubicBezTo>
                    <a:cubicBezTo>
                      <a:pt x="2563" y="1910"/>
                      <a:pt x="2565" y="1909"/>
                      <a:pt x="2567" y="1908"/>
                    </a:cubicBezTo>
                    <a:cubicBezTo>
                      <a:pt x="2569" y="1907"/>
                      <a:pt x="2572" y="1907"/>
                      <a:pt x="2574" y="1905"/>
                    </a:cubicBezTo>
                    <a:cubicBezTo>
                      <a:pt x="2577" y="1903"/>
                      <a:pt x="2580" y="1899"/>
                      <a:pt x="2585" y="1899"/>
                    </a:cubicBezTo>
                    <a:cubicBezTo>
                      <a:pt x="2586" y="1899"/>
                      <a:pt x="2588" y="1899"/>
                      <a:pt x="2590" y="1899"/>
                    </a:cubicBezTo>
                    <a:cubicBezTo>
                      <a:pt x="2593" y="1899"/>
                      <a:pt x="2595" y="1898"/>
                      <a:pt x="2598" y="1898"/>
                    </a:cubicBezTo>
                    <a:cubicBezTo>
                      <a:pt x="2600" y="1899"/>
                      <a:pt x="2599" y="1901"/>
                      <a:pt x="2601" y="1902"/>
                    </a:cubicBezTo>
                    <a:cubicBezTo>
                      <a:pt x="2602" y="1903"/>
                      <a:pt x="2604" y="1903"/>
                      <a:pt x="2606" y="1902"/>
                    </a:cubicBezTo>
                    <a:cubicBezTo>
                      <a:pt x="2608" y="1901"/>
                      <a:pt x="2610" y="1901"/>
                      <a:pt x="2612" y="1901"/>
                    </a:cubicBezTo>
                    <a:cubicBezTo>
                      <a:pt x="2614" y="1900"/>
                      <a:pt x="2615" y="1898"/>
                      <a:pt x="2616" y="1897"/>
                    </a:cubicBezTo>
                    <a:cubicBezTo>
                      <a:pt x="2618" y="1895"/>
                      <a:pt x="2618" y="1893"/>
                      <a:pt x="2617" y="1891"/>
                    </a:cubicBezTo>
                    <a:cubicBezTo>
                      <a:pt x="2617" y="1888"/>
                      <a:pt x="2617" y="1886"/>
                      <a:pt x="2617" y="1883"/>
                    </a:cubicBezTo>
                    <a:cubicBezTo>
                      <a:pt x="2617" y="1881"/>
                      <a:pt x="2616" y="1878"/>
                      <a:pt x="2618" y="1877"/>
                    </a:cubicBezTo>
                    <a:cubicBezTo>
                      <a:pt x="2619" y="1875"/>
                      <a:pt x="2621" y="1874"/>
                      <a:pt x="2623" y="1872"/>
                    </a:cubicBezTo>
                    <a:cubicBezTo>
                      <a:pt x="2624" y="1870"/>
                      <a:pt x="2624" y="1868"/>
                      <a:pt x="2625" y="1867"/>
                    </a:cubicBezTo>
                    <a:cubicBezTo>
                      <a:pt x="2627" y="1865"/>
                      <a:pt x="2629" y="1863"/>
                      <a:pt x="2631" y="1862"/>
                    </a:cubicBezTo>
                    <a:cubicBezTo>
                      <a:pt x="2633" y="1860"/>
                      <a:pt x="2633" y="1859"/>
                      <a:pt x="2634" y="1856"/>
                    </a:cubicBezTo>
                    <a:cubicBezTo>
                      <a:pt x="2634" y="1854"/>
                      <a:pt x="2635" y="1853"/>
                      <a:pt x="2637" y="1853"/>
                    </a:cubicBezTo>
                    <a:cubicBezTo>
                      <a:pt x="2639" y="1853"/>
                      <a:pt x="2642" y="1853"/>
                      <a:pt x="2644" y="1853"/>
                    </a:cubicBezTo>
                    <a:cubicBezTo>
                      <a:pt x="2646" y="1853"/>
                      <a:pt x="2647" y="1854"/>
                      <a:pt x="2649" y="1855"/>
                    </a:cubicBezTo>
                    <a:cubicBezTo>
                      <a:pt x="2650" y="1856"/>
                      <a:pt x="2652" y="1855"/>
                      <a:pt x="2654" y="1855"/>
                    </a:cubicBezTo>
                    <a:cubicBezTo>
                      <a:pt x="2655" y="1854"/>
                      <a:pt x="2658" y="1853"/>
                      <a:pt x="2659" y="1851"/>
                    </a:cubicBezTo>
                    <a:cubicBezTo>
                      <a:pt x="2660" y="1850"/>
                      <a:pt x="2660" y="1848"/>
                      <a:pt x="2660" y="1846"/>
                    </a:cubicBezTo>
                    <a:cubicBezTo>
                      <a:pt x="2659" y="1845"/>
                      <a:pt x="2656" y="1845"/>
                      <a:pt x="2655" y="1844"/>
                    </a:cubicBezTo>
                    <a:cubicBezTo>
                      <a:pt x="2649" y="1841"/>
                      <a:pt x="2660" y="1835"/>
                      <a:pt x="2661" y="1834"/>
                    </a:cubicBezTo>
                    <a:cubicBezTo>
                      <a:pt x="2662" y="1832"/>
                      <a:pt x="2662" y="1829"/>
                      <a:pt x="2660" y="1828"/>
                    </a:cubicBezTo>
                    <a:cubicBezTo>
                      <a:pt x="2659" y="1828"/>
                      <a:pt x="2656" y="1828"/>
                      <a:pt x="2655" y="1827"/>
                    </a:cubicBezTo>
                    <a:cubicBezTo>
                      <a:pt x="2655" y="1825"/>
                      <a:pt x="2658" y="1823"/>
                      <a:pt x="2659" y="1822"/>
                    </a:cubicBezTo>
                    <a:cubicBezTo>
                      <a:pt x="2660" y="1819"/>
                      <a:pt x="2662" y="1818"/>
                      <a:pt x="2664" y="1816"/>
                    </a:cubicBezTo>
                    <a:cubicBezTo>
                      <a:pt x="2665" y="1814"/>
                      <a:pt x="2665" y="1811"/>
                      <a:pt x="2667" y="1809"/>
                    </a:cubicBezTo>
                    <a:cubicBezTo>
                      <a:pt x="2668" y="1807"/>
                      <a:pt x="2670" y="1805"/>
                      <a:pt x="2672" y="1804"/>
                    </a:cubicBezTo>
                    <a:cubicBezTo>
                      <a:pt x="2673" y="1803"/>
                      <a:pt x="2676" y="1804"/>
                      <a:pt x="2678" y="1804"/>
                    </a:cubicBezTo>
                    <a:cubicBezTo>
                      <a:pt x="2680" y="1804"/>
                      <a:pt x="2683" y="1803"/>
                      <a:pt x="2686" y="1803"/>
                    </a:cubicBezTo>
                    <a:cubicBezTo>
                      <a:pt x="2688" y="1802"/>
                      <a:pt x="2689" y="1800"/>
                      <a:pt x="2691" y="1799"/>
                    </a:cubicBezTo>
                    <a:cubicBezTo>
                      <a:pt x="2694" y="1799"/>
                      <a:pt x="2696" y="1798"/>
                      <a:pt x="2698" y="1798"/>
                    </a:cubicBezTo>
                    <a:cubicBezTo>
                      <a:pt x="2701" y="1798"/>
                      <a:pt x="2704" y="1799"/>
                      <a:pt x="2707" y="1800"/>
                    </a:cubicBezTo>
                    <a:cubicBezTo>
                      <a:pt x="2710" y="1801"/>
                      <a:pt x="2713" y="1801"/>
                      <a:pt x="2716" y="1801"/>
                    </a:cubicBezTo>
                    <a:cubicBezTo>
                      <a:pt x="2720" y="1801"/>
                      <a:pt x="2723" y="1801"/>
                      <a:pt x="2726" y="1802"/>
                    </a:cubicBezTo>
                    <a:cubicBezTo>
                      <a:pt x="2728" y="1804"/>
                      <a:pt x="2730" y="1805"/>
                      <a:pt x="2732" y="1807"/>
                    </a:cubicBezTo>
                    <a:cubicBezTo>
                      <a:pt x="2734" y="1808"/>
                      <a:pt x="2737" y="1809"/>
                      <a:pt x="2739" y="1810"/>
                    </a:cubicBezTo>
                    <a:cubicBezTo>
                      <a:pt x="2740" y="1811"/>
                      <a:pt x="2741" y="1812"/>
                      <a:pt x="2742" y="1813"/>
                    </a:cubicBezTo>
                    <a:cubicBezTo>
                      <a:pt x="2743" y="1815"/>
                      <a:pt x="2745" y="1818"/>
                      <a:pt x="2748" y="1817"/>
                    </a:cubicBezTo>
                    <a:cubicBezTo>
                      <a:pt x="2750" y="1817"/>
                      <a:pt x="2754" y="1815"/>
                      <a:pt x="2755" y="1813"/>
                    </a:cubicBezTo>
                    <a:cubicBezTo>
                      <a:pt x="2758" y="1810"/>
                      <a:pt x="2761" y="1809"/>
                      <a:pt x="2764" y="1807"/>
                    </a:cubicBezTo>
                    <a:cubicBezTo>
                      <a:pt x="2767" y="1805"/>
                      <a:pt x="2770" y="1804"/>
                      <a:pt x="2773" y="1803"/>
                    </a:cubicBezTo>
                    <a:cubicBezTo>
                      <a:pt x="2775" y="1802"/>
                      <a:pt x="2777" y="1800"/>
                      <a:pt x="2780" y="1799"/>
                    </a:cubicBezTo>
                    <a:cubicBezTo>
                      <a:pt x="2782" y="1798"/>
                      <a:pt x="2784" y="1798"/>
                      <a:pt x="2786" y="1799"/>
                    </a:cubicBezTo>
                    <a:cubicBezTo>
                      <a:pt x="2789" y="1799"/>
                      <a:pt x="2792" y="1799"/>
                      <a:pt x="2795" y="1798"/>
                    </a:cubicBezTo>
                    <a:cubicBezTo>
                      <a:pt x="2796" y="1798"/>
                      <a:pt x="2797" y="1799"/>
                      <a:pt x="2799" y="1799"/>
                    </a:cubicBezTo>
                    <a:cubicBezTo>
                      <a:pt x="2799" y="1799"/>
                      <a:pt x="2799" y="1799"/>
                      <a:pt x="2800" y="1800"/>
                    </a:cubicBezTo>
                    <a:cubicBezTo>
                      <a:pt x="2800" y="1800"/>
                      <a:pt x="2800" y="1800"/>
                      <a:pt x="2800" y="1800"/>
                    </a:cubicBezTo>
                    <a:cubicBezTo>
                      <a:pt x="2803" y="1801"/>
                      <a:pt x="2804" y="1801"/>
                      <a:pt x="2807" y="1801"/>
                    </a:cubicBezTo>
                    <a:cubicBezTo>
                      <a:pt x="2810" y="1801"/>
                      <a:pt x="2812" y="1802"/>
                      <a:pt x="2815" y="1800"/>
                    </a:cubicBezTo>
                    <a:cubicBezTo>
                      <a:pt x="2818" y="1798"/>
                      <a:pt x="2818" y="1794"/>
                      <a:pt x="2821" y="1792"/>
                    </a:cubicBezTo>
                    <a:cubicBezTo>
                      <a:pt x="2824" y="1790"/>
                      <a:pt x="2826" y="1788"/>
                      <a:pt x="2828" y="1785"/>
                    </a:cubicBezTo>
                    <a:cubicBezTo>
                      <a:pt x="2829" y="1783"/>
                      <a:pt x="2833" y="1782"/>
                      <a:pt x="2835" y="1781"/>
                    </a:cubicBezTo>
                    <a:cubicBezTo>
                      <a:pt x="2838" y="1781"/>
                      <a:pt x="2842" y="1781"/>
                      <a:pt x="2845" y="1781"/>
                    </a:cubicBezTo>
                    <a:cubicBezTo>
                      <a:pt x="2849" y="1780"/>
                      <a:pt x="2850" y="1779"/>
                      <a:pt x="2852" y="1776"/>
                    </a:cubicBezTo>
                    <a:cubicBezTo>
                      <a:pt x="2853" y="1774"/>
                      <a:pt x="2853" y="1773"/>
                      <a:pt x="2855" y="1772"/>
                    </a:cubicBezTo>
                    <a:cubicBezTo>
                      <a:pt x="2856" y="1771"/>
                      <a:pt x="2857" y="1770"/>
                      <a:pt x="2857" y="1768"/>
                    </a:cubicBezTo>
                    <a:cubicBezTo>
                      <a:pt x="2858" y="1765"/>
                      <a:pt x="2854" y="1764"/>
                      <a:pt x="2853" y="1762"/>
                    </a:cubicBezTo>
                    <a:cubicBezTo>
                      <a:pt x="2852" y="1761"/>
                      <a:pt x="2852" y="1759"/>
                      <a:pt x="2850" y="1758"/>
                    </a:cubicBezTo>
                    <a:cubicBezTo>
                      <a:pt x="2849" y="1757"/>
                      <a:pt x="2847" y="1757"/>
                      <a:pt x="2845" y="1757"/>
                    </a:cubicBezTo>
                    <a:cubicBezTo>
                      <a:pt x="2843" y="1756"/>
                      <a:pt x="2844" y="1755"/>
                      <a:pt x="2844" y="1753"/>
                    </a:cubicBezTo>
                    <a:cubicBezTo>
                      <a:pt x="2844" y="1752"/>
                      <a:pt x="2843" y="1752"/>
                      <a:pt x="2843" y="1751"/>
                    </a:cubicBezTo>
                    <a:cubicBezTo>
                      <a:pt x="2842" y="1748"/>
                      <a:pt x="2844" y="1745"/>
                      <a:pt x="2843" y="1741"/>
                    </a:cubicBezTo>
                    <a:cubicBezTo>
                      <a:pt x="2843" y="1740"/>
                      <a:pt x="2842" y="1739"/>
                      <a:pt x="2841" y="1738"/>
                    </a:cubicBezTo>
                    <a:cubicBezTo>
                      <a:pt x="2841" y="1738"/>
                      <a:pt x="2839" y="1737"/>
                      <a:pt x="2839" y="1737"/>
                    </a:cubicBezTo>
                    <a:cubicBezTo>
                      <a:pt x="2838" y="1735"/>
                      <a:pt x="2844" y="1734"/>
                      <a:pt x="2844" y="1733"/>
                    </a:cubicBezTo>
                    <a:cubicBezTo>
                      <a:pt x="2844" y="1732"/>
                      <a:pt x="2844" y="1731"/>
                      <a:pt x="2843" y="1730"/>
                    </a:cubicBezTo>
                    <a:cubicBezTo>
                      <a:pt x="2843" y="1729"/>
                      <a:pt x="2842" y="1729"/>
                      <a:pt x="2842" y="1727"/>
                    </a:cubicBezTo>
                    <a:cubicBezTo>
                      <a:pt x="2843" y="1724"/>
                      <a:pt x="2841" y="1724"/>
                      <a:pt x="2838" y="1723"/>
                    </a:cubicBezTo>
                    <a:cubicBezTo>
                      <a:pt x="2835" y="1721"/>
                      <a:pt x="2839" y="1720"/>
                      <a:pt x="2841" y="1720"/>
                    </a:cubicBezTo>
                    <a:cubicBezTo>
                      <a:pt x="2843" y="1719"/>
                      <a:pt x="2846" y="1718"/>
                      <a:pt x="2847" y="1716"/>
                    </a:cubicBezTo>
                    <a:cubicBezTo>
                      <a:pt x="2849" y="1713"/>
                      <a:pt x="2847" y="1711"/>
                      <a:pt x="2846" y="1709"/>
                    </a:cubicBezTo>
                    <a:cubicBezTo>
                      <a:pt x="2845" y="1706"/>
                      <a:pt x="2846" y="1704"/>
                      <a:pt x="2849" y="1703"/>
                    </a:cubicBezTo>
                    <a:cubicBezTo>
                      <a:pt x="2851" y="1702"/>
                      <a:pt x="2853" y="1702"/>
                      <a:pt x="2855" y="1704"/>
                    </a:cubicBezTo>
                    <a:cubicBezTo>
                      <a:pt x="2857" y="1705"/>
                      <a:pt x="2858" y="1706"/>
                      <a:pt x="2860" y="1706"/>
                    </a:cubicBezTo>
                    <a:cubicBezTo>
                      <a:pt x="2863" y="1705"/>
                      <a:pt x="2863" y="1704"/>
                      <a:pt x="2864" y="1702"/>
                    </a:cubicBezTo>
                    <a:cubicBezTo>
                      <a:pt x="2866" y="1699"/>
                      <a:pt x="2868" y="1697"/>
                      <a:pt x="2870" y="1695"/>
                    </a:cubicBezTo>
                    <a:cubicBezTo>
                      <a:pt x="2871" y="1693"/>
                      <a:pt x="2872" y="1691"/>
                      <a:pt x="2871" y="1689"/>
                    </a:cubicBezTo>
                    <a:cubicBezTo>
                      <a:pt x="2870" y="1687"/>
                      <a:pt x="2868" y="1685"/>
                      <a:pt x="2866" y="1683"/>
                    </a:cubicBezTo>
                    <a:cubicBezTo>
                      <a:pt x="2864" y="1681"/>
                      <a:pt x="2863" y="1679"/>
                      <a:pt x="2861" y="1677"/>
                    </a:cubicBezTo>
                    <a:cubicBezTo>
                      <a:pt x="2859" y="1676"/>
                      <a:pt x="2856" y="1675"/>
                      <a:pt x="2853" y="1675"/>
                    </a:cubicBezTo>
                    <a:cubicBezTo>
                      <a:pt x="2852" y="1675"/>
                      <a:pt x="2851" y="1676"/>
                      <a:pt x="2850" y="1676"/>
                    </a:cubicBezTo>
                    <a:cubicBezTo>
                      <a:pt x="2848" y="1678"/>
                      <a:pt x="2846" y="1679"/>
                      <a:pt x="2844" y="1680"/>
                    </a:cubicBezTo>
                    <a:cubicBezTo>
                      <a:pt x="2842" y="1681"/>
                      <a:pt x="2840" y="1682"/>
                      <a:pt x="2839" y="1681"/>
                    </a:cubicBezTo>
                    <a:cubicBezTo>
                      <a:pt x="2838" y="1681"/>
                      <a:pt x="2838" y="1680"/>
                      <a:pt x="2837" y="1679"/>
                    </a:cubicBezTo>
                    <a:cubicBezTo>
                      <a:pt x="2835" y="1678"/>
                      <a:pt x="2832" y="1679"/>
                      <a:pt x="2830" y="1680"/>
                    </a:cubicBezTo>
                    <a:cubicBezTo>
                      <a:pt x="2829" y="1680"/>
                      <a:pt x="2828" y="1680"/>
                      <a:pt x="2827" y="1680"/>
                    </a:cubicBezTo>
                    <a:cubicBezTo>
                      <a:pt x="2824" y="1680"/>
                      <a:pt x="2821" y="1680"/>
                      <a:pt x="2818" y="1680"/>
                    </a:cubicBezTo>
                    <a:cubicBezTo>
                      <a:pt x="2815" y="1679"/>
                      <a:pt x="2814" y="1680"/>
                      <a:pt x="2812" y="1678"/>
                    </a:cubicBezTo>
                    <a:cubicBezTo>
                      <a:pt x="2811" y="1677"/>
                      <a:pt x="2810" y="1677"/>
                      <a:pt x="2809" y="1677"/>
                    </a:cubicBezTo>
                    <a:cubicBezTo>
                      <a:pt x="2808" y="1677"/>
                      <a:pt x="2807" y="1677"/>
                      <a:pt x="2807" y="1678"/>
                    </a:cubicBezTo>
                    <a:cubicBezTo>
                      <a:pt x="2806" y="1678"/>
                      <a:pt x="2806" y="1679"/>
                      <a:pt x="2805" y="1680"/>
                    </a:cubicBezTo>
                    <a:cubicBezTo>
                      <a:pt x="2803" y="1682"/>
                      <a:pt x="2801" y="1682"/>
                      <a:pt x="2799" y="1681"/>
                    </a:cubicBezTo>
                    <a:cubicBezTo>
                      <a:pt x="2798" y="1679"/>
                      <a:pt x="2796" y="1679"/>
                      <a:pt x="2794" y="1679"/>
                    </a:cubicBezTo>
                    <a:cubicBezTo>
                      <a:pt x="2791" y="1679"/>
                      <a:pt x="2786" y="1681"/>
                      <a:pt x="2785" y="1684"/>
                    </a:cubicBezTo>
                    <a:cubicBezTo>
                      <a:pt x="2784" y="1686"/>
                      <a:pt x="2784" y="1687"/>
                      <a:pt x="2782" y="1687"/>
                    </a:cubicBezTo>
                    <a:cubicBezTo>
                      <a:pt x="2780" y="1688"/>
                      <a:pt x="2778" y="1687"/>
                      <a:pt x="2776" y="1687"/>
                    </a:cubicBezTo>
                    <a:cubicBezTo>
                      <a:pt x="2775" y="1688"/>
                      <a:pt x="2773" y="1688"/>
                      <a:pt x="2771" y="1689"/>
                    </a:cubicBezTo>
                    <a:cubicBezTo>
                      <a:pt x="2769" y="1690"/>
                      <a:pt x="2768" y="1692"/>
                      <a:pt x="2766" y="1693"/>
                    </a:cubicBezTo>
                    <a:cubicBezTo>
                      <a:pt x="2761" y="1694"/>
                      <a:pt x="2762" y="1698"/>
                      <a:pt x="2763" y="1702"/>
                    </a:cubicBezTo>
                    <a:cubicBezTo>
                      <a:pt x="2764" y="1703"/>
                      <a:pt x="2764" y="1704"/>
                      <a:pt x="2763" y="1705"/>
                    </a:cubicBezTo>
                    <a:cubicBezTo>
                      <a:pt x="2763" y="1706"/>
                      <a:pt x="2762" y="1706"/>
                      <a:pt x="2761" y="1707"/>
                    </a:cubicBezTo>
                    <a:cubicBezTo>
                      <a:pt x="2760" y="1707"/>
                      <a:pt x="2760" y="1710"/>
                      <a:pt x="2760" y="1712"/>
                    </a:cubicBezTo>
                    <a:cubicBezTo>
                      <a:pt x="2761" y="1713"/>
                      <a:pt x="2761" y="1715"/>
                      <a:pt x="2759" y="1716"/>
                    </a:cubicBezTo>
                    <a:cubicBezTo>
                      <a:pt x="2758" y="1716"/>
                      <a:pt x="2757" y="1716"/>
                      <a:pt x="2756" y="1716"/>
                    </a:cubicBezTo>
                    <a:cubicBezTo>
                      <a:pt x="2755" y="1716"/>
                      <a:pt x="2754" y="1717"/>
                      <a:pt x="2753" y="1717"/>
                    </a:cubicBezTo>
                    <a:cubicBezTo>
                      <a:pt x="2752" y="1718"/>
                      <a:pt x="2750" y="1717"/>
                      <a:pt x="2749" y="1718"/>
                    </a:cubicBezTo>
                    <a:cubicBezTo>
                      <a:pt x="2747" y="1719"/>
                      <a:pt x="2745" y="1719"/>
                      <a:pt x="2743" y="1718"/>
                    </a:cubicBezTo>
                    <a:cubicBezTo>
                      <a:pt x="2741" y="1717"/>
                      <a:pt x="2739" y="1716"/>
                      <a:pt x="2737" y="1717"/>
                    </a:cubicBezTo>
                    <a:cubicBezTo>
                      <a:pt x="2736" y="1717"/>
                      <a:pt x="2735" y="1717"/>
                      <a:pt x="2734" y="1717"/>
                    </a:cubicBezTo>
                    <a:cubicBezTo>
                      <a:pt x="2734" y="1717"/>
                      <a:pt x="2733" y="1717"/>
                      <a:pt x="2733" y="1717"/>
                    </a:cubicBezTo>
                    <a:cubicBezTo>
                      <a:pt x="2732" y="1717"/>
                      <a:pt x="2730" y="1717"/>
                      <a:pt x="2729" y="1716"/>
                    </a:cubicBezTo>
                    <a:cubicBezTo>
                      <a:pt x="2728" y="1714"/>
                      <a:pt x="2728" y="1713"/>
                      <a:pt x="2727" y="1711"/>
                    </a:cubicBezTo>
                    <a:cubicBezTo>
                      <a:pt x="2726" y="1710"/>
                      <a:pt x="2724" y="1709"/>
                      <a:pt x="2723" y="1708"/>
                    </a:cubicBezTo>
                    <a:cubicBezTo>
                      <a:pt x="2721" y="1707"/>
                      <a:pt x="2720" y="1705"/>
                      <a:pt x="2720" y="1703"/>
                    </a:cubicBezTo>
                    <a:cubicBezTo>
                      <a:pt x="2720" y="1701"/>
                      <a:pt x="2721" y="1698"/>
                      <a:pt x="2721" y="1696"/>
                    </a:cubicBezTo>
                    <a:cubicBezTo>
                      <a:pt x="2720" y="1692"/>
                      <a:pt x="2716" y="1698"/>
                      <a:pt x="2715" y="1699"/>
                    </a:cubicBezTo>
                    <a:cubicBezTo>
                      <a:pt x="2713" y="1703"/>
                      <a:pt x="2713" y="1707"/>
                      <a:pt x="2712" y="1711"/>
                    </a:cubicBezTo>
                    <a:cubicBezTo>
                      <a:pt x="2712" y="1713"/>
                      <a:pt x="2712" y="1717"/>
                      <a:pt x="2710" y="1717"/>
                    </a:cubicBezTo>
                    <a:cubicBezTo>
                      <a:pt x="2708" y="1718"/>
                      <a:pt x="2706" y="1716"/>
                      <a:pt x="2705" y="1718"/>
                    </a:cubicBezTo>
                    <a:cubicBezTo>
                      <a:pt x="2704" y="1720"/>
                      <a:pt x="2704" y="1723"/>
                      <a:pt x="2704" y="1725"/>
                    </a:cubicBezTo>
                    <a:cubicBezTo>
                      <a:pt x="2703" y="1727"/>
                      <a:pt x="2704" y="1729"/>
                      <a:pt x="2704" y="1732"/>
                    </a:cubicBezTo>
                    <a:cubicBezTo>
                      <a:pt x="2704" y="1733"/>
                      <a:pt x="2702" y="1734"/>
                      <a:pt x="2701" y="1735"/>
                    </a:cubicBezTo>
                    <a:cubicBezTo>
                      <a:pt x="2699" y="1736"/>
                      <a:pt x="2699" y="1737"/>
                      <a:pt x="2697" y="1738"/>
                    </a:cubicBezTo>
                    <a:cubicBezTo>
                      <a:pt x="2694" y="1738"/>
                      <a:pt x="2693" y="1739"/>
                      <a:pt x="2691" y="1741"/>
                    </a:cubicBezTo>
                    <a:cubicBezTo>
                      <a:pt x="2689" y="1742"/>
                      <a:pt x="2688" y="1742"/>
                      <a:pt x="2686" y="1743"/>
                    </a:cubicBezTo>
                    <a:cubicBezTo>
                      <a:pt x="2684" y="1743"/>
                      <a:pt x="2681" y="1743"/>
                      <a:pt x="2680" y="1745"/>
                    </a:cubicBezTo>
                    <a:cubicBezTo>
                      <a:pt x="2678" y="1746"/>
                      <a:pt x="2678" y="1748"/>
                      <a:pt x="2677" y="1750"/>
                    </a:cubicBezTo>
                    <a:cubicBezTo>
                      <a:pt x="2675" y="1752"/>
                      <a:pt x="2672" y="1753"/>
                      <a:pt x="2670" y="1755"/>
                    </a:cubicBezTo>
                    <a:cubicBezTo>
                      <a:pt x="2668" y="1757"/>
                      <a:pt x="2665" y="1756"/>
                      <a:pt x="2662" y="1756"/>
                    </a:cubicBezTo>
                    <a:cubicBezTo>
                      <a:pt x="2661" y="1756"/>
                      <a:pt x="2660" y="1757"/>
                      <a:pt x="2659" y="1757"/>
                    </a:cubicBezTo>
                    <a:cubicBezTo>
                      <a:pt x="2657" y="1756"/>
                      <a:pt x="2655" y="1755"/>
                      <a:pt x="2654" y="1755"/>
                    </a:cubicBezTo>
                    <a:cubicBezTo>
                      <a:pt x="2653" y="1754"/>
                      <a:pt x="2652" y="1754"/>
                      <a:pt x="2651" y="1754"/>
                    </a:cubicBezTo>
                    <a:cubicBezTo>
                      <a:pt x="2650" y="1753"/>
                      <a:pt x="2648" y="1753"/>
                      <a:pt x="2647" y="1752"/>
                    </a:cubicBezTo>
                    <a:cubicBezTo>
                      <a:pt x="2644" y="1751"/>
                      <a:pt x="2641" y="1751"/>
                      <a:pt x="2639" y="1749"/>
                    </a:cubicBezTo>
                    <a:cubicBezTo>
                      <a:pt x="2636" y="1747"/>
                      <a:pt x="2633" y="1746"/>
                      <a:pt x="2631" y="1744"/>
                    </a:cubicBezTo>
                    <a:cubicBezTo>
                      <a:pt x="2626" y="1739"/>
                      <a:pt x="2621" y="1736"/>
                      <a:pt x="2615" y="1732"/>
                    </a:cubicBezTo>
                    <a:cubicBezTo>
                      <a:pt x="2610" y="1729"/>
                      <a:pt x="2607" y="1725"/>
                      <a:pt x="2601" y="1722"/>
                    </a:cubicBezTo>
                    <a:cubicBezTo>
                      <a:pt x="2598" y="1720"/>
                      <a:pt x="2595" y="1716"/>
                      <a:pt x="2592" y="1713"/>
                    </a:cubicBezTo>
                    <a:cubicBezTo>
                      <a:pt x="2589" y="1711"/>
                      <a:pt x="2587" y="1708"/>
                      <a:pt x="2584" y="1706"/>
                    </a:cubicBezTo>
                    <a:cubicBezTo>
                      <a:pt x="2579" y="1703"/>
                      <a:pt x="2576" y="1699"/>
                      <a:pt x="2572" y="1696"/>
                    </a:cubicBezTo>
                    <a:cubicBezTo>
                      <a:pt x="2566" y="1693"/>
                      <a:pt x="2562" y="1689"/>
                      <a:pt x="2557" y="1685"/>
                    </a:cubicBezTo>
                    <a:cubicBezTo>
                      <a:pt x="2555" y="1684"/>
                      <a:pt x="2553" y="1682"/>
                      <a:pt x="2552" y="1680"/>
                    </a:cubicBezTo>
                    <a:cubicBezTo>
                      <a:pt x="2549" y="1678"/>
                      <a:pt x="2546" y="1677"/>
                      <a:pt x="2544" y="1675"/>
                    </a:cubicBezTo>
                    <a:cubicBezTo>
                      <a:pt x="2542" y="1673"/>
                      <a:pt x="2540" y="1672"/>
                      <a:pt x="2538" y="1670"/>
                    </a:cubicBezTo>
                    <a:cubicBezTo>
                      <a:pt x="2536" y="1667"/>
                      <a:pt x="2534" y="1665"/>
                      <a:pt x="2532" y="1663"/>
                    </a:cubicBezTo>
                    <a:cubicBezTo>
                      <a:pt x="2528" y="1659"/>
                      <a:pt x="2525" y="1654"/>
                      <a:pt x="2523" y="1650"/>
                    </a:cubicBezTo>
                    <a:cubicBezTo>
                      <a:pt x="2521" y="1646"/>
                      <a:pt x="2517" y="1644"/>
                      <a:pt x="2515" y="1640"/>
                    </a:cubicBezTo>
                    <a:cubicBezTo>
                      <a:pt x="2512" y="1636"/>
                      <a:pt x="2511" y="1632"/>
                      <a:pt x="2508" y="1629"/>
                    </a:cubicBezTo>
                    <a:cubicBezTo>
                      <a:pt x="2505" y="1624"/>
                      <a:pt x="2501" y="1621"/>
                      <a:pt x="2498" y="1616"/>
                    </a:cubicBezTo>
                    <a:cubicBezTo>
                      <a:pt x="2495" y="1611"/>
                      <a:pt x="2494" y="1606"/>
                      <a:pt x="2492" y="1601"/>
                    </a:cubicBezTo>
                    <a:cubicBezTo>
                      <a:pt x="2490" y="1594"/>
                      <a:pt x="2484" y="1589"/>
                      <a:pt x="2483" y="1581"/>
                    </a:cubicBezTo>
                    <a:cubicBezTo>
                      <a:pt x="2482" y="1578"/>
                      <a:pt x="2482" y="1573"/>
                      <a:pt x="2480" y="1570"/>
                    </a:cubicBezTo>
                    <a:cubicBezTo>
                      <a:pt x="2478" y="1568"/>
                      <a:pt x="2476" y="1569"/>
                      <a:pt x="2475" y="1572"/>
                    </a:cubicBezTo>
                    <a:cubicBezTo>
                      <a:pt x="2474" y="1574"/>
                      <a:pt x="2475" y="1578"/>
                      <a:pt x="2473" y="1581"/>
                    </a:cubicBezTo>
                    <a:cubicBezTo>
                      <a:pt x="2471" y="1583"/>
                      <a:pt x="2467" y="1583"/>
                      <a:pt x="2464" y="1583"/>
                    </a:cubicBezTo>
                    <a:cubicBezTo>
                      <a:pt x="2462" y="1582"/>
                      <a:pt x="2458" y="1582"/>
                      <a:pt x="2457" y="1585"/>
                    </a:cubicBezTo>
                    <a:cubicBezTo>
                      <a:pt x="2457" y="1587"/>
                      <a:pt x="2460" y="1590"/>
                      <a:pt x="2461" y="1592"/>
                    </a:cubicBezTo>
                    <a:cubicBezTo>
                      <a:pt x="2464" y="1596"/>
                      <a:pt x="2468" y="1600"/>
                      <a:pt x="2474" y="1601"/>
                    </a:cubicBezTo>
                    <a:cubicBezTo>
                      <a:pt x="2476" y="1601"/>
                      <a:pt x="2477" y="1600"/>
                      <a:pt x="2479" y="1600"/>
                    </a:cubicBezTo>
                    <a:cubicBezTo>
                      <a:pt x="2482" y="1600"/>
                      <a:pt x="2483" y="1601"/>
                      <a:pt x="2485" y="1603"/>
                    </a:cubicBezTo>
                    <a:cubicBezTo>
                      <a:pt x="2487" y="1605"/>
                      <a:pt x="2488" y="1607"/>
                      <a:pt x="2489" y="1610"/>
                    </a:cubicBezTo>
                    <a:cubicBezTo>
                      <a:pt x="2491" y="1614"/>
                      <a:pt x="2492" y="1619"/>
                      <a:pt x="2492" y="1624"/>
                    </a:cubicBezTo>
                    <a:cubicBezTo>
                      <a:pt x="2492" y="1628"/>
                      <a:pt x="2493" y="1633"/>
                      <a:pt x="2494" y="1637"/>
                    </a:cubicBezTo>
                    <a:cubicBezTo>
                      <a:pt x="2495" y="1641"/>
                      <a:pt x="2495" y="1644"/>
                      <a:pt x="2495" y="1647"/>
                    </a:cubicBezTo>
                    <a:cubicBezTo>
                      <a:pt x="2496" y="1650"/>
                      <a:pt x="2498" y="1651"/>
                      <a:pt x="2501" y="1651"/>
                    </a:cubicBezTo>
                    <a:cubicBezTo>
                      <a:pt x="2505" y="1651"/>
                      <a:pt x="2504" y="1647"/>
                      <a:pt x="2503" y="1644"/>
                    </a:cubicBezTo>
                    <a:cubicBezTo>
                      <a:pt x="2503" y="1642"/>
                      <a:pt x="2503" y="1640"/>
                      <a:pt x="2504" y="1639"/>
                    </a:cubicBezTo>
                    <a:cubicBezTo>
                      <a:pt x="2505" y="1637"/>
                      <a:pt x="2506" y="1638"/>
                      <a:pt x="2508" y="1639"/>
                    </a:cubicBezTo>
                    <a:cubicBezTo>
                      <a:pt x="2511" y="1640"/>
                      <a:pt x="2512" y="1644"/>
                      <a:pt x="2514" y="1646"/>
                    </a:cubicBezTo>
                    <a:cubicBezTo>
                      <a:pt x="2516" y="1649"/>
                      <a:pt x="2516" y="1652"/>
                      <a:pt x="2518" y="1655"/>
                    </a:cubicBezTo>
                    <a:cubicBezTo>
                      <a:pt x="2519" y="1658"/>
                      <a:pt x="2522" y="1660"/>
                      <a:pt x="2524" y="1662"/>
                    </a:cubicBezTo>
                    <a:cubicBezTo>
                      <a:pt x="2527" y="1665"/>
                      <a:pt x="2530" y="1668"/>
                      <a:pt x="2533" y="1671"/>
                    </a:cubicBezTo>
                    <a:cubicBezTo>
                      <a:pt x="2535" y="1673"/>
                      <a:pt x="2537" y="1675"/>
                      <a:pt x="2539" y="1677"/>
                    </a:cubicBezTo>
                    <a:cubicBezTo>
                      <a:pt x="2541" y="1678"/>
                      <a:pt x="2542" y="1680"/>
                      <a:pt x="2544" y="1682"/>
                    </a:cubicBezTo>
                    <a:cubicBezTo>
                      <a:pt x="2545" y="1683"/>
                      <a:pt x="2547" y="1685"/>
                      <a:pt x="2549" y="1686"/>
                    </a:cubicBezTo>
                    <a:cubicBezTo>
                      <a:pt x="2551" y="1687"/>
                      <a:pt x="2553" y="1687"/>
                      <a:pt x="2555" y="1688"/>
                    </a:cubicBezTo>
                    <a:cubicBezTo>
                      <a:pt x="2557" y="1688"/>
                      <a:pt x="2558" y="1690"/>
                      <a:pt x="2560" y="1691"/>
                    </a:cubicBezTo>
                    <a:cubicBezTo>
                      <a:pt x="2562" y="1692"/>
                      <a:pt x="2565" y="1694"/>
                      <a:pt x="2566" y="1696"/>
                    </a:cubicBezTo>
                    <a:cubicBezTo>
                      <a:pt x="2568" y="1699"/>
                      <a:pt x="2570" y="1701"/>
                      <a:pt x="2574" y="1704"/>
                    </a:cubicBezTo>
                    <a:cubicBezTo>
                      <a:pt x="2578" y="1706"/>
                      <a:pt x="2581" y="1708"/>
                      <a:pt x="2585" y="1711"/>
                    </a:cubicBezTo>
                    <a:cubicBezTo>
                      <a:pt x="2590" y="1716"/>
                      <a:pt x="2593" y="1720"/>
                      <a:pt x="2596" y="1726"/>
                    </a:cubicBezTo>
                    <a:cubicBezTo>
                      <a:pt x="2597" y="1727"/>
                      <a:pt x="2599" y="1729"/>
                      <a:pt x="2600" y="1730"/>
                    </a:cubicBezTo>
                    <a:cubicBezTo>
                      <a:pt x="2601" y="1731"/>
                      <a:pt x="2602" y="1732"/>
                      <a:pt x="2604" y="1733"/>
                    </a:cubicBezTo>
                    <a:cubicBezTo>
                      <a:pt x="2608" y="1735"/>
                      <a:pt x="2612" y="1738"/>
                      <a:pt x="2616" y="1740"/>
                    </a:cubicBezTo>
                    <a:cubicBezTo>
                      <a:pt x="2620" y="1741"/>
                      <a:pt x="2623" y="1744"/>
                      <a:pt x="2625" y="1748"/>
                    </a:cubicBezTo>
                    <a:cubicBezTo>
                      <a:pt x="2626" y="1750"/>
                      <a:pt x="2626" y="1753"/>
                      <a:pt x="2628" y="1755"/>
                    </a:cubicBezTo>
                    <a:cubicBezTo>
                      <a:pt x="2631" y="1756"/>
                      <a:pt x="2633" y="1756"/>
                      <a:pt x="2635" y="1758"/>
                    </a:cubicBezTo>
                    <a:cubicBezTo>
                      <a:pt x="2637" y="1759"/>
                      <a:pt x="2639" y="1760"/>
                      <a:pt x="2641" y="1761"/>
                    </a:cubicBezTo>
                    <a:cubicBezTo>
                      <a:pt x="2643" y="1762"/>
                      <a:pt x="2646" y="1764"/>
                      <a:pt x="2646" y="1766"/>
                    </a:cubicBezTo>
                    <a:cubicBezTo>
                      <a:pt x="2646" y="1768"/>
                      <a:pt x="2643" y="1768"/>
                      <a:pt x="2642" y="1768"/>
                    </a:cubicBezTo>
                    <a:cubicBezTo>
                      <a:pt x="2639" y="1769"/>
                      <a:pt x="2637" y="1770"/>
                      <a:pt x="2634" y="1769"/>
                    </a:cubicBezTo>
                    <a:cubicBezTo>
                      <a:pt x="2632" y="1768"/>
                      <a:pt x="2630" y="1767"/>
                      <a:pt x="2628" y="1766"/>
                    </a:cubicBezTo>
                    <a:cubicBezTo>
                      <a:pt x="2626" y="1764"/>
                      <a:pt x="2624" y="1764"/>
                      <a:pt x="2621" y="1764"/>
                    </a:cubicBezTo>
                    <a:cubicBezTo>
                      <a:pt x="2620" y="1764"/>
                      <a:pt x="2620" y="1764"/>
                      <a:pt x="2619" y="1764"/>
                    </a:cubicBezTo>
                    <a:cubicBezTo>
                      <a:pt x="2616" y="1764"/>
                      <a:pt x="2613" y="1763"/>
                      <a:pt x="2610" y="1763"/>
                    </a:cubicBezTo>
                    <a:cubicBezTo>
                      <a:pt x="2608" y="1762"/>
                      <a:pt x="2606" y="1760"/>
                      <a:pt x="2603" y="1759"/>
                    </a:cubicBezTo>
                    <a:cubicBezTo>
                      <a:pt x="2600" y="1758"/>
                      <a:pt x="2596" y="1759"/>
                      <a:pt x="2593" y="1759"/>
                    </a:cubicBezTo>
                    <a:cubicBezTo>
                      <a:pt x="2590" y="1759"/>
                      <a:pt x="2586" y="1760"/>
                      <a:pt x="2583" y="1761"/>
                    </a:cubicBezTo>
                    <a:cubicBezTo>
                      <a:pt x="2579" y="1761"/>
                      <a:pt x="2576" y="1760"/>
                      <a:pt x="2572" y="1758"/>
                    </a:cubicBezTo>
                    <a:cubicBezTo>
                      <a:pt x="2570" y="1756"/>
                      <a:pt x="2568" y="1758"/>
                      <a:pt x="2565" y="1760"/>
                    </a:cubicBezTo>
                    <a:cubicBezTo>
                      <a:pt x="2563" y="1762"/>
                      <a:pt x="2561" y="1762"/>
                      <a:pt x="2558" y="1762"/>
                    </a:cubicBezTo>
                    <a:cubicBezTo>
                      <a:pt x="2555" y="1762"/>
                      <a:pt x="2549" y="1761"/>
                      <a:pt x="2552" y="1758"/>
                    </a:cubicBezTo>
                    <a:cubicBezTo>
                      <a:pt x="2554" y="1755"/>
                      <a:pt x="2556" y="1755"/>
                      <a:pt x="2556" y="1752"/>
                    </a:cubicBezTo>
                    <a:cubicBezTo>
                      <a:pt x="2556" y="1748"/>
                      <a:pt x="2556" y="1744"/>
                      <a:pt x="2557" y="1741"/>
                    </a:cubicBezTo>
                    <a:cubicBezTo>
                      <a:pt x="2557" y="1739"/>
                      <a:pt x="2558" y="1738"/>
                      <a:pt x="2559" y="1738"/>
                    </a:cubicBezTo>
                    <a:cubicBezTo>
                      <a:pt x="2560" y="1737"/>
                      <a:pt x="2562" y="1737"/>
                      <a:pt x="2563" y="1736"/>
                    </a:cubicBezTo>
                    <a:cubicBezTo>
                      <a:pt x="2563" y="1735"/>
                      <a:pt x="2564" y="1734"/>
                      <a:pt x="2565" y="1733"/>
                    </a:cubicBezTo>
                    <a:cubicBezTo>
                      <a:pt x="2566" y="1732"/>
                      <a:pt x="2567" y="1730"/>
                      <a:pt x="2567" y="1729"/>
                    </a:cubicBezTo>
                    <a:cubicBezTo>
                      <a:pt x="2567" y="1727"/>
                      <a:pt x="2568" y="1726"/>
                      <a:pt x="2568" y="1725"/>
                    </a:cubicBezTo>
                    <a:cubicBezTo>
                      <a:pt x="2568" y="1724"/>
                      <a:pt x="2569" y="1723"/>
                      <a:pt x="2569" y="1722"/>
                    </a:cubicBezTo>
                    <a:cubicBezTo>
                      <a:pt x="2568" y="1720"/>
                      <a:pt x="2567" y="1718"/>
                      <a:pt x="2566" y="1717"/>
                    </a:cubicBezTo>
                    <a:cubicBezTo>
                      <a:pt x="2565" y="1715"/>
                      <a:pt x="2564" y="1713"/>
                      <a:pt x="2563" y="1711"/>
                    </a:cubicBezTo>
                    <a:cubicBezTo>
                      <a:pt x="2561" y="1710"/>
                      <a:pt x="2559" y="1708"/>
                      <a:pt x="2558" y="1706"/>
                    </a:cubicBezTo>
                    <a:cubicBezTo>
                      <a:pt x="2557" y="1704"/>
                      <a:pt x="2556" y="1702"/>
                      <a:pt x="2554" y="1700"/>
                    </a:cubicBezTo>
                    <a:cubicBezTo>
                      <a:pt x="2553" y="1698"/>
                      <a:pt x="2550" y="1697"/>
                      <a:pt x="2548" y="1695"/>
                    </a:cubicBezTo>
                    <a:cubicBezTo>
                      <a:pt x="2546" y="1693"/>
                      <a:pt x="2544" y="1692"/>
                      <a:pt x="2542" y="1690"/>
                    </a:cubicBezTo>
                    <a:cubicBezTo>
                      <a:pt x="2540" y="1688"/>
                      <a:pt x="2539" y="1688"/>
                      <a:pt x="2537" y="1688"/>
                    </a:cubicBezTo>
                    <a:cubicBezTo>
                      <a:pt x="2535" y="1688"/>
                      <a:pt x="2534" y="1687"/>
                      <a:pt x="2532" y="1687"/>
                    </a:cubicBezTo>
                    <a:cubicBezTo>
                      <a:pt x="2528" y="1686"/>
                      <a:pt x="2518" y="1689"/>
                      <a:pt x="2517" y="1683"/>
                    </a:cubicBezTo>
                    <a:cubicBezTo>
                      <a:pt x="2516" y="1681"/>
                      <a:pt x="2518" y="1678"/>
                      <a:pt x="2515" y="1678"/>
                    </a:cubicBezTo>
                    <a:cubicBezTo>
                      <a:pt x="2514" y="1678"/>
                      <a:pt x="2512" y="1678"/>
                      <a:pt x="2512" y="1679"/>
                    </a:cubicBezTo>
                    <a:cubicBezTo>
                      <a:pt x="2510" y="1680"/>
                      <a:pt x="2509" y="1681"/>
                      <a:pt x="2508" y="1682"/>
                    </a:cubicBezTo>
                    <a:cubicBezTo>
                      <a:pt x="2506" y="1683"/>
                      <a:pt x="2504" y="1680"/>
                      <a:pt x="2505" y="1678"/>
                    </a:cubicBezTo>
                    <a:cubicBezTo>
                      <a:pt x="2507" y="1675"/>
                      <a:pt x="2511" y="1675"/>
                      <a:pt x="2512" y="1671"/>
                    </a:cubicBezTo>
                    <a:cubicBezTo>
                      <a:pt x="2513" y="1671"/>
                      <a:pt x="2513" y="1669"/>
                      <a:pt x="2512" y="1668"/>
                    </a:cubicBezTo>
                    <a:cubicBezTo>
                      <a:pt x="2511" y="1668"/>
                      <a:pt x="2509" y="1669"/>
                      <a:pt x="2508" y="1669"/>
                    </a:cubicBezTo>
                    <a:cubicBezTo>
                      <a:pt x="2507" y="1670"/>
                      <a:pt x="2506" y="1670"/>
                      <a:pt x="2505" y="1671"/>
                    </a:cubicBezTo>
                    <a:cubicBezTo>
                      <a:pt x="2504" y="1671"/>
                      <a:pt x="2503" y="1672"/>
                      <a:pt x="2502" y="1672"/>
                    </a:cubicBezTo>
                    <a:cubicBezTo>
                      <a:pt x="2501" y="1672"/>
                      <a:pt x="2500" y="1672"/>
                      <a:pt x="2499" y="1672"/>
                    </a:cubicBezTo>
                    <a:cubicBezTo>
                      <a:pt x="2499" y="1673"/>
                      <a:pt x="2498" y="1673"/>
                      <a:pt x="2497" y="1674"/>
                    </a:cubicBezTo>
                    <a:cubicBezTo>
                      <a:pt x="2497" y="1674"/>
                      <a:pt x="2496" y="1674"/>
                      <a:pt x="2496" y="1674"/>
                    </a:cubicBezTo>
                    <a:cubicBezTo>
                      <a:pt x="2495" y="1675"/>
                      <a:pt x="2493" y="1677"/>
                      <a:pt x="2492" y="1677"/>
                    </a:cubicBezTo>
                    <a:cubicBezTo>
                      <a:pt x="2490" y="1678"/>
                      <a:pt x="2488" y="1677"/>
                      <a:pt x="2487" y="1678"/>
                    </a:cubicBezTo>
                    <a:cubicBezTo>
                      <a:pt x="2484" y="1680"/>
                      <a:pt x="2480" y="1683"/>
                      <a:pt x="2476" y="1682"/>
                    </a:cubicBezTo>
                    <a:cubicBezTo>
                      <a:pt x="2472" y="1682"/>
                      <a:pt x="2474" y="1678"/>
                      <a:pt x="2476" y="1677"/>
                    </a:cubicBezTo>
                    <a:cubicBezTo>
                      <a:pt x="2478" y="1676"/>
                      <a:pt x="2479" y="1676"/>
                      <a:pt x="2480" y="1675"/>
                    </a:cubicBezTo>
                    <a:cubicBezTo>
                      <a:pt x="2481" y="1675"/>
                      <a:pt x="2481" y="1675"/>
                      <a:pt x="2481" y="1674"/>
                    </a:cubicBezTo>
                    <a:cubicBezTo>
                      <a:pt x="2482" y="1674"/>
                      <a:pt x="2482" y="1674"/>
                      <a:pt x="2482" y="1674"/>
                    </a:cubicBezTo>
                    <a:cubicBezTo>
                      <a:pt x="2484" y="1673"/>
                      <a:pt x="2483" y="1671"/>
                      <a:pt x="2484" y="1670"/>
                    </a:cubicBezTo>
                    <a:cubicBezTo>
                      <a:pt x="2485" y="1666"/>
                      <a:pt x="2490" y="1667"/>
                      <a:pt x="2491" y="1663"/>
                    </a:cubicBezTo>
                    <a:cubicBezTo>
                      <a:pt x="2491" y="1662"/>
                      <a:pt x="2490" y="1661"/>
                      <a:pt x="2489" y="1661"/>
                    </a:cubicBezTo>
                    <a:cubicBezTo>
                      <a:pt x="2489" y="1661"/>
                      <a:pt x="2489" y="1661"/>
                      <a:pt x="2488" y="1661"/>
                    </a:cubicBezTo>
                    <a:cubicBezTo>
                      <a:pt x="2488" y="1661"/>
                      <a:pt x="2488" y="1661"/>
                      <a:pt x="2488" y="1660"/>
                    </a:cubicBezTo>
                    <a:cubicBezTo>
                      <a:pt x="2487" y="1660"/>
                      <a:pt x="2486" y="1659"/>
                      <a:pt x="2485" y="1658"/>
                    </a:cubicBezTo>
                    <a:cubicBezTo>
                      <a:pt x="2484" y="1656"/>
                      <a:pt x="2486" y="1655"/>
                      <a:pt x="2484" y="1654"/>
                    </a:cubicBezTo>
                    <a:cubicBezTo>
                      <a:pt x="2483" y="1653"/>
                      <a:pt x="2481" y="1653"/>
                      <a:pt x="2480" y="1653"/>
                    </a:cubicBezTo>
                    <a:cubicBezTo>
                      <a:pt x="2479" y="1654"/>
                      <a:pt x="2479" y="1656"/>
                      <a:pt x="2478" y="1657"/>
                    </a:cubicBezTo>
                    <a:cubicBezTo>
                      <a:pt x="2476" y="1659"/>
                      <a:pt x="2471" y="1661"/>
                      <a:pt x="2469" y="1660"/>
                    </a:cubicBezTo>
                    <a:cubicBezTo>
                      <a:pt x="2466" y="1659"/>
                      <a:pt x="2466" y="1654"/>
                      <a:pt x="2467" y="1652"/>
                    </a:cubicBezTo>
                    <a:cubicBezTo>
                      <a:pt x="2467" y="1648"/>
                      <a:pt x="2471" y="1649"/>
                      <a:pt x="2474" y="1648"/>
                    </a:cubicBezTo>
                    <a:cubicBezTo>
                      <a:pt x="2477" y="1647"/>
                      <a:pt x="2479" y="1644"/>
                      <a:pt x="2479" y="1641"/>
                    </a:cubicBezTo>
                    <a:cubicBezTo>
                      <a:pt x="2479" y="1637"/>
                      <a:pt x="2476" y="1638"/>
                      <a:pt x="2473" y="1638"/>
                    </a:cubicBezTo>
                    <a:cubicBezTo>
                      <a:pt x="2472" y="1639"/>
                      <a:pt x="2470" y="1639"/>
                      <a:pt x="2469" y="1640"/>
                    </a:cubicBezTo>
                    <a:cubicBezTo>
                      <a:pt x="2467" y="1640"/>
                      <a:pt x="2466" y="1639"/>
                      <a:pt x="2465" y="1640"/>
                    </a:cubicBezTo>
                    <a:cubicBezTo>
                      <a:pt x="2462" y="1641"/>
                      <a:pt x="2461" y="1643"/>
                      <a:pt x="2459" y="1646"/>
                    </a:cubicBezTo>
                    <a:cubicBezTo>
                      <a:pt x="2458" y="1649"/>
                      <a:pt x="2456" y="1651"/>
                      <a:pt x="2455" y="1654"/>
                    </a:cubicBezTo>
                    <a:cubicBezTo>
                      <a:pt x="2453" y="1658"/>
                      <a:pt x="2452" y="1662"/>
                      <a:pt x="2449" y="1664"/>
                    </a:cubicBezTo>
                    <a:cubicBezTo>
                      <a:pt x="2446" y="1667"/>
                      <a:pt x="2443" y="1668"/>
                      <a:pt x="2440" y="1671"/>
                    </a:cubicBezTo>
                    <a:cubicBezTo>
                      <a:pt x="2438" y="1673"/>
                      <a:pt x="2436" y="1676"/>
                      <a:pt x="2433" y="1678"/>
                    </a:cubicBezTo>
                    <a:cubicBezTo>
                      <a:pt x="2431" y="1678"/>
                      <a:pt x="2427" y="1680"/>
                      <a:pt x="2428" y="1677"/>
                    </a:cubicBezTo>
                    <a:cubicBezTo>
                      <a:pt x="2428" y="1674"/>
                      <a:pt x="2431" y="1671"/>
                      <a:pt x="2434" y="1669"/>
                    </a:cubicBezTo>
                    <a:cubicBezTo>
                      <a:pt x="2436" y="1668"/>
                      <a:pt x="2438" y="1667"/>
                      <a:pt x="2440" y="1665"/>
                    </a:cubicBezTo>
                    <a:cubicBezTo>
                      <a:pt x="2441" y="1663"/>
                      <a:pt x="2442" y="1660"/>
                      <a:pt x="2442" y="1658"/>
                    </a:cubicBezTo>
                    <a:cubicBezTo>
                      <a:pt x="2441" y="1655"/>
                      <a:pt x="2441" y="1653"/>
                      <a:pt x="2442" y="1651"/>
                    </a:cubicBezTo>
                    <a:cubicBezTo>
                      <a:pt x="2443" y="1648"/>
                      <a:pt x="2445" y="1647"/>
                      <a:pt x="2447" y="1645"/>
                    </a:cubicBezTo>
                    <a:cubicBezTo>
                      <a:pt x="2449" y="1644"/>
                      <a:pt x="2451" y="1642"/>
                      <a:pt x="2453" y="1639"/>
                    </a:cubicBezTo>
                    <a:cubicBezTo>
                      <a:pt x="2454" y="1637"/>
                      <a:pt x="2456" y="1633"/>
                      <a:pt x="2455" y="1630"/>
                    </a:cubicBezTo>
                    <a:cubicBezTo>
                      <a:pt x="2454" y="1627"/>
                      <a:pt x="2450" y="1626"/>
                      <a:pt x="2447" y="1625"/>
                    </a:cubicBezTo>
                    <a:cubicBezTo>
                      <a:pt x="2444" y="1624"/>
                      <a:pt x="2441" y="1622"/>
                      <a:pt x="2439" y="1625"/>
                    </a:cubicBezTo>
                    <a:cubicBezTo>
                      <a:pt x="2437" y="1627"/>
                      <a:pt x="2437" y="1629"/>
                      <a:pt x="2439" y="1632"/>
                    </a:cubicBezTo>
                    <a:cubicBezTo>
                      <a:pt x="2440" y="1634"/>
                      <a:pt x="2441" y="1636"/>
                      <a:pt x="2438" y="1638"/>
                    </a:cubicBezTo>
                    <a:cubicBezTo>
                      <a:pt x="2436" y="1639"/>
                      <a:pt x="2433" y="1640"/>
                      <a:pt x="2432" y="1643"/>
                    </a:cubicBezTo>
                    <a:cubicBezTo>
                      <a:pt x="2431" y="1646"/>
                      <a:pt x="2431" y="1649"/>
                      <a:pt x="2430" y="1651"/>
                    </a:cubicBezTo>
                    <a:cubicBezTo>
                      <a:pt x="2428" y="1652"/>
                      <a:pt x="2429" y="1649"/>
                      <a:pt x="2427" y="1648"/>
                    </a:cubicBezTo>
                    <a:cubicBezTo>
                      <a:pt x="2426" y="1647"/>
                      <a:pt x="2426" y="1648"/>
                      <a:pt x="2425" y="1646"/>
                    </a:cubicBezTo>
                    <a:cubicBezTo>
                      <a:pt x="2425" y="1645"/>
                      <a:pt x="2425" y="1644"/>
                      <a:pt x="2425" y="1643"/>
                    </a:cubicBezTo>
                    <a:cubicBezTo>
                      <a:pt x="2425" y="1641"/>
                      <a:pt x="2424" y="1639"/>
                      <a:pt x="2422" y="1638"/>
                    </a:cubicBezTo>
                    <a:cubicBezTo>
                      <a:pt x="2418" y="1636"/>
                      <a:pt x="2419" y="1643"/>
                      <a:pt x="2419" y="1645"/>
                    </a:cubicBezTo>
                    <a:cubicBezTo>
                      <a:pt x="2418" y="1644"/>
                      <a:pt x="2417" y="1644"/>
                      <a:pt x="2416" y="1645"/>
                    </a:cubicBezTo>
                    <a:cubicBezTo>
                      <a:pt x="2416" y="1645"/>
                      <a:pt x="2415" y="1647"/>
                      <a:pt x="2414" y="1647"/>
                    </a:cubicBezTo>
                    <a:cubicBezTo>
                      <a:pt x="2413" y="1647"/>
                      <a:pt x="2413" y="1646"/>
                      <a:pt x="2412" y="1646"/>
                    </a:cubicBezTo>
                    <a:cubicBezTo>
                      <a:pt x="2411" y="1645"/>
                      <a:pt x="2409" y="1646"/>
                      <a:pt x="2408" y="1646"/>
                    </a:cubicBezTo>
                    <a:cubicBezTo>
                      <a:pt x="2406" y="1645"/>
                      <a:pt x="2409" y="1643"/>
                      <a:pt x="2410" y="1642"/>
                    </a:cubicBezTo>
                    <a:cubicBezTo>
                      <a:pt x="2410" y="1640"/>
                      <a:pt x="2410" y="1637"/>
                      <a:pt x="2410" y="1636"/>
                    </a:cubicBezTo>
                    <a:cubicBezTo>
                      <a:pt x="2410" y="1633"/>
                      <a:pt x="2409" y="1632"/>
                      <a:pt x="2407" y="1631"/>
                    </a:cubicBezTo>
                    <a:cubicBezTo>
                      <a:pt x="2405" y="1630"/>
                      <a:pt x="2402" y="1631"/>
                      <a:pt x="2400" y="1630"/>
                    </a:cubicBezTo>
                    <a:cubicBezTo>
                      <a:pt x="2398" y="1629"/>
                      <a:pt x="2399" y="1626"/>
                      <a:pt x="2400" y="1625"/>
                    </a:cubicBezTo>
                    <a:cubicBezTo>
                      <a:pt x="2401" y="1625"/>
                      <a:pt x="2403" y="1625"/>
                      <a:pt x="2403" y="1624"/>
                    </a:cubicBezTo>
                    <a:cubicBezTo>
                      <a:pt x="2403" y="1623"/>
                      <a:pt x="2403" y="1621"/>
                      <a:pt x="2402" y="1621"/>
                    </a:cubicBezTo>
                    <a:cubicBezTo>
                      <a:pt x="2401" y="1620"/>
                      <a:pt x="2397" y="1619"/>
                      <a:pt x="2395" y="1619"/>
                    </a:cubicBezTo>
                    <a:cubicBezTo>
                      <a:pt x="2393" y="1619"/>
                      <a:pt x="2391" y="1619"/>
                      <a:pt x="2391" y="1622"/>
                    </a:cubicBezTo>
                    <a:cubicBezTo>
                      <a:pt x="2389" y="1624"/>
                      <a:pt x="2383" y="1629"/>
                      <a:pt x="2382" y="1624"/>
                    </a:cubicBezTo>
                    <a:cubicBezTo>
                      <a:pt x="2382" y="1622"/>
                      <a:pt x="2384" y="1618"/>
                      <a:pt x="2381" y="1617"/>
                    </a:cubicBezTo>
                    <a:cubicBezTo>
                      <a:pt x="2379" y="1616"/>
                      <a:pt x="2377" y="1618"/>
                      <a:pt x="2376" y="1620"/>
                    </a:cubicBezTo>
                    <a:cubicBezTo>
                      <a:pt x="2376" y="1622"/>
                      <a:pt x="2376" y="1626"/>
                      <a:pt x="2374" y="1627"/>
                    </a:cubicBezTo>
                    <a:cubicBezTo>
                      <a:pt x="2373" y="1628"/>
                      <a:pt x="2371" y="1628"/>
                      <a:pt x="2369" y="1626"/>
                    </a:cubicBezTo>
                    <a:cubicBezTo>
                      <a:pt x="2368" y="1625"/>
                      <a:pt x="2368" y="1623"/>
                      <a:pt x="2367" y="1622"/>
                    </a:cubicBezTo>
                    <a:cubicBezTo>
                      <a:pt x="2365" y="1620"/>
                      <a:pt x="2363" y="1620"/>
                      <a:pt x="2360" y="1620"/>
                    </a:cubicBezTo>
                    <a:cubicBezTo>
                      <a:pt x="2358" y="1620"/>
                      <a:pt x="2356" y="1620"/>
                      <a:pt x="2354" y="1620"/>
                    </a:cubicBezTo>
                    <a:cubicBezTo>
                      <a:pt x="2353" y="1620"/>
                      <a:pt x="2346" y="1618"/>
                      <a:pt x="2346" y="1620"/>
                    </a:cubicBezTo>
                    <a:cubicBezTo>
                      <a:pt x="2345" y="1622"/>
                      <a:pt x="2354" y="1624"/>
                      <a:pt x="2356" y="1624"/>
                    </a:cubicBezTo>
                    <a:cubicBezTo>
                      <a:pt x="2358" y="1625"/>
                      <a:pt x="2361" y="1626"/>
                      <a:pt x="2363" y="1627"/>
                    </a:cubicBezTo>
                    <a:cubicBezTo>
                      <a:pt x="2366" y="1629"/>
                      <a:pt x="2367" y="1630"/>
                      <a:pt x="2368" y="1633"/>
                    </a:cubicBezTo>
                    <a:cubicBezTo>
                      <a:pt x="2368" y="1636"/>
                      <a:pt x="2369" y="1638"/>
                      <a:pt x="2369" y="1641"/>
                    </a:cubicBezTo>
                    <a:cubicBezTo>
                      <a:pt x="2368" y="1643"/>
                      <a:pt x="2366" y="1643"/>
                      <a:pt x="2364" y="1643"/>
                    </a:cubicBezTo>
                    <a:cubicBezTo>
                      <a:pt x="2361" y="1644"/>
                      <a:pt x="2359" y="1644"/>
                      <a:pt x="2357" y="1643"/>
                    </a:cubicBezTo>
                    <a:cubicBezTo>
                      <a:pt x="2355" y="1642"/>
                      <a:pt x="2352" y="1640"/>
                      <a:pt x="2354" y="1638"/>
                    </a:cubicBezTo>
                    <a:cubicBezTo>
                      <a:pt x="2356" y="1636"/>
                      <a:pt x="2359" y="1636"/>
                      <a:pt x="2360" y="1633"/>
                    </a:cubicBezTo>
                    <a:cubicBezTo>
                      <a:pt x="2361" y="1630"/>
                      <a:pt x="2360" y="1628"/>
                      <a:pt x="2357" y="1627"/>
                    </a:cubicBezTo>
                    <a:cubicBezTo>
                      <a:pt x="2354" y="1625"/>
                      <a:pt x="2351" y="1625"/>
                      <a:pt x="2347" y="1624"/>
                    </a:cubicBezTo>
                    <a:cubicBezTo>
                      <a:pt x="2345" y="1623"/>
                      <a:pt x="2343" y="1621"/>
                      <a:pt x="2341" y="1621"/>
                    </a:cubicBezTo>
                    <a:cubicBezTo>
                      <a:pt x="2339" y="1621"/>
                      <a:pt x="2338" y="1620"/>
                      <a:pt x="2336" y="1620"/>
                    </a:cubicBezTo>
                    <a:cubicBezTo>
                      <a:pt x="2335" y="1620"/>
                      <a:pt x="2334" y="1620"/>
                      <a:pt x="2333" y="1620"/>
                    </a:cubicBezTo>
                    <a:cubicBezTo>
                      <a:pt x="2329" y="1619"/>
                      <a:pt x="2331" y="1616"/>
                      <a:pt x="2333" y="1615"/>
                    </a:cubicBezTo>
                    <a:cubicBezTo>
                      <a:pt x="2335" y="1614"/>
                      <a:pt x="2338" y="1613"/>
                      <a:pt x="2339" y="1612"/>
                    </a:cubicBezTo>
                    <a:cubicBezTo>
                      <a:pt x="2340" y="1610"/>
                      <a:pt x="2340" y="1609"/>
                      <a:pt x="2338" y="1609"/>
                    </a:cubicBezTo>
                    <a:cubicBezTo>
                      <a:pt x="2337" y="1609"/>
                      <a:pt x="2336" y="1610"/>
                      <a:pt x="2334" y="1610"/>
                    </a:cubicBezTo>
                    <a:cubicBezTo>
                      <a:pt x="2333" y="1610"/>
                      <a:pt x="2332" y="1610"/>
                      <a:pt x="2331" y="1611"/>
                    </a:cubicBezTo>
                    <a:cubicBezTo>
                      <a:pt x="2330" y="1612"/>
                      <a:pt x="2330" y="1613"/>
                      <a:pt x="2329" y="1614"/>
                    </a:cubicBezTo>
                    <a:cubicBezTo>
                      <a:pt x="2327" y="1614"/>
                      <a:pt x="2325" y="1614"/>
                      <a:pt x="2324" y="1613"/>
                    </a:cubicBezTo>
                    <a:cubicBezTo>
                      <a:pt x="2323" y="1612"/>
                      <a:pt x="2322" y="1611"/>
                      <a:pt x="2321" y="1612"/>
                    </a:cubicBezTo>
                    <a:cubicBezTo>
                      <a:pt x="2320" y="1613"/>
                      <a:pt x="2319" y="1615"/>
                      <a:pt x="2319" y="1616"/>
                    </a:cubicBezTo>
                    <a:cubicBezTo>
                      <a:pt x="2319" y="1618"/>
                      <a:pt x="2319" y="1624"/>
                      <a:pt x="2317" y="1624"/>
                    </a:cubicBezTo>
                    <a:cubicBezTo>
                      <a:pt x="2315" y="1625"/>
                      <a:pt x="2314" y="1624"/>
                      <a:pt x="2313" y="1624"/>
                    </a:cubicBezTo>
                    <a:cubicBezTo>
                      <a:pt x="2312" y="1624"/>
                      <a:pt x="2310" y="1625"/>
                      <a:pt x="2309" y="1625"/>
                    </a:cubicBezTo>
                    <a:cubicBezTo>
                      <a:pt x="2306" y="1625"/>
                      <a:pt x="2306" y="1622"/>
                      <a:pt x="2304" y="1619"/>
                    </a:cubicBezTo>
                    <a:cubicBezTo>
                      <a:pt x="2302" y="1617"/>
                      <a:pt x="2299" y="1619"/>
                      <a:pt x="2296" y="1619"/>
                    </a:cubicBezTo>
                    <a:cubicBezTo>
                      <a:pt x="2295" y="1618"/>
                      <a:pt x="2294" y="1618"/>
                      <a:pt x="2294" y="1617"/>
                    </a:cubicBezTo>
                    <a:cubicBezTo>
                      <a:pt x="2293" y="1615"/>
                      <a:pt x="2292" y="1615"/>
                      <a:pt x="2290" y="1614"/>
                    </a:cubicBezTo>
                    <a:cubicBezTo>
                      <a:pt x="2290" y="1613"/>
                      <a:pt x="2290" y="1611"/>
                      <a:pt x="2291" y="1610"/>
                    </a:cubicBezTo>
                    <a:cubicBezTo>
                      <a:pt x="2291" y="1609"/>
                      <a:pt x="2293" y="1610"/>
                      <a:pt x="2294" y="1609"/>
                    </a:cubicBezTo>
                    <a:cubicBezTo>
                      <a:pt x="2295" y="1609"/>
                      <a:pt x="2296" y="1607"/>
                      <a:pt x="2296" y="1606"/>
                    </a:cubicBezTo>
                    <a:cubicBezTo>
                      <a:pt x="2297" y="1604"/>
                      <a:pt x="2297" y="1602"/>
                      <a:pt x="2295" y="1601"/>
                    </a:cubicBezTo>
                    <a:cubicBezTo>
                      <a:pt x="2294" y="1600"/>
                      <a:pt x="2291" y="1599"/>
                      <a:pt x="2290" y="1599"/>
                    </a:cubicBezTo>
                    <a:cubicBezTo>
                      <a:pt x="2287" y="1600"/>
                      <a:pt x="2285" y="1600"/>
                      <a:pt x="2284" y="1603"/>
                    </a:cubicBezTo>
                    <a:cubicBezTo>
                      <a:pt x="2285" y="1604"/>
                      <a:pt x="2285" y="1605"/>
                      <a:pt x="2286" y="1606"/>
                    </a:cubicBezTo>
                    <a:cubicBezTo>
                      <a:pt x="2286" y="1607"/>
                      <a:pt x="2286" y="1609"/>
                      <a:pt x="2285" y="1609"/>
                    </a:cubicBezTo>
                    <a:cubicBezTo>
                      <a:pt x="2284" y="1610"/>
                      <a:pt x="2282" y="1611"/>
                      <a:pt x="2280" y="1611"/>
                    </a:cubicBezTo>
                    <a:cubicBezTo>
                      <a:pt x="2278" y="1611"/>
                      <a:pt x="2277" y="1610"/>
                      <a:pt x="2275" y="1610"/>
                    </a:cubicBezTo>
                    <a:cubicBezTo>
                      <a:pt x="2272" y="1609"/>
                      <a:pt x="2271" y="1607"/>
                      <a:pt x="2269" y="1606"/>
                    </a:cubicBezTo>
                    <a:cubicBezTo>
                      <a:pt x="2268" y="1605"/>
                      <a:pt x="2267" y="1605"/>
                      <a:pt x="2265" y="1605"/>
                    </a:cubicBezTo>
                    <a:cubicBezTo>
                      <a:pt x="2264" y="1605"/>
                      <a:pt x="2263" y="1606"/>
                      <a:pt x="2262" y="1605"/>
                    </a:cubicBezTo>
                    <a:cubicBezTo>
                      <a:pt x="2259" y="1604"/>
                      <a:pt x="2261" y="1602"/>
                      <a:pt x="2263" y="1601"/>
                    </a:cubicBezTo>
                    <a:cubicBezTo>
                      <a:pt x="2265" y="1598"/>
                      <a:pt x="2263" y="1595"/>
                      <a:pt x="2262" y="1592"/>
                    </a:cubicBezTo>
                    <a:cubicBezTo>
                      <a:pt x="2264" y="1590"/>
                      <a:pt x="2265" y="1587"/>
                      <a:pt x="2268" y="1585"/>
                    </a:cubicBezTo>
                    <a:cubicBezTo>
                      <a:pt x="2271" y="1583"/>
                      <a:pt x="2276" y="1581"/>
                      <a:pt x="2279" y="1584"/>
                    </a:cubicBezTo>
                    <a:cubicBezTo>
                      <a:pt x="2281" y="1586"/>
                      <a:pt x="2282" y="1586"/>
                      <a:pt x="2284" y="1585"/>
                    </a:cubicBezTo>
                    <a:cubicBezTo>
                      <a:pt x="2286" y="1585"/>
                      <a:pt x="2286" y="1583"/>
                      <a:pt x="2288" y="1582"/>
                    </a:cubicBezTo>
                    <a:cubicBezTo>
                      <a:pt x="2289" y="1582"/>
                      <a:pt x="2290" y="1582"/>
                      <a:pt x="2291" y="1582"/>
                    </a:cubicBezTo>
                    <a:cubicBezTo>
                      <a:pt x="2298" y="1583"/>
                      <a:pt x="2305" y="1581"/>
                      <a:pt x="2311" y="1585"/>
                    </a:cubicBezTo>
                    <a:cubicBezTo>
                      <a:pt x="2313" y="1586"/>
                      <a:pt x="2315" y="1589"/>
                      <a:pt x="2316" y="1591"/>
                    </a:cubicBezTo>
                    <a:cubicBezTo>
                      <a:pt x="2318" y="1593"/>
                      <a:pt x="2319" y="1596"/>
                      <a:pt x="2322" y="1598"/>
                    </a:cubicBezTo>
                    <a:cubicBezTo>
                      <a:pt x="2323" y="1600"/>
                      <a:pt x="2326" y="1600"/>
                      <a:pt x="2328" y="1600"/>
                    </a:cubicBezTo>
                    <a:cubicBezTo>
                      <a:pt x="2331" y="1600"/>
                      <a:pt x="2332" y="1599"/>
                      <a:pt x="2334" y="1597"/>
                    </a:cubicBezTo>
                    <a:cubicBezTo>
                      <a:pt x="2335" y="1595"/>
                      <a:pt x="2336" y="1595"/>
                      <a:pt x="2338" y="1597"/>
                    </a:cubicBezTo>
                    <a:cubicBezTo>
                      <a:pt x="2339" y="1599"/>
                      <a:pt x="2341" y="1600"/>
                      <a:pt x="2343" y="1600"/>
                    </a:cubicBezTo>
                    <a:cubicBezTo>
                      <a:pt x="2345" y="1599"/>
                      <a:pt x="2347" y="1597"/>
                      <a:pt x="2348" y="1596"/>
                    </a:cubicBezTo>
                    <a:cubicBezTo>
                      <a:pt x="2350" y="1595"/>
                      <a:pt x="2352" y="1593"/>
                      <a:pt x="2351" y="1591"/>
                    </a:cubicBezTo>
                    <a:cubicBezTo>
                      <a:pt x="2350" y="1590"/>
                      <a:pt x="2347" y="1590"/>
                      <a:pt x="2347" y="1588"/>
                    </a:cubicBezTo>
                    <a:cubicBezTo>
                      <a:pt x="2344" y="1584"/>
                      <a:pt x="2353" y="1583"/>
                      <a:pt x="2353" y="1580"/>
                    </a:cubicBezTo>
                    <a:cubicBezTo>
                      <a:pt x="2354" y="1577"/>
                      <a:pt x="2351" y="1575"/>
                      <a:pt x="2350" y="1574"/>
                    </a:cubicBezTo>
                    <a:cubicBezTo>
                      <a:pt x="2348" y="1573"/>
                      <a:pt x="2346" y="1571"/>
                      <a:pt x="2345" y="1570"/>
                    </a:cubicBezTo>
                    <a:cubicBezTo>
                      <a:pt x="2343" y="1568"/>
                      <a:pt x="2341" y="1566"/>
                      <a:pt x="2341" y="1563"/>
                    </a:cubicBezTo>
                    <a:cubicBezTo>
                      <a:pt x="2341" y="1561"/>
                      <a:pt x="2343" y="1559"/>
                      <a:pt x="2346" y="1559"/>
                    </a:cubicBezTo>
                    <a:cubicBezTo>
                      <a:pt x="2349" y="1560"/>
                      <a:pt x="2353" y="1564"/>
                      <a:pt x="2355" y="1567"/>
                    </a:cubicBezTo>
                    <a:cubicBezTo>
                      <a:pt x="2356" y="1569"/>
                      <a:pt x="2358" y="1570"/>
                      <a:pt x="2360" y="1571"/>
                    </a:cubicBezTo>
                    <a:cubicBezTo>
                      <a:pt x="2363" y="1573"/>
                      <a:pt x="2364" y="1577"/>
                      <a:pt x="2365" y="1580"/>
                    </a:cubicBezTo>
                    <a:cubicBezTo>
                      <a:pt x="2365" y="1580"/>
                      <a:pt x="2365" y="1580"/>
                      <a:pt x="2365" y="1580"/>
                    </a:cubicBezTo>
                    <a:cubicBezTo>
                      <a:pt x="2366" y="1581"/>
                      <a:pt x="2366" y="1582"/>
                      <a:pt x="2366" y="1583"/>
                    </a:cubicBezTo>
                    <a:cubicBezTo>
                      <a:pt x="2366" y="1585"/>
                      <a:pt x="2364" y="1586"/>
                      <a:pt x="2363" y="1588"/>
                    </a:cubicBezTo>
                    <a:cubicBezTo>
                      <a:pt x="2362" y="1591"/>
                      <a:pt x="2363" y="1593"/>
                      <a:pt x="2361" y="1595"/>
                    </a:cubicBezTo>
                    <a:cubicBezTo>
                      <a:pt x="2360" y="1596"/>
                      <a:pt x="2359" y="1597"/>
                      <a:pt x="2358" y="1598"/>
                    </a:cubicBezTo>
                    <a:cubicBezTo>
                      <a:pt x="2358" y="1600"/>
                      <a:pt x="2358" y="1602"/>
                      <a:pt x="2358" y="1603"/>
                    </a:cubicBezTo>
                    <a:cubicBezTo>
                      <a:pt x="2358" y="1606"/>
                      <a:pt x="2361" y="1605"/>
                      <a:pt x="2364" y="1605"/>
                    </a:cubicBezTo>
                    <a:cubicBezTo>
                      <a:pt x="2366" y="1606"/>
                      <a:pt x="2373" y="1608"/>
                      <a:pt x="2375" y="1605"/>
                    </a:cubicBezTo>
                    <a:cubicBezTo>
                      <a:pt x="2375" y="1604"/>
                      <a:pt x="2375" y="1603"/>
                      <a:pt x="2375" y="1601"/>
                    </a:cubicBezTo>
                    <a:cubicBezTo>
                      <a:pt x="2375" y="1600"/>
                      <a:pt x="2375" y="1599"/>
                      <a:pt x="2375" y="1598"/>
                    </a:cubicBezTo>
                    <a:cubicBezTo>
                      <a:pt x="2375" y="1596"/>
                      <a:pt x="2375" y="1595"/>
                      <a:pt x="2374" y="1594"/>
                    </a:cubicBezTo>
                    <a:cubicBezTo>
                      <a:pt x="2373" y="1593"/>
                      <a:pt x="2371" y="1593"/>
                      <a:pt x="2370" y="1591"/>
                    </a:cubicBezTo>
                    <a:cubicBezTo>
                      <a:pt x="2369" y="1588"/>
                      <a:pt x="2374" y="1589"/>
                      <a:pt x="2375" y="1589"/>
                    </a:cubicBezTo>
                    <a:cubicBezTo>
                      <a:pt x="2376" y="1590"/>
                      <a:pt x="2377" y="1589"/>
                      <a:pt x="2378" y="1590"/>
                    </a:cubicBezTo>
                    <a:cubicBezTo>
                      <a:pt x="2379" y="1591"/>
                      <a:pt x="2380" y="1592"/>
                      <a:pt x="2380" y="1593"/>
                    </a:cubicBezTo>
                    <a:cubicBezTo>
                      <a:pt x="2381" y="1596"/>
                      <a:pt x="2384" y="1598"/>
                      <a:pt x="2384" y="1594"/>
                    </a:cubicBezTo>
                    <a:cubicBezTo>
                      <a:pt x="2384" y="1592"/>
                      <a:pt x="2385" y="1589"/>
                      <a:pt x="2384" y="1587"/>
                    </a:cubicBezTo>
                    <a:cubicBezTo>
                      <a:pt x="2384" y="1584"/>
                      <a:pt x="2382" y="1583"/>
                      <a:pt x="2379" y="1582"/>
                    </a:cubicBezTo>
                    <a:cubicBezTo>
                      <a:pt x="2376" y="1581"/>
                      <a:pt x="2376" y="1579"/>
                      <a:pt x="2376" y="1577"/>
                    </a:cubicBezTo>
                    <a:cubicBezTo>
                      <a:pt x="2376" y="1575"/>
                      <a:pt x="2377" y="1572"/>
                      <a:pt x="2380" y="1573"/>
                    </a:cubicBezTo>
                    <a:cubicBezTo>
                      <a:pt x="2382" y="1574"/>
                      <a:pt x="2384" y="1573"/>
                      <a:pt x="2386" y="1574"/>
                    </a:cubicBezTo>
                    <a:cubicBezTo>
                      <a:pt x="2389" y="1574"/>
                      <a:pt x="2388" y="1572"/>
                      <a:pt x="2390" y="1571"/>
                    </a:cubicBezTo>
                    <a:cubicBezTo>
                      <a:pt x="2391" y="1570"/>
                      <a:pt x="2391" y="1570"/>
                      <a:pt x="2392" y="1571"/>
                    </a:cubicBezTo>
                    <a:cubicBezTo>
                      <a:pt x="2393" y="1572"/>
                      <a:pt x="2393" y="1572"/>
                      <a:pt x="2395" y="1573"/>
                    </a:cubicBezTo>
                    <a:cubicBezTo>
                      <a:pt x="2396" y="1573"/>
                      <a:pt x="2396" y="1573"/>
                      <a:pt x="2397" y="1575"/>
                    </a:cubicBezTo>
                    <a:cubicBezTo>
                      <a:pt x="2397" y="1576"/>
                      <a:pt x="2396" y="1578"/>
                      <a:pt x="2398" y="1579"/>
                    </a:cubicBezTo>
                    <a:cubicBezTo>
                      <a:pt x="2400" y="1580"/>
                      <a:pt x="2403" y="1580"/>
                      <a:pt x="2405" y="1580"/>
                    </a:cubicBezTo>
                    <a:cubicBezTo>
                      <a:pt x="2409" y="1580"/>
                      <a:pt x="2413" y="1580"/>
                      <a:pt x="2416" y="1581"/>
                    </a:cubicBezTo>
                    <a:cubicBezTo>
                      <a:pt x="2419" y="1581"/>
                      <a:pt x="2422" y="1579"/>
                      <a:pt x="2423" y="1576"/>
                    </a:cubicBezTo>
                    <a:cubicBezTo>
                      <a:pt x="2424" y="1574"/>
                      <a:pt x="2423" y="1572"/>
                      <a:pt x="2423" y="1570"/>
                    </a:cubicBezTo>
                    <a:cubicBezTo>
                      <a:pt x="2423" y="1569"/>
                      <a:pt x="2424" y="1569"/>
                      <a:pt x="2426" y="1569"/>
                    </a:cubicBezTo>
                    <a:cubicBezTo>
                      <a:pt x="2430" y="1571"/>
                      <a:pt x="2432" y="1574"/>
                      <a:pt x="2432" y="1578"/>
                    </a:cubicBezTo>
                    <a:cubicBezTo>
                      <a:pt x="2432" y="1581"/>
                      <a:pt x="2433" y="1589"/>
                      <a:pt x="2429" y="1589"/>
                    </a:cubicBezTo>
                    <a:cubicBezTo>
                      <a:pt x="2426" y="1590"/>
                      <a:pt x="2425" y="1586"/>
                      <a:pt x="2421" y="1588"/>
                    </a:cubicBezTo>
                    <a:cubicBezTo>
                      <a:pt x="2418" y="1589"/>
                      <a:pt x="2413" y="1592"/>
                      <a:pt x="2413" y="1596"/>
                    </a:cubicBezTo>
                    <a:cubicBezTo>
                      <a:pt x="2414" y="1600"/>
                      <a:pt x="2416" y="1603"/>
                      <a:pt x="2412" y="1606"/>
                    </a:cubicBezTo>
                    <a:cubicBezTo>
                      <a:pt x="2410" y="1608"/>
                      <a:pt x="2407" y="1609"/>
                      <a:pt x="2407" y="1613"/>
                    </a:cubicBezTo>
                    <a:cubicBezTo>
                      <a:pt x="2407" y="1617"/>
                      <a:pt x="2412" y="1617"/>
                      <a:pt x="2415" y="1618"/>
                    </a:cubicBezTo>
                    <a:cubicBezTo>
                      <a:pt x="2419" y="1618"/>
                      <a:pt x="2418" y="1622"/>
                      <a:pt x="2421" y="1625"/>
                    </a:cubicBezTo>
                    <a:cubicBezTo>
                      <a:pt x="2424" y="1628"/>
                      <a:pt x="2426" y="1621"/>
                      <a:pt x="2427" y="1619"/>
                    </a:cubicBezTo>
                    <a:cubicBezTo>
                      <a:pt x="2430" y="1615"/>
                      <a:pt x="2436" y="1616"/>
                      <a:pt x="2440" y="1613"/>
                    </a:cubicBezTo>
                    <a:cubicBezTo>
                      <a:pt x="2441" y="1612"/>
                      <a:pt x="2441" y="1610"/>
                      <a:pt x="2441" y="1608"/>
                    </a:cubicBezTo>
                    <a:cubicBezTo>
                      <a:pt x="2441" y="1606"/>
                      <a:pt x="2441" y="1604"/>
                      <a:pt x="2442" y="1602"/>
                    </a:cubicBezTo>
                    <a:cubicBezTo>
                      <a:pt x="2444" y="1600"/>
                      <a:pt x="2445" y="1598"/>
                      <a:pt x="2446" y="1596"/>
                    </a:cubicBezTo>
                    <a:cubicBezTo>
                      <a:pt x="2447" y="1594"/>
                      <a:pt x="2447" y="1592"/>
                      <a:pt x="2447" y="1589"/>
                    </a:cubicBezTo>
                    <a:cubicBezTo>
                      <a:pt x="2445" y="1584"/>
                      <a:pt x="2444" y="1578"/>
                      <a:pt x="2446" y="1572"/>
                    </a:cubicBezTo>
                    <a:cubicBezTo>
                      <a:pt x="2447" y="1568"/>
                      <a:pt x="2449" y="1567"/>
                      <a:pt x="2453" y="1566"/>
                    </a:cubicBezTo>
                    <a:cubicBezTo>
                      <a:pt x="2457" y="1565"/>
                      <a:pt x="2460" y="1564"/>
                      <a:pt x="2464" y="1564"/>
                    </a:cubicBezTo>
                    <a:cubicBezTo>
                      <a:pt x="2468" y="1564"/>
                      <a:pt x="2473" y="1564"/>
                      <a:pt x="2475" y="1560"/>
                    </a:cubicBezTo>
                    <a:cubicBezTo>
                      <a:pt x="2476" y="1558"/>
                      <a:pt x="2477" y="1556"/>
                      <a:pt x="2478" y="1555"/>
                    </a:cubicBezTo>
                    <a:cubicBezTo>
                      <a:pt x="2479" y="1553"/>
                      <a:pt x="2480" y="1552"/>
                      <a:pt x="2482" y="1550"/>
                    </a:cubicBezTo>
                    <a:cubicBezTo>
                      <a:pt x="2485" y="1548"/>
                      <a:pt x="2488" y="1546"/>
                      <a:pt x="2491" y="1544"/>
                    </a:cubicBezTo>
                    <a:cubicBezTo>
                      <a:pt x="2493" y="1543"/>
                      <a:pt x="2495" y="1541"/>
                      <a:pt x="2497" y="1539"/>
                    </a:cubicBezTo>
                    <a:cubicBezTo>
                      <a:pt x="2498" y="1537"/>
                      <a:pt x="2499" y="1535"/>
                      <a:pt x="2500" y="1533"/>
                    </a:cubicBezTo>
                    <a:cubicBezTo>
                      <a:pt x="2500" y="1532"/>
                      <a:pt x="2501" y="1531"/>
                      <a:pt x="2501" y="1530"/>
                    </a:cubicBezTo>
                    <a:cubicBezTo>
                      <a:pt x="2502" y="1530"/>
                      <a:pt x="2503" y="1529"/>
                      <a:pt x="2504" y="1529"/>
                    </a:cubicBezTo>
                    <a:cubicBezTo>
                      <a:pt x="2509" y="1527"/>
                      <a:pt x="2513" y="1525"/>
                      <a:pt x="2516" y="1522"/>
                    </a:cubicBezTo>
                    <a:cubicBezTo>
                      <a:pt x="2519" y="1520"/>
                      <a:pt x="2521" y="1516"/>
                      <a:pt x="2521" y="1513"/>
                    </a:cubicBezTo>
                    <a:cubicBezTo>
                      <a:pt x="2522" y="1509"/>
                      <a:pt x="2521" y="1507"/>
                      <a:pt x="2519" y="1505"/>
                    </a:cubicBezTo>
                    <a:cubicBezTo>
                      <a:pt x="2516" y="1502"/>
                      <a:pt x="2516" y="1498"/>
                      <a:pt x="2517" y="1494"/>
                    </a:cubicBezTo>
                    <a:cubicBezTo>
                      <a:pt x="2518" y="1492"/>
                      <a:pt x="2521" y="1483"/>
                      <a:pt x="2522" y="1489"/>
                    </a:cubicBezTo>
                    <a:cubicBezTo>
                      <a:pt x="2523" y="1491"/>
                      <a:pt x="2523" y="1494"/>
                      <a:pt x="2524" y="1496"/>
                    </a:cubicBezTo>
                    <a:cubicBezTo>
                      <a:pt x="2524" y="1498"/>
                      <a:pt x="2524" y="1501"/>
                      <a:pt x="2526" y="1501"/>
                    </a:cubicBezTo>
                    <a:cubicBezTo>
                      <a:pt x="2529" y="1503"/>
                      <a:pt x="2533" y="1495"/>
                      <a:pt x="2534" y="1493"/>
                    </a:cubicBezTo>
                    <a:cubicBezTo>
                      <a:pt x="2535" y="1490"/>
                      <a:pt x="2539" y="1486"/>
                      <a:pt x="2538" y="1482"/>
                    </a:cubicBezTo>
                    <a:cubicBezTo>
                      <a:pt x="2537" y="1478"/>
                      <a:pt x="2531" y="1476"/>
                      <a:pt x="2528" y="1474"/>
                    </a:cubicBezTo>
                    <a:cubicBezTo>
                      <a:pt x="2525" y="1472"/>
                      <a:pt x="2523" y="1469"/>
                      <a:pt x="2527" y="1468"/>
                    </a:cubicBezTo>
                    <a:cubicBezTo>
                      <a:pt x="2531" y="1468"/>
                      <a:pt x="2533" y="1471"/>
                      <a:pt x="2535" y="1474"/>
                    </a:cubicBezTo>
                    <a:cubicBezTo>
                      <a:pt x="2537" y="1476"/>
                      <a:pt x="2539" y="1476"/>
                      <a:pt x="2541" y="1476"/>
                    </a:cubicBezTo>
                    <a:cubicBezTo>
                      <a:pt x="2545" y="1476"/>
                      <a:pt x="2546" y="1481"/>
                      <a:pt x="2547" y="1484"/>
                    </a:cubicBezTo>
                    <a:cubicBezTo>
                      <a:pt x="2547" y="1488"/>
                      <a:pt x="2547" y="1493"/>
                      <a:pt x="2549" y="1497"/>
                    </a:cubicBezTo>
                    <a:cubicBezTo>
                      <a:pt x="2551" y="1500"/>
                      <a:pt x="2555" y="1499"/>
                      <a:pt x="2558" y="1498"/>
                    </a:cubicBezTo>
                    <a:cubicBezTo>
                      <a:pt x="2559" y="1498"/>
                      <a:pt x="2562" y="1498"/>
                      <a:pt x="2562" y="1499"/>
                    </a:cubicBezTo>
                    <a:cubicBezTo>
                      <a:pt x="2563" y="1500"/>
                      <a:pt x="2562" y="1502"/>
                      <a:pt x="2562" y="1503"/>
                    </a:cubicBezTo>
                    <a:cubicBezTo>
                      <a:pt x="2561" y="1504"/>
                      <a:pt x="2557" y="1512"/>
                      <a:pt x="2558" y="1513"/>
                    </a:cubicBezTo>
                    <a:cubicBezTo>
                      <a:pt x="2560" y="1514"/>
                      <a:pt x="2564" y="1507"/>
                      <a:pt x="2565" y="1506"/>
                    </a:cubicBezTo>
                    <a:cubicBezTo>
                      <a:pt x="2566" y="1503"/>
                      <a:pt x="2568" y="1500"/>
                      <a:pt x="2570" y="1497"/>
                    </a:cubicBezTo>
                    <a:cubicBezTo>
                      <a:pt x="2571" y="1494"/>
                      <a:pt x="2572" y="1490"/>
                      <a:pt x="2573" y="1487"/>
                    </a:cubicBezTo>
                    <a:cubicBezTo>
                      <a:pt x="2575" y="1483"/>
                      <a:pt x="2578" y="1480"/>
                      <a:pt x="2579" y="1477"/>
                    </a:cubicBezTo>
                    <a:cubicBezTo>
                      <a:pt x="2580" y="1475"/>
                      <a:pt x="2581" y="1471"/>
                      <a:pt x="2578" y="1473"/>
                    </a:cubicBezTo>
                    <a:cubicBezTo>
                      <a:pt x="2575" y="1475"/>
                      <a:pt x="2575" y="1479"/>
                      <a:pt x="2573" y="1482"/>
                    </a:cubicBezTo>
                    <a:cubicBezTo>
                      <a:pt x="2571" y="1484"/>
                      <a:pt x="2568" y="1485"/>
                      <a:pt x="2566" y="1483"/>
                    </a:cubicBezTo>
                    <a:cubicBezTo>
                      <a:pt x="2565" y="1480"/>
                      <a:pt x="2564" y="1477"/>
                      <a:pt x="2562" y="1475"/>
                    </a:cubicBezTo>
                    <a:cubicBezTo>
                      <a:pt x="2559" y="1474"/>
                      <a:pt x="2556" y="1474"/>
                      <a:pt x="2554" y="1471"/>
                    </a:cubicBezTo>
                    <a:cubicBezTo>
                      <a:pt x="2552" y="1468"/>
                      <a:pt x="2552" y="1465"/>
                      <a:pt x="2550" y="1462"/>
                    </a:cubicBezTo>
                    <a:cubicBezTo>
                      <a:pt x="2548" y="1458"/>
                      <a:pt x="2546" y="1455"/>
                      <a:pt x="2545" y="1451"/>
                    </a:cubicBezTo>
                    <a:cubicBezTo>
                      <a:pt x="2544" y="1446"/>
                      <a:pt x="2544" y="1441"/>
                      <a:pt x="2544" y="1436"/>
                    </a:cubicBezTo>
                    <a:cubicBezTo>
                      <a:pt x="2544" y="1433"/>
                      <a:pt x="2544" y="1429"/>
                      <a:pt x="2543" y="1426"/>
                    </a:cubicBezTo>
                    <a:cubicBezTo>
                      <a:pt x="2542" y="1423"/>
                      <a:pt x="2540" y="1421"/>
                      <a:pt x="2539" y="1418"/>
                    </a:cubicBezTo>
                    <a:cubicBezTo>
                      <a:pt x="2538" y="1415"/>
                      <a:pt x="2538" y="1411"/>
                      <a:pt x="2540" y="1409"/>
                    </a:cubicBezTo>
                    <a:cubicBezTo>
                      <a:pt x="2541" y="1407"/>
                      <a:pt x="2543" y="1408"/>
                      <a:pt x="2545" y="1409"/>
                    </a:cubicBezTo>
                    <a:cubicBezTo>
                      <a:pt x="2548" y="1411"/>
                      <a:pt x="2550" y="1414"/>
                      <a:pt x="2550" y="1418"/>
                    </a:cubicBezTo>
                    <a:cubicBezTo>
                      <a:pt x="2551" y="1421"/>
                      <a:pt x="2550" y="1425"/>
                      <a:pt x="2551" y="1428"/>
                    </a:cubicBezTo>
                    <a:cubicBezTo>
                      <a:pt x="2552" y="1431"/>
                      <a:pt x="2554" y="1434"/>
                      <a:pt x="2555" y="1437"/>
                    </a:cubicBezTo>
                    <a:cubicBezTo>
                      <a:pt x="2556" y="1441"/>
                      <a:pt x="2557" y="1445"/>
                      <a:pt x="2559" y="1449"/>
                    </a:cubicBezTo>
                    <a:cubicBezTo>
                      <a:pt x="2561" y="1453"/>
                      <a:pt x="2565" y="1457"/>
                      <a:pt x="2569" y="1460"/>
                    </a:cubicBezTo>
                    <a:cubicBezTo>
                      <a:pt x="2571" y="1461"/>
                      <a:pt x="2574" y="1463"/>
                      <a:pt x="2576" y="1464"/>
                    </a:cubicBezTo>
                    <a:cubicBezTo>
                      <a:pt x="2578" y="1464"/>
                      <a:pt x="2579" y="1461"/>
                      <a:pt x="2580" y="1460"/>
                    </a:cubicBezTo>
                    <a:cubicBezTo>
                      <a:pt x="2581" y="1458"/>
                      <a:pt x="2581" y="1457"/>
                      <a:pt x="2583" y="1457"/>
                    </a:cubicBezTo>
                    <a:cubicBezTo>
                      <a:pt x="2584" y="1457"/>
                      <a:pt x="2585" y="1457"/>
                      <a:pt x="2586" y="1458"/>
                    </a:cubicBezTo>
                    <a:cubicBezTo>
                      <a:pt x="2587" y="1460"/>
                      <a:pt x="2586" y="1464"/>
                      <a:pt x="2588" y="1465"/>
                    </a:cubicBezTo>
                    <a:cubicBezTo>
                      <a:pt x="2590" y="1466"/>
                      <a:pt x="2593" y="1464"/>
                      <a:pt x="2595" y="1463"/>
                    </a:cubicBezTo>
                    <a:cubicBezTo>
                      <a:pt x="2599" y="1459"/>
                      <a:pt x="2604" y="1456"/>
                      <a:pt x="2607" y="1452"/>
                    </a:cubicBezTo>
                    <a:cubicBezTo>
                      <a:pt x="2610" y="1447"/>
                      <a:pt x="2610" y="1441"/>
                      <a:pt x="2614" y="1436"/>
                    </a:cubicBezTo>
                    <a:cubicBezTo>
                      <a:pt x="2615" y="1434"/>
                      <a:pt x="2617" y="1431"/>
                      <a:pt x="2618" y="1429"/>
                    </a:cubicBezTo>
                    <a:cubicBezTo>
                      <a:pt x="2619" y="1428"/>
                      <a:pt x="2620" y="1427"/>
                      <a:pt x="2620" y="1426"/>
                    </a:cubicBezTo>
                    <a:cubicBezTo>
                      <a:pt x="2621" y="1426"/>
                      <a:pt x="2621" y="1425"/>
                      <a:pt x="2621" y="1425"/>
                    </a:cubicBezTo>
                    <a:cubicBezTo>
                      <a:pt x="2622" y="1424"/>
                      <a:pt x="2623" y="1423"/>
                      <a:pt x="2624" y="1423"/>
                    </a:cubicBezTo>
                    <a:cubicBezTo>
                      <a:pt x="2626" y="1422"/>
                      <a:pt x="2626" y="1422"/>
                      <a:pt x="2628" y="1421"/>
                    </a:cubicBezTo>
                    <a:cubicBezTo>
                      <a:pt x="2630" y="1419"/>
                      <a:pt x="2633" y="1417"/>
                      <a:pt x="2635" y="1415"/>
                    </a:cubicBezTo>
                    <a:cubicBezTo>
                      <a:pt x="2638" y="1412"/>
                      <a:pt x="2641" y="1408"/>
                      <a:pt x="2644" y="1405"/>
                    </a:cubicBezTo>
                    <a:cubicBezTo>
                      <a:pt x="2647" y="1402"/>
                      <a:pt x="2651" y="1400"/>
                      <a:pt x="2655" y="1398"/>
                    </a:cubicBezTo>
                    <a:cubicBezTo>
                      <a:pt x="2659" y="1396"/>
                      <a:pt x="2660" y="1392"/>
                      <a:pt x="2663" y="1390"/>
                    </a:cubicBezTo>
                    <a:cubicBezTo>
                      <a:pt x="2666" y="1387"/>
                      <a:pt x="2671" y="1388"/>
                      <a:pt x="2675" y="1388"/>
                    </a:cubicBezTo>
                    <a:cubicBezTo>
                      <a:pt x="2680" y="1388"/>
                      <a:pt x="2684" y="1388"/>
                      <a:pt x="2689" y="1387"/>
                    </a:cubicBezTo>
                    <a:cubicBezTo>
                      <a:pt x="2693" y="1387"/>
                      <a:pt x="2696" y="1386"/>
                      <a:pt x="2700" y="1385"/>
                    </a:cubicBezTo>
                    <a:cubicBezTo>
                      <a:pt x="2703" y="1385"/>
                      <a:pt x="2709" y="1383"/>
                      <a:pt x="2711" y="1386"/>
                    </a:cubicBezTo>
                    <a:cubicBezTo>
                      <a:pt x="2712" y="1388"/>
                      <a:pt x="2712" y="1390"/>
                      <a:pt x="2713" y="1391"/>
                    </a:cubicBezTo>
                    <a:cubicBezTo>
                      <a:pt x="2714" y="1392"/>
                      <a:pt x="2717" y="1392"/>
                      <a:pt x="2719" y="1392"/>
                    </a:cubicBezTo>
                    <a:cubicBezTo>
                      <a:pt x="2722" y="1392"/>
                      <a:pt x="2726" y="1392"/>
                      <a:pt x="2728" y="1389"/>
                    </a:cubicBezTo>
                    <a:cubicBezTo>
                      <a:pt x="2729" y="1385"/>
                      <a:pt x="2730" y="1382"/>
                      <a:pt x="2732" y="1379"/>
                    </a:cubicBezTo>
                    <a:cubicBezTo>
                      <a:pt x="2733" y="1376"/>
                      <a:pt x="2735" y="1374"/>
                      <a:pt x="2736" y="1372"/>
                    </a:cubicBezTo>
                    <a:cubicBezTo>
                      <a:pt x="2737" y="1370"/>
                      <a:pt x="2737" y="1369"/>
                      <a:pt x="2737" y="1368"/>
                    </a:cubicBezTo>
                    <a:cubicBezTo>
                      <a:pt x="2737" y="1365"/>
                      <a:pt x="2737" y="1361"/>
                      <a:pt x="2738" y="1358"/>
                    </a:cubicBezTo>
                    <a:cubicBezTo>
                      <a:pt x="2739" y="1356"/>
                      <a:pt x="2741" y="1354"/>
                      <a:pt x="2744" y="1353"/>
                    </a:cubicBezTo>
                    <a:cubicBezTo>
                      <a:pt x="2747" y="1352"/>
                      <a:pt x="2751" y="1352"/>
                      <a:pt x="2754" y="1351"/>
                    </a:cubicBezTo>
                    <a:cubicBezTo>
                      <a:pt x="2758" y="1350"/>
                      <a:pt x="2762" y="1349"/>
                      <a:pt x="2765" y="1345"/>
                    </a:cubicBezTo>
                    <a:cubicBezTo>
                      <a:pt x="2768" y="1343"/>
                      <a:pt x="2771" y="1342"/>
                      <a:pt x="2774" y="1340"/>
                    </a:cubicBezTo>
                    <a:cubicBezTo>
                      <a:pt x="2780" y="1337"/>
                      <a:pt x="2786" y="1335"/>
                      <a:pt x="2792" y="1334"/>
                    </a:cubicBezTo>
                    <a:cubicBezTo>
                      <a:pt x="2796" y="1334"/>
                      <a:pt x="2799" y="1334"/>
                      <a:pt x="2801" y="1337"/>
                    </a:cubicBezTo>
                    <a:cubicBezTo>
                      <a:pt x="2804" y="1339"/>
                      <a:pt x="2806" y="1339"/>
                      <a:pt x="2809" y="1341"/>
                    </a:cubicBezTo>
                    <a:cubicBezTo>
                      <a:pt x="2811" y="1342"/>
                      <a:pt x="2812" y="1344"/>
                      <a:pt x="2813" y="1347"/>
                    </a:cubicBezTo>
                    <a:cubicBezTo>
                      <a:pt x="2814" y="1349"/>
                      <a:pt x="2813" y="1350"/>
                      <a:pt x="2813" y="1352"/>
                    </a:cubicBezTo>
                    <a:cubicBezTo>
                      <a:pt x="2812" y="1355"/>
                      <a:pt x="2814" y="1356"/>
                      <a:pt x="2814" y="1358"/>
                    </a:cubicBezTo>
                    <a:cubicBezTo>
                      <a:pt x="2817" y="1358"/>
                      <a:pt x="2818" y="1358"/>
                      <a:pt x="2819" y="1355"/>
                    </a:cubicBezTo>
                    <a:cubicBezTo>
                      <a:pt x="2820" y="1353"/>
                      <a:pt x="2821" y="1350"/>
                      <a:pt x="2822" y="1348"/>
                    </a:cubicBezTo>
                    <a:cubicBezTo>
                      <a:pt x="2825" y="1345"/>
                      <a:pt x="2823" y="1342"/>
                      <a:pt x="2823" y="1338"/>
                    </a:cubicBezTo>
                    <a:cubicBezTo>
                      <a:pt x="2824" y="1334"/>
                      <a:pt x="2826" y="1332"/>
                      <a:pt x="2828" y="1328"/>
                    </a:cubicBezTo>
                    <a:cubicBezTo>
                      <a:pt x="2829" y="1326"/>
                      <a:pt x="2828" y="1326"/>
                      <a:pt x="2827" y="1324"/>
                    </a:cubicBezTo>
                    <a:cubicBezTo>
                      <a:pt x="2826" y="1323"/>
                      <a:pt x="2825" y="1321"/>
                      <a:pt x="2824" y="1320"/>
                    </a:cubicBezTo>
                    <a:cubicBezTo>
                      <a:pt x="2823" y="1317"/>
                      <a:pt x="2827" y="1316"/>
                      <a:pt x="2829" y="1314"/>
                    </a:cubicBezTo>
                    <a:cubicBezTo>
                      <a:pt x="2830" y="1313"/>
                      <a:pt x="2831" y="1312"/>
                      <a:pt x="2832" y="1311"/>
                    </a:cubicBezTo>
                    <a:cubicBezTo>
                      <a:pt x="2833" y="1311"/>
                      <a:pt x="2834" y="1310"/>
                      <a:pt x="2834" y="1310"/>
                    </a:cubicBezTo>
                    <a:cubicBezTo>
                      <a:pt x="2834" y="1310"/>
                      <a:pt x="2834" y="1310"/>
                      <a:pt x="2834" y="1311"/>
                    </a:cubicBezTo>
                    <a:cubicBezTo>
                      <a:pt x="2834" y="1310"/>
                      <a:pt x="2835" y="1309"/>
                      <a:pt x="2836" y="1308"/>
                    </a:cubicBezTo>
                    <a:cubicBezTo>
                      <a:pt x="2840" y="1304"/>
                      <a:pt x="2844" y="1299"/>
                      <a:pt x="2850" y="1296"/>
                    </a:cubicBezTo>
                    <a:cubicBezTo>
                      <a:pt x="2852" y="1295"/>
                      <a:pt x="2853" y="1293"/>
                      <a:pt x="2855" y="1292"/>
                    </a:cubicBezTo>
                    <a:cubicBezTo>
                      <a:pt x="2858" y="1288"/>
                      <a:pt x="2862" y="1284"/>
                      <a:pt x="2865" y="1281"/>
                    </a:cubicBezTo>
                    <a:cubicBezTo>
                      <a:pt x="2868" y="1277"/>
                      <a:pt x="2872" y="1274"/>
                      <a:pt x="2875" y="1270"/>
                    </a:cubicBezTo>
                    <a:cubicBezTo>
                      <a:pt x="2877" y="1268"/>
                      <a:pt x="2879" y="1267"/>
                      <a:pt x="2882" y="1266"/>
                    </a:cubicBezTo>
                    <a:cubicBezTo>
                      <a:pt x="2886" y="1266"/>
                      <a:pt x="2888" y="1268"/>
                      <a:pt x="2891" y="1270"/>
                    </a:cubicBezTo>
                    <a:cubicBezTo>
                      <a:pt x="2894" y="1271"/>
                      <a:pt x="2896" y="1271"/>
                      <a:pt x="2898" y="1273"/>
                    </a:cubicBezTo>
                    <a:cubicBezTo>
                      <a:pt x="2900" y="1275"/>
                      <a:pt x="2900" y="1282"/>
                      <a:pt x="2904" y="1279"/>
                    </a:cubicBezTo>
                    <a:cubicBezTo>
                      <a:pt x="2907" y="1276"/>
                      <a:pt x="2911" y="1274"/>
                      <a:pt x="2911" y="1270"/>
                    </a:cubicBezTo>
                    <a:cubicBezTo>
                      <a:pt x="2911" y="1264"/>
                      <a:pt x="2908" y="1254"/>
                      <a:pt x="2914" y="1250"/>
                    </a:cubicBezTo>
                    <a:cubicBezTo>
                      <a:pt x="2917" y="1247"/>
                      <a:pt x="2921" y="1245"/>
                      <a:pt x="2924" y="1242"/>
                    </a:cubicBezTo>
                    <a:cubicBezTo>
                      <a:pt x="2927" y="1239"/>
                      <a:pt x="2928" y="1235"/>
                      <a:pt x="2929" y="1232"/>
                    </a:cubicBezTo>
                    <a:cubicBezTo>
                      <a:pt x="2930" y="1228"/>
                      <a:pt x="2932" y="1225"/>
                      <a:pt x="2935" y="1222"/>
                    </a:cubicBezTo>
                    <a:cubicBezTo>
                      <a:pt x="2936" y="1220"/>
                      <a:pt x="2939" y="1216"/>
                      <a:pt x="2942" y="1216"/>
                    </a:cubicBezTo>
                    <a:cubicBezTo>
                      <a:pt x="2945" y="1215"/>
                      <a:pt x="2948" y="1214"/>
                      <a:pt x="2952" y="1214"/>
                    </a:cubicBezTo>
                    <a:cubicBezTo>
                      <a:pt x="2955" y="1213"/>
                      <a:pt x="2958" y="1213"/>
                      <a:pt x="2961" y="1213"/>
                    </a:cubicBezTo>
                    <a:cubicBezTo>
                      <a:pt x="2963" y="1213"/>
                      <a:pt x="2965" y="1214"/>
                      <a:pt x="2967" y="1214"/>
                    </a:cubicBezTo>
                    <a:cubicBezTo>
                      <a:pt x="2970" y="1213"/>
                      <a:pt x="2972" y="1208"/>
                      <a:pt x="2975" y="1207"/>
                    </a:cubicBezTo>
                    <a:cubicBezTo>
                      <a:pt x="2977" y="1207"/>
                      <a:pt x="2979" y="1208"/>
                      <a:pt x="2981" y="1207"/>
                    </a:cubicBezTo>
                    <a:cubicBezTo>
                      <a:pt x="2982" y="1207"/>
                      <a:pt x="2984" y="1206"/>
                      <a:pt x="2984" y="1204"/>
                    </a:cubicBezTo>
                    <a:cubicBezTo>
                      <a:pt x="2985" y="1202"/>
                      <a:pt x="2985" y="1201"/>
                      <a:pt x="2987" y="1199"/>
                    </a:cubicBezTo>
                    <a:cubicBezTo>
                      <a:pt x="2988" y="1198"/>
                      <a:pt x="2990" y="1197"/>
                      <a:pt x="2991" y="1197"/>
                    </a:cubicBezTo>
                    <a:cubicBezTo>
                      <a:pt x="2995" y="1197"/>
                      <a:pt x="2999" y="1198"/>
                      <a:pt x="3002" y="1196"/>
                    </a:cubicBezTo>
                    <a:cubicBezTo>
                      <a:pt x="3003" y="1195"/>
                      <a:pt x="3004" y="1194"/>
                      <a:pt x="3006" y="1195"/>
                    </a:cubicBezTo>
                    <a:cubicBezTo>
                      <a:pt x="3008" y="1195"/>
                      <a:pt x="3010" y="1195"/>
                      <a:pt x="3012" y="1195"/>
                    </a:cubicBezTo>
                    <a:cubicBezTo>
                      <a:pt x="3013" y="1195"/>
                      <a:pt x="3015" y="1195"/>
                      <a:pt x="3017" y="1195"/>
                    </a:cubicBezTo>
                    <a:cubicBezTo>
                      <a:pt x="3018" y="1195"/>
                      <a:pt x="3019" y="1194"/>
                      <a:pt x="3021" y="1193"/>
                    </a:cubicBezTo>
                    <a:cubicBezTo>
                      <a:pt x="3023" y="1191"/>
                      <a:pt x="3028" y="1190"/>
                      <a:pt x="3031" y="1190"/>
                    </a:cubicBezTo>
                    <a:cubicBezTo>
                      <a:pt x="3036" y="1192"/>
                      <a:pt x="3035" y="1200"/>
                      <a:pt x="3039" y="1203"/>
                    </a:cubicBezTo>
                    <a:cubicBezTo>
                      <a:pt x="3041" y="1204"/>
                      <a:pt x="3042" y="1203"/>
                      <a:pt x="3044" y="1202"/>
                    </a:cubicBezTo>
                    <a:cubicBezTo>
                      <a:pt x="3047" y="1200"/>
                      <a:pt x="3049" y="1195"/>
                      <a:pt x="3051" y="1191"/>
                    </a:cubicBezTo>
                    <a:cubicBezTo>
                      <a:pt x="3052" y="1189"/>
                      <a:pt x="3053" y="1187"/>
                      <a:pt x="3053" y="1186"/>
                    </a:cubicBezTo>
                    <a:cubicBezTo>
                      <a:pt x="3055" y="1183"/>
                      <a:pt x="3057" y="1181"/>
                      <a:pt x="3058" y="1179"/>
                    </a:cubicBezTo>
                    <a:cubicBezTo>
                      <a:pt x="3059" y="1178"/>
                      <a:pt x="3060" y="1177"/>
                      <a:pt x="3060" y="1176"/>
                    </a:cubicBezTo>
                    <a:cubicBezTo>
                      <a:pt x="3064" y="1131"/>
                      <a:pt x="3064" y="1131"/>
                      <a:pt x="3064" y="1131"/>
                    </a:cubicBezTo>
                    <a:cubicBezTo>
                      <a:pt x="3037" y="1125"/>
                      <a:pt x="3037" y="1125"/>
                      <a:pt x="3037" y="1125"/>
                    </a:cubicBezTo>
                    <a:cubicBezTo>
                      <a:pt x="3048" y="1036"/>
                      <a:pt x="3048" y="1036"/>
                      <a:pt x="3048" y="1036"/>
                    </a:cubicBezTo>
                    <a:cubicBezTo>
                      <a:pt x="3094" y="1026"/>
                      <a:pt x="3094" y="1026"/>
                      <a:pt x="3094" y="1026"/>
                    </a:cubicBezTo>
                    <a:cubicBezTo>
                      <a:pt x="3117" y="987"/>
                      <a:pt x="3117" y="987"/>
                      <a:pt x="3117" y="987"/>
                    </a:cubicBezTo>
                    <a:cubicBezTo>
                      <a:pt x="3117" y="964"/>
                      <a:pt x="3117" y="964"/>
                      <a:pt x="3117" y="964"/>
                    </a:cubicBezTo>
                    <a:cubicBezTo>
                      <a:pt x="3132" y="944"/>
                      <a:pt x="3132" y="944"/>
                      <a:pt x="3132" y="944"/>
                    </a:cubicBezTo>
                    <a:cubicBezTo>
                      <a:pt x="3286" y="921"/>
                      <a:pt x="3286" y="921"/>
                      <a:pt x="3286" y="921"/>
                    </a:cubicBezTo>
                    <a:cubicBezTo>
                      <a:pt x="3267" y="876"/>
                      <a:pt x="3267" y="876"/>
                      <a:pt x="3267" y="876"/>
                    </a:cubicBezTo>
                    <a:lnTo>
                      <a:pt x="3286" y="858"/>
                    </a:lnTo>
                    <a:close/>
                    <a:moveTo>
                      <a:pt x="1459" y="562"/>
                    </a:moveTo>
                    <a:cubicBezTo>
                      <a:pt x="1456" y="561"/>
                      <a:pt x="1451" y="558"/>
                      <a:pt x="1448" y="555"/>
                    </a:cubicBezTo>
                    <a:cubicBezTo>
                      <a:pt x="1445" y="552"/>
                      <a:pt x="1443" y="549"/>
                      <a:pt x="1442" y="544"/>
                    </a:cubicBezTo>
                    <a:cubicBezTo>
                      <a:pt x="1441" y="539"/>
                      <a:pt x="1440" y="534"/>
                      <a:pt x="1436" y="530"/>
                    </a:cubicBezTo>
                    <a:cubicBezTo>
                      <a:pt x="1433" y="526"/>
                      <a:pt x="1427" y="523"/>
                      <a:pt x="1426" y="518"/>
                    </a:cubicBezTo>
                    <a:cubicBezTo>
                      <a:pt x="1424" y="514"/>
                      <a:pt x="1429" y="510"/>
                      <a:pt x="1431" y="506"/>
                    </a:cubicBezTo>
                    <a:cubicBezTo>
                      <a:pt x="1434" y="501"/>
                      <a:pt x="1435" y="496"/>
                      <a:pt x="1432" y="491"/>
                    </a:cubicBezTo>
                    <a:cubicBezTo>
                      <a:pt x="1430" y="487"/>
                      <a:pt x="1426" y="483"/>
                      <a:pt x="1426" y="478"/>
                    </a:cubicBezTo>
                    <a:cubicBezTo>
                      <a:pt x="1426" y="474"/>
                      <a:pt x="1429" y="470"/>
                      <a:pt x="1430" y="466"/>
                    </a:cubicBezTo>
                    <a:cubicBezTo>
                      <a:pt x="1432" y="462"/>
                      <a:pt x="1432" y="457"/>
                      <a:pt x="1428" y="455"/>
                    </a:cubicBezTo>
                    <a:cubicBezTo>
                      <a:pt x="1424" y="453"/>
                      <a:pt x="1420" y="454"/>
                      <a:pt x="1416" y="455"/>
                    </a:cubicBezTo>
                    <a:cubicBezTo>
                      <a:pt x="1408" y="457"/>
                      <a:pt x="1400" y="456"/>
                      <a:pt x="1391" y="457"/>
                    </a:cubicBezTo>
                    <a:cubicBezTo>
                      <a:pt x="1386" y="457"/>
                      <a:pt x="1381" y="459"/>
                      <a:pt x="1377" y="459"/>
                    </a:cubicBezTo>
                    <a:cubicBezTo>
                      <a:pt x="1373" y="459"/>
                      <a:pt x="1376" y="457"/>
                      <a:pt x="1378" y="456"/>
                    </a:cubicBezTo>
                    <a:cubicBezTo>
                      <a:pt x="1386" y="451"/>
                      <a:pt x="1396" y="445"/>
                      <a:pt x="1406" y="443"/>
                    </a:cubicBezTo>
                    <a:cubicBezTo>
                      <a:pt x="1411" y="442"/>
                      <a:pt x="1419" y="444"/>
                      <a:pt x="1423" y="439"/>
                    </a:cubicBezTo>
                    <a:cubicBezTo>
                      <a:pt x="1424" y="436"/>
                      <a:pt x="1423" y="434"/>
                      <a:pt x="1422" y="432"/>
                    </a:cubicBezTo>
                    <a:cubicBezTo>
                      <a:pt x="1421" y="428"/>
                      <a:pt x="1422" y="425"/>
                      <a:pt x="1422" y="421"/>
                    </a:cubicBezTo>
                    <a:cubicBezTo>
                      <a:pt x="1422" y="420"/>
                      <a:pt x="1424" y="415"/>
                      <a:pt x="1422" y="414"/>
                    </a:cubicBezTo>
                    <a:cubicBezTo>
                      <a:pt x="1421" y="413"/>
                      <a:pt x="1419" y="414"/>
                      <a:pt x="1417" y="414"/>
                    </a:cubicBezTo>
                    <a:cubicBezTo>
                      <a:pt x="1414" y="413"/>
                      <a:pt x="1416" y="411"/>
                      <a:pt x="1416" y="409"/>
                    </a:cubicBezTo>
                    <a:cubicBezTo>
                      <a:pt x="1412" y="410"/>
                      <a:pt x="1408" y="411"/>
                      <a:pt x="1404" y="408"/>
                    </a:cubicBezTo>
                    <a:cubicBezTo>
                      <a:pt x="1401" y="406"/>
                      <a:pt x="1399" y="402"/>
                      <a:pt x="1395" y="400"/>
                    </a:cubicBezTo>
                    <a:cubicBezTo>
                      <a:pt x="1391" y="397"/>
                      <a:pt x="1386" y="398"/>
                      <a:pt x="1381" y="398"/>
                    </a:cubicBezTo>
                    <a:cubicBezTo>
                      <a:pt x="1379" y="397"/>
                      <a:pt x="1373" y="397"/>
                      <a:pt x="1375" y="393"/>
                    </a:cubicBezTo>
                    <a:cubicBezTo>
                      <a:pt x="1377" y="390"/>
                      <a:pt x="1384" y="390"/>
                      <a:pt x="1388" y="391"/>
                    </a:cubicBezTo>
                    <a:cubicBezTo>
                      <a:pt x="1393" y="392"/>
                      <a:pt x="1397" y="394"/>
                      <a:pt x="1402" y="395"/>
                    </a:cubicBezTo>
                    <a:cubicBezTo>
                      <a:pt x="1406" y="396"/>
                      <a:pt x="1408" y="395"/>
                      <a:pt x="1411" y="394"/>
                    </a:cubicBezTo>
                    <a:cubicBezTo>
                      <a:pt x="1415" y="393"/>
                      <a:pt x="1419" y="392"/>
                      <a:pt x="1423" y="391"/>
                    </a:cubicBezTo>
                    <a:cubicBezTo>
                      <a:pt x="1427" y="390"/>
                      <a:pt x="1431" y="388"/>
                      <a:pt x="1436" y="386"/>
                    </a:cubicBezTo>
                    <a:cubicBezTo>
                      <a:pt x="1438" y="385"/>
                      <a:pt x="1443" y="382"/>
                      <a:pt x="1444" y="386"/>
                    </a:cubicBezTo>
                    <a:cubicBezTo>
                      <a:pt x="1446" y="391"/>
                      <a:pt x="1443" y="396"/>
                      <a:pt x="1443" y="401"/>
                    </a:cubicBezTo>
                    <a:cubicBezTo>
                      <a:pt x="1442" y="405"/>
                      <a:pt x="1443" y="408"/>
                      <a:pt x="1445" y="412"/>
                    </a:cubicBezTo>
                    <a:cubicBezTo>
                      <a:pt x="1448" y="416"/>
                      <a:pt x="1450" y="420"/>
                      <a:pt x="1451" y="425"/>
                    </a:cubicBezTo>
                    <a:cubicBezTo>
                      <a:pt x="1451" y="431"/>
                      <a:pt x="1449" y="436"/>
                      <a:pt x="1448" y="441"/>
                    </a:cubicBezTo>
                    <a:cubicBezTo>
                      <a:pt x="1447" y="450"/>
                      <a:pt x="1453" y="459"/>
                      <a:pt x="1456" y="467"/>
                    </a:cubicBezTo>
                    <a:cubicBezTo>
                      <a:pt x="1458" y="471"/>
                      <a:pt x="1459" y="475"/>
                      <a:pt x="1459" y="479"/>
                    </a:cubicBezTo>
                    <a:cubicBezTo>
                      <a:pt x="1460" y="485"/>
                      <a:pt x="1458" y="490"/>
                      <a:pt x="1455" y="495"/>
                    </a:cubicBezTo>
                    <a:cubicBezTo>
                      <a:pt x="1453" y="501"/>
                      <a:pt x="1450" y="507"/>
                      <a:pt x="1451" y="513"/>
                    </a:cubicBezTo>
                    <a:cubicBezTo>
                      <a:pt x="1451" y="520"/>
                      <a:pt x="1455" y="527"/>
                      <a:pt x="1458" y="533"/>
                    </a:cubicBezTo>
                    <a:cubicBezTo>
                      <a:pt x="1459" y="536"/>
                      <a:pt x="1469" y="563"/>
                      <a:pt x="1459" y="562"/>
                    </a:cubicBezTo>
                    <a:close/>
                    <a:moveTo>
                      <a:pt x="1355" y="1975"/>
                    </a:moveTo>
                    <a:cubicBezTo>
                      <a:pt x="1353" y="1976"/>
                      <a:pt x="1351" y="1975"/>
                      <a:pt x="1349" y="1974"/>
                    </a:cubicBezTo>
                    <a:cubicBezTo>
                      <a:pt x="1343" y="1974"/>
                      <a:pt x="1345" y="1980"/>
                      <a:pt x="1345" y="1984"/>
                    </a:cubicBezTo>
                    <a:cubicBezTo>
                      <a:pt x="1345" y="1990"/>
                      <a:pt x="1342" y="1991"/>
                      <a:pt x="1337" y="1992"/>
                    </a:cubicBezTo>
                    <a:cubicBezTo>
                      <a:pt x="1333" y="1992"/>
                      <a:pt x="1327" y="1994"/>
                      <a:pt x="1325" y="1989"/>
                    </a:cubicBezTo>
                    <a:cubicBezTo>
                      <a:pt x="1321" y="1985"/>
                      <a:pt x="1328" y="1984"/>
                      <a:pt x="1329" y="1980"/>
                    </a:cubicBezTo>
                    <a:cubicBezTo>
                      <a:pt x="1330" y="1979"/>
                      <a:pt x="1330" y="1976"/>
                      <a:pt x="1330" y="1974"/>
                    </a:cubicBezTo>
                    <a:cubicBezTo>
                      <a:pt x="1330" y="1971"/>
                      <a:pt x="1328" y="1969"/>
                      <a:pt x="1327" y="1967"/>
                    </a:cubicBezTo>
                    <a:cubicBezTo>
                      <a:pt x="1326" y="1964"/>
                      <a:pt x="1325" y="1960"/>
                      <a:pt x="1326" y="1956"/>
                    </a:cubicBezTo>
                    <a:cubicBezTo>
                      <a:pt x="1326" y="1953"/>
                      <a:pt x="1326" y="1949"/>
                      <a:pt x="1327" y="1946"/>
                    </a:cubicBezTo>
                    <a:cubicBezTo>
                      <a:pt x="1328" y="1942"/>
                      <a:pt x="1329" y="1939"/>
                      <a:pt x="1328" y="1935"/>
                    </a:cubicBezTo>
                    <a:cubicBezTo>
                      <a:pt x="1327" y="1931"/>
                      <a:pt x="1324" y="1929"/>
                      <a:pt x="1324" y="1924"/>
                    </a:cubicBezTo>
                    <a:cubicBezTo>
                      <a:pt x="1325" y="1919"/>
                      <a:pt x="1327" y="1915"/>
                      <a:pt x="1325" y="1910"/>
                    </a:cubicBezTo>
                    <a:cubicBezTo>
                      <a:pt x="1324" y="1905"/>
                      <a:pt x="1324" y="1900"/>
                      <a:pt x="1323" y="1895"/>
                    </a:cubicBezTo>
                    <a:cubicBezTo>
                      <a:pt x="1323" y="1890"/>
                      <a:pt x="1320" y="1886"/>
                      <a:pt x="1320" y="1881"/>
                    </a:cubicBezTo>
                    <a:cubicBezTo>
                      <a:pt x="1320" y="1876"/>
                      <a:pt x="1324" y="1877"/>
                      <a:pt x="1326" y="1880"/>
                    </a:cubicBezTo>
                    <a:cubicBezTo>
                      <a:pt x="1329" y="1884"/>
                      <a:pt x="1328" y="1889"/>
                      <a:pt x="1328" y="1894"/>
                    </a:cubicBezTo>
                    <a:cubicBezTo>
                      <a:pt x="1329" y="1899"/>
                      <a:pt x="1329" y="1905"/>
                      <a:pt x="1331" y="1909"/>
                    </a:cubicBezTo>
                    <a:cubicBezTo>
                      <a:pt x="1332" y="1913"/>
                      <a:pt x="1335" y="1916"/>
                      <a:pt x="1336" y="1920"/>
                    </a:cubicBezTo>
                    <a:cubicBezTo>
                      <a:pt x="1337" y="1924"/>
                      <a:pt x="1336" y="1929"/>
                      <a:pt x="1339" y="1933"/>
                    </a:cubicBezTo>
                    <a:cubicBezTo>
                      <a:pt x="1341" y="1937"/>
                      <a:pt x="1344" y="1941"/>
                      <a:pt x="1343" y="1945"/>
                    </a:cubicBezTo>
                    <a:cubicBezTo>
                      <a:pt x="1342" y="1950"/>
                      <a:pt x="1337" y="1953"/>
                      <a:pt x="1336" y="1958"/>
                    </a:cubicBezTo>
                    <a:cubicBezTo>
                      <a:pt x="1335" y="1963"/>
                      <a:pt x="1338" y="1967"/>
                      <a:pt x="1343" y="1966"/>
                    </a:cubicBezTo>
                    <a:cubicBezTo>
                      <a:pt x="1347" y="1966"/>
                      <a:pt x="1351" y="1965"/>
                      <a:pt x="1354" y="1970"/>
                    </a:cubicBezTo>
                    <a:cubicBezTo>
                      <a:pt x="1355" y="1971"/>
                      <a:pt x="1356" y="1974"/>
                      <a:pt x="1355" y="1975"/>
                    </a:cubicBezTo>
                    <a:close/>
                    <a:moveTo>
                      <a:pt x="1411" y="1943"/>
                    </a:moveTo>
                    <a:cubicBezTo>
                      <a:pt x="1410" y="1945"/>
                      <a:pt x="1407" y="1945"/>
                      <a:pt x="1405" y="1945"/>
                    </a:cubicBezTo>
                    <a:cubicBezTo>
                      <a:pt x="1403" y="1945"/>
                      <a:pt x="1402" y="1946"/>
                      <a:pt x="1400" y="1946"/>
                    </a:cubicBezTo>
                    <a:cubicBezTo>
                      <a:pt x="1393" y="1948"/>
                      <a:pt x="1390" y="1931"/>
                      <a:pt x="1388" y="1927"/>
                    </a:cubicBezTo>
                    <a:cubicBezTo>
                      <a:pt x="1387" y="1924"/>
                      <a:pt x="1385" y="1920"/>
                      <a:pt x="1385" y="1917"/>
                    </a:cubicBezTo>
                    <a:cubicBezTo>
                      <a:pt x="1387" y="1917"/>
                      <a:pt x="1389" y="1918"/>
                      <a:pt x="1390" y="1919"/>
                    </a:cubicBezTo>
                    <a:cubicBezTo>
                      <a:pt x="1391" y="1921"/>
                      <a:pt x="1391" y="1923"/>
                      <a:pt x="1393" y="1925"/>
                    </a:cubicBezTo>
                    <a:cubicBezTo>
                      <a:pt x="1397" y="1929"/>
                      <a:pt x="1397" y="1921"/>
                      <a:pt x="1397" y="1918"/>
                    </a:cubicBezTo>
                    <a:cubicBezTo>
                      <a:pt x="1396" y="1914"/>
                      <a:pt x="1395" y="1910"/>
                      <a:pt x="1394" y="1906"/>
                    </a:cubicBezTo>
                    <a:cubicBezTo>
                      <a:pt x="1393" y="1904"/>
                      <a:pt x="1389" y="1895"/>
                      <a:pt x="1394" y="1896"/>
                    </a:cubicBezTo>
                    <a:cubicBezTo>
                      <a:pt x="1402" y="1897"/>
                      <a:pt x="1397" y="1915"/>
                      <a:pt x="1400" y="1920"/>
                    </a:cubicBezTo>
                    <a:cubicBezTo>
                      <a:pt x="1403" y="1924"/>
                      <a:pt x="1405" y="1926"/>
                      <a:pt x="1409" y="1927"/>
                    </a:cubicBezTo>
                    <a:cubicBezTo>
                      <a:pt x="1414" y="1929"/>
                      <a:pt x="1412" y="1933"/>
                      <a:pt x="1412" y="1937"/>
                    </a:cubicBezTo>
                    <a:cubicBezTo>
                      <a:pt x="1412" y="1939"/>
                      <a:pt x="1413" y="1942"/>
                      <a:pt x="1411" y="1943"/>
                    </a:cubicBezTo>
                    <a:close/>
                    <a:moveTo>
                      <a:pt x="1437" y="1896"/>
                    </a:moveTo>
                    <a:cubicBezTo>
                      <a:pt x="1434" y="1899"/>
                      <a:pt x="1434" y="1903"/>
                      <a:pt x="1434" y="1907"/>
                    </a:cubicBezTo>
                    <a:cubicBezTo>
                      <a:pt x="1434" y="1910"/>
                      <a:pt x="1436" y="1914"/>
                      <a:pt x="1433" y="1916"/>
                    </a:cubicBezTo>
                    <a:cubicBezTo>
                      <a:pt x="1432" y="1917"/>
                      <a:pt x="1430" y="1918"/>
                      <a:pt x="1429" y="1919"/>
                    </a:cubicBezTo>
                    <a:cubicBezTo>
                      <a:pt x="1427" y="1920"/>
                      <a:pt x="1421" y="1923"/>
                      <a:pt x="1420" y="1919"/>
                    </a:cubicBezTo>
                    <a:cubicBezTo>
                      <a:pt x="1420" y="1918"/>
                      <a:pt x="1422" y="1915"/>
                      <a:pt x="1423" y="1914"/>
                    </a:cubicBezTo>
                    <a:cubicBezTo>
                      <a:pt x="1424" y="1912"/>
                      <a:pt x="1426" y="1909"/>
                      <a:pt x="1427" y="1907"/>
                    </a:cubicBezTo>
                    <a:cubicBezTo>
                      <a:pt x="1432" y="1898"/>
                      <a:pt x="1431" y="1889"/>
                      <a:pt x="1431" y="1879"/>
                    </a:cubicBezTo>
                    <a:cubicBezTo>
                      <a:pt x="1431" y="1873"/>
                      <a:pt x="1429" y="1867"/>
                      <a:pt x="1430" y="1861"/>
                    </a:cubicBezTo>
                    <a:cubicBezTo>
                      <a:pt x="1430" y="1857"/>
                      <a:pt x="1434" y="1856"/>
                      <a:pt x="1437" y="1859"/>
                    </a:cubicBezTo>
                    <a:cubicBezTo>
                      <a:pt x="1440" y="1863"/>
                      <a:pt x="1439" y="1868"/>
                      <a:pt x="1440" y="1872"/>
                    </a:cubicBezTo>
                    <a:cubicBezTo>
                      <a:pt x="1441" y="1877"/>
                      <a:pt x="1443" y="1881"/>
                      <a:pt x="1443" y="1885"/>
                    </a:cubicBezTo>
                    <a:cubicBezTo>
                      <a:pt x="1443" y="1890"/>
                      <a:pt x="1439" y="1892"/>
                      <a:pt x="1437" y="1896"/>
                    </a:cubicBezTo>
                    <a:close/>
                    <a:moveTo>
                      <a:pt x="1624" y="711"/>
                    </a:moveTo>
                    <a:cubicBezTo>
                      <a:pt x="1624" y="712"/>
                      <a:pt x="1625" y="713"/>
                      <a:pt x="1624" y="714"/>
                    </a:cubicBezTo>
                    <a:cubicBezTo>
                      <a:pt x="1623" y="716"/>
                      <a:pt x="1622" y="718"/>
                      <a:pt x="1620" y="719"/>
                    </a:cubicBezTo>
                    <a:cubicBezTo>
                      <a:pt x="1618" y="718"/>
                      <a:pt x="1615" y="719"/>
                      <a:pt x="1614" y="717"/>
                    </a:cubicBezTo>
                    <a:cubicBezTo>
                      <a:pt x="1612" y="715"/>
                      <a:pt x="1613" y="712"/>
                      <a:pt x="1611" y="711"/>
                    </a:cubicBezTo>
                    <a:cubicBezTo>
                      <a:pt x="1607" y="710"/>
                      <a:pt x="1601" y="711"/>
                      <a:pt x="1598" y="714"/>
                    </a:cubicBezTo>
                    <a:cubicBezTo>
                      <a:pt x="1595" y="718"/>
                      <a:pt x="1593" y="720"/>
                      <a:pt x="1588" y="721"/>
                    </a:cubicBezTo>
                    <a:cubicBezTo>
                      <a:pt x="1586" y="722"/>
                      <a:pt x="1584" y="722"/>
                      <a:pt x="1583" y="720"/>
                    </a:cubicBezTo>
                    <a:cubicBezTo>
                      <a:pt x="1583" y="718"/>
                      <a:pt x="1583" y="715"/>
                      <a:pt x="1583" y="713"/>
                    </a:cubicBezTo>
                    <a:cubicBezTo>
                      <a:pt x="1583" y="709"/>
                      <a:pt x="1579" y="709"/>
                      <a:pt x="1576" y="709"/>
                    </a:cubicBezTo>
                    <a:cubicBezTo>
                      <a:pt x="1575" y="709"/>
                      <a:pt x="1574" y="709"/>
                      <a:pt x="1572" y="709"/>
                    </a:cubicBezTo>
                    <a:cubicBezTo>
                      <a:pt x="1570" y="709"/>
                      <a:pt x="1568" y="708"/>
                      <a:pt x="1566" y="707"/>
                    </a:cubicBezTo>
                    <a:cubicBezTo>
                      <a:pt x="1563" y="707"/>
                      <a:pt x="1560" y="704"/>
                      <a:pt x="1559" y="701"/>
                    </a:cubicBezTo>
                    <a:cubicBezTo>
                      <a:pt x="1558" y="697"/>
                      <a:pt x="1556" y="693"/>
                      <a:pt x="1554" y="689"/>
                    </a:cubicBezTo>
                    <a:cubicBezTo>
                      <a:pt x="1552" y="687"/>
                      <a:pt x="1550" y="686"/>
                      <a:pt x="1548" y="685"/>
                    </a:cubicBezTo>
                    <a:cubicBezTo>
                      <a:pt x="1545" y="682"/>
                      <a:pt x="1542" y="680"/>
                      <a:pt x="1537" y="679"/>
                    </a:cubicBezTo>
                    <a:cubicBezTo>
                      <a:pt x="1532" y="679"/>
                      <a:pt x="1529" y="687"/>
                      <a:pt x="1524" y="684"/>
                    </a:cubicBezTo>
                    <a:cubicBezTo>
                      <a:pt x="1521" y="682"/>
                      <a:pt x="1521" y="679"/>
                      <a:pt x="1518" y="676"/>
                    </a:cubicBezTo>
                    <a:cubicBezTo>
                      <a:pt x="1517" y="675"/>
                      <a:pt x="1515" y="675"/>
                      <a:pt x="1513" y="673"/>
                    </a:cubicBezTo>
                    <a:cubicBezTo>
                      <a:pt x="1511" y="671"/>
                      <a:pt x="1511" y="668"/>
                      <a:pt x="1510" y="665"/>
                    </a:cubicBezTo>
                    <a:cubicBezTo>
                      <a:pt x="1509" y="659"/>
                      <a:pt x="1506" y="655"/>
                      <a:pt x="1502" y="650"/>
                    </a:cubicBezTo>
                    <a:cubicBezTo>
                      <a:pt x="1501" y="648"/>
                      <a:pt x="1500" y="646"/>
                      <a:pt x="1498" y="644"/>
                    </a:cubicBezTo>
                    <a:cubicBezTo>
                      <a:pt x="1496" y="642"/>
                      <a:pt x="1494" y="639"/>
                      <a:pt x="1494" y="637"/>
                    </a:cubicBezTo>
                    <a:cubicBezTo>
                      <a:pt x="1492" y="629"/>
                      <a:pt x="1505" y="635"/>
                      <a:pt x="1507" y="638"/>
                    </a:cubicBezTo>
                    <a:cubicBezTo>
                      <a:pt x="1512" y="644"/>
                      <a:pt x="1510" y="653"/>
                      <a:pt x="1517" y="658"/>
                    </a:cubicBezTo>
                    <a:cubicBezTo>
                      <a:pt x="1521" y="661"/>
                      <a:pt x="1528" y="663"/>
                      <a:pt x="1533" y="662"/>
                    </a:cubicBezTo>
                    <a:cubicBezTo>
                      <a:pt x="1536" y="662"/>
                      <a:pt x="1539" y="661"/>
                      <a:pt x="1542" y="661"/>
                    </a:cubicBezTo>
                    <a:cubicBezTo>
                      <a:pt x="1545" y="661"/>
                      <a:pt x="1547" y="664"/>
                      <a:pt x="1548" y="666"/>
                    </a:cubicBezTo>
                    <a:cubicBezTo>
                      <a:pt x="1550" y="670"/>
                      <a:pt x="1552" y="673"/>
                      <a:pt x="1556" y="674"/>
                    </a:cubicBezTo>
                    <a:cubicBezTo>
                      <a:pt x="1560" y="676"/>
                      <a:pt x="1565" y="677"/>
                      <a:pt x="1570" y="678"/>
                    </a:cubicBezTo>
                    <a:cubicBezTo>
                      <a:pt x="1570" y="679"/>
                      <a:pt x="1571" y="679"/>
                      <a:pt x="1572" y="679"/>
                    </a:cubicBezTo>
                    <a:cubicBezTo>
                      <a:pt x="1572" y="680"/>
                      <a:pt x="1573" y="681"/>
                      <a:pt x="1573" y="682"/>
                    </a:cubicBezTo>
                    <a:cubicBezTo>
                      <a:pt x="1574" y="685"/>
                      <a:pt x="1574" y="687"/>
                      <a:pt x="1575" y="690"/>
                    </a:cubicBezTo>
                    <a:cubicBezTo>
                      <a:pt x="1576" y="693"/>
                      <a:pt x="1578" y="695"/>
                      <a:pt x="1580" y="697"/>
                    </a:cubicBezTo>
                    <a:cubicBezTo>
                      <a:pt x="1580" y="696"/>
                      <a:pt x="1581" y="697"/>
                      <a:pt x="1581" y="697"/>
                    </a:cubicBezTo>
                    <a:cubicBezTo>
                      <a:pt x="1582" y="697"/>
                      <a:pt x="1583" y="698"/>
                      <a:pt x="1584" y="699"/>
                    </a:cubicBezTo>
                    <a:cubicBezTo>
                      <a:pt x="1585" y="700"/>
                      <a:pt x="1586" y="701"/>
                      <a:pt x="1588" y="702"/>
                    </a:cubicBezTo>
                    <a:cubicBezTo>
                      <a:pt x="1590" y="704"/>
                      <a:pt x="1591" y="705"/>
                      <a:pt x="1594" y="704"/>
                    </a:cubicBezTo>
                    <a:cubicBezTo>
                      <a:pt x="1595" y="704"/>
                      <a:pt x="1596" y="703"/>
                      <a:pt x="1596" y="703"/>
                    </a:cubicBezTo>
                    <a:cubicBezTo>
                      <a:pt x="1597" y="704"/>
                      <a:pt x="1597" y="705"/>
                      <a:pt x="1598" y="706"/>
                    </a:cubicBezTo>
                    <a:cubicBezTo>
                      <a:pt x="1600" y="708"/>
                      <a:pt x="1601" y="706"/>
                      <a:pt x="1601" y="704"/>
                    </a:cubicBezTo>
                    <a:cubicBezTo>
                      <a:pt x="1602" y="701"/>
                      <a:pt x="1602" y="700"/>
                      <a:pt x="1605" y="699"/>
                    </a:cubicBezTo>
                    <a:cubicBezTo>
                      <a:pt x="1609" y="697"/>
                      <a:pt x="1612" y="702"/>
                      <a:pt x="1616" y="703"/>
                    </a:cubicBezTo>
                    <a:cubicBezTo>
                      <a:pt x="1618" y="703"/>
                      <a:pt x="1621" y="703"/>
                      <a:pt x="1621" y="701"/>
                    </a:cubicBezTo>
                    <a:cubicBezTo>
                      <a:pt x="1621" y="699"/>
                      <a:pt x="1618" y="699"/>
                      <a:pt x="1620" y="696"/>
                    </a:cubicBezTo>
                    <a:cubicBezTo>
                      <a:pt x="1622" y="694"/>
                      <a:pt x="1624" y="694"/>
                      <a:pt x="1626" y="694"/>
                    </a:cubicBezTo>
                    <a:cubicBezTo>
                      <a:pt x="1629" y="694"/>
                      <a:pt x="1632" y="694"/>
                      <a:pt x="1635" y="694"/>
                    </a:cubicBezTo>
                    <a:cubicBezTo>
                      <a:pt x="1637" y="694"/>
                      <a:pt x="1640" y="693"/>
                      <a:pt x="1643" y="694"/>
                    </a:cubicBezTo>
                    <a:cubicBezTo>
                      <a:pt x="1645" y="695"/>
                      <a:pt x="1647" y="696"/>
                      <a:pt x="1649" y="697"/>
                    </a:cubicBezTo>
                    <a:cubicBezTo>
                      <a:pt x="1653" y="698"/>
                      <a:pt x="1652" y="693"/>
                      <a:pt x="1652" y="691"/>
                    </a:cubicBezTo>
                    <a:cubicBezTo>
                      <a:pt x="1652" y="689"/>
                      <a:pt x="1651" y="687"/>
                      <a:pt x="1652" y="686"/>
                    </a:cubicBezTo>
                    <a:cubicBezTo>
                      <a:pt x="1653" y="683"/>
                      <a:pt x="1657" y="684"/>
                      <a:pt x="1659" y="684"/>
                    </a:cubicBezTo>
                    <a:cubicBezTo>
                      <a:pt x="1670" y="686"/>
                      <a:pt x="1656" y="701"/>
                      <a:pt x="1663" y="706"/>
                    </a:cubicBezTo>
                    <a:cubicBezTo>
                      <a:pt x="1665" y="708"/>
                      <a:pt x="1667" y="709"/>
                      <a:pt x="1668" y="711"/>
                    </a:cubicBezTo>
                    <a:cubicBezTo>
                      <a:pt x="1669" y="715"/>
                      <a:pt x="1664" y="723"/>
                      <a:pt x="1672" y="725"/>
                    </a:cubicBezTo>
                    <a:cubicBezTo>
                      <a:pt x="1673" y="725"/>
                      <a:pt x="1677" y="723"/>
                      <a:pt x="1677" y="726"/>
                    </a:cubicBezTo>
                    <a:cubicBezTo>
                      <a:pt x="1678" y="729"/>
                      <a:pt x="1675" y="729"/>
                      <a:pt x="1673" y="730"/>
                    </a:cubicBezTo>
                    <a:cubicBezTo>
                      <a:pt x="1671" y="732"/>
                      <a:pt x="1673" y="735"/>
                      <a:pt x="1674" y="737"/>
                    </a:cubicBezTo>
                    <a:cubicBezTo>
                      <a:pt x="1677" y="739"/>
                      <a:pt x="1677" y="742"/>
                      <a:pt x="1677" y="745"/>
                    </a:cubicBezTo>
                    <a:cubicBezTo>
                      <a:pt x="1677" y="751"/>
                      <a:pt x="1671" y="754"/>
                      <a:pt x="1665" y="754"/>
                    </a:cubicBezTo>
                    <a:cubicBezTo>
                      <a:pt x="1656" y="754"/>
                      <a:pt x="1656" y="745"/>
                      <a:pt x="1656" y="738"/>
                    </a:cubicBezTo>
                    <a:cubicBezTo>
                      <a:pt x="1657" y="735"/>
                      <a:pt x="1658" y="731"/>
                      <a:pt x="1656" y="729"/>
                    </a:cubicBezTo>
                    <a:cubicBezTo>
                      <a:pt x="1655" y="727"/>
                      <a:pt x="1652" y="726"/>
                      <a:pt x="1650" y="725"/>
                    </a:cubicBezTo>
                    <a:cubicBezTo>
                      <a:pt x="1645" y="721"/>
                      <a:pt x="1649" y="713"/>
                      <a:pt x="1646" y="708"/>
                    </a:cubicBezTo>
                    <a:cubicBezTo>
                      <a:pt x="1645" y="706"/>
                      <a:pt x="1642" y="704"/>
                      <a:pt x="1639" y="704"/>
                    </a:cubicBezTo>
                    <a:cubicBezTo>
                      <a:pt x="1635" y="702"/>
                      <a:pt x="1634" y="705"/>
                      <a:pt x="1632" y="707"/>
                    </a:cubicBezTo>
                    <a:cubicBezTo>
                      <a:pt x="1629" y="708"/>
                      <a:pt x="1626" y="708"/>
                      <a:pt x="1624" y="711"/>
                    </a:cubicBezTo>
                    <a:close/>
                    <a:moveTo>
                      <a:pt x="1668" y="1604"/>
                    </a:moveTo>
                    <a:cubicBezTo>
                      <a:pt x="1667" y="1611"/>
                      <a:pt x="1659" y="1607"/>
                      <a:pt x="1655" y="1604"/>
                    </a:cubicBezTo>
                    <a:cubicBezTo>
                      <a:pt x="1651" y="1601"/>
                      <a:pt x="1652" y="1593"/>
                      <a:pt x="1645" y="1592"/>
                    </a:cubicBezTo>
                    <a:cubicBezTo>
                      <a:pt x="1640" y="1591"/>
                      <a:pt x="1636" y="1589"/>
                      <a:pt x="1636" y="1584"/>
                    </a:cubicBezTo>
                    <a:cubicBezTo>
                      <a:pt x="1636" y="1582"/>
                      <a:pt x="1636" y="1580"/>
                      <a:pt x="1636" y="1577"/>
                    </a:cubicBezTo>
                    <a:cubicBezTo>
                      <a:pt x="1637" y="1575"/>
                      <a:pt x="1636" y="1572"/>
                      <a:pt x="1635" y="1569"/>
                    </a:cubicBezTo>
                    <a:cubicBezTo>
                      <a:pt x="1633" y="1563"/>
                      <a:pt x="1628" y="1558"/>
                      <a:pt x="1628" y="1552"/>
                    </a:cubicBezTo>
                    <a:cubicBezTo>
                      <a:pt x="1627" y="1548"/>
                      <a:pt x="1631" y="1541"/>
                      <a:pt x="1634" y="1547"/>
                    </a:cubicBezTo>
                    <a:cubicBezTo>
                      <a:pt x="1637" y="1551"/>
                      <a:pt x="1634" y="1557"/>
                      <a:pt x="1637" y="1562"/>
                    </a:cubicBezTo>
                    <a:cubicBezTo>
                      <a:pt x="1639" y="1564"/>
                      <a:pt x="1641" y="1566"/>
                      <a:pt x="1641" y="1568"/>
                    </a:cubicBezTo>
                    <a:cubicBezTo>
                      <a:pt x="1643" y="1571"/>
                      <a:pt x="1643" y="1574"/>
                      <a:pt x="1643" y="1577"/>
                    </a:cubicBezTo>
                    <a:cubicBezTo>
                      <a:pt x="1643" y="1579"/>
                      <a:pt x="1644" y="1581"/>
                      <a:pt x="1646" y="1582"/>
                    </a:cubicBezTo>
                    <a:cubicBezTo>
                      <a:pt x="1648" y="1584"/>
                      <a:pt x="1650" y="1584"/>
                      <a:pt x="1652" y="1585"/>
                    </a:cubicBezTo>
                    <a:cubicBezTo>
                      <a:pt x="1656" y="1588"/>
                      <a:pt x="1659" y="1593"/>
                      <a:pt x="1664" y="1596"/>
                    </a:cubicBezTo>
                    <a:cubicBezTo>
                      <a:pt x="1664" y="1596"/>
                      <a:pt x="1664" y="1596"/>
                      <a:pt x="1664" y="1596"/>
                    </a:cubicBezTo>
                    <a:cubicBezTo>
                      <a:pt x="1667" y="1597"/>
                      <a:pt x="1668" y="1601"/>
                      <a:pt x="1668" y="1604"/>
                    </a:cubicBezTo>
                    <a:close/>
                    <a:moveTo>
                      <a:pt x="1688" y="1603"/>
                    </a:moveTo>
                    <a:cubicBezTo>
                      <a:pt x="1683" y="1605"/>
                      <a:pt x="1680" y="1599"/>
                      <a:pt x="1679" y="1595"/>
                    </a:cubicBezTo>
                    <a:cubicBezTo>
                      <a:pt x="1678" y="1592"/>
                      <a:pt x="1678" y="1590"/>
                      <a:pt x="1678" y="1587"/>
                    </a:cubicBezTo>
                    <a:cubicBezTo>
                      <a:pt x="1677" y="1584"/>
                      <a:pt x="1678" y="1581"/>
                      <a:pt x="1677" y="1578"/>
                    </a:cubicBezTo>
                    <a:cubicBezTo>
                      <a:pt x="1676" y="1576"/>
                      <a:pt x="1675" y="1573"/>
                      <a:pt x="1673" y="1572"/>
                    </a:cubicBezTo>
                    <a:cubicBezTo>
                      <a:pt x="1671" y="1570"/>
                      <a:pt x="1669" y="1571"/>
                      <a:pt x="1668" y="1569"/>
                    </a:cubicBezTo>
                    <a:cubicBezTo>
                      <a:pt x="1666" y="1568"/>
                      <a:pt x="1664" y="1567"/>
                      <a:pt x="1662" y="1566"/>
                    </a:cubicBezTo>
                    <a:cubicBezTo>
                      <a:pt x="1658" y="1565"/>
                      <a:pt x="1656" y="1562"/>
                      <a:pt x="1655" y="1558"/>
                    </a:cubicBezTo>
                    <a:cubicBezTo>
                      <a:pt x="1654" y="1554"/>
                      <a:pt x="1654" y="1546"/>
                      <a:pt x="1659" y="1548"/>
                    </a:cubicBezTo>
                    <a:cubicBezTo>
                      <a:pt x="1664" y="1550"/>
                      <a:pt x="1667" y="1555"/>
                      <a:pt x="1670" y="1558"/>
                    </a:cubicBezTo>
                    <a:cubicBezTo>
                      <a:pt x="1674" y="1561"/>
                      <a:pt x="1678" y="1560"/>
                      <a:pt x="1681" y="1564"/>
                    </a:cubicBezTo>
                    <a:cubicBezTo>
                      <a:pt x="1682" y="1566"/>
                      <a:pt x="1682" y="1569"/>
                      <a:pt x="1682" y="1571"/>
                    </a:cubicBezTo>
                    <a:cubicBezTo>
                      <a:pt x="1683" y="1574"/>
                      <a:pt x="1683" y="1575"/>
                      <a:pt x="1684" y="1577"/>
                    </a:cubicBezTo>
                    <a:cubicBezTo>
                      <a:pt x="1686" y="1582"/>
                      <a:pt x="1689" y="1586"/>
                      <a:pt x="1690" y="1591"/>
                    </a:cubicBezTo>
                    <a:cubicBezTo>
                      <a:pt x="1691" y="1594"/>
                      <a:pt x="1692" y="1602"/>
                      <a:pt x="1688" y="1603"/>
                    </a:cubicBezTo>
                    <a:close/>
                    <a:moveTo>
                      <a:pt x="2156" y="905"/>
                    </a:moveTo>
                    <a:cubicBezTo>
                      <a:pt x="2155" y="904"/>
                      <a:pt x="2154" y="904"/>
                      <a:pt x="2153" y="903"/>
                    </a:cubicBezTo>
                    <a:cubicBezTo>
                      <a:pt x="2152" y="902"/>
                      <a:pt x="2150" y="901"/>
                      <a:pt x="2149" y="900"/>
                    </a:cubicBezTo>
                    <a:cubicBezTo>
                      <a:pt x="2146" y="899"/>
                      <a:pt x="2142" y="898"/>
                      <a:pt x="2139" y="898"/>
                    </a:cubicBezTo>
                    <a:cubicBezTo>
                      <a:pt x="2137" y="897"/>
                      <a:pt x="2136" y="897"/>
                      <a:pt x="2134" y="896"/>
                    </a:cubicBezTo>
                    <a:cubicBezTo>
                      <a:pt x="2132" y="896"/>
                      <a:pt x="2130" y="896"/>
                      <a:pt x="2129" y="896"/>
                    </a:cubicBezTo>
                    <a:cubicBezTo>
                      <a:pt x="2124" y="895"/>
                      <a:pt x="2120" y="896"/>
                      <a:pt x="2115" y="896"/>
                    </a:cubicBezTo>
                    <a:cubicBezTo>
                      <a:pt x="2111" y="896"/>
                      <a:pt x="2107" y="896"/>
                      <a:pt x="2102" y="895"/>
                    </a:cubicBezTo>
                    <a:cubicBezTo>
                      <a:pt x="2099" y="894"/>
                      <a:pt x="2095" y="895"/>
                      <a:pt x="2092" y="893"/>
                    </a:cubicBezTo>
                    <a:cubicBezTo>
                      <a:pt x="2088" y="892"/>
                      <a:pt x="2085" y="890"/>
                      <a:pt x="2082" y="887"/>
                    </a:cubicBezTo>
                    <a:cubicBezTo>
                      <a:pt x="2079" y="884"/>
                      <a:pt x="2076" y="882"/>
                      <a:pt x="2073" y="881"/>
                    </a:cubicBezTo>
                    <a:cubicBezTo>
                      <a:pt x="2071" y="880"/>
                      <a:pt x="2070" y="879"/>
                      <a:pt x="2068" y="878"/>
                    </a:cubicBezTo>
                    <a:cubicBezTo>
                      <a:pt x="2067" y="877"/>
                      <a:pt x="2066" y="877"/>
                      <a:pt x="2065" y="877"/>
                    </a:cubicBezTo>
                    <a:cubicBezTo>
                      <a:pt x="2063" y="877"/>
                      <a:pt x="2061" y="877"/>
                      <a:pt x="2059" y="877"/>
                    </a:cubicBezTo>
                    <a:cubicBezTo>
                      <a:pt x="2057" y="877"/>
                      <a:pt x="2055" y="877"/>
                      <a:pt x="2054" y="877"/>
                    </a:cubicBezTo>
                    <a:cubicBezTo>
                      <a:pt x="2052" y="878"/>
                      <a:pt x="2051" y="878"/>
                      <a:pt x="2050" y="878"/>
                    </a:cubicBezTo>
                    <a:cubicBezTo>
                      <a:pt x="2046" y="879"/>
                      <a:pt x="2042" y="878"/>
                      <a:pt x="2039" y="878"/>
                    </a:cubicBezTo>
                    <a:cubicBezTo>
                      <a:pt x="2035" y="878"/>
                      <a:pt x="2032" y="878"/>
                      <a:pt x="2029" y="877"/>
                    </a:cubicBezTo>
                    <a:cubicBezTo>
                      <a:pt x="2025" y="875"/>
                      <a:pt x="2020" y="875"/>
                      <a:pt x="2017" y="875"/>
                    </a:cubicBezTo>
                    <a:cubicBezTo>
                      <a:pt x="2015" y="875"/>
                      <a:pt x="2013" y="875"/>
                      <a:pt x="2011" y="875"/>
                    </a:cubicBezTo>
                    <a:cubicBezTo>
                      <a:pt x="2009" y="876"/>
                      <a:pt x="2006" y="876"/>
                      <a:pt x="2004" y="876"/>
                    </a:cubicBezTo>
                    <a:cubicBezTo>
                      <a:pt x="2000" y="877"/>
                      <a:pt x="1996" y="877"/>
                      <a:pt x="1992" y="877"/>
                    </a:cubicBezTo>
                    <a:cubicBezTo>
                      <a:pt x="1987" y="877"/>
                      <a:pt x="1985" y="880"/>
                      <a:pt x="1983" y="883"/>
                    </a:cubicBezTo>
                    <a:cubicBezTo>
                      <a:pt x="1980" y="887"/>
                      <a:pt x="1974" y="888"/>
                      <a:pt x="1970" y="890"/>
                    </a:cubicBezTo>
                    <a:cubicBezTo>
                      <a:pt x="1967" y="892"/>
                      <a:pt x="1966" y="892"/>
                      <a:pt x="1962" y="891"/>
                    </a:cubicBezTo>
                    <a:cubicBezTo>
                      <a:pt x="1959" y="891"/>
                      <a:pt x="1956" y="891"/>
                      <a:pt x="1954" y="894"/>
                    </a:cubicBezTo>
                    <a:cubicBezTo>
                      <a:pt x="1952" y="897"/>
                      <a:pt x="1950" y="899"/>
                      <a:pt x="1947" y="899"/>
                    </a:cubicBezTo>
                    <a:cubicBezTo>
                      <a:pt x="1943" y="899"/>
                      <a:pt x="1938" y="899"/>
                      <a:pt x="1935" y="898"/>
                    </a:cubicBezTo>
                    <a:cubicBezTo>
                      <a:pt x="1931" y="897"/>
                      <a:pt x="1931" y="895"/>
                      <a:pt x="1930" y="892"/>
                    </a:cubicBezTo>
                    <a:cubicBezTo>
                      <a:pt x="1930" y="890"/>
                      <a:pt x="1929" y="888"/>
                      <a:pt x="1928" y="886"/>
                    </a:cubicBezTo>
                    <a:cubicBezTo>
                      <a:pt x="1928" y="885"/>
                      <a:pt x="1928" y="883"/>
                      <a:pt x="1927" y="881"/>
                    </a:cubicBezTo>
                    <a:cubicBezTo>
                      <a:pt x="1926" y="879"/>
                      <a:pt x="1923" y="878"/>
                      <a:pt x="1921" y="878"/>
                    </a:cubicBezTo>
                    <a:cubicBezTo>
                      <a:pt x="1917" y="876"/>
                      <a:pt x="1913" y="874"/>
                      <a:pt x="1908" y="874"/>
                    </a:cubicBezTo>
                    <a:cubicBezTo>
                      <a:pt x="1905" y="873"/>
                      <a:pt x="1901" y="873"/>
                      <a:pt x="1897" y="872"/>
                    </a:cubicBezTo>
                    <a:cubicBezTo>
                      <a:pt x="1894" y="872"/>
                      <a:pt x="1890" y="870"/>
                      <a:pt x="1887" y="869"/>
                    </a:cubicBezTo>
                    <a:cubicBezTo>
                      <a:pt x="1885" y="867"/>
                      <a:pt x="1883" y="866"/>
                      <a:pt x="1880" y="865"/>
                    </a:cubicBezTo>
                    <a:cubicBezTo>
                      <a:pt x="1878" y="864"/>
                      <a:pt x="1875" y="864"/>
                      <a:pt x="1873" y="863"/>
                    </a:cubicBezTo>
                    <a:cubicBezTo>
                      <a:pt x="1868" y="860"/>
                      <a:pt x="1862" y="857"/>
                      <a:pt x="1857" y="855"/>
                    </a:cubicBezTo>
                    <a:cubicBezTo>
                      <a:pt x="1851" y="853"/>
                      <a:pt x="1847" y="849"/>
                      <a:pt x="1842" y="846"/>
                    </a:cubicBezTo>
                    <a:cubicBezTo>
                      <a:pt x="1832" y="841"/>
                      <a:pt x="1821" y="839"/>
                      <a:pt x="1811" y="836"/>
                    </a:cubicBezTo>
                    <a:cubicBezTo>
                      <a:pt x="1809" y="835"/>
                      <a:pt x="1806" y="834"/>
                      <a:pt x="1804" y="833"/>
                    </a:cubicBezTo>
                    <a:cubicBezTo>
                      <a:pt x="1801" y="831"/>
                      <a:pt x="1798" y="829"/>
                      <a:pt x="1795" y="827"/>
                    </a:cubicBezTo>
                    <a:cubicBezTo>
                      <a:pt x="1793" y="825"/>
                      <a:pt x="1790" y="823"/>
                      <a:pt x="1787" y="821"/>
                    </a:cubicBezTo>
                    <a:cubicBezTo>
                      <a:pt x="1786" y="819"/>
                      <a:pt x="1784" y="819"/>
                      <a:pt x="1782" y="818"/>
                    </a:cubicBezTo>
                    <a:cubicBezTo>
                      <a:pt x="1778" y="815"/>
                      <a:pt x="1777" y="809"/>
                      <a:pt x="1774" y="806"/>
                    </a:cubicBezTo>
                    <a:cubicBezTo>
                      <a:pt x="1774" y="806"/>
                      <a:pt x="1774" y="806"/>
                      <a:pt x="1774" y="806"/>
                    </a:cubicBezTo>
                    <a:cubicBezTo>
                      <a:pt x="1774" y="805"/>
                      <a:pt x="1774" y="805"/>
                      <a:pt x="1774" y="805"/>
                    </a:cubicBezTo>
                    <a:cubicBezTo>
                      <a:pt x="1773" y="804"/>
                      <a:pt x="1773" y="804"/>
                      <a:pt x="1772" y="803"/>
                    </a:cubicBezTo>
                    <a:cubicBezTo>
                      <a:pt x="1771" y="802"/>
                      <a:pt x="1769" y="801"/>
                      <a:pt x="1768" y="800"/>
                    </a:cubicBezTo>
                    <a:cubicBezTo>
                      <a:pt x="1766" y="799"/>
                      <a:pt x="1765" y="799"/>
                      <a:pt x="1763" y="799"/>
                    </a:cubicBezTo>
                    <a:cubicBezTo>
                      <a:pt x="1760" y="799"/>
                      <a:pt x="1758" y="800"/>
                      <a:pt x="1755" y="799"/>
                    </a:cubicBezTo>
                    <a:cubicBezTo>
                      <a:pt x="1752" y="799"/>
                      <a:pt x="1750" y="798"/>
                      <a:pt x="1747" y="798"/>
                    </a:cubicBezTo>
                    <a:cubicBezTo>
                      <a:pt x="1743" y="798"/>
                      <a:pt x="1739" y="797"/>
                      <a:pt x="1735" y="797"/>
                    </a:cubicBezTo>
                    <a:cubicBezTo>
                      <a:pt x="1733" y="797"/>
                      <a:pt x="1731" y="796"/>
                      <a:pt x="1729" y="795"/>
                    </a:cubicBezTo>
                    <a:cubicBezTo>
                      <a:pt x="1726" y="794"/>
                      <a:pt x="1721" y="793"/>
                      <a:pt x="1717" y="793"/>
                    </a:cubicBezTo>
                    <a:cubicBezTo>
                      <a:pt x="1715" y="792"/>
                      <a:pt x="1706" y="793"/>
                      <a:pt x="1707" y="788"/>
                    </a:cubicBezTo>
                    <a:cubicBezTo>
                      <a:pt x="1713" y="788"/>
                      <a:pt x="1719" y="788"/>
                      <a:pt x="1726" y="788"/>
                    </a:cubicBezTo>
                    <a:cubicBezTo>
                      <a:pt x="1728" y="788"/>
                      <a:pt x="1731" y="788"/>
                      <a:pt x="1733" y="788"/>
                    </a:cubicBezTo>
                    <a:cubicBezTo>
                      <a:pt x="1736" y="787"/>
                      <a:pt x="1735" y="785"/>
                      <a:pt x="1735" y="783"/>
                    </a:cubicBezTo>
                    <a:cubicBezTo>
                      <a:pt x="1734" y="781"/>
                      <a:pt x="1734" y="777"/>
                      <a:pt x="1735" y="775"/>
                    </a:cubicBezTo>
                    <a:cubicBezTo>
                      <a:pt x="1736" y="772"/>
                      <a:pt x="1742" y="772"/>
                      <a:pt x="1744" y="772"/>
                    </a:cubicBezTo>
                    <a:cubicBezTo>
                      <a:pt x="1747" y="771"/>
                      <a:pt x="1750" y="770"/>
                      <a:pt x="1754" y="771"/>
                    </a:cubicBezTo>
                    <a:cubicBezTo>
                      <a:pt x="1757" y="772"/>
                      <a:pt x="1760" y="775"/>
                      <a:pt x="1763" y="777"/>
                    </a:cubicBezTo>
                    <a:cubicBezTo>
                      <a:pt x="1769" y="781"/>
                      <a:pt x="1774" y="785"/>
                      <a:pt x="1780" y="787"/>
                    </a:cubicBezTo>
                    <a:cubicBezTo>
                      <a:pt x="1786" y="790"/>
                      <a:pt x="1792" y="792"/>
                      <a:pt x="1798" y="795"/>
                    </a:cubicBezTo>
                    <a:cubicBezTo>
                      <a:pt x="1801" y="795"/>
                      <a:pt x="1803" y="797"/>
                      <a:pt x="1805" y="799"/>
                    </a:cubicBezTo>
                    <a:cubicBezTo>
                      <a:pt x="1807" y="800"/>
                      <a:pt x="1810" y="801"/>
                      <a:pt x="1812" y="803"/>
                    </a:cubicBezTo>
                    <a:cubicBezTo>
                      <a:pt x="1815" y="804"/>
                      <a:pt x="1823" y="808"/>
                      <a:pt x="1824" y="803"/>
                    </a:cubicBezTo>
                    <a:cubicBezTo>
                      <a:pt x="1825" y="800"/>
                      <a:pt x="1825" y="799"/>
                      <a:pt x="1826" y="796"/>
                    </a:cubicBezTo>
                    <a:cubicBezTo>
                      <a:pt x="1828" y="794"/>
                      <a:pt x="1832" y="794"/>
                      <a:pt x="1835" y="794"/>
                    </a:cubicBezTo>
                    <a:cubicBezTo>
                      <a:pt x="1841" y="793"/>
                      <a:pt x="1848" y="798"/>
                      <a:pt x="1853" y="802"/>
                    </a:cubicBezTo>
                    <a:cubicBezTo>
                      <a:pt x="1854" y="804"/>
                      <a:pt x="1855" y="806"/>
                      <a:pt x="1857" y="807"/>
                    </a:cubicBezTo>
                    <a:cubicBezTo>
                      <a:pt x="1859" y="809"/>
                      <a:pt x="1862" y="811"/>
                      <a:pt x="1865" y="813"/>
                    </a:cubicBezTo>
                    <a:cubicBezTo>
                      <a:pt x="1869" y="814"/>
                      <a:pt x="1872" y="816"/>
                      <a:pt x="1875" y="819"/>
                    </a:cubicBezTo>
                    <a:cubicBezTo>
                      <a:pt x="1876" y="820"/>
                      <a:pt x="1877" y="822"/>
                      <a:pt x="1879" y="823"/>
                    </a:cubicBezTo>
                    <a:cubicBezTo>
                      <a:pt x="1883" y="826"/>
                      <a:pt x="1889" y="826"/>
                      <a:pt x="1895" y="826"/>
                    </a:cubicBezTo>
                    <a:cubicBezTo>
                      <a:pt x="1900" y="827"/>
                      <a:pt x="1904" y="826"/>
                      <a:pt x="1909" y="829"/>
                    </a:cubicBezTo>
                    <a:cubicBezTo>
                      <a:pt x="1912" y="830"/>
                      <a:pt x="1916" y="833"/>
                      <a:pt x="1919" y="832"/>
                    </a:cubicBezTo>
                    <a:cubicBezTo>
                      <a:pt x="1924" y="831"/>
                      <a:pt x="1920" y="825"/>
                      <a:pt x="1918" y="823"/>
                    </a:cubicBezTo>
                    <a:cubicBezTo>
                      <a:pt x="1913" y="820"/>
                      <a:pt x="1908" y="819"/>
                      <a:pt x="1904" y="816"/>
                    </a:cubicBezTo>
                    <a:cubicBezTo>
                      <a:pt x="1900" y="813"/>
                      <a:pt x="1897" y="810"/>
                      <a:pt x="1897" y="805"/>
                    </a:cubicBezTo>
                    <a:cubicBezTo>
                      <a:pt x="1898" y="800"/>
                      <a:pt x="1894" y="798"/>
                      <a:pt x="1895" y="794"/>
                    </a:cubicBezTo>
                    <a:cubicBezTo>
                      <a:pt x="1895" y="791"/>
                      <a:pt x="1895" y="789"/>
                      <a:pt x="1895" y="787"/>
                    </a:cubicBezTo>
                    <a:cubicBezTo>
                      <a:pt x="1895" y="785"/>
                      <a:pt x="1894" y="782"/>
                      <a:pt x="1894" y="780"/>
                    </a:cubicBezTo>
                    <a:cubicBezTo>
                      <a:pt x="1893" y="778"/>
                      <a:pt x="1893" y="775"/>
                      <a:pt x="1893" y="773"/>
                    </a:cubicBezTo>
                    <a:cubicBezTo>
                      <a:pt x="1892" y="771"/>
                      <a:pt x="1890" y="770"/>
                      <a:pt x="1888" y="769"/>
                    </a:cubicBezTo>
                    <a:cubicBezTo>
                      <a:pt x="1886" y="766"/>
                      <a:pt x="1885" y="761"/>
                      <a:pt x="1887" y="758"/>
                    </a:cubicBezTo>
                    <a:cubicBezTo>
                      <a:pt x="1889" y="752"/>
                      <a:pt x="1896" y="757"/>
                      <a:pt x="1898" y="760"/>
                    </a:cubicBezTo>
                    <a:cubicBezTo>
                      <a:pt x="1900" y="761"/>
                      <a:pt x="1902" y="764"/>
                      <a:pt x="1904" y="763"/>
                    </a:cubicBezTo>
                    <a:cubicBezTo>
                      <a:pt x="1906" y="762"/>
                      <a:pt x="1906" y="759"/>
                      <a:pt x="1907" y="757"/>
                    </a:cubicBezTo>
                    <a:cubicBezTo>
                      <a:pt x="1909" y="755"/>
                      <a:pt x="1912" y="758"/>
                      <a:pt x="1913" y="759"/>
                    </a:cubicBezTo>
                    <a:cubicBezTo>
                      <a:pt x="1915" y="762"/>
                      <a:pt x="1915" y="765"/>
                      <a:pt x="1914" y="768"/>
                    </a:cubicBezTo>
                    <a:cubicBezTo>
                      <a:pt x="1913" y="772"/>
                      <a:pt x="1907" y="777"/>
                      <a:pt x="1909" y="782"/>
                    </a:cubicBezTo>
                    <a:cubicBezTo>
                      <a:pt x="1909" y="783"/>
                      <a:pt x="1911" y="784"/>
                      <a:pt x="1912" y="786"/>
                    </a:cubicBezTo>
                    <a:cubicBezTo>
                      <a:pt x="1914" y="787"/>
                      <a:pt x="1913" y="790"/>
                      <a:pt x="1914" y="792"/>
                    </a:cubicBezTo>
                    <a:cubicBezTo>
                      <a:pt x="1915" y="798"/>
                      <a:pt x="1921" y="794"/>
                      <a:pt x="1923" y="798"/>
                    </a:cubicBezTo>
                    <a:cubicBezTo>
                      <a:pt x="1924" y="800"/>
                      <a:pt x="1924" y="802"/>
                      <a:pt x="1925" y="804"/>
                    </a:cubicBezTo>
                    <a:cubicBezTo>
                      <a:pt x="1926" y="805"/>
                      <a:pt x="1929" y="807"/>
                      <a:pt x="1931" y="806"/>
                    </a:cubicBezTo>
                    <a:cubicBezTo>
                      <a:pt x="1932" y="804"/>
                      <a:pt x="1932" y="800"/>
                      <a:pt x="1933" y="798"/>
                    </a:cubicBezTo>
                    <a:cubicBezTo>
                      <a:pt x="1934" y="796"/>
                      <a:pt x="1937" y="795"/>
                      <a:pt x="1940" y="797"/>
                    </a:cubicBezTo>
                    <a:cubicBezTo>
                      <a:pt x="1943" y="799"/>
                      <a:pt x="1942" y="803"/>
                      <a:pt x="1942" y="806"/>
                    </a:cubicBezTo>
                    <a:cubicBezTo>
                      <a:pt x="1941" y="809"/>
                      <a:pt x="1941" y="813"/>
                      <a:pt x="1943" y="816"/>
                    </a:cubicBezTo>
                    <a:cubicBezTo>
                      <a:pt x="1944" y="820"/>
                      <a:pt x="1948" y="824"/>
                      <a:pt x="1952" y="826"/>
                    </a:cubicBezTo>
                    <a:cubicBezTo>
                      <a:pt x="1951" y="826"/>
                      <a:pt x="1952" y="826"/>
                      <a:pt x="1952" y="826"/>
                    </a:cubicBezTo>
                    <a:cubicBezTo>
                      <a:pt x="1954" y="827"/>
                      <a:pt x="1955" y="827"/>
                      <a:pt x="1956" y="828"/>
                    </a:cubicBezTo>
                    <a:cubicBezTo>
                      <a:pt x="1958" y="829"/>
                      <a:pt x="1960" y="830"/>
                      <a:pt x="1962" y="831"/>
                    </a:cubicBezTo>
                    <a:cubicBezTo>
                      <a:pt x="1964" y="832"/>
                      <a:pt x="1967" y="833"/>
                      <a:pt x="1971" y="834"/>
                    </a:cubicBezTo>
                    <a:cubicBezTo>
                      <a:pt x="1978" y="836"/>
                      <a:pt x="1986" y="838"/>
                      <a:pt x="1991" y="844"/>
                    </a:cubicBezTo>
                    <a:cubicBezTo>
                      <a:pt x="1993" y="846"/>
                      <a:pt x="1993" y="849"/>
                      <a:pt x="1994" y="852"/>
                    </a:cubicBezTo>
                    <a:cubicBezTo>
                      <a:pt x="1995" y="855"/>
                      <a:pt x="1999" y="856"/>
                      <a:pt x="2001" y="857"/>
                    </a:cubicBezTo>
                    <a:cubicBezTo>
                      <a:pt x="2004" y="858"/>
                      <a:pt x="2007" y="859"/>
                      <a:pt x="2010" y="860"/>
                    </a:cubicBezTo>
                    <a:cubicBezTo>
                      <a:pt x="2012" y="862"/>
                      <a:pt x="2015" y="863"/>
                      <a:pt x="2018" y="864"/>
                    </a:cubicBezTo>
                    <a:cubicBezTo>
                      <a:pt x="2022" y="865"/>
                      <a:pt x="2027" y="864"/>
                      <a:pt x="2032" y="865"/>
                    </a:cubicBezTo>
                    <a:cubicBezTo>
                      <a:pt x="2035" y="866"/>
                      <a:pt x="2039" y="869"/>
                      <a:pt x="2042" y="869"/>
                    </a:cubicBezTo>
                    <a:cubicBezTo>
                      <a:pt x="2044" y="869"/>
                      <a:pt x="2045" y="869"/>
                      <a:pt x="2047" y="869"/>
                    </a:cubicBezTo>
                    <a:cubicBezTo>
                      <a:pt x="2049" y="869"/>
                      <a:pt x="2050" y="869"/>
                      <a:pt x="2052" y="869"/>
                    </a:cubicBezTo>
                    <a:cubicBezTo>
                      <a:pt x="2056" y="869"/>
                      <a:pt x="2059" y="871"/>
                      <a:pt x="2062" y="872"/>
                    </a:cubicBezTo>
                    <a:cubicBezTo>
                      <a:pt x="2069" y="873"/>
                      <a:pt x="2076" y="869"/>
                      <a:pt x="2083" y="870"/>
                    </a:cubicBezTo>
                    <a:cubicBezTo>
                      <a:pt x="2086" y="871"/>
                      <a:pt x="2091" y="871"/>
                      <a:pt x="2094" y="873"/>
                    </a:cubicBezTo>
                    <a:cubicBezTo>
                      <a:pt x="2097" y="875"/>
                      <a:pt x="2100" y="876"/>
                      <a:pt x="2104" y="878"/>
                    </a:cubicBezTo>
                    <a:cubicBezTo>
                      <a:pt x="2104" y="878"/>
                      <a:pt x="2103" y="878"/>
                      <a:pt x="2103" y="878"/>
                    </a:cubicBezTo>
                    <a:cubicBezTo>
                      <a:pt x="2103" y="878"/>
                      <a:pt x="2105" y="879"/>
                      <a:pt x="2105" y="879"/>
                    </a:cubicBezTo>
                    <a:cubicBezTo>
                      <a:pt x="2106" y="880"/>
                      <a:pt x="2107" y="881"/>
                      <a:pt x="2109" y="882"/>
                    </a:cubicBezTo>
                    <a:cubicBezTo>
                      <a:pt x="2110" y="882"/>
                      <a:pt x="2111" y="882"/>
                      <a:pt x="2112" y="881"/>
                    </a:cubicBezTo>
                    <a:cubicBezTo>
                      <a:pt x="2113" y="881"/>
                      <a:pt x="2114" y="881"/>
                      <a:pt x="2116" y="881"/>
                    </a:cubicBezTo>
                    <a:cubicBezTo>
                      <a:pt x="2120" y="881"/>
                      <a:pt x="2122" y="883"/>
                      <a:pt x="2126" y="884"/>
                    </a:cubicBezTo>
                    <a:cubicBezTo>
                      <a:pt x="2127" y="885"/>
                      <a:pt x="2129" y="885"/>
                      <a:pt x="2130" y="885"/>
                    </a:cubicBezTo>
                    <a:cubicBezTo>
                      <a:pt x="2131" y="884"/>
                      <a:pt x="2132" y="883"/>
                      <a:pt x="2134" y="882"/>
                    </a:cubicBezTo>
                    <a:cubicBezTo>
                      <a:pt x="2136" y="882"/>
                      <a:pt x="2140" y="883"/>
                      <a:pt x="2142" y="883"/>
                    </a:cubicBezTo>
                    <a:cubicBezTo>
                      <a:pt x="2145" y="884"/>
                      <a:pt x="2146" y="886"/>
                      <a:pt x="2148" y="887"/>
                    </a:cubicBezTo>
                    <a:cubicBezTo>
                      <a:pt x="2150" y="888"/>
                      <a:pt x="2153" y="888"/>
                      <a:pt x="2155" y="889"/>
                    </a:cubicBezTo>
                    <a:cubicBezTo>
                      <a:pt x="2159" y="890"/>
                      <a:pt x="2162" y="891"/>
                      <a:pt x="2165" y="893"/>
                    </a:cubicBezTo>
                    <a:cubicBezTo>
                      <a:pt x="2169" y="896"/>
                      <a:pt x="2172" y="903"/>
                      <a:pt x="2178" y="901"/>
                    </a:cubicBezTo>
                    <a:cubicBezTo>
                      <a:pt x="2181" y="900"/>
                      <a:pt x="2181" y="897"/>
                      <a:pt x="2184" y="896"/>
                    </a:cubicBezTo>
                    <a:cubicBezTo>
                      <a:pt x="2188" y="895"/>
                      <a:pt x="2187" y="899"/>
                      <a:pt x="2188" y="902"/>
                    </a:cubicBezTo>
                    <a:cubicBezTo>
                      <a:pt x="2190" y="905"/>
                      <a:pt x="2192" y="906"/>
                      <a:pt x="2195" y="906"/>
                    </a:cubicBezTo>
                    <a:cubicBezTo>
                      <a:pt x="2199" y="906"/>
                      <a:pt x="2202" y="908"/>
                      <a:pt x="2206" y="910"/>
                    </a:cubicBezTo>
                    <a:cubicBezTo>
                      <a:pt x="2209" y="911"/>
                      <a:pt x="2211" y="913"/>
                      <a:pt x="2215" y="915"/>
                    </a:cubicBezTo>
                    <a:cubicBezTo>
                      <a:pt x="2217" y="916"/>
                      <a:pt x="2220" y="918"/>
                      <a:pt x="2222" y="919"/>
                    </a:cubicBezTo>
                    <a:cubicBezTo>
                      <a:pt x="2226" y="921"/>
                      <a:pt x="2229" y="923"/>
                      <a:pt x="2233" y="924"/>
                    </a:cubicBezTo>
                    <a:cubicBezTo>
                      <a:pt x="2237" y="924"/>
                      <a:pt x="2239" y="925"/>
                      <a:pt x="2241" y="927"/>
                    </a:cubicBezTo>
                    <a:cubicBezTo>
                      <a:pt x="2247" y="932"/>
                      <a:pt x="2253" y="938"/>
                      <a:pt x="2261" y="941"/>
                    </a:cubicBezTo>
                    <a:cubicBezTo>
                      <a:pt x="2263" y="942"/>
                      <a:pt x="2266" y="942"/>
                      <a:pt x="2268" y="943"/>
                    </a:cubicBezTo>
                    <a:cubicBezTo>
                      <a:pt x="2274" y="945"/>
                      <a:pt x="2280" y="944"/>
                      <a:pt x="2285" y="948"/>
                    </a:cubicBezTo>
                    <a:cubicBezTo>
                      <a:pt x="2287" y="950"/>
                      <a:pt x="2290" y="951"/>
                      <a:pt x="2293" y="952"/>
                    </a:cubicBezTo>
                    <a:cubicBezTo>
                      <a:pt x="2295" y="952"/>
                      <a:pt x="2299" y="953"/>
                      <a:pt x="2299" y="956"/>
                    </a:cubicBezTo>
                    <a:cubicBezTo>
                      <a:pt x="2299" y="962"/>
                      <a:pt x="2284" y="961"/>
                      <a:pt x="2280" y="961"/>
                    </a:cubicBezTo>
                    <a:cubicBezTo>
                      <a:pt x="2275" y="961"/>
                      <a:pt x="2272" y="955"/>
                      <a:pt x="2266" y="954"/>
                    </a:cubicBezTo>
                    <a:cubicBezTo>
                      <a:pt x="2258" y="954"/>
                      <a:pt x="2254" y="947"/>
                      <a:pt x="2248" y="943"/>
                    </a:cubicBezTo>
                    <a:cubicBezTo>
                      <a:pt x="2240" y="937"/>
                      <a:pt x="2231" y="934"/>
                      <a:pt x="2222" y="930"/>
                    </a:cubicBezTo>
                    <a:cubicBezTo>
                      <a:pt x="2215" y="926"/>
                      <a:pt x="2208" y="923"/>
                      <a:pt x="2200" y="920"/>
                    </a:cubicBezTo>
                    <a:cubicBezTo>
                      <a:pt x="2196" y="919"/>
                      <a:pt x="2193" y="917"/>
                      <a:pt x="2189" y="916"/>
                    </a:cubicBezTo>
                    <a:cubicBezTo>
                      <a:pt x="2184" y="915"/>
                      <a:pt x="2178" y="918"/>
                      <a:pt x="2172" y="918"/>
                    </a:cubicBezTo>
                    <a:cubicBezTo>
                      <a:pt x="2164" y="919"/>
                      <a:pt x="2161" y="909"/>
                      <a:pt x="2156" y="905"/>
                    </a:cubicBezTo>
                    <a:close/>
                    <a:moveTo>
                      <a:pt x="2496" y="1189"/>
                    </a:moveTo>
                    <a:cubicBezTo>
                      <a:pt x="2495" y="1193"/>
                      <a:pt x="2491" y="1194"/>
                      <a:pt x="2489" y="1197"/>
                    </a:cubicBezTo>
                    <a:cubicBezTo>
                      <a:pt x="2488" y="1203"/>
                      <a:pt x="2494" y="1213"/>
                      <a:pt x="2490" y="1217"/>
                    </a:cubicBezTo>
                    <a:cubicBezTo>
                      <a:pt x="2487" y="1219"/>
                      <a:pt x="2484" y="1218"/>
                      <a:pt x="2482" y="1217"/>
                    </a:cubicBezTo>
                    <a:cubicBezTo>
                      <a:pt x="2478" y="1216"/>
                      <a:pt x="2475" y="1216"/>
                      <a:pt x="2472" y="1218"/>
                    </a:cubicBezTo>
                    <a:cubicBezTo>
                      <a:pt x="2469" y="1219"/>
                      <a:pt x="2467" y="1222"/>
                      <a:pt x="2464" y="1223"/>
                    </a:cubicBezTo>
                    <a:cubicBezTo>
                      <a:pt x="2460" y="1224"/>
                      <a:pt x="2458" y="1224"/>
                      <a:pt x="2455" y="1226"/>
                    </a:cubicBezTo>
                    <a:cubicBezTo>
                      <a:pt x="2448" y="1230"/>
                      <a:pt x="2442" y="1235"/>
                      <a:pt x="2437" y="1241"/>
                    </a:cubicBezTo>
                    <a:cubicBezTo>
                      <a:pt x="2434" y="1245"/>
                      <a:pt x="2428" y="1250"/>
                      <a:pt x="2422" y="1248"/>
                    </a:cubicBezTo>
                    <a:cubicBezTo>
                      <a:pt x="2417" y="1247"/>
                      <a:pt x="2411" y="1244"/>
                      <a:pt x="2408" y="1239"/>
                    </a:cubicBezTo>
                    <a:cubicBezTo>
                      <a:pt x="2407" y="1236"/>
                      <a:pt x="2406" y="1236"/>
                      <a:pt x="2403" y="1234"/>
                    </a:cubicBezTo>
                    <a:cubicBezTo>
                      <a:pt x="2398" y="1231"/>
                      <a:pt x="2394" y="1232"/>
                      <a:pt x="2389" y="1232"/>
                    </a:cubicBezTo>
                    <a:cubicBezTo>
                      <a:pt x="2384" y="1232"/>
                      <a:pt x="2380" y="1235"/>
                      <a:pt x="2375" y="1234"/>
                    </a:cubicBezTo>
                    <a:cubicBezTo>
                      <a:pt x="2371" y="1233"/>
                      <a:pt x="2371" y="1230"/>
                      <a:pt x="2370" y="1228"/>
                    </a:cubicBezTo>
                    <a:cubicBezTo>
                      <a:pt x="2368" y="1225"/>
                      <a:pt x="2366" y="1225"/>
                      <a:pt x="2363" y="1225"/>
                    </a:cubicBezTo>
                    <a:cubicBezTo>
                      <a:pt x="2359" y="1225"/>
                      <a:pt x="2348" y="1223"/>
                      <a:pt x="2348" y="1230"/>
                    </a:cubicBezTo>
                    <a:cubicBezTo>
                      <a:pt x="2346" y="1231"/>
                      <a:pt x="2344" y="1231"/>
                      <a:pt x="2342" y="1231"/>
                    </a:cubicBezTo>
                    <a:cubicBezTo>
                      <a:pt x="2340" y="1232"/>
                      <a:pt x="2338" y="1232"/>
                      <a:pt x="2336" y="1233"/>
                    </a:cubicBezTo>
                    <a:cubicBezTo>
                      <a:pt x="2335" y="1234"/>
                      <a:pt x="2334" y="1235"/>
                      <a:pt x="2333" y="1236"/>
                    </a:cubicBezTo>
                    <a:cubicBezTo>
                      <a:pt x="2332" y="1236"/>
                      <a:pt x="2330" y="1236"/>
                      <a:pt x="2329" y="1236"/>
                    </a:cubicBezTo>
                    <a:cubicBezTo>
                      <a:pt x="2328" y="1237"/>
                      <a:pt x="2326" y="1239"/>
                      <a:pt x="2325" y="1241"/>
                    </a:cubicBezTo>
                    <a:cubicBezTo>
                      <a:pt x="2325" y="1245"/>
                      <a:pt x="2332" y="1251"/>
                      <a:pt x="2325" y="1253"/>
                    </a:cubicBezTo>
                    <a:cubicBezTo>
                      <a:pt x="2323" y="1254"/>
                      <a:pt x="2321" y="1252"/>
                      <a:pt x="2319" y="1251"/>
                    </a:cubicBezTo>
                    <a:cubicBezTo>
                      <a:pt x="2318" y="1249"/>
                      <a:pt x="2318" y="1248"/>
                      <a:pt x="2315" y="1247"/>
                    </a:cubicBezTo>
                    <a:cubicBezTo>
                      <a:pt x="2310" y="1247"/>
                      <a:pt x="2310" y="1251"/>
                      <a:pt x="2309" y="1254"/>
                    </a:cubicBezTo>
                    <a:cubicBezTo>
                      <a:pt x="2307" y="1257"/>
                      <a:pt x="2304" y="1263"/>
                      <a:pt x="2300" y="1265"/>
                    </a:cubicBezTo>
                    <a:cubicBezTo>
                      <a:pt x="2298" y="1265"/>
                      <a:pt x="2295" y="1265"/>
                      <a:pt x="2292" y="1265"/>
                    </a:cubicBezTo>
                    <a:cubicBezTo>
                      <a:pt x="2287" y="1266"/>
                      <a:pt x="2282" y="1265"/>
                      <a:pt x="2277" y="1267"/>
                    </a:cubicBezTo>
                    <a:cubicBezTo>
                      <a:pt x="2272" y="1268"/>
                      <a:pt x="2265" y="1270"/>
                      <a:pt x="2263" y="1276"/>
                    </a:cubicBezTo>
                    <a:cubicBezTo>
                      <a:pt x="2261" y="1280"/>
                      <a:pt x="2261" y="1287"/>
                      <a:pt x="2268" y="1287"/>
                    </a:cubicBezTo>
                    <a:cubicBezTo>
                      <a:pt x="2274" y="1286"/>
                      <a:pt x="2275" y="1279"/>
                      <a:pt x="2280" y="1277"/>
                    </a:cubicBezTo>
                    <a:cubicBezTo>
                      <a:pt x="2288" y="1274"/>
                      <a:pt x="2286" y="1283"/>
                      <a:pt x="2289" y="1286"/>
                    </a:cubicBezTo>
                    <a:cubicBezTo>
                      <a:pt x="2291" y="1288"/>
                      <a:pt x="2295" y="1288"/>
                      <a:pt x="2295" y="1290"/>
                    </a:cubicBezTo>
                    <a:cubicBezTo>
                      <a:pt x="2296" y="1294"/>
                      <a:pt x="2291" y="1295"/>
                      <a:pt x="2289" y="1295"/>
                    </a:cubicBezTo>
                    <a:cubicBezTo>
                      <a:pt x="2285" y="1295"/>
                      <a:pt x="2282" y="1294"/>
                      <a:pt x="2278" y="1295"/>
                    </a:cubicBezTo>
                    <a:cubicBezTo>
                      <a:pt x="2275" y="1295"/>
                      <a:pt x="2272" y="1296"/>
                      <a:pt x="2269" y="1297"/>
                    </a:cubicBezTo>
                    <a:cubicBezTo>
                      <a:pt x="2255" y="1300"/>
                      <a:pt x="2267" y="1315"/>
                      <a:pt x="2262" y="1323"/>
                    </a:cubicBezTo>
                    <a:cubicBezTo>
                      <a:pt x="2260" y="1326"/>
                      <a:pt x="2258" y="1328"/>
                      <a:pt x="2256" y="1330"/>
                    </a:cubicBezTo>
                    <a:cubicBezTo>
                      <a:pt x="2255" y="1333"/>
                      <a:pt x="2254" y="1335"/>
                      <a:pt x="2252" y="1338"/>
                    </a:cubicBezTo>
                    <a:cubicBezTo>
                      <a:pt x="2249" y="1342"/>
                      <a:pt x="2243" y="1345"/>
                      <a:pt x="2241" y="1351"/>
                    </a:cubicBezTo>
                    <a:cubicBezTo>
                      <a:pt x="2240" y="1356"/>
                      <a:pt x="2242" y="1361"/>
                      <a:pt x="2239" y="1366"/>
                    </a:cubicBezTo>
                    <a:cubicBezTo>
                      <a:pt x="2238" y="1368"/>
                      <a:pt x="2236" y="1368"/>
                      <a:pt x="2233" y="1370"/>
                    </a:cubicBezTo>
                    <a:cubicBezTo>
                      <a:pt x="2230" y="1371"/>
                      <a:pt x="2229" y="1374"/>
                      <a:pt x="2228" y="1377"/>
                    </a:cubicBezTo>
                    <a:cubicBezTo>
                      <a:pt x="2225" y="1383"/>
                      <a:pt x="2225" y="1389"/>
                      <a:pt x="2224" y="1395"/>
                    </a:cubicBezTo>
                    <a:cubicBezTo>
                      <a:pt x="2224" y="1397"/>
                      <a:pt x="2222" y="1401"/>
                      <a:pt x="2223" y="1403"/>
                    </a:cubicBezTo>
                    <a:cubicBezTo>
                      <a:pt x="2225" y="1405"/>
                      <a:pt x="2228" y="1404"/>
                      <a:pt x="2229" y="1406"/>
                    </a:cubicBezTo>
                    <a:cubicBezTo>
                      <a:pt x="2231" y="1408"/>
                      <a:pt x="2227" y="1410"/>
                      <a:pt x="2226" y="1411"/>
                    </a:cubicBezTo>
                    <a:cubicBezTo>
                      <a:pt x="2224" y="1412"/>
                      <a:pt x="2222" y="1413"/>
                      <a:pt x="2221" y="1415"/>
                    </a:cubicBezTo>
                    <a:cubicBezTo>
                      <a:pt x="2219" y="1420"/>
                      <a:pt x="2220" y="1426"/>
                      <a:pt x="2218" y="1431"/>
                    </a:cubicBezTo>
                    <a:cubicBezTo>
                      <a:pt x="2216" y="1436"/>
                      <a:pt x="2212" y="1441"/>
                      <a:pt x="2207" y="1443"/>
                    </a:cubicBezTo>
                    <a:cubicBezTo>
                      <a:pt x="2205" y="1444"/>
                      <a:pt x="2203" y="1443"/>
                      <a:pt x="2200" y="1443"/>
                    </a:cubicBezTo>
                    <a:cubicBezTo>
                      <a:pt x="2193" y="1443"/>
                      <a:pt x="2186" y="1446"/>
                      <a:pt x="2182" y="1452"/>
                    </a:cubicBezTo>
                    <a:cubicBezTo>
                      <a:pt x="2178" y="1455"/>
                      <a:pt x="2173" y="1466"/>
                      <a:pt x="2166" y="1462"/>
                    </a:cubicBezTo>
                    <a:cubicBezTo>
                      <a:pt x="2162" y="1460"/>
                      <a:pt x="2165" y="1453"/>
                      <a:pt x="2167" y="1451"/>
                    </a:cubicBezTo>
                    <a:cubicBezTo>
                      <a:pt x="2169" y="1447"/>
                      <a:pt x="2172" y="1445"/>
                      <a:pt x="2176" y="1443"/>
                    </a:cubicBezTo>
                    <a:cubicBezTo>
                      <a:pt x="2181" y="1439"/>
                      <a:pt x="2184" y="1435"/>
                      <a:pt x="2191" y="1433"/>
                    </a:cubicBezTo>
                    <a:cubicBezTo>
                      <a:pt x="2197" y="1432"/>
                      <a:pt x="2203" y="1429"/>
                      <a:pt x="2203" y="1422"/>
                    </a:cubicBezTo>
                    <a:cubicBezTo>
                      <a:pt x="2202" y="1417"/>
                      <a:pt x="2199" y="1414"/>
                      <a:pt x="2198" y="1410"/>
                    </a:cubicBezTo>
                    <a:cubicBezTo>
                      <a:pt x="2196" y="1405"/>
                      <a:pt x="2200" y="1401"/>
                      <a:pt x="2197" y="1397"/>
                    </a:cubicBezTo>
                    <a:cubicBezTo>
                      <a:pt x="2193" y="1391"/>
                      <a:pt x="2191" y="1388"/>
                      <a:pt x="2195" y="1382"/>
                    </a:cubicBezTo>
                    <a:cubicBezTo>
                      <a:pt x="2198" y="1378"/>
                      <a:pt x="2199" y="1372"/>
                      <a:pt x="2204" y="1370"/>
                    </a:cubicBezTo>
                    <a:cubicBezTo>
                      <a:pt x="2206" y="1369"/>
                      <a:pt x="2209" y="1369"/>
                      <a:pt x="2211" y="1368"/>
                    </a:cubicBezTo>
                    <a:cubicBezTo>
                      <a:pt x="2214" y="1367"/>
                      <a:pt x="2216" y="1364"/>
                      <a:pt x="2217" y="1362"/>
                    </a:cubicBezTo>
                    <a:cubicBezTo>
                      <a:pt x="2220" y="1357"/>
                      <a:pt x="2220" y="1352"/>
                      <a:pt x="2221" y="1347"/>
                    </a:cubicBezTo>
                    <a:cubicBezTo>
                      <a:pt x="2225" y="1336"/>
                      <a:pt x="2232" y="1325"/>
                      <a:pt x="2238" y="1315"/>
                    </a:cubicBezTo>
                    <a:cubicBezTo>
                      <a:pt x="2242" y="1310"/>
                      <a:pt x="2246" y="1303"/>
                      <a:pt x="2246" y="1296"/>
                    </a:cubicBezTo>
                    <a:cubicBezTo>
                      <a:pt x="2247" y="1292"/>
                      <a:pt x="2249" y="1284"/>
                      <a:pt x="2246" y="1281"/>
                    </a:cubicBezTo>
                    <a:cubicBezTo>
                      <a:pt x="2245" y="1279"/>
                      <a:pt x="2242" y="1278"/>
                      <a:pt x="2240" y="1277"/>
                    </a:cubicBezTo>
                    <a:cubicBezTo>
                      <a:pt x="2238" y="1275"/>
                      <a:pt x="2237" y="1272"/>
                      <a:pt x="2235" y="1270"/>
                    </a:cubicBezTo>
                    <a:cubicBezTo>
                      <a:pt x="2231" y="1263"/>
                      <a:pt x="2233" y="1253"/>
                      <a:pt x="2233" y="1246"/>
                    </a:cubicBezTo>
                    <a:cubicBezTo>
                      <a:pt x="2234" y="1238"/>
                      <a:pt x="2243" y="1237"/>
                      <a:pt x="2248" y="1233"/>
                    </a:cubicBezTo>
                    <a:cubicBezTo>
                      <a:pt x="2251" y="1231"/>
                      <a:pt x="2255" y="1229"/>
                      <a:pt x="2258" y="1229"/>
                    </a:cubicBezTo>
                    <a:cubicBezTo>
                      <a:pt x="2259" y="1230"/>
                      <a:pt x="2260" y="1231"/>
                      <a:pt x="2262" y="1232"/>
                    </a:cubicBezTo>
                    <a:cubicBezTo>
                      <a:pt x="2263" y="1233"/>
                      <a:pt x="2265" y="1233"/>
                      <a:pt x="2267" y="1234"/>
                    </a:cubicBezTo>
                    <a:cubicBezTo>
                      <a:pt x="2270" y="1235"/>
                      <a:pt x="2273" y="1236"/>
                      <a:pt x="2277" y="1236"/>
                    </a:cubicBezTo>
                    <a:cubicBezTo>
                      <a:pt x="2280" y="1236"/>
                      <a:pt x="2284" y="1235"/>
                      <a:pt x="2284" y="1232"/>
                    </a:cubicBezTo>
                    <a:cubicBezTo>
                      <a:pt x="2284" y="1229"/>
                      <a:pt x="2281" y="1226"/>
                      <a:pt x="2280" y="1223"/>
                    </a:cubicBezTo>
                    <a:cubicBezTo>
                      <a:pt x="2280" y="1220"/>
                      <a:pt x="2279" y="1218"/>
                      <a:pt x="2279" y="1215"/>
                    </a:cubicBezTo>
                    <a:cubicBezTo>
                      <a:pt x="2278" y="1212"/>
                      <a:pt x="2277" y="1206"/>
                      <a:pt x="2281" y="1205"/>
                    </a:cubicBezTo>
                    <a:cubicBezTo>
                      <a:pt x="2285" y="1205"/>
                      <a:pt x="2287" y="1211"/>
                      <a:pt x="2288" y="1213"/>
                    </a:cubicBezTo>
                    <a:cubicBezTo>
                      <a:pt x="2291" y="1217"/>
                      <a:pt x="2293" y="1217"/>
                      <a:pt x="2297" y="1217"/>
                    </a:cubicBezTo>
                    <a:cubicBezTo>
                      <a:pt x="2300" y="1217"/>
                      <a:pt x="2304" y="1216"/>
                      <a:pt x="2307" y="1217"/>
                    </a:cubicBezTo>
                    <a:cubicBezTo>
                      <a:pt x="2310" y="1218"/>
                      <a:pt x="2311" y="1221"/>
                      <a:pt x="2313" y="1222"/>
                    </a:cubicBezTo>
                    <a:cubicBezTo>
                      <a:pt x="2316" y="1224"/>
                      <a:pt x="2317" y="1221"/>
                      <a:pt x="2320" y="1220"/>
                    </a:cubicBezTo>
                    <a:cubicBezTo>
                      <a:pt x="2322" y="1220"/>
                      <a:pt x="2327" y="1220"/>
                      <a:pt x="2327" y="1218"/>
                    </a:cubicBezTo>
                    <a:cubicBezTo>
                      <a:pt x="2327" y="1215"/>
                      <a:pt x="2321" y="1215"/>
                      <a:pt x="2322" y="1211"/>
                    </a:cubicBezTo>
                    <a:cubicBezTo>
                      <a:pt x="2323" y="1208"/>
                      <a:pt x="2328" y="1208"/>
                      <a:pt x="2331" y="1207"/>
                    </a:cubicBezTo>
                    <a:cubicBezTo>
                      <a:pt x="2334" y="1206"/>
                      <a:pt x="2336" y="1203"/>
                      <a:pt x="2338" y="1200"/>
                    </a:cubicBezTo>
                    <a:cubicBezTo>
                      <a:pt x="2342" y="1197"/>
                      <a:pt x="2346" y="1197"/>
                      <a:pt x="2350" y="1196"/>
                    </a:cubicBezTo>
                    <a:cubicBezTo>
                      <a:pt x="2352" y="1196"/>
                      <a:pt x="2355" y="1196"/>
                      <a:pt x="2357" y="1197"/>
                    </a:cubicBezTo>
                    <a:cubicBezTo>
                      <a:pt x="2359" y="1198"/>
                      <a:pt x="2360" y="1201"/>
                      <a:pt x="2362" y="1202"/>
                    </a:cubicBezTo>
                    <a:cubicBezTo>
                      <a:pt x="2365" y="1206"/>
                      <a:pt x="2367" y="1208"/>
                      <a:pt x="2372" y="1207"/>
                    </a:cubicBezTo>
                    <a:cubicBezTo>
                      <a:pt x="2377" y="1207"/>
                      <a:pt x="2383" y="1205"/>
                      <a:pt x="2388" y="1205"/>
                    </a:cubicBezTo>
                    <a:cubicBezTo>
                      <a:pt x="2389" y="1205"/>
                      <a:pt x="2388" y="1206"/>
                      <a:pt x="2388" y="1206"/>
                    </a:cubicBezTo>
                    <a:cubicBezTo>
                      <a:pt x="2389" y="1206"/>
                      <a:pt x="2391" y="1206"/>
                      <a:pt x="2392" y="1206"/>
                    </a:cubicBezTo>
                    <a:cubicBezTo>
                      <a:pt x="2395" y="1205"/>
                      <a:pt x="2396" y="1205"/>
                      <a:pt x="2398" y="1204"/>
                    </a:cubicBezTo>
                    <a:cubicBezTo>
                      <a:pt x="2402" y="1203"/>
                      <a:pt x="2405" y="1203"/>
                      <a:pt x="2409" y="1203"/>
                    </a:cubicBezTo>
                    <a:cubicBezTo>
                      <a:pt x="2412" y="1203"/>
                      <a:pt x="2417" y="1205"/>
                      <a:pt x="2419" y="1203"/>
                    </a:cubicBezTo>
                    <a:cubicBezTo>
                      <a:pt x="2420" y="1201"/>
                      <a:pt x="2421" y="1199"/>
                      <a:pt x="2421" y="1197"/>
                    </a:cubicBezTo>
                    <a:cubicBezTo>
                      <a:pt x="2422" y="1196"/>
                      <a:pt x="2423" y="1195"/>
                      <a:pt x="2423" y="1193"/>
                    </a:cubicBezTo>
                    <a:cubicBezTo>
                      <a:pt x="2424" y="1192"/>
                      <a:pt x="2424" y="1190"/>
                      <a:pt x="2425" y="1189"/>
                    </a:cubicBezTo>
                    <a:cubicBezTo>
                      <a:pt x="2427" y="1188"/>
                      <a:pt x="2429" y="1189"/>
                      <a:pt x="2430" y="1189"/>
                    </a:cubicBezTo>
                    <a:cubicBezTo>
                      <a:pt x="2434" y="1188"/>
                      <a:pt x="2431" y="1184"/>
                      <a:pt x="2435" y="1183"/>
                    </a:cubicBezTo>
                    <a:cubicBezTo>
                      <a:pt x="2439" y="1182"/>
                      <a:pt x="2441" y="1183"/>
                      <a:pt x="2445" y="1180"/>
                    </a:cubicBezTo>
                    <a:cubicBezTo>
                      <a:pt x="2448" y="1177"/>
                      <a:pt x="2448" y="1175"/>
                      <a:pt x="2449" y="1171"/>
                    </a:cubicBezTo>
                    <a:cubicBezTo>
                      <a:pt x="2450" y="1167"/>
                      <a:pt x="2451" y="1164"/>
                      <a:pt x="2451" y="1160"/>
                    </a:cubicBezTo>
                    <a:cubicBezTo>
                      <a:pt x="2451" y="1158"/>
                      <a:pt x="2451" y="1151"/>
                      <a:pt x="2452" y="1150"/>
                    </a:cubicBezTo>
                    <a:cubicBezTo>
                      <a:pt x="2455" y="1149"/>
                      <a:pt x="2462" y="1157"/>
                      <a:pt x="2463" y="1159"/>
                    </a:cubicBezTo>
                    <a:cubicBezTo>
                      <a:pt x="2464" y="1161"/>
                      <a:pt x="2464" y="1162"/>
                      <a:pt x="2465" y="1163"/>
                    </a:cubicBezTo>
                    <a:cubicBezTo>
                      <a:pt x="2467" y="1167"/>
                      <a:pt x="2472" y="1164"/>
                      <a:pt x="2473" y="1161"/>
                    </a:cubicBezTo>
                    <a:cubicBezTo>
                      <a:pt x="2475" y="1157"/>
                      <a:pt x="2475" y="1156"/>
                      <a:pt x="2479" y="1154"/>
                    </a:cubicBezTo>
                    <a:cubicBezTo>
                      <a:pt x="2481" y="1153"/>
                      <a:pt x="2484" y="1150"/>
                      <a:pt x="2487" y="1152"/>
                    </a:cubicBezTo>
                    <a:cubicBezTo>
                      <a:pt x="2490" y="1154"/>
                      <a:pt x="2486" y="1158"/>
                      <a:pt x="2484" y="1160"/>
                    </a:cubicBezTo>
                    <a:cubicBezTo>
                      <a:pt x="2482" y="1162"/>
                      <a:pt x="2481" y="1165"/>
                      <a:pt x="2480" y="1168"/>
                    </a:cubicBezTo>
                    <a:cubicBezTo>
                      <a:pt x="2479" y="1175"/>
                      <a:pt x="2483" y="1182"/>
                      <a:pt x="2489" y="1184"/>
                    </a:cubicBezTo>
                    <a:cubicBezTo>
                      <a:pt x="2492" y="1185"/>
                      <a:pt x="2497" y="1185"/>
                      <a:pt x="2496" y="118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3" name="Freeform 2615">
                <a:extLst>
                  <a:ext uri="{FF2B5EF4-FFF2-40B4-BE49-F238E27FC236}">
                    <a16:creationId xmlns:a16="http://schemas.microsoft.com/office/drawing/2014/main" id="{F035276C-56F8-2148-9D55-DC2CA2701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301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4" name="Line 2616">
                <a:extLst>
                  <a:ext uri="{FF2B5EF4-FFF2-40B4-BE49-F238E27FC236}">
                    <a16:creationId xmlns:a16="http://schemas.microsoft.com/office/drawing/2014/main" id="{3180A480-DE10-4A45-83ED-EC8581B838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82" y="3011"/>
                <a:ext cx="3" cy="0"/>
              </a:xfrm>
              <a:prstGeom prst="line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5" name="Freeform 2617">
                <a:extLst>
                  <a:ext uri="{FF2B5EF4-FFF2-40B4-BE49-F238E27FC236}">
                    <a16:creationId xmlns:a16="http://schemas.microsoft.com/office/drawing/2014/main" id="{9BC3F562-D767-8943-A8FE-76901A35B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426"/>
                <a:ext cx="151" cy="156"/>
              </a:xfrm>
              <a:custGeom>
                <a:avLst/>
                <a:gdLst>
                  <a:gd name="T0" fmla="*/ 139 w 151"/>
                  <a:gd name="T1" fmla="*/ 93 h 156"/>
                  <a:gd name="T2" fmla="*/ 132 w 151"/>
                  <a:gd name="T3" fmla="*/ 96 h 156"/>
                  <a:gd name="T4" fmla="*/ 141 w 151"/>
                  <a:gd name="T5" fmla="*/ 107 h 156"/>
                  <a:gd name="T6" fmla="*/ 136 w 151"/>
                  <a:gd name="T7" fmla="*/ 107 h 156"/>
                  <a:gd name="T8" fmla="*/ 132 w 151"/>
                  <a:gd name="T9" fmla="*/ 104 h 156"/>
                  <a:gd name="T10" fmla="*/ 114 w 151"/>
                  <a:gd name="T11" fmla="*/ 115 h 156"/>
                  <a:gd name="T12" fmla="*/ 113 w 151"/>
                  <a:gd name="T13" fmla="*/ 123 h 156"/>
                  <a:gd name="T14" fmla="*/ 97 w 151"/>
                  <a:gd name="T15" fmla="*/ 113 h 156"/>
                  <a:gd name="T16" fmla="*/ 70 w 151"/>
                  <a:gd name="T17" fmla="*/ 126 h 156"/>
                  <a:gd name="T18" fmla="*/ 66 w 151"/>
                  <a:gd name="T19" fmla="*/ 139 h 156"/>
                  <a:gd name="T20" fmla="*/ 70 w 151"/>
                  <a:gd name="T21" fmla="*/ 145 h 156"/>
                  <a:gd name="T22" fmla="*/ 60 w 151"/>
                  <a:gd name="T23" fmla="*/ 154 h 156"/>
                  <a:gd name="T24" fmla="*/ 57 w 151"/>
                  <a:gd name="T25" fmla="*/ 154 h 156"/>
                  <a:gd name="T26" fmla="*/ 56 w 151"/>
                  <a:gd name="T27" fmla="*/ 155 h 156"/>
                  <a:gd name="T28" fmla="*/ 52 w 151"/>
                  <a:gd name="T29" fmla="*/ 156 h 156"/>
                  <a:gd name="T30" fmla="*/ 52 w 151"/>
                  <a:gd name="T31" fmla="*/ 152 h 156"/>
                  <a:gd name="T32" fmla="*/ 56 w 151"/>
                  <a:gd name="T33" fmla="*/ 141 h 156"/>
                  <a:gd name="T34" fmla="*/ 49 w 151"/>
                  <a:gd name="T35" fmla="*/ 113 h 156"/>
                  <a:gd name="T36" fmla="*/ 26 w 151"/>
                  <a:gd name="T37" fmla="*/ 103 h 156"/>
                  <a:gd name="T38" fmla="*/ 23 w 151"/>
                  <a:gd name="T39" fmla="*/ 88 h 156"/>
                  <a:gd name="T40" fmla="*/ 7 w 151"/>
                  <a:gd name="T41" fmla="*/ 79 h 156"/>
                  <a:gd name="T42" fmla="*/ 9 w 151"/>
                  <a:gd name="T43" fmla="*/ 68 h 156"/>
                  <a:gd name="T44" fmla="*/ 0 w 151"/>
                  <a:gd name="T45" fmla="*/ 61 h 156"/>
                  <a:gd name="T46" fmla="*/ 5 w 151"/>
                  <a:gd name="T47" fmla="*/ 57 h 156"/>
                  <a:gd name="T48" fmla="*/ 24 w 151"/>
                  <a:gd name="T49" fmla="*/ 58 h 156"/>
                  <a:gd name="T50" fmla="*/ 30 w 151"/>
                  <a:gd name="T51" fmla="*/ 51 h 156"/>
                  <a:gd name="T52" fmla="*/ 30 w 151"/>
                  <a:gd name="T53" fmla="*/ 49 h 156"/>
                  <a:gd name="T54" fmla="*/ 47 w 151"/>
                  <a:gd name="T55" fmla="*/ 45 h 156"/>
                  <a:gd name="T56" fmla="*/ 49 w 151"/>
                  <a:gd name="T57" fmla="*/ 34 h 156"/>
                  <a:gd name="T58" fmla="*/ 58 w 151"/>
                  <a:gd name="T59" fmla="*/ 27 h 156"/>
                  <a:gd name="T60" fmla="*/ 58 w 151"/>
                  <a:gd name="T61" fmla="*/ 16 h 156"/>
                  <a:gd name="T62" fmla="*/ 52 w 151"/>
                  <a:gd name="T63" fmla="*/ 14 h 156"/>
                  <a:gd name="T64" fmla="*/ 53 w 151"/>
                  <a:gd name="T65" fmla="*/ 7 h 156"/>
                  <a:gd name="T66" fmla="*/ 69 w 151"/>
                  <a:gd name="T67" fmla="*/ 0 h 156"/>
                  <a:gd name="T68" fmla="*/ 75 w 151"/>
                  <a:gd name="T69" fmla="*/ 7 h 156"/>
                  <a:gd name="T70" fmla="*/ 76 w 151"/>
                  <a:gd name="T71" fmla="*/ 14 h 156"/>
                  <a:gd name="T72" fmla="*/ 99 w 151"/>
                  <a:gd name="T73" fmla="*/ 21 h 156"/>
                  <a:gd name="T74" fmla="*/ 105 w 151"/>
                  <a:gd name="T75" fmla="*/ 27 h 156"/>
                  <a:gd name="T76" fmla="*/ 106 w 151"/>
                  <a:gd name="T77" fmla="*/ 34 h 156"/>
                  <a:gd name="T78" fmla="*/ 121 w 151"/>
                  <a:gd name="T79" fmla="*/ 44 h 156"/>
                  <a:gd name="T80" fmla="*/ 116 w 151"/>
                  <a:gd name="T81" fmla="*/ 56 h 156"/>
                  <a:gd name="T82" fmla="*/ 132 w 151"/>
                  <a:gd name="T83" fmla="*/ 53 h 156"/>
                  <a:gd name="T84" fmla="*/ 151 w 151"/>
                  <a:gd name="T85" fmla="*/ 64 h 156"/>
                  <a:gd name="T86" fmla="*/ 142 w 151"/>
                  <a:gd name="T87" fmla="*/ 81 h 156"/>
                  <a:gd name="T88" fmla="*/ 139 w 151"/>
                  <a:gd name="T89" fmla="*/ 93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1" h="156">
                    <a:moveTo>
                      <a:pt x="139" y="93"/>
                    </a:moveTo>
                    <a:lnTo>
                      <a:pt x="132" y="96"/>
                    </a:lnTo>
                    <a:lnTo>
                      <a:pt x="141" y="107"/>
                    </a:lnTo>
                    <a:lnTo>
                      <a:pt x="136" y="107"/>
                    </a:lnTo>
                    <a:lnTo>
                      <a:pt x="132" y="104"/>
                    </a:lnTo>
                    <a:lnTo>
                      <a:pt x="114" y="115"/>
                    </a:lnTo>
                    <a:lnTo>
                      <a:pt x="113" y="123"/>
                    </a:lnTo>
                    <a:lnTo>
                      <a:pt x="97" y="113"/>
                    </a:lnTo>
                    <a:lnTo>
                      <a:pt x="70" y="126"/>
                    </a:lnTo>
                    <a:lnTo>
                      <a:pt x="66" y="139"/>
                    </a:lnTo>
                    <a:lnTo>
                      <a:pt x="70" y="145"/>
                    </a:lnTo>
                    <a:lnTo>
                      <a:pt x="60" y="154"/>
                    </a:lnTo>
                    <a:lnTo>
                      <a:pt x="57" y="154"/>
                    </a:lnTo>
                    <a:lnTo>
                      <a:pt x="56" y="155"/>
                    </a:lnTo>
                    <a:lnTo>
                      <a:pt x="52" y="156"/>
                    </a:lnTo>
                    <a:lnTo>
                      <a:pt x="52" y="152"/>
                    </a:lnTo>
                    <a:lnTo>
                      <a:pt x="56" y="141"/>
                    </a:lnTo>
                    <a:lnTo>
                      <a:pt x="49" y="113"/>
                    </a:lnTo>
                    <a:lnTo>
                      <a:pt x="26" y="103"/>
                    </a:lnTo>
                    <a:lnTo>
                      <a:pt x="23" y="88"/>
                    </a:lnTo>
                    <a:lnTo>
                      <a:pt x="7" y="79"/>
                    </a:lnTo>
                    <a:lnTo>
                      <a:pt x="9" y="68"/>
                    </a:lnTo>
                    <a:lnTo>
                      <a:pt x="0" y="61"/>
                    </a:lnTo>
                    <a:lnTo>
                      <a:pt x="5" y="57"/>
                    </a:lnTo>
                    <a:lnTo>
                      <a:pt x="24" y="58"/>
                    </a:lnTo>
                    <a:lnTo>
                      <a:pt x="30" y="51"/>
                    </a:lnTo>
                    <a:lnTo>
                      <a:pt x="30" y="49"/>
                    </a:lnTo>
                    <a:lnTo>
                      <a:pt x="47" y="45"/>
                    </a:lnTo>
                    <a:lnTo>
                      <a:pt x="49" y="34"/>
                    </a:lnTo>
                    <a:lnTo>
                      <a:pt x="58" y="27"/>
                    </a:lnTo>
                    <a:lnTo>
                      <a:pt x="58" y="16"/>
                    </a:lnTo>
                    <a:lnTo>
                      <a:pt x="52" y="14"/>
                    </a:lnTo>
                    <a:lnTo>
                      <a:pt x="53" y="7"/>
                    </a:lnTo>
                    <a:lnTo>
                      <a:pt x="69" y="0"/>
                    </a:lnTo>
                    <a:lnTo>
                      <a:pt x="75" y="7"/>
                    </a:lnTo>
                    <a:lnTo>
                      <a:pt x="76" y="14"/>
                    </a:lnTo>
                    <a:lnTo>
                      <a:pt x="99" y="21"/>
                    </a:lnTo>
                    <a:lnTo>
                      <a:pt x="105" y="27"/>
                    </a:lnTo>
                    <a:lnTo>
                      <a:pt x="106" y="34"/>
                    </a:lnTo>
                    <a:lnTo>
                      <a:pt x="121" y="44"/>
                    </a:lnTo>
                    <a:lnTo>
                      <a:pt x="116" y="56"/>
                    </a:lnTo>
                    <a:lnTo>
                      <a:pt x="132" y="53"/>
                    </a:lnTo>
                    <a:lnTo>
                      <a:pt x="151" y="64"/>
                    </a:lnTo>
                    <a:lnTo>
                      <a:pt x="142" y="81"/>
                    </a:lnTo>
                    <a:lnTo>
                      <a:pt x="139" y="9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6" name="Freeform 2618">
                <a:extLst>
                  <a:ext uri="{FF2B5EF4-FFF2-40B4-BE49-F238E27FC236}">
                    <a16:creationId xmlns:a16="http://schemas.microsoft.com/office/drawing/2014/main" id="{5CC1FB35-8CEB-E046-BF54-182DE8035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3516"/>
                <a:ext cx="219" cy="164"/>
              </a:xfrm>
              <a:custGeom>
                <a:avLst/>
                <a:gdLst>
                  <a:gd name="T0" fmla="*/ 528 w 539"/>
                  <a:gd name="T1" fmla="*/ 256 h 401"/>
                  <a:gd name="T2" fmla="*/ 516 w 539"/>
                  <a:gd name="T3" fmla="*/ 260 h 401"/>
                  <a:gd name="T4" fmla="*/ 494 w 539"/>
                  <a:gd name="T5" fmla="*/ 257 h 401"/>
                  <a:gd name="T6" fmla="*/ 485 w 539"/>
                  <a:gd name="T7" fmla="*/ 265 h 401"/>
                  <a:gd name="T8" fmla="*/ 482 w 539"/>
                  <a:gd name="T9" fmla="*/ 276 h 401"/>
                  <a:gd name="T10" fmla="*/ 486 w 539"/>
                  <a:gd name="T11" fmla="*/ 297 h 401"/>
                  <a:gd name="T12" fmla="*/ 459 w 539"/>
                  <a:gd name="T13" fmla="*/ 299 h 401"/>
                  <a:gd name="T14" fmla="*/ 450 w 539"/>
                  <a:gd name="T15" fmla="*/ 316 h 401"/>
                  <a:gd name="T16" fmla="*/ 418 w 539"/>
                  <a:gd name="T17" fmla="*/ 323 h 401"/>
                  <a:gd name="T18" fmla="*/ 390 w 539"/>
                  <a:gd name="T19" fmla="*/ 317 h 401"/>
                  <a:gd name="T20" fmla="*/ 360 w 539"/>
                  <a:gd name="T21" fmla="*/ 308 h 401"/>
                  <a:gd name="T22" fmla="*/ 344 w 539"/>
                  <a:gd name="T23" fmla="*/ 321 h 401"/>
                  <a:gd name="T24" fmla="*/ 329 w 539"/>
                  <a:gd name="T25" fmla="*/ 319 h 401"/>
                  <a:gd name="T26" fmla="*/ 314 w 539"/>
                  <a:gd name="T27" fmla="*/ 326 h 401"/>
                  <a:gd name="T28" fmla="*/ 304 w 539"/>
                  <a:gd name="T29" fmla="*/ 333 h 401"/>
                  <a:gd name="T30" fmla="*/ 281 w 539"/>
                  <a:gd name="T31" fmla="*/ 366 h 401"/>
                  <a:gd name="T32" fmla="*/ 276 w 539"/>
                  <a:gd name="T33" fmla="*/ 376 h 401"/>
                  <a:gd name="T34" fmla="*/ 262 w 539"/>
                  <a:gd name="T35" fmla="*/ 372 h 401"/>
                  <a:gd name="T36" fmla="*/ 230 w 539"/>
                  <a:gd name="T37" fmla="*/ 391 h 401"/>
                  <a:gd name="T38" fmla="*/ 197 w 539"/>
                  <a:gd name="T39" fmla="*/ 385 h 401"/>
                  <a:gd name="T40" fmla="*/ 164 w 539"/>
                  <a:gd name="T41" fmla="*/ 399 h 401"/>
                  <a:gd name="T42" fmla="*/ 149 w 539"/>
                  <a:gd name="T43" fmla="*/ 401 h 401"/>
                  <a:gd name="T44" fmla="*/ 142 w 539"/>
                  <a:gd name="T45" fmla="*/ 400 h 401"/>
                  <a:gd name="T46" fmla="*/ 138 w 539"/>
                  <a:gd name="T47" fmla="*/ 386 h 401"/>
                  <a:gd name="T48" fmla="*/ 136 w 539"/>
                  <a:gd name="T49" fmla="*/ 382 h 401"/>
                  <a:gd name="T50" fmla="*/ 131 w 539"/>
                  <a:gd name="T51" fmla="*/ 373 h 401"/>
                  <a:gd name="T52" fmla="*/ 105 w 539"/>
                  <a:gd name="T53" fmla="*/ 381 h 401"/>
                  <a:gd name="T54" fmla="*/ 115 w 539"/>
                  <a:gd name="T55" fmla="*/ 395 h 401"/>
                  <a:gd name="T56" fmla="*/ 110 w 539"/>
                  <a:gd name="T57" fmla="*/ 399 h 401"/>
                  <a:gd name="T58" fmla="*/ 64 w 539"/>
                  <a:gd name="T59" fmla="*/ 390 h 401"/>
                  <a:gd name="T60" fmla="*/ 74 w 539"/>
                  <a:gd name="T61" fmla="*/ 364 h 401"/>
                  <a:gd name="T62" fmla="*/ 71 w 539"/>
                  <a:gd name="T63" fmla="*/ 348 h 401"/>
                  <a:gd name="T64" fmla="*/ 45 w 539"/>
                  <a:gd name="T65" fmla="*/ 332 h 401"/>
                  <a:gd name="T66" fmla="*/ 41 w 539"/>
                  <a:gd name="T67" fmla="*/ 348 h 401"/>
                  <a:gd name="T68" fmla="*/ 5 w 539"/>
                  <a:gd name="T69" fmla="*/ 301 h 401"/>
                  <a:gd name="T70" fmla="*/ 16 w 539"/>
                  <a:gd name="T71" fmla="*/ 267 h 401"/>
                  <a:gd name="T72" fmla="*/ 16 w 539"/>
                  <a:gd name="T73" fmla="*/ 204 h 401"/>
                  <a:gd name="T74" fmla="*/ 27 w 539"/>
                  <a:gd name="T75" fmla="*/ 159 h 401"/>
                  <a:gd name="T76" fmla="*/ 36 w 539"/>
                  <a:gd name="T77" fmla="*/ 156 h 401"/>
                  <a:gd name="T78" fmla="*/ 51 w 539"/>
                  <a:gd name="T79" fmla="*/ 120 h 401"/>
                  <a:gd name="T80" fmla="*/ 128 w 539"/>
                  <a:gd name="T81" fmla="*/ 56 h 401"/>
                  <a:gd name="T82" fmla="*/ 169 w 539"/>
                  <a:gd name="T83" fmla="*/ 61 h 401"/>
                  <a:gd name="T84" fmla="*/ 224 w 539"/>
                  <a:gd name="T85" fmla="*/ 40 h 401"/>
                  <a:gd name="T86" fmla="*/ 236 w 539"/>
                  <a:gd name="T87" fmla="*/ 40 h 401"/>
                  <a:gd name="T88" fmla="*/ 256 w 539"/>
                  <a:gd name="T89" fmla="*/ 21 h 401"/>
                  <a:gd name="T90" fmla="*/ 309 w 539"/>
                  <a:gd name="T91" fmla="*/ 23 h 401"/>
                  <a:gd name="T92" fmla="*/ 402 w 539"/>
                  <a:gd name="T93" fmla="*/ 12 h 401"/>
                  <a:gd name="T94" fmla="*/ 511 w 539"/>
                  <a:gd name="T95" fmla="*/ 86 h 401"/>
                  <a:gd name="T96" fmla="*/ 539 w 539"/>
                  <a:gd name="T97" fmla="*/ 157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39" h="401">
                    <a:moveTo>
                      <a:pt x="525" y="178"/>
                    </a:moveTo>
                    <a:cubicBezTo>
                      <a:pt x="528" y="256"/>
                      <a:pt x="528" y="256"/>
                      <a:pt x="528" y="256"/>
                    </a:cubicBezTo>
                    <a:cubicBezTo>
                      <a:pt x="519" y="257"/>
                      <a:pt x="519" y="257"/>
                      <a:pt x="519" y="257"/>
                    </a:cubicBezTo>
                    <a:cubicBezTo>
                      <a:pt x="516" y="260"/>
                      <a:pt x="516" y="260"/>
                      <a:pt x="516" y="260"/>
                    </a:cubicBezTo>
                    <a:cubicBezTo>
                      <a:pt x="499" y="259"/>
                      <a:pt x="499" y="259"/>
                      <a:pt x="499" y="259"/>
                    </a:cubicBezTo>
                    <a:cubicBezTo>
                      <a:pt x="494" y="257"/>
                      <a:pt x="494" y="257"/>
                      <a:pt x="494" y="257"/>
                    </a:cubicBezTo>
                    <a:cubicBezTo>
                      <a:pt x="490" y="260"/>
                      <a:pt x="490" y="260"/>
                      <a:pt x="490" y="260"/>
                    </a:cubicBezTo>
                    <a:cubicBezTo>
                      <a:pt x="485" y="265"/>
                      <a:pt x="485" y="265"/>
                      <a:pt x="485" y="265"/>
                    </a:cubicBezTo>
                    <a:cubicBezTo>
                      <a:pt x="485" y="273"/>
                      <a:pt x="485" y="273"/>
                      <a:pt x="485" y="273"/>
                    </a:cubicBezTo>
                    <a:cubicBezTo>
                      <a:pt x="482" y="276"/>
                      <a:pt x="482" y="276"/>
                      <a:pt x="482" y="276"/>
                    </a:cubicBezTo>
                    <a:cubicBezTo>
                      <a:pt x="491" y="285"/>
                      <a:pt x="491" y="285"/>
                      <a:pt x="491" y="285"/>
                    </a:cubicBezTo>
                    <a:cubicBezTo>
                      <a:pt x="486" y="297"/>
                      <a:pt x="486" y="297"/>
                      <a:pt x="486" y="297"/>
                    </a:cubicBezTo>
                    <a:cubicBezTo>
                      <a:pt x="473" y="311"/>
                      <a:pt x="473" y="311"/>
                      <a:pt x="473" y="311"/>
                    </a:cubicBezTo>
                    <a:cubicBezTo>
                      <a:pt x="459" y="299"/>
                      <a:pt x="459" y="299"/>
                      <a:pt x="459" y="299"/>
                    </a:cubicBezTo>
                    <a:cubicBezTo>
                      <a:pt x="459" y="309"/>
                      <a:pt x="459" y="309"/>
                      <a:pt x="459" y="309"/>
                    </a:cubicBezTo>
                    <a:cubicBezTo>
                      <a:pt x="450" y="316"/>
                      <a:pt x="450" y="316"/>
                      <a:pt x="450" y="316"/>
                    </a:cubicBezTo>
                    <a:cubicBezTo>
                      <a:pt x="428" y="316"/>
                      <a:pt x="428" y="316"/>
                      <a:pt x="428" y="316"/>
                    </a:cubicBezTo>
                    <a:cubicBezTo>
                      <a:pt x="418" y="323"/>
                      <a:pt x="418" y="323"/>
                      <a:pt x="418" y="323"/>
                    </a:cubicBezTo>
                    <a:cubicBezTo>
                      <a:pt x="412" y="319"/>
                      <a:pt x="412" y="319"/>
                      <a:pt x="412" y="319"/>
                    </a:cubicBezTo>
                    <a:cubicBezTo>
                      <a:pt x="390" y="317"/>
                      <a:pt x="390" y="317"/>
                      <a:pt x="390" y="317"/>
                    </a:cubicBezTo>
                    <a:cubicBezTo>
                      <a:pt x="379" y="308"/>
                      <a:pt x="379" y="308"/>
                      <a:pt x="379" y="308"/>
                    </a:cubicBezTo>
                    <a:cubicBezTo>
                      <a:pt x="360" y="308"/>
                      <a:pt x="360" y="308"/>
                      <a:pt x="360" y="308"/>
                    </a:cubicBezTo>
                    <a:cubicBezTo>
                      <a:pt x="360" y="308"/>
                      <a:pt x="350" y="321"/>
                      <a:pt x="350" y="321"/>
                    </a:cubicBezTo>
                    <a:cubicBezTo>
                      <a:pt x="349" y="321"/>
                      <a:pt x="344" y="321"/>
                      <a:pt x="344" y="321"/>
                    </a:cubicBezTo>
                    <a:cubicBezTo>
                      <a:pt x="335" y="311"/>
                      <a:pt x="335" y="311"/>
                      <a:pt x="335" y="311"/>
                    </a:cubicBezTo>
                    <a:cubicBezTo>
                      <a:pt x="329" y="319"/>
                      <a:pt x="329" y="319"/>
                      <a:pt x="329" y="319"/>
                    </a:cubicBezTo>
                    <a:cubicBezTo>
                      <a:pt x="318" y="320"/>
                      <a:pt x="318" y="320"/>
                      <a:pt x="318" y="320"/>
                    </a:cubicBezTo>
                    <a:cubicBezTo>
                      <a:pt x="314" y="326"/>
                      <a:pt x="314" y="326"/>
                      <a:pt x="314" y="326"/>
                    </a:cubicBezTo>
                    <a:cubicBezTo>
                      <a:pt x="309" y="326"/>
                      <a:pt x="309" y="326"/>
                      <a:pt x="309" y="326"/>
                    </a:cubicBezTo>
                    <a:cubicBezTo>
                      <a:pt x="304" y="333"/>
                      <a:pt x="304" y="333"/>
                      <a:pt x="304" y="333"/>
                    </a:cubicBezTo>
                    <a:cubicBezTo>
                      <a:pt x="302" y="344"/>
                      <a:pt x="302" y="344"/>
                      <a:pt x="302" y="344"/>
                    </a:cubicBezTo>
                    <a:cubicBezTo>
                      <a:pt x="281" y="366"/>
                      <a:pt x="281" y="366"/>
                      <a:pt x="281" y="366"/>
                    </a:cubicBezTo>
                    <a:cubicBezTo>
                      <a:pt x="280" y="373"/>
                      <a:pt x="280" y="373"/>
                      <a:pt x="280" y="373"/>
                    </a:cubicBezTo>
                    <a:cubicBezTo>
                      <a:pt x="276" y="376"/>
                      <a:pt x="276" y="376"/>
                      <a:pt x="276" y="376"/>
                    </a:cubicBezTo>
                    <a:cubicBezTo>
                      <a:pt x="264" y="376"/>
                      <a:pt x="264" y="376"/>
                      <a:pt x="264" y="376"/>
                    </a:cubicBezTo>
                    <a:cubicBezTo>
                      <a:pt x="262" y="372"/>
                      <a:pt x="262" y="372"/>
                      <a:pt x="262" y="372"/>
                    </a:cubicBezTo>
                    <a:cubicBezTo>
                      <a:pt x="241" y="392"/>
                      <a:pt x="241" y="392"/>
                      <a:pt x="241" y="392"/>
                    </a:cubicBezTo>
                    <a:cubicBezTo>
                      <a:pt x="230" y="391"/>
                      <a:pt x="230" y="391"/>
                      <a:pt x="230" y="391"/>
                    </a:cubicBezTo>
                    <a:cubicBezTo>
                      <a:pt x="223" y="383"/>
                      <a:pt x="223" y="383"/>
                      <a:pt x="223" y="383"/>
                    </a:cubicBezTo>
                    <a:cubicBezTo>
                      <a:pt x="197" y="385"/>
                      <a:pt x="197" y="385"/>
                      <a:pt x="197" y="385"/>
                    </a:cubicBezTo>
                    <a:cubicBezTo>
                      <a:pt x="187" y="396"/>
                      <a:pt x="187" y="396"/>
                      <a:pt x="187" y="396"/>
                    </a:cubicBezTo>
                    <a:cubicBezTo>
                      <a:pt x="164" y="399"/>
                      <a:pt x="164" y="399"/>
                      <a:pt x="164" y="399"/>
                    </a:cubicBezTo>
                    <a:cubicBezTo>
                      <a:pt x="159" y="391"/>
                      <a:pt x="159" y="391"/>
                      <a:pt x="159" y="391"/>
                    </a:cubicBezTo>
                    <a:cubicBezTo>
                      <a:pt x="149" y="401"/>
                      <a:pt x="149" y="401"/>
                      <a:pt x="149" y="401"/>
                    </a:cubicBezTo>
                    <a:cubicBezTo>
                      <a:pt x="142" y="400"/>
                      <a:pt x="142" y="400"/>
                      <a:pt x="142" y="400"/>
                    </a:cubicBezTo>
                    <a:cubicBezTo>
                      <a:pt x="142" y="400"/>
                      <a:pt x="142" y="400"/>
                      <a:pt x="142" y="400"/>
                    </a:cubicBezTo>
                    <a:cubicBezTo>
                      <a:pt x="143" y="397"/>
                      <a:pt x="143" y="392"/>
                      <a:pt x="142" y="390"/>
                    </a:cubicBezTo>
                    <a:cubicBezTo>
                      <a:pt x="141" y="388"/>
                      <a:pt x="140" y="387"/>
                      <a:pt x="138" y="386"/>
                    </a:cubicBezTo>
                    <a:cubicBezTo>
                      <a:pt x="138" y="385"/>
                      <a:pt x="137" y="384"/>
                      <a:pt x="137" y="383"/>
                    </a:cubicBezTo>
                    <a:cubicBezTo>
                      <a:pt x="137" y="383"/>
                      <a:pt x="137" y="382"/>
                      <a:pt x="136" y="382"/>
                    </a:cubicBezTo>
                    <a:cubicBezTo>
                      <a:pt x="136" y="382"/>
                      <a:pt x="135" y="380"/>
                      <a:pt x="134" y="379"/>
                    </a:cubicBezTo>
                    <a:cubicBezTo>
                      <a:pt x="133" y="377"/>
                      <a:pt x="132" y="375"/>
                      <a:pt x="131" y="373"/>
                    </a:cubicBezTo>
                    <a:cubicBezTo>
                      <a:pt x="128" y="369"/>
                      <a:pt x="122" y="367"/>
                      <a:pt x="117" y="368"/>
                    </a:cubicBezTo>
                    <a:cubicBezTo>
                      <a:pt x="110" y="368"/>
                      <a:pt x="106" y="374"/>
                      <a:pt x="105" y="381"/>
                    </a:cubicBezTo>
                    <a:cubicBezTo>
                      <a:pt x="103" y="389"/>
                      <a:pt x="111" y="390"/>
                      <a:pt x="118" y="389"/>
                    </a:cubicBezTo>
                    <a:cubicBezTo>
                      <a:pt x="118" y="391"/>
                      <a:pt x="117" y="394"/>
                      <a:pt x="115" y="395"/>
                    </a:cubicBezTo>
                    <a:cubicBezTo>
                      <a:pt x="112" y="396"/>
                      <a:pt x="111" y="395"/>
                      <a:pt x="110" y="399"/>
                    </a:cubicBezTo>
                    <a:cubicBezTo>
                      <a:pt x="110" y="399"/>
                      <a:pt x="110" y="399"/>
                      <a:pt x="110" y="399"/>
                    </a:cubicBezTo>
                    <a:cubicBezTo>
                      <a:pt x="67" y="398"/>
                      <a:pt x="67" y="398"/>
                      <a:pt x="67" y="398"/>
                    </a:cubicBezTo>
                    <a:cubicBezTo>
                      <a:pt x="64" y="390"/>
                      <a:pt x="64" y="390"/>
                      <a:pt x="64" y="390"/>
                    </a:cubicBezTo>
                    <a:cubicBezTo>
                      <a:pt x="68" y="387"/>
                      <a:pt x="69" y="382"/>
                      <a:pt x="71" y="378"/>
                    </a:cubicBezTo>
                    <a:cubicBezTo>
                      <a:pt x="73" y="373"/>
                      <a:pt x="74" y="369"/>
                      <a:pt x="74" y="364"/>
                    </a:cubicBezTo>
                    <a:cubicBezTo>
                      <a:pt x="74" y="361"/>
                      <a:pt x="75" y="359"/>
                      <a:pt x="75" y="356"/>
                    </a:cubicBezTo>
                    <a:cubicBezTo>
                      <a:pt x="74" y="354"/>
                      <a:pt x="72" y="351"/>
                      <a:pt x="71" y="348"/>
                    </a:cubicBezTo>
                    <a:cubicBezTo>
                      <a:pt x="67" y="343"/>
                      <a:pt x="64" y="338"/>
                      <a:pt x="59" y="334"/>
                    </a:cubicBezTo>
                    <a:cubicBezTo>
                      <a:pt x="55" y="331"/>
                      <a:pt x="49" y="331"/>
                      <a:pt x="45" y="332"/>
                    </a:cubicBezTo>
                    <a:cubicBezTo>
                      <a:pt x="38" y="334"/>
                      <a:pt x="41" y="340"/>
                      <a:pt x="41" y="345"/>
                    </a:cubicBezTo>
                    <a:cubicBezTo>
                      <a:pt x="41" y="346"/>
                      <a:pt x="41" y="347"/>
                      <a:pt x="41" y="348"/>
                    </a:cubicBezTo>
                    <a:cubicBezTo>
                      <a:pt x="24" y="346"/>
                      <a:pt x="24" y="346"/>
                      <a:pt x="24" y="346"/>
                    </a:cubicBezTo>
                    <a:cubicBezTo>
                      <a:pt x="5" y="301"/>
                      <a:pt x="5" y="301"/>
                      <a:pt x="5" y="301"/>
                    </a:cubicBezTo>
                    <a:cubicBezTo>
                      <a:pt x="2" y="286"/>
                      <a:pt x="2" y="286"/>
                      <a:pt x="2" y="286"/>
                    </a:cubicBezTo>
                    <a:cubicBezTo>
                      <a:pt x="16" y="267"/>
                      <a:pt x="16" y="267"/>
                      <a:pt x="16" y="26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6" y="204"/>
                      <a:pt x="16" y="204"/>
                      <a:pt x="16" y="204"/>
                    </a:cubicBezTo>
                    <a:cubicBezTo>
                      <a:pt x="18" y="161"/>
                      <a:pt x="18" y="161"/>
                      <a:pt x="18" y="161"/>
                    </a:cubicBezTo>
                    <a:cubicBezTo>
                      <a:pt x="27" y="159"/>
                      <a:pt x="27" y="159"/>
                      <a:pt x="27" y="159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6" y="156"/>
                      <a:pt x="36" y="156"/>
                      <a:pt x="36" y="156"/>
                    </a:cubicBezTo>
                    <a:cubicBezTo>
                      <a:pt x="62" y="134"/>
                      <a:pt x="62" y="134"/>
                      <a:pt x="62" y="134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128" y="56"/>
                      <a:pt x="128" y="56"/>
                      <a:pt x="128" y="56"/>
                    </a:cubicBezTo>
                    <a:cubicBezTo>
                      <a:pt x="168" y="80"/>
                      <a:pt x="168" y="80"/>
                      <a:pt x="168" y="80"/>
                    </a:cubicBezTo>
                    <a:cubicBezTo>
                      <a:pt x="169" y="61"/>
                      <a:pt x="169" y="61"/>
                      <a:pt x="169" y="61"/>
                    </a:cubicBezTo>
                    <a:cubicBezTo>
                      <a:pt x="215" y="34"/>
                      <a:pt x="215" y="34"/>
                      <a:pt x="215" y="34"/>
                    </a:cubicBezTo>
                    <a:cubicBezTo>
                      <a:pt x="224" y="40"/>
                      <a:pt x="224" y="40"/>
                      <a:pt x="224" y="40"/>
                    </a:cubicBezTo>
                    <a:cubicBezTo>
                      <a:pt x="236" y="40"/>
                      <a:pt x="236" y="40"/>
                      <a:pt x="236" y="40"/>
                    </a:cubicBezTo>
                    <a:cubicBezTo>
                      <a:pt x="236" y="40"/>
                      <a:pt x="236" y="40"/>
                      <a:pt x="236" y="40"/>
                    </a:cubicBezTo>
                    <a:cubicBezTo>
                      <a:pt x="247" y="39"/>
                      <a:pt x="247" y="39"/>
                      <a:pt x="247" y="39"/>
                    </a:cubicBezTo>
                    <a:cubicBezTo>
                      <a:pt x="256" y="21"/>
                      <a:pt x="256" y="21"/>
                      <a:pt x="256" y="21"/>
                    </a:cubicBezTo>
                    <a:cubicBezTo>
                      <a:pt x="292" y="10"/>
                      <a:pt x="292" y="10"/>
                      <a:pt x="292" y="10"/>
                    </a:cubicBezTo>
                    <a:cubicBezTo>
                      <a:pt x="309" y="23"/>
                      <a:pt x="309" y="23"/>
                      <a:pt x="309" y="23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402" y="12"/>
                      <a:pt x="402" y="12"/>
                      <a:pt x="402" y="12"/>
                    </a:cubicBezTo>
                    <a:cubicBezTo>
                      <a:pt x="447" y="68"/>
                      <a:pt x="447" y="68"/>
                      <a:pt x="447" y="68"/>
                    </a:cubicBezTo>
                    <a:cubicBezTo>
                      <a:pt x="511" y="86"/>
                      <a:pt x="511" y="86"/>
                      <a:pt x="511" y="86"/>
                    </a:cubicBezTo>
                    <a:cubicBezTo>
                      <a:pt x="511" y="118"/>
                      <a:pt x="511" y="118"/>
                      <a:pt x="511" y="118"/>
                    </a:cubicBezTo>
                    <a:cubicBezTo>
                      <a:pt x="539" y="157"/>
                      <a:pt x="539" y="157"/>
                      <a:pt x="539" y="157"/>
                    </a:cubicBezTo>
                    <a:lnTo>
                      <a:pt x="525" y="17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7" name="Freeform 2619">
                <a:extLst>
                  <a:ext uri="{FF2B5EF4-FFF2-40B4-BE49-F238E27FC236}">
                    <a16:creationId xmlns:a16="http://schemas.microsoft.com/office/drawing/2014/main" id="{F2371E0A-A699-7142-A266-197871DE8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3218"/>
                <a:ext cx="321" cy="288"/>
              </a:xfrm>
              <a:custGeom>
                <a:avLst/>
                <a:gdLst>
                  <a:gd name="T0" fmla="*/ 769 w 789"/>
                  <a:gd name="T1" fmla="*/ 330 h 708"/>
                  <a:gd name="T2" fmla="*/ 758 w 789"/>
                  <a:gd name="T3" fmla="*/ 350 h 708"/>
                  <a:gd name="T4" fmla="*/ 711 w 789"/>
                  <a:gd name="T5" fmla="*/ 350 h 708"/>
                  <a:gd name="T6" fmla="*/ 759 w 789"/>
                  <a:gd name="T7" fmla="*/ 446 h 708"/>
                  <a:gd name="T8" fmla="*/ 655 w 789"/>
                  <a:gd name="T9" fmla="*/ 453 h 708"/>
                  <a:gd name="T10" fmla="*/ 673 w 789"/>
                  <a:gd name="T11" fmla="*/ 481 h 708"/>
                  <a:gd name="T12" fmla="*/ 661 w 789"/>
                  <a:gd name="T13" fmla="*/ 524 h 708"/>
                  <a:gd name="T14" fmla="*/ 640 w 789"/>
                  <a:gd name="T15" fmla="*/ 505 h 708"/>
                  <a:gd name="T16" fmla="*/ 588 w 789"/>
                  <a:gd name="T17" fmla="*/ 592 h 708"/>
                  <a:gd name="T18" fmla="*/ 555 w 789"/>
                  <a:gd name="T19" fmla="*/ 628 h 708"/>
                  <a:gd name="T20" fmla="*/ 564 w 789"/>
                  <a:gd name="T21" fmla="*/ 707 h 708"/>
                  <a:gd name="T22" fmla="*/ 529 w 789"/>
                  <a:gd name="T23" fmla="*/ 699 h 708"/>
                  <a:gd name="T24" fmla="*/ 463 w 789"/>
                  <a:gd name="T25" fmla="*/ 655 h 708"/>
                  <a:gd name="T26" fmla="*/ 426 w 789"/>
                  <a:gd name="T27" fmla="*/ 623 h 708"/>
                  <a:gd name="T28" fmla="*/ 392 w 789"/>
                  <a:gd name="T29" fmla="*/ 622 h 708"/>
                  <a:gd name="T30" fmla="*/ 399 w 789"/>
                  <a:gd name="T31" fmla="*/ 605 h 708"/>
                  <a:gd name="T32" fmla="*/ 339 w 789"/>
                  <a:gd name="T33" fmla="*/ 541 h 708"/>
                  <a:gd name="T34" fmla="*/ 316 w 789"/>
                  <a:gd name="T35" fmla="*/ 523 h 708"/>
                  <a:gd name="T36" fmla="*/ 306 w 789"/>
                  <a:gd name="T37" fmla="*/ 489 h 708"/>
                  <a:gd name="T38" fmla="*/ 274 w 789"/>
                  <a:gd name="T39" fmla="*/ 461 h 708"/>
                  <a:gd name="T40" fmla="*/ 191 w 789"/>
                  <a:gd name="T41" fmla="*/ 353 h 708"/>
                  <a:gd name="T42" fmla="*/ 137 w 789"/>
                  <a:gd name="T43" fmla="*/ 302 h 708"/>
                  <a:gd name="T44" fmla="*/ 89 w 789"/>
                  <a:gd name="T45" fmla="*/ 253 h 708"/>
                  <a:gd name="T46" fmla="*/ 77 w 789"/>
                  <a:gd name="T47" fmla="*/ 206 h 708"/>
                  <a:gd name="T48" fmla="*/ 44 w 789"/>
                  <a:gd name="T49" fmla="*/ 132 h 708"/>
                  <a:gd name="T50" fmla="*/ 0 w 789"/>
                  <a:gd name="T51" fmla="*/ 84 h 708"/>
                  <a:gd name="T52" fmla="*/ 18 w 789"/>
                  <a:gd name="T53" fmla="*/ 57 h 708"/>
                  <a:gd name="T54" fmla="*/ 45 w 789"/>
                  <a:gd name="T55" fmla="*/ 0 h 708"/>
                  <a:gd name="T56" fmla="*/ 131 w 789"/>
                  <a:gd name="T57" fmla="*/ 69 h 708"/>
                  <a:gd name="T58" fmla="*/ 223 w 789"/>
                  <a:gd name="T59" fmla="*/ 26 h 708"/>
                  <a:gd name="T60" fmla="*/ 253 w 789"/>
                  <a:gd name="T61" fmla="*/ 13 h 708"/>
                  <a:gd name="T62" fmla="*/ 286 w 789"/>
                  <a:gd name="T63" fmla="*/ 29 h 708"/>
                  <a:gd name="T64" fmla="*/ 316 w 789"/>
                  <a:gd name="T65" fmla="*/ 22 h 708"/>
                  <a:gd name="T66" fmla="*/ 340 w 789"/>
                  <a:gd name="T67" fmla="*/ 40 h 708"/>
                  <a:gd name="T68" fmla="*/ 354 w 789"/>
                  <a:gd name="T69" fmla="*/ 37 h 708"/>
                  <a:gd name="T70" fmla="*/ 368 w 789"/>
                  <a:gd name="T71" fmla="*/ 34 h 708"/>
                  <a:gd name="T72" fmla="*/ 389 w 789"/>
                  <a:gd name="T73" fmla="*/ 39 h 708"/>
                  <a:gd name="T74" fmla="*/ 422 w 789"/>
                  <a:gd name="T75" fmla="*/ 61 h 708"/>
                  <a:gd name="T76" fmla="*/ 449 w 789"/>
                  <a:gd name="T77" fmla="*/ 39 h 708"/>
                  <a:gd name="T78" fmla="*/ 470 w 789"/>
                  <a:gd name="T79" fmla="*/ 43 h 708"/>
                  <a:gd name="T80" fmla="*/ 499 w 789"/>
                  <a:gd name="T81" fmla="*/ 50 h 708"/>
                  <a:gd name="T82" fmla="*/ 508 w 789"/>
                  <a:gd name="T83" fmla="*/ 32 h 708"/>
                  <a:gd name="T84" fmla="*/ 540 w 789"/>
                  <a:gd name="T85" fmla="*/ 46 h 708"/>
                  <a:gd name="T86" fmla="*/ 572 w 789"/>
                  <a:gd name="T87" fmla="*/ 50 h 708"/>
                  <a:gd name="T88" fmla="*/ 593 w 789"/>
                  <a:gd name="T89" fmla="*/ 43 h 708"/>
                  <a:gd name="T90" fmla="*/ 608 w 789"/>
                  <a:gd name="T91" fmla="*/ 72 h 708"/>
                  <a:gd name="T92" fmla="*/ 613 w 789"/>
                  <a:gd name="T93" fmla="*/ 92 h 708"/>
                  <a:gd name="T94" fmla="*/ 604 w 789"/>
                  <a:gd name="T95" fmla="*/ 98 h 708"/>
                  <a:gd name="T96" fmla="*/ 625 w 789"/>
                  <a:gd name="T97" fmla="*/ 102 h 708"/>
                  <a:gd name="T98" fmla="*/ 683 w 789"/>
                  <a:gd name="T99" fmla="*/ 96 h 708"/>
                  <a:gd name="T100" fmla="*/ 729 w 789"/>
                  <a:gd name="T101" fmla="*/ 115 h 708"/>
                  <a:gd name="T102" fmla="*/ 721 w 789"/>
                  <a:gd name="T103" fmla="*/ 146 h 708"/>
                  <a:gd name="T104" fmla="*/ 694 w 789"/>
                  <a:gd name="T105" fmla="*/ 222 h 708"/>
                  <a:gd name="T106" fmla="*/ 683 w 789"/>
                  <a:gd name="T107" fmla="*/ 248 h 708"/>
                  <a:gd name="T108" fmla="*/ 736 w 789"/>
                  <a:gd name="T109" fmla="*/ 294 h 708"/>
                  <a:gd name="T110" fmla="*/ 755 w 789"/>
                  <a:gd name="T111" fmla="*/ 308 h 708"/>
                  <a:gd name="T112" fmla="*/ 784 w 789"/>
                  <a:gd name="T113" fmla="*/ 318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9" h="708">
                    <a:moveTo>
                      <a:pt x="789" y="330"/>
                    </a:moveTo>
                    <a:cubicBezTo>
                      <a:pt x="769" y="330"/>
                      <a:pt x="769" y="330"/>
                      <a:pt x="769" y="330"/>
                    </a:cubicBezTo>
                    <a:cubicBezTo>
                      <a:pt x="766" y="345"/>
                      <a:pt x="766" y="345"/>
                      <a:pt x="766" y="345"/>
                    </a:cubicBezTo>
                    <a:cubicBezTo>
                      <a:pt x="758" y="350"/>
                      <a:pt x="758" y="350"/>
                      <a:pt x="758" y="350"/>
                    </a:cubicBezTo>
                    <a:cubicBezTo>
                      <a:pt x="722" y="337"/>
                      <a:pt x="722" y="337"/>
                      <a:pt x="722" y="337"/>
                    </a:cubicBezTo>
                    <a:cubicBezTo>
                      <a:pt x="711" y="350"/>
                      <a:pt x="711" y="350"/>
                      <a:pt x="711" y="350"/>
                    </a:cubicBezTo>
                    <a:cubicBezTo>
                      <a:pt x="756" y="398"/>
                      <a:pt x="756" y="398"/>
                      <a:pt x="756" y="398"/>
                    </a:cubicBezTo>
                    <a:cubicBezTo>
                      <a:pt x="759" y="446"/>
                      <a:pt x="759" y="446"/>
                      <a:pt x="759" y="446"/>
                    </a:cubicBezTo>
                    <a:cubicBezTo>
                      <a:pt x="745" y="457"/>
                      <a:pt x="699" y="460"/>
                      <a:pt x="699" y="460"/>
                    </a:cubicBezTo>
                    <a:cubicBezTo>
                      <a:pt x="655" y="453"/>
                      <a:pt x="655" y="453"/>
                      <a:pt x="655" y="453"/>
                    </a:cubicBezTo>
                    <a:cubicBezTo>
                      <a:pt x="643" y="468"/>
                      <a:pt x="643" y="468"/>
                      <a:pt x="643" y="468"/>
                    </a:cubicBezTo>
                    <a:cubicBezTo>
                      <a:pt x="673" y="481"/>
                      <a:pt x="673" y="481"/>
                      <a:pt x="673" y="481"/>
                    </a:cubicBezTo>
                    <a:cubicBezTo>
                      <a:pt x="680" y="522"/>
                      <a:pt x="680" y="522"/>
                      <a:pt x="680" y="522"/>
                    </a:cubicBezTo>
                    <a:cubicBezTo>
                      <a:pt x="661" y="524"/>
                      <a:pt x="661" y="524"/>
                      <a:pt x="661" y="524"/>
                    </a:cubicBezTo>
                    <a:cubicBezTo>
                      <a:pt x="649" y="511"/>
                      <a:pt x="649" y="511"/>
                      <a:pt x="649" y="511"/>
                    </a:cubicBezTo>
                    <a:cubicBezTo>
                      <a:pt x="640" y="505"/>
                      <a:pt x="640" y="505"/>
                      <a:pt x="640" y="505"/>
                    </a:cubicBezTo>
                    <a:cubicBezTo>
                      <a:pt x="607" y="520"/>
                      <a:pt x="607" y="520"/>
                      <a:pt x="607" y="520"/>
                    </a:cubicBezTo>
                    <a:cubicBezTo>
                      <a:pt x="588" y="592"/>
                      <a:pt x="588" y="592"/>
                      <a:pt x="588" y="592"/>
                    </a:cubicBezTo>
                    <a:cubicBezTo>
                      <a:pt x="574" y="598"/>
                      <a:pt x="574" y="598"/>
                      <a:pt x="574" y="598"/>
                    </a:cubicBezTo>
                    <a:cubicBezTo>
                      <a:pt x="555" y="628"/>
                      <a:pt x="555" y="628"/>
                      <a:pt x="555" y="628"/>
                    </a:cubicBezTo>
                    <a:cubicBezTo>
                      <a:pt x="572" y="668"/>
                      <a:pt x="572" y="668"/>
                      <a:pt x="572" y="668"/>
                    </a:cubicBezTo>
                    <a:cubicBezTo>
                      <a:pt x="564" y="707"/>
                      <a:pt x="564" y="707"/>
                      <a:pt x="564" y="707"/>
                    </a:cubicBezTo>
                    <a:cubicBezTo>
                      <a:pt x="545" y="708"/>
                      <a:pt x="545" y="708"/>
                      <a:pt x="545" y="708"/>
                    </a:cubicBezTo>
                    <a:cubicBezTo>
                      <a:pt x="529" y="699"/>
                      <a:pt x="529" y="699"/>
                      <a:pt x="529" y="699"/>
                    </a:cubicBezTo>
                    <a:cubicBezTo>
                      <a:pt x="505" y="700"/>
                      <a:pt x="505" y="700"/>
                      <a:pt x="505" y="700"/>
                    </a:cubicBezTo>
                    <a:cubicBezTo>
                      <a:pt x="496" y="676"/>
                      <a:pt x="471" y="661"/>
                      <a:pt x="463" y="655"/>
                    </a:cubicBezTo>
                    <a:cubicBezTo>
                      <a:pt x="455" y="649"/>
                      <a:pt x="431" y="634"/>
                      <a:pt x="431" y="634"/>
                    </a:cubicBezTo>
                    <a:cubicBezTo>
                      <a:pt x="426" y="623"/>
                      <a:pt x="426" y="623"/>
                      <a:pt x="426" y="623"/>
                    </a:cubicBezTo>
                    <a:cubicBezTo>
                      <a:pt x="398" y="626"/>
                      <a:pt x="398" y="626"/>
                      <a:pt x="398" y="626"/>
                    </a:cubicBezTo>
                    <a:cubicBezTo>
                      <a:pt x="397" y="624"/>
                      <a:pt x="394" y="623"/>
                      <a:pt x="392" y="622"/>
                    </a:cubicBezTo>
                    <a:cubicBezTo>
                      <a:pt x="388" y="620"/>
                      <a:pt x="384" y="619"/>
                      <a:pt x="380" y="617"/>
                    </a:cubicBezTo>
                    <a:cubicBezTo>
                      <a:pt x="399" y="605"/>
                      <a:pt x="399" y="605"/>
                      <a:pt x="399" y="605"/>
                    </a:cubicBezTo>
                    <a:cubicBezTo>
                      <a:pt x="387" y="581"/>
                      <a:pt x="387" y="581"/>
                      <a:pt x="387" y="581"/>
                    </a:cubicBezTo>
                    <a:cubicBezTo>
                      <a:pt x="339" y="541"/>
                      <a:pt x="339" y="541"/>
                      <a:pt x="339" y="541"/>
                    </a:cubicBezTo>
                    <a:cubicBezTo>
                      <a:pt x="337" y="527"/>
                      <a:pt x="337" y="527"/>
                      <a:pt x="337" y="527"/>
                    </a:cubicBezTo>
                    <a:cubicBezTo>
                      <a:pt x="316" y="523"/>
                      <a:pt x="316" y="523"/>
                      <a:pt x="316" y="523"/>
                    </a:cubicBezTo>
                    <a:cubicBezTo>
                      <a:pt x="312" y="503"/>
                      <a:pt x="312" y="503"/>
                      <a:pt x="312" y="503"/>
                    </a:cubicBezTo>
                    <a:cubicBezTo>
                      <a:pt x="306" y="489"/>
                      <a:pt x="306" y="489"/>
                      <a:pt x="306" y="489"/>
                    </a:cubicBezTo>
                    <a:cubicBezTo>
                      <a:pt x="309" y="472"/>
                      <a:pt x="309" y="472"/>
                      <a:pt x="309" y="472"/>
                    </a:cubicBezTo>
                    <a:cubicBezTo>
                      <a:pt x="274" y="461"/>
                      <a:pt x="274" y="461"/>
                      <a:pt x="274" y="461"/>
                    </a:cubicBezTo>
                    <a:cubicBezTo>
                      <a:pt x="198" y="383"/>
                      <a:pt x="198" y="383"/>
                      <a:pt x="198" y="383"/>
                    </a:cubicBezTo>
                    <a:cubicBezTo>
                      <a:pt x="191" y="353"/>
                      <a:pt x="191" y="353"/>
                      <a:pt x="191" y="353"/>
                    </a:cubicBezTo>
                    <a:cubicBezTo>
                      <a:pt x="155" y="334"/>
                      <a:pt x="155" y="334"/>
                      <a:pt x="155" y="334"/>
                    </a:cubicBezTo>
                    <a:cubicBezTo>
                      <a:pt x="137" y="302"/>
                      <a:pt x="137" y="302"/>
                      <a:pt x="137" y="302"/>
                    </a:cubicBezTo>
                    <a:cubicBezTo>
                      <a:pt x="123" y="295"/>
                      <a:pt x="123" y="295"/>
                      <a:pt x="123" y="295"/>
                    </a:cubicBezTo>
                    <a:cubicBezTo>
                      <a:pt x="89" y="253"/>
                      <a:pt x="89" y="253"/>
                      <a:pt x="89" y="253"/>
                    </a:cubicBezTo>
                    <a:cubicBezTo>
                      <a:pt x="94" y="235"/>
                      <a:pt x="94" y="235"/>
                      <a:pt x="94" y="235"/>
                    </a:cubicBezTo>
                    <a:cubicBezTo>
                      <a:pt x="77" y="206"/>
                      <a:pt x="77" y="206"/>
                      <a:pt x="77" y="206"/>
                    </a:cubicBezTo>
                    <a:cubicBezTo>
                      <a:pt x="70" y="175"/>
                      <a:pt x="70" y="175"/>
                      <a:pt x="70" y="175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7" y="130"/>
                      <a:pt x="7" y="130"/>
                      <a:pt x="7" y="130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131" y="69"/>
                      <a:pt x="131" y="69"/>
                      <a:pt x="131" y="69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223" y="26"/>
                      <a:pt x="223" y="26"/>
                      <a:pt x="223" y="26"/>
                    </a:cubicBezTo>
                    <a:cubicBezTo>
                      <a:pt x="242" y="1"/>
                      <a:pt x="242" y="1"/>
                      <a:pt x="242" y="1"/>
                    </a:cubicBezTo>
                    <a:cubicBezTo>
                      <a:pt x="253" y="13"/>
                      <a:pt x="253" y="13"/>
                      <a:pt x="253" y="13"/>
                    </a:cubicBezTo>
                    <a:cubicBezTo>
                      <a:pt x="270" y="13"/>
                      <a:pt x="270" y="13"/>
                      <a:pt x="270" y="13"/>
                    </a:cubicBezTo>
                    <a:cubicBezTo>
                      <a:pt x="286" y="29"/>
                      <a:pt x="286" y="29"/>
                      <a:pt x="286" y="29"/>
                    </a:cubicBezTo>
                    <a:cubicBezTo>
                      <a:pt x="309" y="33"/>
                      <a:pt x="309" y="33"/>
                      <a:pt x="309" y="33"/>
                    </a:cubicBezTo>
                    <a:cubicBezTo>
                      <a:pt x="316" y="22"/>
                      <a:pt x="316" y="22"/>
                      <a:pt x="316" y="22"/>
                    </a:cubicBezTo>
                    <a:cubicBezTo>
                      <a:pt x="330" y="39"/>
                      <a:pt x="330" y="39"/>
                      <a:pt x="330" y="39"/>
                    </a:cubicBezTo>
                    <a:cubicBezTo>
                      <a:pt x="340" y="40"/>
                      <a:pt x="340" y="40"/>
                      <a:pt x="340" y="40"/>
                    </a:cubicBezTo>
                    <a:cubicBezTo>
                      <a:pt x="348" y="46"/>
                      <a:pt x="348" y="46"/>
                      <a:pt x="348" y="46"/>
                    </a:cubicBezTo>
                    <a:cubicBezTo>
                      <a:pt x="354" y="37"/>
                      <a:pt x="354" y="37"/>
                      <a:pt x="354" y="37"/>
                    </a:cubicBezTo>
                    <a:cubicBezTo>
                      <a:pt x="359" y="50"/>
                      <a:pt x="359" y="50"/>
                      <a:pt x="359" y="50"/>
                    </a:cubicBezTo>
                    <a:cubicBezTo>
                      <a:pt x="368" y="34"/>
                      <a:pt x="368" y="34"/>
                      <a:pt x="368" y="34"/>
                    </a:cubicBezTo>
                    <a:cubicBezTo>
                      <a:pt x="377" y="45"/>
                      <a:pt x="377" y="45"/>
                      <a:pt x="377" y="45"/>
                    </a:cubicBezTo>
                    <a:cubicBezTo>
                      <a:pt x="389" y="39"/>
                      <a:pt x="389" y="39"/>
                      <a:pt x="389" y="39"/>
                    </a:cubicBezTo>
                    <a:cubicBezTo>
                      <a:pt x="398" y="37"/>
                      <a:pt x="398" y="37"/>
                      <a:pt x="398" y="37"/>
                    </a:cubicBezTo>
                    <a:cubicBezTo>
                      <a:pt x="422" y="61"/>
                      <a:pt x="422" y="61"/>
                      <a:pt x="422" y="61"/>
                    </a:cubicBezTo>
                    <a:cubicBezTo>
                      <a:pt x="439" y="61"/>
                      <a:pt x="439" y="61"/>
                      <a:pt x="439" y="61"/>
                    </a:cubicBezTo>
                    <a:cubicBezTo>
                      <a:pt x="449" y="39"/>
                      <a:pt x="449" y="39"/>
                      <a:pt x="449" y="39"/>
                    </a:cubicBezTo>
                    <a:cubicBezTo>
                      <a:pt x="464" y="36"/>
                      <a:pt x="464" y="36"/>
                      <a:pt x="464" y="36"/>
                    </a:cubicBezTo>
                    <a:cubicBezTo>
                      <a:pt x="470" y="43"/>
                      <a:pt x="470" y="43"/>
                      <a:pt x="470" y="43"/>
                    </a:cubicBezTo>
                    <a:cubicBezTo>
                      <a:pt x="472" y="51"/>
                      <a:pt x="472" y="51"/>
                      <a:pt x="472" y="51"/>
                    </a:cubicBezTo>
                    <a:cubicBezTo>
                      <a:pt x="499" y="50"/>
                      <a:pt x="499" y="50"/>
                      <a:pt x="499" y="50"/>
                    </a:cubicBezTo>
                    <a:cubicBezTo>
                      <a:pt x="500" y="34"/>
                      <a:pt x="500" y="34"/>
                      <a:pt x="500" y="34"/>
                    </a:cubicBezTo>
                    <a:cubicBezTo>
                      <a:pt x="508" y="32"/>
                      <a:pt x="508" y="32"/>
                      <a:pt x="508" y="32"/>
                    </a:cubicBezTo>
                    <a:cubicBezTo>
                      <a:pt x="521" y="46"/>
                      <a:pt x="521" y="46"/>
                      <a:pt x="521" y="46"/>
                    </a:cubicBezTo>
                    <a:cubicBezTo>
                      <a:pt x="540" y="46"/>
                      <a:pt x="540" y="46"/>
                      <a:pt x="540" y="46"/>
                    </a:cubicBezTo>
                    <a:cubicBezTo>
                      <a:pt x="554" y="57"/>
                      <a:pt x="554" y="57"/>
                      <a:pt x="554" y="57"/>
                    </a:cubicBezTo>
                    <a:cubicBezTo>
                      <a:pt x="572" y="50"/>
                      <a:pt x="572" y="50"/>
                      <a:pt x="572" y="50"/>
                    </a:cubicBezTo>
                    <a:cubicBezTo>
                      <a:pt x="583" y="58"/>
                      <a:pt x="583" y="58"/>
                      <a:pt x="583" y="58"/>
                    </a:cubicBezTo>
                    <a:cubicBezTo>
                      <a:pt x="593" y="43"/>
                      <a:pt x="593" y="43"/>
                      <a:pt x="593" y="43"/>
                    </a:cubicBezTo>
                    <a:cubicBezTo>
                      <a:pt x="598" y="71"/>
                      <a:pt x="598" y="71"/>
                      <a:pt x="598" y="71"/>
                    </a:cubicBezTo>
                    <a:cubicBezTo>
                      <a:pt x="608" y="72"/>
                      <a:pt x="608" y="72"/>
                      <a:pt x="608" y="72"/>
                    </a:cubicBezTo>
                    <a:cubicBezTo>
                      <a:pt x="615" y="89"/>
                      <a:pt x="615" y="89"/>
                      <a:pt x="615" y="89"/>
                    </a:cubicBezTo>
                    <a:cubicBezTo>
                      <a:pt x="613" y="92"/>
                      <a:pt x="613" y="92"/>
                      <a:pt x="613" y="92"/>
                    </a:cubicBezTo>
                    <a:cubicBezTo>
                      <a:pt x="603" y="93"/>
                      <a:pt x="603" y="93"/>
                      <a:pt x="603" y="93"/>
                    </a:cubicBezTo>
                    <a:cubicBezTo>
                      <a:pt x="604" y="98"/>
                      <a:pt x="604" y="98"/>
                      <a:pt x="604" y="98"/>
                    </a:cubicBezTo>
                    <a:cubicBezTo>
                      <a:pt x="607" y="102"/>
                      <a:pt x="607" y="102"/>
                      <a:pt x="607" y="102"/>
                    </a:cubicBezTo>
                    <a:cubicBezTo>
                      <a:pt x="625" y="102"/>
                      <a:pt x="625" y="102"/>
                      <a:pt x="625" y="102"/>
                    </a:cubicBezTo>
                    <a:cubicBezTo>
                      <a:pt x="638" y="116"/>
                      <a:pt x="638" y="116"/>
                      <a:pt x="638" y="116"/>
                    </a:cubicBezTo>
                    <a:cubicBezTo>
                      <a:pt x="683" y="96"/>
                      <a:pt x="683" y="96"/>
                      <a:pt x="683" y="96"/>
                    </a:cubicBezTo>
                    <a:cubicBezTo>
                      <a:pt x="708" y="90"/>
                      <a:pt x="726" y="102"/>
                      <a:pt x="726" y="102"/>
                    </a:cubicBezTo>
                    <a:cubicBezTo>
                      <a:pt x="726" y="102"/>
                      <a:pt x="730" y="115"/>
                      <a:pt x="729" y="115"/>
                    </a:cubicBezTo>
                    <a:cubicBezTo>
                      <a:pt x="728" y="115"/>
                      <a:pt x="720" y="125"/>
                      <a:pt x="720" y="125"/>
                    </a:cubicBezTo>
                    <a:cubicBezTo>
                      <a:pt x="720" y="125"/>
                      <a:pt x="722" y="129"/>
                      <a:pt x="721" y="146"/>
                    </a:cubicBezTo>
                    <a:cubicBezTo>
                      <a:pt x="720" y="164"/>
                      <a:pt x="695" y="200"/>
                      <a:pt x="695" y="200"/>
                    </a:cubicBezTo>
                    <a:cubicBezTo>
                      <a:pt x="694" y="222"/>
                      <a:pt x="694" y="222"/>
                      <a:pt x="694" y="222"/>
                    </a:cubicBezTo>
                    <a:cubicBezTo>
                      <a:pt x="684" y="228"/>
                      <a:pt x="684" y="228"/>
                      <a:pt x="684" y="228"/>
                    </a:cubicBezTo>
                    <a:cubicBezTo>
                      <a:pt x="683" y="248"/>
                      <a:pt x="683" y="248"/>
                      <a:pt x="683" y="248"/>
                    </a:cubicBezTo>
                    <a:cubicBezTo>
                      <a:pt x="697" y="261"/>
                      <a:pt x="697" y="261"/>
                      <a:pt x="697" y="261"/>
                    </a:cubicBezTo>
                    <a:cubicBezTo>
                      <a:pt x="727" y="249"/>
                      <a:pt x="736" y="294"/>
                      <a:pt x="736" y="294"/>
                    </a:cubicBezTo>
                    <a:cubicBezTo>
                      <a:pt x="754" y="295"/>
                      <a:pt x="754" y="295"/>
                      <a:pt x="754" y="295"/>
                    </a:cubicBezTo>
                    <a:cubicBezTo>
                      <a:pt x="755" y="308"/>
                      <a:pt x="755" y="308"/>
                      <a:pt x="755" y="308"/>
                    </a:cubicBezTo>
                    <a:cubicBezTo>
                      <a:pt x="768" y="316"/>
                      <a:pt x="768" y="316"/>
                      <a:pt x="768" y="316"/>
                    </a:cubicBezTo>
                    <a:cubicBezTo>
                      <a:pt x="784" y="318"/>
                      <a:pt x="784" y="318"/>
                      <a:pt x="784" y="318"/>
                    </a:cubicBezTo>
                    <a:lnTo>
                      <a:pt x="789" y="33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8" name="Freeform 2620">
                <a:extLst>
                  <a:ext uri="{FF2B5EF4-FFF2-40B4-BE49-F238E27FC236}">
                    <a16:creationId xmlns:a16="http://schemas.microsoft.com/office/drawing/2014/main" id="{460F3B28-5068-AD44-9C73-C656733FE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596"/>
                <a:ext cx="489" cy="264"/>
              </a:xfrm>
              <a:custGeom>
                <a:avLst/>
                <a:gdLst>
                  <a:gd name="T0" fmla="*/ 1151 w 1201"/>
                  <a:gd name="T1" fmla="*/ 414 h 648"/>
                  <a:gd name="T2" fmla="*/ 1106 w 1201"/>
                  <a:gd name="T3" fmla="*/ 453 h 648"/>
                  <a:gd name="T4" fmla="*/ 1077 w 1201"/>
                  <a:gd name="T5" fmla="*/ 524 h 648"/>
                  <a:gd name="T6" fmla="*/ 1033 w 1201"/>
                  <a:gd name="T7" fmla="*/ 563 h 648"/>
                  <a:gd name="T8" fmla="*/ 907 w 1201"/>
                  <a:gd name="T9" fmla="*/ 574 h 648"/>
                  <a:gd name="T10" fmla="*/ 869 w 1201"/>
                  <a:gd name="T11" fmla="*/ 635 h 648"/>
                  <a:gd name="T12" fmla="*/ 847 w 1201"/>
                  <a:gd name="T13" fmla="*/ 624 h 648"/>
                  <a:gd name="T14" fmla="*/ 740 w 1201"/>
                  <a:gd name="T15" fmla="*/ 602 h 648"/>
                  <a:gd name="T16" fmla="*/ 659 w 1201"/>
                  <a:gd name="T17" fmla="*/ 575 h 648"/>
                  <a:gd name="T18" fmla="*/ 550 w 1201"/>
                  <a:gd name="T19" fmla="*/ 541 h 648"/>
                  <a:gd name="T20" fmla="*/ 487 w 1201"/>
                  <a:gd name="T21" fmla="*/ 550 h 648"/>
                  <a:gd name="T22" fmla="*/ 456 w 1201"/>
                  <a:gd name="T23" fmla="*/ 602 h 648"/>
                  <a:gd name="T24" fmla="*/ 385 w 1201"/>
                  <a:gd name="T25" fmla="*/ 631 h 648"/>
                  <a:gd name="T26" fmla="*/ 316 w 1201"/>
                  <a:gd name="T27" fmla="*/ 629 h 648"/>
                  <a:gd name="T28" fmla="*/ 285 w 1201"/>
                  <a:gd name="T29" fmla="*/ 596 h 648"/>
                  <a:gd name="T30" fmla="*/ 232 w 1201"/>
                  <a:gd name="T31" fmla="*/ 530 h 648"/>
                  <a:gd name="T32" fmla="*/ 198 w 1201"/>
                  <a:gd name="T33" fmla="*/ 499 h 648"/>
                  <a:gd name="T34" fmla="*/ 103 w 1201"/>
                  <a:gd name="T35" fmla="*/ 421 h 648"/>
                  <a:gd name="T36" fmla="*/ 67 w 1201"/>
                  <a:gd name="T37" fmla="*/ 270 h 648"/>
                  <a:gd name="T38" fmla="*/ 0 w 1201"/>
                  <a:gd name="T39" fmla="*/ 164 h 648"/>
                  <a:gd name="T40" fmla="*/ 32 w 1201"/>
                  <a:gd name="T41" fmla="*/ 193 h 648"/>
                  <a:gd name="T42" fmla="*/ 43 w 1201"/>
                  <a:gd name="T43" fmla="*/ 208 h 648"/>
                  <a:gd name="T44" fmla="*/ 84 w 1201"/>
                  <a:gd name="T45" fmla="*/ 146 h 648"/>
                  <a:gd name="T46" fmla="*/ 232 w 1201"/>
                  <a:gd name="T47" fmla="*/ 101 h 648"/>
                  <a:gd name="T48" fmla="*/ 267 w 1201"/>
                  <a:gd name="T49" fmla="*/ 81 h 648"/>
                  <a:gd name="T50" fmla="*/ 363 w 1201"/>
                  <a:gd name="T51" fmla="*/ 49 h 648"/>
                  <a:gd name="T52" fmla="*/ 415 w 1201"/>
                  <a:gd name="T53" fmla="*/ 35 h 648"/>
                  <a:gd name="T54" fmla="*/ 405 w 1201"/>
                  <a:gd name="T55" fmla="*/ 0 h 648"/>
                  <a:gd name="T56" fmla="*/ 459 w 1201"/>
                  <a:gd name="T57" fmla="*/ 54 h 648"/>
                  <a:gd name="T58" fmla="*/ 521 w 1201"/>
                  <a:gd name="T59" fmla="*/ 50 h 648"/>
                  <a:gd name="T60" fmla="*/ 552 w 1201"/>
                  <a:gd name="T61" fmla="*/ 21 h 648"/>
                  <a:gd name="T62" fmla="*/ 589 w 1201"/>
                  <a:gd name="T63" fmla="*/ 75 h 648"/>
                  <a:gd name="T64" fmla="*/ 697 w 1201"/>
                  <a:gd name="T65" fmla="*/ 123 h 648"/>
                  <a:gd name="T66" fmla="*/ 775 w 1201"/>
                  <a:gd name="T67" fmla="*/ 127 h 648"/>
                  <a:gd name="T68" fmla="*/ 744 w 1201"/>
                  <a:gd name="T69" fmla="*/ 193 h 648"/>
                  <a:gd name="T70" fmla="*/ 791 w 1201"/>
                  <a:gd name="T71" fmla="*/ 225 h 648"/>
                  <a:gd name="T72" fmla="*/ 791 w 1201"/>
                  <a:gd name="T73" fmla="*/ 239 h 648"/>
                  <a:gd name="T74" fmla="*/ 874 w 1201"/>
                  <a:gd name="T75" fmla="*/ 220 h 648"/>
                  <a:gd name="T76" fmla="*/ 868 w 1201"/>
                  <a:gd name="T77" fmla="*/ 168 h 648"/>
                  <a:gd name="T78" fmla="*/ 999 w 1201"/>
                  <a:gd name="T79" fmla="*/ 206 h 648"/>
                  <a:gd name="T80" fmla="*/ 983 w 1201"/>
                  <a:gd name="T81" fmla="*/ 245 h 648"/>
                  <a:gd name="T82" fmla="*/ 1072 w 1201"/>
                  <a:gd name="T83" fmla="*/ 283 h 648"/>
                  <a:gd name="T84" fmla="*/ 1152 w 1201"/>
                  <a:gd name="T85" fmla="*/ 308 h 648"/>
                  <a:gd name="T86" fmla="*/ 1181 w 1201"/>
                  <a:gd name="T87" fmla="*/ 369 h 648"/>
                  <a:gd name="T88" fmla="*/ 1201 w 1201"/>
                  <a:gd name="T89" fmla="*/ 408 h 6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01" h="648">
                    <a:moveTo>
                      <a:pt x="1201" y="408"/>
                    </a:moveTo>
                    <a:cubicBezTo>
                      <a:pt x="1151" y="414"/>
                      <a:pt x="1151" y="414"/>
                      <a:pt x="1151" y="414"/>
                    </a:cubicBezTo>
                    <a:cubicBezTo>
                      <a:pt x="1151" y="414"/>
                      <a:pt x="1143" y="435"/>
                      <a:pt x="1123" y="437"/>
                    </a:cubicBezTo>
                    <a:cubicBezTo>
                      <a:pt x="1106" y="453"/>
                      <a:pt x="1106" y="453"/>
                      <a:pt x="1106" y="453"/>
                    </a:cubicBezTo>
                    <a:cubicBezTo>
                      <a:pt x="1092" y="461"/>
                      <a:pt x="1092" y="461"/>
                      <a:pt x="1092" y="461"/>
                    </a:cubicBezTo>
                    <a:cubicBezTo>
                      <a:pt x="1092" y="461"/>
                      <a:pt x="1056" y="476"/>
                      <a:pt x="1077" y="524"/>
                    </a:cubicBezTo>
                    <a:cubicBezTo>
                      <a:pt x="1044" y="541"/>
                      <a:pt x="1044" y="541"/>
                      <a:pt x="1044" y="541"/>
                    </a:cubicBezTo>
                    <a:cubicBezTo>
                      <a:pt x="1033" y="563"/>
                      <a:pt x="1033" y="563"/>
                      <a:pt x="1033" y="563"/>
                    </a:cubicBezTo>
                    <a:cubicBezTo>
                      <a:pt x="965" y="591"/>
                      <a:pt x="965" y="591"/>
                      <a:pt x="965" y="591"/>
                    </a:cubicBezTo>
                    <a:cubicBezTo>
                      <a:pt x="907" y="574"/>
                      <a:pt x="907" y="574"/>
                      <a:pt x="907" y="574"/>
                    </a:cubicBezTo>
                    <a:cubicBezTo>
                      <a:pt x="879" y="604"/>
                      <a:pt x="879" y="604"/>
                      <a:pt x="879" y="604"/>
                    </a:cubicBezTo>
                    <a:cubicBezTo>
                      <a:pt x="869" y="635"/>
                      <a:pt x="869" y="635"/>
                      <a:pt x="869" y="635"/>
                    </a:cubicBezTo>
                    <a:cubicBezTo>
                      <a:pt x="848" y="648"/>
                      <a:pt x="848" y="648"/>
                      <a:pt x="848" y="648"/>
                    </a:cubicBezTo>
                    <a:cubicBezTo>
                      <a:pt x="847" y="624"/>
                      <a:pt x="847" y="624"/>
                      <a:pt x="847" y="624"/>
                    </a:cubicBezTo>
                    <a:cubicBezTo>
                      <a:pt x="778" y="591"/>
                      <a:pt x="778" y="591"/>
                      <a:pt x="778" y="591"/>
                    </a:cubicBezTo>
                    <a:cubicBezTo>
                      <a:pt x="740" y="602"/>
                      <a:pt x="740" y="602"/>
                      <a:pt x="740" y="602"/>
                    </a:cubicBezTo>
                    <a:cubicBezTo>
                      <a:pt x="684" y="599"/>
                      <a:pt x="684" y="599"/>
                      <a:pt x="684" y="599"/>
                    </a:cubicBezTo>
                    <a:cubicBezTo>
                      <a:pt x="659" y="575"/>
                      <a:pt x="659" y="575"/>
                      <a:pt x="659" y="575"/>
                    </a:cubicBezTo>
                    <a:cubicBezTo>
                      <a:pt x="615" y="574"/>
                      <a:pt x="615" y="574"/>
                      <a:pt x="615" y="574"/>
                    </a:cubicBezTo>
                    <a:cubicBezTo>
                      <a:pt x="550" y="541"/>
                      <a:pt x="550" y="541"/>
                      <a:pt x="550" y="541"/>
                    </a:cubicBezTo>
                    <a:cubicBezTo>
                      <a:pt x="501" y="536"/>
                      <a:pt x="501" y="536"/>
                      <a:pt x="501" y="536"/>
                    </a:cubicBezTo>
                    <a:cubicBezTo>
                      <a:pt x="487" y="550"/>
                      <a:pt x="487" y="550"/>
                      <a:pt x="487" y="550"/>
                    </a:cubicBezTo>
                    <a:cubicBezTo>
                      <a:pt x="484" y="597"/>
                      <a:pt x="484" y="597"/>
                      <a:pt x="484" y="597"/>
                    </a:cubicBezTo>
                    <a:cubicBezTo>
                      <a:pt x="456" y="602"/>
                      <a:pt x="456" y="602"/>
                      <a:pt x="456" y="602"/>
                    </a:cubicBezTo>
                    <a:cubicBezTo>
                      <a:pt x="456" y="602"/>
                      <a:pt x="450" y="627"/>
                      <a:pt x="435" y="640"/>
                    </a:cubicBezTo>
                    <a:cubicBezTo>
                      <a:pt x="385" y="631"/>
                      <a:pt x="385" y="631"/>
                      <a:pt x="385" y="631"/>
                    </a:cubicBezTo>
                    <a:cubicBezTo>
                      <a:pt x="358" y="644"/>
                      <a:pt x="358" y="644"/>
                      <a:pt x="358" y="644"/>
                    </a:cubicBezTo>
                    <a:cubicBezTo>
                      <a:pt x="316" y="629"/>
                      <a:pt x="316" y="629"/>
                      <a:pt x="316" y="629"/>
                    </a:cubicBezTo>
                    <a:cubicBezTo>
                      <a:pt x="315" y="612"/>
                      <a:pt x="315" y="612"/>
                      <a:pt x="315" y="612"/>
                    </a:cubicBezTo>
                    <a:cubicBezTo>
                      <a:pt x="285" y="596"/>
                      <a:pt x="285" y="596"/>
                      <a:pt x="285" y="596"/>
                    </a:cubicBezTo>
                    <a:cubicBezTo>
                      <a:pt x="285" y="589"/>
                      <a:pt x="285" y="589"/>
                      <a:pt x="285" y="589"/>
                    </a:cubicBezTo>
                    <a:cubicBezTo>
                      <a:pt x="232" y="530"/>
                      <a:pt x="232" y="530"/>
                      <a:pt x="232" y="530"/>
                    </a:cubicBezTo>
                    <a:cubicBezTo>
                      <a:pt x="203" y="523"/>
                      <a:pt x="203" y="523"/>
                      <a:pt x="203" y="523"/>
                    </a:cubicBezTo>
                    <a:cubicBezTo>
                      <a:pt x="198" y="499"/>
                      <a:pt x="198" y="499"/>
                      <a:pt x="198" y="499"/>
                    </a:cubicBezTo>
                    <a:cubicBezTo>
                      <a:pt x="133" y="426"/>
                      <a:pt x="133" y="426"/>
                      <a:pt x="133" y="426"/>
                    </a:cubicBezTo>
                    <a:cubicBezTo>
                      <a:pt x="103" y="421"/>
                      <a:pt x="103" y="421"/>
                      <a:pt x="103" y="421"/>
                    </a:cubicBezTo>
                    <a:cubicBezTo>
                      <a:pt x="43" y="317"/>
                      <a:pt x="43" y="317"/>
                      <a:pt x="43" y="317"/>
                    </a:cubicBezTo>
                    <a:cubicBezTo>
                      <a:pt x="67" y="270"/>
                      <a:pt x="67" y="270"/>
                      <a:pt x="67" y="270"/>
                    </a:cubicBezTo>
                    <a:cubicBezTo>
                      <a:pt x="26" y="221"/>
                      <a:pt x="13" y="222"/>
                      <a:pt x="13" y="222"/>
                    </a:cubicBezTo>
                    <a:cubicBezTo>
                      <a:pt x="0" y="164"/>
                      <a:pt x="0" y="164"/>
                      <a:pt x="0" y="164"/>
                    </a:cubicBezTo>
                    <a:cubicBezTo>
                      <a:pt x="12" y="164"/>
                      <a:pt x="12" y="164"/>
                      <a:pt x="12" y="164"/>
                    </a:cubicBezTo>
                    <a:cubicBezTo>
                      <a:pt x="32" y="193"/>
                      <a:pt x="32" y="193"/>
                      <a:pt x="32" y="193"/>
                    </a:cubicBezTo>
                    <a:cubicBezTo>
                      <a:pt x="30" y="206"/>
                      <a:pt x="30" y="206"/>
                      <a:pt x="30" y="206"/>
                    </a:cubicBezTo>
                    <a:cubicBezTo>
                      <a:pt x="43" y="208"/>
                      <a:pt x="43" y="208"/>
                      <a:pt x="43" y="208"/>
                    </a:cubicBezTo>
                    <a:cubicBezTo>
                      <a:pt x="51" y="171"/>
                      <a:pt x="51" y="171"/>
                      <a:pt x="51" y="171"/>
                    </a:cubicBezTo>
                    <a:cubicBezTo>
                      <a:pt x="84" y="146"/>
                      <a:pt x="84" y="146"/>
                      <a:pt x="84" y="146"/>
                    </a:cubicBezTo>
                    <a:cubicBezTo>
                      <a:pt x="156" y="142"/>
                      <a:pt x="156" y="142"/>
                      <a:pt x="156" y="142"/>
                    </a:cubicBezTo>
                    <a:cubicBezTo>
                      <a:pt x="232" y="101"/>
                      <a:pt x="232" y="101"/>
                      <a:pt x="232" y="101"/>
                    </a:cubicBezTo>
                    <a:cubicBezTo>
                      <a:pt x="253" y="106"/>
                      <a:pt x="253" y="106"/>
                      <a:pt x="253" y="106"/>
                    </a:cubicBezTo>
                    <a:cubicBezTo>
                      <a:pt x="267" y="81"/>
                      <a:pt x="267" y="81"/>
                      <a:pt x="267" y="81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63" y="49"/>
                      <a:pt x="363" y="49"/>
                      <a:pt x="363" y="49"/>
                    </a:cubicBezTo>
                    <a:cubicBezTo>
                      <a:pt x="414" y="47"/>
                      <a:pt x="414" y="47"/>
                      <a:pt x="414" y="47"/>
                    </a:cubicBezTo>
                    <a:cubicBezTo>
                      <a:pt x="415" y="35"/>
                      <a:pt x="415" y="35"/>
                      <a:pt x="415" y="35"/>
                    </a:cubicBezTo>
                    <a:cubicBezTo>
                      <a:pt x="395" y="10"/>
                      <a:pt x="395" y="10"/>
                      <a:pt x="395" y="10"/>
                    </a:cubicBezTo>
                    <a:cubicBezTo>
                      <a:pt x="405" y="0"/>
                      <a:pt x="405" y="0"/>
                      <a:pt x="405" y="0"/>
                    </a:cubicBezTo>
                    <a:cubicBezTo>
                      <a:pt x="459" y="20"/>
                      <a:pt x="459" y="20"/>
                      <a:pt x="459" y="20"/>
                    </a:cubicBezTo>
                    <a:cubicBezTo>
                      <a:pt x="459" y="54"/>
                      <a:pt x="459" y="54"/>
                      <a:pt x="459" y="54"/>
                    </a:cubicBezTo>
                    <a:cubicBezTo>
                      <a:pt x="482" y="66"/>
                      <a:pt x="482" y="66"/>
                      <a:pt x="482" y="66"/>
                    </a:cubicBezTo>
                    <a:cubicBezTo>
                      <a:pt x="521" y="50"/>
                      <a:pt x="521" y="50"/>
                      <a:pt x="521" y="50"/>
                    </a:cubicBezTo>
                    <a:cubicBezTo>
                      <a:pt x="522" y="21"/>
                      <a:pt x="522" y="21"/>
                      <a:pt x="522" y="21"/>
                    </a:cubicBezTo>
                    <a:cubicBezTo>
                      <a:pt x="552" y="21"/>
                      <a:pt x="552" y="21"/>
                      <a:pt x="552" y="21"/>
                    </a:cubicBezTo>
                    <a:cubicBezTo>
                      <a:pt x="580" y="41"/>
                      <a:pt x="580" y="41"/>
                      <a:pt x="580" y="41"/>
                    </a:cubicBezTo>
                    <a:cubicBezTo>
                      <a:pt x="589" y="75"/>
                      <a:pt x="589" y="75"/>
                      <a:pt x="589" y="75"/>
                    </a:cubicBezTo>
                    <a:cubicBezTo>
                      <a:pt x="658" y="87"/>
                      <a:pt x="658" y="87"/>
                      <a:pt x="658" y="87"/>
                    </a:cubicBezTo>
                    <a:cubicBezTo>
                      <a:pt x="697" y="123"/>
                      <a:pt x="697" y="123"/>
                      <a:pt x="697" y="123"/>
                    </a:cubicBezTo>
                    <a:cubicBezTo>
                      <a:pt x="722" y="111"/>
                      <a:pt x="722" y="111"/>
                      <a:pt x="722" y="111"/>
                    </a:cubicBezTo>
                    <a:cubicBezTo>
                      <a:pt x="775" y="127"/>
                      <a:pt x="775" y="127"/>
                      <a:pt x="775" y="127"/>
                    </a:cubicBezTo>
                    <a:cubicBezTo>
                      <a:pt x="740" y="169"/>
                      <a:pt x="740" y="169"/>
                      <a:pt x="740" y="169"/>
                    </a:cubicBezTo>
                    <a:cubicBezTo>
                      <a:pt x="744" y="193"/>
                      <a:pt x="744" y="193"/>
                      <a:pt x="744" y="193"/>
                    </a:cubicBezTo>
                    <a:cubicBezTo>
                      <a:pt x="791" y="209"/>
                      <a:pt x="791" y="209"/>
                      <a:pt x="791" y="209"/>
                    </a:cubicBezTo>
                    <a:cubicBezTo>
                      <a:pt x="791" y="225"/>
                      <a:pt x="791" y="225"/>
                      <a:pt x="791" y="225"/>
                    </a:cubicBezTo>
                    <a:cubicBezTo>
                      <a:pt x="793" y="233"/>
                      <a:pt x="793" y="233"/>
                      <a:pt x="793" y="233"/>
                    </a:cubicBezTo>
                    <a:cubicBezTo>
                      <a:pt x="791" y="239"/>
                      <a:pt x="791" y="239"/>
                      <a:pt x="791" y="239"/>
                    </a:cubicBezTo>
                    <a:cubicBezTo>
                      <a:pt x="819" y="257"/>
                      <a:pt x="819" y="257"/>
                      <a:pt x="819" y="257"/>
                    </a:cubicBezTo>
                    <a:cubicBezTo>
                      <a:pt x="874" y="220"/>
                      <a:pt x="874" y="220"/>
                      <a:pt x="874" y="220"/>
                    </a:cubicBezTo>
                    <a:cubicBezTo>
                      <a:pt x="846" y="171"/>
                      <a:pt x="846" y="171"/>
                      <a:pt x="846" y="171"/>
                    </a:cubicBezTo>
                    <a:cubicBezTo>
                      <a:pt x="868" y="168"/>
                      <a:pt x="868" y="168"/>
                      <a:pt x="868" y="168"/>
                    </a:cubicBezTo>
                    <a:cubicBezTo>
                      <a:pt x="951" y="217"/>
                      <a:pt x="951" y="217"/>
                      <a:pt x="951" y="217"/>
                    </a:cubicBezTo>
                    <a:cubicBezTo>
                      <a:pt x="951" y="217"/>
                      <a:pt x="999" y="206"/>
                      <a:pt x="999" y="206"/>
                    </a:cubicBezTo>
                    <a:cubicBezTo>
                      <a:pt x="1000" y="206"/>
                      <a:pt x="1009" y="228"/>
                      <a:pt x="1009" y="228"/>
                    </a:cubicBezTo>
                    <a:cubicBezTo>
                      <a:pt x="983" y="245"/>
                      <a:pt x="983" y="245"/>
                      <a:pt x="983" y="245"/>
                    </a:cubicBezTo>
                    <a:cubicBezTo>
                      <a:pt x="1034" y="294"/>
                      <a:pt x="1034" y="294"/>
                      <a:pt x="1034" y="294"/>
                    </a:cubicBezTo>
                    <a:cubicBezTo>
                      <a:pt x="1072" y="283"/>
                      <a:pt x="1072" y="283"/>
                      <a:pt x="1072" y="283"/>
                    </a:cubicBezTo>
                    <a:cubicBezTo>
                      <a:pt x="1097" y="299"/>
                      <a:pt x="1097" y="299"/>
                      <a:pt x="1097" y="299"/>
                    </a:cubicBezTo>
                    <a:cubicBezTo>
                      <a:pt x="1152" y="308"/>
                      <a:pt x="1152" y="308"/>
                      <a:pt x="1152" y="308"/>
                    </a:cubicBezTo>
                    <a:cubicBezTo>
                      <a:pt x="1152" y="330"/>
                      <a:pt x="1152" y="330"/>
                      <a:pt x="1152" y="330"/>
                    </a:cubicBezTo>
                    <a:cubicBezTo>
                      <a:pt x="1181" y="369"/>
                      <a:pt x="1181" y="369"/>
                      <a:pt x="1181" y="369"/>
                    </a:cubicBezTo>
                    <a:cubicBezTo>
                      <a:pt x="1197" y="372"/>
                      <a:pt x="1197" y="372"/>
                      <a:pt x="1197" y="372"/>
                    </a:cubicBezTo>
                    <a:lnTo>
                      <a:pt x="1201" y="40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9" name="Freeform 2621">
                <a:extLst>
                  <a:ext uri="{FF2B5EF4-FFF2-40B4-BE49-F238E27FC236}">
                    <a16:creationId xmlns:a16="http://schemas.microsoft.com/office/drawing/2014/main" id="{E7D95797-ABFF-E04B-A2CC-291B62520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814"/>
                <a:ext cx="578" cy="276"/>
              </a:xfrm>
              <a:custGeom>
                <a:avLst/>
                <a:gdLst>
                  <a:gd name="T0" fmla="*/ 1364 w 1420"/>
                  <a:gd name="T1" fmla="*/ 346 h 676"/>
                  <a:gd name="T2" fmla="*/ 1371 w 1420"/>
                  <a:gd name="T3" fmla="*/ 316 h 676"/>
                  <a:gd name="T4" fmla="*/ 1354 w 1420"/>
                  <a:gd name="T5" fmla="*/ 301 h 676"/>
                  <a:gd name="T6" fmla="*/ 1345 w 1420"/>
                  <a:gd name="T7" fmla="*/ 336 h 676"/>
                  <a:gd name="T8" fmla="*/ 1288 w 1420"/>
                  <a:gd name="T9" fmla="*/ 347 h 676"/>
                  <a:gd name="T10" fmla="*/ 1292 w 1420"/>
                  <a:gd name="T11" fmla="*/ 420 h 676"/>
                  <a:gd name="T12" fmla="*/ 1290 w 1420"/>
                  <a:gd name="T13" fmla="*/ 528 h 676"/>
                  <a:gd name="T14" fmla="*/ 1205 w 1420"/>
                  <a:gd name="T15" fmla="*/ 558 h 676"/>
                  <a:gd name="T16" fmla="*/ 1214 w 1420"/>
                  <a:gd name="T17" fmla="*/ 601 h 676"/>
                  <a:gd name="T18" fmla="*/ 1167 w 1420"/>
                  <a:gd name="T19" fmla="*/ 600 h 676"/>
                  <a:gd name="T20" fmla="*/ 1086 w 1420"/>
                  <a:gd name="T21" fmla="*/ 609 h 676"/>
                  <a:gd name="T22" fmla="*/ 930 w 1420"/>
                  <a:gd name="T23" fmla="*/ 676 h 676"/>
                  <a:gd name="T24" fmla="*/ 801 w 1420"/>
                  <a:gd name="T25" fmla="*/ 634 h 676"/>
                  <a:gd name="T26" fmla="*/ 649 w 1420"/>
                  <a:gd name="T27" fmla="*/ 611 h 676"/>
                  <a:gd name="T28" fmla="*/ 473 w 1420"/>
                  <a:gd name="T29" fmla="*/ 489 h 676"/>
                  <a:gd name="T30" fmla="*/ 406 w 1420"/>
                  <a:gd name="T31" fmla="*/ 492 h 676"/>
                  <a:gd name="T32" fmla="*/ 261 w 1420"/>
                  <a:gd name="T33" fmla="*/ 529 h 676"/>
                  <a:gd name="T34" fmla="*/ 164 w 1420"/>
                  <a:gd name="T35" fmla="*/ 502 h 676"/>
                  <a:gd name="T36" fmla="*/ 124 w 1420"/>
                  <a:gd name="T37" fmla="*/ 486 h 676"/>
                  <a:gd name="T38" fmla="*/ 62 w 1420"/>
                  <a:gd name="T39" fmla="*/ 477 h 676"/>
                  <a:gd name="T40" fmla="*/ 10 w 1420"/>
                  <a:gd name="T41" fmla="*/ 435 h 676"/>
                  <a:gd name="T42" fmla="*/ 25 w 1420"/>
                  <a:gd name="T43" fmla="*/ 338 h 676"/>
                  <a:gd name="T44" fmla="*/ 13 w 1420"/>
                  <a:gd name="T45" fmla="*/ 324 h 676"/>
                  <a:gd name="T46" fmla="*/ 42 w 1420"/>
                  <a:gd name="T47" fmla="*/ 321 h 676"/>
                  <a:gd name="T48" fmla="*/ 60 w 1420"/>
                  <a:gd name="T49" fmla="*/ 306 h 676"/>
                  <a:gd name="T50" fmla="*/ 118 w 1420"/>
                  <a:gd name="T51" fmla="*/ 363 h 676"/>
                  <a:gd name="T52" fmla="*/ 170 w 1420"/>
                  <a:gd name="T53" fmla="*/ 309 h 676"/>
                  <a:gd name="T54" fmla="*/ 377 w 1420"/>
                  <a:gd name="T55" fmla="*/ 353 h 676"/>
                  <a:gd name="T56" fmla="*/ 496 w 1420"/>
                  <a:gd name="T57" fmla="*/ 302 h 676"/>
                  <a:gd name="T58" fmla="*/ 608 w 1420"/>
                  <a:gd name="T59" fmla="*/ 341 h 676"/>
                  <a:gd name="T60" fmla="*/ 641 w 1420"/>
                  <a:gd name="T61" fmla="*/ 312 h 676"/>
                  <a:gd name="T62" fmla="*/ 669 w 1420"/>
                  <a:gd name="T63" fmla="*/ 176 h 676"/>
                  <a:gd name="T64" fmla="*/ 731 w 1420"/>
                  <a:gd name="T65" fmla="*/ 155 h 676"/>
                  <a:gd name="T66" fmla="*/ 751 w 1420"/>
                  <a:gd name="T67" fmla="*/ 117 h 676"/>
                  <a:gd name="T68" fmla="*/ 767 w 1420"/>
                  <a:gd name="T69" fmla="*/ 104 h 676"/>
                  <a:gd name="T70" fmla="*/ 796 w 1420"/>
                  <a:gd name="T71" fmla="*/ 117 h 676"/>
                  <a:gd name="T72" fmla="*/ 824 w 1420"/>
                  <a:gd name="T73" fmla="*/ 60 h 676"/>
                  <a:gd name="T74" fmla="*/ 897 w 1420"/>
                  <a:gd name="T75" fmla="*/ 108 h 676"/>
                  <a:gd name="T76" fmla="*/ 995 w 1420"/>
                  <a:gd name="T77" fmla="*/ 66 h 676"/>
                  <a:gd name="T78" fmla="*/ 1040 w 1420"/>
                  <a:gd name="T79" fmla="*/ 0 h 676"/>
                  <a:gd name="T80" fmla="*/ 1198 w 1420"/>
                  <a:gd name="T81" fmla="*/ 39 h 676"/>
                  <a:gd name="T82" fmla="*/ 1317 w 1420"/>
                  <a:gd name="T83" fmla="*/ 55 h 676"/>
                  <a:gd name="T84" fmla="*/ 1371 w 1420"/>
                  <a:gd name="T85" fmla="*/ 175 h 676"/>
                  <a:gd name="T86" fmla="*/ 1420 w 1420"/>
                  <a:gd name="T87" fmla="*/ 273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20" h="676">
                    <a:moveTo>
                      <a:pt x="1420" y="273"/>
                    </a:moveTo>
                    <a:cubicBezTo>
                      <a:pt x="1401" y="341"/>
                      <a:pt x="1401" y="341"/>
                      <a:pt x="1401" y="341"/>
                    </a:cubicBezTo>
                    <a:cubicBezTo>
                      <a:pt x="1364" y="346"/>
                      <a:pt x="1364" y="346"/>
                      <a:pt x="1364" y="346"/>
                    </a:cubicBezTo>
                    <a:cubicBezTo>
                      <a:pt x="1362" y="343"/>
                      <a:pt x="1361" y="338"/>
                      <a:pt x="1361" y="336"/>
                    </a:cubicBezTo>
                    <a:cubicBezTo>
                      <a:pt x="1360" y="333"/>
                      <a:pt x="1359" y="330"/>
                      <a:pt x="1359" y="327"/>
                    </a:cubicBezTo>
                    <a:cubicBezTo>
                      <a:pt x="1360" y="320"/>
                      <a:pt x="1368" y="320"/>
                      <a:pt x="1371" y="316"/>
                    </a:cubicBezTo>
                    <a:cubicBezTo>
                      <a:pt x="1378" y="309"/>
                      <a:pt x="1383" y="292"/>
                      <a:pt x="1368" y="292"/>
                    </a:cubicBezTo>
                    <a:cubicBezTo>
                      <a:pt x="1365" y="292"/>
                      <a:pt x="1363" y="293"/>
                      <a:pt x="1361" y="294"/>
                    </a:cubicBezTo>
                    <a:cubicBezTo>
                      <a:pt x="1358" y="297"/>
                      <a:pt x="1356" y="297"/>
                      <a:pt x="1354" y="301"/>
                    </a:cubicBezTo>
                    <a:cubicBezTo>
                      <a:pt x="1353" y="305"/>
                      <a:pt x="1352" y="309"/>
                      <a:pt x="1352" y="313"/>
                    </a:cubicBezTo>
                    <a:cubicBezTo>
                      <a:pt x="1353" y="320"/>
                      <a:pt x="1350" y="323"/>
                      <a:pt x="1347" y="329"/>
                    </a:cubicBezTo>
                    <a:cubicBezTo>
                      <a:pt x="1347" y="331"/>
                      <a:pt x="1346" y="334"/>
                      <a:pt x="1345" y="336"/>
                    </a:cubicBezTo>
                    <a:cubicBezTo>
                      <a:pt x="1344" y="337"/>
                      <a:pt x="1343" y="338"/>
                      <a:pt x="1342" y="340"/>
                    </a:cubicBezTo>
                    <a:cubicBezTo>
                      <a:pt x="1318" y="327"/>
                      <a:pt x="1318" y="327"/>
                      <a:pt x="1318" y="327"/>
                    </a:cubicBezTo>
                    <a:cubicBezTo>
                      <a:pt x="1288" y="347"/>
                      <a:pt x="1288" y="347"/>
                      <a:pt x="1288" y="347"/>
                    </a:cubicBezTo>
                    <a:cubicBezTo>
                      <a:pt x="1341" y="371"/>
                      <a:pt x="1341" y="371"/>
                      <a:pt x="1341" y="371"/>
                    </a:cubicBezTo>
                    <a:cubicBezTo>
                      <a:pt x="1325" y="412"/>
                      <a:pt x="1325" y="412"/>
                      <a:pt x="1325" y="412"/>
                    </a:cubicBezTo>
                    <a:cubicBezTo>
                      <a:pt x="1292" y="420"/>
                      <a:pt x="1292" y="420"/>
                      <a:pt x="1292" y="420"/>
                    </a:cubicBezTo>
                    <a:cubicBezTo>
                      <a:pt x="1282" y="472"/>
                      <a:pt x="1282" y="472"/>
                      <a:pt x="1282" y="472"/>
                    </a:cubicBezTo>
                    <a:cubicBezTo>
                      <a:pt x="1294" y="481"/>
                      <a:pt x="1294" y="481"/>
                      <a:pt x="1294" y="481"/>
                    </a:cubicBezTo>
                    <a:cubicBezTo>
                      <a:pt x="1290" y="528"/>
                      <a:pt x="1290" y="528"/>
                      <a:pt x="1290" y="528"/>
                    </a:cubicBezTo>
                    <a:cubicBezTo>
                      <a:pt x="1263" y="519"/>
                      <a:pt x="1263" y="519"/>
                      <a:pt x="1263" y="519"/>
                    </a:cubicBezTo>
                    <a:cubicBezTo>
                      <a:pt x="1229" y="556"/>
                      <a:pt x="1229" y="556"/>
                      <a:pt x="1229" y="556"/>
                    </a:cubicBezTo>
                    <a:cubicBezTo>
                      <a:pt x="1205" y="558"/>
                      <a:pt x="1205" y="558"/>
                      <a:pt x="1205" y="558"/>
                    </a:cubicBezTo>
                    <a:cubicBezTo>
                      <a:pt x="1193" y="580"/>
                      <a:pt x="1193" y="580"/>
                      <a:pt x="1193" y="580"/>
                    </a:cubicBezTo>
                    <a:cubicBezTo>
                      <a:pt x="1210" y="591"/>
                      <a:pt x="1210" y="591"/>
                      <a:pt x="1210" y="591"/>
                    </a:cubicBezTo>
                    <a:cubicBezTo>
                      <a:pt x="1214" y="601"/>
                      <a:pt x="1214" y="601"/>
                      <a:pt x="1214" y="601"/>
                    </a:cubicBezTo>
                    <a:cubicBezTo>
                      <a:pt x="1207" y="609"/>
                      <a:pt x="1207" y="609"/>
                      <a:pt x="1207" y="609"/>
                    </a:cubicBezTo>
                    <a:cubicBezTo>
                      <a:pt x="1192" y="594"/>
                      <a:pt x="1192" y="594"/>
                      <a:pt x="1192" y="594"/>
                    </a:cubicBezTo>
                    <a:cubicBezTo>
                      <a:pt x="1167" y="600"/>
                      <a:pt x="1167" y="600"/>
                      <a:pt x="1167" y="600"/>
                    </a:cubicBezTo>
                    <a:cubicBezTo>
                      <a:pt x="1124" y="598"/>
                      <a:pt x="1124" y="598"/>
                      <a:pt x="1124" y="598"/>
                    </a:cubicBezTo>
                    <a:cubicBezTo>
                      <a:pt x="1101" y="623"/>
                      <a:pt x="1101" y="623"/>
                      <a:pt x="1101" y="623"/>
                    </a:cubicBezTo>
                    <a:cubicBezTo>
                      <a:pt x="1086" y="609"/>
                      <a:pt x="1086" y="609"/>
                      <a:pt x="1086" y="609"/>
                    </a:cubicBezTo>
                    <a:cubicBezTo>
                      <a:pt x="1010" y="607"/>
                      <a:pt x="1010" y="607"/>
                      <a:pt x="1010" y="607"/>
                    </a:cubicBezTo>
                    <a:cubicBezTo>
                      <a:pt x="933" y="658"/>
                      <a:pt x="933" y="658"/>
                      <a:pt x="933" y="658"/>
                    </a:cubicBezTo>
                    <a:cubicBezTo>
                      <a:pt x="930" y="676"/>
                      <a:pt x="930" y="676"/>
                      <a:pt x="930" y="676"/>
                    </a:cubicBezTo>
                    <a:cubicBezTo>
                      <a:pt x="907" y="658"/>
                      <a:pt x="907" y="658"/>
                      <a:pt x="907" y="658"/>
                    </a:cubicBezTo>
                    <a:cubicBezTo>
                      <a:pt x="845" y="655"/>
                      <a:pt x="845" y="655"/>
                      <a:pt x="845" y="655"/>
                    </a:cubicBezTo>
                    <a:cubicBezTo>
                      <a:pt x="801" y="634"/>
                      <a:pt x="801" y="634"/>
                      <a:pt x="801" y="634"/>
                    </a:cubicBezTo>
                    <a:cubicBezTo>
                      <a:pt x="761" y="637"/>
                      <a:pt x="761" y="637"/>
                      <a:pt x="761" y="637"/>
                    </a:cubicBezTo>
                    <a:cubicBezTo>
                      <a:pt x="709" y="614"/>
                      <a:pt x="709" y="614"/>
                      <a:pt x="709" y="614"/>
                    </a:cubicBezTo>
                    <a:cubicBezTo>
                      <a:pt x="649" y="611"/>
                      <a:pt x="649" y="611"/>
                      <a:pt x="649" y="611"/>
                    </a:cubicBezTo>
                    <a:cubicBezTo>
                      <a:pt x="649" y="611"/>
                      <a:pt x="583" y="585"/>
                      <a:pt x="525" y="575"/>
                    </a:cubicBezTo>
                    <a:cubicBezTo>
                      <a:pt x="525" y="575"/>
                      <a:pt x="502" y="530"/>
                      <a:pt x="475" y="515"/>
                    </a:cubicBezTo>
                    <a:cubicBezTo>
                      <a:pt x="473" y="489"/>
                      <a:pt x="473" y="489"/>
                      <a:pt x="473" y="489"/>
                    </a:cubicBezTo>
                    <a:cubicBezTo>
                      <a:pt x="493" y="474"/>
                      <a:pt x="493" y="474"/>
                      <a:pt x="493" y="474"/>
                    </a:cubicBezTo>
                    <a:cubicBezTo>
                      <a:pt x="481" y="462"/>
                      <a:pt x="481" y="462"/>
                      <a:pt x="481" y="462"/>
                    </a:cubicBezTo>
                    <a:cubicBezTo>
                      <a:pt x="406" y="492"/>
                      <a:pt x="406" y="492"/>
                      <a:pt x="406" y="492"/>
                    </a:cubicBezTo>
                    <a:cubicBezTo>
                      <a:pt x="349" y="476"/>
                      <a:pt x="349" y="476"/>
                      <a:pt x="349" y="476"/>
                    </a:cubicBezTo>
                    <a:cubicBezTo>
                      <a:pt x="293" y="480"/>
                      <a:pt x="293" y="480"/>
                      <a:pt x="293" y="480"/>
                    </a:cubicBezTo>
                    <a:cubicBezTo>
                      <a:pt x="261" y="529"/>
                      <a:pt x="261" y="529"/>
                      <a:pt x="261" y="529"/>
                    </a:cubicBezTo>
                    <a:cubicBezTo>
                      <a:pt x="209" y="529"/>
                      <a:pt x="209" y="529"/>
                      <a:pt x="209" y="529"/>
                    </a:cubicBezTo>
                    <a:cubicBezTo>
                      <a:pt x="192" y="501"/>
                      <a:pt x="192" y="501"/>
                      <a:pt x="192" y="501"/>
                    </a:cubicBezTo>
                    <a:cubicBezTo>
                      <a:pt x="164" y="502"/>
                      <a:pt x="164" y="502"/>
                      <a:pt x="164" y="502"/>
                    </a:cubicBezTo>
                    <a:cubicBezTo>
                      <a:pt x="164" y="479"/>
                      <a:pt x="164" y="479"/>
                      <a:pt x="164" y="479"/>
                    </a:cubicBezTo>
                    <a:cubicBezTo>
                      <a:pt x="140" y="464"/>
                      <a:pt x="140" y="464"/>
                      <a:pt x="140" y="464"/>
                    </a:cubicBezTo>
                    <a:cubicBezTo>
                      <a:pt x="124" y="486"/>
                      <a:pt x="124" y="486"/>
                      <a:pt x="124" y="486"/>
                    </a:cubicBezTo>
                    <a:cubicBezTo>
                      <a:pt x="105" y="483"/>
                      <a:pt x="105" y="483"/>
                      <a:pt x="105" y="483"/>
                    </a:cubicBezTo>
                    <a:cubicBezTo>
                      <a:pt x="83" y="499"/>
                      <a:pt x="83" y="499"/>
                      <a:pt x="83" y="499"/>
                    </a:cubicBezTo>
                    <a:cubicBezTo>
                      <a:pt x="62" y="477"/>
                      <a:pt x="62" y="477"/>
                      <a:pt x="62" y="477"/>
                    </a:cubicBezTo>
                    <a:cubicBezTo>
                      <a:pt x="44" y="473"/>
                      <a:pt x="44" y="473"/>
                      <a:pt x="44" y="473"/>
                    </a:cubicBezTo>
                    <a:cubicBezTo>
                      <a:pt x="45" y="451"/>
                      <a:pt x="45" y="451"/>
                      <a:pt x="45" y="451"/>
                    </a:cubicBezTo>
                    <a:cubicBezTo>
                      <a:pt x="10" y="435"/>
                      <a:pt x="10" y="435"/>
                      <a:pt x="10" y="435"/>
                    </a:cubicBezTo>
                    <a:cubicBezTo>
                      <a:pt x="13" y="412"/>
                      <a:pt x="13" y="412"/>
                      <a:pt x="13" y="412"/>
                    </a:cubicBezTo>
                    <a:cubicBezTo>
                      <a:pt x="0" y="376"/>
                      <a:pt x="0" y="376"/>
                      <a:pt x="0" y="376"/>
                    </a:cubicBezTo>
                    <a:cubicBezTo>
                      <a:pt x="25" y="338"/>
                      <a:pt x="25" y="338"/>
                      <a:pt x="25" y="338"/>
                    </a:cubicBezTo>
                    <a:cubicBezTo>
                      <a:pt x="7" y="327"/>
                      <a:pt x="7" y="327"/>
                      <a:pt x="7" y="327"/>
                    </a:cubicBezTo>
                    <a:cubicBezTo>
                      <a:pt x="7" y="323"/>
                      <a:pt x="7" y="323"/>
                      <a:pt x="7" y="323"/>
                    </a:cubicBezTo>
                    <a:cubicBezTo>
                      <a:pt x="9" y="323"/>
                      <a:pt x="11" y="324"/>
                      <a:pt x="13" y="324"/>
                    </a:cubicBezTo>
                    <a:cubicBezTo>
                      <a:pt x="16" y="324"/>
                      <a:pt x="20" y="324"/>
                      <a:pt x="23" y="324"/>
                    </a:cubicBezTo>
                    <a:cubicBezTo>
                      <a:pt x="27" y="324"/>
                      <a:pt x="30" y="324"/>
                      <a:pt x="34" y="324"/>
                    </a:cubicBezTo>
                    <a:cubicBezTo>
                      <a:pt x="37" y="324"/>
                      <a:pt x="41" y="323"/>
                      <a:pt x="42" y="321"/>
                    </a:cubicBezTo>
                    <a:cubicBezTo>
                      <a:pt x="44" y="318"/>
                      <a:pt x="43" y="314"/>
                      <a:pt x="41" y="312"/>
                    </a:cubicBezTo>
                    <a:cubicBezTo>
                      <a:pt x="39" y="309"/>
                      <a:pt x="36" y="308"/>
                      <a:pt x="34" y="307"/>
                    </a:cubicBezTo>
                    <a:cubicBezTo>
                      <a:pt x="60" y="306"/>
                      <a:pt x="60" y="306"/>
                      <a:pt x="60" y="306"/>
                    </a:cubicBezTo>
                    <a:cubicBezTo>
                      <a:pt x="95" y="333"/>
                      <a:pt x="95" y="333"/>
                      <a:pt x="95" y="333"/>
                    </a:cubicBezTo>
                    <a:cubicBezTo>
                      <a:pt x="91" y="354"/>
                      <a:pt x="91" y="354"/>
                      <a:pt x="91" y="354"/>
                    </a:cubicBezTo>
                    <a:cubicBezTo>
                      <a:pt x="118" y="363"/>
                      <a:pt x="118" y="363"/>
                      <a:pt x="118" y="363"/>
                    </a:cubicBezTo>
                    <a:cubicBezTo>
                      <a:pt x="121" y="391"/>
                      <a:pt x="121" y="391"/>
                      <a:pt x="121" y="391"/>
                    </a:cubicBezTo>
                    <a:cubicBezTo>
                      <a:pt x="177" y="355"/>
                      <a:pt x="177" y="355"/>
                      <a:pt x="177" y="355"/>
                    </a:cubicBezTo>
                    <a:cubicBezTo>
                      <a:pt x="170" y="309"/>
                      <a:pt x="170" y="309"/>
                      <a:pt x="170" y="309"/>
                    </a:cubicBezTo>
                    <a:cubicBezTo>
                      <a:pt x="253" y="333"/>
                      <a:pt x="253" y="333"/>
                      <a:pt x="253" y="333"/>
                    </a:cubicBezTo>
                    <a:cubicBezTo>
                      <a:pt x="277" y="368"/>
                      <a:pt x="277" y="368"/>
                      <a:pt x="277" y="368"/>
                    </a:cubicBezTo>
                    <a:cubicBezTo>
                      <a:pt x="377" y="353"/>
                      <a:pt x="377" y="353"/>
                      <a:pt x="377" y="353"/>
                    </a:cubicBezTo>
                    <a:cubicBezTo>
                      <a:pt x="392" y="331"/>
                      <a:pt x="392" y="331"/>
                      <a:pt x="392" y="331"/>
                    </a:cubicBezTo>
                    <a:cubicBezTo>
                      <a:pt x="506" y="327"/>
                      <a:pt x="506" y="327"/>
                      <a:pt x="506" y="327"/>
                    </a:cubicBezTo>
                    <a:cubicBezTo>
                      <a:pt x="496" y="302"/>
                      <a:pt x="496" y="302"/>
                      <a:pt x="496" y="302"/>
                    </a:cubicBezTo>
                    <a:cubicBezTo>
                      <a:pt x="562" y="328"/>
                      <a:pt x="562" y="328"/>
                      <a:pt x="562" y="328"/>
                    </a:cubicBezTo>
                    <a:cubicBezTo>
                      <a:pt x="605" y="318"/>
                      <a:pt x="605" y="318"/>
                      <a:pt x="605" y="318"/>
                    </a:cubicBezTo>
                    <a:cubicBezTo>
                      <a:pt x="608" y="341"/>
                      <a:pt x="608" y="341"/>
                      <a:pt x="608" y="341"/>
                    </a:cubicBezTo>
                    <a:cubicBezTo>
                      <a:pt x="647" y="381"/>
                      <a:pt x="647" y="381"/>
                      <a:pt x="647" y="381"/>
                    </a:cubicBezTo>
                    <a:cubicBezTo>
                      <a:pt x="667" y="320"/>
                      <a:pt x="667" y="320"/>
                      <a:pt x="667" y="320"/>
                    </a:cubicBezTo>
                    <a:cubicBezTo>
                      <a:pt x="641" y="312"/>
                      <a:pt x="641" y="312"/>
                      <a:pt x="641" y="312"/>
                    </a:cubicBezTo>
                    <a:cubicBezTo>
                      <a:pt x="661" y="275"/>
                      <a:pt x="661" y="275"/>
                      <a:pt x="661" y="275"/>
                    </a:cubicBezTo>
                    <a:cubicBezTo>
                      <a:pt x="640" y="249"/>
                      <a:pt x="626" y="212"/>
                      <a:pt x="626" y="212"/>
                    </a:cubicBezTo>
                    <a:cubicBezTo>
                      <a:pt x="669" y="176"/>
                      <a:pt x="669" y="176"/>
                      <a:pt x="669" y="176"/>
                    </a:cubicBezTo>
                    <a:cubicBezTo>
                      <a:pt x="711" y="170"/>
                      <a:pt x="711" y="170"/>
                      <a:pt x="711" y="170"/>
                    </a:cubicBezTo>
                    <a:cubicBezTo>
                      <a:pt x="727" y="155"/>
                      <a:pt x="727" y="155"/>
                      <a:pt x="727" y="155"/>
                    </a:cubicBezTo>
                    <a:cubicBezTo>
                      <a:pt x="731" y="155"/>
                      <a:pt x="731" y="155"/>
                      <a:pt x="731" y="155"/>
                    </a:cubicBezTo>
                    <a:cubicBezTo>
                      <a:pt x="741" y="152"/>
                      <a:pt x="741" y="152"/>
                      <a:pt x="741" y="152"/>
                    </a:cubicBezTo>
                    <a:cubicBezTo>
                      <a:pt x="741" y="133"/>
                      <a:pt x="741" y="133"/>
                      <a:pt x="741" y="133"/>
                    </a:cubicBezTo>
                    <a:cubicBezTo>
                      <a:pt x="751" y="117"/>
                      <a:pt x="751" y="117"/>
                      <a:pt x="751" y="117"/>
                    </a:cubicBezTo>
                    <a:cubicBezTo>
                      <a:pt x="752" y="101"/>
                      <a:pt x="752" y="101"/>
                      <a:pt x="752" y="101"/>
                    </a:cubicBezTo>
                    <a:cubicBezTo>
                      <a:pt x="762" y="97"/>
                      <a:pt x="762" y="97"/>
                      <a:pt x="762" y="97"/>
                    </a:cubicBezTo>
                    <a:cubicBezTo>
                      <a:pt x="767" y="104"/>
                      <a:pt x="767" y="104"/>
                      <a:pt x="767" y="104"/>
                    </a:cubicBezTo>
                    <a:cubicBezTo>
                      <a:pt x="783" y="104"/>
                      <a:pt x="783" y="104"/>
                      <a:pt x="783" y="104"/>
                    </a:cubicBezTo>
                    <a:cubicBezTo>
                      <a:pt x="792" y="116"/>
                      <a:pt x="792" y="116"/>
                      <a:pt x="792" y="116"/>
                    </a:cubicBezTo>
                    <a:cubicBezTo>
                      <a:pt x="796" y="117"/>
                      <a:pt x="796" y="117"/>
                      <a:pt x="796" y="117"/>
                    </a:cubicBezTo>
                    <a:cubicBezTo>
                      <a:pt x="814" y="96"/>
                      <a:pt x="814" y="96"/>
                      <a:pt x="814" y="96"/>
                    </a:cubicBezTo>
                    <a:cubicBezTo>
                      <a:pt x="816" y="85"/>
                      <a:pt x="816" y="85"/>
                      <a:pt x="816" y="85"/>
                    </a:cubicBezTo>
                    <a:cubicBezTo>
                      <a:pt x="824" y="60"/>
                      <a:pt x="824" y="60"/>
                      <a:pt x="824" y="60"/>
                    </a:cubicBezTo>
                    <a:cubicBezTo>
                      <a:pt x="854" y="76"/>
                      <a:pt x="854" y="76"/>
                      <a:pt x="854" y="76"/>
                    </a:cubicBezTo>
                    <a:cubicBezTo>
                      <a:pt x="855" y="93"/>
                      <a:pt x="855" y="93"/>
                      <a:pt x="855" y="93"/>
                    </a:cubicBezTo>
                    <a:cubicBezTo>
                      <a:pt x="897" y="108"/>
                      <a:pt x="897" y="108"/>
                      <a:pt x="897" y="108"/>
                    </a:cubicBezTo>
                    <a:cubicBezTo>
                      <a:pt x="924" y="95"/>
                      <a:pt x="924" y="95"/>
                      <a:pt x="924" y="95"/>
                    </a:cubicBezTo>
                    <a:cubicBezTo>
                      <a:pt x="974" y="104"/>
                      <a:pt x="974" y="104"/>
                      <a:pt x="974" y="104"/>
                    </a:cubicBezTo>
                    <a:cubicBezTo>
                      <a:pt x="989" y="91"/>
                      <a:pt x="995" y="66"/>
                      <a:pt x="995" y="66"/>
                    </a:cubicBezTo>
                    <a:cubicBezTo>
                      <a:pt x="1023" y="61"/>
                      <a:pt x="1023" y="61"/>
                      <a:pt x="1023" y="61"/>
                    </a:cubicBezTo>
                    <a:cubicBezTo>
                      <a:pt x="1026" y="14"/>
                      <a:pt x="1026" y="14"/>
                      <a:pt x="1026" y="14"/>
                    </a:cubicBezTo>
                    <a:cubicBezTo>
                      <a:pt x="1040" y="0"/>
                      <a:pt x="1040" y="0"/>
                      <a:pt x="1040" y="0"/>
                    </a:cubicBezTo>
                    <a:cubicBezTo>
                      <a:pt x="1089" y="5"/>
                      <a:pt x="1089" y="5"/>
                      <a:pt x="1089" y="5"/>
                    </a:cubicBezTo>
                    <a:cubicBezTo>
                      <a:pt x="1154" y="38"/>
                      <a:pt x="1154" y="38"/>
                      <a:pt x="1154" y="38"/>
                    </a:cubicBezTo>
                    <a:cubicBezTo>
                      <a:pt x="1198" y="39"/>
                      <a:pt x="1198" y="39"/>
                      <a:pt x="1198" y="39"/>
                    </a:cubicBezTo>
                    <a:cubicBezTo>
                      <a:pt x="1223" y="63"/>
                      <a:pt x="1223" y="63"/>
                      <a:pt x="1223" y="63"/>
                    </a:cubicBezTo>
                    <a:cubicBezTo>
                      <a:pt x="1279" y="66"/>
                      <a:pt x="1279" y="66"/>
                      <a:pt x="1279" y="66"/>
                    </a:cubicBezTo>
                    <a:cubicBezTo>
                      <a:pt x="1317" y="55"/>
                      <a:pt x="1317" y="55"/>
                      <a:pt x="1317" y="55"/>
                    </a:cubicBezTo>
                    <a:cubicBezTo>
                      <a:pt x="1386" y="88"/>
                      <a:pt x="1386" y="88"/>
                      <a:pt x="1386" y="88"/>
                    </a:cubicBezTo>
                    <a:cubicBezTo>
                      <a:pt x="1387" y="112"/>
                      <a:pt x="1387" y="112"/>
                      <a:pt x="1387" y="112"/>
                    </a:cubicBezTo>
                    <a:cubicBezTo>
                      <a:pt x="1371" y="175"/>
                      <a:pt x="1371" y="175"/>
                      <a:pt x="1371" y="175"/>
                    </a:cubicBezTo>
                    <a:cubicBezTo>
                      <a:pt x="1415" y="239"/>
                      <a:pt x="1415" y="239"/>
                      <a:pt x="1415" y="239"/>
                    </a:cubicBezTo>
                    <a:cubicBezTo>
                      <a:pt x="1420" y="272"/>
                      <a:pt x="1420" y="272"/>
                      <a:pt x="1420" y="272"/>
                    </a:cubicBezTo>
                    <a:lnTo>
                      <a:pt x="1420" y="27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0" name="Freeform 2622">
                <a:extLst>
                  <a:ext uri="{FF2B5EF4-FFF2-40B4-BE49-F238E27FC236}">
                    <a16:creationId xmlns:a16="http://schemas.microsoft.com/office/drawing/2014/main" id="{2F5F5887-7A9E-A245-970A-B3625C5CA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657"/>
                <a:ext cx="8" cy="5"/>
              </a:xfrm>
              <a:custGeom>
                <a:avLst/>
                <a:gdLst>
                  <a:gd name="T0" fmla="*/ 1 w 20"/>
                  <a:gd name="T1" fmla="*/ 10 h 12"/>
                  <a:gd name="T2" fmla="*/ 5 w 20"/>
                  <a:gd name="T3" fmla="*/ 1 h 12"/>
                  <a:gd name="T4" fmla="*/ 14 w 20"/>
                  <a:gd name="T5" fmla="*/ 2 h 12"/>
                  <a:gd name="T6" fmla="*/ 16 w 20"/>
                  <a:gd name="T7" fmla="*/ 10 h 12"/>
                  <a:gd name="T8" fmla="*/ 8 w 20"/>
                  <a:gd name="T9" fmla="*/ 12 h 12"/>
                  <a:gd name="T10" fmla="*/ 1 w 20"/>
                  <a:gd name="T1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2">
                    <a:moveTo>
                      <a:pt x="1" y="10"/>
                    </a:moveTo>
                    <a:cubicBezTo>
                      <a:pt x="0" y="7"/>
                      <a:pt x="3" y="2"/>
                      <a:pt x="5" y="1"/>
                    </a:cubicBezTo>
                    <a:cubicBezTo>
                      <a:pt x="8" y="0"/>
                      <a:pt x="12" y="1"/>
                      <a:pt x="14" y="2"/>
                    </a:cubicBezTo>
                    <a:cubicBezTo>
                      <a:pt x="17" y="4"/>
                      <a:pt x="20" y="9"/>
                      <a:pt x="16" y="10"/>
                    </a:cubicBezTo>
                    <a:cubicBezTo>
                      <a:pt x="14" y="11"/>
                      <a:pt x="11" y="12"/>
                      <a:pt x="8" y="12"/>
                    </a:cubicBezTo>
                    <a:cubicBezTo>
                      <a:pt x="7" y="12"/>
                      <a:pt x="3" y="11"/>
                      <a:pt x="1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1" name="Freeform 2623">
                <a:extLst>
                  <a:ext uri="{FF2B5EF4-FFF2-40B4-BE49-F238E27FC236}">
                    <a16:creationId xmlns:a16="http://schemas.microsoft.com/office/drawing/2014/main" id="{DAEFDA36-3A0D-794F-BF4E-DE2BBA62E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042"/>
                <a:ext cx="6" cy="2"/>
              </a:xfrm>
              <a:custGeom>
                <a:avLst/>
                <a:gdLst>
                  <a:gd name="T0" fmla="*/ 0 w 13"/>
                  <a:gd name="T1" fmla="*/ 3 h 7"/>
                  <a:gd name="T2" fmla="*/ 5 w 13"/>
                  <a:gd name="T3" fmla="*/ 6 h 7"/>
                  <a:gd name="T4" fmla="*/ 13 w 13"/>
                  <a:gd name="T5" fmla="*/ 2 h 7"/>
                  <a:gd name="T6" fmla="*/ 0 w 13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0" y="3"/>
                    </a:moveTo>
                    <a:cubicBezTo>
                      <a:pt x="0" y="5"/>
                      <a:pt x="3" y="5"/>
                      <a:pt x="5" y="6"/>
                    </a:cubicBezTo>
                    <a:cubicBezTo>
                      <a:pt x="8" y="7"/>
                      <a:pt x="13" y="6"/>
                      <a:pt x="13" y="2"/>
                    </a:cubicBezTo>
                    <a:cubicBezTo>
                      <a:pt x="11" y="2"/>
                      <a:pt x="0" y="0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2" name="Freeform 2624">
                <a:extLst>
                  <a:ext uri="{FF2B5EF4-FFF2-40B4-BE49-F238E27FC236}">
                    <a16:creationId xmlns:a16="http://schemas.microsoft.com/office/drawing/2014/main" id="{EEA4AC91-0C2E-F140-8F59-9EB2FAD01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537"/>
                <a:ext cx="13" cy="16"/>
              </a:xfrm>
              <a:custGeom>
                <a:avLst/>
                <a:gdLst>
                  <a:gd name="T0" fmla="*/ 11 w 30"/>
                  <a:gd name="T1" fmla="*/ 34 h 39"/>
                  <a:gd name="T2" fmla="*/ 10 w 30"/>
                  <a:gd name="T3" fmla="*/ 35 h 39"/>
                  <a:gd name="T4" fmla="*/ 7 w 30"/>
                  <a:gd name="T5" fmla="*/ 38 h 39"/>
                  <a:gd name="T6" fmla="*/ 0 w 30"/>
                  <a:gd name="T7" fmla="*/ 34 h 39"/>
                  <a:gd name="T8" fmla="*/ 2 w 30"/>
                  <a:gd name="T9" fmla="*/ 30 h 39"/>
                  <a:gd name="T10" fmla="*/ 3 w 30"/>
                  <a:gd name="T11" fmla="*/ 25 h 39"/>
                  <a:gd name="T12" fmla="*/ 4 w 30"/>
                  <a:gd name="T13" fmla="*/ 9 h 39"/>
                  <a:gd name="T14" fmla="*/ 2 w 30"/>
                  <a:gd name="T15" fmla="*/ 3 h 39"/>
                  <a:gd name="T16" fmla="*/ 2 w 30"/>
                  <a:gd name="T17" fmla="*/ 1 h 39"/>
                  <a:gd name="T18" fmla="*/ 6 w 30"/>
                  <a:gd name="T19" fmla="*/ 1 h 39"/>
                  <a:gd name="T20" fmla="*/ 12 w 30"/>
                  <a:gd name="T21" fmla="*/ 1 h 39"/>
                  <a:gd name="T22" fmla="*/ 20 w 30"/>
                  <a:gd name="T23" fmla="*/ 9 h 39"/>
                  <a:gd name="T24" fmla="*/ 19 w 30"/>
                  <a:gd name="T25" fmla="*/ 18 h 39"/>
                  <a:gd name="T26" fmla="*/ 23 w 30"/>
                  <a:gd name="T27" fmla="*/ 18 h 39"/>
                  <a:gd name="T28" fmla="*/ 28 w 30"/>
                  <a:gd name="T29" fmla="*/ 16 h 39"/>
                  <a:gd name="T30" fmla="*/ 30 w 30"/>
                  <a:gd name="T31" fmla="*/ 20 h 39"/>
                  <a:gd name="T32" fmla="*/ 27 w 30"/>
                  <a:gd name="T33" fmla="*/ 23 h 39"/>
                  <a:gd name="T34" fmla="*/ 22 w 30"/>
                  <a:gd name="T35" fmla="*/ 27 h 39"/>
                  <a:gd name="T36" fmla="*/ 20 w 30"/>
                  <a:gd name="T37" fmla="*/ 27 h 39"/>
                  <a:gd name="T38" fmla="*/ 18 w 30"/>
                  <a:gd name="T39" fmla="*/ 29 h 39"/>
                  <a:gd name="T40" fmla="*/ 16 w 30"/>
                  <a:gd name="T41" fmla="*/ 31 h 39"/>
                  <a:gd name="T42" fmla="*/ 11 w 30"/>
                  <a:gd name="T43" fmla="*/ 3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39">
                    <a:moveTo>
                      <a:pt x="11" y="34"/>
                    </a:move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6"/>
                      <a:pt x="8" y="38"/>
                      <a:pt x="7" y="38"/>
                    </a:cubicBezTo>
                    <a:cubicBezTo>
                      <a:pt x="4" y="39"/>
                      <a:pt x="0" y="38"/>
                      <a:pt x="0" y="34"/>
                    </a:cubicBezTo>
                    <a:cubicBezTo>
                      <a:pt x="0" y="33"/>
                      <a:pt x="1" y="31"/>
                      <a:pt x="2" y="30"/>
                    </a:cubicBezTo>
                    <a:cubicBezTo>
                      <a:pt x="4" y="28"/>
                      <a:pt x="4" y="27"/>
                      <a:pt x="3" y="25"/>
                    </a:cubicBezTo>
                    <a:cubicBezTo>
                      <a:pt x="3" y="20"/>
                      <a:pt x="5" y="14"/>
                      <a:pt x="4" y="9"/>
                    </a:cubicBezTo>
                    <a:cubicBezTo>
                      <a:pt x="4" y="7"/>
                      <a:pt x="2" y="5"/>
                      <a:pt x="2" y="3"/>
                    </a:cubicBezTo>
                    <a:cubicBezTo>
                      <a:pt x="2" y="2"/>
                      <a:pt x="1" y="2"/>
                      <a:pt x="2" y="1"/>
                    </a:cubicBezTo>
                    <a:cubicBezTo>
                      <a:pt x="3" y="1"/>
                      <a:pt x="5" y="1"/>
                      <a:pt x="6" y="1"/>
                    </a:cubicBezTo>
                    <a:cubicBezTo>
                      <a:pt x="8" y="1"/>
                      <a:pt x="11" y="0"/>
                      <a:pt x="12" y="1"/>
                    </a:cubicBezTo>
                    <a:cubicBezTo>
                      <a:pt x="15" y="2"/>
                      <a:pt x="19" y="5"/>
                      <a:pt x="20" y="9"/>
                    </a:cubicBezTo>
                    <a:cubicBezTo>
                      <a:pt x="21" y="12"/>
                      <a:pt x="18" y="15"/>
                      <a:pt x="19" y="18"/>
                    </a:cubicBezTo>
                    <a:cubicBezTo>
                      <a:pt x="20" y="20"/>
                      <a:pt x="22" y="20"/>
                      <a:pt x="23" y="18"/>
                    </a:cubicBezTo>
                    <a:cubicBezTo>
                      <a:pt x="25" y="17"/>
                      <a:pt x="26" y="16"/>
                      <a:pt x="28" y="16"/>
                    </a:cubicBezTo>
                    <a:cubicBezTo>
                      <a:pt x="30" y="16"/>
                      <a:pt x="30" y="19"/>
                      <a:pt x="30" y="20"/>
                    </a:cubicBezTo>
                    <a:cubicBezTo>
                      <a:pt x="29" y="22"/>
                      <a:pt x="28" y="22"/>
                      <a:pt x="27" y="23"/>
                    </a:cubicBezTo>
                    <a:cubicBezTo>
                      <a:pt x="25" y="24"/>
                      <a:pt x="24" y="26"/>
                      <a:pt x="22" y="27"/>
                    </a:cubicBezTo>
                    <a:cubicBezTo>
                      <a:pt x="21" y="27"/>
                      <a:pt x="21" y="27"/>
                      <a:pt x="20" y="27"/>
                    </a:cubicBezTo>
                    <a:cubicBezTo>
                      <a:pt x="19" y="28"/>
                      <a:pt x="18" y="28"/>
                      <a:pt x="18" y="29"/>
                    </a:cubicBezTo>
                    <a:cubicBezTo>
                      <a:pt x="17" y="29"/>
                      <a:pt x="16" y="30"/>
                      <a:pt x="16" y="31"/>
                    </a:cubicBezTo>
                    <a:cubicBezTo>
                      <a:pt x="14" y="32"/>
                      <a:pt x="12" y="32"/>
                      <a:pt x="11" y="3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3" name="Freeform 2625">
                <a:extLst>
                  <a:ext uri="{FF2B5EF4-FFF2-40B4-BE49-F238E27FC236}">
                    <a16:creationId xmlns:a16="http://schemas.microsoft.com/office/drawing/2014/main" id="{89075562-B526-E249-856A-84AE0A667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474"/>
                <a:ext cx="4" cy="5"/>
              </a:xfrm>
              <a:custGeom>
                <a:avLst/>
                <a:gdLst>
                  <a:gd name="T0" fmla="*/ 5 w 9"/>
                  <a:gd name="T1" fmla="*/ 3 h 14"/>
                  <a:gd name="T2" fmla="*/ 9 w 9"/>
                  <a:gd name="T3" fmla="*/ 11 h 14"/>
                  <a:gd name="T4" fmla="*/ 8 w 9"/>
                  <a:gd name="T5" fmla="*/ 13 h 14"/>
                  <a:gd name="T6" fmla="*/ 6 w 9"/>
                  <a:gd name="T7" fmla="*/ 12 h 14"/>
                  <a:gd name="T8" fmla="*/ 2 w 9"/>
                  <a:gd name="T9" fmla="*/ 7 h 14"/>
                  <a:gd name="T10" fmla="*/ 1 w 9"/>
                  <a:gd name="T11" fmla="*/ 4 h 14"/>
                  <a:gd name="T12" fmla="*/ 5 w 9"/>
                  <a:gd name="T13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5" y="3"/>
                    </a:moveTo>
                    <a:cubicBezTo>
                      <a:pt x="7" y="5"/>
                      <a:pt x="9" y="8"/>
                      <a:pt x="9" y="11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7" y="14"/>
                      <a:pt x="6" y="12"/>
                      <a:pt x="6" y="12"/>
                    </a:cubicBezTo>
                    <a:cubicBezTo>
                      <a:pt x="5" y="10"/>
                      <a:pt x="4" y="9"/>
                      <a:pt x="2" y="7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0" y="1"/>
                      <a:pt x="3" y="0"/>
                      <a:pt x="5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4" name="Freeform 2626">
                <a:extLst>
                  <a:ext uri="{FF2B5EF4-FFF2-40B4-BE49-F238E27FC236}">
                    <a16:creationId xmlns:a16="http://schemas.microsoft.com/office/drawing/2014/main" id="{2E771261-0F06-8B47-9273-2A50F7CF5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527"/>
                <a:ext cx="5" cy="6"/>
              </a:xfrm>
              <a:custGeom>
                <a:avLst/>
                <a:gdLst>
                  <a:gd name="T0" fmla="*/ 11 w 12"/>
                  <a:gd name="T1" fmla="*/ 9 h 17"/>
                  <a:gd name="T2" fmla="*/ 11 w 12"/>
                  <a:gd name="T3" fmla="*/ 6 h 17"/>
                  <a:gd name="T4" fmla="*/ 11 w 12"/>
                  <a:gd name="T5" fmla="*/ 2 h 17"/>
                  <a:gd name="T6" fmla="*/ 7 w 12"/>
                  <a:gd name="T7" fmla="*/ 0 h 17"/>
                  <a:gd name="T8" fmla="*/ 3 w 12"/>
                  <a:gd name="T9" fmla="*/ 1 h 17"/>
                  <a:gd name="T10" fmla="*/ 1 w 12"/>
                  <a:gd name="T11" fmla="*/ 11 h 17"/>
                  <a:gd name="T12" fmla="*/ 2 w 12"/>
                  <a:gd name="T13" fmla="*/ 16 h 17"/>
                  <a:gd name="T14" fmla="*/ 7 w 12"/>
                  <a:gd name="T15" fmla="*/ 14 h 17"/>
                  <a:gd name="T16" fmla="*/ 7 w 12"/>
                  <a:gd name="T17" fmla="*/ 12 h 17"/>
                  <a:gd name="T18" fmla="*/ 7 w 12"/>
                  <a:gd name="T19" fmla="*/ 10 h 17"/>
                  <a:gd name="T20" fmla="*/ 11 w 12"/>
                  <a:gd name="T21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7">
                    <a:moveTo>
                      <a:pt x="11" y="9"/>
                    </a:moveTo>
                    <a:cubicBezTo>
                      <a:pt x="12" y="8"/>
                      <a:pt x="11" y="7"/>
                      <a:pt x="11" y="6"/>
                    </a:cubicBezTo>
                    <a:cubicBezTo>
                      <a:pt x="11" y="5"/>
                      <a:pt x="11" y="3"/>
                      <a:pt x="11" y="2"/>
                    </a:cubicBezTo>
                    <a:cubicBezTo>
                      <a:pt x="10" y="1"/>
                      <a:pt x="9" y="1"/>
                      <a:pt x="7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0" y="4"/>
                      <a:pt x="1" y="8"/>
                      <a:pt x="1" y="11"/>
                    </a:cubicBezTo>
                    <a:cubicBezTo>
                      <a:pt x="1" y="13"/>
                      <a:pt x="1" y="15"/>
                      <a:pt x="2" y="16"/>
                    </a:cubicBezTo>
                    <a:cubicBezTo>
                      <a:pt x="4" y="17"/>
                      <a:pt x="7" y="16"/>
                      <a:pt x="7" y="14"/>
                    </a:cubicBezTo>
                    <a:cubicBezTo>
                      <a:pt x="7" y="13"/>
                      <a:pt x="7" y="12"/>
                      <a:pt x="7" y="12"/>
                    </a:cubicBezTo>
                    <a:cubicBezTo>
                      <a:pt x="7" y="11"/>
                      <a:pt x="6" y="11"/>
                      <a:pt x="7" y="10"/>
                    </a:cubicBezTo>
                    <a:cubicBezTo>
                      <a:pt x="8" y="10"/>
                      <a:pt x="10" y="10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5" name="Freeform 2627">
                <a:extLst>
                  <a:ext uri="{FF2B5EF4-FFF2-40B4-BE49-F238E27FC236}">
                    <a16:creationId xmlns:a16="http://schemas.microsoft.com/office/drawing/2014/main" id="{40087809-1018-5F4B-B36D-9E1838040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478"/>
                <a:ext cx="4" cy="5"/>
              </a:xfrm>
              <a:custGeom>
                <a:avLst/>
                <a:gdLst>
                  <a:gd name="T0" fmla="*/ 7 w 8"/>
                  <a:gd name="T1" fmla="*/ 9 h 12"/>
                  <a:gd name="T2" fmla="*/ 7 w 8"/>
                  <a:gd name="T3" fmla="*/ 11 h 12"/>
                  <a:gd name="T4" fmla="*/ 4 w 8"/>
                  <a:gd name="T5" fmla="*/ 12 h 12"/>
                  <a:gd name="T6" fmla="*/ 2 w 8"/>
                  <a:gd name="T7" fmla="*/ 11 h 12"/>
                  <a:gd name="T8" fmla="*/ 0 w 8"/>
                  <a:gd name="T9" fmla="*/ 5 h 12"/>
                  <a:gd name="T10" fmla="*/ 2 w 8"/>
                  <a:gd name="T11" fmla="*/ 4 h 12"/>
                  <a:gd name="T12" fmla="*/ 5 w 8"/>
                  <a:gd name="T13" fmla="*/ 0 h 12"/>
                  <a:gd name="T14" fmla="*/ 7 w 8"/>
                  <a:gd name="T15" fmla="*/ 4 h 12"/>
                  <a:gd name="T16" fmla="*/ 7 w 8"/>
                  <a:gd name="T1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7" y="9"/>
                    </a:moveTo>
                    <a:cubicBezTo>
                      <a:pt x="7" y="10"/>
                      <a:pt x="7" y="11"/>
                      <a:pt x="7" y="11"/>
                    </a:cubicBezTo>
                    <a:cubicBezTo>
                      <a:pt x="6" y="12"/>
                      <a:pt x="5" y="12"/>
                      <a:pt x="4" y="12"/>
                    </a:cubicBezTo>
                    <a:cubicBezTo>
                      <a:pt x="4" y="11"/>
                      <a:pt x="3" y="11"/>
                      <a:pt x="2" y="11"/>
                    </a:cubicBezTo>
                    <a:cubicBezTo>
                      <a:pt x="0" y="10"/>
                      <a:pt x="0" y="7"/>
                      <a:pt x="0" y="5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3" y="3"/>
                      <a:pt x="4" y="0"/>
                      <a:pt x="5" y="0"/>
                    </a:cubicBezTo>
                    <a:cubicBezTo>
                      <a:pt x="7" y="0"/>
                      <a:pt x="7" y="3"/>
                      <a:pt x="7" y="4"/>
                    </a:cubicBezTo>
                    <a:cubicBezTo>
                      <a:pt x="7" y="6"/>
                      <a:pt x="8" y="7"/>
                      <a:pt x="7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6" name="Freeform 2628">
                <a:extLst>
                  <a:ext uri="{FF2B5EF4-FFF2-40B4-BE49-F238E27FC236}">
                    <a16:creationId xmlns:a16="http://schemas.microsoft.com/office/drawing/2014/main" id="{F19A4C75-00AD-5543-AA10-F2BC57373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431"/>
                <a:ext cx="35" cy="27"/>
              </a:xfrm>
              <a:custGeom>
                <a:avLst/>
                <a:gdLst>
                  <a:gd name="T0" fmla="*/ 17 w 84"/>
                  <a:gd name="T1" fmla="*/ 52 h 65"/>
                  <a:gd name="T2" fmla="*/ 19 w 84"/>
                  <a:gd name="T3" fmla="*/ 43 h 65"/>
                  <a:gd name="T4" fmla="*/ 14 w 84"/>
                  <a:gd name="T5" fmla="*/ 45 h 65"/>
                  <a:gd name="T6" fmla="*/ 6 w 84"/>
                  <a:gd name="T7" fmla="*/ 45 h 65"/>
                  <a:gd name="T8" fmla="*/ 0 w 84"/>
                  <a:gd name="T9" fmla="*/ 38 h 65"/>
                  <a:gd name="T10" fmla="*/ 2 w 84"/>
                  <a:gd name="T11" fmla="*/ 28 h 65"/>
                  <a:gd name="T12" fmla="*/ 12 w 84"/>
                  <a:gd name="T13" fmla="*/ 29 h 65"/>
                  <a:gd name="T14" fmla="*/ 15 w 84"/>
                  <a:gd name="T15" fmla="*/ 19 h 65"/>
                  <a:gd name="T16" fmla="*/ 25 w 84"/>
                  <a:gd name="T17" fmla="*/ 23 h 65"/>
                  <a:gd name="T18" fmla="*/ 35 w 84"/>
                  <a:gd name="T19" fmla="*/ 28 h 65"/>
                  <a:gd name="T20" fmla="*/ 38 w 84"/>
                  <a:gd name="T21" fmla="*/ 24 h 65"/>
                  <a:gd name="T22" fmla="*/ 29 w 84"/>
                  <a:gd name="T23" fmla="*/ 19 h 65"/>
                  <a:gd name="T24" fmla="*/ 23 w 84"/>
                  <a:gd name="T25" fmla="*/ 15 h 65"/>
                  <a:gd name="T26" fmla="*/ 21 w 84"/>
                  <a:gd name="T27" fmla="*/ 8 h 65"/>
                  <a:gd name="T28" fmla="*/ 25 w 84"/>
                  <a:gd name="T29" fmla="*/ 3 h 65"/>
                  <a:gd name="T30" fmla="*/ 33 w 84"/>
                  <a:gd name="T31" fmla="*/ 6 h 65"/>
                  <a:gd name="T32" fmla="*/ 41 w 84"/>
                  <a:gd name="T33" fmla="*/ 4 h 65"/>
                  <a:gd name="T34" fmla="*/ 47 w 84"/>
                  <a:gd name="T35" fmla="*/ 16 h 65"/>
                  <a:gd name="T36" fmla="*/ 54 w 84"/>
                  <a:gd name="T37" fmla="*/ 12 h 65"/>
                  <a:gd name="T38" fmla="*/ 64 w 84"/>
                  <a:gd name="T39" fmla="*/ 13 h 65"/>
                  <a:gd name="T40" fmla="*/ 61 w 84"/>
                  <a:gd name="T41" fmla="*/ 21 h 65"/>
                  <a:gd name="T42" fmla="*/ 52 w 84"/>
                  <a:gd name="T43" fmla="*/ 29 h 65"/>
                  <a:gd name="T44" fmla="*/ 52 w 84"/>
                  <a:gd name="T45" fmla="*/ 33 h 65"/>
                  <a:gd name="T46" fmla="*/ 58 w 84"/>
                  <a:gd name="T47" fmla="*/ 40 h 65"/>
                  <a:gd name="T48" fmla="*/ 67 w 84"/>
                  <a:gd name="T49" fmla="*/ 39 h 65"/>
                  <a:gd name="T50" fmla="*/ 73 w 84"/>
                  <a:gd name="T51" fmla="*/ 35 h 65"/>
                  <a:gd name="T52" fmla="*/ 78 w 84"/>
                  <a:gd name="T53" fmla="*/ 30 h 65"/>
                  <a:gd name="T54" fmla="*/ 82 w 84"/>
                  <a:gd name="T55" fmla="*/ 24 h 65"/>
                  <a:gd name="T56" fmla="*/ 84 w 84"/>
                  <a:gd name="T57" fmla="*/ 27 h 65"/>
                  <a:gd name="T58" fmla="*/ 73 w 84"/>
                  <a:gd name="T59" fmla="*/ 45 h 65"/>
                  <a:gd name="T60" fmla="*/ 69 w 84"/>
                  <a:gd name="T61" fmla="*/ 48 h 65"/>
                  <a:gd name="T62" fmla="*/ 61 w 84"/>
                  <a:gd name="T63" fmla="*/ 51 h 65"/>
                  <a:gd name="T64" fmla="*/ 49 w 84"/>
                  <a:gd name="T65" fmla="*/ 52 h 65"/>
                  <a:gd name="T66" fmla="*/ 41 w 84"/>
                  <a:gd name="T67" fmla="*/ 54 h 65"/>
                  <a:gd name="T68" fmla="*/ 43 w 84"/>
                  <a:gd name="T69" fmla="*/ 60 h 65"/>
                  <a:gd name="T70" fmla="*/ 46 w 84"/>
                  <a:gd name="T71" fmla="*/ 63 h 65"/>
                  <a:gd name="T72" fmla="*/ 39 w 84"/>
                  <a:gd name="T73" fmla="*/ 64 h 65"/>
                  <a:gd name="T74" fmla="*/ 31 w 84"/>
                  <a:gd name="T75" fmla="*/ 65 h 65"/>
                  <a:gd name="T76" fmla="*/ 23 w 84"/>
                  <a:gd name="T77" fmla="*/ 61 h 65"/>
                  <a:gd name="T78" fmla="*/ 18 w 84"/>
                  <a:gd name="T79" fmla="*/ 5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4" h="65">
                    <a:moveTo>
                      <a:pt x="18" y="55"/>
                    </a:moveTo>
                    <a:cubicBezTo>
                      <a:pt x="17" y="54"/>
                      <a:pt x="17" y="53"/>
                      <a:pt x="17" y="52"/>
                    </a:cubicBezTo>
                    <a:cubicBezTo>
                      <a:pt x="18" y="51"/>
                      <a:pt x="19" y="51"/>
                      <a:pt x="20" y="50"/>
                    </a:cubicBezTo>
                    <a:cubicBezTo>
                      <a:pt x="22" y="48"/>
                      <a:pt x="20" y="45"/>
                      <a:pt x="19" y="43"/>
                    </a:cubicBezTo>
                    <a:cubicBezTo>
                      <a:pt x="18" y="43"/>
                      <a:pt x="17" y="42"/>
                      <a:pt x="16" y="42"/>
                    </a:cubicBezTo>
                    <a:cubicBezTo>
                      <a:pt x="15" y="43"/>
                      <a:pt x="15" y="44"/>
                      <a:pt x="14" y="45"/>
                    </a:cubicBezTo>
                    <a:cubicBezTo>
                      <a:pt x="12" y="46"/>
                      <a:pt x="11" y="45"/>
                      <a:pt x="9" y="45"/>
                    </a:cubicBezTo>
                    <a:cubicBezTo>
                      <a:pt x="8" y="45"/>
                      <a:pt x="7" y="45"/>
                      <a:pt x="6" y="45"/>
                    </a:cubicBezTo>
                    <a:cubicBezTo>
                      <a:pt x="3" y="47"/>
                      <a:pt x="1" y="44"/>
                      <a:pt x="0" y="41"/>
                    </a:cubicBezTo>
                    <a:cubicBezTo>
                      <a:pt x="0" y="40"/>
                      <a:pt x="0" y="39"/>
                      <a:pt x="0" y="38"/>
                    </a:cubicBezTo>
                    <a:cubicBezTo>
                      <a:pt x="0" y="36"/>
                      <a:pt x="0" y="35"/>
                      <a:pt x="0" y="33"/>
                    </a:cubicBezTo>
                    <a:cubicBezTo>
                      <a:pt x="0" y="31"/>
                      <a:pt x="0" y="29"/>
                      <a:pt x="2" y="28"/>
                    </a:cubicBezTo>
                    <a:cubicBezTo>
                      <a:pt x="3" y="27"/>
                      <a:pt x="5" y="28"/>
                      <a:pt x="7" y="28"/>
                    </a:cubicBezTo>
                    <a:cubicBezTo>
                      <a:pt x="8" y="29"/>
                      <a:pt x="10" y="30"/>
                      <a:pt x="12" y="29"/>
                    </a:cubicBezTo>
                    <a:cubicBezTo>
                      <a:pt x="14" y="29"/>
                      <a:pt x="13" y="28"/>
                      <a:pt x="13" y="26"/>
                    </a:cubicBezTo>
                    <a:cubicBezTo>
                      <a:pt x="13" y="25"/>
                      <a:pt x="13" y="20"/>
                      <a:pt x="15" y="19"/>
                    </a:cubicBezTo>
                    <a:cubicBezTo>
                      <a:pt x="18" y="18"/>
                      <a:pt x="21" y="22"/>
                      <a:pt x="22" y="23"/>
                    </a:cubicBezTo>
                    <a:cubicBezTo>
                      <a:pt x="23" y="23"/>
                      <a:pt x="24" y="23"/>
                      <a:pt x="25" y="23"/>
                    </a:cubicBezTo>
                    <a:cubicBezTo>
                      <a:pt x="26" y="23"/>
                      <a:pt x="27" y="22"/>
                      <a:pt x="29" y="22"/>
                    </a:cubicBezTo>
                    <a:cubicBezTo>
                      <a:pt x="32" y="23"/>
                      <a:pt x="33" y="27"/>
                      <a:pt x="35" y="28"/>
                    </a:cubicBezTo>
                    <a:cubicBezTo>
                      <a:pt x="36" y="29"/>
                      <a:pt x="38" y="28"/>
                      <a:pt x="39" y="28"/>
                    </a:cubicBezTo>
                    <a:cubicBezTo>
                      <a:pt x="40" y="26"/>
                      <a:pt x="39" y="25"/>
                      <a:pt x="38" y="24"/>
                    </a:cubicBezTo>
                    <a:cubicBezTo>
                      <a:pt x="37" y="22"/>
                      <a:pt x="35" y="21"/>
                      <a:pt x="32" y="21"/>
                    </a:cubicBezTo>
                    <a:cubicBezTo>
                      <a:pt x="31" y="20"/>
                      <a:pt x="30" y="20"/>
                      <a:pt x="29" y="19"/>
                    </a:cubicBezTo>
                    <a:cubicBezTo>
                      <a:pt x="28" y="18"/>
                      <a:pt x="28" y="17"/>
                      <a:pt x="27" y="17"/>
                    </a:cubicBezTo>
                    <a:cubicBezTo>
                      <a:pt x="26" y="16"/>
                      <a:pt x="24" y="16"/>
                      <a:pt x="23" y="15"/>
                    </a:cubicBezTo>
                    <a:cubicBezTo>
                      <a:pt x="22" y="14"/>
                      <a:pt x="22" y="13"/>
                      <a:pt x="22" y="12"/>
                    </a:cubicBezTo>
                    <a:cubicBezTo>
                      <a:pt x="22" y="11"/>
                      <a:pt x="21" y="10"/>
                      <a:pt x="21" y="8"/>
                    </a:cubicBezTo>
                    <a:cubicBezTo>
                      <a:pt x="21" y="7"/>
                      <a:pt x="20" y="5"/>
                      <a:pt x="21" y="4"/>
                    </a:cubicBezTo>
                    <a:cubicBezTo>
                      <a:pt x="22" y="3"/>
                      <a:pt x="24" y="3"/>
                      <a:pt x="25" y="3"/>
                    </a:cubicBezTo>
                    <a:cubicBezTo>
                      <a:pt x="27" y="3"/>
                      <a:pt x="28" y="0"/>
                      <a:pt x="30" y="2"/>
                    </a:cubicBezTo>
                    <a:cubicBezTo>
                      <a:pt x="31" y="3"/>
                      <a:pt x="32" y="5"/>
                      <a:pt x="33" y="6"/>
                    </a:cubicBezTo>
                    <a:cubicBezTo>
                      <a:pt x="34" y="6"/>
                      <a:pt x="35" y="5"/>
                      <a:pt x="36" y="5"/>
                    </a:cubicBezTo>
                    <a:cubicBezTo>
                      <a:pt x="37" y="4"/>
                      <a:pt x="39" y="4"/>
                      <a:pt x="41" y="4"/>
                    </a:cubicBezTo>
                    <a:cubicBezTo>
                      <a:pt x="42" y="6"/>
                      <a:pt x="42" y="9"/>
                      <a:pt x="42" y="11"/>
                    </a:cubicBezTo>
                    <a:cubicBezTo>
                      <a:pt x="43" y="13"/>
                      <a:pt x="44" y="16"/>
                      <a:pt x="47" y="16"/>
                    </a:cubicBezTo>
                    <a:cubicBezTo>
                      <a:pt x="48" y="17"/>
                      <a:pt x="49" y="14"/>
                      <a:pt x="50" y="13"/>
                    </a:cubicBezTo>
                    <a:cubicBezTo>
                      <a:pt x="51" y="13"/>
                      <a:pt x="52" y="12"/>
                      <a:pt x="54" y="12"/>
                    </a:cubicBezTo>
                    <a:cubicBezTo>
                      <a:pt x="55" y="12"/>
                      <a:pt x="56" y="11"/>
                      <a:pt x="57" y="11"/>
                    </a:cubicBezTo>
                    <a:cubicBezTo>
                      <a:pt x="59" y="11"/>
                      <a:pt x="62" y="12"/>
                      <a:pt x="64" y="13"/>
                    </a:cubicBezTo>
                    <a:cubicBezTo>
                      <a:pt x="66" y="14"/>
                      <a:pt x="66" y="15"/>
                      <a:pt x="65" y="18"/>
                    </a:cubicBezTo>
                    <a:cubicBezTo>
                      <a:pt x="64" y="19"/>
                      <a:pt x="63" y="20"/>
                      <a:pt x="61" y="21"/>
                    </a:cubicBezTo>
                    <a:cubicBezTo>
                      <a:pt x="58" y="23"/>
                      <a:pt x="57" y="26"/>
                      <a:pt x="53" y="26"/>
                    </a:cubicBezTo>
                    <a:cubicBezTo>
                      <a:pt x="53" y="27"/>
                      <a:pt x="52" y="28"/>
                      <a:pt x="52" y="29"/>
                    </a:cubicBezTo>
                    <a:cubicBezTo>
                      <a:pt x="52" y="30"/>
                      <a:pt x="52" y="31"/>
                      <a:pt x="52" y="31"/>
                    </a:cubicBezTo>
                    <a:cubicBezTo>
                      <a:pt x="52" y="32"/>
                      <a:pt x="52" y="32"/>
                      <a:pt x="52" y="33"/>
                    </a:cubicBezTo>
                    <a:cubicBezTo>
                      <a:pt x="52" y="35"/>
                      <a:pt x="54" y="36"/>
                      <a:pt x="56" y="37"/>
                    </a:cubicBezTo>
                    <a:cubicBezTo>
                      <a:pt x="57" y="37"/>
                      <a:pt x="57" y="39"/>
                      <a:pt x="58" y="40"/>
                    </a:cubicBezTo>
                    <a:cubicBezTo>
                      <a:pt x="59" y="41"/>
                      <a:pt x="61" y="40"/>
                      <a:pt x="62" y="40"/>
                    </a:cubicBezTo>
                    <a:cubicBezTo>
                      <a:pt x="64" y="40"/>
                      <a:pt x="66" y="40"/>
                      <a:pt x="67" y="39"/>
                    </a:cubicBezTo>
                    <a:cubicBezTo>
                      <a:pt x="69" y="39"/>
                      <a:pt x="70" y="38"/>
                      <a:pt x="71" y="38"/>
                    </a:cubicBezTo>
                    <a:cubicBezTo>
                      <a:pt x="72" y="37"/>
                      <a:pt x="72" y="36"/>
                      <a:pt x="73" y="35"/>
                    </a:cubicBezTo>
                    <a:cubicBezTo>
                      <a:pt x="73" y="34"/>
                      <a:pt x="75" y="33"/>
                      <a:pt x="76" y="33"/>
                    </a:cubicBezTo>
                    <a:cubicBezTo>
                      <a:pt x="77" y="32"/>
                      <a:pt x="77" y="31"/>
                      <a:pt x="78" y="30"/>
                    </a:cubicBezTo>
                    <a:cubicBezTo>
                      <a:pt x="78" y="29"/>
                      <a:pt x="79" y="28"/>
                      <a:pt x="79" y="27"/>
                    </a:cubicBezTo>
                    <a:cubicBezTo>
                      <a:pt x="80" y="26"/>
                      <a:pt x="81" y="24"/>
                      <a:pt x="82" y="24"/>
                    </a:cubicBezTo>
                    <a:cubicBezTo>
                      <a:pt x="83" y="24"/>
                      <a:pt x="83" y="24"/>
                      <a:pt x="83" y="25"/>
                    </a:cubicBezTo>
                    <a:cubicBezTo>
                      <a:pt x="84" y="26"/>
                      <a:pt x="84" y="26"/>
                      <a:pt x="84" y="27"/>
                    </a:cubicBezTo>
                    <a:cubicBezTo>
                      <a:pt x="84" y="30"/>
                      <a:pt x="84" y="32"/>
                      <a:pt x="83" y="34"/>
                    </a:cubicBezTo>
                    <a:cubicBezTo>
                      <a:pt x="81" y="39"/>
                      <a:pt x="78" y="43"/>
                      <a:pt x="73" y="45"/>
                    </a:cubicBezTo>
                    <a:cubicBezTo>
                      <a:pt x="72" y="45"/>
                      <a:pt x="71" y="45"/>
                      <a:pt x="71" y="46"/>
                    </a:cubicBezTo>
                    <a:cubicBezTo>
                      <a:pt x="70" y="46"/>
                      <a:pt x="69" y="47"/>
                      <a:pt x="69" y="48"/>
                    </a:cubicBezTo>
                    <a:cubicBezTo>
                      <a:pt x="67" y="49"/>
                      <a:pt x="66" y="50"/>
                      <a:pt x="64" y="50"/>
                    </a:cubicBezTo>
                    <a:cubicBezTo>
                      <a:pt x="63" y="51"/>
                      <a:pt x="62" y="51"/>
                      <a:pt x="61" y="51"/>
                    </a:cubicBezTo>
                    <a:cubicBezTo>
                      <a:pt x="59" y="51"/>
                      <a:pt x="58" y="51"/>
                      <a:pt x="57" y="51"/>
                    </a:cubicBezTo>
                    <a:cubicBezTo>
                      <a:pt x="55" y="52"/>
                      <a:pt x="52" y="52"/>
                      <a:pt x="49" y="52"/>
                    </a:cubicBezTo>
                    <a:cubicBezTo>
                      <a:pt x="47" y="52"/>
                      <a:pt x="46" y="52"/>
                      <a:pt x="44" y="53"/>
                    </a:cubicBezTo>
                    <a:cubicBezTo>
                      <a:pt x="43" y="53"/>
                      <a:pt x="41" y="53"/>
                      <a:pt x="41" y="54"/>
                    </a:cubicBezTo>
                    <a:cubicBezTo>
                      <a:pt x="40" y="55"/>
                      <a:pt x="41" y="57"/>
                      <a:pt x="41" y="58"/>
                    </a:cubicBezTo>
                    <a:cubicBezTo>
                      <a:pt x="42" y="59"/>
                      <a:pt x="42" y="60"/>
                      <a:pt x="43" y="60"/>
                    </a:cubicBezTo>
                    <a:cubicBezTo>
                      <a:pt x="44" y="60"/>
                      <a:pt x="45" y="61"/>
                      <a:pt x="45" y="61"/>
                    </a:cubicBezTo>
                    <a:cubicBezTo>
                      <a:pt x="46" y="62"/>
                      <a:pt x="46" y="62"/>
                      <a:pt x="46" y="63"/>
                    </a:cubicBezTo>
                    <a:cubicBezTo>
                      <a:pt x="46" y="64"/>
                      <a:pt x="46" y="64"/>
                      <a:pt x="45" y="64"/>
                    </a:cubicBezTo>
                    <a:cubicBezTo>
                      <a:pt x="43" y="65"/>
                      <a:pt x="41" y="64"/>
                      <a:pt x="39" y="64"/>
                    </a:cubicBezTo>
                    <a:cubicBezTo>
                      <a:pt x="38" y="64"/>
                      <a:pt x="36" y="65"/>
                      <a:pt x="35" y="65"/>
                    </a:cubicBezTo>
                    <a:cubicBezTo>
                      <a:pt x="33" y="65"/>
                      <a:pt x="32" y="65"/>
                      <a:pt x="31" y="65"/>
                    </a:cubicBezTo>
                    <a:cubicBezTo>
                      <a:pt x="29" y="65"/>
                      <a:pt x="26" y="64"/>
                      <a:pt x="24" y="63"/>
                    </a:cubicBezTo>
                    <a:cubicBezTo>
                      <a:pt x="24" y="62"/>
                      <a:pt x="24" y="61"/>
                      <a:pt x="23" y="61"/>
                    </a:cubicBezTo>
                    <a:cubicBezTo>
                      <a:pt x="23" y="60"/>
                      <a:pt x="22" y="59"/>
                      <a:pt x="21" y="58"/>
                    </a:cubicBezTo>
                    <a:cubicBezTo>
                      <a:pt x="20" y="57"/>
                      <a:pt x="18" y="56"/>
                      <a:pt x="18" y="5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7" name="Freeform 2629">
                <a:extLst>
                  <a:ext uri="{FF2B5EF4-FFF2-40B4-BE49-F238E27FC236}">
                    <a16:creationId xmlns:a16="http://schemas.microsoft.com/office/drawing/2014/main" id="{2839E57A-FD13-3242-AD5C-9252B7237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449"/>
                <a:ext cx="5" cy="6"/>
              </a:xfrm>
              <a:custGeom>
                <a:avLst/>
                <a:gdLst>
                  <a:gd name="T0" fmla="*/ 2 w 10"/>
                  <a:gd name="T1" fmla="*/ 9 h 16"/>
                  <a:gd name="T2" fmla="*/ 0 w 10"/>
                  <a:gd name="T3" fmla="*/ 5 h 16"/>
                  <a:gd name="T4" fmla="*/ 3 w 10"/>
                  <a:gd name="T5" fmla="*/ 1 h 16"/>
                  <a:gd name="T6" fmla="*/ 6 w 10"/>
                  <a:gd name="T7" fmla="*/ 2 h 16"/>
                  <a:gd name="T8" fmla="*/ 9 w 10"/>
                  <a:gd name="T9" fmla="*/ 3 h 16"/>
                  <a:gd name="T10" fmla="*/ 9 w 10"/>
                  <a:gd name="T11" fmla="*/ 6 h 16"/>
                  <a:gd name="T12" fmla="*/ 8 w 10"/>
                  <a:gd name="T13" fmla="*/ 9 h 16"/>
                  <a:gd name="T14" fmla="*/ 8 w 10"/>
                  <a:gd name="T15" fmla="*/ 14 h 16"/>
                  <a:gd name="T16" fmla="*/ 6 w 10"/>
                  <a:gd name="T17" fmla="*/ 15 h 16"/>
                  <a:gd name="T18" fmla="*/ 5 w 10"/>
                  <a:gd name="T19" fmla="*/ 12 h 16"/>
                  <a:gd name="T20" fmla="*/ 2 w 10"/>
                  <a:gd name="T21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6">
                    <a:moveTo>
                      <a:pt x="2" y="9"/>
                    </a:moveTo>
                    <a:cubicBezTo>
                      <a:pt x="1" y="9"/>
                      <a:pt x="1" y="7"/>
                      <a:pt x="0" y="5"/>
                    </a:cubicBezTo>
                    <a:cubicBezTo>
                      <a:pt x="0" y="4"/>
                      <a:pt x="0" y="0"/>
                      <a:pt x="3" y="1"/>
                    </a:cubicBezTo>
                    <a:cubicBezTo>
                      <a:pt x="4" y="1"/>
                      <a:pt x="5" y="3"/>
                      <a:pt x="6" y="2"/>
                    </a:cubicBezTo>
                    <a:cubicBezTo>
                      <a:pt x="7" y="2"/>
                      <a:pt x="8" y="1"/>
                      <a:pt x="9" y="3"/>
                    </a:cubicBezTo>
                    <a:cubicBezTo>
                      <a:pt x="10" y="4"/>
                      <a:pt x="10" y="5"/>
                      <a:pt x="9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11"/>
                      <a:pt x="8" y="12"/>
                      <a:pt x="8" y="14"/>
                    </a:cubicBezTo>
                    <a:cubicBezTo>
                      <a:pt x="8" y="15"/>
                      <a:pt x="7" y="16"/>
                      <a:pt x="6" y="15"/>
                    </a:cubicBezTo>
                    <a:cubicBezTo>
                      <a:pt x="6" y="14"/>
                      <a:pt x="5" y="13"/>
                      <a:pt x="5" y="12"/>
                    </a:cubicBezTo>
                    <a:cubicBezTo>
                      <a:pt x="4" y="10"/>
                      <a:pt x="3" y="10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8" name="Freeform 2630">
                <a:extLst>
                  <a:ext uri="{FF2B5EF4-FFF2-40B4-BE49-F238E27FC236}">
                    <a16:creationId xmlns:a16="http://schemas.microsoft.com/office/drawing/2014/main" id="{A1088E4A-45D6-A549-8A8F-17B1831CB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443"/>
                <a:ext cx="8" cy="9"/>
              </a:xfrm>
              <a:custGeom>
                <a:avLst/>
                <a:gdLst>
                  <a:gd name="T0" fmla="*/ 8 w 20"/>
                  <a:gd name="T1" fmla="*/ 24 h 24"/>
                  <a:gd name="T2" fmla="*/ 7 w 20"/>
                  <a:gd name="T3" fmla="*/ 23 h 24"/>
                  <a:gd name="T4" fmla="*/ 5 w 20"/>
                  <a:gd name="T5" fmla="*/ 20 h 24"/>
                  <a:gd name="T6" fmla="*/ 4 w 20"/>
                  <a:gd name="T7" fmla="*/ 19 h 24"/>
                  <a:gd name="T8" fmla="*/ 3 w 20"/>
                  <a:gd name="T9" fmla="*/ 18 h 24"/>
                  <a:gd name="T10" fmla="*/ 1 w 20"/>
                  <a:gd name="T11" fmla="*/ 15 h 24"/>
                  <a:gd name="T12" fmla="*/ 4 w 20"/>
                  <a:gd name="T13" fmla="*/ 7 h 24"/>
                  <a:gd name="T14" fmla="*/ 7 w 20"/>
                  <a:gd name="T15" fmla="*/ 9 h 24"/>
                  <a:gd name="T16" fmla="*/ 10 w 20"/>
                  <a:gd name="T17" fmla="*/ 13 h 24"/>
                  <a:gd name="T18" fmla="*/ 12 w 20"/>
                  <a:gd name="T19" fmla="*/ 11 h 24"/>
                  <a:gd name="T20" fmla="*/ 10 w 20"/>
                  <a:gd name="T21" fmla="*/ 7 h 24"/>
                  <a:gd name="T22" fmla="*/ 11 w 20"/>
                  <a:gd name="T23" fmla="*/ 1 h 24"/>
                  <a:gd name="T24" fmla="*/ 13 w 20"/>
                  <a:gd name="T25" fmla="*/ 1 h 24"/>
                  <a:gd name="T26" fmla="*/ 15 w 20"/>
                  <a:gd name="T27" fmla="*/ 4 h 24"/>
                  <a:gd name="T28" fmla="*/ 17 w 20"/>
                  <a:gd name="T29" fmla="*/ 3 h 24"/>
                  <a:gd name="T30" fmla="*/ 19 w 20"/>
                  <a:gd name="T31" fmla="*/ 5 h 24"/>
                  <a:gd name="T32" fmla="*/ 20 w 20"/>
                  <a:gd name="T33" fmla="*/ 9 h 24"/>
                  <a:gd name="T34" fmla="*/ 18 w 20"/>
                  <a:gd name="T35" fmla="*/ 14 h 24"/>
                  <a:gd name="T36" fmla="*/ 18 w 20"/>
                  <a:gd name="T37" fmla="*/ 17 h 24"/>
                  <a:gd name="T38" fmla="*/ 17 w 20"/>
                  <a:gd name="T39" fmla="*/ 21 h 24"/>
                  <a:gd name="T40" fmla="*/ 14 w 20"/>
                  <a:gd name="T41" fmla="*/ 24 h 24"/>
                  <a:gd name="T42" fmla="*/ 13 w 20"/>
                  <a:gd name="T43" fmla="*/ 23 h 24"/>
                  <a:gd name="T44" fmla="*/ 12 w 20"/>
                  <a:gd name="T45" fmla="*/ 24 h 24"/>
                  <a:gd name="T46" fmla="*/ 10 w 20"/>
                  <a:gd name="T47" fmla="*/ 23 h 24"/>
                  <a:gd name="T48" fmla="*/ 8 w 20"/>
                  <a:gd name="T4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24">
                    <a:moveTo>
                      <a:pt x="8" y="24"/>
                    </a:moveTo>
                    <a:cubicBezTo>
                      <a:pt x="7" y="24"/>
                      <a:pt x="7" y="24"/>
                      <a:pt x="7" y="23"/>
                    </a:cubicBezTo>
                    <a:cubicBezTo>
                      <a:pt x="7" y="22"/>
                      <a:pt x="5" y="21"/>
                      <a:pt x="5" y="20"/>
                    </a:cubicBezTo>
                    <a:cubicBezTo>
                      <a:pt x="5" y="20"/>
                      <a:pt x="4" y="19"/>
                      <a:pt x="4" y="19"/>
                    </a:cubicBezTo>
                    <a:cubicBezTo>
                      <a:pt x="4" y="19"/>
                      <a:pt x="3" y="19"/>
                      <a:pt x="3" y="18"/>
                    </a:cubicBezTo>
                    <a:cubicBezTo>
                      <a:pt x="2" y="17"/>
                      <a:pt x="1" y="16"/>
                      <a:pt x="1" y="15"/>
                    </a:cubicBezTo>
                    <a:cubicBezTo>
                      <a:pt x="0" y="12"/>
                      <a:pt x="1" y="8"/>
                      <a:pt x="4" y="7"/>
                    </a:cubicBezTo>
                    <a:cubicBezTo>
                      <a:pt x="5" y="7"/>
                      <a:pt x="6" y="8"/>
                      <a:pt x="7" y="9"/>
                    </a:cubicBezTo>
                    <a:cubicBezTo>
                      <a:pt x="8" y="10"/>
                      <a:pt x="9" y="12"/>
                      <a:pt x="10" y="13"/>
                    </a:cubicBezTo>
                    <a:cubicBezTo>
                      <a:pt x="11" y="14"/>
                      <a:pt x="12" y="12"/>
                      <a:pt x="12" y="11"/>
                    </a:cubicBezTo>
                    <a:cubicBezTo>
                      <a:pt x="12" y="9"/>
                      <a:pt x="11" y="8"/>
                      <a:pt x="10" y="7"/>
                    </a:cubicBezTo>
                    <a:cubicBezTo>
                      <a:pt x="10" y="5"/>
                      <a:pt x="9" y="1"/>
                      <a:pt x="11" y="1"/>
                    </a:cubicBezTo>
                    <a:cubicBezTo>
                      <a:pt x="12" y="0"/>
                      <a:pt x="12" y="0"/>
                      <a:pt x="13" y="1"/>
                    </a:cubicBezTo>
                    <a:cubicBezTo>
                      <a:pt x="14" y="2"/>
                      <a:pt x="14" y="3"/>
                      <a:pt x="15" y="4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8" y="3"/>
                      <a:pt x="19" y="4"/>
                      <a:pt x="19" y="5"/>
                    </a:cubicBezTo>
                    <a:cubicBezTo>
                      <a:pt x="20" y="6"/>
                      <a:pt x="20" y="8"/>
                      <a:pt x="20" y="9"/>
                    </a:cubicBezTo>
                    <a:cubicBezTo>
                      <a:pt x="20" y="11"/>
                      <a:pt x="19" y="12"/>
                      <a:pt x="18" y="14"/>
                    </a:cubicBezTo>
                    <a:cubicBezTo>
                      <a:pt x="18" y="15"/>
                      <a:pt x="17" y="16"/>
                      <a:pt x="18" y="17"/>
                    </a:cubicBezTo>
                    <a:cubicBezTo>
                      <a:pt x="18" y="18"/>
                      <a:pt x="18" y="20"/>
                      <a:pt x="17" y="21"/>
                    </a:cubicBezTo>
                    <a:cubicBezTo>
                      <a:pt x="16" y="22"/>
                      <a:pt x="15" y="23"/>
                      <a:pt x="14" y="24"/>
                    </a:cubicBezTo>
                    <a:cubicBezTo>
                      <a:pt x="13" y="24"/>
                      <a:pt x="13" y="24"/>
                      <a:pt x="13" y="23"/>
                    </a:cubicBezTo>
                    <a:cubicBezTo>
                      <a:pt x="13" y="23"/>
                      <a:pt x="12" y="24"/>
                      <a:pt x="12" y="24"/>
                    </a:cubicBezTo>
                    <a:cubicBezTo>
                      <a:pt x="12" y="23"/>
                      <a:pt x="11" y="23"/>
                      <a:pt x="10" y="23"/>
                    </a:cubicBezTo>
                    <a:cubicBezTo>
                      <a:pt x="10" y="24"/>
                      <a:pt x="9" y="24"/>
                      <a:pt x="8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9" name="Freeform 2631">
                <a:extLst>
                  <a:ext uri="{FF2B5EF4-FFF2-40B4-BE49-F238E27FC236}">
                    <a16:creationId xmlns:a16="http://schemas.microsoft.com/office/drawing/2014/main" id="{2DB5045A-51F6-FC44-A83B-D5C8761E5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454"/>
                <a:ext cx="5" cy="2"/>
              </a:xfrm>
              <a:custGeom>
                <a:avLst/>
                <a:gdLst>
                  <a:gd name="T0" fmla="*/ 5 w 11"/>
                  <a:gd name="T1" fmla="*/ 1 h 6"/>
                  <a:gd name="T2" fmla="*/ 7 w 11"/>
                  <a:gd name="T3" fmla="*/ 1 h 6"/>
                  <a:gd name="T4" fmla="*/ 10 w 11"/>
                  <a:gd name="T5" fmla="*/ 2 h 6"/>
                  <a:gd name="T6" fmla="*/ 8 w 11"/>
                  <a:gd name="T7" fmla="*/ 5 h 6"/>
                  <a:gd name="T8" fmla="*/ 2 w 11"/>
                  <a:gd name="T9" fmla="*/ 4 h 6"/>
                  <a:gd name="T10" fmla="*/ 2 w 11"/>
                  <a:gd name="T11" fmla="*/ 1 h 6"/>
                  <a:gd name="T12" fmla="*/ 5 w 11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5" y="1"/>
                    </a:moveTo>
                    <a:cubicBezTo>
                      <a:pt x="6" y="1"/>
                      <a:pt x="6" y="1"/>
                      <a:pt x="7" y="1"/>
                    </a:cubicBezTo>
                    <a:cubicBezTo>
                      <a:pt x="8" y="1"/>
                      <a:pt x="9" y="2"/>
                      <a:pt x="10" y="2"/>
                    </a:cubicBezTo>
                    <a:cubicBezTo>
                      <a:pt x="11" y="4"/>
                      <a:pt x="9" y="5"/>
                      <a:pt x="8" y="5"/>
                    </a:cubicBezTo>
                    <a:cubicBezTo>
                      <a:pt x="6" y="6"/>
                      <a:pt x="3" y="6"/>
                      <a:pt x="2" y="4"/>
                    </a:cubicBezTo>
                    <a:cubicBezTo>
                      <a:pt x="1" y="3"/>
                      <a:pt x="0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0" name="Freeform 2632">
                <a:extLst>
                  <a:ext uri="{FF2B5EF4-FFF2-40B4-BE49-F238E27FC236}">
                    <a16:creationId xmlns:a16="http://schemas.microsoft.com/office/drawing/2014/main" id="{8F97EE2F-6B11-6E44-881F-560D75A87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455"/>
                <a:ext cx="14" cy="13"/>
              </a:xfrm>
              <a:custGeom>
                <a:avLst/>
                <a:gdLst>
                  <a:gd name="T0" fmla="*/ 22 w 34"/>
                  <a:gd name="T1" fmla="*/ 27 h 32"/>
                  <a:gd name="T2" fmla="*/ 21 w 34"/>
                  <a:gd name="T3" fmla="*/ 28 h 32"/>
                  <a:gd name="T4" fmla="*/ 21 w 34"/>
                  <a:gd name="T5" fmla="*/ 30 h 32"/>
                  <a:gd name="T6" fmla="*/ 15 w 34"/>
                  <a:gd name="T7" fmla="*/ 32 h 32"/>
                  <a:gd name="T8" fmla="*/ 10 w 34"/>
                  <a:gd name="T9" fmla="*/ 30 h 32"/>
                  <a:gd name="T10" fmla="*/ 8 w 34"/>
                  <a:gd name="T11" fmla="*/ 26 h 32"/>
                  <a:gd name="T12" fmla="*/ 5 w 34"/>
                  <a:gd name="T13" fmla="*/ 21 h 32"/>
                  <a:gd name="T14" fmla="*/ 9 w 34"/>
                  <a:gd name="T15" fmla="*/ 17 h 32"/>
                  <a:gd name="T16" fmla="*/ 8 w 34"/>
                  <a:gd name="T17" fmla="*/ 14 h 32"/>
                  <a:gd name="T18" fmla="*/ 4 w 34"/>
                  <a:gd name="T19" fmla="*/ 13 h 32"/>
                  <a:gd name="T20" fmla="*/ 0 w 34"/>
                  <a:gd name="T21" fmla="*/ 11 h 32"/>
                  <a:gd name="T22" fmla="*/ 2 w 34"/>
                  <a:gd name="T23" fmla="*/ 6 h 32"/>
                  <a:gd name="T24" fmla="*/ 6 w 34"/>
                  <a:gd name="T25" fmla="*/ 0 h 32"/>
                  <a:gd name="T26" fmla="*/ 14 w 34"/>
                  <a:gd name="T27" fmla="*/ 0 h 32"/>
                  <a:gd name="T28" fmla="*/ 19 w 34"/>
                  <a:gd name="T29" fmla="*/ 3 h 32"/>
                  <a:gd name="T30" fmla="*/ 20 w 34"/>
                  <a:gd name="T31" fmla="*/ 4 h 32"/>
                  <a:gd name="T32" fmla="*/ 23 w 34"/>
                  <a:gd name="T33" fmla="*/ 6 h 32"/>
                  <a:gd name="T34" fmla="*/ 25 w 34"/>
                  <a:gd name="T35" fmla="*/ 7 h 32"/>
                  <a:gd name="T36" fmla="*/ 23 w 34"/>
                  <a:gd name="T37" fmla="*/ 9 h 32"/>
                  <a:gd name="T38" fmla="*/ 21 w 34"/>
                  <a:gd name="T39" fmla="*/ 13 h 32"/>
                  <a:gd name="T40" fmla="*/ 26 w 34"/>
                  <a:gd name="T41" fmla="*/ 15 h 32"/>
                  <a:gd name="T42" fmla="*/ 31 w 34"/>
                  <a:gd name="T43" fmla="*/ 16 h 32"/>
                  <a:gd name="T44" fmla="*/ 34 w 34"/>
                  <a:gd name="T45" fmla="*/ 21 h 32"/>
                  <a:gd name="T46" fmla="*/ 29 w 34"/>
                  <a:gd name="T47" fmla="*/ 24 h 32"/>
                  <a:gd name="T48" fmla="*/ 25 w 34"/>
                  <a:gd name="T49" fmla="*/ 24 h 32"/>
                  <a:gd name="T50" fmla="*/ 22 w 34"/>
                  <a:gd name="T51" fmla="*/ 27 h 32"/>
                  <a:gd name="T52" fmla="*/ 22 w 34"/>
                  <a:gd name="T53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4" h="32">
                    <a:moveTo>
                      <a:pt x="22" y="27"/>
                    </a:moveTo>
                    <a:cubicBezTo>
                      <a:pt x="22" y="28"/>
                      <a:pt x="21" y="28"/>
                      <a:pt x="21" y="28"/>
                    </a:cubicBezTo>
                    <a:cubicBezTo>
                      <a:pt x="21" y="29"/>
                      <a:pt x="21" y="30"/>
                      <a:pt x="21" y="30"/>
                    </a:cubicBezTo>
                    <a:cubicBezTo>
                      <a:pt x="20" y="32"/>
                      <a:pt x="16" y="32"/>
                      <a:pt x="15" y="32"/>
                    </a:cubicBezTo>
                    <a:cubicBezTo>
                      <a:pt x="13" y="32"/>
                      <a:pt x="12" y="31"/>
                      <a:pt x="10" y="30"/>
                    </a:cubicBezTo>
                    <a:cubicBezTo>
                      <a:pt x="9" y="29"/>
                      <a:pt x="8" y="27"/>
                      <a:pt x="8" y="26"/>
                    </a:cubicBezTo>
                    <a:cubicBezTo>
                      <a:pt x="7" y="24"/>
                      <a:pt x="5" y="23"/>
                      <a:pt x="5" y="21"/>
                    </a:cubicBezTo>
                    <a:cubicBezTo>
                      <a:pt x="5" y="19"/>
                      <a:pt x="8" y="18"/>
                      <a:pt x="9" y="17"/>
                    </a:cubicBezTo>
                    <a:cubicBezTo>
                      <a:pt x="10" y="16"/>
                      <a:pt x="9" y="15"/>
                      <a:pt x="8" y="14"/>
                    </a:cubicBezTo>
                    <a:cubicBezTo>
                      <a:pt x="7" y="12"/>
                      <a:pt x="6" y="13"/>
                      <a:pt x="4" y="13"/>
                    </a:cubicBezTo>
                    <a:cubicBezTo>
                      <a:pt x="2" y="13"/>
                      <a:pt x="0" y="13"/>
                      <a:pt x="0" y="11"/>
                    </a:cubicBezTo>
                    <a:cubicBezTo>
                      <a:pt x="0" y="9"/>
                      <a:pt x="1" y="7"/>
                      <a:pt x="2" y="6"/>
                    </a:cubicBezTo>
                    <a:cubicBezTo>
                      <a:pt x="2" y="3"/>
                      <a:pt x="3" y="1"/>
                      <a:pt x="6" y="0"/>
                    </a:cubicBezTo>
                    <a:cubicBezTo>
                      <a:pt x="8" y="0"/>
                      <a:pt x="11" y="0"/>
                      <a:pt x="14" y="0"/>
                    </a:cubicBezTo>
                    <a:cubicBezTo>
                      <a:pt x="16" y="1"/>
                      <a:pt x="18" y="1"/>
                      <a:pt x="19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21" y="5"/>
                      <a:pt x="22" y="5"/>
                      <a:pt x="23" y="6"/>
                    </a:cubicBezTo>
                    <a:cubicBezTo>
                      <a:pt x="24" y="6"/>
                      <a:pt x="25" y="6"/>
                      <a:pt x="25" y="7"/>
                    </a:cubicBezTo>
                    <a:cubicBezTo>
                      <a:pt x="25" y="8"/>
                      <a:pt x="24" y="9"/>
                      <a:pt x="23" y="9"/>
                    </a:cubicBezTo>
                    <a:cubicBezTo>
                      <a:pt x="22" y="10"/>
                      <a:pt x="20" y="11"/>
                      <a:pt x="21" y="13"/>
                    </a:cubicBezTo>
                    <a:cubicBezTo>
                      <a:pt x="23" y="14"/>
                      <a:pt x="24" y="15"/>
                      <a:pt x="26" y="15"/>
                    </a:cubicBezTo>
                    <a:cubicBezTo>
                      <a:pt x="28" y="15"/>
                      <a:pt x="29" y="15"/>
                      <a:pt x="31" y="16"/>
                    </a:cubicBezTo>
                    <a:cubicBezTo>
                      <a:pt x="32" y="17"/>
                      <a:pt x="34" y="19"/>
                      <a:pt x="34" y="21"/>
                    </a:cubicBezTo>
                    <a:cubicBezTo>
                      <a:pt x="34" y="24"/>
                      <a:pt x="31" y="25"/>
                      <a:pt x="29" y="24"/>
                    </a:cubicBezTo>
                    <a:cubicBezTo>
                      <a:pt x="28" y="24"/>
                      <a:pt x="26" y="24"/>
                      <a:pt x="25" y="24"/>
                    </a:cubicBezTo>
                    <a:cubicBezTo>
                      <a:pt x="24" y="25"/>
                      <a:pt x="23" y="26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1" name="Freeform 2633">
                <a:extLst>
                  <a:ext uri="{FF2B5EF4-FFF2-40B4-BE49-F238E27FC236}">
                    <a16:creationId xmlns:a16="http://schemas.microsoft.com/office/drawing/2014/main" id="{2EF903B1-837F-5042-A2E8-E4DB21A45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448"/>
                <a:ext cx="9" cy="6"/>
              </a:xfrm>
              <a:custGeom>
                <a:avLst/>
                <a:gdLst>
                  <a:gd name="T0" fmla="*/ 2 w 22"/>
                  <a:gd name="T1" fmla="*/ 11 h 14"/>
                  <a:gd name="T2" fmla="*/ 0 w 22"/>
                  <a:gd name="T3" fmla="*/ 9 h 14"/>
                  <a:gd name="T4" fmla="*/ 2 w 22"/>
                  <a:gd name="T5" fmla="*/ 6 h 14"/>
                  <a:gd name="T6" fmla="*/ 5 w 22"/>
                  <a:gd name="T7" fmla="*/ 7 h 14"/>
                  <a:gd name="T8" fmla="*/ 7 w 22"/>
                  <a:gd name="T9" fmla="*/ 7 h 14"/>
                  <a:gd name="T10" fmla="*/ 9 w 22"/>
                  <a:gd name="T11" fmla="*/ 4 h 14"/>
                  <a:gd name="T12" fmla="*/ 9 w 22"/>
                  <a:gd name="T13" fmla="*/ 2 h 14"/>
                  <a:gd name="T14" fmla="*/ 12 w 22"/>
                  <a:gd name="T15" fmla="*/ 1 h 14"/>
                  <a:gd name="T16" fmla="*/ 14 w 22"/>
                  <a:gd name="T17" fmla="*/ 0 h 14"/>
                  <a:gd name="T18" fmla="*/ 17 w 22"/>
                  <a:gd name="T19" fmla="*/ 1 h 14"/>
                  <a:gd name="T20" fmla="*/ 19 w 22"/>
                  <a:gd name="T21" fmla="*/ 1 h 14"/>
                  <a:gd name="T22" fmla="*/ 21 w 22"/>
                  <a:gd name="T23" fmla="*/ 3 h 14"/>
                  <a:gd name="T24" fmla="*/ 19 w 22"/>
                  <a:gd name="T25" fmla="*/ 7 h 14"/>
                  <a:gd name="T26" fmla="*/ 18 w 22"/>
                  <a:gd name="T27" fmla="*/ 10 h 14"/>
                  <a:gd name="T28" fmla="*/ 17 w 22"/>
                  <a:gd name="T29" fmla="*/ 12 h 14"/>
                  <a:gd name="T30" fmla="*/ 13 w 22"/>
                  <a:gd name="T31" fmla="*/ 13 h 14"/>
                  <a:gd name="T32" fmla="*/ 7 w 22"/>
                  <a:gd name="T33" fmla="*/ 13 h 14"/>
                  <a:gd name="T34" fmla="*/ 4 w 22"/>
                  <a:gd name="T35" fmla="*/ 12 h 14"/>
                  <a:gd name="T36" fmla="*/ 2 w 22"/>
                  <a:gd name="T3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14">
                    <a:moveTo>
                      <a:pt x="2" y="11"/>
                    </a:moveTo>
                    <a:cubicBezTo>
                      <a:pt x="1" y="11"/>
                      <a:pt x="1" y="10"/>
                      <a:pt x="0" y="9"/>
                    </a:cubicBezTo>
                    <a:cubicBezTo>
                      <a:pt x="0" y="8"/>
                      <a:pt x="0" y="7"/>
                      <a:pt x="2" y="6"/>
                    </a:cubicBezTo>
                    <a:cubicBezTo>
                      <a:pt x="3" y="5"/>
                      <a:pt x="4" y="7"/>
                      <a:pt x="5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8" y="6"/>
                      <a:pt x="8" y="5"/>
                      <a:pt x="9" y="4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18" y="1"/>
                      <a:pt x="19" y="0"/>
                      <a:pt x="19" y="1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2" y="5"/>
                      <a:pt x="21" y="6"/>
                      <a:pt x="19" y="7"/>
                    </a:cubicBezTo>
                    <a:cubicBezTo>
                      <a:pt x="19" y="8"/>
                      <a:pt x="18" y="9"/>
                      <a:pt x="18" y="10"/>
                    </a:cubicBezTo>
                    <a:cubicBezTo>
                      <a:pt x="17" y="10"/>
                      <a:pt x="18" y="12"/>
                      <a:pt x="17" y="12"/>
                    </a:cubicBezTo>
                    <a:cubicBezTo>
                      <a:pt x="16" y="14"/>
                      <a:pt x="14" y="13"/>
                      <a:pt x="13" y="13"/>
                    </a:cubicBezTo>
                    <a:cubicBezTo>
                      <a:pt x="11" y="14"/>
                      <a:pt x="9" y="14"/>
                      <a:pt x="7" y="13"/>
                    </a:cubicBezTo>
                    <a:cubicBezTo>
                      <a:pt x="6" y="13"/>
                      <a:pt x="5" y="12"/>
                      <a:pt x="4" y="12"/>
                    </a:cubicBezTo>
                    <a:cubicBezTo>
                      <a:pt x="3" y="12"/>
                      <a:pt x="2" y="12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2" name="Freeform 2634">
                <a:extLst>
                  <a:ext uri="{FF2B5EF4-FFF2-40B4-BE49-F238E27FC236}">
                    <a16:creationId xmlns:a16="http://schemas.microsoft.com/office/drawing/2014/main" id="{7E5CE98B-946D-594E-8152-03C1E83BE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471"/>
                <a:ext cx="2" cy="3"/>
              </a:xfrm>
              <a:custGeom>
                <a:avLst/>
                <a:gdLst>
                  <a:gd name="T0" fmla="*/ 4 w 6"/>
                  <a:gd name="T1" fmla="*/ 8 h 8"/>
                  <a:gd name="T2" fmla="*/ 1 w 6"/>
                  <a:gd name="T3" fmla="*/ 7 h 8"/>
                  <a:gd name="T4" fmla="*/ 2 w 6"/>
                  <a:gd name="T5" fmla="*/ 3 h 8"/>
                  <a:gd name="T6" fmla="*/ 3 w 6"/>
                  <a:gd name="T7" fmla="*/ 0 h 8"/>
                  <a:gd name="T8" fmla="*/ 5 w 6"/>
                  <a:gd name="T9" fmla="*/ 2 h 8"/>
                  <a:gd name="T10" fmla="*/ 4 w 6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4" y="8"/>
                    </a:moveTo>
                    <a:cubicBezTo>
                      <a:pt x="3" y="8"/>
                      <a:pt x="1" y="8"/>
                      <a:pt x="1" y="7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3" y="2"/>
                      <a:pt x="2" y="1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6" y="7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3" name="Freeform 2635">
                <a:extLst>
                  <a:ext uri="{FF2B5EF4-FFF2-40B4-BE49-F238E27FC236}">
                    <a16:creationId xmlns:a16="http://schemas.microsoft.com/office/drawing/2014/main" id="{4A14E465-2573-434F-9763-D61948F49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534"/>
                <a:ext cx="5" cy="8"/>
              </a:xfrm>
              <a:custGeom>
                <a:avLst/>
                <a:gdLst>
                  <a:gd name="T0" fmla="*/ 3 w 11"/>
                  <a:gd name="T1" fmla="*/ 16 h 20"/>
                  <a:gd name="T2" fmla="*/ 2 w 11"/>
                  <a:gd name="T3" fmla="*/ 9 h 20"/>
                  <a:gd name="T4" fmla="*/ 1 w 11"/>
                  <a:gd name="T5" fmla="*/ 2 h 20"/>
                  <a:gd name="T6" fmla="*/ 5 w 11"/>
                  <a:gd name="T7" fmla="*/ 1 h 20"/>
                  <a:gd name="T8" fmla="*/ 7 w 11"/>
                  <a:gd name="T9" fmla="*/ 8 h 20"/>
                  <a:gd name="T10" fmla="*/ 9 w 11"/>
                  <a:gd name="T11" fmla="*/ 17 h 20"/>
                  <a:gd name="T12" fmla="*/ 3 w 11"/>
                  <a:gd name="T13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0">
                    <a:moveTo>
                      <a:pt x="3" y="16"/>
                    </a:moveTo>
                    <a:cubicBezTo>
                      <a:pt x="2" y="14"/>
                      <a:pt x="3" y="11"/>
                      <a:pt x="2" y="9"/>
                    </a:cubicBezTo>
                    <a:cubicBezTo>
                      <a:pt x="2" y="7"/>
                      <a:pt x="0" y="4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3"/>
                      <a:pt x="6" y="6"/>
                      <a:pt x="7" y="8"/>
                    </a:cubicBezTo>
                    <a:cubicBezTo>
                      <a:pt x="8" y="11"/>
                      <a:pt x="11" y="13"/>
                      <a:pt x="9" y="17"/>
                    </a:cubicBezTo>
                    <a:cubicBezTo>
                      <a:pt x="7" y="20"/>
                      <a:pt x="4" y="18"/>
                      <a:pt x="3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4" name="Freeform 2636">
                <a:extLst>
                  <a:ext uri="{FF2B5EF4-FFF2-40B4-BE49-F238E27FC236}">
                    <a16:creationId xmlns:a16="http://schemas.microsoft.com/office/drawing/2014/main" id="{2390754C-0F4E-9640-B54E-29347292C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535"/>
                <a:ext cx="5" cy="12"/>
              </a:xfrm>
              <a:custGeom>
                <a:avLst/>
                <a:gdLst>
                  <a:gd name="T0" fmla="*/ 8 w 11"/>
                  <a:gd name="T1" fmla="*/ 28 h 30"/>
                  <a:gd name="T2" fmla="*/ 4 w 11"/>
                  <a:gd name="T3" fmla="*/ 29 h 30"/>
                  <a:gd name="T4" fmla="*/ 2 w 11"/>
                  <a:gd name="T5" fmla="*/ 22 h 30"/>
                  <a:gd name="T6" fmla="*/ 1 w 11"/>
                  <a:gd name="T7" fmla="*/ 14 h 30"/>
                  <a:gd name="T8" fmla="*/ 0 w 11"/>
                  <a:gd name="T9" fmla="*/ 8 h 30"/>
                  <a:gd name="T10" fmla="*/ 0 w 11"/>
                  <a:gd name="T11" fmla="*/ 2 h 30"/>
                  <a:gd name="T12" fmla="*/ 4 w 11"/>
                  <a:gd name="T13" fmla="*/ 0 h 30"/>
                  <a:gd name="T14" fmla="*/ 8 w 11"/>
                  <a:gd name="T15" fmla="*/ 3 h 30"/>
                  <a:gd name="T16" fmla="*/ 10 w 11"/>
                  <a:gd name="T17" fmla="*/ 6 h 30"/>
                  <a:gd name="T18" fmla="*/ 10 w 11"/>
                  <a:gd name="T19" fmla="*/ 9 h 30"/>
                  <a:gd name="T20" fmla="*/ 10 w 11"/>
                  <a:gd name="T21" fmla="*/ 17 h 30"/>
                  <a:gd name="T22" fmla="*/ 8 w 11"/>
                  <a:gd name="T23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30">
                    <a:moveTo>
                      <a:pt x="8" y="28"/>
                    </a:moveTo>
                    <a:cubicBezTo>
                      <a:pt x="7" y="30"/>
                      <a:pt x="6" y="30"/>
                      <a:pt x="4" y="29"/>
                    </a:cubicBezTo>
                    <a:cubicBezTo>
                      <a:pt x="3" y="27"/>
                      <a:pt x="2" y="24"/>
                      <a:pt x="2" y="22"/>
                    </a:cubicBezTo>
                    <a:cubicBezTo>
                      <a:pt x="1" y="19"/>
                      <a:pt x="2" y="16"/>
                      <a:pt x="1" y="14"/>
                    </a:cubicBezTo>
                    <a:cubicBezTo>
                      <a:pt x="1" y="12"/>
                      <a:pt x="0" y="10"/>
                      <a:pt x="0" y="8"/>
                    </a:cubicBezTo>
                    <a:cubicBezTo>
                      <a:pt x="0" y="6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7" y="0"/>
                      <a:pt x="7" y="1"/>
                      <a:pt x="8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1" y="7"/>
                      <a:pt x="10" y="8"/>
                      <a:pt x="10" y="9"/>
                    </a:cubicBezTo>
                    <a:cubicBezTo>
                      <a:pt x="11" y="12"/>
                      <a:pt x="11" y="14"/>
                      <a:pt x="10" y="17"/>
                    </a:cubicBezTo>
                    <a:cubicBezTo>
                      <a:pt x="8" y="20"/>
                      <a:pt x="9" y="24"/>
                      <a:pt x="8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5" name="Freeform 2637">
                <a:extLst>
                  <a:ext uri="{FF2B5EF4-FFF2-40B4-BE49-F238E27FC236}">
                    <a16:creationId xmlns:a16="http://schemas.microsoft.com/office/drawing/2014/main" id="{777DE036-6028-5A45-B9A7-12EBE4D6D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530"/>
                <a:ext cx="24" cy="16"/>
              </a:xfrm>
              <a:custGeom>
                <a:avLst/>
                <a:gdLst>
                  <a:gd name="T0" fmla="*/ 7 w 59"/>
                  <a:gd name="T1" fmla="*/ 30 h 41"/>
                  <a:gd name="T2" fmla="*/ 4 w 59"/>
                  <a:gd name="T3" fmla="*/ 28 h 41"/>
                  <a:gd name="T4" fmla="*/ 1 w 59"/>
                  <a:gd name="T5" fmla="*/ 20 h 41"/>
                  <a:gd name="T6" fmla="*/ 6 w 59"/>
                  <a:gd name="T7" fmla="*/ 18 h 41"/>
                  <a:gd name="T8" fmla="*/ 8 w 59"/>
                  <a:gd name="T9" fmla="*/ 13 h 41"/>
                  <a:gd name="T10" fmla="*/ 16 w 59"/>
                  <a:gd name="T11" fmla="*/ 6 h 41"/>
                  <a:gd name="T12" fmla="*/ 21 w 59"/>
                  <a:gd name="T13" fmla="*/ 6 h 41"/>
                  <a:gd name="T14" fmla="*/ 25 w 59"/>
                  <a:gd name="T15" fmla="*/ 6 h 41"/>
                  <a:gd name="T16" fmla="*/ 25 w 59"/>
                  <a:gd name="T17" fmla="*/ 11 h 41"/>
                  <a:gd name="T18" fmla="*/ 26 w 59"/>
                  <a:gd name="T19" fmla="*/ 8 h 41"/>
                  <a:gd name="T20" fmla="*/ 28 w 59"/>
                  <a:gd name="T21" fmla="*/ 6 h 41"/>
                  <a:gd name="T22" fmla="*/ 29 w 59"/>
                  <a:gd name="T23" fmla="*/ 11 h 41"/>
                  <a:gd name="T24" fmla="*/ 31 w 59"/>
                  <a:gd name="T25" fmla="*/ 16 h 41"/>
                  <a:gd name="T26" fmla="*/ 33 w 59"/>
                  <a:gd name="T27" fmla="*/ 5 h 41"/>
                  <a:gd name="T28" fmla="*/ 37 w 59"/>
                  <a:gd name="T29" fmla="*/ 8 h 41"/>
                  <a:gd name="T30" fmla="*/ 41 w 59"/>
                  <a:gd name="T31" fmla="*/ 17 h 41"/>
                  <a:gd name="T32" fmla="*/ 45 w 59"/>
                  <a:gd name="T33" fmla="*/ 16 h 41"/>
                  <a:gd name="T34" fmla="*/ 49 w 59"/>
                  <a:gd name="T35" fmla="*/ 16 h 41"/>
                  <a:gd name="T36" fmla="*/ 54 w 59"/>
                  <a:gd name="T37" fmla="*/ 21 h 41"/>
                  <a:gd name="T38" fmla="*/ 56 w 59"/>
                  <a:gd name="T39" fmla="*/ 27 h 41"/>
                  <a:gd name="T40" fmla="*/ 59 w 59"/>
                  <a:gd name="T41" fmla="*/ 34 h 41"/>
                  <a:gd name="T42" fmla="*/ 51 w 59"/>
                  <a:gd name="T43" fmla="*/ 41 h 41"/>
                  <a:gd name="T44" fmla="*/ 36 w 59"/>
                  <a:gd name="T45" fmla="*/ 40 h 41"/>
                  <a:gd name="T46" fmla="*/ 30 w 59"/>
                  <a:gd name="T47" fmla="*/ 38 h 41"/>
                  <a:gd name="T48" fmla="*/ 23 w 59"/>
                  <a:gd name="T49" fmla="*/ 36 h 41"/>
                  <a:gd name="T50" fmla="*/ 20 w 59"/>
                  <a:gd name="T51" fmla="*/ 36 h 41"/>
                  <a:gd name="T52" fmla="*/ 16 w 59"/>
                  <a:gd name="T53" fmla="*/ 35 h 41"/>
                  <a:gd name="T54" fmla="*/ 12 w 59"/>
                  <a:gd name="T55" fmla="*/ 32 h 41"/>
                  <a:gd name="T56" fmla="*/ 7 w 59"/>
                  <a:gd name="T57" fmla="*/ 3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9" h="41">
                    <a:moveTo>
                      <a:pt x="7" y="30"/>
                    </a:moveTo>
                    <a:cubicBezTo>
                      <a:pt x="6" y="30"/>
                      <a:pt x="5" y="29"/>
                      <a:pt x="4" y="28"/>
                    </a:cubicBezTo>
                    <a:cubicBezTo>
                      <a:pt x="2" y="26"/>
                      <a:pt x="0" y="22"/>
                      <a:pt x="1" y="20"/>
                    </a:cubicBezTo>
                    <a:cubicBezTo>
                      <a:pt x="2" y="17"/>
                      <a:pt x="4" y="18"/>
                      <a:pt x="6" y="18"/>
                    </a:cubicBezTo>
                    <a:cubicBezTo>
                      <a:pt x="9" y="17"/>
                      <a:pt x="8" y="15"/>
                      <a:pt x="8" y="13"/>
                    </a:cubicBezTo>
                    <a:cubicBezTo>
                      <a:pt x="9" y="9"/>
                      <a:pt x="12" y="6"/>
                      <a:pt x="16" y="6"/>
                    </a:cubicBezTo>
                    <a:cubicBezTo>
                      <a:pt x="18" y="5"/>
                      <a:pt x="19" y="6"/>
                      <a:pt x="21" y="6"/>
                    </a:cubicBezTo>
                    <a:cubicBezTo>
                      <a:pt x="22" y="7"/>
                      <a:pt x="23" y="6"/>
                      <a:pt x="25" y="6"/>
                    </a:cubicBezTo>
                    <a:cubicBezTo>
                      <a:pt x="25" y="8"/>
                      <a:pt x="25" y="10"/>
                      <a:pt x="25" y="11"/>
                    </a:cubicBezTo>
                    <a:cubicBezTo>
                      <a:pt x="27" y="11"/>
                      <a:pt x="26" y="9"/>
                      <a:pt x="26" y="8"/>
                    </a:cubicBezTo>
                    <a:cubicBezTo>
                      <a:pt x="26" y="6"/>
                      <a:pt x="27" y="5"/>
                      <a:pt x="28" y="6"/>
                    </a:cubicBezTo>
                    <a:cubicBezTo>
                      <a:pt x="30" y="7"/>
                      <a:pt x="29" y="10"/>
                      <a:pt x="29" y="11"/>
                    </a:cubicBezTo>
                    <a:cubicBezTo>
                      <a:pt x="29" y="13"/>
                      <a:pt x="29" y="16"/>
                      <a:pt x="31" y="16"/>
                    </a:cubicBezTo>
                    <a:cubicBezTo>
                      <a:pt x="32" y="13"/>
                      <a:pt x="31" y="8"/>
                      <a:pt x="33" y="5"/>
                    </a:cubicBezTo>
                    <a:cubicBezTo>
                      <a:pt x="35" y="0"/>
                      <a:pt x="37" y="6"/>
                      <a:pt x="37" y="8"/>
                    </a:cubicBezTo>
                    <a:cubicBezTo>
                      <a:pt x="38" y="11"/>
                      <a:pt x="38" y="16"/>
                      <a:pt x="41" y="17"/>
                    </a:cubicBezTo>
                    <a:cubicBezTo>
                      <a:pt x="42" y="17"/>
                      <a:pt x="43" y="16"/>
                      <a:pt x="45" y="16"/>
                    </a:cubicBezTo>
                    <a:cubicBezTo>
                      <a:pt x="46" y="16"/>
                      <a:pt x="47" y="16"/>
                      <a:pt x="49" y="16"/>
                    </a:cubicBezTo>
                    <a:cubicBezTo>
                      <a:pt x="51" y="17"/>
                      <a:pt x="54" y="18"/>
                      <a:pt x="54" y="21"/>
                    </a:cubicBezTo>
                    <a:cubicBezTo>
                      <a:pt x="54" y="23"/>
                      <a:pt x="54" y="25"/>
                      <a:pt x="56" y="27"/>
                    </a:cubicBezTo>
                    <a:cubicBezTo>
                      <a:pt x="58" y="29"/>
                      <a:pt x="59" y="31"/>
                      <a:pt x="59" y="34"/>
                    </a:cubicBezTo>
                    <a:cubicBezTo>
                      <a:pt x="58" y="39"/>
                      <a:pt x="55" y="40"/>
                      <a:pt x="51" y="41"/>
                    </a:cubicBezTo>
                    <a:cubicBezTo>
                      <a:pt x="46" y="41"/>
                      <a:pt x="41" y="41"/>
                      <a:pt x="36" y="40"/>
                    </a:cubicBezTo>
                    <a:cubicBezTo>
                      <a:pt x="34" y="39"/>
                      <a:pt x="32" y="39"/>
                      <a:pt x="30" y="38"/>
                    </a:cubicBezTo>
                    <a:cubicBezTo>
                      <a:pt x="28" y="38"/>
                      <a:pt x="26" y="37"/>
                      <a:pt x="23" y="36"/>
                    </a:cubicBezTo>
                    <a:cubicBezTo>
                      <a:pt x="22" y="36"/>
                      <a:pt x="21" y="36"/>
                      <a:pt x="20" y="36"/>
                    </a:cubicBezTo>
                    <a:cubicBezTo>
                      <a:pt x="18" y="36"/>
                      <a:pt x="17" y="36"/>
                      <a:pt x="16" y="35"/>
                    </a:cubicBezTo>
                    <a:cubicBezTo>
                      <a:pt x="14" y="35"/>
                      <a:pt x="13" y="33"/>
                      <a:pt x="12" y="32"/>
                    </a:cubicBezTo>
                    <a:cubicBezTo>
                      <a:pt x="10" y="32"/>
                      <a:pt x="9" y="31"/>
                      <a:pt x="7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6" name="Freeform 2638">
                <a:extLst>
                  <a:ext uri="{FF2B5EF4-FFF2-40B4-BE49-F238E27FC236}">
                    <a16:creationId xmlns:a16="http://schemas.microsoft.com/office/drawing/2014/main" id="{9D89B595-D6F4-4741-84B2-FD250460C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510"/>
                <a:ext cx="29" cy="31"/>
              </a:xfrm>
              <a:custGeom>
                <a:avLst/>
                <a:gdLst>
                  <a:gd name="T0" fmla="*/ 26 w 71"/>
                  <a:gd name="T1" fmla="*/ 54 h 77"/>
                  <a:gd name="T2" fmla="*/ 27 w 71"/>
                  <a:gd name="T3" fmla="*/ 52 h 77"/>
                  <a:gd name="T4" fmla="*/ 26 w 71"/>
                  <a:gd name="T5" fmla="*/ 48 h 77"/>
                  <a:gd name="T6" fmla="*/ 21 w 71"/>
                  <a:gd name="T7" fmla="*/ 52 h 77"/>
                  <a:gd name="T8" fmla="*/ 18 w 71"/>
                  <a:gd name="T9" fmla="*/ 56 h 77"/>
                  <a:gd name="T10" fmla="*/ 14 w 71"/>
                  <a:gd name="T11" fmla="*/ 58 h 77"/>
                  <a:gd name="T12" fmla="*/ 4 w 71"/>
                  <a:gd name="T13" fmla="*/ 52 h 77"/>
                  <a:gd name="T14" fmla="*/ 2 w 71"/>
                  <a:gd name="T15" fmla="*/ 45 h 77"/>
                  <a:gd name="T16" fmla="*/ 7 w 71"/>
                  <a:gd name="T17" fmla="*/ 44 h 77"/>
                  <a:gd name="T18" fmla="*/ 8 w 71"/>
                  <a:gd name="T19" fmla="*/ 41 h 77"/>
                  <a:gd name="T20" fmla="*/ 4 w 71"/>
                  <a:gd name="T21" fmla="*/ 35 h 77"/>
                  <a:gd name="T22" fmla="*/ 2 w 71"/>
                  <a:gd name="T23" fmla="*/ 31 h 77"/>
                  <a:gd name="T24" fmla="*/ 6 w 71"/>
                  <a:gd name="T25" fmla="*/ 28 h 77"/>
                  <a:gd name="T26" fmla="*/ 12 w 71"/>
                  <a:gd name="T27" fmla="*/ 24 h 77"/>
                  <a:gd name="T28" fmla="*/ 13 w 71"/>
                  <a:gd name="T29" fmla="*/ 19 h 77"/>
                  <a:gd name="T30" fmla="*/ 15 w 71"/>
                  <a:gd name="T31" fmla="*/ 16 h 77"/>
                  <a:gd name="T32" fmla="*/ 17 w 71"/>
                  <a:gd name="T33" fmla="*/ 14 h 77"/>
                  <a:gd name="T34" fmla="*/ 21 w 71"/>
                  <a:gd name="T35" fmla="*/ 14 h 77"/>
                  <a:gd name="T36" fmla="*/ 25 w 71"/>
                  <a:gd name="T37" fmla="*/ 17 h 77"/>
                  <a:gd name="T38" fmla="*/ 25 w 71"/>
                  <a:gd name="T39" fmla="*/ 8 h 77"/>
                  <a:gd name="T40" fmla="*/ 28 w 71"/>
                  <a:gd name="T41" fmla="*/ 5 h 77"/>
                  <a:gd name="T42" fmla="*/ 33 w 71"/>
                  <a:gd name="T43" fmla="*/ 13 h 77"/>
                  <a:gd name="T44" fmla="*/ 38 w 71"/>
                  <a:gd name="T45" fmla="*/ 16 h 77"/>
                  <a:gd name="T46" fmla="*/ 38 w 71"/>
                  <a:gd name="T47" fmla="*/ 6 h 77"/>
                  <a:gd name="T48" fmla="*/ 43 w 71"/>
                  <a:gd name="T49" fmla="*/ 10 h 77"/>
                  <a:gd name="T50" fmla="*/ 52 w 71"/>
                  <a:gd name="T51" fmla="*/ 4 h 77"/>
                  <a:gd name="T52" fmla="*/ 58 w 71"/>
                  <a:gd name="T53" fmla="*/ 10 h 77"/>
                  <a:gd name="T54" fmla="*/ 65 w 71"/>
                  <a:gd name="T55" fmla="*/ 14 h 77"/>
                  <a:gd name="T56" fmla="*/ 70 w 71"/>
                  <a:gd name="T57" fmla="*/ 28 h 77"/>
                  <a:gd name="T58" fmla="*/ 60 w 71"/>
                  <a:gd name="T59" fmla="*/ 43 h 77"/>
                  <a:gd name="T60" fmla="*/ 55 w 71"/>
                  <a:gd name="T61" fmla="*/ 52 h 77"/>
                  <a:gd name="T62" fmla="*/ 48 w 71"/>
                  <a:gd name="T63" fmla="*/ 59 h 77"/>
                  <a:gd name="T64" fmla="*/ 48 w 71"/>
                  <a:gd name="T65" fmla="*/ 68 h 77"/>
                  <a:gd name="T66" fmla="*/ 44 w 71"/>
                  <a:gd name="T67" fmla="*/ 74 h 77"/>
                  <a:gd name="T68" fmla="*/ 31 w 71"/>
                  <a:gd name="T69" fmla="*/ 75 h 77"/>
                  <a:gd name="T70" fmla="*/ 22 w 71"/>
                  <a:gd name="T71" fmla="*/ 70 h 77"/>
                  <a:gd name="T72" fmla="*/ 22 w 71"/>
                  <a:gd name="T73" fmla="*/ 65 h 77"/>
                  <a:gd name="T74" fmla="*/ 23 w 71"/>
                  <a:gd name="T75" fmla="*/ 59 h 77"/>
                  <a:gd name="T76" fmla="*/ 26 w 71"/>
                  <a:gd name="T77" fmla="*/ 5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1" h="77">
                    <a:moveTo>
                      <a:pt x="26" y="54"/>
                    </a:moveTo>
                    <a:cubicBezTo>
                      <a:pt x="27" y="53"/>
                      <a:pt x="27" y="53"/>
                      <a:pt x="27" y="52"/>
                    </a:cubicBezTo>
                    <a:cubicBezTo>
                      <a:pt x="27" y="51"/>
                      <a:pt x="27" y="48"/>
                      <a:pt x="26" y="48"/>
                    </a:cubicBezTo>
                    <a:cubicBezTo>
                      <a:pt x="25" y="48"/>
                      <a:pt x="22" y="51"/>
                      <a:pt x="21" y="52"/>
                    </a:cubicBezTo>
                    <a:cubicBezTo>
                      <a:pt x="20" y="53"/>
                      <a:pt x="19" y="55"/>
                      <a:pt x="18" y="56"/>
                    </a:cubicBezTo>
                    <a:cubicBezTo>
                      <a:pt x="17" y="58"/>
                      <a:pt x="16" y="58"/>
                      <a:pt x="14" y="58"/>
                    </a:cubicBezTo>
                    <a:cubicBezTo>
                      <a:pt x="10" y="58"/>
                      <a:pt x="7" y="55"/>
                      <a:pt x="4" y="52"/>
                    </a:cubicBezTo>
                    <a:cubicBezTo>
                      <a:pt x="2" y="51"/>
                      <a:pt x="0" y="48"/>
                      <a:pt x="2" y="45"/>
                    </a:cubicBezTo>
                    <a:cubicBezTo>
                      <a:pt x="3" y="44"/>
                      <a:pt x="5" y="44"/>
                      <a:pt x="7" y="44"/>
                    </a:cubicBezTo>
                    <a:cubicBezTo>
                      <a:pt x="9" y="44"/>
                      <a:pt x="9" y="43"/>
                      <a:pt x="8" y="41"/>
                    </a:cubicBezTo>
                    <a:cubicBezTo>
                      <a:pt x="7" y="39"/>
                      <a:pt x="5" y="37"/>
                      <a:pt x="4" y="35"/>
                    </a:cubicBezTo>
                    <a:cubicBezTo>
                      <a:pt x="3" y="34"/>
                      <a:pt x="1" y="32"/>
                      <a:pt x="2" y="31"/>
                    </a:cubicBezTo>
                    <a:cubicBezTo>
                      <a:pt x="2" y="30"/>
                      <a:pt x="5" y="28"/>
                      <a:pt x="6" y="28"/>
                    </a:cubicBezTo>
                    <a:cubicBezTo>
                      <a:pt x="8" y="27"/>
                      <a:pt x="11" y="26"/>
                      <a:pt x="12" y="24"/>
                    </a:cubicBezTo>
                    <a:cubicBezTo>
                      <a:pt x="13" y="23"/>
                      <a:pt x="12" y="21"/>
                      <a:pt x="13" y="19"/>
                    </a:cubicBezTo>
                    <a:cubicBezTo>
                      <a:pt x="13" y="18"/>
                      <a:pt x="14" y="17"/>
                      <a:pt x="15" y="16"/>
                    </a:cubicBezTo>
                    <a:cubicBezTo>
                      <a:pt x="15" y="16"/>
                      <a:pt x="16" y="15"/>
                      <a:pt x="17" y="14"/>
                    </a:cubicBezTo>
                    <a:cubicBezTo>
                      <a:pt x="18" y="13"/>
                      <a:pt x="20" y="13"/>
                      <a:pt x="21" y="14"/>
                    </a:cubicBezTo>
                    <a:cubicBezTo>
                      <a:pt x="22" y="15"/>
                      <a:pt x="24" y="17"/>
                      <a:pt x="25" y="17"/>
                    </a:cubicBezTo>
                    <a:cubicBezTo>
                      <a:pt x="26" y="14"/>
                      <a:pt x="24" y="11"/>
                      <a:pt x="25" y="8"/>
                    </a:cubicBezTo>
                    <a:cubicBezTo>
                      <a:pt x="25" y="6"/>
                      <a:pt x="26" y="3"/>
                      <a:pt x="28" y="5"/>
                    </a:cubicBezTo>
                    <a:cubicBezTo>
                      <a:pt x="31" y="7"/>
                      <a:pt x="32" y="10"/>
                      <a:pt x="33" y="13"/>
                    </a:cubicBezTo>
                    <a:cubicBezTo>
                      <a:pt x="34" y="15"/>
                      <a:pt x="36" y="16"/>
                      <a:pt x="38" y="16"/>
                    </a:cubicBezTo>
                    <a:cubicBezTo>
                      <a:pt x="38" y="15"/>
                      <a:pt x="36" y="8"/>
                      <a:pt x="38" y="6"/>
                    </a:cubicBezTo>
                    <a:cubicBezTo>
                      <a:pt x="40" y="5"/>
                      <a:pt x="42" y="9"/>
                      <a:pt x="43" y="10"/>
                    </a:cubicBezTo>
                    <a:cubicBezTo>
                      <a:pt x="47" y="12"/>
                      <a:pt x="46" y="0"/>
                      <a:pt x="52" y="4"/>
                    </a:cubicBezTo>
                    <a:cubicBezTo>
                      <a:pt x="55" y="5"/>
                      <a:pt x="56" y="8"/>
                      <a:pt x="58" y="10"/>
                    </a:cubicBezTo>
                    <a:cubicBezTo>
                      <a:pt x="61" y="11"/>
                      <a:pt x="63" y="13"/>
                      <a:pt x="65" y="14"/>
                    </a:cubicBezTo>
                    <a:cubicBezTo>
                      <a:pt x="69" y="18"/>
                      <a:pt x="71" y="23"/>
                      <a:pt x="70" y="28"/>
                    </a:cubicBezTo>
                    <a:cubicBezTo>
                      <a:pt x="69" y="34"/>
                      <a:pt x="64" y="39"/>
                      <a:pt x="60" y="43"/>
                    </a:cubicBezTo>
                    <a:cubicBezTo>
                      <a:pt x="58" y="46"/>
                      <a:pt x="57" y="50"/>
                      <a:pt x="55" y="52"/>
                    </a:cubicBezTo>
                    <a:cubicBezTo>
                      <a:pt x="52" y="55"/>
                      <a:pt x="48" y="54"/>
                      <a:pt x="48" y="59"/>
                    </a:cubicBezTo>
                    <a:cubicBezTo>
                      <a:pt x="47" y="62"/>
                      <a:pt x="48" y="65"/>
                      <a:pt x="48" y="68"/>
                    </a:cubicBezTo>
                    <a:cubicBezTo>
                      <a:pt x="48" y="70"/>
                      <a:pt x="46" y="72"/>
                      <a:pt x="44" y="74"/>
                    </a:cubicBezTo>
                    <a:cubicBezTo>
                      <a:pt x="40" y="77"/>
                      <a:pt x="36" y="76"/>
                      <a:pt x="31" y="75"/>
                    </a:cubicBezTo>
                    <a:cubicBezTo>
                      <a:pt x="28" y="74"/>
                      <a:pt x="24" y="73"/>
                      <a:pt x="22" y="70"/>
                    </a:cubicBezTo>
                    <a:cubicBezTo>
                      <a:pt x="21" y="69"/>
                      <a:pt x="22" y="67"/>
                      <a:pt x="22" y="65"/>
                    </a:cubicBezTo>
                    <a:cubicBezTo>
                      <a:pt x="22" y="63"/>
                      <a:pt x="22" y="61"/>
                      <a:pt x="23" y="59"/>
                    </a:cubicBezTo>
                    <a:cubicBezTo>
                      <a:pt x="24" y="57"/>
                      <a:pt x="25" y="56"/>
                      <a:pt x="26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7" name="Freeform 2639">
                <a:extLst>
                  <a:ext uri="{FF2B5EF4-FFF2-40B4-BE49-F238E27FC236}">
                    <a16:creationId xmlns:a16="http://schemas.microsoft.com/office/drawing/2014/main" id="{BA95D489-7DD7-D642-8EB3-C6CE32EA8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502"/>
                <a:ext cx="8" cy="10"/>
              </a:xfrm>
              <a:custGeom>
                <a:avLst/>
                <a:gdLst>
                  <a:gd name="T0" fmla="*/ 9 w 20"/>
                  <a:gd name="T1" fmla="*/ 11 h 24"/>
                  <a:gd name="T2" fmla="*/ 7 w 20"/>
                  <a:gd name="T3" fmla="*/ 10 h 24"/>
                  <a:gd name="T4" fmla="*/ 4 w 20"/>
                  <a:gd name="T5" fmla="*/ 9 h 24"/>
                  <a:gd name="T6" fmla="*/ 1 w 20"/>
                  <a:gd name="T7" fmla="*/ 5 h 24"/>
                  <a:gd name="T8" fmla="*/ 4 w 20"/>
                  <a:gd name="T9" fmla="*/ 1 h 24"/>
                  <a:gd name="T10" fmla="*/ 10 w 20"/>
                  <a:gd name="T11" fmla="*/ 3 h 24"/>
                  <a:gd name="T12" fmla="*/ 15 w 20"/>
                  <a:gd name="T13" fmla="*/ 5 h 24"/>
                  <a:gd name="T14" fmla="*/ 20 w 20"/>
                  <a:gd name="T15" fmla="*/ 15 h 24"/>
                  <a:gd name="T16" fmla="*/ 19 w 20"/>
                  <a:gd name="T17" fmla="*/ 21 h 24"/>
                  <a:gd name="T18" fmla="*/ 18 w 20"/>
                  <a:gd name="T19" fmla="*/ 23 h 24"/>
                  <a:gd name="T20" fmla="*/ 12 w 20"/>
                  <a:gd name="T21" fmla="*/ 21 h 24"/>
                  <a:gd name="T22" fmla="*/ 10 w 20"/>
                  <a:gd name="T23" fmla="*/ 18 h 24"/>
                  <a:gd name="T24" fmla="*/ 10 w 20"/>
                  <a:gd name="T25" fmla="*/ 15 h 24"/>
                  <a:gd name="T26" fmla="*/ 9 w 20"/>
                  <a:gd name="T27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24">
                    <a:moveTo>
                      <a:pt x="9" y="11"/>
                    </a:moveTo>
                    <a:cubicBezTo>
                      <a:pt x="8" y="10"/>
                      <a:pt x="7" y="10"/>
                      <a:pt x="7" y="10"/>
                    </a:cubicBezTo>
                    <a:cubicBezTo>
                      <a:pt x="6" y="10"/>
                      <a:pt x="4" y="10"/>
                      <a:pt x="4" y="9"/>
                    </a:cubicBezTo>
                    <a:cubicBezTo>
                      <a:pt x="3" y="9"/>
                      <a:pt x="1" y="6"/>
                      <a:pt x="1" y="5"/>
                    </a:cubicBezTo>
                    <a:cubicBezTo>
                      <a:pt x="0" y="3"/>
                      <a:pt x="3" y="2"/>
                      <a:pt x="4" y="1"/>
                    </a:cubicBezTo>
                    <a:cubicBezTo>
                      <a:pt x="7" y="0"/>
                      <a:pt x="8" y="1"/>
                      <a:pt x="10" y="3"/>
                    </a:cubicBezTo>
                    <a:cubicBezTo>
                      <a:pt x="12" y="3"/>
                      <a:pt x="13" y="4"/>
                      <a:pt x="15" y="5"/>
                    </a:cubicBezTo>
                    <a:cubicBezTo>
                      <a:pt x="18" y="7"/>
                      <a:pt x="20" y="11"/>
                      <a:pt x="20" y="15"/>
                    </a:cubicBezTo>
                    <a:cubicBezTo>
                      <a:pt x="20" y="17"/>
                      <a:pt x="19" y="19"/>
                      <a:pt x="19" y="21"/>
                    </a:cubicBezTo>
                    <a:cubicBezTo>
                      <a:pt x="19" y="22"/>
                      <a:pt x="19" y="23"/>
                      <a:pt x="18" y="23"/>
                    </a:cubicBezTo>
                    <a:cubicBezTo>
                      <a:pt x="17" y="24"/>
                      <a:pt x="13" y="22"/>
                      <a:pt x="12" y="21"/>
                    </a:cubicBezTo>
                    <a:cubicBezTo>
                      <a:pt x="11" y="21"/>
                      <a:pt x="10" y="19"/>
                      <a:pt x="10" y="18"/>
                    </a:cubicBezTo>
                    <a:cubicBezTo>
                      <a:pt x="10" y="17"/>
                      <a:pt x="10" y="16"/>
                      <a:pt x="10" y="15"/>
                    </a:cubicBezTo>
                    <a:cubicBezTo>
                      <a:pt x="10" y="14"/>
                      <a:pt x="10" y="11"/>
                      <a:pt x="9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8" name="Freeform 2640">
                <a:extLst>
                  <a:ext uri="{FF2B5EF4-FFF2-40B4-BE49-F238E27FC236}">
                    <a16:creationId xmlns:a16="http://schemas.microsoft.com/office/drawing/2014/main" id="{6B0B116D-B988-8F4D-88FE-35DA838A9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487"/>
                <a:ext cx="20" cy="25"/>
              </a:xfrm>
              <a:custGeom>
                <a:avLst/>
                <a:gdLst>
                  <a:gd name="T0" fmla="*/ 9 w 51"/>
                  <a:gd name="T1" fmla="*/ 40 h 61"/>
                  <a:gd name="T2" fmla="*/ 1 w 51"/>
                  <a:gd name="T3" fmla="*/ 40 h 61"/>
                  <a:gd name="T4" fmla="*/ 5 w 51"/>
                  <a:gd name="T5" fmla="*/ 33 h 61"/>
                  <a:gd name="T6" fmla="*/ 7 w 51"/>
                  <a:gd name="T7" fmla="*/ 27 h 61"/>
                  <a:gd name="T8" fmla="*/ 4 w 51"/>
                  <a:gd name="T9" fmla="*/ 21 h 61"/>
                  <a:gd name="T10" fmla="*/ 5 w 51"/>
                  <a:gd name="T11" fmla="*/ 11 h 61"/>
                  <a:gd name="T12" fmla="*/ 6 w 51"/>
                  <a:gd name="T13" fmla="*/ 2 h 61"/>
                  <a:gd name="T14" fmla="*/ 14 w 51"/>
                  <a:gd name="T15" fmla="*/ 1 h 61"/>
                  <a:gd name="T16" fmla="*/ 17 w 51"/>
                  <a:gd name="T17" fmla="*/ 10 h 61"/>
                  <a:gd name="T18" fmla="*/ 20 w 51"/>
                  <a:gd name="T19" fmla="*/ 13 h 61"/>
                  <a:gd name="T20" fmla="*/ 29 w 51"/>
                  <a:gd name="T21" fmla="*/ 9 h 61"/>
                  <a:gd name="T22" fmla="*/ 39 w 51"/>
                  <a:gd name="T23" fmla="*/ 15 h 61"/>
                  <a:gd name="T24" fmla="*/ 44 w 51"/>
                  <a:gd name="T25" fmla="*/ 23 h 61"/>
                  <a:gd name="T26" fmla="*/ 48 w 51"/>
                  <a:gd name="T27" fmla="*/ 29 h 61"/>
                  <a:gd name="T28" fmla="*/ 47 w 51"/>
                  <a:gd name="T29" fmla="*/ 45 h 61"/>
                  <a:gd name="T30" fmla="*/ 43 w 51"/>
                  <a:gd name="T31" fmla="*/ 51 h 61"/>
                  <a:gd name="T32" fmla="*/ 36 w 51"/>
                  <a:gd name="T33" fmla="*/ 55 h 61"/>
                  <a:gd name="T34" fmla="*/ 29 w 51"/>
                  <a:gd name="T35" fmla="*/ 59 h 61"/>
                  <a:gd name="T36" fmla="*/ 18 w 51"/>
                  <a:gd name="T37" fmla="*/ 54 h 61"/>
                  <a:gd name="T38" fmla="*/ 13 w 51"/>
                  <a:gd name="T39" fmla="*/ 46 h 61"/>
                  <a:gd name="T40" fmla="*/ 9 w 51"/>
                  <a:gd name="T41" fmla="*/ 4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61">
                    <a:moveTo>
                      <a:pt x="9" y="40"/>
                    </a:moveTo>
                    <a:cubicBezTo>
                      <a:pt x="7" y="40"/>
                      <a:pt x="2" y="41"/>
                      <a:pt x="1" y="40"/>
                    </a:cubicBezTo>
                    <a:cubicBezTo>
                      <a:pt x="0" y="38"/>
                      <a:pt x="4" y="34"/>
                      <a:pt x="5" y="33"/>
                    </a:cubicBezTo>
                    <a:cubicBezTo>
                      <a:pt x="7" y="31"/>
                      <a:pt x="9" y="29"/>
                      <a:pt x="7" y="27"/>
                    </a:cubicBezTo>
                    <a:cubicBezTo>
                      <a:pt x="5" y="25"/>
                      <a:pt x="4" y="24"/>
                      <a:pt x="4" y="21"/>
                    </a:cubicBezTo>
                    <a:cubicBezTo>
                      <a:pt x="4" y="18"/>
                      <a:pt x="5" y="14"/>
                      <a:pt x="5" y="11"/>
                    </a:cubicBezTo>
                    <a:cubicBezTo>
                      <a:pt x="5" y="8"/>
                      <a:pt x="4" y="5"/>
                      <a:pt x="6" y="2"/>
                    </a:cubicBezTo>
                    <a:cubicBezTo>
                      <a:pt x="8" y="0"/>
                      <a:pt x="11" y="0"/>
                      <a:pt x="14" y="1"/>
                    </a:cubicBezTo>
                    <a:cubicBezTo>
                      <a:pt x="17" y="3"/>
                      <a:pt x="17" y="7"/>
                      <a:pt x="17" y="10"/>
                    </a:cubicBezTo>
                    <a:cubicBezTo>
                      <a:pt x="17" y="12"/>
                      <a:pt x="17" y="14"/>
                      <a:pt x="20" y="13"/>
                    </a:cubicBezTo>
                    <a:cubicBezTo>
                      <a:pt x="23" y="12"/>
                      <a:pt x="26" y="9"/>
                      <a:pt x="29" y="9"/>
                    </a:cubicBezTo>
                    <a:cubicBezTo>
                      <a:pt x="33" y="9"/>
                      <a:pt x="37" y="12"/>
                      <a:pt x="39" y="15"/>
                    </a:cubicBezTo>
                    <a:cubicBezTo>
                      <a:pt x="41" y="18"/>
                      <a:pt x="43" y="20"/>
                      <a:pt x="44" y="23"/>
                    </a:cubicBezTo>
                    <a:cubicBezTo>
                      <a:pt x="46" y="25"/>
                      <a:pt x="47" y="27"/>
                      <a:pt x="48" y="29"/>
                    </a:cubicBezTo>
                    <a:cubicBezTo>
                      <a:pt x="51" y="34"/>
                      <a:pt x="50" y="39"/>
                      <a:pt x="47" y="45"/>
                    </a:cubicBezTo>
                    <a:cubicBezTo>
                      <a:pt x="46" y="47"/>
                      <a:pt x="45" y="49"/>
                      <a:pt x="43" y="51"/>
                    </a:cubicBezTo>
                    <a:cubicBezTo>
                      <a:pt x="41" y="52"/>
                      <a:pt x="38" y="54"/>
                      <a:pt x="36" y="55"/>
                    </a:cubicBezTo>
                    <a:cubicBezTo>
                      <a:pt x="34" y="56"/>
                      <a:pt x="31" y="58"/>
                      <a:pt x="29" y="59"/>
                    </a:cubicBezTo>
                    <a:cubicBezTo>
                      <a:pt x="24" y="61"/>
                      <a:pt x="21" y="58"/>
                      <a:pt x="18" y="54"/>
                    </a:cubicBezTo>
                    <a:cubicBezTo>
                      <a:pt x="16" y="52"/>
                      <a:pt x="14" y="49"/>
                      <a:pt x="13" y="46"/>
                    </a:cubicBezTo>
                    <a:cubicBezTo>
                      <a:pt x="13" y="43"/>
                      <a:pt x="12" y="40"/>
                      <a:pt x="9" y="4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9" name="Freeform 2641">
                <a:extLst>
                  <a:ext uri="{FF2B5EF4-FFF2-40B4-BE49-F238E27FC236}">
                    <a16:creationId xmlns:a16="http://schemas.microsoft.com/office/drawing/2014/main" id="{42BA4453-9AF1-5548-87DC-34024B933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476"/>
                <a:ext cx="56" cy="47"/>
              </a:xfrm>
              <a:custGeom>
                <a:avLst/>
                <a:gdLst>
                  <a:gd name="T0" fmla="*/ 3 w 138"/>
                  <a:gd name="T1" fmla="*/ 81 h 114"/>
                  <a:gd name="T2" fmla="*/ 4 w 138"/>
                  <a:gd name="T3" fmla="*/ 74 h 114"/>
                  <a:gd name="T4" fmla="*/ 6 w 138"/>
                  <a:gd name="T5" fmla="*/ 66 h 114"/>
                  <a:gd name="T6" fmla="*/ 17 w 138"/>
                  <a:gd name="T7" fmla="*/ 72 h 114"/>
                  <a:gd name="T8" fmla="*/ 25 w 138"/>
                  <a:gd name="T9" fmla="*/ 67 h 114"/>
                  <a:gd name="T10" fmla="*/ 31 w 138"/>
                  <a:gd name="T11" fmla="*/ 67 h 114"/>
                  <a:gd name="T12" fmla="*/ 38 w 138"/>
                  <a:gd name="T13" fmla="*/ 65 h 114"/>
                  <a:gd name="T14" fmla="*/ 39 w 138"/>
                  <a:gd name="T15" fmla="*/ 52 h 114"/>
                  <a:gd name="T16" fmla="*/ 49 w 138"/>
                  <a:gd name="T17" fmla="*/ 56 h 114"/>
                  <a:gd name="T18" fmla="*/ 59 w 138"/>
                  <a:gd name="T19" fmla="*/ 49 h 114"/>
                  <a:gd name="T20" fmla="*/ 60 w 138"/>
                  <a:gd name="T21" fmla="*/ 61 h 114"/>
                  <a:gd name="T22" fmla="*/ 66 w 138"/>
                  <a:gd name="T23" fmla="*/ 63 h 114"/>
                  <a:gd name="T24" fmla="*/ 75 w 138"/>
                  <a:gd name="T25" fmla="*/ 66 h 114"/>
                  <a:gd name="T26" fmla="*/ 75 w 138"/>
                  <a:gd name="T27" fmla="*/ 59 h 114"/>
                  <a:gd name="T28" fmla="*/ 67 w 138"/>
                  <a:gd name="T29" fmla="*/ 39 h 114"/>
                  <a:gd name="T30" fmla="*/ 78 w 138"/>
                  <a:gd name="T31" fmla="*/ 40 h 114"/>
                  <a:gd name="T32" fmla="*/ 84 w 138"/>
                  <a:gd name="T33" fmla="*/ 48 h 114"/>
                  <a:gd name="T34" fmla="*/ 94 w 138"/>
                  <a:gd name="T35" fmla="*/ 55 h 114"/>
                  <a:gd name="T36" fmla="*/ 98 w 138"/>
                  <a:gd name="T37" fmla="*/ 48 h 114"/>
                  <a:gd name="T38" fmla="*/ 104 w 138"/>
                  <a:gd name="T39" fmla="*/ 31 h 114"/>
                  <a:gd name="T40" fmla="*/ 98 w 138"/>
                  <a:gd name="T41" fmla="*/ 21 h 114"/>
                  <a:gd name="T42" fmla="*/ 107 w 138"/>
                  <a:gd name="T43" fmla="*/ 19 h 114"/>
                  <a:gd name="T44" fmla="*/ 122 w 138"/>
                  <a:gd name="T45" fmla="*/ 24 h 114"/>
                  <a:gd name="T46" fmla="*/ 121 w 138"/>
                  <a:gd name="T47" fmla="*/ 4 h 114"/>
                  <a:gd name="T48" fmla="*/ 137 w 138"/>
                  <a:gd name="T49" fmla="*/ 24 h 114"/>
                  <a:gd name="T50" fmla="*/ 129 w 138"/>
                  <a:gd name="T51" fmla="*/ 34 h 114"/>
                  <a:gd name="T52" fmla="*/ 120 w 138"/>
                  <a:gd name="T53" fmla="*/ 48 h 114"/>
                  <a:gd name="T54" fmla="*/ 112 w 138"/>
                  <a:gd name="T55" fmla="*/ 62 h 114"/>
                  <a:gd name="T56" fmla="*/ 104 w 138"/>
                  <a:gd name="T57" fmla="*/ 75 h 114"/>
                  <a:gd name="T58" fmla="*/ 96 w 138"/>
                  <a:gd name="T59" fmla="*/ 82 h 114"/>
                  <a:gd name="T60" fmla="*/ 79 w 138"/>
                  <a:gd name="T61" fmla="*/ 100 h 114"/>
                  <a:gd name="T62" fmla="*/ 64 w 138"/>
                  <a:gd name="T63" fmla="*/ 102 h 114"/>
                  <a:gd name="T64" fmla="*/ 43 w 138"/>
                  <a:gd name="T65" fmla="*/ 110 h 114"/>
                  <a:gd name="T66" fmla="*/ 38 w 138"/>
                  <a:gd name="T67" fmla="*/ 106 h 114"/>
                  <a:gd name="T68" fmla="*/ 34 w 138"/>
                  <a:gd name="T69" fmla="*/ 105 h 114"/>
                  <a:gd name="T70" fmla="*/ 30 w 138"/>
                  <a:gd name="T71" fmla="*/ 112 h 114"/>
                  <a:gd name="T72" fmla="*/ 19 w 138"/>
                  <a:gd name="T73" fmla="*/ 112 h 114"/>
                  <a:gd name="T74" fmla="*/ 25 w 138"/>
                  <a:gd name="T75" fmla="*/ 94 h 114"/>
                  <a:gd name="T76" fmla="*/ 29 w 138"/>
                  <a:gd name="T77" fmla="*/ 81 h 114"/>
                  <a:gd name="T78" fmla="*/ 17 w 138"/>
                  <a:gd name="T79" fmla="*/ 85 h 114"/>
                  <a:gd name="T80" fmla="*/ 10 w 138"/>
                  <a:gd name="T81" fmla="*/ 88 h 114"/>
                  <a:gd name="T82" fmla="*/ 4 w 138"/>
                  <a:gd name="T83" fmla="*/ 87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8" h="114">
                    <a:moveTo>
                      <a:pt x="1" y="82"/>
                    </a:moveTo>
                    <a:cubicBezTo>
                      <a:pt x="2" y="82"/>
                      <a:pt x="3" y="81"/>
                      <a:pt x="3" y="81"/>
                    </a:cubicBezTo>
                    <a:cubicBezTo>
                      <a:pt x="3" y="81"/>
                      <a:pt x="4" y="80"/>
                      <a:pt x="4" y="79"/>
                    </a:cubicBezTo>
                    <a:cubicBezTo>
                      <a:pt x="5" y="78"/>
                      <a:pt x="5" y="76"/>
                      <a:pt x="4" y="74"/>
                    </a:cubicBezTo>
                    <a:cubicBezTo>
                      <a:pt x="2" y="72"/>
                      <a:pt x="0" y="72"/>
                      <a:pt x="0" y="68"/>
                    </a:cubicBezTo>
                    <a:cubicBezTo>
                      <a:pt x="1" y="66"/>
                      <a:pt x="4" y="64"/>
                      <a:pt x="6" y="66"/>
                    </a:cubicBezTo>
                    <a:cubicBezTo>
                      <a:pt x="8" y="67"/>
                      <a:pt x="10" y="68"/>
                      <a:pt x="11" y="70"/>
                    </a:cubicBezTo>
                    <a:cubicBezTo>
                      <a:pt x="13" y="72"/>
                      <a:pt x="15" y="72"/>
                      <a:pt x="17" y="72"/>
                    </a:cubicBezTo>
                    <a:cubicBezTo>
                      <a:pt x="19" y="73"/>
                      <a:pt x="22" y="73"/>
                      <a:pt x="25" y="72"/>
                    </a:cubicBezTo>
                    <a:cubicBezTo>
                      <a:pt x="28" y="71"/>
                      <a:pt x="26" y="69"/>
                      <a:pt x="25" y="67"/>
                    </a:cubicBezTo>
                    <a:cubicBezTo>
                      <a:pt x="24" y="65"/>
                      <a:pt x="24" y="63"/>
                      <a:pt x="27" y="63"/>
                    </a:cubicBezTo>
                    <a:cubicBezTo>
                      <a:pt x="28" y="64"/>
                      <a:pt x="30" y="66"/>
                      <a:pt x="31" y="67"/>
                    </a:cubicBezTo>
                    <a:cubicBezTo>
                      <a:pt x="32" y="68"/>
                      <a:pt x="34" y="70"/>
                      <a:pt x="36" y="71"/>
                    </a:cubicBezTo>
                    <a:cubicBezTo>
                      <a:pt x="38" y="71"/>
                      <a:pt x="38" y="66"/>
                      <a:pt x="38" y="65"/>
                    </a:cubicBezTo>
                    <a:cubicBezTo>
                      <a:pt x="38" y="62"/>
                      <a:pt x="38" y="60"/>
                      <a:pt x="37" y="57"/>
                    </a:cubicBezTo>
                    <a:cubicBezTo>
                      <a:pt x="37" y="56"/>
                      <a:pt x="37" y="53"/>
                      <a:pt x="39" y="52"/>
                    </a:cubicBezTo>
                    <a:cubicBezTo>
                      <a:pt x="41" y="51"/>
                      <a:pt x="42" y="55"/>
                      <a:pt x="43" y="57"/>
                    </a:cubicBezTo>
                    <a:cubicBezTo>
                      <a:pt x="45" y="58"/>
                      <a:pt x="48" y="59"/>
                      <a:pt x="49" y="56"/>
                    </a:cubicBezTo>
                    <a:cubicBezTo>
                      <a:pt x="50" y="54"/>
                      <a:pt x="49" y="51"/>
                      <a:pt x="51" y="49"/>
                    </a:cubicBezTo>
                    <a:cubicBezTo>
                      <a:pt x="53" y="48"/>
                      <a:pt x="57" y="48"/>
                      <a:pt x="59" y="49"/>
                    </a:cubicBezTo>
                    <a:cubicBezTo>
                      <a:pt x="61" y="50"/>
                      <a:pt x="62" y="52"/>
                      <a:pt x="62" y="55"/>
                    </a:cubicBezTo>
                    <a:cubicBezTo>
                      <a:pt x="62" y="57"/>
                      <a:pt x="60" y="59"/>
                      <a:pt x="60" y="61"/>
                    </a:cubicBezTo>
                    <a:cubicBezTo>
                      <a:pt x="61" y="63"/>
                      <a:pt x="62" y="64"/>
                      <a:pt x="63" y="66"/>
                    </a:cubicBezTo>
                    <a:cubicBezTo>
                      <a:pt x="63" y="64"/>
                      <a:pt x="64" y="60"/>
                      <a:pt x="66" y="63"/>
                    </a:cubicBezTo>
                    <a:cubicBezTo>
                      <a:pt x="68" y="64"/>
                      <a:pt x="68" y="67"/>
                      <a:pt x="70" y="68"/>
                    </a:cubicBezTo>
                    <a:cubicBezTo>
                      <a:pt x="72" y="69"/>
                      <a:pt x="73" y="67"/>
                      <a:pt x="75" y="66"/>
                    </a:cubicBezTo>
                    <a:cubicBezTo>
                      <a:pt x="76" y="66"/>
                      <a:pt x="77" y="66"/>
                      <a:pt x="77" y="64"/>
                    </a:cubicBezTo>
                    <a:cubicBezTo>
                      <a:pt x="77" y="63"/>
                      <a:pt x="76" y="60"/>
                      <a:pt x="75" y="59"/>
                    </a:cubicBezTo>
                    <a:cubicBezTo>
                      <a:pt x="72" y="56"/>
                      <a:pt x="66" y="52"/>
                      <a:pt x="68" y="47"/>
                    </a:cubicBezTo>
                    <a:cubicBezTo>
                      <a:pt x="69" y="44"/>
                      <a:pt x="67" y="42"/>
                      <a:pt x="67" y="39"/>
                    </a:cubicBezTo>
                    <a:cubicBezTo>
                      <a:pt x="67" y="36"/>
                      <a:pt x="68" y="34"/>
                      <a:pt x="71" y="34"/>
                    </a:cubicBezTo>
                    <a:cubicBezTo>
                      <a:pt x="74" y="35"/>
                      <a:pt x="76" y="37"/>
                      <a:pt x="78" y="40"/>
                    </a:cubicBezTo>
                    <a:cubicBezTo>
                      <a:pt x="79" y="41"/>
                      <a:pt x="80" y="43"/>
                      <a:pt x="80" y="44"/>
                    </a:cubicBezTo>
                    <a:cubicBezTo>
                      <a:pt x="81" y="46"/>
                      <a:pt x="83" y="47"/>
                      <a:pt x="84" y="48"/>
                    </a:cubicBezTo>
                    <a:cubicBezTo>
                      <a:pt x="86" y="49"/>
                      <a:pt x="89" y="51"/>
                      <a:pt x="91" y="53"/>
                    </a:cubicBezTo>
                    <a:cubicBezTo>
                      <a:pt x="91" y="54"/>
                      <a:pt x="93" y="56"/>
                      <a:pt x="94" y="55"/>
                    </a:cubicBezTo>
                    <a:cubicBezTo>
                      <a:pt x="95" y="54"/>
                      <a:pt x="95" y="53"/>
                      <a:pt x="96" y="52"/>
                    </a:cubicBezTo>
                    <a:cubicBezTo>
                      <a:pt x="97" y="51"/>
                      <a:pt x="97" y="50"/>
                      <a:pt x="98" y="48"/>
                    </a:cubicBezTo>
                    <a:cubicBezTo>
                      <a:pt x="100" y="46"/>
                      <a:pt x="103" y="44"/>
                      <a:pt x="105" y="42"/>
                    </a:cubicBezTo>
                    <a:cubicBezTo>
                      <a:pt x="109" y="39"/>
                      <a:pt x="108" y="34"/>
                      <a:pt x="104" y="31"/>
                    </a:cubicBezTo>
                    <a:cubicBezTo>
                      <a:pt x="102" y="30"/>
                      <a:pt x="100" y="30"/>
                      <a:pt x="98" y="28"/>
                    </a:cubicBezTo>
                    <a:cubicBezTo>
                      <a:pt x="96" y="26"/>
                      <a:pt x="97" y="23"/>
                      <a:pt x="98" y="21"/>
                    </a:cubicBezTo>
                    <a:cubicBezTo>
                      <a:pt x="99" y="19"/>
                      <a:pt x="100" y="16"/>
                      <a:pt x="103" y="16"/>
                    </a:cubicBezTo>
                    <a:cubicBezTo>
                      <a:pt x="105" y="16"/>
                      <a:pt x="105" y="18"/>
                      <a:pt x="107" y="19"/>
                    </a:cubicBezTo>
                    <a:cubicBezTo>
                      <a:pt x="109" y="21"/>
                      <a:pt x="110" y="15"/>
                      <a:pt x="112" y="18"/>
                    </a:cubicBezTo>
                    <a:cubicBezTo>
                      <a:pt x="114" y="19"/>
                      <a:pt x="118" y="30"/>
                      <a:pt x="122" y="24"/>
                    </a:cubicBezTo>
                    <a:cubicBezTo>
                      <a:pt x="123" y="21"/>
                      <a:pt x="123" y="16"/>
                      <a:pt x="122" y="13"/>
                    </a:cubicBezTo>
                    <a:cubicBezTo>
                      <a:pt x="122" y="10"/>
                      <a:pt x="121" y="7"/>
                      <a:pt x="121" y="4"/>
                    </a:cubicBezTo>
                    <a:cubicBezTo>
                      <a:pt x="123" y="0"/>
                      <a:pt x="130" y="7"/>
                      <a:pt x="132" y="8"/>
                    </a:cubicBezTo>
                    <a:cubicBezTo>
                      <a:pt x="136" y="12"/>
                      <a:pt x="138" y="18"/>
                      <a:pt x="137" y="24"/>
                    </a:cubicBezTo>
                    <a:cubicBezTo>
                      <a:pt x="137" y="27"/>
                      <a:pt x="136" y="30"/>
                      <a:pt x="134" y="32"/>
                    </a:cubicBezTo>
                    <a:cubicBezTo>
                      <a:pt x="133" y="33"/>
                      <a:pt x="131" y="33"/>
                      <a:pt x="129" y="34"/>
                    </a:cubicBezTo>
                    <a:cubicBezTo>
                      <a:pt x="124" y="35"/>
                      <a:pt x="123" y="38"/>
                      <a:pt x="122" y="43"/>
                    </a:cubicBezTo>
                    <a:cubicBezTo>
                      <a:pt x="121" y="44"/>
                      <a:pt x="121" y="46"/>
                      <a:pt x="120" y="48"/>
                    </a:cubicBezTo>
                    <a:cubicBezTo>
                      <a:pt x="119" y="49"/>
                      <a:pt x="117" y="50"/>
                      <a:pt x="116" y="51"/>
                    </a:cubicBezTo>
                    <a:cubicBezTo>
                      <a:pt x="113" y="54"/>
                      <a:pt x="114" y="59"/>
                      <a:pt x="112" y="62"/>
                    </a:cubicBezTo>
                    <a:cubicBezTo>
                      <a:pt x="111" y="64"/>
                      <a:pt x="110" y="66"/>
                      <a:pt x="108" y="68"/>
                    </a:cubicBezTo>
                    <a:cubicBezTo>
                      <a:pt x="107" y="70"/>
                      <a:pt x="105" y="72"/>
                      <a:pt x="104" y="75"/>
                    </a:cubicBezTo>
                    <a:cubicBezTo>
                      <a:pt x="103" y="77"/>
                      <a:pt x="103" y="79"/>
                      <a:pt x="101" y="81"/>
                    </a:cubicBezTo>
                    <a:cubicBezTo>
                      <a:pt x="99" y="82"/>
                      <a:pt x="97" y="82"/>
                      <a:pt x="96" y="82"/>
                    </a:cubicBezTo>
                    <a:cubicBezTo>
                      <a:pt x="90" y="83"/>
                      <a:pt x="91" y="88"/>
                      <a:pt x="89" y="92"/>
                    </a:cubicBezTo>
                    <a:cubicBezTo>
                      <a:pt x="88" y="97"/>
                      <a:pt x="83" y="99"/>
                      <a:pt x="79" y="100"/>
                    </a:cubicBezTo>
                    <a:cubicBezTo>
                      <a:pt x="74" y="102"/>
                      <a:pt x="73" y="97"/>
                      <a:pt x="69" y="96"/>
                    </a:cubicBezTo>
                    <a:cubicBezTo>
                      <a:pt x="66" y="94"/>
                      <a:pt x="65" y="100"/>
                      <a:pt x="64" y="102"/>
                    </a:cubicBezTo>
                    <a:cubicBezTo>
                      <a:pt x="62" y="106"/>
                      <a:pt x="56" y="107"/>
                      <a:pt x="52" y="108"/>
                    </a:cubicBezTo>
                    <a:cubicBezTo>
                      <a:pt x="49" y="108"/>
                      <a:pt x="46" y="110"/>
                      <a:pt x="43" y="110"/>
                    </a:cubicBezTo>
                    <a:cubicBezTo>
                      <a:pt x="42" y="110"/>
                      <a:pt x="40" y="110"/>
                      <a:pt x="39" y="109"/>
                    </a:cubicBezTo>
                    <a:cubicBezTo>
                      <a:pt x="38" y="108"/>
                      <a:pt x="38" y="107"/>
                      <a:pt x="38" y="106"/>
                    </a:cubicBezTo>
                    <a:cubicBezTo>
                      <a:pt x="38" y="105"/>
                      <a:pt x="39" y="103"/>
                      <a:pt x="37" y="102"/>
                    </a:cubicBezTo>
                    <a:cubicBezTo>
                      <a:pt x="36" y="102"/>
                      <a:pt x="35" y="104"/>
                      <a:pt x="34" y="105"/>
                    </a:cubicBezTo>
                    <a:cubicBezTo>
                      <a:pt x="34" y="106"/>
                      <a:pt x="34" y="108"/>
                      <a:pt x="34" y="109"/>
                    </a:cubicBezTo>
                    <a:cubicBezTo>
                      <a:pt x="33" y="111"/>
                      <a:pt x="32" y="111"/>
                      <a:pt x="30" y="112"/>
                    </a:cubicBezTo>
                    <a:cubicBezTo>
                      <a:pt x="28" y="112"/>
                      <a:pt x="26" y="112"/>
                      <a:pt x="23" y="113"/>
                    </a:cubicBezTo>
                    <a:cubicBezTo>
                      <a:pt x="22" y="113"/>
                      <a:pt x="21" y="114"/>
                      <a:pt x="19" y="112"/>
                    </a:cubicBezTo>
                    <a:cubicBezTo>
                      <a:pt x="17" y="110"/>
                      <a:pt x="18" y="106"/>
                      <a:pt x="19" y="102"/>
                    </a:cubicBezTo>
                    <a:cubicBezTo>
                      <a:pt x="21" y="99"/>
                      <a:pt x="23" y="96"/>
                      <a:pt x="25" y="94"/>
                    </a:cubicBezTo>
                    <a:cubicBezTo>
                      <a:pt x="28" y="92"/>
                      <a:pt x="28" y="89"/>
                      <a:pt x="29" y="86"/>
                    </a:cubicBezTo>
                    <a:cubicBezTo>
                      <a:pt x="29" y="85"/>
                      <a:pt x="30" y="82"/>
                      <a:pt x="29" y="81"/>
                    </a:cubicBezTo>
                    <a:cubicBezTo>
                      <a:pt x="28" y="80"/>
                      <a:pt x="25" y="81"/>
                      <a:pt x="24" y="82"/>
                    </a:cubicBezTo>
                    <a:cubicBezTo>
                      <a:pt x="21" y="82"/>
                      <a:pt x="20" y="84"/>
                      <a:pt x="17" y="85"/>
                    </a:cubicBezTo>
                    <a:cubicBezTo>
                      <a:pt x="16" y="86"/>
                      <a:pt x="15" y="86"/>
                      <a:pt x="14" y="86"/>
                    </a:cubicBezTo>
                    <a:cubicBezTo>
                      <a:pt x="13" y="87"/>
                      <a:pt x="11" y="88"/>
                      <a:pt x="10" y="88"/>
                    </a:cubicBezTo>
                    <a:cubicBezTo>
                      <a:pt x="9" y="88"/>
                      <a:pt x="8" y="89"/>
                      <a:pt x="7" y="88"/>
                    </a:cubicBezTo>
                    <a:cubicBezTo>
                      <a:pt x="6" y="88"/>
                      <a:pt x="5" y="87"/>
                      <a:pt x="4" y="87"/>
                    </a:cubicBezTo>
                    <a:cubicBezTo>
                      <a:pt x="3" y="86"/>
                      <a:pt x="0" y="83"/>
                      <a:pt x="1" y="8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0" name="Freeform 2642">
                <a:extLst>
                  <a:ext uri="{FF2B5EF4-FFF2-40B4-BE49-F238E27FC236}">
                    <a16:creationId xmlns:a16="http://schemas.microsoft.com/office/drawing/2014/main" id="{10240A0B-C772-4641-99B8-64E46C7A0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583"/>
                <a:ext cx="2" cy="5"/>
              </a:xfrm>
              <a:custGeom>
                <a:avLst/>
                <a:gdLst>
                  <a:gd name="T0" fmla="*/ 4 w 5"/>
                  <a:gd name="T1" fmla="*/ 9 h 10"/>
                  <a:gd name="T2" fmla="*/ 2 w 5"/>
                  <a:gd name="T3" fmla="*/ 5 h 10"/>
                  <a:gd name="T4" fmla="*/ 0 w 5"/>
                  <a:gd name="T5" fmla="*/ 1 h 10"/>
                  <a:gd name="T6" fmla="*/ 4 w 5"/>
                  <a:gd name="T7" fmla="*/ 1 h 10"/>
                  <a:gd name="T8" fmla="*/ 5 w 5"/>
                  <a:gd name="T9" fmla="*/ 6 h 10"/>
                  <a:gd name="T10" fmla="*/ 4 w 5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4" y="9"/>
                    </a:moveTo>
                    <a:cubicBezTo>
                      <a:pt x="2" y="10"/>
                      <a:pt x="2" y="7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4" y="3"/>
                      <a:pt x="5" y="4"/>
                      <a:pt x="5" y="6"/>
                    </a:cubicBezTo>
                    <a:cubicBezTo>
                      <a:pt x="5" y="7"/>
                      <a:pt x="5" y="9"/>
                      <a:pt x="4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1" name="Freeform 2643">
                <a:extLst>
                  <a:ext uri="{FF2B5EF4-FFF2-40B4-BE49-F238E27FC236}">
                    <a16:creationId xmlns:a16="http://schemas.microsoft.com/office/drawing/2014/main" id="{D16EA15E-F50E-8240-9771-292EB7145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582"/>
                <a:ext cx="5" cy="3"/>
              </a:xfrm>
              <a:custGeom>
                <a:avLst/>
                <a:gdLst>
                  <a:gd name="T0" fmla="*/ 8 w 12"/>
                  <a:gd name="T1" fmla="*/ 7 h 8"/>
                  <a:gd name="T2" fmla="*/ 3 w 12"/>
                  <a:gd name="T3" fmla="*/ 6 h 8"/>
                  <a:gd name="T4" fmla="*/ 1 w 12"/>
                  <a:gd name="T5" fmla="*/ 2 h 8"/>
                  <a:gd name="T6" fmla="*/ 8 w 12"/>
                  <a:gd name="T7" fmla="*/ 0 h 8"/>
                  <a:gd name="T8" fmla="*/ 12 w 12"/>
                  <a:gd name="T9" fmla="*/ 2 h 8"/>
                  <a:gd name="T10" fmla="*/ 12 w 12"/>
                  <a:gd name="T11" fmla="*/ 4 h 8"/>
                  <a:gd name="T12" fmla="*/ 11 w 12"/>
                  <a:gd name="T13" fmla="*/ 7 h 8"/>
                  <a:gd name="T14" fmla="*/ 8 w 12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8">
                    <a:moveTo>
                      <a:pt x="8" y="7"/>
                    </a:moveTo>
                    <a:cubicBezTo>
                      <a:pt x="6" y="7"/>
                      <a:pt x="5" y="6"/>
                      <a:pt x="3" y="6"/>
                    </a:cubicBezTo>
                    <a:cubicBezTo>
                      <a:pt x="2" y="5"/>
                      <a:pt x="0" y="4"/>
                      <a:pt x="1" y="2"/>
                    </a:cubicBezTo>
                    <a:cubicBezTo>
                      <a:pt x="2" y="0"/>
                      <a:pt x="6" y="0"/>
                      <a:pt x="8" y="0"/>
                    </a:cubicBezTo>
                    <a:cubicBezTo>
                      <a:pt x="9" y="0"/>
                      <a:pt x="12" y="0"/>
                      <a:pt x="12" y="2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0" y="8"/>
                      <a:pt x="9" y="8"/>
                      <a:pt x="8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2" name="Freeform 2644">
                <a:extLst>
                  <a:ext uri="{FF2B5EF4-FFF2-40B4-BE49-F238E27FC236}">
                    <a16:creationId xmlns:a16="http://schemas.microsoft.com/office/drawing/2014/main" id="{D88A2F1D-4BD5-2745-838A-064CAF28B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570"/>
                <a:ext cx="5" cy="6"/>
              </a:xfrm>
              <a:custGeom>
                <a:avLst/>
                <a:gdLst>
                  <a:gd name="T0" fmla="*/ 10 w 13"/>
                  <a:gd name="T1" fmla="*/ 14 h 14"/>
                  <a:gd name="T2" fmla="*/ 4 w 13"/>
                  <a:gd name="T3" fmla="*/ 11 h 14"/>
                  <a:gd name="T4" fmla="*/ 1 w 13"/>
                  <a:gd name="T5" fmla="*/ 7 h 14"/>
                  <a:gd name="T6" fmla="*/ 1 w 13"/>
                  <a:gd name="T7" fmla="*/ 5 h 14"/>
                  <a:gd name="T8" fmla="*/ 3 w 13"/>
                  <a:gd name="T9" fmla="*/ 4 h 14"/>
                  <a:gd name="T10" fmla="*/ 4 w 13"/>
                  <a:gd name="T11" fmla="*/ 2 h 14"/>
                  <a:gd name="T12" fmla="*/ 7 w 13"/>
                  <a:gd name="T13" fmla="*/ 3 h 14"/>
                  <a:gd name="T14" fmla="*/ 8 w 13"/>
                  <a:gd name="T15" fmla="*/ 4 h 14"/>
                  <a:gd name="T16" fmla="*/ 10 w 13"/>
                  <a:gd name="T17" fmla="*/ 7 h 14"/>
                  <a:gd name="T18" fmla="*/ 12 w 13"/>
                  <a:gd name="T19" fmla="*/ 9 h 14"/>
                  <a:gd name="T20" fmla="*/ 10 w 13"/>
                  <a:gd name="T21" fmla="*/ 13 h 14"/>
                  <a:gd name="T22" fmla="*/ 10 w 13"/>
                  <a:gd name="T2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4">
                    <a:moveTo>
                      <a:pt x="10" y="14"/>
                    </a:moveTo>
                    <a:cubicBezTo>
                      <a:pt x="7" y="14"/>
                      <a:pt x="6" y="12"/>
                      <a:pt x="4" y="11"/>
                    </a:cubicBezTo>
                    <a:cubicBezTo>
                      <a:pt x="2" y="10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3"/>
                      <a:pt x="3" y="2"/>
                      <a:pt x="4" y="2"/>
                    </a:cubicBezTo>
                    <a:cubicBezTo>
                      <a:pt x="5" y="0"/>
                      <a:pt x="7" y="2"/>
                      <a:pt x="7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5"/>
                      <a:pt x="9" y="6"/>
                      <a:pt x="10" y="7"/>
                    </a:cubicBezTo>
                    <a:cubicBezTo>
                      <a:pt x="10" y="8"/>
                      <a:pt x="12" y="8"/>
                      <a:pt x="12" y="9"/>
                    </a:cubicBezTo>
                    <a:cubicBezTo>
                      <a:pt x="13" y="11"/>
                      <a:pt x="11" y="13"/>
                      <a:pt x="10" y="13"/>
                    </a:cubicBezTo>
                    <a:cubicBezTo>
                      <a:pt x="10" y="13"/>
                      <a:pt x="10" y="13"/>
                      <a:pt x="10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3" name="Freeform 2645">
                <a:extLst>
                  <a:ext uri="{FF2B5EF4-FFF2-40B4-BE49-F238E27FC236}">
                    <a16:creationId xmlns:a16="http://schemas.microsoft.com/office/drawing/2014/main" id="{425F3225-F11D-5142-8A34-5FD92566E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564"/>
                <a:ext cx="4" cy="4"/>
              </a:xfrm>
              <a:custGeom>
                <a:avLst/>
                <a:gdLst>
                  <a:gd name="T0" fmla="*/ 6 w 10"/>
                  <a:gd name="T1" fmla="*/ 1 h 8"/>
                  <a:gd name="T2" fmla="*/ 8 w 10"/>
                  <a:gd name="T3" fmla="*/ 3 h 8"/>
                  <a:gd name="T4" fmla="*/ 10 w 10"/>
                  <a:gd name="T5" fmla="*/ 4 h 8"/>
                  <a:gd name="T6" fmla="*/ 9 w 10"/>
                  <a:gd name="T7" fmla="*/ 6 h 8"/>
                  <a:gd name="T8" fmla="*/ 2 w 10"/>
                  <a:gd name="T9" fmla="*/ 7 h 8"/>
                  <a:gd name="T10" fmla="*/ 0 w 10"/>
                  <a:gd name="T11" fmla="*/ 4 h 8"/>
                  <a:gd name="T12" fmla="*/ 4 w 10"/>
                  <a:gd name="T13" fmla="*/ 1 h 8"/>
                  <a:gd name="T14" fmla="*/ 6 w 10"/>
                  <a:gd name="T1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8">
                    <a:moveTo>
                      <a:pt x="6" y="1"/>
                    </a:moveTo>
                    <a:cubicBezTo>
                      <a:pt x="8" y="1"/>
                      <a:pt x="8" y="2"/>
                      <a:pt x="8" y="3"/>
                    </a:cubicBezTo>
                    <a:cubicBezTo>
                      <a:pt x="9" y="3"/>
                      <a:pt x="10" y="3"/>
                      <a:pt x="10" y="4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7" y="8"/>
                      <a:pt x="4" y="7"/>
                      <a:pt x="2" y="7"/>
                    </a:cubicBezTo>
                    <a:cubicBezTo>
                      <a:pt x="1" y="6"/>
                      <a:pt x="0" y="6"/>
                      <a:pt x="0" y="4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4" y="0"/>
                      <a:pt x="6" y="0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4" name="Freeform 2646">
                <a:extLst>
                  <a:ext uri="{FF2B5EF4-FFF2-40B4-BE49-F238E27FC236}">
                    <a16:creationId xmlns:a16="http://schemas.microsoft.com/office/drawing/2014/main" id="{1E335CE9-A275-C843-9E8E-F93E60BA1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571"/>
                <a:ext cx="3" cy="3"/>
              </a:xfrm>
              <a:custGeom>
                <a:avLst/>
                <a:gdLst>
                  <a:gd name="T0" fmla="*/ 0 w 7"/>
                  <a:gd name="T1" fmla="*/ 3 h 7"/>
                  <a:gd name="T2" fmla="*/ 2 w 7"/>
                  <a:gd name="T3" fmla="*/ 0 h 7"/>
                  <a:gd name="T4" fmla="*/ 6 w 7"/>
                  <a:gd name="T5" fmla="*/ 1 h 7"/>
                  <a:gd name="T6" fmla="*/ 6 w 7"/>
                  <a:gd name="T7" fmla="*/ 5 h 7"/>
                  <a:gd name="T8" fmla="*/ 0 w 7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5" y="7"/>
                      <a:pt x="0" y="6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5" name="Freeform 2647">
                <a:extLst>
                  <a:ext uri="{FF2B5EF4-FFF2-40B4-BE49-F238E27FC236}">
                    <a16:creationId xmlns:a16="http://schemas.microsoft.com/office/drawing/2014/main" id="{542254E1-52FF-1C41-8C11-A74E684F0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570"/>
                <a:ext cx="4" cy="6"/>
              </a:xfrm>
              <a:custGeom>
                <a:avLst/>
                <a:gdLst>
                  <a:gd name="T0" fmla="*/ 4 w 9"/>
                  <a:gd name="T1" fmla="*/ 14 h 14"/>
                  <a:gd name="T2" fmla="*/ 1 w 9"/>
                  <a:gd name="T3" fmla="*/ 13 h 14"/>
                  <a:gd name="T4" fmla="*/ 0 w 9"/>
                  <a:gd name="T5" fmla="*/ 10 h 14"/>
                  <a:gd name="T6" fmla="*/ 1 w 9"/>
                  <a:gd name="T7" fmla="*/ 6 h 14"/>
                  <a:gd name="T8" fmla="*/ 3 w 9"/>
                  <a:gd name="T9" fmla="*/ 1 h 14"/>
                  <a:gd name="T10" fmla="*/ 6 w 9"/>
                  <a:gd name="T11" fmla="*/ 6 h 14"/>
                  <a:gd name="T12" fmla="*/ 8 w 9"/>
                  <a:gd name="T13" fmla="*/ 7 h 14"/>
                  <a:gd name="T14" fmla="*/ 9 w 9"/>
                  <a:gd name="T15" fmla="*/ 9 h 14"/>
                  <a:gd name="T16" fmla="*/ 7 w 9"/>
                  <a:gd name="T17" fmla="*/ 11 h 14"/>
                  <a:gd name="T18" fmla="*/ 4 w 9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4">
                    <a:moveTo>
                      <a:pt x="4" y="14"/>
                    </a:moveTo>
                    <a:cubicBezTo>
                      <a:pt x="2" y="14"/>
                      <a:pt x="2" y="13"/>
                      <a:pt x="1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4"/>
                      <a:pt x="1" y="2"/>
                      <a:pt x="3" y="1"/>
                    </a:cubicBezTo>
                    <a:cubicBezTo>
                      <a:pt x="5" y="0"/>
                      <a:pt x="6" y="4"/>
                      <a:pt x="6" y="6"/>
                    </a:cubicBezTo>
                    <a:cubicBezTo>
                      <a:pt x="6" y="7"/>
                      <a:pt x="7" y="6"/>
                      <a:pt x="8" y="7"/>
                    </a:cubicBezTo>
                    <a:cubicBezTo>
                      <a:pt x="9" y="7"/>
                      <a:pt x="9" y="8"/>
                      <a:pt x="9" y="9"/>
                    </a:cubicBezTo>
                    <a:cubicBezTo>
                      <a:pt x="9" y="10"/>
                      <a:pt x="7" y="11"/>
                      <a:pt x="7" y="11"/>
                    </a:cubicBezTo>
                    <a:cubicBezTo>
                      <a:pt x="6" y="12"/>
                      <a:pt x="5" y="13"/>
                      <a:pt x="4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6" name="Freeform 2648">
                <a:extLst>
                  <a:ext uri="{FF2B5EF4-FFF2-40B4-BE49-F238E27FC236}">
                    <a16:creationId xmlns:a16="http://schemas.microsoft.com/office/drawing/2014/main" id="{CBD508CC-C213-A640-8AC0-D1AABC833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561"/>
                <a:ext cx="4" cy="9"/>
              </a:xfrm>
              <a:custGeom>
                <a:avLst/>
                <a:gdLst>
                  <a:gd name="T0" fmla="*/ 9 w 10"/>
                  <a:gd name="T1" fmla="*/ 16 h 21"/>
                  <a:gd name="T2" fmla="*/ 8 w 10"/>
                  <a:gd name="T3" fmla="*/ 19 h 21"/>
                  <a:gd name="T4" fmla="*/ 5 w 10"/>
                  <a:gd name="T5" fmla="*/ 21 h 21"/>
                  <a:gd name="T6" fmla="*/ 1 w 10"/>
                  <a:gd name="T7" fmla="*/ 15 h 21"/>
                  <a:gd name="T8" fmla="*/ 1 w 10"/>
                  <a:gd name="T9" fmla="*/ 11 h 21"/>
                  <a:gd name="T10" fmla="*/ 1 w 10"/>
                  <a:gd name="T11" fmla="*/ 7 h 21"/>
                  <a:gd name="T12" fmla="*/ 1 w 10"/>
                  <a:gd name="T13" fmla="*/ 2 h 21"/>
                  <a:gd name="T14" fmla="*/ 5 w 10"/>
                  <a:gd name="T15" fmla="*/ 2 h 21"/>
                  <a:gd name="T16" fmla="*/ 7 w 10"/>
                  <a:gd name="T17" fmla="*/ 6 h 21"/>
                  <a:gd name="T18" fmla="*/ 10 w 10"/>
                  <a:gd name="T19" fmla="*/ 9 h 21"/>
                  <a:gd name="T20" fmla="*/ 10 w 10"/>
                  <a:gd name="T21" fmla="*/ 14 h 21"/>
                  <a:gd name="T22" fmla="*/ 10 w 10"/>
                  <a:gd name="T23" fmla="*/ 15 h 21"/>
                  <a:gd name="T24" fmla="*/ 9 w 10"/>
                  <a:gd name="T25" fmla="*/ 16 h 21"/>
                  <a:gd name="T26" fmla="*/ 9 w 10"/>
                  <a:gd name="T27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21">
                    <a:moveTo>
                      <a:pt x="9" y="16"/>
                    </a:moveTo>
                    <a:cubicBezTo>
                      <a:pt x="9" y="17"/>
                      <a:pt x="9" y="18"/>
                      <a:pt x="8" y="19"/>
                    </a:cubicBezTo>
                    <a:cubicBezTo>
                      <a:pt x="8" y="20"/>
                      <a:pt x="7" y="21"/>
                      <a:pt x="5" y="21"/>
                    </a:cubicBezTo>
                    <a:cubicBezTo>
                      <a:pt x="3" y="21"/>
                      <a:pt x="1" y="17"/>
                      <a:pt x="1" y="15"/>
                    </a:cubicBezTo>
                    <a:cubicBezTo>
                      <a:pt x="0" y="14"/>
                      <a:pt x="0" y="12"/>
                      <a:pt x="1" y="11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6" y="3"/>
                      <a:pt x="6" y="5"/>
                      <a:pt x="7" y="6"/>
                    </a:cubicBezTo>
                    <a:cubicBezTo>
                      <a:pt x="8" y="7"/>
                      <a:pt x="9" y="8"/>
                      <a:pt x="10" y="9"/>
                    </a:cubicBezTo>
                    <a:cubicBezTo>
                      <a:pt x="10" y="10"/>
                      <a:pt x="10" y="12"/>
                      <a:pt x="10" y="14"/>
                    </a:cubicBezTo>
                    <a:cubicBezTo>
                      <a:pt x="10" y="14"/>
                      <a:pt x="10" y="15"/>
                      <a:pt x="10" y="15"/>
                    </a:cubicBezTo>
                    <a:cubicBezTo>
                      <a:pt x="9" y="15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7" name="Freeform 2649">
                <a:extLst>
                  <a:ext uri="{FF2B5EF4-FFF2-40B4-BE49-F238E27FC236}">
                    <a16:creationId xmlns:a16="http://schemas.microsoft.com/office/drawing/2014/main" id="{35CF5E28-D137-8344-954A-E5FA7E8C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573"/>
                <a:ext cx="15" cy="11"/>
              </a:xfrm>
              <a:custGeom>
                <a:avLst/>
                <a:gdLst>
                  <a:gd name="T0" fmla="*/ 4 w 35"/>
                  <a:gd name="T1" fmla="*/ 23 h 27"/>
                  <a:gd name="T2" fmla="*/ 4 w 35"/>
                  <a:gd name="T3" fmla="*/ 21 h 27"/>
                  <a:gd name="T4" fmla="*/ 3 w 35"/>
                  <a:gd name="T5" fmla="*/ 18 h 27"/>
                  <a:gd name="T6" fmla="*/ 2 w 35"/>
                  <a:gd name="T7" fmla="*/ 14 h 27"/>
                  <a:gd name="T8" fmla="*/ 1 w 35"/>
                  <a:gd name="T9" fmla="*/ 10 h 27"/>
                  <a:gd name="T10" fmla="*/ 0 w 35"/>
                  <a:gd name="T11" fmla="*/ 6 h 27"/>
                  <a:gd name="T12" fmla="*/ 3 w 35"/>
                  <a:gd name="T13" fmla="*/ 2 h 27"/>
                  <a:gd name="T14" fmla="*/ 11 w 35"/>
                  <a:gd name="T15" fmla="*/ 2 h 27"/>
                  <a:gd name="T16" fmla="*/ 15 w 35"/>
                  <a:gd name="T17" fmla="*/ 9 h 27"/>
                  <a:gd name="T18" fmla="*/ 22 w 35"/>
                  <a:gd name="T19" fmla="*/ 9 h 27"/>
                  <a:gd name="T20" fmla="*/ 25 w 35"/>
                  <a:gd name="T21" fmla="*/ 7 h 27"/>
                  <a:gd name="T22" fmla="*/ 30 w 35"/>
                  <a:gd name="T23" fmla="*/ 9 h 27"/>
                  <a:gd name="T24" fmla="*/ 26 w 35"/>
                  <a:gd name="T25" fmla="*/ 17 h 27"/>
                  <a:gd name="T26" fmla="*/ 23 w 35"/>
                  <a:gd name="T27" fmla="*/ 20 h 27"/>
                  <a:gd name="T28" fmla="*/ 21 w 35"/>
                  <a:gd name="T29" fmla="*/ 24 h 27"/>
                  <a:gd name="T30" fmla="*/ 12 w 35"/>
                  <a:gd name="T31" fmla="*/ 27 h 27"/>
                  <a:gd name="T32" fmla="*/ 8 w 35"/>
                  <a:gd name="T33" fmla="*/ 25 h 27"/>
                  <a:gd name="T34" fmla="*/ 4 w 35"/>
                  <a:gd name="T35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27">
                    <a:moveTo>
                      <a:pt x="4" y="23"/>
                    </a:moveTo>
                    <a:cubicBezTo>
                      <a:pt x="4" y="23"/>
                      <a:pt x="5" y="22"/>
                      <a:pt x="4" y="21"/>
                    </a:cubicBezTo>
                    <a:cubicBezTo>
                      <a:pt x="4" y="20"/>
                      <a:pt x="4" y="19"/>
                      <a:pt x="3" y="18"/>
                    </a:cubicBezTo>
                    <a:cubicBezTo>
                      <a:pt x="3" y="17"/>
                      <a:pt x="3" y="16"/>
                      <a:pt x="2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9"/>
                      <a:pt x="0" y="7"/>
                      <a:pt x="0" y="6"/>
                    </a:cubicBezTo>
                    <a:cubicBezTo>
                      <a:pt x="0" y="4"/>
                      <a:pt x="1" y="3"/>
                      <a:pt x="3" y="2"/>
                    </a:cubicBezTo>
                    <a:cubicBezTo>
                      <a:pt x="5" y="1"/>
                      <a:pt x="9" y="0"/>
                      <a:pt x="11" y="2"/>
                    </a:cubicBezTo>
                    <a:cubicBezTo>
                      <a:pt x="15" y="3"/>
                      <a:pt x="13" y="7"/>
                      <a:pt x="15" y="9"/>
                    </a:cubicBezTo>
                    <a:cubicBezTo>
                      <a:pt x="17" y="11"/>
                      <a:pt x="20" y="11"/>
                      <a:pt x="22" y="9"/>
                    </a:cubicBezTo>
                    <a:cubicBezTo>
                      <a:pt x="23" y="8"/>
                      <a:pt x="23" y="7"/>
                      <a:pt x="25" y="7"/>
                    </a:cubicBezTo>
                    <a:cubicBezTo>
                      <a:pt x="27" y="7"/>
                      <a:pt x="28" y="8"/>
                      <a:pt x="30" y="9"/>
                    </a:cubicBezTo>
                    <a:cubicBezTo>
                      <a:pt x="35" y="12"/>
                      <a:pt x="29" y="16"/>
                      <a:pt x="26" y="17"/>
                    </a:cubicBezTo>
                    <a:cubicBezTo>
                      <a:pt x="25" y="18"/>
                      <a:pt x="24" y="18"/>
                      <a:pt x="23" y="20"/>
                    </a:cubicBezTo>
                    <a:cubicBezTo>
                      <a:pt x="23" y="22"/>
                      <a:pt x="22" y="23"/>
                      <a:pt x="21" y="24"/>
                    </a:cubicBezTo>
                    <a:cubicBezTo>
                      <a:pt x="19" y="26"/>
                      <a:pt x="16" y="27"/>
                      <a:pt x="12" y="27"/>
                    </a:cubicBezTo>
                    <a:cubicBezTo>
                      <a:pt x="11" y="27"/>
                      <a:pt x="9" y="26"/>
                      <a:pt x="8" y="25"/>
                    </a:cubicBezTo>
                    <a:cubicBezTo>
                      <a:pt x="6" y="25"/>
                      <a:pt x="4" y="25"/>
                      <a:pt x="4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8" name="Freeform 2650">
                <a:extLst>
                  <a:ext uri="{FF2B5EF4-FFF2-40B4-BE49-F238E27FC236}">
                    <a16:creationId xmlns:a16="http://schemas.microsoft.com/office/drawing/2014/main" id="{A0C3349A-EA24-EB44-BDE8-2C7BDF48E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578"/>
                <a:ext cx="4" cy="6"/>
              </a:xfrm>
              <a:custGeom>
                <a:avLst/>
                <a:gdLst>
                  <a:gd name="T0" fmla="*/ 9 w 10"/>
                  <a:gd name="T1" fmla="*/ 8 h 15"/>
                  <a:gd name="T2" fmla="*/ 10 w 10"/>
                  <a:gd name="T3" fmla="*/ 8 h 15"/>
                  <a:gd name="T4" fmla="*/ 9 w 10"/>
                  <a:gd name="T5" fmla="*/ 10 h 15"/>
                  <a:gd name="T6" fmla="*/ 7 w 10"/>
                  <a:gd name="T7" fmla="*/ 11 h 15"/>
                  <a:gd name="T8" fmla="*/ 5 w 10"/>
                  <a:gd name="T9" fmla="*/ 13 h 15"/>
                  <a:gd name="T10" fmla="*/ 1 w 10"/>
                  <a:gd name="T11" fmla="*/ 10 h 15"/>
                  <a:gd name="T12" fmla="*/ 1 w 10"/>
                  <a:gd name="T13" fmla="*/ 5 h 15"/>
                  <a:gd name="T14" fmla="*/ 0 w 10"/>
                  <a:gd name="T15" fmla="*/ 3 h 15"/>
                  <a:gd name="T16" fmla="*/ 6 w 10"/>
                  <a:gd name="T17" fmla="*/ 1 h 15"/>
                  <a:gd name="T18" fmla="*/ 7 w 10"/>
                  <a:gd name="T19" fmla="*/ 3 h 15"/>
                  <a:gd name="T20" fmla="*/ 9 w 10"/>
                  <a:gd name="T21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9" y="8"/>
                    </a:moveTo>
                    <a:cubicBezTo>
                      <a:pt x="9" y="8"/>
                      <a:pt x="9" y="8"/>
                      <a:pt x="10" y="8"/>
                    </a:cubicBezTo>
                    <a:cubicBezTo>
                      <a:pt x="10" y="9"/>
                      <a:pt x="10" y="10"/>
                      <a:pt x="9" y="10"/>
                    </a:cubicBezTo>
                    <a:cubicBezTo>
                      <a:pt x="9" y="10"/>
                      <a:pt x="8" y="10"/>
                      <a:pt x="7" y="11"/>
                    </a:cubicBezTo>
                    <a:cubicBezTo>
                      <a:pt x="6" y="12"/>
                      <a:pt x="6" y="13"/>
                      <a:pt x="5" y="13"/>
                    </a:cubicBezTo>
                    <a:cubicBezTo>
                      <a:pt x="3" y="15"/>
                      <a:pt x="2" y="12"/>
                      <a:pt x="1" y="10"/>
                    </a:cubicBezTo>
                    <a:cubicBezTo>
                      <a:pt x="0" y="9"/>
                      <a:pt x="1" y="7"/>
                      <a:pt x="1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5" y="0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5"/>
                      <a:pt x="7" y="7"/>
                      <a:pt x="9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9" name="Freeform 2651">
                <a:extLst>
                  <a:ext uri="{FF2B5EF4-FFF2-40B4-BE49-F238E27FC236}">
                    <a16:creationId xmlns:a16="http://schemas.microsoft.com/office/drawing/2014/main" id="{1880C58B-B6BD-5A48-BBB5-64031CE1B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587"/>
                <a:ext cx="9" cy="13"/>
              </a:xfrm>
              <a:custGeom>
                <a:avLst/>
                <a:gdLst>
                  <a:gd name="T0" fmla="*/ 18 w 22"/>
                  <a:gd name="T1" fmla="*/ 1 h 33"/>
                  <a:gd name="T2" fmla="*/ 9 w 22"/>
                  <a:gd name="T3" fmla="*/ 2 h 33"/>
                  <a:gd name="T4" fmla="*/ 5 w 22"/>
                  <a:gd name="T5" fmla="*/ 4 h 33"/>
                  <a:gd name="T6" fmla="*/ 4 w 22"/>
                  <a:gd name="T7" fmla="*/ 8 h 33"/>
                  <a:gd name="T8" fmla="*/ 1 w 22"/>
                  <a:gd name="T9" fmla="*/ 18 h 33"/>
                  <a:gd name="T10" fmla="*/ 1 w 22"/>
                  <a:gd name="T11" fmla="*/ 26 h 33"/>
                  <a:gd name="T12" fmla="*/ 5 w 22"/>
                  <a:gd name="T13" fmla="*/ 32 h 33"/>
                  <a:gd name="T14" fmla="*/ 8 w 22"/>
                  <a:gd name="T15" fmla="*/ 31 h 33"/>
                  <a:gd name="T16" fmla="*/ 12 w 22"/>
                  <a:gd name="T17" fmla="*/ 28 h 33"/>
                  <a:gd name="T18" fmla="*/ 16 w 22"/>
                  <a:gd name="T19" fmla="*/ 26 h 33"/>
                  <a:gd name="T20" fmla="*/ 19 w 22"/>
                  <a:gd name="T21" fmla="*/ 24 h 33"/>
                  <a:gd name="T22" fmla="*/ 22 w 22"/>
                  <a:gd name="T23" fmla="*/ 18 h 33"/>
                  <a:gd name="T24" fmla="*/ 20 w 22"/>
                  <a:gd name="T25" fmla="*/ 15 h 33"/>
                  <a:gd name="T26" fmla="*/ 19 w 22"/>
                  <a:gd name="T27" fmla="*/ 5 h 33"/>
                  <a:gd name="T28" fmla="*/ 18 w 22"/>
                  <a:gd name="T29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33">
                    <a:moveTo>
                      <a:pt x="18" y="1"/>
                    </a:moveTo>
                    <a:cubicBezTo>
                      <a:pt x="15" y="0"/>
                      <a:pt x="12" y="2"/>
                      <a:pt x="9" y="2"/>
                    </a:cubicBezTo>
                    <a:cubicBezTo>
                      <a:pt x="7" y="3"/>
                      <a:pt x="6" y="3"/>
                      <a:pt x="5" y="4"/>
                    </a:cubicBezTo>
                    <a:cubicBezTo>
                      <a:pt x="4" y="6"/>
                      <a:pt x="4" y="7"/>
                      <a:pt x="4" y="8"/>
                    </a:cubicBezTo>
                    <a:cubicBezTo>
                      <a:pt x="2" y="12"/>
                      <a:pt x="2" y="15"/>
                      <a:pt x="1" y="18"/>
                    </a:cubicBezTo>
                    <a:cubicBezTo>
                      <a:pt x="0" y="21"/>
                      <a:pt x="1" y="23"/>
                      <a:pt x="1" y="26"/>
                    </a:cubicBezTo>
                    <a:cubicBezTo>
                      <a:pt x="2" y="28"/>
                      <a:pt x="2" y="32"/>
                      <a:pt x="5" y="32"/>
                    </a:cubicBezTo>
                    <a:cubicBezTo>
                      <a:pt x="6" y="33"/>
                      <a:pt x="7" y="31"/>
                      <a:pt x="8" y="31"/>
                    </a:cubicBezTo>
                    <a:cubicBezTo>
                      <a:pt x="10" y="30"/>
                      <a:pt x="11" y="29"/>
                      <a:pt x="12" y="28"/>
                    </a:cubicBezTo>
                    <a:cubicBezTo>
                      <a:pt x="14" y="28"/>
                      <a:pt x="15" y="27"/>
                      <a:pt x="16" y="26"/>
                    </a:cubicBezTo>
                    <a:cubicBezTo>
                      <a:pt x="17" y="26"/>
                      <a:pt x="19" y="26"/>
                      <a:pt x="19" y="24"/>
                    </a:cubicBezTo>
                    <a:cubicBezTo>
                      <a:pt x="20" y="23"/>
                      <a:pt x="22" y="20"/>
                      <a:pt x="22" y="18"/>
                    </a:cubicBezTo>
                    <a:cubicBezTo>
                      <a:pt x="22" y="17"/>
                      <a:pt x="21" y="16"/>
                      <a:pt x="20" y="15"/>
                    </a:cubicBezTo>
                    <a:cubicBezTo>
                      <a:pt x="17" y="12"/>
                      <a:pt x="19" y="8"/>
                      <a:pt x="19" y="5"/>
                    </a:cubicBezTo>
                    <a:cubicBezTo>
                      <a:pt x="20" y="3"/>
                      <a:pt x="20" y="1"/>
                      <a:pt x="18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0" name="Freeform 2652">
                <a:extLst>
                  <a:ext uri="{FF2B5EF4-FFF2-40B4-BE49-F238E27FC236}">
                    <a16:creationId xmlns:a16="http://schemas.microsoft.com/office/drawing/2014/main" id="{456C3D26-6F0B-254E-B643-7A82B20C8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553"/>
                <a:ext cx="16" cy="22"/>
              </a:xfrm>
              <a:custGeom>
                <a:avLst/>
                <a:gdLst>
                  <a:gd name="T0" fmla="*/ 19 w 39"/>
                  <a:gd name="T1" fmla="*/ 37 h 53"/>
                  <a:gd name="T2" fmla="*/ 19 w 39"/>
                  <a:gd name="T3" fmla="*/ 45 h 53"/>
                  <a:gd name="T4" fmla="*/ 22 w 39"/>
                  <a:gd name="T5" fmla="*/ 52 h 53"/>
                  <a:gd name="T6" fmla="*/ 28 w 39"/>
                  <a:gd name="T7" fmla="*/ 49 h 53"/>
                  <a:gd name="T8" fmla="*/ 32 w 39"/>
                  <a:gd name="T9" fmla="*/ 45 h 53"/>
                  <a:gd name="T10" fmla="*/ 36 w 39"/>
                  <a:gd name="T11" fmla="*/ 41 h 53"/>
                  <a:gd name="T12" fmla="*/ 35 w 39"/>
                  <a:gd name="T13" fmla="*/ 34 h 53"/>
                  <a:gd name="T14" fmla="*/ 36 w 39"/>
                  <a:gd name="T15" fmla="*/ 25 h 53"/>
                  <a:gd name="T16" fmla="*/ 39 w 39"/>
                  <a:gd name="T17" fmla="*/ 17 h 53"/>
                  <a:gd name="T18" fmla="*/ 38 w 39"/>
                  <a:gd name="T19" fmla="*/ 10 h 53"/>
                  <a:gd name="T20" fmla="*/ 34 w 39"/>
                  <a:gd name="T21" fmla="*/ 4 h 53"/>
                  <a:gd name="T22" fmla="*/ 28 w 39"/>
                  <a:gd name="T23" fmla="*/ 1 h 53"/>
                  <a:gd name="T24" fmla="*/ 13 w 39"/>
                  <a:gd name="T25" fmla="*/ 4 h 53"/>
                  <a:gd name="T26" fmla="*/ 7 w 39"/>
                  <a:gd name="T27" fmla="*/ 11 h 53"/>
                  <a:gd name="T28" fmla="*/ 2 w 39"/>
                  <a:gd name="T29" fmla="*/ 18 h 53"/>
                  <a:gd name="T30" fmla="*/ 2 w 39"/>
                  <a:gd name="T31" fmla="*/ 28 h 53"/>
                  <a:gd name="T32" fmla="*/ 0 w 39"/>
                  <a:gd name="T33" fmla="*/ 38 h 53"/>
                  <a:gd name="T34" fmla="*/ 4 w 39"/>
                  <a:gd name="T35" fmla="*/ 45 h 53"/>
                  <a:gd name="T36" fmla="*/ 10 w 39"/>
                  <a:gd name="T37" fmla="*/ 49 h 53"/>
                  <a:gd name="T38" fmla="*/ 14 w 39"/>
                  <a:gd name="T39" fmla="*/ 45 h 53"/>
                  <a:gd name="T40" fmla="*/ 16 w 39"/>
                  <a:gd name="T41" fmla="*/ 40 h 53"/>
                  <a:gd name="T42" fmla="*/ 19 w 39"/>
                  <a:gd name="T43" fmla="*/ 3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53">
                    <a:moveTo>
                      <a:pt x="19" y="37"/>
                    </a:moveTo>
                    <a:cubicBezTo>
                      <a:pt x="21" y="38"/>
                      <a:pt x="19" y="44"/>
                      <a:pt x="19" y="45"/>
                    </a:cubicBezTo>
                    <a:cubicBezTo>
                      <a:pt x="18" y="48"/>
                      <a:pt x="19" y="51"/>
                      <a:pt x="22" y="52"/>
                    </a:cubicBezTo>
                    <a:cubicBezTo>
                      <a:pt x="24" y="53"/>
                      <a:pt x="27" y="51"/>
                      <a:pt x="28" y="49"/>
                    </a:cubicBezTo>
                    <a:cubicBezTo>
                      <a:pt x="29" y="47"/>
                      <a:pt x="29" y="45"/>
                      <a:pt x="32" y="45"/>
                    </a:cubicBezTo>
                    <a:cubicBezTo>
                      <a:pt x="34" y="44"/>
                      <a:pt x="36" y="44"/>
                      <a:pt x="36" y="41"/>
                    </a:cubicBezTo>
                    <a:cubicBezTo>
                      <a:pt x="37" y="39"/>
                      <a:pt x="35" y="36"/>
                      <a:pt x="35" y="34"/>
                    </a:cubicBezTo>
                    <a:cubicBezTo>
                      <a:pt x="35" y="31"/>
                      <a:pt x="36" y="28"/>
                      <a:pt x="36" y="25"/>
                    </a:cubicBezTo>
                    <a:cubicBezTo>
                      <a:pt x="37" y="22"/>
                      <a:pt x="38" y="19"/>
                      <a:pt x="39" y="17"/>
                    </a:cubicBezTo>
                    <a:cubicBezTo>
                      <a:pt x="39" y="14"/>
                      <a:pt x="39" y="12"/>
                      <a:pt x="38" y="10"/>
                    </a:cubicBezTo>
                    <a:cubicBezTo>
                      <a:pt x="37" y="8"/>
                      <a:pt x="36" y="5"/>
                      <a:pt x="34" y="4"/>
                    </a:cubicBezTo>
                    <a:cubicBezTo>
                      <a:pt x="33" y="2"/>
                      <a:pt x="31" y="2"/>
                      <a:pt x="28" y="1"/>
                    </a:cubicBezTo>
                    <a:cubicBezTo>
                      <a:pt x="23" y="0"/>
                      <a:pt x="17" y="0"/>
                      <a:pt x="13" y="4"/>
                    </a:cubicBezTo>
                    <a:cubicBezTo>
                      <a:pt x="10" y="6"/>
                      <a:pt x="9" y="8"/>
                      <a:pt x="7" y="11"/>
                    </a:cubicBezTo>
                    <a:cubicBezTo>
                      <a:pt x="5" y="13"/>
                      <a:pt x="3" y="15"/>
                      <a:pt x="2" y="18"/>
                    </a:cubicBezTo>
                    <a:cubicBezTo>
                      <a:pt x="1" y="21"/>
                      <a:pt x="2" y="25"/>
                      <a:pt x="2" y="28"/>
                    </a:cubicBezTo>
                    <a:cubicBezTo>
                      <a:pt x="2" y="31"/>
                      <a:pt x="0" y="35"/>
                      <a:pt x="0" y="38"/>
                    </a:cubicBezTo>
                    <a:cubicBezTo>
                      <a:pt x="0" y="41"/>
                      <a:pt x="2" y="43"/>
                      <a:pt x="4" y="45"/>
                    </a:cubicBezTo>
                    <a:cubicBezTo>
                      <a:pt x="6" y="47"/>
                      <a:pt x="7" y="49"/>
                      <a:pt x="10" y="49"/>
                    </a:cubicBezTo>
                    <a:cubicBezTo>
                      <a:pt x="12" y="50"/>
                      <a:pt x="14" y="47"/>
                      <a:pt x="14" y="45"/>
                    </a:cubicBezTo>
                    <a:cubicBezTo>
                      <a:pt x="14" y="43"/>
                      <a:pt x="15" y="41"/>
                      <a:pt x="16" y="40"/>
                    </a:cubicBezTo>
                    <a:cubicBezTo>
                      <a:pt x="16" y="39"/>
                      <a:pt x="18" y="37"/>
                      <a:pt x="19" y="3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1" name="Freeform 2653">
                <a:extLst>
                  <a:ext uri="{FF2B5EF4-FFF2-40B4-BE49-F238E27FC236}">
                    <a16:creationId xmlns:a16="http://schemas.microsoft.com/office/drawing/2014/main" id="{20AFEC14-C923-F941-9CB0-5F05CA71C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545"/>
                <a:ext cx="6" cy="12"/>
              </a:xfrm>
              <a:custGeom>
                <a:avLst/>
                <a:gdLst>
                  <a:gd name="T0" fmla="*/ 11 w 15"/>
                  <a:gd name="T1" fmla="*/ 28 h 31"/>
                  <a:gd name="T2" fmla="*/ 8 w 15"/>
                  <a:gd name="T3" fmla="*/ 30 h 31"/>
                  <a:gd name="T4" fmla="*/ 7 w 15"/>
                  <a:gd name="T5" fmla="*/ 25 h 31"/>
                  <a:gd name="T6" fmla="*/ 6 w 15"/>
                  <a:gd name="T7" fmla="*/ 17 h 31"/>
                  <a:gd name="T8" fmla="*/ 2 w 15"/>
                  <a:gd name="T9" fmla="*/ 11 h 31"/>
                  <a:gd name="T10" fmla="*/ 0 w 15"/>
                  <a:gd name="T11" fmla="*/ 5 h 31"/>
                  <a:gd name="T12" fmla="*/ 1 w 15"/>
                  <a:gd name="T13" fmla="*/ 1 h 31"/>
                  <a:gd name="T14" fmla="*/ 6 w 15"/>
                  <a:gd name="T15" fmla="*/ 2 h 31"/>
                  <a:gd name="T16" fmla="*/ 8 w 15"/>
                  <a:gd name="T17" fmla="*/ 5 h 31"/>
                  <a:gd name="T18" fmla="*/ 10 w 15"/>
                  <a:gd name="T19" fmla="*/ 7 h 31"/>
                  <a:gd name="T20" fmla="*/ 14 w 15"/>
                  <a:gd name="T21" fmla="*/ 12 h 31"/>
                  <a:gd name="T22" fmla="*/ 14 w 15"/>
                  <a:gd name="T23" fmla="*/ 17 h 31"/>
                  <a:gd name="T24" fmla="*/ 13 w 15"/>
                  <a:gd name="T25" fmla="*/ 19 h 31"/>
                  <a:gd name="T26" fmla="*/ 11 w 15"/>
                  <a:gd name="T27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31">
                    <a:moveTo>
                      <a:pt x="11" y="28"/>
                    </a:moveTo>
                    <a:cubicBezTo>
                      <a:pt x="10" y="29"/>
                      <a:pt x="10" y="31"/>
                      <a:pt x="8" y="30"/>
                    </a:cubicBezTo>
                    <a:cubicBezTo>
                      <a:pt x="7" y="30"/>
                      <a:pt x="7" y="26"/>
                      <a:pt x="7" y="25"/>
                    </a:cubicBezTo>
                    <a:cubicBezTo>
                      <a:pt x="7" y="22"/>
                      <a:pt x="7" y="20"/>
                      <a:pt x="6" y="17"/>
                    </a:cubicBezTo>
                    <a:cubicBezTo>
                      <a:pt x="4" y="15"/>
                      <a:pt x="3" y="13"/>
                      <a:pt x="2" y="11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8" y="5"/>
                    </a:cubicBezTo>
                    <a:cubicBezTo>
                      <a:pt x="8" y="6"/>
                      <a:pt x="9" y="7"/>
                      <a:pt x="10" y="7"/>
                    </a:cubicBezTo>
                    <a:cubicBezTo>
                      <a:pt x="12" y="8"/>
                      <a:pt x="13" y="10"/>
                      <a:pt x="14" y="12"/>
                    </a:cubicBezTo>
                    <a:cubicBezTo>
                      <a:pt x="14" y="14"/>
                      <a:pt x="15" y="15"/>
                      <a:pt x="14" y="17"/>
                    </a:cubicBezTo>
                    <a:cubicBezTo>
                      <a:pt x="14" y="18"/>
                      <a:pt x="14" y="18"/>
                      <a:pt x="13" y="19"/>
                    </a:cubicBezTo>
                    <a:cubicBezTo>
                      <a:pt x="11" y="22"/>
                      <a:pt x="12" y="25"/>
                      <a:pt x="11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2" name="Freeform 2654">
                <a:extLst>
                  <a:ext uri="{FF2B5EF4-FFF2-40B4-BE49-F238E27FC236}">
                    <a16:creationId xmlns:a16="http://schemas.microsoft.com/office/drawing/2014/main" id="{417A1ABA-2378-D849-88FF-5A461EEFB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559"/>
                <a:ext cx="5" cy="4"/>
              </a:xfrm>
              <a:custGeom>
                <a:avLst/>
                <a:gdLst>
                  <a:gd name="T0" fmla="*/ 8 w 11"/>
                  <a:gd name="T1" fmla="*/ 2 h 11"/>
                  <a:gd name="T2" fmla="*/ 10 w 11"/>
                  <a:gd name="T3" fmla="*/ 2 h 11"/>
                  <a:gd name="T4" fmla="*/ 11 w 11"/>
                  <a:gd name="T5" fmla="*/ 4 h 11"/>
                  <a:gd name="T6" fmla="*/ 6 w 11"/>
                  <a:gd name="T7" fmla="*/ 8 h 11"/>
                  <a:gd name="T8" fmla="*/ 4 w 11"/>
                  <a:gd name="T9" fmla="*/ 4 h 11"/>
                  <a:gd name="T10" fmla="*/ 1 w 11"/>
                  <a:gd name="T11" fmla="*/ 1 h 11"/>
                  <a:gd name="T12" fmla="*/ 8 w 11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2"/>
                    </a:moveTo>
                    <a:cubicBezTo>
                      <a:pt x="8" y="2"/>
                      <a:pt x="9" y="2"/>
                      <a:pt x="10" y="2"/>
                    </a:cubicBezTo>
                    <a:cubicBezTo>
                      <a:pt x="10" y="2"/>
                      <a:pt x="11" y="4"/>
                      <a:pt x="11" y="4"/>
                    </a:cubicBezTo>
                    <a:cubicBezTo>
                      <a:pt x="11" y="7"/>
                      <a:pt x="8" y="11"/>
                      <a:pt x="6" y="8"/>
                    </a:cubicBezTo>
                    <a:cubicBezTo>
                      <a:pt x="5" y="7"/>
                      <a:pt x="5" y="5"/>
                      <a:pt x="4" y="4"/>
                    </a:cubicBezTo>
                    <a:cubicBezTo>
                      <a:pt x="3" y="4"/>
                      <a:pt x="0" y="3"/>
                      <a:pt x="1" y="1"/>
                    </a:cubicBezTo>
                    <a:cubicBezTo>
                      <a:pt x="2" y="0"/>
                      <a:pt x="6" y="2"/>
                      <a:pt x="8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3" name="Freeform 2655">
                <a:extLst>
                  <a:ext uri="{FF2B5EF4-FFF2-40B4-BE49-F238E27FC236}">
                    <a16:creationId xmlns:a16="http://schemas.microsoft.com/office/drawing/2014/main" id="{FF77151B-5AC0-CF4D-A9BF-E03C989B5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550"/>
                <a:ext cx="24" cy="22"/>
              </a:xfrm>
              <a:custGeom>
                <a:avLst/>
                <a:gdLst>
                  <a:gd name="T0" fmla="*/ 36 w 59"/>
                  <a:gd name="T1" fmla="*/ 26 h 56"/>
                  <a:gd name="T2" fmla="*/ 32 w 59"/>
                  <a:gd name="T3" fmla="*/ 16 h 56"/>
                  <a:gd name="T4" fmla="*/ 25 w 59"/>
                  <a:gd name="T5" fmla="*/ 21 h 56"/>
                  <a:gd name="T6" fmla="*/ 23 w 59"/>
                  <a:gd name="T7" fmla="*/ 22 h 56"/>
                  <a:gd name="T8" fmla="*/ 20 w 59"/>
                  <a:gd name="T9" fmla="*/ 19 h 56"/>
                  <a:gd name="T10" fmla="*/ 17 w 59"/>
                  <a:gd name="T11" fmla="*/ 10 h 56"/>
                  <a:gd name="T12" fmla="*/ 14 w 59"/>
                  <a:gd name="T13" fmla="*/ 2 h 56"/>
                  <a:gd name="T14" fmla="*/ 6 w 59"/>
                  <a:gd name="T15" fmla="*/ 2 h 56"/>
                  <a:gd name="T16" fmla="*/ 1 w 59"/>
                  <a:gd name="T17" fmla="*/ 7 h 56"/>
                  <a:gd name="T18" fmla="*/ 0 w 59"/>
                  <a:gd name="T19" fmla="*/ 14 h 56"/>
                  <a:gd name="T20" fmla="*/ 7 w 59"/>
                  <a:gd name="T21" fmla="*/ 21 h 56"/>
                  <a:gd name="T22" fmla="*/ 13 w 59"/>
                  <a:gd name="T23" fmla="*/ 27 h 56"/>
                  <a:gd name="T24" fmla="*/ 14 w 59"/>
                  <a:gd name="T25" fmla="*/ 37 h 56"/>
                  <a:gd name="T26" fmla="*/ 16 w 59"/>
                  <a:gd name="T27" fmla="*/ 40 h 56"/>
                  <a:gd name="T28" fmla="*/ 19 w 59"/>
                  <a:gd name="T29" fmla="*/ 45 h 56"/>
                  <a:gd name="T30" fmla="*/ 23 w 59"/>
                  <a:gd name="T31" fmla="*/ 55 h 56"/>
                  <a:gd name="T32" fmla="*/ 34 w 59"/>
                  <a:gd name="T33" fmla="*/ 55 h 56"/>
                  <a:gd name="T34" fmla="*/ 42 w 59"/>
                  <a:gd name="T35" fmla="*/ 54 h 56"/>
                  <a:gd name="T36" fmla="*/ 46 w 59"/>
                  <a:gd name="T37" fmla="*/ 46 h 56"/>
                  <a:gd name="T38" fmla="*/ 56 w 59"/>
                  <a:gd name="T39" fmla="*/ 46 h 56"/>
                  <a:gd name="T40" fmla="*/ 55 w 59"/>
                  <a:gd name="T41" fmla="*/ 38 h 56"/>
                  <a:gd name="T42" fmla="*/ 47 w 59"/>
                  <a:gd name="T43" fmla="*/ 39 h 56"/>
                  <a:gd name="T44" fmla="*/ 42 w 59"/>
                  <a:gd name="T45" fmla="*/ 37 h 56"/>
                  <a:gd name="T46" fmla="*/ 38 w 59"/>
                  <a:gd name="T47" fmla="*/ 32 h 56"/>
                  <a:gd name="T48" fmla="*/ 37 w 59"/>
                  <a:gd name="T49" fmla="*/ 29 h 56"/>
                  <a:gd name="T50" fmla="*/ 36 w 59"/>
                  <a:gd name="T51" fmla="*/ 2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9" h="56">
                    <a:moveTo>
                      <a:pt x="36" y="26"/>
                    </a:moveTo>
                    <a:cubicBezTo>
                      <a:pt x="36" y="22"/>
                      <a:pt x="35" y="18"/>
                      <a:pt x="32" y="16"/>
                    </a:cubicBezTo>
                    <a:cubicBezTo>
                      <a:pt x="28" y="14"/>
                      <a:pt x="26" y="18"/>
                      <a:pt x="25" y="21"/>
                    </a:cubicBezTo>
                    <a:cubicBezTo>
                      <a:pt x="25" y="21"/>
                      <a:pt x="24" y="23"/>
                      <a:pt x="23" y="22"/>
                    </a:cubicBezTo>
                    <a:cubicBezTo>
                      <a:pt x="22" y="22"/>
                      <a:pt x="21" y="20"/>
                      <a:pt x="20" y="19"/>
                    </a:cubicBezTo>
                    <a:cubicBezTo>
                      <a:pt x="18" y="16"/>
                      <a:pt x="18" y="13"/>
                      <a:pt x="17" y="10"/>
                    </a:cubicBezTo>
                    <a:cubicBezTo>
                      <a:pt x="17" y="7"/>
                      <a:pt x="16" y="4"/>
                      <a:pt x="14" y="2"/>
                    </a:cubicBezTo>
                    <a:cubicBezTo>
                      <a:pt x="12" y="0"/>
                      <a:pt x="9" y="0"/>
                      <a:pt x="6" y="2"/>
                    </a:cubicBezTo>
                    <a:cubicBezTo>
                      <a:pt x="5" y="3"/>
                      <a:pt x="2" y="5"/>
                      <a:pt x="1" y="7"/>
                    </a:cubicBezTo>
                    <a:cubicBezTo>
                      <a:pt x="0" y="9"/>
                      <a:pt x="0" y="12"/>
                      <a:pt x="0" y="14"/>
                    </a:cubicBezTo>
                    <a:cubicBezTo>
                      <a:pt x="0" y="18"/>
                      <a:pt x="3" y="19"/>
                      <a:pt x="7" y="21"/>
                    </a:cubicBezTo>
                    <a:cubicBezTo>
                      <a:pt x="10" y="22"/>
                      <a:pt x="13" y="23"/>
                      <a:pt x="13" y="27"/>
                    </a:cubicBezTo>
                    <a:cubicBezTo>
                      <a:pt x="13" y="31"/>
                      <a:pt x="12" y="34"/>
                      <a:pt x="14" y="37"/>
                    </a:cubicBezTo>
                    <a:cubicBezTo>
                      <a:pt x="14" y="38"/>
                      <a:pt x="16" y="39"/>
                      <a:pt x="16" y="40"/>
                    </a:cubicBezTo>
                    <a:cubicBezTo>
                      <a:pt x="18" y="42"/>
                      <a:pt x="18" y="43"/>
                      <a:pt x="19" y="45"/>
                    </a:cubicBezTo>
                    <a:cubicBezTo>
                      <a:pt x="20" y="48"/>
                      <a:pt x="20" y="53"/>
                      <a:pt x="23" y="55"/>
                    </a:cubicBezTo>
                    <a:cubicBezTo>
                      <a:pt x="26" y="56"/>
                      <a:pt x="30" y="55"/>
                      <a:pt x="34" y="55"/>
                    </a:cubicBezTo>
                    <a:cubicBezTo>
                      <a:pt x="36" y="55"/>
                      <a:pt x="40" y="56"/>
                      <a:pt x="42" y="54"/>
                    </a:cubicBezTo>
                    <a:cubicBezTo>
                      <a:pt x="43" y="51"/>
                      <a:pt x="43" y="47"/>
                      <a:pt x="46" y="46"/>
                    </a:cubicBezTo>
                    <a:cubicBezTo>
                      <a:pt x="49" y="45"/>
                      <a:pt x="54" y="47"/>
                      <a:pt x="56" y="46"/>
                    </a:cubicBezTo>
                    <a:cubicBezTo>
                      <a:pt x="59" y="44"/>
                      <a:pt x="57" y="40"/>
                      <a:pt x="55" y="38"/>
                    </a:cubicBezTo>
                    <a:cubicBezTo>
                      <a:pt x="52" y="37"/>
                      <a:pt x="49" y="38"/>
                      <a:pt x="47" y="39"/>
                    </a:cubicBezTo>
                    <a:cubicBezTo>
                      <a:pt x="45" y="39"/>
                      <a:pt x="44" y="39"/>
                      <a:pt x="42" y="37"/>
                    </a:cubicBezTo>
                    <a:cubicBezTo>
                      <a:pt x="40" y="36"/>
                      <a:pt x="38" y="34"/>
                      <a:pt x="38" y="32"/>
                    </a:cubicBezTo>
                    <a:cubicBezTo>
                      <a:pt x="38" y="31"/>
                      <a:pt x="38" y="30"/>
                      <a:pt x="37" y="29"/>
                    </a:cubicBezTo>
                    <a:cubicBezTo>
                      <a:pt x="37" y="28"/>
                      <a:pt x="37" y="27"/>
                      <a:pt x="36" y="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4" name="Freeform 2656">
                <a:extLst>
                  <a:ext uri="{FF2B5EF4-FFF2-40B4-BE49-F238E27FC236}">
                    <a16:creationId xmlns:a16="http://schemas.microsoft.com/office/drawing/2014/main" id="{7E82F228-AABC-0D46-88C8-D74AFA898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575"/>
                <a:ext cx="4" cy="4"/>
              </a:xfrm>
              <a:custGeom>
                <a:avLst/>
                <a:gdLst>
                  <a:gd name="T0" fmla="*/ 1 w 12"/>
                  <a:gd name="T1" fmla="*/ 0 h 10"/>
                  <a:gd name="T2" fmla="*/ 4 w 12"/>
                  <a:gd name="T3" fmla="*/ 1 h 10"/>
                  <a:gd name="T4" fmla="*/ 6 w 12"/>
                  <a:gd name="T5" fmla="*/ 2 h 10"/>
                  <a:gd name="T6" fmla="*/ 11 w 12"/>
                  <a:gd name="T7" fmla="*/ 6 h 10"/>
                  <a:gd name="T8" fmla="*/ 11 w 12"/>
                  <a:gd name="T9" fmla="*/ 8 h 10"/>
                  <a:gd name="T10" fmla="*/ 8 w 12"/>
                  <a:gd name="T11" fmla="*/ 10 h 10"/>
                  <a:gd name="T12" fmla="*/ 5 w 12"/>
                  <a:gd name="T13" fmla="*/ 9 h 10"/>
                  <a:gd name="T14" fmla="*/ 3 w 12"/>
                  <a:gd name="T15" fmla="*/ 6 h 10"/>
                  <a:gd name="T16" fmla="*/ 1 w 12"/>
                  <a:gd name="T17" fmla="*/ 3 h 10"/>
                  <a:gd name="T18" fmla="*/ 1 w 12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1" y="0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8" y="2"/>
                      <a:pt x="10" y="4"/>
                      <a:pt x="11" y="6"/>
                    </a:cubicBezTo>
                    <a:cubicBezTo>
                      <a:pt x="12" y="7"/>
                      <a:pt x="12" y="7"/>
                      <a:pt x="11" y="8"/>
                    </a:cubicBezTo>
                    <a:cubicBezTo>
                      <a:pt x="10" y="9"/>
                      <a:pt x="10" y="10"/>
                      <a:pt x="8" y="10"/>
                    </a:cubicBezTo>
                    <a:cubicBezTo>
                      <a:pt x="7" y="10"/>
                      <a:pt x="5" y="10"/>
                      <a:pt x="5" y="9"/>
                    </a:cubicBezTo>
                    <a:cubicBezTo>
                      <a:pt x="4" y="8"/>
                      <a:pt x="4" y="7"/>
                      <a:pt x="3" y="6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5" name="Freeform 2657">
                <a:extLst>
                  <a:ext uri="{FF2B5EF4-FFF2-40B4-BE49-F238E27FC236}">
                    <a16:creationId xmlns:a16="http://schemas.microsoft.com/office/drawing/2014/main" id="{392010D5-F3DF-D144-8DD0-226B1B168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561"/>
                <a:ext cx="10" cy="8"/>
              </a:xfrm>
              <a:custGeom>
                <a:avLst/>
                <a:gdLst>
                  <a:gd name="T0" fmla="*/ 14 w 25"/>
                  <a:gd name="T1" fmla="*/ 20 h 20"/>
                  <a:gd name="T2" fmla="*/ 10 w 25"/>
                  <a:gd name="T3" fmla="*/ 19 h 20"/>
                  <a:gd name="T4" fmla="*/ 5 w 25"/>
                  <a:gd name="T5" fmla="*/ 18 h 20"/>
                  <a:gd name="T6" fmla="*/ 0 w 25"/>
                  <a:gd name="T7" fmla="*/ 13 h 20"/>
                  <a:gd name="T8" fmla="*/ 1 w 25"/>
                  <a:gd name="T9" fmla="*/ 8 h 20"/>
                  <a:gd name="T10" fmla="*/ 3 w 25"/>
                  <a:gd name="T11" fmla="*/ 6 h 20"/>
                  <a:gd name="T12" fmla="*/ 3 w 25"/>
                  <a:gd name="T13" fmla="*/ 4 h 20"/>
                  <a:gd name="T14" fmla="*/ 8 w 25"/>
                  <a:gd name="T15" fmla="*/ 1 h 20"/>
                  <a:gd name="T16" fmla="*/ 10 w 25"/>
                  <a:gd name="T17" fmla="*/ 3 h 20"/>
                  <a:gd name="T18" fmla="*/ 12 w 25"/>
                  <a:gd name="T19" fmla="*/ 5 h 20"/>
                  <a:gd name="T20" fmla="*/ 17 w 25"/>
                  <a:gd name="T21" fmla="*/ 7 h 20"/>
                  <a:gd name="T22" fmla="*/ 23 w 25"/>
                  <a:gd name="T23" fmla="*/ 11 h 20"/>
                  <a:gd name="T24" fmla="*/ 24 w 25"/>
                  <a:gd name="T25" fmla="*/ 14 h 20"/>
                  <a:gd name="T26" fmla="*/ 20 w 25"/>
                  <a:gd name="T27" fmla="*/ 20 h 20"/>
                  <a:gd name="T28" fmla="*/ 16 w 25"/>
                  <a:gd name="T29" fmla="*/ 20 h 20"/>
                  <a:gd name="T30" fmla="*/ 14 w 25"/>
                  <a:gd name="T3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20">
                    <a:moveTo>
                      <a:pt x="14" y="20"/>
                    </a:moveTo>
                    <a:cubicBezTo>
                      <a:pt x="13" y="19"/>
                      <a:pt x="11" y="19"/>
                      <a:pt x="10" y="19"/>
                    </a:cubicBezTo>
                    <a:cubicBezTo>
                      <a:pt x="8" y="18"/>
                      <a:pt x="6" y="18"/>
                      <a:pt x="5" y="18"/>
                    </a:cubicBezTo>
                    <a:cubicBezTo>
                      <a:pt x="2" y="18"/>
                      <a:pt x="0" y="16"/>
                      <a:pt x="0" y="13"/>
                    </a:cubicBezTo>
                    <a:cubicBezTo>
                      <a:pt x="0" y="12"/>
                      <a:pt x="0" y="9"/>
                      <a:pt x="1" y="8"/>
                    </a:cubicBezTo>
                    <a:cubicBezTo>
                      <a:pt x="2" y="8"/>
                      <a:pt x="3" y="8"/>
                      <a:pt x="3" y="6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4" y="2"/>
                      <a:pt x="5" y="0"/>
                      <a:pt x="8" y="1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3" y="7"/>
                      <a:pt x="15" y="7"/>
                      <a:pt x="17" y="7"/>
                    </a:cubicBezTo>
                    <a:cubicBezTo>
                      <a:pt x="19" y="7"/>
                      <a:pt x="22" y="9"/>
                      <a:pt x="23" y="11"/>
                    </a:cubicBezTo>
                    <a:cubicBezTo>
                      <a:pt x="24" y="12"/>
                      <a:pt x="25" y="13"/>
                      <a:pt x="24" y="14"/>
                    </a:cubicBezTo>
                    <a:cubicBezTo>
                      <a:pt x="24" y="17"/>
                      <a:pt x="22" y="20"/>
                      <a:pt x="20" y="20"/>
                    </a:cubicBezTo>
                    <a:cubicBezTo>
                      <a:pt x="18" y="20"/>
                      <a:pt x="17" y="20"/>
                      <a:pt x="16" y="20"/>
                    </a:cubicBezTo>
                    <a:cubicBezTo>
                      <a:pt x="15" y="20"/>
                      <a:pt x="15" y="20"/>
                      <a:pt x="14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6" name="Freeform 2658">
                <a:extLst>
                  <a:ext uri="{FF2B5EF4-FFF2-40B4-BE49-F238E27FC236}">
                    <a16:creationId xmlns:a16="http://schemas.microsoft.com/office/drawing/2014/main" id="{49EF0BE4-381E-4D4A-86F3-DA2A62B09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553"/>
                <a:ext cx="10" cy="15"/>
              </a:xfrm>
              <a:custGeom>
                <a:avLst/>
                <a:gdLst>
                  <a:gd name="T0" fmla="*/ 3 w 25"/>
                  <a:gd name="T1" fmla="*/ 34 h 39"/>
                  <a:gd name="T2" fmla="*/ 0 w 25"/>
                  <a:gd name="T3" fmla="*/ 32 h 39"/>
                  <a:gd name="T4" fmla="*/ 3 w 25"/>
                  <a:gd name="T5" fmla="*/ 26 h 39"/>
                  <a:gd name="T6" fmla="*/ 9 w 25"/>
                  <a:gd name="T7" fmla="*/ 25 h 39"/>
                  <a:gd name="T8" fmla="*/ 10 w 25"/>
                  <a:gd name="T9" fmla="*/ 21 h 39"/>
                  <a:gd name="T10" fmla="*/ 13 w 25"/>
                  <a:gd name="T11" fmla="*/ 20 h 39"/>
                  <a:gd name="T12" fmla="*/ 9 w 25"/>
                  <a:gd name="T13" fmla="*/ 12 h 39"/>
                  <a:gd name="T14" fmla="*/ 10 w 25"/>
                  <a:gd name="T15" fmla="*/ 3 h 39"/>
                  <a:gd name="T16" fmla="*/ 20 w 25"/>
                  <a:gd name="T17" fmla="*/ 3 h 39"/>
                  <a:gd name="T18" fmla="*/ 24 w 25"/>
                  <a:gd name="T19" fmla="*/ 16 h 39"/>
                  <a:gd name="T20" fmla="*/ 24 w 25"/>
                  <a:gd name="T21" fmla="*/ 30 h 39"/>
                  <a:gd name="T22" fmla="*/ 24 w 25"/>
                  <a:gd name="T23" fmla="*/ 34 h 39"/>
                  <a:gd name="T24" fmla="*/ 20 w 25"/>
                  <a:gd name="T25" fmla="*/ 34 h 39"/>
                  <a:gd name="T26" fmla="*/ 13 w 25"/>
                  <a:gd name="T27" fmla="*/ 39 h 39"/>
                  <a:gd name="T28" fmla="*/ 10 w 25"/>
                  <a:gd name="T29" fmla="*/ 39 h 39"/>
                  <a:gd name="T30" fmla="*/ 7 w 25"/>
                  <a:gd name="T31" fmla="*/ 37 h 39"/>
                  <a:gd name="T32" fmla="*/ 3 w 25"/>
                  <a:gd name="T33" fmla="*/ 3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39">
                    <a:moveTo>
                      <a:pt x="3" y="34"/>
                    </a:moveTo>
                    <a:cubicBezTo>
                      <a:pt x="2" y="34"/>
                      <a:pt x="1" y="33"/>
                      <a:pt x="0" y="32"/>
                    </a:cubicBezTo>
                    <a:cubicBezTo>
                      <a:pt x="0" y="30"/>
                      <a:pt x="1" y="27"/>
                      <a:pt x="3" y="26"/>
                    </a:cubicBezTo>
                    <a:cubicBezTo>
                      <a:pt x="4" y="25"/>
                      <a:pt x="8" y="27"/>
                      <a:pt x="9" y="25"/>
                    </a:cubicBezTo>
                    <a:cubicBezTo>
                      <a:pt x="9" y="24"/>
                      <a:pt x="9" y="22"/>
                      <a:pt x="10" y="21"/>
                    </a:cubicBezTo>
                    <a:cubicBezTo>
                      <a:pt x="10" y="21"/>
                      <a:pt x="12" y="20"/>
                      <a:pt x="13" y="20"/>
                    </a:cubicBezTo>
                    <a:cubicBezTo>
                      <a:pt x="17" y="17"/>
                      <a:pt x="11" y="13"/>
                      <a:pt x="9" y="12"/>
                    </a:cubicBezTo>
                    <a:cubicBezTo>
                      <a:pt x="6" y="10"/>
                      <a:pt x="8" y="5"/>
                      <a:pt x="10" y="3"/>
                    </a:cubicBezTo>
                    <a:cubicBezTo>
                      <a:pt x="12" y="0"/>
                      <a:pt x="17" y="2"/>
                      <a:pt x="20" y="3"/>
                    </a:cubicBezTo>
                    <a:cubicBezTo>
                      <a:pt x="25" y="5"/>
                      <a:pt x="24" y="12"/>
                      <a:pt x="24" y="16"/>
                    </a:cubicBezTo>
                    <a:cubicBezTo>
                      <a:pt x="24" y="21"/>
                      <a:pt x="24" y="25"/>
                      <a:pt x="24" y="30"/>
                    </a:cubicBezTo>
                    <a:cubicBezTo>
                      <a:pt x="25" y="31"/>
                      <a:pt x="25" y="33"/>
                      <a:pt x="24" y="34"/>
                    </a:cubicBezTo>
                    <a:cubicBezTo>
                      <a:pt x="23" y="34"/>
                      <a:pt x="21" y="34"/>
                      <a:pt x="20" y="34"/>
                    </a:cubicBezTo>
                    <a:cubicBezTo>
                      <a:pt x="17" y="35"/>
                      <a:pt x="16" y="38"/>
                      <a:pt x="13" y="39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9" y="39"/>
                      <a:pt x="8" y="38"/>
                      <a:pt x="7" y="37"/>
                    </a:cubicBezTo>
                    <a:cubicBezTo>
                      <a:pt x="5" y="36"/>
                      <a:pt x="4" y="35"/>
                      <a:pt x="3" y="3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7" name="Freeform 2659">
                <a:extLst>
                  <a:ext uri="{FF2B5EF4-FFF2-40B4-BE49-F238E27FC236}">
                    <a16:creationId xmlns:a16="http://schemas.microsoft.com/office/drawing/2014/main" id="{6EF1D932-9752-4F47-9F33-F4E3322BA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561"/>
                <a:ext cx="2" cy="4"/>
              </a:xfrm>
              <a:custGeom>
                <a:avLst/>
                <a:gdLst>
                  <a:gd name="T0" fmla="*/ 1 w 5"/>
                  <a:gd name="T1" fmla="*/ 4 h 9"/>
                  <a:gd name="T2" fmla="*/ 0 w 5"/>
                  <a:gd name="T3" fmla="*/ 2 h 9"/>
                  <a:gd name="T4" fmla="*/ 2 w 5"/>
                  <a:gd name="T5" fmla="*/ 0 h 9"/>
                  <a:gd name="T6" fmla="*/ 1 w 5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5" y="1"/>
                      <a:pt x="4" y="9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8" name="Freeform 2660">
                <a:extLst>
                  <a:ext uri="{FF2B5EF4-FFF2-40B4-BE49-F238E27FC236}">
                    <a16:creationId xmlns:a16="http://schemas.microsoft.com/office/drawing/2014/main" id="{93BF2049-539C-9D4F-BE03-FCB19C87D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561"/>
                <a:ext cx="5" cy="5"/>
              </a:xfrm>
              <a:custGeom>
                <a:avLst/>
                <a:gdLst>
                  <a:gd name="T0" fmla="*/ 7 w 12"/>
                  <a:gd name="T1" fmla="*/ 11 h 12"/>
                  <a:gd name="T2" fmla="*/ 2 w 12"/>
                  <a:gd name="T3" fmla="*/ 10 h 12"/>
                  <a:gd name="T4" fmla="*/ 4 w 12"/>
                  <a:gd name="T5" fmla="*/ 5 h 12"/>
                  <a:gd name="T6" fmla="*/ 9 w 12"/>
                  <a:gd name="T7" fmla="*/ 0 h 12"/>
                  <a:gd name="T8" fmla="*/ 12 w 12"/>
                  <a:gd name="T9" fmla="*/ 3 h 12"/>
                  <a:gd name="T10" fmla="*/ 12 w 12"/>
                  <a:gd name="T11" fmla="*/ 7 h 12"/>
                  <a:gd name="T12" fmla="*/ 12 w 12"/>
                  <a:gd name="T13" fmla="*/ 10 h 12"/>
                  <a:gd name="T14" fmla="*/ 12 w 12"/>
                  <a:gd name="T15" fmla="*/ 11 h 12"/>
                  <a:gd name="T16" fmla="*/ 10 w 12"/>
                  <a:gd name="T17" fmla="*/ 12 h 12"/>
                  <a:gd name="T18" fmla="*/ 7 w 12"/>
                  <a:gd name="T1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2">
                    <a:moveTo>
                      <a:pt x="7" y="11"/>
                    </a:moveTo>
                    <a:cubicBezTo>
                      <a:pt x="5" y="11"/>
                      <a:pt x="3" y="11"/>
                      <a:pt x="2" y="10"/>
                    </a:cubicBezTo>
                    <a:cubicBezTo>
                      <a:pt x="0" y="7"/>
                      <a:pt x="3" y="6"/>
                      <a:pt x="4" y="5"/>
                    </a:cubicBezTo>
                    <a:cubicBezTo>
                      <a:pt x="6" y="3"/>
                      <a:pt x="6" y="0"/>
                      <a:pt x="9" y="0"/>
                    </a:cubicBezTo>
                    <a:cubicBezTo>
                      <a:pt x="11" y="0"/>
                      <a:pt x="12" y="2"/>
                      <a:pt x="12" y="3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0" y="12"/>
                      <a:pt x="10" y="12"/>
                    </a:cubicBezTo>
                    <a:cubicBezTo>
                      <a:pt x="9" y="12"/>
                      <a:pt x="8" y="12"/>
                      <a:pt x="7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9" name="Freeform 2661">
                <a:extLst>
                  <a:ext uri="{FF2B5EF4-FFF2-40B4-BE49-F238E27FC236}">
                    <a16:creationId xmlns:a16="http://schemas.microsoft.com/office/drawing/2014/main" id="{1AA83329-67F2-AB45-BB06-0E3F7BFE6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567"/>
                <a:ext cx="3" cy="4"/>
              </a:xfrm>
              <a:custGeom>
                <a:avLst/>
                <a:gdLst>
                  <a:gd name="T0" fmla="*/ 5 w 7"/>
                  <a:gd name="T1" fmla="*/ 10 h 10"/>
                  <a:gd name="T2" fmla="*/ 3 w 7"/>
                  <a:gd name="T3" fmla="*/ 7 h 10"/>
                  <a:gd name="T4" fmla="*/ 1 w 7"/>
                  <a:gd name="T5" fmla="*/ 4 h 10"/>
                  <a:gd name="T6" fmla="*/ 1 w 7"/>
                  <a:gd name="T7" fmla="*/ 2 h 10"/>
                  <a:gd name="T8" fmla="*/ 2 w 7"/>
                  <a:gd name="T9" fmla="*/ 1 h 10"/>
                  <a:gd name="T10" fmla="*/ 5 w 7"/>
                  <a:gd name="T11" fmla="*/ 1 h 10"/>
                  <a:gd name="T12" fmla="*/ 6 w 7"/>
                  <a:gd name="T13" fmla="*/ 4 h 10"/>
                  <a:gd name="T14" fmla="*/ 7 w 7"/>
                  <a:gd name="T15" fmla="*/ 7 h 10"/>
                  <a:gd name="T16" fmla="*/ 5 w 7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0">
                    <a:moveTo>
                      <a:pt x="5" y="10"/>
                    </a:moveTo>
                    <a:cubicBezTo>
                      <a:pt x="4" y="9"/>
                      <a:pt x="4" y="8"/>
                      <a:pt x="3" y="7"/>
                    </a:cubicBezTo>
                    <a:cubicBezTo>
                      <a:pt x="2" y="6"/>
                      <a:pt x="1" y="6"/>
                      <a:pt x="1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7" y="8"/>
                      <a:pt x="7" y="10"/>
                      <a:pt x="5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0" name="Freeform 2662">
                <a:extLst>
                  <a:ext uri="{FF2B5EF4-FFF2-40B4-BE49-F238E27FC236}">
                    <a16:creationId xmlns:a16="http://schemas.microsoft.com/office/drawing/2014/main" id="{76BFC81B-A41E-B54A-B7BD-74FE94931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569"/>
                <a:ext cx="12" cy="13"/>
              </a:xfrm>
              <a:custGeom>
                <a:avLst/>
                <a:gdLst>
                  <a:gd name="T0" fmla="*/ 13 w 31"/>
                  <a:gd name="T1" fmla="*/ 8 h 32"/>
                  <a:gd name="T2" fmla="*/ 11 w 31"/>
                  <a:gd name="T3" fmla="*/ 3 h 32"/>
                  <a:gd name="T4" fmla="*/ 4 w 31"/>
                  <a:gd name="T5" fmla="*/ 2 h 32"/>
                  <a:gd name="T6" fmla="*/ 3 w 31"/>
                  <a:gd name="T7" fmla="*/ 9 h 32"/>
                  <a:gd name="T8" fmla="*/ 2 w 31"/>
                  <a:gd name="T9" fmla="*/ 14 h 32"/>
                  <a:gd name="T10" fmla="*/ 2 w 31"/>
                  <a:gd name="T11" fmla="*/ 23 h 32"/>
                  <a:gd name="T12" fmla="*/ 3 w 31"/>
                  <a:gd name="T13" fmla="*/ 27 h 32"/>
                  <a:gd name="T14" fmla="*/ 6 w 31"/>
                  <a:gd name="T15" fmla="*/ 31 h 32"/>
                  <a:gd name="T16" fmla="*/ 11 w 31"/>
                  <a:gd name="T17" fmla="*/ 29 h 32"/>
                  <a:gd name="T18" fmla="*/ 14 w 31"/>
                  <a:gd name="T19" fmla="*/ 22 h 32"/>
                  <a:gd name="T20" fmla="*/ 18 w 31"/>
                  <a:gd name="T21" fmla="*/ 19 h 32"/>
                  <a:gd name="T22" fmla="*/ 22 w 31"/>
                  <a:gd name="T23" fmla="*/ 18 h 32"/>
                  <a:gd name="T24" fmla="*/ 25 w 31"/>
                  <a:gd name="T25" fmla="*/ 15 h 32"/>
                  <a:gd name="T26" fmla="*/ 30 w 31"/>
                  <a:gd name="T27" fmla="*/ 14 h 32"/>
                  <a:gd name="T28" fmla="*/ 28 w 31"/>
                  <a:gd name="T29" fmla="*/ 11 h 32"/>
                  <a:gd name="T30" fmla="*/ 26 w 31"/>
                  <a:gd name="T31" fmla="*/ 7 h 32"/>
                  <a:gd name="T32" fmla="*/ 23 w 31"/>
                  <a:gd name="T33" fmla="*/ 5 h 32"/>
                  <a:gd name="T34" fmla="*/ 20 w 31"/>
                  <a:gd name="T35" fmla="*/ 10 h 32"/>
                  <a:gd name="T36" fmla="*/ 19 w 31"/>
                  <a:gd name="T37" fmla="*/ 12 h 32"/>
                  <a:gd name="T38" fmla="*/ 16 w 31"/>
                  <a:gd name="T39" fmla="*/ 12 h 32"/>
                  <a:gd name="T40" fmla="*/ 15 w 31"/>
                  <a:gd name="T41" fmla="*/ 13 h 32"/>
                  <a:gd name="T42" fmla="*/ 13 w 31"/>
                  <a:gd name="T43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13" y="8"/>
                    </a:moveTo>
                    <a:cubicBezTo>
                      <a:pt x="12" y="7"/>
                      <a:pt x="13" y="5"/>
                      <a:pt x="11" y="3"/>
                    </a:cubicBezTo>
                    <a:cubicBezTo>
                      <a:pt x="10" y="1"/>
                      <a:pt x="5" y="0"/>
                      <a:pt x="4" y="2"/>
                    </a:cubicBezTo>
                    <a:cubicBezTo>
                      <a:pt x="3" y="4"/>
                      <a:pt x="3" y="7"/>
                      <a:pt x="3" y="9"/>
                    </a:cubicBezTo>
                    <a:cubicBezTo>
                      <a:pt x="3" y="11"/>
                      <a:pt x="3" y="13"/>
                      <a:pt x="2" y="14"/>
                    </a:cubicBezTo>
                    <a:cubicBezTo>
                      <a:pt x="1" y="17"/>
                      <a:pt x="0" y="20"/>
                      <a:pt x="2" y="23"/>
                    </a:cubicBezTo>
                    <a:cubicBezTo>
                      <a:pt x="3" y="24"/>
                      <a:pt x="3" y="25"/>
                      <a:pt x="3" y="27"/>
                    </a:cubicBezTo>
                    <a:cubicBezTo>
                      <a:pt x="4" y="29"/>
                      <a:pt x="4" y="31"/>
                      <a:pt x="6" y="31"/>
                    </a:cubicBezTo>
                    <a:cubicBezTo>
                      <a:pt x="8" y="32"/>
                      <a:pt x="10" y="31"/>
                      <a:pt x="11" y="29"/>
                    </a:cubicBezTo>
                    <a:cubicBezTo>
                      <a:pt x="13" y="27"/>
                      <a:pt x="13" y="24"/>
                      <a:pt x="14" y="22"/>
                    </a:cubicBezTo>
                    <a:cubicBezTo>
                      <a:pt x="14" y="20"/>
                      <a:pt x="16" y="19"/>
                      <a:pt x="18" y="19"/>
                    </a:cubicBezTo>
                    <a:cubicBezTo>
                      <a:pt x="19" y="19"/>
                      <a:pt x="21" y="19"/>
                      <a:pt x="22" y="18"/>
                    </a:cubicBezTo>
                    <a:cubicBezTo>
                      <a:pt x="23" y="17"/>
                      <a:pt x="24" y="16"/>
                      <a:pt x="25" y="15"/>
                    </a:cubicBezTo>
                    <a:cubicBezTo>
                      <a:pt x="27" y="15"/>
                      <a:pt x="29" y="16"/>
                      <a:pt x="30" y="14"/>
                    </a:cubicBezTo>
                    <a:cubicBezTo>
                      <a:pt x="31" y="13"/>
                      <a:pt x="29" y="12"/>
                      <a:pt x="28" y="11"/>
                    </a:cubicBezTo>
                    <a:cubicBezTo>
                      <a:pt x="27" y="10"/>
                      <a:pt x="27" y="9"/>
                      <a:pt x="26" y="7"/>
                    </a:cubicBezTo>
                    <a:cubicBezTo>
                      <a:pt x="26" y="6"/>
                      <a:pt x="25" y="4"/>
                      <a:pt x="23" y="5"/>
                    </a:cubicBezTo>
                    <a:cubicBezTo>
                      <a:pt x="22" y="6"/>
                      <a:pt x="21" y="8"/>
                      <a:pt x="20" y="10"/>
                    </a:cubicBezTo>
                    <a:cubicBezTo>
                      <a:pt x="20" y="11"/>
                      <a:pt x="19" y="11"/>
                      <a:pt x="19" y="12"/>
                    </a:cubicBezTo>
                    <a:cubicBezTo>
                      <a:pt x="18" y="12"/>
                      <a:pt x="17" y="12"/>
                      <a:pt x="16" y="12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3" y="12"/>
                      <a:pt x="13" y="10"/>
                      <a:pt x="1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1" name="Freeform 2663">
                <a:extLst>
                  <a:ext uri="{FF2B5EF4-FFF2-40B4-BE49-F238E27FC236}">
                    <a16:creationId xmlns:a16="http://schemas.microsoft.com/office/drawing/2014/main" id="{15E1876D-D62F-6447-8A79-1C05E0C58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576"/>
                <a:ext cx="3" cy="3"/>
              </a:xfrm>
              <a:custGeom>
                <a:avLst/>
                <a:gdLst>
                  <a:gd name="T0" fmla="*/ 6 w 7"/>
                  <a:gd name="T1" fmla="*/ 3 h 8"/>
                  <a:gd name="T2" fmla="*/ 6 w 7"/>
                  <a:gd name="T3" fmla="*/ 5 h 8"/>
                  <a:gd name="T4" fmla="*/ 6 w 7"/>
                  <a:gd name="T5" fmla="*/ 6 h 8"/>
                  <a:gd name="T6" fmla="*/ 3 w 7"/>
                  <a:gd name="T7" fmla="*/ 8 h 8"/>
                  <a:gd name="T8" fmla="*/ 0 w 7"/>
                  <a:gd name="T9" fmla="*/ 5 h 8"/>
                  <a:gd name="T10" fmla="*/ 6 w 7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6" y="3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5" y="7"/>
                      <a:pt x="4" y="8"/>
                      <a:pt x="3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3"/>
                      <a:pt x="4" y="0"/>
                      <a:pt x="6" y="2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2" name="Freeform 2664">
                <a:extLst>
                  <a:ext uri="{FF2B5EF4-FFF2-40B4-BE49-F238E27FC236}">
                    <a16:creationId xmlns:a16="http://schemas.microsoft.com/office/drawing/2014/main" id="{C8F4E486-3EC1-C142-ADA9-B103E4B46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568"/>
                <a:ext cx="4" cy="2"/>
              </a:xfrm>
              <a:custGeom>
                <a:avLst/>
                <a:gdLst>
                  <a:gd name="T0" fmla="*/ 2 w 10"/>
                  <a:gd name="T1" fmla="*/ 2 h 6"/>
                  <a:gd name="T2" fmla="*/ 0 w 10"/>
                  <a:gd name="T3" fmla="*/ 1 h 6"/>
                  <a:gd name="T4" fmla="*/ 3 w 10"/>
                  <a:gd name="T5" fmla="*/ 0 h 6"/>
                  <a:gd name="T6" fmla="*/ 5 w 10"/>
                  <a:gd name="T7" fmla="*/ 1 h 6"/>
                  <a:gd name="T8" fmla="*/ 7 w 10"/>
                  <a:gd name="T9" fmla="*/ 2 h 6"/>
                  <a:gd name="T10" fmla="*/ 10 w 10"/>
                  <a:gd name="T11" fmla="*/ 5 h 6"/>
                  <a:gd name="T12" fmla="*/ 8 w 10"/>
                  <a:gd name="T13" fmla="*/ 5 h 6"/>
                  <a:gd name="T14" fmla="*/ 5 w 10"/>
                  <a:gd name="T15" fmla="*/ 6 h 6"/>
                  <a:gd name="T16" fmla="*/ 2 w 10"/>
                  <a:gd name="T1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0"/>
                      <a:pt x="5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8" y="2"/>
                      <a:pt x="10" y="4"/>
                      <a:pt x="10" y="5"/>
                    </a:cubicBezTo>
                    <a:cubicBezTo>
                      <a:pt x="10" y="6"/>
                      <a:pt x="9" y="6"/>
                      <a:pt x="8" y="5"/>
                    </a:cubicBezTo>
                    <a:cubicBezTo>
                      <a:pt x="7" y="5"/>
                      <a:pt x="6" y="6"/>
                      <a:pt x="5" y="6"/>
                    </a:cubicBezTo>
                    <a:cubicBezTo>
                      <a:pt x="4" y="5"/>
                      <a:pt x="3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3" name="Freeform 2665">
                <a:extLst>
                  <a:ext uri="{FF2B5EF4-FFF2-40B4-BE49-F238E27FC236}">
                    <a16:creationId xmlns:a16="http://schemas.microsoft.com/office/drawing/2014/main" id="{E4F8B8A6-617C-C04A-821C-F54303784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570"/>
                <a:ext cx="37" cy="33"/>
              </a:xfrm>
              <a:custGeom>
                <a:avLst/>
                <a:gdLst>
                  <a:gd name="T0" fmla="*/ 72 w 90"/>
                  <a:gd name="T1" fmla="*/ 53 h 83"/>
                  <a:gd name="T2" fmla="*/ 68 w 90"/>
                  <a:gd name="T3" fmla="*/ 59 h 83"/>
                  <a:gd name="T4" fmla="*/ 65 w 90"/>
                  <a:gd name="T5" fmla="*/ 65 h 83"/>
                  <a:gd name="T6" fmla="*/ 62 w 90"/>
                  <a:gd name="T7" fmla="*/ 72 h 83"/>
                  <a:gd name="T8" fmla="*/ 57 w 90"/>
                  <a:gd name="T9" fmla="*/ 76 h 83"/>
                  <a:gd name="T10" fmla="*/ 53 w 90"/>
                  <a:gd name="T11" fmla="*/ 81 h 83"/>
                  <a:gd name="T12" fmla="*/ 45 w 90"/>
                  <a:gd name="T13" fmla="*/ 81 h 83"/>
                  <a:gd name="T14" fmla="*/ 37 w 90"/>
                  <a:gd name="T15" fmla="*/ 77 h 83"/>
                  <a:gd name="T16" fmla="*/ 32 w 90"/>
                  <a:gd name="T17" fmla="*/ 71 h 83"/>
                  <a:gd name="T18" fmla="*/ 24 w 90"/>
                  <a:gd name="T19" fmla="*/ 64 h 83"/>
                  <a:gd name="T20" fmla="*/ 15 w 90"/>
                  <a:gd name="T21" fmla="*/ 59 h 83"/>
                  <a:gd name="T22" fmla="*/ 7 w 90"/>
                  <a:gd name="T23" fmla="*/ 56 h 83"/>
                  <a:gd name="T24" fmla="*/ 1 w 90"/>
                  <a:gd name="T25" fmla="*/ 51 h 83"/>
                  <a:gd name="T26" fmla="*/ 1 w 90"/>
                  <a:gd name="T27" fmla="*/ 42 h 83"/>
                  <a:gd name="T28" fmla="*/ 14 w 90"/>
                  <a:gd name="T29" fmla="*/ 47 h 83"/>
                  <a:gd name="T30" fmla="*/ 17 w 90"/>
                  <a:gd name="T31" fmla="*/ 40 h 83"/>
                  <a:gd name="T32" fmla="*/ 11 w 90"/>
                  <a:gd name="T33" fmla="*/ 35 h 83"/>
                  <a:gd name="T34" fmla="*/ 8 w 90"/>
                  <a:gd name="T35" fmla="*/ 29 h 83"/>
                  <a:gd name="T36" fmla="*/ 12 w 90"/>
                  <a:gd name="T37" fmla="*/ 23 h 83"/>
                  <a:gd name="T38" fmla="*/ 16 w 90"/>
                  <a:gd name="T39" fmla="*/ 21 h 83"/>
                  <a:gd name="T40" fmla="*/ 25 w 90"/>
                  <a:gd name="T41" fmla="*/ 22 h 83"/>
                  <a:gd name="T42" fmla="*/ 32 w 90"/>
                  <a:gd name="T43" fmla="*/ 20 h 83"/>
                  <a:gd name="T44" fmla="*/ 30 w 90"/>
                  <a:gd name="T45" fmla="*/ 14 h 83"/>
                  <a:gd name="T46" fmla="*/ 33 w 90"/>
                  <a:gd name="T47" fmla="*/ 9 h 83"/>
                  <a:gd name="T48" fmla="*/ 39 w 90"/>
                  <a:gd name="T49" fmla="*/ 3 h 83"/>
                  <a:gd name="T50" fmla="*/ 48 w 90"/>
                  <a:gd name="T51" fmla="*/ 1 h 83"/>
                  <a:gd name="T52" fmla="*/ 52 w 90"/>
                  <a:gd name="T53" fmla="*/ 11 h 83"/>
                  <a:gd name="T54" fmla="*/ 54 w 90"/>
                  <a:gd name="T55" fmla="*/ 17 h 83"/>
                  <a:gd name="T56" fmla="*/ 60 w 90"/>
                  <a:gd name="T57" fmla="*/ 21 h 83"/>
                  <a:gd name="T58" fmla="*/ 67 w 90"/>
                  <a:gd name="T59" fmla="*/ 11 h 83"/>
                  <a:gd name="T60" fmla="*/ 74 w 90"/>
                  <a:gd name="T61" fmla="*/ 11 h 83"/>
                  <a:gd name="T62" fmla="*/ 78 w 90"/>
                  <a:gd name="T63" fmla="*/ 16 h 83"/>
                  <a:gd name="T64" fmla="*/ 81 w 90"/>
                  <a:gd name="T65" fmla="*/ 22 h 83"/>
                  <a:gd name="T66" fmla="*/ 88 w 90"/>
                  <a:gd name="T67" fmla="*/ 21 h 83"/>
                  <a:gd name="T68" fmla="*/ 90 w 90"/>
                  <a:gd name="T69" fmla="*/ 28 h 83"/>
                  <a:gd name="T70" fmla="*/ 86 w 90"/>
                  <a:gd name="T71" fmla="*/ 34 h 83"/>
                  <a:gd name="T72" fmla="*/ 81 w 90"/>
                  <a:gd name="T73" fmla="*/ 39 h 83"/>
                  <a:gd name="T74" fmla="*/ 74 w 90"/>
                  <a:gd name="T75" fmla="*/ 41 h 83"/>
                  <a:gd name="T76" fmla="*/ 72 w 90"/>
                  <a:gd name="T77" fmla="*/ 43 h 83"/>
                  <a:gd name="T78" fmla="*/ 72 w 90"/>
                  <a:gd name="T79" fmla="*/ 45 h 83"/>
                  <a:gd name="T80" fmla="*/ 72 w 90"/>
                  <a:gd name="T81" fmla="*/ 46 h 83"/>
                  <a:gd name="T82" fmla="*/ 72 w 90"/>
                  <a:gd name="T83" fmla="*/ 5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0" h="83">
                    <a:moveTo>
                      <a:pt x="72" y="53"/>
                    </a:moveTo>
                    <a:cubicBezTo>
                      <a:pt x="71" y="55"/>
                      <a:pt x="69" y="57"/>
                      <a:pt x="68" y="59"/>
                    </a:cubicBezTo>
                    <a:cubicBezTo>
                      <a:pt x="67" y="61"/>
                      <a:pt x="66" y="63"/>
                      <a:pt x="65" y="65"/>
                    </a:cubicBezTo>
                    <a:cubicBezTo>
                      <a:pt x="64" y="67"/>
                      <a:pt x="64" y="70"/>
                      <a:pt x="62" y="72"/>
                    </a:cubicBezTo>
                    <a:cubicBezTo>
                      <a:pt x="61" y="74"/>
                      <a:pt x="59" y="75"/>
                      <a:pt x="57" y="76"/>
                    </a:cubicBezTo>
                    <a:cubicBezTo>
                      <a:pt x="55" y="78"/>
                      <a:pt x="55" y="80"/>
                      <a:pt x="53" y="81"/>
                    </a:cubicBezTo>
                    <a:cubicBezTo>
                      <a:pt x="51" y="83"/>
                      <a:pt x="48" y="82"/>
                      <a:pt x="45" y="81"/>
                    </a:cubicBezTo>
                    <a:cubicBezTo>
                      <a:pt x="43" y="80"/>
                      <a:pt x="40" y="79"/>
                      <a:pt x="37" y="77"/>
                    </a:cubicBezTo>
                    <a:cubicBezTo>
                      <a:pt x="35" y="75"/>
                      <a:pt x="34" y="73"/>
                      <a:pt x="32" y="71"/>
                    </a:cubicBezTo>
                    <a:cubicBezTo>
                      <a:pt x="30" y="69"/>
                      <a:pt x="27" y="66"/>
                      <a:pt x="24" y="64"/>
                    </a:cubicBezTo>
                    <a:cubicBezTo>
                      <a:pt x="21" y="62"/>
                      <a:pt x="18" y="61"/>
                      <a:pt x="15" y="59"/>
                    </a:cubicBezTo>
                    <a:cubicBezTo>
                      <a:pt x="13" y="58"/>
                      <a:pt x="10" y="57"/>
                      <a:pt x="7" y="56"/>
                    </a:cubicBezTo>
                    <a:cubicBezTo>
                      <a:pt x="4" y="55"/>
                      <a:pt x="2" y="53"/>
                      <a:pt x="1" y="51"/>
                    </a:cubicBezTo>
                    <a:cubicBezTo>
                      <a:pt x="0" y="48"/>
                      <a:pt x="0" y="44"/>
                      <a:pt x="1" y="42"/>
                    </a:cubicBezTo>
                    <a:cubicBezTo>
                      <a:pt x="5" y="36"/>
                      <a:pt x="10" y="47"/>
                      <a:pt x="14" y="47"/>
                    </a:cubicBezTo>
                    <a:cubicBezTo>
                      <a:pt x="17" y="46"/>
                      <a:pt x="18" y="43"/>
                      <a:pt x="17" y="40"/>
                    </a:cubicBezTo>
                    <a:cubicBezTo>
                      <a:pt x="17" y="37"/>
                      <a:pt x="14" y="36"/>
                      <a:pt x="11" y="35"/>
                    </a:cubicBezTo>
                    <a:cubicBezTo>
                      <a:pt x="9" y="34"/>
                      <a:pt x="7" y="32"/>
                      <a:pt x="8" y="29"/>
                    </a:cubicBezTo>
                    <a:cubicBezTo>
                      <a:pt x="8" y="27"/>
                      <a:pt x="10" y="24"/>
                      <a:pt x="12" y="23"/>
                    </a:cubicBezTo>
                    <a:cubicBezTo>
                      <a:pt x="13" y="22"/>
                      <a:pt x="15" y="21"/>
                      <a:pt x="16" y="21"/>
                    </a:cubicBezTo>
                    <a:cubicBezTo>
                      <a:pt x="19" y="20"/>
                      <a:pt x="22" y="22"/>
                      <a:pt x="25" y="22"/>
                    </a:cubicBezTo>
                    <a:cubicBezTo>
                      <a:pt x="27" y="22"/>
                      <a:pt x="31" y="22"/>
                      <a:pt x="32" y="20"/>
                    </a:cubicBezTo>
                    <a:cubicBezTo>
                      <a:pt x="32" y="18"/>
                      <a:pt x="30" y="16"/>
                      <a:pt x="30" y="14"/>
                    </a:cubicBezTo>
                    <a:cubicBezTo>
                      <a:pt x="30" y="12"/>
                      <a:pt x="32" y="10"/>
                      <a:pt x="33" y="9"/>
                    </a:cubicBezTo>
                    <a:cubicBezTo>
                      <a:pt x="35" y="7"/>
                      <a:pt x="37" y="5"/>
                      <a:pt x="39" y="3"/>
                    </a:cubicBezTo>
                    <a:cubicBezTo>
                      <a:pt x="42" y="1"/>
                      <a:pt x="45" y="0"/>
                      <a:pt x="48" y="1"/>
                    </a:cubicBezTo>
                    <a:cubicBezTo>
                      <a:pt x="51" y="3"/>
                      <a:pt x="52" y="7"/>
                      <a:pt x="52" y="11"/>
                    </a:cubicBezTo>
                    <a:cubicBezTo>
                      <a:pt x="52" y="13"/>
                      <a:pt x="52" y="16"/>
                      <a:pt x="54" y="17"/>
                    </a:cubicBezTo>
                    <a:cubicBezTo>
                      <a:pt x="56" y="19"/>
                      <a:pt x="58" y="20"/>
                      <a:pt x="60" y="21"/>
                    </a:cubicBezTo>
                    <a:cubicBezTo>
                      <a:pt x="65" y="23"/>
                      <a:pt x="63" y="11"/>
                      <a:pt x="67" y="11"/>
                    </a:cubicBezTo>
                    <a:cubicBezTo>
                      <a:pt x="69" y="10"/>
                      <a:pt x="72" y="11"/>
                      <a:pt x="74" y="11"/>
                    </a:cubicBezTo>
                    <a:cubicBezTo>
                      <a:pt x="77" y="11"/>
                      <a:pt x="77" y="14"/>
                      <a:pt x="78" y="16"/>
                    </a:cubicBezTo>
                    <a:cubicBezTo>
                      <a:pt x="78" y="18"/>
                      <a:pt x="78" y="22"/>
                      <a:pt x="81" y="22"/>
                    </a:cubicBezTo>
                    <a:cubicBezTo>
                      <a:pt x="83" y="21"/>
                      <a:pt x="85" y="19"/>
                      <a:pt x="88" y="21"/>
                    </a:cubicBezTo>
                    <a:cubicBezTo>
                      <a:pt x="90" y="23"/>
                      <a:pt x="90" y="26"/>
                      <a:pt x="90" y="28"/>
                    </a:cubicBezTo>
                    <a:cubicBezTo>
                      <a:pt x="89" y="31"/>
                      <a:pt x="87" y="32"/>
                      <a:pt x="86" y="34"/>
                    </a:cubicBezTo>
                    <a:cubicBezTo>
                      <a:pt x="84" y="36"/>
                      <a:pt x="83" y="38"/>
                      <a:pt x="81" y="39"/>
                    </a:cubicBezTo>
                    <a:cubicBezTo>
                      <a:pt x="79" y="40"/>
                      <a:pt x="76" y="41"/>
                      <a:pt x="74" y="41"/>
                    </a:cubicBezTo>
                    <a:cubicBezTo>
                      <a:pt x="73" y="42"/>
                      <a:pt x="73" y="42"/>
                      <a:pt x="72" y="43"/>
                    </a:cubicBezTo>
                    <a:cubicBezTo>
                      <a:pt x="72" y="44"/>
                      <a:pt x="72" y="44"/>
                      <a:pt x="72" y="45"/>
                    </a:cubicBezTo>
                    <a:cubicBezTo>
                      <a:pt x="72" y="45"/>
                      <a:pt x="72" y="46"/>
                      <a:pt x="72" y="46"/>
                    </a:cubicBezTo>
                    <a:cubicBezTo>
                      <a:pt x="73" y="48"/>
                      <a:pt x="73" y="51"/>
                      <a:pt x="72" y="5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31" name="Group 2867">
              <a:extLst>
                <a:ext uri="{FF2B5EF4-FFF2-40B4-BE49-F238E27FC236}">
                  <a16:creationId xmlns:a16="http://schemas.microsoft.com/office/drawing/2014/main" id="{5C6131EA-FAC8-394B-8EA3-367E83B0D3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3" y="577"/>
              <a:ext cx="782" cy="1061"/>
              <a:chOff x="2893" y="577"/>
              <a:chExt cx="782" cy="1061"/>
            </a:xfrm>
            <a:grpFill/>
          </p:grpSpPr>
          <p:sp>
            <p:nvSpPr>
              <p:cNvPr id="806" name="Freeform 2667">
                <a:extLst>
                  <a:ext uri="{FF2B5EF4-FFF2-40B4-BE49-F238E27FC236}">
                    <a16:creationId xmlns:a16="http://schemas.microsoft.com/office/drawing/2014/main" id="{211479A4-C26B-A942-9DCE-FC26409A0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577"/>
                <a:ext cx="16" cy="21"/>
              </a:xfrm>
              <a:custGeom>
                <a:avLst/>
                <a:gdLst>
                  <a:gd name="T0" fmla="*/ 7 w 38"/>
                  <a:gd name="T1" fmla="*/ 31 h 50"/>
                  <a:gd name="T2" fmla="*/ 10 w 38"/>
                  <a:gd name="T3" fmla="*/ 25 h 50"/>
                  <a:gd name="T4" fmla="*/ 19 w 38"/>
                  <a:gd name="T5" fmla="*/ 15 h 50"/>
                  <a:gd name="T6" fmla="*/ 23 w 38"/>
                  <a:gd name="T7" fmla="*/ 9 h 50"/>
                  <a:gd name="T8" fmla="*/ 25 w 38"/>
                  <a:gd name="T9" fmla="*/ 4 h 50"/>
                  <a:gd name="T10" fmla="*/ 28 w 38"/>
                  <a:gd name="T11" fmla="*/ 1 h 50"/>
                  <a:gd name="T12" fmla="*/ 33 w 38"/>
                  <a:gd name="T13" fmla="*/ 3 h 50"/>
                  <a:gd name="T14" fmla="*/ 37 w 38"/>
                  <a:gd name="T15" fmla="*/ 9 h 50"/>
                  <a:gd name="T16" fmla="*/ 37 w 38"/>
                  <a:gd name="T17" fmla="*/ 14 h 50"/>
                  <a:gd name="T18" fmla="*/ 29 w 38"/>
                  <a:gd name="T19" fmla="*/ 26 h 50"/>
                  <a:gd name="T20" fmla="*/ 28 w 38"/>
                  <a:gd name="T21" fmla="*/ 32 h 50"/>
                  <a:gd name="T22" fmla="*/ 27 w 38"/>
                  <a:gd name="T23" fmla="*/ 39 h 50"/>
                  <a:gd name="T24" fmla="*/ 18 w 38"/>
                  <a:gd name="T25" fmla="*/ 45 h 50"/>
                  <a:gd name="T26" fmla="*/ 13 w 38"/>
                  <a:gd name="T27" fmla="*/ 47 h 50"/>
                  <a:gd name="T28" fmla="*/ 8 w 38"/>
                  <a:gd name="T29" fmla="*/ 49 h 50"/>
                  <a:gd name="T30" fmla="*/ 2 w 38"/>
                  <a:gd name="T31" fmla="*/ 50 h 50"/>
                  <a:gd name="T32" fmla="*/ 0 w 38"/>
                  <a:gd name="T33" fmla="*/ 47 h 50"/>
                  <a:gd name="T34" fmla="*/ 3 w 38"/>
                  <a:gd name="T35" fmla="*/ 44 h 50"/>
                  <a:gd name="T36" fmla="*/ 5 w 38"/>
                  <a:gd name="T37" fmla="*/ 37 h 50"/>
                  <a:gd name="T38" fmla="*/ 7 w 38"/>
                  <a:gd name="T39" fmla="*/ 3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8" h="50">
                    <a:moveTo>
                      <a:pt x="7" y="31"/>
                    </a:moveTo>
                    <a:cubicBezTo>
                      <a:pt x="8" y="29"/>
                      <a:pt x="8" y="27"/>
                      <a:pt x="10" y="25"/>
                    </a:cubicBezTo>
                    <a:cubicBezTo>
                      <a:pt x="13" y="22"/>
                      <a:pt x="17" y="19"/>
                      <a:pt x="19" y="15"/>
                    </a:cubicBezTo>
                    <a:cubicBezTo>
                      <a:pt x="21" y="13"/>
                      <a:pt x="22" y="11"/>
                      <a:pt x="23" y="9"/>
                    </a:cubicBezTo>
                    <a:cubicBezTo>
                      <a:pt x="24" y="7"/>
                      <a:pt x="24" y="6"/>
                      <a:pt x="25" y="4"/>
                    </a:cubicBezTo>
                    <a:cubicBezTo>
                      <a:pt x="26" y="2"/>
                      <a:pt x="27" y="1"/>
                      <a:pt x="28" y="1"/>
                    </a:cubicBezTo>
                    <a:cubicBezTo>
                      <a:pt x="30" y="0"/>
                      <a:pt x="32" y="2"/>
                      <a:pt x="33" y="3"/>
                    </a:cubicBezTo>
                    <a:cubicBezTo>
                      <a:pt x="34" y="5"/>
                      <a:pt x="36" y="7"/>
                      <a:pt x="37" y="9"/>
                    </a:cubicBezTo>
                    <a:cubicBezTo>
                      <a:pt x="38" y="11"/>
                      <a:pt x="38" y="12"/>
                      <a:pt x="37" y="14"/>
                    </a:cubicBezTo>
                    <a:cubicBezTo>
                      <a:pt x="35" y="18"/>
                      <a:pt x="32" y="22"/>
                      <a:pt x="29" y="26"/>
                    </a:cubicBezTo>
                    <a:cubicBezTo>
                      <a:pt x="28" y="28"/>
                      <a:pt x="28" y="30"/>
                      <a:pt x="28" y="32"/>
                    </a:cubicBezTo>
                    <a:cubicBezTo>
                      <a:pt x="27" y="35"/>
                      <a:pt x="28" y="37"/>
                      <a:pt x="27" y="39"/>
                    </a:cubicBezTo>
                    <a:cubicBezTo>
                      <a:pt x="26" y="43"/>
                      <a:pt x="21" y="44"/>
                      <a:pt x="18" y="45"/>
                    </a:cubicBezTo>
                    <a:cubicBezTo>
                      <a:pt x="16" y="46"/>
                      <a:pt x="14" y="46"/>
                      <a:pt x="13" y="47"/>
                    </a:cubicBezTo>
                    <a:cubicBezTo>
                      <a:pt x="11" y="47"/>
                      <a:pt x="9" y="48"/>
                      <a:pt x="8" y="49"/>
                    </a:cubicBezTo>
                    <a:cubicBezTo>
                      <a:pt x="6" y="50"/>
                      <a:pt x="4" y="50"/>
                      <a:pt x="2" y="50"/>
                    </a:cubicBezTo>
                    <a:cubicBezTo>
                      <a:pt x="1" y="49"/>
                      <a:pt x="0" y="48"/>
                      <a:pt x="0" y="47"/>
                    </a:cubicBezTo>
                    <a:cubicBezTo>
                      <a:pt x="0" y="45"/>
                      <a:pt x="2" y="45"/>
                      <a:pt x="3" y="44"/>
                    </a:cubicBezTo>
                    <a:cubicBezTo>
                      <a:pt x="4" y="41"/>
                      <a:pt x="4" y="39"/>
                      <a:pt x="5" y="37"/>
                    </a:cubicBezTo>
                    <a:cubicBezTo>
                      <a:pt x="6" y="35"/>
                      <a:pt x="7" y="33"/>
                      <a:pt x="7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7" name="Freeform 2668">
                <a:extLst>
                  <a:ext uri="{FF2B5EF4-FFF2-40B4-BE49-F238E27FC236}">
                    <a16:creationId xmlns:a16="http://schemas.microsoft.com/office/drawing/2014/main" id="{DAE4A71F-733F-9C4E-AF96-3BAEB8758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596"/>
                <a:ext cx="6" cy="6"/>
              </a:xfrm>
              <a:custGeom>
                <a:avLst/>
                <a:gdLst>
                  <a:gd name="T0" fmla="*/ 11 w 13"/>
                  <a:gd name="T1" fmla="*/ 13 h 15"/>
                  <a:gd name="T2" fmla="*/ 7 w 13"/>
                  <a:gd name="T3" fmla="*/ 14 h 15"/>
                  <a:gd name="T4" fmla="*/ 3 w 13"/>
                  <a:gd name="T5" fmla="*/ 15 h 15"/>
                  <a:gd name="T6" fmla="*/ 0 w 13"/>
                  <a:gd name="T7" fmla="*/ 12 h 15"/>
                  <a:gd name="T8" fmla="*/ 1 w 13"/>
                  <a:gd name="T9" fmla="*/ 8 h 15"/>
                  <a:gd name="T10" fmla="*/ 2 w 13"/>
                  <a:gd name="T11" fmla="*/ 5 h 15"/>
                  <a:gd name="T12" fmla="*/ 5 w 13"/>
                  <a:gd name="T13" fmla="*/ 1 h 15"/>
                  <a:gd name="T14" fmla="*/ 12 w 13"/>
                  <a:gd name="T15" fmla="*/ 1 h 15"/>
                  <a:gd name="T16" fmla="*/ 13 w 13"/>
                  <a:gd name="T17" fmla="*/ 3 h 15"/>
                  <a:gd name="T18" fmla="*/ 13 w 13"/>
                  <a:gd name="T19" fmla="*/ 9 h 15"/>
                  <a:gd name="T20" fmla="*/ 11 w 13"/>
                  <a:gd name="T21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5">
                    <a:moveTo>
                      <a:pt x="11" y="13"/>
                    </a:moveTo>
                    <a:cubicBezTo>
                      <a:pt x="10" y="14"/>
                      <a:pt x="8" y="14"/>
                      <a:pt x="7" y="14"/>
                    </a:cubicBezTo>
                    <a:cubicBezTo>
                      <a:pt x="6" y="15"/>
                      <a:pt x="5" y="14"/>
                      <a:pt x="3" y="15"/>
                    </a:cubicBezTo>
                    <a:cubicBezTo>
                      <a:pt x="2" y="15"/>
                      <a:pt x="1" y="14"/>
                      <a:pt x="0" y="12"/>
                    </a:cubicBezTo>
                    <a:cubicBezTo>
                      <a:pt x="0" y="11"/>
                      <a:pt x="0" y="10"/>
                      <a:pt x="1" y="8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3" y="3"/>
                      <a:pt x="3" y="2"/>
                      <a:pt x="5" y="1"/>
                    </a:cubicBezTo>
                    <a:cubicBezTo>
                      <a:pt x="7" y="1"/>
                      <a:pt x="10" y="0"/>
                      <a:pt x="12" y="1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5"/>
                      <a:pt x="13" y="7"/>
                      <a:pt x="13" y="9"/>
                    </a:cubicBezTo>
                    <a:cubicBezTo>
                      <a:pt x="13" y="11"/>
                      <a:pt x="13" y="12"/>
                      <a:pt x="11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8" name="Freeform 2669">
                <a:extLst>
                  <a:ext uri="{FF2B5EF4-FFF2-40B4-BE49-F238E27FC236}">
                    <a16:creationId xmlns:a16="http://schemas.microsoft.com/office/drawing/2014/main" id="{36DAD01B-92D7-9B45-AC0C-D2966091D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611"/>
                <a:ext cx="5" cy="9"/>
              </a:xfrm>
              <a:custGeom>
                <a:avLst/>
                <a:gdLst>
                  <a:gd name="T0" fmla="*/ 10 w 13"/>
                  <a:gd name="T1" fmla="*/ 14 h 23"/>
                  <a:gd name="T2" fmla="*/ 8 w 13"/>
                  <a:gd name="T3" fmla="*/ 17 h 23"/>
                  <a:gd name="T4" fmla="*/ 2 w 13"/>
                  <a:gd name="T5" fmla="*/ 22 h 23"/>
                  <a:gd name="T6" fmla="*/ 2 w 13"/>
                  <a:gd name="T7" fmla="*/ 17 h 23"/>
                  <a:gd name="T8" fmla="*/ 4 w 13"/>
                  <a:gd name="T9" fmla="*/ 12 h 23"/>
                  <a:gd name="T10" fmla="*/ 5 w 13"/>
                  <a:gd name="T11" fmla="*/ 8 h 23"/>
                  <a:gd name="T12" fmla="*/ 9 w 13"/>
                  <a:gd name="T13" fmla="*/ 5 h 23"/>
                  <a:gd name="T14" fmla="*/ 11 w 13"/>
                  <a:gd name="T15" fmla="*/ 1 h 23"/>
                  <a:gd name="T16" fmla="*/ 13 w 13"/>
                  <a:gd name="T17" fmla="*/ 4 h 23"/>
                  <a:gd name="T18" fmla="*/ 13 w 13"/>
                  <a:gd name="T19" fmla="*/ 9 h 23"/>
                  <a:gd name="T20" fmla="*/ 10 w 13"/>
                  <a:gd name="T21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3">
                    <a:moveTo>
                      <a:pt x="10" y="14"/>
                    </a:moveTo>
                    <a:cubicBezTo>
                      <a:pt x="10" y="15"/>
                      <a:pt x="8" y="16"/>
                      <a:pt x="8" y="17"/>
                    </a:cubicBezTo>
                    <a:cubicBezTo>
                      <a:pt x="6" y="18"/>
                      <a:pt x="5" y="23"/>
                      <a:pt x="2" y="22"/>
                    </a:cubicBezTo>
                    <a:cubicBezTo>
                      <a:pt x="0" y="21"/>
                      <a:pt x="1" y="19"/>
                      <a:pt x="2" y="17"/>
                    </a:cubicBezTo>
                    <a:cubicBezTo>
                      <a:pt x="2" y="15"/>
                      <a:pt x="3" y="14"/>
                      <a:pt x="4" y="12"/>
                    </a:cubicBezTo>
                    <a:cubicBezTo>
                      <a:pt x="4" y="10"/>
                      <a:pt x="4" y="9"/>
                      <a:pt x="5" y="8"/>
                    </a:cubicBezTo>
                    <a:cubicBezTo>
                      <a:pt x="6" y="6"/>
                      <a:pt x="7" y="6"/>
                      <a:pt x="9" y="5"/>
                    </a:cubicBezTo>
                    <a:cubicBezTo>
                      <a:pt x="10" y="4"/>
                      <a:pt x="10" y="2"/>
                      <a:pt x="11" y="1"/>
                    </a:cubicBezTo>
                    <a:cubicBezTo>
                      <a:pt x="13" y="0"/>
                      <a:pt x="13" y="3"/>
                      <a:pt x="13" y="4"/>
                    </a:cubicBezTo>
                    <a:cubicBezTo>
                      <a:pt x="13" y="6"/>
                      <a:pt x="13" y="8"/>
                      <a:pt x="13" y="9"/>
                    </a:cubicBezTo>
                    <a:cubicBezTo>
                      <a:pt x="12" y="11"/>
                      <a:pt x="11" y="13"/>
                      <a:pt x="10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9" name="Freeform 2670">
                <a:extLst>
                  <a:ext uri="{FF2B5EF4-FFF2-40B4-BE49-F238E27FC236}">
                    <a16:creationId xmlns:a16="http://schemas.microsoft.com/office/drawing/2014/main" id="{B4E10635-C3F3-4E41-B882-801D25E97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617"/>
                <a:ext cx="1" cy="2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3 w 4"/>
                  <a:gd name="T5" fmla="*/ 5 h 6"/>
                  <a:gd name="T6" fmla="*/ 1 w 4"/>
                  <a:gd name="T7" fmla="*/ 5 h 6"/>
                  <a:gd name="T8" fmla="*/ 0 w 4"/>
                  <a:gd name="T9" fmla="*/ 3 h 6"/>
                  <a:gd name="T10" fmla="*/ 3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5"/>
                      <a:pt x="3" y="5"/>
                    </a:cubicBezTo>
                    <a:cubicBezTo>
                      <a:pt x="3" y="6"/>
                      <a:pt x="1" y="5"/>
                      <a:pt x="1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0" name="Freeform 2671">
                <a:extLst>
                  <a:ext uri="{FF2B5EF4-FFF2-40B4-BE49-F238E27FC236}">
                    <a16:creationId xmlns:a16="http://schemas.microsoft.com/office/drawing/2014/main" id="{16481F55-C966-B64E-8884-69995538A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616"/>
                <a:ext cx="3" cy="5"/>
              </a:xfrm>
              <a:custGeom>
                <a:avLst/>
                <a:gdLst>
                  <a:gd name="T0" fmla="*/ 5 w 8"/>
                  <a:gd name="T1" fmla="*/ 12 h 13"/>
                  <a:gd name="T2" fmla="*/ 2 w 8"/>
                  <a:gd name="T3" fmla="*/ 12 h 13"/>
                  <a:gd name="T4" fmla="*/ 1 w 8"/>
                  <a:gd name="T5" fmla="*/ 8 h 13"/>
                  <a:gd name="T6" fmla="*/ 0 w 8"/>
                  <a:gd name="T7" fmla="*/ 6 h 13"/>
                  <a:gd name="T8" fmla="*/ 0 w 8"/>
                  <a:gd name="T9" fmla="*/ 3 h 13"/>
                  <a:gd name="T10" fmla="*/ 5 w 8"/>
                  <a:gd name="T11" fmla="*/ 3 h 13"/>
                  <a:gd name="T12" fmla="*/ 8 w 8"/>
                  <a:gd name="T13" fmla="*/ 9 h 13"/>
                  <a:gd name="T14" fmla="*/ 5 w 8"/>
                  <a:gd name="T1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3">
                    <a:moveTo>
                      <a:pt x="5" y="12"/>
                    </a:moveTo>
                    <a:cubicBezTo>
                      <a:pt x="4" y="12"/>
                      <a:pt x="3" y="13"/>
                      <a:pt x="2" y="12"/>
                    </a:cubicBezTo>
                    <a:cubicBezTo>
                      <a:pt x="0" y="11"/>
                      <a:pt x="0" y="10"/>
                      <a:pt x="1" y="8"/>
                    </a:cubicBezTo>
                    <a:cubicBezTo>
                      <a:pt x="1" y="7"/>
                      <a:pt x="1" y="6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0"/>
                      <a:pt x="3" y="2"/>
                      <a:pt x="5" y="3"/>
                    </a:cubicBezTo>
                    <a:cubicBezTo>
                      <a:pt x="6" y="4"/>
                      <a:pt x="8" y="6"/>
                      <a:pt x="8" y="9"/>
                    </a:cubicBezTo>
                    <a:cubicBezTo>
                      <a:pt x="8" y="11"/>
                      <a:pt x="7" y="11"/>
                      <a:pt x="5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1" name="Freeform 2672">
                <a:extLst>
                  <a:ext uri="{FF2B5EF4-FFF2-40B4-BE49-F238E27FC236}">
                    <a16:creationId xmlns:a16="http://schemas.microsoft.com/office/drawing/2014/main" id="{2928517B-0362-D544-A962-09D3ACB34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614"/>
                <a:ext cx="1" cy="2"/>
              </a:xfrm>
              <a:custGeom>
                <a:avLst/>
                <a:gdLst>
                  <a:gd name="T0" fmla="*/ 1 w 4"/>
                  <a:gd name="T1" fmla="*/ 1 h 5"/>
                  <a:gd name="T2" fmla="*/ 4 w 4"/>
                  <a:gd name="T3" fmla="*/ 1 h 5"/>
                  <a:gd name="T4" fmla="*/ 2 w 4"/>
                  <a:gd name="T5" fmla="*/ 5 h 5"/>
                  <a:gd name="T6" fmla="*/ 1 w 4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4" y="2"/>
                      <a:pt x="3" y="5"/>
                      <a:pt x="2" y="5"/>
                    </a:cubicBezTo>
                    <a:cubicBezTo>
                      <a:pt x="1" y="5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2" name="Freeform 2673">
                <a:extLst>
                  <a:ext uri="{FF2B5EF4-FFF2-40B4-BE49-F238E27FC236}">
                    <a16:creationId xmlns:a16="http://schemas.microsoft.com/office/drawing/2014/main" id="{B744E1F2-5A84-AC4E-AA28-5809E49A6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608"/>
                <a:ext cx="4" cy="4"/>
              </a:xfrm>
              <a:custGeom>
                <a:avLst/>
                <a:gdLst>
                  <a:gd name="T0" fmla="*/ 6 w 10"/>
                  <a:gd name="T1" fmla="*/ 11 h 11"/>
                  <a:gd name="T2" fmla="*/ 4 w 10"/>
                  <a:gd name="T3" fmla="*/ 11 h 11"/>
                  <a:gd name="T4" fmla="*/ 1 w 10"/>
                  <a:gd name="T5" fmla="*/ 8 h 11"/>
                  <a:gd name="T6" fmla="*/ 2 w 10"/>
                  <a:gd name="T7" fmla="*/ 3 h 11"/>
                  <a:gd name="T8" fmla="*/ 3 w 10"/>
                  <a:gd name="T9" fmla="*/ 1 h 11"/>
                  <a:gd name="T10" fmla="*/ 4 w 10"/>
                  <a:gd name="T11" fmla="*/ 0 h 11"/>
                  <a:gd name="T12" fmla="*/ 5 w 10"/>
                  <a:gd name="T13" fmla="*/ 0 h 11"/>
                  <a:gd name="T14" fmla="*/ 8 w 10"/>
                  <a:gd name="T15" fmla="*/ 4 h 11"/>
                  <a:gd name="T16" fmla="*/ 8 w 10"/>
                  <a:gd name="T17" fmla="*/ 10 h 11"/>
                  <a:gd name="T18" fmla="*/ 8 w 10"/>
                  <a:gd name="T19" fmla="*/ 10 h 11"/>
                  <a:gd name="T20" fmla="*/ 6 w 10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1">
                    <a:moveTo>
                      <a:pt x="6" y="11"/>
                    </a:moveTo>
                    <a:cubicBezTo>
                      <a:pt x="6" y="11"/>
                      <a:pt x="5" y="11"/>
                      <a:pt x="4" y="11"/>
                    </a:cubicBezTo>
                    <a:cubicBezTo>
                      <a:pt x="3" y="10"/>
                      <a:pt x="2" y="9"/>
                      <a:pt x="1" y="8"/>
                    </a:cubicBezTo>
                    <a:cubicBezTo>
                      <a:pt x="0" y="6"/>
                      <a:pt x="1" y="4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4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7" y="0"/>
                      <a:pt x="8" y="2"/>
                      <a:pt x="8" y="4"/>
                    </a:cubicBezTo>
                    <a:cubicBezTo>
                      <a:pt x="9" y="5"/>
                      <a:pt x="10" y="9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7" y="10"/>
                      <a:pt x="6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3" name="Freeform 2674">
                <a:extLst>
                  <a:ext uri="{FF2B5EF4-FFF2-40B4-BE49-F238E27FC236}">
                    <a16:creationId xmlns:a16="http://schemas.microsoft.com/office/drawing/2014/main" id="{83CA901B-3E55-8342-8538-A51884BFB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594"/>
                <a:ext cx="39" cy="40"/>
              </a:xfrm>
              <a:custGeom>
                <a:avLst/>
                <a:gdLst>
                  <a:gd name="T0" fmla="*/ 32 w 98"/>
                  <a:gd name="T1" fmla="*/ 47 h 97"/>
                  <a:gd name="T2" fmla="*/ 27 w 98"/>
                  <a:gd name="T3" fmla="*/ 39 h 97"/>
                  <a:gd name="T4" fmla="*/ 34 w 98"/>
                  <a:gd name="T5" fmla="*/ 28 h 97"/>
                  <a:gd name="T6" fmla="*/ 44 w 98"/>
                  <a:gd name="T7" fmla="*/ 33 h 97"/>
                  <a:gd name="T8" fmla="*/ 49 w 98"/>
                  <a:gd name="T9" fmla="*/ 28 h 97"/>
                  <a:gd name="T10" fmla="*/ 59 w 98"/>
                  <a:gd name="T11" fmla="*/ 32 h 97"/>
                  <a:gd name="T12" fmla="*/ 61 w 98"/>
                  <a:gd name="T13" fmla="*/ 43 h 97"/>
                  <a:gd name="T14" fmla="*/ 64 w 98"/>
                  <a:gd name="T15" fmla="*/ 49 h 97"/>
                  <a:gd name="T16" fmla="*/ 63 w 98"/>
                  <a:gd name="T17" fmla="*/ 42 h 97"/>
                  <a:gd name="T18" fmla="*/ 65 w 98"/>
                  <a:gd name="T19" fmla="*/ 35 h 97"/>
                  <a:gd name="T20" fmla="*/ 69 w 98"/>
                  <a:gd name="T21" fmla="*/ 31 h 97"/>
                  <a:gd name="T22" fmla="*/ 69 w 98"/>
                  <a:gd name="T23" fmla="*/ 28 h 97"/>
                  <a:gd name="T24" fmla="*/ 67 w 98"/>
                  <a:gd name="T25" fmla="*/ 20 h 97"/>
                  <a:gd name="T26" fmla="*/ 60 w 98"/>
                  <a:gd name="T27" fmla="*/ 9 h 97"/>
                  <a:gd name="T28" fmla="*/ 72 w 98"/>
                  <a:gd name="T29" fmla="*/ 3 h 97"/>
                  <a:gd name="T30" fmla="*/ 96 w 98"/>
                  <a:gd name="T31" fmla="*/ 22 h 97"/>
                  <a:gd name="T32" fmla="*/ 95 w 98"/>
                  <a:gd name="T33" fmla="*/ 37 h 97"/>
                  <a:gd name="T34" fmla="*/ 84 w 98"/>
                  <a:gd name="T35" fmla="*/ 49 h 97"/>
                  <a:gd name="T36" fmla="*/ 68 w 98"/>
                  <a:gd name="T37" fmla="*/ 61 h 97"/>
                  <a:gd name="T38" fmla="*/ 79 w 98"/>
                  <a:gd name="T39" fmla="*/ 72 h 97"/>
                  <a:gd name="T40" fmla="*/ 67 w 98"/>
                  <a:gd name="T41" fmla="*/ 82 h 97"/>
                  <a:gd name="T42" fmla="*/ 55 w 98"/>
                  <a:gd name="T43" fmla="*/ 87 h 97"/>
                  <a:gd name="T44" fmla="*/ 40 w 98"/>
                  <a:gd name="T45" fmla="*/ 92 h 97"/>
                  <a:gd name="T46" fmla="*/ 25 w 98"/>
                  <a:gd name="T47" fmla="*/ 96 h 97"/>
                  <a:gd name="T48" fmla="*/ 8 w 98"/>
                  <a:gd name="T49" fmla="*/ 88 h 97"/>
                  <a:gd name="T50" fmla="*/ 1 w 98"/>
                  <a:gd name="T51" fmla="*/ 77 h 97"/>
                  <a:gd name="T52" fmla="*/ 18 w 98"/>
                  <a:gd name="T53" fmla="*/ 70 h 97"/>
                  <a:gd name="T54" fmla="*/ 31 w 98"/>
                  <a:gd name="T55" fmla="*/ 75 h 97"/>
                  <a:gd name="T56" fmla="*/ 36 w 98"/>
                  <a:gd name="T57" fmla="*/ 69 h 97"/>
                  <a:gd name="T58" fmla="*/ 25 w 98"/>
                  <a:gd name="T59" fmla="*/ 65 h 97"/>
                  <a:gd name="T60" fmla="*/ 18 w 98"/>
                  <a:gd name="T61" fmla="*/ 53 h 97"/>
                  <a:gd name="T62" fmla="*/ 33 w 98"/>
                  <a:gd name="T63" fmla="*/ 52 h 97"/>
                  <a:gd name="T64" fmla="*/ 44 w 98"/>
                  <a:gd name="T65" fmla="*/ 51 h 97"/>
                  <a:gd name="T66" fmla="*/ 49 w 98"/>
                  <a:gd name="T67" fmla="*/ 50 h 97"/>
                  <a:gd name="T68" fmla="*/ 45 w 98"/>
                  <a:gd name="T69" fmla="*/ 49 h 97"/>
                  <a:gd name="T70" fmla="*/ 40 w 98"/>
                  <a:gd name="T71" fmla="*/ 4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97">
                    <a:moveTo>
                      <a:pt x="40" y="49"/>
                    </a:moveTo>
                    <a:cubicBezTo>
                      <a:pt x="37" y="49"/>
                      <a:pt x="34" y="48"/>
                      <a:pt x="32" y="47"/>
                    </a:cubicBezTo>
                    <a:cubicBezTo>
                      <a:pt x="30" y="47"/>
                      <a:pt x="28" y="47"/>
                      <a:pt x="27" y="46"/>
                    </a:cubicBezTo>
                    <a:cubicBezTo>
                      <a:pt x="26" y="44"/>
                      <a:pt x="27" y="41"/>
                      <a:pt x="27" y="39"/>
                    </a:cubicBezTo>
                    <a:cubicBezTo>
                      <a:pt x="27" y="37"/>
                      <a:pt x="25" y="35"/>
                      <a:pt x="25" y="33"/>
                    </a:cubicBezTo>
                    <a:cubicBezTo>
                      <a:pt x="24" y="29"/>
                      <a:pt x="32" y="29"/>
                      <a:pt x="34" y="28"/>
                    </a:cubicBezTo>
                    <a:cubicBezTo>
                      <a:pt x="36" y="28"/>
                      <a:pt x="39" y="27"/>
                      <a:pt x="40" y="29"/>
                    </a:cubicBezTo>
                    <a:cubicBezTo>
                      <a:pt x="42" y="30"/>
                      <a:pt x="42" y="33"/>
                      <a:pt x="44" y="33"/>
                    </a:cubicBezTo>
                    <a:cubicBezTo>
                      <a:pt x="46" y="34"/>
                      <a:pt x="46" y="32"/>
                      <a:pt x="46" y="31"/>
                    </a:cubicBezTo>
                    <a:cubicBezTo>
                      <a:pt x="47" y="29"/>
                      <a:pt x="47" y="28"/>
                      <a:pt x="49" y="28"/>
                    </a:cubicBezTo>
                    <a:cubicBezTo>
                      <a:pt x="51" y="26"/>
                      <a:pt x="55" y="21"/>
                      <a:pt x="57" y="25"/>
                    </a:cubicBezTo>
                    <a:cubicBezTo>
                      <a:pt x="59" y="27"/>
                      <a:pt x="59" y="30"/>
                      <a:pt x="59" y="32"/>
                    </a:cubicBezTo>
                    <a:cubicBezTo>
                      <a:pt x="60" y="34"/>
                      <a:pt x="59" y="37"/>
                      <a:pt x="59" y="39"/>
                    </a:cubicBezTo>
                    <a:cubicBezTo>
                      <a:pt x="59" y="41"/>
                      <a:pt x="60" y="42"/>
                      <a:pt x="61" y="43"/>
                    </a:cubicBezTo>
                    <a:cubicBezTo>
                      <a:pt x="62" y="45"/>
                      <a:pt x="61" y="47"/>
                      <a:pt x="62" y="49"/>
                    </a:cubicBezTo>
                    <a:cubicBezTo>
                      <a:pt x="63" y="49"/>
                      <a:pt x="63" y="49"/>
                      <a:pt x="64" y="49"/>
                    </a:cubicBezTo>
                    <a:cubicBezTo>
                      <a:pt x="65" y="48"/>
                      <a:pt x="64" y="47"/>
                      <a:pt x="64" y="47"/>
                    </a:cubicBezTo>
                    <a:cubicBezTo>
                      <a:pt x="63" y="45"/>
                      <a:pt x="63" y="44"/>
                      <a:pt x="63" y="42"/>
                    </a:cubicBezTo>
                    <a:cubicBezTo>
                      <a:pt x="63" y="41"/>
                      <a:pt x="63" y="39"/>
                      <a:pt x="63" y="38"/>
                    </a:cubicBezTo>
                    <a:cubicBezTo>
                      <a:pt x="63" y="37"/>
                      <a:pt x="64" y="36"/>
                      <a:pt x="65" y="35"/>
                    </a:cubicBezTo>
                    <a:cubicBezTo>
                      <a:pt x="66" y="34"/>
                      <a:pt x="66" y="34"/>
                      <a:pt x="67" y="33"/>
                    </a:cubicBezTo>
                    <a:cubicBezTo>
                      <a:pt x="68" y="32"/>
                      <a:pt x="69" y="32"/>
                      <a:pt x="69" y="31"/>
                    </a:cubicBezTo>
                    <a:cubicBezTo>
                      <a:pt x="69" y="31"/>
                      <a:pt x="69" y="30"/>
                      <a:pt x="69" y="30"/>
                    </a:cubicBezTo>
                    <a:cubicBezTo>
                      <a:pt x="69" y="29"/>
                      <a:pt x="69" y="29"/>
                      <a:pt x="69" y="28"/>
                    </a:cubicBezTo>
                    <a:cubicBezTo>
                      <a:pt x="69" y="27"/>
                      <a:pt x="69" y="26"/>
                      <a:pt x="69" y="25"/>
                    </a:cubicBezTo>
                    <a:cubicBezTo>
                      <a:pt x="69" y="23"/>
                      <a:pt x="69" y="21"/>
                      <a:pt x="67" y="20"/>
                    </a:cubicBezTo>
                    <a:cubicBezTo>
                      <a:pt x="65" y="18"/>
                      <a:pt x="63" y="18"/>
                      <a:pt x="62" y="16"/>
                    </a:cubicBezTo>
                    <a:cubicBezTo>
                      <a:pt x="61" y="14"/>
                      <a:pt x="61" y="11"/>
                      <a:pt x="60" y="9"/>
                    </a:cubicBezTo>
                    <a:cubicBezTo>
                      <a:pt x="60" y="6"/>
                      <a:pt x="60" y="3"/>
                      <a:pt x="63" y="2"/>
                    </a:cubicBezTo>
                    <a:cubicBezTo>
                      <a:pt x="66" y="0"/>
                      <a:pt x="69" y="2"/>
                      <a:pt x="72" y="3"/>
                    </a:cubicBezTo>
                    <a:cubicBezTo>
                      <a:pt x="75" y="5"/>
                      <a:pt x="78" y="6"/>
                      <a:pt x="82" y="7"/>
                    </a:cubicBezTo>
                    <a:cubicBezTo>
                      <a:pt x="88" y="10"/>
                      <a:pt x="94" y="16"/>
                      <a:pt x="96" y="22"/>
                    </a:cubicBezTo>
                    <a:cubicBezTo>
                      <a:pt x="97" y="25"/>
                      <a:pt x="97" y="27"/>
                      <a:pt x="98" y="30"/>
                    </a:cubicBezTo>
                    <a:cubicBezTo>
                      <a:pt x="98" y="33"/>
                      <a:pt x="97" y="35"/>
                      <a:pt x="95" y="37"/>
                    </a:cubicBezTo>
                    <a:cubicBezTo>
                      <a:pt x="92" y="39"/>
                      <a:pt x="89" y="39"/>
                      <a:pt x="87" y="42"/>
                    </a:cubicBezTo>
                    <a:cubicBezTo>
                      <a:pt x="86" y="44"/>
                      <a:pt x="85" y="47"/>
                      <a:pt x="84" y="49"/>
                    </a:cubicBezTo>
                    <a:cubicBezTo>
                      <a:pt x="82" y="52"/>
                      <a:pt x="77" y="54"/>
                      <a:pt x="73" y="56"/>
                    </a:cubicBezTo>
                    <a:cubicBezTo>
                      <a:pt x="71" y="57"/>
                      <a:pt x="69" y="58"/>
                      <a:pt x="68" y="61"/>
                    </a:cubicBezTo>
                    <a:cubicBezTo>
                      <a:pt x="68" y="64"/>
                      <a:pt x="71" y="65"/>
                      <a:pt x="74" y="65"/>
                    </a:cubicBezTo>
                    <a:cubicBezTo>
                      <a:pt x="77" y="66"/>
                      <a:pt x="79" y="68"/>
                      <a:pt x="79" y="72"/>
                    </a:cubicBezTo>
                    <a:cubicBezTo>
                      <a:pt x="79" y="75"/>
                      <a:pt x="78" y="79"/>
                      <a:pt x="75" y="80"/>
                    </a:cubicBezTo>
                    <a:cubicBezTo>
                      <a:pt x="73" y="82"/>
                      <a:pt x="70" y="82"/>
                      <a:pt x="67" y="82"/>
                    </a:cubicBezTo>
                    <a:cubicBezTo>
                      <a:pt x="64" y="82"/>
                      <a:pt x="62" y="83"/>
                      <a:pt x="59" y="84"/>
                    </a:cubicBezTo>
                    <a:cubicBezTo>
                      <a:pt x="58" y="85"/>
                      <a:pt x="56" y="86"/>
                      <a:pt x="55" y="87"/>
                    </a:cubicBezTo>
                    <a:cubicBezTo>
                      <a:pt x="54" y="88"/>
                      <a:pt x="53" y="88"/>
                      <a:pt x="51" y="89"/>
                    </a:cubicBezTo>
                    <a:cubicBezTo>
                      <a:pt x="47" y="90"/>
                      <a:pt x="44" y="91"/>
                      <a:pt x="40" y="92"/>
                    </a:cubicBezTo>
                    <a:cubicBezTo>
                      <a:pt x="38" y="93"/>
                      <a:pt x="35" y="93"/>
                      <a:pt x="33" y="94"/>
                    </a:cubicBezTo>
                    <a:cubicBezTo>
                      <a:pt x="31" y="95"/>
                      <a:pt x="28" y="97"/>
                      <a:pt x="25" y="96"/>
                    </a:cubicBezTo>
                    <a:cubicBezTo>
                      <a:pt x="22" y="95"/>
                      <a:pt x="20" y="92"/>
                      <a:pt x="17" y="91"/>
                    </a:cubicBezTo>
                    <a:cubicBezTo>
                      <a:pt x="14" y="89"/>
                      <a:pt x="11" y="89"/>
                      <a:pt x="8" y="88"/>
                    </a:cubicBezTo>
                    <a:cubicBezTo>
                      <a:pt x="6" y="88"/>
                      <a:pt x="3" y="87"/>
                      <a:pt x="1" y="85"/>
                    </a:cubicBezTo>
                    <a:cubicBezTo>
                      <a:pt x="0" y="83"/>
                      <a:pt x="1" y="80"/>
                      <a:pt x="1" y="77"/>
                    </a:cubicBezTo>
                    <a:cubicBezTo>
                      <a:pt x="2" y="74"/>
                      <a:pt x="3" y="70"/>
                      <a:pt x="7" y="69"/>
                    </a:cubicBezTo>
                    <a:cubicBezTo>
                      <a:pt x="10" y="67"/>
                      <a:pt x="15" y="68"/>
                      <a:pt x="18" y="70"/>
                    </a:cubicBezTo>
                    <a:cubicBezTo>
                      <a:pt x="21" y="71"/>
                      <a:pt x="22" y="74"/>
                      <a:pt x="24" y="76"/>
                    </a:cubicBezTo>
                    <a:cubicBezTo>
                      <a:pt x="27" y="78"/>
                      <a:pt x="29" y="77"/>
                      <a:pt x="31" y="75"/>
                    </a:cubicBezTo>
                    <a:cubicBezTo>
                      <a:pt x="32" y="74"/>
                      <a:pt x="33" y="73"/>
                      <a:pt x="35" y="72"/>
                    </a:cubicBezTo>
                    <a:cubicBezTo>
                      <a:pt x="35" y="71"/>
                      <a:pt x="37" y="70"/>
                      <a:pt x="36" y="69"/>
                    </a:cubicBezTo>
                    <a:cubicBezTo>
                      <a:pt x="36" y="67"/>
                      <a:pt x="31" y="68"/>
                      <a:pt x="30" y="68"/>
                    </a:cubicBezTo>
                    <a:cubicBezTo>
                      <a:pt x="27" y="68"/>
                      <a:pt x="26" y="68"/>
                      <a:pt x="25" y="65"/>
                    </a:cubicBezTo>
                    <a:cubicBezTo>
                      <a:pt x="23" y="64"/>
                      <a:pt x="22" y="62"/>
                      <a:pt x="21" y="60"/>
                    </a:cubicBezTo>
                    <a:cubicBezTo>
                      <a:pt x="19" y="59"/>
                      <a:pt x="17" y="55"/>
                      <a:pt x="18" y="53"/>
                    </a:cubicBezTo>
                    <a:cubicBezTo>
                      <a:pt x="20" y="50"/>
                      <a:pt x="24" y="51"/>
                      <a:pt x="26" y="52"/>
                    </a:cubicBezTo>
                    <a:cubicBezTo>
                      <a:pt x="28" y="52"/>
                      <a:pt x="31" y="52"/>
                      <a:pt x="33" y="52"/>
                    </a:cubicBezTo>
                    <a:cubicBezTo>
                      <a:pt x="35" y="52"/>
                      <a:pt x="38" y="51"/>
                      <a:pt x="40" y="51"/>
                    </a:cubicBezTo>
                    <a:cubicBezTo>
                      <a:pt x="41" y="51"/>
                      <a:pt x="43" y="51"/>
                      <a:pt x="44" y="51"/>
                    </a:cubicBezTo>
                    <a:cubicBezTo>
                      <a:pt x="45" y="51"/>
                      <a:pt x="46" y="51"/>
                      <a:pt x="48" y="51"/>
                    </a:cubicBezTo>
                    <a:cubicBezTo>
                      <a:pt x="48" y="51"/>
                      <a:pt x="49" y="51"/>
                      <a:pt x="49" y="50"/>
                    </a:cubicBezTo>
                    <a:cubicBezTo>
                      <a:pt x="49" y="49"/>
                      <a:pt x="47" y="49"/>
                      <a:pt x="47" y="49"/>
                    </a:cubicBezTo>
                    <a:cubicBezTo>
                      <a:pt x="46" y="49"/>
                      <a:pt x="46" y="49"/>
                      <a:pt x="45" y="49"/>
                    </a:cubicBezTo>
                    <a:cubicBezTo>
                      <a:pt x="44" y="49"/>
                      <a:pt x="44" y="49"/>
                      <a:pt x="43" y="49"/>
                    </a:cubicBezTo>
                    <a:cubicBezTo>
                      <a:pt x="42" y="48"/>
                      <a:pt x="41" y="49"/>
                      <a:pt x="40" y="4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4" name="Freeform 2675">
                <a:extLst>
                  <a:ext uri="{FF2B5EF4-FFF2-40B4-BE49-F238E27FC236}">
                    <a16:creationId xmlns:a16="http://schemas.microsoft.com/office/drawing/2014/main" id="{7F979B4C-1C7A-CF46-A239-DB9AF47A5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627"/>
                <a:ext cx="51" cy="62"/>
              </a:xfrm>
              <a:custGeom>
                <a:avLst/>
                <a:gdLst>
                  <a:gd name="T0" fmla="*/ 50 w 125"/>
                  <a:gd name="T1" fmla="*/ 47 h 151"/>
                  <a:gd name="T2" fmla="*/ 63 w 125"/>
                  <a:gd name="T3" fmla="*/ 52 h 151"/>
                  <a:gd name="T4" fmla="*/ 71 w 125"/>
                  <a:gd name="T5" fmla="*/ 50 h 151"/>
                  <a:gd name="T6" fmla="*/ 66 w 125"/>
                  <a:gd name="T7" fmla="*/ 44 h 151"/>
                  <a:gd name="T8" fmla="*/ 46 w 125"/>
                  <a:gd name="T9" fmla="*/ 42 h 151"/>
                  <a:gd name="T10" fmla="*/ 37 w 125"/>
                  <a:gd name="T11" fmla="*/ 36 h 151"/>
                  <a:gd name="T12" fmla="*/ 46 w 125"/>
                  <a:gd name="T13" fmla="*/ 31 h 151"/>
                  <a:gd name="T14" fmla="*/ 53 w 125"/>
                  <a:gd name="T15" fmla="*/ 29 h 151"/>
                  <a:gd name="T16" fmla="*/ 47 w 125"/>
                  <a:gd name="T17" fmla="*/ 18 h 151"/>
                  <a:gd name="T18" fmla="*/ 64 w 125"/>
                  <a:gd name="T19" fmla="*/ 23 h 151"/>
                  <a:gd name="T20" fmla="*/ 67 w 125"/>
                  <a:gd name="T21" fmla="*/ 27 h 151"/>
                  <a:gd name="T22" fmla="*/ 73 w 125"/>
                  <a:gd name="T23" fmla="*/ 31 h 151"/>
                  <a:gd name="T24" fmla="*/ 72 w 125"/>
                  <a:gd name="T25" fmla="*/ 23 h 151"/>
                  <a:gd name="T26" fmla="*/ 71 w 125"/>
                  <a:gd name="T27" fmla="*/ 4 h 151"/>
                  <a:gd name="T28" fmla="*/ 86 w 125"/>
                  <a:gd name="T29" fmla="*/ 23 h 151"/>
                  <a:gd name="T30" fmla="*/ 82 w 125"/>
                  <a:gd name="T31" fmla="*/ 3 h 151"/>
                  <a:gd name="T32" fmla="*/ 92 w 125"/>
                  <a:gd name="T33" fmla="*/ 12 h 151"/>
                  <a:gd name="T34" fmla="*/ 107 w 125"/>
                  <a:gd name="T35" fmla="*/ 15 h 151"/>
                  <a:gd name="T36" fmla="*/ 106 w 125"/>
                  <a:gd name="T37" fmla="*/ 27 h 151"/>
                  <a:gd name="T38" fmla="*/ 116 w 125"/>
                  <a:gd name="T39" fmla="*/ 21 h 151"/>
                  <a:gd name="T40" fmla="*/ 111 w 125"/>
                  <a:gd name="T41" fmla="*/ 41 h 151"/>
                  <a:gd name="T42" fmla="*/ 114 w 125"/>
                  <a:gd name="T43" fmla="*/ 44 h 151"/>
                  <a:gd name="T44" fmla="*/ 124 w 125"/>
                  <a:gd name="T45" fmla="*/ 53 h 151"/>
                  <a:gd name="T46" fmla="*/ 110 w 125"/>
                  <a:gd name="T47" fmla="*/ 72 h 151"/>
                  <a:gd name="T48" fmla="*/ 110 w 125"/>
                  <a:gd name="T49" fmla="*/ 90 h 151"/>
                  <a:gd name="T50" fmla="*/ 115 w 125"/>
                  <a:gd name="T51" fmla="*/ 104 h 151"/>
                  <a:gd name="T52" fmla="*/ 108 w 125"/>
                  <a:gd name="T53" fmla="*/ 111 h 151"/>
                  <a:gd name="T54" fmla="*/ 88 w 125"/>
                  <a:gd name="T55" fmla="*/ 111 h 151"/>
                  <a:gd name="T56" fmla="*/ 78 w 125"/>
                  <a:gd name="T57" fmla="*/ 115 h 151"/>
                  <a:gd name="T58" fmla="*/ 64 w 125"/>
                  <a:gd name="T59" fmla="*/ 106 h 151"/>
                  <a:gd name="T60" fmla="*/ 51 w 125"/>
                  <a:gd name="T61" fmla="*/ 125 h 151"/>
                  <a:gd name="T62" fmla="*/ 41 w 125"/>
                  <a:gd name="T63" fmla="*/ 138 h 151"/>
                  <a:gd name="T64" fmla="*/ 34 w 125"/>
                  <a:gd name="T65" fmla="*/ 150 h 151"/>
                  <a:gd name="T66" fmla="*/ 30 w 125"/>
                  <a:gd name="T67" fmla="*/ 138 h 151"/>
                  <a:gd name="T68" fmla="*/ 20 w 125"/>
                  <a:gd name="T69" fmla="*/ 136 h 151"/>
                  <a:gd name="T70" fmla="*/ 0 w 125"/>
                  <a:gd name="T71" fmla="*/ 136 h 151"/>
                  <a:gd name="T72" fmla="*/ 12 w 125"/>
                  <a:gd name="T73" fmla="*/ 123 h 151"/>
                  <a:gd name="T74" fmla="*/ 29 w 125"/>
                  <a:gd name="T75" fmla="*/ 117 h 151"/>
                  <a:gd name="T76" fmla="*/ 26 w 125"/>
                  <a:gd name="T77" fmla="*/ 107 h 151"/>
                  <a:gd name="T78" fmla="*/ 9 w 125"/>
                  <a:gd name="T79" fmla="*/ 96 h 151"/>
                  <a:gd name="T80" fmla="*/ 31 w 125"/>
                  <a:gd name="T81" fmla="*/ 93 h 151"/>
                  <a:gd name="T82" fmla="*/ 29 w 125"/>
                  <a:gd name="T83" fmla="*/ 85 h 151"/>
                  <a:gd name="T84" fmla="*/ 14 w 125"/>
                  <a:gd name="T85" fmla="*/ 77 h 151"/>
                  <a:gd name="T86" fmla="*/ 30 w 125"/>
                  <a:gd name="T87" fmla="*/ 73 h 151"/>
                  <a:gd name="T88" fmla="*/ 26 w 125"/>
                  <a:gd name="T89" fmla="*/ 67 h 151"/>
                  <a:gd name="T90" fmla="*/ 20 w 125"/>
                  <a:gd name="T91" fmla="*/ 62 h 151"/>
                  <a:gd name="T92" fmla="*/ 11 w 125"/>
                  <a:gd name="T93" fmla="*/ 52 h 151"/>
                  <a:gd name="T94" fmla="*/ 22 w 125"/>
                  <a:gd name="T95" fmla="*/ 50 h 151"/>
                  <a:gd name="T96" fmla="*/ 34 w 125"/>
                  <a:gd name="T97" fmla="*/ 47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5" h="151">
                    <a:moveTo>
                      <a:pt x="45" y="47"/>
                    </a:moveTo>
                    <a:cubicBezTo>
                      <a:pt x="46" y="48"/>
                      <a:pt x="47" y="50"/>
                      <a:pt x="48" y="49"/>
                    </a:cubicBezTo>
                    <a:cubicBezTo>
                      <a:pt x="50" y="49"/>
                      <a:pt x="50" y="48"/>
                      <a:pt x="50" y="47"/>
                    </a:cubicBezTo>
                    <a:cubicBezTo>
                      <a:pt x="51" y="46"/>
                      <a:pt x="53" y="46"/>
                      <a:pt x="54" y="46"/>
                    </a:cubicBezTo>
                    <a:cubicBezTo>
                      <a:pt x="55" y="46"/>
                      <a:pt x="57" y="45"/>
                      <a:pt x="58" y="47"/>
                    </a:cubicBezTo>
                    <a:cubicBezTo>
                      <a:pt x="60" y="48"/>
                      <a:pt x="61" y="50"/>
                      <a:pt x="63" y="52"/>
                    </a:cubicBezTo>
                    <a:cubicBezTo>
                      <a:pt x="65" y="54"/>
                      <a:pt x="67" y="56"/>
                      <a:pt x="70" y="57"/>
                    </a:cubicBezTo>
                    <a:cubicBezTo>
                      <a:pt x="73" y="59"/>
                      <a:pt x="75" y="56"/>
                      <a:pt x="74" y="53"/>
                    </a:cubicBezTo>
                    <a:cubicBezTo>
                      <a:pt x="74" y="51"/>
                      <a:pt x="73" y="51"/>
                      <a:pt x="71" y="50"/>
                    </a:cubicBezTo>
                    <a:cubicBezTo>
                      <a:pt x="69" y="50"/>
                      <a:pt x="68" y="49"/>
                      <a:pt x="66" y="49"/>
                    </a:cubicBezTo>
                    <a:cubicBezTo>
                      <a:pt x="66" y="48"/>
                      <a:pt x="64" y="48"/>
                      <a:pt x="64" y="47"/>
                    </a:cubicBezTo>
                    <a:cubicBezTo>
                      <a:pt x="64" y="46"/>
                      <a:pt x="66" y="45"/>
                      <a:pt x="66" y="44"/>
                    </a:cubicBezTo>
                    <a:cubicBezTo>
                      <a:pt x="66" y="41"/>
                      <a:pt x="57" y="43"/>
                      <a:pt x="55" y="43"/>
                    </a:cubicBezTo>
                    <a:cubicBezTo>
                      <a:pt x="53" y="43"/>
                      <a:pt x="52" y="42"/>
                      <a:pt x="50" y="42"/>
                    </a:cubicBezTo>
                    <a:cubicBezTo>
                      <a:pt x="49" y="42"/>
                      <a:pt x="48" y="42"/>
                      <a:pt x="46" y="42"/>
                    </a:cubicBezTo>
                    <a:cubicBezTo>
                      <a:pt x="45" y="42"/>
                      <a:pt x="44" y="41"/>
                      <a:pt x="44" y="40"/>
                    </a:cubicBezTo>
                    <a:cubicBezTo>
                      <a:pt x="43" y="38"/>
                      <a:pt x="43" y="38"/>
                      <a:pt x="41" y="38"/>
                    </a:cubicBezTo>
                    <a:cubicBezTo>
                      <a:pt x="40" y="37"/>
                      <a:pt x="38" y="37"/>
                      <a:pt x="37" y="36"/>
                    </a:cubicBezTo>
                    <a:cubicBezTo>
                      <a:pt x="37" y="35"/>
                      <a:pt x="38" y="33"/>
                      <a:pt x="37" y="32"/>
                    </a:cubicBezTo>
                    <a:cubicBezTo>
                      <a:pt x="37" y="29"/>
                      <a:pt x="35" y="26"/>
                      <a:pt x="38" y="24"/>
                    </a:cubicBezTo>
                    <a:cubicBezTo>
                      <a:pt x="42" y="21"/>
                      <a:pt x="45" y="28"/>
                      <a:pt x="46" y="31"/>
                    </a:cubicBezTo>
                    <a:cubicBezTo>
                      <a:pt x="46" y="32"/>
                      <a:pt x="47" y="34"/>
                      <a:pt x="49" y="34"/>
                    </a:cubicBezTo>
                    <a:cubicBezTo>
                      <a:pt x="50" y="34"/>
                      <a:pt x="50" y="31"/>
                      <a:pt x="51" y="30"/>
                    </a:cubicBezTo>
                    <a:cubicBezTo>
                      <a:pt x="51" y="29"/>
                      <a:pt x="52" y="29"/>
                      <a:pt x="53" y="29"/>
                    </a:cubicBezTo>
                    <a:cubicBezTo>
                      <a:pt x="54" y="27"/>
                      <a:pt x="53" y="26"/>
                      <a:pt x="52" y="25"/>
                    </a:cubicBezTo>
                    <a:cubicBezTo>
                      <a:pt x="51" y="24"/>
                      <a:pt x="49" y="23"/>
                      <a:pt x="48" y="22"/>
                    </a:cubicBezTo>
                    <a:cubicBezTo>
                      <a:pt x="47" y="21"/>
                      <a:pt x="47" y="19"/>
                      <a:pt x="47" y="18"/>
                    </a:cubicBezTo>
                    <a:cubicBezTo>
                      <a:pt x="48" y="13"/>
                      <a:pt x="52" y="15"/>
                      <a:pt x="55" y="17"/>
                    </a:cubicBezTo>
                    <a:cubicBezTo>
                      <a:pt x="57" y="18"/>
                      <a:pt x="59" y="20"/>
                      <a:pt x="61" y="21"/>
                    </a:cubicBezTo>
                    <a:cubicBezTo>
                      <a:pt x="62" y="22"/>
                      <a:pt x="63" y="22"/>
                      <a:pt x="64" y="23"/>
                    </a:cubicBezTo>
                    <a:cubicBezTo>
                      <a:pt x="65" y="25"/>
                      <a:pt x="65" y="26"/>
                      <a:pt x="66" y="27"/>
                    </a:cubicBezTo>
                    <a:cubicBezTo>
                      <a:pt x="66" y="27"/>
                      <a:pt x="67" y="27"/>
                      <a:pt x="67" y="27"/>
                    </a:cubicBezTo>
                    <a:cubicBezTo>
                      <a:pt x="66" y="27"/>
                      <a:pt x="67" y="27"/>
                      <a:pt x="67" y="27"/>
                    </a:cubicBezTo>
                    <a:cubicBezTo>
                      <a:pt x="67" y="27"/>
                      <a:pt x="68" y="27"/>
                      <a:pt x="68" y="27"/>
                    </a:cubicBezTo>
                    <a:cubicBezTo>
                      <a:pt x="69" y="27"/>
                      <a:pt x="70" y="28"/>
                      <a:pt x="71" y="28"/>
                    </a:cubicBezTo>
                    <a:cubicBezTo>
                      <a:pt x="72" y="28"/>
                      <a:pt x="73" y="29"/>
                      <a:pt x="73" y="31"/>
                    </a:cubicBezTo>
                    <a:cubicBezTo>
                      <a:pt x="73" y="32"/>
                      <a:pt x="74" y="34"/>
                      <a:pt x="75" y="34"/>
                    </a:cubicBezTo>
                    <a:cubicBezTo>
                      <a:pt x="76" y="34"/>
                      <a:pt x="76" y="32"/>
                      <a:pt x="76" y="32"/>
                    </a:cubicBezTo>
                    <a:cubicBezTo>
                      <a:pt x="75" y="29"/>
                      <a:pt x="74" y="25"/>
                      <a:pt x="72" y="23"/>
                    </a:cubicBezTo>
                    <a:cubicBezTo>
                      <a:pt x="71" y="21"/>
                      <a:pt x="69" y="19"/>
                      <a:pt x="67" y="17"/>
                    </a:cubicBezTo>
                    <a:cubicBezTo>
                      <a:pt x="65" y="14"/>
                      <a:pt x="59" y="7"/>
                      <a:pt x="63" y="3"/>
                    </a:cubicBezTo>
                    <a:cubicBezTo>
                      <a:pt x="65" y="1"/>
                      <a:pt x="69" y="2"/>
                      <a:pt x="71" y="4"/>
                    </a:cubicBezTo>
                    <a:cubicBezTo>
                      <a:pt x="74" y="5"/>
                      <a:pt x="76" y="8"/>
                      <a:pt x="78" y="11"/>
                    </a:cubicBezTo>
                    <a:cubicBezTo>
                      <a:pt x="79" y="14"/>
                      <a:pt x="79" y="17"/>
                      <a:pt x="80" y="19"/>
                    </a:cubicBezTo>
                    <a:cubicBezTo>
                      <a:pt x="81" y="20"/>
                      <a:pt x="84" y="24"/>
                      <a:pt x="86" y="23"/>
                    </a:cubicBezTo>
                    <a:cubicBezTo>
                      <a:pt x="88" y="21"/>
                      <a:pt x="86" y="16"/>
                      <a:pt x="85" y="14"/>
                    </a:cubicBezTo>
                    <a:cubicBezTo>
                      <a:pt x="84" y="12"/>
                      <a:pt x="82" y="11"/>
                      <a:pt x="81" y="8"/>
                    </a:cubicBezTo>
                    <a:cubicBezTo>
                      <a:pt x="80" y="7"/>
                      <a:pt x="81" y="4"/>
                      <a:pt x="82" y="3"/>
                    </a:cubicBezTo>
                    <a:cubicBezTo>
                      <a:pt x="84" y="0"/>
                      <a:pt x="86" y="2"/>
                      <a:pt x="87" y="4"/>
                    </a:cubicBezTo>
                    <a:cubicBezTo>
                      <a:pt x="88" y="6"/>
                      <a:pt x="89" y="7"/>
                      <a:pt x="89" y="9"/>
                    </a:cubicBezTo>
                    <a:cubicBezTo>
                      <a:pt x="90" y="10"/>
                      <a:pt x="91" y="11"/>
                      <a:pt x="92" y="12"/>
                    </a:cubicBezTo>
                    <a:cubicBezTo>
                      <a:pt x="94" y="13"/>
                      <a:pt x="95" y="9"/>
                      <a:pt x="96" y="8"/>
                    </a:cubicBezTo>
                    <a:cubicBezTo>
                      <a:pt x="98" y="5"/>
                      <a:pt x="100" y="4"/>
                      <a:pt x="102" y="6"/>
                    </a:cubicBezTo>
                    <a:cubicBezTo>
                      <a:pt x="105" y="8"/>
                      <a:pt x="107" y="12"/>
                      <a:pt x="107" y="15"/>
                    </a:cubicBezTo>
                    <a:cubicBezTo>
                      <a:pt x="107" y="19"/>
                      <a:pt x="104" y="20"/>
                      <a:pt x="102" y="23"/>
                    </a:cubicBezTo>
                    <a:cubicBezTo>
                      <a:pt x="100" y="25"/>
                      <a:pt x="99" y="29"/>
                      <a:pt x="101" y="32"/>
                    </a:cubicBezTo>
                    <a:cubicBezTo>
                      <a:pt x="103" y="36"/>
                      <a:pt x="106" y="29"/>
                      <a:pt x="106" y="27"/>
                    </a:cubicBezTo>
                    <a:cubicBezTo>
                      <a:pt x="107" y="25"/>
                      <a:pt x="107" y="23"/>
                      <a:pt x="108" y="20"/>
                    </a:cubicBezTo>
                    <a:cubicBezTo>
                      <a:pt x="108" y="19"/>
                      <a:pt x="108" y="17"/>
                      <a:pt x="109" y="17"/>
                    </a:cubicBezTo>
                    <a:cubicBezTo>
                      <a:pt x="111" y="16"/>
                      <a:pt x="114" y="20"/>
                      <a:pt x="116" y="21"/>
                    </a:cubicBezTo>
                    <a:cubicBezTo>
                      <a:pt x="117" y="23"/>
                      <a:pt x="119" y="24"/>
                      <a:pt x="118" y="27"/>
                    </a:cubicBezTo>
                    <a:cubicBezTo>
                      <a:pt x="118" y="30"/>
                      <a:pt x="116" y="33"/>
                      <a:pt x="115" y="36"/>
                    </a:cubicBezTo>
                    <a:cubicBezTo>
                      <a:pt x="114" y="38"/>
                      <a:pt x="114" y="40"/>
                      <a:pt x="111" y="41"/>
                    </a:cubicBezTo>
                    <a:cubicBezTo>
                      <a:pt x="109" y="42"/>
                      <a:pt x="106" y="44"/>
                      <a:pt x="104" y="46"/>
                    </a:cubicBezTo>
                    <a:cubicBezTo>
                      <a:pt x="102" y="49"/>
                      <a:pt x="104" y="50"/>
                      <a:pt x="107" y="50"/>
                    </a:cubicBezTo>
                    <a:cubicBezTo>
                      <a:pt x="110" y="49"/>
                      <a:pt x="112" y="47"/>
                      <a:pt x="114" y="44"/>
                    </a:cubicBezTo>
                    <a:cubicBezTo>
                      <a:pt x="115" y="42"/>
                      <a:pt x="116" y="39"/>
                      <a:pt x="118" y="38"/>
                    </a:cubicBezTo>
                    <a:cubicBezTo>
                      <a:pt x="120" y="37"/>
                      <a:pt x="122" y="40"/>
                      <a:pt x="123" y="42"/>
                    </a:cubicBezTo>
                    <a:cubicBezTo>
                      <a:pt x="125" y="45"/>
                      <a:pt x="125" y="49"/>
                      <a:pt x="124" y="53"/>
                    </a:cubicBezTo>
                    <a:cubicBezTo>
                      <a:pt x="124" y="55"/>
                      <a:pt x="123" y="59"/>
                      <a:pt x="121" y="61"/>
                    </a:cubicBezTo>
                    <a:cubicBezTo>
                      <a:pt x="119" y="62"/>
                      <a:pt x="116" y="63"/>
                      <a:pt x="114" y="65"/>
                    </a:cubicBezTo>
                    <a:cubicBezTo>
                      <a:pt x="112" y="67"/>
                      <a:pt x="111" y="69"/>
                      <a:pt x="110" y="72"/>
                    </a:cubicBezTo>
                    <a:cubicBezTo>
                      <a:pt x="109" y="74"/>
                      <a:pt x="108" y="77"/>
                      <a:pt x="107" y="79"/>
                    </a:cubicBezTo>
                    <a:cubicBezTo>
                      <a:pt x="107" y="82"/>
                      <a:pt x="108" y="83"/>
                      <a:pt x="110" y="85"/>
                    </a:cubicBezTo>
                    <a:cubicBezTo>
                      <a:pt x="111" y="87"/>
                      <a:pt x="111" y="88"/>
                      <a:pt x="110" y="90"/>
                    </a:cubicBezTo>
                    <a:cubicBezTo>
                      <a:pt x="109" y="91"/>
                      <a:pt x="105" y="93"/>
                      <a:pt x="106" y="95"/>
                    </a:cubicBezTo>
                    <a:cubicBezTo>
                      <a:pt x="106" y="97"/>
                      <a:pt x="109" y="98"/>
                      <a:pt x="111" y="99"/>
                    </a:cubicBezTo>
                    <a:cubicBezTo>
                      <a:pt x="112" y="100"/>
                      <a:pt x="115" y="102"/>
                      <a:pt x="115" y="104"/>
                    </a:cubicBezTo>
                    <a:cubicBezTo>
                      <a:pt x="115" y="105"/>
                      <a:pt x="115" y="105"/>
                      <a:pt x="115" y="106"/>
                    </a:cubicBezTo>
                    <a:cubicBezTo>
                      <a:pt x="115" y="106"/>
                      <a:pt x="115" y="107"/>
                      <a:pt x="115" y="108"/>
                    </a:cubicBezTo>
                    <a:cubicBezTo>
                      <a:pt x="114" y="110"/>
                      <a:pt x="111" y="110"/>
                      <a:pt x="108" y="111"/>
                    </a:cubicBezTo>
                    <a:cubicBezTo>
                      <a:pt x="106" y="111"/>
                      <a:pt x="103" y="111"/>
                      <a:pt x="100" y="111"/>
                    </a:cubicBezTo>
                    <a:cubicBezTo>
                      <a:pt x="98" y="111"/>
                      <a:pt x="95" y="109"/>
                      <a:pt x="93" y="108"/>
                    </a:cubicBezTo>
                    <a:cubicBezTo>
                      <a:pt x="90" y="107"/>
                      <a:pt x="89" y="108"/>
                      <a:pt x="88" y="111"/>
                    </a:cubicBezTo>
                    <a:cubicBezTo>
                      <a:pt x="87" y="112"/>
                      <a:pt x="86" y="115"/>
                      <a:pt x="84" y="115"/>
                    </a:cubicBezTo>
                    <a:cubicBezTo>
                      <a:pt x="83" y="115"/>
                      <a:pt x="82" y="115"/>
                      <a:pt x="81" y="115"/>
                    </a:cubicBezTo>
                    <a:cubicBezTo>
                      <a:pt x="80" y="115"/>
                      <a:pt x="79" y="115"/>
                      <a:pt x="78" y="115"/>
                    </a:cubicBezTo>
                    <a:cubicBezTo>
                      <a:pt x="75" y="115"/>
                      <a:pt x="70" y="116"/>
                      <a:pt x="69" y="111"/>
                    </a:cubicBezTo>
                    <a:cubicBezTo>
                      <a:pt x="69" y="110"/>
                      <a:pt x="70" y="105"/>
                      <a:pt x="68" y="104"/>
                    </a:cubicBezTo>
                    <a:cubicBezTo>
                      <a:pt x="67" y="104"/>
                      <a:pt x="64" y="105"/>
                      <a:pt x="64" y="106"/>
                    </a:cubicBezTo>
                    <a:cubicBezTo>
                      <a:pt x="63" y="108"/>
                      <a:pt x="63" y="110"/>
                      <a:pt x="63" y="111"/>
                    </a:cubicBezTo>
                    <a:cubicBezTo>
                      <a:pt x="61" y="114"/>
                      <a:pt x="58" y="116"/>
                      <a:pt x="56" y="119"/>
                    </a:cubicBezTo>
                    <a:cubicBezTo>
                      <a:pt x="55" y="121"/>
                      <a:pt x="53" y="123"/>
                      <a:pt x="51" y="125"/>
                    </a:cubicBezTo>
                    <a:cubicBezTo>
                      <a:pt x="50" y="126"/>
                      <a:pt x="48" y="128"/>
                      <a:pt x="46" y="130"/>
                    </a:cubicBezTo>
                    <a:cubicBezTo>
                      <a:pt x="45" y="130"/>
                      <a:pt x="44" y="130"/>
                      <a:pt x="43" y="130"/>
                    </a:cubicBezTo>
                    <a:cubicBezTo>
                      <a:pt x="41" y="131"/>
                      <a:pt x="40" y="136"/>
                      <a:pt x="41" y="138"/>
                    </a:cubicBezTo>
                    <a:cubicBezTo>
                      <a:pt x="41" y="140"/>
                      <a:pt x="44" y="141"/>
                      <a:pt x="44" y="143"/>
                    </a:cubicBezTo>
                    <a:cubicBezTo>
                      <a:pt x="45" y="146"/>
                      <a:pt x="43" y="149"/>
                      <a:pt x="40" y="149"/>
                    </a:cubicBezTo>
                    <a:cubicBezTo>
                      <a:pt x="38" y="150"/>
                      <a:pt x="36" y="149"/>
                      <a:pt x="34" y="150"/>
                    </a:cubicBezTo>
                    <a:cubicBezTo>
                      <a:pt x="32" y="150"/>
                      <a:pt x="29" y="151"/>
                      <a:pt x="27" y="150"/>
                    </a:cubicBezTo>
                    <a:cubicBezTo>
                      <a:pt x="25" y="148"/>
                      <a:pt x="23" y="145"/>
                      <a:pt x="25" y="142"/>
                    </a:cubicBezTo>
                    <a:cubicBezTo>
                      <a:pt x="26" y="140"/>
                      <a:pt x="28" y="139"/>
                      <a:pt x="30" y="138"/>
                    </a:cubicBezTo>
                    <a:cubicBezTo>
                      <a:pt x="30" y="138"/>
                      <a:pt x="33" y="137"/>
                      <a:pt x="33" y="136"/>
                    </a:cubicBezTo>
                    <a:cubicBezTo>
                      <a:pt x="32" y="134"/>
                      <a:pt x="27" y="135"/>
                      <a:pt x="26" y="135"/>
                    </a:cubicBezTo>
                    <a:cubicBezTo>
                      <a:pt x="24" y="135"/>
                      <a:pt x="22" y="134"/>
                      <a:pt x="20" y="136"/>
                    </a:cubicBezTo>
                    <a:cubicBezTo>
                      <a:pt x="18" y="138"/>
                      <a:pt x="17" y="140"/>
                      <a:pt x="13" y="140"/>
                    </a:cubicBezTo>
                    <a:cubicBezTo>
                      <a:pt x="10" y="140"/>
                      <a:pt x="8" y="140"/>
                      <a:pt x="5" y="140"/>
                    </a:cubicBezTo>
                    <a:cubicBezTo>
                      <a:pt x="3" y="140"/>
                      <a:pt x="1" y="139"/>
                      <a:pt x="0" y="136"/>
                    </a:cubicBezTo>
                    <a:cubicBezTo>
                      <a:pt x="0" y="134"/>
                      <a:pt x="0" y="130"/>
                      <a:pt x="0" y="127"/>
                    </a:cubicBezTo>
                    <a:cubicBezTo>
                      <a:pt x="1" y="123"/>
                      <a:pt x="5" y="124"/>
                      <a:pt x="8" y="124"/>
                    </a:cubicBezTo>
                    <a:cubicBezTo>
                      <a:pt x="9" y="124"/>
                      <a:pt x="10" y="124"/>
                      <a:pt x="12" y="123"/>
                    </a:cubicBezTo>
                    <a:cubicBezTo>
                      <a:pt x="12" y="122"/>
                      <a:pt x="13" y="121"/>
                      <a:pt x="13" y="120"/>
                    </a:cubicBezTo>
                    <a:cubicBezTo>
                      <a:pt x="15" y="118"/>
                      <a:pt x="17" y="117"/>
                      <a:pt x="20" y="117"/>
                    </a:cubicBezTo>
                    <a:cubicBezTo>
                      <a:pt x="22" y="117"/>
                      <a:pt x="26" y="119"/>
                      <a:pt x="29" y="117"/>
                    </a:cubicBezTo>
                    <a:cubicBezTo>
                      <a:pt x="31" y="116"/>
                      <a:pt x="30" y="113"/>
                      <a:pt x="31" y="111"/>
                    </a:cubicBezTo>
                    <a:cubicBezTo>
                      <a:pt x="32" y="109"/>
                      <a:pt x="36" y="108"/>
                      <a:pt x="35" y="107"/>
                    </a:cubicBezTo>
                    <a:cubicBezTo>
                      <a:pt x="35" y="105"/>
                      <a:pt x="27" y="107"/>
                      <a:pt x="26" y="107"/>
                    </a:cubicBezTo>
                    <a:cubicBezTo>
                      <a:pt x="22" y="108"/>
                      <a:pt x="18" y="107"/>
                      <a:pt x="14" y="107"/>
                    </a:cubicBezTo>
                    <a:cubicBezTo>
                      <a:pt x="12" y="107"/>
                      <a:pt x="7" y="107"/>
                      <a:pt x="6" y="104"/>
                    </a:cubicBezTo>
                    <a:cubicBezTo>
                      <a:pt x="4" y="102"/>
                      <a:pt x="7" y="98"/>
                      <a:pt x="9" y="96"/>
                    </a:cubicBezTo>
                    <a:cubicBezTo>
                      <a:pt x="14" y="90"/>
                      <a:pt x="20" y="91"/>
                      <a:pt x="27" y="94"/>
                    </a:cubicBezTo>
                    <a:cubicBezTo>
                      <a:pt x="27" y="94"/>
                      <a:pt x="29" y="96"/>
                      <a:pt x="30" y="95"/>
                    </a:cubicBezTo>
                    <a:cubicBezTo>
                      <a:pt x="31" y="95"/>
                      <a:pt x="31" y="94"/>
                      <a:pt x="31" y="93"/>
                    </a:cubicBezTo>
                    <a:cubicBezTo>
                      <a:pt x="31" y="92"/>
                      <a:pt x="31" y="90"/>
                      <a:pt x="31" y="89"/>
                    </a:cubicBezTo>
                    <a:cubicBezTo>
                      <a:pt x="32" y="88"/>
                      <a:pt x="33" y="87"/>
                      <a:pt x="33" y="86"/>
                    </a:cubicBezTo>
                    <a:cubicBezTo>
                      <a:pt x="35" y="84"/>
                      <a:pt x="30" y="85"/>
                      <a:pt x="29" y="85"/>
                    </a:cubicBezTo>
                    <a:cubicBezTo>
                      <a:pt x="26" y="86"/>
                      <a:pt x="23" y="88"/>
                      <a:pt x="20" y="86"/>
                    </a:cubicBezTo>
                    <a:cubicBezTo>
                      <a:pt x="18" y="86"/>
                      <a:pt x="16" y="84"/>
                      <a:pt x="16" y="82"/>
                    </a:cubicBezTo>
                    <a:cubicBezTo>
                      <a:pt x="16" y="80"/>
                      <a:pt x="17" y="79"/>
                      <a:pt x="14" y="77"/>
                    </a:cubicBezTo>
                    <a:cubicBezTo>
                      <a:pt x="13" y="76"/>
                      <a:pt x="9" y="75"/>
                      <a:pt x="10" y="73"/>
                    </a:cubicBezTo>
                    <a:cubicBezTo>
                      <a:pt x="11" y="69"/>
                      <a:pt x="16" y="70"/>
                      <a:pt x="19" y="71"/>
                    </a:cubicBezTo>
                    <a:cubicBezTo>
                      <a:pt x="23" y="72"/>
                      <a:pt x="26" y="73"/>
                      <a:pt x="30" y="73"/>
                    </a:cubicBezTo>
                    <a:cubicBezTo>
                      <a:pt x="31" y="73"/>
                      <a:pt x="33" y="73"/>
                      <a:pt x="34" y="73"/>
                    </a:cubicBezTo>
                    <a:cubicBezTo>
                      <a:pt x="35" y="72"/>
                      <a:pt x="34" y="71"/>
                      <a:pt x="33" y="71"/>
                    </a:cubicBezTo>
                    <a:cubicBezTo>
                      <a:pt x="32" y="70"/>
                      <a:pt x="26" y="68"/>
                      <a:pt x="26" y="67"/>
                    </a:cubicBezTo>
                    <a:cubicBezTo>
                      <a:pt x="26" y="66"/>
                      <a:pt x="28" y="65"/>
                      <a:pt x="28" y="65"/>
                    </a:cubicBezTo>
                    <a:cubicBezTo>
                      <a:pt x="29" y="63"/>
                      <a:pt x="28" y="62"/>
                      <a:pt x="28" y="62"/>
                    </a:cubicBezTo>
                    <a:cubicBezTo>
                      <a:pt x="26" y="60"/>
                      <a:pt x="22" y="60"/>
                      <a:pt x="20" y="62"/>
                    </a:cubicBezTo>
                    <a:cubicBezTo>
                      <a:pt x="18" y="63"/>
                      <a:pt x="16" y="63"/>
                      <a:pt x="14" y="62"/>
                    </a:cubicBezTo>
                    <a:cubicBezTo>
                      <a:pt x="12" y="61"/>
                      <a:pt x="9" y="58"/>
                      <a:pt x="10" y="56"/>
                    </a:cubicBezTo>
                    <a:cubicBezTo>
                      <a:pt x="10" y="54"/>
                      <a:pt x="11" y="53"/>
                      <a:pt x="11" y="52"/>
                    </a:cubicBezTo>
                    <a:cubicBezTo>
                      <a:pt x="12" y="51"/>
                      <a:pt x="12" y="50"/>
                      <a:pt x="13" y="50"/>
                    </a:cubicBezTo>
                    <a:cubicBezTo>
                      <a:pt x="14" y="49"/>
                      <a:pt x="16" y="50"/>
                      <a:pt x="17" y="50"/>
                    </a:cubicBezTo>
                    <a:cubicBezTo>
                      <a:pt x="19" y="50"/>
                      <a:pt x="20" y="50"/>
                      <a:pt x="22" y="50"/>
                    </a:cubicBezTo>
                    <a:cubicBezTo>
                      <a:pt x="24" y="51"/>
                      <a:pt x="25" y="55"/>
                      <a:pt x="28" y="55"/>
                    </a:cubicBezTo>
                    <a:cubicBezTo>
                      <a:pt x="30" y="55"/>
                      <a:pt x="30" y="51"/>
                      <a:pt x="31" y="50"/>
                    </a:cubicBezTo>
                    <a:cubicBezTo>
                      <a:pt x="32" y="48"/>
                      <a:pt x="33" y="48"/>
                      <a:pt x="34" y="47"/>
                    </a:cubicBezTo>
                    <a:cubicBezTo>
                      <a:pt x="35" y="47"/>
                      <a:pt x="36" y="46"/>
                      <a:pt x="37" y="46"/>
                    </a:cubicBezTo>
                    <a:cubicBezTo>
                      <a:pt x="39" y="46"/>
                      <a:pt x="44" y="45"/>
                      <a:pt x="45" y="4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5" name="Freeform 2676">
                <a:extLst>
                  <a:ext uri="{FF2B5EF4-FFF2-40B4-BE49-F238E27FC236}">
                    <a16:creationId xmlns:a16="http://schemas.microsoft.com/office/drawing/2014/main" id="{40D42980-3744-A14F-BF40-6CFB31D1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680"/>
                <a:ext cx="10" cy="11"/>
              </a:xfrm>
              <a:custGeom>
                <a:avLst/>
                <a:gdLst>
                  <a:gd name="T0" fmla="*/ 8 w 24"/>
                  <a:gd name="T1" fmla="*/ 26 h 27"/>
                  <a:gd name="T2" fmla="*/ 7 w 24"/>
                  <a:gd name="T3" fmla="*/ 27 h 27"/>
                  <a:gd name="T4" fmla="*/ 3 w 24"/>
                  <a:gd name="T5" fmla="*/ 27 h 27"/>
                  <a:gd name="T6" fmla="*/ 0 w 24"/>
                  <a:gd name="T7" fmla="*/ 22 h 27"/>
                  <a:gd name="T8" fmla="*/ 2 w 24"/>
                  <a:gd name="T9" fmla="*/ 17 h 27"/>
                  <a:gd name="T10" fmla="*/ 2 w 24"/>
                  <a:gd name="T11" fmla="*/ 12 h 27"/>
                  <a:gd name="T12" fmla="*/ 2 w 24"/>
                  <a:gd name="T13" fmla="*/ 8 h 27"/>
                  <a:gd name="T14" fmla="*/ 5 w 24"/>
                  <a:gd name="T15" fmla="*/ 5 h 27"/>
                  <a:gd name="T16" fmla="*/ 11 w 24"/>
                  <a:gd name="T17" fmla="*/ 2 h 27"/>
                  <a:gd name="T18" fmla="*/ 14 w 24"/>
                  <a:gd name="T19" fmla="*/ 1 h 27"/>
                  <a:gd name="T20" fmla="*/ 18 w 24"/>
                  <a:gd name="T21" fmla="*/ 0 h 27"/>
                  <a:gd name="T22" fmla="*/ 23 w 24"/>
                  <a:gd name="T23" fmla="*/ 2 h 27"/>
                  <a:gd name="T24" fmla="*/ 21 w 24"/>
                  <a:gd name="T25" fmla="*/ 7 h 27"/>
                  <a:gd name="T26" fmla="*/ 18 w 24"/>
                  <a:gd name="T27" fmla="*/ 10 h 27"/>
                  <a:gd name="T28" fmla="*/ 16 w 24"/>
                  <a:gd name="T29" fmla="*/ 13 h 27"/>
                  <a:gd name="T30" fmla="*/ 11 w 24"/>
                  <a:gd name="T31" fmla="*/ 20 h 27"/>
                  <a:gd name="T32" fmla="*/ 10 w 24"/>
                  <a:gd name="T33" fmla="*/ 22 h 27"/>
                  <a:gd name="T34" fmla="*/ 8 w 24"/>
                  <a:gd name="T35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" h="27">
                    <a:moveTo>
                      <a:pt x="8" y="26"/>
                    </a:moveTo>
                    <a:cubicBezTo>
                      <a:pt x="8" y="27"/>
                      <a:pt x="8" y="27"/>
                      <a:pt x="7" y="27"/>
                    </a:cubicBezTo>
                    <a:cubicBezTo>
                      <a:pt x="5" y="27"/>
                      <a:pt x="5" y="27"/>
                      <a:pt x="3" y="27"/>
                    </a:cubicBezTo>
                    <a:cubicBezTo>
                      <a:pt x="1" y="27"/>
                      <a:pt x="0" y="24"/>
                      <a:pt x="0" y="22"/>
                    </a:cubicBezTo>
                    <a:cubicBezTo>
                      <a:pt x="1" y="20"/>
                      <a:pt x="2" y="19"/>
                      <a:pt x="2" y="17"/>
                    </a:cubicBezTo>
                    <a:cubicBezTo>
                      <a:pt x="2" y="16"/>
                      <a:pt x="2" y="14"/>
                      <a:pt x="2" y="12"/>
                    </a:cubicBezTo>
                    <a:cubicBezTo>
                      <a:pt x="2" y="11"/>
                      <a:pt x="2" y="10"/>
                      <a:pt x="2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7" y="4"/>
                      <a:pt x="9" y="3"/>
                      <a:pt x="11" y="2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7" y="1"/>
                      <a:pt x="18" y="0"/>
                    </a:cubicBezTo>
                    <a:cubicBezTo>
                      <a:pt x="20" y="0"/>
                      <a:pt x="22" y="0"/>
                      <a:pt x="23" y="2"/>
                    </a:cubicBezTo>
                    <a:cubicBezTo>
                      <a:pt x="24" y="3"/>
                      <a:pt x="22" y="5"/>
                      <a:pt x="21" y="7"/>
                    </a:cubicBezTo>
                    <a:cubicBezTo>
                      <a:pt x="20" y="8"/>
                      <a:pt x="19" y="9"/>
                      <a:pt x="18" y="10"/>
                    </a:cubicBezTo>
                    <a:cubicBezTo>
                      <a:pt x="17" y="11"/>
                      <a:pt x="17" y="12"/>
                      <a:pt x="16" y="13"/>
                    </a:cubicBezTo>
                    <a:cubicBezTo>
                      <a:pt x="15" y="15"/>
                      <a:pt x="13" y="18"/>
                      <a:pt x="11" y="20"/>
                    </a:cubicBezTo>
                    <a:cubicBezTo>
                      <a:pt x="11" y="20"/>
                      <a:pt x="10" y="21"/>
                      <a:pt x="10" y="22"/>
                    </a:cubicBezTo>
                    <a:cubicBezTo>
                      <a:pt x="9" y="23"/>
                      <a:pt x="9" y="24"/>
                      <a:pt x="8" y="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6" name="Freeform 2677">
                <a:extLst>
                  <a:ext uri="{FF2B5EF4-FFF2-40B4-BE49-F238E27FC236}">
                    <a16:creationId xmlns:a16="http://schemas.microsoft.com/office/drawing/2014/main" id="{B0552991-6A93-F340-9439-96FB827C8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697"/>
                <a:ext cx="14" cy="15"/>
              </a:xfrm>
              <a:custGeom>
                <a:avLst/>
                <a:gdLst>
                  <a:gd name="T0" fmla="*/ 1 w 35"/>
                  <a:gd name="T1" fmla="*/ 4 h 36"/>
                  <a:gd name="T2" fmla="*/ 9 w 35"/>
                  <a:gd name="T3" fmla="*/ 4 h 36"/>
                  <a:gd name="T4" fmla="*/ 11 w 35"/>
                  <a:gd name="T5" fmla="*/ 12 h 36"/>
                  <a:gd name="T6" fmla="*/ 15 w 35"/>
                  <a:gd name="T7" fmla="*/ 15 h 36"/>
                  <a:gd name="T8" fmla="*/ 14 w 35"/>
                  <a:gd name="T9" fmla="*/ 8 h 36"/>
                  <a:gd name="T10" fmla="*/ 15 w 35"/>
                  <a:gd name="T11" fmla="*/ 3 h 36"/>
                  <a:gd name="T12" fmla="*/ 27 w 35"/>
                  <a:gd name="T13" fmla="*/ 4 h 36"/>
                  <a:gd name="T14" fmla="*/ 33 w 35"/>
                  <a:gd name="T15" fmla="*/ 14 h 36"/>
                  <a:gd name="T16" fmla="*/ 31 w 35"/>
                  <a:gd name="T17" fmla="*/ 23 h 36"/>
                  <a:gd name="T18" fmla="*/ 22 w 35"/>
                  <a:gd name="T19" fmla="*/ 32 h 36"/>
                  <a:gd name="T20" fmla="*/ 16 w 35"/>
                  <a:gd name="T21" fmla="*/ 34 h 36"/>
                  <a:gd name="T22" fmla="*/ 11 w 35"/>
                  <a:gd name="T23" fmla="*/ 29 h 36"/>
                  <a:gd name="T24" fmla="*/ 9 w 35"/>
                  <a:gd name="T25" fmla="*/ 23 h 36"/>
                  <a:gd name="T26" fmla="*/ 5 w 35"/>
                  <a:gd name="T27" fmla="*/ 19 h 36"/>
                  <a:gd name="T28" fmla="*/ 2 w 35"/>
                  <a:gd name="T29" fmla="*/ 13 h 36"/>
                  <a:gd name="T30" fmla="*/ 1 w 35"/>
                  <a:gd name="T31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36">
                    <a:moveTo>
                      <a:pt x="1" y="4"/>
                    </a:moveTo>
                    <a:cubicBezTo>
                      <a:pt x="3" y="0"/>
                      <a:pt x="8" y="0"/>
                      <a:pt x="9" y="4"/>
                    </a:cubicBezTo>
                    <a:cubicBezTo>
                      <a:pt x="10" y="7"/>
                      <a:pt x="10" y="9"/>
                      <a:pt x="11" y="12"/>
                    </a:cubicBezTo>
                    <a:cubicBezTo>
                      <a:pt x="12" y="13"/>
                      <a:pt x="14" y="16"/>
                      <a:pt x="15" y="15"/>
                    </a:cubicBezTo>
                    <a:cubicBezTo>
                      <a:pt x="16" y="14"/>
                      <a:pt x="14" y="10"/>
                      <a:pt x="14" y="8"/>
                    </a:cubicBezTo>
                    <a:cubicBezTo>
                      <a:pt x="13" y="6"/>
                      <a:pt x="13" y="4"/>
                      <a:pt x="15" y="3"/>
                    </a:cubicBezTo>
                    <a:cubicBezTo>
                      <a:pt x="19" y="2"/>
                      <a:pt x="24" y="2"/>
                      <a:pt x="27" y="4"/>
                    </a:cubicBezTo>
                    <a:cubicBezTo>
                      <a:pt x="30" y="7"/>
                      <a:pt x="32" y="11"/>
                      <a:pt x="33" y="14"/>
                    </a:cubicBezTo>
                    <a:cubicBezTo>
                      <a:pt x="35" y="18"/>
                      <a:pt x="33" y="20"/>
                      <a:pt x="31" y="23"/>
                    </a:cubicBezTo>
                    <a:cubicBezTo>
                      <a:pt x="29" y="27"/>
                      <a:pt x="25" y="29"/>
                      <a:pt x="22" y="32"/>
                    </a:cubicBezTo>
                    <a:cubicBezTo>
                      <a:pt x="21" y="34"/>
                      <a:pt x="18" y="36"/>
                      <a:pt x="16" y="34"/>
                    </a:cubicBezTo>
                    <a:cubicBezTo>
                      <a:pt x="14" y="33"/>
                      <a:pt x="13" y="31"/>
                      <a:pt x="11" y="29"/>
                    </a:cubicBezTo>
                    <a:cubicBezTo>
                      <a:pt x="10" y="27"/>
                      <a:pt x="10" y="25"/>
                      <a:pt x="9" y="23"/>
                    </a:cubicBezTo>
                    <a:cubicBezTo>
                      <a:pt x="8" y="22"/>
                      <a:pt x="6" y="21"/>
                      <a:pt x="5" y="19"/>
                    </a:cubicBezTo>
                    <a:cubicBezTo>
                      <a:pt x="4" y="17"/>
                      <a:pt x="3" y="15"/>
                      <a:pt x="2" y="13"/>
                    </a:cubicBezTo>
                    <a:cubicBezTo>
                      <a:pt x="1" y="10"/>
                      <a:pt x="0" y="7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7" name="Freeform 2678">
                <a:extLst>
                  <a:ext uri="{FF2B5EF4-FFF2-40B4-BE49-F238E27FC236}">
                    <a16:creationId xmlns:a16="http://schemas.microsoft.com/office/drawing/2014/main" id="{A98A917B-9F71-E94C-84CF-D18728825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704"/>
                <a:ext cx="15" cy="17"/>
              </a:xfrm>
              <a:custGeom>
                <a:avLst/>
                <a:gdLst>
                  <a:gd name="T0" fmla="*/ 20 w 35"/>
                  <a:gd name="T1" fmla="*/ 1 h 41"/>
                  <a:gd name="T2" fmla="*/ 22 w 35"/>
                  <a:gd name="T3" fmla="*/ 3 h 41"/>
                  <a:gd name="T4" fmla="*/ 23 w 35"/>
                  <a:gd name="T5" fmla="*/ 5 h 41"/>
                  <a:gd name="T6" fmla="*/ 28 w 35"/>
                  <a:gd name="T7" fmla="*/ 10 h 41"/>
                  <a:gd name="T8" fmla="*/ 31 w 35"/>
                  <a:gd name="T9" fmla="*/ 15 h 41"/>
                  <a:gd name="T10" fmla="*/ 35 w 35"/>
                  <a:gd name="T11" fmla="*/ 24 h 41"/>
                  <a:gd name="T12" fmla="*/ 30 w 35"/>
                  <a:gd name="T13" fmla="*/ 34 h 41"/>
                  <a:gd name="T14" fmla="*/ 25 w 35"/>
                  <a:gd name="T15" fmla="*/ 34 h 41"/>
                  <a:gd name="T16" fmla="*/ 20 w 35"/>
                  <a:gd name="T17" fmla="*/ 34 h 41"/>
                  <a:gd name="T18" fmla="*/ 16 w 35"/>
                  <a:gd name="T19" fmla="*/ 36 h 41"/>
                  <a:gd name="T20" fmla="*/ 12 w 35"/>
                  <a:gd name="T21" fmla="*/ 38 h 41"/>
                  <a:gd name="T22" fmla="*/ 6 w 35"/>
                  <a:gd name="T23" fmla="*/ 39 h 41"/>
                  <a:gd name="T24" fmla="*/ 1 w 35"/>
                  <a:gd name="T25" fmla="*/ 39 h 41"/>
                  <a:gd name="T26" fmla="*/ 0 w 35"/>
                  <a:gd name="T27" fmla="*/ 34 h 41"/>
                  <a:gd name="T28" fmla="*/ 0 w 35"/>
                  <a:gd name="T29" fmla="*/ 27 h 41"/>
                  <a:gd name="T30" fmla="*/ 2 w 35"/>
                  <a:gd name="T31" fmla="*/ 23 h 41"/>
                  <a:gd name="T32" fmla="*/ 7 w 35"/>
                  <a:gd name="T33" fmla="*/ 18 h 41"/>
                  <a:gd name="T34" fmla="*/ 10 w 35"/>
                  <a:gd name="T35" fmla="*/ 13 h 41"/>
                  <a:gd name="T36" fmla="*/ 13 w 35"/>
                  <a:gd name="T37" fmla="*/ 9 h 41"/>
                  <a:gd name="T38" fmla="*/ 15 w 35"/>
                  <a:gd name="T39" fmla="*/ 6 h 41"/>
                  <a:gd name="T40" fmla="*/ 20 w 35"/>
                  <a:gd name="T41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" h="41">
                    <a:moveTo>
                      <a:pt x="20" y="1"/>
                    </a:moveTo>
                    <a:cubicBezTo>
                      <a:pt x="21" y="1"/>
                      <a:pt x="21" y="2"/>
                      <a:pt x="22" y="3"/>
                    </a:cubicBezTo>
                    <a:cubicBezTo>
                      <a:pt x="22" y="4"/>
                      <a:pt x="23" y="5"/>
                      <a:pt x="23" y="5"/>
                    </a:cubicBezTo>
                    <a:cubicBezTo>
                      <a:pt x="25" y="7"/>
                      <a:pt x="26" y="8"/>
                      <a:pt x="28" y="10"/>
                    </a:cubicBezTo>
                    <a:cubicBezTo>
                      <a:pt x="29" y="12"/>
                      <a:pt x="30" y="13"/>
                      <a:pt x="31" y="15"/>
                    </a:cubicBezTo>
                    <a:cubicBezTo>
                      <a:pt x="32" y="18"/>
                      <a:pt x="34" y="20"/>
                      <a:pt x="35" y="24"/>
                    </a:cubicBezTo>
                    <a:cubicBezTo>
                      <a:pt x="35" y="27"/>
                      <a:pt x="34" y="33"/>
                      <a:pt x="30" y="34"/>
                    </a:cubicBezTo>
                    <a:cubicBezTo>
                      <a:pt x="29" y="35"/>
                      <a:pt x="27" y="34"/>
                      <a:pt x="25" y="34"/>
                    </a:cubicBezTo>
                    <a:cubicBezTo>
                      <a:pt x="24" y="34"/>
                      <a:pt x="22" y="34"/>
                      <a:pt x="20" y="34"/>
                    </a:cubicBezTo>
                    <a:cubicBezTo>
                      <a:pt x="19" y="35"/>
                      <a:pt x="17" y="35"/>
                      <a:pt x="16" y="36"/>
                    </a:cubicBezTo>
                    <a:cubicBezTo>
                      <a:pt x="14" y="36"/>
                      <a:pt x="13" y="37"/>
                      <a:pt x="12" y="38"/>
                    </a:cubicBezTo>
                    <a:cubicBezTo>
                      <a:pt x="10" y="39"/>
                      <a:pt x="8" y="39"/>
                      <a:pt x="6" y="39"/>
                    </a:cubicBezTo>
                    <a:cubicBezTo>
                      <a:pt x="5" y="40"/>
                      <a:pt x="2" y="41"/>
                      <a:pt x="1" y="39"/>
                    </a:cubicBezTo>
                    <a:cubicBezTo>
                      <a:pt x="0" y="38"/>
                      <a:pt x="0" y="36"/>
                      <a:pt x="0" y="34"/>
                    </a:cubicBezTo>
                    <a:cubicBezTo>
                      <a:pt x="0" y="32"/>
                      <a:pt x="0" y="29"/>
                      <a:pt x="0" y="27"/>
                    </a:cubicBezTo>
                    <a:cubicBezTo>
                      <a:pt x="1" y="26"/>
                      <a:pt x="2" y="24"/>
                      <a:pt x="2" y="23"/>
                    </a:cubicBezTo>
                    <a:cubicBezTo>
                      <a:pt x="3" y="21"/>
                      <a:pt x="5" y="20"/>
                      <a:pt x="7" y="18"/>
                    </a:cubicBezTo>
                    <a:cubicBezTo>
                      <a:pt x="8" y="17"/>
                      <a:pt x="8" y="14"/>
                      <a:pt x="10" y="13"/>
                    </a:cubicBezTo>
                    <a:cubicBezTo>
                      <a:pt x="11" y="12"/>
                      <a:pt x="12" y="11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6" y="5"/>
                      <a:pt x="19" y="0"/>
                      <a:pt x="2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8" name="Freeform 2679">
                <a:extLst>
                  <a:ext uri="{FF2B5EF4-FFF2-40B4-BE49-F238E27FC236}">
                    <a16:creationId xmlns:a16="http://schemas.microsoft.com/office/drawing/2014/main" id="{0CBDAF01-449D-DC4B-B18D-70915A01D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692"/>
                <a:ext cx="17" cy="12"/>
              </a:xfrm>
              <a:custGeom>
                <a:avLst/>
                <a:gdLst>
                  <a:gd name="T0" fmla="*/ 23 w 41"/>
                  <a:gd name="T1" fmla="*/ 27 h 29"/>
                  <a:gd name="T2" fmla="*/ 20 w 41"/>
                  <a:gd name="T3" fmla="*/ 24 h 29"/>
                  <a:gd name="T4" fmla="*/ 10 w 41"/>
                  <a:gd name="T5" fmla="*/ 19 h 29"/>
                  <a:gd name="T6" fmla="*/ 6 w 41"/>
                  <a:gd name="T7" fmla="*/ 11 h 29"/>
                  <a:gd name="T8" fmla="*/ 2 w 41"/>
                  <a:gd name="T9" fmla="*/ 9 h 29"/>
                  <a:gd name="T10" fmla="*/ 2 w 41"/>
                  <a:gd name="T11" fmla="*/ 5 h 29"/>
                  <a:gd name="T12" fmla="*/ 5 w 41"/>
                  <a:gd name="T13" fmla="*/ 1 h 29"/>
                  <a:gd name="T14" fmla="*/ 10 w 41"/>
                  <a:gd name="T15" fmla="*/ 1 h 29"/>
                  <a:gd name="T16" fmla="*/ 17 w 41"/>
                  <a:gd name="T17" fmla="*/ 3 h 29"/>
                  <a:gd name="T18" fmla="*/ 19 w 41"/>
                  <a:gd name="T19" fmla="*/ 8 h 29"/>
                  <a:gd name="T20" fmla="*/ 28 w 41"/>
                  <a:gd name="T21" fmla="*/ 9 h 29"/>
                  <a:gd name="T22" fmla="*/ 36 w 41"/>
                  <a:gd name="T23" fmla="*/ 7 h 29"/>
                  <a:gd name="T24" fmla="*/ 38 w 41"/>
                  <a:gd name="T25" fmla="*/ 14 h 29"/>
                  <a:gd name="T26" fmla="*/ 40 w 41"/>
                  <a:gd name="T27" fmla="*/ 19 h 29"/>
                  <a:gd name="T28" fmla="*/ 39 w 41"/>
                  <a:gd name="T29" fmla="*/ 27 h 29"/>
                  <a:gd name="T30" fmla="*/ 31 w 41"/>
                  <a:gd name="T31" fmla="*/ 29 h 29"/>
                  <a:gd name="T32" fmla="*/ 23 w 41"/>
                  <a:gd name="T33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29">
                    <a:moveTo>
                      <a:pt x="23" y="27"/>
                    </a:moveTo>
                    <a:cubicBezTo>
                      <a:pt x="22" y="26"/>
                      <a:pt x="21" y="25"/>
                      <a:pt x="20" y="24"/>
                    </a:cubicBezTo>
                    <a:cubicBezTo>
                      <a:pt x="17" y="22"/>
                      <a:pt x="12" y="22"/>
                      <a:pt x="10" y="19"/>
                    </a:cubicBezTo>
                    <a:cubicBezTo>
                      <a:pt x="8" y="17"/>
                      <a:pt x="9" y="12"/>
                      <a:pt x="6" y="11"/>
                    </a:cubicBezTo>
                    <a:cubicBezTo>
                      <a:pt x="5" y="10"/>
                      <a:pt x="3" y="10"/>
                      <a:pt x="2" y="9"/>
                    </a:cubicBezTo>
                    <a:cubicBezTo>
                      <a:pt x="0" y="8"/>
                      <a:pt x="1" y="6"/>
                      <a:pt x="2" y="5"/>
                    </a:cubicBezTo>
                    <a:cubicBezTo>
                      <a:pt x="2" y="4"/>
                      <a:pt x="3" y="2"/>
                      <a:pt x="5" y="1"/>
                    </a:cubicBezTo>
                    <a:cubicBezTo>
                      <a:pt x="6" y="0"/>
                      <a:pt x="8" y="0"/>
                      <a:pt x="10" y="1"/>
                    </a:cubicBezTo>
                    <a:cubicBezTo>
                      <a:pt x="12" y="1"/>
                      <a:pt x="15" y="1"/>
                      <a:pt x="17" y="3"/>
                    </a:cubicBezTo>
                    <a:cubicBezTo>
                      <a:pt x="18" y="5"/>
                      <a:pt x="18" y="6"/>
                      <a:pt x="19" y="8"/>
                    </a:cubicBezTo>
                    <a:cubicBezTo>
                      <a:pt x="21" y="10"/>
                      <a:pt x="26" y="11"/>
                      <a:pt x="28" y="9"/>
                    </a:cubicBezTo>
                    <a:cubicBezTo>
                      <a:pt x="30" y="7"/>
                      <a:pt x="34" y="4"/>
                      <a:pt x="36" y="7"/>
                    </a:cubicBezTo>
                    <a:cubicBezTo>
                      <a:pt x="38" y="9"/>
                      <a:pt x="38" y="12"/>
                      <a:pt x="38" y="14"/>
                    </a:cubicBezTo>
                    <a:cubicBezTo>
                      <a:pt x="39" y="16"/>
                      <a:pt x="40" y="17"/>
                      <a:pt x="40" y="19"/>
                    </a:cubicBezTo>
                    <a:cubicBezTo>
                      <a:pt x="41" y="22"/>
                      <a:pt x="41" y="25"/>
                      <a:pt x="39" y="27"/>
                    </a:cubicBezTo>
                    <a:cubicBezTo>
                      <a:pt x="37" y="29"/>
                      <a:pt x="34" y="29"/>
                      <a:pt x="31" y="29"/>
                    </a:cubicBezTo>
                    <a:cubicBezTo>
                      <a:pt x="28" y="29"/>
                      <a:pt x="26" y="29"/>
                      <a:pt x="23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9" name="Freeform 2680">
                <a:extLst>
                  <a:ext uri="{FF2B5EF4-FFF2-40B4-BE49-F238E27FC236}">
                    <a16:creationId xmlns:a16="http://schemas.microsoft.com/office/drawing/2014/main" id="{3B3AFD1E-CA64-074C-9126-849301667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694"/>
                <a:ext cx="4" cy="5"/>
              </a:xfrm>
              <a:custGeom>
                <a:avLst/>
                <a:gdLst>
                  <a:gd name="T0" fmla="*/ 1 w 10"/>
                  <a:gd name="T1" fmla="*/ 4 h 12"/>
                  <a:gd name="T2" fmla="*/ 1 w 10"/>
                  <a:gd name="T3" fmla="*/ 2 h 12"/>
                  <a:gd name="T4" fmla="*/ 3 w 10"/>
                  <a:gd name="T5" fmla="*/ 1 h 12"/>
                  <a:gd name="T6" fmla="*/ 5 w 10"/>
                  <a:gd name="T7" fmla="*/ 4 h 12"/>
                  <a:gd name="T8" fmla="*/ 7 w 10"/>
                  <a:gd name="T9" fmla="*/ 6 h 12"/>
                  <a:gd name="T10" fmla="*/ 9 w 10"/>
                  <a:gd name="T11" fmla="*/ 7 h 12"/>
                  <a:gd name="T12" fmla="*/ 7 w 10"/>
                  <a:gd name="T13" fmla="*/ 9 h 12"/>
                  <a:gd name="T14" fmla="*/ 4 w 10"/>
                  <a:gd name="T15" fmla="*/ 11 h 12"/>
                  <a:gd name="T16" fmla="*/ 1 w 10"/>
                  <a:gd name="T17" fmla="*/ 11 h 12"/>
                  <a:gd name="T18" fmla="*/ 1 w 10"/>
                  <a:gd name="T1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2">
                    <a:moveTo>
                      <a:pt x="1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5" y="4"/>
                    </a:cubicBezTo>
                    <a:cubicBezTo>
                      <a:pt x="5" y="5"/>
                      <a:pt x="6" y="5"/>
                      <a:pt x="7" y="6"/>
                    </a:cubicBezTo>
                    <a:cubicBezTo>
                      <a:pt x="8" y="6"/>
                      <a:pt x="9" y="6"/>
                      <a:pt x="9" y="7"/>
                    </a:cubicBezTo>
                    <a:cubicBezTo>
                      <a:pt x="10" y="8"/>
                      <a:pt x="8" y="9"/>
                      <a:pt x="7" y="9"/>
                    </a:cubicBezTo>
                    <a:cubicBezTo>
                      <a:pt x="6" y="10"/>
                      <a:pt x="5" y="10"/>
                      <a:pt x="4" y="11"/>
                    </a:cubicBezTo>
                    <a:cubicBezTo>
                      <a:pt x="3" y="12"/>
                      <a:pt x="1" y="12"/>
                      <a:pt x="1" y="11"/>
                    </a:cubicBezTo>
                    <a:cubicBezTo>
                      <a:pt x="0" y="9"/>
                      <a:pt x="1" y="6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0" name="Freeform 2681">
                <a:extLst>
                  <a:ext uri="{FF2B5EF4-FFF2-40B4-BE49-F238E27FC236}">
                    <a16:creationId xmlns:a16="http://schemas.microsoft.com/office/drawing/2014/main" id="{26B311AF-C263-9F4E-9A14-01A69D386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688"/>
                <a:ext cx="6" cy="4"/>
              </a:xfrm>
              <a:custGeom>
                <a:avLst/>
                <a:gdLst>
                  <a:gd name="T0" fmla="*/ 9 w 15"/>
                  <a:gd name="T1" fmla="*/ 2 h 11"/>
                  <a:gd name="T2" fmla="*/ 12 w 15"/>
                  <a:gd name="T3" fmla="*/ 4 h 11"/>
                  <a:gd name="T4" fmla="*/ 14 w 15"/>
                  <a:gd name="T5" fmla="*/ 6 h 11"/>
                  <a:gd name="T6" fmla="*/ 11 w 15"/>
                  <a:gd name="T7" fmla="*/ 10 h 11"/>
                  <a:gd name="T8" fmla="*/ 9 w 15"/>
                  <a:gd name="T9" fmla="*/ 10 h 11"/>
                  <a:gd name="T10" fmla="*/ 7 w 15"/>
                  <a:gd name="T11" fmla="*/ 8 h 11"/>
                  <a:gd name="T12" fmla="*/ 5 w 15"/>
                  <a:gd name="T13" fmla="*/ 9 h 11"/>
                  <a:gd name="T14" fmla="*/ 1 w 15"/>
                  <a:gd name="T15" fmla="*/ 5 h 11"/>
                  <a:gd name="T16" fmla="*/ 3 w 15"/>
                  <a:gd name="T17" fmla="*/ 3 h 11"/>
                  <a:gd name="T18" fmla="*/ 5 w 15"/>
                  <a:gd name="T19" fmla="*/ 1 h 11"/>
                  <a:gd name="T20" fmla="*/ 8 w 15"/>
                  <a:gd name="T21" fmla="*/ 0 h 11"/>
                  <a:gd name="T22" fmla="*/ 9 w 15"/>
                  <a:gd name="T2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1">
                    <a:moveTo>
                      <a:pt x="9" y="2"/>
                    </a:moveTo>
                    <a:cubicBezTo>
                      <a:pt x="10" y="3"/>
                      <a:pt x="10" y="4"/>
                      <a:pt x="12" y="4"/>
                    </a:cubicBezTo>
                    <a:cubicBezTo>
                      <a:pt x="13" y="5"/>
                      <a:pt x="14" y="5"/>
                      <a:pt x="14" y="6"/>
                    </a:cubicBezTo>
                    <a:cubicBezTo>
                      <a:pt x="15" y="8"/>
                      <a:pt x="13" y="11"/>
                      <a:pt x="11" y="10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8" y="9"/>
                      <a:pt x="8" y="9"/>
                      <a:pt x="7" y="8"/>
                    </a:cubicBezTo>
                    <a:cubicBezTo>
                      <a:pt x="6" y="8"/>
                      <a:pt x="6" y="9"/>
                      <a:pt x="5" y="9"/>
                    </a:cubicBezTo>
                    <a:cubicBezTo>
                      <a:pt x="2" y="10"/>
                      <a:pt x="0" y="7"/>
                      <a:pt x="1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4" y="3"/>
                      <a:pt x="4" y="1"/>
                      <a:pt x="5" y="1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8" y="1"/>
                      <a:pt x="9" y="1"/>
                      <a:pt x="9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1" name="Freeform 2682">
                <a:extLst>
                  <a:ext uri="{FF2B5EF4-FFF2-40B4-BE49-F238E27FC236}">
                    <a16:creationId xmlns:a16="http://schemas.microsoft.com/office/drawing/2014/main" id="{C8A37352-6D04-AF41-9448-8B5419E7A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706"/>
                <a:ext cx="3" cy="3"/>
              </a:xfrm>
              <a:custGeom>
                <a:avLst/>
                <a:gdLst>
                  <a:gd name="T0" fmla="*/ 1 w 8"/>
                  <a:gd name="T1" fmla="*/ 9 h 9"/>
                  <a:gd name="T2" fmla="*/ 0 w 8"/>
                  <a:gd name="T3" fmla="*/ 6 h 9"/>
                  <a:gd name="T4" fmla="*/ 2 w 8"/>
                  <a:gd name="T5" fmla="*/ 3 h 9"/>
                  <a:gd name="T6" fmla="*/ 3 w 8"/>
                  <a:gd name="T7" fmla="*/ 1 h 9"/>
                  <a:gd name="T8" fmla="*/ 6 w 8"/>
                  <a:gd name="T9" fmla="*/ 0 h 9"/>
                  <a:gd name="T10" fmla="*/ 8 w 8"/>
                  <a:gd name="T11" fmla="*/ 2 h 9"/>
                  <a:gd name="T12" fmla="*/ 4 w 8"/>
                  <a:gd name="T13" fmla="*/ 6 h 9"/>
                  <a:gd name="T14" fmla="*/ 1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1" y="9"/>
                    </a:moveTo>
                    <a:cubicBezTo>
                      <a:pt x="0" y="9"/>
                      <a:pt x="0" y="7"/>
                      <a:pt x="0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3" y="3"/>
                      <a:pt x="2" y="2"/>
                      <a:pt x="3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7" y="4"/>
                      <a:pt x="5" y="5"/>
                      <a:pt x="4" y="6"/>
                    </a:cubicBezTo>
                    <a:cubicBezTo>
                      <a:pt x="3" y="7"/>
                      <a:pt x="3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2" name="Freeform 2683">
                <a:extLst>
                  <a:ext uri="{FF2B5EF4-FFF2-40B4-BE49-F238E27FC236}">
                    <a16:creationId xmlns:a16="http://schemas.microsoft.com/office/drawing/2014/main" id="{878881D7-3777-084D-B457-354415814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658"/>
                <a:ext cx="30" cy="47"/>
              </a:xfrm>
              <a:custGeom>
                <a:avLst/>
                <a:gdLst>
                  <a:gd name="T0" fmla="*/ 9 w 73"/>
                  <a:gd name="T1" fmla="*/ 104 h 117"/>
                  <a:gd name="T2" fmla="*/ 9 w 73"/>
                  <a:gd name="T3" fmla="*/ 104 h 117"/>
                  <a:gd name="T4" fmla="*/ 13 w 73"/>
                  <a:gd name="T5" fmla="*/ 95 h 117"/>
                  <a:gd name="T6" fmla="*/ 16 w 73"/>
                  <a:gd name="T7" fmla="*/ 89 h 117"/>
                  <a:gd name="T8" fmla="*/ 28 w 73"/>
                  <a:gd name="T9" fmla="*/ 82 h 117"/>
                  <a:gd name="T10" fmla="*/ 36 w 73"/>
                  <a:gd name="T11" fmla="*/ 80 h 117"/>
                  <a:gd name="T12" fmla="*/ 44 w 73"/>
                  <a:gd name="T13" fmla="*/ 71 h 117"/>
                  <a:gd name="T14" fmla="*/ 50 w 73"/>
                  <a:gd name="T15" fmla="*/ 55 h 117"/>
                  <a:gd name="T16" fmla="*/ 60 w 73"/>
                  <a:gd name="T17" fmla="*/ 44 h 117"/>
                  <a:gd name="T18" fmla="*/ 69 w 73"/>
                  <a:gd name="T19" fmla="*/ 31 h 117"/>
                  <a:gd name="T20" fmla="*/ 71 w 73"/>
                  <a:gd name="T21" fmla="*/ 10 h 117"/>
                  <a:gd name="T22" fmla="*/ 63 w 73"/>
                  <a:gd name="T23" fmla="*/ 1 h 117"/>
                  <a:gd name="T24" fmla="*/ 49 w 73"/>
                  <a:gd name="T25" fmla="*/ 10 h 117"/>
                  <a:gd name="T26" fmla="*/ 41 w 73"/>
                  <a:gd name="T27" fmla="*/ 22 h 117"/>
                  <a:gd name="T28" fmla="*/ 30 w 73"/>
                  <a:gd name="T29" fmla="*/ 43 h 117"/>
                  <a:gd name="T30" fmla="*/ 20 w 73"/>
                  <a:gd name="T31" fmla="*/ 48 h 117"/>
                  <a:gd name="T32" fmla="*/ 11 w 73"/>
                  <a:gd name="T33" fmla="*/ 59 h 117"/>
                  <a:gd name="T34" fmla="*/ 1 w 73"/>
                  <a:gd name="T35" fmla="*/ 89 h 117"/>
                  <a:gd name="T36" fmla="*/ 0 w 73"/>
                  <a:gd name="T37" fmla="*/ 104 h 117"/>
                  <a:gd name="T38" fmla="*/ 2 w 73"/>
                  <a:gd name="T39" fmla="*/ 111 h 117"/>
                  <a:gd name="T40" fmla="*/ 4 w 73"/>
                  <a:gd name="T41" fmla="*/ 116 h 117"/>
                  <a:gd name="T42" fmla="*/ 8 w 73"/>
                  <a:gd name="T43" fmla="*/ 111 h 117"/>
                  <a:gd name="T44" fmla="*/ 8 w 73"/>
                  <a:gd name="T45" fmla="*/ 109 h 117"/>
                  <a:gd name="T46" fmla="*/ 9 w 73"/>
                  <a:gd name="T47" fmla="*/ 10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" h="117">
                    <a:moveTo>
                      <a:pt x="9" y="104"/>
                    </a:moveTo>
                    <a:cubicBezTo>
                      <a:pt x="9" y="104"/>
                      <a:pt x="9" y="104"/>
                      <a:pt x="9" y="104"/>
                    </a:cubicBezTo>
                    <a:cubicBezTo>
                      <a:pt x="10" y="101"/>
                      <a:pt x="11" y="98"/>
                      <a:pt x="13" y="95"/>
                    </a:cubicBezTo>
                    <a:cubicBezTo>
                      <a:pt x="14" y="93"/>
                      <a:pt x="14" y="91"/>
                      <a:pt x="16" y="89"/>
                    </a:cubicBezTo>
                    <a:cubicBezTo>
                      <a:pt x="19" y="85"/>
                      <a:pt x="24" y="83"/>
                      <a:pt x="28" y="82"/>
                    </a:cubicBezTo>
                    <a:cubicBezTo>
                      <a:pt x="31" y="82"/>
                      <a:pt x="34" y="81"/>
                      <a:pt x="36" y="80"/>
                    </a:cubicBezTo>
                    <a:cubicBezTo>
                      <a:pt x="40" y="79"/>
                      <a:pt x="43" y="75"/>
                      <a:pt x="44" y="71"/>
                    </a:cubicBezTo>
                    <a:cubicBezTo>
                      <a:pt x="46" y="66"/>
                      <a:pt x="48" y="60"/>
                      <a:pt x="50" y="55"/>
                    </a:cubicBezTo>
                    <a:cubicBezTo>
                      <a:pt x="53" y="50"/>
                      <a:pt x="56" y="47"/>
                      <a:pt x="60" y="44"/>
                    </a:cubicBezTo>
                    <a:cubicBezTo>
                      <a:pt x="65" y="40"/>
                      <a:pt x="68" y="37"/>
                      <a:pt x="69" y="31"/>
                    </a:cubicBezTo>
                    <a:cubicBezTo>
                      <a:pt x="72" y="25"/>
                      <a:pt x="73" y="17"/>
                      <a:pt x="71" y="10"/>
                    </a:cubicBezTo>
                    <a:cubicBezTo>
                      <a:pt x="71" y="5"/>
                      <a:pt x="68" y="0"/>
                      <a:pt x="63" y="1"/>
                    </a:cubicBezTo>
                    <a:cubicBezTo>
                      <a:pt x="57" y="2"/>
                      <a:pt x="52" y="6"/>
                      <a:pt x="49" y="10"/>
                    </a:cubicBezTo>
                    <a:cubicBezTo>
                      <a:pt x="46" y="14"/>
                      <a:pt x="43" y="18"/>
                      <a:pt x="41" y="22"/>
                    </a:cubicBezTo>
                    <a:cubicBezTo>
                      <a:pt x="39" y="30"/>
                      <a:pt x="38" y="38"/>
                      <a:pt x="30" y="43"/>
                    </a:cubicBezTo>
                    <a:cubicBezTo>
                      <a:pt x="27" y="45"/>
                      <a:pt x="24" y="46"/>
                      <a:pt x="20" y="48"/>
                    </a:cubicBezTo>
                    <a:cubicBezTo>
                      <a:pt x="16" y="51"/>
                      <a:pt x="13" y="55"/>
                      <a:pt x="11" y="59"/>
                    </a:cubicBezTo>
                    <a:cubicBezTo>
                      <a:pt x="6" y="68"/>
                      <a:pt x="2" y="79"/>
                      <a:pt x="1" y="89"/>
                    </a:cubicBezTo>
                    <a:cubicBezTo>
                      <a:pt x="0" y="94"/>
                      <a:pt x="0" y="99"/>
                      <a:pt x="0" y="104"/>
                    </a:cubicBezTo>
                    <a:cubicBezTo>
                      <a:pt x="1" y="107"/>
                      <a:pt x="1" y="109"/>
                      <a:pt x="2" y="111"/>
                    </a:cubicBezTo>
                    <a:cubicBezTo>
                      <a:pt x="2" y="113"/>
                      <a:pt x="3" y="116"/>
                      <a:pt x="4" y="116"/>
                    </a:cubicBezTo>
                    <a:cubicBezTo>
                      <a:pt x="6" y="117"/>
                      <a:pt x="7" y="113"/>
                      <a:pt x="8" y="111"/>
                    </a:cubicBezTo>
                    <a:cubicBezTo>
                      <a:pt x="8" y="110"/>
                      <a:pt x="8" y="110"/>
                      <a:pt x="8" y="109"/>
                    </a:cubicBezTo>
                    <a:cubicBezTo>
                      <a:pt x="9" y="107"/>
                      <a:pt x="9" y="106"/>
                      <a:pt x="9" y="10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3" name="Freeform 2684">
                <a:extLst>
                  <a:ext uri="{FF2B5EF4-FFF2-40B4-BE49-F238E27FC236}">
                    <a16:creationId xmlns:a16="http://schemas.microsoft.com/office/drawing/2014/main" id="{B6701973-7255-CD46-8E15-64662BF90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697"/>
                <a:ext cx="7" cy="7"/>
              </a:xfrm>
              <a:custGeom>
                <a:avLst/>
                <a:gdLst>
                  <a:gd name="T0" fmla="*/ 7 w 17"/>
                  <a:gd name="T1" fmla="*/ 18 h 19"/>
                  <a:gd name="T2" fmla="*/ 4 w 17"/>
                  <a:gd name="T3" fmla="*/ 14 h 19"/>
                  <a:gd name="T4" fmla="*/ 2 w 17"/>
                  <a:gd name="T5" fmla="*/ 12 h 19"/>
                  <a:gd name="T6" fmla="*/ 1 w 17"/>
                  <a:gd name="T7" fmla="*/ 9 h 19"/>
                  <a:gd name="T8" fmla="*/ 0 w 17"/>
                  <a:gd name="T9" fmla="*/ 7 h 19"/>
                  <a:gd name="T10" fmla="*/ 0 w 17"/>
                  <a:gd name="T11" fmla="*/ 4 h 19"/>
                  <a:gd name="T12" fmla="*/ 2 w 17"/>
                  <a:gd name="T13" fmla="*/ 1 h 19"/>
                  <a:gd name="T14" fmla="*/ 6 w 17"/>
                  <a:gd name="T15" fmla="*/ 1 h 19"/>
                  <a:gd name="T16" fmla="*/ 9 w 17"/>
                  <a:gd name="T17" fmla="*/ 5 h 19"/>
                  <a:gd name="T18" fmla="*/ 11 w 17"/>
                  <a:gd name="T19" fmla="*/ 4 h 19"/>
                  <a:gd name="T20" fmla="*/ 16 w 17"/>
                  <a:gd name="T21" fmla="*/ 9 h 19"/>
                  <a:gd name="T22" fmla="*/ 15 w 17"/>
                  <a:gd name="T23" fmla="*/ 16 h 19"/>
                  <a:gd name="T24" fmla="*/ 13 w 17"/>
                  <a:gd name="T25" fmla="*/ 17 h 19"/>
                  <a:gd name="T26" fmla="*/ 11 w 17"/>
                  <a:gd name="T27" fmla="*/ 18 h 19"/>
                  <a:gd name="T28" fmla="*/ 7 w 17"/>
                  <a:gd name="T29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9">
                    <a:moveTo>
                      <a:pt x="7" y="18"/>
                    </a:moveTo>
                    <a:cubicBezTo>
                      <a:pt x="5" y="16"/>
                      <a:pt x="6" y="15"/>
                      <a:pt x="4" y="14"/>
                    </a:cubicBezTo>
                    <a:cubicBezTo>
                      <a:pt x="3" y="14"/>
                      <a:pt x="2" y="14"/>
                      <a:pt x="2" y="12"/>
                    </a:cubicBezTo>
                    <a:cubicBezTo>
                      <a:pt x="1" y="11"/>
                      <a:pt x="1" y="10"/>
                      <a:pt x="1" y="9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6" y="1"/>
                    </a:cubicBezTo>
                    <a:cubicBezTo>
                      <a:pt x="7" y="3"/>
                      <a:pt x="7" y="5"/>
                      <a:pt x="9" y="5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4" y="3"/>
                      <a:pt x="16" y="7"/>
                      <a:pt x="16" y="9"/>
                    </a:cubicBezTo>
                    <a:cubicBezTo>
                      <a:pt x="15" y="12"/>
                      <a:pt x="17" y="14"/>
                      <a:pt x="15" y="16"/>
                    </a:cubicBezTo>
                    <a:cubicBezTo>
                      <a:pt x="14" y="17"/>
                      <a:pt x="14" y="17"/>
                      <a:pt x="13" y="17"/>
                    </a:cubicBezTo>
                    <a:cubicBezTo>
                      <a:pt x="11" y="17"/>
                      <a:pt x="12" y="17"/>
                      <a:pt x="11" y="18"/>
                    </a:cubicBezTo>
                    <a:cubicBezTo>
                      <a:pt x="10" y="19"/>
                      <a:pt x="8" y="19"/>
                      <a:pt x="7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4" name="Freeform 2685">
                <a:extLst>
                  <a:ext uri="{FF2B5EF4-FFF2-40B4-BE49-F238E27FC236}">
                    <a16:creationId xmlns:a16="http://schemas.microsoft.com/office/drawing/2014/main" id="{A5A276D6-9FCB-4D4B-BDCC-F12CCBE9F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688"/>
                <a:ext cx="43" cy="48"/>
              </a:xfrm>
              <a:custGeom>
                <a:avLst/>
                <a:gdLst>
                  <a:gd name="T0" fmla="*/ 72 w 107"/>
                  <a:gd name="T1" fmla="*/ 54 h 118"/>
                  <a:gd name="T2" fmla="*/ 74 w 107"/>
                  <a:gd name="T3" fmla="*/ 46 h 118"/>
                  <a:gd name="T4" fmla="*/ 81 w 107"/>
                  <a:gd name="T5" fmla="*/ 49 h 118"/>
                  <a:gd name="T6" fmla="*/ 72 w 107"/>
                  <a:gd name="T7" fmla="*/ 35 h 118"/>
                  <a:gd name="T8" fmla="*/ 70 w 107"/>
                  <a:gd name="T9" fmla="*/ 10 h 118"/>
                  <a:gd name="T10" fmla="*/ 78 w 107"/>
                  <a:gd name="T11" fmla="*/ 2 h 118"/>
                  <a:gd name="T12" fmla="*/ 87 w 107"/>
                  <a:gd name="T13" fmla="*/ 14 h 118"/>
                  <a:gd name="T14" fmla="*/ 91 w 107"/>
                  <a:gd name="T15" fmla="*/ 22 h 118"/>
                  <a:gd name="T16" fmla="*/ 95 w 107"/>
                  <a:gd name="T17" fmla="*/ 18 h 118"/>
                  <a:gd name="T18" fmla="*/ 96 w 107"/>
                  <a:gd name="T19" fmla="*/ 33 h 118"/>
                  <a:gd name="T20" fmla="*/ 96 w 107"/>
                  <a:gd name="T21" fmla="*/ 47 h 118"/>
                  <a:gd name="T22" fmla="*/ 99 w 107"/>
                  <a:gd name="T23" fmla="*/ 45 h 118"/>
                  <a:gd name="T24" fmla="*/ 105 w 107"/>
                  <a:gd name="T25" fmla="*/ 54 h 118"/>
                  <a:gd name="T26" fmla="*/ 98 w 107"/>
                  <a:gd name="T27" fmla="*/ 69 h 118"/>
                  <a:gd name="T28" fmla="*/ 107 w 107"/>
                  <a:gd name="T29" fmla="*/ 84 h 118"/>
                  <a:gd name="T30" fmla="*/ 94 w 107"/>
                  <a:gd name="T31" fmla="*/ 98 h 118"/>
                  <a:gd name="T32" fmla="*/ 76 w 107"/>
                  <a:gd name="T33" fmla="*/ 110 h 118"/>
                  <a:gd name="T34" fmla="*/ 59 w 107"/>
                  <a:gd name="T35" fmla="*/ 115 h 118"/>
                  <a:gd name="T36" fmla="*/ 48 w 107"/>
                  <a:gd name="T37" fmla="*/ 101 h 118"/>
                  <a:gd name="T38" fmla="*/ 52 w 107"/>
                  <a:gd name="T39" fmla="*/ 97 h 118"/>
                  <a:gd name="T40" fmla="*/ 64 w 107"/>
                  <a:gd name="T41" fmla="*/ 91 h 118"/>
                  <a:gd name="T42" fmla="*/ 77 w 107"/>
                  <a:gd name="T43" fmla="*/ 85 h 118"/>
                  <a:gd name="T44" fmla="*/ 78 w 107"/>
                  <a:gd name="T45" fmla="*/ 77 h 118"/>
                  <a:gd name="T46" fmla="*/ 72 w 107"/>
                  <a:gd name="T47" fmla="*/ 79 h 118"/>
                  <a:gd name="T48" fmla="*/ 69 w 107"/>
                  <a:gd name="T49" fmla="*/ 83 h 118"/>
                  <a:gd name="T50" fmla="*/ 64 w 107"/>
                  <a:gd name="T51" fmla="*/ 83 h 118"/>
                  <a:gd name="T52" fmla="*/ 59 w 107"/>
                  <a:gd name="T53" fmla="*/ 86 h 118"/>
                  <a:gd name="T54" fmla="*/ 50 w 107"/>
                  <a:gd name="T55" fmla="*/ 89 h 118"/>
                  <a:gd name="T56" fmla="*/ 44 w 107"/>
                  <a:gd name="T57" fmla="*/ 84 h 118"/>
                  <a:gd name="T58" fmla="*/ 41 w 107"/>
                  <a:gd name="T59" fmla="*/ 91 h 118"/>
                  <a:gd name="T60" fmla="*/ 34 w 107"/>
                  <a:gd name="T61" fmla="*/ 86 h 118"/>
                  <a:gd name="T62" fmla="*/ 31 w 107"/>
                  <a:gd name="T63" fmla="*/ 93 h 118"/>
                  <a:gd name="T64" fmla="*/ 24 w 107"/>
                  <a:gd name="T65" fmla="*/ 103 h 118"/>
                  <a:gd name="T66" fmla="*/ 19 w 107"/>
                  <a:gd name="T67" fmla="*/ 109 h 118"/>
                  <a:gd name="T68" fmla="*/ 7 w 107"/>
                  <a:gd name="T69" fmla="*/ 108 h 118"/>
                  <a:gd name="T70" fmla="*/ 6 w 107"/>
                  <a:gd name="T71" fmla="*/ 105 h 118"/>
                  <a:gd name="T72" fmla="*/ 5 w 107"/>
                  <a:gd name="T73" fmla="*/ 99 h 118"/>
                  <a:gd name="T74" fmla="*/ 7 w 107"/>
                  <a:gd name="T75" fmla="*/ 90 h 118"/>
                  <a:gd name="T76" fmla="*/ 0 w 107"/>
                  <a:gd name="T77" fmla="*/ 88 h 118"/>
                  <a:gd name="T78" fmla="*/ 7 w 107"/>
                  <a:gd name="T79" fmla="*/ 78 h 118"/>
                  <a:gd name="T80" fmla="*/ 16 w 107"/>
                  <a:gd name="T81" fmla="*/ 74 h 118"/>
                  <a:gd name="T82" fmla="*/ 13 w 107"/>
                  <a:gd name="T83" fmla="*/ 68 h 118"/>
                  <a:gd name="T84" fmla="*/ 12 w 107"/>
                  <a:gd name="T85" fmla="*/ 60 h 118"/>
                  <a:gd name="T86" fmla="*/ 17 w 107"/>
                  <a:gd name="T87" fmla="*/ 54 h 118"/>
                  <a:gd name="T88" fmla="*/ 23 w 107"/>
                  <a:gd name="T89" fmla="*/ 62 h 118"/>
                  <a:gd name="T90" fmla="*/ 27 w 107"/>
                  <a:gd name="T91" fmla="*/ 71 h 118"/>
                  <a:gd name="T92" fmla="*/ 28 w 107"/>
                  <a:gd name="T93" fmla="*/ 60 h 118"/>
                  <a:gd name="T94" fmla="*/ 28 w 107"/>
                  <a:gd name="T95" fmla="*/ 51 h 118"/>
                  <a:gd name="T96" fmla="*/ 36 w 107"/>
                  <a:gd name="T97" fmla="*/ 54 h 118"/>
                  <a:gd name="T98" fmla="*/ 39 w 107"/>
                  <a:gd name="T99" fmla="*/ 69 h 118"/>
                  <a:gd name="T100" fmla="*/ 45 w 107"/>
                  <a:gd name="T101" fmla="*/ 61 h 118"/>
                  <a:gd name="T102" fmla="*/ 54 w 107"/>
                  <a:gd name="T103" fmla="*/ 63 h 118"/>
                  <a:gd name="T104" fmla="*/ 59 w 107"/>
                  <a:gd name="T105" fmla="*/ 64 h 118"/>
                  <a:gd name="T106" fmla="*/ 60 w 107"/>
                  <a:gd name="T107" fmla="*/ 57 h 118"/>
                  <a:gd name="T108" fmla="*/ 58 w 107"/>
                  <a:gd name="T109" fmla="*/ 50 h 118"/>
                  <a:gd name="T110" fmla="*/ 66 w 107"/>
                  <a:gd name="T111" fmla="*/ 4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7" h="118">
                    <a:moveTo>
                      <a:pt x="69" y="53"/>
                    </a:moveTo>
                    <a:cubicBezTo>
                      <a:pt x="70" y="54"/>
                      <a:pt x="71" y="56"/>
                      <a:pt x="72" y="54"/>
                    </a:cubicBezTo>
                    <a:cubicBezTo>
                      <a:pt x="73" y="53"/>
                      <a:pt x="73" y="51"/>
                      <a:pt x="73" y="50"/>
                    </a:cubicBezTo>
                    <a:cubicBezTo>
                      <a:pt x="73" y="49"/>
                      <a:pt x="73" y="47"/>
                      <a:pt x="74" y="46"/>
                    </a:cubicBezTo>
                    <a:cubicBezTo>
                      <a:pt x="74" y="45"/>
                      <a:pt x="77" y="49"/>
                      <a:pt x="78" y="50"/>
                    </a:cubicBezTo>
                    <a:cubicBezTo>
                      <a:pt x="79" y="52"/>
                      <a:pt x="81" y="51"/>
                      <a:pt x="81" y="49"/>
                    </a:cubicBezTo>
                    <a:cubicBezTo>
                      <a:pt x="81" y="46"/>
                      <a:pt x="80" y="42"/>
                      <a:pt x="78" y="40"/>
                    </a:cubicBezTo>
                    <a:cubicBezTo>
                      <a:pt x="76" y="38"/>
                      <a:pt x="74" y="37"/>
                      <a:pt x="72" y="35"/>
                    </a:cubicBezTo>
                    <a:cubicBezTo>
                      <a:pt x="68" y="30"/>
                      <a:pt x="70" y="23"/>
                      <a:pt x="69" y="17"/>
                    </a:cubicBezTo>
                    <a:cubicBezTo>
                      <a:pt x="69" y="15"/>
                      <a:pt x="69" y="12"/>
                      <a:pt x="70" y="10"/>
                    </a:cubicBezTo>
                    <a:cubicBezTo>
                      <a:pt x="71" y="8"/>
                      <a:pt x="73" y="7"/>
                      <a:pt x="74" y="6"/>
                    </a:cubicBezTo>
                    <a:cubicBezTo>
                      <a:pt x="76" y="5"/>
                      <a:pt x="77" y="3"/>
                      <a:pt x="78" y="2"/>
                    </a:cubicBezTo>
                    <a:cubicBezTo>
                      <a:pt x="81" y="0"/>
                      <a:pt x="84" y="1"/>
                      <a:pt x="86" y="3"/>
                    </a:cubicBezTo>
                    <a:cubicBezTo>
                      <a:pt x="89" y="6"/>
                      <a:pt x="88" y="11"/>
                      <a:pt x="87" y="14"/>
                    </a:cubicBezTo>
                    <a:cubicBezTo>
                      <a:pt x="86" y="16"/>
                      <a:pt x="85" y="18"/>
                      <a:pt x="86" y="20"/>
                    </a:cubicBezTo>
                    <a:cubicBezTo>
                      <a:pt x="87" y="21"/>
                      <a:pt x="89" y="23"/>
                      <a:pt x="91" y="22"/>
                    </a:cubicBezTo>
                    <a:cubicBezTo>
                      <a:pt x="93" y="22"/>
                      <a:pt x="93" y="19"/>
                      <a:pt x="94" y="17"/>
                    </a:cubicBezTo>
                    <a:cubicBezTo>
                      <a:pt x="95" y="17"/>
                      <a:pt x="95" y="17"/>
                      <a:pt x="95" y="18"/>
                    </a:cubicBezTo>
                    <a:cubicBezTo>
                      <a:pt x="95" y="19"/>
                      <a:pt x="95" y="21"/>
                      <a:pt x="95" y="23"/>
                    </a:cubicBezTo>
                    <a:cubicBezTo>
                      <a:pt x="95" y="26"/>
                      <a:pt x="95" y="30"/>
                      <a:pt x="96" y="33"/>
                    </a:cubicBezTo>
                    <a:cubicBezTo>
                      <a:pt x="97" y="36"/>
                      <a:pt x="97" y="39"/>
                      <a:pt x="97" y="42"/>
                    </a:cubicBezTo>
                    <a:cubicBezTo>
                      <a:pt x="97" y="44"/>
                      <a:pt x="96" y="45"/>
                      <a:pt x="96" y="47"/>
                    </a:cubicBezTo>
                    <a:cubicBezTo>
                      <a:pt x="96" y="48"/>
                      <a:pt x="96" y="48"/>
                      <a:pt x="97" y="48"/>
                    </a:cubicBezTo>
                    <a:cubicBezTo>
                      <a:pt x="98" y="48"/>
                      <a:pt x="99" y="46"/>
                      <a:pt x="99" y="45"/>
                    </a:cubicBezTo>
                    <a:cubicBezTo>
                      <a:pt x="100" y="45"/>
                      <a:pt x="102" y="44"/>
                      <a:pt x="103" y="44"/>
                    </a:cubicBezTo>
                    <a:cubicBezTo>
                      <a:pt x="106" y="46"/>
                      <a:pt x="106" y="52"/>
                      <a:pt x="105" y="54"/>
                    </a:cubicBezTo>
                    <a:cubicBezTo>
                      <a:pt x="104" y="58"/>
                      <a:pt x="102" y="59"/>
                      <a:pt x="100" y="61"/>
                    </a:cubicBezTo>
                    <a:cubicBezTo>
                      <a:pt x="98" y="63"/>
                      <a:pt x="97" y="66"/>
                      <a:pt x="98" y="69"/>
                    </a:cubicBezTo>
                    <a:cubicBezTo>
                      <a:pt x="98" y="72"/>
                      <a:pt x="100" y="74"/>
                      <a:pt x="102" y="76"/>
                    </a:cubicBezTo>
                    <a:cubicBezTo>
                      <a:pt x="105" y="78"/>
                      <a:pt x="106" y="81"/>
                      <a:pt x="107" y="84"/>
                    </a:cubicBezTo>
                    <a:cubicBezTo>
                      <a:pt x="107" y="87"/>
                      <a:pt x="106" y="90"/>
                      <a:pt x="103" y="93"/>
                    </a:cubicBezTo>
                    <a:cubicBezTo>
                      <a:pt x="100" y="95"/>
                      <a:pt x="97" y="96"/>
                      <a:pt x="94" y="98"/>
                    </a:cubicBezTo>
                    <a:cubicBezTo>
                      <a:pt x="92" y="101"/>
                      <a:pt x="89" y="104"/>
                      <a:pt x="86" y="106"/>
                    </a:cubicBezTo>
                    <a:cubicBezTo>
                      <a:pt x="82" y="108"/>
                      <a:pt x="79" y="109"/>
                      <a:pt x="76" y="110"/>
                    </a:cubicBezTo>
                    <a:cubicBezTo>
                      <a:pt x="71" y="112"/>
                      <a:pt x="69" y="117"/>
                      <a:pt x="64" y="118"/>
                    </a:cubicBezTo>
                    <a:cubicBezTo>
                      <a:pt x="62" y="118"/>
                      <a:pt x="61" y="117"/>
                      <a:pt x="59" y="115"/>
                    </a:cubicBezTo>
                    <a:cubicBezTo>
                      <a:pt x="58" y="114"/>
                      <a:pt x="56" y="112"/>
                      <a:pt x="54" y="111"/>
                    </a:cubicBezTo>
                    <a:cubicBezTo>
                      <a:pt x="51" y="109"/>
                      <a:pt x="47" y="105"/>
                      <a:pt x="48" y="101"/>
                    </a:cubicBezTo>
                    <a:cubicBezTo>
                      <a:pt x="49" y="100"/>
                      <a:pt x="49" y="99"/>
                      <a:pt x="50" y="98"/>
                    </a:cubicBezTo>
                    <a:cubicBezTo>
                      <a:pt x="51" y="98"/>
                      <a:pt x="52" y="97"/>
                      <a:pt x="52" y="97"/>
                    </a:cubicBezTo>
                    <a:cubicBezTo>
                      <a:pt x="54" y="95"/>
                      <a:pt x="56" y="94"/>
                      <a:pt x="58" y="94"/>
                    </a:cubicBezTo>
                    <a:cubicBezTo>
                      <a:pt x="60" y="93"/>
                      <a:pt x="62" y="92"/>
                      <a:pt x="64" y="91"/>
                    </a:cubicBezTo>
                    <a:cubicBezTo>
                      <a:pt x="66" y="89"/>
                      <a:pt x="68" y="88"/>
                      <a:pt x="71" y="87"/>
                    </a:cubicBezTo>
                    <a:cubicBezTo>
                      <a:pt x="73" y="87"/>
                      <a:pt x="75" y="86"/>
                      <a:pt x="77" y="85"/>
                    </a:cubicBezTo>
                    <a:cubicBezTo>
                      <a:pt x="79" y="84"/>
                      <a:pt x="80" y="82"/>
                      <a:pt x="79" y="80"/>
                    </a:cubicBezTo>
                    <a:cubicBezTo>
                      <a:pt x="79" y="79"/>
                      <a:pt x="78" y="78"/>
                      <a:pt x="78" y="77"/>
                    </a:cubicBezTo>
                    <a:cubicBezTo>
                      <a:pt x="78" y="76"/>
                      <a:pt x="78" y="75"/>
                      <a:pt x="77" y="74"/>
                    </a:cubicBezTo>
                    <a:cubicBezTo>
                      <a:pt x="75" y="72"/>
                      <a:pt x="73" y="78"/>
                      <a:pt x="72" y="79"/>
                    </a:cubicBezTo>
                    <a:cubicBezTo>
                      <a:pt x="72" y="80"/>
                      <a:pt x="72" y="81"/>
                      <a:pt x="72" y="82"/>
                    </a:cubicBezTo>
                    <a:cubicBezTo>
                      <a:pt x="71" y="83"/>
                      <a:pt x="70" y="83"/>
                      <a:pt x="69" y="83"/>
                    </a:cubicBezTo>
                    <a:cubicBezTo>
                      <a:pt x="67" y="84"/>
                      <a:pt x="66" y="85"/>
                      <a:pt x="65" y="85"/>
                    </a:cubicBezTo>
                    <a:cubicBezTo>
                      <a:pt x="64" y="85"/>
                      <a:pt x="64" y="84"/>
                      <a:pt x="64" y="83"/>
                    </a:cubicBezTo>
                    <a:cubicBezTo>
                      <a:pt x="63" y="82"/>
                      <a:pt x="63" y="77"/>
                      <a:pt x="60" y="78"/>
                    </a:cubicBezTo>
                    <a:cubicBezTo>
                      <a:pt x="58" y="80"/>
                      <a:pt x="59" y="84"/>
                      <a:pt x="59" y="86"/>
                    </a:cubicBezTo>
                    <a:cubicBezTo>
                      <a:pt x="58" y="89"/>
                      <a:pt x="55" y="88"/>
                      <a:pt x="53" y="88"/>
                    </a:cubicBezTo>
                    <a:cubicBezTo>
                      <a:pt x="52" y="89"/>
                      <a:pt x="51" y="89"/>
                      <a:pt x="50" y="89"/>
                    </a:cubicBezTo>
                    <a:cubicBezTo>
                      <a:pt x="49" y="90"/>
                      <a:pt x="49" y="90"/>
                      <a:pt x="48" y="90"/>
                    </a:cubicBezTo>
                    <a:cubicBezTo>
                      <a:pt x="47" y="89"/>
                      <a:pt x="46" y="84"/>
                      <a:pt x="44" y="84"/>
                    </a:cubicBezTo>
                    <a:cubicBezTo>
                      <a:pt x="43" y="84"/>
                      <a:pt x="42" y="86"/>
                      <a:pt x="42" y="87"/>
                    </a:cubicBezTo>
                    <a:cubicBezTo>
                      <a:pt x="42" y="88"/>
                      <a:pt x="42" y="90"/>
                      <a:pt x="41" y="91"/>
                    </a:cubicBezTo>
                    <a:cubicBezTo>
                      <a:pt x="40" y="94"/>
                      <a:pt x="37" y="89"/>
                      <a:pt x="36" y="88"/>
                    </a:cubicBezTo>
                    <a:cubicBezTo>
                      <a:pt x="36" y="87"/>
                      <a:pt x="35" y="86"/>
                      <a:pt x="34" y="86"/>
                    </a:cubicBezTo>
                    <a:cubicBezTo>
                      <a:pt x="33" y="86"/>
                      <a:pt x="32" y="87"/>
                      <a:pt x="32" y="88"/>
                    </a:cubicBezTo>
                    <a:cubicBezTo>
                      <a:pt x="31" y="89"/>
                      <a:pt x="31" y="91"/>
                      <a:pt x="31" y="93"/>
                    </a:cubicBezTo>
                    <a:cubicBezTo>
                      <a:pt x="32" y="94"/>
                      <a:pt x="32" y="96"/>
                      <a:pt x="32" y="98"/>
                    </a:cubicBezTo>
                    <a:cubicBezTo>
                      <a:pt x="32" y="101"/>
                      <a:pt x="26" y="102"/>
                      <a:pt x="24" y="103"/>
                    </a:cubicBezTo>
                    <a:cubicBezTo>
                      <a:pt x="23" y="104"/>
                      <a:pt x="22" y="105"/>
                      <a:pt x="21" y="106"/>
                    </a:cubicBezTo>
                    <a:cubicBezTo>
                      <a:pt x="21" y="108"/>
                      <a:pt x="20" y="108"/>
                      <a:pt x="19" y="109"/>
                    </a:cubicBezTo>
                    <a:cubicBezTo>
                      <a:pt x="17" y="109"/>
                      <a:pt x="15" y="109"/>
                      <a:pt x="13" y="109"/>
                    </a:cubicBezTo>
                    <a:cubicBezTo>
                      <a:pt x="11" y="109"/>
                      <a:pt x="9" y="109"/>
                      <a:pt x="7" y="108"/>
                    </a:cubicBezTo>
                    <a:cubicBezTo>
                      <a:pt x="7" y="108"/>
                      <a:pt x="5" y="107"/>
                      <a:pt x="5" y="107"/>
                    </a:cubicBezTo>
                    <a:cubicBezTo>
                      <a:pt x="5" y="106"/>
                      <a:pt x="6" y="106"/>
                      <a:pt x="6" y="105"/>
                    </a:cubicBezTo>
                    <a:cubicBezTo>
                      <a:pt x="6" y="104"/>
                      <a:pt x="5" y="104"/>
                      <a:pt x="5" y="103"/>
                    </a:cubicBezTo>
                    <a:cubicBezTo>
                      <a:pt x="4" y="102"/>
                      <a:pt x="4" y="101"/>
                      <a:pt x="5" y="99"/>
                    </a:cubicBezTo>
                    <a:cubicBezTo>
                      <a:pt x="7" y="98"/>
                      <a:pt x="8" y="96"/>
                      <a:pt x="8" y="95"/>
                    </a:cubicBezTo>
                    <a:cubicBezTo>
                      <a:pt x="8" y="93"/>
                      <a:pt x="8" y="91"/>
                      <a:pt x="7" y="90"/>
                    </a:cubicBezTo>
                    <a:cubicBezTo>
                      <a:pt x="6" y="89"/>
                      <a:pt x="4" y="90"/>
                      <a:pt x="3" y="90"/>
                    </a:cubicBezTo>
                    <a:cubicBezTo>
                      <a:pt x="1" y="90"/>
                      <a:pt x="0" y="90"/>
                      <a:pt x="0" y="88"/>
                    </a:cubicBezTo>
                    <a:cubicBezTo>
                      <a:pt x="0" y="86"/>
                      <a:pt x="1" y="83"/>
                      <a:pt x="2" y="81"/>
                    </a:cubicBezTo>
                    <a:cubicBezTo>
                      <a:pt x="4" y="80"/>
                      <a:pt x="6" y="79"/>
                      <a:pt x="7" y="78"/>
                    </a:cubicBezTo>
                    <a:cubicBezTo>
                      <a:pt x="9" y="77"/>
                      <a:pt x="9" y="75"/>
                      <a:pt x="10" y="74"/>
                    </a:cubicBezTo>
                    <a:cubicBezTo>
                      <a:pt x="12" y="73"/>
                      <a:pt x="14" y="74"/>
                      <a:pt x="16" y="74"/>
                    </a:cubicBezTo>
                    <a:cubicBezTo>
                      <a:pt x="17" y="74"/>
                      <a:pt x="17" y="72"/>
                      <a:pt x="16" y="71"/>
                    </a:cubicBezTo>
                    <a:cubicBezTo>
                      <a:pt x="16" y="69"/>
                      <a:pt x="14" y="69"/>
                      <a:pt x="13" y="68"/>
                    </a:cubicBezTo>
                    <a:cubicBezTo>
                      <a:pt x="12" y="67"/>
                      <a:pt x="11" y="66"/>
                      <a:pt x="11" y="64"/>
                    </a:cubicBezTo>
                    <a:cubicBezTo>
                      <a:pt x="11" y="62"/>
                      <a:pt x="11" y="61"/>
                      <a:pt x="12" y="60"/>
                    </a:cubicBezTo>
                    <a:cubicBezTo>
                      <a:pt x="14" y="59"/>
                      <a:pt x="15" y="59"/>
                      <a:pt x="16" y="57"/>
                    </a:cubicBezTo>
                    <a:cubicBezTo>
                      <a:pt x="16" y="56"/>
                      <a:pt x="16" y="55"/>
                      <a:pt x="17" y="54"/>
                    </a:cubicBezTo>
                    <a:cubicBezTo>
                      <a:pt x="19" y="53"/>
                      <a:pt x="21" y="53"/>
                      <a:pt x="22" y="55"/>
                    </a:cubicBezTo>
                    <a:cubicBezTo>
                      <a:pt x="23" y="56"/>
                      <a:pt x="23" y="60"/>
                      <a:pt x="23" y="62"/>
                    </a:cubicBezTo>
                    <a:cubicBezTo>
                      <a:pt x="23" y="65"/>
                      <a:pt x="23" y="68"/>
                      <a:pt x="24" y="70"/>
                    </a:cubicBezTo>
                    <a:cubicBezTo>
                      <a:pt x="25" y="71"/>
                      <a:pt x="26" y="73"/>
                      <a:pt x="27" y="71"/>
                    </a:cubicBezTo>
                    <a:cubicBezTo>
                      <a:pt x="28" y="70"/>
                      <a:pt x="28" y="68"/>
                      <a:pt x="28" y="67"/>
                    </a:cubicBezTo>
                    <a:cubicBezTo>
                      <a:pt x="28" y="64"/>
                      <a:pt x="28" y="62"/>
                      <a:pt x="28" y="60"/>
                    </a:cubicBezTo>
                    <a:cubicBezTo>
                      <a:pt x="27" y="58"/>
                      <a:pt x="27" y="56"/>
                      <a:pt x="27" y="54"/>
                    </a:cubicBezTo>
                    <a:cubicBezTo>
                      <a:pt x="27" y="53"/>
                      <a:pt x="27" y="52"/>
                      <a:pt x="28" y="51"/>
                    </a:cubicBezTo>
                    <a:cubicBezTo>
                      <a:pt x="28" y="50"/>
                      <a:pt x="30" y="50"/>
                      <a:pt x="31" y="49"/>
                    </a:cubicBezTo>
                    <a:cubicBezTo>
                      <a:pt x="34" y="48"/>
                      <a:pt x="36" y="51"/>
                      <a:pt x="36" y="54"/>
                    </a:cubicBezTo>
                    <a:cubicBezTo>
                      <a:pt x="36" y="57"/>
                      <a:pt x="36" y="59"/>
                      <a:pt x="36" y="62"/>
                    </a:cubicBezTo>
                    <a:cubicBezTo>
                      <a:pt x="37" y="64"/>
                      <a:pt x="37" y="69"/>
                      <a:pt x="39" y="69"/>
                    </a:cubicBezTo>
                    <a:cubicBezTo>
                      <a:pt x="41" y="69"/>
                      <a:pt x="41" y="65"/>
                      <a:pt x="41" y="64"/>
                    </a:cubicBezTo>
                    <a:cubicBezTo>
                      <a:pt x="41" y="62"/>
                      <a:pt x="43" y="61"/>
                      <a:pt x="45" y="61"/>
                    </a:cubicBezTo>
                    <a:cubicBezTo>
                      <a:pt x="47" y="61"/>
                      <a:pt x="48" y="62"/>
                      <a:pt x="50" y="62"/>
                    </a:cubicBezTo>
                    <a:cubicBezTo>
                      <a:pt x="52" y="61"/>
                      <a:pt x="53" y="62"/>
                      <a:pt x="54" y="63"/>
                    </a:cubicBezTo>
                    <a:cubicBezTo>
                      <a:pt x="55" y="64"/>
                      <a:pt x="55" y="66"/>
                      <a:pt x="57" y="66"/>
                    </a:cubicBezTo>
                    <a:cubicBezTo>
                      <a:pt x="58" y="67"/>
                      <a:pt x="59" y="65"/>
                      <a:pt x="59" y="64"/>
                    </a:cubicBezTo>
                    <a:cubicBezTo>
                      <a:pt x="60" y="63"/>
                      <a:pt x="59" y="62"/>
                      <a:pt x="59" y="61"/>
                    </a:cubicBezTo>
                    <a:cubicBezTo>
                      <a:pt x="59" y="60"/>
                      <a:pt x="60" y="59"/>
                      <a:pt x="60" y="57"/>
                    </a:cubicBezTo>
                    <a:cubicBezTo>
                      <a:pt x="60" y="56"/>
                      <a:pt x="59" y="55"/>
                      <a:pt x="59" y="54"/>
                    </a:cubicBezTo>
                    <a:cubicBezTo>
                      <a:pt x="58" y="53"/>
                      <a:pt x="59" y="51"/>
                      <a:pt x="58" y="50"/>
                    </a:cubicBezTo>
                    <a:cubicBezTo>
                      <a:pt x="58" y="48"/>
                      <a:pt x="57" y="43"/>
                      <a:pt x="60" y="42"/>
                    </a:cubicBezTo>
                    <a:cubicBezTo>
                      <a:pt x="62" y="41"/>
                      <a:pt x="65" y="46"/>
                      <a:pt x="66" y="48"/>
                    </a:cubicBezTo>
                    <a:cubicBezTo>
                      <a:pt x="67" y="49"/>
                      <a:pt x="68" y="51"/>
                      <a:pt x="69" y="5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5" name="Freeform 2686">
                <a:extLst>
                  <a:ext uri="{FF2B5EF4-FFF2-40B4-BE49-F238E27FC236}">
                    <a16:creationId xmlns:a16="http://schemas.microsoft.com/office/drawing/2014/main" id="{7162C432-C826-104D-B4F2-EF2135005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706"/>
                <a:ext cx="5" cy="5"/>
              </a:xfrm>
              <a:custGeom>
                <a:avLst/>
                <a:gdLst>
                  <a:gd name="T0" fmla="*/ 11 w 12"/>
                  <a:gd name="T1" fmla="*/ 13 h 13"/>
                  <a:gd name="T2" fmla="*/ 8 w 12"/>
                  <a:gd name="T3" fmla="*/ 13 h 13"/>
                  <a:gd name="T4" fmla="*/ 7 w 12"/>
                  <a:gd name="T5" fmla="*/ 10 h 13"/>
                  <a:gd name="T6" fmla="*/ 3 w 12"/>
                  <a:gd name="T7" fmla="*/ 9 h 13"/>
                  <a:gd name="T8" fmla="*/ 0 w 12"/>
                  <a:gd name="T9" fmla="*/ 7 h 13"/>
                  <a:gd name="T10" fmla="*/ 0 w 12"/>
                  <a:gd name="T11" fmla="*/ 3 h 13"/>
                  <a:gd name="T12" fmla="*/ 3 w 12"/>
                  <a:gd name="T13" fmla="*/ 0 h 13"/>
                  <a:gd name="T14" fmla="*/ 6 w 12"/>
                  <a:gd name="T15" fmla="*/ 2 h 13"/>
                  <a:gd name="T16" fmla="*/ 6 w 12"/>
                  <a:gd name="T17" fmla="*/ 4 h 13"/>
                  <a:gd name="T18" fmla="*/ 7 w 12"/>
                  <a:gd name="T19" fmla="*/ 4 h 13"/>
                  <a:gd name="T20" fmla="*/ 8 w 12"/>
                  <a:gd name="T21" fmla="*/ 5 h 13"/>
                  <a:gd name="T22" fmla="*/ 11 w 12"/>
                  <a:gd name="T23" fmla="*/ 9 h 13"/>
                  <a:gd name="T24" fmla="*/ 11 w 12"/>
                  <a:gd name="T2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3">
                    <a:moveTo>
                      <a:pt x="11" y="13"/>
                    </a:moveTo>
                    <a:cubicBezTo>
                      <a:pt x="10" y="13"/>
                      <a:pt x="8" y="13"/>
                      <a:pt x="8" y="13"/>
                    </a:cubicBezTo>
                    <a:cubicBezTo>
                      <a:pt x="7" y="12"/>
                      <a:pt x="7" y="11"/>
                      <a:pt x="7" y="10"/>
                    </a:cubicBezTo>
                    <a:cubicBezTo>
                      <a:pt x="6" y="9"/>
                      <a:pt x="4" y="9"/>
                      <a:pt x="3" y="9"/>
                    </a:cubicBezTo>
                    <a:cubicBezTo>
                      <a:pt x="2" y="9"/>
                      <a:pt x="1" y="8"/>
                      <a:pt x="0" y="7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9" y="7"/>
                      <a:pt x="10" y="8"/>
                      <a:pt x="11" y="9"/>
                    </a:cubicBezTo>
                    <a:cubicBezTo>
                      <a:pt x="11" y="10"/>
                      <a:pt x="12" y="12"/>
                      <a:pt x="11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6" name="Freeform 2687">
                <a:extLst>
                  <a:ext uri="{FF2B5EF4-FFF2-40B4-BE49-F238E27FC236}">
                    <a16:creationId xmlns:a16="http://schemas.microsoft.com/office/drawing/2014/main" id="{FFFF923E-6E90-4040-BE3F-771A5D191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780"/>
                <a:ext cx="3" cy="5"/>
              </a:xfrm>
              <a:custGeom>
                <a:avLst/>
                <a:gdLst>
                  <a:gd name="T0" fmla="*/ 4 w 7"/>
                  <a:gd name="T1" fmla="*/ 12 h 12"/>
                  <a:gd name="T2" fmla="*/ 0 w 7"/>
                  <a:gd name="T3" fmla="*/ 9 h 12"/>
                  <a:gd name="T4" fmla="*/ 2 w 7"/>
                  <a:gd name="T5" fmla="*/ 5 h 12"/>
                  <a:gd name="T6" fmla="*/ 2 w 7"/>
                  <a:gd name="T7" fmla="*/ 2 h 12"/>
                  <a:gd name="T8" fmla="*/ 6 w 7"/>
                  <a:gd name="T9" fmla="*/ 2 h 12"/>
                  <a:gd name="T10" fmla="*/ 6 w 7"/>
                  <a:gd name="T11" fmla="*/ 5 h 12"/>
                  <a:gd name="T12" fmla="*/ 6 w 7"/>
                  <a:gd name="T13" fmla="*/ 9 h 12"/>
                  <a:gd name="T14" fmla="*/ 4 w 7"/>
                  <a:gd name="T1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2">
                    <a:moveTo>
                      <a:pt x="4" y="12"/>
                    </a:moveTo>
                    <a:cubicBezTo>
                      <a:pt x="2" y="12"/>
                      <a:pt x="0" y="11"/>
                      <a:pt x="0" y="9"/>
                    </a:cubicBezTo>
                    <a:cubicBezTo>
                      <a:pt x="0" y="7"/>
                      <a:pt x="1" y="7"/>
                      <a:pt x="2" y="5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3" y="1"/>
                      <a:pt x="5" y="0"/>
                      <a:pt x="6" y="2"/>
                    </a:cubicBezTo>
                    <a:cubicBezTo>
                      <a:pt x="7" y="2"/>
                      <a:pt x="6" y="4"/>
                      <a:pt x="6" y="5"/>
                    </a:cubicBezTo>
                    <a:cubicBezTo>
                      <a:pt x="7" y="6"/>
                      <a:pt x="7" y="8"/>
                      <a:pt x="6" y="9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7" name="Freeform 2688">
                <a:extLst>
                  <a:ext uri="{FF2B5EF4-FFF2-40B4-BE49-F238E27FC236}">
                    <a16:creationId xmlns:a16="http://schemas.microsoft.com/office/drawing/2014/main" id="{6413F11E-2EB8-754B-AA3C-D0B9CAC33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788"/>
                <a:ext cx="6" cy="6"/>
              </a:xfrm>
              <a:custGeom>
                <a:avLst/>
                <a:gdLst>
                  <a:gd name="T0" fmla="*/ 11 w 14"/>
                  <a:gd name="T1" fmla="*/ 14 h 15"/>
                  <a:gd name="T2" fmla="*/ 8 w 14"/>
                  <a:gd name="T3" fmla="*/ 15 h 15"/>
                  <a:gd name="T4" fmla="*/ 3 w 14"/>
                  <a:gd name="T5" fmla="*/ 12 h 15"/>
                  <a:gd name="T6" fmla="*/ 0 w 14"/>
                  <a:gd name="T7" fmla="*/ 9 h 15"/>
                  <a:gd name="T8" fmla="*/ 0 w 14"/>
                  <a:gd name="T9" fmla="*/ 6 h 15"/>
                  <a:gd name="T10" fmla="*/ 2 w 14"/>
                  <a:gd name="T11" fmla="*/ 3 h 15"/>
                  <a:gd name="T12" fmla="*/ 5 w 14"/>
                  <a:gd name="T13" fmla="*/ 1 h 15"/>
                  <a:gd name="T14" fmla="*/ 9 w 14"/>
                  <a:gd name="T15" fmla="*/ 2 h 15"/>
                  <a:gd name="T16" fmla="*/ 13 w 14"/>
                  <a:gd name="T17" fmla="*/ 3 h 15"/>
                  <a:gd name="T18" fmla="*/ 14 w 14"/>
                  <a:gd name="T19" fmla="*/ 7 h 15"/>
                  <a:gd name="T20" fmla="*/ 12 w 14"/>
                  <a:gd name="T21" fmla="*/ 13 h 15"/>
                  <a:gd name="T22" fmla="*/ 11 w 14"/>
                  <a:gd name="T2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5">
                    <a:moveTo>
                      <a:pt x="11" y="14"/>
                    </a:moveTo>
                    <a:cubicBezTo>
                      <a:pt x="10" y="14"/>
                      <a:pt x="9" y="15"/>
                      <a:pt x="8" y="15"/>
                    </a:cubicBezTo>
                    <a:cubicBezTo>
                      <a:pt x="6" y="14"/>
                      <a:pt x="5" y="13"/>
                      <a:pt x="3" y="12"/>
                    </a:cubicBezTo>
                    <a:cubicBezTo>
                      <a:pt x="2" y="11"/>
                      <a:pt x="1" y="11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3" y="2"/>
                      <a:pt x="3" y="1"/>
                      <a:pt x="5" y="1"/>
                    </a:cubicBezTo>
                    <a:cubicBezTo>
                      <a:pt x="6" y="0"/>
                      <a:pt x="7" y="1"/>
                      <a:pt x="9" y="2"/>
                    </a:cubicBezTo>
                    <a:cubicBezTo>
                      <a:pt x="10" y="2"/>
                      <a:pt x="11" y="2"/>
                      <a:pt x="13" y="3"/>
                    </a:cubicBezTo>
                    <a:cubicBezTo>
                      <a:pt x="14" y="3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2" y="13"/>
                    </a:cubicBezTo>
                    <a:cubicBezTo>
                      <a:pt x="12" y="13"/>
                      <a:pt x="12" y="13"/>
                      <a:pt x="11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8" name="Freeform 2689">
                <a:extLst>
                  <a:ext uri="{FF2B5EF4-FFF2-40B4-BE49-F238E27FC236}">
                    <a16:creationId xmlns:a16="http://schemas.microsoft.com/office/drawing/2014/main" id="{D0C8EB42-B009-C54D-BC0E-CBF39D55E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760"/>
                <a:ext cx="5" cy="4"/>
              </a:xfrm>
              <a:custGeom>
                <a:avLst/>
                <a:gdLst>
                  <a:gd name="T0" fmla="*/ 1 w 13"/>
                  <a:gd name="T1" fmla="*/ 7 h 9"/>
                  <a:gd name="T2" fmla="*/ 3 w 13"/>
                  <a:gd name="T3" fmla="*/ 3 h 9"/>
                  <a:gd name="T4" fmla="*/ 5 w 13"/>
                  <a:gd name="T5" fmla="*/ 1 h 9"/>
                  <a:gd name="T6" fmla="*/ 7 w 13"/>
                  <a:gd name="T7" fmla="*/ 0 h 9"/>
                  <a:gd name="T8" fmla="*/ 13 w 13"/>
                  <a:gd name="T9" fmla="*/ 3 h 9"/>
                  <a:gd name="T10" fmla="*/ 11 w 13"/>
                  <a:gd name="T11" fmla="*/ 8 h 9"/>
                  <a:gd name="T12" fmla="*/ 9 w 13"/>
                  <a:gd name="T13" fmla="*/ 8 h 9"/>
                  <a:gd name="T14" fmla="*/ 5 w 13"/>
                  <a:gd name="T15" fmla="*/ 8 h 9"/>
                  <a:gd name="T16" fmla="*/ 1 w 13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">
                    <a:moveTo>
                      <a:pt x="1" y="7"/>
                    </a:moveTo>
                    <a:cubicBezTo>
                      <a:pt x="0" y="5"/>
                      <a:pt x="2" y="4"/>
                      <a:pt x="3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9" y="0"/>
                      <a:pt x="12" y="1"/>
                      <a:pt x="13" y="3"/>
                    </a:cubicBezTo>
                    <a:cubicBezTo>
                      <a:pt x="13" y="4"/>
                      <a:pt x="13" y="7"/>
                      <a:pt x="11" y="8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8" y="8"/>
                      <a:pt x="7" y="8"/>
                      <a:pt x="5" y="8"/>
                    </a:cubicBezTo>
                    <a:cubicBezTo>
                      <a:pt x="4" y="9"/>
                      <a:pt x="1" y="9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9" name="Freeform 2690">
                <a:extLst>
                  <a:ext uri="{FF2B5EF4-FFF2-40B4-BE49-F238E27FC236}">
                    <a16:creationId xmlns:a16="http://schemas.microsoft.com/office/drawing/2014/main" id="{B5375E82-5825-4D44-8154-2BE9D73C3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767"/>
                <a:ext cx="5" cy="2"/>
              </a:xfrm>
              <a:custGeom>
                <a:avLst/>
                <a:gdLst>
                  <a:gd name="T0" fmla="*/ 7 w 13"/>
                  <a:gd name="T1" fmla="*/ 1 h 7"/>
                  <a:gd name="T2" fmla="*/ 12 w 13"/>
                  <a:gd name="T3" fmla="*/ 2 h 7"/>
                  <a:gd name="T4" fmla="*/ 7 w 13"/>
                  <a:gd name="T5" fmla="*/ 7 h 7"/>
                  <a:gd name="T6" fmla="*/ 3 w 13"/>
                  <a:gd name="T7" fmla="*/ 3 h 7"/>
                  <a:gd name="T8" fmla="*/ 7 w 13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7" y="1"/>
                    </a:moveTo>
                    <a:cubicBezTo>
                      <a:pt x="9" y="1"/>
                      <a:pt x="11" y="0"/>
                      <a:pt x="12" y="2"/>
                    </a:cubicBezTo>
                    <a:cubicBezTo>
                      <a:pt x="13" y="5"/>
                      <a:pt x="10" y="7"/>
                      <a:pt x="7" y="7"/>
                    </a:cubicBezTo>
                    <a:cubicBezTo>
                      <a:pt x="5" y="7"/>
                      <a:pt x="0" y="5"/>
                      <a:pt x="3" y="3"/>
                    </a:cubicBezTo>
                    <a:cubicBezTo>
                      <a:pt x="4" y="2"/>
                      <a:pt x="6" y="2"/>
                      <a:pt x="7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0" name="Freeform 2691">
                <a:extLst>
                  <a:ext uri="{FF2B5EF4-FFF2-40B4-BE49-F238E27FC236}">
                    <a16:creationId xmlns:a16="http://schemas.microsoft.com/office/drawing/2014/main" id="{22D78114-4AA4-D948-AFD8-0936547BF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767"/>
                <a:ext cx="6" cy="6"/>
              </a:xfrm>
              <a:custGeom>
                <a:avLst/>
                <a:gdLst>
                  <a:gd name="T0" fmla="*/ 2 w 15"/>
                  <a:gd name="T1" fmla="*/ 15 h 15"/>
                  <a:gd name="T2" fmla="*/ 0 w 15"/>
                  <a:gd name="T3" fmla="*/ 13 h 15"/>
                  <a:gd name="T4" fmla="*/ 0 w 15"/>
                  <a:gd name="T5" fmla="*/ 9 h 15"/>
                  <a:gd name="T6" fmla="*/ 2 w 15"/>
                  <a:gd name="T7" fmla="*/ 7 h 15"/>
                  <a:gd name="T8" fmla="*/ 5 w 15"/>
                  <a:gd name="T9" fmla="*/ 6 h 15"/>
                  <a:gd name="T10" fmla="*/ 5 w 15"/>
                  <a:gd name="T11" fmla="*/ 4 h 15"/>
                  <a:gd name="T12" fmla="*/ 6 w 15"/>
                  <a:gd name="T13" fmla="*/ 3 h 15"/>
                  <a:gd name="T14" fmla="*/ 11 w 15"/>
                  <a:gd name="T15" fmla="*/ 0 h 15"/>
                  <a:gd name="T16" fmla="*/ 13 w 15"/>
                  <a:gd name="T17" fmla="*/ 2 h 15"/>
                  <a:gd name="T18" fmla="*/ 13 w 15"/>
                  <a:gd name="T19" fmla="*/ 10 h 15"/>
                  <a:gd name="T20" fmla="*/ 10 w 15"/>
                  <a:gd name="T21" fmla="*/ 12 h 15"/>
                  <a:gd name="T22" fmla="*/ 6 w 15"/>
                  <a:gd name="T23" fmla="*/ 15 h 15"/>
                  <a:gd name="T24" fmla="*/ 2 w 15"/>
                  <a:gd name="T2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5">
                    <a:moveTo>
                      <a:pt x="2" y="15"/>
                    </a:moveTo>
                    <a:cubicBezTo>
                      <a:pt x="0" y="14"/>
                      <a:pt x="0" y="14"/>
                      <a:pt x="0" y="13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1" y="8"/>
                      <a:pt x="1" y="8"/>
                      <a:pt x="2" y="7"/>
                    </a:cubicBezTo>
                    <a:cubicBezTo>
                      <a:pt x="3" y="7"/>
                      <a:pt x="4" y="7"/>
                      <a:pt x="5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1"/>
                      <a:pt x="9" y="0"/>
                      <a:pt x="11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4" y="5"/>
                      <a:pt x="15" y="8"/>
                      <a:pt x="13" y="10"/>
                    </a:cubicBezTo>
                    <a:cubicBezTo>
                      <a:pt x="13" y="11"/>
                      <a:pt x="11" y="11"/>
                      <a:pt x="10" y="12"/>
                    </a:cubicBezTo>
                    <a:cubicBezTo>
                      <a:pt x="9" y="13"/>
                      <a:pt x="7" y="14"/>
                      <a:pt x="6" y="15"/>
                    </a:cubicBezTo>
                    <a:cubicBezTo>
                      <a:pt x="5" y="15"/>
                      <a:pt x="3" y="15"/>
                      <a:pt x="2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1" name="Freeform 2692">
                <a:extLst>
                  <a:ext uri="{FF2B5EF4-FFF2-40B4-BE49-F238E27FC236}">
                    <a16:creationId xmlns:a16="http://schemas.microsoft.com/office/drawing/2014/main" id="{F15B25BD-D944-8743-A4FF-8542F2B41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774"/>
                <a:ext cx="3" cy="3"/>
              </a:xfrm>
              <a:custGeom>
                <a:avLst/>
                <a:gdLst>
                  <a:gd name="T0" fmla="*/ 2 w 9"/>
                  <a:gd name="T1" fmla="*/ 8 h 8"/>
                  <a:gd name="T2" fmla="*/ 1 w 9"/>
                  <a:gd name="T3" fmla="*/ 8 h 8"/>
                  <a:gd name="T4" fmla="*/ 0 w 9"/>
                  <a:gd name="T5" fmla="*/ 6 h 8"/>
                  <a:gd name="T6" fmla="*/ 5 w 9"/>
                  <a:gd name="T7" fmla="*/ 2 h 8"/>
                  <a:gd name="T8" fmla="*/ 9 w 9"/>
                  <a:gd name="T9" fmla="*/ 3 h 8"/>
                  <a:gd name="T10" fmla="*/ 7 w 9"/>
                  <a:gd name="T11" fmla="*/ 6 h 8"/>
                  <a:gd name="T12" fmla="*/ 2 w 9"/>
                  <a:gd name="T13" fmla="*/ 8 h 8"/>
                  <a:gd name="T14" fmla="*/ 2 w 9"/>
                  <a:gd name="T15" fmla="*/ 8 h 8"/>
                  <a:gd name="T16" fmla="*/ 2 w 9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2" y="8"/>
                    </a:moveTo>
                    <a:cubicBezTo>
                      <a:pt x="2" y="8"/>
                      <a:pt x="1" y="8"/>
                      <a:pt x="1" y="8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3"/>
                      <a:pt x="3" y="2"/>
                      <a:pt x="5" y="2"/>
                    </a:cubicBezTo>
                    <a:cubicBezTo>
                      <a:pt x="6" y="1"/>
                      <a:pt x="8" y="0"/>
                      <a:pt x="9" y="3"/>
                    </a:cubicBezTo>
                    <a:cubicBezTo>
                      <a:pt x="9" y="5"/>
                      <a:pt x="8" y="6"/>
                      <a:pt x="7" y="6"/>
                    </a:cubicBezTo>
                    <a:cubicBezTo>
                      <a:pt x="5" y="7"/>
                      <a:pt x="4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2" name="Freeform 2693">
                <a:extLst>
                  <a:ext uri="{FF2B5EF4-FFF2-40B4-BE49-F238E27FC236}">
                    <a16:creationId xmlns:a16="http://schemas.microsoft.com/office/drawing/2014/main" id="{714D6A27-86D3-694E-A028-D2CB06C1F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779"/>
                <a:ext cx="2" cy="1"/>
              </a:xfrm>
              <a:custGeom>
                <a:avLst/>
                <a:gdLst>
                  <a:gd name="T0" fmla="*/ 4 w 4"/>
                  <a:gd name="T1" fmla="*/ 2 h 4"/>
                  <a:gd name="T2" fmla="*/ 1 w 4"/>
                  <a:gd name="T3" fmla="*/ 4 h 4"/>
                  <a:gd name="T4" fmla="*/ 1 w 4"/>
                  <a:gd name="T5" fmla="*/ 1 h 4"/>
                  <a:gd name="T6" fmla="*/ 3 w 4"/>
                  <a:gd name="T7" fmla="*/ 0 h 4"/>
                  <a:gd name="T8" fmla="*/ 4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3" name="Freeform 2694">
                <a:extLst>
                  <a:ext uri="{FF2B5EF4-FFF2-40B4-BE49-F238E27FC236}">
                    <a16:creationId xmlns:a16="http://schemas.microsoft.com/office/drawing/2014/main" id="{58B30013-F3CC-F44A-94D9-23526E019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734"/>
                <a:ext cx="13" cy="11"/>
              </a:xfrm>
              <a:custGeom>
                <a:avLst/>
                <a:gdLst>
                  <a:gd name="T0" fmla="*/ 17 w 34"/>
                  <a:gd name="T1" fmla="*/ 25 h 26"/>
                  <a:gd name="T2" fmla="*/ 12 w 34"/>
                  <a:gd name="T3" fmla="*/ 26 h 26"/>
                  <a:gd name="T4" fmla="*/ 8 w 34"/>
                  <a:gd name="T5" fmla="*/ 24 h 26"/>
                  <a:gd name="T6" fmla="*/ 5 w 34"/>
                  <a:gd name="T7" fmla="*/ 20 h 26"/>
                  <a:gd name="T8" fmla="*/ 5 w 34"/>
                  <a:gd name="T9" fmla="*/ 17 h 26"/>
                  <a:gd name="T10" fmla="*/ 1 w 34"/>
                  <a:gd name="T11" fmla="*/ 14 h 26"/>
                  <a:gd name="T12" fmla="*/ 1 w 34"/>
                  <a:gd name="T13" fmla="*/ 8 h 26"/>
                  <a:gd name="T14" fmla="*/ 7 w 34"/>
                  <a:gd name="T15" fmla="*/ 2 h 26"/>
                  <a:gd name="T16" fmla="*/ 11 w 34"/>
                  <a:gd name="T17" fmla="*/ 7 h 26"/>
                  <a:gd name="T18" fmla="*/ 17 w 34"/>
                  <a:gd name="T19" fmla="*/ 5 h 26"/>
                  <a:gd name="T20" fmla="*/ 23 w 34"/>
                  <a:gd name="T21" fmla="*/ 6 h 26"/>
                  <a:gd name="T22" fmla="*/ 28 w 34"/>
                  <a:gd name="T23" fmla="*/ 7 h 26"/>
                  <a:gd name="T24" fmla="*/ 29 w 34"/>
                  <a:gd name="T25" fmla="*/ 11 h 26"/>
                  <a:gd name="T26" fmla="*/ 32 w 34"/>
                  <a:gd name="T27" fmla="*/ 12 h 26"/>
                  <a:gd name="T28" fmla="*/ 33 w 34"/>
                  <a:gd name="T29" fmla="*/ 16 h 26"/>
                  <a:gd name="T30" fmla="*/ 32 w 34"/>
                  <a:gd name="T31" fmla="*/ 19 h 26"/>
                  <a:gd name="T32" fmla="*/ 30 w 34"/>
                  <a:gd name="T33" fmla="*/ 22 h 26"/>
                  <a:gd name="T34" fmla="*/ 29 w 34"/>
                  <a:gd name="T35" fmla="*/ 24 h 26"/>
                  <a:gd name="T36" fmla="*/ 26 w 34"/>
                  <a:gd name="T37" fmla="*/ 25 h 26"/>
                  <a:gd name="T38" fmla="*/ 21 w 34"/>
                  <a:gd name="T39" fmla="*/ 26 h 26"/>
                  <a:gd name="T40" fmla="*/ 17 w 34"/>
                  <a:gd name="T4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26">
                    <a:moveTo>
                      <a:pt x="17" y="25"/>
                    </a:moveTo>
                    <a:cubicBezTo>
                      <a:pt x="15" y="25"/>
                      <a:pt x="14" y="26"/>
                      <a:pt x="12" y="26"/>
                    </a:cubicBezTo>
                    <a:cubicBezTo>
                      <a:pt x="10" y="26"/>
                      <a:pt x="9" y="26"/>
                      <a:pt x="8" y="24"/>
                    </a:cubicBezTo>
                    <a:cubicBezTo>
                      <a:pt x="7" y="23"/>
                      <a:pt x="5" y="22"/>
                      <a:pt x="5" y="20"/>
                    </a:cubicBezTo>
                    <a:cubicBezTo>
                      <a:pt x="6" y="19"/>
                      <a:pt x="7" y="19"/>
                      <a:pt x="5" y="17"/>
                    </a:cubicBezTo>
                    <a:cubicBezTo>
                      <a:pt x="4" y="16"/>
                      <a:pt x="2" y="16"/>
                      <a:pt x="1" y="14"/>
                    </a:cubicBezTo>
                    <a:cubicBezTo>
                      <a:pt x="1" y="12"/>
                      <a:pt x="0" y="10"/>
                      <a:pt x="1" y="8"/>
                    </a:cubicBezTo>
                    <a:cubicBezTo>
                      <a:pt x="1" y="6"/>
                      <a:pt x="5" y="0"/>
                      <a:pt x="7" y="2"/>
                    </a:cubicBezTo>
                    <a:cubicBezTo>
                      <a:pt x="9" y="3"/>
                      <a:pt x="8" y="6"/>
                      <a:pt x="11" y="7"/>
                    </a:cubicBezTo>
                    <a:cubicBezTo>
                      <a:pt x="12" y="8"/>
                      <a:pt x="15" y="5"/>
                      <a:pt x="17" y="5"/>
                    </a:cubicBezTo>
                    <a:cubicBezTo>
                      <a:pt x="19" y="5"/>
                      <a:pt x="21" y="6"/>
                      <a:pt x="23" y="6"/>
                    </a:cubicBezTo>
                    <a:cubicBezTo>
                      <a:pt x="25" y="6"/>
                      <a:pt x="27" y="6"/>
                      <a:pt x="28" y="7"/>
                    </a:cubicBezTo>
                    <a:cubicBezTo>
                      <a:pt x="28" y="8"/>
                      <a:pt x="28" y="10"/>
                      <a:pt x="29" y="11"/>
                    </a:cubicBezTo>
                    <a:cubicBezTo>
                      <a:pt x="30" y="11"/>
                      <a:pt x="31" y="12"/>
                      <a:pt x="32" y="12"/>
                    </a:cubicBezTo>
                    <a:cubicBezTo>
                      <a:pt x="32" y="13"/>
                      <a:pt x="33" y="14"/>
                      <a:pt x="33" y="16"/>
                    </a:cubicBezTo>
                    <a:cubicBezTo>
                      <a:pt x="34" y="17"/>
                      <a:pt x="33" y="18"/>
                      <a:pt x="32" y="19"/>
                    </a:cubicBezTo>
                    <a:cubicBezTo>
                      <a:pt x="31" y="20"/>
                      <a:pt x="30" y="20"/>
                      <a:pt x="30" y="22"/>
                    </a:cubicBezTo>
                    <a:cubicBezTo>
                      <a:pt x="30" y="22"/>
                      <a:pt x="30" y="23"/>
                      <a:pt x="29" y="24"/>
                    </a:cubicBezTo>
                    <a:cubicBezTo>
                      <a:pt x="28" y="24"/>
                      <a:pt x="27" y="25"/>
                      <a:pt x="26" y="25"/>
                    </a:cubicBezTo>
                    <a:cubicBezTo>
                      <a:pt x="25" y="25"/>
                      <a:pt x="23" y="26"/>
                      <a:pt x="21" y="26"/>
                    </a:cubicBezTo>
                    <a:cubicBezTo>
                      <a:pt x="20" y="26"/>
                      <a:pt x="19" y="25"/>
                      <a:pt x="17" y="2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4" name="Freeform 2695">
                <a:extLst>
                  <a:ext uri="{FF2B5EF4-FFF2-40B4-BE49-F238E27FC236}">
                    <a16:creationId xmlns:a16="http://schemas.microsoft.com/office/drawing/2014/main" id="{A5C842D0-B942-5F4C-9814-1AB2D3D6B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749"/>
                <a:ext cx="41" cy="30"/>
              </a:xfrm>
              <a:custGeom>
                <a:avLst/>
                <a:gdLst>
                  <a:gd name="T0" fmla="*/ 75 w 100"/>
                  <a:gd name="T1" fmla="*/ 33 h 74"/>
                  <a:gd name="T2" fmla="*/ 81 w 100"/>
                  <a:gd name="T3" fmla="*/ 23 h 74"/>
                  <a:gd name="T4" fmla="*/ 91 w 100"/>
                  <a:gd name="T5" fmla="*/ 18 h 74"/>
                  <a:gd name="T6" fmla="*/ 96 w 100"/>
                  <a:gd name="T7" fmla="*/ 9 h 74"/>
                  <a:gd name="T8" fmla="*/ 99 w 100"/>
                  <a:gd name="T9" fmla="*/ 3 h 74"/>
                  <a:gd name="T10" fmla="*/ 91 w 100"/>
                  <a:gd name="T11" fmla="*/ 0 h 74"/>
                  <a:gd name="T12" fmla="*/ 79 w 100"/>
                  <a:gd name="T13" fmla="*/ 2 h 74"/>
                  <a:gd name="T14" fmla="*/ 76 w 100"/>
                  <a:gd name="T15" fmla="*/ 4 h 74"/>
                  <a:gd name="T16" fmla="*/ 75 w 100"/>
                  <a:gd name="T17" fmla="*/ 7 h 74"/>
                  <a:gd name="T18" fmla="*/ 73 w 100"/>
                  <a:gd name="T19" fmla="*/ 13 h 74"/>
                  <a:gd name="T20" fmla="*/ 70 w 100"/>
                  <a:gd name="T21" fmla="*/ 17 h 74"/>
                  <a:gd name="T22" fmla="*/ 66 w 100"/>
                  <a:gd name="T23" fmla="*/ 13 h 74"/>
                  <a:gd name="T24" fmla="*/ 63 w 100"/>
                  <a:gd name="T25" fmla="*/ 6 h 74"/>
                  <a:gd name="T26" fmla="*/ 58 w 100"/>
                  <a:gd name="T27" fmla="*/ 5 h 74"/>
                  <a:gd name="T28" fmla="*/ 55 w 100"/>
                  <a:gd name="T29" fmla="*/ 9 h 74"/>
                  <a:gd name="T30" fmla="*/ 51 w 100"/>
                  <a:gd name="T31" fmla="*/ 14 h 74"/>
                  <a:gd name="T32" fmla="*/ 44 w 100"/>
                  <a:gd name="T33" fmla="*/ 7 h 74"/>
                  <a:gd name="T34" fmla="*/ 37 w 100"/>
                  <a:gd name="T35" fmla="*/ 7 h 74"/>
                  <a:gd name="T36" fmla="*/ 40 w 100"/>
                  <a:gd name="T37" fmla="*/ 16 h 74"/>
                  <a:gd name="T38" fmla="*/ 35 w 100"/>
                  <a:gd name="T39" fmla="*/ 18 h 74"/>
                  <a:gd name="T40" fmla="*/ 25 w 100"/>
                  <a:gd name="T41" fmla="*/ 16 h 74"/>
                  <a:gd name="T42" fmla="*/ 22 w 100"/>
                  <a:gd name="T43" fmla="*/ 22 h 74"/>
                  <a:gd name="T44" fmla="*/ 29 w 100"/>
                  <a:gd name="T45" fmla="*/ 29 h 74"/>
                  <a:gd name="T46" fmla="*/ 24 w 100"/>
                  <a:gd name="T47" fmla="*/ 33 h 74"/>
                  <a:gd name="T48" fmla="*/ 23 w 100"/>
                  <a:gd name="T49" fmla="*/ 37 h 74"/>
                  <a:gd name="T50" fmla="*/ 22 w 100"/>
                  <a:gd name="T51" fmla="*/ 37 h 74"/>
                  <a:gd name="T52" fmla="*/ 21 w 100"/>
                  <a:gd name="T53" fmla="*/ 32 h 74"/>
                  <a:gd name="T54" fmla="*/ 19 w 100"/>
                  <a:gd name="T55" fmla="*/ 29 h 74"/>
                  <a:gd name="T56" fmla="*/ 17 w 100"/>
                  <a:gd name="T57" fmla="*/ 31 h 74"/>
                  <a:gd name="T58" fmla="*/ 14 w 100"/>
                  <a:gd name="T59" fmla="*/ 35 h 74"/>
                  <a:gd name="T60" fmla="*/ 12 w 100"/>
                  <a:gd name="T61" fmla="*/ 40 h 74"/>
                  <a:gd name="T62" fmla="*/ 11 w 100"/>
                  <a:gd name="T63" fmla="*/ 48 h 74"/>
                  <a:gd name="T64" fmla="*/ 7 w 100"/>
                  <a:gd name="T65" fmla="*/ 57 h 74"/>
                  <a:gd name="T66" fmla="*/ 0 w 100"/>
                  <a:gd name="T67" fmla="*/ 63 h 74"/>
                  <a:gd name="T68" fmla="*/ 8 w 100"/>
                  <a:gd name="T69" fmla="*/ 72 h 74"/>
                  <a:gd name="T70" fmla="*/ 12 w 100"/>
                  <a:gd name="T71" fmla="*/ 69 h 74"/>
                  <a:gd name="T72" fmla="*/ 14 w 100"/>
                  <a:gd name="T73" fmla="*/ 66 h 74"/>
                  <a:gd name="T74" fmla="*/ 17 w 100"/>
                  <a:gd name="T75" fmla="*/ 67 h 74"/>
                  <a:gd name="T76" fmla="*/ 22 w 100"/>
                  <a:gd name="T77" fmla="*/ 67 h 74"/>
                  <a:gd name="T78" fmla="*/ 26 w 100"/>
                  <a:gd name="T79" fmla="*/ 64 h 74"/>
                  <a:gd name="T80" fmla="*/ 31 w 100"/>
                  <a:gd name="T81" fmla="*/ 62 h 74"/>
                  <a:gd name="T82" fmla="*/ 40 w 100"/>
                  <a:gd name="T83" fmla="*/ 59 h 74"/>
                  <a:gd name="T84" fmla="*/ 46 w 100"/>
                  <a:gd name="T85" fmla="*/ 55 h 74"/>
                  <a:gd name="T86" fmla="*/ 46 w 100"/>
                  <a:gd name="T87" fmla="*/ 45 h 74"/>
                  <a:gd name="T88" fmla="*/ 50 w 100"/>
                  <a:gd name="T89" fmla="*/ 40 h 74"/>
                  <a:gd name="T90" fmla="*/ 52 w 100"/>
                  <a:gd name="T91" fmla="*/ 31 h 74"/>
                  <a:gd name="T92" fmla="*/ 56 w 100"/>
                  <a:gd name="T93" fmla="*/ 29 h 74"/>
                  <a:gd name="T94" fmla="*/ 58 w 100"/>
                  <a:gd name="T95" fmla="*/ 30 h 74"/>
                  <a:gd name="T96" fmla="*/ 59 w 100"/>
                  <a:gd name="T97" fmla="*/ 31 h 74"/>
                  <a:gd name="T98" fmla="*/ 60 w 100"/>
                  <a:gd name="T99" fmla="*/ 33 h 74"/>
                  <a:gd name="T100" fmla="*/ 58 w 100"/>
                  <a:gd name="T101" fmla="*/ 37 h 74"/>
                  <a:gd name="T102" fmla="*/ 56 w 100"/>
                  <a:gd name="T103" fmla="*/ 41 h 74"/>
                  <a:gd name="T104" fmla="*/ 55 w 100"/>
                  <a:gd name="T105" fmla="*/ 45 h 74"/>
                  <a:gd name="T106" fmla="*/ 55 w 100"/>
                  <a:gd name="T107" fmla="*/ 47 h 74"/>
                  <a:gd name="T108" fmla="*/ 58 w 100"/>
                  <a:gd name="T109" fmla="*/ 50 h 74"/>
                  <a:gd name="T110" fmla="*/ 60 w 100"/>
                  <a:gd name="T111" fmla="*/ 46 h 74"/>
                  <a:gd name="T112" fmla="*/ 63 w 100"/>
                  <a:gd name="T113" fmla="*/ 43 h 74"/>
                  <a:gd name="T114" fmla="*/ 65 w 100"/>
                  <a:gd name="T115" fmla="*/ 42 h 74"/>
                  <a:gd name="T116" fmla="*/ 69 w 100"/>
                  <a:gd name="T117" fmla="*/ 37 h 74"/>
                  <a:gd name="T118" fmla="*/ 75 w 100"/>
                  <a:gd name="T119" fmla="*/ 3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0" h="74">
                    <a:moveTo>
                      <a:pt x="75" y="33"/>
                    </a:moveTo>
                    <a:cubicBezTo>
                      <a:pt x="77" y="30"/>
                      <a:pt x="78" y="25"/>
                      <a:pt x="81" y="23"/>
                    </a:cubicBezTo>
                    <a:cubicBezTo>
                      <a:pt x="84" y="20"/>
                      <a:pt x="88" y="20"/>
                      <a:pt x="91" y="18"/>
                    </a:cubicBezTo>
                    <a:cubicBezTo>
                      <a:pt x="94" y="15"/>
                      <a:pt x="94" y="12"/>
                      <a:pt x="96" y="9"/>
                    </a:cubicBezTo>
                    <a:cubicBezTo>
                      <a:pt x="96" y="7"/>
                      <a:pt x="100" y="5"/>
                      <a:pt x="99" y="3"/>
                    </a:cubicBezTo>
                    <a:cubicBezTo>
                      <a:pt x="98" y="0"/>
                      <a:pt x="93" y="0"/>
                      <a:pt x="91" y="0"/>
                    </a:cubicBezTo>
                    <a:cubicBezTo>
                      <a:pt x="87" y="0"/>
                      <a:pt x="83" y="1"/>
                      <a:pt x="79" y="2"/>
                    </a:cubicBezTo>
                    <a:cubicBezTo>
                      <a:pt x="78" y="3"/>
                      <a:pt x="77" y="3"/>
                      <a:pt x="76" y="4"/>
                    </a:cubicBezTo>
                    <a:cubicBezTo>
                      <a:pt x="76" y="4"/>
                      <a:pt x="76" y="6"/>
                      <a:pt x="75" y="7"/>
                    </a:cubicBezTo>
                    <a:cubicBezTo>
                      <a:pt x="75" y="9"/>
                      <a:pt x="74" y="11"/>
                      <a:pt x="73" y="13"/>
                    </a:cubicBezTo>
                    <a:cubicBezTo>
                      <a:pt x="73" y="14"/>
                      <a:pt x="71" y="16"/>
                      <a:pt x="70" y="17"/>
                    </a:cubicBezTo>
                    <a:cubicBezTo>
                      <a:pt x="68" y="17"/>
                      <a:pt x="67" y="15"/>
                      <a:pt x="66" y="13"/>
                    </a:cubicBezTo>
                    <a:cubicBezTo>
                      <a:pt x="65" y="11"/>
                      <a:pt x="64" y="9"/>
                      <a:pt x="63" y="6"/>
                    </a:cubicBezTo>
                    <a:cubicBezTo>
                      <a:pt x="62" y="5"/>
                      <a:pt x="60" y="4"/>
                      <a:pt x="58" y="5"/>
                    </a:cubicBezTo>
                    <a:cubicBezTo>
                      <a:pt x="57" y="5"/>
                      <a:pt x="56" y="8"/>
                      <a:pt x="55" y="9"/>
                    </a:cubicBezTo>
                    <a:cubicBezTo>
                      <a:pt x="55" y="11"/>
                      <a:pt x="54" y="16"/>
                      <a:pt x="51" y="14"/>
                    </a:cubicBezTo>
                    <a:cubicBezTo>
                      <a:pt x="48" y="13"/>
                      <a:pt x="47" y="9"/>
                      <a:pt x="44" y="7"/>
                    </a:cubicBezTo>
                    <a:cubicBezTo>
                      <a:pt x="42" y="5"/>
                      <a:pt x="39" y="4"/>
                      <a:pt x="37" y="7"/>
                    </a:cubicBezTo>
                    <a:cubicBezTo>
                      <a:pt x="36" y="11"/>
                      <a:pt x="39" y="13"/>
                      <a:pt x="40" y="16"/>
                    </a:cubicBezTo>
                    <a:cubicBezTo>
                      <a:pt x="40" y="20"/>
                      <a:pt x="37" y="19"/>
                      <a:pt x="35" y="18"/>
                    </a:cubicBezTo>
                    <a:cubicBezTo>
                      <a:pt x="32" y="16"/>
                      <a:pt x="29" y="14"/>
                      <a:pt x="25" y="16"/>
                    </a:cubicBezTo>
                    <a:cubicBezTo>
                      <a:pt x="23" y="17"/>
                      <a:pt x="20" y="20"/>
                      <a:pt x="22" y="22"/>
                    </a:cubicBezTo>
                    <a:cubicBezTo>
                      <a:pt x="24" y="24"/>
                      <a:pt x="29" y="26"/>
                      <a:pt x="29" y="29"/>
                    </a:cubicBezTo>
                    <a:cubicBezTo>
                      <a:pt x="29" y="31"/>
                      <a:pt x="26" y="32"/>
                      <a:pt x="24" y="33"/>
                    </a:cubicBezTo>
                    <a:cubicBezTo>
                      <a:pt x="24" y="34"/>
                      <a:pt x="23" y="35"/>
                      <a:pt x="23" y="37"/>
                    </a:cubicBezTo>
                    <a:cubicBezTo>
                      <a:pt x="23" y="37"/>
                      <a:pt x="23" y="37"/>
                      <a:pt x="22" y="37"/>
                    </a:cubicBezTo>
                    <a:cubicBezTo>
                      <a:pt x="22" y="35"/>
                      <a:pt x="21" y="33"/>
                      <a:pt x="21" y="32"/>
                    </a:cubicBezTo>
                    <a:cubicBezTo>
                      <a:pt x="20" y="31"/>
                      <a:pt x="20" y="29"/>
                      <a:pt x="19" y="29"/>
                    </a:cubicBezTo>
                    <a:cubicBezTo>
                      <a:pt x="18" y="29"/>
                      <a:pt x="17" y="30"/>
                      <a:pt x="17" y="31"/>
                    </a:cubicBezTo>
                    <a:cubicBezTo>
                      <a:pt x="16" y="32"/>
                      <a:pt x="15" y="34"/>
                      <a:pt x="14" y="35"/>
                    </a:cubicBezTo>
                    <a:cubicBezTo>
                      <a:pt x="13" y="37"/>
                      <a:pt x="12" y="38"/>
                      <a:pt x="12" y="40"/>
                    </a:cubicBezTo>
                    <a:cubicBezTo>
                      <a:pt x="12" y="43"/>
                      <a:pt x="12" y="45"/>
                      <a:pt x="11" y="48"/>
                    </a:cubicBezTo>
                    <a:cubicBezTo>
                      <a:pt x="9" y="50"/>
                      <a:pt x="9" y="54"/>
                      <a:pt x="7" y="57"/>
                    </a:cubicBezTo>
                    <a:cubicBezTo>
                      <a:pt x="5" y="59"/>
                      <a:pt x="1" y="59"/>
                      <a:pt x="0" y="63"/>
                    </a:cubicBezTo>
                    <a:cubicBezTo>
                      <a:pt x="0" y="67"/>
                      <a:pt x="4" y="74"/>
                      <a:pt x="8" y="72"/>
                    </a:cubicBezTo>
                    <a:cubicBezTo>
                      <a:pt x="10" y="72"/>
                      <a:pt x="11" y="70"/>
                      <a:pt x="12" y="69"/>
                    </a:cubicBezTo>
                    <a:cubicBezTo>
                      <a:pt x="13" y="68"/>
                      <a:pt x="13" y="66"/>
                      <a:pt x="14" y="66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19" y="67"/>
                      <a:pt x="20" y="67"/>
                      <a:pt x="22" y="67"/>
                    </a:cubicBezTo>
                    <a:cubicBezTo>
                      <a:pt x="23" y="66"/>
                      <a:pt x="25" y="65"/>
                      <a:pt x="26" y="64"/>
                    </a:cubicBezTo>
                    <a:cubicBezTo>
                      <a:pt x="28" y="63"/>
                      <a:pt x="29" y="63"/>
                      <a:pt x="31" y="62"/>
                    </a:cubicBezTo>
                    <a:cubicBezTo>
                      <a:pt x="34" y="61"/>
                      <a:pt x="37" y="61"/>
                      <a:pt x="40" y="59"/>
                    </a:cubicBezTo>
                    <a:cubicBezTo>
                      <a:pt x="42" y="58"/>
                      <a:pt x="45" y="58"/>
                      <a:pt x="46" y="55"/>
                    </a:cubicBezTo>
                    <a:cubicBezTo>
                      <a:pt x="48" y="52"/>
                      <a:pt x="46" y="49"/>
                      <a:pt x="46" y="45"/>
                    </a:cubicBezTo>
                    <a:cubicBezTo>
                      <a:pt x="45" y="43"/>
                      <a:pt x="48" y="42"/>
                      <a:pt x="50" y="40"/>
                    </a:cubicBezTo>
                    <a:cubicBezTo>
                      <a:pt x="51" y="37"/>
                      <a:pt x="50" y="33"/>
                      <a:pt x="52" y="31"/>
                    </a:cubicBezTo>
                    <a:cubicBezTo>
                      <a:pt x="53" y="29"/>
                      <a:pt x="55" y="29"/>
                      <a:pt x="56" y="29"/>
                    </a:cubicBezTo>
                    <a:cubicBezTo>
                      <a:pt x="57" y="30"/>
                      <a:pt x="57" y="30"/>
                      <a:pt x="58" y="30"/>
                    </a:cubicBezTo>
                    <a:cubicBezTo>
                      <a:pt x="58" y="30"/>
                      <a:pt x="59" y="30"/>
                      <a:pt x="59" y="31"/>
                    </a:cubicBezTo>
                    <a:cubicBezTo>
                      <a:pt x="60" y="31"/>
                      <a:pt x="60" y="32"/>
                      <a:pt x="60" y="33"/>
                    </a:cubicBezTo>
                    <a:cubicBezTo>
                      <a:pt x="60" y="35"/>
                      <a:pt x="59" y="36"/>
                      <a:pt x="58" y="37"/>
                    </a:cubicBezTo>
                    <a:cubicBezTo>
                      <a:pt x="57" y="38"/>
                      <a:pt x="57" y="40"/>
                      <a:pt x="56" y="41"/>
                    </a:cubicBezTo>
                    <a:cubicBezTo>
                      <a:pt x="55" y="42"/>
                      <a:pt x="55" y="43"/>
                      <a:pt x="55" y="45"/>
                    </a:cubicBezTo>
                    <a:cubicBezTo>
                      <a:pt x="55" y="46"/>
                      <a:pt x="55" y="46"/>
                      <a:pt x="55" y="47"/>
                    </a:cubicBezTo>
                    <a:cubicBezTo>
                      <a:pt x="56" y="48"/>
                      <a:pt x="57" y="50"/>
                      <a:pt x="58" y="50"/>
                    </a:cubicBezTo>
                    <a:cubicBezTo>
                      <a:pt x="60" y="49"/>
                      <a:pt x="60" y="47"/>
                      <a:pt x="60" y="46"/>
                    </a:cubicBezTo>
                    <a:cubicBezTo>
                      <a:pt x="61" y="45"/>
                      <a:pt x="62" y="44"/>
                      <a:pt x="63" y="43"/>
                    </a:cubicBezTo>
                    <a:cubicBezTo>
                      <a:pt x="63" y="43"/>
                      <a:pt x="64" y="42"/>
                      <a:pt x="65" y="42"/>
                    </a:cubicBezTo>
                    <a:cubicBezTo>
                      <a:pt x="67" y="41"/>
                      <a:pt x="68" y="39"/>
                      <a:pt x="69" y="37"/>
                    </a:cubicBezTo>
                    <a:cubicBezTo>
                      <a:pt x="72" y="36"/>
                      <a:pt x="74" y="35"/>
                      <a:pt x="75" y="3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5" name="Freeform 2696">
                <a:extLst>
                  <a:ext uri="{FF2B5EF4-FFF2-40B4-BE49-F238E27FC236}">
                    <a16:creationId xmlns:a16="http://schemas.microsoft.com/office/drawing/2014/main" id="{2ED68EAF-B241-404A-B4E0-E354ABADB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761"/>
                <a:ext cx="9" cy="8"/>
              </a:xfrm>
              <a:custGeom>
                <a:avLst/>
                <a:gdLst>
                  <a:gd name="T0" fmla="*/ 15 w 20"/>
                  <a:gd name="T1" fmla="*/ 5 h 20"/>
                  <a:gd name="T2" fmla="*/ 18 w 20"/>
                  <a:gd name="T3" fmla="*/ 9 h 20"/>
                  <a:gd name="T4" fmla="*/ 19 w 20"/>
                  <a:gd name="T5" fmla="*/ 14 h 20"/>
                  <a:gd name="T6" fmla="*/ 17 w 20"/>
                  <a:gd name="T7" fmla="*/ 19 h 20"/>
                  <a:gd name="T8" fmla="*/ 12 w 20"/>
                  <a:gd name="T9" fmla="*/ 20 h 20"/>
                  <a:gd name="T10" fmla="*/ 9 w 20"/>
                  <a:gd name="T11" fmla="*/ 17 h 20"/>
                  <a:gd name="T12" fmla="*/ 7 w 20"/>
                  <a:gd name="T13" fmla="*/ 12 h 20"/>
                  <a:gd name="T14" fmla="*/ 2 w 20"/>
                  <a:gd name="T15" fmla="*/ 10 h 20"/>
                  <a:gd name="T16" fmla="*/ 1 w 20"/>
                  <a:gd name="T17" fmla="*/ 5 h 20"/>
                  <a:gd name="T18" fmla="*/ 4 w 20"/>
                  <a:gd name="T19" fmla="*/ 1 h 20"/>
                  <a:gd name="T20" fmla="*/ 8 w 20"/>
                  <a:gd name="T21" fmla="*/ 0 h 20"/>
                  <a:gd name="T22" fmla="*/ 11 w 20"/>
                  <a:gd name="T23" fmla="*/ 3 h 20"/>
                  <a:gd name="T24" fmla="*/ 15 w 20"/>
                  <a:gd name="T25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20">
                    <a:moveTo>
                      <a:pt x="15" y="5"/>
                    </a:moveTo>
                    <a:cubicBezTo>
                      <a:pt x="17" y="6"/>
                      <a:pt x="18" y="7"/>
                      <a:pt x="18" y="9"/>
                    </a:cubicBezTo>
                    <a:cubicBezTo>
                      <a:pt x="19" y="11"/>
                      <a:pt x="20" y="13"/>
                      <a:pt x="19" y="14"/>
                    </a:cubicBezTo>
                    <a:cubicBezTo>
                      <a:pt x="19" y="16"/>
                      <a:pt x="18" y="17"/>
                      <a:pt x="17" y="19"/>
                    </a:cubicBezTo>
                    <a:cubicBezTo>
                      <a:pt x="16" y="20"/>
                      <a:pt x="14" y="20"/>
                      <a:pt x="12" y="20"/>
                    </a:cubicBezTo>
                    <a:cubicBezTo>
                      <a:pt x="11" y="19"/>
                      <a:pt x="9" y="18"/>
                      <a:pt x="9" y="17"/>
                    </a:cubicBezTo>
                    <a:cubicBezTo>
                      <a:pt x="8" y="15"/>
                      <a:pt x="9" y="13"/>
                      <a:pt x="7" y="12"/>
                    </a:cubicBezTo>
                    <a:cubicBezTo>
                      <a:pt x="6" y="11"/>
                      <a:pt x="3" y="11"/>
                      <a:pt x="2" y="10"/>
                    </a:cubicBezTo>
                    <a:cubicBezTo>
                      <a:pt x="0" y="9"/>
                      <a:pt x="0" y="6"/>
                      <a:pt x="1" y="5"/>
                    </a:cubicBezTo>
                    <a:cubicBezTo>
                      <a:pt x="1" y="2"/>
                      <a:pt x="2" y="1"/>
                      <a:pt x="4" y="1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10" y="1"/>
                      <a:pt x="10" y="2"/>
                      <a:pt x="11" y="3"/>
                    </a:cubicBezTo>
                    <a:cubicBezTo>
                      <a:pt x="12" y="4"/>
                      <a:pt x="14" y="5"/>
                      <a:pt x="15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6" name="Freeform 2697">
                <a:extLst>
                  <a:ext uri="{FF2B5EF4-FFF2-40B4-BE49-F238E27FC236}">
                    <a16:creationId xmlns:a16="http://schemas.microsoft.com/office/drawing/2014/main" id="{CA8808E5-1CF2-9A4C-A026-FA14F16ED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760"/>
                <a:ext cx="29" cy="29"/>
              </a:xfrm>
              <a:custGeom>
                <a:avLst/>
                <a:gdLst>
                  <a:gd name="T0" fmla="*/ 49 w 70"/>
                  <a:gd name="T1" fmla="*/ 21 h 71"/>
                  <a:gd name="T2" fmla="*/ 49 w 70"/>
                  <a:gd name="T3" fmla="*/ 17 h 71"/>
                  <a:gd name="T4" fmla="*/ 56 w 70"/>
                  <a:gd name="T5" fmla="*/ 16 h 71"/>
                  <a:gd name="T6" fmla="*/ 56 w 70"/>
                  <a:gd name="T7" fmla="*/ 10 h 71"/>
                  <a:gd name="T8" fmla="*/ 52 w 70"/>
                  <a:gd name="T9" fmla="*/ 5 h 71"/>
                  <a:gd name="T10" fmla="*/ 49 w 70"/>
                  <a:gd name="T11" fmla="*/ 0 h 71"/>
                  <a:gd name="T12" fmla="*/ 43 w 70"/>
                  <a:gd name="T13" fmla="*/ 4 h 71"/>
                  <a:gd name="T14" fmla="*/ 36 w 70"/>
                  <a:gd name="T15" fmla="*/ 9 h 71"/>
                  <a:gd name="T16" fmla="*/ 34 w 70"/>
                  <a:gd name="T17" fmla="*/ 17 h 71"/>
                  <a:gd name="T18" fmla="*/ 27 w 70"/>
                  <a:gd name="T19" fmla="*/ 14 h 71"/>
                  <a:gd name="T20" fmla="*/ 23 w 70"/>
                  <a:gd name="T21" fmla="*/ 11 h 71"/>
                  <a:gd name="T22" fmla="*/ 13 w 70"/>
                  <a:gd name="T23" fmla="*/ 12 h 71"/>
                  <a:gd name="T24" fmla="*/ 5 w 70"/>
                  <a:gd name="T25" fmla="*/ 19 h 71"/>
                  <a:gd name="T26" fmla="*/ 15 w 70"/>
                  <a:gd name="T27" fmla="*/ 24 h 71"/>
                  <a:gd name="T28" fmla="*/ 6 w 70"/>
                  <a:gd name="T29" fmla="*/ 32 h 71"/>
                  <a:gd name="T30" fmla="*/ 10 w 70"/>
                  <a:gd name="T31" fmla="*/ 43 h 71"/>
                  <a:gd name="T32" fmla="*/ 11 w 70"/>
                  <a:gd name="T33" fmla="*/ 47 h 71"/>
                  <a:gd name="T34" fmla="*/ 1 w 70"/>
                  <a:gd name="T35" fmla="*/ 55 h 71"/>
                  <a:gd name="T36" fmla="*/ 1 w 70"/>
                  <a:gd name="T37" fmla="*/ 65 h 71"/>
                  <a:gd name="T38" fmla="*/ 5 w 70"/>
                  <a:gd name="T39" fmla="*/ 71 h 71"/>
                  <a:gd name="T40" fmla="*/ 9 w 70"/>
                  <a:gd name="T41" fmla="*/ 59 h 71"/>
                  <a:gd name="T42" fmla="*/ 15 w 70"/>
                  <a:gd name="T43" fmla="*/ 63 h 71"/>
                  <a:gd name="T44" fmla="*/ 24 w 70"/>
                  <a:gd name="T45" fmla="*/ 54 h 71"/>
                  <a:gd name="T46" fmla="*/ 28 w 70"/>
                  <a:gd name="T47" fmla="*/ 52 h 71"/>
                  <a:gd name="T48" fmla="*/ 32 w 70"/>
                  <a:gd name="T49" fmla="*/ 60 h 71"/>
                  <a:gd name="T50" fmla="*/ 41 w 70"/>
                  <a:gd name="T51" fmla="*/ 49 h 71"/>
                  <a:gd name="T52" fmla="*/ 36 w 70"/>
                  <a:gd name="T53" fmla="*/ 43 h 71"/>
                  <a:gd name="T54" fmla="*/ 51 w 70"/>
                  <a:gd name="T55" fmla="*/ 40 h 71"/>
                  <a:gd name="T56" fmla="*/ 58 w 70"/>
                  <a:gd name="T57" fmla="*/ 34 h 71"/>
                  <a:gd name="T58" fmla="*/ 66 w 70"/>
                  <a:gd name="T59" fmla="*/ 32 h 71"/>
                  <a:gd name="T60" fmla="*/ 69 w 70"/>
                  <a:gd name="T61" fmla="*/ 23 h 71"/>
                  <a:gd name="T62" fmla="*/ 65 w 70"/>
                  <a:gd name="T63" fmla="*/ 17 h 71"/>
                  <a:gd name="T64" fmla="*/ 60 w 70"/>
                  <a:gd name="T65" fmla="*/ 19 h 71"/>
                  <a:gd name="T66" fmla="*/ 55 w 70"/>
                  <a:gd name="T67" fmla="*/ 21 h 71"/>
                  <a:gd name="T68" fmla="*/ 51 w 70"/>
                  <a:gd name="T69" fmla="*/ 2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0" h="71">
                    <a:moveTo>
                      <a:pt x="51" y="21"/>
                    </a:moveTo>
                    <a:cubicBezTo>
                      <a:pt x="50" y="21"/>
                      <a:pt x="50" y="21"/>
                      <a:pt x="49" y="21"/>
                    </a:cubicBezTo>
                    <a:cubicBezTo>
                      <a:pt x="49" y="20"/>
                      <a:pt x="49" y="20"/>
                      <a:pt x="49" y="19"/>
                    </a:cubicBezTo>
                    <a:cubicBezTo>
                      <a:pt x="49" y="18"/>
                      <a:pt x="48" y="18"/>
                      <a:pt x="49" y="17"/>
                    </a:cubicBezTo>
                    <a:cubicBezTo>
                      <a:pt x="50" y="16"/>
                      <a:pt x="52" y="16"/>
                      <a:pt x="53" y="16"/>
                    </a:cubicBezTo>
                    <a:cubicBezTo>
                      <a:pt x="54" y="16"/>
                      <a:pt x="55" y="16"/>
                      <a:pt x="56" y="16"/>
                    </a:cubicBezTo>
                    <a:cubicBezTo>
                      <a:pt x="56" y="15"/>
                      <a:pt x="57" y="14"/>
                      <a:pt x="56" y="13"/>
                    </a:cubicBezTo>
                    <a:cubicBezTo>
                      <a:pt x="56" y="12"/>
                      <a:pt x="56" y="11"/>
                      <a:pt x="56" y="10"/>
                    </a:cubicBezTo>
                    <a:cubicBezTo>
                      <a:pt x="56" y="9"/>
                      <a:pt x="56" y="8"/>
                      <a:pt x="56" y="8"/>
                    </a:cubicBezTo>
                    <a:cubicBezTo>
                      <a:pt x="55" y="6"/>
                      <a:pt x="53" y="7"/>
                      <a:pt x="52" y="5"/>
                    </a:cubicBezTo>
                    <a:cubicBezTo>
                      <a:pt x="52" y="4"/>
                      <a:pt x="52" y="3"/>
                      <a:pt x="52" y="2"/>
                    </a:cubicBezTo>
                    <a:cubicBezTo>
                      <a:pt x="51" y="1"/>
                      <a:pt x="50" y="0"/>
                      <a:pt x="49" y="0"/>
                    </a:cubicBezTo>
                    <a:cubicBezTo>
                      <a:pt x="47" y="0"/>
                      <a:pt x="46" y="2"/>
                      <a:pt x="44" y="3"/>
                    </a:cubicBezTo>
                    <a:cubicBezTo>
                      <a:pt x="44" y="3"/>
                      <a:pt x="43" y="4"/>
                      <a:pt x="43" y="4"/>
                    </a:cubicBezTo>
                    <a:cubicBezTo>
                      <a:pt x="42" y="5"/>
                      <a:pt x="42" y="6"/>
                      <a:pt x="41" y="6"/>
                    </a:cubicBezTo>
                    <a:cubicBezTo>
                      <a:pt x="40" y="8"/>
                      <a:pt x="37" y="7"/>
                      <a:pt x="36" y="9"/>
                    </a:cubicBezTo>
                    <a:cubicBezTo>
                      <a:pt x="35" y="10"/>
                      <a:pt x="34" y="12"/>
                      <a:pt x="34" y="13"/>
                    </a:cubicBezTo>
                    <a:cubicBezTo>
                      <a:pt x="33" y="14"/>
                      <a:pt x="34" y="16"/>
                      <a:pt x="34" y="17"/>
                    </a:cubicBezTo>
                    <a:cubicBezTo>
                      <a:pt x="34" y="19"/>
                      <a:pt x="33" y="22"/>
                      <a:pt x="31" y="20"/>
                    </a:cubicBezTo>
                    <a:cubicBezTo>
                      <a:pt x="29" y="18"/>
                      <a:pt x="29" y="16"/>
                      <a:pt x="27" y="14"/>
                    </a:cubicBezTo>
                    <a:cubicBezTo>
                      <a:pt x="26" y="14"/>
                      <a:pt x="25" y="14"/>
                      <a:pt x="24" y="13"/>
                    </a:cubicBezTo>
                    <a:cubicBezTo>
                      <a:pt x="24" y="12"/>
                      <a:pt x="23" y="11"/>
                      <a:pt x="23" y="11"/>
                    </a:cubicBezTo>
                    <a:cubicBezTo>
                      <a:pt x="22" y="9"/>
                      <a:pt x="20" y="8"/>
                      <a:pt x="18" y="10"/>
                    </a:cubicBezTo>
                    <a:cubicBezTo>
                      <a:pt x="16" y="11"/>
                      <a:pt x="15" y="11"/>
                      <a:pt x="13" y="12"/>
                    </a:cubicBezTo>
                    <a:cubicBezTo>
                      <a:pt x="11" y="12"/>
                      <a:pt x="9" y="12"/>
                      <a:pt x="8" y="14"/>
                    </a:cubicBezTo>
                    <a:cubicBezTo>
                      <a:pt x="7" y="15"/>
                      <a:pt x="5" y="17"/>
                      <a:pt x="5" y="19"/>
                    </a:cubicBezTo>
                    <a:cubicBezTo>
                      <a:pt x="6" y="21"/>
                      <a:pt x="9" y="21"/>
                      <a:pt x="11" y="21"/>
                    </a:cubicBezTo>
                    <a:cubicBezTo>
                      <a:pt x="13" y="21"/>
                      <a:pt x="15" y="21"/>
                      <a:pt x="15" y="24"/>
                    </a:cubicBezTo>
                    <a:cubicBezTo>
                      <a:pt x="16" y="27"/>
                      <a:pt x="15" y="29"/>
                      <a:pt x="13" y="30"/>
                    </a:cubicBezTo>
                    <a:cubicBezTo>
                      <a:pt x="10" y="31"/>
                      <a:pt x="7" y="30"/>
                      <a:pt x="6" y="32"/>
                    </a:cubicBezTo>
                    <a:cubicBezTo>
                      <a:pt x="4" y="34"/>
                      <a:pt x="4" y="37"/>
                      <a:pt x="4" y="39"/>
                    </a:cubicBezTo>
                    <a:cubicBezTo>
                      <a:pt x="4" y="42"/>
                      <a:pt x="7" y="43"/>
                      <a:pt x="10" y="43"/>
                    </a:cubicBezTo>
                    <a:cubicBezTo>
                      <a:pt x="11" y="43"/>
                      <a:pt x="12" y="43"/>
                      <a:pt x="12" y="44"/>
                    </a:cubicBezTo>
                    <a:cubicBezTo>
                      <a:pt x="13" y="45"/>
                      <a:pt x="11" y="46"/>
                      <a:pt x="11" y="47"/>
                    </a:cubicBezTo>
                    <a:cubicBezTo>
                      <a:pt x="9" y="49"/>
                      <a:pt x="7" y="50"/>
                      <a:pt x="5" y="51"/>
                    </a:cubicBezTo>
                    <a:cubicBezTo>
                      <a:pt x="3" y="52"/>
                      <a:pt x="2" y="53"/>
                      <a:pt x="1" y="55"/>
                    </a:cubicBezTo>
                    <a:cubicBezTo>
                      <a:pt x="1" y="56"/>
                      <a:pt x="1" y="58"/>
                      <a:pt x="1" y="60"/>
                    </a:cubicBezTo>
                    <a:cubicBezTo>
                      <a:pt x="1" y="62"/>
                      <a:pt x="1" y="63"/>
                      <a:pt x="1" y="65"/>
                    </a:cubicBezTo>
                    <a:cubicBezTo>
                      <a:pt x="1" y="66"/>
                      <a:pt x="0" y="69"/>
                      <a:pt x="1" y="70"/>
                    </a:cubicBezTo>
                    <a:cubicBezTo>
                      <a:pt x="2" y="71"/>
                      <a:pt x="4" y="71"/>
                      <a:pt x="5" y="71"/>
                    </a:cubicBezTo>
                    <a:cubicBezTo>
                      <a:pt x="6" y="70"/>
                      <a:pt x="6" y="69"/>
                      <a:pt x="7" y="68"/>
                    </a:cubicBezTo>
                    <a:cubicBezTo>
                      <a:pt x="10" y="66"/>
                      <a:pt x="9" y="62"/>
                      <a:pt x="9" y="59"/>
                    </a:cubicBezTo>
                    <a:cubicBezTo>
                      <a:pt x="9" y="57"/>
                      <a:pt x="10" y="51"/>
                      <a:pt x="13" y="53"/>
                    </a:cubicBezTo>
                    <a:cubicBezTo>
                      <a:pt x="16" y="56"/>
                      <a:pt x="13" y="60"/>
                      <a:pt x="15" y="63"/>
                    </a:cubicBezTo>
                    <a:cubicBezTo>
                      <a:pt x="17" y="65"/>
                      <a:pt x="20" y="66"/>
                      <a:pt x="23" y="64"/>
                    </a:cubicBezTo>
                    <a:cubicBezTo>
                      <a:pt x="26" y="63"/>
                      <a:pt x="24" y="57"/>
                      <a:pt x="24" y="54"/>
                    </a:cubicBezTo>
                    <a:cubicBezTo>
                      <a:pt x="24" y="53"/>
                      <a:pt x="24" y="52"/>
                      <a:pt x="25" y="51"/>
                    </a:cubicBezTo>
                    <a:cubicBezTo>
                      <a:pt x="26" y="51"/>
                      <a:pt x="28" y="51"/>
                      <a:pt x="28" y="52"/>
                    </a:cubicBezTo>
                    <a:cubicBezTo>
                      <a:pt x="29" y="53"/>
                      <a:pt x="29" y="55"/>
                      <a:pt x="29" y="57"/>
                    </a:cubicBezTo>
                    <a:cubicBezTo>
                      <a:pt x="29" y="58"/>
                      <a:pt x="30" y="59"/>
                      <a:pt x="32" y="60"/>
                    </a:cubicBezTo>
                    <a:cubicBezTo>
                      <a:pt x="34" y="61"/>
                      <a:pt x="36" y="59"/>
                      <a:pt x="38" y="58"/>
                    </a:cubicBezTo>
                    <a:cubicBezTo>
                      <a:pt x="41" y="57"/>
                      <a:pt x="41" y="52"/>
                      <a:pt x="41" y="49"/>
                    </a:cubicBezTo>
                    <a:cubicBezTo>
                      <a:pt x="40" y="46"/>
                      <a:pt x="37" y="48"/>
                      <a:pt x="35" y="46"/>
                    </a:cubicBezTo>
                    <a:cubicBezTo>
                      <a:pt x="34" y="45"/>
                      <a:pt x="35" y="44"/>
                      <a:pt x="36" y="43"/>
                    </a:cubicBezTo>
                    <a:cubicBezTo>
                      <a:pt x="37" y="42"/>
                      <a:pt x="38" y="42"/>
                      <a:pt x="39" y="40"/>
                    </a:cubicBezTo>
                    <a:cubicBezTo>
                      <a:pt x="41" y="36"/>
                      <a:pt x="47" y="39"/>
                      <a:pt x="51" y="40"/>
                    </a:cubicBezTo>
                    <a:cubicBezTo>
                      <a:pt x="54" y="40"/>
                      <a:pt x="57" y="41"/>
                      <a:pt x="58" y="37"/>
                    </a:cubicBezTo>
                    <a:cubicBezTo>
                      <a:pt x="58" y="36"/>
                      <a:pt x="58" y="35"/>
                      <a:pt x="58" y="34"/>
                    </a:cubicBezTo>
                    <a:cubicBezTo>
                      <a:pt x="59" y="33"/>
                      <a:pt x="61" y="33"/>
                      <a:pt x="62" y="33"/>
                    </a:cubicBezTo>
                    <a:cubicBezTo>
                      <a:pt x="63" y="32"/>
                      <a:pt x="65" y="33"/>
                      <a:pt x="66" y="32"/>
                    </a:cubicBezTo>
                    <a:cubicBezTo>
                      <a:pt x="68" y="31"/>
                      <a:pt x="67" y="30"/>
                      <a:pt x="67" y="28"/>
                    </a:cubicBezTo>
                    <a:cubicBezTo>
                      <a:pt x="68" y="26"/>
                      <a:pt x="70" y="25"/>
                      <a:pt x="69" y="23"/>
                    </a:cubicBezTo>
                    <a:cubicBezTo>
                      <a:pt x="68" y="22"/>
                      <a:pt x="67" y="22"/>
                      <a:pt x="66" y="21"/>
                    </a:cubicBezTo>
                    <a:cubicBezTo>
                      <a:pt x="64" y="20"/>
                      <a:pt x="65" y="19"/>
                      <a:pt x="65" y="17"/>
                    </a:cubicBezTo>
                    <a:cubicBezTo>
                      <a:pt x="65" y="16"/>
                      <a:pt x="64" y="15"/>
                      <a:pt x="63" y="15"/>
                    </a:cubicBezTo>
                    <a:cubicBezTo>
                      <a:pt x="61" y="15"/>
                      <a:pt x="60" y="17"/>
                      <a:pt x="60" y="19"/>
                    </a:cubicBezTo>
                    <a:cubicBezTo>
                      <a:pt x="60" y="20"/>
                      <a:pt x="60" y="21"/>
                      <a:pt x="59" y="22"/>
                    </a:cubicBezTo>
                    <a:cubicBezTo>
                      <a:pt x="58" y="22"/>
                      <a:pt x="56" y="21"/>
                      <a:pt x="55" y="21"/>
                    </a:cubicBezTo>
                    <a:cubicBezTo>
                      <a:pt x="54" y="21"/>
                      <a:pt x="53" y="22"/>
                      <a:pt x="52" y="22"/>
                    </a:cubicBezTo>
                    <a:cubicBezTo>
                      <a:pt x="52" y="22"/>
                      <a:pt x="51" y="21"/>
                      <a:pt x="51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7" name="Freeform 2698">
                <a:extLst>
                  <a:ext uri="{FF2B5EF4-FFF2-40B4-BE49-F238E27FC236}">
                    <a16:creationId xmlns:a16="http://schemas.microsoft.com/office/drawing/2014/main" id="{CFF4EBB7-626E-F44F-9349-806917417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777"/>
                <a:ext cx="13" cy="18"/>
              </a:xfrm>
              <a:custGeom>
                <a:avLst/>
                <a:gdLst>
                  <a:gd name="T0" fmla="*/ 10 w 31"/>
                  <a:gd name="T1" fmla="*/ 35 h 43"/>
                  <a:gd name="T2" fmla="*/ 10 w 31"/>
                  <a:gd name="T3" fmla="*/ 32 h 43"/>
                  <a:gd name="T4" fmla="*/ 7 w 31"/>
                  <a:gd name="T5" fmla="*/ 32 h 43"/>
                  <a:gd name="T6" fmla="*/ 4 w 31"/>
                  <a:gd name="T7" fmla="*/ 33 h 43"/>
                  <a:gd name="T8" fmla="*/ 4 w 31"/>
                  <a:gd name="T9" fmla="*/ 37 h 43"/>
                  <a:gd name="T10" fmla="*/ 2 w 31"/>
                  <a:gd name="T11" fmla="*/ 40 h 43"/>
                  <a:gd name="T12" fmla="*/ 1 w 31"/>
                  <a:gd name="T13" fmla="*/ 39 h 43"/>
                  <a:gd name="T14" fmla="*/ 0 w 31"/>
                  <a:gd name="T15" fmla="*/ 32 h 43"/>
                  <a:gd name="T16" fmla="*/ 1 w 31"/>
                  <a:gd name="T17" fmla="*/ 29 h 43"/>
                  <a:gd name="T18" fmla="*/ 3 w 31"/>
                  <a:gd name="T19" fmla="*/ 26 h 43"/>
                  <a:gd name="T20" fmla="*/ 6 w 31"/>
                  <a:gd name="T21" fmla="*/ 17 h 43"/>
                  <a:gd name="T22" fmla="*/ 14 w 31"/>
                  <a:gd name="T23" fmla="*/ 17 h 43"/>
                  <a:gd name="T24" fmla="*/ 17 w 31"/>
                  <a:gd name="T25" fmla="*/ 21 h 43"/>
                  <a:gd name="T26" fmla="*/ 18 w 31"/>
                  <a:gd name="T27" fmla="*/ 14 h 43"/>
                  <a:gd name="T28" fmla="*/ 15 w 31"/>
                  <a:gd name="T29" fmla="*/ 8 h 43"/>
                  <a:gd name="T30" fmla="*/ 19 w 31"/>
                  <a:gd name="T31" fmla="*/ 2 h 43"/>
                  <a:gd name="T32" fmla="*/ 23 w 31"/>
                  <a:gd name="T33" fmla="*/ 4 h 43"/>
                  <a:gd name="T34" fmla="*/ 29 w 31"/>
                  <a:gd name="T35" fmla="*/ 8 h 43"/>
                  <a:gd name="T36" fmla="*/ 27 w 31"/>
                  <a:gd name="T37" fmla="*/ 14 h 43"/>
                  <a:gd name="T38" fmla="*/ 24 w 31"/>
                  <a:gd name="T39" fmla="*/ 21 h 43"/>
                  <a:gd name="T40" fmla="*/ 23 w 31"/>
                  <a:gd name="T41" fmla="*/ 27 h 43"/>
                  <a:gd name="T42" fmla="*/ 22 w 31"/>
                  <a:gd name="T43" fmla="*/ 32 h 43"/>
                  <a:gd name="T44" fmla="*/ 20 w 31"/>
                  <a:gd name="T45" fmla="*/ 33 h 43"/>
                  <a:gd name="T46" fmla="*/ 18 w 31"/>
                  <a:gd name="T47" fmla="*/ 34 h 43"/>
                  <a:gd name="T48" fmla="*/ 16 w 31"/>
                  <a:gd name="T49" fmla="*/ 38 h 43"/>
                  <a:gd name="T50" fmla="*/ 14 w 31"/>
                  <a:gd name="T51" fmla="*/ 38 h 43"/>
                  <a:gd name="T52" fmla="*/ 13 w 31"/>
                  <a:gd name="T53" fmla="*/ 41 h 43"/>
                  <a:gd name="T54" fmla="*/ 12 w 31"/>
                  <a:gd name="T55" fmla="*/ 43 h 43"/>
                  <a:gd name="T56" fmla="*/ 10 w 31"/>
                  <a:gd name="T57" fmla="*/ 43 h 43"/>
                  <a:gd name="T58" fmla="*/ 10 w 31"/>
                  <a:gd name="T59" fmla="*/ 3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" h="43">
                    <a:moveTo>
                      <a:pt x="10" y="35"/>
                    </a:moveTo>
                    <a:cubicBezTo>
                      <a:pt x="10" y="34"/>
                      <a:pt x="10" y="32"/>
                      <a:pt x="10" y="32"/>
                    </a:cubicBezTo>
                    <a:cubicBezTo>
                      <a:pt x="9" y="30"/>
                      <a:pt x="8" y="31"/>
                      <a:pt x="7" y="32"/>
                    </a:cubicBezTo>
                    <a:cubicBezTo>
                      <a:pt x="6" y="32"/>
                      <a:pt x="5" y="32"/>
                      <a:pt x="4" y="33"/>
                    </a:cubicBezTo>
                    <a:cubicBezTo>
                      <a:pt x="3" y="34"/>
                      <a:pt x="4" y="36"/>
                      <a:pt x="4" y="37"/>
                    </a:cubicBezTo>
                    <a:cubicBezTo>
                      <a:pt x="3" y="38"/>
                      <a:pt x="3" y="40"/>
                      <a:pt x="2" y="40"/>
                    </a:cubicBezTo>
                    <a:cubicBezTo>
                      <a:pt x="2" y="41"/>
                      <a:pt x="1" y="40"/>
                      <a:pt x="1" y="39"/>
                    </a:cubicBezTo>
                    <a:cubicBezTo>
                      <a:pt x="0" y="37"/>
                      <a:pt x="0" y="34"/>
                      <a:pt x="0" y="32"/>
                    </a:cubicBezTo>
                    <a:cubicBezTo>
                      <a:pt x="1" y="31"/>
                      <a:pt x="1" y="30"/>
                      <a:pt x="1" y="29"/>
                    </a:cubicBezTo>
                    <a:cubicBezTo>
                      <a:pt x="2" y="28"/>
                      <a:pt x="2" y="27"/>
                      <a:pt x="3" y="26"/>
                    </a:cubicBezTo>
                    <a:cubicBezTo>
                      <a:pt x="5" y="23"/>
                      <a:pt x="4" y="19"/>
                      <a:pt x="6" y="17"/>
                    </a:cubicBezTo>
                    <a:cubicBezTo>
                      <a:pt x="8" y="15"/>
                      <a:pt x="13" y="14"/>
                      <a:pt x="14" y="17"/>
                    </a:cubicBezTo>
                    <a:cubicBezTo>
                      <a:pt x="15" y="18"/>
                      <a:pt x="15" y="23"/>
                      <a:pt x="17" y="21"/>
                    </a:cubicBezTo>
                    <a:cubicBezTo>
                      <a:pt x="19" y="19"/>
                      <a:pt x="20" y="16"/>
                      <a:pt x="18" y="14"/>
                    </a:cubicBezTo>
                    <a:cubicBezTo>
                      <a:pt x="16" y="12"/>
                      <a:pt x="14" y="11"/>
                      <a:pt x="15" y="8"/>
                    </a:cubicBezTo>
                    <a:cubicBezTo>
                      <a:pt x="16" y="6"/>
                      <a:pt x="17" y="3"/>
                      <a:pt x="19" y="2"/>
                    </a:cubicBezTo>
                    <a:cubicBezTo>
                      <a:pt x="21" y="0"/>
                      <a:pt x="22" y="2"/>
                      <a:pt x="23" y="4"/>
                    </a:cubicBezTo>
                    <a:cubicBezTo>
                      <a:pt x="24" y="6"/>
                      <a:pt x="27" y="6"/>
                      <a:pt x="29" y="8"/>
                    </a:cubicBezTo>
                    <a:cubicBezTo>
                      <a:pt x="31" y="11"/>
                      <a:pt x="29" y="12"/>
                      <a:pt x="27" y="14"/>
                    </a:cubicBezTo>
                    <a:cubicBezTo>
                      <a:pt x="26" y="16"/>
                      <a:pt x="25" y="19"/>
                      <a:pt x="24" y="21"/>
                    </a:cubicBezTo>
                    <a:cubicBezTo>
                      <a:pt x="23" y="23"/>
                      <a:pt x="23" y="25"/>
                      <a:pt x="23" y="27"/>
                    </a:cubicBezTo>
                    <a:cubicBezTo>
                      <a:pt x="23" y="28"/>
                      <a:pt x="23" y="31"/>
                      <a:pt x="22" y="32"/>
                    </a:cubicBezTo>
                    <a:cubicBezTo>
                      <a:pt x="22" y="33"/>
                      <a:pt x="21" y="33"/>
                      <a:pt x="20" y="33"/>
                    </a:cubicBezTo>
                    <a:cubicBezTo>
                      <a:pt x="19" y="33"/>
                      <a:pt x="18" y="33"/>
                      <a:pt x="18" y="34"/>
                    </a:cubicBezTo>
                    <a:cubicBezTo>
                      <a:pt x="18" y="35"/>
                      <a:pt x="17" y="38"/>
                      <a:pt x="16" y="38"/>
                    </a:cubicBezTo>
                    <a:cubicBezTo>
                      <a:pt x="15" y="38"/>
                      <a:pt x="14" y="37"/>
                      <a:pt x="14" y="38"/>
                    </a:cubicBezTo>
                    <a:cubicBezTo>
                      <a:pt x="13" y="39"/>
                      <a:pt x="13" y="40"/>
                      <a:pt x="13" y="41"/>
                    </a:cubicBezTo>
                    <a:cubicBezTo>
                      <a:pt x="13" y="42"/>
                      <a:pt x="13" y="42"/>
                      <a:pt x="12" y="43"/>
                    </a:cubicBezTo>
                    <a:cubicBezTo>
                      <a:pt x="11" y="43"/>
                      <a:pt x="10" y="43"/>
                      <a:pt x="10" y="43"/>
                    </a:cubicBezTo>
                    <a:cubicBezTo>
                      <a:pt x="8" y="41"/>
                      <a:pt x="10" y="37"/>
                      <a:pt x="10" y="3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8" name="Freeform 2699">
                <a:extLst>
                  <a:ext uri="{FF2B5EF4-FFF2-40B4-BE49-F238E27FC236}">
                    <a16:creationId xmlns:a16="http://schemas.microsoft.com/office/drawing/2014/main" id="{4FF60F84-74A3-E147-B292-9B3DF33B7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795"/>
                <a:ext cx="18" cy="5"/>
              </a:xfrm>
              <a:custGeom>
                <a:avLst/>
                <a:gdLst>
                  <a:gd name="T0" fmla="*/ 22 w 46"/>
                  <a:gd name="T1" fmla="*/ 10 h 13"/>
                  <a:gd name="T2" fmla="*/ 17 w 46"/>
                  <a:gd name="T3" fmla="*/ 12 h 13"/>
                  <a:gd name="T4" fmla="*/ 7 w 46"/>
                  <a:gd name="T5" fmla="*/ 11 h 13"/>
                  <a:gd name="T6" fmla="*/ 2 w 46"/>
                  <a:gd name="T7" fmla="*/ 11 h 13"/>
                  <a:gd name="T8" fmla="*/ 0 w 46"/>
                  <a:gd name="T9" fmla="*/ 8 h 13"/>
                  <a:gd name="T10" fmla="*/ 5 w 46"/>
                  <a:gd name="T11" fmla="*/ 6 h 13"/>
                  <a:gd name="T12" fmla="*/ 8 w 46"/>
                  <a:gd name="T13" fmla="*/ 3 h 13"/>
                  <a:gd name="T14" fmla="*/ 18 w 46"/>
                  <a:gd name="T15" fmla="*/ 2 h 13"/>
                  <a:gd name="T16" fmla="*/ 26 w 46"/>
                  <a:gd name="T17" fmla="*/ 2 h 13"/>
                  <a:gd name="T18" fmla="*/ 32 w 46"/>
                  <a:gd name="T19" fmla="*/ 2 h 13"/>
                  <a:gd name="T20" fmla="*/ 41 w 46"/>
                  <a:gd name="T21" fmla="*/ 3 h 13"/>
                  <a:gd name="T22" fmla="*/ 45 w 46"/>
                  <a:gd name="T23" fmla="*/ 3 h 13"/>
                  <a:gd name="T24" fmla="*/ 46 w 46"/>
                  <a:gd name="T25" fmla="*/ 7 h 13"/>
                  <a:gd name="T26" fmla="*/ 44 w 46"/>
                  <a:gd name="T27" fmla="*/ 12 h 13"/>
                  <a:gd name="T28" fmla="*/ 38 w 46"/>
                  <a:gd name="T29" fmla="*/ 11 h 13"/>
                  <a:gd name="T30" fmla="*/ 35 w 46"/>
                  <a:gd name="T31" fmla="*/ 10 h 13"/>
                  <a:gd name="T32" fmla="*/ 33 w 46"/>
                  <a:gd name="T33" fmla="*/ 7 h 13"/>
                  <a:gd name="T34" fmla="*/ 30 w 46"/>
                  <a:gd name="T35" fmla="*/ 7 h 13"/>
                  <a:gd name="T36" fmla="*/ 28 w 46"/>
                  <a:gd name="T37" fmla="*/ 7 h 13"/>
                  <a:gd name="T38" fmla="*/ 25 w 46"/>
                  <a:gd name="T39" fmla="*/ 7 h 13"/>
                  <a:gd name="T40" fmla="*/ 22 w 46"/>
                  <a:gd name="T41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" h="13">
                    <a:moveTo>
                      <a:pt x="22" y="10"/>
                    </a:moveTo>
                    <a:cubicBezTo>
                      <a:pt x="21" y="11"/>
                      <a:pt x="19" y="12"/>
                      <a:pt x="17" y="12"/>
                    </a:cubicBezTo>
                    <a:cubicBezTo>
                      <a:pt x="14" y="13"/>
                      <a:pt x="10" y="11"/>
                      <a:pt x="7" y="11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1" y="11"/>
                      <a:pt x="0" y="9"/>
                      <a:pt x="0" y="8"/>
                    </a:cubicBezTo>
                    <a:cubicBezTo>
                      <a:pt x="1" y="6"/>
                      <a:pt x="4" y="7"/>
                      <a:pt x="5" y="6"/>
                    </a:cubicBezTo>
                    <a:cubicBezTo>
                      <a:pt x="7" y="6"/>
                      <a:pt x="7" y="5"/>
                      <a:pt x="8" y="3"/>
                    </a:cubicBezTo>
                    <a:cubicBezTo>
                      <a:pt x="9" y="0"/>
                      <a:pt x="16" y="2"/>
                      <a:pt x="18" y="2"/>
                    </a:cubicBezTo>
                    <a:cubicBezTo>
                      <a:pt x="21" y="2"/>
                      <a:pt x="23" y="2"/>
                      <a:pt x="26" y="2"/>
                    </a:cubicBezTo>
                    <a:cubicBezTo>
                      <a:pt x="28" y="2"/>
                      <a:pt x="30" y="2"/>
                      <a:pt x="32" y="2"/>
                    </a:cubicBezTo>
                    <a:cubicBezTo>
                      <a:pt x="35" y="3"/>
                      <a:pt x="38" y="3"/>
                      <a:pt x="41" y="3"/>
                    </a:cubicBezTo>
                    <a:cubicBezTo>
                      <a:pt x="42" y="3"/>
                      <a:pt x="44" y="2"/>
                      <a:pt x="45" y="3"/>
                    </a:cubicBezTo>
                    <a:cubicBezTo>
                      <a:pt x="46" y="4"/>
                      <a:pt x="46" y="6"/>
                      <a:pt x="46" y="7"/>
                    </a:cubicBezTo>
                    <a:cubicBezTo>
                      <a:pt x="46" y="9"/>
                      <a:pt x="46" y="11"/>
                      <a:pt x="44" y="12"/>
                    </a:cubicBezTo>
                    <a:cubicBezTo>
                      <a:pt x="42" y="13"/>
                      <a:pt x="40" y="12"/>
                      <a:pt x="38" y="11"/>
                    </a:cubicBezTo>
                    <a:cubicBezTo>
                      <a:pt x="37" y="11"/>
                      <a:pt x="36" y="11"/>
                      <a:pt x="35" y="10"/>
                    </a:cubicBezTo>
                    <a:cubicBezTo>
                      <a:pt x="34" y="9"/>
                      <a:pt x="34" y="8"/>
                      <a:pt x="33" y="7"/>
                    </a:cubicBezTo>
                    <a:cubicBezTo>
                      <a:pt x="32" y="6"/>
                      <a:pt x="31" y="6"/>
                      <a:pt x="30" y="7"/>
                    </a:cubicBezTo>
                    <a:cubicBezTo>
                      <a:pt x="29" y="7"/>
                      <a:pt x="29" y="7"/>
                      <a:pt x="28" y="7"/>
                    </a:cubicBezTo>
                    <a:cubicBezTo>
                      <a:pt x="27" y="7"/>
                      <a:pt x="26" y="7"/>
                      <a:pt x="25" y="7"/>
                    </a:cubicBezTo>
                    <a:cubicBezTo>
                      <a:pt x="24" y="8"/>
                      <a:pt x="23" y="9"/>
                      <a:pt x="22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9" name="Freeform 2700">
                <a:extLst>
                  <a:ext uri="{FF2B5EF4-FFF2-40B4-BE49-F238E27FC236}">
                    <a16:creationId xmlns:a16="http://schemas.microsoft.com/office/drawing/2014/main" id="{8D8FA10B-D271-CE49-BAFA-23717C361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782"/>
                <a:ext cx="17" cy="31"/>
              </a:xfrm>
              <a:custGeom>
                <a:avLst/>
                <a:gdLst>
                  <a:gd name="T0" fmla="*/ 38 w 43"/>
                  <a:gd name="T1" fmla="*/ 22 h 75"/>
                  <a:gd name="T2" fmla="*/ 34 w 43"/>
                  <a:gd name="T3" fmla="*/ 19 h 75"/>
                  <a:gd name="T4" fmla="*/ 37 w 43"/>
                  <a:gd name="T5" fmla="*/ 16 h 75"/>
                  <a:gd name="T6" fmla="*/ 41 w 43"/>
                  <a:gd name="T7" fmla="*/ 14 h 75"/>
                  <a:gd name="T8" fmla="*/ 43 w 43"/>
                  <a:gd name="T9" fmla="*/ 8 h 75"/>
                  <a:gd name="T10" fmla="*/ 41 w 43"/>
                  <a:gd name="T11" fmla="*/ 3 h 75"/>
                  <a:gd name="T12" fmla="*/ 37 w 43"/>
                  <a:gd name="T13" fmla="*/ 1 h 75"/>
                  <a:gd name="T14" fmla="*/ 34 w 43"/>
                  <a:gd name="T15" fmla="*/ 0 h 75"/>
                  <a:gd name="T16" fmla="*/ 29 w 43"/>
                  <a:gd name="T17" fmla="*/ 3 h 75"/>
                  <a:gd name="T18" fmla="*/ 27 w 43"/>
                  <a:gd name="T19" fmla="*/ 8 h 75"/>
                  <a:gd name="T20" fmla="*/ 25 w 43"/>
                  <a:gd name="T21" fmla="*/ 11 h 75"/>
                  <a:gd name="T22" fmla="*/ 23 w 43"/>
                  <a:gd name="T23" fmla="*/ 15 h 75"/>
                  <a:gd name="T24" fmla="*/ 21 w 43"/>
                  <a:gd name="T25" fmla="*/ 18 h 75"/>
                  <a:gd name="T26" fmla="*/ 18 w 43"/>
                  <a:gd name="T27" fmla="*/ 22 h 75"/>
                  <a:gd name="T28" fmla="*/ 19 w 43"/>
                  <a:gd name="T29" fmla="*/ 29 h 75"/>
                  <a:gd name="T30" fmla="*/ 17 w 43"/>
                  <a:gd name="T31" fmla="*/ 34 h 75"/>
                  <a:gd name="T32" fmla="*/ 12 w 43"/>
                  <a:gd name="T33" fmla="*/ 36 h 75"/>
                  <a:gd name="T34" fmla="*/ 11 w 43"/>
                  <a:gd name="T35" fmla="*/ 42 h 75"/>
                  <a:gd name="T36" fmla="*/ 10 w 43"/>
                  <a:gd name="T37" fmla="*/ 47 h 75"/>
                  <a:gd name="T38" fmla="*/ 7 w 43"/>
                  <a:gd name="T39" fmla="*/ 56 h 75"/>
                  <a:gd name="T40" fmla="*/ 5 w 43"/>
                  <a:gd name="T41" fmla="*/ 60 h 75"/>
                  <a:gd name="T42" fmla="*/ 4 w 43"/>
                  <a:gd name="T43" fmla="*/ 67 h 75"/>
                  <a:gd name="T44" fmla="*/ 1 w 43"/>
                  <a:gd name="T45" fmla="*/ 69 h 75"/>
                  <a:gd name="T46" fmla="*/ 3 w 43"/>
                  <a:gd name="T47" fmla="*/ 73 h 75"/>
                  <a:gd name="T48" fmla="*/ 9 w 43"/>
                  <a:gd name="T49" fmla="*/ 73 h 75"/>
                  <a:gd name="T50" fmla="*/ 11 w 43"/>
                  <a:gd name="T51" fmla="*/ 69 h 75"/>
                  <a:gd name="T52" fmla="*/ 15 w 43"/>
                  <a:gd name="T53" fmla="*/ 65 h 75"/>
                  <a:gd name="T54" fmla="*/ 18 w 43"/>
                  <a:gd name="T55" fmla="*/ 61 h 75"/>
                  <a:gd name="T56" fmla="*/ 26 w 43"/>
                  <a:gd name="T57" fmla="*/ 57 h 75"/>
                  <a:gd name="T58" fmla="*/ 28 w 43"/>
                  <a:gd name="T59" fmla="*/ 47 h 75"/>
                  <a:gd name="T60" fmla="*/ 25 w 43"/>
                  <a:gd name="T61" fmla="*/ 38 h 75"/>
                  <a:gd name="T62" fmla="*/ 28 w 43"/>
                  <a:gd name="T63" fmla="*/ 40 h 75"/>
                  <a:gd name="T64" fmla="*/ 33 w 43"/>
                  <a:gd name="T65" fmla="*/ 42 h 75"/>
                  <a:gd name="T66" fmla="*/ 38 w 43"/>
                  <a:gd name="T67" fmla="*/ 36 h 75"/>
                  <a:gd name="T68" fmla="*/ 38 w 43"/>
                  <a:gd name="T69" fmla="*/ 30 h 75"/>
                  <a:gd name="T70" fmla="*/ 36 w 43"/>
                  <a:gd name="T71" fmla="*/ 28 h 75"/>
                  <a:gd name="T72" fmla="*/ 38 w 43"/>
                  <a:gd name="T73" fmla="*/ 2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75">
                    <a:moveTo>
                      <a:pt x="38" y="22"/>
                    </a:moveTo>
                    <a:cubicBezTo>
                      <a:pt x="38" y="21"/>
                      <a:pt x="35" y="20"/>
                      <a:pt x="34" y="19"/>
                    </a:cubicBezTo>
                    <a:cubicBezTo>
                      <a:pt x="33" y="17"/>
                      <a:pt x="36" y="17"/>
                      <a:pt x="37" y="16"/>
                    </a:cubicBezTo>
                    <a:cubicBezTo>
                      <a:pt x="39" y="16"/>
                      <a:pt x="40" y="15"/>
                      <a:pt x="41" y="14"/>
                    </a:cubicBezTo>
                    <a:cubicBezTo>
                      <a:pt x="42" y="12"/>
                      <a:pt x="42" y="10"/>
                      <a:pt x="43" y="8"/>
                    </a:cubicBezTo>
                    <a:cubicBezTo>
                      <a:pt x="43" y="6"/>
                      <a:pt x="43" y="4"/>
                      <a:pt x="41" y="3"/>
                    </a:cubicBezTo>
                    <a:cubicBezTo>
                      <a:pt x="40" y="2"/>
                      <a:pt x="38" y="2"/>
                      <a:pt x="37" y="1"/>
                    </a:cubicBezTo>
                    <a:cubicBezTo>
                      <a:pt x="36" y="1"/>
                      <a:pt x="35" y="0"/>
                      <a:pt x="34" y="0"/>
                    </a:cubicBezTo>
                    <a:cubicBezTo>
                      <a:pt x="32" y="1"/>
                      <a:pt x="30" y="2"/>
                      <a:pt x="29" y="3"/>
                    </a:cubicBezTo>
                    <a:cubicBezTo>
                      <a:pt x="28" y="5"/>
                      <a:pt x="28" y="6"/>
                      <a:pt x="27" y="8"/>
                    </a:cubicBezTo>
                    <a:cubicBezTo>
                      <a:pt x="27" y="9"/>
                      <a:pt x="25" y="10"/>
                      <a:pt x="25" y="11"/>
                    </a:cubicBezTo>
                    <a:cubicBezTo>
                      <a:pt x="23" y="12"/>
                      <a:pt x="23" y="13"/>
                      <a:pt x="23" y="15"/>
                    </a:cubicBezTo>
                    <a:cubicBezTo>
                      <a:pt x="22" y="16"/>
                      <a:pt x="22" y="18"/>
                      <a:pt x="21" y="18"/>
                    </a:cubicBezTo>
                    <a:cubicBezTo>
                      <a:pt x="20" y="19"/>
                      <a:pt x="19" y="20"/>
                      <a:pt x="18" y="22"/>
                    </a:cubicBezTo>
                    <a:cubicBezTo>
                      <a:pt x="18" y="24"/>
                      <a:pt x="19" y="27"/>
                      <a:pt x="19" y="29"/>
                    </a:cubicBezTo>
                    <a:cubicBezTo>
                      <a:pt x="19" y="31"/>
                      <a:pt x="19" y="33"/>
                      <a:pt x="17" y="34"/>
                    </a:cubicBezTo>
                    <a:cubicBezTo>
                      <a:pt x="15" y="35"/>
                      <a:pt x="13" y="35"/>
                      <a:pt x="12" y="36"/>
                    </a:cubicBezTo>
                    <a:cubicBezTo>
                      <a:pt x="11" y="38"/>
                      <a:pt x="11" y="40"/>
                      <a:pt x="11" y="42"/>
                    </a:cubicBezTo>
                    <a:cubicBezTo>
                      <a:pt x="11" y="44"/>
                      <a:pt x="11" y="45"/>
                      <a:pt x="10" y="47"/>
                    </a:cubicBezTo>
                    <a:cubicBezTo>
                      <a:pt x="9" y="50"/>
                      <a:pt x="9" y="53"/>
                      <a:pt x="7" y="56"/>
                    </a:cubicBezTo>
                    <a:cubicBezTo>
                      <a:pt x="6" y="57"/>
                      <a:pt x="5" y="59"/>
                      <a:pt x="5" y="60"/>
                    </a:cubicBezTo>
                    <a:cubicBezTo>
                      <a:pt x="5" y="62"/>
                      <a:pt x="5" y="65"/>
                      <a:pt x="4" y="67"/>
                    </a:cubicBezTo>
                    <a:cubicBezTo>
                      <a:pt x="3" y="68"/>
                      <a:pt x="2" y="68"/>
                      <a:pt x="1" y="69"/>
                    </a:cubicBezTo>
                    <a:cubicBezTo>
                      <a:pt x="0" y="71"/>
                      <a:pt x="2" y="72"/>
                      <a:pt x="3" y="73"/>
                    </a:cubicBezTo>
                    <a:cubicBezTo>
                      <a:pt x="4" y="74"/>
                      <a:pt x="7" y="75"/>
                      <a:pt x="9" y="73"/>
                    </a:cubicBezTo>
                    <a:cubicBezTo>
                      <a:pt x="10" y="72"/>
                      <a:pt x="10" y="70"/>
                      <a:pt x="11" y="69"/>
                    </a:cubicBezTo>
                    <a:cubicBezTo>
                      <a:pt x="12" y="68"/>
                      <a:pt x="14" y="67"/>
                      <a:pt x="15" y="65"/>
                    </a:cubicBezTo>
                    <a:cubicBezTo>
                      <a:pt x="16" y="64"/>
                      <a:pt x="17" y="63"/>
                      <a:pt x="18" y="61"/>
                    </a:cubicBezTo>
                    <a:cubicBezTo>
                      <a:pt x="19" y="58"/>
                      <a:pt x="24" y="59"/>
                      <a:pt x="26" y="57"/>
                    </a:cubicBezTo>
                    <a:cubicBezTo>
                      <a:pt x="27" y="54"/>
                      <a:pt x="29" y="50"/>
                      <a:pt x="28" y="47"/>
                    </a:cubicBezTo>
                    <a:cubicBezTo>
                      <a:pt x="27" y="46"/>
                      <a:pt x="22" y="39"/>
                      <a:pt x="25" y="38"/>
                    </a:cubicBezTo>
                    <a:cubicBezTo>
                      <a:pt x="26" y="38"/>
                      <a:pt x="28" y="39"/>
                      <a:pt x="28" y="40"/>
                    </a:cubicBezTo>
                    <a:cubicBezTo>
                      <a:pt x="30" y="41"/>
                      <a:pt x="31" y="42"/>
                      <a:pt x="33" y="42"/>
                    </a:cubicBezTo>
                    <a:cubicBezTo>
                      <a:pt x="37" y="42"/>
                      <a:pt x="38" y="40"/>
                      <a:pt x="38" y="36"/>
                    </a:cubicBezTo>
                    <a:cubicBezTo>
                      <a:pt x="38" y="34"/>
                      <a:pt x="38" y="32"/>
                      <a:pt x="38" y="30"/>
                    </a:cubicBezTo>
                    <a:cubicBezTo>
                      <a:pt x="37" y="29"/>
                      <a:pt x="37" y="29"/>
                      <a:pt x="36" y="28"/>
                    </a:cubicBezTo>
                    <a:cubicBezTo>
                      <a:pt x="33" y="25"/>
                      <a:pt x="39" y="25"/>
                      <a:pt x="38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0" name="Freeform 2701">
                <a:extLst>
                  <a:ext uri="{FF2B5EF4-FFF2-40B4-BE49-F238E27FC236}">
                    <a16:creationId xmlns:a16="http://schemas.microsoft.com/office/drawing/2014/main" id="{6D959DEF-019E-6243-9C7D-BA5986E4C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840"/>
                <a:ext cx="4" cy="4"/>
              </a:xfrm>
              <a:custGeom>
                <a:avLst/>
                <a:gdLst>
                  <a:gd name="T0" fmla="*/ 2 w 10"/>
                  <a:gd name="T1" fmla="*/ 9 h 9"/>
                  <a:gd name="T2" fmla="*/ 0 w 10"/>
                  <a:gd name="T3" fmla="*/ 5 h 9"/>
                  <a:gd name="T4" fmla="*/ 8 w 10"/>
                  <a:gd name="T5" fmla="*/ 3 h 9"/>
                  <a:gd name="T6" fmla="*/ 10 w 10"/>
                  <a:gd name="T7" fmla="*/ 6 h 9"/>
                  <a:gd name="T8" fmla="*/ 6 w 10"/>
                  <a:gd name="T9" fmla="*/ 9 h 9"/>
                  <a:gd name="T10" fmla="*/ 4 w 10"/>
                  <a:gd name="T11" fmla="*/ 9 h 9"/>
                  <a:gd name="T12" fmla="*/ 2 w 10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2" y="9"/>
                    </a:moveTo>
                    <a:cubicBezTo>
                      <a:pt x="0" y="8"/>
                      <a:pt x="0" y="6"/>
                      <a:pt x="0" y="5"/>
                    </a:cubicBezTo>
                    <a:cubicBezTo>
                      <a:pt x="0" y="0"/>
                      <a:pt x="6" y="0"/>
                      <a:pt x="8" y="3"/>
                    </a:cubicBezTo>
                    <a:cubicBezTo>
                      <a:pt x="9" y="3"/>
                      <a:pt x="10" y="5"/>
                      <a:pt x="10" y="6"/>
                    </a:cubicBezTo>
                    <a:cubicBezTo>
                      <a:pt x="10" y="8"/>
                      <a:pt x="8" y="9"/>
                      <a:pt x="6" y="9"/>
                    </a:cubicBezTo>
                    <a:cubicBezTo>
                      <a:pt x="6" y="9"/>
                      <a:pt x="5" y="9"/>
                      <a:pt x="4" y="9"/>
                    </a:cubicBezTo>
                    <a:cubicBezTo>
                      <a:pt x="3" y="9"/>
                      <a:pt x="3" y="9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1" name="Freeform 2702">
                <a:extLst>
                  <a:ext uri="{FF2B5EF4-FFF2-40B4-BE49-F238E27FC236}">
                    <a16:creationId xmlns:a16="http://schemas.microsoft.com/office/drawing/2014/main" id="{6055ADA7-D9AE-8344-B015-1164A3A9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824"/>
                <a:ext cx="9" cy="9"/>
              </a:xfrm>
              <a:custGeom>
                <a:avLst/>
                <a:gdLst>
                  <a:gd name="T0" fmla="*/ 7 w 21"/>
                  <a:gd name="T1" fmla="*/ 13 h 22"/>
                  <a:gd name="T2" fmla="*/ 6 w 21"/>
                  <a:gd name="T3" fmla="*/ 15 h 22"/>
                  <a:gd name="T4" fmla="*/ 5 w 21"/>
                  <a:gd name="T5" fmla="*/ 17 h 22"/>
                  <a:gd name="T6" fmla="*/ 2 w 21"/>
                  <a:gd name="T7" fmla="*/ 20 h 22"/>
                  <a:gd name="T8" fmla="*/ 2 w 21"/>
                  <a:gd name="T9" fmla="*/ 13 h 22"/>
                  <a:gd name="T10" fmla="*/ 5 w 21"/>
                  <a:gd name="T11" fmla="*/ 9 h 22"/>
                  <a:gd name="T12" fmla="*/ 7 w 21"/>
                  <a:gd name="T13" fmla="*/ 7 h 22"/>
                  <a:gd name="T14" fmla="*/ 7 w 21"/>
                  <a:gd name="T15" fmla="*/ 4 h 22"/>
                  <a:gd name="T16" fmla="*/ 10 w 21"/>
                  <a:gd name="T17" fmla="*/ 3 h 22"/>
                  <a:gd name="T18" fmla="*/ 12 w 21"/>
                  <a:gd name="T19" fmla="*/ 2 h 22"/>
                  <a:gd name="T20" fmla="*/ 17 w 21"/>
                  <a:gd name="T21" fmla="*/ 1 h 22"/>
                  <a:gd name="T22" fmla="*/ 21 w 21"/>
                  <a:gd name="T23" fmla="*/ 9 h 22"/>
                  <a:gd name="T24" fmla="*/ 21 w 21"/>
                  <a:gd name="T25" fmla="*/ 14 h 22"/>
                  <a:gd name="T26" fmla="*/ 18 w 21"/>
                  <a:gd name="T27" fmla="*/ 15 h 22"/>
                  <a:gd name="T28" fmla="*/ 14 w 21"/>
                  <a:gd name="T29" fmla="*/ 15 h 22"/>
                  <a:gd name="T30" fmla="*/ 7 w 21"/>
                  <a:gd name="T3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7" y="13"/>
                    </a:moveTo>
                    <a:cubicBezTo>
                      <a:pt x="6" y="14"/>
                      <a:pt x="6" y="14"/>
                      <a:pt x="6" y="15"/>
                    </a:cubicBezTo>
                    <a:cubicBezTo>
                      <a:pt x="5" y="16"/>
                      <a:pt x="5" y="16"/>
                      <a:pt x="5" y="17"/>
                    </a:cubicBezTo>
                    <a:cubicBezTo>
                      <a:pt x="5" y="19"/>
                      <a:pt x="4" y="22"/>
                      <a:pt x="2" y="20"/>
                    </a:cubicBezTo>
                    <a:cubicBezTo>
                      <a:pt x="0" y="18"/>
                      <a:pt x="2" y="15"/>
                      <a:pt x="2" y="13"/>
                    </a:cubicBezTo>
                    <a:cubicBezTo>
                      <a:pt x="2" y="11"/>
                      <a:pt x="3" y="10"/>
                      <a:pt x="5" y="9"/>
                    </a:cubicBezTo>
                    <a:cubicBezTo>
                      <a:pt x="6" y="8"/>
                      <a:pt x="6" y="8"/>
                      <a:pt x="7" y="7"/>
                    </a:cubicBezTo>
                    <a:cubicBezTo>
                      <a:pt x="7" y="6"/>
                      <a:pt x="7" y="5"/>
                      <a:pt x="7" y="4"/>
                    </a:cubicBezTo>
                    <a:cubicBezTo>
                      <a:pt x="8" y="3"/>
                      <a:pt x="9" y="3"/>
                      <a:pt x="10" y="3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13" y="0"/>
                      <a:pt x="16" y="1"/>
                      <a:pt x="17" y="1"/>
                    </a:cubicBezTo>
                    <a:cubicBezTo>
                      <a:pt x="20" y="3"/>
                      <a:pt x="21" y="6"/>
                      <a:pt x="21" y="9"/>
                    </a:cubicBezTo>
                    <a:cubicBezTo>
                      <a:pt x="21" y="11"/>
                      <a:pt x="21" y="12"/>
                      <a:pt x="21" y="14"/>
                    </a:cubicBezTo>
                    <a:cubicBezTo>
                      <a:pt x="21" y="15"/>
                      <a:pt x="20" y="15"/>
                      <a:pt x="18" y="15"/>
                    </a:cubicBezTo>
                    <a:cubicBezTo>
                      <a:pt x="17" y="15"/>
                      <a:pt x="15" y="16"/>
                      <a:pt x="14" y="15"/>
                    </a:cubicBezTo>
                    <a:cubicBezTo>
                      <a:pt x="12" y="13"/>
                      <a:pt x="9" y="12"/>
                      <a:pt x="7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2" name="Freeform 2703">
                <a:extLst>
                  <a:ext uri="{FF2B5EF4-FFF2-40B4-BE49-F238E27FC236}">
                    <a16:creationId xmlns:a16="http://schemas.microsoft.com/office/drawing/2014/main" id="{AF6F762E-90E6-014E-8DD3-B1F878D84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798"/>
                <a:ext cx="16" cy="8"/>
              </a:xfrm>
              <a:custGeom>
                <a:avLst/>
                <a:gdLst>
                  <a:gd name="T0" fmla="*/ 10 w 39"/>
                  <a:gd name="T1" fmla="*/ 22 h 22"/>
                  <a:gd name="T2" fmla="*/ 5 w 39"/>
                  <a:gd name="T3" fmla="*/ 21 h 22"/>
                  <a:gd name="T4" fmla="*/ 1 w 39"/>
                  <a:gd name="T5" fmla="*/ 19 h 22"/>
                  <a:gd name="T6" fmla="*/ 5 w 39"/>
                  <a:gd name="T7" fmla="*/ 11 h 22"/>
                  <a:gd name="T8" fmla="*/ 10 w 39"/>
                  <a:gd name="T9" fmla="*/ 10 h 22"/>
                  <a:gd name="T10" fmla="*/ 11 w 39"/>
                  <a:gd name="T11" fmla="*/ 5 h 22"/>
                  <a:gd name="T12" fmla="*/ 14 w 39"/>
                  <a:gd name="T13" fmla="*/ 1 h 22"/>
                  <a:gd name="T14" fmla="*/ 18 w 39"/>
                  <a:gd name="T15" fmla="*/ 1 h 22"/>
                  <a:gd name="T16" fmla="*/ 23 w 39"/>
                  <a:gd name="T17" fmla="*/ 10 h 22"/>
                  <a:gd name="T18" fmla="*/ 26 w 39"/>
                  <a:gd name="T19" fmla="*/ 12 h 22"/>
                  <a:gd name="T20" fmla="*/ 29 w 39"/>
                  <a:gd name="T21" fmla="*/ 15 h 22"/>
                  <a:gd name="T22" fmla="*/ 35 w 39"/>
                  <a:gd name="T23" fmla="*/ 14 h 22"/>
                  <a:gd name="T24" fmla="*/ 38 w 39"/>
                  <a:gd name="T25" fmla="*/ 15 h 22"/>
                  <a:gd name="T26" fmla="*/ 38 w 39"/>
                  <a:gd name="T27" fmla="*/ 17 h 22"/>
                  <a:gd name="T28" fmla="*/ 36 w 39"/>
                  <a:gd name="T29" fmla="*/ 18 h 22"/>
                  <a:gd name="T30" fmla="*/ 34 w 39"/>
                  <a:gd name="T31" fmla="*/ 21 h 22"/>
                  <a:gd name="T32" fmla="*/ 31 w 39"/>
                  <a:gd name="T33" fmla="*/ 22 h 22"/>
                  <a:gd name="T34" fmla="*/ 28 w 39"/>
                  <a:gd name="T35" fmla="*/ 21 h 22"/>
                  <a:gd name="T36" fmla="*/ 20 w 39"/>
                  <a:gd name="T37" fmla="*/ 20 h 22"/>
                  <a:gd name="T38" fmla="*/ 10 w 39"/>
                  <a:gd name="T3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22">
                    <a:moveTo>
                      <a:pt x="10" y="22"/>
                    </a:moveTo>
                    <a:cubicBezTo>
                      <a:pt x="8" y="22"/>
                      <a:pt x="6" y="21"/>
                      <a:pt x="5" y="21"/>
                    </a:cubicBezTo>
                    <a:cubicBezTo>
                      <a:pt x="3" y="21"/>
                      <a:pt x="2" y="20"/>
                      <a:pt x="1" y="19"/>
                    </a:cubicBezTo>
                    <a:cubicBezTo>
                      <a:pt x="0" y="16"/>
                      <a:pt x="2" y="12"/>
                      <a:pt x="5" y="11"/>
                    </a:cubicBezTo>
                    <a:cubicBezTo>
                      <a:pt x="7" y="11"/>
                      <a:pt x="9" y="11"/>
                      <a:pt x="10" y="10"/>
                    </a:cubicBezTo>
                    <a:cubicBezTo>
                      <a:pt x="11" y="9"/>
                      <a:pt x="11" y="6"/>
                      <a:pt x="11" y="5"/>
                    </a:cubicBezTo>
                    <a:cubicBezTo>
                      <a:pt x="11" y="3"/>
                      <a:pt x="12" y="2"/>
                      <a:pt x="14" y="1"/>
                    </a:cubicBezTo>
                    <a:cubicBezTo>
                      <a:pt x="15" y="1"/>
                      <a:pt x="17" y="0"/>
                      <a:pt x="18" y="1"/>
                    </a:cubicBezTo>
                    <a:cubicBezTo>
                      <a:pt x="23" y="1"/>
                      <a:pt x="20" y="8"/>
                      <a:pt x="23" y="10"/>
                    </a:cubicBezTo>
                    <a:cubicBezTo>
                      <a:pt x="24" y="11"/>
                      <a:pt x="25" y="11"/>
                      <a:pt x="26" y="12"/>
                    </a:cubicBezTo>
                    <a:cubicBezTo>
                      <a:pt x="26" y="14"/>
                      <a:pt x="27" y="15"/>
                      <a:pt x="29" y="15"/>
                    </a:cubicBezTo>
                    <a:cubicBezTo>
                      <a:pt x="31" y="14"/>
                      <a:pt x="33" y="14"/>
                      <a:pt x="35" y="14"/>
                    </a:cubicBezTo>
                    <a:cubicBezTo>
                      <a:pt x="36" y="14"/>
                      <a:pt x="37" y="14"/>
                      <a:pt x="38" y="15"/>
                    </a:cubicBezTo>
                    <a:cubicBezTo>
                      <a:pt x="38" y="16"/>
                      <a:pt x="39" y="17"/>
                      <a:pt x="38" y="17"/>
                    </a:cubicBezTo>
                    <a:cubicBezTo>
                      <a:pt x="37" y="18"/>
                      <a:pt x="37" y="18"/>
                      <a:pt x="36" y="18"/>
                    </a:cubicBezTo>
                    <a:cubicBezTo>
                      <a:pt x="34" y="18"/>
                      <a:pt x="35" y="19"/>
                      <a:pt x="34" y="21"/>
                    </a:cubicBezTo>
                    <a:cubicBezTo>
                      <a:pt x="34" y="22"/>
                      <a:pt x="32" y="22"/>
                      <a:pt x="31" y="22"/>
                    </a:cubicBezTo>
                    <a:cubicBezTo>
                      <a:pt x="30" y="21"/>
                      <a:pt x="29" y="21"/>
                      <a:pt x="28" y="21"/>
                    </a:cubicBezTo>
                    <a:cubicBezTo>
                      <a:pt x="25" y="20"/>
                      <a:pt x="22" y="20"/>
                      <a:pt x="20" y="20"/>
                    </a:cubicBezTo>
                    <a:cubicBezTo>
                      <a:pt x="16" y="20"/>
                      <a:pt x="13" y="21"/>
                      <a:pt x="10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3" name="Freeform 2704">
                <a:extLst>
                  <a:ext uri="{FF2B5EF4-FFF2-40B4-BE49-F238E27FC236}">
                    <a16:creationId xmlns:a16="http://schemas.microsoft.com/office/drawing/2014/main" id="{48B1D9DB-8B91-AD43-85FD-AD7973F1D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794"/>
                <a:ext cx="6" cy="8"/>
              </a:xfrm>
              <a:custGeom>
                <a:avLst/>
                <a:gdLst>
                  <a:gd name="T0" fmla="*/ 15 w 15"/>
                  <a:gd name="T1" fmla="*/ 14 h 20"/>
                  <a:gd name="T2" fmla="*/ 14 w 15"/>
                  <a:gd name="T3" fmla="*/ 16 h 20"/>
                  <a:gd name="T4" fmla="*/ 13 w 15"/>
                  <a:gd name="T5" fmla="*/ 18 h 20"/>
                  <a:gd name="T6" fmla="*/ 8 w 15"/>
                  <a:gd name="T7" fmla="*/ 19 h 20"/>
                  <a:gd name="T8" fmla="*/ 4 w 15"/>
                  <a:gd name="T9" fmla="*/ 18 h 20"/>
                  <a:gd name="T10" fmla="*/ 3 w 15"/>
                  <a:gd name="T11" fmla="*/ 13 h 20"/>
                  <a:gd name="T12" fmla="*/ 1 w 15"/>
                  <a:gd name="T13" fmla="*/ 11 h 20"/>
                  <a:gd name="T14" fmla="*/ 0 w 15"/>
                  <a:gd name="T15" fmla="*/ 9 h 20"/>
                  <a:gd name="T16" fmla="*/ 0 w 15"/>
                  <a:gd name="T17" fmla="*/ 7 h 20"/>
                  <a:gd name="T18" fmla="*/ 2 w 15"/>
                  <a:gd name="T19" fmla="*/ 6 h 20"/>
                  <a:gd name="T20" fmla="*/ 4 w 15"/>
                  <a:gd name="T21" fmla="*/ 1 h 20"/>
                  <a:gd name="T22" fmla="*/ 10 w 15"/>
                  <a:gd name="T23" fmla="*/ 3 h 20"/>
                  <a:gd name="T24" fmla="*/ 10 w 15"/>
                  <a:gd name="T25" fmla="*/ 8 h 20"/>
                  <a:gd name="T26" fmla="*/ 13 w 15"/>
                  <a:gd name="T27" fmla="*/ 10 h 20"/>
                  <a:gd name="T28" fmla="*/ 15 w 15"/>
                  <a:gd name="T29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20">
                    <a:moveTo>
                      <a:pt x="15" y="14"/>
                    </a:moveTo>
                    <a:cubicBezTo>
                      <a:pt x="15" y="15"/>
                      <a:pt x="14" y="16"/>
                      <a:pt x="14" y="16"/>
                    </a:cubicBezTo>
                    <a:cubicBezTo>
                      <a:pt x="14" y="17"/>
                      <a:pt x="14" y="18"/>
                      <a:pt x="13" y="18"/>
                    </a:cubicBezTo>
                    <a:cubicBezTo>
                      <a:pt x="12" y="20"/>
                      <a:pt x="10" y="19"/>
                      <a:pt x="8" y="19"/>
                    </a:cubicBezTo>
                    <a:cubicBezTo>
                      <a:pt x="7" y="19"/>
                      <a:pt x="5" y="20"/>
                      <a:pt x="4" y="18"/>
                    </a:cubicBezTo>
                    <a:cubicBezTo>
                      <a:pt x="3" y="16"/>
                      <a:pt x="5" y="14"/>
                      <a:pt x="3" y="13"/>
                    </a:cubicBezTo>
                    <a:cubicBezTo>
                      <a:pt x="2" y="12"/>
                      <a:pt x="1" y="12"/>
                      <a:pt x="1" y="11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4" y="5"/>
                      <a:pt x="3" y="2"/>
                      <a:pt x="4" y="1"/>
                    </a:cubicBezTo>
                    <a:cubicBezTo>
                      <a:pt x="6" y="0"/>
                      <a:pt x="10" y="1"/>
                      <a:pt x="10" y="3"/>
                    </a:cubicBezTo>
                    <a:cubicBezTo>
                      <a:pt x="11" y="4"/>
                      <a:pt x="8" y="6"/>
                      <a:pt x="10" y="8"/>
                    </a:cubicBezTo>
                    <a:cubicBezTo>
                      <a:pt x="10" y="9"/>
                      <a:pt x="12" y="9"/>
                      <a:pt x="13" y="10"/>
                    </a:cubicBezTo>
                    <a:cubicBezTo>
                      <a:pt x="14" y="11"/>
                      <a:pt x="15" y="12"/>
                      <a:pt x="15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4" name="Freeform 2705">
                <a:extLst>
                  <a:ext uri="{FF2B5EF4-FFF2-40B4-BE49-F238E27FC236}">
                    <a16:creationId xmlns:a16="http://schemas.microsoft.com/office/drawing/2014/main" id="{0FFEE9FF-287E-B841-B3A7-F0119F9C9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832"/>
                <a:ext cx="4" cy="3"/>
              </a:xfrm>
              <a:custGeom>
                <a:avLst/>
                <a:gdLst>
                  <a:gd name="T0" fmla="*/ 1 w 11"/>
                  <a:gd name="T1" fmla="*/ 2 h 7"/>
                  <a:gd name="T2" fmla="*/ 5 w 11"/>
                  <a:gd name="T3" fmla="*/ 1 h 7"/>
                  <a:gd name="T4" fmla="*/ 10 w 11"/>
                  <a:gd name="T5" fmla="*/ 2 h 7"/>
                  <a:gd name="T6" fmla="*/ 6 w 11"/>
                  <a:gd name="T7" fmla="*/ 5 h 7"/>
                  <a:gd name="T8" fmla="*/ 4 w 11"/>
                  <a:gd name="T9" fmla="*/ 6 h 7"/>
                  <a:gd name="T10" fmla="*/ 1 w 11"/>
                  <a:gd name="T11" fmla="*/ 6 h 7"/>
                  <a:gd name="T12" fmla="*/ 1 w 11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1" y="2"/>
                    </a:moveTo>
                    <a:cubicBezTo>
                      <a:pt x="2" y="1"/>
                      <a:pt x="4" y="1"/>
                      <a:pt x="5" y="1"/>
                    </a:cubicBezTo>
                    <a:cubicBezTo>
                      <a:pt x="7" y="1"/>
                      <a:pt x="9" y="0"/>
                      <a:pt x="10" y="2"/>
                    </a:cubicBezTo>
                    <a:cubicBezTo>
                      <a:pt x="11" y="4"/>
                      <a:pt x="8" y="4"/>
                      <a:pt x="6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5" name="Freeform 2706">
                <a:extLst>
                  <a:ext uri="{FF2B5EF4-FFF2-40B4-BE49-F238E27FC236}">
                    <a16:creationId xmlns:a16="http://schemas.microsoft.com/office/drawing/2014/main" id="{39A37688-CF4A-2948-AD7C-F33CA109C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853"/>
                <a:ext cx="9" cy="9"/>
              </a:xfrm>
              <a:custGeom>
                <a:avLst/>
                <a:gdLst>
                  <a:gd name="T0" fmla="*/ 2 w 21"/>
                  <a:gd name="T1" fmla="*/ 22 h 22"/>
                  <a:gd name="T2" fmla="*/ 1 w 21"/>
                  <a:gd name="T3" fmla="*/ 21 h 22"/>
                  <a:gd name="T4" fmla="*/ 3 w 21"/>
                  <a:gd name="T5" fmla="*/ 18 h 22"/>
                  <a:gd name="T6" fmla="*/ 8 w 21"/>
                  <a:gd name="T7" fmla="*/ 15 h 22"/>
                  <a:gd name="T8" fmla="*/ 13 w 21"/>
                  <a:gd name="T9" fmla="*/ 9 h 22"/>
                  <a:gd name="T10" fmla="*/ 20 w 21"/>
                  <a:gd name="T11" fmla="*/ 4 h 22"/>
                  <a:gd name="T12" fmla="*/ 20 w 21"/>
                  <a:gd name="T13" fmla="*/ 12 h 22"/>
                  <a:gd name="T14" fmla="*/ 19 w 21"/>
                  <a:gd name="T15" fmla="*/ 17 h 22"/>
                  <a:gd name="T16" fmla="*/ 10 w 21"/>
                  <a:gd name="T17" fmla="*/ 20 h 22"/>
                  <a:gd name="T18" fmla="*/ 7 w 21"/>
                  <a:gd name="T19" fmla="*/ 21 h 22"/>
                  <a:gd name="T20" fmla="*/ 4 w 21"/>
                  <a:gd name="T21" fmla="*/ 21 h 22"/>
                  <a:gd name="T22" fmla="*/ 2 w 21"/>
                  <a:gd name="T2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2">
                    <a:moveTo>
                      <a:pt x="2" y="22"/>
                    </a:moveTo>
                    <a:cubicBezTo>
                      <a:pt x="2" y="22"/>
                      <a:pt x="1" y="22"/>
                      <a:pt x="1" y="21"/>
                    </a:cubicBezTo>
                    <a:cubicBezTo>
                      <a:pt x="0" y="20"/>
                      <a:pt x="2" y="19"/>
                      <a:pt x="3" y="18"/>
                    </a:cubicBezTo>
                    <a:cubicBezTo>
                      <a:pt x="5" y="17"/>
                      <a:pt x="6" y="16"/>
                      <a:pt x="8" y="15"/>
                    </a:cubicBezTo>
                    <a:cubicBezTo>
                      <a:pt x="10" y="14"/>
                      <a:pt x="11" y="11"/>
                      <a:pt x="13" y="9"/>
                    </a:cubicBezTo>
                    <a:cubicBezTo>
                      <a:pt x="13" y="8"/>
                      <a:pt x="19" y="0"/>
                      <a:pt x="20" y="4"/>
                    </a:cubicBezTo>
                    <a:cubicBezTo>
                      <a:pt x="21" y="7"/>
                      <a:pt x="19" y="9"/>
                      <a:pt x="20" y="12"/>
                    </a:cubicBezTo>
                    <a:cubicBezTo>
                      <a:pt x="20" y="14"/>
                      <a:pt x="20" y="16"/>
                      <a:pt x="19" y="17"/>
                    </a:cubicBezTo>
                    <a:cubicBezTo>
                      <a:pt x="16" y="18"/>
                      <a:pt x="13" y="19"/>
                      <a:pt x="10" y="20"/>
                    </a:cubicBezTo>
                    <a:cubicBezTo>
                      <a:pt x="9" y="20"/>
                      <a:pt x="8" y="21"/>
                      <a:pt x="7" y="21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3" y="21"/>
                      <a:pt x="3" y="22"/>
                      <a:pt x="2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6" name="Freeform 2707">
                <a:extLst>
                  <a:ext uri="{FF2B5EF4-FFF2-40B4-BE49-F238E27FC236}">
                    <a16:creationId xmlns:a16="http://schemas.microsoft.com/office/drawing/2014/main" id="{252560FC-8A8C-A445-B849-EEA8B790A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876"/>
                <a:ext cx="12" cy="6"/>
              </a:xfrm>
              <a:custGeom>
                <a:avLst/>
                <a:gdLst>
                  <a:gd name="T0" fmla="*/ 13 w 28"/>
                  <a:gd name="T1" fmla="*/ 11 h 14"/>
                  <a:gd name="T2" fmla="*/ 17 w 28"/>
                  <a:gd name="T3" fmla="*/ 10 h 14"/>
                  <a:gd name="T4" fmla="*/ 19 w 28"/>
                  <a:gd name="T5" fmla="*/ 9 h 14"/>
                  <a:gd name="T6" fmla="*/ 22 w 28"/>
                  <a:gd name="T7" fmla="*/ 8 h 14"/>
                  <a:gd name="T8" fmla="*/ 24 w 28"/>
                  <a:gd name="T9" fmla="*/ 7 h 14"/>
                  <a:gd name="T10" fmla="*/ 26 w 28"/>
                  <a:gd name="T11" fmla="*/ 2 h 14"/>
                  <a:gd name="T12" fmla="*/ 20 w 28"/>
                  <a:gd name="T13" fmla="*/ 1 h 14"/>
                  <a:gd name="T14" fmla="*/ 12 w 28"/>
                  <a:gd name="T15" fmla="*/ 1 h 14"/>
                  <a:gd name="T16" fmla="*/ 6 w 28"/>
                  <a:gd name="T17" fmla="*/ 3 h 14"/>
                  <a:gd name="T18" fmla="*/ 5 w 28"/>
                  <a:gd name="T19" fmla="*/ 8 h 14"/>
                  <a:gd name="T20" fmla="*/ 3 w 28"/>
                  <a:gd name="T21" fmla="*/ 9 h 14"/>
                  <a:gd name="T22" fmla="*/ 1 w 28"/>
                  <a:gd name="T23" fmla="*/ 11 h 14"/>
                  <a:gd name="T24" fmla="*/ 0 w 28"/>
                  <a:gd name="T25" fmla="*/ 14 h 14"/>
                  <a:gd name="T26" fmla="*/ 1 w 28"/>
                  <a:gd name="T27" fmla="*/ 14 h 14"/>
                  <a:gd name="T28" fmla="*/ 4 w 28"/>
                  <a:gd name="T29" fmla="*/ 14 h 14"/>
                  <a:gd name="T30" fmla="*/ 6 w 28"/>
                  <a:gd name="T31" fmla="*/ 13 h 14"/>
                  <a:gd name="T32" fmla="*/ 7 w 28"/>
                  <a:gd name="T33" fmla="*/ 12 h 14"/>
                  <a:gd name="T34" fmla="*/ 13 w 28"/>
                  <a:gd name="T3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" h="14">
                    <a:moveTo>
                      <a:pt x="13" y="11"/>
                    </a:moveTo>
                    <a:cubicBezTo>
                      <a:pt x="14" y="11"/>
                      <a:pt x="16" y="11"/>
                      <a:pt x="17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9"/>
                      <a:pt x="21" y="9"/>
                      <a:pt x="22" y="8"/>
                    </a:cubicBezTo>
                    <a:cubicBezTo>
                      <a:pt x="23" y="8"/>
                      <a:pt x="23" y="7"/>
                      <a:pt x="24" y="7"/>
                    </a:cubicBezTo>
                    <a:cubicBezTo>
                      <a:pt x="26" y="6"/>
                      <a:pt x="28" y="4"/>
                      <a:pt x="26" y="2"/>
                    </a:cubicBezTo>
                    <a:cubicBezTo>
                      <a:pt x="25" y="0"/>
                      <a:pt x="22" y="1"/>
                      <a:pt x="20" y="1"/>
                    </a:cubicBezTo>
                    <a:cubicBezTo>
                      <a:pt x="17" y="2"/>
                      <a:pt x="14" y="1"/>
                      <a:pt x="12" y="1"/>
                    </a:cubicBezTo>
                    <a:cubicBezTo>
                      <a:pt x="10" y="1"/>
                      <a:pt x="7" y="2"/>
                      <a:pt x="6" y="3"/>
                    </a:cubicBezTo>
                    <a:cubicBezTo>
                      <a:pt x="5" y="5"/>
                      <a:pt x="6" y="6"/>
                      <a:pt x="5" y="8"/>
                    </a:cubicBezTo>
                    <a:cubicBezTo>
                      <a:pt x="5" y="8"/>
                      <a:pt x="4" y="9"/>
                      <a:pt x="3" y="9"/>
                    </a:cubicBezTo>
                    <a:cubicBezTo>
                      <a:pt x="2" y="10"/>
                      <a:pt x="1" y="10"/>
                      <a:pt x="1" y="11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4"/>
                      <a:pt x="1" y="14"/>
                      <a:pt x="1" y="14"/>
                    </a:cubicBezTo>
                    <a:cubicBezTo>
                      <a:pt x="2" y="14"/>
                      <a:pt x="3" y="14"/>
                      <a:pt x="4" y="14"/>
                    </a:cubicBezTo>
                    <a:cubicBezTo>
                      <a:pt x="5" y="14"/>
                      <a:pt x="5" y="13"/>
                      <a:pt x="6" y="13"/>
                    </a:cubicBezTo>
                    <a:cubicBezTo>
                      <a:pt x="6" y="13"/>
                      <a:pt x="7" y="13"/>
                      <a:pt x="7" y="12"/>
                    </a:cubicBezTo>
                    <a:cubicBezTo>
                      <a:pt x="9" y="12"/>
                      <a:pt x="11" y="12"/>
                      <a:pt x="1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7" name="Freeform 2708">
                <a:extLst>
                  <a:ext uri="{FF2B5EF4-FFF2-40B4-BE49-F238E27FC236}">
                    <a16:creationId xmlns:a16="http://schemas.microsoft.com/office/drawing/2014/main" id="{2E5EA646-2638-634F-8651-B16249FF1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870"/>
                <a:ext cx="6" cy="4"/>
              </a:xfrm>
              <a:custGeom>
                <a:avLst/>
                <a:gdLst>
                  <a:gd name="T0" fmla="*/ 1 w 14"/>
                  <a:gd name="T1" fmla="*/ 4 h 10"/>
                  <a:gd name="T2" fmla="*/ 13 w 14"/>
                  <a:gd name="T3" fmla="*/ 3 h 10"/>
                  <a:gd name="T4" fmla="*/ 12 w 14"/>
                  <a:gd name="T5" fmla="*/ 7 h 10"/>
                  <a:gd name="T6" fmla="*/ 8 w 14"/>
                  <a:gd name="T7" fmla="*/ 6 h 10"/>
                  <a:gd name="T8" fmla="*/ 6 w 14"/>
                  <a:gd name="T9" fmla="*/ 8 h 10"/>
                  <a:gd name="T10" fmla="*/ 1 w 14"/>
                  <a:gd name="T1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1" y="4"/>
                    </a:moveTo>
                    <a:cubicBezTo>
                      <a:pt x="3" y="0"/>
                      <a:pt x="10" y="0"/>
                      <a:pt x="13" y="3"/>
                    </a:cubicBezTo>
                    <a:cubicBezTo>
                      <a:pt x="14" y="5"/>
                      <a:pt x="14" y="6"/>
                      <a:pt x="12" y="7"/>
                    </a:cubicBezTo>
                    <a:cubicBezTo>
                      <a:pt x="10" y="7"/>
                      <a:pt x="9" y="5"/>
                      <a:pt x="8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3" y="10"/>
                      <a:pt x="0" y="7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8" name="Freeform 2709">
                <a:extLst>
                  <a:ext uri="{FF2B5EF4-FFF2-40B4-BE49-F238E27FC236}">
                    <a16:creationId xmlns:a16="http://schemas.microsoft.com/office/drawing/2014/main" id="{8776C109-DB98-1943-97B5-77A89DFA1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882"/>
                <a:ext cx="13" cy="18"/>
              </a:xfrm>
              <a:custGeom>
                <a:avLst/>
                <a:gdLst>
                  <a:gd name="T0" fmla="*/ 4 w 32"/>
                  <a:gd name="T1" fmla="*/ 13 h 44"/>
                  <a:gd name="T2" fmla="*/ 8 w 32"/>
                  <a:gd name="T3" fmla="*/ 8 h 44"/>
                  <a:gd name="T4" fmla="*/ 12 w 32"/>
                  <a:gd name="T5" fmla="*/ 11 h 44"/>
                  <a:gd name="T6" fmla="*/ 17 w 32"/>
                  <a:gd name="T7" fmla="*/ 15 h 44"/>
                  <a:gd name="T8" fmla="*/ 20 w 32"/>
                  <a:gd name="T9" fmla="*/ 8 h 44"/>
                  <a:gd name="T10" fmla="*/ 23 w 32"/>
                  <a:gd name="T11" fmla="*/ 3 h 44"/>
                  <a:gd name="T12" fmla="*/ 28 w 32"/>
                  <a:gd name="T13" fmla="*/ 0 h 44"/>
                  <a:gd name="T14" fmla="*/ 32 w 32"/>
                  <a:gd name="T15" fmla="*/ 4 h 44"/>
                  <a:gd name="T16" fmla="*/ 28 w 32"/>
                  <a:gd name="T17" fmla="*/ 10 h 44"/>
                  <a:gd name="T18" fmla="*/ 24 w 32"/>
                  <a:gd name="T19" fmla="*/ 15 h 44"/>
                  <a:gd name="T20" fmla="*/ 22 w 32"/>
                  <a:gd name="T21" fmla="*/ 20 h 44"/>
                  <a:gd name="T22" fmla="*/ 20 w 32"/>
                  <a:gd name="T23" fmla="*/ 26 h 44"/>
                  <a:gd name="T24" fmla="*/ 22 w 32"/>
                  <a:gd name="T25" fmla="*/ 30 h 44"/>
                  <a:gd name="T26" fmla="*/ 22 w 32"/>
                  <a:gd name="T27" fmla="*/ 36 h 44"/>
                  <a:gd name="T28" fmla="*/ 21 w 32"/>
                  <a:gd name="T29" fmla="*/ 39 h 44"/>
                  <a:gd name="T30" fmla="*/ 20 w 32"/>
                  <a:gd name="T31" fmla="*/ 42 h 44"/>
                  <a:gd name="T32" fmla="*/ 16 w 32"/>
                  <a:gd name="T33" fmla="*/ 43 h 44"/>
                  <a:gd name="T34" fmla="*/ 14 w 32"/>
                  <a:gd name="T35" fmla="*/ 35 h 44"/>
                  <a:gd name="T36" fmla="*/ 12 w 32"/>
                  <a:gd name="T37" fmla="*/ 26 h 44"/>
                  <a:gd name="T38" fmla="*/ 7 w 32"/>
                  <a:gd name="T39" fmla="*/ 23 h 44"/>
                  <a:gd name="T40" fmla="*/ 2 w 32"/>
                  <a:gd name="T41" fmla="*/ 23 h 44"/>
                  <a:gd name="T42" fmla="*/ 1 w 32"/>
                  <a:gd name="T43" fmla="*/ 22 h 44"/>
                  <a:gd name="T44" fmla="*/ 0 w 32"/>
                  <a:gd name="T45" fmla="*/ 19 h 44"/>
                  <a:gd name="T46" fmla="*/ 1 w 32"/>
                  <a:gd name="T47" fmla="*/ 18 h 44"/>
                  <a:gd name="T48" fmla="*/ 1 w 32"/>
                  <a:gd name="T49" fmla="*/ 16 h 44"/>
                  <a:gd name="T50" fmla="*/ 4 w 32"/>
                  <a:gd name="T51" fmla="*/ 15 h 44"/>
                  <a:gd name="T52" fmla="*/ 4 w 32"/>
                  <a:gd name="T53" fmla="*/ 1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44">
                    <a:moveTo>
                      <a:pt x="4" y="13"/>
                    </a:moveTo>
                    <a:cubicBezTo>
                      <a:pt x="5" y="10"/>
                      <a:pt x="6" y="8"/>
                      <a:pt x="8" y="8"/>
                    </a:cubicBezTo>
                    <a:cubicBezTo>
                      <a:pt x="11" y="7"/>
                      <a:pt x="12" y="9"/>
                      <a:pt x="12" y="11"/>
                    </a:cubicBezTo>
                    <a:cubicBezTo>
                      <a:pt x="13" y="14"/>
                      <a:pt x="14" y="16"/>
                      <a:pt x="17" y="15"/>
                    </a:cubicBezTo>
                    <a:cubicBezTo>
                      <a:pt x="19" y="13"/>
                      <a:pt x="20" y="10"/>
                      <a:pt x="20" y="8"/>
                    </a:cubicBezTo>
                    <a:cubicBezTo>
                      <a:pt x="21" y="5"/>
                      <a:pt x="21" y="4"/>
                      <a:pt x="23" y="3"/>
                    </a:cubicBezTo>
                    <a:cubicBezTo>
                      <a:pt x="25" y="2"/>
                      <a:pt x="26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6"/>
                      <a:pt x="30" y="8"/>
                      <a:pt x="28" y="10"/>
                    </a:cubicBezTo>
                    <a:cubicBezTo>
                      <a:pt x="27" y="11"/>
                      <a:pt x="25" y="13"/>
                      <a:pt x="24" y="15"/>
                    </a:cubicBezTo>
                    <a:cubicBezTo>
                      <a:pt x="23" y="16"/>
                      <a:pt x="23" y="18"/>
                      <a:pt x="22" y="20"/>
                    </a:cubicBezTo>
                    <a:cubicBezTo>
                      <a:pt x="22" y="22"/>
                      <a:pt x="21" y="24"/>
                      <a:pt x="20" y="26"/>
                    </a:cubicBezTo>
                    <a:cubicBezTo>
                      <a:pt x="19" y="28"/>
                      <a:pt x="21" y="29"/>
                      <a:pt x="22" y="30"/>
                    </a:cubicBezTo>
                    <a:cubicBezTo>
                      <a:pt x="24" y="32"/>
                      <a:pt x="23" y="34"/>
                      <a:pt x="22" y="36"/>
                    </a:cubicBezTo>
                    <a:cubicBezTo>
                      <a:pt x="21" y="37"/>
                      <a:pt x="21" y="38"/>
                      <a:pt x="21" y="39"/>
                    </a:cubicBezTo>
                    <a:cubicBezTo>
                      <a:pt x="20" y="40"/>
                      <a:pt x="20" y="41"/>
                      <a:pt x="20" y="42"/>
                    </a:cubicBezTo>
                    <a:cubicBezTo>
                      <a:pt x="20" y="44"/>
                      <a:pt x="17" y="44"/>
                      <a:pt x="16" y="43"/>
                    </a:cubicBezTo>
                    <a:cubicBezTo>
                      <a:pt x="13" y="42"/>
                      <a:pt x="13" y="38"/>
                      <a:pt x="14" y="35"/>
                    </a:cubicBezTo>
                    <a:cubicBezTo>
                      <a:pt x="14" y="32"/>
                      <a:pt x="14" y="29"/>
                      <a:pt x="12" y="26"/>
                    </a:cubicBezTo>
                    <a:cubicBezTo>
                      <a:pt x="11" y="24"/>
                      <a:pt x="10" y="23"/>
                      <a:pt x="7" y="23"/>
                    </a:cubicBezTo>
                    <a:cubicBezTo>
                      <a:pt x="6" y="23"/>
                      <a:pt x="4" y="23"/>
                      <a:pt x="2" y="23"/>
                    </a:cubicBezTo>
                    <a:cubicBezTo>
                      <a:pt x="2" y="23"/>
                      <a:pt x="1" y="23"/>
                      <a:pt x="1" y="22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" y="17"/>
                      <a:pt x="1" y="16"/>
                      <a:pt x="1" y="16"/>
                    </a:cubicBezTo>
                    <a:cubicBezTo>
                      <a:pt x="2" y="16"/>
                      <a:pt x="3" y="16"/>
                      <a:pt x="4" y="15"/>
                    </a:cubicBezTo>
                    <a:cubicBezTo>
                      <a:pt x="4" y="14"/>
                      <a:pt x="4" y="14"/>
                      <a:pt x="4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9" name="Freeform 2710">
                <a:extLst>
                  <a:ext uri="{FF2B5EF4-FFF2-40B4-BE49-F238E27FC236}">
                    <a16:creationId xmlns:a16="http://schemas.microsoft.com/office/drawing/2014/main" id="{B5445933-E8CE-2C47-BB99-58974CFF4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888"/>
                <a:ext cx="4" cy="2"/>
              </a:xfrm>
              <a:custGeom>
                <a:avLst/>
                <a:gdLst>
                  <a:gd name="T0" fmla="*/ 1 w 10"/>
                  <a:gd name="T1" fmla="*/ 4 h 5"/>
                  <a:gd name="T2" fmla="*/ 0 w 10"/>
                  <a:gd name="T3" fmla="*/ 3 h 5"/>
                  <a:gd name="T4" fmla="*/ 1 w 10"/>
                  <a:gd name="T5" fmla="*/ 1 h 5"/>
                  <a:gd name="T6" fmla="*/ 4 w 10"/>
                  <a:gd name="T7" fmla="*/ 0 h 5"/>
                  <a:gd name="T8" fmla="*/ 7 w 10"/>
                  <a:gd name="T9" fmla="*/ 0 h 5"/>
                  <a:gd name="T10" fmla="*/ 9 w 10"/>
                  <a:gd name="T11" fmla="*/ 3 h 5"/>
                  <a:gd name="T12" fmla="*/ 7 w 10"/>
                  <a:gd name="T13" fmla="*/ 4 h 5"/>
                  <a:gd name="T14" fmla="*/ 4 w 10"/>
                  <a:gd name="T15" fmla="*/ 4 h 5"/>
                  <a:gd name="T16" fmla="*/ 2 w 10"/>
                  <a:gd name="T17" fmla="*/ 4 h 5"/>
                  <a:gd name="T18" fmla="*/ 1 w 10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5">
                    <a:moveTo>
                      <a:pt x="1" y="4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10" y="2"/>
                      <a:pt x="9" y="3"/>
                    </a:cubicBezTo>
                    <a:cubicBezTo>
                      <a:pt x="9" y="4"/>
                      <a:pt x="8" y="4"/>
                      <a:pt x="7" y="4"/>
                    </a:cubicBezTo>
                    <a:cubicBezTo>
                      <a:pt x="7" y="4"/>
                      <a:pt x="5" y="5"/>
                      <a:pt x="4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0" name="Freeform 2711">
                <a:extLst>
                  <a:ext uri="{FF2B5EF4-FFF2-40B4-BE49-F238E27FC236}">
                    <a16:creationId xmlns:a16="http://schemas.microsoft.com/office/drawing/2014/main" id="{8448043B-0F08-124A-8E24-35264F577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885"/>
                <a:ext cx="3" cy="4"/>
              </a:xfrm>
              <a:custGeom>
                <a:avLst/>
                <a:gdLst>
                  <a:gd name="T0" fmla="*/ 1 w 8"/>
                  <a:gd name="T1" fmla="*/ 4 h 9"/>
                  <a:gd name="T2" fmla="*/ 3 w 8"/>
                  <a:gd name="T3" fmla="*/ 1 h 9"/>
                  <a:gd name="T4" fmla="*/ 5 w 8"/>
                  <a:gd name="T5" fmla="*/ 0 h 9"/>
                  <a:gd name="T6" fmla="*/ 8 w 8"/>
                  <a:gd name="T7" fmla="*/ 1 h 9"/>
                  <a:gd name="T8" fmla="*/ 8 w 8"/>
                  <a:gd name="T9" fmla="*/ 3 h 9"/>
                  <a:gd name="T10" fmla="*/ 7 w 8"/>
                  <a:gd name="T11" fmla="*/ 4 h 9"/>
                  <a:gd name="T12" fmla="*/ 7 w 8"/>
                  <a:gd name="T13" fmla="*/ 6 h 9"/>
                  <a:gd name="T14" fmla="*/ 6 w 8"/>
                  <a:gd name="T15" fmla="*/ 6 h 9"/>
                  <a:gd name="T16" fmla="*/ 2 w 8"/>
                  <a:gd name="T17" fmla="*/ 8 h 9"/>
                  <a:gd name="T18" fmla="*/ 1 w 8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1" y="4"/>
                    </a:moveTo>
                    <a:cubicBezTo>
                      <a:pt x="2" y="3"/>
                      <a:pt x="3" y="2"/>
                      <a:pt x="3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3" y="9"/>
                      <a:pt x="2" y="8"/>
                    </a:cubicBezTo>
                    <a:cubicBezTo>
                      <a:pt x="1" y="7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1" name="Freeform 2712">
                <a:extLst>
                  <a:ext uri="{FF2B5EF4-FFF2-40B4-BE49-F238E27FC236}">
                    <a16:creationId xmlns:a16="http://schemas.microsoft.com/office/drawing/2014/main" id="{F8794B2E-8A66-0841-9C6D-79BCDD5F6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892"/>
                <a:ext cx="5" cy="4"/>
              </a:xfrm>
              <a:custGeom>
                <a:avLst/>
                <a:gdLst>
                  <a:gd name="T0" fmla="*/ 1 w 14"/>
                  <a:gd name="T1" fmla="*/ 3 h 9"/>
                  <a:gd name="T2" fmla="*/ 4 w 14"/>
                  <a:gd name="T3" fmla="*/ 2 h 9"/>
                  <a:gd name="T4" fmla="*/ 7 w 14"/>
                  <a:gd name="T5" fmla="*/ 0 h 9"/>
                  <a:gd name="T6" fmla="*/ 11 w 14"/>
                  <a:gd name="T7" fmla="*/ 1 h 9"/>
                  <a:gd name="T8" fmla="*/ 12 w 14"/>
                  <a:gd name="T9" fmla="*/ 4 h 9"/>
                  <a:gd name="T10" fmla="*/ 14 w 14"/>
                  <a:gd name="T11" fmla="*/ 6 h 9"/>
                  <a:gd name="T12" fmla="*/ 9 w 14"/>
                  <a:gd name="T13" fmla="*/ 8 h 9"/>
                  <a:gd name="T14" fmla="*/ 1 w 14"/>
                  <a:gd name="T15" fmla="*/ 7 h 9"/>
                  <a:gd name="T16" fmla="*/ 1 w 14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1" y="3"/>
                    </a:moveTo>
                    <a:cubicBezTo>
                      <a:pt x="2" y="2"/>
                      <a:pt x="3" y="2"/>
                      <a:pt x="4" y="2"/>
                    </a:cubicBezTo>
                    <a:cubicBezTo>
                      <a:pt x="5" y="1"/>
                      <a:pt x="5" y="0"/>
                      <a:pt x="7" y="0"/>
                    </a:cubicBezTo>
                    <a:cubicBezTo>
                      <a:pt x="8" y="0"/>
                      <a:pt x="10" y="0"/>
                      <a:pt x="11" y="1"/>
                    </a:cubicBezTo>
                    <a:cubicBezTo>
                      <a:pt x="11" y="3"/>
                      <a:pt x="11" y="3"/>
                      <a:pt x="12" y="4"/>
                    </a:cubicBezTo>
                    <a:cubicBezTo>
                      <a:pt x="13" y="4"/>
                      <a:pt x="14" y="5"/>
                      <a:pt x="14" y="6"/>
                    </a:cubicBezTo>
                    <a:cubicBezTo>
                      <a:pt x="14" y="7"/>
                      <a:pt x="10" y="8"/>
                      <a:pt x="9" y="8"/>
                    </a:cubicBezTo>
                    <a:cubicBezTo>
                      <a:pt x="7" y="8"/>
                      <a:pt x="4" y="9"/>
                      <a:pt x="1" y="7"/>
                    </a:cubicBezTo>
                    <a:cubicBezTo>
                      <a:pt x="0" y="7"/>
                      <a:pt x="1" y="5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2" name="Freeform 2713">
                <a:extLst>
                  <a:ext uri="{FF2B5EF4-FFF2-40B4-BE49-F238E27FC236}">
                    <a16:creationId xmlns:a16="http://schemas.microsoft.com/office/drawing/2014/main" id="{5B0D1065-FC90-1F44-9E76-B8C3265E3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924"/>
                <a:ext cx="9" cy="5"/>
              </a:xfrm>
              <a:custGeom>
                <a:avLst/>
                <a:gdLst>
                  <a:gd name="T0" fmla="*/ 1 w 21"/>
                  <a:gd name="T1" fmla="*/ 9 h 11"/>
                  <a:gd name="T2" fmla="*/ 4 w 21"/>
                  <a:gd name="T3" fmla="*/ 6 h 11"/>
                  <a:gd name="T4" fmla="*/ 5 w 21"/>
                  <a:gd name="T5" fmla="*/ 4 h 11"/>
                  <a:gd name="T6" fmla="*/ 7 w 21"/>
                  <a:gd name="T7" fmla="*/ 2 h 11"/>
                  <a:gd name="T8" fmla="*/ 12 w 21"/>
                  <a:gd name="T9" fmla="*/ 0 h 11"/>
                  <a:gd name="T10" fmla="*/ 15 w 21"/>
                  <a:gd name="T11" fmla="*/ 2 h 11"/>
                  <a:gd name="T12" fmla="*/ 19 w 21"/>
                  <a:gd name="T13" fmla="*/ 4 h 11"/>
                  <a:gd name="T14" fmla="*/ 20 w 21"/>
                  <a:gd name="T15" fmla="*/ 7 h 11"/>
                  <a:gd name="T16" fmla="*/ 21 w 21"/>
                  <a:gd name="T17" fmla="*/ 8 h 11"/>
                  <a:gd name="T18" fmla="*/ 20 w 21"/>
                  <a:gd name="T19" fmla="*/ 11 h 11"/>
                  <a:gd name="T20" fmla="*/ 17 w 21"/>
                  <a:gd name="T21" fmla="*/ 11 h 11"/>
                  <a:gd name="T22" fmla="*/ 13 w 21"/>
                  <a:gd name="T23" fmla="*/ 10 h 11"/>
                  <a:gd name="T24" fmla="*/ 9 w 21"/>
                  <a:gd name="T25" fmla="*/ 10 h 11"/>
                  <a:gd name="T26" fmla="*/ 7 w 21"/>
                  <a:gd name="T27" fmla="*/ 10 h 11"/>
                  <a:gd name="T28" fmla="*/ 3 w 21"/>
                  <a:gd name="T29" fmla="*/ 10 h 11"/>
                  <a:gd name="T30" fmla="*/ 1 w 21"/>
                  <a:gd name="T3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11">
                    <a:moveTo>
                      <a:pt x="1" y="9"/>
                    </a:moveTo>
                    <a:cubicBezTo>
                      <a:pt x="0" y="8"/>
                      <a:pt x="3" y="7"/>
                      <a:pt x="4" y="6"/>
                    </a:cubicBezTo>
                    <a:cubicBezTo>
                      <a:pt x="4" y="5"/>
                      <a:pt x="5" y="5"/>
                      <a:pt x="5" y="4"/>
                    </a:cubicBezTo>
                    <a:cubicBezTo>
                      <a:pt x="6" y="4"/>
                      <a:pt x="6" y="3"/>
                      <a:pt x="7" y="2"/>
                    </a:cubicBezTo>
                    <a:cubicBezTo>
                      <a:pt x="8" y="1"/>
                      <a:pt x="10" y="0"/>
                      <a:pt x="12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7" y="3"/>
                      <a:pt x="18" y="3"/>
                      <a:pt x="19" y="4"/>
                    </a:cubicBezTo>
                    <a:cubicBezTo>
                      <a:pt x="20" y="5"/>
                      <a:pt x="20" y="6"/>
                      <a:pt x="20" y="7"/>
                    </a:cubicBezTo>
                    <a:cubicBezTo>
                      <a:pt x="21" y="7"/>
                      <a:pt x="21" y="8"/>
                      <a:pt x="21" y="8"/>
                    </a:cubicBezTo>
                    <a:cubicBezTo>
                      <a:pt x="21" y="9"/>
                      <a:pt x="21" y="10"/>
                      <a:pt x="20" y="11"/>
                    </a:cubicBezTo>
                    <a:cubicBezTo>
                      <a:pt x="19" y="11"/>
                      <a:pt x="18" y="11"/>
                      <a:pt x="17" y="11"/>
                    </a:cubicBezTo>
                    <a:cubicBezTo>
                      <a:pt x="16" y="11"/>
                      <a:pt x="15" y="11"/>
                      <a:pt x="13" y="10"/>
                    </a:cubicBezTo>
                    <a:cubicBezTo>
                      <a:pt x="12" y="10"/>
                      <a:pt x="11" y="10"/>
                      <a:pt x="9" y="10"/>
                    </a:cubicBezTo>
                    <a:cubicBezTo>
                      <a:pt x="8" y="10"/>
                      <a:pt x="8" y="10"/>
                      <a:pt x="7" y="10"/>
                    </a:cubicBezTo>
                    <a:cubicBezTo>
                      <a:pt x="6" y="11"/>
                      <a:pt x="4" y="11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3" name="Freeform 2714">
                <a:extLst>
                  <a:ext uri="{FF2B5EF4-FFF2-40B4-BE49-F238E27FC236}">
                    <a16:creationId xmlns:a16="http://schemas.microsoft.com/office/drawing/2014/main" id="{83AF3B46-2ED8-094F-8DF3-8E5103AB1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917"/>
                <a:ext cx="9" cy="5"/>
              </a:xfrm>
              <a:custGeom>
                <a:avLst/>
                <a:gdLst>
                  <a:gd name="T0" fmla="*/ 6 w 23"/>
                  <a:gd name="T1" fmla="*/ 8 h 11"/>
                  <a:gd name="T2" fmla="*/ 5 w 23"/>
                  <a:gd name="T3" fmla="*/ 9 h 11"/>
                  <a:gd name="T4" fmla="*/ 4 w 23"/>
                  <a:gd name="T5" fmla="*/ 10 h 11"/>
                  <a:gd name="T6" fmla="*/ 4 w 23"/>
                  <a:gd name="T7" fmla="*/ 10 h 11"/>
                  <a:gd name="T8" fmla="*/ 0 w 23"/>
                  <a:gd name="T9" fmla="*/ 7 h 11"/>
                  <a:gd name="T10" fmla="*/ 0 w 23"/>
                  <a:gd name="T11" fmla="*/ 5 h 11"/>
                  <a:gd name="T12" fmla="*/ 4 w 23"/>
                  <a:gd name="T13" fmla="*/ 4 h 11"/>
                  <a:gd name="T14" fmla="*/ 7 w 23"/>
                  <a:gd name="T15" fmla="*/ 4 h 11"/>
                  <a:gd name="T16" fmla="*/ 9 w 23"/>
                  <a:gd name="T17" fmla="*/ 2 h 11"/>
                  <a:gd name="T18" fmla="*/ 15 w 23"/>
                  <a:gd name="T19" fmla="*/ 0 h 11"/>
                  <a:gd name="T20" fmla="*/ 18 w 23"/>
                  <a:gd name="T21" fmla="*/ 1 h 11"/>
                  <a:gd name="T22" fmla="*/ 20 w 23"/>
                  <a:gd name="T23" fmla="*/ 3 h 11"/>
                  <a:gd name="T24" fmla="*/ 20 w 23"/>
                  <a:gd name="T25" fmla="*/ 4 h 11"/>
                  <a:gd name="T26" fmla="*/ 22 w 23"/>
                  <a:gd name="T27" fmla="*/ 5 h 11"/>
                  <a:gd name="T28" fmla="*/ 21 w 23"/>
                  <a:gd name="T29" fmla="*/ 10 h 11"/>
                  <a:gd name="T30" fmla="*/ 15 w 23"/>
                  <a:gd name="T31" fmla="*/ 9 h 11"/>
                  <a:gd name="T32" fmla="*/ 10 w 23"/>
                  <a:gd name="T33" fmla="*/ 8 h 11"/>
                  <a:gd name="T34" fmla="*/ 8 w 23"/>
                  <a:gd name="T35" fmla="*/ 8 h 11"/>
                  <a:gd name="T36" fmla="*/ 6 w 23"/>
                  <a:gd name="T3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11">
                    <a:moveTo>
                      <a:pt x="6" y="8"/>
                    </a:moveTo>
                    <a:cubicBezTo>
                      <a:pt x="6" y="8"/>
                      <a:pt x="5" y="9"/>
                      <a:pt x="5" y="9"/>
                    </a:cubicBezTo>
                    <a:cubicBezTo>
                      <a:pt x="5" y="9"/>
                      <a:pt x="5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1"/>
                      <a:pt x="0" y="8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10" y="1"/>
                      <a:pt x="13" y="0"/>
                      <a:pt x="15" y="0"/>
                    </a:cubicBezTo>
                    <a:cubicBezTo>
                      <a:pt x="16" y="1"/>
                      <a:pt x="17" y="1"/>
                      <a:pt x="18" y="1"/>
                    </a:cubicBezTo>
                    <a:cubicBezTo>
                      <a:pt x="18" y="2"/>
                      <a:pt x="19" y="2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21" y="5"/>
                      <a:pt x="22" y="5"/>
                      <a:pt x="22" y="5"/>
                    </a:cubicBezTo>
                    <a:cubicBezTo>
                      <a:pt x="23" y="6"/>
                      <a:pt x="23" y="9"/>
                      <a:pt x="21" y="10"/>
                    </a:cubicBezTo>
                    <a:cubicBezTo>
                      <a:pt x="19" y="10"/>
                      <a:pt x="17" y="10"/>
                      <a:pt x="15" y="9"/>
                    </a:cubicBezTo>
                    <a:cubicBezTo>
                      <a:pt x="14" y="9"/>
                      <a:pt x="12" y="8"/>
                      <a:pt x="10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8"/>
                      <a:pt x="6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4" name="Freeform 2715">
                <a:extLst>
                  <a:ext uri="{FF2B5EF4-FFF2-40B4-BE49-F238E27FC236}">
                    <a16:creationId xmlns:a16="http://schemas.microsoft.com/office/drawing/2014/main" id="{92EF61C7-56D6-9D40-B810-28995F8F9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917"/>
                <a:ext cx="3" cy="3"/>
              </a:xfrm>
              <a:custGeom>
                <a:avLst/>
                <a:gdLst>
                  <a:gd name="T0" fmla="*/ 0 w 7"/>
                  <a:gd name="T1" fmla="*/ 3 h 8"/>
                  <a:gd name="T2" fmla="*/ 1 w 7"/>
                  <a:gd name="T3" fmla="*/ 1 h 8"/>
                  <a:gd name="T4" fmla="*/ 5 w 7"/>
                  <a:gd name="T5" fmla="*/ 2 h 8"/>
                  <a:gd name="T6" fmla="*/ 6 w 7"/>
                  <a:gd name="T7" fmla="*/ 5 h 8"/>
                  <a:gd name="T8" fmla="*/ 1 w 7"/>
                  <a:gd name="T9" fmla="*/ 7 h 8"/>
                  <a:gd name="T10" fmla="*/ 0 w 7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7" y="5"/>
                      <a:pt x="6" y="5"/>
                    </a:cubicBezTo>
                    <a:cubicBezTo>
                      <a:pt x="5" y="7"/>
                      <a:pt x="3" y="8"/>
                      <a:pt x="1" y="7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5" name="Freeform 2716">
                <a:extLst>
                  <a:ext uri="{FF2B5EF4-FFF2-40B4-BE49-F238E27FC236}">
                    <a16:creationId xmlns:a16="http://schemas.microsoft.com/office/drawing/2014/main" id="{FE2C717E-BCA1-2C44-BFE3-AB1A53AF5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908"/>
                <a:ext cx="3" cy="3"/>
              </a:xfrm>
              <a:custGeom>
                <a:avLst/>
                <a:gdLst>
                  <a:gd name="T0" fmla="*/ 1 w 7"/>
                  <a:gd name="T1" fmla="*/ 5 h 9"/>
                  <a:gd name="T2" fmla="*/ 2 w 7"/>
                  <a:gd name="T3" fmla="*/ 1 h 9"/>
                  <a:gd name="T4" fmla="*/ 6 w 7"/>
                  <a:gd name="T5" fmla="*/ 1 h 9"/>
                  <a:gd name="T6" fmla="*/ 6 w 7"/>
                  <a:gd name="T7" fmla="*/ 6 h 9"/>
                  <a:gd name="T8" fmla="*/ 2 w 7"/>
                  <a:gd name="T9" fmla="*/ 8 h 9"/>
                  <a:gd name="T10" fmla="*/ 1 w 7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1" y="5"/>
                    </a:moveTo>
                    <a:cubicBezTo>
                      <a:pt x="0" y="4"/>
                      <a:pt x="1" y="2"/>
                      <a:pt x="2" y="1"/>
                    </a:cubicBezTo>
                    <a:cubicBezTo>
                      <a:pt x="3" y="0"/>
                      <a:pt x="5" y="1"/>
                      <a:pt x="6" y="1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4" y="9"/>
                      <a:pt x="2" y="8"/>
                    </a:cubicBezTo>
                    <a:cubicBezTo>
                      <a:pt x="1" y="7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6" name="Freeform 2717">
                <a:extLst>
                  <a:ext uri="{FF2B5EF4-FFF2-40B4-BE49-F238E27FC236}">
                    <a16:creationId xmlns:a16="http://schemas.microsoft.com/office/drawing/2014/main" id="{BEBBF08B-B237-F14F-A164-63D8084FB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33"/>
                <a:ext cx="2" cy="6"/>
              </a:xfrm>
              <a:custGeom>
                <a:avLst/>
                <a:gdLst>
                  <a:gd name="T0" fmla="*/ 1 w 7"/>
                  <a:gd name="T1" fmla="*/ 11 h 13"/>
                  <a:gd name="T2" fmla="*/ 0 w 7"/>
                  <a:gd name="T3" fmla="*/ 4 h 13"/>
                  <a:gd name="T4" fmla="*/ 3 w 7"/>
                  <a:gd name="T5" fmla="*/ 0 h 13"/>
                  <a:gd name="T6" fmla="*/ 5 w 7"/>
                  <a:gd name="T7" fmla="*/ 2 h 13"/>
                  <a:gd name="T8" fmla="*/ 6 w 7"/>
                  <a:gd name="T9" fmla="*/ 6 h 13"/>
                  <a:gd name="T10" fmla="*/ 6 w 7"/>
                  <a:gd name="T11" fmla="*/ 9 h 13"/>
                  <a:gd name="T12" fmla="*/ 3 w 7"/>
                  <a:gd name="T13" fmla="*/ 13 h 13"/>
                  <a:gd name="T14" fmla="*/ 1 w 7"/>
                  <a:gd name="T15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3">
                    <a:moveTo>
                      <a:pt x="1" y="11"/>
                    </a:moveTo>
                    <a:cubicBezTo>
                      <a:pt x="0" y="9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6" y="5"/>
                      <a:pt x="6" y="6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7" y="11"/>
                      <a:pt x="5" y="13"/>
                      <a:pt x="3" y="13"/>
                    </a:cubicBezTo>
                    <a:cubicBezTo>
                      <a:pt x="2" y="13"/>
                      <a:pt x="1" y="12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7" name="Freeform 2718">
                <a:extLst>
                  <a:ext uri="{FF2B5EF4-FFF2-40B4-BE49-F238E27FC236}">
                    <a16:creationId xmlns:a16="http://schemas.microsoft.com/office/drawing/2014/main" id="{5CFF6BCE-5B29-7D46-83BD-97872E784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41"/>
                <a:ext cx="3" cy="3"/>
              </a:xfrm>
              <a:custGeom>
                <a:avLst/>
                <a:gdLst>
                  <a:gd name="T0" fmla="*/ 7 w 8"/>
                  <a:gd name="T1" fmla="*/ 7 h 8"/>
                  <a:gd name="T2" fmla="*/ 2 w 8"/>
                  <a:gd name="T3" fmla="*/ 8 h 8"/>
                  <a:gd name="T4" fmla="*/ 1 w 8"/>
                  <a:gd name="T5" fmla="*/ 7 h 8"/>
                  <a:gd name="T6" fmla="*/ 3 w 8"/>
                  <a:gd name="T7" fmla="*/ 4 h 8"/>
                  <a:gd name="T8" fmla="*/ 5 w 8"/>
                  <a:gd name="T9" fmla="*/ 2 h 8"/>
                  <a:gd name="T10" fmla="*/ 6 w 8"/>
                  <a:gd name="T11" fmla="*/ 1 h 8"/>
                  <a:gd name="T12" fmla="*/ 8 w 8"/>
                  <a:gd name="T13" fmla="*/ 4 h 8"/>
                  <a:gd name="T14" fmla="*/ 8 w 8"/>
                  <a:gd name="T15" fmla="*/ 7 h 8"/>
                  <a:gd name="T16" fmla="*/ 6 w 8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7" y="7"/>
                    </a:moveTo>
                    <a:cubicBezTo>
                      <a:pt x="5" y="8"/>
                      <a:pt x="4" y="8"/>
                      <a:pt x="2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0" y="5"/>
                      <a:pt x="2" y="5"/>
                      <a:pt x="3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5" y="2"/>
                      <a:pt x="5" y="1"/>
                      <a:pt x="6" y="1"/>
                    </a:cubicBezTo>
                    <a:cubicBezTo>
                      <a:pt x="8" y="0"/>
                      <a:pt x="8" y="3"/>
                      <a:pt x="8" y="4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7" y="7"/>
                      <a:pt x="6" y="7"/>
                      <a:pt x="6" y="7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8" name="Freeform 2719">
                <a:extLst>
                  <a:ext uri="{FF2B5EF4-FFF2-40B4-BE49-F238E27FC236}">
                    <a16:creationId xmlns:a16="http://schemas.microsoft.com/office/drawing/2014/main" id="{564022C5-4A70-9B4E-A594-2D6AE2EBE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942"/>
                <a:ext cx="2" cy="2"/>
              </a:xfrm>
              <a:custGeom>
                <a:avLst/>
                <a:gdLst>
                  <a:gd name="T0" fmla="*/ 0 w 4"/>
                  <a:gd name="T1" fmla="*/ 2 h 4"/>
                  <a:gd name="T2" fmla="*/ 2 w 4"/>
                  <a:gd name="T3" fmla="*/ 0 h 4"/>
                  <a:gd name="T4" fmla="*/ 4 w 4"/>
                  <a:gd name="T5" fmla="*/ 1 h 4"/>
                  <a:gd name="T6" fmla="*/ 4 w 4"/>
                  <a:gd name="T7" fmla="*/ 3 h 4"/>
                  <a:gd name="T8" fmla="*/ 1 w 4"/>
                  <a:gd name="T9" fmla="*/ 4 h 4"/>
                  <a:gd name="T10" fmla="*/ 0 w 4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3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9" name="Freeform 2720">
                <a:extLst>
                  <a:ext uri="{FF2B5EF4-FFF2-40B4-BE49-F238E27FC236}">
                    <a16:creationId xmlns:a16="http://schemas.microsoft.com/office/drawing/2014/main" id="{E176BFDC-1EDB-3048-BD10-A472E5467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940"/>
                <a:ext cx="2" cy="2"/>
              </a:xfrm>
              <a:custGeom>
                <a:avLst/>
                <a:gdLst>
                  <a:gd name="T0" fmla="*/ 4 w 4"/>
                  <a:gd name="T1" fmla="*/ 4 h 5"/>
                  <a:gd name="T2" fmla="*/ 0 w 4"/>
                  <a:gd name="T3" fmla="*/ 3 h 5"/>
                  <a:gd name="T4" fmla="*/ 2 w 4"/>
                  <a:gd name="T5" fmla="*/ 0 h 5"/>
                  <a:gd name="T6" fmla="*/ 4 w 4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2" y="4"/>
                      <a:pt x="1" y="5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4" y="3"/>
                      <a:pt x="4" y="4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0" name="Freeform 2721">
                <a:extLst>
                  <a:ext uri="{FF2B5EF4-FFF2-40B4-BE49-F238E27FC236}">
                    <a16:creationId xmlns:a16="http://schemas.microsoft.com/office/drawing/2014/main" id="{4119FABA-E25B-F146-93E9-3C35F5043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945"/>
                <a:ext cx="4" cy="4"/>
              </a:xfrm>
              <a:custGeom>
                <a:avLst/>
                <a:gdLst>
                  <a:gd name="T0" fmla="*/ 2 w 11"/>
                  <a:gd name="T1" fmla="*/ 2 h 9"/>
                  <a:gd name="T2" fmla="*/ 7 w 11"/>
                  <a:gd name="T3" fmla="*/ 0 h 9"/>
                  <a:gd name="T4" fmla="*/ 10 w 11"/>
                  <a:gd name="T5" fmla="*/ 3 h 9"/>
                  <a:gd name="T6" fmla="*/ 10 w 11"/>
                  <a:gd name="T7" fmla="*/ 6 h 9"/>
                  <a:gd name="T8" fmla="*/ 7 w 11"/>
                  <a:gd name="T9" fmla="*/ 7 h 9"/>
                  <a:gd name="T10" fmla="*/ 4 w 11"/>
                  <a:gd name="T11" fmla="*/ 8 h 9"/>
                  <a:gd name="T12" fmla="*/ 1 w 11"/>
                  <a:gd name="T13" fmla="*/ 9 h 9"/>
                  <a:gd name="T14" fmla="*/ 1 w 11"/>
                  <a:gd name="T15" fmla="*/ 6 h 9"/>
                  <a:gd name="T16" fmla="*/ 2 w 11"/>
                  <a:gd name="T1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2" y="2"/>
                    </a:moveTo>
                    <a:cubicBezTo>
                      <a:pt x="3" y="1"/>
                      <a:pt x="5" y="0"/>
                      <a:pt x="7" y="0"/>
                    </a:cubicBezTo>
                    <a:cubicBezTo>
                      <a:pt x="8" y="1"/>
                      <a:pt x="10" y="2"/>
                      <a:pt x="10" y="3"/>
                    </a:cubicBezTo>
                    <a:cubicBezTo>
                      <a:pt x="11" y="4"/>
                      <a:pt x="11" y="5"/>
                      <a:pt x="10" y="6"/>
                    </a:cubicBezTo>
                    <a:cubicBezTo>
                      <a:pt x="10" y="7"/>
                      <a:pt x="7" y="6"/>
                      <a:pt x="7" y="7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4" y="9"/>
                      <a:pt x="2" y="9"/>
                      <a:pt x="1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1" y="5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1" name="Freeform 2722">
                <a:extLst>
                  <a:ext uri="{FF2B5EF4-FFF2-40B4-BE49-F238E27FC236}">
                    <a16:creationId xmlns:a16="http://schemas.microsoft.com/office/drawing/2014/main" id="{EC9A0A54-EC4F-5B4F-8195-F42131F8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959"/>
                <a:ext cx="3" cy="6"/>
              </a:xfrm>
              <a:custGeom>
                <a:avLst/>
                <a:gdLst>
                  <a:gd name="T0" fmla="*/ 0 w 6"/>
                  <a:gd name="T1" fmla="*/ 5 h 14"/>
                  <a:gd name="T2" fmla="*/ 0 w 6"/>
                  <a:gd name="T3" fmla="*/ 3 h 14"/>
                  <a:gd name="T4" fmla="*/ 1 w 6"/>
                  <a:gd name="T5" fmla="*/ 1 h 14"/>
                  <a:gd name="T6" fmla="*/ 2 w 6"/>
                  <a:gd name="T7" fmla="*/ 0 h 14"/>
                  <a:gd name="T8" fmla="*/ 3 w 6"/>
                  <a:gd name="T9" fmla="*/ 0 h 14"/>
                  <a:gd name="T10" fmla="*/ 3 w 6"/>
                  <a:gd name="T11" fmla="*/ 0 h 14"/>
                  <a:gd name="T12" fmla="*/ 5 w 6"/>
                  <a:gd name="T13" fmla="*/ 3 h 14"/>
                  <a:gd name="T14" fmla="*/ 6 w 6"/>
                  <a:gd name="T15" fmla="*/ 8 h 14"/>
                  <a:gd name="T16" fmla="*/ 4 w 6"/>
                  <a:gd name="T17" fmla="*/ 13 h 14"/>
                  <a:gd name="T18" fmla="*/ 1 w 6"/>
                  <a:gd name="T19" fmla="*/ 14 h 14"/>
                  <a:gd name="T20" fmla="*/ 0 w 6"/>
                  <a:gd name="T21" fmla="*/ 10 h 14"/>
                  <a:gd name="T22" fmla="*/ 0 w 6"/>
                  <a:gd name="T2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14">
                    <a:moveTo>
                      <a:pt x="0" y="5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6" y="4"/>
                      <a:pt x="6" y="6"/>
                      <a:pt x="6" y="8"/>
                    </a:cubicBezTo>
                    <a:cubicBezTo>
                      <a:pt x="5" y="10"/>
                      <a:pt x="6" y="12"/>
                      <a:pt x="4" y="13"/>
                    </a:cubicBezTo>
                    <a:cubicBezTo>
                      <a:pt x="3" y="14"/>
                      <a:pt x="2" y="14"/>
                      <a:pt x="1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9"/>
                      <a:pt x="0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2" name="Freeform 2723">
                <a:extLst>
                  <a:ext uri="{FF2B5EF4-FFF2-40B4-BE49-F238E27FC236}">
                    <a16:creationId xmlns:a16="http://schemas.microsoft.com/office/drawing/2014/main" id="{4170F637-8D73-8949-B1A6-2D4B86B44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962"/>
                <a:ext cx="4" cy="5"/>
              </a:xfrm>
              <a:custGeom>
                <a:avLst/>
                <a:gdLst>
                  <a:gd name="T0" fmla="*/ 7 w 11"/>
                  <a:gd name="T1" fmla="*/ 8 h 12"/>
                  <a:gd name="T2" fmla="*/ 7 w 11"/>
                  <a:gd name="T3" fmla="*/ 8 h 12"/>
                  <a:gd name="T4" fmla="*/ 7 w 11"/>
                  <a:gd name="T5" fmla="*/ 10 h 12"/>
                  <a:gd name="T6" fmla="*/ 4 w 11"/>
                  <a:gd name="T7" fmla="*/ 12 h 12"/>
                  <a:gd name="T8" fmla="*/ 0 w 11"/>
                  <a:gd name="T9" fmla="*/ 8 h 12"/>
                  <a:gd name="T10" fmla="*/ 1 w 11"/>
                  <a:gd name="T11" fmla="*/ 5 h 12"/>
                  <a:gd name="T12" fmla="*/ 3 w 11"/>
                  <a:gd name="T13" fmla="*/ 4 h 12"/>
                  <a:gd name="T14" fmla="*/ 6 w 11"/>
                  <a:gd name="T15" fmla="*/ 2 h 12"/>
                  <a:gd name="T16" fmla="*/ 9 w 11"/>
                  <a:gd name="T17" fmla="*/ 0 h 12"/>
                  <a:gd name="T18" fmla="*/ 11 w 11"/>
                  <a:gd name="T19" fmla="*/ 3 h 12"/>
                  <a:gd name="T20" fmla="*/ 11 w 11"/>
                  <a:gd name="T21" fmla="*/ 5 h 12"/>
                  <a:gd name="T22" fmla="*/ 7 w 11"/>
                  <a:gd name="T2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2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6" y="11"/>
                      <a:pt x="5" y="12"/>
                      <a:pt x="4" y="12"/>
                    </a:cubicBezTo>
                    <a:cubicBezTo>
                      <a:pt x="2" y="12"/>
                      <a:pt x="0" y="10"/>
                      <a:pt x="0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1" y="5"/>
                      <a:pt x="2" y="4"/>
                      <a:pt x="3" y="4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7" y="1"/>
                      <a:pt x="8" y="0"/>
                      <a:pt x="9" y="0"/>
                    </a:cubicBezTo>
                    <a:cubicBezTo>
                      <a:pt x="10" y="0"/>
                      <a:pt x="10" y="2"/>
                      <a:pt x="11" y="3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0" y="6"/>
                      <a:pt x="8" y="7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3" name="Freeform 2724">
                <a:extLst>
                  <a:ext uri="{FF2B5EF4-FFF2-40B4-BE49-F238E27FC236}">
                    <a16:creationId xmlns:a16="http://schemas.microsoft.com/office/drawing/2014/main" id="{2686F475-6EB5-CE47-AA6B-65229B91A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977"/>
                <a:ext cx="11" cy="8"/>
              </a:xfrm>
              <a:custGeom>
                <a:avLst/>
                <a:gdLst>
                  <a:gd name="T0" fmla="*/ 1 w 27"/>
                  <a:gd name="T1" fmla="*/ 18 h 20"/>
                  <a:gd name="T2" fmla="*/ 1 w 27"/>
                  <a:gd name="T3" fmla="*/ 17 h 20"/>
                  <a:gd name="T4" fmla="*/ 0 w 27"/>
                  <a:gd name="T5" fmla="*/ 16 h 20"/>
                  <a:gd name="T6" fmla="*/ 5 w 27"/>
                  <a:gd name="T7" fmla="*/ 10 h 20"/>
                  <a:gd name="T8" fmla="*/ 6 w 27"/>
                  <a:gd name="T9" fmla="*/ 8 h 20"/>
                  <a:gd name="T10" fmla="*/ 9 w 27"/>
                  <a:gd name="T11" fmla="*/ 6 h 20"/>
                  <a:gd name="T12" fmla="*/ 15 w 27"/>
                  <a:gd name="T13" fmla="*/ 1 h 20"/>
                  <a:gd name="T14" fmla="*/ 23 w 27"/>
                  <a:gd name="T15" fmla="*/ 0 h 20"/>
                  <a:gd name="T16" fmla="*/ 27 w 27"/>
                  <a:gd name="T17" fmla="*/ 2 h 20"/>
                  <a:gd name="T18" fmla="*/ 26 w 27"/>
                  <a:gd name="T19" fmla="*/ 6 h 20"/>
                  <a:gd name="T20" fmla="*/ 22 w 27"/>
                  <a:gd name="T21" fmla="*/ 8 h 20"/>
                  <a:gd name="T22" fmla="*/ 18 w 27"/>
                  <a:gd name="T23" fmla="*/ 13 h 20"/>
                  <a:gd name="T24" fmla="*/ 11 w 27"/>
                  <a:gd name="T25" fmla="*/ 19 h 20"/>
                  <a:gd name="T26" fmla="*/ 7 w 27"/>
                  <a:gd name="T27" fmla="*/ 20 h 20"/>
                  <a:gd name="T28" fmla="*/ 3 w 27"/>
                  <a:gd name="T29" fmla="*/ 19 h 20"/>
                  <a:gd name="T30" fmla="*/ 1 w 27"/>
                  <a:gd name="T31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20">
                    <a:moveTo>
                      <a:pt x="1" y="18"/>
                    </a:moveTo>
                    <a:cubicBezTo>
                      <a:pt x="1" y="18"/>
                      <a:pt x="1" y="18"/>
                      <a:pt x="1" y="17"/>
                    </a:cubicBezTo>
                    <a:cubicBezTo>
                      <a:pt x="1" y="17"/>
                      <a:pt x="0" y="16"/>
                      <a:pt x="0" y="16"/>
                    </a:cubicBezTo>
                    <a:cubicBezTo>
                      <a:pt x="0" y="13"/>
                      <a:pt x="4" y="11"/>
                      <a:pt x="5" y="10"/>
                    </a:cubicBezTo>
                    <a:cubicBezTo>
                      <a:pt x="6" y="9"/>
                      <a:pt x="6" y="8"/>
                      <a:pt x="6" y="8"/>
                    </a:cubicBezTo>
                    <a:cubicBezTo>
                      <a:pt x="7" y="7"/>
                      <a:pt x="8" y="6"/>
                      <a:pt x="9" y="6"/>
                    </a:cubicBezTo>
                    <a:cubicBezTo>
                      <a:pt x="11" y="4"/>
                      <a:pt x="13" y="2"/>
                      <a:pt x="15" y="1"/>
                    </a:cubicBezTo>
                    <a:cubicBezTo>
                      <a:pt x="18" y="0"/>
                      <a:pt x="20" y="1"/>
                      <a:pt x="23" y="0"/>
                    </a:cubicBezTo>
                    <a:cubicBezTo>
                      <a:pt x="25" y="0"/>
                      <a:pt x="26" y="0"/>
                      <a:pt x="27" y="2"/>
                    </a:cubicBezTo>
                    <a:cubicBezTo>
                      <a:pt x="27" y="3"/>
                      <a:pt x="27" y="5"/>
                      <a:pt x="26" y="6"/>
                    </a:cubicBezTo>
                    <a:cubicBezTo>
                      <a:pt x="25" y="7"/>
                      <a:pt x="23" y="7"/>
                      <a:pt x="22" y="8"/>
                    </a:cubicBezTo>
                    <a:cubicBezTo>
                      <a:pt x="20" y="9"/>
                      <a:pt x="19" y="11"/>
                      <a:pt x="18" y="13"/>
                    </a:cubicBezTo>
                    <a:cubicBezTo>
                      <a:pt x="16" y="15"/>
                      <a:pt x="14" y="17"/>
                      <a:pt x="11" y="19"/>
                    </a:cubicBezTo>
                    <a:cubicBezTo>
                      <a:pt x="10" y="20"/>
                      <a:pt x="8" y="20"/>
                      <a:pt x="7" y="20"/>
                    </a:cubicBezTo>
                    <a:cubicBezTo>
                      <a:pt x="6" y="20"/>
                      <a:pt x="4" y="19"/>
                      <a:pt x="3" y="19"/>
                    </a:cubicBezTo>
                    <a:cubicBezTo>
                      <a:pt x="3" y="19"/>
                      <a:pt x="1" y="19"/>
                      <a:pt x="1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4" name="Freeform 2725">
                <a:extLst>
                  <a:ext uri="{FF2B5EF4-FFF2-40B4-BE49-F238E27FC236}">
                    <a16:creationId xmlns:a16="http://schemas.microsoft.com/office/drawing/2014/main" id="{2CD2092F-74B0-3F48-9869-8DEAB8292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948"/>
                <a:ext cx="4" cy="4"/>
              </a:xfrm>
              <a:custGeom>
                <a:avLst/>
                <a:gdLst>
                  <a:gd name="T0" fmla="*/ 9 w 10"/>
                  <a:gd name="T1" fmla="*/ 9 h 10"/>
                  <a:gd name="T2" fmla="*/ 8 w 10"/>
                  <a:gd name="T3" fmla="*/ 10 h 10"/>
                  <a:gd name="T4" fmla="*/ 7 w 10"/>
                  <a:gd name="T5" fmla="*/ 10 h 10"/>
                  <a:gd name="T6" fmla="*/ 4 w 10"/>
                  <a:gd name="T7" fmla="*/ 10 h 10"/>
                  <a:gd name="T8" fmla="*/ 0 w 10"/>
                  <a:gd name="T9" fmla="*/ 8 h 10"/>
                  <a:gd name="T10" fmla="*/ 0 w 10"/>
                  <a:gd name="T11" fmla="*/ 5 h 10"/>
                  <a:gd name="T12" fmla="*/ 2 w 10"/>
                  <a:gd name="T13" fmla="*/ 4 h 10"/>
                  <a:gd name="T14" fmla="*/ 4 w 10"/>
                  <a:gd name="T15" fmla="*/ 2 h 10"/>
                  <a:gd name="T16" fmla="*/ 6 w 10"/>
                  <a:gd name="T17" fmla="*/ 1 h 10"/>
                  <a:gd name="T18" fmla="*/ 9 w 10"/>
                  <a:gd name="T19" fmla="*/ 1 h 10"/>
                  <a:gd name="T20" fmla="*/ 10 w 10"/>
                  <a:gd name="T21" fmla="*/ 3 h 10"/>
                  <a:gd name="T22" fmla="*/ 10 w 10"/>
                  <a:gd name="T23" fmla="*/ 4 h 10"/>
                  <a:gd name="T24" fmla="*/ 9 w 10"/>
                  <a:gd name="T25" fmla="*/ 8 h 10"/>
                  <a:gd name="T26" fmla="*/ 9 w 10"/>
                  <a:gd name="T2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9" y="9"/>
                    </a:moveTo>
                    <a:cubicBezTo>
                      <a:pt x="8" y="9"/>
                      <a:pt x="8" y="9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6" y="10"/>
                      <a:pt x="5" y="10"/>
                      <a:pt x="4" y="10"/>
                    </a:cubicBezTo>
                    <a:cubicBezTo>
                      <a:pt x="3" y="10"/>
                      <a:pt x="1" y="9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1" y="5"/>
                      <a:pt x="2" y="5"/>
                      <a:pt x="2" y="4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6" y="1"/>
                      <a:pt x="6" y="1"/>
                    </a:cubicBezTo>
                    <a:cubicBezTo>
                      <a:pt x="8" y="0"/>
                      <a:pt x="8" y="0"/>
                      <a:pt x="9" y="1"/>
                    </a:cubicBezTo>
                    <a:cubicBezTo>
                      <a:pt x="9" y="2"/>
                      <a:pt x="10" y="2"/>
                      <a:pt x="10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6"/>
                      <a:pt x="10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5" name="Freeform 2726">
                <a:extLst>
                  <a:ext uri="{FF2B5EF4-FFF2-40B4-BE49-F238E27FC236}">
                    <a16:creationId xmlns:a16="http://schemas.microsoft.com/office/drawing/2014/main" id="{413DA32F-71A0-0B43-B89F-A61E5ABB5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943"/>
                <a:ext cx="5" cy="5"/>
              </a:xfrm>
              <a:custGeom>
                <a:avLst/>
                <a:gdLst>
                  <a:gd name="T0" fmla="*/ 8 w 10"/>
                  <a:gd name="T1" fmla="*/ 10 h 11"/>
                  <a:gd name="T2" fmla="*/ 7 w 10"/>
                  <a:gd name="T3" fmla="*/ 11 h 11"/>
                  <a:gd name="T4" fmla="*/ 5 w 10"/>
                  <a:gd name="T5" fmla="*/ 11 h 11"/>
                  <a:gd name="T6" fmla="*/ 3 w 10"/>
                  <a:gd name="T7" fmla="*/ 11 h 11"/>
                  <a:gd name="T8" fmla="*/ 1 w 10"/>
                  <a:gd name="T9" fmla="*/ 9 h 11"/>
                  <a:gd name="T10" fmla="*/ 1 w 10"/>
                  <a:gd name="T11" fmla="*/ 6 h 11"/>
                  <a:gd name="T12" fmla="*/ 2 w 10"/>
                  <a:gd name="T13" fmla="*/ 3 h 11"/>
                  <a:gd name="T14" fmla="*/ 6 w 10"/>
                  <a:gd name="T15" fmla="*/ 0 h 11"/>
                  <a:gd name="T16" fmla="*/ 9 w 10"/>
                  <a:gd name="T17" fmla="*/ 1 h 11"/>
                  <a:gd name="T18" fmla="*/ 10 w 10"/>
                  <a:gd name="T19" fmla="*/ 8 h 11"/>
                  <a:gd name="T20" fmla="*/ 8 w 10"/>
                  <a:gd name="T2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1">
                    <a:moveTo>
                      <a:pt x="8" y="10"/>
                    </a:move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4" y="11"/>
                      <a:pt x="4" y="11"/>
                      <a:pt x="3" y="11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7" y="0"/>
                      <a:pt x="8" y="0"/>
                      <a:pt x="9" y="1"/>
                    </a:cubicBezTo>
                    <a:cubicBezTo>
                      <a:pt x="10" y="3"/>
                      <a:pt x="10" y="5"/>
                      <a:pt x="10" y="8"/>
                    </a:cubicBezTo>
                    <a:cubicBezTo>
                      <a:pt x="10" y="9"/>
                      <a:pt x="9" y="10"/>
                      <a:pt x="8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6" name="Freeform 2727">
                <a:extLst>
                  <a:ext uri="{FF2B5EF4-FFF2-40B4-BE49-F238E27FC236}">
                    <a16:creationId xmlns:a16="http://schemas.microsoft.com/office/drawing/2014/main" id="{7012C247-E1FC-E243-BC63-037C042F6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960"/>
                <a:ext cx="4" cy="3"/>
              </a:xfrm>
              <a:custGeom>
                <a:avLst/>
                <a:gdLst>
                  <a:gd name="T0" fmla="*/ 0 w 9"/>
                  <a:gd name="T1" fmla="*/ 6 h 8"/>
                  <a:gd name="T2" fmla="*/ 3 w 9"/>
                  <a:gd name="T3" fmla="*/ 1 h 8"/>
                  <a:gd name="T4" fmla="*/ 5 w 9"/>
                  <a:gd name="T5" fmla="*/ 0 h 8"/>
                  <a:gd name="T6" fmla="*/ 7 w 9"/>
                  <a:gd name="T7" fmla="*/ 1 h 8"/>
                  <a:gd name="T8" fmla="*/ 8 w 9"/>
                  <a:gd name="T9" fmla="*/ 6 h 8"/>
                  <a:gd name="T10" fmla="*/ 6 w 9"/>
                  <a:gd name="T11" fmla="*/ 7 h 8"/>
                  <a:gd name="T12" fmla="*/ 4 w 9"/>
                  <a:gd name="T13" fmla="*/ 7 h 8"/>
                  <a:gd name="T14" fmla="*/ 3 w 9"/>
                  <a:gd name="T15" fmla="*/ 8 h 8"/>
                  <a:gd name="T16" fmla="*/ 0 w 9"/>
                  <a:gd name="T1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0" y="3"/>
                      <a:pt x="2" y="2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0"/>
                      <a:pt x="7" y="0"/>
                      <a:pt x="7" y="1"/>
                    </a:cubicBezTo>
                    <a:cubicBezTo>
                      <a:pt x="8" y="2"/>
                      <a:pt x="9" y="5"/>
                      <a:pt x="8" y="6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2" y="8"/>
                      <a:pt x="1" y="6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7" name="Freeform 2728">
                <a:extLst>
                  <a:ext uri="{FF2B5EF4-FFF2-40B4-BE49-F238E27FC236}">
                    <a16:creationId xmlns:a16="http://schemas.microsoft.com/office/drawing/2014/main" id="{8D53FF32-3662-9740-B636-2F0DB17AE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965"/>
                <a:ext cx="4" cy="3"/>
              </a:xfrm>
              <a:custGeom>
                <a:avLst/>
                <a:gdLst>
                  <a:gd name="T0" fmla="*/ 3 w 10"/>
                  <a:gd name="T1" fmla="*/ 6 h 7"/>
                  <a:gd name="T2" fmla="*/ 1 w 10"/>
                  <a:gd name="T3" fmla="*/ 4 h 7"/>
                  <a:gd name="T4" fmla="*/ 5 w 10"/>
                  <a:gd name="T5" fmla="*/ 1 h 7"/>
                  <a:gd name="T6" fmla="*/ 6 w 10"/>
                  <a:gd name="T7" fmla="*/ 1 h 7"/>
                  <a:gd name="T8" fmla="*/ 8 w 10"/>
                  <a:gd name="T9" fmla="*/ 1 h 7"/>
                  <a:gd name="T10" fmla="*/ 10 w 10"/>
                  <a:gd name="T11" fmla="*/ 4 h 7"/>
                  <a:gd name="T12" fmla="*/ 7 w 10"/>
                  <a:gd name="T13" fmla="*/ 6 h 7"/>
                  <a:gd name="T14" fmla="*/ 3 w 10"/>
                  <a:gd name="T1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3" y="6"/>
                    </a:moveTo>
                    <a:cubicBezTo>
                      <a:pt x="3" y="6"/>
                      <a:pt x="2" y="5"/>
                      <a:pt x="1" y="4"/>
                    </a:cubicBezTo>
                    <a:cubicBezTo>
                      <a:pt x="0" y="2"/>
                      <a:pt x="3" y="1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7" y="1"/>
                      <a:pt x="8" y="0"/>
                      <a:pt x="8" y="1"/>
                    </a:cubicBezTo>
                    <a:cubicBezTo>
                      <a:pt x="9" y="1"/>
                      <a:pt x="10" y="3"/>
                      <a:pt x="10" y="4"/>
                    </a:cubicBezTo>
                    <a:cubicBezTo>
                      <a:pt x="10" y="5"/>
                      <a:pt x="8" y="6"/>
                      <a:pt x="7" y="6"/>
                    </a:cubicBezTo>
                    <a:cubicBezTo>
                      <a:pt x="6" y="7"/>
                      <a:pt x="5" y="7"/>
                      <a:pt x="3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8" name="Freeform 2729">
                <a:extLst>
                  <a:ext uri="{FF2B5EF4-FFF2-40B4-BE49-F238E27FC236}">
                    <a16:creationId xmlns:a16="http://schemas.microsoft.com/office/drawing/2014/main" id="{1A249184-4FBD-B342-9F63-16D60093A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988"/>
                <a:ext cx="3" cy="4"/>
              </a:xfrm>
              <a:custGeom>
                <a:avLst/>
                <a:gdLst>
                  <a:gd name="T0" fmla="*/ 1 w 6"/>
                  <a:gd name="T1" fmla="*/ 9 h 11"/>
                  <a:gd name="T2" fmla="*/ 0 w 6"/>
                  <a:gd name="T3" fmla="*/ 3 h 11"/>
                  <a:gd name="T4" fmla="*/ 2 w 6"/>
                  <a:gd name="T5" fmla="*/ 0 h 11"/>
                  <a:gd name="T6" fmla="*/ 4 w 6"/>
                  <a:gd name="T7" fmla="*/ 0 h 11"/>
                  <a:gd name="T8" fmla="*/ 5 w 6"/>
                  <a:gd name="T9" fmla="*/ 2 h 11"/>
                  <a:gd name="T10" fmla="*/ 6 w 6"/>
                  <a:gd name="T11" fmla="*/ 5 h 11"/>
                  <a:gd name="T12" fmla="*/ 4 w 6"/>
                  <a:gd name="T13" fmla="*/ 10 h 11"/>
                  <a:gd name="T14" fmla="*/ 1 w 6"/>
                  <a:gd name="T1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1">
                    <a:moveTo>
                      <a:pt x="1" y="9"/>
                    </a:moveTo>
                    <a:cubicBezTo>
                      <a:pt x="0" y="8"/>
                      <a:pt x="0" y="5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3"/>
                      <a:pt x="6" y="4"/>
                      <a:pt x="6" y="5"/>
                    </a:cubicBezTo>
                    <a:cubicBezTo>
                      <a:pt x="6" y="7"/>
                      <a:pt x="5" y="9"/>
                      <a:pt x="4" y="10"/>
                    </a:cubicBezTo>
                    <a:cubicBezTo>
                      <a:pt x="3" y="11"/>
                      <a:pt x="2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9" name="Freeform 2730">
                <a:extLst>
                  <a:ext uri="{FF2B5EF4-FFF2-40B4-BE49-F238E27FC236}">
                    <a16:creationId xmlns:a16="http://schemas.microsoft.com/office/drawing/2014/main" id="{ACB56C24-75A9-F74C-A9D9-2914DAC78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984"/>
                <a:ext cx="18" cy="21"/>
              </a:xfrm>
              <a:custGeom>
                <a:avLst/>
                <a:gdLst>
                  <a:gd name="T0" fmla="*/ 29 w 44"/>
                  <a:gd name="T1" fmla="*/ 10 h 51"/>
                  <a:gd name="T2" fmla="*/ 24 w 44"/>
                  <a:gd name="T3" fmla="*/ 9 h 51"/>
                  <a:gd name="T4" fmla="*/ 20 w 44"/>
                  <a:gd name="T5" fmla="*/ 9 h 51"/>
                  <a:gd name="T6" fmla="*/ 23 w 44"/>
                  <a:gd name="T7" fmla="*/ 5 h 51"/>
                  <a:gd name="T8" fmla="*/ 27 w 44"/>
                  <a:gd name="T9" fmla="*/ 4 h 51"/>
                  <a:gd name="T10" fmla="*/ 29 w 44"/>
                  <a:gd name="T11" fmla="*/ 2 h 51"/>
                  <a:gd name="T12" fmla="*/ 37 w 44"/>
                  <a:gd name="T13" fmla="*/ 0 h 51"/>
                  <a:gd name="T14" fmla="*/ 39 w 44"/>
                  <a:gd name="T15" fmla="*/ 7 h 51"/>
                  <a:gd name="T16" fmla="*/ 38 w 44"/>
                  <a:gd name="T17" fmla="*/ 14 h 51"/>
                  <a:gd name="T18" fmla="*/ 36 w 44"/>
                  <a:gd name="T19" fmla="*/ 16 h 51"/>
                  <a:gd name="T20" fmla="*/ 35 w 44"/>
                  <a:gd name="T21" fmla="*/ 19 h 51"/>
                  <a:gd name="T22" fmla="*/ 38 w 44"/>
                  <a:gd name="T23" fmla="*/ 22 h 51"/>
                  <a:gd name="T24" fmla="*/ 40 w 44"/>
                  <a:gd name="T25" fmla="*/ 22 h 51"/>
                  <a:gd name="T26" fmla="*/ 40 w 44"/>
                  <a:gd name="T27" fmla="*/ 25 h 51"/>
                  <a:gd name="T28" fmla="*/ 41 w 44"/>
                  <a:gd name="T29" fmla="*/ 28 h 51"/>
                  <a:gd name="T30" fmla="*/ 43 w 44"/>
                  <a:gd name="T31" fmla="*/ 32 h 51"/>
                  <a:gd name="T32" fmla="*/ 37 w 44"/>
                  <a:gd name="T33" fmla="*/ 35 h 51"/>
                  <a:gd name="T34" fmla="*/ 33 w 44"/>
                  <a:gd name="T35" fmla="*/ 39 h 51"/>
                  <a:gd name="T36" fmla="*/ 27 w 44"/>
                  <a:gd name="T37" fmla="*/ 41 h 51"/>
                  <a:gd name="T38" fmla="*/ 22 w 44"/>
                  <a:gd name="T39" fmla="*/ 45 h 51"/>
                  <a:gd name="T40" fmla="*/ 16 w 44"/>
                  <a:gd name="T41" fmla="*/ 46 h 51"/>
                  <a:gd name="T42" fmla="*/ 12 w 44"/>
                  <a:gd name="T43" fmla="*/ 49 h 51"/>
                  <a:gd name="T44" fmla="*/ 6 w 44"/>
                  <a:gd name="T45" fmla="*/ 50 h 51"/>
                  <a:gd name="T46" fmla="*/ 1 w 44"/>
                  <a:gd name="T47" fmla="*/ 48 h 51"/>
                  <a:gd name="T48" fmla="*/ 0 w 44"/>
                  <a:gd name="T49" fmla="*/ 46 h 51"/>
                  <a:gd name="T50" fmla="*/ 3 w 44"/>
                  <a:gd name="T51" fmla="*/ 43 h 51"/>
                  <a:gd name="T52" fmla="*/ 7 w 44"/>
                  <a:gd name="T53" fmla="*/ 41 h 51"/>
                  <a:gd name="T54" fmla="*/ 9 w 44"/>
                  <a:gd name="T55" fmla="*/ 38 h 51"/>
                  <a:gd name="T56" fmla="*/ 12 w 44"/>
                  <a:gd name="T57" fmla="*/ 36 h 51"/>
                  <a:gd name="T58" fmla="*/ 14 w 44"/>
                  <a:gd name="T59" fmla="*/ 35 h 51"/>
                  <a:gd name="T60" fmla="*/ 17 w 44"/>
                  <a:gd name="T61" fmla="*/ 32 h 51"/>
                  <a:gd name="T62" fmla="*/ 14 w 44"/>
                  <a:gd name="T63" fmla="*/ 32 h 51"/>
                  <a:gd name="T64" fmla="*/ 11 w 44"/>
                  <a:gd name="T65" fmla="*/ 33 h 51"/>
                  <a:gd name="T66" fmla="*/ 9 w 44"/>
                  <a:gd name="T67" fmla="*/ 34 h 51"/>
                  <a:gd name="T68" fmla="*/ 5 w 44"/>
                  <a:gd name="T69" fmla="*/ 34 h 51"/>
                  <a:gd name="T70" fmla="*/ 6 w 44"/>
                  <a:gd name="T71" fmla="*/ 30 h 51"/>
                  <a:gd name="T72" fmla="*/ 11 w 44"/>
                  <a:gd name="T73" fmla="*/ 28 h 51"/>
                  <a:gd name="T74" fmla="*/ 13 w 44"/>
                  <a:gd name="T75" fmla="*/ 26 h 51"/>
                  <a:gd name="T76" fmla="*/ 21 w 44"/>
                  <a:gd name="T77" fmla="*/ 24 h 51"/>
                  <a:gd name="T78" fmla="*/ 25 w 44"/>
                  <a:gd name="T79" fmla="*/ 22 h 51"/>
                  <a:gd name="T80" fmla="*/ 28 w 44"/>
                  <a:gd name="T81" fmla="*/ 18 h 51"/>
                  <a:gd name="T82" fmla="*/ 30 w 44"/>
                  <a:gd name="T83" fmla="*/ 16 h 51"/>
                  <a:gd name="T84" fmla="*/ 31 w 44"/>
                  <a:gd name="T85" fmla="*/ 13 h 51"/>
                  <a:gd name="T86" fmla="*/ 29 w 44"/>
                  <a:gd name="T87" fmla="*/ 1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4" h="51">
                    <a:moveTo>
                      <a:pt x="29" y="10"/>
                    </a:moveTo>
                    <a:cubicBezTo>
                      <a:pt x="28" y="9"/>
                      <a:pt x="26" y="8"/>
                      <a:pt x="24" y="9"/>
                    </a:cubicBezTo>
                    <a:cubicBezTo>
                      <a:pt x="23" y="10"/>
                      <a:pt x="21" y="10"/>
                      <a:pt x="20" y="9"/>
                    </a:cubicBezTo>
                    <a:cubicBezTo>
                      <a:pt x="18" y="6"/>
                      <a:pt x="21" y="5"/>
                      <a:pt x="23" y="5"/>
                    </a:cubicBezTo>
                    <a:cubicBezTo>
                      <a:pt x="25" y="4"/>
                      <a:pt x="26" y="4"/>
                      <a:pt x="27" y="4"/>
                    </a:cubicBezTo>
                    <a:cubicBezTo>
                      <a:pt x="28" y="4"/>
                      <a:pt x="29" y="3"/>
                      <a:pt x="29" y="2"/>
                    </a:cubicBezTo>
                    <a:cubicBezTo>
                      <a:pt x="31" y="1"/>
                      <a:pt x="34" y="0"/>
                      <a:pt x="37" y="0"/>
                    </a:cubicBezTo>
                    <a:cubicBezTo>
                      <a:pt x="40" y="1"/>
                      <a:pt x="39" y="5"/>
                      <a:pt x="39" y="7"/>
                    </a:cubicBezTo>
                    <a:cubicBezTo>
                      <a:pt x="39" y="9"/>
                      <a:pt x="40" y="12"/>
                      <a:pt x="38" y="14"/>
                    </a:cubicBezTo>
                    <a:cubicBezTo>
                      <a:pt x="37" y="15"/>
                      <a:pt x="37" y="15"/>
                      <a:pt x="36" y="16"/>
                    </a:cubicBezTo>
                    <a:cubicBezTo>
                      <a:pt x="35" y="17"/>
                      <a:pt x="35" y="18"/>
                      <a:pt x="35" y="19"/>
                    </a:cubicBezTo>
                    <a:cubicBezTo>
                      <a:pt x="35" y="21"/>
                      <a:pt x="36" y="23"/>
                      <a:pt x="38" y="22"/>
                    </a:cubicBezTo>
                    <a:cubicBezTo>
                      <a:pt x="39" y="22"/>
                      <a:pt x="40" y="22"/>
                      <a:pt x="40" y="22"/>
                    </a:cubicBezTo>
                    <a:cubicBezTo>
                      <a:pt x="41" y="23"/>
                      <a:pt x="40" y="24"/>
                      <a:pt x="40" y="25"/>
                    </a:cubicBezTo>
                    <a:cubicBezTo>
                      <a:pt x="40" y="26"/>
                      <a:pt x="39" y="28"/>
                      <a:pt x="41" y="28"/>
                    </a:cubicBezTo>
                    <a:cubicBezTo>
                      <a:pt x="42" y="29"/>
                      <a:pt x="44" y="30"/>
                      <a:pt x="43" y="32"/>
                    </a:cubicBezTo>
                    <a:cubicBezTo>
                      <a:pt x="42" y="35"/>
                      <a:pt x="39" y="34"/>
                      <a:pt x="37" y="35"/>
                    </a:cubicBezTo>
                    <a:cubicBezTo>
                      <a:pt x="35" y="35"/>
                      <a:pt x="34" y="38"/>
                      <a:pt x="33" y="39"/>
                    </a:cubicBezTo>
                    <a:cubicBezTo>
                      <a:pt x="31" y="41"/>
                      <a:pt x="29" y="40"/>
                      <a:pt x="27" y="41"/>
                    </a:cubicBezTo>
                    <a:cubicBezTo>
                      <a:pt x="25" y="42"/>
                      <a:pt x="24" y="45"/>
                      <a:pt x="22" y="45"/>
                    </a:cubicBezTo>
                    <a:cubicBezTo>
                      <a:pt x="20" y="46"/>
                      <a:pt x="18" y="45"/>
                      <a:pt x="16" y="46"/>
                    </a:cubicBezTo>
                    <a:cubicBezTo>
                      <a:pt x="14" y="47"/>
                      <a:pt x="13" y="48"/>
                      <a:pt x="12" y="49"/>
                    </a:cubicBezTo>
                    <a:cubicBezTo>
                      <a:pt x="10" y="50"/>
                      <a:pt x="8" y="50"/>
                      <a:pt x="6" y="50"/>
                    </a:cubicBezTo>
                    <a:cubicBezTo>
                      <a:pt x="5" y="51"/>
                      <a:pt x="3" y="49"/>
                      <a:pt x="1" y="48"/>
                    </a:cubicBezTo>
                    <a:cubicBezTo>
                      <a:pt x="0" y="48"/>
                      <a:pt x="0" y="48"/>
                      <a:pt x="0" y="46"/>
                    </a:cubicBezTo>
                    <a:cubicBezTo>
                      <a:pt x="1" y="45"/>
                      <a:pt x="2" y="44"/>
                      <a:pt x="3" y="43"/>
                    </a:cubicBezTo>
                    <a:cubicBezTo>
                      <a:pt x="4" y="43"/>
                      <a:pt x="6" y="42"/>
                      <a:pt x="7" y="41"/>
                    </a:cubicBezTo>
                    <a:cubicBezTo>
                      <a:pt x="7" y="40"/>
                      <a:pt x="8" y="39"/>
                      <a:pt x="9" y="38"/>
                    </a:cubicBezTo>
                    <a:cubicBezTo>
                      <a:pt x="9" y="37"/>
                      <a:pt x="10" y="37"/>
                      <a:pt x="12" y="36"/>
                    </a:cubicBezTo>
                    <a:cubicBezTo>
                      <a:pt x="13" y="36"/>
                      <a:pt x="14" y="36"/>
                      <a:pt x="14" y="35"/>
                    </a:cubicBezTo>
                    <a:cubicBezTo>
                      <a:pt x="15" y="34"/>
                      <a:pt x="17" y="33"/>
                      <a:pt x="17" y="32"/>
                    </a:cubicBezTo>
                    <a:cubicBezTo>
                      <a:pt x="17" y="31"/>
                      <a:pt x="14" y="32"/>
                      <a:pt x="14" y="32"/>
                    </a:cubicBezTo>
                    <a:cubicBezTo>
                      <a:pt x="13" y="32"/>
                      <a:pt x="12" y="32"/>
                      <a:pt x="11" y="33"/>
                    </a:cubicBezTo>
                    <a:cubicBezTo>
                      <a:pt x="11" y="34"/>
                      <a:pt x="10" y="34"/>
                      <a:pt x="9" y="34"/>
                    </a:cubicBezTo>
                    <a:cubicBezTo>
                      <a:pt x="8" y="34"/>
                      <a:pt x="6" y="35"/>
                      <a:pt x="5" y="34"/>
                    </a:cubicBezTo>
                    <a:cubicBezTo>
                      <a:pt x="4" y="33"/>
                      <a:pt x="5" y="31"/>
                      <a:pt x="6" y="30"/>
                    </a:cubicBezTo>
                    <a:cubicBezTo>
                      <a:pt x="7" y="29"/>
                      <a:pt x="9" y="28"/>
                      <a:pt x="11" y="28"/>
                    </a:cubicBezTo>
                    <a:cubicBezTo>
                      <a:pt x="12" y="28"/>
                      <a:pt x="12" y="27"/>
                      <a:pt x="13" y="26"/>
                    </a:cubicBezTo>
                    <a:cubicBezTo>
                      <a:pt x="15" y="23"/>
                      <a:pt x="18" y="24"/>
                      <a:pt x="21" y="24"/>
                    </a:cubicBezTo>
                    <a:cubicBezTo>
                      <a:pt x="23" y="24"/>
                      <a:pt x="24" y="23"/>
                      <a:pt x="25" y="22"/>
                    </a:cubicBezTo>
                    <a:cubicBezTo>
                      <a:pt x="26" y="21"/>
                      <a:pt x="27" y="19"/>
                      <a:pt x="28" y="18"/>
                    </a:cubicBezTo>
                    <a:cubicBezTo>
                      <a:pt x="29" y="17"/>
                      <a:pt x="29" y="16"/>
                      <a:pt x="30" y="16"/>
                    </a:cubicBezTo>
                    <a:cubicBezTo>
                      <a:pt x="31" y="15"/>
                      <a:pt x="31" y="14"/>
                      <a:pt x="31" y="13"/>
                    </a:cubicBezTo>
                    <a:cubicBezTo>
                      <a:pt x="31" y="12"/>
                      <a:pt x="31" y="11"/>
                      <a:pt x="29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0" name="Freeform 2731">
                <a:extLst>
                  <a:ext uri="{FF2B5EF4-FFF2-40B4-BE49-F238E27FC236}">
                    <a16:creationId xmlns:a16="http://schemas.microsoft.com/office/drawing/2014/main" id="{DC5BD671-9EF1-124E-A110-7D4AC6624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986"/>
                <a:ext cx="7" cy="6"/>
              </a:xfrm>
              <a:custGeom>
                <a:avLst/>
                <a:gdLst>
                  <a:gd name="T0" fmla="*/ 1 w 16"/>
                  <a:gd name="T1" fmla="*/ 9 h 15"/>
                  <a:gd name="T2" fmla="*/ 0 w 16"/>
                  <a:gd name="T3" fmla="*/ 8 h 15"/>
                  <a:gd name="T4" fmla="*/ 1 w 16"/>
                  <a:gd name="T5" fmla="*/ 5 h 15"/>
                  <a:gd name="T6" fmla="*/ 1 w 16"/>
                  <a:gd name="T7" fmla="*/ 3 h 15"/>
                  <a:gd name="T8" fmla="*/ 3 w 16"/>
                  <a:gd name="T9" fmla="*/ 2 h 15"/>
                  <a:gd name="T10" fmla="*/ 6 w 16"/>
                  <a:gd name="T11" fmla="*/ 1 h 15"/>
                  <a:gd name="T12" fmla="*/ 8 w 16"/>
                  <a:gd name="T13" fmla="*/ 1 h 15"/>
                  <a:gd name="T14" fmla="*/ 10 w 16"/>
                  <a:gd name="T15" fmla="*/ 6 h 15"/>
                  <a:gd name="T16" fmla="*/ 12 w 16"/>
                  <a:gd name="T17" fmla="*/ 8 h 15"/>
                  <a:gd name="T18" fmla="*/ 16 w 16"/>
                  <a:gd name="T19" fmla="*/ 9 h 15"/>
                  <a:gd name="T20" fmla="*/ 15 w 16"/>
                  <a:gd name="T21" fmla="*/ 12 h 15"/>
                  <a:gd name="T22" fmla="*/ 13 w 16"/>
                  <a:gd name="T23" fmla="*/ 14 h 15"/>
                  <a:gd name="T24" fmla="*/ 10 w 16"/>
                  <a:gd name="T25" fmla="*/ 15 h 15"/>
                  <a:gd name="T26" fmla="*/ 7 w 16"/>
                  <a:gd name="T27" fmla="*/ 15 h 15"/>
                  <a:gd name="T28" fmla="*/ 5 w 16"/>
                  <a:gd name="T29" fmla="*/ 14 h 15"/>
                  <a:gd name="T30" fmla="*/ 3 w 16"/>
                  <a:gd name="T31" fmla="*/ 13 h 15"/>
                  <a:gd name="T32" fmla="*/ 2 w 16"/>
                  <a:gd name="T33" fmla="*/ 11 h 15"/>
                  <a:gd name="T34" fmla="*/ 2 w 16"/>
                  <a:gd name="T35" fmla="*/ 10 h 15"/>
                  <a:gd name="T36" fmla="*/ 1 w 16"/>
                  <a:gd name="T3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15">
                    <a:moveTo>
                      <a:pt x="1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10" y="2"/>
                      <a:pt x="10" y="4"/>
                      <a:pt x="10" y="6"/>
                    </a:cubicBezTo>
                    <a:cubicBezTo>
                      <a:pt x="10" y="7"/>
                      <a:pt x="10" y="8"/>
                      <a:pt x="12" y="8"/>
                    </a:cubicBezTo>
                    <a:cubicBezTo>
                      <a:pt x="13" y="8"/>
                      <a:pt x="15" y="8"/>
                      <a:pt x="16" y="9"/>
                    </a:cubicBezTo>
                    <a:cubicBezTo>
                      <a:pt x="16" y="10"/>
                      <a:pt x="16" y="12"/>
                      <a:pt x="15" y="12"/>
                    </a:cubicBezTo>
                    <a:cubicBezTo>
                      <a:pt x="15" y="14"/>
                      <a:pt x="15" y="14"/>
                      <a:pt x="13" y="14"/>
                    </a:cubicBezTo>
                    <a:cubicBezTo>
                      <a:pt x="12" y="15"/>
                      <a:pt x="11" y="15"/>
                      <a:pt x="10" y="15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6" y="15"/>
                      <a:pt x="6" y="14"/>
                      <a:pt x="5" y="14"/>
                    </a:cubicBezTo>
                    <a:cubicBezTo>
                      <a:pt x="4" y="14"/>
                      <a:pt x="4" y="14"/>
                      <a:pt x="3" y="13"/>
                    </a:cubicBezTo>
                    <a:cubicBezTo>
                      <a:pt x="2" y="13"/>
                      <a:pt x="2" y="12"/>
                      <a:pt x="2" y="11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1" name="Freeform 2732">
                <a:extLst>
                  <a:ext uri="{FF2B5EF4-FFF2-40B4-BE49-F238E27FC236}">
                    <a16:creationId xmlns:a16="http://schemas.microsoft.com/office/drawing/2014/main" id="{9841028C-10D8-A54D-B5B7-3966EE340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986"/>
                <a:ext cx="6" cy="4"/>
              </a:xfrm>
              <a:custGeom>
                <a:avLst/>
                <a:gdLst>
                  <a:gd name="T0" fmla="*/ 1 w 15"/>
                  <a:gd name="T1" fmla="*/ 10 h 11"/>
                  <a:gd name="T2" fmla="*/ 0 w 15"/>
                  <a:gd name="T3" fmla="*/ 8 h 11"/>
                  <a:gd name="T4" fmla="*/ 2 w 15"/>
                  <a:gd name="T5" fmla="*/ 5 h 11"/>
                  <a:gd name="T6" fmla="*/ 5 w 15"/>
                  <a:gd name="T7" fmla="*/ 2 h 11"/>
                  <a:gd name="T8" fmla="*/ 10 w 15"/>
                  <a:gd name="T9" fmla="*/ 0 h 11"/>
                  <a:gd name="T10" fmla="*/ 14 w 15"/>
                  <a:gd name="T11" fmla="*/ 2 h 11"/>
                  <a:gd name="T12" fmla="*/ 13 w 15"/>
                  <a:gd name="T13" fmla="*/ 6 h 11"/>
                  <a:gd name="T14" fmla="*/ 11 w 15"/>
                  <a:gd name="T15" fmla="*/ 8 h 11"/>
                  <a:gd name="T16" fmla="*/ 10 w 15"/>
                  <a:gd name="T17" fmla="*/ 10 h 11"/>
                  <a:gd name="T18" fmla="*/ 8 w 15"/>
                  <a:gd name="T19" fmla="*/ 11 h 11"/>
                  <a:gd name="T20" fmla="*/ 4 w 15"/>
                  <a:gd name="T21" fmla="*/ 11 h 11"/>
                  <a:gd name="T22" fmla="*/ 1 w 15"/>
                  <a:gd name="T2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1">
                    <a:moveTo>
                      <a:pt x="1" y="10"/>
                    </a:moveTo>
                    <a:cubicBezTo>
                      <a:pt x="0" y="9"/>
                      <a:pt x="0" y="8"/>
                      <a:pt x="0" y="8"/>
                    </a:cubicBezTo>
                    <a:cubicBezTo>
                      <a:pt x="0" y="6"/>
                      <a:pt x="1" y="6"/>
                      <a:pt x="2" y="5"/>
                    </a:cubicBezTo>
                    <a:cubicBezTo>
                      <a:pt x="4" y="5"/>
                      <a:pt x="4" y="3"/>
                      <a:pt x="5" y="2"/>
                    </a:cubicBezTo>
                    <a:cubicBezTo>
                      <a:pt x="7" y="1"/>
                      <a:pt x="9" y="0"/>
                      <a:pt x="10" y="0"/>
                    </a:cubicBezTo>
                    <a:cubicBezTo>
                      <a:pt x="12" y="0"/>
                      <a:pt x="14" y="0"/>
                      <a:pt x="14" y="2"/>
                    </a:cubicBezTo>
                    <a:cubicBezTo>
                      <a:pt x="15" y="3"/>
                      <a:pt x="14" y="5"/>
                      <a:pt x="13" y="6"/>
                    </a:cubicBezTo>
                    <a:cubicBezTo>
                      <a:pt x="13" y="7"/>
                      <a:pt x="12" y="7"/>
                      <a:pt x="11" y="8"/>
                    </a:cubicBezTo>
                    <a:cubicBezTo>
                      <a:pt x="10" y="9"/>
                      <a:pt x="11" y="10"/>
                      <a:pt x="10" y="10"/>
                    </a:cubicBezTo>
                    <a:cubicBezTo>
                      <a:pt x="9" y="11"/>
                      <a:pt x="8" y="11"/>
                      <a:pt x="8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3" y="11"/>
                      <a:pt x="1" y="11"/>
                      <a:pt x="1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2" name="Freeform 2733">
                <a:extLst>
                  <a:ext uri="{FF2B5EF4-FFF2-40B4-BE49-F238E27FC236}">
                    <a16:creationId xmlns:a16="http://schemas.microsoft.com/office/drawing/2014/main" id="{5D413BE1-83CB-0544-9E2A-AF4721F2E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975"/>
                <a:ext cx="9" cy="10"/>
              </a:xfrm>
              <a:custGeom>
                <a:avLst/>
                <a:gdLst>
                  <a:gd name="T0" fmla="*/ 4 w 22"/>
                  <a:gd name="T1" fmla="*/ 21 h 24"/>
                  <a:gd name="T2" fmla="*/ 4 w 22"/>
                  <a:gd name="T3" fmla="*/ 19 h 24"/>
                  <a:gd name="T4" fmla="*/ 3 w 22"/>
                  <a:gd name="T5" fmla="*/ 16 h 24"/>
                  <a:gd name="T6" fmla="*/ 2 w 22"/>
                  <a:gd name="T7" fmla="*/ 16 h 24"/>
                  <a:gd name="T8" fmla="*/ 0 w 22"/>
                  <a:gd name="T9" fmla="*/ 15 h 24"/>
                  <a:gd name="T10" fmla="*/ 0 w 22"/>
                  <a:gd name="T11" fmla="*/ 12 h 24"/>
                  <a:gd name="T12" fmla="*/ 1 w 22"/>
                  <a:gd name="T13" fmla="*/ 10 h 24"/>
                  <a:gd name="T14" fmla="*/ 3 w 22"/>
                  <a:gd name="T15" fmla="*/ 8 h 24"/>
                  <a:gd name="T16" fmla="*/ 6 w 22"/>
                  <a:gd name="T17" fmla="*/ 6 h 24"/>
                  <a:gd name="T18" fmla="*/ 7 w 22"/>
                  <a:gd name="T19" fmla="*/ 4 h 24"/>
                  <a:gd name="T20" fmla="*/ 7 w 22"/>
                  <a:gd name="T21" fmla="*/ 3 h 24"/>
                  <a:gd name="T22" fmla="*/ 14 w 22"/>
                  <a:gd name="T23" fmla="*/ 0 h 24"/>
                  <a:gd name="T24" fmla="*/ 17 w 22"/>
                  <a:gd name="T25" fmla="*/ 1 h 24"/>
                  <a:gd name="T26" fmla="*/ 18 w 22"/>
                  <a:gd name="T27" fmla="*/ 4 h 24"/>
                  <a:gd name="T28" fmla="*/ 21 w 22"/>
                  <a:gd name="T29" fmla="*/ 6 h 24"/>
                  <a:gd name="T30" fmla="*/ 22 w 22"/>
                  <a:gd name="T31" fmla="*/ 9 h 24"/>
                  <a:gd name="T32" fmla="*/ 19 w 22"/>
                  <a:gd name="T33" fmla="*/ 12 h 24"/>
                  <a:gd name="T34" fmla="*/ 19 w 22"/>
                  <a:gd name="T35" fmla="*/ 15 h 24"/>
                  <a:gd name="T36" fmla="*/ 18 w 22"/>
                  <a:gd name="T37" fmla="*/ 20 h 24"/>
                  <a:gd name="T38" fmla="*/ 15 w 22"/>
                  <a:gd name="T39" fmla="*/ 22 h 24"/>
                  <a:gd name="T40" fmla="*/ 13 w 22"/>
                  <a:gd name="T41" fmla="*/ 23 h 24"/>
                  <a:gd name="T42" fmla="*/ 6 w 22"/>
                  <a:gd name="T43" fmla="*/ 23 h 24"/>
                  <a:gd name="T44" fmla="*/ 5 w 22"/>
                  <a:gd name="T45" fmla="*/ 23 h 24"/>
                  <a:gd name="T46" fmla="*/ 4 w 22"/>
                  <a:gd name="T47" fmla="*/ 23 h 24"/>
                  <a:gd name="T48" fmla="*/ 4 w 22"/>
                  <a:gd name="T49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24">
                    <a:moveTo>
                      <a:pt x="4" y="21"/>
                    </a:moveTo>
                    <a:cubicBezTo>
                      <a:pt x="4" y="20"/>
                      <a:pt x="4" y="20"/>
                      <a:pt x="4" y="19"/>
                    </a:cubicBezTo>
                    <a:cubicBezTo>
                      <a:pt x="5" y="18"/>
                      <a:pt x="4" y="17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0" y="14"/>
                      <a:pt x="0" y="12"/>
                      <a:pt x="0" y="12"/>
                    </a:cubicBezTo>
                    <a:cubicBezTo>
                      <a:pt x="1" y="11"/>
                      <a:pt x="1" y="10"/>
                      <a:pt x="1" y="10"/>
                    </a:cubicBezTo>
                    <a:cubicBezTo>
                      <a:pt x="2" y="9"/>
                      <a:pt x="3" y="9"/>
                      <a:pt x="3" y="8"/>
                    </a:cubicBezTo>
                    <a:cubicBezTo>
                      <a:pt x="4" y="8"/>
                      <a:pt x="5" y="7"/>
                      <a:pt x="6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9" y="1"/>
                      <a:pt x="11" y="0"/>
                      <a:pt x="14" y="0"/>
                    </a:cubicBezTo>
                    <a:cubicBezTo>
                      <a:pt x="15" y="0"/>
                      <a:pt x="16" y="1"/>
                      <a:pt x="17" y="1"/>
                    </a:cubicBezTo>
                    <a:cubicBezTo>
                      <a:pt x="18" y="2"/>
                      <a:pt x="17" y="4"/>
                      <a:pt x="18" y="4"/>
                    </a:cubicBezTo>
                    <a:cubicBezTo>
                      <a:pt x="19" y="5"/>
                      <a:pt x="20" y="5"/>
                      <a:pt x="21" y="6"/>
                    </a:cubicBezTo>
                    <a:cubicBezTo>
                      <a:pt x="22" y="7"/>
                      <a:pt x="22" y="8"/>
                      <a:pt x="22" y="9"/>
                    </a:cubicBezTo>
                    <a:cubicBezTo>
                      <a:pt x="22" y="11"/>
                      <a:pt x="21" y="11"/>
                      <a:pt x="19" y="12"/>
                    </a:cubicBezTo>
                    <a:cubicBezTo>
                      <a:pt x="19" y="13"/>
                      <a:pt x="19" y="14"/>
                      <a:pt x="19" y="15"/>
                    </a:cubicBezTo>
                    <a:cubicBezTo>
                      <a:pt x="19" y="16"/>
                      <a:pt x="19" y="18"/>
                      <a:pt x="18" y="20"/>
                    </a:cubicBezTo>
                    <a:cubicBezTo>
                      <a:pt x="17" y="21"/>
                      <a:pt x="16" y="22"/>
                      <a:pt x="15" y="22"/>
                    </a:cubicBezTo>
                    <a:cubicBezTo>
                      <a:pt x="14" y="22"/>
                      <a:pt x="13" y="23"/>
                      <a:pt x="13" y="23"/>
                    </a:cubicBezTo>
                    <a:cubicBezTo>
                      <a:pt x="11" y="24"/>
                      <a:pt x="8" y="24"/>
                      <a:pt x="6" y="23"/>
                    </a:cubicBezTo>
                    <a:cubicBezTo>
                      <a:pt x="6" y="23"/>
                      <a:pt x="5" y="23"/>
                      <a:pt x="5" y="23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3" y="22"/>
                      <a:pt x="4" y="22"/>
                      <a:pt x="4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3" name="Freeform 2734">
                <a:extLst>
                  <a:ext uri="{FF2B5EF4-FFF2-40B4-BE49-F238E27FC236}">
                    <a16:creationId xmlns:a16="http://schemas.microsoft.com/office/drawing/2014/main" id="{1ACAB38C-0A38-6E41-AB49-7F1D9031B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949"/>
                <a:ext cx="3" cy="3"/>
              </a:xfrm>
              <a:custGeom>
                <a:avLst/>
                <a:gdLst>
                  <a:gd name="T0" fmla="*/ 0 w 7"/>
                  <a:gd name="T1" fmla="*/ 5 h 8"/>
                  <a:gd name="T2" fmla="*/ 2 w 7"/>
                  <a:gd name="T3" fmla="*/ 1 h 8"/>
                  <a:gd name="T4" fmla="*/ 6 w 7"/>
                  <a:gd name="T5" fmla="*/ 2 h 8"/>
                  <a:gd name="T6" fmla="*/ 5 w 7"/>
                  <a:gd name="T7" fmla="*/ 7 h 8"/>
                  <a:gd name="T8" fmla="*/ 2 w 7"/>
                  <a:gd name="T9" fmla="*/ 8 h 8"/>
                  <a:gd name="T10" fmla="*/ 0 w 7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7" y="4"/>
                      <a:pt x="6" y="5"/>
                      <a:pt x="5" y="7"/>
                    </a:cubicBezTo>
                    <a:cubicBezTo>
                      <a:pt x="4" y="7"/>
                      <a:pt x="4" y="8"/>
                      <a:pt x="2" y="8"/>
                    </a:cubicBezTo>
                    <a:cubicBezTo>
                      <a:pt x="2" y="7"/>
                      <a:pt x="1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4" name="Freeform 2735">
                <a:extLst>
                  <a:ext uri="{FF2B5EF4-FFF2-40B4-BE49-F238E27FC236}">
                    <a16:creationId xmlns:a16="http://schemas.microsoft.com/office/drawing/2014/main" id="{9452D3D8-F68B-E84E-B19B-1DBEF5E29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966"/>
                <a:ext cx="3" cy="2"/>
              </a:xfrm>
              <a:custGeom>
                <a:avLst/>
                <a:gdLst>
                  <a:gd name="T0" fmla="*/ 0 w 7"/>
                  <a:gd name="T1" fmla="*/ 1 h 5"/>
                  <a:gd name="T2" fmla="*/ 3 w 7"/>
                  <a:gd name="T3" fmla="*/ 1 h 5"/>
                  <a:gd name="T4" fmla="*/ 6 w 7"/>
                  <a:gd name="T5" fmla="*/ 2 h 5"/>
                  <a:gd name="T6" fmla="*/ 6 w 7"/>
                  <a:gd name="T7" fmla="*/ 4 h 5"/>
                  <a:gd name="T8" fmla="*/ 2 w 7"/>
                  <a:gd name="T9" fmla="*/ 4 h 5"/>
                  <a:gd name="T10" fmla="*/ 0 w 7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5" y="1"/>
                      <a:pt x="5" y="1"/>
                      <a:pt x="6" y="2"/>
                    </a:cubicBezTo>
                    <a:cubicBezTo>
                      <a:pt x="6" y="3"/>
                      <a:pt x="7" y="4"/>
                      <a:pt x="6" y="4"/>
                    </a:cubicBezTo>
                    <a:cubicBezTo>
                      <a:pt x="5" y="5"/>
                      <a:pt x="3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5" name="Freeform 2736">
                <a:extLst>
                  <a:ext uri="{FF2B5EF4-FFF2-40B4-BE49-F238E27FC236}">
                    <a16:creationId xmlns:a16="http://schemas.microsoft.com/office/drawing/2014/main" id="{72F45418-3B21-4042-B92D-4C06D65B0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969"/>
                <a:ext cx="4" cy="3"/>
              </a:xfrm>
              <a:custGeom>
                <a:avLst/>
                <a:gdLst>
                  <a:gd name="T0" fmla="*/ 4 w 10"/>
                  <a:gd name="T1" fmla="*/ 7 h 8"/>
                  <a:gd name="T2" fmla="*/ 2 w 10"/>
                  <a:gd name="T3" fmla="*/ 8 h 8"/>
                  <a:gd name="T4" fmla="*/ 0 w 10"/>
                  <a:gd name="T5" fmla="*/ 5 h 8"/>
                  <a:gd name="T6" fmla="*/ 3 w 10"/>
                  <a:gd name="T7" fmla="*/ 3 h 8"/>
                  <a:gd name="T8" fmla="*/ 5 w 10"/>
                  <a:gd name="T9" fmla="*/ 2 h 8"/>
                  <a:gd name="T10" fmla="*/ 7 w 10"/>
                  <a:gd name="T11" fmla="*/ 0 h 8"/>
                  <a:gd name="T12" fmla="*/ 10 w 10"/>
                  <a:gd name="T13" fmla="*/ 2 h 8"/>
                  <a:gd name="T14" fmla="*/ 6 w 10"/>
                  <a:gd name="T15" fmla="*/ 4 h 8"/>
                  <a:gd name="T16" fmla="*/ 4 w 10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4" y="7"/>
                    </a:moveTo>
                    <a:cubicBezTo>
                      <a:pt x="3" y="8"/>
                      <a:pt x="3" y="8"/>
                      <a:pt x="2" y="8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8" y="0"/>
                      <a:pt x="10" y="1"/>
                      <a:pt x="10" y="2"/>
                    </a:cubicBezTo>
                    <a:cubicBezTo>
                      <a:pt x="9" y="4"/>
                      <a:pt x="7" y="4"/>
                      <a:pt x="6" y="4"/>
                    </a:cubicBezTo>
                    <a:cubicBezTo>
                      <a:pt x="5" y="5"/>
                      <a:pt x="4" y="6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6" name="Freeform 2737">
                <a:extLst>
                  <a:ext uri="{FF2B5EF4-FFF2-40B4-BE49-F238E27FC236}">
                    <a16:creationId xmlns:a16="http://schemas.microsoft.com/office/drawing/2014/main" id="{E11AE404-D4D3-3B46-BFED-F518D9FF1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004"/>
                <a:ext cx="25" cy="19"/>
              </a:xfrm>
              <a:custGeom>
                <a:avLst/>
                <a:gdLst>
                  <a:gd name="T0" fmla="*/ 12 w 61"/>
                  <a:gd name="T1" fmla="*/ 47 h 48"/>
                  <a:gd name="T2" fmla="*/ 11 w 61"/>
                  <a:gd name="T3" fmla="*/ 47 h 48"/>
                  <a:gd name="T4" fmla="*/ 6 w 61"/>
                  <a:gd name="T5" fmla="*/ 39 h 48"/>
                  <a:gd name="T6" fmla="*/ 1 w 61"/>
                  <a:gd name="T7" fmla="*/ 38 h 48"/>
                  <a:gd name="T8" fmla="*/ 3 w 61"/>
                  <a:gd name="T9" fmla="*/ 30 h 48"/>
                  <a:gd name="T10" fmla="*/ 8 w 61"/>
                  <a:gd name="T11" fmla="*/ 22 h 48"/>
                  <a:gd name="T12" fmla="*/ 13 w 61"/>
                  <a:gd name="T13" fmla="*/ 14 h 48"/>
                  <a:gd name="T14" fmla="*/ 20 w 61"/>
                  <a:gd name="T15" fmla="*/ 7 h 48"/>
                  <a:gd name="T16" fmla="*/ 28 w 61"/>
                  <a:gd name="T17" fmla="*/ 1 h 48"/>
                  <a:gd name="T18" fmla="*/ 34 w 61"/>
                  <a:gd name="T19" fmla="*/ 1 h 48"/>
                  <a:gd name="T20" fmla="*/ 38 w 61"/>
                  <a:gd name="T21" fmla="*/ 6 h 48"/>
                  <a:gd name="T22" fmla="*/ 48 w 61"/>
                  <a:gd name="T23" fmla="*/ 6 h 48"/>
                  <a:gd name="T24" fmla="*/ 55 w 61"/>
                  <a:gd name="T25" fmla="*/ 3 h 48"/>
                  <a:gd name="T26" fmla="*/ 60 w 61"/>
                  <a:gd name="T27" fmla="*/ 6 h 48"/>
                  <a:gd name="T28" fmla="*/ 57 w 61"/>
                  <a:gd name="T29" fmla="*/ 12 h 48"/>
                  <a:gd name="T30" fmla="*/ 49 w 61"/>
                  <a:gd name="T31" fmla="*/ 16 h 48"/>
                  <a:gd name="T32" fmla="*/ 41 w 61"/>
                  <a:gd name="T33" fmla="*/ 22 h 48"/>
                  <a:gd name="T34" fmla="*/ 32 w 61"/>
                  <a:gd name="T35" fmla="*/ 24 h 48"/>
                  <a:gd name="T36" fmla="*/ 26 w 61"/>
                  <a:gd name="T37" fmla="*/ 27 h 48"/>
                  <a:gd name="T38" fmla="*/ 20 w 61"/>
                  <a:gd name="T39" fmla="*/ 32 h 48"/>
                  <a:gd name="T40" fmla="*/ 16 w 61"/>
                  <a:gd name="T41" fmla="*/ 39 h 48"/>
                  <a:gd name="T42" fmla="*/ 13 w 61"/>
                  <a:gd name="T43" fmla="*/ 42 h 48"/>
                  <a:gd name="T44" fmla="*/ 12 w 61"/>
                  <a:gd name="T45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1" h="48">
                    <a:moveTo>
                      <a:pt x="12" y="47"/>
                    </a:moveTo>
                    <a:cubicBezTo>
                      <a:pt x="12" y="48"/>
                      <a:pt x="11" y="48"/>
                      <a:pt x="11" y="47"/>
                    </a:cubicBezTo>
                    <a:cubicBezTo>
                      <a:pt x="9" y="45"/>
                      <a:pt x="9" y="41"/>
                      <a:pt x="6" y="39"/>
                    </a:cubicBezTo>
                    <a:cubicBezTo>
                      <a:pt x="4" y="39"/>
                      <a:pt x="2" y="40"/>
                      <a:pt x="1" y="38"/>
                    </a:cubicBezTo>
                    <a:cubicBezTo>
                      <a:pt x="0" y="36"/>
                      <a:pt x="2" y="32"/>
                      <a:pt x="3" y="30"/>
                    </a:cubicBezTo>
                    <a:cubicBezTo>
                      <a:pt x="5" y="27"/>
                      <a:pt x="7" y="25"/>
                      <a:pt x="8" y="22"/>
                    </a:cubicBezTo>
                    <a:cubicBezTo>
                      <a:pt x="10" y="19"/>
                      <a:pt x="11" y="16"/>
                      <a:pt x="13" y="14"/>
                    </a:cubicBezTo>
                    <a:cubicBezTo>
                      <a:pt x="15" y="11"/>
                      <a:pt x="18" y="9"/>
                      <a:pt x="20" y="7"/>
                    </a:cubicBezTo>
                    <a:cubicBezTo>
                      <a:pt x="23" y="5"/>
                      <a:pt x="25" y="2"/>
                      <a:pt x="28" y="1"/>
                    </a:cubicBezTo>
                    <a:cubicBezTo>
                      <a:pt x="30" y="0"/>
                      <a:pt x="32" y="0"/>
                      <a:pt x="34" y="1"/>
                    </a:cubicBezTo>
                    <a:cubicBezTo>
                      <a:pt x="35" y="3"/>
                      <a:pt x="36" y="5"/>
                      <a:pt x="38" y="6"/>
                    </a:cubicBezTo>
                    <a:cubicBezTo>
                      <a:pt x="41" y="7"/>
                      <a:pt x="45" y="7"/>
                      <a:pt x="48" y="6"/>
                    </a:cubicBezTo>
                    <a:cubicBezTo>
                      <a:pt x="50" y="5"/>
                      <a:pt x="53" y="3"/>
                      <a:pt x="55" y="3"/>
                    </a:cubicBezTo>
                    <a:cubicBezTo>
                      <a:pt x="57" y="3"/>
                      <a:pt x="59" y="4"/>
                      <a:pt x="60" y="6"/>
                    </a:cubicBezTo>
                    <a:cubicBezTo>
                      <a:pt x="61" y="9"/>
                      <a:pt x="59" y="11"/>
                      <a:pt x="57" y="12"/>
                    </a:cubicBezTo>
                    <a:cubicBezTo>
                      <a:pt x="54" y="14"/>
                      <a:pt x="51" y="15"/>
                      <a:pt x="49" y="16"/>
                    </a:cubicBezTo>
                    <a:cubicBezTo>
                      <a:pt x="46" y="18"/>
                      <a:pt x="43" y="20"/>
                      <a:pt x="41" y="22"/>
                    </a:cubicBezTo>
                    <a:cubicBezTo>
                      <a:pt x="38" y="23"/>
                      <a:pt x="35" y="23"/>
                      <a:pt x="32" y="24"/>
                    </a:cubicBezTo>
                    <a:cubicBezTo>
                      <a:pt x="30" y="25"/>
                      <a:pt x="28" y="26"/>
                      <a:pt x="26" y="27"/>
                    </a:cubicBezTo>
                    <a:cubicBezTo>
                      <a:pt x="24" y="29"/>
                      <a:pt x="22" y="30"/>
                      <a:pt x="20" y="32"/>
                    </a:cubicBezTo>
                    <a:cubicBezTo>
                      <a:pt x="19" y="34"/>
                      <a:pt x="18" y="37"/>
                      <a:pt x="16" y="39"/>
                    </a:cubicBezTo>
                    <a:cubicBezTo>
                      <a:pt x="15" y="40"/>
                      <a:pt x="14" y="41"/>
                      <a:pt x="13" y="42"/>
                    </a:cubicBezTo>
                    <a:cubicBezTo>
                      <a:pt x="12" y="44"/>
                      <a:pt x="12" y="45"/>
                      <a:pt x="12" y="4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7" name="Freeform 2738">
                <a:extLst>
                  <a:ext uri="{FF2B5EF4-FFF2-40B4-BE49-F238E27FC236}">
                    <a16:creationId xmlns:a16="http://schemas.microsoft.com/office/drawing/2014/main" id="{68316B27-B153-F44A-B82F-DC614E305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023"/>
                <a:ext cx="4" cy="2"/>
              </a:xfrm>
              <a:custGeom>
                <a:avLst/>
                <a:gdLst>
                  <a:gd name="T0" fmla="*/ 4 w 10"/>
                  <a:gd name="T1" fmla="*/ 1 h 7"/>
                  <a:gd name="T2" fmla="*/ 9 w 10"/>
                  <a:gd name="T3" fmla="*/ 2 h 7"/>
                  <a:gd name="T4" fmla="*/ 9 w 10"/>
                  <a:gd name="T5" fmla="*/ 5 h 7"/>
                  <a:gd name="T6" fmla="*/ 1 w 10"/>
                  <a:gd name="T7" fmla="*/ 6 h 7"/>
                  <a:gd name="T8" fmla="*/ 1 w 10"/>
                  <a:gd name="T9" fmla="*/ 2 h 7"/>
                  <a:gd name="T10" fmla="*/ 4 w 10"/>
                  <a:gd name="T1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4" y="1"/>
                    </a:moveTo>
                    <a:cubicBezTo>
                      <a:pt x="6" y="1"/>
                      <a:pt x="8" y="0"/>
                      <a:pt x="9" y="2"/>
                    </a:cubicBezTo>
                    <a:cubicBezTo>
                      <a:pt x="10" y="3"/>
                      <a:pt x="10" y="4"/>
                      <a:pt x="9" y="5"/>
                    </a:cubicBezTo>
                    <a:cubicBezTo>
                      <a:pt x="8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8" name="Freeform 2739">
                <a:extLst>
                  <a:ext uri="{FF2B5EF4-FFF2-40B4-BE49-F238E27FC236}">
                    <a16:creationId xmlns:a16="http://schemas.microsoft.com/office/drawing/2014/main" id="{C202B5B3-6046-AA4B-882B-6CD7AFEA0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013"/>
                <a:ext cx="4" cy="7"/>
              </a:xfrm>
              <a:custGeom>
                <a:avLst/>
                <a:gdLst>
                  <a:gd name="T0" fmla="*/ 0 w 10"/>
                  <a:gd name="T1" fmla="*/ 15 h 17"/>
                  <a:gd name="T2" fmla="*/ 2 w 10"/>
                  <a:gd name="T3" fmla="*/ 9 h 17"/>
                  <a:gd name="T4" fmla="*/ 5 w 10"/>
                  <a:gd name="T5" fmla="*/ 5 h 17"/>
                  <a:gd name="T6" fmla="*/ 8 w 10"/>
                  <a:gd name="T7" fmla="*/ 1 h 17"/>
                  <a:gd name="T8" fmla="*/ 10 w 10"/>
                  <a:gd name="T9" fmla="*/ 4 h 17"/>
                  <a:gd name="T10" fmla="*/ 10 w 10"/>
                  <a:gd name="T11" fmla="*/ 8 h 17"/>
                  <a:gd name="T12" fmla="*/ 6 w 10"/>
                  <a:gd name="T13" fmla="*/ 10 h 17"/>
                  <a:gd name="T14" fmla="*/ 3 w 10"/>
                  <a:gd name="T15" fmla="*/ 13 h 17"/>
                  <a:gd name="T16" fmla="*/ 3 w 10"/>
                  <a:gd name="T17" fmla="*/ 15 h 17"/>
                  <a:gd name="T18" fmla="*/ 1 w 10"/>
                  <a:gd name="T19" fmla="*/ 17 h 17"/>
                  <a:gd name="T20" fmla="*/ 0 w 10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7">
                    <a:moveTo>
                      <a:pt x="0" y="15"/>
                    </a:moveTo>
                    <a:cubicBezTo>
                      <a:pt x="0" y="13"/>
                      <a:pt x="1" y="11"/>
                      <a:pt x="2" y="9"/>
                    </a:cubicBezTo>
                    <a:cubicBezTo>
                      <a:pt x="3" y="8"/>
                      <a:pt x="4" y="7"/>
                      <a:pt x="5" y="5"/>
                    </a:cubicBezTo>
                    <a:cubicBezTo>
                      <a:pt x="5" y="3"/>
                      <a:pt x="6" y="1"/>
                      <a:pt x="8" y="1"/>
                    </a:cubicBezTo>
                    <a:cubicBezTo>
                      <a:pt x="9" y="0"/>
                      <a:pt x="10" y="2"/>
                      <a:pt x="10" y="4"/>
                    </a:cubicBezTo>
                    <a:cubicBezTo>
                      <a:pt x="10" y="5"/>
                      <a:pt x="10" y="7"/>
                      <a:pt x="10" y="8"/>
                    </a:cubicBezTo>
                    <a:cubicBezTo>
                      <a:pt x="9" y="9"/>
                      <a:pt x="7" y="9"/>
                      <a:pt x="6" y="10"/>
                    </a:cubicBezTo>
                    <a:cubicBezTo>
                      <a:pt x="5" y="11"/>
                      <a:pt x="4" y="12"/>
                      <a:pt x="3" y="13"/>
                    </a:cubicBezTo>
                    <a:cubicBezTo>
                      <a:pt x="2" y="14"/>
                      <a:pt x="3" y="14"/>
                      <a:pt x="3" y="15"/>
                    </a:cubicBezTo>
                    <a:cubicBezTo>
                      <a:pt x="3" y="16"/>
                      <a:pt x="2" y="17"/>
                      <a:pt x="1" y="17"/>
                    </a:cubicBezTo>
                    <a:cubicBezTo>
                      <a:pt x="1" y="16"/>
                      <a:pt x="0" y="15"/>
                      <a:pt x="0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9" name="Freeform 2740">
                <a:extLst>
                  <a:ext uri="{FF2B5EF4-FFF2-40B4-BE49-F238E27FC236}">
                    <a16:creationId xmlns:a16="http://schemas.microsoft.com/office/drawing/2014/main" id="{8B97701C-1169-3141-8CD4-9DB1BF609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028"/>
                <a:ext cx="4" cy="5"/>
              </a:xfrm>
              <a:custGeom>
                <a:avLst/>
                <a:gdLst>
                  <a:gd name="T0" fmla="*/ 3 w 10"/>
                  <a:gd name="T1" fmla="*/ 11 h 12"/>
                  <a:gd name="T2" fmla="*/ 0 w 10"/>
                  <a:gd name="T3" fmla="*/ 9 h 12"/>
                  <a:gd name="T4" fmla="*/ 4 w 10"/>
                  <a:gd name="T5" fmla="*/ 5 h 12"/>
                  <a:gd name="T6" fmla="*/ 7 w 10"/>
                  <a:gd name="T7" fmla="*/ 1 h 12"/>
                  <a:gd name="T8" fmla="*/ 10 w 10"/>
                  <a:gd name="T9" fmla="*/ 4 h 12"/>
                  <a:gd name="T10" fmla="*/ 8 w 10"/>
                  <a:gd name="T11" fmla="*/ 10 h 12"/>
                  <a:gd name="T12" fmla="*/ 6 w 10"/>
                  <a:gd name="T13" fmla="*/ 11 h 12"/>
                  <a:gd name="T14" fmla="*/ 3 w 10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2">
                    <a:moveTo>
                      <a:pt x="3" y="11"/>
                    </a:moveTo>
                    <a:cubicBezTo>
                      <a:pt x="1" y="10"/>
                      <a:pt x="0" y="12"/>
                      <a:pt x="0" y="9"/>
                    </a:cubicBezTo>
                    <a:cubicBezTo>
                      <a:pt x="0" y="6"/>
                      <a:pt x="2" y="6"/>
                      <a:pt x="4" y="5"/>
                    </a:cubicBezTo>
                    <a:cubicBezTo>
                      <a:pt x="5" y="4"/>
                      <a:pt x="6" y="2"/>
                      <a:pt x="7" y="1"/>
                    </a:cubicBezTo>
                    <a:cubicBezTo>
                      <a:pt x="9" y="0"/>
                      <a:pt x="10" y="2"/>
                      <a:pt x="10" y="4"/>
                    </a:cubicBezTo>
                    <a:cubicBezTo>
                      <a:pt x="10" y="6"/>
                      <a:pt x="9" y="8"/>
                      <a:pt x="8" y="10"/>
                    </a:cubicBezTo>
                    <a:cubicBezTo>
                      <a:pt x="7" y="10"/>
                      <a:pt x="6" y="11"/>
                      <a:pt x="6" y="11"/>
                    </a:cubicBezTo>
                    <a:cubicBezTo>
                      <a:pt x="4" y="11"/>
                      <a:pt x="4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0" name="Freeform 2741">
                <a:extLst>
                  <a:ext uri="{FF2B5EF4-FFF2-40B4-BE49-F238E27FC236}">
                    <a16:creationId xmlns:a16="http://schemas.microsoft.com/office/drawing/2014/main" id="{046C5290-5227-4F44-971A-1357316C5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024"/>
                <a:ext cx="4" cy="5"/>
              </a:xfrm>
              <a:custGeom>
                <a:avLst/>
                <a:gdLst>
                  <a:gd name="T0" fmla="*/ 0 w 9"/>
                  <a:gd name="T1" fmla="*/ 11 h 13"/>
                  <a:gd name="T2" fmla="*/ 2 w 9"/>
                  <a:gd name="T3" fmla="*/ 7 h 13"/>
                  <a:gd name="T4" fmla="*/ 4 w 9"/>
                  <a:gd name="T5" fmla="*/ 3 h 13"/>
                  <a:gd name="T6" fmla="*/ 7 w 9"/>
                  <a:gd name="T7" fmla="*/ 1 h 13"/>
                  <a:gd name="T8" fmla="*/ 8 w 9"/>
                  <a:gd name="T9" fmla="*/ 5 h 13"/>
                  <a:gd name="T10" fmla="*/ 5 w 9"/>
                  <a:gd name="T11" fmla="*/ 7 h 13"/>
                  <a:gd name="T12" fmla="*/ 3 w 9"/>
                  <a:gd name="T13" fmla="*/ 11 h 13"/>
                  <a:gd name="T14" fmla="*/ 0 w 9"/>
                  <a:gd name="T15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3">
                    <a:moveTo>
                      <a:pt x="0" y="11"/>
                    </a:moveTo>
                    <a:cubicBezTo>
                      <a:pt x="0" y="10"/>
                      <a:pt x="1" y="8"/>
                      <a:pt x="2" y="7"/>
                    </a:cubicBezTo>
                    <a:cubicBezTo>
                      <a:pt x="3" y="6"/>
                      <a:pt x="3" y="5"/>
                      <a:pt x="4" y="3"/>
                    </a:cubicBezTo>
                    <a:cubicBezTo>
                      <a:pt x="4" y="2"/>
                      <a:pt x="5" y="0"/>
                      <a:pt x="7" y="1"/>
                    </a:cubicBezTo>
                    <a:cubicBezTo>
                      <a:pt x="8" y="2"/>
                      <a:pt x="9" y="4"/>
                      <a:pt x="8" y="5"/>
                    </a:cubicBezTo>
                    <a:cubicBezTo>
                      <a:pt x="7" y="6"/>
                      <a:pt x="6" y="6"/>
                      <a:pt x="5" y="7"/>
                    </a:cubicBezTo>
                    <a:cubicBezTo>
                      <a:pt x="4" y="8"/>
                      <a:pt x="4" y="10"/>
                      <a:pt x="3" y="11"/>
                    </a:cubicBezTo>
                    <a:cubicBezTo>
                      <a:pt x="2" y="13"/>
                      <a:pt x="1" y="13"/>
                      <a:pt x="0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1" name="Freeform 2742">
                <a:extLst>
                  <a:ext uri="{FF2B5EF4-FFF2-40B4-BE49-F238E27FC236}">
                    <a16:creationId xmlns:a16="http://schemas.microsoft.com/office/drawing/2014/main" id="{D3D4164D-40CE-9B46-A30E-6B0375D27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036"/>
                <a:ext cx="7" cy="6"/>
              </a:xfrm>
              <a:custGeom>
                <a:avLst/>
                <a:gdLst>
                  <a:gd name="T0" fmla="*/ 4 w 17"/>
                  <a:gd name="T1" fmla="*/ 14 h 16"/>
                  <a:gd name="T2" fmla="*/ 1 w 17"/>
                  <a:gd name="T3" fmla="*/ 14 h 16"/>
                  <a:gd name="T4" fmla="*/ 6 w 17"/>
                  <a:gd name="T5" fmla="*/ 8 h 16"/>
                  <a:gd name="T6" fmla="*/ 9 w 17"/>
                  <a:gd name="T7" fmla="*/ 5 h 16"/>
                  <a:gd name="T8" fmla="*/ 13 w 17"/>
                  <a:gd name="T9" fmla="*/ 2 h 16"/>
                  <a:gd name="T10" fmla="*/ 16 w 17"/>
                  <a:gd name="T11" fmla="*/ 1 h 16"/>
                  <a:gd name="T12" fmla="*/ 14 w 17"/>
                  <a:gd name="T13" fmla="*/ 6 h 16"/>
                  <a:gd name="T14" fmla="*/ 9 w 17"/>
                  <a:gd name="T15" fmla="*/ 11 h 16"/>
                  <a:gd name="T16" fmla="*/ 7 w 17"/>
                  <a:gd name="T17" fmla="*/ 12 h 16"/>
                  <a:gd name="T18" fmla="*/ 4 w 17"/>
                  <a:gd name="T1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4" y="14"/>
                    </a:moveTo>
                    <a:cubicBezTo>
                      <a:pt x="3" y="15"/>
                      <a:pt x="1" y="16"/>
                      <a:pt x="1" y="14"/>
                    </a:cubicBezTo>
                    <a:cubicBezTo>
                      <a:pt x="0" y="11"/>
                      <a:pt x="5" y="9"/>
                      <a:pt x="6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11" y="4"/>
                      <a:pt x="12" y="3"/>
                      <a:pt x="13" y="2"/>
                    </a:cubicBezTo>
                    <a:cubicBezTo>
                      <a:pt x="14" y="2"/>
                      <a:pt x="16" y="0"/>
                      <a:pt x="16" y="1"/>
                    </a:cubicBezTo>
                    <a:cubicBezTo>
                      <a:pt x="17" y="3"/>
                      <a:pt x="14" y="5"/>
                      <a:pt x="14" y="6"/>
                    </a:cubicBezTo>
                    <a:cubicBezTo>
                      <a:pt x="12" y="8"/>
                      <a:pt x="11" y="10"/>
                      <a:pt x="9" y="11"/>
                    </a:cubicBezTo>
                    <a:cubicBezTo>
                      <a:pt x="9" y="12"/>
                      <a:pt x="8" y="12"/>
                      <a:pt x="7" y="12"/>
                    </a:cubicBezTo>
                    <a:cubicBezTo>
                      <a:pt x="6" y="13"/>
                      <a:pt x="5" y="13"/>
                      <a:pt x="4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2" name="Freeform 2743">
                <a:extLst>
                  <a:ext uri="{FF2B5EF4-FFF2-40B4-BE49-F238E27FC236}">
                    <a16:creationId xmlns:a16="http://schemas.microsoft.com/office/drawing/2014/main" id="{BF434683-2445-9D49-9D9E-9F0D79A18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035"/>
                <a:ext cx="18" cy="13"/>
              </a:xfrm>
              <a:custGeom>
                <a:avLst/>
                <a:gdLst>
                  <a:gd name="T0" fmla="*/ 42 w 43"/>
                  <a:gd name="T1" fmla="*/ 13 h 33"/>
                  <a:gd name="T2" fmla="*/ 41 w 43"/>
                  <a:gd name="T3" fmla="*/ 13 h 33"/>
                  <a:gd name="T4" fmla="*/ 35 w 43"/>
                  <a:gd name="T5" fmla="*/ 13 h 33"/>
                  <a:gd name="T6" fmla="*/ 30 w 43"/>
                  <a:gd name="T7" fmla="*/ 15 h 33"/>
                  <a:gd name="T8" fmla="*/ 29 w 43"/>
                  <a:gd name="T9" fmla="*/ 17 h 33"/>
                  <a:gd name="T10" fmla="*/ 27 w 43"/>
                  <a:gd name="T11" fmla="*/ 19 h 33"/>
                  <a:gd name="T12" fmla="*/ 27 w 43"/>
                  <a:gd name="T13" fmla="*/ 19 h 33"/>
                  <a:gd name="T14" fmla="*/ 24 w 43"/>
                  <a:gd name="T15" fmla="*/ 25 h 33"/>
                  <a:gd name="T16" fmla="*/ 20 w 43"/>
                  <a:gd name="T17" fmla="*/ 29 h 33"/>
                  <a:gd name="T18" fmla="*/ 19 w 43"/>
                  <a:gd name="T19" fmla="*/ 31 h 33"/>
                  <a:gd name="T20" fmla="*/ 18 w 43"/>
                  <a:gd name="T21" fmla="*/ 33 h 33"/>
                  <a:gd name="T22" fmla="*/ 16 w 43"/>
                  <a:gd name="T23" fmla="*/ 31 h 33"/>
                  <a:gd name="T24" fmla="*/ 13 w 43"/>
                  <a:gd name="T25" fmla="*/ 26 h 33"/>
                  <a:gd name="T26" fmla="*/ 6 w 43"/>
                  <a:gd name="T27" fmla="*/ 25 h 33"/>
                  <a:gd name="T28" fmla="*/ 2 w 43"/>
                  <a:gd name="T29" fmla="*/ 23 h 33"/>
                  <a:gd name="T30" fmla="*/ 1 w 43"/>
                  <a:gd name="T31" fmla="*/ 18 h 33"/>
                  <a:gd name="T32" fmla="*/ 1 w 43"/>
                  <a:gd name="T33" fmla="*/ 14 h 33"/>
                  <a:gd name="T34" fmla="*/ 4 w 43"/>
                  <a:gd name="T35" fmla="*/ 11 h 33"/>
                  <a:gd name="T36" fmla="*/ 4 w 43"/>
                  <a:gd name="T37" fmla="*/ 11 h 33"/>
                  <a:gd name="T38" fmla="*/ 7 w 43"/>
                  <a:gd name="T39" fmla="*/ 8 h 33"/>
                  <a:gd name="T40" fmla="*/ 10 w 43"/>
                  <a:gd name="T41" fmla="*/ 5 h 33"/>
                  <a:gd name="T42" fmla="*/ 11 w 43"/>
                  <a:gd name="T43" fmla="*/ 3 h 33"/>
                  <a:gd name="T44" fmla="*/ 14 w 43"/>
                  <a:gd name="T45" fmla="*/ 1 h 33"/>
                  <a:gd name="T46" fmla="*/ 18 w 43"/>
                  <a:gd name="T47" fmla="*/ 1 h 33"/>
                  <a:gd name="T48" fmla="*/ 24 w 43"/>
                  <a:gd name="T49" fmla="*/ 2 h 33"/>
                  <a:gd name="T50" fmla="*/ 29 w 43"/>
                  <a:gd name="T51" fmla="*/ 5 h 33"/>
                  <a:gd name="T52" fmla="*/ 31 w 43"/>
                  <a:gd name="T53" fmla="*/ 8 h 33"/>
                  <a:gd name="T54" fmla="*/ 38 w 43"/>
                  <a:gd name="T55" fmla="*/ 9 h 33"/>
                  <a:gd name="T56" fmla="*/ 41 w 43"/>
                  <a:gd name="T57" fmla="*/ 9 h 33"/>
                  <a:gd name="T58" fmla="*/ 43 w 43"/>
                  <a:gd name="T59" fmla="*/ 10 h 33"/>
                  <a:gd name="T60" fmla="*/ 42 w 43"/>
                  <a:gd name="T61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33">
                    <a:moveTo>
                      <a:pt x="42" y="13"/>
                    </a:moveTo>
                    <a:cubicBezTo>
                      <a:pt x="42" y="13"/>
                      <a:pt x="41" y="13"/>
                      <a:pt x="41" y="13"/>
                    </a:cubicBezTo>
                    <a:cubicBezTo>
                      <a:pt x="39" y="14"/>
                      <a:pt x="37" y="13"/>
                      <a:pt x="35" y="13"/>
                    </a:cubicBezTo>
                    <a:cubicBezTo>
                      <a:pt x="34" y="13"/>
                      <a:pt x="32" y="14"/>
                      <a:pt x="30" y="15"/>
                    </a:cubicBezTo>
                    <a:cubicBezTo>
                      <a:pt x="30" y="16"/>
                      <a:pt x="29" y="16"/>
                      <a:pt x="29" y="17"/>
                    </a:cubicBezTo>
                    <a:cubicBezTo>
                      <a:pt x="28" y="17"/>
                      <a:pt x="28" y="18"/>
                      <a:pt x="27" y="19"/>
                    </a:cubicBezTo>
                    <a:cubicBezTo>
                      <a:pt x="27" y="18"/>
                      <a:pt x="27" y="19"/>
                      <a:pt x="27" y="19"/>
                    </a:cubicBezTo>
                    <a:cubicBezTo>
                      <a:pt x="26" y="21"/>
                      <a:pt x="25" y="23"/>
                      <a:pt x="24" y="25"/>
                    </a:cubicBezTo>
                    <a:cubicBezTo>
                      <a:pt x="23" y="26"/>
                      <a:pt x="21" y="28"/>
                      <a:pt x="20" y="29"/>
                    </a:cubicBezTo>
                    <a:cubicBezTo>
                      <a:pt x="20" y="30"/>
                      <a:pt x="19" y="30"/>
                      <a:pt x="19" y="31"/>
                    </a:cubicBezTo>
                    <a:cubicBezTo>
                      <a:pt x="19" y="32"/>
                      <a:pt x="19" y="32"/>
                      <a:pt x="18" y="33"/>
                    </a:cubicBezTo>
                    <a:cubicBezTo>
                      <a:pt x="17" y="33"/>
                      <a:pt x="16" y="31"/>
                      <a:pt x="16" y="31"/>
                    </a:cubicBezTo>
                    <a:cubicBezTo>
                      <a:pt x="15" y="29"/>
                      <a:pt x="15" y="27"/>
                      <a:pt x="13" y="26"/>
                    </a:cubicBezTo>
                    <a:cubicBezTo>
                      <a:pt x="11" y="24"/>
                      <a:pt x="8" y="26"/>
                      <a:pt x="6" y="25"/>
                    </a:cubicBezTo>
                    <a:cubicBezTo>
                      <a:pt x="4" y="25"/>
                      <a:pt x="3" y="24"/>
                      <a:pt x="2" y="23"/>
                    </a:cubicBezTo>
                    <a:cubicBezTo>
                      <a:pt x="1" y="22"/>
                      <a:pt x="2" y="20"/>
                      <a:pt x="1" y="18"/>
                    </a:cubicBezTo>
                    <a:cubicBezTo>
                      <a:pt x="1" y="17"/>
                      <a:pt x="0" y="15"/>
                      <a:pt x="1" y="14"/>
                    </a:cubicBezTo>
                    <a:cubicBezTo>
                      <a:pt x="1" y="13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6" y="9"/>
                      <a:pt x="7" y="8"/>
                    </a:cubicBezTo>
                    <a:cubicBezTo>
                      <a:pt x="8" y="7"/>
                      <a:pt x="9" y="6"/>
                      <a:pt x="10" y="5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12" y="2"/>
                      <a:pt x="13" y="2"/>
                      <a:pt x="14" y="1"/>
                    </a:cubicBezTo>
                    <a:cubicBezTo>
                      <a:pt x="16" y="0"/>
                      <a:pt x="17" y="0"/>
                      <a:pt x="18" y="1"/>
                    </a:cubicBezTo>
                    <a:cubicBezTo>
                      <a:pt x="20" y="1"/>
                      <a:pt x="22" y="1"/>
                      <a:pt x="24" y="2"/>
                    </a:cubicBezTo>
                    <a:cubicBezTo>
                      <a:pt x="26" y="2"/>
                      <a:pt x="28" y="4"/>
                      <a:pt x="29" y="5"/>
                    </a:cubicBezTo>
                    <a:cubicBezTo>
                      <a:pt x="29" y="6"/>
                      <a:pt x="30" y="7"/>
                      <a:pt x="31" y="8"/>
                    </a:cubicBezTo>
                    <a:cubicBezTo>
                      <a:pt x="33" y="10"/>
                      <a:pt x="36" y="8"/>
                      <a:pt x="38" y="9"/>
                    </a:cubicBezTo>
                    <a:cubicBezTo>
                      <a:pt x="39" y="9"/>
                      <a:pt x="40" y="9"/>
                      <a:pt x="41" y="9"/>
                    </a:cubicBezTo>
                    <a:cubicBezTo>
                      <a:pt x="42" y="9"/>
                      <a:pt x="43" y="9"/>
                      <a:pt x="43" y="10"/>
                    </a:cubicBezTo>
                    <a:cubicBezTo>
                      <a:pt x="43" y="11"/>
                      <a:pt x="43" y="12"/>
                      <a:pt x="4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3" name="Freeform 2744">
                <a:extLst>
                  <a:ext uri="{FF2B5EF4-FFF2-40B4-BE49-F238E27FC236}">
                    <a16:creationId xmlns:a16="http://schemas.microsoft.com/office/drawing/2014/main" id="{17ACE376-2EE9-5744-9520-927B5F994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1044"/>
                <a:ext cx="2" cy="4"/>
              </a:xfrm>
              <a:custGeom>
                <a:avLst/>
                <a:gdLst>
                  <a:gd name="T0" fmla="*/ 2 w 7"/>
                  <a:gd name="T1" fmla="*/ 10 h 11"/>
                  <a:gd name="T2" fmla="*/ 1 w 7"/>
                  <a:gd name="T3" fmla="*/ 5 h 11"/>
                  <a:gd name="T4" fmla="*/ 2 w 7"/>
                  <a:gd name="T5" fmla="*/ 1 h 11"/>
                  <a:gd name="T6" fmla="*/ 5 w 7"/>
                  <a:gd name="T7" fmla="*/ 0 h 11"/>
                  <a:gd name="T8" fmla="*/ 6 w 7"/>
                  <a:gd name="T9" fmla="*/ 7 h 11"/>
                  <a:gd name="T10" fmla="*/ 2 w 7"/>
                  <a:gd name="T1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2" y="10"/>
                    </a:moveTo>
                    <a:cubicBezTo>
                      <a:pt x="0" y="10"/>
                      <a:pt x="0" y="6"/>
                      <a:pt x="1" y="5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6"/>
                      <a:pt x="6" y="7"/>
                    </a:cubicBezTo>
                    <a:cubicBezTo>
                      <a:pt x="6" y="8"/>
                      <a:pt x="4" y="11"/>
                      <a:pt x="2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4" name="Freeform 2745">
                <a:extLst>
                  <a:ext uri="{FF2B5EF4-FFF2-40B4-BE49-F238E27FC236}">
                    <a16:creationId xmlns:a16="http://schemas.microsoft.com/office/drawing/2014/main" id="{297CDF7B-B422-2B45-A78D-977B262A8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063"/>
                <a:ext cx="6" cy="8"/>
              </a:xfrm>
              <a:custGeom>
                <a:avLst/>
                <a:gdLst>
                  <a:gd name="T0" fmla="*/ 11 w 15"/>
                  <a:gd name="T1" fmla="*/ 3 h 19"/>
                  <a:gd name="T2" fmla="*/ 13 w 15"/>
                  <a:gd name="T3" fmla="*/ 0 h 19"/>
                  <a:gd name="T4" fmla="*/ 15 w 15"/>
                  <a:gd name="T5" fmla="*/ 4 h 19"/>
                  <a:gd name="T6" fmla="*/ 12 w 15"/>
                  <a:gd name="T7" fmla="*/ 10 h 19"/>
                  <a:gd name="T8" fmla="*/ 12 w 15"/>
                  <a:gd name="T9" fmla="*/ 14 h 19"/>
                  <a:gd name="T10" fmla="*/ 10 w 15"/>
                  <a:gd name="T11" fmla="*/ 17 h 19"/>
                  <a:gd name="T12" fmla="*/ 9 w 15"/>
                  <a:gd name="T13" fmla="*/ 19 h 19"/>
                  <a:gd name="T14" fmla="*/ 7 w 15"/>
                  <a:gd name="T15" fmla="*/ 18 h 19"/>
                  <a:gd name="T16" fmla="*/ 6 w 15"/>
                  <a:gd name="T17" fmla="*/ 16 h 19"/>
                  <a:gd name="T18" fmla="*/ 5 w 15"/>
                  <a:gd name="T19" fmla="*/ 15 h 19"/>
                  <a:gd name="T20" fmla="*/ 3 w 15"/>
                  <a:gd name="T21" fmla="*/ 15 h 19"/>
                  <a:gd name="T22" fmla="*/ 1 w 15"/>
                  <a:gd name="T23" fmla="*/ 13 h 19"/>
                  <a:gd name="T24" fmla="*/ 5 w 15"/>
                  <a:gd name="T25" fmla="*/ 7 h 19"/>
                  <a:gd name="T26" fmla="*/ 6 w 15"/>
                  <a:gd name="T27" fmla="*/ 7 h 19"/>
                  <a:gd name="T28" fmla="*/ 8 w 15"/>
                  <a:gd name="T29" fmla="*/ 5 h 19"/>
                  <a:gd name="T30" fmla="*/ 11 w 15"/>
                  <a:gd name="T31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9">
                    <a:moveTo>
                      <a:pt x="11" y="3"/>
                    </a:moveTo>
                    <a:cubicBezTo>
                      <a:pt x="11" y="2"/>
                      <a:pt x="11" y="0"/>
                      <a:pt x="13" y="0"/>
                    </a:cubicBezTo>
                    <a:cubicBezTo>
                      <a:pt x="14" y="0"/>
                      <a:pt x="15" y="3"/>
                      <a:pt x="15" y="4"/>
                    </a:cubicBezTo>
                    <a:cubicBezTo>
                      <a:pt x="15" y="6"/>
                      <a:pt x="13" y="8"/>
                      <a:pt x="12" y="10"/>
                    </a:cubicBezTo>
                    <a:cubicBezTo>
                      <a:pt x="12" y="11"/>
                      <a:pt x="12" y="12"/>
                      <a:pt x="12" y="14"/>
                    </a:cubicBezTo>
                    <a:cubicBezTo>
                      <a:pt x="12" y="15"/>
                      <a:pt x="11" y="16"/>
                      <a:pt x="10" y="17"/>
                    </a:cubicBezTo>
                    <a:cubicBezTo>
                      <a:pt x="10" y="18"/>
                      <a:pt x="10" y="19"/>
                      <a:pt x="9" y="19"/>
                    </a:cubicBezTo>
                    <a:cubicBezTo>
                      <a:pt x="8" y="19"/>
                      <a:pt x="8" y="18"/>
                      <a:pt x="7" y="18"/>
                    </a:cubicBezTo>
                    <a:cubicBezTo>
                      <a:pt x="7" y="17"/>
                      <a:pt x="6" y="17"/>
                      <a:pt x="6" y="16"/>
                    </a:cubicBezTo>
                    <a:cubicBezTo>
                      <a:pt x="5" y="16"/>
                      <a:pt x="5" y="15"/>
                      <a:pt x="5" y="15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0" y="11"/>
                      <a:pt x="3" y="8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8" y="6"/>
                      <a:pt x="7" y="6"/>
                      <a:pt x="8" y="5"/>
                    </a:cubicBezTo>
                    <a:cubicBezTo>
                      <a:pt x="9" y="4"/>
                      <a:pt x="10" y="4"/>
                      <a:pt x="1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5" name="Freeform 2746">
                <a:extLst>
                  <a:ext uri="{FF2B5EF4-FFF2-40B4-BE49-F238E27FC236}">
                    <a16:creationId xmlns:a16="http://schemas.microsoft.com/office/drawing/2014/main" id="{C41A9670-844B-BB4F-A452-B36394A0D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059"/>
                <a:ext cx="4" cy="3"/>
              </a:xfrm>
              <a:custGeom>
                <a:avLst/>
                <a:gdLst>
                  <a:gd name="T0" fmla="*/ 0 w 9"/>
                  <a:gd name="T1" fmla="*/ 7 h 7"/>
                  <a:gd name="T2" fmla="*/ 1 w 9"/>
                  <a:gd name="T3" fmla="*/ 4 h 7"/>
                  <a:gd name="T4" fmla="*/ 3 w 9"/>
                  <a:gd name="T5" fmla="*/ 3 h 7"/>
                  <a:gd name="T6" fmla="*/ 4 w 9"/>
                  <a:gd name="T7" fmla="*/ 2 h 7"/>
                  <a:gd name="T8" fmla="*/ 7 w 9"/>
                  <a:gd name="T9" fmla="*/ 1 h 7"/>
                  <a:gd name="T10" fmla="*/ 9 w 9"/>
                  <a:gd name="T11" fmla="*/ 4 h 7"/>
                  <a:gd name="T12" fmla="*/ 5 w 9"/>
                  <a:gd name="T13" fmla="*/ 7 h 7"/>
                  <a:gd name="T14" fmla="*/ 0 w 9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0" y="6"/>
                      <a:pt x="0" y="5"/>
                      <a:pt x="1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8" y="1"/>
                      <a:pt x="9" y="3"/>
                      <a:pt x="9" y="4"/>
                    </a:cubicBezTo>
                    <a:cubicBezTo>
                      <a:pt x="8" y="6"/>
                      <a:pt x="6" y="6"/>
                      <a:pt x="5" y="7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6" name="Freeform 2747">
                <a:extLst>
                  <a:ext uri="{FF2B5EF4-FFF2-40B4-BE49-F238E27FC236}">
                    <a16:creationId xmlns:a16="http://schemas.microsoft.com/office/drawing/2014/main" id="{25F52C2C-B708-8B46-A4D4-396CE8CC7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049"/>
                <a:ext cx="21" cy="40"/>
              </a:xfrm>
              <a:custGeom>
                <a:avLst/>
                <a:gdLst>
                  <a:gd name="T0" fmla="*/ 24 w 50"/>
                  <a:gd name="T1" fmla="*/ 43 h 100"/>
                  <a:gd name="T2" fmla="*/ 28 w 50"/>
                  <a:gd name="T3" fmla="*/ 41 h 100"/>
                  <a:gd name="T4" fmla="*/ 34 w 50"/>
                  <a:gd name="T5" fmla="*/ 33 h 100"/>
                  <a:gd name="T6" fmla="*/ 24 w 50"/>
                  <a:gd name="T7" fmla="*/ 30 h 100"/>
                  <a:gd name="T8" fmla="*/ 25 w 50"/>
                  <a:gd name="T9" fmla="*/ 24 h 100"/>
                  <a:gd name="T10" fmla="*/ 27 w 50"/>
                  <a:gd name="T11" fmla="*/ 17 h 100"/>
                  <a:gd name="T12" fmla="*/ 28 w 50"/>
                  <a:gd name="T13" fmla="*/ 9 h 100"/>
                  <a:gd name="T14" fmla="*/ 29 w 50"/>
                  <a:gd name="T15" fmla="*/ 3 h 100"/>
                  <a:gd name="T16" fmla="*/ 37 w 50"/>
                  <a:gd name="T17" fmla="*/ 9 h 100"/>
                  <a:gd name="T18" fmla="*/ 44 w 50"/>
                  <a:gd name="T19" fmla="*/ 21 h 100"/>
                  <a:gd name="T20" fmla="*/ 49 w 50"/>
                  <a:gd name="T21" fmla="*/ 32 h 100"/>
                  <a:gd name="T22" fmla="*/ 48 w 50"/>
                  <a:gd name="T23" fmla="*/ 48 h 100"/>
                  <a:gd name="T24" fmla="*/ 48 w 50"/>
                  <a:gd name="T25" fmla="*/ 55 h 100"/>
                  <a:gd name="T26" fmla="*/ 48 w 50"/>
                  <a:gd name="T27" fmla="*/ 61 h 100"/>
                  <a:gd name="T28" fmla="*/ 37 w 50"/>
                  <a:gd name="T29" fmla="*/ 68 h 100"/>
                  <a:gd name="T30" fmla="*/ 33 w 50"/>
                  <a:gd name="T31" fmla="*/ 70 h 100"/>
                  <a:gd name="T32" fmla="*/ 28 w 50"/>
                  <a:gd name="T33" fmla="*/ 72 h 100"/>
                  <a:gd name="T34" fmla="*/ 23 w 50"/>
                  <a:gd name="T35" fmla="*/ 85 h 100"/>
                  <a:gd name="T36" fmla="*/ 17 w 50"/>
                  <a:gd name="T37" fmla="*/ 92 h 100"/>
                  <a:gd name="T38" fmla="*/ 9 w 50"/>
                  <a:gd name="T39" fmla="*/ 98 h 100"/>
                  <a:gd name="T40" fmla="*/ 0 w 50"/>
                  <a:gd name="T41" fmla="*/ 97 h 100"/>
                  <a:gd name="T42" fmla="*/ 3 w 50"/>
                  <a:gd name="T43" fmla="*/ 93 h 100"/>
                  <a:gd name="T44" fmla="*/ 9 w 50"/>
                  <a:gd name="T45" fmla="*/ 89 h 100"/>
                  <a:gd name="T46" fmla="*/ 8 w 50"/>
                  <a:gd name="T47" fmla="*/ 80 h 100"/>
                  <a:gd name="T48" fmla="*/ 8 w 50"/>
                  <a:gd name="T49" fmla="*/ 69 h 100"/>
                  <a:gd name="T50" fmla="*/ 15 w 50"/>
                  <a:gd name="T51" fmla="*/ 63 h 100"/>
                  <a:gd name="T52" fmla="*/ 19 w 50"/>
                  <a:gd name="T53" fmla="*/ 60 h 100"/>
                  <a:gd name="T54" fmla="*/ 20 w 50"/>
                  <a:gd name="T55" fmla="*/ 56 h 100"/>
                  <a:gd name="T56" fmla="*/ 21 w 50"/>
                  <a:gd name="T57" fmla="*/ 49 h 100"/>
                  <a:gd name="T58" fmla="*/ 24 w 50"/>
                  <a:gd name="T59" fmla="*/ 4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0" h="100">
                    <a:moveTo>
                      <a:pt x="24" y="43"/>
                    </a:moveTo>
                    <a:cubicBezTo>
                      <a:pt x="25" y="41"/>
                      <a:pt x="27" y="41"/>
                      <a:pt x="28" y="41"/>
                    </a:cubicBezTo>
                    <a:cubicBezTo>
                      <a:pt x="31" y="40"/>
                      <a:pt x="37" y="36"/>
                      <a:pt x="34" y="33"/>
                    </a:cubicBezTo>
                    <a:cubicBezTo>
                      <a:pt x="32" y="31"/>
                      <a:pt x="25" y="34"/>
                      <a:pt x="24" y="30"/>
                    </a:cubicBezTo>
                    <a:cubicBezTo>
                      <a:pt x="23" y="28"/>
                      <a:pt x="24" y="26"/>
                      <a:pt x="25" y="24"/>
                    </a:cubicBezTo>
                    <a:cubicBezTo>
                      <a:pt x="26" y="22"/>
                      <a:pt x="27" y="19"/>
                      <a:pt x="27" y="17"/>
                    </a:cubicBezTo>
                    <a:cubicBezTo>
                      <a:pt x="27" y="14"/>
                      <a:pt x="27" y="12"/>
                      <a:pt x="28" y="9"/>
                    </a:cubicBezTo>
                    <a:cubicBezTo>
                      <a:pt x="28" y="7"/>
                      <a:pt x="28" y="4"/>
                      <a:pt x="29" y="3"/>
                    </a:cubicBezTo>
                    <a:cubicBezTo>
                      <a:pt x="32" y="0"/>
                      <a:pt x="36" y="8"/>
                      <a:pt x="37" y="9"/>
                    </a:cubicBezTo>
                    <a:cubicBezTo>
                      <a:pt x="40" y="13"/>
                      <a:pt x="42" y="17"/>
                      <a:pt x="44" y="21"/>
                    </a:cubicBezTo>
                    <a:cubicBezTo>
                      <a:pt x="46" y="25"/>
                      <a:pt x="49" y="28"/>
                      <a:pt x="49" y="32"/>
                    </a:cubicBezTo>
                    <a:cubicBezTo>
                      <a:pt x="50" y="38"/>
                      <a:pt x="49" y="43"/>
                      <a:pt x="48" y="48"/>
                    </a:cubicBezTo>
                    <a:cubicBezTo>
                      <a:pt x="48" y="50"/>
                      <a:pt x="48" y="52"/>
                      <a:pt x="48" y="55"/>
                    </a:cubicBezTo>
                    <a:cubicBezTo>
                      <a:pt x="48" y="57"/>
                      <a:pt x="48" y="59"/>
                      <a:pt x="48" y="61"/>
                    </a:cubicBezTo>
                    <a:cubicBezTo>
                      <a:pt x="46" y="65"/>
                      <a:pt x="41" y="66"/>
                      <a:pt x="37" y="68"/>
                    </a:cubicBezTo>
                    <a:cubicBezTo>
                      <a:pt x="36" y="69"/>
                      <a:pt x="34" y="70"/>
                      <a:pt x="33" y="70"/>
                    </a:cubicBezTo>
                    <a:cubicBezTo>
                      <a:pt x="31" y="70"/>
                      <a:pt x="30" y="71"/>
                      <a:pt x="28" y="72"/>
                    </a:cubicBezTo>
                    <a:cubicBezTo>
                      <a:pt x="24" y="75"/>
                      <a:pt x="24" y="80"/>
                      <a:pt x="23" y="85"/>
                    </a:cubicBezTo>
                    <a:cubicBezTo>
                      <a:pt x="22" y="89"/>
                      <a:pt x="19" y="90"/>
                      <a:pt x="17" y="92"/>
                    </a:cubicBezTo>
                    <a:cubicBezTo>
                      <a:pt x="14" y="95"/>
                      <a:pt x="12" y="97"/>
                      <a:pt x="9" y="98"/>
                    </a:cubicBezTo>
                    <a:cubicBezTo>
                      <a:pt x="7" y="98"/>
                      <a:pt x="0" y="100"/>
                      <a:pt x="0" y="97"/>
                    </a:cubicBezTo>
                    <a:cubicBezTo>
                      <a:pt x="0" y="96"/>
                      <a:pt x="2" y="94"/>
                      <a:pt x="3" y="93"/>
                    </a:cubicBezTo>
                    <a:cubicBezTo>
                      <a:pt x="5" y="92"/>
                      <a:pt x="7" y="91"/>
                      <a:pt x="9" y="89"/>
                    </a:cubicBezTo>
                    <a:cubicBezTo>
                      <a:pt x="12" y="86"/>
                      <a:pt x="9" y="83"/>
                      <a:pt x="8" y="80"/>
                    </a:cubicBezTo>
                    <a:cubicBezTo>
                      <a:pt x="6" y="77"/>
                      <a:pt x="6" y="72"/>
                      <a:pt x="8" y="69"/>
                    </a:cubicBezTo>
                    <a:cubicBezTo>
                      <a:pt x="10" y="66"/>
                      <a:pt x="13" y="65"/>
                      <a:pt x="15" y="63"/>
                    </a:cubicBezTo>
                    <a:cubicBezTo>
                      <a:pt x="17" y="62"/>
                      <a:pt x="18" y="61"/>
                      <a:pt x="19" y="60"/>
                    </a:cubicBezTo>
                    <a:cubicBezTo>
                      <a:pt x="20" y="59"/>
                      <a:pt x="20" y="57"/>
                      <a:pt x="20" y="56"/>
                    </a:cubicBezTo>
                    <a:cubicBezTo>
                      <a:pt x="21" y="53"/>
                      <a:pt x="21" y="51"/>
                      <a:pt x="21" y="49"/>
                    </a:cubicBezTo>
                    <a:cubicBezTo>
                      <a:pt x="21" y="47"/>
                      <a:pt x="23" y="44"/>
                      <a:pt x="24" y="4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7" name="Freeform 2748">
                <a:extLst>
                  <a:ext uri="{FF2B5EF4-FFF2-40B4-BE49-F238E27FC236}">
                    <a16:creationId xmlns:a16="http://schemas.microsoft.com/office/drawing/2014/main" id="{8D22D249-C792-E24B-9D3E-3D72A3638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088"/>
                <a:ext cx="11" cy="16"/>
              </a:xfrm>
              <a:custGeom>
                <a:avLst/>
                <a:gdLst>
                  <a:gd name="T0" fmla="*/ 7 w 29"/>
                  <a:gd name="T1" fmla="*/ 36 h 40"/>
                  <a:gd name="T2" fmla="*/ 4 w 29"/>
                  <a:gd name="T3" fmla="*/ 33 h 40"/>
                  <a:gd name="T4" fmla="*/ 0 w 29"/>
                  <a:gd name="T5" fmla="*/ 29 h 40"/>
                  <a:gd name="T6" fmla="*/ 3 w 29"/>
                  <a:gd name="T7" fmla="*/ 24 h 40"/>
                  <a:gd name="T8" fmla="*/ 9 w 29"/>
                  <a:gd name="T9" fmla="*/ 21 h 40"/>
                  <a:gd name="T10" fmla="*/ 9 w 29"/>
                  <a:gd name="T11" fmla="*/ 16 h 40"/>
                  <a:gd name="T12" fmla="*/ 8 w 29"/>
                  <a:gd name="T13" fmla="*/ 12 h 40"/>
                  <a:gd name="T14" fmla="*/ 12 w 29"/>
                  <a:gd name="T15" fmla="*/ 9 h 40"/>
                  <a:gd name="T16" fmla="*/ 20 w 29"/>
                  <a:gd name="T17" fmla="*/ 0 h 40"/>
                  <a:gd name="T18" fmla="*/ 24 w 29"/>
                  <a:gd name="T19" fmla="*/ 6 h 40"/>
                  <a:gd name="T20" fmla="*/ 24 w 29"/>
                  <a:gd name="T21" fmla="*/ 12 h 40"/>
                  <a:gd name="T22" fmla="*/ 28 w 29"/>
                  <a:gd name="T23" fmla="*/ 15 h 40"/>
                  <a:gd name="T24" fmla="*/ 26 w 29"/>
                  <a:gd name="T25" fmla="*/ 21 h 40"/>
                  <a:gd name="T26" fmla="*/ 24 w 29"/>
                  <a:gd name="T27" fmla="*/ 25 h 40"/>
                  <a:gd name="T28" fmla="*/ 27 w 29"/>
                  <a:gd name="T29" fmla="*/ 29 h 40"/>
                  <a:gd name="T30" fmla="*/ 23 w 29"/>
                  <a:gd name="T31" fmla="*/ 35 h 40"/>
                  <a:gd name="T32" fmla="*/ 19 w 29"/>
                  <a:gd name="T33" fmla="*/ 38 h 40"/>
                  <a:gd name="T34" fmla="*/ 16 w 29"/>
                  <a:gd name="T35" fmla="*/ 39 h 40"/>
                  <a:gd name="T36" fmla="*/ 11 w 29"/>
                  <a:gd name="T37" fmla="*/ 38 h 40"/>
                  <a:gd name="T38" fmla="*/ 7 w 29"/>
                  <a:gd name="T39" fmla="*/ 3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" h="40">
                    <a:moveTo>
                      <a:pt x="7" y="36"/>
                    </a:moveTo>
                    <a:cubicBezTo>
                      <a:pt x="6" y="34"/>
                      <a:pt x="6" y="34"/>
                      <a:pt x="4" y="33"/>
                    </a:cubicBezTo>
                    <a:cubicBezTo>
                      <a:pt x="1" y="32"/>
                      <a:pt x="0" y="31"/>
                      <a:pt x="0" y="29"/>
                    </a:cubicBezTo>
                    <a:cubicBezTo>
                      <a:pt x="0" y="27"/>
                      <a:pt x="1" y="24"/>
                      <a:pt x="3" y="24"/>
                    </a:cubicBezTo>
                    <a:cubicBezTo>
                      <a:pt x="5" y="23"/>
                      <a:pt x="8" y="23"/>
                      <a:pt x="9" y="21"/>
                    </a:cubicBezTo>
                    <a:cubicBezTo>
                      <a:pt x="11" y="20"/>
                      <a:pt x="10" y="18"/>
                      <a:pt x="9" y="16"/>
                    </a:cubicBezTo>
                    <a:cubicBezTo>
                      <a:pt x="8" y="15"/>
                      <a:pt x="7" y="14"/>
                      <a:pt x="8" y="12"/>
                    </a:cubicBezTo>
                    <a:cubicBezTo>
                      <a:pt x="9" y="11"/>
                      <a:pt x="11" y="10"/>
                      <a:pt x="12" y="9"/>
                    </a:cubicBezTo>
                    <a:cubicBezTo>
                      <a:pt x="15" y="6"/>
                      <a:pt x="16" y="0"/>
                      <a:pt x="20" y="0"/>
                    </a:cubicBezTo>
                    <a:cubicBezTo>
                      <a:pt x="23" y="1"/>
                      <a:pt x="24" y="4"/>
                      <a:pt x="24" y="6"/>
                    </a:cubicBezTo>
                    <a:cubicBezTo>
                      <a:pt x="24" y="8"/>
                      <a:pt x="23" y="11"/>
                      <a:pt x="24" y="12"/>
                    </a:cubicBezTo>
                    <a:cubicBezTo>
                      <a:pt x="25" y="13"/>
                      <a:pt x="27" y="13"/>
                      <a:pt x="28" y="15"/>
                    </a:cubicBezTo>
                    <a:cubicBezTo>
                      <a:pt x="28" y="17"/>
                      <a:pt x="27" y="19"/>
                      <a:pt x="26" y="21"/>
                    </a:cubicBezTo>
                    <a:cubicBezTo>
                      <a:pt x="25" y="22"/>
                      <a:pt x="24" y="24"/>
                      <a:pt x="24" y="25"/>
                    </a:cubicBezTo>
                    <a:cubicBezTo>
                      <a:pt x="24" y="27"/>
                      <a:pt x="26" y="28"/>
                      <a:pt x="27" y="29"/>
                    </a:cubicBezTo>
                    <a:cubicBezTo>
                      <a:pt x="29" y="31"/>
                      <a:pt x="25" y="34"/>
                      <a:pt x="23" y="35"/>
                    </a:cubicBezTo>
                    <a:cubicBezTo>
                      <a:pt x="21" y="36"/>
                      <a:pt x="20" y="37"/>
                      <a:pt x="19" y="38"/>
                    </a:cubicBezTo>
                    <a:cubicBezTo>
                      <a:pt x="18" y="40"/>
                      <a:pt x="17" y="40"/>
                      <a:pt x="16" y="39"/>
                    </a:cubicBezTo>
                    <a:cubicBezTo>
                      <a:pt x="14" y="39"/>
                      <a:pt x="12" y="39"/>
                      <a:pt x="11" y="38"/>
                    </a:cubicBezTo>
                    <a:cubicBezTo>
                      <a:pt x="9" y="38"/>
                      <a:pt x="8" y="37"/>
                      <a:pt x="7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8" name="Freeform 2749">
                <a:extLst>
                  <a:ext uri="{FF2B5EF4-FFF2-40B4-BE49-F238E27FC236}">
                    <a16:creationId xmlns:a16="http://schemas.microsoft.com/office/drawing/2014/main" id="{E94BDB99-614E-E04F-9C57-C7B67FE01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097"/>
                <a:ext cx="12" cy="7"/>
              </a:xfrm>
              <a:custGeom>
                <a:avLst/>
                <a:gdLst>
                  <a:gd name="T0" fmla="*/ 6 w 29"/>
                  <a:gd name="T1" fmla="*/ 6 h 17"/>
                  <a:gd name="T2" fmla="*/ 6 w 29"/>
                  <a:gd name="T3" fmla="*/ 6 h 17"/>
                  <a:gd name="T4" fmla="*/ 8 w 29"/>
                  <a:gd name="T5" fmla="*/ 2 h 17"/>
                  <a:gd name="T6" fmla="*/ 12 w 29"/>
                  <a:gd name="T7" fmla="*/ 2 h 17"/>
                  <a:gd name="T8" fmla="*/ 22 w 29"/>
                  <a:gd name="T9" fmla="*/ 1 h 17"/>
                  <a:gd name="T10" fmla="*/ 28 w 29"/>
                  <a:gd name="T11" fmla="*/ 1 h 17"/>
                  <a:gd name="T12" fmla="*/ 29 w 29"/>
                  <a:gd name="T13" fmla="*/ 3 h 17"/>
                  <a:gd name="T14" fmla="*/ 27 w 29"/>
                  <a:gd name="T15" fmla="*/ 6 h 17"/>
                  <a:gd name="T16" fmla="*/ 19 w 29"/>
                  <a:gd name="T17" fmla="*/ 10 h 17"/>
                  <a:gd name="T18" fmla="*/ 13 w 29"/>
                  <a:gd name="T19" fmla="*/ 15 h 17"/>
                  <a:gd name="T20" fmla="*/ 13 w 29"/>
                  <a:gd name="T21" fmla="*/ 14 h 17"/>
                  <a:gd name="T22" fmla="*/ 12 w 29"/>
                  <a:gd name="T23" fmla="*/ 15 h 17"/>
                  <a:gd name="T24" fmla="*/ 9 w 29"/>
                  <a:gd name="T25" fmla="*/ 16 h 17"/>
                  <a:gd name="T26" fmla="*/ 0 w 29"/>
                  <a:gd name="T27" fmla="*/ 13 h 17"/>
                  <a:gd name="T28" fmla="*/ 1 w 29"/>
                  <a:gd name="T29" fmla="*/ 10 h 17"/>
                  <a:gd name="T30" fmla="*/ 4 w 29"/>
                  <a:gd name="T31" fmla="*/ 8 h 17"/>
                  <a:gd name="T32" fmla="*/ 6 w 29"/>
                  <a:gd name="T33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17"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7" y="4"/>
                      <a:pt x="6" y="2"/>
                      <a:pt x="8" y="2"/>
                    </a:cubicBezTo>
                    <a:cubicBezTo>
                      <a:pt x="10" y="1"/>
                      <a:pt x="11" y="2"/>
                      <a:pt x="12" y="2"/>
                    </a:cubicBezTo>
                    <a:cubicBezTo>
                      <a:pt x="16" y="3"/>
                      <a:pt x="19" y="1"/>
                      <a:pt x="22" y="1"/>
                    </a:cubicBezTo>
                    <a:cubicBezTo>
                      <a:pt x="24" y="0"/>
                      <a:pt x="27" y="0"/>
                      <a:pt x="28" y="1"/>
                    </a:cubicBezTo>
                    <a:cubicBezTo>
                      <a:pt x="29" y="1"/>
                      <a:pt x="29" y="3"/>
                      <a:pt x="29" y="3"/>
                    </a:cubicBezTo>
                    <a:cubicBezTo>
                      <a:pt x="29" y="5"/>
                      <a:pt x="28" y="5"/>
                      <a:pt x="27" y="6"/>
                    </a:cubicBezTo>
                    <a:cubicBezTo>
                      <a:pt x="24" y="7"/>
                      <a:pt x="21" y="7"/>
                      <a:pt x="19" y="10"/>
                    </a:cubicBezTo>
                    <a:cubicBezTo>
                      <a:pt x="17" y="12"/>
                      <a:pt x="15" y="14"/>
                      <a:pt x="13" y="15"/>
                    </a:cubicBezTo>
                    <a:cubicBezTo>
                      <a:pt x="13" y="15"/>
                      <a:pt x="13" y="15"/>
                      <a:pt x="13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1" y="15"/>
                      <a:pt x="10" y="16"/>
                      <a:pt x="9" y="16"/>
                    </a:cubicBezTo>
                    <a:cubicBezTo>
                      <a:pt x="6" y="17"/>
                      <a:pt x="0" y="17"/>
                      <a:pt x="0" y="13"/>
                    </a:cubicBezTo>
                    <a:cubicBezTo>
                      <a:pt x="0" y="12"/>
                      <a:pt x="1" y="11"/>
                      <a:pt x="1" y="10"/>
                    </a:cubicBezTo>
                    <a:cubicBezTo>
                      <a:pt x="2" y="10"/>
                      <a:pt x="3" y="9"/>
                      <a:pt x="4" y="8"/>
                    </a:cubicBezTo>
                    <a:cubicBezTo>
                      <a:pt x="4" y="7"/>
                      <a:pt x="5" y="7"/>
                      <a:pt x="6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9" name="Freeform 2750">
                <a:extLst>
                  <a:ext uri="{FF2B5EF4-FFF2-40B4-BE49-F238E27FC236}">
                    <a16:creationId xmlns:a16="http://schemas.microsoft.com/office/drawing/2014/main" id="{5F3F0B30-1DB5-154D-89CD-B8C857A03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107"/>
                <a:ext cx="8" cy="3"/>
              </a:xfrm>
              <a:custGeom>
                <a:avLst/>
                <a:gdLst>
                  <a:gd name="T0" fmla="*/ 6 w 18"/>
                  <a:gd name="T1" fmla="*/ 5 h 8"/>
                  <a:gd name="T2" fmla="*/ 0 w 18"/>
                  <a:gd name="T3" fmla="*/ 3 h 8"/>
                  <a:gd name="T4" fmla="*/ 9 w 18"/>
                  <a:gd name="T5" fmla="*/ 2 h 8"/>
                  <a:gd name="T6" fmla="*/ 12 w 18"/>
                  <a:gd name="T7" fmla="*/ 3 h 8"/>
                  <a:gd name="T8" fmla="*/ 16 w 18"/>
                  <a:gd name="T9" fmla="*/ 2 h 8"/>
                  <a:gd name="T10" fmla="*/ 18 w 18"/>
                  <a:gd name="T11" fmla="*/ 6 h 8"/>
                  <a:gd name="T12" fmla="*/ 13 w 18"/>
                  <a:gd name="T13" fmla="*/ 8 h 8"/>
                  <a:gd name="T14" fmla="*/ 8 w 18"/>
                  <a:gd name="T15" fmla="*/ 8 h 8"/>
                  <a:gd name="T16" fmla="*/ 6 w 18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8">
                    <a:moveTo>
                      <a:pt x="6" y="5"/>
                    </a:moveTo>
                    <a:cubicBezTo>
                      <a:pt x="6" y="2"/>
                      <a:pt x="0" y="7"/>
                      <a:pt x="0" y="3"/>
                    </a:cubicBezTo>
                    <a:cubicBezTo>
                      <a:pt x="0" y="0"/>
                      <a:pt x="7" y="1"/>
                      <a:pt x="9" y="2"/>
                    </a:cubicBezTo>
                    <a:cubicBezTo>
                      <a:pt x="10" y="2"/>
                      <a:pt x="11" y="3"/>
                      <a:pt x="12" y="3"/>
                    </a:cubicBezTo>
                    <a:cubicBezTo>
                      <a:pt x="13" y="3"/>
                      <a:pt x="15" y="2"/>
                      <a:pt x="16" y="2"/>
                    </a:cubicBezTo>
                    <a:cubicBezTo>
                      <a:pt x="18" y="2"/>
                      <a:pt x="18" y="4"/>
                      <a:pt x="18" y="6"/>
                    </a:cubicBezTo>
                    <a:cubicBezTo>
                      <a:pt x="17" y="8"/>
                      <a:pt x="15" y="7"/>
                      <a:pt x="13" y="8"/>
                    </a:cubicBezTo>
                    <a:cubicBezTo>
                      <a:pt x="11" y="8"/>
                      <a:pt x="10" y="8"/>
                      <a:pt x="8" y="8"/>
                    </a:cubicBezTo>
                    <a:cubicBezTo>
                      <a:pt x="6" y="7"/>
                      <a:pt x="7" y="6"/>
                      <a:pt x="6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0" name="Freeform 2751">
                <a:extLst>
                  <a:ext uri="{FF2B5EF4-FFF2-40B4-BE49-F238E27FC236}">
                    <a16:creationId xmlns:a16="http://schemas.microsoft.com/office/drawing/2014/main" id="{6BAE21FE-6146-FC4C-89E2-F7E61CA47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103"/>
                <a:ext cx="2" cy="5"/>
              </a:xfrm>
              <a:custGeom>
                <a:avLst/>
                <a:gdLst>
                  <a:gd name="T0" fmla="*/ 1 w 5"/>
                  <a:gd name="T1" fmla="*/ 10 h 11"/>
                  <a:gd name="T2" fmla="*/ 0 w 5"/>
                  <a:gd name="T3" fmla="*/ 6 h 11"/>
                  <a:gd name="T4" fmla="*/ 3 w 5"/>
                  <a:gd name="T5" fmla="*/ 2 h 11"/>
                  <a:gd name="T6" fmla="*/ 1 w 5"/>
                  <a:gd name="T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10"/>
                    </a:moveTo>
                    <a:cubicBezTo>
                      <a:pt x="0" y="10"/>
                      <a:pt x="0" y="7"/>
                      <a:pt x="0" y="6"/>
                    </a:cubicBezTo>
                    <a:cubicBezTo>
                      <a:pt x="0" y="4"/>
                      <a:pt x="1" y="0"/>
                      <a:pt x="3" y="2"/>
                    </a:cubicBezTo>
                    <a:cubicBezTo>
                      <a:pt x="5" y="3"/>
                      <a:pt x="5" y="11"/>
                      <a:pt x="1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1" name="Freeform 2752">
                <a:extLst>
                  <a:ext uri="{FF2B5EF4-FFF2-40B4-BE49-F238E27FC236}">
                    <a16:creationId xmlns:a16="http://schemas.microsoft.com/office/drawing/2014/main" id="{98241C08-99B5-9D49-9E92-686A224F2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104"/>
                <a:ext cx="3" cy="1"/>
              </a:xfrm>
              <a:custGeom>
                <a:avLst/>
                <a:gdLst>
                  <a:gd name="T0" fmla="*/ 6 w 7"/>
                  <a:gd name="T1" fmla="*/ 3 h 3"/>
                  <a:gd name="T2" fmla="*/ 1 w 7"/>
                  <a:gd name="T3" fmla="*/ 3 h 3"/>
                  <a:gd name="T4" fmla="*/ 1 w 7"/>
                  <a:gd name="T5" fmla="*/ 0 h 3"/>
                  <a:gd name="T6" fmla="*/ 3 w 7"/>
                  <a:gd name="T7" fmla="*/ 0 h 3"/>
                  <a:gd name="T8" fmla="*/ 5 w 7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6" y="3"/>
                    </a:moveTo>
                    <a:cubicBezTo>
                      <a:pt x="4" y="3"/>
                      <a:pt x="3" y="3"/>
                      <a:pt x="1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5" y="0"/>
                      <a:pt x="7" y="2"/>
                      <a:pt x="5" y="3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2" name="Freeform 2753">
                <a:extLst>
                  <a:ext uri="{FF2B5EF4-FFF2-40B4-BE49-F238E27FC236}">
                    <a16:creationId xmlns:a16="http://schemas.microsoft.com/office/drawing/2014/main" id="{25510A2A-5A1C-8E4C-8541-E8B799C70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109"/>
                <a:ext cx="18" cy="12"/>
              </a:xfrm>
              <a:custGeom>
                <a:avLst/>
                <a:gdLst>
                  <a:gd name="T0" fmla="*/ 7 w 43"/>
                  <a:gd name="T1" fmla="*/ 25 h 30"/>
                  <a:gd name="T2" fmla="*/ 3 w 43"/>
                  <a:gd name="T3" fmla="*/ 28 h 30"/>
                  <a:gd name="T4" fmla="*/ 0 w 43"/>
                  <a:gd name="T5" fmla="*/ 26 h 30"/>
                  <a:gd name="T6" fmla="*/ 0 w 43"/>
                  <a:gd name="T7" fmla="*/ 19 h 30"/>
                  <a:gd name="T8" fmla="*/ 0 w 43"/>
                  <a:gd name="T9" fmla="*/ 14 h 30"/>
                  <a:gd name="T10" fmla="*/ 8 w 43"/>
                  <a:gd name="T11" fmla="*/ 13 h 30"/>
                  <a:gd name="T12" fmla="*/ 12 w 43"/>
                  <a:gd name="T13" fmla="*/ 10 h 30"/>
                  <a:gd name="T14" fmla="*/ 17 w 43"/>
                  <a:gd name="T15" fmla="*/ 9 h 30"/>
                  <a:gd name="T16" fmla="*/ 22 w 43"/>
                  <a:gd name="T17" fmla="*/ 7 h 30"/>
                  <a:gd name="T18" fmla="*/ 25 w 43"/>
                  <a:gd name="T19" fmla="*/ 5 h 30"/>
                  <a:gd name="T20" fmla="*/ 30 w 43"/>
                  <a:gd name="T21" fmla="*/ 4 h 30"/>
                  <a:gd name="T22" fmla="*/ 35 w 43"/>
                  <a:gd name="T23" fmla="*/ 2 h 30"/>
                  <a:gd name="T24" fmla="*/ 41 w 43"/>
                  <a:gd name="T25" fmla="*/ 4 h 30"/>
                  <a:gd name="T26" fmla="*/ 37 w 43"/>
                  <a:gd name="T27" fmla="*/ 6 h 30"/>
                  <a:gd name="T28" fmla="*/ 30 w 43"/>
                  <a:gd name="T29" fmla="*/ 8 h 30"/>
                  <a:gd name="T30" fmla="*/ 25 w 43"/>
                  <a:gd name="T31" fmla="*/ 10 h 30"/>
                  <a:gd name="T32" fmla="*/ 22 w 43"/>
                  <a:gd name="T33" fmla="*/ 13 h 30"/>
                  <a:gd name="T34" fmla="*/ 19 w 43"/>
                  <a:gd name="T35" fmla="*/ 15 h 30"/>
                  <a:gd name="T36" fmla="*/ 15 w 43"/>
                  <a:gd name="T37" fmla="*/ 18 h 30"/>
                  <a:gd name="T38" fmla="*/ 12 w 43"/>
                  <a:gd name="T39" fmla="*/ 20 h 30"/>
                  <a:gd name="T40" fmla="*/ 10 w 43"/>
                  <a:gd name="T41" fmla="*/ 22 h 30"/>
                  <a:gd name="T42" fmla="*/ 7 w 43"/>
                  <a:gd name="T4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30">
                    <a:moveTo>
                      <a:pt x="7" y="25"/>
                    </a:moveTo>
                    <a:cubicBezTo>
                      <a:pt x="6" y="26"/>
                      <a:pt x="5" y="28"/>
                      <a:pt x="3" y="28"/>
                    </a:cubicBezTo>
                    <a:cubicBezTo>
                      <a:pt x="1" y="30"/>
                      <a:pt x="1" y="28"/>
                      <a:pt x="0" y="26"/>
                    </a:cubicBezTo>
                    <a:cubicBezTo>
                      <a:pt x="0" y="23"/>
                      <a:pt x="0" y="21"/>
                      <a:pt x="0" y="19"/>
                    </a:cubicBezTo>
                    <a:cubicBezTo>
                      <a:pt x="0" y="17"/>
                      <a:pt x="0" y="15"/>
                      <a:pt x="0" y="14"/>
                    </a:cubicBezTo>
                    <a:cubicBezTo>
                      <a:pt x="1" y="9"/>
                      <a:pt x="5" y="13"/>
                      <a:pt x="8" y="13"/>
                    </a:cubicBezTo>
                    <a:cubicBezTo>
                      <a:pt x="9" y="12"/>
                      <a:pt x="11" y="11"/>
                      <a:pt x="12" y="10"/>
                    </a:cubicBezTo>
                    <a:cubicBezTo>
                      <a:pt x="14" y="10"/>
                      <a:pt x="15" y="9"/>
                      <a:pt x="17" y="9"/>
                    </a:cubicBezTo>
                    <a:cubicBezTo>
                      <a:pt x="18" y="8"/>
                      <a:pt x="20" y="8"/>
                      <a:pt x="22" y="7"/>
                    </a:cubicBezTo>
                    <a:cubicBezTo>
                      <a:pt x="23" y="7"/>
                      <a:pt x="24" y="6"/>
                      <a:pt x="25" y="5"/>
                    </a:cubicBezTo>
                    <a:cubicBezTo>
                      <a:pt x="26" y="5"/>
                      <a:pt x="28" y="4"/>
                      <a:pt x="30" y="4"/>
                    </a:cubicBezTo>
                    <a:cubicBezTo>
                      <a:pt x="32" y="4"/>
                      <a:pt x="33" y="3"/>
                      <a:pt x="35" y="2"/>
                    </a:cubicBezTo>
                    <a:cubicBezTo>
                      <a:pt x="37" y="1"/>
                      <a:pt x="43" y="0"/>
                      <a:pt x="41" y="4"/>
                    </a:cubicBezTo>
                    <a:cubicBezTo>
                      <a:pt x="40" y="6"/>
                      <a:pt x="38" y="6"/>
                      <a:pt x="37" y="6"/>
                    </a:cubicBezTo>
                    <a:cubicBezTo>
                      <a:pt x="34" y="7"/>
                      <a:pt x="32" y="7"/>
                      <a:pt x="30" y="8"/>
                    </a:cubicBezTo>
                    <a:cubicBezTo>
                      <a:pt x="28" y="8"/>
                      <a:pt x="27" y="9"/>
                      <a:pt x="25" y="10"/>
                    </a:cubicBezTo>
                    <a:cubicBezTo>
                      <a:pt x="24" y="11"/>
                      <a:pt x="23" y="12"/>
                      <a:pt x="22" y="13"/>
                    </a:cubicBezTo>
                    <a:cubicBezTo>
                      <a:pt x="21" y="14"/>
                      <a:pt x="20" y="15"/>
                      <a:pt x="19" y="15"/>
                    </a:cubicBezTo>
                    <a:cubicBezTo>
                      <a:pt x="18" y="16"/>
                      <a:pt x="17" y="17"/>
                      <a:pt x="15" y="18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1" y="21"/>
                      <a:pt x="11" y="21"/>
                      <a:pt x="10" y="22"/>
                    </a:cubicBezTo>
                    <a:cubicBezTo>
                      <a:pt x="9" y="23"/>
                      <a:pt x="8" y="24"/>
                      <a:pt x="7" y="2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3" name="Freeform 2754">
                <a:extLst>
                  <a:ext uri="{FF2B5EF4-FFF2-40B4-BE49-F238E27FC236}">
                    <a16:creationId xmlns:a16="http://schemas.microsoft.com/office/drawing/2014/main" id="{BE5FA63A-8822-0845-AE2D-B55AEC2CE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111"/>
                <a:ext cx="15" cy="12"/>
              </a:xfrm>
              <a:custGeom>
                <a:avLst/>
                <a:gdLst>
                  <a:gd name="T0" fmla="*/ 3 w 39"/>
                  <a:gd name="T1" fmla="*/ 22 h 28"/>
                  <a:gd name="T2" fmla="*/ 10 w 39"/>
                  <a:gd name="T3" fmla="*/ 15 h 28"/>
                  <a:gd name="T4" fmla="*/ 16 w 39"/>
                  <a:gd name="T5" fmla="*/ 10 h 28"/>
                  <a:gd name="T6" fmla="*/ 22 w 39"/>
                  <a:gd name="T7" fmla="*/ 6 h 28"/>
                  <a:gd name="T8" fmla="*/ 31 w 39"/>
                  <a:gd name="T9" fmla="*/ 4 h 28"/>
                  <a:gd name="T10" fmla="*/ 36 w 39"/>
                  <a:gd name="T11" fmla="*/ 1 h 28"/>
                  <a:gd name="T12" fmla="*/ 38 w 39"/>
                  <a:gd name="T13" fmla="*/ 6 h 28"/>
                  <a:gd name="T14" fmla="*/ 31 w 39"/>
                  <a:gd name="T15" fmla="*/ 11 h 28"/>
                  <a:gd name="T16" fmla="*/ 23 w 39"/>
                  <a:gd name="T17" fmla="*/ 15 h 28"/>
                  <a:gd name="T18" fmla="*/ 16 w 39"/>
                  <a:gd name="T19" fmla="*/ 18 h 28"/>
                  <a:gd name="T20" fmla="*/ 10 w 39"/>
                  <a:gd name="T21" fmla="*/ 23 h 28"/>
                  <a:gd name="T22" fmla="*/ 7 w 39"/>
                  <a:gd name="T23" fmla="*/ 25 h 28"/>
                  <a:gd name="T24" fmla="*/ 2 w 39"/>
                  <a:gd name="T25" fmla="*/ 27 h 28"/>
                  <a:gd name="T26" fmla="*/ 3 w 39"/>
                  <a:gd name="T27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28">
                    <a:moveTo>
                      <a:pt x="3" y="22"/>
                    </a:moveTo>
                    <a:cubicBezTo>
                      <a:pt x="5" y="19"/>
                      <a:pt x="7" y="17"/>
                      <a:pt x="10" y="15"/>
                    </a:cubicBezTo>
                    <a:cubicBezTo>
                      <a:pt x="12" y="13"/>
                      <a:pt x="14" y="11"/>
                      <a:pt x="16" y="10"/>
                    </a:cubicBezTo>
                    <a:cubicBezTo>
                      <a:pt x="18" y="8"/>
                      <a:pt x="20" y="6"/>
                      <a:pt x="22" y="6"/>
                    </a:cubicBezTo>
                    <a:cubicBezTo>
                      <a:pt x="25" y="5"/>
                      <a:pt x="28" y="6"/>
                      <a:pt x="31" y="4"/>
                    </a:cubicBezTo>
                    <a:cubicBezTo>
                      <a:pt x="32" y="3"/>
                      <a:pt x="34" y="0"/>
                      <a:pt x="36" y="1"/>
                    </a:cubicBezTo>
                    <a:cubicBezTo>
                      <a:pt x="38" y="1"/>
                      <a:pt x="39" y="5"/>
                      <a:pt x="38" y="6"/>
                    </a:cubicBezTo>
                    <a:cubicBezTo>
                      <a:pt x="36" y="9"/>
                      <a:pt x="33" y="9"/>
                      <a:pt x="31" y="11"/>
                    </a:cubicBezTo>
                    <a:cubicBezTo>
                      <a:pt x="28" y="12"/>
                      <a:pt x="26" y="14"/>
                      <a:pt x="23" y="15"/>
                    </a:cubicBezTo>
                    <a:cubicBezTo>
                      <a:pt x="20" y="15"/>
                      <a:pt x="18" y="16"/>
                      <a:pt x="16" y="18"/>
                    </a:cubicBezTo>
                    <a:cubicBezTo>
                      <a:pt x="14" y="20"/>
                      <a:pt x="12" y="22"/>
                      <a:pt x="10" y="23"/>
                    </a:cubicBezTo>
                    <a:cubicBezTo>
                      <a:pt x="9" y="24"/>
                      <a:pt x="8" y="24"/>
                      <a:pt x="7" y="25"/>
                    </a:cubicBezTo>
                    <a:cubicBezTo>
                      <a:pt x="6" y="26"/>
                      <a:pt x="4" y="28"/>
                      <a:pt x="2" y="27"/>
                    </a:cubicBezTo>
                    <a:cubicBezTo>
                      <a:pt x="0" y="25"/>
                      <a:pt x="1" y="23"/>
                      <a:pt x="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4" name="Freeform 2755">
                <a:extLst>
                  <a:ext uri="{FF2B5EF4-FFF2-40B4-BE49-F238E27FC236}">
                    <a16:creationId xmlns:a16="http://schemas.microsoft.com/office/drawing/2014/main" id="{47948F5D-29C9-0F44-AF09-533C1049B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115"/>
                <a:ext cx="11" cy="10"/>
              </a:xfrm>
              <a:custGeom>
                <a:avLst/>
                <a:gdLst>
                  <a:gd name="T0" fmla="*/ 1 w 27"/>
                  <a:gd name="T1" fmla="*/ 16 h 25"/>
                  <a:gd name="T2" fmla="*/ 7 w 27"/>
                  <a:gd name="T3" fmla="*/ 10 h 25"/>
                  <a:gd name="T4" fmla="*/ 10 w 27"/>
                  <a:gd name="T5" fmla="*/ 3 h 25"/>
                  <a:gd name="T6" fmla="*/ 16 w 27"/>
                  <a:gd name="T7" fmla="*/ 0 h 25"/>
                  <a:gd name="T8" fmla="*/ 20 w 27"/>
                  <a:gd name="T9" fmla="*/ 4 h 25"/>
                  <a:gd name="T10" fmla="*/ 22 w 27"/>
                  <a:gd name="T11" fmla="*/ 6 h 25"/>
                  <a:gd name="T12" fmla="*/ 25 w 27"/>
                  <a:gd name="T13" fmla="*/ 5 h 25"/>
                  <a:gd name="T14" fmla="*/ 26 w 27"/>
                  <a:gd name="T15" fmla="*/ 11 h 25"/>
                  <a:gd name="T16" fmla="*/ 20 w 27"/>
                  <a:gd name="T17" fmla="*/ 14 h 25"/>
                  <a:gd name="T18" fmla="*/ 16 w 27"/>
                  <a:gd name="T19" fmla="*/ 20 h 25"/>
                  <a:gd name="T20" fmla="*/ 10 w 27"/>
                  <a:gd name="T21" fmla="*/ 24 h 25"/>
                  <a:gd name="T22" fmla="*/ 5 w 27"/>
                  <a:gd name="T23" fmla="*/ 24 h 25"/>
                  <a:gd name="T24" fmla="*/ 2 w 27"/>
                  <a:gd name="T25" fmla="*/ 20 h 25"/>
                  <a:gd name="T26" fmla="*/ 1 w 27"/>
                  <a:gd name="T27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25">
                    <a:moveTo>
                      <a:pt x="1" y="16"/>
                    </a:moveTo>
                    <a:cubicBezTo>
                      <a:pt x="1" y="13"/>
                      <a:pt x="5" y="12"/>
                      <a:pt x="7" y="10"/>
                    </a:cubicBezTo>
                    <a:cubicBezTo>
                      <a:pt x="9" y="8"/>
                      <a:pt x="8" y="5"/>
                      <a:pt x="10" y="3"/>
                    </a:cubicBezTo>
                    <a:cubicBezTo>
                      <a:pt x="11" y="2"/>
                      <a:pt x="14" y="0"/>
                      <a:pt x="16" y="0"/>
                    </a:cubicBezTo>
                    <a:cubicBezTo>
                      <a:pt x="18" y="0"/>
                      <a:pt x="19" y="2"/>
                      <a:pt x="20" y="4"/>
                    </a:cubicBezTo>
                    <a:cubicBezTo>
                      <a:pt x="20" y="5"/>
                      <a:pt x="21" y="5"/>
                      <a:pt x="22" y="6"/>
                    </a:cubicBezTo>
                    <a:cubicBezTo>
                      <a:pt x="23" y="6"/>
                      <a:pt x="24" y="5"/>
                      <a:pt x="25" y="5"/>
                    </a:cubicBezTo>
                    <a:cubicBezTo>
                      <a:pt x="27" y="6"/>
                      <a:pt x="27" y="10"/>
                      <a:pt x="26" y="11"/>
                    </a:cubicBezTo>
                    <a:cubicBezTo>
                      <a:pt x="24" y="13"/>
                      <a:pt x="21" y="12"/>
                      <a:pt x="20" y="14"/>
                    </a:cubicBezTo>
                    <a:cubicBezTo>
                      <a:pt x="19" y="16"/>
                      <a:pt x="18" y="19"/>
                      <a:pt x="16" y="20"/>
                    </a:cubicBezTo>
                    <a:cubicBezTo>
                      <a:pt x="14" y="22"/>
                      <a:pt x="11" y="21"/>
                      <a:pt x="10" y="24"/>
                    </a:cubicBezTo>
                    <a:cubicBezTo>
                      <a:pt x="10" y="24"/>
                      <a:pt x="5" y="25"/>
                      <a:pt x="5" y="24"/>
                    </a:cubicBezTo>
                    <a:cubicBezTo>
                      <a:pt x="3" y="24"/>
                      <a:pt x="2" y="22"/>
                      <a:pt x="2" y="20"/>
                    </a:cubicBezTo>
                    <a:cubicBezTo>
                      <a:pt x="1" y="19"/>
                      <a:pt x="0" y="17"/>
                      <a:pt x="1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5" name="Freeform 2756">
                <a:extLst>
                  <a:ext uri="{FF2B5EF4-FFF2-40B4-BE49-F238E27FC236}">
                    <a16:creationId xmlns:a16="http://schemas.microsoft.com/office/drawing/2014/main" id="{7D9991C8-D62F-F345-BFD5-180FB0848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125"/>
                <a:ext cx="4" cy="3"/>
              </a:xfrm>
              <a:custGeom>
                <a:avLst/>
                <a:gdLst>
                  <a:gd name="T0" fmla="*/ 3 w 9"/>
                  <a:gd name="T1" fmla="*/ 1 h 6"/>
                  <a:gd name="T2" fmla="*/ 7 w 9"/>
                  <a:gd name="T3" fmla="*/ 1 h 6"/>
                  <a:gd name="T4" fmla="*/ 8 w 9"/>
                  <a:gd name="T5" fmla="*/ 4 h 6"/>
                  <a:gd name="T6" fmla="*/ 3 w 9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3" y="1"/>
                    </a:moveTo>
                    <a:cubicBezTo>
                      <a:pt x="4" y="1"/>
                      <a:pt x="6" y="0"/>
                      <a:pt x="7" y="1"/>
                    </a:cubicBezTo>
                    <a:cubicBezTo>
                      <a:pt x="8" y="1"/>
                      <a:pt x="9" y="3"/>
                      <a:pt x="8" y="4"/>
                    </a:cubicBezTo>
                    <a:cubicBezTo>
                      <a:pt x="6" y="6"/>
                      <a:pt x="0" y="4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6" name="Freeform 2757">
                <a:extLst>
                  <a:ext uri="{FF2B5EF4-FFF2-40B4-BE49-F238E27FC236}">
                    <a16:creationId xmlns:a16="http://schemas.microsoft.com/office/drawing/2014/main" id="{F2B273A8-DBA1-7742-AE8A-C1180175B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113"/>
                <a:ext cx="4" cy="3"/>
              </a:xfrm>
              <a:custGeom>
                <a:avLst/>
                <a:gdLst>
                  <a:gd name="T0" fmla="*/ 2 w 10"/>
                  <a:gd name="T1" fmla="*/ 4 h 7"/>
                  <a:gd name="T2" fmla="*/ 5 w 10"/>
                  <a:gd name="T3" fmla="*/ 2 h 7"/>
                  <a:gd name="T4" fmla="*/ 7 w 10"/>
                  <a:gd name="T5" fmla="*/ 0 h 7"/>
                  <a:gd name="T6" fmla="*/ 9 w 10"/>
                  <a:gd name="T7" fmla="*/ 4 h 7"/>
                  <a:gd name="T8" fmla="*/ 4 w 10"/>
                  <a:gd name="T9" fmla="*/ 7 h 7"/>
                  <a:gd name="T10" fmla="*/ 1 w 10"/>
                  <a:gd name="T11" fmla="*/ 6 h 7"/>
                  <a:gd name="T12" fmla="*/ 2 w 10"/>
                  <a:gd name="T1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2" y="4"/>
                    </a:moveTo>
                    <a:cubicBezTo>
                      <a:pt x="3" y="3"/>
                      <a:pt x="4" y="3"/>
                      <a:pt x="5" y="2"/>
                    </a:cubicBezTo>
                    <a:cubicBezTo>
                      <a:pt x="6" y="1"/>
                      <a:pt x="6" y="1"/>
                      <a:pt x="7" y="0"/>
                    </a:cubicBezTo>
                    <a:cubicBezTo>
                      <a:pt x="10" y="0"/>
                      <a:pt x="10" y="3"/>
                      <a:pt x="9" y="4"/>
                    </a:cubicBezTo>
                    <a:cubicBezTo>
                      <a:pt x="7" y="6"/>
                      <a:pt x="6" y="7"/>
                      <a:pt x="4" y="7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5"/>
                      <a:pt x="1" y="5"/>
                      <a:pt x="2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7" name="Freeform 2758">
                <a:extLst>
                  <a:ext uri="{FF2B5EF4-FFF2-40B4-BE49-F238E27FC236}">
                    <a16:creationId xmlns:a16="http://schemas.microsoft.com/office/drawing/2014/main" id="{A3EE55B0-11B7-C34C-92DF-7139D9170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113"/>
                <a:ext cx="3" cy="1"/>
              </a:xfrm>
              <a:custGeom>
                <a:avLst/>
                <a:gdLst>
                  <a:gd name="T0" fmla="*/ 2 w 6"/>
                  <a:gd name="T1" fmla="*/ 0 h 4"/>
                  <a:gd name="T2" fmla="*/ 5 w 6"/>
                  <a:gd name="T3" fmla="*/ 2 h 4"/>
                  <a:gd name="T4" fmla="*/ 2 w 6"/>
                  <a:gd name="T5" fmla="*/ 3 h 4"/>
                  <a:gd name="T6" fmla="*/ 2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3" y="3"/>
                      <a:pt x="2" y="3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8" name="Freeform 2759">
                <a:extLst>
                  <a:ext uri="{FF2B5EF4-FFF2-40B4-BE49-F238E27FC236}">
                    <a16:creationId xmlns:a16="http://schemas.microsoft.com/office/drawing/2014/main" id="{C900A672-E822-8C49-9544-A59DECB61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143"/>
                <a:ext cx="9" cy="9"/>
              </a:xfrm>
              <a:custGeom>
                <a:avLst/>
                <a:gdLst>
                  <a:gd name="T0" fmla="*/ 9 w 21"/>
                  <a:gd name="T1" fmla="*/ 10 h 22"/>
                  <a:gd name="T2" fmla="*/ 6 w 21"/>
                  <a:gd name="T3" fmla="*/ 12 h 22"/>
                  <a:gd name="T4" fmla="*/ 3 w 21"/>
                  <a:gd name="T5" fmla="*/ 9 h 22"/>
                  <a:gd name="T6" fmla="*/ 1 w 21"/>
                  <a:gd name="T7" fmla="*/ 8 h 22"/>
                  <a:gd name="T8" fmla="*/ 0 w 21"/>
                  <a:gd name="T9" fmla="*/ 4 h 22"/>
                  <a:gd name="T10" fmla="*/ 3 w 21"/>
                  <a:gd name="T11" fmla="*/ 3 h 22"/>
                  <a:gd name="T12" fmla="*/ 6 w 21"/>
                  <a:gd name="T13" fmla="*/ 1 h 22"/>
                  <a:gd name="T14" fmla="*/ 9 w 21"/>
                  <a:gd name="T15" fmla="*/ 1 h 22"/>
                  <a:gd name="T16" fmla="*/ 13 w 21"/>
                  <a:gd name="T17" fmla="*/ 0 h 22"/>
                  <a:gd name="T18" fmla="*/ 19 w 21"/>
                  <a:gd name="T19" fmla="*/ 1 h 22"/>
                  <a:gd name="T20" fmla="*/ 19 w 21"/>
                  <a:gd name="T21" fmla="*/ 8 h 22"/>
                  <a:gd name="T22" fmla="*/ 20 w 21"/>
                  <a:gd name="T23" fmla="*/ 15 h 22"/>
                  <a:gd name="T24" fmla="*/ 17 w 21"/>
                  <a:gd name="T25" fmla="*/ 21 h 22"/>
                  <a:gd name="T26" fmla="*/ 12 w 21"/>
                  <a:gd name="T27" fmla="*/ 16 h 22"/>
                  <a:gd name="T28" fmla="*/ 9 w 21"/>
                  <a:gd name="T2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2">
                    <a:moveTo>
                      <a:pt x="9" y="10"/>
                    </a:moveTo>
                    <a:cubicBezTo>
                      <a:pt x="8" y="10"/>
                      <a:pt x="8" y="12"/>
                      <a:pt x="6" y="12"/>
                    </a:cubicBezTo>
                    <a:cubicBezTo>
                      <a:pt x="5" y="12"/>
                      <a:pt x="4" y="10"/>
                      <a:pt x="3" y="9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2"/>
                      <a:pt x="4" y="1"/>
                      <a:pt x="6" y="1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1"/>
                      <a:pt x="11" y="0"/>
                      <a:pt x="13" y="0"/>
                    </a:cubicBezTo>
                    <a:cubicBezTo>
                      <a:pt x="15" y="0"/>
                      <a:pt x="18" y="0"/>
                      <a:pt x="19" y="1"/>
                    </a:cubicBezTo>
                    <a:cubicBezTo>
                      <a:pt x="21" y="3"/>
                      <a:pt x="20" y="6"/>
                      <a:pt x="19" y="8"/>
                    </a:cubicBezTo>
                    <a:cubicBezTo>
                      <a:pt x="19" y="10"/>
                      <a:pt x="20" y="12"/>
                      <a:pt x="20" y="15"/>
                    </a:cubicBezTo>
                    <a:cubicBezTo>
                      <a:pt x="20" y="17"/>
                      <a:pt x="20" y="21"/>
                      <a:pt x="17" y="21"/>
                    </a:cubicBezTo>
                    <a:cubicBezTo>
                      <a:pt x="14" y="22"/>
                      <a:pt x="13" y="18"/>
                      <a:pt x="12" y="16"/>
                    </a:cubicBezTo>
                    <a:cubicBezTo>
                      <a:pt x="11" y="15"/>
                      <a:pt x="11" y="7"/>
                      <a:pt x="9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9" name="Freeform 2760">
                <a:extLst>
                  <a:ext uri="{FF2B5EF4-FFF2-40B4-BE49-F238E27FC236}">
                    <a16:creationId xmlns:a16="http://schemas.microsoft.com/office/drawing/2014/main" id="{8E66677F-9072-F14E-90C5-1CAD19CB7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149"/>
                <a:ext cx="6" cy="9"/>
              </a:xfrm>
              <a:custGeom>
                <a:avLst/>
                <a:gdLst>
                  <a:gd name="T0" fmla="*/ 3 w 14"/>
                  <a:gd name="T1" fmla="*/ 16 h 22"/>
                  <a:gd name="T2" fmla="*/ 2 w 14"/>
                  <a:gd name="T3" fmla="*/ 14 h 22"/>
                  <a:gd name="T4" fmla="*/ 1 w 14"/>
                  <a:gd name="T5" fmla="*/ 9 h 22"/>
                  <a:gd name="T6" fmla="*/ 3 w 14"/>
                  <a:gd name="T7" fmla="*/ 0 h 22"/>
                  <a:gd name="T8" fmla="*/ 6 w 14"/>
                  <a:gd name="T9" fmla="*/ 4 h 22"/>
                  <a:gd name="T10" fmla="*/ 8 w 14"/>
                  <a:gd name="T11" fmla="*/ 7 h 22"/>
                  <a:gd name="T12" fmla="*/ 8 w 14"/>
                  <a:gd name="T13" fmla="*/ 11 h 22"/>
                  <a:gd name="T14" fmla="*/ 13 w 14"/>
                  <a:gd name="T15" fmla="*/ 18 h 22"/>
                  <a:gd name="T16" fmla="*/ 9 w 14"/>
                  <a:gd name="T17" fmla="*/ 22 h 22"/>
                  <a:gd name="T18" fmla="*/ 6 w 14"/>
                  <a:gd name="T19" fmla="*/ 20 h 22"/>
                  <a:gd name="T20" fmla="*/ 5 w 14"/>
                  <a:gd name="T21" fmla="*/ 17 h 22"/>
                  <a:gd name="T22" fmla="*/ 4 w 14"/>
                  <a:gd name="T23" fmla="*/ 15 h 22"/>
                  <a:gd name="T24" fmla="*/ 3 w 14"/>
                  <a:gd name="T2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22">
                    <a:moveTo>
                      <a:pt x="3" y="16"/>
                    </a:moveTo>
                    <a:cubicBezTo>
                      <a:pt x="3" y="16"/>
                      <a:pt x="2" y="15"/>
                      <a:pt x="2" y="14"/>
                    </a:cubicBezTo>
                    <a:cubicBezTo>
                      <a:pt x="1" y="13"/>
                      <a:pt x="1" y="11"/>
                      <a:pt x="1" y="9"/>
                    </a:cubicBezTo>
                    <a:cubicBezTo>
                      <a:pt x="1" y="7"/>
                      <a:pt x="0" y="1"/>
                      <a:pt x="3" y="0"/>
                    </a:cubicBezTo>
                    <a:cubicBezTo>
                      <a:pt x="5" y="0"/>
                      <a:pt x="6" y="3"/>
                      <a:pt x="6" y="4"/>
                    </a:cubicBezTo>
                    <a:cubicBezTo>
                      <a:pt x="7" y="5"/>
                      <a:pt x="8" y="6"/>
                      <a:pt x="8" y="7"/>
                    </a:cubicBezTo>
                    <a:cubicBezTo>
                      <a:pt x="8" y="8"/>
                      <a:pt x="8" y="10"/>
                      <a:pt x="8" y="11"/>
                    </a:cubicBezTo>
                    <a:cubicBezTo>
                      <a:pt x="9" y="14"/>
                      <a:pt x="12" y="15"/>
                      <a:pt x="13" y="18"/>
                    </a:cubicBezTo>
                    <a:cubicBezTo>
                      <a:pt x="14" y="20"/>
                      <a:pt x="11" y="22"/>
                      <a:pt x="9" y="22"/>
                    </a:cubicBezTo>
                    <a:cubicBezTo>
                      <a:pt x="8" y="22"/>
                      <a:pt x="7" y="21"/>
                      <a:pt x="6" y="20"/>
                    </a:cubicBezTo>
                    <a:cubicBezTo>
                      <a:pt x="5" y="19"/>
                      <a:pt x="5" y="18"/>
                      <a:pt x="5" y="17"/>
                    </a:cubicBezTo>
                    <a:cubicBezTo>
                      <a:pt x="5" y="16"/>
                      <a:pt x="5" y="15"/>
                      <a:pt x="4" y="15"/>
                    </a:cubicBezTo>
                    <a:cubicBezTo>
                      <a:pt x="4" y="15"/>
                      <a:pt x="4" y="16"/>
                      <a:pt x="3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0" name="Freeform 2761">
                <a:extLst>
                  <a:ext uri="{FF2B5EF4-FFF2-40B4-BE49-F238E27FC236}">
                    <a16:creationId xmlns:a16="http://schemas.microsoft.com/office/drawing/2014/main" id="{1E011CDB-56C2-8B49-B261-45953A0F3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145"/>
                <a:ext cx="20" cy="20"/>
              </a:xfrm>
              <a:custGeom>
                <a:avLst/>
                <a:gdLst>
                  <a:gd name="T0" fmla="*/ 22 w 49"/>
                  <a:gd name="T1" fmla="*/ 19 h 47"/>
                  <a:gd name="T2" fmla="*/ 20 w 49"/>
                  <a:gd name="T3" fmla="*/ 16 h 47"/>
                  <a:gd name="T4" fmla="*/ 16 w 49"/>
                  <a:gd name="T5" fmla="*/ 16 h 47"/>
                  <a:gd name="T6" fmla="*/ 6 w 49"/>
                  <a:gd name="T7" fmla="*/ 16 h 47"/>
                  <a:gd name="T8" fmla="*/ 4 w 49"/>
                  <a:gd name="T9" fmla="*/ 3 h 47"/>
                  <a:gd name="T10" fmla="*/ 8 w 49"/>
                  <a:gd name="T11" fmla="*/ 2 h 47"/>
                  <a:gd name="T12" fmla="*/ 11 w 49"/>
                  <a:gd name="T13" fmla="*/ 1 h 47"/>
                  <a:gd name="T14" fmla="*/ 18 w 49"/>
                  <a:gd name="T15" fmla="*/ 6 h 47"/>
                  <a:gd name="T16" fmla="*/ 22 w 49"/>
                  <a:gd name="T17" fmla="*/ 12 h 47"/>
                  <a:gd name="T18" fmla="*/ 28 w 49"/>
                  <a:gd name="T19" fmla="*/ 15 h 47"/>
                  <a:gd name="T20" fmla="*/ 30 w 49"/>
                  <a:gd name="T21" fmla="*/ 23 h 47"/>
                  <a:gd name="T22" fmla="*/ 33 w 49"/>
                  <a:gd name="T23" fmla="*/ 30 h 47"/>
                  <a:gd name="T24" fmla="*/ 41 w 49"/>
                  <a:gd name="T25" fmla="*/ 30 h 47"/>
                  <a:gd name="T26" fmla="*/ 46 w 49"/>
                  <a:gd name="T27" fmla="*/ 33 h 47"/>
                  <a:gd name="T28" fmla="*/ 47 w 49"/>
                  <a:gd name="T29" fmla="*/ 37 h 47"/>
                  <a:gd name="T30" fmla="*/ 48 w 49"/>
                  <a:gd name="T31" fmla="*/ 40 h 47"/>
                  <a:gd name="T32" fmla="*/ 44 w 49"/>
                  <a:gd name="T33" fmla="*/ 44 h 47"/>
                  <a:gd name="T34" fmla="*/ 42 w 49"/>
                  <a:gd name="T35" fmla="*/ 47 h 47"/>
                  <a:gd name="T36" fmla="*/ 37 w 49"/>
                  <a:gd name="T37" fmla="*/ 46 h 47"/>
                  <a:gd name="T38" fmla="*/ 33 w 49"/>
                  <a:gd name="T39" fmla="*/ 41 h 47"/>
                  <a:gd name="T40" fmla="*/ 29 w 49"/>
                  <a:gd name="T41" fmla="*/ 36 h 47"/>
                  <a:gd name="T42" fmla="*/ 23 w 49"/>
                  <a:gd name="T43" fmla="*/ 36 h 47"/>
                  <a:gd name="T44" fmla="*/ 17 w 49"/>
                  <a:gd name="T45" fmla="*/ 32 h 47"/>
                  <a:gd name="T46" fmla="*/ 17 w 49"/>
                  <a:gd name="T47" fmla="*/ 32 h 47"/>
                  <a:gd name="T48" fmla="*/ 16 w 49"/>
                  <a:gd name="T49" fmla="*/ 30 h 47"/>
                  <a:gd name="T50" fmla="*/ 16 w 49"/>
                  <a:gd name="T51" fmla="*/ 29 h 47"/>
                  <a:gd name="T52" fmla="*/ 15 w 49"/>
                  <a:gd name="T53" fmla="*/ 26 h 47"/>
                  <a:gd name="T54" fmla="*/ 22 w 49"/>
                  <a:gd name="T55" fmla="*/ 1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9" h="47">
                    <a:moveTo>
                      <a:pt x="22" y="19"/>
                    </a:moveTo>
                    <a:cubicBezTo>
                      <a:pt x="23" y="18"/>
                      <a:pt x="21" y="16"/>
                      <a:pt x="20" y="16"/>
                    </a:cubicBezTo>
                    <a:cubicBezTo>
                      <a:pt x="19" y="15"/>
                      <a:pt x="17" y="15"/>
                      <a:pt x="16" y="16"/>
                    </a:cubicBezTo>
                    <a:cubicBezTo>
                      <a:pt x="13" y="17"/>
                      <a:pt x="9" y="18"/>
                      <a:pt x="6" y="16"/>
                    </a:cubicBezTo>
                    <a:cubicBezTo>
                      <a:pt x="3" y="14"/>
                      <a:pt x="0" y="5"/>
                      <a:pt x="4" y="3"/>
                    </a:cubicBezTo>
                    <a:cubicBezTo>
                      <a:pt x="5" y="3"/>
                      <a:pt x="7" y="3"/>
                      <a:pt x="8" y="2"/>
                    </a:cubicBezTo>
                    <a:cubicBezTo>
                      <a:pt x="9" y="2"/>
                      <a:pt x="10" y="1"/>
                      <a:pt x="11" y="1"/>
                    </a:cubicBezTo>
                    <a:cubicBezTo>
                      <a:pt x="14" y="0"/>
                      <a:pt x="17" y="4"/>
                      <a:pt x="18" y="6"/>
                    </a:cubicBezTo>
                    <a:cubicBezTo>
                      <a:pt x="19" y="8"/>
                      <a:pt x="19" y="11"/>
                      <a:pt x="22" y="12"/>
                    </a:cubicBezTo>
                    <a:cubicBezTo>
                      <a:pt x="25" y="14"/>
                      <a:pt x="26" y="13"/>
                      <a:pt x="28" y="15"/>
                    </a:cubicBezTo>
                    <a:cubicBezTo>
                      <a:pt x="30" y="18"/>
                      <a:pt x="31" y="20"/>
                      <a:pt x="30" y="23"/>
                    </a:cubicBezTo>
                    <a:cubicBezTo>
                      <a:pt x="30" y="25"/>
                      <a:pt x="30" y="28"/>
                      <a:pt x="33" y="30"/>
                    </a:cubicBezTo>
                    <a:cubicBezTo>
                      <a:pt x="35" y="32"/>
                      <a:pt x="39" y="30"/>
                      <a:pt x="41" y="30"/>
                    </a:cubicBezTo>
                    <a:cubicBezTo>
                      <a:pt x="45" y="29"/>
                      <a:pt x="46" y="30"/>
                      <a:pt x="46" y="33"/>
                    </a:cubicBezTo>
                    <a:cubicBezTo>
                      <a:pt x="46" y="34"/>
                      <a:pt x="47" y="36"/>
                      <a:pt x="47" y="37"/>
                    </a:cubicBezTo>
                    <a:cubicBezTo>
                      <a:pt x="48" y="38"/>
                      <a:pt x="49" y="39"/>
                      <a:pt x="48" y="40"/>
                    </a:cubicBezTo>
                    <a:cubicBezTo>
                      <a:pt x="48" y="42"/>
                      <a:pt x="45" y="42"/>
                      <a:pt x="44" y="44"/>
                    </a:cubicBezTo>
                    <a:cubicBezTo>
                      <a:pt x="43" y="45"/>
                      <a:pt x="43" y="46"/>
                      <a:pt x="42" y="47"/>
                    </a:cubicBezTo>
                    <a:cubicBezTo>
                      <a:pt x="40" y="47"/>
                      <a:pt x="38" y="47"/>
                      <a:pt x="37" y="46"/>
                    </a:cubicBezTo>
                    <a:cubicBezTo>
                      <a:pt x="34" y="45"/>
                      <a:pt x="33" y="44"/>
                      <a:pt x="33" y="41"/>
                    </a:cubicBezTo>
                    <a:cubicBezTo>
                      <a:pt x="32" y="38"/>
                      <a:pt x="32" y="37"/>
                      <a:pt x="29" y="36"/>
                    </a:cubicBezTo>
                    <a:cubicBezTo>
                      <a:pt x="27" y="36"/>
                      <a:pt x="25" y="36"/>
                      <a:pt x="23" y="36"/>
                    </a:cubicBezTo>
                    <a:cubicBezTo>
                      <a:pt x="20" y="36"/>
                      <a:pt x="19" y="33"/>
                      <a:pt x="17" y="32"/>
                    </a:cubicBezTo>
                    <a:cubicBezTo>
                      <a:pt x="17" y="31"/>
                      <a:pt x="17" y="31"/>
                      <a:pt x="17" y="32"/>
                    </a:cubicBezTo>
                    <a:cubicBezTo>
                      <a:pt x="17" y="31"/>
                      <a:pt x="17" y="31"/>
                      <a:pt x="16" y="30"/>
                    </a:cubicBezTo>
                    <a:cubicBezTo>
                      <a:pt x="16" y="30"/>
                      <a:pt x="16" y="29"/>
                      <a:pt x="16" y="29"/>
                    </a:cubicBezTo>
                    <a:cubicBezTo>
                      <a:pt x="15" y="28"/>
                      <a:pt x="15" y="27"/>
                      <a:pt x="15" y="26"/>
                    </a:cubicBezTo>
                    <a:cubicBezTo>
                      <a:pt x="15" y="21"/>
                      <a:pt x="21" y="23"/>
                      <a:pt x="22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1" name="Freeform 2762">
                <a:extLst>
                  <a:ext uri="{FF2B5EF4-FFF2-40B4-BE49-F238E27FC236}">
                    <a16:creationId xmlns:a16="http://schemas.microsoft.com/office/drawing/2014/main" id="{07BC7201-82D6-9A4B-B908-030F8A042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163"/>
                <a:ext cx="3" cy="2"/>
              </a:xfrm>
              <a:custGeom>
                <a:avLst/>
                <a:gdLst>
                  <a:gd name="T0" fmla="*/ 6 w 8"/>
                  <a:gd name="T1" fmla="*/ 5 h 5"/>
                  <a:gd name="T2" fmla="*/ 1 w 8"/>
                  <a:gd name="T3" fmla="*/ 4 h 5"/>
                  <a:gd name="T4" fmla="*/ 1 w 8"/>
                  <a:gd name="T5" fmla="*/ 0 h 5"/>
                  <a:gd name="T6" fmla="*/ 5 w 8"/>
                  <a:gd name="T7" fmla="*/ 0 h 5"/>
                  <a:gd name="T8" fmla="*/ 5 w 8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6" y="5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1" y="0"/>
                      <a:pt x="4" y="0"/>
                      <a:pt x="5" y="0"/>
                    </a:cubicBezTo>
                    <a:cubicBezTo>
                      <a:pt x="8" y="0"/>
                      <a:pt x="8" y="4"/>
                      <a:pt x="5" y="5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2" name="Freeform 2763">
                <a:extLst>
                  <a:ext uri="{FF2B5EF4-FFF2-40B4-BE49-F238E27FC236}">
                    <a16:creationId xmlns:a16="http://schemas.microsoft.com/office/drawing/2014/main" id="{C29A83CD-42E7-AD4A-A549-4BEAE334E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157"/>
                <a:ext cx="2" cy="4"/>
              </a:xfrm>
              <a:custGeom>
                <a:avLst/>
                <a:gdLst>
                  <a:gd name="T0" fmla="*/ 5 w 6"/>
                  <a:gd name="T1" fmla="*/ 2 h 9"/>
                  <a:gd name="T2" fmla="*/ 5 w 6"/>
                  <a:gd name="T3" fmla="*/ 7 h 9"/>
                  <a:gd name="T4" fmla="*/ 0 w 6"/>
                  <a:gd name="T5" fmla="*/ 2 h 9"/>
                  <a:gd name="T6" fmla="*/ 5 w 6"/>
                  <a:gd name="T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5" y="2"/>
                    </a:moveTo>
                    <a:cubicBezTo>
                      <a:pt x="5" y="4"/>
                      <a:pt x="6" y="6"/>
                      <a:pt x="5" y="7"/>
                    </a:cubicBezTo>
                    <a:cubicBezTo>
                      <a:pt x="3" y="9"/>
                      <a:pt x="0" y="4"/>
                      <a:pt x="0" y="2"/>
                    </a:cubicBezTo>
                    <a:cubicBezTo>
                      <a:pt x="0" y="0"/>
                      <a:pt x="4" y="0"/>
                      <a:pt x="5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3" name="Freeform 2764">
                <a:extLst>
                  <a:ext uri="{FF2B5EF4-FFF2-40B4-BE49-F238E27FC236}">
                    <a16:creationId xmlns:a16="http://schemas.microsoft.com/office/drawing/2014/main" id="{089EA924-BD58-0742-8FF8-89F2F57B4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155"/>
                <a:ext cx="2" cy="3"/>
              </a:xfrm>
              <a:custGeom>
                <a:avLst/>
                <a:gdLst>
                  <a:gd name="T0" fmla="*/ 0 w 6"/>
                  <a:gd name="T1" fmla="*/ 4 h 9"/>
                  <a:gd name="T2" fmla="*/ 2 w 6"/>
                  <a:gd name="T3" fmla="*/ 1 h 9"/>
                  <a:gd name="T4" fmla="*/ 5 w 6"/>
                  <a:gd name="T5" fmla="*/ 6 h 9"/>
                  <a:gd name="T6" fmla="*/ 2 w 6"/>
                  <a:gd name="T7" fmla="*/ 8 h 9"/>
                  <a:gd name="T8" fmla="*/ 0 w 6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0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6" y="0"/>
                      <a:pt x="5" y="4"/>
                      <a:pt x="5" y="6"/>
                    </a:cubicBezTo>
                    <a:cubicBezTo>
                      <a:pt x="4" y="7"/>
                      <a:pt x="4" y="9"/>
                      <a:pt x="2" y="8"/>
                    </a:cubicBezTo>
                    <a:cubicBezTo>
                      <a:pt x="0" y="8"/>
                      <a:pt x="0" y="6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4" name="Freeform 2765">
                <a:extLst>
                  <a:ext uri="{FF2B5EF4-FFF2-40B4-BE49-F238E27FC236}">
                    <a16:creationId xmlns:a16="http://schemas.microsoft.com/office/drawing/2014/main" id="{90CAA515-D5FC-7243-AD42-762D11CBA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156"/>
                <a:ext cx="3" cy="3"/>
              </a:xfrm>
              <a:custGeom>
                <a:avLst/>
                <a:gdLst>
                  <a:gd name="T0" fmla="*/ 1 w 8"/>
                  <a:gd name="T1" fmla="*/ 3 h 9"/>
                  <a:gd name="T2" fmla="*/ 7 w 8"/>
                  <a:gd name="T3" fmla="*/ 2 h 9"/>
                  <a:gd name="T4" fmla="*/ 6 w 8"/>
                  <a:gd name="T5" fmla="*/ 8 h 9"/>
                  <a:gd name="T6" fmla="*/ 1 w 8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1" y="3"/>
                    </a:moveTo>
                    <a:cubicBezTo>
                      <a:pt x="2" y="1"/>
                      <a:pt x="6" y="0"/>
                      <a:pt x="7" y="2"/>
                    </a:cubicBezTo>
                    <a:cubicBezTo>
                      <a:pt x="7" y="4"/>
                      <a:pt x="8" y="7"/>
                      <a:pt x="6" y="8"/>
                    </a:cubicBezTo>
                    <a:cubicBezTo>
                      <a:pt x="3" y="9"/>
                      <a:pt x="0" y="5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5" name="Freeform 2766">
                <a:extLst>
                  <a:ext uri="{FF2B5EF4-FFF2-40B4-BE49-F238E27FC236}">
                    <a16:creationId xmlns:a16="http://schemas.microsoft.com/office/drawing/2014/main" id="{08681368-787E-6649-9D84-506B3775C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159"/>
                <a:ext cx="2" cy="2"/>
              </a:xfrm>
              <a:custGeom>
                <a:avLst/>
                <a:gdLst>
                  <a:gd name="T0" fmla="*/ 2 w 6"/>
                  <a:gd name="T1" fmla="*/ 1 h 5"/>
                  <a:gd name="T2" fmla="*/ 5 w 6"/>
                  <a:gd name="T3" fmla="*/ 2 h 5"/>
                  <a:gd name="T4" fmla="*/ 2 w 6"/>
                  <a:gd name="T5" fmla="*/ 5 h 5"/>
                  <a:gd name="T6" fmla="*/ 2 w 6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3" y="0"/>
                      <a:pt x="6" y="0"/>
                      <a:pt x="5" y="2"/>
                    </a:cubicBezTo>
                    <a:cubicBezTo>
                      <a:pt x="5" y="3"/>
                      <a:pt x="3" y="5"/>
                      <a:pt x="2" y="5"/>
                    </a:cubicBezTo>
                    <a:cubicBezTo>
                      <a:pt x="0" y="4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6" name="Freeform 2767">
                <a:extLst>
                  <a:ext uri="{FF2B5EF4-FFF2-40B4-BE49-F238E27FC236}">
                    <a16:creationId xmlns:a16="http://schemas.microsoft.com/office/drawing/2014/main" id="{B5017AB8-5613-9C49-9932-D4E151816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201"/>
                <a:ext cx="5" cy="4"/>
              </a:xfrm>
              <a:custGeom>
                <a:avLst/>
                <a:gdLst>
                  <a:gd name="T0" fmla="*/ 0 w 11"/>
                  <a:gd name="T1" fmla="*/ 3 h 10"/>
                  <a:gd name="T2" fmla="*/ 3 w 11"/>
                  <a:gd name="T3" fmla="*/ 1 h 10"/>
                  <a:gd name="T4" fmla="*/ 7 w 11"/>
                  <a:gd name="T5" fmla="*/ 1 h 10"/>
                  <a:gd name="T6" fmla="*/ 10 w 11"/>
                  <a:gd name="T7" fmla="*/ 5 h 10"/>
                  <a:gd name="T8" fmla="*/ 7 w 11"/>
                  <a:gd name="T9" fmla="*/ 8 h 10"/>
                  <a:gd name="T10" fmla="*/ 0 w 11"/>
                  <a:gd name="T1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0" y="3"/>
                    </a:moveTo>
                    <a:cubicBezTo>
                      <a:pt x="0" y="1"/>
                      <a:pt x="1" y="2"/>
                      <a:pt x="3" y="1"/>
                    </a:cubicBezTo>
                    <a:cubicBezTo>
                      <a:pt x="4" y="1"/>
                      <a:pt x="6" y="0"/>
                      <a:pt x="7" y="1"/>
                    </a:cubicBezTo>
                    <a:cubicBezTo>
                      <a:pt x="9" y="1"/>
                      <a:pt x="10" y="3"/>
                      <a:pt x="10" y="5"/>
                    </a:cubicBezTo>
                    <a:cubicBezTo>
                      <a:pt x="11" y="7"/>
                      <a:pt x="8" y="7"/>
                      <a:pt x="7" y="8"/>
                    </a:cubicBezTo>
                    <a:cubicBezTo>
                      <a:pt x="3" y="10"/>
                      <a:pt x="0" y="6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7" name="Freeform 2768">
                <a:extLst>
                  <a:ext uri="{FF2B5EF4-FFF2-40B4-BE49-F238E27FC236}">
                    <a16:creationId xmlns:a16="http://schemas.microsoft.com/office/drawing/2014/main" id="{223E714F-3BE0-1E45-B3CC-95E4B78B5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204"/>
                <a:ext cx="6" cy="4"/>
              </a:xfrm>
              <a:custGeom>
                <a:avLst/>
                <a:gdLst>
                  <a:gd name="T0" fmla="*/ 4 w 15"/>
                  <a:gd name="T1" fmla="*/ 4 h 12"/>
                  <a:gd name="T2" fmla="*/ 3 w 15"/>
                  <a:gd name="T3" fmla="*/ 4 h 12"/>
                  <a:gd name="T4" fmla="*/ 3 w 15"/>
                  <a:gd name="T5" fmla="*/ 3 h 12"/>
                  <a:gd name="T6" fmla="*/ 2 w 15"/>
                  <a:gd name="T7" fmla="*/ 3 h 12"/>
                  <a:gd name="T8" fmla="*/ 6 w 15"/>
                  <a:gd name="T9" fmla="*/ 0 h 12"/>
                  <a:gd name="T10" fmla="*/ 13 w 15"/>
                  <a:gd name="T11" fmla="*/ 2 h 12"/>
                  <a:gd name="T12" fmla="*/ 14 w 15"/>
                  <a:gd name="T13" fmla="*/ 5 h 12"/>
                  <a:gd name="T14" fmla="*/ 15 w 15"/>
                  <a:gd name="T15" fmla="*/ 9 h 12"/>
                  <a:gd name="T16" fmla="*/ 11 w 15"/>
                  <a:gd name="T17" fmla="*/ 12 h 12"/>
                  <a:gd name="T18" fmla="*/ 6 w 15"/>
                  <a:gd name="T19" fmla="*/ 8 h 12"/>
                  <a:gd name="T20" fmla="*/ 4 w 15"/>
                  <a:gd name="T2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4" y="4"/>
                    </a:move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0"/>
                      <a:pt x="5" y="0"/>
                      <a:pt x="6" y="0"/>
                    </a:cubicBezTo>
                    <a:cubicBezTo>
                      <a:pt x="9" y="0"/>
                      <a:pt x="11" y="0"/>
                      <a:pt x="13" y="2"/>
                    </a:cubicBezTo>
                    <a:cubicBezTo>
                      <a:pt x="13" y="3"/>
                      <a:pt x="13" y="4"/>
                      <a:pt x="14" y="5"/>
                    </a:cubicBezTo>
                    <a:cubicBezTo>
                      <a:pt x="14" y="7"/>
                      <a:pt x="15" y="7"/>
                      <a:pt x="15" y="9"/>
                    </a:cubicBezTo>
                    <a:cubicBezTo>
                      <a:pt x="15" y="11"/>
                      <a:pt x="13" y="12"/>
                      <a:pt x="11" y="12"/>
                    </a:cubicBezTo>
                    <a:cubicBezTo>
                      <a:pt x="8" y="12"/>
                      <a:pt x="7" y="11"/>
                      <a:pt x="6" y="8"/>
                    </a:cubicBezTo>
                    <a:cubicBezTo>
                      <a:pt x="6" y="6"/>
                      <a:pt x="5" y="5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8" name="Freeform 2769">
                <a:extLst>
                  <a:ext uri="{FF2B5EF4-FFF2-40B4-BE49-F238E27FC236}">
                    <a16:creationId xmlns:a16="http://schemas.microsoft.com/office/drawing/2014/main" id="{7A9EF175-C635-1C4E-A16B-A3CD0D105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221"/>
                <a:ext cx="9" cy="5"/>
              </a:xfrm>
              <a:custGeom>
                <a:avLst/>
                <a:gdLst>
                  <a:gd name="T0" fmla="*/ 3 w 22"/>
                  <a:gd name="T1" fmla="*/ 5 h 10"/>
                  <a:gd name="T2" fmla="*/ 6 w 22"/>
                  <a:gd name="T3" fmla="*/ 4 h 10"/>
                  <a:gd name="T4" fmla="*/ 8 w 22"/>
                  <a:gd name="T5" fmla="*/ 3 h 10"/>
                  <a:gd name="T6" fmla="*/ 9 w 22"/>
                  <a:gd name="T7" fmla="*/ 1 h 10"/>
                  <a:gd name="T8" fmla="*/ 12 w 22"/>
                  <a:gd name="T9" fmla="*/ 1 h 10"/>
                  <a:gd name="T10" fmla="*/ 15 w 22"/>
                  <a:gd name="T11" fmla="*/ 0 h 10"/>
                  <a:gd name="T12" fmla="*/ 20 w 22"/>
                  <a:gd name="T13" fmla="*/ 0 h 10"/>
                  <a:gd name="T14" fmla="*/ 22 w 22"/>
                  <a:gd name="T15" fmla="*/ 2 h 10"/>
                  <a:gd name="T16" fmla="*/ 17 w 22"/>
                  <a:gd name="T17" fmla="*/ 5 h 10"/>
                  <a:gd name="T18" fmla="*/ 11 w 22"/>
                  <a:gd name="T19" fmla="*/ 7 h 10"/>
                  <a:gd name="T20" fmla="*/ 8 w 22"/>
                  <a:gd name="T21" fmla="*/ 9 h 10"/>
                  <a:gd name="T22" fmla="*/ 3 w 22"/>
                  <a:gd name="T23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0">
                    <a:moveTo>
                      <a:pt x="3" y="5"/>
                    </a:moveTo>
                    <a:cubicBezTo>
                      <a:pt x="3" y="4"/>
                      <a:pt x="5" y="4"/>
                      <a:pt x="6" y="4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3" y="1"/>
                      <a:pt x="14" y="0"/>
                      <a:pt x="15" y="0"/>
                    </a:cubicBezTo>
                    <a:cubicBezTo>
                      <a:pt x="17" y="0"/>
                      <a:pt x="18" y="0"/>
                      <a:pt x="20" y="0"/>
                    </a:cubicBezTo>
                    <a:cubicBezTo>
                      <a:pt x="21" y="0"/>
                      <a:pt x="22" y="0"/>
                      <a:pt x="22" y="2"/>
                    </a:cubicBezTo>
                    <a:cubicBezTo>
                      <a:pt x="21" y="4"/>
                      <a:pt x="18" y="4"/>
                      <a:pt x="17" y="5"/>
                    </a:cubicBezTo>
                    <a:cubicBezTo>
                      <a:pt x="15" y="5"/>
                      <a:pt x="13" y="6"/>
                      <a:pt x="11" y="7"/>
                    </a:cubicBezTo>
                    <a:cubicBezTo>
                      <a:pt x="10" y="7"/>
                      <a:pt x="9" y="8"/>
                      <a:pt x="8" y="9"/>
                    </a:cubicBezTo>
                    <a:cubicBezTo>
                      <a:pt x="6" y="10"/>
                      <a:pt x="0" y="8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9" name="Freeform 2770">
                <a:extLst>
                  <a:ext uri="{FF2B5EF4-FFF2-40B4-BE49-F238E27FC236}">
                    <a16:creationId xmlns:a16="http://schemas.microsoft.com/office/drawing/2014/main" id="{3EDB9DBA-535F-C349-A26E-04888727D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1223"/>
                <a:ext cx="4" cy="3"/>
              </a:xfrm>
              <a:custGeom>
                <a:avLst/>
                <a:gdLst>
                  <a:gd name="T0" fmla="*/ 2 w 10"/>
                  <a:gd name="T1" fmla="*/ 8 h 8"/>
                  <a:gd name="T2" fmla="*/ 0 w 10"/>
                  <a:gd name="T3" fmla="*/ 6 h 8"/>
                  <a:gd name="T4" fmla="*/ 1 w 10"/>
                  <a:gd name="T5" fmla="*/ 4 h 8"/>
                  <a:gd name="T6" fmla="*/ 3 w 10"/>
                  <a:gd name="T7" fmla="*/ 2 h 8"/>
                  <a:gd name="T8" fmla="*/ 3 w 10"/>
                  <a:gd name="T9" fmla="*/ 1 h 8"/>
                  <a:gd name="T10" fmla="*/ 5 w 10"/>
                  <a:gd name="T11" fmla="*/ 0 h 8"/>
                  <a:gd name="T12" fmla="*/ 5 w 10"/>
                  <a:gd name="T13" fmla="*/ 7 h 8"/>
                  <a:gd name="T14" fmla="*/ 2 w 10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8">
                    <a:moveTo>
                      <a:pt x="2" y="8"/>
                    </a:moveTo>
                    <a:cubicBezTo>
                      <a:pt x="1" y="8"/>
                      <a:pt x="0" y="7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10" y="0"/>
                      <a:pt x="8" y="6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0" name="Freeform 2771">
                <a:extLst>
                  <a:ext uri="{FF2B5EF4-FFF2-40B4-BE49-F238E27FC236}">
                    <a16:creationId xmlns:a16="http://schemas.microsoft.com/office/drawing/2014/main" id="{0A7863D0-3D48-8143-BDD9-5A44CB6DC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1239"/>
                <a:ext cx="3" cy="3"/>
              </a:xfrm>
              <a:custGeom>
                <a:avLst/>
                <a:gdLst>
                  <a:gd name="T0" fmla="*/ 4 w 7"/>
                  <a:gd name="T1" fmla="*/ 8 h 9"/>
                  <a:gd name="T2" fmla="*/ 1 w 7"/>
                  <a:gd name="T3" fmla="*/ 8 h 9"/>
                  <a:gd name="T4" fmla="*/ 0 w 7"/>
                  <a:gd name="T5" fmla="*/ 6 h 9"/>
                  <a:gd name="T6" fmla="*/ 2 w 7"/>
                  <a:gd name="T7" fmla="*/ 1 h 9"/>
                  <a:gd name="T8" fmla="*/ 4 w 7"/>
                  <a:gd name="T9" fmla="*/ 0 h 9"/>
                  <a:gd name="T10" fmla="*/ 5 w 7"/>
                  <a:gd name="T11" fmla="*/ 1 h 9"/>
                  <a:gd name="T12" fmla="*/ 4 w 7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4" y="8"/>
                    </a:moveTo>
                    <a:cubicBezTo>
                      <a:pt x="3" y="9"/>
                      <a:pt x="2" y="9"/>
                      <a:pt x="1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7" y="4"/>
                      <a:pt x="7" y="7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1" name="Freeform 2772">
                <a:extLst>
                  <a:ext uri="{FF2B5EF4-FFF2-40B4-BE49-F238E27FC236}">
                    <a16:creationId xmlns:a16="http://schemas.microsoft.com/office/drawing/2014/main" id="{A6C30153-8BE6-5B48-A46F-7915C4A54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1239"/>
                <a:ext cx="9" cy="5"/>
              </a:xfrm>
              <a:custGeom>
                <a:avLst/>
                <a:gdLst>
                  <a:gd name="T0" fmla="*/ 3 w 22"/>
                  <a:gd name="T1" fmla="*/ 10 h 12"/>
                  <a:gd name="T2" fmla="*/ 4 w 22"/>
                  <a:gd name="T3" fmla="*/ 6 h 12"/>
                  <a:gd name="T4" fmla="*/ 5 w 22"/>
                  <a:gd name="T5" fmla="*/ 2 h 12"/>
                  <a:gd name="T6" fmla="*/ 9 w 22"/>
                  <a:gd name="T7" fmla="*/ 0 h 12"/>
                  <a:gd name="T8" fmla="*/ 11 w 22"/>
                  <a:gd name="T9" fmla="*/ 0 h 12"/>
                  <a:gd name="T10" fmla="*/ 16 w 22"/>
                  <a:gd name="T11" fmla="*/ 3 h 12"/>
                  <a:gd name="T12" fmla="*/ 20 w 22"/>
                  <a:gd name="T13" fmla="*/ 6 h 12"/>
                  <a:gd name="T14" fmla="*/ 16 w 22"/>
                  <a:gd name="T15" fmla="*/ 11 h 12"/>
                  <a:gd name="T16" fmla="*/ 11 w 22"/>
                  <a:gd name="T17" fmla="*/ 10 h 12"/>
                  <a:gd name="T18" fmla="*/ 9 w 22"/>
                  <a:gd name="T19" fmla="*/ 12 h 12"/>
                  <a:gd name="T20" fmla="*/ 6 w 22"/>
                  <a:gd name="T21" fmla="*/ 11 h 12"/>
                  <a:gd name="T22" fmla="*/ 3 w 22"/>
                  <a:gd name="T2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2">
                    <a:moveTo>
                      <a:pt x="3" y="10"/>
                    </a:moveTo>
                    <a:cubicBezTo>
                      <a:pt x="0" y="8"/>
                      <a:pt x="2" y="8"/>
                      <a:pt x="4" y="6"/>
                    </a:cubicBezTo>
                    <a:cubicBezTo>
                      <a:pt x="5" y="5"/>
                      <a:pt x="5" y="4"/>
                      <a:pt x="5" y="2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3" y="1"/>
                      <a:pt x="14" y="2"/>
                      <a:pt x="16" y="3"/>
                    </a:cubicBezTo>
                    <a:cubicBezTo>
                      <a:pt x="17" y="4"/>
                      <a:pt x="19" y="4"/>
                      <a:pt x="20" y="6"/>
                    </a:cubicBezTo>
                    <a:cubicBezTo>
                      <a:pt x="22" y="8"/>
                      <a:pt x="19" y="12"/>
                      <a:pt x="16" y="11"/>
                    </a:cubicBezTo>
                    <a:cubicBezTo>
                      <a:pt x="15" y="11"/>
                      <a:pt x="13" y="8"/>
                      <a:pt x="11" y="10"/>
                    </a:cubicBezTo>
                    <a:cubicBezTo>
                      <a:pt x="10" y="10"/>
                      <a:pt x="10" y="11"/>
                      <a:pt x="9" y="12"/>
                    </a:cubicBezTo>
                    <a:cubicBezTo>
                      <a:pt x="8" y="12"/>
                      <a:pt x="7" y="11"/>
                      <a:pt x="6" y="11"/>
                    </a:cubicBezTo>
                    <a:cubicBezTo>
                      <a:pt x="5" y="11"/>
                      <a:pt x="4" y="11"/>
                      <a:pt x="3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2" name="Freeform 2773">
                <a:extLst>
                  <a:ext uri="{FF2B5EF4-FFF2-40B4-BE49-F238E27FC236}">
                    <a16:creationId xmlns:a16="http://schemas.microsoft.com/office/drawing/2014/main" id="{812B7DF4-E584-D043-A9A0-EDDE804D4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229"/>
                <a:ext cx="3" cy="3"/>
              </a:xfrm>
              <a:custGeom>
                <a:avLst/>
                <a:gdLst>
                  <a:gd name="T0" fmla="*/ 1 w 7"/>
                  <a:gd name="T1" fmla="*/ 4 h 6"/>
                  <a:gd name="T2" fmla="*/ 1 w 7"/>
                  <a:gd name="T3" fmla="*/ 2 h 6"/>
                  <a:gd name="T4" fmla="*/ 4 w 7"/>
                  <a:gd name="T5" fmla="*/ 1 h 6"/>
                  <a:gd name="T6" fmla="*/ 1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4"/>
                      <a:pt x="0" y="2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7" y="2"/>
                      <a:pt x="2" y="6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3" name="Freeform 2774">
                <a:extLst>
                  <a:ext uri="{FF2B5EF4-FFF2-40B4-BE49-F238E27FC236}">
                    <a16:creationId xmlns:a16="http://schemas.microsoft.com/office/drawing/2014/main" id="{EE6CA33D-42F2-C24B-8928-DD89087FA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1222"/>
                <a:ext cx="5" cy="3"/>
              </a:xfrm>
              <a:custGeom>
                <a:avLst/>
                <a:gdLst>
                  <a:gd name="T0" fmla="*/ 2 w 11"/>
                  <a:gd name="T1" fmla="*/ 1 h 6"/>
                  <a:gd name="T2" fmla="*/ 6 w 11"/>
                  <a:gd name="T3" fmla="*/ 1 h 6"/>
                  <a:gd name="T4" fmla="*/ 9 w 11"/>
                  <a:gd name="T5" fmla="*/ 0 h 6"/>
                  <a:gd name="T6" fmla="*/ 10 w 11"/>
                  <a:gd name="T7" fmla="*/ 3 h 6"/>
                  <a:gd name="T8" fmla="*/ 6 w 11"/>
                  <a:gd name="T9" fmla="*/ 5 h 6"/>
                  <a:gd name="T10" fmla="*/ 2 w 11"/>
                  <a:gd name="T11" fmla="*/ 6 h 6"/>
                  <a:gd name="T12" fmla="*/ 0 w 11"/>
                  <a:gd name="T13" fmla="*/ 3 h 6"/>
                  <a:gd name="T14" fmla="*/ 2 w 11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2" y="1"/>
                    </a:moveTo>
                    <a:cubicBezTo>
                      <a:pt x="4" y="1"/>
                      <a:pt x="5" y="1"/>
                      <a:pt x="6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0"/>
                      <a:pt x="11" y="2"/>
                      <a:pt x="10" y="3"/>
                    </a:cubicBezTo>
                    <a:cubicBezTo>
                      <a:pt x="9" y="4"/>
                      <a:pt x="7" y="4"/>
                      <a:pt x="6" y="5"/>
                    </a:cubicBezTo>
                    <a:cubicBezTo>
                      <a:pt x="5" y="5"/>
                      <a:pt x="3" y="6"/>
                      <a:pt x="2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4" name="Freeform 2775">
                <a:extLst>
                  <a:ext uri="{FF2B5EF4-FFF2-40B4-BE49-F238E27FC236}">
                    <a16:creationId xmlns:a16="http://schemas.microsoft.com/office/drawing/2014/main" id="{BACDC3A6-F5F0-A44D-9E51-0B20154F5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223"/>
                <a:ext cx="28" cy="13"/>
              </a:xfrm>
              <a:custGeom>
                <a:avLst/>
                <a:gdLst>
                  <a:gd name="T0" fmla="*/ 63 w 69"/>
                  <a:gd name="T1" fmla="*/ 2 h 31"/>
                  <a:gd name="T2" fmla="*/ 67 w 69"/>
                  <a:gd name="T3" fmla="*/ 2 h 31"/>
                  <a:gd name="T4" fmla="*/ 67 w 69"/>
                  <a:gd name="T5" fmla="*/ 13 h 31"/>
                  <a:gd name="T6" fmla="*/ 68 w 69"/>
                  <a:gd name="T7" fmla="*/ 20 h 31"/>
                  <a:gd name="T8" fmla="*/ 54 w 69"/>
                  <a:gd name="T9" fmla="*/ 28 h 31"/>
                  <a:gd name="T10" fmla="*/ 34 w 69"/>
                  <a:gd name="T11" fmla="*/ 31 h 31"/>
                  <a:gd name="T12" fmla="*/ 27 w 69"/>
                  <a:gd name="T13" fmla="*/ 31 h 31"/>
                  <a:gd name="T14" fmla="*/ 24 w 69"/>
                  <a:gd name="T15" fmla="*/ 30 h 31"/>
                  <a:gd name="T16" fmla="*/ 26 w 69"/>
                  <a:gd name="T17" fmla="*/ 28 h 31"/>
                  <a:gd name="T18" fmla="*/ 28 w 69"/>
                  <a:gd name="T19" fmla="*/ 25 h 31"/>
                  <a:gd name="T20" fmla="*/ 26 w 69"/>
                  <a:gd name="T21" fmla="*/ 24 h 31"/>
                  <a:gd name="T22" fmla="*/ 19 w 69"/>
                  <a:gd name="T23" fmla="*/ 24 h 31"/>
                  <a:gd name="T24" fmla="*/ 12 w 69"/>
                  <a:gd name="T25" fmla="*/ 24 h 31"/>
                  <a:gd name="T26" fmla="*/ 6 w 69"/>
                  <a:gd name="T27" fmla="*/ 27 h 31"/>
                  <a:gd name="T28" fmla="*/ 1 w 69"/>
                  <a:gd name="T29" fmla="*/ 24 h 31"/>
                  <a:gd name="T30" fmla="*/ 10 w 69"/>
                  <a:gd name="T31" fmla="*/ 19 h 31"/>
                  <a:gd name="T32" fmla="*/ 22 w 69"/>
                  <a:gd name="T33" fmla="*/ 19 h 31"/>
                  <a:gd name="T34" fmla="*/ 31 w 69"/>
                  <a:gd name="T35" fmla="*/ 20 h 31"/>
                  <a:gd name="T36" fmla="*/ 40 w 69"/>
                  <a:gd name="T37" fmla="*/ 16 h 31"/>
                  <a:gd name="T38" fmla="*/ 43 w 69"/>
                  <a:gd name="T39" fmla="*/ 13 h 31"/>
                  <a:gd name="T40" fmla="*/ 48 w 69"/>
                  <a:gd name="T41" fmla="*/ 11 h 31"/>
                  <a:gd name="T42" fmla="*/ 52 w 69"/>
                  <a:gd name="T43" fmla="*/ 9 h 31"/>
                  <a:gd name="T44" fmla="*/ 55 w 69"/>
                  <a:gd name="T45" fmla="*/ 7 h 31"/>
                  <a:gd name="T46" fmla="*/ 63 w 69"/>
                  <a:gd name="T47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" h="31">
                    <a:moveTo>
                      <a:pt x="63" y="2"/>
                    </a:moveTo>
                    <a:cubicBezTo>
                      <a:pt x="64" y="1"/>
                      <a:pt x="66" y="0"/>
                      <a:pt x="67" y="2"/>
                    </a:cubicBezTo>
                    <a:cubicBezTo>
                      <a:pt x="69" y="5"/>
                      <a:pt x="67" y="10"/>
                      <a:pt x="67" y="13"/>
                    </a:cubicBezTo>
                    <a:cubicBezTo>
                      <a:pt x="67" y="15"/>
                      <a:pt x="68" y="18"/>
                      <a:pt x="68" y="20"/>
                    </a:cubicBezTo>
                    <a:cubicBezTo>
                      <a:pt x="66" y="26"/>
                      <a:pt x="59" y="27"/>
                      <a:pt x="54" y="28"/>
                    </a:cubicBezTo>
                    <a:cubicBezTo>
                      <a:pt x="47" y="29"/>
                      <a:pt x="41" y="30"/>
                      <a:pt x="34" y="31"/>
                    </a:cubicBezTo>
                    <a:cubicBezTo>
                      <a:pt x="32" y="31"/>
                      <a:pt x="29" y="31"/>
                      <a:pt x="27" y="31"/>
                    </a:cubicBezTo>
                    <a:cubicBezTo>
                      <a:pt x="26" y="31"/>
                      <a:pt x="24" y="31"/>
                      <a:pt x="24" y="30"/>
                    </a:cubicBezTo>
                    <a:cubicBezTo>
                      <a:pt x="24" y="30"/>
                      <a:pt x="26" y="28"/>
                      <a:pt x="26" y="28"/>
                    </a:cubicBezTo>
                    <a:cubicBezTo>
                      <a:pt x="27" y="27"/>
                      <a:pt x="28" y="26"/>
                      <a:pt x="28" y="25"/>
                    </a:cubicBezTo>
                    <a:cubicBezTo>
                      <a:pt x="28" y="24"/>
                      <a:pt x="26" y="24"/>
                      <a:pt x="26" y="24"/>
                    </a:cubicBezTo>
                    <a:cubicBezTo>
                      <a:pt x="23" y="24"/>
                      <a:pt x="21" y="25"/>
                      <a:pt x="19" y="24"/>
                    </a:cubicBezTo>
                    <a:cubicBezTo>
                      <a:pt x="17" y="24"/>
                      <a:pt x="14" y="23"/>
                      <a:pt x="12" y="24"/>
                    </a:cubicBezTo>
                    <a:cubicBezTo>
                      <a:pt x="10" y="25"/>
                      <a:pt x="9" y="27"/>
                      <a:pt x="6" y="27"/>
                    </a:cubicBezTo>
                    <a:cubicBezTo>
                      <a:pt x="4" y="27"/>
                      <a:pt x="0" y="27"/>
                      <a:pt x="1" y="24"/>
                    </a:cubicBezTo>
                    <a:cubicBezTo>
                      <a:pt x="3" y="21"/>
                      <a:pt x="8" y="20"/>
                      <a:pt x="10" y="19"/>
                    </a:cubicBezTo>
                    <a:cubicBezTo>
                      <a:pt x="14" y="18"/>
                      <a:pt x="18" y="18"/>
                      <a:pt x="22" y="19"/>
                    </a:cubicBezTo>
                    <a:cubicBezTo>
                      <a:pt x="25" y="19"/>
                      <a:pt x="28" y="20"/>
                      <a:pt x="31" y="20"/>
                    </a:cubicBezTo>
                    <a:cubicBezTo>
                      <a:pt x="34" y="19"/>
                      <a:pt x="37" y="18"/>
                      <a:pt x="40" y="16"/>
                    </a:cubicBezTo>
                    <a:cubicBezTo>
                      <a:pt x="41" y="15"/>
                      <a:pt x="42" y="14"/>
                      <a:pt x="43" y="13"/>
                    </a:cubicBezTo>
                    <a:cubicBezTo>
                      <a:pt x="45" y="13"/>
                      <a:pt x="46" y="12"/>
                      <a:pt x="48" y="11"/>
                    </a:cubicBezTo>
                    <a:cubicBezTo>
                      <a:pt x="49" y="11"/>
                      <a:pt x="50" y="9"/>
                      <a:pt x="52" y="9"/>
                    </a:cubicBezTo>
                    <a:cubicBezTo>
                      <a:pt x="53" y="8"/>
                      <a:pt x="54" y="8"/>
                      <a:pt x="55" y="7"/>
                    </a:cubicBezTo>
                    <a:cubicBezTo>
                      <a:pt x="58" y="6"/>
                      <a:pt x="61" y="4"/>
                      <a:pt x="6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5" name="Freeform 2776">
                <a:extLst>
                  <a:ext uri="{FF2B5EF4-FFF2-40B4-BE49-F238E27FC236}">
                    <a16:creationId xmlns:a16="http://schemas.microsoft.com/office/drawing/2014/main" id="{48B2BA32-F403-E641-800D-0A008FAA1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244"/>
                <a:ext cx="5" cy="2"/>
              </a:xfrm>
              <a:custGeom>
                <a:avLst/>
                <a:gdLst>
                  <a:gd name="T0" fmla="*/ 3 w 13"/>
                  <a:gd name="T1" fmla="*/ 4 h 5"/>
                  <a:gd name="T2" fmla="*/ 1 w 13"/>
                  <a:gd name="T3" fmla="*/ 3 h 5"/>
                  <a:gd name="T4" fmla="*/ 0 w 13"/>
                  <a:gd name="T5" fmla="*/ 1 h 5"/>
                  <a:gd name="T6" fmla="*/ 3 w 13"/>
                  <a:gd name="T7" fmla="*/ 0 h 5"/>
                  <a:gd name="T8" fmla="*/ 5 w 13"/>
                  <a:gd name="T9" fmla="*/ 0 h 5"/>
                  <a:gd name="T10" fmla="*/ 8 w 13"/>
                  <a:gd name="T11" fmla="*/ 0 h 5"/>
                  <a:gd name="T12" fmla="*/ 12 w 13"/>
                  <a:gd name="T13" fmla="*/ 2 h 5"/>
                  <a:gd name="T14" fmla="*/ 13 w 13"/>
                  <a:gd name="T15" fmla="*/ 4 h 5"/>
                  <a:gd name="T16" fmla="*/ 10 w 13"/>
                  <a:gd name="T17" fmla="*/ 5 h 5"/>
                  <a:gd name="T18" fmla="*/ 3 w 13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5">
                    <a:moveTo>
                      <a:pt x="3" y="4"/>
                    </a:moveTo>
                    <a:cubicBezTo>
                      <a:pt x="2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11" y="1"/>
                      <a:pt x="12" y="2"/>
                    </a:cubicBezTo>
                    <a:cubicBezTo>
                      <a:pt x="12" y="3"/>
                      <a:pt x="13" y="3"/>
                      <a:pt x="13" y="4"/>
                    </a:cubicBezTo>
                    <a:cubicBezTo>
                      <a:pt x="13" y="5"/>
                      <a:pt x="10" y="5"/>
                      <a:pt x="10" y="5"/>
                    </a:cubicBezTo>
                    <a:cubicBezTo>
                      <a:pt x="7" y="5"/>
                      <a:pt x="5" y="4"/>
                      <a:pt x="3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6" name="Freeform 2777">
                <a:extLst>
                  <a:ext uri="{FF2B5EF4-FFF2-40B4-BE49-F238E27FC236}">
                    <a16:creationId xmlns:a16="http://schemas.microsoft.com/office/drawing/2014/main" id="{4A7492DE-C0F2-1C47-9275-0B1E23779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237"/>
                <a:ext cx="10" cy="3"/>
              </a:xfrm>
              <a:custGeom>
                <a:avLst/>
                <a:gdLst>
                  <a:gd name="T0" fmla="*/ 2 w 24"/>
                  <a:gd name="T1" fmla="*/ 7 h 7"/>
                  <a:gd name="T2" fmla="*/ 0 w 24"/>
                  <a:gd name="T3" fmla="*/ 4 h 7"/>
                  <a:gd name="T4" fmla="*/ 3 w 24"/>
                  <a:gd name="T5" fmla="*/ 4 h 7"/>
                  <a:gd name="T6" fmla="*/ 7 w 24"/>
                  <a:gd name="T7" fmla="*/ 3 h 7"/>
                  <a:gd name="T8" fmla="*/ 12 w 24"/>
                  <a:gd name="T9" fmla="*/ 2 h 7"/>
                  <a:gd name="T10" fmla="*/ 18 w 24"/>
                  <a:gd name="T11" fmla="*/ 1 h 7"/>
                  <a:gd name="T12" fmla="*/ 22 w 24"/>
                  <a:gd name="T13" fmla="*/ 0 h 7"/>
                  <a:gd name="T14" fmla="*/ 24 w 24"/>
                  <a:gd name="T15" fmla="*/ 3 h 7"/>
                  <a:gd name="T16" fmla="*/ 20 w 24"/>
                  <a:gd name="T17" fmla="*/ 5 h 7"/>
                  <a:gd name="T18" fmla="*/ 12 w 24"/>
                  <a:gd name="T19" fmla="*/ 6 h 7"/>
                  <a:gd name="T20" fmla="*/ 7 w 24"/>
                  <a:gd name="T21" fmla="*/ 6 h 7"/>
                  <a:gd name="T22" fmla="*/ 2 w 24"/>
                  <a:gd name="T2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7">
                    <a:moveTo>
                      <a:pt x="2" y="7"/>
                    </a:moveTo>
                    <a:cubicBezTo>
                      <a:pt x="1" y="7"/>
                      <a:pt x="0" y="6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5" y="3"/>
                      <a:pt x="7" y="3"/>
                    </a:cubicBezTo>
                    <a:cubicBezTo>
                      <a:pt x="8" y="3"/>
                      <a:pt x="10" y="2"/>
                      <a:pt x="12" y="2"/>
                    </a:cubicBezTo>
                    <a:cubicBezTo>
                      <a:pt x="14" y="2"/>
                      <a:pt x="16" y="2"/>
                      <a:pt x="18" y="1"/>
                    </a:cubicBezTo>
                    <a:cubicBezTo>
                      <a:pt x="19" y="0"/>
                      <a:pt x="20" y="0"/>
                      <a:pt x="22" y="0"/>
                    </a:cubicBezTo>
                    <a:cubicBezTo>
                      <a:pt x="23" y="0"/>
                      <a:pt x="24" y="2"/>
                      <a:pt x="24" y="3"/>
                    </a:cubicBezTo>
                    <a:cubicBezTo>
                      <a:pt x="24" y="5"/>
                      <a:pt x="21" y="5"/>
                      <a:pt x="20" y="5"/>
                    </a:cubicBezTo>
                    <a:cubicBezTo>
                      <a:pt x="17" y="5"/>
                      <a:pt x="15" y="5"/>
                      <a:pt x="12" y="6"/>
                    </a:cubicBezTo>
                    <a:cubicBezTo>
                      <a:pt x="11" y="6"/>
                      <a:pt x="9" y="5"/>
                      <a:pt x="7" y="6"/>
                    </a:cubicBezTo>
                    <a:cubicBezTo>
                      <a:pt x="5" y="6"/>
                      <a:pt x="4" y="7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7" name="Freeform 2778">
                <a:extLst>
                  <a:ext uri="{FF2B5EF4-FFF2-40B4-BE49-F238E27FC236}">
                    <a16:creationId xmlns:a16="http://schemas.microsoft.com/office/drawing/2014/main" id="{FB75787C-95E5-624D-9764-BAD5842C8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239"/>
                <a:ext cx="48" cy="22"/>
              </a:xfrm>
              <a:custGeom>
                <a:avLst/>
                <a:gdLst>
                  <a:gd name="T0" fmla="*/ 45 w 117"/>
                  <a:gd name="T1" fmla="*/ 7 h 55"/>
                  <a:gd name="T2" fmla="*/ 49 w 117"/>
                  <a:gd name="T3" fmla="*/ 5 h 55"/>
                  <a:gd name="T4" fmla="*/ 55 w 117"/>
                  <a:gd name="T5" fmla="*/ 5 h 55"/>
                  <a:gd name="T6" fmla="*/ 63 w 117"/>
                  <a:gd name="T7" fmla="*/ 4 h 55"/>
                  <a:gd name="T8" fmla="*/ 72 w 117"/>
                  <a:gd name="T9" fmla="*/ 3 h 55"/>
                  <a:gd name="T10" fmla="*/ 75 w 117"/>
                  <a:gd name="T11" fmla="*/ 7 h 55"/>
                  <a:gd name="T12" fmla="*/ 79 w 117"/>
                  <a:gd name="T13" fmla="*/ 8 h 55"/>
                  <a:gd name="T14" fmla="*/ 83 w 117"/>
                  <a:gd name="T15" fmla="*/ 2 h 55"/>
                  <a:gd name="T16" fmla="*/ 89 w 117"/>
                  <a:gd name="T17" fmla="*/ 2 h 55"/>
                  <a:gd name="T18" fmla="*/ 88 w 117"/>
                  <a:gd name="T19" fmla="*/ 8 h 55"/>
                  <a:gd name="T20" fmla="*/ 88 w 117"/>
                  <a:gd name="T21" fmla="*/ 15 h 55"/>
                  <a:gd name="T22" fmla="*/ 100 w 117"/>
                  <a:gd name="T23" fmla="*/ 18 h 55"/>
                  <a:gd name="T24" fmla="*/ 112 w 117"/>
                  <a:gd name="T25" fmla="*/ 24 h 55"/>
                  <a:gd name="T26" fmla="*/ 117 w 117"/>
                  <a:gd name="T27" fmla="*/ 31 h 55"/>
                  <a:gd name="T28" fmla="*/ 109 w 117"/>
                  <a:gd name="T29" fmla="*/ 34 h 55"/>
                  <a:gd name="T30" fmla="*/ 104 w 117"/>
                  <a:gd name="T31" fmla="*/ 35 h 55"/>
                  <a:gd name="T32" fmla="*/ 99 w 117"/>
                  <a:gd name="T33" fmla="*/ 38 h 55"/>
                  <a:gd name="T34" fmla="*/ 97 w 117"/>
                  <a:gd name="T35" fmla="*/ 39 h 55"/>
                  <a:gd name="T36" fmla="*/ 91 w 117"/>
                  <a:gd name="T37" fmla="*/ 40 h 55"/>
                  <a:gd name="T38" fmla="*/ 85 w 117"/>
                  <a:gd name="T39" fmla="*/ 42 h 55"/>
                  <a:gd name="T40" fmla="*/ 80 w 117"/>
                  <a:gd name="T41" fmla="*/ 43 h 55"/>
                  <a:gd name="T42" fmla="*/ 76 w 117"/>
                  <a:gd name="T43" fmla="*/ 43 h 55"/>
                  <a:gd name="T44" fmla="*/ 65 w 117"/>
                  <a:gd name="T45" fmla="*/ 46 h 55"/>
                  <a:gd name="T46" fmla="*/ 53 w 117"/>
                  <a:gd name="T47" fmla="*/ 44 h 55"/>
                  <a:gd name="T48" fmla="*/ 41 w 117"/>
                  <a:gd name="T49" fmla="*/ 46 h 55"/>
                  <a:gd name="T50" fmla="*/ 31 w 117"/>
                  <a:gd name="T51" fmla="*/ 51 h 55"/>
                  <a:gd name="T52" fmla="*/ 21 w 117"/>
                  <a:gd name="T53" fmla="*/ 54 h 55"/>
                  <a:gd name="T54" fmla="*/ 18 w 117"/>
                  <a:gd name="T55" fmla="*/ 53 h 55"/>
                  <a:gd name="T56" fmla="*/ 13 w 117"/>
                  <a:gd name="T57" fmla="*/ 51 h 55"/>
                  <a:gd name="T58" fmla="*/ 7 w 117"/>
                  <a:gd name="T59" fmla="*/ 44 h 55"/>
                  <a:gd name="T60" fmla="*/ 6 w 117"/>
                  <a:gd name="T61" fmla="*/ 41 h 55"/>
                  <a:gd name="T62" fmla="*/ 8 w 117"/>
                  <a:gd name="T63" fmla="*/ 38 h 55"/>
                  <a:gd name="T64" fmla="*/ 10 w 117"/>
                  <a:gd name="T65" fmla="*/ 34 h 55"/>
                  <a:gd name="T66" fmla="*/ 15 w 117"/>
                  <a:gd name="T67" fmla="*/ 30 h 55"/>
                  <a:gd name="T68" fmla="*/ 15 w 117"/>
                  <a:gd name="T69" fmla="*/ 27 h 55"/>
                  <a:gd name="T70" fmla="*/ 9 w 117"/>
                  <a:gd name="T71" fmla="*/ 30 h 55"/>
                  <a:gd name="T72" fmla="*/ 0 w 117"/>
                  <a:gd name="T73" fmla="*/ 35 h 55"/>
                  <a:gd name="T74" fmla="*/ 12 w 117"/>
                  <a:gd name="T75" fmla="*/ 24 h 55"/>
                  <a:gd name="T76" fmla="*/ 20 w 117"/>
                  <a:gd name="T77" fmla="*/ 20 h 55"/>
                  <a:gd name="T78" fmla="*/ 32 w 117"/>
                  <a:gd name="T79" fmla="*/ 21 h 55"/>
                  <a:gd name="T80" fmla="*/ 42 w 117"/>
                  <a:gd name="T81" fmla="*/ 21 h 55"/>
                  <a:gd name="T82" fmla="*/ 49 w 117"/>
                  <a:gd name="T83" fmla="*/ 20 h 55"/>
                  <a:gd name="T84" fmla="*/ 56 w 117"/>
                  <a:gd name="T85" fmla="*/ 20 h 55"/>
                  <a:gd name="T86" fmla="*/ 60 w 117"/>
                  <a:gd name="T87" fmla="*/ 20 h 55"/>
                  <a:gd name="T88" fmla="*/ 55 w 117"/>
                  <a:gd name="T89" fmla="*/ 17 h 55"/>
                  <a:gd name="T90" fmla="*/ 48 w 117"/>
                  <a:gd name="T91" fmla="*/ 14 h 55"/>
                  <a:gd name="T92" fmla="*/ 45 w 117"/>
                  <a:gd name="T93" fmla="*/ 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7" h="55">
                    <a:moveTo>
                      <a:pt x="45" y="7"/>
                    </a:moveTo>
                    <a:cubicBezTo>
                      <a:pt x="46" y="6"/>
                      <a:pt x="48" y="6"/>
                      <a:pt x="49" y="5"/>
                    </a:cubicBezTo>
                    <a:cubicBezTo>
                      <a:pt x="51" y="5"/>
                      <a:pt x="53" y="5"/>
                      <a:pt x="55" y="5"/>
                    </a:cubicBezTo>
                    <a:cubicBezTo>
                      <a:pt x="58" y="5"/>
                      <a:pt x="60" y="4"/>
                      <a:pt x="63" y="4"/>
                    </a:cubicBezTo>
                    <a:cubicBezTo>
                      <a:pt x="66" y="3"/>
                      <a:pt x="69" y="3"/>
                      <a:pt x="72" y="3"/>
                    </a:cubicBezTo>
                    <a:cubicBezTo>
                      <a:pt x="74" y="4"/>
                      <a:pt x="74" y="5"/>
                      <a:pt x="75" y="7"/>
                    </a:cubicBezTo>
                    <a:cubicBezTo>
                      <a:pt x="76" y="8"/>
                      <a:pt x="77" y="9"/>
                      <a:pt x="79" y="8"/>
                    </a:cubicBezTo>
                    <a:cubicBezTo>
                      <a:pt x="81" y="6"/>
                      <a:pt x="81" y="4"/>
                      <a:pt x="83" y="2"/>
                    </a:cubicBezTo>
                    <a:cubicBezTo>
                      <a:pt x="85" y="0"/>
                      <a:pt x="87" y="1"/>
                      <a:pt x="89" y="2"/>
                    </a:cubicBezTo>
                    <a:cubicBezTo>
                      <a:pt x="90" y="4"/>
                      <a:pt x="89" y="6"/>
                      <a:pt x="88" y="8"/>
                    </a:cubicBezTo>
                    <a:cubicBezTo>
                      <a:pt x="87" y="11"/>
                      <a:pt x="86" y="13"/>
                      <a:pt x="88" y="15"/>
                    </a:cubicBezTo>
                    <a:cubicBezTo>
                      <a:pt x="91" y="21"/>
                      <a:pt x="96" y="18"/>
                      <a:pt x="100" y="18"/>
                    </a:cubicBezTo>
                    <a:cubicBezTo>
                      <a:pt x="105" y="18"/>
                      <a:pt x="108" y="21"/>
                      <a:pt x="112" y="24"/>
                    </a:cubicBezTo>
                    <a:cubicBezTo>
                      <a:pt x="114" y="25"/>
                      <a:pt x="117" y="28"/>
                      <a:pt x="117" y="31"/>
                    </a:cubicBezTo>
                    <a:cubicBezTo>
                      <a:pt x="116" y="34"/>
                      <a:pt x="112" y="34"/>
                      <a:pt x="109" y="34"/>
                    </a:cubicBezTo>
                    <a:cubicBezTo>
                      <a:pt x="108" y="34"/>
                      <a:pt x="106" y="34"/>
                      <a:pt x="104" y="35"/>
                    </a:cubicBezTo>
                    <a:cubicBezTo>
                      <a:pt x="103" y="36"/>
                      <a:pt x="101" y="37"/>
                      <a:pt x="99" y="38"/>
                    </a:cubicBezTo>
                    <a:cubicBezTo>
                      <a:pt x="98" y="38"/>
                      <a:pt x="98" y="39"/>
                      <a:pt x="97" y="39"/>
                    </a:cubicBezTo>
                    <a:cubicBezTo>
                      <a:pt x="95" y="40"/>
                      <a:pt x="93" y="40"/>
                      <a:pt x="91" y="40"/>
                    </a:cubicBezTo>
                    <a:cubicBezTo>
                      <a:pt x="89" y="41"/>
                      <a:pt x="87" y="41"/>
                      <a:pt x="85" y="42"/>
                    </a:cubicBezTo>
                    <a:cubicBezTo>
                      <a:pt x="83" y="42"/>
                      <a:pt x="82" y="42"/>
                      <a:pt x="80" y="43"/>
                    </a:cubicBezTo>
                    <a:cubicBezTo>
                      <a:pt x="79" y="43"/>
                      <a:pt x="78" y="43"/>
                      <a:pt x="76" y="43"/>
                    </a:cubicBezTo>
                    <a:cubicBezTo>
                      <a:pt x="73" y="44"/>
                      <a:pt x="69" y="47"/>
                      <a:pt x="65" y="46"/>
                    </a:cubicBezTo>
                    <a:cubicBezTo>
                      <a:pt x="61" y="44"/>
                      <a:pt x="57" y="45"/>
                      <a:pt x="53" y="44"/>
                    </a:cubicBezTo>
                    <a:cubicBezTo>
                      <a:pt x="48" y="44"/>
                      <a:pt x="44" y="44"/>
                      <a:pt x="41" y="46"/>
                    </a:cubicBezTo>
                    <a:cubicBezTo>
                      <a:pt x="37" y="47"/>
                      <a:pt x="34" y="49"/>
                      <a:pt x="31" y="51"/>
                    </a:cubicBezTo>
                    <a:cubicBezTo>
                      <a:pt x="28" y="54"/>
                      <a:pt x="25" y="55"/>
                      <a:pt x="21" y="54"/>
                    </a:cubicBezTo>
                    <a:cubicBezTo>
                      <a:pt x="20" y="54"/>
                      <a:pt x="19" y="53"/>
                      <a:pt x="18" y="53"/>
                    </a:cubicBezTo>
                    <a:cubicBezTo>
                      <a:pt x="16" y="52"/>
                      <a:pt x="14" y="52"/>
                      <a:pt x="13" y="51"/>
                    </a:cubicBezTo>
                    <a:cubicBezTo>
                      <a:pt x="10" y="50"/>
                      <a:pt x="8" y="47"/>
                      <a:pt x="7" y="44"/>
                    </a:cubicBezTo>
                    <a:cubicBezTo>
                      <a:pt x="7" y="43"/>
                      <a:pt x="6" y="42"/>
                      <a:pt x="6" y="41"/>
                    </a:cubicBezTo>
                    <a:cubicBezTo>
                      <a:pt x="7" y="39"/>
                      <a:pt x="8" y="39"/>
                      <a:pt x="8" y="38"/>
                    </a:cubicBezTo>
                    <a:cubicBezTo>
                      <a:pt x="9" y="36"/>
                      <a:pt x="9" y="35"/>
                      <a:pt x="10" y="34"/>
                    </a:cubicBezTo>
                    <a:cubicBezTo>
                      <a:pt x="12" y="33"/>
                      <a:pt x="14" y="32"/>
                      <a:pt x="15" y="30"/>
                    </a:cubicBezTo>
                    <a:cubicBezTo>
                      <a:pt x="16" y="29"/>
                      <a:pt x="17" y="27"/>
                      <a:pt x="15" y="27"/>
                    </a:cubicBezTo>
                    <a:cubicBezTo>
                      <a:pt x="13" y="27"/>
                      <a:pt x="11" y="29"/>
                      <a:pt x="9" y="30"/>
                    </a:cubicBezTo>
                    <a:cubicBezTo>
                      <a:pt x="6" y="32"/>
                      <a:pt x="3" y="33"/>
                      <a:pt x="0" y="35"/>
                    </a:cubicBezTo>
                    <a:cubicBezTo>
                      <a:pt x="2" y="29"/>
                      <a:pt x="8" y="28"/>
                      <a:pt x="12" y="24"/>
                    </a:cubicBezTo>
                    <a:cubicBezTo>
                      <a:pt x="15" y="22"/>
                      <a:pt x="17" y="21"/>
                      <a:pt x="20" y="20"/>
                    </a:cubicBezTo>
                    <a:cubicBezTo>
                      <a:pt x="24" y="19"/>
                      <a:pt x="28" y="20"/>
                      <a:pt x="32" y="21"/>
                    </a:cubicBezTo>
                    <a:cubicBezTo>
                      <a:pt x="35" y="21"/>
                      <a:pt x="38" y="22"/>
                      <a:pt x="42" y="21"/>
                    </a:cubicBezTo>
                    <a:cubicBezTo>
                      <a:pt x="44" y="21"/>
                      <a:pt x="46" y="20"/>
                      <a:pt x="49" y="20"/>
                    </a:cubicBezTo>
                    <a:cubicBezTo>
                      <a:pt x="51" y="19"/>
                      <a:pt x="53" y="19"/>
                      <a:pt x="56" y="20"/>
                    </a:cubicBezTo>
                    <a:cubicBezTo>
                      <a:pt x="57" y="20"/>
                      <a:pt x="60" y="22"/>
                      <a:pt x="60" y="20"/>
                    </a:cubicBezTo>
                    <a:cubicBezTo>
                      <a:pt x="61" y="18"/>
                      <a:pt x="57" y="17"/>
                      <a:pt x="55" y="17"/>
                    </a:cubicBezTo>
                    <a:cubicBezTo>
                      <a:pt x="52" y="16"/>
                      <a:pt x="50" y="16"/>
                      <a:pt x="48" y="14"/>
                    </a:cubicBezTo>
                    <a:cubicBezTo>
                      <a:pt x="47" y="12"/>
                      <a:pt x="43" y="9"/>
                      <a:pt x="45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8" name="Freeform 2779">
                <a:extLst>
                  <a:ext uri="{FF2B5EF4-FFF2-40B4-BE49-F238E27FC236}">
                    <a16:creationId xmlns:a16="http://schemas.microsoft.com/office/drawing/2014/main" id="{6434EE4D-0809-7841-9EE7-A8E33A623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243"/>
                <a:ext cx="3" cy="2"/>
              </a:xfrm>
              <a:custGeom>
                <a:avLst/>
                <a:gdLst>
                  <a:gd name="T0" fmla="*/ 4 w 7"/>
                  <a:gd name="T1" fmla="*/ 1 h 4"/>
                  <a:gd name="T2" fmla="*/ 7 w 7"/>
                  <a:gd name="T3" fmla="*/ 2 h 4"/>
                  <a:gd name="T4" fmla="*/ 2 w 7"/>
                  <a:gd name="T5" fmla="*/ 4 h 4"/>
                  <a:gd name="T6" fmla="*/ 1 w 7"/>
                  <a:gd name="T7" fmla="*/ 1 h 4"/>
                  <a:gd name="T8" fmla="*/ 4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4" y="1"/>
                    </a:moveTo>
                    <a:cubicBezTo>
                      <a:pt x="5" y="0"/>
                      <a:pt x="7" y="1"/>
                      <a:pt x="7" y="2"/>
                    </a:cubicBezTo>
                    <a:cubicBezTo>
                      <a:pt x="6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9" name="Freeform 2780">
                <a:extLst>
                  <a:ext uri="{FF2B5EF4-FFF2-40B4-BE49-F238E27FC236}">
                    <a16:creationId xmlns:a16="http://schemas.microsoft.com/office/drawing/2014/main" id="{BE9E93C8-32C2-0944-B882-1AE56132D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257"/>
                <a:ext cx="3" cy="2"/>
              </a:xfrm>
              <a:custGeom>
                <a:avLst/>
                <a:gdLst>
                  <a:gd name="T0" fmla="*/ 0 w 6"/>
                  <a:gd name="T1" fmla="*/ 3 h 5"/>
                  <a:gd name="T2" fmla="*/ 2 w 6"/>
                  <a:gd name="T3" fmla="*/ 1 h 5"/>
                  <a:gd name="T4" fmla="*/ 4 w 6"/>
                  <a:gd name="T5" fmla="*/ 0 h 5"/>
                  <a:gd name="T6" fmla="*/ 6 w 6"/>
                  <a:gd name="T7" fmla="*/ 2 h 5"/>
                  <a:gd name="T8" fmla="*/ 4 w 6"/>
                  <a:gd name="T9" fmla="*/ 3 h 5"/>
                  <a:gd name="T10" fmla="*/ 3 w 6"/>
                  <a:gd name="T11" fmla="*/ 4 h 5"/>
                  <a:gd name="T12" fmla="*/ 3 w 6"/>
                  <a:gd name="T13" fmla="*/ 4 h 5"/>
                  <a:gd name="T14" fmla="*/ 0 w 6"/>
                  <a:gd name="T15" fmla="*/ 3 h 5"/>
                  <a:gd name="T16" fmla="*/ 0 w 6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6" y="1"/>
                      <a:pt x="6" y="2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0" name="Freeform 2781">
                <a:extLst>
                  <a:ext uri="{FF2B5EF4-FFF2-40B4-BE49-F238E27FC236}">
                    <a16:creationId xmlns:a16="http://schemas.microsoft.com/office/drawing/2014/main" id="{EDA42BFE-4B92-C549-A490-0D0743098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1261"/>
                <a:ext cx="2" cy="2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1 h 3"/>
                  <a:gd name="T4" fmla="*/ 4 w 5"/>
                  <a:gd name="T5" fmla="*/ 3 h 3"/>
                  <a:gd name="T6" fmla="*/ 2 w 5"/>
                  <a:gd name="T7" fmla="*/ 2 h 3"/>
                  <a:gd name="T8" fmla="*/ 2 w 5"/>
                  <a:gd name="T9" fmla="*/ 1 h 3"/>
                  <a:gd name="T10" fmla="*/ 1 w 5"/>
                  <a:gd name="T11" fmla="*/ 1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4" y="0"/>
                      <a:pt x="5" y="0"/>
                      <a:pt x="5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1" name="Freeform 2782">
                <a:extLst>
                  <a:ext uri="{FF2B5EF4-FFF2-40B4-BE49-F238E27FC236}">
                    <a16:creationId xmlns:a16="http://schemas.microsoft.com/office/drawing/2014/main" id="{4FDF2CCB-326E-1F4C-B3AA-7714AB27D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1364"/>
                <a:ext cx="4" cy="3"/>
              </a:xfrm>
              <a:custGeom>
                <a:avLst/>
                <a:gdLst>
                  <a:gd name="T0" fmla="*/ 1 w 10"/>
                  <a:gd name="T1" fmla="*/ 1 h 8"/>
                  <a:gd name="T2" fmla="*/ 3 w 10"/>
                  <a:gd name="T3" fmla="*/ 0 h 8"/>
                  <a:gd name="T4" fmla="*/ 7 w 10"/>
                  <a:gd name="T5" fmla="*/ 2 h 8"/>
                  <a:gd name="T6" fmla="*/ 9 w 10"/>
                  <a:gd name="T7" fmla="*/ 3 h 8"/>
                  <a:gd name="T8" fmla="*/ 4 w 10"/>
                  <a:gd name="T9" fmla="*/ 8 h 8"/>
                  <a:gd name="T10" fmla="*/ 2 w 10"/>
                  <a:gd name="T11" fmla="*/ 6 h 8"/>
                  <a:gd name="T12" fmla="*/ 1 w 10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1" y="1"/>
                    </a:moveTo>
                    <a:cubicBezTo>
                      <a:pt x="1" y="0"/>
                      <a:pt x="3" y="0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8" y="2"/>
                      <a:pt x="9" y="2"/>
                      <a:pt x="9" y="3"/>
                    </a:cubicBezTo>
                    <a:cubicBezTo>
                      <a:pt x="10" y="7"/>
                      <a:pt x="7" y="8"/>
                      <a:pt x="4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1" y="5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2" name="Freeform 2783">
                <a:extLst>
                  <a:ext uri="{FF2B5EF4-FFF2-40B4-BE49-F238E27FC236}">
                    <a16:creationId xmlns:a16="http://schemas.microsoft.com/office/drawing/2014/main" id="{5FA91B38-08A2-F74C-AFDA-63F1D2BEA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359"/>
                <a:ext cx="5" cy="4"/>
              </a:xfrm>
              <a:custGeom>
                <a:avLst/>
                <a:gdLst>
                  <a:gd name="T0" fmla="*/ 3 w 12"/>
                  <a:gd name="T1" fmla="*/ 1 h 10"/>
                  <a:gd name="T2" fmla="*/ 10 w 12"/>
                  <a:gd name="T3" fmla="*/ 4 h 10"/>
                  <a:gd name="T4" fmla="*/ 5 w 12"/>
                  <a:gd name="T5" fmla="*/ 9 h 10"/>
                  <a:gd name="T6" fmla="*/ 0 w 12"/>
                  <a:gd name="T7" fmla="*/ 5 h 10"/>
                  <a:gd name="T8" fmla="*/ 3 w 12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3" y="1"/>
                    </a:moveTo>
                    <a:cubicBezTo>
                      <a:pt x="5" y="0"/>
                      <a:pt x="9" y="2"/>
                      <a:pt x="10" y="4"/>
                    </a:cubicBezTo>
                    <a:cubicBezTo>
                      <a:pt x="12" y="7"/>
                      <a:pt x="8" y="9"/>
                      <a:pt x="5" y="9"/>
                    </a:cubicBezTo>
                    <a:cubicBezTo>
                      <a:pt x="3" y="10"/>
                      <a:pt x="0" y="8"/>
                      <a:pt x="0" y="5"/>
                    </a:cubicBezTo>
                    <a:cubicBezTo>
                      <a:pt x="0" y="3"/>
                      <a:pt x="2" y="2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3" name="Freeform 2784">
                <a:extLst>
                  <a:ext uri="{FF2B5EF4-FFF2-40B4-BE49-F238E27FC236}">
                    <a16:creationId xmlns:a16="http://schemas.microsoft.com/office/drawing/2014/main" id="{A5F1B13C-9EB8-1641-A768-71ABB4DC5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347"/>
                <a:ext cx="32" cy="23"/>
              </a:xfrm>
              <a:custGeom>
                <a:avLst/>
                <a:gdLst>
                  <a:gd name="T0" fmla="*/ 1 w 80"/>
                  <a:gd name="T1" fmla="*/ 44 h 57"/>
                  <a:gd name="T2" fmla="*/ 3 w 80"/>
                  <a:gd name="T3" fmla="*/ 43 h 57"/>
                  <a:gd name="T4" fmla="*/ 5 w 80"/>
                  <a:gd name="T5" fmla="*/ 44 h 57"/>
                  <a:gd name="T6" fmla="*/ 9 w 80"/>
                  <a:gd name="T7" fmla="*/ 45 h 57"/>
                  <a:gd name="T8" fmla="*/ 9 w 80"/>
                  <a:gd name="T9" fmla="*/ 43 h 57"/>
                  <a:gd name="T10" fmla="*/ 5 w 80"/>
                  <a:gd name="T11" fmla="*/ 40 h 57"/>
                  <a:gd name="T12" fmla="*/ 2 w 80"/>
                  <a:gd name="T13" fmla="*/ 37 h 57"/>
                  <a:gd name="T14" fmla="*/ 4 w 80"/>
                  <a:gd name="T15" fmla="*/ 35 h 57"/>
                  <a:gd name="T16" fmla="*/ 7 w 80"/>
                  <a:gd name="T17" fmla="*/ 35 h 57"/>
                  <a:gd name="T18" fmla="*/ 8 w 80"/>
                  <a:gd name="T19" fmla="*/ 30 h 57"/>
                  <a:gd name="T20" fmla="*/ 19 w 80"/>
                  <a:gd name="T21" fmla="*/ 29 h 57"/>
                  <a:gd name="T22" fmla="*/ 23 w 80"/>
                  <a:gd name="T23" fmla="*/ 30 h 57"/>
                  <a:gd name="T24" fmla="*/ 27 w 80"/>
                  <a:gd name="T25" fmla="*/ 29 h 57"/>
                  <a:gd name="T26" fmla="*/ 32 w 80"/>
                  <a:gd name="T27" fmla="*/ 30 h 57"/>
                  <a:gd name="T28" fmla="*/ 34 w 80"/>
                  <a:gd name="T29" fmla="*/ 32 h 57"/>
                  <a:gd name="T30" fmla="*/ 37 w 80"/>
                  <a:gd name="T31" fmla="*/ 34 h 57"/>
                  <a:gd name="T32" fmla="*/ 42 w 80"/>
                  <a:gd name="T33" fmla="*/ 34 h 57"/>
                  <a:gd name="T34" fmla="*/ 46 w 80"/>
                  <a:gd name="T35" fmla="*/ 25 h 57"/>
                  <a:gd name="T36" fmla="*/ 44 w 80"/>
                  <a:gd name="T37" fmla="*/ 19 h 57"/>
                  <a:gd name="T38" fmla="*/ 47 w 80"/>
                  <a:gd name="T39" fmla="*/ 10 h 57"/>
                  <a:gd name="T40" fmla="*/ 53 w 80"/>
                  <a:gd name="T41" fmla="*/ 2 h 57"/>
                  <a:gd name="T42" fmla="*/ 61 w 80"/>
                  <a:gd name="T43" fmla="*/ 1 h 57"/>
                  <a:gd name="T44" fmla="*/ 68 w 80"/>
                  <a:gd name="T45" fmla="*/ 7 h 57"/>
                  <a:gd name="T46" fmla="*/ 72 w 80"/>
                  <a:gd name="T47" fmla="*/ 15 h 57"/>
                  <a:gd name="T48" fmla="*/ 76 w 80"/>
                  <a:gd name="T49" fmla="*/ 22 h 57"/>
                  <a:gd name="T50" fmla="*/ 78 w 80"/>
                  <a:gd name="T51" fmla="*/ 27 h 57"/>
                  <a:gd name="T52" fmla="*/ 68 w 80"/>
                  <a:gd name="T53" fmla="*/ 32 h 57"/>
                  <a:gd name="T54" fmla="*/ 60 w 80"/>
                  <a:gd name="T55" fmla="*/ 38 h 57"/>
                  <a:gd name="T56" fmla="*/ 52 w 80"/>
                  <a:gd name="T57" fmla="*/ 43 h 57"/>
                  <a:gd name="T58" fmla="*/ 47 w 80"/>
                  <a:gd name="T59" fmla="*/ 47 h 57"/>
                  <a:gd name="T60" fmla="*/ 44 w 80"/>
                  <a:gd name="T61" fmla="*/ 48 h 57"/>
                  <a:gd name="T62" fmla="*/ 42 w 80"/>
                  <a:gd name="T63" fmla="*/ 46 h 57"/>
                  <a:gd name="T64" fmla="*/ 40 w 80"/>
                  <a:gd name="T65" fmla="*/ 42 h 57"/>
                  <a:gd name="T66" fmla="*/ 35 w 80"/>
                  <a:gd name="T67" fmla="*/ 44 h 57"/>
                  <a:gd name="T68" fmla="*/ 33 w 80"/>
                  <a:gd name="T69" fmla="*/ 53 h 57"/>
                  <a:gd name="T70" fmla="*/ 24 w 80"/>
                  <a:gd name="T71" fmla="*/ 57 h 57"/>
                  <a:gd name="T72" fmla="*/ 15 w 80"/>
                  <a:gd name="T73" fmla="*/ 55 h 57"/>
                  <a:gd name="T74" fmla="*/ 8 w 80"/>
                  <a:gd name="T75" fmla="*/ 52 h 57"/>
                  <a:gd name="T76" fmla="*/ 3 w 80"/>
                  <a:gd name="T77" fmla="*/ 47 h 57"/>
                  <a:gd name="T78" fmla="*/ 1 w 80"/>
                  <a:gd name="T79" fmla="*/ 4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0" h="57">
                    <a:moveTo>
                      <a:pt x="1" y="44"/>
                    </a:moveTo>
                    <a:cubicBezTo>
                      <a:pt x="2" y="44"/>
                      <a:pt x="3" y="43"/>
                      <a:pt x="3" y="43"/>
                    </a:cubicBezTo>
                    <a:cubicBezTo>
                      <a:pt x="4" y="43"/>
                      <a:pt x="4" y="43"/>
                      <a:pt x="5" y="44"/>
                    </a:cubicBezTo>
                    <a:cubicBezTo>
                      <a:pt x="6" y="44"/>
                      <a:pt x="7" y="45"/>
                      <a:pt x="9" y="45"/>
                    </a:cubicBezTo>
                    <a:cubicBezTo>
                      <a:pt x="11" y="45"/>
                      <a:pt x="10" y="44"/>
                      <a:pt x="9" y="43"/>
                    </a:cubicBezTo>
                    <a:cubicBezTo>
                      <a:pt x="8" y="41"/>
                      <a:pt x="7" y="41"/>
                      <a:pt x="5" y="40"/>
                    </a:cubicBezTo>
                    <a:cubicBezTo>
                      <a:pt x="4" y="39"/>
                      <a:pt x="3" y="38"/>
                      <a:pt x="2" y="37"/>
                    </a:cubicBezTo>
                    <a:cubicBezTo>
                      <a:pt x="2" y="36"/>
                      <a:pt x="3" y="35"/>
                      <a:pt x="4" y="35"/>
                    </a:cubicBezTo>
                    <a:cubicBezTo>
                      <a:pt x="5" y="35"/>
                      <a:pt x="7" y="37"/>
                      <a:pt x="7" y="35"/>
                    </a:cubicBezTo>
                    <a:cubicBezTo>
                      <a:pt x="8" y="33"/>
                      <a:pt x="7" y="31"/>
                      <a:pt x="8" y="30"/>
                    </a:cubicBezTo>
                    <a:cubicBezTo>
                      <a:pt x="10" y="27"/>
                      <a:pt x="16" y="28"/>
                      <a:pt x="19" y="29"/>
                    </a:cubicBezTo>
                    <a:cubicBezTo>
                      <a:pt x="20" y="30"/>
                      <a:pt x="21" y="30"/>
                      <a:pt x="23" y="30"/>
                    </a:cubicBezTo>
                    <a:cubicBezTo>
                      <a:pt x="24" y="30"/>
                      <a:pt x="25" y="29"/>
                      <a:pt x="27" y="29"/>
                    </a:cubicBezTo>
                    <a:cubicBezTo>
                      <a:pt x="29" y="29"/>
                      <a:pt x="30" y="29"/>
                      <a:pt x="32" y="30"/>
                    </a:cubicBezTo>
                    <a:cubicBezTo>
                      <a:pt x="33" y="31"/>
                      <a:pt x="34" y="31"/>
                      <a:pt x="34" y="32"/>
                    </a:cubicBezTo>
                    <a:cubicBezTo>
                      <a:pt x="35" y="32"/>
                      <a:pt x="36" y="33"/>
                      <a:pt x="37" y="34"/>
                    </a:cubicBezTo>
                    <a:cubicBezTo>
                      <a:pt x="39" y="36"/>
                      <a:pt x="41" y="36"/>
                      <a:pt x="42" y="34"/>
                    </a:cubicBezTo>
                    <a:cubicBezTo>
                      <a:pt x="45" y="32"/>
                      <a:pt x="47" y="28"/>
                      <a:pt x="46" y="25"/>
                    </a:cubicBezTo>
                    <a:cubicBezTo>
                      <a:pt x="46" y="23"/>
                      <a:pt x="45" y="21"/>
                      <a:pt x="44" y="19"/>
                    </a:cubicBezTo>
                    <a:cubicBezTo>
                      <a:pt x="44" y="16"/>
                      <a:pt x="45" y="13"/>
                      <a:pt x="47" y="10"/>
                    </a:cubicBezTo>
                    <a:cubicBezTo>
                      <a:pt x="49" y="7"/>
                      <a:pt x="51" y="5"/>
                      <a:pt x="53" y="2"/>
                    </a:cubicBezTo>
                    <a:cubicBezTo>
                      <a:pt x="56" y="0"/>
                      <a:pt x="58" y="0"/>
                      <a:pt x="61" y="1"/>
                    </a:cubicBezTo>
                    <a:cubicBezTo>
                      <a:pt x="63" y="3"/>
                      <a:pt x="66" y="5"/>
                      <a:pt x="68" y="7"/>
                    </a:cubicBezTo>
                    <a:cubicBezTo>
                      <a:pt x="71" y="9"/>
                      <a:pt x="72" y="11"/>
                      <a:pt x="72" y="15"/>
                    </a:cubicBezTo>
                    <a:cubicBezTo>
                      <a:pt x="73" y="18"/>
                      <a:pt x="73" y="20"/>
                      <a:pt x="76" y="22"/>
                    </a:cubicBezTo>
                    <a:cubicBezTo>
                      <a:pt x="77" y="23"/>
                      <a:pt x="80" y="25"/>
                      <a:pt x="78" y="27"/>
                    </a:cubicBezTo>
                    <a:cubicBezTo>
                      <a:pt x="75" y="30"/>
                      <a:pt x="71" y="31"/>
                      <a:pt x="68" y="32"/>
                    </a:cubicBezTo>
                    <a:cubicBezTo>
                      <a:pt x="65" y="34"/>
                      <a:pt x="62" y="36"/>
                      <a:pt x="60" y="38"/>
                    </a:cubicBezTo>
                    <a:cubicBezTo>
                      <a:pt x="57" y="40"/>
                      <a:pt x="54" y="42"/>
                      <a:pt x="52" y="43"/>
                    </a:cubicBezTo>
                    <a:cubicBezTo>
                      <a:pt x="50" y="44"/>
                      <a:pt x="49" y="45"/>
                      <a:pt x="47" y="47"/>
                    </a:cubicBezTo>
                    <a:cubicBezTo>
                      <a:pt x="46" y="47"/>
                      <a:pt x="45" y="48"/>
                      <a:pt x="44" y="48"/>
                    </a:cubicBezTo>
                    <a:cubicBezTo>
                      <a:pt x="43" y="48"/>
                      <a:pt x="43" y="47"/>
                      <a:pt x="42" y="46"/>
                    </a:cubicBezTo>
                    <a:cubicBezTo>
                      <a:pt x="42" y="45"/>
                      <a:pt x="41" y="43"/>
                      <a:pt x="40" y="42"/>
                    </a:cubicBezTo>
                    <a:cubicBezTo>
                      <a:pt x="38" y="39"/>
                      <a:pt x="36" y="41"/>
                      <a:pt x="35" y="44"/>
                    </a:cubicBezTo>
                    <a:cubicBezTo>
                      <a:pt x="34" y="47"/>
                      <a:pt x="35" y="50"/>
                      <a:pt x="33" y="53"/>
                    </a:cubicBezTo>
                    <a:cubicBezTo>
                      <a:pt x="31" y="56"/>
                      <a:pt x="27" y="57"/>
                      <a:pt x="24" y="57"/>
                    </a:cubicBezTo>
                    <a:cubicBezTo>
                      <a:pt x="21" y="57"/>
                      <a:pt x="18" y="56"/>
                      <a:pt x="15" y="55"/>
                    </a:cubicBezTo>
                    <a:cubicBezTo>
                      <a:pt x="12" y="55"/>
                      <a:pt x="9" y="54"/>
                      <a:pt x="8" y="52"/>
                    </a:cubicBezTo>
                    <a:cubicBezTo>
                      <a:pt x="6" y="50"/>
                      <a:pt x="5" y="49"/>
                      <a:pt x="3" y="47"/>
                    </a:cubicBezTo>
                    <a:cubicBezTo>
                      <a:pt x="2" y="47"/>
                      <a:pt x="0" y="45"/>
                      <a:pt x="1" y="4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4" name="Freeform 2785">
                <a:extLst>
                  <a:ext uri="{FF2B5EF4-FFF2-40B4-BE49-F238E27FC236}">
                    <a16:creationId xmlns:a16="http://schemas.microsoft.com/office/drawing/2014/main" id="{B9112C86-0293-F44F-8B13-6D46B3918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356"/>
                <a:ext cx="3" cy="4"/>
              </a:xfrm>
              <a:custGeom>
                <a:avLst/>
                <a:gdLst>
                  <a:gd name="T0" fmla="*/ 2 w 7"/>
                  <a:gd name="T1" fmla="*/ 2 h 9"/>
                  <a:gd name="T2" fmla="*/ 5 w 7"/>
                  <a:gd name="T3" fmla="*/ 0 h 9"/>
                  <a:gd name="T4" fmla="*/ 6 w 7"/>
                  <a:gd name="T5" fmla="*/ 2 h 9"/>
                  <a:gd name="T6" fmla="*/ 7 w 7"/>
                  <a:gd name="T7" fmla="*/ 4 h 9"/>
                  <a:gd name="T8" fmla="*/ 7 w 7"/>
                  <a:gd name="T9" fmla="*/ 6 h 9"/>
                  <a:gd name="T10" fmla="*/ 6 w 7"/>
                  <a:gd name="T11" fmla="*/ 7 h 9"/>
                  <a:gd name="T12" fmla="*/ 5 w 7"/>
                  <a:gd name="T13" fmla="*/ 8 h 9"/>
                  <a:gd name="T14" fmla="*/ 3 w 7"/>
                  <a:gd name="T15" fmla="*/ 7 h 9"/>
                  <a:gd name="T16" fmla="*/ 2 w 7"/>
                  <a:gd name="T1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2"/>
                    </a:moveTo>
                    <a:cubicBezTo>
                      <a:pt x="3" y="1"/>
                      <a:pt x="4" y="0"/>
                      <a:pt x="5" y="0"/>
                    </a:cubicBezTo>
                    <a:cubicBezTo>
                      <a:pt x="6" y="0"/>
                      <a:pt x="5" y="2"/>
                      <a:pt x="6" y="2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7"/>
                      <a:pt x="6" y="7"/>
                      <a:pt x="5" y="8"/>
                    </a:cubicBezTo>
                    <a:cubicBezTo>
                      <a:pt x="4" y="9"/>
                      <a:pt x="4" y="8"/>
                      <a:pt x="3" y="7"/>
                    </a:cubicBezTo>
                    <a:cubicBezTo>
                      <a:pt x="2" y="6"/>
                      <a:pt x="0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5" name="Freeform 2786">
                <a:extLst>
                  <a:ext uri="{FF2B5EF4-FFF2-40B4-BE49-F238E27FC236}">
                    <a16:creationId xmlns:a16="http://schemas.microsoft.com/office/drawing/2014/main" id="{8D69D380-9689-E24D-B915-29360C278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352"/>
                <a:ext cx="5" cy="5"/>
              </a:xfrm>
              <a:custGeom>
                <a:avLst/>
                <a:gdLst>
                  <a:gd name="T0" fmla="*/ 2 w 12"/>
                  <a:gd name="T1" fmla="*/ 5 h 12"/>
                  <a:gd name="T2" fmla="*/ 5 w 12"/>
                  <a:gd name="T3" fmla="*/ 1 h 12"/>
                  <a:gd name="T4" fmla="*/ 11 w 12"/>
                  <a:gd name="T5" fmla="*/ 3 h 12"/>
                  <a:gd name="T6" fmla="*/ 9 w 12"/>
                  <a:gd name="T7" fmla="*/ 6 h 12"/>
                  <a:gd name="T8" fmla="*/ 7 w 12"/>
                  <a:gd name="T9" fmla="*/ 11 h 12"/>
                  <a:gd name="T10" fmla="*/ 4 w 12"/>
                  <a:gd name="T11" fmla="*/ 12 h 12"/>
                  <a:gd name="T12" fmla="*/ 2 w 12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2" y="5"/>
                    </a:moveTo>
                    <a:cubicBezTo>
                      <a:pt x="1" y="3"/>
                      <a:pt x="3" y="2"/>
                      <a:pt x="5" y="1"/>
                    </a:cubicBezTo>
                    <a:cubicBezTo>
                      <a:pt x="6" y="0"/>
                      <a:pt x="10" y="1"/>
                      <a:pt x="11" y="3"/>
                    </a:cubicBezTo>
                    <a:cubicBezTo>
                      <a:pt x="12" y="4"/>
                      <a:pt x="11" y="5"/>
                      <a:pt x="9" y="6"/>
                    </a:cubicBezTo>
                    <a:cubicBezTo>
                      <a:pt x="8" y="8"/>
                      <a:pt x="8" y="10"/>
                      <a:pt x="7" y="11"/>
                    </a:cubicBezTo>
                    <a:cubicBezTo>
                      <a:pt x="6" y="12"/>
                      <a:pt x="5" y="12"/>
                      <a:pt x="4" y="12"/>
                    </a:cubicBezTo>
                    <a:cubicBezTo>
                      <a:pt x="0" y="11"/>
                      <a:pt x="2" y="8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6" name="Freeform 2787">
                <a:extLst>
                  <a:ext uri="{FF2B5EF4-FFF2-40B4-BE49-F238E27FC236}">
                    <a16:creationId xmlns:a16="http://schemas.microsoft.com/office/drawing/2014/main" id="{C0F42EAA-4F6D-2249-9C90-ED7435B01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354"/>
                <a:ext cx="2" cy="2"/>
              </a:xfrm>
              <a:custGeom>
                <a:avLst/>
                <a:gdLst>
                  <a:gd name="T0" fmla="*/ 2 w 5"/>
                  <a:gd name="T1" fmla="*/ 5 h 5"/>
                  <a:gd name="T2" fmla="*/ 1 w 5"/>
                  <a:gd name="T3" fmla="*/ 4 h 5"/>
                  <a:gd name="T4" fmla="*/ 0 w 5"/>
                  <a:gd name="T5" fmla="*/ 2 h 5"/>
                  <a:gd name="T6" fmla="*/ 3 w 5"/>
                  <a:gd name="T7" fmla="*/ 0 h 5"/>
                  <a:gd name="T8" fmla="*/ 5 w 5"/>
                  <a:gd name="T9" fmla="*/ 4 h 5"/>
                  <a:gd name="T10" fmla="*/ 2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4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7" name="Freeform 2788">
                <a:extLst>
                  <a:ext uri="{FF2B5EF4-FFF2-40B4-BE49-F238E27FC236}">
                    <a16:creationId xmlns:a16="http://schemas.microsoft.com/office/drawing/2014/main" id="{6AD4E399-22C0-F54C-91FC-A273A8013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350"/>
                <a:ext cx="2" cy="2"/>
              </a:xfrm>
              <a:custGeom>
                <a:avLst/>
                <a:gdLst>
                  <a:gd name="T0" fmla="*/ 3 w 7"/>
                  <a:gd name="T1" fmla="*/ 0 h 5"/>
                  <a:gd name="T2" fmla="*/ 6 w 7"/>
                  <a:gd name="T3" fmla="*/ 2 h 5"/>
                  <a:gd name="T4" fmla="*/ 2 w 7"/>
                  <a:gd name="T5" fmla="*/ 4 h 5"/>
                  <a:gd name="T6" fmla="*/ 3 w 7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4"/>
                      <a:pt x="3" y="5"/>
                      <a:pt x="2" y="4"/>
                    </a:cubicBezTo>
                    <a:cubicBezTo>
                      <a:pt x="0" y="3"/>
                      <a:pt x="1" y="1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8" name="Freeform 2789">
                <a:extLst>
                  <a:ext uri="{FF2B5EF4-FFF2-40B4-BE49-F238E27FC236}">
                    <a16:creationId xmlns:a16="http://schemas.microsoft.com/office/drawing/2014/main" id="{FAF71610-7890-2942-B005-B064EBD7C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346"/>
                <a:ext cx="3" cy="2"/>
              </a:xfrm>
              <a:custGeom>
                <a:avLst/>
                <a:gdLst>
                  <a:gd name="T0" fmla="*/ 1 w 7"/>
                  <a:gd name="T1" fmla="*/ 6 h 7"/>
                  <a:gd name="T2" fmla="*/ 0 w 7"/>
                  <a:gd name="T3" fmla="*/ 4 h 7"/>
                  <a:gd name="T4" fmla="*/ 2 w 7"/>
                  <a:gd name="T5" fmla="*/ 0 h 7"/>
                  <a:gd name="T6" fmla="*/ 6 w 7"/>
                  <a:gd name="T7" fmla="*/ 2 h 7"/>
                  <a:gd name="T8" fmla="*/ 7 w 7"/>
                  <a:gd name="T9" fmla="*/ 5 h 7"/>
                  <a:gd name="T10" fmla="*/ 4 w 7"/>
                  <a:gd name="T11" fmla="*/ 6 h 7"/>
                  <a:gd name="T12" fmla="*/ 1 w 7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1" y="6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6" y="6"/>
                      <a:pt x="5" y="6"/>
                      <a:pt x="4" y="6"/>
                    </a:cubicBezTo>
                    <a:cubicBezTo>
                      <a:pt x="3" y="7"/>
                      <a:pt x="2" y="7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9" name="Freeform 2790">
                <a:extLst>
                  <a:ext uri="{FF2B5EF4-FFF2-40B4-BE49-F238E27FC236}">
                    <a16:creationId xmlns:a16="http://schemas.microsoft.com/office/drawing/2014/main" id="{C9A2F428-F0AF-A044-BFC2-39E5CD41C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349"/>
                <a:ext cx="5" cy="5"/>
              </a:xfrm>
              <a:custGeom>
                <a:avLst/>
                <a:gdLst>
                  <a:gd name="T0" fmla="*/ 1 w 11"/>
                  <a:gd name="T1" fmla="*/ 9 h 12"/>
                  <a:gd name="T2" fmla="*/ 1 w 11"/>
                  <a:gd name="T3" fmla="*/ 6 h 12"/>
                  <a:gd name="T4" fmla="*/ 1 w 11"/>
                  <a:gd name="T5" fmla="*/ 3 h 12"/>
                  <a:gd name="T6" fmla="*/ 2 w 11"/>
                  <a:gd name="T7" fmla="*/ 1 h 12"/>
                  <a:gd name="T8" fmla="*/ 5 w 11"/>
                  <a:gd name="T9" fmla="*/ 0 h 12"/>
                  <a:gd name="T10" fmla="*/ 9 w 11"/>
                  <a:gd name="T11" fmla="*/ 3 h 12"/>
                  <a:gd name="T12" fmla="*/ 10 w 11"/>
                  <a:gd name="T13" fmla="*/ 5 h 12"/>
                  <a:gd name="T14" fmla="*/ 11 w 11"/>
                  <a:gd name="T15" fmla="*/ 7 h 12"/>
                  <a:gd name="T16" fmla="*/ 10 w 11"/>
                  <a:gd name="T17" fmla="*/ 10 h 12"/>
                  <a:gd name="T18" fmla="*/ 6 w 11"/>
                  <a:gd name="T19" fmla="*/ 11 h 12"/>
                  <a:gd name="T20" fmla="*/ 4 w 11"/>
                  <a:gd name="T21" fmla="*/ 10 h 12"/>
                  <a:gd name="T22" fmla="*/ 1 w 11"/>
                  <a:gd name="T2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2">
                    <a:moveTo>
                      <a:pt x="1" y="9"/>
                    </a:moveTo>
                    <a:cubicBezTo>
                      <a:pt x="0" y="9"/>
                      <a:pt x="0" y="7"/>
                      <a:pt x="1" y="6"/>
                    </a:cubicBezTo>
                    <a:cubicBezTo>
                      <a:pt x="1" y="5"/>
                      <a:pt x="1" y="5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7" y="0"/>
                      <a:pt x="9" y="1"/>
                      <a:pt x="9" y="3"/>
                    </a:cubicBezTo>
                    <a:cubicBezTo>
                      <a:pt x="9" y="4"/>
                      <a:pt x="9" y="4"/>
                      <a:pt x="10" y="5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1" y="8"/>
                      <a:pt x="11" y="9"/>
                      <a:pt x="10" y="10"/>
                    </a:cubicBezTo>
                    <a:cubicBezTo>
                      <a:pt x="10" y="12"/>
                      <a:pt x="8" y="11"/>
                      <a:pt x="6" y="11"/>
                    </a:cubicBezTo>
                    <a:cubicBezTo>
                      <a:pt x="5" y="10"/>
                      <a:pt x="5" y="10"/>
                      <a:pt x="4" y="10"/>
                    </a:cubicBezTo>
                    <a:cubicBezTo>
                      <a:pt x="3" y="10"/>
                      <a:pt x="2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0" name="Freeform 2791">
                <a:extLst>
                  <a:ext uri="{FF2B5EF4-FFF2-40B4-BE49-F238E27FC236}">
                    <a16:creationId xmlns:a16="http://schemas.microsoft.com/office/drawing/2014/main" id="{B59970B4-864C-E547-98CF-DF79B70E9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347"/>
                <a:ext cx="14" cy="6"/>
              </a:xfrm>
              <a:custGeom>
                <a:avLst/>
                <a:gdLst>
                  <a:gd name="T0" fmla="*/ 0 w 36"/>
                  <a:gd name="T1" fmla="*/ 6 h 15"/>
                  <a:gd name="T2" fmla="*/ 1 w 36"/>
                  <a:gd name="T3" fmla="*/ 3 h 15"/>
                  <a:gd name="T4" fmla="*/ 7 w 36"/>
                  <a:gd name="T5" fmla="*/ 1 h 15"/>
                  <a:gd name="T6" fmla="*/ 16 w 36"/>
                  <a:gd name="T7" fmla="*/ 0 h 15"/>
                  <a:gd name="T8" fmla="*/ 20 w 36"/>
                  <a:gd name="T9" fmla="*/ 1 h 15"/>
                  <a:gd name="T10" fmla="*/ 22 w 36"/>
                  <a:gd name="T11" fmla="*/ 1 h 15"/>
                  <a:gd name="T12" fmla="*/ 27 w 36"/>
                  <a:gd name="T13" fmla="*/ 3 h 15"/>
                  <a:gd name="T14" fmla="*/ 34 w 36"/>
                  <a:gd name="T15" fmla="*/ 6 h 15"/>
                  <a:gd name="T16" fmla="*/ 36 w 36"/>
                  <a:gd name="T17" fmla="*/ 11 h 15"/>
                  <a:gd name="T18" fmla="*/ 30 w 36"/>
                  <a:gd name="T19" fmla="*/ 14 h 15"/>
                  <a:gd name="T20" fmla="*/ 25 w 36"/>
                  <a:gd name="T21" fmla="*/ 15 h 15"/>
                  <a:gd name="T22" fmla="*/ 19 w 36"/>
                  <a:gd name="T23" fmla="*/ 15 h 15"/>
                  <a:gd name="T24" fmla="*/ 8 w 36"/>
                  <a:gd name="T25" fmla="*/ 13 h 15"/>
                  <a:gd name="T26" fmla="*/ 4 w 36"/>
                  <a:gd name="T27" fmla="*/ 13 h 15"/>
                  <a:gd name="T28" fmla="*/ 3 w 36"/>
                  <a:gd name="T29" fmla="*/ 10 h 15"/>
                  <a:gd name="T30" fmla="*/ 2 w 36"/>
                  <a:gd name="T31" fmla="*/ 7 h 15"/>
                  <a:gd name="T32" fmla="*/ 0 w 36"/>
                  <a:gd name="T3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15">
                    <a:moveTo>
                      <a:pt x="0" y="6"/>
                    </a:moveTo>
                    <a:cubicBezTo>
                      <a:pt x="0" y="4"/>
                      <a:pt x="0" y="4"/>
                      <a:pt x="1" y="3"/>
                    </a:cubicBezTo>
                    <a:cubicBezTo>
                      <a:pt x="3" y="2"/>
                      <a:pt x="5" y="1"/>
                      <a:pt x="7" y="1"/>
                    </a:cubicBezTo>
                    <a:cubicBezTo>
                      <a:pt x="10" y="0"/>
                      <a:pt x="13" y="0"/>
                      <a:pt x="16" y="0"/>
                    </a:cubicBezTo>
                    <a:cubicBezTo>
                      <a:pt x="17" y="0"/>
                      <a:pt x="18" y="1"/>
                      <a:pt x="20" y="1"/>
                    </a:cubicBezTo>
                    <a:cubicBezTo>
                      <a:pt x="20" y="1"/>
                      <a:pt x="21" y="1"/>
                      <a:pt x="22" y="1"/>
                    </a:cubicBezTo>
                    <a:cubicBezTo>
                      <a:pt x="24" y="1"/>
                      <a:pt x="26" y="2"/>
                      <a:pt x="27" y="3"/>
                    </a:cubicBezTo>
                    <a:cubicBezTo>
                      <a:pt x="30" y="4"/>
                      <a:pt x="32" y="4"/>
                      <a:pt x="34" y="6"/>
                    </a:cubicBezTo>
                    <a:cubicBezTo>
                      <a:pt x="36" y="7"/>
                      <a:pt x="36" y="9"/>
                      <a:pt x="36" y="11"/>
                    </a:cubicBezTo>
                    <a:cubicBezTo>
                      <a:pt x="35" y="13"/>
                      <a:pt x="32" y="14"/>
                      <a:pt x="30" y="14"/>
                    </a:cubicBezTo>
                    <a:cubicBezTo>
                      <a:pt x="28" y="14"/>
                      <a:pt x="27" y="15"/>
                      <a:pt x="25" y="15"/>
                    </a:cubicBezTo>
                    <a:cubicBezTo>
                      <a:pt x="23" y="15"/>
                      <a:pt x="21" y="15"/>
                      <a:pt x="19" y="15"/>
                    </a:cubicBezTo>
                    <a:cubicBezTo>
                      <a:pt x="15" y="15"/>
                      <a:pt x="12" y="13"/>
                      <a:pt x="8" y="13"/>
                    </a:cubicBezTo>
                    <a:cubicBezTo>
                      <a:pt x="7" y="13"/>
                      <a:pt x="5" y="14"/>
                      <a:pt x="4" y="13"/>
                    </a:cubicBezTo>
                    <a:cubicBezTo>
                      <a:pt x="3" y="13"/>
                      <a:pt x="3" y="11"/>
                      <a:pt x="3" y="10"/>
                    </a:cubicBezTo>
                    <a:cubicBezTo>
                      <a:pt x="3" y="9"/>
                      <a:pt x="2" y="8"/>
                      <a:pt x="2" y="7"/>
                    </a:cubicBezTo>
                    <a:cubicBezTo>
                      <a:pt x="1" y="7"/>
                      <a:pt x="1" y="6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1" name="Freeform 2792">
                <a:extLst>
                  <a:ext uri="{FF2B5EF4-FFF2-40B4-BE49-F238E27FC236}">
                    <a16:creationId xmlns:a16="http://schemas.microsoft.com/office/drawing/2014/main" id="{1AEB70DE-1021-3B49-8EF5-5A1933032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340"/>
                <a:ext cx="5" cy="4"/>
              </a:xfrm>
              <a:custGeom>
                <a:avLst/>
                <a:gdLst>
                  <a:gd name="T0" fmla="*/ 0 w 12"/>
                  <a:gd name="T1" fmla="*/ 8 h 10"/>
                  <a:gd name="T2" fmla="*/ 0 w 12"/>
                  <a:gd name="T3" fmla="*/ 6 h 10"/>
                  <a:gd name="T4" fmla="*/ 0 w 12"/>
                  <a:gd name="T5" fmla="*/ 4 h 10"/>
                  <a:gd name="T6" fmla="*/ 0 w 12"/>
                  <a:gd name="T7" fmla="*/ 2 h 10"/>
                  <a:gd name="T8" fmla="*/ 3 w 12"/>
                  <a:gd name="T9" fmla="*/ 0 h 10"/>
                  <a:gd name="T10" fmla="*/ 4 w 12"/>
                  <a:gd name="T11" fmla="*/ 1 h 10"/>
                  <a:gd name="T12" fmla="*/ 5 w 12"/>
                  <a:gd name="T13" fmla="*/ 2 h 10"/>
                  <a:gd name="T14" fmla="*/ 8 w 12"/>
                  <a:gd name="T15" fmla="*/ 4 h 10"/>
                  <a:gd name="T16" fmla="*/ 10 w 12"/>
                  <a:gd name="T17" fmla="*/ 5 h 10"/>
                  <a:gd name="T18" fmla="*/ 8 w 12"/>
                  <a:gd name="T19" fmla="*/ 9 h 10"/>
                  <a:gd name="T20" fmla="*/ 0 w 12"/>
                  <a:gd name="T2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0">
                    <a:moveTo>
                      <a:pt x="0" y="8"/>
                    </a:moveTo>
                    <a:cubicBezTo>
                      <a:pt x="0" y="7"/>
                      <a:pt x="0" y="7"/>
                      <a:pt x="0" y="6"/>
                    </a:cubicBezTo>
                    <a:cubicBezTo>
                      <a:pt x="0" y="5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6" y="2"/>
                      <a:pt x="7" y="3"/>
                      <a:pt x="8" y="4"/>
                    </a:cubicBezTo>
                    <a:cubicBezTo>
                      <a:pt x="8" y="4"/>
                      <a:pt x="10" y="5"/>
                      <a:pt x="10" y="5"/>
                    </a:cubicBezTo>
                    <a:cubicBezTo>
                      <a:pt x="12" y="7"/>
                      <a:pt x="10" y="9"/>
                      <a:pt x="8" y="9"/>
                    </a:cubicBezTo>
                    <a:cubicBezTo>
                      <a:pt x="5" y="10"/>
                      <a:pt x="2" y="9"/>
                      <a:pt x="0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2" name="Freeform 2793">
                <a:extLst>
                  <a:ext uri="{FF2B5EF4-FFF2-40B4-BE49-F238E27FC236}">
                    <a16:creationId xmlns:a16="http://schemas.microsoft.com/office/drawing/2014/main" id="{55313599-3A95-7540-A28F-DC7EC51DD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337"/>
                <a:ext cx="3" cy="5"/>
              </a:xfrm>
              <a:custGeom>
                <a:avLst/>
                <a:gdLst>
                  <a:gd name="T0" fmla="*/ 6 w 6"/>
                  <a:gd name="T1" fmla="*/ 9 h 11"/>
                  <a:gd name="T2" fmla="*/ 4 w 6"/>
                  <a:gd name="T3" fmla="*/ 11 h 11"/>
                  <a:gd name="T4" fmla="*/ 1 w 6"/>
                  <a:gd name="T5" fmla="*/ 7 h 11"/>
                  <a:gd name="T6" fmla="*/ 1 w 6"/>
                  <a:gd name="T7" fmla="*/ 4 h 11"/>
                  <a:gd name="T8" fmla="*/ 3 w 6"/>
                  <a:gd name="T9" fmla="*/ 1 h 11"/>
                  <a:gd name="T10" fmla="*/ 6 w 6"/>
                  <a:gd name="T11" fmla="*/ 6 h 11"/>
                  <a:gd name="T12" fmla="*/ 6 w 6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6" y="9"/>
                    </a:moveTo>
                    <a:cubicBezTo>
                      <a:pt x="5" y="9"/>
                      <a:pt x="5" y="10"/>
                      <a:pt x="4" y="11"/>
                    </a:cubicBezTo>
                    <a:cubicBezTo>
                      <a:pt x="2" y="11"/>
                      <a:pt x="1" y="9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3"/>
                      <a:pt x="1" y="0"/>
                      <a:pt x="3" y="1"/>
                    </a:cubicBezTo>
                    <a:cubicBezTo>
                      <a:pt x="4" y="2"/>
                      <a:pt x="6" y="5"/>
                      <a:pt x="6" y="6"/>
                    </a:cubicBezTo>
                    <a:cubicBezTo>
                      <a:pt x="6" y="7"/>
                      <a:pt x="6" y="8"/>
                      <a:pt x="6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3" name="Freeform 2794">
                <a:extLst>
                  <a:ext uri="{FF2B5EF4-FFF2-40B4-BE49-F238E27FC236}">
                    <a16:creationId xmlns:a16="http://schemas.microsoft.com/office/drawing/2014/main" id="{A3E16030-3CD1-034E-94AD-2E6A33FE7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332"/>
                <a:ext cx="7" cy="5"/>
              </a:xfrm>
              <a:custGeom>
                <a:avLst/>
                <a:gdLst>
                  <a:gd name="T0" fmla="*/ 0 w 17"/>
                  <a:gd name="T1" fmla="*/ 10 h 12"/>
                  <a:gd name="T2" fmla="*/ 2 w 17"/>
                  <a:gd name="T3" fmla="*/ 7 h 12"/>
                  <a:gd name="T4" fmla="*/ 6 w 17"/>
                  <a:gd name="T5" fmla="*/ 5 h 12"/>
                  <a:gd name="T6" fmla="*/ 8 w 17"/>
                  <a:gd name="T7" fmla="*/ 2 h 12"/>
                  <a:gd name="T8" fmla="*/ 12 w 17"/>
                  <a:gd name="T9" fmla="*/ 0 h 12"/>
                  <a:gd name="T10" fmla="*/ 15 w 17"/>
                  <a:gd name="T11" fmla="*/ 2 h 12"/>
                  <a:gd name="T12" fmla="*/ 17 w 17"/>
                  <a:gd name="T13" fmla="*/ 6 h 12"/>
                  <a:gd name="T14" fmla="*/ 15 w 17"/>
                  <a:gd name="T15" fmla="*/ 9 h 12"/>
                  <a:gd name="T16" fmla="*/ 14 w 17"/>
                  <a:gd name="T17" fmla="*/ 12 h 12"/>
                  <a:gd name="T18" fmla="*/ 12 w 17"/>
                  <a:gd name="T19" fmla="*/ 11 h 12"/>
                  <a:gd name="T20" fmla="*/ 10 w 17"/>
                  <a:gd name="T21" fmla="*/ 11 h 12"/>
                  <a:gd name="T22" fmla="*/ 7 w 17"/>
                  <a:gd name="T23" fmla="*/ 10 h 12"/>
                  <a:gd name="T24" fmla="*/ 0 w 17"/>
                  <a:gd name="T2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2">
                    <a:moveTo>
                      <a:pt x="0" y="10"/>
                    </a:moveTo>
                    <a:cubicBezTo>
                      <a:pt x="0" y="8"/>
                      <a:pt x="1" y="7"/>
                      <a:pt x="2" y="7"/>
                    </a:cubicBezTo>
                    <a:cubicBezTo>
                      <a:pt x="4" y="6"/>
                      <a:pt x="5" y="6"/>
                      <a:pt x="6" y="5"/>
                    </a:cubicBezTo>
                    <a:cubicBezTo>
                      <a:pt x="7" y="4"/>
                      <a:pt x="7" y="3"/>
                      <a:pt x="8" y="2"/>
                    </a:cubicBezTo>
                    <a:cubicBezTo>
                      <a:pt x="8" y="1"/>
                      <a:pt x="11" y="0"/>
                      <a:pt x="12" y="0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6" y="4"/>
                      <a:pt x="17" y="5"/>
                      <a:pt x="17" y="6"/>
                    </a:cubicBezTo>
                    <a:cubicBezTo>
                      <a:pt x="17" y="8"/>
                      <a:pt x="16" y="8"/>
                      <a:pt x="15" y="9"/>
                    </a:cubicBezTo>
                    <a:cubicBezTo>
                      <a:pt x="15" y="10"/>
                      <a:pt x="15" y="11"/>
                      <a:pt x="14" y="12"/>
                    </a:cubicBezTo>
                    <a:cubicBezTo>
                      <a:pt x="14" y="12"/>
                      <a:pt x="13" y="11"/>
                      <a:pt x="12" y="11"/>
                    </a:cubicBezTo>
                    <a:cubicBezTo>
                      <a:pt x="11" y="11"/>
                      <a:pt x="11" y="11"/>
                      <a:pt x="10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5" y="10"/>
                      <a:pt x="1" y="12"/>
                      <a:pt x="0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4" name="Freeform 2795">
                <a:extLst>
                  <a:ext uri="{FF2B5EF4-FFF2-40B4-BE49-F238E27FC236}">
                    <a16:creationId xmlns:a16="http://schemas.microsoft.com/office/drawing/2014/main" id="{A84E23E8-70DA-5547-B0FB-D59357BF9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339"/>
                <a:ext cx="13" cy="5"/>
              </a:xfrm>
              <a:custGeom>
                <a:avLst/>
                <a:gdLst>
                  <a:gd name="T0" fmla="*/ 9 w 32"/>
                  <a:gd name="T1" fmla="*/ 10 h 11"/>
                  <a:gd name="T2" fmla="*/ 6 w 32"/>
                  <a:gd name="T3" fmla="*/ 9 h 11"/>
                  <a:gd name="T4" fmla="*/ 1 w 32"/>
                  <a:gd name="T5" fmla="*/ 7 h 11"/>
                  <a:gd name="T6" fmla="*/ 6 w 32"/>
                  <a:gd name="T7" fmla="*/ 3 h 11"/>
                  <a:gd name="T8" fmla="*/ 12 w 32"/>
                  <a:gd name="T9" fmla="*/ 1 h 11"/>
                  <a:gd name="T10" fmla="*/ 18 w 32"/>
                  <a:gd name="T11" fmla="*/ 1 h 11"/>
                  <a:gd name="T12" fmla="*/ 19 w 32"/>
                  <a:gd name="T13" fmla="*/ 4 h 11"/>
                  <a:gd name="T14" fmla="*/ 21 w 32"/>
                  <a:gd name="T15" fmla="*/ 5 h 11"/>
                  <a:gd name="T16" fmla="*/ 27 w 32"/>
                  <a:gd name="T17" fmla="*/ 7 h 11"/>
                  <a:gd name="T18" fmla="*/ 30 w 32"/>
                  <a:gd name="T19" fmla="*/ 9 h 11"/>
                  <a:gd name="T20" fmla="*/ 25 w 32"/>
                  <a:gd name="T21" fmla="*/ 10 h 11"/>
                  <a:gd name="T22" fmla="*/ 16 w 32"/>
                  <a:gd name="T23" fmla="*/ 10 h 11"/>
                  <a:gd name="T24" fmla="*/ 9 w 32"/>
                  <a:gd name="T2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11">
                    <a:moveTo>
                      <a:pt x="9" y="10"/>
                    </a:moveTo>
                    <a:cubicBezTo>
                      <a:pt x="8" y="10"/>
                      <a:pt x="7" y="9"/>
                      <a:pt x="6" y="9"/>
                    </a:cubicBezTo>
                    <a:cubicBezTo>
                      <a:pt x="5" y="8"/>
                      <a:pt x="2" y="9"/>
                      <a:pt x="1" y="7"/>
                    </a:cubicBezTo>
                    <a:cubicBezTo>
                      <a:pt x="0" y="5"/>
                      <a:pt x="4" y="4"/>
                      <a:pt x="6" y="3"/>
                    </a:cubicBezTo>
                    <a:cubicBezTo>
                      <a:pt x="7" y="1"/>
                      <a:pt x="9" y="1"/>
                      <a:pt x="12" y="1"/>
                    </a:cubicBezTo>
                    <a:cubicBezTo>
                      <a:pt x="14" y="1"/>
                      <a:pt x="17" y="0"/>
                      <a:pt x="18" y="1"/>
                    </a:cubicBezTo>
                    <a:cubicBezTo>
                      <a:pt x="19" y="2"/>
                      <a:pt x="19" y="3"/>
                      <a:pt x="19" y="4"/>
                    </a:cubicBezTo>
                    <a:cubicBezTo>
                      <a:pt x="20" y="4"/>
                      <a:pt x="20" y="5"/>
                      <a:pt x="21" y="5"/>
                    </a:cubicBezTo>
                    <a:cubicBezTo>
                      <a:pt x="23" y="6"/>
                      <a:pt x="25" y="6"/>
                      <a:pt x="27" y="7"/>
                    </a:cubicBezTo>
                    <a:cubicBezTo>
                      <a:pt x="28" y="7"/>
                      <a:pt x="32" y="8"/>
                      <a:pt x="30" y="9"/>
                    </a:cubicBezTo>
                    <a:cubicBezTo>
                      <a:pt x="29" y="10"/>
                      <a:pt x="26" y="11"/>
                      <a:pt x="25" y="10"/>
                    </a:cubicBezTo>
                    <a:cubicBezTo>
                      <a:pt x="22" y="10"/>
                      <a:pt x="19" y="10"/>
                      <a:pt x="16" y="10"/>
                    </a:cubicBezTo>
                    <a:cubicBezTo>
                      <a:pt x="14" y="10"/>
                      <a:pt x="11" y="10"/>
                      <a:pt x="9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5" name="Freeform 2796">
                <a:extLst>
                  <a:ext uri="{FF2B5EF4-FFF2-40B4-BE49-F238E27FC236}">
                    <a16:creationId xmlns:a16="http://schemas.microsoft.com/office/drawing/2014/main" id="{368D7C2F-325C-E445-95D5-5922ED063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326"/>
                <a:ext cx="4" cy="5"/>
              </a:xfrm>
              <a:custGeom>
                <a:avLst/>
                <a:gdLst>
                  <a:gd name="T0" fmla="*/ 4 w 10"/>
                  <a:gd name="T1" fmla="*/ 2 h 10"/>
                  <a:gd name="T2" fmla="*/ 6 w 10"/>
                  <a:gd name="T3" fmla="*/ 3 h 10"/>
                  <a:gd name="T4" fmla="*/ 7 w 10"/>
                  <a:gd name="T5" fmla="*/ 5 h 10"/>
                  <a:gd name="T6" fmla="*/ 10 w 10"/>
                  <a:gd name="T7" fmla="*/ 7 h 10"/>
                  <a:gd name="T8" fmla="*/ 4 w 10"/>
                  <a:gd name="T9" fmla="*/ 9 h 10"/>
                  <a:gd name="T10" fmla="*/ 3 w 10"/>
                  <a:gd name="T11" fmla="*/ 6 h 10"/>
                  <a:gd name="T12" fmla="*/ 0 w 10"/>
                  <a:gd name="T13" fmla="*/ 3 h 10"/>
                  <a:gd name="T14" fmla="*/ 4 w 10"/>
                  <a:gd name="T1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0">
                    <a:moveTo>
                      <a:pt x="4" y="2"/>
                    </a:moveTo>
                    <a:cubicBezTo>
                      <a:pt x="5" y="2"/>
                      <a:pt x="6" y="3"/>
                      <a:pt x="6" y="3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9" y="6"/>
                      <a:pt x="10" y="5"/>
                      <a:pt x="10" y="7"/>
                    </a:cubicBezTo>
                    <a:cubicBezTo>
                      <a:pt x="10" y="10"/>
                      <a:pt x="6" y="10"/>
                      <a:pt x="4" y="9"/>
                    </a:cubicBezTo>
                    <a:cubicBezTo>
                      <a:pt x="4" y="8"/>
                      <a:pt x="4" y="7"/>
                      <a:pt x="3" y="6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0" y="0"/>
                      <a:pt x="4" y="1"/>
                      <a:pt x="4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6" name="Freeform 2797">
                <a:extLst>
                  <a:ext uri="{FF2B5EF4-FFF2-40B4-BE49-F238E27FC236}">
                    <a16:creationId xmlns:a16="http://schemas.microsoft.com/office/drawing/2014/main" id="{D8DBFC95-E40A-FB4A-B851-98B05629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323"/>
                <a:ext cx="5" cy="4"/>
              </a:xfrm>
              <a:custGeom>
                <a:avLst/>
                <a:gdLst>
                  <a:gd name="T0" fmla="*/ 3 w 12"/>
                  <a:gd name="T1" fmla="*/ 7 h 9"/>
                  <a:gd name="T2" fmla="*/ 1 w 12"/>
                  <a:gd name="T3" fmla="*/ 6 h 9"/>
                  <a:gd name="T4" fmla="*/ 0 w 12"/>
                  <a:gd name="T5" fmla="*/ 3 h 9"/>
                  <a:gd name="T6" fmla="*/ 6 w 12"/>
                  <a:gd name="T7" fmla="*/ 1 h 9"/>
                  <a:gd name="T8" fmla="*/ 8 w 12"/>
                  <a:gd name="T9" fmla="*/ 2 h 9"/>
                  <a:gd name="T10" fmla="*/ 10 w 12"/>
                  <a:gd name="T11" fmla="*/ 3 h 9"/>
                  <a:gd name="T12" fmla="*/ 10 w 12"/>
                  <a:gd name="T13" fmla="*/ 8 h 9"/>
                  <a:gd name="T14" fmla="*/ 7 w 12"/>
                  <a:gd name="T15" fmla="*/ 8 h 9"/>
                  <a:gd name="T16" fmla="*/ 3 w 12"/>
                  <a:gd name="T17" fmla="*/ 8 h 9"/>
                  <a:gd name="T18" fmla="*/ 3 w 12"/>
                  <a:gd name="T19" fmla="*/ 8 h 9"/>
                  <a:gd name="T20" fmla="*/ 3 w 12"/>
                  <a:gd name="T2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9">
                    <a:moveTo>
                      <a:pt x="3" y="7"/>
                    </a:moveTo>
                    <a:cubicBezTo>
                      <a:pt x="2" y="7"/>
                      <a:pt x="2" y="7"/>
                      <a:pt x="1" y="6"/>
                    </a:cubicBezTo>
                    <a:cubicBezTo>
                      <a:pt x="0" y="5"/>
                      <a:pt x="0" y="5"/>
                      <a:pt x="0" y="3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2" y="4"/>
                      <a:pt x="11" y="8"/>
                      <a:pt x="10" y="8"/>
                    </a:cubicBezTo>
                    <a:cubicBezTo>
                      <a:pt x="9" y="9"/>
                      <a:pt x="8" y="8"/>
                      <a:pt x="7" y="8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7" name="Freeform 2798">
                <a:extLst>
                  <a:ext uri="{FF2B5EF4-FFF2-40B4-BE49-F238E27FC236}">
                    <a16:creationId xmlns:a16="http://schemas.microsoft.com/office/drawing/2014/main" id="{DEF6361B-5B63-8F4D-B388-18761E1E0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326"/>
                <a:ext cx="3" cy="3"/>
              </a:xfrm>
              <a:custGeom>
                <a:avLst/>
                <a:gdLst>
                  <a:gd name="T0" fmla="*/ 2 w 7"/>
                  <a:gd name="T1" fmla="*/ 3 h 7"/>
                  <a:gd name="T2" fmla="*/ 3 w 7"/>
                  <a:gd name="T3" fmla="*/ 1 h 7"/>
                  <a:gd name="T4" fmla="*/ 6 w 7"/>
                  <a:gd name="T5" fmla="*/ 2 h 7"/>
                  <a:gd name="T6" fmla="*/ 6 w 7"/>
                  <a:gd name="T7" fmla="*/ 4 h 7"/>
                  <a:gd name="T8" fmla="*/ 3 w 7"/>
                  <a:gd name="T9" fmla="*/ 6 h 7"/>
                  <a:gd name="T10" fmla="*/ 1 w 7"/>
                  <a:gd name="T11" fmla="*/ 6 h 7"/>
                  <a:gd name="T12" fmla="*/ 2 w 7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2" y="3"/>
                    </a:moveTo>
                    <a:cubicBezTo>
                      <a:pt x="3" y="2"/>
                      <a:pt x="3" y="2"/>
                      <a:pt x="3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2"/>
                      <a:pt x="7" y="4"/>
                      <a:pt x="6" y="4"/>
                    </a:cubicBezTo>
                    <a:cubicBezTo>
                      <a:pt x="6" y="5"/>
                      <a:pt x="4" y="5"/>
                      <a:pt x="3" y="6"/>
                    </a:cubicBezTo>
                    <a:cubicBezTo>
                      <a:pt x="3" y="6"/>
                      <a:pt x="2" y="7"/>
                      <a:pt x="1" y="6"/>
                    </a:cubicBezTo>
                    <a:cubicBezTo>
                      <a:pt x="0" y="5"/>
                      <a:pt x="2" y="4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8" name="Freeform 2799">
                <a:extLst>
                  <a:ext uri="{FF2B5EF4-FFF2-40B4-BE49-F238E27FC236}">
                    <a16:creationId xmlns:a16="http://schemas.microsoft.com/office/drawing/2014/main" id="{F7982FC0-20DC-064A-89A3-158628C22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324"/>
                <a:ext cx="4" cy="2"/>
              </a:xfrm>
              <a:custGeom>
                <a:avLst/>
                <a:gdLst>
                  <a:gd name="T0" fmla="*/ 1 w 8"/>
                  <a:gd name="T1" fmla="*/ 5 h 6"/>
                  <a:gd name="T2" fmla="*/ 0 w 8"/>
                  <a:gd name="T3" fmla="*/ 4 h 6"/>
                  <a:gd name="T4" fmla="*/ 1 w 8"/>
                  <a:gd name="T5" fmla="*/ 2 h 6"/>
                  <a:gd name="T6" fmla="*/ 1 w 8"/>
                  <a:gd name="T7" fmla="*/ 1 h 6"/>
                  <a:gd name="T8" fmla="*/ 4 w 8"/>
                  <a:gd name="T9" fmla="*/ 0 h 6"/>
                  <a:gd name="T10" fmla="*/ 7 w 8"/>
                  <a:gd name="T11" fmla="*/ 4 h 6"/>
                  <a:gd name="T12" fmla="*/ 1 w 8"/>
                  <a:gd name="T13" fmla="*/ 5 h 6"/>
                  <a:gd name="T14" fmla="*/ 1 w 8"/>
                  <a:gd name="T15" fmla="*/ 5 h 6"/>
                  <a:gd name="T16" fmla="*/ 1 w 8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1" y="5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6" y="0"/>
                      <a:pt x="8" y="2"/>
                      <a:pt x="7" y="4"/>
                    </a:cubicBezTo>
                    <a:cubicBezTo>
                      <a:pt x="6" y="6"/>
                      <a:pt x="2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9" name="Freeform 2800">
                <a:extLst>
                  <a:ext uri="{FF2B5EF4-FFF2-40B4-BE49-F238E27FC236}">
                    <a16:creationId xmlns:a16="http://schemas.microsoft.com/office/drawing/2014/main" id="{6F9532D0-933A-4845-A141-27FCE957D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322"/>
                <a:ext cx="2" cy="2"/>
              </a:xfrm>
              <a:custGeom>
                <a:avLst/>
                <a:gdLst>
                  <a:gd name="T0" fmla="*/ 2 w 6"/>
                  <a:gd name="T1" fmla="*/ 1 h 5"/>
                  <a:gd name="T2" fmla="*/ 5 w 6"/>
                  <a:gd name="T3" fmla="*/ 1 h 5"/>
                  <a:gd name="T4" fmla="*/ 3 w 6"/>
                  <a:gd name="T5" fmla="*/ 4 h 5"/>
                  <a:gd name="T6" fmla="*/ 0 w 6"/>
                  <a:gd name="T7" fmla="*/ 4 h 5"/>
                  <a:gd name="T8" fmla="*/ 2 w 6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1"/>
                      <a:pt x="4" y="4"/>
                      <a:pt x="3" y="4"/>
                    </a:cubicBezTo>
                    <a:cubicBezTo>
                      <a:pt x="3" y="5"/>
                      <a:pt x="1" y="4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0" name="Freeform 2801">
                <a:extLst>
                  <a:ext uri="{FF2B5EF4-FFF2-40B4-BE49-F238E27FC236}">
                    <a16:creationId xmlns:a16="http://schemas.microsoft.com/office/drawing/2014/main" id="{C87A6F53-5DE6-E048-9CEA-367B195CF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321"/>
                <a:ext cx="4" cy="3"/>
              </a:xfrm>
              <a:custGeom>
                <a:avLst/>
                <a:gdLst>
                  <a:gd name="T0" fmla="*/ 0 w 8"/>
                  <a:gd name="T1" fmla="*/ 2 h 7"/>
                  <a:gd name="T2" fmla="*/ 4 w 8"/>
                  <a:gd name="T3" fmla="*/ 0 h 7"/>
                  <a:gd name="T4" fmla="*/ 5 w 8"/>
                  <a:gd name="T5" fmla="*/ 2 h 7"/>
                  <a:gd name="T6" fmla="*/ 7 w 8"/>
                  <a:gd name="T7" fmla="*/ 3 h 7"/>
                  <a:gd name="T8" fmla="*/ 8 w 8"/>
                  <a:gd name="T9" fmla="*/ 6 h 7"/>
                  <a:gd name="T10" fmla="*/ 5 w 8"/>
                  <a:gd name="T11" fmla="*/ 6 h 7"/>
                  <a:gd name="T12" fmla="*/ 3 w 8"/>
                  <a:gd name="T13" fmla="*/ 4 h 7"/>
                  <a:gd name="T14" fmla="*/ 0 w 8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0" y="2"/>
                    </a:moveTo>
                    <a:cubicBezTo>
                      <a:pt x="0" y="1"/>
                      <a:pt x="3" y="0"/>
                      <a:pt x="4" y="0"/>
                    </a:cubicBezTo>
                    <a:cubicBezTo>
                      <a:pt x="5" y="0"/>
                      <a:pt x="5" y="1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4"/>
                      <a:pt x="8" y="5"/>
                      <a:pt x="8" y="6"/>
                    </a:cubicBezTo>
                    <a:cubicBezTo>
                      <a:pt x="7" y="7"/>
                      <a:pt x="5" y="7"/>
                      <a:pt x="5" y="6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2" y="4"/>
                      <a:pt x="0" y="4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1" name="Freeform 2802">
                <a:extLst>
                  <a:ext uri="{FF2B5EF4-FFF2-40B4-BE49-F238E27FC236}">
                    <a16:creationId xmlns:a16="http://schemas.microsoft.com/office/drawing/2014/main" id="{BC41E8C1-8A5B-FD45-BFC1-D60B55EFC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315"/>
                <a:ext cx="4" cy="6"/>
              </a:xfrm>
              <a:custGeom>
                <a:avLst/>
                <a:gdLst>
                  <a:gd name="T0" fmla="*/ 0 w 12"/>
                  <a:gd name="T1" fmla="*/ 11 h 13"/>
                  <a:gd name="T2" fmla="*/ 0 w 12"/>
                  <a:gd name="T3" fmla="*/ 8 h 13"/>
                  <a:gd name="T4" fmla="*/ 2 w 12"/>
                  <a:gd name="T5" fmla="*/ 7 h 13"/>
                  <a:gd name="T6" fmla="*/ 3 w 12"/>
                  <a:gd name="T7" fmla="*/ 5 h 13"/>
                  <a:gd name="T8" fmla="*/ 4 w 12"/>
                  <a:gd name="T9" fmla="*/ 2 h 13"/>
                  <a:gd name="T10" fmla="*/ 9 w 12"/>
                  <a:gd name="T11" fmla="*/ 1 h 13"/>
                  <a:gd name="T12" fmla="*/ 11 w 12"/>
                  <a:gd name="T13" fmla="*/ 4 h 13"/>
                  <a:gd name="T14" fmla="*/ 10 w 12"/>
                  <a:gd name="T15" fmla="*/ 7 h 13"/>
                  <a:gd name="T16" fmla="*/ 12 w 12"/>
                  <a:gd name="T17" fmla="*/ 8 h 13"/>
                  <a:gd name="T18" fmla="*/ 11 w 12"/>
                  <a:gd name="T19" fmla="*/ 10 h 13"/>
                  <a:gd name="T20" fmla="*/ 9 w 12"/>
                  <a:gd name="T21" fmla="*/ 13 h 13"/>
                  <a:gd name="T22" fmla="*/ 4 w 12"/>
                  <a:gd name="T23" fmla="*/ 13 h 13"/>
                  <a:gd name="T24" fmla="*/ 0 w 12"/>
                  <a:gd name="T25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3">
                    <a:moveTo>
                      <a:pt x="0" y="11"/>
                    </a:moveTo>
                    <a:cubicBezTo>
                      <a:pt x="0" y="10"/>
                      <a:pt x="0" y="9"/>
                      <a:pt x="0" y="8"/>
                    </a:cubicBezTo>
                    <a:cubicBezTo>
                      <a:pt x="1" y="8"/>
                      <a:pt x="2" y="7"/>
                      <a:pt x="2" y="7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0"/>
                      <a:pt x="8" y="0"/>
                      <a:pt x="9" y="1"/>
                    </a:cubicBezTo>
                    <a:cubicBezTo>
                      <a:pt x="10" y="2"/>
                      <a:pt x="11" y="3"/>
                      <a:pt x="11" y="4"/>
                    </a:cubicBezTo>
                    <a:cubicBezTo>
                      <a:pt x="11" y="5"/>
                      <a:pt x="10" y="6"/>
                      <a:pt x="10" y="7"/>
                    </a:cubicBezTo>
                    <a:cubicBezTo>
                      <a:pt x="11" y="7"/>
                      <a:pt x="12" y="8"/>
                      <a:pt x="12" y="8"/>
                    </a:cubicBezTo>
                    <a:cubicBezTo>
                      <a:pt x="12" y="9"/>
                      <a:pt x="11" y="9"/>
                      <a:pt x="11" y="10"/>
                    </a:cubicBezTo>
                    <a:cubicBezTo>
                      <a:pt x="10" y="10"/>
                      <a:pt x="10" y="12"/>
                      <a:pt x="9" y="13"/>
                    </a:cubicBezTo>
                    <a:cubicBezTo>
                      <a:pt x="7" y="13"/>
                      <a:pt x="6" y="13"/>
                      <a:pt x="4" y="13"/>
                    </a:cubicBezTo>
                    <a:cubicBezTo>
                      <a:pt x="3" y="13"/>
                      <a:pt x="1" y="12"/>
                      <a:pt x="0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2" name="Freeform 2803">
                <a:extLst>
                  <a:ext uri="{FF2B5EF4-FFF2-40B4-BE49-F238E27FC236}">
                    <a16:creationId xmlns:a16="http://schemas.microsoft.com/office/drawing/2014/main" id="{3439998E-0A7C-C743-878B-AEF36575F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325"/>
                <a:ext cx="5" cy="4"/>
              </a:xfrm>
              <a:custGeom>
                <a:avLst/>
                <a:gdLst>
                  <a:gd name="T0" fmla="*/ 1 w 11"/>
                  <a:gd name="T1" fmla="*/ 8 h 10"/>
                  <a:gd name="T2" fmla="*/ 4 w 11"/>
                  <a:gd name="T3" fmla="*/ 1 h 10"/>
                  <a:gd name="T4" fmla="*/ 6 w 11"/>
                  <a:gd name="T5" fmla="*/ 0 h 10"/>
                  <a:gd name="T6" fmla="*/ 8 w 11"/>
                  <a:gd name="T7" fmla="*/ 1 h 10"/>
                  <a:gd name="T8" fmla="*/ 9 w 11"/>
                  <a:gd name="T9" fmla="*/ 2 h 10"/>
                  <a:gd name="T10" fmla="*/ 9 w 11"/>
                  <a:gd name="T11" fmla="*/ 5 h 10"/>
                  <a:gd name="T12" fmla="*/ 6 w 11"/>
                  <a:gd name="T13" fmla="*/ 8 h 10"/>
                  <a:gd name="T14" fmla="*/ 4 w 11"/>
                  <a:gd name="T15" fmla="*/ 8 h 10"/>
                  <a:gd name="T16" fmla="*/ 3 w 11"/>
                  <a:gd name="T17" fmla="*/ 10 h 10"/>
                  <a:gd name="T18" fmla="*/ 1 w 11"/>
                  <a:gd name="T1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1" y="8"/>
                    </a:moveTo>
                    <a:cubicBezTo>
                      <a:pt x="0" y="5"/>
                      <a:pt x="2" y="3"/>
                      <a:pt x="4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8" y="4"/>
                      <a:pt x="9" y="5"/>
                    </a:cubicBezTo>
                    <a:cubicBezTo>
                      <a:pt x="11" y="8"/>
                      <a:pt x="7" y="8"/>
                      <a:pt x="6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2" y="10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3" name="Freeform 2804">
                <a:extLst>
                  <a:ext uri="{FF2B5EF4-FFF2-40B4-BE49-F238E27FC236}">
                    <a16:creationId xmlns:a16="http://schemas.microsoft.com/office/drawing/2014/main" id="{2A2FED30-7968-D042-BA58-67E772C19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321"/>
                <a:ext cx="13" cy="8"/>
              </a:xfrm>
              <a:custGeom>
                <a:avLst/>
                <a:gdLst>
                  <a:gd name="T0" fmla="*/ 6 w 34"/>
                  <a:gd name="T1" fmla="*/ 17 h 20"/>
                  <a:gd name="T2" fmla="*/ 2 w 34"/>
                  <a:gd name="T3" fmla="*/ 16 h 20"/>
                  <a:gd name="T4" fmla="*/ 0 w 34"/>
                  <a:gd name="T5" fmla="*/ 13 h 20"/>
                  <a:gd name="T6" fmla="*/ 1 w 34"/>
                  <a:gd name="T7" fmla="*/ 9 h 20"/>
                  <a:gd name="T8" fmla="*/ 1 w 34"/>
                  <a:gd name="T9" fmla="*/ 6 h 20"/>
                  <a:gd name="T10" fmla="*/ 4 w 34"/>
                  <a:gd name="T11" fmla="*/ 2 h 20"/>
                  <a:gd name="T12" fmla="*/ 8 w 34"/>
                  <a:gd name="T13" fmla="*/ 1 h 20"/>
                  <a:gd name="T14" fmla="*/ 10 w 34"/>
                  <a:gd name="T15" fmla="*/ 4 h 20"/>
                  <a:gd name="T16" fmla="*/ 17 w 34"/>
                  <a:gd name="T17" fmla="*/ 2 h 20"/>
                  <a:gd name="T18" fmla="*/ 22 w 34"/>
                  <a:gd name="T19" fmla="*/ 2 h 20"/>
                  <a:gd name="T20" fmla="*/ 28 w 34"/>
                  <a:gd name="T21" fmla="*/ 2 h 20"/>
                  <a:gd name="T22" fmla="*/ 32 w 34"/>
                  <a:gd name="T23" fmla="*/ 3 h 20"/>
                  <a:gd name="T24" fmla="*/ 34 w 34"/>
                  <a:gd name="T25" fmla="*/ 7 h 20"/>
                  <a:gd name="T26" fmla="*/ 33 w 34"/>
                  <a:gd name="T27" fmla="*/ 12 h 20"/>
                  <a:gd name="T28" fmla="*/ 33 w 34"/>
                  <a:gd name="T29" fmla="*/ 16 h 20"/>
                  <a:gd name="T30" fmla="*/ 24 w 34"/>
                  <a:gd name="T31" fmla="*/ 17 h 20"/>
                  <a:gd name="T32" fmla="*/ 19 w 34"/>
                  <a:gd name="T33" fmla="*/ 18 h 20"/>
                  <a:gd name="T34" fmla="*/ 13 w 34"/>
                  <a:gd name="T35" fmla="*/ 19 h 20"/>
                  <a:gd name="T36" fmla="*/ 9 w 34"/>
                  <a:gd name="T37" fmla="*/ 18 h 20"/>
                  <a:gd name="T38" fmla="*/ 6 w 34"/>
                  <a:gd name="T3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0">
                    <a:moveTo>
                      <a:pt x="6" y="17"/>
                    </a:moveTo>
                    <a:cubicBezTo>
                      <a:pt x="4" y="18"/>
                      <a:pt x="3" y="17"/>
                      <a:pt x="2" y="16"/>
                    </a:cubicBezTo>
                    <a:cubicBezTo>
                      <a:pt x="1" y="15"/>
                      <a:pt x="0" y="14"/>
                      <a:pt x="0" y="13"/>
                    </a:cubicBezTo>
                    <a:cubicBezTo>
                      <a:pt x="1" y="11"/>
                      <a:pt x="3" y="11"/>
                      <a:pt x="1" y="9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1" y="4"/>
                      <a:pt x="2" y="3"/>
                      <a:pt x="4" y="2"/>
                    </a:cubicBezTo>
                    <a:cubicBezTo>
                      <a:pt x="5" y="1"/>
                      <a:pt x="6" y="0"/>
                      <a:pt x="8" y="1"/>
                    </a:cubicBezTo>
                    <a:cubicBezTo>
                      <a:pt x="9" y="2"/>
                      <a:pt x="8" y="3"/>
                      <a:pt x="10" y="4"/>
                    </a:cubicBezTo>
                    <a:cubicBezTo>
                      <a:pt x="12" y="6"/>
                      <a:pt x="15" y="3"/>
                      <a:pt x="17" y="2"/>
                    </a:cubicBezTo>
                    <a:cubicBezTo>
                      <a:pt x="18" y="2"/>
                      <a:pt x="20" y="2"/>
                      <a:pt x="22" y="2"/>
                    </a:cubicBezTo>
                    <a:cubicBezTo>
                      <a:pt x="24" y="2"/>
                      <a:pt x="26" y="2"/>
                      <a:pt x="28" y="2"/>
                    </a:cubicBezTo>
                    <a:cubicBezTo>
                      <a:pt x="29" y="2"/>
                      <a:pt x="31" y="2"/>
                      <a:pt x="32" y="3"/>
                    </a:cubicBezTo>
                    <a:cubicBezTo>
                      <a:pt x="34" y="4"/>
                      <a:pt x="34" y="5"/>
                      <a:pt x="34" y="7"/>
                    </a:cubicBezTo>
                    <a:cubicBezTo>
                      <a:pt x="34" y="9"/>
                      <a:pt x="33" y="10"/>
                      <a:pt x="33" y="12"/>
                    </a:cubicBezTo>
                    <a:cubicBezTo>
                      <a:pt x="32" y="13"/>
                      <a:pt x="33" y="14"/>
                      <a:pt x="33" y="16"/>
                    </a:cubicBezTo>
                    <a:cubicBezTo>
                      <a:pt x="32" y="20"/>
                      <a:pt x="27" y="18"/>
                      <a:pt x="24" y="17"/>
                    </a:cubicBezTo>
                    <a:cubicBezTo>
                      <a:pt x="22" y="16"/>
                      <a:pt x="20" y="17"/>
                      <a:pt x="19" y="18"/>
                    </a:cubicBezTo>
                    <a:cubicBezTo>
                      <a:pt x="17" y="19"/>
                      <a:pt x="15" y="19"/>
                      <a:pt x="13" y="19"/>
                    </a:cubicBezTo>
                    <a:cubicBezTo>
                      <a:pt x="12" y="19"/>
                      <a:pt x="11" y="19"/>
                      <a:pt x="9" y="18"/>
                    </a:cubicBezTo>
                    <a:cubicBezTo>
                      <a:pt x="8" y="18"/>
                      <a:pt x="7" y="17"/>
                      <a:pt x="6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4" name="Freeform 2805">
                <a:extLst>
                  <a:ext uri="{FF2B5EF4-FFF2-40B4-BE49-F238E27FC236}">
                    <a16:creationId xmlns:a16="http://schemas.microsoft.com/office/drawing/2014/main" id="{E8C42240-0737-F042-90EE-565D9B40F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331"/>
                <a:ext cx="6" cy="4"/>
              </a:xfrm>
              <a:custGeom>
                <a:avLst/>
                <a:gdLst>
                  <a:gd name="T0" fmla="*/ 1 w 15"/>
                  <a:gd name="T1" fmla="*/ 5 h 11"/>
                  <a:gd name="T2" fmla="*/ 3 w 15"/>
                  <a:gd name="T3" fmla="*/ 3 h 11"/>
                  <a:gd name="T4" fmla="*/ 8 w 15"/>
                  <a:gd name="T5" fmla="*/ 3 h 11"/>
                  <a:gd name="T6" fmla="*/ 13 w 15"/>
                  <a:gd name="T7" fmla="*/ 6 h 11"/>
                  <a:gd name="T8" fmla="*/ 15 w 15"/>
                  <a:gd name="T9" fmla="*/ 9 h 11"/>
                  <a:gd name="T10" fmla="*/ 12 w 15"/>
                  <a:gd name="T11" fmla="*/ 11 h 11"/>
                  <a:gd name="T12" fmla="*/ 4 w 15"/>
                  <a:gd name="T13" fmla="*/ 9 h 11"/>
                  <a:gd name="T14" fmla="*/ 3 w 15"/>
                  <a:gd name="T15" fmla="*/ 7 h 11"/>
                  <a:gd name="T16" fmla="*/ 1 w 15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1">
                    <a:moveTo>
                      <a:pt x="1" y="5"/>
                    </a:moveTo>
                    <a:cubicBezTo>
                      <a:pt x="0" y="4"/>
                      <a:pt x="2" y="3"/>
                      <a:pt x="3" y="3"/>
                    </a:cubicBezTo>
                    <a:cubicBezTo>
                      <a:pt x="5" y="1"/>
                      <a:pt x="6" y="0"/>
                      <a:pt x="8" y="3"/>
                    </a:cubicBezTo>
                    <a:cubicBezTo>
                      <a:pt x="9" y="4"/>
                      <a:pt x="11" y="5"/>
                      <a:pt x="13" y="6"/>
                    </a:cubicBezTo>
                    <a:cubicBezTo>
                      <a:pt x="14" y="6"/>
                      <a:pt x="15" y="7"/>
                      <a:pt x="15" y="9"/>
                    </a:cubicBezTo>
                    <a:cubicBezTo>
                      <a:pt x="15" y="10"/>
                      <a:pt x="13" y="10"/>
                      <a:pt x="12" y="11"/>
                    </a:cubicBezTo>
                    <a:cubicBezTo>
                      <a:pt x="9" y="11"/>
                      <a:pt x="5" y="11"/>
                      <a:pt x="4" y="9"/>
                    </a:cubicBezTo>
                    <a:cubicBezTo>
                      <a:pt x="3" y="9"/>
                      <a:pt x="3" y="8"/>
                      <a:pt x="3" y="7"/>
                    </a:cubicBezTo>
                    <a:cubicBezTo>
                      <a:pt x="2" y="7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5" name="Freeform 2806">
                <a:extLst>
                  <a:ext uri="{FF2B5EF4-FFF2-40B4-BE49-F238E27FC236}">
                    <a16:creationId xmlns:a16="http://schemas.microsoft.com/office/drawing/2014/main" id="{7FD6723C-DAAB-8645-8DA1-94609EFE6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326"/>
                <a:ext cx="6" cy="3"/>
              </a:xfrm>
              <a:custGeom>
                <a:avLst/>
                <a:gdLst>
                  <a:gd name="T0" fmla="*/ 5 w 15"/>
                  <a:gd name="T1" fmla="*/ 6 h 6"/>
                  <a:gd name="T2" fmla="*/ 3 w 15"/>
                  <a:gd name="T3" fmla="*/ 6 h 6"/>
                  <a:gd name="T4" fmla="*/ 1 w 15"/>
                  <a:gd name="T5" fmla="*/ 3 h 6"/>
                  <a:gd name="T6" fmla="*/ 7 w 15"/>
                  <a:gd name="T7" fmla="*/ 1 h 6"/>
                  <a:gd name="T8" fmla="*/ 12 w 15"/>
                  <a:gd name="T9" fmla="*/ 1 h 6"/>
                  <a:gd name="T10" fmla="*/ 14 w 15"/>
                  <a:gd name="T11" fmla="*/ 5 h 6"/>
                  <a:gd name="T12" fmla="*/ 10 w 15"/>
                  <a:gd name="T13" fmla="*/ 6 h 6"/>
                  <a:gd name="T14" fmla="*/ 5 w 15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6">
                    <a:moveTo>
                      <a:pt x="5" y="6"/>
                    </a:moveTo>
                    <a:cubicBezTo>
                      <a:pt x="4" y="6"/>
                      <a:pt x="4" y="6"/>
                      <a:pt x="3" y="6"/>
                    </a:cubicBezTo>
                    <a:cubicBezTo>
                      <a:pt x="2" y="6"/>
                      <a:pt x="0" y="4"/>
                      <a:pt x="1" y="3"/>
                    </a:cubicBezTo>
                    <a:cubicBezTo>
                      <a:pt x="1" y="2"/>
                      <a:pt x="5" y="1"/>
                      <a:pt x="7" y="1"/>
                    </a:cubicBezTo>
                    <a:cubicBezTo>
                      <a:pt x="8" y="0"/>
                      <a:pt x="10" y="1"/>
                      <a:pt x="12" y="1"/>
                    </a:cubicBezTo>
                    <a:cubicBezTo>
                      <a:pt x="13" y="2"/>
                      <a:pt x="15" y="4"/>
                      <a:pt x="14" y="5"/>
                    </a:cubicBezTo>
                    <a:cubicBezTo>
                      <a:pt x="14" y="6"/>
                      <a:pt x="11" y="6"/>
                      <a:pt x="10" y="6"/>
                    </a:cubicBezTo>
                    <a:cubicBezTo>
                      <a:pt x="8" y="6"/>
                      <a:pt x="7" y="5"/>
                      <a:pt x="5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6" name="Freeform 2807">
                <a:extLst>
                  <a:ext uri="{FF2B5EF4-FFF2-40B4-BE49-F238E27FC236}">
                    <a16:creationId xmlns:a16="http://schemas.microsoft.com/office/drawing/2014/main" id="{B789663D-4D05-AF4B-AB5F-4D472C3C7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311"/>
                <a:ext cx="10" cy="9"/>
              </a:xfrm>
              <a:custGeom>
                <a:avLst/>
                <a:gdLst>
                  <a:gd name="T0" fmla="*/ 16 w 24"/>
                  <a:gd name="T1" fmla="*/ 23 h 23"/>
                  <a:gd name="T2" fmla="*/ 12 w 24"/>
                  <a:gd name="T3" fmla="*/ 22 h 23"/>
                  <a:gd name="T4" fmla="*/ 10 w 24"/>
                  <a:gd name="T5" fmla="*/ 17 h 23"/>
                  <a:gd name="T6" fmla="*/ 9 w 24"/>
                  <a:gd name="T7" fmla="*/ 13 h 23"/>
                  <a:gd name="T8" fmla="*/ 6 w 24"/>
                  <a:gd name="T9" fmla="*/ 12 h 23"/>
                  <a:gd name="T10" fmla="*/ 3 w 24"/>
                  <a:gd name="T11" fmla="*/ 11 h 23"/>
                  <a:gd name="T12" fmla="*/ 1 w 24"/>
                  <a:gd name="T13" fmla="*/ 10 h 23"/>
                  <a:gd name="T14" fmla="*/ 1 w 24"/>
                  <a:gd name="T15" fmla="*/ 7 h 23"/>
                  <a:gd name="T16" fmla="*/ 4 w 24"/>
                  <a:gd name="T17" fmla="*/ 4 h 23"/>
                  <a:gd name="T18" fmla="*/ 6 w 24"/>
                  <a:gd name="T19" fmla="*/ 1 h 23"/>
                  <a:gd name="T20" fmla="*/ 9 w 24"/>
                  <a:gd name="T21" fmla="*/ 0 h 23"/>
                  <a:gd name="T22" fmla="*/ 11 w 24"/>
                  <a:gd name="T23" fmla="*/ 2 h 23"/>
                  <a:gd name="T24" fmla="*/ 14 w 24"/>
                  <a:gd name="T25" fmla="*/ 4 h 23"/>
                  <a:gd name="T26" fmla="*/ 21 w 24"/>
                  <a:gd name="T27" fmla="*/ 2 h 23"/>
                  <a:gd name="T28" fmla="*/ 21 w 24"/>
                  <a:gd name="T29" fmla="*/ 11 h 23"/>
                  <a:gd name="T30" fmla="*/ 16 w 24"/>
                  <a:gd name="T31" fmla="*/ 12 h 23"/>
                  <a:gd name="T32" fmla="*/ 16 w 24"/>
                  <a:gd name="T33" fmla="*/ 17 h 23"/>
                  <a:gd name="T34" fmla="*/ 16 w 24"/>
                  <a:gd name="T3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" h="23">
                    <a:moveTo>
                      <a:pt x="16" y="23"/>
                    </a:moveTo>
                    <a:cubicBezTo>
                      <a:pt x="14" y="23"/>
                      <a:pt x="13" y="22"/>
                      <a:pt x="12" y="22"/>
                    </a:cubicBezTo>
                    <a:cubicBezTo>
                      <a:pt x="10" y="20"/>
                      <a:pt x="10" y="19"/>
                      <a:pt x="10" y="17"/>
                    </a:cubicBezTo>
                    <a:cubicBezTo>
                      <a:pt x="10" y="16"/>
                      <a:pt x="10" y="14"/>
                      <a:pt x="9" y="13"/>
                    </a:cubicBezTo>
                    <a:cubicBezTo>
                      <a:pt x="8" y="13"/>
                      <a:pt x="7" y="13"/>
                      <a:pt x="6" y="12"/>
                    </a:cubicBezTo>
                    <a:cubicBezTo>
                      <a:pt x="5" y="12"/>
                      <a:pt x="4" y="11"/>
                      <a:pt x="3" y="11"/>
                    </a:cubicBezTo>
                    <a:cubicBezTo>
                      <a:pt x="3" y="11"/>
                      <a:pt x="2" y="11"/>
                      <a:pt x="1" y="10"/>
                    </a:cubicBezTo>
                    <a:cubicBezTo>
                      <a:pt x="0" y="9"/>
                      <a:pt x="0" y="7"/>
                      <a:pt x="1" y="7"/>
                    </a:cubicBezTo>
                    <a:cubicBezTo>
                      <a:pt x="2" y="6"/>
                      <a:pt x="3" y="6"/>
                      <a:pt x="4" y="4"/>
                    </a:cubicBezTo>
                    <a:cubicBezTo>
                      <a:pt x="4" y="3"/>
                      <a:pt x="6" y="2"/>
                      <a:pt x="6" y="1"/>
                    </a:cubicBezTo>
                    <a:cubicBezTo>
                      <a:pt x="7" y="1"/>
                      <a:pt x="8" y="0"/>
                      <a:pt x="9" y="0"/>
                    </a:cubicBezTo>
                    <a:cubicBezTo>
                      <a:pt x="10" y="0"/>
                      <a:pt x="10" y="1"/>
                      <a:pt x="11" y="2"/>
                    </a:cubicBezTo>
                    <a:cubicBezTo>
                      <a:pt x="12" y="3"/>
                      <a:pt x="13" y="4"/>
                      <a:pt x="14" y="4"/>
                    </a:cubicBezTo>
                    <a:cubicBezTo>
                      <a:pt x="17" y="4"/>
                      <a:pt x="18" y="1"/>
                      <a:pt x="21" y="2"/>
                    </a:cubicBezTo>
                    <a:cubicBezTo>
                      <a:pt x="24" y="3"/>
                      <a:pt x="24" y="9"/>
                      <a:pt x="21" y="11"/>
                    </a:cubicBezTo>
                    <a:cubicBezTo>
                      <a:pt x="20" y="11"/>
                      <a:pt x="17" y="11"/>
                      <a:pt x="16" y="12"/>
                    </a:cubicBezTo>
                    <a:cubicBezTo>
                      <a:pt x="15" y="13"/>
                      <a:pt x="16" y="16"/>
                      <a:pt x="16" y="17"/>
                    </a:cubicBezTo>
                    <a:cubicBezTo>
                      <a:pt x="17" y="19"/>
                      <a:pt x="18" y="22"/>
                      <a:pt x="16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7" name="Freeform 2808">
                <a:extLst>
                  <a:ext uri="{FF2B5EF4-FFF2-40B4-BE49-F238E27FC236}">
                    <a16:creationId xmlns:a16="http://schemas.microsoft.com/office/drawing/2014/main" id="{867B1482-7E4B-A742-935B-D09BDFC50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289"/>
                <a:ext cx="19" cy="18"/>
              </a:xfrm>
              <a:custGeom>
                <a:avLst/>
                <a:gdLst>
                  <a:gd name="T0" fmla="*/ 13 w 48"/>
                  <a:gd name="T1" fmla="*/ 39 h 42"/>
                  <a:gd name="T2" fmla="*/ 11 w 48"/>
                  <a:gd name="T3" fmla="*/ 35 h 42"/>
                  <a:gd name="T4" fmla="*/ 8 w 48"/>
                  <a:gd name="T5" fmla="*/ 34 h 42"/>
                  <a:gd name="T6" fmla="*/ 3 w 48"/>
                  <a:gd name="T7" fmla="*/ 29 h 42"/>
                  <a:gd name="T8" fmla="*/ 2 w 48"/>
                  <a:gd name="T9" fmla="*/ 23 h 42"/>
                  <a:gd name="T10" fmla="*/ 10 w 48"/>
                  <a:gd name="T11" fmla="*/ 18 h 42"/>
                  <a:gd name="T12" fmla="*/ 15 w 48"/>
                  <a:gd name="T13" fmla="*/ 13 h 42"/>
                  <a:gd name="T14" fmla="*/ 21 w 48"/>
                  <a:gd name="T15" fmla="*/ 13 h 42"/>
                  <a:gd name="T16" fmla="*/ 23 w 48"/>
                  <a:gd name="T17" fmla="*/ 19 h 42"/>
                  <a:gd name="T18" fmla="*/ 28 w 48"/>
                  <a:gd name="T19" fmla="*/ 18 h 42"/>
                  <a:gd name="T20" fmla="*/ 31 w 48"/>
                  <a:gd name="T21" fmla="*/ 13 h 42"/>
                  <a:gd name="T22" fmla="*/ 34 w 48"/>
                  <a:gd name="T23" fmla="*/ 13 h 42"/>
                  <a:gd name="T24" fmla="*/ 36 w 48"/>
                  <a:gd name="T25" fmla="*/ 10 h 42"/>
                  <a:gd name="T26" fmla="*/ 36 w 48"/>
                  <a:gd name="T27" fmla="*/ 2 h 42"/>
                  <a:gd name="T28" fmla="*/ 41 w 48"/>
                  <a:gd name="T29" fmla="*/ 3 h 42"/>
                  <a:gd name="T30" fmla="*/ 41 w 48"/>
                  <a:gd name="T31" fmla="*/ 10 h 42"/>
                  <a:gd name="T32" fmla="*/ 41 w 48"/>
                  <a:gd name="T33" fmla="*/ 18 h 42"/>
                  <a:gd name="T34" fmla="*/ 47 w 48"/>
                  <a:gd name="T35" fmla="*/ 25 h 42"/>
                  <a:gd name="T36" fmla="*/ 47 w 48"/>
                  <a:gd name="T37" fmla="*/ 31 h 42"/>
                  <a:gd name="T38" fmla="*/ 41 w 48"/>
                  <a:gd name="T39" fmla="*/ 35 h 42"/>
                  <a:gd name="T40" fmla="*/ 36 w 48"/>
                  <a:gd name="T41" fmla="*/ 37 h 42"/>
                  <a:gd name="T42" fmla="*/ 32 w 48"/>
                  <a:gd name="T43" fmla="*/ 39 h 42"/>
                  <a:gd name="T44" fmla="*/ 27 w 48"/>
                  <a:gd name="T45" fmla="*/ 39 h 42"/>
                  <a:gd name="T46" fmla="*/ 21 w 48"/>
                  <a:gd name="T47" fmla="*/ 39 h 42"/>
                  <a:gd name="T48" fmla="*/ 19 w 48"/>
                  <a:gd name="T49" fmla="*/ 40 h 42"/>
                  <a:gd name="T50" fmla="*/ 15 w 48"/>
                  <a:gd name="T51" fmla="*/ 42 h 42"/>
                  <a:gd name="T52" fmla="*/ 13 w 48"/>
                  <a:gd name="T53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8" h="42">
                    <a:moveTo>
                      <a:pt x="13" y="39"/>
                    </a:moveTo>
                    <a:cubicBezTo>
                      <a:pt x="13" y="38"/>
                      <a:pt x="13" y="37"/>
                      <a:pt x="11" y="35"/>
                    </a:cubicBezTo>
                    <a:cubicBezTo>
                      <a:pt x="10" y="35"/>
                      <a:pt x="9" y="34"/>
                      <a:pt x="8" y="34"/>
                    </a:cubicBezTo>
                    <a:cubicBezTo>
                      <a:pt x="6" y="32"/>
                      <a:pt x="5" y="30"/>
                      <a:pt x="3" y="29"/>
                    </a:cubicBezTo>
                    <a:cubicBezTo>
                      <a:pt x="2" y="27"/>
                      <a:pt x="0" y="25"/>
                      <a:pt x="2" y="23"/>
                    </a:cubicBezTo>
                    <a:cubicBezTo>
                      <a:pt x="4" y="21"/>
                      <a:pt x="8" y="20"/>
                      <a:pt x="10" y="18"/>
                    </a:cubicBezTo>
                    <a:cubicBezTo>
                      <a:pt x="12" y="16"/>
                      <a:pt x="13" y="14"/>
                      <a:pt x="15" y="13"/>
                    </a:cubicBezTo>
                    <a:cubicBezTo>
                      <a:pt x="16" y="12"/>
                      <a:pt x="20" y="11"/>
                      <a:pt x="21" y="13"/>
                    </a:cubicBezTo>
                    <a:cubicBezTo>
                      <a:pt x="21" y="15"/>
                      <a:pt x="20" y="18"/>
                      <a:pt x="23" y="19"/>
                    </a:cubicBezTo>
                    <a:cubicBezTo>
                      <a:pt x="25" y="21"/>
                      <a:pt x="28" y="21"/>
                      <a:pt x="28" y="18"/>
                    </a:cubicBezTo>
                    <a:cubicBezTo>
                      <a:pt x="29" y="15"/>
                      <a:pt x="28" y="13"/>
                      <a:pt x="31" y="13"/>
                    </a:cubicBezTo>
                    <a:cubicBezTo>
                      <a:pt x="32" y="13"/>
                      <a:pt x="34" y="14"/>
                      <a:pt x="34" y="13"/>
                    </a:cubicBezTo>
                    <a:cubicBezTo>
                      <a:pt x="36" y="12"/>
                      <a:pt x="36" y="11"/>
                      <a:pt x="36" y="10"/>
                    </a:cubicBezTo>
                    <a:cubicBezTo>
                      <a:pt x="36" y="7"/>
                      <a:pt x="35" y="4"/>
                      <a:pt x="36" y="2"/>
                    </a:cubicBezTo>
                    <a:cubicBezTo>
                      <a:pt x="38" y="0"/>
                      <a:pt x="40" y="1"/>
                      <a:pt x="41" y="3"/>
                    </a:cubicBezTo>
                    <a:cubicBezTo>
                      <a:pt x="42" y="5"/>
                      <a:pt x="42" y="8"/>
                      <a:pt x="41" y="10"/>
                    </a:cubicBezTo>
                    <a:cubicBezTo>
                      <a:pt x="40" y="13"/>
                      <a:pt x="40" y="16"/>
                      <a:pt x="41" y="18"/>
                    </a:cubicBezTo>
                    <a:cubicBezTo>
                      <a:pt x="42" y="21"/>
                      <a:pt x="45" y="22"/>
                      <a:pt x="47" y="25"/>
                    </a:cubicBezTo>
                    <a:cubicBezTo>
                      <a:pt x="48" y="27"/>
                      <a:pt x="48" y="29"/>
                      <a:pt x="47" y="31"/>
                    </a:cubicBezTo>
                    <a:cubicBezTo>
                      <a:pt x="46" y="33"/>
                      <a:pt x="44" y="34"/>
                      <a:pt x="41" y="35"/>
                    </a:cubicBezTo>
                    <a:cubicBezTo>
                      <a:pt x="40" y="35"/>
                      <a:pt x="38" y="36"/>
                      <a:pt x="36" y="37"/>
                    </a:cubicBezTo>
                    <a:cubicBezTo>
                      <a:pt x="35" y="37"/>
                      <a:pt x="34" y="39"/>
                      <a:pt x="32" y="39"/>
                    </a:cubicBezTo>
                    <a:cubicBezTo>
                      <a:pt x="31" y="39"/>
                      <a:pt x="29" y="39"/>
                      <a:pt x="27" y="39"/>
                    </a:cubicBezTo>
                    <a:cubicBezTo>
                      <a:pt x="25" y="38"/>
                      <a:pt x="23" y="39"/>
                      <a:pt x="21" y="39"/>
                    </a:cubicBezTo>
                    <a:cubicBezTo>
                      <a:pt x="21" y="40"/>
                      <a:pt x="20" y="40"/>
                      <a:pt x="19" y="40"/>
                    </a:cubicBezTo>
                    <a:cubicBezTo>
                      <a:pt x="18" y="41"/>
                      <a:pt x="16" y="42"/>
                      <a:pt x="15" y="42"/>
                    </a:cubicBezTo>
                    <a:cubicBezTo>
                      <a:pt x="13" y="42"/>
                      <a:pt x="13" y="41"/>
                      <a:pt x="13" y="3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8" name="Freeform 2809">
                <a:extLst>
                  <a:ext uri="{FF2B5EF4-FFF2-40B4-BE49-F238E27FC236}">
                    <a16:creationId xmlns:a16="http://schemas.microsoft.com/office/drawing/2014/main" id="{DD01622E-8395-7948-9400-31A3B8FC2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303"/>
                <a:ext cx="5" cy="2"/>
              </a:xfrm>
              <a:custGeom>
                <a:avLst/>
                <a:gdLst>
                  <a:gd name="T0" fmla="*/ 3 w 10"/>
                  <a:gd name="T1" fmla="*/ 0 h 5"/>
                  <a:gd name="T2" fmla="*/ 8 w 10"/>
                  <a:gd name="T3" fmla="*/ 0 h 5"/>
                  <a:gd name="T4" fmla="*/ 10 w 10"/>
                  <a:gd name="T5" fmla="*/ 2 h 5"/>
                  <a:gd name="T6" fmla="*/ 8 w 10"/>
                  <a:gd name="T7" fmla="*/ 3 h 5"/>
                  <a:gd name="T8" fmla="*/ 3 w 10"/>
                  <a:gd name="T9" fmla="*/ 5 h 5"/>
                  <a:gd name="T10" fmla="*/ 0 w 10"/>
                  <a:gd name="T11" fmla="*/ 3 h 5"/>
                  <a:gd name="T12" fmla="*/ 0 w 10"/>
                  <a:gd name="T13" fmla="*/ 1 h 5"/>
                  <a:gd name="T14" fmla="*/ 3 w 10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5">
                    <a:moveTo>
                      <a:pt x="3" y="0"/>
                    </a:moveTo>
                    <a:cubicBezTo>
                      <a:pt x="4" y="0"/>
                      <a:pt x="6" y="0"/>
                      <a:pt x="8" y="0"/>
                    </a:cubicBezTo>
                    <a:cubicBezTo>
                      <a:pt x="8" y="1"/>
                      <a:pt x="10" y="1"/>
                      <a:pt x="10" y="2"/>
                    </a:cubicBezTo>
                    <a:cubicBezTo>
                      <a:pt x="10" y="3"/>
                      <a:pt x="8" y="3"/>
                      <a:pt x="8" y="3"/>
                    </a:cubicBezTo>
                    <a:cubicBezTo>
                      <a:pt x="6" y="4"/>
                      <a:pt x="5" y="4"/>
                      <a:pt x="3" y="5"/>
                    </a:cubicBezTo>
                    <a:cubicBezTo>
                      <a:pt x="2" y="5"/>
                      <a:pt x="0" y="5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9" name="Freeform 2810">
                <a:extLst>
                  <a:ext uri="{FF2B5EF4-FFF2-40B4-BE49-F238E27FC236}">
                    <a16:creationId xmlns:a16="http://schemas.microsoft.com/office/drawing/2014/main" id="{53C6DE4D-8EE4-9C40-AADC-37E603626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291"/>
                <a:ext cx="11" cy="7"/>
              </a:xfrm>
              <a:custGeom>
                <a:avLst/>
                <a:gdLst>
                  <a:gd name="T0" fmla="*/ 10 w 27"/>
                  <a:gd name="T1" fmla="*/ 17 h 17"/>
                  <a:gd name="T2" fmla="*/ 7 w 27"/>
                  <a:gd name="T3" fmla="*/ 15 h 17"/>
                  <a:gd name="T4" fmla="*/ 2 w 27"/>
                  <a:gd name="T5" fmla="*/ 13 h 17"/>
                  <a:gd name="T6" fmla="*/ 0 w 27"/>
                  <a:gd name="T7" fmla="*/ 9 h 17"/>
                  <a:gd name="T8" fmla="*/ 4 w 27"/>
                  <a:gd name="T9" fmla="*/ 5 h 17"/>
                  <a:gd name="T10" fmla="*/ 8 w 27"/>
                  <a:gd name="T11" fmla="*/ 2 h 17"/>
                  <a:gd name="T12" fmla="*/ 15 w 27"/>
                  <a:gd name="T13" fmla="*/ 2 h 17"/>
                  <a:gd name="T14" fmla="*/ 20 w 27"/>
                  <a:gd name="T15" fmla="*/ 2 h 17"/>
                  <a:gd name="T16" fmla="*/ 23 w 27"/>
                  <a:gd name="T17" fmla="*/ 2 h 17"/>
                  <a:gd name="T18" fmla="*/ 26 w 27"/>
                  <a:gd name="T19" fmla="*/ 6 h 17"/>
                  <a:gd name="T20" fmla="*/ 26 w 27"/>
                  <a:gd name="T21" fmla="*/ 9 h 17"/>
                  <a:gd name="T22" fmla="*/ 22 w 27"/>
                  <a:gd name="T23" fmla="*/ 13 h 17"/>
                  <a:gd name="T24" fmla="*/ 19 w 27"/>
                  <a:gd name="T25" fmla="*/ 14 h 17"/>
                  <a:gd name="T26" fmla="*/ 18 w 27"/>
                  <a:gd name="T27" fmla="*/ 16 h 17"/>
                  <a:gd name="T28" fmla="*/ 12 w 27"/>
                  <a:gd name="T29" fmla="*/ 17 h 17"/>
                  <a:gd name="T30" fmla="*/ 10 w 27"/>
                  <a:gd name="T3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17">
                    <a:moveTo>
                      <a:pt x="10" y="17"/>
                    </a:moveTo>
                    <a:cubicBezTo>
                      <a:pt x="9" y="16"/>
                      <a:pt x="8" y="16"/>
                      <a:pt x="7" y="15"/>
                    </a:cubicBezTo>
                    <a:cubicBezTo>
                      <a:pt x="6" y="14"/>
                      <a:pt x="4" y="14"/>
                      <a:pt x="2" y="13"/>
                    </a:cubicBezTo>
                    <a:cubicBezTo>
                      <a:pt x="1" y="12"/>
                      <a:pt x="0" y="10"/>
                      <a:pt x="0" y="9"/>
                    </a:cubicBezTo>
                    <a:cubicBezTo>
                      <a:pt x="0" y="6"/>
                      <a:pt x="2" y="6"/>
                      <a:pt x="4" y="5"/>
                    </a:cubicBezTo>
                    <a:cubicBezTo>
                      <a:pt x="6" y="5"/>
                      <a:pt x="6" y="3"/>
                      <a:pt x="8" y="2"/>
                    </a:cubicBezTo>
                    <a:cubicBezTo>
                      <a:pt x="10" y="0"/>
                      <a:pt x="12" y="1"/>
                      <a:pt x="15" y="2"/>
                    </a:cubicBezTo>
                    <a:cubicBezTo>
                      <a:pt x="16" y="2"/>
                      <a:pt x="18" y="2"/>
                      <a:pt x="20" y="2"/>
                    </a:cubicBezTo>
                    <a:cubicBezTo>
                      <a:pt x="21" y="2"/>
                      <a:pt x="22" y="1"/>
                      <a:pt x="23" y="2"/>
                    </a:cubicBezTo>
                    <a:cubicBezTo>
                      <a:pt x="25" y="3"/>
                      <a:pt x="26" y="4"/>
                      <a:pt x="26" y="6"/>
                    </a:cubicBezTo>
                    <a:cubicBezTo>
                      <a:pt x="27" y="7"/>
                      <a:pt x="27" y="8"/>
                      <a:pt x="26" y="9"/>
                    </a:cubicBezTo>
                    <a:cubicBezTo>
                      <a:pt x="26" y="11"/>
                      <a:pt x="24" y="12"/>
                      <a:pt x="22" y="13"/>
                    </a:cubicBezTo>
                    <a:cubicBezTo>
                      <a:pt x="21" y="14"/>
                      <a:pt x="20" y="14"/>
                      <a:pt x="19" y="14"/>
                    </a:cubicBezTo>
                    <a:cubicBezTo>
                      <a:pt x="19" y="15"/>
                      <a:pt x="19" y="15"/>
                      <a:pt x="18" y="16"/>
                    </a:cubicBezTo>
                    <a:cubicBezTo>
                      <a:pt x="17" y="17"/>
                      <a:pt x="14" y="17"/>
                      <a:pt x="12" y="17"/>
                    </a:cubicBezTo>
                    <a:cubicBezTo>
                      <a:pt x="11" y="17"/>
                      <a:pt x="11" y="17"/>
                      <a:pt x="10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0" name="Freeform 2811">
                <a:extLst>
                  <a:ext uri="{FF2B5EF4-FFF2-40B4-BE49-F238E27FC236}">
                    <a16:creationId xmlns:a16="http://schemas.microsoft.com/office/drawing/2014/main" id="{B47EB7C5-886D-9941-A895-307CC5893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287"/>
                <a:ext cx="10" cy="4"/>
              </a:xfrm>
              <a:custGeom>
                <a:avLst/>
                <a:gdLst>
                  <a:gd name="T0" fmla="*/ 4 w 25"/>
                  <a:gd name="T1" fmla="*/ 6 h 8"/>
                  <a:gd name="T2" fmla="*/ 1 w 25"/>
                  <a:gd name="T3" fmla="*/ 4 h 8"/>
                  <a:gd name="T4" fmla="*/ 0 w 25"/>
                  <a:gd name="T5" fmla="*/ 2 h 8"/>
                  <a:gd name="T6" fmla="*/ 5 w 25"/>
                  <a:gd name="T7" fmla="*/ 0 h 8"/>
                  <a:gd name="T8" fmla="*/ 16 w 25"/>
                  <a:gd name="T9" fmla="*/ 2 h 8"/>
                  <a:gd name="T10" fmla="*/ 22 w 25"/>
                  <a:gd name="T11" fmla="*/ 3 h 8"/>
                  <a:gd name="T12" fmla="*/ 24 w 25"/>
                  <a:gd name="T13" fmla="*/ 6 h 8"/>
                  <a:gd name="T14" fmla="*/ 17 w 25"/>
                  <a:gd name="T15" fmla="*/ 7 h 8"/>
                  <a:gd name="T16" fmla="*/ 8 w 25"/>
                  <a:gd name="T17" fmla="*/ 7 h 8"/>
                  <a:gd name="T18" fmla="*/ 4 w 25"/>
                  <a:gd name="T1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8">
                    <a:moveTo>
                      <a:pt x="4" y="6"/>
                    </a:move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3" y="0"/>
                      <a:pt x="5" y="0"/>
                    </a:cubicBezTo>
                    <a:cubicBezTo>
                      <a:pt x="9" y="1"/>
                      <a:pt x="12" y="1"/>
                      <a:pt x="16" y="2"/>
                    </a:cubicBezTo>
                    <a:cubicBezTo>
                      <a:pt x="18" y="3"/>
                      <a:pt x="20" y="2"/>
                      <a:pt x="22" y="3"/>
                    </a:cubicBezTo>
                    <a:cubicBezTo>
                      <a:pt x="23" y="4"/>
                      <a:pt x="25" y="5"/>
                      <a:pt x="24" y="6"/>
                    </a:cubicBezTo>
                    <a:cubicBezTo>
                      <a:pt x="23" y="8"/>
                      <a:pt x="19" y="7"/>
                      <a:pt x="17" y="7"/>
                    </a:cubicBezTo>
                    <a:cubicBezTo>
                      <a:pt x="14" y="7"/>
                      <a:pt x="11" y="7"/>
                      <a:pt x="8" y="7"/>
                    </a:cubicBezTo>
                    <a:cubicBezTo>
                      <a:pt x="6" y="7"/>
                      <a:pt x="5" y="6"/>
                      <a:pt x="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1" name="Freeform 2812">
                <a:extLst>
                  <a:ext uri="{FF2B5EF4-FFF2-40B4-BE49-F238E27FC236}">
                    <a16:creationId xmlns:a16="http://schemas.microsoft.com/office/drawing/2014/main" id="{94A1E804-C8EA-1640-8A20-FD4CE8836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278"/>
                <a:ext cx="11" cy="9"/>
              </a:xfrm>
              <a:custGeom>
                <a:avLst/>
                <a:gdLst>
                  <a:gd name="T0" fmla="*/ 1 w 25"/>
                  <a:gd name="T1" fmla="*/ 20 h 24"/>
                  <a:gd name="T2" fmla="*/ 1 w 25"/>
                  <a:gd name="T3" fmla="*/ 20 h 24"/>
                  <a:gd name="T4" fmla="*/ 0 w 25"/>
                  <a:gd name="T5" fmla="*/ 17 h 24"/>
                  <a:gd name="T6" fmla="*/ 1 w 25"/>
                  <a:gd name="T7" fmla="*/ 13 h 24"/>
                  <a:gd name="T8" fmla="*/ 2 w 25"/>
                  <a:gd name="T9" fmla="*/ 11 h 24"/>
                  <a:gd name="T10" fmla="*/ 6 w 25"/>
                  <a:gd name="T11" fmla="*/ 9 h 24"/>
                  <a:gd name="T12" fmla="*/ 9 w 25"/>
                  <a:gd name="T13" fmla="*/ 9 h 24"/>
                  <a:gd name="T14" fmla="*/ 13 w 25"/>
                  <a:gd name="T15" fmla="*/ 5 h 24"/>
                  <a:gd name="T16" fmla="*/ 15 w 25"/>
                  <a:gd name="T17" fmla="*/ 3 h 24"/>
                  <a:gd name="T18" fmla="*/ 20 w 25"/>
                  <a:gd name="T19" fmla="*/ 1 h 24"/>
                  <a:gd name="T20" fmla="*/ 24 w 25"/>
                  <a:gd name="T21" fmla="*/ 8 h 24"/>
                  <a:gd name="T22" fmla="*/ 24 w 25"/>
                  <a:gd name="T23" fmla="*/ 10 h 24"/>
                  <a:gd name="T24" fmla="*/ 25 w 25"/>
                  <a:gd name="T25" fmla="*/ 14 h 24"/>
                  <a:gd name="T26" fmla="*/ 25 w 25"/>
                  <a:gd name="T27" fmla="*/ 19 h 24"/>
                  <a:gd name="T28" fmla="*/ 23 w 25"/>
                  <a:gd name="T29" fmla="*/ 21 h 24"/>
                  <a:gd name="T30" fmla="*/ 17 w 25"/>
                  <a:gd name="T31" fmla="*/ 22 h 24"/>
                  <a:gd name="T32" fmla="*/ 11 w 25"/>
                  <a:gd name="T33" fmla="*/ 23 h 24"/>
                  <a:gd name="T34" fmla="*/ 1 w 25"/>
                  <a:gd name="T35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24">
                    <a:moveTo>
                      <a:pt x="1" y="20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0" y="19"/>
                      <a:pt x="0" y="18"/>
                      <a:pt x="0" y="17"/>
                    </a:cubicBezTo>
                    <a:cubicBezTo>
                      <a:pt x="0" y="15"/>
                      <a:pt x="1" y="15"/>
                      <a:pt x="1" y="13"/>
                    </a:cubicBezTo>
                    <a:cubicBezTo>
                      <a:pt x="1" y="12"/>
                      <a:pt x="1" y="12"/>
                      <a:pt x="2" y="11"/>
                    </a:cubicBezTo>
                    <a:cubicBezTo>
                      <a:pt x="3" y="10"/>
                      <a:pt x="5" y="9"/>
                      <a:pt x="6" y="9"/>
                    </a:cubicBezTo>
                    <a:cubicBezTo>
                      <a:pt x="7" y="9"/>
                      <a:pt x="8" y="9"/>
                      <a:pt x="9" y="9"/>
                    </a:cubicBezTo>
                    <a:cubicBezTo>
                      <a:pt x="12" y="11"/>
                      <a:pt x="12" y="7"/>
                      <a:pt x="13" y="5"/>
                    </a:cubicBezTo>
                    <a:cubicBezTo>
                      <a:pt x="13" y="4"/>
                      <a:pt x="14" y="4"/>
                      <a:pt x="15" y="3"/>
                    </a:cubicBezTo>
                    <a:cubicBezTo>
                      <a:pt x="16" y="2"/>
                      <a:pt x="19" y="0"/>
                      <a:pt x="20" y="1"/>
                    </a:cubicBezTo>
                    <a:cubicBezTo>
                      <a:pt x="22" y="3"/>
                      <a:pt x="24" y="6"/>
                      <a:pt x="24" y="8"/>
                    </a:cubicBezTo>
                    <a:cubicBezTo>
                      <a:pt x="24" y="9"/>
                      <a:pt x="24" y="9"/>
                      <a:pt x="24" y="10"/>
                    </a:cubicBezTo>
                    <a:cubicBezTo>
                      <a:pt x="25" y="12"/>
                      <a:pt x="25" y="13"/>
                      <a:pt x="25" y="14"/>
                    </a:cubicBezTo>
                    <a:cubicBezTo>
                      <a:pt x="25" y="16"/>
                      <a:pt x="25" y="18"/>
                      <a:pt x="25" y="19"/>
                    </a:cubicBezTo>
                    <a:cubicBezTo>
                      <a:pt x="25" y="21"/>
                      <a:pt x="25" y="21"/>
                      <a:pt x="23" y="21"/>
                    </a:cubicBezTo>
                    <a:cubicBezTo>
                      <a:pt x="22" y="22"/>
                      <a:pt x="19" y="22"/>
                      <a:pt x="17" y="22"/>
                    </a:cubicBezTo>
                    <a:cubicBezTo>
                      <a:pt x="15" y="23"/>
                      <a:pt x="13" y="23"/>
                      <a:pt x="11" y="23"/>
                    </a:cubicBezTo>
                    <a:cubicBezTo>
                      <a:pt x="8" y="23"/>
                      <a:pt x="2" y="24"/>
                      <a:pt x="1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2" name="Freeform 2813">
                <a:extLst>
                  <a:ext uri="{FF2B5EF4-FFF2-40B4-BE49-F238E27FC236}">
                    <a16:creationId xmlns:a16="http://schemas.microsoft.com/office/drawing/2014/main" id="{D0560B7D-A0E9-6045-9520-385DDF832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279"/>
                <a:ext cx="7" cy="8"/>
              </a:xfrm>
              <a:custGeom>
                <a:avLst/>
                <a:gdLst>
                  <a:gd name="T0" fmla="*/ 2 w 15"/>
                  <a:gd name="T1" fmla="*/ 18 h 19"/>
                  <a:gd name="T2" fmla="*/ 1 w 15"/>
                  <a:gd name="T3" fmla="*/ 16 h 19"/>
                  <a:gd name="T4" fmla="*/ 2 w 15"/>
                  <a:gd name="T5" fmla="*/ 14 h 19"/>
                  <a:gd name="T6" fmla="*/ 2 w 15"/>
                  <a:gd name="T7" fmla="*/ 12 h 19"/>
                  <a:gd name="T8" fmla="*/ 1 w 15"/>
                  <a:gd name="T9" fmla="*/ 7 h 19"/>
                  <a:gd name="T10" fmla="*/ 2 w 15"/>
                  <a:gd name="T11" fmla="*/ 3 h 19"/>
                  <a:gd name="T12" fmla="*/ 4 w 15"/>
                  <a:gd name="T13" fmla="*/ 2 h 19"/>
                  <a:gd name="T14" fmla="*/ 4 w 15"/>
                  <a:gd name="T15" fmla="*/ 1 h 19"/>
                  <a:gd name="T16" fmla="*/ 9 w 15"/>
                  <a:gd name="T17" fmla="*/ 2 h 19"/>
                  <a:gd name="T18" fmla="*/ 9 w 15"/>
                  <a:gd name="T19" fmla="*/ 5 h 19"/>
                  <a:gd name="T20" fmla="*/ 10 w 15"/>
                  <a:gd name="T21" fmla="*/ 6 h 19"/>
                  <a:gd name="T22" fmla="*/ 14 w 15"/>
                  <a:gd name="T23" fmla="*/ 10 h 19"/>
                  <a:gd name="T24" fmla="*/ 14 w 15"/>
                  <a:gd name="T25" fmla="*/ 13 h 19"/>
                  <a:gd name="T26" fmla="*/ 12 w 15"/>
                  <a:gd name="T27" fmla="*/ 16 h 19"/>
                  <a:gd name="T28" fmla="*/ 8 w 15"/>
                  <a:gd name="T29" fmla="*/ 19 h 19"/>
                  <a:gd name="T30" fmla="*/ 2 w 15"/>
                  <a:gd name="T31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9">
                    <a:moveTo>
                      <a:pt x="2" y="18"/>
                    </a:moveTo>
                    <a:cubicBezTo>
                      <a:pt x="2" y="18"/>
                      <a:pt x="1" y="16"/>
                      <a:pt x="1" y="16"/>
                    </a:cubicBezTo>
                    <a:cubicBezTo>
                      <a:pt x="1" y="15"/>
                      <a:pt x="2" y="15"/>
                      <a:pt x="2" y="14"/>
                    </a:cubicBezTo>
                    <a:cubicBezTo>
                      <a:pt x="2" y="13"/>
                      <a:pt x="1" y="12"/>
                      <a:pt x="2" y="12"/>
                    </a:cubicBezTo>
                    <a:cubicBezTo>
                      <a:pt x="2" y="10"/>
                      <a:pt x="2" y="9"/>
                      <a:pt x="1" y="7"/>
                    </a:cubicBezTo>
                    <a:cubicBezTo>
                      <a:pt x="1" y="5"/>
                      <a:pt x="0" y="4"/>
                      <a:pt x="2" y="3"/>
                    </a:cubicBezTo>
                    <a:cubicBezTo>
                      <a:pt x="3" y="3"/>
                      <a:pt x="3" y="3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5" y="0"/>
                      <a:pt x="8" y="1"/>
                      <a:pt x="9" y="2"/>
                    </a:cubicBezTo>
                    <a:cubicBezTo>
                      <a:pt x="9" y="3"/>
                      <a:pt x="9" y="4"/>
                      <a:pt x="9" y="5"/>
                    </a:cubicBezTo>
                    <a:cubicBezTo>
                      <a:pt x="9" y="5"/>
                      <a:pt x="10" y="6"/>
                      <a:pt x="10" y="6"/>
                    </a:cubicBezTo>
                    <a:cubicBezTo>
                      <a:pt x="12" y="8"/>
                      <a:pt x="13" y="9"/>
                      <a:pt x="14" y="10"/>
                    </a:cubicBezTo>
                    <a:cubicBezTo>
                      <a:pt x="15" y="11"/>
                      <a:pt x="15" y="12"/>
                      <a:pt x="14" y="13"/>
                    </a:cubicBezTo>
                    <a:cubicBezTo>
                      <a:pt x="13" y="14"/>
                      <a:pt x="13" y="15"/>
                      <a:pt x="12" y="16"/>
                    </a:cubicBezTo>
                    <a:cubicBezTo>
                      <a:pt x="12" y="18"/>
                      <a:pt x="10" y="19"/>
                      <a:pt x="8" y="19"/>
                    </a:cubicBezTo>
                    <a:cubicBezTo>
                      <a:pt x="7" y="19"/>
                      <a:pt x="3" y="19"/>
                      <a:pt x="2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3" name="Freeform 2814">
                <a:extLst>
                  <a:ext uri="{FF2B5EF4-FFF2-40B4-BE49-F238E27FC236}">
                    <a16:creationId xmlns:a16="http://schemas.microsoft.com/office/drawing/2014/main" id="{BD09EF8E-5800-394D-B789-FDE258592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275"/>
                <a:ext cx="16" cy="14"/>
              </a:xfrm>
              <a:custGeom>
                <a:avLst/>
                <a:gdLst>
                  <a:gd name="T0" fmla="*/ 6 w 38"/>
                  <a:gd name="T1" fmla="*/ 26 h 35"/>
                  <a:gd name="T2" fmla="*/ 5 w 38"/>
                  <a:gd name="T3" fmla="*/ 19 h 35"/>
                  <a:gd name="T4" fmla="*/ 3 w 38"/>
                  <a:gd name="T5" fmla="*/ 14 h 35"/>
                  <a:gd name="T6" fmla="*/ 1 w 38"/>
                  <a:gd name="T7" fmla="*/ 8 h 35"/>
                  <a:gd name="T8" fmla="*/ 3 w 38"/>
                  <a:gd name="T9" fmla="*/ 3 h 35"/>
                  <a:gd name="T10" fmla="*/ 7 w 38"/>
                  <a:gd name="T11" fmla="*/ 3 h 35"/>
                  <a:gd name="T12" fmla="*/ 12 w 38"/>
                  <a:gd name="T13" fmla="*/ 6 h 35"/>
                  <a:gd name="T14" fmla="*/ 16 w 38"/>
                  <a:gd name="T15" fmla="*/ 17 h 35"/>
                  <a:gd name="T16" fmla="*/ 20 w 38"/>
                  <a:gd name="T17" fmla="*/ 14 h 35"/>
                  <a:gd name="T18" fmla="*/ 20 w 38"/>
                  <a:gd name="T19" fmla="*/ 6 h 35"/>
                  <a:gd name="T20" fmla="*/ 25 w 38"/>
                  <a:gd name="T21" fmla="*/ 3 h 35"/>
                  <a:gd name="T22" fmla="*/ 29 w 38"/>
                  <a:gd name="T23" fmla="*/ 8 h 35"/>
                  <a:gd name="T24" fmla="*/ 31 w 38"/>
                  <a:gd name="T25" fmla="*/ 16 h 35"/>
                  <a:gd name="T26" fmla="*/ 35 w 38"/>
                  <a:gd name="T27" fmla="*/ 23 h 35"/>
                  <a:gd name="T28" fmla="*/ 38 w 38"/>
                  <a:gd name="T29" fmla="*/ 28 h 35"/>
                  <a:gd name="T30" fmla="*/ 33 w 38"/>
                  <a:gd name="T31" fmla="*/ 32 h 35"/>
                  <a:gd name="T32" fmla="*/ 29 w 38"/>
                  <a:gd name="T33" fmla="*/ 35 h 35"/>
                  <a:gd name="T34" fmla="*/ 25 w 38"/>
                  <a:gd name="T35" fmla="*/ 34 h 35"/>
                  <a:gd name="T36" fmla="*/ 18 w 38"/>
                  <a:gd name="T37" fmla="*/ 31 h 35"/>
                  <a:gd name="T38" fmla="*/ 17 w 38"/>
                  <a:gd name="T39" fmla="*/ 30 h 35"/>
                  <a:gd name="T40" fmla="*/ 14 w 38"/>
                  <a:gd name="T41" fmla="*/ 29 h 35"/>
                  <a:gd name="T42" fmla="*/ 12 w 38"/>
                  <a:gd name="T43" fmla="*/ 28 h 35"/>
                  <a:gd name="T44" fmla="*/ 6 w 38"/>
                  <a:gd name="T45" fmla="*/ 2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35">
                    <a:moveTo>
                      <a:pt x="6" y="26"/>
                    </a:moveTo>
                    <a:cubicBezTo>
                      <a:pt x="5" y="24"/>
                      <a:pt x="5" y="22"/>
                      <a:pt x="5" y="19"/>
                    </a:cubicBezTo>
                    <a:cubicBezTo>
                      <a:pt x="5" y="17"/>
                      <a:pt x="4" y="15"/>
                      <a:pt x="3" y="14"/>
                    </a:cubicBezTo>
                    <a:cubicBezTo>
                      <a:pt x="1" y="12"/>
                      <a:pt x="0" y="10"/>
                      <a:pt x="1" y="8"/>
                    </a:cubicBezTo>
                    <a:cubicBezTo>
                      <a:pt x="1" y="6"/>
                      <a:pt x="2" y="4"/>
                      <a:pt x="3" y="3"/>
                    </a:cubicBezTo>
                    <a:cubicBezTo>
                      <a:pt x="4" y="0"/>
                      <a:pt x="5" y="1"/>
                      <a:pt x="7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8" y="7"/>
                      <a:pt x="13" y="14"/>
                      <a:pt x="16" y="17"/>
                    </a:cubicBezTo>
                    <a:cubicBezTo>
                      <a:pt x="19" y="19"/>
                      <a:pt x="20" y="16"/>
                      <a:pt x="20" y="14"/>
                    </a:cubicBezTo>
                    <a:cubicBezTo>
                      <a:pt x="21" y="12"/>
                      <a:pt x="19" y="8"/>
                      <a:pt x="20" y="6"/>
                    </a:cubicBezTo>
                    <a:cubicBezTo>
                      <a:pt x="21" y="4"/>
                      <a:pt x="23" y="3"/>
                      <a:pt x="25" y="3"/>
                    </a:cubicBezTo>
                    <a:cubicBezTo>
                      <a:pt x="27" y="2"/>
                      <a:pt x="28" y="6"/>
                      <a:pt x="29" y="8"/>
                    </a:cubicBezTo>
                    <a:cubicBezTo>
                      <a:pt x="29" y="10"/>
                      <a:pt x="30" y="13"/>
                      <a:pt x="31" y="16"/>
                    </a:cubicBezTo>
                    <a:cubicBezTo>
                      <a:pt x="33" y="18"/>
                      <a:pt x="34" y="20"/>
                      <a:pt x="35" y="23"/>
                    </a:cubicBezTo>
                    <a:cubicBezTo>
                      <a:pt x="36" y="24"/>
                      <a:pt x="38" y="26"/>
                      <a:pt x="38" y="28"/>
                    </a:cubicBezTo>
                    <a:cubicBezTo>
                      <a:pt x="38" y="30"/>
                      <a:pt x="35" y="31"/>
                      <a:pt x="33" y="32"/>
                    </a:cubicBezTo>
                    <a:cubicBezTo>
                      <a:pt x="32" y="33"/>
                      <a:pt x="31" y="34"/>
                      <a:pt x="29" y="35"/>
                    </a:cubicBezTo>
                    <a:cubicBezTo>
                      <a:pt x="28" y="35"/>
                      <a:pt x="26" y="34"/>
                      <a:pt x="25" y="34"/>
                    </a:cubicBezTo>
                    <a:cubicBezTo>
                      <a:pt x="22" y="33"/>
                      <a:pt x="18" y="35"/>
                      <a:pt x="18" y="31"/>
                    </a:cubicBezTo>
                    <a:cubicBezTo>
                      <a:pt x="18" y="30"/>
                      <a:pt x="18" y="30"/>
                      <a:pt x="17" y="30"/>
                    </a:cubicBezTo>
                    <a:cubicBezTo>
                      <a:pt x="17" y="29"/>
                      <a:pt x="15" y="29"/>
                      <a:pt x="14" y="29"/>
                    </a:cubicBezTo>
                    <a:cubicBezTo>
                      <a:pt x="14" y="29"/>
                      <a:pt x="13" y="28"/>
                      <a:pt x="12" y="28"/>
                    </a:cubicBezTo>
                    <a:cubicBezTo>
                      <a:pt x="10" y="28"/>
                      <a:pt x="8" y="28"/>
                      <a:pt x="6" y="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4" name="Freeform 2815">
                <a:extLst>
                  <a:ext uri="{FF2B5EF4-FFF2-40B4-BE49-F238E27FC236}">
                    <a16:creationId xmlns:a16="http://schemas.microsoft.com/office/drawing/2014/main" id="{7D73B8D1-3B9A-514B-A2E0-5445AEE14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269"/>
                <a:ext cx="6" cy="4"/>
              </a:xfrm>
              <a:custGeom>
                <a:avLst/>
                <a:gdLst>
                  <a:gd name="T0" fmla="*/ 3 w 15"/>
                  <a:gd name="T1" fmla="*/ 9 h 11"/>
                  <a:gd name="T2" fmla="*/ 0 w 15"/>
                  <a:gd name="T3" fmla="*/ 8 h 11"/>
                  <a:gd name="T4" fmla="*/ 0 w 15"/>
                  <a:gd name="T5" fmla="*/ 6 h 11"/>
                  <a:gd name="T6" fmla="*/ 3 w 15"/>
                  <a:gd name="T7" fmla="*/ 4 h 11"/>
                  <a:gd name="T8" fmla="*/ 8 w 15"/>
                  <a:gd name="T9" fmla="*/ 0 h 11"/>
                  <a:gd name="T10" fmla="*/ 10 w 15"/>
                  <a:gd name="T11" fmla="*/ 3 h 11"/>
                  <a:gd name="T12" fmla="*/ 12 w 15"/>
                  <a:gd name="T13" fmla="*/ 4 h 11"/>
                  <a:gd name="T14" fmla="*/ 13 w 15"/>
                  <a:gd name="T15" fmla="*/ 8 h 11"/>
                  <a:gd name="T16" fmla="*/ 3 w 15"/>
                  <a:gd name="T1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1">
                    <a:moveTo>
                      <a:pt x="3" y="9"/>
                    </a:moveTo>
                    <a:cubicBezTo>
                      <a:pt x="2" y="9"/>
                      <a:pt x="1" y="9"/>
                      <a:pt x="0" y="8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1" y="4"/>
                      <a:pt x="2" y="5"/>
                      <a:pt x="3" y="4"/>
                    </a:cubicBezTo>
                    <a:cubicBezTo>
                      <a:pt x="5" y="3"/>
                      <a:pt x="5" y="0"/>
                      <a:pt x="8" y="0"/>
                    </a:cubicBezTo>
                    <a:cubicBezTo>
                      <a:pt x="10" y="0"/>
                      <a:pt x="9" y="1"/>
                      <a:pt x="10" y="3"/>
                    </a:cubicBezTo>
                    <a:cubicBezTo>
                      <a:pt x="10" y="4"/>
                      <a:pt x="11" y="4"/>
                      <a:pt x="12" y="4"/>
                    </a:cubicBezTo>
                    <a:cubicBezTo>
                      <a:pt x="14" y="5"/>
                      <a:pt x="15" y="7"/>
                      <a:pt x="13" y="8"/>
                    </a:cubicBezTo>
                    <a:cubicBezTo>
                      <a:pt x="11" y="11"/>
                      <a:pt x="6" y="10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5" name="Freeform 2816">
                <a:extLst>
                  <a:ext uri="{FF2B5EF4-FFF2-40B4-BE49-F238E27FC236}">
                    <a16:creationId xmlns:a16="http://schemas.microsoft.com/office/drawing/2014/main" id="{4AD7A339-7B9C-0B4E-869C-69E7A5776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265"/>
                <a:ext cx="11" cy="7"/>
              </a:xfrm>
              <a:custGeom>
                <a:avLst/>
                <a:gdLst>
                  <a:gd name="T0" fmla="*/ 8 w 27"/>
                  <a:gd name="T1" fmla="*/ 14 h 18"/>
                  <a:gd name="T2" fmla="*/ 6 w 27"/>
                  <a:gd name="T3" fmla="*/ 16 h 18"/>
                  <a:gd name="T4" fmla="*/ 4 w 27"/>
                  <a:gd name="T5" fmla="*/ 14 h 18"/>
                  <a:gd name="T6" fmla="*/ 1 w 27"/>
                  <a:gd name="T7" fmla="*/ 9 h 18"/>
                  <a:gd name="T8" fmla="*/ 4 w 27"/>
                  <a:gd name="T9" fmla="*/ 6 h 18"/>
                  <a:gd name="T10" fmla="*/ 6 w 27"/>
                  <a:gd name="T11" fmla="*/ 4 h 18"/>
                  <a:gd name="T12" fmla="*/ 12 w 27"/>
                  <a:gd name="T13" fmla="*/ 0 h 18"/>
                  <a:gd name="T14" fmla="*/ 20 w 27"/>
                  <a:gd name="T15" fmla="*/ 1 h 18"/>
                  <a:gd name="T16" fmla="*/ 23 w 27"/>
                  <a:gd name="T17" fmla="*/ 2 h 18"/>
                  <a:gd name="T18" fmla="*/ 23 w 27"/>
                  <a:gd name="T19" fmla="*/ 5 h 18"/>
                  <a:gd name="T20" fmla="*/ 25 w 27"/>
                  <a:gd name="T21" fmla="*/ 11 h 18"/>
                  <a:gd name="T22" fmla="*/ 27 w 27"/>
                  <a:gd name="T23" fmla="*/ 13 h 18"/>
                  <a:gd name="T24" fmla="*/ 25 w 27"/>
                  <a:gd name="T25" fmla="*/ 16 h 18"/>
                  <a:gd name="T26" fmla="*/ 15 w 27"/>
                  <a:gd name="T27" fmla="*/ 18 h 18"/>
                  <a:gd name="T28" fmla="*/ 12 w 27"/>
                  <a:gd name="T29" fmla="*/ 15 h 18"/>
                  <a:gd name="T30" fmla="*/ 8 w 27"/>
                  <a:gd name="T31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18">
                    <a:moveTo>
                      <a:pt x="8" y="14"/>
                    </a:moveTo>
                    <a:cubicBezTo>
                      <a:pt x="7" y="14"/>
                      <a:pt x="7" y="15"/>
                      <a:pt x="6" y="16"/>
                    </a:cubicBezTo>
                    <a:cubicBezTo>
                      <a:pt x="5" y="16"/>
                      <a:pt x="4" y="14"/>
                      <a:pt x="4" y="14"/>
                    </a:cubicBezTo>
                    <a:cubicBezTo>
                      <a:pt x="2" y="12"/>
                      <a:pt x="0" y="11"/>
                      <a:pt x="1" y="9"/>
                    </a:cubicBezTo>
                    <a:cubicBezTo>
                      <a:pt x="2" y="7"/>
                      <a:pt x="3" y="7"/>
                      <a:pt x="4" y="6"/>
                    </a:cubicBezTo>
                    <a:cubicBezTo>
                      <a:pt x="5" y="6"/>
                      <a:pt x="5" y="5"/>
                      <a:pt x="6" y="4"/>
                    </a:cubicBezTo>
                    <a:cubicBezTo>
                      <a:pt x="7" y="1"/>
                      <a:pt x="10" y="0"/>
                      <a:pt x="12" y="0"/>
                    </a:cubicBezTo>
                    <a:cubicBezTo>
                      <a:pt x="15" y="0"/>
                      <a:pt x="17" y="0"/>
                      <a:pt x="20" y="1"/>
                    </a:cubicBezTo>
                    <a:cubicBezTo>
                      <a:pt x="21" y="1"/>
                      <a:pt x="22" y="1"/>
                      <a:pt x="23" y="2"/>
                    </a:cubicBezTo>
                    <a:cubicBezTo>
                      <a:pt x="23" y="3"/>
                      <a:pt x="23" y="4"/>
                      <a:pt x="23" y="5"/>
                    </a:cubicBezTo>
                    <a:cubicBezTo>
                      <a:pt x="23" y="7"/>
                      <a:pt x="24" y="9"/>
                      <a:pt x="25" y="11"/>
                    </a:cubicBezTo>
                    <a:cubicBezTo>
                      <a:pt x="26" y="12"/>
                      <a:pt x="27" y="12"/>
                      <a:pt x="27" y="13"/>
                    </a:cubicBezTo>
                    <a:cubicBezTo>
                      <a:pt x="27" y="15"/>
                      <a:pt x="25" y="15"/>
                      <a:pt x="25" y="16"/>
                    </a:cubicBezTo>
                    <a:cubicBezTo>
                      <a:pt x="22" y="17"/>
                      <a:pt x="18" y="18"/>
                      <a:pt x="15" y="18"/>
                    </a:cubicBezTo>
                    <a:cubicBezTo>
                      <a:pt x="13" y="18"/>
                      <a:pt x="12" y="16"/>
                      <a:pt x="12" y="15"/>
                    </a:cubicBezTo>
                    <a:cubicBezTo>
                      <a:pt x="11" y="13"/>
                      <a:pt x="9" y="13"/>
                      <a:pt x="8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6" name="Freeform 2817">
                <a:extLst>
                  <a:ext uri="{FF2B5EF4-FFF2-40B4-BE49-F238E27FC236}">
                    <a16:creationId xmlns:a16="http://schemas.microsoft.com/office/drawing/2014/main" id="{0659DEA1-C393-D040-B138-253AFAE25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269"/>
                <a:ext cx="6" cy="4"/>
              </a:xfrm>
              <a:custGeom>
                <a:avLst/>
                <a:gdLst>
                  <a:gd name="T0" fmla="*/ 2 w 14"/>
                  <a:gd name="T1" fmla="*/ 10 h 11"/>
                  <a:gd name="T2" fmla="*/ 6 w 14"/>
                  <a:gd name="T3" fmla="*/ 5 h 11"/>
                  <a:gd name="T4" fmla="*/ 7 w 14"/>
                  <a:gd name="T5" fmla="*/ 3 h 11"/>
                  <a:gd name="T6" fmla="*/ 10 w 14"/>
                  <a:gd name="T7" fmla="*/ 1 h 11"/>
                  <a:gd name="T8" fmla="*/ 12 w 14"/>
                  <a:gd name="T9" fmla="*/ 0 h 11"/>
                  <a:gd name="T10" fmla="*/ 13 w 14"/>
                  <a:gd name="T11" fmla="*/ 3 h 11"/>
                  <a:gd name="T12" fmla="*/ 10 w 14"/>
                  <a:gd name="T13" fmla="*/ 6 h 11"/>
                  <a:gd name="T14" fmla="*/ 6 w 14"/>
                  <a:gd name="T15" fmla="*/ 9 h 11"/>
                  <a:gd name="T16" fmla="*/ 2 w 14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1">
                    <a:moveTo>
                      <a:pt x="2" y="10"/>
                    </a:moveTo>
                    <a:cubicBezTo>
                      <a:pt x="0" y="7"/>
                      <a:pt x="4" y="6"/>
                      <a:pt x="6" y="5"/>
                    </a:cubicBezTo>
                    <a:cubicBezTo>
                      <a:pt x="6" y="4"/>
                      <a:pt x="7" y="3"/>
                      <a:pt x="7" y="3"/>
                    </a:cubicBezTo>
                    <a:cubicBezTo>
                      <a:pt x="8" y="2"/>
                      <a:pt x="9" y="2"/>
                      <a:pt x="10" y="1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4" y="5"/>
                      <a:pt x="12" y="5"/>
                      <a:pt x="10" y="6"/>
                    </a:cubicBezTo>
                    <a:cubicBezTo>
                      <a:pt x="9" y="6"/>
                      <a:pt x="7" y="8"/>
                      <a:pt x="6" y="9"/>
                    </a:cubicBezTo>
                    <a:cubicBezTo>
                      <a:pt x="5" y="10"/>
                      <a:pt x="3" y="11"/>
                      <a:pt x="2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7" name="Freeform 2818">
                <a:extLst>
                  <a:ext uri="{FF2B5EF4-FFF2-40B4-BE49-F238E27FC236}">
                    <a16:creationId xmlns:a16="http://schemas.microsoft.com/office/drawing/2014/main" id="{20D4B465-0234-744A-A92C-1EC1F0F77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270"/>
                <a:ext cx="4" cy="3"/>
              </a:xfrm>
              <a:custGeom>
                <a:avLst/>
                <a:gdLst>
                  <a:gd name="T0" fmla="*/ 4 w 8"/>
                  <a:gd name="T1" fmla="*/ 0 h 6"/>
                  <a:gd name="T2" fmla="*/ 7 w 8"/>
                  <a:gd name="T3" fmla="*/ 1 h 6"/>
                  <a:gd name="T4" fmla="*/ 2 w 8"/>
                  <a:gd name="T5" fmla="*/ 5 h 6"/>
                  <a:gd name="T6" fmla="*/ 1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cubicBezTo>
                      <a:pt x="5" y="0"/>
                      <a:pt x="6" y="0"/>
                      <a:pt x="7" y="1"/>
                    </a:cubicBezTo>
                    <a:cubicBezTo>
                      <a:pt x="8" y="4"/>
                      <a:pt x="5" y="6"/>
                      <a:pt x="2" y="5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8" name="Freeform 2819">
                <a:extLst>
                  <a:ext uri="{FF2B5EF4-FFF2-40B4-BE49-F238E27FC236}">
                    <a16:creationId xmlns:a16="http://schemas.microsoft.com/office/drawing/2014/main" id="{492BAC17-D2C4-4F4F-8D89-606FA77E2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269"/>
                <a:ext cx="3" cy="1"/>
              </a:xfrm>
              <a:custGeom>
                <a:avLst/>
                <a:gdLst>
                  <a:gd name="T0" fmla="*/ 4 w 9"/>
                  <a:gd name="T1" fmla="*/ 1 h 4"/>
                  <a:gd name="T2" fmla="*/ 6 w 9"/>
                  <a:gd name="T3" fmla="*/ 1 h 4"/>
                  <a:gd name="T4" fmla="*/ 7 w 9"/>
                  <a:gd name="T5" fmla="*/ 0 h 4"/>
                  <a:gd name="T6" fmla="*/ 9 w 9"/>
                  <a:gd name="T7" fmla="*/ 2 h 4"/>
                  <a:gd name="T8" fmla="*/ 5 w 9"/>
                  <a:gd name="T9" fmla="*/ 4 h 4"/>
                  <a:gd name="T10" fmla="*/ 2 w 9"/>
                  <a:gd name="T11" fmla="*/ 4 h 4"/>
                  <a:gd name="T12" fmla="*/ 1 w 9"/>
                  <a:gd name="T13" fmla="*/ 2 h 4"/>
                  <a:gd name="T14" fmla="*/ 4 w 9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4">
                    <a:moveTo>
                      <a:pt x="4" y="1"/>
                    </a:moveTo>
                    <a:cubicBezTo>
                      <a:pt x="5" y="1"/>
                      <a:pt x="5" y="1"/>
                      <a:pt x="6" y="1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8" y="0"/>
                      <a:pt x="9" y="1"/>
                      <a:pt x="9" y="2"/>
                    </a:cubicBezTo>
                    <a:cubicBezTo>
                      <a:pt x="8" y="4"/>
                      <a:pt x="7" y="3"/>
                      <a:pt x="5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9" name="Freeform 2820">
                <a:extLst>
                  <a:ext uri="{FF2B5EF4-FFF2-40B4-BE49-F238E27FC236}">
                    <a16:creationId xmlns:a16="http://schemas.microsoft.com/office/drawing/2014/main" id="{B1A578DB-7902-BE46-8539-2A5659E10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265"/>
                <a:ext cx="4" cy="2"/>
              </a:xfrm>
              <a:custGeom>
                <a:avLst/>
                <a:gdLst>
                  <a:gd name="T0" fmla="*/ 1 w 9"/>
                  <a:gd name="T1" fmla="*/ 1 h 5"/>
                  <a:gd name="T2" fmla="*/ 4 w 9"/>
                  <a:gd name="T3" fmla="*/ 0 h 5"/>
                  <a:gd name="T4" fmla="*/ 8 w 9"/>
                  <a:gd name="T5" fmla="*/ 0 h 5"/>
                  <a:gd name="T6" fmla="*/ 8 w 9"/>
                  <a:gd name="T7" fmla="*/ 4 h 5"/>
                  <a:gd name="T8" fmla="*/ 3 w 9"/>
                  <a:gd name="T9" fmla="*/ 4 h 5"/>
                  <a:gd name="T10" fmla="*/ 1 w 9"/>
                  <a:gd name="T11" fmla="*/ 4 h 5"/>
                  <a:gd name="T12" fmla="*/ 1 w 9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9" y="1"/>
                      <a:pt x="9" y="3"/>
                      <a:pt x="8" y="4"/>
                    </a:cubicBezTo>
                    <a:cubicBezTo>
                      <a:pt x="7" y="5"/>
                      <a:pt x="5" y="4"/>
                      <a:pt x="3" y="4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0" name="Freeform 2821">
                <a:extLst>
                  <a:ext uri="{FF2B5EF4-FFF2-40B4-BE49-F238E27FC236}">
                    <a16:creationId xmlns:a16="http://schemas.microsoft.com/office/drawing/2014/main" id="{6CA9E284-69A5-6D47-803F-5B5BC56CD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252"/>
                <a:ext cx="21" cy="16"/>
              </a:xfrm>
              <a:custGeom>
                <a:avLst/>
                <a:gdLst>
                  <a:gd name="T0" fmla="*/ 23 w 52"/>
                  <a:gd name="T1" fmla="*/ 36 h 39"/>
                  <a:gd name="T2" fmla="*/ 23 w 52"/>
                  <a:gd name="T3" fmla="*/ 31 h 39"/>
                  <a:gd name="T4" fmla="*/ 16 w 52"/>
                  <a:gd name="T5" fmla="*/ 29 h 39"/>
                  <a:gd name="T6" fmla="*/ 14 w 52"/>
                  <a:gd name="T7" fmla="*/ 24 h 39"/>
                  <a:gd name="T8" fmla="*/ 10 w 52"/>
                  <a:gd name="T9" fmla="*/ 24 h 39"/>
                  <a:gd name="T10" fmla="*/ 2 w 52"/>
                  <a:gd name="T11" fmla="*/ 22 h 39"/>
                  <a:gd name="T12" fmla="*/ 2 w 52"/>
                  <a:gd name="T13" fmla="*/ 18 h 39"/>
                  <a:gd name="T14" fmla="*/ 6 w 52"/>
                  <a:gd name="T15" fmla="*/ 11 h 39"/>
                  <a:gd name="T16" fmla="*/ 11 w 52"/>
                  <a:gd name="T17" fmla="*/ 7 h 39"/>
                  <a:gd name="T18" fmla="*/ 21 w 52"/>
                  <a:gd name="T19" fmla="*/ 7 h 39"/>
                  <a:gd name="T20" fmla="*/ 33 w 52"/>
                  <a:gd name="T21" fmla="*/ 0 h 39"/>
                  <a:gd name="T22" fmla="*/ 38 w 52"/>
                  <a:gd name="T23" fmla="*/ 3 h 39"/>
                  <a:gd name="T24" fmla="*/ 44 w 52"/>
                  <a:gd name="T25" fmla="*/ 6 h 39"/>
                  <a:gd name="T26" fmla="*/ 48 w 52"/>
                  <a:gd name="T27" fmla="*/ 19 h 39"/>
                  <a:gd name="T28" fmla="*/ 51 w 52"/>
                  <a:gd name="T29" fmla="*/ 23 h 39"/>
                  <a:gd name="T30" fmla="*/ 48 w 52"/>
                  <a:gd name="T31" fmla="*/ 29 h 39"/>
                  <a:gd name="T32" fmla="*/ 41 w 52"/>
                  <a:gd name="T33" fmla="*/ 33 h 39"/>
                  <a:gd name="T34" fmla="*/ 38 w 52"/>
                  <a:gd name="T35" fmla="*/ 38 h 39"/>
                  <a:gd name="T36" fmla="*/ 33 w 52"/>
                  <a:gd name="T37" fmla="*/ 38 h 39"/>
                  <a:gd name="T38" fmla="*/ 30 w 52"/>
                  <a:gd name="T39" fmla="*/ 38 h 39"/>
                  <a:gd name="T40" fmla="*/ 23 w 52"/>
                  <a:gd name="T41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39">
                    <a:moveTo>
                      <a:pt x="23" y="36"/>
                    </a:moveTo>
                    <a:cubicBezTo>
                      <a:pt x="23" y="34"/>
                      <a:pt x="25" y="32"/>
                      <a:pt x="23" y="31"/>
                    </a:cubicBezTo>
                    <a:cubicBezTo>
                      <a:pt x="21" y="29"/>
                      <a:pt x="18" y="30"/>
                      <a:pt x="16" y="29"/>
                    </a:cubicBezTo>
                    <a:cubicBezTo>
                      <a:pt x="14" y="27"/>
                      <a:pt x="15" y="26"/>
                      <a:pt x="14" y="24"/>
                    </a:cubicBezTo>
                    <a:cubicBezTo>
                      <a:pt x="14" y="23"/>
                      <a:pt x="11" y="24"/>
                      <a:pt x="10" y="24"/>
                    </a:cubicBezTo>
                    <a:cubicBezTo>
                      <a:pt x="7" y="24"/>
                      <a:pt x="5" y="23"/>
                      <a:pt x="2" y="22"/>
                    </a:cubicBezTo>
                    <a:cubicBezTo>
                      <a:pt x="0" y="21"/>
                      <a:pt x="1" y="20"/>
                      <a:pt x="2" y="18"/>
                    </a:cubicBezTo>
                    <a:cubicBezTo>
                      <a:pt x="3" y="16"/>
                      <a:pt x="4" y="13"/>
                      <a:pt x="6" y="11"/>
                    </a:cubicBezTo>
                    <a:cubicBezTo>
                      <a:pt x="7" y="8"/>
                      <a:pt x="8" y="7"/>
                      <a:pt x="11" y="7"/>
                    </a:cubicBezTo>
                    <a:cubicBezTo>
                      <a:pt x="14" y="7"/>
                      <a:pt x="18" y="8"/>
                      <a:pt x="21" y="7"/>
                    </a:cubicBezTo>
                    <a:cubicBezTo>
                      <a:pt x="26" y="7"/>
                      <a:pt x="28" y="0"/>
                      <a:pt x="33" y="0"/>
                    </a:cubicBezTo>
                    <a:cubicBezTo>
                      <a:pt x="35" y="0"/>
                      <a:pt x="37" y="2"/>
                      <a:pt x="38" y="3"/>
                    </a:cubicBezTo>
                    <a:cubicBezTo>
                      <a:pt x="40" y="5"/>
                      <a:pt x="42" y="5"/>
                      <a:pt x="44" y="6"/>
                    </a:cubicBezTo>
                    <a:cubicBezTo>
                      <a:pt x="51" y="7"/>
                      <a:pt x="47" y="15"/>
                      <a:pt x="48" y="19"/>
                    </a:cubicBezTo>
                    <a:cubicBezTo>
                      <a:pt x="49" y="21"/>
                      <a:pt x="51" y="22"/>
                      <a:pt x="51" y="23"/>
                    </a:cubicBezTo>
                    <a:cubicBezTo>
                      <a:pt x="52" y="26"/>
                      <a:pt x="49" y="28"/>
                      <a:pt x="48" y="29"/>
                    </a:cubicBezTo>
                    <a:cubicBezTo>
                      <a:pt x="46" y="30"/>
                      <a:pt x="43" y="31"/>
                      <a:pt x="41" y="33"/>
                    </a:cubicBezTo>
                    <a:cubicBezTo>
                      <a:pt x="40" y="35"/>
                      <a:pt x="40" y="37"/>
                      <a:pt x="38" y="38"/>
                    </a:cubicBezTo>
                    <a:cubicBezTo>
                      <a:pt x="37" y="39"/>
                      <a:pt x="35" y="38"/>
                      <a:pt x="33" y="38"/>
                    </a:cubicBezTo>
                    <a:cubicBezTo>
                      <a:pt x="32" y="37"/>
                      <a:pt x="31" y="37"/>
                      <a:pt x="30" y="38"/>
                    </a:cubicBezTo>
                    <a:cubicBezTo>
                      <a:pt x="28" y="38"/>
                      <a:pt x="23" y="39"/>
                      <a:pt x="23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1" name="Freeform 2822">
                <a:extLst>
                  <a:ext uri="{FF2B5EF4-FFF2-40B4-BE49-F238E27FC236}">
                    <a16:creationId xmlns:a16="http://schemas.microsoft.com/office/drawing/2014/main" id="{6D6B04FD-D4FC-934B-8503-A0A8764BB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381"/>
                <a:ext cx="9" cy="12"/>
              </a:xfrm>
              <a:custGeom>
                <a:avLst/>
                <a:gdLst>
                  <a:gd name="T0" fmla="*/ 3 w 23"/>
                  <a:gd name="T1" fmla="*/ 22 h 29"/>
                  <a:gd name="T2" fmla="*/ 5 w 23"/>
                  <a:gd name="T3" fmla="*/ 18 h 29"/>
                  <a:gd name="T4" fmla="*/ 7 w 23"/>
                  <a:gd name="T5" fmla="*/ 15 h 29"/>
                  <a:gd name="T6" fmla="*/ 3 w 23"/>
                  <a:gd name="T7" fmla="*/ 9 h 29"/>
                  <a:gd name="T8" fmla="*/ 1 w 23"/>
                  <a:gd name="T9" fmla="*/ 2 h 29"/>
                  <a:gd name="T10" fmla="*/ 8 w 23"/>
                  <a:gd name="T11" fmla="*/ 2 h 29"/>
                  <a:gd name="T12" fmla="*/ 10 w 23"/>
                  <a:gd name="T13" fmla="*/ 5 h 29"/>
                  <a:gd name="T14" fmla="*/ 14 w 23"/>
                  <a:gd name="T15" fmla="*/ 4 h 29"/>
                  <a:gd name="T16" fmla="*/ 18 w 23"/>
                  <a:gd name="T17" fmla="*/ 1 h 29"/>
                  <a:gd name="T18" fmla="*/ 22 w 23"/>
                  <a:gd name="T19" fmla="*/ 3 h 29"/>
                  <a:gd name="T20" fmla="*/ 22 w 23"/>
                  <a:gd name="T21" fmla="*/ 9 h 29"/>
                  <a:gd name="T22" fmla="*/ 20 w 23"/>
                  <a:gd name="T23" fmla="*/ 14 h 29"/>
                  <a:gd name="T24" fmla="*/ 20 w 23"/>
                  <a:gd name="T25" fmla="*/ 17 h 29"/>
                  <a:gd name="T26" fmla="*/ 16 w 23"/>
                  <a:gd name="T27" fmla="*/ 20 h 29"/>
                  <a:gd name="T28" fmla="*/ 15 w 23"/>
                  <a:gd name="T29" fmla="*/ 24 h 29"/>
                  <a:gd name="T30" fmla="*/ 13 w 23"/>
                  <a:gd name="T31" fmla="*/ 28 h 29"/>
                  <a:gd name="T32" fmla="*/ 10 w 23"/>
                  <a:gd name="T33" fmla="*/ 26 h 29"/>
                  <a:gd name="T34" fmla="*/ 6 w 23"/>
                  <a:gd name="T35" fmla="*/ 24 h 29"/>
                  <a:gd name="T36" fmla="*/ 3 w 23"/>
                  <a:gd name="T37" fmla="*/ 2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29">
                    <a:moveTo>
                      <a:pt x="3" y="22"/>
                    </a:moveTo>
                    <a:cubicBezTo>
                      <a:pt x="2" y="20"/>
                      <a:pt x="4" y="19"/>
                      <a:pt x="5" y="18"/>
                    </a:cubicBezTo>
                    <a:cubicBezTo>
                      <a:pt x="5" y="17"/>
                      <a:pt x="7" y="16"/>
                      <a:pt x="7" y="15"/>
                    </a:cubicBezTo>
                    <a:cubicBezTo>
                      <a:pt x="8" y="13"/>
                      <a:pt x="4" y="10"/>
                      <a:pt x="3" y="9"/>
                    </a:cubicBezTo>
                    <a:cubicBezTo>
                      <a:pt x="2" y="7"/>
                      <a:pt x="0" y="3"/>
                      <a:pt x="1" y="2"/>
                    </a:cubicBezTo>
                    <a:cubicBezTo>
                      <a:pt x="3" y="0"/>
                      <a:pt x="7" y="0"/>
                      <a:pt x="8" y="2"/>
                    </a:cubicBezTo>
                    <a:cubicBezTo>
                      <a:pt x="8" y="3"/>
                      <a:pt x="8" y="5"/>
                      <a:pt x="10" y="5"/>
                    </a:cubicBezTo>
                    <a:cubicBezTo>
                      <a:pt x="11" y="6"/>
                      <a:pt x="13" y="5"/>
                      <a:pt x="14" y="4"/>
                    </a:cubicBezTo>
                    <a:cubicBezTo>
                      <a:pt x="15" y="3"/>
                      <a:pt x="16" y="2"/>
                      <a:pt x="18" y="1"/>
                    </a:cubicBezTo>
                    <a:cubicBezTo>
                      <a:pt x="20" y="1"/>
                      <a:pt x="21" y="2"/>
                      <a:pt x="22" y="3"/>
                    </a:cubicBezTo>
                    <a:cubicBezTo>
                      <a:pt x="23" y="5"/>
                      <a:pt x="23" y="8"/>
                      <a:pt x="22" y="9"/>
                    </a:cubicBezTo>
                    <a:cubicBezTo>
                      <a:pt x="21" y="11"/>
                      <a:pt x="20" y="12"/>
                      <a:pt x="20" y="14"/>
                    </a:cubicBezTo>
                    <a:cubicBezTo>
                      <a:pt x="20" y="15"/>
                      <a:pt x="20" y="16"/>
                      <a:pt x="20" y="17"/>
                    </a:cubicBezTo>
                    <a:cubicBezTo>
                      <a:pt x="19" y="19"/>
                      <a:pt x="17" y="19"/>
                      <a:pt x="16" y="20"/>
                    </a:cubicBezTo>
                    <a:cubicBezTo>
                      <a:pt x="15" y="21"/>
                      <a:pt x="15" y="22"/>
                      <a:pt x="15" y="24"/>
                    </a:cubicBezTo>
                    <a:cubicBezTo>
                      <a:pt x="15" y="25"/>
                      <a:pt x="15" y="29"/>
                      <a:pt x="13" y="28"/>
                    </a:cubicBezTo>
                    <a:cubicBezTo>
                      <a:pt x="12" y="28"/>
                      <a:pt x="11" y="26"/>
                      <a:pt x="10" y="26"/>
                    </a:cubicBezTo>
                    <a:cubicBezTo>
                      <a:pt x="8" y="25"/>
                      <a:pt x="7" y="25"/>
                      <a:pt x="6" y="24"/>
                    </a:cubicBezTo>
                    <a:cubicBezTo>
                      <a:pt x="5" y="24"/>
                      <a:pt x="3" y="23"/>
                      <a:pt x="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2" name="Freeform 2823">
                <a:extLst>
                  <a:ext uri="{FF2B5EF4-FFF2-40B4-BE49-F238E27FC236}">
                    <a16:creationId xmlns:a16="http://schemas.microsoft.com/office/drawing/2014/main" id="{5B6111C7-0B70-704D-BC12-9C5116590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392"/>
                <a:ext cx="28" cy="14"/>
              </a:xfrm>
              <a:custGeom>
                <a:avLst/>
                <a:gdLst>
                  <a:gd name="T0" fmla="*/ 2 w 67"/>
                  <a:gd name="T1" fmla="*/ 12 h 36"/>
                  <a:gd name="T2" fmla="*/ 11 w 67"/>
                  <a:gd name="T3" fmla="*/ 8 h 36"/>
                  <a:gd name="T4" fmla="*/ 16 w 67"/>
                  <a:gd name="T5" fmla="*/ 7 h 36"/>
                  <a:gd name="T6" fmla="*/ 18 w 67"/>
                  <a:gd name="T7" fmla="*/ 4 h 36"/>
                  <a:gd name="T8" fmla="*/ 27 w 67"/>
                  <a:gd name="T9" fmla="*/ 3 h 36"/>
                  <a:gd name="T10" fmla="*/ 34 w 67"/>
                  <a:gd name="T11" fmla="*/ 10 h 36"/>
                  <a:gd name="T12" fmla="*/ 44 w 67"/>
                  <a:gd name="T13" fmla="*/ 13 h 36"/>
                  <a:gd name="T14" fmla="*/ 52 w 67"/>
                  <a:gd name="T15" fmla="*/ 18 h 36"/>
                  <a:gd name="T16" fmla="*/ 58 w 67"/>
                  <a:gd name="T17" fmla="*/ 18 h 36"/>
                  <a:gd name="T18" fmla="*/ 64 w 67"/>
                  <a:gd name="T19" fmla="*/ 15 h 36"/>
                  <a:gd name="T20" fmla="*/ 67 w 67"/>
                  <a:gd name="T21" fmla="*/ 17 h 36"/>
                  <a:gd name="T22" fmla="*/ 64 w 67"/>
                  <a:gd name="T23" fmla="*/ 19 h 36"/>
                  <a:gd name="T24" fmla="*/ 60 w 67"/>
                  <a:gd name="T25" fmla="*/ 21 h 36"/>
                  <a:gd name="T26" fmla="*/ 57 w 67"/>
                  <a:gd name="T27" fmla="*/ 25 h 36"/>
                  <a:gd name="T28" fmla="*/ 49 w 67"/>
                  <a:gd name="T29" fmla="*/ 24 h 36"/>
                  <a:gd name="T30" fmla="*/ 44 w 67"/>
                  <a:gd name="T31" fmla="*/ 20 h 36"/>
                  <a:gd name="T32" fmla="*/ 39 w 67"/>
                  <a:gd name="T33" fmla="*/ 26 h 36"/>
                  <a:gd name="T34" fmla="*/ 31 w 67"/>
                  <a:gd name="T35" fmla="*/ 31 h 36"/>
                  <a:gd name="T36" fmla="*/ 23 w 67"/>
                  <a:gd name="T37" fmla="*/ 35 h 36"/>
                  <a:gd name="T38" fmla="*/ 18 w 67"/>
                  <a:gd name="T39" fmla="*/ 35 h 36"/>
                  <a:gd name="T40" fmla="*/ 14 w 67"/>
                  <a:gd name="T41" fmla="*/ 31 h 36"/>
                  <a:gd name="T42" fmla="*/ 11 w 67"/>
                  <a:gd name="T43" fmla="*/ 25 h 36"/>
                  <a:gd name="T44" fmla="*/ 19 w 67"/>
                  <a:gd name="T45" fmla="*/ 20 h 36"/>
                  <a:gd name="T46" fmla="*/ 21 w 67"/>
                  <a:gd name="T47" fmla="*/ 17 h 36"/>
                  <a:gd name="T48" fmla="*/ 14 w 67"/>
                  <a:gd name="T49" fmla="*/ 17 h 36"/>
                  <a:gd name="T50" fmla="*/ 10 w 67"/>
                  <a:gd name="T51" fmla="*/ 16 h 36"/>
                  <a:gd name="T52" fmla="*/ 2 w 67"/>
                  <a:gd name="T53" fmla="*/ 1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7" h="36">
                    <a:moveTo>
                      <a:pt x="2" y="12"/>
                    </a:moveTo>
                    <a:cubicBezTo>
                      <a:pt x="0" y="9"/>
                      <a:pt x="9" y="9"/>
                      <a:pt x="11" y="8"/>
                    </a:cubicBezTo>
                    <a:cubicBezTo>
                      <a:pt x="12" y="8"/>
                      <a:pt x="15" y="8"/>
                      <a:pt x="16" y="7"/>
                    </a:cubicBezTo>
                    <a:cubicBezTo>
                      <a:pt x="17" y="6"/>
                      <a:pt x="17" y="5"/>
                      <a:pt x="18" y="4"/>
                    </a:cubicBezTo>
                    <a:cubicBezTo>
                      <a:pt x="20" y="0"/>
                      <a:pt x="24" y="1"/>
                      <a:pt x="27" y="3"/>
                    </a:cubicBezTo>
                    <a:cubicBezTo>
                      <a:pt x="30" y="5"/>
                      <a:pt x="31" y="8"/>
                      <a:pt x="34" y="10"/>
                    </a:cubicBezTo>
                    <a:cubicBezTo>
                      <a:pt x="37" y="13"/>
                      <a:pt x="41" y="12"/>
                      <a:pt x="44" y="13"/>
                    </a:cubicBezTo>
                    <a:cubicBezTo>
                      <a:pt x="47" y="14"/>
                      <a:pt x="49" y="16"/>
                      <a:pt x="52" y="18"/>
                    </a:cubicBezTo>
                    <a:cubicBezTo>
                      <a:pt x="54" y="19"/>
                      <a:pt x="57" y="20"/>
                      <a:pt x="58" y="18"/>
                    </a:cubicBezTo>
                    <a:cubicBezTo>
                      <a:pt x="60" y="16"/>
                      <a:pt x="61" y="15"/>
                      <a:pt x="64" y="15"/>
                    </a:cubicBezTo>
                    <a:cubicBezTo>
                      <a:pt x="65" y="15"/>
                      <a:pt x="67" y="16"/>
                      <a:pt x="67" y="17"/>
                    </a:cubicBezTo>
                    <a:cubicBezTo>
                      <a:pt x="67" y="18"/>
                      <a:pt x="65" y="18"/>
                      <a:pt x="64" y="19"/>
                    </a:cubicBezTo>
                    <a:cubicBezTo>
                      <a:pt x="62" y="19"/>
                      <a:pt x="61" y="20"/>
                      <a:pt x="60" y="21"/>
                    </a:cubicBezTo>
                    <a:cubicBezTo>
                      <a:pt x="59" y="22"/>
                      <a:pt x="58" y="24"/>
                      <a:pt x="57" y="25"/>
                    </a:cubicBezTo>
                    <a:cubicBezTo>
                      <a:pt x="55" y="28"/>
                      <a:pt x="51" y="27"/>
                      <a:pt x="49" y="24"/>
                    </a:cubicBezTo>
                    <a:cubicBezTo>
                      <a:pt x="47" y="23"/>
                      <a:pt x="47" y="19"/>
                      <a:pt x="44" y="20"/>
                    </a:cubicBezTo>
                    <a:cubicBezTo>
                      <a:pt x="41" y="21"/>
                      <a:pt x="40" y="24"/>
                      <a:pt x="39" y="26"/>
                    </a:cubicBezTo>
                    <a:cubicBezTo>
                      <a:pt x="37" y="29"/>
                      <a:pt x="34" y="29"/>
                      <a:pt x="31" y="31"/>
                    </a:cubicBezTo>
                    <a:cubicBezTo>
                      <a:pt x="29" y="32"/>
                      <a:pt x="26" y="34"/>
                      <a:pt x="23" y="35"/>
                    </a:cubicBezTo>
                    <a:cubicBezTo>
                      <a:pt x="22" y="35"/>
                      <a:pt x="19" y="36"/>
                      <a:pt x="18" y="35"/>
                    </a:cubicBezTo>
                    <a:cubicBezTo>
                      <a:pt x="16" y="34"/>
                      <a:pt x="16" y="32"/>
                      <a:pt x="14" y="31"/>
                    </a:cubicBezTo>
                    <a:cubicBezTo>
                      <a:pt x="12" y="29"/>
                      <a:pt x="10" y="28"/>
                      <a:pt x="11" y="25"/>
                    </a:cubicBezTo>
                    <a:cubicBezTo>
                      <a:pt x="12" y="21"/>
                      <a:pt x="17" y="21"/>
                      <a:pt x="19" y="20"/>
                    </a:cubicBezTo>
                    <a:cubicBezTo>
                      <a:pt x="20" y="19"/>
                      <a:pt x="21" y="18"/>
                      <a:pt x="21" y="17"/>
                    </a:cubicBezTo>
                    <a:cubicBezTo>
                      <a:pt x="21" y="17"/>
                      <a:pt x="15" y="17"/>
                      <a:pt x="14" y="17"/>
                    </a:cubicBezTo>
                    <a:cubicBezTo>
                      <a:pt x="13" y="17"/>
                      <a:pt x="11" y="17"/>
                      <a:pt x="10" y="16"/>
                    </a:cubicBezTo>
                    <a:cubicBezTo>
                      <a:pt x="7" y="15"/>
                      <a:pt x="3" y="15"/>
                      <a:pt x="2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3" name="Freeform 2824">
                <a:extLst>
                  <a:ext uri="{FF2B5EF4-FFF2-40B4-BE49-F238E27FC236}">
                    <a16:creationId xmlns:a16="http://schemas.microsoft.com/office/drawing/2014/main" id="{C0A10464-89E8-FC44-B708-2DA64FB9B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1393"/>
                <a:ext cx="4" cy="2"/>
              </a:xfrm>
              <a:custGeom>
                <a:avLst/>
                <a:gdLst>
                  <a:gd name="T0" fmla="*/ 1 w 9"/>
                  <a:gd name="T1" fmla="*/ 0 h 5"/>
                  <a:gd name="T2" fmla="*/ 4 w 9"/>
                  <a:gd name="T3" fmla="*/ 2 h 5"/>
                  <a:gd name="T4" fmla="*/ 8 w 9"/>
                  <a:gd name="T5" fmla="*/ 3 h 5"/>
                  <a:gd name="T6" fmla="*/ 7 w 9"/>
                  <a:gd name="T7" fmla="*/ 5 h 5"/>
                  <a:gd name="T8" fmla="*/ 2 w 9"/>
                  <a:gd name="T9" fmla="*/ 4 h 5"/>
                  <a:gd name="T10" fmla="*/ 1 w 9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1" y="0"/>
                    </a:moveTo>
                    <a:cubicBezTo>
                      <a:pt x="3" y="0"/>
                      <a:pt x="3" y="1"/>
                      <a:pt x="4" y="2"/>
                    </a:cubicBezTo>
                    <a:cubicBezTo>
                      <a:pt x="5" y="2"/>
                      <a:pt x="7" y="2"/>
                      <a:pt x="8" y="3"/>
                    </a:cubicBezTo>
                    <a:cubicBezTo>
                      <a:pt x="9" y="4"/>
                      <a:pt x="8" y="5"/>
                      <a:pt x="7" y="5"/>
                    </a:cubicBezTo>
                    <a:cubicBezTo>
                      <a:pt x="5" y="5"/>
                      <a:pt x="3" y="5"/>
                      <a:pt x="2" y="4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4" name="Freeform 2825">
                <a:extLst>
                  <a:ext uri="{FF2B5EF4-FFF2-40B4-BE49-F238E27FC236}">
                    <a16:creationId xmlns:a16="http://schemas.microsoft.com/office/drawing/2014/main" id="{4A55ADA9-C096-D247-A4BA-7669BB71E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402"/>
                <a:ext cx="5" cy="6"/>
              </a:xfrm>
              <a:custGeom>
                <a:avLst/>
                <a:gdLst>
                  <a:gd name="T0" fmla="*/ 4 w 11"/>
                  <a:gd name="T1" fmla="*/ 14 h 15"/>
                  <a:gd name="T2" fmla="*/ 3 w 11"/>
                  <a:gd name="T3" fmla="*/ 13 h 15"/>
                  <a:gd name="T4" fmla="*/ 2 w 11"/>
                  <a:gd name="T5" fmla="*/ 9 h 15"/>
                  <a:gd name="T6" fmla="*/ 2 w 11"/>
                  <a:gd name="T7" fmla="*/ 8 h 15"/>
                  <a:gd name="T8" fmla="*/ 1 w 11"/>
                  <a:gd name="T9" fmla="*/ 5 h 15"/>
                  <a:gd name="T10" fmla="*/ 0 w 11"/>
                  <a:gd name="T11" fmla="*/ 4 h 15"/>
                  <a:gd name="T12" fmla="*/ 1 w 11"/>
                  <a:gd name="T13" fmla="*/ 2 h 15"/>
                  <a:gd name="T14" fmla="*/ 3 w 11"/>
                  <a:gd name="T15" fmla="*/ 0 h 15"/>
                  <a:gd name="T16" fmla="*/ 7 w 11"/>
                  <a:gd name="T17" fmla="*/ 1 h 15"/>
                  <a:gd name="T18" fmla="*/ 11 w 11"/>
                  <a:gd name="T19" fmla="*/ 6 h 15"/>
                  <a:gd name="T20" fmla="*/ 11 w 11"/>
                  <a:gd name="T21" fmla="*/ 7 h 15"/>
                  <a:gd name="T22" fmla="*/ 11 w 11"/>
                  <a:gd name="T23" fmla="*/ 9 h 15"/>
                  <a:gd name="T24" fmla="*/ 11 w 11"/>
                  <a:gd name="T25" fmla="*/ 11 h 15"/>
                  <a:gd name="T26" fmla="*/ 9 w 11"/>
                  <a:gd name="T27" fmla="*/ 13 h 15"/>
                  <a:gd name="T28" fmla="*/ 8 w 11"/>
                  <a:gd name="T29" fmla="*/ 14 h 15"/>
                  <a:gd name="T30" fmla="*/ 6 w 11"/>
                  <a:gd name="T31" fmla="*/ 14 h 15"/>
                  <a:gd name="T32" fmla="*/ 4 w 11"/>
                  <a:gd name="T3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5">
                    <a:moveTo>
                      <a:pt x="4" y="14"/>
                    </a:moveTo>
                    <a:cubicBezTo>
                      <a:pt x="4" y="14"/>
                      <a:pt x="3" y="14"/>
                      <a:pt x="3" y="13"/>
                    </a:cubicBezTo>
                    <a:cubicBezTo>
                      <a:pt x="2" y="12"/>
                      <a:pt x="2" y="10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6"/>
                      <a:pt x="1" y="5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9" y="3"/>
                      <a:pt x="10" y="4"/>
                      <a:pt x="11" y="6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8"/>
                      <a:pt x="11" y="9"/>
                    </a:cubicBezTo>
                    <a:cubicBezTo>
                      <a:pt x="11" y="9"/>
                      <a:pt x="11" y="10"/>
                      <a:pt x="11" y="11"/>
                    </a:cubicBezTo>
                    <a:cubicBezTo>
                      <a:pt x="10" y="12"/>
                      <a:pt x="9" y="12"/>
                      <a:pt x="9" y="13"/>
                    </a:cubicBezTo>
                    <a:cubicBezTo>
                      <a:pt x="8" y="13"/>
                      <a:pt x="8" y="13"/>
                      <a:pt x="8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5" y="15"/>
                      <a:pt x="5" y="15"/>
                      <a:pt x="4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5" name="Freeform 2826">
                <a:extLst>
                  <a:ext uri="{FF2B5EF4-FFF2-40B4-BE49-F238E27FC236}">
                    <a16:creationId xmlns:a16="http://schemas.microsoft.com/office/drawing/2014/main" id="{8FDCA8F4-7A6D-664F-B30D-512A5E875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412"/>
                <a:ext cx="4" cy="7"/>
              </a:xfrm>
              <a:custGeom>
                <a:avLst/>
                <a:gdLst>
                  <a:gd name="T0" fmla="*/ 1 w 9"/>
                  <a:gd name="T1" fmla="*/ 5 h 16"/>
                  <a:gd name="T2" fmla="*/ 2 w 9"/>
                  <a:gd name="T3" fmla="*/ 4 h 16"/>
                  <a:gd name="T4" fmla="*/ 2 w 9"/>
                  <a:gd name="T5" fmla="*/ 2 h 16"/>
                  <a:gd name="T6" fmla="*/ 3 w 9"/>
                  <a:gd name="T7" fmla="*/ 1 h 16"/>
                  <a:gd name="T8" fmla="*/ 5 w 9"/>
                  <a:gd name="T9" fmla="*/ 1 h 16"/>
                  <a:gd name="T10" fmla="*/ 6 w 9"/>
                  <a:gd name="T11" fmla="*/ 2 h 16"/>
                  <a:gd name="T12" fmla="*/ 7 w 9"/>
                  <a:gd name="T13" fmla="*/ 3 h 16"/>
                  <a:gd name="T14" fmla="*/ 8 w 9"/>
                  <a:gd name="T15" fmla="*/ 6 h 16"/>
                  <a:gd name="T16" fmla="*/ 8 w 9"/>
                  <a:gd name="T17" fmla="*/ 7 h 16"/>
                  <a:gd name="T18" fmla="*/ 8 w 9"/>
                  <a:gd name="T19" fmla="*/ 9 h 16"/>
                  <a:gd name="T20" fmla="*/ 8 w 9"/>
                  <a:gd name="T21" fmla="*/ 11 h 16"/>
                  <a:gd name="T22" fmla="*/ 2 w 9"/>
                  <a:gd name="T23" fmla="*/ 14 h 16"/>
                  <a:gd name="T24" fmla="*/ 1 w 9"/>
                  <a:gd name="T25" fmla="*/ 12 h 16"/>
                  <a:gd name="T26" fmla="*/ 2 w 9"/>
                  <a:gd name="T27" fmla="*/ 9 h 16"/>
                  <a:gd name="T28" fmla="*/ 1 w 9"/>
                  <a:gd name="T29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6">
                    <a:moveTo>
                      <a:pt x="1" y="5"/>
                    </a:moveTo>
                    <a:cubicBezTo>
                      <a:pt x="1" y="5"/>
                      <a:pt x="2" y="4"/>
                      <a:pt x="2" y="4"/>
                    </a:cubicBezTo>
                    <a:cubicBezTo>
                      <a:pt x="2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1"/>
                      <a:pt x="5" y="0"/>
                      <a:pt x="5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4"/>
                      <a:pt x="8" y="5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9" y="10"/>
                      <a:pt x="8" y="10"/>
                      <a:pt x="8" y="11"/>
                    </a:cubicBezTo>
                    <a:cubicBezTo>
                      <a:pt x="8" y="14"/>
                      <a:pt x="4" y="16"/>
                      <a:pt x="2" y="14"/>
                    </a:cubicBezTo>
                    <a:cubicBezTo>
                      <a:pt x="2" y="14"/>
                      <a:pt x="1" y="13"/>
                      <a:pt x="1" y="12"/>
                    </a:cubicBezTo>
                    <a:cubicBezTo>
                      <a:pt x="1" y="11"/>
                      <a:pt x="2" y="10"/>
                      <a:pt x="2" y="9"/>
                    </a:cubicBezTo>
                    <a:cubicBezTo>
                      <a:pt x="1" y="8"/>
                      <a:pt x="0" y="7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6" name="Freeform 2827">
                <a:extLst>
                  <a:ext uri="{FF2B5EF4-FFF2-40B4-BE49-F238E27FC236}">
                    <a16:creationId xmlns:a16="http://schemas.microsoft.com/office/drawing/2014/main" id="{FB85B296-D746-654B-8CE7-C409A5176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416"/>
                <a:ext cx="2" cy="3"/>
              </a:xfrm>
              <a:custGeom>
                <a:avLst/>
                <a:gdLst>
                  <a:gd name="T0" fmla="*/ 2 w 6"/>
                  <a:gd name="T1" fmla="*/ 3 h 7"/>
                  <a:gd name="T2" fmla="*/ 3 w 6"/>
                  <a:gd name="T3" fmla="*/ 2 h 7"/>
                  <a:gd name="T4" fmla="*/ 5 w 6"/>
                  <a:gd name="T5" fmla="*/ 5 h 7"/>
                  <a:gd name="T6" fmla="*/ 0 w 6"/>
                  <a:gd name="T7" fmla="*/ 5 h 7"/>
                  <a:gd name="T8" fmla="*/ 2 w 6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3"/>
                    </a:moveTo>
                    <a:cubicBezTo>
                      <a:pt x="3" y="3"/>
                      <a:pt x="2" y="2"/>
                      <a:pt x="3" y="2"/>
                    </a:cubicBezTo>
                    <a:cubicBezTo>
                      <a:pt x="5" y="0"/>
                      <a:pt x="6" y="3"/>
                      <a:pt x="5" y="5"/>
                    </a:cubicBezTo>
                    <a:cubicBezTo>
                      <a:pt x="4" y="7"/>
                      <a:pt x="1" y="7"/>
                      <a:pt x="0" y="5"/>
                    </a:cubicBezTo>
                    <a:cubicBezTo>
                      <a:pt x="0" y="3"/>
                      <a:pt x="2" y="3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7" name="Freeform 2828">
                <a:extLst>
                  <a:ext uri="{FF2B5EF4-FFF2-40B4-BE49-F238E27FC236}">
                    <a16:creationId xmlns:a16="http://schemas.microsoft.com/office/drawing/2014/main" id="{5000CFAB-5E1F-9447-B0AE-118E3D558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422"/>
                <a:ext cx="5" cy="6"/>
              </a:xfrm>
              <a:custGeom>
                <a:avLst/>
                <a:gdLst>
                  <a:gd name="T0" fmla="*/ 4 w 12"/>
                  <a:gd name="T1" fmla="*/ 15 h 15"/>
                  <a:gd name="T2" fmla="*/ 3 w 12"/>
                  <a:gd name="T3" fmla="*/ 15 h 15"/>
                  <a:gd name="T4" fmla="*/ 2 w 12"/>
                  <a:gd name="T5" fmla="*/ 14 h 15"/>
                  <a:gd name="T6" fmla="*/ 2 w 12"/>
                  <a:gd name="T7" fmla="*/ 14 h 15"/>
                  <a:gd name="T8" fmla="*/ 1 w 12"/>
                  <a:gd name="T9" fmla="*/ 13 h 15"/>
                  <a:gd name="T10" fmla="*/ 0 w 12"/>
                  <a:gd name="T11" fmla="*/ 12 h 15"/>
                  <a:gd name="T12" fmla="*/ 0 w 12"/>
                  <a:gd name="T13" fmla="*/ 10 h 15"/>
                  <a:gd name="T14" fmla="*/ 1 w 12"/>
                  <a:gd name="T15" fmla="*/ 9 h 15"/>
                  <a:gd name="T16" fmla="*/ 2 w 12"/>
                  <a:gd name="T17" fmla="*/ 5 h 15"/>
                  <a:gd name="T18" fmla="*/ 5 w 12"/>
                  <a:gd name="T19" fmla="*/ 3 h 15"/>
                  <a:gd name="T20" fmla="*/ 7 w 12"/>
                  <a:gd name="T21" fmla="*/ 3 h 15"/>
                  <a:gd name="T22" fmla="*/ 7 w 12"/>
                  <a:gd name="T23" fmla="*/ 1 h 15"/>
                  <a:gd name="T24" fmla="*/ 12 w 12"/>
                  <a:gd name="T25" fmla="*/ 1 h 15"/>
                  <a:gd name="T26" fmla="*/ 12 w 12"/>
                  <a:gd name="T27" fmla="*/ 4 h 15"/>
                  <a:gd name="T28" fmla="*/ 11 w 12"/>
                  <a:gd name="T29" fmla="*/ 7 h 15"/>
                  <a:gd name="T30" fmla="*/ 9 w 12"/>
                  <a:gd name="T31" fmla="*/ 8 h 15"/>
                  <a:gd name="T32" fmla="*/ 9 w 12"/>
                  <a:gd name="T33" fmla="*/ 11 h 15"/>
                  <a:gd name="T34" fmla="*/ 10 w 12"/>
                  <a:gd name="T35" fmla="*/ 12 h 15"/>
                  <a:gd name="T36" fmla="*/ 7 w 12"/>
                  <a:gd name="T37" fmla="*/ 14 h 15"/>
                  <a:gd name="T38" fmla="*/ 5 w 12"/>
                  <a:gd name="T39" fmla="*/ 15 h 15"/>
                  <a:gd name="T40" fmla="*/ 4 w 12"/>
                  <a:gd name="T4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0" y="13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10"/>
                      <a:pt x="1" y="10"/>
                      <a:pt x="1" y="9"/>
                    </a:cubicBezTo>
                    <a:cubicBezTo>
                      <a:pt x="2" y="8"/>
                      <a:pt x="1" y="6"/>
                      <a:pt x="2" y="5"/>
                    </a:cubicBezTo>
                    <a:cubicBezTo>
                      <a:pt x="2" y="4"/>
                      <a:pt x="4" y="3"/>
                      <a:pt x="5" y="3"/>
                    </a:cubicBezTo>
                    <a:cubicBezTo>
                      <a:pt x="5" y="3"/>
                      <a:pt x="6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8" y="1"/>
                      <a:pt x="11" y="0"/>
                      <a:pt x="12" y="1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0" y="7"/>
                      <a:pt x="9" y="8"/>
                      <a:pt x="9" y="8"/>
                    </a:cubicBezTo>
                    <a:cubicBezTo>
                      <a:pt x="9" y="9"/>
                      <a:pt x="9" y="10"/>
                      <a:pt x="9" y="11"/>
                    </a:cubicBezTo>
                    <a:cubicBezTo>
                      <a:pt x="10" y="11"/>
                      <a:pt x="10" y="12"/>
                      <a:pt x="10" y="12"/>
                    </a:cubicBezTo>
                    <a:cubicBezTo>
                      <a:pt x="9" y="14"/>
                      <a:pt x="8" y="14"/>
                      <a:pt x="7" y="14"/>
                    </a:cubicBezTo>
                    <a:cubicBezTo>
                      <a:pt x="7" y="14"/>
                      <a:pt x="6" y="14"/>
                      <a:pt x="5" y="15"/>
                    </a:cubicBezTo>
                    <a:cubicBezTo>
                      <a:pt x="5" y="15"/>
                      <a:pt x="4" y="15"/>
                      <a:pt x="4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8" name="Freeform 2829">
                <a:extLst>
                  <a:ext uri="{FF2B5EF4-FFF2-40B4-BE49-F238E27FC236}">
                    <a16:creationId xmlns:a16="http://schemas.microsoft.com/office/drawing/2014/main" id="{B0ABE423-206C-D644-9519-80202D753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429"/>
                <a:ext cx="5" cy="4"/>
              </a:xfrm>
              <a:custGeom>
                <a:avLst/>
                <a:gdLst>
                  <a:gd name="T0" fmla="*/ 1 w 14"/>
                  <a:gd name="T1" fmla="*/ 3 h 10"/>
                  <a:gd name="T2" fmla="*/ 2 w 14"/>
                  <a:gd name="T3" fmla="*/ 1 h 10"/>
                  <a:gd name="T4" fmla="*/ 5 w 14"/>
                  <a:gd name="T5" fmla="*/ 1 h 10"/>
                  <a:gd name="T6" fmla="*/ 7 w 14"/>
                  <a:gd name="T7" fmla="*/ 2 h 10"/>
                  <a:gd name="T8" fmla="*/ 9 w 14"/>
                  <a:gd name="T9" fmla="*/ 3 h 10"/>
                  <a:gd name="T10" fmla="*/ 13 w 14"/>
                  <a:gd name="T11" fmla="*/ 6 h 10"/>
                  <a:gd name="T12" fmla="*/ 12 w 14"/>
                  <a:gd name="T13" fmla="*/ 9 h 10"/>
                  <a:gd name="T14" fmla="*/ 6 w 14"/>
                  <a:gd name="T15" fmla="*/ 9 h 10"/>
                  <a:gd name="T16" fmla="*/ 3 w 14"/>
                  <a:gd name="T17" fmla="*/ 6 h 10"/>
                  <a:gd name="T18" fmla="*/ 1 w 14"/>
                  <a:gd name="T1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0">
                    <a:moveTo>
                      <a:pt x="1" y="3"/>
                    </a:moveTo>
                    <a:cubicBezTo>
                      <a:pt x="0" y="2"/>
                      <a:pt x="1" y="2"/>
                      <a:pt x="2" y="1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8" y="3"/>
                      <a:pt x="9" y="3"/>
                      <a:pt x="9" y="3"/>
                    </a:cubicBezTo>
                    <a:cubicBezTo>
                      <a:pt x="11" y="3"/>
                      <a:pt x="13" y="4"/>
                      <a:pt x="13" y="6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0" y="10"/>
                      <a:pt x="7" y="9"/>
                      <a:pt x="6" y="9"/>
                    </a:cubicBezTo>
                    <a:cubicBezTo>
                      <a:pt x="4" y="8"/>
                      <a:pt x="3" y="7"/>
                      <a:pt x="3" y="6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9" name="Freeform 2830">
                <a:extLst>
                  <a:ext uri="{FF2B5EF4-FFF2-40B4-BE49-F238E27FC236}">
                    <a16:creationId xmlns:a16="http://schemas.microsoft.com/office/drawing/2014/main" id="{4A070AE2-01E5-0E4F-98AE-246B9EFDE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431"/>
                <a:ext cx="4" cy="5"/>
              </a:xfrm>
              <a:custGeom>
                <a:avLst/>
                <a:gdLst>
                  <a:gd name="T0" fmla="*/ 1 w 9"/>
                  <a:gd name="T1" fmla="*/ 4 h 11"/>
                  <a:gd name="T2" fmla="*/ 1 w 9"/>
                  <a:gd name="T3" fmla="*/ 0 h 11"/>
                  <a:gd name="T4" fmla="*/ 3 w 9"/>
                  <a:gd name="T5" fmla="*/ 5 h 11"/>
                  <a:gd name="T6" fmla="*/ 7 w 9"/>
                  <a:gd name="T7" fmla="*/ 7 h 11"/>
                  <a:gd name="T8" fmla="*/ 5 w 9"/>
                  <a:gd name="T9" fmla="*/ 10 h 11"/>
                  <a:gd name="T10" fmla="*/ 1 w 9"/>
                  <a:gd name="T11" fmla="*/ 8 h 11"/>
                  <a:gd name="T12" fmla="*/ 1 w 9"/>
                  <a:gd name="T13" fmla="*/ 7 h 11"/>
                  <a:gd name="T14" fmla="*/ 1 w 9"/>
                  <a:gd name="T1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1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4" y="0"/>
                      <a:pt x="3" y="4"/>
                      <a:pt x="3" y="5"/>
                    </a:cubicBezTo>
                    <a:cubicBezTo>
                      <a:pt x="4" y="7"/>
                      <a:pt x="6" y="6"/>
                      <a:pt x="7" y="7"/>
                    </a:cubicBezTo>
                    <a:cubicBezTo>
                      <a:pt x="9" y="9"/>
                      <a:pt x="6" y="10"/>
                      <a:pt x="5" y="10"/>
                    </a:cubicBezTo>
                    <a:cubicBezTo>
                      <a:pt x="3" y="11"/>
                      <a:pt x="2" y="9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2" y="6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0" name="Freeform 2831">
                <a:extLst>
                  <a:ext uri="{FF2B5EF4-FFF2-40B4-BE49-F238E27FC236}">
                    <a16:creationId xmlns:a16="http://schemas.microsoft.com/office/drawing/2014/main" id="{DEE17AFB-1BB3-F248-A24A-E500430A7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36"/>
                <a:ext cx="5" cy="4"/>
              </a:xfrm>
              <a:custGeom>
                <a:avLst/>
                <a:gdLst>
                  <a:gd name="T0" fmla="*/ 1 w 13"/>
                  <a:gd name="T1" fmla="*/ 7 h 9"/>
                  <a:gd name="T2" fmla="*/ 0 w 13"/>
                  <a:gd name="T3" fmla="*/ 4 h 9"/>
                  <a:gd name="T4" fmla="*/ 1 w 13"/>
                  <a:gd name="T5" fmla="*/ 2 h 9"/>
                  <a:gd name="T6" fmla="*/ 7 w 13"/>
                  <a:gd name="T7" fmla="*/ 2 h 9"/>
                  <a:gd name="T8" fmla="*/ 12 w 13"/>
                  <a:gd name="T9" fmla="*/ 4 h 9"/>
                  <a:gd name="T10" fmla="*/ 11 w 13"/>
                  <a:gd name="T11" fmla="*/ 8 h 9"/>
                  <a:gd name="T12" fmla="*/ 8 w 13"/>
                  <a:gd name="T13" fmla="*/ 8 h 9"/>
                  <a:gd name="T14" fmla="*/ 6 w 13"/>
                  <a:gd name="T15" fmla="*/ 8 h 9"/>
                  <a:gd name="T16" fmla="*/ 4 w 13"/>
                  <a:gd name="T17" fmla="*/ 9 h 9"/>
                  <a:gd name="T18" fmla="*/ 1 w 13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9">
                    <a:moveTo>
                      <a:pt x="1" y="7"/>
                    </a:move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2" y="0"/>
                      <a:pt x="5" y="2"/>
                      <a:pt x="7" y="2"/>
                    </a:cubicBezTo>
                    <a:cubicBezTo>
                      <a:pt x="8" y="2"/>
                      <a:pt x="10" y="2"/>
                      <a:pt x="12" y="4"/>
                    </a:cubicBezTo>
                    <a:cubicBezTo>
                      <a:pt x="13" y="5"/>
                      <a:pt x="12" y="7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8"/>
                      <a:pt x="6" y="8"/>
                    </a:cubicBezTo>
                    <a:cubicBezTo>
                      <a:pt x="5" y="8"/>
                      <a:pt x="5" y="9"/>
                      <a:pt x="4" y="9"/>
                    </a:cubicBezTo>
                    <a:cubicBezTo>
                      <a:pt x="3" y="9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1" name="Freeform 2832">
                <a:extLst>
                  <a:ext uri="{FF2B5EF4-FFF2-40B4-BE49-F238E27FC236}">
                    <a16:creationId xmlns:a16="http://schemas.microsoft.com/office/drawing/2014/main" id="{AD9D38FE-6241-B14A-A11A-6F25679FE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447"/>
                <a:ext cx="7" cy="7"/>
              </a:xfrm>
              <a:custGeom>
                <a:avLst/>
                <a:gdLst>
                  <a:gd name="T0" fmla="*/ 3 w 17"/>
                  <a:gd name="T1" fmla="*/ 15 h 17"/>
                  <a:gd name="T2" fmla="*/ 2 w 17"/>
                  <a:gd name="T3" fmla="*/ 13 h 17"/>
                  <a:gd name="T4" fmla="*/ 2 w 17"/>
                  <a:gd name="T5" fmla="*/ 11 h 17"/>
                  <a:gd name="T6" fmla="*/ 1 w 17"/>
                  <a:gd name="T7" fmla="*/ 8 h 17"/>
                  <a:gd name="T8" fmla="*/ 3 w 17"/>
                  <a:gd name="T9" fmla="*/ 4 h 17"/>
                  <a:gd name="T10" fmla="*/ 4 w 17"/>
                  <a:gd name="T11" fmla="*/ 2 h 17"/>
                  <a:gd name="T12" fmla="*/ 6 w 17"/>
                  <a:gd name="T13" fmla="*/ 1 h 17"/>
                  <a:gd name="T14" fmla="*/ 12 w 17"/>
                  <a:gd name="T15" fmla="*/ 1 h 17"/>
                  <a:gd name="T16" fmla="*/ 14 w 17"/>
                  <a:gd name="T17" fmla="*/ 3 h 17"/>
                  <a:gd name="T18" fmla="*/ 15 w 17"/>
                  <a:gd name="T19" fmla="*/ 5 h 17"/>
                  <a:gd name="T20" fmla="*/ 16 w 17"/>
                  <a:gd name="T21" fmla="*/ 8 h 17"/>
                  <a:gd name="T22" fmla="*/ 16 w 17"/>
                  <a:gd name="T23" fmla="*/ 10 h 17"/>
                  <a:gd name="T24" fmla="*/ 16 w 17"/>
                  <a:gd name="T25" fmla="*/ 13 h 17"/>
                  <a:gd name="T26" fmla="*/ 13 w 17"/>
                  <a:gd name="T27" fmla="*/ 16 h 17"/>
                  <a:gd name="T28" fmla="*/ 7 w 17"/>
                  <a:gd name="T29" fmla="*/ 17 h 17"/>
                  <a:gd name="T30" fmla="*/ 3 w 17"/>
                  <a:gd name="T3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7">
                    <a:moveTo>
                      <a:pt x="3" y="15"/>
                    </a:moveTo>
                    <a:cubicBezTo>
                      <a:pt x="3" y="14"/>
                      <a:pt x="2" y="14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1" y="10"/>
                      <a:pt x="0" y="9"/>
                      <a:pt x="1" y="8"/>
                    </a:cubicBezTo>
                    <a:cubicBezTo>
                      <a:pt x="2" y="6"/>
                      <a:pt x="3" y="6"/>
                      <a:pt x="3" y="4"/>
                    </a:cubicBezTo>
                    <a:cubicBezTo>
                      <a:pt x="4" y="3"/>
                      <a:pt x="3" y="3"/>
                      <a:pt x="4" y="2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8" y="0"/>
                      <a:pt x="10" y="0"/>
                      <a:pt x="12" y="1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5" y="6"/>
                      <a:pt x="16" y="7"/>
                      <a:pt x="16" y="8"/>
                    </a:cubicBezTo>
                    <a:cubicBezTo>
                      <a:pt x="16" y="9"/>
                      <a:pt x="16" y="10"/>
                      <a:pt x="16" y="10"/>
                    </a:cubicBezTo>
                    <a:cubicBezTo>
                      <a:pt x="16" y="11"/>
                      <a:pt x="17" y="12"/>
                      <a:pt x="16" y="13"/>
                    </a:cubicBezTo>
                    <a:cubicBezTo>
                      <a:pt x="16" y="15"/>
                      <a:pt x="14" y="15"/>
                      <a:pt x="13" y="16"/>
                    </a:cubicBezTo>
                    <a:cubicBezTo>
                      <a:pt x="11" y="16"/>
                      <a:pt x="9" y="17"/>
                      <a:pt x="7" y="17"/>
                    </a:cubicBezTo>
                    <a:cubicBezTo>
                      <a:pt x="5" y="17"/>
                      <a:pt x="4" y="16"/>
                      <a:pt x="3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2" name="Freeform 2833">
                <a:extLst>
                  <a:ext uri="{FF2B5EF4-FFF2-40B4-BE49-F238E27FC236}">
                    <a16:creationId xmlns:a16="http://schemas.microsoft.com/office/drawing/2014/main" id="{0578FDA2-C91D-334B-A1D6-25C0895B8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450"/>
                <a:ext cx="2" cy="3"/>
              </a:xfrm>
              <a:custGeom>
                <a:avLst/>
                <a:gdLst>
                  <a:gd name="T0" fmla="*/ 1 w 5"/>
                  <a:gd name="T1" fmla="*/ 5 h 8"/>
                  <a:gd name="T2" fmla="*/ 0 w 5"/>
                  <a:gd name="T3" fmla="*/ 3 h 8"/>
                  <a:gd name="T4" fmla="*/ 0 w 5"/>
                  <a:gd name="T5" fmla="*/ 1 h 8"/>
                  <a:gd name="T6" fmla="*/ 4 w 5"/>
                  <a:gd name="T7" fmla="*/ 2 h 8"/>
                  <a:gd name="T8" fmla="*/ 4 w 5"/>
                  <a:gd name="T9" fmla="*/ 6 h 8"/>
                  <a:gd name="T10" fmla="*/ 1 w 5"/>
                  <a:gd name="T11" fmla="*/ 8 h 8"/>
                  <a:gd name="T12" fmla="*/ 1 w 5"/>
                  <a:gd name="T1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1" y="5"/>
                    </a:move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2" y="0"/>
                      <a:pt x="3" y="0"/>
                      <a:pt x="4" y="2"/>
                    </a:cubicBezTo>
                    <a:cubicBezTo>
                      <a:pt x="5" y="3"/>
                      <a:pt x="5" y="5"/>
                      <a:pt x="4" y="6"/>
                    </a:cubicBezTo>
                    <a:cubicBezTo>
                      <a:pt x="4" y="6"/>
                      <a:pt x="2" y="8"/>
                      <a:pt x="1" y="8"/>
                    </a:cubicBezTo>
                    <a:cubicBezTo>
                      <a:pt x="0" y="8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3" name="Freeform 2834">
                <a:extLst>
                  <a:ext uri="{FF2B5EF4-FFF2-40B4-BE49-F238E27FC236}">
                    <a16:creationId xmlns:a16="http://schemas.microsoft.com/office/drawing/2014/main" id="{C1EA70C8-F4B6-C045-A934-832E89DCF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453"/>
                <a:ext cx="4" cy="2"/>
              </a:xfrm>
              <a:custGeom>
                <a:avLst/>
                <a:gdLst>
                  <a:gd name="T0" fmla="*/ 0 w 10"/>
                  <a:gd name="T1" fmla="*/ 5 h 7"/>
                  <a:gd name="T2" fmla="*/ 1 w 10"/>
                  <a:gd name="T3" fmla="*/ 3 h 7"/>
                  <a:gd name="T4" fmla="*/ 1 w 10"/>
                  <a:gd name="T5" fmla="*/ 1 h 7"/>
                  <a:gd name="T6" fmla="*/ 4 w 10"/>
                  <a:gd name="T7" fmla="*/ 0 h 7"/>
                  <a:gd name="T8" fmla="*/ 7 w 10"/>
                  <a:gd name="T9" fmla="*/ 0 h 7"/>
                  <a:gd name="T10" fmla="*/ 8 w 10"/>
                  <a:gd name="T11" fmla="*/ 2 h 7"/>
                  <a:gd name="T12" fmla="*/ 10 w 10"/>
                  <a:gd name="T13" fmla="*/ 3 h 7"/>
                  <a:gd name="T14" fmla="*/ 10 w 10"/>
                  <a:gd name="T15" fmla="*/ 6 h 7"/>
                  <a:gd name="T16" fmla="*/ 5 w 10"/>
                  <a:gd name="T17" fmla="*/ 7 h 7"/>
                  <a:gd name="T18" fmla="*/ 3 w 10"/>
                  <a:gd name="T19" fmla="*/ 7 h 7"/>
                  <a:gd name="T20" fmla="*/ 3 w 10"/>
                  <a:gd name="T21" fmla="*/ 7 h 7"/>
                  <a:gd name="T22" fmla="*/ 1 w 10"/>
                  <a:gd name="T23" fmla="*/ 6 h 7"/>
                  <a:gd name="T24" fmla="*/ 0 w 10"/>
                  <a:gd name="T2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7">
                    <a:moveTo>
                      <a:pt x="0" y="5"/>
                    </a:moveTo>
                    <a:cubicBezTo>
                      <a:pt x="0" y="4"/>
                      <a:pt x="0" y="4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8" y="3"/>
                      <a:pt x="9" y="3"/>
                      <a:pt x="10" y="3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8" y="7"/>
                      <a:pt x="6" y="7"/>
                      <a:pt x="5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6"/>
                      <a:pt x="1" y="6"/>
                    </a:cubicBezTo>
                    <a:cubicBezTo>
                      <a:pt x="1" y="6"/>
                      <a:pt x="1" y="5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4" name="Freeform 2835">
                <a:extLst>
                  <a:ext uri="{FF2B5EF4-FFF2-40B4-BE49-F238E27FC236}">
                    <a16:creationId xmlns:a16="http://schemas.microsoft.com/office/drawing/2014/main" id="{5BD3F084-CF02-A643-BCC4-27D1C735C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477"/>
                <a:ext cx="6" cy="9"/>
              </a:xfrm>
              <a:custGeom>
                <a:avLst/>
                <a:gdLst>
                  <a:gd name="T0" fmla="*/ 13 w 13"/>
                  <a:gd name="T1" fmla="*/ 19 h 23"/>
                  <a:gd name="T2" fmla="*/ 12 w 13"/>
                  <a:gd name="T3" fmla="*/ 18 h 23"/>
                  <a:gd name="T4" fmla="*/ 12 w 13"/>
                  <a:gd name="T5" fmla="*/ 17 h 23"/>
                  <a:gd name="T6" fmla="*/ 11 w 13"/>
                  <a:gd name="T7" fmla="*/ 15 h 23"/>
                  <a:gd name="T8" fmla="*/ 11 w 13"/>
                  <a:gd name="T9" fmla="*/ 11 h 23"/>
                  <a:gd name="T10" fmla="*/ 10 w 13"/>
                  <a:gd name="T11" fmla="*/ 6 h 23"/>
                  <a:gd name="T12" fmla="*/ 10 w 13"/>
                  <a:gd name="T13" fmla="*/ 3 h 23"/>
                  <a:gd name="T14" fmla="*/ 9 w 13"/>
                  <a:gd name="T15" fmla="*/ 1 h 23"/>
                  <a:gd name="T16" fmla="*/ 7 w 13"/>
                  <a:gd name="T17" fmla="*/ 2 h 23"/>
                  <a:gd name="T18" fmla="*/ 4 w 13"/>
                  <a:gd name="T19" fmla="*/ 5 h 23"/>
                  <a:gd name="T20" fmla="*/ 3 w 13"/>
                  <a:gd name="T21" fmla="*/ 6 h 23"/>
                  <a:gd name="T22" fmla="*/ 0 w 13"/>
                  <a:gd name="T23" fmla="*/ 11 h 23"/>
                  <a:gd name="T24" fmla="*/ 1 w 13"/>
                  <a:gd name="T25" fmla="*/ 14 h 23"/>
                  <a:gd name="T26" fmla="*/ 4 w 13"/>
                  <a:gd name="T27" fmla="*/ 15 h 23"/>
                  <a:gd name="T28" fmla="*/ 4 w 13"/>
                  <a:gd name="T29" fmla="*/ 18 h 23"/>
                  <a:gd name="T30" fmla="*/ 6 w 13"/>
                  <a:gd name="T31" fmla="*/ 18 h 23"/>
                  <a:gd name="T32" fmla="*/ 8 w 13"/>
                  <a:gd name="T33" fmla="*/ 17 h 23"/>
                  <a:gd name="T34" fmla="*/ 7 w 13"/>
                  <a:gd name="T35" fmla="*/ 19 h 23"/>
                  <a:gd name="T36" fmla="*/ 7 w 13"/>
                  <a:gd name="T37" fmla="*/ 21 h 23"/>
                  <a:gd name="T38" fmla="*/ 13 w 13"/>
                  <a:gd name="T39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23">
                    <a:moveTo>
                      <a:pt x="13" y="19"/>
                    </a:moveTo>
                    <a:cubicBezTo>
                      <a:pt x="13" y="19"/>
                      <a:pt x="12" y="19"/>
                      <a:pt x="12" y="18"/>
                    </a:cubicBezTo>
                    <a:cubicBezTo>
                      <a:pt x="12" y="18"/>
                      <a:pt x="12" y="18"/>
                      <a:pt x="12" y="17"/>
                    </a:cubicBezTo>
                    <a:cubicBezTo>
                      <a:pt x="12" y="16"/>
                      <a:pt x="12" y="16"/>
                      <a:pt x="11" y="15"/>
                    </a:cubicBezTo>
                    <a:cubicBezTo>
                      <a:pt x="11" y="14"/>
                      <a:pt x="11" y="13"/>
                      <a:pt x="11" y="11"/>
                    </a:cubicBezTo>
                    <a:cubicBezTo>
                      <a:pt x="11" y="10"/>
                      <a:pt x="10" y="8"/>
                      <a:pt x="10" y="6"/>
                    </a:cubicBezTo>
                    <a:cubicBezTo>
                      <a:pt x="9" y="5"/>
                      <a:pt x="10" y="4"/>
                      <a:pt x="10" y="3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8" y="0"/>
                      <a:pt x="7" y="2"/>
                      <a:pt x="7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1" y="7"/>
                      <a:pt x="0" y="9"/>
                      <a:pt x="0" y="11"/>
                    </a:cubicBezTo>
                    <a:cubicBezTo>
                      <a:pt x="0" y="12"/>
                      <a:pt x="0" y="13"/>
                      <a:pt x="1" y="14"/>
                    </a:cubicBezTo>
                    <a:cubicBezTo>
                      <a:pt x="2" y="14"/>
                      <a:pt x="3" y="14"/>
                      <a:pt x="4" y="15"/>
                    </a:cubicBezTo>
                    <a:cubicBezTo>
                      <a:pt x="4" y="16"/>
                      <a:pt x="3" y="17"/>
                      <a:pt x="4" y="18"/>
                    </a:cubicBezTo>
                    <a:cubicBezTo>
                      <a:pt x="4" y="18"/>
                      <a:pt x="5" y="18"/>
                      <a:pt x="6" y="18"/>
                    </a:cubicBezTo>
                    <a:cubicBezTo>
                      <a:pt x="6" y="17"/>
                      <a:pt x="7" y="16"/>
                      <a:pt x="8" y="17"/>
                    </a:cubicBezTo>
                    <a:cubicBezTo>
                      <a:pt x="9" y="17"/>
                      <a:pt x="8" y="19"/>
                      <a:pt x="7" y="19"/>
                    </a:cubicBezTo>
                    <a:cubicBezTo>
                      <a:pt x="7" y="20"/>
                      <a:pt x="7" y="20"/>
                      <a:pt x="7" y="21"/>
                    </a:cubicBezTo>
                    <a:cubicBezTo>
                      <a:pt x="8" y="23"/>
                      <a:pt x="13" y="21"/>
                      <a:pt x="13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5" name="Freeform 2836">
                <a:extLst>
                  <a:ext uri="{FF2B5EF4-FFF2-40B4-BE49-F238E27FC236}">
                    <a16:creationId xmlns:a16="http://schemas.microsoft.com/office/drawing/2014/main" id="{FA2C9E40-9966-A34A-8A1F-B50623E3A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476"/>
                <a:ext cx="5" cy="8"/>
              </a:xfrm>
              <a:custGeom>
                <a:avLst/>
                <a:gdLst>
                  <a:gd name="T0" fmla="*/ 2 w 11"/>
                  <a:gd name="T1" fmla="*/ 15 h 18"/>
                  <a:gd name="T2" fmla="*/ 2 w 11"/>
                  <a:gd name="T3" fmla="*/ 17 h 18"/>
                  <a:gd name="T4" fmla="*/ 0 w 11"/>
                  <a:gd name="T5" fmla="*/ 16 h 18"/>
                  <a:gd name="T6" fmla="*/ 0 w 11"/>
                  <a:gd name="T7" fmla="*/ 12 h 18"/>
                  <a:gd name="T8" fmla="*/ 0 w 11"/>
                  <a:gd name="T9" fmla="*/ 7 h 18"/>
                  <a:gd name="T10" fmla="*/ 3 w 11"/>
                  <a:gd name="T11" fmla="*/ 7 h 18"/>
                  <a:gd name="T12" fmla="*/ 4 w 11"/>
                  <a:gd name="T13" fmla="*/ 5 h 18"/>
                  <a:gd name="T14" fmla="*/ 5 w 11"/>
                  <a:gd name="T15" fmla="*/ 3 h 18"/>
                  <a:gd name="T16" fmla="*/ 7 w 11"/>
                  <a:gd name="T17" fmla="*/ 1 h 18"/>
                  <a:gd name="T18" fmla="*/ 10 w 11"/>
                  <a:gd name="T19" fmla="*/ 2 h 18"/>
                  <a:gd name="T20" fmla="*/ 10 w 11"/>
                  <a:gd name="T21" fmla="*/ 7 h 18"/>
                  <a:gd name="T22" fmla="*/ 10 w 11"/>
                  <a:gd name="T23" fmla="*/ 12 h 18"/>
                  <a:gd name="T24" fmla="*/ 9 w 11"/>
                  <a:gd name="T25" fmla="*/ 15 h 18"/>
                  <a:gd name="T26" fmla="*/ 8 w 11"/>
                  <a:gd name="T27" fmla="*/ 15 h 18"/>
                  <a:gd name="T28" fmla="*/ 6 w 11"/>
                  <a:gd name="T29" fmla="*/ 16 h 18"/>
                  <a:gd name="T30" fmla="*/ 2 w 11"/>
                  <a:gd name="T31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8">
                    <a:moveTo>
                      <a:pt x="2" y="15"/>
                    </a:moveTo>
                    <a:cubicBezTo>
                      <a:pt x="2" y="16"/>
                      <a:pt x="2" y="17"/>
                      <a:pt x="2" y="17"/>
                    </a:cubicBezTo>
                    <a:cubicBezTo>
                      <a:pt x="1" y="18"/>
                      <a:pt x="0" y="17"/>
                      <a:pt x="0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0" y="4"/>
                      <a:pt x="2" y="8"/>
                      <a:pt x="3" y="7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6" y="2"/>
                      <a:pt x="6" y="1"/>
                      <a:pt x="7" y="1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1" y="3"/>
                      <a:pt x="10" y="5"/>
                      <a:pt x="10" y="7"/>
                    </a:cubicBezTo>
                    <a:cubicBezTo>
                      <a:pt x="10" y="9"/>
                      <a:pt x="11" y="10"/>
                      <a:pt x="10" y="12"/>
                    </a:cubicBezTo>
                    <a:cubicBezTo>
                      <a:pt x="10" y="13"/>
                      <a:pt x="9" y="14"/>
                      <a:pt x="9" y="15"/>
                    </a:cubicBezTo>
                    <a:cubicBezTo>
                      <a:pt x="9" y="16"/>
                      <a:pt x="9" y="15"/>
                      <a:pt x="8" y="15"/>
                    </a:cubicBezTo>
                    <a:cubicBezTo>
                      <a:pt x="7" y="15"/>
                      <a:pt x="7" y="16"/>
                      <a:pt x="6" y="16"/>
                    </a:cubicBezTo>
                    <a:cubicBezTo>
                      <a:pt x="5" y="17"/>
                      <a:pt x="3" y="11"/>
                      <a:pt x="2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6" name="Freeform 2837">
                <a:extLst>
                  <a:ext uri="{FF2B5EF4-FFF2-40B4-BE49-F238E27FC236}">
                    <a16:creationId xmlns:a16="http://schemas.microsoft.com/office/drawing/2014/main" id="{12DD36C4-088C-9F4C-9F68-0D4EE4757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466"/>
                <a:ext cx="12" cy="16"/>
              </a:xfrm>
              <a:custGeom>
                <a:avLst/>
                <a:gdLst>
                  <a:gd name="T0" fmla="*/ 2 w 28"/>
                  <a:gd name="T1" fmla="*/ 29 h 38"/>
                  <a:gd name="T2" fmla="*/ 4 w 28"/>
                  <a:gd name="T3" fmla="*/ 22 h 38"/>
                  <a:gd name="T4" fmla="*/ 4 w 28"/>
                  <a:gd name="T5" fmla="*/ 13 h 38"/>
                  <a:gd name="T6" fmla="*/ 5 w 28"/>
                  <a:gd name="T7" fmla="*/ 11 h 38"/>
                  <a:gd name="T8" fmla="*/ 8 w 28"/>
                  <a:gd name="T9" fmla="*/ 11 h 38"/>
                  <a:gd name="T10" fmla="*/ 11 w 28"/>
                  <a:gd name="T11" fmla="*/ 12 h 38"/>
                  <a:gd name="T12" fmla="*/ 12 w 28"/>
                  <a:gd name="T13" fmla="*/ 15 h 38"/>
                  <a:gd name="T14" fmla="*/ 14 w 28"/>
                  <a:gd name="T15" fmla="*/ 20 h 38"/>
                  <a:gd name="T16" fmla="*/ 17 w 28"/>
                  <a:gd name="T17" fmla="*/ 14 h 38"/>
                  <a:gd name="T18" fmla="*/ 16 w 28"/>
                  <a:gd name="T19" fmla="*/ 6 h 38"/>
                  <a:gd name="T20" fmla="*/ 17 w 28"/>
                  <a:gd name="T21" fmla="*/ 3 h 38"/>
                  <a:gd name="T22" fmla="*/ 17 w 28"/>
                  <a:gd name="T23" fmla="*/ 1 h 38"/>
                  <a:gd name="T24" fmla="*/ 19 w 28"/>
                  <a:gd name="T25" fmla="*/ 3 h 38"/>
                  <a:gd name="T26" fmla="*/ 20 w 28"/>
                  <a:gd name="T27" fmla="*/ 9 h 38"/>
                  <a:gd name="T28" fmla="*/ 21 w 28"/>
                  <a:gd name="T29" fmla="*/ 13 h 38"/>
                  <a:gd name="T30" fmla="*/ 22 w 28"/>
                  <a:gd name="T31" fmla="*/ 18 h 38"/>
                  <a:gd name="T32" fmla="*/ 23 w 28"/>
                  <a:gd name="T33" fmla="*/ 19 h 38"/>
                  <a:gd name="T34" fmla="*/ 24 w 28"/>
                  <a:gd name="T35" fmla="*/ 13 h 38"/>
                  <a:gd name="T36" fmla="*/ 26 w 28"/>
                  <a:gd name="T37" fmla="*/ 3 h 38"/>
                  <a:gd name="T38" fmla="*/ 27 w 28"/>
                  <a:gd name="T39" fmla="*/ 7 h 38"/>
                  <a:gd name="T40" fmla="*/ 27 w 28"/>
                  <a:gd name="T41" fmla="*/ 14 h 38"/>
                  <a:gd name="T42" fmla="*/ 26 w 28"/>
                  <a:gd name="T43" fmla="*/ 23 h 38"/>
                  <a:gd name="T44" fmla="*/ 24 w 28"/>
                  <a:gd name="T45" fmla="*/ 25 h 38"/>
                  <a:gd name="T46" fmla="*/ 22 w 28"/>
                  <a:gd name="T47" fmla="*/ 29 h 38"/>
                  <a:gd name="T48" fmla="*/ 18 w 28"/>
                  <a:gd name="T49" fmla="*/ 36 h 38"/>
                  <a:gd name="T50" fmla="*/ 13 w 28"/>
                  <a:gd name="T51" fmla="*/ 36 h 38"/>
                  <a:gd name="T52" fmla="*/ 13 w 28"/>
                  <a:gd name="T53" fmla="*/ 32 h 38"/>
                  <a:gd name="T54" fmla="*/ 13 w 28"/>
                  <a:gd name="T55" fmla="*/ 28 h 38"/>
                  <a:gd name="T56" fmla="*/ 7 w 28"/>
                  <a:gd name="T57" fmla="*/ 33 h 38"/>
                  <a:gd name="T58" fmla="*/ 3 w 28"/>
                  <a:gd name="T59" fmla="*/ 37 h 38"/>
                  <a:gd name="T60" fmla="*/ 0 w 28"/>
                  <a:gd name="T61" fmla="*/ 37 h 38"/>
                  <a:gd name="T62" fmla="*/ 0 w 28"/>
                  <a:gd name="T63" fmla="*/ 34 h 38"/>
                  <a:gd name="T64" fmla="*/ 2 w 28"/>
                  <a:gd name="T65" fmla="*/ 2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" h="38">
                    <a:moveTo>
                      <a:pt x="2" y="29"/>
                    </a:moveTo>
                    <a:cubicBezTo>
                      <a:pt x="4" y="27"/>
                      <a:pt x="4" y="24"/>
                      <a:pt x="4" y="22"/>
                    </a:cubicBezTo>
                    <a:cubicBezTo>
                      <a:pt x="3" y="19"/>
                      <a:pt x="3" y="16"/>
                      <a:pt x="4" y="13"/>
                    </a:cubicBezTo>
                    <a:cubicBezTo>
                      <a:pt x="4" y="12"/>
                      <a:pt x="4" y="11"/>
                      <a:pt x="5" y="11"/>
                    </a:cubicBezTo>
                    <a:cubicBezTo>
                      <a:pt x="6" y="10"/>
                      <a:pt x="7" y="11"/>
                      <a:pt x="8" y="11"/>
                    </a:cubicBezTo>
                    <a:cubicBezTo>
                      <a:pt x="9" y="11"/>
                      <a:pt x="10" y="11"/>
                      <a:pt x="11" y="12"/>
                    </a:cubicBezTo>
                    <a:cubicBezTo>
                      <a:pt x="12" y="13"/>
                      <a:pt x="12" y="14"/>
                      <a:pt x="12" y="15"/>
                    </a:cubicBezTo>
                    <a:cubicBezTo>
                      <a:pt x="12" y="16"/>
                      <a:pt x="11" y="21"/>
                      <a:pt x="14" y="20"/>
                    </a:cubicBezTo>
                    <a:cubicBezTo>
                      <a:pt x="17" y="19"/>
                      <a:pt x="17" y="16"/>
                      <a:pt x="17" y="14"/>
                    </a:cubicBezTo>
                    <a:cubicBezTo>
                      <a:pt x="17" y="11"/>
                      <a:pt x="16" y="9"/>
                      <a:pt x="16" y="6"/>
                    </a:cubicBezTo>
                    <a:cubicBezTo>
                      <a:pt x="16" y="5"/>
                      <a:pt x="16" y="4"/>
                      <a:pt x="17" y="3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8" y="0"/>
                      <a:pt x="19" y="3"/>
                      <a:pt x="19" y="3"/>
                    </a:cubicBezTo>
                    <a:cubicBezTo>
                      <a:pt x="19" y="5"/>
                      <a:pt x="20" y="7"/>
                      <a:pt x="20" y="9"/>
                    </a:cubicBezTo>
                    <a:cubicBezTo>
                      <a:pt x="21" y="10"/>
                      <a:pt x="21" y="12"/>
                      <a:pt x="21" y="13"/>
                    </a:cubicBezTo>
                    <a:cubicBezTo>
                      <a:pt x="21" y="15"/>
                      <a:pt x="21" y="16"/>
                      <a:pt x="22" y="18"/>
                    </a:cubicBezTo>
                    <a:cubicBezTo>
                      <a:pt x="22" y="18"/>
                      <a:pt x="22" y="19"/>
                      <a:pt x="23" y="19"/>
                    </a:cubicBezTo>
                    <a:cubicBezTo>
                      <a:pt x="24" y="17"/>
                      <a:pt x="24" y="15"/>
                      <a:pt x="24" y="13"/>
                    </a:cubicBezTo>
                    <a:cubicBezTo>
                      <a:pt x="24" y="12"/>
                      <a:pt x="24" y="2"/>
                      <a:pt x="26" y="3"/>
                    </a:cubicBezTo>
                    <a:cubicBezTo>
                      <a:pt x="27" y="3"/>
                      <a:pt x="27" y="6"/>
                      <a:pt x="27" y="7"/>
                    </a:cubicBezTo>
                    <a:cubicBezTo>
                      <a:pt x="27" y="9"/>
                      <a:pt x="27" y="12"/>
                      <a:pt x="27" y="14"/>
                    </a:cubicBezTo>
                    <a:cubicBezTo>
                      <a:pt x="27" y="17"/>
                      <a:pt x="28" y="21"/>
                      <a:pt x="26" y="23"/>
                    </a:cubicBezTo>
                    <a:cubicBezTo>
                      <a:pt x="25" y="24"/>
                      <a:pt x="24" y="24"/>
                      <a:pt x="24" y="25"/>
                    </a:cubicBezTo>
                    <a:cubicBezTo>
                      <a:pt x="23" y="26"/>
                      <a:pt x="23" y="27"/>
                      <a:pt x="22" y="29"/>
                    </a:cubicBezTo>
                    <a:cubicBezTo>
                      <a:pt x="21" y="31"/>
                      <a:pt x="20" y="34"/>
                      <a:pt x="18" y="36"/>
                    </a:cubicBezTo>
                    <a:cubicBezTo>
                      <a:pt x="17" y="37"/>
                      <a:pt x="14" y="37"/>
                      <a:pt x="13" y="36"/>
                    </a:cubicBezTo>
                    <a:cubicBezTo>
                      <a:pt x="12" y="35"/>
                      <a:pt x="12" y="33"/>
                      <a:pt x="13" y="32"/>
                    </a:cubicBezTo>
                    <a:cubicBezTo>
                      <a:pt x="13" y="31"/>
                      <a:pt x="13" y="29"/>
                      <a:pt x="13" y="28"/>
                    </a:cubicBezTo>
                    <a:cubicBezTo>
                      <a:pt x="12" y="26"/>
                      <a:pt x="8" y="32"/>
                      <a:pt x="7" y="33"/>
                    </a:cubicBezTo>
                    <a:cubicBezTo>
                      <a:pt x="6" y="35"/>
                      <a:pt x="4" y="35"/>
                      <a:pt x="3" y="37"/>
                    </a:cubicBezTo>
                    <a:cubicBezTo>
                      <a:pt x="2" y="38"/>
                      <a:pt x="1" y="38"/>
                      <a:pt x="0" y="37"/>
                    </a:cubicBezTo>
                    <a:cubicBezTo>
                      <a:pt x="0" y="36"/>
                      <a:pt x="0" y="35"/>
                      <a:pt x="0" y="34"/>
                    </a:cubicBezTo>
                    <a:cubicBezTo>
                      <a:pt x="1" y="32"/>
                      <a:pt x="0" y="30"/>
                      <a:pt x="2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7" name="Freeform 2838">
                <a:extLst>
                  <a:ext uri="{FF2B5EF4-FFF2-40B4-BE49-F238E27FC236}">
                    <a16:creationId xmlns:a16="http://schemas.microsoft.com/office/drawing/2014/main" id="{98BE1D2C-D34F-D842-B6FE-35E60742B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473"/>
                <a:ext cx="4" cy="5"/>
              </a:xfrm>
              <a:custGeom>
                <a:avLst/>
                <a:gdLst>
                  <a:gd name="T0" fmla="*/ 0 w 9"/>
                  <a:gd name="T1" fmla="*/ 5 h 13"/>
                  <a:gd name="T2" fmla="*/ 4 w 9"/>
                  <a:gd name="T3" fmla="*/ 1 h 13"/>
                  <a:gd name="T4" fmla="*/ 5 w 9"/>
                  <a:gd name="T5" fmla="*/ 3 h 13"/>
                  <a:gd name="T6" fmla="*/ 7 w 9"/>
                  <a:gd name="T7" fmla="*/ 4 h 13"/>
                  <a:gd name="T8" fmla="*/ 9 w 9"/>
                  <a:gd name="T9" fmla="*/ 9 h 13"/>
                  <a:gd name="T10" fmla="*/ 8 w 9"/>
                  <a:gd name="T11" fmla="*/ 12 h 13"/>
                  <a:gd name="T12" fmla="*/ 6 w 9"/>
                  <a:gd name="T13" fmla="*/ 12 h 13"/>
                  <a:gd name="T14" fmla="*/ 5 w 9"/>
                  <a:gd name="T15" fmla="*/ 11 h 13"/>
                  <a:gd name="T16" fmla="*/ 4 w 9"/>
                  <a:gd name="T17" fmla="*/ 10 h 13"/>
                  <a:gd name="T18" fmla="*/ 4 w 9"/>
                  <a:gd name="T19" fmla="*/ 10 h 13"/>
                  <a:gd name="T20" fmla="*/ 3 w 9"/>
                  <a:gd name="T21" fmla="*/ 9 h 13"/>
                  <a:gd name="T22" fmla="*/ 2 w 9"/>
                  <a:gd name="T23" fmla="*/ 9 h 13"/>
                  <a:gd name="T24" fmla="*/ 0 w 9"/>
                  <a:gd name="T2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3">
                    <a:moveTo>
                      <a:pt x="0" y="5"/>
                    </a:moveTo>
                    <a:cubicBezTo>
                      <a:pt x="1" y="4"/>
                      <a:pt x="2" y="0"/>
                      <a:pt x="4" y="1"/>
                    </a:cubicBezTo>
                    <a:cubicBezTo>
                      <a:pt x="5" y="1"/>
                      <a:pt x="5" y="3"/>
                      <a:pt x="5" y="3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9" y="5"/>
                      <a:pt x="9" y="8"/>
                      <a:pt x="9" y="9"/>
                    </a:cubicBezTo>
                    <a:cubicBezTo>
                      <a:pt x="9" y="10"/>
                      <a:pt x="9" y="12"/>
                      <a:pt x="8" y="12"/>
                    </a:cubicBezTo>
                    <a:cubicBezTo>
                      <a:pt x="8" y="13"/>
                      <a:pt x="7" y="13"/>
                      <a:pt x="6" y="12"/>
                    </a:cubicBezTo>
                    <a:cubicBezTo>
                      <a:pt x="6" y="12"/>
                      <a:pt x="5" y="11"/>
                      <a:pt x="5" y="11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0" y="8"/>
                      <a:pt x="0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8" name="Freeform 2839">
                <a:extLst>
                  <a:ext uri="{FF2B5EF4-FFF2-40B4-BE49-F238E27FC236}">
                    <a16:creationId xmlns:a16="http://schemas.microsoft.com/office/drawing/2014/main" id="{0B24AB5F-4050-244D-B71C-3B6FE6ED0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468"/>
                <a:ext cx="3" cy="3"/>
              </a:xfrm>
              <a:custGeom>
                <a:avLst/>
                <a:gdLst>
                  <a:gd name="T0" fmla="*/ 1 w 6"/>
                  <a:gd name="T1" fmla="*/ 5 h 6"/>
                  <a:gd name="T2" fmla="*/ 1 w 6"/>
                  <a:gd name="T3" fmla="*/ 4 h 6"/>
                  <a:gd name="T4" fmla="*/ 1 w 6"/>
                  <a:gd name="T5" fmla="*/ 3 h 6"/>
                  <a:gd name="T6" fmla="*/ 2 w 6"/>
                  <a:gd name="T7" fmla="*/ 2 h 6"/>
                  <a:gd name="T8" fmla="*/ 5 w 6"/>
                  <a:gd name="T9" fmla="*/ 1 h 6"/>
                  <a:gd name="T10" fmla="*/ 6 w 6"/>
                  <a:gd name="T11" fmla="*/ 4 h 6"/>
                  <a:gd name="T12" fmla="*/ 3 w 6"/>
                  <a:gd name="T13" fmla="*/ 6 h 6"/>
                  <a:gd name="T14" fmla="*/ 2 w 6"/>
                  <a:gd name="T15" fmla="*/ 6 h 6"/>
                  <a:gd name="T16" fmla="*/ 1 w 6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1" y="5"/>
                      <a:pt x="1" y="4"/>
                      <a:pt x="1" y="4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5" y="5"/>
                      <a:pt x="4" y="5"/>
                      <a:pt x="3" y="6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9" name="Freeform 2840">
                <a:extLst>
                  <a:ext uri="{FF2B5EF4-FFF2-40B4-BE49-F238E27FC236}">
                    <a16:creationId xmlns:a16="http://schemas.microsoft.com/office/drawing/2014/main" id="{62B12E50-3892-774D-A3C0-0D12B8224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488"/>
                <a:ext cx="4" cy="3"/>
              </a:xfrm>
              <a:custGeom>
                <a:avLst/>
                <a:gdLst>
                  <a:gd name="T0" fmla="*/ 1 w 10"/>
                  <a:gd name="T1" fmla="*/ 3 h 8"/>
                  <a:gd name="T2" fmla="*/ 1 w 10"/>
                  <a:gd name="T3" fmla="*/ 2 h 8"/>
                  <a:gd name="T4" fmla="*/ 2 w 10"/>
                  <a:gd name="T5" fmla="*/ 0 h 8"/>
                  <a:gd name="T6" fmla="*/ 4 w 10"/>
                  <a:gd name="T7" fmla="*/ 2 h 8"/>
                  <a:gd name="T8" fmla="*/ 6 w 10"/>
                  <a:gd name="T9" fmla="*/ 3 h 8"/>
                  <a:gd name="T10" fmla="*/ 7 w 10"/>
                  <a:gd name="T11" fmla="*/ 2 h 8"/>
                  <a:gd name="T12" fmla="*/ 8 w 10"/>
                  <a:gd name="T13" fmla="*/ 1 h 8"/>
                  <a:gd name="T14" fmla="*/ 10 w 10"/>
                  <a:gd name="T15" fmla="*/ 3 h 8"/>
                  <a:gd name="T16" fmla="*/ 9 w 10"/>
                  <a:gd name="T17" fmla="*/ 6 h 8"/>
                  <a:gd name="T18" fmla="*/ 5 w 10"/>
                  <a:gd name="T19" fmla="*/ 8 h 8"/>
                  <a:gd name="T20" fmla="*/ 1 w 10"/>
                  <a:gd name="T21" fmla="*/ 7 h 8"/>
                  <a:gd name="T22" fmla="*/ 1 w 10"/>
                  <a:gd name="T23" fmla="*/ 5 h 8"/>
                  <a:gd name="T24" fmla="*/ 1 w 10"/>
                  <a:gd name="T2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4" y="2"/>
                      <a:pt x="6" y="3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0" y="4"/>
                      <a:pt x="10" y="6"/>
                      <a:pt x="9" y="6"/>
                    </a:cubicBezTo>
                    <a:cubicBezTo>
                      <a:pt x="8" y="7"/>
                      <a:pt x="7" y="8"/>
                      <a:pt x="5" y="8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0" name="Freeform 2841">
                <a:extLst>
                  <a:ext uri="{FF2B5EF4-FFF2-40B4-BE49-F238E27FC236}">
                    <a16:creationId xmlns:a16="http://schemas.microsoft.com/office/drawing/2014/main" id="{37818BD9-15D0-1A4D-8DA0-4B7B2050C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487"/>
                <a:ext cx="4" cy="3"/>
              </a:xfrm>
              <a:custGeom>
                <a:avLst/>
                <a:gdLst>
                  <a:gd name="T0" fmla="*/ 6 w 8"/>
                  <a:gd name="T1" fmla="*/ 1 h 8"/>
                  <a:gd name="T2" fmla="*/ 7 w 8"/>
                  <a:gd name="T3" fmla="*/ 3 h 8"/>
                  <a:gd name="T4" fmla="*/ 5 w 8"/>
                  <a:gd name="T5" fmla="*/ 8 h 8"/>
                  <a:gd name="T6" fmla="*/ 4 w 8"/>
                  <a:gd name="T7" fmla="*/ 8 h 8"/>
                  <a:gd name="T8" fmla="*/ 4 w 8"/>
                  <a:gd name="T9" fmla="*/ 8 h 8"/>
                  <a:gd name="T10" fmla="*/ 2 w 8"/>
                  <a:gd name="T11" fmla="*/ 8 h 8"/>
                  <a:gd name="T12" fmla="*/ 1 w 8"/>
                  <a:gd name="T13" fmla="*/ 3 h 8"/>
                  <a:gd name="T14" fmla="*/ 6 w 8"/>
                  <a:gd name="T1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6" y="2"/>
                      <a:pt x="7" y="2"/>
                      <a:pt x="7" y="3"/>
                    </a:cubicBezTo>
                    <a:cubicBezTo>
                      <a:pt x="8" y="5"/>
                      <a:pt x="6" y="6"/>
                      <a:pt x="5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1" y="1"/>
                      <a:pt x="4" y="0"/>
                      <a:pt x="6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1" name="Freeform 2842">
                <a:extLst>
                  <a:ext uri="{FF2B5EF4-FFF2-40B4-BE49-F238E27FC236}">
                    <a16:creationId xmlns:a16="http://schemas.microsoft.com/office/drawing/2014/main" id="{455E80AA-DBA1-7041-AA12-E7A4184D1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495"/>
                <a:ext cx="5" cy="9"/>
              </a:xfrm>
              <a:custGeom>
                <a:avLst/>
                <a:gdLst>
                  <a:gd name="T0" fmla="*/ 0 w 10"/>
                  <a:gd name="T1" fmla="*/ 9 h 22"/>
                  <a:gd name="T2" fmla="*/ 0 w 10"/>
                  <a:gd name="T3" fmla="*/ 7 h 22"/>
                  <a:gd name="T4" fmla="*/ 1 w 10"/>
                  <a:gd name="T5" fmla="*/ 7 h 22"/>
                  <a:gd name="T6" fmla="*/ 3 w 10"/>
                  <a:gd name="T7" fmla="*/ 6 h 22"/>
                  <a:gd name="T8" fmla="*/ 3 w 10"/>
                  <a:gd name="T9" fmla="*/ 3 h 22"/>
                  <a:gd name="T10" fmla="*/ 4 w 10"/>
                  <a:gd name="T11" fmla="*/ 1 h 22"/>
                  <a:gd name="T12" fmla="*/ 5 w 10"/>
                  <a:gd name="T13" fmla="*/ 1 h 22"/>
                  <a:gd name="T14" fmla="*/ 8 w 10"/>
                  <a:gd name="T15" fmla="*/ 1 h 22"/>
                  <a:gd name="T16" fmla="*/ 10 w 10"/>
                  <a:gd name="T17" fmla="*/ 4 h 22"/>
                  <a:gd name="T18" fmla="*/ 10 w 10"/>
                  <a:gd name="T19" fmla="*/ 7 h 22"/>
                  <a:gd name="T20" fmla="*/ 9 w 10"/>
                  <a:gd name="T21" fmla="*/ 11 h 22"/>
                  <a:gd name="T22" fmla="*/ 8 w 10"/>
                  <a:gd name="T23" fmla="*/ 17 h 22"/>
                  <a:gd name="T24" fmla="*/ 7 w 10"/>
                  <a:gd name="T25" fmla="*/ 21 h 22"/>
                  <a:gd name="T26" fmla="*/ 4 w 10"/>
                  <a:gd name="T27" fmla="*/ 21 h 22"/>
                  <a:gd name="T28" fmla="*/ 2 w 10"/>
                  <a:gd name="T29" fmla="*/ 15 h 22"/>
                  <a:gd name="T30" fmla="*/ 0 w 10"/>
                  <a:gd name="T31" fmla="*/ 14 h 22"/>
                  <a:gd name="T32" fmla="*/ 0 w 10"/>
                  <a:gd name="T33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22">
                    <a:moveTo>
                      <a:pt x="0" y="9"/>
                    </a:moveTo>
                    <a:cubicBezTo>
                      <a:pt x="0" y="9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3" y="7"/>
                      <a:pt x="3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8" y="2"/>
                      <a:pt x="9" y="3"/>
                      <a:pt x="10" y="4"/>
                    </a:cubicBezTo>
                    <a:cubicBezTo>
                      <a:pt x="10" y="5"/>
                      <a:pt x="10" y="6"/>
                      <a:pt x="10" y="7"/>
                    </a:cubicBezTo>
                    <a:cubicBezTo>
                      <a:pt x="10" y="8"/>
                      <a:pt x="10" y="9"/>
                      <a:pt x="9" y="11"/>
                    </a:cubicBezTo>
                    <a:cubicBezTo>
                      <a:pt x="9" y="13"/>
                      <a:pt x="9" y="15"/>
                      <a:pt x="8" y="17"/>
                    </a:cubicBezTo>
                    <a:cubicBezTo>
                      <a:pt x="8" y="18"/>
                      <a:pt x="8" y="20"/>
                      <a:pt x="7" y="21"/>
                    </a:cubicBezTo>
                    <a:cubicBezTo>
                      <a:pt x="7" y="21"/>
                      <a:pt x="5" y="22"/>
                      <a:pt x="4" y="21"/>
                    </a:cubicBezTo>
                    <a:cubicBezTo>
                      <a:pt x="3" y="19"/>
                      <a:pt x="3" y="17"/>
                      <a:pt x="2" y="15"/>
                    </a:cubicBezTo>
                    <a:cubicBezTo>
                      <a:pt x="1" y="15"/>
                      <a:pt x="1" y="14"/>
                      <a:pt x="0" y="14"/>
                    </a:cubicBezTo>
                    <a:cubicBezTo>
                      <a:pt x="0" y="12"/>
                      <a:pt x="0" y="11"/>
                      <a:pt x="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2" name="Freeform 2843">
                <a:extLst>
                  <a:ext uri="{FF2B5EF4-FFF2-40B4-BE49-F238E27FC236}">
                    <a16:creationId xmlns:a16="http://schemas.microsoft.com/office/drawing/2014/main" id="{29B50F23-8A1E-DA42-BBC0-1C8B5BF52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494"/>
                <a:ext cx="2" cy="4"/>
              </a:xfrm>
              <a:custGeom>
                <a:avLst/>
                <a:gdLst>
                  <a:gd name="T0" fmla="*/ 1 w 6"/>
                  <a:gd name="T1" fmla="*/ 3 h 10"/>
                  <a:gd name="T2" fmla="*/ 3 w 6"/>
                  <a:gd name="T3" fmla="*/ 0 h 10"/>
                  <a:gd name="T4" fmla="*/ 5 w 6"/>
                  <a:gd name="T5" fmla="*/ 3 h 10"/>
                  <a:gd name="T6" fmla="*/ 6 w 6"/>
                  <a:gd name="T7" fmla="*/ 6 h 10"/>
                  <a:gd name="T8" fmla="*/ 5 w 6"/>
                  <a:gd name="T9" fmla="*/ 8 h 10"/>
                  <a:gd name="T10" fmla="*/ 3 w 6"/>
                  <a:gd name="T11" fmla="*/ 10 h 10"/>
                  <a:gd name="T12" fmla="*/ 2 w 6"/>
                  <a:gd name="T13" fmla="*/ 10 h 10"/>
                  <a:gd name="T14" fmla="*/ 0 w 6"/>
                  <a:gd name="T15" fmla="*/ 8 h 10"/>
                  <a:gd name="T16" fmla="*/ 1 w 6"/>
                  <a:gd name="T1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0">
                    <a:moveTo>
                      <a:pt x="1" y="3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6" y="4"/>
                      <a:pt x="6" y="5"/>
                      <a:pt x="6" y="6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1" y="9"/>
                      <a:pt x="1" y="8"/>
                      <a:pt x="0" y="8"/>
                    </a:cubicBezTo>
                    <a:cubicBezTo>
                      <a:pt x="0" y="6"/>
                      <a:pt x="1" y="5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3" name="Freeform 2844">
                <a:extLst>
                  <a:ext uri="{FF2B5EF4-FFF2-40B4-BE49-F238E27FC236}">
                    <a16:creationId xmlns:a16="http://schemas.microsoft.com/office/drawing/2014/main" id="{4B63F5BE-3317-DE4D-BE07-2A1BAE09A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496"/>
                <a:ext cx="4" cy="5"/>
              </a:xfrm>
              <a:custGeom>
                <a:avLst/>
                <a:gdLst>
                  <a:gd name="T0" fmla="*/ 9 w 10"/>
                  <a:gd name="T1" fmla="*/ 6 h 13"/>
                  <a:gd name="T2" fmla="*/ 9 w 10"/>
                  <a:gd name="T3" fmla="*/ 10 h 13"/>
                  <a:gd name="T4" fmla="*/ 6 w 10"/>
                  <a:gd name="T5" fmla="*/ 13 h 13"/>
                  <a:gd name="T6" fmla="*/ 4 w 10"/>
                  <a:gd name="T7" fmla="*/ 11 h 13"/>
                  <a:gd name="T8" fmla="*/ 4 w 10"/>
                  <a:gd name="T9" fmla="*/ 9 h 13"/>
                  <a:gd name="T10" fmla="*/ 3 w 10"/>
                  <a:gd name="T11" fmla="*/ 5 h 13"/>
                  <a:gd name="T12" fmla="*/ 1 w 10"/>
                  <a:gd name="T13" fmla="*/ 2 h 13"/>
                  <a:gd name="T14" fmla="*/ 5 w 10"/>
                  <a:gd name="T15" fmla="*/ 3 h 13"/>
                  <a:gd name="T16" fmla="*/ 8 w 10"/>
                  <a:gd name="T17" fmla="*/ 4 h 13"/>
                  <a:gd name="T18" fmla="*/ 9 w 10"/>
                  <a:gd name="T1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9" y="6"/>
                    </a:moveTo>
                    <a:cubicBezTo>
                      <a:pt x="9" y="7"/>
                      <a:pt x="10" y="9"/>
                      <a:pt x="9" y="10"/>
                    </a:cubicBezTo>
                    <a:cubicBezTo>
                      <a:pt x="8" y="11"/>
                      <a:pt x="7" y="13"/>
                      <a:pt x="6" y="13"/>
                    </a:cubicBezTo>
                    <a:cubicBezTo>
                      <a:pt x="5" y="13"/>
                      <a:pt x="4" y="12"/>
                      <a:pt x="4" y="11"/>
                    </a:cubicBezTo>
                    <a:cubicBezTo>
                      <a:pt x="4" y="11"/>
                      <a:pt x="4" y="10"/>
                      <a:pt x="4" y="9"/>
                    </a:cubicBezTo>
                    <a:cubicBezTo>
                      <a:pt x="4" y="8"/>
                      <a:pt x="4" y="6"/>
                      <a:pt x="3" y="5"/>
                    </a:cubicBezTo>
                    <a:cubicBezTo>
                      <a:pt x="2" y="4"/>
                      <a:pt x="0" y="3"/>
                      <a:pt x="1" y="2"/>
                    </a:cubicBezTo>
                    <a:cubicBezTo>
                      <a:pt x="3" y="0"/>
                      <a:pt x="4" y="2"/>
                      <a:pt x="5" y="3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9" y="4"/>
                      <a:pt x="9" y="5"/>
                      <a:pt x="9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4" name="Freeform 2845">
                <a:extLst>
                  <a:ext uri="{FF2B5EF4-FFF2-40B4-BE49-F238E27FC236}">
                    <a16:creationId xmlns:a16="http://schemas.microsoft.com/office/drawing/2014/main" id="{8E90970D-BCDF-EA49-9BC6-9290C6128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1586"/>
                <a:ext cx="8" cy="7"/>
              </a:xfrm>
              <a:custGeom>
                <a:avLst/>
                <a:gdLst>
                  <a:gd name="T0" fmla="*/ 2 w 21"/>
                  <a:gd name="T1" fmla="*/ 7 h 17"/>
                  <a:gd name="T2" fmla="*/ 7 w 21"/>
                  <a:gd name="T3" fmla="*/ 1 h 17"/>
                  <a:gd name="T4" fmla="*/ 12 w 21"/>
                  <a:gd name="T5" fmla="*/ 1 h 17"/>
                  <a:gd name="T6" fmla="*/ 17 w 21"/>
                  <a:gd name="T7" fmla="*/ 1 h 17"/>
                  <a:gd name="T8" fmla="*/ 20 w 21"/>
                  <a:gd name="T9" fmla="*/ 5 h 17"/>
                  <a:gd name="T10" fmla="*/ 17 w 21"/>
                  <a:gd name="T11" fmla="*/ 10 h 17"/>
                  <a:gd name="T12" fmla="*/ 12 w 21"/>
                  <a:gd name="T13" fmla="*/ 14 h 17"/>
                  <a:gd name="T14" fmla="*/ 7 w 21"/>
                  <a:gd name="T15" fmla="*/ 17 h 17"/>
                  <a:gd name="T16" fmla="*/ 2 w 21"/>
                  <a:gd name="T17" fmla="*/ 13 h 17"/>
                  <a:gd name="T18" fmla="*/ 2 w 21"/>
                  <a:gd name="T19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7">
                    <a:moveTo>
                      <a:pt x="2" y="7"/>
                    </a:moveTo>
                    <a:cubicBezTo>
                      <a:pt x="3" y="4"/>
                      <a:pt x="4" y="1"/>
                      <a:pt x="7" y="1"/>
                    </a:cubicBezTo>
                    <a:cubicBezTo>
                      <a:pt x="8" y="0"/>
                      <a:pt x="10" y="1"/>
                      <a:pt x="12" y="1"/>
                    </a:cubicBezTo>
                    <a:cubicBezTo>
                      <a:pt x="14" y="1"/>
                      <a:pt x="15" y="1"/>
                      <a:pt x="17" y="1"/>
                    </a:cubicBezTo>
                    <a:cubicBezTo>
                      <a:pt x="18" y="2"/>
                      <a:pt x="20" y="3"/>
                      <a:pt x="20" y="5"/>
                    </a:cubicBezTo>
                    <a:cubicBezTo>
                      <a:pt x="21" y="7"/>
                      <a:pt x="19" y="9"/>
                      <a:pt x="17" y="10"/>
                    </a:cubicBezTo>
                    <a:cubicBezTo>
                      <a:pt x="15" y="11"/>
                      <a:pt x="13" y="12"/>
                      <a:pt x="12" y="14"/>
                    </a:cubicBezTo>
                    <a:cubicBezTo>
                      <a:pt x="10" y="16"/>
                      <a:pt x="9" y="17"/>
                      <a:pt x="7" y="17"/>
                    </a:cubicBezTo>
                    <a:cubicBezTo>
                      <a:pt x="5" y="17"/>
                      <a:pt x="3" y="15"/>
                      <a:pt x="2" y="13"/>
                    </a:cubicBezTo>
                    <a:cubicBezTo>
                      <a:pt x="0" y="11"/>
                      <a:pt x="1" y="9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5" name="Freeform 2846">
                <a:extLst>
                  <a:ext uri="{FF2B5EF4-FFF2-40B4-BE49-F238E27FC236}">
                    <a16:creationId xmlns:a16="http://schemas.microsoft.com/office/drawing/2014/main" id="{048F256B-0FFB-D044-8BAA-56980F334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627"/>
                <a:ext cx="5" cy="5"/>
              </a:xfrm>
              <a:custGeom>
                <a:avLst/>
                <a:gdLst>
                  <a:gd name="T0" fmla="*/ 2 w 12"/>
                  <a:gd name="T1" fmla="*/ 6 h 14"/>
                  <a:gd name="T2" fmla="*/ 2 w 12"/>
                  <a:gd name="T3" fmla="*/ 1 h 14"/>
                  <a:gd name="T4" fmla="*/ 7 w 12"/>
                  <a:gd name="T5" fmla="*/ 3 h 14"/>
                  <a:gd name="T6" fmla="*/ 7 w 12"/>
                  <a:gd name="T7" fmla="*/ 4 h 14"/>
                  <a:gd name="T8" fmla="*/ 7 w 12"/>
                  <a:gd name="T9" fmla="*/ 5 h 14"/>
                  <a:gd name="T10" fmla="*/ 10 w 12"/>
                  <a:gd name="T11" fmla="*/ 6 h 14"/>
                  <a:gd name="T12" fmla="*/ 11 w 12"/>
                  <a:gd name="T13" fmla="*/ 11 h 14"/>
                  <a:gd name="T14" fmla="*/ 10 w 12"/>
                  <a:gd name="T15" fmla="*/ 14 h 14"/>
                  <a:gd name="T16" fmla="*/ 7 w 12"/>
                  <a:gd name="T17" fmla="*/ 12 h 14"/>
                  <a:gd name="T18" fmla="*/ 5 w 12"/>
                  <a:gd name="T19" fmla="*/ 8 h 14"/>
                  <a:gd name="T20" fmla="*/ 2 w 12"/>
                  <a:gd name="T2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4">
                    <a:moveTo>
                      <a:pt x="2" y="6"/>
                    </a:moveTo>
                    <a:cubicBezTo>
                      <a:pt x="2" y="5"/>
                      <a:pt x="0" y="1"/>
                      <a:pt x="2" y="1"/>
                    </a:cubicBezTo>
                    <a:cubicBezTo>
                      <a:pt x="3" y="0"/>
                      <a:pt x="6" y="2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8" y="6"/>
                      <a:pt x="9" y="6"/>
                      <a:pt x="10" y="6"/>
                    </a:cubicBezTo>
                    <a:cubicBezTo>
                      <a:pt x="12" y="8"/>
                      <a:pt x="12" y="9"/>
                      <a:pt x="11" y="11"/>
                    </a:cubicBezTo>
                    <a:cubicBezTo>
                      <a:pt x="11" y="12"/>
                      <a:pt x="11" y="13"/>
                      <a:pt x="10" y="14"/>
                    </a:cubicBezTo>
                    <a:cubicBezTo>
                      <a:pt x="9" y="14"/>
                      <a:pt x="8" y="13"/>
                      <a:pt x="7" y="12"/>
                    </a:cubicBezTo>
                    <a:cubicBezTo>
                      <a:pt x="6" y="11"/>
                      <a:pt x="6" y="9"/>
                      <a:pt x="5" y="8"/>
                    </a:cubicBezTo>
                    <a:cubicBezTo>
                      <a:pt x="4" y="7"/>
                      <a:pt x="3" y="8"/>
                      <a:pt x="2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6" name="Freeform 2847">
                <a:extLst>
                  <a:ext uri="{FF2B5EF4-FFF2-40B4-BE49-F238E27FC236}">
                    <a16:creationId xmlns:a16="http://schemas.microsoft.com/office/drawing/2014/main" id="{EB6F8814-F6C8-704C-9F6B-F9A07C446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626"/>
                <a:ext cx="2" cy="2"/>
              </a:xfrm>
              <a:custGeom>
                <a:avLst/>
                <a:gdLst>
                  <a:gd name="T0" fmla="*/ 5 w 6"/>
                  <a:gd name="T1" fmla="*/ 3 h 5"/>
                  <a:gd name="T2" fmla="*/ 1 w 6"/>
                  <a:gd name="T3" fmla="*/ 1 h 5"/>
                  <a:gd name="T4" fmla="*/ 5 w 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5" y="3"/>
                    </a:moveTo>
                    <a:cubicBezTo>
                      <a:pt x="5" y="5"/>
                      <a:pt x="0" y="3"/>
                      <a:pt x="1" y="1"/>
                    </a:cubicBezTo>
                    <a:cubicBezTo>
                      <a:pt x="2" y="0"/>
                      <a:pt x="6" y="2"/>
                      <a:pt x="5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7" name="Freeform 2848">
                <a:extLst>
                  <a:ext uri="{FF2B5EF4-FFF2-40B4-BE49-F238E27FC236}">
                    <a16:creationId xmlns:a16="http://schemas.microsoft.com/office/drawing/2014/main" id="{960E5B68-7D25-F549-A75C-8451C0ED6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621"/>
                <a:ext cx="10" cy="8"/>
              </a:xfrm>
              <a:custGeom>
                <a:avLst/>
                <a:gdLst>
                  <a:gd name="T0" fmla="*/ 20 w 23"/>
                  <a:gd name="T1" fmla="*/ 16 h 20"/>
                  <a:gd name="T2" fmla="*/ 19 w 23"/>
                  <a:gd name="T3" fmla="*/ 18 h 20"/>
                  <a:gd name="T4" fmla="*/ 15 w 23"/>
                  <a:gd name="T5" fmla="*/ 18 h 20"/>
                  <a:gd name="T6" fmla="*/ 12 w 23"/>
                  <a:gd name="T7" fmla="*/ 14 h 20"/>
                  <a:gd name="T8" fmla="*/ 12 w 23"/>
                  <a:gd name="T9" fmla="*/ 12 h 20"/>
                  <a:gd name="T10" fmla="*/ 10 w 23"/>
                  <a:gd name="T11" fmla="*/ 9 h 20"/>
                  <a:gd name="T12" fmla="*/ 3 w 23"/>
                  <a:gd name="T13" fmla="*/ 3 h 20"/>
                  <a:gd name="T14" fmla="*/ 0 w 23"/>
                  <a:gd name="T15" fmla="*/ 1 h 20"/>
                  <a:gd name="T16" fmla="*/ 4 w 23"/>
                  <a:gd name="T17" fmla="*/ 0 h 20"/>
                  <a:gd name="T18" fmla="*/ 8 w 23"/>
                  <a:gd name="T19" fmla="*/ 0 h 20"/>
                  <a:gd name="T20" fmla="*/ 12 w 23"/>
                  <a:gd name="T21" fmla="*/ 4 h 20"/>
                  <a:gd name="T22" fmla="*/ 17 w 23"/>
                  <a:gd name="T23" fmla="*/ 7 h 20"/>
                  <a:gd name="T24" fmla="*/ 23 w 23"/>
                  <a:gd name="T25" fmla="*/ 13 h 20"/>
                  <a:gd name="T26" fmla="*/ 20 w 23"/>
                  <a:gd name="T27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0">
                    <a:moveTo>
                      <a:pt x="20" y="16"/>
                    </a:moveTo>
                    <a:cubicBezTo>
                      <a:pt x="20" y="17"/>
                      <a:pt x="20" y="18"/>
                      <a:pt x="19" y="18"/>
                    </a:cubicBezTo>
                    <a:cubicBezTo>
                      <a:pt x="18" y="20"/>
                      <a:pt x="16" y="19"/>
                      <a:pt x="15" y="18"/>
                    </a:cubicBezTo>
                    <a:cubicBezTo>
                      <a:pt x="14" y="16"/>
                      <a:pt x="13" y="15"/>
                      <a:pt x="12" y="14"/>
                    </a:cubicBezTo>
                    <a:cubicBezTo>
                      <a:pt x="12" y="13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0" y="9"/>
                    </a:cubicBezTo>
                    <a:cubicBezTo>
                      <a:pt x="8" y="7"/>
                      <a:pt x="5" y="4"/>
                      <a:pt x="3" y="3"/>
                    </a:cubicBezTo>
                    <a:cubicBezTo>
                      <a:pt x="2" y="3"/>
                      <a:pt x="0" y="3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10" y="1"/>
                      <a:pt x="11" y="3"/>
                      <a:pt x="12" y="4"/>
                    </a:cubicBezTo>
                    <a:cubicBezTo>
                      <a:pt x="14" y="6"/>
                      <a:pt x="15" y="6"/>
                      <a:pt x="17" y="7"/>
                    </a:cubicBezTo>
                    <a:cubicBezTo>
                      <a:pt x="20" y="8"/>
                      <a:pt x="23" y="9"/>
                      <a:pt x="23" y="13"/>
                    </a:cubicBezTo>
                    <a:cubicBezTo>
                      <a:pt x="23" y="15"/>
                      <a:pt x="21" y="14"/>
                      <a:pt x="20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8" name="Freeform 2849">
                <a:extLst>
                  <a:ext uri="{FF2B5EF4-FFF2-40B4-BE49-F238E27FC236}">
                    <a16:creationId xmlns:a16="http://schemas.microsoft.com/office/drawing/2014/main" id="{B9C4D86A-8E05-4644-97A3-47B132456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612"/>
                <a:ext cx="2" cy="5"/>
              </a:xfrm>
              <a:custGeom>
                <a:avLst/>
                <a:gdLst>
                  <a:gd name="T0" fmla="*/ 1 w 6"/>
                  <a:gd name="T1" fmla="*/ 5 h 12"/>
                  <a:gd name="T2" fmla="*/ 3 w 6"/>
                  <a:gd name="T3" fmla="*/ 1 h 12"/>
                  <a:gd name="T4" fmla="*/ 6 w 6"/>
                  <a:gd name="T5" fmla="*/ 7 h 12"/>
                  <a:gd name="T6" fmla="*/ 5 w 6"/>
                  <a:gd name="T7" fmla="*/ 11 h 12"/>
                  <a:gd name="T8" fmla="*/ 1 w 6"/>
                  <a:gd name="T9" fmla="*/ 10 h 12"/>
                  <a:gd name="T10" fmla="*/ 1 w 6"/>
                  <a:gd name="T1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1" y="5"/>
                    </a:moveTo>
                    <a:cubicBezTo>
                      <a:pt x="1" y="4"/>
                      <a:pt x="0" y="1"/>
                      <a:pt x="3" y="1"/>
                    </a:cubicBezTo>
                    <a:cubicBezTo>
                      <a:pt x="6" y="0"/>
                      <a:pt x="6" y="5"/>
                      <a:pt x="6" y="7"/>
                    </a:cubicBezTo>
                    <a:cubicBezTo>
                      <a:pt x="6" y="8"/>
                      <a:pt x="6" y="10"/>
                      <a:pt x="5" y="11"/>
                    </a:cubicBezTo>
                    <a:cubicBezTo>
                      <a:pt x="3" y="12"/>
                      <a:pt x="2" y="12"/>
                      <a:pt x="1" y="10"/>
                    </a:cubicBezTo>
                    <a:cubicBezTo>
                      <a:pt x="1" y="9"/>
                      <a:pt x="2" y="7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9" name="Freeform 2850">
                <a:extLst>
                  <a:ext uri="{FF2B5EF4-FFF2-40B4-BE49-F238E27FC236}">
                    <a16:creationId xmlns:a16="http://schemas.microsoft.com/office/drawing/2014/main" id="{B69D29F3-D445-5A4C-AC72-D48F7E995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626"/>
                <a:ext cx="6" cy="4"/>
              </a:xfrm>
              <a:custGeom>
                <a:avLst/>
                <a:gdLst>
                  <a:gd name="T0" fmla="*/ 5 w 13"/>
                  <a:gd name="T1" fmla="*/ 9 h 9"/>
                  <a:gd name="T2" fmla="*/ 2 w 13"/>
                  <a:gd name="T3" fmla="*/ 8 h 9"/>
                  <a:gd name="T4" fmla="*/ 4 w 13"/>
                  <a:gd name="T5" fmla="*/ 2 h 9"/>
                  <a:gd name="T6" fmla="*/ 9 w 13"/>
                  <a:gd name="T7" fmla="*/ 1 h 9"/>
                  <a:gd name="T8" fmla="*/ 12 w 13"/>
                  <a:gd name="T9" fmla="*/ 5 h 9"/>
                  <a:gd name="T10" fmla="*/ 5 w 13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5" y="9"/>
                    </a:moveTo>
                    <a:cubicBezTo>
                      <a:pt x="4" y="9"/>
                      <a:pt x="3" y="9"/>
                      <a:pt x="2" y="8"/>
                    </a:cubicBezTo>
                    <a:cubicBezTo>
                      <a:pt x="0" y="6"/>
                      <a:pt x="1" y="3"/>
                      <a:pt x="4" y="2"/>
                    </a:cubicBezTo>
                    <a:cubicBezTo>
                      <a:pt x="5" y="1"/>
                      <a:pt x="7" y="0"/>
                      <a:pt x="9" y="1"/>
                    </a:cubicBezTo>
                    <a:cubicBezTo>
                      <a:pt x="11" y="1"/>
                      <a:pt x="13" y="4"/>
                      <a:pt x="12" y="5"/>
                    </a:cubicBezTo>
                    <a:cubicBezTo>
                      <a:pt x="10" y="8"/>
                      <a:pt x="7" y="9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0" name="Freeform 2851">
                <a:extLst>
                  <a:ext uri="{FF2B5EF4-FFF2-40B4-BE49-F238E27FC236}">
                    <a16:creationId xmlns:a16="http://schemas.microsoft.com/office/drawing/2014/main" id="{140578C6-BD49-5640-A80D-736D48CB8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607"/>
                <a:ext cx="14" cy="31"/>
              </a:xfrm>
              <a:custGeom>
                <a:avLst/>
                <a:gdLst>
                  <a:gd name="T0" fmla="*/ 14 w 35"/>
                  <a:gd name="T1" fmla="*/ 68 h 76"/>
                  <a:gd name="T2" fmla="*/ 12 w 35"/>
                  <a:gd name="T3" fmla="*/ 69 h 76"/>
                  <a:gd name="T4" fmla="*/ 9 w 35"/>
                  <a:gd name="T5" fmla="*/ 76 h 76"/>
                  <a:gd name="T6" fmla="*/ 8 w 35"/>
                  <a:gd name="T7" fmla="*/ 65 h 76"/>
                  <a:gd name="T8" fmla="*/ 8 w 35"/>
                  <a:gd name="T9" fmla="*/ 52 h 76"/>
                  <a:gd name="T10" fmla="*/ 9 w 35"/>
                  <a:gd name="T11" fmla="*/ 48 h 76"/>
                  <a:gd name="T12" fmla="*/ 12 w 35"/>
                  <a:gd name="T13" fmla="*/ 45 h 76"/>
                  <a:gd name="T14" fmla="*/ 17 w 35"/>
                  <a:gd name="T15" fmla="*/ 38 h 76"/>
                  <a:gd name="T16" fmla="*/ 17 w 35"/>
                  <a:gd name="T17" fmla="*/ 31 h 76"/>
                  <a:gd name="T18" fmla="*/ 12 w 35"/>
                  <a:gd name="T19" fmla="*/ 31 h 76"/>
                  <a:gd name="T20" fmla="*/ 7 w 35"/>
                  <a:gd name="T21" fmla="*/ 28 h 76"/>
                  <a:gd name="T22" fmla="*/ 2 w 35"/>
                  <a:gd name="T23" fmla="*/ 22 h 76"/>
                  <a:gd name="T24" fmla="*/ 11 w 35"/>
                  <a:gd name="T25" fmla="*/ 18 h 76"/>
                  <a:gd name="T26" fmla="*/ 17 w 35"/>
                  <a:gd name="T27" fmla="*/ 10 h 76"/>
                  <a:gd name="T28" fmla="*/ 17 w 35"/>
                  <a:gd name="T29" fmla="*/ 2 h 76"/>
                  <a:gd name="T30" fmla="*/ 22 w 35"/>
                  <a:gd name="T31" fmla="*/ 9 h 76"/>
                  <a:gd name="T32" fmla="*/ 27 w 35"/>
                  <a:gd name="T33" fmla="*/ 17 h 76"/>
                  <a:gd name="T34" fmla="*/ 33 w 35"/>
                  <a:gd name="T35" fmla="*/ 22 h 76"/>
                  <a:gd name="T36" fmla="*/ 33 w 35"/>
                  <a:gd name="T37" fmla="*/ 31 h 76"/>
                  <a:gd name="T38" fmla="*/ 34 w 35"/>
                  <a:gd name="T39" fmla="*/ 41 h 76"/>
                  <a:gd name="T40" fmla="*/ 26 w 35"/>
                  <a:gd name="T41" fmla="*/ 44 h 76"/>
                  <a:gd name="T42" fmla="*/ 24 w 35"/>
                  <a:gd name="T43" fmla="*/ 37 h 76"/>
                  <a:gd name="T44" fmla="*/ 22 w 35"/>
                  <a:gd name="T45" fmla="*/ 40 h 76"/>
                  <a:gd name="T46" fmla="*/ 21 w 35"/>
                  <a:gd name="T47" fmla="*/ 46 h 76"/>
                  <a:gd name="T48" fmla="*/ 19 w 35"/>
                  <a:gd name="T49" fmla="*/ 50 h 76"/>
                  <a:gd name="T50" fmla="*/ 17 w 35"/>
                  <a:gd name="T51" fmla="*/ 59 h 76"/>
                  <a:gd name="T52" fmla="*/ 16 w 35"/>
                  <a:gd name="T53" fmla="*/ 61 h 76"/>
                  <a:gd name="T54" fmla="*/ 16 w 35"/>
                  <a:gd name="T55" fmla="*/ 62 h 76"/>
                  <a:gd name="T56" fmla="*/ 14 w 35"/>
                  <a:gd name="T57" fmla="*/ 6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5" h="76">
                    <a:moveTo>
                      <a:pt x="14" y="68"/>
                    </a:moveTo>
                    <a:cubicBezTo>
                      <a:pt x="14" y="68"/>
                      <a:pt x="13" y="68"/>
                      <a:pt x="12" y="69"/>
                    </a:cubicBezTo>
                    <a:cubicBezTo>
                      <a:pt x="11" y="71"/>
                      <a:pt x="12" y="76"/>
                      <a:pt x="9" y="76"/>
                    </a:cubicBezTo>
                    <a:cubicBezTo>
                      <a:pt x="6" y="76"/>
                      <a:pt x="8" y="67"/>
                      <a:pt x="8" y="65"/>
                    </a:cubicBezTo>
                    <a:cubicBezTo>
                      <a:pt x="8" y="61"/>
                      <a:pt x="7" y="56"/>
                      <a:pt x="8" y="52"/>
                    </a:cubicBezTo>
                    <a:cubicBezTo>
                      <a:pt x="8" y="51"/>
                      <a:pt x="8" y="49"/>
                      <a:pt x="9" y="48"/>
                    </a:cubicBezTo>
                    <a:cubicBezTo>
                      <a:pt x="10" y="47"/>
                      <a:pt x="11" y="46"/>
                      <a:pt x="12" y="45"/>
                    </a:cubicBezTo>
                    <a:cubicBezTo>
                      <a:pt x="15" y="43"/>
                      <a:pt x="15" y="40"/>
                      <a:pt x="17" y="38"/>
                    </a:cubicBezTo>
                    <a:cubicBezTo>
                      <a:pt x="19" y="36"/>
                      <a:pt x="21" y="32"/>
                      <a:pt x="17" y="31"/>
                    </a:cubicBezTo>
                    <a:cubicBezTo>
                      <a:pt x="15" y="30"/>
                      <a:pt x="14" y="31"/>
                      <a:pt x="12" y="31"/>
                    </a:cubicBezTo>
                    <a:cubicBezTo>
                      <a:pt x="10" y="30"/>
                      <a:pt x="9" y="29"/>
                      <a:pt x="7" y="28"/>
                    </a:cubicBezTo>
                    <a:cubicBezTo>
                      <a:pt x="5" y="27"/>
                      <a:pt x="0" y="25"/>
                      <a:pt x="2" y="22"/>
                    </a:cubicBezTo>
                    <a:cubicBezTo>
                      <a:pt x="3" y="19"/>
                      <a:pt x="9" y="21"/>
                      <a:pt x="11" y="18"/>
                    </a:cubicBezTo>
                    <a:cubicBezTo>
                      <a:pt x="14" y="16"/>
                      <a:pt x="16" y="13"/>
                      <a:pt x="17" y="10"/>
                    </a:cubicBezTo>
                    <a:cubicBezTo>
                      <a:pt x="17" y="8"/>
                      <a:pt x="15" y="3"/>
                      <a:pt x="17" y="2"/>
                    </a:cubicBezTo>
                    <a:cubicBezTo>
                      <a:pt x="20" y="0"/>
                      <a:pt x="21" y="7"/>
                      <a:pt x="22" y="9"/>
                    </a:cubicBezTo>
                    <a:cubicBezTo>
                      <a:pt x="23" y="12"/>
                      <a:pt x="24" y="15"/>
                      <a:pt x="27" y="17"/>
                    </a:cubicBezTo>
                    <a:cubicBezTo>
                      <a:pt x="29" y="19"/>
                      <a:pt x="31" y="20"/>
                      <a:pt x="33" y="22"/>
                    </a:cubicBezTo>
                    <a:cubicBezTo>
                      <a:pt x="34" y="25"/>
                      <a:pt x="32" y="28"/>
                      <a:pt x="33" y="31"/>
                    </a:cubicBezTo>
                    <a:cubicBezTo>
                      <a:pt x="33" y="35"/>
                      <a:pt x="35" y="38"/>
                      <a:pt x="34" y="41"/>
                    </a:cubicBezTo>
                    <a:cubicBezTo>
                      <a:pt x="34" y="45"/>
                      <a:pt x="29" y="48"/>
                      <a:pt x="26" y="44"/>
                    </a:cubicBezTo>
                    <a:cubicBezTo>
                      <a:pt x="25" y="42"/>
                      <a:pt x="26" y="39"/>
                      <a:pt x="24" y="37"/>
                    </a:cubicBezTo>
                    <a:cubicBezTo>
                      <a:pt x="23" y="36"/>
                      <a:pt x="22" y="39"/>
                      <a:pt x="22" y="40"/>
                    </a:cubicBezTo>
                    <a:cubicBezTo>
                      <a:pt x="21" y="42"/>
                      <a:pt x="21" y="44"/>
                      <a:pt x="21" y="46"/>
                    </a:cubicBezTo>
                    <a:cubicBezTo>
                      <a:pt x="20" y="48"/>
                      <a:pt x="19" y="49"/>
                      <a:pt x="19" y="50"/>
                    </a:cubicBezTo>
                    <a:cubicBezTo>
                      <a:pt x="18" y="53"/>
                      <a:pt x="18" y="56"/>
                      <a:pt x="17" y="59"/>
                    </a:cubicBezTo>
                    <a:cubicBezTo>
                      <a:pt x="17" y="59"/>
                      <a:pt x="16" y="60"/>
                      <a:pt x="16" y="61"/>
                    </a:cubicBezTo>
                    <a:cubicBezTo>
                      <a:pt x="15" y="61"/>
                      <a:pt x="16" y="62"/>
                      <a:pt x="16" y="62"/>
                    </a:cubicBezTo>
                    <a:cubicBezTo>
                      <a:pt x="15" y="64"/>
                      <a:pt x="15" y="66"/>
                      <a:pt x="14" y="6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1" name="Freeform 2852">
                <a:extLst>
                  <a:ext uri="{FF2B5EF4-FFF2-40B4-BE49-F238E27FC236}">
                    <a16:creationId xmlns:a16="http://schemas.microsoft.com/office/drawing/2014/main" id="{6D7D024E-5187-D747-B33B-27A616249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607"/>
                <a:ext cx="5" cy="3"/>
              </a:xfrm>
              <a:custGeom>
                <a:avLst/>
                <a:gdLst>
                  <a:gd name="T0" fmla="*/ 7 w 11"/>
                  <a:gd name="T1" fmla="*/ 8 h 8"/>
                  <a:gd name="T2" fmla="*/ 4 w 11"/>
                  <a:gd name="T3" fmla="*/ 6 h 8"/>
                  <a:gd name="T4" fmla="*/ 2 w 11"/>
                  <a:gd name="T5" fmla="*/ 5 h 8"/>
                  <a:gd name="T6" fmla="*/ 6 w 11"/>
                  <a:gd name="T7" fmla="*/ 1 h 8"/>
                  <a:gd name="T8" fmla="*/ 9 w 11"/>
                  <a:gd name="T9" fmla="*/ 1 h 8"/>
                  <a:gd name="T10" fmla="*/ 10 w 11"/>
                  <a:gd name="T11" fmla="*/ 4 h 8"/>
                  <a:gd name="T12" fmla="*/ 11 w 11"/>
                  <a:gd name="T13" fmla="*/ 7 h 8"/>
                  <a:gd name="T14" fmla="*/ 7 w 11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8">
                    <a:moveTo>
                      <a:pt x="7" y="8"/>
                    </a:moveTo>
                    <a:cubicBezTo>
                      <a:pt x="6" y="7"/>
                      <a:pt x="5" y="7"/>
                      <a:pt x="4" y="6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0" y="3"/>
                      <a:pt x="4" y="1"/>
                      <a:pt x="6" y="1"/>
                    </a:cubicBezTo>
                    <a:cubicBezTo>
                      <a:pt x="7" y="1"/>
                      <a:pt x="9" y="0"/>
                      <a:pt x="9" y="1"/>
                    </a:cubicBezTo>
                    <a:cubicBezTo>
                      <a:pt x="10" y="2"/>
                      <a:pt x="10" y="3"/>
                      <a:pt x="10" y="4"/>
                    </a:cubicBezTo>
                    <a:cubicBezTo>
                      <a:pt x="10" y="5"/>
                      <a:pt x="11" y="6"/>
                      <a:pt x="11" y="7"/>
                    </a:cubicBezTo>
                    <a:cubicBezTo>
                      <a:pt x="11" y="8"/>
                      <a:pt x="8" y="8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2" name="Freeform 2853">
                <a:extLst>
                  <a:ext uri="{FF2B5EF4-FFF2-40B4-BE49-F238E27FC236}">
                    <a16:creationId xmlns:a16="http://schemas.microsoft.com/office/drawing/2014/main" id="{1589141C-849F-6143-9F68-0C11FA24E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607"/>
                <a:ext cx="4" cy="4"/>
              </a:xfrm>
              <a:custGeom>
                <a:avLst/>
                <a:gdLst>
                  <a:gd name="T0" fmla="*/ 2 w 8"/>
                  <a:gd name="T1" fmla="*/ 1 h 10"/>
                  <a:gd name="T2" fmla="*/ 4 w 8"/>
                  <a:gd name="T3" fmla="*/ 2 h 10"/>
                  <a:gd name="T4" fmla="*/ 5 w 8"/>
                  <a:gd name="T5" fmla="*/ 4 h 10"/>
                  <a:gd name="T6" fmla="*/ 7 w 8"/>
                  <a:gd name="T7" fmla="*/ 8 h 10"/>
                  <a:gd name="T8" fmla="*/ 3 w 8"/>
                  <a:gd name="T9" fmla="*/ 10 h 10"/>
                  <a:gd name="T10" fmla="*/ 1 w 8"/>
                  <a:gd name="T11" fmla="*/ 8 h 10"/>
                  <a:gd name="T12" fmla="*/ 0 w 8"/>
                  <a:gd name="T13" fmla="*/ 3 h 10"/>
                  <a:gd name="T14" fmla="*/ 2 w 8"/>
                  <a:gd name="T1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2" y="1"/>
                    </a:moveTo>
                    <a:cubicBezTo>
                      <a:pt x="3" y="1"/>
                      <a:pt x="4" y="1"/>
                      <a:pt x="4" y="2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6" y="5"/>
                      <a:pt x="8" y="5"/>
                      <a:pt x="7" y="8"/>
                    </a:cubicBezTo>
                    <a:cubicBezTo>
                      <a:pt x="7" y="9"/>
                      <a:pt x="5" y="10"/>
                      <a:pt x="3" y="10"/>
                    </a:cubicBezTo>
                    <a:cubicBezTo>
                      <a:pt x="2" y="10"/>
                      <a:pt x="1" y="9"/>
                      <a:pt x="1" y="8"/>
                    </a:cubicBezTo>
                    <a:cubicBezTo>
                      <a:pt x="1" y="6"/>
                      <a:pt x="1" y="5"/>
                      <a:pt x="0" y="3"/>
                    </a:cubicBezTo>
                    <a:cubicBezTo>
                      <a:pt x="0" y="2"/>
                      <a:pt x="0" y="0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3" name="Freeform 2854">
                <a:extLst>
                  <a:ext uri="{FF2B5EF4-FFF2-40B4-BE49-F238E27FC236}">
                    <a16:creationId xmlns:a16="http://schemas.microsoft.com/office/drawing/2014/main" id="{FB0CBE30-A438-9948-9D48-040F35890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598"/>
                <a:ext cx="15" cy="26"/>
              </a:xfrm>
              <a:custGeom>
                <a:avLst/>
                <a:gdLst>
                  <a:gd name="T0" fmla="*/ 1 w 38"/>
                  <a:gd name="T1" fmla="*/ 15 h 63"/>
                  <a:gd name="T2" fmla="*/ 3 w 38"/>
                  <a:gd name="T3" fmla="*/ 9 h 63"/>
                  <a:gd name="T4" fmla="*/ 9 w 38"/>
                  <a:gd name="T5" fmla="*/ 17 h 63"/>
                  <a:gd name="T6" fmla="*/ 11 w 38"/>
                  <a:gd name="T7" fmla="*/ 8 h 63"/>
                  <a:gd name="T8" fmla="*/ 13 w 38"/>
                  <a:gd name="T9" fmla="*/ 1 h 63"/>
                  <a:gd name="T10" fmla="*/ 21 w 38"/>
                  <a:gd name="T11" fmla="*/ 10 h 63"/>
                  <a:gd name="T12" fmla="*/ 24 w 38"/>
                  <a:gd name="T13" fmla="*/ 14 h 63"/>
                  <a:gd name="T14" fmla="*/ 29 w 38"/>
                  <a:gd name="T15" fmla="*/ 17 h 63"/>
                  <a:gd name="T16" fmla="*/ 35 w 38"/>
                  <a:gd name="T17" fmla="*/ 24 h 63"/>
                  <a:gd name="T18" fmla="*/ 38 w 38"/>
                  <a:gd name="T19" fmla="*/ 32 h 63"/>
                  <a:gd name="T20" fmla="*/ 36 w 38"/>
                  <a:gd name="T21" fmla="*/ 40 h 63"/>
                  <a:gd name="T22" fmla="*/ 35 w 38"/>
                  <a:gd name="T23" fmla="*/ 49 h 63"/>
                  <a:gd name="T24" fmla="*/ 32 w 38"/>
                  <a:gd name="T25" fmla="*/ 58 h 63"/>
                  <a:gd name="T26" fmla="*/ 26 w 38"/>
                  <a:gd name="T27" fmla="*/ 63 h 63"/>
                  <a:gd name="T28" fmla="*/ 20 w 38"/>
                  <a:gd name="T29" fmla="*/ 59 h 63"/>
                  <a:gd name="T30" fmla="*/ 15 w 38"/>
                  <a:gd name="T31" fmla="*/ 54 h 63"/>
                  <a:gd name="T32" fmla="*/ 9 w 38"/>
                  <a:gd name="T33" fmla="*/ 48 h 63"/>
                  <a:gd name="T34" fmla="*/ 11 w 38"/>
                  <a:gd name="T35" fmla="*/ 43 h 63"/>
                  <a:gd name="T36" fmla="*/ 12 w 38"/>
                  <a:gd name="T37" fmla="*/ 37 h 63"/>
                  <a:gd name="T38" fmla="*/ 7 w 38"/>
                  <a:gd name="T39" fmla="*/ 29 h 63"/>
                  <a:gd name="T40" fmla="*/ 11 w 38"/>
                  <a:gd name="T41" fmla="*/ 25 h 63"/>
                  <a:gd name="T42" fmla="*/ 6 w 38"/>
                  <a:gd name="T43" fmla="*/ 19 h 63"/>
                  <a:gd name="T44" fmla="*/ 1 w 38"/>
                  <a:gd name="T45" fmla="*/ 1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63">
                    <a:moveTo>
                      <a:pt x="1" y="15"/>
                    </a:moveTo>
                    <a:cubicBezTo>
                      <a:pt x="1" y="14"/>
                      <a:pt x="0" y="7"/>
                      <a:pt x="3" y="9"/>
                    </a:cubicBezTo>
                    <a:cubicBezTo>
                      <a:pt x="5" y="10"/>
                      <a:pt x="7" y="17"/>
                      <a:pt x="9" y="17"/>
                    </a:cubicBezTo>
                    <a:cubicBezTo>
                      <a:pt x="11" y="16"/>
                      <a:pt x="11" y="9"/>
                      <a:pt x="11" y="8"/>
                    </a:cubicBezTo>
                    <a:cubicBezTo>
                      <a:pt x="12" y="6"/>
                      <a:pt x="11" y="2"/>
                      <a:pt x="13" y="1"/>
                    </a:cubicBezTo>
                    <a:cubicBezTo>
                      <a:pt x="17" y="0"/>
                      <a:pt x="20" y="8"/>
                      <a:pt x="21" y="10"/>
                    </a:cubicBezTo>
                    <a:cubicBezTo>
                      <a:pt x="21" y="11"/>
                      <a:pt x="22" y="13"/>
                      <a:pt x="24" y="14"/>
                    </a:cubicBezTo>
                    <a:cubicBezTo>
                      <a:pt x="25" y="15"/>
                      <a:pt x="27" y="16"/>
                      <a:pt x="29" y="17"/>
                    </a:cubicBezTo>
                    <a:cubicBezTo>
                      <a:pt x="32" y="18"/>
                      <a:pt x="34" y="20"/>
                      <a:pt x="35" y="24"/>
                    </a:cubicBezTo>
                    <a:cubicBezTo>
                      <a:pt x="36" y="26"/>
                      <a:pt x="38" y="29"/>
                      <a:pt x="38" y="32"/>
                    </a:cubicBezTo>
                    <a:cubicBezTo>
                      <a:pt x="38" y="34"/>
                      <a:pt x="36" y="37"/>
                      <a:pt x="36" y="40"/>
                    </a:cubicBezTo>
                    <a:cubicBezTo>
                      <a:pt x="35" y="43"/>
                      <a:pt x="36" y="46"/>
                      <a:pt x="35" y="49"/>
                    </a:cubicBezTo>
                    <a:cubicBezTo>
                      <a:pt x="34" y="52"/>
                      <a:pt x="33" y="55"/>
                      <a:pt x="32" y="58"/>
                    </a:cubicBezTo>
                    <a:cubicBezTo>
                      <a:pt x="32" y="60"/>
                      <a:pt x="30" y="63"/>
                      <a:pt x="26" y="63"/>
                    </a:cubicBezTo>
                    <a:cubicBezTo>
                      <a:pt x="24" y="63"/>
                      <a:pt x="21" y="61"/>
                      <a:pt x="20" y="59"/>
                    </a:cubicBezTo>
                    <a:cubicBezTo>
                      <a:pt x="18" y="57"/>
                      <a:pt x="16" y="56"/>
                      <a:pt x="15" y="54"/>
                    </a:cubicBezTo>
                    <a:cubicBezTo>
                      <a:pt x="13" y="51"/>
                      <a:pt x="11" y="50"/>
                      <a:pt x="9" y="48"/>
                    </a:cubicBezTo>
                    <a:cubicBezTo>
                      <a:pt x="6" y="46"/>
                      <a:pt x="9" y="45"/>
                      <a:pt x="11" y="43"/>
                    </a:cubicBezTo>
                    <a:cubicBezTo>
                      <a:pt x="12" y="41"/>
                      <a:pt x="13" y="39"/>
                      <a:pt x="12" y="37"/>
                    </a:cubicBezTo>
                    <a:cubicBezTo>
                      <a:pt x="10" y="34"/>
                      <a:pt x="7" y="32"/>
                      <a:pt x="7" y="29"/>
                    </a:cubicBezTo>
                    <a:cubicBezTo>
                      <a:pt x="8" y="27"/>
                      <a:pt x="10" y="26"/>
                      <a:pt x="11" y="25"/>
                    </a:cubicBezTo>
                    <a:cubicBezTo>
                      <a:pt x="14" y="22"/>
                      <a:pt x="9" y="20"/>
                      <a:pt x="6" y="19"/>
                    </a:cubicBezTo>
                    <a:cubicBezTo>
                      <a:pt x="3" y="19"/>
                      <a:pt x="1" y="19"/>
                      <a:pt x="1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4" name="Freeform 2855">
                <a:extLst>
                  <a:ext uri="{FF2B5EF4-FFF2-40B4-BE49-F238E27FC236}">
                    <a16:creationId xmlns:a16="http://schemas.microsoft.com/office/drawing/2014/main" id="{5A7D3963-7BE4-5243-8F18-1C95A7B7A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603"/>
                <a:ext cx="4" cy="3"/>
              </a:xfrm>
              <a:custGeom>
                <a:avLst/>
                <a:gdLst>
                  <a:gd name="T0" fmla="*/ 0 w 10"/>
                  <a:gd name="T1" fmla="*/ 3 h 6"/>
                  <a:gd name="T2" fmla="*/ 3 w 10"/>
                  <a:gd name="T3" fmla="*/ 0 h 6"/>
                  <a:gd name="T4" fmla="*/ 6 w 10"/>
                  <a:gd name="T5" fmla="*/ 1 h 6"/>
                  <a:gd name="T6" fmla="*/ 0 w 10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3"/>
                    </a:moveTo>
                    <a:cubicBezTo>
                      <a:pt x="0" y="1"/>
                      <a:pt x="1" y="1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10" y="5"/>
                      <a:pt x="0" y="6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5" name="Freeform 2856">
                <a:extLst>
                  <a:ext uri="{FF2B5EF4-FFF2-40B4-BE49-F238E27FC236}">
                    <a16:creationId xmlns:a16="http://schemas.microsoft.com/office/drawing/2014/main" id="{67364CEE-8385-1F49-A16C-5E3726035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609"/>
                <a:ext cx="3" cy="2"/>
              </a:xfrm>
              <a:custGeom>
                <a:avLst/>
                <a:gdLst>
                  <a:gd name="T0" fmla="*/ 1 w 6"/>
                  <a:gd name="T1" fmla="*/ 4 h 6"/>
                  <a:gd name="T2" fmla="*/ 2 w 6"/>
                  <a:gd name="T3" fmla="*/ 0 h 6"/>
                  <a:gd name="T4" fmla="*/ 6 w 6"/>
                  <a:gd name="T5" fmla="*/ 3 h 6"/>
                  <a:gd name="T6" fmla="*/ 4 w 6"/>
                  <a:gd name="T7" fmla="*/ 6 h 6"/>
                  <a:gd name="T8" fmla="*/ 1 w 6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1" y="3"/>
                      <a:pt x="0" y="1"/>
                      <a:pt x="2" y="0"/>
                    </a:cubicBezTo>
                    <a:cubicBezTo>
                      <a:pt x="3" y="0"/>
                      <a:pt x="6" y="2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ubicBezTo>
                      <a:pt x="3" y="6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6" name="Freeform 2857">
                <a:extLst>
                  <a:ext uri="{FF2B5EF4-FFF2-40B4-BE49-F238E27FC236}">
                    <a16:creationId xmlns:a16="http://schemas.microsoft.com/office/drawing/2014/main" id="{BBC79EBD-6EDF-EB4E-8C1B-3108A19BA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591"/>
                <a:ext cx="19" cy="18"/>
              </a:xfrm>
              <a:custGeom>
                <a:avLst/>
                <a:gdLst>
                  <a:gd name="T0" fmla="*/ 27 w 46"/>
                  <a:gd name="T1" fmla="*/ 35 h 44"/>
                  <a:gd name="T2" fmla="*/ 21 w 46"/>
                  <a:gd name="T3" fmla="*/ 41 h 44"/>
                  <a:gd name="T4" fmla="*/ 17 w 46"/>
                  <a:gd name="T5" fmla="*/ 36 h 44"/>
                  <a:gd name="T6" fmla="*/ 17 w 46"/>
                  <a:gd name="T7" fmla="*/ 30 h 44"/>
                  <a:gd name="T8" fmla="*/ 16 w 46"/>
                  <a:gd name="T9" fmla="*/ 26 h 44"/>
                  <a:gd name="T10" fmla="*/ 11 w 46"/>
                  <a:gd name="T11" fmla="*/ 29 h 44"/>
                  <a:gd name="T12" fmla="*/ 5 w 46"/>
                  <a:gd name="T13" fmla="*/ 22 h 44"/>
                  <a:gd name="T14" fmla="*/ 0 w 46"/>
                  <a:gd name="T15" fmla="*/ 15 h 44"/>
                  <a:gd name="T16" fmla="*/ 9 w 46"/>
                  <a:gd name="T17" fmla="*/ 15 h 44"/>
                  <a:gd name="T18" fmla="*/ 16 w 46"/>
                  <a:gd name="T19" fmla="*/ 2 h 44"/>
                  <a:gd name="T20" fmla="*/ 23 w 46"/>
                  <a:gd name="T21" fmla="*/ 5 h 44"/>
                  <a:gd name="T22" fmla="*/ 31 w 46"/>
                  <a:gd name="T23" fmla="*/ 0 h 44"/>
                  <a:gd name="T24" fmla="*/ 37 w 46"/>
                  <a:gd name="T25" fmla="*/ 4 h 44"/>
                  <a:gd name="T26" fmla="*/ 44 w 46"/>
                  <a:gd name="T27" fmla="*/ 3 h 44"/>
                  <a:gd name="T28" fmla="*/ 45 w 46"/>
                  <a:gd name="T29" fmla="*/ 9 h 44"/>
                  <a:gd name="T30" fmla="*/ 44 w 46"/>
                  <a:gd name="T31" fmla="*/ 16 h 44"/>
                  <a:gd name="T32" fmla="*/ 43 w 46"/>
                  <a:gd name="T33" fmla="*/ 25 h 44"/>
                  <a:gd name="T34" fmla="*/ 37 w 46"/>
                  <a:gd name="T35" fmla="*/ 29 h 44"/>
                  <a:gd name="T36" fmla="*/ 34 w 46"/>
                  <a:gd name="T37" fmla="*/ 35 h 44"/>
                  <a:gd name="T38" fmla="*/ 36 w 46"/>
                  <a:gd name="T39" fmla="*/ 40 h 44"/>
                  <a:gd name="T40" fmla="*/ 31 w 46"/>
                  <a:gd name="T41" fmla="*/ 41 h 44"/>
                  <a:gd name="T42" fmla="*/ 31 w 46"/>
                  <a:gd name="T43" fmla="*/ 38 h 44"/>
                  <a:gd name="T44" fmla="*/ 27 w 46"/>
                  <a:gd name="T45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6" h="44">
                    <a:moveTo>
                      <a:pt x="27" y="35"/>
                    </a:moveTo>
                    <a:cubicBezTo>
                      <a:pt x="25" y="36"/>
                      <a:pt x="24" y="40"/>
                      <a:pt x="21" y="41"/>
                    </a:cubicBezTo>
                    <a:cubicBezTo>
                      <a:pt x="18" y="41"/>
                      <a:pt x="17" y="38"/>
                      <a:pt x="17" y="36"/>
                    </a:cubicBezTo>
                    <a:cubicBezTo>
                      <a:pt x="17" y="34"/>
                      <a:pt x="17" y="32"/>
                      <a:pt x="17" y="30"/>
                    </a:cubicBezTo>
                    <a:cubicBezTo>
                      <a:pt x="16" y="29"/>
                      <a:pt x="17" y="26"/>
                      <a:pt x="16" y="26"/>
                    </a:cubicBezTo>
                    <a:cubicBezTo>
                      <a:pt x="15" y="25"/>
                      <a:pt x="12" y="29"/>
                      <a:pt x="11" y="29"/>
                    </a:cubicBezTo>
                    <a:cubicBezTo>
                      <a:pt x="8" y="29"/>
                      <a:pt x="7" y="24"/>
                      <a:pt x="5" y="22"/>
                    </a:cubicBezTo>
                    <a:cubicBezTo>
                      <a:pt x="4" y="20"/>
                      <a:pt x="0" y="17"/>
                      <a:pt x="0" y="15"/>
                    </a:cubicBezTo>
                    <a:cubicBezTo>
                      <a:pt x="1" y="12"/>
                      <a:pt x="7" y="15"/>
                      <a:pt x="9" y="15"/>
                    </a:cubicBezTo>
                    <a:cubicBezTo>
                      <a:pt x="16" y="15"/>
                      <a:pt x="9" y="3"/>
                      <a:pt x="16" y="2"/>
                    </a:cubicBezTo>
                    <a:cubicBezTo>
                      <a:pt x="19" y="2"/>
                      <a:pt x="21" y="5"/>
                      <a:pt x="23" y="5"/>
                    </a:cubicBezTo>
                    <a:cubicBezTo>
                      <a:pt x="26" y="4"/>
                      <a:pt x="28" y="0"/>
                      <a:pt x="31" y="0"/>
                    </a:cubicBezTo>
                    <a:cubicBezTo>
                      <a:pt x="33" y="0"/>
                      <a:pt x="34" y="4"/>
                      <a:pt x="37" y="4"/>
                    </a:cubicBezTo>
                    <a:cubicBezTo>
                      <a:pt x="39" y="4"/>
                      <a:pt x="41" y="2"/>
                      <a:pt x="44" y="3"/>
                    </a:cubicBezTo>
                    <a:cubicBezTo>
                      <a:pt x="46" y="4"/>
                      <a:pt x="46" y="7"/>
                      <a:pt x="45" y="9"/>
                    </a:cubicBezTo>
                    <a:cubicBezTo>
                      <a:pt x="44" y="11"/>
                      <a:pt x="44" y="13"/>
                      <a:pt x="44" y="16"/>
                    </a:cubicBezTo>
                    <a:cubicBezTo>
                      <a:pt x="45" y="19"/>
                      <a:pt x="45" y="22"/>
                      <a:pt x="43" y="25"/>
                    </a:cubicBezTo>
                    <a:cubicBezTo>
                      <a:pt x="42" y="27"/>
                      <a:pt x="39" y="28"/>
                      <a:pt x="37" y="29"/>
                    </a:cubicBezTo>
                    <a:cubicBezTo>
                      <a:pt x="35" y="31"/>
                      <a:pt x="33" y="33"/>
                      <a:pt x="34" y="35"/>
                    </a:cubicBezTo>
                    <a:cubicBezTo>
                      <a:pt x="34" y="37"/>
                      <a:pt x="36" y="38"/>
                      <a:pt x="36" y="40"/>
                    </a:cubicBezTo>
                    <a:cubicBezTo>
                      <a:pt x="36" y="43"/>
                      <a:pt x="31" y="44"/>
                      <a:pt x="31" y="41"/>
                    </a:cubicBezTo>
                    <a:cubicBezTo>
                      <a:pt x="31" y="40"/>
                      <a:pt x="32" y="39"/>
                      <a:pt x="31" y="38"/>
                    </a:cubicBezTo>
                    <a:cubicBezTo>
                      <a:pt x="31" y="36"/>
                      <a:pt x="29" y="35"/>
                      <a:pt x="27" y="3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7" name="Freeform 2858">
                <a:extLst>
                  <a:ext uri="{FF2B5EF4-FFF2-40B4-BE49-F238E27FC236}">
                    <a16:creationId xmlns:a16="http://schemas.microsoft.com/office/drawing/2014/main" id="{04125804-E334-084C-95BC-214E9BA45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588"/>
                <a:ext cx="5" cy="9"/>
              </a:xfrm>
              <a:custGeom>
                <a:avLst/>
                <a:gdLst>
                  <a:gd name="T0" fmla="*/ 4 w 12"/>
                  <a:gd name="T1" fmla="*/ 15 h 23"/>
                  <a:gd name="T2" fmla="*/ 5 w 12"/>
                  <a:gd name="T3" fmla="*/ 6 h 23"/>
                  <a:gd name="T4" fmla="*/ 5 w 12"/>
                  <a:gd name="T5" fmla="*/ 2 h 23"/>
                  <a:gd name="T6" fmla="*/ 9 w 12"/>
                  <a:gd name="T7" fmla="*/ 2 h 23"/>
                  <a:gd name="T8" fmla="*/ 10 w 12"/>
                  <a:gd name="T9" fmla="*/ 14 h 23"/>
                  <a:gd name="T10" fmla="*/ 12 w 12"/>
                  <a:gd name="T11" fmla="*/ 19 h 23"/>
                  <a:gd name="T12" fmla="*/ 3 w 12"/>
                  <a:gd name="T13" fmla="*/ 21 h 23"/>
                  <a:gd name="T14" fmla="*/ 0 w 12"/>
                  <a:gd name="T15" fmla="*/ 18 h 23"/>
                  <a:gd name="T16" fmla="*/ 4 w 12"/>
                  <a:gd name="T17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3">
                    <a:moveTo>
                      <a:pt x="4" y="15"/>
                    </a:moveTo>
                    <a:cubicBezTo>
                      <a:pt x="6" y="13"/>
                      <a:pt x="5" y="8"/>
                      <a:pt x="5" y="6"/>
                    </a:cubicBezTo>
                    <a:cubicBezTo>
                      <a:pt x="5" y="5"/>
                      <a:pt x="4" y="3"/>
                      <a:pt x="5" y="2"/>
                    </a:cubicBezTo>
                    <a:cubicBezTo>
                      <a:pt x="6" y="0"/>
                      <a:pt x="8" y="1"/>
                      <a:pt x="9" y="2"/>
                    </a:cubicBezTo>
                    <a:cubicBezTo>
                      <a:pt x="12" y="5"/>
                      <a:pt x="9" y="10"/>
                      <a:pt x="10" y="14"/>
                    </a:cubicBezTo>
                    <a:cubicBezTo>
                      <a:pt x="11" y="15"/>
                      <a:pt x="12" y="17"/>
                      <a:pt x="12" y="19"/>
                    </a:cubicBezTo>
                    <a:cubicBezTo>
                      <a:pt x="12" y="23"/>
                      <a:pt x="5" y="21"/>
                      <a:pt x="3" y="21"/>
                    </a:cubicBezTo>
                    <a:cubicBezTo>
                      <a:pt x="1" y="20"/>
                      <a:pt x="0" y="20"/>
                      <a:pt x="0" y="18"/>
                    </a:cubicBezTo>
                    <a:cubicBezTo>
                      <a:pt x="0" y="16"/>
                      <a:pt x="2" y="15"/>
                      <a:pt x="4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8" name="Freeform 2859">
                <a:extLst>
                  <a:ext uri="{FF2B5EF4-FFF2-40B4-BE49-F238E27FC236}">
                    <a16:creationId xmlns:a16="http://schemas.microsoft.com/office/drawing/2014/main" id="{147C7CAC-163D-D447-947F-C738B5E4C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593"/>
                <a:ext cx="6" cy="5"/>
              </a:xfrm>
              <a:custGeom>
                <a:avLst/>
                <a:gdLst>
                  <a:gd name="T0" fmla="*/ 11 w 13"/>
                  <a:gd name="T1" fmla="*/ 10 h 11"/>
                  <a:gd name="T2" fmla="*/ 5 w 13"/>
                  <a:gd name="T3" fmla="*/ 11 h 11"/>
                  <a:gd name="T4" fmla="*/ 5 w 13"/>
                  <a:gd name="T5" fmla="*/ 11 h 11"/>
                  <a:gd name="T6" fmla="*/ 3 w 13"/>
                  <a:gd name="T7" fmla="*/ 10 h 11"/>
                  <a:gd name="T8" fmla="*/ 1 w 13"/>
                  <a:gd name="T9" fmla="*/ 9 h 11"/>
                  <a:gd name="T10" fmla="*/ 0 w 13"/>
                  <a:gd name="T11" fmla="*/ 3 h 11"/>
                  <a:gd name="T12" fmla="*/ 6 w 13"/>
                  <a:gd name="T13" fmla="*/ 0 h 11"/>
                  <a:gd name="T14" fmla="*/ 12 w 13"/>
                  <a:gd name="T15" fmla="*/ 3 h 11"/>
                  <a:gd name="T16" fmla="*/ 11 w 13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11" y="10"/>
                    </a:moveTo>
                    <a:cubicBezTo>
                      <a:pt x="9" y="11"/>
                      <a:pt x="7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1"/>
                      <a:pt x="3" y="11"/>
                      <a:pt x="3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0" y="8"/>
                      <a:pt x="0" y="4"/>
                      <a:pt x="0" y="3"/>
                    </a:cubicBezTo>
                    <a:cubicBezTo>
                      <a:pt x="1" y="1"/>
                      <a:pt x="4" y="0"/>
                      <a:pt x="6" y="0"/>
                    </a:cubicBezTo>
                    <a:cubicBezTo>
                      <a:pt x="7" y="1"/>
                      <a:pt x="11" y="2"/>
                      <a:pt x="12" y="3"/>
                    </a:cubicBezTo>
                    <a:cubicBezTo>
                      <a:pt x="13" y="5"/>
                      <a:pt x="13" y="10"/>
                      <a:pt x="11" y="10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9" name="Freeform 2860">
                <a:extLst>
                  <a:ext uri="{FF2B5EF4-FFF2-40B4-BE49-F238E27FC236}">
                    <a16:creationId xmlns:a16="http://schemas.microsoft.com/office/drawing/2014/main" id="{AED3C42C-FCA0-0640-8400-7569358E8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591"/>
                <a:ext cx="3" cy="4"/>
              </a:xfrm>
              <a:custGeom>
                <a:avLst/>
                <a:gdLst>
                  <a:gd name="T0" fmla="*/ 1 w 6"/>
                  <a:gd name="T1" fmla="*/ 5 h 12"/>
                  <a:gd name="T2" fmla="*/ 3 w 6"/>
                  <a:gd name="T3" fmla="*/ 1 h 12"/>
                  <a:gd name="T4" fmla="*/ 6 w 6"/>
                  <a:gd name="T5" fmla="*/ 6 h 12"/>
                  <a:gd name="T6" fmla="*/ 3 w 6"/>
                  <a:gd name="T7" fmla="*/ 12 h 12"/>
                  <a:gd name="T8" fmla="*/ 0 w 6"/>
                  <a:gd name="T9" fmla="*/ 9 h 12"/>
                  <a:gd name="T10" fmla="*/ 1 w 6"/>
                  <a:gd name="T1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1" y="5"/>
                    </a:moveTo>
                    <a:cubicBezTo>
                      <a:pt x="2" y="4"/>
                      <a:pt x="2" y="1"/>
                      <a:pt x="3" y="1"/>
                    </a:cubicBezTo>
                    <a:cubicBezTo>
                      <a:pt x="6" y="0"/>
                      <a:pt x="6" y="4"/>
                      <a:pt x="6" y="6"/>
                    </a:cubicBezTo>
                    <a:cubicBezTo>
                      <a:pt x="6" y="8"/>
                      <a:pt x="5" y="12"/>
                      <a:pt x="3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8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0" name="Freeform 2861">
                <a:extLst>
                  <a:ext uri="{FF2B5EF4-FFF2-40B4-BE49-F238E27FC236}">
                    <a16:creationId xmlns:a16="http://schemas.microsoft.com/office/drawing/2014/main" id="{52C61E22-AC00-9243-9CD5-86CAFF776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581"/>
                <a:ext cx="7" cy="16"/>
              </a:xfrm>
              <a:custGeom>
                <a:avLst/>
                <a:gdLst>
                  <a:gd name="T0" fmla="*/ 6 w 17"/>
                  <a:gd name="T1" fmla="*/ 37 h 39"/>
                  <a:gd name="T2" fmla="*/ 4 w 17"/>
                  <a:gd name="T3" fmla="*/ 33 h 39"/>
                  <a:gd name="T4" fmla="*/ 3 w 17"/>
                  <a:gd name="T5" fmla="*/ 29 h 39"/>
                  <a:gd name="T6" fmla="*/ 0 w 17"/>
                  <a:gd name="T7" fmla="*/ 25 h 39"/>
                  <a:gd name="T8" fmla="*/ 0 w 17"/>
                  <a:gd name="T9" fmla="*/ 21 h 39"/>
                  <a:gd name="T10" fmla="*/ 1 w 17"/>
                  <a:gd name="T11" fmla="*/ 16 h 39"/>
                  <a:gd name="T12" fmla="*/ 2 w 17"/>
                  <a:gd name="T13" fmla="*/ 13 h 39"/>
                  <a:gd name="T14" fmla="*/ 4 w 17"/>
                  <a:gd name="T15" fmla="*/ 15 h 39"/>
                  <a:gd name="T16" fmla="*/ 6 w 17"/>
                  <a:gd name="T17" fmla="*/ 20 h 39"/>
                  <a:gd name="T18" fmla="*/ 8 w 17"/>
                  <a:gd name="T19" fmla="*/ 14 h 39"/>
                  <a:gd name="T20" fmla="*/ 6 w 17"/>
                  <a:gd name="T21" fmla="*/ 9 h 39"/>
                  <a:gd name="T22" fmla="*/ 7 w 17"/>
                  <a:gd name="T23" fmla="*/ 6 h 39"/>
                  <a:gd name="T24" fmla="*/ 12 w 17"/>
                  <a:gd name="T25" fmla="*/ 9 h 39"/>
                  <a:gd name="T26" fmla="*/ 14 w 17"/>
                  <a:gd name="T27" fmla="*/ 14 h 39"/>
                  <a:gd name="T28" fmla="*/ 16 w 17"/>
                  <a:gd name="T29" fmla="*/ 17 h 39"/>
                  <a:gd name="T30" fmla="*/ 17 w 17"/>
                  <a:gd name="T31" fmla="*/ 23 h 39"/>
                  <a:gd name="T32" fmla="*/ 16 w 17"/>
                  <a:gd name="T33" fmla="*/ 27 h 39"/>
                  <a:gd name="T34" fmla="*/ 13 w 17"/>
                  <a:gd name="T35" fmla="*/ 31 h 39"/>
                  <a:gd name="T36" fmla="*/ 11 w 17"/>
                  <a:gd name="T37" fmla="*/ 35 h 39"/>
                  <a:gd name="T38" fmla="*/ 6 w 17"/>
                  <a:gd name="T39" fmla="*/ 3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39">
                    <a:moveTo>
                      <a:pt x="6" y="37"/>
                    </a:moveTo>
                    <a:cubicBezTo>
                      <a:pt x="5" y="36"/>
                      <a:pt x="4" y="34"/>
                      <a:pt x="4" y="33"/>
                    </a:cubicBezTo>
                    <a:cubicBezTo>
                      <a:pt x="4" y="32"/>
                      <a:pt x="4" y="30"/>
                      <a:pt x="3" y="29"/>
                    </a:cubicBezTo>
                    <a:cubicBezTo>
                      <a:pt x="3" y="27"/>
                      <a:pt x="1" y="27"/>
                      <a:pt x="0" y="25"/>
                    </a:cubicBezTo>
                    <a:cubicBezTo>
                      <a:pt x="0" y="24"/>
                      <a:pt x="0" y="22"/>
                      <a:pt x="0" y="21"/>
                    </a:cubicBezTo>
                    <a:cubicBezTo>
                      <a:pt x="1" y="19"/>
                      <a:pt x="2" y="18"/>
                      <a:pt x="1" y="16"/>
                    </a:cubicBezTo>
                    <a:cubicBezTo>
                      <a:pt x="0" y="15"/>
                      <a:pt x="0" y="14"/>
                      <a:pt x="2" y="13"/>
                    </a:cubicBezTo>
                    <a:cubicBezTo>
                      <a:pt x="3" y="12"/>
                      <a:pt x="4" y="13"/>
                      <a:pt x="4" y="15"/>
                    </a:cubicBezTo>
                    <a:cubicBezTo>
                      <a:pt x="4" y="17"/>
                      <a:pt x="5" y="19"/>
                      <a:pt x="6" y="20"/>
                    </a:cubicBezTo>
                    <a:cubicBezTo>
                      <a:pt x="10" y="24"/>
                      <a:pt x="8" y="16"/>
                      <a:pt x="8" y="14"/>
                    </a:cubicBezTo>
                    <a:cubicBezTo>
                      <a:pt x="7" y="13"/>
                      <a:pt x="6" y="11"/>
                      <a:pt x="6" y="9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9" y="0"/>
                      <a:pt x="11" y="6"/>
                      <a:pt x="12" y="9"/>
                    </a:cubicBezTo>
                    <a:cubicBezTo>
                      <a:pt x="12" y="11"/>
                      <a:pt x="12" y="12"/>
                      <a:pt x="14" y="14"/>
                    </a:cubicBezTo>
                    <a:cubicBezTo>
                      <a:pt x="15" y="15"/>
                      <a:pt x="16" y="15"/>
                      <a:pt x="16" y="17"/>
                    </a:cubicBezTo>
                    <a:cubicBezTo>
                      <a:pt x="17" y="19"/>
                      <a:pt x="17" y="21"/>
                      <a:pt x="17" y="23"/>
                    </a:cubicBezTo>
                    <a:cubicBezTo>
                      <a:pt x="17" y="24"/>
                      <a:pt x="17" y="26"/>
                      <a:pt x="16" y="27"/>
                    </a:cubicBezTo>
                    <a:cubicBezTo>
                      <a:pt x="15" y="28"/>
                      <a:pt x="14" y="30"/>
                      <a:pt x="13" y="31"/>
                    </a:cubicBezTo>
                    <a:cubicBezTo>
                      <a:pt x="12" y="33"/>
                      <a:pt x="12" y="34"/>
                      <a:pt x="11" y="35"/>
                    </a:cubicBezTo>
                    <a:cubicBezTo>
                      <a:pt x="10" y="37"/>
                      <a:pt x="8" y="39"/>
                      <a:pt x="6" y="3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1" name="Freeform 2862">
                <a:extLst>
                  <a:ext uri="{FF2B5EF4-FFF2-40B4-BE49-F238E27FC236}">
                    <a16:creationId xmlns:a16="http://schemas.microsoft.com/office/drawing/2014/main" id="{E8D5AE90-64BF-484B-85BD-E719BB19A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578"/>
                <a:ext cx="3" cy="4"/>
              </a:xfrm>
              <a:custGeom>
                <a:avLst/>
                <a:gdLst>
                  <a:gd name="T0" fmla="*/ 3 w 8"/>
                  <a:gd name="T1" fmla="*/ 2 h 10"/>
                  <a:gd name="T2" fmla="*/ 5 w 8"/>
                  <a:gd name="T3" fmla="*/ 8 h 10"/>
                  <a:gd name="T4" fmla="*/ 3 w 8"/>
                  <a:gd name="T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3" y="2"/>
                    </a:moveTo>
                    <a:cubicBezTo>
                      <a:pt x="6" y="0"/>
                      <a:pt x="8" y="7"/>
                      <a:pt x="5" y="8"/>
                    </a:cubicBezTo>
                    <a:cubicBezTo>
                      <a:pt x="2" y="10"/>
                      <a:pt x="0" y="4"/>
                      <a:pt x="3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2" name="Freeform 2863">
                <a:extLst>
                  <a:ext uri="{FF2B5EF4-FFF2-40B4-BE49-F238E27FC236}">
                    <a16:creationId xmlns:a16="http://schemas.microsoft.com/office/drawing/2014/main" id="{CD61EB55-338F-8F40-99CE-E9941A54C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78"/>
                <a:ext cx="4" cy="7"/>
              </a:xfrm>
              <a:custGeom>
                <a:avLst/>
                <a:gdLst>
                  <a:gd name="T0" fmla="*/ 8 w 10"/>
                  <a:gd name="T1" fmla="*/ 17 h 18"/>
                  <a:gd name="T2" fmla="*/ 6 w 10"/>
                  <a:gd name="T3" fmla="*/ 17 h 18"/>
                  <a:gd name="T4" fmla="*/ 3 w 10"/>
                  <a:gd name="T5" fmla="*/ 15 h 18"/>
                  <a:gd name="T6" fmla="*/ 1 w 10"/>
                  <a:gd name="T7" fmla="*/ 12 h 18"/>
                  <a:gd name="T8" fmla="*/ 4 w 10"/>
                  <a:gd name="T9" fmla="*/ 7 h 18"/>
                  <a:gd name="T10" fmla="*/ 2 w 10"/>
                  <a:gd name="T11" fmla="*/ 3 h 18"/>
                  <a:gd name="T12" fmla="*/ 5 w 10"/>
                  <a:gd name="T13" fmla="*/ 1 h 18"/>
                  <a:gd name="T14" fmla="*/ 9 w 10"/>
                  <a:gd name="T15" fmla="*/ 6 h 18"/>
                  <a:gd name="T16" fmla="*/ 9 w 10"/>
                  <a:gd name="T17" fmla="*/ 11 h 18"/>
                  <a:gd name="T18" fmla="*/ 8 w 10"/>
                  <a:gd name="T19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8">
                    <a:moveTo>
                      <a:pt x="8" y="17"/>
                    </a:moveTo>
                    <a:cubicBezTo>
                      <a:pt x="8" y="18"/>
                      <a:pt x="7" y="18"/>
                      <a:pt x="6" y="17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3" y="14"/>
                      <a:pt x="1" y="13"/>
                      <a:pt x="1" y="12"/>
                    </a:cubicBezTo>
                    <a:cubicBezTo>
                      <a:pt x="0" y="9"/>
                      <a:pt x="5" y="10"/>
                      <a:pt x="4" y="7"/>
                    </a:cubicBezTo>
                    <a:cubicBezTo>
                      <a:pt x="3" y="5"/>
                      <a:pt x="2" y="5"/>
                      <a:pt x="2" y="3"/>
                    </a:cubicBezTo>
                    <a:cubicBezTo>
                      <a:pt x="2" y="2"/>
                      <a:pt x="4" y="1"/>
                      <a:pt x="5" y="1"/>
                    </a:cubicBezTo>
                    <a:cubicBezTo>
                      <a:pt x="8" y="0"/>
                      <a:pt x="9" y="3"/>
                      <a:pt x="9" y="6"/>
                    </a:cubicBezTo>
                    <a:cubicBezTo>
                      <a:pt x="10" y="8"/>
                      <a:pt x="9" y="9"/>
                      <a:pt x="9" y="11"/>
                    </a:cubicBezTo>
                    <a:cubicBezTo>
                      <a:pt x="9" y="12"/>
                      <a:pt x="9" y="15"/>
                      <a:pt x="8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3" name="Freeform 2864">
                <a:extLst>
                  <a:ext uri="{FF2B5EF4-FFF2-40B4-BE49-F238E27FC236}">
                    <a16:creationId xmlns:a16="http://schemas.microsoft.com/office/drawing/2014/main" id="{C4E26F4B-2297-EC4A-B140-0D66BEAF1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572"/>
                <a:ext cx="2" cy="4"/>
              </a:xfrm>
              <a:custGeom>
                <a:avLst/>
                <a:gdLst>
                  <a:gd name="T0" fmla="*/ 2 w 4"/>
                  <a:gd name="T1" fmla="*/ 10 h 11"/>
                  <a:gd name="T2" fmla="*/ 1 w 4"/>
                  <a:gd name="T3" fmla="*/ 7 h 11"/>
                  <a:gd name="T4" fmla="*/ 1 w 4"/>
                  <a:gd name="T5" fmla="*/ 3 h 11"/>
                  <a:gd name="T6" fmla="*/ 4 w 4"/>
                  <a:gd name="T7" fmla="*/ 8 h 11"/>
                  <a:gd name="T8" fmla="*/ 2 w 4"/>
                  <a:gd name="T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2" y="10"/>
                    </a:moveTo>
                    <a:cubicBezTo>
                      <a:pt x="0" y="10"/>
                      <a:pt x="1" y="8"/>
                      <a:pt x="1" y="7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2" y="0"/>
                      <a:pt x="4" y="7"/>
                      <a:pt x="4" y="8"/>
                    </a:cubicBezTo>
                    <a:cubicBezTo>
                      <a:pt x="3" y="8"/>
                      <a:pt x="3" y="11"/>
                      <a:pt x="2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4" name="Freeform 2865">
                <a:extLst>
                  <a:ext uri="{FF2B5EF4-FFF2-40B4-BE49-F238E27FC236}">
                    <a16:creationId xmlns:a16="http://schemas.microsoft.com/office/drawing/2014/main" id="{E3CB1A72-DFB8-B442-AE6B-624B02576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546"/>
                <a:ext cx="12" cy="30"/>
              </a:xfrm>
              <a:custGeom>
                <a:avLst/>
                <a:gdLst>
                  <a:gd name="T0" fmla="*/ 17 w 31"/>
                  <a:gd name="T1" fmla="*/ 58 h 73"/>
                  <a:gd name="T2" fmla="*/ 12 w 31"/>
                  <a:gd name="T3" fmla="*/ 58 h 73"/>
                  <a:gd name="T4" fmla="*/ 5 w 31"/>
                  <a:gd name="T5" fmla="*/ 58 h 73"/>
                  <a:gd name="T6" fmla="*/ 6 w 31"/>
                  <a:gd name="T7" fmla="*/ 49 h 73"/>
                  <a:gd name="T8" fmla="*/ 2 w 31"/>
                  <a:gd name="T9" fmla="*/ 41 h 73"/>
                  <a:gd name="T10" fmla="*/ 9 w 31"/>
                  <a:gd name="T11" fmla="*/ 39 h 73"/>
                  <a:gd name="T12" fmla="*/ 17 w 31"/>
                  <a:gd name="T13" fmla="*/ 42 h 73"/>
                  <a:gd name="T14" fmla="*/ 12 w 31"/>
                  <a:gd name="T15" fmla="*/ 31 h 73"/>
                  <a:gd name="T16" fmla="*/ 10 w 31"/>
                  <a:gd name="T17" fmla="*/ 21 h 73"/>
                  <a:gd name="T18" fmla="*/ 11 w 31"/>
                  <a:gd name="T19" fmla="*/ 11 h 73"/>
                  <a:gd name="T20" fmla="*/ 14 w 31"/>
                  <a:gd name="T21" fmla="*/ 2 h 73"/>
                  <a:gd name="T22" fmla="*/ 19 w 31"/>
                  <a:gd name="T23" fmla="*/ 7 h 73"/>
                  <a:gd name="T24" fmla="*/ 20 w 31"/>
                  <a:gd name="T25" fmla="*/ 19 h 73"/>
                  <a:gd name="T26" fmla="*/ 26 w 31"/>
                  <a:gd name="T27" fmla="*/ 26 h 73"/>
                  <a:gd name="T28" fmla="*/ 27 w 31"/>
                  <a:gd name="T29" fmla="*/ 30 h 73"/>
                  <a:gd name="T30" fmla="*/ 29 w 31"/>
                  <a:gd name="T31" fmla="*/ 34 h 73"/>
                  <a:gd name="T32" fmla="*/ 30 w 31"/>
                  <a:gd name="T33" fmla="*/ 44 h 73"/>
                  <a:gd name="T34" fmla="*/ 29 w 31"/>
                  <a:gd name="T35" fmla="*/ 49 h 73"/>
                  <a:gd name="T36" fmla="*/ 26 w 31"/>
                  <a:gd name="T37" fmla="*/ 49 h 73"/>
                  <a:gd name="T38" fmla="*/ 25 w 31"/>
                  <a:gd name="T39" fmla="*/ 57 h 73"/>
                  <a:gd name="T40" fmla="*/ 29 w 31"/>
                  <a:gd name="T41" fmla="*/ 66 h 73"/>
                  <a:gd name="T42" fmla="*/ 23 w 31"/>
                  <a:gd name="T43" fmla="*/ 71 h 73"/>
                  <a:gd name="T44" fmla="*/ 16 w 31"/>
                  <a:gd name="T45" fmla="*/ 66 h 73"/>
                  <a:gd name="T46" fmla="*/ 17 w 31"/>
                  <a:gd name="T47" fmla="*/ 5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73">
                    <a:moveTo>
                      <a:pt x="17" y="58"/>
                    </a:moveTo>
                    <a:cubicBezTo>
                      <a:pt x="18" y="55"/>
                      <a:pt x="13" y="56"/>
                      <a:pt x="12" y="58"/>
                    </a:cubicBezTo>
                    <a:cubicBezTo>
                      <a:pt x="9" y="59"/>
                      <a:pt x="7" y="61"/>
                      <a:pt x="5" y="58"/>
                    </a:cubicBezTo>
                    <a:cubicBezTo>
                      <a:pt x="3" y="54"/>
                      <a:pt x="7" y="53"/>
                      <a:pt x="6" y="49"/>
                    </a:cubicBezTo>
                    <a:cubicBezTo>
                      <a:pt x="6" y="46"/>
                      <a:pt x="0" y="44"/>
                      <a:pt x="2" y="41"/>
                    </a:cubicBezTo>
                    <a:cubicBezTo>
                      <a:pt x="3" y="38"/>
                      <a:pt x="7" y="36"/>
                      <a:pt x="9" y="39"/>
                    </a:cubicBezTo>
                    <a:cubicBezTo>
                      <a:pt x="11" y="41"/>
                      <a:pt x="14" y="45"/>
                      <a:pt x="17" y="42"/>
                    </a:cubicBezTo>
                    <a:cubicBezTo>
                      <a:pt x="20" y="39"/>
                      <a:pt x="15" y="33"/>
                      <a:pt x="12" y="31"/>
                    </a:cubicBezTo>
                    <a:cubicBezTo>
                      <a:pt x="9" y="28"/>
                      <a:pt x="9" y="25"/>
                      <a:pt x="10" y="21"/>
                    </a:cubicBezTo>
                    <a:cubicBezTo>
                      <a:pt x="11" y="18"/>
                      <a:pt x="11" y="14"/>
                      <a:pt x="11" y="11"/>
                    </a:cubicBezTo>
                    <a:cubicBezTo>
                      <a:pt x="11" y="8"/>
                      <a:pt x="12" y="3"/>
                      <a:pt x="14" y="2"/>
                    </a:cubicBezTo>
                    <a:cubicBezTo>
                      <a:pt x="17" y="0"/>
                      <a:pt x="19" y="5"/>
                      <a:pt x="19" y="7"/>
                    </a:cubicBezTo>
                    <a:cubicBezTo>
                      <a:pt x="20" y="11"/>
                      <a:pt x="19" y="15"/>
                      <a:pt x="20" y="19"/>
                    </a:cubicBezTo>
                    <a:cubicBezTo>
                      <a:pt x="22" y="22"/>
                      <a:pt x="25" y="23"/>
                      <a:pt x="26" y="26"/>
                    </a:cubicBezTo>
                    <a:cubicBezTo>
                      <a:pt x="27" y="28"/>
                      <a:pt x="27" y="29"/>
                      <a:pt x="27" y="30"/>
                    </a:cubicBezTo>
                    <a:cubicBezTo>
                      <a:pt x="28" y="31"/>
                      <a:pt x="29" y="32"/>
                      <a:pt x="29" y="34"/>
                    </a:cubicBezTo>
                    <a:cubicBezTo>
                      <a:pt x="31" y="37"/>
                      <a:pt x="30" y="41"/>
                      <a:pt x="30" y="44"/>
                    </a:cubicBezTo>
                    <a:cubicBezTo>
                      <a:pt x="30" y="45"/>
                      <a:pt x="30" y="48"/>
                      <a:pt x="29" y="49"/>
                    </a:cubicBezTo>
                    <a:cubicBezTo>
                      <a:pt x="29" y="49"/>
                      <a:pt x="27" y="49"/>
                      <a:pt x="26" y="49"/>
                    </a:cubicBezTo>
                    <a:cubicBezTo>
                      <a:pt x="23" y="50"/>
                      <a:pt x="24" y="54"/>
                      <a:pt x="25" y="57"/>
                    </a:cubicBezTo>
                    <a:cubicBezTo>
                      <a:pt x="27" y="60"/>
                      <a:pt x="29" y="62"/>
                      <a:pt x="29" y="66"/>
                    </a:cubicBezTo>
                    <a:cubicBezTo>
                      <a:pt x="29" y="69"/>
                      <a:pt x="27" y="73"/>
                      <a:pt x="23" y="71"/>
                    </a:cubicBezTo>
                    <a:cubicBezTo>
                      <a:pt x="20" y="70"/>
                      <a:pt x="17" y="69"/>
                      <a:pt x="16" y="66"/>
                    </a:cubicBezTo>
                    <a:cubicBezTo>
                      <a:pt x="15" y="63"/>
                      <a:pt x="17" y="61"/>
                      <a:pt x="17" y="5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5" name="Freeform 2866">
                <a:extLst>
                  <a:ext uri="{FF2B5EF4-FFF2-40B4-BE49-F238E27FC236}">
                    <a16:creationId xmlns:a16="http://schemas.microsoft.com/office/drawing/2014/main" id="{2239DAF1-5E60-984C-AB35-EC9754764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555"/>
                <a:ext cx="3" cy="3"/>
              </a:xfrm>
              <a:custGeom>
                <a:avLst/>
                <a:gdLst>
                  <a:gd name="T0" fmla="*/ 4 w 6"/>
                  <a:gd name="T1" fmla="*/ 7 h 7"/>
                  <a:gd name="T2" fmla="*/ 1 w 6"/>
                  <a:gd name="T3" fmla="*/ 5 h 7"/>
                  <a:gd name="T4" fmla="*/ 2 w 6"/>
                  <a:gd name="T5" fmla="*/ 1 h 7"/>
                  <a:gd name="T6" fmla="*/ 6 w 6"/>
                  <a:gd name="T7" fmla="*/ 4 h 7"/>
                  <a:gd name="T8" fmla="*/ 6 w 6"/>
                  <a:gd name="T9" fmla="*/ 6 h 7"/>
                  <a:gd name="T10" fmla="*/ 4 w 6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1" y="5"/>
                    </a:cubicBezTo>
                    <a:cubicBezTo>
                      <a:pt x="0" y="4"/>
                      <a:pt x="0" y="1"/>
                      <a:pt x="2" y="1"/>
                    </a:cubicBezTo>
                    <a:cubicBezTo>
                      <a:pt x="3" y="0"/>
                      <a:pt x="6" y="3"/>
                      <a:pt x="6" y="4"/>
                    </a:cubicBezTo>
                    <a:cubicBezTo>
                      <a:pt x="6" y="4"/>
                      <a:pt x="6" y="6"/>
                      <a:pt x="6" y="6"/>
                    </a:cubicBezTo>
                    <a:cubicBezTo>
                      <a:pt x="5" y="7"/>
                      <a:pt x="5" y="7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32" name="Group 3068">
              <a:extLst>
                <a:ext uri="{FF2B5EF4-FFF2-40B4-BE49-F238E27FC236}">
                  <a16:creationId xmlns:a16="http://schemas.microsoft.com/office/drawing/2014/main" id="{F7E1416B-4F8B-C64F-80F6-A1E186ED73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2" y="426"/>
              <a:ext cx="2156" cy="2286"/>
              <a:chOff x="1962" y="426"/>
              <a:chExt cx="2156" cy="2286"/>
            </a:xfrm>
            <a:grpFill/>
          </p:grpSpPr>
          <p:sp>
            <p:nvSpPr>
              <p:cNvPr id="606" name="Freeform 2868">
                <a:extLst>
                  <a:ext uri="{FF2B5EF4-FFF2-40B4-BE49-F238E27FC236}">
                    <a16:creationId xmlns:a16="http://schemas.microsoft.com/office/drawing/2014/main" id="{B9FE2727-BCF2-2043-BCE0-3DB2CD5BF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553"/>
                <a:ext cx="6" cy="5"/>
              </a:xfrm>
              <a:custGeom>
                <a:avLst/>
                <a:gdLst>
                  <a:gd name="T0" fmla="*/ 9 w 14"/>
                  <a:gd name="T1" fmla="*/ 0 h 12"/>
                  <a:gd name="T2" fmla="*/ 13 w 14"/>
                  <a:gd name="T3" fmla="*/ 7 h 12"/>
                  <a:gd name="T4" fmla="*/ 12 w 14"/>
                  <a:gd name="T5" fmla="*/ 11 h 12"/>
                  <a:gd name="T6" fmla="*/ 8 w 14"/>
                  <a:gd name="T7" fmla="*/ 10 h 12"/>
                  <a:gd name="T8" fmla="*/ 3 w 14"/>
                  <a:gd name="T9" fmla="*/ 6 h 12"/>
                  <a:gd name="T10" fmla="*/ 9 w 1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2">
                    <a:moveTo>
                      <a:pt x="9" y="0"/>
                    </a:moveTo>
                    <a:cubicBezTo>
                      <a:pt x="12" y="1"/>
                      <a:pt x="13" y="4"/>
                      <a:pt x="13" y="7"/>
                    </a:cubicBezTo>
                    <a:cubicBezTo>
                      <a:pt x="13" y="8"/>
                      <a:pt x="14" y="10"/>
                      <a:pt x="12" y="11"/>
                    </a:cubicBezTo>
                    <a:cubicBezTo>
                      <a:pt x="11" y="12"/>
                      <a:pt x="9" y="11"/>
                      <a:pt x="8" y="10"/>
                    </a:cubicBezTo>
                    <a:cubicBezTo>
                      <a:pt x="6" y="9"/>
                      <a:pt x="4" y="7"/>
                      <a:pt x="3" y="6"/>
                    </a:cubicBezTo>
                    <a:cubicBezTo>
                      <a:pt x="0" y="2"/>
                      <a:pt x="5" y="0"/>
                      <a:pt x="9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7" name="Freeform 2869">
                <a:extLst>
                  <a:ext uri="{FF2B5EF4-FFF2-40B4-BE49-F238E27FC236}">
                    <a16:creationId xmlns:a16="http://schemas.microsoft.com/office/drawing/2014/main" id="{252DE8F9-313C-6042-95B8-798CD304A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35"/>
                <a:ext cx="14" cy="19"/>
              </a:xfrm>
              <a:custGeom>
                <a:avLst/>
                <a:gdLst>
                  <a:gd name="T0" fmla="*/ 21 w 35"/>
                  <a:gd name="T1" fmla="*/ 38 h 46"/>
                  <a:gd name="T2" fmla="*/ 23 w 35"/>
                  <a:gd name="T3" fmla="*/ 33 h 46"/>
                  <a:gd name="T4" fmla="*/ 18 w 35"/>
                  <a:gd name="T5" fmla="*/ 25 h 46"/>
                  <a:gd name="T6" fmla="*/ 12 w 35"/>
                  <a:gd name="T7" fmla="*/ 14 h 46"/>
                  <a:gd name="T8" fmla="*/ 1 w 35"/>
                  <a:gd name="T9" fmla="*/ 5 h 46"/>
                  <a:gd name="T10" fmla="*/ 2 w 35"/>
                  <a:gd name="T11" fmla="*/ 1 h 46"/>
                  <a:gd name="T12" fmla="*/ 8 w 35"/>
                  <a:gd name="T13" fmla="*/ 2 h 46"/>
                  <a:gd name="T14" fmla="*/ 19 w 35"/>
                  <a:gd name="T15" fmla="*/ 10 h 46"/>
                  <a:gd name="T16" fmla="*/ 28 w 35"/>
                  <a:gd name="T17" fmla="*/ 19 h 46"/>
                  <a:gd name="T18" fmla="*/ 35 w 35"/>
                  <a:gd name="T19" fmla="*/ 28 h 46"/>
                  <a:gd name="T20" fmla="*/ 35 w 35"/>
                  <a:gd name="T21" fmla="*/ 35 h 46"/>
                  <a:gd name="T22" fmla="*/ 34 w 35"/>
                  <a:gd name="T23" fmla="*/ 40 h 46"/>
                  <a:gd name="T24" fmla="*/ 28 w 35"/>
                  <a:gd name="T25" fmla="*/ 44 h 46"/>
                  <a:gd name="T26" fmla="*/ 22 w 35"/>
                  <a:gd name="T27" fmla="*/ 44 h 46"/>
                  <a:gd name="T28" fmla="*/ 21 w 35"/>
                  <a:gd name="T29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46">
                    <a:moveTo>
                      <a:pt x="21" y="38"/>
                    </a:moveTo>
                    <a:cubicBezTo>
                      <a:pt x="21" y="36"/>
                      <a:pt x="23" y="35"/>
                      <a:pt x="23" y="33"/>
                    </a:cubicBezTo>
                    <a:cubicBezTo>
                      <a:pt x="24" y="30"/>
                      <a:pt x="19" y="28"/>
                      <a:pt x="18" y="25"/>
                    </a:cubicBezTo>
                    <a:cubicBezTo>
                      <a:pt x="16" y="21"/>
                      <a:pt x="17" y="17"/>
                      <a:pt x="12" y="14"/>
                    </a:cubicBezTo>
                    <a:cubicBezTo>
                      <a:pt x="8" y="11"/>
                      <a:pt x="2" y="10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11" y="5"/>
                      <a:pt x="15" y="8"/>
                      <a:pt x="19" y="10"/>
                    </a:cubicBezTo>
                    <a:cubicBezTo>
                      <a:pt x="22" y="13"/>
                      <a:pt x="25" y="16"/>
                      <a:pt x="28" y="19"/>
                    </a:cubicBezTo>
                    <a:cubicBezTo>
                      <a:pt x="31" y="21"/>
                      <a:pt x="34" y="24"/>
                      <a:pt x="35" y="28"/>
                    </a:cubicBezTo>
                    <a:cubicBezTo>
                      <a:pt x="35" y="30"/>
                      <a:pt x="35" y="32"/>
                      <a:pt x="35" y="35"/>
                    </a:cubicBezTo>
                    <a:cubicBezTo>
                      <a:pt x="35" y="37"/>
                      <a:pt x="35" y="39"/>
                      <a:pt x="34" y="40"/>
                    </a:cubicBezTo>
                    <a:cubicBezTo>
                      <a:pt x="32" y="42"/>
                      <a:pt x="30" y="43"/>
                      <a:pt x="28" y="44"/>
                    </a:cubicBezTo>
                    <a:cubicBezTo>
                      <a:pt x="26" y="44"/>
                      <a:pt x="23" y="46"/>
                      <a:pt x="22" y="44"/>
                    </a:cubicBezTo>
                    <a:cubicBezTo>
                      <a:pt x="20" y="42"/>
                      <a:pt x="20" y="40"/>
                      <a:pt x="21" y="3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8" name="Freeform 2870">
                <a:extLst>
                  <a:ext uri="{FF2B5EF4-FFF2-40B4-BE49-F238E27FC236}">
                    <a16:creationId xmlns:a16="http://schemas.microsoft.com/office/drawing/2014/main" id="{453055D5-9BA3-3B42-8E27-C900B0B54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534"/>
                <a:ext cx="4" cy="3"/>
              </a:xfrm>
              <a:custGeom>
                <a:avLst/>
                <a:gdLst>
                  <a:gd name="T0" fmla="*/ 7 w 8"/>
                  <a:gd name="T1" fmla="*/ 4 h 9"/>
                  <a:gd name="T2" fmla="*/ 6 w 8"/>
                  <a:gd name="T3" fmla="*/ 8 h 9"/>
                  <a:gd name="T4" fmla="*/ 1 w 8"/>
                  <a:gd name="T5" fmla="*/ 6 h 9"/>
                  <a:gd name="T6" fmla="*/ 0 w 8"/>
                  <a:gd name="T7" fmla="*/ 3 h 9"/>
                  <a:gd name="T8" fmla="*/ 4 w 8"/>
                  <a:gd name="T9" fmla="*/ 1 h 9"/>
                  <a:gd name="T10" fmla="*/ 7 w 8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7" y="4"/>
                    </a:moveTo>
                    <a:cubicBezTo>
                      <a:pt x="8" y="6"/>
                      <a:pt x="8" y="7"/>
                      <a:pt x="6" y="8"/>
                    </a:cubicBezTo>
                    <a:cubicBezTo>
                      <a:pt x="5" y="9"/>
                      <a:pt x="2" y="7"/>
                      <a:pt x="1" y="6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9" name="Freeform 2871">
                <a:extLst>
                  <a:ext uri="{FF2B5EF4-FFF2-40B4-BE49-F238E27FC236}">
                    <a16:creationId xmlns:a16="http://schemas.microsoft.com/office/drawing/2014/main" id="{0F73F569-72D9-7142-8C13-CD7DC822F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531"/>
                <a:ext cx="2" cy="2"/>
              </a:xfrm>
              <a:custGeom>
                <a:avLst/>
                <a:gdLst>
                  <a:gd name="T0" fmla="*/ 4 w 5"/>
                  <a:gd name="T1" fmla="*/ 0 h 4"/>
                  <a:gd name="T2" fmla="*/ 4 w 5"/>
                  <a:gd name="T3" fmla="*/ 1 h 4"/>
                  <a:gd name="T4" fmla="*/ 1 w 5"/>
                  <a:gd name="T5" fmla="*/ 2 h 4"/>
                  <a:gd name="T6" fmla="*/ 4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2" y="4"/>
                      <a:pt x="1" y="2"/>
                    </a:cubicBezTo>
                    <a:cubicBezTo>
                      <a:pt x="0" y="0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0" name="Freeform 2872">
                <a:extLst>
                  <a:ext uri="{FF2B5EF4-FFF2-40B4-BE49-F238E27FC236}">
                    <a16:creationId xmlns:a16="http://schemas.microsoft.com/office/drawing/2014/main" id="{E9045F02-6187-5140-ACD8-1EB3F3C98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527"/>
                <a:ext cx="3" cy="2"/>
              </a:xfrm>
              <a:custGeom>
                <a:avLst/>
                <a:gdLst>
                  <a:gd name="T0" fmla="*/ 0 w 8"/>
                  <a:gd name="T1" fmla="*/ 3 h 6"/>
                  <a:gd name="T2" fmla="*/ 2 w 8"/>
                  <a:gd name="T3" fmla="*/ 1 h 6"/>
                  <a:gd name="T4" fmla="*/ 8 w 8"/>
                  <a:gd name="T5" fmla="*/ 2 h 6"/>
                  <a:gd name="T6" fmla="*/ 2 w 8"/>
                  <a:gd name="T7" fmla="*/ 5 h 6"/>
                  <a:gd name="T8" fmla="*/ 0 w 8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8" y="4"/>
                      <a:pt x="4" y="6"/>
                      <a:pt x="2" y="5"/>
                    </a:cubicBezTo>
                    <a:cubicBezTo>
                      <a:pt x="1" y="5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1" name="Freeform 2873">
                <a:extLst>
                  <a:ext uri="{FF2B5EF4-FFF2-40B4-BE49-F238E27FC236}">
                    <a16:creationId xmlns:a16="http://schemas.microsoft.com/office/drawing/2014/main" id="{3E9D2620-C7AB-974F-B85E-F926891F8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521"/>
                <a:ext cx="3" cy="4"/>
              </a:xfrm>
              <a:custGeom>
                <a:avLst/>
                <a:gdLst>
                  <a:gd name="T0" fmla="*/ 2 w 8"/>
                  <a:gd name="T1" fmla="*/ 1 h 9"/>
                  <a:gd name="T2" fmla="*/ 2 w 8"/>
                  <a:gd name="T3" fmla="*/ 1 h 9"/>
                  <a:gd name="T4" fmla="*/ 4 w 8"/>
                  <a:gd name="T5" fmla="*/ 0 h 9"/>
                  <a:gd name="T6" fmla="*/ 8 w 8"/>
                  <a:gd name="T7" fmla="*/ 4 h 9"/>
                  <a:gd name="T8" fmla="*/ 1 w 8"/>
                  <a:gd name="T9" fmla="*/ 4 h 9"/>
                  <a:gd name="T10" fmla="*/ 2 w 8"/>
                  <a:gd name="T1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0"/>
                      <a:pt x="8" y="2"/>
                      <a:pt x="8" y="4"/>
                    </a:cubicBezTo>
                    <a:cubicBezTo>
                      <a:pt x="8" y="7"/>
                      <a:pt x="0" y="9"/>
                      <a:pt x="1" y="4"/>
                    </a:cubicBezTo>
                    <a:cubicBezTo>
                      <a:pt x="1" y="3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2" name="Freeform 2874">
                <a:extLst>
                  <a:ext uri="{FF2B5EF4-FFF2-40B4-BE49-F238E27FC236}">
                    <a16:creationId xmlns:a16="http://schemas.microsoft.com/office/drawing/2014/main" id="{0A9663D3-59D7-9149-AE79-99DC2EF37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28"/>
                <a:ext cx="16" cy="12"/>
              </a:xfrm>
              <a:custGeom>
                <a:avLst/>
                <a:gdLst>
                  <a:gd name="T0" fmla="*/ 4 w 38"/>
                  <a:gd name="T1" fmla="*/ 6 h 30"/>
                  <a:gd name="T2" fmla="*/ 1 w 38"/>
                  <a:gd name="T3" fmla="*/ 3 h 30"/>
                  <a:gd name="T4" fmla="*/ 8 w 38"/>
                  <a:gd name="T5" fmla="*/ 2 h 30"/>
                  <a:gd name="T6" fmla="*/ 12 w 38"/>
                  <a:gd name="T7" fmla="*/ 3 h 30"/>
                  <a:gd name="T8" fmla="*/ 16 w 38"/>
                  <a:gd name="T9" fmla="*/ 4 h 30"/>
                  <a:gd name="T10" fmla="*/ 24 w 38"/>
                  <a:gd name="T11" fmla="*/ 11 h 30"/>
                  <a:gd name="T12" fmla="*/ 31 w 38"/>
                  <a:gd name="T13" fmla="*/ 16 h 30"/>
                  <a:gd name="T14" fmla="*/ 35 w 38"/>
                  <a:gd name="T15" fmla="*/ 28 h 30"/>
                  <a:gd name="T16" fmla="*/ 29 w 38"/>
                  <a:gd name="T17" fmla="*/ 28 h 30"/>
                  <a:gd name="T18" fmla="*/ 19 w 38"/>
                  <a:gd name="T19" fmla="*/ 21 h 30"/>
                  <a:gd name="T20" fmla="*/ 4 w 38"/>
                  <a:gd name="T21" fmla="*/ 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30">
                    <a:moveTo>
                      <a:pt x="4" y="6"/>
                    </a:moveTo>
                    <a:cubicBezTo>
                      <a:pt x="4" y="5"/>
                      <a:pt x="1" y="4"/>
                      <a:pt x="1" y="3"/>
                    </a:cubicBezTo>
                    <a:cubicBezTo>
                      <a:pt x="0" y="0"/>
                      <a:pt x="7" y="2"/>
                      <a:pt x="8" y="2"/>
                    </a:cubicBezTo>
                    <a:cubicBezTo>
                      <a:pt x="10" y="2"/>
                      <a:pt x="11" y="2"/>
                      <a:pt x="12" y="3"/>
                    </a:cubicBezTo>
                    <a:cubicBezTo>
                      <a:pt x="13" y="3"/>
                      <a:pt x="15" y="4"/>
                      <a:pt x="16" y="4"/>
                    </a:cubicBezTo>
                    <a:cubicBezTo>
                      <a:pt x="19" y="6"/>
                      <a:pt x="21" y="9"/>
                      <a:pt x="24" y="11"/>
                    </a:cubicBezTo>
                    <a:cubicBezTo>
                      <a:pt x="26" y="12"/>
                      <a:pt x="29" y="14"/>
                      <a:pt x="31" y="16"/>
                    </a:cubicBezTo>
                    <a:cubicBezTo>
                      <a:pt x="34" y="18"/>
                      <a:pt x="38" y="24"/>
                      <a:pt x="35" y="28"/>
                    </a:cubicBezTo>
                    <a:cubicBezTo>
                      <a:pt x="34" y="30"/>
                      <a:pt x="31" y="29"/>
                      <a:pt x="29" y="28"/>
                    </a:cubicBezTo>
                    <a:cubicBezTo>
                      <a:pt x="25" y="27"/>
                      <a:pt x="22" y="24"/>
                      <a:pt x="19" y="21"/>
                    </a:cubicBezTo>
                    <a:cubicBezTo>
                      <a:pt x="14" y="16"/>
                      <a:pt x="10" y="10"/>
                      <a:pt x="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3" name="Freeform 2875">
                <a:extLst>
                  <a:ext uri="{FF2B5EF4-FFF2-40B4-BE49-F238E27FC236}">
                    <a16:creationId xmlns:a16="http://schemas.microsoft.com/office/drawing/2014/main" id="{1F4E69EC-32A5-9A40-88F4-1BD7F29C2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15"/>
                <a:ext cx="14" cy="17"/>
              </a:xfrm>
              <a:custGeom>
                <a:avLst/>
                <a:gdLst>
                  <a:gd name="T0" fmla="*/ 12 w 34"/>
                  <a:gd name="T1" fmla="*/ 24 h 43"/>
                  <a:gd name="T2" fmla="*/ 7 w 34"/>
                  <a:gd name="T3" fmla="*/ 12 h 43"/>
                  <a:gd name="T4" fmla="*/ 0 w 34"/>
                  <a:gd name="T5" fmla="*/ 5 h 43"/>
                  <a:gd name="T6" fmla="*/ 1 w 34"/>
                  <a:gd name="T7" fmla="*/ 1 h 43"/>
                  <a:gd name="T8" fmla="*/ 5 w 34"/>
                  <a:gd name="T9" fmla="*/ 2 h 43"/>
                  <a:gd name="T10" fmla="*/ 9 w 34"/>
                  <a:gd name="T11" fmla="*/ 6 h 43"/>
                  <a:gd name="T12" fmla="*/ 13 w 34"/>
                  <a:gd name="T13" fmla="*/ 7 h 43"/>
                  <a:gd name="T14" fmla="*/ 18 w 34"/>
                  <a:gd name="T15" fmla="*/ 13 h 43"/>
                  <a:gd name="T16" fmla="*/ 19 w 34"/>
                  <a:gd name="T17" fmla="*/ 18 h 43"/>
                  <a:gd name="T18" fmla="*/ 21 w 34"/>
                  <a:gd name="T19" fmla="*/ 21 h 43"/>
                  <a:gd name="T20" fmla="*/ 26 w 34"/>
                  <a:gd name="T21" fmla="*/ 28 h 43"/>
                  <a:gd name="T22" fmla="*/ 32 w 34"/>
                  <a:gd name="T23" fmla="*/ 34 h 43"/>
                  <a:gd name="T24" fmla="*/ 34 w 34"/>
                  <a:gd name="T25" fmla="*/ 42 h 43"/>
                  <a:gd name="T26" fmla="*/ 31 w 34"/>
                  <a:gd name="T27" fmla="*/ 41 h 43"/>
                  <a:gd name="T28" fmla="*/ 28 w 34"/>
                  <a:gd name="T29" fmla="*/ 38 h 43"/>
                  <a:gd name="T30" fmla="*/ 21 w 34"/>
                  <a:gd name="T31" fmla="*/ 33 h 43"/>
                  <a:gd name="T32" fmla="*/ 19 w 34"/>
                  <a:gd name="T33" fmla="*/ 32 h 43"/>
                  <a:gd name="T34" fmla="*/ 17 w 34"/>
                  <a:gd name="T35" fmla="*/ 30 h 43"/>
                  <a:gd name="T36" fmla="*/ 15 w 34"/>
                  <a:gd name="T37" fmla="*/ 29 h 43"/>
                  <a:gd name="T38" fmla="*/ 12 w 34"/>
                  <a:gd name="T39" fmla="*/ 2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43">
                    <a:moveTo>
                      <a:pt x="12" y="24"/>
                    </a:moveTo>
                    <a:cubicBezTo>
                      <a:pt x="11" y="20"/>
                      <a:pt x="11" y="15"/>
                      <a:pt x="7" y="12"/>
                    </a:cubicBezTo>
                    <a:cubicBezTo>
                      <a:pt x="4" y="11"/>
                      <a:pt x="1" y="9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7" y="3"/>
                      <a:pt x="7" y="5"/>
                      <a:pt x="9" y="6"/>
                    </a:cubicBezTo>
                    <a:cubicBezTo>
                      <a:pt x="10" y="6"/>
                      <a:pt x="11" y="6"/>
                      <a:pt x="13" y="7"/>
                    </a:cubicBezTo>
                    <a:cubicBezTo>
                      <a:pt x="16" y="8"/>
                      <a:pt x="17" y="10"/>
                      <a:pt x="18" y="13"/>
                    </a:cubicBezTo>
                    <a:cubicBezTo>
                      <a:pt x="18" y="15"/>
                      <a:pt x="18" y="16"/>
                      <a:pt x="19" y="18"/>
                    </a:cubicBezTo>
                    <a:cubicBezTo>
                      <a:pt x="19" y="19"/>
                      <a:pt x="20" y="20"/>
                      <a:pt x="21" y="21"/>
                    </a:cubicBezTo>
                    <a:cubicBezTo>
                      <a:pt x="23" y="23"/>
                      <a:pt x="24" y="26"/>
                      <a:pt x="26" y="28"/>
                    </a:cubicBezTo>
                    <a:cubicBezTo>
                      <a:pt x="28" y="30"/>
                      <a:pt x="30" y="32"/>
                      <a:pt x="32" y="34"/>
                    </a:cubicBezTo>
                    <a:cubicBezTo>
                      <a:pt x="34" y="36"/>
                      <a:pt x="34" y="40"/>
                      <a:pt x="34" y="42"/>
                    </a:cubicBezTo>
                    <a:cubicBezTo>
                      <a:pt x="34" y="43"/>
                      <a:pt x="31" y="42"/>
                      <a:pt x="31" y="41"/>
                    </a:cubicBezTo>
                    <a:cubicBezTo>
                      <a:pt x="30" y="40"/>
                      <a:pt x="29" y="39"/>
                      <a:pt x="28" y="38"/>
                    </a:cubicBezTo>
                    <a:cubicBezTo>
                      <a:pt x="26" y="37"/>
                      <a:pt x="24" y="34"/>
                      <a:pt x="21" y="33"/>
                    </a:cubicBezTo>
                    <a:cubicBezTo>
                      <a:pt x="21" y="32"/>
                      <a:pt x="20" y="32"/>
                      <a:pt x="19" y="32"/>
                    </a:cubicBezTo>
                    <a:cubicBezTo>
                      <a:pt x="18" y="31"/>
                      <a:pt x="18" y="30"/>
                      <a:pt x="17" y="30"/>
                    </a:cubicBezTo>
                    <a:cubicBezTo>
                      <a:pt x="16" y="30"/>
                      <a:pt x="15" y="30"/>
                      <a:pt x="15" y="29"/>
                    </a:cubicBezTo>
                    <a:cubicBezTo>
                      <a:pt x="13" y="28"/>
                      <a:pt x="13" y="26"/>
                      <a:pt x="12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4" name="Freeform 2876">
                <a:extLst>
                  <a:ext uri="{FF2B5EF4-FFF2-40B4-BE49-F238E27FC236}">
                    <a16:creationId xmlns:a16="http://schemas.microsoft.com/office/drawing/2014/main" id="{6D0597AB-4A35-6A41-BC89-3EA087352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22"/>
                <a:ext cx="3" cy="3"/>
              </a:xfrm>
              <a:custGeom>
                <a:avLst/>
                <a:gdLst>
                  <a:gd name="T0" fmla="*/ 0 w 6"/>
                  <a:gd name="T1" fmla="*/ 2 h 8"/>
                  <a:gd name="T2" fmla="*/ 3 w 6"/>
                  <a:gd name="T3" fmla="*/ 0 h 8"/>
                  <a:gd name="T4" fmla="*/ 6 w 6"/>
                  <a:gd name="T5" fmla="*/ 5 h 8"/>
                  <a:gd name="T6" fmla="*/ 3 w 6"/>
                  <a:gd name="T7" fmla="*/ 7 h 8"/>
                  <a:gd name="T8" fmla="*/ 1 w 6"/>
                  <a:gd name="T9" fmla="*/ 4 h 8"/>
                  <a:gd name="T10" fmla="*/ 0 w 6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3"/>
                      <a:pt x="6" y="5"/>
                    </a:cubicBezTo>
                    <a:cubicBezTo>
                      <a:pt x="6" y="6"/>
                      <a:pt x="4" y="8"/>
                      <a:pt x="3" y="7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5" name="Freeform 2877">
                <a:extLst>
                  <a:ext uri="{FF2B5EF4-FFF2-40B4-BE49-F238E27FC236}">
                    <a16:creationId xmlns:a16="http://schemas.microsoft.com/office/drawing/2014/main" id="{7DD78551-F566-534F-8893-FD080E665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541"/>
                <a:ext cx="2" cy="2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4 h 5"/>
                  <a:gd name="T4" fmla="*/ 2 w 4"/>
                  <a:gd name="T5" fmla="*/ 0 h 5"/>
                  <a:gd name="T6" fmla="*/ 3 w 4"/>
                  <a:gd name="T7" fmla="*/ 5 h 5"/>
                  <a:gd name="T8" fmla="*/ 1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1" y="5"/>
                      <a:pt x="0" y="4"/>
                      <a:pt x="0" y="4"/>
                    </a:cubicBezTo>
                    <a:cubicBezTo>
                      <a:pt x="0" y="3"/>
                      <a:pt x="1" y="0"/>
                      <a:pt x="2" y="0"/>
                    </a:cubicBezTo>
                    <a:cubicBezTo>
                      <a:pt x="4" y="0"/>
                      <a:pt x="3" y="4"/>
                      <a:pt x="3" y="5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6" name="Freeform 2878">
                <a:extLst>
                  <a:ext uri="{FF2B5EF4-FFF2-40B4-BE49-F238E27FC236}">
                    <a16:creationId xmlns:a16="http://schemas.microsoft.com/office/drawing/2014/main" id="{4E9D5FC4-6481-2343-A02A-64208C010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508"/>
                <a:ext cx="3" cy="4"/>
              </a:xfrm>
              <a:custGeom>
                <a:avLst/>
                <a:gdLst>
                  <a:gd name="T0" fmla="*/ 0 w 8"/>
                  <a:gd name="T1" fmla="*/ 4 h 9"/>
                  <a:gd name="T2" fmla="*/ 4 w 8"/>
                  <a:gd name="T3" fmla="*/ 0 h 9"/>
                  <a:gd name="T4" fmla="*/ 8 w 8"/>
                  <a:gd name="T5" fmla="*/ 6 h 9"/>
                  <a:gd name="T6" fmla="*/ 0 w 8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1"/>
                      <a:pt x="8" y="4"/>
                      <a:pt x="8" y="6"/>
                    </a:cubicBezTo>
                    <a:cubicBezTo>
                      <a:pt x="7" y="9"/>
                      <a:pt x="0" y="6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7" name="Freeform 2879">
                <a:extLst>
                  <a:ext uri="{FF2B5EF4-FFF2-40B4-BE49-F238E27FC236}">
                    <a16:creationId xmlns:a16="http://schemas.microsoft.com/office/drawing/2014/main" id="{A7CE9DDF-FA1F-CE47-AEB7-D301C9EA7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09"/>
                <a:ext cx="5" cy="5"/>
              </a:xfrm>
              <a:custGeom>
                <a:avLst/>
                <a:gdLst>
                  <a:gd name="T0" fmla="*/ 2 w 11"/>
                  <a:gd name="T1" fmla="*/ 7 h 14"/>
                  <a:gd name="T2" fmla="*/ 0 w 11"/>
                  <a:gd name="T3" fmla="*/ 3 h 14"/>
                  <a:gd name="T4" fmla="*/ 5 w 11"/>
                  <a:gd name="T5" fmla="*/ 0 h 14"/>
                  <a:gd name="T6" fmla="*/ 10 w 11"/>
                  <a:gd name="T7" fmla="*/ 5 h 14"/>
                  <a:gd name="T8" fmla="*/ 10 w 11"/>
                  <a:gd name="T9" fmla="*/ 8 h 14"/>
                  <a:gd name="T10" fmla="*/ 11 w 11"/>
                  <a:gd name="T11" fmla="*/ 12 h 14"/>
                  <a:gd name="T12" fmla="*/ 9 w 11"/>
                  <a:gd name="T13" fmla="*/ 13 h 14"/>
                  <a:gd name="T14" fmla="*/ 6 w 11"/>
                  <a:gd name="T15" fmla="*/ 11 h 14"/>
                  <a:gd name="T16" fmla="*/ 2 w 11"/>
                  <a:gd name="T17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4">
                    <a:moveTo>
                      <a:pt x="2" y="7"/>
                    </a:move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8" y="0"/>
                      <a:pt x="9" y="3"/>
                      <a:pt x="10" y="5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10"/>
                      <a:pt x="11" y="10"/>
                      <a:pt x="11" y="12"/>
                    </a:cubicBezTo>
                    <a:cubicBezTo>
                      <a:pt x="11" y="13"/>
                      <a:pt x="10" y="14"/>
                      <a:pt x="9" y="13"/>
                    </a:cubicBezTo>
                    <a:cubicBezTo>
                      <a:pt x="8" y="13"/>
                      <a:pt x="7" y="12"/>
                      <a:pt x="6" y="11"/>
                    </a:cubicBezTo>
                    <a:cubicBezTo>
                      <a:pt x="5" y="10"/>
                      <a:pt x="4" y="8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8" name="Freeform 2880">
                <a:extLst>
                  <a:ext uri="{FF2B5EF4-FFF2-40B4-BE49-F238E27FC236}">
                    <a16:creationId xmlns:a16="http://schemas.microsoft.com/office/drawing/2014/main" id="{C53DF06D-FDC3-8A40-B180-2E1D92F92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525"/>
                <a:ext cx="22" cy="26"/>
              </a:xfrm>
              <a:custGeom>
                <a:avLst/>
                <a:gdLst>
                  <a:gd name="T0" fmla="*/ 1 w 54"/>
                  <a:gd name="T1" fmla="*/ 35 h 64"/>
                  <a:gd name="T2" fmla="*/ 14 w 54"/>
                  <a:gd name="T3" fmla="*/ 36 h 64"/>
                  <a:gd name="T4" fmla="*/ 16 w 54"/>
                  <a:gd name="T5" fmla="*/ 25 h 64"/>
                  <a:gd name="T6" fmla="*/ 23 w 54"/>
                  <a:gd name="T7" fmla="*/ 23 h 64"/>
                  <a:gd name="T8" fmla="*/ 31 w 54"/>
                  <a:gd name="T9" fmla="*/ 20 h 64"/>
                  <a:gd name="T10" fmla="*/ 37 w 54"/>
                  <a:gd name="T11" fmla="*/ 15 h 64"/>
                  <a:gd name="T12" fmla="*/ 46 w 54"/>
                  <a:gd name="T13" fmla="*/ 2 h 64"/>
                  <a:gd name="T14" fmla="*/ 53 w 54"/>
                  <a:gd name="T15" fmla="*/ 16 h 64"/>
                  <a:gd name="T16" fmla="*/ 49 w 54"/>
                  <a:gd name="T17" fmla="*/ 24 h 64"/>
                  <a:gd name="T18" fmla="*/ 45 w 54"/>
                  <a:gd name="T19" fmla="*/ 34 h 64"/>
                  <a:gd name="T20" fmla="*/ 43 w 54"/>
                  <a:gd name="T21" fmla="*/ 46 h 64"/>
                  <a:gd name="T22" fmla="*/ 40 w 54"/>
                  <a:gd name="T23" fmla="*/ 55 h 64"/>
                  <a:gd name="T24" fmla="*/ 28 w 54"/>
                  <a:gd name="T25" fmla="*/ 63 h 64"/>
                  <a:gd name="T26" fmla="*/ 15 w 54"/>
                  <a:gd name="T27" fmla="*/ 62 h 64"/>
                  <a:gd name="T28" fmla="*/ 12 w 54"/>
                  <a:gd name="T29" fmla="*/ 59 h 64"/>
                  <a:gd name="T30" fmla="*/ 10 w 54"/>
                  <a:gd name="T31" fmla="*/ 52 h 64"/>
                  <a:gd name="T32" fmla="*/ 5 w 54"/>
                  <a:gd name="T33" fmla="*/ 43 h 64"/>
                  <a:gd name="T34" fmla="*/ 1 w 54"/>
                  <a:gd name="T35" fmla="*/ 3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" h="64">
                    <a:moveTo>
                      <a:pt x="1" y="35"/>
                    </a:moveTo>
                    <a:cubicBezTo>
                      <a:pt x="2" y="24"/>
                      <a:pt x="10" y="41"/>
                      <a:pt x="14" y="36"/>
                    </a:cubicBezTo>
                    <a:cubicBezTo>
                      <a:pt x="17" y="33"/>
                      <a:pt x="15" y="29"/>
                      <a:pt x="16" y="25"/>
                    </a:cubicBezTo>
                    <a:cubicBezTo>
                      <a:pt x="17" y="23"/>
                      <a:pt x="21" y="23"/>
                      <a:pt x="23" y="23"/>
                    </a:cubicBezTo>
                    <a:cubicBezTo>
                      <a:pt x="26" y="22"/>
                      <a:pt x="28" y="21"/>
                      <a:pt x="31" y="20"/>
                    </a:cubicBezTo>
                    <a:cubicBezTo>
                      <a:pt x="33" y="18"/>
                      <a:pt x="36" y="17"/>
                      <a:pt x="37" y="15"/>
                    </a:cubicBezTo>
                    <a:cubicBezTo>
                      <a:pt x="40" y="10"/>
                      <a:pt x="38" y="0"/>
                      <a:pt x="46" y="2"/>
                    </a:cubicBezTo>
                    <a:cubicBezTo>
                      <a:pt x="52" y="3"/>
                      <a:pt x="54" y="11"/>
                      <a:pt x="53" y="16"/>
                    </a:cubicBezTo>
                    <a:cubicBezTo>
                      <a:pt x="52" y="19"/>
                      <a:pt x="50" y="21"/>
                      <a:pt x="49" y="24"/>
                    </a:cubicBezTo>
                    <a:cubicBezTo>
                      <a:pt x="46" y="27"/>
                      <a:pt x="46" y="30"/>
                      <a:pt x="45" y="34"/>
                    </a:cubicBezTo>
                    <a:cubicBezTo>
                      <a:pt x="45" y="38"/>
                      <a:pt x="44" y="42"/>
                      <a:pt x="43" y="46"/>
                    </a:cubicBezTo>
                    <a:cubicBezTo>
                      <a:pt x="42" y="49"/>
                      <a:pt x="41" y="52"/>
                      <a:pt x="40" y="55"/>
                    </a:cubicBezTo>
                    <a:cubicBezTo>
                      <a:pt x="38" y="60"/>
                      <a:pt x="33" y="62"/>
                      <a:pt x="28" y="63"/>
                    </a:cubicBezTo>
                    <a:cubicBezTo>
                      <a:pt x="24" y="64"/>
                      <a:pt x="19" y="64"/>
                      <a:pt x="15" y="62"/>
                    </a:cubicBezTo>
                    <a:cubicBezTo>
                      <a:pt x="13" y="61"/>
                      <a:pt x="13" y="60"/>
                      <a:pt x="12" y="59"/>
                    </a:cubicBezTo>
                    <a:cubicBezTo>
                      <a:pt x="12" y="56"/>
                      <a:pt x="11" y="54"/>
                      <a:pt x="10" y="52"/>
                    </a:cubicBezTo>
                    <a:cubicBezTo>
                      <a:pt x="9" y="48"/>
                      <a:pt x="8" y="45"/>
                      <a:pt x="5" y="43"/>
                    </a:cubicBezTo>
                    <a:cubicBezTo>
                      <a:pt x="2" y="41"/>
                      <a:pt x="0" y="39"/>
                      <a:pt x="1" y="3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9" name="Freeform 2881">
                <a:extLst>
                  <a:ext uri="{FF2B5EF4-FFF2-40B4-BE49-F238E27FC236}">
                    <a16:creationId xmlns:a16="http://schemas.microsoft.com/office/drawing/2014/main" id="{FDCC509D-E287-9B45-B112-1792940AD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707"/>
                <a:ext cx="3" cy="3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2 h 7"/>
                  <a:gd name="T4" fmla="*/ 3 w 6"/>
                  <a:gd name="T5" fmla="*/ 1 h 7"/>
                  <a:gd name="T6" fmla="*/ 5 w 6"/>
                  <a:gd name="T7" fmla="*/ 3 h 7"/>
                  <a:gd name="T8" fmla="*/ 3 w 6"/>
                  <a:gd name="T9" fmla="*/ 7 h 7"/>
                  <a:gd name="T10" fmla="*/ 1 w 6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6" y="5"/>
                      <a:pt x="5" y="7"/>
                      <a:pt x="3" y="7"/>
                    </a:cubicBezTo>
                    <a:cubicBezTo>
                      <a:pt x="3" y="7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0" name="Freeform 2882">
                <a:extLst>
                  <a:ext uri="{FF2B5EF4-FFF2-40B4-BE49-F238E27FC236}">
                    <a16:creationId xmlns:a16="http://schemas.microsoft.com/office/drawing/2014/main" id="{5BE85267-3B7B-974B-8589-B21933017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700"/>
                <a:ext cx="5" cy="2"/>
              </a:xfrm>
              <a:custGeom>
                <a:avLst/>
                <a:gdLst>
                  <a:gd name="T0" fmla="*/ 3 w 12"/>
                  <a:gd name="T1" fmla="*/ 0 h 5"/>
                  <a:gd name="T2" fmla="*/ 6 w 12"/>
                  <a:gd name="T3" fmla="*/ 1 h 5"/>
                  <a:gd name="T4" fmla="*/ 8 w 12"/>
                  <a:gd name="T5" fmla="*/ 1 h 5"/>
                  <a:gd name="T6" fmla="*/ 11 w 12"/>
                  <a:gd name="T7" fmla="*/ 4 h 5"/>
                  <a:gd name="T8" fmla="*/ 8 w 12"/>
                  <a:gd name="T9" fmla="*/ 5 h 5"/>
                  <a:gd name="T10" fmla="*/ 5 w 12"/>
                  <a:gd name="T11" fmla="*/ 4 h 5"/>
                  <a:gd name="T12" fmla="*/ 1 w 12"/>
                  <a:gd name="T13" fmla="*/ 3 h 5"/>
                  <a:gd name="T14" fmla="*/ 3 w 1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4" y="0"/>
                      <a:pt x="5" y="0"/>
                      <a:pt x="6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10" y="1"/>
                      <a:pt x="12" y="3"/>
                      <a:pt x="11" y="4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6" y="5"/>
                      <a:pt x="6" y="5"/>
                      <a:pt x="5" y="4"/>
                    </a:cubicBezTo>
                    <a:cubicBezTo>
                      <a:pt x="4" y="3"/>
                      <a:pt x="2" y="4"/>
                      <a:pt x="1" y="3"/>
                    </a:cubicBezTo>
                    <a:cubicBezTo>
                      <a:pt x="0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1" name="Freeform 2883">
                <a:extLst>
                  <a:ext uri="{FF2B5EF4-FFF2-40B4-BE49-F238E27FC236}">
                    <a16:creationId xmlns:a16="http://schemas.microsoft.com/office/drawing/2014/main" id="{3A0A31E1-1867-A148-BE03-2802B3427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703"/>
                <a:ext cx="1" cy="2"/>
              </a:xfrm>
              <a:custGeom>
                <a:avLst/>
                <a:gdLst>
                  <a:gd name="T0" fmla="*/ 3 w 4"/>
                  <a:gd name="T1" fmla="*/ 1 h 6"/>
                  <a:gd name="T2" fmla="*/ 4 w 4"/>
                  <a:gd name="T3" fmla="*/ 3 h 6"/>
                  <a:gd name="T4" fmla="*/ 4 w 4"/>
                  <a:gd name="T5" fmla="*/ 4 h 6"/>
                  <a:gd name="T6" fmla="*/ 0 w 4"/>
                  <a:gd name="T7" fmla="*/ 3 h 6"/>
                  <a:gd name="T8" fmla="*/ 3 w 4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2" name="Freeform 2884">
                <a:extLst>
                  <a:ext uri="{FF2B5EF4-FFF2-40B4-BE49-F238E27FC236}">
                    <a16:creationId xmlns:a16="http://schemas.microsoft.com/office/drawing/2014/main" id="{580B5ECE-6D9C-A147-9104-5A98B95FB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699"/>
                <a:ext cx="2" cy="1"/>
              </a:xfrm>
              <a:custGeom>
                <a:avLst/>
                <a:gdLst>
                  <a:gd name="T0" fmla="*/ 1 w 5"/>
                  <a:gd name="T1" fmla="*/ 1 h 3"/>
                  <a:gd name="T2" fmla="*/ 3 w 5"/>
                  <a:gd name="T3" fmla="*/ 0 h 3"/>
                  <a:gd name="T4" fmla="*/ 4 w 5"/>
                  <a:gd name="T5" fmla="*/ 1 h 3"/>
                  <a:gd name="T6" fmla="*/ 2 w 5"/>
                  <a:gd name="T7" fmla="*/ 3 h 3"/>
                  <a:gd name="T8" fmla="*/ 1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3" name="Freeform 2885">
                <a:extLst>
                  <a:ext uri="{FF2B5EF4-FFF2-40B4-BE49-F238E27FC236}">
                    <a16:creationId xmlns:a16="http://schemas.microsoft.com/office/drawing/2014/main" id="{2331B03F-021B-3241-9DD3-E0B6F9D8A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694"/>
                <a:ext cx="2" cy="3"/>
              </a:xfrm>
              <a:custGeom>
                <a:avLst/>
                <a:gdLst>
                  <a:gd name="T0" fmla="*/ 2 w 5"/>
                  <a:gd name="T1" fmla="*/ 1 h 7"/>
                  <a:gd name="T2" fmla="*/ 5 w 5"/>
                  <a:gd name="T3" fmla="*/ 3 h 7"/>
                  <a:gd name="T4" fmla="*/ 1 w 5"/>
                  <a:gd name="T5" fmla="*/ 5 h 7"/>
                  <a:gd name="T6" fmla="*/ 2 w 5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3" y="0"/>
                      <a:pt x="5" y="1"/>
                      <a:pt x="5" y="3"/>
                    </a:cubicBezTo>
                    <a:cubicBezTo>
                      <a:pt x="5" y="5"/>
                      <a:pt x="2" y="7"/>
                      <a:pt x="1" y="5"/>
                    </a:cubicBezTo>
                    <a:cubicBezTo>
                      <a:pt x="0" y="4"/>
                      <a:pt x="0" y="1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4" name="Freeform 2886">
                <a:extLst>
                  <a:ext uri="{FF2B5EF4-FFF2-40B4-BE49-F238E27FC236}">
                    <a16:creationId xmlns:a16="http://schemas.microsoft.com/office/drawing/2014/main" id="{B0670870-A38C-1742-8CE0-00F504B98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689"/>
                <a:ext cx="14" cy="9"/>
              </a:xfrm>
              <a:custGeom>
                <a:avLst/>
                <a:gdLst>
                  <a:gd name="T0" fmla="*/ 10 w 34"/>
                  <a:gd name="T1" fmla="*/ 2 h 21"/>
                  <a:gd name="T2" fmla="*/ 13 w 34"/>
                  <a:gd name="T3" fmla="*/ 3 h 21"/>
                  <a:gd name="T4" fmla="*/ 19 w 34"/>
                  <a:gd name="T5" fmla="*/ 8 h 21"/>
                  <a:gd name="T6" fmla="*/ 25 w 34"/>
                  <a:gd name="T7" fmla="*/ 9 h 21"/>
                  <a:gd name="T8" fmla="*/ 28 w 34"/>
                  <a:gd name="T9" fmla="*/ 9 h 21"/>
                  <a:gd name="T10" fmla="*/ 31 w 34"/>
                  <a:gd name="T11" fmla="*/ 11 h 21"/>
                  <a:gd name="T12" fmla="*/ 34 w 34"/>
                  <a:gd name="T13" fmla="*/ 14 h 21"/>
                  <a:gd name="T14" fmla="*/ 30 w 34"/>
                  <a:gd name="T15" fmla="*/ 17 h 21"/>
                  <a:gd name="T16" fmla="*/ 29 w 34"/>
                  <a:gd name="T17" fmla="*/ 20 h 21"/>
                  <a:gd name="T18" fmla="*/ 26 w 34"/>
                  <a:gd name="T19" fmla="*/ 21 h 21"/>
                  <a:gd name="T20" fmla="*/ 22 w 34"/>
                  <a:gd name="T21" fmla="*/ 20 h 21"/>
                  <a:gd name="T22" fmla="*/ 18 w 34"/>
                  <a:gd name="T23" fmla="*/ 19 h 21"/>
                  <a:gd name="T24" fmla="*/ 8 w 34"/>
                  <a:gd name="T25" fmla="*/ 8 h 21"/>
                  <a:gd name="T26" fmla="*/ 2 w 34"/>
                  <a:gd name="T27" fmla="*/ 3 h 21"/>
                  <a:gd name="T28" fmla="*/ 5 w 34"/>
                  <a:gd name="T29" fmla="*/ 1 h 21"/>
                  <a:gd name="T30" fmla="*/ 10 w 34"/>
                  <a:gd name="T31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21">
                    <a:moveTo>
                      <a:pt x="10" y="2"/>
                    </a:moveTo>
                    <a:cubicBezTo>
                      <a:pt x="11" y="2"/>
                      <a:pt x="12" y="2"/>
                      <a:pt x="13" y="3"/>
                    </a:cubicBezTo>
                    <a:cubicBezTo>
                      <a:pt x="16" y="5"/>
                      <a:pt x="15" y="8"/>
                      <a:pt x="19" y="8"/>
                    </a:cubicBezTo>
                    <a:cubicBezTo>
                      <a:pt x="21" y="8"/>
                      <a:pt x="23" y="9"/>
                      <a:pt x="25" y="9"/>
                    </a:cubicBezTo>
                    <a:cubicBezTo>
                      <a:pt x="26" y="9"/>
                      <a:pt x="27" y="9"/>
                      <a:pt x="28" y="9"/>
                    </a:cubicBezTo>
                    <a:cubicBezTo>
                      <a:pt x="30" y="10"/>
                      <a:pt x="30" y="11"/>
                      <a:pt x="31" y="11"/>
                    </a:cubicBezTo>
                    <a:cubicBezTo>
                      <a:pt x="32" y="12"/>
                      <a:pt x="34" y="13"/>
                      <a:pt x="34" y="14"/>
                    </a:cubicBezTo>
                    <a:cubicBezTo>
                      <a:pt x="34" y="15"/>
                      <a:pt x="31" y="16"/>
                      <a:pt x="30" y="17"/>
                    </a:cubicBezTo>
                    <a:cubicBezTo>
                      <a:pt x="30" y="18"/>
                      <a:pt x="30" y="19"/>
                      <a:pt x="29" y="20"/>
                    </a:cubicBezTo>
                    <a:cubicBezTo>
                      <a:pt x="29" y="21"/>
                      <a:pt x="27" y="21"/>
                      <a:pt x="26" y="21"/>
                    </a:cubicBezTo>
                    <a:cubicBezTo>
                      <a:pt x="25" y="21"/>
                      <a:pt x="23" y="21"/>
                      <a:pt x="22" y="20"/>
                    </a:cubicBezTo>
                    <a:cubicBezTo>
                      <a:pt x="21" y="19"/>
                      <a:pt x="20" y="19"/>
                      <a:pt x="18" y="19"/>
                    </a:cubicBezTo>
                    <a:cubicBezTo>
                      <a:pt x="13" y="17"/>
                      <a:pt x="13" y="11"/>
                      <a:pt x="8" y="8"/>
                    </a:cubicBezTo>
                    <a:cubicBezTo>
                      <a:pt x="6" y="7"/>
                      <a:pt x="0" y="7"/>
                      <a:pt x="2" y="3"/>
                    </a:cubicBezTo>
                    <a:cubicBezTo>
                      <a:pt x="3" y="2"/>
                      <a:pt x="4" y="1"/>
                      <a:pt x="5" y="1"/>
                    </a:cubicBezTo>
                    <a:cubicBezTo>
                      <a:pt x="7" y="0"/>
                      <a:pt x="8" y="2"/>
                      <a:pt x="1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5" name="Freeform 2887">
                <a:extLst>
                  <a:ext uri="{FF2B5EF4-FFF2-40B4-BE49-F238E27FC236}">
                    <a16:creationId xmlns:a16="http://schemas.microsoft.com/office/drawing/2014/main" id="{32599B70-3621-4C4B-AB44-6E42EDE11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693"/>
                <a:ext cx="2" cy="2"/>
              </a:xfrm>
              <a:custGeom>
                <a:avLst/>
                <a:gdLst>
                  <a:gd name="T0" fmla="*/ 3 w 6"/>
                  <a:gd name="T1" fmla="*/ 4 h 4"/>
                  <a:gd name="T2" fmla="*/ 2 w 6"/>
                  <a:gd name="T3" fmla="*/ 4 h 4"/>
                  <a:gd name="T4" fmla="*/ 2 w 6"/>
                  <a:gd name="T5" fmla="*/ 1 h 4"/>
                  <a:gd name="T6" fmla="*/ 3 w 6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3" y="4"/>
                      <a:pt x="3" y="4"/>
                      <a:pt x="2" y="4"/>
                    </a:cubicBezTo>
                    <a:cubicBezTo>
                      <a:pt x="0" y="4"/>
                      <a:pt x="0" y="0"/>
                      <a:pt x="2" y="1"/>
                    </a:cubicBezTo>
                    <a:cubicBezTo>
                      <a:pt x="4" y="1"/>
                      <a:pt x="6" y="4"/>
                      <a:pt x="3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6" name="Freeform 2888">
                <a:extLst>
                  <a:ext uri="{FF2B5EF4-FFF2-40B4-BE49-F238E27FC236}">
                    <a16:creationId xmlns:a16="http://schemas.microsoft.com/office/drawing/2014/main" id="{06379611-2D71-E841-A816-F37277A98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91"/>
                <a:ext cx="3" cy="4"/>
              </a:xfrm>
              <a:custGeom>
                <a:avLst/>
                <a:gdLst>
                  <a:gd name="T0" fmla="*/ 3 w 7"/>
                  <a:gd name="T1" fmla="*/ 7 h 8"/>
                  <a:gd name="T2" fmla="*/ 0 w 7"/>
                  <a:gd name="T3" fmla="*/ 3 h 8"/>
                  <a:gd name="T4" fmla="*/ 4 w 7"/>
                  <a:gd name="T5" fmla="*/ 0 h 8"/>
                  <a:gd name="T6" fmla="*/ 6 w 7"/>
                  <a:gd name="T7" fmla="*/ 1 h 8"/>
                  <a:gd name="T8" fmla="*/ 3 w 7"/>
                  <a:gd name="T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7"/>
                    </a:moveTo>
                    <a:cubicBezTo>
                      <a:pt x="0" y="8"/>
                      <a:pt x="0" y="5"/>
                      <a:pt x="0" y="3"/>
                    </a:cubicBezTo>
                    <a:cubicBezTo>
                      <a:pt x="1" y="2"/>
                      <a:pt x="2" y="1"/>
                      <a:pt x="4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7" y="4"/>
                      <a:pt x="5" y="6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7" name="Freeform 2889">
                <a:extLst>
                  <a:ext uri="{FF2B5EF4-FFF2-40B4-BE49-F238E27FC236}">
                    <a16:creationId xmlns:a16="http://schemas.microsoft.com/office/drawing/2014/main" id="{EEFA2002-6044-8246-8F8C-D7024FB45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686"/>
                <a:ext cx="6" cy="6"/>
              </a:xfrm>
              <a:custGeom>
                <a:avLst/>
                <a:gdLst>
                  <a:gd name="T0" fmla="*/ 12 w 15"/>
                  <a:gd name="T1" fmla="*/ 12 h 14"/>
                  <a:gd name="T2" fmla="*/ 11 w 15"/>
                  <a:gd name="T3" fmla="*/ 13 h 14"/>
                  <a:gd name="T4" fmla="*/ 8 w 15"/>
                  <a:gd name="T5" fmla="*/ 12 h 14"/>
                  <a:gd name="T6" fmla="*/ 1 w 15"/>
                  <a:gd name="T7" fmla="*/ 9 h 14"/>
                  <a:gd name="T8" fmla="*/ 1 w 15"/>
                  <a:gd name="T9" fmla="*/ 6 h 14"/>
                  <a:gd name="T10" fmla="*/ 5 w 15"/>
                  <a:gd name="T11" fmla="*/ 4 h 14"/>
                  <a:gd name="T12" fmla="*/ 7 w 15"/>
                  <a:gd name="T13" fmla="*/ 1 h 14"/>
                  <a:gd name="T14" fmla="*/ 10 w 15"/>
                  <a:gd name="T15" fmla="*/ 0 h 14"/>
                  <a:gd name="T16" fmla="*/ 14 w 15"/>
                  <a:gd name="T17" fmla="*/ 3 h 14"/>
                  <a:gd name="T18" fmla="*/ 13 w 15"/>
                  <a:gd name="T19" fmla="*/ 9 h 14"/>
                  <a:gd name="T20" fmla="*/ 12 w 15"/>
                  <a:gd name="T21" fmla="*/ 11 h 14"/>
                  <a:gd name="T22" fmla="*/ 12 w 15"/>
                  <a:gd name="T23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4">
                    <a:moveTo>
                      <a:pt x="12" y="12"/>
                    </a:moveTo>
                    <a:cubicBezTo>
                      <a:pt x="12" y="13"/>
                      <a:pt x="12" y="13"/>
                      <a:pt x="11" y="13"/>
                    </a:cubicBezTo>
                    <a:cubicBezTo>
                      <a:pt x="10" y="14"/>
                      <a:pt x="9" y="13"/>
                      <a:pt x="8" y="12"/>
                    </a:cubicBezTo>
                    <a:cubicBezTo>
                      <a:pt x="5" y="11"/>
                      <a:pt x="3" y="12"/>
                      <a:pt x="1" y="9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2" y="5"/>
                      <a:pt x="4" y="5"/>
                      <a:pt x="5" y="4"/>
                    </a:cubicBezTo>
                    <a:cubicBezTo>
                      <a:pt x="6" y="3"/>
                      <a:pt x="6" y="2"/>
                      <a:pt x="7" y="1"/>
                    </a:cubicBezTo>
                    <a:cubicBezTo>
                      <a:pt x="7" y="1"/>
                      <a:pt x="9" y="0"/>
                      <a:pt x="10" y="0"/>
                    </a:cubicBezTo>
                    <a:cubicBezTo>
                      <a:pt x="12" y="0"/>
                      <a:pt x="14" y="1"/>
                      <a:pt x="14" y="3"/>
                    </a:cubicBezTo>
                    <a:cubicBezTo>
                      <a:pt x="15" y="5"/>
                      <a:pt x="14" y="7"/>
                      <a:pt x="13" y="9"/>
                    </a:cubicBezTo>
                    <a:cubicBezTo>
                      <a:pt x="13" y="10"/>
                      <a:pt x="12" y="10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8" name="Freeform 2890">
                <a:extLst>
                  <a:ext uri="{FF2B5EF4-FFF2-40B4-BE49-F238E27FC236}">
                    <a16:creationId xmlns:a16="http://schemas.microsoft.com/office/drawing/2014/main" id="{9104201A-3A1F-CA48-9C1B-5093631E5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685"/>
                <a:ext cx="3" cy="4"/>
              </a:xfrm>
              <a:custGeom>
                <a:avLst/>
                <a:gdLst>
                  <a:gd name="T0" fmla="*/ 6 w 7"/>
                  <a:gd name="T1" fmla="*/ 7 h 8"/>
                  <a:gd name="T2" fmla="*/ 2 w 7"/>
                  <a:gd name="T3" fmla="*/ 6 h 8"/>
                  <a:gd name="T4" fmla="*/ 0 w 7"/>
                  <a:gd name="T5" fmla="*/ 3 h 8"/>
                  <a:gd name="T6" fmla="*/ 3 w 7"/>
                  <a:gd name="T7" fmla="*/ 1 h 8"/>
                  <a:gd name="T8" fmla="*/ 4 w 7"/>
                  <a:gd name="T9" fmla="*/ 4 h 8"/>
                  <a:gd name="T10" fmla="*/ 6 w 7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6" y="7"/>
                    </a:moveTo>
                    <a:cubicBezTo>
                      <a:pt x="4" y="8"/>
                      <a:pt x="3" y="7"/>
                      <a:pt x="2" y="6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2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5" y="5"/>
                      <a:pt x="7" y="6"/>
                      <a:pt x="6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9" name="Freeform 2891">
                <a:extLst>
                  <a:ext uri="{FF2B5EF4-FFF2-40B4-BE49-F238E27FC236}">
                    <a16:creationId xmlns:a16="http://schemas.microsoft.com/office/drawing/2014/main" id="{A931A382-E4E9-D54E-A2C6-735956182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685"/>
                <a:ext cx="6" cy="5"/>
              </a:xfrm>
              <a:custGeom>
                <a:avLst/>
                <a:gdLst>
                  <a:gd name="T0" fmla="*/ 0 w 17"/>
                  <a:gd name="T1" fmla="*/ 5 h 12"/>
                  <a:gd name="T2" fmla="*/ 7 w 17"/>
                  <a:gd name="T3" fmla="*/ 2 h 12"/>
                  <a:gd name="T4" fmla="*/ 14 w 17"/>
                  <a:gd name="T5" fmla="*/ 1 h 12"/>
                  <a:gd name="T6" fmla="*/ 14 w 17"/>
                  <a:gd name="T7" fmla="*/ 5 h 12"/>
                  <a:gd name="T8" fmla="*/ 11 w 17"/>
                  <a:gd name="T9" fmla="*/ 7 h 12"/>
                  <a:gd name="T10" fmla="*/ 5 w 17"/>
                  <a:gd name="T11" fmla="*/ 11 h 12"/>
                  <a:gd name="T12" fmla="*/ 1 w 17"/>
                  <a:gd name="T13" fmla="*/ 10 h 12"/>
                  <a:gd name="T14" fmla="*/ 0 w 17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2">
                    <a:moveTo>
                      <a:pt x="0" y="5"/>
                    </a:moveTo>
                    <a:cubicBezTo>
                      <a:pt x="0" y="2"/>
                      <a:pt x="5" y="2"/>
                      <a:pt x="7" y="2"/>
                    </a:cubicBezTo>
                    <a:cubicBezTo>
                      <a:pt x="10" y="2"/>
                      <a:pt x="12" y="0"/>
                      <a:pt x="14" y="1"/>
                    </a:cubicBezTo>
                    <a:cubicBezTo>
                      <a:pt x="17" y="1"/>
                      <a:pt x="17" y="4"/>
                      <a:pt x="14" y="5"/>
                    </a:cubicBezTo>
                    <a:cubicBezTo>
                      <a:pt x="13" y="5"/>
                      <a:pt x="12" y="6"/>
                      <a:pt x="11" y="7"/>
                    </a:cubicBezTo>
                    <a:cubicBezTo>
                      <a:pt x="9" y="8"/>
                      <a:pt x="7" y="10"/>
                      <a:pt x="5" y="11"/>
                    </a:cubicBezTo>
                    <a:cubicBezTo>
                      <a:pt x="4" y="12"/>
                      <a:pt x="2" y="10"/>
                      <a:pt x="1" y="10"/>
                    </a:cubicBezTo>
                    <a:cubicBezTo>
                      <a:pt x="0" y="8"/>
                      <a:pt x="0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0" name="Freeform 2892">
                <a:extLst>
                  <a:ext uri="{FF2B5EF4-FFF2-40B4-BE49-F238E27FC236}">
                    <a16:creationId xmlns:a16="http://schemas.microsoft.com/office/drawing/2014/main" id="{A5F790A3-26E5-774B-9341-01D88FD55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678"/>
                <a:ext cx="11" cy="7"/>
              </a:xfrm>
              <a:custGeom>
                <a:avLst/>
                <a:gdLst>
                  <a:gd name="T0" fmla="*/ 7 w 27"/>
                  <a:gd name="T1" fmla="*/ 1 h 16"/>
                  <a:gd name="T2" fmla="*/ 18 w 27"/>
                  <a:gd name="T3" fmla="*/ 0 h 16"/>
                  <a:gd name="T4" fmla="*/ 23 w 27"/>
                  <a:gd name="T5" fmla="*/ 1 h 16"/>
                  <a:gd name="T6" fmla="*/ 26 w 27"/>
                  <a:gd name="T7" fmla="*/ 5 h 16"/>
                  <a:gd name="T8" fmla="*/ 25 w 27"/>
                  <a:gd name="T9" fmla="*/ 10 h 16"/>
                  <a:gd name="T10" fmla="*/ 21 w 27"/>
                  <a:gd name="T11" fmla="*/ 13 h 16"/>
                  <a:gd name="T12" fmla="*/ 11 w 27"/>
                  <a:gd name="T13" fmla="*/ 15 h 16"/>
                  <a:gd name="T14" fmla="*/ 2 w 27"/>
                  <a:gd name="T15" fmla="*/ 13 h 16"/>
                  <a:gd name="T16" fmla="*/ 0 w 27"/>
                  <a:gd name="T17" fmla="*/ 9 h 16"/>
                  <a:gd name="T18" fmla="*/ 3 w 27"/>
                  <a:gd name="T19" fmla="*/ 3 h 16"/>
                  <a:gd name="T20" fmla="*/ 7 w 27"/>
                  <a:gd name="T2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6">
                    <a:moveTo>
                      <a:pt x="7" y="1"/>
                    </a:moveTo>
                    <a:cubicBezTo>
                      <a:pt x="11" y="0"/>
                      <a:pt x="15" y="1"/>
                      <a:pt x="18" y="0"/>
                    </a:cubicBezTo>
                    <a:cubicBezTo>
                      <a:pt x="20" y="0"/>
                      <a:pt x="22" y="1"/>
                      <a:pt x="23" y="1"/>
                    </a:cubicBezTo>
                    <a:cubicBezTo>
                      <a:pt x="25" y="2"/>
                      <a:pt x="26" y="3"/>
                      <a:pt x="26" y="5"/>
                    </a:cubicBezTo>
                    <a:cubicBezTo>
                      <a:pt x="27" y="6"/>
                      <a:pt x="26" y="9"/>
                      <a:pt x="25" y="10"/>
                    </a:cubicBezTo>
                    <a:cubicBezTo>
                      <a:pt x="24" y="12"/>
                      <a:pt x="23" y="13"/>
                      <a:pt x="21" y="13"/>
                    </a:cubicBezTo>
                    <a:cubicBezTo>
                      <a:pt x="18" y="14"/>
                      <a:pt x="15" y="14"/>
                      <a:pt x="11" y="15"/>
                    </a:cubicBezTo>
                    <a:cubicBezTo>
                      <a:pt x="8" y="16"/>
                      <a:pt x="4" y="14"/>
                      <a:pt x="2" y="13"/>
                    </a:cubicBezTo>
                    <a:cubicBezTo>
                      <a:pt x="1" y="12"/>
                      <a:pt x="0" y="10"/>
                      <a:pt x="0" y="9"/>
                    </a:cubicBezTo>
                    <a:cubicBezTo>
                      <a:pt x="1" y="7"/>
                      <a:pt x="2" y="5"/>
                      <a:pt x="3" y="3"/>
                    </a:cubicBezTo>
                    <a:cubicBezTo>
                      <a:pt x="4" y="1"/>
                      <a:pt x="6" y="1"/>
                      <a:pt x="7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1" name="Freeform 2893">
                <a:extLst>
                  <a:ext uri="{FF2B5EF4-FFF2-40B4-BE49-F238E27FC236}">
                    <a16:creationId xmlns:a16="http://schemas.microsoft.com/office/drawing/2014/main" id="{365452C5-141B-0847-AE26-5A9543307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79"/>
                <a:ext cx="3" cy="1"/>
              </a:xfrm>
              <a:custGeom>
                <a:avLst/>
                <a:gdLst>
                  <a:gd name="T0" fmla="*/ 1 w 7"/>
                  <a:gd name="T1" fmla="*/ 2 h 4"/>
                  <a:gd name="T2" fmla="*/ 1 w 7"/>
                  <a:gd name="T3" fmla="*/ 1 h 4"/>
                  <a:gd name="T4" fmla="*/ 4 w 7"/>
                  <a:gd name="T5" fmla="*/ 0 h 4"/>
                  <a:gd name="T6" fmla="*/ 6 w 7"/>
                  <a:gd name="T7" fmla="*/ 1 h 4"/>
                  <a:gd name="T8" fmla="*/ 1 w 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7" y="4"/>
                      <a:pt x="0" y="4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2" name="Freeform 2894">
                <a:extLst>
                  <a:ext uri="{FF2B5EF4-FFF2-40B4-BE49-F238E27FC236}">
                    <a16:creationId xmlns:a16="http://schemas.microsoft.com/office/drawing/2014/main" id="{A5D3841B-55E0-3345-A2F6-26F45F402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678"/>
                <a:ext cx="3" cy="3"/>
              </a:xfrm>
              <a:custGeom>
                <a:avLst/>
                <a:gdLst>
                  <a:gd name="T0" fmla="*/ 0 w 9"/>
                  <a:gd name="T1" fmla="*/ 6 h 6"/>
                  <a:gd name="T2" fmla="*/ 1 w 9"/>
                  <a:gd name="T3" fmla="*/ 3 h 6"/>
                  <a:gd name="T4" fmla="*/ 2 w 9"/>
                  <a:gd name="T5" fmla="*/ 2 h 6"/>
                  <a:gd name="T6" fmla="*/ 3 w 9"/>
                  <a:gd name="T7" fmla="*/ 1 h 6"/>
                  <a:gd name="T8" fmla="*/ 6 w 9"/>
                  <a:gd name="T9" fmla="*/ 0 h 6"/>
                  <a:gd name="T10" fmla="*/ 6 w 9"/>
                  <a:gd name="T11" fmla="*/ 4 h 6"/>
                  <a:gd name="T12" fmla="*/ 4 w 9"/>
                  <a:gd name="T13" fmla="*/ 6 h 6"/>
                  <a:gd name="T14" fmla="*/ 0 w 9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0" y="5"/>
                      <a:pt x="0" y="4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0"/>
                      <a:pt x="6" y="0"/>
                      <a:pt x="6" y="0"/>
                    </a:cubicBezTo>
                    <a:cubicBezTo>
                      <a:pt x="9" y="1"/>
                      <a:pt x="7" y="3"/>
                      <a:pt x="6" y="4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3" y="6"/>
                      <a:pt x="0" y="6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3" name="Freeform 2895">
                <a:extLst>
                  <a:ext uri="{FF2B5EF4-FFF2-40B4-BE49-F238E27FC236}">
                    <a16:creationId xmlns:a16="http://schemas.microsoft.com/office/drawing/2014/main" id="{C598D991-B875-B74B-B42E-1EEEE6D05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678"/>
                <a:ext cx="2" cy="3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1 h 7"/>
                  <a:gd name="T4" fmla="*/ 4 w 5"/>
                  <a:gd name="T5" fmla="*/ 5 h 7"/>
                  <a:gd name="T6" fmla="*/ 0 w 5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1"/>
                      <a:pt x="1" y="0"/>
                      <a:pt x="3" y="1"/>
                    </a:cubicBezTo>
                    <a:cubicBezTo>
                      <a:pt x="4" y="2"/>
                      <a:pt x="5" y="4"/>
                      <a:pt x="4" y="5"/>
                    </a:cubicBezTo>
                    <a:cubicBezTo>
                      <a:pt x="2" y="7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4" name="Freeform 2896">
                <a:extLst>
                  <a:ext uri="{FF2B5EF4-FFF2-40B4-BE49-F238E27FC236}">
                    <a16:creationId xmlns:a16="http://schemas.microsoft.com/office/drawing/2014/main" id="{2CF8051A-37A2-6040-863E-421C42763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678"/>
                <a:ext cx="4" cy="7"/>
              </a:xfrm>
              <a:custGeom>
                <a:avLst/>
                <a:gdLst>
                  <a:gd name="T0" fmla="*/ 3 w 10"/>
                  <a:gd name="T1" fmla="*/ 14 h 16"/>
                  <a:gd name="T2" fmla="*/ 1 w 10"/>
                  <a:gd name="T3" fmla="*/ 8 h 16"/>
                  <a:gd name="T4" fmla="*/ 7 w 10"/>
                  <a:gd name="T5" fmla="*/ 1 h 16"/>
                  <a:gd name="T6" fmla="*/ 10 w 10"/>
                  <a:gd name="T7" fmla="*/ 6 h 16"/>
                  <a:gd name="T8" fmla="*/ 9 w 10"/>
                  <a:gd name="T9" fmla="*/ 11 h 16"/>
                  <a:gd name="T10" fmla="*/ 8 w 10"/>
                  <a:gd name="T11" fmla="*/ 14 h 16"/>
                  <a:gd name="T12" fmla="*/ 3 w 10"/>
                  <a:gd name="T1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3" y="14"/>
                    </a:moveTo>
                    <a:cubicBezTo>
                      <a:pt x="1" y="13"/>
                      <a:pt x="2" y="10"/>
                      <a:pt x="1" y="8"/>
                    </a:cubicBezTo>
                    <a:cubicBezTo>
                      <a:pt x="0" y="4"/>
                      <a:pt x="4" y="0"/>
                      <a:pt x="7" y="1"/>
                    </a:cubicBezTo>
                    <a:cubicBezTo>
                      <a:pt x="9" y="2"/>
                      <a:pt x="10" y="4"/>
                      <a:pt x="10" y="6"/>
                    </a:cubicBezTo>
                    <a:cubicBezTo>
                      <a:pt x="9" y="8"/>
                      <a:pt x="9" y="9"/>
                      <a:pt x="9" y="11"/>
                    </a:cubicBezTo>
                    <a:cubicBezTo>
                      <a:pt x="8" y="12"/>
                      <a:pt x="9" y="13"/>
                      <a:pt x="8" y="14"/>
                    </a:cubicBezTo>
                    <a:cubicBezTo>
                      <a:pt x="8" y="15"/>
                      <a:pt x="4" y="16"/>
                      <a:pt x="3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5" name="Freeform 2897">
                <a:extLst>
                  <a:ext uri="{FF2B5EF4-FFF2-40B4-BE49-F238E27FC236}">
                    <a16:creationId xmlns:a16="http://schemas.microsoft.com/office/drawing/2014/main" id="{51BD3691-956A-704C-B330-789F5AD9F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683"/>
                <a:ext cx="2" cy="2"/>
              </a:xfrm>
              <a:custGeom>
                <a:avLst/>
                <a:gdLst>
                  <a:gd name="T0" fmla="*/ 5 w 5"/>
                  <a:gd name="T1" fmla="*/ 4 h 5"/>
                  <a:gd name="T2" fmla="*/ 1 w 5"/>
                  <a:gd name="T3" fmla="*/ 5 h 5"/>
                  <a:gd name="T4" fmla="*/ 2 w 5"/>
                  <a:gd name="T5" fmla="*/ 1 h 5"/>
                  <a:gd name="T6" fmla="*/ 5 w 5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5" y="5"/>
                      <a:pt x="2" y="5"/>
                      <a:pt x="1" y="5"/>
                    </a:cubicBezTo>
                    <a:cubicBezTo>
                      <a:pt x="1" y="5"/>
                      <a:pt x="0" y="0"/>
                      <a:pt x="2" y="1"/>
                    </a:cubicBezTo>
                    <a:cubicBezTo>
                      <a:pt x="3" y="1"/>
                      <a:pt x="5" y="3"/>
                      <a:pt x="5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6" name="Freeform 2898">
                <a:extLst>
                  <a:ext uri="{FF2B5EF4-FFF2-40B4-BE49-F238E27FC236}">
                    <a16:creationId xmlns:a16="http://schemas.microsoft.com/office/drawing/2014/main" id="{5525EEF6-414B-044D-AB97-2B6372F8D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669"/>
                <a:ext cx="3" cy="4"/>
              </a:xfrm>
              <a:custGeom>
                <a:avLst/>
                <a:gdLst>
                  <a:gd name="T0" fmla="*/ 5 w 8"/>
                  <a:gd name="T1" fmla="*/ 9 h 10"/>
                  <a:gd name="T2" fmla="*/ 1 w 8"/>
                  <a:gd name="T3" fmla="*/ 7 h 10"/>
                  <a:gd name="T4" fmla="*/ 1 w 8"/>
                  <a:gd name="T5" fmla="*/ 4 h 10"/>
                  <a:gd name="T6" fmla="*/ 3 w 8"/>
                  <a:gd name="T7" fmla="*/ 0 h 10"/>
                  <a:gd name="T8" fmla="*/ 8 w 8"/>
                  <a:gd name="T9" fmla="*/ 4 h 10"/>
                  <a:gd name="T10" fmla="*/ 5 w 8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5" y="9"/>
                    </a:moveTo>
                    <a:cubicBezTo>
                      <a:pt x="4" y="10"/>
                      <a:pt x="2" y="8"/>
                      <a:pt x="1" y="7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1" y="2"/>
                      <a:pt x="0" y="0"/>
                      <a:pt x="3" y="0"/>
                    </a:cubicBezTo>
                    <a:cubicBezTo>
                      <a:pt x="5" y="1"/>
                      <a:pt x="8" y="1"/>
                      <a:pt x="8" y="4"/>
                    </a:cubicBezTo>
                    <a:cubicBezTo>
                      <a:pt x="8" y="5"/>
                      <a:pt x="7" y="8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7" name="Freeform 2899">
                <a:extLst>
                  <a:ext uri="{FF2B5EF4-FFF2-40B4-BE49-F238E27FC236}">
                    <a16:creationId xmlns:a16="http://schemas.microsoft.com/office/drawing/2014/main" id="{210C62C8-D9C2-1A4C-B822-DA352C95A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659"/>
                <a:ext cx="11" cy="27"/>
              </a:xfrm>
              <a:custGeom>
                <a:avLst/>
                <a:gdLst>
                  <a:gd name="T0" fmla="*/ 4 w 27"/>
                  <a:gd name="T1" fmla="*/ 65 h 66"/>
                  <a:gd name="T2" fmla="*/ 0 w 27"/>
                  <a:gd name="T3" fmla="*/ 62 h 66"/>
                  <a:gd name="T4" fmla="*/ 2 w 27"/>
                  <a:gd name="T5" fmla="*/ 50 h 66"/>
                  <a:gd name="T6" fmla="*/ 6 w 27"/>
                  <a:gd name="T7" fmla="*/ 34 h 66"/>
                  <a:gd name="T8" fmla="*/ 10 w 27"/>
                  <a:gd name="T9" fmla="*/ 30 h 66"/>
                  <a:gd name="T10" fmla="*/ 16 w 27"/>
                  <a:gd name="T11" fmla="*/ 27 h 66"/>
                  <a:gd name="T12" fmla="*/ 15 w 27"/>
                  <a:gd name="T13" fmla="*/ 21 h 66"/>
                  <a:gd name="T14" fmla="*/ 13 w 27"/>
                  <a:gd name="T15" fmla="*/ 14 h 66"/>
                  <a:gd name="T16" fmla="*/ 15 w 27"/>
                  <a:gd name="T17" fmla="*/ 7 h 66"/>
                  <a:gd name="T18" fmla="*/ 18 w 27"/>
                  <a:gd name="T19" fmla="*/ 4 h 66"/>
                  <a:gd name="T20" fmla="*/ 22 w 27"/>
                  <a:gd name="T21" fmla="*/ 1 h 66"/>
                  <a:gd name="T22" fmla="*/ 24 w 27"/>
                  <a:gd name="T23" fmla="*/ 9 h 66"/>
                  <a:gd name="T24" fmla="*/ 27 w 27"/>
                  <a:gd name="T25" fmla="*/ 24 h 66"/>
                  <a:gd name="T26" fmla="*/ 26 w 27"/>
                  <a:gd name="T27" fmla="*/ 32 h 66"/>
                  <a:gd name="T28" fmla="*/ 25 w 27"/>
                  <a:gd name="T29" fmla="*/ 40 h 66"/>
                  <a:gd name="T30" fmla="*/ 21 w 27"/>
                  <a:gd name="T31" fmla="*/ 54 h 66"/>
                  <a:gd name="T32" fmla="*/ 20 w 27"/>
                  <a:gd name="T33" fmla="*/ 56 h 66"/>
                  <a:gd name="T34" fmla="*/ 18 w 27"/>
                  <a:gd name="T35" fmla="*/ 61 h 66"/>
                  <a:gd name="T36" fmla="*/ 4 w 27"/>
                  <a:gd name="T37" fmla="*/ 6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66">
                    <a:moveTo>
                      <a:pt x="4" y="65"/>
                    </a:moveTo>
                    <a:cubicBezTo>
                      <a:pt x="2" y="65"/>
                      <a:pt x="0" y="64"/>
                      <a:pt x="0" y="62"/>
                    </a:cubicBezTo>
                    <a:cubicBezTo>
                      <a:pt x="0" y="58"/>
                      <a:pt x="2" y="54"/>
                      <a:pt x="2" y="50"/>
                    </a:cubicBezTo>
                    <a:cubicBezTo>
                      <a:pt x="3" y="45"/>
                      <a:pt x="4" y="39"/>
                      <a:pt x="6" y="34"/>
                    </a:cubicBezTo>
                    <a:cubicBezTo>
                      <a:pt x="7" y="32"/>
                      <a:pt x="8" y="30"/>
                      <a:pt x="10" y="30"/>
                    </a:cubicBezTo>
                    <a:cubicBezTo>
                      <a:pt x="12" y="29"/>
                      <a:pt x="14" y="29"/>
                      <a:pt x="16" y="27"/>
                    </a:cubicBezTo>
                    <a:cubicBezTo>
                      <a:pt x="17" y="25"/>
                      <a:pt x="16" y="23"/>
                      <a:pt x="15" y="21"/>
                    </a:cubicBezTo>
                    <a:cubicBezTo>
                      <a:pt x="14" y="19"/>
                      <a:pt x="13" y="16"/>
                      <a:pt x="13" y="14"/>
                    </a:cubicBezTo>
                    <a:cubicBezTo>
                      <a:pt x="13" y="11"/>
                      <a:pt x="13" y="9"/>
                      <a:pt x="15" y="7"/>
                    </a:cubicBezTo>
                    <a:cubicBezTo>
                      <a:pt x="16" y="6"/>
                      <a:pt x="17" y="5"/>
                      <a:pt x="18" y="4"/>
                    </a:cubicBezTo>
                    <a:cubicBezTo>
                      <a:pt x="18" y="1"/>
                      <a:pt x="20" y="0"/>
                      <a:pt x="22" y="1"/>
                    </a:cubicBezTo>
                    <a:cubicBezTo>
                      <a:pt x="25" y="3"/>
                      <a:pt x="24" y="6"/>
                      <a:pt x="24" y="9"/>
                    </a:cubicBezTo>
                    <a:cubicBezTo>
                      <a:pt x="24" y="14"/>
                      <a:pt x="26" y="19"/>
                      <a:pt x="27" y="24"/>
                    </a:cubicBezTo>
                    <a:cubicBezTo>
                      <a:pt x="27" y="27"/>
                      <a:pt x="27" y="29"/>
                      <a:pt x="26" y="32"/>
                    </a:cubicBezTo>
                    <a:cubicBezTo>
                      <a:pt x="25" y="35"/>
                      <a:pt x="25" y="37"/>
                      <a:pt x="25" y="40"/>
                    </a:cubicBezTo>
                    <a:cubicBezTo>
                      <a:pt x="24" y="44"/>
                      <a:pt x="22" y="49"/>
                      <a:pt x="21" y="54"/>
                    </a:cubicBezTo>
                    <a:cubicBezTo>
                      <a:pt x="21" y="55"/>
                      <a:pt x="21" y="55"/>
                      <a:pt x="20" y="56"/>
                    </a:cubicBezTo>
                    <a:cubicBezTo>
                      <a:pt x="19" y="58"/>
                      <a:pt x="19" y="59"/>
                      <a:pt x="18" y="61"/>
                    </a:cubicBezTo>
                    <a:cubicBezTo>
                      <a:pt x="14" y="65"/>
                      <a:pt x="9" y="66"/>
                      <a:pt x="4" y="6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8" name="Freeform 2900">
                <a:extLst>
                  <a:ext uri="{FF2B5EF4-FFF2-40B4-BE49-F238E27FC236}">
                    <a16:creationId xmlns:a16="http://schemas.microsoft.com/office/drawing/2014/main" id="{666417A3-347F-1448-B830-DFBAD95CB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793"/>
                <a:ext cx="7" cy="4"/>
              </a:xfrm>
              <a:custGeom>
                <a:avLst/>
                <a:gdLst>
                  <a:gd name="T0" fmla="*/ 4 w 15"/>
                  <a:gd name="T1" fmla="*/ 0 h 11"/>
                  <a:gd name="T2" fmla="*/ 8 w 15"/>
                  <a:gd name="T3" fmla="*/ 3 h 11"/>
                  <a:gd name="T4" fmla="*/ 14 w 15"/>
                  <a:gd name="T5" fmla="*/ 7 h 11"/>
                  <a:gd name="T6" fmla="*/ 11 w 15"/>
                  <a:gd name="T7" fmla="*/ 10 h 11"/>
                  <a:gd name="T8" fmla="*/ 6 w 15"/>
                  <a:gd name="T9" fmla="*/ 7 h 11"/>
                  <a:gd name="T10" fmla="*/ 3 w 15"/>
                  <a:gd name="T11" fmla="*/ 5 h 11"/>
                  <a:gd name="T12" fmla="*/ 4 w 15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4" y="0"/>
                    </a:moveTo>
                    <a:cubicBezTo>
                      <a:pt x="6" y="0"/>
                      <a:pt x="6" y="3"/>
                      <a:pt x="8" y="3"/>
                    </a:cubicBezTo>
                    <a:cubicBezTo>
                      <a:pt x="10" y="4"/>
                      <a:pt x="12" y="5"/>
                      <a:pt x="14" y="7"/>
                    </a:cubicBezTo>
                    <a:cubicBezTo>
                      <a:pt x="15" y="9"/>
                      <a:pt x="13" y="11"/>
                      <a:pt x="11" y="10"/>
                    </a:cubicBezTo>
                    <a:cubicBezTo>
                      <a:pt x="10" y="9"/>
                      <a:pt x="8" y="8"/>
                      <a:pt x="6" y="7"/>
                    </a:cubicBezTo>
                    <a:cubicBezTo>
                      <a:pt x="5" y="6"/>
                      <a:pt x="4" y="6"/>
                      <a:pt x="3" y="5"/>
                    </a:cubicBezTo>
                    <a:cubicBezTo>
                      <a:pt x="2" y="4"/>
                      <a:pt x="0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9" name="Freeform 2901">
                <a:extLst>
                  <a:ext uri="{FF2B5EF4-FFF2-40B4-BE49-F238E27FC236}">
                    <a16:creationId xmlns:a16="http://schemas.microsoft.com/office/drawing/2014/main" id="{E91E23B8-534F-354F-B698-980819B5D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824"/>
                <a:ext cx="3" cy="3"/>
              </a:xfrm>
              <a:custGeom>
                <a:avLst/>
                <a:gdLst>
                  <a:gd name="T0" fmla="*/ 1 w 7"/>
                  <a:gd name="T1" fmla="*/ 4 h 7"/>
                  <a:gd name="T2" fmla="*/ 1 w 7"/>
                  <a:gd name="T3" fmla="*/ 2 h 7"/>
                  <a:gd name="T4" fmla="*/ 2 w 7"/>
                  <a:gd name="T5" fmla="*/ 1 h 7"/>
                  <a:gd name="T6" fmla="*/ 4 w 7"/>
                  <a:gd name="T7" fmla="*/ 1 h 7"/>
                  <a:gd name="T8" fmla="*/ 7 w 7"/>
                  <a:gd name="T9" fmla="*/ 2 h 7"/>
                  <a:gd name="T10" fmla="*/ 7 w 7"/>
                  <a:gd name="T11" fmla="*/ 4 h 7"/>
                  <a:gd name="T12" fmla="*/ 1 w 7"/>
                  <a:gd name="T1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7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0" name="Freeform 2902">
                <a:extLst>
                  <a:ext uri="{FF2B5EF4-FFF2-40B4-BE49-F238E27FC236}">
                    <a16:creationId xmlns:a16="http://schemas.microsoft.com/office/drawing/2014/main" id="{F6951673-A869-644E-B314-EE337C435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827"/>
                <a:ext cx="3" cy="2"/>
              </a:xfrm>
              <a:custGeom>
                <a:avLst/>
                <a:gdLst>
                  <a:gd name="T0" fmla="*/ 1 w 6"/>
                  <a:gd name="T1" fmla="*/ 3 h 5"/>
                  <a:gd name="T2" fmla="*/ 0 w 6"/>
                  <a:gd name="T3" fmla="*/ 2 h 5"/>
                  <a:gd name="T4" fmla="*/ 3 w 6"/>
                  <a:gd name="T5" fmla="*/ 1 h 5"/>
                  <a:gd name="T6" fmla="*/ 6 w 6"/>
                  <a:gd name="T7" fmla="*/ 2 h 5"/>
                  <a:gd name="T8" fmla="*/ 1 w 6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1" y="5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1" name="Freeform 2903">
                <a:extLst>
                  <a:ext uri="{FF2B5EF4-FFF2-40B4-BE49-F238E27FC236}">
                    <a16:creationId xmlns:a16="http://schemas.microsoft.com/office/drawing/2014/main" id="{C539F7D8-D571-3344-8B33-8CCA941C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821"/>
                <a:ext cx="4" cy="3"/>
              </a:xfrm>
              <a:custGeom>
                <a:avLst/>
                <a:gdLst>
                  <a:gd name="T0" fmla="*/ 0 w 8"/>
                  <a:gd name="T1" fmla="*/ 6 h 8"/>
                  <a:gd name="T2" fmla="*/ 0 w 8"/>
                  <a:gd name="T3" fmla="*/ 4 h 8"/>
                  <a:gd name="T4" fmla="*/ 2 w 8"/>
                  <a:gd name="T5" fmla="*/ 2 h 8"/>
                  <a:gd name="T6" fmla="*/ 3 w 8"/>
                  <a:gd name="T7" fmla="*/ 0 h 8"/>
                  <a:gd name="T8" fmla="*/ 6 w 8"/>
                  <a:gd name="T9" fmla="*/ 0 h 8"/>
                  <a:gd name="T10" fmla="*/ 7 w 8"/>
                  <a:gd name="T11" fmla="*/ 3 h 8"/>
                  <a:gd name="T12" fmla="*/ 4 w 8"/>
                  <a:gd name="T13" fmla="*/ 6 h 8"/>
                  <a:gd name="T14" fmla="*/ 0 w 8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8" y="2"/>
                      <a:pt x="7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3" y="7"/>
                      <a:pt x="1" y="8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2" name="Freeform 2904">
                <a:extLst>
                  <a:ext uri="{FF2B5EF4-FFF2-40B4-BE49-F238E27FC236}">
                    <a16:creationId xmlns:a16="http://schemas.microsoft.com/office/drawing/2014/main" id="{8936C877-ABED-AB4C-8E76-D05090216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778"/>
                <a:ext cx="4" cy="3"/>
              </a:xfrm>
              <a:custGeom>
                <a:avLst/>
                <a:gdLst>
                  <a:gd name="T0" fmla="*/ 2 w 9"/>
                  <a:gd name="T1" fmla="*/ 2 h 8"/>
                  <a:gd name="T2" fmla="*/ 5 w 9"/>
                  <a:gd name="T3" fmla="*/ 0 h 8"/>
                  <a:gd name="T4" fmla="*/ 7 w 9"/>
                  <a:gd name="T5" fmla="*/ 0 h 8"/>
                  <a:gd name="T6" fmla="*/ 5 w 9"/>
                  <a:gd name="T7" fmla="*/ 6 h 8"/>
                  <a:gd name="T8" fmla="*/ 1 w 9"/>
                  <a:gd name="T9" fmla="*/ 6 h 8"/>
                  <a:gd name="T10" fmla="*/ 2 w 9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2" y="2"/>
                    </a:moveTo>
                    <a:cubicBezTo>
                      <a:pt x="3" y="1"/>
                      <a:pt x="4" y="0"/>
                      <a:pt x="5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9" y="1"/>
                      <a:pt x="5" y="5"/>
                      <a:pt x="5" y="6"/>
                    </a:cubicBezTo>
                    <a:cubicBezTo>
                      <a:pt x="4" y="7"/>
                      <a:pt x="2" y="8"/>
                      <a:pt x="1" y="6"/>
                    </a:cubicBezTo>
                    <a:cubicBezTo>
                      <a:pt x="0" y="5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3" name="Freeform 2905">
                <a:extLst>
                  <a:ext uri="{FF2B5EF4-FFF2-40B4-BE49-F238E27FC236}">
                    <a16:creationId xmlns:a16="http://schemas.microsoft.com/office/drawing/2014/main" id="{44AEB9AB-1309-934B-8BC4-34EC54B4E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773"/>
                <a:ext cx="4" cy="1"/>
              </a:xfrm>
              <a:custGeom>
                <a:avLst/>
                <a:gdLst>
                  <a:gd name="T0" fmla="*/ 0 w 10"/>
                  <a:gd name="T1" fmla="*/ 3 h 4"/>
                  <a:gd name="T2" fmla="*/ 0 w 10"/>
                  <a:gd name="T3" fmla="*/ 3 h 4"/>
                  <a:gd name="T4" fmla="*/ 0 w 10"/>
                  <a:gd name="T5" fmla="*/ 1 h 4"/>
                  <a:gd name="T6" fmla="*/ 5 w 10"/>
                  <a:gd name="T7" fmla="*/ 0 h 4"/>
                  <a:gd name="T8" fmla="*/ 7 w 10"/>
                  <a:gd name="T9" fmla="*/ 1 h 4"/>
                  <a:gd name="T10" fmla="*/ 9 w 10"/>
                  <a:gd name="T11" fmla="*/ 2 h 4"/>
                  <a:gd name="T12" fmla="*/ 7 w 10"/>
                  <a:gd name="T13" fmla="*/ 4 h 4"/>
                  <a:gd name="T14" fmla="*/ 1 w 10"/>
                  <a:gd name="T15" fmla="*/ 4 h 4"/>
                  <a:gd name="T16" fmla="*/ 0 w 10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4" y="0"/>
                      <a:pt x="5" y="0"/>
                    </a:cubicBezTo>
                    <a:cubicBezTo>
                      <a:pt x="6" y="0"/>
                      <a:pt x="6" y="1"/>
                      <a:pt x="7" y="1"/>
                    </a:cubicBezTo>
                    <a:cubicBezTo>
                      <a:pt x="7" y="1"/>
                      <a:pt x="9" y="1"/>
                      <a:pt x="9" y="2"/>
                    </a:cubicBezTo>
                    <a:cubicBezTo>
                      <a:pt x="10" y="3"/>
                      <a:pt x="8" y="4"/>
                      <a:pt x="7" y="4"/>
                    </a:cubicBezTo>
                    <a:cubicBezTo>
                      <a:pt x="5" y="4"/>
                      <a:pt x="3" y="4"/>
                      <a:pt x="1" y="4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4" name="Freeform 2906">
                <a:extLst>
                  <a:ext uri="{FF2B5EF4-FFF2-40B4-BE49-F238E27FC236}">
                    <a16:creationId xmlns:a16="http://schemas.microsoft.com/office/drawing/2014/main" id="{E01BB083-7973-6A43-AB47-5894DB727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782"/>
                <a:ext cx="9" cy="6"/>
              </a:xfrm>
              <a:custGeom>
                <a:avLst/>
                <a:gdLst>
                  <a:gd name="T0" fmla="*/ 2 w 20"/>
                  <a:gd name="T1" fmla="*/ 15 h 15"/>
                  <a:gd name="T2" fmla="*/ 1 w 20"/>
                  <a:gd name="T3" fmla="*/ 14 h 15"/>
                  <a:gd name="T4" fmla="*/ 0 w 20"/>
                  <a:gd name="T5" fmla="*/ 14 h 15"/>
                  <a:gd name="T6" fmla="*/ 1 w 20"/>
                  <a:gd name="T7" fmla="*/ 12 h 15"/>
                  <a:gd name="T8" fmla="*/ 6 w 20"/>
                  <a:gd name="T9" fmla="*/ 8 h 15"/>
                  <a:gd name="T10" fmla="*/ 10 w 20"/>
                  <a:gd name="T11" fmla="*/ 5 h 15"/>
                  <a:gd name="T12" fmla="*/ 12 w 20"/>
                  <a:gd name="T13" fmla="*/ 3 h 15"/>
                  <a:gd name="T14" fmla="*/ 20 w 20"/>
                  <a:gd name="T15" fmla="*/ 1 h 15"/>
                  <a:gd name="T16" fmla="*/ 19 w 20"/>
                  <a:gd name="T17" fmla="*/ 5 h 15"/>
                  <a:gd name="T18" fmla="*/ 16 w 20"/>
                  <a:gd name="T19" fmla="*/ 7 h 15"/>
                  <a:gd name="T20" fmla="*/ 13 w 20"/>
                  <a:gd name="T21" fmla="*/ 10 h 15"/>
                  <a:gd name="T22" fmla="*/ 9 w 20"/>
                  <a:gd name="T23" fmla="*/ 13 h 15"/>
                  <a:gd name="T24" fmla="*/ 2 w 20"/>
                  <a:gd name="T2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5">
                    <a:moveTo>
                      <a:pt x="2" y="15"/>
                    </a:moveTo>
                    <a:cubicBezTo>
                      <a:pt x="1" y="15"/>
                      <a:pt x="2" y="15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13"/>
                      <a:pt x="1" y="12"/>
                      <a:pt x="1" y="12"/>
                    </a:cubicBezTo>
                    <a:cubicBezTo>
                      <a:pt x="3" y="10"/>
                      <a:pt x="4" y="9"/>
                      <a:pt x="6" y="8"/>
                    </a:cubicBezTo>
                    <a:cubicBezTo>
                      <a:pt x="7" y="7"/>
                      <a:pt x="8" y="6"/>
                      <a:pt x="10" y="5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3" y="2"/>
                      <a:pt x="19" y="0"/>
                      <a:pt x="20" y="1"/>
                    </a:cubicBezTo>
                    <a:cubicBezTo>
                      <a:pt x="20" y="2"/>
                      <a:pt x="20" y="4"/>
                      <a:pt x="19" y="5"/>
                    </a:cubicBezTo>
                    <a:cubicBezTo>
                      <a:pt x="19" y="6"/>
                      <a:pt x="17" y="6"/>
                      <a:pt x="16" y="7"/>
                    </a:cubicBezTo>
                    <a:cubicBezTo>
                      <a:pt x="15" y="8"/>
                      <a:pt x="14" y="9"/>
                      <a:pt x="13" y="10"/>
                    </a:cubicBezTo>
                    <a:cubicBezTo>
                      <a:pt x="12" y="11"/>
                      <a:pt x="10" y="12"/>
                      <a:pt x="9" y="13"/>
                    </a:cubicBezTo>
                    <a:cubicBezTo>
                      <a:pt x="7" y="13"/>
                      <a:pt x="5" y="15"/>
                      <a:pt x="2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5" name="Freeform 2907">
                <a:extLst>
                  <a:ext uri="{FF2B5EF4-FFF2-40B4-BE49-F238E27FC236}">
                    <a16:creationId xmlns:a16="http://schemas.microsoft.com/office/drawing/2014/main" id="{C5CD1CB6-14E2-8746-B6ED-FDC2E537F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748"/>
                <a:ext cx="5" cy="2"/>
              </a:xfrm>
              <a:custGeom>
                <a:avLst/>
                <a:gdLst>
                  <a:gd name="T0" fmla="*/ 2 w 12"/>
                  <a:gd name="T1" fmla="*/ 0 h 6"/>
                  <a:gd name="T2" fmla="*/ 6 w 12"/>
                  <a:gd name="T3" fmla="*/ 0 h 6"/>
                  <a:gd name="T4" fmla="*/ 9 w 12"/>
                  <a:gd name="T5" fmla="*/ 1 h 6"/>
                  <a:gd name="T6" fmla="*/ 12 w 12"/>
                  <a:gd name="T7" fmla="*/ 2 h 6"/>
                  <a:gd name="T8" fmla="*/ 11 w 12"/>
                  <a:gd name="T9" fmla="*/ 5 h 6"/>
                  <a:gd name="T10" fmla="*/ 7 w 12"/>
                  <a:gd name="T11" fmla="*/ 3 h 6"/>
                  <a:gd name="T12" fmla="*/ 4 w 12"/>
                  <a:gd name="T13" fmla="*/ 3 h 6"/>
                  <a:gd name="T14" fmla="*/ 1 w 12"/>
                  <a:gd name="T15" fmla="*/ 3 h 6"/>
                  <a:gd name="T16" fmla="*/ 2 w 1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6">
                    <a:moveTo>
                      <a:pt x="2" y="0"/>
                    </a:moveTo>
                    <a:cubicBezTo>
                      <a:pt x="3" y="0"/>
                      <a:pt x="5" y="0"/>
                      <a:pt x="6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1"/>
                      <a:pt x="12" y="0"/>
                      <a:pt x="12" y="2"/>
                    </a:cubicBezTo>
                    <a:cubicBezTo>
                      <a:pt x="12" y="3"/>
                      <a:pt x="12" y="5"/>
                      <a:pt x="11" y="5"/>
                    </a:cubicBezTo>
                    <a:cubicBezTo>
                      <a:pt x="10" y="6"/>
                      <a:pt x="8" y="4"/>
                      <a:pt x="7" y="3"/>
                    </a:cubicBezTo>
                    <a:cubicBezTo>
                      <a:pt x="6" y="2"/>
                      <a:pt x="5" y="2"/>
                      <a:pt x="4" y="3"/>
                    </a:cubicBezTo>
                    <a:cubicBezTo>
                      <a:pt x="3" y="3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6" name="Freeform 2908">
                <a:extLst>
                  <a:ext uri="{FF2B5EF4-FFF2-40B4-BE49-F238E27FC236}">
                    <a16:creationId xmlns:a16="http://schemas.microsoft.com/office/drawing/2014/main" id="{3A3FF002-258E-DE49-9B0B-5F9192FCF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743"/>
                <a:ext cx="3" cy="3"/>
              </a:xfrm>
              <a:custGeom>
                <a:avLst/>
                <a:gdLst>
                  <a:gd name="T0" fmla="*/ 0 w 8"/>
                  <a:gd name="T1" fmla="*/ 4 h 7"/>
                  <a:gd name="T2" fmla="*/ 2 w 8"/>
                  <a:gd name="T3" fmla="*/ 2 h 7"/>
                  <a:gd name="T4" fmla="*/ 6 w 8"/>
                  <a:gd name="T5" fmla="*/ 1 h 7"/>
                  <a:gd name="T6" fmla="*/ 7 w 8"/>
                  <a:gd name="T7" fmla="*/ 5 h 7"/>
                  <a:gd name="T8" fmla="*/ 3 w 8"/>
                  <a:gd name="T9" fmla="*/ 7 h 7"/>
                  <a:gd name="T10" fmla="*/ 0 w 8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3" y="7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7" name="Freeform 2909">
                <a:extLst>
                  <a:ext uri="{FF2B5EF4-FFF2-40B4-BE49-F238E27FC236}">
                    <a16:creationId xmlns:a16="http://schemas.microsoft.com/office/drawing/2014/main" id="{6150BBC2-EAB2-114C-B4A3-69A93835C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746"/>
                <a:ext cx="4" cy="5"/>
              </a:xfrm>
              <a:custGeom>
                <a:avLst/>
                <a:gdLst>
                  <a:gd name="T0" fmla="*/ 2 w 9"/>
                  <a:gd name="T1" fmla="*/ 6 h 11"/>
                  <a:gd name="T2" fmla="*/ 5 w 9"/>
                  <a:gd name="T3" fmla="*/ 2 h 11"/>
                  <a:gd name="T4" fmla="*/ 5 w 9"/>
                  <a:gd name="T5" fmla="*/ 3 h 11"/>
                  <a:gd name="T6" fmla="*/ 6 w 9"/>
                  <a:gd name="T7" fmla="*/ 1 h 11"/>
                  <a:gd name="T8" fmla="*/ 7 w 9"/>
                  <a:gd name="T9" fmla="*/ 0 h 11"/>
                  <a:gd name="T10" fmla="*/ 8 w 9"/>
                  <a:gd name="T11" fmla="*/ 6 h 11"/>
                  <a:gd name="T12" fmla="*/ 4 w 9"/>
                  <a:gd name="T13" fmla="*/ 8 h 11"/>
                  <a:gd name="T14" fmla="*/ 2 w 9"/>
                  <a:gd name="T15" fmla="*/ 10 h 11"/>
                  <a:gd name="T16" fmla="*/ 0 w 9"/>
                  <a:gd name="T17" fmla="*/ 10 h 11"/>
                  <a:gd name="T18" fmla="*/ 1 w 9"/>
                  <a:gd name="T19" fmla="*/ 7 h 11"/>
                  <a:gd name="T20" fmla="*/ 3 w 9"/>
                  <a:gd name="T21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1">
                    <a:moveTo>
                      <a:pt x="2" y="6"/>
                    </a:moveTo>
                    <a:cubicBezTo>
                      <a:pt x="3" y="5"/>
                      <a:pt x="4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9" y="0"/>
                      <a:pt x="8" y="5"/>
                      <a:pt x="8" y="6"/>
                    </a:cubicBezTo>
                    <a:cubicBezTo>
                      <a:pt x="8" y="8"/>
                      <a:pt x="5" y="7"/>
                      <a:pt x="4" y="8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1" y="11"/>
                      <a:pt x="0" y="10"/>
                    </a:cubicBezTo>
                    <a:cubicBezTo>
                      <a:pt x="0" y="10"/>
                      <a:pt x="0" y="8"/>
                      <a:pt x="1" y="7"/>
                    </a:cubicBezTo>
                    <a:cubicBezTo>
                      <a:pt x="1" y="7"/>
                      <a:pt x="2" y="6"/>
                      <a:pt x="3" y="6"/>
                    </a:cubicBezTo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8" name="Freeform 2910">
                <a:extLst>
                  <a:ext uri="{FF2B5EF4-FFF2-40B4-BE49-F238E27FC236}">
                    <a16:creationId xmlns:a16="http://schemas.microsoft.com/office/drawing/2014/main" id="{24A96A4D-DA15-CB44-8DBD-CC677AD46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1717"/>
                <a:ext cx="2" cy="3"/>
              </a:xfrm>
              <a:custGeom>
                <a:avLst/>
                <a:gdLst>
                  <a:gd name="T0" fmla="*/ 5 w 5"/>
                  <a:gd name="T1" fmla="*/ 6 h 9"/>
                  <a:gd name="T2" fmla="*/ 4 w 5"/>
                  <a:gd name="T3" fmla="*/ 3 h 9"/>
                  <a:gd name="T4" fmla="*/ 1 w 5"/>
                  <a:gd name="T5" fmla="*/ 6 h 9"/>
                  <a:gd name="T6" fmla="*/ 3 w 5"/>
                  <a:gd name="T7" fmla="*/ 8 h 9"/>
                  <a:gd name="T8" fmla="*/ 5 w 5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5" y="6"/>
                    </a:moveTo>
                    <a:cubicBezTo>
                      <a:pt x="5" y="5"/>
                      <a:pt x="5" y="4"/>
                      <a:pt x="4" y="3"/>
                    </a:cubicBezTo>
                    <a:cubicBezTo>
                      <a:pt x="3" y="0"/>
                      <a:pt x="0" y="4"/>
                      <a:pt x="1" y="6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5" y="9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9" name="Freeform 2911">
                <a:extLst>
                  <a:ext uri="{FF2B5EF4-FFF2-40B4-BE49-F238E27FC236}">
                    <a16:creationId xmlns:a16="http://schemas.microsoft.com/office/drawing/2014/main" id="{CEF640AF-4D49-EC43-9719-A666E3C0A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715"/>
                <a:ext cx="1" cy="3"/>
              </a:xfrm>
              <a:custGeom>
                <a:avLst/>
                <a:gdLst>
                  <a:gd name="T0" fmla="*/ 3 w 4"/>
                  <a:gd name="T1" fmla="*/ 8 h 8"/>
                  <a:gd name="T2" fmla="*/ 2 w 4"/>
                  <a:gd name="T3" fmla="*/ 8 h 8"/>
                  <a:gd name="T4" fmla="*/ 1 w 4"/>
                  <a:gd name="T5" fmla="*/ 7 h 8"/>
                  <a:gd name="T6" fmla="*/ 0 w 4"/>
                  <a:gd name="T7" fmla="*/ 4 h 8"/>
                  <a:gd name="T8" fmla="*/ 1 w 4"/>
                  <a:gd name="T9" fmla="*/ 2 h 8"/>
                  <a:gd name="T10" fmla="*/ 3 w 4"/>
                  <a:gd name="T11" fmla="*/ 0 h 8"/>
                  <a:gd name="T12" fmla="*/ 4 w 4"/>
                  <a:gd name="T13" fmla="*/ 4 h 8"/>
                  <a:gd name="T14" fmla="*/ 3 w 4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3" y="8"/>
                    </a:move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0" y="7"/>
                      <a:pt x="1" y="5"/>
                      <a:pt x="0" y="4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4" y="7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0" name="Freeform 2912">
                <a:extLst>
                  <a:ext uri="{FF2B5EF4-FFF2-40B4-BE49-F238E27FC236}">
                    <a16:creationId xmlns:a16="http://schemas.microsoft.com/office/drawing/2014/main" id="{D95A1FC4-B716-CA41-86F7-DF73A0C85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719"/>
                <a:ext cx="3" cy="7"/>
              </a:xfrm>
              <a:custGeom>
                <a:avLst/>
                <a:gdLst>
                  <a:gd name="T0" fmla="*/ 5 w 7"/>
                  <a:gd name="T1" fmla="*/ 14 h 17"/>
                  <a:gd name="T2" fmla="*/ 2 w 7"/>
                  <a:gd name="T3" fmla="*/ 16 h 17"/>
                  <a:gd name="T4" fmla="*/ 0 w 7"/>
                  <a:gd name="T5" fmla="*/ 7 h 17"/>
                  <a:gd name="T6" fmla="*/ 1 w 7"/>
                  <a:gd name="T7" fmla="*/ 4 h 17"/>
                  <a:gd name="T8" fmla="*/ 3 w 7"/>
                  <a:gd name="T9" fmla="*/ 1 h 17"/>
                  <a:gd name="T10" fmla="*/ 6 w 7"/>
                  <a:gd name="T11" fmla="*/ 1 h 17"/>
                  <a:gd name="T12" fmla="*/ 7 w 7"/>
                  <a:gd name="T13" fmla="*/ 3 h 17"/>
                  <a:gd name="T14" fmla="*/ 7 w 7"/>
                  <a:gd name="T15" fmla="*/ 7 h 17"/>
                  <a:gd name="T16" fmla="*/ 7 w 7"/>
                  <a:gd name="T17" fmla="*/ 9 h 17"/>
                  <a:gd name="T18" fmla="*/ 6 w 7"/>
                  <a:gd name="T19" fmla="*/ 11 h 17"/>
                  <a:gd name="T20" fmla="*/ 5 w 7"/>
                  <a:gd name="T21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7">
                    <a:moveTo>
                      <a:pt x="5" y="14"/>
                    </a:moveTo>
                    <a:cubicBezTo>
                      <a:pt x="4" y="15"/>
                      <a:pt x="4" y="17"/>
                      <a:pt x="2" y="16"/>
                    </a:cubicBezTo>
                    <a:cubicBezTo>
                      <a:pt x="0" y="14"/>
                      <a:pt x="0" y="10"/>
                      <a:pt x="0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3"/>
                      <a:pt x="2" y="2"/>
                      <a:pt x="3" y="1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7" y="4"/>
                      <a:pt x="7" y="5"/>
                      <a:pt x="7" y="7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6" y="10"/>
                      <a:pt x="6" y="11"/>
                      <a:pt x="6" y="11"/>
                    </a:cubicBezTo>
                    <a:cubicBezTo>
                      <a:pt x="6" y="12"/>
                      <a:pt x="5" y="13"/>
                      <a:pt x="5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1" name="Freeform 2913">
                <a:extLst>
                  <a:ext uri="{FF2B5EF4-FFF2-40B4-BE49-F238E27FC236}">
                    <a16:creationId xmlns:a16="http://schemas.microsoft.com/office/drawing/2014/main" id="{BADC9C6F-07F5-4243-A6E3-182866814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729"/>
                <a:ext cx="5" cy="4"/>
              </a:xfrm>
              <a:custGeom>
                <a:avLst/>
                <a:gdLst>
                  <a:gd name="T0" fmla="*/ 3 w 13"/>
                  <a:gd name="T1" fmla="*/ 8 h 9"/>
                  <a:gd name="T2" fmla="*/ 1 w 13"/>
                  <a:gd name="T3" fmla="*/ 7 h 9"/>
                  <a:gd name="T4" fmla="*/ 1 w 13"/>
                  <a:gd name="T5" fmla="*/ 2 h 9"/>
                  <a:gd name="T6" fmla="*/ 6 w 13"/>
                  <a:gd name="T7" fmla="*/ 1 h 9"/>
                  <a:gd name="T8" fmla="*/ 9 w 13"/>
                  <a:gd name="T9" fmla="*/ 0 h 9"/>
                  <a:gd name="T10" fmla="*/ 13 w 13"/>
                  <a:gd name="T11" fmla="*/ 3 h 9"/>
                  <a:gd name="T12" fmla="*/ 10 w 13"/>
                  <a:gd name="T13" fmla="*/ 5 h 9"/>
                  <a:gd name="T14" fmla="*/ 9 w 13"/>
                  <a:gd name="T15" fmla="*/ 6 h 9"/>
                  <a:gd name="T16" fmla="*/ 7 w 13"/>
                  <a:gd name="T17" fmla="*/ 8 h 9"/>
                  <a:gd name="T18" fmla="*/ 3 w 13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9">
                    <a:moveTo>
                      <a:pt x="3" y="8"/>
                    </a:moveTo>
                    <a:cubicBezTo>
                      <a:pt x="2" y="8"/>
                      <a:pt x="2" y="7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2" y="1"/>
                      <a:pt x="4" y="1"/>
                      <a:pt x="6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0"/>
                      <a:pt x="13" y="0"/>
                      <a:pt x="13" y="3"/>
                    </a:cubicBezTo>
                    <a:cubicBezTo>
                      <a:pt x="13" y="4"/>
                      <a:pt x="12" y="5"/>
                      <a:pt x="10" y="5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ubicBezTo>
                      <a:pt x="5" y="9"/>
                      <a:pt x="4" y="8"/>
                      <a:pt x="3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2" name="Freeform 2914">
                <a:extLst>
                  <a:ext uri="{FF2B5EF4-FFF2-40B4-BE49-F238E27FC236}">
                    <a16:creationId xmlns:a16="http://schemas.microsoft.com/office/drawing/2014/main" id="{0AF5C315-81BB-EC4D-BAF4-124069376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733"/>
                <a:ext cx="3" cy="4"/>
              </a:xfrm>
              <a:custGeom>
                <a:avLst/>
                <a:gdLst>
                  <a:gd name="T0" fmla="*/ 4 w 7"/>
                  <a:gd name="T1" fmla="*/ 9 h 10"/>
                  <a:gd name="T2" fmla="*/ 2 w 7"/>
                  <a:gd name="T3" fmla="*/ 9 h 10"/>
                  <a:gd name="T4" fmla="*/ 1 w 7"/>
                  <a:gd name="T5" fmla="*/ 7 h 10"/>
                  <a:gd name="T6" fmla="*/ 1 w 7"/>
                  <a:gd name="T7" fmla="*/ 5 h 10"/>
                  <a:gd name="T8" fmla="*/ 2 w 7"/>
                  <a:gd name="T9" fmla="*/ 4 h 10"/>
                  <a:gd name="T10" fmla="*/ 2 w 7"/>
                  <a:gd name="T11" fmla="*/ 3 h 10"/>
                  <a:gd name="T12" fmla="*/ 3 w 7"/>
                  <a:gd name="T13" fmla="*/ 1 h 10"/>
                  <a:gd name="T14" fmla="*/ 5 w 7"/>
                  <a:gd name="T15" fmla="*/ 0 h 10"/>
                  <a:gd name="T16" fmla="*/ 6 w 7"/>
                  <a:gd name="T17" fmla="*/ 4 h 10"/>
                  <a:gd name="T18" fmla="*/ 6 w 7"/>
                  <a:gd name="T19" fmla="*/ 7 h 10"/>
                  <a:gd name="T20" fmla="*/ 5 w 7"/>
                  <a:gd name="T21" fmla="*/ 8 h 10"/>
                  <a:gd name="T22" fmla="*/ 4 w 7"/>
                  <a:gd name="T2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0">
                    <a:moveTo>
                      <a:pt x="4" y="9"/>
                    </a:moveTo>
                    <a:cubicBezTo>
                      <a:pt x="4" y="9"/>
                      <a:pt x="3" y="10"/>
                      <a:pt x="2" y="9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6"/>
                      <a:pt x="0" y="5"/>
                      <a:pt x="1" y="5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0"/>
                      <a:pt x="6" y="2"/>
                      <a:pt x="6" y="4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5" y="8"/>
                      <a:pt x="4" y="9"/>
                      <a:pt x="4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3" name="Freeform 2915">
                <a:extLst>
                  <a:ext uri="{FF2B5EF4-FFF2-40B4-BE49-F238E27FC236}">
                    <a16:creationId xmlns:a16="http://schemas.microsoft.com/office/drawing/2014/main" id="{DB42D3CC-C1DF-C44D-89CD-6276C6FFF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731"/>
                <a:ext cx="3" cy="4"/>
              </a:xfrm>
              <a:custGeom>
                <a:avLst/>
                <a:gdLst>
                  <a:gd name="T0" fmla="*/ 1 w 8"/>
                  <a:gd name="T1" fmla="*/ 5 h 10"/>
                  <a:gd name="T2" fmla="*/ 3 w 8"/>
                  <a:gd name="T3" fmla="*/ 3 h 10"/>
                  <a:gd name="T4" fmla="*/ 5 w 8"/>
                  <a:gd name="T5" fmla="*/ 1 h 10"/>
                  <a:gd name="T6" fmla="*/ 6 w 8"/>
                  <a:gd name="T7" fmla="*/ 0 h 10"/>
                  <a:gd name="T8" fmla="*/ 8 w 8"/>
                  <a:gd name="T9" fmla="*/ 2 h 10"/>
                  <a:gd name="T10" fmla="*/ 7 w 8"/>
                  <a:gd name="T11" fmla="*/ 4 h 10"/>
                  <a:gd name="T12" fmla="*/ 6 w 8"/>
                  <a:gd name="T13" fmla="*/ 6 h 10"/>
                  <a:gd name="T14" fmla="*/ 5 w 8"/>
                  <a:gd name="T15" fmla="*/ 7 h 10"/>
                  <a:gd name="T16" fmla="*/ 1 w 8"/>
                  <a:gd name="T17" fmla="*/ 8 h 10"/>
                  <a:gd name="T18" fmla="*/ 1 w 8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0">
                    <a:moveTo>
                      <a:pt x="1" y="5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8" y="3"/>
                      <a:pt x="8" y="4"/>
                      <a:pt x="7" y="4"/>
                    </a:cubicBezTo>
                    <a:cubicBezTo>
                      <a:pt x="7" y="5"/>
                      <a:pt x="6" y="5"/>
                      <a:pt x="6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4" y="8"/>
                      <a:pt x="3" y="10"/>
                      <a:pt x="1" y="8"/>
                    </a:cubicBezTo>
                    <a:cubicBezTo>
                      <a:pt x="0" y="8"/>
                      <a:pt x="0" y="6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4" name="Freeform 2916">
                <a:extLst>
                  <a:ext uri="{FF2B5EF4-FFF2-40B4-BE49-F238E27FC236}">
                    <a16:creationId xmlns:a16="http://schemas.microsoft.com/office/drawing/2014/main" id="{35A5E12A-35F0-B142-A253-9B6EBA0E1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732"/>
                <a:ext cx="5" cy="8"/>
              </a:xfrm>
              <a:custGeom>
                <a:avLst/>
                <a:gdLst>
                  <a:gd name="T0" fmla="*/ 1 w 13"/>
                  <a:gd name="T1" fmla="*/ 7 h 19"/>
                  <a:gd name="T2" fmla="*/ 2 w 13"/>
                  <a:gd name="T3" fmla="*/ 6 h 19"/>
                  <a:gd name="T4" fmla="*/ 3 w 13"/>
                  <a:gd name="T5" fmla="*/ 4 h 19"/>
                  <a:gd name="T6" fmla="*/ 5 w 13"/>
                  <a:gd name="T7" fmla="*/ 1 h 19"/>
                  <a:gd name="T8" fmla="*/ 8 w 13"/>
                  <a:gd name="T9" fmla="*/ 1 h 19"/>
                  <a:gd name="T10" fmla="*/ 10 w 13"/>
                  <a:gd name="T11" fmla="*/ 5 h 19"/>
                  <a:gd name="T12" fmla="*/ 11 w 13"/>
                  <a:gd name="T13" fmla="*/ 6 h 19"/>
                  <a:gd name="T14" fmla="*/ 12 w 13"/>
                  <a:gd name="T15" fmla="*/ 6 h 19"/>
                  <a:gd name="T16" fmla="*/ 13 w 13"/>
                  <a:gd name="T17" fmla="*/ 9 h 19"/>
                  <a:gd name="T18" fmla="*/ 12 w 13"/>
                  <a:gd name="T19" fmla="*/ 11 h 19"/>
                  <a:gd name="T20" fmla="*/ 10 w 13"/>
                  <a:gd name="T21" fmla="*/ 12 h 19"/>
                  <a:gd name="T22" fmla="*/ 8 w 13"/>
                  <a:gd name="T23" fmla="*/ 15 h 19"/>
                  <a:gd name="T24" fmla="*/ 6 w 13"/>
                  <a:gd name="T25" fmla="*/ 18 h 19"/>
                  <a:gd name="T26" fmla="*/ 2 w 13"/>
                  <a:gd name="T27" fmla="*/ 17 h 19"/>
                  <a:gd name="T28" fmla="*/ 1 w 13"/>
                  <a:gd name="T29" fmla="*/ 13 h 19"/>
                  <a:gd name="T30" fmla="*/ 1 w 13"/>
                  <a:gd name="T31" fmla="*/ 9 h 19"/>
                  <a:gd name="T32" fmla="*/ 1 w 13"/>
                  <a:gd name="T33" fmla="*/ 8 h 19"/>
                  <a:gd name="T34" fmla="*/ 1 w 13"/>
                  <a:gd name="T35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9">
                    <a:moveTo>
                      <a:pt x="1" y="7"/>
                    </a:moveTo>
                    <a:cubicBezTo>
                      <a:pt x="1" y="6"/>
                      <a:pt x="2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3" y="3"/>
                      <a:pt x="4" y="2"/>
                      <a:pt x="5" y="1"/>
                    </a:cubicBezTo>
                    <a:cubicBezTo>
                      <a:pt x="6" y="1"/>
                      <a:pt x="8" y="0"/>
                      <a:pt x="8" y="1"/>
                    </a:cubicBezTo>
                    <a:cubicBezTo>
                      <a:pt x="10" y="2"/>
                      <a:pt x="9" y="4"/>
                      <a:pt x="10" y="5"/>
                    </a:cubicBezTo>
                    <a:cubicBezTo>
                      <a:pt x="10" y="5"/>
                      <a:pt x="10" y="6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3" y="6"/>
                      <a:pt x="13" y="8"/>
                      <a:pt x="13" y="9"/>
                    </a:cubicBezTo>
                    <a:cubicBezTo>
                      <a:pt x="13" y="10"/>
                      <a:pt x="13" y="11"/>
                      <a:pt x="12" y="11"/>
                    </a:cubicBezTo>
                    <a:cubicBezTo>
                      <a:pt x="11" y="11"/>
                      <a:pt x="11" y="11"/>
                      <a:pt x="10" y="12"/>
                    </a:cubicBezTo>
                    <a:cubicBezTo>
                      <a:pt x="9" y="13"/>
                      <a:pt x="9" y="14"/>
                      <a:pt x="8" y="15"/>
                    </a:cubicBezTo>
                    <a:cubicBezTo>
                      <a:pt x="8" y="16"/>
                      <a:pt x="7" y="17"/>
                      <a:pt x="6" y="18"/>
                    </a:cubicBezTo>
                    <a:cubicBezTo>
                      <a:pt x="5" y="19"/>
                      <a:pt x="3" y="18"/>
                      <a:pt x="2" y="17"/>
                    </a:cubicBezTo>
                    <a:cubicBezTo>
                      <a:pt x="1" y="16"/>
                      <a:pt x="1" y="15"/>
                      <a:pt x="1" y="13"/>
                    </a:cubicBezTo>
                    <a:cubicBezTo>
                      <a:pt x="1" y="12"/>
                      <a:pt x="0" y="11"/>
                      <a:pt x="1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5" name="Freeform 2917">
                <a:extLst>
                  <a:ext uri="{FF2B5EF4-FFF2-40B4-BE49-F238E27FC236}">
                    <a16:creationId xmlns:a16="http://schemas.microsoft.com/office/drawing/2014/main" id="{993CFBD4-5BE1-544A-8B15-84524B63A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737"/>
                <a:ext cx="2" cy="4"/>
              </a:xfrm>
              <a:custGeom>
                <a:avLst/>
                <a:gdLst>
                  <a:gd name="T0" fmla="*/ 1 w 6"/>
                  <a:gd name="T1" fmla="*/ 8 h 9"/>
                  <a:gd name="T2" fmla="*/ 1 w 6"/>
                  <a:gd name="T3" fmla="*/ 4 h 9"/>
                  <a:gd name="T4" fmla="*/ 3 w 6"/>
                  <a:gd name="T5" fmla="*/ 2 h 9"/>
                  <a:gd name="T6" fmla="*/ 3 w 6"/>
                  <a:gd name="T7" fmla="*/ 1 h 9"/>
                  <a:gd name="T8" fmla="*/ 6 w 6"/>
                  <a:gd name="T9" fmla="*/ 2 h 9"/>
                  <a:gd name="T10" fmla="*/ 4 w 6"/>
                  <a:gd name="T11" fmla="*/ 6 h 9"/>
                  <a:gd name="T12" fmla="*/ 1 w 6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0" y="7"/>
                      <a:pt x="1" y="5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ubicBezTo>
                      <a:pt x="4" y="7"/>
                      <a:pt x="3" y="9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6" name="Freeform 2918">
                <a:extLst>
                  <a:ext uri="{FF2B5EF4-FFF2-40B4-BE49-F238E27FC236}">
                    <a16:creationId xmlns:a16="http://schemas.microsoft.com/office/drawing/2014/main" id="{1068C4A4-704D-2F4E-ABBA-ED48CFDD7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733"/>
                <a:ext cx="2" cy="4"/>
              </a:xfrm>
              <a:custGeom>
                <a:avLst/>
                <a:gdLst>
                  <a:gd name="T0" fmla="*/ 2 w 4"/>
                  <a:gd name="T1" fmla="*/ 1 h 8"/>
                  <a:gd name="T2" fmla="*/ 4 w 4"/>
                  <a:gd name="T3" fmla="*/ 2 h 8"/>
                  <a:gd name="T4" fmla="*/ 2 w 4"/>
                  <a:gd name="T5" fmla="*/ 6 h 8"/>
                  <a:gd name="T6" fmla="*/ 2 w 4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4"/>
                      <a:pt x="4" y="8"/>
                      <a:pt x="2" y="6"/>
                    </a:cubicBezTo>
                    <a:cubicBezTo>
                      <a:pt x="0" y="4"/>
                      <a:pt x="1" y="3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7" name="Freeform 2919">
                <a:extLst>
                  <a:ext uri="{FF2B5EF4-FFF2-40B4-BE49-F238E27FC236}">
                    <a16:creationId xmlns:a16="http://schemas.microsoft.com/office/drawing/2014/main" id="{61BB6DD3-095A-F847-930F-1DFE50362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688"/>
                <a:ext cx="4" cy="8"/>
              </a:xfrm>
              <a:custGeom>
                <a:avLst/>
                <a:gdLst>
                  <a:gd name="T0" fmla="*/ 10 w 11"/>
                  <a:gd name="T1" fmla="*/ 1 h 20"/>
                  <a:gd name="T2" fmla="*/ 10 w 11"/>
                  <a:gd name="T3" fmla="*/ 8 h 20"/>
                  <a:gd name="T4" fmla="*/ 9 w 11"/>
                  <a:gd name="T5" fmla="*/ 9 h 20"/>
                  <a:gd name="T6" fmla="*/ 8 w 11"/>
                  <a:gd name="T7" fmla="*/ 11 h 20"/>
                  <a:gd name="T8" fmla="*/ 6 w 11"/>
                  <a:gd name="T9" fmla="*/ 18 h 20"/>
                  <a:gd name="T10" fmla="*/ 5 w 11"/>
                  <a:gd name="T11" fmla="*/ 19 h 20"/>
                  <a:gd name="T12" fmla="*/ 2 w 11"/>
                  <a:gd name="T13" fmla="*/ 19 h 20"/>
                  <a:gd name="T14" fmla="*/ 1 w 11"/>
                  <a:gd name="T15" fmla="*/ 16 h 20"/>
                  <a:gd name="T16" fmla="*/ 2 w 11"/>
                  <a:gd name="T17" fmla="*/ 14 h 20"/>
                  <a:gd name="T18" fmla="*/ 5 w 11"/>
                  <a:gd name="T19" fmla="*/ 11 h 20"/>
                  <a:gd name="T20" fmla="*/ 6 w 11"/>
                  <a:gd name="T21" fmla="*/ 8 h 20"/>
                  <a:gd name="T22" fmla="*/ 7 w 11"/>
                  <a:gd name="T23" fmla="*/ 4 h 20"/>
                  <a:gd name="T24" fmla="*/ 8 w 11"/>
                  <a:gd name="T25" fmla="*/ 1 h 20"/>
                  <a:gd name="T26" fmla="*/ 10 w 11"/>
                  <a:gd name="T2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0">
                    <a:moveTo>
                      <a:pt x="10" y="1"/>
                    </a:moveTo>
                    <a:cubicBezTo>
                      <a:pt x="10" y="3"/>
                      <a:pt x="11" y="6"/>
                      <a:pt x="10" y="8"/>
                    </a:cubicBezTo>
                    <a:cubicBezTo>
                      <a:pt x="10" y="8"/>
                      <a:pt x="10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3"/>
                      <a:pt x="6" y="16"/>
                      <a:pt x="6" y="18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4" y="20"/>
                      <a:pt x="3" y="20"/>
                      <a:pt x="2" y="19"/>
                    </a:cubicBezTo>
                    <a:cubicBezTo>
                      <a:pt x="1" y="18"/>
                      <a:pt x="1" y="17"/>
                      <a:pt x="1" y="16"/>
                    </a:cubicBezTo>
                    <a:cubicBezTo>
                      <a:pt x="0" y="15"/>
                      <a:pt x="1" y="15"/>
                      <a:pt x="2" y="14"/>
                    </a:cubicBezTo>
                    <a:cubicBezTo>
                      <a:pt x="3" y="13"/>
                      <a:pt x="4" y="12"/>
                      <a:pt x="5" y="11"/>
                    </a:cubicBezTo>
                    <a:cubicBezTo>
                      <a:pt x="5" y="10"/>
                      <a:pt x="5" y="9"/>
                      <a:pt x="6" y="8"/>
                    </a:cubicBezTo>
                    <a:cubicBezTo>
                      <a:pt x="6" y="7"/>
                      <a:pt x="7" y="5"/>
                      <a:pt x="7" y="4"/>
                    </a:cubicBezTo>
                    <a:cubicBezTo>
                      <a:pt x="7" y="3"/>
                      <a:pt x="7" y="1"/>
                      <a:pt x="8" y="1"/>
                    </a:cubicBezTo>
                    <a:cubicBezTo>
                      <a:pt x="9" y="0"/>
                      <a:pt x="10" y="0"/>
                      <a:pt x="1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8" name="Freeform 2920">
                <a:extLst>
                  <a:ext uri="{FF2B5EF4-FFF2-40B4-BE49-F238E27FC236}">
                    <a16:creationId xmlns:a16="http://schemas.microsoft.com/office/drawing/2014/main" id="{59FBC3BF-0CCC-BA44-9D6C-F8C711FDD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558"/>
                <a:ext cx="7" cy="4"/>
              </a:xfrm>
              <a:custGeom>
                <a:avLst/>
                <a:gdLst>
                  <a:gd name="T0" fmla="*/ 2 w 17"/>
                  <a:gd name="T1" fmla="*/ 3 h 9"/>
                  <a:gd name="T2" fmla="*/ 9 w 17"/>
                  <a:gd name="T3" fmla="*/ 1 h 9"/>
                  <a:gd name="T4" fmla="*/ 15 w 17"/>
                  <a:gd name="T5" fmla="*/ 3 h 9"/>
                  <a:gd name="T6" fmla="*/ 10 w 17"/>
                  <a:gd name="T7" fmla="*/ 9 h 9"/>
                  <a:gd name="T8" fmla="*/ 2 w 17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2" y="3"/>
                    </a:moveTo>
                    <a:cubicBezTo>
                      <a:pt x="3" y="0"/>
                      <a:pt x="7" y="1"/>
                      <a:pt x="9" y="1"/>
                    </a:cubicBezTo>
                    <a:cubicBezTo>
                      <a:pt x="12" y="1"/>
                      <a:pt x="14" y="1"/>
                      <a:pt x="15" y="3"/>
                    </a:cubicBezTo>
                    <a:cubicBezTo>
                      <a:pt x="17" y="7"/>
                      <a:pt x="12" y="9"/>
                      <a:pt x="10" y="9"/>
                    </a:cubicBezTo>
                    <a:cubicBezTo>
                      <a:pt x="7" y="9"/>
                      <a:pt x="0" y="7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9" name="Freeform 2921">
                <a:extLst>
                  <a:ext uri="{FF2B5EF4-FFF2-40B4-BE49-F238E27FC236}">
                    <a16:creationId xmlns:a16="http://schemas.microsoft.com/office/drawing/2014/main" id="{938EEC98-3806-C243-A908-4AADD2400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1731"/>
                <a:ext cx="3" cy="4"/>
              </a:xfrm>
              <a:custGeom>
                <a:avLst/>
                <a:gdLst>
                  <a:gd name="T0" fmla="*/ 1 w 6"/>
                  <a:gd name="T1" fmla="*/ 3 h 10"/>
                  <a:gd name="T2" fmla="*/ 1 w 6"/>
                  <a:gd name="T3" fmla="*/ 1 h 10"/>
                  <a:gd name="T4" fmla="*/ 3 w 6"/>
                  <a:gd name="T5" fmla="*/ 0 h 10"/>
                  <a:gd name="T6" fmla="*/ 6 w 6"/>
                  <a:gd name="T7" fmla="*/ 1 h 10"/>
                  <a:gd name="T8" fmla="*/ 5 w 6"/>
                  <a:gd name="T9" fmla="*/ 5 h 10"/>
                  <a:gd name="T10" fmla="*/ 1 w 6"/>
                  <a:gd name="T11" fmla="*/ 7 h 10"/>
                  <a:gd name="T12" fmla="*/ 1 w 6"/>
                  <a:gd name="T13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1" y="3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" y="2"/>
                      <a:pt x="5" y="4"/>
                      <a:pt x="5" y="5"/>
                    </a:cubicBezTo>
                    <a:cubicBezTo>
                      <a:pt x="4" y="6"/>
                      <a:pt x="3" y="10"/>
                      <a:pt x="1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0" name="Freeform 2922">
                <a:extLst>
                  <a:ext uri="{FF2B5EF4-FFF2-40B4-BE49-F238E27FC236}">
                    <a16:creationId xmlns:a16="http://schemas.microsoft.com/office/drawing/2014/main" id="{27992208-A76A-3E4B-B5FA-FF456B211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712"/>
                <a:ext cx="5" cy="18"/>
              </a:xfrm>
              <a:custGeom>
                <a:avLst/>
                <a:gdLst>
                  <a:gd name="T0" fmla="*/ 0 w 12"/>
                  <a:gd name="T1" fmla="*/ 39 h 45"/>
                  <a:gd name="T2" fmla="*/ 2 w 12"/>
                  <a:gd name="T3" fmla="*/ 34 h 45"/>
                  <a:gd name="T4" fmla="*/ 2 w 12"/>
                  <a:gd name="T5" fmla="*/ 28 h 45"/>
                  <a:gd name="T6" fmla="*/ 4 w 12"/>
                  <a:gd name="T7" fmla="*/ 20 h 45"/>
                  <a:gd name="T8" fmla="*/ 4 w 12"/>
                  <a:gd name="T9" fmla="*/ 15 h 45"/>
                  <a:gd name="T10" fmla="*/ 4 w 12"/>
                  <a:gd name="T11" fmla="*/ 11 h 45"/>
                  <a:gd name="T12" fmla="*/ 5 w 12"/>
                  <a:gd name="T13" fmla="*/ 7 h 45"/>
                  <a:gd name="T14" fmla="*/ 6 w 12"/>
                  <a:gd name="T15" fmla="*/ 2 h 45"/>
                  <a:gd name="T16" fmla="*/ 8 w 12"/>
                  <a:gd name="T17" fmla="*/ 1 h 45"/>
                  <a:gd name="T18" fmla="*/ 11 w 12"/>
                  <a:gd name="T19" fmla="*/ 7 h 45"/>
                  <a:gd name="T20" fmla="*/ 11 w 12"/>
                  <a:gd name="T21" fmla="*/ 13 h 45"/>
                  <a:gd name="T22" fmla="*/ 9 w 12"/>
                  <a:gd name="T23" fmla="*/ 19 h 45"/>
                  <a:gd name="T24" fmla="*/ 9 w 12"/>
                  <a:gd name="T25" fmla="*/ 22 h 45"/>
                  <a:gd name="T26" fmla="*/ 8 w 12"/>
                  <a:gd name="T27" fmla="*/ 26 h 45"/>
                  <a:gd name="T28" fmla="*/ 7 w 12"/>
                  <a:gd name="T29" fmla="*/ 29 h 45"/>
                  <a:gd name="T30" fmla="*/ 6 w 12"/>
                  <a:gd name="T31" fmla="*/ 33 h 45"/>
                  <a:gd name="T32" fmla="*/ 5 w 12"/>
                  <a:gd name="T33" fmla="*/ 37 h 45"/>
                  <a:gd name="T34" fmla="*/ 4 w 12"/>
                  <a:gd name="T35" fmla="*/ 43 h 45"/>
                  <a:gd name="T36" fmla="*/ 1 w 12"/>
                  <a:gd name="T37" fmla="*/ 42 h 45"/>
                  <a:gd name="T38" fmla="*/ 0 w 12"/>
                  <a:gd name="T39" fmla="*/ 3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45">
                    <a:moveTo>
                      <a:pt x="0" y="39"/>
                    </a:moveTo>
                    <a:cubicBezTo>
                      <a:pt x="0" y="37"/>
                      <a:pt x="1" y="35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2" y="25"/>
                      <a:pt x="4" y="23"/>
                      <a:pt x="4" y="20"/>
                    </a:cubicBezTo>
                    <a:cubicBezTo>
                      <a:pt x="4" y="19"/>
                      <a:pt x="4" y="17"/>
                      <a:pt x="4" y="15"/>
                    </a:cubicBezTo>
                    <a:cubicBezTo>
                      <a:pt x="4" y="14"/>
                      <a:pt x="4" y="12"/>
                      <a:pt x="4" y="11"/>
                    </a:cubicBezTo>
                    <a:cubicBezTo>
                      <a:pt x="4" y="10"/>
                      <a:pt x="5" y="8"/>
                      <a:pt x="5" y="7"/>
                    </a:cubicBezTo>
                    <a:cubicBezTo>
                      <a:pt x="6" y="5"/>
                      <a:pt x="6" y="4"/>
                      <a:pt x="6" y="2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10" y="2"/>
                      <a:pt x="11" y="5"/>
                      <a:pt x="11" y="7"/>
                    </a:cubicBezTo>
                    <a:cubicBezTo>
                      <a:pt x="11" y="9"/>
                      <a:pt x="12" y="11"/>
                      <a:pt x="11" y="13"/>
                    </a:cubicBezTo>
                    <a:cubicBezTo>
                      <a:pt x="10" y="15"/>
                      <a:pt x="9" y="17"/>
                      <a:pt x="9" y="19"/>
                    </a:cubicBezTo>
                    <a:cubicBezTo>
                      <a:pt x="9" y="20"/>
                      <a:pt x="9" y="21"/>
                      <a:pt x="9" y="22"/>
                    </a:cubicBezTo>
                    <a:cubicBezTo>
                      <a:pt x="9" y="24"/>
                      <a:pt x="8" y="25"/>
                      <a:pt x="8" y="26"/>
                    </a:cubicBezTo>
                    <a:cubicBezTo>
                      <a:pt x="7" y="27"/>
                      <a:pt x="7" y="28"/>
                      <a:pt x="7" y="29"/>
                    </a:cubicBezTo>
                    <a:cubicBezTo>
                      <a:pt x="6" y="30"/>
                      <a:pt x="6" y="32"/>
                      <a:pt x="6" y="33"/>
                    </a:cubicBezTo>
                    <a:cubicBezTo>
                      <a:pt x="6" y="35"/>
                      <a:pt x="6" y="36"/>
                      <a:pt x="5" y="37"/>
                    </a:cubicBezTo>
                    <a:cubicBezTo>
                      <a:pt x="5" y="39"/>
                      <a:pt x="5" y="41"/>
                      <a:pt x="4" y="43"/>
                    </a:cubicBezTo>
                    <a:cubicBezTo>
                      <a:pt x="3" y="45"/>
                      <a:pt x="1" y="43"/>
                      <a:pt x="1" y="42"/>
                    </a:cubicBezTo>
                    <a:cubicBezTo>
                      <a:pt x="1" y="41"/>
                      <a:pt x="0" y="40"/>
                      <a:pt x="0" y="3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1" name="Freeform 2923">
                <a:extLst>
                  <a:ext uri="{FF2B5EF4-FFF2-40B4-BE49-F238E27FC236}">
                    <a16:creationId xmlns:a16="http://schemas.microsoft.com/office/drawing/2014/main" id="{306C91F5-B65C-3641-B6FF-344A6B504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736"/>
                <a:ext cx="2" cy="2"/>
              </a:xfrm>
              <a:custGeom>
                <a:avLst/>
                <a:gdLst>
                  <a:gd name="T0" fmla="*/ 0 w 5"/>
                  <a:gd name="T1" fmla="*/ 1 h 5"/>
                  <a:gd name="T2" fmla="*/ 3 w 5"/>
                  <a:gd name="T3" fmla="*/ 0 h 5"/>
                  <a:gd name="T4" fmla="*/ 4 w 5"/>
                  <a:gd name="T5" fmla="*/ 1 h 5"/>
                  <a:gd name="T6" fmla="*/ 5 w 5"/>
                  <a:gd name="T7" fmla="*/ 2 h 5"/>
                  <a:gd name="T8" fmla="*/ 4 w 5"/>
                  <a:gd name="T9" fmla="*/ 4 h 5"/>
                  <a:gd name="T10" fmla="*/ 1 w 5"/>
                  <a:gd name="T11" fmla="*/ 4 h 5"/>
                  <a:gd name="T12" fmla="*/ 0 w 5"/>
                  <a:gd name="T13" fmla="*/ 2 h 5"/>
                  <a:gd name="T14" fmla="*/ 0 w 5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2" name="Freeform 2924">
                <a:extLst>
                  <a:ext uri="{FF2B5EF4-FFF2-40B4-BE49-F238E27FC236}">
                    <a16:creationId xmlns:a16="http://schemas.microsoft.com/office/drawing/2014/main" id="{62F00AB8-D88C-354C-8370-A7230D13C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506"/>
                <a:ext cx="3" cy="6"/>
              </a:xfrm>
              <a:custGeom>
                <a:avLst/>
                <a:gdLst>
                  <a:gd name="T0" fmla="*/ 0 w 9"/>
                  <a:gd name="T1" fmla="*/ 6 h 14"/>
                  <a:gd name="T2" fmla="*/ 6 w 9"/>
                  <a:gd name="T3" fmla="*/ 3 h 14"/>
                  <a:gd name="T4" fmla="*/ 7 w 9"/>
                  <a:gd name="T5" fmla="*/ 6 h 14"/>
                  <a:gd name="T6" fmla="*/ 8 w 9"/>
                  <a:gd name="T7" fmla="*/ 13 h 14"/>
                  <a:gd name="T8" fmla="*/ 4 w 9"/>
                  <a:gd name="T9" fmla="*/ 13 h 14"/>
                  <a:gd name="T10" fmla="*/ 1 w 9"/>
                  <a:gd name="T11" fmla="*/ 11 h 14"/>
                  <a:gd name="T12" fmla="*/ 0 w 9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0" y="6"/>
                    </a:moveTo>
                    <a:cubicBezTo>
                      <a:pt x="0" y="3"/>
                      <a:pt x="3" y="0"/>
                      <a:pt x="6" y="3"/>
                    </a:cubicBezTo>
                    <a:cubicBezTo>
                      <a:pt x="8" y="3"/>
                      <a:pt x="7" y="4"/>
                      <a:pt x="7" y="6"/>
                    </a:cubicBezTo>
                    <a:cubicBezTo>
                      <a:pt x="7" y="7"/>
                      <a:pt x="9" y="11"/>
                      <a:pt x="8" y="13"/>
                    </a:cubicBezTo>
                    <a:cubicBezTo>
                      <a:pt x="7" y="14"/>
                      <a:pt x="6" y="13"/>
                      <a:pt x="4" y="13"/>
                    </a:cubicBezTo>
                    <a:cubicBezTo>
                      <a:pt x="3" y="12"/>
                      <a:pt x="1" y="12"/>
                      <a:pt x="1" y="11"/>
                    </a:cubicBezTo>
                    <a:cubicBezTo>
                      <a:pt x="0" y="9"/>
                      <a:pt x="0" y="8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3" name="Freeform 2925">
                <a:extLst>
                  <a:ext uri="{FF2B5EF4-FFF2-40B4-BE49-F238E27FC236}">
                    <a16:creationId xmlns:a16="http://schemas.microsoft.com/office/drawing/2014/main" id="{B6D47589-AD91-AE45-9A85-C9FF06CAC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461"/>
                <a:ext cx="5" cy="3"/>
              </a:xfrm>
              <a:custGeom>
                <a:avLst/>
                <a:gdLst>
                  <a:gd name="T0" fmla="*/ 7 w 13"/>
                  <a:gd name="T1" fmla="*/ 0 h 6"/>
                  <a:gd name="T2" fmla="*/ 12 w 13"/>
                  <a:gd name="T3" fmla="*/ 3 h 6"/>
                  <a:gd name="T4" fmla="*/ 3 w 13"/>
                  <a:gd name="T5" fmla="*/ 0 h 6"/>
                  <a:gd name="T6" fmla="*/ 7 w 13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7" y="0"/>
                    </a:moveTo>
                    <a:cubicBezTo>
                      <a:pt x="10" y="0"/>
                      <a:pt x="13" y="1"/>
                      <a:pt x="12" y="3"/>
                    </a:cubicBezTo>
                    <a:cubicBezTo>
                      <a:pt x="11" y="6"/>
                      <a:pt x="0" y="4"/>
                      <a:pt x="3" y="0"/>
                    </a:cubicBezTo>
                    <a:cubicBezTo>
                      <a:pt x="3" y="0"/>
                      <a:pt x="5" y="0"/>
                      <a:pt x="7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4" name="Freeform 2926">
                <a:extLst>
                  <a:ext uri="{FF2B5EF4-FFF2-40B4-BE49-F238E27FC236}">
                    <a16:creationId xmlns:a16="http://schemas.microsoft.com/office/drawing/2014/main" id="{9B18BF6A-069F-4248-A4A6-7563AA14E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456"/>
                <a:ext cx="4" cy="3"/>
              </a:xfrm>
              <a:custGeom>
                <a:avLst/>
                <a:gdLst>
                  <a:gd name="T0" fmla="*/ 3 w 9"/>
                  <a:gd name="T1" fmla="*/ 1 h 8"/>
                  <a:gd name="T2" fmla="*/ 8 w 9"/>
                  <a:gd name="T3" fmla="*/ 3 h 8"/>
                  <a:gd name="T4" fmla="*/ 4 w 9"/>
                  <a:gd name="T5" fmla="*/ 7 h 8"/>
                  <a:gd name="T6" fmla="*/ 3 w 9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3" y="1"/>
                    </a:moveTo>
                    <a:cubicBezTo>
                      <a:pt x="5" y="0"/>
                      <a:pt x="8" y="0"/>
                      <a:pt x="8" y="3"/>
                    </a:cubicBezTo>
                    <a:cubicBezTo>
                      <a:pt x="9" y="6"/>
                      <a:pt x="6" y="8"/>
                      <a:pt x="4" y="7"/>
                    </a:cubicBezTo>
                    <a:cubicBezTo>
                      <a:pt x="1" y="7"/>
                      <a:pt x="0" y="2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5" name="Freeform 2927">
                <a:extLst>
                  <a:ext uri="{FF2B5EF4-FFF2-40B4-BE49-F238E27FC236}">
                    <a16:creationId xmlns:a16="http://schemas.microsoft.com/office/drawing/2014/main" id="{E9B40AD4-DA41-EA47-A758-67BB199A2C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96" y="426"/>
                <a:ext cx="1222" cy="1401"/>
              </a:xfrm>
              <a:custGeom>
                <a:avLst/>
                <a:gdLst>
                  <a:gd name="T0" fmla="*/ 2885 w 3003"/>
                  <a:gd name="T1" fmla="*/ 220 h 3443"/>
                  <a:gd name="T2" fmla="*/ 2765 w 3003"/>
                  <a:gd name="T3" fmla="*/ 56 h 3443"/>
                  <a:gd name="T4" fmla="*/ 2686 w 3003"/>
                  <a:gd name="T5" fmla="*/ 151 h 3443"/>
                  <a:gd name="T6" fmla="*/ 2636 w 3003"/>
                  <a:gd name="T7" fmla="*/ 11 h 3443"/>
                  <a:gd name="T8" fmla="*/ 2566 w 3003"/>
                  <a:gd name="T9" fmla="*/ 148 h 3443"/>
                  <a:gd name="T10" fmla="*/ 2473 w 3003"/>
                  <a:gd name="T11" fmla="*/ 123 h 3443"/>
                  <a:gd name="T12" fmla="*/ 2400 w 3003"/>
                  <a:gd name="T13" fmla="*/ 197 h 3443"/>
                  <a:gd name="T14" fmla="*/ 2326 w 3003"/>
                  <a:gd name="T15" fmla="*/ 83 h 3443"/>
                  <a:gd name="T16" fmla="*/ 2250 w 3003"/>
                  <a:gd name="T17" fmla="*/ 271 h 3443"/>
                  <a:gd name="T18" fmla="*/ 2090 w 3003"/>
                  <a:gd name="T19" fmla="*/ 295 h 3443"/>
                  <a:gd name="T20" fmla="*/ 2023 w 3003"/>
                  <a:gd name="T21" fmla="*/ 413 h 3443"/>
                  <a:gd name="T22" fmla="*/ 1937 w 3003"/>
                  <a:gd name="T23" fmla="*/ 393 h 3443"/>
                  <a:gd name="T24" fmla="*/ 1832 w 3003"/>
                  <a:gd name="T25" fmla="*/ 530 h 3443"/>
                  <a:gd name="T26" fmla="*/ 1693 w 3003"/>
                  <a:gd name="T27" fmla="*/ 646 h 3443"/>
                  <a:gd name="T28" fmla="*/ 1554 w 3003"/>
                  <a:gd name="T29" fmla="*/ 706 h 3443"/>
                  <a:gd name="T30" fmla="*/ 1478 w 3003"/>
                  <a:gd name="T31" fmla="*/ 758 h 3443"/>
                  <a:gd name="T32" fmla="*/ 1593 w 3003"/>
                  <a:gd name="T33" fmla="*/ 773 h 3443"/>
                  <a:gd name="T34" fmla="*/ 1587 w 3003"/>
                  <a:gd name="T35" fmla="*/ 834 h 3443"/>
                  <a:gd name="T36" fmla="*/ 1562 w 3003"/>
                  <a:gd name="T37" fmla="*/ 922 h 3443"/>
                  <a:gd name="T38" fmla="*/ 1468 w 3003"/>
                  <a:gd name="T39" fmla="*/ 938 h 3443"/>
                  <a:gd name="T40" fmla="*/ 1492 w 3003"/>
                  <a:gd name="T41" fmla="*/ 987 h 3443"/>
                  <a:gd name="T42" fmla="*/ 1406 w 3003"/>
                  <a:gd name="T43" fmla="*/ 1038 h 3443"/>
                  <a:gd name="T44" fmla="*/ 1451 w 3003"/>
                  <a:gd name="T45" fmla="*/ 1116 h 3443"/>
                  <a:gd name="T46" fmla="*/ 1282 w 3003"/>
                  <a:gd name="T47" fmla="*/ 1202 h 3443"/>
                  <a:gd name="T48" fmla="*/ 1272 w 3003"/>
                  <a:gd name="T49" fmla="*/ 1276 h 3443"/>
                  <a:gd name="T50" fmla="*/ 1217 w 3003"/>
                  <a:gd name="T51" fmla="*/ 1387 h 3443"/>
                  <a:gd name="T52" fmla="*/ 1149 w 3003"/>
                  <a:gd name="T53" fmla="*/ 1570 h 3443"/>
                  <a:gd name="T54" fmla="*/ 1034 w 3003"/>
                  <a:gd name="T55" fmla="*/ 1685 h 3443"/>
                  <a:gd name="T56" fmla="*/ 987 w 3003"/>
                  <a:gd name="T57" fmla="*/ 1808 h 3443"/>
                  <a:gd name="T58" fmla="*/ 820 w 3003"/>
                  <a:gd name="T59" fmla="*/ 1887 h 3443"/>
                  <a:gd name="T60" fmla="*/ 764 w 3003"/>
                  <a:gd name="T61" fmla="*/ 2020 h 3443"/>
                  <a:gd name="T62" fmla="*/ 946 w 3003"/>
                  <a:gd name="T63" fmla="*/ 1973 h 3443"/>
                  <a:gd name="T64" fmla="*/ 798 w 3003"/>
                  <a:gd name="T65" fmla="*/ 2070 h 3443"/>
                  <a:gd name="T66" fmla="*/ 693 w 3003"/>
                  <a:gd name="T67" fmla="*/ 2042 h 3443"/>
                  <a:gd name="T68" fmla="*/ 633 w 3003"/>
                  <a:gd name="T69" fmla="*/ 2054 h 3443"/>
                  <a:gd name="T70" fmla="*/ 554 w 3003"/>
                  <a:gd name="T71" fmla="*/ 2188 h 3443"/>
                  <a:gd name="T72" fmla="*/ 455 w 3003"/>
                  <a:gd name="T73" fmla="*/ 2212 h 3443"/>
                  <a:gd name="T74" fmla="*/ 319 w 3003"/>
                  <a:gd name="T75" fmla="*/ 2222 h 3443"/>
                  <a:gd name="T76" fmla="*/ 358 w 3003"/>
                  <a:gd name="T77" fmla="*/ 2358 h 3443"/>
                  <a:gd name="T78" fmla="*/ 212 w 3003"/>
                  <a:gd name="T79" fmla="*/ 2356 h 3443"/>
                  <a:gd name="T80" fmla="*/ 103 w 3003"/>
                  <a:gd name="T81" fmla="*/ 2371 h 3443"/>
                  <a:gd name="T82" fmla="*/ 204 w 3003"/>
                  <a:gd name="T83" fmla="*/ 2435 h 3443"/>
                  <a:gd name="T84" fmla="*/ 87 w 3003"/>
                  <a:gd name="T85" fmla="*/ 2460 h 3443"/>
                  <a:gd name="T86" fmla="*/ 81 w 3003"/>
                  <a:gd name="T87" fmla="*/ 2531 h 3443"/>
                  <a:gd name="T88" fmla="*/ 293 w 3003"/>
                  <a:gd name="T89" fmla="*/ 2552 h 3443"/>
                  <a:gd name="T90" fmla="*/ 360 w 3003"/>
                  <a:gd name="T91" fmla="*/ 2629 h 3443"/>
                  <a:gd name="T92" fmla="*/ 94 w 3003"/>
                  <a:gd name="T93" fmla="*/ 2614 h 3443"/>
                  <a:gd name="T94" fmla="*/ 50 w 3003"/>
                  <a:gd name="T95" fmla="*/ 2714 h 3443"/>
                  <a:gd name="T96" fmla="*/ 98 w 3003"/>
                  <a:gd name="T97" fmla="*/ 2870 h 3443"/>
                  <a:gd name="T98" fmla="*/ 154 w 3003"/>
                  <a:gd name="T99" fmla="*/ 2852 h 3443"/>
                  <a:gd name="T100" fmla="*/ 55 w 3003"/>
                  <a:gd name="T101" fmla="*/ 2964 h 3443"/>
                  <a:gd name="T102" fmla="*/ 113 w 3003"/>
                  <a:gd name="T103" fmla="*/ 3035 h 3443"/>
                  <a:gd name="T104" fmla="*/ 137 w 3003"/>
                  <a:gd name="T105" fmla="*/ 3155 h 3443"/>
                  <a:gd name="T106" fmla="*/ 168 w 3003"/>
                  <a:gd name="T107" fmla="*/ 3365 h 3443"/>
                  <a:gd name="T108" fmla="*/ 324 w 3003"/>
                  <a:gd name="T109" fmla="*/ 3432 h 3443"/>
                  <a:gd name="T110" fmla="*/ 539 w 3003"/>
                  <a:gd name="T111" fmla="*/ 3284 h 3443"/>
                  <a:gd name="T112" fmla="*/ 700 w 3003"/>
                  <a:gd name="T113" fmla="*/ 3219 h 3443"/>
                  <a:gd name="T114" fmla="*/ 818 w 3003"/>
                  <a:gd name="T115" fmla="*/ 3145 h 3443"/>
                  <a:gd name="T116" fmla="*/ 856 w 3003"/>
                  <a:gd name="T117" fmla="*/ 3207 h 3443"/>
                  <a:gd name="T118" fmla="*/ 1960 w 3003"/>
                  <a:gd name="T119" fmla="*/ 635 h 3443"/>
                  <a:gd name="T120" fmla="*/ 753 w 3003"/>
                  <a:gd name="T121" fmla="*/ 2779 h 3443"/>
                  <a:gd name="T122" fmla="*/ 1010 w 3003"/>
                  <a:gd name="T123" fmla="*/ 2377 h 3443"/>
                  <a:gd name="T124" fmla="*/ 1266 w 3003"/>
                  <a:gd name="T125" fmla="*/ 1774 h 3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03" h="3443">
                    <a:moveTo>
                      <a:pt x="2994" y="282"/>
                    </a:moveTo>
                    <a:cubicBezTo>
                      <a:pt x="2992" y="282"/>
                      <a:pt x="2989" y="281"/>
                      <a:pt x="2986" y="281"/>
                    </a:cubicBezTo>
                    <a:cubicBezTo>
                      <a:pt x="2982" y="281"/>
                      <a:pt x="2977" y="281"/>
                      <a:pt x="2972" y="281"/>
                    </a:cubicBezTo>
                    <a:cubicBezTo>
                      <a:pt x="2969" y="281"/>
                      <a:pt x="2965" y="281"/>
                      <a:pt x="2964" y="284"/>
                    </a:cubicBezTo>
                    <a:cubicBezTo>
                      <a:pt x="2964" y="285"/>
                      <a:pt x="2963" y="289"/>
                      <a:pt x="2961" y="289"/>
                    </a:cubicBezTo>
                    <a:cubicBezTo>
                      <a:pt x="2959" y="288"/>
                      <a:pt x="2959" y="284"/>
                      <a:pt x="2959" y="283"/>
                    </a:cubicBezTo>
                    <a:cubicBezTo>
                      <a:pt x="2958" y="281"/>
                      <a:pt x="2957" y="281"/>
                      <a:pt x="2955" y="281"/>
                    </a:cubicBezTo>
                    <a:cubicBezTo>
                      <a:pt x="2952" y="281"/>
                      <a:pt x="2948" y="280"/>
                      <a:pt x="2945" y="281"/>
                    </a:cubicBezTo>
                    <a:cubicBezTo>
                      <a:pt x="2943" y="281"/>
                      <a:pt x="2941" y="281"/>
                      <a:pt x="2939" y="281"/>
                    </a:cubicBezTo>
                    <a:cubicBezTo>
                      <a:pt x="2938" y="280"/>
                      <a:pt x="2935" y="280"/>
                      <a:pt x="2934" y="282"/>
                    </a:cubicBezTo>
                    <a:cubicBezTo>
                      <a:pt x="2933" y="284"/>
                      <a:pt x="2934" y="286"/>
                      <a:pt x="2935" y="288"/>
                    </a:cubicBezTo>
                    <a:cubicBezTo>
                      <a:pt x="2935" y="290"/>
                      <a:pt x="2936" y="293"/>
                      <a:pt x="2937" y="295"/>
                    </a:cubicBezTo>
                    <a:cubicBezTo>
                      <a:pt x="2939" y="298"/>
                      <a:pt x="2939" y="302"/>
                      <a:pt x="2939" y="305"/>
                    </a:cubicBezTo>
                    <a:cubicBezTo>
                      <a:pt x="2939" y="307"/>
                      <a:pt x="2939" y="310"/>
                      <a:pt x="2940" y="312"/>
                    </a:cubicBezTo>
                    <a:cubicBezTo>
                      <a:pt x="2940" y="314"/>
                      <a:pt x="2939" y="317"/>
                      <a:pt x="2937" y="318"/>
                    </a:cubicBezTo>
                    <a:cubicBezTo>
                      <a:pt x="2935" y="319"/>
                      <a:pt x="2934" y="314"/>
                      <a:pt x="2934" y="312"/>
                    </a:cubicBezTo>
                    <a:cubicBezTo>
                      <a:pt x="2934" y="309"/>
                      <a:pt x="2934" y="305"/>
                      <a:pt x="2934" y="302"/>
                    </a:cubicBezTo>
                    <a:cubicBezTo>
                      <a:pt x="2933" y="298"/>
                      <a:pt x="2932" y="294"/>
                      <a:pt x="2931" y="291"/>
                    </a:cubicBezTo>
                    <a:cubicBezTo>
                      <a:pt x="2930" y="288"/>
                      <a:pt x="2928" y="287"/>
                      <a:pt x="2927" y="285"/>
                    </a:cubicBezTo>
                    <a:cubicBezTo>
                      <a:pt x="2925" y="283"/>
                      <a:pt x="2923" y="279"/>
                      <a:pt x="2921" y="278"/>
                    </a:cubicBezTo>
                    <a:cubicBezTo>
                      <a:pt x="2919" y="277"/>
                      <a:pt x="2917" y="279"/>
                      <a:pt x="2915" y="278"/>
                    </a:cubicBezTo>
                    <a:cubicBezTo>
                      <a:pt x="2912" y="278"/>
                      <a:pt x="2914" y="276"/>
                      <a:pt x="2915" y="275"/>
                    </a:cubicBezTo>
                    <a:cubicBezTo>
                      <a:pt x="2917" y="273"/>
                      <a:pt x="2917" y="271"/>
                      <a:pt x="2914" y="271"/>
                    </a:cubicBezTo>
                    <a:cubicBezTo>
                      <a:pt x="2911" y="272"/>
                      <a:pt x="2909" y="274"/>
                      <a:pt x="2907" y="276"/>
                    </a:cubicBezTo>
                    <a:cubicBezTo>
                      <a:pt x="2906" y="278"/>
                      <a:pt x="2904" y="279"/>
                      <a:pt x="2905" y="281"/>
                    </a:cubicBezTo>
                    <a:cubicBezTo>
                      <a:pt x="2905" y="284"/>
                      <a:pt x="2908" y="287"/>
                      <a:pt x="2910" y="290"/>
                    </a:cubicBezTo>
                    <a:cubicBezTo>
                      <a:pt x="2911" y="293"/>
                      <a:pt x="2912" y="297"/>
                      <a:pt x="2911" y="300"/>
                    </a:cubicBezTo>
                    <a:cubicBezTo>
                      <a:pt x="2911" y="302"/>
                      <a:pt x="2909" y="303"/>
                      <a:pt x="2908" y="305"/>
                    </a:cubicBezTo>
                    <a:cubicBezTo>
                      <a:pt x="2908" y="307"/>
                      <a:pt x="2907" y="310"/>
                      <a:pt x="2907" y="312"/>
                    </a:cubicBezTo>
                    <a:cubicBezTo>
                      <a:pt x="2907" y="315"/>
                      <a:pt x="2909" y="318"/>
                      <a:pt x="2909" y="320"/>
                    </a:cubicBezTo>
                    <a:cubicBezTo>
                      <a:pt x="2910" y="321"/>
                      <a:pt x="2911" y="326"/>
                      <a:pt x="2909" y="324"/>
                    </a:cubicBezTo>
                    <a:cubicBezTo>
                      <a:pt x="2907" y="322"/>
                      <a:pt x="2906" y="318"/>
                      <a:pt x="2903" y="318"/>
                    </a:cubicBezTo>
                    <a:cubicBezTo>
                      <a:pt x="2900" y="317"/>
                      <a:pt x="2896" y="324"/>
                      <a:pt x="2896" y="327"/>
                    </a:cubicBezTo>
                    <a:cubicBezTo>
                      <a:pt x="2896" y="333"/>
                      <a:pt x="2901" y="337"/>
                      <a:pt x="2901" y="343"/>
                    </a:cubicBezTo>
                    <a:cubicBezTo>
                      <a:pt x="2901" y="345"/>
                      <a:pt x="2900" y="346"/>
                      <a:pt x="2898" y="344"/>
                    </a:cubicBezTo>
                    <a:cubicBezTo>
                      <a:pt x="2896" y="342"/>
                      <a:pt x="2896" y="339"/>
                      <a:pt x="2894" y="337"/>
                    </a:cubicBezTo>
                    <a:cubicBezTo>
                      <a:pt x="2893" y="336"/>
                      <a:pt x="2892" y="335"/>
                      <a:pt x="2891" y="333"/>
                    </a:cubicBezTo>
                    <a:cubicBezTo>
                      <a:pt x="2890" y="332"/>
                      <a:pt x="2889" y="332"/>
                      <a:pt x="2889" y="330"/>
                    </a:cubicBezTo>
                    <a:cubicBezTo>
                      <a:pt x="2889" y="327"/>
                      <a:pt x="2889" y="324"/>
                      <a:pt x="2891" y="321"/>
                    </a:cubicBezTo>
                    <a:cubicBezTo>
                      <a:pt x="2892" y="318"/>
                      <a:pt x="2896" y="317"/>
                      <a:pt x="2897" y="314"/>
                    </a:cubicBezTo>
                    <a:cubicBezTo>
                      <a:pt x="2899" y="311"/>
                      <a:pt x="2898" y="307"/>
                      <a:pt x="2896" y="305"/>
                    </a:cubicBezTo>
                    <a:cubicBezTo>
                      <a:pt x="2894" y="303"/>
                      <a:pt x="2890" y="303"/>
                      <a:pt x="2888" y="304"/>
                    </a:cubicBezTo>
                    <a:cubicBezTo>
                      <a:pt x="2884" y="307"/>
                      <a:pt x="2881" y="310"/>
                      <a:pt x="2878" y="313"/>
                    </a:cubicBezTo>
                    <a:cubicBezTo>
                      <a:pt x="2874" y="315"/>
                      <a:pt x="2870" y="317"/>
                      <a:pt x="2866" y="319"/>
                    </a:cubicBezTo>
                    <a:cubicBezTo>
                      <a:pt x="2863" y="321"/>
                      <a:pt x="2861" y="323"/>
                      <a:pt x="2860" y="327"/>
                    </a:cubicBezTo>
                    <a:cubicBezTo>
                      <a:pt x="2859" y="330"/>
                      <a:pt x="2858" y="334"/>
                      <a:pt x="2855" y="336"/>
                    </a:cubicBezTo>
                    <a:cubicBezTo>
                      <a:pt x="2853" y="338"/>
                      <a:pt x="2852" y="335"/>
                      <a:pt x="2852" y="333"/>
                    </a:cubicBezTo>
                    <a:cubicBezTo>
                      <a:pt x="2852" y="329"/>
                      <a:pt x="2855" y="325"/>
                      <a:pt x="2856" y="322"/>
                    </a:cubicBezTo>
                    <a:cubicBezTo>
                      <a:pt x="2861" y="314"/>
                      <a:pt x="2864" y="306"/>
                      <a:pt x="2864" y="297"/>
                    </a:cubicBezTo>
                    <a:cubicBezTo>
                      <a:pt x="2865" y="290"/>
                      <a:pt x="2863" y="276"/>
                      <a:pt x="2853" y="275"/>
                    </a:cubicBezTo>
                    <a:cubicBezTo>
                      <a:pt x="2844" y="273"/>
                      <a:pt x="2839" y="286"/>
                      <a:pt x="2832" y="290"/>
                    </a:cubicBezTo>
                    <a:cubicBezTo>
                      <a:pt x="2829" y="292"/>
                      <a:pt x="2830" y="288"/>
                      <a:pt x="2831" y="287"/>
                    </a:cubicBezTo>
                    <a:cubicBezTo>
                      <a:pt x="2833" y="283"/>
                      <a:pt x="2836" y="279"/>
                      <a:pt x="2839" y="275"/>
                    </a:cubicBezTo>
                    <a:cubicBezTo>
                      <a:pt x="2842" y="272"/>
                      <a:pt x="2845" y="268"/>
                      <a:pt x="2846" y="263"/>
                    </a:cubicBezTo>
                    <a:cubicBezTo>
                      <a:pt x="2846" y="259"/>
                      <a:pt x="2843" y="255"/>
                      <a:pt x="2839" y="254"/>
                    </a:cubicBezTo>
                    <a:cubicBezTo>
                      <a:pt x="2832" y="251"/>
                      <a:pt x="2825" y="253"/>
                      <a:pt x="2819" y="254"/>
                    </a:cubicBezTo>
                    <a:cubicBezTo>
                      <a:pt x="2814" y="255"/>
                      <a:pt x="2808" y="257"/>
                      <a:pt x="2803" y="256"/>
                    </a:cubicBezTo>
                    <a:cubicBezTo>
                      <a:pt x="2800" y="256"/>
                      <a:pt x="2797" y="254"/>
                      <a:pt x="2794" y="253"/>
                    </a:cubicBezTo>
                    <a:cubicBezTo>
                      <a:pt x="2789" y="251"/>
                      <a:pt x="2783" y="250"/>
                      <a:pt x="2777" y="249"/>
                    </a:cubicBezTo>
                    <a:cubicBezTo>
                      <a:pt x="2772" y="248"/>
                      <a:pt x="2767" y="247"/>
                      <a:pt x="2762" y="244"/>
                    </a:cubicBezTo>
                    <a:cubicBezTo>
                      <a:pt x="2760" y="243"/>
                      <a:pt x="2758" y="241"/>
                      <a:pt x="2756" y="241"/>
                    </a:cubicBezTo>
                    <a:cubicBezTo>
                      <a:pt x="2753" y="240"/>
                      <a:pt x="2743" y="243"/>
                      <a:pt x="2746" y="236"/>
                    </a:cubicBezTo>
                    <a:cubicBezTo>
                      <a:pt x="2747" y="234"/>
                      <a:pt x="2750" y="231"/>
                      <a:pt x="2750" y="228"/>
                    </a:cubicBezTo>
                    <a:cubicBezTo>
                      <a:pt x="2750" y="227"/>
                      <a:pt x="2750" y="226"/>
                      <a:pt x="2750" y="225"/>
                    </a:cubicBezTo>
                    <a:cubicBezTo>
                      <a:pt x="2749" y="225"/>
                      <a:pt x="2748" y="224"/>
                      <a:pt x="2748" y="224"/>
                    </a:cubicBezTo>
                    <a:cubicBezTo>
                      <a:pt x="2747" y="222"/>
                      <a:pt x="2752" y="222"/>
                      <a:pt x="2753" y="222"/>
                    </a:cubicBezTo>
                    <a:cubicBezTo>
                      <a:pt x="2759" y="223"/>
                      <a:pt x="2765" y="224"/>
                      <a:pt x="2771" y="225"/>
                    </a:cubicBezTo>
                    <a:cubicBezTo>
                      <a:pt x="2778" y="226"/>
                      <a:pt x="2784" y="228"/>
                      <a:pt x="2791" y="229"/>
                    </a:cubicBezTo>
                    <a:cubicBezTo>
                      <a:pt x="2797" y="230"/>
                      <a:pt x="2803" y="230"/>
                      <a:pt x="2810" y="230"/>
                    </a:cubicBezTo>
                    <a:cubicBezTo>
                      <a:pt x="2821" y="229"/>
                      <a:pt x="2833" y="229"/>
                      <a:pt x="2845" y="229"/>
                    </a:cubicBezTo>
                    <a:cubicBezTo>
                      <a:pt x="2851" y="229"/>
                      <a:pt x="2857" y="229"/>
                      <a:pt x="2863" y="229"/>
                    </a:cubicBezTo>
                    <a:cubicBezTo>
                      <a:pt x="2865" y="228"/>
                      <a:pt x="2867" y="228"/>
                      <a:pt x="2870" y="228"/>
                    </a:cubicBezTo>
                    <a:cubicBezTo>
                      <a:pt x="2872" y="228"/>
                      <a:pt x="2873" y="227"/>
                      <a:pt x="2875" y="226"/>
                    </a:cubicBezTo>
                    <a:cubicBezTo>
                      <a:pt x="2879" y="225"/>
                      <a:pt x="2882" y="223"/>
                      <a:pt x="2885" y="220"/>
                    </a:cubicBezTo>
                    <a:cubicBezTo>
                      <a:pt x="2887" y="218"/>
                      <a:pt x="2888" y="215"/>
                      <a:pt x="2890" y="212"/>
                    </a:cubicBezTo>
                    <a:cubicBezTo>
                      <a:pt x="2893" y="209"/>
                      <a:pt x="2896" y="207"/>
                      <a:pt x="2897" y="202"/>
                    </a:cubicBezTo>
                    <a:cubicBezTo>
                      <a:pt x="2898" y="198"/>
                      <a:pt x="2896" y="192"/>
                      <a:pt x="2899" y="188"/>
                    </a:cubicBezTo>
                    <a:cubicBezTo>
                      <a:pt x="2902" y="185"/>
                      <a:pt x="2907" y="186"/>
                      <a:pt x="2910" y="183"/>
                    </a:cubicBezTo>
                    <a:cubicBezTo>
                      <a:pt x="2913" y="179"/>
                      <a:pt x="2910" y="173"/>
                      <a:pt x="2913" y="169"/>
                    </a:cubicBezTo>
                    <a:cubicBezTo>
                      <a:pt x="2915" y="164"/>
                      <a:pt x="2921" y="164"/>
                      <a:pt x="2925" y="163"/>
                    </a:cubicBezTo>
                    <a:cubicBezTo>
                      <a:pt x="2931" y="161"/>
                      <a:pt x="2935" y="158"/>
                      <a:pt x="2940" y="156"/>
                    </a:cubicBezTo>
                    <a:cubicBezTo>
                      <a:pt x="2943" y="155"/>
                      <a:pt x="2947" y="155"/>
                      <a:pt x="2950" y="154"/>
                    </a:cubicBezTo>
                    <a:cubicBezTo>
                      <a:pt x="2952" y="153"/>
                      <a:pt x="2955" y="152"/>
                      <a:pt x="2956" y="150"/>
                    </a:cubicBezTo>
                    <a:cubicBezTo>
                      <a:pt x="2958" y="146"/>
                      <a:pt x="2953" y="139"/>
                      <a:pt x="2951" y="135"/>
                    </a:cubicBezTo>
                    <a:cubicBezTo>
                      <a:pt x="2949" y="130"/>
                      <a:pt x="2942" y="109"/>
                      <a:pt x="2933" y="115"/>
                    </a:cubicBezTo>
                    <a:cubicBezTo>
                      <a:pt x="2930" y="117"/>
                      <a:pt x="2928" y="123"/>
                      <a:pt x="2924" y="122"/>
                    </a:cubicBezTo>
                    <a:cubicBezTo>
                      <a:pt x="2921" y="122"/>
                      <a:pt x="2919" y="116"/>
                      <a:pt x="2917" y="114"/>
                    </a:cubicBezTo>
                    <a:cubicBezTo>
                      <a:pt x="2915" y="111"/>
                      <a:pt x="2911" y="110"/>
                      <a:pt x="2908" y="108"/>
                    </a:cubicBezTo>
                    <a:cubicBezTo>
                      <a:pt x="2904" y="104"/>
                      <a:pt x="2902" y="100"/>
                      <a:pt x="2899" y="95"/>
                    </a:cubicBezTo>
                    <a:cubicBezTo>
                      <a:pt x="2896" y="91"/>
                      <a:pt x="2890" y="91"/>
                      <a:pt x="2885" y="93"/>
                    </a:cubicBezTo>
                    <a:cubicBezTo>
                      <a:pt x="2879" y="95"/>
                      <a:pt x="2876" y="98"/>
                      <a:pt x="2873" y="103"/>
                    </a:cubicBezTo>
                    <a:cubicBezTo>
                      <a:pt x="2869" y="108"/>
                      <a:pt x="2864" y="110"/>
                      <a:pt x="2858" y="111"/>
                    </a:cubicBezTo>
                    <a:cubicBezTo>
                      <a:pt x="2857" y="112"/>
                      <a:pt x="2853" y="112"/>
                      <a:pt x="2852" y="111"/>
                    </a:cubicBezTo>
                    <a:cubicBezTo>
                      <a:pt x="2850" y="109"/>
                      <a:pt x="2852" y="107"/>
                      <a:pt x="2853" y="106"/>
                    </a:cubicBezTo>
                    <a:cubicBezTo>
                      <a:pt x="2854" y="106"/>
                      <a:pt x="2854" y="105"/>
                      <a:pt x="2854" y="104"/>
                    </a:cubicBezTo>
                    <a:cubicBezTo>
                      <a:pt x="2855" y="103"/>
                      <a:pt x="2855" y="103"/>
                      <a:pt x="2856" y="102"/>
                    </a:cubicBezTo>
                    <a:cubicBezTo>
                      <a:pt x="2856" y="101"/>
                      <a:pt x="2856" y="101"/>
                      <a:pt x="2856" y="100"/>
                    </a:cubicBezTo>
                    <a:cubicBezTo>
                      <a:pt x="2857" y="100"/>
                      <a:pt x="2858" y="99"/>
                      <a:pt x="2858" y="98"/>
                    </a:cubicBezTo>
                    <a:cubicBezTo>
                      <a:pt x="2860" y="97"/>
                      <a:pt x="2862" y="96"/>
                      <a:pt x="2864" y="94"/>
                    </a:cubicBezTo>
                    <a:cubicBezTo>
                      <a:pt x="2866" y="93"/>
                      <a:pt x="2869" y="91"/>
                      <a:pt x="2869" y="88"/>
                    </a:cubicBezTo>
                    <a:cubicBezTo>
                      <a:pt x="2869" y="87"/>
                      <a:pt x="2870" y="85"/>
                      <a:pt x="2868" y="84"/>
                    </a:cubicBezTo>
                    <a:cubicBezTo>
                      <a:pt x="2867" y="83"/>
                      <a:pt x="2866" y="82"/>
                      <a:pt x="2865" y="82"/>
                    </a:cubicBezTo>
                    <a:cubicBezTo>
                      <a:pt x="2864" y="82"/>
                      <a:pt x="2864" y="81"/>
                      <a:pt x="2863" y="81"/>
                    </a:cubicBezTo>
                    <a:cubicBezTo>
                      <a:pt x="2863" y="81"/>
                      <a:pt x="2862" y="81"/>
                      <a:pt x="2861" y="80"/>
                    </a:cubicBezTo>
                    <a:cubicBezTo>
                      <a:pt x="2860" y="80"/>
                      <a:pt x="2859" y="79"/>
                      <a:pt x="2858" y="79"/>
                    </a:cubicBezTo>
                    <a:cubicBezTo>
                      <a:pt x="2856" y="79"/>
                      <a:pt x="2854" y="79"/>
                      <a:pt x="2852" y="79"/>
                    </a:cubicBezTo>
                    <a:cubicBezTo>
                      <a:pt x="2852" y="80"/>
                      <a:pt x="2851" y="80"/>
                      <a:pt x="2850" y="80"/>
                    </a:cubicBezTo>
                    <a:cubicBezTo>
                      <a:pt x="2850" y="80"/>
                      <a:pt x="2850" y="79"/>
                      <a:pt x="2850" y="79"/>
                    </a:cubicBezTo>
                    <a:cubicBezTo>
                      <a:pt x="2849" y="78"/>
                      <a:pt x="2849" y="78"/>
                      <a:pt x="2849" y="77"/>
                    </a:cubicBezTo>
                    <a:cubicBezTo>
                      <a:pt x="2849" y="77"/>
                      <a:pt x="2850" y="76"/>
                      <a:pt x="2850" y="75"/>
                    </a:cubicBezTo>
                    <a:cubicBezTo>
                      <a:pt x="2851" y="74"/>
                      <a:pt x="2852" y="72"/>
                      <a:pt x="2851" y="71"/>
                    </a:cubicBezTo>
                    <a:cubicBezTo>
                      <a:pt x="2850" y="69"/>
                      <a:pt x="2849" y="68"/>
                      <a:pt x="2847" y="68"/>
                    </a:cubicBezTo>
                    <a:cubicBezTo>
                      <a:pt x="2846" y="67"/>
                      <a:pt x="2846" y="67"/>
                      <a:pt x="2845" y="67"/>
                    </a:cubicBezTo>
                    <a:cubicBezTo>
                      <a:pt x="2844" y="66"/>
                      <a:pt x="2844" y="65"/>
                      <a:pt x="2843" y="65"/>
                    </a:cubicBezTo>
                    <a:cubicBezTo>
                      <a:pt x="2842" y="64"/>
                      <a:pt x="2840" y="65"/>
                      <a:pt x="2838" y="65"/>
                    </a:cubicBezTo>
                    <a:cubicBezTo>
                      <a:pt x="2838" y="65"/>
                      <a:pt x="2837" y="66"/>
                      <a:pt x="2837" y="66"/>
                    </a:cubicBezTo>
                    <a:cubicBezTo>
                      <a:pt x="2836" y="66"/>
                      <a:pt x="2836" y="66"/>
                      <a:pt x="2835" y="66"/>
                    </a:cubicBezTo>
                    <a:cubicBezTo>
                      <a:pt x="2835" y="66"/>
                      <a:pt x="2834" y="67"/>
                      <a:pt x="2834" y="68"/>
                    </a:cubicBezTo>
                    <a:cubicBezTo>
                      <a:pt x="2834" y="69"/>
                      <a:pt x="2833" y="69"/>
                      <a:pt x="2833" y="70"/>
                    </a:cubicBezTo>
                    <a:cubicBezTo>
                      <a:pt x="2832" y="72"/>
                      <a:pt x="2831" y="74"/>
                      <a:pt x="2830" y="75"/>
                    </a:cubicBezTo>
                    <a:cubicBezTo>
                      <a:pt x="2828" y="78"/>
                      <a:pt x="2827" y="80"/>
                      <a:pt x="2825" y="82"/>
                    </a:cubicBezTo>
                    <a:cubicBezTo>
                      <a:pt x="2824" y="84"/>
                      <a:pt x="2823" y="86"/>
                      <a:pt x="2822" y="88"/>
                    </a:cubicBezTo>
                    <a:cubicBezTo>
                      <a:pt x="2821" y="89"/>
                      <a:pt x="2820" y="90"/>
                      <a:pt x="2818" y="90"/>
                    </a:cubicBezTo>
                    <a:cubicBezTo>
                      <a:pt x="2816" y="90"/>
                      <a:pt x="2816" y="88"/>
                      <a:pt x="2816" y="87"/>
                    </a:cubicBezTo>
                    <a:cubicBezTo>
                      <a:pt x="2816" y="84"/>
                      <a:pt x="2818" y="81"/>
                      <a:pt x="2817" y="78"/>
                    </a:cubicBezTo>
                    <a:cubicBezTo>
                      <a:pt x="2817" y="76"/>
                      <a:pt x="2817" y="74"/>
                      <a:pt x="2817" y="71"/>
                    </a:cubicBezTo>
                    <a:cubicBezTo>
                      <a:pt x="2817" y="69"/>
                      <a:pt x="2816" y="68"/>
                      <a:pt x="2815" y="66"/>
                    </a:cubicBezTo>
                    <a:cubicBezTo>
                      <a:pt x="2813" y="65"/>
                      <a:pt x="2811" y="64"/>
                      <a:pt x="2809" y="64"/>
                    </a:cubicBezTo>
                    <a:cubicBezTo>
                      <a:pt x="2808" y="64"/>
                      <a:pt x="2807" y="65"/>
                      <a:pt x="2806" y="65"/>
                    </a:cubicBezTo>
                    <a:cubicBezTo>
                      <a:pt x="2805" y="65"/>
                      <a:pt x="2805" y="65"/>
                      <a:pt x="2804" y="66"/>
                    </a:cubicBezTo>
                    <a:cubicBezTo>
                      <a:pt x="2802" y="66"/>
                      <a:pt x="2801" y="68"/>
                      <a:pt x="2800" y="70"/>
                    </a:cubicBezTo>
                    <a:cubicBezTo>
                      <a:pt x="2799" y="71"/>
                      <a:pt x="2798" y="72"/>
                      <a:pt x="2797" y="73"/>
                    </a:cubicBezTo>
                    <a:cubicBezTo>
                      <a:pt x="2796" y="74"/>
                      <a:pt x="2795" y="74"/>
                      <a:pt x="2793" y="74"/>
                    </a:cubicBezTo>
                    <a:cubicBezTo>
                      <a:pt x="2791" y="75"/>
                      <a:pt x="2790" y="77"/>
                      <a:pt x="2788" y="78"/>
                    </a:cubicBezTo>
                    <a:cubicBezTo>
                      <a:pt x="2786" y="79"/>
                      <a:pt x="2784" y="80"/>
                      <a:pt x="2782" y="80"/>
                    </a:cubicBezTo>
                    <a:cubicBezTo>
                      <a:pt x="2781" y="81"/>
                      <a:pt x="2780" y="82"/>
                      <a:pt x="2780" y="83"/>
                    </a:cubicBezTo>
                    <a:cubicBezTo>
                      <a:pt x="2779" y="85"/>
                      <a:pt x="2779" y="86"/>
                      <a:pt x="2778" y="87"/>
                    </a:cubicBezTo>
                    <a:cubicBezTo>
                      <a:pt x="2776" y="88"/>
                      <a:pt x="2774" y="89"/>
                      <a:pt x="2772" y="89"/>
                    </a:cubicBezTo>
                    <a:cubicBezTo>
                      <a:pt x="2769" y="89"/>
                      <a:pt x="2770" y="87"/>
                      <a:pt x="2770" y="85"/>
                    </a:cubicBezTo>
                    <a:cubicBezTo>
                      <a:pt x="2772" y="82"/>
                      <a:pt x="2774" y="79"/>
                      <a:pt x="2776" y="76"/>
                    </a:cubicBezTo>
                    <a:cubicBezTo>
                      <a:pt x="2777" y="75"/>
                      <a:pt x="2779" y="74"/>
                      <a:pt x="2779" y="72"/>
                    </a:cubicBezTo>
                    <a:cubicBezTo>
                      <a:pt x="2780" y="70"/>
                      <a:pt x="2778" y="69"/>
                      <a:pt x="2776" y="69"/>
                    </a:cubicBezTo>
                    <a:cubicBezTo>
                      <a:pt x="2774" y="69"/>
                      <a:pt x="2771" y="71"/>
                      <a:pt x="2769" y="72"/>
                    </a:cubicBezTo>
                    <a:cubicBezTo>
                      <a:pt x="2767" y="73"/>
                      <a:pt x="2766" y="72"/>
                      <a:pt x="2767" y="70"/>
                    </a:cubicBezTo>
                    <a:cubicBezTo>
                      <a:pt x="2767" y="68"/>
                      <a:pt x="2768" y="67"/>
                      <a:pt x="2770" y="66"/>
                    </a:cubicBezTo>
                    <a:cubicBezTo>
                      <a:pt x="2772" y="66"/>
                      <a:pt x="2774" y="65"/>
                      <a:pt x="2774" y="62"/>
                    </a:cubicBezTo>
                    <a:cubicBezTo>
                      <a:pt x="2775" y="60"/>
                      <a:pt x="2774" y="58"/>
                      <a:pt x="2772" y="57"/>
                    </a:cubicBezTo>
                    <a:cubicBezTo>
                      <a:pt x="2769" y="57"/>
                      <a:pt x="2767" y="57"/>
                      <a:pt x="2765" y="56"/>
                    </a:cubicBezTo>
                    <a:cubicBezTo>
                      <a:pt x="2763" y="54"/>
                      <a:pt x="2763" y="52"/>
                      <a:pt x="2762" y="50"/>
                    </a:cubicBezTo>
                    <a:cubicBezTo>
                      <a:pt x="2762" y="49"/>
                      <a:pt x="2761" y="47"/>
                      <a:pt x="2761" y="46"/>
                    </a:cubicBezTo>
                    <a:cubicBezTo>
                      <a:pt x="2760" y="45"/>
                      <a:pt x="2758" y="44"/>
                      <a:pt x="2757" y="44"/>
                    </a:cubicBezTo>
                    <a:cubicBezTo>
                      <a:pt x="2755" y="43"/>
                      <a:pt x="2753" y="42"/>
                      <a:pt x="2750" y="42"/>
                    </a:cubicBezTo>
                    <a:cubicBezTo>
                      <a:pt x="2747" y="42"/>
                      <a:pt x="2744" y="43"/>
                      <a:pt x="2741" y="43"/>
                    </a:cubicBezTo>
                    <a:cubicBezTo>
                      <a:pt x="2738" y="43"/>
                      <a:pt x="2735" y="43"/>
                      <a:pt x="2732" y="43"/>
                    </a:cubicBezTo>
                    <a:cubicBezTo>
                      <a:pt x="2730" y="43"/>
                      <a:pt x="2728" y="43"/>
                      <a:pt x="2726" y="43"/>
                    </a:cubicBezTo>
                    <a:cubicBezTo>
                      <a:pt x="2723" y="44"/>
                      <a:pt x="2716" y="43"/>
                      <a:pt x="2715" y="48"/>
                    </a:cubicBezTo>
                    <a:cubicBezTo>
                      <a:pt x="2713" y="54"/>
                      <a:pt x="2716" y="61"/>
                      <a:pt x="2712" y="66"/>
                    </a:cubicBezTo>
                    <a:cubicBezTo>
                      <a:pt x="2710" y="67"/>
                      <a:pt x="2709" y="68"/>
                      <a:pt x="2708" y="70"/>
                    </a:cubicBezTo>
                    <a:cubicBezTo>
                      <a:pt x="2707" y="71"/>
                      <a:pt x="2706" y="72"/>
                      <a:pt x="2705" y="73"/>
                    </a:cubicBezTo>
                    <a:cubicBezTo>
                      <a:pt x="2704" y="75"/>
                      <a:pt x="2703" y="76"/>
                      <a:pt x="2702" y="78"/>
                    </a:cubicBezTo>
                    <a:cubicBezTo>
                      <a:pt x="2702" y="80"/>
                      <a:pt x="2702" y="82"/>
                      <a:pt x="2701" y="84"/>
                    </a:cubicBezTo>
                    <a:cubicBezTo>
                      <a:pt x="2701" y="85"/>
                      <a:pt x="2700" y="86"/>
                      <a:pt x="2700" y="87"/>
                    </a:cubicBezTo>
                    <a:cubicBezTo>
                      <a:pt x="2701" y="89"/>
                      <a:pt x="2702" y="90"/>
                      <a:pt x="2702" y="90"/>
                    </a:cubicBezTo>
                    <a:cubicBezTo>
                      <a:pt x="2703" y="91"/>
                      <a:pt x="2703" y="93"/>
                      <a:pt x="2704" y="93"/>
                    </a:cubicBezTo>
                    <a:cubicBezTo>
                      <a:pt x="2705" y="94"/>
                      <a:pt x="2707" y="94"/>
                      <a:pt x="2707" y="95"/>
                    </a:cubicBezTo>
                    <a:cubicBezTo>
                      <a:pt x="2707" y="97"/>
                      <a:pt x="2704" y="97"/>
                      <a:pt x="2703" y="98"/>
                    </a:cubicBezTo>
                    <a:cubicBezTo>
                      <a:pt x="2701" y="99"/>
                      <a:pt x="2701" y="99"/>
                      <a:pt x="2701" y="101"/>
                    </a:cubicBezTo>
                    <a:cubicBezTo>
                      <a:pt x="2701" y="103"/>
                      <a:pt x="2701" y="105"/>
                      <a:pt x="2701" y="107"/>
                    </a:cubicBezTo>
                    <a:cubicBezTo>
                      <a:pt x="2701" y="109"/>
                      <a:pt x="2702" y="111"/>
                      <a:pt x="2701" y="113"/>
                    </a:cubicBezTo>
                    <a:cubicBezTo>
                      <a:pt x="2701" y="115"/>
                      <a:pt x="2701" y="117"/>
                      <a:pt x="2700" y="118"/>
                    </a:cubicBezTo>
                    <a:cubicBezTo>
                      <a:pt x="2700" y="120"/>
                      <a:pt x="2699" y="121"/>
                      <a:pt x="2699" y="122"/>
                    </a:cubicBezTo>
                    <a:cubicBezTo>
                      <a:pt x="2698" y="123"/>
                      <a:pt x="2698" y="125"/>
                      <a:pt x="2698" y="127"/>
                    </a:cubicBezTo>
                    <a:cubicBezTo>
                      <a:pt x="2698" y="129"/>
                      <a:pt x="2698" y="131"/>
                      <a:pt x="2699" y="132"/>
                    </a:cubicBezTo>
                    <a:cubicBezTo>
                      <a:pt x="2701" y="136"/>
                      <a:pt x="2704" y="139"/>
                      <a:pt x="2706" y="143"/>
                    </a:cubicBezTo>
                    <a:cubicBezTo>
                      <a:pt x="2707" y="144"/>
                      <a:pt x="2708" y="146"/>
                      <a:pt x="2709" y="146"/>
                    </a:cubicBezTo>
                    <a:cubicBezTo>
                      <a:pt x="2711" y="147"/>
                      <a:pt x="2712" y="148"/>
                      <a:pt x="2713" y="150"/>
                    </a:cubicBezTo>
                    <a:cubicBezTo>
                      <a:pt x="2714" y="152"/>
                      <a:pt x="2714" y="154"/>
                      <a:pt x="2714" y="156"/>
                    </a:cubicBezTo>
                    <a:cubicBezTo>
                      <a:pt x="2714" y="157"/>
                      <a:pt x="2714" y="158"/>
                      <a:pt x="2713" y="158"/>
                    </a:cubicBezTo>
                    <a:cubicBezTo>
                      <a:pt x="2708" y="160"/>
                      <a:pt x="2709" y="153"/>
                      <a:pt x="2706" y="152"/>
                    </a:cubicBezTo>
                    <a:cubicBezTo>
                      <a:pt x="2705" y="152"/>
                      <a:pt x="2703" y="153"/>
                      <a:pt x="2702" y="154"/>
                    </a:cubicBezTo>
                    <a:cubicBezTo>
                      <a:pt x="2701" y="155"/>
                      <a:pt x="2700" y="156"/>
                      <a:pt x="2699" y="158"/>
                    </a:cubicBezTo>
                    <a:cubicBezTo>
                      <a:pt x="2699" y="159"/>
                      <a:pt x="2698" y="160"/>
                      <a:pt x="2698" y="162"/>
                    </a:cubicBezTo>
                    <a:cubicBezTo>
                      <a:pt x="2697" y="163"/>
                      <a:pt x="2697" y="165"/>
                      <a:pt x="2696" y="166"/>
                    </a:cubicBezTo>
                    <a:cubicBezTo>
                      <a:pt x="2695" y="169"/>
                      <a:pt x="2693" y="171"/>
                      <a:pt x="2693" y="174"/>
                    </a:cubicBezTo>
                    <a:cubicBezTo>
                      <a:pt x="2693" y="176"/>
                      <a:pt x="2693" y="177"/>
                      <a:pt x="2692" y="179"/>
                    </a:cubicBezTo>
                    <a:cubicBezTo>
                      <a:pt x="2692" y="180"/>
                      <a:pt x="2692" y="182"/>
                      <a:pt x="2692" y="183"/>
                    </a:cubicBezTo>
                    <a:cubicBezTo>
                      <a:pt x="2692" y="184"/>
                      <a:pt x="2692" y="184"/>
                      <a:pt x="2693" y="185"/>
                    </a:cubicBezTo>
                    <a:cubicBezTo>
                      <a:pt x="2693" y="187"/>
                      <a:pt x="2692" y="188"/>
                      <a:pt x="2692" y="190"/>
                    </a:cubicBezTo>
                    <a:cubicBezTo>
                      <a:pt x="2692" y="192"/>
                      <a:pt x="2692" y="193"/>
                      <a:pt x="2693" y="195"/>
                    </a:cubicBezTo>
                    <a:cubicBezTo>
                      <a:pt x="2693" y="198"/>
                      <a:pt x="2694" y="200"/>
                      <a:pt x="2695" y="203"/>
                    </a:cubicBezTo>
                    <a:cubicBezTo>
                      <a:pt x="2696" y="206"/>
                      <a:pt x="2697" y="209"/>
                      <a:pt x="2698" y="213"/>
                    </a:cubicBezTo>
                    <a:cubicBezTo>
                      <a:pt x="2699" y="216"/>
                      <a:pt x="2700" y="219"/>
                      <a:pt x="2702" y="222"/>
                    </a:cubicBezTo>
                    <a:cubicBezTo>
                      <a:pt x="2704" y="226"/>
                      <a:pt x="2707" y="230"/>
                      <a:pt x="2707" y="235"/>
                    </a:cubicBezTo>
                    <a:cubicBezTo>
                      <a:pt x="2707" y="241"/>
                      <a:pt x="2703" y="246"/>
                      <a:pt x="2701" y="251"/>
                    </a:cubicBezTo>
                    <a:cubicBezTo>
                      <a:pt x="2700" y="252"/>
                      <a:pt x="2699" y="254"/>
                      <a:pt x="2697" y="256"/>
                    </a:cubicBezTo>
                    <a:cubicBezTo>
                      <a:pt x="2696" y="257"/>
                      <a:pt x="2697" y="256"/>
                      <a:pt x="2697" y="255"/>
                    </a:cubicBezTo>
                    <a:cubicBezTo>
                      <a:pt x="2697" y="251"/>
                      <a:pt x="2700" y="247"/>
                      <a:pt x="2702" y="244"/>
                    </a:cubicBezTo>
                    <a:cubicBezTo>
                      <a:pt x="2704" y="240"/>
                      <a:pt x="2703" y="236"/>
                      <a:pt x="2703" y="232"/>
                    </a:cubicBezTo>
                    <a:cubicBezTo>
                      <a:pt x="2702" y="229"/>
                      <a:pt x="2702" y="227"/>
                      <a:pt x="2701" y="225"/>
                    </a:cubicBezTo>
                    <a:cubicBezTo>
                      <a:pt x="2700" y="223"/>
                      <a:pt x="2699" y="222"/>
                      <a:pt x="2698" y="220"/>
                    </a:cubicBezTo>
                    <a:cubicBezTo>
                      <a:pt x="2697" y="217"/>
                      <a:pt x="2696" y="215"/>
                      <a:pt x="2696" y="212"/>
                    </a:cubicBezTo>
                    <a:cubicBezTo>
                      <a:pt x="2695" y="211"/>
                      <a:pt x="2695" y="209"/>
                      <a:pt x="2694" y="209"/>
                    </a:cubicBezTo>
                    <a:cubicBezTo>
                      <a:pt x="2692" y="208"/>
                      <a:pt x="2691" y="209"/>
                      <a:pt x="2690" y="209"/>
                    </a:cubicBezTo>
                    <a:cubicBezTo>
                      <a:pt x="2688" y="210"/>
                      <a:pt x="2687" y="210"/>
                      <a:pt x="2686" y="211"/>
                    </a:cubicBezTo>
                    <a:cubicBezTo>
                      <a:pt x="2685" y="210"/>
                      <a:pt x="2686" y="209"/>
                      <a:pt x="2687" y="208"/>
                    </a:cubicBezTo>
                    <a:cubicBezTo>
                      <a:pt x="2687" y="207"/>
                      <a:pt x="2687" y="207"/>
                      <a:pt x="2687" y="206"/>
                    </a:cubicBezTo>
                    <a:cubicBezTo>
                      <a:pt x="2688" y="205"/>
                      <a:pt x="2688" y="205"/>
                      <a:pt x="2688" y="204"/>
                    </a:cubicBezTo>
                    <a:cubicBezTo>
                      <a:pt x="2688" y="203"/>
                      <a:pt x="2689" y="202"/>
                      <a:pt x="2689" y="200"/>
                    </a:cubicBezTo>
                    <a:cubicBezTo>
                      <a:pt x="2689" y="199"/>
                      <a:pt x="2690" y="198"/>
                      <a:pt x="2690" y="197"/>
                    </a:cubicBezTo>
                    <a:cubicBezTo>
                      <a:pt x="2690" y="196"/>
                      <a:pt x="2689" y="195"/>
                      <a:pt x="2689" y="193"/>
                    </a:cubicBezTo>
                    <a:cubicBezTo>
                      <a:pt x="2689" y="192"/>
                      <a:pt x="2689" y="190"/>
                      <a:pt x="2689" y="189"/>
                    </a:cubicBezTo>
                    <a:cubicBezTo>
                      <a:pt x="2688" y="187"/>
                      <a:pt x="2689" y="186"/>
                      <a:pt x="2689" y="185"/>
                    </a:cubicBezTo>
                    <a:cubicBezTo>
                      <a:pt x="2688" y="183"/>
                      <a:pt x="2688" y="181"/>
                      <a:pt x="2688" y="180"/>
                    </a:cubicBezTo>
                    <a:cubicBezTo>
                      <a:pt x="2688" y="178"/>
                      <a:pt x="2688" y="176"/>
                      <a:pt x="2689" y="175"/>
                    </a:cubicBezTo>
                    <a:cubicBezTo>
                      <a:pt x="2689" y="174"/>
                      <a:pt x="2689" y="173"/>
                      <a:pt x="2689" y="172"/>
                    </a:cubicBezTo>
                    <a:cubicBezTo>
                      <a:pt x="2690" y="171"/>
                      <a:pt x="2690" y="169"/>
                      <a:pt x="2690" y="168"/>
                    </a:cubicBezTo>
                    <a:cubicBezTo>
                      <a:pt x="2691" y="166"/>
                      <a:pt x="2691" y="163"/>
                      <a:pt x="2692" y="161"/>
                    </a:cubicBezTo>
                    <a:cubicBezTo>
                      <a:pt x="2692" y="159"/>
                      <a:pt x="2692" y="158"/>
                      <a:pt x="2693" y="157"/>
                    </a:cubicBezTo>
                    <a:cubicBezTo>
                      <a:pt x="2694" y="154"/>
                      <a:pt x="2695" y="151"/>
                      <a:pt x="2695" y="148"/>
                    </a:cubicBezTo>
                    <a:cubicBezTo>
                      <a:pt x="2695" y="147"/>
                      <a:pt x="2696" y="146"/>
                      <a:pt x="2695" y="146"/>
                    </a:cubicBezTo>
                    <a:cubicBezTo>
                      <a:pt x="2694" y="145"/>
                      <a:pt x="2693" y="146"/>
                      <a:pt x="2692" y="146"/>
                    </a:cubicBezTo>
                    <a:cubicBezTo>
                      <a:pt x="2690" y="147"/>
                      <a:pt x="2688" y="149"/>
                      <a:pt x="2686" y="151"/>
                    </a:cubicBezTo>
                    <a:cubicBezTo>
                      <a:pt x="2684" y="153"/>
                      <a:pt x="2682" y="155"/>
                      <a:pt x="2681" y="157"/>
                    </a:cubicBezTo>
                    <a:cubicBezTo>
                      <a:pt x="2679" y="159"/>
                      <a:pt x="2679" y="162"/>
                      <a:pt x="2678" y="164"/>
                    </a:cubicBezTo>
                    <a:cubicBezTo>
                      <a:pt x="2678" y="165"/>
                      <a:pt x="2677" y="166"/>
                      <a:pt x="2676" y="166"/>
                    </a:cubicBezTo>
                    <a:cubicBezTo>
                      <a:pt x="2675" y="166"/>
                      <a:pt x="2675" y="165"/>
                      <a:pt x="2675" y="165"/>
                    </a:cubicBezTo>
                    <a:cubicBezTo>
                      <a:pt x="2674" y="161"/>
                      <a:pt x="2677" y="157"/>
                      <a:pt x="2678" y="154"/>
                    </a:cubicBezTo>
                    <a:cubicBezTo>
                      <a:pt x="2678" y="153"/>
                      <a:pt x="2679" y="151"/>
                      <a:pt x="2678" y="151"/>
                    </a:cubicBezTo>
                    <a:cubicBezTo>
                      <a:pt x="2678" y="150"/>
                      <a:pt x="2676" y="152"/>
                      <a:pt x="2675" y="152"/>
                    </a:cubicBezTo>
                    <a:cubicBezTo>
                      <a:pt x="2672" y="154"/>
                      <a:pt x="2670" y="156"/>
                      <a:pt x="2666" y="157"/>
                    </a:cubicBezTo>
                    <a:cubicBezTo>
                      <a:pt x="2664" y="158"/>
                      <a:pt x="2662" y="159"/>
                      <a:pt x="2661" y="161"/>
                    </a:cubicBezTo>
                    <a:cubicBezTo>
                      <a:pt x="2660" y="163"/>
                      <a:pt x="2660" y="166"/>
                      <a:pt x="2659" y="168"/>
                    </a:cubicBezTo>
                    <a:cubicBezTo>
                      <a:pt x="2658" y="170"/>
                      <a:pt x="2657" y="172"/>
                      <a:pt x="2655" y="171"/>
                    </a:cubicBezTo>
                    <a:cubicBezTo>
                      <a:pt x="2652" y="171"/>
                      <a:pt x="2652" y="166"/>
                      <a:pt x="2652" y="165"/>
                    </a:cubicBezTo>
                    <a:cubicBezTo>
                      <a:pt x="2652" y="160"/>
                      <a:pt x="2652" y="156"/>
                      <a:pt x="2655" y="153"/>
                    </a:cubicBezTo>
                    <a:cubicBezTo>
                      <a:pt x="2657" y="150"/>
                      <a:pt x="2659" y="147"/>
                      <a:pt x="2662" y="144"/>
                    </a:cubicBezTo>
                    <a:cubicBezTo>
                      <a:pt x="2664" y="141"/>
                      <a:pt x="2667" y="139"/>
                      <a:pt x="2669" y="136"/>
                    </a:cubicBezTo>
                    <a:cubicBezTo>
                      <a:pt x="2672" y="133"/>
                      <a:pt x="2674" y="130"/>
                      <a:pt x="2677" y="126"/>
                    </a:cubicBezTo>
                    <a:cubicBezTo>
                      <a:pt x="2678" y="124"/>
                      <a:pt x="2680" y="122"/>
                      <a:pt x="2680" y="120"/>
                    </a:cubicBezTo>
                    <a:cubicBezTo>
                      <a:pt x="2680" y="118"/>
                      <a:pt x="2681" y="115"/>
                      <a:pt x="2681" y="113"/>
                    </a:cubicBezTo>
                    <a:cubicBezTo>
                      <a:pt x="2681" y="110"/>
                      <a:pt x="2681" y="108"/>
                      <a:pt x="2681" y="105"/>
                    </a:cubicBezTo>
                    <a:cubicBezTo>
                      <a:pt x="2681" y="103"/>
                      <a:pt x="2681" y="100"/>
                      <a:pt x="2680" y="98"/>
                    </a:cubicBezTo>
                    <a:cubicBezTo>
                      <a:pt x="2678" y="95"/>
                      <a:pt x="2673" y="96"/>
                      <a:pt x="2671" y="98"/>
                    </a:cubicBezTo>
                    <a:cubicBezTo>
                      <a:pt x="2669" y="100"/>
                      <a:pt x="2667" y="103"/>
                      <a:pt x="2665" y="105"/>
                    </a:cubicBezTo>
                    <a:cubicBezTo>
                      <a:pt x="2663" y="107"/>
                      <a:pt x="2661" y="110"/>
                      <a:pt x="2658" y="111"/>
                    </a:cubicBezTo>
                    <a:cubicBezTo>
                      <a:pt x="2654" y="115"/>
                      <a:pt x="2651" y="118"/>
                      <a:pt x="2647" y="121"/>
                    </a:cubicBezTo>
                    <a:cubicBezTo>
                      <a:pt x="2643" y="123"/>
                      <a:pt x="2638" y="125"/>
                      <a:pt x="2634" y="126"/>
                    </a:cubicBezTo>
                    <a:cubicBezTo>
                      <a:pt x="2633" y="126"/>
                      <a:pt x="2630" y="127"/>
                      <a:pt x="2629" y="126"/>
                    </a:cubicBezTo>
                    <a:cubicBezTo>
                      <a:pt x="2629" y="124"/>
                      <a:pt x="2632" y="123"/>
                      <a:pt x="2633" y="123"/>
                    </a:cubicBezTo>
                    <a:cubicBezTo>
                      <a:pt x="2637" y="120"/>
                      <a:pt x="2642" y="118"/>
                      <a:pt x="2646" y="114"/>
                    </a:cubicBezTo>
                    <a:cubicBezTo>
                      <a:pt x="2648" y="111"/>
                      <a:pt x="2650" y="108"/>
                      <a:pt x="2652" y="105"/>
                    </a:cubicBezTo>
                    <a:cubicBezTo>
                      <a:pt x="2653" y="103"/>
                      <a:pt x="2654" y="101"/>
                      <a:pt x="2656" y="99"/>
                    </a:cubicBezTo>
                    <a:cubicBezTo>
                      <a:pt x="2657" y="97"/>
                      <a:pt x="2663" y="90"/>
                      <a:pt x="2658" y="90"/>
                    </a:cubicBezTo>
                    <a:cubicBezTo>
                      <a:pt x="2656" y="89"/>
                      <a:pt x="2654" y="90"/>
                      <a:pt x="2652" y="90"/>
                    </a:cubicBezTo>
                    <a:cubicBezTo>
                      <a:pt x="2650" y="90"/>
                      <a:pt x="2649" y="89"/>
                      <a:pt x="2647" y="89"/>
                    </a:cubicBezTo>
                    <a:cubicBezTo>
                      <a:pt x="2644" y="89"/>
                      <a:pt x="2642" y="90"/>
                      <a:pt x="2640" y="91"/>
                    </a:cubicBezTo>
                    <a:cubicBezTo>
                      <a:pt x="2638" y="92"/>
                      <a:pt x="2636" y="93"/>
                      <a:pt x="2634" y="93"/>
                    </a:cubicBezTo>
                    <a:cubicBezTo>
                      <a:pt x="2632" y="92"/>
                      <a:pt x="2632" y="91"/>
                      <a:pt x="2631" y="89"/>
                    </a:cubicBezTo>
                    <a:cubicBezTo>
                      <a:pt x="2631" y="88"/>
                      <a:pt x="2630" y="86"/>
                      <a:pt x="2630" y="85"/>
                    </a:cubicBezTo>
                    <a:cubicBezTo>
                      <a:pt x="2629" y="83"/>
                      <a:pt x="2629" y="81"/>
                      <a:pt x="2631" y="79"/>
                    </a:cubicBezTo>
                    <a:cubicBezTo>
                      <a:pt x="2633" y="78"/>
                      <a:pt x="2636" y="78"/>
                      <a:pt x="2638" y="78"/>
                    </a:cubicBezTo>
                    <a:cubicBezTo>
                      <a:pt x="2640" y="78"/>
                      <a:pt x="2642" y="77"/>
                      <a:pt x="2643" y="76"/>
                    </a:cubicBezTo>
                    <a:cubicBezTo>
                      <a:pt x="2644" y="74"/>
                      <a:pt x="2646" y="73"/>
                      <a:pt x="2648" y="73"/>
                    </a:cubicBezTo>
                    <a:cubicBezTo>
                      <a:pt x="2650" y="73"/>
                      <a:pt x="2652" y="74"/>
                      <a:pt x="2653" y="75"/>
                    </a:cubicBezTo>
                    <a:cubicBezTo>
                      <a:pt x="2655" y="76"/>
                      <a:pt x="2657" y="77"/>
                      <a:pt x="2658" y="77"/>
                    </a:cubicBezTo>
                    <a:cubicBezTo>
                      <a:pt x="2661" y="77"/>
                      <a:pt x="2664" y="77"/>
                      <a:pt x="2666" y="77"/>
                    </a:cubicBezTo>
                    <a:cubicBezTo>
                      <a:pt x="2668" y="77"/>
                      <a:pt x="2669" y="76"/>
                      <a:pt x="2670" y="74"/>
                    </a:cubicBezTo>
                    <a:cubicBezTo>
                      <a:pt x="2670" y="72"/>
                      <a:pt x="2669" y="70"/>
                      <a:pt x="2669" y="68"/>
                    </a:cubicBezTo>
                    <a:cubicBezTo>
                      <a:pt x="2668" y="67"/>
                      <a:pt x="2668" y="65"/>
                      <a:pt x="2669" y="65"/>
                    </a:cubicBezTo>
                    <a:cubicBezTo>
                      <a:pt x="2672" y="64"/>
                      <a:pt x="2678" y="67"/>
                      <a:pt x="2679" y="63"/>
                    </a:cubicBezTo>
                    <a:cubicBezTo>
                      <a:pt x="2679" y="62"/>
                      <a:pt x="2679" y="60"/>
                      <a:pt x="2680" y="59"/>
                    </a:cubicBezTo>
                    <a:cubicBezTo>
                      <a:pt x="2680" y="58"/>
                      <a:pt x="2682" y="57"/>
                      <a:pt x="2683" y="56"/>
                    </a:cubicBezTo>
                    <a:cubicBezTo>
                      <a:pt x="2684" y="53"/>
                      <a:pt x="2678" y="51"/>
                      <a:pt x="2679" y="48"/>
                    </a:cubicBezTo>
                    <a:cubicBezTo>
                      <a:pt x="2680" y="47"/>
                      <a:pt x="2682" y="46"/>
                      <a:pt x="2683" y="45"/>
                    </a:cubicBezTo>
                    <a:cubicBezTo>
                      <a:pt x="2684" y="44"/>
                      <a:pt x="2686" y="43"/>
                      <a:pt x="2687" y="42"/>
                    </a:cubicBezTo>
                    <a:cubicBezTo>
                      <a:pt x="2689" y="39"/>
                      <a:pt x="2690" y="36"/>
                      <a:pt x="2689" y="33"/>
                    </a:cubicBezTo>
                    <a:cubicBezTo>
                      <a:pt x="2689" y="32"/>
                      <a:pt x="2688" y="30"/>
                      <a:pt x="2687" y="29"/>
                    </a:cubicBezTo>
                    <a:cubicBezTo>
                      <a:pt x="2686" y="28"/>
                      <a:pt x="2685" y="26"/>
                      <a:pt x="2684" y="25"/>
                    </a:cubicBezTo>
                    <a:cubicBezTo>
                      <a:pt x="2683" y="22"/>
                      <a:pt x="2681" y="20"/>
                      <a:pt x="2678" y="19"/>
                    </a:cubicBezTo>
                    <a:cubicBezTo>
                      <a:pt x="2675" y="19"/>
                      <a:pt x="2672" y="19"/>
                      <a:pt x="2670" y="20"/>
                    </a:cubicBezTo>
                    <a:cubicBezTo>
                      <a:pt x="2667" y="21"/>
                      <a:pt x="2665" y="22"/>
                      <a:pt x="2662" y="23"/>
                    </a:cubicBezTo>
                    <a:cubicBezTo>
                      <a:pt x="2659" y="24"/>
                      <a:pt x="2657" y="24"/>
                      <a:pt x="2656" y="22"/>
                    </a:cubicBezTo>
                    <a:cubicBezTo>
                      <a:pt x="2655" y="21"/>
                      <a:pt x="2654" y="20"/>
                      <a:pt x="2653" y="19"/>
                    </a:cubicBezTo>
                    <a:cubicBezTo>
                      <a:pt x="2653" y="18"/>
                      <a:pt x="2652" y="17"/>
                      <a:pt x="2651" y="16"/>
                    </a:cubicBezTo>
                    <a:cubicBezTo>
                      <a:pt x="2650" y="13"/>
                      <a:pt x="2653" y="12"/>
                      <a:pt x="2655" y="11"/>
                    </a:cubicBezTo>
                    <a:cubicBezTo>
                      <a:pt x="2658" y="10"/>
                      <a:pt x="2657" y="7"/>
                      <a:pt x="2657" y="5"/>
                    </a:cubicBezTo>
                    <a:cubicBezTo>
                      <a:pt x="2657" y="4"/>
                      <a:pt x="2657" y="2"/>
                      <a:pt x="2656" y="2"/>
                    </a:cubicBezTo>
                    <a:cubicBezTo>
                      <a:pt x="2655" y="1"/>
                      <a:pt x="2653" y="2"/>
                      <a:pt x="2652" y="2"/>
                    </a:cubicBezTo>
                    <a:cubicBezTo>
                      <a:pt x="2651" y="3"/>
                      <a:pt x="2650" y="3"/>
                      <a:pt x="2649" y="4"/>
                    </a:cubicBezTo>
                    <a:cubicBezTo>
                      <a:pt x="2649" y="4"/>
                      <a:pt x="2648" y="5"/>
                      <a:pt x="2648" y="6"/>
                    </a:cubicBezTo>
                    <a:cubicBezTo>
                      <a:pt x="2648" y="7"/>
                      <a:pt x="2647" y="8"/>
                      <a:pt x="2646" y="8"/>
                    </a:cubicBezTo>
                    <a:cubicBezTo>
                      <a:pt x="2645" y="8"/>
                      <a:pt x="2645" y="8"/>
                      <a:pt x="2644" y="9"/>
                    </a:cubicBezTo>
                    <a:cubicBezTo>
                      <a:pt x="2643" y="9"/>
                      <a:pt x="2643" y="11"/>
                      <a:pt x="2642" y="11"/>
                    </a:cubicBezTo>
                    <a:cubicBezTo>
                      <a:pt x="2642" y="11"/>
                      <a:pt x="2641" y="9"/>
                      <a:pt x="2641" y="9"/>
                    </a:cubicBezTo>
                    <a:cubicBezTo>
                      <a:pt x="2640" y="8"/>
                      <a:pt x="2639" y="8"/>
                      <a:pt x="2639" y="8"/>
                    </a:cubicBezTo>
                    <a:cubicBezTo>
                      <a:pt x="2637" y="9"/>
                      <a:pt x="2637" y="10"/>
                      <a:pt x="2636" y="11"/>
                    </a:cubicBezTo>
                    <a:cubicBezTo>
                      <a:pt x="2635" y="12"/>
                      <a:pt x="2635" y="12"/>
                      <a:pt x="2634" y="11"/>
                    </a:cubicBezTo>
                    <a:cubicBezTo>
                      <a:pt x="2633" y="10"/>
                      <a:pt x="2632" y="7"/>
                      <a:pt x="2630" y="9"/>
                    </a:cubicBezTo>
                    <a:cubicBezTo>
                      <a:pt x="2629" y="10"/>
                      <a:pt x="2628" y="12"/>
                      <a:pt x="2627" y="13"/>
                    </a:cubicBezTo>
                    <a:cubicBezTo>
                      <a:pt x="2626" y="13"/>
                      <a:pt x="2625" y="14"/>
                      <a:pt x="2625" y="14"/>
                    </a:cubicBezTo>
                    <a:cubicBezTo>
                      <a:pt x="2624" y="15"/>
                      <a:pt x="2624" y="16"/>
                      <a:pt x="2624" y="17"/>
                    </a:cubicBezTo>
                    <a:cubicBezTo>
                      <a:pt x="2623" y="18"/>
                      <a:pt x="2622" y="20"/>
                      <a:pt x="2621" y="18"/>
                    </a:cubicBezTo>
                    <a:cubicBezTo>
                      <a:pt x="2620" y="18"/>
                      <a:pt x="2620" y="17"/>
                      <a:pt x="2620" y="16"/>
                    </a:cubicBezTo>
                    <a:cubicBezTo>
                      <a:pt x="2618" y="15"/>
                      <a:pt x="2617" y="15"/>
                      <a:pt x="2615" y="15"/>
                    </a:cubicBezTo>
                    <a:cubicBezTo>
                      <a:pt x="2614" y="16"/>
                      <a:pt x="2612" y="17"/>
                      <a:pt x="2611" y="16"/>
                    </a:cubicBezTo>
                    <a:cubicBezTo>
                      <a:pt x="2610" y="14"/>
                      <a:pt x="2610" y="12"/>
                      <a:pt x="2610" y="11"/>
                    </a:cubicBezTo>
                    <a:cubicBezTo>
                      <a:pt x="2610" y="8"/>
                      <a:pt x="2608" y="5"/>
                      <a:pt x="2606" y="4"/>
                    </a:cubicBezTo>
                    <a:cubicBezTo>
                      <a:pt x="2605" y="2"/>
                      <a:pt x="2602" y="0"/>
                      <a:pt x="2600" y="2"/>
                    </a:cubicBezTo>
                    <a:cubicBezTo>
                      <a:pt x="2599" y="3"/>
                      <a:pt x="2600" y="6"/>
                      <a:pt x="2598" y="8"/>
                    </a:cubicBezTo>
                    <a:cubicBezTo>
                      <a:pt x="2597" y="9"/>
                      <a:pt x="2594" y="9"/>
                      <a:pt x="2593" y="10"/>
                    </a:cubicBezTo>
                    <a:cubicBezTo>
                      <a:pt x="2590" y="11"/>
                      <a:pt x="2591" y="14"/>
                      <a:pt x="2591" y="16"/>
                    </a:cubicBezTo>
                    <a:cubicBezTo>
                      <a:pt x="2591" y="19"/>
                      <a:pt x="2591" y="23"/>
                      <a:pt x="2593" y="25"/>
                    </a:cubicBezTo>
                    <a:cubicBezTo>
                      <a:pt x="2595" y="27"/>
                      <a:pt x="2598" y="27"/>
                      <a:pt x="2600" y="29"/>
                    </a:cubicBezTo>
                    <a:cubicBezTo>
                      <a:pt x="2602" y="32"/>
                      <a:pt x="2601" y="36"/>
                      <a:pt x="2600" y="38"/>
                    </a:cubicBezTo>
                    <a:cubicBezTo>
                      <a:pt x="2600" y="39"/>
                      <a:pt x="2599" y="40"/>
                      <a:pt x="2599" y="40"/>
                    </a:cubicBezTo>
                    <a:cubicBezTo>
                      <a:pt x="2598" y="40"/>
                      <a:pt x="2597" y="39"/>
                      <a:pt x="2596" y="39"/>
                    </a:cubicBezTo>
                    <a:cubicBezTo>
                      <a:pt x="2595" y="36"/>
                      <a:pt x="2593" y="34"/>
                      <a:pt x="2590" y="33"/>
                    </a:cubicBezTo>
                    <a:cubicBezTo>
                      <a:pt x="2589" y="32"/>
                      <a:pt x="2586" y="31"/>
                      <a:pt x="2584" y="30"/>
                    </a:cubicBezTo>
                    <a:cubicBezTo>
                      <a:pt x="2581" y="29"/>
                      <a:pt x="2578" y="28"/>
                      <a:pt x="2574" y="30"/>
                    </a:cubicBezTo>
                    <a:cubicBezTo>
                      <a:pt x="2571" y="31"/>
                      <a:pt x="2568" y="34"/>
                      <a:pt x="2570" y="37"/>
                    </a:cubicBezTo>
                    <a:cubicBezTo>
                      <a:pt x="2572" y="39"/>
                      <a:pt x="2575" y="40"/>
                      <a:pt x="2577" y="42"/>
                    </a:cubicBezTo>
                    <a:cubicBezTo>
                      <a:pt x="2578" y="43"/>
                      <a:pt x="2582" y="45"/>
                      <a:pt x="2580" y="47"/>
                    </a:cubicBezTo>
                    <a:cubicBezTo>
                      <a:pt x="2578" y="48"/>
                      <a:pt x="2575" y="47"/>
                      <a:pt x="2573" y="47"/>
                    </a:cubicBezTo>
                    <a:cubicBezTo>
                      <a:pt x="2571" y="46"/>
                      <a:pt x="2569" y="46"/>
                      <a:pt x="2567" y="47"/>
                    </a:cubicBezTo>
                    <a:cubicBezTo>
                      <a:pt x="2563" y="50"/>
                      <a:pt x="2564" y="55"/>
                      <a:pt x="2565" y="58"/>
                    </a:cubicBezTo>
                    <a:cubicBezTo>
                      <a:pt x="2565" y="60"/>
                      <a:pt x="2566" y="62"/>
                      <a:pt x="2568" y="62"/>
                    </a:cubicBezTo>
                    <a:cubicBezTo>
                      <a:pt x="2571" y="63"/>
                      <a:pt x="2573" y="63"/>
                      <a:pt x="2575" y="64"/>
                    </a:cubicBezTo>
                    <a:cubicBezTo>
                      <a:pt x="2577" y="64"/>
                      <a:pt x="2579" y="64"/>
                      <a:pt x="2581" y="63"/>
                    </a:cubicBezTo>
                    <a:cubicBezTo>
                      <a:pt x="2583" y="62"/>
                      <a:pt x="2584" y="61"/>
                      <a:pt x="2586" y="60"/>
                    </a:cubicBezTo>
                    <a:cubicBezTo>
                      <a:pt x="2588" y="59"/>
                      <a:pt x="2589" y="61"/>
                      <a:pt x="2590" y="63"/>
                    </a:cubicBezTo>
                    <a:cubicBezTo>
                      <a:pt x="2591" y="65"/>
                      <a:pt x="2592" y="67"/>
                      <a:pt x="2594" y="67"/>
                    </a:cubicBezTo>
                    <a:cubicBezTo>
                      <a:pt x="2596" y="68"/>
                      <a:pt x="2598" y="67"/>
                      <a:pt x="2600" y="68"/>
                    </a:cubicBezTo>
                    <a:cubicBezTo>
                      <a:pt x="2602" y="69"/>
                      <a:pt x="2602" y="72"/>
                      <a:pt x="2602" y="73"/>
                    </a:cubicBezTo>
                    <a:cubicBezTo>
                      <a:pt x="2603" y="78"/>
                      <a:pt x="2608" y="78"/>
                      <a:pt x="2611" y="78"/>
                    </a:cubicBezTo>
                    <a:cubicBezTo>
                      <a:pt x="2613" y="78"/>
                      <a:pt x="2615" y="78"/>
                      <a:pt x="2615" y="80"/>
                    </a:cubicBezTo>
                    <a:cubicBezTo>
                      <a:pt x="2615" y="82"/>
                      <a:pt x="2613" y="83"/>
                      <a:pt x="2611" y="84"/>
                    </a:cubicBezTo>
                    <a:cubicBezTo>
                      <a:pt x="2609" y="84"/>
                      <a:pt x="2606" y="84"/>
                      <a:pt x="2604" y="85"/>
                    </a:cubicBezTo>
                    <a:cubicBezTo>
                      <a:pt x="2602" y="86"/>
                      <a:pt x="2601" y="86"/>
                      <a:pt x="2600" y="85"/>
                    </a:cubicBezTo>
                    <a:cubicBezTo>
                      <a:pt x="2598" y="83"/>
                      <a:pt x="2596" y="82"/>
                      <a:pt x="2594" y="81"/>
                    </a:cubicBezTo>
                    <a:cubicBezTo>
                      <a:pt x="2591" y="81"/>
                      <a:pt x="2588" y="81"/>
                      <a:pt x="2586" y="82"/>
                    </a:cubicBezTo>
                    <a:cubicBezTo>
                      <a:pt x="2585" y="83"/>
                      <a:pt x="2585" y="84"/>
                      <a:pt x="2584" y="85"/>
                    </a:cubicBezTo>
                    <a:cubicBezTo>
                      <a:pt x="2584" y="87"/>
                      <a:pt x="2584" y="88"/>
                      <a:pt x="2584" y="90"/>
                    </a:cubicBezTo>
                    <a:cubicBezTo>
                      <a:pt x="2585" y="90"/>
                      <a:pt x="2585" y="91"/>
                      <a:pt x="2585" y="92"/>
                    </a:cubicBezTo>
                    <a:cubicBezTo>
                      <a:pt x="2586" y="94"/>
                      <a:pt x="2585" y="95"/>
                      <a:pt x="2586" y="97"/>
                    </a:cubicBezTo>
                    <a:cubicBezTo>
                      <a:pt x="2586" y="97"/>
                      <a:pt x="2587" y="98"/>
                      <a:pt x="2587" y="98"/>
                    </a:cubicBezTo>
                    <a:cubicBezTo>
                      <a:pt x="2588" y="98"/>
                      <a:pt x="2588" y="99"/>
                      <a:pt x="2588" y="100"/>
                    </a:cubicBezTo>
                    <a:cubicBezTo>
                      <a:pt x="2587" y="101"/>
                      <a:pt x="2585" y="101"/>
                      <a:pt x="2584" y="101"/>
                    </a:cubicBezTo>
                    <a:cubicBezTo>
                      <a:pt x="2583" y="101"/>
                      <a:pt x="2582" y="100"/>
                      <a:pt x="2581" y="100"/>
                    </a:cubicBezTo>
                    <a:cubicBezTo>
                      <a:pt x="2580" y="100"/>
                      <a:pt x="2580" y="100"/>
                      <a:pt x="2579" y="100"/>
                    </a:cubicBezTo>
                    <a:cubicBezTo>
                      <a:pt x="2577" y="101"/>
                      <a:pt x="2577" y="102"/>
                      <a:pt x="2576" y="103"/>
                    </a:cubicBezTo>
                    <a:cubicBezTo>
                      <a:pt x="2575" y="104"/>
                      <a:pt x="2575" y="103"/>
                      <a:pt x="2574" y="103"/>
                    </a:cubicBezTo>
                    <a:cubicBezTo>
                      <a:pt x="2573" y="103"/>
                      <a:pt x="2573" y="104"/>
                      <a:pt x="2573" y="104"/>
                    </a:cubicBezTo>
                    <a:cubicBezTo>
                      <a:pt x="2571" y="106"/>
                      <a:pt x="2572" y="109"/>
                      <a:pt x="2572" y="111"/>
                    </a:cubicBezTo>
                    <a:cubicBezTo>
                      <a:pt x="2572" y="113"/>
                      <a:pt x="2572" y="115"/>
                      <a:pt x="2573" y="117"/>
                    </a:cubicBezTo>
                    <a:cubicBezTo>
                      <a:pt x="2573" y="118"/>
                      <a:pt x="2574" y="118"/>
                      <a:pt x="2574" y="118"/>
                    </a:cubicBezTo>
                    <a:cubicBezTo>
                      <a:pt x="2575" y="119"/>
                      <a:pt x="2576" y="119"/>
                      <a:pt x="2576" y="120"/>
                    </a:cubicBezTo>
                    <a:cubicBezTo>
                      <a:pt x="2577" y="122"/>
                      <a:pt x="2577" y="123"/>
                      <a:pt x="2577" y="125"/>
                    </a:cubicBezTo>
                    <a:cubicBezTo>
                      <a:pt x="2576" y="126"/>
                      <a:pt x="2576" y="127"/>
                      <a:pt x="2576" y="128"/>
                    </a:cubicBezTo>
                    <a:cubicBezTo>
                      <a:pt x="2576" y="129"/>
                      <a:pt x="2576" y="130"/>
                      <a:pt x="2577" y="131"/>
                    </a:cubicBezTo>
                    <a:cubicBezTo>
                      <a:pt x="2577" y="133"/>
                      <a:pt x="2577" y="133"/>
                      <a:pt x="2579" y="134"/>
                    </a:cubicBezTo>
                    <a:cubicBezTo>
                      <a:pt x="2580" y="134"/>
                      <a:pt x="2581" y="134"/>
                      <a:pt x="2582" y="135"/>
                    </a:cubicBezTo>
                    <a:cubicBezTo>
                      <a:pt x="2582" y="135"/>
                      <a:pt x="2583" y="135"/>
                      <a:pt x="2584" y="136"/>
                    </a:cubicBezTo>
                    <a:cubicBezTo>
                      <a:pt x="2585" y="136"/>
                      <a:pt x="2588" y="137"/>
                      <a:pt x="2587" y="138"/>
                    </a:cubicBezTo>
                    <a:cubicBezTo>
                      <a:pt x="2585" y="139"/>
                      <a:pt x="2582" y="139"/>
                      <a:pt x="2580" y="140"/>
                    </a:cubicBezTo>
                    <a:cubicBezTo>
                      <a:pt x="2578" y="140"/>
                      <a:pt x="2577" y="140"/>
                      <a:pt x="2575" y="140"/>
                    </a:cubicBezTo>
                    <a:cubicBezTo>
                      <a:pt x="2574" y="140"/>
                      <a:pt x="2574" y="140"/>
                      <a:pt x="2573" y="140"/>
                    </a:cubicBezTo>
                    <a:cubicBezTo>
                      <a:pt x="2573" y="140"/>
                      <a:pt x="2572" y="140"/>
                      <a:pt x="2571" y="140"/>
                    </a:cubicBezTo>
                    <a:cubicBezTo>
                      <a:pt x="2569" y="140"/>
                      <a:pt x="2568" y="141"/>
                      <a:pt x="2568" y="143"/>
                    </a:cubicBezTo>
                    <a:cubicBezTo>
                      <a:pt x="2568" y="144"/>
                      <a:pt x="2568" y="145"/>
                      <a:pt x="2568" y="146"/>
                    </a:cubicBezTo>
                    <a:cubicBezTo>
                      <a:pt x="2568" y="147"/>
                      <a:pt x="2567" y="147"/>
                      <a:pt x="2566" y="148"/>
                    </a:cubicBezTo>
                    <a:cubicBezTo>
                      <a:pt x="2566" y="149"/>
                      <a:pt x="2566" y="150"/>
                      <a:pt x="2566" y="151"/>
                    </a:cubicBezTo>
                    <a:cubicBezTo>
                      <a:pt x="2565" y="153"/>
                      <a:pt x="2566" y="156"/>
                      <a:pt x="2566" y="158"/>
                    </a:cubicBezTo>
                    <a:cubicBezTo>
                      <a:pt x="2566" y="160"/>
                      <a:pt x="2566" y="162"/>
                      <a:pt x="2567" y="164"/>
                    </a:cubicBezTo>
                    <a:cubicBezTo>
                      <a:pt x="2567" y="164"/>
                      <a:pt x="2568" y="164"/>
                      <a:pt x="2569" y="165"/>
                    </a:cubicBezTo>
                    <a:cubicBezTo>
                      <a:pt x="2570" y="165"/>
                      <a:pt x="2571" y="166"/>
                      <a:pt x="2572" y="166"/>
                    </a:cubicBezTo>
                    <a:cubicBezTo>
                      <a:pt x="2573" y="167"/>
                      <a:pt x="2574" y="167"/>
                      <a:pt x="2575" y="168"/>
                    </a:cubicBezTo>
                    <a:cubicBezTo>
                      <a:pt x="2575" y="169"/>
                      <a:pt x="2576" y="170"/>
                      <a:pt x="2576" y="171"/>
                    </a:cubicBezTo>
                    <a:cubicBezTo>
                      <a:pt x="2577" y="171"/>
                      <a:pt x="2577" y="172"/>
                      <a:pt x="2578" y="173"/>
                    </a:cubicBezTo>
                    <a:cubicBezTo>
                      <a:pt x="2578" y="173"/>
                      <a:pt x="2579" y="174"/>
                      <a:pt x="2579" y="174"/>
                    </a:cubicBezTo>
                    <a:cubicBezTo>
                      <a:pt x="2580" y="176"/>
                      <a:pt x="2580" y="177"/>
                      <a:pt x="2578" y="177"/>
                    </a:cubicBezTo>
                    <a:cubicBezTo>
                      <a:pt x="2577" y="178"/>
                      <a:pt x="2576" y="178"/>
                      <a:pt x="2576" y="178"/>
                    </a:cubicBezTo>
                    <a:cubicBezTo>
                      <a:pt x="2575" y="178"/>
                      <a:pt x="2574" y="179"/>
                      <a:pt x="2573" y="180"/>
                    </a:cubicBezTo>
                    <a:cubicBezTo>
                      <a:pt x="2572" y="181"/>
                      <a:pt x="2570" y="182"/>
                      <a:pt x="2568" y="180"/>
                    </a:cubicBezTo>
                    <a:cubicBezTo>
                      <a:pt x="2567" y="180"/>
                      <a:pt x="2567" y="179"/>
                      <a:pt x="2567" y="178"/>
                    </a:cubicBezTo>
                    <a:cubicBezTo>
                      <a:pt x="2566" y="178"/>
                      <a:pt x="2566" y="177"/>
                      <a:pt x="2565" y="177"/>
                    </a:cubicBezTo>
                    <a:cubicBezTo>
                      <a:pt x="2562" y="176"/>
                      <a:pt x="2559" y="176"/>
                      <a:pt x="2557" y="176"/>
                    </a:cubicBezTo>
                    <a:cubicBezTo>
                      <a:pt x="2553" y="176"/>
                      <a:pt x="2550" y="178"/>
                      <a:pt x="2550" y="181"/>
                    </a:cubicBezTo>
                    <a:cubicBezTo>
                      <a:pt x="2550" y="184"/>
                      <a:pt x="2550" y="186"/>
                      <a:pt x="2550" y="188"/>
                    </a:cubicBezTo>
                    <a:cubicBezTo>
                      <a:pt x="2549" y="190"/>
                      <a:pt x="2549" y="191"/>
                      <a:pt x="2547" y="192"/>
                    </a:cubicBezTo>
                    <a:cubicBezTo>
                      <a:pt x="2546" y="192"/>
                      <a:pt x="2544" y="192"/>
                      <a:pt x="2543" y="194"/>
                    </a:cubicBezTo>
                    <a:cubicBezTo>
                      <a:pt x="2542" y="195"/>
                      <a:pt x="2541" y="197"/>
                      <a:pt x="2541" y="199"/>
                    </a:cubicBezTo>
                    <a:cubicBezTo>
                      <a:pt x="2541" y="201"/>
                      <a:pt x="2542" y="204"/>
                      <a:pt x="2541" y="206"/>
                    </a:cubicBezTo>
                    <a:cubicBezTo>
                      <a:pt x="2540" y="208"/>
                      <a:pt x="2538" y="207"/>
                      <a:pt x="2537" y="208"/>
                    </a:cubicBezTo>
                    <a:cubicBezTo>
                      <a:pt x="2536" y="208"/>
                      <a:pt x="2536" y="209"/>
                      <a:pt x="2536" y="210"/>
                    </a:cubicBezTo>
                    <a:cubicBezTo>
                      <a:pt x="2535" y="211"/>
                      <a:pt x="2535" y="212"/>
                      <a:pt x="2534" y="212"/>
                    </a:cubicBezTo>
                    <a:cubicBezTo>
                      <a:pt x="2533" y="213"/>
                      <a:pt x="2531" y="215"/>
                      <a:pt x="2530" y="215"/>
                    </a:cubicBezTo>
                    <a:cubicBezTo>
                      <a:pt x="2528" y="216"/>
                      <a:pt x="2527" y="214"/>
                      <a:pt x="2527" y="212"/>
                    </a:cubicBezTo>
                    <a:cubicBezTo>
                      <a:pt x="2526" y="211"/>
                      <a:pt x="2526" y="210"/>
                      <a:pt x="2527" y="208"/>
                    </a:cubicBezTo>
                    <a:cubicBezTo>
                      <a:pt x="2527" y="207"/>
                      <a:pt x="2528" y="206"/>
                      <a:pt x="2529" y="205"/>
                    </a:cubicBezTo>
                    <a:cubicBezTo>
                      <a:pt x="2529" y="203"/>
                      <a:pt x="2529" y="201"/>
                      <a:pt x="2529" y="199"/>
                    </a:cubicBezTo>
                    <a:cubicBezTo>
                      <a:pt x="2528" y="196"/>
                      <a:pt x="2528" y="194"/>
                      <a:pt x="2528" y="191"/>
                    </a:cubicBezTo>
                    <a:cubicBezTo>
                      <a:pt x="2528" y="190"/>
                      <a:pt x="2527" y="189"/>
                      <a:pt x="2527" y="188"/>
                    </a:cubicBezTo>
                    <a:cubicBezTo>
                      <a:pt x="2528" y="188"/>
                      <a:pt x="2528" y="188"/>
                      <a:pt x="2528" y="188"/>
                    </a:cubicBezTo>
                    <a:cubicBezTo>
                      <a:pt x="2530" y="187"/>
                      <a:pt x="2531" y="186"/>
                      <a:pt x="2531" y="185"/>
                    </a:cubicBezTo>
                    <a:cubicBezTo>
                      <a:pt x="2530" y="180"/>
                      <a:pt x="2530" y="175"/>
                      <a:pt x="2530" y="171"/>
                    </a:cubicBezTo>
                    <a:cubicBezTo>
                      <a:pt x="2530" y="165"/>
                      <a:pt x="2530" y="158"/>
                      <a:pt x="2530" y="152"/>
                    </a:cubicBezTo>
                    <a:cubicBezTo>
                      <a:pt x="2530" y="150"/>
                      <a:pt x="2530" y="149"/>
                      <a:pt x="2530" y="147"/>
                    </a:cubicBezTo>
                    <a:cubicBezTo>
                      <a:pt x="2529" y="145"/>
                      <a:pt x="2529" y="143"/>
                      <a:pt x="2528" y="141"/>
                    </a:cubicBezTo>
                    <a:cubicBezTo>
                      <a:pt x="2527" y="139"/>
                      <a:pt x="2525" y="139"/>
                      <a:pt x="2523" y="138"/>
                    </a:cubicBezTo>
                    <a:cubicBezTo>
                      <a:pt x="2521" y="137"/>
                      <a:pt x="2519" y="137"/>
                      <a:pt x="2517" y="137"/>
                    </a:cubicBezTo>
                    <a:cubicBezTo>
                      <a:pt x="2515" y="137"/>
                      <a:pt x="2514" y="137"/>
                      <a:pt x="2513" y="138"/>
                    </a:cubicBezTo>
                    <a:cubicBezTo>
                      <a:pt x="2511" y="140"/>
                      <a:pt x="2510" y="141"/>
                      <a:pt x="2507" y="141"/>
                    </a:cubicBezTo>
                    <a:cubicBezTo>
                      <a:pt x="2506" y="142"/>
                      <a:pt x="2504" y="141"/>
                      <a:pt x="2504" y="140"/>
                    </a:cubicBezTo>
                    <a:cubicBezTo>
                      <a:pt x="2504" y="138"/>
                      <a:pt x="2506" y="136"/>
                      <a:pt x="2507" y="135"/>
                    </a:cubicBezTo>
                    <a:cubicBezTo>
                      <a:pt x="2509" y="134"/>
                      <a:pt x="2511" y="132"/>
                      <a:pt x="2512" y="130"/>
                    </a:cubicBezTo>
                    <a:cubicBezTo>
                      <a:pt x="2513" y="129"/>
                      <a:pt x="2514" y="128"/>
                      <a:pt x="2515" y="127"/>
                    </a:cubicBezTo>
                    <a:cubicBezTo>
                      <a:pt x="2516" y="127"/>
                      <a:pt x="2517" y="126"/>
                      <a:pt x="2518" y="125"/>
                    </a:cubicBezTo>
                    <a:cubicBezTo>
                      <a:pt x="2519" y="124"/>
                      <a:pt x="2522" y="123"/>
                      <a:pt x="2523" y="122"/>
                    </a:cubicBezTo>
                    <a:cubicBezTo>
                      <a:pt x="2524" y="121"/>
                      <a:pt x="2525" y="120"/>
                      <a:pt x="2526" y="118"/>
                    </a:cubicBezTo>
                    <a:cubicBezTo>
                      <a:pt x="2527" y="115"/>
                      <a:pt x="2528" y="112"/>
                      <a:pt x="2529" y="108"/>
                    </a:cubicBezTo>
                    <a:cubicBezTo>
                      <a:pt x="2529" y="105"/>
                      <a:pt x="2529" y="102"/>
                      <a:pt x="2530" y="99"/>
                    </a:cubicBezTo>
                    <a:cubicBezTo>
                      <a:pt x="2530" y="97"/>
                      <a:pt x="2530" y="95"/>
                      <a:pt x="2530" y="92"/>
                    </a:cubicBezTo>
                    <a:cubicBezTo>
                      <a:pt x="2530" y="91"/>
                      <a:pt x="2530" y="91"/>
                      <a:pt x="2529" y="90"/>
                    </a:cubicBezTo>
                    <a:cubicBezTo>
                      <a:pt x="2528" y="89"/>
                      <a:pt x="2528" y="88"/>
                      <a:pt x="2527" y="87"/>
                    </a:cubicBezTo>
                    <a:cubicBezTo>
                      <a:pt x="2525" y="83"/>
                      <a:pt x="2526" y="77"/>
                      <a:pt x="2526" y="73"/>
                    </a:cubicBezTo>
                    <a:cubicBezTo>
                      <a:pt x="2526" y="69"/>
                      <a:pt x="2525" y="65"/>
                      <a:pt x="2523" y="61"/>
                    </a:cubicBezTo>
                    <a:cubicBezTo>
                      <a:pt x="2522" y="58"/>
                      <a:pt x="2520" y="54"/>
                      <a:pt x="2517" y="57"/>
                    </a:cubicBezTo>
                    <a:cubicBezTo>
                      <a:pt x="2515" y="58"/>
                      <a:pt x="2513" y="60"/>
                      <a:pt x="2512" y="62"/>
                    </a:cubicBezTo>
                    <a:cubicBezTo>
                      <a:pt x="2510" y="64"/>
                      <a:pt x="2509" y="66"/>
                      <a:pt x="2507" y="68"/>
                    </a:cubicBezTo>
                    <a:cubicBezTo>
                      <a:pt x="2504" y="71"/>
                      <a:pt x="2502" y="75"/>
                      <a:pt x="2499" y="78"/>
                    </a:cubicBezTo>
                    <a:cubicBezTo>
                      <a:pt x="2498" y="81"/>
                      <a:pt x="2496" y="83"/>
                      <a:pt x="2495" y="85"/>
                    </a:cubicBezTo>
                    <a:cubicBezTo>
                      <a:pt x="2494" y="86"/>
                      <a:pt x="2494" y="87"/>
                      <a:pt x="2493" y="88"/>
                    </a:cubicBezTo>
                    <a:cubicBezTo>
                      <a:pt x="2493" y="90"/>
                      <a:pt x="2493" y="91"/>
                      <a:pt x="2492" y="92"/>
                    </a:cubicBezTo>
                    <a:cubicBezTo>
                      <a:pt x="2491" y="93"/>
                      <a:pt x="2491" y="94"/>
                      <a:pt x="2491" y="95"/>
                    </a:cubicBezTo>
                    <a:cubicBezTo>
                      <a:pt x="2490" y="96"/>
                      <a:pt x="2490" y="97"/>
                      <a:pt x="2489" y="98"/>
                    </a:cubicBezTo>
                    <a:cubicBezTo>
                      <a:pt x="2489" y="100"/>
                      <a:pt x="2488" y="101"/>
                      <a:pt x="2488" y="102"/>
                    </a:cubicBezTo>
                    <a:cubicBezTo>
                      <a:pt x="2487" y="104"/>
                      <a:pt x="2485" y="106"/>
                      <a:pt x="2484" y="109"/>
                    </a:cubicBezTo>
                    <a:cubicBezTo>
                      <a:pt x="2483" y="110"/>
                      <a:pt x="2482" y="111"/>
                      <a:pt x="2481" y="112"/>
                    </a:cubicBezTo>
                    <a:cubicBezTo>
                      <a:pt x="2481" y="113"/>
                      <a:pt x="2480" y="113"/>
                      <a:pt x="2480" y="113"/>
                    </a:cubicBezTo>
                    <a:cubicBezTo>
                      <a:pt x="2479" y="114"/>
                      <a:pt x="2479" y="114"/>
                      <a:pt x="2479" y="115"/>
                    </a:cubicBezTo>
                    <a:cubicBezTo>
                      <a:pt x="2478" y="116"/>
                      <a:pt x="2477" y="116"/>
                      <a:pt x="2477" y="117"/>
                    </a:cubicBezTo>
                    <a:cubicBezTo>
                      <a:pt x="2476" y="118"/>
                      <a:pt x="2475" y="119"/>
                      <a:pt x="2475" y="119"/>
                    </a:cubicBezTo>
                    <a:cubicBezTo>
                      <a:pt x="2474" y="120"/>
                      <a:pt x="2474" y="120"/>
                      <a:pt x="2474" y="121"/>
                    </a:cubicBezTo>
                    <a:cubicBezTo>
                      <a:pt x="2473" y="121"/>
                      <a:pt x="2473" y="122"/>
                      <a:pt x="2473" y="123"/>
                    </a:cubicBezTo>
                    <a:cubicBezTo>
                      <a:pt x="2473" y="124"/>
                      <a:pt x="2473" y="125"/>
                      <a:pt x="2472" y="126"/>
                    </a:cubicBezTo>
                    <a:cubicBezTo>
                      <a:pt x="2472" y="127"/>
                      <a:pt x="2472" y="128"/>
                      <a:pt x="2471" y="128"/>
                    </a:cubicBezTo>
                    <a:cubicBezTo>
                      <a:pt x="2471" y="130"/>
                      <a:pt x="2471" y="133"/>
                      <a:pt x="2471" y="135"/>
                    </a:cubicBezTo>
                    <a:cubicBezTo>
                      <a:pt x="2471" y="138"/>
                      <a:pt x="2471" y="140"/>
                      <a:pt x="2471" y="143"/>
                    </a:cubicBezTo>
                    <a:cubicBezTo>
                      <a:pt x="2471" y="144"/>
                      <a:pt x="2471" y="146"/>
                      <a:pt x="2471" y="147"/>
                    </a:cubicBezTo>
                    <a:cubicBezTo>
                      <a:pt x="2471" y="148"/>
                      <a:pt x="2471" y="149"/>
                      <a:pt x="2471" y="150"/>
                    </a:cubicBezTo>
                    <a:cubicBezTo>
                      <a:pt x="2471" y="151"/>
                      <a:pt x="2470" y="152"/>
                      <a:pt x="2470" y="153"/>
                    </a:cubicBezTo>
                    <a:cubicBezTo>
                      <a:pt x="2470" y="156"/>
                      <a:pt x="2470" y="158"/>
                      <a:pt x="2469" y="161"/>
                    </a:cubicBezTo>
                    <a:cubicBezTo>
                      <a:pt x="2469" y="162"/>
                      <a:pt x="2468" y="163"/>
                      <a:pt x="2467" y="164"/>
                    </a:cubicBezTo>
                    <a:cubicBezTo>
                      <a:pt x="2467" y="165"/>
                      <a:pt x="2466" y="165"/>
                      <a:pt x="2465" y="165"/>
                    </a:cubicBezTo>
                    <a:cubicBezTo>
                      <a:pt x="2465" y="166"/>
                      <a:pt x="2464" y="166"/>
                      <a:pt x="2463" y="167"/>
                    </a:cubicBezTo>
                    <a:cubicBezTo>
                      <a:pt x="2462" y="167"/>
                      <a:pt x="2461" y="168"/>
                      <a:pt x="2460" y="169"/>
                    </a:cubicBezTo>
                    <a:cubicBezTo>
                      <a:pt x="2459" y="170"/>
                      <a:pt x="2458" y="171"/>
                      <a:pt x="2458" y="172"/>
                    </a:cubicBezTo>
                    <a:cubicBezTo>
                      <a:pt x="2456" y="175"/>
                      <a:pt x="2456" y="178"/>
                      <a:pt x="2455" y="181"/>
                    </a:cubicBezTo>
                    <a:cubicBezTo>
                      <a:pt x="2454" y="183"/>
                      <a:pt x="2454" y="185"/>
                      <a:pt x="2454" y="187"/>
                    </a:cubicBezTo>
                    <a:cubicBezTo>
                      <a:pt x="2453" y="188"/>
                      <a:pt x="2453" y="190"/>
                      <a:pt x="2452" y="192"/>
                    </a:cubicBezTo>
                    <a:cubicBezTo>
                      <a:pt x="2450" y="195"/>
                      <a:pt x="2448" y="198"/>
                      <a:pt x="2447" y="202"/>
                    </a:cubicBezTo>
                    <a:cubicBezTo>
                      <a:pt x="2446" y="203"/>
                      <a:pt x="2445" y="205"/>
                      <a:pt x="2444" y="207"/>
                    </a:cubicBezTo>
                    <a:cubicBezTo>
                      <a:pt x="2443" y="208"/>
                      <a:pt x="2443" y="210"/>
                      <a:pt x="2442" y="212"/>
                    </a:cubicBezTo>
                    <a:cubicBezTo>
                      <a:pt x="2442" y="213"/>
                      <a:pt x="2442" y="215"/>
                      <a:pt x="2441" y="216"/>
                    </a:cubicBezTo>
                    <a:cubicBezTo>
                      <a:pt x="2441" y="217"/>
                      <a:pt x="2440" y="217"/>
                      <a:pt x="2440" y="218"/>
                    </a:cubicBezTo>
                    <a:cubicBezTo>
                      <a:pt x="2439" y="218"/>
                      <a:pt x="2439" y="219"/>
                      <a:pt x="2438" y="220"/>
                    </a:cubicBezTo>
                    <a:cubicBezTo>
                      <a:pt x="2437" y="221"/>
                      <a:pt x="2436" y="223"/>
                      <a:pt x="2435" y="225"/>
                    </a:cubicBezTo>
                    <a:cubicBezTo>
                      <a:pt x="2435" y="227"/>
                      <a:pt x="2433" y="227"/>
                      <a:pt x="2432" y="228"/>
                    </a:cubicBezTo>
                    <a:cubicBezTo>
                      <a:pt x="2430" y="229"/>
                      <a:pt x="2430" y="231"/>
                      <a:pt x="2430" y="232"/>
                    </a:cubicBezTo>
                    <a:cubicBezTo>
                      <a:pt x="2430" y="234"/>
                      <a:pt x="2430" y="237"/>
                      <a:pt x="2430" y="239"/>
                    </a:cubicBezTo>
                    <a:cubicBezTo>
                      <a:pt x="2430" y="239"/>
                      <a:pt x="2429" y="240"/>
                      <a:pt x="2429" y="241"/>
                    </a:cubicBezTo>
                    <a:cubicBezTo>
                      <a:pt x="2429" y="242"/>
                      <a:pt x="2429" y="243"/>
                      <a:pt x="2430" y="244"/>
                    </a:cubicBezTo>
                    <a:cubicBezTo>
                      <a:pt x="2430" y="244"/>
                      <a:pt x="2431" y="245"/>
                      <a:pt x="2432" y="245"/>
                    </a:cubicBezTo>
                    <a:cubicBezTo>
                      <a:pt x="2433" y="245"/>
                      <a:pt x="2434" y="246"/>
                      <a:pt x="2436" y="246"/>
                    </a:cubicBezTo>
                    <a:cubicBezTo>
                      <a:pt x="2437" y="246"/>
                      <a:pt x="2438" y="246"/>
                      <a:pt x="2438" y="246"/>
                    </a:cubicBezTo>
                    <a:cubicBezTo>
                      <a:pt x="2439" y="247"/>
                      <a:pt x="2440" y="248"/>
                      <a:pt x="2439" y="249"/>
                    </a:cubicBezTo>
                    <a:cubicBezTo>
                      <a:pt x="2439" y="251"/>
                      <a:pt x="2438" y="252"/>
                      <a:pt x="2437" y="253"/>
                    </a:cubicBezTo>
                    <a:cubicBezTo>
                      <a:pt x="2434" y="256"/>
                      <a:pt x="2434" y="260"/>
                      <a:pt x="2433" y="264"/>
                    </a:cubicBezTo>
                    <a:cubicBezTo>
                      <a:pt x="2432" y="266"/>
                      <a:pt x="2431" y="268"/>
                      <a:pt x="2430" y="270"/>
                    </a:cubicBezTo>
                    <a:cubicBezTo>
                      <a:pt x="2430" y="271"/>
                      <a:pt x="2429" y="273"/>
                      <a:pt x="2428" y="274"/>
                    </a:cubicBezTo>
                    <a:cubicBezTo>
                      <a:pt x="2428" y="274"/>
                      <a:pt x="2427" y="274"/>
                      <a:pt x="2426" y="274"/>
                    </a:cubicBezTo>
                    <a:cubicBezTo>
                      <a:pt x="2425" y="274"/>
                      <a:pt x="2424" y="273"/>
                      <a:pt x="2424" y="274"/>
                    </a:cubicBezTo>
                    <a:cubicBezTo>
                      <a:pt x="2423" y="275"/>
                      <a:pt x="2423" y="277"/>
                      <a:pt x="2423" y="278"/>
                    </a:cubicBezTo>
                    <a:cubicBezTo>
                      <a:pt x="2422" y="280"/>
                      <a:pt x="2423" y="282"/>
                      <a:pt x="2422" y="284"/>
                    </a:cubicBezTo>
                    <a:cubicBezTo>
                      <a:pt x="2422" y="287"/>
                      <a:pt x="2422" y="289"/>
                      <a:pt x="2421" y="292"/>
                    </a:cubicBezTo>
                    <a:cubicBezTo>
                      <a:pt x="2421" y="294"/>
                      <a:pt x="2421" y="297"/>
                      <a:pt x="2420" y="299"/>
                    </a:cubicBezTo>
                    <a:cubicBezTo>
                      <a:pt x="2420" y="301"/>
                      <a:pt x="2419" y="303"/>
                      <a:pt x="2419" y="304"/>
                    </a:cubicBezTo>
                    <a:cubicBezTo>
                      <a:pt x="2418" y="306"/>
                      <a:pt x="2417" y="307"/>
                      <a:pt x="2416" y="308"/>
                    </a:cubicBezTo>
                    <a:cubicBezTo>
                      <a:pt x="2414" y="309"/>
                      <a:pt x="2410" y="308"/>
                      <a:pt x="2408" y="308"/>
                    </a:cubicBezTo>
                    <a:cubicBezTo>
                      <a:pt x="2408" y="308"/>
                      <a:pt x="2408" y="308"/>
                      <a:pt x="2408" y="308"/>
                    </a:cubicBezTo>
                    <a:cubicBezTo>
                      <a:pt x="2408" y="306"/>
                      <a:pt x="2407" y="305"/>
                      <a:pt x="2409" y="303"/>
                    </a:cubicBezTo>
                    <a:cubicBezTo>
                      <a:pt x="2410" y="302"/>
                      <a:pt x="2412" y="301"/>
                      <a:pt x="2412" y="299"/>
                    </a:cubicBezTo>
                    <a:cubicBezTo>
                      <a:pt x="2412" y="294"/>
                      <a:pt x="2407" y="289"/>
                      <a:pt x="2402" y="291"/>
                    </a:cubicBezTo>
                    <a:cubicBezTo>
                      <a:pt x="2400" y="293"/>
                      <a:pt x="2399" y="295"/>
                      <a:pt x="2398" y="298"/>
                    </a:cubicBezTo>
                    <a:cubicBezTo>
                      <a:pt x="2398" y="301"/>
                      <a:pt x="2400" y="303"/>
                      <a:pt x="2400" y="305"/>
                    </a:cubicBezTo>
                    <a:cubicBezTo>
                      <a:pt x="2401" y="307"/>
                      <a:pt x="2401" y="311"/>
                      <a:pt x="2398" y="312"/>
                    </a:cubicBezTo>
                    <a:cubicBezTo>
                      <a:pt x="2396" y="313"/>
                      <a:pt x="2392" y="311"/>
                      <a:pt x="2390" y="310"/>
                    </a:cubicBezTo>
                    <a:cubicBezTo>
                      <a:pt x="2388" y="307"/>
                      <a:pt x="2389" y="303"/>
                      <a:pt x="2389" y="300"/>
                    </a:cubicBezTo>
                    <a:cubicBezTo>
                      <a:pt x="2389" y="296"/>
                      <a:pt x="2389" y="292"/>
                      <a:pt x="2389" y="287"/>
                    </a:cubicBezTo>
                    <a:cubicBezTo>
                      <a:pt x="2389" y="282"/>
                      <a:pt x="2390" y="277"/>
                      <a:pt x="2390" y="272"/>
                    </a:cubicBezTo>
                    <a:cubicBezTo>
                      <a:pt x="2390" y="269"/>
                      <a:pt x="2390" y="266"/>
                      <a:pt x="2393" y="264"/>
                    </a:cubicBezTo>
                    <a:cubicBezTo>
                      <a:pt x="2395" y="262"/>
                      <a:pt x="2398" y="261"/>
                      <a:pt x="2401" y="259"/>
                    </a:cubicBezTo>
                    <a:cubicBezTo>
                      <a:pt x="2403" y="257"/>
                      <a:pt x="2405" y="254"/>
                      <a:pt x="2407" y="251"/>
                    </a:cubicBezTo>
                    <a:cubicBezTo>
                      <a:pt x="2408" y="250"/>
                      <a:pt x="2408" y="245"/>
                      <a:pt x="2406" y="244"/>
                    </a:cubicBezTo>
                    <a:cubicBezTo>
                      <a:pt x="2404" y="243"/>
                      <a:pt x="2402" y="245"/>
                      <a:pt x="2401" y="243"/>
                    </a:cubicBezTo>
                    <a:cubicBezTo>
                      <a:pt x="2399" y="241"/>
                      <a:pt x="2400" y="238"/>
                      <a:pt x="2399" y="236"/>
                    </a:cubicBezTo>
                    <a:cubicBezTo>
                      <a:pt x="2398" y="234"/>
                      <a:pt x="2396" y="232"/>
                      <a:pt x="2397" y="230"/>
                    </a:cubicBezTo>
                    <a:cubicBezTo>
                      <a:pt x="2397" y="229"/>
                      <a:pt x="2398" y="229"/>
                      <a:pt x="2399" y="228"/>
                    </a:cubicBezTo>
                    <a:cubicBezTo>
                      <a:pt x="2399" y="227"/>
                      <a:pt x="2400" y="225"/>
                      <a:pt x="2401" y="225"/>
                    </a:cubicBezTo>
                    <a:cubicBezTo>
                      <a:pt x="2404" y="222"/>
                      <a:pt x="2409" y="227"/>
                      <a:pt x="2412" y="224"/>
                    </a:cubicBezTo>
                    <a:cubicBezTo>
                      <a:pt x="2412" y="222"/>
                      <a:pt x="2413" y="221"/>
                      <a:pt x="2413" y="219"/>
                    </a:cubicBezTo>
                    <a:cubicBezTo>
                      <a:pt x="2413" y="218"/>
                      <a:pt x="2412" y="218"/>
                      <a:pt x="2411" y="217"/>
                    </a:cubicBezTo>
                    <a:cubicBezTo>
                      <a:pt x="2407" y="215"/>
                      <a:pt x="2407" y="210"/>
                      <a:pt x="2407" y="207"/>
                    </a:cubicBezTo>
                    <a:cubicBezTo>
                      <a:pt x="2407" y="206"/>
                      <a:pt x="2407" y="204"/>
                      <a:pt x="2406" y="203"/>
                    </a:cubicBezTo>
                    <a:cubicBezTo>
                      <a:pt x="2405" y="202"/>
                      <a:pt x="2403" y="201"/>
                      <a:pt x="2402" y="201"/>
                    </a:cubicBezTo>
                    <a:cubicBezTo>
                      <a:pt x="2401" y="201"/>
                      <a:pt x="2399" y="202"/>
                      <a:pt x="2397" y="201"/>
                    </a:cubicBezTo>
                    <a:cubicBezTo>
                      <a:pt x="2396" y="200"/>
                      <a:pt x="2395" y="199"/>
                      <a:pt x="2396" y="198"/>
                    </a:cubicBezTo>
                    <a:cubicBezTo>
                      <a:pt x="2397" y="196"/>
                      <a:pt x="2399" y="197"/>
                      <a:pt x="2400" y="197"/>
                    </a:cubicBezTo>
                    <a:cubicBezTo>
                      <a:pt x="2402" y="197"/>
                      <a:pt x="2403" y="195"/>
                      <a:pt x="2403" y="193"/>
                    </a:cubicBezTo>
                    <a:cubicBezTo>
                      <a:pt x="2404" y="189"/>
                      <a:pt x="2399" y="188"/>
                      <a:pt x="2398" y="184"/>
                    </a:cubicBezTo>
                    <a:cubicBezTo>
                      <a:pt x="2397" y="182"/>
                      <a:pt x="2398" y="181"/>
                      <a:pt x="2399" y="179"/>
                    </a:cubicBezTo>
                    <a:cubicBezTo>
                      <a:pt x="2400" y="177"/>
                      <a:pt x="2402" y="174"/>
                      <a:pt x="2403" y="172"/>
                    </a:cubicBezTo>
                    <a:cubicBezTo>
                      <a:pt x="2405" y="167"/>
                      <a:pt x="2407" y="162"/>
                      <a:pt x="2411" y="158"/>
                    </a:cubicBezTo>
                    <a:cubicBezTo>
                      <a:pt x="2412" y="156"/>
                      <a:pt x="2414" y="154"/>
                      <a:pt x="2416" y="152"/>
                    </a:cubicBezTo>
                    <a:cubicBezTo>
                      <a:pt x="2417" y="151"/>
                      <a:pt x="2419" y="149"/>
                      <a:pt x="2421" y="147"/>
                    </a:cubicBezTo>
                    <a:cubicBezTo>
                      <a:pt x="2422" y="145"/>
                      <a:pt x="2424" y="144"/>
                      <a:pt x="2426" y="142"/>
                    </a:cubicBezTo>
                    <a:cubicBezTo>
                      <a:pt x="2427" y="140"/>
                      <a:pt x="2429" y="138"/>
                      <a:pt x="2430" y="135"/>
                    </a:cubicBezTo>
                    <a:cubicBezTo>
                      <a:pt x="2430" y="135"/>
                      <a:pt x="2430" y="134"/>
                      <a:pt x="2431" y="134"/>
                    </a:cubicBezTo>
                    <a:cubicBezTo>
                      <a:pt x="2431" y="133"/>
                      <a:pt x="2432" y="132"/>
                      <a:pt x="2433" y="131"/>
                    </a:cubicBezTo>
                    <a:cubicBezTo>
                      <a:pt x="2434" y="130"/>
                      <a:pt x="2435" y="129"/>
                      <a:pt x="2436" y="128"/>
                    </a:cubicBezTo>
                    <a:cubicBezTo>
                      <a:pt x="2438" y="126"/>
                      <a:pt x="2435" y="124"/>
                      <a:pt x="2434" y="122"/>
                    </a:cubicBezTo>
                    <a:cubicBezTo>
                      <a:pt x="2433" y="122"/>
                      <a:pt x="2431" y="121"/>
                      <a:pt x="2431" y="120"/>
                    </a:cubicBezTo>
                    <a:cubicBezTo>
                      <a:pt x="2431" y="119"/>
                      <a:pt x="2434" y="119"/>
                      <a:pt x="2434" y="119"/>
                    </a:cubicBezTo>
                    <a:cubicBezTo>
                      <a:pt x="2436" y="118"/>
                      <a:pt x="2438" y="117"/>
                      <a:pt x="2439" y="115"/>
                    </a:cubicBezTo>
                    <a:cubicBezTo>
                      <a:pt x="2440" y="113"/>
                      <a:pt x="2440" y="112"/>
                      <a:pt x="2441" y="110"/>
                    </a:cubicBezTo>
                    <a:cubicBezTo>
                      <a:pt x="2441" y="108"/>
                      <a:pt x="2440" y="107"/>
                      <a:pt x="2442" y="106"/>
                    </a:cubicBezTo>
                    <a:cubicBezTo>
                      <a:pt x="2443" y="105"/>
                      <a:pt x="2445" y="105"/>
                      <a:pt x="2446" y="105"/>
                    </a:cubicBezTo>
                    <a:cubicBezTo>
                      <a:pt x="2448" y="104"/>
                      <a:pt x="2450" y="104"/>
                      <a:pt x="2451" y="102"/>
                    </a:cubicBezTo>
                    <a:cubicBezTo>
                      <a:pt x="2451" y="101"/>
                      <a:pt x="2451" y="99"/>
                      <a:pt x="2451" y="97"/>
                    </a:cubicBezTo>
                    <a:cubicBezTo>
                      <a:pt x="2451" y="94"/>
                      <a:pt x="2449" y="90"/>
                      <a:pt x="2446" y="88"/>
                    </a:cubicBezTo>
                    <a:cubicBezTo>
                      <a:pt x="2445" y="88"/>
                      <a:pt x="2444" y="87"/>
                      <a:pt x="2443" y="88"/>
                    </a:cubicBezTo>
                    <a:cubicBezTo>
                      <a:pt x="2441" y="88"/>
                      <a:pt x="2441" y="90"/>
                      <a:pt x="2440" y="91"/>
                    </a:cubicBezTo>
                    <a:cubicBezTo>
                      <a:pt x="2440" y="92"/>
                      <a:pt x="2440" y="99"/>
                      <a:pt x="2437" y="98"/>
                    </a:cubicBezTo>
                    <a:cubicBezTo>
                      <a:pt x="2435" y="96"/>
                      <a:pt x="2434" y="92"/>
                      <a:pt x="2431" y="92"/>
                    </a:cubicBezTo>
                    <a:cubicBezTo>
                      <a:pt x="2427" y="91"/>
                      <a:pt x="2423" y="95"/>
                      <a:pt x="2421" y="97"/>
                    </a:cubicBezTo>
                    <a:cubicBezTo>
                      <a:pt x="2420" y="99"/>
                      <a:pt x="2419" y="101"/>
                      <a:pt x="2417" y="102"/>
                    </a:cubicBezTo>
                    <a:cubicBezTo>
                      <a:pt x="2417" y="103"/>
                      <a:pt x="2416" y="105"/>
                      <a:pt x="2414" y="105"/>
                    </a:cubicBezTo>
                    <a:cubicBezTo>
                      <a:pt x="2412" y="106"/>
                      <a:pt x="2414" y="101"/>
                      <a:pt x="2414" y="100"/>
                    </a:cubicBezTo>
                    <a:cubicBezTo>
                      <a:pt x="2416" y="96"/>
                      <a:pt x="2418" y="92"/>
                      <a:pt x="2417" y="88"/>
                    </a:cubicBezTo>
                    <a:cubicBezTo>
                      <a:pt x="2416" y="84"/>
                      <a:pt x="2411" y="82"/>
                      <a:pt x="2407" y="81"/>
                    </a:cubicBezTo>
                    <a:cubicBezTo>
                      <a:pt x="2405" y="80"/>
                      <a:pt x="2403" y="79"/>
                      <a:pt x="2401" y="78"/>
                    </a:cubicBezTo>
                    <a:cubicBezTo>
                      <a:pt x="2400" y="78"/>
                      <a:pt x="2398" y="77"/>
                      <a:pt x="2397" y="77"/>
                    </a:cubicBezTo>
                    <a:cubicBezTo>
                      <a:pt x="2396" y="78"/>
                      <a:pt x="2397" y="80"/>
                      <a:pt x="2397" y="81"/>
                    </a:cubicBezTo>
                    <a:cubicBezTo>
                      <a:pt x="2398" y="83"/>
                      <a:pt x="2398" y="84"/>
                      <a:pt x="2399" y="86"/>
                    </a:cubicBezTo>
                    <a:cubicBezTo>
                      <a:pt x="2400" y="89"/>
                      <a:pt x="2400" y="92"/>
                      <a:pt x="2400" y="95"/>
                    </a:cubicBezTo>
                    <a:cubicBezTo>
                      <a:pt x="2401" y="100"/>
                      <a:pt x="2402" y="105"/>
                      <a:pt x="2403" y="110"/>
                    </a:cubicBezTo>
                    <a:cubicBezTo>
                      <a:pt x="2403" y="114"/>
                      <a:pt x="2404" y="119"/>
                      <a:pt x="2401" y="121"/>
                    </a:cubicBezTo>
                    <a:cubicBezTo>
                      <a:pt x="2400" y="121"/>
                      <a:pt x="2400" y="121"/>
                      <a:pt x="2400" y="121"/>
                    </a:cubicBezTo>
                    <a:cubicBezTo>
                      <a:pt x="2400" y="122"/>
                      <a:pt x="2399" y="122"/>
                      <a:pt x="2398" y="123"/>
                    </a:cubicBezTo>
                    <a:cubicBezTo>
                      <a:pt x="2398" y="123"/>
                      <a:pt x="2398" y="124"/>
                      <a:pt x="2397" y="124"/>
                    </a:cubicBezTo>
                    <a:cubicBezTo>
                      <a:pt x="2396" y="124"/>
                      <a:pt x="2396" y="124"/>
                      <a:pt x="2396" y="124"/>
                    </a:cubicBezTo>
                    <a:cubicBezTo>
                      <a:pt x="2395" y="123"/>
                      <a:pt x="2394" y="121"/>
                      <a:pt x="2394" y="120"/>
                    </a:cubicBezTo>
                    <a:cubicBezTo>
                      <a:pt x="2393" y="118"/>
                      <a:pt x="2393" y="116"/>
                      <a:pt x="2393" y="114"/>
                    </a:cubicBezTo>
                    <a:cubicBezTo>
                      <a:pt x="2393" y="113"/>
                      <a:pt x="2393" y="113"/>
                      <a:pt x="2393" y="112"/>
                    </a:cubicBezTo>
                    <a:cubicBezTo>
                      <a:pt x="2393" y="111"/>
                      <a:pt x="2393" y="111"/>
                      <a:pt x="2393" y="110"/>
                    </a:cubicBezTo>
                    <a:cubicBezTo>
                      <a:pt x="2393" y="110"/>
                      <a:pt x="2393" y="109"/>
                      <a:pt x="2393" y="109"/>
                    </a:cubicBezTo>
                    <a:cubicBezTo>
                      <a:pt x="2393" y="108"/>
                      <a:pt x="2392" y="107"/>
                      <a:pt x="2391" y="106"/>
                    </a:cubicBezTo>
                    <a:cubicBezTo>
                      <a:pt x="2390" y="104"/>
                      <a:pt x="2388" y="103"/>
                      <a:pt x="2387" y="101"/>
                    </a:cubicBezTo>
                    <a:cubicBezTo>
                      <a:pt x="2385" y="99"/>
                      <a:pt x="2383" y="96"/>
                      <a:pt x="2381" y="94"/>
                    </a:cubicBezTo>
                    <a:cubicBezTo>
                      <a:pt x="2380" y="93"/>
                      <a:pt x="2378" y="92"/>
                      <a:pt x="2377" y="92"/>
                    </a:cubicBezTo>
                    <a:cubicBezTo>
                      <a:pt x="2376" y="92"/>
                      <a:pt x="2375" y="93"/>
                      <a:pt x="2375" y="94"/>
                    </a:cubicBezTo>
                    <a:cubicBezTo>
                      <a:pt x="2374" y="96"/>
                      <a:pt x="2374" y="97"/>
                      <a:pt x="2373" y="99"/>
                    </a:cubicBezTo>
                    <a:cubicBezTo>
                      <a:pt x="2372" y="100"/>
                      <a:pt x="2371" y="101"/>
                      <a:pt x="2370" y="101"/>
                    </a:cubicBezTo>
                    <a:cubicBezTo>
                      <a:pt x="2369" y="102"/>
                      <a:pt x="2367" y="102"/>
                      <a:pt x="2367" y="101"/>
                    </a:cubicBezTo>
                    <a:cubicBezTo>
                      <a:pt x="2366" y="99"/>
                      <a:pt x="2366" y="98"/>
                      <a:pt x="2366" y="97"/>
                    </a:cubicBezTo>
                    <a:cubicBezTo>
                      <a:pt x="2366" y="96"/>
                      <a:pt x="2365" y="94"/>
                      <a:pt x="2365" y="93"/>
                    </a:cubicBezTo>
                    <a:cubicBezTo>
                      <a:pt x="2365" y="92"/>
                      <a:pt x="2366" y="91"/>
                      <a:pt x="2366" y="91"/>
                    </a:cubicBezTo>
                    <a:cubicBezTo>
                      <a:pt x="2367" y="90"/>
                      <a:pt x="2367" y="90"/>
                      <a:pt x="2368" y="89"/>
                    </a:cubicBezTo>
                    <a:cubicBezTo>
                      <a:pt x="2368" y="88"/>
                      <a:pt x="2368" y="87"/>
                      <a:pt x="2368" y="86"/>
                    </a:cubicBezTo>
                    <a:cubicBezTo>
                      <a:pt x="2368" y="85"/>
                      <a:pt x="2369" y="85"/>
                      <a:pt x="2368" y="84"/>
                    </a:cubicBezTo>
                    <a:cubicBezTo>
                      <a:pt x="2368" y="82"/>
                      <a:pt x="2367" y="81"/>
                      <a:pt x="2366" y="81"/>
                    </a:cubicBezTo>
                    <a:cubicBezTo>
                      <a:pt x="2365" y="80"/>
                      <a:pt x="2363" y="80"/>
                      <a:pt x="2362" y="81"/>
                    </a:cubicBezTo>
                    <a:cubicBezTo>
                      <a:pt x="2361" y="82"/>
                      <a:pt x="2361" y="83"/>
                      <a:pt x="2360" y="84"/>
                    </a:cubicBezTo>
                    <a:cubicBezTo>
                      <a:pt x="2360" y="85"/>
                      <a:pt x="2360" y="86"/>
                      <a:pt x="2360" y="87"/>
                    </a:cubicBezTo>
                    <a:cubicBezTo>
                      <a:pt x="2359" y="88"/>
                      <a:pt x="2358" y="89"/>
                      <a:pt x="2357" y="91"/>
                    </a:cubicBezTo>
                    <a:cubicBezTo>
                      <a:pt x="2357" y="91"/>
                      <a:pt x="2357" y="92"/>
                      <a:pt x="2356" y="93"/>
                    </a:cubicBezTo>
                    <a:cubicBezTo>
                      <a:pt x="2354" y="94"/>
                      <a:pt x="2351" y="93"/>
                      <a:pt x="2349" y="91"/>
                    </a:cubicBezTo>
                    <a:cubicBezTo>
                      <a:pt x="2349" y="90"/>
                      <a:pt x="2349" y="88"/>
                      <a:pt x="2348" y="87"/>
                    </a:cubicBezTo>
                    <a:cubicBezTo>
                      <a:pt x="2348" y="85"/>
                      <a:pt x="2347" y="84"/>
                      <a:pt x="2346" y="83"/>
                    </a:cubicBezTo>
                    <a:cubicBezTo>
                      <a:pt x="2345" y="82"/>
                      <a:pt x="2344" y="80"/>
                      <a:pt x="2342" y="79"/>
                    </a:cubicBezTo>
                    <a:cubicBezTo>
                      <a:pt x="2340" y="78"/>
                      <a:pt x="2338" y="78"/>
                      <a:pt x="2335" y="79"/>
                    </a:cubicBezTo>
                    <a:cubicBezTo>
                      <a:pt x="2332" y="80"/>
                      <a:pt x="2329" y="81"/>
                      <a:pt x="2326" y="83"/>
                    </a:cubicBezTo>
                    <a:cubicBezTo>
                      <a:pt x="2325" y="84"/>
                      <a:pt x="2323" y="86"/>
                      <a:pt x="2323" y="88"/>
                    </a:cubicBezTo>
                    <a:cubicBezTo>
                      <a:pt x="2323" y="90"/>
                      <a:pt x="2324" y="91"/>
                      <a:pt x="2324" y="93"/>
                    </a:cubicBezTo>
                    <a:cubicBezTo>
                      <a:pt x="2324" y="94"/>
                      <a:pt x="2324" y="96"/>
                      <a:pt x="2325" y="97"/>
                    </a:cubicBezTo>
                    <a:cubicBezTo>
                      <a:pt x="2325" y="98"/>
                      <a:pt x="2325" y="100"/>
                      <a:pt x="2326" y="101"/>
                    </a:cubicBezTo>
                    <a:cubicBezTo>
                      <a:pt x="2326" y="102"/>
                      <a:pt x="2326" y="103"/>
                      <a:pt x="2327" y="104"/>
                    </a:cubicBezTo>
                    <a:cubicBezTo>
                      <a:pt x="2328" y="105"/>
                      <a:pt x="2331" y="104"/>
                      <a:pt x="2332" y="106"/>
                    </a:cubicBezTo>
                    <a:cubicBezTo>
                      <a:pt x="2334" y="108"/>
                      <a:pt x="2330" y="110"/>
                      <a:pt x="2329" y="111"/>
                    </a:cubicBezTo>
                    <a:cubicBezTo>
                      <a:pt x="2327" y="113"/>
                      <a:pt x="2329" y="116"/>
                      <a:pt x="2330" y="119"/>
                    </a:cubicBezTo>
                    <a:cubicBezTo>
                      <a:pt x="2330" y="122"/>
                      <a:pt x="2330" y="125"/>
                      <a:pt x="2330" y="127"/>
                    </a:cubicBezTo>
                    <a:cubicBezTo>
                      <a:pt x="2330" y="128"/>
                      <a:pt x="2329" y="130"/>
                      <a:pt x="2329" y="130"/>
                    </a:cubicBezTo>
                    <a:cubicBezTo>
                      <a:pt x="2328" y="130"/>
                      <a:pt x="2327" y="129"/>
                      <a:pt x="2326" y="128"/>
                    </a:cubicBezTo>
                    <a:cubicBezTo>
                      <a:pt x="2324" y="125"/>
                      <a:pt x="2322" y="122"/>
                      <a:pt x="2319" y="120"/>
                    </a:cubicBezTo>
                    <a:cubicBezTo>
                      <a:pt x="2317" y="119"/>
                      <a:pt x="2315" y="117"/>
                      <a:pt x="2314" y="115"/>
                    </a:cubicBezTo>
                    <a:cubicBezTo>
                      <a:pt x="2313" y="113"/>
                      <a:pt x="2312" y="112"/>
                      <a:pt x="2310" y="113"/>
                    </a:cubicBezTo>
                    <a:cubicBezTo>
                      <a:pt x="2309" y="113"/>
                      <a:pt x="2309" y="114"/>
                      <a:pt x="2308" y="115"/>
                    </a:cubicBezTo>
                    <a:cubicBezTo>
                      <a:pt x="2307" y="116"/>
                      <a:pt x="2306" y="117"/>
                      <a:pt x="2306" y="118"/>
                    </a:cubicBezTo>
                    <a:cubicBezTo>
                      <a:pt x="2305" y="119"/>
                      <a:pt x="2305" y="119"/>
                      <a:pt x="2305" y="120"/>
                    </a:cubicBezTo>
                    <a:cubicBezTo>
                      <a:pt x="2304" y="121"/>
                      <a:pt x="2303" y="121"/>
                      <a:pt x="2303" y="122"/>
                    </a:cubicBezTo>
                    <a:cubicBezTo>
                      <a:pt x="2302" y="122"/>
                      <a:pt x="2301" y="123"/>
                      <a:pt x="2301" y="124"/>
                    </a:cubicBezTo>
                    <a:cubicBezTo>
                      <a:pt x="2301" y="125"/>
                      <a:pt x="2302" y="126"/>
                      <a:pt x="2302" y="126"/>
                    </a:cubicBezTo>
                    <a:cubicBezTo>
                      <a:pt x="2303" y="128"/>
                      <a:pt x="2303" y="129"/>
                      <a:pt x="2302" y="130"/>
                    </a:cubicBezTo>
                    <a:cubicBezTo>
                      <a:pt x="2302" y="131"/>
                      <a:pt x="2303" y="132"/>
                      <a:pt x="2303" y="133"/>
                    </a:cubicBezTo>
                    <a:cubicBezTo>
                      <a:pt x="2303" y="133"/>
                      <a:pt x="2303" y="134"/>
                      <a:pt x="2303" y="134"/>
                    </a:cubicBezTo>
                    <a:cubicBezTo>
                      <a:pt x="2303" y="136"/>
                      <a:pt x="2304" y="138"/>
                      <a:pt x="2305" y="139"/>
                    </a:cubicBezTo>
                    <a:cubicBezTo>
                      <a:pt x="2305" y="140"/>
                      <a:pt x="2306" y="142"/>
                      <a:pt x="2307" y="143"/>
                    </a:cubicBezTo>
                    <a:cubicBezTo>
                      <a:pt x="2309" y="145"/>
                      <a:pt x="2313" y="143"/>
                      <a:pt x="2316" y="142"/>
                    </a:cubicBezTo>
                    <a:cubicBezTo>
                      <a:pt x="2318" y="141"/>
                      <a:pt x="2323" y="139"/>
                      <a:pt x="2325" y="141"/>
                    </a:cubicBezTo>
                    <a:cubicBezTo>
                      <a:pt x="2328" y="144"/>
                      <a:pt x="2328" y="148"/>
                      <a:pt x="2329" y="151"/>
                    </a:cubicBezTo>
                    <a:cubicBezTo>
                      <a:pt x="2330" y="154"/>
                      <a:pt x="2333" y="157"/>
                      <a:pt x="2336" y="159"/>
                    </a:cubicBezTo>
                    <a:cubicBezTo>
                      <a:pt x="2340" y="163"/>
                      <a:pt x="2344" y="166"/>
                      <a:pt x="2346" y="170"/>
                    </a:cubicBezTo>
                    <a:cubicBezTo>
                      <a:pt x="2347" y="173"/>
                      <a:pt x="2348" y="178"/>
                      <a:pt x="2346" y="180"/>
                    </a:cubicBezTo>
                    <a:cubicBezTo>
                      <a:pt x="2344" y="181"/>
                      <a:pt x="2343" y="180"/>
                      <a:pt x="2342" y="180"/>
                    </a:cubicBezTo>
                    <a:cubicBezTo>
                      <a:pt x="2340" y="179"/>
                      <a:pt x="2338" y="177"/>
                      <a:pt x="2336" y="176"/>
                    </a:cubicBezTo>
                    <a:cubicBezTo>
                      <a:pt x="2332" y="173"/>
                      <a:pt x="2329" y="170"/>
                      <a:pt x="2326" y="168"/>
                    </a:cubicBezTo>
                    <a:cubicBezTo>
                      <a:pt x="2324" y="166"/>
                      <a:pt x="2323" y="165"/>
                      <a:pt x="2321" y="164"/>
                    </a:cubicBezTo>
                    <a:cubicBezTo>
                      <a:pt x="2320" y="163"/>
                      <a:pt x="2318" y="163"/>
                      <a:pt x="2317" y="162"/>
                    </a:cubicBezTo>
                    <a:cubicBezTo>
                      <a:pt x="2316" y="161"/>
                      <a:pt x="2316" y="160"/>
                      <a:pt x="2315" y="160"/>
                    </a:cubicBezTo>
                    <a:cubicBezTo>
                      <a:pt x="2314" y="159"/>
                      <a:pt x="2313" y="162"/>
                      <a:pt x="2313" y="163"/>
                    </a:cubicBezTo>
                    <a:cubicBezTo>
                      <a:pt x="2313" y="163"/>
                      <a:pt x="2313" y="164"/>
                      <a:pt x="2313" y="165"/>
                    </a:cubicBezTo>
                    <a:cubicBezTo>
                      <a:pt x="2312" y="168"/>
                      <a:pt x="2313" y="172"/>
                      <a:pt x="2312" y="175"/>
                    </a:cubicBezTo>
                    <a:cubicBezTo>
                      <a:pt x="2311" y="176"/>
                      <a:pt x="2311" y="178"/>
                      <a:pt x="2310" y="179"/>
                    </a:cubicBezTo>
                    <a:cubicBezTo>
                      <a:pt x="2310" y="180"/>
                      <a:pt x="2310" y="181"/>
                      <a:pt x="2309" y="182"/>
                    </a:cubicBezTo>
                    <a:cubicBezTo>
                      <a:pt x="2309" y="183"/>
                      <a:pt x="2309" y="184"/>
                      <a:pt x="2308" y="185"/>
                    </a:cubicBezTo>
                    <a:cubicBezTo>
                      <a:pt x="2308" y="186"/>
                      <a:pt x="2307" y="187"/>
                      <a:pt x="2306" y="188"/>
                    </a:cubicBezTo>
                    <a:cubicBezTo>
                      <a:pt x="2305" y="189"/>
                      <a:pt x="2304" y="191"/>
                      <a:pt x="2303" y="193"/>
                    </a:cubicBezTo>
                    <a:cubicBezTo>
                      <a:pt x="2302" y="195"/>
                      <a:pt x="2303" y="197"/>
                      <a:pt x="2303" y="199"/>
                    </a:cubicBezTo>
                    <a:cubicBezTo>
                      <a:pt x="2303" y="201"/>
                      <a:pt x="2303" y="203"/>
                      <a:pt x="2305" y="204"/>
                    </a:cubicBezTo>
                    <a:cubicBezTo>
                      <a:pt x="2305" y="204"/>
                      <a:pt x="2306" y="204"/>
                      <a:pt x="2306" y="204"/>
                    </a:cubicBezTo>
                    <a:cubicBezTo>
                      <a:pt x="2307" y="204"/>
                      <a:pt x="2308" y="204"/>
                      <a:pt x="2308" y="205"/>
                    </a:cubicBezTo>
                    <a:cubicBezTo>
                      <a:pt x="2310" y="205"/>
                      <a:pt x="2311" y="204"/>
                      <a:pt x="2312" y="205"/>
                    </a:cubicBezTo>
                    <a:cubicBezTo>
                      <a:pt x="2314" y="205"/>
                      <a:pt x="2316" y="207"/>
                      <a:pt x="2316" y="208"/>
                    </a:cubicBezTo>
                    <a:cubicBezTo>
                      <a:pt x="2317" y="210"/>
                      <a:pt x="2317" y="212"/>
                      <a:pt x="2319" y="214"/>
                    </a:cubicBezTo>
                    <a:cubicBezTo>
                      <a:pt x="2319" y="214"/>
                      <a:pt x="2320" y="214"/>
                      <a:pt x="2320" y="214"/>
                    </a:cubicBezTo>
                    <a:cubicBezTo>
                      <a:pt x="2321" y="215"/>
                      <a:pt x="2321" y="216"/>
                      <a:pt x="2321" y="216"/>
                    </a:cubicBezTo>
                    <a:cubicBezTo>
                      <a:pt x="2322" y="217"/>
                      <a:pt x="2322" y="217"/>
                      <a:pt x="2322" y="218"/>
                    </a:cubicBezTo>
                    <a:cubicBezTo>
                      <a:pt x="2324" y="220"/>
                      <a:pt x="2325" y="223"/>
                      <a:pt x="2323" y="225"/>
                    </a:cubicBezTo>
                    <a:cubicBezTo>
                      <a:pt x="2323" y="226"/>
                      <a:pt x="2321" y="227"/>
                      <a:pt x="2320" y="227"/>
                    </a:cubicBezTo>
                    <a:cubicBezTo>
                      <a:pt x="2318" y="226"/>
                      <a:pt x="2317" y="223"/>
                      <a:pt x="2316" y="222"/>
                    </a:cubicBezTo>
                    <a:cubicBezTo>
                      <a:pt x="2314" y="219"/>
                      <a:pt x="2312" y="217"/>
                      <a:pt x="2308" y="215"/>
                    </a:cubicBezTo>
                    <a:cubicBezTo>
                      <a:pt x="2305" y="214"/>
                      <a:pt x="2303" y="213"/>
                      <a:pt x="2300" y="211"/>
                    </a:cubicBezTo>
                    <a:cubicBezTo>
                      <a:pt x="2299" y="211"/>
                      <a:pt x="2297" y="210"/>
                      <a:pt x="2295" y="210"/>
                    </a:cubicBezTo>
                    <a:cubicBezTo>
                      <a:pt x="2294" y="210"/>
                      <a:pt x="2291" y="210"/>
                      <a:pt x="2290" y="211"/>
                    </a:cubicBezTo>
                    <a:cubicBezTo>
                      <a:pt x="2289" y="212"/>
                      <a:pt x="2289" y="212"/>
                      <a:pt x="2288" y="213"/>
                    </a:cubicBezTo>
                    <a:cubicBezTo>
                      <a:pt x="2287" y="213"/>
                      <a:pt x="2286" y="214"/>
                      <a:pt x="2285" y="215"/>
                    </a:cubicBezTo>
                    <a:cubicBezTo>
                      <a:pt x="2285" y="215"/>
                      <a:pt x="2284" y="216"/>
                      <a:pt x="2283" y="217"/>
                    </a:cubicBezTo>
                    <a:cubicBezTo>
                      <a:pt x="2282" y="217"/>
                      <a:pt x="2281" y="218"/>
                      <a:pt x="2280" y="218"/>
                    </a:cubicBezTo>
                    <a:cubicBezTo>
                      <a:pt x="2278" y="219"/>
                      <a:pt x="2277" y="221"/>
                      <a:pt x="2275" y="222"/>
                    </a:cubicBezTo>
                    <a:cubicBezTo>
                      <a:pt x="2274" y="224"/>
                      <a:pt x="2272" y="226"/>
                      <a:pt x="2271" y="228"/>
                    </a:cubicBezTo>
                    <a:cubicBezTo>
                      <a:pt x="2269" y="230"/>
                      <a:pt x="2267" y="232"/>
                      <a:pt x="2265" y="233"/>
                    </a:cubicBezTo>
                    <a:cubicBezTo>
                      <a:pt x="2263" y="234"/>
                      <a:pt x="2263" y="236"/>
                      <a:pt x="2262" y="237"/>
                    </a:cubicBezTo>
                    <a:cubicBezTo>
                      <a:pt x="2259" y="242"/>
                      <a:pt x="2256" y="246"/>
                      <a:pt x="2252" y="250"/>
                    </a:cubicBezTo>
                    <a:cubicBezTo>
                      <a:pt x="2251" y="252"/>
                      <a:pt x="2249" y="254"/>
                      <a:pt x="2247" y="256"/>
                    </a:cubicBezTo>
                    <a:cubicBezTo>
                      <a:pt x="2246" y="258"/>
                      <a:pt x="2245" y="262"/>
                      <a:pt x="2245" y="265"/>
                    </a:cubicBezTo>
                    <a:cubicBezTo>
                      <a:pt x="2246" y="268"/>
                      <a:pt x="2248" y="269"/>
                      <a:pt x="2250" y="271"/>
                    </a:cubicBezTo>
                    <a:cubicBezTo>
                      <a:pt x="2252" y="272"/>
                      <a:pt x="2254" y="274"/>
                      <a:pt x="2253" y="276"/>
                    </a:cubicBezTo>
                    <a:cubicBezTo>
                      <a:pt x="2252" y="278"/>
                      <a:pt x="2248" y="278"/>
                      <a:pt x="2246" y="279"/>
                    </a:cubicBezTo>
                    <a:cubicBezTo>
                      <a:pt x="2243" y="279"/>
                      <a:pt x="2240" y="279"/>
                      <a:pt x="2237" y="281"/>
                    </a:cubicBezTo>
                    <a:cubicBezTo>
                      <a:pt x="2235" y="282"/>
                      <a:pt x="2233" y="286"/>
                      <a:pt x="2233" y="288"/>
                    </a:cubicBezTo>
                    <a:cubicBezTo>
                      <a:pt x="2234" y="293"/>
                      <a:pt x="2244" y="286"/>
                      <a:pt x="2244" y="289"/>
                    </a:cubicBezTo>
                    <a:cubicBezTo>
                      <a:pt x="2244" y="292"/>
                      <a:pt x="2239" y="294"/>
                      <a:pt x="2237" y="295"/>
                    </a:cubicBezTo>
                    <a:cubicBezTo>
                      <a:pt x="2235" y="296"/>
                      <a:pt x="2234" y="296"/>
                      <a:pt x="2232" y="297"/>
                    </a:cubicBezTo>
                    <a:cubicBezTo>
                      <a:pt x="2231" y="297"/>
                      <a:pt x="2229" y="297"/>
                      <a:pt x="2229" y="297"/>
                    </a:cubicBezTo>
                    <a:cubicBezTo>
                      <a:pt x="2228" y="298"/>
                      <a:pt x="2234" y="306"/>
                      <a:pt x="2235" y="307"/>
                    </a:cubicBezTo>
                    <a:cubicBezTo>
                      <a:pt x="2238" y="311"/>
                      <a:pt x="2240" y="317"/>
                      <a:pt x="2239" y="322"/>
                    </a:cubicBezTo>
                    <a:cubicBezTo>
                      <a:pt x="2237" y="326"/>
                      <a:pt x="2230" y="326"/>
                      <a:pt x="2227" y="329"/>
                    </a:cubicBezTo>
                    <a:cubicBezTo>
                      <a:pt x="2224" y="333"/>
                      <a:pt x="2232" y="336"/>
                      <a:pt x="2234" y="338"/>
                    </a:cubicBezTo>
                    <a:cubicBezTo>
                      <a:pt x="2236" y="340"/>
                      <a:pt x="2237" y="341"/>
                      <a:pt x="2238" y="343"/>
                    </a:cubicBezTo>
                    <a:cubicBezTo>
                      <a:pt x="2240" y="345"/>
                      <a:pt x="2242" y="345"/>
                      <a:pt x="2244" y="345"/>
                    </a:cubicBezTo>
                    <a:cubicBezTo>
                      <a:pt x="2248" y="345"/>
                      <a:pt x="2251" y="345"/>
                      <a:pt x="2255" y="345"/>
                    </a:cubicBezTo>
                    <a:cubicBezTo>
                      <a:pt x="2256" y="345"/>
                      <a:pt x="2260" y="345"/>
                      <a:pt x="2260" y="346"/>
                    </a:cubicBezTo>
                    <a:cubicBezTo>
                      <a:pt x="2261" y="348"/>
                      <a:pt x="2257" y="351"/>
                      <a:pt x="2256" y="352"/>
                    </a:cubicBezTo>
                    <a:cubicBezTo>
                      <a:pt x="2254" y="354"/>
                      <a:pt x="2252" y="356"/>
                      <a:pt x="2250" y="357"/>
                    </a:cubicBezTo>
                    <a:cubicBezTo>
                      <a:pt x="2247" y="357"/>
                      <a:pt x="2245" y="357"/>
                      <a:pt x="2243" y="357"/>
                    </a:cubicBezTo>
                    <a:cubicBezTo>
                      <a:pt x="2241" y="357"/>
                      <a:pt x="2239" y="358"/>
                      <a:pt x="2238" y="360"/>
                    </a:cubicBezTo>
                    <a:cubicBezTo>
                      <a:pt x="2233" y="363"/>
                      <a:pt x="2229" y="367"/>
                      <a:pt x="2224" y="370"/>
                    </a:cubicBezTo>
                    <a:cubicBezTo>
                      <a:pt x="2222" y="371"/>
                      <a:pt x="2214" y="377"/>
                      <a:pt x="2217" y="370"/>
                    </a:cubicBezTo>
                    <a:cubicBezTo>
                      <a:pt x="2219" y="365"/>
                      <a:pt x="2222" y="362"/>
                      <a:pt x="2220" y="357"/>
                    </a:cubicBezTo>
                    <a:cubicBezTo>
                      <a:pt x="2219" y="354"/>
                      <a:pt x="2217" y="352"/>
                      <a:pt x="2215" y="351"/>
                    </a:cubicBezTo>
                    <a:cubicBezTo>
                      <a:pt x="2214" y="349"/>
                      <a:pt x="2212" y="349"/>
                      <a:pt x="2210" y="348"/>
                    </a:cubicBezTo>
                    <a:cubicBezTo>
                      <a:pt x="2205" y="346"/>
                      <a:pt x="2205" y="340"/>
                      <a:pt x="2204" y="335"/>
                    </a:cubicBezTo>
                    <a:cubicBezTo>
                      <a:pt x="2204" y="332"/>
                      <a:pt x="2205" y="324"/>
                      <a:pt x="2199" y="324"/>
                    </a:cubicBezTo>
                    <a:cubicBezTo>
                      <a:pt x="2197" y="325"/>
                      <a:pt x="2193" y="327"/>
                      <a:pt x="2192" y="329"/>
                    </a:cubicBezTo>
                    <a:cubicBezTo>
                      <a:pt x="2190" y="332"/>
                      <a:pt x="2189" y="335"/>
                      <a:pt x="2186" y="338"/>
                    </a:cubicBezTo>
                    <a:cubicBezTo>
                      <a:pt x="2184" y="340"/>
                      <a:pt x="2181" y="340"/>
                      <a:pt x="2178" y="340"/>
                    </a:cubicBezTo>
                    <a:cubicBezTo>
                      <a:pt x="2174" y="340"/>
                      <a:pt x="2170" y="341"/>
                      <a:pt x="2167" y="342"/>
                    </a:cubicBezTo>
                    <a:cubicBezTo>
                      <a:pt x="2164" y="343"/>
                      <a:pt x="2161" y="345"/>
                      <a:pt x="2159" y="347"/>
                    </a:cubicBezTo>
                    <a:cubicBezTo>
                      <a:pt x="2156" y="348"/>
                      <a:pt x="2152" y="349"/>
                      <a:pt x="2149" y="349"/>
                    </a:cubicBezTo>
                    <a:cubicBezTo>
                      <a:pt x="2148" y="350"/>
                      <a:pt x="2143" y="350"/>
                      <a:pt x="2145" y="348"/>
                    </a:cubicBezTo>
                    <a:cubicBezTo>
                      <a:pt x="2146" y="345"/>
                      <a:pt x="2151" y="343"/>
                      <a:pt x="2153" y="342"/>
                    </a:cubicBezTo>
                    <a:cubicBezTo>
                      <a:pt x="2156" y="340"/>
                      <a:pt x="2159" y="338"/>
                      <a:pt x="2162" y="337"/>
                    </a:cubicBezTo>
                    <a:cubicBezTo>
                      <a:pt x="2168" y="336"/>
                      <a:pt x="2175" y="337"/>
                      <a:pt x="2181" y="333"/>
                    </a:cubicBezTo>
                    <a:cubicBezTo>
                      <a:pt x="2185" y="331"/>
                      <a:pt x="2188" y="327"/>
                      <a:pt x="2192" y="323"/>
                    </a:cubicBezTo>
                    <a:cubicBezTo>
                      <a:pt x="2195" y="320"/>
                      <a:pt x="2200" y="315"/>
                      <a:pt x="2198" y="309"/>
                    </a:cubicBezTo>
                    <a:cubicBezTo>
                      <a:pt x="2197" y="307"/>
                      <a:pt x="2194" y="306"/>
                      <a:pt x="2192" y="306"/>
                    </a:cubicBezTo>
                    <a:cubicBezTo>
                      <a:pt x="2188" y="306"/>
                      <a:pt x="2184" y="306"/>
                      <a:pt x="2181" y="306"/>
                    </a:cubicBezTo>
                    <a:cubicBezTo>
                      <a:pt x="2174" y="306"/>
                      <a:pt x="2167" y="306"/>
                      <a:pt x="2161" y="303"/>
                    </a:cubicBezTo>
                    <a:cubicBezTo>
                      <a:pt x="2156" y="300"/>
                      <a:pt x="2151" y="298"/>
                      <a:pt x="2145" y="297"/>
                    </a:cubicBezTo>
                    <a:cubicBezTo>
                      <a:pt x="2144" y="297"/>
                      <a:pt x="2143" y="297"/>
                      <a:pt x="2142" y="297"/>
                    </a:cubicBezTo>
                    <a:cubicBezTo>
                      <a:pt x="2141" y="300"/>
                      <a:pt x="2140" y="302"/>
                      <a:pt x="2141" y="305"/>
                    </a:cubicBezTo>
                    <a:cubicBezTo>
                      <a:pt x="2141" y="309"/>
                      <a:pt x="2141" y="313"/>
                      <a:pt x="2141" y="316"/>
                    </a:cubicBezTo>
                    <a:cubicBezTo>
                      <a:pt x="2142" y="320"/>
                      <a:pt x="2144" y="320"/>
                      <a:pt x="2147" y="321"/>
                    </a:cubicBezTo>
                    <a:cubicBezTo>
                      <a:pt x="2150" y="322"/>
                      <a:pt x="2153" y="322"/>
                      <a:pt x="2156" y="323"/>
                    </a:cubicBezTo>
                    <a:cubicBezTo>
                      <a:pt x="2158" y="324"/>
                      <a:pt x="2160" y="325"/>
                      <a:pt x="2160" y="327"/>
                    </a:cubicBezTo>
                    <a:cubicBezTo>
                      <a:pt x="2161" y="330"/>
                      <a:pt x="2158" y="330"/>
                      <a:pt x="2156" y="330"/>
                    </a:cubicBezTo>
                    <a:cubicBezTo>
                      <a:pt x="2153" y="330"/>
                      <a:pt x="2151" y="329"/>
                      <a:pt x="2148" y="330"/>
                    </a:cubicBezTo>
                    <a:cubicBezTo>
                      <a:pt x="2145" y="330"/>
                      <a:pt x="2142" y="329"/>
                      <a:pt x="2139" y="328"/>
                    </a:cubicBezTo>
                    <a:cubicBezTo>
                      <a:pt x="2139" y="328"/>
                      <a:pt x="2138" y="327"/>
                      <a:pt x="2138" y="327"/>
                    </a:cubicBezTo>
                    <a:cubicBezTo>
                      <a:pt x="2137" y="326"/>
                      <a:pt x="2136" y="327"/>
                      <a:pt x="2135" y="326"/>
                    </a:cubicBezTo>
                    <a:cubicBezTo>
                      <a:pt x="2134" y="325"/>
                      <a:pt x="2134" y="324"/>
                      <a:pt x="2134" y="323"/>
                    </a:cubicBezTo>
                    <a:cubicBezTo>
                      <a:pt x="2134" y="321"/>
                      <a:pt x="2134" y="319"/>
                      <a:pt x="2133" y="317"/>
                    </a:cubicBezTo>
                    <a:cubicBezTo>
                      <a:pt x="2133" y="314"/>
                      <a:pt x="2133" y="312"/>
                      <a:pt x="2133" y="309"/>
                    </a:cubicBezTo>
                    <a:cubicBezTo>
                      <a:pt x="2132" y="306"/>
                      <a:pt x="2132" y="304"/>
                      <a:pt x="2132" y="301"/>
                    </a:cubicBezTo>
                    <a:cubicBezTo>
                      <a:pt x="2132" y="299"/>
                      <a:pt x="2132" y="298"/>
                      <a:pt x="2132" y="296"/>
                    </a:cubicBezTo>
                    <a:cubicBezTo>
                      <a:pt x="2132" y="294"/>
                      <a:pt x="2133" y="292"/>
                      <a:pt x="2132" y="291"/>
                    </a:cubicBezTo>
                    <a:cubicBezTo>
                      <a:pt x="2131" y="288"/>
                      <a:pt x="2125" y="287"/>
                      <a:pt x="2123" y="289"/>
                    </a:cubicBezTo>
                    <a:cubicBezTo>
                      <a:pt x="2122" y="291"/>
                      <a:pt x="2121" y="293"/>
                      <a:pt x="2120" y="295"/>
                    </a:cubicBezTo>
                    <a:cubicBezTo>
                      <a:pt x="2120" y="297"/>
                      <a:pt x="2120" y="298"/>
                      <a:pt x="2118" y="298"/>
                    </a:cubicBezTo>
                    <a:cubicBezTo>
                      <a:pt x="2115" y="299"/>
                      <a:pt x="2116" y="296"/>
                      <a:pt x="2116" y="294"/>
                    </a:cubicBezTo>
                    <a:cubicBezTo>
                      <a:pt x="2116" y="291"/>
                      <a:pt x="2116" y="288"/>
                      <a:pt x="2116" y="286"/>
                    </a:cubicBezTo>
                    <a:cubicBezTo>
                      <a:pt x="2116" y="284"/>
                      <a:pt x="2116" y="282"/>
                      <a:pt x="2114" y="281"/>
                    </a:cubicBezTo>
                    <a:cubicBezTo>
                      <a:pt x="2112" y="280"/>
                      <a:pt x="2111" y="283"/>
                      <a:pt x="2111" y="284"/>
                    </a:cubicBezTo>
                    <a:cubicBezTo>
                      <a:pt x="2111" y="285"/>
                      <a:pt x="2110" y="286"/>
                      <a:pt x="2110" y="286"/>
                    </a:cubicBezTo>
                    <a:cubicBezTo>
                      <a:pt x="2109" y="287"/>
                      <a:pt x="2108" y="288"/>
                      <a:pt x="2108" y="288"/>
                    </a:cubicBezTo>
                    <a:cubicBezTo>
                      <a:pt x="2106" y="288"/>
                      <a:pt x="2107" y="282"/>
                      <a:pt x="2107" y="280"/>
                    </a:cubicBezTo>
                    <a:cubicBezTo>
                      <a:pt x="2106" y="277"/>
                      <a:pt x="2104" y="280"/>
                      <a:pt x="2102" y="281"/>
                    </a:cubicBezTo>
                    <a:cubicBezTo>
                      <a:pt x="2100" y="283"/>
                      <a:pt x="2097" y="284"/>
                      <a:pt x="2095" y="286"/>
                    </a:cubicBezTo>
                    <a:cubicBezTo>
                      <a:pt x="2094" y="287"/>
                      <a:pt x="2093" y="289"/>
                      <a:pt x="2093" y="290"/>
                    </a:cubicBezTo>
                    <a:cubicBezTo>
                      <a:pt x="2092" y="292"/>
                      <a:pt x="2091" y="293"/>
                      <a:pt x="2090" y="295"/>
                    </a:cubicBezTo>
                    <a:cubicBezTo>
                      <a:pt x="2090" y="295"/>
                      <a:pt x="2089" y="296"/>
                      <a:pt x="2089" y="297"/>
                    </a:cubicBezTo>
                    <a:cubicBezTo>
                      <a:pt x="2089" y="299"/>
                      <a:pt x="2091" y="302"/>
                      <a:pt x="2093" y="304"/>
                    </a:cubicBezTo>
                    <a:cubicBezTo>
                      <a:pt x="2093" y="307"/>
                      <a:pt x="2095" y="310"/>
                      <a:pt x="2095" y="313"/>
                    </a:cubicBezTo>
                    <a:cubicBezTo>
                      <a:pt x="2095" y="315"/>
                      <a:pt x="2094" y="317"/>
                      <a:pt x="2095" y="318"/>
                    </a:cubicBezTo>
                    <a:cubicBezTo>
                      <a:pt x="2095" y="319"/>
                      <a:pt x="2095" y="322"/>
                      <a:pt x="2094" y="322"/>
                    </a:cubicBezTo>
                    <a:cubicBezTo>
                      <a:pt x="2092" y="322"/>
                      <a:pt x="2089" y="313"/>
                      <a:pt x="2088" y="312"/>
                    </a:cubicBezTo>
                    <a:cubicBezTo>
                      <a:pt x="2087" y="309"/>
                      <a:pt x="2084" y="308"/>
                      <a:pt x="2081" y="306"/>
                    </a:cubicBezTo>
                    <a:cubicBezTo>
                      <a:pt x="2079" y="304"/>
                      <a:pt x="2077" y="304"/>
                      <a:pt x="2075" y="302"/>
                    </a:cubicBezTo>
                    <a:cubicBezTo>
                      <a:pt x="2072" y="301"/>
                      <a:pt x="2069" y="299"/>
                      <a:pt x="2067" y="296"/>
                    </a:cubicBezTo>
                    <a:cubicBezTo>
                      <a:pt x="2066" y="294"/>
                      <a:pt x="2065" y="292"/>
                      <a:pt x="2064" y="290"/>
                    </a:cubicBezTo>
                    <a:cubicBezTo>
                      <a:pt x="2064" y="289"/>
                      <a:pt x="2064" y="286"/>
                      <a:pt x="2062" y="285"/>
                    </a:cubicBezTo>
                    <a:cubicBezTo>
                      <a:pt x="2059" y="283"/>
                      <a:pt x="2058" y="289"/>
                      <a:pt x="2058" y="291"/>
                    </a:cubicBezTo>
                    <a:cubicBezTo>
                      <a:pt x="2058" y="299"/>
                      <a:pt x="2058" y="306"/>
                      <a:pt x="2056" y="313"/>
                    </a:cubicBezTo>
                    <a:cubicBezTo>
                      <a:pt x="2055" y="312"/>
                      <a:pt x="2054" y="310"/>
                      <a:pt x="2054" y="308"/>
                    </a:cubicBezTo>
                    <a:cubicBezTo>
                      <a:pt x="2054" y="306"/>
                      <a:pt x="2054" y="303"/>
                      <a:pt x="2052" y="301"/>
                    </a:cubicBezTo>
                    <a:cubicBezTo>
                      <a:pt x="2048" y="299"/>
                      <a:pt x="2044" y="306"/>
                      <a:pt x="2042" y="308"/>
                    </a:cubicBezTo>
                    <a:cubicBezTo>
                      <a:pt x="2039" y="311"/>
                      <a:pt x="2036" y="312"/>
                      <a:pt x="2033" y="314"/>
                    </a:cubicBezTo>
                    <a:cubicBezTo>
                      <a:pt x="2032" y="315"/>
                      <a:pt x="2030" y="317"/>
                      <a:pt x="2031" y="319"/>
                    </a:cubicBezTo>
                    <a:cubicBezTo>
                      <a:pt x="2031" y="320"/>
                      <a:pt x="2034" y="321"/>
                      <a:pt x="2036" y="321"/>
                    </a:cubicBezTo>
                    <a:cubicBezTo>
                      <a:pt x="2038" y="322"/>
                      <a:pt x="2040" y="323"/>
                      <a:pt x="2041" y="325"/>
                    </a:cubicBezTo>
                    <a:cubicBezTo>
                      <a:pt x="2042" y="327"/>
                      <a:pt x="2043" y="329"/>
                      <a:pt x="2045" y="330"/>
                    </a:cubicBezTo>
                    <a:cubicBezTo>
                      <a:pt x="2049" y="331"/>
                      <a:pt x="2054" y="328"/>
                      <a:pt x="2057" y="333"/>
                    </a:cubicBezTo>
                    <a:cubicBezTo>
                      <a:pt x="2058" y="335"/>
                      <a:pt x="2058" y="338"/>
                      <a:pt x="2058" y="341"/>
                    </a:cubicBezTo>
                    <a:cubicBezTo>
                      <a:pt x="2059" y="343"/>
                      <a:pt x="2059" y="345"/>
                      <a:pt x="2061" y="346"/>
                    </a:cubicBezTo>
                    <a:cubicBezTo>
                      <a:pt x="2065" y="349"/>
                      <a:pt x="2071" y="345"/>
                      <a:pt x="2075" y="345"/>
                    </a:cubicBezTo>
                    <a:cubicBezTo>
                      <a:pt x="2079" y="346"/>
                      <a:pt x="2081" y="350"/>
                      <a:pt x="2085" y="352"/>
                    </a:cubicBezTo>
                    <a:cubicBezTo>
                      <a:pt x="2089" y="354"/>
                      <a:pt x="2091" y="353"/>
                      <a:pt x="2094" y="350"/>
                    </a:cubicBezTo>
                    <a:cubicBezTo>
                      <a:pt x="2098" y="346"/>
                      <a:pt x="2102" y="343"/>
                      <a:pt x="2107" y="342"/>
                    </a:cubicBezTo>
                    <a:cubicBezTo>
                      <a:pt x="2108" y="342"/>
                      <a:pt x="2110" y="342"/>
                      <a:pt x="2111" y="343"/>
                    </a:cubicBezTo>
                    <a:cubicBezTo>
                      <a:pt x="2112" y="345"/>
                      <a:pt x="2111" y="347"/>
                      <a:pt x="2109" y="348"/>
                    </a:cubicBezTo>
                    <a:cubicBezTo>
                      <a:pt x="2108" y="350"/>
                      <a:pt x="2106" y="352"/>
                      <a:pt x="2104" y="353"/>
                    </a:cubicBezTo>
                    <a:cubicBezTo>
                      <a:pt x="2102" y="353"/>
                      <a:pt x="2101" y="353"/>
                      <a:pt x="2099" y="353"/>
                    </a:cubicBezTo>
                    <a:cubicBezTo>
                      <a:pt x="2093" y="353"/>
                      <a:pt x="2091" y="360"/>
                      <a:pt x="2096" y="363"/>
                    </a:cubicBezTo>
                    <a:cubicBezTo>
                      <a:pt x="2098" y="365"/>
                      <a:pt x="2101" y="364"/>
                      <a:pt x="2104" y="363"/>
                    </a:cubicBezTo>
                    <a:cubicBezTo>
                      <a:pt x="2105" y="362"/>
                      <a:pt x="2108" y="359"/>
                      <a:pt x="2110" y="360"/>
                    </a:cubicBezTo>
                    <a:cubicBezTo>
                      <a:pt x="2114" y="361"/>
                      <a:pt x="2113" y="368"/>
                      <a:pt x="2113" y="371"/>
                    </a:cubicBezTo>
                    <a:cubicBezTo>
                      <a:pt x="2114" y="373"/>
                      <a:pt x="2114" y="375"/>
                      <a:pt x="2114" y="378"/>
                    </a:cubicBezTo>
                    <a:cubicBezTo>
                      <a:pt x="2114" y="379"/>
                      <a:pt x="2113" y="381"/>
                      <a:pt x="2112" y="379"/>
                    </a:cubicBezTo>
                    <a:cubicBezTo>
                      <a:pt x="2111" y="378"/>
                      <a:pt x="2111" y="375"/>
                      <a:pt x="2111" y="373"/>
                    </a:cubicBezTo>
                    <a:cubicBezTo>
                      <a:pt x="2110" y="372"/>
                      <a:pt x="2108" y="371"/>
                      <a:pt x="2107" y="372"/>
                    </a:cubicBezTo>
                    <a:cubicBezTo>
                      <a:pt x="2105" y="372"/>
                      <a:pt x="2103" y="372"/>
                      <a:pt x="2102" y="374"/>
                    </a:cubicBezTo>
                    <a:cubicBezTo>
                      <a:pt x="2101" y="376"/>
                      <a:pt x="2102" y="379"/>
                      <a:pt x="2103" y="381"/>
                    </a:cubicBezTo>
                    <a:cubicBezTo>
                      <a:pt x="2105" y="383"/>
                      <a:pt x="2106" y="386"/>
                      <a:pt x="2106" y="388"/>
                    </a:cubicBezTo>
                    <a:cubicBezTo>
                      <a:pt x="2106" y="391"/>
                      <a:pt x="2105" y="393"/>
                      <a:pt x="2104" y="395"/>
                    </a:cubicBezTo>
                    <a:cubicBezTo>
                      <a:pt x="2104" y="397"/>
                      <a:pt x="2104" y="398"/>
                      <a:pt x="2105" y="399"/>
                    </a:cubicBezTo>
                    <a:cubicBezTo>
                      <a:pt x="2106" y="400"/>
                      <a:pt x="2108" y="401"/>
                      <a:pt x="2109" y="402"/>
                    </a:cubicBezTo>
                    <a:cubicBezTo>
                      <a:pt x="2110" y="402"/>
                      <a:pt x="2112" y="403"/>
                      <a:pt x="2113" y="404"/>
                    </a:cubicBezTo>
                    <a:cubicBezTo>
                      <a:pt x="2114" y="406"/>
                      <a:pt x="2111" y="407"/>
                      <a:pt x="2110" y="408"/>
                    </a:cubicBezTo>
                    <a:cubicBezTo>
                      <a:pt x="2109" y="410"/>
                      <a:pt x="2113" y="412"/>
                      <a:pt x="2114" y="413"/>
                    </a:cubicBezTo>
                    <a:cubicBezTo>
                      <a:pt x="2116" y="415"/>
                      <a:pt x="2118" y="417"/>
                      <a:pt x="2120" y="419"/>
                    </a:cubicBezTo>
                    <a:cubicBezTo>
                      <a:pt x="2122" y="420"/>
                      <a:pt x="2125" y="421"/>
                      <a:pt x="2126" y="423"/>
                    </a:cubicBezTo>
                    <a:cubicBezTo>
                      <a:pt x="2128" y="426"/>
                      <a:pt x="2129" y="429"/>
                      <a:pt x="2129" y="431"/>
                    </a:cubicBezTo>
                    <a:cubicBezTo>
                      <a:pt x="2129" y="434"/>
                      <a:pt x="2128" y="437"/>
                      <a:pt x="2126" y="438"/>
                    </a:cubicBezTo>
                    <a:cubicBezTo>
                      <a:pt x="2122" y="440"/>
                      <a:pt x="2121" y="435"/>
                      <a:pt x="2120" y="433"/>
                    </a:cubicBezTo>
                    <a:cubicBezTo>
                      <a:pt x="2118" y="429"/>
                      <a:pt x="2116" y="425"/>
                      <a:pt x="2113" y="422"/>
                    </a:cubicBezTo>
                    <a:cubicBezTo>
                      <a:pt x="2109" y="419"/>
                      <a:pt x="2105" y="416"/>
                      <a:pt x="2102" y="413"/>
                    </a:cubicBezTo>
                    <a:cubicBezTo>
                      <a:pt x="2098" y="409"/>
                      <a:pt x="2094" y="405"/>
                      <a:pt x="2090" y="402"/>
                    </a:cubicBezTo>
                    <a:cubicBezTo>
                      <a:pt x="2085" y="400"/>
                      <a:pt x="2080" y="398"/>
                      <a:pt x="2076" y="395"/>
                    </a:cubicBezTo>
                    <a:cubicBezTo>
                      <a:pt x="2073" y="393"/>
                      <a:pt x="2071" y="389"/>
                      <a:pt x="2070" y="386"/>
                    </a:cubicBezTo>
                    <a:cubicBezTo>
                      <a:pt x="2067" y="381"/>
                      <a:pt x="2064" y="375"/>
                      <a:pt x="2060" y="371"/>
                    </a:cubicBezTo>
                    <a:cubicBezTo>
                      <a:pt x="2057" y="367"/>
                      <a:pt x="2053" y="366"/>
                      <a:pt x="2049" y="366"/>
                    </a:cubicBezTo>
                    <a:cubicBezTo>
                      <a:pt x="2045" y="366"/>
                      <a:pt x="2040" y="366"/>
                      <a:pt x="2038" y="371"/>
                    </a:cubicBezTo>
                    <a:cubicBezTo>
                      <a:pt x="2038" y="373"/>
                      <a:pt x="2037" y="375"/>
                      <a:pt x="2037" y="377"/>
                    </a:cubicBezTo>
                    <a:cubicBezTo>
                      <a:pt x="2037" y="379"/>
                      <a:pt x="2036" y="381"/>
                      <a:pt x="2036" y="384"/>
                    </a:cubicBezTo>
                    <a:cubicBezTo>
                      <a:pt x="2035" y="387"/>
                      <a:pt x="2036" y="389"/>
                      <a:pt x="2039" y="392"/>
                    </a:cubicBezTo>
                    <a:cubicBezTo>
                      <a:pt x="2041" y="394"/>
                      <a:pt x="2041" y="395"/>
                      <a:pt x="2041" y="398"/>
                    </a:cubicBezTo>
                    <a:cubicBezTo>
                      <a:pt x="2040" y="401"/>
                      <a:pt x="2040" y="403"/>
                      <a:pt x="2040" y="406"/>
                    </a:cubicBezTo>
                    <a:cubicBezTo>
                      <a:pt x="2039" y="408"/>
                      <a:pt x="2039" y="409"/>
                      <a:pt x="2038" y="411"/>
                    </a:cubicBezTo>
                    <a:cubicBezTo>
                      <a:pt x="2038" y="413"/>
                      <a:pt x="2039" y="414"/>
                      <a:pt x="2039" y="416"/>
                    </a:cubicBezTo>
                    <a:cubicBezTo>
                      <a:pt x="2039" y="418"/>
                      <a:pt x="2037" y="418"/>
                      <a:pt x="2037" y="416"/>
                    </a:cubicBezTo>
                    <a:cubicBezTo>
                      <a:pt x="2036" y="415"/>
                      <a:pt x="2036" y="414"/>
                      <a:pt x="2036" y="413"/>
                    </a:cubicBezTo>
                    <a:cubicBezTo>
                      <a:pt x="2036" y="411"/>
                      <a:pt x="2035" y="408"/>
                      <a:pt x="2033" y="407"/>
                    </a:cubicBezTo>
                    <a:cubicBezTo>
                      <a:pt x="2031" y="406"/>
                      <a:pt x="2028" y="406"/>
                      <a:pt x="2025" y="407"/>
                    </a:cubicBezTo>
                    <a:cubicBezTo>
                      <a:pt x="2023" y="408"/>
                      <a:pt x="2023" y="410"/>
                      <a:pt x="2023" y="413"/>
                    </a:cubicBezTo>
                    <a:cubicBezTo>
                      <a:pt x="2022" y="415"/>
                      <a:pt x="2022" y="418"/>
                      <a:pt x="2022" y="421"/>
                    </a:cubicBezTo>
                    <a:cubicBezTo>
                      <a:pt x="2022" y="423"/>
                      <a:pt x="2022" y="425"/>
                      <a:pt x="2021" y="427"/>
                    </a:cubicBezTo>
                    <a:cubicBezTo>
                      <a:pt x="2021" y="428"/>
                      <a:pt x="2020" y="431"/>
                      <a:pt x="2019" y="431"/>
                    </a:cubicBezTo>
                    <a:cubicBezTo>
                      <a:pt x="2018" y="431"/>
                      <a:pt x="2017" y="429"/>
                      <a:pt x="2017" y="429"/>
                    </a:cubicBezTo>
                    <a:cubicBezTo>
                      <a:pt x="2016" y="427"/>
                      <a:pt x="2015" y="425"/>
                      <a:pt x="2014" y="424"/>
                    </a:cubicBezTo>
                    <a:cubicBezTo>
                      <a:pt x="2013" y="422"/>
                      <a:pt x="2011" y="420"/>
                      <a:pt x="2010" y="419"/>
                    </a:cubicBezTo>
                    <a:cubicBezTo>
                      <a:pt x="2009" y="417"/>
                      <a:pt x="2010" y="415"/>
                      <a:pt x="2009" y="413"/>
                    </a:cubicBezTo>
                    <a:cubicBezTo>
                      <a:pt x="2009" y="409"/>
                      <a:pt x="2010" y="407"/>
                      <a:pt x="2013" y="405"/>
                    </a:cubicBezTo>
                    <a:cubicBezTo>
                      <a:pt x="2014" y="404"/>
                      <a:pt x="2016" y="404"/>
                      <a:pt x="2016" y="403"/>
                    </a:cubicBezTo>
                    <a:cubicBezTo>
                      <a:pt x="2017" y="401"/>
                      <a:pt x="2017" y="400"/>
                      <a:pt x="2018" y="399"/>
                    </a:cubicBezTo>
                    <a:cubicBezTo>
                      <a:pt x="2020" y="396"/>
                      <a:pt x="2021" y="394"/>
                      <a:pt x="2023" y="391"/>
                    </a:cubicBezTo>
                    <a:cubicBezTo>
                      <a:pt x="2024" y="390"/>
                      <a:pt x="2027" y="387"/>
                      <a:pt x="2025" y="386"/>
                    </a:cubicBezTo>
                    <a:cubicBezTo>
                      <a:pt x="2023" y="385"/>
                      <a:pt x="2019" y="387"/>
                      <a:pt x="2018" y="389"/>
                    </a:cubicBezTo>
                    <a:cubicBezTo>
                      <a:pt x="2015" y="392"/>
                      <a:pt x="2013" y="396"/>
                      <a:pt x="2010" y="399"/>
                    </a:cubicBezTo>
                    <a:cubicBezTo>
                      <a:pt x="2010" y="399"/>
                      <a:pt x="2010" y="399"/>
                      <a:pt x="2009" y="400"/>
                    </a:cubicBezTo>
                    <a:cubicBezTo>
                      <a:pt x="2009" y="400"/>
                      <a:pt x="2009" y="400"/>
                      <a:pt x="2009" y="400"/>
                    </a:cubicBezTo>
                    <a:cubicBezTo>
                      <a:pt x="2008" y="401"/>
                      <a:pt x="2008" y="402"/>
                      <a:pt x="2008" y="402"/>
                    </a:cubicBezTo>
                    <a:cubicBezTo>
                      <a:pt x="2007" y="403"/>
                      <a:pt x="2006" y="404"/>
                      <a:pt x="2004" y="404"/>
                    </a:cubicBezTo>
                    <a:cubicBezTo>
                      <a:pt x="2003" y="405"/>
                      <a:pt x="2001" y="406"/>
                      <a:pt x="2001" y="408"/>
                    </a:cubicBezTo>
                    <a:cubicBezTo>
                      <a:pt x="2001" y="411"/>
                      <a:pt x="2001" y="414"/>
                      <a:pt x="2001" y="417"/>
                    </a:cubicBezTo>
                    <a:cubicBezTo>
                      <a:pt x="2002" y="418"/>
                      <a:pt x="2002" y="420"/>
                      <a:pt x="2002" y="421"/>
                    </a:cubicBezTo>
                    <a:cubicBezTo>
                      <a:pt x="2002" y="422"/>
                      <a:pt x="2000" y="423"/>
                      <a:pt x="1999" y="424"/>
                    </a:cubicBezTo>
                    <a:cubicBezTo>
                      <a:pt x="1997" y="426"/>
                      <a:pt x="1995" y="427"/>
                      <a:pt x="1993" y="429"/>
                    </a:cubicBezTo>
                    <a:cubicBezTo>
                      <a:pt x="1991" y="430"/>
                      <a:pt x="1988" y="431"/>
                      <a:pt x="1986" y="432"/>
                    </a:cubicBezTo>
                    <a:cubicBezTo>
                      <a:pt x="1984" y="433"/>
                      <a:pt x="1983" y="435"/>
                      <a:pt x="1981" y="435"/>
                    </a:cubicBezTo>
                    <a:cubicBezTo>
                      <a:pt x="1979" y="436"/>
                      <a:pt x="1977" y="437"/>
                      <a:pt x="1977" y="439"/>
                    </a:cubicBezTo>
                    <a:cubicBezTo>
                      <a:pt x="1976" y="442"/>
                      <a:pt x="1977" y="444"/>
                      <a:pt x="1977" y="447"/>
                    </a:cubicBezTo>
                    <a:cubicBezTo>
                      <a:pt x="1977" y="450"/>
                      <a:pt x="1977" y="454"/>
                      <a:pt x="1976" y="458"/>
                    </a:cubicBezTo>
                    <a:cubicBezTo>
                      <a:pt x="1975" y="461"/>
                      <a:pt x="1975" y="466"/>
                      <a:pt x="1976" y="469"/>
                    </a:cubicBezTo>
                    <a:cubicBezTo>
                      <a:pt x="1977" y="472"/>
                      <a:pt x="1978" y="473"/>
                      <a:pt x="1980" y="474"/>
                    </a:cubicBezTo>
                    <a:cubicBezTo>
                      <a:pt x="1983" y="476"/>
                      <a:pt x="1985" y="478"/>
                      <a:pt x="1987" y="480"/>
                    </a:cubicBezTo>
                    <a:cubicBezTo>
                      <a:pt x="1990" y="482"/>
                      <a:pt x="1992" y="485"/>
                      <a:pt x="1994" y="486"/>
                    </a:cubicBezTo>
                    <a:cubicBezTo>
                      <a:pt x="1997" y="488"/>
                      <a:pt x="2000" y="489"/>
                      <a:pt x="2003" y="491"/>
                    </a:cubicBezTo>
                    <a:cubicBezTo>
                      <a:pt x="2006" y="493"/>
                      <a:pt x="2009" y="496"/>
                      <a:pt x="2011" y="499"/>
                    </a:cubicBezTo>
                    <a:cubicBezTo>
                      <a:pt x="2014" y="502"/>
                      <a:pt x="2016" y="504"/>
                      <a:pt x="2019" y="506"/>
                    </a:cubicBezTo>
                    <a:cubicBezTo>
                      <a:pt x="2021" y="508"/>
                      <a:pt x="2024" y="510"/>
                      <a:pt x="2025" y="512"/>
                    </a:cubicBezTo>
                    <a:cubicBezTo>
                      <a:pt x="2026" y="514"/>
                      <a:pt x="2027" y="516"/>
                      <a:pt x="2025" y="516"/>
                    </a:cubicBezTo>
                    <a:cubicBezTo>
                      <a:pt x="2021" y="516"/>
                      <a:pt x="2018" y="514"/>
                      <a:pt x="2015" y="512"/>
                    </a:cubicBezTo>
                    <a:cubicBezTo>
                      <a:pt x="2012" y="510"/>
                      <a:pt x="2009" y="508"/>
                      <a:pt x="2006" y="505"/>
                    </a:cubicBezTo>
                    <a:cubicBezTo>
                      <a:pt x="2003" y="504"/>
                      <a:pt x="2001" y="502"/>
                      <a:pt x="1998" y="500"/>
                    </a:cubicBezTo>
                    <a:cubicBezTo>
                      <a:pt x="1994" y="497"/>
                      <a:pt x="1991" y="493"/>
                      <a:pt x="1985" y="490"/>
                    </a:cubicBezTo>
                    <a:cubicBezTo>
                      <a:pt x="1983" y="489"/>
                      <a:pt x="1980" y="488"/>
                      <a:pt x="1977" y="488"/>
                    </a:cubicBezTo>
                    <a:cubicBezTo>
                      <a:pt x="1975" y="488"/>
                      <a:pt x="1973" y="487"/>
                      <a:pt x="1972" y="489"/>
                    </a:cubicBezTo>
                    <a:cubicBezTo>
                      <a:pt x="1971" y="490"/>
                      <a:pt x="1971" y="493"/>
                      <a:pt x="1970" y="495"/>
                    </a:cubicBezTo>
                    <a:cubicBezTo>
                      <a:pt x="1970" y="499"/>
                      <a:pt x="1969" y="502"/>
                      <a:pt x="1968" y="505"/>
                    </a:cubicBezTo>
                    <a:cubicBezTo>
                      <a:pt x="1967" y="509"/>
                      <a:pt x="1967" y="514"/>
                      <a:pt x="1966" y="518"/>
                    </a:cubicBezTo>
                    <a:cubicBezTo>
                      <a:pt x="1966" y="520"/>
                      <a:pt x="1965" y="522"/>
                      <a:pt x="1965" y="524"/>
                    </a:cubicBezTo>
                    <a:cubicBezTo>
                      <a:pt x="1964" y="525"/>
                      <a:pt x="1963" y="527"/>
                      <a:pt x="1962" y="528"/>
                    </a:cubicBezTo>
                    <a:cubicBezTo>
                      <a:pt x="1961" y="530"/>
                      <a:pt x="1960" y="532"/>
                      <a:pt x="1958" y="533"/>
                    </a:cubicBezTo>
                    <a:cubicBezTo>
                      <a:pt x="1956" y="534"/>
                      <a:pt x="1954" y="534"/>
                      <a:pt x="1952" y="535"/>
                    </a:cubicBezTo>
                    <a:cubicBezTo>
                      <a:pt x="1946" y="539"/>
                      <a:pt x="1941" y="546"/>
                      <a:pt x="1939" y="552"/>
                    </a:cubicBezTo>
                    <a:cubicBezTo>
                      <a:pt x="1938" y="553"/>
                      <a:pt x="1936" y="560"/>
                      <a:pt x="1934" y="559"/>
                    </a:cubicBezTo>
                    <a:cubicBezTo>
                      <a:pt x="1932" y="559"/>
                      <a:pt x="1933" y="555"/>
                      <a:pt x="1933" y="554"/>
                    </a:cubicBezTo>
                    <a:cubicBezTo>
                      <a:pt x="1934" y="552"/>
                      <a:pt x="1935" y="549"/>
                      <a:pt x="1935" y="546"/>
                    </a:cubicBezTo>
                    <a:cubicBezTo>
                      <a:pt x="1937" y="541"/>
                      <a:pt x="1939" y="534"/>
                      <a:pt x="1943" y="531"/>
                    </a:cubicBezTo>
                    <a:cubicBezTo>
                      <a:pt x="1948" y="526"/>
                      <a:pt x="1954" y="524"/>
                      <a:pt x="1957" y="517"/>
                    </a:cubicBezTo>
                    <a:cubicBezTo>
                      <a:pt x="1960" y="512"/>
                      <a:pt x="1958" y="506"/>
                      <a:pt x="1958" y="501"/>
                    </a:cubicBezTo>
                    <a:cubicBezTo>
                      <a:pt x="1958" y="497"/>
                      <a:pt x="1958" y="493"/>
                      <a:pt x="1957" y="490"/>
                    </a:cubicBezTo>
                    <a:cubicBezTo>
                      <a:pt x="1957" y="487"/>
                      <a:pt x="1957" y="484"/>
                      <a:pt x="1958" y="482"/>
                    </a:cubicBezTo>
                    <a:cubicBezTo>
                      <a:pt x="1960" y="478"/>
                      <a:pt x="1965" y="475"/>
                      <a:pt x="1964" y="469"/>
                    </a:cubicBezTo>
                    <a:cubicBezTo>
                      <a:pt x="1963" y="467"/>
                      <a:pt x="1961" y="465"/>
                      <a:pt x="1960" y="463"/>
                    </a:cubicBezTo>
                    <a:cubicBezTo>
                      <a:pt x="1958" y="461"/>
                      <a:pt x="1958" y="458"/>
                      <a:pt x="1958" y="456"/>
                    </a:cubicBezTo>
                    <a:cubicBezTo>
                      <a:pt x="1958" y="449"/>
                      <a:pt x="1960" y="442"/>
                      <a:pt x="1961" y="435"/>
                    </a:cubicBezTo>
                    <a:cubicBezTo>
                      <a:pt x="1962" y="431"/>
                      <a:pt x="1963" y="427"/>
                      <a:pt x="1964" y="423"/>
                    </a:cubicBezTo>
                    <a:cubicBezTo>
                      <a:pt x="1965" y="419"/>
                      <a:pt x="1966" y="415"/>
                      <a:pt x="1965" y="411"/>
                    </a:cubicBezTo>
                    <a:cubicBezTo>
                      <a:pt x="1964" y="406"/>
                      <a:pt x="1962" y="402"/>
                      <a:pt x="1959" y="398"/>
                    </a:cubicBezTo>
                    <a:cubicBezTo>
                      <a:pt x="1958" y="395"/>
                      <a:pt x="1955" y="392"/>
                      <a:pt x="1953" y="389"/>
                    </a:cubicBezTo>
                    <a:cubicBezTo>
                      <a:pt x="1952" y="387"/>
                      <a:pt x="1949" y="383"/>
                      <a:pt x="1947" y="386"/>
                    </a:cubicBezTo>
                    <a:cubicBezTo>
                      <a:pt x="1945" y="387"/>
                      <a:pt x="1945" y="389"/>
                      <a:pt x="1944" y="391"/>
                    </a:cubicBezTo>
                    <a:cubicBezTo>
                      <a:pt x="1944" y="394"/>
                      <a:pt x="1943" y="397"/>
                      <a:pt x="1943" y="399"/>
                    </a:cubicBezTo>
                    <a:cubicBezTo>
                      <a:pt x="1943" y="400"/>
                      <a:pt x="1943" y="402"/>
                      <a:pt x="1942" y="401"/>
                    </a:cubicBezTo>
                    <a:cubicBezTo>
                      <a:pt x="1942" y="401"/>
                      <a:pt x="1942" y="400"/>
                      <a:pt x="1941" y="400"/>
                    </a:cubicBezTo>
                    <a:cubicBezTo>
                      <a:pt x="1941" y="399"/>
                      <a:pt x="1941" y="398"/>
                      <a:pt x="1940" y="397"/>
                    </a:cubicBezTo>
                    <a:cubicBezTo>
                      <a:pt x="1940" y="396"/>
                      <a:pt x="1939" y="393"/>
                      <a:pt x="1937" y="393"/>
                    </a:cubicBezTo>
                    <a:cubicBezTo>
                      <a:pt x="1936" y="394"/>
                      <a:pt x="1936" y="397"/>
                      <a:pt x="1935" y="398"/>
                    </a:cubicBezTo>
                    <a:cubicBezTo>
                      <a:pt x="1934" y="403"/>
                      <a:pt x="1935" y="408"/>
                      <a:pt x="1933" y="413"/>
                    </a:cubicBezTo>
                    <a:cubicBezTo>
                      <a:pt x="1932" y="417"/>
                      <a:pt x="1930" y="420"/>
                      <a:pt x="1930" y="424"/>
                    </a:cubicBezTo>
                    <a:cubicBezTo>
                      <a:pt x="1929" y="427"/>
                      <a:pt x="1929" y="429"/>
                      <a:pt x="1928" y="431"/>
                    </a:cubicBezTo>
                    <a:cubicBezTo>
                      <a:pt x="1928" y="432"/>
                      <a:pt x="1927" y="432"/>
                      <a:pt x="1927" y="431"/>
                    </a:cubicBezTo>
                    <a:cubicBezTo>
                      <a:pt x="1926" y="430"/>
                      <a:pt x="1925" y="424"/>
                      <a:pt x="1922" y="425"/>
                    </a:cubicBezTo>
                    <a:cubicBezTo>
                      <a:pt x="1921" y="426"/>
                      <a:pt x="1920" y="428"/>
                      <a:pt x="1919" y="430"/>
                    </a:cubicBezTo>
                    <a:cubicBezTo>
                      <a:pt x="1918" y="432"/>
                      <a:pt x="1917" y="434"/>
                      <a:pt x="1916" y="436"/>
                    </a:cubicBezTo>
                    <a:cubicBezTo>
                      <a:pt x="1915" y="438"/>
                      <a:pt x="1913" y="440"/>
                      <a:pt x="1912" y="442"/>
                    </a:cubicBezTo>
                    <a:cubicBezTo>
                      <a:pt x="1910" y="446"/>
                      <a:pt x="1910" y="450"/>
                      <a:pt x="1909" y="454"/>
                    </a:cubicBezTo>
                    <a:cubicBezTo>
                      <a:pt x="1909" y="457"/>
                      <a:pt x="1908" y="460"/>
                      <a:pt x="1910" y="463"/>
                    </a:cubicBezTo>
                    <a:cubicBezTo>
                      <a:pt x="1911" y="467"/>
                      <a:pt x="1913" y="470"/>
                      <a:pt x="1915" y="473"/>
                    </a:cubicBezTo>
                    <a:cubicBezTo>
                      <a:pt x="1918" y="475"/>
                      <a:pt x="1921" y="477"/>
                      <a:pt x="1924" y="478"/>
                    </a:cubicBezTo>
                    <a:cubicBezTo>
                      <a:pt x="1927" y="479"/>
                      <a:pt x="1930" y="481"/>
                      <a:pt x="1932" y="483"/>
                    </a:cubicBezTo>
                    <a:cubicBezTo>
                      <a:pt x="1933" y="484"/>
                      <a:pt x="1934" y="485"/>
                      <a:pt x="1934" y="485"/>
                    </a:cubicBezTo>
                    <a:cubicBezTo>
                      <a:pt x="1931" y="486"/>
                      <a:pt x="1929" y="484"/>
                      <a:pt x="1926" y="483"/>
                    </a:cubicBezTo>
                    <a:cubicBezTo>
                      <a:pt x="1924" y="483"/>
                      <a:pt x="1921" y="482"/>
                      <a:pt x="1919" y="481"/>
                    </a:cubicBezTo>
                    <a:cubicBezTo>
                      <a:pt x="1917" y="480"/>
                      <a:pt x="1915" y="480"/>
                      <a:pt x="1913" y="479"/>
                    </a:cubicBezTo>
                    <a:cubicBezTo>
                      <a:pt x="1911" y="478"/>
                      <a:pt x="1909" y="478"/>
                      <a:pt x="1907" y="480"/>
                    </a:cubicBezTo>
                    <a:cubicBezTo>
                      <a:pt x="1906" y="481"/>
                      <a:pt x="1904" y="482"/>
                      <a:pt x="1904" y="484"/>
                    </a:cubicBezTo>
                    <a:cubicBezTo>
                      <a:pt x="1903" y="485"/>
                      <a:pt x="1904" y="487"/>
                      <a:pt x="1904" y="489"/>
                    </a:cubicBezTo>
                    <a:cubicBezTo>
                      <a:pt x="1904" y="493"/>
                      <a:pt x="1903" y="498"/>
                      <a:pt x="1903" y="502"/>
                    </a:cubicBezTo>
                    <a:cubicBezTo>
                      <a:pt x="1902" y="507"/>
                      <a:pt x="1901" y="512"/>
                      <a:pt x="1901" y="517"/>
                    </a:cubicBezTo>
                    <a:cubicBezTo>
                      <a:pt x="1901" y="521"/>
                      <a:pt x="1900" y="524"/>
                      <a:pt x="1897" y="526"/>
                    </a:cubicBezTo>
                    <a:cubicBezTo>
                      <a:pt x="1896" y="527"/>
                      <a:pt x="1891" y="531"/>
                      <a:pt x="1889" y="529"/>
                    </a:cubicBezTo>
                    <a:cubicBezTo>
                      <a:pt x="1888" y="527"/>
                      <a:pt x="1889" y="524"/>
                      <a:pt x="1889" y="522"/>
                    </a:cubicBezTo>
                    <a:cubicBezTo>
                      <a:pt x="1890" y="519"/>
                      <a:pt x="1891" y="516"/>
                      <a:pt x="1892" y="513"/>
                    </a:cubicBezTo>
                    <a:cubicBezTo>
                      <a:pt x="1894" y="511"/>
                      <a:pt x="1895" y="508"/>
                      <a:pt x="1896" y="505"/>
                    </a:cubicBezTo>
                    <a:cubicBezTo>
                      <a:pt x="1897" y="502"/>
                      <a:pt x="1897" y="499"/>
                      <a:pt x="1898" y="496"/>
                    </a:cubicBezTo>
                    <a:cubicBezTo>
                      <a:pt x="1898" y="492"/>
                      <a:pt x="1898" y="488"/>
                      <a:pt x="1899" y="483"/>
                    </a:cubicBezTo>
                    <a:cubicBezTo>
                      <a:pt x="1899" y="478"/>
                      <a:pt x="1900" y="473"/>
                      <a:pt x="1899" y="469"/>
                    </a:cubicBezTo>
                    <a:cubicBezTo>
                      <a:pt x="1898" y="463"/>
                      <a:pt x="1897" y="457"/>
                      <a:pt x="1898" y="451"/>
                    </a:cubicBezTo>
                    <a:cubicBezTo>
                      <a:pt x="1898" y="445"/>
                      <a:pt x="1900" y="439"/>
                      <a:pt x="1899" y="433"/>
                    </a:cubicBezTo>
                    <a:cubicBezTo>
                      <a:pt x="1899" y="432"/>
                      <a:pt x="1899" y="431"/>
                      <a:pt x="1899" y="430"/>
                    </a:cubicBezTo>
                    <a:cubicBezTo>
                      <a:pt x="1896" y="429"/>
                      <a:pt x="1893" y="429"/>
                      <a:pt x="1889" y="430"/>
                    </a:cubicBezTo>
                    <a:cubicBezTo>
                      <a:pt x="1885" y="432"/>
                      <a:pt x="1882" y="434"/>
                      <a:pt x="1878" y="436"/>
                    </a:cubicBezTo>
                    <a:cubicBezTo>
                      <a:pt x="1873" y="438"/>
                      <a:pt x="1868" y="439"/>
                      <a:pt x="1863" y="441"/>
                    </a:cubicBezTo>
                    <a:cubicBezTo>
                      <a:pt x="1859" y="443"/>
                      <a:pt x="1854" y="444"/>
                      <a:pt x="1850" y="447"/>
                    </a:cubicBezTo>
                    <a:cubicBezTo>
                      <a:pt x="1843" y="451"/>
                      <a:pt x="1839" y="460"/>
                      <a:pt x="1836" y="468"/>
                    </a:cubicBezTo>
                    <a:cubicBezTo>
                      <a:pt x="1834" y="472"/>
                      <a:pt x="1832" y="476"/>
                      <a:pt x="1831" y="481"/>
                    </a:cubicBezTo>
                    <a:cubicBezTo>
                      <a:pt x="1830" y="486"/>
                      <a:pt x="1829" y="492"/>
                      <a:pt x="1831" y="496"/>
                    </a:cubicBezTo>
                    <a:cubicBezTo>
                      <a:pt x="1833" y="500"/>
                      <a:pt x="1837" y="501"/>
                      <a:pt x="1840" y="499"/>
                    </a:cubicBezTo>
                    <a:cubicBezTo>
                      <a:pt x="1843" y="498"/>
                      <a:pt x="1845" y="495"/>
                      <a:pt x="1848" y="495"/>
                    </a:cubicBezTo>
                    <a:cubicBezTo>
                      <a:pt x="1852" y="496"/>
                      <a:pt x="1855" y="499"/>
                      <a:pt x="1856" y="502"/>
                    </a:cubicBezTo>
                    <a:cubicBezTo>
                      <a:pt x="1858" y="505"/>
                      <a:pt x="1854" y="503"/>
                      <a:pt x="1852" y="502"/>
                    </a:cubicBezTo>
                    <a:cubicBezTo>
                      <a:pt x="1849" y="501"/>
                      <a:pt x="1845" y="501"/>
                      <a:pt x="1843" y="504"/>
                    </a:cubicBezTo>
                    <a:cubicBezTo>
                      <a:pt x="1840" y="508"/>
                      <a:pt x="1840" y="512"/>
                      <a:pt x="1838" y="515"/>
                    </a:cubicBezTo>
                    <a:cubicBezTo>
                      <a:pt x="1837" y="518"/>
                      <a:pt x="1836" y="520"/>
                      <a:pt x="1837" y="523"/>
                    </a:cubicBezTo>
                    <a:cubicBezTo>
                      <a:pt x="1839" y="526"/>
                      <a:pt x="1841" y="530"/>
                      <a:pt x="1844" y="533"/>
                    </a:cubicBezTo>
                    <a:cubicBezTo>
                      <a:pt x="1846" y="535"/>
                      <a:pt x="1848" y="537"/>
                      <a:pt x="1851" y="539"/>
                    </a:cubicBezTo>
                    <a:cubicBezTo>
                      <a:pt x="1853" y="541"/>
                      <a:pt x="1855" y="542"/>
                      <a:pt x="1858" y="542"/>
                    </a:cubicBezTo>
                    <a:cubicBezTo>
                      <a:pt x="1862" y="541"/>
                      <a:pt x="1865" y="540"/>
                      <a:pt x="1869" y="542"/>
                    </a:cubicBezTo>
                    <a:cubicBezTo>
                      <a:pt x="1872" y="543"/>
                      <a:pt x="1874" y="546"/>
                      <a:pt x="1875" y="549"/>
                    </a:cubicBezTo>
                    <a:cubicBezTo>
                      <a:pt x="1876" y="551"/>
                      <a:pt x="1875" y="554"/>
                      <a:pt x="1876" y="556"/>
                    </a:cubicBezTo>
                    <a:cubicBezTo>
                      <a:pt x="1876" y="558"/>
                      <a:pt x="1876" y="560"/>
                      <a:pt x="1876" y="562"/>
                    </a:cubicBezTo>
                    <a:cubicBezTo>
                      <a:pt x="1877" y="566"/>
                      <a:pt x="1878" y="571"/>
                      <a:pt x="1882" y="573"/>
                    </a:cubicBezTo>
                    <a:cubicBezTo>
                      <a:pt x="1884" y="574"/>
                      <a:pt x="1887" y="574"/>
                      <a:pt x="1889" y="576"/>
                    </a:cubicBezTo>
                    <a:cubicBezTo>
                      <a:pt x="1891" y="578"/>
                      <a:pt x="1888" y="581"/>
                      <a:pt x="1885" y="581"/>
                    </a:cubicBezTo>
                    <a:cubicBezTo>
                      <a:pt x="1883" y="581"/>
                      <a:pt x="1881" y="581"/>
                      <a:pt x="1879" y="580"/>
                    </a:cubicBezTo>
                    <a:cubicBezTo>
                      <a:pt x="1877" y="580"/>
                      <a:pt x="1875" y="580"/>
                      <a:pt x="1873" y="580"/>
                    </a:cubicBezTo>
                    <a:cubicBezTo>
                      <a:pt x="1870" y="580"/>
                      <a:pt x="1867" y="580"/>
                      <a:pt x="1865" y="578"/>
                    </a:cubicBezTo>
                    <a:cubicBezTo>
                      <a:pt x="1861" y="576"/>
                      <a:pt x="1867" y="570"/>
                      <a:pt x="1868" y="568"/>
                    </a:cubicBezTo>
                    <a:cubicBezTo>
                      <a:pt x="1870" y="565"/>
                      <a:pt x="1872" y="562"/>
                      <a:pt x="1872" y="559"/>
                    </a:cubicBezTo>
                    <a:cubicBezTo>
                      <a:pt x="1872" y="557"/>
                      <a:pt x="1871" y="556"/>
                      <a:pt x="1871" y="555"/>
                    </a:cubicBezTo>
                    <a:cubicBezTo>
                      <a:pt x="1870" y="554"/>
                      <a:pt x="1870" y="552"/>
                      <a:pt x="1869" y="551"/>
                    </a:cubicBezTo>
                    <a:cubicBezTo>
                      <a:pt x="1868" y="550"/>
                      <a:pt x="1867" y="551"/>
                      <a:pt x="1866" y="550"/>
                    </a:cubicBezTo>
                    <a:cubicBezTo>
                      <a:pt x="1864" y="550"/>
                      <a:pt x="1864" y="549"/>
                      <a:pt x="1862" y="548"/>
                    </a:cubicBezTo>
                    <a:cubicBezTo>
                      <a:pt x="1861" y="548"/>
                      <a:pt x="1859" y="548"/>
                      <a:pt x="1858" y="548"/>
                    </a:cubicBezTo>
                    <a:cubicBezTo>
                      <a:pt x="1855" y="548"/>
                      <a:pt x="1853" y="547"/>
                      <a:pt x="1850" y="546"/>
                    </a:cubicBezTo>
                    <a:cubicBezTo>
                      <a:pt x="1847" y="546"/>
                      <a:pt x="1845" y="545"/>
                      <a:pt x="1843" y="543"/>
                    </a:cubicBezTo>
                    <a:cubicBezTo>
                      <a:pt x="1842" y="541"/>
                      <a:pt x="1841" y="540"/>
                      <a:pt x="1839" y="539"/>
                    </a:cubicBezTo>
                    <a:cubicBezTo>
                      <a:pt x="1838" y="538"/>
                      <a:pt x="1837" y="538"/>
                      <a:pt x="1836" y="537"/>
                    </a:cubicBezTo>
                    <a:cubicBezTo>
                      <a:pt x="1835" y="537"/>
                      <a:pt x="1833" y="536"/>
                      <a:pt x="1833" y="534"/>
                    </a:cubicBezTo>
                    <a:cubicBezTo>
                      <a:pt x="1832" y="533"/>
                      <a:pt x="1832" y="531"/>
                      <a:pt x="1832" y="530"/>
                    </a:cubicBezTo>
                    <a:cubicBezTo>
                      <a:pt x="1831" y="527"/>
                      <a:pt x="1831" y="524"/>
                      <a:pt x="1829" y="521"/>
                    </a:cubicBezTo>
                    <a:cubicBezTo>
                      <a:pt x="1829" y="519"/>
                      <a:pt x="1828" y="518"/>
                      <a:pt x="1827" y="516"/>
                    </a:cubicBezTo>
                    <a:cubicBezTo>
                      <a:pt x="1827" y="514"/>
                      <a:pt x="1826" y="513"/>
                      <a:pt x="1825" y="511"/>
                    </a:cubicBezTo>
                    <a:cubicBezTo>
                      <a:pt x="1825" y="510"/>
                      <a:pt x="1824" y="509"/>
                      <a:pt x="1824" y="508"/>
                    </a:cubicBezTo>
                    <a:cubicBezTo>
                      <a:pt x="1824" y="507"/>
                      <a:pt x="1824" y="506"/>
                      <a:pt x="1824" y="505"/>
                    </a:cubicBezTo>
                    <a:cubicBezTo>
                      <a:pt x="1823" y="503"/>
                      <a:pt x="1823" y="502"/>
                      <a:pt x="1822" y="500"/>
                    </a:cubicBezTo>
                    <a:cubicBezTo>
                      <a:pt x="1821" y="499"/>
                      <a:pt x="1819" y="499"/>
                      <a:pt x="1818" y="499"/>
                    </a:cubicBezTo>
                    <a:cubicBezTo>
                      <a:pt x="1817" y="499"/>
                      <a:pt x="1816" y="500"/>
                      <a:pt x="1815" y="500"/>
                    </a:cubicBezTo>
                    <a:cubicBezTo>
                      <a:pt x="1814" y="500"/>
                      <a:pt x="1813" y="500"/>
                      <a:pt x="1812" y="501"/>
                    </a:cubicBezTo>
                    <a:cubicBezTo>
                      <a:pt x="1810" y="501"/>
                      <a:pt x="1808" y="503"/>
                      <a:pt x="1806" y="503"/>
                    </a:cubicBezTo>
                    <a:cubicBezTo>
                      <a:pt x="1803" y="504"/>
                      <a:pt x="1800" y="506"/>
                      <a:pt x="1797" y="507"/>
                    </a:cubicBezTo>
                    <a:cubicBezTo>
                      <a:pt x="1796" y="508"/>
                      <a:pt x="1794" y="509"/>
                      <a:pt x="1793" y="509"/>
                    </a:cubicBezTo>
                    <a:cubicBezTo>
                      <a:pt x="1789" y="511"/>
                      <a:pt x="1786" y="511"/>
                      <a:pt x="1785" y="515"/>
                    </a:cubicBezTo>
                    <a:cubicBezTo>
                      <a:pt x="1784" y="517"/>
                      <a:pt x="1784" y="520"/>
                      <a:pt x="1784" y="522"/>
                    </a:cubicBezTo>
                    <a:cubicBezTo>
                      <a:pt x="1784" y="524"/>
                      <a:pt x="1784" y="525"/>
                      <a:pt x="1785" y="526"/>
                    </a:cubicBezTo>
                    <a:cubicBezTo>
                      <a:pt x="1785" y="528"/>
                      <a:pt x="1785" y="530"/>
                      <a:pt x="1786" y="531"/>
                    </a:cubicBezTo>
                    <a:cubicBezTo>
                      <a:pt x="1787" y="532"/>
                      <a:pt x="1789" y="533"/>
                      <a:pt x="1791" y="533"/>
                    </a:cubicBezTo>
                    <a:cubicBezTo>
                      <a:pt x="1793" y="534"/>
                      <a:pt x="1795" y="535"/>
                      <a:pt x="1796" y="536"/>
                    </a:cubicBezTo>
                    <a:cubicBezTo>
                      <a:pt x="1797" y="538"/>
                      <a:pt x="1798" y="540"/>
                      <a:pt x="1798" y="541"/>
                    </a:cubicBezTo>
                    <a:cubicBezTo>
                      <a:pt x="1799" y="543"/>
                      <a:pt x="1800" y="545"/>
                      <a:pt x="1802" y="546"/>
                    </a:cubicBezTo>
                    <a:cubicBezTo>
                      <a:pt x="1804" y="548"/>
                      <a:pt x="1807" y="548"/>
                      <a:pt x="1810" y="549"/>
                    </a:cubicBezTo>
                    <a:cubicBezTo>
                      <a:pt x="1813" y="550"/>
                      <a:pt x="1817" y="551"/>
                      <a:pt x="1821" y="552"/>
                    </a:cubicBezTo>
                    <a:cubicBezTo>
                      <a:pt x="1824" y="553"/>
                      <a:pt x="1827" y="555"/>
                      <a:pt x="1830" y="557"/>
                    </a:cubicBezTo>
                    <a:cubicBezTo>
                      <a:pt x="1832" y="559"/>
                      <a:pt x="1835" y="560"/>
                      <a:pt x="1835" y="564"/>
                    </a:cubicBezTo>
                    <a:cubicBezTo>
                      <a:pt x="1835" y="567"/>
                      <a:pt x="1830" y="564"/>
                      <a:pt x="1829" y="563"/>
                    </a:cubicBezTo>
                    <a:cubicBezTo>
                      <a:pt x="1825" y="561"/>
                      <a:pt x="1822" y="562"/>
                      <a:pt x="1818" y="562"/>
                    </a:cubicBezTo>
                    <a:cubicBezTo>
                      <a:pt x="1815" y="562"/>
                      <a:pt x="1812" y="560"/>
                      <a:pt x="1810" y="560"/>
                    </a:cubicBezTo>
                    <a:cubicBezTo>
                      <a:pt x="1807" y="560"/>
                      <a:pt x="1808" y="564"/>
                      <a:pt x="1809" y="565"/>
                    </a:cubicBezTo>
                    <a:cubicBezTo>
                      <a:pt x="1811" y="568"/>
                      <a:pt x="1813" y="570"/>
                      <a:pt x="1813" y="573"/>
                    </a:cubicBezTo>
                    <a:cubicBezTo>
                      <a:pt x="1813" y="574"/>
                      <a:pt x="1813" y="576"/>
                      <a:pt x="1812" y="576"/>
                    </a:cubicBezTo>
                    <a:cubicBezTo>
                      <a:pt x="1810" y="577"/>
                      <a:pt x="1809" y="575"/>
                      <a:pt x="1808" y="574"/>
                    </a:cubicBezTo>
                    <a:cubicBezTo>
                      <a:pt x="1807" y="572"/>
                      <a:pt x="1806" y="569"/>
                      <a:pt x="1805" y="567"/>
                    </a:cubicBezTo>
                    <a:cubicBezTo>
                      <a:pt x="1804" y="565"/>
                      <a:pt x="1803" y="563"/>
                      <a:pt x="1802" y="561"/>
                    </a:cubicBezTo>
                    <a:cubicBezTo>
                      <a:pt x="1800" y="558"/>
                      <a:pt x="1799" y="554"/>
                      <a:pt x="1796" y="552"/>
                    </a:cubicBezTo>
                    <a:cubicBezTo>
                      <a:pt x="1792" y="550"/>
                      <a:pt x="1792" y="556"/>
                      <a:pt x="1792" y="559"/>
                    </a:cubicBezTo>
                    <a:cubicBezTo>
                      <a:pt x="1793" y="562"/>
                      <a:pt x="1794" y="566"/>
                      <a:pt x="1794" y="570"/>
                    </a:cubicBezTo>
                    <a:cubicBezTo>
                      <a:pt x="1794" y="574"/>
                      <a:pt x="1794" y="577"/>
                      <a:pt x="1792" y="580"/>
                    </a:cubicBezTo>
                    <a:cubicBezTo>
                      <a:pt x="1792" y="581"/>
                      <a:pt x="1792" y="583"/>
                      <a:pt x="1791" y="583"/>
                    </a:cubicBezTo>
                    <a:cubicBezTo>
                      <a:pt x="1790" y="585"/>
                      <a:pt x="1790" y="583"/>
                      <a:pt x="1790" y="582"/>
                    </a:cubicBezTo>
                    <a:cubicBezTo>
                      <a:pt x="1789" y="581"/>
                      <a:pt x="1790" y="579"/>
                      <a:pt x="1789" y="578"/>
                    </a:cubicBezTo>
                    <a:cubicBezTo>
                      <a:pt x="1789" y="576"/>
                      <a:pt x="1789" y="575"/>
                      <a:pt x="1789" y="573"/>
                    </a:cubicBezTo>
                    <a:cubicBezTo>
                      <a:pt x="1789" y="571"/>
                      <a:pt x="1789" y="569"/>
                      <a:pt x="1788" y="567"/>
                    </a:cubicBezTo>
                    <a:cubicBezTo>
                      <a:pt x="1788" y="566"/>
                      <a:pt x="1788" y="565"/>
                      <a:pt x="1788" y="564"/>
                    </a:cubicBezTo>
                    <a:cubicBezTo>
                      <a:pt x="1788" y="562"/>
                      <a:pt x="1788" y="560"/>
                      <a:pt x="1788" y="559"/>
                    </a:cubicBezTo>
                    <a:cubicBezTo>
                      <a:pt x="1787" y="556"/>
                      <a:pt x="1787" y="552"/>
                      <a:pt x="1785" y="549"/>
                    </a:cubicBezTo>
                    <a:cubicBezTo>
                      <a:pt x="1782" y="546"/>
                      <a:pt x="1777" y="547"/>
                      <a:pt x="1774" y="544"/>
                    </a:cubicBezTo>
                    <a:cubicBezTo>
                      <a:pt x="1773" y="542"/>
                      <a:pt x="1773" y="540"/>
                      <a:pt x="1773" y="538"/>
                    </a:cubicBezTo>
                    <a:cubicBezTo>
                      <a:pt x="1773" y="535"/>
                      <a:pt x="1774" y="532"/>
                      <a:pt x="1773" y="530"/>
                    </a:cubicBezTo>
                    <a:cubicBezTo>
                      <a:pt x="1771" y="525"/>
                      <a:pt x="1766" y="524"/>
                      <a:pt x="1761" y="524"/>
                    </a:cubicBezTo>
                    <a:cubicBezTo>
                      <a:pt x="1756" y="524"/>
                      <a:pt x="1754" y="528"/>
                      <a:pt x="1753" y="533"/>
                    </a:cubicBezTo>
                    <a:cubicBezTo>
                      <a:pt x="1752" y="539"/>
                      <a:pt x="1753" y="545"/>
                      <a:pt x="1751" y="551"/>
                    </a:cubicBezTo>
                    <a:cubicBezTo>
                      <a:pt x="1749" y="554"/>
                      <a:pt x="1746" y="557"/>
                      <a:pt x="1745" y="560"/>
                    </a:cubicBezTo>
                    <a:cubicBezTo>
                      <a:pt x="1742" y="564"/>
                      <a:pt x="1741" y="567"/>
                      <a:pt x="1740" y="571"/>
                    </a:cubicBezTo>
                    <a:cubicBezTo>
                      <a:pt x="1739" y="575"/>
                      <a:pt x="1738" y="579"/>
                      <a:pt x="1740" y="583"/>
                    </a:cubicBezTo>
                    <a:cubicBezTo>
                      <a:pt x="1741" y="586"/>
                      <a:pt x="1743" y="588"/>
                      <a:pt x="1744" y="591"/>
                    </a:cubicBezTo>
                    <a:cubicBezTo>
                      <a:pt x="1745" y="592"/>
                      <a:pt x="1745" y="594"/>
                      <a:pt x="1745" y="595"/>
                    </a:cubicBezTo>
                    <a:cubicBezTo>
                      <a:pt x="1745" y="597"/>
                      <a:pt x="1745" y="598"/>
                      <a:pt x="1746" y="600"/>
                    </a:cubicBezTo>
                    <a:cubicBezTo>
                      <a:pt x="1747" y="600"/>
                      <a:pt x="1747" y="601"/>
                      <a:pt x="1748" y="602"/>
                    </a:cubicBezTo>
                    <a:cubicBezTo>
                      <a:pt x="1748" y="603"/>
                      <a:pt x="1748" y="604"/>
                      <a:pt x="1748" y="604"/>
                    </a:cubicBezTo>
                    <a:cubicBezTo>
                      <a:pt x="1749" y="606"/>
                      <a:pt x="1751" y="606"/>
                      <a:pt x="1752" y="608"/>
                    </a:cubicBezTo>
                    <a:cubicBezTo>
                      <a:pt x="1752" y="609"/>
                      <a:pt x="1751" y="610"/>
                      <a:pt x="1751" y="612"/>
                    </a:cubicBezTo>
                    <a:cubicBezTo>
                      <a:pt x="1751" y="613"/>
                      <a:pt x="1750" y="614"/>
                      <a:pt x="1750" y="615"/>
                    </a:cubicBezTo>
                    <a:cubicBezTo>
                      <a:pt x="1749" y="618"/>
                      <a:pt x="1747" y="615"/>
                      <a:pt x="1747" y="614"/>
                    </a:cubicBezTo>
                    <a:cubicBezTo>
                      <a:pt x="1746" y="611"/>
                      <a:pt x="1747" y="609"/>
                      <a:pt x="1745" y="607"/>
                    </a:cubicBezTo>
                    <a:cubicBezTo>
                      <a:pt x="1742" y="605"/>
                      <a:pt x="1739" y="607"/>
                      <a:pt x="1737" y="609"/>
                    </a:cubicBezTo>
                    <a:cubicBezTo>
                      <a:pt x="1735" y="610"/>
                      <a:pt x="1734" y="611"/>
                      <a:pt x="1732" y="613"/>
                    </a:cubicBezTo>
                    <a:cubicBezTo>
                      <a:pt x="1732" y="614"/>
                      <a:pt x="1731" y="614"/>
                      <a:pt x="1730" y="614"/>
                    </a:cubicBezTo>
                    <a:cubicBezTo>
                      <a:pt x="1726" y="615"/>
                      <a:pt x="1722" y="615"/>
                      <a:pt x="1718" y="616"/>
                    </a:cubicBezTo>
                    <a:cubicBezTo>
                      <a:pt x="1716" y="616"/>
                      <a:pt x="1714" y="617"/>
                      <a:pt x="1712" y="618"/>
                    </a:cubicBezTo>
                    <a:cubicBezTo>
                      <a:pt x="1710" y="619"/>
                      <a:pt x="1708" y="620"/>
                      <a:pt x="1706" y="621"/>
                    </a:cubicBezTo>
                    <a:cubicBezTo>
                      <a:pt x="1705" y="622"/>
                      <a:pt x="1704" y="623"/>
                      <a:pt x="1705" y="625"/>
                    </a:cubicBezTo>
                    <a:cubicBezTo>
                      <a:pt x="1705" y="627"/>
                      <a:pt x="1707" y="628"/>
                      <a:pt x="1706" y="630"/>
                    </a:cubicBezTo>
                    <a:cubicBezTo>
                      <a:pt x="1706" y="632"/>
                      <a:pt x="1704" y="634"/>
                      <a:pt x="1703" y="636"/>
                    </a:cubicBezTo>
                    <a:cubicBezTo>
                      <a:pt x="1699" y="639"/>
                      <a:pt x="1695" y="641"/>
                      <a:pt x="1693" y="646"/>
                    </a:cubicBezTo>
                    <a:cubicBezTo>
                      <a:pt x="1692" y="647"/>
                      <a:pt x="1692" y="649"/>
                      <a:pt x="1693" y="651"/>
                    </a:cubicBezTo>
                    <a:cubicBezTo>
                      <a:pt x="1694" y="653"/>
                      <a:pt x="1696" y="655"/>
                      <a:pt x="1695" y="657"/>
                    </a:cubicBezTo>
                    <a:cubicBezTo>
                      <a:pt x="1695" y="659"/>
                      <a:pt x="1693" y="659"/>
                      <a:pt x="1692" y="661"/>
                    </a:cubicBezTo>
                    <a:cubicBezTo>
                      <a:pt x="1691" y="662"/>
                      <a:pt x="1691" y="664"/>
                      <a:pt x="1691" y="666"/>
                    </a:cubicBezTo>
                    <a:cubicBezTo>
                      <a:pt x="1691" y="668"/>
                      <a:pt x="1691" y="670"/>
                      <a:pt x="1691" y="672"/>
                    </a:cubicBezTo>
                    <a:cubicBezTo>
                      <a:pt x="1691" y="674"/>
                      <a:pt x="1693" y="674"/>
                      <a:pt x="1695" y="674"/>
                    </a:cubicBezTo>
                    <a:cubicBezTo>
                      <a:pt x="1701" y="674"/>
                      <a:pt x="1704" y="670"/>
                      <a:pt x="1709" y="667"/>
                    </a:cubicBezTo>
                    <a:cubicBezTo>
                      <a:pt x="1713" y="664"/>
                      <a:pt x="1716" y="669"/>
                      <a:pt x="1718" y="672"/>
                    </a:cubicBezTo>
                    <a:cubicBezTo>
                      <a:pt x="1720" y="674"/>
                      <a:pt x="1721" y="676"/>
                      <a:pt x="1722" y="678"/>
                    </a:cubicBezTo>
                    <a:cubicBezTo>
                      <a:pt x="1723" y="680"/>
                      <a:pt x="1723" y="683"/>
                      <a:pt x="1721" y="683"/>
                    </a:cubicBezTo>
                    <a:cubicBezTo>
                      <a:pt x="1716" y="684"/>
                      <a:pt x="1715" y="677"/>
                      <a:pt x="1711" y="676"/>
                    </a:cubicBezTo>
                    <a:cubicBezTo>
                      <a:pt x="1708" y="676"/>
                      <a:pt x="1707" y="677"/>
                      <a:pt x="1705" y="678"/>
                    </a:cubicBezTo>
                    <a:cubicBezTo>
                      <a:pt x="1703" y="680"/>
                      <a:pt x="1702" y="681"/>
                      <a:pt x="1699" y="682"/>
                    </a:cubicBezTo>
                    <a:cubicBezTo>
                      <a:pt x="1697" y="682"/>
                      <a:pt x="1695" y="683"/>
                      <a:pt x="1694" y="684"/>
                    </a:cubicBezTo>
                    <a:cubicBezTo>
                      <a:pt x="1693" y="686"/>
                      <a:pt x="1693" y="689"/>
                      <a:pt x="1693" y="691"/>
                    </a:cubicBezTo>
                    <a:cubicBezTo>
                      <a:pt x="1695" y="697"/>
                      <a:pt x="1701" y="698"/>
                      <a:pt x="1706" y="699"/>
                    </a:cubicBezTo>
                    <a:cubicBezTo>
                      <a:pt x="1708" y="700"/>
                      <a:pt x="1710" y="701"/>
                      <a:pt x="1713" y="702"/>
                    </a:cubicBezTo>
                    <a:cubicBezTo>
                      <a:pt x="1715" y="704"/>
                      <a:pt x="1718" y="704"/>
                      <a:pt x="1720" y="705"/>
                    </a:cubicBezTo>
                    <a:cubicBezTo>
                      <a:pt x="1722" y="705"/>
                      <a:pt x="1725" y="707"/>
                      <a:pt x="1724" y="709"/>
                    </a:cubicBezTo>
                    <a:cubicBezTo>
                      <a:pt x="1723" y="712"/>
                      <a:pt x="1719" y="712"/>
                      <a:pt x="1717" y="712"/>
                    </a:cubicBezTo>
                    <a:cubicBezTo>
                      <a:pt x="1712" y="711"/>
                      <a:pt x="1708" y="707"/>
                      <a:pt x="1703" y="704"/>
                    </a:cubicBezTo>
                    <a:cubicBezTo>
                      <a:pt x="1700" y="701"/>
                      <a:pt x="1696" y="699"/>
                      <a:pt x="1691" y="698"/>
                    </a:cubicBezTo>
                    <a:cubicBezTo>
                      <a:pt x="1687" y="697"/>
                      <a:pt x="1683" y="699"/>
                      <a:pt x="1679" y="701"/>
                    </a:cubicBezTo>
                    <a:cubicBezTo>
                      <a:pt x="1675" y="702"/>
                      <a:pt x="1674" y="705"/>
                      <a:pt x="1673" y="709"/>
                    </a:cubicBezTo>
                    <a:cubicBezTo>
                      <a:pt x="1672" y="711"/>
                      <a:pt x="1671" y="712"/>
                      <a:pt x="1672" y="714"/>
                    </a:cubicBezTo>
                    <a:cubicBezTo>
                      <a:pt x="1673" y="716"/>
                      <a:pt x="1673" y="717"/>
                      <a:pt x="1675" y="717"/>
                    </a:cubicBezTo>
                    <a:cubicBezTo>
                      <a:pt x="1677" y="717"/>
                      <a:pt x="1679" y="716"/>
                      <a:pt x="1681" y="716"/>
                    </a:cubicBezTo>
                    <a:cubicBezTo>
                      <a:pt x="1683" y="716"/>
                      <a:pt x="1687" y="717"/>
                      <a:pt x="1689" y="719"/>
                    </a:cubicBezTo>
                    <a:cubicBezTo>
                      <a:pt x="1691" y="721"/>
                      <a:pt x="1690" y="725"/>
                      <a:pt x="1693" y="727"/>
                    </a:cubicBezTo>
                    <a:cubicBezTo>
                      <a:pt x="1695" y="729"/>
                      <a:pt x="1699" y="728"/>
                      <a:pt x="1702" y="730"/>
                    </a:cubicBezTo>
                    <a:cubicBezTo>
                      <a:pt x="1703" y="731"/>
                      <a:pt x="1702" y="732"/>
                      <a:pt x="1700" y="732"/>
                    </a:cubicBezTo>
                    <a:cubicBezTo>
                      <a:pt x="1698" y="733"/>
                      <a:pt x="1695" y="732"/>
                      <a:pt x="1693" y="732"/>
                    </a:cubicBezTo>
                    <a:cubicBezTo>
                      <a:pt x="1688" y="731"/>
                      <a:pt x="1684" y="729"/>
                      <a:pt x="1680" y="726"/>
                    </a:cubicBezTo>
                    <a:cubicBezTo>
                      <a:pt x="1679" y="724"/>
                      <a:pt x="1678" y="723"/>
                      <a:pt x="1676" y="722"/>
                    </a:cubicBezTo>
                    <a:cubicBezTo>
                      <a:pt x="1674" y="721"/>
                      <a:pt x="1672" y="721"/>
                      <a:pt x="1671" y="721"/>
                    </a:cubicBezTo>
                    <a:cubicBezTo>
                      <a:pt x="1667" y="721"/>
                      <a:pt x="1665" y="723"/>
                      <a:pt x="1662" y="724"/>
                    </a:cubicBezTo>
                    <a:cubicBezTo>
                      <a:pt x="1659" y="726"/>
                      <a:pt x="1658" y="728"/>
                      <a:pt x="1657" y="731"/>
                    </a:cubicBezTo>
                    <a:cubicBezTo>
                      <a:pt x="1657" y="736"/>
                      <a:pt x="1662" y="740"/>
                      <a:pt x="1662" y="745"/>
                    </a:cubicBezTo>
                    <a:cubicBezTo>
                      <a:pt x="1659" y="745"/>
                      <a:pt x="1657" y="745"/>
                      <a:pt x="1656" y="742"/>
                    </a:cubicBezTo>
                    <a:cubicBezTo>
                      <a:pt x="1656" y="740"/>
                      <a:pt x="1655" y="738"/>
                      <a:pt x="1653" y="736"/>
                    </a:cubicBezTo>
                    <a:cubicBezTo>
                      <a:pt x="1652" y="735"/>
                      <a:pt x="1652" y="734"/>
                      <a:pt x="1651" y="733"/>
                    </a:cubicBezTo>
                    <a:cubicBezTo>
                      <a:pt x="1649" y="731"/>
                      <a:pt x="1648" y="729"/>
                      <a:pt x="1646" y="727"/>
                    </a:cubicBezTo>
                    <a:cubicBezTo>
                      <a:pt x="1643" y="726"/>
                      <a:pt x="1640" y="725"/>
                      <a:pt x="1637" y="727"/>
                    </a:cubicBezTo>
                    <a:cubicBezTo>
                      <a:pt x="1634" y="729"/>
                      <a:pt x="1631" y="732"/>
                      <a:pt x="1628" y="734"/>
                    </a:cubicBezTo>
                    <a:cubicBezTo>
                      <a:pt x="1626" y="737"/>
                      <a:pt x="1623" y="738"/>
                      <a:pt x="1621" y="739"/>
                    </a:cubicBezTo>
                    <a:cubicBezTo>
                      <a:pt x="1618" y="740"/>
                      <a:pt x="1615" y="741"/>
                      <a:pt x="1612" y="741"/>
                    </a:cubicBezTo>
                    <a:cubicBezTo>
                      <a:pt x="1611" y="742"/>
                      <a:pt x="1610" y="742"/>
                      <a:pt x="1609" y="743"/>
                    </a:cubicBezTo>
                    <a:cubicBezTo>
                      <a:pt x="1608" y="743"/>
                      <a:pt x="1608" y="744"/>
                      <a:pt x="1607" y="745"/>
                    </a:cubicBezTo>
                    <a:cubicBezTo>
                      <a:pt x="1606" y="746"/>
                      <a:pt x="1606" y="747"/>
                      <a:pt x="1605" y="748"/>
                    </a:cubicBezTo>
                    <a:cubicBezTo>
                      <a:pt x="1605" y="749"/>
                      <a:pt x="1604" y="750"/>
                      <a:pt x="1603" y="751"/>
                    </a:cubicBezTo>
                    <a:cubicBezTo>
                      <a:pt x="1599" y="755"/>
                      <a:pt x="1608" y="759"/>
                      <a:pt x="1604" y="763"/>
                    </a:cubicBezTo>
                    <a:cubicBezTo>
                      <a:pt x="1603" y="765"/>
                      <a:pt x="1599" y="763"/>
                      <a:pt x="1598" y="766"/>
                    </a:cubicBezTo>
                    <a:cubicBezTo>
                      <a:pt x="1598" y="767"/>
                      <a:pt x="1598" y="768"/>
                      <a:pt x="1597" y="768"/>
                    </a:cubicBezTo>
                    <a:cubicBezTo>
                      <a:pt x="1596" y="769"/>
                      <a:pt x="1595" y="769"/>
                      <a:pt x="1594" y="769"/>
                    </a:cubicBezTo>
                    <a:cubicBezTo>
                      <a:pt x="1595" y="762"/>
                      <a:pt x="1596" y="754"/>
                      <a:pt x="1599" y="748"/>
                    </a:cubicBezTo>
                    <a:cubicBezTo>
                      <a:pt x="1601" y="745"/>
                      <a:pt x="1602" y="742"/>
                      <a:pt x="1601" y="739"/>
                    </a:cubicBezTo>
                    <a:cubicBezTo>
                      <a:pt x="1600" y="737"/>
                      <a:pt x="1597" y="734"/>
                      <a:pt x="1599" y="732"/>
                    </a:cubicBezTo>
                    <a:cubicBezTo>
                      <a:pt x="1599" y="731"/>
                      <a:pt x="1601" y="730"/>
                      <a:pt x="1602" y="729"/>
                    </a:cubicBezTo>
                    <a:cubicBezTo>
                      <a:pt x="1603" y="728"/>
                      <a:pt x="1604" y="727"/>
                      <a:pt x="1604" y="726"/>
                    </a:cubicBezTo>
                    <a:cubicBezTo>
                      <a:pt x="1604" y="725"/>
                      <a:pt x="1601" y="725"/>
                      <a:pt x="1601" y="725"/>
                    </a:cubicBezTo>
                    <a:cubicBezTo>
                      <a:pt x="1599" y="725"/>
                      <a:pt x="1597" y="724"/>
                      <a:pt x="1596" y="723"/>
                    </a:cubicBezTo>
                    <a:cubicBezTo>
                      <a:pt x="1593" y="721"/>
                      <a:pt x="1597" y="716"/>
                      <a:pt x="1598" y="714"/>
                    </a:cubicBezTo>
                    <a:cubicBezTo>
                      <a:pt x="1600" y="711"/>
                      <a:pt x="1603" y="709"/>
                      <a:pt x="1603" y="706"/>
                    </a:cubicBezTo>
                    <a:cubicBezTo>
                      <a:pt x="1603" y="703"/>
                      <a:pt x="1601" y="700"/>
                      <a:pt x="1599" y="698"/>
                    </a:cubicBezTo>
                    <a:cubicBezTo>
                      <a:pt x="1598" y="696"/>
                      <a:pt x="1596" y="695"/>
                      <a:pt x="1594" y="695"/>
                    </a:cubicBezTo>
                    <a:cubicBezTo>
                      <a:pt x="1591" y="695"/>
                      <a:pt x="1590" y="693"/>
                      <a:pt x="1589" y="691"/>
                    </a:cubicBezTo>
                    <a:cubicBezTo>
                      <a:pt x="1587" y="688"/>
                      <a:pt x="1586" y="685"/>
                      <a:pt x="1583" y="684"/>
                    </a:cubicBezTo>
                    <a:cubicBezTo>
                      <a:pt x="1581" y="682"/>
                      <a:pt x="1578" y="680"/>
                      <a:pt x="1575" y="679"/>
                    </a:cubicBezTo>
                    <a:cubicBezTo>
                      <a:pt x="1573" y="677"/>
                      <a:pt x="1569" y="673"/>
                      <a:pt x="1566" y="674"/>
                    </a:cubicBezTo>
                    <a:cubicBezTo>
                      <a:pt x="1562" y="676"/>
                      <a:pt x="1568" y="681"/>
                      <a:pt x="1569" y="682"/>
                    </a:cubicBezTo>
                    <a:cubicBezTo>
                      <a:pt x="1571" y="684"/>
                      <a:pt x="1576" y="690"/>
                      <a:pt x="1574" y="693"/>
                    </a:cubicBezTo>
                    <a:cubicBezTo>
                      <a:pt x="1572" y="696"/>
                      <a:pt x="1568" y="691"/>
                      <a:pt x="1566" y="690"/>
                    </a:cubicBezTo>
                    <a:cubicBezTo>
                      <a:pt x="1562" y="687"/>
                      <a:pt x="1558" y="689"/>
                      <a:pt x="1555" y="693"/>
                    </a:cubicBezTo>
                    <a:cubicBezTo>
                      <a:pt x="1553" y="696"/>
                      <a:pt x="1551" y="702"/>
                      <a:pt x="1554" y="706"/>
                    </a:cubicBezTo>
                    <a:cubicBezTo>
                      <a:pt x="1556" y="709"/>
                      <a:pt x="1559" y="711"/>
                      <a:pt x="1561" y="714"/>
                    </a:cubicBezTo>
                    <a:cubicBezTo>
                      <a:pt x="1561" y="715"/>
                      <a:pt x="1562" y="717"/>
                      <a:pt x="1562" y="718"/>
                    </a:cubicBezTo>
                    <a:cubicBezTo>
                      <a:pt x="1560" y="720"/>
                      <a:pt x="1558" y="720"/>
                      <a:pt x="1555" y="720"/>
                    </a:cubicBezTo>
                    <a:cubicBezTo>
                      <a:pt x="1553" y="720"/>
                      <a:pt x="1549" y="720"/>
                      <a:pt x="1548" y="722"/>
                    </a:cubicBezTo>
                    <a:cubicBezTo>
                      <a:pt x="1547" y="725"/>
                      <a:pt x="1547" y="729"/>
                      <a:pt x="1548" y="731"/>
                    </a:cubicBezTo>
                    <a:cubicBezTo>
                      <a:pt x="1548" y="733"/>
                      <a:pt x="1548" y="734"/>
                      <a:pt x="1548" y="736"/>
                    </a:cubicBezTo>
                    <a:cubicBezTo>
                      <a:pt x="1548" y="737"/>
                      <a:pt x="1548" y="738"/>
                      <a:pt x="1549" y="740"/>
                    </a:cubicBezTo>
                    <a:cubicBezTo>
                      <a:pt x="1550" y="741"/>
                      <a:pt x="1551" y="744"/>
                      <a:pt x="1549" y="745"/>
                    </a:cubicBezTo>
                    <a:cubicBezTo>
                      <a:pt x="1547" y="745"/>
                      <a:pt x="1546" y="743"/>
                      <a:pt x="1546" y="742"/>
                    </a:cubicBezTo>
                    <a:cubicBezTo>
                      <a:pt x="1545" y="740"/>
                      <a:pt x="1544" y="738"/>
                      <a:pt x="1544" y="736"/>
                    </a:cubicBezTo>
                    <a:cubicBezTo>
                      <a:pt x="1543" y="734"/>
                      <a:pt x="1541" y="735"/>
                      <a:pt x="1540" y="737"/>
                    </a:cubicBezTo>
                    <a:cubicBezTo>
                      <a:pt x="1539" y="738"/>
                      <a:pt x="1539" y="739"/>
                      <a:pt x="1538" y="740"/>
                    </a:cubicBezTo>
                    <a:cubicBezTo>
                      <a:pt x="1536" y="743"/>
                      <a:pt x="1533" y="744"/>
                      <a:pt x="1530" y="746"/>
                    </a:cubicBezTo>
                    <a:cubicBezTo>
                      <a:pt x="1528" y="747"/>
                      <a:pt x="1526" y="749"/>
                      <a:pt x="1524" y="751"/>
                    </a:cubicBezTo>
                    <a:cubicBezTo>
                      <a:pt x="1523" y="752"/>
                      <a:pt x="1523" y="753"/>
                      <a:pt x="1522" y="755"/>
                    </a:cubicBezTo>
                    <a:cubicBezTo>
                      <a:pt x="1522" y="756"/>
                      <a:pt x="1522" y="756"/>
                      <a:pt x="1522" y="757"/>
                    </a:cubicBezTo>
                    <a:cubicBezTo>
                      <a:pt x="1522" y="759"/>
                      <a:pt x="1521" y="761"/>
                      <a:pt x="1521" y="763"/>
                    </a:cubicBezTo>
                    <a:cubicBezTo>
                      <a:pt x="1520" y="766"/>
                      <a:pt x="1520" y="767"/>
                      <a:pt x="1519" y="769"/>
                    </a:cubicBezTo>
                    <a:cubicBezTo>
                      <a:pt x="1518" y="770"/>
                      <a:pt x="1517" y="773"/>
                      <a:pt x="1515" y="772"/>
                    </a:cubicBezTo>
                    <a:cubicBezTo>
                      <a:pt x="1515" y="769"/>
                      <a:pt x="1516" y="767"/>
                      <a:pt x="1517" y="764"/>
                    </a:cubicBezTo>
                    <a:cubicBezTo>
                      <a:pt x="1517" y="761"/>
                      <a:pt x="1517" y="758"/>
                      <a:pt x="1518" y="755"/>
                    </a:cubicBezTo>
                    <a:cubicBezTo>
                      <a:pt x="1518" y="752"/>
                      <a:pt x="1519" y="748"/>
                      <a:pt x="1521" y="745"/>
                    </a:cubicBezTo>
                    <a:cubicBezTo>
                      <a:pt x="1523" y="743"/>
                      <a:pt x="1525" y="742"/>
                      <a:pt x="1527" y="740"/>
                    </a:cubicBezTo>
                    <a:cubicBezTo>
                      <a:pt x="1530" y="738"/>
                      <a:pt x="1532" y="736"/>
                      <a:pt x="1534" y="734"/>
                    </a:cubicBezTo>
                    <a:cubicBezTo>
                      <a:pt x="1536" y="732"/>
                      <a:pt x="1537" y="730"/>
                      <a:pt x="1538" y="728"/>
                    </a:cubicBezTo>
                    <a:cubicBezTo>
                      <a:pt x="1539" y="726"/>
                      <a:pt x="1541" y="724"/>
                      <a:pt x="1541" y="722"/>
                    </a:cubicBezTo>
                    <a:cubicBezTo>
                      <a:pt x="1541" y="719"/>
                      <a:pt x="1540" y="717"/>
                      <a:pt x="1539" y="715"/>
                    </a:cubicBezTo>
                    <a:cubicBezTo>
                      <a:pt x="1538" y="714"/>
                      <a:pt x="1537" y="713"/>
                      <a:pt x="1537" y="711"/>
                    </a:cubicBezTo>
                    <a:cubicBezTo>
                      <a:pt x="1537" y="710"/>
                      <a:pt x="1537" y="709"/>
                      <a:pt x="1537" y="708"/>
                    </a:cubicBezTo>
                    <a:cubicBezTo>
                      <a:pt x="1536" y="705"/>
                      <a:pt x="1532" y="709"/>
                      <a:pt x="1531" y="710"/>
                    </a:cubicBezTo>
                    <a:cubicBezTo>
                      <a:pt x="1530" y="711"/>
                      <a:pt x="1528" y="716"/>
                      <a:pt x="1527" y="716"/>
                    </a:cubicBezTo>
                    <a:cubicBezTo>
                      <a:pt x="1525" y="715"/>
                      <a:pt x="1527" y="710"/>
                      <a:pt x="1527" y="709"/>
                    </a:cubicBezTo>
                    <a:cubicBezTo>
                      <a:pt x="1529" y="704"/>
                      <a:pt x="1530" y="699"/>
                      <a:pt x="1533" y="694"/>
                    </a:cubicBezTo>
                    <a:cubicBezTo>
                      <a:pt x="1534" y="691"/>
                      <a:pt x="1535" y="688"/>
                      <a:pt x="1534" y="685"/>
                    </a:cubicBezTo>
                    <a:cubicBezTo>
                      <a:pt x="1534" y="684"/>
                      <a:pt x="1533" y="683"/>
                      <a:pt x="1533" y="681"/>
                    </a:cubicBezTo>
                    <a:cubicBezTo>
                      <a:pt x="1532" y="680"/>
                      <a:pt x="1533" y="678"/>
                      <a:pt x="1533" y="677"/>
                    </a:cubicBezTo>
                    <a:cubicBezTo>
                      <a:pt x="1533" y="673"/>
                      <a:pt x="1533" y="668"/>
                      <a:pt x="1530" y="664"/>
                    </a:cubicBezTo>
                    <a:cubicBezTo>
                      <a:pt x="1529" y="662"/>
                      <a:pt x="1527" y="663"/>
                      <a:pt x="1526" y="664"/>
                    </a:cubicBezTo>
                    <a:cubicBezTo>
                      <a:pt x="1524" y="664"/>
                      <a:pt x="1522" y="664"/>
                      <a:pt x="1520" y="664"/>
                    </a:cubicBezTo>
                    <a:cubicBezTo>
                      <a:pt x="1518" y="664"/>
                      <a:pt x="1517" y="665"/>
                      <a:pt x="1515" y="665"/>
                    </a:cubicBezTo>
                    <a:cubicBezTo>
                      <a:pt x="1513" y="665"/>
                      <a:pt x="1511" y="665"/>
                      <a:pt x="1510" y="665"/>
                    </a:cubicBezTo>
                    <a:cubicBezTo>
                      <a:pt x="1508" y="665"/>
                      <a:pt x="1507" y="665"/>
                      <a:pt x="1506" y="665"/>
                    </a:cubicBezTo>
                    <a:cubicBezTo>
                      <a:pt x="1505" y="666"/>
                      <a:pt x="1503" y="667"/>
                      <a:pt x="1503" y="668"/>
                    </a:cubicBezTo>
                    <a:cubicBezTo>
                      <a:pt x="1503" y="670"/>
                      <a:pt x="1502" y="672"/>
                      <a:pt x="1503" y="673"/>
                    </a:cubicBezTo>
                    <a:cubicBezTo>
                      <a:pt x="1503" y="675"/>
                      <a:pt x="1503" y="676"/>
                      <a:pt x="1502" y="677"/>
                    </a:cubicBezTo>
                    <a:cubicBezTo>
                      <a:pt x="1501" y="679"/>
                      <a:pt x="1500" y="680"/>
                      <a:pt x="1499" y="683"/>
                    </a:cubicBezTo>
                    <a:cubicBezTo>
                      <a:pt x="1499" y="683"/>
                      <a:pt x="1500" y="684"/>
                      <a:pt x="1499" y="685"/>
                    </a:cubicBezTo>
                    <a:cubicBezTo>
                      <a:pt x="1499" y="686"/>
                      <a:pt x="1499" y="687"/>
                      <a:pt x="1499" y="688"/>
                    </a:cubicBezTo>
                    <a:cubicBezTo>
                      <a:pt x="1498" y="689"/>
                      <a:pt x="1500" y="690"/>
                      <a:pt x="1501" y="691"/>
                    </a:cubicBezTo>
                    <a:cubicBezTo>
                      <a:pt x="1503" y="692"/>
                      <a:pt x="1505" y="692"/>
                      <a:pt x="1506" y="693"/>
                    </a:cubicBezTo>
                    <a:cubicBezTo>
                      <a:pt x="1507" y="694"/>
                      <a:pt x="1507" y="696"/>
                      <a:pt x="1507" y="697"/>
                    </a:cubicBezTo>
                    <a:cubicBezTo>
                      <a:pt x="1507" y="699"/>
                      <a:pt x="1508" y="700"/>
                      <a:pt x="1506" y="700"/>
                    </a:cubicBezTo>
                    <a:cubicBezTo>
                      <a:pt x="1504" y="701"/>
                      <a:pt x="1501" y="699"/>
                      <a:pt x="1498" y="700"/>
                    </a:cubicBezTo>
                    <a:cubicBezTo>
                      <a:pt x="1497" y="700"/>
                      <a:pt x="1497" y="701"/>
                      <a:pt x="1496" y="702"/>
                    </a:cubicBezTo>
                    <a:cubicBezTo>
                      <a:pt x="1495" y="702"/>
                      <a:pt x="1493" y="703"/>
                      <a:pt x="1492" y="703"/>
                    </a:cubicBezTo>
                    <a:cubicBezTo>
                      <a:pt x="1491" y="704"/>
                      <a:pt x="1489" y="705"/>
                      <a:pt x="1488" y="706"/>
                    </a:cubicBezTo>
                    <a:cubicBezTo>
                      <a:pt x="1486" y="710"/>
                      <a:pt x="1487" y="715"/>
                      <a:pt x="1490" y="717"/>
                    </a:cubicBezTo>
                    <a:cubicBezTo>
                      <a:pt x="1492" y="718"/>
                      <a:pt x="1494" y="720"/>
                      <a:pt x="1497" y="720"/>
                    </a:cubicBezTo>
                    <a:cubicBezTo>
                      <a:pt x="1498" y="720"/>
                      <a:pt x="1500" y="720"/>
                      <a:pt x="1501" y="720"/>
                    </a:cubicBezTo>
                    <a:cubicBezTo>
                      <a:pt x="1502" y="720"/>
                      <a:pt x="1502" y="720"/>
                      <a:pt x="1503" y="720"/>
                    </a:cubicBezTo>
                    <a:cubicBezTo>
                      <a:pt x="1505" y="720"/>
                      <a:pt x="1506" y="722"/>
                      <a:pt x="1507" y="724"/>
                    </a:cubicBezTo>
                    <a:cubicBezTo>
                      <a:pt x="1508" y="725"/>
                      <a:pt x="1508" y="726"/>
                      <a:pt x="1508" y="728"/>
                    </a:cubicBezTo>
                    <a:cubicBezTo>
                      <a:pt x="1507" y="727"/>
                      <a:pt x="1506" y="726"/>
                      <a:pt x="1504" y="726"/>
                    </a:cubicBezTo>
                    <a:cubicBezTo>
                      <a:pt x="1502" y="725"/>
                      <a:pt x="1499" y="726"/>
                      <a:pt x="1496" y="725"/>
                    </a:cubicBezTo>
                    <a:cubicBezTo>
                      <a:pt x="1494" y="725"/>
                      <a:pt x="1488" y="722"/>
                      <a:pt x="1486" y="726"/>
                    </a:cubicBezTo>
                    <a:cubicBezTo>
                      <a:pt x="1485" y="730"/>
                      <a:pt x="1485" y="734"/>
                      <a:pt x="1486" y="738"/>
                    </a:cubicBezTo>
                    <a:cubicBezTo>
                      <a:pt x="1487" y="739"/>
                      <a:pt x="1488" y="741"/>
                      <a:pt x="1489" y="742"/>
                    </a:cubicBezTo>
                    <a:cubicBezTo>
                      <a:pt x="1492" y="744"/>
                      <a:pt x="1494" y="745"/>
                      <a:pt x="1496" y="747"/>
                    </a:cubicBezTo>
                    <a:cubicBezTo>
                      <a:pt x="1497" y="747"/>
                      <a:pt x="1498" y="748"/>
                      <a:pt x="1498" y="749"/>
                    </a:cubicBezTo>
                    <a:cubicBezTo>
                      <a:pt x="1499" y="750"/>
                      <a:pt x="1499" y="751"/>
                      <a:pt x="1500" y="751"/>
                    </a:cubicBezTo>
                    <a:cubicBezTo>
                      <a:pt x="1500" y="753"/>
                      <a:pt x="1497" y="753"/>
                      <a:pt x="1496" y="753"/>
                    </a:cubicBezTo>
                    <a:cubicBezTo>
                      <a:pt x="1494" y="754"/>
                      <a:pt x="1491" y="754"/>
                      <a:pt x="1488" y="754"/>
                    </a:cubicBezTo>
                    <a:cubicBezTo>
                      <a:pt x="1486" y="755"/>
                      <a:pt x="1484" y="755"/>
                      <a:pt x="1483" y="756"/>
                    </a:cubicBezTo>
                    <a:cubicBezTo>
                      <a:pt x="1481" y="757"/>
                      <a:pt x="1479" y="758"/>
                      <a:pt x="1478" y="758"/>
                    </a:cubicBezTo>
                    <a:cubicBezTo>
                      <a:pt x="1476" y="759"/>
                      <a:pt x="1474" y="759"/>
                      <a:pt x="1472" y="759"/>
                    </a:cubicBezTo>
                    <a:cubicBezTo>
                      <a:pt x="1469" y="760"/>
                      <a:pt x="1465" y="762"/>
                      <a:pt x="1463" y="765"/>
                    </a:cubicBezTo>
                    <a:cubicBezTo>
                      <a:pt x="1462" y="766"/>
                      <a:pt x="1461" y="767"/>
                      <a:pt x="1460" y="769"/>
                    </a:cubicBezTo>
                    <a:cubicBezTo>
                      <a:pt x="1460" y="770"/>
                      <a:pt x="1461" y="772"/>
                      <a:pt x="1462" y="773"/>
                    </a:cubicBezTo>
                    <a:cubicBezTo>
                      <a:pt x="1464" y="774"/>
                      <a:pt x="1466" y="775"/>
                      <a:pt x="1468" y="776"/>
                    </a:cubicBezTo>
                    <a:cubicBezTo>
                      <a:pt x="1469" y="776"/>
                      <a:pt x="1471" y="776"/>
                      <a:pt x="1472" y="777"/>
                    </a:cubicBezTo>
                    <a:cubicBezTo>
                      <a:pt x="1472" y="778"/>
                      <a:pt x="1472" y="778"/>
                      <a:pt x="1472" y="778"/>
                    </a:cubicBezTo>
                    <a:cubicBezTo>
                      <a:pt x="1473" y="779"/>
                      <a:pt x="1473" y="780"/>
                      <a:pt x="1472" y="781"/>
                    </a:cubicBezTo>
                    <a:cubicBezTo>
                      <a:pt x="1471" y="782"/>
                      <a:pt x="1470" y="782"/>
                      <a:pt x="1468" y="782"/>
                    </a:cubicBezTo>
                    <a:cubicBezTo>
                      <a:pt x="1467" y="783"/>
                      <a:pt x="1466" y="783"/>
                      <a:pt x="1464" y="784"/>
                    </a:cubicBezTo>
                    <a:cubicBezTo>
                      <a:pt x="1463" y="784"/>
                      <a:pt x="1460" y="785"/>
                      <a:pt x="1459" y="787"/>
                    </a:cubicBezTo>
                    <a:cubicBezTo>
                      <a:pt x="1458" y="788"/>
                      <a:pt x="1461" y="789"/>
                      <a:pt x="1462" y="789"/>
                    </a:cubicBezTo>
                    <a:cubicBezTo>
                      <a:pt x="1464" y="789"/>
                      <a:pt x="1465" y="789"/>
                      <a:pt x="1467" y="788"/>
                    </a:cubicBezTo>
                    <a:cubicBezTo>
                      <a:pt x="1468" y="788"/>
                      <a:pt x="1470" y="787"/>
                      <a:pt x="1471" y="788"/>
                    </a:cubicBezTo>
                    <a:cubicBezTo>
                      <a:pt x="1472" y="788"/>
                      <a:pt x="1472" y="790"/>
                      <a:pt x="1472" y="791"/>
                    </a:cubicBezTo>
                    <a:cubicBezTo>
                      <a:pt x="1471" y="793"/>
                      <a:pt x="1470" y="792"/>
                      <a:pt x="1468" y="792"/>
                    </a:cubicBezTo>
                    <a:cubicBezTo>
                      <a:pt x="1465" y="793"/>
                      <a:pt x="1462" y="796"/>
                      <a:pt x="1461" y="798"/>
                    </a:cubicBezTo>
                    <a:cubicBezTo>
                      <a:pt x="1458" y="800"/>
                      <a:pt x="1457" y="803"/>
                      <a:pt x="1455" y="806"/>
                    </a:cubicBezTo>
                    <a:cubicBezTo>
                      <a:pt x="1454" y="807"/>
                      <a:pt x="1454" y="808"/>
                      <a:pt x="1453" y="810"/>
                    </a:cubicBezTo>
                    <a:cubicBezTo>
                      <a:pt x="1453" y="811"/>
                      <a:pt x="1452" y="812"/>
                      <a:pt x="1451" y="814"/>
                    </a:cubicBezTo>
                    <a:cubicBezTo>
                      <a:pt x="1449" y="815"/>
                      <a:pt x="1447" y="816"/>
                      <a:pt x="1446" y="817"/>
                    </a:cubicBezTo>
                    <a:cubicBezTo>
                      <a:pt x="1444" y="818"/>
                      <a:pt x="1443" y="820"/>
                      <a:pt x="1442" y="822"/>
                    </a:cubicBezTo>
                    <a:cubicBezTo>
                      <a:pt x="1442" y="824"/>
                      <a:pt x="1441" y="825"/>
                      <a:pt x="1440" y="827"/>
                    </a:cubicBezTo>
                    <a:cubicBezTo>
                      <a:pt x="1440" y="829"/>
                      <a:pt x="1439" y="831"/>
                      <a:pt x="1439" y="832"/>
                    </a:cubicBezTo>
                    <a:cubicBezTo>
                      <a:pt x="1444" y="833"/>
                      <a:pt x="1450" y="834"/>
                      <a:pt x="1453" y="831"/>
                    </a:cubicBezTo>
                    <a:cubicBezTo>
                      <a:pt x="1455" y="829"/>
                      <a:pt x="1456" y="827"/>
                      <a:pt x="1458" y="825"/>
                    </a:cubicBezTo>
                    <a:cubicBezTo>
                      <a:pt x="1459" y="824"/>
                      <a:pt x="1461" y="823"/>
                      <a:pt x="1462" y="821"/>
                    </a:cubicBezTo>
                    <a:cubicBezTo>
                      <a:pt x="1463" y="820"/>
                      <a:pt x="1462" y="818"/>
                      <a:pt x="1462" y="817"/>
                    </a:cubicBezTo>
                    <a:cubicBezTo>
                      <a:pt x="1463" y="815"/>
                      <a:pt x="1466" y="815"/>
                      <a:pt x="1468" y="814"/>
                    </a:cubicBezTo>
                    <a:cubicBezTo>
                      <a:pt x="1470" y="813"/>
                      <a:pt x="1470" y="812"/>
                      <a:pt x="1470" y="809"/>
                    </a:cubicBezTo>
                    <a:cubicBezTo>
                      <a:pt x="1470" y="807"/>
                      <a:pt x="1471" y="806"/>
                      <a:pt x="1473" y="805"/>
                    </a:cubicBezTo>
                    <a:cubicBezTo>
                      <a:pt x="1477" y="804"/>
                      <a:pt x="1481" y="803"/>
                      <a:pt x="1484" y="800"/>
                    </a:cubicBezTo>
                    <a:cubicBezTo>
                      <a:pt x="1485" y="799"/>
                      <a:pt x="1485" y="797"/>
                      <a:pt x="1486" y="796"/>
                    </a:cubicBezTo>
                    <a:cubicBezTo>
                      <a:pt x="1486" y="794"/>
                      <a:pt x="1487" y="793"/>
                      <a:pt x="1488" y="792"/>
                    </a:cubicBezTo>
                    <a:cubicBezTo>
                      <a:pt x="1490" y="790"/>
                      <a:pt x="1490" y="788"/>
                      <a:pt x="1491" y="786"/>
                    </a:cubicBezTo>
                    <a:cubicBezTo>
                      <a:pt x="1492" y="785"/>
                      <a:pt x="1493" y="782"/>
                      <a:pt x="1495" y="782"/>
                    </a:cubicBezTo>
                    <a:cubicBezTo>
                      <a:pt x="1496" y="782"/>
                      <a:pt x="1498" y="784"/>
                      <a:pt x="1499" y="785"/>
                    </a:cubicBezTo>
                    <a:cubicBezTo>
                      <a:pt x="1500" y="788"/>
                      <a:pt x="1499" y="791"/>
                      <a:pt x="1498" y="794"/>
                    </a:cubicBezTo>
                    <a:cubicBezTo>
                      <a:pt x="1496" y="797"/>
                      <a:pt x="1493" y="801"/>
                      <a:pt x="1490" y="804"/>
                    </a:cubicBezTo>
                    <a:cubicBezTo>
                      <a:pt x="1487" y="808"/>
                      <a:pt x="1483" y="812"/>
                      <a:pt x="1479" y="815"/>
                    </a:cubicBezTo>
                    <a:cubicBezTo>
                      <a:pt x="1478" y="816"/>
                      <a:pt x="1475" y="817"/>
                      <a:pt x="1476" y="819"/>
                    </a:cubicBezTo>
                    <a:cubicBezTo>
                      <a:pt x="1476" y="821"/>
                      <a:pt x="1479" y="822"/>
                      <a:pt x="1481" y="823"/>
                    </a:cubicBezTo>
                    <a:cubicBezTo>
                      <a:pt x="1484" y="823"/>
                      <a:pt x="1486" y="823"/>
                      <a:pt x="1489" y="822"/>
                    </a:cubicBezTo>
                    <a:cubicBezTo>
                      <a:pt x="1491" y="822"/>
                      <a:pt x="1493" y="822"/>
                      <a:pt x="1494" y="824"/>
                    </a:cubicBezTo>
                    <a:cubicBezTo>
                      <a:pt x="1497" y="827"/>
                      <a:pt x="1496" y="833"/>
                      <a:pt x="1502" y="834"/>
                    </a:cubicBezTo>
                    <a:cubicBezTo>
                      <a:pt x="1507" y="835"/>
                      <a:pt x="1504" y="827"/>
                      <a:pt x="1507" y="824"/>
                    </a:cubicBezTo>
                    <a:cubicBezTo>
                      <a:pt x="1508" y="823"/>
                      <a:pt x="1509" y="823"/>
                      <a:pt x="1511" y="822"/>
                    </a:cubicBezTo>
                    <a:cubicBezTo>
                      <a:pt x="1512" y="821"/>
                      <a:pt x="1512" y="819"/>
                      <a:pt x="1513" y="817"/>
                    </a:cubicBezTo>
                    <a:cubicBezTo>
                      <a:pt x="1513" y="813"/>
                      <a:pt x="1512" y="806"/>
                      <a:pt x="1516" y="805"/>
                    </a:cubicBezTo>
                    <a:cubicBezTo>
                      <a:pt x="1518" y="804"/>
                      <a:pt x="1520" y="804"/>
                      <a:pt x="1522" y="802"/>
                    </a:cubicBezTo>
                    <a:cubicBezTo>
                      <a:pt x="1523" y="801"/>
                      <a:pt x="1524" y="800"/>
                      <a:pt x="1525" y="798"/>
                    </a:cubicBezTo>
                    <a:cubicBezTo>
                      <a:pt x="1525" y="796"/>
                      <a:pt x="1525" y="794"/>
                      <a:pt x="1526" y="792"/>
                    </a:cubicBezTo>
                    <a:cubicBezTo>
                      <a:pt x="1527" y="790"/>
                      <a:pt x="1529" y="793"/>
                      <a:pt x="1529" y="794"/>
                    </a:cubicBezTo>
                    <a:cubicBezTo>
                      <a:pt x="1530" y="798"/>
                      <a:pt x="1530" y="802"/>
                      <a:pt x="1530" y="805"/>
                    </a:cubicBezTo>
                    <a:cubicBezTo>
                      <a:pt x="1530" y="808"/>
                      <a:pt x="1530" y="810"/>
                      <a:pt x="1532" y="812"/>
                    </a:cubicBezTo>
                    <a:cubicBezTo>
                      <a:pt x="1534" y="813"/>
                      <a:pt x="1535" y="813"/>
                      <a:pt x="1537" y="812"/>
                    </a:cubicBezTo>
                    <a:cubicBezTo>
                      <a:pt x="1538" y="810"/>
                      <a:pt x="1539" y="808"/>
                      <a:pt x="1540" y="806"/>
                    </a:cubicBezTo>
                    <a:cubicBezTo>
                      <a:pt x="1543" y="804"/>
                      <a:pt x="1545" y="802"/>
                      <a:pt x="1546" y="798"/>
                    </a:cubicBezTo>
                    <a:cubicBezTo>
                      <a:pt x="1546" y="798"/>
                      <a:pt x="1546" y="797"/>
                      <a:pt x="1546" y="796"/>
                    </a:cubicBezTo>
                    <a:cubicBezTo>
                      <a:pt x="1547" y="795"/>
                      <a:pt x="1547" y="794"/>
                      <a:pt x="1547" y="793"/>
                    </a:cubicBezTo>
                    <a:cubicBezTo>
                      <a:pt x="1547" y="792"/>
                      <a:pt x="1548" y="792"/>
                      <a:pt x="1548" y="791"/>
                    </a:cubicBezTo>
                    <a:cubicBezTo>
                      <a:pt x="1550" y="787"/>
                      <a:pt x="1551" y="783"/>
                      <a:pt x="1551" y="780"/>
                    </a:cubicBezTo>
                    <a:cubicBezTo>
                      <a:pt x="1551" y="778"/>
                      <a:pt x="1551" y="777"/>
                      <a:pt x="1551" y="775"/>
                    </a:cubicBezTo>
                    <a:cubicBezTo>
                      <a:pt x="1551" y="774"/>
                      <a:pt x="1551" y="771"/>
                      <a:pt x="1552" y="771"/>
                    </a:cubicBezTo>
                    <a:cubicBezTo>
                      <a:pt x="1554" y="770"/>
                      <a:pt x="1555" y="771"/>
                      <a:pt x="1556" y="772"/>
                    </a:cubicBezTo>
                    <a:cubicBezTo>
                      <a:pt x="1557" y="773"/>
                      <a:pt x="1558" y="773"/>
                      <a:pt x="1560" y="772"/>
                    </a:cubicBezTo>
                    <a:cubicBezTo>
                      <a:pt x="1561" y="772"/>
                      <a:pt x="1563" y="771"/>
                      <a:pt x="1564" y="770"/>
                    </a:cubicBezTo>
                    <a:cubicBezTo>
                      <a:pt x="1566" y="768"/>
                      <a:pt x="1569" y="768"/>
                      <a:pt x="1572" y="767"/>
                    </a:cubicBezTo>
                    <a:cubicBezTo>
                      <a:pt x="1573" y="766"/>
                      <a:pt x="1575" y="766"/>
                      <a:pt x="1576" y="766"/>
                    </a:cubicBezTo>
                    <a:cubicBezTo>
                      <a:pt x="1579" y="766"/>
                      <a:pt x="1582" y="766"/>
                      <a:pt x="1584" y="766"/>
                    </a:cubicBezTo>
                    <a:cubicBezTo>
                      <a:pt x="1585" y="767"/>
                      <a:pt x="1585" y="767"/>
                      <a:pt x="1586" y="767"/>
                    </a:cubicBezTo>
                    <a:cubicBezTo>
                      <a:pt x="1587" y="767"/>
                      <a:pt x="1588" y="767"/>
                      <a:pt x="1589" y="768"/>
                    </a:cubicBezTo>
                    <a:cubicBezTo>
                      <a:pt x="1589" y="769"/>
                      <a:pt x="1590" y="770"/>
                      <a:pt x="1591" y="770"/>
                    </a:cubicBezTo>
                    <a:cubicBezTo>
                      <a:pt x="1591" y="771"/>
                      <a:pt x="1592" y="772"/>
                      <a:pt x="1593" y="773"/>
                    </a:cubicBezTo>
                    <a:cubicBezTo>
                      <a:pt x="1594" y="775"/>
                      <a:pt x="1594" y="778"/>
                      <a:pt x="1594" y="780"/>
                    </a:cubicBezTo>
                    <a:cubicBezTo>
                      <a:pt x="1594" y="782"/>
                      <a:pt x="1595" y="785"/>
                      <a:pt x="1594" y="787"/>
                    </a:cubicBezTo>
                    <a:cubicBezTo>
                      <a:pt x="1592" y="789"/>
                      <a:pt x="1591" y="787"/>
                      <a:pt x="1590" y="786"/>
                    </a:cubicBezTo>
                    <a:cubicBezTo>
                      <a:pt x="1589" y="784"/>
                      <a:pt x="1589" y="781"/>
                      <a:pt x="1588" y="779"/>
                    </a:cubicBezTo>
                    <a:cubicBezTo>
                      <a:pt x="1588" y="777"/>
                      <a:pt x="1588" y="775"/>
                      <a:pt x="1587" y="774"/>
                    </a:cubicBezTo>
                    <a:cubicBezTo>
                      <a:pt x="1585" y="773"/>
                      <a:pt x="1583" y="772"/>
                      <a:pt x="1581" y="771"/>
                    </a:cubicBezTo>
                    <a:cubicBezTo>
                      <a:pt x="1579" y="771"/>
                      <a:pt x="1577" y="770"/>
                      <a:pt x="1576" y="770"/>
                    </a:cubicBezTo>
                    <a:cubicBezTo>
                      <a:pt x="1572" y="769"/>
                      <a:pt x="1569" y="771"/>
                      <a:pt x="1566" y="773"/>
                    </a:cubicBezTo>
                    <a:cubicBezTo>
                      <a:pt x="1562" y="776"/>
                      <a:pt x="1560" y="780"/>
                      <a:pt x="1558" y="784"/>
                    </a:cubicBezTo>
                    <a:cubicBezTo>
                      <a:pt x="1558" y="786"/>
                      <a:pt x="1556" y="788"/>
                      <a:pt x="1556" y="789"/>
                    </a:cubicBezTo>
                    <a:cubicBezTo>
                      <a:pt x="1556" y="791"/>
                      <a:pt x="1557" y="792"/>
                      <a:pt x="1558" y="793"/>
                    </a:cubicBezTo>
                    <a:cubicBezTo>
                      <a:pt x="1559" y="793"/>
                      <a:pt x="1562" y="794"/>
                      <a:pt x="1562" y="795"/>
                    </a:cubicBezTo>
                    <a:cubicBezTo>
                      <a:pt x="1563" y="796"/>
                      <a:pt x="1562" y="796"/>
                      <a:pt x="1561" y="796"/>
                    </a:cubicBezTo>
                    <a:cubicBezTo>
                      <a:pt x="1558" y="797"/>
                      <a:pt x="1552" y="795"/>
                      <a:pt x="1552" y="800"/>
                    </a:cubicBezTo>
                    <a:cubicBezTo>
                      <a:pt x="1552" y="803"/>
                      <a:pt x="1553" y="809"/>
                      <a:pt x="1556" y="810"/>
                    </a:cubicBezTo>
                    <a:cubicBezTo>
                      <a:pt x="1558" y="812"/>
                      <a:pt x="1563" y="812"/>
                      <a:pt x="1565" y="810"/>
                    </a:cubicBezTo>
                    <a:cubicBezTo>
                      <a:pt x="1568" y="807"/>
                      <a:pt x="1569" y="801"/>
                      <a:pt x="1573" y="800"/>
                    </a:cubicBezTo>
                    <a:cubicBezTo>
                      <a:pt x="1578" y="798"/>
                      <a:pt x="1582" y="801"/>
                      <a:pt x="1586" y="798"/>
                    </a:cubicBezTo>
                    <a:cubicBezTo>
                      <a:pt x="1588" y="797"/>
                      <a:pt x="1589" y="795"/>
                      <a:pt x="1590" y="793"/>
                    </a:cubicBezTo>
                    <a:cubicBezTo>
                      <a:pt x="1591" y="792"/>
                      <a:pt x="1592" y="791"/>
                      <a:pt x="1594" y="792"/>
                    </a:cubicBezTo>
                    <a:cubicBezTo>
                      <a:pt x="1596" y="794"/>
                      <a:pt x="1598" y="798"/>
                      <a:pt x="1602" y="797"/>
                    </a:cubicBezTo>
                    <a:cubicBezTo>
                      <a:pt x="1604" y="797"/>
                      <a:pt x="1605" y="796"/>
                      <a:pt x="1607" y="795"/>
                    </a:cubicBezTo>
                    <a:cubicBezTo>
                      <a:pt x="1610" y="794"/>
                      <a:pt x="1613" y="794"/>
                      <a:pt x="1616" y="794"/>
                    </a:cubicBezTo>
                    <a:cubicBezTo>
                      <a:pt x="1619" y="793"/>
                      <a:pt x="1623" y="794"/>
                      <a:pt x="1626" y="794"/>
                    </a:cubicBezTo>
                    <a:cubicBezTo>
                      <a:pt x="1629" y="794"/>
                      <a:pt x="1632" y="794"/>
                      <a:pt x="1635" y="792"/>
                    </a:cubicBezTo>
                    <a:cubicBezTo>
                      <a:pt x="1640" y="790"/>
                      <a:pt x="1640" y="784"/>
                      <a:pt x="1643" y="780"/>
                    </a:cubicBezTo>
                    <a:cubicBezTo>
                      <a:pt x="1645" y="776"/>
                      <a:pt x="1650" y="780"/>
                      <a:pt x="1652" y="782"/>
                    </a:cubicBezTo>
                    <a:cubicBezTo>
                      <a:pt x="1653" y="783"/>
                      <a:pt x="1655" y="785"/>
                      <a:pt x="1654" y="786"/>
                    </a:cubicBezTo>
                    <a:cubicBezTo>
                      <a:pt x="1653" y="787"/>
                      <a:pt x="1650" y="788"/>
                      <a:pt x="1649" y="788"/>
                    </a:cubicBezTo>
                    <a:cubicBezTo>
                      <a:pt x="1648" y="789"/>
                      <a:pt x="1646" y="791"/>
                      <a:pt x="1647" y="793"/>
                    </a:cubicBezTo>
                    <a:cubicBezTo>
                      <a:pt x="1648" y="794"/>
                      <a:pt x="1651" y="795"/>
                      <a:pt x="1653" y="795"/>
                    </a:cubicBezTo>
                    <a:cubicBezTo>
                      <a:pt x="1655" y="795"/>
                      <a:pt x="1657" y="794"/>
                      <a:pt x="1658" y="794"/>
                    </a:cubicBezTo>
                    <a:cubicBezTo>
                      <a:pt x="1660" y="793"/>
                      <a:pt x="1661" y="793"/>
                      <a:pt x="1662" y="793"/>
                    </a:cubicBezTo>
                    <a:cubicBezTo>
                      <a:pt x="1665" y="793"/>
                      <a:pt x="1669" y="793"/>
                      <a:pt x="1672" y="791"/>
                    </a:cubicBezTo>
                    <a:cubicBezTo>
                      <a:pt x="1676" y="790"/>
                      <a:pt x="1677" y="786"/>
                      <a:pt x="1679" y="783"/>
                    </a:cubicBezTo>
                    <a:cubicBezTo>
                      <a:pt x="1682" y="780"/>
                      <a:pt x="1686" y="779"/>
                      <a:pt x="1689" y="776"/>
                    </a:cubicBezTo>
                    <a:cubicBezTo>
                      <a:pt x="1691" y="775"/>
                      <a:pt x="1693" y="774"/>
                      <a:pt x="1694" y="772"/>
                    </a:cubicBezTo>
                    <a:cubicBezTo>
                      <a:pt x="1696" y="771"/>
                      <a:pt x="1697" y="769"/>
                      <a:pt x="1699" y="769"/>
                    </a:cubicBezTo>
                    <a:cubicBezTo>
                      <a:pt x="1704" y="768"/>
                      <a:pt x="1700" y="778"/>
                      <a:pt x="1699" y="780"/>
                    </a:cubicBezTo>
                    <a:cubicBezTo>
                      <a:pt x="1698" y="783"/>
                      <a:pt x="1697" y="785"/>
                      <a:pt x="1696" y="788"/>
                    </a:cubicBezTo>
                    <a:cubicBezTo>
                      <a:pt x="1695" y="790"/>
                      <a:pt x="1695" y="791"/>
                      <a:pt x="1697" y="792"/>
                    </a:cubicBezTo>
                    <a:cubicBezTo>
                      <a:pt x="1699" y="793"/>
                      <a:pt x="1702" y="794"/>
                      <a:pt x="1705" y="794"/>
                    </a:cubicBezTo>
                    <a:cubicBezTo>
                      <a:pt x="1708" y="795"/>
                      <a:pt x="1710" y="795"/>
                      <a:pt x="1713" y="795"/>
                    </a:cubicBezTo>
                    <a:cubicBezTo>
                      <a:pt x="1717" y="796"/>
                      <a:pt x="1722" y="798"/>
                      <a:pt x="1725" y="801"/>
                    </a:cubicBezTo>
                    <a:cubicBezTo>
                      <a:pt x="1726" y="801"/>
                      <a:pt x="1733" y="807"/>
                      <a:pt x="1729" y="807"/>
                    </a:cubicBezTo>
                    <a:cubicBezTo>
                      <a:pt x="1725" y="807"/>
                      <a:pt x="1721" y="803"/>
                      <a:pt x="1718" y="801"/>
                    </a:cubicBezTo>
                    <a:cubicBezTo>
                      <a:pt x="1711" y="797"/>
                      <a:pt x="1702" y="796"/>
                      <a:pt x="1694" y="796"/>
                    </a:cubicBezTo>
                    <a:cubicBezTo>
                      <a:pt x="1692" y="796"/>
                      <a:pt x="1685" y="795"/>
                      <a:pt x="1686" y="798"/>
                    </a:cubicBezTo>
                    <a:cubicBezTo>
                      <a:pt x="1687" y="801"/>
                      <a:pt x="1689" y="803"/>
                      <a:pt x="1691" y="805"/>
                    </a:cubicBezTo>
                    <a:cubicBezTo>
                      <a:pt x="1693" y="807"/>
                      <a:pt x="1695" y="809"/>
                      <a:pt x="1696" y="812"/>
                    </a:cubicBezTo>
                    <a:cubicBezTo>
                      <a:pt x="1697" y="814"/>
                      <a:pt x="1695" y="814"/>
                      <a:pt x="1694" y="813"/>
                    </a:cubicBezTo>
                    <a:cubicBezTo>
                      <a:pt x="1691" y="812"/>
                      <a:pt x="1689" y="810"/>
                      <a:pt x="1686" y="808"/>
                    </a:cubicBezTo>
                    <a:cubicBezTo>
                      <a:pt x="1685" y="807"/>
                      <a:pt x="1683" y="805"/>
                      <a:pt x="1681" y="804"/>
                    </a:cubicBezTo>
                    <a:cubicBezTo>
                      <a:pt x="1680" y="804"/>
                      <a:pt x="1679" y="805"/>
                      <a:pt x="1679" y="805"/>
                    </a:cubicBezTo>
                    <a:cubicBezTo>
                      <a:pt x="1676" y="807"/>
                      <a:pt x="1672" y="809"/>
                      <a:pt x="1670" y="813"/>
                    </a:cubicBezTo>
                    <a:cubicBezTo>
                      <a:pt x="1669" y="818"/>
                      <a:pt x="1673" y="825"/>
                      <a:pt x="1676" y="829"/>
                    </a:cubicBezTo>
                    <a:cubicBezTo>
                      <a:pt x="1680" y="837"/>
                      <a:pt x="1684" y="846"/>
                      <a:pt x="1683" y="855"/>
                    </a:cubicBezTo>
                    <a:cubicBezTo>
                      <a:pt x="1682" y="857"/>
                      <a:pt x="1681" y="859"/>
                      <a:pt x="1681" y="861"/>
                    </a:cubicBezTo>
                    <a:cubicBezTo>
                      <a:pt x="1678" y="855"/>
                      <a:pt x="1680" y="847"/>
                      <a:pt x="1676" y="841"/>
                    </a:cubicBezTo>
                    <a:cubicBezTo>
                      <a:pt x="1674" y="839"/>
                      <a:pt x="1672" y="837"/>
                      <a:pt x="1671" y="835"/>
                    </a:cubicBezTo>
                    <a:cubicBezTo>
                      <a:pt x="1669" y="832"/>
                      <a:pt x="1669" y="829"/>
                      <a:pt x="1668" y="826"/>
                    </a:cubicBezTo>
                    <a:cubicBezTo>
                      <a:pt x="1668" y="822"/>
                      <a:pt x="1667" y="815"/>
                      <a:pt x="1663" y="814"/>
                    </a:cubicBezTo>
                    <a:cubicBezTo>
                      <a:pt x="1658" y="812"/>
                      <a:pt x="1654" y="812"/>
                      <a:pt x="1649" y="814"/>
                    </a:cubicBezTo>
                    <a:cubicBezTo>
                      <a:pt x="1647" y="815"/>
                      <a:pt x="1645" y="817"/>
                      <a:pt x="1642" y="819"/>
                    </a:cubicBezTo>
                    <a:cubicBezTo>
                      <a:pt x="1641" y="821"/>
                      <a:pt x="1639" y="822"/>
                      <a:pt x="1636" y="823"/>
                    </a:cubicBezTo>
                    <a:cubicBezTo>
                      <a:pt x="1634" y="824"/>
                      <a:pt x="1633" y="825"/>
                      <a:pt x="1631" y="826"/>
                    </a:cubicBezTo>
                    <a:cubicBezTo>
                      <a:pt x="1628" y="824"/>
                      <a:pt x="1629" y="821"/>
                      <a:pt x="1629" y="818"/>
                    </a:cubicBezTo>
                    <a:cubicBezTo>
                      <a:pt x="1628" y="814"/>
                      <a:pt x="1626" y="812"/>
                      <a:pt x="1623" y="810"/>
                    </a:cubicBezTo>
                    <a:cubicBezTo>
                      <a:pt x="1619" y="809"/>
                      <a:pt x="1616" y="807"/>
                      <a:pt x="1612" y="807"/>
                    </a:cubicBezTo>
                    <a:cubicBezTo>
                      <a:pt x="1606" y="806"/>
                      <a:pt x="1600" y="807"/>
                      <a:pt x="1595" y="809"/>
                    </a:cubicBezTo>
                    <a:cubicBezTo>
                      <a:pt x="1590" y="810"/>
                      <a:pt x="1587" y="811"/>
                      <a:pt x="1583" y="813"/>
                    </a:cubicBezTo>
                    <a:cubicBezTo>
                      <a:pt x="1580" y="814"/>
                      <a:pt x="1577" y="816"/>
                      <a:pt x="1575" y="818"/>
                    </a:cubicBezTo>
                    <a:cubicBezTo>
                      <a:pt x="1574" y="821"/>
                      <a:pt x="1572" y="824"/>
                      <a:pt x="1574" y="827"/>
                    </a:cubicBezTo>
                    <a:cubicBezTo>
                      <a:pt x="1576" y="831"/>
                      <a:pt x="1583" y="833"/>
                      <a:pt x="1587" y="834"/>
                    </a:cubicBezTo>
                    <a:cubicBezTo>
                      <a:pt x="1591" y="836"/>
                      <a:pt x="1596" y="837"/>
                      <a:pt x="1600" y="839"/>
                    </a:cubicBezTo>
                    <a:cubicBezTo>
                      <a:pt x="1603" y="840"/>
                      <a:pt x="1606" y="842"/>
                      <a:pt x="1607" y="845"/>
                    </a:cubicBezTo>
                    <a:cubicBezTo>
                      <a:pt x="1609" y="849"/>
                      <a:pt x="1609" y="853"/>
                      <a:pt x="1610" y="857"/>
                    </a:cubicBezTo>
                    <a:cubicBezTo>
                      <a:pt x="1610" y="860"/>
                      <a:pt x="1612" y="863"/>
                      <a:pt x="1615" y="866"/>
                    </a:cubicBezTo>
                    <a:cubicBezTo>
                      <a:pt x="1617" y="868"/>
                      <a:pt x="1620" y="869"/>
                      <a:pt x="1622" y="870"/>
                    </a:cubicBezTo>
                    <a:cubicBezTo>
                      <a:pt x="1623" y="871"/>
                      <a:pt x="1627" y="873"/>
                      <a:pt x="1626" y="875"/>
                    </a:cubicBezTo>
                    <a:cubicBezTo>
                      <a:pt x="1624" y="877"/>
                      <a:pt x="1619" y="872"/>
                      <a:pt x="1618" y="871"/>
                    </a:cubicBezTo>
                    <a:cubicBezTo>
                      <a:pt x="1616" y="870"/>
                      <a:pt x="1615" y="868"/>
                      <a:pt x="1613" y="867"/>
                    </a:cubicBezTo>
                    <a:cubicBezTo>
                      <a:pt x="1612" y="867"/>
                      <a:pt x="1610" y="866"/>
                      <a:pt x="1609" y="866"/>
                    </a:cubicBezTo>
                    <a:cubicBezTo>
                      <a:pt x="1605" y="864"/>
                      <a:pt x="1603" y="860"/>
                      <a:pt x="1602" y="856"/>
                    </a:cubicBezTo>
                    <a:cubicBezTo>
                      <a:pt x="1602" y="853"/>
                      <a:pt x="1603" y="850"/>
                      <a:pt x="1601" y="848"/>
                    </a:cubicBezTo>
                    <a:cubicBezTo>
                      <a:pt x="1599" y="844"/>
                      <a:pt x="1594" y="841"/>
                      <a:pt x="1591" y="839"/>
                    </a:cubicBezTo>
                    <a:cubicBezTo>
                      <a:pt x="1587" y="837"/>
                      <a:pt x="1584" y="836"/>
                      <a:pt x="1581" y="835"/>
                    </a:cubicBezTo>
                    <a:cubicBezTo>
                      <a:pt x="1578" y="834"/>
                      <a:pt x="1575" y="833"/>
                      <a:pt x="1573" y="832"/>
                    </a:cubicBezTo>
                    <a:cubicBezTo>
                      <a:pt x="1570" y="832"/>
                      <a:pt x="1568" y="830"/>
                      <a:pt x="1566" y="830"/>
                    </a:cubicBezTo>
                    <a:cubicBezTo>
                      <a:pt x="1561" y="829"/>
                      <a:pt x="1557" y="833"/>
                      <a:pt x="1557" y="837"/>
                    </a:cubicBezTo>
                    <a:cubicBezTo>
                      <a:pt x="1556" y="845"/>
                      <a:pt x="1567" y="847"/>
                      <a:pt x="1573" y="848"/>
                    </a:cubicBezTo>
                    <a:cubicBezTo>
                      <a:pt x="1575" y="848"/>
                      <a:pt x="1580" y="849"/>
                      <a:pt x="1576" y="851"/>
                    </a:cubicBezTo>
                    <a:cubicBezTo>
                      <a:pt x="1573" y="853"/>
                      <a:pt x="1569" y="853"/>
                      <a:pt x="1566" y="853"/>
                    </a:cubicBezTo>
                    <a:cubicBezTo>
                      <a:pt x="1563" y="853"/>
                      <a:pt x="1561" y="854"/>
                      <a:pt x="1561" y="857"/>
                    </a:cubicBezTo>
                    <a:cubicBezTo>
                      <a:pt x="1561" y="861"/>
                      <a:pt x="1568" y="862"/>
                      <a:pt x="1571" y="862"/>
                    </a:cubicBezTo>
                    <a:cubicBezTo>
                      <a:pt x="1575" y="862"/>
                      <a:pt x="1579" y="862"/>
                      <a:pt x="1583" y="859"/>
                    </a:cubicBezTo>
                    <a:cubicBezTo>
                      <a:pt x="1585" y="858"/>
                      <a:pt x="1589" y="853"/>
                      <a:pt x="1592" y="855"/>
                    </a:cubicBezTo>
                    <a:cubicBezTo>
                      <a:pt x="1593" y="855"/>
                      <a:pt x="1593" y="856"/>
                      <a:pt x="1593" y="857"/>
                    </a:cubicBezTo>
                    <a:cubicBezTo>
                      <a:pt x="1593" y="858"/>
                      <a:pt x="1594" y="860"/>
                      <a:pt x="1594" y="861"/>
                    </a:cubicBezTo>
                    <a:cubicBezTo>
                      <a:pt x="1595" y="862"/>
                      <a:pt x="1599" y="865"/>
                      <a:pt x="1597" y="866"/>
                    </a:cubicBezTo>
                    <a:cubicBezTo>
                      <a:pt x="1595" y="866"/>
                      <a:pt x="1591" y="863"/>
                      <a:pt x="1589" y="866"/>
                    </a:cubicBezTo>
                    <a:cubicBezTo>
                      <a:pt x="1588" y="867"/>
                      <a:pt x="1589" y="871"/>
                      <a:pt x="1586" y="870"/>
                    </a:cubicBezTo>
                    <a:cubicBezTo>
                      <a:pt x="1584" y="870"/>
                      <a:pt x="1582" y="869"/>
                      <a:pt x="1581" y="872"/>
                    </a:cubicBezTo>
                    <a:cubicBezTo>
                      <a:pt x="1581" y="873"/>
                      <a:pt x="1581" y="875"/>
                      <a:pt x="1581" y="875"/>
                    </a:cubicBezTo>
                    <a:cubicBezTo>
                      <a:pt x="1580" y="875"/>
                      <a:pt x="1579" y="874"/>
                      <a:pt x="1579" y="874"/>
                    </a:cubicBezTo>
                    <a:cubicBezTo>
                      <a:pt x="1577" y="873"/>
                      <a:pt x="1575" y="872"/>
                      <a:pt x="1573" y="874"/>
                    </a:cubicBezTo>
                    <a:cubicBezTo>
                      <a:pt x="1572" y="876"/>
                      <a:pt x="1570" y="878"/>
                      <a:pt x="1570" y="880"/>
                    </a:cubicBezTo>
                    <a:cubicBezTo>
                      <a:pt x="1569" y="883"/>
                      <a:pt x="1573" y="886"/>
                      <a:pt x="1575" y="888"/>
                    </a:cubicBezTo>
                    <a:cubicBezTo>
                      <a:pt x="1575" y="889"/>
                      <a:pt x="1576" y="890"/>
                      <a:pt x="1576" y="890"/>
                    </a:cubicBezTo>
                    <a:cubicBezTo>
                      <a:pt x="1578" y="891"/>
                      <a:pt x="1581" y="889"/>
                      <a:pt x="1583" y="888"/>
                    </a:cubicBezTo>
                    <a:cubicBezTo>
                      <a:pt x="1585" y="886"/>
                      <a:pt x="1587" y="885"/>
                      <a:pt x="1589" y="884"/>
                    </a:cubicBezTo>
                    <a:cubicBezTo>
                      <a:pt x="1592" y="883"/>
                      <a:pt x="1594" y="881"/>
                      <a:pt x="1597" y="884"/>
                    </a:cubicBezTo>
                    <a:cubicBezTo>
                      <a:pt x="1599" y="887"/>
                      <a:pt x="1602" y="888"/>
                      <a:pt x="1606" y="889"/>
                    </a:cubicBezTo>
                    <a:cubicBezTo>
                      <a:pt x="1609" y="890"/>
                      <a:pt x="1614" y="891"/>
                      <a:pt x="1615" y="895"/>
                    </a:cubicBezTo>
                    <a:cubicBezTo>
                      <a:pt x="1616" y="900"/>
                      <a:pt x="1609" y="898"/>
                      <a:pt x="1607" y="897"/>
                    </a:cubicBezTo>
                    <a:cubicBezTo>
                      <a:pt x="1603" y="896"/>
                      <a:pt x="1600" y="894"/>
                      <a:pt x="1597" y="891"/>
                    </a:cubicBezTo>
                    <a:cubicBezTo>
                      <a:pt x="1596" y="890"/>
                      <a:pt x="1595" y="889"/>
                      <a:pt x="1594" y="888"/>
                    </a:cubicBezTo>
                    <a:cubicBezTo>
                      <a:pt x="1593" y="888"/>
                      <a:pt x="1592" y="888"/>
                      <a:pt x="1591" y="888"/>
                    </a:cubicBezTo>
                    <a:cubicBezTo>
                      <a:pt x="1588" y="888"/>
                      <a:pt x="1584" y="889"/>
                      <a:pt x="1584" y="892"/>
                    </a:cubicBezTo>
                    <a:cubicBezTo>
                      <a:pt x="1585" y="894"/>
                      <a:pt x="1586" y="896"/>
                      <a:pt x="1584" y="897"/>
                    </a:cubicBezTo>
                    <a:cubicBezTo>
                      <a:pt x="1582" y="899"/>
                      <a:pt x="1581" y="901"/>
                      <a:pt x="1580" y="903"/>
                    </a:cubicBezTo>
                    <a:cubicBezTo>
                      <a:pt x="1580" y="906"/>
                      <a:pt x="1582" y="907"/>
                      <a:pt x="1584" y="908"/>
                    </a:cubicBezTo>
                    <a:cubicBezTo>
                      <a:pt x="1587" y="909"/>
                      <a:pt x="1592" y="908"/>
                      <a:pt x="1593" y="911"/>
                    </a:cubicBezTo>
                    <a:cubicBezTo>
                      <a:pt x="1594" y="912"/>
                      <a:pt x="1593" y="914"/>
                      <a:pt x="1594" y="915"/>
                    </a:cubicBezTo>
                    <a:cubicBezTo>
                      <a:pt x="1594" y="917"/>
                      <a:pt x="1594" y="918"/>
                      <a:pt x="1593" y="919"/>
                    </a:cubicBezTo>
                    <a:cubicBezTo>
                      <a:pt x="1593" y="920"/>
                      <a:pt x="1592" y="922"/>
                      <a:pt x="1591" y="921"/>
                    </a:cubicBezTo>
                    <a:cubicBezTo>
                      <a:pt x="1590" y="921"/>
                      <a:pt x="1590" y="919"/>
                      <a:pt x="1589" y="918"/>
                    </a:cubicBezTo>
                    <a:cubicBezTo>
                      <a:pt x="1588" y="914"/>
                      <a:pt x="1587" y="913"/>
                      <a:pt x="1583" y="911"/>
                    </a:cubicBezTo>
                    <a:cubicBezTo>
                      <a:pt x="1581" y="910"/>
                      <a:pt x="1578" y="910"/>
                      <a:pt x="1576" y="912"/>
                    </a:cubicBezTo>
                    <a:cubicBezTo>
                      <a:pt x="1574" y="915"/>
                      <a:pt x="1577" y="918"/>
                      <a:pt x="1578" y="920"/>
                    </a:cubicBezTo>
                    <a:cubicBezTo>
                      <a:pt x="1581" y="924"/>
                      <a:pt x="1584" y="926"/>
                      <a:pt x="1587" y="930"/>
                    </a:cubicBezTo>
                    <a:cubicBezTo>
                      <a:pt x="1587" y="931"/>
                      <a:pt x="1588" y="932"/>
                      <a:pt x="1588" y="933"/>
                    </a:cubicBezTo>
                    <a:cubicBezTo>
                      <a:pt x="1581" y="931"/>
                      <a:pt x="1579" y="925"/>
                      <a:pt x="1576" y="919"/>
                    </a:cubicBezTo>
                    <a:cubicBezTo>
                      <a:pt x="1574" y="916"/>
                      <a:pt x="1572" y="910"/>
                      <a:pt x="1568" y="909"/>
                    </a:cubicBezTo>
                    <a:cubicBezTo>
                      <a:pt x="1564" y="907"/>
                      <a:pt x="1562" y="914"/>
                      <a:pt x="1565" y="916"/>
                    </a:cubicBezTo>
                    <a:cubicBezTo>
                      <a:pt x="1567" y="918"/>
                      <a:pt x="1569" y="919"/>
                      <a:pt x="1570" y="921"/>
                    </a:cubicBezTo>
                    <a:cubicBezTo>
                      <a:pt x="1571" y="924"/>
                      <a:pt x="1571" y="928"/>
                      <a:pt x="1570" y="931"/>
                    </a:cubicBezTo>
                    <a:cubicBezTo>
                      <a:pt x="1570" y="933"/>
                      <a:pt x="1569" y="936"/>
                      <a:pt x="1570" y="938"/>
                    </a:cubicBezTo>
                    <a:cubicBezTo>
                      <a:pt x="1570" y="940"/>
                      <a:pt x="1572" y="942"/>
                      <a:pt x="1574" y="944"/>
                    </a:cubicBezTo>
                    <a:cubicBezTo>
                      <a:pt x="1576" y="947"/>
                      <a:pt x="1578" y="950"/>
                      <a:pt x="1581" y="952"/>
                    </a:cubicBezTo>
                    <a:cubicBezTo>
                      <a:pt x="1583" y="954"/>
                      <a:pt x="1586" y="955"/>
                      <a:pt x="1588" y="957"/>
                    </a:cubicBezTo>
                    <a:cubicBezTo>
                      <a:pt x="1589" y="958"/>
                      <a:pt x="1592" y="960"/>
                      <a:pt x="1592" y="961"/>
                    </a:cubicBezTo>
                    <a:cubicBezTo>
                      <a:pt x="1591" y="962"/>
                      <a:pt x="1589" y="960"/>
                      <a:pt x="1589" y="960"/>
                    </a:cubicBezTo>
                    <a:cubicBezTo>
                      <a:pt x="1584" y="956"/>
                      <a:pt x="1579" y="952"/>
                      <a:pt x="1574" y="948"/>
                    </a:cubicBezTo>
                    <a:cubicBezTo>
                      <a:pt x="1572" y="946"/>
                      <a:pt x="1570" y="945"/>
                      <a:pt x="1568" y="943"/>
                    </a:cubicBezTo>
                    <a:cubicBezTo>
                      <a:pt x="1566" y="942"/>
                      <a:pt x="1564" y="941"/>
                      <a:pt x="1563" y="939"/>
                    </a:cubicBezTo>
                    <a:cubicBezTo>
                      <a:pt x="1562" y="937"/>
                      <a:pt x="1562" y="934"/>
                      <a:pt x="1562" y="931"/>
                    </a:cubicBezTo>
                    <a:cubicBezTo>
                      <a:pt x="1562" y="928"/>
                      <a:pt x="1562" y="925"/>
                      <a:pt x="1562" y="922"/>
                    </a:cubicBezTo>
                    <a:cubicBezTo>
                      <a:pt x="1562" y="920"/>
                      <a:pt x="1562" y="918"/>
                      <a:pt x="1562" y="916"/>
                    </a:cubicBezTo>
                    <a:cubicBezTo>
                      <a:pt x="1561" y="914"/>
                      <a:pt x="1560" y="912"/>
                      <a:pt x="1559" y="910"/>
                    </a:cubicBezTo>
                    <a:cubicBezTo>
                      <a:pt x="1557" y="908"/>
                      <a:pt x="1556" y="906"/>
                      <a:pt x="1555" y="903"/>
                    </a:cubicBezTo>
                    <a:cubicBezTo>
                      <a:pt x="1555" y="901"/>
                      <a:pt x="1555" y="898"/>
                      <a:pt x="1555" y="896"/>
                    </a:cubicBezTo>
                    <a:cubicBezTo>
                      <a:pt x="1554" y="891"/>
                      <a:pt x="1553" y="887"/>
                      <a:pt x="1555" y="882"/>
                    </a:cubicBezTo>
                    <a:cubicBezTo>
                      <a:pt x="1555" y="880"/>
                      <a:pt x="1555" y="879"/>
                      <a:pt x="1556" y="877"/>
                    </a:cubicBezTo>
                    <a:cubicBezTo>
                      <a:pt x="1556" y="875"/>
                      <a:pt x="1556" y="873"/>
                      <a:pt x="1555" y="871"/>
                    </a:cubicBezTo>
                    <a:cubicBezTo>
                      <a:pt x="1554" y="869"/>
                      <a:pt x="1551" y="869"/>
                      <a:pt x="1549" y="869"/>
                    </a:cubicBezTo>
                    <a:cubicBezTo>
                      <a:pt x="1548" y="868"/>
                      <a:pt x="1544" y="867"/>
                      <a:pt x="1543" y="866"/>
                    </a:cubicBezTo>
                    <a:cubicBezTo>
                      <a:pt x="1542" y="864"/>
                      <a:pt x="1546" y="864"/>
                      <a:pt x="1547" y="863"/>
                    </a:cubicBezTo>
                    <a:cubicBezTo>
                      <a:pt x="1549" y="863"/>
                      <a:pt x="1551" y="863"/>
                      <a:pt x="1552" y="861"/>
                    </a:cubicBezTo>
                    <a:cubicBezTo>
                      <a:pt x="1552" y="859"/>
                      <a:pt x="1552" y="856"/>
                      <a:pt x="1551" y="853"/>
                    </a:cubicBezTo>
                    <a:cubicBezTo>
                      <a:pt x="1550" y="851"/>
                      <a:pt x="1549" y="849"/>
                      <a:pt x="1547" y="848"/>
                    </a:cubicBezTo>
                    <a:cubicBezTo>
                      <a:pt x="1543" y="847"/>
                      <a:pt x="1534" y="848"/>
                      <a:pt x="1534" y="853"/>
                    </a:cubicBezTo>
                    <a:cubicBezTo>
                      <a:pt x="1534" y="855"/>
                      <a:pt x="1536" y="858"/>
                      <a:pt x="1535" y="860"/>
                    </a:cubicBezTo>
                    <a:cubicBezTo>
                      <a:pt x="1535" y="862"/>
                      <a:pt x="1533" y="862"/>
                      <a:pt x="1532" y="863"/>
                    </a:cubicBezTo>
                    <a:cubicBezTo>
                      <a:pt x="1530" y="863"/>
                      <a:pt x="1529" y="863"/>
                      <a:pt x="1528" y="864"/>
                    </a:cubicBezTo>
                    <a:cubicBezTo>
                      <a:pt x="1527" y="865"/>
                      <a:pt x="1528" y="867"/>
                      <a:pt x="1528" y="868"/>
                    </a:cubicBezTo>
                    <a:cubicBezTo>
                      <a:pt x="1528" y="872"/>
                      <a:pt x="1528" y="875"/>
                      <a:pt x="1528" y="878"/>
                    </a:cubicBezTo>
                    <a:cubicBezTo>
                      <a:pt x="1528" y="881"/>
                      <a:pt x="1528" y="883"/>
                      <a:pt x="1526" y="885"/>
                    </a:cubicBezTo>
                    <a:cubicBezTo>
                      <a:pt x="1525" y="887"/>
                      <a:pt x="1522" y="886"/>
                      <a:pt x="1520" y="887"/>
                    </a:cubicBezTo>
                    <a:cubicBezTo>
                      <a:pt x="1517" y="887"/>
                      <a:pt x="1516" y="889"/>
                      <a:pt x="1514" y="890"/>
                    </a:cubicBezTo>
                    <a:cubicBezTo>
                      <a:pt x="1513" y="892"/>
                      <a:pt x="1511" y="892"/>
                      <a:pt x="1510" y="893"/>
                    </a:cubicBezTo>
                    <a:cubicBezTo>
                      <a:pt x="1508" y="894"/>
                      <a:pt x="1506" y="895"/>
                      <a:pt x="1505" y="893"/>
                    </a:cubicBezTo>
                    <a:cubicBezTo>
                      <a:pt x="1504" y="890"/>
                      <a:pt x="1506" y="887"/>
                      <a:pt x="1508" y="885"/>
                    </a:cubicBezTo>
                    <a:cubicBezTo>
                      <a:pt x="1509" y="885"/>
                      <a:pt x="1510" y="884"/>
                      <a:pt x="1511" y="882"/>
                    </a:cubicBezTo>
                    <a:cubicBezTo>
                      <a:pt x="1512" y="881"/>
                      <a:pt x="1511" y="878"/>
                      <a:pt x="1511" y="877"/>
                    </a:cubicBezTo>
                    <a:cubicBezTo>
                      <a:pt x="1511" y="874"/>
                      <a:pt x="1511" y="872"/>
                      <a:pt x="1510" y="870"/>
                    </a:cubicBezTo>
                    <a:cubicBezTo>
                      <a:pt x="1510" y="868"/>
                      <a:pt x="1510" y="867"/>
                      <a:pt x="1508" y="866"/>
                    </a:cubicBezTo>
                    <a:cubicBezTo>
                      <a:pt x="1505" y="865"/>
                      <a:pt x="1501" y="867"/>
                      <a:pt x="1500" y="869"/>
                    </a:cubicBezTo>
                    <a:cubicBezTo>
                      <a:pt x="1499" y="872"/>
                      <a:pt x="1500" y="875"/>
                      <a:pt x="1497" y="877"/>
                    </a:cubicBezTo>
                    <a:cubicBezTo>
                      <a:pt x="1497" y="878"/>
                      <a:pt x="1496" y="878"/>
                      <a:pt x="1495" y="879"/>
                    </a:cubicBezTo>
                    <a:cubicBezTo>
                      <a:pt x="1495" y="880"/>
                      <a:pt x="1495" y="881"/>
                      <a:pt x="1494" y="882"/>
                    </a:cubicBezTo>
                    <a:cubicBezTo>
                      <a:pt x="1494" y="883"/>
                      <a:pt x="1494" y="885"/>
                      <a:pt x="1493" y="885"/>
                    </a:cubicBezTo>
                    <a:cubicBezTo>
                      <a:pt x="1492" y="885"/>
                      <a:pt x="1491" y="883"/>
                      <a:pt x="1491" y="882"/>
                    </a:cubicBezTo>
                    <a:cubicBezTo>
                      <a:pt x="1490" y="880"/>
                      <a:pt x="1491" y="876"/>
                      <a:pt x="1489" y="875"/>
                    </a:cubicBezTo>
                    <a:cubicBezTo>
                      <a:pt x="1487" y="873"/>
                      <a:pt x="1483" y="874"/>
                      <a:pt x="1482" y="876"/>
                    </a:cubicBezTo>
                    <a:cubicBezTo>
                      <a:pt x="1480" y="879"/>
                      <a:pt x="1481" y="883"/>
                      <a:pt x="1481" y="886"/>
                    </a:cubicBezTo>
                    <a:cubicBezTo>
                      <a:pt x="1480" y="889"/>
                      <a:pt x="1477" y="892"/>
                      <a:pt x="1474" y="894"/>
                    </a:cubicBezTo>
                    <a:cubicBezTo>
                      <a:pt x="1472" y="895"/>
                      <a:pt x="1470" y="897"/>
                      <a:pt x="1468" y="898"/>
                    </a:cubicBezTo>
                    <a:cubicBezTo>
                      <a:pt x="1465" y="900"/>
                      <a:pt x="1466" y="902"/>
                      <a:pt x="1468" y="904"/>
                    </a:cubicBezTo>
                    <a:cubicBezTo>
                      <a:pt x="1469" y="905"/>
                      <a:pt x="1470" y="906"/>
                      <a:pt x="1471" y="908"/>
                    </a:cubicBezTo>
                    <a:cubicBezTo>
                      <a:pt x="1472" y="909"/>
                      <a:pt x="1472" y="910"/>
                      <a:pt x="1473" y="911"/>
                    </a:cubicBezTo>
                    <a:cubicBezTo>
                      <a:pt x="1474" y="914"/>
                      <a:pt x="1478" y="914"/>
                      <a:pt x="1480" y="912"/>
                    </a:cubicBezTo>
                    <a:cubicBezTo>
                      <a:pt x="1482" y="909"/>
                      <a:pt x="1482" y="904"/>
                      <a:pt x="1485" y="903"/>
                    </a:cubicBezTo>
                    <a:cubicBezTo>
                      <a:pt x="1486" y="902"/>
                      <a:pt x="1487" y="902"/>
                      <a:pt x="1488" y="902"/>
                    </a:cubicBezTo>
                    <a:cubicBezTo>
                      <a:pt x="1490" y="901"/>
                      <a:pt x="1490" y="900"/>
                      <a:pt x="1491" y="899"/>
                    </a:cubicBezTo>
                    <a:cubicBezTo>
                      <a:pt x="1491" y="898"/>
                      <a:pt x="1492" y="896"/>
                      <a:pt x="1493" y="896"/>
                    </a:cubicBezTo>
                    <a:cubicBezTo>
                      <a:pt x="1494" y="897"/>
                      <a:pt x="1495" y="899"/>
                      <a:pt x="1496" y="900"/>
                    </a:cubicBezTo>
                    <a:cubicBezTo>
                      <a:pt x="1496" y="901"/>
                      <a:pt x="1497" y="902"/>
                      <a:pt x="1499" y="903"/>
                    </a:cubicBezTo>
                    <a:cubicBezTo>
                      <a:pt x="1500" y="904"/>
                      <a:pt x="1502" y="904"/>
                      <a:pt x="1503" y="904"/>
                    </a:cubicBezTo>
                    <a:cubicBezTo>
                      <a:pt x="1507" y="905"/>
                      <a:pt x="1511" y="906"/>
                      <a:pt x="1515" y="906"/>
                    </a:cubicBezTo>
                    <a:cubicBezTo>
                      <a:pt x="1517" y="906"/>
                      <a:pt x="1519" y="905"/>
                      <a:pt x="1521" y="906"/>
                    </a:cubicBezTo>
                    <a:cubicBezTo>
                      <a:pt x="1523" y="906"/>
                      <a:pt x="1525" y="907"/>
                      <a:pt x="1527" y="907"/>
                    </a:cubicBezTo>
                    <a:cubicBezTo>
                      <a:pt x="1529" y="908"/>
                      <a:pt x="1531" y="909"/>
                      <a:pt x="1533" y="910"/>
                    </a:cubicBezTo>
                    <a:cubicBezTo>
                      <a:pt x="1534" y="910"/>
                      <a:pt x="1535" y="910"/>
                      <a:pt x="1536" y="911"/>
                    </a:cubicBezTo>
                    <a:cubicBezTo>
                      <a:pt x="1538" y="914"/>
                      <a:pt x="1536" y="917"/>
                      <a:pt x="1534" y="919"/>
                    </a:cubicBezTo>
                    <a:cubicBezTo>
                      <a:pt x="1533" y="920"/>
                      <a:pt x="1532" y="920"/>
                      <a:pt x="1531" y="921"/>
                    </a:cubicBezTo>
                    <a:cubicBezTo>
                      <a:pt x="1530" y="922"/>
                      <a:pt x="1530" y="924"/>
                      <a:pt x="1530" y="925"/>
                    </a:cubicBezTo>
                    <a:cubicBezTo>
                      <a:pt x="1530" y="930"/>
                      <a:pt x="1531" y="935"/>
                      <a:pt x="1527" y="938"/>
                    </a:cubicBezTo>
                    <a:cubicBezTo>
                      <a:pt x="1526" y="939"/>
                      <a:pt x="1524" y="939"/>
                      <a:pt x="1523" y="938"/>
                    </a:cubicBezTo>
                    <a:cubicBezTo>
                      <a:pt x="1521" y="937"/>
                      <a:pt x="1522" y="934"/>
                      <a:pt x="1522" y="932"/>
                    </a:cubicBezTo>
                    <a:cubicBezTo>
                      <a:pt x="1521" y="928"/>
                      <a:pt x="1521" y="924"/>
                      <a:pt x="1516" y="924"/>
                    </a:cubicBezTo>
                    <a:cubicBezTo>
                      <a:pt x="1512" y="924"/>
                      <a:pt x="1509" y="924"/>
                      <a:pt x="1506" y="925"/>
                    </a:cubicBezTo>
                    <a:cubicBezTo>
                      <a:pt x="1502" y="925"/>
                      <a:pt x="1499" y="927"/>
                      <a:pt x="1497" y="930"/>
                    </a:cubicBezTo>
                    <a:cubicBezTo>
                      <a:pt x="1496" y="932"/>
                      <a:pt x="1495" y="934"/>
                      <a:pt x="1495" y="936"/>
                    </a:cubicBezTo>
                    <a:cubicBezTo>
                      <a:pt x="1494" y="937"/>
                      <a:pt x="1494" y="939"/>
                      <a:pt x="1493" y="939"/>
                    </a:cubicBezTo>
                    <a:cubicBezTo>
                      <a:pt x="1491" y="940"/>
                      <a:pt x="1491" y="936"/>
                      <a:pt x="1490" y="935"/>
                    </a:cubicBezTo>
                    <a:cubicBezTo>
                      <a:pt x="1488" y="933"/>
                      <a:pt x="1484" y="934"/>
                      <a:pt x="1481" y="934"/>
                    </a:cubicBezTo>
                    <a:cubicBezTo>
                      <a:pt x="1479" y="934"/>
                      <a:pt x="1477" y="933"/>
                      <a:pt x="1474" y="934"/>
                    </a:cubicBezTo>
                    <a:cubicBezTo>
                      <a:pt x="1474" y="934"/>
                      <a:pt x="1473" y="934"/>
                      <a:pt x="1472" y="934"/>
                    </a:cubicBezTo>
                    <a:cubicBezTo>
                      <a:pt x="1471" y="935"/>
                      <a:pt x="1471" y="936"/>
                      <a:pt x="1471" y="937"/>
                    </a:cubicBezTo>
                    <a:cubicBezTo>
                      <a:pt x="1471" y="938"/>
                      <a:pt x="1471" y="938"/>
                      <a:pt x="1471" y="938"/>
                    </a:cubicBezTo>
                    <a:cubicBezTo>
                      <a:pt x="1470" y="939"/>
                      <a:pt x="1468" y="938"/>
                      <a:pt x="1468" y="938"/>
                    </a:cubicBezTo>
                    <a:cubicBezTo>
                      <a:pt x="1467" y="939"/>
                      <a:pt x="1467" y="939"/>
                      <a:pt x="1467" y="940"/>
                    </a:cubicBezTo>
                    <a:cubicBezTo>
                      <a:pt x="1467" y="940"/>
                      <a:pt x="1467" y="941"/>
                      <a:pt x="1467" y="942"/>
                    </a:cubicBezTo>
                    <a:cubicBezTo>
                      <a:pt x="1466" y="944"/>
                      <a:pt x="1466" y="945"/>
                      <a:pt x="1464" y="945"/>
                    </a:cubicBezTo>
                    <a:cubicBezTo>
                      <a:pt x="1463" y="946"/>
                      <a:pt x="1462" y="946"/>
                      <a:pt x="1461" y="946"/>
                    </a:cubicBezTo>
                    <a:cubicBezTo>
                      <a:pt x="1461" y="947"/>
                      <a:pt x="1459" y="947"/>
                      <a:pt x="1459" y="946"/>
                    </a:cubicBezTo>
                    <a:cubicBezTo>
                      <a:pt x="1458" y="946"/>
                      <a:pt x="1458" y="945"/>
                      <a:pt x="1457" y="944"/>
                    </a:cubicBezTo>
                    <a:cubicBezTo>
                      <a:pt x="1457" y="942"/>
                      <a:pt x="1455" y="941"/>
                      <a:pt x="1454" y="940"/>
                    </a:cubicBezTo>
                    <a:cubicBezTo>
                      <a:pt x="1453" y="940"/>
                      <a:pt x="1451" y="939"/>
                      <a:pt x="1450" y="939"/>
                    </a:cubicBezTo>
                    <a:cubicBezTo>
                      <a:pt x="1448" y="939"/>
                      <a:pt x="1447" y="940"/>
                      <a:pt x="1446" y="940"/>
                    </a:cubicBezTo>
                    <a:cubicBezTo>
                      <a:pt x="1444" y="940"/>
                      <a:pt x="1442" y="940"/>
                      <a:pt x="1441" y="940"/>
                    </a:cubicBezTo>
                    <a:cubicBezTo>
                      <a:pt x="1439" y="941"/>
                      <a:pt x="1438" y="942"/>
                      <a:pt x="1436" y="943"/>
                    </a:cubicBezTo>
                    <a:cubicBezTo>
                      <a:pt x="1433" y="944"/>
                      <a:pt x="1429" y="943"/>
                      <a:pt x="1425" y="943"/>
                    </a:cubicBezTo>
                    <a:cubicBezTo>
                      <a:pt x="1422" y="943"/>
                      <a:pt x="1421" y="945"/>
                      <a:pt x="1421" y="948"/>
                    </a:cubicBezTo>
                    <a:cubicBezTo>
                      <a:pt x="1421" y="949"/>
                      <a:pt x="1421" y="951"/>
                      <a:pt x="1423" y="952"/>
                    </a:cubicBezTo>
                    <a:cubicBezTo>
                      <a:pt x="1425" y="952"/>
                      <a:pt x="1427" y="950"/>
                      <a:pt x="1429" y="949"/>
                    </a:cubicBezTo>
                    <a:cubicBezTo>
                      <a:pt x="1431" y="948"/>
                      <a:pt x="1434" y="947"/>
                      <a:pt x="1436" y="947"/>
                    </a:cubicBezTo>
                    <a:cubicBezTo>
                      <a:pt x="1439" y="946"/>
                      <a:pt x="1442" y="946"/>
                      <a:pt x="1444" y="947"/>
                    </a:cubicBezTo>
                    <a:cubicBezTo>
                      <a:pt x="1447" y="948"/>
                      <a:pt x="1445" y="950"/>
                      <a:pt x="1443" y="951"/>
                    </a:cubicBezTo>
                    <a:cubicBezTo>
                      <a:pt x="1441" y="953"/>
                      <a:pt x="1437" y="954"/>
                      <a:pt x="1434" y="954"/>
                    </a:cubicBezTo>
                    <a:cubicBezTo>
                      <a:pt x="1432" y="954"/>
                      <a:pt x="1429" y="954"/>
                      <a:pt x="1427" y="954"/>
                    </a:cubicBezTo>
                    <a:cubicBezTo>
                      <a:pt x="1425" y="954"/>
                      <a:pt x="1424" y="955"/>
                      <a:pt x="1422" y="955"/>
                    </a:cubicBezTo>
                    <a:cubicBezTo>
                      <a:pt x="1420" y="956"/>
                      <a:pt x="1419" y="956"/>
                      <a:pt x="1417" y="957"/>
                    </a:cubicBezTo>
                    <a:cubicBezTo>
                      <a:pt x="1416" y="959"/>
                      <a:pt x="1415" y="961"/>
                      <a:pt x="1414" y="962"/>
                    </a:cubicBezTo>
                    <a:cubicBezTo>
                      <a:pt x="1413" y="963"/>
                      <a:pt x="1412" y="965"/>
                      <a:pt x="1413" y="965"/>
                    </a:cubicBezTo>
                    <a:cubicBezTo>
                      <a:pt x="1414" y="966"/>
                      <a:pt x="1416" y="967"/>
                      <a:pt x="1417" y="967"/>
                    </a:cubicBezTo>
                    <a:cubicBezTo>
                      <a:pt x="1419" y="968"/>
                      <a:pt x="1420" y="969"/>
                      <a:pt x="1422" y="970"/>
                    </a:cubicBezTo>
                    <a:cubicBezTo>
                      <a:pt x="1424" y="971"/>
                      <a:pt x="1427" y="971"/>
                      <a:pt x="1429" y="971"/>
                    </a:cubicBezTo>
                    <a:cubicBezTo>
                      <a:pt x="1431" y="971"/>
                      <a:pt x="1433" y="970"/>
                      <a:pt x="1435" y="969"/>
                    </a:cubicBezTo>
                    <a:cubicBezTo>
                      <a:pt x="1436" y="968"/>
                      <a:pt x="1438" y="968"/>
                      <a:pt x="1440" y="969"/>
                    </a:cubicBezTo>
                    <a:cubicBezTo>
                      <a:pt x="1441" y="970"/>
                      <a:pt x="1443" y="971"/>
                      <a:pt x="1442" y="973"/>
                    </a:cubicBezTo>
                    <a:cubicBezTo>
                      <a:pt x="1441" y="974"/>
                      <a:pt x="1440" y="974"/>
                      <a:pt x="1438" y="975"/>
                    </a:cubicBezTo>
                    <a:cubicBezTo>
                      <a:pt x="1437" y="976"/>
                      <a:pt x="1435" y="976"/>
                      <a:pt x="1433" y="977"/>
                    </a:cubicBezTo>
                    <a:cubicBezTo>
                      <a:pt x="1431" y="977"/>
                      <a:pt x="1428" y="978"/>
                      <a:pt x="1426" y="980"/>
                    </a:cubicBezTo>
                    <a:cubicBezTo>
                      <a:pt x="1424" y="980"/>
                      <a:pt x="1422" y="981"/>
                      <a:pt x="1421" y="981"/>
                    </a:cubicBezTo>
                    <a:cubicBezTo>
                      <a:pt x="1419" y="981"/>
                      <a:pt x="1418" y="982"/>
                      <a:pt x="1416" y="982"/>
                    </a:cubicBezTo>
                    <a:cubicBezTo>
                      <a:pt x="1415" y="982"/>
                      <a:pt x="1414" y="983"/>
                      <a:pt x="1413" y="983"/>
                    </a:cubicBezTo>
                    <a:cubicBezTo>
                      <a:pt x="1412" y="985"/>
                      <a:pt x="1416" y="986"/>
                      <a:pt x="1417" y="986"/>
                    </a:cubicBezTo>
                    <a:cubicBezTo>
                      <a:pt x="1418" y="987"/>
                      <a:pt x="1422" y="988"/>
                      <a:pt x="1420" y="989"/>
                    </a:cubicBezTo>
                    <a:cubicBezTo>
                      <a:pt x="1419" y="990"/>
                      <a:pt x="1418" y="990"/>
                      <a:pt x="1417" y="990"/>
                    </a:cubicBezTo>
                    <a:cubicBezTo>
                      <a:pt x="1416" y="990"/>
                      <a:pt x="1415" y="991"/>
                      <a:pt x="1413" y="991"/>
                    </a:cubicBezTo>
                    <a:cubicBezTo>
                      <a:pt x="1412" y="991"/>
                      <a:pt x="1410" y="991"/>
                      <a:pt x="1411" y="993"/>
                    </a:cubicBezTo>
                    <a:cubicBezTo>
                      <a:pt x="1411" y="995"/>
                      <a:pt x="1412" y="997"/>
                      <a:pt x="1413" y="998"/>
                    </a:cubicBezTo>
                    <a:cubicBezTo>
                      <a:pt x="1414" y="1000"/>
                      <a:pt x="1416" y="1000"/>
                      <a:pt x="1418" y="1000"/>
                    </a:cubicBezTo>
                    <a:cubicBezTo>
                      <a:pt x="1421" y="1000"/>
                      <a:pt x="1423" y="1000"/>
                      <a:pt x="1425" y="1000"/>
                    </a:cubicBezTo>
                    <a:cubicBezTo>
                      <a:pt x="1427" y="1000"/>
                      <a:pt x="1428" y="1000"/>
                      <a:pt x="1430" y="999"/>
                    </a:cubicBezTo>
                    <a:cubicBezTo>
                      <a:pt x="1432" y="998"/>
                      <a:pt x="1435" y="996"/>
                      <a:pt x="1437" y="995"/>
                    </a:cubicBezTo>
                    <a:cubicBezTo>
                      <a:pt x="1440" y="993"/>
                      <a:pt x="1443" y="992"/>
                      <a:pt x="1446" y="990"/>
                    </a:cubicBezTo>
                    <a:cubicBezTo>
                      <a:pt x="1447" y="989"/>
                      <a:pt x="1448" y="988"/>
                      <a:pt x="1449" y="987"/>
                    </a:cubicBezTo>
                    <a:cubicBezTo>
                      <a:pt x="1450" y="986"/>
                      <a:pt x="1452" y="985"/>
                      <a:pt x="1453" y="984"/>
                    </a:cubicBezTo>
                    <a:cubicBezTo>
                      <a:pt x="1455" y="983"/>
                      <a:pt x="1456" y="981"/>
                      <a:pt x="1458" y="980"/>
                    </a:cubicBezTo>
                    <a:cubicBezTo>
                      <a:pt x="1459" y="978"/>
                      <a:pt x="1460" y="977"/>
                      <a:pt x="1461" y="975"/>
                    </a:cubicBezTo>
                    <a:cubicBezTo>
                      <a:pt x="1463" y="973"/>
                      <a:pt x="1464" y="972"/>
                      <a:pt x="1466" y="971"/>
                    </a:cubicBezTo>
                    <a:cubicBezTo>
                      <a:pt x="1468" y="971"/>
                      <a:pt x="1470" y="970"/>
                      <a:pt x="1472" y="969"/>
                    </a:cubicBezTo>
                    <a:cubicBezTo>
                      <a:pt x="1474" y="968"/>
                      <a:pt x="1476" y="967"/>
                      <a:pt x="1476" y="965"/>
                    </a:cubicBezTo>
                    <a:cubicBezTo>
                      <a:pt x="1477" y="962"/>
                      <a:pt x="1476" y="959"/>
                      <a:pt x="1476" y="957"/>
                    </a:cubicBezTo>
                    <a:cubicBezTo>
                      <a:pt x="1475" y="955"/>
                      <a:pt x="1475" y="952"/>
                      <a:pt x="1476" y="950"/>
                    </a:cubicBezTo>
                    <a:cubicBezTo>
                      <a:pt x="1477" y="949"/>
                      <a:pt x="1479" y="948"/>
                      <a:pt x="1481" y="948"/>
                    </a:cubicBezTo>
                    <a:cubicBezTo>
                      <a:pt x="1482" y="948"/>
                      <a:pt x="1484" y="948"/>
                      <a:pt x="1484" y="950"/>
                    </a:cubicBezTo>
                    <a:cubicBezTo>
                      <a:pt x="1485" y="951"/>
                      <a:pt x="1484" y="953"/>
                      <a:pt x="1483" y="955"/>
                    </a:cubicBezTo>
                    <a:cubicBezTo>
                      <a:pt x="1483" y="957"/>
                      <a:pt x="1482" y="959"/>
                      <a:pt x="1483" y="961"/>
                    </a:cubicBezTo>
                    <a:cubicBezTo>
                      <a:pt x="1484" y="963"/>
                      <a:pt x="1485" y="964"/>
                      <a:pt x="1487" y="965"/>
                    </a:cubicBezTo>
                    <a:cubicBezTo>
                      <a:pt x="1489" y="966"/>
                      <a:pt x="1492" y="968"/>
                      <a:pt x="1494" y="969"/>
                    </a:cubicBezTo>
                    <a:cubicBezTo>
                      <a:pt x="1496" y="970"/>
                      <a:pt x="1498" y="972"/>
                      <a:pt x="1500" y="974"/>
                    </a:cubicBezTo>
                    <a:cubicBezTo>
                      <a:pt x="1505" y="978"/>
                      <a:pt x="1510" y="982"/>
                      <a:pt x="1515" y="985"/>
                    </a:cubicBezTo>
                    <a:cubicBezTo>
                      <a:pt x="1519" y="988"/>
                      <a:pt x="1522" y="990"/>
                      <a:pt x="1526" y="992"/>
                    </a:cubicBezTo>
                    <a:cubicBezTo>
                      <a:pt x="1527" y="993"/>
                      <a:pt x="1527" y="993"/>
                      <a:pt x="1526" y="994"/>
                    </a:cubicBezTo>
                    <a:cubicBezTo>
                      <a:pt x="1525" y="994"/>
                      <a:pt x="1523" y="995"/>
                      <a:pt x="1521" y="995"/>
                    </a:cubicBezTo>
                    <a:cubicBezTo>
                      <a:pt x="1519" y="995"/>
                      <a:pt x="1517" y="995"/>
                      <a:pt x="1516" y="994"/>
                    </a:cubicBezTo>
                    <a:cubicBezTo>
                      <a:pt x="1514" y="992"/>
                      <a:pt x="1513" y="990"/>
                      <a:pt x="1512" y="988"/>
                    </a:cubicBezTo>
                    <a:cubicBezTo>
                      <a:pt x="1509" y="983"/>
                      <a:pt x="1505" y="980"/>
                      <a:pt x="1500" y="979"/>
                    </a:cubicBezTo>
                    <a:cubicBezTo>
                      <a:pt x="1496" y="978"/>
                      <a:pt x="1492" y="976"/>
                      <a:pt x="1488" y="976"/>
                    </a:cubicBezTo>
                    <a:cubicBezTo>
                      <a:pt x="1486" y="976"/>
                      <a:pt x="1484" y="977"/>
                      <a:pt x="1482" y="978"/>
                    </a:cubicBezTo>
                    <a:cubicBezTo>
                      <a:pt x="1480" y="980"/>
                      <a:pt x="1481" y="982"/>
                      <a:pt x="1483" y="983"/>
                    </a:cubicBezTo>
                    <a:cubicBezTo>
                      <a:pt x="1486" y="985"/>
                      <a:pt x="1489" y="986"/>
                      <a:pt x="1492" y="987"/>
                    </a:cubicBezTo>
                    <a:cubicBezTo>
                      <a:pt x="1494" y="988"/>
                      <a:pt x="1498" y="989"/>
                      <a:pt x="1499" y="991"/>
                    </a:cubicBezTo>
                    <a:cubicBezTo>
                      <a:pt x="1503" y="995"/>
                      <a:pt x="1494" y="997"/>
                      <a:pt x="1491" y="997"/>
                    </a:cubicBezTo>
                    <a:cubicBezTo>
                      <a:pt x="1486" y="996"/>
                      <a:pt x="1482" y="994"/>
                      <a:pt x="1479" y="990"/>
                    </a:cubicBezTo>
                    <a:cubicBezTo>
                      <a:pt x="1477" y="987"/>
                      <a:pt x="1475" y="982"/>
                      <a:pt x="1470" y="982"/>
                    </a:cubicBezTo>
                    <a:cubicBezTo>
                      <a:pt x="1466" y="981"/>
                      <a:pt x="1465" y="986"/>
                      <a:pt x="1463" y="989"/>
                    </a:cubicBezTo>
                    <a:cubicBezTo>
                      <a:pt x="1463" y="991"/>
                      <a:pt x="1462" y="993"/>
                      <a:pt x="1461" y="994"/>
                    </a:cubicBezTo>
                    <a:cubicBezTo>
                      <a:pt x="1460" y="995"/>
                      <a:pt x="1459" y="997"/>
                      <a:pt x="1459" y="998"/>
                    </a:cubicBezTo>
                    <a:cubicBezTo>
                      <a:pt x="1458" y="999"/>
                      <a:pt x="1458" y="1001"/>
                      <a:pt x="1458" y="1002"/>
                    </a:cubicBezTo>
                    <a:cubicBezTo>
                      <a:pt x="1458" y="1003"/>
                      <a:pt x="1457" y="1004"/>
                      <a:pt x="1457" y="1005"/>
                    </a:cubicBezTo>
                    <a:cubicBezTo>
                      <a:pt x="1457" y="1006"/>
                      <a:pt x="1458" y="1007"/>
                      <a:pt x="1459" y="1008"/>
                    </a:cubicBezTo>
                    <a:cubicBezTo>
                      <a:pt x="1460" y="1009"/>
                      <a:pt x="1462" y="1009"/>
                      <a:pt x="1464" y="1009"/>
                    </a:cubicBezTo>
                    <a:cubicBezTo>
                      <a:pt x="1467" y="1010"/>
                      <a:pt x="1470" y="1012"/>
                      <a:pt x="1473" y="1013"/>
                    </a:cubicBezTo>
                    <a:cubicBezTo>
                      <a:pt x="1474" y="1014"/>
                      <a:pt x="1476" y="1015"/>
                      <a:pt x="1476" y="1016"/>
                    </a:cubicBezTo>
                    <a:cubicBezTo>
                      <a:pt x="1476" y="1017"/>
                      <a:pt x="1475" y="1018"/>
                      <a:pt x="1474" y="1018"/>
                    </a:cubicBezTo>
                    <a:cubicBezTo>
                      <a:pt x="1472" y="1018"/>
                      <a:pt x="1470" y="1017"/>
                      <a:pt x="1468" y="1016"/>
                    </a:cubicBezTo>
                    <a:cubicBezTo>
                      <a:pt x="1467" y="1015"/>
                      <a:pt x="1465" y="1014"/>
                      <a:pt x="1462" y="1014"/>
                    </a:cubicBezTo>
                    <a:cubicBezTo>
                      <a:pt x="1461" y="1014"/>
                      <a:pt x="1459" y="1014"/>
                      <a:pt x="1457" y="1014"/>
                    </a:cubicBezTo>
                    <a:cubicBezTo>
                      <a:pt x="1456" y="1014"/>
                      <a:pt x="1454" y="1014"/>
                      <a:pt x="1454" y="1015"/>
                    </a:cubicBezTo>
                    <a:cubicBezTo>
                      <a:pt x="1453" y="1016"/>
                      <a:pt x="1455" y="1017"/>
                      <a:pt x="1455" y="1017"/>
                    </a:cubicBezTo>
                    <a:cubicBezTo>
                      <a:pt x="1457" y="1018"/>
                      <a:pt x="1459" y="1019"/>
                      <a:pt x="1460" y="1020"/>
                    </a:cubicBezTo>
                    <a:cubicBezTo>
                      <a:pt x="1461" y="1022"/>
                      <a:pt x="1460" y="1023"/>
                      <a:pt x="1461" y="1025"/>
                    </a:cubicBezTo>
                    <a:cubicBezTo>
                      <a:pt x="1461" y="1027"/>
                      <a:pt x="1462" y="1030"/>
                      <a:pt x="1464" y="1031"/>
                    </a:cubicBezTo>
                    <a:cubicBezTo>
                      <a:pt x="1468" y="1035"/>
                      <a:pt x="1474" y="1036"/>
                      <a:pt x="1479" y="1037"/>
                    </a:cubicBezTo>
                    <a:cubicBezTo>
                      <a:pt x="1484" y="1039"/>
                      <a:pt x="1489" y="1040"/>
                      <a:pt x="1495" y="1038"/>
                    </a:cubicBezTo>
                    <a:cubicBezTo>
                      <a:pt x="1498" y="1037"/>
                      <a:pt x="1500" y="1035"/>
                      <a:pt x="1502" y="1032"/>
                    </a:cubicBezTo>
                    <a:cubicBezTo>
                      <a:pt x="1504" y="1031"/>
                      <a:pt x="1505" y="1029"/>
                      <a:pt x="1507" y="1027"/>
                    </a:cubicBezTo>
                    <a:cubicBezTo>
                      <a:pt x="1509" y="1026"/>
                      <a:pt x="1511" y="1025"/>
                      <a:pt x="1513" y="1024"/>
                    </a:cubicBezTo>
                    <a:cubicBezTo>
                      <a:pt x="1515" y="1023"/>
                      <a:pt x="1517" y="1022"/>
                      <a:pt x="1519" y="1022"/>
                    </a:cubicBezTo>
                    <a:cubicBezTo>
                      <a:pt x="1520" y="1021"/>
                      <a:pt x="1521" y="1021"/>
                      <a:pt x="1522" y="1022"/>
                    </a:cubicBezTo>
                    <a:cubicBezTo>
                      <a:pt x="1523" y="1023"/>
                      <a:pt x="1524" y="1024"/>
                      <a:pt x="1524" y="1025"/>
                    </a:cubicBezTo>
                    <a:cubicBezTo>
                      <a:pt x="1523" y="1027"/>
                      <a:pt x="1521" y="1028"/>
                      <a:pt x="1519" y="1028"/>
                    </a:cubicBezTo>
                    <a:cubicBezTo>
                      <a:pt x="1517" y="1029"/>
                      <a:pt x="1514" y="1030"/>
                      <a:pt x="1511" y="1031"/>
                    </a:cubicBezTo>
                    <a:cubicBezTo>
                      <a:pt x="1509" y="1031"/>
                      <a:pt x="1508" y="1032"/>
                      <a:pt x="1506" y="1033"/>
                    </a:cubicBezTo>
                    <a:cubicBezTo>
                      <a:pt x="1504" y="1034"/>
                      <a:pt x="1503" y="1036"/>
                      <a:pt x="1501" y="1037"/>
                    </a:cubicBezTo>
                    <a:cubicBezTo>
                      <a:pt x="1499" y="1039"/>
                      <a:pt x="1496" y="1041"/>
                      <a:pt x="1494" y="1044"/>
                    </a:cubicBezTo>
                    <a:cubicBezTo>
                      <a:pt x="1493" y="1045"/>
                      <a:pt x="1492" y="1046"/>
                      <a:pt x="1491" y="1048"/>
                    </a:cubicBezTo>
                    <a:cubicBezTo>
                      <a:pt x="1491" y="1050"/>
                      <a:pt x="1491" y="1052"/>
                      <a:pt x="1491" y="1054"/>
                    </a:cubicBezTo>
                    <a:cubicBezTo>
                      <a:pt x="1492" y="1057"/>
                      <a:pt x="1493" y="1062"/>
                      <a:pt x="1496" y="1064"/>
                    </a:cubicBezTo>
                    <a:cubicBezTo>
                      <a:pt x="1498" y="1064"/>
                      <a:pt x="1506" y="1065"/>
                      <a:pt x="1505" y="1068"/>
                    </a:cubicBezTo>
                    <a:cubicBezTo>
                      <a:pt x="1504" y="1070"/>
                      <a:pt x="1503" y="1070"/>
                      <a:pt x="1502" y="1071"/>
                    </a:cubicBezTo>
                    <a:cubicBezTo>
                      <a:pt x="1500" y="1072"/>
                      <a:pt x="1500" y="1073"/>
                      <a:pt x="1499" y="1074"/>
                    </a:cubicBezTo>
                    <a:cubicBezTo>
                      <a:pt x="1499" y="1075"/>
                      <a:pt x="1499" y="1076"/>
                      <a:pt x="1498" y="1076"/>
                    </a:cubicBezTo>
                    <a:cubicBezTo>
                      <a:pt x="1496" y="1076"/>
                      <a:pt x="1495" y="1074"/>
                      <a:pt x="1494" y="1073"/>
                    </a:cubicBezTo>
                    <a:cubicBezTo>
                      <a:pt x="1493" y="1072"/>
                      <a:pt x="1492" y="1070"/>
                      <a:pt x="1491" y="1069"/>
                    </a:cubicBezTo>
                    <a:cubicBezTo>
                      <a:pt x="1490" y="1067"/>
                      <a:pt x="1489" y="1065"/>
                      <a:pt x="1488" y="1064"/>
                    </a:cubicBezTo>
                    <a:cubicBezTo>
                      <a:pt x="1488" y="1063"/>
                      <a:pt x="1488" y="1062"/>
                      <a:pt x="1488" y="1061"/>
                    </a:cubicBezTo>
                    <a:cubicBezTo>
                      <a:pt x="1488" y="1059"/>
                      <a:pt x="1487" y="1058"/>
                      <a:pt x="1486" y="1057"/>
                    </a:cubicBezTo>
                    <a:cubicBezTo>
                      <a:pt x="1485" y="1056"/>
                      <a:pt x="1485" y="1056"/>
                      <a:pt x="1484" y="1055"/>
                    </a:cubicBezTo>
                    <a:cubicBezTo>
                      <a:pt x="1483" y="1052"/>
                      <a:pt x="1483" y="1049"/>
                      <a:pt x="1483" y="1046"/>
                    </a:cubicBezTo>
                    <a:cubicBezTo>
                      <a:pt x="1481" y="1042"/>
                      <a:pt x="1476" y="1042"/>
                      <a:pt x="1472" y="1042"/>
                    </a:cubicBezTo>
                    <a:cubicBezTo>
                      <a:pt x="1469" y="1042"/>
                      <a:pt x="1466" y="1042"/>
                      <a:pt x="1462" y="1044"/>
                    </a:cubicBezTo>
                    <a:cubicBezTo>
                      <a:pt x="1460" y="1045"/>
                      <a:pt x="1458" y="1047"/>
                      <a:pt x="1457" y="1050"/>
                    </a:cubicBezTo>
                    <a:cubicBezTo>
                      <a:pt x="1457" y="1051"/>
                      <a:pt x="1457" y="1053"/>
                      <a:pt x="1456" y="1054"/>
                    </a:cubicBezTo>
                    <a:cubicBezTo>
                      <a:pt x="1455" y="1055"/>
                      <a:pt x="1453" y="1054"/>
                      <a:pt x="1453" y="1053"/>
                    </a:cubicBezTo>
                    <a:cubicBezTo>
                      <a:pt x="1451" y="1051"/>
                      <a:pt x="1452" y="1045"/>
                      <a:pt x="1455" y="1043"/>
                    </a:cubicBezTo>
                    <a:cubicBezTo>
                      <a:pt x="1456" y="1043"/>
                      <a:pt x="1457" y="1042"/>
                      <a:pt x="1458" y="1041"/>
                    </a:cubicBezTo>
                    <a:cubicBezTo>
                      <a:pt x="1459" y="1040"/>
                      <a:pt x="1459" y="1038"/>
                      <a:pt x="1459" y="1037"/>
                    </a:cubicBezTo>
                    <a:cubicBezTo>
                      <a:pt x="1458" y="1033"/>
                      <a:pt x="1455" y="1032"/>
                      <a:pt x="1452" y="1033"/>
                    </a:cubicBezTo>
                    <a:cubicBezTo>
                      <a:pt x="1449" y="1033"/>
                      <a:pt x="1446" y="1035"/>
                      <a:pt x="1444" y="1037"/>
                    </a:cubicBezTo>
                    <a:cubicBezTo>
                      <a:pt x="1443" y="1038"/>
                      <a:pt x="1442" y="1039"/>
                      <a:pt x="1441" y="1040"/>
                    </a:cubicBezTo>
                    <a:cubicBezTo>
                      <a:pt x="1440" y="1041"/>
                      <a:pt x="1438" y="1041"/>
                      <a:pt x="1437" y="1040"/>
                    </a:cubicBezTo>
                    <a:cubicBezTo>
                      <a:pt x="1436" y="1040"/>
                      <a:pt x="1435" y="1039"/>
                      <a:pt x="1436" y="1038"/>
                    </a:cubicBezTo>
                    <a:cubicBezTo>
                      <a:pt x="1438" y="1037"/>
                      <a:pt x="1439" y="1037"/>
                      <a:pt x="1440" y="1035"/>
                    </a:cubicBezTo>
                    <a:cubicBezTo>
                      <a:pt x="1440" y="1033"/>
                      <a:pt x="1439" y="1032"/>
                      <a:pt x="1439" y="1030"/>
                    </a:cubicBezTo>
                    <a:cubicBezTo>
                      <a:pt x="1439" y="1029"/>
                      <a:pt x="1440" y="1027"/>
                      <a:pt x="1441" y="1028"/>
                    </a:cubicBezTo>
                    <a:cubicBezTo>
                      <a:pt x="1443" y="1029"/>
                      <a:pt x="1443" y="1030"/>
                      <a:pt x="1444" y="1031"/>
                    </a:cubicBezTo>
                    <a:cubicBezTo>
                      <a:pt x="1445" y="1032"/>
                      <a:pt x="1446" y="1031"/>
                      <a:pt x="1447" y="1030"/>
                    </a:cubicBezTo>
                    <a:cubicBezTo>
                      <a:pt x="1449" y="1028"/>
                      <a:pt x="1449" y="1025"/>
                      <a:pt x="1447" y="1023"/>
                    </a:cubicBezTo>
                    <a:cubicBezTo>
                      <a:pt x="1446" y="1022"/>
                      <a:pt x="1445" y="1021"/>
                      <a:pt x="1444" y="1020"/>
                    </a:cubicBezTo>
                    <a:cubicBezTo>
                      <a:pt x="1443" y="1019"/>
                      <a:pt x="1442" y="1018"/>
                      <a:pt x="1440" y="1018"/>
                    </a:cubicBezTo>
                    <a:cubicBezTo>
                      <a:pt x="1436" y="1017"/>
                      <a:pt x="1431" y="1018"/>
                      <a:pt x="1427" y="1021"/>
                    </a:cubicBezTo>
                    <a:cubicBezTo>
                      <a:pt x="1424" y="1023"/>
                      <a:pt x="1420" y="1026"/>
                      <a:pt x="1416" y="1029"/>
                    </a:cubicBezTo>
                    <a:cubicBezTo>
                      <a:pt x="1414" y="1031"/>
                      <a:pt x="1411" y="1033"/>
                      <a:pt x="1409" y="1035"/>
                    </a:cubicBezTo>
                    <a:cubicBezTo>
                      <a:pt x="1408" y="1036"/>
                      <a:pt x="1407" y="1037"/>
                      <a:pt x="1406" y="1038"/>
                    </a:cubicBezTo>
                    <a:cubicBezTo>
                      <a:pt x="1405" y="1040"/>
                      <a:pt x="1403" y="1041"/>
                      <a:pt x="1402" y="1042"/>
                    </a:cubicBezTo>
                    <a:cubicBezTo>
                      <a:pt x="1401" y="1043"/>
                      <a:pt x="1401" y="1044"/>
                      <a:pt x="1401" y="1045"/>
                    </a:cubicBezTo>
                    <a:cubicBezTo>
                      <a:pt x="1402" y="1049"/>
                      <a:pt x="1406" y="1051"/>
                      <a:pt x="1410" y="1052"/>
                    </a:cubicBezTo>
                    <a:cubicBezTo>
                      <a:pt x="1414" y="1053"/>
                      <a:pt x="1419" y="1051"/>
                      <a:pt x="1423" y="1052"/>
                    </a:cubicBezTo>
                    <a:cubicBezTo>
                      <a:pt x="1425" y="1052"/>
                      <a:pt x="1428" y="1052"/>
                      <a:pt x="1431" y="1052"/>
                    </a:cubicBezTo>
                    <a:cubicBezTo>
                      <a:pt x="1431" y="1053"/>
                      <a:pt x="1435" y="1053"/>
                      <a:pt x="1434" y="1054"/>
                    </a:cubicBezTo>
                    <a:cubicBezTo>
                      <a:pt x="1433" y="1055"/>
                      <a:pt x="1432" y="1055"/>
                      <a:pt x="1432" y="1056"/>
                    </a:cubicBezTo>
                    <a:cubicBezTo>
                      <a:pt x="1431" y="1056"/>
                      <a:pt x="1430" y="1057"/>
                      <a:pt x="1429" y="1058"/>
                    </a:cubicBezTo>
                    <a:cubicBezTo>
                      <a:pt x="1427" y="1059"/>
                      <a:pt x="1425" y="1060"/>
                      <a:pt x="1424" y="1062"/>
                    </a:cubicBezTo>
                    <a:cubicBezTo>
                      <a:pt x="1424" y="1063"/>
                      <a:pt x="1423" y="1065"/>
                      <a:pt x="1422" y="1067"/>
                    </a:cubicBezTo>
                    <a:cubicBezTo>
                      <a:pt x="1421" y="1068"/>
                      <a:pt x="1420" y="1067"/>
                      <a:pt x="1419" y="1065"/>
                    </a:cubicBezTo>
                    <a:cubicBezTo>
                      <a:pt x="1419" y="1063"/>
                      <a:pt x="1419" y="1060"/>
                      <a:pt x="1418" y="1058"/>
                    </a:cubicBezTo>
                    <a:cubicBezTo>
                      <a:pt x="1418" y="1056"/>
                      <a:pt x="1415" y="1056"/>
                      <a:pt x="1413" y="1056"/>
                    </a:cubicBezTo>
                    <a:cubicBezTo>
                      <a:pt x="1409" y="1055"/>
                      <a:pt x="1405" y="1056"/>
                      <a:pt x="1401" y="1056"/>
                    </a:cubicBezTo>
                    <a:cubicBezTo>
                      <a:pt x="1399" y="1056"/>
                      <a:pt x="1397" y="1055"/>
                      <a:pt x="1396" y="1056"/>
                    </a:cubicBezTo>
                    <a:cubicBezTo>
                      <a:pt x="1395" y="1056"/>
                      <a:pt x="1394" y="1057"/>
                      <a:pt x="1393" y="1058"/>
                    </a:cubicBezTo>
                    <a:cubicBezTo>
                      <a:pt x="1392" y="1059"/>
                      <a:pt x="1391" y="1061"/>
                      <a:pt x="1391" y="1063"/>
                    </a:cubicBezTo>
                    <a:cubicBezTo>
                      <a:pt x="1391" y="1064"/>
                      <a:pt x="1392" y="1065"/>
                      <a:pt x="1391" y="1066"/>
                    </a:cubicBezTo>
                    <a:cubicBezTo>
                      <a:pt x="1390" y="1067"/>
                      <a:pt x="1390" y="1068"/>
                      <a:pt x="1389" y="1069"/>
                    </a:cubicBezTo>
                    <a:cubicBezTo>
                      <a:pt x="1388" y="1072"/>
                      <a:pt x="1386" y="1074"/>
                      <a:pt x="1385" y="1076"/>
                    </a:cubicBezTo>
                    <a:cubicBezTo>
                      <a:pt x="1384" y="1077"/>
                      <a:pt x="1383" y="1078"/>
                      <a:pt x="1381" y="1079"/>
                    </a:cubicBezTo>
                    <a:cubicBezTo>
                      <a:pt x="1380" y="1080"/>
                      <a:pt x="1378" y="1081"/>
                      <a:pt x="1376" y="1082"/>
                    </a:cubicBezTo>
                    <a:cubicBezTo>
                      <a:pt x="1375" y="1083"/>
                      <a:pt x="1373" y="1084"/>
                      <a:pt x="1372" y="1086"/>
                    </a:cubicBezTo>
                    <a:cubicBezTo>
                      <a:pt x="1371" y="1087"/>
                      <a:pt x="1370" y="1089"/>
                      <a:pt x="1369" y="1090"/>
                    </a:cubicBezTo>
                    <a:cubicBezTo>
                      <a:pt x="1368" y="1091"/>
                      <a:pt x="1368" y="1091"/>
                      <a:pt x="1367" y="1092"/>
                    </a:cubicBezTo>
                    <a:cubicBezTo>
                      <a:pt x="1365" y="1093"/>
                      <a:pt x="1364" y="1095"/>
                      <a:pt x="1363" y="1097"/>
                    </a:cubicBezTo>
                    <a:cubicBezTo>
                      <a:pt x="1362" y="1101"/>
                      <a:pt x="1365" y="1104"/>
                      <a:pt x="1369" y="1104"/>
                    </a:cubicBezTo>
                    <a:cubicBezTo>
                      <a:pt x="1371" y="1104"/>
                      <a:pt x="1373" y="1103"/>
                      <a:pt x="1375" y="1102"/>
                    </a:cubicBezTo>
                    <a:cubicBezTo>
                      <a:pt x="1377" y="1101"/>
                      <a:pt x="1378" y="1099"/>
                      <a:pt x="1380" y="1098"/>
                    </a:cubicBezTo>
                    <a:cubicBezTo>
                      <a:pt x="1382" y="1097"/>
                      <a:pt x="1384" y="1095"/>
                      <a:pt x="1387" y="1095"/>
                    </a:cubicBezTo>
                    <a:cubicBezTo>
                      <a:pt x="1389" y="1095"/>
                      <a:pt x="1392" y="1095"/>
                      <a:pt x="1394" y="1094"/>
                    </a:cubicBezTo>
                    <a:cubicBezTo>
                      <a:pt x="1397" y="1094"/>
                      <a:pt x="1400" y="1092"/>
                      <a:pt x="1403" y="1092"/>
                    </a:cubicBezTo>
                    <a:cubicBezTo>
                      <a:pt x="1404" y="1092"/>
                      <a:pt x="1406" y="1091"/>
                      <a:pt x="1406" y="1092"/>
                    </a:cubicBezTo>
                    <a:cubicBezTo>
                      <a:pt x="1407" y="1093"/>
                      <a:pt x="1407" y="1094"/>
                      <a:pt x="1406" y="1095"/>
                    </a:cubicBezTo>
                    <a:cubicBezTo>
                      <a:pt x="1404" y="1099"/>
                      <a:pt x="1401" y="1101"/>
                      <a:pt x="1398" y="1104"/>
                    </a:cubicBezTo>
                    <a:cubicBezTo>
                      <a:pt x="1397" y="1105"/>
                      <a:pt x="1396" y="1107"/>
                      <a:pt x="1398" y="1108"/>
                    </a:cubicBezTo>
                    <a:cubicBezTo>
                      <a:pt x="1400" y="1110"/>
                      <a:pt x="1403" y="1109"/>
                      <a:pt x="1405" y="1109"/>
                    </a:cubicBezTo>
                    <a:cubicBezTo>
                      <a:pt x="1408" y="1108"/>
                      <a:pt x="1410" y="1106"/>
                      <a:pt x="1411" y="1104"/>
                    </a:cubicBezTo>
                    <a:cubicBezTo>
                      <a:pt x="1413" y="1101"/>
                      <a:pt x="1414" y="1099"/>
                      <a:pt x="1415" y="1096"/>
                    </a:cubicBezTo>
                    <a:cubicBezTo>
                      <a:pt x="1419" y="1092"/>
                      <a:pt x="1425" y="1093"/>
                      <a:pt x="1430" y="1095"/>
                    </a:cubicBezTo>
                    <a:cubicBezTo>
                      <a:pt x="1433" y="1095"/>
                      <a:pt x="1435" y="1095"/>
                      <a:pt x="1438" y="1095"/>
                    </a:cubicBezTo>
                    <a:cubicBezTo>
                      <a:pt x="1440" y="1094"/>
                      <a:pt x="1442" y="1094"/>
                      <a:pt x="1444" y="1093"/>
                    </a:cubicBezTo>
                    <a:cubicBezTo>
                      <a:pt x="1446" y="1092"/>
                      <a:pt x="1448" y="1091"/>
                      <a:pt x="1450" y="1089"/>
                    </a:cubicBezTo>
                    <a:cubicBezTo>
                      <a:pt x="1451" y="1088"/>
                      <a:pt x="1451" y="1085"/>
                      <a:pt x="1453" y="1084"/>
                    </a:cubicBezTo>
                    <a:cubicBezTo>
                      <a:pt x="1454" y="1083"/>
                      <a:pt x="1456" y="1085"/>
                      <a:pt x="1457" y="1086"/>
                    </a:cubicBezTo>
                    <a:cubicBezTo>
                      <a:pt x="1458" y="1088"/>
                      <a:pt x="1458" y="1091"/>
                      <a:pt x="1456" y="1093"/>
                    </a:cubicBezTo>
                    <a:cubicBezTo>
                      <a:pt x="1454" y="1094"/>
                      <a:pt x="1452" y="1095"/>
                      <a:pt x="1449" y="1096"/>
                    </a:cubicBezTo>
                    <a:cubicBezTo>
                      <a:pt x="1447" y="1097"/>
                      <a:pt x="1445" y="1099"/>
                      <a:pt x="1443" y="1100"/>
                    </a:cubicBezTo>
                    <a:cubicBezTo>
                      <a:pt x="1443" y="1100"/>
                      <a:pt x="1439" y="1102"/>
                      <a:pt x="1440" y="1103"/>
                    </a:cubicBezTo>
                    <a:cubicBezTo>
                      <a:pt x="1440" y="1104"/>
                      <a:pt x="1442" y="1104"/>
                      <a:pt x="1442" y="1104"/>
                    </a:cubicBezTo>
                    <a:cubicBezTo>
                      <a:pt x="1444" y="1105"/>
                      <a:pt x="1445" y="1105"/>
                      <a:pt x="1446" y="1105"/>
                    </a:cubicBezTo>
                    <a:cubicBezTo>
                      <a:pt x="1448" y="1106"/>
                      <a:pt x="1450" y="1106"/>
                      <a:pt x="1452" y="1107"/>
                    </a:cubicBezTo>
                    <a:cubicBezTo>
                      <a:pt x="1454" y="1107"/>
                      <a:pt x="1456" y="1106"/>
                      <a:pt x="1458" y="1106"/>
                    </a:cubicBezTo>
                    <a:cubicBezTo>
                      <a:pt x="1460" y="1106"/>
                      <a:pt x="1462" y="1106"/>
                      <a:pt x="1464" y="1107"/>
                    </a:cubicBezTo>
                    <a:cubicBezTo>
                      <a:pt x="1465" y="1107"/>
                      <a:pt x="1466" y="1109"/>
                      <a:pt x="1467" y="1110"/>
                    </a:cubicBezTo>
                    <a:cubicBezTo>
                      <a:pt x="1469" y="1112"/>
                      <a:pt x="1471" y="1110"/>
                      <a:pt x="1473" y="1109"/>
                    </a:cubicBezTo>
                    <a:cubicBezTo>
                      <a:pt x="1474" y="1109"/>
                      <a:pt x="1475" y="1108"/>
                      <a:pt x="1475" y="1108"/>
                    </a:cubicBezTo>
                    <a:cubicBezTo>
                      <a:pt x="1476" y="1108"/>
                      <a:pt x="1477" y="1109"/>
                      <a:pt x="1478" y="1109"/>
                    </a:cubicBezTo>
                    <a:cubicBezTo>
                      <a:pt x="1479" y="1109"/>
                      <a:pt x="1481" y="1109"/>
                      <a:pt x="1482" y="1110"/>
                    </a:cubicBezTo>
                    <a:cubicBezTo>
                      <a:pt x="1484" y="1110"/>
                      <a:pt x="1485" y="1111"/>
                      <a:pt x="1486" y="1112"/>
                    </a:cubicBezTo>
                    <a:cubicBezTo>
                      <a:pt x="1488" y="1112"/>
                      <a:pt x="1490" y="1113"/>
                      <a:pt x="1492" y="1114"/>
                    </a:cubicBezTo>
                    <a:cubicBezTo>
                      <a:pt x="1493" y="1115"/>
                      <a:pt x="1494" y="1116"/>
                      <a:pt x="1492" y="1117"/>
                    </a:cubicBezTo>
                    <a:cubicBezTo>
                      <a:pt x="1491" y="1118"/>
                      <a:pt x="1488" y="1117"/>
                      <a:pt x="1487" y="1117"/>
                    </a:cubicBezTo>
                    <a:cubicBezTo>
                      <a:pt x="1485" y="1116"/>
                      <a:pt x="1483" y="1114"/>
                      <a:pt x="1481" y="1114"/>
                    </a:cubicBezTo>
                    <a:cubicBezTo>
                      <a:pt x="1479" y="1113"/>
                      <a:pt x="1474" y="1113"/>
                      <a:pt x="1472" y="1114"/>
                    </a:cubicBezTo>
                    <a:cubicBezTo>
                      <a:pt x="1469" y="1117"/>
                      <a:pt x="1474" y="1120"/>
                      <a:pt x="1476" y="1122"/>
                    </a:cubicBezTo>
                    <a:cubicBezTo>
                      <a:pt x="1479" y="1124"/>
                      <a:pt x="1481" y="1126"/>
                      <a:pt x="1481" y="1130"/>
                    </a:cubicBezTo>
                    <a:cubicBezTo>
                      <a:pt x="1481" y="1133"/>
                      <a:pt x="1480" y="1137"/>
                      <a:pt x="1480" y="1140"/>
                    </a:cubicBezTo>
                    <a:cubicBezTo>
                      <a:pt x="1480" y="1141"/>
                      <a:pt x="1480" y="1143"/>
                      <a:pt x="1479" y="1144"/>
                    </a:cubicBezTo>
                    <a:cubicBezTo>
                      <a:pt x="1479" y="1145"/>
                      <a:pt x="1477" y="1145"/>
                      <a:pt x="1476" y="1145"/>
                    </a:cubicBezTo>
                    <a:cubicBezTo>
                      <a:pt x="1471" y="1144"/>
                      <a:pt x="1473" y="1138"/>
                      <a:pt x="1473" y="1135"/>
                    </a:cubicBezTo>
                    <a:cubicBezTo>
                      <a:pt x="1474" y="1131"/>
                      <a:pt x="1473" y="1127"/>
                      <a:pt x="1470" y="1123"/>
                    </a:cubicBezTo>
                    <a:cubicBezTo>
                      <a:pt x="1467" y="1120"/>
                      <a:pt x="1462" y="1120"/>
                      <a:pt x="1458" y="1119"/>
                    </a:cubicBezTo>
                    <a:cubicBezTo>
                      <a:pt x="1455" y="1118"/>
                      <a:pt x="1453" y="1117"/>
                      <a:pt x="1451" y="1116"/>
                    </a:cubicBezTo>
                    <a:cubicBezTo>
                      <a:pt x="1449" y="1116"/>
                      <a:pt x="1447" y="1115"/>
                      <a:pt x="1444" y="1115"/>
                    </a:cubicBezTo>
                    <a:cubicBezTo>
                      <a:pt x="1440" y="1114"/>
                      <a:pt x="1437" y="1114"/>
                      <a:pt x="1433" y="1116"/>
                    </a:cubicBezTo>
                    <a:cubicBezTo>
                      <a:pt x="1431" y="1117"/>
                      <a:pt x="1429" y="1118"/>
                      <a:pt x="1428" y="1121"/>
                    </a:cubicBezTo>
                    <a:cubicBezTo>
                      <a:pt x="1428" y="1122"/>
                      <a:pt x="1428" y="1124"/>
                      <a:pt x="1428" y="1126"/>
                    </a:cubicBezTo>
                    <a:cubicBezTo>
                      <a:pt x="1428" y="1128"/>
                      <a:pt x="1427" y="1129"/>
                      <a:pt x="1426" y="1131"/>
                    </a:cubicBezTo>
                    <a:cubicBezTo>
                      <a:pt x="1425" y="1132"/>
                      <a:pt x="1425" y="1134"/>
                      <a:pt x="1425" y="1136"/>
                    </a:cubicBezTo>
                    <a:cubicBezTo>
                      <a:pt x="1426" y="1137"/>
                      <a:pt x="1428" y="1143"/>
                      <a:pt x="1424" y="1141"/>
                    </a:cubicBezTo>
                    <a:cubicBezTo>
                      <a:pt x="1420" y="1140"/>
                      <a:pt x="1419" y="1134"/>
                      <a:pt x="1420" y="1130"/>
                    </a:cubicBezTo>
                    <a:cubicBezTo>
                      <a:pt x="1421" y="1125"/>
                      <a:pt x="1424" y="1121"/>
                      <a:pt x="1427" y="1116"/>
                    </a:cubicBezTo>
                    <a:cubicBezTo>
                      <a:pt x="1428" y="1115"/>
                      <a:pt x="1429" y="1114"/>
                      <a:pt x="1429" y="1112"/>
                    </a:cubicBezTo>
                    <a:cubicBezTo>
                      <a:pt x="1429" y="1110"/>
                      <a:pt x="1427" y="1110"/>
                      <a:pt x="1426" y="1109"/>
                    </a:cubicBezTo>
                    <a:cubicBezTo>
                      <a:pt x="1421" y="1109"/>
                      <a:pt x="1417" y="1110"/>
                      <a:pt x="1413" y="1111"/>
                    </a:cubicBezTo>
                    <a:cubicBezTo>
                      <a:pt x="1412" y="1111"/>
                      <a:pt x="1410" y="1110"/>
                      <a:pt x="1409" y="1111"/>
                    </a:cubicBezTo>
                    <a:cubicBezTo>
                      <a:pt x="1408" y="1112"/>
                      <a:pt x="1407" y="1112"/>
                      <a:pt x="1406" y="1113"/>
                    </a:cubicBezTo>
                    <a:cubicBezTo>
                      <a:pt x="1405" y="1113"/>
                      <a:pt x="1404" y="1114"/>
                      <a:pt x="1404" y="1114"/>
                    </a:cubicBezTo>
                    <a:cubicBezTo>
                      <a:pt x="1402" y="1115"/>
                      <a:pt x="1400" y="1114"/>
                      <a:pt x="1398" y="1114"/>
                    </a:cubicBezTo>
                    <a:cubicBezTo>
                      <a:pt x="1397" y="1114"/>
                      <a:pt x="1396" y="1113"/>
                      <a:pt x="1395" y="1113"/>
                    </a:cubicBezTo>
                    <a:cubicBezTo>
                      <a:pt x="1394" y="1113"/>
                      <a:pt x="1392" y="1113"/>
                      <a:pt x="1390" y="1114"/>
                    </a:cubicBezTo>
                    <a:cubicBezTo>
                      <a:pt x="1389" y="1114"/>
                      <a:pt x="1387" y="1115"/>
                      <a:pt x="1386" y="1117"/>
                    </a:cubicBezTo>
                    <a:cubicBezTo>
                      <a:pt x="1386" y="1118"/>
                      <a:pt x="1387" y="1119"/>
                      <a:pt x="1386" y="1119"/>
                    </a:cubicBezTo>
                    <a:cubicBezTo>
                      <a:pt x="1386" y="1120"/>
                      <a:pt x="1384" y="1120"/>
                      <a:pt x="1384" y="1121"/>
                    </a:cubicBezTo>
                    <a:cubicBezTo>
                      <a:pt x="1381" y="1121"/>
                      <a:pt x="1379" y="1121"/>
                      <a:pt x="1376" y="1122"/>
                    </a:cubicBezTo>
                    <a:cubicBezTo>
                      <a:pt x="1373" y="1122"/>
                      <a:pt x="1371" y="1121"/>
                      <a:pt x="1368" y="1122"/>
                    </a:cubicBezTo>
                    <a:cubicBezTo>
                      <a:pt x="1366" y="1122"/>
                      <a:pt x="1365" y="1123"/>
                      <a:pt x="1364" y="1125"/>
                    </a:cubicBezTo>
                    <a:cubicBezTo>
                      <a:pt x="1363" y="1126"/>
                      <a:pt x="1361" y="1128"/>
                      <a:pt x="1360" y="1129"/>
                    </a:cubicBezTo>
                    <a:cubicBezTo>
                      <a:pt x="1358" y="1130"/>
                      <a:pt x="1358" y="1132"/>
                      <a:pt x="1357" y="1134"/>
                    </a:cubicBezTo>
                    <a:cubicBezTo>
                      <a:pt x="1356" y="1135"/>
                      <a:pt x="1356" y="1136"/>
                      <a:pt x="1355" y="1137"/>
                    </a:cubicBezTo>
                    <a:cubicBezTo>
                      <a:pt x="1354" y="1138"/>
                      <a:pt x="1353" y="1139"/>
                      <a:pt x="1353" y="1140"/>
                    </a:cubicBezTo>
                    <a:cubicBezTo>
                      <a:pt x="1352" y="1142"/>
                      <a:pt x="1351" y="1144"/>
                      <a:pt x="1352" y="1146"/>
                    </a:cubicBezTo>
                    <a:cubicBezTo>
                      <a:pt x="1353" y="1148"/>
                      <a:pt x="1356" y="1148"/>
                      <a:pt x="1358" y="1148"/>
                    </a:cubicBezTo>
                    <a:cubicBezTo>
                      <a:pt x="1362" y="1148"/>
                      <a:pt x="1365" y="1148"/>
                      <a:pt x="1369" y="1149"/>
                    </a:cubicBezTo>
                    <a:cubicBezTo>
                      <a:pt x="1371" y="1150"/>
                      <a:pt x="1374" y="1150"/>
                      <a:pt x="1376" y="1151"/>
                    </a:cubicBezTo>
                    <a:cubicBezTo>
                      <a:pt x="1378" y="1151"/>
                      <a:pt x="1380" y="1152"/>
                      <a:pt x="1382" y="1153"/>
                    </a:cubicBezTo>
                    <a:cubicBezTo>
                      <a:pt x="1385" y="1154"/>
                      <a:pt x="1387" y="1156"/>
                      <a:pt x="1388" y="1158"/>
                    </a:cubicBezTo>
                    <a:cubicBezTo>
                      <a:pt x="1389" y="1159"/>
                      <a:pt x="1390" y="1162"/>
                      <a:pt x="1388" y="1163"/>
                    </a:cubicBezTo>
                    <a:cubicBezTo>
                      <a:pt x="1387" y="1163"/>
                      <a:pt x="1385" y="1161"/>
                      <a:pt x="1383" y="1160"/>
                    </a:cubicBezTo>
                    <a:cubicBezTo>
                      <a:pt x="1381" y="1157"/>
                      <a:pt x="1379" y="1153"/>
                      <a:pt x="1375" y="1153"/>
                    </a:cubicBezTo>
                    <a:cubicBezTo>
                      <a:pt x="1373" y="1152"/>
                      <a:pt x="1371" y="1152"/>
                      <a:pt x="1369" y="1152"/>
                    </a:cubicBezTo>
                    <a:cubicBezTo>
                      <a:pt x="1366" y="1152"/>
                      <a:pt x="1364" y="1152"/>
                      <a:pt x="1362" y="1151"/>
                    </a:cubicBezTo>
                    <a:cubicBezTo>
                      <a:pt x="1361" y="1151"/>
                      <a:pt x="1359" y="1152"/>
                      <a:pt x="1358" y="1152"/>
                    </a:cubicBezTo>
                    <a:cubicBezTo>
                      <a:pt x="1357" y="1152"/>
                      <a:pt x="1355" y="1151"/>
                      <a:pt x="1354" y="1152"/>
                    </a:cubicBezTo>
                    <a:cubicBezTo>
                      <a:pt x="1354" y="1152"/>
                      <a:pt x="1354" y="1153"/>
                      <a:pt x="1354" y="1154"/>
                    </a:cubicBezTo>
                    <a:cubicBezTo>
                      <a:pt x="1353" y="1156"/>
                      <a:pt x="1353" y="1157"/>
                      <a:pt x="1353" y="1158"/>
                    </a:cubicBezTo>
                    <a:cubicBezTo>
                      <a:pt x="1353" y="1161"/>
                      <a:pt x="1353" y="1163"/>
                      <a:pt x="1352" y="1165"/>
                    </a:cubicBezTo>
                    <a:cubicBezTo>
                      <a:pt x="1352" y="1169"/>
                      <a:pt x="1348" y="1177"/>
                      <a:pt x="1343" y="1173"/>
                    </a:cubicBezTo>
                    <a:cubicBezTo>
                      <a:pt x="1342" y="1172"/>
                      <a:pt x="1341" y="1170"/>
                      <a:pt x="1339" y="1168"/>
                    </a:cubicBezTo>
                    <a:cubicBezTo>
                      <a:pt x="1339" y="1167"/>
                      <a:pt x="1337" y="1167"/>
                      <a:pt x="1337" y="1166"/>
                    </a:cubicBezTo>
                    <a:cubicBezTo>
                      <a:pt x="1334" y="1163"/>
                      <a:pt x="1334" y="1158"/>
                      <a:pt x="1332" y="1155"/>
                    </a:cubicBezTo>
                    <a:cubicBezTo>
                      <a:pt x="1331" y="1154"/>
                      <a:pt x="1328" y="1151"/>
                      <a:pt x="1326" y="1153"/>
                    </a:cubicBezTo>
                    <a:cubicBezTo>
                      <a:pt x="1325" y="1155"/>
                      <a:pt x="1325" y="1157"/>
                      <a:pt x="1325" y="1159"/>
                    </a:cubicBezTo>
                    <a:cubicBezTo>
                      <a:pt x="1325" y="1161"/>
                      <a:pt x="1325" y="1164"/>
                      <a:pt x="1325" y="1167"/>
                    </a:cubicBezTo>
                    <a:cubicBezTo>
                      <a:pt x="1325" y="1169"/>
                      <a:pt x="1325" y="1170"/>
                      <a:pt x="1324" y="1172"/>
                    </a:cubicBezTo>
                    <a:cubicBezTo>
                      <a:pt x="1323" y="1174"/>
                      <a:pt x="1322" y="1175"/>
                      <a:pt x="1321" y="1177"/>
                    </a:cubicBezTo>
                    <a:cubicBezTo>
                      <a:pt x="1320" y="1179"/>
                      <a:pt x="1317" y="1183"/>
                      <a:pt x="1314" y="1182"/>
                    </a:cubicBezTo>
                    <a:cubicBezTo>
                      <a:pt x="1312" y="1181"/>
                      <a:pt x="1312" y="1179"/>
                      <a:pt x="1313" y="1177"/>
                    </a:cubicBezTo>
                    <a:cubicBezTo>
                      <a:pt x="1313" y="1176"/>
                      <a:pt x="1314" y="1173"/>
                      <a:pt x="1313" y="1172"/>
                    </a:cubicBezTo>
                    <a:cubicBezTo>
                      <a:pt x="1312" y="1171"/>
                      <a:pt x="1309" y="1171"/>
                      <a:pt x="1308" y="1172"/>
                    </a:cubicBezTo>
                    <a:cubicBezTo>
                      <a:pt x="1306" y="1172"/>
                      <a:pt x="1304" y="1172"/>
                      <a:pt x="1302" y="1173"/>
                    </a:cubicBezTo>
                    <a:cubicBezTo>
                      <a:pt x="1301" y="1173"/>
                      <a:pt x="1299" y="1173"/>
                      <a:pt x="1298" y="1173"/>
                    </a:cubicBezTo>
                    <a:cubicBezTo>
                      <a:pt x="1297" y="1173"/>
                      <a:pt x="1296" y="1174"/>
                      <a:pt x="1294" y="1174"/>
                    </a:cubicBezTo>
                    <a:cubicBezTo>
                      <a:pt x="1293" y="1175"/>
                      <a:pt x="1291" y="1176"/>
                      <a:pt x="1291" y="1177"/>
                    </a:cubicBezTo>
                    <a:cubicBezTo>
                      <a:pt x="1291" y="1179"/>
                      <a:pt x="1292" y="1181"/>
                      <a:pt x="1291" y="1183"/>
                    </a:cubicBezTo>
                    <a:cubicBezTo>
                      <a:pt x="1291" y="1185"/>
                      <a:pt x="1288" y="1184"/>
                      <a:pt x="1287" y="1184"/>
                    </a:cubicBezTo>
                    <a:cubicBezTo>
                      <a:pt x="1285" y="1183"/>
                      <a:pt x="1284" y="1184"/>
                      <a:pt x="1283" y="1184"/>
                    </a:cubicBezTo>
                    <a:cubicBezTo>
                      <a:pt x="1282" y="1185"/>
                      <a:pt x="1281" y="1185"/>
                      <a:pt x="1279" y="1185"/>
                    </a:cubicBezTo>
                    <a:cubicBezTo>
                      <a:pt x="1278" y="1185"/>
                      <a:pt x="1276" y="1185"/>
                      <a:pt x="1275" y="1184"/>
                    </a:cubicBezTo>
                    <a:cubicBezTo>
                      <a:pt x="1272" y="1183"/>
                      <a:pt x="1269" y="1181"/>
                      <a:pt x="1266" y="1183"/>
                    </a:cubicBezTo>
                    <a:cubicBezTo>
                      <a:pt x="1265" y="1184"/>
                      <a:pt x="1264" y="1186"/>
                      <a:pt x="1265" y="1187"/>
                    </a:cubicBezTo>
                    <a:cubicBezTo>
                      <a:pt x="1266" y="1188"/>
                      <a:pt x="1268" y="1189"/>
                      <a:pt x="1268" y="1190"/>
                    </a:cubicBezTo>
                    <a:cubicBezTo>
                      <a:pt x="1269" y="1192"/>
                      <a:pt x="1269" y="1194"/>
                      <a:pt x="1270" y="1195"/>
                    </a:cubicBezTo>
                    <a:cubicBezTo>
                      <a:pt x="1271" y="1197"/>
                      <a:pt x="1273" y="1197"/>
                      <a:pt x="1275" y="1197"/>
                    </a:cubicBezTo>
                    <a:cubicBezTo>
                      <a:pt x="1276" y="1197"/>
                      <a:pt x="1280" y="1196"/>
                      <a:pt x="1281" y="1197"/>
                    </a:cubicBezTo>
                    <a:cubicBezTo>
                      <a:pt x="1281" y="1198"/>
                      <a:pt x="1281" y="1198"/>
                      <a:pt x="1281" y="1199"/>
                    </a:cubicBezTo>
                    <a:cubicBezTo>
                      <a:pt x="1282" y="1200"/>
                      <a:pt x="1282" y="1201"/>
                      <a:pt x="1282" y="1202"/>
                    </a:cubicBezTo>
                    <a:cubicBezTo>
                      <a:pt x="1284" y="1205"/>
                      <a:pt x="1287" y="1207"/>
                      <a:pt x="1289" y="1209"/>
                    </a:cubicBezTo>
                    <a:cubicBezTo>
                      <a:pt x="1291" y="1211"/>
                      <a:pt x="1292" y="1213"/>
                      <a:pt x="1293" y="1215"/>
                    </a:cubicBezTo>
                    <a:cubicBezTo>
                      <a:pt x="1294" y="1221"/>
                      <a:pt x="1300" y="1221"/>
                      <a:pt x="1305" y="1222"/>
                    </a:cubicBezTo>
                    <a:cubicBezTo>
                      <a:pt x="1307" y="1222"/>
                      <a:pt x="1310" y="1223"/>
                      <a:pt x="1311" y="1224"/>
                    </a:cubicBezTo>
                    <a:cubicBezTo>
                      <a:pt x="1312" y="1226"/>
                      <a:pt x="1308" y="1227"/>
                      <a:pt x="1307" y="1227"/>
                    </a:cubicBezTo>
                    <a:cubicBezTo>
                      <a:pt x="1304" y="1227"/>
                      <a:pt x="1301" y="1226"/>
                      <a:pt x="1298" y="1225"/>
                    </a:cubicBezTo>
                    <a:cubicBezTo>
                      <a:pt x="1296" y="1224"/>
                      <a:pt x="1294" y="1223"/>
                      <a:pt x="1291" y="1223"/>
                    </a:cubicBezTo>
                    <a:cubicBezTo>
                      <a:pt x="1287" y="1222"/>
                      <a:pt x="1283" y="1222"/>
                      <a:pt x="1278" y="1222"/>
                    </a:cubicBezTo>
                    <a:cubicBezTo>
                      <a:pt x="1277" y="1222"/>
                      <a:pt x="1277" y="1222"/>
                      <a:pt x="1276" y="1222"/>
                    </a:cubicBezTo>
                    <a:cubicBezTo>
                      <a:pt x="1276" y="1223"/>
                      <a:pt x="1276" y="1223"/>
                      <a:pt x="1276" y="1223"/>
                    </a:cubicBezTo>
                    <a:cubicBezTo>
                      <a:pt x="1274" y="1222"/>
                      <a:pt x="1272" y="1222"/>
                      <a:pt x="1270" y="1222"/>
                    </a:cubicBezTo>
                    <a:cubicBezTo>
                      <a:pt x="1269" y="1222"/>
                      <a:pt x="1267" y="1222"/>
                      <a:pt x="1266" y="1222"/>
                    </a:cubicBezTo>
                    <a:cubicBezTo>
                      <a:pt x="1265" y="1223"/>
                      <a:pt x="1265" y="1226"/>
                      <a:pt x="1265" y="1227"/>
                    </a:cubicBezTo>
                    <a:cubicBezTo>
                      <a:pt x="1265" y="1228"/>
                      <a:pt x="1265" y="1230"/>
                      <a:pt x="1266" y="1231"/>
                    </a:cubicBezTo>
                    <a:cubicBezTo>
                      <a:pt x="1267" y="1231"/>
                      <a:pt x="1267" y="1231"/>
                      <a:pt x="1268" y="1231"/>
                    </a:cubicBezTo>
                    <a:cubicBezTo>
                      <a:pt x="1270" y="1231"/>
                      <a:pt x="1271" y="1232"/>
                      <a:pt x="1272" y="1232"/>
                    </a:cubicBezTo>
                    <a:cubicBezTo>
                      <a:pt x="1275" y="1232"/>
                      <a:pt x="1277" y="1231"/>
                      <a:pt x="1280" y="1232"/>
                    </a:cubicBezTo>
                    <a:cubicBezTo>
                      <a:pt x="1281" y="1232"/>
                      <a:pt x="1282" y="1232"/>
                      <a:pt x="1283" y="1232"/>
                    </a:cubicBezTo>
                    <a:cubicBezTo>
                      <a:pt x="1284" y="1232"/>
                      <a:pt x="1286" y="1233"/>
                      <a:pt x="1286" y="1234"/>
                    </a:cubicBezTo>
                    <a:cubicBezTo>
                      <a:pt x="1286" y="1235"/>
                      <a:pt x="1284" y="1235"/>
                      <a:pt x="1283" y="1236"/>
                    </a:cubicBezTo>
                    <a:cubicBezTo>
                      <a:pt x="1282" y="1236"/>
                      <a:pt x="1280" y="1237"/>
                      <a:pt x="1278" y="1236"/>
                    </a:cubicBezTo>
                    <a:cubicBezTo>
                      <a:pt x="1277" y="1236"/>
                      <a:pt x="1276" y="1236"/>
                      <a:pt x="1274" y="1236"/>
                    </a:cubicBezTo>
                    <a:cubicBezTo>
                      <a:pt x="1273" y="1236"/>
                      <a:pt x="1271" y="1236"/>
                      <a:pt x="1270" y="1236"/>
                    </a:cubicBezTo>
                    <a:cubicBezTo>
                      <a:pt x="1268" y="1237"/>
                      <a:pt x="1266" y="1237"/>
                      <a:pt x="1264" y="1237"/>
                    </a:cubicBezTo>
                    <a:cubicBezTo>
                      <a:pt x="1262" y="1238"/>
                      <a:pt x="1262" y="1239"/>
                      <a:pt x="1264" y="1240"/>
                    </a:cubicBezTo>
                    <a:cubicBezTo>
                      <a:pt x="1266" y="1241"/>
                      <a:pt x="1268" y="1241"/>
                      <a:pt x="1269" y="1243"/>
                    </a:cubicBezTo>
                    <a:cubicBezTo>
                      <a:pt x="1271" y="1244"/>
                      <a:pt x="1272" y="1245"/>
                      <a:pt x="1275" y="1245"/>
                    </a:cubicBezTo>
                    <a:cubicBezTo>
                      <a:pt x="1277" y="1245"/>
                      <a:pt x="1278" y="1244"/>
                      <a:pt x="1280" y="1244"/>
                    </a:cubicBezTo>
                    <a:cubicBezTo>
                      <a:pt x="1282" y="1244"/>
                      <a:pt x="1283" y="1243"/>
                      <a:pt x="1285" y="1243"/>
                    </a:cubicBezTo>
                    <a:cubicBezTo>
                      <a:pt x="1286" y="1243"/>
                      <a:pt x="1288" y="1243"/>
                      <a:pt x="1289" y="1243"/>
                    </a:cubicBezTo>
                    <a:cubicBezTo>
                      <a:pt x="1290" y="1243"/>
                      <a:pt x="1291" y="1242"/>
                      <a:pt x="1292" y="1242"/>
                    </a:cubicBezTo>
                    <a:cubicBezTo>
                      <a:pt x="1293" y="1242"/>
                      <a:pt x="1294" y="1242"/>
                      <a:pt x="1295" y="1242"/>
                    </a:cubicBezTo>
                    <a:cubicBezTo>
                      <a:pt x="1296" y="1242"/>
                      <a:pt x="1297" y="1242"/>
                      <a:pt x="1298" y="1242"/>
                    </a:cubicBezTo>
                    <a:cubicBezTo>
                      <a:pt x="1299" y="1242"/>
                      <a:pt x="1300" y="1243"/>
                      <a:pt x="1300" y="1244"/>
                    </a:cubicBezTo>
                    <a:cubicBezTo>
                      <a:pt x="1300" y="1245"/>
                      <a:pt x="1298" y="1246"/>
                      <a:pt x="1297" y="1246"/>
                    </a:cubicBezTo>
                    <a:cubicBezTo>
                      <a:pt x="1295" y="1246"/>
                      <a:pt x="1294" y="1246"/>
                      <a:pt x="1292" y="1246"/>
                    </a:cubicBezTo>
                    <a:cubicBezTo>
                      <a:pt x="1291" y="1246"/>
                      <a:pt x="1290" y="1246"/>
                      <a:pt x="1288" y="1247"/>
                    </a:cubicBezTo>
                    <a:cubicBezTo>
                      <a:pt x="1287" y="1247"/>
                      <a:pt x="1287" y="1247"/>
                      <a:pt x="1286" y="1248"/>
                    </a:cubicBezTo>
                    <a:cubicBezTo>
                      <a:pt x="1285" y="1249"/>
                      <a:pt x="1285" y="1250"/>
                      <a:pt x="1284" y="1251"/>
                    </a:cubicBezTo>
                    <a:cubicBezTo>
                      <a:pt x="1283" y="1251"/>
                      <a:pt x="1281" y="1251"/>
                      <a:pt x="1280" y="1251"/>
                    </a:cubicBezTo>
                    <a:cubicBezTo>
                      <a:pt x="1277" y="1251"/>
                      <a:pt x="1275" y="1251"/>
                      <a:pt x="1273" y="1251"/>
                    </a:cubicBezTo>
                    <a:cubicBezTo>
                      <a:pt x="1270" y="1251"/>
                      <a:pt x="1268" y="1251"/>
                      <a:pt x="1265" y="1249"/>
                    </a:cubicBezTo>
                    <a:cubicBezTo>
                      <a:pt x="1262" y="1248"/>
                      <a:pt x="1260" y="1245"/>
                      <a:pt x="1257" y="1243"/>
                    </a:cubicBezTo>
                    <a:cubicBezTo>
                      <a:pt x="1253" y="1242"/>
                      <a:pt x="1247" y="1241"/>
                      <a:pt x="1242" y="1241"/>
                    </a:cubicBezTo>
                    <a:cubicBezTo>
                      <a:pt x="1241" y="1241"/>
                      <a:pt x="1240" y="1241"/>
                      <a:pt x="1239" y="1241"/>
                    </a:cubicBezTo>
                    <a:cubicBezTo>
                      <a:pt x="1238" y="1241"/>
                      <a:pt x="1236" y="1241"/>
                      <a:pt x="1235" y="1241"/>
                    </a:cubicBezTo>
                    <a:cubicBezTo>
                      <a:pt x="1233" y="1241"/>
                      <a:pt x="1231" y="1244"/>
                      <a:pt x="1233" y="1245"/>
                    </a:cubicBezTo>
                    <a:cubicBezTo>
                      <a:pt x="1235" y="1246"/>
                      <a:pt x="1237" y="1246"/>
                      <a:pt x="1238" y="1247"/>
                    </a:cubicBezTo>
                    <a:cubicBezTo>
                      <a:pt x="1241" y="1247"/>
                      <a:pt x="1243" y="1248"/>
                      <a:pt x="1245" y="1248"/>
                    </a:cubicBezTo>
                    <a:cubicBezTo>
                      <a:pt x="1248" y="1249"/>
                      <a:pt x="1250" y="1250"/>
                      <a:pt x="1252" y="1251"/>
                    </a:cubicBezTo>
                    <a:cubicBezTo>
                      <a:pt x="1253" y="1252"/>
                      <a:pt x="1254" y="1253"/>
                      <a:pt x="1256" y="1254"/>
                    </a:cubicBezTo>
                    <a:cubicBezTo>
                      <a:pt x="1257" y="1255"/>
                      <a:pt x="1259" y="1256"/>
                      <a:pt x="1259" y="1257"/>
                    </a:cubicBezTo>
                    <a:cubicBezTo>
                      <a:pt x="1259" y="1259"/>
                      <a:pt x="1256" y="1259"/>
                      <a:pt x="1255" y="1259"/>
                    </a:cubicBezTo>
                    <a:cubicBezTo>
                      <a:pt x="1253" y="1259"/>
                      <a:pt x="1251" y="1258"/>
                      <a:pt x="1249" y="1257"/>
                    </a:cubicBezTo>
                    <a:cubicBezTo>
                      <a:pt x="1246" y="1256"/>
                      <a:pt x="1244" y="1255"/>
                      <a:pt x="1241" y="1255"/>
                    </a:cubicBezTo>
                    <a:cubicBezTo>
                      <a:pt x="1239" y="1254"/>
                      <a:pt x="1237" y="1254"/>
                      <a:pt x="1235" y="1254"/>
                    </a:cubicBezTo>
                    <a:cubicBezTo>
                      <a:pt x="1232" y="1253"/>
                      <a:pt x="1226" y="1256"/>
                      <a:pt x="1227" y="1260"/>
                    </a:cubicBezTo>
                    <a:cubicBezTo>
                      <a:pt x="1228" y="1263"/>
                      <a:pt x="1230" y="1263"/>
                      <a:pt x="1233" y="1263"/>
                    </a:cubicBezTo>
                    <a:cubicBezTo>
                      <a:pt x="1235" y="1264"/>
                      <a:pt x="1237" y="1264"/>
                      <a:pt x="1239" y="1266"/>
                    </a:cubicBezTo>
                    <a:cubicBezTo>
                      <a:pt x="1240" y="1268"/>
                      <a:pt x="1237" y="1269"/>
                      <a:pt x="1236" y="1270"/>
                    </a:cubicBezTo>
                    <a:cubicBezTo>
                      <a:pt x="1234" y="1270"/>
                      <a:pt x="1232" y="1271"/>
                      <a:pt x="1231" y="1273"/>
                    </a:cubicBezTo>
                    <a:cubicBezTo>
                      <a:pt x="1231" y="1275"/>
                      <a:pt x="1231" y="1276"/>
                      <a:pt x="1229" y="1278"/>
                    </a:cubicBezTo>
                    <a:cubicBezTo>
                      <a:pt x="1228" y="1279"/>
                      <a:pt x="1227" y="1280"/>
                      <a:pt x="1228" y="1282"/>
                    </a:cubicBezTo>
                    <a:cubicBezTo>
                      <a:pt x="1229" y="1284"/>
                      <a:pt x="1231" y="1285"/>
                      <a:pt x="1234" y="1286"/>
                    </a:cubicBezTo>
                    <a:cubicBezTo>
                      <a:pt x="1236" y="1286"/>
                      <a:pt x="1238" y="1284"/>
                      <a:pt x="1241" y="1284"/>
                    </a:cubicBezTo>
                    <a:cubicBezTo>
                      <a:pt x="1244" y="1282"/>
                      <a:pt x="1247" y="1282"/>
                      <a:pt x="1250" y="1282"/>
                    </a:cubicBezTo>
                    <a:cubicBezTo>
                      <a:pt x="1253" y="1283"/>
                      <a:pt x="1257" y="1283"/>
                      <a:pt x="1259" y="1282"/>
                    </a:cubicBezTo>
                    <a:cubicBezTo>
                      <a:pt x="1262" y="1280"/>
                      <a:pt x="1264" y="1276"/>
                      <a:pt x="1267" y="1274"/>
                    </a:cubicBezTo>
                    <a:cubicBezTo>
                      <a:pt x="1269" y="1272"/>
                      <a:pt x="1272" y="1271"/>
                      <a:pt x="1274" y="1271"/>
                    </a:cubicBezTo>
                    <a:cubicBezTo>
                      <a:pt x="1277" y="1271"/>
                      <a:pt x="1280" y="1272"/>
                      <a:pt x="1282" y="1273"/>
                    </a:cubicBezTo>
                    <a:cubicBezTo>
                      <a:pt x="1283" y="1273"/>
                      <a:pt x="1288" y="1275"/>
                      <a:pt x="1285" y="1277"/>
                    </a:cubicBezTo>
                    <a:cubicBezTo>
                      <a:pt x="1283" y="1277"/>
                      <a:pt x="1281" y="1277"/>
                      <a:pt x="1280" y="1276"/>
                    </a:cubicBezTo>
                    <a:cubicBezTo>
                      <a:pt x="1278" y="1276"/>
                      <a:pt x="1276" y="1276"/>
                      <a:pt x="1275" y="1276"/>
                    </a:cubicBezTo>
                    <a:cubicBezTo>
                      <a:pt x="1274" y="1275"/>
                      <a:pt x="1273" y="1275"/>
                      <a:pt x="1272" y="1276"/>
                    </a:cubicBezTo>
                    <a:cubicBezTo>
                      <a:pt x="1271" y="1276"/>
                      <a:pt x="1270" y="1277"/>
                      <a:pt x="1269" y="1278"/>
                    </a:cubicBezTo>
                    <a:cubicBezTo>
                      <a:pt x="1267" y="1279"/>
                      <a:pt x="1265" y="1280"/>
                      <a:pt x="1263" y="1283"/>
                    </a:cubicBezTo>
                    <a:cubicBezTo>
                      <a:pt x="1262" y="1285"/>
                      <a:pt x="1265" y="1287"/>
                      <a:pt x="1267" y="1289"/>
                    </a:cubicBezTo>
                    <a:cubicBezTo>
                      <a:pt x="1269" y="1290"/>
                      <a:pt x="1272" y="1291"/>
                      <a:pt x="1274" y="1293"/>
                    </a:cubicBezTo>
                    <a:cubicBezTo>
                      <a:pt x="1275" y="1294"/>
                      <a:pt x="1278" y="1298"/>
                      <a:pt x="1275" y="1299"/>
                    </a:cubicBezTo>
                    <a:cubicBezTo>
                      <a:pt x="1274" y="1299"/>
                      <a:pt x="1272" y="1298"/>
                      <a:pt x="1271" y="1297"/>
                    </a:cubicBezTo>
                    <a:cubicBezTo>
                      <a:pt x="1269" y="1296"/>
                      <a:pt x="1267" y="1295"/>
                      <a:pt x="1265" y="1294"/>
                    </a:cubicBezTo>
                    <a:cubicBezTo>
                      <a:pt x="1263" y="1292"/>
                      <a:pt x="1261" y="1291"/>
                      <a:pt x="1258" y="1291"/>
                    </a:cubicBezTo>
                    <a:cubicBezTo>
                      <a:pt x="1255" y="1291"/>
                      <a:pt x="1253" y="1290"/>
                      <a:pt x="1250" y="1290"/>
                    </a:cubicBezTo>
                    <a:cubicBezTo>
                      <a:pt x="1248" y="1290"/>
                      <a:pt x="1246" y="1291"/>
                      <a:pt x="1244" y="1292"/>
                    </a:cubicBezTo>
                    <a:cubicBezTo>
                      <a:pt x="1242" y="1293"/>
                      <a:pt x="1240" y="1292"/>
                      <a:pt x="1237" y="1292"/>
                    </a:cubicBezTo>
                    <a:cubicBezTo>
                      <a:pt x="1235" y="1291"/>
                      <a:pt x="1233" y="1292"/>
                      <a:pt x="1233" y="1295"/>
                    </a:cubicBezTo>
                    <a:cubicBezTo>
                      <a:pt x="1232" y="1297"/>
                      <a:pt x="1231" y="1301"/>
                      <a:pt x="1232" y="1303"/>
                    </a:cubicBezTo>
                    <a:cubicBezTo>
                      <a:pt x="1233" y="1305"/>
                      <a:pt x="1235" y="1306"/>
                      <a:pt x="1237" y="1308"/>
                    </a:cubicBezTo>
                    <a:cubicBezTo>
                      <a:pt x="1239" y="1309"/>
                      <a:pt x="1237" y="1310"/>
                      <a:pt x="1236" y="1311"/>
                    </a:cubicBezTo>
                    <a:cubicBezTo>
                      <a:pt x="1233" y="1312"/>
                      <a:pt x="1231" y="1311"/>
                      <a:pt x="1229" y="1309"/>
                    </a:cubicBezTo>
                    <a:cubicBezTo>
                      <a:pt x="1228" y="1306"/>
                      <a:pt x="1228" y="1303"/>
                      <a:pt x="1228" y="1300"/>
                    </a:cubicBezTo>
                    <a:cubicBezTo>
                      <a:pt x="1227" y="1296"/>
                      <a:pt x="1226" y="1293"/>
                      <a:pt x="1224" y="1290"/>
                    </a:cubicBezTo>
                    <a:cubicBezTo>
                      <a:pt x="1221" y="1287"/>
                      <a:pt x="1218" y="1286"/>
                      <a:pt x="1215" y="1287"/>
                    </a:cubicBezTo>
                    <a:cubicBezTo>
                      <a:pt x="1210" y="1287"/>
                      <a:pt x="1204" y="1290"/>
                      <a:pt x="1204" y="1295"/>
                    </a:cubicBezTo>
                    <a:cubicBezTo>
                      <a:pt x="1205" y="1298"/>
                      <a:pt x="1209" y="1300"/>
                      <a:pt x="1211" y="1301"/>
                    </a:cubicBezTo>
                    <a:cubicBezTo>
                      <a:pt x="1214" y="1303"/>
                      <a:pt x="1218" y="1304"/>
                      <a:pt x="1217" y="1308"/>
                    </a:cubicBezTo>
                    <a:cubicBezTo>
                      <a:pt x="1216" y="1310"/>
                      <a:pt x="1214" y="1312"/>
                      <a:pt x="1215" y="1314"/>
                    </a:cubicBezTo>
                    <a:cubicBezTo>
                      <a:pt x="1216" y="1317"/>
                      <a:pt x="1218" y="1319"/>
                      <a:pt x="1218" y="1322"/>
                    </a:cubicBezTo>
                    <a:cubicBezTo>
                      <a:pt x="1219" y="1325"/>
                      <a:pt x="1216" y="1325"/>
                      <a:pt x="1214" y="1327"/>
                    </a:cubicBezTo>
                    <a:cubicBezTo>
                      <a:pt x="1213" y="1328"/>
                      <a:pt x="1212" y="1330"/>
                      <a:pt x="1211" y="1331"/>
                    </a:cubicBezTo>
                    <a:cubicBezTo>
                      <a:pt x="1210" y="1331"/>
                      <a:pt x="1209" y="1332"/>
                      <a:pt x="1208" y="1333"/>
                    </a:cubicBezTo>
                    <a:cubicBezTo>
                      <a:pt x="1206" y="1334"/>
                      <a:pt x="1203" y="1336"/>
                      <a:pt x="1204" y="1338"/>
                    </a:cubicBezTo>
                    <a:cubicBezTo>
                      <a:pt x="1204" y="1342"/>
                      <a:pt x="1208" y="1345"/>
                      <a:pt x="1210" y="1346"/>
                    </a:cubicBezTo>
                    <a:cubicBezTo>
                      <a:pt x="1213" y="1349"/>
                      <a:pt x="1216" y="1350"/>
                      <a:pt x="1220" y="1350"/>
                    </a:cubicBezTo>
                    <a:cubicBezTo>
                      <a:pt x="1224" y="1350"/>
                      <a:pt x="1229" y="1348"/>
                      <a:pt x="1233" y="1346"/>
                    </a:cubicBezTo>
                    <a:cubicBezTo>
                      <a:pt x="1237" y="1344"/>
                      <a:pt x="1241" y="1341"/>
                      <a:pt x="1246" y="1342"/>
                    </a:cubicBezTo>
                    <a:cubicBezTo>
                      <a:pt x="1250" y="1342"/>
                      <a:pt x="1255" y="1345"/>
                      <a:pt x="1257" y="1350"/>
                    </a:cubicBezTo>
                    <a:cubicBezTo>
                      <a:pt x="1258" y="1356"/>
                      <a:pt x="1249" y="1355"/>
                      <a:pt x="1245" y="1355"/>
                    </a:cubicBezTo>
                    <a:cubicBezTo>
                      <a:pt x="1241" y="1355"/>
                      <a:pt x="1238" y="1354"/>
                      <a:pt x="1234" y="1354"/>
                    </a:cubicBezTo>
                    <a:cubicBezTo>
                      <a:pt x="1231" y="1354"/>
                      <a:pt x="1228" y="1353"/>
                      <a:pt x="1225" y="1354"/>
                    </a:cubicBezTo>
                    <a:cubicBezTo>
                      <a:pt x="1221" y="1356"/>
                      <a:pt x="1220" y="1360"/>
                      <a:pt x="1218" y="1363"/>
                    </a:cubicBezTo>
                    <a:cubicBezTo>
                      <a:pt x="1216" y="1366"/>
                      <a:pt x="1213" y="1368"/>
                      <a:pt x="1210" y="1370"/>
                    </a:cubicBezTo>
                    <a:cubicBezTo>
                      <a:pt x="1207" y="1371"/>
                      <a:pt x="1204" y="1373"/>
                      <a:pt x="1203" y="1376"/>
                    </a:cubicBezTo>
                    <a:cubicBezTo>
                      <a:pt x="1202" y="1378"/>
                      <a:pt x="1202" y="1382"/>
                      <a:pt x="1205" y="1382"/>
                    </a:cubicBezTo>
                    <a:cubicBezTo>
                      <a:pt x="1210" y="1383"/>
                      <a:pt x="1216" y="1379"/>
                      <a:pt x="1221" y="1376"/>
                    </a:cubicBezTo>
                    <a:cubicBezTo>
                      <a:pt x="1226" y="1373"/>
                      <a:pt x="1231" y="1369"/>
                      <a:pt x="1238" y="1368"/>
                    </a:cubicBezTo>
                    <a:cubicBezTo>
                      <a:pt x="1242" y="1367"/>
                      <a:pt x="1246" y="1368"/>
                      <a:pt x="1250" y="1366"/>
                    </a:cubicBezTo>
                    <a:cubicBezTo>
                      <a:pt x="1254" y="1365"/>
                      <a:pt x="1257" y="1362"/>
                      <a:pt x="1260" y="1361"/>
                    </a:cubicBezTo>
                    <a:cubicBezTo>
                      <a:pt x="1263" y="1360"/>
                      <a:pt x="1265" y="1364"/>
                      <a:pt x="1267" y="1365"/>
                    </a:cubicBezTo>
                    <a:cubicBezTo>
                      <a:pt x="1271" y="1368"/>
                      <a:pt x="1275" y="1368"/>
                      <a:pt x="1280" y="1368"/>
                    </a:cubicBezTo>
                    <a:cubicBezTo>
                      <a:pt x="1284" y="1367"/>
                      <a:pt x="1289" y="1366"/>
                      <a:pt x="1294" y="1365"/>
                    </a:cubicBezTo>
                    <a:cubicBezTo>
                      <a:pt x="1297" y="1364"/>
                      <a:pt x="1300" y="1363"/>
                      <a:pt x="1303" y="1362"/>
                    </a:cubicBezTo>
                    <a:cubicBezTo>
                      <a:pt x="1306" y="1360"/>
                      <a:pt x="1309" y="1357"/>
                      <a:pt x="1312" y="1355"/>
                    </a:cubicBezTo>
                    <a:cubicBezTo>
                      <a:pt x="1315" y="1353"/>
                      <a:pt x="1318" y="1351"/>
                      <a:pt x="1322" y="1350"/>
                    </a:cubicBezTo>
                    <a:cubicBezTo>
                      <a:pt x="1325" y="1350"/>
                      <a:pt x="1327" y="1352"/>
                      <a:pt x="1326" y="1355"/>
                    </a:cubicBezTo>
                    <a:cubicBezTo>
                      <a:pt x="1324" y="1359"/>
                      <a:pt x="1320" y="1361"/>
                      <a:pt x="1316" y="1364"/>
                    </a:cubicBezTo>
                    <a:cubicBezTo>
                      <a:pt x="1312" y="1366"/>
                      <a:pt x="1308" y="1369"/>
                      <a:pt x="1304" y="1371"/>
                    </a:cubicBezTo>
                    <a:cubicBezTo>
                      <a:pt x="1301" y="1373"/>
                      <a:pt x="1297" y="1376"/>
                      <a:pt x="1294" y="1376"/>
                    </a:cubicBezTo>
                    <a:cubicBezTo>
                      <a:pt x="1290" y="1377"/>
                      <a:pt x="1287" y="1374"/>
                      <a:pt x="1284" y="1373"/>
                    </a:cubicBezTo>
                    <a:cubicBezTo>
                      <a:pt x="1280" y="1372"/>
                      <a:pt x="1275" y="1373"/>
                      <a:pt x="1271" y="1375"/>
                    </a:cubicBezTo>
                    <a:cubicBezTo>
                      <a:pt x="1270" y="1376"/>
                      <a:pt x="1268" y="1378"/>
                      <a:pt x="1268" y="1380"/>
                    </a:cubicBezTo>
                    <a:cubicBezTo>
                      <a:pt x="1268" y="1382"/>
                      <a:pt x="1270" y="1383"/>
                      <a:pt x="1271" y="1383"/>
                    </a:cubicBezTo>
                    <a:cubicBezTo>
                      <a:pt x="1277" y="1385"/>
                      <a:pt x="1283" y="1384"/>
                      <a:pt x="1288" y="1387"/>
                    </a:cubicBezTo>
                    <a:cubicBezTo>
                      <a:pt x="1290" y="1388"/>
                      <a:pt x="1292" y="1389"/>
                      <a:pt x="1292" y="1391"/>
                    </a:cubicBezTo>
                    <a:cubicBezTo>
                      <a:pt x="1293" y="1393"/>
                      <a:pt x="1292" y="1394"/>
                      <a:pt x="1291" y="1394"/>
                    </a:cubicBezTo>
                    <a:cubicBezTo>
                      <a:pt x="1289" y="1395"/>
                      <a:pt x="1287" y="1394"/>
                      <a:pt x="1285" y="1393"/>
                    </a:cubicBezTo>
                    <a:cubicBezTo>
                      <a:pt x="1283" y="1392"/>
                      <a:pt x="1281" y="1391"/>
                      <a:pt x="1279" y="1390"/>
                    </a:cubicBezTo>
                    <a:cubicBezTo>
                      <a:pt x="1274" y="1389"/>
                      <a:pt x="1269" y="1391"/>
                      <a:pt x="1266" y="1395"/>
                    </a:cubicBezTo>
                    <a:cubicBezTo>
                      <a:pt x="1266" y="1396"/>
                      <a:pt x="1264" y="1398"/>
                      <a:pt x="1263" y="1398"/>
                    </a:cubicBezTo>
                    <a:cubicBezTo>
                      <a:pt x="1263" y="1399"/>
                      <a:pt x="1263" y="1398"/>
                      <a:pt x="1263" y="1397"/>
                    </a:cubicBezTo>
                    <a:cubicBezTo>
                      <a:pt x="1264" y="1394"/>
                      <a:pt x="1264" y="1391"/>
                      <a:pt x="1263" y="1388"/>
                    </a:cubicBezTo>
                    <a:cubicBezTo>
                      <a:pt x="1261" y="1386"/>
                      <a:pt x="1260" y="1383"/>
                      <a:pt x="1261" y="1380"/>
                    </a:cubicBezTo>
                    <a:cubicBezTo>
                      <a:pt x="1261" y="1379"/>
                      <a:pt x="1264" y="1375"/>
                      <a:pt x="1261" y="1374"/>
                    </a:cubicBezTo>
                    <a:cubicBezTo>
                      <a:pt x="1259" y="1373"/>
                      <a:pt x="1257" y="1373"/>
                      <a:pt x="1255" y="1373"/>
                    </a:cubicBezTo>
                    <a:cubicBezTo>
                      <a:pt x="1253" y="1373"/>
                      <a:pt x="1250" y="1373"/>
                      <a:pt x="1247" y="1373"/>
                    </a:cubicBezTo>
                    <a:cubicBezTo>
                      <a:pt x="1243" y="1373"/>
                      <a:pt x="1238" y="1373"/>
                      <a:pt x="1234" y="1375"/>
                    </a:cubicBezTo>
                    <a:cubicBezTo>
                      <a:pt x="1229" y="1377"/>
                      <a:pt x="1224" y="1381"/>
                      <a:pt x="1220" y="1385"/>
                    </a:cubicBezTo>
                    <a:cubicBezTo>
                      <a:pt x="1219" y="1385"/>
                      <a:pt x="1218" y="1387"/>
                      <a:pt x="1217" y="1387"/>
                    </a:cubicBezTo>
                    <a:cubicBezTo>
                      <a:pt x="1216" y="1388"/>
                      <a:pt x="1214" y="1387"/>
                      <a:pt x="1213" y="1387"/>
                    </a:cubicBezTo>
                    <a:cubicBezTo>
                      <a:pt x="1207" y="1387"/>
                      <a:pt x="1203" y="1389"/>
                      <a:pt x="1197" y="1391"/>
                    </a:cubicBezTo>
                    <a:cubicBezTo>
                      <a:pt x="1193" y="1392"/>
                      <a:pt x="1189" y="1392"/>
                      <a:pt x="1185" y="1393"/>
                    </a:cubicBezTo>
                    <a:cubicBezTo>
                      <a:pt x="1181" y="1395"/>
                      <a:pt x="1178" y="1396"/>
                      <a:pt x="1175" y="1399"/>
                    </a:cubicBezTo>
                    <a:cubicBezTo>
                      <a:pt x="1173" y="1400"/>
                      <a:pt x="1172" y="1402"/>
                      <a:pt x="1170" y="1403"/>
                    </a:cubicBezTo>
                    <a:cubicBezTo>
                      <a:pt x="1169" y="1404"/>
                      <a:pt x="1167" y="1405"/>
                      <a:pt x="1166" y="1406"/>
                    </a:cubicBezTo>
                    <a:cubicBezTo>
                      <a:pt x="1165" y="1408"/>
                      <a:pt x="1164" y="1409"/>
                      <a:pt x="1163" y="1410"/>
                    </a:cubicBezTo>
                    <a:cubicBezTo>
                      <a:pt x="1162" y="1412"/>
                      <a:pt x="1162" y="1413"/>
                      <a:pt x="1163" y="1415"/>
                    </a:cubicBezTo>
                    <a:cubicBezTo>
                      <a:pt x="1165" y="1419"/>
                      <a:pt x="1172" y="1420"/>
                      <a:pt x="1176" y="1421"/>
                    </a:cubicBezTo>
                    <a:cubicBezTo>
                      <a:pt x="1178" y="1422"/>
                      <a:pt x="1182" y="1422"/>
                      <a:pt x="1184" y="1421"/>
                    </a:cubicBezTo>
                    <a:cubicBezTo>
                      <a:pt x="1186" y="1420"/>
                      <a:pt x="1188" y="1418"/>
                      <a:pt x="1190" y="1417"/>
                    </a:cubicBezTo>
                    <a:cubicBezTo>
                      <a:pt x="1191" y="1417"/>
                      <a:pt x="1197" y="1416"/>
                      <a:pt x="1196" y="1418"/>
                    </a:cubicBezTo>
                    <a:cubicBezTo>
                      <a:pt x="1196" y="1419"/>
                      <a:pt x="1194" y="1420"/>
                      <a:pt x="1193" y="1421"/>
                    </a:cubicBezTo>
                    <a:cubicBezTo>
                      <a:pt x="1191" y="1422"/>
                      <a:pt x="1190" y="1422"/>
                      <a:pt x="1189" y="1424"/>
                    </a:cubicBezTo>
                    <a:cubicBezTo>
                      <a:pt x="1187" y="1425"/>
                      <a:pt x="1187" y="1426"/>
                      <a:pt x="1188" y="1428"/>
                    </a:cubicBezTo>
                    <a:cubicBezTo>
                      <a:pt x="1188" y="1430"/>
                      <a:pt x="1188" y="1432"/>
                      <a:pt x="1188" y="1434"/>
                    </a:cubicBezTo>
                    <a:cubicBezTo>
                      <a:pt x="1189" y="1436"/>
                      <a:pt x="1190" y="1438"/>
                      <a:pt x="1192" y="1440"/>
                    </a:cubicBezTo>
                    <a:cubicBezTo>
                      <a:pt x="1193" y="1441"/>
                      <a:pt x="1194" y="1443"/>
                      <a:pt x="1195" y="1444"/>
                    </a:cubicBezTo>
                    <a:cubicBezTo>
                      <a:pt x="1197" y="1446"/>
                      <a:pt x="1200" y="1446"/>
                      <a:pt x="1202" y="1448"/>
                    </a:cubicBezTo>
                    <a:cubicBezTo>
                      <a:pt x="1204" y="1449"/>
                      <a:pt x="1206" y="1451"/>
                      <a:pt x="1207" y="1453"/>
                    </a:cubicBezTo>
                    <a:cubicBezTo>
                      <a:pt x="1210" y="1457"/>
                      <a:pt x="1212" y="1461"/>
                      <a:pt x="1213" y="1465"/>
                    </a:cubicBezTo>
                    <a:cubicBezTo>
                      <a:pt x="1214" y="1466"/>
                      <a:pt x="1214" y="1469"/>
                      <a:pt x="1212" y="1469"/>
                    </a:cubicBezTo>
                    <a:cubicBezTo>
                      <a:pt x="1210" y="1470"/>
                      <a:pt x="1209" y="1467"/>
                      <a:pt x="1208" y="1466"/>
                    </a:cubicBezTo>
                    <a:cubicBezTo>
                      <a:pt x="1207" y="1464"/>
                      <a:pt x="1207" y="1462"/>
                      <a:pt x="1204" y="1461"/>
                    </a:cubicBezTo>
                    <a:cubicBezTo>
                      <a:pt x="1203" y="1460"/>
                      <a:pt x="1200" y="1460"/>
                      <a:pt x="1199" y="1458"/>
                    </a:cubicBezTo>
                    <a:cubicBezTo>
                      <a:pt x="1198" y="1456"/>
                      <a:pt x="1197" y="1454"/>
                      <a:pt x="1197" y="1452"/>
                    </a:cubicBezTo>
                    <a:cubicBezTo>
                      <a:pt x="1196" y="1450"/>
                      <a:pt x="1195" y="1449"/>
                      <a:pt x="1193" y="1448"/>
                    </a:cubicBezTo>
                    <a:cubicBezTo>
                      <a:pt x="1189" y="1446"/>
                      <a:pt x="1186" y="1442"/>
                      <a:pt x="1182" y="1441"/>
                    </a:cubicBezTo>
                    <a:cubicBezTo>
                      <a:pt x="1178" y="1440"/>
                      <a:pt x="1175" y="1439"/>
                      <a:pt x="1172" y="1442"/>
                    </a:cubicBezTo>
                    <a:cubicBezTo>
                      <a:pt x="1169" y="1445"/>
                      <a:pt x="1164" y="1446"/>
                      <a:pt x="1161" y="1449"/>
                    </a:cubicBezTo>
                    <a:cubicBezTo>
                      <a:pt x="1160" y="1450"/>
                      <a:pt x="1158" y="1452"/>
                      <a:pt x="1156" y="1453"/>
                    </a:cubicBezTo>
                    <a:cubicBezTo>
                      <a:pt x="1155" y="1454"/>
                      <a:pt x="1153" y="1455"/>
                      <a:pt x="1153" y="1457"/>
                    </a:cubicBezTo>
                    <a:cubicBezTo>
                      <a:pt x="1151" y="1462"/>
                      <a:pt x="1149" y="1466"/>
                      <a:pt x="1151" y="1471"/>
                    </a:cubicBezTo>
                    <a:cubicBezTo>
                      <a:pt x="1151" y="1472"/>
                      <a:pt x="1152" y="1473"/>
                      <a:pt x="1153" y="1474"/>
                    </a:cubicBezTo>
                    <a:cubicBezTo>
                      <a:pt x="1155" y="1475"/>
                      <a:pt x="1157" y="1476"/>
                      <a:pt x="1158" y="1478"/>
                    </a:cubicBezTo>
                    <a:cubicBezTo>
                      <a:pt x="1160" y="1480"/>
                      <a:pt x="1161" y="1482"/>
                      <a:pt x="1160" y="1484"/>
                    </a:cubicBezTo>
                    <a:cubicBezTo>
                      <a:pt x="1160" y="1487"/>
                      <a:pt x="1158" y="1488"/>
                      <a:pt x="1157" y="1486"/>
                    </a:cubicBezTo>
                    <a:cubicBezTo>
                      <a:pt x="1156" y="1484"/>
                      <a:pt x="1155" y="1480"/>
                      <a:pt x="1153" y="1481"/>
                    </a:cubicBezTo>
                    <a:cubicBezTo>
                      <a:pt x="1152" y="1481"/>
                      <a:pt x="1150" y="1484"/>
                      <a:pt x="1149" y="1485"/>
                    </a:cubicBezTo>
                    <a:cubicBezTo>
                      <a:pt x="1148" y="1486"/>
                      <a:pt x="1146" y="1488"/>
                      <a:pt x="1144" y="1489"/>
                    </a:cubicBezTo>
                    <a:cubicBezTo>
                      <a:pt x="1143" y="1491"/>
                      <a:pt x="1141" y="1492"/>
                      <a:pt x="1141" y="1494"/>
                    </a:cubicBezTo>
                    <a:cubicBezTo>
                      <a:pt x="1141" y="1497"/>
                      <a:pt x="1143" y="1498"/>
                      <a:pt x="1144" y="1500"/>
                    </a:cubicBezTo>
                    <a:cubicBezTo>
                      <a:pt x="1147" y="1502"/>
                      <a:pt x="1150" y="1505"/>
                      <a:pt x="1151" y="1508"/>
                    </a:cubicBezTo>
                    <a:cubicBezTo>
                      <a:pt x="1152" y="1511"/>
                      <a:pt x="1152" y="1514"/>
                      <a:pt x="1154" y="1516"/>
                    </a:cubicBezTo>
                    <a:cubicBezTo>
                      <a:pt x="1157" y="1519"/>
                      <a:pt x="1160" y="1521"/>
                      <a:pt x="1163" y="1525"/>
                    </a:cubicBezTo>
                    <a:cubicBezTo>
                      <a:pt x="1163" y="1526"/>
                      <a:pt x="1164" y="1528"/>
                      <a:pt x="1164" y="1529"/>
                    </a:cubicBezTo>
                    <a:cubicBezTo>
                      <a:pt x="1163" y="1530"/>
                      <a:pt x="1162" y="1530"/>
                      <a:pt x="1161" y="1529"/>
                    </a:cubicBezTo>
                    <a:cubicBezTo>
                      <a:pt x="1159" y="1527"/>
                      <a:pt x="1158" y="1524"/>
                      <a:pt x="1156" y="1523"/>
                    </a:cubicBezTo>
                    <a:cubicBezTo>
                      <a:pt x="1154" y="1521"/>
                      <a:pt x="1151" y="1521"/>
                      <a:pt x="1149" y="1520"/>
                    </a:cubicBezTo>
                    <a:cubicBezTo>
                      <a:pt x="1145" y="1518"/>
                      <a:pt x="1145" y="1512"/>
                      <a:pt x="1144" y="1508"/>
                    </a:cubicBezTo>
                    <a:cubicBezTo>
                      <a:pt x="1143" y="1506"/>
                      <a:pt x="1142" y="1504"/>
                      <a:pt x="1141" y="1502"/>
                    </a:cubicBezTo>
                    <a:cubicBezTo>
                      <a:pt x="1139" y="1500"/>
                      <a:pt x="1137" y="1498"/>
                      <a:pt x="1135" y="1497"/>
                    </a:cubicBezTo>
                    <a:cubicBezTo>
                      <a:pt x="1132" y="1496"/>
                      <a:pt x="1130" y="1499"/>
                      <a:pt x="1128" y="1501"/>
                    </a:cubicBezTo>
                    <a:cubicBezTo>
                      <a:pt x="1127" y="1502"/>
                      <a:pt x="1127" y="1504"/>
                      <a:pt x="1126" y="1505"/>
                    </a:cubicBezTo>
                    <a:cubicBezTo>
                      <a:pt x="1125" y="1506"/>
                      <a:pt x="1123" y="1507"/>
                      <a:pt x="1122" y="1508"/>
                    </a:cubicBezTo>
                    <a:cubicBezTo>
                      <a:pt x="1120" y="1510"/>
                      <a:pt x="1118" y="1512"/>
                      <a:pt x="1117" y="1514"/>
                    </a:cubicBezTo>
                    <a:cubicBezTo>
                      <a:pt x="1116" y="1518"/>
                      <a:pt x="1117" y="1522"/>
                      <a:pt x="1117" y="1525"/>
                    </a:cubicBezTo>
                    <a:cubicBezTo>
                      <a:pt x="1117" y="1528"/>
                      <a:pt x="1117" y="1530"/>
                      <a:pt x="1118" y="1533"/>
                    </a:cubicBezTo>
                    <a:cubicBezTo>
                      <a:pt x="1118" y="1534"/>
                      <a:pt x="1119" y="1536"/>
                      <a:pt x="1119" y="1538"/>
                    </a:cubicBezTo>
                    <a:cubicBezTo>
                      <a:pt x="1120" y="1541"/>
                      <a:pt x="1120" y="1543"/>
                      <a:pt x="1123" y="1545"/>
                    </a:cubicBezTo>
                    <a:cubicBezTo>
                      <a:pt x="1126" y="1548"/>
                      <a:pt x="1128" y="1542"/>
                      <a:pt x="1129" y="1540"/>
                    </a:cubicBezTo>
                    <a:cubicBezTo>
                      <a:pt x="1130" y="1539"/>
                      <a:pt x="1131" y="1537"/>
                      <a:pt x="1132" y="1539"/>
                    </a:cubicBezTo>
                    <a:cubicBezTo>
                      <a:pt x="1132" y="1541"/>
                      <a:pt x="1132" y="1543"/>
                      <a:pt x="1131" y="1545"/>
                    </a:cubicBezTo>
                    <a:cubicBezTo>
                      <a:pt x="1130" y="1546"/>
                      <a:pt x="1124" y="1549"/>
                      <a:pt x="1128" y="1552"/>
                    </a:cubicBezTo>
                    <a:cubicBezTo>
                      <a:pt x="1130" y="1553"/>
                      <a:pt x="1134" y="1553"/>
                      <a:pt x="1135" y="1551"/>
                    </a:cubicBezTo>
                    <a:cubicBezTo>
                      <a:pt x="1136" y="1549"/>
                      <a:pt x="1136" y="1547"/>
                      <a:pt x="1137" y="1544"/>
                    </a:cubicBezTo>
                    <a:cubicBezTo>
                      <a:pt x="1137" y="1543"/>
                      <a:pt x="1138" y="1541"/>
                      <a:pt x="1139" y="1541"/>
                    </a:cubicBezTo>
                    <a:cubicBezTo>
                      <a:pt x="1144" y="1541"/>
                      <a:pt x="1142" y="1549"/>
                      <a:pt x="1140" y="1552"/>
                    </a:cubicBezTo>
                    <a:cubicBezTo>
                      <a:pt x="1140" y="1552"/>
                      <a:pt x="1138" y="1553"/>
                      <a:pt x="1138" y="1554"/>
                    </a:cubicBezTo>
                    <a:cubicBezTo>
                      <a:pt x="1137" y="1555"/>
                      <a:pt x="1137" y="1558"/>
                      <a:pt x="1137" y="1560"/>
                    </a:cubicBezTo>
                    <a:cubicBezTo>
                      <a:pt x="1138" y="1561"/>
                      <a:pt x="1138" y="1563"/>
                      <a:pt x="1140" y="1563"/>
                    </a:cubicBezTo>
                    <a:cubicBezTo>
                      <a:pt x="1141" y="1564"/>
                      <a:pt x="1143" y="1564"/>
                      <a:pt x="1143" y="1566"/>
                    </a:cubicBezTo>
                    <a:cubicBezTo>
                      <a:pt x="1144" y="1567"/>
                      <a:pt x="1145" y="1568"/>
                      <a:pt x="1145" y="1569"/>
                    </a:cubicBezTo>
                    <a:cubicBezTo>
                      <a:pt x="1146" y="1570"/>
                      <a:pt x="1148" y="1570"/>
                      <a:pt x="1149" y="1570"/>
                    </a:cubicBezTo>
                    <a:cubicBezTo>
                      <a:pt x="1150" y="1570"/>
                      <a:pt x="1153" y="1569"/>
                      <a:pt x="1154" y="1570"/>
                    </a:cubicBezTo>
                    <a:cubicBezTo>
                      <a:pt x="1155" y="1571"/>
                      <a:pt x="1153" y="1571"/>
                      <a:pt x="1153" y="1572"/>
                    </a:cubicBezTo>
                    <a:cubicBezTo>
                      <a:pt x="1151" y="1572"/>
                      <a:pt x="1150" y="1572"/>
                      <a:pt x="1149" y="1573"/>
                    </a:cubicBezTo>
                    <a:cubicBezTo>
                      <a:pt x="1147" y="1574"/>
                      <a:pt x="1147" y="1576"/>
                      <a:pt x="1147" y="1577"/>
                    </a:cubicBezTo>
                    <a:cubicBezTo>
                      <a:pt x="1146" y="1581"/>
                      <a:pt x="1141" y="1581"/>
                      <a:pt x="1138" y="1579"/>
                    </a:cubicBezTo>
                    <a:cubicBezTo>
                      <a:pt x="1136" y="1577"/>
                      <a:pt x="1137" y="1573"/>
                      <a:pt x="1135" y="1571"/>
                    </a:cubicBezTo>
                    <a:cubicBezTo>
                      <a:pt x="1134" y="1569"/>
                      <a:pt x="1132" y="1567"/>
                      <a:pt x="1129" y="1568"/>
                    </a:cubicBezTo>
                    <a:cubicBezTo>
                      <a:pt x="1126" y="1569"/>
                      <a:pt x="1125" y="1572"/>
                      <a:pt x="1126" y="1575"/>
                    </a:cubicBezTo>
                    <a:cubicBezTo>
                      <a:pt x="1127" y="1577"/>
                      <a:pt x="1128" y="1578"/>
                      <a:pt x="1128" y="1580"/>
                    </a:cubicBezTo>
                    <a:cubicBezTo>
                      <a:pt x="1129" y="1581"/>
                      <a:pt x="1128" y="1582"/>
                      <a:pt x="1128" y="1584"/>
                    </a:cubicBezTo>
                    <a:cubicBezTo>
                      <a:pt x="1127" y="1585"/>
                      <a:pt x="1127" y="1586"/>
                      <a:pt x="1126" y="1588"/>
                    </a:cubicBezTo>
                    <a:cubicBezTo>
                      <a:pt x="1126" y="1589"/>
                      <a:pt x="1126" y="1591"/>
                      <a:pt x="1125" y="1592"/>
                    </a:cubicBezTo>
                    <a:cubicBezTo>
                      <a:pt x="1125" y="1593"/>
                      <a:pt x="1124" y="1594"/>
                      <a:pt x="1123" y="1594"/>
                    </a:cubicBezTo>
                    <a:cubicBezTo>
                      <a:pt x="1120" y="1596"/>
                      <a:pt x="1121" y="1599"/>
                      <a:pt x="1120" y="1601"/>
                    </a:cubicBezTo>
                    <a:cubicBezTo>
                      <a:pt x="1119" y="1607"/>
                      <a:pt x="1113" y="1604"/>
                      <a:pt x="1110" y="1608"/>
                    </a:cubicBezTo>
                    <a:cubicBezTo>
                      <a:pt x="1109" y="1610"/>
                      <a:pt x="1109" y="1612"/>
                      <a:pt x="1108" y="1614"/>
                    </a:cubicBezTo>
                    <a:cubicBezTo>
                      <a:pt x="1107" y="1616"/>
                      <a:pt x="1104" y="1616"/>
                      <a:pt x="1103" y="1618"/>
                    </a:cubicBezTo>
                    <a:cubicBezTo>
                      <a:pt x="1101" y="1620"/>
                      <a:pt x="1102" y="1624"/>
                      <a:pt x="1106" y="1624"/>
                    </a:cubicBezTo>
                    <a:cubicBezTo>
                      <a:pt x="1109" y="1623"/>
                      <a:pt x="1111" y="1620"/>
                      <a:pt x="1115" y="1621"/>
                    </a:cubicBezTo>
                    <a:cubicBezTo>
                      <a:pt x="1118" y="1622"/>
                      <a:pt x="1120" y="1623"/>
                      <a:pt x="1122" y="1624"/>
                    </a:cubicBezTo>
                    <a:cubicBezTo>
                      <a:pt x="1124" y="1625"/>
                      <a:pt x="1127" y="1625"/>
                      <a:pt x="1130" y="1625"/>
                    </a:cubicBezTo>
                    <a:cubicBezTo>
                      <a:pt x="1132" y="1626"/>
                      <a:pt x="1134" y="1625"/>
                      <a:pt x="1136" y="1626"/>
                    </a:cubicBezTo>
                    <a:cubicBezTo>
                      <a:pt x="1138" y="1626"/>
                      <a:pt x="1139" y="1626"/>
                      <a:pt x="1138" y="1628"/>
                    </a:cubicBezTo>
                    <a:cubicBezTo>
                      <a:pt x="1137" y="1629"/>
                      <a:pt x="1136" y="1629"/>
                      <a:pt x="1134" y="1629"/>
                    </a:cubicBezTo>
                    <a:cubicBezTo>
                      <a:pt x="1133" y="1630"/>
                      <a:pt x="1132" y="1629"/>
                      <a:pt x="1131" y="1629"/>
                    </a:cubicBezTo>
                    <a:cubicBezTo>
                      <a:pt x="1128" y="1629"/>
                      <a:pt x="1125" y="1630"/>
                      <a:pt x="1122" y="1629"/>
                    </a:cubicBezTo>
                    <a:cubicBezTo>
                      <a:pt x="1121" y="1628"/>
                      <a:pt x="1119" y="1627"/>
                      <a:pt x="1117" y="1627"/>
                    </a:cubicBezTo>
                    <a:cubicBezTo>
                      <a:pt x="1116" y="1626"/>
                      <a:pt x="1113" y="1626"/>
                      <a:pt x="1113" y="1628"/>
                    </a:cubicBezTo>
                    <a:cubicBezTo>
                      <a:pt x="1113" y="1631"/>
                      <a:pt x="1118" y="1632"/>
                      <a:pt x="1119" y="1634"/>
                    </a:cubicBezTo>
                    <a:cubicBezTo>
                      <a:pt x="1122" y="1636"/>
                      <a:pt x="1116" y="1636"/>
                      <a:pt x="1115" y="1637"/>
                    </a:cubicBezTo>
                    <a:cubicBezTo>
                      <a:pt x="1112" y="1637"/>
                      <a:pt x="1111" y="1638"/>
                      <a:pt x="1110" y="1641"/>
                    </a:cubicBezTo>
                    <a:cubicBezTo>
                      <a:pt x="1110" y="1643"/>
                      <a:pt x="1111" y="1645"/>
                      <a:pt x="1113" y="1645"/>
                    </a:cubicBezTo>
                    <a:cubicBezTo>
                      <a:pt x="1115" y="1646"/>
                      <a:pt x="1121" y="1644"/>
                      <a:pt x="1121" y="1648"/>
                    </a:cubicBezTo>
                    <a:cubicBezTo>
                      <a:pt x="1121" y="1650"/>
                      <a:pt x="1119" y="1652"/>
                      <a:pt x="1119" y="1653"/>
                    </a:cubicBezTo>
                    <a:cubicBezTo>
                      <a:pt x="1119" y="1655"/>
                      <a:pt x="1120" y="1657"/>
                      <a:pt x="1119" y="1659"/>
                    </a:cubicBezTo>
                    <a:cubicBezTo>
                      <a:pt x="1119" y="1661"/>
                      <a:pt x="1117" y="1663"/>
                      <a:pt x="1115" y="1664"/>
                    </a:cubicBezTo>
                    <a:cubicBezTo>
                      <a:pt x="1114" y="1665"/>
                      <a:pt x="1113" y="1666"/>
                      <a:pt x="1111" y="1664"/>
                    </a:cubicBezTo>
                    <a:cubicBezTo>
                      <a:pt x="1110" y="1663"/>
                      <a:pt x="1108" y="1662"/>
                      <a:pt x="1105" y="1663"/>
                    </a:cubicBezTo>
                    <a:cubicBezTo>
                      <a:pt x="1103" y="1664"/>
                      <a:pt x="1103" y="1666"/>
                      <a:pt x="1101" y="1667"/>
                    </a:cubicBezTo>
                    <a:cubicBezTo>
                      <a:pt x="1099" y="1668"/>
                      <a:pt x="1097" y="1668"/>
                      <a:pt x="1095" y="1668"/>
                    </a:cubicBezTo>
                    <a:cubicBezTo>
                      <a:pt x="1093" y="1668"/>
                      <a:pt x="1091" y="1668"/>
                      <a:pt x="1091" y="1671"/>
                    </a:cubicBezTo>
                    <a:cubicBezTo>
                      <a:pt x="1090" y="1674"/>
                      <a:pt x="1091" y="1678"/>
                      <a:pt x="1089" y="1680"/>
                    </a:cubicBezTo>
                    <a:cubicBezTo>
                      <a:pt x="1086" y="1683"/>
                      <a:pt x="1085" y="1680"/>
                      <a:pt x="1084" y="1678"/>
                    </a:cubicBezTo>
                    <a:cubicBezTo>
                      <a:pt x="1084" y="1675"/>
                      <a:pt x="1084" y="1672"/>
                      <a:pt x="1081" y="1671"/>
                    </a:cubicBezTo>
                    <a:cubicBezTo>
                      <a:pt x="1078" y="1671"/>
                      <a:pt x="1076" y="1671"/>
                      <a:pt x="1075" y="1669"/>
                    </a:cubicBezTo>
                    <a:cubicBezTo>
                      <a:pt x="1073" y="1668"/>
                      <a:pt x="1073" y="1666"/>
                      <a:pt x="1071" y="1665"/>
                    </a:cubicBezTo>
                    <a:cubicBezTo>
                      <a:pt x="1069" y="1664"/>
                      <a:pt x="1067" y="1665"/>
                      <a:pt x="1066" y="1665"/>
                    </a:cubicBezTo>
                    <a:cubicBezTo>
                      <a:pt x="1064" y="1664"/>
                      <a:pt x="1064" y="1663"/>
                      <a:pt x="1065" y="1661"/>
                    </a:cubicBezTo>
                    <a:cubicBezTo>
                      <a:pt x="1065" y="1660"/>
                      <a:pt x="1065" y="1659"/>
                      <a:pt x="1064" y="1658"/>
                    </a:cubicBezTo>
                    <a:cubicBezTo>
                      <a:pt x="1062" y="1657"/>
                      <a:pt x="1061" y="1656"/>
                      <a:pt x="1062" y="1654"/>
                    </a:cubicBezTo>
                    <a:cubicBezTo>
                      <a:pt x="1062" y="1652"/>
                      <a:pt x="1062" y="1650"/>
                      <a:pt x="1063" y="1649"/>
                    </a:cubicBezTo>
                    <a:cubicBezTo>
                      <a:pt x="1064" y="1647"/>
                      <a:pt x="1067" y="1648"/>
                      <a:pt x="1069" y="1646"/>
                    </a:cubicBezTo>
                    <a:cubicBezTo>
                      <a:pt x="1070" y="1645"/>
                      <a:pt x="1067" y="1643"/>
                      <a:pt x="1066" y="1642"/>
                    </a:cubicBezTo>
                    <a:cubicBezTo>
                      <a:pt x="1064" y="1640"/>
                      <a:pt x="1062" y="1641"/>
                      <a:pt x="1060" y="1642"/>
                    </a:cubicBezTo>
                    <a:cubicBezTo>
                      <a:pt x="1058" y="1643"/>
                      <a:pt x="1057" y="1645"/>
                      <a:pt x="1057" y="1647"/>
                    </a:cubicBezTo>
                    <a:cubicBezTo>
                      <a:pt x="1056" y="1649"/>
                      <a:pt x="1053" y="1649"/>
                      <a:pt x="1051" y="1650"/>
                    </a:cubicBezTo>
                    <a:cubicBezTo>
                      <a:pt x="1048" y="1651"/>
                      <a:pt x="1049" y="1653"/>
                      <a:pt x="1048" y="1655"/>
                    </a:cubicBezTo>
                    <a:cubicBezTo>
                      <a:pt x="1047" y="1658"/>
                      <a:pt x="1044" y="1658"/>
                      <a:pt x="1042" y="1660"/>
                    </a:cubicBezTo>
                    <a:cubicBezTo>
                      <a:pt x="1041" y="1662"/>
                      <a:pt x="1042" y="1664"/>
                      <a:pt x="1041" y="1666"/>
                    </a:cubicBezTo>
                    <a:cubicBezTo>
                      <a:pt x="1040" y="1667"/>
                      <a:pt x="1039" y="1666"/>
                      <a:pt x="1039" y="1668"/>
                    </a:cubicBezTo>
                    <a:cubicBezTo>
                      <a:pt x="1038" y="1670"/>
                      <a:pt x="1041" y="1671"/>
                      <a:pt x="1042" y="1670"/>
                    </a:cubicBezTo>
                    <a:cubicBezTo>
                      <a:pt x="1043" y="1670"/>
                      <a:pt x="1044" y="1670"/>
                      <a:pt x="1045" y="1669"/>
                    </a:cubicBezTo>
                    <a:cubicBezTo>
                      <a:pt x="1046" y="1669"/>
                      <a:pt x="1048" y="1669"/>
                      <a:pt x="1049" y="1668"/>
                    </a:cubicBezTo>
                    <a:cubicBezTo>
                      <a:pt x="1051" y="1668"/>
                      <a:pt x="1052" y="1668"/>
                      <a:pt x="1054" y="1667"/>
                    </a:cubicBezTo>
                    <a:cubicBezTo>
                      <a:pt x="1054" y="1666"/>
                      <a:pt x="1055" y="1665"/>
                      <a:pt x="1056" y="1665"/>
                    </a:cubicBezTo>
                    <a:cubicBezTo>
                      <a:pt x="1058" y="1664"/>
                      <a:pt x="1058" y="1667"/>
                      <a:pt x="1057" y="1668"/>
                    </a:cubicBezTo>
                    <a:cubicBezTo>
                      <a:pt x="1055" y="1670"/>
                      <a:pt x="1052" y="1670"/>
                      <a:pt x="1050" y="1672"/>
                    </a:cubicBezTo>
                    <a:cubicBezTo>
                      <a:pt x="1046" y="1675"/>
                      <a:pt x="1042" y="1677"/>
                      <a:pt x="1038" y="1678"/>
                    </a:cubicBezTo>
                    <a:cubicBezTo>
                      <a:pt x="1034" y="1680"/>
                      <a:pt x="1029" y="1681"/>
                      <a:pt x="1025" y="1680"/>
                    </a:cubicBezTo>
                    <a:cubicBezTo>
                      <a:pt x="1023" y="1679"/>
                      <a:pt x="1021" y="1679"/>
                      <a:pt x="1019" y="1680"/>
                    </a:cubicBezTo>
                    <a:cubicBezTo>
                      <a:pt x="1017" y="1682"/>
                      <a:pt x="1018" y="1685"/>
                      <a:pt x="1021" y="1685"/>
                    </a:cubicBezTo>
                    <a:cubicBezTo>
                      <a:pt x="1022" y="1685"/>
                      <a:pt x="1023" y="1684"/>
                      <a:pt x="1025" y="1684"/>
                    </a:cubicBezTo>
                    <a:cubicBezTo>
                      <a:pt x="1027" y="1683"/>
                      <a:pt x="1028" y="1683"/>
                      <a:pt x="1030" y="1683"/>
                    </a:cubicBezTo>
                    <a:cubicBezTo>
                      <a:pt x="1031" y="1684"/>
                      <a:pt x="1034" y="1684"/>
                      <a:pt x="1034" y="1685"/>
                    </a:cubicBezTo>
                    <a:cubicBezTo>
                      <a:pt x="1035" y="1687"/>
                      <a:pt x="1032" y="1687"/>
                      <a:pt x="1031" y="1688"/>
                    </a:cubicBezTo>
                    <a:cubicBezTo>
                      <a:pt x="1028" y="1689"/>
                      <a:pt x="1024" y="1688"/>
                      <a:pt x="1020" y="1689"/>
                    </a:cubicBezTo>
                    <a:cubicBezTo>
                      <a:pt x="1018" y="1689"/>
                      <a:pt x="1018" y="1691"/>
                      <a:pt x="1017" y="1693"/>
                    </a:cubicBezTo>
                    <a:cubicBezTo>
                      <a:pt x="1016" y="1695"/>
                      <a:pt x="1012" y="1695"/>
                      <a:pt x="1011" y="1694"/>
                    </a:cubicBezTo>
                    <a:cubicBezTo>
                      <a:pt x="1009" y="1692"/>
                      <a:pt x="1010" y="1689"/>
                      <a:pt x="1007" y="1690"/>
                    </a:cubicBezTo>
                    <a:cubicBezTo>
                      <a:pt x="1004" y="1691"/>
                      <a:pt x="1002" y="1692"/>
                      <a:pt x="1004" y="1695"/>
                    </a:cubicBezTo>
                    <a:cubicBezTo>
                      <a:pt x="1006" y="1697"/>
                      <a:pt x="1009" y="1699"/>
                      <a:pt x="1007" y="1702"/>
                    </a:cubicBezTo>
                    <a:cubicBezTo>
                      <a:pt x="1002" y="1707"/>
                      <a:pt x="999" y="1698"/>
                      <a:pt x="994" y="1698"/>
                    </a:cubicBezTo>
                    <a:cubicBezTo>
                      <a:pt x="989" y="1698"/>
                      <a:pt x="984" y="1701"/>
                      <a:pt x="981" y="1704"/>
                    </a:cubicBezTo>
                    <a:cubicBezTo>
                      <a:pt x="980" y="1705"/>
                      <a:pt x="976" y="1709"/>
                      <a:pt x="976" y="1710"/>
                    </a:cubicBezTo>
                    <a:cubicBezTo>
                      <a:pt x="976" y="1712"/>
                      <a:pt x="982" y="1712"/>
                      <a:pt x="983" y="1713"/>
                    </a:cubicBezTo>
                    <a:cubicBezTo>
                      <a:pt x="987" y="1714"/>
                      <a:pt x="990" y="1714"/>
                      <a:pt x="994" y="1713"/>
                    </a:cubicBezTo>
                    <a:cubicBezTo>
                      <a:pt x="997" y="1713"/>
                      <a:pt x="1000" y="1712"/>
                      <a:pt x="1002" y="1711"/>
                    </a:cubicBezTo>
                    <a:cubicBezTo>
                      <a:pt x="1003" y="1710"/>
                      <a:pt x="1007" y="1708"/>
                      <a:pt x="1007" y="1710"/>
                    </a:cubicBezTo>
                    <a:cubicBezTo>
                      <a:pt x="1008" y="1712"/>
                      <a:pt x="1004" y="1713"/>
                      <a:pt x="1002" y="1714"/>
                    </a:cubicBezTo>
                    <a:cubicBezTo>
                      <a:pt x="999" y="1715"/>
                      <a:pt x="996" y="1717"/>
                      <a:pt x="992" y="1717"/>
                    </a:cubicBezTo>
                    <a:cubicBezTo>
                      <a:pt x="986" y="1717"/>
                      <a:pt x="980" y="1715"/>
                      <a:pt x="974" y="1716"/>
                    </a:cubicBezTo>
                    <a:cubicBezTo>
                      <a:pt x="972" y="1717"/>
                      <a:pt x="970" y="1718"/>
                      <a:pt x="970" y="1719"/>
                    </a:cubicBezTo>
                    <a:cubicBezTo>
                      <a:pt x="970" y="1721"/>
                      <a:pt x="972" y="1723"/>
                      <a:pt x="974" y="1723"/>
                    </a:cubicBezTo>
                    <a:cubicBezTo>
                      <a:pt x="977" y="1725"/>
                      <a:pt x="980" y="1725"/>
                      <a:pt x="983" y="1726"/>
                    </a:cubicBezTo>
                    <a:cubicBezTo>
                      <a:pt x="984" y="1727"/>
                      <a:pt x="987" y="1728"/>
                      <a:pt x="987" y="1730"/>
                    </a:cubicBezTo>
                    <a:cubicBezTo>
                      <a:pt x="986" y="1732"/>
                      <a:pt x="982" y="1734"/>
                      <a:pt x="980" y="1735"/>
                    </a:cubicBezTo>
                    <a:cubicBezTo>
                      <a:pt x="977" y="1737"/>
                      <a:pt x="973" y="1739"/>
                      <a:pt x="970" y="1741"/>
                    </a:cubicBezTo>
                    <a:cubicBezTo>
                      <a:pt x="969" y="1742"/>
                      <a:pt x="967" y="1744"/>
                      <a:pt x="969" y="1745"/>
                    </a:cubicBezTo>
                    <a:cubicBezTo>
                      <a:pt x="971" y="1746"/>
                      <a:pt x="974" y="1745"/>
                      <a:pt x="976" y="1744"/>
                    </a:cubicBezTo>
                    <a:cubicBezTo>
                      <a:pt x="984" y="1742"/>
                      <a:pt x="989" y="1736"/>
                      <a:pt x="996" y="1731"/>
                    </a:cubicBezTo>
                    <a:cubicBezTo>
                      <a:pt x="1000" y="1728"/>
                      <a:pt x="1005" y="1727"/>
                      <a:pt x="1010" y="1724"/>
                    </a:cubicBezTo>
                    <a:cubicBezTo>
                      <a:pt x="1015" y="1721"/>
                      <a:pt x="1019" y="1716"/>
                      <a:pt x="1024" y="1712"/>
                    </a:cubicBezTo>
                    <a:cubicBezTo>
                      <a:pt x="1025" y="1711"/>
                      <a:pt x="1026" y="1711"/>
                      <a:pt x="1027" y="1710"/>
                    </a:cubicBezTo>
                    <a:cubicBezTo>
                      <a:pt x="1029" y="1709"/>
                      <a:pt x="1031" y="1708"/>
                      <a:pt x="1033" y="1707"/>
                    </a:cubicBezTo>
                    <a:cubicBezTo>
                      <a:pt x="1035" y="1706"/>
                      <a:pt x="1037" y="1705"/>
                      <a:pt x="1038" y="1705"/>
                    </a:cubicBezTo>
                    <a:cubicBezTo>
                      <a:pt x="1040" y="1704"/>
                      <a:pt x="1041" y="1703"/>
                      <a:pt x="1043" y="1703"/>
                    </a:cubicBezTo>
                    <a:cubicBezTo>
                      <a:pt x="1044" y="1702"/>
                      <a:pt x="1045" y="1701"/>
                      <a:pt x="1047" y="1701"/>
                    </a:cubicBezTo>
                    <a:cubicBezTo>
                      <a:pt x="1048" y="1700"/>
                      <a:pt x="1050" y="1699"/>
                      <a:pt x="1052" y="1699"/>
                    </a:cubicBezTo>
                    <a:cubicBezTo>
                      <a:pt x="1054" y="1699"/>
                      <a:pt x="1056" y="1698"/>
                      <a:pt x="1057" y="1698"/>
                    </a:cubicBezTo>
                    <a:cubicBezTo>
                      <a:pt x="1059" y="1697"/>
                      <a:pt x="1060" y="1696"/>
                      <a:pt x="1062" y="1695"/>
                    </a:cubicBezTo>
                    <a:cubicBezTo>
                      <a:pt x="1064" y="1695"/>
                      <a:pt x="1065" y="1694"/>
                      <a:pt x="1067" y="1693"/>
                    </a:cubicBezTo>
                    <a:cubicBezTo>
                      <a:pt x="1069" y="1693"/>
                      <a:pt x="1070" y="1691"/>
                      <a:pt x="1071" y="1691"/>
                    </a:cubicBezTo>
                    <a:cubicBezTo>
                      <a:pt x="1072" y="1695"/>
                      <a:pt x="1067" y="1698"/>
                      <a:pt x="1065" y="1699"/>
                    </a:cubicBezTo>
                    <a:cubicBezTo>
                      <a:pt x="1062" y="1701"/>
                      <a:pt x="1057" y="1701"/>
                      <a:pt x="1054" y="1701"/>
                    </a:cubicBezTo>
                    <a:cubicBezTo>
                      <a:pt x="1051" y="1701"/>
                      <a:pt x="1049" y="1702"/>
                      <a:pt x="1047" y="1703"/>
                    </a:cubicBezTo>
                    <a:cubicBezTo>
                      <a:pt x="1046" y="1704"/>
                      <a:pt x="1045" y="1705"/>
                      <a:pt x="1044" y="1706"/>
                    </a:cubicBezTo>
                    <a:cubicBezTo>
                      <a:pt x="1040" y="1708"/>
                      <a:pt x="1036" y="1710"/>
                      <a:pt x="1033" y="1712"/>
                    </a:cubicBezTo>
                    <a:cubicBezTo>
                      <a:pt x="1031" y="1712"/>
                      <a:pt x="1029" y="1713"/>
                      <a:pt x="1027" y="1714"/>
                    </a:cubicBezTo>
                    <a:cubicBezTo>
                      <a:pt x="1025" y="1715"/>
                      <a:pt x="1025" y="1715"/>
                      <a:pt x="1023" y="1716"/>
                    </a:cubicBezTo>
                    <a:cubicBezTo>
                      <a:pt x="1022" y="1717"/>
                      <a:pt x="1021" y="1718"/>
                      <a:pt x="1020" y="1719"/>
                    </a:cubicBezTo>
                    <a:cubicBezTo>
                      <a:pt x="1023" y="1721"/>
                      <a:pt x="1026" y="1719"/>
                      <a:pt x="1029" y="1719"/>
                    </a:cubicBezTo>
                    <a:cubicBezTo>
                      <a:pt x="1031" y="1718"/>
                      <a:pt x="1036" y="1718"/>
                      <a:pt x="1033" y="1721"/>
                    </a:cubicBezTo>
                    <a:cubicBezTo>
                      <a:pt x="1031" y="1722"/>
                      <a:pt x="1027" y="1722"/>
                      <a:pt x="1024" y="1722"/>
                    </a:cubicBezTo>
                    <a:cubicBezTo>
                      <a:pt x="1022" y="1723"/>
                      <a:pt x="1018" y="1723"/>
                      <a:pt x="1018" y="1725"/>
                    </a:cubicBezTo>
                    <a:cubicBezTo>
                      <a:pt x="1017" y="1728"/>
                      <a:pt x="1024" y="1730"/>
                      <a:pt x="1026" y="1731"/>
                    </a:cubicBezTo>
                    <a:cubicBezTo>
                      <a:pt x="1029" y="1732"/>
                      <a:pt x="1032" y="1732"/>
                      <a:pt x="1035" y="1734"/>
                    </a:cubicBezTo>
                    <a:cubicBezTo>
                      <a:pt x="1036" y="1735"/>
                      <a:pt x="1038" y="1737"/>
                      <a:pt x="1035" y="1738"/>
                    </a:cubicBezTo>
                    <a:cubicBezTo>
                      <a:pt x="1031" y="1739"/>
                      <a:pt x="1026" y="1738"/>
                      <a:pt x="1021" y="1738"/>
                    </a:cubicBezTo>
                    <a:cubicBezTo>
                      <a:pt x="1018" y="1738"/>
                      <a:pt x="1016" y="1739"/>
                      <a:pt x="1013" y="1739"/>
                    </a:cubicBezTo>
                    <a:cubicBezTo>
                      <a:pt x="1011" y="1739"/>
                      <a:pt x="1010" y="1739"/>
                      <a:pt x="1010" y="1741"/>
                    </a:cubicBezTo>
                    <a:cubicBezTo>
                      <a:pt x="1009" y="1747"/>
                      <a:pt x="1000" y="1743"/>
                      <a:pt x="996" y="1745"/>
                    </a:cubicBezTo>
                    <a:cubicBezTo>
                      <a:pt x="992" y="1746"/>
                      <a:pt x="991" y="1751"/>
                      <a:pt x="988" y="1753"/>
                    </a:cubicBezTo>
                    <a:cubicBezTo>
                      <a:pt x="987" y="1754"/>
                      <a:pt x="984" y="1754"/>
                      <a:pt x="984" y="1756"/>
                    </a:cubicBezTo>
                    <a:cubicBezTo>
                      <a:pt x="983" y="1758"/>
                      <a:pt x="984" y="1759"/>
                      <a:pt x="983" y="1761"/>
                    </a:cubicBezTo>
                    <a:cubicBezTo>
                      <a:pt x="983" y="1763"/>
                      <a:pt x="981" y="1764"/>
                      <a:pt x="981" y="1766"/>
                    </a:cubicBezTo>
                    <a:cubicBezTo>
                      <a:pt x="981" y="1768"/>
                      <a:pt x="984" y="1770"/>
                      <a:pt x="986" y="1771"/>
                    </a:cubicBezTo>
                    <a:cubicBezTo>
                      <a:pt x="988" y="1774"/>
                      <a:pt x="988" y="1778"/>
                      <a:pt x="989" y="1781"/>
                    </a:cubicBezTo>
                    <a:cubicBezTo>
                      <a:pt x="990" y="1784"/>
                      <a:pt x="995" y="1787"/>
                      <a:pt x="998" y="1789"/>
                    </a:cubicBezTo>
                    <a:cubicBezTo>
                      <a:pt x="999" y="1790"/>
                      <a:pt x="1000" y="1792"/>
                      <a:pt x="1001" y="1791"/>
                    </a:cubicBezTo>
                    <a:cubicBezTo>
                      <a:pt x="1004" y="1791"/>
                      <a:pt x="1003" y="1786"/>
                      <a:pt x="1005" y="1785"/>
                    </a:cubicBezTo>
                    <a:cubicBezTo>
                      <a:pt x="1006" y="1784"/>
                      <a:pt x="1007" y="1789"/>
                      <a:pt x="1008" y="1790"/>
                    </a:cubicBezTo>
                    <a:cubicBezTo>
                      <a:pt x="1008" y="1792"/>
                      <a:pt x="1009" y="1793"/>
                      <a:pt x="1010" y="1793"/>
                    </a:cubicBezTo>
                    <a:cubicBezTo>
                      <a:pt x="1010" y="1794"/>
                      <a:pt x="1011" y="1794"/>
                      <a:pt x="1011" y="1795"/>
                    </a:cubicBezTo>
                    <a:cubicBezTo>
                      <a:pt x="1012" y="1797"/>
                      <a:pt x="1007" y="1797"/>
                      <a:pt x="1006" y="1797"/>
                    </a:cubicBezTo>
                    <a:cubicBezTo>
                      <a:pt x="1003" y="1797"/>
                      <a:pt x="1001" y="1797"/>
                      <a:pt x="1001" y="1800"/>
                    </a:cubicBezTo>
                    <a:cubicBezTo>
                      <a:pt x="1000" y="1803"/>
                      <a:pt x="1000" y="1805"/>
                      <a:pt x="997" y="1804"/>
                    </a:cubicBezTo>
                    <a:cubicBezTo>
                      <a:pt x="995" y="1802"/>
                      <a:pt x="993" y="1800"/>
                      <a:pt x="991" y="1802"/>
                    </a:cubicBezTo>
                    <a:cubicBezTo>
                      <a:pt x="989" y="1803"/>
                      <a:pt x="988" y="1806"/>
                      <a:pt x="987" y="1808"/>
                    </a:cubicBezTo>
                    <a:cubicBezTo>
                      <a:pt x="987" y="1810"/>
                      <a:pt x="986" y="1812"/>
                      <a:pt x="985" y="1814"/>
                    </a:cubicBezTo>
                    <a:cubicBezTo>
                      <a:pt x="984" y="1816"/>
                      <a:pt x="984" y="1817"/>
                      <a:pt x="986" y="1819"/>
                    </a:cubicBezTo>
                    <a:cubicBezTo>
                      <a:pt x="987" y="1820"/>
                      <a:pt x="990" y="1821"/>
                      <a:pt x="988" y="1824"/>
                    </a:cubicBezTo>
                    <a:cubicBezTo>
                      <a:pt x="987" y="1826"/>
                      <a:pt x="985" y="1826"/>
                      <a:pt x="983" y="1825"/>
                    </a:cubicBezTo>
                    <a:cubicBezTo>
                      <a:pt x="980" y="1824"/>
                      <a:pt x="979" y="1823"/>
                      <a:pt x="976" y="1825"/>
                    </a:cubicBezTo>
                    <a:cubicBezTo>
                      <a:pt x="974" y="1827"/>
                      <a:pt x="974" y="1830"/>
                      <a:pt x="973" y="1832"/>
                    </a:cubicBezTo>
                    <a:cubicBezTo>
                      <a:pt x="973" y="1834"/>
                      <a:pt x="971" y="1836"/>
                      <a:pt x="970" y="1838"/>
                    </a:cubicBezTo>
                    <a:cubicBezTo>
                      <a:pt x="968" y="1840"/>
                      <a:pt x="966" y="1839"/>
                      <a:pt x="964" y="1841"/>
                    </a:cubicBezTo>
                    <a:cubicBezTo>
                      <a:pt x="962" y="1842"/>
                      <a:pt x="962" y="1846"/>
                      <a:pt x="961" y="1848"/>
                    </a:cubicBezTo>
                    <a:cubicBezTo>
                      <a:pt x="961" y="1850"/>
                      <a:pt x="959" y="1851"/>
                      <a:pt x="957" y="1848"/>
                    </a:cubicBezTo>
                    <a:cubicBezTo>
                      <a:pt x="953" y="1843"/>
                      <a:pt x="964" y="1838"/>
                      <a:pt x="965" y="1833"/>
                    </a:cubicBezTo>
                    <a:cubicBezTo>
                      <a:pt x="966" y="1831"/>
                      <a:pt x="965" y="1828"/>
                      <a:pt x="964" y="1826"/>
                    </a:cubicBezTo>
                    <a:cubicBezTo>
                      <a:pt x="962" y="1823"/>
                      <a:pt x="960" y="1822"/>
                      <a:pt x="957" y="1822"/>
                    </a:cubicBezTo>
                    <a:cubicBezTo>
                      <a:pt x="954" y="1822"/>
                      <a:pt x="953" y="1822"/>
                      <a:pt x="951" y="1820"/>
                    </a:cubicBezTo>
                    <a:cubicBezTo>
                      <a:pt x="950" y="1818"/>
                      <a:pt x="950" y="1815"/>
                      <a:pt x="950" y="1813"/>
                    </a:cubicBezTo>
                    <a:cubicBezTo>
                      <a:pt x="950" y="1810"/>
                      <a:pt x="949" y="1808"/>
                      <a:pt x="946" y="1807"/>
                    </a:cubicBezTo>
                    <a:cubicBezTo>
                      <a:pt x="944" y="1806"/>
                      <a:pt x="942" y="1806"/>
                      <a:pt x="941" y="1804"/>
                    </a:cubicBezTo>
                    <a:cubicBezTo>
                      <a:pt x="939" y="1798"/>
                      <a:pt x="941" y="1792"/>
                      <a:pt x="939" y="1788"/>
                    </a:cubicBezTo>
                    <a:cubicBezTo>
                      <a:pt x="938" y="1786"/>
                      <a:pt x="936" y="1784"/>
                      <a:pt x="935" y="1782"/>
                    </a:cubicBezTo>
                    <a:cubicBezTo>
                      <a:pt x="934" y="1781"/>
                      <a:pt x="934" y="1778"/>
                      <a:pt x="932" y="1778"/>
                    </a:cubicBezTo>
                    <a:cubicBezTo>
                      <a:pt x="930" y="1778"/>
                      <a:pt x="929" y="1781"/>
                      <a:pt x="928" y="1782"/>
                    </a:cubicBezTo>
                    <a:cubicBezTo>
                      <a:pt x="927" y="1785"/>
                      <a:pt x="925" y="1786"/>
                      <a:pt x="924" y="1788"/>
                    </a:cubicBezTo>
                    <a:cubicBezTo>
                      <a:pt x="922" y="1790"/>
                      <a:pt x="922" y="1793"/>
                      <a:pt x="924" y="1795"/>
                    </a:cubicBezTo>
                    <a:cubicBezTo>
                      <a:pt x="927" y="1797"/>
                      <a:pt x="928" y="1798"/>
                      <a:pt x="927" y="1802"/>
                    </a:cubicBezTo>
                    <a:cubicBezTo>
                      <a:pt x="927" y="1804"/>
                      <a:pt x="926" y="1807"/>
                      <a:pt x="923" y="1807"/>
                    </a:cubicBezTo>
                    <a:cubicBezTo>
                      <a:pt x="921" y="1807"/>
                      <a:pt x="920" y="1807"/>
                      <a:pt x="918" y="1809"/>
                    </a:cubicBezTo>
                    <a:cubicBezTo>
                      <a:pt x="918" y="1810"/>
                      <a:pt x="917" y="1812"/>
                      <a:pt x="917" y="1812"/>
                    </a:cubicBezTo>
                    <a:cubicBezTo>
                      <a:pt x="916" y="1812"/>
                      <a:pt x="915" y="1810"/>
                      <a:pt x="915" y="1809"/>
                    </a:cubicBezTo>
                    <a:cubicBezTo>
                      <a:pt x="914" y="1807"/>
                      <a:pt x="912" y="1805"/>
                      <a:pt x="910" y="1808"/>
                    </a:cubicBezTo>
                    <a:cubicBezTo>
                      <a:pt x="909" y="1810"/>
                      <a:pt x="909" y="1812"/>
                      <a:pt x="908" y="1815"/>
                    </a:cubicBezTo>
                    <a:cubicBezTo>
                      <a:pt x="903" y="1814"/>
                      <a:pt x="898" y="1811"/>
                      <a:pt x="893" y="1812"/>
                    </a:cubicBezTo>
                    <a:cubicBezTo>
                      <a:pt x="890" y="1813"/>
                      <a:pt x="888" y="1815"/>
                      <a:pt x="890" y="1817"/>
                    </a:cubicBezTo>
                    <a:cubicBezTo>
                      <a:pt x="892" y="1820"/>
                      <a:pt x="896" y="1819"/>
                      <a:pt x="898" y="1820"/>
                    </a:cubicBezTo>
                    <a:cubicBezTo>
                      <a:pt x="901" y="1821"/>
                      <a:pt x="903" y="1822"/>
                      <a:pt x="904" y="1825"/>
                    </a:cubicBezTo>
                    <a:cubicBezTo>
                      <a:pt x="904" y="1827"/>
                      <a:pt x="905" y="1831"/>
                      <a:pt x="904" y="1833"/>
                    </a:cubicBezTo>
                    <a:cubicBezTo>
                      <a:pt x="902" y="1835"/>
                      <a:pt x="899" y="1833"/>
                      <a:pt x="897" y="1831"/>
                    </a:cubicBezTo>
                    <a:cubicBezTo>
                      <a:pt x="896" y="1829"/>
                      <a:pt x="896" y="1827"/>
                      <a:pt x="894" y="1825"/>
                    </a:cubicBezTo>
                    <a:cubicBezTo>
                      <a:pt x="891" y="1823"/>
                      <a:pt x="888" y="1822"/>
                      <a:pt x="885" y="1820"/>
                    </a:cubicBezTo>
                    <a:cubicBezTo>
                      <a:pt x="883" y="1817"/>
                      <a:pt x="882" y="1815"/>
                      <a:pt x="878" y="1815"/>
                    </a:cubicBezTo>
                    <a:cubicBezTo>
                      <a:pt x="878" y="1817"/>
                      <a:pt x="877" y="1818"/>
                      <a:pt x="877" y="1820"/>
                    </a:cubicBezTo>
                    <a:cubicBezTo>
                      <a:pt x="878" y="1822"/>
                      <a:pt x="878" y="1824"/>
                      <a:pt x="880" y="1824"/>
                    </a:cubicBezTo>
                    <a:cubicBezTo>
                      <a:pt x="881" y="1825"/>
                      <a:pt x="882" y="1825"/>
                      <a:pt x="882" y="1827"/>
                    </a:cubicBezTo>
                    <a:cubicBezTo>
                      <a:pt x="881" y="1829"/>
                      <a:pt x="880" y="1830"/>
                      <a:pt x="880" y="1831"/>
                    </a:cubicBezTo>
                    <a:cubicBezTo>
                      <a:pt x="876" y="1831"/>
                      <a:pt x="876" y="1826"/>
                      <a:pt x="874" y="1824"/>
                    </a:cubicBezTo>
                    <a:cubicBezTo>
                      <a:pt x="873" y="1822"/>
                      <a:pt x="867" y="1820"/>
                      <a:pt x="866" y="1822"/>
                    </a:cubicBezTo>
                    <a:cubicBezTo>
                      <a:pt x="864" y="1826"/>
                      <a:pt x="868" y="1829"/>
                      <a:pt x="871" y="1830"/>
                    </a:cubicBezTo>
                    <a:cubicBezTo>
                      <a:pt x="874" y="1832"/>
                      <a:pt x="878" y="1833"/>
                      <a:pt x="880" y="1836"/>
                    </a:cubicBezTo>
                    <a:cubicBezTo>
                      <a:pt x="881" y="1837"/>
                      <a:pt x="882" y="1839"/>
                      <a:pt x="882" y="1840"/>
                    </a:cubicBezTo>
                    <a:cubicBezTo>
                      <a:pt x="882" y="1842"/>
                      <a:pt x="879" y="1843"/>
                      <a:pt x="878" y="1842"/>
                    </a:cubicBezTo>
                    <a:cubicBezTo>
                      <a:pt x="876" y="1841"/>
                      <a:pt x="871" y="1831"/>
                      <a:pt x="869" y="1836"/>
                    </a:cubicBezTo>
                    <a:cubicBezTo>
                      <a:pt x="869" y="1837"/>
                      <a:pt x="871" y="1839"/>
                      <a:pt x="870" y="1840"/>
                    </a:cubicBezTo>
                    <a:cubicBezTo>
                      <a:pt x="870" y="1842"/>
                      <a:pt x="868" y="1840"/>
                      <a:pt x="867" y="1839"/>
                    </a:cubicBezTo>
                    <a:cubicBezTo>
                      <a:pt x="866" y="1838"/>
                      <a:pt x="864" y="1836"/>
                      <a:pt x="862" y="1836"/>
                    </a:cubicBezTo>
                    <a:cubicBezTo>
                      <a:pt x="860" y="1837"/>
                      <a:pt x="858" y="1839"/>
                      <a:pt x="859" y="1841"/>
                    </a:cubicBezTo>
                    <a:cubicBezTo>
                      <a:pt x="859" y="1841"/>
                      <a:pt x="860" y="1842"/>
                      <a:pt x="860" y="1843"/>
                    </a:cubicBezTo>
                    <a:cubicBezTo>
                      <a:pt x="860" y="1844"/>
                      <a:pt x="860" y="1845"/>
                      <a:pt x="861" y="1847"/>
                    </a:cubicBezTo>
                    <a:cubicBezTo>
                      <a:pt x="861" y="1848"/>
                      <a:pt x="862" y="1849"/>
                      <a:pt x="862" y="1851"/>
                    </a:cubicBezTo>
                    <a:cubicBezTo>
                      <a:pt x="862" y="1853"/>
                      <a:pt x="862" y="1854"/>
                      <a:pt x="860" y="1855"/>
                    </a:cubicBezTo>
                    <a:cubicBezTo>
                      <a:pt x="858" y="1856"/>
                      <a:pt x="855" y="1857"/>
                      <a:pt x="853" y="1856"/>
                    </a:cubicBezTo>
                    <a:cubicBezTo>
                      <a:pt x="852" y="1856"/>
                      <a:pt x="850" y="1854"/>
                      <a:pt x="848" y="1855"/>
                    </a:cubicBezTo>
                    <a:cubicBezTo>
                      <a:pt x="846" y="1855"/>
                      <a:pt x="845" y="1856"/>
                      <a:pt x="844" y="1857"/>
                    </a:cubicBezTo>
                    <a:cubicBezTo>
                      <a:pt x="843" y="1859"/>
                      <a:pt x="843" y="1860"/>
                      <a:pt x="842" y="1861"/>
                    </a:cubicBezTo>
                    <a:cubicBezTo>
                      <a:pt x="840" y="1862"/>
                      <a:pt x="838" y="1862"/>
                      <a:pt x="837" y="1864"/>
                    </a:cubicBezTo>
                    <a:cubicBezTo>
                      <a:pt x="836" y="1865"/>
                      <a:pt x="835" y="1867"/>
                      <a:pt x="836" y="1868"/>
                    </a:cubicBezTo>
                    <a:cubicBezTo>
                      <a:pt x="836" y="1871"/>
                      <a:pt x="839" y="1872"/>
                      <a:pt x="841" y="1872"/>
                    </a:cubicBezTo>
                    <a:cubicBezTo>
                      <a:pt x="843" y="1873"/>
                      <a:pt x="844" y="1874"/>
                      <a:pt x="845" y="1876"/>
                    </a:cubicBezTo>
                    <a:cubicBezTo>
                      <a:pt x="845" y="1877"/>
                      <a:pt x="846" y="1882"/>
                      <a:pt x="844" y="1880"/>
                    </a:cubicBezTo>
                    <a:cubicBezTo>
                      <a:pt x="843" y="1880"/>
                      <a:pt x="843" y="1879"/>
                      <a:pt x="842" y="1878"/>
                    </a:cubicBezTo>
                    <a:cubicBezTo>
                      <a:pt x="841" y="1876"/>
                      <a:pt x="841" y="1875"/>
                      <a:pt x="839" y="1874"/>
                    </a:cubicBezTo>
                    <a:cubicBezTo>
                      <a:pt x="837" y="1873"/>
                      <a:pt x="835" y="1873"/>
                      <a:pt x="832" y="1873"/>
                    </a:cubicBezTo>
                    <a:cubicBezTo>
                      <a:pt x="831" y="1873"/>
                      <a:pt x="829" y="1873"/>
                      <a:pt x="828" y="1875"/>
                    </a:cubicBezTo>
                    <a:cubicBezTo>
                      <a:pt x="827" y="1877"/>
                      <a:pt x="827" y="1880"/>
                      <a:pt x="827" y="1882"/>
                    </a:cubicBezTo>
                    <a:cubicBezTo>
                      <a:pt x="827" y="1884"/>
                      <a:pt x="827" y="1886"/>
                      <a:pt x="826" y="1886"/>
                    </a:cubicBezTo>
                    <a:cubicBezTo>
                      <a:pt x="824" y="1887"/>
                      <a:pt x="821" y="1887"/>
                      <a:pt x="820" y="1887"/>
                    </a:cubicBezTo>
                    <a:cubicBezTo>
                      <a:pt x="818" y="1888"/>
                      <a:pt x="818" y="1890"/>
                      <a:pt x="818" y="1891"/>
                    </a:cubicBezTo>
                    <a:cubicBezTo>
                      <a:pt x="817" y="1893"/>
                      <a:pt x="817" y="1894"/>
                      <a:pt x="818" y="1896"/>
                    </a:cubicBezTo>
                    <a:cubicBezTo>
                      <a:pt x="819" y="1897"/>
                      <a:pt x="821" y="1898"/>
                      <a:pt x="822" y="1899"/>
                    </a:cubicBezTo>
                    <a:cubicBezTo>
                      <a:pt x="824" y="1900"/>
                      <a:pt x="826" y="1899"/>
                      <a:pt x="828" y="1900"/>
                    </a:cubicBezTo>
                    <a:cubicBezTo>
                      <a:pt x="829" y="1901"/>
                      <a:pt x="825" y="1902"/>
                      <a:pt x="825" y="1902"/>
                    </a:cubicBezTo>
                    <a:cubicBezTo>
                      <a:pt x="824" y="1902"/>
                      <a:pt x="823" y="1902"/>
                      <a:pt x="822" y="1903"/>
                    </a:cubicBezTo>
                    <a:cubicBezTo>
                      <a:pt x="821" y="1903"/>
                      <a:pt x="821" y="1904"/>
                      <a:pt x="820" y="1904"/>
                    </a:cubicBezTo>
                    <a:cubicBezTo>
                      <a:pt x="819" y="1905"/>
                      <a:pt x="818" y="1905"/>
                      <a:pt x="817" y="1904"/>
                    </a:cubicBezTo>
                    <a:cubicBezTo>
                      <a:pt x="815" y="1902"/>
                      <a:pt x="814" y="1900"/>
                      <a:pt x="812" y="1899"/>
                    </a:cubicBezTo>
                    <a:cubicBezTo>
                      <a:pt x="811" y="1898"/>
                      <a:pt x="809" y="1897"/>
                      <a:pt x="807" y="1898"/>
                    </a:cubicBezTo>
                    <a:cubicBezTo>
                      <a:pt x="805" y="1899"/>
                      <a:pt x="804" y="1901"/>
                      <a:pt x="804" y="1902"/>
                    </a:cubicBezTo>
                    <a:cubicBezTo>
                      <a:pt x="804" y="1906"/>
                      <a:pt x="808" y="1909"/>
                      <a:pt x="806" y="1913"/>
                    </a:cubicBezTo>
                    <a:cubicBezTo>
                      <a:pt x="805" y="1914"/>
                      <a:pt x="804" y="1916"/>
                      <a:pt x="802" y="1917"/>
                    </a:cubicBezTo>
                    <a:cubicBezTo>
                      <a:pt x="801" y="1918"/>
                      <a:pt x="800" y="1919"/>
                      <a:pt x="799" y="1920"/>
                    </a:cubicBezTo>
                    <a:cubicBezTo>
                      <a:pt x="797" y="1923"/>
                      <a:pt x="795" y="1926"/>
                      <a:pt x="793" y="1929"/>
                    </a:cubicBezTo>
                    <a:cubicBezTo>
                      <a:pt x="792" y="1930"/>
                      <a:pt x="791" y="1932"/>
                      <a:pt x="792" y="1933"/>
                    </a:cubicBezTo>
                    <a:cubicBezTo>
                      <a:pt x="793" y="1934"/>
                      <a:pt x="795" y="1934"/>
                      <a:pt x="796" y="1933"/>
                    </a:cubicBezTo>
                    <a:cubicBezTo>
                      <a:pt x="798" y="1933"/>
                      <a:pt x="800" y="1932"/>
                      <a:pt x="802" y="1931"/>
                    </a:cubicBezTo>
                    <a:cubicBezTo>
                      <a:pt x="804" y="1931"/>
                      <a:pt x="806" y="1931"/>
                      <a:pt x="808" y="1930"/>
                    </a:cubicBezTo>
                    <a:cubicBezTo>
                      <a:pt x="810" y="1930"/>
                      <a:pt x="812" y="1929"/>
                      <a:pt x="814" y="1928"/>
                    </a:cubicBezTo>
                    <a:cubicBezTo>
                      <a:pt x="816" y="1928"/>
                      <a:pt x="818" y="1927"/>
                      <a:pt x="819" y="1928"/>
                    </a:cubicBezTo>
                    <a:cubicBezTo>
                      <a:pt x="821" y="1930"/>
                      <a:pt x="815" y="1931"/>
                      <a:pt x="814" y="1931"/>
                    </a:cubicBezTo>
                    <a:cubicBezTo>
                      <a:pt x="812" y="1932"/>
                      <a:pt x="809" y="1932"/>
                      <a:pt x="806" y="1934"/>
                    </a:cubicBezTo>
                    <a:cubicBezTo>
                      <a:pt x="803" y="1936"/>
                      <a:pt x="802" y="1939"/>
                      <a:pt x="798" y="1939"/>
                    </a:cubicBezTo>
                    <a:cubicBezTo>
                      <a:pt x="796" y="1940"/>
                      <a:pt x="794" y="1941"/>
                      <a:pt x="792" y="1942"/>
                    </a:cubicBezTo>
                    <a:cubicBezTo>
                      <a:pt x="791" y="1943"/>
                      <a:pt x="790" y="1943"/>
                      <a:pt x="790" y="1944"/>
                    </a:cubicBezTo>
                    <a:cubicBezTo>
                      <a:pt x="789" y="1945"/>
                      <a:pt x="791" y="1945"/>
                      <a:pt x="792" y="1945"/>
                    </a:cubicBezTo>
                    <a:cubicBezTo>
                      <a:pt x="795" y="1945"/>
                      <a:pt x="798" y="1945"/>
                      <a:pt x="801" y="1944"/>
                    </a:cubicBezTo>
                    <a:cubicBezTo>
                      <a:pt x="805" y="1943"/>
                      <a:pt x="808" y="1942"/>
                      <a:pt x="812" y="1941"/>
                    </a:cubicBezTo>
                    <a:cubicBezTo>
                      <a:pt x="814" y="1941"/>
                      <a:pt x="817" y="1939"/>
                      <a:pt x="819" y="1940"/>
                    </a:cubicBezTo>
                    <a:cubicBezTo>
                      <a:pt x="822" y="1940"/>
                      <a:pt x="823" y="1942"/>
                      <a:pt x="822" y="1944"/>
                    </a:cubicBezTo>
                    <a:cubicBezTo>
                      <a:pt x="822" y="1947"/>
                      <a:pt x="820" y="1947"/>
                      <a:pt x="818" y="1946"/>
                    </a:cubicBezTo>
                    <a:cubicBezTo>
                      <a:pt x="816" y="1945"/>
                      <a:pt x="814" y="1944"/>
                      <a:pt x="812" y="1945"/>
                    </a:cubicBezTo>
                    <a:cubicBezTo>
                      <a:pt x="811" y="1945"/>
                      <a:pt x="810" y="1946"/>
                      <a:pt x="809" y="1946"/>
                    </a:cubicBezTo>
                    <a:cubicBezTo>
                      <a:pt x="808" y="1947"/>
                      <a:pt x="807" y="1947"/>
                      <a:pt x="805" y="1947"/>
                    </a:cubicBezTo>
                    <a:cubicBezTo>
                      <a:pt x="802" y="1947"/>
                      <a:pt x="799" y="1948"/>
                      <a:pt x="796" y="1950"/>
                    </a:cubicBezTo>
                    <a:cubicBezTo>
                      <a:pt x="794" y="1952"/>
                      <a:pt x="792" y="1953"/>
                      <a:pt x="789" y="1953"/>
                    </a:cubicBezTo>
                    <a:cubicBezTo>
                      <a:pt x="787" y="1952"/>
                      <a:pt x="785" y="1950"/>
                      <a:pt x="783" y="1949"/>
                    </a:cubicBezTo>
                    <a:cubicBezTo>
                      <a:pt x="782" y="1949"/>
                      <a:pt x="780" y="1949"/>
                      <a:pt x="779" y="1950"/>
                    </a:cubicBezTo>
                    <a:cubicBezTo>
                      <a:pt x="778" y="1950"/>
                      <a:pt x="776" y="1951"/>
                      <a:pt x="775" y="1952"/>
                    </a:cubicBezTo>
                    <a:cubicBezTo>
                      <a:pt x="774" y="1952"/>
                      <a:pt x="774" y="1953"/>
                      <a:pt x="775" y="1954"/>
                    </a:cubicBezTo>
                    <a:cubicBezTo>
                      <a:pt x="775" y="1955"/>
                      <a:pt x="775" y="1956"/>
                      <a:pt x="775" y="1957"/>
                    </a:cubicBezTo>
                    <a:cubicBezTo>
                      <a:pt x="775" y="1959"/>
                      <a:pt x="773" y="1962"/>
                      <a:pt x="771" y="1963"/>
                    </a:cubicBezTo>
                    <a:cubicBezTo>
                      <a:pt x="768" y="1965"/>
                      <a:pt x="764" y="1966"/>
                      <a:pt x="761" y="1967"/>
                    </a:cubicBezTo>
                    <a:cubicBezTo>
                      <a:pt x="758" y="1968"/>
                      <a:pt x="755" y="1968"/>
                      <a:pt x="751" y="1968"/>
                    </a:cubicBezTo>
                    <a:cubicBezTo>
                      <a:pt x="748" y="1968"/>
                      <a:pt x="746" y="1969"/>
                      <a:pt x="744" y="1971"/>
                    </a:cubicBezTo>
                    <a:cubicBezTo>
                      <a:pt x="742" y="1973"/>
                      <a:pt x="741" y="1977"/>
                      <a:pt x="743" y="1979"/>
                    </a:cubicBezTo>
                    <a:cubicBezTo>
                      <a:pt x="744" y="1981"/>
                      <a:pt x="747" y="1981"/>
                      <a:pt x="749" y="1981"/>
                    </a:cubicBezTo>
                    <a:cubicBezTo>
                      <a:pt x="752" y="1982"/>
                      <a:pt x="755" y="1981"/>
                      <a:pt x="757" y="1981"/>
                    </a:cubicBezTo>
                    <a:cubicBezTo>
                      <a:pt x="758" y="1981"/>
                      <a:pt x="762" y="1981"/>
                      <a:pt x="762" y="1982"/>
                    </a:cubicBezTo>
                    <a:cubicBezTo>
                      <a:pt x="763" y="1983"/>
                      <a:pt x="761" y="1985"/>
                      <a:pt x="760" y="1985"/>
                    </a:cubicBezTo>
                    <a:cubicBezTo>
                      <a:pt x="756" y="1987"/>
                      <a:pt x="752" y="1987"/>
                      <a:pt x="747" y="1988"/>
                    </a:cubicBezTo>
                    <a:cubicBezTo>
                      <a:pt x="744" y="1988"/>
                      <a:pt x="741" y="1990"/>
                      <a:pt x="738" y="1992"/>
                    </a:cubicBezTo>
                    <a:cubicBezTo>
                      <a:pt x="736" y="1994"/>
                      <a:pt x="735" y="1997"/>
                      <a:pt x="734" y="2000"/>
                    </a:cubicBezTo>
                    <a:cubicBezTo>
                      <a:pt x="734" y="2001"/>
                      <a:pt x="734" y="2003"/>
                      <a:pt x="733" y="2004"/>
                    </a:cubicBezTo>
                    <a:cubicBezTo>
                      <a:pt x="733" y="2005"/>
                      <a:pt x="733" y="2007"/>
                      <a:pt x="733" y="2008"/>
                    </a:cubicBezTo>
                    <a:cubicBezTo>
                      <a:pt x="733" y="2011"/>
                      <a:pt x="738" y="2009"/>
                      <a:pt x="739" y="2008"/>
                    </a:cubicBezTo>
                    <a:cubicBezTo>
                      <a:pt x="743" y="2006"/>
                      <a:pt x="745" y="2004"/>
                      <a:pt x="747" y="2001"/>
                    </a:cubicBezTo>
                    <a:cubicBezTo>
                      <a:pt x="749" y="1999"/>
                      <a:pt x="752" y="1997"/>
                      <a:pt x="754" y="1997"/>
                    </a:cubicBezTo>
                    <a:cubicBezTo>
                      <a:pt x="756" y="1997"/>
                      <a:pt x="757" y="1998"/>
                      <a:pt x="758" y="1998"/>
                    </a:cubicBezTo>
                    <a:cubicBezTo>
                      <a:pt x="759" y="1999"/>
                      <a:pt x="761" y="1999"/>
                      <a:pt x="762" y="1999"/>
                    </a:cubicBezTo>
                    <a:cubicBezTo>
                      <a:pt x="769" y="1997"/>
                      <a:pt x="773" y="1991"/>
                      <a:pt x="779" y="1988"/>
                    </a:cubicBezTo>
                    <a:cubicBezTo>
                      <a:pt x="781" y="1986"/>
                      <a:pt x="784" y="1984"/>
                      <a:pt x="786" y="1983"/>
                    </a:cubicBezTo>
                    <a:cubicBezTo>
                      <a:pt x="789" y="1981"/>
                      <a:pt x="793" y="1981"/>
                      <a:pt x="796" y="1982"/>
                    </a:cubicBezTo>
                    <a:cubicBezTo>
                      <a:pt x="799" y="1983"/>
                      <a:pt x="793" y="1985"/>
                      <a:pt x="792" y="1986"/>
                    </a:cubicBezTo>
                    <a:cubicBezTo>
                      <a:pt x="791" y="1986"/>
                      <a:pt x="785" y="1988"/>
                      <a:pt x="788" y="1990"/>
                    </a:cubicBezTo>
                    <a:cubicBezTo>
                      <a:pt x="790" y="1991"/>
                      <a:pt x="794" y="1990"/>
                      <a:pt x="796" y="1990"/>
                    </a:cubicBezTo>
                    <a:cubicBezTo>
                      <a:pt x="798" y="1990"/>
                      <a:pt x="797" y="1992"/>
                      <a:pt x="796" y="1993"/>
                    </a:cubicBezTo>
                    <a:cubicBezTo>
                      <a:pt x="795" y="1996"/>
                      <a:pt x="793" y="1997"/>
                      <a:pt x="790" y="1998"/>
                    </a:cubicBezTo>
                    <a:cubicBezTo>
                      <a:pt x="785" y="1998"/>
                      <a:pt x="780" y="1998"/>
                      <a:pt x="775" y="1999"/>
                    </a:cubicBezTo>
                    <a:cubicBezTo>
                      <a:pt x="771" y="1999"/>
                      <a:pt x="767" y="2001"/>
                      <a:pt x="765" y="2004"/>
                    </a:cubicBezTo>
                    <a:cubicBezTo>
                      <a:pt x="763" y="2006"/>
                      <a:pt x="762" y="2008"/>
                      <a:pt x="762" y="2011"/>
                    </a:cubicBezTo>
                    <a:cubicBezTo>
                      <a:pt x="762" y="2013"/>
                      <a:pt x="762" y="2015"/>
                      <a:pt x="762" y="2017"/>
                    </a:cubicBezTo>
                    <a:cubicBezTo>
                      <a:pt x="763" y="2018"/>
                      <a:pt x="764" y="2019"/>
                      <a:pt x="764" y="2020"/>
                    </a:cubicBezTo>
                    <a:cubicBezTo>
                      <a:pt x="765" y="2021"/>
                      <a:pt x="765" y="2022"/>
                      <a:pt x="765" y="2023"/>
                    </a:cubicBezTo>
                    <a:cubicBezTo>
                      <a:pt x="765" y="2024"/>
                      <a:pt x="765" y="2026"/>
                      <a:pt x="766" y="2027"/>
                    </a:cubicBezTo>
                    <a:cubicBezTo>
                      <a:pt x="767" y="2027"/>
                      <a:pt x="768" y="2027"/>
                      <a:pt x="769" y="2028"/>
                    </a:cubicBezTo>
                    <a:cubicBezTo>
                      <a:pt x="770" y="2028"/>
                      <a:pt x="771" y="2028"/>
                      <a:pt x="772" y="2029"/>
                    </a:cubicBezTo>
                    <a:cubicBezTo>
                      <a:pt x="774" y="2032"/>
                      <a:pt x="774" y="2037"/>
                      <a:pt x="774" y="2041"/>
                    </a:cubicBezTo>
                    <a:cubicBezTo>
                      <a:pt x="774" y="2044"/>
                      <a:pt x="773" y="2048"/>
                      <a:pt x="775" y="2052"/>
                    </a:cubicBezTo>
                    <a:cubicBezTo>
                      <a:pt x="775" y="2054"/>
                      <a:pt x="778" y="2055"/>
                      <a:pt x="779" y="2056"/>
                    </a:cubicBezTo>
                    <a:cubicBezTo>
                      <a:pt x="780" y="2057"/>
                      <a:pt x="781" y="2058"/>
                      <a:pt x="782" y="2058"/>
                    </a:cubicBezTo>
                    <a:cubicBezTo>
                      <a:pt x="783" y="2058"/>
                      <a:pt x="785" y="2058"/>
                      <a:pt x="786" y="2058"/>
                    </a:cubicBezTo>
                    <a:cubicBezTo>
                      <a:pt x="788" y="2057"/>
                      <a:pt x="789" y="2057"/>
                      <a:pt x="791" y="2056"/>
                    </a:cubicBezTo>
                    <a:cubicBezTo>
                      <a:pt x="793" y="2056"/>
                      <a:pt x="794" y="2054"/>
                      <a:pt x="795" y="2053"/>
                    </a:cubicBezTo>
                    <a:cubicBezTo>
                      <a:pt x="798" y="2050"/>
                      <a:pt x="801" y="2048"/>
                      <a:pt x="805" y="2046"/>
                    </a:cubicBezTo>
                    <a:cubicBezTo>
                      <a:pt x="808" y="2045"/>
                      <a:pt x="812" y="2044"/>
                      <a:pt x="816" y="2043"/>
                    </a:cubicBezTo>
                    <a:cubicBezTo>
                      <a:pt x="820" y="2042"/>
                      <a:pt x="825" y="2044"/>
                      <a:pt x="829" y="2043"/>
                    </a:cubicBezTo>
                    <a:cubicBezTo>
                      <a:pt x="829" y="2043"/>
                      <a:pt x="830" y="2043"/>
                      <a:pt x="831" y="2042"/>
                    </a:cubicBezTo>
                    <a:cubicBezTo>
                      <a:pt x="832" y="2042"/>
                      <a:pt x="833" y="2042"/>
                      <a:pt x="834" y="2041"/>
                    </a:cubicBezTo>
                    <a:cubicBezTo>
                      <a:pt x="835" y="2040"/>
                      <a:pt x="837" y="2039"/>
                      <a:pt x="839" y="2038"/>
                    </a:cubicBezTo>
                    <a:cubicBezTo>
                      <a:pt x="841" y="2036"/>
                      <a:pt x="843" y="2034"/>
                      <a:pt x="845" y="2032"/>
                    </a:cubicBezTo>
                    <a:cubicBezTo>
                      <a:pt x="847" y="2031"/>
                      <a:pt x="849" y="2030"/>
                      <a:pt x="851" y="2029"/>
                    </a:cubicBezTo>
                    <a:cubicBezTo>
                      <a:pt x="852" y="2028"/>
                      <a:pt x="854" y="2027"/>
                      <a:pt x="855" y="2026"/>
                    </a:cubicBezTo>
                    <a:cubicBezTo>
                      <a:pt x="856" y="2025"/>
                      <a:pt x="857" y="2024"/>
                      <a:pt x="858" y="2023"/>
                    </a:cubicBezTo>
                    <a:cubicBezTo>
                      <a:pt x="860" y="2022"/>
                      <a:pt x="861" y="2022"/>
                      <a:pt x="862" y="2021"/>
                    </a:cubicBezTo>
                    <a:cubicBezTo>
                      <a:pt x="863" y="2021"/>
                      <a:pt x="864" y="2020"/>
                      <a:pt x="865" y="2020"/>
                    </a:cubicBezTo>
                    <a:cubicBezTo>
                      <a:pt x="866" y="2019"/>
                      <a:pt x="867" y="2019"/>
                      <a:pt x="868" y="2018"/>
                    </a:cubicBezTo>
                    <a:cubicBezTo>
                      <a:pt x="869" y="2018"/>
                      <a:pt x="870" y="2017"/>
                      <a:pt x="871" y="2016"/>
                    </a:cubicBezTo>
                    <a:cubicBezTo>
                      <a:pt x="874" y="2015"/>
                      <a:pt x="876" y="2014"/>
                      <a:pt x="878" y="2013"/>
                    </a:cubicBezTo>
                    <a:cubicBezTo>
                      <a:pt x="882" y="2012"/>
                      <a:pt x="885" y="2011"/>
                      <a:pt x="888" y="2009"/>
                    </a:cubicBezTo>
                    <a:cubicBezTo>
                      <a:pt x="891" y="2008"/>
                      <a:pt x="893" y="2007"/>
                      <a:pt x="896" y="2006"/>
                    </a:cubicBezTo>
                    <a:cubicBezTo>
                      <a:pt x="900" y="2005"/>
                      <a:pt x="902" y="2003"/>
                      <a:pt x="905" y="2000"/>
                    </a:cubicBezTo>
                    <a:cubicBezTo>
                      <a:pt x="907" y="1998"/>
                      <a:pt x="909" y="1995"/>
                      <a:pt x="911" y="1993"/>
                    </a:cubicBezTo>
                    <a:cubicBezTo>
                      <a:pt x="913" y="1990"/>
                      <a:pt x="915" y="1988"/>
                      <a:pt x="918" y="1986"/>
                    </a:cubicBezTo>
                    <a:cubicBezTo>
                      <a:pt x="919" y="1984"/>
                      <a:pt x="921" y="1982"/>
                      <a:pt x="922" y="1980"/>
                    </a:cubicBezTo>
                    <a:cubicBezTo>
                      <a:pt x="922" y="1978"/>
                      <a:pt x="921" y="1976"/>
                      <a:pt x="920" y="1975"/>
                    </a:cubicBezTo>
                    <a:cubicBezTo>
                      <a:pt x="918" y="1973"/>
                      <a:pt x="917" y="1971"/>
                      <a:pt x="916" y="1969"/>
                    </a:cubicBezTo>
                    <a:cubicBezTo>
                      <a:pt x="916" y="1967"/>
                      <a:pt x="915" y="1963"/>
                      <a:pt x="912" y="1962"/>
                    </a:cubicBezTo>
                    <a:cubicBezTo>
                      <a:pt x="909" y="1961"/>
                      <a:pt x="905" y="1964"/>
                      <a:pt x="902" y="1965"/>
                    </a:cubicBezTo>
                    <a:cubicBezTo>
                      <a:pt x="897" y="1968"/>
                      <a:pt x="893" y="1971"/>
                      <a:pt x="888" y="1973"/>
                    </a:cubicBezTo>
                    <a:cubicBezTo>
                      <a:pt x="884" y="1976"/>
                      <a:pt x="880" y="1978"/>
                      <a:pt x="876" y="1979"/>
                    </a:cubicBezTo>
                    <a:cubicBezTo>
                      <a:pt x="874" y="1980"/>
                      <a:pt x="872" y="1981"/>
                      <a:pt x="872" y="1978"/>
                    </a:cubicBezTo>
                    <a:cubicBezTo>
                      <a:pt x="872" y="1977"/>
                      <a:pt x="873" y="1976"/>
                      <a:pt x="874" y="1976"/>
                    </a:cubicBezTo>
                    <a:cubicBezTo>
                      <a:pt x="876" y="1974"/>
                      <a:pt x="878" y="1973"/>
                      <a:pt x="880" y="1971"/>
                    </a:cubicBezTo>
                    <a:cubicBezTo>
                      <a:pt x="885" y="1968"/>
                      <a:pt x="890" y="1964"/>
                      <a:pt x="896" y="1962"/>
                    </a:cubicBezTo>
                    <a:cubicBezTo>
                      <a:pt x="898" y="1961"/>
                      <a:pt x="901" y="1960"/>
                      <a:pt x="903" y="1959"/>
                    </a:cubicBezTo>
                    <a:cubicBezTo>
                      <a:pt x="905" y="1958"/>
                      <a:pt x="906" y="1957"/>
                      <a:pt x="907" y="1956"/>
                    </a:cubicBezTo>
                    <a:cubicBezTo>
                      <a:pt x="913" y="1952"/>
                      <a:pt x="919" y="1950"/>
                      <a:pt x="925" y="1947"/>
                    </a:cubicBezTo>
                    <a:cubicBezTo>
                      <a:pt x="927" y="1946"/>
                      <a:pt x="930" y="1945"/>
                      <a:pt x="932" y="1943"/>
                    </a:cubicBezTo>
                    <a:cubicBezTo>
                      <a:pt x="933" y="1942"/>
                      <a:pt x="934" y="1941"/>
                      <a:pt x="935" y="1940"/>
                    </a:cubicBezTo>
                    <a:cubicBezTo>
                      <a:pt x="938" y="1939"/>
                      <a:pt x="941" y="1939"/>
                      <a:pt x="944" y="1937"/>
                    </a:cubicBezTo>
                    <a:cubicBezTo>
                      <a:pt x="945" y="1936"/>
                      <a:pt x="945" y="1934"/>
                      <a:pt x="945" y="1932"/>
                    </a:cubicBezTo>
                    <a:cubicBezTo>
                      <a:pt x="946" y="1929"/>
                      <a:pt x="947" y="1926"/>
                      <a:pt x="947" y="1924"/>
                    </a:cubicBezTo>
                    <a:cubicBezTo>
                      <a:pt x="948" y="1921"/>
                      <a:pt x="951" y="1920"/>
                      <a:pt x="953" y="1918"/>
                    </a:cubicBezTo>
                    <a:cubicBezTo>
                      <a:pt x="955" y="1916"/>
                      <a:pt x="957" y="1914"/>
                      <a:pt x="958" y="1911"/>
                    </a:cubicBezTo>
                    <a:cubicBezTo>
                      <a:pt x="959" y="1910"/>
                      <a:pt x="961" y="1909"/>
                      <a:pt x="962" y="1910"/>
                    </a:cubicBezTo>
                    <a:cubicBezTo>
                      <a:pt x="964" y="1910"/>
                      <a:pt x="966" y="1911"/>
                      <a:pt x="968" y="1912"/>
                    </a:cubicBezTo>
                    <a:cubicBezTo>
                      <a:pt x="969" y="1914"/>
                      <a:pt x="966" y="1915"/>
                      <a:pt x="965" y="1916"/>
                    </a:cubicBezTo>
                    <a:cubicBezTo>
                      <a:pt x="963" y="1917"/>
                      <a:pt x="961" y="1917"/>
                      <a:pt x="959" y="1919"/>
                    </a:cubicBezTo>
                    <a:cubicBezTo>
                      <a:pt x="958" y="1920"/>
                      <a:pt x="957" y="1921"/>
                      <a:pt x="955" y="1921"/>
                    </a:cubicBezTo>
                    <a:cubicBezTo>
                      <a:pt x="953" y="1922"/>
                      <a:pt x="952" y="1924"/>
                      <a:pt x="952" y="1927"/>
                    </a:cubicBezTo>
                    <a:cubicBezTo>
                      <a:pt x="952" y="1930"/>
                      <a:pt x="955" y="1931"/>
                      <a:pt x="959" y="1931"/>
                    </a:cubicBezTo>
                    <a:cubicBezTo>
                      <a:pt x="962" y="1930"/>
                      <a:pt x="964" y="1930"/>
                      <a:pt x="966" y="1933"/>
                    </a:cubicBezTo>
                    <a:cubicBezTo>
                      <a:pt x="966" y="1934"/>
                      <a:pt x="967" y="1935"/>
                      <a:pt x="968" y="1936"/>
                    </a:cubicBezTo>
                    <a:cubicBezTo>
                      <a:pt x="969" y="1936"/>
                      <a:pt x="970" y="1936"/>
                      <a:pt x="971" y="1935"/>
                    </a:cubicBezTo>
                    <a:cubicBezTo>
                      <a:pt x="973" y="1935"/>
                      <a:pt x="976" y="1935"/>
                      <a:pt x="975" y="1938"/>
                    </a:cubicBezTo>
                    <a:cubicBezTo>
                      <a:pt x="974" y="1941"/>
                      <a:pt x="970" y="1941"/>
                      <a:pt x="968" y="1941"/>
                    </a:cubicBezTo>
                    <a:cubicBezTo>
                      <a:pt x="966" y="1941"/>
                      <a:pt x="965" y="1941"/>
                      <a:pt x="964" y="1942"/>
                    </a:cubicBezTo>
                    <a:cubicBezTo>
                      <a:pt x="963" y="1942"/>
                      <a:pt x="962" y="1943"/>
                      <a:pt x="961" y="1944"/>
                    </a:cubicBezTo>
                    <a:cubicBezTo>
                      <a:pt x="958" y="1945"/>
                      <a:pt x="955" y="1945"/>
                      <a:pt x="952" y="1946"/>
                    </a:cubicBezTo>
                    <a:cubicBezTo>
                      <a:pt x="949" y="1948"/>
                      <a:pt x="949" y="1952"/>
                      <a:pt x="948" y="1955"/>
                    </a:cubicBezTo>
                    <a:cubicBezTo>
                      <a:pt x="946" y="1959"/>
                      <a:pt x="940" y="1958"/>
                      <a:pt x="937" y="1959"/>
                    </a:cubicBezTo>
                    <a:cubicBezTo>
                      <a:pt x="934" y="1959"/>
                      <a:pt x="930" y="1960"/>
                      <a:pt x="928" y="1963"/>
                    </a:cubicBezTo>
                    <a:cubicBezTo>
                      <a:pt x="927" y="1966"/>
                      <a:pt x="927" y="1969"/>
                      <a:pt x="927" y="1972"/>
                    </a:cubicBezTo>
                    <a:cubicBezTo>
                      <a:pt x="928" y="1974"/>
                      <a:pt x="929" y="1978"/>
                      <a:pt x="932" y="1978"/>
                    </a:cubicBezTo>
                    <a:cubicBezTo>
                      <a:pt x="935" y="1979"/>
                      <a:pt x="937" y="1976"/>
                      <a:pt x="940" y="1975"/>
                    </a:cubicBezTo>
                    <a:cubicBezTo>
                      <a:pt x="942" y="1973"/>
                      <a:pt x="943" y="1973"/>
                      <a:pt x="946" y="1973"/>
                    </a:cubicBezTo>
                    <a:cubicBezTo>
                      <a:pt x="948" y="1972"/>
                      <a:pt x="951" y="1973"/>
                      <a:pt x="953" y="1971"/>
                    </a:cubicBezTo>
                    <a:cubicBezTo>
                      <a:pt x="954" y="1969"/>
                      <a:pt x="954" y="1967"/>
                      <a:pt x="955" y="1965"/>
                    </a:cubicBezTo>
                    <a:cubicBezTo>
                      <a:pt x="956" y="1963"/>
                      <a:pt x="958" y="1962"/>
                      <a:pt x="959" y="1960"/>
                    </a:cubicBezTo>
                    <a:cubicBezTo>
                      <a:pt x="960" y="1957"/>
                      <a:pt x="961" y="1954"/>
                      <a:pt x="964" y="1953"/>
                    </a:cubicBezTo>
                    <a:cubicBezTo>
                      <a:pt x="965" y="1953"/>
                      <a:pt x="966" y="1953"/>
                      <a:pt x="966" y="1953"/>
                    </a:cubicBezTo>
                    <a:cubicBezTo>
                      <a:pt x="967" y="1954"/>
                      <a:pt x="966" y="1955"/>
                      <a:pt x="966" y="1956"/>
                    </a:cubicBezTo>
                    <a:cubicBezTo>
                      <a:pt x="965" y="1958"/>
                      <a:pt x="962" y="1960"/>
                      <a:pt x="961" y="1962"/>
                    </a:cubicBezTo>
                    <a:cubicBezTo>
                      <a:pt x="961" y="1964"/>
                      <a:pt x="962" y="1966"/>
                      <a:pt x="962" y="1968"/>
                    </a:cubicBezTo>
                    <a:cubicBezTo>
                      <a:pt x="962" y="1971"/>
                      <a:pt x="959" y="1972"/>
                      <a:pt x="957" y="1973"/>
                    </a:cubicBezTo>
                    <a:cubicBezTo>
                      <a:pt x="956" y="1973"/>
                      <a:pt x="953" y="1974"/>
                      <a:pt x="953" y="1976"/>
                    </a:cubicBezTo>
                    <a:cubicBezTo>
                      <a:pt x="954" y="1978"/>
                      <a:pt x="957" y="1980"/>
                      <a:pt x="959" y="1981"/>
                    </a:cubicBezTo>
                    <a:cubicBezTo>
                      <a:pt x="961" y="1981"/>
                      <a:pt x="963" y="1981"/>
                      <a:pt x="964" y="1983"/>
                    </a:cubicBezTo>
                    <a:cubicBezTo>
                      <a:pt x="965" y="1985"/>
                      <a:pt x="966" y="1987"/>
                      <a:pt x="967" y="1989"/>
                    </a:cubicBezTo>
                    <a:cubicBezTo>
                      <a:pt x="969" y="1990"/>
                      <a:pt x="971" y="1990"/>
                      <a:pt x="971" y="1992"/>
                    </a:cubicBezTo>
                    <a:cubicBezTo>
                      <a:pt x="972" y="1995"/>
                      <a:pt x="968" y="1996"/>
                      <a:pt x="966" y="1996"/>
                    </a:cubicBezTo>
                    <a:cubicBezTo>
                      <a:pt x="963" y="1996"/>
                      <a:pt x="960" y="1996"/>
                      <a:pt x="958" y="1998"/>
                    </a:cubicBezTo>
                    <a:cubicBezTo>
                      <a:pt x="957" y="1998"/>
                      <a:pt x="957" y="1999"/>
                      <a:pt x="956" y="2000"/>
                    </a:cubicBezTo>
                    <a:cubicBezTo>
                      <a:pt x="955" y="2000"/>
                      <a:pt x="954" y="2000"/>
                      <a:pt x="954" y="1999"/>
                    </a:cubicBezTo>
                    <a:cubicBezTo>
                      <a:pt x="951" y="1997"/>
                      <a:pt x="948" y="1995"/>
                      <a:pt x="945" y="1996"/>
                    </a:cubicBezTo>
                    <a:cubicBezTo>
                      <a:pt x="943" y="1996"/>
                      <a:pt x="941" y="1997"/>
                      <a:pt x="940" y="1998"/>
                    </a:cubicBezTo>
                    <a:cubicBezTo>
                      <a:pt x="940" y="1999"/>
                      <a:pt x="939" y="1999"/>
                      <a:pt x="939" y="2000"/>
                    </a:cubicBezTo>
                    <a:cubicBezTo>
                      <a:pt x="938" y="2001"/>
                      <a:pt x="937" y="2001"/>
                      <a:pt x="937" y="2002"/>
                    </a:cubicBezTo>
                    <a:cubicBezTo>
                      <a:pt x="936" y="2003"/>
                      <a:pt x="937" y="2004"/>
                      <a:pt x="937" y="2005"/>
                    </a:cubicBezTo>
                    <a:cubicBezTo>
                      <a:pt x="936" y="2006"/>
                      <a:pt x="935" y="2007"/>
                      <a:pt x="935" y="2008"/>
                    </a:cubicBezTo>
                    <a:cubicBezTo>
                      <a:pt x="934" y="2008"/>
                      <a:pt x="933" y="2009"/>
                      <a:pt x="933" y="2010"/>
                    </a:cubicBezTo>
                    <a:cubicBezTo>
                      <a:pt x="933" y="2010"/>
                      <a:pt x="933" y="2011"/>
                      <a:pt x="933" y="2011"/>
                    </a:cubicBezTo>
                    <a:cubicBezTo>
                      <a:pt x="932" y="2013"/>
                      <a:pt x="929" y="2012"/>
                      <a:pt x="928" y="2012"/>
                    </a:cubicBezTo>
                    <a:cubicBezTo>
                      <a:pt x="926" y="2012"/>
                      <a:pt x="924" y="2012"/>
                      <a:pt x="922" y="2012"/>
                    </a:cubicBezTo>
                    <a:cubicBezTo>
                      <a:pt x="921" y="2012"/>
                      <a:pt x="919" y="2012"/>
                      <a:pt x="917" y="2012"/>
                    </a:cubicBezTo>
                    <a:cubicBezTo>
                      <a:pt x="916" y="2012"/>
                      <a:pt x="914" y="2012"/>
                      <a:pt x="912" y="2013"/>
                    </a:cubicBezTo>
                    <a:cubicBezTo>
                      <a:pt x="911" y="2013"/>
                      <a:pt x="910" y="2014"/>
                      <a:pt x="908" y="2014"/>
                    </a:cubicBezTo>
                    <a:cubicBezTo>
                      <a:pt x="907" y="2015"/>
                      <a:pt x="906" y="2015"/>
                      <a:pt x="904" y="2015"/>
                    </a:cubicBezTo>
                    <a:cubicBezTo>
                      <a:pt x="902" y="2016"/>
                      <a:pt x="899" y="2017"/>
                      <a:pt x="896" y="2018"/>
                    </a:cubicBezTo>
                    <a:cubicBezTo>
                      <a:pt x="893" y="2020"/>
                      <a:pt x="889" y="2023"/>
                      <a:pt x="886" y="2025"/>
                    </a:cubicBezTo>
                    <a:cubicBezTo>
                      <a:pt x="882" y="2028"/>
                      <a:pt x="879" y="2032"/>
                      <a:pt x="875" y="2034"/>
                    </a:cubicBezTo>
                    <a:cubicBezTo>
                      <a:pt x="870" y="2037"/>
                      <a:pt x="865" y="2041"/>
                      <a:pt x="863" y="2046"/>
                    </a:cubicBezTo>
                    <a:cubicBezTo>
                      <a:pt x="862" y="2048"/>
                      <a:pt x="861" y="2051"/>
                      <a:pt x="864" y="2051"/>
                    </a:cubicBezTo>
                    <a:cubicBezTo>
                      <a:pt x="866" y="2052"/>
                      <a:pt x="869" y="2050"/>
                      <a:pt x="871" y="2049"/>
                    </a:cubicBezTo>
                    <a:cubicBezTo>
                      <a:pt x="876" y="2046"/>
                      <a:pt x="880" y="2042"/>
                      <a:pt x="885" y="2040"/>
                    </a:cubicBezTo>
                    <a:cubicBezTo>
                      <a:pt x="887" y="2039"/>
                      <a:pt x="889" y="2038"/>
                      <a:pt x="891" y="2038"/>
                    </a:cubicBezTo>
                    <a:cubicBezTo>
                      <a:pt x="893" y="2037"/>
                      <a:pt x="895" y="2036"/>
                      <a:pt x="897" y="2036"/>
                    </a:cubicBezTo>
                    <a:cubicBezTo>
                      <a:pt x="902" y="2036"/>
                      <a:pt x="896" y="2041"/>
                      <a:pt x="895" y="2042"/>
                    </a:cubicBezTo>
                    <a:cubicBezTo>
                      <a:pt x="894" y="2043"/>
                      <a:pt x="892" y="2045"/>
                      <a:pt x="892" y="2046"/>
                    </a:cubicBezTo>
                    <a:cubicBezTo>
                      <a:pt x="893" y="2048"/>
                      <a:pt x="894" y="2048"/>
                      <a:pt x="895" y="2049"/>
                    </a:cubicBezTo>
                    <a:cubicBezTo>
                      <a:pt x="896" y="2051"/>
                      <a:pt x="894" y="2051"/>
                      <a:pt x="893" y="2051"/>
                    </a:cubicBezTo>
                    <a:cubicBezTo>
                      <a:pt x="890" y="2052"/>
                      <a:pt x="887" y="2052"/>
                      <a:pt x="885" y="2052"/>
                    </a:cubicBezTo>
                    <a:cubicBezTo>
                      <a:pt x="883" y="2052"/>
                      <a:pt x="881" y="2053"/>
                      <a:pt x="880" y="2055"/>
                    </a:cubicBezTo>
                    <a:cubicBezTo>
                      <a:pt x="879" y="2056"/>
                      <a:pt x="879" y="2057"/>
                      <a:pt x="879" y="2059"/>
                    </a:cubicBezTo>
                    <a:cubicBezTo>
                      <a:pt x="879" y="2060"/>
                      <a:pt x="878" y="2061"/>
                      <a:pt x="879" y="2062"/>
                    </a:cubicBezTo>
                    <a:cubicBezTo>
                      <a:pt x="879" y="2063"/>
                      <a:pt x="880" y="2064"/>
                      <a:pt x="880" y="2066"/>
                    </a:cubicBezTo>
                    <a:cubicBezTo>
                      <a:pt x="881" y="2067"/>
                      <a:pt x="881" y="2069"/>
                      <a:pt x="881" y="2071"/>
                    </a:cubicBezTo>
                    <a:cubicBezTo>
                      <a:pt x="882" y="2072"/>
                      <a:pt x="883" y="2073"/>
                      <a:pt x="884" y="2073"/>
                    </a:cubicBezTo>
                    <a:cubicBezTo>
                      <a:pt x="886" y="2074"/>
                      <a:pt x="888" y="2073"/>
                      <a:pt x="890" y="2074"/>
                    </a:cubicBezTo>
                    <a:cubicBezTo>
                      <a:pt x="892" y="2074"/>
                      <a:pt x="892" y="2075"/>
                      <a:pt x="891" y="2076"/>
                    </a:cubicBezTo>
                    <a:cubicBezTo>
                      <a:pt x="890" y="2077"/>
                      <a:pt x="888" y="2077"/>
                      <a:pt x="886" y="2077"/>
                    </a:cubicBezTo>
                    <a:cubicBezTo>
                      <a:pt x="885" y="2078"/>
                      <a:pt x="884" y="2078"/>
                      <a:pt x="884" y="2079"/>
                    </a:cubicBezTo>
                    <a:cubicBezTo>
                      <a:pt x="883" y="2080"/>
                      <a:pt x="883" y="2082"/>
                      <a:pt x="883" y="2083"/>
                    </a:cubicBezTo>
                    <a:cubicBezTo>
                      <a:pt x="882" y="2084"/>
                      <a:pt x="880" y="2085"/>
                      <a:pt x="879" y="2084"/>
                    </a:cubicBezTo>
                    <a:cubicBezTo>
                      <a:pt x="877" y="2084"/>
                      <a:pt x="875" y="2082"/>
                      <a:pt x="873" y="2081"/>
                    </a:cubicBezTo>
                    <a:cubicBezTo>
                      <a:pt x="871" y="2080"/>
                      <a:pt x="869" y="2079"/>
                      <a:pt x="867" y="2078"/>
                    </a:cubicBezTo>
                    <a:cubicBezTo>
                      <a:pt x="862" y="2077"/>
                      <a:pt x="858" y="2078"/>
                      <a:pt x="854" y="2078"/>
                    </a:cubicBezTo>
                    <a:cubicBezTo>
                      <a:pt x="852" y="2078"/>
                      <a:pt x="851" y="2079"/>
                      <a:pt x="849" y="2078"/>
                    </a:cubicBezTo>
                    <a:cubicBezTo>
                      <a:pt x="848" y="2078"/>
                      <a:pt x="848" y="2077"/>
                      <a:pt x="847" y="2076"/>
                    </a:cubicBezTo>
                    <a:cubicBezTo>
                      <a:pt x="845" y="2074"/>
                      <a:pt x="842" y="2074"/>
                      <a:pt x="840" y="2074"/>
                    </a:cubicBezTo>
                    <a:cubicBezTo>
                      <a:pt x="837" y="2074"/>
                      <a:pt x="834" y="2072"/>
                      <a:pt x="831" y="2073"/>
                    </a:cubicBezTo>
                    <a:cubicBezTo>
                      <a:pt x="831" y="2074"/>
                      <a:pt x="830" y="2074"/>
                      <a:pt x="829" y="2074"/>
                    </a:cubicBezTo>
                    <a:cubicBezTo>
                      <a:pt x="827" y="2074"/>
                      <a:pt x="825" y="2074"/>
                      <a:pt x="824" y="2074"/>
                    </a:cubicBezTo>
                    <a:cubicBezTo>
                      <a:pt x="823" y="2074"/>
                      <a:pt x="822" y="2074"/>
                      <a:pt x="821" y="2074"/>
                    </a:cubicBezTo>
                    <a:cubicBezTo>
                      <a:pt x="820" y="2073"/>
                      <a:pt x="818" y="2074"/>
                      <a:pt x="818" y="2073"/>
                    </a:cubicBezTo>
                    <a:cubicBezTo>
                      <a:pt x="816" y="2072"/>
                      <a:pt x="815" y="2071"/>
                      <a:pt x="814" y="2070"/>
                    </a:cubicBezTo>
                    <a:cubicBezTo>
                      <a:pt x="813" y="2069"/>
                      <a:pt x="811" y="2067"/>
                      <a:pt x="809" y="2067"/>
                    </a:cubicBezTo>
                    <a:cubicBezTo>
                      <a:pt x="807" y="2067"/>
                      <a:pt x="805" y="2067"/>
                      <a:pt x="802" y="2067"/>
                    </a:cubicBezTo>
                    <a:cubicBezTo>
                      <a:pt x="802" y="2068"/>
                      <a:pt x="801" y="2068"/>
                      <a:pt x="801" y="2069"/>
                    </a:cubicBezTo>
                    <a:cubicBezTo>
                      <a:pt x="800" y="2069"/>
                      <a:pt x="799" y="2069"/>
                      <a:pt x="798" y="2070"/>
                    </a:cubicBezTo>
                    <a:cubicBezTo>
                      <a:pt x="797" y="2070"/>
                      <a:pt x="797" y="2071"/>
                      <a:pt x="796" y="2072"/>
                    </a:cubicBezTo>
                    <a:cubicBezTo>
                      <a:pt x="796" y="2072"/>
                      <a:pt x="795" y="2072"/>
                      <a:pt x="794" y="2072"/>
                    </a:cubicBezTo>
                    <a:cubicBezTo>
                      <a:pt x="793" y="2073"/>
                      <a:pt x="793" y="2073"/>
                      <a:pt x="793" y="2073"/>
                    </a:cubicBezTo>
                    <a:cubicBezTo>
                      <a:pt x="791" y="2074"/>
                      <a:pt x="790" y="2075"/>
                      <a:pt x="789" y="2077"/>
                    </a:cubicBezTo>
                    <a:cubicBezTo>
                      <a:pt x="789" y="2079"/>
                      <a:pt x="788" y="2081"/>
                      <a:pt x="788" y="2083"/>
                    </a:cubicBezTo>
                    <a:cubicBezTo>
                      <a:pt x="788" y="2084"/>
                      <a:pt x="788" y="2085"/>
                      <a:pt x="788" y="2086"/>
                    </a:cubicBezTo>
                    <a:cubicBezTo>
                      <a:pt x="788" y="2087"/>
                      <a:pt x="788" y="2087"/>
                      <a:pt x="789" y="2088"/>
                    </a:cubicBezTo>
                    <a:cubicBezTo>
                      <a:pt x="790" y="2090"/>
                      <a:pt x="790" y="2092"/>
                      <a:pt x="792" y="2093"/>
                    </a:cubicBezTo>
                    <a:cubicBezTo>
                      <a:pt x="793" y="2094"/>
                      <a:pt x="795" y="2095"/>
                      <a:pt x="797" y="2095"/>
                    </a:cubicBezTo>
                    <a:cubicBezTo>
                      <a:pt x="799" y="2095"/>
                      <a:pt x="801" y="2095"/>
                      <a:pt x="803" y="2095"/>
                    </a:cubicBezTo>
                    <a:cubicBezTo>
                      <a:pt x="804" y="2095"/>
                      <a:pt x="808" y="2095"/>
                      <a:pt x="809" y="2096"/>
                    </a:cubicBezTo>
                    <a:cubicBezTo>
                      <a:pt x="811" y="2098"/>
                      <a:pt x="807" y="2099"/>
                      <a:pt x="806" y="2100"/>
                    </a:cubicBezTo>
                    <a:cubicBezTo>
                      <a:pt x="804" y="2100"/>
                      <a:pt x="803" y="2100"/>
                      <a:pt x="801" y="2100"/>
                    </a:cubicBezTo>
                    <a:cubicBezTo>
                      <a:pt x="800" y="2101"/>
                      <a:pt x="799" y="2101"/>
                      <a:pt x="799" y="2101"/>
                    </a:cubicBezTo>
                    <a:cubicBezTo>
                      <a:pt x="796" y="2102"/>
                      <a:pt x="794" y="2103"/>
                      <a:pt x="792" y="2103"/>
                    </a:cubicBezTo>
                    <a:cubicBezTo>
                      <a:pt x="791" y="2102"/>
                      <a:pt x="789" y="2101"/>
                      <a:pt x="788" y="2100"/>
                    </a:cubicBezTo>
                    <a:cubicBezTo>
                      <a:pt x="787" y="2099"/>
                      <a:pt x="786" y="2098"/>
                      <a:pt x="784" y="2097"/>
                    </a:cubicBezTo>
                    <a:cubicBezTo>
                      <a:pt x="783" y="2096"/>
                      <a:pt x="782" y="2096"/>
                      <a:pt x="781" y="2095"/>
                    </a:cubicBezTo>
                    <a:cubicBezTo>
                      <a:pt x="780" y="2095"/>
                      <a:pt x="779" y="2096"/>
                      <a:pt x="779" y="2095"/>
                    </a:cubicBezTo>
                    <a:cubicBezTo>
                      <a:pt x="778" y="2095"/>
                      <a:pt x="778" y="2094"/>
                      <a:pt x="778" y="2093"/>
                    </a:cubicBezTo>
                    <a:cubicBezTo>
                      <a:pt x="778" y="2092"/>
                      <a:pt x="777" y="2091"/>
                      <a:pt x="777" y="2091"/>
                    </a:cubicBezTo>
                    <a:cubicBezTo>
                      <a:pt x="775" y="2089"/>
                      <a:pt x="773" y="2093"/>
                      <a:pt x="773" y="2094"/>
                    </a:cubicBezTo>
                    <a:cubicBezTo>
                      <a:pt x="772" y="2095"/>
                      <a:pt x="772" y="2097"/>
                      <a:pt x="770" y="2097"/>
                    </a:cubicBezTo>
                    <a:cubicBezTo>
                      <a:pt x="769" y="2098"/>
                      <a:pt x="767" y="2098"/>
                      <a:pt x="766" y="2098"/>
                    </a:cubicBezTo>
                    <a:cubicBezTo>
                      <a:pt x="766" y="2098"/>
                      <a:pt x="765" y="2098"/>
                      <a:pt x="765" y="2097"/>
                    </a:cubicBezTo>
                    <a:cubicBezTo>
                      <a:pt x="764" y="2096"/>
                      <a:pt x="764" y="2095"/>
                      <a:pt x="765" y="2094"/>
                    </a:cubicBezTo>
                    <a:cubicBezTo>
                      <a:pt x="765" y="2092"/>
                      <a:pt x="766" y="2092"/>
                      <a:pt x="767" y="2090"/>
                    </a:cubicBezTo>
                    <a:cubicBezTo>
                      <a:pt x="768" y="2089"/>
                      <a:pt x="768" y="2088"/>
                      <a:pt x="769" y="2087"/>
                    </a:cubicBezTo>
                    <a:cubicBezTo>
                      <a:pt x="769" y="2085"/>
                      <a:pt x="770" y="2084"/>
                      <a:pt x="770" y="2083"/>
                    </a:cubicBezTo>
                    <a:cubicBezTo>
                      <a:pt x="771" y="2081"/>
                      <a:pt x="773" y="2080"/>
                      <a:pt x="774" y="2078"/>
                    </a:cubicBezTo>
                    <a:cubicBezTo>
                      <a:pt x="774" y="2078"/>
                      <a:pt x="774" y="2077"/>
                      <a:pt x="774" y="2077"/>
                    </a:cubicBezTo>
                    <a:cubicBezTo>
                      <a:pt x="775" y="2076"/>
                      <a:pt x="775" y="2075"/>
                      <a:pt x="776" y="2075"/>
                    </a:cubicBezTo>
                    <a:cubicBezTo>
                      <a:pt x="777" y="2073"/>
                      <a:pt x="779" y="2072"/>
                      <a:pt x="778" y="2069"/>
                    </a:cubicBezTo>
                    <a:cubicBezTo>
                      <a:pt x="778" y="2068"/>
                      <a:pt x="777" y="2067"/>
                      <a:pt x="776" y="2066"/>
                    </a:cubicBezTo>
                    <a:cubicBezTo>
                      <a:pt x="775" y="2065"/>
                      <a:pt x="774" y="2065"/>
                      <a:pt x="773" y="2064"/>
                    </a:cubicBezTo>
                    <a:cubicBezTo>
                      <a:pt x="771" y="2063"/>
                      <a:pt x="771" y="2062"/>
                      <a:pt x="769" y="2061"/>
                    </a:cubicBezTo>
                    <a:cubicBezTo>
                      <a:pt x="767" y="2059"/>
                      <a:pt x="765" y="2057"/>
                      <a:pt x="764" y="2054"/>
                    </a:cubicBezTo>
                    <a:cubicBezTo>
                      <a:pt x="764" y="2053"/>
                      <a:pt x="764" y="2052"/>
                      <a:pt x="763" y="2050"/>
                    </a:cubicBezTo>
                    <a:cubicBezTo>
                      <a:pt x="763" y="2049"/>
                      <a:pt x="762" y="2049"/>
                      <a:pt x="762" y="2047"/>
                    </a:cubicBezTo>
                    <a:cubicBezTo>
                      <a:pt x="762" y="2046"/>
                      <a:pt x="761" y="2044"/>
                      <a:pt x="760" y="2043"/>
                    </a:cubicBezTo>
                    <a:cubicBezTo>
                      <a:pt x="760" y="2041"/>
                      <a:pt x="759" y="2040"/>
                      <a:pt x="758" y="2039"/>
                    </a:cubicBezTo>
                    <a:cubicBezTo>
                      <a:pt x="757" y="2038"/>
                      <a:pt x="758" y="2036"/>
                      <a:pt x="758" y="2035"/>
                    </a:cubicBezTo>
                    <a:cubicBezTo>
                      <a:pt x="757" y="2033"/>
                      <a:pt x="757" y="2032"/>
                      <a:pt x="756" y="2030"/>
                    </a:cubicBezTo>
                    <a:cubicBezTo>
                      <a:pt x="756" y="2029"/>
                      <a:pt x="755" y="2028"/>
                      <a:pt x="755" y="2027"/>
                    </a:cubicBezTo>
                    <a:cubicBezTo>
                      <a:pt x="754" y="2026"/>
                      <a:pt x="754" y="2025"/>
                      <a:pt x="754" y="2024"/>
                    </a:cubicBezTo>
                    <a:cubicBezTo>
                      <a:pt x="753" y="2023"/>
                      <a:pt x="753" y="2022"/>
                      <a:pt x="753" y="2021"/>
                    </a:cubicBezTo>
                    <a:cubicBezTo>
                      <a:pt x="753" y="2020"/>
                      <a:pt x="753" y="2018"/>
                      <a:pt x="754" y="2017"/>
                    </a:cubicBezTo>
                    <a:cubicBezTo>
                      <a:pt x="754" y="2016"/>
                      <a:pt x="754" y="2015"/>
                      <a:pt x="753" y="2014"/>
                    </a:cubicBezTo>
                    <a:cubicBezTo>
                      <a:pt x="752" y="2011"/>
                      <a:pt x="748" y="2013"/>
                      <a:pt x="747" y="2015"/>
                    </a:cubicBezTo>
                    <a:cubicBezTo>
                      <a:pt x="746" y="2016"/>
                      <a:pt x="745" y="2017"/>
                      <a:pt x="743" y="2018"/>
                    </a:cubicBezTo>
                    <a:cubicBezTo>
                      <a:pt x="742" y="2019"/>
                      <a:pt x="741" y="2018"/>
                      <a:pt x="739" y="2018"/>
                    </a:cubicBezTo>
                    <a:cubicBezTo>
                      <a:pt x="737" y="2019"/>
                      <a:pt x="735" y="2020"/>
                      <a:pt x="733" y="2021"/>
                    </a:cubicBezTo>
                    <a:cubicBezTo>
                      <a:pt x="731" y="2022"/>
                      <a:pt x="730" y="2022"/>
                      <a:pt x="729" y="2023"/>
                    </a:cubicBezTo>
                    <a:cubicBezTo>
                      <a:pt x="729" y="2023"/>
                      <a:pt x="727" y="2025"/>
                      <a:pt x="728" y="2026"/>
                    </a:cubicBezTo>
                    <a:cubicBezTo>
                      <a:pt x="728" y="2026"/>
                      <a:pt x="730" y="2027"/>
                      <a:pt x="731" y="2027"/>
                    </a:cubicBezTo>
                    <a:cubicBezTo>
                      <a:pt x="732" y="2028"/>
                      <a:pt x="733" y="2029"/>
                      <a:pt x="733" y="2031"/>
                    </a:cubicBezTo>
                    <a:cubicBezTo>
                      <a:pt x="733" y="2032"/>
                      <a:pt x="733" y="2034"/>
                      <a:pt x="733" y="2036"/>
                    </a:cubicBezTo>
                    <a:cubicBezTo>
                      <a:pt x="733" y="2037"/>
                      <a:pt x="733" y="2039"/>
                      <a:pt x="733" y="2040"/>
                    </a:cubicBezTo>
                    <a:cubicBezTo>
                      <a:pt x="732" y="2041"/>
                      <a:pt x="732" y="2041"/>
                      <a:pt x="731" y="2040"/>
                    </a:cubicBezTo>
                    <a:cubicBezTo>
                      <a:pt x="730" y="2039"/>
                      <a:pt x="730" y="2037"/>
                      <a:pt x="729" y="2036"/>
                    </a:cubicBezTo>
                    <a:cubicBezTo>
                      <a:pt x="728" y="2033"/>
                      <a:pt x="727" y="2030"/>
                      <a:pt x="725" y="2029"/>
                    </a:cubicBezTo>
                    <a:cubicBezTo>
                      <a:pt x="722" y="2028"/>
                      <a:pt x="719" y="2031"/>
                      <a:pt x="718" y="2033"/>
                    </a:cubicBezTo>
                    <a:cubicBezTo>
                      <a:pt x="718" y="2035"/>
                      <a:pt x="718" y="2036"/>
                      <a:pt x="717" y="2037"/>
                    </a:cubicBezTo>
                    <a:cubicBezTo>
                      <a:pt x="717" y="2039"/>
                      <a:pt x="716" y="2039"/>
                      <a:pt x="715" y="2040"/>
                    </a:cubicBezTo>
                    <a:cubicBezTo>
                      <a:pt x="714" y="2042"/>
                      <a:pt x="713" y="2043"/>
                      <a:pt x="712" y="2045"/>
                    </a:cubicBezTo>
                    <a:cubicBezTo>
                      <a:pt x="712" y="2046"/>
                      <a:pt x="711" y="2047"/>
                      <a:pt x="710" y="2046"/>
                    </a:cubicBezTo>
                    <a:cubicBezTo>
                      <a:pt x="709" y="2046"/>
                      <a:pt x="708" y="2044"/>
                      <a:pt x="708" y="2042"/>
                    </a:cubicBezTo>
                    <a:cubicBezTo>
                      <a:pt x="707" y="2040"/>
                      <a:pt x="709" y="2039"/>
                      <a:pt x="710" y="2037"/>
                    </a:cubicBezTo>
                    <a:cubicBezTo>
                      <a:pt x="710" y="2037"/>
                      <a:pt x="713" y="2035"/>
                      <a:pt x="712" y="2034"/>
                    </a:cubicBezTo>
                    <a:cubicBezTo>
                      <a:pt x="712" y="2033"/>
                      <a:pt x="709" y="2034"/>
                      <a:pt x="708" y="2034"/>
                    </a:cubicBezTo>
                    <a:cubicBezTo>
                      <a:pt x="707" y="2035"/>
                      <a:pt x="705" y="2035"/>
                      <a:pt x="705" y="2037"/>
                    </a:cubicBezTo>
                    <a:cubicBezTo>
                      <a:pt x="704" y="2038"/>
                      <a:pt x="703" y="2039"/>
                      <a:pt x="702" y="2040"/>
                    </a:cubicBezTo>
                    <a:cubicBezTo>
                      <a:pt x="701" y="2042"/>
                      <a:pt x="699" y="2038"/>
                      <a:pt x="697" y="2038"/>
                    </a:cubicBezTo>
                    <a:cubicBezTo>
                      <a:pt x="696" y="2039"/>
                      <a:pt x="693" y="2040"/>
                      <a:pt x="693" y="2042"/>
                    </a:cubicBezTo>
                    <a:cubicBezTo>
                      <a:pt x="693" y="2043"/>
                      <a:pt x="693" y="2044"/>
                      <a:pt x="692" y="2045"/>
                    </a:cubicBezTo>
                    <a:cubicBezTo>
                      <a:pt x="691" y="2046"/>
                      <a:pt x="691" y="2045"/>
                      <a:pt x="690" y="2045"/>
                    </a:cubicBezTo>
                    <a:cubicBezTo>
                      <a:pt x="689" y="2044"/>
                      <a:pt x="688" y="2043"/>
                      <a:pt x="687" y="2043"/>
                    </a:cubicBezTo>
                    <a:cubicBezTo>
                      <a:pt x="686" y="2043"/>
                      <a:pt x="685" y="2044"/>
                      <a:pt x="684" y="2044"/>
                    </a:cubicBezTo>
                    <a:cubicBezTo>
                      <a:pt x="681" y="2045"/>
                      <a:pt x="679" y="2047"/>
                      <a:pt x="681" y="2050"/>
                    </a:cubicBezTo>
                    <a:cubicBezTo>
                      <a:pt x="681" y="2051"/>
                      <a:pt x="682" y="2052"/>
                      <a:pt x="683" y="2053"/>
                    </a:cubicBezTo>
                    <a:cubicBezTo>
                      <a:pt x="684" y="2054"/>
                      <a:pt x="684" y="2055"/>
                      <a:pt x="685" y="2056"/>
                    </a:cubicBezTo>
                    <a:cubicBezTo>
                      <a:pt x="687" y="2059"/>
                      <a:pt x="690" y="2058"/>
                      <a:pt x="693" y="2058"/>
                    </a:cubicBezTo>
                    <a:cubicBezTo>
                      <a:pt x="694" y="2058"/>
                      <a:pt x="696" y="2058"/>
                      <a:pt x="697" y="2057"/>
                    </a:cubicBezTo>
                    <a:cubicBezTo>
                      <a:pt x="697" y="2056"/>
                      <a:pt x="697" y="2055"/>
                      <a:pt x="696" y="2054"/>
                    </a:cubicBezTo>
                    <a:cubicBezTo>
                      <a:pt x="696" y="2053"/>
                      <a:pt x="695" y="2052"/>
                      <a:pt x="695" y="2051"/>
                    </a:cubicBezTo>
                    <a:cubicBezTo>
                      <a:pt x="696" y="2050"/>
                      <a:pt x="697" y="2050"/>
                      <a:pt x="698" y="2051"/>
                    </a:cubicBezTo>
                    <a:cubicBezTo>
                      <a:pt x="699" y="2051"/>
                      <a:pt x="699" y="2053"/>
                      <a:pt x="699" y="2054"/>
                    </a:cubicBezTo>
                    <a:cubicBezTo>
                      <a:pt x="700" y="2055"/>
                      <a:pt x="701" y="2056"/>
                      <a:pt x="702" y="2056"/>
                    </a:cubicBezTo>
                    <a:cubicBezTo>
                      <a:pt x="704" y="2056"/>
                      <a:pt x="705" y="2055"/>
                      <a:pt x="706" y="2055"/>
                    </a:cubicBezTo>
                    <a:cubicBezTo>
                      <a:pt x="708" y="2055"/>
                      <a:pt x="710" y="2055"/>
                      <a:pt x="712" y="2054"/>
                    </a:cubicBezTo>
                    <a:cubicBezTo>
                      <a:pt x="713" y="2054"/>
                      <a:pt x="714" y="2053"/>
                      <a:pt x="715" y="2053"/>
                    </a:cubicBezTo>
                    <a:cubicBezTo>
                      <a:pt x="716" y="2054"/>
                      <a:pt x="717" y="2055"/>
                      <a:pt x="718" y="2055"/>
                    </a:cubicBezTo>
                    <a:cubicBezTo>
                      <a:pt x="719" y="2057"/>
                      <a:pt x="717" y="2058"/>
                      <a:pt x="716" y="2058"/>
                    </a:cubicBezTo>
                    <a:cubicBezTo>
                      <a:pt x="713" y="2059"/>
                      <a:pt x="709" y="2059"/>
                      <a:pt x="706" y="2059"/>
                    </a:cubicBezTo>
                    <a:cubicBezTo>
                      <a:pt x="701" y="2060"/>
                      <a:pt x="696" y="2062"/>
                      <a:pt x="691" y="2063"/>
                    </a:cubicBezTo>
                    <a:cubicBezTo>
                      <a:pt x="688" y="2064"/>
                      <a:pt x="685" y="2063"/>
                      <a:pt x="682" y="2064"/>
                    </a:cubicBezTo>
                    <a:cubicBezTo>
                      <a:pt x="679" y="2065"/>
                      <a:pt x="679" y="2068"/>
                      <a:pt x="679" y="2070"/>
                    </a:cubicBezTo>
                    <a:cubicBezTo>
                      <a:pt x="679" y="2074"/>
                      <a:pt x="682" y="2075"/>
                      <a:pt x="684" y="2076"/>
                    </a:cubicBezTo>
                    <a:cubicBezTo>
                      <a:pt x="685" y="2077"/>
                      <a:pt x="686" y="2077"/>
                      <a:pt x="687" y="2078"/>
                    </a:cubicBezTo>
                    <a:cubicBezTo>
                      <a:pt x="688" y="2078"/>
                      <a:pt x="690" y="2078"/>
                      <a:pt x="691" y="2077"/>
                    </a:cubicBezTo>
                    <a:cubicBezTo>
                      <a:pt x="693" y="2077"/>
                      <a:pt x="695" y="2077"/>
                      <a:pt x="697" y="2077"/>
                    </a:cubicBezTo>
                    <a:cubicBezTo>
                      <a:pt x="699" y="2077"/>
                      <a:pt x="702" y="2077"/>
                      <a:pt x="704" y="2077"/>
                    </a:cubicBezTo>
                    <a:cubicBezTo>
                      <a:pt x="706" y="2077"/>
                      <a:pt x="707" y="2077"/>
                      <a:pt x="709" y="2076"/>
                    </a:cubicBezTo>
                    <a:cubicBezTo>
                      <a:pt x="710" y="2076"/>
                      <a:pt x="711" y="2075"/>
                      <a:pt x="713" y="2075"/>
                    </a:cubicBezTo>
                    <a:cubicBezTo>
                      <a:pt x="714" y="2075"/>
                      <a:pt x="714" y="2075"/>
                      <a:pt x="713" y="2076"/>
                    </a:cubicBezTo>
                    <a:cubicBezTo>
                      <a:pt x="711" y="2077"/>
                      <a:pt x="709" y="2078"/>
                      <a:pt x="707" y="2079"/>
                    </a:cubicBezTo>
                    <a:cubicBezTo>
                      <a:pt x="703" y="2080"/>
                      <a:pt x="700" y="2081"/>
                      <a:pt x="697" y="2081"/>
                    </a:cubicBezTo>
                    <a:cubicBezTo>
                      <a:pt x="694" y="2081"/>
                      <a:pt x="692" y="2082"/>
                      <a:pt x="690" y="2082"/>
                    </a:cubicBezTo>
                    <a:cubicBezTo>
                      <a:pt x="688" y="2082"/>
                      <a:pt x="687" y="2083"/>
                      <a:pt x="686" y="2083"/>
                    </a:cubicBezTo>
                    <a:cubicBezTo>
                      <a:pt x="685" y="2084"/>
                      <a:pt x="684" y="2085"/>
                      <a:pt x="684" y="2086"/>
                    </a:cubicBezTo>
                    <a:cubicBezTo>
                      <a:pt x="683" y="2087"/>
                      <a:pt x="683" y="2088"/>
                      <a:pt x="682" y="2089"/>
                    </a:cubicBezTo>
                    <a:cubicBezTo>
                      <a:pt x="681" y="2089"/>
                      <a:pt x="680" y="2089"/>
                      <a:pt x="679" y="2088"/>
                    </a:cubicBezTo>
                    <a:cubicBezTo>
                      <a:pt x="678" y="2088"/>
                      <a:pt x="678" y="2086"/>
                      <a:pt x="677" y="2086"/>
                    </a:cubicBezTo>
                    <a:cubicBezTo>
                      <a:pt x="676" y="2086"/>
                      <a:pt x="675" y="2087"/>
                      <a:pt x="675" y="2087"/>
                    </a:cubicBezTo>
                    <a:cubicBezTo>
                      <a:pt x="674" y="2088"/>
                      <a:pt x="674" y="2088"/>
                      <a:pt x="674" y="2089"/>
                    </a:cubicBezTo>
                    <a:cubicBezTo>
                      <a:pt x="674" y="2089"/>
                      <a:pt x="673" y="2090"/>
                      <a:pt x="673" y="2090"/>
                    </a:cubicBezTo>
                    <a:cubicBezTo>
                      <a:pt x="672" y="2091"/>
                      <a:pt x="672" y="2092"/>
                      <a:pt x="671" y="2092"/>
                    </a:cubicBezTo>
                    <a:cubicBezTo>
                      <a:pt x="670" y="2093"/>
                      <a:pt x="670" y="2093"/>
                      <a:pt x="669" y="2094"/>
                    </a:cubicBezTo>
                    <a:cubicBezTo>
                      <a:pt x="669" y="2094"/>
                      <a:pt x="668" y="2095"/>
                      <a:pt x="667" y="2095"/>
                    </a:cubicBezTo>
                    <a:cubicBezTo>
                      <a:pt x="666" y="2095"/>
                      <a:pt x="666" y="2095"/>
                      <a:pt x="666" y="2094"/>
                    </a:cubicBezTo>
                    <a:cubicBezTo>
                      <a:pt x="665" y="2093"/>
                      <a:pt x="666" y="2091"/>
                      <a:pt x="667" y="2090"/>
                    </a:cubicBezTo>
                    <a:cubicBezTo>
                      <a:pt x="667" y="2089"/>
                      <a:pt x="668" y="2088"/>
                      <a:pt x="669" y="2087"/>
                    </a:cubicBezTo>
                    <a:cubicBezTo>
                      <a:pt x="671" y="2086"/>
                      <a:pt x="671" y="2083"/>
                      <a:pt x="673" y="2081"/>
                    </a:cubicBezTo>
                    <a:cubicBezTo>
                      <a:pt x="674" y="2079"/>
                      <a:pt x="675" y="2077"/>
                      <a:pt x="675" y="2075"/>
                    </a:cubicBezTo>
                    <a:cubicBezTo>
                      <a:pt x="675" y="2074"/>
                      <a:pt x="675" y="2073"/>
                      <a:pt x="675" y="2071"/>
                    </a:cubicBezTo>
                    <a:cubicBezTo>
                      <a:pt x="674" y="2070"/>
                      <a:pt x="673" y="2070"/>
                      <a:pt x="673" y="2068"/>
                    </a:cubicBezTo>
                    <a:cubicBezTo>
                      <a:pt x="672" y="2067"/>
                      <a:pt x="672" y="2066"/>
                      <a:pt x="672" y="2065"/>
                    </a:cubicBezTo>
                    <a:cubicBezTo>
                      <a:pt x="671" y="2064"/>
                      <a:pt x="670" y="2063"/>
                      <a:pt x="669" y="2062"/>
                    </a:cubicBezTo>
                    <a:cubicBezTo>
                      <a:pt x="668" y="2062"/>
                      <a:pt x="668" y="2061"/>
                      <a:pt x="668" y="2060"/>
                    </a:cubicBezTo>
                    <a:cubicBezTo>
                      <a:pt x="667" y="2059"/>
                      <a:pt x="666" y="2058"/>
                      <a:pt x="665" y="2057"/>
                    </a:cubicBezTo>
                    <a:cubicBezTo>
                      <a:pt x="663" y="2055"/>
                      <a:pt x="662" y="2053"/>
                      <a:pt x="660" y="2052"/>
                    </a:cubicBezTo>
                    <a:cubicBezTo>
                      <a:pt x="659" y="2051"/>
                      <a:pt x="658" y="2050"/>
                      <a:pt x="658" y="2051"/>
                    </a:cubicBezTo>
                    <a:cubicBezTo>
                      <a:pt x="657" y="2051"/>
                      <a:pt x="657" y="2052"/>
                      <a:pt x="656" y="2052"/>
                    </a:cubicBezTo>
                    <a:cubicBezTo>
                      <a:pt x="656" y="2054"/>
                      <a:pt x="655" y="2056"/>
                      <a:pt x="655" y="2058"/>
                    </a:cubicBezTo>
                    <a:cubicBezTo>
                      <a:pt x="655" y="2059"/>
                      <a:pt x="656" y="2060"/>
                      <a:pt x="657" y="2060"/>
                    </a:cubicBezTo>
                    <a:cubicBezTo>
                      <a:pt x="657" y="2061"/>
                      <a:pt x="658" y="2062"/>
                      <a:pt x="658" y="2062"/>
                    </a:cubicBezTo>
                    <a:cubicBezTo>
                      <a:pt x="657" y="2063"/>
                      <a:pt x="653" y="2063"/>
                      <a:pt x="652" y="2063"/>
                    </a:cubicBezTo>
                    <a:cubicBezTo>
                      <a:pt x="652" y="2063"/>
                      <a:pt x="651" y="2062"/>
                      <a:pt x="651" y="2062"/>
                    </a:cubicBezTo>
                    <a:cubicBezTo>
                      <a:pt x="650" y="2062"/>
                      <a:pt x="650" y="2062"/>
                      <a:pt x="649" y="2062"/>
                    </a:cubicBezTo>
                    <a:cubicBezTo>
                      <a:pt x="647" y="2061"/>
                      <a:pt x="646" y="2061"/>
                      <a:pt x="645" y="2062"/>
                    </a:cubicBezTo>
                    <a:cubicBezTo>
                      <a:pt x="645" y="2063"/>
                      <a:pt x="645" y="2067"/>
                      <a:pt x="643" y="2066"/>
                    </a:cubicBezTo>
                    <a:cubicBezTo>
                      <a:pt x="642" y="2066"/>
                      <a:pt x="642" y="2064"/>
                      <a:pt x="642" y="2064"/>
                    </a:cubicBezTo>
                    <a:cubicBezTo>
                      <a:pt x="642" y="2062"/>
                      <a:pt x="642" y="2061"/>
                      <a:pt x="642" y="2060"/>
                    </a:cubicBezTo>
                    <a:cubicBezTo>
                      <a:pt x="642" y="2059"/>
                      <a:pt x="643" y="2057"/>
                      <a:pt x="642" y="2056"/>
                    </a:cubicBezTo>
                    <a:cubicBezTo>
                      <a:pt x="642" y="2055"/>
                      <a:pt x="641" y="2055"/>
                      <a:pt x="640" y="2055"/>
                    </a:cubicBezTo>
                    <a:cubicBezTo>
                      <a:pt x="639" y="2055"/>
                      <a:pt x="638" y="2055"/>
                      <a:pt x="637" y="2055"/>
                    </a:cubicBezTo>
                    <a:cubicBezTo>
                      <a:pt x="637" y="2055"/>
                      <a:pt x="636" y="2055"/>
                      <a:pt x="635" y="2055"/>
                    </a:cubicBezTo>
                    <a:cubicBezTo>
                      <a:pt x="635" y="2055"/>
                      <a:pt x="634" y="2054"/>
                      <a:pt x="633" y="2054"/>
                    </a:cubicBezTo>
                    <a:cubicBezTo>
                      <a:pt x="633" y="2054"/>
                      <a:pt x="632" y="2053"/>
                      <a:pt x="631" y="2053"/>
                    </a:cubicBezTo>
                    <a:cubicBezTo>
                      <a:pt x="631" y="2053"/>
                      <a:pt x="631" y="2053"/>
                      <a:pt x="630" y="2053"/>
                    </a:cubicBezTo>
                    <a:cubicBezTo>
                      <a:pt x="629" y="2054"/>
                      <a:pt x="627" y="2054"/>
                      <a:pt x="626" y="2055"/>
                    </a:cubicBezTo>
                    <a:cubicBezTo>
                      <a:pt x="625" y="2056"/>
                      <a:pt x="623" y="2057"/>
                      <a:pt x="622" y="2058"/>
                    </a:cubicBezTo>
                    <a:cubicBezTo>
                      <a:pt x="621" y="2058"/>
                      <a:pt x="620" y="2059"/>
                      <a:pt x="620" y="2059"/>
                    </a:cubicBezTo>
                    <a:cubicBezTo>
                      <a:pt x="617" y="2062"/>
                      <a:pt x="619" y="2067"/>
                      <a:pt x="619" y="2070"/>
                    </a:cubicBezTo>
                    <a:cubicBezTo>
                      <a:pt x="620" y="2072"/>
                      <a:pt x="621" y="2073"/>
                      <a:pt x="624" y="2073"/>
                    </a:cubicBezTo>
                    <a:cubicBezTo>
                      <a:pt x="625" y="2073"/>
                      <a:pt x="629" y="2072"/>
                      <a:pt x="630" y="2073"/>
                    </a:cubicBezTo>
                    <a:cubicBezTo>
                      <a:pt x="631" y="2075"/>
                      <a:pt x="629" y="2077"/>
                      <a:pt x="628" y="2077"/>
                    </a:cubicBezTo>
                    <a:cubicBezTo>
                      <a:pt x="626" y="2078"/>
                      <a:pt x="623" y="2078"/>
                      <a:pt x="621" y="2078"/>
                    </a:cubicBezTo>
                    <a:cubicBezTo>
                      <a:pt x="619" y="2079"/>
                      <a:pt x="618" y="2079"/>
                      <a:pt x="616" y="2080"/>
                    </a:cubicBezTo>
                    <a:cubicBezTo>
                      <a:pt x="616" y="2080"/>
                      <a:pt x="615" y="2080"/>
                      <a:pt x="615" y="2081"/>
                    </a:cubicBezTo>
                    <a:cubicBezTo>
                      <a:pt x="613" y="2082"/>
                      <a:pt x="611" y="2081"/>
                      <a:pt x="608" y="2081"/>
                    </a:cubicBezTo>
                    <a:cubicBezTo>
                      <a:pt x="606" y="2081"/>
                      <a:pt x="603" y="2081"/>
                      <a:pt x="600" y="2082"/>
                    </a:cubicBezTo>
                    <a:cubicBezTo>
                      <a:pt x="597" y="2082"/>
                      <a:pt x="593" y="2083"/>
                      <a:pt x="592" y="2086"/>
                    </a:cubicBezTo>
                    <a:cubicBezTo>
                      <a:pt x="590" y="2088"/>
                      <a:pt x="590" y="2092"/>
                      <a:pt x="592" y="2094"/>
                    </a:cubicBezTo>
                    <a:cubicBezTo>
                      <a:pt x="593" y="2097"/>
                      <a:pt x="595" y="2098"/>
                      <a:pt x="597" y="2101"/>
                    </a:cubicBezTo>
                    <a:cubicBezTo>
                      <a:pt x="599" y="2104"/>
                      <a:pt x="601" y="2108"/>
                      <a:pt x="603" y="2111"/>
                    </a:cubicBezTo>
                    <a:cubicBezTo>
                      <a:pt x="605" y="2112"/>
                      <a:pt x="606" y="2114"/>
                      <a:pt x="608" y="2115"/>
                    </a:cubicBezTo>
                    <a:cubicBezTo>
                      <a:pt x="611" y="2116"/>
                      <a:pt x="615" y="2115"/>
                      <a:pt x="619" y="2116"/>
                    </a:cubicBezTo>
                    <a:cubicBezTo>
                      <a:pt x="623" y="2116"/>
                      <a:pt x="628" y="2115"/>
                      <a:pt x="632" y="2116"/>
                    </a:cubicBezTo>
                    <a:cubicBezTo>
                      <a:pt x="634" y="2117"/>
                      <a:pt x="635" y="2118"/>
                      <a:pt x="634" y="2120"/>
                    </a:cubicBezTo>
                    <a:cubicBezTo>
                      <a:pt x="632" y="2121"/>
                      <a:pt x="629" y="2121"/>
                      <a:pt x="627" y="2121"/>
                    </a:cubicBezTo>
                    <a:cubicBezTo>
                      <a:pt x="619" y="2120"/>
                      <a:pt x="610" y="2117"/>
                      <a:pt x="602" y="2120"/>
                    </a:cubicBezTo>
                    <a:cubicBezTo>
                      <a:pt x="600" y="2121"/>
                      <a:pt x="597" y="2122"/>
                      <a:pt x="597" y="2124"/>
                    </a:cubicBezTo>
                    <a:cubicBezTo>
                      <a:pt x="596" y="2128"/>
                      <a:pt x="597" y="2131"/>
                      <a:pt x="597" y="2134"/>
                    </a:cubicBezTo>
                    <a:cubicBezTo>
                      <a:pt x="598" y="2137"/>
                      <a:pt x="596" y="2139"/>
                      <a:pt x="594" y="2137"/>
                    </a:cubicBezTo>
                    <a:cubicBezTo>
                      <a:pt x="592" y="2134"/>
                      <a:pt x="590" y="2131"/>
                      <a:pt x="588" y="2128"/>
                    </a:cubicBezTo>
                    <a:cubicBezTo>
                      <a:pt x="586" y="2127"/>
                      <a:pt x="584" y="2126"/>
                      <a:pt x="582" y="2126"/>
                    </a:cubicBezTo>
                    <a:cubicBezTo>
                      <a:pt x="579" y="2125"/>
                      <a:pt x="577" y="2124"/>
                      <a:pt x="575" y="2122"/>
                    </a:cubicBezTo>
                    <a:cubicBezTo>
                      <a:pt x="571" y="2120"/>
                      <a:pt x="567" y="2119"/>
                      <a:pt x="562" y="2121"/>
                    </a:cubicBezTo>
                    <a:cubicBezTo>
                      <a:pt x="560" y="2121"/>
                      <a:pt x="558" y="2123"/>
                      <a:pt x="559" y="2126"/>
                    </a:cubicBezTo>
                    <a:cubicBezTo>
                      <a:pt x="560" y="2128"/>
                      <a:pt x="563" y="2130"/>
                      <a:pt x="564" y="2133"/>
                    </a:cubicBezTo>
                    <a:cubicBezTo>
                      <a:pt x="565" y="2135"/>
                      <a:pt x="565" y="2138"/>
                      <a:pt x="562" y="2137"/>
                    </a:cubicBezTo>
                    <a:cubicBezTo>
                      <a:pt x="560" y="2137"/>
                      <a:pt x="559" y="2134"/>
                      <a:pt x="558" y="2133"/>
                    </a:cubicBezTo>
                    <a:cubicBezTo>
                      <a:pt x="557" y="2131"/>
                      <a:pt x="556" y="2129"/>
                      <a:pt x="554" y="2127"/>
                    </a:cubicBezTo>
                    <a:cubicBezTo>
                      <a:pt x="553" y="2126"/>
                      <a:pt x="553" y="2122"/>
                      <a:pt x="551" y="2121"/>
                    </a:cubicBezTo>
                    <a:cubicBezTo>
                      <a:pt x="549" y="2120"/>
                      <a:pt x="547" y="2123"/>
                      <a:pt x="546" y="2124"/>
                    </a:cubicBezTo>
                    <a:cubicBezTo>
                      <a:pt x="545" y="2127"/>
                      <a:pt x="544" y="2130"/>
                      <a:pt x="545" y="2133"/>
                    </a:cubicBezTo>
                    <a:cubicBezTo>
                      <a:pt x="546" y="2136"/>
                      <a:pt x="547" y="2139"/>
                      <a:pt x="547" y="2142"/>
                    </a:cubicBezTo>
                    <a:cubicBezTo>
                      <a:pt x="547" y="2145"/>
                      <a:pt x="545" y="2149"/>
                      <a:pt x="547" y="2151"/>
                    </a:cubicBezTo>
                    <a:cubicBezTo>
                      <a:pt x="549" y="2152"/>
                      <a:pt x="552" y="2154"/>
                      <a:pt x="555" y="2155"/>
                    </a:cubicBezTo>
                    <a:cubicBezTo>
                      <a:pt x="558" y="2156"/>
                      <a:pt x="562" y="2156"/>
                      <a:pt x="565" y="2157"/>
                    </a:cubicBezTo>
                    <a:cubicBezTo>
                      <a:pt x="567" y="2157"/>
                      <a:pt x="569" y="2157"/>
                      <a:pt x="571" y="2157"/>
                    </a:cubicBezTo>
                    <a:cubicBezTo>
                      <a:pt x="571" y="2157"/>
                      <a:pt x="573" y="2157"/>
                      <a:pt x="574" y="2158"/>
                    </a:cubicBezTo>
                    <a:cubicBezTo>
                      <a:pt x="575" y="2160"/>
                      <a:pt x="571" y="2161"/>
                      <a:pt x="570" y="2161"/>
                    </a:cubicBezTo>
                    <a:cubicBezTo>
                      <a:pt x="567" y="2162"/>
                      <a:pt x="565" y="2161"/>
                      <a:pt x="562" y="2161"/>
                    </a:cubicBezTo>
                    <a:cubicBezTo>
                      <a:pt x="560" y="2161"/>
                      <a:pt x="557" y="2162"/>
                      <a:pt x="557" y="2165"/>
                    </a:cubicBezTo>
                    <a:cubicBezTo>
                      <a:pt x="558" y="2168"/>
                      <a:pt x="562" y="2169"/>
                      <a:pt x="565" y="2170"/>
                    </a:cubicBezTo>
                    <a:cubicBezTo>
                      <a:pt x="568" y="2170"/>
                      <a:pt x="571" y="2170"/>
                      <a:pt x="574" y="2168"/>
                    </a:cubicBezTo>
                    <a:cubicBezTo>
                      <a:pt x="576" y="2167"/>
                      <a:pt x="578" y="2164"/>
                      <a:pt x="580" y="2163"/>
                    </a:cubicBezTo>
                    <a:cubicBezTo>
                      <a:pt x="581" y="2162"/>
                      <a:pt x="586" y="2160"/>
                      <a:pt x="587" y="2162"/>
                    </a:cubicBezTo>
                    <a:cubicBezTo>
                      <a:pt x="588" y="2164"/>
                      <a:pt x="584" y="2166"/>
                      <a:pt x="583" y="2167"/>
                    </a:cubicBezTo>
                    <a:cubicBezTo>
                      <a:pt x="580" y="2168"/>
                      <a:pt x="578" y="2169"/>
                      <a:pt x="575" y="2170"/>
                    </a:cubicBezTo>
                    <a:cubicBezTo>
                      <a:pt x="580" y="2173"/>
                      <a:pt x="585" y="2171"/>
                      <a:pt x="590" y="2171"/>
                    </a:cubicBezTo>
                    <a:cubicBezTo>
                      <a:pt x="591" y="2171"/>
                      <a:pt x="599" y="2171"/>
                      <a:pt x="596" y="2174"/>
                    </a:cubicBezTo>
                    <a:cubicBezTo>
                      <a:pt x="595" y="2175"/>
                      <a:pt x="592" y="2176"/>
                      <a:pt x="590" y="2176"/>
                    </a:cubicBezTo>
                    <a:cubicBezTo>
                      <a:pt x="588" y="2177"/>
                      <a:pt x="585" y="2177"/>
                      <a:pt x="583" y="2177"/>
                    </a:cubicBezTo>
                    <a:cubicBezTo>
                      <a:pt x="580" y="2177"/>
                      <a:pt x="578" y="2177"/>
                      <a:pt x="575" y="2177"/>
                    </a:cubicBezTo>
                    <a:cubicBezTo>
                      <a:pt x="574" y="2176"/>
                      <a:pt x="572" y="2176"/>
                      <a:pt x="571" y="2178"/>
                    </a:cubicBezTo>
                    <a:cubicBezTo>
                      <a:pt x="570" y="2180"/>
                      <a:pt x="572" y="2184"/>
                      <a:pt x="575" y="2185"/>
                    </a:cubicBezTo>
                    <a:cubicBezTo>
                      <a:pt x="578" y="2186"/>
                      <a:pt x="580" y="2189"/>
                      <a:pt x="582" y="2191"/>
                    </a:cubicBezTo>
                    <a:cubicBezTo>
                      <a:pt x="584" y="2193"/>
                      <a:pt x="585" y="2195"/>
                      <a:pt x="587" y="2196"/>
                    </a:cubicBezTo>
                    <a:cubicBezTo>
                      <a:pt x="589" y="2198"/>
                      <a:pt x="591" y="2200"/>
                      <a:pt x="592" y="2203"/>
                    </a:cubicBezTo>
                    <a:cubicBezTo>
                      <a:pt x="593" y="2204"/>
                      <a:pt x="593" y="2208"/>
                      <a:pt x="592" y="2209"/>
                    </a:cubicBezTo>
                    <a:cubicBezTo>
                      <a:pt x="589" y="2211"/>
                      <a:pt x="586" y="2206"/>
                      <a:pt x="585" y="2205"/>
                    </a:cubicBezTo>
                    <a:cubicBezTo>
                      <a:pt x="582" y="2201"/>
                      <a:pt x="580" y="2198"/>
                      <a:pt x="577" y="2194"/>
                    </a:cubicBezTo>
                    <a:cubicBezTo>
                      <a:pt x="576" y="2193"/>
                      <a:pt x="573" y="2190"/>
                      <a:pt x="571" y="2190"/>
                    </a:cubicBezTo>
                    <a:cubicBezTo>
                      <a:pt x="569" y="2191"/>
                      <a:pt x="570" y="2195"/>
                      <a:pt x="571" y="2196"/>
                    </a:cubicBezTo>
                    <a:cubicBezTo>
                      <a:pt x="571" y="2197"/>
                      <a:pt x="573" y="2202"/>
                      <a:pt x="572" y="2203"/>
                    </a:cubicBezTo>
                    <a:cubicBezTo>
                      <a:pt x="571" y="2204"/>
                      <a:pt x="568" y="2199"/>
                      <a:pt x="568" y="2198"/>
                    </a:cubicBezTo>
                    <a:cubicBezTo>
                      <a:pt x="567" y="2196"/>
                      <a:pt x="565" y="2193"/>
                      <a:pt x="563" y="2193"/>
                    </a:cubicBezTo>
                    <a:cubicBezTo>
                      <a:pt x="560" y="2192"/>
                      <a:pt x="558" y="2193"/>
                      <a:pt x="556" y="2193"/>
                    </a:cubicBezTo>
                    <a:cubicBezTo>
                      <a:pt x="553" y="2192"/>
                      <a:pt x="553" y="2190"/>
                      <a:pt x="554" y="2188"/>
                    </a:cubicBezTo>
                    <a:cubicBezTo>
                      <a:pt x="556" y="2186"/>
                      <a:pt x="557" y="2184"/>
                      <a:pt x="558" y="2182"/>
                    </a:cubicBezTo>
                    <a:cubicBezTo>
                      <a:pt x="558" y="2179"/>
                      <a:pt x="556" y="2177"/>
                      <a:pt x="555" y="2174"/>
                    </a:cubicBezTo>
                    <a:cubicBezTo>
                      <a:pt x="554" y="2172"/>
                      <a:pt x="554" y="2169"/>
                      <a:pt x="554" y="2167"/>
                    </a:cubicBezTo>
                    <a:cubicBezTo>
                      <a:pt x="553" y="2164"/>
                      <a:pt x="552" y="2162"/>
                      <a:pt x="550" y="2161"/>
                    </a:cubicBezTo>
                    <a:cubicBezTo>
                      <a:pt x="546" y="2156"/>
                      <a:pt x="542" y="2151"/>
                      <a:pt x="538" y="2147"/>
                    </a:cubicBezTo>
                    <a:cubicBezTo>
                      <a:pt x="536" y="2145"/>
                      <a:pt x="535" y="2144"/>
                      <a:pt x="535" y="2141"/>
                    </a:cubicBezTo>
                    <a:cubicBezTo>
                      <a:pt x="536" y="2139"/>
                      <a:pt x="538" y="2137"/>
                      <a:pt x="538" y="2134"/>
                    </a:cubicBezTo>
                    <a:cubicBezTo>
                      <a:pt x="539" y="2131"/>
                      <a:pt x="536" y="2130"/>
                      <a:pt x="534" y="2130"/>
                    </a:cubicBezTo>
                    <a:cubicBezTo>
                      <a:pt x="531" y="2131"/>
                      <a:pt x="527" y="2132"/>
                      <a:pt x="524" y="2135"/>
                    </a:cubicBezTo>
                    <a:cubicBezTo>
                      <a:pt x="522" y="2136"/>
                      <a:pt x="520" y="2139"/>
                      <a:pt x="518" y="2141"/>
                    </a:cubicBezTo>
                    <a:cubicBezTo>
                      <a:pt x="517" y="2143"/>
                      <a:pt x="515" y="2145"/>
                      <a:pt x="514" y="2146"/>
                    </a:cubicBezTo>
                    <a:cubicBezTo>
                      <a:pt x="512" y="2148"/>
                      <a:pt x="510" y="2150"/>
                      <a:pt x="509" y="2153"/>
                    </a:cubicBezTo>
                    <a:cubicBezTo>
                      <a:pt x="508" y="2154"/>
                      <a:pt x="507" y="2157"/>
                      <a:pt x="510" y="2158"/>
                    </a:cubicBezTo>
                    <a:cubicBezTo>
                      <a:pt x="515" y="2158"/>
                      <a:pt x="518" y="2149"/>
                      <a:pt x="523" y="2155"/>
                    </a:cubicBezTo>
                    <a:cubicBezTo>
                      <a:pt x="525" y="2158"/>
                      <a:pt x="527" y="2162"/>
                      <a:pt x="529" y="2166"/>
                    </a:cubicBezTo>
                    <a:cubicBezTo>
                      <a:pt x="531" y="2169"/>
                      <a:pt x="533" y="2172"/>
                      <a:pt x="535" y="2175"/>
                    </a:cubicBezTo>
                    <a:cubicBezTo>
                      <a:pt x="538" y="2181"/>
                      <a:pt x="536" y="2188"/>
                      <a:pt x="536" y="2194"/>
                    </a:cubicBezTo>
                    <a:cubicBezTo>
                      <a:pt x="536" y="2201"/>
                      <a:pt x="541" y="2207"/>
                      <a:pt x="547" y="2211"/>
                    </a:cubicBezTo>
                    <a:cubicBezTo>
                      <a:pt x="551" y="2213"/>
                      <a:pt x="555" y="2215"/>
                      <a:pt x="558" y="2218"/>
                    </a:cubicBezTo>
                    <a:cubicBezTo>
                      <a:pt x="562" y="2221"/>
                      <a:pt x="565" y="2224"/>
                      <a:pt x="569" y="2228"/>
                    </a:cubicBezTo>
                    <a:cubicBezTo>
                      <a:pt x="571" y="2230"/>
                      <a:pt x="574" y="2233"/>
                      <a:pt x="577" y="2235"/>
                    </a:cubicBezTo>
                    <a:cubicBezTo>
                      <a:pt x="578" y="2237"/>
                      <a:pt x="579" y="2240"/>
                      <a:pt x="579" y="2242"/>
                    </a:cubicBezTo>
                    <a:cubicBezTo>
                      <a:pt x="580" y="2245"/>
                      <a:pt x="580" y="2249"/>
                      <a:pt x="579" y="2251"/>
                    </a:cubicBezTo>
                    <a:cubicBezTo>
                      <a:pt x="578" y="2253"/>
                      <a:pt x="576" y="2250"/>
                      <a:pt x="575" y="2249"/>
                    </a:cubicBezTo>
                    <a:cubicBezTo>
                      <a:pt x="573" y="2245"/>
                      <a:pt x="572" y="2241"/>
                      <a:pt x="570" y="2237"/>
                    </a:cubicBezTo>
                    <a:cubicBezTo>
                      <a:pt x="566" y="2234"/>
                      <a:pt x="562" y="2230"/>
                      <a:pt x="558" y="2226"/>
                    </a:cubicBezTo>
                    <a:cubicBezTo>
                      <a:pt x="552" y="2222"/>
                      <a:pt x="546" y="2218"/>
                      <a:pt x="540" y="2214"/>
                    </a:cubicBezTo>
                    <a:cubicBezTo>
                      <a:pt x="536" y="2211"/>
                      <a:pt x="529" y="2206"/>
                      <a:pt x="529" y="2201"/>
                    </a:cubicBezTo>
                    <a:cubicBezTo>
                      <a:pt x="530" y="2198"/>
                      <a:pt x="530" y="2195"/>
                      <a:pt x="530" y="2193"/>
                    </a:cubicBezTo>
                    <a:cubicBezTo>
                      <a:pt x="530" y="2190"/>
                      <a:pt x="530" y="2186"/>
                      <a:pt x="530" y="2183"/>
                    </a:cubicBezTo>
                    <a:cubicBezTo>
                      <a:pt x="530" y="2178"/>
                      <a:pt x="526" y="2173"/>
                      <a:pt x="523" y="2169"/>
                    </a:cubicBezTo>
                    <a:cubicBezTo>
                      <a:pt x="522" y="2167"/>
                      <a:pt x="520" y="2166"/>
                      <a:pt x="518" y="2165"/>
                    </a:cubicBezTo>
                    <a:cubicBezTo>
                      <a:pt x="514" y="2164"/>
                      <a:pt x="510" y="2164"/>
                      <a:pt x="507" y="2163"/>
                    </a:cubicBezTo>
                    <a:cubicBezTo>
                      <a:pt x="504" y="2163"/>
                      <a:pt x="501" y="2164"/>
                      <a:pt x="499" y="2166"/>
                    </a:cubicBezTo>
                    <a:cubicBezTo>
                      <a:pt x="497" y="2168"/>
                      <a:pt x="496" y="2170"/>
                      <a:pt x="493" y="2172"/>
                    </a:cubicBezTo>
                    <a:cubicBezTo>
                      <a:pt x="492" y="2173"/>
                      <a:pt x="482" y="2178"/>
                      <a:pt x="482" y="2173"/>
                    </a:cubicBezTo>
                    <a:cubicBezTo>
                      <a:pt x="482" y="2170"/>
                      <a:pt x="491" y="2165"/>
                      <a:pt x="486" y="2162"/>
                    </a:cubicBezTo>
                    <a:cubicBezTo>
                      <a:pt x="483" y="2160"/>
                      <a:pt x="479" y="2161"/>
                      <a:pt x="476" y="2163"/>
                    </a:cubicBezTo>
                    <a:cubicBezTo>
                      <a:pt x="475" y="2163"/>
                      <a:pt x="473" y="2164"/>
                      <a:pt x="472" y="2165"/>
                    </a:cubicBezTo>
                    <a:cubicBezTo>
                      <a:pt x="471" y="2167"/>
                      <a:pt x="470" y="2168"/>
                      <a:pt x="468" y="2169"/>
                    </a:cubicBezTo>
                    <a:cubicBezTo>
                      <a:pt x="466" y="2169"/>
                      <a:pt x="464" y="2170"/>
                      <a:pt x="463" y="2170"/>
                    </a:cubicBezTo>
                    <a:cubicBezTo>
                      <a:pt x="461" y="2171"/>
                      <a:pt x="459" y="2171"/>
                      <a:pt x="458" y="2171"/>
                    </a:cubicBezTo>
                    <a:cubicBezTo>
                      <a:pt x="456" y="2171"/>
                      <a:pt x="453" y="2171"/>
                      <a:pt x="451" y="2171"/>
                    </a:cubicBezTo>
                    <a:cubicBezTo>
                      <a:pt x="449" y="2172"/>
                      <a:pt x="445" y="2172"/>
                      <a:pt x="446" y="2169"/>
                    </a:cubicBezTo>
                    <a:cubicBezTo>
                      <a:pt x="446" y="2167"/>
                      <a:pt x="448" y="2167"/>
                      <a:pt x="449" y="2166"/>
                    </a:cubicBezTo>
                    <a:cubicBezTo>
                      <a:pt x="450" y="2165"/>
                      <a:pt x="450" y="2164"/>
                      <a:pt x="449" y="2163"/>
                    </a:cubicBezTo>
                    <a:cubicBezTo>
                      <a:pt x="448" y="2162"/>
                      <a:pt x="446" y="2162"/>
                      <a:pt x="445" y="2161"/>
                    </a:cubicBezTo>
                    <a:cubicBezTo>
                      <a:pt x="444" y="2160"/>
                      <a:pt x="443" y="2160"/>
                      <a:pt x="442" y="2160"/>
                    </a:cubicBezTo>
                    <a:cubicBezTo>
                      <a:pt x="442" y="2159"/>
                      <a:pt x="441" y="2158"/>
                      <a:pt x="441" y="2159"/>
                    </a:cubicBezTo>
                    <a:cubicBezTo>
                      <a:pt x="438" y="2156"/>
                      <a:pt x="436" y="2154"/>
                      <a:pt x="435" y="2149"/>
                    </a:cubicBezTo>
                    <a:cubicBezTo>
                      <a:pt x="435" y="2146"/>
                      <a:pt x="434" y="2143"/>
                      <a:pt x="430" y="2142"/>
                    </a:cubicBezTo>
                    <a:cubicBezTo>
                      <a:pt x="424" y="2141"/>
                      <a:pt x="418" y="2142"/>
                      <a:pt x="413" y="2143"/>
                    </a:cubicBezTo>
                    <a:cubicBezTo>
                      <a:pt x="410" y="2143"/>
                      <a:pt x="407" y="2144"/>
                      <a:pt x="404" y="2146"/>
                    </a:cubicBezTo>
                    <a:cubicBezTo>
                      <a:pt x="402" y="2147"/>
                      <a:pt x="400" y="2148"/>
                      <a:pt x="397" y="2148"/>
                    </a:cubicBezTo>
                    <a:cubicBezTo>
                      <a:pt x="394" y="2148"/>
                      <a:pt x="391" y="2148"/>
                      <a:pt x="388" y="2150"/>
                    </a:cubicBezTo>
                    <a:cubicBezTo>
                      <a:pt x="384" y="2152"/>
                      <a:pt x="381" y="2155"/>
                      <a:pt x="378" y="2159"/>
                    </a:cubicBezTo>
                    <a:cubicBezTo>
                      <a:pt x="377" y="2162"/>
                      <a:pt x="379" y="2162"/>
                      <a:pt x="381" y="2163"/>
                    </a:cubicBezTo>
                    <a:cubicBezTo>
                      <a:pt x="386" y="2165"/>
                      <a:pt x="386" y="2170"/>
                      <a:pt x="387" y="2174"/>
                    </a:cubicBezTo>
                    <a:cubicBezTo>
                      <a:pt x="387" y="2177"/>
                      <a:pt x="386" y="2183"/>
                      <a:pt x="391" y="2183"/>
                    </a:cubicBezTo>
                    <a:cubicBezTo>
                      <a:pt x="396" y="2182"/>
                      <a:pt x="400" y="2179"/>
                      <a:pt x="405" y="2180"/>
                    </a:cubicBezTo>
                    <a:cubicBezTo>
                      <a:pt x="408" y="2180"/>
                      <a:pt x="410" y="2184"/>
                      <a:pt x="408" y="2187"/>
                    </a:cubicBezTo>
                    <a:cubicBezTo>
                      <a:pt x="406" y="2190"/>
                      <a:pt x="401" y="2188"/>
                      <a:pt x="398" y="2187"/>
                    </a:cubicBezTo>
                    <a:cubicBezTo>
                      <a:pt x="394" y="2186"/>
                      <a:pt x="389" y="2185"/>
                      <a:pt x="385" y="2187"/>
                    </a:cubicBezTo>
                    <a:cubicBezTo>
                      <a:pt x="382" y="2189"/>
                      <a:pt x="380" y="2192"/>
                      <a:pt x="379" y="2196"/>
                    </a:cubicBezTo>
                    <a:cubicBezTo>
                      <a:pt x="379" y="2199"/>
                      <a:pt x="378" y="2204"/>
                      <a:pt x="380" y="2207"/>
                    </a:cubicBezTo>
                    <a:cubicBezTo>
                      <a:pt x="383" y="2212"/>
                      <a:pt x="391" y="2211"/>
                      <a:pt x="395" y="2210"/>
                    </a:cubicBezTo>
                    <a:cubicBezTo>
                      <a:pt x="403" y="2209"/>
                      <a:pt x="411" y="2207"/>
                      <a:pt x="420" y="2206"/>
                    </a:cubicBezTo>
                    <a:cubicBezTo>
                      <a:pt x="427" y="2205"/>
                      <a:pt x="435" y="2206"/>
                      <a:pt x="443" y="2206"/>
                    </a:cubicBezTo>
                    <a:cubicBezTo>
                      <a:pt x="446" y="2206"/>
                      <a:pt x="450" y="2206"/>
                      <a:pt x="454" y="2206"/>
                    </a:cubicBezTo>
                    <a:cubicBezTo>
                      <a:pt x="456" y="2205"/>
                      <a:pt x="458" y="2205"/>
                      <a:pt x="460" y="2205"/>
                    </a:cubicBezTo>
                    <a:cubicBezTo>
                      <a:pt x="461" y="2205"/>
                      <a:pt x="463" y="2204"/>
                      <a:pt x="464" y="2205"/>
                    </a:cubicBezTo>
                    <a:cubicBezTo>
                      <a:pt x="465" y="2205"/>
                      <a:pt x="466" y="2207"/>
                      <a:pt x="465" y="2209"/>
                    </a:cubicBezTo>
                    <a:cubicBezTo>
                      <a:pt x="465" y="2210"/>
                      <a:pt x="463" y="2210"/>
                      <a:pt x="462" y="2210"/>
                    </a:cubicBezTo>
                    <a:cubicBezTo>
                      <a:pt x="460" y="2210"/>
                      <a:pt x="458" y="2211"/>
                      <a:pt x="455" y="2212"/>
                    </a:cubicBezTo>
                    <a:cubicBezTo>
                      <a:pt x="453" y="2212"/>
                      <a:pt x="451" y="2213"/>
                      <a:pt x="448" y="2213"/>
                    </a:cubicBezTo>
                    <a:cubicBezTo>
                      <a:pt x="445" y="2213"/>
                      <a:pt x="443" y="2213"/>
                      <a:pt x="440" y="2213"/>
                    </a:cubicBezTo>
                    <a:cubicBezTo>
                      <a:pt x="436" y="2214"/>
                      <a:pt x="428" y="2213"/>
                      <a:pt x="427" y="2218"/>
                    </a:cubicBezTo>
                    <a:cubicBezTo>
                      <a:pt x="426" y="2223"/>
                      <a:pt x="436" y="2223"/>
                      <a:pt x="439" y="2224"/>
                    </a:cubicBezTo>
                    <a:cubicBezTo>
                      <a:pt x="440" y="2224"/>
                      <a:pt x="442" y="2224"/>
                      <a:pt x="444" y="2225"/>
                    </a:cubicBezTo>
                    <a:cubicBezTo>
                      <a:pt x="446" y="2226"/>
                      <a:pt x="449" y="2226"/>
                      <a:pt x="451" y="2226"/>
                    </a:cubicBezTo>
                    <a:cubicBezTo>
                      <a:pt x="455" y="2225"/>
                      <a:pt x="459" y="2224"/>
                      <a:pt x="463" y="2223"/>
                    </a:cubicBezTo>
                    <a:cubicBezTo>
                      <a:pt x="466" y="2221"/>
                      <a:pt x="469" y="2220"/>
                      <a:pt x="473" y="2219"/>
                    </a:cubicBezTo>
                    <a:cubicBezTo>
                      <a:pt x="479" y="2217"/>
                      <a:pt x="485" y="2219"/>
                      <a:pt x="491" y="2218"/>
                    </a:cubicBezTo>
                    <a:cubicBezTo>
                      <a:pt x="493" y="2217"/>
                      <a:pt x="495" y="2216"/>
                      <a:pt x="496" y="2215"/>
                    </a:cubicBezTo>
                    <a:cubicBezTo>
                      <a:pt x="499" y="2214"/>
                      <a:pt x="501" y="2215"/>
                      <a:pt x="503" y="2215"/>
                    </a:cubicBezTo>
                    <a:cubicBezTo>
                      <a:pt x="505" y="2215"/>
                      <a:pt x="507" y="2213"/>
                      <a:pt x="509" y="2214"/>
                    </a:cubicBezTo>
                    <a:cubicBezTo>
                      <a:pt x="511" y="2214"/>
                      <a:pt x="511" y="2215"/>
                      <a:pt x="512" y="2216"/>
                    </a:cubicBezTo>
                    <a:cubicBezTo>
                      <a:pt x="514" y="2220"/>
                      <a:pt x="518" y="2223"/>
                      <a:pt x="521" y="2226"/>
                    </a:cubicBezTo>
                    <a:cubicBezTo>
                      <a:pt x="522" y="2227"/>
                      <a:pt x="528" y="2233"/>
                      <a:pt x="523" y="2233"/>
                    </a:cubicBezTo>
                    <a:cubicBezTo>
                      <a:pt x="521" y="2233"/>
                      <a:pt x="518" y="2231"/>
                      <a:pt x="516" y="2230"/>
                    </a:cubicBezTo>
                    <a:cubicBezTo>
                      <a:pt x="514" y="2228"/>
                      <a:pt x="512" y="2226"/>
                      <a:pt x="511" y="2225"/>
                    </a:cubicBezTo>
                    <a:cubicBezTo>
                      <a:pt x="508" y="2222"/>
                      <a:pt x="505" y="2221"/>
                      <a:pt x="502" y="2221"/>
                    </a:cubicBezTo>
                    <a:cubicBezTo>
                      <a:pt x="500" y="2221"/>
                      <a:pt x="499" y="2222"/>
                      <a:pt x="497" y="2222"/>
                    </a:cubicBezTo>
                    <a:cubicBezTo>
                      <a:pt x="495" y="2222"/>
                      <a:pt x="493" y="2221"/>
                      <a:pt x="491" y="2221"/>
                    </a:cubicBezTo>
                    <a:cubicBezTo>
                      <a:pt x="486" y="2222"/>
                      <a:pt x="482" y="2224"/>
                      <a:pt x="477" y="2225"/>
                    </a:cubicBezTo>
                    <a:cubicBezTo>
                      <a:pt x="475" y="2226"/>
                      <a:pt x="473" y="2226"/>
                      <a:pt x="471" y="2228"/>
                    </a:cubicBezTo>
                    <a:cubicBezTo>
                      <a:pt x="469" y="2229"/>
                      <a:pt x="467" y="2231"/>
                      <a:pt x="465" y="2232"/>
                    </a:cubicBezTo>
                    <a:cubicBezTo>
                      <a:pt x="460" y="2234"/>
                      <a:pt x="455" y="2231"/>
                      <a:pt x="450" y="2232"/>
                    </a:cubicBezTo>
                    <a:cubicBezTo>
                      <a:pt x="448" y="2232"/>
                      <a:pt x="445" y="2233"/>
                      <a:pt x="443" y="2235"/>
                    </a:cubicBezTo>
                    <a:cubicBezTo>
                      <a:pt x="442" y="2236"/>
                      <a:pt x="441" y="2237"/>
                      <a:pt x="442" y="2238"/>
                    </a:cubicBezTo>
                    <a:cubicBezTo>
                      <a:pt x="442" y="2240"/>
                      <a:pt x="443" y="2242"/>
                      <a:pt x="443" y="2243"/>
                    </a:cubicBezTo>
                    <a:cubicBezTo>
                      <a:pt x="444" y="2245"/>
                      <a:pt x="445" y="2246"/>
                      <a:pt x="445" y="2247"/>
                    </a:cubicBezTo>
                    <a:cubicBezTo>
                      <a:pt x="445" y="2248"/>
                      <a:pt x="446" y="2250"/>
                      <a:pt x="444" y="2249"/>
                    </a:cubicBezTo>
                    <a:cubicBezTo>
                      <a:pt x="443" y="2249"/>
                      <a:pt x="442" y="2246"/>
                      <a:pt x="441" y="2245"/>
                    </a:cubicBezTo>
                    <a:cubicBezTo>
                      <a:pt x="441" y="2244"/>
                      <a:pt x="441" y="2243"/>
                      <a:pt x="441" y="2242"/>
                    </a:cubicBezTo>
                    <a:cubicBezTo>
                      <a:pt x="440" y="2241"/>
                      <a:pt x="438" y="2241"/>
                      <a:pt x="437" y="2240"/>
                    </a:cubicBezTo>
                    <a:cubicBezTo>
                      <a:pt x="436" y="2240"/>
                      <a:pt x="434" y="2240"/>
                      <a:pt x="433" y="2241"/>
                    </a:cubicBezTo>
                    <a:cubicBezTo>
                      <a:pt x="431" y="2241"/>
                      <a:pt x="430" y="2242"/>
                      <a:pt x="429" y="2243"/>
                    </a:cubicBezTo>
                    <a:cubicBezTo>
                      <a:pt x="427" y="2245"/>
                      <a:pt x="427" y="2249"/>
                      <a:pt x="428" y="2251"/>
                    </a:cubicBezTo>
                    <a:cubicBezTo>
                      <a:pt x="431" y="2254"/>
                      <a:pt x="435" y="2255"/>
                      <a:pt x="438" y="2258"/>
                    </a:cubicBezTo>
                    <a:cubicBezTo>
                      <a:pt x="439" y="2260"/>
                      <a:pt x="442" y="2264"/>
                      <a:pt x="439" y="2265"/>
                    </a:cubicBezTo>
                    <a:cubicBezTo>
                      <a:pt x="434" y="2269"/>
                      <a:pt x="428" y="2261"/>
                      <a:pt x="426" y="2257"/>
                    </a:cubicBezTo>
                    <a:cubicBezTo>
                      <a:pt x="426" y="2256"/>
                      <a:pt x="425" y="2255"/>
                      <a:pt x="424" y="2254"/>
                    </a:cubicBezTo>
                    <a:cubicBezTo>
                      <a:pt x="424" y="2254"/>
                      <a:pt x="424" y="2252"/>
                      <a:pt x="423" y="2252"/>
                    </a:cubicBezTo>
                    <a:cubicBezTo>
                      <a:pt x="423" y="2247"/>
                      <a:pt x="419" y="2246"/>
                      <a:pt x="416" y="2244"/>
                    </a:cubicBezTo>
                    <a:cubicBezTo>
                      <a:pt x="414" y="2244"/>
                      <a:pt x="413" y="2243"/>
                      <a:pt x="411" y="2242"/>
                    </a:cubicBezTo>
                    <a:cubicBezTo>
                      <a:pt x="409" y="2242"/>
                      <a:pt x="407" y="2242"/>
                      <a:pt x="405" y="2241"/>
                    </a:cubicBezTo>
                    <a:cubicBezTo>
                      <a:pt x="402" y="2241"/>
                      <a:pt x="399" y="2242"/>
                      <a:pt x="396" y="2243"/>
                    </a:cubicBezTo>
                    <a:cubicBezTo>
                      <a:pt x="394" y="2244"/>
                      <a:pt x="394" y="2245"/>
                      <a:pt x="394" y="2248"/>
                    </a:cubicBezTo>
                    <a:cubicBezTo>
                      <a:pt x="394" y="2251"/>
                      <a:pt x="394" y="2254"/>
                      <a:pt x="394" y="2256"/>
                    </a:cubicBezTo>
                    <a:cubicBezTo>
                      <a:pt x="394" y="2258"/>
                      <a:pt x="394" y="2260"/>
                      <a:pt x="392" y="2261"/>
                    </a:cubicBezTo>
                    <a:cubicBezTo>
                      <a:pt x="389" y="2262"/>
                      <a:pt x="388" y="2259"/>
                      <a:pt x="388" y="2257"/>
                    </a:cubicBezTo>
                    <a:cubicBezTo>
                      <a:pt x="388" y="2253"/>
                      <a:pt x="387" y="2250"/>
                      <a:pt x="388" y="2247"/>
                    </a:cubicBezTo>
                    <a:cubicBezTo>
                      <a:pt x="388" y="2244"/>
                      <a:pt x="388" y="2241"/>
                      <a:pt x="387" y="2238"/>
                    </a:cubicBezTo>
                    <a:cubicBezTo>
                      <a:pt x="387" y="2236"/>
                      <a:pt x="387" y="2235"/>
                      <a:pt x="386" y="2233"/>
                    </a:cubicBezTo>
                    <a:cubicBezTo>
                      <a:pt x="385" y="2232"/>
                      <a:pt x="385" y="2230"/>
                      <a:pt x="384" y="2229"/>
                    </a:cubicBezTo>
                    <a:cubicBezTo>
                      <a:pt x="383" y="2227"/>
                      <a:pt x="380" y="2228"/>
                      <a:pt x="379" y="2228"/>
                    </a:cubicBezTo>
                    <a:cubicBezTo>
                      <a:pt x="377" y="2228"/>
                      <a:pt x="375" y="2227"/>
                      <a:pt x="373" y="2228"/>
                    </a:cubicBezTo>
                    <a:cubicBezTo>
                      <a:pt x="371" y="2228"/>
                      <a:pt x="370" y="2229"/>
                      <a:pt x="368" y="2229"/>
                    </a:cubicBezTo>
                    <a:cubicBezTo>
                      <a:pt x="366" y="2230"/>
                      <a:pt x="365" y="2230"/>
                      <a:pt x="364" y="2231"/>
                    </a:cubicBezTo>
                    <a:cubicBezTo>
                      <a:pt x="363" y="2232"/>
                      <a:pt x="364" y="2240"/>
                      <a:pt x="361" y="2239"/>
                    </a:cubicBezTo>
                    <a:cubicBezTo>
                      <a:pt x="359" y="2239"/>
                      <a:pt x="359" y="2237"/>
                      <a:pt x="359" y="2235"/>
                    </a:cubicBezTo>
                    <a:cubicBezTo>
                      <a:pt x="358" y="2234"/>
                      <a:pt x="357" y="2233"/>
                      <a:pt x="356" y="2232"/>
                    </a:cubicBezTo>
                    <a:cubicBezTo>
                      <a:pt x="355" y="2231"/>
                      <a:pt x="354" y="2230"/>
                      <a:pt x="354" y="2228"/>
                    </a:cubicBezTo>
                    <a:cubicBezTo>
                      <a:pt x="353" y="2225"/>
                      <a:pt x="351" y="2225"/>
                      <a:pt x="348" y="2224"/>
                    </a:cubicBezTo>
                    <a:cubicBezTo>
                      <a:pt x="346" y="2224"/>
                      <a:pt x="344" y="2223"/>
                      <a:pt x="342" y="2224"/>
                    </a:cubicBezTo>
                    <a:cubicBezTo>
                      <a:pt x="340" y="2225"/>
                      <a:pt x="338" y="2226"/>
                      <a:pt x="338" y="2228"/>
                    </a:cubicBezTo>
                    <a:cubicBezTo>
                      <a:pt x="337" y="2230"/>
                      <a:pt x="336" y="2232"/>
                      <a:pt x="334" y="2233"/>
                    </a:cubicBezTo>
                    <a:cubicBezTo>
                      <a:pt x="332" y="2234"/>
                      <a:pt x="331" y="2232"/>
                      <a:pt x="331" y="2230"/>
                    </a:cubicBezTo>
                    <a:cubicBezTo>
                      <a:pt x="331" y="2229"/>
                      <a:pt x="331" y="2226"/>
                      <a:pt x="329" y="2227"/>
                    </a:cubicBezTo>
                    <a:cubicBezTo>
                      <a:pt x="328" y="2229"/>
                      <a:pt x="328" y="2231"/>
                      <a:pt x="327" y="2232"/>
                    </a:cubicBezTo>
                    <a:cubicBezTo>
                      <a:pt x="326" y="2234"/>
                      <a:pt x="325" y="2235"/>
                      <a:pt x="324" y="2236"/>
                    </a:cubicBezTo>
                    <a:cubicBezTo>
                      <a:pt x="324" y="2238"/>
                      <a:pt x="325" y="2241"/>
                      <a:pt x="324" y="2242"/>
                    </a:cubicBezTo>
                    <a:cubicBezTo>
                      <a:pt x="324" y="2245"/>
                      <a:pt x="321" y="2242"/>
                      <a:pt x="321" y="2240"/>
                    </a:cubicBezTo>
                    <a:cubicBezTo>
                      <a:pt x="321" y="2239"/>
                      <a:pt x="321" y="2238"/>
                      <a:pt x="321" y="2237"/>
                    </a:cubicBezTo>
                    <a:cubicBezTo>
                      <a:pt x="321" y="2236"/>
                      <a:pt x="320" y="2235"/>
                      <a:pt x="320" y="2234"/>
                    </a:cubicBezTo>
                    <a:cubicBezTo>
                      <a:pt x="320" y="2231"/>
                      <a:pt x="320" y="2228"/>
                      <a:pt x="320" y="2226"/>
                    </a:cubicBezTo>
                    <a:cubicBezTo>
                      <a:pt x="321" y="2224"/>
                      <a:pt x="320" y="2223"/>
                      <a:pt x="319" y="2222"/>
                    </a:cubicBezTo>
                    <a:cubicBezTo>
                      <a:pt x="317" y="2221"/>
                      <a:pt x="316" y="2221"/>
                      <a:pt x="314" y="2221"/>
                    </a:cubicBezTo>
                    <a:cubicBezTo>
                      <a:pt x="311" y="2222"/>
                      <a:pt x="310" y="2223"/>
                      <a:pt x="309" y="2225"/>
                    </a:cubicBezTo>
                    <a:cubicBezTo>
                      <a:pt x="308" y="2227"/>
                      <a:pt x="306" y="2230"/>
                      <a:pt x="305" y="2232"/>
                    </a:cubicBezTo>
                    <a:cubicBezTo>
                      <a:pt x="305" y="2233"/>
                      <a:pt x="305" y="2235"/>
                      <a:pt x="305" y="2236"/>
                    </a:cubicBezTo>
                    <a:cubicBezTo>
                      <a:pt x="305" y="2237"/>
                      <a:pt x="305" y="2238"/>
                      <a:pt x="305" y="2239"/>
                    </a:cubicBezTo>
                    <a:cubicBezTo>
                      <a:pt x="305" y="2240"/>
                      <a:pt x="304" y="2240"/>
                      <a:pt x="304" y="2240"/>
                    </a:cubicBezTo>
                    <a:cubicBezTo>
                      <a:pt x="303" y="2240"/>
                      <a:pt x="302" y="2239"/>
                      <a:pt x="302" y="2238"/>
                    </a:cubicBezTo>
                    <a:cubicBezTo>
                      <a:pt x="302" y="2234"/>
                      <a:pt x="302" y="2226"/>
                      <a:pt x="297" y="2226"/>
                    </a:cubicBezTo>
                    <a:cubicBezTo>
                      <a:pt x="296" y="2226"/>
                      <a:pt x="295" y="2227"/>
                      <a:pt x="295" y="2227"/>
                    </a:cubicBezTo>
                    <a:cubicBezTo>
                      <a:pt x="295" y="2227"/>
                      <a:pt x="295" y="2227"/>
                      <a:pt x="295" y="2227"/>
                    </a:cubicBezTo>
                    <a:cubicBezTo>
                      <a:pt x="293" y="2226"/>
                      <a:pt x="290" y="2225"/>
                      <a:pt x="288" y="2226"/>
                    </a:cubicBezTo>
                    <a:cubicBezTo>
                      <a:pt x="287" y="2226"/>
                      <a:pt x="286" y="2227"/>
                      <a:pt x="285" y="2228"/>
                    </a:cubicBezTo>
                    <a:cubicBezTo>
                      <a:pt x="284" y="2228"/>
                      <a:pt x="283" y="2228"/>
                      <a:pt x="282" y="2229"/>
                    </a:cubicBezTo>
                    <a:cubicBezTo>
                      <a:pt x="280" y="2231"/>
                      <a:pt x="279" y="2235"/>
                      <a:pt x="279" y="2237"/>
                    </a:cubicBezTo>
                    <a:cubicBezTo>
                      <a:pt x="279" y="2238"/>
                      <a:pt x="280" y="2239"/>
                      <a:pt x="280" y="2241"/>
                    </a:cubicBezTo>
                    <a:cubicBezTo>
                      <a:pt x="279" y="2242"/>
                      <a:pt x="277" y="2243"/>
                      <a:pt x="277" y="2244"/>
                    </a:cubicBezTo>
                    <a:cubicBezTo>
                      <a:pt x="277" y="2246"/>
                      <a:pt x="290" y="2245"/>
                      <a:pt x="291" y="2245"/>
                    </a:cubicBezTo>
                    <a:cubicBezTo>
                      <a:pt x="297" y="2245"/>
                      <a:pt x="302" y="2246"/>
                      <a:pt x="308" y="2246"/>
                    </a:cubicBezTo>
                    <a:cubicBezTo>
                      <a:pt x="310" y="2246"/>
                      <a:pt x="314" y="2246"/>
                      <a:pt x="313" y="2249"/>
                    </a:cubicBezTo>
                    <a:cubicBezTo>
                      <a:pt x="313" y="2252"/>
                      <a:pt x="309" y="2250"/>
                      <a:pt x="307" y="2252"/>
                    </a:cubicBezTo>
                    <a:cubicBezTo>
                      <a:pt x="305" y="2253"/>
                      <a:pt x="306" y="2254"/>
                      <a:pt x="307" y="2255"/>
                    </a:cubicBezTo>
                    <a:cubicBezTo>
                      <a:pt x="309" y="2256"/>
                      <a:pt x="311" y="2256"/>
                      <a:pt x="312" y="2256"/>
                    </a:cubicBezTo>
                    <a:cubicBezTo>
                      <a:pt x="317" y="2257"/>
                      <a:pt x="322" y="2259"/>
                      <a:pt x="325" y="2262"/>
                    </a:cubicBezTo>
                    <a:cubicBezTo>
                      <a:pt x="326" y="2264"/>
                      <a:pt x="325" y="2265"/>
                      <a:pt x="323" y="2264"/>
                    </a:cubicBezTo>
                    <a:cubicBezTo>
                      <a:pt x="320" y="2263"/>
                      <a:pt x="317" y="2261"/>
                      <a:pt x="314" y="2260"/>
                    </a:cubicBezTo>
                    <a:cubicBezTo>
                      <a:pt x="312" y="2259"/>
                      <a:pt x="310" y="2260"/>
                      <a:pt x="309" y="2260"/>
                    </a:cubicBezTo>
                    <a:cubicBezTo>
                      <a:pt x="307" y="2259"/>
                      <a:pt x="305" y="2257"/>
                      <a:pt x="303" y="2257"/>
                    </a:cubicBezTo>
                    <a:cubicBezTo>
                      <a:pt x="301" y="2256"/>
                      <a:pt x="299" y="2257"/>
                      <a:pt x="298" y="2259"/>
                    </a:cubicBezTo>
                    <a:cubicBezTo>
                      <a:pt x="296" y="2261"/>
                      <a:pt x="294" y="2262"/>
                      <a:pt x="291" y="2262"/>
                    </a:cubicBezTo>
                    <a:cubicBezTo>
                      <a:pt x="289" y="2262"/>
                      <a:pt x="287" y="2262"/>
                      <a:pt x="285" y="2261"/>
                    </a:cubicBezTo>
                    <a:cubicBezTo>
                      <a:pt x="283" y="2261"/>
                      <a:pt x="280" y="2261"/>
                      <a:pt x="278" y="2261"/>
                    </a:cubicBezTo>
                    <a:cubicBezTo>
                      <a:pt x="277" y="2261"/>
                      <a:pt x="276" y="2261"/>
                      <a:pt x="275" y="2261"/>
                    </a:cubicBezTo>
                    <a:cubicBezTo>
                      <a:pt x="275" y="2262"/>
                      <a:pt x="276" y="2263"/>
                      <a:pt x="277" y="2263"/>
                    </a:cubicBezTo>
                    <a:cubicBezTo>
                      <a:pt x="280" y="2265"/>
                      <a:pt x="283" y="2268"/>
                      <a:pt x="286" y="2270"/>
                    </a:cubicBezTo>
                    <a:cubicBezTo>
                      <a:pt x="288" y="2272"/>
                      <a:pt x="290" y="2273"/>
                      <a:pt x="292" y="2274"/>
                    </a:cubicBezTo>
                    <a:cubicBezTo>
                      <a:pt x="295" y="2275"/>
                      <a:pt x="299" y="2275"/>
                      <a:pt x="303" y="2275"/>
                    </a:cubicBezTo>
                    <a:cubicBezTo>
                      <a:pt x="306" y="2274"/>
                      <a:pt x="309" y="2273"/>
                      <a:pt x="313" y="2272"/>
                    </a:cubicBezTo>
                    <a:cubicBezTo>
                      <a:pt x="315" y="2271"/>
                      <a:pt x="317" y="2270"/>
                      <a:pt x="320" y="2271"/>
                    </a:cubicBezTo>
                    <a:cubicBezTo>
                      <a:pt x="324" y="2271"/>
                      <a:pt x="328" y="2271"/>
                      <a:pt x="331" y="2271"/>
                    </a:cubicBezTo>
                    <a:cubicBezTo>
                      <a:pt x="334" y="2270"/>
                      <a:pt x="337" y="2268"/>
                      <a:pt x="339" y="2268"/>
                    </a:cubicBezTo>
                    <a:cubicBezTo>
                      <a:pt x="342" y="2269"/>
                      <a:pt x="343" y="2272"/>
                      <a:pt x="345" y="2274"/>
                    </a:cubicBezTo>
                    <a:cubicBezTo>
                      <a:pt x="347" y="2276"/>
                      <a:pt x="349" y="2277"/>
                      <a:pt x="351" y="2278"/>
                    </a:cubicBezTo>
                    <a:cubicBezTo>
                      <a:pt x="352" y="2279"/>
                      <a:pt x="352" y="2280"/>
                      <a:pt x="354" y="2280"/>
                    </a:cubicBezTo>
                    <a:cubicBezTo>
                      <a:pt x="355" y="2280"/>
                      <a:pt x="357" y="2280"/>
                      <a:pt x="358" y="2280"/>
                    </a:cubicBezTo>
                    <a:cubicBezTo>
                      <a:pt x="359" y="2280"/>
                      <a:pt x="360" y="2281"/>
                      <a:pt x="361" y="2281"/>
                    </a:cubicBezTo>
                    <a:cubicBezTo>
                      <a:pt x="361" y="2282"/>
                      <a:pt x="361" y="2282"/>
                      <a:pt x="362" y="2283"/>
                    </a:cubicBezTo>
                    <a:cubicBezTo>
                      <a:pt x="362" y="2285"/>
                      <a:pt x="361" y="2288"/>
                      <a:pt x="362" y="2290"/>
                    </a:cubicBezTo>
                    <a:cubicBezTo>
                      <a:pt x="362" y="2292"/>
                      <a:pt x="363" y="2294"/>
                      <a:pt x="363" y="2297"/>
                    </a:cubicBezTo>
                    <a:cubicBezTo>
                      <a:pt x="362" y="2299"/>
                      <a:pt x="361" y="2299"/>
                      <a:pt x="359" y="2301"/>
                    </a:cubicBezTo>
                    <a:cubicBezTo>
                      <a:pt x="357" y="2302"/>
                      <a:pt x="357" y="2306"/>
                      <a:pt x="358" y="2307"/>
                    </a:cubicBezTo>
                    <a:cubicBezTo>
                      <a:pt x="358" y="2309"/>
                      <a:pt x="359" y="2310"/>
                      <a:pt x="360" y="2311"/>
                    </a:cubicBezTo>
                    <a:cubicBezTo>
                      <a:pt x="361" y="2312"/>
                      <a:pt x="362" y="2314"/>
                      <a:pt x="364" y="2315"/>
                    </a:cubicBezTo>
                    <a:cubicBezTo>
                      <a:pt x="365" y="2316"/>
                      <a:pt x="366" y="2317"/>
                      <a:pt x="367" y="2319"/>
                    </a:cubicBezTo>
                    <a:cubicBezTo>
                      <a:pt x="368" y="2320"/>
                      <a:pt x="368" y="2321"/>
                      <a:pt x="369" y="2321"/>
                    </a:cubicBezTo>
                    <a:cubicBezTo>
                      <a:pt x="371" y="2323"/>
                      <a:pt x="374" y="2322"/>
                      <a:pt x="377" y="2322"/>
                    </a:cubicBezTo>
                    <a:cubicBezTo>
                      <a:pt x="378" y="2321"/>
                      <a:pt x="380" y="2321"/>
                      <a:pt x="381" y="2321"/>
                    </a:cubicBezTo>
                    <a:cubicBezTo>
                      <a:pt x="382" y="2321"/>
                      <a:pt x="383" y="2321"/>
                      <a:pt x="384" y="2322"/>
                    </a:cubicBezTo>
                    <a:cubicBezTo>
                      <a:pt x="385" y="2322"/>
                      <a:pt x="385" y="2323"/>
                      <a:pt x="386" y="2324"/>
                    </a:cubicBezTo>
                    <a:cubicBezTo>
                      <a:pt x="387" y="2325"/>
                      <a:pt x="388" y="2325"/>
                      <a:pt x="389" y="2326"/>
                    </a:cubicBezTo>
                    <a:cubicBezTo>
                      <a:pt x="391" y="2327"/>
                      <a:pt x="394" y="2328"/>
                      <a:pt x="397" y="2328"/>
                    </a:cubicBezTo>
                    <a:cubicBezTo>
                      <a:pt x="399" y="2328"/>
                      <a:pt x="402" y="2328"/>
                      <a:pt x="405" y="2328"/>
                    </a:cubicBezTo>
                    <a:cubicBezTo>
                      <a:pt x="406" y="2328"/>
                      <a:pt x="408" y="2328"/>
                      <a:pt x="408" y="2329"/>
                    </a:cubicBezTo>
                    <a:cubicBezTo>
                      <a:pt x="409" y="2329"/>
                      <a:pt x="409" y="2331"/>
                      <a:pt x="409" y="2332"/>
                    </a:cubicBezTo>
                    <a:cubicBezTo>
                      <a:pt x="410" y="2334"/>
                      <a:pt x="410" y="2336"/>
                      <a:pt x="411" y="2338"/>
                    </a:cubicBezTo>
                    <a:cubicBezTo>
                      <a:pt x="409" y="2337"/>
                      <a:pt x="408" y="2335"/>
                      <a:pt x="407" y="2334"/>
                    </a:cubicBezTo>
                    <a:cubicBezTo>
                      <a:pt x="405" y="2332"/>
                      <a:pt x="403" y="2331"/>
                      <a:pt x="400" y="2331"/>
                    </a:cubicBezTo>
                    <a:cubicBezTo>
                      <a:pt x="398" y="2331"/>
                      <a:pt x="396" y="2331"/>
                      <a:pt x="394" y="2332"/>
                    </a:cubicBezTo>
                    <a:cubicBezTo>
                      <a:pt x="392" y="2332"/>
                      <a:pt x="391" y="2333"/>
                      <a:pt x="389" y="2333"/>
                    </a:cubicBezTo>
                    <a:cubicBezTo>
                      <a:pt x="387" y="2333"/>
                      <a:pt x="385" y="2331"/>
                      <a:pt x="384" y="2329"/>
                    </a:cubicBezTo>
                    <a:cubicBezTo>
                      <a:pt x="382" y="2327"/>
                      <a:pt x="380" y="2326"/>
                      <a:pt x="377" y="2326"/>
                    </a:cubicBezTo>
                    <a:cubicBezTo>
                      <a:pt x="374" y="2326"/>
                      <a:pt x="368" y="2324"/>
                      <a:pt x="366" y="2328"/>
                    </a:cubicBezTo>
                    <a:cubicBezTo>
                      <a:pt x="365" y="2331"/>
                      <a:pt x="366" y="2334"/>
                      <a:pt x="366" y="2337"/>
                    </a:cubicBezTo>
                    <a:cubicBezTo>
                      <a:pt x="366" y="2343"/>
                      <a:pt x="365" y="2349"/>
                      <a:pt x="361" y="2355"/>
                    </a:cubicBezTo>
                    <a:cubicBezTo>
                      <a:pt x="361" y="2356"/>
                      <a:pt x="359" y="2357"/>
                      <a:pt x="358" y="2358"/>
                    </a:cubicBezTo>
                    <a:cubicBezTo>
                      <a:pt x="355" y="2359"/>
                      <a:pt x="353" y="2361"/>
                      <a:pt x="354" y="2365"/>
                    </a:cubicBezTo>
                    <a:cubicBezTo>
                      <a:pt x="355" y="2369"/>
                      <a:pt x="359" y="2372"/>
                      <a:pt x="363" y="2373"/>
                    </a:cubicBezTo>
                    <a:cubicBezTo>
                      <a:pt x="368" y="2373"/>
                      <a:pt x="372" y="2372"/>
                      <a:pt x="376" y="2372"/>
                    </a:cubicBezTo>
                    <a:cubicBezTo>
                      <a:pt x="377" y="2371"/>
                      <a:pt x="379" y="2371"/>
                      <a:pt x="379" y="2372"/>
                    </a:cubicBezTo>
                    <a:cubicBezTo>
                      <a:pt x="379" y="2373"/>
                      <a:pt x="376" y="2374"/>
                      <a:pt x="375" y="2374"/>
                    </a:cubicBezTo>
                    <a:cubicBezTo>
                      <a:pt x="371" y="2376"/>
                      <a:pt x="365" y="2377"/>
                      <a:pt x="360" y="2376"/>
                    </a:cubicBezTo>
                    <a:cubicBezTo>
                      <a:pt x="356" y="2374"/>
                      <a:pt x="354" y="2372"/>
                      <a:pt x="350" y="2372"/>
                    </a:cubicBezTo>
                    <a:cubicBezTo>
                      <a:pt x="348" y="2372"/>
                      <a:pt x="346" y="2372"/>
                      <a:pt x="344" y="2372"/>
                    </a:cubicBezTo>
                    <a:cubicBezTo>
                      <a:pt x="343" y="2372"/>
                      <a:pt x="342" y="2372"/>
                      <a:pt x="341" y="2371"/>
                    </a:cubicBezTo>
                    <a:cubicBezTo>
                      <a:pt x="340" y="2370"/>
                      <a:pt x="341" y="2368"/>
                      <a:pt x="342" y="2367"/>
                    </a:cubicBezTo>
                    <a:cubicBezTo>
                      <a:pt x="343" y="2365"/>
                      <a:pt x="345" y="2364"/>
                      <a:pt x="346" y="2362"/>
                    </a:cubicBezTo>
                    <a:cubicBezTo>
                      <a:pt x="350" y="2359"/>
                      <a:pt x="354" y="2357"/>
                      <a:pt x="357" y="2354"/>
                    </a:cubicBezTo>
                    <a:cubicBezTo>
                      <a:pt x="362" y="2349"/>
                      <a:pt x="363" y="2340"/>
                      <a:pt x="362" y="2334"/>
                    </a:cubicBezTo>
                    <a:cubicBezTo>
                      <a:pt x="362" y="2330"/>
                      <a:pt x="361" y="2326"/>
                      <a:pt x="359" y="2322"/>
                    </a:cubicBezTo>
                    <a:cubicBezTo>
                      <a:pt x="356" y="2319"/>
                      <a:pt x="354" y="2316"/>
                      <a:pt x="353" y="2312"/>
                    </a:cubicBezTo>
                    <a:cubicBezTo>
                      <a:pt x="352" y="2308"/>
                      <a:pt x="354" y="2304"/>
                      <a:pt x="355" y="2300"/>
                    </a:cubicBezTo>
                    <a:cubicBezTo>
                      <a:pt x="355" y="2295"/>
                      <a:pt x="353" y="2290"/>
                      <a:pt x="349" y="2287"/>
                    </a:cubicBezTo>
                    <a:cubicBezTo>
                      <a:pt x="346" y="2283"/>
                      <a:pt x="341" y="2281"/>
                      <a:pt x="336" y="2278"/>
                    </a:cubicBezTo>
                    <a:cubicBezTo>
                      <a:pt x="332" y="2276"/>
                      <a:pt x="328" y="2274"/>
                      <a:pt x="323" y="2276"/>
                    </a:cubicBezTo>
                    <a:cubicBezTo>
                      <a:pt x="320" y="2277"/>
                      <a:pt x="317" y="2279"/>
                      <a:pt x="314" y="2280"/>
                    </a:cubicBezTo>
                    <a:cubicBezTo>
                      <a:pt x="310" y="2282"/>
                      <a:pt x="308" y="2286"/>
                      <a:pt x="308" y="2290"/>
                    </a:cubicBezTo>
                    <a:cubicBezTo>
                      <a:pt x="307" y="2290"/>
                      <a:pt x="307" y="2294"/>
                      <a:pt x="306" y="2295"/>
                    </a:cubicBezTo>
                    <a:cubicBezTo>
                      <a:pt x="305" y="2295"/>
                      <a:pt x="305" y="2293"/>
                      <a:pt x="305" y="2292"/>
                    </a:cubicBezTo>
                    <a:cubicBezTo>
                      <a:pt x="303" y="2289"/>
                      <a:pt x="302" y="2284"/>
                      <a:pt x="297" y="2284"/>
                    </a:cubicBezTo>
                    <a:cubicBezTo>
                      <a:pt x="295" y="2284"/>
                      <a:pt x="290" y="2286"/>
                      <a:pt x="289" y="2289"/>
                    </a:cubicBezTo>
                    <a:cubicBezTo>
                      <a:pt x="287" y="2292"/>
                      <a:pt x="290" y="2297"/>
                      <a:pt x="291" y="2300"/>
                    </a:cubicBezTo>
                    <a:cubicBezTo>
                      <a:pt x="293" y="2305"/>
                      <a:pt x="294" y="2309"/>
                      <a:pt x="295" y="2314"/>
                    </a:cubicBezTo>
                    <a:cubicBezTo>
                      <a:pt x="296" y="2318"/>
                      <a:pt x="297" y="2323"/>
                      <a:pt x="299" y="2327"/>
                    </a:cubicBezTo>
                    <a:cubicBezTo>
                      <a:pt x="300" y="2331"/>
                      <a:pt x="303" y="2334"/>
                      <a:pt x="307" y="2336"/>
                    </a:cubicBezTo>
                    <a:cubicBezTo>
                      <a:pt x="308" y="2337"/>
                      <a:pt x="310" y="2338"/>
                      <a:pt x="310" y="2339"/>
                    </a:cubicBezTo>
                    <a:cubicBezTo>
                      <a:pt x="310" y="2340"/>
                      <a:pt x="309" y="2341"/>
                      <a:pt x="309" y="2342"/>
                    </a:cubicBezTo>
                    <a:cubicBezTo>
                      <a:pt x="306" y="2344"/>
                      <a:pt x="305" y="2346"/>
                      <a:pt x="305" y="2349"/>
                    </a:cubicBezTo>
                    <a:cubicBezTo>
                      <a:pt x="306" y="2352"/>
                      <a:pt x="306" y="2355"/>
                      <a:pt x="303" y="2357"/>
                    </a:cubicBezTo>
                    <a:cubicBezTo>
                      <a:pt x="301" y="2358"/>
                      <a:pt x="297" y="2359"/>
                      <a:pt x="299" y="2356"/>
                    </a:cubicBezTo>
                    <a:cubicBezTo>
                      <a:pt x="301" y="2353"/>
                      <a:pt x="302" y="2350"/>
                      <a:pt x="301" y="2347"/>
                    </a:cubicBezTo>
                    <a:cubicBezTo>
                      <a:pt x="300" y="2343"/>
                      <a:pt x="297" y="2341"/>
                      <a:pt x="295" y="2339"/>
                    </a:cubicBezTo>
                    <a:cubicBezTo>
                      <a:pt x="291" y="2335"/>
                      <a:pt x="290" y="2330"/>
                      <a:pt x="289" y="2325"/>
                    </a:cubicBezTo>
                    <a:cubicBezTo>
                      <a:pt x="289" y="2320"/>
                      <a:pt x="290" y="2314"/>
                      <a:pt x="289" y="2309"/>
                    </a:cubicBezTo>
                    <a:cubicBezTo>
                      <a:pt x="289" y="2305"/>
                      <a:pt x="287" y="2302"/>
                      <a:pt x="286" y="2298"/>
                    </a:cubicBezTo>
                    <a:cubicBezTo>
                      <a:pt x="285" y="2295"/>
                      <a:pt x="285" y="2290"/>
                      <a:pt x="281" y="2289"/>
                    </a:cubicBezTo>
                    <a:cubicBezTo>
                      <a:pt x="278" y="2287"/>
                      <a:pt x="274" y="2288"/>
                      <a:pt x="270" y="2289"/>
                    </a:cubicBezTo>
                    <a:cubicBezTo>
                      <a:pt x="267" y="2290"/>
                      <a:pt x="263" y="2291"/>
                      <a:pt x="259" y="2292"/>
                    </a:cubicBezTo>
                    <a:cubicBezTo>
                      <a:pt x="255" y="2294"/>
                      <a:pt x="251" y="2295"/>
                      <a:pt x="248" y="2298"/>
                    </a:cubicBezTo>
                    <a:cubicBezTo>
                      <a:pt x="246" y="2300"/>
                      <a:pt x="244" y="2302"/>
                      <a:pt x="242" y="2304"/>
                    </a:cubicBezTo>
                    <a:cubicBezTo>
                      <a:pt x="240" y="2304"/>
                      <a:pt x="237" y="2305"/>
                      <a:pt x="235" y="2307"/>
                    </a:cubicBezTo>
                    <a:cubicBezTo>
                      <a:pt x="234" y="2308"/>
                      <a:pt x="233" y="2310"/>
                      <a:pt x="231" y="2312"/>
                    </a:cubicBezTo>
                    <a:cubicBezTo>
                      <a:pt x="230" y="2313"/>
                      <a:pt x="229" y="2313"/>
                      <a:pt x="228" y="2315"/>
                    </a:cubicBezTo>
                    <a:cubicBezTo>
                      <a:pt x="228" y="2317"/>
                      <a:pt x="230" y="2319"/>
                      <a:pt x="231" y="2320"/>
                    </a:cubicBezTo>
                    <a:cubicBezTo>
                      <a:pt x="234" y="2321"/>
                      <a:pt x="237" y="2323"/>
                      <a:pt x="238" y="2325"/>
                    </a:cubicBezTo>
                    <a:cubicBezTo>
                      <a:pt x="239" y="2328"/>
                      <a:pt x="237" y="2327"/>
                      <a:pt x="235" y="2326"/>
                    </a:cubicBezTo>
                    <a:cubicBezTo>
                      <a:pt x="233" y="2325"/>
                      <a:pt x="231" y="2323"/>
                      <a:pt x="229" y="2321"/>
                    </a:cubicBezTo>
                    <a:cubicBezTo>
                      <a:pt x="228" y="2321"/>
                      <a:pt x="225" y="2319"/>
                      <a:pt x="224" y="2320"/>
                    </a:cubicBezTo>
                    <a:cubicBezTo>
                      <a:pt x="223" y="2320"/>
                      <a:pt x="224" y="2323"/>
                      <a:pt x="224" y="2324"/>
                    </a:cubicBezTo>
                    <a:cubicBezTo>
                      <a:pt x="225" y="2327"/>
                      <a:pt x="226" y="2330"/>
                      <a:pt x="228" y="2333"/>
                    </a:cubicBezTo>
                    <a:cubicBezTo>
                      <a:pt x="231" y="2336"/>
                      <a:pt x="233" y="2339"/>
                      <a:pt x="236" y="2342"/>
                    </a:cubicBezTo>
                    <a:cubicBezTo>
                      <a:pt x="239" y="2345"/>
                      <a:pt x="241" y="2348"/>
                      <a:pt x="244" y="2352"/>
                    </a:cubicBezTo>
                    <a:cubicBezTo>
                      <a:pt x="246" y="2355"/>
                      <a:pt x="250" y="2357"/>
                      <a:pt x="254" y="2359"/>
                    </a:cubicBezTo>
                    <a:cubicBezTo>
                      <a:pt x="255" y="2360"/>
                      <a:pt x="258" y="2361"/>
                      <a:pt x="258" y="2362"/>
                    </a:cubicBezTo>
                    <a:cubicBezTo>
                      <a:pt x="259" y="2365"/>
                      <a:pt x="255" y="2363"/>
                      <a:pt x="254" y="2363"/>
                    </a:cubicBezTo>
                    <a:cubicBezTo>
                      <a:pt x="253" y="2362"/>
                      <a:pt x="252" y="2361"/>
                      <a:pt x="251" y="2362"/>
                    </a:cubicBezTo>
                    <a:cubicBezTo>
                      <a:pt x="250" y="2362"/>
                      <a:pt x="248" y="2362"/>
                      <a:pt x="247" y="2361"/>
                    </a:cubicBezTo>
                    <a:cubicBezTo>
                      <a:pt x="247" y="2361"/>
                      <a:pt x="246" y="2361"/>
                      <a:pt x="246" y="2361"/>
                    </a:cubicBezTo>
                    <a:cubicBezTo>
                      <a:pt x="246" y="2361"/>
                      <a:pt x="245" y="2361"/>
                      <a:pt x="245" y="2361"/>
                    </a:cubicBezTo>
                    <a:cubicBezTo>
                      <a:pt x="244" y="2360"/>
                      <a:pt x="244" y="2360"/>
                      <a:pt x="243" y="2359"/>
                    </a:cubicBezTo>
                    <a:cubicBezTo>
                      <a:pt x="241" y="2358"/>
                      <a:pt x="238" y="2358"/>
                      <a:pt x="236" y="2359"/>
                    </a:cubicBezTo>
                    <a:cubicBezTo>
                      <a:pt x="234" y="2359"/>
                      <a:pt x="231" y="2360"/>
                      <a:pt x="229" y="2361"/>
                    </a:cubicBezTo>
                    <a:cubicBezTo>
                      <a:pt x="228" y="2361"/>
                      <a:pt x="227" y="2361"/>
                      <a:pt x="227" y="2360"/>
                    </a:cubicBezTo>
                    <a:cubicBezTo>
                      <a:pt x="228" y="2359"/>
                      <a:pt x="229" y="2359"/>
                      <a:pt x="230" y="2358"/>
                    </a:cubicBezTo>
                    <a:cubicBezTo>
                      <a:pt x="231" y="2358"/>
                      <a:pt x="234" y="2357"/>
                      <a:pt x="233" y="2355"/>
                    </a:cubicBezTo>
                    <a:cubicBezTo>
                      <a:pt x="233" y="2353"/>
                      <a:pt x="231" y="2352"/>
                      <a:pt x="230" y="2351"/>
                    </a:cubicBezTo>
                    <a:cubicBezTo>
                      <a:pt x="228" y="2350"/>
                      <a:pt x="228" y="2348"/>
                      <a:pt x="227" y="2347"/>
                    </a:cubicBezTo>
                    <a:cubicBezTo>
                      <a:pt x="227" y="2345"/>
                      <a:pt x="226" y="2344"/>
                      <a:pt x="225" y="2344"/>
                    </a:cubicBezTo>
                    <a:cubicBezTo>
                      <a:pt x="222" y="2343"/>
                      <a:pt x="220" y="2346"/>
                      <a:pt x="218" y="2348"/>
                    </a:cubicBezTo>
                    <a:cubicBezTo>
                      <a:pt x="216" y="2351"/>
                      <a:pt x="213" y="2353"/>
                      <a:pt x="212" y="2356"/>
                    </a:cubicBezTo>
                    <a:cubicBezTo>
                      <a:pt x="211" y="2359"/>
                      <a:pt x="209" y="2360"/>
                      <a:pt x="207" y="2362"/>
                    </a:cubicBezTo>
                    <a:cubicBezTo>
                      <a:pt x="205" y="2363"/>
                      <a:pt x="203" y="2365"/>
                      <a:pt x="201" y="2367"/>
                    </a:cubicBezTo>
                    <a:cubicBezTo>
                      <a:pt x="201" y="2367"/>
                      <a:pt x="200" y="2368"/>
                      <a:pt x="200" y="2367"/>
                    </a:cubicBezTo>
                    <a:cubicBezTo>
                      <a:pt x="199" y="2367"/>
                      <a:pt x="201" y="2365"/>
                      <a:pt x="201" y="2364"/>
                    </a:cubicBezTo>
                    <a:cubicBezTo>
                      <a:pt x="204" y="2361"/>
                      <a:pt x="206" y="2359"/>
                      <a:pt x="208" y="2356"/>
                    </a:cubicBezTo>
                    <a:cubicBezTo>
                      <a:pt x="210" y="2354"/>
                      <a:pt x="213" y="2351"/>
                      <a:pt x="214" y="2348"/>
                    </a:cubicBezTo>
                    <a:cubicBezTo>
                      <a:pt x="216" y="2346"/>
                      <a:pt x="217" y="2344"/>
                      <a:pt x="217" y="2341"/>
                    </a:cubicBezTo>
                    <a:cubicBezTo>
                      <a:pt x="218" y="2338"/>
                      <a:pt x="217" y="2335"/>
                      <a:pt x="216" y="2332"/>
                    </a:cubicBezTo>
                    <a:cubicBezTo>
                      <a:pt x="215" y="2330"/>
                      <a:pt x="215" y="2326"/>
                      <a:pt x="212" y="2326"/>
                    </a:cubicBezTo>
                    <a:cubicBezTo>
                      <a:pt x="210" y="2326"/>
                      <a:pt x="208" y="2327"/>
                      <a:pt x="206" y="2326"/>
                    </a:cubicBezTo>
                    <a:cubicBezTo>
                      <a:pt x="206" y="2325"/>
                      <a:pt x="205" y="2324"/>
                      <a:pt x="205" y="2324"/>
                    </a:cubicBezTo>
                    <a:cubicBezTo>
                      <a:pt x="203" y="2323"/>
                      <a:pt x="202" y="2323"/>
                      <a:pt x="201" y="2324"/>
                    </a:cubicBezTo>
                    <a:cubicBezTo>
                      <a:pt x="199" y="2325"/>
                      <a:pt x="198" y="2327"/>
                      <a:pt x="195" y="2327"/>
                    </a:cubicBezTo>
                    <a:cubicBezTo>
                      <a:pt x="193" y="2327"/>
                      <a:pt x="192" y="2326"/>
                      <a:pt x="190" y="2327"/>
                    </a:cubicBezTo>
                    <a:cubicBezTo>
                      <a:pt x="187" y="2328"/>
                      <a:pt x="186" y="2330"/>
                      <a:pt x="186" y="2332"/>
                    </a:cubicBezTo>
                    <a:cubicBezTo>
                      <a:pt x="186" y="2335"/>
                      <a:pt x="187" y="2339"/>
                      <a:pt x="186" y="2342"/>
                    </a:cubicBezTo>
                    <a:cubicBezTo>
                      <a:pt x="184" y="2345"/>
                      <a:pt x="182" y="2340"/>
                      <a:pt x="182" y="2338"/>
                    </a:cubicBezTo>
                    <a:cubicBezTo>
                      <a:pt x="181" y="2336"/>
                      <a:pt x="181" y="2333"/>
                      <a:pt x="182" y="2331"/>
                    </a:cubicBezTo>
                    <a:cubicBezTo>
                      <a:pt x="182" y="2330"/>
                      <a:pt x="182" y="2327"/>
                      <a:pt x="182" y="2326"/>
                    </a:cubicBezTo>
                    <a:cubicBezTo>
                      <a:pt x="180" y="2324"/>
                      <a:pt x="177" y="2325"/>
                      <a:pt x="175" y="2326"/>
                    </a:cubicBezTo>
                    <a:cubicBezTo>
                      <a:pt x="173" y="2326"/>
                      <a:pt x="172" y="2326"/>
                      <a:pt x="171" y="2324"/>
                    </a:cubicBezTo>
                    <a:cubicBezTo>
                      <a:pt x="169" y="2322"/>
                      <a:pt x="168" y="2319"/>
                      <a:pt x="166" y="2317"/>
                    </a:cubicBezTo>
                    <a:cubicBezTo>
                      <a:pt x="162" y="2313"/>
                      <a:pt x="154" y="2319"/>
                      <a:pt x="151" y="2321"/>
                    </a:cubicBezTo>
                    <a:cubicBezTo>
                      <a:pt x="149" y="2323"/>
                      <a:pt x="148" y="2325"/>
                      <a:pt x="148" y="2327"/>
                    </a:cubicBezTo>
                    <a:cubicBezTo>
                      <a:pt x="148" y="2329"/>
                      <a:pt x="148" y="2331"/>
                      <a:pt x="147" y="2333"/>
                    </a:cubicBezTo>
                    <a:cubicBezTo>
                      <a:pt x="147" y="2335"/>
                      <a:pt x="149" y="2338"/>
                      <a:pt x="150" y="2339"/>
                    </a:cubicBezTo>
                    <a:cubicBezTo>
                      <a:pt x="153" y="2342"/>
                      <a:pt x="156" y="2341"/>
                      <a:pt x="159" y="2341"/>
                    </a:cubicBezTo>
                    <a:cubicBezTo>
                      <a:pt x="163" y="2341"/>
                      <a:pt x="166" y="2342"/>
                      <a:pt x="168" y="2345"/>
                    </a:cubicBezTo>
                    <a:cubicBezTo>
                      <a:pt x="169" y="2346"/>
                      <a:pt x="172" y="2348"/>
                      <a:pt x="171" y="2349"/>
                    </a:cubicBezTo>
                    <a:cubicBezTo>
                      <a:pt x="171" y="2352"/>
                      <a:pt x="168" y="2352"/>
                      <a:pt x="167" y="2351"/>
                    </a:cubicBezTo>
                    <a:cubicBezTo>
                      <a:pt x="165" y="2349"/>
                      <a:pt x="164" y="2347"/>
                      <a:pt x="161" y="2347"/>
                    </a:cubicBezTo>
                    <a:cubicBezTo>
                      <a:pt x="159" y="2347"/>
                      <a:pt x="157" y="2348"/>
                      <a:pt x="156" y="2350"/>
                    </a:cubicBezTo>
                    <a:cubicBezTo>
                      <a:pt x="154" y="2352"/>
                      <a:pt x="154" y="2355"/>
                      <a:pt x="153" y="2358"/>
                    </a:cubicBezTo>
                    <a:cubicBezTo>
                      <a:pt x="152" y="2360"/>
                      <a:pt x="151" y="2361"/>
                      <a:pt x="150" y="2358"/>
                    </a:cubicBezTo>
                    <a:cubicBezTo>
                      <a:pt x="149" y="2356"/>
                      <a:pt x="150" y="2353"/>
                      <a:pt x="151" y="2351"/>
                    </a:cubicBezTo>
                    <a:cubicBezTo>
                      <a:pt x="152" y="2345"/>
                      <a:pt x="145" y="2349"/>
                      <a:pt x="143" y="2345"/>
                    </a:cubicBezTo>
                    <a:cubicBezTo>
                      <a:pt x="142" y="2343"/>
                      <a:pt x="143" y="2340"/>
                      <a:pt x="142" y="2338"/>
                    </a:cubicBezTo>
                    <a:cubicBezTo>
                      <a:pt x="142" y="2336"/>
                      <a:pt x="140" y="2336"/>
                      <a:pt x="138" y="2335"/>
                    </a:cubicBezTo>
                    <a:cubicBezTo>
                      <a:pt x="137" y="2333"/>
                      <a:pt x="137" y="2330"/>
                      <a:pt x="137" y="2328"/>
                    </a:cubicBezTo>
                    <a:cubicBezTo>
                      <a:pt x="137" y="2326"/>
                      <a:pt x="138" y="2325"/>
                      <a:pt x="140" y="2324"/>
                    </a:cubicBezTo>
                    <a:cubicBezTo>
                      <a:pt x="141" y="2322"/>
                      <a:pt x="141" y="2320"/>
                      <a:pt x="140" y="2319"/>
                    </a:cubicBezTo>
                    <a:cubicBezTo>
                      <a:pt x="138" y="2318"/>
                      <a:pt x="134" y="2319"/>
                      <a:pt x="133" y="2318"/>
                    </a:cubicBezTo>
                    <a:cubicBezTo>
                      <a:pt x="131" y="2316"/>
                      <a:pt x="130" y="2314"/>
                      <a:pt x="129" y="2312"/>
                    </a:cubicBezTo>
                    <a:cubicBezTo>
                      <a:pt x="128" y="2311"/>
                      <a:pt x="128" y="2310"/>
                      <a:pt x="127" y="2309"/>
                    </a:cubicBezTo>
                    <a:cubicBezTo>
                      <a:pt x="127" y="2308"/>
                      <a:pt x="126" y="2307"/>
                      <a:pt x="125" y="2306"/>
                    </a:cubicBezTo>
                    <a:cubicBezTo>
                      <a:pt x="123" y="2304"/>
                      <a:pt x="120" y="2306"/>
                      <a:pt x="117" y="2306"/>
                    </a:cubicBezTo>
                    <a:cubicBezTo>
                      <a:pt x="114" y="2307"/>
                      <a:pt x="110" y="2309"/>
                      <a:pt x="107" y="2312"/>
                    </a:cubicBezTo>
                    <a:cubicBezTo>
                      <a:pt x="107" y="2312"/>
                      <a:pt x="107" y="2313"/>
                      <a:pt x="107" y="2314"/>
                    </a:cubicBezTo>
                    <a:cubicBezTo>
                      <a:pt x="107" y="2315"/>
                      <a:pt x="107" y="2317"/>
                      <a:pt x="108" y="2318"/>
                    </a:cubicBezTo>
                    <a:cubicBezTo>
                      <a:pt x="110" y="2319"/>
                      <a:pt x="112" y="2319"/>
                      <a:pt x="112" y="2321"/>
                    </a:cubicBezTo>
                    <a:cubicBezTo>
                      <a:pt x="112" y="2323"/>
                      <a:pt x="111" y="2324"/>
                      <a:pt x="110" y="2325"/>
                    </a:cubicBezTo>
                    <a:cubicBezTo>
                      <a:pt x="109" y="2327"/>
                      <a:pt x="109" y="2329"/>
                      <a:pt x="111" y="2331"/>
                    </a:cubicBezTo>
                    <a:cubicBezTo>
                      <a:pt x="112" y="2333"/>
                      <a:pt x="116" y="2332"/>
                      <a:pt x="118" y="2332"/>
                    </a:cubicBezTo>
                    <a:cubicBezTo>
                      <a:pt x="121" y="2331"/>
                      <a:pt x="124" y="2332"/>
                      <a:pt x="125" y="2334"/>
                    </a:cubicBezTo>
                    <a:cubicBezTo>
                      <a:pt x="128" y="2337"/>
                      <a:pt x="130" y="2341"/>
                      <a:pt x="132" y="2345"/>
                    </a:cubicBezTo>
                    <a:cubicBezTo>
                      <a:pt x="133" y="2347"/>
                      <a:pt x="134" y="2348"/>
                      <a:pt x="135" y="2350"/>
                    </a:cubicBezTo>
                    <a:cubicBezTo>
                      <a:pt x="136" y="2351"/>
                      <a:pt x="137" y="2352"/>
                      <a:pt x="138" y="2353"/>
                    </a:cubicBezTo>
                    <a:cubicBezTo>
                      <a:pt x="139" y="2354"/>
                      <a:pt x="140" y="2356"/>
                      <a:pt x="139" y="2357"/>
                    </a:cubicBezTo>
                    <a:cubicBezTo>
                      <a:pt x="139" y="2357"/>
                      <a:pt x="137" y="2357"/>
                      <a:pt x="137" y="2357"/>
                    </a:cubicBezTo>
                    <a:cubicBezTo>
                      <a:pt x="136" y="2357"/>
                      <a:pt x="135" y="2357"/>
                      <a:pt x="134" y="2357"/>
                    </a:cubicBezTo>
                    <a:cubicBezTo>
                      <a:pt x="133" y="2358"/>
                      <a:pt x="133" y="2359"/>
                      <a:pt x="132" y="2360"/>
                    </a:cubicBezTo>
                    <a:cubicBezTo>
                      <a:pt x="132" y="2361"/>
                      <a:pt x="132" y="2362"/>
                      <a:pt x="130" y="2363"/>
                    </a:cubicBezTo>
                    <a:cubicBezTo>
                      <a:pt x="129" y="2363"/>
                      <a:pt x="128" y="2363"/>
                      <a:pt x="127" y="2363"/>
                    </a:cubicBezTo>
                    <a:cubicBezTo>
                      <a:pt x="126" y="2363"/>
                      <a:pt x="125" y="2363"/>
                      <a:pt x="124" y="2364"/>
                    </a:cubicBezTo>
                    <a:cubicBezTo>
                      <a:pt x="124" y="2364"/>
                      <a:pt x="124" y="2365"/>
                      <a:pt x="124" y="2366"/>
                    </a:cubicBezTo>
                    <a:cubicBezTo>
                      <a:pt x="123" y="2367"/>
                      <a:pt x="121" y="2370"/>
                      <a:pt x="120" y="2368"/>
                    </a:cubicBezTo>
                    <a:cubicBezTo>
                      <a:pt x="120" y="2366"/>
                      <a:pt x="120" y="2363"/>
                      <a:pt x="117" y="2364"/>
                    </a:cubicBezTo>
                    <a:cubicBezTo>
                      <a:pt x="116" y="2365"/>
                      <a:pt x="115" y="2366"/>
                      <a:pt x="114" y="2367"/>
                    </a:cubicBezTo>
                    <a:cubicBezTo>
                      <a:pt x="114" y="2367"/>
                      <a:pt x="114" y="2368"/>
                      <a:pt x="113" y="2369"/>
                    </a:cubicBezTo>
                    <a:cubicBezTo>
                      <a:pt x="113" y="2369"/>
                      <a:pt x="112" y="2370"/>
                      <a:pt x="112" y="2370"/>
                    </a:cubicBezTo>
                    <a:cubicBezTo>
                      <a:pt x="111" y="2369"/>
                      <a:pt x="111" y="2368"/>
                      <a:pt x="111" y="2367"/>
                    </a:cubicBezTo>
                    <a:cubicBezTo>
                      <a:pt x="111" y="2366"/>
                      <a:pt x="113" y="2360"/>
                      <a:pt x="110" y="2361"/>
                    </a:cubicBezTo>
                    <a:cubicBezTo>
                      <a:pt x="108" y="2362"/>
                      <a:pt x="108" y="2365"/>
                      <a:pt x="107" y="2367"/>
                    </a:cubicBezTo>
                    <a:cubicBezTo>
                      <a:pt x="106" y="2368"/>
                      <a:pt x="105" y="2370"/>
                      <a:pt x="103" y="2371"/>
                    </a:cubicBezTo>
                    <a:cubicBezTo>
                      <a:pt x="102" y="2371"/>
                      <a:pt x="101" y="2372"/>
                      <a:pt x="101" y="2374"/>
                    </a:cubicBezTo>
                    <a:cubicBezTo>
                      <a:pt x="101" y="2374"/>
                      <a:pt x="101" y="2374"/>
                      <a:pt x="102" y="2374"/>
                    </a:cubicBezTo>
                    <a:cubicBezTo>
                      <a:pt x="102" y="2375"/>
                      <a:pt x="102" y="2375"/>
                      <a:pt x="102" y="2376"/>
                    </a:cubicBezTo>
                    <a:cubicBezTo>
                      <a:pt x="103" y="2376"/>
                      <a:pt x="104" y="2377"/>
                      <a:pt x="105" y="2378"/>
                    </a:cubicBezTo>
                    <a:cubicBezTo>
                      <a:pt x="107" y="2379"/>
                      <a:pt x="109" y="2381"/>
                      <a:pt x="111" y="2381"/>
                    </a:cubicBezTo>
                    <a:cubicBezTo>
                      <a:pt x="112" y="2381"/>
                      <a:pt x="113" y="2381"/>
                      <a:pt x="114" y="2381"/>
                    </a:cubicBezTo>
                    <a:cubicBezTo>
                      <a:pt x="115" y="2381"/>
                      <a:pt x="116" y="2381"/>
                      <a:pt x="116" y="2380"/>
                    </a:cubicBezTo>
                    <a:cubicBezTo>
                      <a:pt x="118" y="2380"/>
                      <a:pt x="120" y="2380"/>
                      <a:pt x="121" y="2381"/>
                    </a:cubicBezTo>
                    <a:cubicBezTo>
                      <a:pt x="123" y="2382"/>
                      <a:pt x="124" y="2384"/>
                      <a:pt x="125" y="2385"/>
                    </a:cubicBezTo>
                    <a:cubicBezTo>
                      <a:pt x="125" y="2385"/>
                      <a:pt x="125" y="2385"/>
                      <a:pt x="126" y="2385"/>
                    </a:cubicBezTo>
                    <a:cubicBezTo>
                      <a:pt x="126" y="2385"/>
                      <a:pt x="127" y="2385"/>
                      <a:pt x="127" y="2385"/>
                    </a:cubicBezTo>
                    <a:cubicBezTo>
                      <a:pt x="128" y="2385"/>
                      <a:pt x="130" y="2385"/>
                      <a:pt x="131" y="2385"/>
                    </a:cubicBezTo>
                    <a:cubicBezTo>
                      <a:pt x="132" y="2385"/>
                      <a:pt x="132" y="2385"/>
                      <a:pt x="133" y="2385"/>
                    </a:cubicBezTo>
                    <a:cubicBezTo>
                      <a:pt x="136" y="2385"/>
                      <a:pt x="139" y="2385"/>
                      <a:pt x="141" y="2385"/>
                    </a:cubicBezTo>
                    <a:cubicBezTo>
                      <a:pt x="144" y="2386"/>
                      <a:pt x="147" y="2386"/>
                      <a:pt x="150" y="2386"/>
                    </a:cubicBezTo>
                    <a:cubicBezTo>
                      <a:pt x="151" y="2386"/>
                      <a:pt x="153" y="2386"/>
                      <a:pt x="154" y="2386"/>
                    </a:cubicBezTo>
                    <a:cubicBezTo>
                      <a:pt x="155" y="2386"/>
                      <a:pt x="157" y="2386"/>
                      <a:pt x="159" y="2386"/>
                    </a:cubicBezTo>
                    <a:cubicBezTo>
                      <a:pt x="161" y="2387"/>
                      <a:pt x="164" y="2389"/>
                      <a:pt x="167" y="2389"/>
                    </a:cubicBezTo>
                    <a:cubicBezTo>
                      <a:pt x="170" y="2389"/>
                      <a:pt x="172" y="2389"/>
                      <a:pt x="174" y="2390"/>
                    </a:cubicBezTo>
                    <a:cubicBezTo>
                      <a:pt x="177" y="2390"/>
                      <a:pt x="179" y="2392"/>
                      <a:pt x="182" y="2392"/>
                    </a:cubicBezTo>
                    <a:cubicBezTo>
                      <a:pt x="183" y="2393"/>
                      <a:pt x="184" y="2392"/>
                      <a:pt x="185" y="2392"/>
                    </a:cubicBezTo>
                    <a:cubicBezTo>
                      <a:pt x="187" y="2392"/>
                      <a:pt x="188" y="2392"/>
                      <a:pt x="190" y="2392"/>
                    </a:cubicBezTo>
                    <a:cubicBezTo>
                      <a:pt x="191" y="2392"/>
                      <a:pt x="193" y="2392"/>
                      <a:pt x="194" y="2393"/>
                    </a:cubicBezTo>
                    <a:cubicBezTo>
                      <a:pt x="197" y="2394"/>
                      <a:pt x="200" y="2394"/>
                      <a:pt x="203" y="2395"/>
                    </a:cubicBezTo>
                    <a:cubicBezTo>
                      <a:pt x="206" y="2396"/>
                      <a:pt x="208" y="2397"/>
                      <a:pt x="210" y="2398"/>
                    </a:cubicBezTo>
                    <a:cubicBezTo>
                      <a:pt x="211" y="2398"/>
                      <a:pt x="214" y="2399"/>
                      <a:pt x="213" y="2401"/>
                    </a:cubicBezTo>
                    <a:cubicBezTo>
                      <a:pt x="212" y="2402"/>
                      <a:pt x="210" y="2402"/>
                      <a:pt x="209" y="2403"/>
                    </a:cubicBezTo>
                    <a:cubicBezTo>
                      <a:pt x="206" y="2403"/>
                      <a:pt x="204" y="2403"/>
                      <a:pt x="201" y="2404"/>
                    </a:cubicBezTo>
                    <a:cubicBezTo>
                      <a:pt x="198" y="2404"/>
                      <a:pt x="195" y="2404"/>
                      <a:pt x="191" y="2404"/>
                    </a:cubicBezTo>
                    <a:cubicBezTo>
                      <a:pt x="190" y="2404"/>
                      <a:pt x="188" y="2403"/>
                      <a:pt x="187" y="2405"/>
                    </a:cubicBezTo>
                    <a:cubicBezTo>
                      <a:pt x="187" y="2407"/>
                      <a:pt x="191" y="2408"/>
                      <a:pt x="193" y="2408"/>
                    </a:cubicBezTo>
                    <a:cubicBezTo>
                      <a:pt x="196" y="2409"/>
                      <a:pt x="200" y="2409"/>
                      <a:pt x="204" y="2408"/>
                    </a:cubicBezTo>
                    <a:cubicBezTo>
                      <a:pt x="208" y="2408"/>
                      <a:pt x="212" y="2408"/>
                      <a:pt x="216" y="2409"/>
                    </a:cubicBezTo>
                    <a:cubicBezTo>
                      <a:pt x="219" y="2410"/>
                      <a:pt x="222" y="2413"/>
                      <a:pt x="226" y="2414"/>
                    </a:cubicBezTo>
                    <a:cubicBezTo>
                      <a:pt x="229" y="2416"/>
                      <a:pt x="233" y="2416"/>
                      <a:pt x="237" y="2417"/>
                    </a:cubicBezTo>
                    <a:cubicBezTo>
                      <a:pt x="240" y="2417"/>
                      <a:pt x="244" y="2417"/>
                      <a:pt x="248" y="2417"/>
                    </a:cubicBezTo>
                    <a:cubicBezTo>
                      <a:pt x="252" y="2417"/>
                      <a:pt x="255" y="2418"/>
                      <a:pt x="258" y="2421"/>
                    </a:cubicBezTo>
                    <a:cubicBezTo>
                      <a:pt x="261" y="2424"/>
                      <a:pt x="264" y="2427"/>
                      <a:pt x="268" y="2428"/>
                    </a:cubicBezTo>
                    <a:cubicBezTo>
                      <a:pt x="270" y="2429"/>
                      <a:pt x="273" y="2430"/>
                      <a:pt x="276" y="2430"/>
                    </a:cubicBezTo>
                    <a:cubicBezTo>
                      <a:pt x="281" y="2431"/>
                      <a:pt x="283" y="2426"/>
                      <a:pt x="287" y="2424"/>
                    </a:cubicBezTo>
                    <a:cubicBezTo>
                      <a:pt x="290" y="2422"/>
                      <a:pt x="294" y="2422"/>
                      <a:pt x="298" y="2422"/>
                    </a:cubicBezTo>
                    <a:cubicBezTo>
                      <a:pt x="300" y="2422"/>
                      <a:pt x="303" y="2422"/>
                      <a:pt x="306" y="2422"/>
                    </a:cubicBezTo>
                    <a:cubicBezTo>
                      <a:pt x="308" y="2422"/>
                      <a:pt x="309" y="2422"/>
                      <a:pt x="311" y="2423"/>
                    </a:cubicBezTo>
                    <a:cubicBezTo>
                      <a:pt x="312" y="2423"/>
                      <a:pt x="312" y="2424"/>
                      <a:pt x="313" y="2424"/>
                    </a:cubicBezTo>
                    <a:cubicBezTo>
                      <a:pt x="315" y="2425"/>
                      <a:pt x="316" y="2425"/>
                      <a:pt x="318" y="2426"/>
                    </a:cubicBezTo>
                    <a:cubicBezTo>
                      <a:pt x="318" y="2426"/>
                      <a:pt x="319" y="2427"/>
                      <a:pt x="320" y="2428"/>
                    </a:cubicBezTo>
                    <a:cubicBezTo>
                      <a:pt x="320" y="2428"/>
                      <a:pt x="319" y="2429"/>
                      <a:pt x="319" y="2430"/>
                    </a:cubicBezTo>
                    <a:cubicBezTo>
                      <a:pt x="319" y="2430"/>
                      <a:pt x="319" y="2431"/>
                      <a:pt x="319" y="2431"/>
                    </a:cubicBezTo>
                    <a:cubicBezTo>
                      <a:pt x="318" y="2433"/>
                      <a:pt x="315" y="2431"/>
                      <a:pt x="314" y="2431"/>
                    </a:cubicBezTo>
                    <a:cubicBezTo>
                      <a:pt x="312" y="2430"/>
                      <a:pt x="310" y="2428"/>
                      <a:pt x="308" y="2427"/>
                    </a:cubicBezTo>
                    <a:cubicBezTo>
                      <a:pt x="301" y="2423"/>
                      <a:pt x="292" y="2423"/>
                      <a:pt x="286" y="2429"/>
                    </a:cubicBezTo>
                    <a:cubicBezTo>
                      <a:pt x="285" y="2430"/>
                      <a:pt x="284" y="2432"/>
                      <a:pt x="282" y="2433"/>
                    </a:cubicBezTo>
                    <a:cubicBezTo>
                      <a:pt x="281" y="2433"/>
                      <a:pt x="280" y="2434"/>
                      <a:pt x="279" y="2435"/>
                    </a:cubicBezTo>
                    <a:cubicBezTo>
                      <a:pt x="278" y="2435"/>
                      <a:pt x="277" y="2435"/>
                      <a:pt x="276" y="2435"/>
                    </a:cubicBezTo>
                    <a:cubicBezTo>
                      <a:pt x="274" y="2434"/>
                      <a:pt x="272" y="2434"/>
                      <a:pt x="271" y="2434"/>
                    </a:cubicBezTo>
                    <a:cubicBezTo>
                      <a:pt x="267" y="2433"/>
                      <a:pt x="264" y="2431"/>
                      <a:pt x="262" y="2429"/>
                    </a:cubicBezTo>
                    <a:cubicBezTo>
                      <a:pt x="261" y="2427"/>
                      <a:pt x="259" y="2425"/>
                      <a:pt x="257" y="2424"/>
                    </a:cubicBezTo>
                    <a:cubicBezTo>
                      <a:pt x="256" y="2423"/>
                      <a:pt x="254" y="2422"/>
                      <a:pt x="252" y="2422"/>
                    </a:cubicBezTo>
                    <a:cubicBezTo>
                      <a:pt x="250" y="2421"/>
                      <a:pt x="248" y="2422"/>
                      <a:pt x="245" y="2422"/>
                    </a:cubicBezTo>
                    <a:cubicBezTo>
                      <a:pt x="242" y="2422"/>
                      <a:pt x="238" y="2421"/>
                      <a:pt x="235" y="2420"/>
                    </a:cubicBezTo>
                    <a:cubicBezTo>
                      <a:pt x="232" y="2420"/>
                      <a:pt x="228" y="2420"/>
                      <a:pt x="225" y="2420"/>
                    </a:cubicBezTo>
                    <a:cubicBezTo>
                      <a:pt x="224" y="2419"/>
                      <a:pt x="222" y="2419"/>
                      <a:pt x="221" y="2420"/>
                    </a:cubicBezTo>
                    <a:cubicBezTo>
                      <a:pt x="220" y="2422"/>
                      <a:pt x="222" y="2424"/>
                      <a:pt x="223" y="2426"/>
                    </a:cubicBezTo>
                    <a:cubicBezTo>
                      <a:pt x="225" y="2427"/>
                      <a:pt x="228" y="2428"/>
                      <a:pt x="230" y="2430"/>
                    </a:cubicBezTo>
                    <a:cubicBezTo>
                      <a:pt x="232" y="2431"/>
                      <a:pt x="233" y="2433"/>
                      <a:pt x="234" y="2435"/>
                    </a:cubicBezTo>
                    <a:cubicBezTo>
                      <a:pt x="235" y="2437"/>
                      <a:pt x="233" y="2438"/>
                      <a:pt x="232" y="2438"/>
                    </a:cubicBezTo>
                    <a:cubicBezTo>
                      <a:pt x="229" y="2438"/>
                      <a:pt x="227" y="2436"/>
                      <a:pt x="226" y="2434"/>
                    </a:cubicBezTo>
                    <a:cubicBezTo>
                      <a:pt x="224" y="2432"/>
                      <a:pt x="222" y="2429"/>
                      <a:pt x="221" y="2427"/>
                    </a:cubicBezTo>
                    <a:cubicBezTo>
                      <a:pt x="219" y="2425"/>
                      <a:pt x="218" y="2423"/>
                      <a:pt x="217" y="2421"/>
                    </a:cubicBezTo>
                    <a:cubicBezTo>
                      <a:pt x="216" y="2420"/>
                      <a:pt x="215" y="2420"/>
                      <a:pt x="214" y="2420"/>
                    </a:cubicBezTo>
                    <a:cubicBezTo>
                      <a:pt x="213" y="2420"/>
                      <a:pt x="212" y="2421"/>
                      <a:pt x="212" y="2422"/>
                    </a:cubicBezTo>
                    <a:cubicBezTo>
                      <a:pt x="211" y="2423"/>
                      <a:pt x="210" y="2425"/>
                      <a:pt x="209" y="2426"/>
                    </a:cubicBezTo>
                    <a:cubicBezTo>
                      <a:pt x="209" y="2428"/>
                      <a:pt x="208" y="2430"/>
                      <a:pt x="206" y="2432"/>
                    </a:cubicBezTo>
                    <a:cubicBezTo>
                      <a:pt x="206" y="2433"/>
                      <a:pt x="205" y="2434"/>
                      <a:pt x="204" y="2435"/>
                    </a:cubicBezTo>
                    <a:cubicBezTo>
                      <a:pt x="203" y="2435"/>
                      <a:pt x="202" y="2434"/>
                      <a:pt x="202" y="2434"/>
                    </a:cubicBezTo>
                    <a:cubicBezTo>
                      <a:pt x="201" y="2433"/>
                      <a:pt x="202" y="2431"/>
                      <a:pt x="202" y="2430"/>
                    </a:cubicBezTo>
                    <a:cubicBezTo>
                      <a:pt x="203" y="2428"/>
                      <a:pt x="205" y="2425"/>
                      <a:pt x="207" y="2423"/>
                    </a:cubicBezTo>
                    <a:cubicBezTo>
                      <a:pt x="208" y="2422"/>
                      <a:pt x="209" y="2420"/>
                      <a:pt x="209" y="2418"/>
                    </a:cubicBezTo>
                    <a:cubicBezTo>
                      <a:pt x="209" y="2416"/>
                      <a:pt x="209" y="2415"/>
                      <a:pt x="208" y="2414"/>
                    </a:cubicBezTo>
                    <a:cubicBezTo>
                      <a:pt x="206" y="2412"/>
                      <a:pt x="204" y="2412"/>
                      <a:pt x="201" y="2412"/>
                    </a:cubicBezTo>
                    <a:cubicBezTo>
                      <a:pt x="198" y="2411"/>
                      <a:pt x="194" y="2411"/>
                      <a:pt x="190" y="2412"/>
                    </a:cubicBezTo>
                    <a:cubicBezTo>
                      <a:pt x="188" y="2412"/>
                      <a:pt x="186" y="2412"/>
                      <a:pt x="184" y="2413"/>
                    </a:cubicBezTo>
                    <a:cubicBezTo>
                      <a:pt x="182" y="2414"/>
                      <a:pt x="179" y="2414"/>
                      <a:pt x="177" y="2414"/>
                    </a:cubicBezTo>
                    <a:cubicBezTo>
                      <a:pt x="176" y="2415"/>
                      <a:pt x="175" y="2415"/>
                      <a:pt x="174" y="2415"/>
                    </a:cubicBezTo>
                    <a:cubicBezTo>
                      <a:pt x="172" y="2415"/>
                      <a:pt x="171" y="2417"/>
                      <a:pt x="169" y="2416"/>
                    </a:cubicBezTo>
                    <a:cubicBezTo>
                      <a:pt x="168" y="2415"/>
                      <a:pt x="170" y="2413"/>
                      <a:pt x="171" y="2413"/>
                    </a:cubicBezTo>
                    <a:cubicBezTo>
                      <a:pt x="174" y="2412"/>
                      <a:pt x="176" y="2413"/>
                      <a:pt x="179" y="2411"/>
                    </a:cubicBezTo>
                    <a:cubicBezTo>
                      <a:pt x="180" y="2411"/>
                      <a:pt x="182" y="2410"/>
                      <a:pt x="182" y="2408"/>
                    </a:cubicBezTo>
                    <a:cubicBezTo>
                      <a:pt x="182" y="2407"/>
                      <a:pt x="181" y="2406"/>
                      <a:pt x="180" y="2406"/>
                    </a:cubicBezTo>
                    <a:cubicBezTo>
                      <a:pt x="179" y="2405"/>
                      <a:pt x="178" y="2403"/>
                      <a:pt x="176" y="2402"/>
                    </a:cubicBezTo>
                    <a:cubicBezTo>
                      <a:pt x="174" y="2401"/>
                      <a:pt x="172" y="2400"/>
                      <a:pt x="170" y="2399"/>
                    </a:cubicBezTo>
                    <a:cubicBezTo>
                      <a:pt x="166" y="2397"/>
                      <a:pt x="163" y="2395"/>
                      <a:pt x="160" y="2393"/>
                    </a:cubicBezTo>
                    <a:cubicBezTo>
                      <a:pt x="158" y="2393"/>
                      <a:pt x="157" y="2392"/>
                      <a:pt x="155" y="2392"/>
                    </a:cubicBezTo>
                    <a:cubicBezTo>
                      <a:pt x="152" y="2391"/>
                      <a:pt x="149" y="2390"/>
                      <a:pt x="146" y="2390"/>
                    </a:cubicBezTo>
                    <a:cubicBezTo>
                      <a:pt x="143" y="2389"/>
                      <a:pt x="141" y="2389"/>
                      <a:pt x="138" y="2389"/>
                    </a:cubicBezTo>
                    <a:cubicBezTo>
                      <a:pt x="136" y="2390"/>
                      <a:pt x="134" y="2389"/>
                      <a:pt x="133" y="2390"/>
                    </a:cubicBezTo>
                    <a:cubicBezTo>
                      <a:pt x="131" y="2391"/>
                      <a:pt x="129" y="2392"/>
                      <a:pt x="128" y="2393"/>
                    </a:cubicBezTo>
                    <a:cubicBezTo>
                      <a:pt x="127" y="2394"/>
                      <a:pt x="127" y="2396"/>
                      <a:pt x="126" y="2397"/>
                    </a:cubicBezTo>
                    <a:cubicBezTo>
                      <a:pt x="126" y="2399"/>
                      <a:pt x="125" y="2401"/>
                      <a:pt x="124" y="2402"/>
                    </a:cubicBezTo>
                    <a:cubicBezTo>
                      <a:pt x="123" y="2403"/>
                      <a:pt x="122" y="2403"/>
                      <a:pt x="121" y="2403"/>
                    </a:cubicBezTo>
                    <a:cubicBezTo>
                      <a:pt x="119" y="2404"/>
                      <a:pt x="117" y="2405"/>
                      <a:pt x="116" y="2405"/>
                    </a:cubicBezTo>
                    <a:cubicBezTo>
                      <a:pt x="113" y="2406"/>
                      <a:pt x="111" y="2406"/>
                      <a:pt x="109" y="2406"/>
                    </a:cubicBezTo>
                    <a:cubicBezTo>
                      <a:pt x="108" y="2407"/>
                      <a:pt x="106" y="2407"/>
                      <a:pt x="104" y="2408"/>
                    </a:cubicBezTo>
                    <a:cubicBezTo>
                      <a:pt x="102" y="2408"/>
                      <a:pt x="101" y="2408"/>
                      <a:pt x="99" y="2408"/>
                    </a:cubicBezTo>
                    <a:cubicBezTo>
                      <a:pt x="97" y="2408"/>
                      <a:pt x="95" y="2409"/>
                      <a:pt x="94" y="2410"/>
                    </a:cubicBezTo>
                    <a:cubicBezTo>
                      <a:pt x="93" y="2410"/>
                      <a:pt x="91" y="2410"/>
                      <a:pt x="91" y="2412"/>
                    </a:cubicBezTo>
                    <a:cubicBezTo>
                      <a:pt x="91" y="2413"/>
                      <a:pt x="90" y="2414"/>
                      <a:pt x="92" y="2415"/>
                    </a:cubicBezTo>
                    <a:cubicBezTo>
                      <a:pt x="93" y="2415"/>
                      <a:pt x="94" y="2415"/>
                      <a:pt x="95" y="2415"/>
                    </a:cubicBezTo>
                    <a:cubicBezTo>
                      <a:pt x="97" y="2415"/>
                      <a:pt x="99" y="2416"/>
                      <a:pt x="100" y="2416"/>
                    </a:cubicBezTo>
                    <a:cubicBezTo>
                      <a:pt x="104" y="2416"/>
                      <a:pt x="107" y="2415"/>
                      <a:pt x="110" y="2415"/>
                    </a:cubicBezTo>
                    <a:cubicBezTo>
                      <a:pt x="111" y="2415"/>
                      <a:pt x="113" y="2414"/>
                      <a:pt x="114" y="2415"/>
                    </a:cubicBezTo>
                    <a:cubicBezTo>
                      <a:pt x="115" y="2416"/>
                      <a:pt x="113" y="2417"/>
                      <a:pt x="113" y="2417"/>
                    </a:cubicBezTo>
                    <a:cubicBezTo>
                      <a:pt x="110" y="2419"/>
                      <a:pt x="106" y="2418"/>
                      <a:pt x="103" y="2418"/>
                    </a:cubicBezTo>
                    <a:cubicBezTo>
                      <a:pt x="100" y="2418"/>
                      <a:pt x="99" y="2419"/>
                      <a:pt x="97" y="2420"/>
                    </a:cubicBezTo>
                    <a:cubicBezTo>
                      <a:pt x="96" y="2422"/>
                      <a:pt x="96" y="2423"/>
                      <a:pt x="97" y="2425"/>
                    </a:cubicBezTo>
                    <a:cubicBezTo>
                      <a:pt x="98" y="2426"/>
                      <a:pt x="101" y="2427"/>
                      <a:pt x="101" y="2429"/>
                    </a:cubicBezTo>
                    <a:cubicBezTo>
                      <a:pt x="100" y="2430"/>
                      <a:pt x="99" y="2432"/>
                      <a:pt x="97" y="2432"/>
                    </a:cubicBezTo>
                    <a:cubicBezTo>
                      <a:pt x="96" y="2432"/>
                      <a:pt x="94" y="2430"/>
                      <a:pt x="94" y="2429"/>
                    </a:cubicBezTo>
                    <a:cubicBezTo>
                      <a:pt x="93" y="2428"/>
                      <a:pt x="93" y="2427"/>
                      <a:pt x="93" y="2426"/>
                    </a:cubicBezTo>
                    <a:cubicBezTo>
                      <a:pt x="93" y="2426"/>
                      <a:pt x="93" y="2425"/>
                      <a:pt x="92" y="2425"/>
                    </a:cubicBezTo>
                    <a:cubicBezTo>
                      <a:pt x="91" y="2424"/>
                      <a:pt x="90" y="2427"/>
                      <a:pt x="89" y="2427"/>
                    </a:cubicBezTo>
                    <a:cubicBezTo>
                      <a:pt x="89" y="2429"/>
                      <a:pt x="88" y="2428"/>
                      <a:pt x="87" y="2427"/>
                    </a:cubicBezTo>
                    <a:cubicBezTo>
                      <a:pt x="86" y="2425"/>
                      <a:pt x="87" y="2423"/>
                      <a:pt x="87" y="2421"/>
                    </a:cubicBezTo>
                    <a:cubicBezTo>
                      <a:pt x="87" y="2419"/>
                      <a:pt x="87" y="2418"/>
                      <a:pt x="85" y="2417"/>
                    </a:cubicBezTo>
                    <a:cubicBezTo>
                      <a:pt x="83" y="2416"/>
                      <a:pt x="81" y="2416"/>
                      <a:pt x="79" y="2416"/>
                    </a:cubicBezTo>
                    <a:cubicBezTo>
                      <a:pt x="78" y="2417"/>
                      <a:pt x="77" y="2418"/>
                      <a:pt x="76" y="2419"/>
                    </a:cubicBezTo>
                    <a:cubicBezTo>
                      <a:pt x="74" y="2420"/>
                      <a:pt x="73" y="2421"/>
                      <a:pt x="72" y="2422"/>
                    </a:cubicBezTo>
                    <a:cubicBezTo>
                      <a:pt x="70" y="2423"/>
                      <a:pt x="70" y="2426"/>
                      <a:pt x="70" y="2428"/>
                    </a:cubicBezTo>
                    <a:cubicBezTo>
                      <a:pt x="69" y="2430"/>
                      <a:pt x="69" y="2432"/>
                      <a:pt x="69" y="2435"/>
                    </a:cubicBezTo>
                    <a:cubicBezTo>
                      <a:pt x="69" y="2437"/>
                      <a:pt x="69" y="2440"/>
                      <a:pt x="69" y="2442"/>
                    </a:cubicBezTo>
                    <a:cubicBezTo>
                      <a:pt x="70" y="2444"/>
                      <a:pt x="71" y="2446"/>
                      <a:pt x="73" y="2448"/>
                    </a:cubicBezTo>
                    <a:cubicBezTo>
                      <a:pt x="75" y="2449"/>
                      <a:pt x="77" y="2452"/>
                      <a:pt x="80" y="2451"/>
                    </a:cubicBezTo>
                    <a:cubicBezTo>
                      <a:pt x="83" y="2451"/>
                      <a:pt x="85" y="2448"/>
                      <a:pt x="89" y="2448"/>
                    </a:cubicBezTo>
                    <a:cubicBezTo>
                      <a:pt x="92" y="2448"/>
                      <a:pt x="95" y="2449"/>
                      <a:pt x="98" y="2450"/>
                    </a:cubicBezTo>
                    <a:cubicBezTo>
                      <a:pt x="101" y="2450"/>
                      <a:pt x="103" y="2449"/>
                      <a:pt x="106" y="2450"/>
                    </a:cubicBezTo>
                    <a:cubicBezTo>
                      <a:pt x="109" y="2450"/>
                      <a:pt x="111" y="2451"/>
                      <a:pt x="114" y="2452"/>
                    </a:cubicBezTo>
                    <a:cubicBezTo>
                      <a:pt x="116" y="2452"/>
                      <a:pt x="120" y="2452"/>
                      <a:pt x="121" y="2454"/>
                    </a:cubicBezTo>
                    <a:cubicBezTo>
                      <a:pt x="122" y="2455"/>
                      <a:pt x="122" y="2457"/>
                      <a:pt x="121" y="2458"/>
                    </a:cubicBezTo>
                    <a:cubicBezTo>
                      <a:pt x="120" y="2458"/>
                      <a:pt x="119" y="2458"/>
                      <a:pt x="118" y="2458"/>
                    </a:cubicBezTo>
                    <a:cubicBezTo>
                      <a:pt x="116" y="2458"/>
                      <a:pt x="115" y="2458"/>
                      <a:pt x="113" y="2457"/>
                    </a:cubicBezTo>
                    <a:cubicBezTo>
                      <a:pt x="109" y="2457"/>
                      <a:pt x="104" y="2457"/>
                      <a:pt x="100" y="2457"/>
                    </a:cubicBezTo>
                    <a:cubicBezTo>
                      <a:pt x="96" y="2458"/>
                      <a:pt x="93" y="2458"/>
                      <a:pt x="89" y="2457"/>
                    </a:cubicBezTo>
                    <a:cubicBezTo>
                      <a:pt x="85" y="2457"/>
                      <a:pt x="81" y="2457"/>
                      <a:pt x="78" y="2457"/>
                    </a:cubicBezTo>
                    <a:cubicBezTo>
                      <a:pt x="75" y="2457"/>
                      <a:pt x="72" y="2456"/>
                      <a:pt x="70" y="2457"/>
                    </a:cubicBezTo>
                    <a:cubicBezTo>
                      <a:pt x="69" y="2457"/>
                      <a:pt x="66" y="2458"/>
                      <a:pt x="67" y="2459"/>
                    </a:cubicBezTo>
                    <a:cubicBezTo>
                      <a:pt x="68" y="2460"/>
                      <a:pt x="69" y="2460"/>
                      <a:pt x="70" y="2460"/>
                    </a:cubicBezTo>
                    <a:cubicBezTo>
                      <a:pt x="71" y="2460"/>
                      <a:pt x="73" y="2460"/>
                      <a:pt x="74" y="2460"/>
                    </a:cubicBezTo>
                    <a:cubicBezTo>
                      <a:pt x="79" y="2460"/>
                      <a:pt x="83" y="2460"/>
                      <a:pt x="87" y="2460"/>
                    </a:cubicBezTo>
                    <a:cubicBezTo>
                      <a:pt x="92" y="2461"/>
                      <a:pt x="96" y="2460"/>
                      <a:pt x="100" y="2460"/>
                    </a:cubicBezTo>
                    <a:cubicBezTo>
                      <a:pt x="106" y="2460"/>
                      <a:pt x="112" y="2460"/>
                      <a:pt x="117" y="2463"/>
                    </a:cubicBezTo>
                    <a:cubicBezTo>
                      <a:pt x="120" y="2464"/>
                      <a:pt x="126" y="2467"/>
                      <a:pt x="126" y="2471"/>
                    </a:cubicBezTo>
                    <a:cubicBezTo>
                      <a:pt x="125" y="2474"/>
                      <a:pt x="122" y="2474"/>
                      <a:pt x="120" y="2473"/>
                    </a:cubicBezTo>
                    <a:cubicBezTo>
                      <a:pt x="117" y="2471"/>
                      <a:pt x="116" y="2469"/>
                      <a:pt x="114" y="2466"/>
                    </a:cubicBezTo>
                    <a:cubicBezTo>
                      <a:pt x="111" y="2464"/>
                      <a:pt x="108" y="2463"/>
                      <a:pt x="105" y="2463"/>
                    </a:cubicBezTo>
                    <a:cubicBezTo>
                      <a:pt x="102" y="2462"/>
                      <a:pt x="99" y="2462"/>
                      <a:pt x="97" y="2463"/>
                    </a:cubicBezTo>
                    <a:cubicBezTo>
                      <a:pt x="96" y="2463"/>
                      <a:pt x="93" y="2464"/>
                      <a:pt x="93" y="2465"/>
                    </a:cubicBezTo>
                    <a:cubicBezTo>
                      <a:pt x="93" y="2466"/>
                      <a:pt x="95" y="2467"/>
                      <a:pt x="95" y="2467"/>
                    </a:cubicBezTo>
                    <a:cubicBezTo>
                      <a:pt x="97" y="2468"/>
                      <a:pt x="98" y="2469"/>
                      <a:pt x="100" y="2470"/>
                    </a:cubicBezTo>
                    <a:cubicBezTo>
                      <a:pt x="103" y="2471"/>
                      <a:pt x="106" y="2472"/>
                      <a:pt x="109" y="2473"/>
                    </a:cubicBezTo>
                    <a:cubicBezTo>
                      <a:pt x="111" y="2474"/>
                      <a:pt x="113" y="2476"/>
                      <a:pt x="110" y="2478"/>
                    </a:cubicBezTo>
                    <a:cubicBezTo>
                      <a:pt x="107" y="2479"/>
                      <a:pt x="103" y="2477"/>
                      <a:pt x="100" y="2476"/>
                    </a:cubicBezTo>
                    <a:cubicBezTo>
                      <a:pt x="98" y="2474"/>
                      <a:pt x="95" y="2472"/>
                      <a:pt x="92" y="2474"/>
                    </a:cubicBezTo>
                    <a:cubicBezTo>
                      <a:pt x="90" y="2474"/>
                      <a:pt x="90" y="2476"/>
                      <a:pt x="90" y="2478"/>
                    </a:cubicBezTo>
                    <a:cubicBezTo>
                      <a:pt x="91" y="2481"/>
                      <a:pt x="92" y="2484"/>
                      <a:pt x="94" y="2485"/>
                    </a:cubicBezTo>
                    <a:cubicBezTo>
                      <a:pt x="97" y="2487"/>
                      <a:pt x="100" y="2487"/>
                      <a:pt x="103" y="2488"/>
                    </a:cubicBezTo>
                    <a:cubicBezTo>
                      <a:pt x="105" y="2489"/>
                      <a:pt x="106" y="2491"/>
                      <a:pt x="108" y="2492"/>
                    </a:cubicBezTo>
                    <a:cubicBezTo>
                      <a:pt x="111" y="2494"/>
                      <a:pt x="114" y="2494"/>
                      <a:pt x="116" y="2494"/>
                    </a:cubicBezTo>
                    <a:cubicBezTo>
                      <a:pt x="119" y="2495"/>
                      <a:pt x="121" y="2495"/>
                      <a:pt x="124" y="2496"/>
                    </a:cubicBezTo>
                    <a:cubicBezTo>
                      <a:pt x="125" y="2497"/>
                      <a:pt x="126" y="2497"/>
                      <a:pt x="126" y="2498"/>
                    </a:cubicBezTo>
                    <a:cubicBezTo>
                      <a:pt x="126" y="2499"/>
                      <a:pt x="127" y="2500"/>
                      <a:pt x="128" y="2501"/>
                    </a:cubicBezTo>
                    <a:cubicBezTo>
                      <a:pt x="129" y="2502"/>
                      <a:pt x="131" y="2504"/>
                      <a:pt x="134" y="2505"/>
                    </a:cubicBezTo>
                    <a:cubicBezTo>
                      <a:pt x="135" y="2505"/>
                      <a:pt x="136" y="2505"/>
                      <a:pt x="138" y="2505"/>
                    </a:cubicBezTo>
                    <a:cubicBezTo>
                      <a:pt x="140" y="2504"/>
                      <a:pt x="141" y="2502"/>
                      <a:pt x="143" y="2501"/>
                    </a:cubicBezTo>
                    <a:cubicBezTo>
                      <a:pt x="145" y="2500"/>
                      <a:pt x="147" y="2499"/>
                      <a:pt x="149" y="2499"/>
                    </a:cubicBezTo>
                    <a:cubicBezTo>
                      <a:pt x="157" y="2496"/>
                      <a:pt x="168" y="2497"/>
                      <a:pt x="171" y="2506"/>
                    </a:cubicBezTo>
                    <a:cubicBezTo>
                      <a:pt x="172" y="2507"/>
                      <a:pt x="172" y="2508"/>
                      <a:pt x="171" y="2508"/>
                    </a:cubicBezTo>
                    <a:cubicBezTo>
                      <a:pt x="171" y="2508"/>
                      <a:pt x="170" y="2507"/>
                      <a:pt x="170" y="2507"/>
                    </a:cubicBezTo>
                    <a:cubicBezTo>
                      <a:pt x="169" y="2506"/>
                      <a:pt x="169" y="2506"/>
                      <a:pt x="168" y="2505"/>
                    </a:cubicBezTo>
                    <a:cubicBezTo>
                      <a:pt x="165" y="2503"/>
                      <a:pt x="161" y="2499"/>
                      <a:pt x="158" y="2500"/>
                    </a:cubicBezTo>
                    <a:cubicBezTo>
                      <a:pt x="156" y="2501"/>
                      <a:pt x="155" y="2502"/>
                      <a:pt x="154" y="2503"/>
                    </a:cubicBezTo>
                    <a:cubicBezTo>
                      <a:pt x="152" y="2505"/>
                      <a:pt x="151" y="2506"/>
                      <a:pt x="149" y="2507"/>
                    </a:cubicBezTo>
                    <a:cubicBezTo>
                      <a:pt x="146" y="2509"/>
                      <a:pt x="142" y="2509"/>
                      <a:pt x="138" y="2508"/>
                    </a:cubicBezTo>
                    <a:cubicBezTo>
                      <a:pt x="135" y="2508"/>
                      <a:pt x="132" y="2508"/>
                      <a:pt x="129" y="2508"/>
                    </a:cubicBezTo>
                    <a:cubicBezTo>
                      <a:pt x="127" y="2508"/>
                      <a:pt x="126" y="2507"/>
                      <a:pt x="124" y="2507"/>
                    </a:cubicBezTo>
                    <a:cubicBezTo>
                      <a:pt x="123" y="2507"/>
                      <a:pt x="122" y="2506"/>
                      <a:pt x="122" y="2505"/>
                    </a:cubicBezTo>
                    <a:cubicBezTo>
                      <a:pt x="121" y="2503"/>
                      <a:pt x="121" y="2501"/>
                      <a:pt x="120" y="2500"/>
                    </a:cubicBezTo>
                    <a:cubicBezTo>
                      <a:pt x="119" y="2499"/>
                      <a:pt x="118" y="2497"/>
                      <a:pt x="116" y="2497"/>
                    </a:cubicBezTo>
                    <a:cubicBezTo>
                      <a:pt x="114" y="2496"/>
                      <a:pt x="111" y="2498"/>
                      <a:pt x="108" y="2498"/>
                    </a:cubicBezTo>
                    <a:cubicBezTo>
                      <a:pt x="105" y="2498"/>
                      <a:pt x="103" y="2496"/>
                      <a:pt x="100" y="2495"/>
                    </a:cubicBezTo>
                    <a:cubicBezTo>
                      <a:pt x="98" y="2494"/>
                      <a:pt x="95" y="2495"/>
                      <a:pt x="93" y="2496"/>
                    </a:cubicBezTo>
                    <a:cubicBezTo>
                      <a:pt x="91" y="2497"/>
                      <a:pt x="89" y="2499"/>
                      <a:pt x="86" y="2499"/>
                    </a:cubicBezTo>
                    <a:cubicBezTo>
                      <a:pt x="85" y="2499"/>
                      <a:pt x="84" y="2499"/>
                      <a:pt x="83" y="2499"/>
                    </a:cubicBezTo>
                    <a:cubicBezTo>
                      <a:pt x="81" y="2499"/>
                      <a:pt x="79" y="2499"/>
                      <a:pt x="77" y="2499"/>
                    </a:cubicBezTo>
                    <a:cubicBezTo>
                      <a:pt x="72" y="2498"/>
                      <a:pt x="68" y="2499"/>
                      <a:pt x="63" y="2499"/>
                    </a:cubicBezTo>
                    <a:cubicBezTo>
                      <a:pt x="61" y="2499"/>
                      <a:pt x="59" y="2500"/>
                      <a:pt x="59" y="2503"/>
                    </a:cubicBezTo>
                    <a:cubicBezTo>
                      <a:pt x="58" y="2511"/>
                      <a:pt x="69" y="2505"/>
                      <a:pt x="73" y="2505"/>
                    </a:cubicBezTo>
                    <a:cubicBezTo>
                      <a:pt x="76" y="2505"/>
                      <a:pt x="75" y="2508"/>
                      <a:pt x="74" y="2509"/>
                    </a:cubicBezTo>
                    <a:cubicBezTo>
                      <a:pt x="72" y="2511"/>
                      <a:pt x="71" y="2512"/>
                      <a:pt x="69" y="2511"/>
                    </a:cubicBezTo>
                    <a:cubicBezTo>
                      <a:pt x="67" y="2511"/>
                      <a:pt x="65" y="2510"/>
                      <a:pt x="63" y="2511"/>
                    </a:cubicBezTo>
                    <a:cubicBezTo>
                      <a:pt x="61" y="2513"/>
                      <a:pt x="62" y="2515"/>
                      <a:pt x="63" y="2517"/>
                    </a:cubicBezTo>
                    <a:cubicBezTo>
                      <a:pt x="64" y="2519"/>
                      <a:pt x="64" y="2520"/>
                      <a:pt x="65" y="2523"/>
                    </a:cubicBezTo>
                    <a:cubicBezTo>
                      <a:pt x="66" y="2525"/>
                      <a:pt x="67" y="2529"/>
                      <a:pt x="70" y="2530"/>
                    </a:cubicBezTo>
                    <a:cubicBezTo>
                      <a:pt x="72" y="2530"/>
                      <a:pt x="74" y="2529"/>
                      <a:pt x="75" y="2528"/>
                    </a:cubicBezTo>
                    <a:cubicBezTo>
                      <a:pt x="77" y="2527"/>
                      <a:pt x="79" y="2525"/>
                      <a:pt x="80" y="2524"/>
                    </a:cubicBezTo>
                    <a:cubicBezTo>
                      <a:pt x="84" y="2522"/>
                      <a:pt x="88" y="2522"/>
                      <a:pt x="92" y="2522"/>
                    </a:cubicBezTo>
                    <a:cubicBezTo>
                      <a:pt x="97" y="2522"/>
                      <a:pt x="102" y="2522"/>
                      <a:pt x="107" y="2522"/>
                    </a:cubicBezTo>
                    <a:cubicBezTo>
                      <a:pt x="111" y="2522"/>
                      <a:pt x="116" y="2522"/>
                      <a:pt x="121" y="2522"/>
                    </a:cubicBezTo>
                    <a:cubicBezTo>
                      <a:pt x="123" y="2523"/>
                      <a:pt x="126" y="2523"/>
                      <a:pt x="128" y="2524"/>
                    </a:cubicBezTo>
                    <a:cubicBezTo>
                      <a:pt x="132" y="2526"/>
                      <a:pt x="136" y="2528"/>
                      <a:pt x="140" y="2529"/>
                    </a:cubicBezTo>
                    <a:cubicBezTo>
                      <a:pt x="142" y="2530"/>
                      <a:pt x="144" y="2531"/>
                      <a:pt x="145" y="2531"/>
                    </a:cubicBezTo>
                    <a:cubicBezTo>
                      <a:pt x="146" y="2532"/>
                      <a:pt x="147" y="2532"/>
                      <a:pt x="146" y="2533"/>
                    </a:cubicBezTo>
                    <a:cubicBezTo>
                      <a:pt x="145" y="2533"/>
                      <a:pt x="143" y="2532"/>
                      <a:pt x="143" y="2532"/>
                    </a:cubicBezTo>
                    <a:cubicBezTo>
                      <a:pt x="141" y="2531"/>
                      <a:pt x="139" y="2530"/>
                      <a:pt x="137" y="2530"/>
                    </a:cubicBezTo>
                    <a:cubicBezTo>
                      <a:pt x="134" y="2528"/>
                      <a:pt x="130" y="2527"/>
                      <a:pt x="126" y="2527"/>
                    </a:cubicBezTo>
                    <a:cubicBezTo>
                      <a:pt x="123" y="2527"/>
                      <a:pt x="119" y="2526"/>
                      <a:pt x="116" y="2526"/>
                    </a:cubicBezTo>
                    <a:cubicBezTo>
                      <a:pt x="113" y="2525"/>
                      <a:pt x="110" y="2524"/>
                      <a:pt x="107" y="2525"/>
                    </a:cubicBezTo>
                    <a:cubicBezTo>
                      <a:pt x="105" y="2525"/>
                      <a:pt x="102" y="2526"/>
                      <a:pt x="100" y="2527"/>
                    </a:cubicBezTo>
                    <a:cubicBezTo>
                      <a:pt x="99" y="2528"/>
                      <a:pt x="99" y="2529"/>
                      <a:pt x="98" y="2530"/>
                    </a:cubicBezTo>
                    <a:cubicBezTo>
                      <a:pt x="98" y="2532"/>
                      <a:pt x="96" y="2533"/>
                      <a:pt x="95" y="2532"/>
                    </a:cubicBezTo>
                    <a:cubicBezTo>
                      <a:pt x="93" y="2531"/>
                      <a:pt x="93" y="2529"/>
                      <a:pt x="91" y="2528"/>
                    </a:cubicBezTo>
                    <a:cubicBezTo>
                      <a:pt x="89" y="2526"/>
                      <a:pt x="86" y="2526"/>
                      <a:pt x="83" y="2528"/>
                    </a:cubicBezTo>
                    <a:cubicBezTo>
                      <a:pt x="82" y="2529"/>
                      <a:pt x="82" y="2530"/>
                      <a:pt x="81" y="2531"/>
                    </a:cubicBezTo>
                    <a:cubicBezTo>
                      <a:pt x="81" y="2532"/>
                      <a:pt x="81" y="2533"/>
                      <a:pt x="80" y="2534"/>
                    </a:cubicBezTo>
                    <a:cubicBezTo>
                      <a:pt x="79" y="2535"/>
                      <a:pt x="77" y="2534"/>
                      <a:pt x="76" y="2533"/>
                    </a:cubicBezTo>
                    <a:cubicBezTo>
                      <a:pt x="75" y="2533"/>
                      <a:pt x="74" y="2533"/>
                      <a:pt x="73" y="2534"/>
                    </a:cubicBezTo>
                    <a:cubicBezTo>
                      <a:pt x="71" y="2535"/>
                      <a:pt x="69" y="2536"/>
                      <a:pt x="66" y="2536"/>
                    </a:cubicBezTo>
                    <a:cubicBezTo>
                      <a:pt x="64" y="2536"/>
                      <a:pt x="61" y="2537"/>
                      <a:pt x="59" y="2537"/>
                    </a:cubicBezTo>
                    <a:cubicBezTo>
                      <a:pt x="57" y="2537"/>
                      <a:pt x="54" y="2536"/>
                      <a:pt x="52" y="2536"/>
                    </a:cubicBezTo>
                    <a:cubicBezTo>
                      <a:pt x="50" y="2536"/>
                      <a:pt x="48" y="2538"/>
                      <a:pt x="48" y="2540"/>
                    </a:cubicBezTo>
                    <a:cubicBezTo>
                      <a:pt x="47" y="2543"/>
                      <a:pt x="50" y="2543"/>
                      <a:pt x="52" y="2545"/>
                    </a:cubicBezTo>
                    <a:cubicBezTo>
                      <a:pt x="54" y="2546"/>
                      <a:pt x="54" y="2548"/>
                      <a:pt x="56" y="2549"/>
                    </a:cubicBezTo>
                    <a:cubicBezTo>
                      <a:pt x="57" y="2550"/>
                      <a:pt x="58" y="2550"/>
                      <a:pt x="60" y="2550"/>
                    </a:cubicBezTo>
                    <a:cubicBezTo>
                      <a:pt x="60" y="2550"/>
                      <a:pt x="62" y="2551"/>
                      <a:pt x="62" y="2552"/>
                    </a:cubicBezTo>
                    <a:cubicBezTo>
                      <a:pt x="62" y="2553"/>
                      <a:pt x="61" y="2553"/>
                      <a:pt x="60" y="2553"/>
                    </a:cubicBezTo>
                    <a:cubicBezTo>
                      <a:pt x="58" y="2553"/>
                      <a:pt x="51" y="2553"/>
                      <a:pt x="55" y="2556"/>
                    </a:cubicBezTo>
                    <a:cubicBezTo>
                      <a:pt x="58" y="2558"/>
                      <a:pt x="60" y="2558"/>
                      <a:pt x="63" y="2557"/>
                    </a:cubicBezTo>
                    <a:cubicBezTo>
                      <a:pt x="67" y="2557"/>
                      <a:pt x="71" y="2558"/>
                      <a:pt x="74" y="2558"/>
                    </a:cubicBezTo>
                    <a:cubicBezTo>
                      <a:pt x="77" y="2559"/>
                      <a:pt x="80" y="2560"/>
                      <a:pt x="82" y="2561"/>
                    </a:cubicBezTo>
                    <a:cubicBezTo>
                      <a:pt x="85" y="2563"/>
                      <a:pt x="92" y="2567"/>
                      <a:pt x="89" y="2570"/>
                    </a:cubicBezTo>
                    <a:cubicBezTo>
                      <a:pt x="87" y="2572"/>
                      <a:pt x="85" y="2573"/>
                      <a:pt x="83" y="2572"/>
                    </a:cubicBezTo>
                    <a:cubicBezTo>
                      <a:pt x="80" y="2571"/>
                      <a:pt x="79" y="2568"/>
                      <a:pt x="79" y="2565"/>
                    </a:cubicBezTo>
                    <a:cubicBezTo>
                      <a:pt x="77" y="2561"/>
                      <a:pt x="74" y="2559"/>
                      <a:pt x="71" y="2559"/>
                    </a:cubicBezTo>
                    <a:cubicBezTo>
                      <a:pt x="68" y="2559"/>
                      <a:pt x="65" y="2560"/>
                      <a:pt x="63" y="2562"/>
                    </a:cubicBezTo>
                    <a:cubicBezTo>
                      <a:pt x="61" y="2563"/>
                      <a:pt x="60" y="2565"/>
                      <a:pt x="60" y="2568"/>
                    </a:cubicBezTo>
                    <a:cubicBezTo>
                      <a:pt x="60" y="2571"/>
                      <a:pt x="63" y="2572"/>
                      <a:pt x="65" y="2573"/>
                    </a:cubicBezTo>
                    <a:cubicBezTo>
                      <a:pt x="67" y="2574"/>
                      <a:pt x="69" y="2575"/>
                      <a:pt x="71" y="2575"/>
                    </a:cubicBezTo>
                    <a:cubicBezTo>
                      <a:pt x="72" y="2575"/>
                      <a:pt x="73" y="2574"/>
                      <a:pt x="75" y="2574"/>
                    </a:cubicBezTo>
                    <a:cubicBezTo>
                      <a:pt x="77" y="2573"/>
                      <a:pt x="81" y="2576"/>
                      <a:pt x="80" y="2579"/>
                    </a:cubicBezTo>
                    <a:cubicBezTo>
                      <a:pt x="79" y="2581"/>
                      <a:pt x="74" y="2580"/>
                      <a:pt x="74" y="2583"/>
                    </a:cubicBezTo>
                    <a:cubicBezTo>
                      <a:pt x="74" y="2587"/>
                      <a:pt x="77" y="2589"/>
                      <a:pt x="80" y="2588"/>
                    </a:cubicBezTo>
                    <a:cubicBezTo>
                      <a:pt x="84" y="2587"/>
                      <a:pt x="88" y="2585"/>
                      <a:pt x="91" y="2588"/>
                    </a:cubicBezTo>
                    <a:cubicBezTo>
                      <a:pt x="94" y="2590"/>
                      <a:pt x="94" y="2594"/>
                      <a:pt x="95" y="2597"/>
                    </a:cubicBezTo>
                    <a:cubicBezTo>
                      <a:pt x="98" y="2601"/>
                      <a:pt x="102" y="2603"/>
                      <a:pt x="107" y="2602"/>
                    </a:cubicBezTo>
                    <a:cubicBezTo>
                      <a:pt x="111" y="2601"/>
                      <a:pt x="114" y="2598"/>
                      <a:pt x="117" y="2595"/>
                    </a:cubicBezTo>
                    <a:cubicBezTo>
                      <a:pt x="119" y="2593"/>
                      <a:pt x="122" y="2592"/>
                      <a:pt x="124" y="2590"/>
                    </a:cubicBezTo>
                    <a:cubicBezTo>
                      <a:pt x="126" y="2590"/>
                      <a:pt x="127" y="2589"/>
                      <a:pt x="129" y="2589"/>
                    </a:cubicBezTo>
                    <a:cubicBezTo>
                      <a:pt x="131" y="2589"/>
                      <a:pt x="133" y="2589"/>
                      <a:pt x="135" y="2589"/>
                    </a:cubicBezTo>
                    <a:cubicBezTo>
                      <a:pt x="137" y="2590"/>
                      <a:pt x="139" y="2590"/>
                      <a:pt x="141" y="2589"/>
                    </a:cubicBezTo>
                    <a:cubicBezTo>
                      <a:pt x="143" y="2589"/>
                      <a:pt x="145" y="2587"/>
                      <a:pt x="146" y="2586"/>
                    </a:cubicBezTo>
                    <a:cubicBezTo>
                      <a:pt x="148" y="2584"/>
                      <a:pt x="150" y="2583"/>
                      <a:pt x="152" y="2581"/>
                    </a:cubicBezTo>
                    <a:cubicBezTo>
                      <a:pt x="153" y="2580"/>
                      <a:pt x="155" y="2579"/>
                      <a:pt x="157" y="2578"/>
                    </a:cubicBezTo>
                    <a:cubicBezTo>
                      <a:pt x="158" y="2576"/>
                      <a:pt x="158" y="2575"/>
                      <a:pt x="157" y="2573"/>
                    </a:cubicBezTo>
                    <a:cubicBezTo>
                      <a:pt x="157" y="2572"/>
                      <a:pt x="156" y="2570"/>
                      <a:pt x="157" y="2569"/>
                    </a:cubicBezTo>
                    <a:cubicBezTo>
                      <a:pt x="158" y="2568"/>
                      <a:pt x="160" y="2569"/>
                      <a:pt x="161" y="2570"/>
                    </a:cubicBezTo>
                    <a:cubicBezTo>
                      <a:pt x="163" y="2572"/>
                      <a:pt x="163" y="2575"/>
                      <a:pt x="163" y="2577"/>
                    </a:cubicBezTo>
                    <a:cubicBezTo>
                      <a:pt x="163" y="2580"/>
                      <a:pt x="160" y="2587"/>
                      <a:pt x="164" y="2588"/>
                    </a:cubicBezTo>
                    <a:cubicBezTo>
                      <a:pt x="166" y="2589"/>
                      <a:pt x="168" y="2589"/>
                      <a:pt x="170" y="2589"/>
                    </a:cubicBezTo>
                    <a:cubicBezTo>
                      <a:pt x="171" y="2589"/>
                      <a:pt x="173" y="2590"/>
                      <a:pt x="174" y="2590"/>
                    </a:cubicBezTo>
                    <a:cubicBezTo>
                      <a:pt x="177" y="2590"/>
                      <a:pt x="179" y="2588"/>
                      <a:pt x="181" y="2587"/>
                    </a:cubicBezTo>
                    <a:cubicBezTo>
                      <a:pt x="185" y="2585"/>
                      <a:pt x="188" y="2581"/>
                      <a:pt x="192" y="2580"/>
                    </a:cubicBezTo>
                    <a:cubicBezTo>
                      <a:pt x="194" y="2580"/>
                      <a:pt x="195" y="2580"/>
                      <a:pt x="195" y="2582"/>
                    </a:cubicBezTo>
                    <a:cubicBezTo>
                      <a:pt x="195" y="2584"/>
                      <a:pt x="193" y="2585"/>
                      <a:pt x="192" y="2586"/>
                    </a:cubicBezTo>
                    <a:cubicBezTo>
                      <a:pt x="190" y="2587"/>
                      <a:pt x="183" y="2590"/>
                      <a:pt x="187" y="2592"/>
                    </a:cubicBezTo>
                    <a:cubicBezTo>
                      <a:pt x="191" y="2594"/>
                      <a:pt x="195" y="2594"/>
                      <a:pt x="198" y="2592"/>
                    </a:cubicBezTo>
                    <a:cubicBezTo>
                      <a:pt x="201" y="2592"/>
                      <a:pt x="203" y="2592"/>
                      <a:pt x="206" y="2592"/>
                    </a:cubicBezTo>
                    <a:cubicBezTo>
                      <a:pt x="210" y="2593"/>
                      <a:pt x="213" y="2595"/>
                      <a:pt x="214" y="2599"/>
                    </a:cubicBezTo>
                    <a:cubicBezTo>
                      <a:pt x="215" y="2602"/>
                      <a:pt x="216" y="2604"/>
                      <a:pt x="219" y="2605"/>
                    </a:cubicBezTo>
                    <a:cubicBezTo>
                      <a:pt x="222" y="2606"/>
                      <a:pt x="225" y="2607"/>
                      <a:pt x="228" y="2609"/>
                    </a:cubicBezTo>
                    <a:cubicBezTo>
                      <a:pt x="230" y="2610"/>
                      <a:pt x="230" y="2611"/>
                      <a:pt x="232" y="2611"/>
                    </a:cubicBezTo>
                    <a:cubicBezTo>
                      <a:pt x="233" y="2612"/>
                      <a:pt x="235" y="2613"/>
                      <a:pt x="237" y="2613"/>
                    </a:cubicBezTo>
                    <a:cubicBezTo>
                      <a:pt x="239" y="2614"/>
                      <a:pt x="241" y="2614"/>
                      <a:pt x="243" y="2614"/>
                    </a:cubicBezTo>
                    <a:cubicBezTo>
                      <a:pt x="245" y="2614"/>
                      <a:pt x="245" y="2613"/>
                      <a:pt x="245" y="2612"/>
                    </a:cubicBezTo>
                    <a:cubicBezTo>
                      <a:pt x="247" y="2608"/>
                      <a:pt x="251" y="2608"/>
                      <a:pt x="254" y="2605"/>
                    </a:cubicBezTo>
                    <a:cubicBezTo>
                      <a:pt x="257" y="2603"/>
                      <a:pt x="258" y="2600"/>
                      <a:pt x="257" y="2596"/>
                    </a:cubicBezTo>
                    <a:cubicBezTo>
                      <a:pt x="257" y="2594"/>
                      <a:pt x="256" y="2592"/>
                      <a:pt x="256" y="2589"/>
                    </a:cubicBezTo>
                    <a:cubicBezTo>
                      <a:pt x="256" y="2587"/>
                      <a:pt x="256" y="2585"/>
                      <a:pt x="257" y="2583"/>
                    </a:cubicBezTo>
                    <a:cubicBezTo>
                      <a:pt x="257" y="2582"/>
                      <a:pt x="257" y="2580"/>
                      <a:pt x="257" y="2579"/>
                    </a:cubicBezTo>
                    <a:cubicBezTo>
                      <a:pt x="258" y="2578"/>
                      <a:pt x="259" y="2576"/>
                      <a:pt x="259" y="2575"/>
                    </a:cubicBezTo>
                    <a:cubicBezTo>
                      <a:pt x="260" y="2574"/>
                      <a:pt x="262" y="2566"/>
                      <a:pt x="264" y="2569"/>
                    </a:cubicBezTo>
                    <a:cubicBezTo>
                      <a:pt x="266" y="2571"/>
                      <a:pt x="265" y="2575"/>
                      <a:pt x="265" y="2577"/>
                    </a:cubicBezTo>
                    <a:cubicBezTo>
                      <a:pt x="265" y="2578"/>
                      <a:pt x="265" y="2581"/>
                      <a:pt x="267" y="2579"/>
                    </a:cubicBezTo>
                    <a:cubicBezTo>
                      <a:pt x="269" y="2577"/>
                      <a:pt x="271" y="2575"/>
                      <a:pt x="273" y="2572"/>
                    </a:cubicBezTo>
                    <a:cubicBezTo>
                      <a:pt x="275" y="2570"/>
                      <a:pt x="277" y="2568"/>
                      <a:pt x="279" y="2566"/>
                    </a:cubicBezTo>
                    <a:cubicBezTo>
                      <a:pt x="282" y="2563"/>
                      <a:pt x="284" y="2559"/>
                      <a:pt x="286" y="2554"/>
                    </a:cubicBezTo>
                    <a:cubicBezTo>
                      <a:pt x="287" y="2553"/>
                      <a:pt x="292" y="2544"/>
                      <a:pt x="294" y="2545"/>
                    </a:cubicBezTo>
                    <a:cubicBezTo>
                      <a:pt x="295" y="2546"/>
                      <a:pt x="294" y="2551"/>
                      <a:pt x="293" y="2552"/>
                    </a:cubicBezTo>
                    <a:cubicBezTo>
                      <a:pt x="293" y="2555"/>
                      <a:pt x="293" y="2557"/>
                      <a:pt x="291" y="2560"/>
                    </a:cubicBezTo>
                    <a:cubicBezTo>
                      <a:pt x="290" y="2561"/>
                      <a:pt x="289" y="2563"/>
                      <a:pt x="288" y="2564"/>
                    </a:cubicBezTo>
                    <a:cubicBezTo>
                      <a:pt x="286" y="2566"/>
                      <a:pt x="286" y="2568"/>
                      <a:pt x="285" y="2570"/>
                    </a:cubicBezTo>
                    <a:cubicBezTo>
                      <a:pt x="283" y="2574"/>
                      <a:pt x="280" y="2577"/>
                      <a:pt x="276" y="2579"/>
                    </a:cubicBezTo>
                    <a:cubicBezTo>
                      <a:pt x="273" y="2581"/>
                      <a:pt x="272" y="2583"/>
                      <a:pt x="270" y="2586"/>
                    </a:cubicBezTo>
                    <a:cubicBezTo>
                      <a:pt x="269" y="2588"/>
                      <a:pt x="268" y="2591"/>
                      <a:pt x="270" y="2593"/>
                    </a:cubicBezTo>
                    <a:cubicBezTo>
                      <a:pt x="272" y="2595"/>
                      <a:pt x="275" y="2596"/>
                      <a:pt x="278" y="2599"/>
                    </a:cubicBezTo>
                    <a:cubicBezTo>
                      <a:pt x="279" y="2600"/>
                      <a:pt x="280" y="2600"/>
                      <a:pt x="281" y="2601"/>
                    </a:cubicBezTo>
                    <a:cubicBezTo>
                      <a:pt x="283" y="2601"/>
                      <a:pt x="284" y="2601"/>
                      <a:pt x="286" y="2602"/>
                    </a:cubicBezTo>
                    <a:cubicBezTo>
                      <a:pt x="288" y="2602"/>
                      <a:pt x="289" y="2603"/>
                      <a:pt x="291" y="2603"/>
                    </a:cubicBezTo>
                    <a:cubicBezTo>
                      <a:pt x="293" y="2603"/>
                      <a:pt x="295" y="2603"/>
                      <a:pt x="298" y="2603"/>
                    </a:cubicBezTo>
                    <a:cubicBezTo>
                      <a:pt x="301" y="2603"/>
                      <a:pt x="303" y="2605"/>
                      <a:pt x="304" y="2608"/>
                    </a:cubicBezTo>
                    <a:cubicBezTo>
                      <a:pt x="305" y="2609"/>
                      <a:pt x="306" y="2609"/>
                      <a:pt x="307" y="2609"/>
                    </a:cubicBezTo>
                    <a:cubicBezTo>
                      <a:pt x="309" y="2609"/>
                      <a:pt x="310" y="2610"/>
                      <a:pt x="312" y="2610"/>
                    </a:cubicBezTo>
                    <a:cubicBezTo>
                      <a:pt x="312" y="2610"/>
                      <a:pt x="313" y="2610"/>
                      <a:pt x="314" y="2610"/>
                    </a:cubicBezTo>
                    <a:cubicBezTo>
                      <a:pt x="315" y="2610"/>
                      <a:pt x="316" y="2610"/>
                      <a:pt x="318" y="2610"/>
                    </a:cubicBezTo>
                    <a:cubicBezTo>
                      <a:pt x="319" y="2610"/>
                      <a:pt x="320" y="2610"/>
                      <a:pt x="321" y="2610"/>
                    </a:cubicBezTo>
                    <a:cubicBezTo>
                      <a:pt x="322" y="2610"/>
                      <a:pt x="324" y="2609"/>
                      <a:pt x="325" y="2608"/>
                    </a:cubicBezTo>
                    <a:cubicBezTo>
                      <a:pt x="325" y="2607"/>
                      <a:pt x="326" y="2607"/>
                      <a:pt x="327" y="2606"/>
                    </a:cubicBezTo>
                    <a:cubicBezTo>
                      <a:pt x="330" y="2604"/>
                      <a:pt x="333" y="2602"/>
                      <a:pt x="335" y="2601"/>
                    </a:cubicBezTo>
                    <a:cubicBezTo>
                      <a:pt x="337" y="2600"/>
                      <a:pt x="338" y="2599"/>
                      <a:pt x="339" y="2597"/>
                    </a:cubicBezTo>
                    <a:cubicBezTo>
                      <a:pt x="339" y="2597"/>
                      <a:pt x="340" y="2595"/>
                      <a:pt x="341" y="2596"/>
                    </a:cubicBezTo>
                    <a:cubicBezTo>
                      <a:pt x="342" y="2596"/>
                      <a:pt x="342" y="2599"/>
                      <a:pt x="342" y="2600"/>
                    </a:cubicBezTo>
                    <a:cubicBezTo>
                      <a:pt x="341" y="2602"/>
                      <a:pt x="341" y="2604"/>
                      <a:pt x="340" y="2605"/>
                    </a:cubicBezTo>
                    <a:cubicBezTo>
                      <a:pt x="338" y="2609"/>
                      <a:pt x="336" y="2611"/>
                      <a:pt x="332" y="2612"/>
                    </a:cubicBezTo>
                    <a:cubicBezTo>
                      <a:pt x="329" y="2612"/>
                      <a:pt x="326" y="2612"/>
                      <a:pt x="323" y="2613"/>
                    </a:cubicBezTo>
                    <a:cubicBezTo>
                      <a:pt x="321" y="2614"/>
                      <a:pt x="319" y="2616"/>
                      <a:pt x="316" y="2616"/>
                    </a:cubicBezTo>
                    <a:cubicBezTo>
                      <a:pt x="314" y="2616"/>
                      <a:pt x="308" y="2615"/>
                      <a:pt x="307" y="2617"/>
                    </a:cubicBezTo>
                    <a:cubicBezTo>
                      <a:pt x="305" y="2619"/>
                      <a:pt x="305" y="2621"/>
                      <a:pt x="306" y="2622"/>
                    </a:cubicBezTo>
                    <a:cubicBezTo>
                      <a:pt x="307" y="2624"/>
                      <a:pt x="308" y="2626"/>
                      <a:pt x="310" y="2627"/>
                    </a:cubicBezTo>
                    <a:cubicBezTo>
                      <a:pt x="312" y="2629"/>
                      <a:pt x="316" y="2628"/>
                      <a:pt x="318" y="2628"/>
                    </a:cubicBezTo>
                    <a:cubicBezTo>
                      <a:pt x="322" y="2628"/>
                      <a:pt x="324" y="2625"/>
                      <a:pt x="326" y="2623"/>
                    </a:cubicBezTo>
                    <a:cubicBezTo>
                      <a:pt x="329" y="2621"/>
                      <a:pt x="333" y="2620"/>
                      <a:pt x="337" y="2620"/>
                    </a:cubicBezTo>
                    <a:cubicBezTo>
                      <a:pt x="340" y="2619"/>
                      <a:pt x="342" y="2618"/>
                      <a:pt x="344" y="2617"/>
                    </a:cubicBezTo>
                    <a:cubicBezTo>
                      <a:pt x="346" y="2616"/>
                      <a:pt x="348" y="2616"/>
                      <a:pt x="351" y="2616"/>
                    </a:cubicBezTo>
                    <a:cubicBezTo>
                      <a:pt x="353" y="2617"/>
                      <a:pt x="354" y="2618"/>
                      <a:pt x="356" y="2618"/>
                    </a:cubicBezTo>
                    <a:cubicBezTo>
                      <a:pt x="358" y="2619"/>
                      <a:pt x="361" y="2619"/>
                      <a:pt x="363" y="2619"/>
                    </a:cubicBezTo>
                    <a:cubicBezTo>
                      <a:pt x="365" y="2619"/>
                      <a:pt x="367" y="2619"/>
                      <a:pt x="369" y="2619"/>
                    </a:cubicBezTo>
                    <a:cubicBezTo>
                      <a:pt x="371" y="2618"/>
                      <a:pt x="371" y="2615"/>
                      <a:pt x="370" y="2613"/>
                    </a:cubicBezTo>
                    <a:cubicBezTo>
                      <a:pt x="369" y="2609"/>
                      <a:pt x="368" y="2604"/>
                      <a:pt x="366" y="2600"/>
                    </a:cubicBezTo>
                    <a:cubicBezTo>
                      <a:pt x="364" y="2596"/>
                      <a:pt x="364" y="2591"/>
                      <a:pt x="363" y="2587"/>
                    </a:cubicBezTo>
                    <a:cubicBezTo>
                      <a:pt x="362" y="2585"/>
                      <a:pt x="361" y="2583"/>
                      <a:pt x="361" y="2581"/>
                    </a:cubicBezTo>
                    <a:cubicBezTo>
                      <a:pt x="361" y="2579"/>
                      <a:pt x="361" y="2578"/>
                      <a:pt x="363" y="2577"/>
                    </a:cubicBezTo>
                    <a:cubicBezTo>
                      <a:pt x="367" y="2574"/>
                      <a:pt x="366" y="2569"/>
                      <a:pt x="367" y="2565"/>
                    </a:cubicBezTo>
                    <a:cubicBezTo>
                      <a:pt x="367" y="2563"/>
                      <a:pt x="367" y="2560"/>
                      <a:pt x="368" y="2558"/>
                    </a:cubicBezTo>
                    <a:cubicBezTo>
                      <a:pt x="369" y="2556"/>
                      <a:pt x="371" y="2558"/>
                      <a:pt x="373" y="2558"/>
                    </a:cubicBezTo>
                    <a:cubicBezTo>
                      <a:pt x="374" y="2558"/>
                      <a:pt x="374" y="2558"/>
                      <a:pt x="375" y="2558"/>
                    </a:cubicBezTo>
                    <a:cubicBezTo>
                      <a:pt x="376" y="2557"/>
                      <a:pt x="377" y="2557"/>
                      <a:pt x="379" y="2557"/>
                    </a:cubicBezTo>
                    <a:cubicBezTo>
                      <a:pt x="379" y="2556"/>
                      <a:pt x="381" y="2556"/>
                      <a:pt x="382" y="2555"/>
                    </a:cubicBezTo>
                    <a:cubicBezTo>
                      <a:pt x="384" y="2555"/>
                      <a:pt x="384" y="2554"/>
                      <a:pt x="385" y="2553"/>
                    </a:cubicBezTo>
                    <a:cubicBezTo>
                      <a:pt x="387" y="2551"/>
                      <a:pt x="391" y="2550"/>
                      <a:pt x="393" y="2549"/>
                    </a:cubicBezTo>
                    <a:cubicBezTo>
                      <a:pt x="395" y="2548"/>
                      <a:pt x="397" y="2548"/>
                      <a:pt x="398" y="2547"/>
                    </a:cubicBezTo>
                    <a:cubicBezTo>
                      <a:pt x="399" y="2547"/>
                      <a:pt x="400" y="2547"/>
                      <a:pt x="401" y="2546"/>
                    </a:cubicBezTo>
                    <a:cubicBezTo>
                      <a:pt x="403" y="2545"/>
                      <a:pt x="404" y="2545"/>
                      <a:pt x="405" y="2543"/>
                    </a:cubicBezTo>
                    <a:cubicBezTo>
                      <a:pt x="404" y="2547"/>
                      <a:pt x="402" y="2548"/>
                      <a:pt x="399" y="2550"/>
                    </a:cubicBezTo>
                    <a:cubicBezTo>
                      <a:pt x="396" y="2552"/>
                      <a:pt x="392" y="2554"/>
                      <a:pt x="389" y="2557"/>
                    </a:cubicBezTo>
                    <a:cubicBezTo>
                      <a:pt x="387" y="2560"/>
                      <a:pt x="385" y="2562"/>
                      <a:pt x="383" y="2565"/>
                    </a:cubicBezTo>
                    <a:cubicBezTo>
                      <a:pt x="381" y="2567"/>
                      <a:pt x="378" y="2569"/>
                      <a:pt x="376" y="2572"/>
                    </a:cubicBezTo>
                    <a:cubicBezTo>
                      <a:pt x="372" y="2576"/>
                      <a:pt x="368" y="2581"/>
                      <a:pt x="369" y="2587"/>
                    </a:cubicBezTo>
                    <a:cubicBezTo>
                      <a:pt x="370" y="2590"/>
                      <a:pt x="371" y="2592"/>
                      <a:pt x="371" y="2595"/>
                    </a:cubicBezTo>
                    <a:cubicBezTo>
                      <a:pt x="372" y="2597"/>
                      <a:pt x="372" y="2600"/>
                      <a:pt x="373" y="2602"/>
                    </a:cubicBezTo>
                    <a:cubicBezTo>
                      <a:pt x="374" y="2607"/>
                      <a:pt x="378" y="2609"/>
                      <a:pt x="383" y="2609"/>
                    </a:cubicBezTo>
                    <a:cubicBezTo>
                      <a:pt x="387" y="2609"/>
                      <a:pt x="391" y="2608"/>
                      <a:pt x="395" y="2607"/>
                    </a:cubicBezTo>
                    <a:cubicBezTo>
                      <a:pt x="399" y="2607"/>
                      <a:pt x="403" y="2607"/>
                      <a:pt x="406" y="2606"/>
                    </a:cubicBezTo>
                    <a:cubicBezTo>
                      <a:pt x="408" y="2606"/>
                      <a:pt x="418" y="2604"/>
                      <a:pt x="417" y="2608"/>
                    </a:cubicBezTo>
                    <a:cubicBezTo>
                      <a:pt x="416" y="2611"/>
                      <a:pt x="411" y="2613"/>
                      <a:pt x="409" y="2613"/>
                    </a:cubicBezTo>
                    <a:cubicBezTo>
                      <a:pt x="404" y="2615"/>
                      <a:pt x="400" y="2616"/>
                      <a:pt x="395" y="2617"/>
                    </a:cubicBezTo>
                    <a:cubicBezTo>
                      <a:pt x="391" y="2617"/>
                      <a:pt x="388" y="2617"/>
                      <a:pt x="384" y="2618"/>
                    </a:cubicBezTo>
                    <a:cubicBezTo>
                      <a:pt x="381" y="2618"/>
                      <a:pt x="379" y="2620"/>
                      <a:pt x="377" y="2621"/>
                    </a:cubicBezTo>
                    <a:cubicBezTo>
                      <a:pt x="375" y="2622"/>
                      <a:pt x="372" y="2624"/>
                      <a:pt x="371" y="2626"/>
                    </a:cubicBezTo>
                    <a:cubicBezTo>
                      <a:pt x="370" y="2629"/>
                      <a:pt x="372" y="2631"/>
                      <a:pt x="373" y="2633"/>
                    </a:cubicBezTo>
                    <a:cubicBezTo>
                      <a:pt x="373" y="2634"/>
                      <a:pt x="373" y="2635"/>
                      <a:pt x="374" y="2636"/>
                    </a:cubicBezTo>
                    <a:cubicBezTo>
                      <a:pt x="370" y="2637"/>
                      <a:pt x="368" y="2636"/>
                      <a:pt x="366" y="2633"/>
                    </a:cubicBezTo>
                    <a:cubicBezTo>
                      <a:pt x="364" y="2631"/>
                      <a:pt x="362" y="2630"/>
                      <a:pt x="360" y="2629"/>
                    </a:cubicBezTo>
                    <a:cubicBezTo>
                      <a:pt x="359" y="2627"/>
                      <a:pt x="357" y="2626"/>
                      <a:pt x="356" y="2625"/>
                    </a:cubicBezTo>
                    <a:cubicBezTo>
                      <a:pt x="353" y="2624"/>
                      <a:pt x="351" y="2625"/>
                      <a:pt x="349" y="2624"/>
                    </a:cubicBezTo>
                    <a:cubicBezTo>
                      <a:pt x="343" y="2624"/>
                      <a:pt x="339" y="2628"/>
                      <a:pt x="333" y="2629"/>
                    </a:cubicBezTo>
                    <a:cubicBezTo>
                      <a:pt x="332" y="2630"/>
                      <a:pt x="330" y="2630"/>
                      <a:pt x="328" y="2631"/>
                    </a:cubicBezTo>
                    <a:cubicBezTo>
                      <a:pt x="327" y="2632"/>
                      <a:pt x="326" y="2633"/>
                      <a:pt x="325" y="2634"/>
                    </a:cubicBezTo>
                    <a:cubicBezTo>
                      <a:pt x="322" y="2636"/>
                      <a:pt x="320" y="2638"/>
                      <a:pt x="319" y="2642"/>
                    </a:cubicBezTo>
                    <a:cubicBezTo>
                      <a:pt x="319" y="2643"/>
                      <a:pt x="319" y="2644"/>
                      <a:pt x="319" y="2646"/>
                    </a:cubicBezTo>
                    <a:cubicBezTo>
                      <a:pt x="319" y="2648"/>
                      <a:pt x="319" y="2650"/>
                      <a:pt x="319" y="2652"/>
                    </a:cubicBezTo>
                    <a:cubicBezTo>
                      <a:pt x="319" y="2654"/>
                      <a:pt x="318" y="2656"/>
                      <a:pt x="318" y="2658"/>
                    </a:cubicBezTo>
                    <a:cubicBezTo>
                      <a:pt x="319" y="2660"/>
                      <a:pt x="319" y="2662"/>
                      <a:pt x="320" y="2663"/>
                    </a:cubicBezTo>
                    <a:cubicBezTo>
                      <a:pt x="322" y="2665"/>
                      <a:pt x="323" y="2665"/>
                      <a:pt x="325" y="2667"/>
                    </a:cubicBezTo>
                    <a:cubicBezTo>
                      <a:pt x="326" y="2668"/>
                      <a:pt x="328" y="2669"/>
                      <a:pt x="329" y="2671"/>
                    </a:cubicBezTo>
                    <a:cubicBezTo>
                      <a:pt x="330" y="2672"/>
                      <a:pt x="331" y="2673"/>
                      <a:pt x="332" y="2675"/>
                    </a:cubicBezTo>
                    <a:cubicBezTo>
                      <a:pt x="333" y="2677"/>
                      <a:pt x="332" y="2679"/>
                      <a:pt x="330" y="2680"/>
                    </a:cubicBezTo>
                    <a:cubicBezTo>
                      <a:pt x="329" y="2681"/>
                      <a:pt x="327" y="2682"/>
                      <a:pt x="326" y="2684"/>
                    </a:cubicBezTo>
                    <a:cubicBezTo>
                      <a:pt x="325" y="2686"/>
                      <a:pt x="325" y="2689"/>
                      <a:pt x="323" y="2690"/>
                    </a:cubicBezTo>
                    <a:cubicBezTo>
                      <a:pt x="321" y="2691"/>
                      <a:pt x="321" y="2688"/>
                      <a:pt x="322" y="2687"/>
                    </a:cubicBezTo>
                    <a:cubicBezTo>
                      <a:pt x="323" y="2683"/>
                      <a:pt x="326" y="2680"/>
                      <a:pt x="325" y="2675"/>
                    </a:cubicBezTo>
                    <a:cubicBezTo>
                      <a:pt x="324" y="2670"/>
                      <a:pt x="320" y="2668"/>
                      <a:pt x="317" y="2665"/>
                    </a:cubicBezTo>
                    <a:cubicBezTo>
                      <a:pt x="315" y="2664"/>
                      <a:pt x="314" y="2663"/>
                      <a:pt x="313" y="2662"/>
                    </a:cubicBezTo>
                    <a:cubicBezTo>
                      <a:pt x="311" y="2662"/>
                      <a:pt x="308" y="2663"/>
                      <a:pt x="307" y="2664"/>
                    </a:cubicBezTo>
                    <a:cubicBezTo>
                      <a:pt x="305" y="2665"/>
                      <a:pt x="304" y="2666"/>
                      <a:pt x="303" y="2668"/>
                    </a:cubicBezTo>
                    <a:cubicBezTo>
                      <a:pt x="301" y="2669"/>
                      <a:pt x="299" y="2670"/>
                      <a:pt x="297" y="2672"/>
                    </a:cubicBezTo>
                    <a:cubicBezTo>
                      <a:pt x="294" y="2674"/>
                      <a:pt x="291" y="2677"/>
                      <a:pt x="287" y="2679"/>
                    </a:cubicBezTo>
                    <a:cubicBezTo>
                      <a:pt x="286" y="2679"/>
                      <a:pt x="285" y="2679"/>
                      <a:pt x="284" y="2680"/>
                    </a:cubicBezTo>
                    <a:cubicBezTo>
                      <a:pt x="285" y="2669"/>
                      <a:pt x="297" y="2665"/>
                      <a:pt x="305" y="2660"/>
                    </a:cubicBezTo>
                    <a:cubicBezTo>
                      <a:pt x="309" y="2659"/>
                      <a:pt x="311" y="2656"/>
                      <a:pt x="313" y="2653"/>
                    </a:cubicBezTo>
                    <a:cubicBezTo>
                      <a:pt x="314" y="2649"/>
                      <a:pt x="314" y="2644"/>
                      <a:pt x="313" y="2640"/>
                    </a:cubicBezTo>
                    <a:cubicBezTo>
                      <a:pt x="312" y="2636"/>
                      <a:pt x="309" y="2634"/>
                      <a:pt x="305" y="2632"/>
                    </a:cubicBezTo>
                    <a:cubicBezTo>
                      <a:pt x="302" y="2630"/>
                      <a:pt x="301" y="2627"/>
                      <a:pt x="300" y="2623"/>
                    </a:cubicBezTo>
                    <a:cubicBezTo>
                      <a:pt x="298" y="2619"/>
                      <a:pt x="295" y="2615"/>
                      <a:pt x="291" y="2612"/>
                    </a:cubicBezTo>
                    <a:cubicBezTo>
                      <a:pt x="288" y="2611"/>
                      <a:pt x="284" y="2610"/>
                      <a:pt x="281" y="2608"/>
                    </a:cubicBezTo>
                    <a:cubicBezTo>
                      <a:pt x="277" y="2607"/>
                      <a:pt x="272" y="2604"/>
                      <a:pt x="268" y="2605"/>
                    </a:cubicBezTo>
                    <a:cubicBezTo>
                      <a:pt x="264" y="2605"/>
                      <a:pt x="263" y="2609"/>
                      <a:pt x="262" y="2612"/>
                    </a:cubicBezTo>
                    <a:cubicBezTo>
                      <a:pt x="261" y="2615"/>
                      <a:pt x="261" y="2620"/>
                      <a:pt x="257" y="2622"/>
                    </a:cubicBezTo>
                    <a:cubicBezTo>
                      <a:pt x="254" y="2625"/>
                      <a:pt x="250" y="2624"/>
                      <a:pt x="246" y="2624"/>
                    </a:cubicBezTo>
                    <a:cubicBezTo>
                      <a:pt x="242" y="2624"/>
                      <a:pt x="239" y="2624"/>
                      <a:pt x="236" y="2627"/>
                    </a:cubicBezTo>
                    <a:cubicBezTo>
                      <a:pt x="234" y="2628"/>
                      <a:pt x="233" y="2630"/>
                      <a:pt x="231" y="2631"/>
                    </a:cubicBezTo>
                    <a:cubicBezTo>
                      <a:pt x="230" y="2633"/>
                      <a:pt x="230" y="2634"/>
                      <a:pt x="229" y="2635"/>
                    </a:cubicBezTo>
                    <a:cubicBezTo>
                      <a:pt x="228" y="2636"/>
                      <a:pt x="228" y="2636"/>
                      <a:pt x="228" y="2635"/>
                    </a:cubicBezTo>
                    <a:cubicBezTo>
                      <a:pt x="228" y="2633"/>
                      <a:pt x="228" y="2632"/>
                      <a:pt x="228" y="2630"/>
                    </a:cubicBezTo>
                    <a:cubicBezTo>
                      <a:pt x="228" y="2629"/>
                      <a:pt x="228" y="2627"/>
                      <a:pt x="227" y="2626"/>
                    </a:cubicBezTo>
                    <a:cubicBezTo>
                      <a:pt x="226" y="2625"/>
                      <a:pt x="225" y="2626"/>
                      <a:pt x="223" y="2626"/>
                    </a:cubicBezTo>
                    <a:cubicBezTo>
                      <a:pt x="222" y="2626"/>
                      <a:pt x="215" y="2629"/>
                      <a:pt x="215" y="2626"/>
                    </a:cubicBezTo>
                    <a:cubicBezTo>
                      <a:pt x="215" y="2623"/>
                      <a:pt x="220" y="2621"/>
                      <a:pt x="218" y="2618"/>
                    </a:cubicBezTo>
                    <a:cubicBezTo>
                      <a:pt x="217" y="2616"/>
                      <a:pt x="215" y="2615"/>
                      <a:pt x="213" y="2614"/>
                    </a:cubicBezTo>
                    <a:cubicBezTo>
                      <a:pt x="211" y="2612"/>
                      <a:pt x="209" y="2611"/>
                      <a:pt x="206" y="2610"/>
                    </a:cubicBezTo>
                    <a:cubicBezTo>
                      <a:pt x="203" y="2608"/>
                      <a:pt x="200" y="2607"/>
                      <a:pt x="196" y="2607"/>
                    </a:cubicBezTo>
                    <a:cubicBezTo>
                      <a:pt x="194" y="2607"/>
                      <a:pt x="192" y="2607"/>
                      <a:pt x="190" y="2607"/>
                    </a:cubicBezTo>
                    <a:cubicBezTo>
                      <a:pt x="188" y="2607"/>
                      <a:pt x="186" y="2606"/>
                      <a:pt x="184" y="2606"/>
                    </a:cubicBezTo>
                    <a:cubicBezTo>
                      <a:pt x="180" y="2605"/>
                      <a:pt x="177" y="2603"/>
                      <a:pt x="174" y="2601"/>
                    </a:cubicBezTo>
                    <a:cubicBezTo>
                      <a:pt x="173" y="2600"/>
                      <a:pt x="172" y="2599"/>
                      <a:pt x="172" y="2599"/>
                    </a:cubicBezTo>
                    <a:cubicBezTo>
                      <a:pt x="171" y="2598"/>
                      <a:pt x="169" y="2598"/>
                      <a:pt x="168" y="2599"/>
                    </a:cubicBezTo>
                    <a:cubicBezTo>
                      <a:pt x="167" y="2599"/>
                      <a:pt x="166" y="2600"/>
                      <a:pt x="165" y="2600"/>
                    </a:cubicBezTo>
                    <a:cubicBezTo>
                      <a:pt x="164" y="2601"/>
                      <a:pt x="163" y="2601"/>
                      <a:pt x="162" y="2601"/>
                    </a:cubicBezTo>
                    <a:cubicBezTo>
                      <a:pt x="160" y="2603"/>
                      <a:pt x="158" y="2605"/>
                      <a:pt x="157" y="2607"/>
                    </a:cubicBezTo>
                    <a:cubicBezTo>
                      <a:pt x="156" y="2608"/>
                      <a:pt x="155" y="2609"/>
                      <a:pt x="155" y="2610"/>
                    </a:cubicBezTo>
                    <a:cubicBezTo>
                      <a:pt x="154" y="2610"/>
                      <a:pt x="153" y="2612"/>
                      <a:pt x="153" y="2612"/>
                    </a:cubicBezTo>
                    <a:cubicBezTo>
                      <a:pt x="151" y="2613"/>
                      <a:pt x="152" y="2608"/>
                      <a:pt x="152" y="2607"/>
                    </a:cubicBezTo>
                    <a:cubicBezTo>
                      <a:pt x="152" y="2605"/>
                      <a:pt x="151" y="2603"/>
                      <a:pt x="149" y="2602"/>
                    </a:cubicBezTo>
                    <a:cubicBezTo>
                      <a:pt x="148" y="2601"/>
                      <a:pt x="145" y="2602"/>
                      <a:pt x="144" y="2602"/>
                    </a:cubicBezTo>
                    <a:cubicBezTo>
                      <a:pt x="142" y="2602"/>
                      <a:pt x="140" y="2602"/>
                      <a:pt x="138" y="2601"/>
                    </a:cubicBezTo>
                    <a:cubicBezTo>
                      <a:pt x="137" y="2601"/>
                      <a:pt x="136" y="2601"/>
                      <a:pt x="135" y="2602"/>
                    </a:cubicBezTo>
                    <a:cubicBezTo>
                      <a:pt x="134" y="2602"/>
                      <a:pt x="133" y="2602"/>
                      <a:pt x="132" y="2602"/>
                    </a:cubicBezTo>
                    <a:cubicBezTo>
                      <a:pt x="130" y="2603"/>
                      <a:pt x="129" y="2603"/>
                      <a:pt x="128" y="2605"/>
                    </a:cubicBezTo>
                    <a:cubicBezTo>
                      <a:pt x="127" y="2606"/>
                      <a:pt x="128" y="2609"/>
                      <a:pt x="125" y="2610"/>
                    </a:cubicBezTo>
                    <a:cubicBezTo>
                      <a:pt x="123" y="2611"/>
                      <a:pt x="121" y="2610"/>
                      <a:pt x="119" y="2610"/>
                    </a:cubicBezTo>
                    <a:cubicBezTo>
                      <a:pt x="117" y="2610"/>
                      <a:pt x="115" y="2611"/>
                      <a:pt x="113" y="2611"/>
                    </a:cubicBezTo>
                    <a:cubicBezTo>
                      <a:pt x="111" y="2612"/>
                      <a:pt x="110" y="2612"/>
                      <a:pt x="108" y="2612"/>
                    </a:cubicBezTo>
                    <a:cubicBezTo>
                      <a:pt x="106" y="2612"/>
                      <a:pt x="105" y="2613"/>
                      <a:pt x="105" y="2615"/>
                    </a:cubicBezTo>
                    <a:cubicBezTo>
                      <a:pt x="104" y="2617"/>
                      <a:pt x="103" y="2621"/>
                      <a:pt x="101" y="2621"/>
                    </a:cubicBezTo>
                    <a:cubicBezTo>
                      <a:pt x="99" y="2622"/>
                      <a:pt x="99" y="2617"/>
                      <a:pt x="99" y="2616"/>
                    </a:cubicBezTo>
                    <a:cubicBezTo>
                      <a:pt x="99" y="2615"/>
                      <a:pt x="99" y="2614"/>
                      <a:pt x="97" y="2614"/>
                    </a:cubicBezTo>
                    <a:cubicBezTo>
                      <a:pt x="96" y="2614"/>
                      <a:pt x="95" y="2614"/>
                      <a:pt x="94" y="2614"/>
                    </a:cubicBezTo>
                    <a:cubicBezTo>
                      <a:pt x="91" y="2614"/>
                      <a:pt x="87" y="2613"/>
                      <a:pt x="85" y="2611"/>
                    </a:cubicBezTo>
                    <a:cubicBezTo>
                      <a:pt x="84" y="2610"/>
                      <a:pt x="82" y="2609"/>
                      <a:pt x="80" y="2608"/>
                    </a:cubicBezTo>
                    <a:cubicBezTo>
                      <a:pt x="79" y="2606"/>
                      <a:pt x="79" y="2604"/>
                      <a:pt x="78" y="2602"/>
                    </a:cubicBezTo>
                    <a:cubicBezTo>
                      <a:pt x="77" y="2599"/>
                      <a:pt x="75" y="2599"/>
                      <a:pt x="73" y="2599"/>
                    </a:cubicBezTo>
                    <a:cubicBezTo>
                      <a:pt x="70" y="2600"/>
                      <a:pt x="67" y="2600"/>
                      <a:pt x="63" y="2600"/>
                    </a:cubicBezTo>
                    <a:cubicBezTo>
                      <a:pt x="61" y="2600"/>
                      <a:pt x="59" y="2599"/>
                      <a:pt x="57" y="2598"/>
                    </a:cubicBezTo>
                    <a:cubicBezTo>
                      <a:pt x="55" y="2597"/>
                      <a:pt x="53" y="2598"/>
                      <a:pt x="51" y="2600"/>
                    </a:cubicBezTo>
                    <a:cubicBezTo>
                      <a:pt x="50" y="2601"/>
                      <a:pt x="50" y="2603"/>
                      <a:pt x="48" y="2604"/>
                    </a:cubicBezTo>
                    <a:cubicBezTo>
                      <a:pt x="46" y="2606"/>
                      <a:pt x="42" y="2606"/>
                      <a:pt x="41" y="2608"/>
                    </a:cubicBezTo>
                    <a:cubicBezTo>
                      <a:pt x="40" y="2610"/>
                      <a:pt x="41" y="2611"/>
                      <a:pt x="42" y="2613"/>
                    </a:cubicBezTo>
                    <a:cubicBezTo>
                      <a:pt x="44" y="2614"/>
                      <a:pt x="44" y="2616"/>
                      <a:pt x="45" y="2617"/>
                    </a:cubicBezTo>
                    <a:cubicBezTo>
                      <a:pt x="46" y="2620"/>
                      <a:pt x="47" y="2620"/>
                      <a:pt x="50" y="2620"/>
                    </a:cubicBezTo>
                    <a:cubicBezTo>
                      <a:pt x="53" y="2620"/>
                      <a:pt x="56" y="2619"/>
                      <a:pt x="59" y="2619"/>
                    </a:cubicBezTo>
                    <a:cubicBezTo>
                      <a:pt x="61" y="2618"/>
                      <a:pt x="65" y="2617"/>
                      <a:pt x="66" y="2618"/>
                    </a:cubicBezTo>
                    <a:cubicBezTo>
                      <a:pt x="67" y="2618"/>
                      <a:pt x="67" y="2619"/>
                      <a:pt x="68" y="2620"/>
                    </a:cubicBezTo>
                    <a:cubicBezTo>
                      <a:pt x="69" y="2621"/>
                      <a:pt x="70" y="2621"/>
                      <a:pt x="71" y="2622"/>
                    </a:cubicBezTo>
                    <a:cubicBezTo>
                      <a:pt x="72" y="2622"/>
                      <a:pt x="75" y="2622"/>
                      <a:pt x="74" y="2625"/>
                    </a:cubicBezTo>
                    <a:cubicBezTo>
                      <a:pt x="73" y="2628"/>
                      <a:pt x="68" y="2626"/>
                      <a:pt x="65" y="2626"/>
                    </a:cubicBezTo>
                    <a:cubicBezTo>
                      <a:pt x="62" y="2625"/>
                      <a:pt x="59" y="2625"/>
                      <a:pt x="56" y="2627"/>
                    </a:cubicBezTo>
                    <a:cubicBezTo>
                      <a:pt x="54" y="2628"/>
                      <a:pt x="55" y="2630"/>
                      <a:pt x="54" y="2632"/>
                    </a:cubicBezTo>
                    <a:cubicBezTo>
                      <a:pt x="54" y="2633"/>
                      <a:pt x="54" y="2635"/>
                      <a:pt x="54" y="2636"/>
                    </a:cubicBezTo>
                    <a:cubicBezTo>
                      <a:pt x="53" y="2637"/>
                      <a:pt x="53" y="2638"/>
                      <a:pt x="52" y="2639"/>
                    </a:cubicBezTo>
                    <a:cubicBezTo>
                      <a:pt x="52" y="2640"/>
                      <a:pt x="52" y="2641"/>
                      <a:pt x="52" y="2642"/>
                    </a:cubicBezTo>
                    <a:cubicBezTo>
                      <a:pt x="50" y="2639"/>
                      <a:pt x="50" y="2637"/>
                      <a:pt x="50" y="2634"/>
                    </a:cubicBezTo>
                    <a:cubicBezTo>
                      <a:pt x="50" y="2632"/>
                      <a:pt x="51" y="2629"/>
                      <a:pt x="50" y="2627"/>
                    </a:cubicBezTo>
                    <a:cubicBezTo>
                      <a:pt x="49" y="2626"/>
                      <a:pt x="47" y="2626"/>
                      <a:pt x="46" y="2625"/>
                    </a:cubicBezTo>
                    <a:cubicBezTo>
                      <a:pt x="45" y="2625"/>
                      <a:pt x="44" y="2623"/>
                      <a:pt x="43" y="2623"/>
                    </a:cubicBezTo>
                    <a:cubicBezTo>
                      <a:pt x="40" y="2621"/>
                      <a:pt x="36" y="2625"/>
                      <a:pt x="37" y="2628"/>
                    </a:cubicBezTo>
                    <a:cubicBezTo>
                      <a:pt x="37" y="2629"/>
                      <a:pt x="38" y="2631"/>
                      <a:pt x="39" y="2632"/>
                    </a:cubicBezTo>
                    <a:cubicBezTo>
                      <a:pt x="39" y="2635"/>
                      <a:pt x="39" y="2637"/>
                      <a:pt x="39" y="2640"/>
                    </a:cubicBezTo>
                    <a:cubicBezTo>
                      <a:pt x="39" y="2643"/>
                      <a:pt x="40" y="2646"/>
                      <a:pt x="40" y="2649"/>
                    </a:cubicBezTo>
                    <a:cubicBezTo>
                      <a:pt x="40" y="2651"/>
                      <a:pt x="40" y="2654"/>
                      <a:pt x="40" y="2656"/>
                    </a:cubicBezTo>
                    <a:cubicBezTo>
                      <a:pt x="42" y="2660"/>
                      <a:pt x="46" y="2657"/>
                      <a:pt x="49" y="2658"/>
                    </a:cubicBezTo>
                    <a:cubicBezTo>
                      <a:pt x="51" y="2658"/>
                      <a:pt x="51" y="2659"/>
                      <a:pt x="52" y="2661"/>
                    </a:cubicBezTo>
                    <a:cubicBezTo>
                      <a:pt x="52" y="2662"/>
                      <a:pt x="52" y="2663"/>
                      <a:pt x="53" y="2663"/>
                    </a:cubicBezTo>
                    <a:cubicBezTo>
                      <a:pt x="54" y="2663"/>
                      <a:pt x="55" y="2662"/>
                      <a:pt x="55" y="2662"/>
                    </a:cubicBezTo>
                    <a:cubicBezTo>
                      <a:pt x="56" y="2661"/>
                      <a:pt x="57" y="2660"/>
                      <a:pt x="58" y="2659"/>
                    </a:cubicBezTo>
                    <a:cubicBezTo>
                      <a:pt x="60" y="2659"/>
                      <a:pt x="62" y="2658"/>
                      <a:pt x="64" y="2660"/>
                    </a:cubicBezTo>
                    <a:cubicBezTo>
                      <a:pt x="65" y="2661"/>
                      <a:pt x="65" y="2663"/>
                      <a:pt x="66" y="2664"/>
                    </a:cubicBezTo>
                    <a:cubicBezTo>
                      <a:pt x="68" y="2665"/>
                      <a:pt x="71" y="2665"/>
                      <a:pt x="72" y="2665"/>
                    </a:cubicBezTo>
                    <a:cubicBezTo>
                      <a:pt x="75" y="2664"/>
                      <a:pt x="77" y="2663"/>
                      <a:pt x="78" y="2662"/>
                    </a:cubicBezTo>
                    <a:cubicBezTo>
                      <a:pt x="79" y="2660"/>
                      <a:pt x="80" y="2658"/>
                      <a:pt x="81" y="2656"/>
                    </a:cubicBezTo>
                    <a:cubicBezTo>
                      <a:pt x="83" y="2653"/>
                      <a:pt x="87" y="2655"/>
                      <a:pt x="91" y="2654"/>
                    </a:cubicBezTo>
                    <a:cubicBezTo>
                      <a:pt x="93" y="2653"/>
                      <a:pt x="96" y="2648"/>
                      <a:pt x="99" y="2650"/>
                    </a:cubicBezTo>
                    <a:cubicBezTo>
                      <a:pt x="100" y="2651"/>
                      <a:pt x="100" y="2653"/>
                      <a:pt x="101" y="2654"/>
                    </a:cubicBezTo>
                    <a:cubicBezTo>
                      <a:pt x="102" y="2655"/>
                      <a:pt x="103" y="2656"/>
                      <a:pt x="104" y="2656"/>
                    </a:cubicBezTo>
                    <a:cubicBezTo>
                      <a:pt x="105" y="2656"/>
                      <a:pt x="107" y="2656"/>
                      <a:pt x="107" y="2657"/>
                    </a:cubicBezTo>
                    <a:cubicBezTo>
                      <a:pt x="107" y="2658"/>
                      <a:pt x="105" y="2659"/>
                      <a:pt x="104" y="2659"/>
                    </a:cubicBezTo>
                    <a:cubicBezTo>
                      <a:pt x="101" y="2661"/>
                      <a:pt x="99" y="2662"/>
                      <a:pt x="96" y="2660"/>
                    </a:cubicBezTo>
                    <a:cubicBezTo>
                      <a:pt x="93" y="2658"/>
                      <a:pt x="90" y="2656"/>
                      <a:pt x="86" y="2658"/>
                    </a:cubicBezTo>
                    <a:cubicBezTo>
                      <a:pt x="83" y="2659"/>
                      <a:pt x="83" y="2663"/>
                      <a:pt x="81" y="2666"/>
                    </a:cubicBezTo>
                    <a:cubicBezTo>
                      <a:pt x="79" y="2668"/>
                      <a:pt x="77" y="2669"/>
                      <a:pt x="75" y="2671"/>
                    </a:cubicBezTo>
                    <a:cubicBezTo>
                      <a:pt x="73" y="2672"/>
                      <a:pt x="70" y="2673"/>
                      <a:pt x="69" y="2676"/>
                    </a:cubicBezTo>
                    <a:cubicBezTo>
                      <a:pt x="68" y="2679"/>
                      <a:pt x="70" y="2682"/>
                      <a:pt x="72" y="2685"/>
                    </a:cubicBezTo>
                    <a:cubicBezTo>
                      <a:pt x="73" y="2688"/>
                      <a:pt x="74" y="2691"/>
                      <a:pt x="76" y="2694"/>
                    </a:cubicBezTo>
                    <a:cubicBezTo>
                      <a:pt x="78" y="2697"/>
                      <a:pt x="79" y="2700"/>
                      <a:pt x="80" y="2704"/>
                    </a:cubicBezTo>
                    <a:cubicBezTo>
                      <a:pt x="80" y="2706"/>
                      <a:pt x="80" y="2710"/>
                      <a:pt x="77" y="2711"/>
                    </a:cubicBezTo>
                    <a:cubicBezTo>
                      <a:pt x="75" y="2711"/>
                      <a:pt x="74" y="2706"/>
                      <a:pt x="74" y="2705"/>
                    </a:cubicBezTo>
                    <a:cubicBezTo>
                      <a:pt x="73" y="2701"/>
                      <a:pt x="72" y="2698"/>
                      <a:pt x="71" y="2694"/>
                    </a:cubicBezTo>
                    <a:cubicBezTo>
                      <a:pt x="69" y="2689"/>
                      <a:pt x="66" y="2685"/>
                      <a:pt x="61" y="2682"/>
                    </a:cubicBezTo>
                    <a:cubicBezTo>
                      <a:pt x="55" y="2677"/>
                      <a:pt x="48" y="2673"/>
                      <a:pt x="42" y="2668"/>
                    </a:cubicBezTo>
                    <a:cubicBezTo>
                      <a:pt x="39" y="2667"/>
                      <a:pt x="37" y="2666"/>
                      <a:pt x="35" y="2664"/>
                    </a:cubicBezTo>
                    <a:cubicBezTo>
                      <a:pt x="32" y="2662"/>
                      <a:pt x="30" y="2660"/>
                      <a:pt x="28" y="2659"/>
                    </a:cubicBezTo>
                    <a:cubicBezTo>
                      <a:pt x="26" y="2658"/>
                      <a:pt x="22" y="2657"/>
                      <a:pt x="22" y="2660"/>
                    </a:cubicBezTo>
                    <a:cubicBezTo>
                      <a:pt x="22" y="2663"/>
                      <a:pt x="27" y="2665"/>
                      <a:pt x="29" y="2666"/>
                    </a:cubicBezTo>
                    <a:cubicBezTo>
                      <a:pt x="31" y="2667"/>
                      <a:pt x="34" y="2668"/>
                      <a:pt x="35" y="2671"/>
                    </a:cubicBezTo>
                    <a:cubicBezTo>
                      <a:pt x="36" y="2674"/>
                      <a:pt x="37" y="2676"/>
                      <a:pt x="39" y="2679"/>
                    </a:cubicBezTo>
                    <a:cubicBezTo>
                      <a:pt x="40" y="2680"/>
                      <a:pt x="42" y="2681"/>
                      <a:pt x="43" y="2682"/>
                    </a:cubicBezTo>
                    <a:cubicBezTo>
                      <a:pt x="44" y="2683"/>
                      <a:pt x="45" y="2683"/>
                      <a:pt x="46" y="2684"/>
                    </a:cubicBezTo>
                    <a:cubicBezTo>
                      <a:pt x="47" y="2686"/>
                      <a:pt x="46" y="2688"/>
                      <a:pt x="46" y="2690"/>
                    </a:cubicBezTo>
                    <a:cubicBezTo>
                      <a:pt x="46" y="2696"/>
                      <a:pt x="54" y="2698"/>
                      <a:pt x="58" y="2701"/>
                    </a:cubicBezTo>
                    <a:cubicBezTo>
                      <a:pt x="60" y="2702"/>
                      <a:pt x="63" y="2705"/>
                      <a:pt x="63" y="2708"/>
                    </a:cubicBezTo>
                    <a:cubicBezTo>
                      <a:pt x="63" y="2711"/>
                      <a:pt x="59" y="2711"/>
                      <a:pt x="57" y="2711"/>
                    </a:cubicBezTo>
                    <a:cubicBezTo>
                      <a:pt x="54" y="2711"/>
                      <a:pt x="50" y="2711"/>
                      <a:pt x="50" y="2714"/>
                    </a:cubicBezTo>
                    <a:cubicBezTo>
                      <a:pt x="49" y="2716"/>
                      <a:pt x="50" y="2720"/>
                      <a:pt x="50" y="2722"/>
                    </a:cubicBezTo>
                    <a:cubicBezTo>
                      <a:pt x="51" y="2725"/>
                      <a:pt x="50" y="2728"/>
                      <a:pt x="53" y="2731"/>
                    </a:cubicBezTo>
                    <a:cubicBezTo>
                      <a:pt x="55" y="2733"/>
                      <a:pt x="60" y="2733"/>
                      <a:pt x="63" y="2731"/>
                    </a:cubicBezTo>
                    <a:cubicBezTo>
                      <a:pt x="67" y="2730"/>
                      <a:pt x="69" y="2727"/>
                      <a:pt x="72" y="2724"/>
                    </a:cubicBezTo>
                    <a:cubicBezTo>
                      <a:pt x="75" y="2722"/>
                      <a:pt x="78" y="2722"/>
                      <a:pt x="82" y="2722"/>
                    </a:cubicBezTo>
                    <a:cubicBezTo>
                      <a:pt x="86" y="2722"/>
                      <a:pt x="90" y="2722"/>
                      <a:pt x="93" y="2719"/>
                    </a:cubicBezTo>
                    <a:cubicBezTo>
                      <a:pt x="96" y="2716"/>
                      <a:pt x="97" y="2712"/>
                      <a:pt x="98" y="2708"/>
                    </a:cubicBezTo>
                    <a:cubicBezTo>
                      <a:pt x="98" y="2705"/>
                      <a:pt x="99" y="2702"/>
                      <a:pt x="102" y="2701"/>
                    </a:cubicBezTo>
                    <a:cubicBezTo>
                      <a:pt x="105" y="2700"/>
                      <a:pt x="108" y="2701"/>
                      <a:pt x="110" y="2700"/>
                    </a:cubicBezTo>
                    <a:cubicBezTo>
                      <a:pt x="113" y="2699"/>
                      <a:pt x="115" y="2697"/>
                      <a:pt x="116" y="2695"/>
                    </a:cubicBezTo>
                    <a:cubicBezTo>
                      <a:pt x="118" y="2693"/>
                      <a:pt x="121" y="2689"/>
                      <a:pt x="123" y="2690"/>
                    </a:cubicBezTo>
                    <a:cubicBezTo>
                      <a:pt x="127" y="2692"/>
                      <a:pt x="117" y="2701"/>
                      <a:pt x="121" y="2703"/>
                    </a:cubicBezTo>
                    <a:cubicBezTo>
                      <a:pt x="123" y="2704"/>
                      <a:pt x="126" y="2703"/>
                      <a:pt x="128" y="2704"/>
                    </a:cubicBezTo>
                    <a:cubicBezTo>
                      <a:pt x="130" y="2706"/>
                      <a:pt x="128" y="2708"/>
                      <a:pt x="128" y="2709"/>
                    </a:cubicBezTo>
                    <a:cubicBezTo>
                      <a:pt x="127" y="2712"/>
                      <a:pt x="128" y="2714"/>
                      <a:pt x="129" y="2716"/>
                    </a:cubicBezTo>
                    <a:cubicBezTo>
                      <a:pt x="131" y="2719"/>
                      <a:pt x="132" y="2722"/>
                      <a:pt x="134" y="2724"/>
                    </a:cubicBezTo>
                    <a:cubicBezTo>
                      <a:pt x="136" y="2726"/>
                      <a:pt x="138" y="2728"/>
                      <a:pt x="140" y="2729"/>
                    </a:cubicBezTo>
                    <a:cubicBezTo>
                      <a:pt x="135" y="2733"/>
                      <a:pt x="133" y="2726"/>
                      <a:pt x="129" y="2723"/>
                    </a:cubicBezTo>
                    <a:cubicBezTo>
                      <a:pt x="125" y="2719"/>
                      <a:pt x="120" y="2727"/>
                      <a:pt x="119" y="2730"/>
                    </a:cubicBezTo>
                    <a:cubicBezTo>
                      <a:pt x="116" y="2737"/>
                      <a:pt x="115" y="2743"/>
                      <a:pt x="115" y="2750"/>
                    </a:cubicBezTo>
                    <a:cubicBezTo>
                      <a:pt x="114" y="2754"/>
                      <a:pt x="114" y="2758"/>
                      <a:pt x="112" y="2761"/>
                    </a:cubicBezTo>
                    <a:cubicBezTo>
                      <a:pt x="110" y="2766"/>
                      <a:pt x="104" y="2766"/>
                      <a:pt x="100" y="2767"/>
                    </a:cubicBezTo>
                    <a:cubicBezTo>
                      <a:pt x="97" y="2768"/>
                      <a:pt x="96" y="2770"/>
                      <a:pt x="94" y="2771"/>
                    </a:cubicBezTo>
                    <a:cubicBezTo>
                      <a:pt x="91" y="2773"/>
                      <a:pt x="88" y="2773"/>
                      <a:pt x="85" y="2772"/>
                    </a:cubicBezTo>
                    <a:cubicBezTo>
                      <a:pt x="81" y="2770"/>
                      <a:pt x="77" y="2768"/>
                      <a:pt x="75" y="2764"/>
                    </a:cubicBezTo>
                    <a:cubicBezTo>
                      <a:pt x="73" y="2760"/>
                      <a:pt x="71" y="2756"/>
                      <a:pt x="69" y="2752"/>
                    </a:cubicBezTo>
                    <a:cubicBezTo>
                      <a:pt x="67" y="2750"/>
                      <a:pt x="66" y="2747"/>
                      <a:pt x="63" y="2747"/>
                    </a:cubicBezTo>
                    <a:cubicBezTo>
                      <a:pt x="61" y="2746"/>
                      <a:pt x="59" y="2747"/>
                      <a:pt x="57" y="2748"/>
                    </a:cubicBezTo>
                    <a:cubicBezTo>
                      <a:pt x="55" y="2749"/>
                      <a:pt x="54" y="2752"/>
                      <a:pt x="53" y="2755"/>
                    </a:cubicBezTo>
                    <a:cubicBezTo>
                      <a:pt x="53" y="2758"/>
                      <a:pt x="55" y="2760"/>
                      <a:pt x="52" y="2763"/>
                    </a:cubicBezTo>
                    <a:cubicBezTo>
                      <a:pt x="50" y="2765"/>
                      <a:pt x="50" y="2766"/>
                      <a:pt x="49" y="2769"/>
                    </a:cubicBezTo>
                    <a:cubicBezTo>
                      <a:pt x="49" y="2772"/>
                      <a:pt x="48" y="2774"/>
                      <a:pt x="45" y="2773"/>
                    </a:cubicBezTo>
                    <a:cubicBezTo>
                      <a:pt x="43" y="2773"/>
                      <a:pt x="42" y="2773"/>
                      <a:pt x="40" y="2774"/>
                    </a:cubicBezTo>
                    <a:cubicBezTo>
                      <a:pt x="37" y="2775"/>
                      <a:pt x="35" y="2777"/>
                      <a:pt x="35" y="2779"/>
                    </a:cubicBezTo>
                    <a:cubicBezTo>
                      <a:pt x="34" y="2782"/>
                      <a:pt x="35" y="2785"/>
                      <a:pt x="37" y="2787"/>
                    </a:cubicBezTo>
                    <a:cubicBezTo>
                      <a:pt x="38" y="2789"/>
                      <a:pt x="39" y="2789"/>
                      <a:pt x="41" y="2790"/>
                    </a:cubicBezTo>
                    <a:cubicBezTo>
                      <a:pt x="41" y="2791"/>
                      <a:pt x="43" y="2791"/>
                      <a:pt x="43" y="2792"/>
                    </a:cubicBezTo>
                    <a:cubicBezTo>
                      <a:pt x="45" y="2794"/>
                      <a:pt x="40" y="2794"/>
                      <a:pt x="39" y="2794"/>
                    </a:cubicBezTo>
                    <a:cubicBezTo>
                      <a:pt x="36" y="2795"/>
                      <a:pt x="34" y="2795"/>
                      <a:pt x="35" y="2798"/>
                    </a:cubicBezTo>
                    <a:cubicBezTo>
                      <a:pt x="35" y="2800"/>
                      <a:pt x="35" y="2802"/>
                      <a:pt x="36" y="2803"/>
                    </a:cubicBezTo>
                    <a:cubicBezTo>
                      <a:pt x="36" y="2804"/>
                      <a:pt x="36" y="2806"/>
                      <a:pt x="37" y="2807"/>
                    </a:cubicBezTo>
                    <a:cubicBezTo>
                      <a:pt x="38" y="2809"/>
                      <a:pt x="40" y="2810"/>
                      <a:pt x="42" y="2812"/>
                    </a:cubicBezTo>
                    <a:cubicBezTo>
                      <a:pt x="44" y="2814"/>
                      <a:pt x="41" y="2814"/>
                      <a:pt x="39" y="2815"/>
                    </a:cubicBezTo>
                    <a:cubicBezTo>
                      <a:pt x="37" y="2816"/>
                      <a:pt x="35" y="2818"/>
                      <a:pt x="37" y="2820"/>
                    </a:cubicBezTo>
                    <a:cubicBezTo>
                      <a:pt x="39" y="2822"/>
                      <a:pt x="43" y="2820"/>
                      <a:pt x="45" y="2820"/>
                    </a:cubicBezTo>
                    <a:cubicBezTo>
                      <a:pt x="53" y="2818"/>
                      <a:pt x="48" y="2829"/>
                      <a:pt x="50" y="2833"/>
                    </a:cubicBezTo>
                    <a:cubicBezTo>
                      <a:pt x="51" y="2834"/>
                      <a:pt x="52" y="2836"/>
                      <a:pt x="54" y="2837"/>
                    </a:cubicBezTo>
                    <a:cubicBezTo>
                      <a:pt x="55" y="2839"/>
                      <a:pt x="57" y="2840"/>
                      <a:pt x="60" y="2840"/>
                    </a:cubicBezTo>
                    <a:cubicBezTo>
                      <a:pt x="63" y="2840"/>
                      <a:pt x="64" y="2839"/>
                      <a:pt x="65" y="2836"/>
                    </a:cubicBezTo>
                    <a:cubicBezTo>
                      <a:pt x="65" y="2833"/>
                      <a:pt x="66" y="2832"/>
                      <a:pt x="69" y="2832"/>
                    </a:cubicBezTo>
                    <a:cubicBezTo>
                      <a:pt x="72" y="2831"/>
                      <a:pt x="76" y="2830"/>
                      <a:pt x="78" y="2827"/>
                    </a:cubicBezTo>
                    <a:cubicBezTo>
                      <a:pt x="81" y="2824"/>
                      <a:pt x="83" y="2821"/>
                      <a:pt x="85" y="2818"/>
                    </a:cubicBezTo>
                    <a:cubicBezTo>
                      <a:pt x="87" y="2815"/>
                      <a:pt x="88" y="2811"/>
                      <a:pt x="90" y="2808"/>
                    </a:cubicBezTo>
                    <a:cubicBezTo>
                      <a:pt x="92" y="2804"/>
                      <a:pt x="95" y="2801"/>
                      <a:pt x="97" y="2797"/>
                    </a:cubicBezTo>
                    <a:cubicBezTo>
                      <a:pt x="100" y="2794"/>
                      <a:pt x="101" y="2791"/>
                      <a:pt x="103" y="2788"/>
                    </a:cubicBezTo>
                    <a:cubicBezTo>
                      <a:pt x="104" y="2785"/>
                      <a:pt x="107" y="2783"/>
                      <a:pt x="110" y="2784"/>
                    </a:cubicBezTo>
                    <a:cubicBezTo>
                      <a:pt x="112" y="2785"/>
                      <a:pt x="113" y="2787"/>
                      <a:pt x="112" y="2789"/>
                    </a:cubicBezTo>
                    <a:cubicBezTo>
                      <a:pt x="111" y="2792"/>
                      <a:pt x="108" y="2794"/>
                      <a:pt x="105" y="2795"/>
                    </a:cubicBezTo>
                    <a:cubicBezTo>
                      <a:pt x="101" y="2799"/>
                      <a:pt x="95" y="2802"/>
                      <a:pt x="93" y="2807"/>
                    </a:cubicBezTo>
                    <a:cubicBezTo>
                      <a:pt x="92" y="2809"/>
                      <a:pt x="93" y="2812"/>
                      <a:pt x="92" y="2815"/>
                    </a:cubicBezTo>
                    <a:cubicBezTo>
                      <a:pt x="92" y="2816"/>
                      <a:pt x="90" y="2819"/>
                      <a:pt x="91" y="2821"/>
                    </a:cubicBezTo>
                    <a:cubicBezTo>
                      <a:pt x="93" y="2822"/>
                      <a:pt x="97" y="2822"/>
                      <a:pt x="98" y="2824"/>
                    </a:cubicBezTo>
                    <a:cubicBezTo>
                      <a:pt x="99" y="2826"/>
                      <a:pt x="92" y="2828"/>
                      <a:pt x="91" y="2828"/>
                    </a:cubicBezTo>
                    <a:cubicBezTo>
                      <a:pt x="88" y="2829"/>
                      <a:pt x="85" y="2830"/>
                      <a:pt x="83" y="2833"/>
                    </a:cubicBezTo>
                    <a:cubicBezTo>
                      <a:pt x="82" y="2835"/>
                      <a:pt x="82" y="2837"/>
                      <a:pt x="81" y="2839"/>
                    </a:cubicBezTo>
                    <a:cubicBezTo>
                      <a:pt x="79" y="2841"/>
                      <a:pt x="79" y="2844"/>
                      <a:pt x="80" y="2846"/>
                    </a:cubicBezTo>
                    <a:cubicBezTo>
                      <a:pt x="82" y="2849"/>
                      <a:pt x="86" y="2847"/>
                      <a:pt x="88" y="2846"/>
                    </a:cubicBezTo>
                    <a:cubicBezTo>
                      <a:pt x="91" y="2844"/>
                      <a:pt x="94" y="2841"/>
                      <a:pt x="98" y="2840"/>
                    </a:cubicBezTo>
                    <a:cubicBezTo>
                      <a:pt x="100" y="2839"/>
                      <a:pt x="101" y="2841"/>
                      <a:pt x="100" y="2843"/>
                    </a:cubicBezTo>
                    <a:cubicBezTo>
                      <a:pt x="99" y="2845"/>
                      <a:pt x="98" y="2846"/>
                      <a:pt x="97" y="2848"/>
                    </a:cubicBezTo>
                    <a:cubicBezTo>
                      <a:pt x="97" y="2850"/>
                      <a:pt x="97" y="2852"/>
                      <a:pt x="97" y="2854"/>
                    </a:cubicBezTo>
                    <a:cubicBezTo>
                      <a:pt x="97" y="2856"/>
                      <a:pt x="97" y="2858"/>
                      <a:pt x="97" y="2860"/>
                    </a:cubicBezTo>
                    <a:cubicBezTo>
                      <a:pt x="97" y="2864"/>
                      <a:pt x="100" y="2865"/>
                      <a:pt x="103" y="2867"/>
                    </a:cubicBezTo>
                    <a:cubicBezTo>
                      <a:pt x="106" y="2869"/>
                      <a:pt x="100" y="2870"/>
                      <a:pt x="98" y="2870"/>
                    </a:cubicBezTo>
                    <a:cubicBezTo>
                      <a:pt x="95" y="2870"/>
                      <a:pt x="91" y="2871"/>
                      <a:pt x="93" y="2875"/>
                    </a:cubicBezTo>
                    <a:cubicBezTo>
                      <a:pt x="95" y="2878"/>
                      <a:pt x="96" y="2880"/>
                      <a:pt x="97" y="2883"/>
                    </a:cubicBezTo>
                    <a:cubicBezTo>
                      <a:pt x="98" y="2886"/>
                      <a:pt x="99" y="2889"/>
                      <a:pt x="103" y="2890"/>
                    </a:cubicBezTo>
                    <a:cubicBezTo>
                      <a:pt x="107" y="2891"/>
                      <a:pt x="111" y="2888"/>
                      <a:pt x="114" y="2886"/>
                    </a:cubicBezTo>
                    <a:cubicBezTo>
                      <a:pt x="117" y="2883"/>
                      <a:pt x="120" y="2881"/>
                      <a:pt x="122" y="2877"/>
                    </a:cubicBezTo>
                    <a:cubicBezTo>
                      <a:pt x="125" y="2868"/>
                      <a:pt x="119" y="2857"/>
                      <a:pt x="126" y="2850"/>
                    </a:cubicBezTo>
                    <a:cubicBezTo>
                      <a:pt x="128" y="2848"/>
                      <a:pt x="130" y="2847"/>
                      <a:pt x="131" y="2846"/>
                    </a:cubicBezTo>
                    <a:cubicBezTo>
                      <a:pt x="134" y="2843"/>
                      <a:pt x="136" y="2841"/>
                      <a:pt x="139" y="2838"/>
                    </a:cubicBezTo>
                    <a:cubicBezTo>
                      <a:pt x="141" y="2835"/>
                      <a:pt x="144" y="2833"/>
                      <a:pt x="147" y="2830"/>
                    </a:cubicBezTo>
                    <a:cubicBezTo>
                      <a:pt x="148" y="2829"/>
                      <a:pt x="149" y="2828"/>
                      <a:pt x="151" y="2828"/>
                    </a:cubicBezTo>
                    <a:cubicBezTo>
                      <a:pt x="153" y="2828"/>
                      <a:pt x="154" y="2829"/>
                      <a:pt x="155" y="2829"/>
                    </a:cubicBezTo>
                    <a:cubicBezTo>
                      <a:pt x="157" y="2829"/>
                      <a:pt x="159" y="2828"/>
                      <a:pt x="160" y="2827"/>
                    </a:cubicBezTo>
                    <a:cubicBezTo>
                      <a:pt x="164" y="2825"/>
                      <a:pt x="167" y="2823"/>
                      <a:pt x="169" y="2819"/>
                    </a:cubicBezTo>
                    <a:cubicBezTo>
                      <a:pt x="170" y="2816"/>
                      <a:pt x="171" y="2812"/>
                      <a:pt x="170" y="2809"/>
                    </a:cubicBezTo>
                    <a:cubicBezTo>
                      <a:pt x="169" y="2807"/>
                      <a:pt x="169" y="2806"/>
                      <a:pt x="168" y="2805"/>
                    </a:cubicBezTo>
                    <a:cubicBezTo>
                      <a:pt x="167" y="2804"/>
                      <a:pt x="167" y="2803"/>
                      <a:pt x="167" y="2802"/>
                    </a:cubicBezTo>
                    <a:cubicBezTo>
                      <a:pt x="168" y="2800"/>
                      <a:pt x="170" y="2800"/>
                      <a:pt x="171" y="2800"/>
                    </a:cubicBezTo>
                    <a:cubicBezTo>
                      <a:pt x="173" y="2800"/>
                      <a:pt x="176" y="2800"/>
                      <a:pt x="178" y="2800"/>
                    </a:cubicBezTo>
                    <a:cubicBezTo>
                      <a:pt x="180" y="2800"/>
                      <a:pt x="182" y="2799"/>
                      <a:pt x="183" y="2797"/>
                    </a:cubicBezTo>
                    <a:cubicBezTo>
                      <a:pt x="184" y="2796"/>
                      <a:pt x="184" y="2794"/>
                      <a:pt x="183" y="2792"/>
                    </a:cubicBezTo>
                    <a:cubicBezTo>
                      <a:pt x="183" y="2791"/>
                      <a:pt x="183" y="2788"/>
                      <a:pt x="184" y="2787"/>
                    </a:cubicBezTo>
                    <a:cubicBezTo>
                      <a:pt x="184" y="2786"/>
                      <a:pt x="185" y="2787"/>
                      <a:pt x="186" y="2788"/>
                    </a:cubicBezTo>
                    <a:cubicBezTo>
                      <a:pt x="188" y="2790"/>
                      <a:pt x="188" y="2794"/>
                      <a:pt x="192" y="2795"/>
                    </a:cubicBezTo>
                    <a:cubicBezTo>
                      <a:pt x="193" y="2795"/>
                      <a:pt x="195" y="2795"/>
                      <a:pt x="196" y="2795"/>
                    </a:cubicBezTo>
                    <a:cubicBezTo>
                      <a:pt x="198" y="2795"/>
                      <a:pt x="199" y="2795"/>
                      <a:pt x="201" y="2794"/>
                    </a:cubicBezTo>
                    <a:cubicBezTo>
                      <a:pt x="204" y="2794"/>
                      <a:pt x="207" y="2794"/>
                      <a:pt x="210" y="2792"/>
                    </a:cubicBezTo>
                    <a:cubicBezTo>
                      <a:pt x="213" y="2791"/>
                      <a:pt x="215" y="2790"/>
                      <a:pt x="218" y="2790"/>
                    </a:cubicBezTo>
                    <a:cubicBezTo>
                      <a:pt x="222" y="2790"/>
                      <a:pt x="225" y="2790"/>
                      <a:pt x="227" y="2788"/>
                    </a:cubicBezTo>
                    <a:cubicBezTo>
                      <a:pt x="229" y="2787"/>
                      <a:pt x="230" y="2783"/>
                      <a:pt x="232" y="2783"/>
                    </a:cubicBezTo>
                    <a:cubicBezTo>
                      <a:pt x="235" y="2782"/>
                      <a:pt x="237" y="2784"/>
                      <a:pt x="239" y="2784"/>
                    </a:cubicBezTo>
                    <a:cubicBezTo>
                      <a:pt x="242" y="2784"/>
                      <a:pt x="242" y="2782"/>
                      <a:pt x="244" y="2780"/>
                    </a:cubicBezTo>
                    <a:cubicBezTo>
                      <a:pt x="244" y="2780"/>
                      <a:pt x="244" y="2779"/>
                      <a:pt x="244" y="2780"/>
                    </a:cubicBezTo>
                    <a:cubicBezTo>
                      <a:pt x="245" y="2781"/>
                      <a:pt x="245" y="2783"/>
                      <a:pt x="245" y="2784"/>
                    </a:cubicBezTo>
                    <a:cubicBezTo>
                      <a:pt x="245" y="2785"/>
                      <a:pt x="245" y="2790"/>
                      <a:pt x="247" y="2790"/>
                    </a:cubicBezTo>
                    <a:cubicBezTo>
                      <a:pt x="248" y="2790"/>
                      <a:pt x="249" y="2790"/>
                      <a:pt x="250" y="2789"/>
                    </a:cubicBezTo>
                    <a:cubicBezTo>
                      <a:pt x="251" y="2789"/>
                      <a:pt x="252" y="2788"/>
                      <a:pt x="254" y="2788"/>
                    </a:cubicBezTo>
                    <a:cubicBezTo>
                      <a:pt x="256" y="2787"/>
                      <a:pt x="259" y="2787"/>
                      <a:pt x="262" y="2786"/>
                    </a:cubicBezTo>
                    <a:cubicBezTo>
                      <a:pt x="265" y="2785"/>
                      <a:pt x="268" y="2784"/>
                      <a:pt x="271" y="2784"/>
                    </a:cubicBezTo>
                    <a:cubicBezTo>
                      <a:pt x="276" y="2783"/>
                      <a:pt x="280" y="2784"/>
                      <a:pt x="284" y="2785"/>
                    </a:cubicBezTo>
                    <a:cubicBezTo>
                      <a:pt x="288" y="2785"/>
                      <a:pt x="291" y="2785"/>
                      <a:pt x="295" y="2786"/>
                    </a:cubicBezTo>
                    <a:cubicBezTo>
                      <a:pt x="296" y="2786"/>
                      <a:pt x="300" y="2786"/>
                      <a:pt x="300" y="2788"/>
                    </a:cubicBezTo>
                    <a:cubicBezTo>
                      <a:pt x="302" y="2792"/>
                      <a:pt x="288" y="2790"/>
                      <a:pt x="287" y="2790"/>
                    </a:cubicBezTo>
                    <a:cubicBezTo>
                      <a:pt x="283" y="2790"/>
                      <a:pt x="280" y="2790"/>
                      <a:pt x="277" y="2789"/>
                    </a:cubicBezTo>
                    <a:cubicBezTo>
                      <a:pt x="275" y="2789"/>
                      <a:pt x="272" y="2789"/>
                      <a:pt x="270" y="2789"/>
                    </a:cubicBezTo>
                    <a:cubicBezTo>
                      <a:pt x="261" y="2791"/>
                      <a:pt x="253" y="2796"/>
                      <a:pt x="249" y="2803"/>
                    </a:cubicBezTo>
                    <a:cubicBezTo>
                      <a:pt x="247" y="2806"/>
                      <a:pt x="246" y="2809"/>
                      <a:pt x="244" y="2811"/>
                    </a:cubicBezTo>
                    <a:cubicBezTo>
                      <a:pt x="242" y="2814"/>
                      <a:pt x="240" y="2817"/>
                      <a:pt x="238" y="2820"/>
                    </a:cubicBezTo>
                    <a:cubicBezTo>
                      <a:pt x="234" y="2828"/>
                      <a:pt x="231" y="2838"/>
                      <a:pt x="228" y="2848"/>
                    </a:cubicBezTo>
                    <a:cubicBezTo>
                      <a:pt x="225" y="2855"/>
                      <a:pt x="221" y="2862"/>
                      <a:pt x="218" y="2869"/>
                    </a:cubicBezTo>
                    <a:cubicBezTo>
                      <a:pt x="217" y="2871"/>
                      <a:pt x="216" y="2873"/>
                      <a:pt x="215" y="2875"/>
                    </a:cubicBezTo>
                    <a:cubicBezTo>
                      <a:pt x="214" y="2876"/>
                      <a:pt x="213" y="2878"/>
                      <a:pt x="212" y="2879"/>
                    </a:cubicBezTo>
                    <a:cubicBezTo>
                      <a:pt x="210" y="2880"/>
                      <a:pt x="211" y="2876"/>
                      <a:pt x="211" y="2875"/>
                    </a:cubicBezTo>
                    <a:cubicBezTo>
                      <a:pt x="211" y="2866"/>
                      <a:pt x="213" y="2857"/>
                      <a:pt x="216" y="2850"/>
                    </a:cubicBezTo>
                    <a:cubicBezTo>
                      <a:pt x="218" y="2844"/>
                      <a:pt x="221" y="2838"/>
                      <a:pt x="223" y="2832"/>
                    </a:cubicBezTo>
                    <a:cubicBezTo>
                      <a:pt x="225" y="2827"/>
                      <a:pt x="227" y="2822"/>
                      <a:pt x="230" y="2818"/>
                    </a:cubicBezTo>
                    <a:cubicBezTo>
                      <a:pt x="232" y="2814"/>
                      <a:pt x="236" y="2811"/>
                      <a:pt x="236" y="2806"/>
                    </a:cubicBezTo>
                    <a:cubicBezTo>
                      <a:pt x="235" y="2801"/>
                      <a:pt x="231" y="2797"/>
                      <a:pt x="226" y="2798"/>
                    </a:cubicBezTo>
                    <a:cubicBezTo>
                      <a:pt x="225" y="2798"/>
                      <a:pt x="223" y="2799"/>
                      <a:pt x="222" y="2799"/>
                    </a:cubicBezTo>
                    <a:cubicBezTo>
                      <a:pt x="221" y="2800"/>
                      <a:pt x="220" y="2800"/>
                      <a:pt x="219" y="2800"/>
                    </a:cubicBezTo>
                    <a:cubicBezTo>
                      <a:pt x="217" y="2800"/>
                      <a:pt x="214" y="2800"/>
                      <a:pt x="212" y="2801"/>
                    </a:cubicBezTo>
                    <a:cubicBezTo>
                      <a:pt x="211" y="2801"/>
                      <a:pt x="210" y="2802"/>
                      <a:pt x="208" y="2802"/>
                    </a:cubicBezTo>
                    <a:cubicBezTo>
                      <a:pt x="207" y="2803"/>
                      <a:pt x="206" y="2803"/>
                      <a:pt x="204" y="2803"/>
                    </a:cubicBezTo>
                    <a:cubicBezTo>
                      <a:pt x="203" y="2804"/>
                      <a:pt x="201" y="2804"/>
                      <a:pt x="200" y="2805"/>
                    </a:cubicBezTo>
                    <a:cubicBezTo>
                      <a:pt x="196" y="2807"/>
                      <a:pt x="193" y="2809"/>
                      <a:pt x="190" y="2812"/>
                    </a:cubicBezTo>
                    <a:cubicBezTo>
                      <a:pt x="188" y="2814"/>
                      <a:pt x="185" y="2815"/>
                      <a:pt x="183" y="2818"/>
                    </a:cubicBezTo>
                    <a:cubicBezTo>
                      <a:pt x="182" y="2819"/>
                      <a:pt x="182" y="2820"/>
                      <a:pt x="181" y="2821"/>
                    </a:cubicBezTo>
                    <a:cubicBezTo>
                      <a:pt x="180" y="2821"/>
                      <a:pt x="178" y="2822"/>
                      <a:pt x="177" y="2823"/>
                    </a:cubicBezTo>
                    <a:cubicBezTo>
                      <a:pt x="175" y="2824"/>
                      <a:pt x="173" y="2825"/>
                      <a:pt x="172" y="2827"/>
                    </a:cubicBezTo>
                    <a:cubicBezTo>
                      <a:pt x="171" y="2828"/>
                      <a:pt x="169" y="2829"/>
                      <a:pt x="168" y="2830"/>
                    </a:cubicBezTo>
                    <a:cubicBezTo>
                      <a:pt x="167" y="2831"/>
                      <a:pt x="166" y="2831"/>
                      <a:pt x="165" y="2832"/>
                    </a:cubicBezTo>
                    <a:cubicBezTo>
                      <a:pt x="164" y="2833"/>
                      <a:pt x="164" y="2833"/>
                      <a:pt x="163" y="2834"/>
                    </a:cubicBezTo>
                    <a:cubicBezTo>
                      <a:pt x="162" y="2837"/>
                      <a:pt x="159" y="2838"/>
                      <a:pt x="157" y="2841"/>
                    </a:cubicBezTo>
                    <a:cubicBezTo>
                      <a:pt x="156" y="2842"/>
                      <a:pt x="155" y="2844"/>
                      <a:pt x="154" y="2846"/>
                    </a:cubicBezTo>
                    <a:cubicBezTo>
                      <a:pt x="154" y="2848"/>
                      <a:pt x="154" y="2850"/>
                      <a:pt x="154" y="2852"/>
                    </a:cubicBezTo>
                    <a:cubicBezTo>
                      <a:pt x="154" y="2853"/>
                      <a:pt x="153" y="2854"/>
                      <a:pt x="153" y="2855"/>
                    </a:cubicBezTo>
                    <a:cubicBezTo>
                      <a:pt x="153" y="2856"/>
                      <a:pt x="154" y="2856"/>
                      <a:pt x="154" y="2857"/>
                    </a:cubicBezTo>
                    <a:cubicBezTo>
                      <a:pt x="154" y="2859"/>
                      <a:pt x="155" y="2860"/>
                      <a:pt x="156" y="2861"/>
                    </a:cubicBezTo>
                    <a:cubicBezTo>
                      <a:pt x="157" y="2863"/>
                      <a:pt x="158" y="2865"/>
                      <a:pt x="159" y="2865"/>
                    </a:cubicBezTo>
                    <a:cubicBezTo>
                      <a:pt x="164" y="2867"/>
                      <a:pt x="167" y="2861"/>
                      <a:pt x="171" y="2860"/>
                    </a:cubicBezTo>
                    <a:cubicBezTo>
                      <a:pt x="173" y="2860"/>
                      <a:pt x="175" y="2859"/>
                      <a:pt x="176" y="2860"/>
                    </a:cubicBezTo>
                    <a:cubicBezTo>
                      <a:pt x="177" y="2861"/>
                      <a:pt x="178" y="2863"/>
                      <a:pt x="178" y="2864"/>
                    </a:cubicBezTo>
                    <a:cubicBezTo>
                      <a:pt x="177" y="2867"/>
                      <a:pt x="174" y="2867"/>
                      <a:pt x="171" y="2868"/>
                    </a:cubicBezTo>
                    <a:cubicBezTo>
                      <a:pt x="168" y="2868"/>
                      <a:pt x="165" y="2870"/>
                      <a:pt x="162" y="2870"/>
                    </a:cubicBezTo>
                    <a:cubicBezTo>
                      <a:pt x="157" y="2871"/>
                      <a:pt x="152" y="2871"/>
                      <a:pt x="148" y="2874"/>
                    </a:cubicBezTo>
                    <a:cubicBezTo>
                      <a:pt x="145" y="2876"/>
                      <a:pt x="142" y="2879"/>
                      <a:pt x="140" y="2882"/>
                    </a:cubicBezTo>
                    <a:cubicBezTo>
                      <a:pt x="138" y="2884"/>
                      <a:pt x="136" y="2886"/>
                      <a:pt x="134" y="2888"/>
                    </a:cubicBezTo>
                    <a:cubicBezTo>
                      <a:pt x="131" y="2890"/>
                      <a:pt x="128" y="2892"/>
                      <a:pt x="126" y="2896"/>
                    </a:cubicBezTo>
                    <a:cubicBezTo>
                      <a:pt x="125" y="2898"/>
                      <a:pt x="126" y="2903"/>
                      <a:pt x="122" y="2904"/>
                    </a:cubicBezTo>
                    <a:cubicBezTo>
                      <a:pt x="121" y="2905"/>
                      <a:pt x="119" y="2905"/>
                      <a:pt x="117" y="2904"/>
                    </a:cubicBezTo>
                    <a:cubicBezTo>
                      <a:pt x="115" y="2904"/>
                      <a:pt x="113" y="2905"/>
                      <a:pt x="111" y="2904"/>
                    </a:cubicBezTo>
                    <a:cubicBezTo>
                      <a:pt x="110" y="2904"/>
                      <a:pt x="108" y="2904"/>
                      <a:pt x="106" y="2904"/>
                    </a:cubicBezTo>
                    <a:cubicBezTo>
                      <a:pt x="104" y="2905"/>
                      <a:pt x="102" y="2906"/>
                      <a:pt x="100" y="2907"/>
                    </a:cubicBezTo>
                    <a:cubicBezTo>
                      <a:pt x="97" y="2907"/>
                      <a:pt x="96" y="2908"/>
                      <a:pt x="95" y="2910"/>
                    </a:cubicBezTo>
                    <a:cubicBezTo>
                      <a:pt x="94" y="2912"/>
                      <a:pt x="94" y="2913"/>
                      <a:pt x="92" y="2914"/>
                    </a:cubicBezTo>
                    <a:cubicBezTo>
                      <a:pt x="90" y="2915"/>
                      <a:pt x="88" y="2916"/>
                      <a:pt x="87" y="2917"/>
                    </a:cubicBezTo>
                    <a:cubicBezTo>
                      <a:pt x="85" y="2918"/>
                      <a:pt x="83" y="2919"/>
                      <a:pt x="82" y="2921"/>
                    </a:cubicBezTo>
                    <a:cubicBezTo>
                      <a:pt x="81" y="2922"/>
                      <a:pt x="81" y="2922"/>
                      <a:pt x="80" y="2923"/>
                    </a:cubicBezTo>
                    <a:cubicBezTo>
                      <a:pt x="80" y="2924"/>
                      <a:pt x="80" y="2925"/>
                      <a:pt x="79" y="2926"/>
                    </a:cubicBezTo>
                    <a:cubicBezTo>
                      <a:pt x="82" y="2928"/>
                      <a:pt x="84" y="2927"/>
                      <a:pt x="87" y="2928"/>
                    </a:cubicBezTo>
                    <a:cubicBezTo>
                      <a:pt x="90" y="2928"/>
                      <a:pt x="92" y="2930"/>
                      <a:pt x="93" y="2932"/>
                    </a:cubicBezTo>
                    <a:cubicBezTo>
                      <a:pt x="95" y="2934"/>
                      <a:pt x="95" y="2936"/>
                      <a:pt x="97" y="2938"/>
                    </a:cubicBezTo>
                    <a:cubicBezTo>
                      <a:pt x="98" y="2940"/>
                      <a:pt x="100" y="2941"/>
                      <a:pt x="102" y="2943"/>
                    </a:cubicBezTo>
                    <a:cubicBezTo>
                      <a:pt x="103" y="2944"/>
                      <a:pt x="104" y="2948"/>
                      <a:pt x="106" y="2948"/>
                    </a:cubicBezTo>
                    <a:cubicBezTo>
                      <a:pt x="108" y="2949"/>
                      <a:pt x="111" y="2944"/>
                      <a:pt x="113" y="2943"/>
                    </a:cubicBezTo>
                    <a:cubicBezTo>
                      <a:pt x="116" y="2940"/>
                      <a:pt x="119" y="2937"/>
                      <a:pt x="121" y="2932"/>
                    </a:cubicBezTo>
                    <a:cubicBezTo>
                      <a:pt x="121" y="2931"/>
                      <a:pt x="123" y="2928"/>
                      <a:pt x="124" y="2931"/>
                    </a:cubicBezTo>
                    <a:cubicBezTo>
                      <a:pt x="125" y="2935"/>
                      <a:pt x="122" y="2939"/>
                      <a:pt x="120" y="2941"/>
                    </a:cubicBezTo>
                    <a:cubicBezTo>
                      <a:pt x="118" y="2943"/>
                      <a:pt x="118" y="2946"/>
                      <a:pt x="118" y="2949"/>
                    </a:cubicBezTo>
                    <a:cubicBezTo>
                      <a:pt x="119" y="2953"/>
                      <a:pt x="121" y="2954"/>
                      <a:pt x="125" y="2955"/>
                    </a:cubicBezTo>
                    <a:cubicBezTo>
                      <a:pt x="128" y="2955"/>
                      <a:pt x="131" y="2955"/>
                      <a:pt x="134" y="2955"/>
                    </a:cubicBezTo>
                    <a:cubicBezTo>
                      <a:pt x="137" y="2954"/>
                      <a:pt x="140" y="2953"/>
                      <a:pt x="142" y="2952"/>
                    </a:cubicBezTo>
                    <a:cubicBezTo>
                      <a:pt x="149" y="2950"/>
                      <a:pt x="156" y="2946"/>
                      <a:pt x="162" y="2942"/>
                    </a:cubicBezTo>
                    <a:cubicBezTo>
                      <a:pt x="163" y="2941"/>
                      <a:pt x="165" y="2939"/>
                      <a:pt x="166" y="2938"/>
                    </a:cubicBezTo>
                    <a:cubicBezTo>
                      <a:pt x="168" y="2938"/>
                      <a:pt x="170" y="2938"/>
                      <a:pt x="171" y="2938"/>
                    </a:cubicBezTo>
                    <a:cubicBezTo>
                      <a:pt x="171" y="2938"/>
                      <a:pt x="172" y="2938"/>
                      <a:pt x="172" y="2938"/>
                    </a:cubicBezTo>
                    <a:cubicBezTo>
                      <a:pt x="172" y="2938"/>
                      <a:pt x="173" y="2938"/>
                      <a:pt x="173" y="2938"/>
                    </a:cubicBezTo>
                    <a:cubicBezTo>
                      <a:pt x="174" y="2939"/>
                      <a:pt x="173" y="2940"/>
                      <a:pt x="172" y="2940"/>
                    </a:cubicBezTo>
                    <a:cubicBezTo>
                      <a:pt x="170" y="2941"/>
                      <a:pt x="168" y="2942"/>
                      <a:pt x="166" y="2944"/>
                    </a:cubicBezTo>
                    <a:cubicBezTo>
                      <a:pt x="164" y="2945"/>
                      <a:pt x="162" y="2946"/>
                      <a:pt x="160" y="2948"/>
                    </a:cubicBezTo>
                    <a:cubicBezTo>
                      <a:pt x="157" y="2951"/>
                      <a:pt x="153" y="2952"/>
                      <a:pt x="149" y="2954"/>
                    </a:cubicBezTo>
                    <a:cubicBezTo>
                      <a:pt x="147" y="2954"/>
                      <a:pt x="145" y="2955"/>
                      <a:pt x="143" y="2956"/>
                    </a:cubicBezTo>
                    <a:cubicBezTo>
                      <a:pt x="142" y="2958"/>
                      <a:pt x="141" y="2959"/>
                      <a:pt x="139" y="2959"/>
                    </a:cubicBezTo>
                    <a:cubicBezTo>
                      <a:pt x="136" y="2960"/>
                      <a:pt x="133" y="2960"/>
                      <a:pt x="130" y="2961"/>
                    </a:cubicBezTo>
                    <a:cubicBezTo>
                      <a:pt x="128" y="2961"/>
                      <a:pt x="126" y="2962"/>
                      <a:pt x="123" y="2962"/>
                    </a:cubicBezTo>
                    <a:cubicBezTo>
                      <a:pt x="121" y="2961"/>
                      <a:pt x="119" y="2959"/>
                      <a:pt x="117" y="2957"/>
                    </a:cubicBezTo>
                    <a:cubicBezTo>
                      <a:pt x="114" y="2954"/>
                      <a:pt x="110" y="2952"/>
                      <a:pt x="106" y="2956"/>
                    </a:cubicBezTo>
                    <a:cubicBezTo>
                      <a:pt x="104" y="2959"/>
                      <a:pt x="103" y="2960"/>
                      <a:pt x="101" y="2960"/>
                    </a:cubicBezTo>
                    <a:cubicBezTo>
                      <a:pt x="97" y="2961"/>
                      <a:pt x="94" y="2961"/>
                      <a:pt x="92" y="2964"/>
                    </a:cubicBezTo>
                    <a:cubicBezTo>
                      <a:pt x="90" y="2966"/>
                      <a:pt x="88" y="2969"/>
                      <a:pt x="88" y="2972"/>
                    </a:cubicBezTo>
                    <a:cubicBezTo>
                      <a:pt x="87" y="2976"/>
                      <a:pt x="89" y="2977"/>
                      <a:pt x="93" y="2977"/>
                    </a:cubicBezTo>
                    <a:cubicBezTo>
                      <a:pt x="96" y="2977"/>
                      <a:pt x="98" y="2977"/>
                      <a:pt x="101" y="2977"/>
                    </a:cubicBezTo>
                    <a:cubicBezTo>
                      <a:pt x="102" y="2977"/>
                      <a:pt x="105" y="2976"/>
                      <a:pt x="105" y="2977"/>
                    </a:cubicBezTo>
                    <a:cubicBezTo>
                      <a:pt x="106" y="2980"/>
                      <a:pt x="96" y="2981"/>
                      <a:pt x="95" y="2981"/>
                    </a:cubicBezTo>
                    <a:cubicBezTo>
                      <a:pt x="92" y="2981"/>
                      <a:pt x="88" y="2980"/>
                      <a:pt x="87" y="2983"/>
                    </a:cubicBezTo>
                    <a:cubicBezTo>
                      <a:pt x="87" y="2985"/>
                      <a:pt x="86" y="2990"/>
                      <a:pt x="84" y="2987"/>
                    </a:cubicBezTo>
                    <a:cubicBezTo>
                      <a:pt x="81" y="2984"/>
                      <a:pt x="81" y="2980"/>
                      <a:pt x="80" y="2976"/>
                    </a:cubicBezTo>
                    <a:cubicBezTo>
                      <a:pt x="79" y="2974"/>
                      <a:pt x="76" y="2973"/>
                      <a:pt x="74" y="2973"/>
                    </a:cubicBezTo>
                    <a:cubicBezTo>
                      <a:pt x="72" y="2973"/>
                      <a:pt x="69" y="2972"/>
                      <a:pt x="67" y="2971"/>
                    </a:cubicBezTo>
                    <a:cubicBezTo>
                      <a:pt x="65" y="2970"/>
                      <a:pt x="63" y="2968"/>
                      <a:pt x="61" y="2968"/>
                    </a:cubicBezTo>
                    <a:cubicBezTo>
                      <a:pt x="58" y="2969"/>
                      <a:pt x="56" y="2973"/>
                      <a:pt x="56" y="2976"/>
                    </a:cubicBezTo>
                    <a:cubicBezTo>
                      <a:pt x="54" y="2978"/>
                      <a:pt x="55" y="2981"/>
                      <a:pt x="54" y="2985"/>
                    </a:cubicBezTo>
                    <a:cubicBezTo>
                      <a:pt x="54" y="2992"/>
                      <a:pt x="51" y="3000"/>
                      <a:pt x="44" y="3003"/>
                    </a:cubicBezTo>
                    <a:cubicBezTo>
                      <a:pt x="42" y="3004"/>
                      <a:pt x="37" y="3005"/>
                      <a:pt x="37" y="3001"/>
                    </a:cubicBezTo>
                    <a:cubicBezTo>
                      <a:pt x="37" y="2999"/>
                      <a:pt x="41" y="2999"/>
                      <a:pt x="42" y="2998"/>
                    </a:cubicBezTo>
                    <a:cubicBezTo>
                      <a:pt x="45" y="2997"/>
                      <a:pt x="45" y="2993"/>
                      <a:pt x="45" y="2990"/>
                    </a:cubicBezTo>
                    <a:cubicBezTo>
                      <a:pt x="45" y="2987"/>
                      <a:pt x="46" y="2984"/>
                      <a:pt x="46" y="2981"/>
                    </a:cubicBezTo>
                    <a:cubicBezTo>
                      <a:pt x="47" y="2978"/>
                      <a:pt x="48" y="2975"/>
                      <a:pt x="50" y="2972"/>
                    </a:cubicBezTo>
                    <a:cubicBezTo>
                      <a:pt x="52" y="2970"/>
                      <a:pt x="55" y="2967"/>
                      <a:pt x="55" y="2964"/>
                    </a:cubicBezTo>
                    <a:cubicBezTo>
                      <a:pt x="55" y="2961"/>
                      <a:pt x="53" y="2958"/>
                      <a:pt x="53" y="2956"/>
                    </a:cubicBezTo>
                    <a:cubicBezTo>
                      <a:pt x="53" y="2953"/>
                      <a:pt x="53" y="2951"/>
                      <a:pt x="50" y="2952"/>
                    </a:cubicBezTo>
                    <a:cubicBezTo>
                      <a:pt x="47" y="2954"/>
                      <a:pt x="44" y="2957"/>
                      <a:pt x="42" y="2960"/>
                    </a:cubicBezTo>
                    <a:cubicBezTo>
                      <a:pt x="41" y="2962"/>
                      <a:pt x="38" y="2963"/>
                      <a:pt x="37" y="2965"/>
                    </a:cubicBezTo>
                    <a:cubicBezTo>
                      <a:pt x="35" y="2968"/>
                      <a:pt x="37" y="2972"/>
                      <a:pt x="38" y="2975"/>
                    </a:cubicBezTo>
                    <a:cubicBezTo>
                      <a:pt x="38" y="2977"/>
                      <a:pt x="38" y="2982"/>
                      <a:pt x="35" y="2980"/>
                    </a:cubicBezTo>
                    <a:cubicBezTo>
                      <a:pt x="33" y="2979"/>
                      <a:pt x="34" y="2975"/>
                      <a:pt x="32" y="2973"/>
                    </a:cubicBezTo>
                    <a:cubicBezTo>
                      <a:pt x="30" y="2970"/>
                      <a:pt x="27" y="2973"/>
                      <a:pt x="25" y="2975"/>
                    </a:cubicBezTo>
                    <a:cubicBezTo>
                      <a:pt x="23" y="2977"/>
                      <a:pt x="20" y="2978"/>
                      <a:pt x="17" y="2980"/>
                    </a:cubicBezTo>
                    <a:cubicBezTo>
                      <a:pt x="15" y="2981"/>
                      <a:pt x="13" y="2983"/>
                      <a:pt x="11" y="2985"/>
                    </a:cubicBezTo>
                    <a:cubicBezTo>
                      <a:pt x="10" y="2986"/>
                      <a:pt x="10" y="2988"/>
                      <a:pt x="9" y="2989"/>
                    </a:cubicBezTo>
                    <a:cubicBezTo>
                      <a:pt x="7" y="2995"/>
                      <a:pt x="0" y="3000"/>
                      <a:pt x="4" y="3006"/>
                    </a:cubicBezTo>
                    <a:cubicBezTo>
                      <a:pt x="5" y="3008"/>
                      <a:pt x="5" y="3009"/>
                      <a:pt x="3" y="3011"/>
                    </a:cubicBezTo>
                    <a:cubicBezTo>
                      <a:pt x="1" y="3012"/>
                      <a:pt x="0" y="3013"/>
                      <a:pt x="0" y="3015"/>
                    </a:cubicBezTo>
                    <a:cubicBezTo>
                      <a:pt x="0" y="3018"/>
                      <a:pt x="0" y="3021"/>
                      <a:pt x="1" y="3024"/>
                    </a:cubicBezTo>
                    <a:cubicBezTo>
                      <a:pt x="1" y="3026"/>
                      <a:pt x="3" y="3028"/>
                      <a:pt x="4" y="3030"/>
                    </a:cubicBezTo>
                    <a:cubicBezTo>
                      <a:pt x="6" y="3035"/>
                      <a:pt x="4" y="3042"/>
                      <a:pt x="7" y="3047"/>
                    </a:cubicBezTo>
                    <a:cubicBezTo>
                      <a:pt x="8" y="3050"/>
                      <a:pt x="11" y="3049"/>
                      <a:pt x="12" y="3047"/>
                    </a:cubicBezTo>
                    <a:cubicBezTo>
                      <a:pt x="15" y="3045"/>
                      <a:pt x="16" y="3042"/>
                      <a:pt x="16" y="3038"/>
                    </a:cubicBezTo>
                    <a:cubicBezTo>
                      <a:pt x="16" y="3035"/>
                      <a:pt x="15" y="3031"/>
                      <a:pt x="17" y="3029"/>
                    </a:cubicBezTo>
                    <a:cubicBezTo>
                      <a:pt x="21" y="3026"/>
                      <a:pt x="20" y="3033"/>
                      <a:pt x="20" y="3034"/>
                    </a:cubicBezTo>
                    <a:cubicBezTo>
                      <a:pt x="19" y="3038"/>
                      <a:pt x="17" y="3042"/>
                      <a:pt x="16" y="3046"/>
                    </a:cubicBezTo>
                    <a:cubicBezTo>
                      <a:pt x="16" y="3049"/>
                      <a:pt x="15" y="3053"/>
                      <a:pt x="16" y="3056"/>
                    </a:cubicBezTo>
                    <a:cubicBezTo>
                      <a:pt x="17" y="3059"/>
                      <a:pt x="20" y="3059"/>
                      <a:pt x="22" y="3058"/>
                    </a:cubicBezTo>
                    <a:cubicBezTo>
                      <a:pt x="24" y="3056"/>
                      <a:pt x="25" y="3054"/>
                      <a:pt x="25" y="3051"/>
                    </a:cubicBezTo>
                    <a:cubicBezTo>
                      <a:pt x="25" y="3050"/>
                      <a:pt x="26" y="3043"/>
                      <a:pt x="27" y="3044"/>
                    </a:cubicBezTo>
                    <a:cubicBezTo>
                      <a:pt x="28" y="3044"/>
                      <a:pt x="27" y="3048"/>
                      <a:pt x="27" y="3048"/>
                    </a:cubicBezTo>
                    <a:cubicBezTo>
                      <a:pt x="27" y="3051"/>
                      <a:pt x="26" y="3053"/>
                      <a:pt x="26" y="3055"/>
                    </a:cubicBezTo>
                    <a:cubicBezTo>
                      <a:pt x="25" y="3057"/>
                      <a:pt x="24" y="3059"/>
                      <a:pt x="25" y="3061"/>
                    </a:cubicBezTo>
                    <a:cubicBezTo>
                      <a:pt x="25" y="3063"/>
                      <a:pt x="27" y="3065"/>
                      <a:pt x="28" y="3067"/>
                    </a:cubicBezTo>
                    <a:cubicBezTo>
                      <a:pt x="33" y="3069"/>
                      <a:pt x="39" y="3070"/>
                      <a:pt x="43" y="3067"/>
                    </a:cubicBezTo>
                    <a:cubicBezTo>
                      <a:pt x="47" y="3063"/>
                      <a:pt x="49" y="3057"/>
                      <a:pt x="50" y="3052"/>
                    </a:cubicBezTo>
                    <a:cubicBezTo>
                      <a:pt x="50" y="3048"/>
                      <a:pt x="50" y="3045"/>
                      <a:pt x="49" y="3041"/>
                    </a:cubicBezTo>
                    <a:cubicBezTo>
                      <a:pt x="49" y="3039"/>
                      <a:pt x="49" y="3036"/>
                      <a:pt x="49" y="3033"/>
                    </a:cubicBezTo>
                    <a:cubicBezTo>
                      <a:pt x="48" y="3030"/>
                      <a:pt x="48" y="3027"/>
                      <a:pt x="47" y="3024"/>
                    </a:cubicBezTo>
                    <a:cubicBezTo>
                      <a:pt x="47" y="3023"/>
                      <a:pt x="47" y="3021"/>
                      <a:pt x="46" y="3021"/>
                    </a:cubicBezTo>
                    <a:cubicBezTo>
                      <a:pt x="45" y="3021"/>
                      <a:pt x="44" y="3022"/>
                      <a:pt x="43" y="3023"/>
                    </a:cubicBezTo>
                    <a:cubicBezTo>
                      <a:pt x="42" y="3024"/>
                      <a:pt x="36" y="3029"/>
                      <a:pt x="35" y="3028"/>
                    </a:cubicBezTo>
                    <a:cubicBezTo>
                      <a:pt x="34" y="3027"/>
                      <a:pt x="40" y="3022"/>
                      <a:pt x="41" y="3021"/>
                    </a:cubicBezTo>
                    <a:cubicBezTo>
                      <a:pt x="43" y="3020"/>
                      <a:pt x="46" y="3016"/>
                      <a:pt x="49" y="3017"/>
                    </a:cubicBezTo>
                    <a:cubicBezTo>
                      <a:pt x="52" y="3018"/>
                      <a:pt x="54" y="3022"/>
                      <a:pt x="54" y="3024"/>
                    </a:cubicBezTo>
                    <a:cubicBezTo>
                      <a:pt x="55" y="3029"/>
                      <a:pt x="54" y="3033"/>
                      <a:pt x="54" y="3038"/>
                    </a:cubicBezTo>
                    <a:cubicBezTo>
                      <a:pt x="54" y="3043"/>
                      <a:pt x="55" y="3047"/>
                      <a:pt x="54" y="3052"/>
                    </a:cubicBezTo>
                    <a:cubicBezTo>
                      <a:pt x="54" y="3055"/>
                      <a:pt x="52" y="3057"/>
                      <a:pt x="51" y="3059"/>
                    </a:cubicBezTo>
                    <a:cubicBezTo>
                      <a:pt x="49" y="3062"/>
                      <a:pt x="49" y="3065"/>
                      <a:pt x="49" y="3067"/>
                    </a:cubicBezTo>
                    <a:cubicBezTo>
                      <a:pt x="50" y="3069"/>
                      <a:pt x="50" y="3074"/>
                      <a:pt x="53" y="3073"/>
                    </a:cubicBezTo>
                    <a:cubicBezTo>
                      <a:pt x="55" y="3072"/>
                      <a:pt x="57" y="3070"/>
                      <a:pt x="59" y="3069"/>
                    </a:cubicBezTo>
                    <a:cubicBezTo>
                      <a:pt x="61" y="3067"/>
                      <a:pt x="64" y="3065"/>
                      <a:pt x="67" y="3064"/>
                    </a:cubicBezTo>
                    <a:cubicBezTo>
                      <a:pt x="71" y="3063"/>
                      <a:pt x="73" y="3063"/>
                      <a:pt x="77" y="3064"/>
                    </a:cubicBezTo>
                    <a:cubicBezTo>
                      <a:pt x="80" y="3064"/>
                      <a:pt x="83" y="3064"/>
                      <a:pt x="85" y="3063"/>
                    </a:cubicBezTo>
                    <a:cubicBezTo>
                      <a:pt x="88" y="3061"/>
                      <a:pt x="87" y="3059"/>
                      <a:pt x="87" y="3056"/>
                    </a:cubicBezTo>
                    <a:cubicBezTo>
                      <a:pt x="87" y="3053"/>
                      <a:pt x="87" y="3049"/>
                      <a:pt x="86" y="3046"/>
                    </a:cubicBezTo>
                    <a:cubicBezTo>
                      <a:pt x="85" y="3039"/>
                      <a:pt x="79" y="3035"/>
                      <a:pt x="73" y="3037"/>
                    </a:cubicBezTo>
                    <a:cubicBezTo>
                      <a:pt x="70" y="3037"/>
                      <a:pt x="67" y="3038"/>
                      <a:pt x="65" y="3038"/>
                    </a:cubicBezTo>
                    <a:cubicBezTo>
                      <a:pt x="66" y="3037"/>
                      <a:pt x="68" y="3036"/>
                      <a:pt x="71" y="3035"/>
                    </a:cubicBezTo>
                    <a:cubicBezTo>
                      <a:pt x="72" y="3034"/>
                      <a:pt x="74" y="3034"/>
                      <a:pt x="74" y="3033"/>
                    </a:cubicBezTo>
                    <a:cubicBezTo>
                      <a:pt x="75" y="3032"/>
                      <a:pt x="75" y="3030"/>
                      <a:pt x="77" y="3030"/>
                    </a:cubicBezTo>
                    <a:cubicBezTo>
                      <a:pt x="79" y="3030"/>
                      <a:pt x="79" y="3032"/>
                      <a:pt x="81" y="3032"/>
                    </a:cubicBezTo>
                    <a:cubicBezTo>
                      <a:pt x="84" y="3033"/>
                      <a:pt x="85" y="3025"/>
                      <a:pt x="86" y="3023"/>
                    </a:cubicBezTo>
                    <a:cubicBezTo>
                      <a:pt x="86" y="3022"/>
                      <a:pt x="87" y="3020"/>
                      <a:pt x="87" y="3018"/>
                    </a:cubicBezTo>
                    <a:cubicBezTo>
                      <a:pt x="87" y="3017"/>
                      <a:pt x="86" y="3015"/>
                      <a:pt x="86" y="3013"/>
                    </a:cubicBezTo>
                    <a:cubicBezTo>
                      <a:pt x="86" y="3012"/>
                      <a:pt x="86" y="3012"/>
                      <a:pt x="87" y="3012"/>
                    </a:cubicBezTo>
                    <a:cubicBezTo>
                      <a:pt x="88" y="3012"/>
                      <a:pt x="90" y="3012"/>
                      <a:pt x="91" y="3012"/>
                    </a:cubicBezTo>
                    <a:cubicBezTo>
                      <a:pt x="94" y="3013"/>
                      <a:pt x="94" y="3018"/>
                      <a:pt x="93" y="3020"/>
                    </a:cubicBezTo>
                    <a:cubicBezTo>
                      <a:pt x="93" y="3023"/>
                      <a:pt x="93" y="3025"/>
                      <a:pt x="94" y="3027"/>
                    </a:cubicBezTo>
                    <a:cubicBezTo>
                      <a:pt x="94" y="3029"/>
                      <a:pt x="95" y="3031"/>
                      <a:pt x="96" y="3032"/>
                    </a:cubicBezTo>
                    <a:cubicBezTo>
                      <a:pt x="97" y="3032"/>
                      <a:pt x="97" y="3032"/>
                      <a:pt x="97" y="3032"/>
                    </a:cubicBezTo>
                    <a:cubicBezTo>
                      <a:pt x="98" y="3032"/>
                      <a:pt x="99" y="3032"/>
                      <a:pt x="100" y="3032"/>
                    </a:cubicBezTo>
                    <a:cubicBezTo>
                      <a:pt x="102" y="3033"/>
                      <a:pt x="104" y="3032"/>
                      <a:pt x="106" y="3032"/>
                    </a:cubicBezTo>
                    <a:cubicBezTo>
                      <a:pt x="108" y="3031"/>
                      <a:pt x="110" y="3031"/>
                      <a:pt x="112" y="3031"/>
                    </a:cubicBezTo>
                    <a:cubicBezTo>
                      <a:pt x="113" y="3031"/>
                      <a:pt x="114" y="3031"/>
                      <a:pt x="115" y="3031"/>
                    </a:cubicBezTo>
                    <a:cubicBezTo>
                      <a:pt x="116" y="3031"/>
                      <a:pt x="117" y="3031"/>
                      <a:pt x="118" y="3032"/>
                    </a:cubicBezTo>
                    <a:cubicBezTo>
                      <a:pt x="120" y="3032"/>
                      <a:pt x="123" y="3032"/>
                      <a:pt x="126" y="3033"/>
                    </a:cubicBezTo>
                    <a:cubicBezTo>
                      <a:pt x="123" y="3037"/>
                      <a:pt x="117" y="3035"/>
                      <a:pt x="113" y="3035"/>
                    </a:cubicBezTo>
                    <a:cubicBezTo>
                      <a:pt x="109" y="3035"/>
                      <a:pt x="105" y="3034"/>
                      <a:pt x="101" y="3035"/>
                    </a:cubicBezTo>
                    <a:cubicBezTo>
                      <a:pt x="97" y="3036"/>
                      <a:pt x="94" y="3037"/>
                      <a:pt x="93" y="3041"/>
                    </a:cubicBezTo>
                    <a:cubicBezTo>
                      <a:pt x="93" y="3044"/>
                      <a:pt x="93" y="3046"/>
                      <a:pt x="93" y="3049"/>
                    </a:cubicBezTo>
                    <a:cubicBezTo>
                      <a:pt x="93" y="3051"/>
                      <a:pt x="93" y="3054"/>
                      <a:pt x="94" y="3056"/>
                    </a:cubicBezTo>
                    <a:cubicBezTo>
                      <a:pt x="95" y="3062"/>
                      <a:pt x="100" y="3062"/>
                      <a:pt x="104" y="3059"/>
                    </a:cubicBezTo>
                    <a:cubicBezTo>
                      <a:pt x="107" y="3056"/>
                      <a:pt x="107" y="3050"/>
                      <a:pt x="112" y="3049"/>
                    </a:cubicBezTo>
                    <a:cubicBezTo>
                      <a:pt x="117" y="3048"/>
                      <a:pt x="123" y="3051"/>
                      <a:pt x="127" y="3047"/>
                    </a:cubicBezTo>
                    <a:cubicBezTo>
                      <a:pt x="130" y="3045"/>
                      <a:pt x="131" y="3042"/>
                      <a:pt x="133" y="3039"/>
                    </a:cubicBezTo>
                    <a:cubicBezTo>
                      <a:pt x="134" y="3039"/>
                      <a:pt x="135" y="3039"/>
                      <a:pt x="135" y="3038"/>
                    </a:cubicBezTo>
                    <a:cubicBezTo>
                      <a:pt x="136" y="3037"/>
                      <a:pt x="136" y="3036"/>
                      <a:pt x="137" y="3035"/>
                    </a:cubicBezTo>
                    <a:cubicBezTo>
                      <a:pt x="138" y="3033"/>
                      <a:pt x="140" y="3032"/>
                      <a:pt x="141" y="3030"/>
                    </a:cubicBezTo>
                    <a:cubicBezTo>
                      <a:pt x="141" y="3029"/>
                      <a:pt x="142" y="3029"/>
                      <a:pt x="142" y="3029"/>
                    </a:cubicBezTo>
                    <a:cubicBezTo>
                      <a:pt x="142" y="3029"/>
                      <a:pt x="143" y="3029"/>
                      <a:pt x="143" y="3029"/>
                    </a:cubicBezTo>
                    <a:cubicBezTo>
                      <a:pt x="144" y="3028"/>
                      <a:pt x="144" y="3027"/>
                      <a:pt x="145" y="3027"/>
                    </a:cubicBezTo>
                    <a:cubicBezTo>
                      <a:pt x="147" y="3026"/>
                      <a:pt x="148" y="3025"/>
                      <a:pt x="149" y="3022"/>
                    </a:cubicBezTo>
                    <a:cubicBezTo>
                      <a:pt x="150" y="3019"/>
                      <a:pt x="150" y="3015"/>
                      <a:pt x="152" y="3012"/>
                    </a:cubicBezTo>
                    <a:cubicBezTo>
                      <a:pt x="155" y="3008"/>
                      <a:pt x="156" y="3005"/>
                      <a:pt x="157" y="3001"/>
                    </a:cubicBezTo>
                    <a:cubicBezTo>
                      <a:pt x="158" y="2999"/>
                      <a:pt x="159" y="2996"/>
                      <a:pt x="162" y="2996"/>
                    </a:cubicBezTo>
                    <a:cubicBezTo>
                      <a:pt x="164" y="2996"/>
                      <a:pt x="164" y="2997"/>
                      <a:pt x="164" y="2998"/>
                    </a:cubicBezTo>
                    <a:cubicBezTo>
                      <a:pt x="163" y="3001"/>
                      <a:pt x="162" y="3003"/>
                      <a:pt x="161" y="3005"/>
                    </a:cubicBezTo>
                    <a:cubicBezTo>
                      <a:pt x="159" y="3008"/>
                      <a:pt x="158" y="3012"/>
                      <a:pt x="156" y="3015"/>
                    </a:cubicBezTo>
                    <a:cubicBezTo>
                      <a:pt x="155" y="3018"/>
                      <a:pt x="154" y="3020"/>
                      <a:pt x="157" y="3022"/>
                    </a:cubicBezTo>
                    <a:cubicBezTo>
                      <a:pt x="160" y="3023"/>
                      <a:pt x="163" y="3023"/>
                      <a:pt x="166" y="3022"/>
                    </a:cubicBezTo>
                    <a:cubicBezTo>
                      <a:pt x="168" y="3022"/>
                      <a:pt x="171" y="3022"/>
                      <a:pt x="173" y="3022"/>
                    </a:cubicBezTo>
                    <a:cubicBezTo>
                      <a:pt x="175" y="3022"/>
                      <a:pt x="178" y="3023"/>
                      <a:pt x="180" y="3022"/>
                    </a:cubicBezTo>
                    <a:cubicBezTo>
                      <a:pt x="183" y="3022"/>
                      <a:pt x="186" y="3020"/>
                      <a:pt x="190" y="3021"/>
                    </a:cubicBezTo>
                    <a:cubicBezTo>
                      <a:pt x="186" y="3027"/>
                      <a:pt x="178" y="3026"/>
                      <a:pt x="172" y="3027"/>
                    </a:cubicBezTo>
                    <a:cubicBezTo>
                      <a:pt x="168" y="3027"/>
                      <a:pt x="165" y="3027"/>
                      <a:pt x="161" y="3026"/>
                    </a:cubicBezTo>
                    <a:cubicBezTo>
                      <a:pt x="158" y="3026"/>
                      <a:pt x="156" y="3026"/>
                      <a:pt x="154" y="3028"/>
                    </a:cubicBezTo>
                    <a:cubicBezTo>
                      <a:pt x="152" y="3030"/>
                      <a:pt x="151" y="3032"/>
                      <a:pt x="148" y="3033"/>
                    </a:cubicBezTo>
                    <a:cubicBezTo>
                      <a:pt x="145" y="3034"/>
                      <a:pt x="143" y="3035"/>
                      <a:pt x="141" y="3037"/>
                    </a:cubicBezTo>
                    <a:cubicBezTo>
                      <a:pt x="137" y="3042"/>
                      <a:pt x="138" y="3051"/>
                      <a:pt x="130" y="3050"/>
                    </a:cubicBezTo>
                    <a:cubicBezTo>
                      <a:pt x="126" y="3050"/>
                      <a:pt x="124" y="3052"/>
                      <a:pt x="122" y="3055"/>
                    </a:cubicBezTo>
                    <a:cubicBezTo>
                      <a:pt x="119" y="3058"/>
                      <a:pt x="117" y="3059"/>
                      <a:pt x="114" y="3059"/>
                    </a:cubicBezTo>
                    <a:cubicBezTo>
                      <a:pt x="112" y="3060"/>
                      <a:pt x="108" y="3061"/>
                      <a:pt x="108" y="3064"/>
                    </a:cubicBezTo>
                    <a:cubicBezTo>
                      <a:pt x="108" y="3067"/>
                      <a:pt x="113" y="3066"/>
                      <a:pt x="115" y="3067"/>
                    </a:cubicBezTo>
                    <a:cubicBezTo>
                      <a:pt x="118" y="3068"/>
                      <a:pt x="119" y="3071"/>
                      <a:pt x="121" y="3072"/>
                    </a:cubicBezTo>
                    <a:cubicBezTo>
                      <a:pt x="124" y="3073"/>
                      <a:pt x="128" y="3072"/>
                      <a:pt x="130" y="3072"/>
                    </a:cubicBezTo>
                    <a:cubicBezTo>
                      <a:pt x="134" y="3072"/>
                      <a:pt x="134" y="3071"/>
                      <a:pt x="135" y="3068"/>
                    </a:cubicBezTo>
                    <a:cubicBezTo>
                      <a:pt x="136" y="3065"/>
                      <a:pt x="138" y="3064"/>
                      <a:pt x="140" y="3067"/>
                    </a:cubicBezTo>
                    <a:cubicBezTo>
                      <a:pt x="142" y="3070"/>
                      <a:pt x="142" y="3074"/>
                      <a:pt x="139" y="3076"/>
                    </a:cubicBezTo>
                    <a:cubicBezTo>
                      <a:pt x="136" y="3078"/>
                      <a:pt x="131" y="3078"/>
                      <a:pt x="127" y="3078"/>
                    </a:cubicBezTo>
                    <a:cubicBezTo>
                      <a:pt x="125" y="3078"/>
                      <a:pt x="117" y="3077"/>
                      <a:pt x="116" y="3079"/>
                    </a:cubicBezTo>
                    <a:cubicBezTo>
                      <a:pt x="115" y="3082"/>
                      <a:pt x="121" y="3084"/>
                      <a:pt x="122" y="3085"/>
                    </a:cubicBezTo>
                    <a:cubicBezTo>
                      <a:pt x="125" y="3085"/>
                      <a:pt x="129" y="3085"/>
                      <a:pt x="132" y="3085"/>
                    </a:cubicBezTo>
                    <a:cubicBezTo>
                      <a:pt x="136" y="3085"/>
                      <a:pt x="140" y="3085"/>
                      <a:pt x="144" y="3084"/>
                    </a:cubicBezTo>
                    <a:cubicBezTo>
                      <a:pt x="150" y="3082"/>
                      <a:pt x="155" y="3080"/>
                      <a:pt x="161" y="3079"/>
                    </a:cubicBezTo>
                    <a:cubicBezTo>
                      <a:pt x="163" y="3079"/>
                      <a:pt x="169" y="3079"/>
                      <a:pt x="170" y="3080"/>
                    </a:cubicBezTo>
                    <a:cubicBezTo>
                      <a:pt x="171" y="3082"/>
                      <a:pt x="164" y="3082"/>
                      <a:pt x="163" y="3082"/>
                    </a:cubicBezTo>
                    <a:cubicBezTo>
                      <a:pt x="159" y="3083"/>
                      <a:pt x="156" y="3083"/>
                      <a:pt x="153" y="3085"/>
                    </a:cubicBezTo>
                    <a:cubicBezTo>
                      <a:pt x="149" y="3087"/>
                      <a:pt x="145" y="3088"/>
                      <a:pt x="141" y="3090"/>
                    </a:cubicBezTo>
                    <a:cubicBezTo>
                      <a:pt x="137" y="3091"/>
                      <a:pt x="133" y="3091"/>
                      <a:pt x="129" y="3092"/>
                    </a:cubicBezTo>
                    <a:cubicBezTo>
                      <a:pt x="125" y="3092"/>
                      <a:pt x="122" y="3092"/>
                      <a:pt x="120" y="3094"/>
                    </a:cubicBezTo>
                    <a:cubicBezTo>
                      <a:pt x="117" y="3097"/>
                      <a:pt x="115" y="3100"/>
                      <a:pt x="112" y="3103"/>
                    </a:cubicBezTo>
                    <a:cubicBezTo>
                      <a:pt x="110" y="3104"/>
                      <a:pt x="107" y="3105"/>
                      <a:pt x="105" y="3107"/>
                    </a:cubicBezTo>
                    <a:cubicBezTo>
                      <a:pt x="103" y="3108"/>
                      <a:pt x="101" y="3111"/>
                      <a:pt x="103" y="3113"/>
                    </a:cubicBezTo>
                    <a:cubicBezTo>
                      <a:pt x="105" y="3116"/>
                      <a:pt x="109" y="3116"/>
                      <a:pt x="112" y="3117"/>
                    </a:cubicBezTo>
                    <a:cubicBezTo>
                      <a:pt x="115" y="3120"/>
                      <a:pt x="110" y="3121"/>
                      <a:pt x="108" y="3121"/>
                    </a:cubicBezTo>
                    <a:cubicBezTo>
                      <a:pt x="104" y="3122"/>
                      <a:pt x="99" y="3122"/>
                      <a:pt x="95" y="3122"/>
                    </a:cubicBezTo>
                    <a:cubicBezTo>
                      <a:pt x="89" y="3122"/>
                      <a:pt x="80" y="3119"/>
                      <a:pt x="78" y="3127"/>
                    </a:cubicBezTo>
                    <a:cubicBezTo>
                      <a:pt x="77" y="3130"/>
                      <a:pt x="77" y="3135"/>
                      <a:pt x="78" y="3138"/>
                    </a:cubicBezTo>
                    <a:cubicBezTo>
                      <a:pt x="80" y="3142"/>
                      <a:pt x="83" y="3142"/>
                      <a:pt x="87" y="3143"/>
                    </a:cubicBezTo>
                    <a:cubicBezTo>
                      <a:pt x="88" y="3144"/>
                      <a:pt x="91" y="3144"/>
                      <a:pt x="92" y="3146"/>
                    </a:cubicBezTo>
                    <a:cubicBezTo>
                      <a:pt x="93" y="3148"/>
                      <a:pt x="93" y="3152"/>
                      <a:pt x="92" y="3154"/>
                    </a:cubicBezTo>
                    <a:cubicBezTo>
                      <a:pt x="92" y="3156"/>
                      <a:pt x="90" y="3158"/>
                      <a:pt x="89" y="3160"/>
                    </a:cubicBezTo>
                    <a:cubicBezTo>
                      <a:pt x="87" y="3164"/>
                      <a:pt x="88" y="3169"/>
                      <a:pt x="92" y="3172"/>
                    </a:cubicBezTo>
                    <a:cubicBezTo>
                      <a:pt x="94" y="3174"/>
                      <a:pt x="97" y="3173"/>
                      <a:pt x="99" y="3172"/>
                    </a:cubicBezTo>
                    <a:cubicBezTo>
                      <a:pt x="102" y="3171"/>
                      <a:pt x="102" y="3169"/>
                      <a:pt x="104" y="3167"/>
                    </a:cubicBezTo>
                    <a:cubicBezTo>
                      <a:pt x="105" y="3166"/>
                      <a:pt x="106" y="3165"/>
                      <a:pt x="108" y="3164"/>
                    </a:cubicBezTo>
                    <a:cubicBezTo>
                      <a:pt x="109" y="3164"/>
                      <a:pt x="110" y="3163"/>
                      <a:pt x="111" y="3162"/>
                    </a:cubicBezTo>
                    <a:cubicBezTo>
                      <a:pt x="114" y="3160"/>
                      <a:pt x="116" y="3160"/>
                      <a:pt x="119" y="3159"/>
                    </a:cubicBezTo>
                    <a:cubicBezTo>
                      <a:pt x="121" y="3158"/>
                      <a:pt x="122" y="3158"/>
                      <a:pt x="123" y="3158"/>
                    </a:cubicBezTo>
                    <a:cubicBezTo>
                      <a:pt x="125" y="3158"/>
                      <a:pt x="126" y="3157"/>
                      <a:pt x="128" y="3157"/>
                    </a:cubicBezTo>
                    <a:cubicBezTo>
                      <a:pt x="131" y="3156"/>
                      <a:pt x="134" y="3156"/>
                      <a:pt x="137" y="3155"/>
                    </a:cubicBezTo>
                    <a:cubicBezTo>
                      <a:pt x="138" y="3155"/>
                      <a:pt x="140" y="3155"/>
                      <a:pt x="141" y="3154"/>
                    </a:cubicBezTo>
                    <a:cubicBezTo>
                      <a:pt x="143" y="3154"/>
                      <a:pt x="145" y="3153"/>
                      <a:pt x="147" y="3153"/>
                    </a:cubicBezTo>
                    <a:cubicBezTo>
                      <a:pt x="149" y="3153"/>
                      <a:pt x="151" y="3153"/>
                      <a:pt x="153" y="3153"/>
                    </a:cubicBezTo>
                    <a:cubicBezTo>
                      <a:pt x="158" y="3153"/>
                      <a:pt x="162" y="3153"/>
                      <a:pt x="167" y="3152"/>
                    </a:cubicBezTo>
                    <a:cubicBezTo>
                      <a:pt x="170" y="3152"/>
                      <a:pt x="174" y="3151"/>
                      <a:pt x="177" y="3151"/>
                    </a:cubicBezTo>
                    <a:cubicBezTo>
                      <a:pt x="179" y="3151"/>
                      <a:pt x="182" y="3151"/>
                      <a:pt x="183" y="3153"/>
                    </a:cubicBezTo>
                    <a:cubicBezTo>
                      <a:pt x="184" y="3154"/>
                      <a:pt x="181" y="3155"/>
                      <a:pt x="181" y="3155"/>
                    </a:cubicBezTo>
                    <a:cubicBezTo>
                      <a:pt x="175" y="3156"/>
                      <a:pt x="171" y="3153"/>
                      <a:pt x="166" y="3153"/>
                    </a:cubicBezTo>
                    <a:cubicBezTo>
                      <a:pt x="161" y="3153"/>
                      <a:pt x="157" y="3156"/>
                      <a:pt x="152" y="3156"/>
                    </a:cubicBezTo>
                    <a:cubicBezTo>
                      <a:pt x="148" y="3157"/>
                      <a:pt x="144" y="3158"/>
                      <a:pt x="140" y="3159"/>
                    </a:cubicBezTo>
                    <a:cubicBezTo>
                      <a:pt x="135" y="3159"/>
                      <a:pt x="129" y="3159"/>
                      <a:pt x="125" y="3160"/>
                    </a:cubicBezTo>
                    <a:cubicBezTo>
                      <a:pt x="120" y="3161"/>
                      <a:pt x="117" y="3165"/>
                      <a:pt x="113" y="3167"/>
                    </a:cubicBezTo>
                    <a:cubicBezTo>
                      <a:pt x="108" y="3169"/>
                      <a:pt x="102" y="3170"/>
                      <a:pt x="101" y="3176"/>
                    </a:cubicBezTo>
                    <a:cubicBezTo>
                      <a:pt x="99" y="3180"/>
                      <a:pt x="101" y="3187"/>
                      <a:pt x="105" y="3190"/>
                    </a:cubicBezTo>
                    <a:cubicBezTo>
                      <a:pt x="109" y="3194"/>
                      <a:pt x="115" y="3193"/>
                      <a:pt x="120" y="3195"/>
                    </a:cubicBezTo>
                    <a:cubicBezTo>
                      <a:pt x="126" y="3198"/>
                      <a:pt x="115" y="3200"/>
                      <a:pt x="113" y="3201"/>
                    </a:cubicBezTo>
                    <a:cubicBezTo>
                      <a:pt x="106" y="3201"/>
                      <a:pt x="101" y="3198"/>
                      <a:pt x="98" y="3191"/>
                    </a:cubicBezTo>
                    <a:cubicBezTo>
                      <a:pt x="97" y="3186"/>
                      <a:pt x="96" y="3182"/>
                      <a:pt x="90" y="3180"/>
                    </a:cubicBezTo>
                    <a:cubicBezTo>
                      <a:pt x="88" y="3179"/>
                      <a:pt x="86" y="3179"/>
                      <a:pt x="84" y="3177"/>
                    </a:cubicBezTo>
                    <a:cubicBezTo>
                      <a:pt x="81" y="3175"/>
                      <a:pt x="80" y="3173"/>
                      <a:pt x="78" y="3170"/>
                    </a:cubicBezTo>
                    <a:cubicBezTo>
                      <a:pt x="76" y="3166"/>
                      <a:pt x="73" y="3160"/>
                      <a:pt x="67" y="3161"/>
                    </a:cubicBezTo>
                    <a:cubicBezTo>
                      <a:pt x="65" y="3162"/>
                      <a:pt x="64" y="3163"/>
                      <a:pt x="62" y="3163"/>
                    </a:cubicBezTo>
                    <a:cubicBezTo>
                      <a:pt x="60" y="3163"/>
                      <a:pt x="59" y="3163"/>
                      <a:pt x="57" y="3163"/>
                    </a:cubicBezTo>
                    <a:cubicBezTo>
                      <a:pt x="54" y="3163"/>
                      <a:pt x="51" y="3164"/>
                      <a:pt x="50" y="3167"/>
                    </a:cubicBezTo>
                    <a:cubicBezTo>
                      <a:pt x="50" y="3168"/>
                      <a:pt x="49" y="3175"/>
                      <a:pt x="47" y="3174"/>
                    </a:cubicBezTo>
                    <a:cubicBezTo>
                      <a:pt x="44" y="3173"/>
                      <a:pt x="46" y="3167"/>
                      <a:pt x="47" y="3166"/>
                    </a:cubicBezTo>
                    <a:cubicBezTo>
                      <a:pt x="49" y="3161"/>
                      <a:pt x="51" y="3157"/>
                      <a:pt x="50" y="3152"/>
                    </a:cubicBezTo>
                    <a:cubicBezTo>
                      <a:pt x="50" y="3149"/>
                      <a:pt x="49" y="3145"/>
                      <a:pt x="45" y="3145"/>
                    </a:cubicBezTo>
                    <a:cubicBezTo>
                      <a:pt x="41" y="3145"/>
                      <a:pt x="39" y="3143"/>
                      <a:pt x="36" y="3140"/>
                    </a:cubicBezTo>
                    <a:cubicBezTo>
                      <a:pt x="35" y="3138"/>
                      <a:pt x="31" y="3131"/>
                      <a:pt x="28" y="3133"/>
                    </a:cubicBezTo>
                    <a:cubicBezTo>
                      <a:pt x="25" y="3136"/>
                      <a:pt x="25" y="3142"/>
                      <a:pt x="26" y="3146"/>
                    </a:cubicBezTo>
                    <a:cubicBezTo>
                      <a:pt x="28" y="3149"/>
                      <a:pt x="32" y="3151"/>
                      <a:pt x="34" y="3155"/>
                    </a:cubicBezTo>
                    <a:cubicBezTo>
                      <a:pt x="35" y="3157"/>
                      <a:pt x="36" y="3159"/>
                      <a:pt x="35" y="3161"/>
                    </a:cubicBezTo>
                    <a:cubicBezTo>
                      <a:pt x="35" y="3162"/>
                      <a:pt x="35" y="3165"/>
                      <a:pt x="34" y="3165"/>
                    </a:cubicBezTo>
                    <a:cubicBezTo>
                      <a:pt x="31" y="3166"/>
                      <a:pt x="29" y="3157"/>
                      <a:pt x="28" y="3156"/>
                    </a:cubicBezTo>
                    <a:cubicBezTo>
                      <a:pt x="27" y="3154"/>
                      <a:pt x="26" y="3152"/>
                      <a:pt x="24" y="3153"/>
                    </a:cubicBezTo>
                    <a:cubicBezTo>
                      <a:pt x="23" y="3153"/>
                      <a:pt x="22" y="3156"/>
                      <a:pt x="22" y="3158"/>
                    </a:cubicBezTo>
                    <a:cubicBezTo>
                      <a:pt x="22" y="3162"/>
                      <a:pt x="23" y="3168"/>
                      <a:pt x="21" y="3172"/>
                    </a:cubicBezTo>
                    <a:cubicBezTo>
                      <a:pt x="19" y="3176"/>
                      <a:pt x="15" y="3177"/>
                      <a:pt x="13" y="3181"/>
                    </a:cubicBezTo>
                    <a:cubicBezTo>
                      <a:pt x="12" y="3185"/>
                      <a:pt x="14" y="3191"/>
                      <a:pt x="11" y="3194"/>
                    </a:cubicBezTo>
                    <a:cubicBezTo>
                      <a:pt x="9" y="3197"/>
                      <a:pt x="5" y="3198"/>
                      <a:pt x="3" y="3201"/>
                    </a:cubicBezTo>
                    <a:cubicBezTo>
                      <a:pt x="0" y="3206"/>
                      <a:pt x="3" y="3213"/>
                      <a:pt x="4" y="3219"/>
                    </a:cubicBezTo>
                    <a:cubicBezTo>
                      <a:pt x="5" y="3223"/>
                      <a:pt x="6" y="3228"/>
                      <a:pt x="8" y="3232"/>
                    </a:cubicBezTo>
                    <a:cubicBezTo>
                      <a:pt x="10" y="3235"/>
                      <a:pt x="13" y="3239"/>
                      <a:pt x="15" y="3243"/>
                    </a:cubicBezTo>
                    <a:cubicBezTo>
                      <a:pt x="17" y="3247"/>
                      <a:pt x="17" y="3252"/>
                      <a:pt x="19" y="3257"/>
                    </a:cubicBezTo>
                    <a:cubicBezTo>
                      <a:pt x="21" y="3261"/>
                      <a:pt x="24" y="3267"/>
                      <a:pt x="28" y="3270"/>
                    </a:cubicBezTo>
                    <a:cubicBezTo>
                      <a:pt x="30" y="3272"/>
                      <a:pt x="33" y="3274"/>
                      <a:pt x="36" y="3275"/>
                    </a:cubicBezTo>
                    <a:cubicBezTo>
                      <a:pt x="38" y="3277"/>
                      <a:pt x="40" y="3278"/>
                      <a:pt x="42" y="3280"/>
                    </a:cubicBezTo>
                    <a:cubicBezTo>
                      <a:pt x="43" y="3282"/>
                      <a:pt x="44" y="3285"/>
                      <a:pt x="47" y="3286"/>
                    </a:cubicBezTo>
                    <a:cubicBezTo>
                      <a:pt x="49" y="3287"/>
                      <a:pt x="52" y="3287"/>
                      <a:pt x="54" y="3288"/>
                    </a:cubicBezTo>
                    <a:cubicBezTo>
                      <a:pt x="56" y="3289"/>
                      <a:pt x="58" y="3289"/>
                      <a:pt x="60" y="3290"/>
                    </a:cubicBezTo>
                    <a:cubicBezTo>
                      <a:pt x="63" y="3291"/>
                      <a:pt x="64" y="3293"/>
                      <a:pt x="65" y="3296"/>
                    </a:cubicBezTo>
                    <a:cubicBezTo>
                      <a:pt x="67" y="3300"/>
                      <a:pt x="68" y="3303"/>
                      <a:pt x="68" y="3307"/>
                    </a:cubicBezTo>
                    <a:cubicBezTo>
                      <a:pt x="69" y="3313"/>
                      <a:pt x="72" y="3319"/>
                      <a:pt x="77" y="3323"/>
                    </a:cubicBezTo>
                    <a:cubicBezTo>
                      <a:pt x="81" y="3326"/>
                      <a:pt x="85" y="3329"/>
                      <a:pt x="89" y="3331"/>
                    </a:cubicBezTo>
                    <a:cubicBezTo>
                      <a:pt x="94" y="3333"/>
                      <a:pt x="98" y="3335"/>
                      <a:pt x="101" y="3339"/>
                    </a:cubicBezTo>
                    <a:cubicBezTo>
                      <a:pt x="105" y="3342"/>
                      <a:pt x="108" y="3346"/>
                      <a:pt x="113" y="3348"/>
                    </a:cubicBezTo>
                    <a:cubicBezTo>
                      <a:pt x="116" y="3350"/>
                      <a:pt x="119" y="3350"/>
                      <a:pt x="122" y="3351"/>
                    </a:cubicBezTo>
                    <a:cubicBezTo>
                      <a:pt x="126" y="3353"/>
                      <a:pt x="129" y="3353"/>
                      <a:pt x="133" y="3353"/>
                    </a:cubicBezTo>
                    <a:cubicBezTo>
                      <a:pt x="135" y="3353"/>
                      <a:pt x="138" y="3354"/>
                      <a:pt x="140" y="3355"/>
                    </a:cubicBezTo>
                    <a:cubicBezTo>
                      <a:pt x="143" y="3355"/>
                      <a:pt x="146" y="3355"/>
                      <a:pt x="148" y="3358"/>
                    </a:cubicBezTo>
                    <a:cubicBezTo>
                      <a:pt x="149" y="3360"/>
                      <a:pt x="150" y="3362"/>
                      <a:pt x="151" y="3364"/>
                    </a:cubicBezTo>
                    <a:cubicBezTo>
                      <a:pt x="153" y="3368"/>
                      <a:pt x="155" y="3361"/>
                      <a:pt x="155" y="3359"/>
                    </a:cubicBezTo>
                    <a:cubicBezTo>
                      <a:pt x="155" y="3356"/>
                      <a:pt x="154" y="3352"/>
                      <a:pt x="154" y="3349"/>
                    </a:cubicBezTo>
                    <a:cubicBezTo>
                      <a:pt x="154" y="3348"/>
                      <a:pt x="154" y="3346"/>
                      <a:pt x="154" y="3345"/>
                    </a:cubicBezTo>
                    <a:cubicBezTo>
                      <a:pt x="157" y="3347"/>
                      <a:pt x="156" y="3353"/>
                      <a:pt x="157" y="3355"/>
                    </a:cubicBezTo>
                    <a:cubicBezTo>
                      <a:pt x="157" y="3357"/>
                      <a:pt x="157" y="3359"/>
                      <a:pt x="158" y="3360"/>
                    </a:cubicBezTo>
                    <a:cubicBezTo>
                      <a:pt x="158" y="3361"/>
                      <a:pt x="158" y="3363"/>
                      <a:pt x="158" y="3364"/>
                    </a:cubicBezTo>
                    <a:cubicBezTo>
                      <a:pt x="160" y="3367"/>
                      <a:pt x="164" y="3363"/>
                      <a:pt x="166" y="3362"/>
                    </a:cubicBezTo>
                    <a:cubicBezTo>
                      <a:pt x="169" y="3360"/>
                      <a:pt x="172" y="3360"/>
                      <a:pt x="176" y="3360"/>
                    </a:cubicBezTo>
                    <a:cubicBezTo>
                      <a:pt x="178" y="3359"/>
                      <a:pt x="178" y="3359"/>
                      <a:pt x="180" y="3358"/>
                    </a:cubicBezTo>
                    <a:cubicBezTo>
                      <a:pt x="181" y="3357"/>
                      <a:pt x="182" y="3356"/>
                      <a:pt x="183" y="3356"/>
                    </a:cubicBezTo>
                    <a:cubicBezTo>
                      <a:pt x="181" y="3358"/>
                      <a:pt x="179" y="3359"/>
                      <a:pt x="177" y="3360"/>
                    </a:cubicBezTo>
                    <a:cubicBezTo>
                      <a:pt x="174" y="3362"/>
                      <a:pt x="171" y="3364"/>
                      <a:pt x="168" y="3365"/>
                    </a:cubicBezTo>
                    <a:cubicBezTo>
                      <a:pt x="165" y="3366"/>
                      <a:pt x="162" y="3367"/>
                      <a:pt x="159" y="3369"/>
                    </a:cubicBezTo>
                    <a:cubicBezTo>
                      <a:pt x="157" y="3370"/>
                      <a:pt x="156" y="3371"/>
                      <a:pt x="154" y="3373"/>
                    </a:cubicBezTo>
                    <a:cubicBezTo>
                      <a:pt x="152" y="3374"/>
                      <a:pt x="151" y="3376"/>
                      <a:pt x="149" y="3377"/>
                    </a:cubicBezTo>
                    <a:cubicBezTo>
                      <a:pt x="147" y="3378"/>
                      <a:pt x="145" y="3378"/>
                      <a:pt x="144" y="3380"/>
                    </a:cubicBezTo>
                    <a:cubicBezTo>
                      <a:pt x="142" y="3382"/>
                      <a:pt x="142" y="3384"/>
                      <a:pt x="141" y="3386"/>
                    </a:cubicBezTo>
                    <a:cubicBezTo>
                      <a:pt x="140" y="3388"/>
                      <a:pt x="136" y="3388"/>
                      <a:pt x="134" y="3389"/>
                    </a:cubicBezTo>
                    <a:cubicBezTo>
                      <a:pt x="131" y="3390"/>
                      <a:pt x="133" y="3394"/>
                      <a:pt x="135" y="3395"/>
                    </a:cubicBezTo>
                    <a:cubicBezTo>
                      <a:pt x="137" y="3397"/>
                      <a:pt x="140" y="3398"/>
                      <a:pt x="142" y="3401"/>
                    </a:cubicBezTo>
                    <a:cubicBezTo>
                      <a:pt x="142" y="3402"/>
                      <a:pt x="142" y="3403"/>
                      <a:pt x="143" y="3404"/>
                    </a:cubicBezTo>
                    <a:cubicBezTo>
                      <a:pt x="145" y="3407"/>
                      <a:pt x="149" y="3407"/>
                      <a:pt x="152" y="3407"/>
                    </a:cubicBezTo>
                    <a:cubicBezTo>
                      <a:pt x="155" y="3408"/>
                      <a:pt x="158" y="3408"/>
                      <a:pt x="162" y="3408"/>
                    </a:cubicBezTo>
                    <a:cubicBezTo>
                      <a:pt x="164" y="3408"/>
                      <a:pt x="168" y="3409"/>
                      <a:pt x="169" y="3408"/>
                    </a:cubicBezTo>
                    <a:cubicBezTo>
                      <a:pt x="171" y="3407"/>
                      <a:pt x="171" y="3405"/>
                      <a:pt x="170" y="3403"/>
                    </a:cubicBezTo>
                    <a:cubicBezTo>
                      <a:pt x="170" y="3402"/>
                      <a:pt x="169" y="3401"/>
                      <a:pt x="167" y="3401"/>
                    </a:cubicBezTo>
                    <a:cubicBezTo>
                      <a:pt x="164" y="3399"/>
                      <a:pt x="163" y="3396"/>
                      <a:pt x="162" y="3392"/>
                    </a:cubicBezTo>
                    <a:cubicBezTo>
                      <a:pt x="162" y="3390"/>
                      <a:pt x="161" y="3386"/>
                      <a:pt x="163" y="3384"/>
                    </a:cubicBezTo>
                    <a:cubicBezTo>
                      <a:pt x="167" y="3382"/>
                      <a:pt x="168" y="3395"/>
                      <a:pt x="169" y="3396"/>
                    </a:cubicBezTo>
                    <a:cubicBezTo>
                      <a:pt x="169" y="3398"/>
                      <a:pt x="170" y="3400"/>
                      <a:pt x="172" y="3399"/>
                    </a:cubicBezTo>
                    <a:cubicBezTo>
                      <a:pt x="174" y="3398"/>
                      <a:pt x="175" y="3397"/>
                      <a:pt x="176" y="3395"/>
                    </a:cubicBezTo>
                    <a:cubicBezTo>
                      <a:pt x="177" y="3394"/>
                      <a:pt x="178" y="3393"/>
                      <a:pt x="178" y="3392"/>
                    </a:cubicBezTo>
                    <a:cubicBezTo>
                      <a:pt x="179" y="3390"/>
                      <a:pt x="178" y="3388"/>
                      <a:pt x="177" y="3387"/>
                    </a:cubicBezTo>
                    <a:cubicBezTo>
                      <a:pt x="177" y="3386"/>
                      <a:pt x="176" y="3383"/>
                      <a:pt x="178" y="3383"/>
                    </a:cubicBezTo>
                    <a:cubicBezTo>
                      <a:pt x="179" y="3383"/>
                      <a:pt x="182" y="3386"/>
                      <a:pt x="183" y="3387"/>
                    </a:cubicBezTo>
                    <a:cubicBezTo>
                      <a:pt x="185" y="3389"/>
                      <a:pt x="187" y="3391"/>
                      <a:pt x="190" y="3391"/>
                    </a:cubicBezTo>
                    <a:cubicBezTo>
                      <a:pt x="192" y="3391"/>
                      <a:pt x="193" y="3391"/>
                      <a:pt x="195" y="3390"/>
                    </a:cubicBezTo>
                    <a:cubicBezTo>
                      <a:pt x="196" y="3390"/>
                      <a:pt x="198" y="3390"/>
                      <a:pt x="200" y="3390"/>
                    </a:cubicBezTo>
                    <a:cubicBezTo>
                      <a:pt x="202" y="3391"/>
                      <a:pt x="207" y="3391"/>
                      <a:pt x="206" y="3394"/>
                    </a:cubicBezTo>
                    <a:cubicBezTo>
                      <a:pt x="204" y="3398"/>
                      <a:pt x="199" y="3396"/>
                      <a:pt x="196" y="3396"/>
                    </a:cubicBezTo>
                    <a:cubicBezTo>
                      <a:pt x="193" y="3396"/>
                      <a:pt x="190" y="3396"/>
                      <a:pt x="187" y="3396"/>
                    </a:cubicBezTo>
                    <a:cubicBezTo>
                      <a:pt x="184" y="3396"/>
                      <a:pt x="181" y="3395"/>
                      <a:pt x="178" y="3395"/>
                    </a:cubicBezTo>
                    <a:cubicBezTo>
                      <a:pt x="175" y="3395"/>
                      <a:pt x="175" y="3398"/>
                      <a:pt x="175" y="3401"/>
                    </a:cubicBezTo>
                    <a:cubicBezTo>
                      <a:pt x="175" y="3402"/>
                      <a:pt x="175" y="3403"/>
                      <a:pt x="176" y="3404"/>
                    </a:cubicBezTo>
                    <a:cubicBezTo>
                      <a:pt x="178" y="3405"/>
                      <a:pt x="181" y="3405"/>
                      <a:pt x="183" y="3405"/>
                    </a:cubicBezTo>
                    <a:cubicBezTo>
                      <a:pt x="185" y="3405"/>
                      <a:pt x="187" y="3404"/>
                      <a:pt x="189" y="3405"/>
                    </a:cubicBezTo>
                    <a:cubicBezTo>
                      <a:pt x="191" y="3405"/>
                      <a:pt x="191" y="3407"/>
                      <a:pt x="191" y="3409"/>
                    </a:cubicBezTo>
                    <a:cubicBezTo>
                      <a:pt x="191" y="3410"/>
                      <a:pt x="191" y="3412"/>
                      <a:pt x="192" y="3414"/>
                    </a:cubicBezTo>
                    <a:cubicBezTo>
                      <a:pt x="192" y="3412"/>
                      <a:pt x="196" y="3405"/>
                      <a:pt x="199" y="3407"/>
                    </a:cubicBezTo>
                    <a:cubicBezTo>
                      <a:pt x="201" y="3408"/>
                      <a:pt x="195" y="3414"/>
                      <a:pt x="195" y="3415"/>
                    </a:cubicBezTo>
                    <a:cubicBezTo>
                      <a:pt x="193" y="3417"/>
                      <a:pt x="192" y="3421"/>
                      <a:pt x="196" y="3420"/>
                    </a:cubicBezTo>
                    <a:cubicBezTo>
                      <a:pt x="197" y="3420"/>
                      <a:pt x="199" y="3419"/>
                      <a:pt x="200" y="3418"/>
                    </a:cubicBezTo>
                    <a:cubicBezTo>
                      <a:pt x="202" y="3418"/>
                      <a:pt x="203" y="3418"/>
                      <a:pt x="204" y="3418"/>
                    </a:cubicBezTo>
                    <a:cubicBezTo>
                      <a:pt x="208" y="3417"/>
                      <a:pt x="211" y="3414"/>
                      <a:pt x="214" y="3412"/>
                    </a:cubicBezTo>
                    <a:cubicBezTo>
                      <a:pt x="217" y="3410"/>
                      <a:pt x="220" y="3409"/>
                      <a:pt x="223" y="3407"/>
                    </a:cubicBezTo>
                    <a:cubicBezTo>
                      <a:pt x="224" y="3406"/>
                      <a:pt x="225" y="3403"/>
                      <a:pt x="226" y="3405"/>
                    </a:cubicBezTo>
                    <a:cubicBezTo>
                      <a:pt x="227" y="3406"/>
                      <a:pt x="225" y="3410"/>
                      <a:pt x="225" y="3412"/>
                    </a:cubicBezTo>
                    <a:cubicBezTo>
                      <a:pt x="224" y="3415"/>
                      <a:pt x="222" y="3416"/>
                      <a:pt x="218" y="3416"/>
                    </a:cubicBezTo>
                    <a:cubicBezTo>
                      <a:pt x="217" y="3416"/>
                      <a:pt x="216" y="3416"/>
                      <a:pt x="215" y="3416"/>
                    </a:cubicBezTo>
                    <a:cubicBezTo>
                      <a:pt x="213" y="3417"/>
                      <a:pt x="212" y="3418"/>
                      <a:pt x="211" y="3419"/>
                    </a:cubicBezTo>
                    <a:cubicBezTo>
                      <a:pt x="209" y="3420"/>
                      <a:pt x="208" y="3421"/>
                      <a:pt x="206" y="3423"/>
                    </a:cubicBezTo>
                    <a:cubicBezTo>
                      <a:pt x="205" y="3424"/>
                      <a:pt x="204" y="3425"/>
                      <a:pt x="204" y="3426"/>
                    </a:cubicBezTo>
                    <a:cubicBezTo>
                      <a:pt x="202" y="3428"/>
                      <a:pt x="199" y="3430"/>
                      <a:pt x="200" y="3432"/>
                    </a:cubicBezTo>
                    <a:cubicBezTo>
                      <a:pt x="200" y="3434"/>
                      <a:pt x="202" y="3436"/>
                      <a:pt x="204" y="3436"/>
                    </a:cubicBezTo>
                    <a:cubicBezTo>
                      <a:pt x="207" y="3437"/>
                      <a:pt x="208" y="3434"/>
                      <a:pt x="210" y="3433"/>
                    </a:cubicBezTo>
                    <a:cubicBezTo>
                      <a:pt x="211" y="3432"/>
                      <a:pt x="212" y="3432"/>
                      <a:pt x="213" y="3431"/>
                    </a:cubicBezTo>
                    <a:cubicBezTo>
                      <a:pt x="215" y="3431"/>
                      <a:pt x="215" y="3429"/>
                      <a:pt x="216" y="3428"/>
                    </a:cubicBezTo>
                    <a:cubicBezTo>
                      <a:pt x="216" y="3426"/>
                      <a:pt x="217" y="3424"/>
                      <a:pt x="218" y="3423"/>
                    </a:cubicBezTo>
                    <a:cubicBezTo>
                      <a:pt x="220" y="3422"/>
                      <a:pt x="221" y="3422"/>
                      <a:pt x="222" y="3422"/>
                    </a:cubicBezTo>
                    <a:cubicBezTo>
                      <a:pt x="226" y="3422"/>
                      <a:pt x="228" y="3421"/>
                      <a:pt x="231" y="3423"/>
                    </a:cubicBezTo>
                    <a:cubicBezTo>
                      <a:pt x="233" y="3424"/>
                      <a:pt x="235" y="3425"/>
                      <a:pt x="237" y="3427"/>
                    </a:cubicBezTo>
                    <a:cubicBezTo>
                      <a:pt x="240" y="3430"/>
                      <a:pt x="244" y="3431"/>
                      <a:pt x="247" y="3432"/>
                    </a:cubicBezTo>
                    <a:cubicBezTo>
                      <a:pt x="248" y="3433"/>
                      <a:pt x="249" y="3433"/>
                      <a:pt x="250" y="3434"/>
                    </a:cubicBezTo>
                    <a:cubicBezTo>
                      <a:pt x="251" y="3435"/>
                      <a:pt x="251" y="3435"/>
                      <a:pt x="252" y="3436"/>
                    </a:cubicBezTo>
                    <a:cubicBezTo>
                      <a:pt x="254" y="3437"/>
                      <a:pt x="256" y="3438"/>
                      <a:pt x="258" y="3438"/>
                    </a:cubicBezTo>
                    <a:cubicBezTo>
                      <a:pt x="261" y="3439"/>
                      <a:pt x="264" y="3439"/>
                      <a:pt x="267" y="3439"/>
                    </a:cubicBezTo>
                    <a:cubicBezTo>
                      <a:pt x="269" y="3439"/>
                      <a:pt x="270" y="3439"/>
                      <a:pt x="272" y="3439"/>
                    </a:cubicBezTo>
                    <a:cubicBezTo>
                      <a:pt x="273" y="3440"/>
                      <a:pt x="274" y="3441"/>
                      <a:pt x="275" y="3441"/>
                    </a:cubicBezTo>
                    <a:cubicBezTo>
                      <a:pt x="279" y="3443"/>
                      <a:pt x="284" y="3441"/>
                      <a:pt x="288" y="3441"/>
                    </a:cubicBezTo>
                    <a:cubicBezTo>
                      <a:pt x="290" y="3441"/>
                      <a:pt x="292" y="3440"/>
                      <a:pt x="293" y="3440"/>
                    </a:cubicBezTo>
                    <a:cubicBezTo>
                      <a:pt x="295" y="3440"/>
                      <a:pt x="297" y="3439"/>
                      <a:pt x="298" y="3438"/>
                    </a:cubicBezTo>
                    <a:cubicBezTo>
                      <a:pt x="300" y="3438"/>
                      <a:pt x="301" y="3435"/>
                      <a:pt x="301" y="3434"/>
                    </a:cubicBezTo>
                    <a:cubicBezTo>
                      <a:pt x="301" y="3431"/>
                      <a:pt x="302" y="3428"/>
                      <a:pt x="303" y="3426"/>
                    </a:cubicBezTo>
                    <a:cubicBezTo>
                      <a:pt x="304" y="3424"/>
                      <a:pt x="305" y="3423"/>
                      <a:pt x="307" y="3424"/>
                    </a:cubicBezTo>
                    <a:cubicBezTo>
                      <a:pt x="310" y="3424"/>
                      <a:pt x="311" y="3427"/>
                      <a:pt x="312" y="3429"/>
                    </a:cubicBezTo>
                    <a:cubicBezTo>
                      <a:pt x="315" y="3433"/>
                      <a:pt x="319" y="3434"/>
                      <a:pt x="324" y="3432"/>
                    </a:cubicBezTo>
                    <a:cubicBezTo>
                      <a:pt x="327" y="3431"/>
                      <a:pt x="329" y="3429"/>
                      <a:pt x="333" y="3428"/>
                    </a:cubicBezTo>
                    <a:cubicBezTo>
                      <a:pt x="334" y="3428"/>
                      <a:pt x="336" y="3428"/>
                      <a:pt x="337" y="3427"/>
                    </a:cubicBezTo>
                    <a:cubicBezTo>
                      <a:pt x="339" y="3427"/>
                      <a:pt x="341" y="3425"/>
                      <a:pt x="342" y="3424"/>
                    </a:cubicBezTo>
                    <a:cubicBezTo>
                      <a:pt x="343" y="3423"/>
                      <a:pt x="344" y="3422"/>
                      <a:pt x="344" y="3420"/>
                    </a:cubicBezTo>
                    <a:cubicBezTo>
                      <a:pt x="345" y="3419"/>
                      <a:pt x="344" y="3418"/>
                      <a:pt x="345" y="3417"/>
                    </a:cubicBezTo>
                    <a:cubicBezTo>
                      <a:pt x="346" y="3416"/>
                      <a:pt x="347" y="3416"/>
                      <a:pt x="348" y="3415"/>
                    </a:cubicBezTo>
                    <a:cubicBezTo>
                      <a:pt x="351" y="3415"/>
                      <a:pt x="353" y="3414"/>
                      <a:pt x="354" y="3411"/>
                    </a:cubicBezTo>
                    <a:cubicBezTo>
                      <a:pt x="354" y="3410"/>
                      <a:pt x="354" y="3409"/>
                      <a:pt x="354" y="3407"/>
                    </a:cubicBezTo>
                    <a:cubicBezTo>
                      <a:pt x="354" y="3406"/>
                      <a:pt x="354" y="3405"/>
                      <a:pt x="354" y="3404"/>
                    </a:cubicBezTo>
                    <a:cubicBezTo>
                      <a:pt x="355" y="3401"/>
                      <a:pt x="354" y="3398"/>
                      <a:pt x="358" y="3398"/>
                    </a:cubicBezTo>
                    <a:cubicBezTo>
                      <a:pt x="362" y="3397"/>
                      <a:pt x="361" y="3404"/>
                      <a:pt x="361" y="3407"/>
                    </a:cubicBezTo>
                    <a:cubicBezTo>
                      <a:pt x="361" y="3410"/>
                      <a:pt x="360" y="3414"/>
                      <a:pt x="360" y="3418"/>
                    </a:cubicBezTo>
                    <a:cubicBezTo>
                      <a:pt x="360" y="3421"/>
                      <a:pt x="361" y="3422"/>
                      <a:pt x="364" y="3423"/>
                    </a:cubicBezTo>
                    <a:cubicBezTo>
                      <a:pt x="365" y="3424"/>
                      <a:pt x="366" y="3424"/>
                      <a:pt x="367" y="3425"/>
                    </a:cubicBezTo>
                    <a:cubicBezTo>
                      <a:pt x="367" y="3426"/>
                      <a:pt x="368" y="3427"/>
                      <a:pt x="369" y="3428"/>
                    </a:cubicBezTo>
                    <a:cubicBezTo>
                      <a:pt x="371" y="3428"/>
                      <a:pt x="372" y="3427"/>
                      <a:pt x="373" y="3427"/>
                    </a:cubicBezTo>
                    <a:cubicBezTo>
                      <a:pt x="374" y="3427"/>
                      <a:pt x="376" y="3426"/>
                      <a:pt x="377" y="3426"/>
                    </a:cubicBezTo>
                    <a:cubicBezTo>
                      <a:pt x="377" y="3425"/>
                      <a:pt x="377" y="3423"/>
                      <a:pt x="378" y="3422"/>
                    </a:cubicBezTo>
                    <a:cubicBezTo>
                      <a:pt x="378" y="3420"/>
                      <a:pt x="378" y="3418"/>
                      <a:pt x="378" y="3416"/>
                    </a:cubicBezTo>
                    <a:cubicBezTo>
                      <a:pt x="379" y="3412"/>
                      <a:pt x="384" y="3412"/>
                      <a:pt x="386" y="3413"/>
                    </a:cubicBezTo>
                    <a:cubicBezTo>
                      <a:pt x="387" y="3413"/>
                      <a:pt x="389" y="3413"/>
                      <a:pt x="390" y="3413"/>
                    </a:cubicBezTo>
                    <a:cubicBezTo>
                      <a:pt x="391" y="3413"/>
                      <a:pt x="391" y="3411"/>
                      <a:pt x="391" y="3410"/>
                    </a:cubicBezTo>
                    <a:cubicBezTo>
                      <a:pt x="391" y="3407"/>
                      <a:pt x="393" y="3407"/>
                      <a:pt x="396" y="3407"/>
                    </a:cubicBezTo>
                    <a:cubicBezTo>
                      <a:pt x="401" y="3406"/>
                      <a:pt x="397" y="3401"/>
                      <a:pt x="399" y="3398"/>
                    </a:cubicBezTo>
                    <a:cubicBezTo>
                      <a:pt x="400" y="3396"/>
                      <a:pt x="404" y="3396"/>
                      <a:pt x="406" y="3396"/>
                    </a:cubicBezTo>
                    <a:cubicBezTo>
                      <a:pt x="408" y="3396"/>
                      <a:pt x="409" y="3395"/>
                      <a:pt x="410" y="3394"/>
                    </a:cubicBezTo>
                    <a:cubicBezTo>
                      <a:pt x="411" y="3394"/>
                      <a:pt x="412" y="3393"/>
                      <a:pt x="412" y="3392"/>
                    </a:cubicBezTo>
                    <a:cubicBezTo>
                      <a:pt x="413" y="3391"/>
                      <a:pt x="413" y="3390"/>
                      <a:pt x="414" y="3389"/>
                    </a:cubicBezTo>
                    <a:cubicBezTo>
                      <a:pt x="415" y="3388"/>
                      <a:pt x="416" y="3388"/>
                      <a:pt x="417" y="3389"/>
                    </a:cubicBezTo>
                    <a:cubicBezTo>
                      <a:pt x="418" y="3390"/>
                      <a:pt x="418" y="3392"/>
                      <a:pt x="419" y="3393"/>
                    </a:cubicBezTo>
                    <a:cubicBezTo>
                      <a:pt x="421" y="3394"/>
                      <a:pt x="423" y="3393"/>
                      <a:pt x="425" y="3393"/>
                    </a:cubicBezTo>
                    <a:cubicBezTo>
                      <a:pt x="426" y="3392"/>
                      <a:pt x="428" y="3392"/>
                      <a:pt x="429" y="3391"/>
                    </a:cubicBezTo>
                    <a:cubicBezTo>
                      <a:pt x="430" y="3391"/>
                      <a:pt x="431" y="3389"/>
                      <a:pt x="431" y="3388"/>
                    </a:cubicBezTo>
                    <a:cubicBezTo>
                      <a:pt x="430" y="3386"/>
                      <a:pt x="429" y="3383"/>
                      <a:pt x="430" y="3382"/>
                    </a:cubicBezTo>
                    <a:cubicBezTo>
                      <a:pt x="431" y="3381"/>
                      <a:pt x="432" y="3382"/>
                      <a:pt x="433" y="3382"/>
                    </a:cubicBezTo>
                    <a:cubicBezTo>
                      <a:pt x="434" y="3383"/>
                      <a:pt x="435" y="3384"/>
                      <a:pt x="436" y="3384"/>
                    </a:cubicBezTo>
                    <a:cubicBezTo>
                      <a:pt x="438" y="3385"/>
                      <a:pt x="439" y="3381"/>
                      <a:pt x="439" y="3380"/>
                    </a:cubicBezTo>
                    <a:cubicBezTo>
                      <a:pt x="439" y="3378"/>
                      <a:pt x="440" y="3376"/>
                      <a:pt x="441" y="3374"/>
                    </a:cubicBezTo>
                    <a:cubicBezTo>
                      <a:pt x="441" y="3373"/>
                      <a:pt x="441" y="3372"/>
                      <a:pt x="442" y="3371"/>
                    </a:cubicBezTo>
                    <a:cubicBezTo>
                      <a:pt x="443" y="3371"/>
                      <a:pt x="444" y="3371"/>
                      <a:pt x="445" y="3371"/>
                    </a:cubicBezTo>
                    <a:cubicBezTo>
                      <a:pt x="447" y="3371"/>
                      <a:pt x="447" y="3371"/>
                      <a:pt x="448" y="3372"/>
                    </a:cubicBezTo>
                    <a:cubicBezTo>
                      <a:pt x="449" y="3373"/>
                      <a:pt x="450" y="3374"/>
                      <a:pt x="452" y="3373"/>
                    </a:cubicBezTo>
                    <a:cubicBezTo>
                      <a:pt x="453" y="3373"/>
                      <a:pt x="453" y="3370"/>
                      <a:pt x="454" y="3369"/>
                    </a:cubicBezTo>
                    <a:cubicBezTo>
                      <a:pt x="455" y="3368"/>
                      <a:pt x="456" y="3367"/>
                      <a:pt x="457" y="3367"/>
                    </a:cubicBezTo>
                    <a:cubicBezTo>
                      <a:pt x="458" y="3367"/>
                      <a:pt x="459" y="3367"/>
                      <a:pt x="459" y="3367"/>
                    </a:cubicBezTo>
                    <a:cubicBezTo>
                      <a:pt x="460" y="3367"/>
                      <a:pt x="461" y="3366"/>
                      <a:pt x="462" y="3366"/>
                    </a:cubicBezTo>
                    <a:cubicBezTo>
                      <a:pt x="466" y="3365"/>
                      <a:pt x="463" y="3360"/>
                      <a:pt x="464" y="3357"/>
                    </a:cubicBezTo>
                    <a:cubicBezTo>
                      <a:pt x="464" y="3356"/>
                      <a:pt x="466" y="3356"/>
                      <a:pt x="467" y="3356"/>
                    </a:cubicBezTo>
                    <a:cubicBezTo>
                      <a:pt x="469" y="3356"/>
                      <a:pt x="470" y="3355"/>
                      <a:pt x="471" y="3355"/>
                    </a:cubicBezTo>
                    <a:cubicBezTo>
                      <a:pt x="473" y="3354"/>
                      <a:pt x="473" y="3354"/>
                      <a:pt x="473" y="3352"/>
                    </a:cubicBezTo>
                    <a:cubicBezTo>
                      <a:pt x="473" y="3350"/>
                      <a:pt x="474" y="3347"/>
                      <a:pt x="475" y="3345"/>
                    </a:cubicBezTo>
                    <a:cubicBezTo>
                      <a:pt x="475" y="3343"/>
                      <a:pt x="476" y="3343"/>
                      <a:pt x="478" y="3342"/>
                    </a:cubicBezTo>
                    <a:cubicBezTo>
                      <a:pt x="479" y="3342"/>
                      <a:pt x="480" y="3340"/>
                      <a:pt x="482" y="3340"/>
                    </a:cubicBezTo>
                    <a:cubicBezTo>
                      <a:pt x="485" y="3337"/>
                      <a:pt x="487" y="3335"/>
                      <a:pt x="490" y="3332"/>
                    </a:cubicBezTo>
                    <a:cubicBezTo>
                      <a:pt x="491" y="3330"/>
                      <a:pt x="492" y="3328"/>
                      <a:pt x="494" y="3326"/>
                    </a:cubicBezTo>
                    <a:cubicBezTo>
                      <a:pt x="495" y="3325"/>
                      <a:pt x="496" y="3325"/>
                      <a:pt x="497" y="3324"/>
                    </a:cubicBezTo>
                    <a:cubicBezTo>
                      <a:pt x="500" y="3322"/>
                      <a:pt x="504" y="3322"/>
                      <a:pt x="505" y="3319"/>
                    </a:cubicBezTo>
                    <a:cubicBezTo>
                      <a:pt x="507" y="3315"/>
                      <a:pt x="504" y="3312"/>
                      <a:pt x="503" y="3309"/>
                    </a:cubicBezTo>
                    <a:cubicBezTo>
                      <a:pt x="503" y="3308"/>
                      <a:pt x="502" y="3306"/>
                      <a:pt x="503" y="3305"/>
                    </a:cubicBezTo>
                    <a:cubicBezTo>
                      <a:pt x="503" y="3304"/>
                      <a:pt x="505" y="3304"/>
                      <a:pt x="505" y="3304"/>
                    </a:cubicBezTo>
                    <a:cubicBezTo>
                      <a:pt x="506" y="3305"/>
                      <a:pt x="505" y="3306"/>
                      <a:pt x="506" y="3307"/>
                    </a:cubicBezTo>
                    <a:cubicBezTo>
                      <a:pt x="507" y="3308"/>
                      <a:pt x="508" y="3309"/>
                      <a:pt x="510" y="3309"/>
                    </a:cubicBezTo>
                    <a:cubicBezTo>
                      <a:pt x="512" y="3309"/>
                      <a:pt x="513" y="3307"/>
                      <a:pt x="514" y="3306"/>
                    </a:cubicBezTo>
                    <a:cubicBezTo>
                      <a:pt x="515" y="3306"/>
                      <a:pt x="516" y="3305"/>
                      <a:pt x="517" y="3305"/>
                    </a:cubicBezTo>
                    <a:cubicBezTo>
                      <a:pt x="518" y="3305"/>
                      <a:pt x="519" y="3305"/>
                      <a:pt x="521" y="3304"/>
                    </a:cubicBezTo>
                    <a:cubicBezTo>
                      <a:pt x="523" y="3304"/>
                      <a:pt x="525" y="3303"/>
                      <a:pt x="527" y="3303"/>
                    </a:cubicBezTo>
                    <a:cubicBezTo>
                      <a:pt x="528" y="3303"/>
                      <a:pt x="530" y="3302"/>
                      <a:pt x="531" y="3301"/>
                    </a:cubicBezTo>
                    <a:cubicBezTo>
                      <a:pt x="533" y="3300"/>
                      <a:pt x="534" y="3299"/>
                      <a:pt x="536" y="3299"/>
                    </a:cubicBezTo>
                    <a:cubicBezTo>
                      <a:pt x="539" y="3298"/>
                      <a:pt x="542" y="3297"/>
                      <a:pt x="544" y="3294"/>
                    </a:cubicBezTo>
                    <a:cubicBezTo>
                      <a:pt x="545" y="3294"/>
                      <a:pt x="546" y="3292"/>
                      <a:pt x="546" y="3291"/>
                    </a:cubicBezTo>
                    <a:cubicBezTo>
                      <a:pt x="546" y="3290"/>
                      <a:pt x="545" y="3290"/>
                      <a:pt x="543" y="3289"/>
                    </a:cubicBezTo>
                    <a:cubicBezTo>
                      <a:pt x="542" y="3289"/>
                      <a:pt x="540" y="3289"/>
                      <a:pt x="539" y="3289"/>
                    </a:cubicBezTo>
                    <a:cubicBezTo>
                      <a:pt x="538" y="3289"/>
                      <a:pt x="536" y="3290"/>
                      <a:pt x="536" y="3289"/>
                    </a:cubicBezTo>
                    <a:cubicBezTo>
                      <a:pt x="535" y="3288"/>
                      <a:pt x="538" y="3285"/>
                      <a:pt x="539" y="3284"/>
                    </a:cubicBezTo>
                    <a:cubicBezTo>
                      <a:pt x="540" y="3283"/>
                      <a:pt x="545" y="3282"/>
                      <a:pt x="545" y="3281"/>
                    </a:cubicBezTo>
                    <a:cubicBezTo>
                      <a:pt x="544" y="3280"/>
                      <a:pt x="544" y="3281"/>
                      <a:pt x="544" y="3280"/>
                    </a:cubicBezTo>
                    <a:cubicBezTo>
                      <a:pt x="544" y="3280"/>
                      <a:pt x="544" y="3280"/>
                      <a:pt x="544" y="3280"/>
                    </a:cubicBezTo>
                    <a:cubicBezTo>
                      <a:pt x="544" y="3279"/>
                      <a:pt x="544" y="3279"/>
                      <a:pt x="543" y="3279"/>
                    </a:cubicBezTo>
                    <a:cubicBezTo>
                      <a:pt x="543" y="3278"/>
                      <a:pt x="542" y="3278"/>
                      <a:pt x="542" y="3278"/>
                    </a:cubicBezTo>
                    <a:cubicBezTo>
                      <a:pt x="540" y="3278"/>
                      <a:pt x="538" y="3278"/>
                      <a:pt x="537" y="3278"/>
                    </a:cubicBezTo>
                    <a:cubicBezTo>
                      <a:pt x="536" y="3278"/>
                      <a:pt x="535" y="3278"/>
                      <a:pt x="534" y="3278"/>
                    </a:cubicBezTo>
                    <a:cubicBezTo>
                      <a:pt x="532" y="3278"/>
                      <a:pt x="530" y="3279"/>
                      <a:pt x="529" y="3277"/>
                    </a:cubicBezTo>
                    <a:cubicBezTo>
                      <a:pt x="527" y="3276"/>
                      <a:pt x="527" y="3274"/>
                      <a:pt x="529" y="3273"/>
                    </a:cubicBezTo>
                    <a:cubicBezTo>
                      <a:pt x="531" y="3272"/>
                      <a:pt x="533" y="3273"/>
                      <a:pt x="535" y="3273"/>
                    </a:cubicBezTo>
                    <a:cubicBezTo>
                      <a:pt x="536" y="3273"/>
                      <a:pt x="537" y="3274"/>
                      <a:pt x="538" y="3274"/>
                    </a:cubicBezTo>
                    <a:cubicBezTo>
                      <a:pt x="540" y="3274"/>
                      <a:pt x="541" y="3274"/>
                      <a:pt x="542" y="3274"/>
                    </a:cubicBezTo>
                    <a:cubicBezTo>
                      <a:pt x="545" y="3274"/>
                      <a:pt x="548" y="3275"/>
                      <a:pt x="550" y="3275"/>
                    </a:cubicBezTo>
                    <a:cubicBezTo>
                      <a:pt x="551" y="3276"/>
                      <a:pt x="552" y="3276"/>
                      <a:pt x="553" y="3276"/>
                    </a:cubicBezTo>
                    <a:cubicBezTo>
                      <a:pt x="554" y="3276"/>
                      <a:pt x="555" y="3277"/>
                      <a:pt x="556" y="3277"/>
                    </a:cubicBezTo>
                    <a:cubicBezTo>
                      <a:pt x="557" y="3277"/>
                      <a:pt x="558" y="3277"/>
                      <a:pt x="560" y="3277"/>
                    </a:cubicBezTo>
                    <a:cubicBezTo>
                      <a:pt x="560" y="3276"/>
                      <a:pt x="561" y="3277"/>
                      <a:pt x="562" y="3276"/>
                    </a:cubicBezTo>
                    <a:cubicBezTo>
                      <a:pt x="564" y="3276"/>
                      <a:pt x="565" y="3272"/>
                      <a:pt x="566" y="3271"/>
                    </a:cubicBezTo>
                    <a:cubicBezTo>
                      <a:pt x="568" y="3269"/>
                      <a:pt x="569" y="3268"/>
                      <a:pt x="571" y="3266"/>
                    </a:cubicBezTo>
                    <a:cubicBezTo>
                      <a:pt x="574" y="3265"/>
                      <a:pt x="575" y="3262"/>
                      <a:pt x="576" y="3260"/>
                    </a:cubicBezTo>
                    <a:cubicBezTo>
                      <a:pt x="577" y="3258"/>
                      <a:pt x="579" y="3256"/>
                      <a:pt x="580" y="3254"/>
                    </a:cubicBezTo>
                    <a:cubicBezTo>
                      <a:pt x="581" y="3252"/>
                      <a:pt x="578" y="3252"/>
                      <a:pt x="577" y="3252"/>
                    </a:cubicBezTo>
                    <a:cubicBezTo>
                      <a:pt x="575" y="3252"/>
                      <a:pt x="573" y="3253"/>
                      <a:pt x="571" y="3253"/>
                    </a:cubicBezTo>
                    <a:cubicBezTo>
                      <a:pt x="569" y="3253"/>
                      <a:pt x="566" y="3253"/>
                      <a:pt x="564" y="3253"/>
                    </a:cubicBezTo>
                    <a:cubicBezTo>
                      <a:pt x="562" y="3253"/>
                      <a:pt x="561" y="3253"/>
                      <a:pt x="562" y="3251"/>
                    </a:cubicBezTo>
                    <a:cubicBezTo>
                      <a:pt x="562" y="3249"/>
                      <a:pt x="562" y="3246"/>
                      <a:pt x="564" y="3245"/>
                    </a:cubicBezTo>
                    <a:cubicBezTo>
                      <a:pt x="565" y="3245"/>
                      <a:pt x="567" y="3245"/>
                      <a:pt x="568" y="3246"/>
                    </a:cubicBezTo>
                    <a:cubicBezTo>
                      <a:pt x="570" y="3246"/>
                      <a:pt x="570" y="3247"/>
                      <a:pt x="572" y="3246"/>
                    </a:cubicBezTo>
                    <a:cubicBezTo>
                      <a:pt x="573" y="3246"/>
                      <a:pt x="574" y="3245"/>
                      <a:pt x="576" y="3245"/>
                    </a:cubicBezTo>
                    <a:cubicBezTo>
                      <a:pt x="577" y="3245"/>
                      <a:pt x="577" y="3245"/>
                      <a:pt x="578" y="3244"/>
                    </a:cubicBezTo>
                    <a:cubicBezTo>
                      <a:pt x="577" y="3242"/>
                      <a:pt x="578" y="3236"/>
                      <a:pt x="582" y="3239"/>
                    </a:cubicBezTo>
                    <a:cubicBezTo>
                      <a:pt x="583" y="3240"/>
                      <a:pt x="585" y="3241"/>
                      <a:pt x="586" y="3239"/>
                    </a:cubicBezTo>
                    <a:cubicBezTo>
                      <a:pt x="588" y="3238"/>
                      <a:pt x="589" y="3236"/>
                      <a:pt x="591" y="3234"/>
                    </a:cubicBezTo>
                    <a:cubicBezTo>
                      <a:pt x="594" y="3230"/>
                      <a:pt x="600" y="3232"/>
                      <a:pt x="604" y="3232"/>
                    </a:cubicBezTo>
                    <a:cubicBezTo>
                      <a:pt x="608" y="3231"/>
                      <a:pt x="607" y="3226"/>
                      <a:pt x="611" y="3225"/>
                    </a:cubicBezTo>
                    <a:cubicBezTo>
                      <a:pt x="612" y="3225"/>
                      <a:pt x="620" y="3227"/>
                      <a:pt x="621" y="3224"/>
                    </a:cubicBezTo>
                    <a:cubicBezTo>
                      <a:pt x="621" y="3223"/>
                      <a:pt x="619" y="3222"/>
                      <a:pt x="618" y="3220"/>
                    </a:cubicBezTo>
                    <a:cubicBezTo>
                      <a:pt x="618" y="3218"/>
                      <a:pt x="620" y="3218"/>
                      <a:pt x="622" y="3218"/>
                    </a:cubicBezTo>
                    <a:cubicBezTo>
                      <a:pt x="625" y="3217"/>
                      <a:pt x="629" y="3220"/>
                      <a:pt x="631" y="3216"/>
                    </a:cubicBezTo>
                    <a:cubicBezTo>
                      <a:pt x="632" y="3214"/>
                      <a:pt x="632" y="3211"/>
                      <a:pt x="630" y="3209"/>
                    </a:cubicBezTo>
                    <a:cubicBezTo>
                      <a:pt x="629" y="3208"/>
                      <a:pt x="628" y="3208"/>
                      <a:pt x="626" y="3207"/>
                    </a:cubicBezTo>
                    <a:cubicBezTo>
                      <a:pt x="623" y="3206"/>
                      <a:pt x="621" y="3201"/>
                      <a:pt x="619" y="3198"/>
                    </a:cubicBezTo>
                    <a:cubicBezTo>
                      <a:pt x="618" y="3197"/>
                      <a:pt x="617" y="3195"/>
                      <a:pt x="616" y="3194"/>
                    </a:cubicBezTo>
                    <a:cubicBezTo>
                      <a:pt x="615" y="3193"/>
                      <a:pt x="614" y="3191"/>
                      <a:pt x="613" y="3190"/>
                    </a:cubicBezTo>
                    <a:cubicBezTo>
                      <a:pt x="613" y="3187"/>
                      <a:pt x="611" y="3181"/>
                      <a:pt x="616" y="3183"/>
                    </a:cubicBezTo>
                    <a:cubicBezTo>
                      <a:pt x="618" y="3184"/>
                      <a:pt x="619" y="3185"/>
                      <a:pt x="620" y="3187"/>
                    </a:cubicBezTo>
                    <a:cubicBezTo>
                      <a:pt x="621" y="3189"/>
                      <a:pt x="620" y="3192"/>
                      <a:pt x="621" y="3193"/>
                    </a:cubicBezTo>
                    <a:cubicBezTo>
                      <a:pt x="624" y="3197"/>
                      <a:pt x="629" y="3190"/>
                      <a:pt x="631" y="3193"/>
                    </a:cubicBezTo>
                    <a:cubicBezTo>
                      <a:pt x="632" y="3195"/>
                      <a:pt x="633" y="3198"/>
                      <a:pt x="634" y="3200"/>
                    </a:cubicBezTo>
                    <a:cubicBezTo>
                      <a:pt x="635" y="3202"/>
                      <a:pt x="636" y="3204"/>
                      <a:pt x="638" y="3205"/>
                    </a:cubicBezTo>
                    <a:cubicBezTo>
                      <a:pt x="639" y="3207"/>
                      <a:pt x="640" y="3207"/>
                      <a:pt x="641" y="3208"/>
                    </a:cubicBezTo>
                    <a:cubicBezTo>
                      <a:pt x="643" y="3208"/>
                      <a:pt x="645" y="3209"/>
                      <a:pt x="646" y="3211"/>
                    </a:cubicBezTo>
                    <a:cubicBezTo>
                      <a:pt x="648" y="3215"/>
                      <a:pt x="642" y="3219"/>
                      <a:pt x="641" y="3223"/>
                    </a:cubicBezTo>
                    <a:cubicBezTo>
                      <a:pt x="641" y="3229"/>
                      <a:pt x="647" y="3229"/>
                      <a:pt x="651" y="3230"/>
                    </a:cubicBezTo>
                    <a:cubicBezTo>
                      <a:pt x="657" y="3230"/>
                      <a:pt x="663" y="3231"/>
                      <a:pt x="668" y="3230"/>
                    </a:cubicBezTo>
                    <a:cubicBezTo>
                      <a:pt x="670" y="3229"/>
                      <a:pt x="674" y="3229"/>
                      <a:pt x="674" y="3227"/>
                    </a:cubicBezTo>
                    <a:cubicBezTo>
                      <a:pt x="674" y="3226"/>
                      <a:pt x="673" y="3225"/>
                      <a:pt x="673" y="3224"/>
                    </a:cubicBezTo>
                    <a:cubicBezTo>
                      <a:pt x="672" y="3223"/>
                      <a:pt x="671" y="3222"/>
                      <a:pt x="671" y="3220"/>
                    </a:cubicBezTo>
                    <a:cubicBezTo>
                      <a:pt x="670" y="3217"/>
                      <a:pt x="671" y="3213"/>
                      <a:pt x="674" y="3211"/>
                    </a:cubicBezTo>
                    <a:cubicBezTo>
                      <a:pt x="676" y="3209"/>
                      <a:pt x="676" y="3213"/>
                      <a:pt x="677" y="3214"/>
                    </a:cubicBezTo>
                    <a:cubicBezTo>
                      <a:pt x="677" y="3215"/>
                      <a:pt x="677" y="3216"/>
                      <a:pt x="677" y="3217"/>
                    </a:cubicBezTo>
                    <a:cubicBezTo>
                      <a:pt x="678" y="3218"/>
                      <a:pt x="680" y="3220"/>
                      <a:pt x="681" y="3220"/>
                    </a:cubicBezTo>
                    <a:cubicBezTo>
                      <a:pt x="682" y="3220"/>
                      <a:pt x="682" y="3219"/>
                      <a:pt x="683" y="3219"/>
                    </a:cubicBezTo>
                    <a:cubicBezTo>
                      <a:pt x="684" y="3219"/>
                      <a:pt x="684" y="3218"/>
                      <a:pt x="685" y="3218"/>
                    </a:cubicBezTo>
                    <a:cubicBezTo>
                      <a:pt x="685" y="3217"/>
                      <a:pt x="685" y="3216"/>
                      <a:pt x="686" y="3216"/>
                    </a:cubicBezTo>
                    <a:cubicBezTo>
                      <a:pt x="688" y="3215"/>
                      <a:pt x="689" y="3214"/>
                      <a:pt x="691" y="3213"/>
                    </a:cubicBezTo>
                    <a:cubicBezTo>
                      <a:pt x="693" y="3213"/>
                      <a:pt x="695" y="3212"/>
                      <a:pt x="694" y="3215"/>
                    </a:cubicBezTo>
                    <a:cubicBezTo>
                      <a:pt x="694" y="3215"/>
                      <a:pt x="694" y="3216"/>
                      <a:pt x="693" y="3216"/>
                    </a:cubicBezTo>
                    <a:cubicBezTo>
                      <a:pt x="693" y="3216"/>
                      <a:pt x="693" y="3217"/>
                      <a:pt x="693" y="3217"/>
                    </a:cubicBezTo>
                    <a:cubicBezTo>
                      <a:pt x="693" y="3218"/>
                      <a:pt x="692" y="3219"/>
                      <a:pt x="693" y="3219"/>
                    </a:cubicBezTo>
                    <a:cubicBezTo>
                      <a:pt x="693" y="3220"/>
                      <a:pt x="694" y="3220"/>
                      <a:pt x="695" y="3220"/>
                    </a:cubicBezTo>
                    <a:cubicBezTo>
                      <a:pt x="696" y="3220"/>
                      <a:pt x="696" y="3220"/>
                      <a:pt x="697" y="3219"/>
                    </a:cubicBezTo>
                    <a:cubicBezTo>
                      <a:pt x="697" y="3219"/>
                      <a:pt x="698" y="3218"/>
                      <a:pt x="698" y="3218"/>
                    </a:cubicBezTo>
                    <a:cubicBezTo>
                      <a:pt x="699" y="3219"/>
                      <a:pt x="700" y="3219"/>
                      <a:pt x="700" y="3219"/>
                    </a:cubicBezTo>
                    <a:cubicBezTo>
                      <a:pt x="700" y="3218"/>
                      <a:pt x="700" y="3217"/>
                      <a:pt x="701" y="3217"/>
                    </a:cubicBezTo>
                    <a:cubicBezTo>
                      <a:pt x="701" y="3215"/>
                      <a:pt x="701" y="3214"/>
                      <a:pt x="701" y="3213"/>
                    </a:cubicBezTo>
                    <a:cubicBezTo>
                      <a:pt x="701" y="3212"/>
                      <a:pt x="701" y="3211"/>
                      <a:pt x="701" y="3210"/>
                    </a:cubicBezTo>
                    <a:cubicBezTo>
                      <a:pt x="701" y="3205"/>
                      <a:pt x="702" y="3200"/>
                      <a:pt x="702" y="3195"/>
                    </a:cubicBezTo>
                    <a:cubicBezTo>
                      <a:pt x="702" y="3193"/>
                      <a:pt x="702" y="3190"/>
                      <a:pt x="703" y="3189"/>
                    </a:cubicBezTo>
                    <a:cubicBezTo>
                      <a:pt x="705" y="3187"/>
                      <a:pt x="706" y="3189"/>
                      <a:pt x="706" y="3191"/>
                    </a:cubicBezTo>
                    <a:cubicBezTo>
                      <a:pt x="707" y="3192"/>
                      <a:pt x="706" y="3194"/>
                      <a:pt x="706" y="3195"/>
                    </a:cubicBezTo>
                    <a:cubicBezTo>
                      <a:pt x="706" y="3196"/>
                      <a:pt x="707" y="3197"/>
                      <a:pt x="707" y="3198"/>
                    </a:cubicBezTo>
                    <a:cubicBezTo>
                      <a:pt x="708" y="3200"/>
                      <a:pt x="708" y="3201"/>
                      <a:pt x="711" y="3202"/>
                    </a:cubicBezTo>
                    <a:cubicBezTo>
                      <a:pt x="713" y="3202"/>
                      <a:pt x="715" y="3202"/>
                      <a:pt x="715" y="3199"/>
                    </a:cubicBezTo>
                    <a:cubicBezTo>
                      <a:pt x="716" y="3196"/>
                      <a:pt x="715" y="3192"/>
                      <a:pt x="717" y="3189"/>
                    </a:cubicBezTo>
                    <a:cubicBezTo>
                      <a:pt x="718" y="3186"/>
                      <a:pt x="719" y="3185"/>
                      <a:pt x="720" y="3182"/>
                    </a:cubicBezTo>
                    <a:cubicBezTo>
                      <a:pt x="720" y="3179"/>
                      <a:pt x="720" y="3177"/>
                      <a:pt x="721" y="3174"/>
                    </a:cubicBezTo>
                    <a:cubicBezTo>
                      <a:pt x="722" y="3171"/>
                      <a:pt x="722" y="3168"/>
                      <a:pt x="725" y="3165"/>
                    </a:cubicBezTo>
                    <a:cubicBezTo>
                      <a:pt x="726" y="3163"/>
                      <a:pt x="727" y="3162"/>
                      <a:pt x="728" y="3160"/>
                    </a:cubicBezTo>
                    <a:cubicBezTo>
                      <a:pt x="729" y="3159"/>
                      <a:pt x="730" y="3157"/>
                      <a:pt x="732" y="3157"/>
                    </a:cubicBezTo>
                    <a:cubicBezTo>
                      <a:pt x="735" y="3157"/>
                      <a:pt x="737" y="3160"/>
                      <a:pt x="738" y="3162"/>
                    </a:cubicBezTo>
                    <a:cubicBezTo>
                      <a:pt x="741" y="3165"/>
                      <a:pt x="743" y="3163"/>
                      <a:pt x="744" y="3159"/>
                    </a:cubicBezTo>
                    <a:cubicBezTo>
                      <a:pt x="744" y="3158"/>
                      <a:pt x="744" y="3157"/>
                      <a:pt x="745" y="3156"/>
                    </a:cubicBezTo>
                    <a:cubicBezTo>
                      <a:pt x="747" y="3154"/>
                      <a:pt x="748" y="3153"/>
                      <a:pt x="748" y="3151"/>
                    </a:cubicBezTo>
                    <a:cubicBezTo>
                      <a:pt x="749" y="3149"/>
                      <a:pt x="749" y="3146"/>
                      <a:pt x="748" y="3143"/>
                    </a:cubicBezTo>
                    <a:cubicBezTo>
                      <a:pt x="747" y="3142"/>
                      <a:pt x="746" y="3141"/>
                      <a:pt x="745" y="3140"/>
                    </a:cubicBezTo>
                    <a:cubicBezTo>
                      <a:pt x="742" y="3137"/>
                      <a:pt x="743" y="3131"/>
                      <a:pt x="745" y="3128"/>
                    </a:cubicBezTo>
                    <a:cubicBezTo>
                      <a:pt x="747" y="3126"/>
                      <a:pt x="748" y="3125"/>
                      <a:pt x="748" y="3122"/>
                    </a:cubicBezTo>
                    <a:cubicBezTo>
                      <a:pt x="748" y="3120"/>
                      <a:pt x="747" y="3118"/>
                      <a:pt x="746" y="3116"/>
                    </a:cubicBezTo>
                    <a:cubicBezTo>
                      <a:pt x="745" y="3114"/>
                      <a:pt x="745" y="3113"/>
                      <a:pt x="744" y="3111"/>
                    </a:cubicBezTo>
                    <a:cubicBezTo>
                      <a:pt x="744" y="3111"/>
                      <a:pt x="744" y="3108"/>
                      <a:pt x="742" y="3108"/>
                    </a:cubicBezTo>
                    <a:cubicBezTo>
                      <a:pt x="740" y="3108"/>
                      <a:pt x="740" y="3117"/>
                      <a:pt x="737" y="3115"/>
                    </a:cubicBezTo>
                    <a:cubicBezTo>
                      <a:pt x="735" y="3115"/>
                      <a:pt x="734" y="3112"/>
                      <a:pt x="733" y="3110"/>
                    </a:cubicBezTo>
                    <a:cubicBezTo>
                      <a:pt x="732" y="3108"/>
                      <a:pt x="731" y="3107"/>
                      <a:pt x="731" y="3105"/>
                    </a:cubicBezTo>
                    <a:cubicBezTo>
                      <a:pt x="730" y="3103"/>
                      <a:pt x="730" y="3101"/>
                      <a:pt x="729" y="3099"/>
                    </a:cubicBezTo>
                    <a:cubicBezTo>
                      <a:pt x="729" y="3098"/>
                      <a:pt x="728" y="3098"/>
                      <a:pt x="727" y="3097"/>
                    </a:cubicBezTo>
                    <a:cubicBezTo>
                      <a:pt x="723" y="3095"/>
                      <a:pt x="721" y="3091"/>
                      <a:pt x="720" y="3087"/>
                    </a:cubicBezTo>
                    <a:cubicBezTo>
                      <a:pt x="719" y="3086"/>
                      <a:pt x="718" y="3080"/>
                      <a:pt x="721" y="3081"/>
                    </a:cubicBezTo>
                    <a:cubicBezTo>
                      <a:pt x="725" y="3082"/>
                      <a:pt x="728" y="3088"/>
                      <a:pt x="732" y="3086"/>
                    </a:cubicBezTo>
                    <a:cubicBezTo>
                      <a:pt x="734" y="3085"/>
                      <a:pt x="734" y="3079"/>
                      <a:pt x="737" y="3079"/>
                    </a:cubicBezTo>
                    <a:cubicBezTo>
                      <a:pt x="740" y="3079"/>
                      <a:pt x="739" y="3087"/>
                      <a:pt x="740" y="3089"/>
                    </a:cubicBezTo>
                    <a:cubicBezTo>
                      <a:pt x="742" y="3092"/>
                      <a:pt x="749" y="3092"/>
                      <a:pt x="751" y="3091"/>
                    </a:cubicBezTo>
                    <a:cubicBezTo>
                      <a:pt x="753" y="3090"/>
                      <a:pt x="754" y="3089"/>
                      <a:pt x="755" y="3088"/>
                    </a:cubicBezTo>
                    <a:cubicBezTo>
                      <a:pt x="756" y="3087"/>
                      <a:pt x="757" y="3087"/>
                      <a:pt x="758" y="3086"/>
                    </a:cubicBezTo>
                    <a:cubicBezTo>
                      <a:pt x="761" y="3085"/>
                      <a:pt x="764" y="3083"/>
                      <a:pt x="765" y="3081"/>
                    </a:cubicBezTo>
                    <a:cubicBezTo>
                      <a:pt x="766" y="3079"/>
                      <a:pt x="766" y="3077"/>
                      <a:pt x="766" y="3076"/>
                    </a:cubicBezTo>
                    <a:cubicBezTo>
                      <a:pt x="766" y="3073"/>
                      <a:pt x="767" y="3071"/>
                      <a:pt x="767" y="3069"/>
                    </a:cubicBezTo>
                    <a:cubicBezTo>
                      <a:pt x="768" y="3065"/>
                      <a:pt x="768" y="3060"/>
                      <a:pt x="768" y="3056"/>
                    </a:cubicBezTo>
                    <a:cubicBezTo>
                      <a:pt x="767" y="3053"/>
                      <a:pt x="767" y="3051"/>
                      <a:pt x="766" y="3048"/>
                    </a:cubicBezTo>
                    <a:cubicBezTo>
                      <a:pt x="764" y="3045"/>
                      <a:pt x="762" y="3042"/>
                      <a:pt x="761" y="3039"/>
                    </a:cubicBezTo>
                    <a:cubicBezTo>
                      <a:pt x="759" y="3035"/>
                      <a:pt x="758" y="3031"/>
                      <a:pt x="757" y="3027"/>
                    </a:cubicBezTo>
                    <a:cubicBezTo>
                      <a:pt x="756" y="3019"/>
                      <a:pt x="756" y="3007"/>
                      <a:pt x="763" y="3001"/>
                    </a:cubicBezTo>
                    <a:cubicBezTo>
                      <a:pt x="766" y="2999"/>
                      <a:pt x="769" y="2998"/>
                      <a:pt x="773" y="2997"/>
                    </a:cubicBezTo>
                    <a:cubicBezTo>
                      <a:pt x="776" y="2997"/>
                      <a:pt x="780" y="2996"/>
                      <a:pt x="784" y="2996"/>
                    </a:cubicBezTo>
                    <a:cubicBezTo>
                      <a:pt x="787" y="2996"/>
                      <a:pt x="790" y="2997"/>
                      <a:pt x="792" y="3000"/>
                    </a:cubicBezTo>
                    <a:cubicBezTo>
                      <a:pt x="795" y="3003"/>
                      <a:pt x="795" y="3008"/>
                      <a:pt x="796" y="3011"/>
                    </a:cubicBezTo>
                    <a:cubicBezTo>
                      <a:pt x="796" y="3014"/>
                      <a:pt x="796" y="3016"/>
                      <a:pt x="796" y="3018"/>
                    </a:cubicBezTo>
                    <a:cubicBezTo>
                      <a:pt x="795" y="3020"/>
                      <a:pt x="795" y="3022"/>
                      <a:pt x="795" y="3023"/>
                    </a:cubicBezTo>
                    <a:cubicBezTo>
                      <a:pt x="793" y="3025"/>
                      <a:pt x="790" y="3019"/>
                      <a:pt x="789" y="3018"/>
                    </a:cubicBezTo>
                    <a:cubicBezTo>
                      <a:pt x="787" y="3014"/>
                      <a:pt x="785" y="3009"/>
                      <a:pt x="782" y="3006"/>
                    </a:cubicBezTo>
                    <a:cubicBezTo>
                      <a:pt x="779" y="3003"/>
                      <a:pt x="777" y="3005"/>
                      <a:pt x="776" y="3008"/>
                    </a:cubicBezTo>
                    <a:cubicBezTo>
                      <a:pt x="774" y="3012"/>
                      <a:pt x="773" y="3017"/>
                      <a:pt x="771" y="3021"/>
                    </a:cubicBezTo>
                    <a:cubicBezTo>
                      <a:pt x="770" y="3023"/>
                      <a:pt x="769" y="3026"/>
                      <a:pt x="770" y="3029"/>
                    </a:cubicBezTo>
                    <a:cubicBezTo>
                      <a:pt x="771" y="3033"/>
                      <a:pt x="773" y="3036"/>
                      <a:pt x="774" y="3040"/>
                    </a:cubicBezTo>
                    <a:cubicBezTo>
                      <a:pt x="776" y="3047"/>
                      <a:pt x="777" y="3054"/>
                      <a:pt x="778" y="3061"/>
                    </a:cubicBezTo>
                    <a:cubicBezTo>
                      <a:pt x="778" y="3067"/>
                      <a:pt x="778" y="3074"/>
                      <a:pt x="777" y="3080"/>
                    </a:cubicBezTo>
                    <a:cubicBezTo>
                      <a:pt x="777" y="3085"/>
                      <a:pt x="777" y="3089"/>
                      <a:pt x="777" y="3094"/>
                    </a:cubicBezTo>
                    <a:cubicBezTo>
                      <a:pt x="777" y="3097"/>
                      <a:pt x="778" y="3099"/>
                      <a:pt x="778" y="3102"/>
                    </a:cubicBezTo>
                    <a:cubicBezTo>
                      <a:pt x="778" y="3105"/>
                      <a:pt x="778" y="3107"/>
                      <a:pt x="777" y="3110"/>
                    </a:cubicBezTo>
                    <a:cubicBezTo>
                      <a:pt x="777" y="3112"/>
                      <a:pt x="776" y="3113"/>
                      <a:pt x="775" y="3114"/>
                    </a:cubicBezTo>
                    <a:cubicBezTo>
                      <a:pt x="772" y="3117"/>
                      <a:pt x="771" y="3121"/>
                      <a:pt x="772" y="3125"/>
                    </a:cubicBezTo>
                    <a:cubicBezTo>
                      <a:pt x="772" y="3129"/>
                      <a:pt x="773" y="3133"/>
                      <a:pt x="772" y="3136"/>
                    </a:cubicBezTo>
                    <a:cubicBezTo>
                      <a:pt x="772" y="3139"/>
                      <a:pt x="771" y="3142"/>
                      <a:pt x="772" y="3144"/>
                    </a:cubicBezTo>
                    <a:cubicBezTo>
                      <a:pt x="773" y="3148"/>
                      <a:pt x="778" y="3145"/>
                      <a:pt x="780" y="3144"/>
                    </a:cubicBezTo>
                    <a:cubicBezTo>
                      <a:pt x="783" y="3143"/>
                      <a:pt x="786" y="3142"/>
                      <a:pt x="788" y="3144"/>
                    </a:cubicBezTo>
                    <a:cubicBezTo>
                      <a:pt x="790" y="3146"/>
                      <a:pt x="792" y="3149"/>
                      <a:pt x="795" y="3150"/>
                    </a:cubicBezTo>
                    <a:cubicBezTo>
                      <a:pt x="798" y="3151"/>
                      <a:pt x="801" y="3151"/>
                      <a:pt x="804" y="3151"/>
                    </a:cubicBezTo>
                    <a:cubicBezTo>
                      <a:pt x="809" y="3150"/>
                      <a:pt x="813" y="3146"/>
                      <a:pt x="818" y="3145"/>
                    </a:cubicBezTo>
                    <a:cubicBezTo>
                      <a:pt x="820" y="3145"/>
                      <a:pt x="821" y="3146"/>
                      <a:pt x="822" y="3146"/>
                    </a:cubicBezTo>
                    <a:cubicBezTo>
                      <a:pt x="824" y="3146"/>
                      <a:pt x="825" y="3145"/>
                      <a:pt x="826" y="3144"/>
                    </a:cubicBezTo>
                    <a:cubicBezTo>
                      <a:pt x="828" y="3142"/>
                      <a:pt x="830" y="3141"/>
                      <a:pt x="832" y="3139"/>
                    </a:cubicBezTo>
                    <a:cubicBezTo>
                      <a:pt x="834" y="3138"/>
                      <a:pt x="836" y="3138"/>
                      <a:pt x="837" y="3137"/>
                    </a:cubicBezTo>
                    <a:cubicBezTo>
                      <a:pt x="842" y="3135"/>
                      <a:pt x="844" y="3131"/>
                      <a:pt x="846" y="3127"/>
                    </a:cubicBezTo>
                    <a:cubicBezTo>
                      <a:pt x="848" y="3123"/>
                      <a:pt x="851" y="3122"/>
                      <a:pt x="853" y="3118"/>
                    </a:cubicBezTo>
                    <a:cubicBezTo>
                      <a:pt x="853" y="3116"/>
                      <a:pt x="854" y="3114"/>
                      <a:pt x="854" y="3112"/>
                    </a:cubicBezTo>
                    <a:cubicBezTo>
                      <a:pt x="855" y="3110"/>
                      <a:pt x="854" y="3108"/>
                      <a:pt x="855" y="3106"/>
                    </a:cubicBezTo>
                    <a:cubicBezTo>
                      <a:pt x="858" y="3107"/>
                      <a:pt x="856" y="3112"/>
                      <a:pt x="856" y="3115"/>
                    </a:cubicBezTo>
                    <a:cubicBezTo>
                      <a:pt x="855" y="3119"/>
                      <a:pt x="852" y="3123"/>
                      <a:pt x="850" y="3128"/>
                    </a:cubicBezTo>
                    <a:cubicBezTo>
                      <a:pt x="849" y="3130"/>
                      <a:pt x="848" y="3133"/>
                      <a:pt x="846" y="3135"/>
                    </a:cubicBezTo>
                    <a:cubicBezTo>
                      <a:pt x="844" y="3136"/>
                      <a:pt x="842" y="3137"/>
                      <a:pt x="841" y="3139"/>
                    </a:cubicBezTo>
                    <a:cubicBezTo>
                      <a:pt x="839" y="3140"/>
                      <a:pt x="840" y="3143"/>
                      <a:pt x="839" y="3144"/>
                    </a:cubicBezTo>
                    <a:cubicBezTo>
                      <a:pt x="839" y="3147"/>
                      <a:pt x="839" y="3150"/>
                      <a:pt x="841" y="3152"/>
                    </a:cubicBezTo>
                    <a:cubicBezTo>
                      <a:pt x="844" y="3154"/>
                      <a:pt x="847" y="3154"/>
                      <a:pt x="850" y="3156"/>
                    </a:cubicBezTo>
                    <a:cubicBezTo>
                      <a:pt x="851" y="3156"/>
                      <a:pt x="854" y="3158"/>
                      <a:pt x="854" y="3160"/>
                    </a:cubicBezTo>
                    <a:cubicBezTo>
                      <a:pt x="854" y="3163"/>
                      <a:pt x="851" y="3165"/>
                      <a:pt x="850" y="3166"/>
                    </a:cubicBezTo>
                    <a:cubicBezTo>
                      <a:pt x="849" y="3167"/>
                      <a:pt x="845" y="3169"/>
                      <a:pt x="846" y="3166"/>
                    </a:cubicBezTo>
                    <a:cubicBezTo>
                      <a:pt x="847" y="3164"/>
                      <a:pt x="848" y="3162"/>
                      <a:pt x="847" y="3160"/>
                    </a:cubicBezTo>
                    <a:cubicBezTo>
                      <a:pt x="845" y="3159"/>
                      <a:pt x="842" y="3159"/>
                      <a:pt x="840" y="3160"/>
                    </a:cubicBezTo>
                    <a:cubicBezTo>
                      <a:pt x="838" y="3160"/>
                      <a:pt x="837" y="3162"/>
                      <a:pt x="835" y="3163"/>
                    </a:cubicBezTo>
                    <a:cubicBezTo>
                      <a:pt x="833" y="3164"/>
                      <a:pt x="831" y="3165"/>
                      <a:pt x="829" y="3165"/>
                    </a:cubicBezTo>
                    <a:cubicBezTo>
                      <a:pt x="827" y="3164"/>
                      <a:pt x="829" y="3163"/>
                      <a:pt x="830" y="3162"/>
                    </a:cubicBezTo>
                    <a:cubicBezTo>
                      <a:pt x="832" y="3159"/>
                      <a:pt x="835" y="3156"/>
                      <a:pt x="835" y="3152"/>
                    </a:cubicBezTo>
                    <a:cubicBezTo>
                      <a:pt x="835" y="3149"/>
                      <a:pt x="832" y="3149"/>
                      <a:pt x="830" y="3151"/>
                    </a:cubicBezTo>
                    <a:cubicBezTo>
                      <a:pt x="828" y="3153"/>
                      <a:pt x="827" y="3155"/>
                      <a:pt x="824" y="3155"/>
                    </a:cubicBezTo>
                    <a:cubicBezTo>
                      <a:pt x="823" y="3155"/>
                      <a:pt x="821" y="3154"/>
                      <a:pt x="820" y="3153"/>
                    </a:cubicBezTo>
                    <a:cubicBezTo>
                      <a:pt x="819" y="3152"/>
                      <a:pt x="817" y="3151"/>
                      <a:pt x="816" y="3151"/>
                    </a:cubicBezTo>
                    <a:cubicBezTo>
                      <a:pt x="815" y="3151"/>
                      <a:pt x="815" y="3152"/>
                      <a:pt x="815" y="3153"/>
                    </a:cubicBezTo>
                    <a:cubicBezTo>
                      <a:pt x="815" y="3155"/>
                      <a:pt x="815" y="3156"/>
                      <a:pt x="815" y="3158"/>
                    </a:cubicBezTo>
                    <a:cubicBezTo>
                      <a:pt x="815" y="3159"/>
                      <a:pt x="815" y="3161"/>
                      <a:pt x="814" y="3161"/>
                    </a:cubicBezTo>
                    <a:cubicBezTo>
                      <a:pt x="813" y="3161"/>
                      <a:pt x="812" y="3159"/>
                      <a:pt x="812" y="3158"/>
                    </a:cubicBezTo>
                    <a:cubicBezTo>
                      <a:pt x="811" y="3157"/>
                      <a:pt x="810" y="3151"/>
                      <a:pt x="807" y="3152"/>
                    </a:cubicBezTo>
                    <a:cubicBezTo>
                      <a:pt x="806" y="3153"/>
                      <a:pt x="805" y="3155"/>
                      <a:pt x="804" y="3156"/>
                    </a:cubicBezTo>
                    <a:cubicBezTo>
                      <a:pt x="804" y="3156"/>
                      <a:pt x="803" y="3159"/>
                      <a:pt x="803" y="3159"/>
                    </a:cubicBezTo>
                    <a:cubicBezTo>
                      <a:pt x="803" y="3159"/>
                      <a:pt x="803" y="3158"/>
                      <a:pt x="802" y="3157"/>
                    </a:cubicBezTo>
                    <a:cubicBezTo>
                      <a:pt x="802" y="3156"/>
                      <a:pt x="802" y="3155"/>
                      <a:pt x="801" y="3154"/>
                    </a:cubicBezTo>
                    <a:cubicBezTo>
                      <a:pt x="799" y="3152"/>
                      <a:pt x="795" y="3153"/>
                      <a:pt x="793" y="3154"/>
                    </a:cubicBezTo>
                    <a:cubicBezTo>
                      <a:pt x="791" y="3155"/>
                      <a:pt x="789" y="3155"/>
                      <a:pt x="787" y="3156"/>
                    </a:cubicBezTo>
                    <a:cubicBezTo>
                      <a:pt x="784" y="3158"/>
                      <a:pt x="782" y="3161"/>
                      <a:pt x="780" y="3163"/>
                    </a:cubicBezTo>
                    <a:cubicBezTo>
                      <a:pt x="780" y="3164"/>
                      <a:pt x="779" y="3166"/>
                      <a:pt x="779" y="3167"/>
                    </a:cubicBezTo>
                    <a:cubicBezTo>
                      <a:pt x="779" y="3168"/>
                      <a:pt x="780" y="3168"/>
                      <a:pt x="781" y="3168"/>
                    </a:cubicBezTo>
                    <a:cubicBezTo>
                      <a:pt x="783" y="3168"/>
                      <a:pt x="784" y="3167"/>
                      <a:pt x="786" y="3166"/>
                    </a:cubicBezTo>
                    <a:cubicBezTo>
                      <a:pt x="787" y="3166"/>
                      <a:pt x="789" y="3165"/>
                      <a:pt x="790" y="3166"/>
                    </a:cubicBezTo>
                    <a:cubicBezTo>
                      <a:pt x="791" y="3167"/>
                      <a:pt x="790" y="3168"/>
                      <a:pt x="789" y="3169"/>
                    </a:cubicBezTo>
                    <a:cubicBezTo>
                      <a:pt x="789" y="3171"/>
                      <a:pt x="788" y="3172"/>
                      <a:pt x="787" y="3174"/>
                    </a:cubicBezTo>
                    <a:cubicBezTo>
                      <a:pt x="786" y="3175"/>
                      <a:pt x="786" y="3176"/>
                      <a:pt x="786" y="3177"/>
                    </a:cubicBezTo>
                    <a:cubicBezTo>
                      <a:pt x="786" y="3177"/>
                      <a:pt x="786" y="3178"/>
                      <a:pt x="786" y="3179"/>
                    </a:cubicBezTo>
                    <a:cubicBezTo>
                      <a:pt x="787" y="3180"/>
                      <a:pt x="787" y="3182"/>
                      <a:pt x="787" y="3184"/>
                    </a:cubicBezTo>
                    <a:cubicBezTo>
                      <a:pt x="788" y="3187"/>
                      <a:pt x="791" y="3187"/>
                      <a:pt x="793" y="3187"/>
                    </a:cubicBezTo>
                    <a:cubicBezTo>
                      <a:pt x="796" y="3186"/>
                      <a:pt x="799" y="3183"/>
                      <a:pt x="800" y="3180"/>
                    </a:cubicBezTo>
                    <a:cubicBezTo>
                      <a:pt x="802" y="3178"/>
                      <a:pt x="804" y="3174"/>
                      <a:pt x="807" y="3174"/>
                    </a:cubicBezTo>
                    <a:cubicBezTo>
                      <a:pt x="810" y="3174"/>
                      <a:pt x="811" y="3177"/>
                      <a:pt x="811" y="3179"/>
                    </a:cubicBezTo>
                    <a:cubicBezTo>
                      <a:pt x="811" y="3181"/>
                      <a:pt x="811" y="3184"/>
                      <a:pt x="812" y="3186"/>
                    </a:cubicBezTo>
                    <a:cubicBezTo>
                      <a:pt x="813" y="3189"/>
                      <a:pt x="816" y="3190"/>
                      <a:pt x="819" y="3192"/>
                    </a:cubicBezTo>
                    <a:cubicBezTo>
                      <a:pt x="820" y="3193"/>
                      <a:pt x="822" y="3194"/>
                      <a:pt x="823" y="3195"/>
                    </a:cubicBezTo>
                    <a:cubicBezTo>
                      <a:pt x="825" y="3196"/>
                      <a:pt x="825" y="3199"/>
                      <a:pt x="826" y="3200"/>
                    </a:cubicBezTo>
                    <a:cubicBezTo>
                      <a:pt x="826" y="3201"/>
                      <a:pt x="827" y="3201"/>
                      <a:pt x="828" y="3202"/>
                    </a:cubicBezTo>
                    <a:cubicBezTo>
                      <a:pt x="829" y="3202"/>
                      <a:pt x="830" y="3202"/>
                      <a:pt x="830" y="3203"/>
                    </a:cubicBezTo>
                    <a:cubicBezTo>
                      <a:pt x="831" y="3204"/>
                      <a:pt x="831" y="3205"/>
                      <a:pt x="832" y="3204"/>
                    </a:cubicBezTo>
                    <a:cubicBezTo>
                      <a:pt x="834" y="3203"/>
                      <a:pt x="834" y="3201"/>
                      <a:pt x="835" y="3200"/>
                    </a:cubicBezTo>
                    <a:cubicBezTo>
                      <a:pt x="835" y="3199"/>
                      <a:pt x="836" y="3198"/>
                      <a:pt x="837" y="3198"/>
                    </a:cubicBezTo>
                    <a:cubicBezTo>
                      <a:pt x="838" y="3197"/>
                      <a:pt x="839" y="3195"/>
                      <a:pt x="840" y="3193"/>
                    </a:cubicBezTo>
                    <a:cubicBezTo>
                      <a:pt x="840" y="3191"/>
                      <a:pt x="839" y="3188"/>
                      <a:pt x="839" y="3186"/>
                    </a:cubicBezTo>
                    <a:cubicBezTo>
                      <a:pt x="839" y="3186"/>
                      <a:pt x="839" y="3182"/>
                      <a:pt x="840" y="3183"/>
                    </a:cubicBezTo>
                    <a:cubicBezTo>
                      <a:pt x="841" y="3184"/>
                      <a:pt x="841" y="3187"/>
                      <a:pt x="843" y="3187"/>
                    </a:cubicBezTo>
                    <a:cubicBezTo>
                      <a:pt x="844" y="3187"/>
                      <a:pt x="845" y="3186"/>
                      <a:pt x="846" y="3188"/>
                    </a:cubicBezTo>
                    <a:cubicBezTo>
                      <a:pt x="846" y="3190"/>
                      <a:pt x="845" y="3193"/>
                      <a:pt x="843" y="3195"/>
                    </a:cubicBezTo>
                    <a:cubicBezTo>
                      <a:pt x="843" y="3195"/>
                      <a:pt x="842" y="3196"/>
                      <a:pt x="842" y="3197"/>
                    </a:cubicBezTo>
                    <a:cubicBezTo>
                      <a:pt x="842" y="3197"/>
                      <a:pt x="842" y="3198"/>
                      <a:pt x="842" y="3198"/>
                    </a:cubicBezTo>
                    <a:cubicBezTo>
                      <a:pt x="843" y="3201"/>
                      <a:pt x="844" y="3203"/>
                      <a:pt x="844" y="3206"/>
                    </a:cubicBezTo>
                    <a:cubicBezTo>
                      <a:pt x="845" y="3207"/>
                      <a:pt x="845" y="3209"/>
                      <a:pt x="846" y="3210"/>
                    </a:cubicBezTo>
                    <a:cubicBezTo>
                      <a:pt x="848" y="3210"/>
                      <a:pt x="849" y="3209"/>
                      <a:pt x="851" y="3209"/>
                    </a:cubicBezTo>
                    <a:cubicBezTo>
                      <a:pt x="852" y="3208"/>
                      <a:pt x="854" y="3207"/>
                      <a:pt x="856" y="3207"/>
                    </a:cubicBezTo>
                    <a:cubicBezTo>
                      <a:pt x="858" y="3207"/>
                      <a:pt x="859" y="3206"/>
                      <a:pt x="860" y="3205"/>
                    </a:cubicBezTo>
                    <a:cubicBezTo>
                      <a:pt x="862" y="3203"/>
                      <a:pt x="864" y="3202"/>
                      <a:pt x="867" y="3202"/>
                    </a:cubicBezTo>
                    <a:cubicBezTo>
                      <a:pt x="869" y="3203"/>
                      <a:pt x="871" y="3203"/>
                      <a:pt x="874" y="3203"/>
                    </a:cubicBezTo>
                    <a:cubicBezTo>
                      <a:pt x="875" y="3204"/>
                      <a:pt x="876" y="3205"/>
                      <a:pt x="875" y="3206"/>
                    </a:cubicBezTo>
                    <a:cubicBezTo>
                      <a:pt x="874" y="3208"/>
                      <a:pt x="872" y="3209"/>
                      <a:pt x="871" y="3210"/>
                    </a:cubicBezTo>
                    <a:cubicBezTo>
                      <a:pt x="869" y="3210"/>
                      <a:pt x="869" y="3211"/>
                      <a:pt x="868" y="3212"/>
                    </a:cubicBezTo>
                    <a:cubicBezTo>
                      <a:pt x="867" y="3212"/>
                      <a:pt x="867" y="3213"/>
                      <a:pt x="866" y="3213"/>
                    </a:cubicBezTo>
                    <a:cubicBezTo>
                      <a:pt x="878" y="3247"/>
                      <a:pt x="878" y="3247"/>
                      <a:pt x="878" y="3247"/>
                    </a:cubicBezTo>
                    <a:cubicBezTo>
                      <a:pt x="878" y="3272"/>
                      <a:pt x="878" y="3272"/>
                      <a:pt x="878" y="3272"/>
                    </a:cubicBezTo>
                    <a:cubicBezTo>
                      <a:pt x="904" y="3270"/>
                      <a:pt x="904" y="3270"/>
                      <a:pt x="904" y="3270"/>
                    </a:cubicBezTo>
                    <a:cubicBezTo>
                      <a:pt x="946" y="3169"/>
                      <a:pt x="946" y="3169"/>
                      <a:pt x="946" y="3169"/>
                    </a:cubicBezTo>
                    <a:cubicBezTo>
                      <a:pt x="945" y="3166"/>
                      <a:pt x="942" y="3163"/>
                      <a:pt x="941" y="3160"/>
                    </a:cubicBezTo>
                    <a:cubicBezTo>
                      <a:pt x="939" y="3156"/>
                      <a:pt x="939" y="3152"/>
                      <a:pt x="938" y="3148"/>
                    </a:cubicBezTo>
                    <a:cubicBezTo>
                      <a:pt x="937" y="3143"/>
                      <a:pt x="936" y="3138"/>
                      <a:pt x="936" y="3133"/>
                    </a:cubicBezTo>
                    <a:cubicBezTo>
                      <a:pt x="936" y="3130"/>
                      <a:pt x="937" y="3131"/>
                      <a:pt x="938" y="3133"/>
                    </a:cubicBezTo>
                    <a:cubicBezTo>
                      <a:pt x="927" y="3089"/>
                      <a:pt x="927" y="3089"/>
                      <a:pt x="927" y="3089"/>
                    </a:cubicBezTo>
                    <a:cubicBezTo>
                      <a:pt x="955" y="3067"/>
                      <a:pt x="955" y="3067"/>
                      <a:pt x="955" y="3067"/>
                    </a:cubicBezTo>
                    <a:cubicBezTo>
                      <a:pt x="958" y="3017"/>
                      <a:pt x="958" y="3017"/>
                      <a:pt x="958" y="3017"/>
                    </a:cubicBezTo>
                    <a:cubicBezTo>
                      <a:pt x="999" y="3015"/>
                      <a:pt x="999" y="3015"/>
                      <a:pt x="999" y="3015"/>
                    </a:cubicBezTo>
                    <a:cubicBezTo>
                      <a:pt x="1060" y="2953"/>
                      <a:pt x="1060" y="2953"/>
                      <a:pt x="1060" y="2953"/>
                    </a:cubicBezTo>
                    <a:cubicBezTo>
                      <a:pt x="1055" y="2909"/>
                      <a:pt x="1055" y="2909"/>
                      <a:pt x="1055" y="2909"/>
                    </a:cubicBezTo>
                    <a:cubicBezTo>
                      <a:pt x="1076" y="2849"/>
                      <a:pt x="1076" y="2849"/>
                      <a:pt x="1076" y="2849"/>
                    </a:cubicBezTo>
                    <a:cubicBezTo>
                      <a:pt x="1023" y="2727"/>
                      <a:pt x="1023" y="2727"/>
                      <a:pt x="1023" y="2727"/>
                    </a:cubicBezTo>
                    <a:cubicBezTo>
                      <a:pt x="1087" y="2720"/>
                      <a:pt x="1087" y="2720"/>
                      <a:pt x="1087" y="2720"/>
                    </a:cubicBezTo>
                    <a:cubicBezTo>
                      <a:pt x="1122" y="2662"/>
                      <a:pt x="1122" y="2662"/>
                      <a:pt x="1122" y="2662"/>
                    </a:cubicBezTo>
                    <a:cubicBezTo>
                      <a:pt x="1099" y="2599"/>
                      <a:pt x="1099" y="2599"/>
                      <a:pt x="1099" y="2599"/>
                    </a:cubicBezTo>
                    <a:cubicBezTo>
                      <a:pt x="1030" y="2556"/>
                      <a:pt x="1030" y="2556"/>
                      <a:pt x="1030" y="2556"/>
                    </a:cubicBezTo>
                    <a:cubicBezTo>
                      <a:pt x="1041" y="2470"/>
                      <a:pt x="1041" y="2470"/>
                      <a:pt x="1041" y="2470"/>
                    </a:cubicBezTo>
                    <a:cubicBezTo>
                      <a:pt x="1038" y="2468"/>
                      <a:pt x="1037" y="2465"/>
                      <a:pt x="1036" y="2463"/>
                    </a:cubicBezTo>
                    <a:cubicBezTo>
                      <a:pt x="1035" y="2461"/>
                      <a:pt x="1034" y="2460"/>
                      <a:pt x="1033" y="2458"/>
                    </a:cubicBezTo>
                    <a:cubicBezTo>
                      <a:pt x="1033" y="2456"/>
                      <a:pt x="1031" y="2455"/>
                      <a:pt x="1029" y="2454"/>
                    </a:cubicBezTo>
                    <a:cubicBezTo>
                      <a:pt x="1028" y="2453"/>
                      <a:pt x="1025" y="2451"/>
                      <a:pt x="1024" y="2450"/>
                    </a:cubicBezTo>
                    <a:cubicBezTo>
                      <a:pt x="1022" y="2449"/>
                      <a:pt x="1025" y="2448"/>
                      <a:pt x="1026" y="2448"/>
                    </a:cubicBezTo>
                    <a:cubicBezTo>
                      <a:pt x="1027" y="2448"/>
                      <a:pt x="1029" y="2449"/>
                      <a:pt x="1030" y="2450"/>
                    </a:cubicBezTo>
                    <a:cubicBezTo>
                      <a:pt x="1033" y="2452"/>
                      <a:pt x="1035" y="2454"/>
                      <a:pt x="1036" y="2456"/>
                    </a:cubicBezTo>
                    <a:cubicBezTo>
                      <a:pt x="1037" y="2458"/>
                      <a:pt x="1037" y="2461"/>
                      <a:pt x="1038" y="2463"/>
                    </a:cubicBezTo>
                    <a:cubicBezTo>
                      <a:pt x="1039" y="2464"/>
                      <a:pt x="1040" y="2465"/>
                      <a:pt x="1041" y="2466"/>
                    </a:cubicBezTo>
                    <a:cubicBezTo>
                      <a:pt x="1050" y="2394"/>
                      <a:pt x="1050" y="2394"/>
                      <a:pt x="1050" y="2394"/>
                    </a:cubicBezTo>
                    <a:cubicBezTo>
                      <a:pt x="1033" y="2321"/>
                      <a:pt x="1033" y="2321"/>
                      <a:pt x="1033" y="2321"/>
                    </a:cubicBezTo>
                    <a:cubicBezTo>
                      <a:pt x="1058" y="2204"/>
                      <a:pt x="1058" y="2204"/>
                      <a:pt x="1058" y="2204"/>
                    </a:cubicBezTo>
                    <a:cubicBezTo>
                      <a:pt x="1033" y="2142"/>
                      <a:pt x="1033" y="2142"/>
                      <a:pt x="1033" y="2142"/>
                    </a:cubicBezTo>
                    <a:cubicBezTo>
                      <a:pt x="1063" y="2106"/>
                      <a:pt x="1063" y="2106"/>
                      <a:pt x="1063" y="2106"/>
                    </a:cubicBezTo>
                    <a:cubicBezTo>
                      <a:pt x="1059" y="2055"/>
                      <a:pt x="1059" y="2055"/>
                      <a:pt x="1059" y="2055"/>
                    </a:cubicBezTo>
                    <a:cubicBezTo>
                      <a:pt x="1111" y="2009"/>
                      <a:pt x="1111" y="2009"/>
                      <a:pt x="1111" y="2009"/>
                    </a:cubicBezTo>
                    <a:cubicBezTo>
                      <a:pt x="1133" y="1950"/>
                      <a:pt x="1133" y="1950"/>
                      <a:pt x="1133" y="1950"/>
                    </a:cubicBezTo>
                    <a:cubicBezTo>
                      <a:pt x="1209" y="1917"/>
                      <a:pt x="1209" y="1917"/>
                      <a:pt x="1209" y="1917"/>
                    </a:cubicBezTo>
                    <a:cubicBezTo>
                      <a:pt x="1272" y="1956"/>
                      <a:pt x="1272" y="1956"/>
                      <a:pt x="1272" y="1956"/>
                    </a:cubicBezTo>
                    <a:cubicBezTo>
                      <a:pt x="1309" y="1945"/>
                      <a:pt x="1309" y="1945"/>
                      <a:pt x="1309" y="1945"/>
                    </a:cubicBezTo>
                    <a:cubicBezTo>
                      <a:pt x="1306" y="1824"/>
                      <a:pt x="1306" y="1824"/>
                      <a:pt x="1306" y="1824"/>
                    </a:cubicBezTo>
                    <a:cubicBezTo>
                      <a:pt x="1253" y="1797"/>
                      <a:pt x="1253" y="1797"/>
                      <a:pt x="1253" y="1797"/>
                    </a:cubicBezTo>
                    <a:cubicBezTo>
                      <a:pt x="1345" y="1663"/>
                      <a:pt x="1345" y="1663"/>
                      <a:pt x="1345" y="1663"/>
                    </a:cubicBezTo>
                    <a:cubicBezTo>
                      <a:pt x="1380" y="1526"/>
                      <a:pt x="1380" y="1526"/>
                      <a:pt x="1380" y="1526"/>
                    </a:cubicBezTo>
                    <a:cubicBezTo>
                      <a:pt x="1380" y="1518"/>
                      <a:pt x="1380" y="1518"/>
                      <a:pt x="1380" y="1518"/>
                    </a:cubicBezTo>
                    <a:cubicBezTo>
                      <a:pt x="1368" y="1395"/>
                      <a:pt x="1368" y="1395"/>
                      <a:pt x="1368" y="1395"/>
                    </a:cubicBezTo>
                    <a:cubicBezTo>
                      <a:pt x="1454" y="1389"/>
                      <a:pt x="1454" y="1389"/>
                      <a:pt x="1454" y="1389"/>
                    </a:cubicBezTo>
                    <a:cubicBezTo>
                      <a:pt x="1482" y="1355"/>
                      <a:pt x="1482" y="1355"/>
                      <a:pt x="1482" y="1355"/>
                    </a:cubicBezTo>
                    <a:cubicBezTo>
                      <a:pt x="1486" y="1315"/>
                      <a:pt x="1486" y="1315"/>
                      <a:pt x="1486" y="1315"/>
                    </a:cubicBezTo>
                    <a:cubicBezTo>
                      <a:pt x="1553" y="1200"/>
                      <a:pt x="1553" y="1200"/>
                      <a:pt x="1553" y="1200"/>
                    </a:cubicBezTo>
                    <a:cubicBezTo>
                      <a:pt x="1591" y="1174"/>
                      <a:pt x="1591" y="1174"/>
                      <a:pt x="1591" y="1174"/>
                    </a:cubicBezTo>
                    <a:cubicBezTo>
                      <a:pt x="1591" y="1112"/>
                      <a:pt x="1591" y="1112"/>
                      <a:pt x="1591" y="1112"/>
                    </a:cubicBezTo>
                    <a:cubicBezTo>
                      <a:pt x="1568" y="1085"/>
                      <a:pt x="1568" y="1085"/>
                      <a:pt x="1568" y="1085"/>
                    </a:cubicBezTo>
                    <a:cubicBezTo>
                      <a:pt x="1571" y="1050"/>
                      <a:pt x="1571" y="1050"/>
                      <a:pt x="1571" y="1050"/>
                    </a:cubicBezTo>
                    <a:cubicBezTo>
                      <a:pt x="1602" y="1036"/>
                      <a:pt x="1602" y="1036"/>
                      <a:pt x="1602" y="1036"/>
                    </a:cubicBezTo>
                    <a:cubicBezTo>
                      <a:pt x="1628" y="939"/>
                      <a:pt x="1628" y="939"/>
                      <a:pt x="1628" y="939"/>
                    </a:cubicBezTo>
                    <a:cubicBezTo>
                      <a:pt x="1679" y="895"/>
                      <a:pt x="1679" y="895"/>
                      <a:pt x="1679" y="895"/>
                    </a:cubicBezTo>
                    <a:cubicBezTo>
                      <a:pt x="1746" y="917"/>
                      <a:pt x="1746" y="917"/>
                      <a:pt x="1746" y="917"/>
                    </a:cubicBezTo>
                    <a:cubicBezTo>
                      <a:pt x="1776" y="862"/>
                      <a:pt x="1776" y="862"/>
                      <a:pt x="1776" y="862"/>
                    </a:cubicBezTo>
                    <a:cubicBezTo>
                      <a:pt x="1765" y="775"/>
                      <a:pt x="1765" y="775"/>
                      <a:pt x="1765" y="775"/>
                    </a:cubicBezTo>
                    <a:cubicBezTo>
                      <a:pt x="1868" y="772"/>
                      <a:pt x="1868" y="772"/>
                      <a:pt x="1868" y="772"/>
                    </a:cubicBezTo>
                    <a:cubicBezTo>
                      <a:pt x="1944" y="812"/>
                      <a:pt x="1944" y="812"/>
                      <a:pt x="1944" y="812"/>
                    </a:cubicBezTo>
                    <a:cubicBezTo>
                      <a:pt x="1973" y="776"/>
                      <a:pt x="1973" y="776"/>
                      <a:pt x="1973" y="776"/>
                    </a:cubicBezTo>
                    <a:cubicBezTo>
                      <a:pt x="1945" y="756"/>
                      <a:pt x="1945" y="756"/>
                      <a:pt x="1945" y="756"/>
                    </a:cubicBezTo>
                    <a:cubicBezTo>
                      <a:pt x="1991" y="684"/>
                      <a:pt x="1991" y="684"/>
                      <a:pt x="1991" y="684"/>
                    </a:cubicBezTo>
                    <a:cubicBezTo>
                      <a:pt x="1960" y="635"/>
                      <a:pt x="1960" y="635"/>
                      <a:pt x="1960" y="635"/>
                    </a:cubicBezTo>
                    <a:cubicBezTo>
                      <a:pt x="2015" y="611"/>
                      <a:pt x="2015" y="611"/>
                      <a:pt x="2015" y="611"/>
                    </a:cubicBezTo>
                    <a:cubicBezTo>
                      <a:pt x="2027" y="624"/>
                      <a:pt x="2027" y="624"/>
                      <a:pt x="2027" y="624"/>
                    </a:cubicBezTo>
                    <a:cubicBezTo>
                      <a:pt x="2027" y="631"/>
                      <a:pt x="2027" y="631"/>
                      <a:pt x="2027" y="631"/>
                    </a:cubicBezTo>
                    <a:cubicBezTo>
                      <a:pt x="2071" y="615"/>
                      <a:pt x="2071" y="615"/>
                      <a:pt x="2071" y="615"/>
                    </a:cubicBezTo>
                    <a:cubicBezTo>
                      <a:pt x="2048" y="579"/>
                      <a:pt x="2048" y="579"/>
                      <a:pt x="2048" y="579"/>
                    </a:cubicBezTo>
                    <a:cubicBezTo>
                      <a:pt x="2088" y="555"/>
                      <a:pt x="2088" y="555"/>
                      <a:pt x="2088" y="555"/>
                    </a:cubicBezTo>
                    <a:cubicBezTo>
                      <a:pt x="2137" y="575"/>
                      <a:pt x="2137" y="575"/>
                      <a:pt x="2137" y="575"/>
                    </a:cubicBezTo>
                    <a:cubicBezTo>
                      <a:pt x="2192" y="689"/>
                      <a:pt x="2192" y="689"/>
                      <a:pt x="2192" y="689"/>
                    </a:cubicBezTo>
                    <a:cubicBezTo>
                      <a:pt x="2266" y="710"/>
                      <a:pt x="2266" y="710"/>
                      <a:pt x="2266" y="710"/>
                    </a:cubicBezTo>
                    <a:cubicBezTo>
                      <a:pt x="2324" y="688"/>
                      <a:pt x="2324" y="688"/>
                      <a:pt x="2324" y="688"/>
                    </a:cubicBezTo>
                    <a:cubicBezTo>
                      <a:pt x="2342" y="653"/>
                      <a:pt x="2342" y="653"/>
                      <a:pt x="2342" y="653"/>
                    </a:cubicBezTo>
                    <a:cubicBezTo>
                      <a:pt x="2467" y="707"/>
                      <a:pt x="2467" y="707"/>
                      <a:pt x="2467" y="707"/>
                    </a:cubicBezTo>
                    <a:cubicBezTo>
                      <a:pt x="2479" y="643"/>
                      <a:pt x="2479" y="643"/>
                      <a:pt x="2479" y="643"/>
                    </a:cubicBezTo>
                    <a:cubicBezTo>
                      <a:pt x="2514" y="607"/>
                      <a:pt x="2514" y="607"/>
                      <a:pt x="2514" y="607"/>
                    </a:cubicBezTo>
                    <a:cubicBezTo>
                      <a:pt x="2526" y="571"/>
                      <a:pt x="2526" y="571"/>
                      <a:pt x="2526" y="571"/>
                    </a:cubicBezTo>
                    <a:cubicBezTo>
                      <a:pt x="2515" y="552"/>
                      <a:pt x="2515" y="552"/>
                      <a:pt x="2515" y="552"/>
                    </a:cubicBezTo>
                    <a:cubicBezTo>
                      <a:pt x="2509" y="439"/>
                      <a:pt x="2509" y="439"/>
                      <a:pt x="2509" y="439"/>
                    </a:cubicBezTo>
                    <a:cubicBezTo>
                      <a:pt x="2518" y="420"/>
                      <a:pt x="2518" y="420"/>
                      <a:pt x="2518" y="420"/>
                    </a:cubicBezTo>
                    <a:cubicBezTo>
                      <a:pt x="2508" y="398"/>
                      <a:pt x="2508" y="398"/>
                      <a:pt x="2508" y="398"/>
                    </a:cubicBezTo>
                    <a:cubicBezTo>
                      <a:pt x="2528" y="387"/>
                      <a:pt x="2528" y="387"/>
                      <a:pt x="2528" y="387"/>
                    </a:cubicBezTo>
                    <a:cubicBezTo>
                      <a:pt x="2552" y="321"/>
                      <a:pt x="2552" y="321"/>
                      <a:pt x="2552" y="321"/>
                    </a:cubicBezTo>
                    <a:cubicBezTo>
                      <a:pt x="2570" y="317"/>
                      <a:pt x="2570" y="317"/>
                      <a:pt x="2570" y="317"/>
                    </a:cubicBezTo>
                    <a:cubicBezTo>
                      <a:pt x="2589" y="316"/>
                      <a:pt x="2589" y="316"/>
                      <a:pt x="2589" y="316"/>
                    </a:cubicBezTo>
                    <a:cubicBezTo>
                      <a:pt x="2610" y="321"/>
                      <a:pt x="2610" y="321"/>
                      <a:pt x="2610" y="321"/>
                    </a:cubicBezTo>
                    <a:cubicBezTo>
                      <a:pt x="2654" y="272"/>
                      <a:pt x="2654" y="272"/>
                      <a:pt x="2654" y="272"/>
                    </a:cubicBezTo>
                    <a:cubicBezTo>
                      <a:pt x="2683" y="263"/>
                      <a:pt x="2683" y="263"/>
                      <a:pt x="2683" y="263"/>
                    </a:cubicBezTo>
                    <a:cubicBezTo>
                      <a:pt x="2705" y="267"/>
                      <a:pt x="2705" y="267"/>
                      <a:pt x="2705" y="267"/>
                    </a:cubicBezTo>
                    <a:cubicBezTo>
                      <a:pt x="2748" y="321"/>
                      <a:pt x="2748" y="321"/>
                      <a:pt x="2748" y="321"/>
                    </a:cubicBezTo>
                    <a:cubicBezTo>
                      <a:pt x="2830" y="350"/>
                      <a:pt x="2830" y="350"/>
                      <a:pt x="2830" y="350"/>
                    </a:cubicBezTo>
                    <a:cubicBezTo>
                      <a:pt x="2856" y="400"/>
                      <a:pt x="2856" y="400"/>
                      <a:pt x="2856" y="400"/>
                    </a:cubicBezTo>
                    <a:cubicBezTo>
                      <a:pt x="2820" y="470"/>
                      <a:pt x="2820" y="470"/>
                      <a:pt x="2820" y="470"/>
                    </a:cubicBezTo>
                    <a:cubicBezTo>
                      <a:pt x="2839" y="509"/>
                      <a:pt x="2839" y="509"/>
                      <a:pt x="2839" y="509"/>
                    </a:cubicBezTo>
                    <a:cubicBezTo>
                      <a:pt x="2861" y="502"/>
                      <a:pt x="2861" y="502"/>
                      <a:pt x="2861" y="502"/>
                    </a:cubicBezTo>
                    <a:cubicBezTo>
                      <a:pt x="2862" y="428"/>
                      <a:pt x="2862" y="428"/>
                      <a:pt x="2862" y="428"/>
                    </a:cubicBezTo>
                    <a:cubicBezTo>
                      <a:pt x="2915" y="390"/>
                      <a:pt x="2915" y="390"/>
                      <a:pt x="2915" y="390"/>
                    </a:cubicBezTo>
                    <a:cubicBezTo>
                      <a:pt x="2913" y="325"/>
                      <a:pt x="2913" y="325"/>
                      <a:pt x="2913" y="325"/>
                    </a:cubicBezTo>
                    <a:cubicBezTo>
                      <a:pt x="2936" y="331"/>
                      <a:pt x="2936" y="331"/>
                      <a:pt x="2936" y="331"/>
                    </a:cubicBezTo>
                    <a:cubicBezTo>
                      <a:pt x="2952" y="351"/>
                      <a:pt x="2952" y="351"/>
                      <a:pt x="2952" y="351"/>
                    </a:cubicBezTo>
                    <a:cubicBezTo>
                      <a:pt x="2999" y="351"/>
                      <a:pt x="2999" y="351"/>
                      <a:pt x="2999" y="351"/>
                    </a:cubicBezTo>
                    <a:cubicBezTo>
                      <a:pt x="3003" y="324"/>
                      <a:pt x="3003" y="324"/>
                      <a:pt x="3003" y="324"/>
                    </a:cubicBezTo>
                    <a:lnTo>
                      <a:pt x="2994" y="282"/>
                    </a:lnTo>
                    <a:close/>
                    <a:moveTo>
                      <a:pt x="731" y="2960"/>
                    </a:moveTo>
                    <a:cubicBezTo>
                      <a:pt x="731" y="2965"/>
                      <a:pt x="732" y="2970"/>
                      <a:pt x="732" y="2975"/>
                    </a:cubicBezTo>
                    <a:cubicBezTo>
                      <a:pt x="732" y="2976"/>
                      <a:pt x="732" y="2981"/>
                      <a:pt x="731" y="2982"/>
                    </a:cubicBezTo>
                    <a:cubicBezTo>
                      <a:pt x="729" y="2983"/>
                      <a:pt x="728" y="2981"/>
                      <a:pt x="727" y="2979"/>
                    </a:cubicBezTo>
                    <a:cubicBezTo>
                      <a:pt x="726" y="2976"/>
                      <a:pt x="724" y="2974"/>
                      <a:pt x="723" y="2971"/>
                    </a:cubicBezTo>
                    <a:cubicBezTo>
                      <a:pt x="721" y="2967"/>
                      <a:pt x="721" y="2963"/>
                      <a:pt x="716" y="2961"/>
                    </a:cubicBezTo>
                    <a:cubicBezTo>
                      <a:pt x="713" y="2960"/>
                      <a:pt x="706" y="2959"/>
                      <a:pt x="703" y="2961"/>
                    </a:cubicBezTo>
                    <a:cubicBezTo>
                      <a:pt x="699" y="2962"/>
                      <a:pt x="696" y="2966"/>
                      <a:pt x="695" y="2969"/>
                    </a:cubicBezTo>
                    <a:cubicBezTo>
                      <a:pt x="695" y="2971"/>
                      <a:pt x="695" y="2972"/>
                      <a:pt x="693" y="2973"/>
                    </a:cubicBezTo>
                    <a:cubicBezTo>
                      <a:pt x="691" y="2973"/>
                      <a:pt x="690" y="2972"/>
                      <a:pt x="690" y="2970"/>
                    </a:cubicBezTo>
                    <a:cubicBezTo>
                      <a:pt x="690" y="2968"/>
                      <a:pt x="691" y="2965"/>
                      <a:pt x="692" y="2963"/>
                    </a:cubicBezTo>
                    <a:cubicBezTo>
                      <a:pt x="694" y="2959"/>
                      <a:pt x="698" y="2955"/>
                      <a:pt x="701" y="2951"/>
                    </a:cubicBezTo>
                    <a:cubicBezTo>
                      <a:pt x="705" y="2948"/>
                      <a:pt x="710" y="2945"/>
                      <a:pt x="713" y="2942"/>
                    </a:cubicBezTo>
                    <a:cubicBezTo>
                      <a:pt x="716" y="2939"/>
                      <a:pt x="718" y="2935"/>
                      <a:pt x="720" y="2931"/>
                    </a:cubicBezTo>
                    <a:cubicBezTo>
                      <a:pt x="722" y="2929"/>
                      <a:pt x="725" y="2924"/>
                      <a:pt x="728" y="2924"/>
                    </a:cubicBezTo>
                    <a:cubicBezTo>
                      <a:pt x="730" y="2929"/>
                      <a:pt x="723" y="2937"/>
                      <a:pt x="720" y="2941"/>
                    </a:cubicBezTo>
                    <a:cubicBezTo>
                      <a:pt x="718" y="2944"/>
                      <a:pt x="715" y="2950"/>
                      <a:pt x="721" y="2950"/>
                    </a:cubicBezTo>
                    <a:cubicBezTo>
                      <a:pt x="724" y="2950"/>
                      <a:pt x="730" y="2946"/>
                      <a:pt x="732" y="2949"/>
                    </a:cubicBezTo>
                    <a:cubicBezTo>
                      <a:pt x="734" y="2952"/>
                      <a:pt x="731" y="2957"/>
                      <a:pt x="731" y="2960"/>
                    </a:cubicBezTo>
                    <a:close/>
                    <a:moveTo>
                      <a:pt x="762" y="2868"/>
                    </a:moveTo>
                    <a:cubicBezTo>
                      <a:pt x="760" y="2872"/>
                      <a:pt x="759" y="2876"/>
                      <a:pt x="758" y="2880"/>
                    </a:cubicBezTo>
                    <a:cubicBezTo>
                      <a:pt x="756" y="2888"/>
                      <a:pt x="755" y="2895"/>
                      <a:pt x="754" y="2903"/>
                    </a:cubicBezTo>
                    <a:cubicBezTo>
                      <a:pt x="754" y="2904"/>
                      <a:pt x="755" y="2910"/>
                      <a:pt x="753" y="2911"/>
                    </a:cubicBezTo>
                    <a:cubicBezTo>
                      <a:pt x="750" y="2913"/>
                      <a:pt x="750" y="2908"/>
                      <a:pt x="750" y="2907"/>
                    </a:cubicBezTo>
                    <a:cubicBezTo>
                      <a:pt x="748" y="2896"/>
                      <a:pt x="749" y="2883"/>
                      <a:pt x="754" y="2873"/>
                    </a:cubicBezTo>
                    <a:cubicBezTo>
                      <a:pt x="756" y="2868"/>
                      <a:pt x="759" y="2863"/>
                      <a:pt x="759" y="2857"/>
                    </a:cubicBezTo>
                    <a:cubicBezTo>
                      <a:pt x="761" y="2846"/>
                      <a:pt x="749" y="2841"/>
                      <a:pt x="745" y="2832"/>
                    </a:cubicBezTo>
                    <a:cubicBezTo>
                      <a:pt x="740" y="2821"/>
                      <a:pt x="748" y="2812"/>
                      <a:pt x="750" y="2803"/>
                    </a:cubicBezTo>
                    <a:cubicBezTo>
                      <a:pt x="753" y="2791"/>
                      <a:pt x="745" y="2781"/>
                      <a:pt x="739" y="2772"/>
                    </a:cubicBezTo>
                    <a:cubicBezTo>
                      <a:pt x="736" y="2768"/>
                      <a:pt x="733" y="2763"/>
                      <a:pt x="731" y="2758"/>
                    </a:cubicBezTo>
                    <a:cubicBezTo>
                      <a:pt x="730" y="2757"/>
                      <a:pt x="730" y="2754"/>
                      <a:pt x="732" y="2754"/>
                    </a:cubicBezTo>
                    <a:cubicBezTo>
                      <a:pt x="736" y="2755"/>
                      <a:pt x="740" y="2760"/>
                      <a:pt x="742" y="2763"/>
                    </a:cubicBezTo>
                    <a:cubicBezTo>
                      <a:pt x="747" y="2768"/>
                      <a:pt x="751" y="2773"/>
                      <a:pt x="753" y="2779"/>
                    </a:cubicBezTo>
                    <a:cubicBezTo>
                      <a:pt x="758" y="2792"/>
                      <a:pt x="754" y="2803"/>
                      <a:pt x="751" y="2816"/>
                    </a:cubicBezTo>
                    <a:cubicBezTo>
                      <a:pt x="750" y="2820"/>
                      <a:pt x="750" y="2825"/>
                      <a:pt x="752" y="2829"/>
                    </a:cubicBezTo>
                    <a:cubicBezTo>
                      <a:pt x="753" y="2833"/>
                      <a:pt x="757" y="2837"/>
                      <a:pt x="759" y="2841"/>
                    </a:cubicBezTo>
                    <a:cubicBezTo>
                      <a:pt x="765" y="2850"/>
                      <a:pt x="765" y="2858"/>
                      <a:pt x="762" y="2868"/>
                    </a:cubicBezTo>
                    <a:close/>
                    <a:moveTo>
                      <a:pt x="879" y="2837"/>
                    </a:moveTo>
                    <a:cubicBezTo>
                      <a:pt x="877" y="2842"/>
                      <a:pt x="877" y="2846"/>
                      <a:pt x="877" y="2851"/>
                    </a:cubicBezTo>
                    <a:cubicBezTo>
                      <a:pt x="877" y="2856"/>
                      <a:pt x="876" y="2861"/>
                      <a:pt x="876" y="2866"/>
                    </a:cubicBezTo>
                    <a:cubicBezTo>
                      <a:pt x="876" y="2871"/>
                      <a:pt x="876" y="2876"/>
                      <a:pt x="875" y="2881"/>
                    </a:cubicBezTo>
                    <a:cubicBezTo>
                      <a:pt x="874" y="2883"/>
                      <a:pt x="874" y="2885"/>
                      <a:pt x="873" y="2886"/>
                    </a:cubicBezTo>
                    <a:cubicBezTo>
                      <a:pt x="870" y="2883"/>
                      <a:pt x="871" y="2880"/>
                      <a:pt x="870" y="2876"/>
                    </a:cubicBezTo>
                    <a:cubicBezTo>
                      <a:pt x="869" y="2873"/>
                      <a:pt x="868" y="2870"/>
                      <a:pt x="868" y="2867"/>
                    </a:cubicBezTo>
                    <a:cubicBezTo>
                      <a:pt x="867" y="2864"/>
                      <a:pt x="865" y="2860"/>
                      <a:pt x="866" y="2856"/>
                    </a:cubicBezTo>
                    <a:cubicBezTo>
                      <a:pt x="866" y="2851"/>
                      <a:pt x="866" y="2847"/>
                      <a:pt x="866" y="2843"/>
                    </a:cubicBezTo>
                    <a:cubicBezTo>
                      <a:pt x="867" y="2840"/>
                      <a:pt x="867" y="2836"/>
                      <a:pt x="868" y="2833"/>
                    </a:cubicBezTo>
                    <a:cubicBezTo>
                      <a:pt x="868" y="2830"/>
                      <a:pt x="869" y="2828"/>
                      <a:pt x="868" y="2826"/>
                    </a:cubicBezTo>
                    <a:cubicBezTo>
                      <a:pt x="867" y="2823"/>
                      <a:pt x="864" y="2821"/>
                      <a:pt x="863" y="2818"/>
                    </a:cubicBezTo>
                    <a:cubicBezTo>
                      <a:pt x="859" y="2813"/>
                      <a:pt x="857" y="2808"/>
                      <a:pt x="852" y="2805"/>
                    </a:cubicBezTo>
                    <a:cubicBezTo>
                      <a:pt x="846" y="2801"/>
                      <a:pt x="843" y="2795"/>
                      <a:pt x="838" y="2791"/>
                    </a:cubicBezTo>
                    <a:cubicBezTo>
                      <a:pt x="835" y="2788"/>
                      <a:pt x="830" y="2786"/>
                      <a:pt x="827" y="2784"/>
                    </a:cubicBezTo>
                    <a:cubicBezTo>
                      <a:pt x="823" y="2781"/>
                      <a:pt x="820" y="2778"/>
                      <a:pt x="817" y="2776"/>
                    </a:cubicBezTo>
                    <a:cubicBezTo>
                      <a:pt x="812" y="2771"/>
                      <a:pt x="809" y="2767"/>
                      <a:pt x="810" y="2761"/>
                    </a:cubicBezTo>
                    <a:cubicBezTo>
                      <a:pt x="810" y="2757"/>
                      <a:pt x="810" y="2754"/>
                      <a:pt x="810" y="2751"/>
                    </a:cubicBezTo>
                    <a:cubicBezTo>
                      <a:pt x="811" y="2748"/>
                      <a:pt x="810" y="2744"/>
                      <a:pt x="810" y="2741"/>
                    </a:cubicBezTo>
                    <a:cubicBezTo>
                      <a:pt x="809" y="2737"/>
                      <a:pt x="807" y="2734"/>
                      <a:pt x="806" y="2731"/>
                    </a:cubicBezTo>
                    <a:cubicBezTo>
                      <a:pt x="804" y="2727"/>
                      <a:pt x="802" y="2723"/>
                      <a:pt x="799" y="2721"/>
                    </a:cubicBezTo>
                    <a:cubicBezTo>
                      <a:pt x="795" y="2716"/>
                      <a:pt x="788" y="2713"/>
                      <a:pt x="786" y="2706"/>
                    </a:cubicBezTo>
                    <a:cubicBezTo>
                      <a:pt x="791" y="2708"/>
                      <a:pt x="793" y="2710"/>
                      <a:pt x="797" y="2715"/>
                    </a:cubicBezTo>
                    <a:cubicBezTo>
                      <a:pt x="800" y="2719"/>
                      <a:pt x="805" y="2722"/>
                      <a:pt x="808" y="2727"/>
                    </a:cubicBezTo>
                    <a:cubicBezTo>
                      <a:pt x="811" y="2732"/>
                      <a:pt x="814" y="2738"/>
                      <a:pt x="815" y="2744"/>
                    </a:cubicBezTo>
                    <a:cubicBezTo>
                      <a:pt x="817" y="2749"/>
                      <a:pt x="816" y="2755"/>
                      <a:pt x="816" y="2760"/>
                    </a:cubicBezTo>
                    <a:cubicBezTo>
                      <a:pt x="816" y="2764"/>
                      <a:pt x="815" y="2769"/>
                      <a:pt x="818" y="2772"/>
                    </a:cubicBezTo>
                    <a:cubicBezTo>
                      <a:pt x="821" y="2775"/>
                      <a:pt x="827" y="2774"/>
                      <a:pt x="831" y="2776"/>
                    </a:cubicBezTo>
                    <a:cubicBezTo>
                      <a:pt x="835" y="2778"/>
                      <a:pt x="839" y="2781"/>
                      <a:pt x="843" y="2777"/>
                    </a:cubicBezTo>
                    <a:cubicBezTo>
                      <a:pt x="846" y="2774"/>
                      <a:pt x="847" y="2769"/>
                      <a:pt x="847" y="2765"/>
                    </a:cubicBezTo>
                    <a:cubicBezTo>
                      <a:pt x="846" y="2759"/>
                      <a:pt x="842" y="2755"/>
                      <a:pt x="840" y="2749"/>
                    </a:cubicBezTo>
                    <a:cubicBezTo>
                      <a:pt x="840" y="2748"/>
                      <a:pt x="839" y="2746"/>
                      <a:pt x="841" y="2746"/>
                    </a:cubicBezTo>
                    <a:cubicBezTo>
                      <a:pt x="844" y="2746"/>
                      <a:pt x="846" y="2749"/>
                      <a:pt x="847" y="2751"/>
                    </a:cubicBezTo>
                    <a:cubicBezTo>
                      <a:pt x="850" y="2756"/>
                      <a:pt x="849" y="2763"/>
                      <a:pt x="854" y="2767"/>
                    </a:cubicBezTo>
                    <a:cubicBezTo>
                      <a:pt x="857" y="2771"/>
                      <a:pt x="860" y="2772"/>
                      <a:pt x="860" y="2777"/>
                    </a:cubicBezTo>
                    <a:cubicBezTo>
                      <a:pt x="859" y="2781"/>
                      <a:pt x="858" y="2784"/>
                      <a:pt x="860" y="2788"/>
                    </a:cubicBezTo>
                    <a:cubicBezTo>
                      <a:pt x="861" y="2793"/>
                      <a:pt x="865" y="2798"/>
                      <a:pt x="867" y="2803"/>
                    </a:cubicBezTo>
                    <a:cubicBezTo>
                      <a:pt x="870" y="2808"/>
                      <a:pt x="869" y="2813"/>
                      <a:pt x="871" y="2819"/>
                    </a:cubicBezTo>
                    <a:cubicBezTo>
                      <a:pt x="873" y="2823"/>
                      <a:pt x="876" y="2824"/>
                      <a:pt x="878" y="2827"/>
                    </a:cubicBezTo>
                    <a:cubicBezTo>
                      <a:pt x="881" y="2830"/>
                      <a:pt x="880" y="2834"/>
                      <a:pt x="879" y="2837"/>
                    </a:cubicBezTo>
                    <a:close/>
                    <a:moveTo>
                      <a:pt x="1022" y="2428"/>
                    </a:moveTo>
                    <a:cubicBezTo>
                      <a:pt x="1021" y="2430"/>
                      <a:pt x="1018" y="2431"/>
                      <a:pt x="1017" y="2433"/>
                    </a:cubicBezTo>
                    <a:cubicBezTo>
                      <a:pt x="1016" y="2435"/>
                      <a:pt x="1016" y="2438"/>
                      <a:pt x="1016" y="2440"/>
                    </a:cubicBezTo>
                    <a:cubicBezTo>
                      <a:pt x="1014" y="2445"/>
                      <a:pt x="1013" y="2450"/>
                      <a:pt x="1014" y="2455"/>
                    </a:cubicBezTo>
                    <a:cubicBezTo>
                      <a:pt x="1014" y="2458"/>
                      <a:pt x="1015" y="2460"/>
                      <a:pt x="1017" y="2461"/>
                    </a:cubicBezTo>
                    <a:cubicBezTo>
                      <a:pt x="1019" y="2461"/>
                      <a:pt x="1021" y="2462"/>
                      <a:pt x="1022" y="2464"/>
                    </a:cubicBezTo>
                    <a:cubicBezTo>
                      <a:pt x="1023" y="2466"/>
                      <a:pt x="1022" y="2469"/>
                      <a:pt x="1021" y="2472"/>
                    </a:cubicBezTo>
                    <a:cubicBezTo>
                      <a:pt x="1021" y="2474"/>
                      <a:pt x="1020" y="2477"/>
                      <a:pt x="1022" y="2480"/>
                    </a:cubicBezTo>
                    <a:cubicBezTo>
                      <a:pt x="1023" y="2482"/>
                      <a:pt x="1024" y="2483"/>
                      <a:pt x="1025" y="2486"/>
                    </a:cubicBezTo>
                    <a:cubicBezTo>
                      <a:pt x="1026" y="2488"/>
                      <a:pt x="1026" y="2491"/>
                      <a:pt x="1026" y="2493"/>
                    </a:cubicBezTo>
                    <a:cubicBezTo>
                      <a:pt x="1025" y="2495"/>
                      <a:pt x="1025" y="2499"/>
                      <a:pt x="1022" y="2499"/>
                    </a:cubicBezTo>
                    <a:cubicBezTo>
                      <a:pt x="1020" y="2499"/>
                      <a:pt x="1018" y="2496"/>
                      <a:pt x="1017" y="2495"/>
                    </a:cubicBezTo>
                    <a:cubicBezTo>
                      <a:pt x="1015" y="2493"/>
                      <a:pt x="1013" y="2492"/>
                      <a:pt x="1011" y="2492"/>
                    </a:cubicBezTo>
                    <a:cubicBezTo>
                      <a:pt x="1009" y="2492"/>
                      <a:pt x="1006" y="2493"/>
                      <a:pt x="1005" y="2491"/>
                    </a:cubicBezTo>
                    <a:cubicBezTo>
                      <a:pt x="1002" y="2487"/>
                      <a:pt x="1006" y="2482"/>
                      <a:pt x="1007" y="2478"/>
                    </a:cubicBezTo>
                    <a:cubicBezTo>
                      <a:pt x="1009" y="2471"/>
                      <a:pt x="1006" y="2464"/>
                      <a:pt x="1001" y="2460"/>
                    </a:cubicBezTo>
                    <a:cubicBezTo>
                      <a:pt x="999" y="2457"/>
                      <a:pt x="996" y="2456"/>
                      <a:pt x="995" y="2453"/>
                    </a:cubicBezTo>
                    <a:cubicBezTo>
                      <a:pt x="993" y="2451"/>
                      <a:pt x="992" y="2449"/>
                      <a:pt x="991" y="2447"/>
                    </a:cubicBezTo>
                    <a:cubicBezTo>
                      <a:pt x="988" y="2444"/>
                      <a:pt x="981" y="2445"/>
                      <a:pt x="983" y="2440"/>
                    </a:cubicBezTo>
                    <a:cubicBezTo>
                      <a:pt x="984" y="2437"/>
                      <a:pt x="985" y="2435"/>
                      <a:pt x="985" y="2432"/>
                    </a:cubicBezTo>
                    <a:cubicBezTo>
                      <a:pt x="986" y="2430"/>
                      <a:pt x="985" y="2427"/>
                      <a:pt x="988" y="2426"/>
                    </a:cubicBezTo>
                    <a:cubicBezTo>
                      <a:pt x="990" y="2424"/>
                      <a:pt x="995" y="2426"/>
                      <a:pt x="997" y="2427"/>
                    </a:cubicBezTo>
                    <a:cubicBezTo>
                      <a:pt x="999" y="2428"/>
                      <a:pt x="1001" y="2430"/>
                      <a:pt x="1002" y="2431"/>
                    </a:cubicBezTo>
                    <a:cubicBezTo>
                      <a:pt x="1003" y="2432"/>
                      <a:pt x="1004" y="2433"/>
                      <a:pt x="1005" y="2432"/>
                    </a:cubicBezTo>
                    <a:cubicBezTo>
                      <a:pt x="1006" y="2428"/>
                      <a:pt x="1002" y="2425"/>
                      <a:pt x="1003" y="2422"/>
                    </a:cubicBezTo>
                    <a:cubicBezTo>
                      <a:pt x="1004" y="2417"/>
                      <a:pt x="1013" y="2415"/>
                      <a:pt x="1015" y="2410"/>
                    </a:cubicBezTo>
                    <a:cubicBezTo>
                      <a:pt x="1016" y="2408"/>
                      <a:pt x="1016" y="2405"/>
                      <a:pt x="1016" y="2403"/>
                    </a:cubicBezTo>
                    <a:cubicBezTo>
                      <a:pt x="1016" y="2401"/>
                      <a:pt x="1016" y="2398"/>
                      <a:pt x="1015" y="2395"/>
                    </a:cubicBezTo>
                    <a:cubicBezTo>
                      <a:pt x="1014" y="2393"/>
                      <a:pt x="1013" y="2391"/>
                      <a:pt x="1012" y="2388"/>
                    </a:cubicBezTo>
                    <a:cubicBezTo>
                      <a:pt x="1011" y="2384"/>
                      <a:pt x="1011" y="2380"/>
                      <a:pt x="1010" y="2377"/>
                    </a:cubicBezTo>
                    <a:cubicBezTo>
                      <a:pt x="1010" y="2374"/>
                      <a:pt x="1008" y="2370"/>
                      <a:pt x="1009" y="2367"/>
                    </a:cubicBezTo>
                    <a:cubicBezTo>
                      <a:pt x="1010" y="2365"/>
                      <a:pt x="1012" y="2364"/>
                      <a:pt x="1014" y="2365"/>
                    </a:cubicBezTo>
                    <a:cubicBezTo>
                      <a:pt x="1016" y="2367"/>
                      <a:pt x="1016" y="2372"/>
                      <a:pt x="1016" y="2374"/>
                    </a:cubicBezTo>
                    <a:cubicBezTo>
                      <a:pt x="1017" y="2381"/>
                      <a:pt x="1019" y="2387"/>
                      <a:pt x="1021" y="2394"/>
                    </a:cubicBezTo>
                    <a:cubicBezTo>
                      <a:pt x="1022" y="2400"/>
                      <a:pt x="1025" y="2406"/>
                      <a:pt x="1026" y="2412"/>
                    </a:cubicBezTo>
                    <a:cubicBezTo>
                      <a:pt x="1027" y="2417"/>
                      <a:pt x="1028" y="2424"/>
                      <a:pt x="1022" y="2428"/>
                    </a:cubicBezTo>
                    <a:close/>
                    <a:moveTo>
                      <a:pt x="1087" y="1894"/>
                    </a:moveTo>
                    <a:cubicBezTo>
                      <a:pt x="1085" y="1895"/>
                      <a:pt x="1083" y="1897"/>
                      <a:pt x="1081" y="1898"/>
                    </a:cubicBezTo>
                    <a:cubicBezTo>
                      <a:pt x="1069" y="1905"/>
                      <a:pt x="1056" y="1909"/>
                      <a:pt x="1043" y="1911"/>
                    </a:cubicBezTo>
                    <a:cubicBezTo>
                      <a:pt x="1038" y="1912"/>
                      <a:pt x="1032" y="1914"/>
                      <a:pt x="1027" y="1916"/>
                    </a:cubicBezTo>
                    <a:cubicBezTo>
                      <a:pt x="1024" y="1916"/>
                      <a:pt x="1022" y="1916"/>
                      <a:pt x="1019" y="1917"/>
                    </a:cubicBezTo>
                    <a:cubicBezTo>
                      <a:pt x="1014" y="1917"/>
                      <a:pt x="1009" y="1918"/>
                      <a:pt x="1004" y="1920"/>
                    </a:cubicBezTo>
                    <a:cubicBezTo>
                      <a:pt x="1002" y="1920"/>
                      <a:pt x="999" y="1922"/>
                      <a:pt x="999" y="1919"/>
                    </a:cubicBezTo>
                    <a:cubicBezTo>
                      <a:pt x="999" y="1917"/>
                      <a:pt x="1002" y="1914"/>
                      <a:pt x="1004" y="1913"/>
                    </a:cubicBezTo>
                    <a:cubicBezTo>
                      <a:pt x="1009" y="1909"/>
                      <a:pt x="1016" y="1908"/>
                      <a:pt x="1021" y="1906"/>
                    </a:cubicBezTo>
                    <a:cubicBezTo>
                      <a:pt x="1027" y="1905"/>
                      <a:pt x="1032" y="1903"/>
                      <a:pt x="1037" y="1900"/>
                    </a:cubicBezTo>
                    <a:cubicBezTo>
                      <a:pt x="1042" y="1897"/>
                      <a:pt x="1048" y="1897"/>
                      <a:pt x="1054" y="1896"/>
                    </a:cubicBezTo>
                    <a:cubicBezTo>
                      <a:pt x="1056" y="1896"/>
                      <a:pt x="1058" y="1896"/>
                      <a:pt x="1061" y="1895"/>
                    </a:cubicBezTo>
                    <a:cubicBezTo>
                      <a:pt x="1064" y="1895"/>
                      <a:pt x="1068" y="1894"/>
                      <a:pt x="1071" y="1893"/>
                    </a:cubicBezTo>
                    <a:cubicBezTo>
                      <a:pt x="1077" y="1892"/>
                      <a:pt x="1081" y="1887"/>
                      <a:pt x="1087" y="1886"/>
                    </a:cubicBezTo>
                    <a:cubicBezTo>
                      <a:pt x="1094" y="1886"/>
                      <a:pt x="1090" y="1892"/>
                      <a:pt x="1087" y="1894"/>
                    </a:cubicBezTo>
                    <a:close/>
                    <a:moveTo>
                      <a:pt x="1169" y="1621"/>
                    </a:moveTo>
                    <a:cubicBezTo>
                      <a:pt x="1167" y="1623"/>
                      <a:pt x="1165" y="1625"/>
                      <a:pt x="1162" y="1627"/>
                    </a:cubicBezTo>
                    <a:cubicBezTo>
                      <a:pt x="1161" y="1628"/>
                      <a:pt x="1160" y="1628"/>
                      <a:pt x="1159" y="1629"/>
                    </a:cubicBezTo>
                    <a:cubicBezTo>
                      <a:pt x="1158" y="1631"/>
                      <a:pt x="1157" y="1632"/>
                      <a:pt x="1156" y="1633"/>
                    </a:cubicBezTo>
                    <a:cubicBezTo>
                      <a:pt x="1151" y="1639"/>
                      <a:pt x="1145" y="1645"/>
                      <a:pt x="1140" y="1651"/>
                    </a:cubicBezTo>
                    <a:cubicBezTo>
                      <a:pt x="1136" y="1654"/>
                      <a:pt x="1132" y="1651"/>
                      <a:pt x="1128" y="1651"/>
                    </a:cubicBezTo>
                    <a:cubicBezTo>
                      <a:pt x="1127" y="1648"/>
                      <a:pt x="1134" y="1644"/>
                      <a:pt x="1136" y="1643"/>
                    </a:cubicBezTo>
                    <a:cubicBezTo>
                      <a:pt x="1140" y="1639"/>
                      <a:pt x="1144" y="1635"/>
                      <a:pt x="1148" y="1632"/>
                    </a:cubicBezTo>
                    <a:cubicBezTo>
                      <a:pt x="1152" y="1628"/>
                      <a:pt x="1156" y="1626"/>
                      <a:pt x="1160" y="1623"/>
                    </a:cubicBezTo>
                    <a:cubicBezTo>
                      <a:pt x="1165" y="1620"/>
                      <a:pt x="1169" y="1617"/>
                      <a:pt x="1173" y="1614"/>
                    </a:cubicBezTo>
                    <a:cubicBezTo>
                      <a:pt x="1173" y="1614"/>
                      <a:pt x="1173" y="1614"/>
                      <a:pt x="1173" y="1614"/>
                    </a:cubicBezTo>
                    <a:cubicBezTo>
                      <a:pt x="1173" y="1614"/>
                      <a:pt x="1173" y="1614"/>
                      <a:pt x="1174" y="1614"/>
                    </a:cubicBezTo>
                    <a:cubicBezTo>
                      <a:pt x="1176" y="1613"/>
                      <a:pt x="1178" y="1611"/>
                      <a:pt x="1180" y="1609"/>
                    </a:cubicBezTo>
                    <a:cubicBezTo>
                      <a:pt x="1181" y="1613"/>
                      <a:pt x="1172" y="1619"/>
                      <a:pt x="1169" y="1621"/>
                    </a:cubicBezTo>
                    <a:close/>
                    <a:moveTo>
                      <a:pt x="1251" y="1784"/>
                    </a:moveTo>
                    <a:cubicBezTo>
                      <a:pt x="1250" y="1783"/>
                      <a:pt x="1249" y="1783"/>
                      <a:pt x="1248" y="1782"/>
                    </a:cubicBezTo>
                    <a:cubicBezTo>
                      <a:pt x="1246" y="1782"/>
                      <a:pt x="1244" y="1781"/>
                      <a:pt x="1243" y="1781"/>
                    </a:cubicBezTo>
                    <a:cubicBezTo>
                      <a:pt x="1240" y="1779"/>
                      <a:pt x="1239" y="1778"/>
                      <a:pt x="1236" y="1777"/>
                    </a:cubicBezTo>
                    <a:cubicBezTo>
                      <a:pt x="1233" y="1775"/>
                      <a:pt x="1229" y="1775"/>
                      <a:pt x="1225" y="1775"/>
                    </a:cubicBezTo>
                    <a:cubicBezTo>
                      <a:pt x="1223" y="1775"/>
                      <a:pt x="1222" y="1775"/>
                      <a:pt x="1220" y="1776"/>
                    </a:cubicBezTo>
                    <a:cubicBezTo>
                      <a:pt x="1216" y="1776"/>
                      <a:pt x="1212" y="1778"/>
                      <a:pt x="1210" y="1781"/>
                    </a:cubicBezTo>
                    <a:cubicBezTo>
                      <a:pt x="1207" y="1783"/>
                      <a:pt x="1204" y="1784"/>
                      <a:pt x="1200" y="1783"/>
                    </a:cubicBezTo>
                    <a:cubicBezTo>
                      <a:pt x="1200" y="1781"/>
                      <a:pt x="1204" y="1779"/>
                      <a:pt x="1205" y="1778"/>
                    </a:cubicBezTo>
                    <a:cubicBezTo>
                      <a:pt x="1202" y="1778"/>
                      <a:pt x="1199" y="1777"/>
                      <a:pt x="1199" y="1774"/>
                    </a:cubicBezTo>
                    <a:cubicBezTo>
                      <a:pt x="1199" y="1771"/>
                      <a:pt x="1201" y="1768"/>
                      <a:pt x="1203" y="1766"/>
                    </a:cubicBezTo>
                    <a:cubicBezTo>
                      <a:pt x="1206" y="1764"/>
                      <a:pt x="1210" y="1764"/>
                      <a:pt x="1213" y="1763"/>
                    </a:cubicBezTo>
                    <a:cubicBezTo>
                      <a:pt x="1215" y="1762"/>
                      <a:pt x="1218" y="1760"/>
                      <a:pt x="1220" y="1759"/>
                    </a:cubicBezTo>
                    <a:cubicBezTo>
                      <a:pt x="1223" y="1757"/>
                      <a:pt x="1225" y="1754"/>
                      <a:pt x="1228" y="1756"/>
                    </a:cubicBezTo>
                    <a:cubicBezTo>
                      <a:pt x="1230" y="1757"/>
                      <a:pt x="1233" y="1760"/>
                      <a:pt x="1234" y="1762"/>
                    </a:cubicBezTo>
                    <a:cubicBezTo>
                      <a:pt x="1239" y="1767"/>
                      <a:pt x="1243" y="1771"/>
                      <a:pt x="1248" y="1774"/>
                    </a:cubicBezTo>
                    <a:cubicBezTo>
                      <a:pt x="1251" y="1776"/>
                      <a:pt x="1255" y="1778"/>
                      <a:pt x="1256" y="1781"/>
                    </a:cubicBezTo>
                    <a:cubicBezTo>
                      <a:pt x="1257" y="1786"/>
                      <a:pt x="1254" y="1787"/>
                      <a:pt x="1251" y="1784"/>
                    </a:cubicBezTo>
                    <a:close/>
                    <a:moveTo>
                      <a:pt x="1266" y="1774"/>
                    </a:moveTo>
                    <a:cubicBezTo>
                      <a:pt x="1265" y="1776"/>
                      <a:pt x="1262" y="1775"/>
                      <a:pt x="1260" y="1774"/>
                    </a:cubicBezTo>
                    <a:cubicBezTo>
                      <a:pt x="1258" y="1772"/>
                      <a:pt x="1257" y="1770"/>
                      <a:pt x="1255" y="1769"/>
                    </a:cubicBezTo>
                    <a:cubicBezTo>
                      <a:pt x="1253" y="1766"/>
                      <a:pt x="1251" y="1764"/>
                      <a:pt x="1249" y="1762"/>
                    </a:cubicBezTo>
                    <a:cubicBezTo>
                      <a:pt x="1247" y="1760"/>
                      <a:pt x="1247" y="1757"/>
                      <a:pt x="1245" y="1755"/>
                    </a:cubicBezTo>
                    <a:cubicBezTo>
                      <a:pt x="1244" y="1754"/>
                      <a:pt x="1243" y="1753"/>
                      <a:pt x="1242" y="1751"/>
                    </a:cubicBezTo>
                    <a:cubicBezTo>
                      <a:pt x="1241" y="1748"/>
                      <a:pt x="1241" y="1744"/>
                      <a:pt x="1241" y="1741"/>
                    </a:cubicBezTo>
                    <a:cubicBezTo>
                      <a:pt x="1240" y="1737"/>
                      <a:pt x="1236" y="1736"/>
                      <a:pt x="1232" y="1735"/>
                    </a:cubicBezTo>
                    <a:cubicBezTo>
                      <a:pt x="1231" y="1734"/>
                      <a:pt x="1229" y="1734"/>
                      <a:pt x="1227" y="1734"/>
                    </a:cubicBezTo>
                    <a:cubicBezTo>
                      <a:pt x="1227" y="1733"/>
                      <a:pt x="1226" y="1733"/>
                      <a:pt x="1225" y="1732"/>
                    </a:cubicBezTo>
                    <a:cubicBezTo>
                      <a:pt x="1224" y="1732"/>
                      <a:pt x="1224" y="1732"/>
                      <a:pt x="1223" y="1731"/>
                    </a:cubicBezTo>
                    <a:cubicBezTo>
                      <a:pt x="1223" y="1727"/>
                      <a:pt x="1228" y="1728"/>
                      <a:pt x="1231" y="1728"/>
                    </a:cubicBezTo>
                    <a:cubicBezTo>
                      <a:pt x="1233" y="1728"/>
                      <a:pt x="1235" y="1729"/>
                      <a:pt x="1236" y="1729"/>
                    </a:cubicBezTo>
                    <a:cubicBezTo>
                      <a:pt x="1238" y="1729"/>
                      <a:pt x="1238" y="1728"/>
                      <a:pt x="1239" y="1727"/>
                    </a:cubicBezTo>
                    <a:cubicBezTo>
                      <a:pt x="1241" y="1724"/>
                      <a:pt x="1245" y="1725"/>
                      <a:pt x="1247" y="1728"/>
                    </a:cubicBezTo>
                    <a:cubicBezTo>
                      <a:pt x="1248" y="1731"/>
                      <a:pt x="1248" y="1734"/>
                      <a:pt x="1248" y="1736"/>
                    </a:cubicBezTo>
                    <a:cubicBezTo>
                      <a:pt x="1248" y="1740"/>
                      <a:pt x="1249" y="1743"/>
                      <a:pt x="1251" y="1745"/>
                    </a:cubicBezTo>
                    <a:cubicBezTo>
                      <a:pt x="1254" y="1748"/>
                      <a:pt x="1256" y="1749"/>
                      <a:pt x="1258" y="1752"/>
                    </a:cubicBezTo>
                    <a:cubicBezTo>
                      <a:pt x="1260" y="1755"/>
                      <a:pt x="1261" y="1757"/>
                      <a:pt x="1262" y="1760"/>
                    </a:cubicBezTo>
                    <a:cubicBezTo>
                      <a:pt x="1263" y="1763"/>
                      <a:pt x="1266" y="1764"/>
                      <a:pt x="1267" y="1768"/>
                    </a:cubicBezTo>
                    <a:cubicBezTo>
                      <a:pt x="1267" y="1770"/>
                      <a:pt x="1267" y="1772"/>
                      <a:pt x="1266" y="1774"/>
                    </a:cubicBezTo>
                    <a:close/>
                    <a:moveTo>
                      <a:pt x="1351" y="1469"/>
                    </a:moveTo>
                    <a:cubicBezTo>
                      <a:pt x="1344" y="1473"/>
                      <a:pt x="1334" y="1471"/>
                      <a:pt x="1328" y="1477"/>
                    </a:cubicBezTo>
                    <a:cubicBezTo>
                      <a:pt x="1326" y="1479"/>
                      <a:pt x="1327" y="1481"/>
                      <a:pt x="1328" y="1483"/>
                    </a:cubicBezTo>
                    <a:cubicBezTo>
                      <a:pt x="1329" y="1485"/>
                      <a:pt x="1329" y="1488"/>
                      <a:pt x="1329" y="1491"/>
                    </a:cubicBezTo>
                    <a:cubicBezTo>
                      <a:pt x="1328" y="1494"/>
                      <a:pt x="1326" y="1496"/>
                      <a:pt x="1323" y="1497"/>
                    </a:cubicBezTo>
                    <a:cubicBezTo>
                      <a:pt x="1321" y="1498"/>
                      <a:pt x="1317" y="1498"/>
                      <a:pt x="1317" y="1501"/>
                    </a:cubicBezTo>
                    <a:cubicBezTo>
                      <a:pt x="1317" y="1504"/>
                      <a:pt x="1320" y="1507"/>
                      <a:pt x="1321" y="1509"/>
                    </a:cubicBezTo>
                    <a:cubicBezTo>
                      <a:pt x="1322" y="1512"/>
                      <a:pt x="1322" y="1515"/>
                      <a:pt x="1322" y="1518"/>
                    </a:cubicBezTo>
                    <a:cubicBezTo>
                      <a:pt x="1322" y="1521"/>
                      <a:pt x="1322" y="1523"/>
                      <a:pt x="1318" y="1523"/>
                    </a:cubicBezTo>
                    <a:cubicBezTo>
                      <a:pt x="1313" y="1523"/>
                      <a:pt x="1308" y="1523"/>
                      <a:pt x="1303" y="1523"/>
                    </a:cubicBezTo>
                    <a:cubicBezTo>
                      <a:pt x="1298" y="1522"/>
                      <a:pt x="1294" y="1522"/>
                      <a:pt x="1289" y="1522"/>
                    </a:cubicBezTo>
                    <a:cubicBezTo>
                      <a:pt x="1286" y="1522"/>
                      <a:pt x="1285" y="1521"/>
                      <a:pt x="1284" y="1518"/>
                    </a:cubicBezTo>
                    <a:cubicBezTo>
                      <a:pt x="1288" y="1518"/>
                      <a:pt x="1295" y="1519"/>
                      <a:pt x="1299" y="1515"/>
                    </a:cubicBezTo>
                    <a:cubicBezTo>
                      <a:pt x="1302" y="1513"/>
                      <a:pt x="1303" y="1509"/>
                      <a:pt x="1302" y="1505"/>
                    </a:cubicBezTo>
                    <a:cubicBezTo>
                      <a:pt x="1302" y="1503"/>
                      <a:pt x="1302" y="1501"/>
                      <a:pt x="1301" y="1499"/>
                    </a:cubicBezTo>
                    <a:cubicBezTo>
                      <a:pt x="1300" y="1497"/>
                      <a:pt x="1298" y="1496"/>
                      <a:pt x="1297" y="1495"/>
                    </a:cubicBezTo>
                    <a:cubicBezTo>
                      <a:pt x="1294" y="1493"/>
                      <a:pt x="1294" y="1490"/>
                      <a:pt x="1292" y="1487"/>
                    </a:cubicBezTo>
                    <a:cubicBezTo>
                      <a:pt x="1291" y="1485"/>
                      <a:pt x="1290" y="1484"/>
                      <a:pt x="1290" y="1483"/>
                    </a:cubicBezTo>
                    <a:cubicBezTo>
                      <a:pt x="1289" y="1481"/>
                      <a:pt x="1290" y="1479"/>
                      <a:pt x="1290" y="1478"/>
                    </a:cubicBezTo>
                    <a:cubicBezTo>
                      <a:pt x="1292" y="1477"/>
                      <a:pt x="1293" y="1477"/>
                      <a:pt x="1295" y="1479"/>
                    </a:cubicBezTo>
                    <a:cubicBezTo>
                      <a:pt x="1296" y="1480"/>
                      <a:pt x="1297" y="1481"/>
                      <a:pt x="1297" y="1483"/>
                    </a:cubicBezTo>
                    <a:cubicBezTo>
                      <a:pt x="1298" y="1484"/>
                      <a:pt x="1299" y="1486"/>
                      <a:pt x="1300" y="1488"/>
                    </a:cubicBezTo>
                    <a:cubicBezTo>
                      <a:pt x="1301" y="1489"/>
                      <a:pt x="1303" y="1489"/>
                      <a:pt x="1305" y="1490"/>
                    </a:cubicBezTo>
                    <a:cubicBezTo>
                      <a:pt x="1307" y="1490"/>
                      <a:pt x="1309" y="1491"/>
                      <a:pt x="1311" y="1489"/>
                    </a:cubicBezTo>
                    <a:cubicBezTo>
                      <a:pt x="1313" y="1488"/>
                      <a:pt x="1313" y="1486"/>
                      <a:pt x="1314" y="1485"/>
                    </a:cubicBezTo>
                    <a:cubicBezTo>
                      <a:pt x="1315" y="1484"/>
                      <a:pt x="1317" y="1483"/>
                      <a:pt x="1319" y="1482"/>
                    </a:cubicBezTo>
                    <a:cubicBezTo>
                      <a:pt x="1321" y="1481"/>
                      <a:pt x="1325" y="1479"/>
                      <a:pt x="1324" y="1476"/>
                    </a:cubicBezTo>
                    <a:cubicBezTo>
                      <a:pt x="1324" y="1474"/>
                      <a:pt x="1321" y="1472"/>
                      <a:pt x="1322" y="1469"/>
                    </a:cubicBezTo>
                    <a:cubicBezTo>
                      <a:pt x="1323" y="1466"/>
                      <a:pt x="1329" y="1465"/>
                      <a:pt x="1332" y="1465"/>
                    </a:cubicBezTo>
                    <a:cubicBezTo>
                      <a:pt x="1337" y="1464"/>
                      <a:pt x="1341" y="1465"/>
                      <a:pt x="1346" y="1464"/>
                    </a:cubicBezTo>
                    <a:cubicBezTo>
                      <a:pt x="1348" y="1463"/>
                      <a:pt x="1353" y="1459"/>
                      <a:pt x="1355" y="1461"/>
                    </a:cubicBezTo>
                    <a:cubicBezTo>
                      <a:pt x="1358" y="1464"/>
                      <a:pt x="1353" y="1468"/>
                      <a:pt x="1351" y="146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6" name="Rectangle 2928">
                <a:extLst>
                  <a:ext uri="{FF2B5EF4-FFF2-40B4-BE49-F238E27FC236}">
                    <a16:creationId xmlns:a16="http://schemas.microsoft.com/office/drawing/2014/main" id="{439B04B2-2630-FF42-B9AC-D4700D209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1658"/>
                <a:ext cx="1" cy="1"/>
              </a:xfrm>
              <a:prstGeom prst="rect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7" name="Freeform 2929">
                <a:extLst>
                  <a:ext uri="{FF2B5EF4-FFF2-40B4-BE49-F238E27FC236}">
                    <a16:creationId xmlns:a16="http://schemas.microsoft.com/office/drawing/2014/main" id="{857541EF-F5B7-4446-834F-9CDCBF67B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082"/>
                <a:ext cx="0" cy="0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1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8" name="Freeform 2930">
                <a:extLst>
                  <a:ext uri="{FF2B5EF4-FFF2-40B4-BE49-F238E27FC236}">
                    <a16:creationId xmlns:a16="http://schemas.microsoft.com/office/drawing/2014/main" id="{4EE7BC86-91CD-9C4D-BD4E-A21CA1DF1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429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9" name="Line 2931">
                <a:extLst>
                  <a:ext uri="{FF2B5EF4-FFF2-40B4-BE49-F238E27FC236}">
                    <a16:creationId xmlns:a16="http://schemas.microsoft.com/office/drawing/2014/main" id="{CA2F1EB4-A56F-1E4A-B760-3ACD365252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0" y="1429"/>
                <a:ext cx="0" cy="2"/>
              </a:xfrm>
              <a:prstGeom prst="line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0" name="Freeform 2932">
                <a:extLst>
                  <a:ext uri="{FF2B5EF4-FFF2-40B4-BE49-F238E27FC236}">
                    <a16:creationId xmlns:a16="http://schemas.microsoft.com/office/drawing/2014/main" id="{26A510E3-170A-FB48-B4DD-B8FB350CE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700"/>
                <a:ext cx="3" cy="15"/>
              </a:xfrm>
              <a:custGeom>
                <a:avLst/>
                <a:gdLst>
                  <a:gd name="T0" fmla="*/ 3 w 3"/>
                  <a:gd name="T1" fmla="*/ 15 h 15"/>
                  <a:gd name="T2" fmla="*/ 0 w 3"/>
                  <a:gd name="T3" fmla="*/ 0 h 15"/>
                  <a:gd name="T4" fmla="*/ 3 w 3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5">
                    <a:moveTo>
                      <a:pt x="3" y="15"/>
                    </a:moveTo>
                    <a:lnTo>
                      <a:pt x="0" y="0"/>
                    </a:lnTo>
                    <a:lnTo>
                      <a:pt x="3" y="1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1" name="Line 2933">
                <a:extLst>
                  <a:ext uri="{FF2B5EF4-FFF2-40B4-BE49-F238E27FC236}">
                    <a16:creationId xmlns:a16="http://schemas.microsoft.com/office/drawing/2014/main" id="{50470C6F-6C1F-994D-B870-62EC42E2A9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278" y="1700"/>
                <a:ext cx="3" cy="15"/>
              </a:xfrm>
              <a:prstGeom prst="line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2" name="Freeform 2934">
                <a:extLst>
                  <a:ext uri="{FF2B5EF4-FFF2-40B4-BE49-F238E27FC236}">
                    <a16:creationId xmlns:a16="http://schemas.microsoft.com/office/drawing/2014/main" id="{A603D3B2-762A-1F41-8ED8-3D4698DF7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731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3" name="Line 2935">
                <a:extLst>
                  <a:ext uri="{FF2B5EF4-FFF2-40B4-BE49-F238E27FC236}">
                    <a16:creationId xmlns:a16="http://schemas.microsoft.com/office/drawing/2014/main" id="{10F9C938-5AD9-8847-AABA-DE05DB18AA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248" y="1731"/>
                <a:ext cx="1" cy="2"/>
              </a:xfrm>
              <a:prstGeom prst="line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4" name="Freeform 2936">
                <a:extLst>
                  <a:ext uri="{FF2B5EF4-FFF2-40B4-BE49-F238E27FC236}">
                    <a16:creationId xmlns:a16="http://schemas.microsoft.com/office/drawing/2014/main" id="{57C0D438-F225-C040-9B30-CB42B1639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8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5" name="Line 2937">
                <a:extLst>
                  <a:ext uri="{FF2B5EF4-FFF2-40B4-BE49-F238E27FC236}">
                    <a16:creationId xmlns:a16="http://schemas.microsoft.com/office/drawing/2014/main" id="{CB7C2CE4-8D58-D941-8BF9-EAEA47F327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8" y="869"/>
                <a:ext cx="0" cy="1"/>
              </a:xfrm>
              <a:prstGeom prst="line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6" name="Freeform 2938">
                <a:extLst>
                  <a:ext uri="{FF2B5EF4-FFF2-40B4-BE49-F238E27FC236}">
                    <a16:creationId xmlns:a16="http://schemas.microsoft.com/office/drawing/2014/main" id="{129AB90B-D255-7F4E-919B-E9642CB6C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632"/>
                <a:ext cx="58" cy="80"/>
              </a:xfrm>
              <a:custGeom>
                <a:avLst/>
                <a:gdLst>
                  <a:gd name="T0" fmla="*/ 135 w 144"/>
                  <a:gd name="T1" fmla="*/ 139 h 195"/>
                  <a:gd name="T2" fmla="*/ 105 w 144"/>
                  <a:gd name="T3" fmla="*/ 169 h 195"/>
                  <a:gd name="T4" fmla="*/ 105 w 144"/>
                  <a:gd name="T5" fmla="*/ 195 h 195"/>
                  <a:gd name="T6" fmla="*/ 98 w 144"/>
                  <a:gd name="T7" fmla="*/ 195 h 195"/>
                  <a:gd name="T8" fmla="*/ 74 w 144"/>
                  <a:gd name="T9" fmla="*/ 177 h 195"/>
                  <a:gd name="T10" fmla="*/ 45 w 144"/>
                  <a:gd name="T11" fmla="*/ 188 h 195"/>
                  <a:gd name="T12" fmla="*/ 27 w 144"/>
                  <a:gd name="T13" fmla="*/ 186 h 195"/>
                  <a:gd name="T14" fmla="*/ 7 w 144"/>
                  <a:gd name="T15" fmla="*/ 156 h 195"/>
                  <a:gd name="T16" fmla="*/ 15 w 144"/>
                  <a:gd name="T17" fmla="*/ 155 h 195"/>
                  <a:gd name="T18" fmla="*/ 27 w 144"/>
                  <a:gd name="T19" fmla="*/ 119 h 195"/>
                  <a:gd name="T20" fmla="*/ 0 w 144"/>
                  <a:gd name="T21" fmla="*/ 82 h 195"/>
                  <a:gd name="T22" fmla="*/ 8 w 144"/>
                  <a:gd name="T23" fmla="*/ 57 h 195"/>
                  <a:gd name="T24" fmla="*/ 55 w 144"/>
                  <a:gd name="T25" fmla="*/ 0 h 195"/>
                  <a:gd name="T26" fmla="*/ 80 w 144"/>
                  <a:gd name="T27" fmla="*/ 2 h 195"/>
                  <a:gd name="T28" fmla="*/ 88 w 144"/>
                  <a:gd name="T29" fmla="*/ 9 h 195"/>
                  <a:gd name="T30" fmla="*/ 81 w 144"/>
                  <a:gd name="T31" fmla="*/ 37 h 195"/>
                  <a:gd name="T32" fmla="*/ 101 w 144"/>
                  <a:gd name="T33" fmla="*/ 74 h 195"/>
                  <a:gd name="T34" fmla="*/ 121 w 144"/>
                  <a:gd name="T35" fmla="*/ 93 h 195"/>
                  <a:gd name="T36" fmla="*/ 144 w 144"/>
                  <a:gd name="T37" fmla="*/ 107 h 195"/>
                  <a:gd name="T38" fmla="*/ 135 w 144"/>
                  <a:gd name="T39" fmla="*/ 139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4" h="195">
                    <a:moveTo>
                      <a:pt x="135" y="139"/>
                    </a:moveTo>
                    <a:cubicBezTo>
                      <a:pt x="105" y="169"/>
                      <a:pt x="105" y="169"/>
                      <a:pt x="105" y="169"/>
                    </a:cubicBezTo>
                    <a:cubicBezTo>
                      <a:pt x="105" y="195"/>
                      <a:pt x="105" y="195"/>
                      <a:pt x="105" y="195"/>
                    </a:cubicBezTo>
                    <a:cubicBezTo>
                      <a:pt x="98" y="195"/>
                      <a:pt x="98" y="195"/>
                      <a:pt x="98" y="195"/>
                    </a:cubicBezTo>
                    <a:cubicBezTo>
                      <a:pt x="74" y="177"/>
                      <a:pt x="74" y="177"/>
                      <a:pt x="74" y="177"/>
                    </a:cubicBezTo>
                    <a:cubicBezTo>
                      <a:pt x="45" y="188"/>
                      <a:pt x="45" y="188"/>
                      <a:pt x="45" y="188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7" y="156"/>
                      <a:pt x="7" y="156"/>
                      <a:pt x="7" y="156"/>
                    </a:cubicBezTo>
                    <a:cubicBezTo>
                      <a:pt x="15" y="155"/>
                      <a:pt x="15" y="155"/>
                      <a:pt x="15" y="155"/>
                    </a:cubicBezTo>
                    <a:cubicBezTo>
                      <a:pt x="27" y="119"/>
                      <a:pt x="27" y="119"/>
                      <a:pt x="27" y="119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8" y="57"/>
                      <a:pt x="8" y="57"/>
                      <a:pt x="8" y="57"/>
                    </a:cubicBezTo>
                    <a:cubicBezTo>
                      <a:pt x="8" y="57"/>
                      <a:pt x="30" y="46"/>
                      <a:pt x="55" y="0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101" y="74"/>
                      <a:pt x="101" y="74"/>
                      <a:pt x="101" y="74"/>
                    </a:cubicBezTo>
                    <a:cubicBezTo>
                      <a:pt x="121" y="93"/>
                      <a:pt x="121" y="93"/>
                      <a:pt x="121" y="93"/>
                    </a:cubicBezTo>
                    <a:cubicBezTo>
                      <a:pt x="144" y="107"/>
                      <a:pt x="144" y="107"/>
                      <a:pt x="144" y="107"/>
                    </a:cubicBezTo>
                    <a:lnTo>
                      <a:pt x="135" y="13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7" name="Freeform 2939">
                <a:extLst>
                  <a:ext uri="{FF2B5EF4-FFF2-40B4-BE49-F238E27FC236}">
                    <a16:creationId xmlns:a16="http://schemas.microsoft.com/office/drawing/2014/main" id="{321FBDB3-C453-9542-9D99-88E411510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321"/>
                <a:ext cx="2" cy="2"/>
              </a:xfrm>
              <a:custGeom>
                <a:avLst/>
                <a:gdLst>
                  <a:gd name="T0" fmla="*/ 0 w 7"/>
                  <a:gd name="T1" fmla="*/ 2 h 5"/>
                  <a:gd name="T2" fmla="*/ 3 w 7"/>
                  <a:gd name="T3" fmla="*/ 1 h 5"/>
                  <a:gd name="T4" fmla="*/ 6 w 7"/>
                  <a:gd name="T5" fmla="*/ 1 h 5"/>
                  <a:gd name="T6" fmla="*/ 5 w 7"/>
                  <a:gd name="T7" fmla="*/ 4 h 5"/>
                  <a:gd name="T8" fmla="*/ 1 w 7"/>
                  <a:gd name="T9" fmla="*/ 5 h 5"/>
                  <a:gd name="T10" fmla="*/ 0 w 7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4" y="1"/>
                      <a:pt x="6" y="0"/>
                      <a:pt x="6" y="1"/>
                    </a:cubicBezTo>
                    <a:cubicBezTo>
                      <a:pt x="7" y="2"/>
                      <a:pt x="6" y="3"/>
                      <a:pt x="5" y="4"/>
                    </a:cubicBezTo>
                    <a:cubicBezTo>
                      <a:pt x="5" y="5"/>
                      <a:pt x="2" y="5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8" name="Freeform 2940">
                <a:extLst>
                  <a:ext uri="{FF2B5EF4-FFF2-40B4-BE49-F238E27FC236}">
                    <a16:creationId xmlns:a16="http://schemas.microsoft.com/office/drawing/2014/main" id="{CFDE1714-4056-DF46-B478-638DDFF79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304"/>
                <a:ext cx="2" cy="1"/>
              </a:xfrm>
              <a:custGeom>
                <a:avLst/>
                <a:gdLst>
                  <a:gd name="T0" fmla="*/ 0 w 5"/>
                  <a:gd name="T1" fmla="*/ 3 h 4"/>
                  <a:gd name="T2" fmla="*/ 1 w 5"/>
                  <a:gd name="T3" fmla="*/ 1 h 4"/>
                  <a:gd name="T4" fmla="*/ 3 w 5"/>
                  <a:gd name="T5" fmla="*/ 0 h 4"/>
                  <a:gd name="T6" fmla="*/ 4 w 5"/>
                  <a:gd name="T7" fmla="*/ 3 h 4"/>
                  <a:gd name="T8" fmla="*/ 2 w 5"/>
                  <a:gd name="T9" fmla="*/ 4 h 4"/>
                  <a:gd name="T10" fmla="*/ 0 w 5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1"/>
                      <a:pt x="3" y="0"/>
                      <a:pt x="3" y="0"/>
                    </a:cubicBezTo>
                    <a:cubicBezTo>
                      <a:pt x="4" y="1"/>
                      <a:pt x="4" y="3"/>
                      <a:pt x="4" y="3"/>
                    </a:cubicBezTo>
                    <a:cubicBezTo>
                      <a:pt x="5" y="3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9" name="Freeform 2941">
                <a:extLst>
                  <a:ext uri="{FF2B5EF4-FFF2-40B4-BE49-F238E27FC236}">
                    <a16:creationId xmlns:a16="http://schemas.microsoft.com/office/drawing/2014/main" id="{DBE6C781-FDD1-2F47-A200-464F727EA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299"/>
                <a:ext cx="4" cy="2"/>
              </a:xfrm>
              <a:custGeom>
                <a:avLst/>
                <a:gdLst>
                  <a:gd name="T0" fmla="*/ 3 w 9"/>
                  <a:gd name="T1" fmla="*/ 1 h 6"/>
                  <a:gd name="T2" fmla="*/ 6 w 9"/>
                  <a:gd name="T3" fmla="*/ 2 h 6"/>
                  <a:gd name="T4" fmla="*/ 8 w 9"/>
                  <a:gd name="T5" fmla="*/ 3 h 6"/>
                  <a:gd name="T6" fmla="*/ 2 w 9"/>
                  <a:gd name="T7" fmla="*/ 5 h 6"/>
                  <a:gd name="T8" fmla="*/ 0 w 9"/>
                  <a:gd name="T9" fmla="*/ 3 h 6"/>
                  <a:gd name="T10" fmla="*/ 3 w 9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3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2"/>
                      <a:pt x="8" y="2"/>
                      <a:pt x="8" y="3"/>
                    </a:cubicBezTo>
                    <a:cubicBezTo>
                      <a:pt x="9" y="5"/>
                      <a:pt x="4" y="6"/>
                      <a:pt x="2" y="5"/>
                    </a:cubicBezTo>
                    <a:cubicBezTo>
                      <a:pt x="2" y="5"/>
                      <a:pt x="0" y="5"/>
                      <a:pt x="0" y="3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0" name="Freeform 2942">
                <a:extLst>
                  <a:ext uri="{FF2B5EF4-FFF2-40B4-BE49-F238E27FC236}">
                    <a16:creationId xmlns:a16="http://schemas.microsoft.com/office/drawing/2014/main" id="{DC0236A8-7E0A-0243-848A-C9983AF92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401"/>
                <a:ext cx="6" cy="3"/>
              </a:xfrm>
              <a:custGeom>
                <a:avLst/>
                <a:gdLst>
                  <a:gd name="T0" fmla="*/ 3 w 14"/>
                  <a:gd name="T1" fmla="*/ 7 h 7"/>
                  <a:gd name="T2" fmla="*/ 1 w 14"/>
                  <a:gd name="T3" fmla="*/ 5 h 7"/>
                  <a:gd name="T4" fmla="*/ 3 w 14"/>
                  <a:gd name="T5" fmla="*/ 2 h 7"/>
                  <a:gd name="T6" fmla="*/ 7 w 14"/>
                  <a:gd name="T7" fmla="*/ 2 h 7"/>
                  <a:gd name="T8" fmla="*/ 14 w 14"/>
                  <a:gd name="T9" fmla="*/ 3 h 7"/>
                  <a:gd name="T10" fmla="*/ 10 w 14"/>
                  <a:gd name="T11" fmla="*/ 7 h 7"/>
                  <a:gd name="T12" fmla="*/ 3 w 14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7">
                    <a:moveTo>
                      <a:pt x="3" y="7"/>
                    </a:moveTo>
                    <a:cubicBezTo>
                      <a:pt x="2" y="7"/>
                      <a:pt x="2" y="6"/>
                      <a:pt x="1" y="5"/>
                    </a:cubicBezTo>
                    <a:cubicBezTo>
                      <a:pt x="0" y="4"/>
                      <a:pt x="2" y="2"/>
                      <a:pt x="3" y="2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9" y="1"/>
                      <a:pt x="14" y="0"/>
                      <a:pt x="14" y="3"/>
                    </a:cubicBezTo>
                    <a:cubicBezTo>
                      <a:pt x="14" y="5"/>
                      <a:pt x="12" y="7"/>
                      <a:pt x="10" y="7"/>
                    </a:cubicBezTo>
                    <a:cubicBezTo>
                      <a:pt x="8" y="7"/>
                      <a:pt x="5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1" name="Freeform 2943">
                <a:extLst>
                  <a:ext uri="{FF2B5EF4-FFF2-40B4-BE49-F238E27FC236}">
                    <a16:creationId xmlns:a16="http://schemas.microsoft.com/office/drawing/2014/main" id="{3F008C09-929A-6B41-8060-CA708F7BB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33"/>
                <a:ext cx="8" cy="9"/>
              </a:xfrm>
              <a:custGeom>
                <a:avLst/>
                <a:gdLst>
                  <a:gd name="T0" fmla="*/ 6 w 18"/>
                  <a:gd name="T1" fmla="*/ 12 h 21"/>
                  <a:gd name="T2" fmla="*/ 4 w 18"/>
                  <a:gd name="T3" fmla="*/ 8 h 21"/>
                  <a:gd name="T4" fmla="*/ 3 w 18"/>
                  <a:gd name="T5" fmla="*/ 1 h 21"/>
                  <a:gd name="T6" fmla="*/ 9 w 18"/>
                  <a:gd name="T7" fmla="*/ 3 h 21"/>
                  <a:gd name="T8" fmla="*/ 14 w 18"/>
                  <a:gd name="T9" fmla="*/ 7 h 21"/>
                  <a:gd name="T10" fmla="*/ 17 w 18"/>
                  <a:gd name="T11" fmla="*/ 17 h 21"/>
                  <a:gd name="T12" fmla="*/ 7 w 18"/>
                  <a:gd name="T13" fmla="*/ 17 h 21"/>
                  <a:gd name="T14" fmla="*/ 6 w 18"/>
                  <a:gd name="T15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1">
                    <a:moveTo>
                      <a:pt x="6" y="12"/>
                    </a:moveTo>
                    <a:cubicBezTo>
                      <a:pt x="6" y="11"/>
                      <a:pt x="5" y="9"/>
                      <a:pt x="4" y="8"/>
                    </a:cubicBezTo>
                    <a:cubicBezTo>
                      <a:pt x="3" y="6"/>
                      <a:pt x="0" y="1"/>
                      <a:pt x="3" y="1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11" y="4"/>
                      <a:pt x="13" y="5"/>
                      <a:pt x="14" y="7"/>
                    </a:cubicBezTo>
                    <a:cubicBezTo>
                      <a:pt x="17" y="9"/>
                      <a:pt x="18" y="14"/>
                      <a:pt x="17" y="17"/>
                    </a:cubicBezTo>
                    <a:cubicBezTo>
                      <a:pt x="15" y="21"/>
                      <a:pt x="10" y="19"/>
                      <a:pt x="7" y="17"/>
                    </a:cubicBezTo>
                    <a:cubicBezTo>
                      <a:pt x="5" y="16"/>
                      <a:pt x="6" y="15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2" name="Freeform 2944">
                <a:extLst>
                  <a:ext uri="{FF2B5EF4-FFF2-40B4-BE49-F238E27FC236}">
                    <a16:creationId xmlns:a16="http://schemas.microsoft.com/office/drawing/2014/main" id="{D8D5A6A9-9E6A-374E-B7DE-E6CC603B8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9"/>
                <a:ext cx="9" cy="6"/>
              </a:xfrm>
              <a:custGeom>
                <a:avLst/>
                <a:gdLst>
                  <a:gd name="T0" fmla="*/ 9 w 23"/>
                  <a:gd name="T1" fmla="*/ 9 h 15"/>
                  <a:gd name="T2" fmla="*/ 5 w 23"/>
                  <a:gd name="T3" fmla="*/ 9 h 15"/>
                  <a:gd name="T4" fmla="*/ 0 w 23"/>
                  <a:gd name="T5" fmla="*/ 9 h 15"/>
                  <a:gd name="T6" fmla="*/ 5 w 23"/>
                  <a:gd name="T7" fmla="*/ 6 h 15"/>
                  <a:gd name="T8" fmla="*/ 10 w 23"/>
                  <a:gd name="T9" fmla="*/ 3 h 15"/>
                  <a:gd name="T10" fmla="*/ 14 w 23"/>
                  <a:gd name="T11" fmla="*/ 1 h 15"/>
                  <a:gd name="T12" fmla="*/ 23 w 23"/>
                  <a:gd name="T13" fmla="*/ 4 h 15"/>
                  <a:gd name="T14" fmla="*/ 22 w 23"/>
                  <a:gd name="T15" fmla="*/ 7 h 15"/>
                  <a:gd name="T16" fmla="*/ 22 w 23"/>
                  <a:gd name="T17" fmla="*/ 11 h 15"/>
                  <a:gd name="T18" fmla="*/ 19 w 23"/>
                  <a:gd name="T19" fmla="*/ 14 h 15"/>
                  <a:gd name="T20" fmla="*/ 15 w 23"/>
                  <a:gd name="T21" fmla="*/ 10 h 15"/>
                  <a:gd name="T22" fmla="*/ 9 w 23"/>
                  <a:gd name="T23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9" y="9"/>
                    </a:moveTo>
                    <a:cubicBezTo>
                      <a:pt x="7" y="10"/>
                      <a:pt x="6" y="10"/>
                      <a:pt x="5" y="9"/>
                    </a:cubicBezTo>
                    <a:cubicBezTo>
                      <a:pt x="3" y="9"/>
                      <a:pt x="1" y="10"/>
                      <a:pt x="0" y="9"/>
                    </a:cubicBezTo>
                    <a:cubicBezTo>
                      <a:pt x="1" y="8"/>
                      <a:pt x="3" y="7"/>
                      <a:pt x="5" y="6"/>
                    </a:cubicBezTo>
                    <a:cubicBezTo>
                      <a:pt x="7" y="6"/>
                      <a:pt x="9" y="5"/>
                      <a:pt x="10" y="3"/>
                    </a:cubicBezTo>
                    <a:cubicBezTo>
                      <a:pt x="11" y="2"/>
                      <a:pt x="12" y="1"/>
                      <a:pt x="14" y="1"/>
                    </a:cubicBezTo>
                    <a:cubicBezTo>
                      <a:pt x="16" y="0"/>
                      <a:pt x="23" y="0"/>
                      <a:pt x="23" y="4"/>
                    </a:cubicBezTo>
                    <a:cubicBezTo>
                      <a:pt x="22" y="5"/>
                      <a:pt x="22" y="6"/>
                      <a:pt x="22" y="7"/>
                    </a:cubicBezTo>
                    <a:cubicBezTo>
                      <a:pt x="22" y="9"/>
                      <a:pt x="22" y="10"/>
                      <a:pt x="22" y="11"/>
                    </a:cubicBezTo>
                    <a:cubicBezTo>
                      <a:pt x="22" y="13"/>
                      <a:pt x="21" y="15"/>
                      <a:pt x="19" y="14"/>
                    </a:cubicBezTo>
                    <a:cubicBezTo>
                      <a:pt x="17" y="13"/>
                      <a:pt x="17" y="11"/>
                      <a:pt x="15" y="10"/>
                    </a:cubicBezTo>
                    <a:cubicBezTo>
                      <a:pt x="13" y="8"/>
                      <a:pt x="11" y="9"/>
                      <a:pt x="9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3" name="Freeform 2945">
                <a:extLst>
                  <a:ext uri="{FF2B5EF4-FFF2-40B4-BE49-F238E27FC236}">
                    <a16:creationId xmlns:a16="http://schemas.microsoft.com/office/drawing/2014/main" id="{2BD230A4-9F64-9849-8894-B32C191ED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572"/>
                <a:ext cx="5" cy="3"/>
              </a:xfrm>
              <a:custGeom>
                <a:avLst/>
                <a:gdLst>
                  <a:gd name="T0" fmla="*/ 0 w 14"/>
                  <a:gd name="T1" fmla="*/ 4 h 8"/>
                  <a:gd name="T2" fmla="*/ 6 w 14"/>
                  <a:gd name="T3" fmla="*/ 1 h 8"/>
                  <a:gd name="T4" fmla="*/ 13 w 14"/>
                  <a:gd name="T5" fmla="*/ 2 h 8"/>
                  <a:gd name="T6" fmla="*/ 11 w 14"/>
                  <a:gd name="T7" fmla="*/ 6 h 8"/>
                  <a:gd name="T8" fmla="*/ 5 w 14"/>
                  <a:gd name="T9" fmla="*/ 7 h 8"/>
                  <a:gd name="T10" fmla="*/ 1 w 14"/>
                  <a:gd name="T11" fmla="*/ 6 h 8"/>
                  <a:gd name="T12" fmla="*/ 0 w 14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0" y="4"/>
                    </a:moveTo>
                    <a:cubicBezTo>
                      <a:pt x="0" y="2"/>
                      <a:pt x="4" y="1"/>
                      <a:pt x="6" y="1"/>
                    </a:cubicBezTo>
                    <a:cubicBezTo>
                      <a:pt x="8" y="0"/>
                      <a:pt x="12" y="0"/>
                      <a:pt x="13" y="2"/>
                    </a:cubicBezTo>
                    <a:cubicBezTo>
                      <a:pt x="14" y="4"/>
                      <a:pt x="13" y="6"/>
                      <a:pt x="11" y="6"/>
                    </a:cubicBezTo>
                    <a:cubicBezTo>
                      <a:pt x="9" y="7"/>
                      <a:pt x="7" y="8"/>
                      <a:pt x="5" y="7"/>
                    </a:cubicBezTo>
                    <a:cubicBezTo>
                      <a:pt x="4" y="6"/>
                      <a:pt x="2" y="6"/>
                      <a:pt x="1" y="6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4" name="Freeform 2946">
                <a:extLst>
                  <a:ext uri="{FF2B5EF4-FFF2-40B4-BE49-F238E27FC236}">
                    <a16:creationId xmlns:a16="http://schemas.microsoft.com/office/drawing/2014/main" id="{7CB49A9F-479F-4840-9AF0-F3F4BDBF4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592"/>
                <a:ext cx="3" cy="4"/>
              </a:xfrm>
              <a:custGeom>
                <a:avLst/>
                <a:gdLst>
                  <a:gd name="T0" fmla="*/ 2 w 8"/>
                  <a:gd name="T1" fmla="*/ 9 h 9"/>
                  <a:gd name="T2" fmla="*/ 0 w 8"/>
                  <a:gd name="T3" fmla="*/ 3 h 9"/>
                  <a:gd name="T4" fmla="*/ 2 w 8"/>
                  <a:gd name="T5" fmla="*/ 1 h 9"/>
                  <a:gd name="T6" fmla="*/ 5 w 8"/>
                  <a:gd name="T7" fmla="*/ 0 h 9"/>
                  <a:gd name="T8" fmla="*/ 8 w 8"/>
                  <a:gd name="T9" fmla="*/ 1 h 9"/>
                  <a:gd name="T10" fmla="*/ 7 w 8"/>
                  <a:gd name="T11" fmla="*/ 5 h 9"/>
                  <a:gd name="T12" fmla="*/ 4 w 8"/>
                  <a:gd name="T13" fmla="*/ 8 h 9"/>
                  <a:gd name="T14" fmla="*/ 2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9"/>
                      <a:pt x="0" y="5"/>
                      <a:pt x="0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6" y="6"/>
                      <a:pt x="5" y="7"/>
                      <a:pt x="4" y="8"/>
                    </a:cubicBezTo>
                    <a:cubicBezTo>
                      <a:pt x="4" y="9"/>
                      <a:pt x="3" y="9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5" name="Freeform 2947">
                <a:extLst>
                  <a:ext uri="{FF2B5EF4-FFF2-40B4-BE49-F238E27FC236}">
                    <a16:creationId xmlns:a16="http://schemas.microsoft.com/office/drawing/2014/main" id="{E7927686-2DBF-B34A-B003-B0A2BD4E0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598"/>
                <a:ext cx="4" cy="3"/>
              </a:xfrm>
              <a:custGeom>
                <a:avLst/>
                <a:gdLst>
                  <a:gd name="T0" fmla="*/ 0 w 8"/>
                  <a:gd name="T1" fmla="*/ 3 h 8"/>
                  <a:gd name="T2" fmla="*/ 4 w 8"/>
                  <a:gd name="T3" fmla="*/ 1 h 8"/>
                  <a:gd name="T4" fmla="*/ 8 w 8"/>
                  <a:gd name="T5" fmla="*/ 3 h 8"/>
                  <a:gd name="T6" fmla="*/ 5 w 8"/>
                  <a:gd name="T7" fmla="*/ 7 h 8"/>
                  <a:gd name="T8" fmla="*/ 3 w 8"/>
                  <a:gd name="T9" fmla="*/ 8 h 8"/>
                  <a:gd name="T10" fmla="*/ 1 w 8"/>
                  <a:gd name="T11" fmla="*/ 7 h 8"/>
                  <a:gd name="T12" fmla="*/ 0 w 8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2"/>
                      <a:pt x="8" y="3"/>
                    </a:cubicBezTo>
                    <a:cubicBezTo>
                      <a:pt x="8" y="5"/>
                      <a:pt x="7" y="6"/>
                      <a:pt x="5" y="7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6" name="Freeform 2948">
                <a:extLst>
                  <a:ext uri="{FF2B5EF4-FFF2-40B4-BE49-F238E27FC236}">
                    <a16:creationId xmlns:a16="http://schemas.microsoft.com/office/drawing/2014/main" id="{3C77B2D8-4793-7145-BFD5-AF65C66E1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588"/>
                <a:ext cx="15" cy="9"/>
              </a:xfrm>
              <a:custGeom>
                <a:avLst/>
                <a:gdLst>
                  <a:gd name="T0" fmla="*/ 27 w 35"/>
                  <a:gd name="T1" fmla="*/ 12 h 22"/>
                  <a:gd name="T2" fmla="*/ 28 w 35"/>
                  <a:gd name="T3" fmla="*/ 11 h 22"/>
                  <a:gd name="T4" fmla="*/ 31 w 35"/>
                  <a:gd name="T5" fmla="*/ 9 h 22"/>
                  <a:gd name="T6" fmla="*/ 33 w 35"/>
                  <a:gd name="T7" fmla="*/ 8 h 22"/>
                  <a:gd name="T8" fmla="*/ 34 w 35"/>
                  <a:gd name="T9" fmla="*/ 6 h 22"/>
                  <a:gd name="T10" fmla="*/ 35 w 35"/>
                  <a:gd name="T11" fmla="*/ 4 h 22"/>
                  <a:gd name="T12" fmla="*/ 33 w 35"/>
                  <a:gd name="T13" fmla="*/ 1 h 22"/>
                  <a:gd name="T14" fmla="*/ 31 w 35"/>
                  <a:gd name="T15" fmla="*/ 1 h 22"/>
                  <a:gd name="T16" fmla="*/ 29 w 35"/>
                  <a:gd name="T17" fmla="*/ 0 h 22"/>
                  <a:gd name="T18" fmla="*/ 26 w 35"/>
                  <a:gd name="T19" fmla="*/ 3 h 22"/>
                  <a:gd name="T20" fmla="*/ 21 w 35"/>
                  <a:gd name="T21" fmla="*/ 7 h 22"/>
                  <a:gd name="T22" fmla="*/ 18 w 35"/>
                  <a:gd name="T23" fmla="*/ 8 h 22"/>
                  <a:gd name="T24" fmla="*/ 14 w 35"/>
                  <a:gd name="T25" fmla="*/ 7 h 22"/>
                  <a:gd name="T26" fmla="*/ 10 w 35"/>
                  <a:gd name="T27" fmla="*/ 8 h 22"/>
                  <a:gd name="T28" fmla="*/ 3 w 35"/>
                  <a:gd name="T29" fmla="*/ 9 h 22"/>
                  <a:gd name="T30" fmla="*/ 2 w 35"/>
                  <a:gd name="T31" fmla="*/ 11 h 22"/>
                  <a:gd name="T32" fmla="*/ 1 w 35"/>
                  <a:gd name="T33" fmla="*/ 15 h 22"/>
                  <a:gd name="T34" fmla="*/ 8 w 35"/>
                  <a:gd name="T35" fmla="*/ 18 h 22"/>
                  <a:gd name="T36" fmla="*/ 13 w 35"/>
                  <a:gd name="T37" fmla="*/ 21 h 22"/>
                  <a:gd name="T38" fmla="*/ 19 w 35"/>
                  <a:gd name="T39" fmla="*/ 22 h 22"/>
                  <a:gd name="T40" fmla="*/ 24 w 35"/>
                  <a:gd name="T41" fmla="*/ 22 h 22"/>
                  <a:gd name="T42" fmla="*/ 26 w 35"/>
                  <a:gd name="T43" fmla="*/ 20 h 22"/>
                  <a:gd name="T44" fmla="*/ 27 w 35"/>
                  <a:gd name="T45" fmla="*/ 16 h 22"/>
                  <a:gd name="T46" fmla="*/ 27 w 35"/>
                  <a:gd name="T47" fmla="*/ 14 h 22"/>
                  <a:gd name="T48" fmla="*/ 27 w 35"/>
                  <a:gd name="T49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22">
                    <a:moveTo>
                      <a:pt x="27" y="12"/>
                    </a:moveTo>
                    <a:cubicBezTo>
                      <a:pt x="27" y="12"/>
                      <a:pt x="28" y="11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9"/>
                      <a:pt x="32" y="9"/>
                      <a:pt x="33" y="8"/>
                    </a:cubicBezTo>
                    <a:cubicBezTo>
                      <a:pt x="33" y="7"/>
                      <a:pt x="34" y="7"/>
                      <a:pt x="34" y="6"/>
                    </a:cubicBezTo>
                    <a:cubicBezTo>
                      <a:pt x="35" y="6"/>
                      <a:pt x="35" y="5"/>
                      <a:pt x="35" y="4"/>
                    </a:cubicBezTo>
                    <a:cubicBezTo>
                      <a:pt x="35" y="3"/>
                      <a:pt x="34" y="2"/>
                      <a:pt x="33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0" y="1"/>
                      <a:pt x="29" y="0"/>
                      <a:pt x="29" y="0"/>
                    </a:cubicBezTo>
                    <a:cubicBezTo>
                      <a:pt x="28" y="1"/>
                      <a:pt x="27" y="2"/>
                      <a:pt x="26" y="3"/>
                    </a:cubicBezTo>
                    <a:cubicBezTo>
                      <a:pt x="25" y="4"/>
                      <a:pt x="23" y="5"/>
                      <a:pt x="21" y="7"/>
                    </a:cubicBezTo>
                    <a:cubicBezTo>
                      <a:pt x="20" y="7"/>
                      <a:pt x="19" y="8"/>
                      <a:pt x="18" y="8"/>
                    </a:cubicBezTo>
                    <a:cubicBezTo>
                      <a:pt x="17" y="8"/>
                      <a:pt x="15" y="7"/>
                      <a:pt x="14" y="7"/>
                    </a:cubicBezTo>
                    <a:cubicBezTo>
                      <a:pt x="13" y="7"/>
                      <a:pt x="12" y="8"/>
                      <a:pt x="10" y="8"/>
                    </a:cubicBezTo>
                    <a:cubicBezTo>
                      <a:pt x="8" y="8"/>
                      <a:pt x="5" y="8"/>
                      <a:pt x="3" y="9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1" y="12"/>
                      <a:pt x="0" y="14"/>
                      <a:pt x="1" y="15"/>
                    </a:cubicBezTo>
                    <a:cubicBezTo>
                      <a:pt x="1" y="19"/>
                      <a:pt x="5" y="18"/>
                      <a:pt x="8" y="18"/>
                    </a:cubicBezTo>
                    <a:cubicBezTo>
                      <a:pt x="10" y="18"/>
                      <a:pt x="12" y="19"/>
                      <a:pt x="13" y="21"/>
                    </a:cubicBezTo>
                    <a:cubicBezTo>
                      <a:pt x="15" y="22"/>
                      <a:pt x="17" y="22"/>
                      <a:pt x="19" y="22"/>
                    </a:cubicBezTo>
                    <a:cubicBezTo>
                      <a:pt x="20" y="22"/>
                      <a:pt x="22" y="22"/>
                      <a:pt x="24" y="22"/>
                    </a:cubicBezTo>
                    <a:cubicBezTo>
                      <a:pt x="25" y="22"/>
                      <a:pt x="26" y="22"/>
                      <a:pt x="26" y="20"/>
                    </a:cubicBezTo>
                    <a:cubicBezTo>
                      <a:pt x="27" y="19"/>
                      <a:pt x="27" y="17"/>
                      <a:pt x="27" y="16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27" y="13"/>
                      <a:pt x="26" y="12"/>
                      <a:pt x="2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7" name="Freeform 2949">
                <a:extLst>
                  <a:ext uri="{FF2B5EF4-FFF2-40B4-BE49-F238E27FC236}">
                    <a16:creationId xmlns:a16="http://schemas.microsoft.com/office/drawing/2014/main" id="{47826CCC-5FDC-CC44-B621-B536988A6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286"/>
                <a:ext cx="12" cy="30"/>
              </a:xfrm>
              <a:custGeom>
                <a:avLst/>
                <a:gdLst>
                  <a:gd name="T0" fmla="*/ 22 w 28"/>
                  <a:gd name="T1" fmla="*/ 54 h 75"/>
                  <a:gd name="T2" fmla="*/ 21 w 28"/>
                  <a:gd name="T3" fmla="*/ 53 h 75"/>
                  <a:gd name="T4" fmla="*/ 18 w 28"/>
                  <a:gd name="T5" fmla="*/ 51 h 75"/>
                  <a:gd name="T6" fmla="*/ 18 w 28"/>
                  <a:gd name="T7" fmla="*/ 50 h 75"/>
                  <a:gd name="T8" fmla="*/ 19 w 28"/>
                  <a:gd name="T9" fmla="*/ 49 h 75"/>
                  <a:gd name="T10" fmla="*/ 22 w 28"/>
                  <a:gd name="T11" fmla="*/ 50 h 75"/>
                  <a:gd name="T12" fmla="*/ 25 w 28"/>
                  <a:gd name="T13" fmla="*/ 50 h 75"/>
                  <a:gd name="T14" fmla="*/ 27 w 28"/>
                  <a:gd name="T15" fmla="*/ 50 h 75"/>
                  <a:gd name="T16" fmla="*/ 28 w 28"/>
                  <a:gd name="T17" fmla="*/ 48 h 75"/>
                  <a:gd name="T18" fmla="*/ 26 w 28"/>
                  <a:gd name="T19" fmla="*/ 42 h 75"/>
                  <a:gd name="T20" fmla="*/ 26 w 28"/>
                  <a:gd name="T21" fmla="*/ 39 h 75"/>
                  <a:gd name="T22" fmla="*/ 22 w 28"/>
                  <a:gd name="T23" fmla="*/ 38 h 75"/>
                  <a:gd name="T24" fmla="*/ 19 w 28"/>
                  <a:gd name="T25" fmla="*/ 39 h 75"/>
                  <a:gd name="T26" fmla="*/ 17 w 28"/>
                  <a:gd name="T27" fmla="*/ 37 h 75"/>
                  <a:gd name="T28" fmla="*/ 15 w 28"/>
                  <a:gd name="T29" fmla="*/ 35 h 75"/>
                  <a:gd name="T30" fmla="*/ 15 w 28"/>
                  <a:gd name="T31" fmla="*/ 32 h 75"/>
                  <a:gd name="T32" fmla="*/ 17 w 28"/>
                  <a:gd name="T33" fmla="*/ 31 h 75"/>
                  <a:gd name="T34" fmla="*/ 19 w 28"/>
                  <a:gd name="T35" fmla="*/ 32 h 75"/>
                  <a:gd name="T36" fmla="*/ 20 w 28"/>
                  <a:gd name="T37" fmla="*/ 34 h 75"/>
                  <a:gd name="T38" fmla="*/ 21 w 28"/>
                  <a:gd name="T39" fmla="*/ 35 h 75"/>
                  <a:gd name="T40" fmla="*/ 22 w 28"/>
                  <a:gd name="T41" fmla="*/ 35 h 75"/>
                  <a:gd name="T42" fmla="*/ 23 w 28"/>
                  <a:gd name="T43" fmla="*/ 36 h 75"/>
                  <a:gd name="T44" fmla="*/ 25 w 28"/>
                  <a:gd name="T45" fmla="*/ 34 h 75"/>
                  <a:gd name="T46" fmla="*/ 27 w 28"/>
                  <a:gd name="T47" fmla="*/ 32 h 75"/>
                  <a:gd name="T48" fmla="*/ 26 w 28"/>
                  <a:gd name="T49" fmla="*/ 28 h 75"/>
                  <a:gd name="T50" fmla="*/ 24 w 28"/>
                  <a:gd name="T51" fmla="*/ 26 h 75"/>
                  <a:gd name="T52" fmla="*/ 22 w 28"/>
                  <a:gd name="T53" fmla="*/ 24 h 75"/>
                  <a:gd name="T54" fmla="*/ 21 w 28"/>
                  <a:gd name="T55" fmla="*/ 22 h 75"/>
                  <a:gd name="T56" fmla="*/ 20 w 28"/>
                  <a:gd name="T57" fmla="*/ 20 h 75"/>
                  <a:gd name="T58" fmla="*/ 18 w 28"/>
                  <a:gd name="T59" fmla="*/ 18 h 75"/>
                  <a:gd name="T60" fmla="*/ 15 w 28"/>
                  <a:gd name="T61" fmla="*/ 16 h 75"/>
                  <a:gd name="T62" fmla="*/ 14 w 28"/>
                  <a:gd name="T63" fmla="*/ 15 h 75"/>
                  <a:gd name="T64" fmla="*/ 14 w 28"/>
                  <a:gd name="T65" fmla="*/ 13 h 75"/>
                  <a:gd name="T66" fmla="*/ 14 w 28"/>
                  <a:gd name="T67" fmla="*/ 11 h 75"/>
                  <a:gd name="T68" fmla="*/ 14 w 28"/>
                  <a:gd name="T69" fmla="*/ 7 h 75"/>
                  <a:gd name="T70" fmla="*/ 11 w 28"/>
                  <a:gd name="T71" fmla="*/ 2 h 75"/>
                  <a:gd name="T72" fmla="*/ 6 w 28"/>
                  <a:gd name="T73" fmla="*/ 3 h 75"/>
                  <a:gd name="T74" fmla="*/ 3 w 28"/>
                  <a:gd name="T75" fmla="*/ 10 h 75"/>
                  <a:gd name="T76" fmla="*/ 3 w 28"/>
                  <a:gd name="T77" fmla="*/ 16 h 75"/>
                  <a:gd name="T78" fmla="*/ 1 w 28"/>
                  <a:gd name="T79" fmla="*/ 18 h 75"/>
                  <a:gd name="T80" fmla="*/ 1 w 28"/>
                  <a:gd name="T81" fmla="*/ 21 h 75"/>
                  <a:gd name="T82" fmla="*/ 0 w 28"/>
                  <a:gd name="T83" fmla="*/ 24 h 75"/>
                  <a:gd name="T84" fmla="*/ 0 w 28"/>
                  <a:gd name="T85" fmla="*/ 27 h 75"/>
                  <a:gd name="T86" fmla="*/ 2 w 28"/>
                  <a:gd name="T87" fmla="*/ 29 h 75"/>
                  <a:gd name="T88" fmla="*/ 4 w 28"/>
                  <a:gd name="T89" fmla="*/ 32 h 75"/>
                  <a:gd name="T90" fmla="*/ 3 w 28"/>
                  <a:gd name="T91" fmla="*/ 39 h 75"/>
                  <a:gd name="T92" fmla="*/ 1 w 28"/>
                  <a:gd name="T93" fmla="*/ 40 h 75"/>
                  <a:gd name="T94" fmla="*/ 1 w 28"/>
                  <a:gd name="T95" fmla="*/ 42 h 75"/>
                  <a:gd name="T96" fmla="*/ 2 w 28"/>
                  <a:gd name="T97" fmla="*/ 48 h 75"/>
                  <a:gd name="T98" fmla="*/ 6 w 28"/>
                  <a:gd name="T99" fmla="*/ 50 h 75"/>
                  <a:gd name="T100" fmla="*/ 9 w 28"/>
                  <a:gd name="T101" fmla="*/ 53 h 75"/>
                  <a:gd name="T102" fmla="*/ 10 w 28"/>
                  <a:gd name="T103" fmla="*/ 56 h 75"/>
                  <a:gd name="T104" fmla="*/ 9 w 28"/>
                  <a:gd name="T105" fmla="*/ 59 h 75"/>
                  <a:gd name="T106" fmla="*/ 10 w 28"/>
                  <a:gd name="T107" fmla="*/ 67 h 75"/>
                  <a:gd name="T108" fmla="*/ 17 w 28"/>
                  <a:gd name="T109" fmla="*/ 74 h 75"/>
                  <a:gd name="T110" fmla="*/ 22 w 28"/>
                  <a:gd name="T111" fmla="*/ 74 h 75"/>
                  <a:gd name="T112" fmla="*/ 26 w 28"/>
                  <a:gd name="T113" fmla="*/ 68 h 75"/>
                  <a:gd name="T114" fmla="*/ 26 w 28"/>
                  <a:gd name="T115" fmla="*/ 61 h 75"/>
                  <a:gd name="T116" fmla="*/ 26 w 28"/>
                  <a:gd name="T117" fmla="*/ 59 h 75"/>
                  <a:gd name="T118" fmla="*/ 25 w 28"/>
                  <a:gd name="T119" fmla="*/ 58 h 75"/>
                  <a:gd name="T120" fmla="*/ 24 w 28"/>
                  <a:gd name="T121" fmla="*/ 55 h 75"/>
                  <a:gd name="T122" fmla="*/ 22 w 28"/>
                  <a:gd name="T123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" h="75">
                    <a:moveTo>
                      <a:pt x="22" y="54"/>
                    </a:moveTo>
                    <a:cubicBezTo>
                      <a:pt x="22" y="53"/>
                      <a:pt x="22" y="53"/>
                      <a:pt x="21" y="53"/>
                    </a:cubicBezTo>
                    <a:cubicBezTo>
                      <a:pt x="20" y="52"/>
                      <a:pt x="19" y="52"/>
                      <a:pt x="18" y="51"/>
                    </a:cubicBezTo>
                    <a:cubicBezTo>
                      <a:pt x="18" y="51"/>
                      <a:pt x="17" y="50"/>
                      <a:pt x="18" y="50"/>
                    </a:cubicBezTo>
                    <a:cubicBezTo>
                      <a:pt x="18" y="49"/>
                      <a:pt x="19" y="49"/>
                      <a:pt x="19" y="49"/>
                    </a:cubicBezTo>
                    <a:cubicBezTo>
                      <a:pt x="20" y="49"/>
                      <a:pt x="21" y="50"/>
                      <a:pt x="22" y="50"/>
                    </a:cubicBezTo>
                    <a:cubicBezTo>
                      <a:pt x="23" y="50"/>
                      <a:pt x="24" y="50"/>
                      <a:pt x="25" y="50"/>
                    </a:cubicBezTo>
                    <a:cubicBezTo>
                      <a:pt x="26" y="51"/>
                      <a:pt x="27" y="51"/>
                      <a:pt x="27" y="50"/>
                    </a:cubicBezTo>
                    <a:cubicBezTo>
                      <a:pt x="28" y="50"/>
                      <a:pt x="28" y="49"/>
                      <a:pt x="28" y="48"/>
                    </a:cubicBezTo>
                    <a:cubicBezTo>
                      <a:pt x="28" y="46"/>
                      <a:pt x="26" y="44"/>
                      <a:pt x="26" y="42"/>
                    </a:cubicBezTo>
                    <a:cubicBezTo>
                      <a:pt x="26" y="41"/>
                      <a:pt x="27" y="40"/>
                      <a:pt x="26" y="39"/>
                    </a:cubicBezTo>
                    <a:cubicBezTo>
                      <a:pt x="25" y="38"/>
                      <a:pt x="23" y="38"/>
                      <a:pt x="22" y="38"/>
                    </a:cubicBezTo>
                    <a:cubicBezTo>
                      <a:pt x="21" y="39"/>
                      <a:pt x="20" y="39"/>
                      <a:pt x="19" y="39"/>
                    </a:cubicBezTo>
                    <a:cubicBezTo>
                      <a:pt x="18" y="38"/>
                      <a:pt x="17" y="38"/>
                      <a:pt x="17" y="37"/>
                    </a:cubicBezTo>
                    <a:cubicBezTo>
                      <a:pt x="16" y="36"/>
                      <a:pt x="15" y="36"/>
                      <a:pt x="15" y="35"/>
                    </a:cubicBezTo>
                    <a:cubicBezTo>
                      <a:pt x="15" y="34"/>
                      <a:pt x="15" y="33"/>
                      <a:pt x="15" y="32"/>
                    </a:cubicBezTo>
                    <a:cubicBezTo>
                      <a:pt x="16" y="32"/>
                      <a:pt x="16" y="31"/>
                      <a:pt x="17" y="31"/>
                    </a:cubicBezTo>
                    <a:cubicBezTo>
                      <a:pt x="18" y="31"/>
                      <a:pt x="18" y="31"/>
                      <a:pt x="19" y="32"/>
                    </a:cubicBezTo>
                    <a:cubicBezTo>
                      <a:pt x="19" y="33"/>
                      <a:pt x="20" y="33"/>
                      <a:pt x="20" y="34"/>
                    </a:cubicBezTo>
                    <a:cubicBezTo>
                      <a:pt x="20" y="34"/>
                      <a:pt x="20" y="35"/>
                      <a:pt x="21" y="35"/>
                    </a:cubicBezTo>
                    <a:cubicBezTo>
                      <a:pt x="21" y="35"/>
                      <a:pt x="21" y="35"/>
                      <a:pt x="22" y="35"/>
                    </a:cubicBezTo>
                    <a:cubicBezTo>
                      <a:pt x="22" y="35"/>
                      <a:pt x="22" y="35"/>
                      <a:pt x="23" y="36"/>
                    </a:cubicBezTo>
                    <a:cubicBezTo>
                      <a:pt x="24" y="36"/>
                      <a:pt x="25" y="35"/>
                      <a:pt x="25" y="34"/>
                    </a:cubicBezTo>
                    <a:cubicBezTo>
                      <a:pt x="26" y="34"/>
                      <a:pt x="26" y="33"/>
                      <a:pt x="27" y="32"/>
                    </a:cubicBezTo>
                    <a:cubicBezTo>
                      <a:pt x="27" y="31"/>
                      <a:pt x="26" y="29"/>
                      <a:pt x="26" y="28"/>
                    </a:cubicBezTo>
                    <a:cubicBezTo>
                      <a:pt x="25" y="27"/>
                      <a:pt x="25" y="27"/>
                      <a:pt x="24" y="26"/>
                    </a:cubicBezTo>
                    <a:cubicBezTo>
                      <a:pt x="23" y="25"/>
                      <a:pt x="23" y="24"/>
                      <a:pt x="22" y="24"/>
                    </a:cubicBezTo>
                    <a:cubicBezTo>
                      <a:pt x="22" y="23"/>
                      <a:pt x="21" y="22"/>
                      <a:pt x="21" y="22"/>
                    </a:cubicBezTo>
                    <a:cubicBezTo>
                      <a:pt x="21" y="21"/>
                      <a:pt x="20" y="21"/>
                      <a:pt x="20" y="20"/>
                    </a:cubicBezTo>
                    <a:cubicBezTo>
                      <a:pt x="20" y="19"/>
                      <a:pt x="18" y="19"/>
                      <a:pt x="18" y="18"/>
                    </a:cubicBezTo>
                    <a:cubicBezTo>
                      <a:pt x="17" y="17"/>
                      <a:pt x="16" y="16"/>
                      <a:pt x="15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5"/>
                      <a:pt x="13" y="3"/>
                      <a:pt x="11" y="2"/>
                    </a:cubicBezTo>
                    <a:cubicBezTo>
                      <a:pt x="10" y="0"/>
                      <a:pt x="7" y="1"/>
                      <a:pt x="6" y="3"/>
                    </a:cubicBezTo>
                    <a:cubicBezTo>
                      <a:pt x="4" y="5"/>
                      <a:pt x="3" y="7"/>
                      <a:pt x="3" y="10"/>
                    </a:cubicBezTo>
                    <a:cubicBezTo>
                      <a:pt x="3" y="12"/>
                      <a:pt x="4" y="14"/>
                      <a:pt x="3" y="16"/>
                    </a:cubicBezTo>
                    <a:cubicBezTo>
                      <a:pt x="2" y="17"/>
                      <a:pt x="2" y="17"/>
                      <a:pt x="1" y="18"/>
                    </a:cubicBezTo>
                    <a:cubicBezTo>
                      <a:pt x="1" y="19"/>
                      <a:pt x="1" y="20"/>
                      <a:pt x="1" y="21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8"/>
                      <a:pt x="2" y="29"/>
                    </a:cubicBezTo>
                    <a:cubicBezTo>
                      <a:pt x="3" y="30"/>
                      <a:pt x="4" y="31"/>
                      <a:pt x="4" y="32"/>
                    </a:cubicBezTo>
                    <a:cubicBezTo>
                      <a:pt x="6" y="35"/>
                      <a:pt x="5" y="38"/>
                      <a:pt x="3" y="39"/>
                    </a:cubicBezTo>
                    <a:cubicBezTo>
                      <a:pt x="2" y="39"/>
                      <a:pt x="2" y="40"/>
                      <a:pt x="1" y="40"/>
                    </a:cubicBezTo>
                    <a:cubicBezTo>
                      <a:pt x="1" y="41"/>
                      <a:pt x="1" y="42"/>
                      <a:pt x="1" y="42"/>
                    </a:cubicBezTo>
                    <a:cubicBezTo>
                      <a:pt x="1" y="44"/>
                      <a:pt x="1" y="46"/>
                      <a:pt x="2" y="48"/>
                    </a:cubicBezTo>
                    <a:cubicBezTo>
                      <a:pt x="3" y="48"/>
                      <a:pt x="5" y="49"/>
                      <a:pt x="6" y="50"/>
                    </a:cubicBezTo>
                    <a:cubicBezTo>
                      <a:pt x="7" y="51"/>
                      <a:pt x="8" y="52"/>
                      <a:pt x="9" y="53"/>
                    </a:cubicBezTo>
                    <a:cubicBezTo>
                      <a:pt x="9" y="54"/>
                      <a:pt x="10" y="55"/>
                      <a:pt x="10" y="56"/>
                    </a:cubicBezTo>
                    <a:cubicBezTo>
                      <a:pt x="10" y="57"/>
                      <a:pt x="9" y="58"/>
                      <a:pt x="9" y="59"/>
                    </a:cubicBezTo>
                    <a:cubicBezTo>
                      <a:pt x="9" y="62"/>
                      <a:pt x="9" y="65"/>
                      <a:pt x="10" y="67"/>
                    </a:cubicBezTo>
                    <a:cubicBezTo>
                      <a:pt x="11" y="71"/>
                      <a:pt x="14" y="73"/>
                      <a:pt x="17" y="74"/>
                    </a:cubicBezTo>
                    <a:cubicBezTo>
                      <a:pt x="19" y="75"/>
                      <a:pt x="20" y="75"/>
                      <a:pt x="22" y="74"/>
                    </a:cubicBezTo>
                    <a:cubicBezTo>
                      <a:pt x="24" y="72"/>
                      <a:pt x="25" y="70"/>
                      <a:pt x="26" y="68"/>
                    </a:cubicBezTo>
                    <a:cubicBezTo>
                      <a:pt x="26" y="66"/>
                      <a:pt x="26" y="63"/>
                      <a:pt x="26" y="61"/>
                    </a:cubicBezTo>
                    <a:cubicBezTo>
                      <a:pt x="26" y="61"/>
                      <a:pt x="26" y="60"/>
                      <a:pt x="26" y="59"/>
                    </a:cubicBezTo>
                    <a:cubicBezTo>
                      <a:pt x="26" y="58"/>
                      <a:pt x="26" y="58"/>
                      <a:pt x="25" y="58"/>
                    </a:cubicBezTo>
                    <a:cubicBezTo>
                      <a:pt x="25" y="57"/>
                      <a:pt x="24" y="56"/>
                      <a:pt x="24" y="55"/>
                    </a:cubicBezTo>
                    <a:cubicBezTo>
                      <a:pt x="23" y="55"/>
                      <a:pt x="23" y="54"/>
                      <a:pt x="22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8" name="Freeform 2950">
                <a:extLst>
                  <a:ext uri="{FF2B5EF4-FFF2-40B4-BE49-F238E27FC236}">
                    <a16:creationId xmlns:a16="http://schemas.microsoft.com/office/drawing/2014/main" id="{B1F954E0-FF55-D946-9018-A42CC5293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74"/>
                <a:ext cx="3" cy="4"/>
              </a:xfrm>
              <a:custGeom>
                <a:avLst/>
                <a:gdLst>
                  <a:gd name="T0" fmla="*/ 0 w 7"/>
                  <a:gd name="T1" fmla="*/ 5 h 8"/>
                  <a:gd name="T2" fmla="*/ 0 w 7"/>
                  <a:gd name="T3" fmla="*/ 5 h 8"/>
                  <a:gd name="T4" fmla="*/ 0 w 7"/>
                  <a:gd name="T5" fmla="*/ 3 h 8"/>
                  <a:gd name="T6" fmla="*/ 2 w 7"/>
                  <a:gd name="T7" fmla="*/ 2 h 8"/>
                  <a:gd name="T8" fmla="*/ 2 w 7"/>
                  <a:gd name="T9" fmla="*/ 1 h 8"/>
                  <a:gd name="T10" fmla="*/ 3 w 7"/>
                  <a:gd name="T11" fmla="*/ 1 h 8"/>
                  <a:gd name="T12" fmla="*/ 6 w 7"/>
                  <a:gd name="T13" fmla="*/ 1 h 8"/>
                  <a:gd name="T14" fmla="*/ 7 w 7"/>
                  <a:gd name="T15" fmla="*/ 4 h 8"/>
                  <a:gd name="T16" fmla="*/ 7 w 7"/>
                  <a:gd name="T17" fmla="*/ 5 h 8"/>
                  <a:gd name="T18" fmla="*/ 7 w 7"/>
                  <a:gd name="T19" fmla="*/ 7 h 8"/>
                  <a:gd name="T20" fmla="*/ 6 w 7"/>
                  <a:gd name="T21" fmla="*/ 8 h 8"/>
                  <a:gd name="T22" fmla="*/ 5 w 7"/>
                  <a:gd name="T23" fmla="*/ 8 h 8"/>
                  <a:gd name="T24" fmla="*/ 2 w 7"/>
                  <a:gd name="T25" fmla="*/ 7 h 8"/>
                  <a:gd name="T26" fmla="*/ 0 w 7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1" y="7"/>
                      <a:pt x="1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9" name="Freeform 2951">
                <a:extLst>
                  <a:ext uri="{FF2B5EF4-FFF2-40B4-BE49-F238E27FC236}">
                    <a16:creationId xmlns:a16="http://schemas.microsoft.com/office/drawing/2014/main" id="{0E22B50E-AA62-314C-9632-DECA85539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9"/>
                <a:ext cx="12" cy="21"/>
              </a:xfrm>
              <a:custGeom>
                <a:avLst/>
                <a:gdLst>
                  <a:gd name="T0" fmla="*/ 10 w 29"/>
                  <a:gd name="T1" fmla="*/ 29 h 52"/>
                  <a:gd name="T2" fmla="*/ 10 w 29"/>
                  <a:gd name="T3" fmla="*/ 29 h 52"/>
                  <a:gd name="T4" fmla="*/ 9 w 29"/>
                  <a:gd name="T5" fmla="*/ 29 h 52"/>
                  <a:gd name="T6" fmla="*/ 9 w 29"/>
                  <a:gd name="T7" fmla="*/ 29 h 52"/>
                  <a:gd name="T8" fmla="*/ 8 w 29"/>
                  <a:gd name="T9" fmla="*/ 28 h 52"/>
                  <a:gd name="T10" fmla="*/ 7 w 29"/>
                  <a:gd name="T11" fmla="*/ 28 h 52"/>
                  <a:gd name="T12" fmla="*/ 7 w 29"/>
                  <a:gd name="T13" fmla="*/ 28 h 52"/>
                  <a:gd name="T14" fmla="*/ 5 w 29"/>
                  <a:gd name="T15" fmla="*/ 29 h 52"/>
                  <a:gd name="T16" fmla="*/ 5 w 29"/>
                  <a:gd name="T17" fmla="*/ 30 h 52"/>
                  <a:gd name="T18" fmla="*/ 4 w 29"/>
                  <a:gd name="T19" fmla="*/ 31 h 52"/>
                  <a:gd name="T20" fmla="*/ 2 w 29"/>
                  <a:gd name="T21" fmla="*/ 30 h 52"/>
                  <a:gd name="T22" fmla="*/ 2 w 29"/>
                  <a:gd name="T23" fmla="*/ 30 h 52"/>
                  <a:gd name="T24" fmla="*/ 1 w 29"/>
                  <a:gd name="T25" fmla="*/ 29 h 52"/>
                  <a:gd name="T26" fmla="*/ 0 w 29"/>
                  <a:gd name="T27" fmla="*/ 27 h 52"/>
                  <a:gd name="T28" fmla="*/ 0 w 29"/>
                  <a:gd name="T29" fmla="*/ 23 h 52"/>
                  <a:gd name="T30" fmla="*/ 1 w 29"/>
                  <a:gd name="T31" fmla="*/ 21 h 52"/>
                  <a:gd name="T32" fmla="*/ 2 w 29"/>
                  <a:gd name="T33" fmla="*/ 19 h 52"/>
                  <a:gd name="T34" fmla="*/ 2 w 29"/>
                  <a:gd name="T35" fmla="*/ 17 h 52"/>
                  <a:gd name="T36" fmla="*/ 2 w 29"/>
                  <a:gd name="T37" fmla="*/ 13 h 52"/>
                  <a:gd name="T38" fmla="*/ 2 w 29"/>
                  <a:gd name="T39" fmla="*/ 10 h 52"/>
                  <a:gd name="T40" fmla="*/ 1 w 29"/>
                  <a:gd name="T41" fmla="*/ 9 h 52"/>
                  <a:gd name="T42" fmla="*/ 1 w 29"/>
                  <a:gd name="T43" fmla="*/ 7 h 52"/>
                  <a:gd name="T44" fmla="*/ 1 w 29"/>
                  <a:gd name="T45" fmla="*/ 3 h 52"/>
                  <a:gd name="T46" fmla="*/ 2 w 29"/>
                  <a:gd name="T47" fmla="*/ 1 h 52"/>
                  <a:gd name="T48" fmla="*/ 4 w 29"/>
                  <a:gd name="T49" fmla="*/ 2 h 52"/>
                  <a:gd name="T50" fmla="*/ 6 w 29"/>
                  <a:gd name="T51" fmla="*/ 4 h 52"/>
                  <a:gd name="T52" fmla="*/ 9 w 29"/>
                  <a:gd name="T53" fmla="*/ 8 h 52"/>
                  <a:gd name="T54" fmla="*/ 14 w 29"/>
                  <a:gd name="T55" fmla="*/ 11 h 52"/>
                  <a:gd name="T56" fmla="*/ 18 w 29"/>
                  <a:gd name="T57" fmla="*/ 12 h 52"/>
                  <a:gd name="T58" fmla="*/ 21 w 29"/>
                  <a:gd name="T59" fmla="*/ 15 h 52"/>
                  <a:gd name="T60" fmla="*/ 23 w 29"/>
                  <a:gd name="T61" fmla="*/ 19 h 52"/>
                  <a:gd name="T62" fmla="*/ 27 w 29"/>
                  <a:gd name="T63" fmla="*/ 23 h 52"/>
                  <a:gd name="T64" fmla="*/ 29 w 29"/>
                  <a:gd name="T65" fmla="*/ 27 h 52"/>
                  <a:gd name="T66" fmla="*/ 29 w 29"/>
                  <a:gd name="T67" fmla="*/ 32 h 52"/>
                  <a:gd name="T68" fmla="*/ 28 w 29"/>
                  <a:gd name="T69" fmla="*/ 37 h 52"/>
                  <a:gd name="T70" fmla="*/ 26 w 29"/>
                  <a:gd name="T71" fmla="*/ 42 h 52"/>
                  <a:gd name="T72" fmla="*/ 24 w 29"/>
                  <a:gd name="T73" fmla="*/ 46 h 52"/>
                  <a:gd name="T74" fmla="*/ 22 w 29"/>
                  <a:gd name="T75" fmla="*/ 49 h 52"/>
                  <a:gd name="T76" fmla="*/ 18 w 29"/>
                  <a:gd name="T77" fmla="*/ 44 h 52"/>
                  <a:gd name="T78" fmla="*/ 14 w 29"/>
                  <a:gd name="T79" fmla="*/ 38 h 52"/>
                  <a:gd name="T80" fmla="*/ 12 w 29"/>
                  <a:gd name="T81" fmla="*/ 36 h 52"/>
                  <a:gd name="T82" fmla="*/ 11 w 29"/>
                  <a:gd name="T83" fmla="*/ 33 h 52"/>
                  <a:gd name="T84" fmla="*/ 10 w 29"/>
                  <a:gd name="T85" fmla="*/ 31 h 52"/>
                  <a:gd name="T86" fmla="*/ 10 w 29"/>
                  <a:gd name="T87" fmla="*/ 2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" h="52">
                    <a:moveTo>
                      <a:pt x="10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8"/>
                      <a:pt x="8" y="28"/>
                    </a:cubicBezTo>
                    <a:cubicBezTo>
                      <a:pt x="8" y="28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1"/>
                      <a:pt x="3" y="3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" y="30"/>
                      <a:pt x="1" y="30"/>
                      <a:pt x="1" y="29"/>
                    </a:cubicBezTo>
                    <a:cubicBezTo>
                      <a:pt x="0" y="29"/>
                      <a:pt x="0" y="28"/>
                      <a:pt x="0" y="27"/>
                    </a:cubicBezTo>
                    <a:cubicBezTo>
                      <a:pt x="0" y="26"/>
                      <a:pt x="0" y="24"/>
                      <a:pt x="0" y="23"/>
                    </a:cubicBezTo>
                    <a:cubicBezTo>
                      <a:pt x="0" y="22"/>
                      <a:pt x="1" y="22"/>
                      <a:pt x="1" y="21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2" y="18"/>
                      <a:pt x="2" y="17"/>
                      <a:pt x="2" y="17"/>
                    </a:cubicBezTo>
                    <a:cubicBezTo>
                      <a:pt x="2" y="16"/>
                      <a:pt x="2" y="15"/>
                      <a:pt x="2" y="13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5"/>
                      <a:pt x="8" y="7"/>
                      <a:pt x="9" y="8"/>
                    </a:cubicBezTo>
                    <a:cubicBezTo>
                      <a:pt x="10" y="9"/>
                      <a:pt x="12" y="10"/>
                      <a:pt x="14" y="11"/>
                    </a:cubicBezTo>
                    <a:cubicBezTo>
                      <a:pt x="15" y="11"/>
                      <a:pt x="17" y="11"/>
                      <a:pt x="18" y="12"/>
                    </a:cubicBezTo>
                    <a:cubicBezTo>
                      <a:pt x="19" y="13"/>
                      <a:pt x="20" y="14"/>
                      <a:pt x="21" y="15"/>
                    </a:cubicBezTo>
                    <a:cubicBezTo>
                      <a:pt x="21" y="17"/>
                      <a:pt x="22" y="18"/>
                      <a:pt x="23" y="19"/>
                    </a:cubicBezTo>
                    <a:cubicBezTo>
                      <a:pt x="24" y="20"/>
                      <a:pt x="26" y="21"/>
                      <a:pt x="27" y="23"/>
                    </a:cubicBezTo>
                    <a:cubicBezTo>
                      <a:pt x="28" y="24"/>
                      <a:pt x="29" y="25"/>
                      <a:pt x="29" y="27"/>
                    </a:cubicBezTo>
                    <a:cubicBezTo>
                      <a:pt x="29" y="28"/>
                      <a:pt x="29" y="30"/>
                      <a:pt x="29" y="32"/>
                    </a:cubicBezTo>
                    <a:cubicBezTo>
                      <a:pt x="29" y="34"/>
                      <a:pt x="29" y="35"/>
                      <a:pt x="28" y="37"/>
                    </a:cubicBezTo>
                    <a:cubicBezTo>
                      <a:pt x="28" y="39"/>
                      <a:pt x="27" y="40"/>
                      <a:pt x="26" y="42"/>
                    </a:cubicBezTo>
                    <a:cubicBezTo>
                      <a:pt x="25" y="43"/>
                      <a:pt x="24" y="44"/>
                      <a:pt x="24" y="46"/>
                    </a:cubicBezTo>
                    <a:cubicBezTo>
                      <a:pt x="23" y="47"/>
                      <a:pt x="23" y="48"/>
                      <a:pt x="22" y="49"/>
                    </a:cubicBezTo>
                    <a:cubicBezTo>
                      <a:pt x="20" y="52"/>
                      <a:pt x="18" y="46"/>
                      <a:pt x="18" y="44"/>
                    </a:cubicBezTo>
                    <a:cubicBezTo>
                      <a:pt x="17" y="42"/>
                      <a:pt x="15" y="40"/>
                      <a:pt x="14" y="38"/>
                    </a:cubicBezTo>
                    <a:cubicBezTo>
                      <a:pt x="13" y="37"/>
                      <a:pt x="13" y="37"/>
                      <a:pt x="12" y="36"/>
                    </a:cubicBezTo>
                    <a:cubicBezTo>
                      <a:pt x="12" y="35"/>
                      <a:pt x="11" y="34"/>
                      <a:pt x="11" y="33"/>
                    </a:cubicBezTo>
                    <a:cubicBezTo>
                      <a:pt x="11" y="32"/>
                      <a:pt x="11" y="32"/>
                      <a:pt x="10" y="31"/>
                    </a:cubicBezTo>
                    <a:cubicBezTo>
                      <a:pt x="10" y="30"/>
                      <a:pt x="10" y="30"/>
                      <a:pt x="10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0" name="Freeform 2952">
                <a:extLst>
                  <a:ext uri="{FF2B5EF4-FFF2-40B4-BE49-F238E27FC236}">
                    <a16:creationId xmlns:a16="http://schemas.microsoft.com/office/drawing/2014/main" id="{1C403AED-6400-5744-8C86-42CED3998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0"/>
                <a:ext cx="4" cy="3"/>
              </a:xfrm>
              <a:custGeom>
                <a:avLst/>
                <a:gdLst>
                  <a:gd name="T0" fmla="*/ 5 w 9"/>
                  <a:gd name="T1" fmla="*/ 8 h 8"/>
                  <a:gd name="T2" fmla="*/ 3 w 9"/>
                  <a:gd name="T3" fmla="*/ 7 h 8"/>
                  <a:gd name="T4" fmla="*/ 1 w 9"/>
                  <a:gd name="T5" fmla="*/ 6 h 8"/>
                  <a:gd name="T6" fmla="*/ 0 w 9"/>
                  <a:gd name="T7" fmla="*/ 3 h 8"/>
                  <a:gd name="T8" fmla="*/ 0 w 9"/>
                  <a:gd name="T9" fmla="*/ 0 h 8"/>
                  <a:gd name="T10" fmla="*/ 3 w 9"/>
                  <a:gd name="T11" fmla="*/ 0 h 8"/>
                  <a:gd name="T12" fmla="*/ 4 w 9"/>
                  <a:gd name="T13" fmla="*/ 0 h 8"/>
                  <a:gd name="T14" fmla="*/ 6 w 9"/>
                  <a:gd name="T15" fmla="*/ 2 h 8"/>
                  <a:gd name="T16" fmla="*/ 7 w 9"/>
                  <a:gd name="T17" fmla="*/ 4 h 8"/>
                  <a:gd name="T18" fmla="*/ 7 w 9"/>
                  <a:gd name="T19" fmla="*/ 7 h 8"/>
                  <a:gd name="T20" fmla="*/ 5 w 9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4" y="8"/>
                      <a:pt x="4" y="7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5"/>
                      <a:pt x="9" y="6"/>
                      <a:pt x="7" y="7"/>
                    </a:cubicBezTo>
                    <a:cubicBezTo>
                      <a:pt x="7" y="8"/>
                      <a:pt x="6" y="8"/>
                      <a:pt x="5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1" name="Freeform 2953">
                <a:extLst>
                  <a:ext uri="{FF2B5EF4-FFF2-40B4-BE49-F238E27FC236}">
                    <a16:creationId xmlns:a16="http://schemas.microsoft.com/office/drawing/2014/main" id="{DF31C3FD-D998-8C40-89A6-5CB78AFFA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254"/>
                <a:ext cx="3" cy="5"/>
              </a:xfrm>
              <a:custGeom>
                <a:avLst/>
                <a:gdLst>
                  <a:gd name="T0" fmla="*/ 1 w 7"/>
                  <a:gd name="T1" fmla="*/ 4 h 14"/>
                  <a:gd name="T2" fmla="*/ 1 w 7"/>
                  <a:gd name="T3" fmla="*/ 1 h 14"/>
                  <a:gd name="T4" fmla="*/ 5 w 7"/>
                  <a:gd name="T5" fmla="*/ 0 h 14"/>
                  <a:gd name="T6" fmla="*/ 6 w 7"/>
                  <a:gd name="T7" fmla="*/ 5 h 14"/>
                  <a:gd name="T8" fmla="*/ 6 w 7"/>
                  <a:gd name="T9" fmla="*/ 6 h 14"/>
                  <a:gd name="T10" fmla="*/ 7 w 7"/>
                  <a:gd name="T11" fmla="*/ 7 h 14"/>
                  <a:gd name="T12" fmla="*/ 7 w 7"/>
                  <a:gd name="T13" fmla="*/ 10 h 14"/>
                  <a:gd name="T14" fmla="*/ 7 w 7"/>
                  <a:gd name="T15" fmla="*/ 12 h 14"/>
                  <a:gd name="T16" fmla="*/ 5 w 7"/>
                  <a:gd name="T17" fmla="*/ 14 h 14"/>
                  <a:gd name="T18" fmla="*/ 2 w 7"/>
                  <a:gd name="T19" fmla="*/ 13 h 14"/>
                  <a:gd name="T20" fmla="*/ 1 w 7"/>
                  <a:gd name="T21" fmla="*/ 11 h 14"/>
                  <a:gd name="T22" fmla="*/ 1 w 7"/>
                  <a:gd name="T23" fmla="*/ 8 h 14"/>
                  <a:gd name="T24" fmla="*/ 1 w 7"/>
                  <a:gd name="T2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1" y="4"/>
                    </a:moveTo>
                    <a:cubicBezTo>
                      <a:pt x="1" y="3"/>
                      <a:pt x="1" y="2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4"/>
                      <a:pt x="7" y="14"/>
                      <a:pt x="5" y="14"/>
                    </a:cubicBezTo>
                    <a:cubicBezTo>
                      <a:pt x="4" y="14"/>
                      <a:pt x="3" y="13"/>
                      <a:pt x="2" y="13"/>
                    </a:cubicBezTo>
                    <a:cubicBezTo>
                      <a:pt x="2" y="12"/>
                      <a:pt x="1" y="12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7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2" name="Freeform 2954">
                <a:extLst>
                  <a:ext uri="{FF2B5EF4-FFF2-40B4-BE49-F238E27FC236}">
                    <a16:creationId xmlns:a16="http://schemas.microsoft.com/office/drawing/2014/main" id="{92F0F187-E093-094C-909A-C4469EFA2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226"/>
                <a:ext cx="7" cy="4"/>
              </a:xfrm>
              <a:custGeom>
                <a:avLst/>
                <a:gdLst>
                  <a:gd name="T0" fmla="*/ 10 w 19"/>
                  <a:gd name="T1" fmla="*/ 8 h 10"/>
                  <a:gd name="T2" fmla="*/ 8 w 19"/>
                  <a:gd name="T3" fmla="*/ 8 h 10"/>
                  <a:gd name="T4" fmla="*/ 7 w 19"/>
                  <a:gd name="T5" fmla="*/ 7 h 10"/>
                  <a:gd name="T6" fmla="*/ 5 w 19"/>
                  <a:gd name="T7" fmla="*/ 6 h 10"/>
                  <a:gd name="T8" fmla="*/ 3 w 19"/>
                  <a:gd name="T9" fmla="*/ 6 h 10"/>
                  <a:gd name="T10" fmla="*/ 1 w 19"/>
                  <a:gd name="T11" fmla="*/ 4 h 10"/>
                  <a:gd name="T12" fmla="*/ 0 w 19"/>
                  <a:gd name="T13" fmla="*/ 2 h 10"/>
                  <a:gd name="T14" fmla="*/ 2 w 19"/>
                  <a:gd name="T15" fmla="*/ 1 h 10"/>
                  <a:gd name="T16" fmla="*/ 8 w 19"/>
                  <a:gd name="T17" fmla="*/ 1 h 10"/>
                  <a:gd name="T18" fmla="*/ 13 w 19"/>
                  <a:gd name="T19" fmla="*/ 3 h 10"/>
                  <a:gd name="T20" fmla="*/ 14 w 19"/>
                  <a:gd name="T21" fmla="*/ 4 h 10"/>
                  <a:gd name="T22" fmla="*/ 16 w 19"/>
                  <a:gd name="T23" fmla="*/ 5 h 10"/>
                  <a:gd name="T24" fmla="*/ 17 w 19"/>
                  <a:gd name="T25" fmla="*/ 6 h 10"/>
                  <a:gd name="T26" fmla="*/ 18 w 19"/>
                  <a:gd name="T27" fmla="*/ 7 h 10"/>
                  <a:gd name="T28" fmla="*/ 18 w 19"/>
                  <a:gd name="T29" fmla="*/ 8 h 10"/>
                  <a:gd name="T30" fmla="*/ 18 w 19"/>
                  <a:gd name="T31" fmla="*/ 9 h 10"/>
                  <a:gd name="T32" fmla="*/ 15 w 19"/>
                  <a:gd name="T33" fmla="*/ 10 h 10"/>
                  <a:gd name="T34" fmla="*/ 14 w 19"/>
                  <a:gd name="T35" fmla="*/ 9 h 10"/>
                  <a:gd name="T36" fmla="*/ 12 w 19"/>
                  <a:gd name="T37" fmla="*/ 9 h 10"/>
                  <a:gd name="T38" fmla="*/ 10 w 19"/>
                  <a:gd name="T3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10">
                    <a:moveTo>
                      <a:pt x="10" y="8"/>
                    </a:moveTo>
                    <a:cubicBezTo>
                      <a:pt x="9" y="8"/>
                      <a:pt x="8" y="8"/>
                      <a:pt x="8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1"/>
                      <a:pt x="11" y="2"/>
                      <a:pt x="13" y="3"/>
                    </a:cubicBezTo>
                    <a:cubicBezTo>
                      <a:pt x="13" y="3"/>
                      <a:pt x="13" y="4"/>
                      <a:pt x="14" y="4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6" y="10"/>
                      <a:pt x="15" y="10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1" y="9"/>
                      <a:pt x="10" y="8"/>
                      <a:pt x="10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3" name="Freeform 2955">
                <a:extLst>
                  <a:ext uri="{FF2B5EF4-FFF2-40B4-BE49-F238E27FC236}">
                    <a16:creationId xmlns:a16="http://schemas.microsoft.com/office/drawing/2014/main" id="{A49910EF-C6D6-2C47-A66F-417E0B484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228"/>
                <a:ext cx="18" cy="17"/>
              </a:xfrm>
              <a:custGeom>
                <a:avLst/>
                <a:gdLst>
                  <a:gd name="T0" fmla="*/ 3 w 46"/>
                  <a:gd name="T1" fmla="*/ 12 h 42"/>
                  <a:gd name="T2" fmla="*/ 2 w 46"/>
                  <a:gd name="T3" fmla="*/ 11 h 42"/>
                  <a:gd name="T4" fmla="*/ 1 w 46"/>
                  <a:gd name="T5" fmla="*/ 10 h 42"/>
                  <a:gd name="T6" fmla="*/ 0 w 46"/>
                  <a:gd name="T7" fmla="*/ 9 h 42"/>
                  <a:gd name="T8" fmla="*/ 0 w 46"/>
                  <a:gd name="T9" fmla="*/ 6 h 42"/>
                  <a:gd name="T10" fmla="*/ 0 w 46"/>
                  <a:gd name="T11" fmla="*/ 3 h 42"/>
                  <a:gd name="T12" fmla="*/ 2 w 46"/>
                  <a:gd name="T13" fmla="*/ 1 h 42"/>
                  <a:gd name="T14" fmla="*/ 4 w 46"/>
                  <a:gd name="T15" fmla="*/ 2 h 42"/>
                  <a:gd name="T16" fmla="*/ 6 w 46"/>
                  <a:gd name="T17" fmla="*/ 5 h 42"/>
                  <a:gd name="T18" fmla="*/ 10 w 46"/>
                  <a:gd name="T19" fmla="*/ 8 h 42"/>
                  <a:gd name="T20" fmla="*/ 15 w 46"/>
                  <a:gd name="T21" fmla="*/ 7 h 42"/>
                  <a:gd name="T22" fmla="*/ 20 w 46"/>
                  <a:gd name="T23" fmla="*/ 7 h 42"/>
                  <a:gd name="T24" fmla="*/ 25 w 46"/>
                  <a:gd name="T25" fmla="*/ 7 h 42"/>
                  <a:gd name="T26" fmla="*/ 27 w 46"/>
                  <a:gd name="T27" fmla="*/ 9 h 42"/>
                  <a:gd name="T28" fmla="*/ 30 w 46"/>
                  <a:gd name="T29" fmla="*/ 12 h 42"/>
                  <a:gd name="T30" fmla="*/ 33 w 46"/>
                  <a:gd name="T31" fmla="*/ 16 h 42"/>
                  <a:gd name="T32" fmla="*/ 39 w 46"/>
                  <a:gd name="T33" fmla="*/ 23 h 42"/>
                  <a:gd name="T34" fmla="*/ 44 w 46"/>
                  <a:gd name="T35" fmla="*/ 28 h 42"/>
                  <a:gd name="T36" fmla="*/ 45 w 46"/>
                  <a:gd name="T37" fmla="*/ 32 h 42"/>
                  <a:gd name="T38" fmla="*/ 43 w 46"/>
                  <a:gd name="T39" fmla="*/ 34 h 42"/>
                  <a:gd name="T40" fmla="*/ 41 w 46"/>
                  <a:gd name="T41" fmla="*/ 37 h 42"/>
                  <a:gd name="T42" fmla="*/ 38 w 46"/>
                  <a:gd name="T43" fmla="*/ 39 h 42"/>
                  <a:gd name="T44" fmla="*/ 34 w 46"/>
                  <a:gd name="T45" fmla="*/ 39 h 42"/>
                  <a:gd name="T46" fmla="*/ 30 w 46"/>
                  <a:gd name="T47" fmla="*/ 39 h 42"/>
                  <a:gd name="T48" fmla="*/ 28 w 46"/>
                  <a:gd name="T49" fmla="*/ 41 h 42"/>
                  <a:gd name="T50" fmla="*/ 22 w 46"/>
                  <a:gd name="T51" fmla="*/ 38 h 42"/>
                  <a:gd name="T52" fmla="*/ 19 w 46"/>
                  <a:gd name="T53" fmla="*/ 36 h 42"/>
                  <a:gd name="T54" fmla="*/ 15 w 46"/>
                  <a:gd name="T55" fmla="*/ 35 h 42"/>
                  <a:gd name="T56" fmla="*/ 12 w 46"/>
                  <a:gd name="T57" fmla="*/ 35 h 42"/>
                  <a:gd name="T58" fmla="*/ 9 w 46"/>
                  <a:gd name="T59" fmla="*/ 34 h 42"/>
                  <a:gd name="T60" fmla="*/ 7 w 46"/>
                  <a:gd name="T61" fmla="*/ 33 h 42"/>
                  <a:gd name="T62" fmla="*/ 6 w 46"/>
                  <a:gd name="T63" fmla="*/ 32 h 42"/>
                  <a:gd name="T64" fmla="*/ 4 w 46"/>
                  <a:gd name="T65" fmla="*/ 30 h 42"/>
                  <a:gd name="T66" fmla="*/ 3 w 46"/>
                  <a:gd name="T67" fmla="*/ 28 h 42"/>
                  <a:gd name="T68" fmla="*/ 2 w 46"/>
                  <a:gd name="T69" fmla="*/ 26 h 42"/>
                  <a:gd name="T70" fmla="*/ 0 w 46"/>
                  <a:gd name="T71" fmla="*/ 23 h 42"/>
                  <a:gd name="T72" fmla="*/ 0 w 46"/>
                  <a:gd name="T73" fmla="*/ 22 h 42"/>
                  <a:gd name="T74" fmla="*/ 1 w 46"/>
                  <a:gd name="T75" fmla="*/ 22 h 42"/>
                  <a:gd name="T76" fmla="*/ 5 w 46"/>
                  <a:gd name="T77" fmla="*/ 23 h 42"/>
                  <a:gd name="T78" fmla="*/ 7 w 46"/>
                  <a:gd name="T79" fmla="*/ 22 h 42"/>
                  <a:gd name="T80" fmla="*/ 6 w 46"/>
                  <a:gd name="T81" fmla="*/ 19 h 42"/>
                  <a:gd name="T82" fmla="*/ 5 w 46"/>
                  <a:gd name="T83" fmla="*/ 17 h 42"/>
                  <a:gd name="T84" fmla="*/ 4 w 46"/>
                  <a:gd name="T85" fmla="*/ 15 h 42"/>
                  <a:gd name="T86" fmla="*/ 4 w 46"/>
                  <a:gd name="T87" fmla="*/ 13 h 42"/>
                  <a:gd name="T88" fmla="*/ 3 w 46"/>
                  <a:gd name="T89" fmla="*/ 13 h 42"/>
                  <a:gd name="T90" fmla="*/ 3 w 46"/>
                  <a:gd name="T91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42">
                    <a:moveTo>
                      <a:pt x="3" y="12"/>
                    </a:moveTo>
                    <a:cubicBezTo>
                      <a:pt x="3" y="11"/>
                      <a:pt x="2" y="11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6"/>
                      <a:pt x="8" y="7"/>
                      <a:pt x="10" y="8"/>
                    </a:cubicBezTo>
                    <a:cubicBezTo>
                      <a:pt x="11" y="8"/>
                      <a:pt x="13" y="8"/>
                      <a:pt x="15" y="7"/>
                    </a:cubicBezTo>
                    <a:cubicBezTo>
                      <a:pt x="17" y="7"/>
                      <a:pt x="19" y="7"/>
                      <a:pt x="20" y="7"/>
                    </a:cubicBezTo>
                    <a:cubicBezTo>
                      <a:pt x="22" y="7"/>
                      <a:pt x="23" y="7"/>
                      <a:pt x="25" y="7"/>
                    </a:cubicBezTo>
                    <a:cubicBezTo>
                      <a:pt x="26" y="8"/>
                      <a:pt x="26" y="8"/>
                      <a:pt x="27" y="9"/>
                    </a:cubicBezTo>
                    <a:cubicBezTo>
                      <a:pt x="28" y="10"/>
                      <a:pt x="29" y="11"/>
                      <a:pt x="30" y="12"/>
                    </a:cubicBezTo>
                    <a:cubicBezTo>
                      <a:pt x="31" y="13"/>
                      <a:pt x="32" y="15"/>
                      <a:pt x="33" y="16"/>
                    </a:cubicBezTo>
                    <a:cubicBezTo>
                      <a:pt x="35" y="19"/>
                      <a:pt x="36" y="21"/>
                      <a:pt x="39" y="23"/>
                    </a:cubicBezTo>
                    <a:cubicBezTo>
                      <a:pt x="40" y="25"/>
                      <a:pt x="42" y="26"/>
                      <a:pt x="44" y="28"/>
                    </a:cubicBezTo>
                    <a:cubicBezTo>
                      <a:pt x="44" y="29"/>
                      <a:pt x="46" y="31"/>
                      <a:pt x="45" y="32"/>
                    </a:cubicBezTo>
                    <a:cubicBezTo>
                      <a:pt x="45" y="33"/>
                      <a:pt x="44" y="34"/>
                      <a:pt x="43" y="34"/>
                    </a:cubicBezTo>
                    <a:cubicBezTo>
                      <a:pt x="42" y="35"/>
                      <a:pt x="41" y="36"/>
                      <a:pt x="41" y="37"/>
                    </a:cubicBezTo>
                    <a:cubicBezTo>
                      <a:pt x="40" y="38"/>
                      <a:pt x="39" y="38"/>
                      <a:pt x="38" y="39"/>
                    </a:cubicBezTo>
                    <a:cubicBezTo>
                      <a:pt x="37" y="39"/>
                      <a:pt x="36" y="39"/>
                      <a:pt x="34" y="39"/>
                    </a:cubicBezTo>
                    <a:cubicBezTo>
                      <a:pt x="33" y="39"/>
                      <a:pt x="32" y="39"/>
                      <a:pt x="30" y="39"/>
                    </a:cubicBezTo>
                    <a:cubicBezTo>
                      <a:pt x="29" y="40"/>
                      <a:pt x="29" y="41"/>
                      <a:pt x="28" y="41"/>
                    </a:cubicBezTo>
                    <a:cubicBezTo>
                      <a:pt x="25" y="42"/>
                      <a:pt x="23" y="40"/>
                      <a:pt x="22" y="38"/>
                    </a:cubicBezTo>
                    <a:cubicBezTo>
                      <a:pt x="21" y="37"/>
                      <a:pt x="20" y="37"/>
                      <a:pt x="19" y="36"/>
                    </a:cubicBezTo>
                    <a:cubicBezTo>
                      <a:pt x="17" y="36"/>
                      <a:pt x="16" y="35"/>
                      <a:pt x="15" y="35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11" y="34"/>
                      <a:pt x="10" y="34"/>
                      <a:pt x="9" y="34"/>
                    </a:cubicBezTo>
                    <a:cubicBezTo>
                      <a:pt x="9" y="33"/>
                      <a:pt x="8" y="33"/>
                      <a:pt x="7" y="33"/>
                    </a:cubicBezTo>
                    <a:cubicBezTo>
                      <a:pt x="7" y="33"/>
                      <a:pt x="6" y="32"/>
                      <a:pt x="6" y="32"/>
                    </a:cubicBezTo>
                    <a:cubicBezTo>
                      <a:pt x="5" y="32"/>
                      <a:pt x="4" y="31"/>
                      <a:pt x="4" y="30"/>
                    </a:cubicBezTo>
                    <a:cubicBezTo>
                      <a:pt x="4" y="30"/>
                      <a:pt x="4" y="29"/>
                      <a:pt x="3" y="28"/>
                    </a:cubicBezTo>
                    <a:cubicBezTo>
                      <a:pt x="3" y="27"/>
                      <a:pt x="2" y="27"/>
                      <a:pt x="2" y="26"/>
                    </a:cubicBezTo>
                    <a:cubicBezTo>
                      <a:pt x="1" y="25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3" y="22"/>
                      <a:pt x="4" y="23"/>
                      <a:pt x="5" y="23"/>
                    </a:cubicBezTo>
                    <a:cubicBezTo>
                      <a:pt x="6" y="23"/>
                      <a:pt x="7" y="23"/>
                      <a:pt x="7" y="22"/>
                    </a:cubicBezTo>
                    <a:cubicBezTo>
                      <a:pt x="7" y="21"/>
                      <a:pt x="6" y="20"/>
                      <a:pt x="6" y="19"/>
                    </a:cubicBezTo>
                    <a:cubicBezTo>
                      <a:pt x="5" y="18"/>
                      <a:pt x="5" y="18"/>
                      <a:pt x="5" y="17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4" y="14"/>
                      <a:pt x="4" y="14"/>
                      <a:pt x="4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4" name="Freeform 2956">
                <a:extLst>
                  <a:ext uri="{FF2B5EF4-FFF2-40B4-BE49-F238E27FC236}">
                    <a16:creationId xmlns:a16="http://schemas.microsoft.com/office/drawing/2014/main" id="{9CE35D58-377F-354C-88E7-69756BCA4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230"/>
                <a:ext cx="6" cy="6"/>
              </a:xfrm>
              <a:custGeom>
                <a:avLst/>
                <a:gdLst>
                  <a:gd name="T0" fmla="*/ 1 w 15"/>
                  <a:gd name="T1" fmla="*/ 6 h 14"/>
                  <a:gd name="T2" fmla="*/ 1 w 15"/>
                  <a:gd name="T3" fmla="*/ 5 h 14"/>
                  <a:gd name="T4" fmla="*/ 3 w 15"/>
                  <a:gd name="T5" fmla="*/ 4 h 14"/>
                  <a:gd name="T6" fmla="*/ 5 w 15"/>
                  <a:gd name="T7" fmla="*/ 4 h 14"/>
                  <a:gd name="T8" fmla="*/ 7 w 15"/>
                  <a:gd name="T9" fmla="*/ 3 h 14"/>
                  <a:gd name="T10" fmla="*/ 8 w 15"/>
                  <a:gd name="T11" fmla="*/ 2 h 14"/>
                  <a:gd name="T12" fmla="*/ 9 w 15"/>
                  <a:gd name="T13" fmla="*/ 1 h 14"/>
                  <a:gd name="T14" fmla="*/ 12 w 15"/>
                  <a:gd name="T15" fmla="*/ 1 h 14"/>
                  <a:gd name="T16" fmla="*/ 13 w 15"/>
                  <a:gd name="T17" fmla="*/ 1 h 14"/>
                  <a:gd name="T18" fmla="*/ 14 w 15"/>
                  <a:gd name="T19" fmla="*/ 2 h 14"/>
                  <a:gd name="T20" fmla="*/ 15 w 15"/>
                  <a:gd name="T21" fmla="*/ 3 h 14"/>
                  <a:gd name="T22" fmla="*/ 14 w 15"/>
                  <a:gd name="T23" fmla="*/ 7 h 14"/>
                  <a:gd name="T24" fmla="*/ 9 w 15"/>
                  <a:gd name="T25" fmla="*/ 9 h 14"/>
                  <a:gd name="T26" fmla="*/ 7 w 15"/>
                  <a:gd name="T27" fmla="*/ 12 h 14"/>
                  <a:gd name="T28" fmla="*/ 5 w 15"/>
                  <a:gd name="T29" fmla="*/ 13 h 14"/>
                  <a:gd name="T30" fmla="*/ 3 w 15"/>
                  <a:gd name="T31" fmla="*/ 14 h 14"/>
                  <a:gd name="T32" fmla="*/ 1 w 15"/>
                  <a:gd name="T33" fmla="*/ 13 h 14"/>
                  <a:gd name="T34" fmla="*/ 0 w 15"/>
                  <a:gd name="T35" fmla="*/ 12 h 14"/>
                  <a:gd name="T36" fmla="*/ 0 w 15"/>
                  <a:gd name="T37" fmla="*/ 12 h 14"/>
                  <a:gd name="T38" fmla="*/ 0 w 15"/>
                  <a:gd name="T39" fmla="*/ 10 h 14"/>
                  <a:gd name="T40" fmla="*/ 0 w 15"/>
                  <a:gd name="T41" fmla="*/ 10 h 14"/>
                  <a:gd name="T42" fmla="*/ 1 w 15"/>
                  <a:gd name="T43" fmla="*/ 9 h 14"/>
                  <a:gd name="T44" fmla="*/ 1 w 15"/>
                  <a:gd name="T45" fmla="*/ 8 h 14"/>
                  <a:gd name="T46" fmla="*/ 1 w 15"/>
                  <a:gd name="T4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4">
                    <a:moveTo>
                      <a:pt x="1" y="6"/>
                    </a:moveTo>
                    <a:cubicBezTo>
                      <a:pt x="1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1" y="0"/>
                      <a:pt x="12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5" y="6"/>
                      <a:pt x="14" y="7"/>
                    </a:cubicBezTo>
                    <a:cubicBezTo>
                      <a:pt x="13" y="8"/>
                      <a:pt x="11" y="9"/>
                      <a:pt x="9" y="9"/>
                    </a:cubicBezTo>
                    <a:cubicBezTo>
                      <a:pt x="8" y="10"/>
                      <a:pt x="7" y="11"/>
                      <a:pt x="7" y="12"/>
                    </a:cubicBezTo>
                    <a:cubicBezTo>
                      <a:pt x="6" y="12"/>
                      <a:pt x="6" y="13"/>
                      <a:pt x="5" y="13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1" y="13"/>
                      <a:pt x="0" y="13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5" name="Freeform 2957">
                <a:extLst>
                  <a:ext uri="{FF2B5EF4-FFF2-40B4-BE49-F238E27FC236}">
                    <a16:creationId xmlns:a16="http://schemas.microsoft.com/office/drawing/2014/main" id="{B382FE2D-B131-114C-A3B9-E6EDD6A2C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225"/>
                <a:ext cx="6" cy="4"/>
              </a:xfrm>
              <a:custGeom>
                <a:avLst/>
                <a:gdLst>
                  <a:gd name="T0" fmla="*/ 1 w 15"/>
                  <a:gd name="T1" fmla="*/ 9 h 10"/>
                  <a:gd name="T2" fmla="*/ 1 w 15"/>
                  <a:gd name="T3" fmla="*/ 7 h 10"/>
                  <a:gd name="T4" fmla="*/ 2 w 15"/>
                  <a:gd name="T5" fmla="*/ 6 h 10"/>
                  <a:gd name="T6" fmla="*/ 3 w 15"/>
                  <a:gd name="T7" fmla="*/ 5 h 10"/>
                  <a:gd name="T8" fmla="*/ 3 w 15"/>
                  <a:gd name="T9" fmla="*/ 4 h 10"/>
                  <a:gd name="T10" fmla="*/ 3 w 15"/>
                  <a:gd name="T11" fmla="*/ 3 h 10"/>
                  <a:gd name="T12" fmla="*/ 3 w 15"/>
                  <a:gd name="T13" fmla="*/ 2 h 10"/>
                  <a:gd name="T14" fmla="*/ 4 w 15"/>
                  <a:gd name="T15" fmla="*/ 2 h 10"/>
                  <a:gd name="T16" fmla="*/ 4 w 15"/>
                  <a:gd name="T17" fmla="*/ 1 h 10"/>
                  <a:gd name="T18" fmla="*/ 5 w 15"/>
                  <a:gd name="T19" fmla="*/ 0 h 10"/>
                  <a:gd name="T20" fmla="*/ 9 w 15"/>
                  <a:gd name="T21" fmla="*/ 0 h 10"/>
                  <a:gd name="T22" fmla="*/ 10 w 15"/>
                  <a:gd name="T23" fmla="*/ 1 h 10"/>
                  <a:gd name="T24" fmla="*/ 11 w 15"/>
                  <a:gd name="T25" fmla="*/ 2 h 10"/>
                  <a:gd name="T26" fmla="*/ 13 w 15"/>
                  <a:gd name="T27" fmla="*/ 5 h 10"/>
                  <a:gd name="T28" fmla="*/ 14 w 15"/>
                  <a:gd name="T29" fmla="*/ 6 h 10"/>
                  <a:gd name="T30" fmla="*/ 15 w 15"/>
                  <a:gd name="T31" fmla="*/ 7 h 10"/>
                  <a:gd name="T32" fmla="*/ 15 w 15"/>
                  <a:gd name="T33" fmla="*/ 8 h 10"/>
                  <a:gd name="T34" fmla="*/ 14 w 15"/>
                  <a:gd name="T35" fmla="*/ 9 h 10"/>
                  <a:gd name="T36" fmla="*/ 13 w 15"/>
                  <a:gd name="T37" fmla="*/ 10 h 10"/>
                  <a:gd name="T38" fmla="*/ 9 w 15"/>
                  <a:gd name="T39" fmla="*/ 10 h 10"/>
                  <a:gd name="T40" fmla="*/ 8 w 15"/>
                  <a:gd name="T41" fmla="*/ 10 h 10"/>
                  <a:gd name="T42" fmla="*/ 8 w 15"/>
                  <a:gd name="T43" fmla="*/ 10 h 10"/>
                  <a:gd name="T44" fmla="*/ 7 w 15"/>
                  <a:gd name="T45" fmla="*/ 10 h 10"/>
                  <a:gd name="T46" fmla="*/ 6 w 15"/>
                  <a:gd name="T47" fmla="*/ 10 h 10"/>
                  <a:gd name="T48" fmla="*/ 3 w 15"/>
                  <a:gd name="T49" fmla="*/ 10 h 10"/>
                  <a:gd name="T50" fmla="*/ 2 w 15"/>
                  <a:gd name="T51" fmla="*/ 9 h 10"/>
                  <a:gd name="T52" fmla="*/ 1 w 15"/>
                  <a:gd name="T5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" h="10">
                    <a:moveTo>
                      <a:pt x="1" y="9"/>
                    </a:moveTo>
                    <a:cubicBezTo>
                      <a:pt x="1" y="8"/>
                      <a:pt x="0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3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6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5" y="7"/>
                      <a:pt x="15" y="7"/>
                      <a:pt x="15" y="8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4" y="9"/>
                      <a:pt x="13" y="10"/>
                      <a:pt x="13" y="10"/>
                    </a:cubicBezTo>
                    <a:cubicBezTo>
                      <a:pt x="12" y="10"/>
                      <a:pt x="11" y="10"/>
                      <a:pt x="9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4" y="10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6" name="Freeform 2958">
                <a:extLst>
                  <a:ext uri="{FF2B5EF4-FFF2-40B4-BE49-F238E27FC236}">
                    <a16:creationId xmlns:a16="http://schemas.microsoft.com/office/drawing/2014/main" id="{49BB01D0-A0FC-5B48-93A8-13630C6D7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217"/>
                <a:ext cx="6" cy="15"/>
              </a:xfrm>
              <a:custGeom>
                <a:avLst/>
                <a:gdLst>
                  <a:gd name="T0" fmla="*/ 1 w 14"/>
                  <a:gd name="T1" fmla="*/ 22 h 37"/>
                  <a:gd name="T2" fmla="*/ 1 w 14"/>
                  <a:gd name="T3" fmla="*/ 16 h 37"/>
                  <a:gd name="T4" fmla="*/ 0 w 14"/>
                  <a:gd name="T5" fmla="*/ 7 h 37"/>
                  <a:gd name="T6" fmla="*/ 0 w 14"/>
                  <a:gd name="T7" fmla="*/ 3 h 37"/>
                  <a:gd name="T8" fmla="*/ 0 w 14"/>
                  <a:gd name="T9" fmla="*/ 1 h 37"/>
                  <a:gd name="T10" fmla="*/ 3 w 14"/>
                  <a:gd name="T11" fmla="*/ 0 h 37"/>
                  <a:gd name="T12" fmla="*/ 6 w 14"/>
                  <a:gd name="T13" fmla="*/ 2 h 37"/>
                  <a:gd name="T14" fmla="*/ 8 w 14"/>
                  <a:gd name="T15" fmla="*/ 7 h 37"/>
                  <a:gd name="T16" fmla="*/ 8 w 14"/>
                  <a:gd name="T17" fmla="*/ 11 h 37"/>
                  <a:gd name="T18" fmla="*/ 9 w 14"/>
                  <a:gd name="T19" fmla="*/ 15 h 37"/>
                  <a:gd name="T20" fmla="*/ 10 w 14"/>
                  <a:gd name="T21" fmla="*/ 20 h 37"/>
                  <a:gd name="T22" fmla="*/ 11 w 14"/>
                  <a:gd name="T23" fmla="*/ 23 h 37"/>
                  <a:gd name="T24" fmla="*/ 11 w 14"/>
                  <a:gd name="T25" fmla="*/ 24 h 37"/>
                  <a:gd name="T26" fmla="*/ 13 w 14"/>
                  <a:gd name="T27" fmla="*/ 26 h 37"/>
                  <a:gd name="T28" fmla="*/ 14 w 14"/>
                  <a:gd name="T29" fmla="*/ 30 h 37"/>
                  <a:gd name="T30" fmla="*/ 11 w 14"/>
                  <a:gd name="T31" fmla="*/ 35 h 37"/>
                  <a:gd name="T32" fmla="*/ 7 w 14"/>
                  <a:gd name="T33" fmla="*/ 37 h 37"/>
                  <a:gd name="T34" fmla="*/ 4 w 14"/>
                  <a:gd name="T35" fmla="*/ 35 h 37"/>
                  <a:gd name="T36" fmla="*/ 2 w 14"/>
                  <a:gd name="T37" fmla="*/ 31 h 37"/>
                  <a:gd name="T38" fmla="*/ 2 w 14"/>
                  <a:gd name="T39" fmla="*/ 29 h 37"/>
                  <a:gd name="T40" fmla="*/ 1 w 14"/>
                  <a:gd name="T41" fmla="*/ 27 h 37"/>
                  <a:gd name="T42" fmla="*/ 1 w 14"/>
                  <a:gd name="T43" fmla="*/ 24 h 37"/>
                  <a:gd name="T44" fmla="*/ 1 w 14"/>
                  <a:gd name="T45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37">
                    <a:moveTo>
                      <a:pt x="1" y="22"/>
                    </a:moveTo>
                    <a:cubicBezTo>
                      <a:pt x="1" y="20"/>
                      <a:pt x="1" y="18"/>
                      <a:pt x="1" y="16"/>
                    </a:cubicBezTo>
                    <a:cubicBezTo>
                      <a:pt x="1" y="13"/>
                      <a:pt x="0" y="10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3"/>
                      <a:pt x="8" y="5"/>
                      <a:pt x="8" y="7"/>
                    </a:cubicBezTo>
                    <a:cubicBezTo>
                      <a:pt x="8" y="8"/>
                      <a:pt x="8" y="10"/>
                      <a:pt x="8" y="11"/>
                    </a:cubicBezTo>
                    <a:cubicBezTo>
                      <a:pt x="8" y="13"/>
                      <a:pt x="9" y="14"/>
                      <a:pt x="9" y="15"/>
                    </a:cubicBezTo>
                    <a:cubicBezTo>
                      <a:pt x="10" y="17"/>
                      <a:pt x="10" y="18"/>
                      <a:pt x="10" y="20"/>
                    </a:cubicBezTo>
                    <a:cubicBezTo>
                      <a:pt x="10" y="21"/>
                      <a:pt x="10" y="22"/>
                      <a:pt x="11" y="23"/>
                    </a:cubicBezTo>
                    <a:cubicBezTo>
                      <a:pt x="11" y="23"/>
                      <a:pt x="11" y="24"/>
                      <a:pt x="11" y="24"/>
                    </a:cubicBezTo>
                    <a:cubicBezTo>
                      <a:pt x="12" y="25"/>
                      <a:pt x="12" y="25"/>
                      <a:pt x="13" y="26"/>
                    </a:cubicBezTo>
                    <a:cubicBezTo>
                      <a:pt x="14" y="27"/>
                      <a:pt x="14" y="28"/>
                      <a:pt x="14" y="30"/>
                    </a:cubicBezTo>
                    <a:cubicBezTo>
                      <a:pt x="13" y="31"/>
                      <a:pt x="12" y="33"/>
                      <a:pt x="11" y="35"/>
                    </a:cubicBezTo>
                    <a:cubicBezTo>
                      <a:pt x="10" y="36"/>
                      <a:pt x="9" y="37"/>
                      <a:pt x="7" y="37"/>
                    </a:cubicBezTo>
                    <a:cubicBezTo>
                      <a:pt x="6" y="37"/>
                      <a:pt x="5" y="36"/>
                      <a:pt x="4" y="35"/>
                    </a:cubicBezTo>
                    <a:cubicBezTo>
                      <a:pt x="3" y="34"/>
                      <a:pt x="3" y="33"/>
                      <a:pt x="2" y="31"/>
                    </a:cubicBezTo>
                    <a:cubicBezTo>
                      <a:pt x="2" y="31"/>
                      <a:pt x="2" y="30"/>
                      <a:pt x="2" y="29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1" y="26"/>
                      <a:pt x="1" y="25"/>
                      <a:pt x="1" y="24"/>
                    </a:cubicBezTo>
                    <a:cubicBezTo>
                      <a:pt x="1" y="23"/>
                      <a:pt x="1" y="22"/>
                      <a:pt x="1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7" name="Freeform 2959">
                <a:extLst>
                  <a:ext uri="{FF2B5EF4-FFF2-40B4-BE49-F238E27FC236}">
                    <a16:creationId xmlns:a16="http://schemas.microsoft.com/office/drawing/2014/main" id="{54BE09AF-9F21-2540-A7B8-64B5475BA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9"/>
                <a:ext cx="11" cy="22"/>
              </a:xfrm>
              <a:custGeom>
                <a:avLst/>
                <a:gdLst>
                  <a:gd name="T0" fmla="*/ 13 w 26"/>
                  <a:gd name="T1" fmla="*/ 22 h 55"/>
                  <a:gd name="T2" fmla="*/ 13 w 26"/>
                  <a:gd name="T3" fmla="*/ 19 h 55"/>
                  <a:gd name="T4" fmla="*/ 13 w 26"/>
                  <a:gd name="T5" fmla="*/ 11 h 55"/>
                  <a:gd name="T6" fmla="*/ 13 w 26"/>
                  <a:gd name="T7" fmla="*/ 7 h 55"/>
                  <a:gd name="T8" fmla="*/ 15 w 26"/>
                  <a:gd name="T9" fmla="*/ 3 h 55"/>
                  <a:gd name="T10" fmla="*/ 16 w 26"/>
                  <a:gd name="T11" fmla="*/ 1 h 55"/>
                  <a:gd name="T12" fmla="*/ 17 w 26"/>
                  <a:gd name="T13" fmla="*/ 2 h 55"/>
                  <a:gd name="T14" fmla="*/ 18 w 26"/>
                  <a:gd name="T15" fmla="*/ 4 h 55"/>
                  <a:gd name="T16" fmla="*/ 19 w 26"/>
                  <a:gd name="T17" fmla="*/ 8 h 55"/>
                  <a:gd name="T18" fmla="*/ 20 w 26"/>
                  <a:gd name="T19" fmla="*/ 14 h 55"/>
                  <a:gd name="T20" fmla="*/ 20 w 26"/>
                  <a:gd name="T21" fmla="*/ 19 h 55"/>
                  <a:gd name="T22" fmla="*/ 20 w 26"/>
                  <a:gd name="T23" fmla="*/ 25 h 55"/>
                  <a:gd name="T24" fmla="*/ 24 w 26"/>
                  <a:gd name="T25" fmla="*/ 30 h 55"/>
                  <a:gd name="T26" fmla="*/ 26 w 26"/>
                  <a:gd name="T27" fmla="*/ 34 h 55"/>
                  <a:gd name="T28" fmla="*/ 23 w 26"/>
                  <a:gd name="T29" fmla="*/ 38 h 55"/>
                  <a:gd name="T30" fmla="*/ 19 w 26"/>
                  <a:gd name="T31" fmla="*/ 41 h 55"/>
                  <a:gd name="T32" fmla="*/ 19 w 26"/>
                  <a:gd name="T33" fmla="*/ 46 h 55"/>
                  <a:gd name="T34" fmla="*/ 18 w 26"/>
                  <a:gd name="T35" fmla="*/ 52 h 55"/>
                  <a:gd name="T36" fmla="*/ 15 w 26"/>
                  <a:gd name="T37" fmla="*/ 54 h 55"/>
                  <a:gd name="T38" fmla="*/ 11 w 26"/>
                  <a:gd name="T39" fmla="*/ 54 h 55"/>
                  <a:gd name="T40" fmla="*/ 10 w 26"/>
                  <a:gd name="T41" fmla="*/ 51 h 55"/>
                  <a:gd name="T42" fmla="*/ 10 w 26"/>
                  <a:gd name="T43" fmla="*/ 49 h 55"/>
                  <a:gd name="T44" fmla="*/ 10 w 26"/>
                  <a:gd name="T45" fmla="*/ 48 h 55"/>
                  <a:gd name="T46" fmla="*/ 10 w 26"/>
                  <a:gd name="T47" fmla="*/ 46 h 55"/>
                  <a:gd name="T48" fmla="*/ 10 w 26"/>
                  <a:gd name="T49" fmla="*/ 44 h 55"/>
                  <a:gd name="T50" fmla="*/ 9 w 26"/>
                  <a:gd name="T51" fmla="*/ 43 h 55"/>
                  <a:gd name="T52" fmla="*/ 9 w 26"/>
                  <a:gd name="T53" fmla="*/ 43 h 55"/>
                  <a:gd name="T54" fmla="*/ 8 w 26"/>
                  <a:gd name="T55" fmla="*/ 43 h 55"/>
                  <a:gd name="T56" fmla="*/ 7 w 26"/>
                  <a:gd name="T57" fmla="*/ 44 h 55"/>
                  <a:gd name="T58" fmla="*/ 7 w 26"/>
                  <a:gd name="T59" fmla="*/ 45 h 55"/>
                  <a:gd name="T60" fmla="*/ 6 w 26"/>
                  <a:gd name="T61" fmla="*/ 47 h 55"/>
                  <a:gd name="T62" fmla="*/ 5 w 26"/>
                  <a:gd name="T63" fmla="*/ 49 h 55"/>
                  <a:gd name="T64" fmla="*/ 4 w 26"/>
                  <a:gd name="T65" fmla="*/ 49 h 55"/>
                  <a:gd name="T66" fmla="*/ 2 w 26"/>
                  <a:gd name="T67" fmla="*/ 47 h 55"/>
                  <a:gd name="T68" fmla="*/ 1 w 26"/>
                  <a:gd name="T69" fmla="*/ 46 h 55"/>
                  <a:gd name="T70" fmla="*/ 0 w 26"/>
                  <a:gd name="T71" fmla="*/ 41 h 55"/>
                  <a:gd name="T72" fmla="*/ 0 w 26"/>
                  <a:gd name="T73" fmla="*/ 38 h 55"/>
                  <a:gd name="T74" fmla="*/ 0 w 26"/>
                  <a:gd name="T75" fmla="*/ 36 h 55"/>
                  <a:gd name="T76" fmla="*/ 1 w 26"/>
                  <a:gd name="T77" fmla="*/ 35 h 55"/>
                  <a:gd name="T78" fmla="*/ 3 w 26"/>
                  <a:gd name="T79" fmla="*/ 34 h 55"/>
                  <a:gd name="T80" fmla="*/ 9 w 26"/>
                  <a:gd name="T81" fmla="*/ 31 h 55"/>
                  <a:gd name="T82" fmla="*/ 12 w 26"/>
                  <a:gd name="T83" fmla="*/ 27 h 55"/>
                  <a:gd name="T84" fmla="*/ 13 w 26"/>
                  <a:gd name="T85" fmla="*/ 2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55">
                    <a:moveTo>
                      <a:pt x="13" y="22"/>
                    </a:move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6"/>
                      <a:pt x="13" y="14"/>
                      <a:pt x="13" y="11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4" y="6"/>
                      <a:pt x="14" y="4"/>
                      <a:pt x="15" y="3"/>
                    </a:cubicBezTo>
                    <a:cubicBezTo>
                      <a:pt x="15" y="2"/>
                      <a:pt x="15" y="0"/>
                      <a:pt x="16" y="1"/>
                    </a:cubicBezTo>
                    <a:cubicBezTo>
                      <a:pt x="17" y="1"/>
                      <a:pt x="17" y="2"/>
                      <a:pt x="17" y="2"/>
                    </a:cubicBezTo>
                    <a:cubicBezTo>
                      <a:pt x="18" y="3"/>
                      <a:pt x="18" y="4"/>
                      <a:pt x="18" y="4"/>
                    </a:cubicBezTo>
                    <a:cubicBezTo>
                      <a:pt x="19" y="6"/>
                      <a:pt x="19" y="7"/>
                      <a:pt x="19" y="8"/>
                    </a:cubicBezTo>
                    <a:cubicBezTo>
                      <a:pt x="20" y="10"/>
                      <a:pt x="20" y="12"/>
                      <a:pt x="20" y="14"/>
                    </a:cubicBezTo>
                    <a:cubicBezTo>
                      <a:pt x="20" y="16"/>
                      <a:pt x="20" y="18"/>
                      <a:pt x="20" y="19"/>
                    </a:cubicBezTo>
                    <a:cubicBezTo>
                      <a:pt x="19" y="21"/>
                      <a:pt x="19" y="23"/>
                      <a:pt x="20" y="25"/>
                    </a:cubicBezTo>
                    <a:cubicBezTo>
                      <a:pt x="21" y="27"/>
                      <a:pt x="22" y="29"/>
                      <a:pt x="24" y="30"/>
                    </a:cubicBezTo>
                    <a:cubicBezTo>
                      <a:pt x="25" y="31"/>
                      <a:pt x="26" y="32"/>
                      <a:pt x="26" y="34"/>
                    </a:cubicBezTo>
                    <a:cubicBezTo>
                      <a:pt x="26" y="36"/>
                      <a:pt x="25" y="37"/>
                      <a:pt x="23" y="38"/>
                    </a:cubicBezTo>
                    <a:cubicBezTo>
                      <a:pt x="22" y="39"/>
                      <a:pt x="20" y="39"/>
                      <a:pt x="19" y="41"/>
                    </a:cubicBezTo>
                    <a:cubicBezTo>
                      <a:pt x="18" y="43"/>
                      <a:pt x="19" y="45"/>
                      <a:pt x="19" y="46"/>
                    </a:cubicBezTo>
                    <a:cubicBezTo>
                      <a:pt x="19" y="48"/>
                      <a:pt x="19" y="50"/>
                      <a:pt x="18" y="52"/>
                    </a:cubicBezTo>
                    <a:cubicBezTo>
                      <a:pt x="17" y="53"/>
                      <a:pt x="16" y="54"/>
                      <a:pt x="15" y="54"/>
                    </a:cubicBezTo>
                    <a:cubicBezTo>
                      <a:pt x="14" y="55"/>
                      <a:pt x="12" y="55"/>
                      <a:pt x="11" y="54"/>
                    </a:cubicBezTo>
                    <a:cubicBezTo>
                      <a:pt x="10" y="53"/>
                      <a:pt x="11" y="52"/>
                      <a:pt x="10" y="51"/>
                    </a:cubicBezTo>
                    <a:cubicBezTo>
                      <a:pt x="10" y="50"/>
                      <a:pt x="10" y="50"/>
                      <a:pt x="10" y="49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6"/>
                    </a:cubicBezTo>
                    <a:cubicBezTo>
                      <a:pt x="10" y="46"/>
                      <a:pt x="10" y="45"/>
                      <a:pt x="10" y="44"/>
                    </a:cubicBezTo>
                    <a:cubicBezTo>
                      <a:pt x="10" y="44"/>
                      <a:pt x="10" y="43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8" y="42"/>
                      <a:pt x="8" y="42"/>
                      <a:pt x="8" y="43"/>
                    </a:cubicBezTo>
                    <a:cubicBezTo>
                      <a:pt x="8" y="43"/>
                      <a:pt x="7" y="43"/>
                      <a:pt x="7" y="44"/>
                    </a:cubicBezTo>
                    <a:cubicBezTo>
                      <a:pt x="7" y="44"/>
                      <a:pt x="7" y="45"/>
                      <a:pt x="7" y="45"/>
                    </a:cubicBezTo>
                    <a:cubicBezTo>
                      <a:pt x="7" y="46"/>
                      <a:pt x="6" y="46"/>
                      <a:pt x="6" y="47"/>
                    </a:cubicBezTo>
                    <a:cubicBezTo>
                      <a:pt x="6" y="47"/>
                      <a:pt x="6" y="49"/>
                      <a:pt x="5" y="49"/>
                    </a:cubicBezTo>
                    <a:cubicBezTo>
                      <a:pt x="5" y="49"/>
                      <a:pt x="4" y="49"/>
                      <a:pt x="4" y="49"/>
                    </a:cubicBezTo>
                    <a:cubicBezTo>
                      <a:pt x="3" y="48"/>
                      <a:pt x="3" y="47"/>
                      <a:pt x="2" y="47"/>
                    </a:cubicBezTo>
                    <a:cubicBezTo>
                      <a:pt x="2" y="46"/>
                      <a:pt x="1" y="46"/>
                      <a:pt x="1" y="46"/>
                    </a:cubicBezTo>
                    <a:cubicBezTo>
                      <a:pt x="0" y="44"/>
                      <a:pt x="0" y="43"/>
                      <a:pt x="0" y="41"/>
                    </a:cubicBezTo>
                    <a:cubicBezTo>
                      <a:pt x="0" y="40"/>
                      <a:pt x="0" y="39"/>
                      <a:pt x="0" y="38"/>
                    </a:cubicBezTo>
                    <a:cubicBezTo>
                      <a:pt x="0" y="37"/>
                      <a:pt x="0" y="37"/>
                      <a:pt x="0" y="36"/>
                    </a:cubicBezTo>
                    <a:cubicBezTo>
                      <a:pt x="1" y="36"/>
                      <a:pt x="1" y="35"/>
                      <a:pt x="1" y="35"/>
                    </a:cubicBezTo>
                    <a:cubicBezTo>
                      <a:pt x="2" y="34"/>
                      <a:pt x="2" y="34"/>
                      <a:pt x="3" y="34"/>
                    </a:cubicBezTo>
                    <a:cubicBezTo>
                      <a:pt x="5" y="33"/>
                      <a:pt x="7" y="33"/>
                      <a:pt x="9" y="31"/>
                    </a:cubicBezTo>
                    <a:cubicBezTo>
                      <a:pt x="10" y="30"/>
                      <a:pt x="11" y="28"/>
                      <a:pt x="12" y="27"/>
                    </a:cubicBezTo>
                    <a:cubicBezTo>
                      <a:pt x="13" y="25"/>
                      <a:pt x="13" y="24"/>
                      <a:pt x="1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8" name="Freeform 2960">
                <a:extLst>
                  <a:ext uri="{FF2B5EF4-FFF2-40B4-BE49-F238E27FC236}">
                    <a16:creationId xmlns:a16="http://schemas.microsoft.com/office/drawing/2014/main" id="{B3847121-D79E-E04A-94EE-8A9BB95AB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7"/>
                <a:ext cx="4" cy="13"/>
              </a:xfrm>
              <a:custGeom>
                <a:avLst/>
                <a:gdLst>
                  <a:gd name="T0" fmla="*/ 8 w 10"/>
                  <a:gd name="T1" fmla="*/ 27 h 32"/>
                  <a:gd name="T2" fmla="*/ 6 w 10"/>
                  <a:gd name="T3" fmla="*/ 31 h 32"/>
                  <a:gd name="T4" fmla="*/ 4 w 10"/>
                  <a:gd name="T5" fmla="*/ 31 h 32"/>
                  <a:gd name="T6" fmla="*/ 2 w 10"/>
                  <a:gd name="T7" fmla="*/ 29 h 32"/>
                  <a:gd name="T8" fmla="*/ 1 w 10"/>
                  <a:gd name="T9" fmla="*/ 23 h 32"/>
                  <a:gd name="T10" fmla="*/ 1 w 10"/>
                  <a:gd name="T11" fmla="*/ 15 h 32"/>
                  <a:gd name="T12" fmla="*/ 0 w 10"/>
                  <a:gd name="T13" fmla="*/ 12 h 32"/>
                  <a:gd name="T14" fmla="*/ 0 w 10"/>
                  <a:gd name="T15" fmla="*/ 8 h 32"/>
                  <a:gd name="T16" fmla="*/ 0 w 10"/>
                  <a:gd name="T17" fmla="*/ 5 h 32"/>
                  <a:gd name="T18" fmla="*/ 1 w 10"/>
                  <a:gd name="T19" fmla="*/ 3 h 32"/>
                  <a:gd name="T20" fmla="*/ 3 w 10"/>
                  <a:gd name="T21" fmla="*/ 0 h 32"/>
                  <a:gd name="T22" fmla="*/ 6 w 10"/>
                  <a:gd name="T23" fmla="*/ 1 h 32"/>
                  <a:gd name="T24" fmla="*/ 8 w 10"/>
                  <a:gd name="T25" fmla="*/ 4 h 32"/>
                  <a:gd name="T26" fmla="*/ 10 w 10"/>
                  <a:gd name="T27" fmla="*/ 12 h 32"/>
                  <a:gd name="T28" fmla="*/ 10 w 10"/>
                  <a:gd name="T29" fmla="*/ 14 h 32"/>
                  <a:gd name="T30" fmla="*/ 10 w 10"/>
                  <a:gd name="T31" fmla="*/ 20 h 32"/>
                  <a:gd name="T32" fmla="*/ 9 w 10"/>
                  <a:gd name="T33" fmla="*/ 21 h 32"/>
                  <a:gd name="T34" fmla="*/ 9 w 10"/>
                  <a:gd name="T35" fmla="*/ 24 h 32"/>
                  <a:gd name="T36" fmla="*/ 8 w 10"/>
                  <a:gd name="T3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32">
                    <a:moveTo>
                      <a:pt x="8" y="27"/>
                    </a:moveTo>
                    <a:cubicBezTo>
                      <a:pt x="8" y="28"/>
                      <a:pt x="8" y="32"/>
                      <a:pt x="6" y="31"/>
                    </a:cubicBezTo>
                    <a:cubicBezTo>
                      <a:pt x="5" y="31"/>
                      <a:pt x="4" y="31"/>
                      <a:pt x="4" y="31"/>
                    </a:cubicBezTo>
                    <a:cubicBezTo>
                      <a:pt x="3" y="31"/>
                      <a:pt x="3" y="30"/>
                      <a:pt x="2" y="29"/>
                    </a:cubicBezTo>
                    <a:cubicBezTo>
                      <a:pt x="1" y="27"/>
                      <a:pt x="1" y="25"/>
                      <a:pt x="1" y="23"/>
                    </a:cubicBezTo>
                    <a:cubicBezTo>
                      <a:pt x="1" y="20"/>
                      <a:pt x="1" y="18"/>
                      <a:pt x="1" y="15"/>
                    </a:cubicBezTo>
                    <a:cubicBezTo>
                      <a:pt x="1" y="14"/>
                      <a:pt x="1" y="13"/>
                      <a:pt x="0" y="12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4" y="0"/>
                      <a:pt x="6" y="0"/>
                      <a:pt x="6" y="1"/>
                    </a:cubicBezTo>
                    <a:cubicBezTo>
                      <a:pt x="7" y="2"/>
                      <a:pt x="7" y="3"/>
                      <a:pt x="8" y="4"/>
                    </a:cubicBezTo>
                    <a:cubicBezTo>
                      <a:pt x="9" y="7"/>
                      <a:pt x="9" y="10"/>
                      <a:pt x="10" y="12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6"/>
                      <a:pt x="10" y="18"/>
                      <a:pt x="10" y="20"/>
                    </a:cubicBezTo>
                    <a:cubicBezTo>
                      <a:pt x="10" y="20"/>
                      <a:pt x="9" y="21"/>
                      <a:pt x="9" y="21"/>
                    </a:cubicBezTo>
                    <a:cubicBezTo>
                      <a:pt x="9" y="22"/>
                      <a:pt x="9" y="23"/>
                      <a:pt x="9" y="24"/>
                    </a:cubicBezTo>
                    <a:cubicBezTo>
                      <a:pt x="9" y="25"/>
                      <a:pt x="8" y="26"/>
                      <a:pt x="8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9" name="Freeform 2961">
                <a:extLst>
                  <a:ext uri="{FF2B5EF4-FFF2-40B4-BE49-F238E27FC236}">
                    <a16:creationId xmlns:a16="http://schemas.microsoft.com/office/drawing/2014/main" id="{9BA7D394-F789-CA4F-AF05-1D74FA566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215"/>
                <a:ext cx="4" cy="17"/>
              </a:xfrm>
              <a:custGeom>
                <a:avLst/>
                <a:gdLst>
                  <a:gd name="T0" fmla="*/ 10 w 11"/>
                  <a:gd name="T1" fmla="*/ 36 h 43"/>
                  <a:gd name="T2" fmla="*/ 11 w 11"/>
                  <a:gd name="T3" fmla="*/ 33 h 43"/>
                  <a:gd name="T4" fmla="*/ 10 w 11"/>
                  <a:gd name="T5" fmla="*/ 28 h 43"/>
                  <a:gd name="T6" fmla="*/ 9 w 11"/>
                  <a:gd name="T7" fmla="*/ 24 h 43"/>
                  <a:gd name="T8" fmla="*/ 8 w 11"/>
                  <a:gd name="T9" fmla="*/ 19 h 43"/>
                  <a:gd name="T10" fmla="*/ 7 w 11"/>
                  <a:gd name="T11" fmla="*/ 15 h 43"/>
                  <a:gd name="T12" fmla="*/ 5 w 11"/>
                  <a:gd name="T13" fmla="*/ 8 h 43"/>
                  <a:gd name="T14" fmla="*/ 5 w 11"/>
                  <a:gd name="T15" fmla="*/ 5 h 43"/>
                  <a:gd name="T16" fmla="*/ 5 w 11"/>
                  <a:gd name="T17" fmla="*/ 3 h 43"/>
                  <a:gd name="T18" fmla="*/ 2 w 11"/>
                  <a:gd name="T19" fmla="*/ 1 h 43"/>
                  <a:gd name="T20" fmla="*/ 0 w 11"/>
                  <a:gd name="T21" fmla="*/ 3 h 43"/>
                  <a:gd name="T22" fmla="*/ 0 w 11"/>
                  <a:gd name="T23" fmla="*/ 9 h 43"/>
                  <a:gd name="T24" fmla="*/ 1 w 11"/>
                  <a:gd name="T25" fmla="*/ 14 h 43"/>
                  <a:gd name="T26" fmla="*/ 1 w 11"/>
                  <a:gd name="T27" fmla="*/ 25 h 43"/>
                  <a:gd name="T28" fmla="*/ 1 w 11"/>
                  <a:gd name="T29" fmla="*/ 32 h 43"/>
                  <a:gd name="T30" fmla="*/ 1 w 11"/>
                  <a:gd name="T31" fmla="*/ 36 h 43"/>
                  <a:gd name="T32" fmla="*/ 2 w 11"/>
                  <a:gd name="T33" fmla="*/ 39 h 43"/>
                  <a:gd name="T34" fmla="*/ 3 w 11"/>
                  <a:gd name="T35" fmla="*/ 42 h 43"/>
                  <a:gd name="T36" fmla="*/ 7 w 11"/>
                  <a:gd name="T37" fmla="*/ 43 h 43"/>
                  <a:gd name="T38" fmla="*/ 9 w 11"/>
                  <a:gd name="T39" fmla="*/ 41 h 43"/>
                  <a:gd name="T40" fmla="*/ 9 w 11"/>
                  <a:gd name="T41" fmla="*/ 39 h 43"/>
                  <a:gd name="T42" fmla="*/ 10 w 11"/>
                  <a:gd name="T43" fmla="*/ 3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43">
                    <a:moveTo>
                      <a:pt x="10" y="36"/>
                    </a:moveTo>
                    <a:cubicBezTo>
                      <a:pt x="10" y="35"/>
                      <a:pt x="11" y="34"/>
                      <a:pt x="11" y="33"/>
                    </a:cubicBezTo>
                    <a:cubicBezTo>
                      <a:pt x="11" y="31"/>
                      <a:pt x="11" y="30"/>
                      <a:pt x="10" y="28"/>
                    </a:cubicBezTo>
                    <a:cubicBezTo>
                      <a:pt x="10" y="27"/>
                      <a:pt x="9" y="25"/>
                      <a:pt x="9" y="24"/>
                    </a:cubicBezTo>
                    <a:cubicBezTo>
                      <a:pt x="9" y="22"/>
                      <a:pt x="9" y="20"/>
                      <a:pt x="8" y="19"/>
                    </a:cubicBezTo>
                    <a:cubicBezTo>
                      <a:pt x="8" y="17"/>
                      <a:pt x="7" y="16"/>
                      <a:pt x="7" y="15"/>
                    </a:cubicBezTo>
                    <a:cubicBezTo>
                      <a:pt x="5" y="13"/>
                      <a:pt x="5" y="11"/>
                      <a:pt x="5" y="8"/>
                    </a:cubicBezTo>
                    <a:cubicBezTo>
                      <a:pt x="5" y="7"/>
                      <a:pt x="5" y="6"/>
                      <a:pt x="5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1" y="11"/>
                      <a:pt x="1" y="12"/>
                      <a:pt x="1" y="14"/>
                    </a:cubicBezTo>
                    <a:cubicBezTo>
                      <a:pt x="2" y="18"/>
                      <a:pt x="1" y="22"/>
                      <a:pt x="1" y="25"/>
                    </a:cubicBezTo>
                    <a:cubicBezTo>
                      <a:pt x="0" y="28"/>
                      <a:pt x="1" y="30"/>
                      <a:pt x="1" y="32"/>
                    </a:cubicBezTo>
                    <a:cubicBezTo>
                      <a:pt x="1" y="34"/>
                      <a:pt x="1" y="35"/>
                      <a:pt x="1" y="36"/>
                    </a:cubicBezTo>
                    <a:cubicBezTo>
                      <a:pt x="1" y="37"/>
                      <a:pt x="1" y="38"/>
                      <a:pt x="2" y="39"/>
                    </a:cubicBezTo>
                    <a:cubicBezTo>
                      <a:pt x="2" y="40"/>
                      <a:pt x="3" y="41"/>
                      <a:pt x="3" y="42"/>
                    </a:cubicBezTo>
                    <a:cubicBezTo>
                      <a:pt x="4" y="43"/>
                      <a:pt x="6" y="43"/>
                      <a:pt x="7" y="43"/>
                    </a:cubicBezTo>
                    <a:cubicBezTo>
                      <a:pt x="8" y="42"/>
                      <a:pt x="8" y="41"/>
                      <a:pt x="9" y="41"/>
                    </a:cubicBezTo>
                    <a:cubicBezTo>
                      <a:pt x="9" y="40"/>
                      <a:pt x="9" y="40"/>
                      <a:pt x="9" y="39"/>
                    </a:cubicBezTo>
                    <a:cubicBezTo>
                      <a:pt x="10" y="38"/>
                      <a:pt x="10" y="37"/>
                      <a:pt x="10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0" name="Freeform 2962">
                <a:extLst>
                  <a:ext uri="{FF2B5EF4-FFF2-40B4-BE49-F238E27FC236}">
                    <a16:creationId xmlns:a16="http://schemas.microsoft.com/office/drawing/2014/main" id="{B9D9C075-35DC-4E4F-8E0A-0E7A6B4F1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215"/>
                <a:ext cx="20" cy="35"/>
              </a:xfrm>
              <a:custGeom>
                <a:avLst/>
                <a:gdLst>
                  <a:gd name="T0" fmla="*/ 31 w 50"/>
                  <a:gd name="T1" fmla="*/ 66 h 86"/>
                  <a:gd name="T2" fmla="*/ 31 w 50"/>
                  <a:gd name="T3" fmla="*/ 55 h 86"/>
                  <a:gd name="T4" fmla="*/ 31 w 50"/>
                  <a:gd name="T5" fmla="*/ 53 h 86"/>
                  <a:gd name="T6" fmla="*/ 32 w 50"/>
                  <a:gd name="T7" fmla="*/ 54 h 86"/>
                  <a:gd name="T8" fmla="*/ 34 w 50"/>
                  <a:gd name="T9" fmla="*/ 63 h 86"/>
                  <a:gd name="T10" fmla="*/ 31 w 50"/>
                  <a:gd name="T11" fmla="*/ 72 h 86"/>
                  <a:gd name="T12" fmla="*/ 29 w 50"/>
                  <a:gd name="T13" fmla="*/ 77 h 86"/>
                  <a:gd name="T14" fmla="*/ 32 w 50"/>
                  <a:gd name="T15" fmla="*/ 83 h 86"/>
                  <a:gd name="T16" fmla="*/ 35 w 50"/>
                  <a:gd name="T17" fmla="*/ 85 h 86"/>
                  <a:gd name="T18" fmla="*/ 37 w 50"/>
                  <a:gd name="T19" fmla="*/ 83 h 86"/>
                  <a:gd name="T20" fmla="*/ 40 w 50"/>
                  <a:gd name="T21" fmla="*/ 80 h 86"/>
                  <a:gd name="T22" fmla="*/ 43 w 50"/>
                  <a:gd name="T23" fmla="*/ 75 h 86"/>
                  <a:gd name="T24" fmla="*/ 43 w 50"/>
                  <a:gd name="T25" fmla="*/ 68 h 86"/>
                  <a:gd name="T26" fmla="*/ 42 w 50"/>
                  <a:gd name="T27" fmla="*/ 66 h 86"/>
                  <a:gd name="T28" fmla="*/ 44 w 50"/>
                  <a:gd name="T29" fmla="*/ 66 h 86"/>
                  <a:gd name="T30" fmla="*/ 47 w 50"/>
                  <a:gd name="T31" fmla="*/ 68 h 86"/>
                  <a:gd name="T32" fmla="*/ 49 w 50"/>
                  <a:gd name="T33" fmla="*/ 68 h 86"/>
                  <a:gd name="T34" fmla="*/ 47 w 50"/>
                  <a:gd name="T35" fmla="*/ 63 h 86"/>
                  <a:gd name="T36" fmla="*/ 42 w 50"/>
                  <a:gd name="T37" fmla="*/ 54 h 86"/>
                  <a:gd name="T38" fmla="*/ 41 w 50"/>
                  <a:gd name="T39" fmla="*/ 51 h 86"/>
                  <a:gd name="T40" fmla="*/ 40 w 50"/>
                  <a:gd name="T41" fmla="*/ 49 h 86"/>
                  <a:gd name="T42" fmla="*/ 41 w 50"/>
                  <a:gd name="T43" fmla="*/ 49 h 86"/>
                  <a:gd name="T44" fmla="*/ 44 w 50"/>
                  <a:gd name="T45" fmla="*/ 52 h 86"/>
                  <a:gd name="T46" fmla="*/ 48 w 50"/>
                  <a:gd name="T47" fmla="*/ 54 h 86"/>
                  <a:gd name="T48" fmla="*/ 49 w 50"/>
                  <a:gd name="T49" fmla="*/ 52 h 86"/>
                  <a:gd name="T50" fmla="*/ 46 w 50"/>
                  <a:gd name="T51" fmla="*/ 47 h 86"/>
                  <a:gd name="T52" fmla="*/ 42 w 50"/>
                  <a:gd name="T53" fmla="*/ 42 h 86"/>
                  <a:gd name="T54" fmla="*/ 39 w 50"/>
                  <a:gd name="T55" fmla="*/ 37 h 86"/>
                  <a:gd name="T56" fmla="*/ 41 w 50"/>
                  <a:gd name="T57" fmla="*/ 30 h 86"/>
                  <a:gd name="T58" fmla="*/ 40 w 50"/>
                  <a:gd name="T59" fmla="*/ 25 h 86"/>
                  <a:gd name="T60" fmla="*/ 37 w 50"/>
                  <a:gd name="T61" fmla="*/ 19 h 86"/>
                  <a:gd name="T62" fmla="*/ 31 w 50"/>
                  <a:gd name="T63" fmla="*/ 15 h 86"/>
                  <a:gd name="T64" fmla="*/ 26 w 50"/>
                  <a:gd name="T65" fmla="*/ 20 h 86"/>
                  <a:gd name="T66" fmla="*/ 21 w 50"/>
                  <a:gd name="T67" fmla="*/ 20 h 86"/>
                  <a:gd name="T68" fmla="*/ 23 w 50"/>
                  <a:gd name="T69" fmla="*/ 15 h 86"/>
                  <a:gd name="T70" fmla="*/ 27 w 50"/>
                  <a:gd name="T71" fmla="*/ 8 h 86"/>
                  <a:gd name="T72" fmla="*/ 25 w 50"/>
                  <a:gd name="T73" fmla="*/ 2 h 86"/>
                  <a:gd name="T74" fmla="*/ 19 w 50"/>
                  <a:gd name="T75" fmla="*/ 0 h 86"/>
                  <a:gd name="T76" fmla="*/ 12 w 50"/>
                  <a:gd name="T77" fmla="*/ 0 h 86"/>
                  <a:gd name="T78" fmla="*/ 5 w 50"/>
                  <a:gd name="T79" fmla="*/ 0 h 86"/>
                  <a:gd name="T80" fmla="*/ 1 w 50"/>
                  <a:gd name="T81" fmla="*/ 2 h 86"/>
                  <a:gd name="T82" fmla="*/ 2 w 50"/>
                  <a:gd name="T83" fmla="*/ 9 h 86"/>
                  <a:gd name="T84" fmla="*/ 5 w 50"/>
                  <a:gd name="T85" fmla="*/ 17 h 86"/>
                  <a:gd name="T86" fmla="*/ 6 w 50"/>
                  <a:gd name="T87" fmla="*/ 24 h 86"/>
                  <a:gd name="T88" fmla="*/ 10 w 50"/>
                  <a:gd name="T89" fmla="*/ 38 h 86"/>
                  <a:gd name="T90" fmla="*/ 15 w 50"/>
                  <a:gd name="T91" fmla="*/ 50 h 86"/>
                  <a:gd name="T92" fmla="*/ 18 w 50"/>
                  <a:gd name="T93" fmla="*/ 54 h 86"/>
                  <a:gd name="T94" fmla="*/ 20 w 50"/>
                  <a:gd name="T95" fmla="*/ 57 h 86"/>
                  <a:gd name="T96" fmla="*/ 21 w 50"/>
                  <a:gd name="T97" fmla="*/ 61 h 86"/>
                  <a:gd name="T98" fmla="*/ 22 w 50"/>
                  <a:gd name="T99" fmla="*/ 64 h 86"/>
                  <a:gd name="T100" fmla="*/ 23 w 50"/>
                  <a:gd name="T101" fmla="*/ 65 h 86"/>
                  <a:gd name="T102" fmla="*/ 24 w 50"/>
                  <a:gd name="T103" fmla="*/ 69 h 86"/>
                  <a:gd name="T104" fmla="*/ 27 w 50"/>
                  <a:gd name="T105" fmla="*/ 73 h 86"/>
                  <a:gd name="T106" fmla="*/ 29 w 50"/>
                  <a:gd name="T107" fmla="*/ 71 h 86"/>
                  <a:gd name="T108" fmla="*/ 30 w 50"/>
                  <a:gd name="T109" fmla="*/ 69 h 86"/>
                  <a:gd name="T110" fmla="*/ 31 w 50"/>
                  <a:gd name="T111" fmla="*/ 6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" h="86">
                    <a:moveTo>
                      <a:pt x="31" y="66"/>
                    </a:moveTo>
                    <a:cubicBezTo>
                      <a:pt x="32" y="62"/>
                      <a:pt x="32" y="59"/>
                      <a:pt x="31" y="55"/>
                    </a:cubicBezTo>
                    <a:cubicBezTo>
                      <a:pt x="31" y="55"/>
                      <a:pt x="31" y="53"/>
                      <a:pt x="31" y="53"/>
                    </a:cubicBezTo>
                    <a:cubicBezTo>
                      <a:pt x="31" y="53"/>
                      <a:pt x="32" y="54"/>
                      <a:pt x="32" y="54"/>
                    </a:cubicBezTo>
                    <a:cubicBezTo>
                      <a:pt x="34" y="56"/>
                      <a:pt x="35" y="60"/>
                      <a:pt x="34" y="63"/>
                    </a:cubicBezTo>
                    <a:cubicBezTo>
                      <a:pt x="34" y="66"/>
                      <a:pt x="33" y="69"/>
                      <a:pt x="31" y="72"/>
                    </a:cubicBezTo>
                    <a:cubicBezTo>
                      <a:pt x="30" y="74"/>
                      <a:pt x="28" y="76"/>
                      <a:pt x="29" y="77"/>
                    </a:cubicBezTo>
                    <a:cubicBezTo>
                      <a:pt x="30" y="79"/>
                      <a:pt x="31" y="81"/>
                      <a:pt x="32" y="83"/>
                    </a:cubicBezTo>
                    <a:cubicBezTo>
                      <a:pt x="32" y="84"/>
                      <a:pt x="33" y="86"/>
                      <a:pt x="35" y="85"/>
                    </a:cubicBezTo>
                    <a:cubicBezTo>
                      <a:pt x="36" y="84"/>
                      <a:pt x="36" y="83"/>
                      <a:pt x="37" y="83"/>
                    </a:cubicBezTo>
                    <a:cubicBezTo>
                      <a:pt x="38" y="82"/>
                      <a:pt x="39" y="81"/>
                      <a:pt x="40" y="80"/>
                    </a:cubicBezTo>
                    <a:cubicBezTo>
                      <a:pt x="41" y="78"/>
                      <a:pt x="43" y="77"/>
                      <a:pt x="43" y="75"/>
                    </a:cubicBezTo>
                    <a:cubicBezTo>
                      <a:pt x="44" y="73"/>
                      <a:pt x="43" y="71"/>
                      <a:pt x="43" y="68"/>
                    </a:cubicBezTo>
                    <a:cubicBezTo>
                      <a:pt x="43" y="68"/>
                      <a:pt x="42" y="66"/>
                      <a:pt x="42" y="66"/>
                    </a:cubicBezTo>
                    <a:cubicBezTo>
                      <a:pt x="43" y="65"/>
                      <a:pt x="43" y="66"/>
                      <a:pt x="44" y="66"/>
                    </a:cubicBezTo>
                    <a:cubicBezTo>
                      <a:pt x="45" y="66"/>
                      <a:pt x="46" y="67"/>
                      <a:pt x="47" y="68"/>
                    </a:cubicBezTo>
                    <a:cubicBezTo>
                      <a:pt x="47" y="68"/>
                      <a:pt x="48" y="69"/>
                      <a:pt x="49" y="68"/>
                    </a:cubicBezTo>
                    <a:cubicBezTo>
                      <a:pt x="50" y="68"/>
                      <a:pt x="47" y="63"/>
                      <a:pt x="47" y="63"/>
                    </a:cubicBezTo>
                    <a:cubicBezTo>
                      <a:pt x="45" y="60"/>
                      <a:pt x="43" y="57"/>
                      <a:pt x="42" y="54"/>
                    </a:cubicBezTo>
                    <a:cubicBezTo>
                      <a:pt x="42" y="53"/>
                      <a:pt x="41" y="52"/>
                      <a:pt x="41" y="51"/>
                    </a:cubicBezTo>
                    <a:cubicBezTo>
                      <a:pt x="40" y="50"/>
                      <a:pt x="40" y="49"/>
                      <a:pt x="40" y="49"/>
                    </a:cubicBezTo>
                    <a:cubicBezTo>
                      <a:pt x="40" y="48"/>
                      <a:pt x="41" y="49"/>
                      <a:pt x="41" y="49"/>
                    </a:cubicBezTo>
                    <a:cubicBezTo>
                      <a:pt x="42" y="50"/>
                      <a:pt x="43" y="51"/>
                      <a:pt x="44" y="52"/>
                    </a:cubicBezTo>
                    <a:cubicBezTo>
                      <a:pt x="45" y="53"/>
                      <a:pt x="46" y="54"/>
                      <a:pt x="48" y="54"/>
                    </a:cubicBezTo>
                    <a:cubicBezTo>
                      <a:pt x="49" y="54"/>
                      <a:pt x="49" y="53"/>
                      <a:pt x="49" y="52"/>
                    </a:cubicBezTo>
                    <a:cubicBezTo>
                      <a:pt x="48" y="50"/>
                      <a:pt x="47" y="48"/>
                      <a:pt x="46" y="47"/>
                    </a:cubicBezTo>
                    <a:cubicBezTo>
                      <a:pt x="45" y="45"/>
                      <a:pt x="44" y="44"/>
                      <a:pt x="42" y="42"/>
                    </a:cubicBezTo>
                    <a:cubicBezTo>
                      <a:pt x="41" y="41"/>
                      <a:pt x="39" y="39"/>
                      <a:pt x="39" y="37"/>
                    </a:cubicBezTo>
                    <a:cubicBezTo>
                      <a:pt x="40" y="35"/>
                      <a:pt x="41" y="33"/>
                      <a:pt x="41" y="30"/>
                    </a:cubicBezTo>
                    <a:cubicBezTo>
                      <a:pt x="41" y="29"/>
                      <a:pt x="41" y="27"/>
                      <a:pt x="40" y="25"/>
                    </a:cubicBezTo>
                    <a:cubicBezTo>
                      <a:pt x="39" y="23"/>
                      <a:pt x="38" y="21"/>
                      <a:pt x="37" y="19"/>
                    </a:cubicBezTo>
                    <a:cubicBezTo>
                      <a:pt x="36" y="17"/>
                      <a:pt x="34" y="15"/>
                      <a:pt x="31" y="15"/>
                    </a:cubicBezTo>
                    <a:cubicBezTo>
                      <a:pt x="29" y="16"/>
                      <a:pt x="28" y="19"/>
                      <a:pt x="26" y="20"/>
                    </a:cubicBezTo>
                    <a:cubicBezTo>
                      <a:pt x="24" y="21"/>
                      <a:pt x="22" y="22"/>
                      <a:pt x="21" y="20"/>
                    </a:cubicBezTo>
                    <a:cubicBezTo>
                      <a:pt x="20" y="18"/>
                      <a:pt x="22" y="16"/>
                      <a:pt x="23" y="15"/>
                    </a:cubicBezTo>
                    <a:cubicBezTo>
                      <a:pt x="24" y="12"/>
                      <a:pt x="26" y="10"/>
                      <a:pt x="27" y="8"/>
                    </a:cubicBezTo>
                    <a:cubicBezTo>
                      <a:pt x="27" y="6"/>
                      <a:pt x="27" y="4"/>
                      <a:pt x="25" y="2"/>
                    </a:cubicBezTo>
                    <a:cubicBezTo>
                      <a:pt x="24" y="1"/>
                      <a:pt x="21" y="1"/>
                      <a:pt x="19" y="0"/>
                    </a:cubicBezTo>
                    <a:cubicBezTo>
                      <a:pt x="17" y="0"/>
                      <a:pt x="14" y="0"/>
                      <a:pt x="12" y="0"/>
                    </a:cubicBezTo>
                    <a:cubicBezTo>
                      <a:pt x="10" y="0"/>
                      <a:pt x="8" y="0"/>
                      <a:pt x="5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5"/>
                      <a:pt x="1" y="7"/>
                      <a:pt x="2" y="9"/>
                    </a:cubicBezTo>
                    <a:cubicBezTo>
                      <a:pt x="3" y="12"/>
                      <a:pt x="5" y="14"/>
                      <a:pt x="5" y="17"/>
                    </a:cubicBezTo>
                    <a:cubicBezTo>
                      <a:pt x="6" y="19"/>
                      <a:pt x="6" y="21"/>
                      <a:pt x="6" y="24"/>
                    </a:cubicBezTo>
                    <a:cubicBezTo>
                      <a:pt x="6" y="29"/>
                      <a:pt x="8" y="33"/>
                      <a:pt x="10" y="38"/>
                    </a:cubicBezTo>
                    <a:cubicBezTo>
                      <a:pt x="12" y="42"/>
                      <a:pt x="13" y="46"/>
                      <a:pt x="15" y="50"/>
                    </a:cubicBezTo>
                    <a:cubicBezTo>
                      <a:pt x="16" y="51"/>
                      <a:pt x="17" y="52"/>
                      <a:pt x="18" y="54"/>
                    </a:cubicBezTo>
                    <a:cubicBezTo>
                      <a:pt x="19" y="55"/>
                      <a:pt x="19" y="56"/>
                      <a:pt x="20" y="57"/>
                    </a:cubicBezTo>
                    <a:cubicBezTo>
                      <a:pt x="20" y="59"/>
                      <a:pt x="21" y="60"/>
                      <a:pt x="21" y="61"/>
                    </a:cubicBezTo>
                    <a:cubicBezTo>
                      <a:pt x="22" y="62"/>
                      <a:pt x="22" y="63"/>
                      <a:pt x="22" y="64"/>
                    </a:cubicBezTo>
                    <a:cubicBezTo>
                      <a:pt x="22" y="64"/>
                      <a:pt x="23" y="65"/>
                      <a:pt x="23" y="65"/>
                    </a:cubicBezTo>
                    <a:cubicBezTo>
                      <a:pt x="23" y="67"/>
                      <a:pt x="24" y="68"/>
                      <a:pt x="24" y="69"/>
                    </a:cubicBezTo>
                    <a:cubicBezTo>
                      <a:pt x="25" y="70"/>
                      <a:pt x="25" y="73"/>
                      <a:pt x="27" y="73"/>
                    </a:cubicBezTo>
                    <a:cubicBezTo>
                      <a:pt x="28" y="73"/>
                      <a:pt x="28" y="72"/>
                      <a:pt x="29" y="71"/>
                    </a:cubicBezTo>
                    <a:cubicBezTo>
                      <a:pt x="29" y="70"/>
                      <a:pt x="30" y="70"/>
                      <a:pt x="30" y="69"/>
                    </a:cubicBezTo>
                    <a:cubicBezTo>
                      <a:pt x="31" y="68"/>
                      <a:pt x="31" y="67"/>
                      <a:pt x="31" y="6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1" name="Freeform 2963">
                <a:extLst>
                  <a:ext uri="{FF2B5EF4-FFF2-40B4-BE49-F238E27FC236}">
                    <a16:creationId xmlns:a16="http://schemas.microsoft.com/office/drawing/2014/main" id="{7AF05314-DFB3-6443-8A2D-27ED66C82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215"/>
                <a:ext cx="21" cy="46"/>
              </a:xfrm>
              <a:custGeom>
                <a:avLst/>
                <a:gdLst>
                  <a:gd name="T0" fmla="*/ 47 w 52"/>
                  <a:gd name="T1" fmla="*/ 63 h 112"/>
                  <a:gd name="T2" fmla="*/ 45 w 52"/>
                  <a:gd name="T3" fmla="*/ 63 h 112"/>
                  <a:gd name="T4" fmla="*/ 45 w 52"/>
                  <a:gd name="T5" fmla="*/ 56 h 112"/>
                  <a:gd name="T6" fmla="*/ 42 w 52"/>
                  <a:gd name="T7" fmla="*/ 47 h 112"/>
                  <a:gd name="T8" fmla="*/ 40 w 52"/>
                  <a:gd name="T9" fmla="*/ 43 h 112"/>
                  <a:gd name="T10" fmla="*/ 37 w 52"/>
                  <a:gd name="T11" fmla="*/ 41 h 112"/>
                  <a:gd name="T12" fmla="*/ 35 w 52"/>
                  <a:gd name="T13" fmla="*/ 38 h 112"/>
                  <a:gd name="T14" fmla="*/ 36 w 52"/>
                  <a:gd name="T15" fmla="*/ 33 h 112"/>
                  <a:gd name="T16" fmla="*/ 35 w 52"/>
                  <a:gd name="T17" fmla="*/ 28 h 112"/>
                  <a:gd name="T18" fmla="*/ 35 w 52"/>
                  <a:gd name="T19" fmla="*/ 22 h 112"/>
                  <a:gd name="T20" fmla="*/ 34 w 52"/>
                  <a:gd name="T21" fmla="*/ 18 h 112"/>
                  <a:gd name="T22" fmla="*/ 35 w 52"/>
                  <a:gd name="T23" fmla="*/ 16 h 112"/>
                  <a:gd name="T24" fmla="*/ 31 w 52"/>
                  <a:gd name="T25" fmla="*/ 10 h 112"/>
                  <a:gd name="T26" fmla="*/ 28 w 52"/>
                  <a:gd name="T27" fmla="*/ 5 h 112"/>
                  <a:gd name="T28" fmla="*/ 17 w 52"/>
                  <a:gd name="T29" fmla="*/ 2 h 112"/>
                  <a:gd name="T30" fmla="*/ 15 w 52"/>
                  <a:gd name="T31" fmla="*/ 14 h 112"/>
                  <a:gd name="T32" fmla="*/ 5 w 52"/>
                  <a:gd name="T33" fmla="*/ 23 h 112"/>
                  <a:gd name="T34" fmla="*/ 6 w 52"/>
                  <a:gd name="T35" fmla="*/ 40 h 112"/>
                  <a:gd name="T36" fmla="*/ 16 w 52"/>
                  <a:gd name="T37" fmla="*/ 49 h 112"/>
                  <a:gd name="T38" fmla="*/ 26 w 52"/>
                  <a:gd name="T39" fmla="*/ 58 h 112"/>
                  <a:gd name="T40" fmla="*/ 31 w 52"/>
                  <a:gd name="T41" fmla="*/ 63 h 112"/>
                  <a:gd name="T42" fmla="*/ 31 w 52"/>
                  <a:gd name="T43" fmla="*/ 75 h 112"/>
                  <a:gd name="T44" fmla="*/ 32 w 52"/>
                  <a:gd name="T45" fmla="*/ 83 h 112"/>
                  <a:gd name="T46" fmla="*/ 30 w 52"/>
                  <a:gd name="T47" fmla="*/ 88 h 112"/>
                  <a:gd name="T48" fmla="*/ 34 w 52"/>
                  <a:gd name="T49" fmla="*/ 93 h 112"/>
                  <a:gd name="T50" fmla="*/ 39 w 52"/>
                  <a:gd name="T51" fmla="*/ 99 h 112"/>
                  <a:gd name="T52" fmla="*/ 42 w 52"/>
                  <a:gd name="T53" fmla="*/ 104 h 112"/>
                  <a:gd name="T54" fmla="*/ 46 w 52"/>
                  <a:gd name="T55" fmla="*/ 109 h 112"/>
                  <a:gd name="T56" fmla="*/ 49 w 52"/>
                  <a:gd name="T57" fmla="*/ 111 h 112"/>
                  <a:gd name="T58" fmla="*/ 51 w 52"/>
                  <a:gd name="T59" fmla="*/ 102 h 112"/>
                  <a:gd name="T60" fmla="*/ 52 w 52"/>
                  <a:gd name="T61" fmla="*/ 90 h 112"/>
                  <a:gd name="T62" fmla="*/ 52 w 52"/>
                  <a:gd name="T63" fmla="*/ 83 h 112"/>
                  <a:gd name="T64" fmla="*/ 51 w 52"/>
                  <a:gd name="T65" fmla="*/ 70 h 112"/>
                  <a:gd name="T66" fmla="*/ 49 w 52"/>
                  <a:gd name="T67" fmla="*/ 64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2" h="112">
                    <a:moveTo>
                      <a:pt x="48" y="63"/>
                    </a:move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6" y="63"/>
                    </a:cubicBezTo>
                    <a:cubicBezTo>
                      <a:pt x="46" y="63"/>
                      <a:pt x="46" y="63"/>
                      <a:pt x="45" y="63"/>
                    </a:cubicBezTo>
                    <a:cubicBezTo>
                      <a:pt x="44" y="62"/>
                      <a:pt x="44" y="61"/>
                      <a:pt x="45" y="60"/>
                    </a:cubicBezTo>
                    <a:cubicBezTo>
                      <a:pt x="45" y="59"/>
                      <a:pt x="45" y="58"/>
                      <a:pt x="45" y="56"/>
                    </a:cubicBezTo>
                    <a:cubicBezTo>
                      <a:pt x="46" y="54"/>
                      <a:pt x="44" y="51"/>
                      <a:pt x="43" y="49"/>
                    </a:cubicBezTo>
                    <a:cubicBezTo>
                      <a:pt x="43" y="49"/>
                      <a:pt x="42" y="48"/>
                      <a:pt x="42" y="47"/>
                    </a:cubicBezTo>
                    <a:cubicBezTo>
                      <a:pt x="42" y="47"/>
                      <a:pt x="42" y="46"/>
                      <a:pt x="42" y="45"/>
                    </a:cubicBezTo>
                    <a:cubicBezTo>
                      <a:pt x="41" y="44"/>
                      <a:pt x="41" y="43"/>
                      <a:pt x="40" y="43"/>
                    </a:cubicBezTo>
                    <a:cubicBezTo>
                      <a:pt x="40" y="42"/>
                      <a:pt x="39" y="42"/>
                      <a:pt x="38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1"/>
                      <a:pt x="36" y="41"/>
                      <a:pt x="36" y="40"/>
                    </a:cubicBezTo>
                    <a:cubicBezTo>
                      <a:pt x="35" y="39"/>
                      <a:pt x="35" y="39"/>
                      <a:pt x="35" y="38"/>
                    </a:cubicBezTo>
                    <a:cubicBezTo>
                      <a:pt x="35" y="37"/>
                      <a:pt x="36" y="37"/>
                      <a:pt x="36" y="36"/>
                    </a:cubicBezTo>
                    <a:cubicBezTo>
                      <a:pt x="36" y="35"/>
                      <a:pt x="36" y="34"/>
                      <a:pt x="36" y="33"/>
                    </a:cubicBezTo>
                    <a:cubicBezTo>
                      <a:pt x="36" y="32"/>
                      <a:pt x="36" y="31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5" y="27"/>
                      <a:pt x="35" y="26"/>
                      <a:pt x="35" y="24"/>
                    </a:cubicBezTo>
                    <a:cubicBezTo>
                      <a:pt x="35" y="24"/>
                      <a:pt x="35" y="23"/>
                      <a:pt x="35" y="22"/>
                    </a:cubicBezTo>
                    <a:cubicBezTo>
                      <a:pt x="35" y="21"/>
                      <a:pt x="34" y="20"/>
                      <a:pt x="34" y="19"/>
                    </a:cubicBezTo>
                    <a:cubicBezTo>
                      <a:pt x="34" y="19"/>
                      <a:pt x="34" y="18"/>
                      <a:pt x="34" y="18"/>
                    </a:cubicBezTo>
                    <a:cubicBezTo>
                      <a:pt x="35" y="18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5"/>
                      <a:pt x="34" y="14"/>
                      <a:pt x="33" y="13"/>
                    </a:cubicBezTo>
                    <a:cubicBezTo>
                      <a:pt x="32" y="12"/>
                      <a:pt x="32" y="11"/>
                      <a:pt x="31" y="10"/>
                    </a:cubicBezTo>
                    <a:cubicBezTo>
                      <a:pt x="31" y="9"/>
                      <a:pt x="30" y="8"/>
                      <a:pt x="29" y="7"/>
                    </a:cubicBezTo>
                    <a:cubicBezTo>
                      <a:pt x="29" y="7"/>
                      <a:pt x="28" y="6"/>
                      <a:pt x="28" y="5"/>
                    </a:cubicBezTo>
                    <a:cubicBezTo>
                      <a:pt x="27" y="3"/>
                      <a:pt x="25" y="1"/>
                      <a:pt x="23" y="0"/>
                    </a:cubicBezTo>
                    <a:cubicBezTo>
                      <a:pt x="21" y="0"/>
                      <a:pt x="19" y="0"/>
                      <a:pt x="17" y="2"/>
                    </a:cubicBezTo>
                    <a:cubicBezTo>
                      <a:pt x="15" y="3"/>
                      <a:pt x="15" y="6"/>
                      <a:pt x="15" y="8"/>
                    </a:cubicBezTo>
                    <a:cubicBezTo>
                      <a:pt x="16" y="10"/>
                      <a:pt x="17" y="13"/>
                      <a:pt x="15" y="14"/>
                    </a:cubicBezTo>
                    <a:cubicBezTo>
                      <a:pt x="13" y="16"/>
                      <a:pt x="10" y="15"/>
                      <a:pt x="8" y="17"/>
                    </a:cubicBezTo>
                    <a:cubicBezTo>
                      <a:pt x="7" y="19"/>
                      <a:pt x="6" y="21"/>
                      <a:pt x="5" y="23"/>
                    </a:cubicBezTo>
                    <a:cubicBezTo>
                      <a:pt x="5" y="24"/>
                      <a:pt x="3" y="25"/>
                      <a:pt x="2" y="27"/>
                    </a:cubicBezTo>
                    <a:cubicBezTo>
                      <a:pt x="0" y="31"/>
                      <a:pt x="4" y="37"/>
                      <a:pt x="6" y="40"/>
                    </a:cubicBezTo>
                    <a:cubicBezTo>
                      <a:pt x="8" y="43"/>
                      <a:pt x="10" y="45"/>
                      <a:pt x="13" y="47"/>
                    </a:cubicBezTo>
                    <a:cubicBezTo>
                      <a:pt x="14" y="47"/>
                      <a:pt x="15" y="48"/>
                      <a:pt x="16" y="49"/>
                    </a:cubicBezTo>
                    <a:cubicBezTo>
                      <a:pt x="17" y="50"/>
                      <a:pt x="17" y="51"/>
                      <a:pt x="18" y="52"/>
                    </a:cubicBezTo>
                    <a:cubicBezTo>
                      <a:pt x="21" y="55"/>
                      <a:pt x="23" y="56"/>
                      <a:pt x="26" y="58"/>
                    </a:cubicBezTo>
                    <a:cubicBezTo>
                      <a:pt x="28" y="58"/>
                      <a:pt x="29" y="59"/>
                      <a:pt x="30" y="60"/>
                    </a:cubicBezTo>
                    <a:cubicBezTo>
                      <a:pt x="30" y="61"/>
                      <a:pt x="30" y="62"/>
                      <a:pt x="31" y="63"/>
                    </a:cubicBezTo>
                    <a:cubicBezTo>
                      <a:pt x="31" y="66"/>
                      <a:pt x="31" y="69"/>
                      <a:pt x="31" y="72"/>
                    </a:cubicBezTo>
                    <a:cubicBezTo>
                      <a:pt x="31" y="73"/>
                      <a:pt x="31" y="74"/>
                      <a:pt x="31" y="75"/>
                    </a:cubicBezTo>
                    <a:cubicBezTo>
                      <a:pt x="31" y="76"/>
                      <a:pt x="31" y="77"/>
                      <a:pt x="32" y="78"/>
                    </a:cubicBezTo>
                    <a:cubicBezTo>
                      <a:pt x="33" y="79"/>
                      <a:pt x="34" y="81"/>
                      <a:pt x="32" y="83"/>
                    </a:cubicBezTo>
                    <a:cubicBezTo>
                      <a:pt x="32" y="84"/>
                      <a:pt x="31" y="85"/>
                      <a:pt x="30" y="86"/>
                    </a:cubicBezTo>
                    <a:cubicBezTo>
                      <a:pt x="30" y="87"/>
                      <a:pt x="29" y="87"/>
                      <a:pt x="30" y="88"/>
                    </a:cubicBezTo>
                    <a:cubicBezTo>
                      <a:pt x="30" y="89"/>
                      <a:pt x="31" y="89"/>
                      <a:pt x="31" y="90"/>
                    </a:cubicBezTo>
                    <a:cubicBezTo>
                      <a:pt x="32" y="91"/>
                      <a:pt x="33" y="92"/>
                      <a:pt x="34" y="93"/>
                    </a:cubicBezTo>
                    <a:cubicBezTo>
                      <a:pt x="35" y="94"/>
                      <a:pt x="36" y="96"/>
                      <a:pt x="37" y="97"/>
                    </a:cubicBezTo>
                    <a:cubicBezTo>
                      <a:pt x="38" y="98"/>
                      <a:pt x="38" y="99"/>
                      <a:pt x="39" y="99"/>
                    </a:cubicBezTo>
                    <a:cubicBezTo>
                      <a:pt x="39" y="100"/>
                      <a:pt x="40" y="101"/>
                      <a:pt x="40" y="101"/>
                    </a:cubicBezTo>
                    <a:cubicBezTo>
                      <a:pt x="41" y="102"/>
                      <a:pt x="42" y="103"/>
                      <a:pt x="42" y="104"/>
                    </a:cubicBezTo>
                    <a:cubicBezTo>
                      <a:pt x="42" y="104"/>
                      <a:pt x="43" y="105"/>
                      <a:pt x="43" y="105"/>
                    </a:cubicBezTo>
                    <a:cubicBezTo>
                      <a:pt x="44" y="106"/>
                      <a:pt x="45" y="108"/>
                      <a:pt x="46" y="109"/>
                    </a:cubicBezTo>
                    <a:cubicBezTo>
                      <a:pt x="46" y="110"/>
                      <a:pt x="47" y="110"/>
                      <a:pt x="47" y="111"/>
                    </a:cubicBezTo>
                    <a:cubicBezTo>
                      <a:pt x="48" y="112"/>
                      <a:pt x="48" y="112"/>
                      <a:pt x="49" y="111"/>
                    </a:cubicBezTo>
                    <a:cubicBezTo>
                      <a:pt x="51" y="110"/>
                      <a:pt x="50" y="107"/>
                      <a:pt x="50" y="105"/>
                    </a:cubicBezTo>
                    <a:cubicBezTo>
                      <a:pt x="51" y="104"/>
                      <a:pt x="51" y="103"/>
                      <a:pt x="51" y="102"/>
                    </a:cubicBezTo>
                    <a:cubicBezTo>
                      <a:pt x="51" y="101"/>
                      <a:pt x="51" y="99"/>
                      <a:pt x="52" y="98"/>
                    </a:cubicBezTo>
                    <a:cubicBezTo>
                      <a:pt x="52" y="96"/>
                      <a:pt x="52" y="93"/>
                      <a:pt x="52" y="90"/>
                    </a:cubicBezTo>
                    <a:cubicBezTo>
                      <a:pt x="51" y="89"/>
                      <a:pt x="51" y="88"/>
                      <a:pt x="51" y="86"/>
                    </a:cubicBezTo>
                    <a:cubicBezTo>
                      <a:pt x="51" y="85"/>
                      <a:pt x="51" y="84"/>
                      <a:pt x="52" y="83"/>
                    </a:cubicBezTo>
                    <a:cubicBezTo>
                      <a:pt x="52" y="81"/>
                      <a:pt x="52" y="79"/>
                      <a:pt x="52" y="77"/>
                    </a:cubicBezTo>
                    <a:cubicBezTo>
                      <a:pt x="51" y="74"/>
                      <a:pt x="51" y="72"/>
                      <a:pt x="51" y="70"/>
                    </a:cubicBezTo>
                    <a:cubicBezTo>
                      <a:pt x="50" y="68"/>
                      <a:pt x="50" y="67"/>
                      <a:pt x="49" y="65"/>
                    </a:cubicBezTo>
                    <a:cubicBezTo>
                      <a:pt x="49" y="65"/>
                      <a:pt x="49" y="64"/>
                      <a:pt x="49" y="64"/>
                    </a:cubicBezTo>
                    <a:cubicBezTo>
                      <a:pt x="49" y="63"/>
                      <a:pt x="48" y="63"/>
                      <a:pt x="48" y="6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2" name="Freeform 2964">
                <a:extLst>
                  <a:ext uri="{FF2B5EF4-FFF2-40B4-BE49-F238E27FC236}">
                    <a16:creationId xmlns:a16="http://schemas.microsoft.com/office/drawing/2014/main" id="{82798730-C495-004D-B62D-61C0D9BC7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580"/>
                <a:ext cx="5" cy="6"/>
              </a:xfrm>
              <a:custGeom>
                <a:avLst/>
                <a:gdLst>
                  <a:gd name="T0" fmla="*/ 2 w 13"/>
                  <a:gd name="T1" fmla="*/ 13 h 13"/>
                  <a:gd name="T2" fmla="*/ 0 w 13"/>
                  <a:gd name="T3" fmla="*/ 10 h 13"/>
                  <a:gd name="T4" fmla="*/ 1 w 13"/>
                  <a:gd name="T5" fmla="*/ 7 h 13"/>
                  <a:gd name="T6" fmla="*/ 6 w 13"/>
                  <a:gd name="T7" fmla="*/ 6 h 13"/>
                  <a:gd name="T8" fmla="*/ 10 w 13"/>
                  <a:gd name="T9" fmla="*/ 0 h 13"/>
                  <a:gd name="T10" fmla="*/ 11 w 13"/>
                  <a:gd name="T11" fmla="*/ 2 h 13"/>
                  <a:gd name="T12" fmla="*/ 12 w 13"/>
                  <a:gd name="T13" fmla="*/ 5 h 13"/>
                  <a:gd name="T14" fmla="*/ 11 w 13"/>
                  <a:gd name="T15" fmla="*/ 11 h 13"/>
                  <a:gd name="T16" fmla="*/ 2 w 13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2" y="13"/>
                    </a:moveTo>
                    <a:cubicBezTo>
                      <a:pt x="1" y="12"/>
                      <a:pt x="1" y="11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3" y="6"/>
                      <a:pt x="4" y="7"/>
                      <a:pt x="6" y="6"/>
                    </a:cubicBezTo>
                    <a:cubicBezTo>
                      <a:pt x="7" y="4"/>
                      <a:pt x="7" y="1"/>
                      <a:pt x="10" y="0"/>
                    </a:cubicBezTo>
                    <a:cubicBezTo>
                      <a:pt x="11" y="0"/>
                      <a:pt x="11" y="2"/>
                      <a:pt x="11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3" y="8"/>
                      <a:pt x="13" y="10"/>
                      <a:pt x="11" y="11"/>
                    </a:cubicBezTo>
                    <a:cubicBezTo>
                      <a:pt x="9" y="13"/>
                      <a:pt x="5" y="13"/>
                      <a:pt x="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3" name="Freeform 2965">
                <a:extLst>
                  <a:ext uri="{FF2B5EF4-FFF2-40B4-BE49-F238E27FC236}">
                    <a16:creationId xmlns:a16="http://schemas.microsoft.com/office/drawing/2014/main" id="{286BC44E-C6BA-6945-A9A4-D60C52ACF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578"/>
                <a:ext cx="11" cy="11"/>
              </a:xfrm>
              <a:custGeom>
                <a:avLst/>
                <a:gdLst>
                  <a:gd name="T0" fmla="*/ 21 w 26"/>
                  <a:gd name="T1" fmla="*/ 21 h 26"/>
                  <a:gd name="T2" fmla="*/ 17 w 26"/>
                  <a:gd name="T3" fmla="*/ 22 h 26"/>
                  <a:gd name="T4" fmla="*/ 15 w 26"/>
                  <a:gd name="T5" fmla="*/ 25 h 26"/>
                  <a:gd name="T6" fmla="*/ 10 w 26"/>
                  <a:gd name="T7" fmla="*/ 20 h 26"/>
                  <a:gd name="T8" fmla="*/ 6 w 26"/>
                  <a:gd name="T9" fmla="*/ 19 h 26"/>
                  <a:gd name="T10" fmla="*/ 4 w 26"/>
                  <a:gd name="T11" fmla="*/ 16 h 26"/>
                  <a:gd name="T12" fmla="*/ 1 w 26"/>
                  <a:gd name="T13" fmla="*/ 9 h 26"/>
                  <a:gd name="T14" fmla="*/ 7 w 26"/>
                  <a:gd name="T15" fmla="*/ 0 h 26"/>
                  <a:gd name="T16" fmla="*/ 12 w 26"/>
                  <a:gd name="T17" fmla="*/ 2 h 26"/>
                  <a:gd name="T18" fmla="*/ 18 w 26"/>
                  <a:gd name="T19" fmla="*/ 1 h 26"/>
                  <a:gd name="T20" fmla="*/ 22 w 26"/>
                  <a:gd name="T21" fmla="*/ 0 h 26"/>
                  <a:gd name="T22" fmla="*/ 25 w 26"/>
                  <a:gd name="T23" fmla="*/ 1 h 26"/>
                  <a:gd name="T24" fmla="*/ 26 w 26"/>
                  <a:gd name="T25" fmla="*/ 6 h 26"/>
                  <a:gd name="T26" fmla="*/ 21 w 26"/>
                  <a:gd name="T27" fmla="*/ 9 h 26"/>
                  <a:gd name="T28" fmla="*/ 16 w 26"/>
                  <a:gd name="T29" fmla="*/ 9 h 26"/>
                  <a:gd name="T30" fmla="*/ 19 w 26"/>
                  <a:gd name="T31" fmla="*/ 15 h 26"/>
                  <a:gd name="T32" fmla="*/ 22 w 26"/>
                  <a:gd name="T33" fmla="*/ 16 h 26"/>
                  <a:gd name="T34" fmla="*/ 22 w 26"/>
                  <a:gd name="T35" fmla="*/ 18 h 26"/>
                  <a:gd name="T36" fmla="*/ 21 w 26"/>
                  <a:gd name="T37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6">
                    <a:moveTo>
                      <a:pt x="21" y="21"/>
                    </a:moveTo>
                    <a:cubicBezTo>
                      <a:pt x="19" y="21"/>
                      <a:pt x="18" y="21"/>
                      <a:pt x="17" y="22"/>
                    </a:cubicBezTo>
                    <a:cubicBezTo>
                      <a:pt x="16" y="23"/>
                      <a:pt x="17" y="24"/>
                      <a:pt x="15" y="25"/>
                    </a:cubicBezTo>
                    <a:cubicBezTo>
                      <a:pt x="12" y="26"/>
                      <a:pt x="11" y="23"/>
                      <a:pt x="10" y="20"/>
                    </a:cubicBezTo>
                    <a:cubicBezTo>
                      <a:pt x="8" y="19"/>
                      <a:pt x="8" y="19"/>
                      <a:pt x="6" y="19"/>
                    </a:cubicBezTo>
                    <a:cubicBezTo>
                      <a:pt x="4" y="19"/>
                      <a:pt x="4" y="17"/>
                      <a:pt x="4" y="16"/>
                    </a:cubicBezTo>
                    <a:cubicBezTo>
                      <a:pt x="3" y="14"/>
                      <a:pt x="1" y="12"/>
                      <a:pt x="1" y="9"/>
                    </a:cubicBezTo>
                    <a:cubicBezTo>
                      <a:pt x="0" y="6"/>
                      <a:pt x="3" y="0"/>
                      <a:pt x="7" y="0"/>
                    </a:cubicBezTo>
                    <a:cubicBezTo>
                      <a:pt x="9" y="1"/>
                      <a:pt x="10" y="2"/>
                      <a:pt x="12" y="2"/>
                    </a:cubicBezTo>
                    <a:cubicBezTo>
                      <a:pt x="15" y="2"/>
                      <a:pt x="16" y="2"/>
                      <a:pt x="18" y="1"/>
                    </a:cubicBezTo>
                    <a:cubicBezTo>
                      <a:pt x="19" y="0"/>
                      <a:pt x="21" y="0"/>
                      <a:pt x="22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6" y="3"/>
                      <a:pt x="26" y="5"/>
                      <a:pt x="26" y="6"/>
                    </a:cubicBezTo>
                    <a:cubicBezTo>
                      <a:pt x="25" y="8"/>
                      <a:pt x="23" y="8"/>
                      <a:pt x="21" y="9"/>
                    </a:cubicBezTo>
                    <a:cubicBezTo>
                      <a:pt x="20" y="9"/>
                      <a:pt x="17" y="8"/>
                      <a:pt x="16" y="9"/>
                    </a:cubicBezTo>
                    <a:cubicBezTo>
                      <a:pt x="14" y="11"/>
                      <a:pt x="17" y="14"/>
                      <a:pt x="19" y="15"/>
                    </a:cubicBezTo>
                    <a:cubicBezTo>
                      <a:pt x="20" y="15"/>
                      <a:pt x="21" y="15"/>
                      <a:pt x="22" y="16"/>
                    </a:cubicBezTo>
                    <a:cubicBezTo>
                      <a:pt x="23" y="16"/>
                      <a:pt x="22" y="17"/>
                      <a:pt x="22" y="18"/>
                    </a:cubicBezTo>
                    <a:cubicBezTo>
                      <a:pt x="22" y="20"/>
                      <a:pt x="22" y="20"/>
                      <a:pt x="21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4" name="Freeform 2966">
                <a:extLst>
                  <a:ext uri="{FF2B5EF4-FFF2-40B4-BE49-F238E27FC236}">
                    <a16:creationId xmlns:a16="http://schemas.microsoft.com/office/drawing/2014/main" id="{443849CC-3EA3-9B46-9097-1495A0A1F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567"/>
                <a:ext cx="5" cy="4"/>
              </a:xfrm>
              <a:custGeom>
                <a:avLst/>
                <a:gdLst>
                  <a:gd name="T0" fmla="*/ 5 w 12"/>
                  <a:gd name="T1" fmla="*/ 1 h 12"/>
                  <a:gd name="T2" fmla="*/ 8 w 12"/>
                  <a:gd name="T3" fmla="*/ 1 h 12"/>
                  <a:gd name="T4" fmla="*/ 11 w 12"/>
                  <a:gd name="T5" fmla="*/ 1 h 12"/>
                  <a:gd name="T6" fmla="*/ 12 w 12"/>
                  <a:gd name="T7" fmla="*/ 4 h 12"/>
                  <a:gd name="T8" fmla="*/ 12 w 12"/>
                  <a:gd name="T9" fmla="*/ 8 h 12"/>
                  <a:gd name="T10" fmla="*/ 11 w 12"/>
                  <a:gd name="T11" fmla="*/ 11 h 12"/>
                  <a:gd name="T12" fmla="*/ 6 w 12"/>
                  <a:gd name="T13" fmla="*/ 11 h 12"/>
                  <a:gd name="T14" fmla="*/ 2 w 12"/>
                  <a:gd name="T15" fmla="*/ 10 h 12"/>
                  <a:gd name="T16" fmla="*/ 0 w 12"/>
                  <a:gd name="T17" fmla="*/ 4 h 12"/>
                  <a:gd name="T18" fmla="*/ 1 w 12"/>
                  <a:gd name="T19" fmla="*/ 1 h 12"/>
                  <a:gd name="T20" fmla="*/ 5 w 12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5" y="1"/>
                    </a:moveTo>
                    <a:cubicBezTo>
                      <a:pt x="6" y="0"/>
                      <a:pt x="7" y="1"/>
                      <a:pt x="8" y="1"/>
                    </a:cubicBezTo>
                    <a:cubicBezTo>
                      <a:pt x="9" y="1"/>
                      <a:pt x="10" y="0"/>
                      <a:pt x="11" y="1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5"/>
                      <a:pt x="12" y="7"/>
                      <a:pt x="12" y="8"/>
                    </a:cubicBezTo>
                    <a:cubicBezTo>
                      <a:pt x="12" y="9"/>
                      <a:pt x="12" y="10"/>
                      <a:pt x="11" y="11"/>
                    </a:cubicBezTo>
                    <a:cubicBezTo>
                      <a:pt x="10" y="12"/>
                      <a:pt x="7" y="11"/>
                      <a:pt x="6" y="11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5" name="Freeform 2967">
                <a:extLst>
                  <a:ext uri="{FF2B5EF4-FFF2-40B4-BE49-F238E27FC236}">
                    <a16:creationId xmlns:a16="http://schemas.microsoft.com/office/drawing/2014/main" id="{EA9757CE-DAD1-FC4A-898C-8A454DDD8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567"/>
                <a:ext cx="4" cy="4"/>
              </a:xfrm>
              <a:custGeom>
                <a:avLst/>
                <a:gdLst>
                  <a:gd name="T0" fmla="*/ 9 w 11"/>
                  <a:gd name="T1" fmla="*/ 0 h 10"/>
                  <a:gd name="T2" fmla="*/ 11 w 11"/>
                  <a:gd name="T3" fmla="*/ 3 h 10"/>
                  <a:gd name="T4" fmla="*/ 9 w 11"/>
                  <a:gd name="T5" fmla="*/ 5 h 10"/>
                  <a:gd name="T6" fmla="*/ 9 w 11"/>
                  <a:gd name="T7" fmla="*/ 8 h 10"/>
                  <a:gd name="T8" fmla="*/ 8 w 11"/>
                  <a:gd name="T9" fmla="*/ 9 h 10"/>
                  <a:gd name="T10" fmla="*/ 6 w 11"/>
                  <a:gd name="T11" fmla="*/ 9 h 10"/>
                  <a:gd name="T12" fmla="*/ 4 w 11"/>
                  <a:gd name="T13" fmla="*/ 10 h 10"/>
                  <a:gd name="T14" fmla="*/ 1 w 11"/>
                  <a:gd name="T15" fmla="*/ 9 h 10"/>
                  <a:gd name="T16" fmla="*/ 0 w 11"/>
                  <a:gd name="T17" fmla="*/ 7 h 10"/>
                  <a:gd name="T18" fmla="*/ 2 w 11"/>
                  <a:gd name="T19" fmla="*/ 6 h 10"/>
                  <a:gd name="T20" fmla="*/ 3 w 11"/>
                  <a:gd name="T21" fmla="*/ 3 h 10"/>
                  <a:gd name="T22" fmla="*/ 4 w 11"/>
                  <a:gd name="T23" fmla="*/ 1 h 10"/>
                  <a:gd name="T24" fmla="*/ 5 w 11"/>
                  <a:gd name="T25" fmla="*/ 0 h 10"/>
                  <a:gd name="T26" fmla="*/ 9 w 11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9" y="0"/>
                    </a:moveTo>
                    <a:cubicBezTo>
                      <a:pt x="10" y="1"/>
                      <a:pt x="11" y="2"/>
                      <a:pt x="11" y="3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3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6" name="Freeform 2968">
                <a:extLst>
                  <a:ext uri="{FF2B5EF4-FFF2-40B4-BE49-F238E27FC236}">
                    <a16:creationId xmlns:a16="http://schemas.microsoft.com/office/drawing/2014/main" id="{2C6E9E24-7132-E049-B2F3-01EE7EE9F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62"/>
                <a:ext cx="5" cy="3"/>
              </a:xfrm>
              <a:custGeom>
                <a:avLst/>
                <a:gdLst>
                  <a:gd name="T0" fmla="*/ 5 w 12"/>
                  <a:gd name="T1" fmla="*/ 9 h 9"/>
                  <a:gd name="T2" fmla="*/ 4 w 12"/>
                  <a:gd name="T3" fmla="*/ 9 h 9"/>
                  <a:gd name="T4" fmla="*/ 3 w 12"/>
                  <a:gd name="T5" fmla="*/ 8 h 9"/>
                  <a:gd name="T6" fmla="*/ 1 w 12"/>
                  <a:gd name="T7" fmla="*/ 7 h 9"/>
                  <a:gd name="T8" fmla="*/ 1 w 12"/>
                  <a:gd name="T9" fmla="*/ 4 h 9"/>
                  <a:gd name="T10" fmla="*/ 3 w 12"/>
                  <a:gd name="T11" fmla="*/ 2 h 9"/>
                  <a:gd name="T12" fmla="*/ 5 w 12"/>
                  <a:gd name="T13" fmla="*/ 0 h 9"/>
                  <a:gd name="T14" fmla="*/ 11 w 12"/>
                  <a:gd name="T15" fmla="*/ 2 h 9"/>
                  <a:gd name="T16" fmla="*/ 12 w 12"/>
                  <a:gd name="T17" fmla="*/ 5 h 9"/>
                  <a:gd name="T18" fmla="*/ 11 w 12"/>
                  <a:gd name="T19" fmla="*/ 7 h 9"/>
                  <a:gd name="T20" fmla="*/ 8 w 12"/>
                  <a:gd name="T21" fmla="*/ 8 h 9"/>
                  <a:gd name="T22" fmla="*/ 6 w 12"/>
                  <a:gd name="T23" fmla="*/ 9 h 9"/>
                  <a:gd name="T24" fmla="*/ 6 w 12"/>
                  <a:gd name="T25" fmla="*/ 9 h 9"/>
                  <a:gd name="T26" fmla="*/ 5 w 12"/>
                  <a:gd name="T2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9">
                    <a:moveTo>
                      <a:pt x="5" y="9"/>
                    </a:moveTo>
                    <a:cubicBezTo>
                      <a:pt x="5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7" y="0"/>
                      <a:pt x="10" y="0"/>
                      <a:pt x="11" y="2"/>
                    </a:cubicBezTo>
                    <a:cubicBezTo>
                      <a:pt x="12" y="3"/>
                      <a:pt x="12" y="3"/>
                      <a:pt x="12" y="5"/>
                    </a:cubicBezTo>
                    <a:cubicBezTo>
                      <a:pt x="12" y="6"/>
                      <a:pt x="12" y="7"/>
                      <a:pt x="11" y="7"/>
                    </a:cubicBezTo>
                    <a:cubicBezTo>
                      <a:pt x="10" y="7"/>
                      <a:pt x="9" y="8"/>
                      <a:pt x="8" y="8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7" name="Freeform 2969">
                <a:extLst>
                  <a:ext uri="{FF2B5EF4-FFF2-40B4-BE49-F238E27FC236}">
                    <a16:creationId xmlns:a16="http://schemas.microsoft.com/office/drawing/2014/main" id="{FFD5E3B4-0347-2D41-82A2-1612B5C08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48"/>
                <a:ext cx="19" cy="9"/>
              </a:xfrm>
              <a:custGeom>
                <a:avLst/>
                <a:gdLst>
                  <a:gd name="T0" fmla="*/ 6 w 48"/>
                  <a:gd name="T1" fmla="*/ 21 h 22"/>
                  <a:gd name="T2" fmla="*/ 2 w 48"/>
                  <a:gd name="T3" fmla="*/ 20 h 22"/>
                  <a:gd name="T4" fmla="*/ 5 w 48"/>
                  <a:gd name="T5" fmla="*/ 15 h 22"/>
                  <a:gd name="T6" fmla="*/ 10 w 48"/>
                  <a:gd name="T7" fmla="*/ 12 h 22"/>
                  <a:gd name="T8" fmla="*/ 15 w 48"/>
                  <a:gd name="T9" fmla="*/ 9 h 22"/>
                  <a:gd name="T10" fmla="*/ 20 w 48"/>
                  <a:gd name="T11" fmla="*/ 7 h 22"/>
                  <a:gd name="T12" fmla="*/ 21 w 48"/>
                  <a:gd name="T13" fmla="*/ 4 h 22"/>
                  <a:gd name="T14" fmla="*/ 22 w 48"/>
                  <a:gd name="T15" fmla="*/ 1 h 22"/>
                  <a:gd name="T16" fmla="*/ 28 w 48"/>
                  <a:gd name="T17" fmla="*/ 0 h 22"/>
                  <a:gd name="T18" fmla="*/ 30 w 48"/>
                  <a:gd name="T19" fmla="*/ 1 h 22"/>
                  <a:gd name="T20" fmla="*/ 28 w 48"/>
                  <a:gd name="T21" fmla="*/ 4 h 22"/>
                  <a:gd name="T22" fmla="*/ 27 w 48"/>
                  <a:gd name="T23" fmla="*/ 7 h 22"/>
                  <a:gd name="T24" fmla="*/ 34 w 48"/>
                  <a:gd name="T25" fmla="*/ 5 h 22"/>
                  <a:gd name="T26" fmla="*/ 39 w 48"/>
                  <a:gd name="T27" fmla="*/ 4 h 22"/>
                  <a:gd name="T28" fmla="*/ 42 w 48"/>
                  <a:gd name="T29" fmla="*/ 4 h 22"/>
                  <a:gd name="T30" fmla="*/ 44 w 48"/>
                  <a:gd name="T31" fmla="*/ 3 h 22"/>
                  <a:gd name="T32" fmla="*/ 48 w 48"/>
                  <a:gd name="T33" fmla="*/ 6 h 22"/>
                  <a:gd name="T34" fmla="*/ 42 w 48"/>
                  <a:gd name="T35" fmla="*/ 8 h 22"/>
                  <a:gd name="T36" fmla="*/ 36 w 48"/>
                  <a:gd name="T37" fmla="*/ 12 h 22"/>
                  <a:gd name="T38" fmla="*/ 31 w 48"/>
                  <a:gd name="T39" fmla="*/ 15 h 22"/>
                  <a:gd name="T40" fmla="*/ 22 w 48"/>
                  <a:gd name="T41" fmla="*/ 13 h 22"/>
                  <a:gd name="T42" fmla="*/ 17 w 48"/>
                  <a:gd name="T43" fmla="*/ 14 h 22"/>
                  <a:gd name="T44" fmla="*/ 13 w 48"/>
                  <a:gd name="T45" fmla="*/ 16 h 22"/>
                  <a:gd name="T46" fmla="*/ 11 w 48"/>
                  <a:gd name="T47" fmla="*/ 17 h 22"/>
                  <a:gd name="T48" fmla="*/ 9 w 48"/>
                  <a:gd name="T49" fmla="*/ 19 h 22"/>
                  <a:gd name="T50" fmla="*/ 6 w 48"/>
                  <a:gd name="T51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22">
                    <a:moveTo>
                      <a:pt x="6" y="21"/>
                    </a:moveTo>
                    <a:cubicBezTo>
                      <a:pt x="5" y="22"/>
                      <a:pt x="3" y="21"/>
                      <a:pt x="2" y="20"/>
                    </a:cubicBezTo>
                    <a:cubicBezTo>
                      <a:pt x="0" y="18"/>
                      <a:pt x="4" y="16"/>
                      <a:pt x="5" y="15"/>
                    </a:cubicBezTo>
                    <a:cubicBezTo>
                      <a:pt x="7" y="14"/>
                      <a:pt x="9" y="14"/>
                      <a:pt x="10" y="12"/>
                    </a:cubicBezTo>
                    <a:cubicBezTo>
                      <a:pt x="11" y="10"/>
                      <a:pt x="13" y="9"/>
                      <a:pt x="15" y="9"/>
                    </a:cubicBezTo>
                    <a:cubicBezTo>
                      <a:pt x="17" y="8"/>
                      <a:pt x="19" y="9"/>
                      <a:pt x="20" y="7"/>
                    </a:cubicBezTo>
                    <a:cubicBezTo>
                      <a:pt x="21" y="6"/>
                      <a:pt x="21" y="5"/>
                      <a:pt x="21" y="4"/>
                    </a:cubicBezTo>
                    <a:cubicBezTo>
                      <a:pt x="21" y="3"/>
                      <a:pt x="22" y="2"/>
                      <a:pt x="22" y="1"/>
                    </a:cubicBezTo>
                    <a:cubicBezTo>
                      <a:pt x="23" y="0"/>
                      <a:pt x="27" y="0"/>
                      <a:pt x="28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0" y="2"/>
                      <a:pt x="28" y="3"/>
                      <a:pt x="28" y="4"/>
                    </a:cubicBezTo>
                    <a:cubicBezTo>
                      <a:pt x="26" y="5"/>
                      <a:pt x="25" y="7"/>
                      <a:pt x="27" y="7"/>
                    </a:cubicBezTo>
                    <a:cubicBezTo>
                      <a:pt x="30" y="8"/>
                      <a:pt x="32" y="7"/>
                      <a:pt x="34" y="5"/>
                    </a:cubicBezTo>
                    <a:cubicBezTo>
                      <a:pt x="35" y="4"/>
                      <a:pt x="37" y="4"/>
                      <a:pt x="39" y="4"/>
                    </a:cubicBezTo>
                    <a:cubicBezTo>
                      <a:pt x="40" y="4"/>
                      <a:pt x="41" y="4"/>
                      <a:pt x="42" y="4"/>
                    </a:cubicBezTo>
                    <a:cubicBezTo>
                      <a:pt x="43" y="3"/>
                      <a:pt x="43" y="3"/>
                      <a:pt x="44" y="3"/>
                    </a:cubicBezTo>
                    <a:cubicBezTo>
                      <a:pt x="46" y="2"/>
                      <a:pt x="48" y="4"/>
                      <a:pt x="48" y="6"/>
                    </a:cubicBezTo>
                    <a:cubicBezTo>
                      <a:pt x="48" y="9"/>
                      <a:pt x="44" y="8"/>
                      <a:pt x="42" y="8"/>
                    </a:cubicBezTo>
                    <a:cubicBezTo>
                      <a:pt x="40" y="8"/>
                      <a:pt x="37" y="9"/>
                      <a:pt x="36" y="12"/>
                    </a:cubicBezTo>
                    <a:cubicBezTo>
                      <a:pt x="34" y="13"/>
                      <a:pt x="33" y="15"/>
                      <a:pt x="31" y="15"/>
                    </a:cubicBezTo>
                    <a:cubicBezTo>
                      <a:pt x="28" y="15"/>
                      <a:pt x="25" y="14"/>
                      <a:pt x="22" y="13"/>
                    </a:cubicBezTo>
                    <a:cubicBezTo>
                      <a:pt x="20" y="13"/>
                      <a:pt x="18" y="13"/>
                      <a:pt x="17" y="14"/>
                    </a:cubicBezTo>
                    <a:cubicBezTo>
                      <a:pt x="15" y="14"/>
                      <a:pt x="15" y="15"/>
                      <a:pt x="13" y="16"/>
                    </a:cubicBezTo>
                    <a:cubicBezTo>
                      <a:pt x="12" y="16"/>
                      <a:pt x="12" y="16"/>
                      <a:pt x="11" y="17"/>
                    </a:cubicBezTo>
                    <a:cubicBezTo>
                      <a:pt x="10" y="18"/>
                      <a:pt x="9" y="18"/>
                      <a:pt x="9" y="19"/>
                    </a:cubicBezTo>
                    <a:cubicBezTo>
                      <a:pt x="8" y="20"/>
                      <a:pt x="7" y="21"/>
                      <a:pt x="6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8" name="Freeform 2970">
                <a:extLst>
                  <a:ext uri="{FF2B5EF4-FFF2-40B4-BE49-F238E27FC236}">
                    <a16:creationId xmlns:a16="http://schemas.microsoft.com/office/drawing/2014/main" id="{B6113921-EF56-684B-B7C4-7319F1DA3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40"/>
                <a:ext cx="5" cy="5"/>
              </a:xfrm>
              <a:custGeom>
                <a:avLst/>
                <a:gdLst>
                  <a:gd name="T0" fmla="*/ 0 w 12"/>
                  <a:gd name="T1" fmla="*/ 6 h 11"/>
                  <a:gd name="T2" fmla="*/ 4 w 12"/>
                  <a:gd name="T3" fmla="*/ 2 h 11"/>
                  <a:gd name="T4" fmla="*/ 7 w 12"/>
                  <a:gd name="T5" fmla="*/ 1 h 11"/>
                  <a:gd name="T6" fmla="*/ 10 w 12"/>
                  <a:gd name="T7" fmla="*/ 1 h 11"/>
                  <a:gd name="T8" fmla="*/ 12 w 12"/>
                  <a:gd name="T9" fmla="*/ 3 h 11"/>
                  <a:gd name="T10" fmla="*/ 9 w 12"/>
                  <a:gd name="T11" fmla="*/ 5 h 11"/>
                  <a:gd name="T12" fmla="*/ 6 w 12"/>
                  <a:gd name="T13" fmla="*/ 8 h 11"/>
                  <a:gd name="T14" fmla="*/ 5 w 12"/>
                  <a:gd name="T15" fmla="*/ 10 h 11"/>
                  <a:gd name="T16" fmla="*/ 2 w 12"/>
                  <a:gd name="T17" fmla="*/ 10 h 11"/>
                  <a:gd name="T18" fmla="*/ 0 w 12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0"/>
                      <a:pt x="10" y="0"/>
                      <a:pt x="10" y="1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4"/>
                      <a:pt x="10" y="5"/>
                      <a:pt x="9" y="5"/>
                    </a:cubicBezTo>
                    <a:cubicBezTo>
                      <a:pt x="8" y="6"/>
                      <a:pt x="7" y="6"/>
                      <a:pt x="6" y="8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9"/>
                      <a:pt x="0" y="8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9" name="Freeform 2971">
                <a:extLst>
                  <a:ext uri="{FF2B5EF4-FFF2-40B4-BE49-F238E27FC236}">
                    <a16:creationId xmlns:a16="http://schemas.microsoft.com/office/drawing/2014/main" id="{944F0736-500F-554B-9D4F-A7FDFDE32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551"/>
                <a:ext cx="7" cy="11"/>
              </a:xfrm>
              <a:custGeom>
                <a:avLst/>
                <a:gdLst>
                  <a:gd name="T0" fmla="*/ 11 w 16"/>
                  <a:gd name="T1" fmla="*/ 3 h 29"/>
                  <a:gd name="T2" fmla="*/ 13 w 16"/>
                  <a:gd name="T3" fmla="*/ 1 h 29"/>
                  <a:gd name="T4" fmla="*/ 16 w 16"/>
                  <a:gd name="T5" fmla="*/ 5 h 29"/>
                  <a:gd name="T6" fmla="*/ 14 w 16"/>
                  <a:gd name="T7" fmla="*/ 10 h 29"/>
                  <a:gd name="T8" fmla="*/ 11 w 16"/>
                  <a:gd name="T9" fmla="*/ 16 h 29"/>
                  <a:gd name="T10" fmla="*/ 11 w 16"/>
                  <a:gd name="T11" fmla="*/ 27 h 29"/>
                  <a:gd name="T12" fmla="*/ 6 w 16"/>
                  <a:gd name="T13" fmla="*/ 26 h 29"/>
                  <a:gd name="T14" fmla="*/ 5 w 16"/>
                  <a:gd name="T15" fmla="*/ 21 h 29"/>
                  <a:gd name="T16" fmla="*/ 0 w 16"/>
                  <a:gd name="T17" fmla="*/ 17 h 29"/>
                  <a:gd name="T18" fmla="*/ 3 w 16"/>
                  <a:gd name="T19" fmla="*/ 13 h 29"/>
                  <a:gd name="T20" fmla="*/ 7 w 16"/>
                  <a:gd name="T21" fmla="*/ 13 h 29"/>
                  <a:gd name="T22" fmla="*/ 8 w 16"/>
                  <a:gd name="T23" fmla="*/ 11 h 29"/>
                  <a:gd name="T24" fmla="*/ 10 w 16"/>
                  <a:gd name="T25" fmla="*/ 7 h 29"/>
                  <a:gd name="T26" fmla="*/ 11 w 16"/>
                  <a:gd name="T27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9">
                    <a:moveTo>
                      <a:pt x="11" y="3"/>
                    </a:moveTo>
                    <a:cubicBezTo>
                      <a:pt x="12" y="2"/>
                      <a:pt x="12" y="1"/>
                      <a:pt x="13" y="1"/>
                    </a:cubicBezTo>
                    <a:cubicBezTo>
                      <a:pt x="15" y="0"/>
                      <a:pt x="16" y="3"/>
                      <a:pt x="16" y="5"/>
                    </a:cubicBezTo>
                    <a:cubicBezTo>
                      <a:pt x="16" y="7"/>
                      <a:pt x="16" y="9"/>
                      <a:pt x="14" y="10"/>
                    </a:cubicBezTo>
                    <a:cubicBezTo>
                      <a:pt x="12" y="12"/>
                      <a:pt x="11" y="14"/>
                      <a:pt x="11" y="16"/>
                    </a:cubicBezTo>
                    <a:cubicBezTo>
                      <a:pt x="11" y="20"/>
                      <a:pt x="12" y="24"/>
                      <a:pt x="11" y="27"/>
                    </a:cubicBezTo>
                    <a:cubicBezTo>
                      <a:pt x="9" y="28"/>
                      <a:pt x="7" y="29"/>
                      <a:pt x="6" y="26"/>
                    </a:cubicBezTo>
                    <a:cubicBezTo>
                      <a:pt x="6" y="24"/>
                      <a:pt x="7" y="21"/>
                      <a:pt x="5" y="21"/>
                    </a:cubicBezTo>
                    <a:cubicBezTo>
                      <a:pt x="3" y="20"/>
                      <a:pt x="1" y="19"/>
                      <a:pt x="0" y="17"/>
                    </a:cubicBezTo>
                    <a:cubicBezTo>
                      <a:pt x="0" y="15"/>
                      <a:pt x="1" y="13"/>
                      <a:pt x="3" y="13"/>
                    </a:cubicBezTo>
                    <a:cubicBezTo>
                      <a:pt x="4" y="13"/>
                      <a:pt x="6" y="14"/>
                      <a:pt x="7" y="13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9" y="10"/>
                      <a:pt x="10" y="9"/>
                      <a:pt x="10" y="7"/>
                    </a:cubicBezTo>
                    <a:cubicBezTo>
                      <a:pt x="11" y="6"/>
                      <a:pt x="11" y="4"/>
                      <a:pt x="1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0" name="Freeform 2972">
                <a:extLst>
                  <a:ext uri="{FF2B5EF4-FFF2-40B4-BE49-F238E27FC236}">
                    <a16:creationId xmlns:a16="http://schemas.microsoft.com/office/drawing/2014/main" id="{E2805973-0EDA-9140-A766-1F7F74A87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534"/>
                <a:ext cx="4" cy="6"/>
              </a:xfrm>
              <a:custGeom>
                <a:avLst/>
                <a:gdLst>
                  <a:gd name="T0" fmla="*/ 6 w 11"/>
                  <a:gd name="T1" fmla="*/ 12 h 15"/>
                  <a:gd name="T2" fmla="*/ 4 w 11"/>
                  <a:gd name="T3" fmla="*/ 15 h 15"/>
                  <a:gd name="T4" fmla="*/ 1 w 11"/>
                  <a:gd name="T5" fmla="*/ 14 h 15"/>
                  <a:gd name="T6" fmla="*/ 0 w 11"/>
                  <a:gd name="T7" fmla="*/ 10 h 15"/>
                  <a:gd name="T8" fmla="*/ 1 w 11"/>
                  <a:gd name="T9" fmla="*/ 6 h 15"/>
                  <a:gd name="T10" fmla="*/ 3 w 11"/>
                  <a:gd name="T11" fmla="*/ 3 h 15"/>
                  <a:gd name="T12" fmla="*/ 6 w 11"/>
                  <a:gd name="T13" fmla="*/ 2 h 15"/>
                  <a:gd name="T14" fmla="*/ 6 w 11"/>
                  <a:gd name="T15" fmla="*/ 1 h 15"/>
                  <a:gd name="T16" fmla="*/ 8 w 11"/>
                  <a:gd name="T17" fmla="*/ 0 h 15"/>
                  <a:gd name="T18" fmla="*/ 10 w 11"/>
                  <a:gd name="T19" fmla="*/ 0 h 15"/>
                  <a:gd name="T20" fmla="*/ 11 w 11"/>
                  <a:gd name="T21" fmla="*/ 3 h 15"/>
                  <a:gd name="T22" fmla="*/ 7 w 11"/>
                  <a:gd name="T23" fmla="*/ 6 h 15"/>
                  <a:gd name="T24" fmla="*/ 6 w 11"/>
                  <a:gd name="T25" fmla="*/ 8 h 15"/>
                  <a:gd name="T26" fmla="*/ 6 w 11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6" y="12"/>
                    </a:moveTo>
                    <a:cubicBezTo>
                      <a:pt x="6" y="13"/>
                      <a:pt x="5" y="14"/>
                      <a:pt x="4" y="15"/>
                    </a:cubicBezTo>
                    <a:cubicBezTo>
                      <a:pt x="3" y="15"/>
                      <a:pt x="1" y="15"/>
                      <a:pt x="1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9"/>
                      <a:pt x="1" y="8"/>
                      <a:pt x="1" y="6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0"/>
                      <a:pt x="11" y="2"/>
                      <a:pt x="11" y="3"/>
                    </a:cubicBezTo>
                    <a:cubicBezTo>
                      <a:pt x="10" y="4"/>
                      <a:pt x="8" y="5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9"/>
                      <a:pt x="6" y="11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1" name="Freeform 2973">
                <a:extLst>
                  <a:ext uri="{FF2B5EF4-FFF2-40B4-BE49-F238E27FC236}">
                    <a16:creationId xmlns:a16="http://schemas.microsoft.com/office/drawing/2014/main" id="{00A5F330-C5DE-4248-BF73-165E0894F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536"/>
                <a:ext cx="8" cy="13"/>
              </a:xfrm>
              <a:custGeom>
                <a:avLst/>
                <a:gdLst>
                  <a:gd name="T0" fmla="*/ 14 w 20"/>
                  <a:gd name="T1" fmla="*/ 6 h 33"/>
                  <a:gd name="T2" fmla="*/ 15 w 20"/>
                  <a:gd name="T3" fmla="*/ 3 h 33"/>
                  <a:gd name="T4" fmla="*/ 15 w 20"/>
                  <a:gd name="T5" fmla="*/ 1 h 33"/>
                  <a:gd name="T6" fmla="*/ 12 w 20"/>
                  <a:gd name="T7" fmla="*/ 0 h 33"/>
                  <a:gd name="T8" fmla="*/ 8 w 20"/>
                  <a:gd name="T9" fmla="*/ 4 h 33"/>
                  <a:gd name="T10" fmla="*/ 4 w 20"/>
                  <a:gd name="T11" fmla="*/ 6 h 33"/>
                  <a:gd name="T12" fmla="*/ 1 w 20"/>
                  <a:gd name="T13" fmla="*/ 7 h 33"/>
                  <a:gd name="T14" fmla="*/ 1 w 20"/>
                  <a:gd name="T15" fmla="*/ 13 h 33"/>
                  <a:gd name="T16" fmla="*/ 0 w 20"/>
                  <a:gd name="T17" fmla="*/ 20 h 33"/>
                  <a:gd name="T18" fmla="*/ 3 w 20"/>
                  <a:gd name="T19" fmla="*/ 23 h 33"/>
                  <a:gd name="T20" fmla="*/ 8 w 20"/>
                  <a:gd name="T21" fmla="*/ 23 h 33"/>
                  <a:gd name="T22" fmla="*/ 11 w 20"/>
                  <a:gd name="T23" fmla="*/ 20 h 33"/>
                  <a:gd name="T24" fmla="*/ 13 w 20"/>
                  <a:gd name="T25" fmla="*/ 24 h 33"/>
                  <a:gd name="T26" fmla="*/ 14 w 20"/>
                  <a:gd name="T27" fmla="*/ 28 h 33"/>
                  <a:gd name="T28" fmla="*/ 15 w 20"/>
                  <a:gd name="T29" fmla="*/ 32 h 33"/>
                  <a:gd name="T30" fmla="*/ 19 w 20"/>
                  <a:gd name="T31" fmla="*/ 32 h 33"/>
                  <a:gd name="T32" fmla="*/ 20 w 20"/>
                  <a:gd name="T33" fmla="*/ 27 h 33"/>
                  <a:gd name="T34" fmla="*/ 20 w 20"/>
                  <a:gd name="T35" fmla="*/ 21 h 33"/>
                  <a:gd name="T36" fmla="*/ 19 w 20"/>
                  <a:gd name="T37" fmla="*/ 17 h 33"/>
                  <a:gd name="T38" fmla="*/ 13 w 20"/>
                  <a:gd name="T39" fmla="*/ 15 h 33"/>
                  <a:gd name="T40" fmla="*/ 11 w 20"/>
                  <a:gd name="T41" fmla="*/ 13 h 33"/>
                  <a:gd name="T42" fmla="*/ 11 w 20"/>
                  <a:gd name="T43" fmla="*/ 8 h 33"/>
                  <a:gd name="T44" fmla="*/ 12 w 20"/>
                  <a:gd name="T45" fmla="*/ 7 h 33"/>
                  <a:gd name="T46" fmla="*/ 14 w 20"/>
                  <a:gd name="T4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3">
                    <a:moveTo>
                      <a:pt x="14" y="6"/>
                    </a:moveTo>
                    <a:cubicBezTo>
                      <a:pt x="15" y="5"/>
                      <a:pt x="15" y="4"/>
                      <a:pt x="15" y="3"/>
                    </a:cubicBezTo>
                    <a:cubicBezTo>
                      <a:pt x="15" y="3"/>
                      <a:pt x="15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0" y="1"/>
                      <a:pt x="9" y="3"/>
                      <a:pt x="8" y="4"/>
                    </a:cubicBezTo>
                    <a:cubicBezTo>
                      <a:pt x="7" y="5"/>
                      <a:pt x="6" y="5"/>
                      <a:pt x="4" y="6"/>
                    </a:cubicBezTo>
                    <a:cubicBezTo>
                      <a:pt x="3" y="6"/>
                      <a:pt x="1" y="6"/>
                      <a:pt x="1" y="7"/>
                    </a:cubicBezTo>
                    <a:cubicBezTo>
                      <a:pt x="0" y="9"/>
                      <a:pt x="1" y="11"/>
                      <a:pt x="1" y="13"/>
                    </a:cubicBezTo>
                    <a:cubicBezTo>
                      <a:pt x="1" y="15"/>
                      <a:pt x="0" y="17"/>
                      <a:pt x="0" y="20"/>
                    </a:cubicBezTo>
                    <a:cubicBezTo>
                      <a:pt x="0" y="21"/>
                      <a:pt x="2" y="23"/>
                      <a:pt x="3" y="23"/>
                    </a:cubicBezTo>
                    <a:cubicBezTo>
                      <a:pt x="5" y="24"/>
                      <a:pt x="6" y="24"/>
                      <a:pt x="8" y="23"/>
                    </a:cubicBezTo>
                    <a:cubicBezTo>
                      <a:pt x="9" y="23"/>
                      <a:pt x="10" y="20"/>
                      <a:pt x="11" y="20"/>
                    </a:cubicBezTo>
                    <a:cubicBezTo>
                      <a:pt x="13" y="21"/>
                      <a:pt x="13" y="23"/>
                      <a:pt x="13" y="24"/>
                    </a:cubicBezTo>
                    <a:cubicBezTo>
                      <a:pt x="14" y="25"/>
                      <a:pt x="14" y="27"/>
                      <a:pt x="14" y="28"/>
                    </a:cubicBezTo>
                    <a:cubicBezTo>
                      <a:pt x="14" y="29"/>
                      <a:pt x="14" y="31"/>
                      <a:pt x="15" y="32"/>
                    </a:cubicBezTo>
                    <a:cubicBezTo>
                      <a:pt x="16" y="32"/>
                      <a:pt x="17" y="33"/>
                      <a:pt x="19" y="32"/>
                    </a:cubicBezTo>
                    <a:cubicBezTo>
                      <a:pt x="20" y="31"/>
                      <a:pt x="20" y="29"/>
                      <a:pt x="20" y="27"/>
                    </a:cubicBezTo>
                    <a:cubicBezTo>
                      <a:pt x="20" y="25"/>
                      <a:pt x="20" y="23"/>
                      <a:pt x="20" y="21"/>
                    </a:cubicBezTo>
                    <a:cubicBezTo>
                      <a:pt x="20" y="20"/>
                      <a:pt x="20" y="18"/>
                      <a:pt x="19" y="17"/>
                    </a:cubicBezTo>
                    <a:cubicBezTo>
                      <a:pt x="17" y="16"/>
                      <a:pt x="14" y="16"/>
                      <a:pt x="13" y="15"/>
                    </a:cubicBezTo>
                    <a:cubicBezTo>
                      <a:pt x="12" y="14"/>
                      <a:pt x="11" y="14"/>
                      <a:pt x="11" y="13"/>
                    </a:cubicBezTo>
                    <a:cubicBezTo>
                      <a:pt x="11" y="11"/>
                      <a:pt x="10" y="9"/>
                      <a:pt x="11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3" y="6"/>
                      <a:pt x="14" y="6"/>
                      <a:pt x="1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2" name="Freeform 2974">
                <a:extLst>
                  <a:ext uri="{FF2B5EF4-FFF2-40B4-BE49-F238E27FC236}">
                    <a16:creationId xmlns:a16="http://schemas.microsoft.com/office/drawing/2014/main" id="{899980BF-4F1F-B942-9E56-B6F658567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551"/>
                <a:ext cx="10" cy="11"/>
              </a:xfrm>
              <a:custGeom>
                <a:avLst/>
                <a:gdLst>
                  <a:gd name="T0" fmla="*/ 8 w 25"/>
                  <a:gd name="T1" fmla="*/ 17 h 26"/>
                  <a:gd name="T2" fmla="*/ 7 w 25"/>
                  <a:gd name="T3" fmla="*/ 17 h 26"/>
                  <a:gd name="T4" fmla="*/ 5 w 25"/>
                  <a:gd name="T5" fmla="*/ 15 h 26"/>
                  <a:gd name="T6" fmla="*/ 4 w 25"/>
                  <a:gd name="T7" fmla="*/ 15 h 26"/>
                  <a:gd name="T8" fmla="*/ 3 w 25"/>
                  <a:gd name="T9" fmla="*/ 13 h 26"/>
                  <a:gd name="T10" fmla="*/ 1 w 25"/>
                  <a:gd name="T11" fmla="*/ 13 h 26"/>
                  <a:gd name="T12" fmla="*/ 0 w 25"/>
                  <a:gd name="T13" fmla="*/ 10 h 26"/>
                  <a:gd name="T14" fmla="*/ 2 w 25"/>
                  <a:gd name="T15" fmla="*/ 2 h 26"/>
                  <a:gd name="T16" fmla="*/ 5 w 25"/>
                  <a:gd name="T17" fmla="*/ 0 h 26"/>
                  <a:gd name="T18" fmla="*/ 9 w 25"/>
                  <a:gd name="T19" fmla="*/ 2 h 26"/>
                  <a:gd name="T20" fmla="*/ 10 w 25"/>
                  <a:gd name="T21" fmla="*/ 6 h 26"/>
                  <a:gd name="T22" fmla="*/ 13 w 25"/>
                  <a:gd name="T23" fmla="*/ 8 h 26"/>
                  <a:gd name="T24" fmla="*/ 17 w 25"/>
                  <a:gd name="T25" fmla="*/ 8 h 26"/>
                  <a:gd name="T26" fmla="*/ 20 w 25"/>
                  <a:gd name="T27" fmla="*/ 10 h 26"/>
                  <a:gd name="T28" fmla="*/ 21 w 25"/>
                  <a:gd name="T29" fmla="*/ 13 h 26"/>
                  <a:gd name="T30" fmla="*/ 24 w 25"/>
                  <a:gd name="T31" fmla="*/ 16 h 26"/>
                  <a:gd name="T32" fmla="*/ 25 w 25"/>
                  <a:gd name="T33" fmla="*/ 21 h 26"/>
                  <a:gd name="T34" fmla="*/ 21 w 25"/>
                  <a:gd name="T35" fmla="*/ 23 h 26"/>
                  <a:gd name="T36" fmla="*/ 18 w 25"/>
                  <a:gd name="T37" fmla="*/ 20 h 26"/>
                  <a:gd name="T38" fmla="*/ 15 w 25"/>
                  <a:gd name="T39" fmla="*/ 21 h 26"/>
                  <a:gd name="T40" fmla="*/ 14 w 25"/>
                  <a:gd name="T41" fmla="*/ 25 h 26"/>
                  <a:gd name="T42" fmla="*/ 11 w 25"/>
                  <a:gd name="T43" fmla="*/ 23 h 26"/>
                  <a:gd name="T44" fmla="*/ 10 w 25"/>
                  <a:gd name="T45" fmla="*/ 20 h 26"/>
                  <a:gd name="T46" fmla="*/ 8 w 25"/>
                  <a:gd name="T4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26">
                    <a:moveTo>
                      <a:pt x="8" y="17"/>
                    </a:moveTo>
                    <a:cubicBezTo>
                      <a:pt x="8" y="17"/>
                      <a:pt x="7" y="18"/>
                      <a:pt x="7" y="17"/>
                    </a:cubicBezTo>
                    <a:cubicBezTo>
                      <a:pt x="6" y="17"/>
                      <a:pt x="6" y="16"/>
                      <a:pt x="5" y="15"/>
                    </a:cubicBezTo>
                    <a:cubicBezTo>
                      <a:pt x="5" y="15"/>
                      <a:pt x="5" y="15"/>
                      <a:pt x="4" y="15"/>
                    </a:cubicBezTo>
                    <a:cubicBezTo>
                      <a:pt x="4" y="14"/>
                      <a:pt x="3" y="14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7"/>
                      <a:pt x="0" y="3"/>
                      <a:pt x="2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0"/>
                      <a:pt x="9" y="1"/>
                      <a:pt x="9" y="2"/>
                    </a:cubicBezTo>
                    <a:cubicBezTo>
                      <a:pt x="10" y="3"/>
                      <a:pt x="10" y="5"/>
                      <a:pt x="10" y="6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5" y="8"/>
                      <a:pt x="16" y="8"/>
                      <a:pt x="17" y="8"/>
                    </a:cubicBezTo>
                    <a:cubicBezTo>
                      <a:pt x="18" y="8"/>
                      <a:pt x="20" y="9"/>
                      <a:pt x="20" y="10"/>
                    </a:cubicBezTo>
                    <a:cubicBezTo>
                      <a:pt x="21" y="11"/>
                      <a:pt x="20" y="12"/>
                      <a:pt x="21" y="13"/>
                    </a:cubicBezTo>
                    <a:cubicBezTo>
                      <a:pt x="22" y="14"/>
                      <a:pt x="24" y="15"/>
                      <a:pt x="24" y="16"/>
                    </a:cubicBezTo>
                    <a:cubicBezTo>
                      <a:pt x="25" y="17"/>
                      <a:pt x="25" y="19"/>
                      <a:pt x="25" y="21"/>
                    </a:cubicBezTo>
                    <a:cubicBezTo>
                      <a:pt x="25" y="23"/>
                      <a:pt x="23" y="23"/>
                      <a:pt x="21" y="23"/>
                    </a:cubicBezTo>
                    <a:cubicBezTo>
                      <a:pt x="19" y="23"/>
                      <a:pt x="19" y="21"/>
                      <a:pt x="18" y="20"/>
                    </a:cubicBezTo>
                    <a:cubicBezTo>
                      <a:pt x="17" y="19"/>
                      <a:pt x="15" y="20"/>
                      <a:pt x="15" y="21"/>
                    </a:cubicBezTo>
                    <a:cubicBezTo>
                      <a:pt x="14" y="22"/>
                      <a:pt x="15" y="24"/>
                      <a:pt x="14" y="25"/>
                    </a:cubicBezTo>
                    <a:cubicBezTo>
                      <a:pt x="13" y="26"/>
                      <a:pt x="12" y="24"/>
                      <a:pt x="11" y="23"/>
                    </a:cubicBezTo>
                    <a:cubicBezTo>
                      <a:pt x="11" y="22"/>
                      <a:pt x="10" y="21"/>
                      <a:pt x="10" y="20"/>
                    </a:cubicBezTo>
                    <a:cubicBezTo>
                      <a:pt x="10" y="19"/>
                      <a:pt x="9" y="18"/>
                      <a:pt x="8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3" name="Freeform 2975">
                <a:extLst>
                  <a:ext uri="{FF2B5EF4-FFF2-40B4-BE49-F238E27FC236}">
                    <a16:creationId xmlns:a16="http://schemas.microsoft.com/office/drawing/2014/main" id="{0C29FEBB-9624-9E4F-B3B4-DAC076930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567"/>
                <a:ext cx="8" cy="7"/>
              </a:xfrm>
              <a:custGeom>
                <a:avLst/>
                <a:gdLst>
                  <a:gd name="T0" fmla="*/ 2 w 21"/>
                  <a:gd name="T1" fmla="*/ 11 h 17"/>
                  <a:gd name="T2" fmla="*/ 0 w 21"/>
                  <a:gd name="T3" fmla="*/ 7 h 17"/>
                  <a:gd name="T4" fmla="*/ 5 w 21"/>
                  <a:gd name="T5" fmla="*/ 6 h 17"/>
                  <a:gd name="T6" fmla="*/ 10 w 21"/>
                  <a:gd name="T7" fmla="*/ 6 h 17"/>
                  <a:gd name="T8" fmla="*/ 12 w 21"/>
                  <a:gd name="T9" fmla="*/ 6 h 17"/>
                  <a:gd name="T10" fmla="*/ 14 w 21"/>
                  <a:gd name="T11" fmla="*/ 4 h 17"/>
                  <a:gd name="T12" fmla="*/ 16 w 21"/>
                  <a:gd name="T13" fmla="*/ 2 h 17"/>
                  <a:gd name="T14" fmla="*/ 17 w 21"/>
                  <a:gd name="T15" fmla="*/ 1 h 17"/>
                  <a:gd name="T16" fmla="*/ 19 w 21"/>
                  <a:gd name="T17" fmla="*/ 2 h 17"/>
                  <a:gd name="T18" fmla="*/ 19 w 21"/>
                  <a:gd name="T19" fmla="*/ 7 h 17"/>
                  <a:gd name="T20" fmla="*/ 17 w 21"/>
                  <a:gd name="T21" fmla="*/ 11 h 17"/>
                  <a:gd name="T22" fmla="*/ 15 w 21"/>
                  <a:gd name="T23" fmla="*/ 16 h 17"/>
                  <a:gd name="T24" fmla="*/ 13 w 21"/>
                  <a:gd name="T25" fmla="*/ 17 h 17"/>
                  <a:gd name="T26" fmla="*/ 9 w 21"/>
                  <a:gd name="T27" fmla="*/ 16 h 17"/>
                  <a:gd name="T28" fmla="*/ 7 w 21"/>
                  <a:gd name="T29" fmla="*/ 14 h 17"/>
                  <a:gd name="T30" fmla="*/ 5 w 21"/>
                  <a:gd name="T31" fmla="*/ 13 h 17"/>
                  <a:gd name="T32" fmla="*/ 4 w 21"/>
                  <a:gd name="T33" fmla="*/ 12 h 17"/>
                  <a:gd name="T34" fmla="*/ 2 w 21"/>
                  <a:gd name="T3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7">
                    <a:moveTo>
                      <a:pt x="2" y="11"/>
                    </a:moveTo>
                    <a:cubicBezTo>
                      <a:pt x="1" y="11"/>
                      <a:pt x="0" y="9"/>
                      <a:pt x="0" y="7"/>
                    </a:cubicBezTo>
                    <a:cubicBezTo>
                      <a:pt x="1" y="5"/>
                      <a:pt x="4" y="5"/>
                      <a:pt x="5" y="6"/>
                    </a:cubicBezTo>
                    <a:cubicBezTo>
                      <a:pt x="7" y="6"/>
                      <a:pt x="8" y="5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2"/>
                      <a:pt x="16" y="2"/>
                    </a:cubicBezTo>
                    <a:cubicBezTo>
                      <a:pt x="16" y="1"/>
                      <a:pt x="17" y="0"/>
                      <a:pt x="17" y="1"/>
                    </a:cubicBezTo>
                    <a:cubicBezTo>
                      <a:pt x="18" y="1"/>
                      <a:pt x="19" y="2"/>
                      <a:pt x="19" y="2"/>
                    </a:cubicBezTo>
                    <a:cubicBezTo>
                      <a:pt x="20" y="4"/>
                      <a:pt x="21" y="6"/>
                      <a:pt x="19" y="7"/>
                    </a:cubicBezTo>
                    <a:cubicBezTo>
                      <a:pt x="18" y="8"/>
                      <a:pt x="17" y="9"/>
                      <a:pt x="17" y="11"/>
                    </a:cubicBezTo>
                    <a:cubicBezTo>
                      <a:pt x="16" y="13"/>
                      <a:pt x="16" y="14"/>
                      <a:pt x="15" y="16"/>
                    </a:cubicBezTo>
                    <a:cubicBezTo>
                      <a:pt x="14" y="16"/>
                      <a:pt x="13" y="17"/>
                      <a:pt x="13" y="17"/>
                    </a:cubicBezTo>
                    <a:cubicBezTo>
                      <a:pt x="11" y="17"/>
                      <a:pt x="10" y="16"/>
                      <a:pt x="9" y="16"/>
                    </a:cubicBezTo>
                    <a:cubicBezTo>
                      <a:pt x="9" y="15"/>
                      <a:pt x="8" y="14"/>
                      <a:pt x="7" y="14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4" y="13"/>
                      <a:pt x="5" y="12"/>
                      <a:pt x="4" y="12"/>
                    </a:cubicBezTo>
                    <a:cubicBezTo>
                      <a:pt x="4" y="11"/>
                      <a:pt x="3" y="11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4" name="Freeform 2976">
                <a:extLst>
                  <a:ext uri="{FF2B5EF4-FFF2-40B4-BE49-F238E27FC236}">
                    <a16:creationId xmlns:a16="http://schemas.microsoft.com/office/drawing/2014/main" id="{82D054B0-ED0E-8142-9B52-F6738C1C8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576"/>
                <a:ext cx="18" cy="17"/>
              </a:xfrm>
              <a:custGeom>
                <a:avLst/>
                <a:gdLst>
                  <a:gd name="T0" fmla="*/ 8 w 44"/>
                  <a:gd name="T1" fmla="*/ 29 h 41"/>
                  <a:gd name="T2" fmla="*/ 7 w 44"/>
                  <a:gd name="T3" fmla="*/ 27 h 41"/>
                  <a:gd name="T4" fmla="*/ 4 w 44"/>
                  <a:gd name="T5" fmla="*/ 23 h 41"/>
                  <a:gd name="T6" fmla="*/ 3 w 44"/>
                  <a:gd name="T7" fmla="*/ 17 h 41"/>
                  <a:gd name="T8" fmla="*/ 2 w 44"/>
                  <a:gd name="T9" fmla="*/ 11 h 41"/>
                  <a:gd name="T10" fmla="*/ 0 w 44"/>
                  <a:gd name="T11" fmla="*/ 7 h 41"/>
                  <a:gd name="T12" fmla="*/ 4 w 44"/>
                  <a:gd name="T13" fmla="*/ 2 h 41"/>
                  <a:gd name="T14" fmla="*/ 12 w 44"/>
                  <a:gd name="T15" fmla="*/ 0 h 41"/>
                  <a:gd name="T16" fmla="*/ 19 w 44"/>
                  <a:gd name="T17" fmla="*/ 4 h 41"/>
                  <a:gd name="T18" fmla="*/ 22 w 44"/>
                  <a:gd name="T19" fmla="*/ 11 h 41"/>
                  <a:gd name="T20" fmla="*/ 25 w 44"/>
                  <a:gd name="T21" fmla="*/ 13 h 41"/>
                  <a:gd name="T22" fmla="*/ 27 w 44"/>
                  <a:gd name="T23" fmla="*/ 17 h 41"/>
                  <a:gd name="T24" fmla="*/ 27 w 44"/>
                  <a:gd name="T25" fmla="*/ 26 h 41"/>
                  <a:gd name="T26" fmla="*/ 30 w 44"/>
                  <a:gd name="T27" fmla="*/ 30 h 41"/>
                  <a:gd name="T28" fmla="*/ 33 w 44"/>
                  <a:gd name="T29" fmla="*/ 30 h 41"/>
                  <a:gd name="T30" fmla="*/ 37 w 44"/>
                  <a:gd name="T31" fmla="*/ 30 h 41"/>
                  <a:gd name="T32" fmla="*/ 43 w 44"/>
                  <a:gd name="T33" fmla="*/ 31 h 41"/>
                  <a:gd name="T34" fmla="*/ 41 w 44"/>
                  <a:gd name="T35" fmla="*/ 37 h 41"/>
                  <a:gd name="T36" fmla="*/ 39 w 44"/>
                  <a:gd name="T37" fmla="*/ 39 h 41"/>
                  <a:gd name="T38" fmla="*/ 37 w 44"/>
                  <a:gd name="T39" fmla="*/ 40 h 41"/>
                  <a:gd name="T40" fmla="*/ 34 w 44"/>
                  <a:gd name="T41" fmla="*/ 37 h 41"/>
                  <a:gd name="T42" fmla="*/ 30 w 44"/>
                  <a:gd name="T43" fmla="*/ 34 h 41"/>
                  <a:gd name="T44" fmla="*/ 23 w 44"/>
                  <a:gd name="T45" fmla="*/ 35 h 41"/>
                  <a:gd name="T46" fmla="*/ 20 w 44"/>
                  <a:gd name="T47" fmla="*/ 35 h 41"/>
                  <a:gd name="T48" fmla="*/ 17 w 44"/>
                  <a:gd name="T49" fmla="*/ 37 h 41"/>
                  <a:gd name="T50" fmla="*/ 12 w 44"/>
                  <a:gd name="T51" fmla="*/ 39 h 41"/>
                  <a:gd name="T52" fmla="*/ 8 w 44"/>
                  <a:gd name="T53" fmla="*/ 35 h 41"/>
                  <a:gd name="T54" fmla="*/ 9 w 44"/>
                  <a:gd name="T55" fmla="*/ 33 h 41"/>
                  <a:gd name="T56" fmla="*/ 8 w 44"/>
                  <a:gd name="T5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4" h="41">
                    <a:moveTo>
                      <a:pt x="8" y="29"/>
                    </a:moveTo>
                    <a:cubicBezTo>
                      <a:pt x="8" y="28"/>
                      <a:pt x="8" y="28"/>
                      <a:pt x="7" y="27"/>
                    </a:cubicBezTo>
                    <a:cubicBezTo>
                      <a:pt x="5" y="26"/>
                      <a:pt x="5" y="24"/>
                      <a:pt x="4" y="23"/>
                    </a:cubicBezTo>
                    <a:cubicBezTo>
                      <a:pt x="4" y="21"/>
                      <a:pt x="3" y="19"/>
                      <a:pt x="3" y="17"/>
                    </a:cubicBezTo>
                    <a:cubicBezTo>
                      <a:pt x="3" y="15"/>
                      <a:pt x="3" y="13"/>
                      <a:pt x="2" y="11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6" y="0"/>
                      <a:pt x="10" y="0"/>
                      <a:pt x="12" y="0"/>
                    </a:cubicBezTo>
                    <a:cubicBezTo>
                      <a:pt x="16" y="0"/>
                      <a:pt x="18" y="1"/>
                      <a:pt x="19" y="4"/>
                    </a:cubicBezTo>
                    <a:cubicBezTo>
                      <a:pt x="20" y="7"/>
                      <a:pt x="20" y="10"/>
                      <a:pt x="22" y="11"/>
                    </a:cubicBezTo>
                    <a:cubicBezTo>
                      <a:pt x="23" y="12"/>
                      <a:pt x="24" y="13"/>
                      <a:pt x="25" y="13"/>
                    </a:cubicBezTo>
                    <a:cubicBezTo>
                      <a:pt x="26" y="14"/>
                      <a:pt x="26" y="16"/>
                      <a:pt x="27" y="17"/>
                    </a:cubicBezTo>
                    <a:cubicBezTo>
                      <a:pt x="28" y="20"/>
                      <a:pt x="27" y="23"/>
                      <a:pt x="27" y="26"/>
                    </a:cubicBezTo>
                    <a:cubicBezTo>
                      <a:pt x="27" y="28"/>
                      <a:pt x="27" y="30"/>
                      <a:pt x="30" y="30"/>
                    </a:cubicBezTo>
                    <a:cubicBezTo>
                      <a:pt x="31" y="30"/>
                      <a:pt x="32" y="30"/>
                      <a:pt x="33" y="30"/>
                    </a:cubicBezTo>
                    <a:cubicBezTo>
                      <a:pt x="34" y="30"/>
                      <a:pt x="36" y="30"/>
                      <a:pt x="37" y="30"/>
                    </a:cubicBezTo>
                    <a:cubicBezTo>
                      <a:pt x="38" y="30"/>
                      <a:pt x="41" y="29"/>
                      <a:pt x="43" y="31"/>
                    </a:cubicBezTo>
                    <a:cubicBezTo>
                      <a:pt x="44" y="33"/>
                      <a:pt x="42" y="35"/>
                      <a:pt x="41" y="37"/>
                    </a:cubicBezTo>
                    <a:cubicBezTo>
                      <a:pt x="40" y="38"/>
                      <a:pt x="40" y="38"/>
                      <a:pt x="39" y="39"/>
                    </a:cubicBezTo>
                    <a:cubicBezTo>
                      <a:pt x="38" y="40"/>
                      <a:pt x="38" y="41"/>
                      <a:pt x="37" y="40"/>
                    </a:cubicBezTo>
                    <a:cubicBezTo>
                      <a:pt x="36" y="40"/>
                      <a:pt x="35" y="38"/>
                      <a:pt x="34" y="37"/>
                    </a:cubicBezTo>
                    <a:cubicBezTo>
                      <a:pt x="33" y="36"/>
                      <a:pt x="32" y="34"/>
                      <a:pt x="30" y="34"/>
                    </a:cubicBezTo>
                    <a:cubicBezTo>
                      <a:pt x="28" y="33"/>
                      <a:pt x="25" y="35"/>
                      <a:pt x="23" y="35"/>
                    </a:cubicBezTo>
                    <a:cubicBezTo>
                      <a:pt x="22" y="35"/>
                      <a:pt x="21" y="35"/>
                      <a:pt x="20" y="35"/>
                    </a:cubicBezTo>
                    <a:cubicBezTo>
                      <a:pt x="19" y="35"/>
                      <a:pt x="18" y="36"/>
                      <a:pt x="17" y="37"/>
                    </a:cubicBezTo>
                    <a:cubicBezTo>
                      <a:pt x="16" y="38"/>
                      <a:pt x="13" y="41"/>
                      <a:pt x="12" y="39"/>
                    </a:cubicBezTo>
                    <a:cubicBezTo>
                      <a:pt x="10" y="38"/>
                      <a:pt x="8" y="37"/>
                      <a:pt x="8" y="35"/>
                    </a:cubicBezTo>
                    <a:cubicBezTo>
                      <a:pt x="8" y="34"/>
                      <a:pt x="9" y="34"/>
                      <a:pt x="9" y="33"/>
                    </a:cubicBezTo>
                    <a:cubicBezTo>
                      <a:pt x="9" y="32"/>
                      <a:pt x="9" y="31"/>
                      <a:pt x="8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5" name="Freeform 2977">
                <a:extLst>
                  <a:ext uri="{FF2B5EF4-FFF2-40B4-BE49-F238E27FC236}">
                    <a16:creationId xmlns:a16="http://schemas.microsoft.com/office/drawing/2014/main" id="{401AB29C-CFFE-7F4B-9A16-8A7125D41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91"/>
                <a:ext cx="7" cy="3"/>
              </a:xfrm>
              <a:custGeom>
                <a:avLst/>
                <a:gdLst>
                  <a:gd name="T0" fmla="*/ 6 w 16"/>
                  <a:gd name="T1" fmla="*/ 0 h 6"/>
                  <a:gd name="T2" fmla="*/ 7 w 16"/>
                  <a:gd name="T3" fmla="*/ 0 h 6"/>
                  <a:gd name="T4" fmla="*/ 8 w 16"/>
                  <a:gd name="T5" fmla="*/ 0 h 6"/>
                  <a:gd name="T6" fmla="*/ 9 w 16"/>
                  <a:gd name="T7" fmla="*/ 0 h 6"/>
                  <a:gd name="T8" fmla="*/ 10 w 16"/>
                  <a:gd name="T9" fmla="*/ 0 h 6"/>
                  <a:gd name="T10" fmla="*/ 12 w 16"/>
                  <a:gd name="T11" fmla="*/ 2 h 6"/>
                  <a:gd name="T12" fmla="*/ 14 w 16"/>
                  <a:gd name="T13" fmla="*/ 3 h 6"/>
                  <a:gd name="T14" fmla="*/ 13 w 16"/>
                  <a:gd name="T15" fmla="*/ 6 h 6"/>
                  <a:gd name="T16" fmla="*/ 8 w 16"/>
                  <a:gd name="T17" fmla="*/ 6 h 6"/>
                  <a:gd name="T18" fmla="*/ 5 w 16"/>
                  <a:gd name="T19" fmla="*/ 6 h 6"/>
                  <a:gd name="T20" fmla="*/ 2 w 16"/>
                  <a:gd name="T21" fmla="*/ 6 h 6"/>
                  <a:gd name="T22" fmla="*/ 0 w 16"/>
                  <a:gd name="T23" fmla="*/ 4 h 6"/>
                  <a:gd name="T24" fmla="*/ 1 w 16"/>
                  <a:gd name="T25" fmla="*/ 3 h 6"/>
                  <a:gd name="T26" fmla="*/ 2 w 16"/>
                  <a:gd name="T27" fmla="*/ 2 h 6"/>
                  <a:gd name="T28" fmla="*/ 3 w 16"/>
                  <a:gd name="T29" fmla="*/ 1 h 6"/>
                  <a:gd name="T30" fmla="*/ 6 w 16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6">
                    <a:moveTo>
                      <a:pt x="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2" y="1"/>
                      <a:pt x="12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6" y="4"/>
                      <a:pt x="15" y="5"/>
                      <a:pt x="13" y="6"/>
                    </a:cubicBezTo>
                    <a:cubicBezTo>
                      <a:pt x="11" y="6"/>
                      <a:pt x="9" y="6"/>
                      <a:pt x="8" y="6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6" name="Freeform 2978">
                <a:extLst>
                  <a:ext uri="{FF2B5EF4-FFF2-40B4-BE49-F238E27FC236}">
                    <a16:creationId xmlns:a16="http://schemas.microsoft.com/office/drawing/2014/main" id="{A9F40F64-6176-F641-A87C-0C2CCB121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589"/>
                <a:ext cx="10" cy="14"/>
              </a:xfrm>
              <a:custGeom>
                <a:avLst/>
                <a:gdLst>
                  <a:gd name="T0" fmla="*/ 10 w 25"/>
                  <a:gd name="T1" fmla="*/ 32 h 33"/>
                  <a:gd name="T2" fmla="*/ 8 w 25"/>
                  <a:gd name="T3" fmla="*/ 33 h 33"/>
                  <a:gd name="T4" fmla="*/ 4 w 25"/>
                  <a:gd name="T5" fmla="*/ 33 h 33"/>
                  <a:gd name="T6" fmla="*/ 2 w 25"/>
                  <a:gd name="T7" fmla="*/ 29 h 33"/>
                  <a:gd name="T8" fmla="*/ 1 w 25"/>
                  <a:gd name="T9" fmla="*/ 26 h 33"/>
                  <a:gd name="T10" fmla="*/ 2 w 25"/>
                  <a:gd name="T11" fmla="*/ 24 h 33"/>
                  <a:gd name="T12" fmla="*/ 3 w 25"/>
                  <a:gd name="T13" fmla="*/ 22 h 33"/>
                  <a:gd name="T14" fmla="*/ 4 w 25"/>
                  <a:gd name="T15" fmla="*/ 19 h 33"/>
                  <a:gd name="T16" fmla="*/ 2 w 25"/>
                  <a:gd name="T17" fmla="*/ 16 h 33"/>
                  <a:gd name="T18" fmla="*/ 2 w 25"/>
                  <a:gd name="T19" fmla="*/ 13 h 33"/>
                  <a:gd name="T20" fmla="*/ 7 w 25"/>
                  <a:gd name="T21" fmla="*/ 11 h 33"/>
                  <a:gd name="T22" fmla="*/ 10 w 25"/>
                  <a:gd name="T23" fmla="*/ 7 h 33"/>
                  <a:gd name="T24" fmla="*/ 13 w 25"/>
                  <a:gd name="T25" fmla="*/ 3 h 33"/>
                  <a:gd name="T26" fmla="*/ 16 w 25"/>
                  <a:gd name="T27" fmla="*/ 2 h 33"/>
                  <a:gd name="T28" fmla="*/ 19 w 25"/>
                  <a:gd name="T29" fmla="*/ 0 h 33"/>
                  <a:gd name="T30" fmla="*/ 23 w 25"/>
                  <a:gd name="T31" fmla="*/ 0 h 33"/>
                  <a:gd name="T32" fmla="*/ 25 w 25"/>
                  <a:gd name="T33" fmla="*/ 2 h 33"/>
                  <a:gd name="T34" fmla="*/ 24 w 25"/>
                  <a:gd name="T35" fmla="*/ 6 h 33"/>
                  <a:gd name="T36" fmla="*/ 19 w 25"/>
                  <a:gd name="T37" fmla="*/ 10 h 33"/>
                  <a:gd name="T38" fmla="*/ 15 w 25"/>
                  <a:gd name="T39" fmla="*/ 14 h 33"/>
                  <a:gd name="T40" fmla="*/ 13 w 25"/>
                  <a:gd name="T41" fmla="*/ 17 h 33"/>
                  <a:gd name="T42" fmla="*/ 11 w 25"/>
                  <a:gd name="T43" fmla="*/ 21 h 33"/>
                  <a:gd name="T44" fmla="*/ 10 w 25"/>
                  <a:gd name="T45" fmla="*/ 26 h 33"/>
                  <a:gd name="T46" fmla="*/ 10 w 25"/>
                  <a:gd name="T47" fmla="*/ 29 h 33"/>
                  <a:gd name="T48" fmla="*/ 10 w 25"/>
                  <a:gd name="T49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5" h="33">
                    <a:moveTo>
                      <a:pt x="10" y="32"/>
                    </a:moveTo>
                    <a:cubicBezTo>
                      <a:pt x="9" y="33"/>
                      <a:pt x="9" y="33"/>
                      <a:pt x="8" y="33"/>
                    </a:cubicBezTo>
                    <a:cubicBezTo>
                      <a:pt x="7" y="33"/>
                      <a:pt x="6" y="33"/>
                      <a:pt x="4" y="33"/>
                    </a:cubicBezTo>
                    <a:cubicBezTo>
                      <a:pt x="3" y="32"/>
                      <a:pt x="2" y="31"/>
                      <a:pt x="2" y="29"/>
                    </a:cubicBezTo>
                    <a:cubicBezTo>
                      <a:pt x="1" y="28"/>
                      <a:pt x="0" y="27"/>
                      <a:pt x="1" y="26"/>
                    </a:cubicBezTo>
                    <a:cubicBezTo>
                      <a:pt x="1" y="25"/>
                      <a:pt x="2" y="25"/>
                      <a:pt x="2" y="24"/>
                    </a:cubicBezTo>
                    <a:cubicBezTo>
                      <a:pt x="2" y="24"/>
                      <a:pt x="3" y="23"/>
                      <a:pt x="3" y="22"/>
                    </a:cubicBezTo>
                    <a:cubicBezTo>
                      <a:pt x="3" y="21"/>
                      <a:pt x="4" y="20"/>
                      <a:pt x="4" y="19"/>
                    </a:cubicBezTo>
                    <a:cubicBezTo>
                      <a:pt x="5" y="18"/>
                      <a:pt x="3" y="17"/>
                      <a:pt x="2" y="16"/>
                    </a:cubicBezTo>
                    <a:cubicBezTo>
                      <a:pt x="1" y="16"/>
                      <a:pt x="1" y="14"/>
                      <a:pt x="2" y="13"/>
                    </a:cubicBezTo>
                    <a:cubicBezTo>
                      <a:pt x="4" y="12"/>
                      <a:pt x="6" y="12"/>
                      <a:pt x="7" y="11"/>
                    </a:cubicBezTo>
                    <a:cubicBezTo>
                      <a:pt x="9" y="10"/>
                      <a:pt x="9" y="8"/>
                      <a:pt x="10" y="7"/>
                    </a:cubicBezTo>
                    <a:cubicBezTo>
                      <a:pt x="10" y="5"/>
                      <a:pt x="11" y="3"/>
                      <a:pt x="13" y="3"/>
                    </a:cubicBezTo>
                    <a:cubicBezTo>
                      <a:pt x="14" y="2"/>
                      <a:pt x="15" y="3"/>
                      <a:pt x="16" y="2"/>
                    </a:cubicBezTo>
                    <a:cubicBezTo>
                      <a:pt x="17" y="2"/>
                      <a:pt x="18" y="0"/>
                      <a:pt x="19" y="0"/>
                    </a:cubicBezTo>
                    <a:cubicBezTo>
                      <a:pt x="20" y="0"/>
                      <a:pt x="22" y="0"/>
                      <a:pt x="23" y="0"/>
                    </a:cubicBezTo>
                    <a:cubicBezTo>
                      <a:pt x="24" y="0"/>
                      <a:pt x="25" y="0"/>
                      <a:pt x="25" y="2"/>
                    </a:cubicBezTo>
                    <a:cubicBezTo>
                      <a:pt x="25" y="3"/>
                      <a:pt x="25" y="5"/>
                      <a:pt x="24" y="6"/>
                    </a:cubicBezTo>
                    <a:cubicBezTo>
                      <a:pt x="23" y="8"/>
                      <a:pt x="20" y="9"/>
                      <a:pt x="19" y="10"/>
                    </a:cubicBezTo>
                    <a:cubicBezTo>
                      <a:pt x="17" y="11"/>
                      <a:pt x="16" y="13"/>
                      <a:pt x="15" y="14"/>
                    </a:cubicBezTo>
                    <a:cubicBezTo>
                      <a:pt x="15" y="15"/>
                      <a:pt x="14" y="16"/>
                      <a:pt x="13" y="17"/>
                    </a:cubicBezTo>
                    <a:cubicBezTo>
                      <a:pt x="12" y="18"/>
                      <a:pt x="12" y="19"/>
                      <a:pt x="11" y="21"/>
                    </a:cubicBezTo>
                    <a:cubicBezTo>
                      <a:pt x="11" y="23"/>
                      <a:pt x="10" y="24"/>
                      <a:pt x="10" y="26"/>
                    </a:cubicBezTo>
                    <a:cubicBezTo>
                      <a:pt x="10" y="27"/>
                      <a:pt x="10" y="28"/>
                      <a:pt x="10" y="29"/>
                    </a:cubicBezTo>
                    <a:cubicBezTo>
                      <a:pt x="10" y="30"/>
                      <a:pt x="10" y="31"/>
                      <a:pt x="10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7" name="Freeform 2979">
                <a:extLst>
                  <a:ext uri="{FF2B5EF4-FFF2-40B4-BE49-F238E27FC236}">
                    <a16:creationId xmlns:a16="http://schemas.microsoft.com/office/drawing/2014/main" id="{56857B8E-FCBA-1F42-BD2F-75230E015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54"/>
                <a:ext cx="25" cy="26"/>
              </a:xfrm>
              <a:custGeom>
                <a:avLst/>
                <a:gdLst>
                  <a:gd name="T0" fmla="*/ 37 w 63"/>
                  <a:gd name="T1" fmla="*/ 61 h 64"/>
                  <a:gd name="T2" fmla="*/ 40 w 63"/>
                  <a:gd name="T3" fmla="*/ 61 h 64"/>
                  <a:gd name="T4" fmla="*/ 45 w 63"/>
                  <a:gd name="T5" fmla="*/ 60 h 64"/>
                  <a:gd name="T6" fmla="*/ 51 w 63"/>
                  <a:gd name="T7" fmla="*/ 58 h 64"/>
                  <a:gd name="T8" fmla="*/ 57 w 63"/>
                  <a:gd name="T9" fmla="*/ 56 h 64"/>
                  <a:gd name="T10" fmla="*/ 62 w 63"/>
                  <a:gd name="T11" fmla="*/ 53 h 64"/>
                  <a:gd name="T12" fmla="*/ 61 w 63"/>
                  <a:gd name="T13" fmla="*/ 48 h 64"/>
                  <a:gd name="T14" fmla="*/ 54 w 63"/>
                  <a:gd name="T15" fmla="*/ 48 h 64"/>
                  <a:gd name="T16" fmla="*/ 46 w 63"/>
                  <a:gd name="T17" fmla="*/ 49 h 64"/>
                  <a:gd name="T18" fmla="*/ 40 w 63"/>
                  <a:gd name="T19" fmla="*/ 48 h 64"/>
                  <a:gd name="T20" fmla="*/ 37 w 63"/>
                  <a:gd name="T21" fmla="*/ 44 h 64"/>
                  <a:gd name="T22" fmla="*/ 43 w 63"/>
                  <a:gd name="T23" fmla="*/ 39 h 64"/>
                  <a:gd name="T24" fmla="*/ 51 w 63"/>
                  <a:gd name="T25" fmla="*/ 35 h 64"/>
                  <a:gd name="T26" fmla="*/ 54 w 63"/>
                  <a:gd name="T27" fmla="*/ 29 h 64"/>
                  <a:gd name="T28" fmla="*/ 53 w 63"/>
                  <a:gd name="T29" fmla="*/ 24 h 64"/>
                  <a:gd name="T30" fmla="*/ 49 w 63"/>
                  <a:gd name="T31" fmla="*/ 19 h 64"/>
                  <a:gd name="T32" fmla="*/ 47 w 63"/>
                  <a:gd name="T33" fmla="*/ 13 h 64"/>
                  <a:gd name="T34" fmla="*/ 42 w 63"/>
                  <a:gd name="T35" fmla="*/ 10 h 64"/>
                  <a:gd name="T36" fmla="*/ 38 w 63"/>
                  <a:gd name="T37" fmla="*/ 4 h 64"/>
                  <a:gd name="T38" fmla="*/ 31 w 63"/>
                  <a:gd name="T39" fmla="*/ 0 h 64"/>
                  <a:gd name="T40" fmla="*/ 23 w 63"/>
                  <a:gd name="T41" fmla="*/ 1 h 64"/>
                  <a:gd name="T42" fmla="*/ 15 w 63"/>
                  <a:gd name="T43" fmla="*/ 5 h 64"/>
                  <a:gd name="T44" fmla="*/ 11 w 63"/>
                  <a:gd name="T45" fmla="*/ 9 h 64"/>
                  <a:gd name="T46" fmla="*/ 10 w 63"/>
                  <a:gd name="T47" fmla="*/ 16 h 64"/>
                  <a:gd name="T48" fmla="*/ 10 w 63"/>
                  <a:gd name="T49" fmla="*/ 23 h 64"/>
                  <a:gd name="T50" fmla="*/ 5 w 63"/>
                  <a:gd name="T51" fmla="*/ 26 h 64"/>
                  <a:gd name="T52" fmla="*/ 2 w 63"/>
                  <a:gd name="T53" fmla="*/ 42 h 64"/>
                  <a:gd name="T54" fmla="*/ 5 w 63"/>
                  <a:gd name="T55" fmla="*/ 47 h 64"/>
                  <a:gd name="T56" fmla="*/ 9 w 63"/>
                  <a:gd name="T57" fmla="*/ 46 h 64"/>
                  <a:gd name="T58" fmla="*/ 14 w 63"/>
                  <a:gd name="T59" fmla="*/ 43 h 64"/>
                  <a:gd name="T60" fmla="*/ 13 w 63"/>
                  <a:gd name="T61" fmla="*/ 36 h 64"/>
                  <a:gd name="T62" fmla="*/ 14 w 63"/>
                  <a:gd name="T63" fmla="*/ 34 h 64"/>
                  <a:gd name="T64" fmla="*/ 16 w 63"/>
                  <a:gd name="T65" fmla="*/ 34 h 64"/>
                  <a:gd name="T66" fmla="*/ 22 w 63"/>
                  <a:gd name="T67" fmla="*/ 33 h 64"/>
                  <a:gd name="T68" fmla="*/ 23 w 63"/>
                  <a:gd name="T69" fmla="*/ 27 h 64"/>
                  <a:gd name="T70" fmla="*/ 26 w 63"/>
                  <a:gd name="T71" fmla="*/ 30 h 64"/>
                  <a:gd name="T72" fmla="*/ 24 w 63"/>
                  <a:gd name="T73" fmla="*/ 38 h 64"/>
                  <a:gd name="T74" fmla="*/ 19 w 63"/>
                  <a:gd name="T75" fmla="*/ 42 h 64"/>
                  <a:gd name="T76" fmla="*/ 14 w 63"/>
                  <a:gd name="T77" fmla="*/ 46 h 64"/>
                  <a:gd name="T78" fmla="*/ 15 w 63"/>
                  <a:gd name="T79" fmla="*/ 52 h 64"/>
                  <a:gd name="T80" fmla="*/ 15 w 63"/>
                  <a:gd name="T81" fmla="*/ 56 h 64"/>
                  <a:gd name="T82" fmla="*/ 16 w 63"/>
                  <a:gd name="T83" fmla="*/ 60 h 64"/>
                  <a:gd name="T84" fmla="*/ 18 w 63"/>
                  <a:gd name="T85" fmla="*/ 61 h 64"/>
                  <a:gd name="T86" fmla="*/ 23 w 63"/>
                  <a:gd name="T87" fmla="*/ 62 h 64"/>
                  <a:gd name="T88" fmla="*/ 25 w 63"/>
                  <a:gd name="T89" fmla="*/ 62 h 64"/>
                  <a:gd name="T90" fmla="*/ 27 w 63"/>
                  <a:gd name="T91" fmla="*/ 63 h 64"/>
                  <a:gd name="T92" fmla="*/ 30 w 63"/>
                  <a:gd name="T93" fmla="*/ 64 h 64"/>
                  <a:gd name="T94" fmla="*/ 34 w 63"/>
                  <a:gd name="T95" fmla="*/ 63 h 64"/>
                  <a:gd name="T96" fmla="*/ 37 w 63"/>
                  <a:gd name="T97" fmla="*/ 6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3" h="64">
                    <a:moveTo>
                      <a:pt x="37" y="61"/>
                    </a:moveTo>
                    <a:cubicBezTo>
                      <a:pt x="38" y="61"/>
                      <a:pt x="39" y="61"/>
                      <a:pt x="40" y="61"/>
                    </a:cubicBezTo>
                    <a:cubicBezTo>
                      <a:pt x="42" y="60"/>
                      <a:pt x="43" y="60"/>
                      <a:pt x="45" y="60"/>
                    </a:cubicBezTo>
                    <a:cubicBezTo>
                      <a:pt x="47" y="59"/>
                      <a:pt x="49" y="58"/>
                      <a:pt x="51" y="58"/>
                    </a:cubicBezTo>
                    <a:cubicBezTo>
                      <a:pt x="53" y="58"/>
                      <a:pt x="55" y="57"/>
                      <a:pt x="57" y="56"/>
                    </a:cubicBezTo>
                    <a:cubicBezTo>
                      <a:pt x="59" y="55"/>
                      <a:pt x="61" y="55"/>
                      <a:pt x="62" y="53"/>
                    </a:cubicBezTo>
                    <a:cubicBezTo>
                      <a:pt x="63" y="52"/>
                      <a:pt x="62" y="49"/>
                      <a:pt x="61" y="48"/>
                    </a:cubicBezTo>
                    <a:cubicBezTo>
                      <a:pt x="59" y="47"/>
                      <a:pt x="56" y="48"/>
                      <a:pt x="54" y="48"/>
                    </a:cubicBezTo>
                    <a:cubicBezTo>
                      <a:pt x="51" y="49"/>
                      <a:pt x="49" y="49"/>
                      <a:pt x="46" y="49"/>
                    </a:cubicBezTo>
                    <a:cubicBezTo>
                      <a:pt x="44" y="48"/>
                      <a:pt x="42" y="49"/>
                      <a:pt x="40" y="48"/>
                    </a:cubicBezTo>
                    <a:cubicBezTo>
                      <a:pt x="39" y="47"/>
                      <a:pt x="37" y="46"/>
                      <a:pt x="37" y="44"/>
                    </a:cubicBezTo>
                    <a:cubicBezTo>
                      <a:pt x="37" y="41"/>
                      <a:pt x="41" y="40"/>
                      <a:pt x="43" y="39"/>
                    </a:cubicBezTo>
                    <a:cubicBezTo>
                      <a:pt x="46" y="38"/>
                      <a:pt x="49" y="37"/>
                      <a:pt x="51" y="35"/>
                    </a:cubicBezTo>
                    <a:cubicBezTo>
                      <a:pt x="52" y="33"/>
                      <a:pt x="53" y="31"/>
                      <a:pt x="54" y="29"/>
                    </a:cubicBezTo>
                    <a:cubicBezTo>
                      <a:pt x="54" y="27"/>
                      <a:pt x="55" y="26"/>
                      <a:pt x="53" y="24"/>
                    </a:cubicBezTo>
                    <a:cubicBezTo>
                      <a:pt x="51" y="23"/>
                      <a:pt x="50" y="22"/>
                      <a:pt x="49" y="19"/>
                    </a:cubicBezTo>
                    <a:cubicBezTo>
                      <a:pt x="48" y="17"/>
                      <a:pt x="48" y="15"/>
                      <a:pt x="47" y="13"/>
                    </a:cubicBezTo>
                    <a:cubicBezTo>
                      <a:pt x="45" y="12"/>
                      <a:pt x="43" y="11"/>
                      <a:pt x="42" y="10"/>
                    </a:cubicBezTo>
                    <a:cubicBezTo>
                      <a:pt x="40" y="8"/>
                      <a:pt x="40" y="6"/>
                      <a:pt x="38" y="4"/>
                    </a:cubicBezTo>
                    <a:cubicBezTo>
                      <a:pt x="36" y="2"/>
                      <a:pt x="33" y="0"/>
                      <a:pt x="31" y="0"/>
                    </a:cubicBezTo>
                    <a:cubicBezTo>
                      <a:pt x="28" y="0"/>
                      <a:pt x="25" y="0"/>
                      <a:pt x="23" y="1"/>
                    </a:cubicBezTo>
                    <a:cubicBezTo>
                      <a:pt x="20" y="2"/>
                      <a:pt x="17" y="3"/>
                      <a:pt x="15" y="5"/>
                    </a:cubicBezTo>
                    <a:cubicBezTo>
                      <a:pt x="13" y="6"/>
                      <a:pt x="12" y="7"/>
                      <a:pt x="11" y="9"/>
                    </a:cubicBezTo>
                    <a:cubicBezTo>
                      <a:pt x="9" y="11"/>
                      <a:pt x="10" y="14"/>
                      <a:pt x="10" y="16"/>
                    </a:cubicBezTo>
                    <a:cubicBezTo>
                      <a:pt x="11" y="18"/>
                      <a:pt x="11" y="21"/>
                      <a:pt x="10" y="23"/>
                    </a:cubicBezTo>
                    <a:cubicBezTo>
                      <a:pt x="9" y="25"/>
                      <a:pt x="7" y="25"/>
                      <a:pt x="5" y="26"/>
                    </a:cubicBezTo>
                    <a:cubicBezTo>
                      <a:pt x="0" y="29"/>
                      <a:pt x="1" y="37"/>
                      <a:pt x="2" y="42"/>
                    </a:cubicBezTo>
                    <a:cubicBezTo>
                      <a:pt x="2" y="44"/>
                      <a:pt x="3" y="46"/>
                      <a:pt x="5" y="47"/>
                    </a:cubicBezTo>
                    <a:cubicBezTo>
                      <a:pt x="6" y="47"/>
                      <a:pt x="8" y="46"/>
                      <a:pt x="9" y="46"/>
                    </a:cubicBezTo>
                    <a:cubicBezTo>
                      <a:pt x="11" y="45"/>
                      <a:pt x="13" y="45"/>
                      <a:pt x="14" y="43"/>
                    </a:cubicBezTo>
                    <a:cubicBezTo>
                      <a:pt x="15" y="41"/>
                      <a:pt x="14" y="38"/>
                      <a:pt x="13" y="36"/>
                    </a:cubicBezTo>
                    <a:cubicBezTo>
                      <a:pt x="13" y="36"/>
                      <a:pt x="13" y="34"/>
                      <a:pt x="14" y="34"/>
                    </a:cubicBezTo>
                    <a:cubicBezTo>
                      <a:pt x="14" y="33"/>
                      <a:pt x="16" y="34"/>
                      <a:pt x="16" y="34"/>
                    </a:cubicBezTo>
                    <a:cubicBezTo>
                      <a:pt x="18" y="35"/>
                      <a:pt x="21" y="36"/>
                      <a:pt x="22" y="33"/>
                    </a:cubicBezTo>
                    <a:cubicBezTo>
                      <a:pt x="22" y="31"/>
                      <a:pt x="21" y="28"/>
                      <a:pt x="23" y="27"/>
                    </a:cubicBezTo>
                    <a:cubicBezTo>
                      <a:pt x="25" y="25"/>
                      <a:pt x="26" y="29"/>
                      <a:pt x="26" y="30"/>
                    </a:cubicBezTo>
                    <a:cubicBezTo>
                      <a:pt x="25" y="33"/>
                      <a:pt x="25" y="35"/>
                      <a:pt x="24" y="38"/>
                    </a:cubicBezTo>
                    <a:cubicBezTo>
                      <a:pt x="23" y="40"/>
                      <a:pt x="21" y="41"/>
                      <a:pt x="19" y="42"/>
                    </a:cubicBezTo>
                    <a:cubicBezTo>
                      <a:pt x="17" y="42"/>
                      <a:pt x="15" y="43"/>
                      <a:pt x="14" y="46"/>
                    </a:cubicBezTo>
                    <a:cubicBezTo>
                      <a:pt x="14" y="48"/>
                      <a:pt x="14" y="50"/>
                      <a:pt x="15" y="52"/>
                    </a:cubicBezTo>
                    <a:cubicBezTo>
                      <a:pt x="15" y="54"/>
                      <a:pt x="15" y="55"/>
                      <a:pt x="15" y="56"/>
                    </a:cubicBezTo>
                    <a:cubicBezTo>
                      <a:pt x="16" y="58"/>
                      <a:pt x="16" y="59"/>
                      <a:pt x="16" y="60"/>
                    </a:cubicBezTo>
                    <a:cubicBezTo>
                      <a:pt x="17" y="61"/>
                      <a:pt x="18" y="61"/>
                      <a:pt x="18" y="61"/>
                    </a:cubicBezTo>
                    <a:cubicBezTo>
                      <a:pt x="20" y="61"/>
                      <a:pt x="21" y="62"/>
                      <a:pt x="23" y="62"/>
                    </a:cubicBezTo>
                    <a:cubicBezTo>
                      <a:pt x="23" y="62"/>
                      <a:pt x="24" y="62"/>
                      <a:pt x="25" y="62"/>
                    </a:cubicBezTo>
                    <a:cubicBezTo>
                      <a:pt x="25" y="62"/>
                      <a:pt x="26" y="63"/>
                      <a:pt x="27" y="63"/>
                    </a:cubicBezTo>
                    <a:cubicBezTo>
                      <a:pt x="28" y="63"/>
                      <a:pt x="29" y="64"/>
                      <a:pt x="30" y="64"/>
                    </a:cubicBezTo>
                    <a:cubicBezTo>
                      <a:pt x="32" y="64"/>
                      <a:pt x="32" y="63"/>
                      <a:pt x="34" y="63"/>
                    </a:cubicBezTo>
                    <a:cubicBezTo>
                      <a:pt x="35" y="62"/>
                      <a:pt x="36" y="62"/>
                      <a:pt x="37" y="6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8" name="Freeform 2980">
                <a:extLst>
                  <a:ext uri="{FF2B5EF4-FFF2-40B4-BE49-F238E27FC236}">
                    <a16:creationId xmlns:a16="http://schemas.microsoft.com/office/drawing/2014/main" id="{5E650B8B-997B-B045-B8D9-1D6FAA8F0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555"/>
                <a:ext cx="5" cy="5"/>
              </a:xfrm>
              <a:custGeom>
                <a:avLst/>
                <a:gdLst>
                  <a:gd name="T0" fmla="*/ 3 w 12"/>
                  <a:gd name="T1" fmla="*/ 11 h 11"/>
                  <a:gd name="T2" fmla="*/ 1 w 12"/>
                  <a:gd name="T3" fmla="*/ 9 h 11"/>
                  <a:gd name="T4" fmla="*/ 2 w 12"/>
                  <a:gd name="T5" fmla="*/ 4 h 11"/>
                  <a:gd name="T6" fmla="*/ 7 w 12"/>
                  <a:gd name="T7" fmla="*/ 0 h 11"/>
                  <a:gd name="T8" fmla="*/ 10 w 12"/>
                  <a:gd name="T9" fmla="*/ 1 h 11"/>
                  <a:gd name="T10" fmla="*/ 11 w 12"/>
                  <a:gd name="T11" fmla="*/ 3 h 11"/>
                  <a:gd name="T12" fmla="*/ 11 w 12"/>
                  <a:gd name="T13" fmla="*/ 6 h 11"/>
                  <a:gd name="T14" fmla="*/ 8 w 12"/>
                  <a:gd name="T15" fmla="*/ 9 h 11"/>
                  <a:gd name="T16" fmla="*/ 3 w 12"/>
                  <a:gd name="T1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2" y="11"/>
                      <a:pt x="2" y="10"/>
                      <a:pt x="1" y="9"/>
                    </a:cubicBezTo>
                    <a:cubicBezTo>
                      <a:pt x="0" y="8"/>
                      <a:pt x="1" y="5"/>
                      <a:pt x="2" y="4"/>
                    </a:cubicBezTo>
                    <a:cubicBezTo>
                      <a:pt x="3" y="2"/>
                      <a:pt x="5" y="1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7"/>
                      <a:pt x="9" y="8"/>
                      <a:pt x="8" y="9"/>
                    </a:cubicBezTo>
                    <a:cubicBezTo>
                      <a:pt x="6" y="10"/>
                      <a:pt x="5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9" name="Freeform 2981">
                <a:extLst>
                  <a:ext uri="{FF2B5EF4-FFF2-40B4-BE49-F238E27FC236}">
                    <a16:creationId xmlns:a16="http://schemas.microsoft.com/office/drawing/2014/main" id="{4609AD94-5E62-7043-A204-A543DE092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84"/>
                <a:ext cx="4" cy="6"/>
              </a:xfrm>
              <a:custGeom>
                <a:avLst/>
                <a:gdLst>
                  <a:gd name="T0" fmla="*/ 3 w 11"/>
                  <a:gd name="T1" fmla="*/ 12 h 14"/>
                  <a:gd name="T2" fmla="*/ 0 w 11"/>
                  <a:gd name="T3" fmla="*/ 6 h 14"/>
                  <a:gd name="T4" fmla="*/ 0 w 11"/>
                  <a:gd name="T5" fmla="*/ 3 h 14"/>
                  <a:gd name="T6" fmla="*/ 3 w 11"/>
                  <a:gd name="T7" fmla="*/ 2 h 14"/>
                  <a:gd name="T8" fmla="*/ 10 w 11"/>
                  <a:gd name="T9" fmla="*/ 1 h 14"/>
                  <a:gd name="T10" fmla="*/ 10 w 11"/>
                  <a:gd name="T11" fmla="*/ 5 h 14"/>
                  <a:gd name="T12" fmla="*/ 11 w 11"/>
                  <a:gd name="T13" fmla="*/ 10 h 14"/>
                  <a:gd name="T14" fmla="*/ 9 w 11"/>
                  <a:gd name="T15" fmla="*/ 13 h 14"/>
                  <a:gd name="T16" fmla="*/ 6 w 11"/>
                  <a:gd name="T17" fmla="*/ 14 h 14"/>
                  <a:gd name="T18" fmla="*/ 3 w 11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3" y="12"/>
                    </a:moveTo>
                    <a:cubicBezTo>
                      <a:pt x="1" y="10"/>
                      <a:pt x="0" y="8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0" y="2"/>
                      <a:pt x="10" y="4"/>
                      <a:pt x="10" y="5"/>
                    </a:cubicBezTo>
                    <a:cubicBezTo>
                      <a:pt x="11" y="7"/>
                      <a:pt x="11" y="8"/>
                      <a:pt x="11" y="10"/>
                    </a:cubicBezTo>
                    <a:cubicBezTo>
                      <a:pt x="11" y="11"/>
                      <a:pt x="10" y="12"/>
                      <a:pt x="9" y="13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5" y="13"/>
                      <a:pt x="3" y="13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0" name="Freeform 2982">
                <a:extLst>
                  <a:ext uri="{FF2B5EF4-FFF2-40B4-BE49-F238E27FC236}">
                    <a16:creationId xmlns:a16="http://schemas.microsoft.com/office/drawing/2014/main" id="{2A8BCDAC-3BA8-E341-BB29-A8383EC97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468"/>
                <a:ext cx="5" cy="5"/>
              </a:xfrm>
              <a:custGeom>
                <a:avLst/>
                <a:gdLst>
                  <a:gd name="T0" fmla="*/ 1 w 11"/>
                  <a:gd name="T1" fmla="*/ 3 h 10"/>
                  <a:gd name="T2" fmla="*/ 5 w 11"/>
                  <a:gd name="T3" fmla="*/ 4 h 10"/>
                  <a:gd name="T4" fmla="*/ 10 w 11"/>
                  <a:gd name="T5" fmla="*/ 7 h 10"/>
                  <a:gd name="T6" fmla="*/ 9 w 11"/>
                  <a:gd name="T7" fmla="*/ 10 h 10"/>
                  <a:gd name="T8" fmla="*/ 1 w 11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3"/>
                    </a:moveTo>
                    <a:cubicBezTo>
                      <a:pt x="1" y="0"/>
                      <a:pt x="4" y="3"/>
                      <a:pt x="5" y="4"/>
                    </a:cubicBezTo>
                    <a:cubicBezTo>
                      <a:pt x="6" y="5"/>
                      <a:pt x="9" y="5"/>
                      <a:pt x="10" y="7"/>
                    </a:cubicBezTo>
                    <a:cubicBezTo>
                      <a:pt x="11" y="8"/>
                      <a:pt x="10" y="10"/>
                      <a:pt x="9" y="10"/>
                    </a:cubicBezTo>
                    <a:cubicBezTo>
                      <a:pt x="5" y="10"/>
                      <a:pt x="0" y="7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1" name="Freeform 2983">
                <a:extLst>
                  <a:ext uri="{FF2B5EF4-FFF2-40B4-BE49-F238E27FC236}">
                    <a16:creationId xmlns:a16="http://schemas.microsoft.com/office/drawing/2014/main" id="{B18EF1C9-F3C9-6B4D-823D-B52349EA7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444"/>
                <a:ext cx="21" cy="29"/>
              </a:xfrm>
              <a:custGeom>
                <a:avLst/>
                <a:gdLst>
                  <a:gd name="T0" fmla="*/ 11 w 51"/>
                  <a:gd name="T1" fmla="*/ 31 h 72"/>
                  <a:gd name="T2" fmla="*/ 7 w 51"/>
                  <a:gd name="T3" fmla="*/ 31 h 72"/>
                  <a:gd name="T4" fmla="*/ 1 w 51"/>
                  <a:gd name="T5" fmla="*/ 27 h 72"/>
                  <a:gd name="T6" fmla="*/ 9 w 51"/>
                  <a:gd name="T7" fmla="*/ 24 h 72"/>
                  <a:gd name="T8" fmla="*/ 12 w 51"/>
                  <a:gd name="T9" fmla="*/ 17 h 72"/>
                  <a:gd name="T10" fmla="*/ 15 w 51"/>
                  <a:gd name="T11" fmla="*/ 17 h 72"/>
                  <a:gd name="T12" fmla="*/ 17 w 51"/>
                  <a:gd name="T13" fmla="*/ 20 h 72"/>
                  <a:gd name="T14" fmla="*/ 18 w 51"/>
                  <a:gd name="T15" fmla="*/ 25 h 72"/>
                  <a:gd name="T16" fmla="*/ 22 w 51"/>
                  <a:gd name="T17" fmla="*/ 28 h 72"/>
                  <a:gd name="T18" fmla="*/ 24 w 51"/>
                  <a:gd name="T19" fmla="*/ 30 h 72"/>
                  <a:gd name="T20" fmla="*/ 29 w 51"/>
                  <a:gd name="T21" fmla="*/ 31 h 72"/>
                  <a:gd name="T22" fmla="*/ 31 w 51"/>
                  <a:gd name="T23" fmla="*/ 30 h 72"/>
                  <a:gd name="T24" fmla="*/ 29 w 51"/>
                  <a:gd name="T25" fmla="*/ 29 h 72"/>
                  <a:gd name="T26" fmla="*/ 26 w 51"/>
                  <a:gd name="T27" fmla="*/ 27 h 72"/>
                  <a:gd name="T28" fmla="*/ 23 w 51"/>
                  <a:gd name="T29" fmla="*/ 24 h 72"/>
                  <a:gd name="T30" fmla="*/ 20 w 51"/>
                  <a:gd name="T31" fmla="*/ 21 h 72"/>
                  <a:gd name="T32" fmla="*/ 26 w 51"/>
                  <a:gd name="T33" fmla="*/ 16 h 72"/>
                  <a:gd name="T34" fmla="*/ 32 w 51"/>
                  <a:gd name="T35" fmla="*/ 9 h 72"/>
                  <a:gd name="T36" fmla="*/ 33 w 51"/>
                  <a:gd name="T37" fmla="*/ 6 h 72"/>
                  <a:gd name="T38" fmla="*/ 36 w 51"/>
                  <a:gd name="T39" fmla="*/ 3 h 72"/>
                  <a:gd name="T40" fmla="*/ 43 w 51"/>
                  <a:gd name="T41" fmla="*/ 7 h 72"/>
                  <a:gd name="T42" fmla="*/ 47 w 51"/>
                  <a:gd name="T43" fmla="*/ 3 h 72"/>
                  <a:gd name="T44" fmla="*/ 49 w 51"/>
                  <a:gd name="T45" fmla="*/ 1 h 72"/>
                  <a:gd name="T46" fmla="*/ 51 w 51"/>
                  <a:gd name="T47" fmla="*/ 6 h 72"/>
                  <a:gd name="T48" fmla="*/ 47 w 51"/>
                  <a:gd name="T49" fmla="*/ 14 h 72"/>
                  <a:gd name="T50" fmla="*/ 45 w 51"/>
                  <a:gd name="T51" fmla="*/ 17 h 72"/>
                  <a:gd name="T52" fmla="*/ 45 w 51"/>
                  <a:gd name="T53" fmla="*/ 21 h 72"/>
                  <a:gd name="T54" fmla="*/ 43 w 51"/>
                  <a:gd name="T55" fmla="*/ 25 h 72"/>
                  <a:gd name="T56" fmla="*/ 39 w 51"/>
                  <a:gd name="T57" fmla="*/ 26 h 72"/>
                  <a:gd name="T58" fmla="*/ 38 w 51"/>
                  <a:gd name="T59" fmla="*/ 30 h 72"/>
                  <a:gd name="T60" fmla="*/ 40 w 51"/>
                  <a:gd name="T61" fmla="*/ 33 h 72"/>
                  <a:gd name="T62" fmla="*/ 39 w 51"/>
                  <a:gd name="T63" fmla="*/ 37 h 72"/>
                  <a:gd name="T64" fmla="*/ 39 w 51"/>
                  <a:gd name="T65" fmla="*/ 40 h 72"/>
                  <a:gd name="T66" fmla="*/ 36 w 51"/>
                  <a:gd name="T67" fmla="*/ 42 h 72"/>
                  <a:gd name="T68" fmla="*/ 33 w 51"/>
                  <a:gd name="T69" fmla="*/ 50 h 72"/>
                  <a:gd name="T70" fmla="*/ 29 w 51"/>
                  <a:gd name="T71" fmla="*/ 58 h 72"/>
                  <a:gd name="T72" fmla="*/ 27 w 51"/>
                  <a:gd name="T73" fmla="*/ 62 h 72"/>
                  <a:gd name="T74" fmla="*/ 24 w 51"/>
                  <a:gd name="T75" fmla="*/ 65 h 72"/>
                  <a:gd name="T76" fmla="*/ 19 w 51"/>
                  <a:gd name="T77" fmla="*/ 71 h 72"/>
                  <a:gd name="T78" fmla="*/ 12 w 51"/>
                  <a:gd name="T79" fmla="*/ 67 h 72"/>
                  <a:gd name="T80" fmla="*/ 21 w 51"/>
                  <a:gd name="T81" fmla="*/ 62 h 72"/>
                  <a:gd name="T82" fmla="*/ 20 w 51"/>
                  <a:gd name="T83" fmla="*/ 54 h 72"/>
                  <a:gd name="T84" fmla="*/ 19 w 51"/>
                  <a:gd name="T85" fmla="*/ 49 h 72"/>
                  <a:gd name="T86" fmla="*/ 22 w 51"/>
                  <a:gd name="T87" fmla="*/ 45 h 72"/>
                  <a:gd name="T88" fmla="*/ 23 w 51"/>
                  <a:gd name="T89" fmla="*/ 40 h 72"/>
                  <a:gd name="T90" fmla="*/ 20 w 51"/>
                  <a:gd name="T91" fmla="*/ 36 h 72"/>
                  <a:gd name="T92" fmla="*/ 16 w 51"/>
                  <a:gd name="T93" fmla="*/ 41 h 72"/>
                  <a:gd name="T94" fmla="*/ 13 w 51"/>
                  <a:gd name="T95" fmla="*/ 41 h 72"/>
                  <a:gd name="T96" fmla="*/ 13 w 51"/>
                  <a:gd name="T97" fmla="*/ 35 h 72"/>
                  <a:gd name="T98" fmla="*/ 11 w 51"/>
                  <a:gd name="T99" fmla="*/ 3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1" h="72">
                    <a:moveTo>
                      <a:pt x="11" y="31"/>
                    </a:moveTo>
                    <a:cubicBezTo>
                      <a:pt x="10" y="30"/>
                      <a:pt x="8" y="31"/>
                      <a:pt x="7" y="31"/>
                    </a:cubicBezTo>
                    <a:cubicBezTo>
                      <a:pt x="5" y="31"/>
                      <a:pt x="0" y="30"/>
                      <a:pt x="1" y="27"/>
                    </a:cubicBezTo>
                    <a:cubicBezTo>
                      <a:pt x="2" y="24"/>
                      <a:pt x="6" y="25"/>
                      <a:pt x="9" y="24"/>
                    </a:cubicBezTo>
                    <a:cubicBezTo>
                      <a:pt x="13" y="24"/>
                      <a:pt x="11" y="19"/>
                      <a:pt x="12" y="17"/>
                    </a:cubicBezTo>
                    <a:cubicBezTo>
                      <a:pt x="13" y="16"/>
                      <a:pt x="14" y="16"/>
                      <a:pt x="15" y="17"/>
                    </a:cubicBezTo>
                    <a:cubicBezTo>
                      <a:pt x="17" y="17"/>
                      <a:pt x="17" y="19"/>
                      <a:pt x="17" y="20"/>
                    </a:cubicBezTo>
                    <a:cubicBezTo>
                      <a:pt x="17" y="22"/>
                      <a:pt x="17" y="24"/>
                      <a:pt x="18" y="25"/>
                    </a:cubicBezTo>
                    <a:cubicBezTo>
                      <a:pt x="19" y="27"/>
                      <a:pt x="20" y="27"/>
                      <a:pt x="22" y="28"/>
                    </a:cubicBezTo>
                    <a:cubicBezTo>
                      <a:pt x="22" y="29"/>
                      <a:pt x="23" y="30"/>
                      <a:pt x="24" y="30"/>
                    </a:cubicBezTo>
                    <a:cubicBezTo>
                      <a:pt x="26" y="31"/>
                      <a:pt x="27" y="31"/>
                      <a:pt x="29" y="31"/>
                    </a:cubicBezTo>
                    <a:cubicBezTo>
                      <a:pt x="29" y="31"/>
                      <a:pt x="31" y="31"/>
                      <a:pt x="31" y="30"/>
                    </a:cubicBezTo>
                    <a:cubicBezTo>
                      <a:pt x="30" y="30"/>
                      <a:pt x="29" y="29"/>
                      <a:pt x="29" y="29"/>
                    </a:cubicBezTo>
                    <a:cubicBezTo>
                      <a:pt x="28" y="28"/>
                      <a:pt x="27" y="28"/>
                      <a:pt x="26" y="27"/>
                    </a:cubicBezTo>
                    <a:cubicBezTo>
                      <a:pt x="25" y="26"/>
                      <a:pt x="24" y="25"/>
                      <a:pt x="23" y="24"/>
                    </a:cubicBezTo>
                    <a:cubicBezTo>
                      <a:pt x="22" y="23"/>
                      <a:pt x="20" y="22"/>
                      <a:pt x="20" y="21"/>
                    </a:cubicBezTo>
                    <a:cubicBezTo>
                      <a:pt x="19" y="18"/>
                      <a:pt x="24" y="17"/>
                      <a:pt x="26" y="16"/>
                    </a:cubicBezTo>
                    <a:cubicBezTo>
                      <a:pt x="29" y="15"/>
                      <a:pt x="32" y="12"/>
                      <a:pt x="32" y="9"/>
                    </a:cubicBezTo>
                    <a:cubicBezTo>
                      <a:pt x="32" y="8"/>
                      <a:pt x="32" y="7"/>
                      <a:pt x="33" y="6"/>
                    </a:cubicBezTo>
                    <a:cubicBezTo>
                      <a:pt x="33" y="4"/>
                      <a:pt x="35" y="4"/>
                      <a:pt x="36" y="3"/>
                    </a:cubicBezTo>
                    <a:cubicBezTo>
                      <a:pt x="39" y="3"/>
                      <a:pt x="41" y="5"/>
                      <a:pt x="43" y="7"/>
                    </a:cubicBezTo>
                    <a:cubicBezTo>
                      <a:pt x="46" y="11"/>
                      <a:pt x="46" y="5"/>
                      <a:pt x="47" y="3"/>
                    </a:cubicBezTo>
                    <a:cubicBezTo>
                      <a:pt x="47" y="1"/>
                      <a:pt x="48" y="0"/>
                      <a:pt x="49" y="1"/>
                    </a:cubicBezTo>
                    <a:cubicBezTo>
                      <a:pt x="50" y="2"/>
                      <a:pt x="51" y="4"/>
                      <a:pt x="51" y="6"/>
                    </a:cubicBezTo>
                    <a:cubicBezTo>
                      <a:pt x="51" y="9"/>
                      <a:pt x="50" y="12"/>
                      <a:pt x="47" y="14"/>
                    </a:cubicBezTo>
                    <a:cubicBezTo>
                      <a:pt x="46" y="15"/>
                      <a:pt x="45" y="15"/>
                      <a:pt x="45" y="17"/>
                    </a:cubicBezTo>
                    <a:cubicBezTo>
                      <a:pt x="45" y="18"/>
                      <a:pt x="45" y="20"/>
                      <a:pt x="45" y="21"/>
                    </a:cubicBezTo>
                    <a:cubicBezTo>
                      <a:pt x="45" y="22"/>
                      <a:pt x="44" y="24"/>
                      <a:pt x="43" y="25"/>
                    </a:cubicBezTo>
                    <a:cubicBezTo>
                      <a:pt x="42" y="25"/>
                      <a:pt x="40" y="26"/>
                      <a:pt x="39" y="26"/>
                    </a:cubicBezTo>
                    <a:cubicBezTo>
                      <a:pt x="38" y="27"/>
                      <a:pt x="37" y="28"/>
                      <a:pt x="38" y="30"/>
                    </a:cubicBezTo>
                    <a:cubicBezTo>
                      <a:pt x="38" y="31"/>
                      <a:pt x="40" y="32"/>
                      <a:pt x="40" y="33"/>
                    </a:cubicBezTo>
                    <a:cubicBezTo>
                      <a:pt x="40" y="35"/>
                      <a:pt x="39" y="36"/>
                      <a:pt x="39" y="37"/>
                    </a:cubicBezTo>
                    <a:cubicBezTo>
                      <a:pt x="38" y="38"/>
                      <a:pt x="39" y="39"/>
                      <a:pt x="39" y="40"/>
                    </a:cubicBezTo>
                    <a:cubicBezTo>
                      <a:pt x="39" y="41"/>
                      <a:pt x="37" y="42"/>
                      <a:pt x="36" y="42"/>
                    </a:cubicBezTo>
                    <a:cubicBezTo>
                      <a:pt x="36" y="45"/>
                      <a:pt x="35" y="47"/>
                      <a:pt x="33" y="50"/>
                    </a:cubicBezTo>
                    <a:cubicBezTo>
                      <a:pt x="31" y="52"/>
                      <a:pt x="30" y="55"/>
                      <a:pt x="29" y="58"/>
                    </a:cubicBezTo>
                    <a:cubicBezTo>
                      <a:pt x="28" y="59"/>
                      <a:pt x="28" y="61"/>
                      <a:pt x="27" y="62"/>
                    </a:cubicBezTo>
                    <a:cubicBezTo>
                      <a:pt x="26" y="63"/>
                      <a:pt x="25" y="64"/>
                      <a:pt x="24" y="65"/>
                    </a:cubicBezTo>
                    <a:cubicBezTo>
                      <a:pt x="22" y="67"/>
                      <a:pt x="22" y="70"/>
                      <a:pt x="19" y="71"/>
                    </a:cubicBezTo>
                    <a:cubicBezTo>
                      <a:pt x="16" y="72"/>
                      <a:pt x="12" y="71"/>
                      <a:pt x="12" y="67"/>
                    </a:cubicBezTo>
                    <a:cubicBezTo>
                      <a:pt x="13" y="63"/>
                      <a:pt x="18" y="64"/>
                      <a:pt x="21" y="62"/>
                    </a:cubicBezTo>
                    <a:cubicBezTo>
                      <a:pt x="24" y="61"/>
                      <a:pt x="22" y="56"/>
                      <a:pt x="20" y="54"/>
                    </a:cubicBezTo>
                    <a:cubicBezTo>
                      <a:pt x="19" y="52"/>
                      <a:pt x="19" y="51"/>
                      <a:pt x="19" y="49"/>
                    </a:cubicBezTo>
                    <a:cubicBezTo>
                      <a:pt x="19" y="48"/>
                      <a:pt x="20" y="46"/>
                      <a:pt x="22" y="45"/>
                    </a:cubicBezTo>
                    <a:cubicBezTo>
                      <a:pt x="23" y="43"/>
                      <a:pt x="23" y="42"/>
                      <a:pt x="23" y="40"/>
                    </a:cubicBezTo>
                    <a:cubicBezTo>
                      <a:pt x="23" y="38"/>
                      <a:pt x="22" y="35"/>
                      <a:pt x="20" y="36"/>
                    </a:cubicBezTo>
                    <a:cubicBezTo>
                      <a:pt x="18" y="36"/>
                      <a:pt x="17" y="39"/>
                      <a:pt x="16" y="41"/>
                    </a:cubicBezTo>
                    <a:cubicBezTo>
                      <a:pt x="15" y="42"/>
                      <a:pt x="13" y="43"/>
                      <a:pt x="13" y="41"/>
                    </a:cubicBezTo>
                    <a:cubicBezTo>
                      <a:pt x="12" y="39"/>
                      <a:pt x="12" y="37"/>
                      <a:pt x="13" y="35"/>
                    </a:cubicBezTo>
                    <a:cubicBezTo>
                      <a:pt x="13" y="34"/>
                      <a:pt x="12" y="32"/>
                      <a:pt x="11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2" name="Freeform 2984">
                <a:extLst>
                  <a:ext uri="{FF2B5EF4-FFF2-40B4-BE49-F238E27FC236}">
                    <a16:creationId xmlns:a16="http://schemas.microsoft.com/office/drawing/2014/main" id="{6BA883E6-2000-084C-8202-12C302034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27"/>
                <a:ext cx="14" cy="19"/>
              </a:xfrm>
              <a:custGeom>
                <a:avLst/>
                <a:gdLst>
                  <a:gd name="T0" fmla="*/ 16 w 34"/>
                  <a:gd name="T1" fmla="*/ 41 h 48"/>
                  <a:gd name="T2" fmla="*/ 19 w 34"/>
                  <a:gd name="T3" fmla="*/ 44 h 48"/>
                  <a:gd name="T4" fmla="*/ 17 w 34"/>
                  <a:gd name="T5" fmla="*/ 48 h 48"/>
                  <a:gd name="T6" fmla="*/ 13 w 34"/>
                  <a:gd name="T7" fmla="*/ 45 h 48"/>
                  <a:gd name="T8" fmla="*/ 10 w 34"/>
                  <a:gd name="T9" fmla="*/ 43 h 48"/>
                  <a:gd name="T10" fmla="*/ 7 w 34"/>
                  <a:gd name="T11" fmla="*/ 45 h 48"/>
                  <a:gd name="T12" fmla="*/ 4 w 34"/>
                  <a:gd name="T13" fmla="*/ 43 h 48"/>
                  <a:gd name="T14" fmla="*/ 3 w 34"/>
                  <a:gd name="T15" fmla="*/ 39 h 48"/>
                  <a:gd name="T16" fmla="*/ 3 w 34"/>
                  <a:gd name="T17" fmla="*/ 31 h 48"/>
                  <a:gd name="T18" fmla="*/ 7 w 34"/>
                  <a:gd name="T19" fmla="*/ 29 h 48"/>
                  <a:gd name="T20" fmla="*/ 7 w 34"/>
                  <a:gd name="T21" fmla="*/ 25 h 48"/>
                  <a:gd name="T22" fmla="*/ 9 w 34"/>
                  <a:gd name="T23" fmla="*/ 22 h 48"/>
                  <a:gd name="T24" fmla="*/ 12 w 34"/>
                  <a:gd name="T25" fmla="*/ 18 h 48"/>
                  <a:gd name="T26" fmla="*/ 12 w 34"/>
                  <a:gd name="T27" fmla="*/ 12 h 48"/>
                  <a:gd name="T28" fmla="*/ 14 w 34"/>
                  <a:gd name="T29" fmla="*/ 9 h 48"/>
                  <a:gd name="T30" fmla="*/ 18 w 34"/>
                  <a:gd name="T31" fmla="*/ 5 h 48"/>
                  <a:gd name="T32" fmla="*/ 21 w 34"/>
                  <a:gd name="T33" fmla="*/ 1 h 48"/>
                  <a:gd name="T34" fmla="*/ 23 w 34"/>
                  <a:gd name="T35" fmla="*/ 4 h 48"/>
                  <a:gd name="T36" fmla="*/ 22 w 34"/>
                  <a:gd name="T37" fmla="*/ 9 h 48"/>
                  <a:gd name="T38" fmla="*/ 25 w 34"/>
                  <a:gd name="T39" fmla="*/ 5 h 48"/>
                  <a:gd name="T40" fmla="*/ 29 w 34"/>
                  <a:gd name="T41" fmla="*/ 4 h 48"/>
                  <a:gd name="T42" fmla="*/ 31 w 34"/>
                  <a:gd name="T43" fmla="*/ 6 h 48"/>
                  <a:gd name="T44" fmla="*/ 32 w 34"/>
                  <a:gd name="T45" fmla="*/ 7 h 48"/>
                  <a:gd name="T46" fmla="*/ 31 w 34"/>
                  <a:gd name="T47" fmla="*/ 11 h 48"/>
                  <a:gd name="T48" fmla="*/ 31 w 34"/>
                  <a:gd name="T49" fmla="*/ 15 h 48"/>
                  <a:gd name="T50" fmla="*/ 32 w 34"/>
                  <a:gd name="T51" fmla="*/ 20 h 48"/>
                  <a:gd name="T52" fmla="*/ 31 w 34"/>
                  <a:gd name="T53" fmla="*/ 23 h 48"/>
                  <a:gd name="T54" fmla="*/ 29 w 34"/>
                  <a:gd name="T55" fmla="*/ 21 h 48"/>
                  <a:gd name="T56" fmla="*/ 26 w 34"/>
                  <a:gd name="T57" fmla="*/ 18 h 48"/>
                  <a:gd name="T58" fmla="*/ 24 w 34"/>
                  <a:gd name="T59" fmla="*/ 23 h 48"/>
                  <a:gd name="T60" fmla="*/ 21 w 34"/>
                  <a:gd name="T61" fmla="*/ 27 h 48"/>
                  <a:gd name="T62" fmla="*/ 24 w 34"/>
                  <a:gd name="T63" fmla="*/ 27 h 48"/>
                  <a:gd name="T64" fmla="*/ 26 w 34"/>
                  <a:gd name="T65" fmla="*/ 26 h 48"/>
                  <a:gd name="T66" fmla="*/ 28 w 34"/>
                  <a:gd name="T67" fmla="*/ 30 h 48"/>
                  <a:gd name="T68" fmla="*/ 25 w 34"/>
                  <a:gd name="T69" fmla="*/ 31 h 48"/>
                  <a:gd name="T70" fmla="*/ 22 w 34"/>
                  <a:gd name="T71" fmla="*/ 32 h 48"/>
                  <a:gd name="T72" fmla="*/ 19 w 34"/>
                  <a:gd name="T73" fmla="*/ 36 h 48"/>
                  <a:gd name="T74" fmla="*/ 15 w 34"/>
                  <a:gd name="T75" fmla="*/ 38 h 48"/>
                  <a:gd name="T76" fmla="*/ 14 w 34"/>
                  <a:gd name="T77" fmla="*/ 40 h 48"/>
                  <a:gd name="T78" fmla="*/ 16 w 34"/>
                  <a:gd name="T79" fmla="*/ 4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48">
                    <a:moveTo>
                      <a:pt x="16" y="41"/>
                    </a:moveTo>
                    <a:cubicBezTo>
                      <a:pt x="17" y="41"/>
                      <a:pt x="18" y="42"/>
                      <a:pt x="19" y="44"/>
                    </a:cubicBezTo>
                    <a:cubicBezTo>
                      <a:pt x="19" y="45"/>
                      <a:pt x="19" y="47"/>
                      <a:pt x="17" y="48"/>
                    </a:cubicBezTo>
                    <a:cubicBezTo>
                      <a:pt x="16" y="48"/>
                      <a:pt x="14" y="46"/>
                      <a:pt x="13" y="45"/>
                    </a:cubicBezTo>
                    <a:cubicBezTo>
                      <a:pt x="12" y="44"/>
                      <a:pt x="11" y="43"/>
                      <a:pt x="10" y="43"/>
                    </a:cubicBezTo>
                    <a:cubicBezTo>
                      <a:pt x="9" y="43"/>
                      <a:pt x="8" y="45"/>
                      <a:pt x="7" y="45"/>
                    </a:cubicBezTo>
                    <a:cubicBezTo>
                      <a:pt x="6" y="45"/>
                      <a:pt x="4" y="43"/>
                      <a:pt x="4" y="43"/>
                    </a:cubicBezTo>
                    <a:cubicBezTo>
                      <a:pt x="3" y="42"/>
                      <a:pt x="3" y="40"/>
                      <a:pt x="3" y="39"/>
                    </a:cubicBezTo>
                    <a:cubicBezTo>
                      <a:pt x="2" y="36"/>
                      <a:pt x="0" y="33"/>
                      <a:pt x="3" y="31"/>
                    </a:cubicBezTo>
                    <a:cubicBezTo>
                      <a:pt x="4" y="31"/>
                      <a:pt x="6" y="30"/>
                      <a:pt x="7" y="29"/>
                    </a:cubicBezTo>
                    <a:cubicBezTo>
                      <a:pt x="8" y="28"/>
                      <a:pt x="7" y="26"/>
                      <a:pt x="7" y="25"/>
                    </a:cubicBezTo>
                    <a:cubicBezTo>
                      <a:pt x="7" y="23"/>
                      <a:pt x="8" y="23"/>
                      <a:pt x="9" y="22"/>
                    </a:cubicBezTo>
                    <a:cubicBezTo>
                      <a:pt x="11" y="21"/>
                      <a:pt x="11" y="20"/>
                      <a:pt x="12" y="18"/>
                    </a:cubicBezTo>
                    <a:cubicBezTo>
                      <a:pt x="12" y="16"/>
                      <a:pt x="11" y="14"/>
                      <a:pt x="12" y="12"/>
                    </a:cubicBezTo>
                    <a:cubicBezTo>
                      <a:pt x="12" y="10"/>
                      <a:pt x="13" y="9"/>
                      <a:pt x="14" y="9"/>
                    </a:cubicBezTo>
                    <a:cubicBezTo>
                      <a:pt x="15" y="7"/>
                      <a:pt x="17" y="7"/>
                      <a:pt x="18" y="5"/>
                    </a:cubicBezTo>
                    <a:cubicBezTo>
                      <a:pt x="19" y="3"/>
                      <a:pt x="20" y="1"/>
                      <a:pt x="21" y="1"/>
                    </a:cubicBezTo>
                    <a:cubicBezTo>
                      <a:pt x="23" y="0"/>
                      <a:pt x="24" y="2"/>
                      <a:pt x="23" y="4"/>
                    </a:cubicBezTo>
                    <a:cubicBezTo>
                      <a:pt x="23" y="6"/>
                      <a:pt x="22" y="7"/>
                      <a:pt x="22" y="9"/>
                    </a:cubicBezTo>
                    <a:cubicBezTo>
                      <a:pt x="25" y="9"/>
                      <a:pt x="24" y="7"/>
                      <a:pt x="25" y="5"/>
                    </a:cubicBezTo>
                    <a:cubicBezTo>
                      <a:pt x="26" y="4"/>
                      <a:pt x="28" y="4"/>
                      <a:pt x="29" y="4"/>
                    </a:cubicBezTo>
                    <a:cubicBezTo>
                      <a:pt x="29" y="5"/>
                      <a:pt x="30" y="5"/>
                      <a:pt x="31" y="6"/>
                    </a:cubicBezTo>
                    <a:cubicBezTo>
                      <a:pt x="31" y="6"/>
                      <a:pt x="32" y="6"/>
                      <a:pt x="32" y="7"/>
                    </a:cubicBezTo>
                    <a:cubicBezTo>
                      <a:pt x="34" y="8"/>
                      <a:pt x="32" y="10"/>
                      <a:pt x="31" y="11"/>
                    </a:cubicBezTo>
                    <a:cubicBezTo>
                      <a:pt x="30" y="12"/>
                      <a:pt x="30" y="13"/>
                      <a:pt x="31" y="15"/>
                    </a:cubicBezTo>
                    <a:cubicBezTo>
                      <a:pt x="32" y="16"/>
                      <a:pt x="32" y="18"/>
                      <a:pt x="32" y="20"/>
                    </a:cubicBezTo>
                    <a:cubicBezTo>
                      <a:pt x="32" y="21"/>
                      <a:pt x="32" y="23"/>
                      <a:pt x="31" y="23"/>
                    </a:cubicBezTo>
                    <a:cubicBezTo>
                      <a:pt x="30" y="24"/>
                      <a:pt x="29" y="22"/>
                      <a:pt x="29" y="21"/>
                    </a:cubicBezTo>
                    <a:cubicBezTo>
                      <a:pt x="29" y="20"/>
                      <a:pt x="28" y="17"/>
                      <a:pt x="26" y="18"/>
                    </a:cubicBezTo>
                    <a:cubicBezTo>
                      <a:pt x="24" y="19"/>
                      <a:pt x="24" y="22"/>
                      <a:pt x="24" y="23"/>
                    </a:cubicBezTo>
                    <a:cubicBezTo>
                      <a:pt x="24" y="25"/>
                      <a:pt x="21" y="25"/>
                      <a:pt x="21" y="27"/>
                    </a:cubicBezTo>
                    <a:cubicBezTo>
                      <a:pt x="22" y="27"/>
                      <a:pt x="24" y="28"/>
                      <a:pt x="24" y="27"/>
                    </a:cubicBezTo>
                    <a:cubicBezTo>
                      <a:pt x="25" y="27"/>
                      <a:pt x="26" y="26"/>
                      <a:pt x="26" y="26"/>
                    </a:cubicBezTo>
                    <a:cubicBezTo>
                      <a:pt x="28" y="25"/>
                      <a:pt x="28" y="29"/>
                      <a:pt x="28" y="30"/>
                    </a:cubicBezTo>
                    <a:cubicBezTo>
                      <a:pt x="27" y="31"/>
                      <a:pt x="26" y="31"/>
                      <a:pt x="25" y="31"/>
                    </a:cubicBezTo>
                    <a:cubicBezTo>
                      <a:pt x="24" y="31"/>
                      <a:pt x="23" y="31"/>
                      <a:pt x="22" y="32"/>
                    </a:cubicBezTo>
                    <a:cubicBezTo>
                      <a:pt x="21" y="33"/>
                      <a:pt x="19" y="34"/>
                      <a:pt x="19" y="36"/>
                    </a:cubicBezTo>
                    <a:cubicBezTo>
                      <a:pt x="18" y="36"/>
                      <a:pt x="16" y="37"/>
                      <a:pt x="15" y="38"/>
                    </a:cubicBezTo>
                    <a:cubicBezTo>
                      <a:pt x="14" y="38"/>
                      <a:pt x="14" y="39"/>
                      <a:pt x="14" y="40"/>
                    </a:cubicBezTo>
                    <a:cubicBezTo>
                      <a:pt x="14" y="41"/>
                      <a:pt x="15" y="40"/>
                      <a:pt x="16" y="4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3" name="Freeform 2985">
                <a:extLst>
                  <a:ext uri="{FF2B5EF4-FFF2-40B4-BE49-F238E27FC236}">
                    <a16:creationId xmlns:a16="http://schemas.microsoft.com/office/drawing/2014/main" id="{B348D5C4-7202-E245-82D8-BD78F3987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49"/>
                <a:ext cx="9" cy="8"/>
              </a:xfrm>
              <a:custGeom>
                <a:avLst/>
                <a:gdLst>
                  <a:gd name="T0" fmla="*/ 7 w 21"/>
                  <a:gd name="T1" fmla="*/ 15 h 20"/>
                  <a:gd name="T2" fmla="*/ 8 w 21"/>
                  <a:gd name="T3" fmla="*/ 18 h 20"/>
                  <a:gd name="T4" fmla="*/ 5 w 21"/>
                  <a:gd name="T5" fmla="*/ 19 h 20"/>
                  <a:gd name="T6" fmla="*/ 2 w 21"/>
                  <a:gd name="T7" fmla="*/ 14 h 20"/>
                  <a:gd name="T8" fmla="*/ 2 w 21"/>
                  <a:gd name="T9" fmla="*/ 10 h 20"/>
                  <a:gd name="T10" fmla="*/ 1 w 21"/>
                  <a:gd name="T11" fmla="*/ 6 h 20"/>
                  <a:gd name="T12" fmla="*/ 4 w 21"/>
                  <a:gd name="T13" fmla="*/ 2 h 20"/>
                  <a:gd name="T14" fmla="*/ 7 w 21"/>
                  <a:gd name="T15" fmla="*/ 1 h 20"/>
                  <a:gd name="T16" fmla="*/ 11 w 21"/>
                  <a:gd name="T17" fmla="*/ 0 h 20"/>
                  <a:gd name="T18" fmla="*/ 16 w 21"/>
                  <a:gd name="T19" fmla="*/ 5 h 20"/>
                  <a:gd name="T20" fmla="*/ 17 w 21"/>
                  <a:gd name="T21" fmla="*/ 12 h 20"/>
                  <a:gd name="T22" fmla="*/ 20 w 21"/>
                  <a:gd name="T23" fmla="*/ 14 h 20"/>
                  <a:gd name="T24" fmla="*/ 16 w 21"/>
                  <a:gd name="T25" fmla="*/ 20 h 20"/>
                  <a:gd name="T26" fmla="*/ 12 w 21"/>
                  <a:gd name="T27" fmla="*/ 16 h 20"/>
                  <a:gd name="T28" fmla="*/ 10 w 21"/>
                  <a:gd name="T29" fmla="*/ 13 h 20"/>
                  <a:gd name="T30" fmla="*/ 8 w 21"/>
                  <a:gd name="T31" fmla="*/ 11 h 20"/>
                  <a:gd name="T32" fmla="*/ 7 w 21"/>
                  <a:gd name="T3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0">
                    <a:moveTo>
                      <a:pt x="7" y="15"/>
                    </a:moveTo>
                    <a:cubicBezTo>
                      <a:pt x="8" y="16"/>
                      <a:pt x="9" y="17"/>
                      <a:pt x="8" y="18"/>
                    </a:cubicBezTo>
                    <a:cubicBezTo>
                      <a:pt x="8" y="19"/>
                      <a:pt x="6" y="20"/>
                      <a:pt x="5" y="19"/>
                    </a:cubicBezTo>
                    <a:cubicBezTo>
                      <a:pt x="2" y="19"/>
                      <a:pt x="1" y="16"/>
                      <a:pt x="2" y="14"/>
                    </a:cubicBezTo>
                    <a:cubicBezTo>
                      <a:pt x="2" y="13"/>
                      <a:pt x="2" y="11"/>
                      <a:pt x="2" y="10"/>
                    </a:cubicBezTo>
                    <a:cubicBezTo>
                      <a:pt x="1" y="9"/>
                      <a:pt x="1" y="8"/>
                      <a:pt x="1" y="6"/>
                    </a:cubicBezTo>
                    <a:cubicBezTo>
                      <a:pt x="0" y="4"/>
                      <a:pt x="1" y="2"/>
                      <a:pt x="4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3" y="1"/>
                      <a:pt x="16" y="3"/>
                      <a:pt x="16" y="5"/>
                    </a:cubicBezTo>
                    <a:cubicBezTo>
                      <a:pt x="17" y="8"/>
                      <a:pt x="14" y="11"/>
                      <a:pt x="17" y="12"/>
                    </a:cubicBezTo>
                    <a:cubicBezTo>
                      <a:pt x="19" y="12"/>
                      <a:pt x="20" y="13"/>
                      <a:pt x="20" y="14"/>
                    </a:cubicBezTo>
                    <a:cubicBezTo>
                      <a:pt x="21" y="17"/>
                      <a:pt x="19" y="20"/>
                      <a:pt x="16" y="20"/>
                    </a:cubicBezTo>
                    <a:cubicBezTo>
                      <a:pt x="14" y="19"/>
                      <a:pt x="13" y="17"/>
                      <a:pt x="12" y="16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10" y="13"/>
                      <a:pt x="9" y="11"/>
                      <a:pt x="8" y="11"/>
                    </a:cubicBezTo>
                    <a:cubicBezTo>
                      <a:pt x="6" y="11"/>
                      <a:pt x="7" y="14"/>
                      <a:pt x="7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4" name="Freeform 2986">
                <a:extLst>
                  <a:ext uri="{FF2B5EF4-FFF2-40B4-BE49-F238E27FC236}">
                    <a16:creationId xmlns:a16="http://schemas.microsoft.com/office/drawing/2014/main" id="{122A27DB-4C7B-3B4F-971F-4850CBBD9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436"/>
                <a:ext cx="9" cy="16"/>
              </a:xfrm>
              <a:custGeom>
                <a:avLst/>
                <a:gdLst>
                  <a:gd name="T0" fmla="*/ 4 w 22"/>
                  <a:gd name="T1" fmla="*/ 32 h 38"/>
                  <a:gd name="T2" fmla="*/ 1 w 22"/>
                  <a:gd name="T3" fmla="*/ 27 h 38"/>
                  <a:gd name="T4" fmla="*/ 1 w 22"/>
                  <a:gd name="T5" fmla="*/ 22 h 38"/>
                  <a:gd name="T6" fmla="*/ 1 w 22"/>
                  <a:gd name="T7" fmla="*/ 18 h 38"/>
                  <a:gd name="T8" fmla="*/ 4 w 22"/>
                  <a:gd name="T9" fmla="*/ 11 h 38"/>
                  <a:gd name="T10" fmla="*/ 6 w 22"/>
                  <a:gd name="T11" fmla="*/ 5 h 38"/>
                  <a:gd name="T12" fmla="*/ 14 w 22"/>
                  <a:gd name="T13" fmla="*/ 1 h 38"/>
                  <a:gd name="T14" fmla="*/ 20 w 22"/>
                  <a:gd name="T15" fmla="*/ 4 h 38"/>
                  <a:gd name="T16" fmla="*/ 21 w 22"/>
                  <a:gd name="T17" fmla="*/ 10 h 38"/>
                  <a:gd name="T18" fmla="*/ 19 w 22"/>
                  <a:gd name="T19" fmla="*/ 18 h 38"/>
                  <a:gd name="T20" fmla="*/ 19 w 22"/>
                  <a:gd name="T21" fmla="*/ 25 h 38"/>
                  <a:gd name="T22" fmla="*/ 15 w 22"/>
                  <a:gd name="T23" fmla="*/ 27 h 38"/>
                  <a:gd name="T24" fmla="*/ 12 w 22"/>
                  <a:gd name="T25" fmla="*/ 20 h 38"/>
                  <a:gd name="T26" fmla="*/ 12 w 22"/>
                  <a:gd name="T27" fmla="*/ 18 h 38"/>
                  <a:gd name="T28" fmla="*/ 10 w 22"/>
                  <a:gd name="T29" fmla="*/ 19 h 38"/>
                  <a:gd name="T30" fmla="*/ 10 w 22"/>
                  <a:gd name="T31" fmla="*/ 25 h 38"/>
                  <a:gd name="T32" fmla="*/ 12 w 22"/>
                  <a:gd name="T33" fmla="*/ 29 h 38"/>
                  <a:gd name="T34" fmla="*/ 17 w 22"/>
                  <a:gd name="T35" fmla="*/ 31 h 38"/>
                  <a:gd name="T36" fmla="*/ 20 w 22"/>
                  <a:gd name="T37" fmla="*/ 36 h 38"/>
                  <a:gd name="T38" fmla="*/ 15 w 22"/>
                  <a:gd name="T39" fmla="*/ 37 h 38"/>
                  <a:gd name="T40" fmla="*/ 12 w 22"/>
                  <a:gd name="T41" fmla="*/ 36 h 38"/>
                  <a:gd name="T42" fmla="*/ 9 w 22"/>
                  <a:gd name="T43" fmla="*/ 35 h 38"/>
                  <a:gd name="T44" fmla="*/ 4 w 22"/>
                  <a:gd name="T45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38">
                    <a:moveTo>
                      <a:pt x="4" y="32"/>
                    </a:moveTo>
                    <a:cubicBezTo>
                      <a:pt x="3" y="31"/>
                      <a:pt x="2" y="29"/>
                      <a:pt x="1" y="27"/>
                    </a:cubicBezTo>
                    <a:cubicBezTo>
                      <a:pt x="1" y="25"/>
                      <a:pt x="1" y="24"/>
                      <a:pt x="1" y="22"/>
                    </a:cubicBezTo>
                    <a:cubicBezTo>
                      <a:pt x="1" y="21"/>
                      <a:pt x="0" y="19"/>
                      <a:pt x="1" y="18"/>
                    </a:cubicBezTo>
                    <a:cubicBezTo>
                      <a:pt x="2" y="15"/>
                      <a:pt x="3" y="13"/>
                      <a:pt x="4" y="11"/>
                    </a:cubicBezTo>
                    <a:cubicBezTo>
                      <a:pt x="5" y="9"/>
                      <a:pt x="6" y="7"/>
                      <a:pt x="6" y="5"/>
                    </a:cubicBezTo>
                    <a:cubicBezTo>
                      <a:pt x="7" y="2"/>
                      <a:pt x="11" y="0"/>
                      <a:pt x="14" y="1"/>
                    </a:cubicBezTo>
                    <a:cubicBezTo>
                      <a:pt x="16" y="2"/>
                      <a:pt x="18" y="3"/>
                      <a:pt x="20" y="4"/>
                    </a:cubicBezTo>
                    <a:cubicBezTo>
                      <a:pt x="22" y="6"/>
                      <a:pt x="21" y="8"/>
                      <a:pt x="21" y="10"/>
                    </a:cubicBezTo>
                    <a:cubicBezTo>
                      <a:pt x="20" y="13"/>
                      <a:pt x="19" y="15"/>
                      <a:pt x="19" y="18"/>
                    </a:cubicBezTo>
                    <a:cubicBezTo>
                      <a:pt x="19" y="20"/>
                      <a:pt x="19" y="23"/>
                      <a:pt x="19" y="25"/>
                    </a:cubicBezTo>
                    <a:cubicBezTo>
                      <a:pt x="18" y="27"/>
                      <a:pt x="17" y="27"/>
                      <a:pt x="15" y="27"/>
                    </a:cubicBezTo>
                    <a:cubicBezTo>
                      <a:pt x="12" y="25"/>
                      <a:pt x="12" y="23"/>
                      <a:pt x="12" y="20"/>
                    </a:cubicBezTo>
                    <a:cubicBezTo>
                      <a:pt x="12" y="20"/>
                      <a:pt x="12" y="18"/>
                      <a:pt x="12" y="18"/>
                    </a:cubicBezTo>
                    <a:cubicBezTo>
                      <a:pt x="11" y="17"/>
                      <a:pt x="10" y="18"/>
                      <a:pt x="10" y="19"/>
                    </a:cubicBezTo>
                    <a:cubicBezTo>
                      <a:pt x="9" y="21"/>
                      <a:pt x="10" y="23"/>
                      <a:pt x="10" y="25"/>
                    </a:cubicBezTo>
                    <a:cubicBezTo>
                      <a:pt x="10" y="27"/>
                      <a:pt x="10" y="28"/>
                      <a:pt x="12" y="29"/>
                    </a:cubicBezTo>
                    <a:cubicBezTo>
                      <a:pt x="13" y="30"/>
                      <a:pt x="16" y="30"/>
                      <a:pt x="17" y="31"/>
                    </a:cubicBezTo>
                    <a:cubicBezTo>
                      <a:pt x="18" y="32"/>
                      <a:pt x="20" y="34"/>
                      <a:pt x="20" y="36"/>
                    </a:cubicBezTo>
                    <a:cubicBezTo>
                      <a:pt x="19" y="38"/>
                      <a:pt x="17" y="37"/>
                      <a:pt x="15" y="37"/>
                    </a:cubicBezTo>
                    <a:cubicBezTo>
                      <a:pt x="14" y="37"/>
                      <a:pt x="13" y="37"/>
                      <a:pt x="12" y="36"/>
                    </a:cubicBezTo>
                    <a:cubicBezTo>
                      <a:pt x="11" y="36"/>
                      <a:pt x="10" y="35"/>
                      <a:pt x="9" y="35"/>
                    </a:cubicBezTo>
                    <a:cubicBezTo>
                      <a:pt x="7" y="34"/>
                      <a:pt x="5" y="34"/>
                      <a:pt x="4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5" name="Freeform 2987">
                <a:extLst>
                  <a:ext uri="{FF2B5EF4-FFF2-40B4-BE49-F238E27FC236}">
                    <a16:creationId xmlns:a16="http://schemas.microsoft.com/office/drawing/2014/main" id="{808E0441-BD63-C944-A842-4CF9502FE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446"/>
                <a:ext cx="10" cy="16"/>
              </a:xfrm>
              <a:custGeom>
                <a:avLst/>
                <a:gdLst>
                  <a:gd name="T0" fmla="*/ 1 w 24"/>
                  <a:gd name="T1" fmla="*/ 11 h 41"/>
                  <a:gd name="T2" fmla="*/ 2 w 24"/>
                  <a:gd name="T3" fmla="*/ 8 h 41"/>
                  <a:gd name="T4" fmla="*/ 2 w 24"/>
                  <a:gd name="T5" fmla="*/ 7 h 41"/>
                  <a:gd name="T6" fmla="*/ 3 w 24"/>
                  <a:gd name="T7" fmla="*/ 5 h 41"/>
                  <a:gd name="T8" fmla="*/ 5 w 24"/>
                  <a:gd name="T9" fmla="*/ 2 h 41"/>
                  <a:gd name="T10" fmla="*/ 6 w 24"/>
                  <a:gd name="T11" fmla="*/ 0 h 41"/>
                  <a:gd name="T12" fmla="*/ 7 w 24"/>
                  <a:gd name="T13" fmla="*/ 1 h 41"/>
                  <a:gd name="T14" fmla="*/ 8 w 24"/>
                  <a:gd name="T15" fmla="*/ 1 h 41"/>
                  <a:gd name="T16" fmla="*/ 10 w 24"/>
                  <a:gd name="T17" fmla="*/ 3 h 41"/>
                  <a:gd name="T18" fmla="*/ 12 w 24"/>
                  <a:gd name="T19" fmla="*/ 5 h 41"/>
                  <a:gd name="T20" fmla="*/ 13 w 24"/>
                  <a:gd name="T21" fmla="*/ 8 h 41"/>
                  <a:gd name="T22" fmla="*/ 16 w 24"/>
                  <a:gd name="T23" fmla="*/ 12 h 41"/>
                  <a:gd name="T24" fmla="*/ 20 w 24"/>
                  <a:gd name="T25" fmla="*/ 15 h 41"/>
                  <a:gd name="T26" fmla="*/ 22 w 24"/>
                  <a:gd name="T27" fmla="*/ 16 h 41"/>
                  <a:gd name="T28" fmla="*/ 23 w 24"/>
                  <a:gd name="T29" fmla="*/ 17 h 41"/>
                  <a:gd name="T30" fmla="*/ 22 w 24"/>
                  <a:gd name="T31" fmla="*/ 23 h 41"/>
                  <a:gd name="T32" fmla="*/ 19 w 24"/>
                  <a:gd name="T33" fmla="*/ 27 h 41"/>
                  <a:gd name="T34" fmla="*/ 17 w 24"/>
                  <a:gd name="T35" fmla="*/ 27 h 41"/>
                  <a:gd name="T36" fmla="*/ 17 w 24"/>
                  <a:gd name="T37" fmla="*/ 29 h 41"/>
                  <a:gd name="T38" fmla="*/ 18 w 24"/>
                  <a:gd name="T39" fmla="*/ 34 h 41"/>
                  <a:gd name="T40" fmla="*/ 18 w 24"/>
                  <a:gd name="T41" fmla="*/ 37 h 41"/>
                  <a:gd name="T42" fmla="*/ 18 w 24"/>
                  <a:gd name="T43" fmla="*/ 39 h 41"/>
                  <a:gd name="T44" fmla="*/ 15 w 24"/>
                  <a:gd name="T45" fmla="*/ 41 h 41"/>
                  <a:gd name="T46" fmla="*/ 13 w 24"/>
                  <a:gd name="T47" fmla="*/ 41 h 41"/>
                  <a:gd name="T48" fmla="*/ 11 w 24"/>
                  <a:gd name="T49" fmla="*/ 39 h 41"/>
                  <a:gd name="T50" fmla="*/ 7 w 24"/>
                  <a:gd name="T51" fmla="*/ 37 h 41"/>
                  <a:gd name="T52" fmla="*/ 7 w 24"/>
                  <a:gd name="T53" fmla="*/ 39 h 41"/>
                  <a:gd name="T54" fmla="*/ 5 w 24"/>
                  <a:gd name="T55" fmla="*/ 40 h 41"/>
                  <a:gd name="T56" fmla="*/ 3 w 24"/>
                  <a:gd name="T57" fmla="*/ 41 h 41"/>
                  <a:gd name="T58" fmla="*/ 2 w 24"/>
                  <a:gd name="T59" fmla="*/ 39 h 41"/>
                  <a:gd name="T60" fmla="*/ 0 w 24"/>
                  <a:gd name="T61" fmla="*/ 35 h 41"/>
                  <a:gd name="T62" fmla="*/ 0 w 24"/>
                  <a:gd name="T63" fmla="*/ 26 h 41"/>
                  <a:gd name="T64" fmla="*/ 0 w 24"/>
                  <a:gd name="T65" fmla="*/ 23 h 41"/>
                  <a:gd name="T66" fmla="*/ 0 w 24"/>
                  <a:gd name="T67" fmla="*/ 21 h 41"/>
                  <a:gd name="T68" fmla="*/ 1 w 24"/>
                  <a:gd name="T69" fmla="*/ 15 h 41"/>
                  <a:gd name="T70" fmla="*/ 1 w 24"/>
                  <a:gd name="T71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41">
                    <a:moveTo>
                      <a:pt x="1" y="11"/>
                    </a:moveTo>
                    <a:cubicBezTo>
                      <a:pt x="1" y="10"/>
                      <a:pt x="1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4" y="4"/>
                      <a:pt x="4" y="3"/>
                      <a:pt x="5" y="2"/>
                    </a:cubicBezTo>
                    <a:cubicBezTo>
                      <a:pt x="5" y="2"/>
                      <a:pt x="5" y="0"/>
                      <a:pt x="6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1" y="4"/>
                      <a:pt x="12" y="4"/>
                      <a:pt x="12" y="5"/>
                    </a:cubicBezTo>
                    <a:cubicBezTo>
                      <a:pt x="13" y="6"/>
                      <a:pt x="13" y="7"/>
                      <a:pt x="13" y="8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7" y="13"/>
                      <a:pt x="19" y="14"/>
                      <a:pt x="20" y="15"/>
                    </a:cubicBezTo>
                    <a:cubicBezTo>
                      <a:pt x="21" y="15"/>
                      <a:pt x="21" y="15"/>
                      <a:pt x="22" y="16"/>
                    </a:cubicBezTo>
                    <a:cubicBezTo>
                      <a:pt x="22" y="16"/>
                      <a:pt x="23" y="17"/>
                      <a:pt x="23" y="17"/>
                    </a:cubicBezTo>
                    <a:cubicBezTo>
                      <a:pt x="24" y="19"/>
                      <a:pt x="23" y="22"/>
                      <a:pt x="22" y="23"/>
                    </a:cubicBezTo>
                    <a:cubicBezTo>
                      <a:pt x="22" y="25"/>
                      <a:pt x="20" y="26"/>
                      <a:pt x="19" y="27"/>
                    </a:cubicBezTo>
                    <a:cubicBezTo>
                      <a:pt x="18" y="27"/>
                      <a:pt x="18" y="27"/>
                      <a:pt x="17" y="27"/>
                    </a:cubicBezTo>
                    <a:cubicBezTo>
                      <a:pt x="17" y="28"/>
                      <a:pt x="17" y="29"/>
                      <a:pt x="17" y="29"/>
                    </a:cubicBezTo>
                    <a:cubicBezTo>
                      <a:pt x="18" y="31"/>
                      <a:pt x="18" y="33"/>
                      <a:pt x="18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8" y="38"/>
                      <a:pt x="18" y="39"/>
                      <a:pt x="18" y="39"/>
                    </a:cubicBezTo>
                    <a:cubicBezTo>
                      <a:pt x="17" y="40"/>
                      <a:pt x="15" y="41"/>
                      <a:pt x="15" y="41"/>
                    </a:cubicBezTo>
                    <a:cubicBezTo>
                      <a:pt x="14" y="41"/>
                      <a:pt x="13" y="41"/>
                      <a:pt x="13" y="41"/>
                    </a:cubicBezTo>
                    <a:cubicBezTo>
                      <a:pt x="12" y="41"/>
                      <a:pt x="11" y="39"/>
                      <a:pt x="11" y="39"/>
                    </a:cubicBezTo>
                    <a:cubicBezTo>
                      <a:pt x="10" y="38"/>
                      <a:pt x="8" y="35"/>
                      <a:pt x="7" y="37"/>
                    </a:cubicBezTo>
                    <a:cubicBezTo>
                      <a:pt x="7" y="37"/>
                      <a:pt x="7" y="38"/>
                      <a:pt x="7" y="39"/>
                    </a:cubicBezTo>
                    <a:cubicBezTo>
                      <a:pt x="7" y="39"/>
                      <a:pt x="6" y="40"/>
                      <a:pt x="5" y="40"/>
                    </a:cubicBezTo>
                    <a:cubicBezTo>
                      <a:pt x="5" y="41"/>
                      <a:pt x="4" y="41"/>
                      <a:pt x="3" y="41"/>
                    </a:cubicBezTo>
                    <a:cubicBezTo>
                      <a:pt x="3" y="41"/>
                      <a:pt x="2" y="40"/>
                      <a:pt x="2" y="39"/>
                    </a:cubicBezTo>
                    <a:cubicBezTo>
                      <a:pt x="1" y="38"/>
                      <a:pt x="0" y="36"/>
                      <a:pt x="0" y="35"/>
                    </a:cubicBezTo>
                    <a:cubicBezTo>
                      <a:pt x="0" y="32"/>
                      <a:pt x="0" y="29"/>
                      <a:pt x="0" y="26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2"/>
                      <a:pt x="0" y="22"/>
                      <a:pt x="0" y="21"/>
                    </a:cubicBezTo>
                    <a:cubicBezTo>
                      <a:pt x="0" y="19"/>
                      <a:pt x="1" y="17"/>
                      <a:pt x="1" y="15"/>
                    </a:cubicBezTo>
                    <a:cubicBezTo>
                      <a:pt x="1" y="14"/>
                      <a:pt x="1" y="13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6" name="Freeform 2988">
                <a:extLst>
                  <a:ext uri="{FF2B5EF4-FFF2-40B4-BE49-F238E27FC236}">
                    <a16:creationId xmlns:a16="http://schemas.microsoft.com/office/drawing/2014/main" id="{444980FA-969B-AB48-AB11-9B2E00465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476"/>
                <a:ext cx="8" cy="5"/>
              </a:xfrm>
              <a:custGeom>
                <a:avLst/>
                <a:gdLst>
                  <a:gd name="T0" fmla="*/ 9 w 19"/>
                  <a:gd name="T1" fmla="*/ 13 h 13"/>
                  <a:gd name="T2" fmla="*/ 4 w 19"/>
                  <a:gd name="T3" fmla="*/ 13 h 13"/>
                  <a:gd name="T4" fmla="*/ 3 w 19"/>
                  <a:gd name="T5" fmla="*/ 12 h 13"/>
                  <a:gd name="T6" fmla="*/ 1 w 19"/>
                  <a:gd name="T7" fmla="*/ 11 h 13"/>
                  <a:gd name="T8" fmla="*/ 1 w 19"/>
                  <a:gd name="T9" fmla="*/ 8 h 13"/>
                  <a:gd name="T10" fmla="*/ 4 w 19"/>
                  <a:gd name="T11" fmla="*/ 5 h 13"/>
                  <a:gd name="T12" fmla="*/ 6 w 19"/>
                  <a:gd name="T13" fmla="*/ 3 h 13"/>
                  <a:gd name="T14" fmla="*/ 8 w 19"/>
                  <a:gd name="T15" fmla="*/ 2 h 13"/>
                  <a:gd name="T16" fmla="*/ 13 w 19"/>
                  <a:gd name="T17" fmla="*/ 1 h 13"/>
                  <a:gd name="T18" fmla="*/ 16 w 19"/>
                  <a:gd name="T19" fmla="*/ 1 h 13"/>
                  <a:gd name="T20" fmla="*/ 18 w 19"/>
                  <a:gd name="T21" fmla="*/ 2 h 13"/>
                  <a:gd name="T22" fmla="*/ 18 w 19"/>
                  <a:gd name="T23" fmla="*/ 4 h 13"/>
                  <a:gd name="T24" fmla="*/ 17 w 19"/>
                  <a:gd name="T25" fmla="*/ 6 h 13"/>
                  <a:gd name="T26" fmla="*/ 13 w 19"/>
                  <a:gd name="T27" fmla="*/ 10 h 13"/>
                  <a:gd name="T28" fmla="*/ 9 w 19"/>
                  <a:gd name="T2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9" y="13"/>
                    </a:moveTo>
                    <a:cubicBezTo>
                      <a:pt x="7" y="13"/>
                      <a:pt x="6" y="13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6"/>
                      <a:pt x="2" y="5"/>
                      <a:pt x="4" y="5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10" y="2"/>
                      <a:pt x="11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7" y="0"/>
                      <a:pt x="18" y="1"/>
                      <a:pt x="18" y="2"/>
                    </a:cubicBezTo>
                    <a:cubicBezTo>
                      <a:pt x="19" y="3"/>
                      <a:pt x="19" y="4"/>
                      <a:pt x="18" y="4"/>
                    </a:cubicBezTo>
                    <a:cubicBezTo>
                      <a:pt x="18" y="5"/>
                      <a:pt x="18" y="5"/>
                      <a:pt x="17" y="6"/>
                    </a:cubicBezTo>
                    <a:cubicBezTo>
                      <a:pt x="16" y="7"/>
                      <a:pt x="15" y="8"/>
                      <a:pt x="13" y="10"/>
                    </a:cubicBezTo>
                    <a:cubicBezTo>
                      <a:pt x="12" y="11"/>
                      <a:pt x="10" y="12"/>
                      <a:pt x="9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7" name="Freeform 2989">
                <a:extLst>
                  <a:ext uri="{FF2B5EF4-FFF2-40B4-BE49-F238E27FC236}">
                    <a16:creationId xmlns:a16="http://schemas.microsoft.com/office/drawing/2014/main" id="{1DE1C673-A709-E946-9ECE-3A4063F35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473"/>
                <a:ext cx="5" cy="2"/>
              </a:xfrm>
              <a:custGeom>
                <a:avLst/>
                <a:gdLst>
                  <a:gd name="T0" fmla="*/ 5 w 12"/>
                  <a:gd name="T1" fmla="*/ 0 h 7"/>
                  <a:gd name="T2" fmla="*/ 10 w 12"/>
                  <a:gd name="T3" fmla="*/ 0 h 7"/>
                  <a:gd name="T4" fmla="*/ 12 w 12"/>
                  <a:gd name="T5" fmla="*/ 3 h 7"/>
                  <a:gd name="T6" fmla="*/ 9 w 12"/>
                  <a:gd name="T7" fmla="*/ 7 h 7"/>
                  <a:gd name="T8" fmla="*/ 3 w 12"/>
                  <a:gd name="T9" fmla="*/ 6 h 7"/>
                  <a:gd name="T10" fmla="*/ 2 w 12"/>
                  <a:gd name="T11" fmla="*/ 1 h 7"/>
                  <a:gd name="T12" fmla="*/ 5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5" y="0"/>
                    </a:moveTo>
                    <a:cubicBezTo>
                      <a:pt x="7" y="0"/>
                      <a:pt x="9" y="0"/>
                      <a:pt x="10" y="0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5"/>
                      <a:pt x="11" y="6"/>
                      <a:pt x="9" y="7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2" y="5"/>
                      <a:pt x="0" y="3"/>
                      <a:pt x="2" y="1"/>
                    </a:cubicBezTo>
                    <a:cubicBezTo>
                      <a:pt x="3" y="1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8" name="Freeform 2990">
                <a:extLst>
                  <a:ext uri="{FF2B5EF4-FFF2-40B4-BE49-F238E27FC236}">
                    <a16:creationId xmlns:a16="http://schemas.microsoft.com/office/drawing/2014/main" id="{B73249D1-DA7F-1C45-93DD-FDC14F92B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61"/>
                <a:ext cx="40" cy="66"/>
              </a:xfrm>
              <a:custGeom>
                <a:avLst/>
                <a:gdLst>
                  <a:gd name="T0" fmla="*/ 57 w 97"/>
                  <a:gd name="T1" fmla="*/ 27 h 162"/>
                  <a:gd name="T2" fmla="*/ 58 w 97"/>
                  <a:gd name="T3" fmla="*/ 19 h 162"/>
                  <a:gd name="T4" fmla="*/ 68 w 97"/>
                  <a:gd name="T5" fmla="*/ 10 h 162"/>
                  <a:gd name="T6" fmla="*/ 68 w 97"/>
                  <a:gd name="T7" fmla="*/ 2 h 162"/>
                  <a:gd name="T8" fmla="*/ 81 w 97"/>
                  <a:gd name="T9" fmla="*/ 6 h 162"/>
                  <a:gd name="T10" fmla="*/ 79 w 97"/>
                  <a:gd name="T11" fmla="*/ 16 h 162"/>
                  <a:gd name="T12" fmla="*/ 74 w 97"/>
                  <a:gd name="T13" fmla="*/ 20 h 162"/>
                  <a:gd name="T14" fmla="*/ 86 w 97"/>
                  <a:gd name="T15" fmla="*/ 22 h 162"/>
                  <a:gd name="T16" fmla="*/ 92 w 97"/>
                  <a:gd name="T17" fmla="*/ 24 h 162"/>
                  <a:gd name="T18" fmla="*/ 88 w 97"/>
                  <a:gd name="T19" fmla="*/ 31 h 162"/>
                  <a:gd name="T20" fmla="*/ 76 w 97"/>
                  <a:gd name="T21" fmla="*/ 38 h 162"/>
                  <a:gd name="T22" fmla="*/ 86 w 97"/>
                  <a:gd name="T23" fmla="*/ 46 h 162"/>
                  <a:gd name="T24" fmla="*/ 72 w 97"/>
                  <a:gd name="T25" fmla="*/ 57 h 162"/>
                  <a:gd name="T26" fmla="*/ 77 w 97"/>
                  <a:gd name="T27" fmla="*/ 61 h 162"/>
                  <a:gd name="T28" fmla="*/ 68 w 97"/>
                  <a:gd name="T29" fmla="*/ 66 h 162"/>
                  <a:gd name="T30" fmla="*/ 70 w 97"/>
                  <a:gd name="T31" fmla="*/ 82 h 162"/>
                  <a:gd name="T32" fmla="*/ 85 w 97"/>
                  <a:gd name="T33" fmla="*/ 97 h 162"/>
                  <a:gd name="T34" fmla="*/ 68 w 97"/>
                  <a:gd name="T35" fmla="*/ 98 h 162"/>
                  <a:gd name="T36" fmla="*/ 56 w 97"/>
                  <a:gd name="T37" fmla="*/ 99 h 162"/>
                  <a:gd name="T38" fmla="*/ 53 w 97"/>
                  <a:gd name="T39" fmla="*/ 114 h 162"/>
                  <a:gd name="T40" fmla="*/ 49 w 97"/>
                  <a:gd name="T41" fmla="*/ 122 h 162"/>
                  <a:gd name="T42" fmla="*/ 50 w 97"/>
                  <a:gd name="T43" fmla="*/ 130 h 162"/>
                  <a:gd name="T44" fmla="*/ 39 w 97"/>
                  <a:gd name="T45" fmla="*/ 137 h 162"/>
                  <a:gd name="T46" fmla="*/ 36 w 97"/>
                  <a:gd name="T47" fmla="*/ 147 h 162"/>
                  <a:gd name="T48" fmla="*/ 32 w 97"/>
                  <a:gd name="T49" fmla="*/ 161 h 162"/>
                  <a:gd name="T50" fmla="*/ 27 w 97"/>
                  <a:gd name="T51" fmla="*/ 152 h 162"/>
                  <a:gd name="T52" fmla="*/ 20 w 97"/>
                  <a:gd name="T53" fmla="*/ 144 h 162"/>
                  <a:gd name="T54" fmla="*/ 31 w 97"/>
                  <a:gd name="T55" fmla="*/ 125 h 162"/>
                  <a:gd name="T56" fmla="*/ 39 w 97"/>
                  <a:gd name="T57" fmla="*/ 111 h 162"/>
                  <a:gd name="T58" fmla="*/ 40 w 97"/>
                  <a:gd name="T59" fmla="*/ 106 h 162"/>
                  <a:gd name="T60" fmla="*/ 39 w 97"/>
                  <a:gd name="T61" fmla="*/ 101 h 162"/>
                  <a:gd name="T62" fmla="*/ 49 w 97"/>
                  <a:gd name="T63" fmla="*/ 95 h 162"/>
                  <a:gd name="T64" fmla="*/ 46 w 97"/>
                  <a:gd name="T65" fmla="*/ 82 h 162"/>
                  <a:gd name="T66" fmla="*/ 51 w 97"/>
                  <a:gd name="T67" fmla="*/ 71 h 162"/>
                  <a:gd name="T68" fmla="*/ 48 w 97"/>
                  <a:gd name="T69" fmla="*/ 66 h 162"/>
                  <a:gd name="T70" fmla="*/ 42 w 97"/>
                  <a:gd name="T71" fmla="*/ 66 h 162"/>
                  <a:gd name="T72" fmla="*/ 42 w 97"/>
                  <a:gd name="T73" fmla="*/ 65 h 162"/>
                  <a:gd name="T74" fmla="*/ 39 w 97"/>
                  <a:gd name="T75" fmla="*/ 63 h 162"/>
                  <a:gd name="T76" fmla="*/ 39 w 97"/>
                  <a:gd name="T77" fmla="*/ 71 h 162"/>
                  <a:gd name="T78" fmla="*/ 33 w 97"/>
                  <a:gd name="T79" fmla="*/ 74 h 162"/>
                  <a:gd name="T80" fmla="*/ 24 w 97"/>
                  <a:gd name="T81" fmla="*/ 78 h 162"/>
                  <a:gd name="T82" fmla="*/ 18 w 97"/>
                  <a:gd name="T83" fmla="*/ 67 h 162"/>
                  <a:gd name="T84" fmla="*/ 24 w 97"/>
                  <a:gd name="T85" fmla="*/ 55 h 162"/>
                  <a:gd name="T86" fmla="*/ 18 w 97"/>
                  <a:gd name="T87" fmla="*/ 61 h 162"/>
                  <a:gd name="T88" fmla="*/ 13 w 97"/>
                  <a:gd name="T89" fmla="*/ 64 h 162"/>
                  <a:gd name="T90" fmla="*/ 13 w 97"/>
                  <a:gd name="T91" fmla="*/ 57 h 162"/>
                  <a:gd name="T92" fmla="*/ 5 w 97"/>
                  <a:gd name="T93" fmla="*/ 50 h 162"/>
                  <a:gd name="T94" fmla="*/ 5 w 97"/>
                  <a:gd name="T95" fmla="*/ 40 h 162"/>
                  <a:gd name="T96" fmla="*/ 16 w 97"/>
                  <a:gd name="T97" fmla="*/ 34 h 162"/>
                  <a:gd name="T98" fmla="*/ 28 w 97"/>
                  <a:gd name="T99" fmla="*/ 33 h 162"/>
                  <a:gd name="T100" fmla="*/ 34 w 97"/>
                  <a:gd name="T101" fmla="*/ 45 h 162"/>
                  <a:gd name="T102" fmla="*/ 39 w 97"/>
                  <a:gd name="T103" fmla="*/ 39 h 162"/>
                  <a:gd name="T104" fmla="*/ 47 w 97"/>
                  <a:gd name="T105" fmla="*/ 45 h 162"/>
                  <a:gd name="T106" fmla="*/ 52 w 97"/>
                  <a:gd name="T107" fmla="*/ 39 h 162"/>
                  <a:gd name="T108" fmla="*/ 57 w 97"/>
                  <a:gd name="T109" fmla="*/ 3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7" h="162">
                    <a:moveTo>
                      <a:pt x="61" y="31"/>
                    </a:moveTo>
                    <a:cubicBezTo>
                      <a:pt x="62" y="30"/>
                      <a:pt x="62" y="30"/>
                      <a:pt x="61" y="29"/>
                    </a:cubicBezTo>
                    <a:cubicBezTo>
                      <a:pt x="60" y="28"/>
                      <a:pt x="58" y="28"/>
                      <a:pt x="57" y="27"/>
                    </a:cubicBezTo>
                    <a:cubicBezTo>
                      <a:pt x="56" y="26"/>
                      <a:pt x="54" y="25"/>
                      <a:pt x="54" y="23"/>
                    </a:cubicBezTo>
                    <a:cubicBezTo>
                      <a:pt x="54" y="22"/>
                      <a:pt x="55" y="22"/>
                      <a:pt x="56" y="21"/>
                    </a:cubicBezTo>
                    <a:cubicBezTo>
                      <a:pt x="57" y="20"/>
                      <a:pt x="58" y="20"/>
                      <a:pt x="58" y="19"/>
                    </a:cubicBezTo>
                    <a:cubicBezTo>
                      <a:pt x="59" y="18"/>
                      <a:pt x="58" y="16"/>
                      <a:pt x="58" y="15"/>
                    </a:cubicBezTo>
                    <a:cubicBezTo>
                      <a:pt x="59" y="12"/>
                      <a:pt x="61" y="11"/>
                      <a:pt x="64" y="10"/>
                    </a:cubicBezTo>
                    <a:cubicBezTo>
                      <a:pt x="65" y="10"/>
                      <a:pt x="67" y="10"/>
                      <a:pt x="68" y="10"/>
                    </a:cubicBezTo>
                    <a:cubicBezTo>
                      <a:pt x="69" y="10"/>
                      <a:pt x="71" y="10"/>
                      <a:pt x="71" y="9"/>
                    </a:cubicBezTo>
                    <a:cubicBezTo>
                      <a:pt x="73" y="8"/>
                      <a:pt x="69" y="5"/>
                      <a:pt x="68" y="4"/>
                    </a:cubicBezTo>
                    <a:cubicBezTo>
                      <a:pt x="68" y="3"/>
                      <a:pt x="67" y="3"/>
                      <a:pt x="68" y="2"/>
                    </a:cubicBezTo>
                    <a:cubicBezTo>
                      <a:pt x="68" y="1"/>
                      <a:pt x="70" y="1"/>
                      <a:pt x="71" y="1"/>
                    </a:cubicBezTo>
                    <a:cubicBezTo>
                      <a:pt x="73" y="0"/>
                      <a:pt x="76" y="0"/>
                      <a:pt x="78" y="1"/>
                    </a:cubicBezTo>
                    <a:cubicBezTo>
                      <a:pt x="80" y="2"/>
                      <a:pt x="82" y="3"/>
                      <a:pt x="81" y="6"/>
                    </a:cubicBezTo>
                    <a:cubicBezTo>
                      <a:pt x="81" y="7"/>
                      <a:pt x="81" y="9"/>
                      <a:pt x="81" y="11"/>
                    </a:cubicBezTo>
                    <a:cubicBezTo>
                      <a:pt x="81" y="12"/>
                      <a:pt x="81" y="13"/>
                      <a:pt x="81" y="14"/>
                    </a:cubicBezTo>
                    <a:cubicBezTo>
                      <a:pt x="81" y="15"/>
                      <a:pt x="80" y="16"/>
                      <a:pt x="79" y="16"/>
                    </a:cubicBezTo>
                    <a:cubicBezTo>
                      <a:pt x="78" y="16"/>
                      <a:pt x="76" y="17"/>
                      <a:pt x="74" y="18"/>
                    </a:cubicBezTo>
                    <a:cubicBezTo>
                      <a:pt x="74" y="18"/>
                      <a:pt x="71" y="19"/>
                      <a:pt x="71" y="19"/>
                    </a:cubicBezTo>
                    <a:cubicBezTo>
                      <a:pt x="71" y="20"/>
                      <a:pt x="74" y="20"/>
                      <a:pt x="74" y="20"/>
                    </a:cubicBezTo>
                    <a:cubicBezTo>
                      <a:pt x="76" y="20"/>
                      <a:pt x="77" y="20"/>
                      <a:pt x="78" y="21"/>
                    </a:cubicBezTo>
                    <a:cubicBezTo>
                      <a:pt x="79" y="21"/>
                      <a:pt x="79" y="22"/>
                      <a:pt x="80" y="23"/>
                    </a:cubicBezTo>
                    <a:cubicBezTo>
                      <a:pt x="81" y="25"/>
                      <a:pt x="85" y="23"/>
                      <a:pt x="86" y="22"/>
                    </a:cubicBezTo>
                    <a:cubicBezTo>
                      <a:pt x="88" y="20"/>
                      <a:pt x="90" y="18"/>
                      <a:pt x="92" y="16"/>
                    </a:cubicBezTo>
                    <a:cubicBezTo>
                      <a:pt x="94" y="16"/>
                      <a:pt x="97" y="14"/>
                      <a:pt x="97" y="17"/>
                    </a:cubicBezTo>
                    <a:cubicBezTo>
                      <a:pt x="97" y="20"/>
                      <a:pt x="94" y="22"/>
                      <a:pt x="92" y="24"/>
                    </a:cubicBezTo>
                    <a:cubicBezTo>
                      <a:pt x="91" y="25"/>
                      <a:pt x="89" y="25"/>
                      <a:pt x="88" y="26"/>
                    </a:cubicBezTo>
                    <a:cubicBezTo>
                      <a:pt x="87" y="27"/>
                      <a:pt x="86" y="28"/>
                      <a:pt x="86" y="29"/>
                    </a:cubicBezTo>
                    <a:cubicBezTo>
                      <a:pt x="86" y="30"/>
                      <a:pt x="87" y="30"/>
                      <a:pt x="88" y="31"/>
                    </a:cubicBezTo>
                    <a:cubicBezTo>
                      <a:pt x="89" y="31"/>
                      <a:pt x="90" y="32"/>
                      <a:pt x="91" y="33"/>
                    </a:cubicBezTo>
                    <a:cubicBezTo>
                      <a:pt x="92" y="36"/>
                      <a:pt x="89" y="38"/>
                      <a:pt x="86" y="38"/>
                    </a:cubicBezTo>
                    <a:cubicBezTo>
                      <a:pt x="83" y="38"/>
                      <a:pt x="78" y="36"/>
                      <a:pt x="76" y="38"/>
                    </a:cubicBezTo>
                    <a:cubicBezTo>
                      <a:pt x="74" y="39"/>
                      <a:pt x="74" y="41"/>
                      <a:pt x="75" y="42"/>
                    </a:cubicBezTo>
                    <a:cubicBezTo>
                      <a:pt x="76" y="44"/>
                      <a:pt x="79" y="44"/>
                      <a:pt x="81" y="44"/>
                    </a:cubicBezTo>
                    <a:cubicBezTo>
                      <a:pt x="82" y="44"/>
                      <a:pt x="84" y="44"/>
                      <a:pt x="86" y="46"/>
                    </a:cubicBezTo>
                    <a:cubicBezTo>
                      <a:pt x="87" y="47"/>
                      <a:pt x="86" y="48"/>
                      <a:pt x="86" y="49"/>
                    </a:cubicBezTo>
                    <a:cubicBezTo>
                      <a:pt x="84" y="53"/>
                      <a:pt x="81" y="53"/>
                      <a:pt x="78" y="53"/>
                    </a:cubicBezTo>
                    <a:cubicBezTo>
                      <a:pt x="76" y="53"/>
                      <a:pt x="70" y="54"/>
                      <a:pt x="72" y="57"/>
                    </a:cubicBezTo>
                    <a:cubicBezTo>
                      <a:pt x="73" y="58"/>
                      <a:pt x="75" y="58"/>
                      <a:pt x="77" y="58"/>
                    </a:cubicBezTo>
                    <a:cubicBezTo>
                      <a:pt x="77" y="59"/>
                      <a:pt x="80" y="59"/>
                      <a:pt x="80" y="59"/>
                    </a:cubicBezTo>
                    <a:cubicBezTo>
                      <a:pt x="80" y="60"/>
                      <a:pt x="78" y="61"/>
                      <a:pt x="77" y="61"/>
                    </a:cubicBezTo>
                    <a:cubicBezTo>
                      <a:pt x="76" y="62"/>
                      <a:pt x="74" y="63"/>
                      <a:pt x="73" y="65"/>
                    </a:cubicBezTo>
                    <a:cubicBezTo>
                      <a:pt x="72" y="65"/>
                      <a:pt x="71" y="66"/>
                      <a:pt x="70" y="66"/>
                    </a:cubicBezTo>
                    <a:cubicBezTo>
                      <a:pt x="69" y="66"/>
                      <a:pt x="69" y="66"/>
                      <a:pt x="68" y="66"/>
                    </a:cubicBezTo>
                    <a:cubicBezTo>
                      <a:pt x="65" y="65"/>
                      <a:pt x="62" y="66"/>
                      <a:pt x="62" y="69"/>
                    </a:cubicBezTo>
                    <a:cubicBezTo>
                      <a:pt x="62" y="72"/>
                      <a:pt x="66" y="73"/>
                      <a:pt x="67" y="75"/>
                    </a:cubicBezTo>
                    <a:cubicBezTo>
                      <a:pt x="69" y="77"/>
                      <a:pt x="68" y="81"/>
                      <a:pt x="70" y="82"/>
                    </a:cubicBezTo>
                    <a:cubicBezTo>
                      <a:pt x="72" y="85"/>
                      <a:pt x="76" y="83"/>
                      <a:pt x="79" y="86"/>
                    </a:cubicBezTo>
                    <a:cubicBezTo>
                      <a:pt x="81" y="87"/>
                      <a:pt x="79" y="91"/>
                      <a:pt x="81" y="93"/>
                    </a:cubicBezTo>
                    <a:cubicBezTo>
                      <a:pt x="82" y="94"/>
                      <a:pt x="87" y="95"/>
                      <a:pt x="85" y="97"/>
                    </a:cubicBezTo>
                    <a:cubicBezTo>
                      <a:pt x="83" y="99"/>
                      <a:pt x="79" y="98"/>
                      <a:pt x="77" y="99"/>
                    </a:cubicBezTo>
                    <a:cubicBezTo>
                      <a:pt x="74" y="100"/>
                      <a:pt x="75" y="103"/>
                      <a:pt x="73" y="105"/>
                    </a:cubicBezTo>
                    <a:cubicBezTo>
                      <a:pt x="69" y="106"/>
                      <a:pt x="69" y="100"/>
                      <a:pt x="68" y="98"/>
                    </a:cubicBezTo>
                    <a:cubicBezTo>
                      <a:pt x="68" y="97"/>
                      <a:pt x="68" y="96"/>
                      <a:pt x="67" y="95"/>
                    </a:cubicBezTo>
                    <a:cubicBezTo>
                      <a:pt x="65" y="95"/>
                      <a:pt x="64" y="95"/>
                      <a:pt x="62" y="95"/>
                    </a:cubicBezTo>
                    <a:cubicBezTo>
                      <a:pt x="60" y="96"/>
                      <a:pt x="57" y="96"/>
                      <a:pt x="56" y="99"/>
                    </a:cubicBezTo>
                    <a:cubicBezTo>
                      <a:pt x="56" y="102"/>
                      <a:pt x="56" y="104"/>
                      <a:pt x="56" y="107"/>
                    </a:cubicBezTo>
                    <a:cubicBezTo>
                      <a:pt x="55" y="107"/>
                      <a:pt x="54" y="109"/>
                      <a:pt x="54" y="110"/>
                    </a:cubicBezTo>
                    <a:cubicBezTo>
                      <a:pt x="53" y="111"/>
                      <a:pt x="53" y="113"/>
                      <a:pt x="53" y="114"/>
                    </a:cubicBezTo>
                    <a:cubicBezTo>
                      <a:pt x="53" y="116"/>
                      <a:pt x="53" y="118"/>
                      <a:pt x="52" y="119"/>
                    </a:cubicBezTo>
                    <a:cubicBezTo>
                      <a:pt x="52" y="120"/>
                      <a:pt x="52" y="120"/>
                      <a:pt x="51" y="120"/>
                    </a:cubicBezTo>
                    <a:cubicBezTo>
                      <a:pt x="50" y="120"/>
                      <a:pt x="49" y="121"/>
                      <a:pt x="49" y="122"/>
                    </a:cubicBezTo>
                    <a:cubicBezTo>
                      <a:pt x="48" y="124"/>
                      <a:pt x="48" y="125"/>
                      <a:pt x="48" y="126"/>
                    </a:cubicBezTo>
                    <a:cubicBezTo>
                      <a:pt x="48" y="127"/>
                      <a:pt x="48" y="128"/>
                      <a:pt x="49" y="129"/>
                    </a:cubicBezTo>
                    <a:cubicBezTo>
                      <a:pt x="49" y="129"/>
                      <a:pt x="50" y="129"/>
                      <a:pt x="50" y="130"/>
                    </a:cubicBezTo>
                    <a:cubicBezTo>
                      <a:pt x="51" y="131"/>
                      <a:pt x="49" y="132"/>
                      <a:pt x="48" y="132"/>
                    </a:cubicBezTo>
                    <a:cubicBezTo>
                      <a:pt x="46" y="132"/>
                      <a:pt x="45" y="131"/>
                      <a:pt x="44" y="132"/>
                    </a:cubicBezTo>
                    <a:cubicBezTo>
                      <a:pt x="42" y="133"/>
                      <a:pt x="40" y="135"/>
                      <a:pt x="39" y="137"/>
                    </a:cubicBezTo>
                    <a:cubicBezTo>
                      <a:pt x="39" y="138"/>
                      <a:pt x="39" y="139"/>
                      <a:pt x="39" y="140"/>
                    </a:cubicBezTo>
                    <a:cubicBezTo>
                      <a:pt x="39" y="140"/>
                      <a:pt x="38" y="141"/>
                      <a:pt x="38" y="142"/>
                    </a:cubicBezTo>
                    <a:cubicBezTo>
                      <a:pt x="37" y="143"/>
                      <a:pt x="36" y="145"/>
                      <a:pt x="36" y="147"/>
                    </a:cubicBezTo>
                    <a:cubicBezTo>
                      <a:pt x="36" y="148"/>
                      <a:pt x="36" y="149"/>
                      <a:pt x="36" y="150"/>
                    </a:cubicBezTo>
                    <a:cubicBezTo>
                      <a:pt x="36" y="153"/>
                      <a:pt x="34" y="155"/>
                      <a:pt x="34" y="158"/>
                    </a:cubicBezTo>
                    <a:cubicBezTo>
                      <a:pt x="33" y="159"/>
                      <a:pt x="33" y="161"/>
                      <a:pt x="32" y="161"/>
                    </a:cubicBezTo>
                    <a:cubicBezTo>
                      <a:pt x="31" y="162"/>
                      <a:pt x="30" y="161"/>
                      <a:pt x="29" y="160"/>
                    </a:cubicBezTo>
                    <a:cubicBezTo>
                      <a:pt x="28" y="158"/>
                      <a:pt x="28" y="157"/>
                      <a:pt x="28" y="155"/>
                    </a:cubicBezTo>
                    <a:cubicBezTo>
                      <a:pt x="28" y="154"/>
                      <a:pt x="28" y="152"/>
                      <a:pt x="27" y="152"/>
                    </a:cubicBezTo>
                    <a:cubicBezTo>
                      <a:pt x="25" y="152"/>
                      <a:pt x="24" y="152"/>
                      <a:pt x="22" y="152"/>
                    </a:cubicBezTo>
                    <a:cubicBezTo>
                      <a:pt x="21" y="152"/>
                      <a:pt x="20" y="151"/>
                      <a:pt x="20" y="149"/>
                    </a:cubicBezTo>
                    <a:cubicBezTo>
                      <a:pt x="20" y="148"/>
                      <a:pt x="19" y="146"/>
                      <a:pt x="20" y="144"/>
                    </a:cubicBezTo>
                    <a:cubicBezTo>
                      <a:pt x="20" y="142"/>
                      <a:pt x="22" y="142"/>
                      <a:pt x="23" y="141"/>
                    </a:cubicBezTo>
                    <a:cubicBezTo>
                      <a:pt x="26" y="140"/>
                      <a:pt x="30" y="139"/>
                      <a:pt x="30" y="136"/>
                    </a:cubicBezTo>
                    <a:cubicBezTo>
                      <a:pt x="31" y="133"/>
                      <a:pt x="29" y="129"/>
                      <a:pt x="31" y="125"/>
                    </a:cubicBezTo>
                    <a:cubicBezTo>
                      <a:pt x="31" y="124"/>
                      <a:pt x="32" y="123"/>
                      <a:pt x="33" y="123"/>
                    </a:cubicBezTo>
                    <a:cubicBezTo>
                      <a:pt x="35" y="122"/>
                      <a:pt x="36" y="121"/>
                      <a:pt x="36" y="120"/>
                    </a:cubicBezTo>
                    <a:cubicBezTo>
                      <a:pt x="38" y="117"/>
                      <a:pt x="37" y="113"/>
                      <a:pt x="39" y="111"/>
                    </a:cubicBezTo>
                    <a:cubicBezTo>
                      <a:pt x="41" y="110"/>
                      <a:pt x="42" y="109"/>
                      <a:pt x="43" y="107"/>
                    </a:cubicBezTo>
                    <a:cubicBezTo>
                      <a:pt x="43" y="106"/>
                      <a:pt x="44" y="105"/>
                      <a:pt x="43" y="104"/>
                    </a:cubicBezTo>
                    <a:cubicBezTo>
                      <a:pt x="42" y="104"/>
                      <a:pt x="40" y="105"/>
                      <a:pt x="40" y="106"/>
                    </a:cubicBezTo>
                    <a:cubicBezTo>
                      <a:pt x="39" y="107"/>
                      <a:pt x="38" y="108"/>
                      <a:pt x="37" y="108"/>
                    </a:cubicBezTo>
                    <a:cubicBezTo>
                      <a:pt x="36" y="107"/>
                      <a:pt x="36" y="105"/>
                      <a:pt x="36" y="104"/>
                    </a:cubicBezTo>
                    <a:cubicBezTo>
                      <a:pt x="37" y="103"/>
                      <a:pt x="38" y="102"/>
                      <a:pt x="39" y="101"/>
                    </a:cubicBezTo>
                    <a:cubicBezTo>
                      <a:pt x="40" y="100"/>
                      <a:pt x="41" y="99"/>
                      <a:pt x="42" y="98"/>
                    </a:cubicBezTo>
                    <a:cubicBezTo>
                      <a:pt x="43" y="97"/>
                      <a:pt x="44" y="96"/>
                      <a:pt x="46" y="96"/>
                    </a:cubicBezTo>
                    <a:cubicBezTo>
                      <a:pt x="47" y="96"/>
                      <a:pt x="48" y="96"/>
                      <a:pt x="49" y="95"/>
                    </a:cubicBezTo>
                    <a:cubicBezTo>
                      <a:pt x="50" y="93"/>
                      <a:pt x="50" y="90"/>
                      <a:pt x="50" y="88"/>
                    </a:cubicBezTo>
                    <a:cubicBezTo>
                      <a:pt x="50" y="86"/>
                      <a:pt x="49" y="86"/>
                      <a:pt x="48" y="85"/>
                    </a:cubicBezTo>
                    <a:cubicBezTo>
                      <a:pt x="46" y="85"/>
                      <a:pt x="46" y="83"/>
                      <a:pt x="46" y="82"/>
                    </a:cubicBezTo>
                    <a:cubicBezTo>
                      <a:pt x="46" y="81"/>
                      <a:pt x="46" y="79"/>
                      <a:pt x="47" y="77"/>
                    </a:cubicBezTo>
                    <a:cubicBezTo>
                      <a:pt x="48" y="77"/>
                      <a:pt x="49" y="76"/>
                      <a:pt x="49" y="76"/>
                    </a:cubicBezTo>
                    <a:cubicBezTo>
                      <a:pt x="50" y="74"/>
                      <a:pt x="50" y="72"/>
                      <a:pt x="51" y="71"/>
                    </a:cubicBezTo>
                    <a:cubicBezTo>
                      <a:pt x="52" y="69"/>
                      <a:pt x="53" y="67"/>
                      <a:pt x="53" y="65"/>
                    </a:cubicBezTo>
                    <a:cubicBezTo>
                      <a:pt x="54" y="63"/>
                      <a:pt x="51" y="64"/>
                      <a:pt x="50" y="65"/>
                    </a:cubicBezTo>
                    <a:cubicBezTo>
                      <a:pt x="49" y="65"/>
                      <a:pt x="49" y="66"/>
                      <a:pt x="48" y="66"/>
                    </a:cubicBezTo>
                    <a:cubicBezTo>
                      <a:pt x="47" y="67"/>
                      <a:pt x="47" y="68"/>
                      <a:pt x="45" y="69"/>
                    </a:cubicBezTo>
                    <a:cubicBezTo>
                      <a:pt x="45" y="69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3" y="63"/>
                    </a:cubicBezTo>
                    <a:cubicBezTo>
                      <a:pt x="43" y="62"/>
                      <a:pt x="44" y="60"/>
                      <a:pt x="42" y="60"/>
                    </a:cubicBezTo>
                    <a:cubicBezTo>
                      <a:pt x="41" y="60"/>
                      <a:pt x="40" y="62"/>
                      <a:pt x="39" y="63"/>
                    </a:cubicBezTo>
                    <a:cubicBezTo>
                      <a:pt x="39" y="64"/>
                      <a:pt x="39" y="65"/>
                      <a:pt x="39" y="66"/>
                    </a:cubicBezTo>
                    <a:cubicBezTo>
                      <a:pt x="39" y="67"/>
                      <a:pt x="39" y="69"/>
                      <a:pt x="39" y="70"/>
                    </a:cubicBezTo>
                    <a:cubicBezTo>
                      <a:pt x="39" y="70"/>
                      <a:pt x="39" y="70"/>
                      <a:pt x="39" y="71"/>
                    </a:cubicBezTo>
                    <a:cubicBezTo>
                      <a:pt x="39" y="71"/>
                      <a:pt x="39" y="72"/>
                      <a:pt x="39" y="73"/>
                    </a:cubicBezTo>
                    <a:cubicBezTo>
                      <a:pt x="39" y="74"/>
                      <a:pt x="38" y="75"/>
                      <a:pt x="38" y="76"/>
                    </a:cubicBezTo>
                    <a:cubicBezTo>
                      <a:pt x="36" y="77"/>
                      <a:pt x="33" y="76"/>
                      <a:pt x="33" y="74"/>
                    </a:cubicBezTo>
                    <a:cubicBezTo>
                      <a:pt x="30" y="74"/>
                      <a:pt x="30" y="78"/>
                      <a:pt x="29" y="80"/>
                    </a:cubicBezTo>
                    <a:cubicBezTo>
                      <a:pt x="28" y="81"/>
                      <a:pt x="27" y="81"/>
                      <a:pt x="26" y="81"/>
                    </a:cubicBezTo>
                    <a:cubicBezTo>
                      <a:pt x="24" y="81"/>
                      <a:pt x="24" y="79"/>
                      <a:pt x="24" y="78"/>
                    </a:cubicBezTo>
                    <a:cubicBezTo>
                      <a:pt x="24" y="76"/>
                      <a:pt x="24" y="75"/>
                      <a:pt x="22" y="75"/>
                    </a:cubicBezTo>
                    <a:cubicBezTo>
                      <a:pt x="21" y="74"/>
                      <a:pt x="21" y="74"/>
                      <a:pt x="20" y="73"/>
                    </a:cubicBezTo>
                    <a:cubicBezTo>
                      <a:pt x="18" y="72"/>
                      <a:pt x="17" y="69"/>
                      <a:pt x="18" y="67"/>
                    </a:cubicBezTo>
                    <a:cubicBezTo>
                      <a:pt x="19" y="64"/>
                      <a:pt x="24" y="66"/>
                      <a:pt x="26" y="63"/>
                    </a:cubicBezTo>
                    <a:cubicBezTo>
                      <a:pt x="26" y="61"/>
                      <a:pt x="26" y="59"/>
                      <a:pt x="25" y="58"/>
                    </a:cubicBezTo>
                    <a:cubicBezTo>
                      <a:pt x="25" y="57"/>
                      <a:pt x="25" y="55"/>
                      <a:pt x="24" y="55"/>
                    </a:cubicBezTo>
                    <a:cubicBezTo>
                      <a:pt x="23" y="54"/>
                      <a:pt x="22" y="55"/>
                      <a:pt x="21" y="56"/>
                    </a:cubicBezTo>
                    <a:cubicBezTo>
                      <a:pt x="21" y="58"/>
                      <a:pt x="21" y="59"/>
                      <a:pt x="21" y="60"/>
                    </a:cubicBezTo>
                    <a:cubicBezTo>
                      <a:pt x="20" y="61"/>
                      <a:pt x="19" y="61"/>
                      <a:pt x="18" y="61"/>
                    </a:cubicBezTo>
                    <a:cubicBezTo>
                      <a:pt x="17" y="61"/>
                      <a:pt x="17" y="60"/>
                      <a:pt x="16" y="60"/>
                    </a:cubicBezTo>
                    <a:cubicBezTo>
                      <a:pt x="15" y="61"/>
                      <a:pt x="15" y="62"/>
                      <a:pt x="15" y="63"/>
                    </a:cubicBezTo>
                    <a:cubicBezTo>
                      <a:pt x="15" y="64"/>
                      <a:pt x="14" y="64"/>
                      <a:pt x="13" y="64"/>
                    </a:cubicBezTo>
                    <a:cubicBezTo>
                      <a:pt x="12" y="64"/>
                      <a:pt x="10" y="63"/>
                      <a:pt x="11" y="61"/>
                    </a:cubicBezTo>
                    <a:cubicBezTo>
                      <a:pt x="11" y="61"/>
                      <a:pt x="12" y="60"/>
                      <a:pt x="12" y="59"/>
                    </a:cubicBezTo>
                    <a:cubicBezTo>
                      <a:pt x="12" y="59"/>
                      <a:pt x="13" y="58"/>
                      <a:pt x="13" y="57"/>
                    </a:cubicBezTo>
                    <a:cubicBezTo>
                      <a:pt x="11" y="57"/>
                      <a:pt x="11" y="58"/>
                      <a:pt x="10" y="59"/>
                    </a:cubicBezTo>
                    <a:cubicBezTo>
                      <a:pt x="9" y="60"/>
                      <a:pt x="8" y="61"/>
                      <a:pt x="7" y="60"/>
                    </a:cubicBezTo>
                    <a:cubicBezTo>
                      <a:pt x="3" y="58"/>
                      <a:pt x="7" y="52"/>
                      <a:pt x="5" y="50"/>
                    </a:cubicBezTo>
                    <a:cubicBezTo>
                      <a:pt x="4" y="48"/>
                      <a:pt x="3" y="49"/>
                      <a:pt x="2" y="48"/>
                    </a:cubicBezTo>
                    <a:cubicBezTo>
                      <a:pt x="0" y="47"/>
                      <a:pt x="1" y="45"/>
                      <a:pt x="2" y="44"/>
                    </a:cubicBezTo>
                    <a:cubicBezTo>
                      <a:pt x="3" y="43"/>
                      <a:pt x="5" y="42"/>
                      <a:pt x="5" y="40"/>
                    </a:cubicBezTo>
                    <a:cubicBezTo>
                      <a:pt x="6" y="39"/>
                      <a:pt x="5" y="37"/>
                      <a:pt x="6" y="35"/>
                    </a:cubicBezTo>
                    <a:cubicBezTo>
                      <a:pt x="7" y="32"/>
                      <a:pt x="11" y="30"/>
                      <a:pt x="14" y="32"/>
                    </a:cubicBezTo>
                    <a:cubicBezTo>
                      <a:pt x="15" y="32"/>
                      <a:pt x="16" y="33"/>
                      <a:pt x="16" y="34"/>
                    </a:cubicBezTo>
                    <a:cubicBezTo>
                      <a:pt x="17" y="36"/>
                      <a:pt x="17" y="37"/>
                      <a:pt x="17" y="38"/>
                    </a:cubicBezTo>
                    <a:cubicBezTo>
                      <a:pt x="19" y="40"/>
                      <a:pt x="25" y="40"/>
                      <a:pt x="26" y="37"/>
                    </a:cubicBezTo>
                    <a:cubicBezTo>
                      <a:pt x="27" y="36"/>
                      <a:pt x="26" y="34"/>
                      <a:pt x="28" y="33"/>
                    </a:cubicBezTo>
                    <a:cubicBezTo>
                      <a:pt x="29" y="32"/>
                      <a:pt x="32" y="33"/>
                      <a:pt x="33" y="35"/>
                    </a:cubicBezTo>
                    <a:cubicBezTo>
                      <a:pt x="34" y="36"/>
                      <a:pt x="32" y="38"/>
                      <a:pt x="32" y="40"/>
                    </a:cubicBezTo>
                    <a:cubicBezTo>
                      <a:pt x="32" y="41"/>
                      <a:pt x="32" y="45"/>
                      <a:pt x="34" y="45"/>
                    </a:cubicBezTo>
                    <a:cubicBezTo>
                      <a:pt x="34" y="45"/>
                      <a:pt x="35" y="43"/>
                      <a:pt x="35" y="43"/>
                    </a:cubicBezTo>
                    <a:cubicBezTo>
                      <a:pt x="36" y="42"/>
                      <a:pt x="38" y="42"/>
                      <a:pt x="39" y="42"/>
                    </a:cubicBezTo>
                    <a:cubicBezTo>
                      <a:pt x="39" y="41"/>
                      <a:pt x="39" y="40"/>
                      <a:pt x="39" y="39"/>
                    </a:cubicBezTo>
                    <a:cubicBezTo>
                      <a:pt x="39" y="38"/>
                      <a:pt x="40" y="38"/>
                      <a:pt x="41" y="38"/>
                    </a:cubicBezTo>
                    <a:cubicBezTo>
                      <a:pt x="44" y="38"/>
                      <a:pt x="43" y="41"/>
                      <a:pt x="45" y="43"/>
                    </a:cubicBezTo>
                    <a:cubicBezTo>
                      <a:pt x="45" y="44"/>
                      <a:pt x="46" y="45"/>
                      <a:pt x="47" y="45"/>
                    </a:cubicBezTo>
                    <a:cubicBezTo>
                      <a:pt x="48" y="46"/>
                      <a:pt x="50" y="45"/>
                      <a:pt x="51" y="45"/>
                    </a:cubicBezTo>
                    <a:cubicBezTo>
                      <a:pt x="52" y="44"/>
                      <a:pt x="52" y="44"/>
                      <a:pt x="52" y="43"/>
                    </a:cubicBezTo>
                    <a:cubicBezTo>
                      <a:pt x="52" y="41"/>
                      <a:pt x="52" y="40"/>
                      <a:pt x="52" y="39"/>
                    </a:cubicBezTo>
                    <a:cubicBezTo>
                      <a:pt x="51" y="38"/>
                      <a:pt x="50" y="37"/>
                      <a:pt x="51" y="36"/>
                    </a:cubicBezTo>
                    <a:cubicBezTo>
                      <a:pt x="51" y="35"/>
                      <a:pt x="52" y="34"/>
                      <a:pt x="53" y="34"/>
                    </a:cubicBezTo>
                    <a:cubicBezTo>
                      <a:pt x="54" y="33"/>
                      <a:pt x="55" y="32"/>
                      <a:pt x="57" y="32"/>
                    </a:cubicBezTo>
                    <a:cubicBezTo>
                      <a:pt x="58" y="31"/>
                      <a:pt x="60" y="31"/>
                      <a:pt x="61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9" name="Freeform 2991">
                <a:extLst>
                  <a:ext uri="{FF2B5EF4-FFF2-40B4-BE49-F238E27FC236}">
                    <a16:creationId xmlns:a16="http://schemas.microsoft.com/office/drawing/2014/main" id="{88DD5CED-DDC8-FE4A-99B0-34285C6B76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83" y="1914"/>
                <a:ext cx="169" cy="137"/>
              </a:xfrm>
              <a:custGeom>
                <a:avLst/>
                <a:gdLst>
                  <a:gd name="T0" fmla="*/ 413 w 416"/>
                  <a:gd name="T1" fmla="*/ 198 h 336"/>
                  <a:gd name="T2" fmla="*/ 367 w 416"/>
                  <a:gd name="T3" fmla="*/ 180 h 336"/>
                  <a:gd name="T4" fmla="*/ 393 w 416"/>
                  <a:gd name="T5" fmla="*/ 165 h 336"/>
                  <a:gd name="T6" fmla="*/ 396 w 416"/>
                  <a:gd name="T7" fmla="*/ 135 h 336"/>
                  <a:gd name="T8" fmla="*/ 391 w 416"/>
                  <a:gd name="T9" fmla="*/ 147 h 336"/>
                  <a:gd name="T10" fmla="*/ 379 w 416"/>
                  <a:gd name="T11" fmla="*/ 117 h 336"/>
                  <a:gd name="T12" fmla="*/ 372 w 416"/>
                  <a:gd name="T13" fmla="*/ 99 h 336"/>
                  <a:gd name="T14" fmla="*/ 376 w 416"/>
                  <a:gd name="T15" fmla="*/ 78 h 336"/>
                  <a:gd name="T16" fmla="*/ 364 w 416"/>
                  <a:gd name="T17" fmla="*/ 66 h 336"/>
                  <a:gd name="T18" fmla="*/ 372 w 416"/>
                  <a:gd name="T19" fmla="*/ 50 h 336"/>
                  <a:gd name="T20" fmla="*/ 361 w 416"/>
                  <a:gd name="T21" fmla="*/ 24 h 336"/>
                  <a:gd name="T22" fmla="*/ 320 w 416"/>
                  <a:gd name="T23" fmla="*/ 11 h 336"/>
                  <a:gd name="T24" fmla="*/ 287 w 416"/>
                  <a:gd name="T25" fmla="*/ 9 h 336"/>
                  <a:gd name="T26" fmla="*/ 259 w 416"/>
                  <a:gd name="T27" fmla="*/ 13 h 336"/>
                  <a:gd name="T28" fmla="*/ 234 w 416"/>
                  <a:gd name="T29" fmla="*/ 8 h 336"/>
                  <a:gd name="T30" fmla="*/ 202 w 416"/>
                  <a:gd name="T31" fmla="*/ 30 h 336"/>
                  <a:gd name="T32" fmla="*/ 157 w 416"/>
                  <a:gd name="T33" fmla="*/ 28 h 336"/>
                  <a:gd name="T34" fmla="*/ 142 w 416"/>
                  <a:gd name="T35" fmla="*/ 63 h 336"/>
                  <a:gd name="T36" fmla="*/ 96 w 416"/>
                  <a:gd name="T37" fmla="*/ 85 h 336"/>
                  <a:gd name="T38" fmla="*/ 56 w 416"/>
                  <a:gd name="T39" fmla="*/ 94 h 336"/>
                  <a:gd name="T40" fmla="*/ 66 w 416"/>
                  <a:gd name="T41" fmla="*/ 119 h 336"/>
                  <a:gd name="T42" fmla="*/ 8 w 416"/>
                  <a:gd name="T43" fmla="*/ 152 h 336"/>
                  <a:gd name="T44" fmla="*/ 31 w 416"/>
                  <a:gd name="T45" fmla="*/ 213 h 336"/>
                  <a:gd name="T46" fmla="*/ 76 w 416"/>
                  <a:gd name="T47" fmla="*/ 248 h 336"/>
                  <a:gd name="T48" fmla="*/ 110 w 416"/>
                  <a:gd name="T49" fmla="*/ 261 h 336"/>
                  <a:gd name="T50" fmla="*/ 137 w 416"/>
                  <a:gd name="T51" fmla="*/ 220 h 336"/>
                  <a:gd name="T52" fmla="*/ 174 w 416"/>
                  <a:gd name="T53" fmla="*/ 195 h 336"/>
                  <a:gd name="T54" fmla="*/ 193 w 416"/>
                  <a:gd name="T55" fmla="*/ 254 h 336"/>
                  <a:gd name="T56" fmla="*/ 214 w 416"/>
                  <a:gd name="T57" fmla="*/ 284 h 336"/>
                  <a:gd name="T58" fmla="*/ 236 w 416"/>
                  <a:gd name="T59" fmla="*/ 309 h 336"/>
                  <a:gd name="T60" fmla="*/ 271 w 416"/>
                  <a:gd name="T61" fmla="*/ 313 h 336"/>
                  <a:gd name="T62" fmla="*/ 288 w 416"/>
                  <a:gd name="T63" fmla="*/ 332 h 336"/>
                  <a:gd name="T64" fmla="*/ 323 w 416"/>
                  <a:gd name="T65" fmla="*/ 317 h 336"/>
                  <a:gd name="T66" fmla="*/ 336 w 416"/>
                  <a:gd name="T67" fmla="*/ 295 h 336"/>
                  <a:gd name="T68" fmla="*/ 341 w 416"/>
                  <a:gd name="T69" fmla="*/ 289 h 336"/>
                  <a:gd name="T70" fmla="*/ 364 w 416"/>
                  <a:gd name="T71" fmla="*/ 296 h 336"/>
                  <a:gd name="T72" fmla="*/ 388 w 416"/>
                  <a:gd name="T73" fmla="*/ 286 h 336"/>
                  <a:gd name="T74" fmla="*/ 378 w 416"/>
                  <a:gd name="T75" fmla="*/ 263 h 336"/>
                  <a:gd name="T76" fmla="*/ 387 w 416"/>
                  <a:gd name="T77" fmla="*/ 245 h 336"/>
                  <a:gd name="T78" fmla="*/ 381 w 416"/>
                  <a:gd name="T79" fmla="*/ 215 h 336"/>
                  <a:gd name="T80" fmla="*/ 402 w 416"/>
                  <a:gd name="T81" fmla="*/ 230 h 336"/>
                  <a:gd name="T82" fmla="*/ 393 w 416"/>
                  <a:gd name="T83" fmla="*/ 273 h 336"/>
                  <a:gd name="T84" fmla="*/ 412 w 416"/>
                  <a:gd name="T85" fmla="*/ 252 h 336"/>
                  <a:gd name="T86" fmla="*/ 51 w 416"/>
                  <a:gd name="T87" fmla="*/ 150 h 336"/>
                  <a:gd name="T88" fmla="*/ 67 w 416"/>
                  <a:gd name="T89" fmla="*/ 155 h 336"/>
                  <a:gd name="T90" fmla="*/ 89 w 416"/>
                  <a:gd name="T91" fmla="*/ 235 h 336"/>
                  <a:gd name="T92" fmla="*/ 80 w 416"/>
                  <a:gd name="T93" fmla="*/ 229 h 336"/>
                  <a:gd name="T94" fmla="*/ 79 w 416"/>
                  <a:gd name="T95" fmla="*/ 211 h 336"/>
                  <a:gd name="T96" fmla="*/ 310 w 416"/>
                  <a:gd name="T97" fmla="*/ 157 h 336"/>
                  <a:gd name="T98" fmla="*/ 298 w 416"/>
                  <a:gd name="T99" fmla="*/ 184 h 336"/>
                  <a:gd name="T100" fmla="*/ 273 w 416"/>
                  <a:gd name="T101" fmla="*/ 206 h 336"/>
                  <a:gd name="T102" fmla="*/ 243 w 416"/>
                  <a:gd name="T103" fmla="*/ 189 h 336"/>
                  <a:gd name="T104" fmla="*/ 255 w 416"/>
                  <a:gd name="T105" fmla="*/ 172 h 336"/>
                  <a:gd name="T106" fmla="*/ 260 w 416"/>
                  <a:gd name="T107" fmla="*/ 155 h 336"/>
                  <a:gd name="T108" fmla="*/ 274 w 416"/>
                  <a:gd name="T109" fmla="*/ 134 h 336"/>
                  <a:gd name="T110" fmla="*/ 285 w 416"/>
                  <a:gd name="T111" fmla="*/ 117 h 336"/>
                  <a:gd name="T112" fmla="*/ 299 w 416"/>
                  <a:gd name="T113" fmla="*/ 150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16" h="336">
                    <a:moveTo>
                      <a:pt x="414" y="235"/>
                    </a:moveTo>
                    <a:cubicBezTo>
                      <a:pt x="413" y="233"/>
                      <a:pt x="413" y="231"/>
                      <a:pt x="414" y="229"/>
                    </a:cubicBezTo>
                    <a:cubicBezTo>
                      <a:pt x="414" y="228"/>
                      <a:pt x="415" y="226"/>
                      <a:pt x="415" y="225"/>
                    </a:cubicBezTo>
                    <a:cubicBezTo>
                      <a:pt x="416" y="223"/>
                      <a:pt x="416" y="221"/>
                      <a:pt x="416" y="220"/>
                    </a:cubicBezTo>
                    <a:cubicBezTo>
                      <a:pt x="415" y="218"/>
                      <a:pt x="414" y="217"/>
                      <a:pt x="413" y="215"/>
                    </a:cubicBezTo>
                    <a:cubicBezTo>
                      <a:pt x="412" y="214"/>
                      <a:pt x="412" y="212"/>
                      <a:pt x="412" y="210"/>
                    </a:cubicBezTo>
                    <a:cubicBezTo>
                      <a:pt x="412" y="208"/>
                      <a:pt x="412" y="206"/>
                      <a:pt x="413" y="204"/>
                    </a:cubicBezTo>
                    <a:cubicBezTo>
                      <a:pt x="413" y="202"/>
                      <a:pt x="413" y="200"/>
                      <a:pt x="413" y="198"/>
                    </a:cubicBezTo>
                    <a:cubicBezTo>
                      <a:pt x="412" y="197"/>
                      <a:pt x="412" y="196"/>
                      <a:pt x="412" y="194"/>
                    </a:cubicBezTo>
                    <a:cubicBezTo>
                      <a:pt x="411" y="193"/>
                      <a:pt x="411" y="193"/>
                      <a:pt x="411" y="192"/>
                    </a:cubicBezTo>
                    <a:cubicBezTo>
                      <a:pt x="410" y="191"/>
                      <a:pt x="409" y="190"/>
                      <a:pt x="408" y="190"/>
                    </a:cubicBezTo>
                    <a:cubicBezTo>
                      <a:pt x="407" y="189"/>
                      <a:pt x="405" y="188"/>
                      <a:pt x="403" y="187"/>
                    </a:cubicBezTo>
                    <a:cubicBezTo>
                      <a:pt x="399" y="186"/>
                      <a:pt x="395" y="186"/>
                      <a:pt x="391" y="185"/>
                    </a:cubicBezTo>
                    <a:cubicBezTo>
                      <a:pt x="388" y="185"/>
                      <a:pt x="386" y="184"/>
                      <a:pt x="383" y="183"/>
                    </a:cubicBezTo>
                    <a:cubicBezTo>
                      <a:pt x="379" y="183"/>
                      <a:pt x="375" y="182"/>
                      <a:pt x="371" y="182"/>
                    </a:cubicBezTo>
                    <a:cubicBezTo>
                      <a:pt x="369" y="181"/>
                      <a:pt x="368" y="181"/>
                      <a:pt x="367" y="180"/>
                    </a:cubicBezTo>
                    <a:cubicBezTo>
                      <a:pt x="367" y="179"/>
                      <a:pt x="367" y="178"/>
                      <a:pt x="367" y="177"/>
                    </a:cubicBezTo>
                    <a:cubicBezTo>
                      <a:pt x="368" y="175"/>
                      <a:pt x="369" y="174"/>
                      <a:pt x="371" y="173"/>
                    </a:cubicBezTo>
                    <a:cubicBezTo>
                      <a:pt x="373" y="171"/>
                      <a:pt x="375" y="170"/>
                      <a:pt x="377" y="169"/>
                    </a:cubicBezTo>
                    <a:cubicBezTo>
                      <a:pt x="378" y="169"/>
                      <a:pt x="380" y="169"/>
                      <a:pt x="381" y="168"/>
                    </a:cubicBezTo>
                    <a:cubicBezTo>
                      <a:pt x="382" y="168"/>
                      <a:pt x="383" y="168"/>
                      <a:pt x="383" y="167"/>
                    </a:cubicBezTo>
                    <a:cubicBezTo>
                      <a:pt x="384" y="167"/>
                      <a:pt x="385" y="166"/>
                      <a:pt x="387" y="166"/>
                    </a:cubicBezTo>
                    <a:cubicBezTo>
                      <a:pt x="388" y="166"/>
                      <a:pt x="389" y="166"/>
                      <a:pt x="390" y="166"/>
                    </a:cubicBezTo>
                    <a:cubicBezTo>
                      <a:pt x="391" y="166"/>
                      <a:pt x="392" y="166"/>
                      <a:pt x="393" y="165"/>
                    </a:cubicBezTo>
                    <a:cubicBezTo>
                      <a:pt x="394" y="165"/>
                      <a:pt x="395" y="163"/>
                      <a:pt x="396" y="162"/>
                    </a:cubicBezTo>
                    <a:cubicBezTo>
                      <a:pt x="397" y="162"/>
                      <a:pt x="397" y="161"/>
                      <a:pt x="398" y="160"/>
                    </a:cubicBezTo>
                    <a:cubicBezTo>
                      <a:pt x="398" y="160"/>
                      <a:pt x="398" y="159"/>
                      <a:pt x="399" y="158"/>
                    </a:cubicBezTo>
                    <a:cubicBezTo>
                      <a:pt x="399" y="157"/>
                      <a:pt x="400" y="156"/>
                      <a:pt x="400" y="155"/>
                    </a:cubicBezTo>
                    <a:cubicBezTo>
                      <a:pt x="401" y="154"/>
                      <a:pt x="401" y="153"/>
                      <a:pt x="401" y="151"/>
                    </a:cubicBezTo>
                    <a:cubicBezTo>
                      <a:pt x="401" y="149"/>
                      <a:pt x="400" y="146"/>
                      <a:pt x="400" y="144"/>
                    </a:cubicBezTo>
                    <a:cubicBezTo>
                      <a:pt x="400" y="143"/>
                      <a:pt x="399" y="142"/>
                      <a:pt x="399" y="140"/>
                    </a:cubicBezTo>
                    <a:cubicBezTo>
                      <a:pt x="398" y="139"/>
                      <a:pt x="398" y="136"/>
                      <a:pt x="396" y="135"/>
                    </a:cubicBezTo>
                    <a:cubicBezTo>
                      <a:pt x="395" y="134"/>
                      <a:pt x="393" y="134"/>
                      <a:pt x="391" y="135"/>
                    </a:cubicBezTo>
                    <a:cubicBezTo>
                      <a:pt x="390" y="135"/>
                      <a:pt x="389" y="136"/>
                      <a:pt x="388" y="137"/>
                    </a:cubicBezTo>
                    <a:cubicBezTo>
                      <a:pt x="388" y="138"/>
                      <a:pt x="389" y="139"/>
                      <a:pt x="389" y="140"/>
                    </a:cubicBezTo>
                    <a:cubicBezTo>
                      <a:pt x="390" y="142"/>
                      <a:pt x="391" y="142"/>
                      <a:pt x="392" y="143"/>
                    </a:cubicBezTo>
                    <a:cubicBezTo>
                      <a:pt x="393" y="144"/>
                      <a:pt x="394" y="145"/>
                      <a:pt x="395" y="147"/>
                    </a:cubicBezTo>
                    <a:cubicBezTo>
                      <a:pt x="395" y="148"/>
                      <a:pt x="396" y="150"/>
                      <a:pt x="395" y="152"/>
                    </a:cubicBezTo>
                    <a:cubicBezTo>
                      <a:pt x="394" y="152"/>
                      <a:pt x="393" y="151"/>
                      <a:pt x="393" y="150"/>
                    </a:cubicBezTo>
                    <a:cubicBezTo>
                      <a:pt x="393" y="149"/>
                      <a:pt x="392" y="148"/>
                      <a:pt x="391" y="147"/>
                    </a:cubicBezTo>
                    <a:cubicBezTo>
                      <a:pt x="389" y="146"/>
                      <a:pt x="387" y="145"/>
                      <a:pt x="385" y="143"/>
                    </a:cubicBezTo>
                    <a:cubicBezTo>
                      <a:pt x="384" y="142"/>
                      <a:pt x="384" y="139"/>
                      <a:pt x="385" y="137"/>
                    </a:cubicBezTo>
                    <a:cubicBezTo>
                      <a:pt x="386" y="136"/>
                      <a:pt x="387" y="135"/>
                      <a:pt x="386" y="133"/>
                    </a:cubicBezTo>
                    <a:cubicBezTo>
                      <a:pt x="386" y="132"/>
                      <a:pt x="386" y="131"/>
                      <a:pt x="386" y="129"/>
                    </a:cubicBezTo>
                    <a:cubicBezTo>
                      <a:pt x="386" y="128"/>
                      <a:pt x="386" y="127"/>
                      <a:pt x="385" y="125"/>
                    </a:cubicBezTo>
                    <a:cubicBezTo>
                      <a:pt x="385" y="124"/>
                      <a:pt x="385" y="122"/>
                      <a:pt x="384" y="121"/>
                    </a:cubicBezTo>
                    <a:cubicBezTo>
                      <a:pt x="382" y="121"/>
                      <a:pt x="380" y="122"/>
                      <a:pt x="379" y="121"/>
                    </a:cubicBezTo>
                    <a:cubicBezTo>
                      <a:pt x="378" y="120"/>
                      <a:pt x="378" y="118"/>
                      <a:pt x="379" y="117"/>
                    </a:cubicBezTo>
                    <a:cubicBezTo>
                      <a:pt x="380" y="115"/>
                      <a:pt x="382" y="114"/>
                      <a:pt x="383" y="112"/>
                    </a:cubicBezTo>
                    <a:cubicBezTo>
                      <a:pt x="383" y="110"/>
                      <a:pt x="382" y="109"/>
                      <a:pt x="383" y="108"/>
                    </a:cubicBezTo>
                    <a:cubicBezTo>
                      <a:pt x="383" y="107"/>
                      <a:pt x="383" y="107"/>
                      <a:pt x="382" y="106"/>
                    </a:cubicBezTo>
                    <a:cubicBezTo>
                      <a:pt x="381" y="105"/>
                      <a:pt x="380" y="104"/>
                      <a:pt x="379" y="103"/>
                    </a:cubicBezTo>
                    <a:cubicBezTo>
                      <a:pt x="379" y="103"/>
                      <a:pt x="378" y="103"/>
                      <a:pt x="378" y="103"/>
                    </a:cubicBezTo>
                    <a:cubicBezTo>
                      <a:pt x="377" y="102"/>
                      <a:pt x="377" y="102"/>
                      <a:pt x="376" y="102"/>
                    </a:cubicBezTo>
                    <a:cubicBezTo>
                      <a:pt x="376" y="101"/>
                      <a:pt x="375" y="101"/>
                      <a:pt x="375" y="100"/>
                    </a:cubicBezTo>
                    <a:cubicBezTo>
                      <a:pt x="374" y="100"/>
                      <a:pt x="373" y="99"/>
                      <a:pt x="372" y="99"/>
                    </a:cubicBezTo>
                    <a:cubicBezTo>
                      <a:pt x="372" y="98"/>
                      <a:pt x="371" y="98"/>
                      <a:pt x="371" y="98"/>
                    </a:cubicBezTo>
                    <a:cubicBezTo>
                      <a:pt x="370" y="98"/>
                      <a:pt x="370" y="97"/>
                      <a:pt x="370" y="97"/>
                    </a:cubicBezTo>
                    <a:cubicBezTo>
                      <a:pt x="369" y="96"/>
                      <a:pt x="369" y="95"/>
                      <a:pt x="369" y="94"/>
                    </a:cubicBezTo>
                    <a:cubicBezTo>
                      <a:pt x="368" y="93"/>
                      <a:pt x="368" y="92"/>
                      <a:pt x="369" y="91"/>
                    </a:cubicBezTo>
                    <a:cubicBezTo>
                      <a:pt x="369" y="88"/>
                      <a:pt x="371" y="87"/>
                      <a:pt x="372" y="85"/>
                    </a:cubicBezTo>
                    <a:cubicBezTo>
                      <a:pt x="373" y="84"/>
                      <a:pt x="374" y="83"/>
                      <a:pt x="374" y="82"/>
                    </a:cubicBezTo>
                    <a:cubicBezTo>
                      <a:pt x="375" y="82"/>
                      <a:pt x="375" y="81"/>
                      <a:pt x="376" y="80"/>
                    </a:cubicBezTo>
                    <a:cubicBezTo>
                      <a:pt x="376" y="79"/>
                      <a:pt x="376" y="79"/>
                      <a:pt x="376" y="78"/>
                    </a:cubicBezTo>
                    <a:cubicBezTo>
                      <a:pt x="376" y="77"/>
                      <a:pt x="376" y="76"/>
                      <a:pt x="375" y="76"/>
                    </a:cubicBezTo>
                    <a:cubicBezTo>
                      <a:pt x="375" y="75"/>
                      <a:pt x="375" y="75"/>
                      <a:pt x="374" y="75"/>
                    </a:cubicBezTo>
                    <a:cubicBezTo>
                      <a:pt x="374" y="74"/>
                      <a:pt x="373" y="74"/>
                      <a:pt x="373" y="74"/>
                    </a:cubicBezTo>
                    <a:cubicBezTo>
                      <a:pt x="372" y="74"/>
                      <a:pt x="371" y="74"/>
                      <a:pt x="370" y="74"/>
                    </a:cubicBezTo>
                    <a:cubicBezTo>
                      <a:pt x="368" y="74"/>
                      <a:pt x="366" y="74"/>
                      <a:pt x="364" y="73"/>
                    </a:cubicBezTo>
                    <a:cubicBezTo>
                      <a:pt x="363" y="72"/>
                      <a:pt x="363" y="72"/>
                      <a:pt x="363" y="71"/>
                    </a:cubicBezTo>
                    <a:cubicBezTo>
                      <a:pt x="363" y="70"/>
                      <a:pt x="363" y="69"/>
                      <a:pt x="363" y="68"/>
                    </a:cubicBezTo>
                    <a:cubicBezTo>
                      <a:pt x="362" y="67"/>
                      <a:pt x="363" y="66"/>
                      <a:pt x="364" y="66"/>
                    </a:cubicBezTo>
                    <a:cubicBezTo>
                      <a:pt x="364" y="65"/>
                      <a:pt x="365" y="65"/>
                      <a:pt x="365" y="65"/>
                    </a:cubicBezTo>
                    <a:cubicBezTo>
                      <a:pt x="366" y="64"/>
                      <a:pt x="366" y="64"/>
                      <a:pt x="367" y="63"/>
                    </a:cubicBezTo>
                    <a:cubicBezTo>
                      <a:pt x="367" y="63"/>
                      <a:pt x="367" y="62"/>
                      <a:pt x="367" y="61"/>
                    </a:cubicBezTo>
                    <a:cubicBezTo>
                      <a:pt x="368" y="60"/>
                      <a:pt x="368" y="60"/>
                      <a:pt x="368" y="59"/>
                    </a:cubicBezTo>
                    <a:cubicBezTo>
                      <a:pt x="368" y="58"/>
                      <a:pt x="368" y="57"/>
                      <a:pt x="369" y="56"/>
                    </a:cubicBezTo>
                    <a:cubicBezTo>
                      <a:pt x="369" y="55"/>
                      <a:pt x="369" y="54"/>
                      <a:pt x="370" y="54"/>
                    </a:cubicBezTo>
                    <a:cubicBezTo>
                      <a:pt x="370" y="53"/>
                      <a:pt x="370" y="52"/>
                      <a:pt x="371" y="51"/>
                    </a:cubicBezTo>
                    <a:cubicBezTo>
                      <a:pt x="371" y="51"/>
                      <a:pt x="372" y="50"/>
                      <a:pt x="372" y="50"/>
                    </a:cubicBezTo>
                    <a:cubicBezTo>
                      <a:pt x="372" y="48"/>
                      <a:pt x="373" y="47"/>
                      <a:pt x="373" y="45"/>
                    </a:cubicBezTo>
                    <a:cubicBezTo>
                      <a:pt x="373" y="44"/>
                      <a:pt x="373" y="43"/>
                      <a:pt x="373" y="41"/>
                    </a:cubicBezTo>
                    <a:cubicBezTo>
                      <a:pt x="373" y="40"/>
                      <a:pt x="373" y="39"/>
                      <a:pt x="372" y="37"/>
                    </a:cubicBezTo>
                    <a:cubicBezTo>
                      <a:pt x="372" y="36"/>
                      <a:pt x="372" y="36"/>
                      <a:pt x="371" y="35"/>
                    </a:cubicBezTo>
                    <a:cubicBezTo>
                      <a:pt x="371" y="34"/>
                      <a:pt x="371" y="34"/>
                      <a:pt x="370" y="33"/>
                    </a:cubicBezTo>
                    <a:cubicBezTo>
                      <a:pt x="369" y="31"/>
                      <a:pt x="367" y="30"/>
                      <a:pt x="366" y="28"/>
                    </a:cubicBezTo>
                    <a:cubicBezTo>
                      <a:pt x="365" y="27"/>
                      <a:pt x="364" y="26"/>
                      <a:pt x="363" y="25"/>
                    </a:cubicBezTo>
                    <a:cubicBezTo>
                      <a:pt x="362" y="25"/>
                      <a:pt x="361" y="24"/>
                      <a:pt x="361" y="24"/>
                    </a:cubicBezTo>
                    <a:cubicBezTo>
                      <a:pt x="359" y="24"/>
                      <a:pt x="358" y="25"/>
                      <a:pt x="356" y="26"/>
                    </a:cubicBezTo>
                    <a:cubicBezTo>
                      <a:pt x="355" y="26"/>
                      <a:pt x="354" y="26"/>
                      <a:pt x="353" y="26"/>
                    </a:cubicBezTo>
                    <a:cubicBezTo>
                      <a:pt x="352" y="26"/>
                      <a:pt x="350" y="26"/>
                      <a:pt x="348" y="26"/>
                    </a:cubicBezTo>
                    <a:cubicBezTo>
                      <a:pt x="347" y="26"/>
                      <a:pt x="346" y="26"/>
                      <a:pt x="345" y="25"/>
                    </a:cubicBezTo>
                    <a:cubicBezTo>
                      <a:pt x="344" y="24"/>
                      <a:pt x="343" y="23"/>
                      <a:pt x="343" y="22"/>
                    </a:cubicBezTo>
                    <a:cubicBezTo>
                      <a:pt x="341" y="19"/>
                      <a:pt x="338" y="17"/>
                      <a:pt x="336" y="15"/>
                    </a:cubicBezTo>
                    <a:cubicBezTo>
                      <a:pt x="332" y="13"/>
                      <a:pt x="329" y="11"/>
                      <a:pt x="325" y="11"/>
                    </a:cubicBezTo>
                    <a:cubicBezTo>
                      <a:pt x="324" y="11"/>
                      <a:pt x="322" y="11"/>
                      <a:pt x="320" y="11"/>
                    </a:cubicBezTo>
                    <a:cubicBezTo>
                      <a:pt x="319" y="11"/>
                      <a:pt x="318" y="10"/>
                      <a:pt x="318" y="9"/>
                    </a:cubicBezTo>
                    <a:cubicBezTo>
                      <a:pt x="317" y="7"/>
                      <a:pt x="316" y="6"/>
                      <a:pt x="315" y="4"/>
                    </a:cubicBezTo>
                    <a:cubicBezTo>
                      <a:pt x="313" y="3"/>
                      <a:pt x="311" y="2"/>
                      <a:pt x="309" y="2"/>
                    </a:cubicBezTo>
                    <a:cubicBezTo>
                      <a:pt x="307" y="2"/>
                      <a:pt x="305" y="3"/>
                      <a:pt x="304" y="4"/>
                    </a:cubicBezTo>
                    <a:cubicBezTo>
                      <a:pt x="303" y="5"/>
                      <a:pt x="302" y="6"/>
                      <a:pt x="302" y="7"/>
                    </a:cubicBezTo>
                    <a:cubicBezTo>
                      <a:pt x="302" y="8"/>
                      <a:pt x="301" y="9"/>
                      <a:pt x="300" y="10"/>
                    </a:cubicBezTo>
                    <a:cubicBezTo>
                      <a:pt x="299" y="10"/>
                      <a:pt x="297" y="10"/>
                      <a:pt x="296" y="10"/>
                    </a:cubicBezTo>
                    <a:cubicBezTo>
                      <a:pt x="293" y="10"/>
                      <a:pt x="290" y="10"/>
                      <a:pt x="287" y="9"/>
                    </a:cubicBezTo>
                    <a:cubicBezTo>
                      <a:pt x="284" y="9"/>
                      <a:pt x="280" y="9"/>
                      <a:pt x="277" y="10"/>
                    </a:cubicBezTo>
                    <a:cubicBezTo>
                      <a:pt x="276" y="10"/>
                      <a:pt x="275" y="10"/>
                      <a:pt x="273" y="11"/>
                    </a:cubicBezTo>
                    <a:cubicBezTo>
                      <a:pt x="272" y="11"/>
                      <a:pt x="271" y="11"/>
                      <a:pt x="270" y="11"/>
                    </a:cubicBezTo>
                    <a:cubicBezTo>
                      <a:pt x="269" y="12"/>
                      <a:pt x="269" y="14"/>
                      <a:pt x="268" y="16"/>
                    </a:cubicBezTo>
                    <a:cubicBezTo>
                      <a:pt x="268" y="16"/>
                      <a:pt x="267" y="17"/>
                      <a:pt x="267" y="17"/>
                    </a:cubicBezTo>
                    <a:cubicBezTo>
                      <a:pt x="266" y="17"/>
                      <a:pt x="265" y="16"/>
                      <a:pt x="265" y="15"/>
                    </a:cubicBezTo>
                    <a:cubicBezTo>
                      <a:pt x="265" y="14"/>
                      <a:pt x="264" y="14"/>
                      <a:pt x="263" y="13"/>
                    </a:cubicBezTo>
                    <a:cubicBezTo>
                      <a:pt x="262" y="13"/>
                      <a:pt x="261" y="13"/>
                      <a:pt x="259" y="13"/>
                    </a:cubicBezTo>
                    <a:cubicBezTo>
                      <a:pt x="259" y="13"/>
                      <a:pt x="258" y="13"/>
                      <a:pt x="258" y="13"/>
                    </a:cubicBezTo>
                    <a:cubicBezTo>
                      <a:pt x="257" y="13"/>
                      <a:pt x="257" y="13"/>
                      <a:pt x="257" y="13"/>
                    </a:cubicBezTo>
                    <a:cubicBezTo>
                      <a:pt x="254" y="12"/>
                      <a:pt x="252" y="10"/>
                      <a:pt x="250" y="10"/>
                    </a:cubicBezTo>
                    <a:cubicBezTo>
                      <a:pt x="248" y="9"/>
                      <a:pt x="246" y="8"/>
                      <a:pt x="245" y="7"/>
                    </a:cubicBezTo>
                    <a:cubicBezTo>
                      <a:pt x="243" y="5"/>
                      <a:pt x="243" y="3"/>
                      <a:pt x="242" y="2"/>
                    </a:cubicBezTo>
                    <a:cubicBezTo>
                      <a:pt x="241" y="1"/>
                      <a:pt x="239" y="0"/>
                      <a:pt x="238" y="1"/>
                    </a:cubicBezTo>
                    <a:cubicBezTo>
                      <a:pt x="237" y="1"/>
                      <a:pt x="237" y="2"/>
                      <a:pt x="236" y="3"/>
                    </a:cubicBezTo>
                    <a:cubicBezTo>
                      <a:pt x="235" y="5"/>
                      <a:pt x="235" y="6"/>
                      <a:pt x="234" y="8"/>
                    </a:cubicBezTo>
                    <a:cubicBezTo>
                      <a:pt x="233" y="9"/>
                      <a:pt x="232" y="10"/>
                      <a:pt x="231" y="11"/>
                    </a:cubicBezTo>
                    <a:cubicBezTo>
                      <a:pt x="230" y="12"/>
                      <a:pt x="230" y="13"/>
                      <a:pt x="230" y="13"/>
                    </a:cubicBezTo>
                    <a:cubicBezTo>
                      <a:pt x="229" y="14"/>
                      <a:pt x="229" y="15"/>
                      <a:pt x="228" y="16"/>
                    </a:cubicBezTo>
                    <a:cubicBezTo>
                      <a:pt x="227" y="19"/>
                      <a:pt x="225" y="21"/>
                      <a:pt x="223" y="22"/>
                    </a:cubicBezTo>
                    <a:cubicBezTo>
                      <a:pt x="221" y="24"/>
                      <a:pt x="220" y="25"/>
                      <a:pt x="218" y="27"/>
                    </a:cubicBezTo>
                    <a:cubicBezTo>
                      <a:pt x="217" y="28"/>
                      <a:pt x="216" y="30"/>
                      <a:pt x="215" y="32"/>
                    </a:cubicBezTo>
                    <a:cubicBezTo>
                      <a:pt x="213" y="33"/>
                      <a:pt x="210" y="33"/>
                      <a:pt x="208" y="32"/>
                    </a:cubicBezTo>
                    <a:cubicBezTo>
                      <a:pt x="206" y="32"/>
                      <a:pt x="203" y="32"/>
                      <a:pt x="202" y="30"/>
                    </a:cubicBezTo>
                    <a:cubicBezTo>
                      <a:pt x="200" y="29"/>
                      <a:pt x="200" y="27"/>
                      <a:pt x="199" y="25"/>
                    </a:cubicBezTo>
                    <a:cubicBezTo>
                      <a:pt x="197" y="24"/>
                      <a:pt x="196" y="23"/>
                      <a:pt x="194" y="22"/>
                    </a:cubicBezTo>
                    <a:cubicBezTo>
                      <a:pt x="192" y="22"/>
                      <a:pt x="190" y="22"/>
                      <a:pt x="188" y="22"/>
                    </a:cubicBezTo>
                    <a:cubicBezTo>
                      <a:pt x="186" y="22"/>
                      <a:pt x="184" y="22"/>
                      <a:pt x="184" y="20"/>
                    </a:cubicBezTo>
                    <a:cubicBezTo>
                      <a:pt x="184" y="20"/>
                      <a:pt x="184" y="20"/>
                      <a:pt x="184" y="20"/>
                    </a:cubicBezTo>
                    <a:cubicBezTo>
                      <a:pt x="179" y="22"/>
                      <a:pt x="179" y="22"/>
                      <a:pt x="179" y="22"/>
                    </a:cubicBezTo>
                    <a:cubicBezTo>
                      <a:pt x="172" y="20"/>
                      <a:pt x="172" y="20"/>
                      <a:pt x="172" y="20"/>
                    </a:cubicBezTo>
                    <a:cubicBezTo>
                      <a:pt x="157" y="28"/>
                      <a:pt x="157" y="28"/>
                      <a:pt x="157" y="28"/>
                    </a:cubicBezTo>
                    <a:cubicBezTo>
                      <a:pt x="157" y="34"/>
                      <a:pt x="157" y="34"/>
                      <a:pt x="157" y="34"/>
                    </a:cubicBezTo>
                    <a:cubicBezTo>
                      <a:pt x="154" y="39"/>
                      <a:pt x="154" y="39"/>
                      <a:pt x="154" y="39"/>
                    </a:cubicBezTo>
                    <a:cubicBezTo>
                      <a:pt x="154" y="45"/>
                      <a:pt x="154" y="45"/>
                      <a:pt x="154" y="45"/>
                    </a:cubicBezTo>
                    <a:cubicBezTo>
                      <a:pt x="146" y="45"/>
                      <a:pt x="146" y="45"/>
                      <a:pt x="146" y="45"/>
                    </a:cubicBezTo>
                    <a:cubicBezTo>
                      <a:pt x="144" y="50"/>
                      <a:pt x="144" y="50"/>
                      <a:pt x="144" y="50"/>
                    </a:cubicBezTo>
                    <a:cubicBezTo>
                      <a:pt x="145" y="52"/>
                      <a:pt x="145" y="52"/>
                      <a:pt x="145" y="52"/>
                    </a:cubicBezTo>
                    <a:cubicBezTo>
                      <a:pt x="142" y="55"/>
                      <a:pt x="142" y="55"/>
                      <a:pt x="142" y="55"/>
                    </a:cubicBezTo>
                    <a:cubicBezTo>
                      <a:pt x="142" y="63"/>
                      <a:pt x="142" y="63"/>
                      <a:pt x="142" y="63"/>
                    </a:cubicBezTo>
                    <a:cubicBezTo>
                      <a:pt x="130" y="74"/>
                      <a:pt x="130" y="74"/>
                      <a:pt x="130" y="74"/>
                    </a:cubicBezTo>
                    <a:cubicBezTo>
                      <a:pt x="123" y="74"/>
                      <a:pt x="123" y="74"/>
                      <a:pt x="123" y="74"/>
                    </a:cubicBezTo>
                    <a:cubicBezTo>
                      <a:pt x="119" y="78"/>
                      <a:pt x="119" y="78"/>
                      <a:pt x="119" y="78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115" y="90"/>
                      <a:pt x="115" y="90"/>
                      <a:pt x="115" y="90"/>
                    </a:cubicBezTo>
                    <a:cubicBezTo>
                      <a:pt x="109" y="89"/>
                      <a:pt x="109" y="89"/>
                      <a:pt x="109" y="89"/>
                    </a:cubicBezTo>
                    <a:cubicBezTo>
                      <a:pt x="102" y="82"/>
                      <a:pt x="102" y="82"/>
                      <a:pt x="102" y="82"/>
                    </a:cubicBezTo>
                    <a:cubicBezTo>
                      <a:pt x="96" y="85"/>
                      <a:pt x="96" y="85"/>
                      <a:pt x="96" y="85"/>
                    </a:cubicBezTo>
                    <a:cubicBezTo>
                      <a:pt x="87" y="86"/>
                      <a:pt x="87" y="86"/>
                      <a:pt x="87" y="86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75" y="77"/>
                      <a:pt x="75" y="77"/>
                      <a:pt x="75" y="77"/>
                    </a:cubicBezTo>
                    <a:cubicBezTo>
                      <a:pt x="71" y="77"/>
                      <a:pt x="71" y="77"/>
                      <a:pt x="71" y="77"/>
                    </a:cubicBezTo>
                    <a:cubicBezTo>
                      <a:pt x="64" y="84"/>
                      <a:pt x="64" y="84"/>
                      <a:pt x="64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60" y="98"/>
                      <a:pt x="60" y="98"/>
                      <a:pt x="60" y="98"/>
                    </a:cubicBezTo>
                    <a:cubicBezTo>
                      <a:pt x="61" y="104"/>
                      <a:pt x="61" y="104"/>
                      <a:pt x="61" y="104"/>
                    </a:cubicBezTo>
                    <a:cubicBezTo>
                      <a:pt x="69" y="106"/>
                      <a:pt x="69" y="106"/>
                      <a:pt x="69" y="106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83" y="112"/>
                      <a:pt x="83" y="112"/>
                      <a:pt x="83" y="112"/>
                    </a:cubicBezTo>
                    <a:cubicBezTo>
                      <a:pt x="86" y="115"/>
                      <a:pt x="86" y="115"/>
                      <a:pt x="86" y="115"/>
                    </a:cubicBezTo>
                    <a:cubicBezTo>
                      <a:pt x="80" y="119"/>
                      <a:pt x="80" y="119"/>
                      <a:pt x="80" y="119"/>
                    </a:cubicBezTo>
                    <a:cubicBezTo>
                      <a:pt x="66" y="119"/>
                      <a:pt x="66" y="119"/>
                      <a:pt x="66" y="119"/>
                    </a:cubicBezTo>
                    <a:cubicBezTo>
                      <a:pt x="56" y="130"/>
                      <a:pt x="56" y="130"/>
                      <a:pt x="56" y="130"/>
                    </a:cubicBezTo>
                    <a:cubicBezTo>
                      <a:pt x="39" y="125"/>
                      <a:pt x="39" y="125"/>
                      <a:pt x="39" y="125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8" y="152"/>
                      <a:pt x="8" y="152"/>
                      <a:pt x="8" y="152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18" y="167"/>
                      <a:pt x="18" y="167"/>
                      <a:pt x="18" y="167"/>
                    </a:cubicBezTo>
                    <a:cubicBezTo>
                      <a:pt x="21" y="176"/>
                      <a:pt x="21" y="176"/>
                      <a:pt x="21" y="176"/>
                    </a:cubicBezTo>
                    <a:cubicBezTo>
                      <a:pt x="22" y="185"/>
                      <a:pt x="22" y="185"/>
                      <a:pt x="22" y="185"/>
                    </a:cubicBezTo>
                    <a:cubicBezTo>
                      <a:pt x="33" y="189"/>
                      <a:pt x="33" y="189"/>
                      <a:pt x="33" y="18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0" y="207"/>
                      <a:pt x="30" y="207"/>
                      <a:pt x="30" y="207"/>
                    </a:cubicBezTo>
                    <a:cubicBezTo>
                      <a:pt x="31" y="213"/>
                      <a:pt x="31" y="213"/>
                      <a:pt x="31" y="213"/>
                    </a:cubicBezTo>
                    <a:cubicBezTo>
                      <a:pt x="35" y="216"/>
                      <a:pt x="35" y="216"/>
                      <a:pt x="35" y="216"/>
                    </a:cubicBezTo>
                    <a:cubicBezTo>
                      <a:pt x="46" y="216"/>
                      <a:pt x="46" y="216"/>
                      <a:pt x="46" y="216"/>
                    </a:cubicBezTo>
                    <a:cubicBezTo>
                      <a:pt x="48" y="221"/>
                      <a:pt x="48" y="221"/>
                      <a:pt x="48" y="221"/>
                    </a:cubicBezTo>
                    <a:cubicBezTo>
                      <a:pt x="56" y="221"/>
                      <a:pt x="56" y="221"/>
                      <a:pt x="56" y="22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8"/>
                      <a:pt x="60" y="238"/>
                      <a:pt x="60" y="238"/>
                    </a:cubicBezTo>
                    <a:cubicBezTo>
                      <a:pt x="68" y="248"/>
                      <a:pt x="68" y="248"/>
                      <a:pt x="68" y="248"/>
                    </a:cubicBezTo>
                    <a:cubicBezTo>
                      <a:pt x="76" y="248"/>
                      <a:pt x="76" y="248"/>
                      <a:pt x="76" y="248"/>
                    </a:cubicBezTo>
                    <a:cubicBezTo>
                      <a:pt x="78" y="251"/>
                      <a:pt x="78" y="251"/>
                      <a:pt x="78" y="251"/>
                    </a:cubicBezTo>
                    <a:cubicBezTo>
                      <a:pt x="82" y="251"/>
                      <a:pt x="82" y="251"/>
                      <a:pt x="82" y="251"/>
                    </a:cubicBezTo>
                    <a:cubicBezTo>
                      <a:pt x="86" y="247"/>
                      <a:pt x="86" y="247"/>
                      <a:pt x="86" y="247"/>
                    </a:cubicBezTo>
                    <a:cubicBezTo>
                      <a:pt x="93" y="247"/>
                      <a:pt x="93" y="247"/>
                      <a:pt x="93" y="247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98" y="253"/>
                      <a:pt x="98" y="253"/>
                      <a:pt x="98" y="253"/>
                    </a:cubicBezTo>
                    <a:cubicBezTo>
                      <a:pt x="102" y="259"/>
                      <a:pt x="102" y="259"/>
                      <a:pt x="102" y="259"/>
                    </a:cubicBezTo>
                    <a:cubicBezTo>
                      <a:pt x="110" y="261"/>
                      <a:pt x="110" y="261"/>
                      <a:pt x="110" y="261"/>
                    </a:cubicBezTo>
                    <a:cubicBezTo>
                      <a:pt x="120" y="252"/>
                      <a:pt x="120" y="252"/>
                      <a:pt x="120" y="252"/>
                    </a:cubicBezTo>
                    <a:cubicBezTo>
                      <a:pt x="120" y="245"/>
                      <a:pt x="120" y="245"/>
                      <a:pt x="120" y="245"/>
                    </a:cubicBezTo>
                    <a:cubicBezTo>
                      <a:pt x="125" y="240"/>
                      <a:pt x="125" y="240"/>
                      <a:pt x="125" y="240"/>
                    </a:cubicBezTo>
                    <a:cubicBezTo>
                      <a:pt x="140" y="239"/>
                      <a:pt x="140" y="239"/>
                      <a:pt x="140" y="239"/>
                    </a:cubicBezTo>
                    <a:cubicBezTo>
                      <a:pt x="143" y="232"/>
                      <a:pt x="143" y="232"/>
                      <a:pt x="143" y="232"/>
                    </a:cubicBezTo>
                    <a:cubicBezTo>
                      <a:pt x="138" y="226"/>
                      <a:pt x="138" y="226"/>
                      <a:pt x="138" y="226"/>
                    </a:cubicBezTo>
                    <a:cubicBezTo>
                      <a:pt x="138" y="223"/>
                      <a:pt x="138" y="223"/>
                      <a:pt x="138" y="223"/>
                    </a:cubicBezTo>
                    <a:cubicBezTo>
                      <a:pt x="137" y="220"/>
                      <a:pt x="137" y="220"/>
                      <a:pt x="137" y="220"/>
                    </a:cubicBezTo>
                    <a:cubicBezTo>
                      <a:pt x="139" y="215"/>
                      <a:pt x="139" y="215"/>
                      <a:pt x="139" y="215"/>
                    </a:cubicBezTo>
                    <a:cubicBezTo>
                      <a:pt x="141" y="215"/>
                      <a:pt x="141" y="215"/>
                      <a:pt x="141" y="215"/>
                    </a:cubicBezTo>
                    <a:cubicBezTo>
                      <a:pt x="142" y="210"/>
                      <a:pt x="142" y="210"/>
                      <a:pt x="142" y="210"/>
                    </a:cubicBezTo>
                    <a:cubicBezTo>
                      <a:pt x="154" y="209"/>
                      <a:pt x="154" y="209"/>
                      <a:pt x="154" y="209"/>
                    </a:cubicBezTo>
                    <a:cubicBezTo>
                      <a:pt x="157" y="202"/>
                      <a:pt x="157" y="202"/>
                      <a:pt x="157" y="202"/>
                    </a:cubicBezTo>
                    <a:cubicBezTo>
                      <a:pt x="163" y="201"/>
                      <a:pt x="163" y="201"/>
                      <a:pt x="163" y="201"/>
                    </a:cubicBezTo>
                    <a:cubicBezTo>
                      <a:pt x="168" y="195"/>
                      <a:pt x="168" y="195"/>
                      <a:pt x="168" y="195"/>
                    </a:cubicBezTo>
                    <a:cubicBezTo>
                      <a:pt x="174" y="195"/>
                      <a:pt x="174" y="195"/>
                      <a:pt x="174" y="195"/>
                    </a:cubicBezTo>
                    <a:cubicBezTo>
                      <a:pt x="187" y="210"/>
                      <a:pt x="187" y="210"/>
                      <a:pt x="187" y="210"/>
                    </a:cubicBezTo>
                    <a:cubicBezTo>
                      <a:pt x="186" y="219"/>
                      <a:pt x="186" y="219"/>
                      <a:pt x="186" y="219"/>
                    </a:cubicBezTo>
                    <a:cubicBezTo>
                      <a:pt x="191" y="220"/>
                      <a:pt x="191" y="220"/>
                      <a:pt x="191" y="220"/>
                    </a:cubicBezTo>
                    <a:cubicBezTo>
                      <a:pt x="191" y="234"/>
                      <a:pt x="191" y="234"/>
                      <a:pt x="191" y="234"/>
                    </a:cubicBezTo>
                    <a:cubicBezTo>
                      <a:pt x="187" y="239"/>
                      <a:pt x="187" y="239"/>
                      <a:pt x="187" y="239"/>
                    </a:cubicBezTo>
                    <a:cubicBezTo>
                      <a:pt x="188" y="242"/>
                      <a:pt x="188" y="242"/>
                      <a:pt x="188" y="242"/>
                    </a:cubicBezTo>
                    <a:cubicBezTo>
                      <a:pt x="194" y="245"/>
                      <a:pt x="194" y="245"/>
                      <a:pt x="194" y="245"/>
                    </a:cubicBezTo>
                    <a:cubicBezTo>
                      <a:pt x="193" y="254"/>
                      <a:pt x="193" y="254"/>
                      <a:pt x="193" y="254"/>
                    </a:cubicBezTo>
                    <a:cubicBezTo>
                      <a:pt x="197" y="262"/>
                      <a:pt x="197" y="262"/>
                      <a:pt x="197" y="262"/>
                    </a:cubicBezTo>
                    <a:cubicBezTo>
                      <a:pt x="204" y="269"/>
                      <a:pt x="204" y="269"/>
                      <a:pt x="204" y="269"/>
                    </a:cubicBezTo>
                    <a:cubicBezTo>
                      <a:pt x="205" y="268"/>
                      <a:pt x="205" y="268"/>
                      <a:pt x="205" y="268"/>
                    </a:cubicBezTo>
                    <a:cubicBezTo>
                      <a:pt x="208" y="266"/>
                      <a:pt x="208" y="266"/>
                      <a:pt x="208" y="266"/>
                    </a:cubicBezTo>
                    <a:cubicBezTo>
                      <a:pt x="212" y="266"/>
                      <a:pt x="212" y="266"/>
                      <a:pt x="212" y="266"/>
                    </a:cubicBezTo>
                    <a:cubicBezTo>
                      <a:pt x="213" y="272"/>
                      <a:pt x="213" y="272"/>
                      <a:pt x="213" y="272"/>
                    </a:cubicBezTo>
                    <a:cubicBezTo>
                      <a:pt x="216" y="274"/>
                      <a:pt x="216" y="274"/>
                      <a:pt x="216" y="274"/>
                    </a:cubicBezTo>
                    <a:cubicBezTo>
                      <a:pt x="214" y="284"/>
                      <a:pt x="214" y="284"/>
                      <a:pt x="214" y="284"/>
                    </a:cubicBezTo>
                    <a:cubicBezTo>
                      <a:pt x="207" y="294"/>
                      <a:pt x="207" y="294"/>
                      <a:pt x="207" y="294"/>
                    </a:cubicBezTo>
                    <a:cubicBezTo>
                      <a:pt x="205" y="299"/>
                      <a:pt x="205" y="299"/>
                      <a:pt x="205" y="299"/>
                    </a:cubicBezTo>
                    <a:cubicBezTo>
                      <a:pt x="207" y="306"/>
                      <a:pt x="207" y="306"/>
                      <a:pt x="207" y="306"/>
                    </a:cubicBezTo>
                    <a:cubicBezTo>
                      <a:pt x="209" y="310"/>
                      <a:pt x="209" y="310"/>
                      <a:pt x="209" y="310"/>
                    </a:cubicBezTo>
                    <a:cubicBezTo>
                      <a:pt x="215" y="310"/>
                      <a:pt x="215" y="310"/>
                      <a:pt x="215" y="310"/>
                    </a:cubicBezTo>
                    <a:cubicBezTo>
                      <a:pt x="216" y="309"/>
                      <a:pt x="216" y="309"/>
                      <a:pt x="216" y="309"/>
                    </a:cubicBezTo>
                    <a:cubicBezTo>
                      <a:pt x="221" y="310"/>
                      <a:pt x="221" y="310"/>
                      <a:pt x="221" y="310"/>
                    </a:cubicBezTo>
                    <a:cubicBezTo>
                      <a:pt x="236" y="309"/>
                      <a:pt x="236" y="309"/>
                      <a:pt x="236" y="309"/>
                    </a:cubicBezTo>
                    <a:cubicBezTo>
                      <a:pt x="240" y="314"/>
                      <a:pt x="240" y="314"/>
                      <a:pt x="240" y="314"/>
                    </a:cubicBezTo>
                    <a:cubicBezTo>
                      <a:pt x="250" y="313"/>
                      <a:pt x="250" y="313"/>
                      <a:pt x="250" y="313"/>
                    </a:cubicBezTo>
                    <a:cubicBezTo>
                      <a:pt x="251" y="301"/>
                      <a:pt x="251" y="301"/>
                      <a:pt x="251" y="301"/>
                    </a:cubicBezTo>
                    <a:cubicBezTo>
                      <a:pt x="256" y="308"/>
                      <a:pt x="256" y="308"/>
                      <a:pt x="256" y="308"/>
                    </a:cubicBezTo>
                    <a:cubicBezTo>
                      <a:pt x="262" y="305"/>
                      <a:pt x="262" y="305"/>
                      <a:pt x="262" y="305"/>
                    </a:cubicBezTo>
                    <a:cubicBezTo>
                      <a:pt x="268" y="311"/>
                      <a:pt x="268" y="311"/>
                      <a:pt x="268" y="311"/>
                    </a:cubicBezTo>
                    <a:cubicBezTo>
                      <a:pt x="268" y="311"/>
                      <a:pt x="268" y="311"/>
                      <a:pt x="269" y="311"/>
                    </a:cubicBezTo>
                    <a:cubicBezTo>
                      <a:pt x="270" y="311"/>
                      <a:pt x="270" y="312"/>
                      <a:pt x="271" y="313"/>
                    </a:cubicBezTo>
                    <a:cubicBezTo>
                      <a:pt x="272" y="313"/>
                      <a:pt x="273" y="314"/>
                      <a:pt x="273" y="315"/>
                    </a:cubicBezTo>
                    <a:cubicBezTo>
                      <a:pt x="274" y="316"/>
                      <a:pt x="275" y="317"/>
                      <a:pt x="275" y="318"/>
                    </a:cubicBezTo>
                    <a:cubicBezTo>
                      <a:pt x="277" y="319"/>
                      <a:pt x="278" y="321"/>
                      <a:pt x="279" y="322"/>
                    </a:cubicBezTo>
                    <a:cubicBezTo>
                      <a:pt x="280" y="323"/>
                      <a:pt x="280" y="323"/>
                      <a:pt x="281" y="323"/>
                    </a:cubicBezTo>
                    <a:cubicBezTo>
                      <a:pt x="282" y="323"/>
                      <a:pt x="283" y="323"/>
                      <a:pt x="283" y="324"/>
                    </a:cubicBezTo>
                    <a:cubicBezTo>
                      <a:pt x="284" y="325"/>
                      <a:pt x="285" y="325"/>
                      <a:pt x="286" y="326"/>
                    </a:cubicBezTo>
                    <a:cubicBezTo>
                      <a:pt x="286" y="326"/>
                      <a:pt x="287" y="327"/>
                      <a:pt x="287" y="328"/>
                    </a:cubicBezTo>
                    <a:cubicBezTo>
                      <a:pt x="288" y="329"/>
                      <a:pt x="288" y="331"/>
                      <a:pt x="288" y="332"/>
                    </a:cubicBezTo>
                    <a:cubicBezTo>
                      <a:pt x="288" y="333"/>
                      <a:pt x="288" y="334"/>
                      <a:pt x="289" y="335"/>
                    </a:cubicBezTo>
                    <a:cubicBezTo>
                      <a:pt x="290" y="335"/>
                      <a:pt x="290" y="336"/>
                      <a:pt x="291" y="336"/>
                    </a:cubicBezTo>
                    <a:cubicBezTo>
                      <a:pt x="294" y="335"/>
                      <a:pt x="296" y="335"/>
                      <a:pt x="298" y="335"/>
                    </a:cubicBezTo>
                    <a:cubicBezTo>
                      <a:pt x="300" y="334"/>
                      <a:pt x="301" y="334"/>
                      <a:pt x="303" y="333"/>
                    </a:cubicBezTo>
                    <a:cubicBezTo>
                      <a:pt x="305" y="332"/>
                      <a:pt x="307" y="330"/>
                      <a:pt x="309" y="329"/>
                    </a:cubicBezTo>
                    <a:cubicBezTo>
                      <a:pt x="311" y="328"/>
                      <a:pt x="312" y="327"/>
                      <a:pt x="314" y="326"/>
                    </a:cubicBezTo>
                    <a:cubicBezTo>
                      <a:pt x="316" y="324"/>
                      <a:pt x="317" y="323"/>
                      <a:pt x="318" y="322"/>
                    </a:cubicBezTo>
                    <a:cubicBezTo>
                      <a:pt x="320" y="321"/>
                      <a:pt x="321" y="319"/>
                      <a:pt x="323" y="317"/>
                    </a:cubicBezTo>
                    <a:cubicBezTo>
                      <a:pt x="323" y="317"/>
                      <a:pt x="324" y="316"/>
                      <a:pt x="325" y="315"/>
                    </a:cubicBezTo>
                    <a:cubicBezTo>
                      <a:pt x="325" y="314"/>
                      <a:pt x="326" y="313"/>
                      <a:pt x="326" y="313"/>
                    </a:cubicBezTo>
                    <a:cubicBezTo>
                      <a:pt x="327" y="311"/>
                      <a:pt x="327" y="310"/>
                      <a:pt x="328" y="308"/>
                    </a:cubicBezTo>
                    <a:cubicBezTo>
                      <a:pt x="329" y="307"/>
                      <a:pt x="329" y="306"/>
                      <a:pt x="330" y="304"/>
                    </a:cubicBezTo>
                    <a:cubicBezTo>
                      <a:pt x="330" y="303"/>
                      <a:pt x="330" y="302"/>
                      <a:pt x="330" y="301"/>
                    </a:cubicBezTo>
                    <a:cubicBezTo>
                      <a:pt x="330" y="299"/>
                      <a:pt x="330" y="298"/>
                      <a:pt x="330" y="297"/>
                    </a:cubicBezTo>
                    <a:cubicBezTo>
                      <a:pt x="331" y="296"/>
                      <a:pt x="332" y="295"/>
                      <a:pt x="333" y="295"/>
                    </a:cubicBezTo>
                    <a:cubicBezTo>
                      <a:pt x="334" y="295"/>
                      <a:pt x="335" y="295"/>
                      <a:pt x="336" y="295"/>
                    </a:cubicBezTo>
                    <a:cubicBezTo>
                      <a:pt x="337" y="294"/>
                      <a:pt x="337" y="293"/>
                      <a:pt x="338" y="292"/>
                    </a:cubicBezTo>
                    <a:cubicBezTo>
                      <a:pt x="338" y="291"/>
                      <a:pt x="337" y="289"/>
                      <a:pt x="337" y="288"/>
                    </a:cubicBezTo>
                    <a:cubicBezTo>
                      <a:pt x="337" y="286"/>
                      <a:pt x="338" y="285"/>
                      <a:pt x="339" y="284"/>
                    </a:cubicBezTo>
                    <a:cubicBezTo>
                      <a:pt x="340" y="283"/>
                      <a:pt x="341" y="283"/>
                      <a:pt x="341" y="282"/>
                    </a:cubicBezTo>
                    <a:cubicBezTo>
                      <a:pt x="342" y="282"/>
                      <a:pt x="342" y="282"/>
                      <a:pt x="343" y="282"/>
                    </a:cubicBezTo>
                    <a:cubicBezTo>
                      <a:pt x="344" y="282"/>
                      <a:pt x="344" y="283"/>
                      <a:pt x="344" y="284"/>
                    </a:cubicBezTo>
                    <a:cubicBezTo>
                      <a:pt x="344" y="285"/>
                      <a:pt x="343" y="286"/>
                      <a:pt x="342" y="286"/>
                    </a:cubicBezTo>
                    <a:cubicBezTo>
                      <a:pt x="342" y="287"/>
                      <a:pt x="341" y="288"/>
                      <a:pt x="341" y="289"/>
                    </a:cubicBezTo>
                    <a:cubicBezTo>
                      <a:pt x="341" y="289"/>
                      <a:pt x="342" y="290"/>
                      <a:pt x="343" y="290"/>
                    </a:cubicBezTo>
                    <a:cubicBezTo>
                      <a:pt x="344" y="290"/>
                      <a:pt x="345" y="291"/>
                      <a:pt x="346" y="291"/>
                    </a:cubicBezTo>
                    <a:cubicBezTo>
                      <a:pt x="347" y="290"/>
                      <a:pt x="348" y="290"/>
                      <a:pt x="348" y="290"/>
                    </a:cubicBezTo>
                    <a:cubicBezTo>
                      <a:pt x="349" y="290"/>
                      <a:pt x="349" y="290"/>
                      <a:pt x="350" y="290"/>
                    </a:cubicBezTo>
                    <a:cubicBezTo>
                      <a:pt x="351" y="291"/>
                      <a:pt x="352" y="291"/>
                      <a:pt x="353" y="291"/>
                    </a:cubicBezTo>
                    <a:cubicBezTo>
                      <a:pt x="355" y="291"/>
                      <a:pt x="356" y="291"/>
                      <a:pt x="357" y="291"/>
                    </a:cubicBezTo>
                    <a:cubicBezTo>
                      <a:pt x="359" y="292"/>
                      <a:pt x="361" y="292"/>
                      <a:pt x="362" y="293"/>
                    </a:cubicBezTo>
                    <a:cubicBezTo>
                      <a:pt x="363" y="294"/>
                      <a:pt x="364" y="295"/>
                      <a:pt x="364" y="296"/>
                    </a:cubicBezTo>
                    <a:cubicBezTo>
                      <a:pt x="366" y="298"/>
                      <a:pt x="367" y="299"/>
                      <a:pt x="369" y="300"/>
                    </a:cubicBezTo>
                    <a:cubicBezTo>
                      <a:pt x="370" y="300"/>
                      <a:pt x="371" y="299"/>
                      <a:pt x="372" y="299"/>
                    </a:cubicBezTo>
                    <a:cubicBezTo>
                      <a:pt x="373" y="298"/>
                      <a:pt x="374" y="298"/>
                      <a:pt x="375" y="297"/>
                    </a:cubicBezTo>
                    <a:cubicBezTo>
                      <a:pt x="376" y="296"/>
                      <a:pt x="377" y="295"/>
                      <a:pt x="377" y="293"/>
                    </a:cubicBezTo>
                    <a:cubicBezTo>
                      <a:pt x="378" y="292"/>
                      <a:pt x="379" y="291"/>
                      <a:pt x="380" y="291"/>
                    </a:cubicBezTo>
                    <a:cubicBezTo>
                      <a:pt x="382" y="290"/>
                      <a:pt x="383" y="289"/>
                      <a:pt x="384" y="288"/>
                    </a:cubicBezTo>
                    <a:cubicBezTo>
                      <a:pt x="385" y="288"/>
                      <a:pt x="385" y="288"/>
                      <a:pt x="385" y="287"/>
                    </a:cubicBezTo>
                    <a:cubicBezTo>
                      <a:pt x="386" y="287"/>
                      <a:pt x="387" y="286"/>
                      <a:pt x="388" y="286"/>
                    </a:cubicBezTo>
                    <a:cubicBezTo>
                      <a:pt x="389" y="285"/>
                      <a:pt x="391" y="285"/>
                      <a:pt x="391" y="283"/>
                    </a:cubicBezTo>
                    <a:cubicBezTo>
                      <a:pt x="391" y="281"/>
                      <a:pt x="393" y="278"/>
                      <a:pt x="392" y="275"/>
                    </a:cubicBezTo>
                    <a:cubicBezTo>
                      <a:pt x="392" y="274"/>
                      <a:pt x="392" y="273"/>
                      <a:pt x="391" y="271"/>
                    </a:cubicBezTo>
                    <a:cubicBezTo>
                      <a:pt x="391" y="270"/>
                      <a:pt x="391" y="269"/>
                      <a:pt x="390" y="268"/>
                    </a:cubicBezTo>
                    <a:cubicBezTo>
                      <a:pt x="390" y="267"/>
                      <a:pt x="390" y="266"/>
                      <a:pt x="390" y="265"/>
                    </a:cubicBezTo>
                    <a:cubicBezTo>
                      <a:pt x="390" y="264"/>
                      <a:pt x="389" y="262"/>
                      <a:pt x="388" y="262"/>
                    </a:cubicBezTo>
                    <a:cubicBezTo>
                      <a:pt x="387" y="262"/>
                      <a:pt x="385" y="263"/>
                      <a:pt x="384" y="263"/>
                    </a:cubicBezTo>
                    <a:cubicBezTo>
                      <a:pt x="382" y="263"/>
                      <a:pt x="380" y="263"/>
                      <a:pt x="378" y="263"/>
                    </a:cubicBezTo>
                    <a:cubicBezTo>
                      <a:pt x="377" y="264"/>
                      <a:pt x="376" y="264"/>
                      <a:pt x="375" y="264"/>
                    </a:cubicBezTo>
                    <a:cubicBezTo>
                      <a:pt x="374" y="264"/>
                      <a:pt x="373" y="265"/>
                      <a:pt x="372" y="264"/>
                    </a:cubicBezTo>
                    <a:cubicBezTo>
                      <a:pt x="372" y="264"/>
                      <a:pt x="372" y="264"/>
                      <a:pt x="372" y="263"/>
                    </a:cubicBezTo>
                    <a:cubicBezTo>
                      <a:pt x="373" y="263"/>
                      <a:pt x="374" y="262"/>
                      <a:pt x="374" y="261"/>
                    </a:cubicBezTo>
                    <a:cubicBezTo>
                      <a:pt x="375" y="260"/>
                      <a:pt x="377" y="259"/>
                      <a:pt x="378" y="257"/>
                    </a:cubicBezTo>
                    <a:cubicBezTo>
                      <a:pt x="379" y="255"/>
                      <a:pt x="380" y="253"/>
                      <a:pt x="381" y="251"/>
                    </a:cubicBezTo>
                    <a:cubicBezTo>
                      <a:pt x="382" y="250"/>
                      <a:pt x="383" y="249"/>
                      <a:pt x="384" y="247"/>
                    </a:cubicBezTo>
                    <a:cubicBezTo>
                      <a:pt x="385" y="246"/>
                      <a:pt x="386" y="246"/>
                      <a:pt x="387" y="245"/>
                    </a:cubicBezTo>
                    <a:cubicBezTo>
                      <a:pt x="387" y="244"/>
                      <a:pt x="388" y="243"/>
                      <a:pt x="389" y="243"/>
                    </a:cubicBezTo>
                    <a:cubicBezTo>
                      <a:pt x="390" y="241"/>
                      <a:pt x="389" y="239"/>
                      <a:pt x="388" y="238"/>
                    </a:cubicBezTo>
                    <a:cubicBezTo>
                      <a:pt x="388" y="237"/>
                      <a:pt x="386" y="234"/>
                      <a:pt x="388" y="233"/>
                    </a:cubicBezTo>
                    <a:cubicBezTo>
                      <a:pt x="388" y="233"/>
                      <a:pt x="389" y="232"/>
                      <a:pt x="389" y="232"/>
                    </a:cubicBezTo>
                    <a:cubicBezTo>
                      <a:pt x="390" y="231"/>
                      <a:pt x="390" y="230"/>
                      <a:pt x="390" y="229"/>
                    </a:cubicBezTo>
                    <a:cubicBezTo>
                      <a:pt x="389" y="227"/>
                      <a:pt x="387" y="227"/>
                      <a:pt x="385" y="227"/>
                    </a:cubicBezTo>
                    <a:cubicBezTo>
                      <a:pt x="383" y="226"/>
                      <a:pt x="382" y="225"/>
                      <a:pt x="381" y="223"/>
                    </a:cubicBezTo>
                    <a:cubicBezTo>
                      <a:pt x="380" y="221"/>
                      <a:pt x="381" y="218"/>
                      <a:pt x="381" y="215"/>
                    </a:cubicBezTo>
                    <a:cubicBezTo>
                      <a:pt x="382" y="213"/>
                      <a:pt x="382" y="211"/>
                      <a:pt x="383" y="210"/>
                    </a:cubicBezTo>
                    <a:cubicBezTo>
                      <a:pt x="383" y="208"/>
                      <a:pt x="384" y="206"/>
                      <a:pt x="385" y="205"/>
                    </a:cubicBezTo>
                    <a:cubicBezTo>
                      <a:pt x="387" y="204"/>
                      <a:pt x="389" y="209"/>
                      <a:pt x="389" y="210"/>
                    </a:cubicBezTo>
                    <a:cubicBezTo>
                      <a:pt x="390" y="212"/>
                      <a:pt x="390" y="213"/>
                      <a:pt x="391" y="214"/>
                    </a:cubicBezTo>
                    <a:cubicBezTo>
                      <a:pt x="392" y="215"/>
                      <a:pt x="393" y="216"/>
                      <a:pt x="393" y="217"/>
                    </a:cubicBezTo>
                    <a:cubicBezTo>
                      <a:pt x="394" y="220"/>
                      <a:pt x="395" y="224"/>
                      <a:pt x="397" y="226"/>
                    </a:cubicBezTo>
                    <a:cubicBezTo>
                      <a:pt x="398" y="227"/>
                      <a:pt x="399" y="227"/>
                      <a:pt x="400" y="228"/>
                    </a:cubicBezTo>
                    <a:cubicBezTo>
                      <a:pt x="401" y="228"/>
                      <a:pt x="401" y="229"/>
                      <a:pt x="402" y="230"/>
                    </a:cubicBezTo>
                    <a:cubicBezTo>
                      <a:pt x="402" y="234"/>
                      <a:pt x="401" y="238"/>
                      <a:pt x="400" y="241"/>
                    </a:cubicBezTo>
                    <a:cubicBezTo>
                      <a:pt x="399" y="244"/>
                      <a:pt x="399" y="247"/>
                      <a:pt x="398" y="250"/>
                    </a:cubicBezTo>
                    <a:cubicBezTo>
                      <a:pt x="398" y="251"/>
                      <a:pt x="397" y="252"/>
                      <a:pt x="396" y="253"/>
                    </a:cubicBezTo>
                    <a:cubicBezTo>
                      <a:pt x="395" y="253"/>
                      <a:pt x="394" y="253"/>
                      <a:pt x="393" y="254"/>
                    </a:cubicBezTo>
                    <a:cubicBezTo>
                      <a:pt x="390" y="255"/>
                      <a:pt x="390" y="258"/>
                      <a:pt x="391" y="261"/>
                    </a:cubicBezTo>
                    <a:cubicBezTo>
                      <a:pt x="391" y="262"/>
                      <a:pt x="391" y="263"/>
                      <a:pt x="391" y="265"/>
                    </a:cubicBezTo>
                    <a:cubicBezTo>
                      <a:pt x="392" y="266"/>
                      <a:pt x="391" y="267"/>
                      <a:pt x="392" y="268"/>
                    </a:cubicBezTo>
                    <a:cubicBezTo>
                      <a:pt x="392" y="270"/>
                      <a:pt x="392" y="272"/>
                      <a:pt x="393" y="273"/>
                    </a:cubicBezTo>
                    <a:cubicBezTo>
                      <a:pt x="393" y="275"/>
                      <a:pt x="394" y="277"/>
                      <a:pt x="395" y="277"/>
                    </a:cubicBezTo>
                    <a:cubicBezTo>
                      <a:pt x="396" y="278"/>
                      <a:pt x="397" y="277"/>
                      <a:pt x="397" y="277"/>
                    </a:cubicBezTo>
                    <a:cubicBezTo>
                      <a:pt x="398" y="275"/>
                      <a:pt x="399" y="274"/>
                      <a:pt x="400" y="273"/>
                    </a:cubicBezTo>
                    <a:cubicBezTo>
                      <a:pt x="401" y="271"/>
                      <a:pt x="402" y="270"/>
                      <a:pt x="403" y="269"/>
                    </a:cubicBezTo>
                    <a:cubicBezTo>
                      <a:pt x="404" y="268"/>
                      <a:pt x="405" y="268"/>
                      <a:pt x="406" y="266"/>
                    </a:cubicBezTo>
                    <a:cubicBezTo>
                      <a:pt x="406" y="265"/>
                      <a:pt x="406" y="263"/>
                      <a:pt x="406" y="262"/>
                    </a:cubicBezTo>
                    <a:cubicBezTo>
                      <a:pt x="406" y="260"/>
                      <a:pt x="407" y="258"/>
                      <a:pt x="408" y="256"/>
                    </a:cubicBezTo>
                    <a:cubicBezTo>
                      <a:pt x="409" y="254"/>
                      <a:pt x="410" y="253"/>
                      <a:pt x="412" y="252"/>
                    </a:cubicBezTo>
                    <a:cubicBezTo>
                      <a:pt x="413" y="251"/>
                      <a:pt x="415" y="250"/>
                      <a:pt x="415" y="248"/>
                    </a:cubicBezTo>
                    <a:cubicBezTo>
                      <a:pt x="416" y="246"/>
                      <a:pt x="415" y="244"/>
                      <a:pt x="415" y="242"/>
                    </a:cubicBezTo>
                    <a:cubicBezTo>
                      <a:pt x="415" y="240"/>
                      <a:pt x="414" y="237"/>
                      <a:pt x="414" y="235"/>
                    </a:cubicBezTo>
                    <a:close/>
                    <a:moveTo>
                      <a:pt x="70" y="180"/>
                    </a:moveTo>
                    <a:cubicBezTo>
                      <a:pt x="70" y="177"/>
                      <a:pt x="70" y="174"/>
                      <a:pt x="69" y="171"/>
                    </a:cubicBezTo>
                    <a:cubicBezTo>
                      <a:pt x="68" y="169"/>
                      <a:pt x="66" y="167"/>
                      <a:pt x="64" y="165"/>
                    </a:cubicBezTo>
                    <a:cubicBezTo>
                      <a:pt x="61" y="163"/>
                      <a:pt x="58" y="160"/>
                      <a:pt x="56" y="157"/>
                    </a:cubicBezTo>
                    <a:cubicBezTo>
                      <a:pt x="54" y="155"/>
                      <a:pt x="53" y="152"/>
                      <a:pt x="51" y="150"/>
                    </a:cubicBezTo>
                    <a:cubicBezTo>
                      <a:pt x="48" y="147"/>
                      <a:pt x="44" y="146"/>
                      <a:pt x="41" y="146"/>
                    </a:cubicBezTo>
                    <a:cubicBezTo>
                      <a:pt x="39" y="146"/>
                      <a:pt x="36" y="145"/>
                      <a:pt x="34" y="145"/>
                    </a:cubicBezTo>
                    <a:cubicBezTo>
                      <a:pt x="33" y="145"/>
                      <a:pt x="31" y="144"/>
                      <a:pt x="29" y="144"/>
                    </a:cubicBezTo>
                    <a:cubicBezTo>
                      <a:pt x="27" y="142"/>
                      <a:pt x="30" y="140"/>
                      <a:pt x="31" y="139"/>
                    </a:cubicBezTo>
                    <a:cubicBezTo>
                      <a:pt x="33" y="138"/>
                      <a:pt x="34" y="135"/>
                      <a:pt x="37" y="134"/>
                    </a:cubicBezTo>
                    <a:cubicBezTo>
                      <a:pt x="38" y="134"/>
                      <a:pt x="39" y="134"/>
                      <a:pt x="41" y="134"/>
                    </a:cubicBezTo>
                    <a:cubicBezTo>
                      <a:pt x="50" y="133"/>
                      <a:pt x="70" y="131"/>
                      <a:pt x="68" y="147"/>
                    </a:cubicBezTo>
                    <a:cubicBezTo>
                      <a:pt x="67" y="149"/>
                      <a:pt x="66" y="152"/>
                      <a:pt x="67" y="155"/>
                    </a:cubicBezTo>
                    <a:cubicBezTo>
                      <a:pt x="68" y="158"/>
                      <a:pt x="70" y="160"/>
                      <a:pt x="71" y="162"/>
                    </a:cubicBezTo>
                    <a:cubicBezTo>
                      <a:pt x="75" y="170"/>
                      <a:pt x="72" y="178"/>
                      <a:pt x="73" y="186"/>
                    </a:cubicBezTo>
                    <a:cubicBezTo>
                      <a:pt x="74" y="190"/>
                      <a:pt x="75" y="194"/>
                      <a:pt x="77" y="198"/>
                    </a:cubicBezTo>
                    <a:cubicBezTo>
                      <a:pt x="77" y="199"/>
                      <a:pt x="79" y="203"/>
                      <a:pt x="77" y="203"/>
                    </a:cubicBezTo>
                    <a:cubicBezTo>
                      <a:pt x="75" y="204"/>
                      <a:pt x="73" y="200"/>
                      <a:pt x="73" y="199"/>
                    </a:cubicBezTo>
                    <a:cubicBezTo>
                      <a:pt x="71" y="196"/>
                      <a:pt x="70" y="193"/>
                      <a:pt x="70" y="190"/>
                    </a:cubicBezTo>
                    <a:cubicBezTo>
                      <a:pt x="70" y="187"/>
                      <a:pt x="70" y="183"/>
                      <a:pt x="70" y="180"/>
                    </a:cubicBezTo>
                    <a:close/>
                    <a:moveTo>
                      <a:pt x="89" y="235"/>
                    </a:moveTo>
                    <a:cubicBezTo>
                      <a:pt x="89" y="236"/>
                      <a:pt x="88" y="238"/>
                      <a:pt x="89" y="239"/>
                    </a:cubicBezTo>
                    <a:cubicBezTo>
                      <a:pt x="89" y="240"/>
                      <a:pt x="89" y="241"/>
                      <a:pt x="89" y="241"/>
                    </a:cubicBezTo>
                    <a:cubicBezTo>
                      <a:pt x="89" y="242"/>
                      <a:pt x="88" y="243"/>
                      <a:pt x="88" y="244"/>
                    </a:cubicBezTo>
                    <a:cubicBezTo>
                      <a:pt x="88" y="245"/>
                      <a:pt x="86" y="244"/>
                      <a:pt x="86" y="244"/>
                    </a:cubicBezTo>
                    <a:cubicBezTo>
                      <a:pt x="85" y="244"/>
                      <a:pt x="85" y="243"/>
                      <a:pt x="85" y="243"/>
                    </a:cubicBezTo>
                    <a:cubicBezTo>
                      <a:pt x="84" y="242"/>
                      <a:pt x="85" y="240"/>
                      <a:pt x="85" y="239"/>
                    </a:cubicBezTo>
                    <a:cubicBezTo>
                      <a:pt x="85" y="237"/>
                      <a:pt x="84" y="236"/>
                      <a:pt x="83" y="234"/>
                    </a:cubicBezTo>
                    <a:cubicBezTo>
                      <a:pt x="82" y="232"/>
                      <a:pt x="81" y="231"/>
                      <a:pt x="80" y="229"/>
                    </a:cubicBezTo>
                    <a:cubicBezTo>
                      <a:pt x="79" y="228"/>
                      <a:pt x="79" y="226"/>
                      <a:pt x="79" y="225"/>
                    </a:cubicBezTo>
                    <a:cubicBezTo>
                      <a:pt x="78" y="224"/>
                      <a:pt x="78" y="223"/>
                      <a:pt x="77" y="222"/>
                    </a:cubicBezTo>
                    <a:cubicBezTo>
                      <a:pt x="77" y="222"/>
                      <a:pt x="76" y="222"/>
                      <a:pt x="75" y="221"/>
                    </a:cubicBezTo>
                    <a:cubicBezTo>
                      <a:pt x="74" y="221"/>
                      <a:pt x="73" y="218"/>
                      <a:pt x="72" y="216"/>
                    </a:cubicBezTo>
                    <a:cubicBezTo>
                      <a:pt x="72" y="215"/>
                      <a:pt x="72" y="215"/>
                      <a:pt x="73" y="214"/>
                    </a:cubicBezTo>
                    <a:cubicBezTo>
                      <a:pt x="73" y="213"/>
                      <a:pt x="74" y="212"/>
                      <a:pt x="75" y="212"/>
                    </a:cubicBezTo>
                    <a:cubicBezTo>
                      <a:pt x="76" y="212"/>
                      <a:pt x="77" y="214"/>
                      <a:pt x="78" y="214"/>
                    </a:cubicBezTo>
                    <a:cubicBezTo>
                      <a:pt x="79" y="214"/>
                      <a:pt x="79" y="212"/>
                      <a:pt x="79" y="211"/>
                    </a:cubicBezTo>
                    <a:cubicBezTo>
                      <a:pt x="80" y="211"/>
                      <a:pt x="82" y="213"/>
                      <a:pt x="83" y="214"/>
                    </a:cubicBezTo>
                    <a:cubicBezTo>
                      <a:pt x="83" y="215"/>
                      <a:pt x="84" y="216"/>
                      <a:pt x="84" y="218"/>
                    </a:cubicBezTo>
                    <a:cubicBezTo>
                      <a:pt x="83" y="219"/>
                      <a:pt x="83" y="219"/>
                      <a:pt x="83" y="220"/>
                    </a:cubicBezTo>
                    <a:cubicBezTo>
                      <a:pt x="82" y="221"/>
                      <a:pt x="83" y="223"/>
                      <a:pt x="83" y="224"/>
                    </a:cubicBezTo>
                    <a:cubicBezTo>
                      <a:pt x="84" y="225"/>
                      <a:pt x="86" y="225"/>
                      <a:pt x="87" y="226"/>
                    </a:cubicBezTo>
                    <a:cubicBezTo>
                      <a:pt x="89" y="227"/>
                      <a:pt x="90" y="229"/>
                      <a:pt x="90" y="231"/>
                    </a:cubicBezTo>
                    <a:cubicBezTo>
                      <a:pt x="90" y="233"/>
                      <a:pt x="90" y="234"/>
                      <a:pt x="89" y="235"/>
                    </a:cubicBezTo>
                    <a:close/>
                    <a:moveTo>
                      <a:pt x="310" y="157"/>
                    </a:moveTo>
                    <a:cubicBezTo>
                      <a:pt x="309" y="158"/>
                      <a:pt x="308" y="159"/>
                      <a:pt x="307" y="160"/>
                    </a:cubicBezTo>
                    <a:cubicBezTo>
                      <a:pt x="307" y="161"/>
                      <a:pt x="306" y="163"/>
                      <a:pt x="305" y="163"/>
                    </a:cubicBezTo>
                    <a:cubicBezTo>
                      <a:pt x="304" y="164"/>
                      <a:pt x="303" y="164"/>
                      <a:pt x="302" y="164"/>
                    </a:cubicBezTo>
                    <a:cubicBezTo>
                      <a:pt x="301" y="164"/>
                      <a:pt x="300" y="165"/>
                      <a:pt x="299" y="165"/>
                    </a:cubicBezTo>
                    <a:cubicBezTo>
                      <a:pt x="297" y="167"/>
                      <a:pt x="294" y="166"/>
                      <a:pt x="292" y="167"/>
                    </a:cubicBezTo>
                    <a:cubicBezTo>
                      <a:pt x="291" y="168"/>
                      <a:pt x="290" y="170"/>
                      <a:pt x="291" y="172"/>
                    </a:cubicBezTo>
                    <a:cubicBezTo>
                      <a:pt x="293" y="174"/>
                      <a:pt x="297" y="171"/>
                      <a:pt x="299" y="174"/>
                    </a:cubicBezTo>
                    <a:cubicBezTo>
                      <a:pt x="300" y="176"/>
                      <a:pt x="300" y="182"/>
                      <a:pt x="298" y="184"/>
                    </a:cubicBezTo>
                    <a:cubicBezTo>
                      <a:pt x="297" y="185"/>
                      <a:pt x="295" y="185"/>
                      <a:pt x="294" y="185"/>
                    </a:cubicBezTo>
                    <a:cubicBezTo>
                      <a:pt x="292" y="186"/>
                      <a:pt x="291" y="186"/>
                      <a:pt x="290" y="186"/>
                    </a:cubicBezTo>
                    <a:cubicBezTo>
                      <a:pt x="288" y="187"/>
                      <a:pt x="286" y="186"/>
                      <a:pt x="284" y="188"/>
                    </a:cubicBezTo>
                    <a:cubicBezTo>
                      <a:pt x="283" y="189"/>
                      <a:pt x="282" y="192"/>
                      <a:pt x="282" y="194"/>
                    </a:cubicBezTo>
                    <a:cubicBezTo>
                      <a:pt x="281" y="195"/>
                      <a:pt x="281" y="195"/>
                      <a:pt x="280" y="196"/>
                    </a:cubicBezTo>
                    <a:cubicBezTo>
                      <a:pt x="280" y="198"/>
                      <a:pt x="280" y="199"/>
                      <a:pt x="280" y="200"/>
                    </a:cubicBezTo>
                    <a:cubicBezTo>
                      <a:pt x="279" y="202"/>
                      <a:pt x="279" y="204"/>
                      <a:pt x="278" y="205"/>
                    </a:cubicBezTo>
                    <a:cubicBezTo>
                      <a:pt x="277" y="206"/>
                      <a:pt x="275" y="206"/>
                      <a:pt x="273" y="206"/>
                    </a:cubicBezTo>
                    <a:cubicBezTo>
                      <a:pt x="271" y="206"/>
                      <a:pt x="269" y="207"/>
                      <a:pt x="268" y="206"/>
                    </a:cubicBezTo>
                    <a:cubicBezTo>
                      <a:pt x="266" y="205"/>
                      <a:pt x="265" y="203"/>
                      <a:pt x="265" y="201"/>
                    </a:cubicBezTo>
                    <a:cubicBezTo>
                      <a:pt x="265" y="199"/>
                      <a:pt x="267" y="198"/>
                      <a:pt x="264" y="197"/>
                    </a:cubicBezTo>
                    <a:cubicBezTo>
                      <a:pt x="262" y="197"/>
                      <a:pt x="259" y="197"/>
                      <a:pt x="257" y="197"/>
                    </a:cubicBezTo>
                    <a:cubicBezTo>
                      <a:pt x="256" y="197"/>
                      <a:pt x="254" y="198"/>
                      <a:pt x="253" y="197"/>
                    </a:cubicBezTo>
                    <a:cubicBezTo>
                      <a:pt x="251" y="196"/>
                      <a:pt x="250" y="194"/>
                      <a:pt x="249" y="193"/>
                    </a:cubicBezTo>
                    <a:cubicBezTo>
                      <a:pt x="247" y="193"/>
                      <a:pt x="246" y="193"/>
                      <a:pt x="244" y="192"/>
                    </a:cubicBezTo>
                    <a:cubicBezTo>
                      <a:pt x="244" y="191"/>
                      <a:pt x="243" y="190"/>
                      <a:pt x="243" y="189"/>
                    </a:cubicBezTo>
                    <a:cubicBezTo>
                      <a:pt x="243" y="189"/>
                      <a:pt x="243" y="188"/>
                      <a:pt x="243" y="187"/>
                    </a:cubicBezTo>
                    <a:cubicBezTo>
                      <a:pt x="243" y="186"/>
                      <a:pt x="243" y="186"/>
                      <a:pt x="243" y="185"/>
                    </a:cubicBezTo>
                    <a:cubicBezTo>
                      <a:pt x="244" y="184"/>
                      <a:pt x="244" y="184"/>
                      <a:pt x="244" y="183"/>
                    </a:cubicBezTo>
                    <a:cubicBezTo>
                      <a:pt x="244" y="182"/>
                      <a:pt x="244" y="182"/>
                      <a:pt x="244" y="181"/>
                    </a:cubicBezTo>
                    <a:cubicBezTo>
                      <a:pt x="243" y="180"/>
                      <a:pt x="242" y="179"/>
                      <a:pt x="243" y="177"/>
                    </a:cubicBezTo>
                    <a:cubicBezTo>
                      <a:pt x="244" y="175"/>
                      <a:pt x="246" y="175"/>
                      <a:pt x="248" y="175"/>
                    </a:cubicBezTo>
                    <a:cubicBezTo>
                      <a:pt x="250" y="174"/>
                      <a:pt x="252" y="174"/>
                      <a:pt x="253" y="173"/>
                    </a:cubicBezTo>
                    <a:cubicBezTo>
                      <a:pt x="254" y="173"/>
                      <a:pt x="255" y="173"/>
                      <a:pt x="255" y="172"/>
                    </a:cubicBezTo>
                    <a:cubicBezTo>
                      <a:pt x="256" y="172"/>
                      <a:pt x="255" y="171"/>
                      <a:pt x="256" y="171"/>
                    </a:cubicBezTo>
                    <a:cubicBezTo>
                      <a:pt x="258" y="170"/>
                      <a:pt x="261" y="169"/>
                      <a:pt x="263" y="167"/>
                    </a:cubicBezTo>
                    <a:cubicBezTo>
                      <a:pt x="263" y="167"/>
                      <a:pt x="264" y="166"/>
                      <a:pt x="264" y="166"/>
                    </a:cubicBezTo>
                    <a:cubicBezTo>
                      <a:pt x="265" y="165"/>
                      <a:pt x="265" y="165"/>
                      <a:pt x="264" y="164"/>
                    </a:cubicBezTo>
                    <a:cubicBezTo>
                      <a:pt x="264" y="164"/>
                      <a:pt x="264" y="164"/>
                      <a:pt x="264" y="163"/>
                    </a:cubicBezTo>
                    <a:cubicBezTo>
                      <a:pt x="264" y="162"/>
                      <a:pt x="265" y="161"/>
                      <a:pt x="264" y="160"/>
                    </a:cubicBezTo>
                    <a:cubicBezTo>
                      <a:pt x="264" y="160"/>
                      <a:pt x="263" y="160"/>
                      <a:pt x="262" y="159"/>
                    </a:cubicBezTo>
                    <a:cubicBezTo>
                      <a:pt x="261" y="158"/>
                      <a:pt x="260" y="157"/>
                      <a:pt x="260" y="155"/>
                    </a:cubicBezTo>
                    <a:cubicBezTo>
                      <a:pt x="259" y="154"/>
                      <a:pt x="259" y="153"/>
                      <a:pt x="259" y="153"/>
                    </a:cubicBezTo>
                    <a:cubicBezTo>
                      <a:pt x="260" y="152"/>
                      <a:pt x="262" y="151"/>
                      <a:pt x="262" y="150"/>
                    </a:cubicBezTo>
                    <a:cubicBezTo>
                      <a:pt x="264" y="149"/>
                      <a:pt x="265" y="148"/>
                      <a:pt x="265" y="146"/>
                    </a:cubicBezTo>
                    <a:cubicBezTo>
                      <a:pt x="265" y="145"/>
                      <a:pt x="265" y="143"/>
                      <a:pt x="265" y="142"/>
                    </a:cubicBezTo>
                    <a:cubicBezTo>
                      <a:pt x="265" y="141"/>
                      <a:pt x="266" y="140"/>
                      <a:pt x="267" y="140"/>
                    </a:cubicBezTo>
                    <a:cubicBezTo>
                      <a:pt x="267" y="139"/>
                      <a:pt x="268" y="138"/>
                      <a:pt x="269" y="138"/>
                    </a:cubicBezTo>
                    <a:cubicBezTo>
                      <a:pt x="270" y="137"/>
                      <a:pt x="272" y="138"/>
                      <a:pt x="273" y="136"/>
                    </a:cubicBezTo>
                    <a:cubicBezTo>
                      <a:pt x="273" y="135"/>
                      <a:pt x="273" y="135"/>
                      <a:pt x="274" y="134"/>
                    </a:cubicBezTo>
                    <a:cubicBezTo>
                      <a:pt x="275" y="134"/>
                      <a:pt x="275" y="134"/>
                      <a:pt x="276" y="133"/>
                    </a:cubicBezTo>
                    <a:cubicBezTo>
                      <a:pt x="276" y="132"/>
                      <a:pt x="276" y="131"/>
                      <a:pt x="276" y="131"/>
                    </a:cubicBezTo>
                    <a:cubicBezTo>
                      <a:pt x="277" y="130"/>
                      <a:pt x="277" y="130"/>
                      <a:pt x="277" y="129"/>
                    </a:cubicBezTo>
                    <a:cubicBezTo>
                      <a:pt x="278" y="128"/>
                      <a:pt x="278" y="126"/>
                      <a:pt x="278" y="124"/>
                    </a:cubicBezTo>
                    <a:cubicBezTo>
                      <a:pt x="278" y="123"/>
                      <a:pt x="278" y="121"/>
                      <a:pt x="278" y="121"/>
                    </a:cubicBezTo>
                    <a:cubicBezTo>
                      <a:pt x="279" y="120"/>
                      <a:pt x="279" y="120"/>
                      <a:pt x="280" y="120"/>
                    </a:cubicBezTo>
                    <a:cubicBezTo>
                      <a:pt x="281" y="118"/>
                      <a:pt x="281" y="116"/>
                      <a:pt x="282" y="115"/>
                    </a:cubicBezTo>
                    <a:cubicBezTo>
                      <a:pt x="284" y="113"/>
                      <a:pt x="285" y="116"/>
                      <a:pt x="285" y="117"/>
                    </a:cubicBezTo>
                    <a:cubicBezTo>
                      <a:pt x="284" y="120"/>
                      <a:pt x="282" y="122"/>
                      <a:pt x="281" y="125"/>
                    </a:cubicBezTo>
                    <a:cubicBezTo>
                      <a:pt x="281" y="128"/>
                      <a:pt x="282" y="130"/>
                      <a:pt x="281" y="132"/>
                    </a:cubicBezTo>
                    <a:cubicBezTo>
                      <a:pt x="279" y="135"/>
                      <a:pt x="279" y="137"/>
                      <a:pt x="279" y="140"/>
                    </a:cubicBezTo>
                    <a:cubicBezTo>
                      <a:pt x="279" y="142"/>
                      <a:pt x="279" y="145"/>
                      <a:pt x="279" y="147"/>
                    </a:cubicBezTo>
                    <a:cubicBezTo>
                      <a:pt x="279" y="149"/>
                      <a:pt x="281" y="150"/>
                      <a:pt x="282" y="151"/>
                    </a:cubicBezTo>
                    <a:cubicBezTo>
                      <a:pt x="283" y="151"/>
                      <a:pt x="284" y="152"/>
                      <a:pt x="285" y="152"/>
                    </a:cubicBezTo>
                    <a:cubicBezTo>
                      <a:pt x="287" y="152"/>
                      <a:pt x="289" y="151"/>
                      <a:pt x="290" y="151"/>
                    </a:cubicBezTo>
                    <a:cubicBezTo>
                      <a:pt x="293" y="150"/>
                      <a:pt x="296" y="149"/>
                      <a:pt x="299" y="150"/>
                    </a:cubicBezTo>
                    <a:cubicBezTo>
                      <a:pt x="300" y="150"/>
                      <a:pt x="301" y="150"/>
                      <a:pt x="302" y="149"/>
                    </a:cubicBezTo>
                    <a:cubicBezTo>
                      <a:pt x="303" y="149"/>
                      <a:pt x="302" y="147"/>
                      <a:pt x="303" y="147"/>
                    </a:cubicBezTo>
                    <a:cubicBezTo>
                      <a:pt x="305" y="145"/>
                      <a:pt x="308" y="148"/>
                      <a:pt x="308" y="150"/>
                    </a:cubicBezTo>
                    <a:cubicBezTo>
                      <a:pt x="309" y="151"/>
                      <a:pt x="309" y="152"/>
                      <a:pt x="309" y="153"/>
                    </a:cubicBezTo>
                    <a:cubicBezTo>
                      <a:pt x="309" y="155"/>
                      <a:pt x="310" y="156"/>
                      <a:pt x="310" y="15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0" name="Freeform 2992">
                <a:extLst>
                  <a:ext uri="{FF2B5EF4-FFF2-40B4-BE49-F238E27FC236}">
                    <a16:creationId xmlns:a16="http://schemas.microsoft.com/office/drawing/2014/main" id="{065390C4-9E8D-5644-A282-7D1E962BE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13"/>
                <a:ext cx="8" cy="7"/>
              </a:xfrm>
              <a:custGeom>
                <a:avLst/>
                <a:gdLst>
                  <a:gd name="T0" fmla="*/ 7 w 20"/>
                  <a:gd name="T1" fmla="*/ 6 h 17"/>
                  <a:gd name="T2" fmla="*/ 4 w 20"/>
                  <a:gd name="T3" fmla="*/ 6 h 17"/>
                  <a:gd name="T4" fmla="*/ 1 w 20"/>
                  <a:gd name="T5" fmla="*/ 3 h 17"/>
                  <a:gd name="T6" fmla="*/ 0 w 20"/>
                  <a:gd name="T7" fmla="*/ 2 h 17"/>
                  <a:gd name="T8" fmla="*/ 1 w 20"/>
                  <a:gd name="T9" fmla="*/ 1 h 17"/>
                  <a:gd name="T10" fmla="*/ 4 w 20"/>
                  <a:gd name="T11" fmla="*/ 0 h 17"/>
                  <a:gd name="T12" fmla="*/ 7 w 20"/>
                  <a:gd name="T13" fmla="*/ 0 h 17"/>
                  <a:gd name="T14" fmla="*/ 10 w 20"/>
                  <a:gd name="T15" fmla="*/ 0 h 17"/>
                  <a:gd name="T16" fmla="*/ 14 w 20"/>
                  <a:gd name="T17" fmla="*/ 2 h 17"/>
                  <a:gd name="T18" fmla="*/ 17 w 20"/>
                  <a:gd name="T19" fmla="*/ 5 h 17"/>
                  <a:gd name="T20" fmla="*/ 19 w 20"/>
                  <a:gd name="T21" fmla="*/ 10 h 17"/>
                  <a:gd name="T22" fmla="*/ 18 w 20"/>
                  <a:gd name="T23" fmla="*/ 13 h 17"/>
                  <a:gd name="T24" fmla="*/ 15 w 20"/>
                  <a:gd name="T25" fmla="*/ 15 h 17"/>
                  <a:gd name="T26" fmla="*/ 14 w 20"/>
                  <a:gd name="T27" fmla="*/ 16 h 17"/>
                  <a:gd name="T28" fmla="*/ 11 w 20"/>
                  <a:gd name="T29" fmla="*/ 17 h 17"/>
                  <a:gd name="T30" fmla="*/ 12 w 20"/>
                  <a:gd name="T31" fmla="*/ 11 h 17"/>
                  <a:gd name="T32" fmla="*/ 11 w 20"/>
                  <a:gd name="T33" fmla="*/ 7 h 17"/>
                  <a:gd name="T34" fmla="*/ 7 w 20"/>
                  <a:gd name="T3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7">
                    <a:moveTo>
                      <a:pt x="7" y="6"/>
                    </a:moveTo>
                    <a:cubicBezTo>
                      <a:pt x="6" y="6"/>
                      <a:pt x="5" y="6"/>
                      <a:pt x="4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2"/>
                      <a:pt x="16" y="4"/>
                      <a:pt x="17" y="5"/>
                    </a:cubicBezTo>
                    <a:cubicBezTo>
                      <a:pt x="19" y="6"/>
                      <a:pt x="20" y="7"/>
                      <a:pt x="19" y="10"/>
                    </a:cubicBezTo>
                    <a:cubicBezTo>
                      <a:pt x="19" y="11"/>
                      <a:pt x="18" y="12"/>
                      <a:pt x="18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5" y="15"/>
                      <a:pt x="15" y="16"/>
                      <a:pt x="14" y="16"/>
                    </a:cubicBezTo>
                    <a:cubicBezTo>
                      <a:pt x="13" y="16"/>
                      <a:pt x="12" y="17"/>
                      <a:pt x="11" y="17"/>
                    </a:cubicBezTo>
                    <a:cubicBezTo>
                      <a:pt x="11" y="15"/>
                      <a:pt x="11" y="13"/>
                      <a:pt x="12" y="11"/>
                    </a:cubicBezTo>
                    <a:cubicBezTo>
                      <a:pt x="13" y="9"/>
                      <a:pt x="13" y="8"/>
                      <a:pt x="11" y="7"/>
                    </a:cubicBezTo>
                    <a:cubicBezTo>
                      <a:pt x="10" y="6"/>
                      <a:pt x="8" y="7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1" name="Freeform 2993">
                <a:extLst>
                  <a:ext uri="{FF2B5EF4-FFF2-40B4-BE49-F238E27FC236}">
                    <a16:creationId xmlns:a16="http://schemas.microsoft.com/office/drawing/2014/main" id="{2609B126-B2C9-9B47-8A91-25639683D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37"/>
                <a:ext cx="35" cy="34"/>
              </a:xfrm>
              <a:custGeom>
                <a:avLst/>
                <a:gdLst>
                  <a:gd name="T0" fmla="*/ 12 w 88"/>
                  <a:gd name="T1" fmla="*/ 59 h 82"/>
                  <a:gd name="T2" fmla="*/ 18 w 88"/>
                  <a:gd name="T3" fmla="*/ 44 h 82"/>
                  <a:gd name="T4" fmla="*/ 30 w 88"/>
                  <a:gd name="T5" fmla="*/ 35 h 82"/>
                  <a:gd name="T6" fmla="*/ 45 w 88"/>
                  <a:gd name="T7" fmla="*/ 24 h 82"/>
                  <a:gd name="T8" fmla="*/ 53 w 88"/>
                  <a:gd name="T9" fmla="*/ 14 h 82"/>
                  <a:gd name="T10" fmla="*/ 63 w 88"/>
                  <a:gd name="T11" fmla="*/ 4 h 82"/>
                  <a:gd name="T12" fmla="*/ 76 w 88"/>
                  <a:gd name="T13" fmla="*/ 2 h 82"/>
                  <a:gd name="T14" fmla="*/ 85 w 88"/>
                  <a:gd name="T15" fmla="*/ 2 h 82"/>
                  <a:gd name="T16" fmla="*/ 82 w 88"/>
                  <a:gd name="T17" fmla="*/ 14 h 82"/>
                  <a:gd name="T18" fmla="*/ 78 w 88"/>
                  <a:gd name="T19" fmla="*/ 24 h 82"/>
                  <a:gd name="T20" fmla="*/ 86 w 88"/>
                  <a:gd name="T21" fmla="*/ 33 h 82"/>
                  <a:gd name="T22" fmla="*/ 81 w 88"/>
                  <a:gd name="T23" fmla="*/ 42 h 82"/>
                  <a:gd name="T24" fmla="*/ 72 w 88"/>
                  <a:gd name="T25" fmla="*/ 50 h 82"/>
                  <a:gd name="T26" fmla="*/ 63 w 88"/>
                  <a:gd name="T27" fmla="*/ 60 h 82"/>
                  <a:gd name="T28" fmla="*/ 55 w 88"/>
                  <a:gd name="T29" fmla="*/ 64 h 82"/>
                  <a:gd name="T30" fmla="*/ 41 w 88"/>
                  <a:gd name="T31" fmla="*/ 72 h 82"/>
                  <a:gd name="T32" fmla="*/ 30 w 88"/>
                  <a:gd name="T33" fmla="*/ 78 h 82"/>
                  <a:gd name="T34" fmla="*/ 22 w 88"/>
                  <a:gd name="T35" fmla="*/ 82 h 82"/>
                  <a:gd name="T36" fmla="*/ 19 w 88"/>
                  <a:gd name="T37" fmla="*/ 81 h 82"/>
                  <a:gd name="T38" fmla="*/ 16 w 88"/>
                  <a:gd name="T39" fmla="*/ 78 h 82"/>
                  <a:gd name="T40" fmla="*/ 16 w 88"/>
                  <a:gd name="T41" fmla="*/ 78 h 82"/>
                  <a:gd name="T42" fmla="*/ 16 w 88"/>
                  <a:gd name="T43" fmla="*/ 77 h 82"/>
                  <a:gd name="T44" fmla="*/ 16 w 88"/>
                  <a:gd name="T45" fmla="*/ 76 h 82"/>
                  <a:gd name="T46" fmla="*/ 13 w 88"/>
                  <a:gd name="T47" fmla="*/ 75 h 82"/>
                  <a:gd name="T48" fmla="*/ 8 w 88"/>
                  <a:gd name="T49" fmla="*/ 76 h 82"/>
                  <a:gd name="T50" fmla="*/ 3 w 88"/>
                  <a:gd name="T51" fmla="*/ 77 h 82"/>
                  <a:gd name="T52" fmla="*/ 0 w 88"/>
                  <a:gd name="T53" fmla="*/ 75 h 82"/>
                  <a:gd name="T54" fmla="*/ 3 w 88"/>
                  <a:gd name="T55" fmla="*/ 72 h 82"/>
                  <a:gd name="T56" fmla="*/ 9 w 88"/>
                  <a:gd name="T57" fmla="*/ 64 h 82"/>
                  <a:gd name="T58" fmla="*/ 12 w 88"/>
                  <a:gd name="T59" fmla="*/ 59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8" h="82">
                    <a:moveTo>
                      <a:pt x="12" y="59"/>
                    </a:moveTo>
                    <a:cubicBezTo>
                      <a:pt x="14" y="54"/>
                      <a:pt x="15" y="48"/>
                      <a:pt x="18" y="44"/>
                    </a:cubicBezTo>
                    <a:cubicBezTo>
                      <a:pt x="21" y="39"/>
                      <a:pt x="26" y="37"/>
                      <a:pt x="30" y="35"/>
                    </a:cubicBezTo>
                    <a:cubicBezTo>
                      <a:pt x="36" y="32"/>
                      <a:pt x="40" y="28"/>
                      <a:pt x="45" y="24"/>
                    </a:cubicBezTo>
                    <a:cubicBezTo>
                      <a:pt x="48" y="21"/>
                      <a:pt x="51" y="17"/>
                      <a:pt x="53" y="14"/>
                    </a:cubicBezTo>
                    <a:cubicBezTo>
                      <a:pt x="55" y="9"/>
                      <a:pt x="58" y="6"/>
                      <a:pt x="63" y="4"/>
                    </a:cubicBezTo>
                    <a:cubicBezTo>
                      <a:pt x="67" y="3"/>
                      <a:pt x="72" y="3"/>
                      <a:pt x="76" y="2"/>
                    </a:cubicBezTo>
                    <a:cubicBezTo>
                      <a:pt x="79" y="2"/>
                      <a:pt x="82" y="0"/>
                      <a:pt x="85" y="2"/>
                    </a:cubicBezTo>
                    <a:cubicBezTo>
                      <a:pt x="88" y="5"/>
                      <a:pt x="84" y="11"/>
                      <a:pt x="82" y="14"/>
                    </a:cubicBezTo>
                    <a:cubicBezTo>
                      <a:pt x="79" y="17"/>
                      <a:pt x="74" y="20"/>
                      <a:pt x="78" y="24"/>
                    </a:cubicBezTo>
                    <a:cubicBezTo>
                      <a:pt x="80" y="27"/>
                      <a:pt x="85" y="29"/>
                      <a:pt x="86" y="33"/>
                    </a:cubicBezTo>
                    <a:cubicBezTo>
                      <a:pt x="86" y="36"/>
                      <a:pt x="83" y="39"/>
                      <a:pt x="81" y="42"/>
                    </a:cubicBezTo>
                    <a:cubicBezTo>
                      <a:pt x="78" y="45"/>
                      <a:pt x="75" y="47"/>
                      <a:pt x="72" y="50"/>
                    </a:cubicBezTo>
                    <a:cubicBezTo>
                      <a:pt x="69" y="53"/>
                      <a:pt x="66" y="56"/>
                      <a:pt x="63" y="60"/>
                    </a:cubicBezTo>
                    <a:cubicBezTo>
                      <a:pt x="61" y="62"/>
                      <a:pt x="58" y="63"/>
                      <a:pt x="55" y="64"/>
                    </a:cubicBezTo>
                    <a:cubicBezTo>
                      <a:pt x="50" y="67"/>
                      <a:pt x="46" y="70"/>
                      <a:pt x="41" y="72"/>
                    </a:cubicBezTo>
                    <a:cubicBezTo>
                      <a:pt x="38" y="74"/>
                      <a:pt x="34" y="76"/>
                      <a:pt x="30" y="78"/>
                    </a:cubicBezTo>
                    <a:cubicBezTo>
                      <a:pt x="28" y="80"/>
                      <a:pt x="26" y="82"/>
                      <a:pt x="22" y="82"/>
                    </a:cubicBezTo>
                    <a:cubicBezTo>
                      <a:pt x="21" y="82"/>
                      <a:pt x="19" y="82"/>
                      <a:pt x="19" y="81"/>
                    </a:cubicBezTo>
                    <a:cubicBezTo>
                      <a:pt x="18" y="80"/>
                      <a:pt x="17" y="79"/>
                      <a:pt x="16" y="78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6" y="78"/>
                      <a:pt x="16" y="77"/>
                      <a:pt x="16" y="77"/>
                    </a:cubicBezTo>
                    <a:cubicBezTo>
                      <a:pt x="16" y="77"/>
                      <a:pt x="16" y="76"/>
                      <a:pt x="16" y="76"/>
                    </a:cubicBezTo>
                    <a:cubicBezTo>
                      <a:pt x="15" y="75"/>
                      <a:pt x="14" y="75"/>
                      <a:pt x="13" y="75"/>
                    </a:cubicBezTo>
                    <a:cubicBezTo>
                      <a:pt x="11" y="75"/>
                      <a:pt x="9" y="75"/>
                      <a:pt x="8" y="76"/>
                    </a:cubicBezTo>
                    <a:cubicBezTo>
                      <a:pt x="6" y="76"/>
                      <a:pt x="5" y="77"/>
                      <a:pt x="3" y="77"/>
                    </a:cubicBezTo>
                    <a:cubicBezTo>
                      <a:pt x="2" y="77"/>
                      <a:pt x="1" y="77"/>
                      <a:pt x="0" y="75"/>
                    </a:cubicBezTo>
                    <a:cubicBezTo>
                      <a:pt x="0" y="74"/>
                      <a:pt x="2" y="73"/>
                      <a:pt x="3" y="72"/>
                    </a:cubicBezTo>
                    <a:cubicBezTo>
                      <a:pt x="5" y="69"/>
                      <a:pt x="7" y="66"/>
                      <a:pt x="9" y="64"/>
                    </a:cubicBezTo>
                    <a:cubicBezTo>
                      <a:pt x="10" y="62"/>
                      <a:pt x="11" y="60"/>
                      <a:pt x="12" y="5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2" name="Freeform 2994">
                <a:extLst>
                  <a:ext uri="{FF2B5EF4-FFF2-40B4-BE49-F238E27FC236}">
                    <a16:creationId xmlns:a16="http://schemas.microsoft.com/office/drawing/2014/main" id="{795A7A5D-43D0-BC41-BDF0-774C2654F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882"/>
                <a:ext cx="17" cy="34"/>
              </a:xfrm>
              <a:custGeom>
                <a:avLst/>
                <a:gdLst>
                  <a:gd name="T0" fmla="*/ 1 w 44"/>
                  <a:gd name="T1" fmla="*/ 56 h 82"/>
                  <a:gd name="T2" fmla="*/ 0 w 44"/>
                  <a:gd name="T3" fmla="*/ 51 h 82"/>
                  <a:gd name="T4" fmla="*/ 0 w 44"/>
                  <a:gd name="T5" fmla="*/ 48 h 82"/>
                  <a:gd name="T6" fmla="*/ 5 w 44"/>
                  <a:gd name="T7" fmla="*/ 44 h 82"/>
                  <a:gd name="T8" fmla="*/ 6 w 44"/>
                  <a:gd name="T9" fmla="*/ 36 h 82"/>
                  <a:gd name="T10" fmla="*/ 3 w 44"/>
                  <a:gd name="T11" fmla="*/ 27 h 82"/>
                  <a:gd name="T12" fmla="*/ 3 w 44"/>
                  <a:gd name="T13" fmla="*/ 20 h 82"/>
                  <a:gd name="T14" fmla="*/ 8 w 44"/>
                  <a:gd name="T15" fmla="*/ 11 h 82"/>
                  <a:gd name="T16" fmla="*/ 16 w 44"/>
                  <a:gd name="T17" fmla="*/ 4 h 82"/>
                  <a:gd name="T18" fmla="*/ 23 w 44"/>
                  <a:gd name="T19" fmla="*/ 2 h 82"/>
                  <a:gd name="T20" fmla="*/ 31 w 44"/>
                  <a:gd name="T21" fmla="*/ 1 h 82"/>
                  <a:gd name="T22" fmla="*/ 37 w 44"/>
                  <a:gd name="T23" fmla="*/ 6 h 82"/>
                  <a:gd name="T24" fmla="*/ 42 w 44"/>
                  <a:gd name="T25" fmla="*/ 16 h 82"/>
                  <a:gd name="T26" fmla="*/ 43 w 44"/>
                  <a:gd name="T27" fmla="*/ 26 h 82"/>
                  <a:gd name="T28" fmla="*/ 42 w 44"/>
                  <a:gd name="T29" fmla="*/ 37 h 82"/>
                  <a:gd name="T30" fmla="*/ 37 w 44"/>
                  <a:gd name="T31" fmla="*/ 43 h 82"/>
                  <a:gd name="T32" fmla="*/ 41 w 44"/>
                  <a:gd name="T33" fmla="*/ 48 h 82"/>
                  <a:gd name="T34" fmla="*/ 41 w 44"/>
                  <a:gd name="T35" fmla="*/ 54 h 82"/>
                  <a:gd name="T36" fmla="*/ 38 w 44"/>
                  <a:gd name="T37" fmla="*/ 54 h 82"/>
                  <a:gd name="T38" fmla="*/ 35 w 44"/>
                  <a:gd name="T39" fmla="*/ 55 h 82"/>
                  <a:gd name="T40" fmla="*/ 38 w 44"/>
                  <a:gd name="T41" fmla="*/ 61 h 82"/>
                  <a:gd name="T42" fmla="*/ 40 w 44"/>
                  <a:gd name="T43" fmla="*/ 61 h 82"/>
                  <a:gd name="T44" fmla="*/ 38 w 44"/>
                  <a:gd name="T45" fmla="*/ 65 h 82"/>
                  <a:gd name="T46" fmla="*/ 37 w 44"/>
                  <a:gd name="T47" fmla="*/ 72 h 82"/>
                  <a:gd name="T48" fmla="*/ 36 w 44"/>
                  <a:gd name="T49" fmla="*/ 76 h 82"/>
                  <a:gd name="T50" fmla="*/ 30 w 44"/>
                  <a:gd name="T51" fmla="*/ 81 h 82"/>
                  <a:gd name="T52" fmla="*/ 22 w 44"/>
                  <a:gd name="T53" fmla="*/ 79 h 82"/>
                  <a:gd name="T54" fmla="*/ 18 w 44"/>
                  <a:gd name="T55" fmla="*/ 77 h 82"/>
                  <a:gd name="T56" fmla="*/ 11 w 44"/>
                  <a:gd name="T57" fmla="*/ 75 h 82"/>
                  <a:gd name="T58" fmla="*/ 8 w 44"/>
                  <a:gd name="T59" fmla="*/ 74 h 82"/>
                  <a:gd name="T60" fmla="*/ 9 w 44"/>
                  <a:gd name="T61" fmla="*/ 71 h 82"/>
                  <a:gd name="T62" fmla="*/ 2 w 44"/>
                  <a:gd name="T63" fmla="*/ 63 h 82"/>
                  <a:gd name="T64" fmla="*/ 1 w 44"/>
                  <a:gd name="T65" fmla="*/ 5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82">
                    <a:moveTo>
                      <a:pt x="1" y="56"/>
                    </a:moveTo>
                    <a:cubicBezTo>
                      <a:pt x="1" y="54"/>
                      <a:pt x="1" y="53"/>
                      <a:pt x="0" y="51"/>
                    </a:cubicBezTo>
                    <a:cubicBezTo>
                      <a:pt x="0" y="50"/>
                      <a:pt x="0" y="49"/>
                      <a:pt x="0" y="48"/>
                    </a:cubicBezTo>
                    <a:cubicBezTo>
                      <a:pt x="1" y="46"/>
                      <a:pt x="3" y="45"/>
                      <a:pt x="5" y="44"/>
                    </a:cubicBezTo>
                    <a:cubicBezTo>
                      <a:pt x="7" y="41"/>
                      <a:pt x="6" y="39"/>
                      <a:pt x="6" y="36"/>
                    </a:cubicBezTo>
                    <a:cubicBezTo>
                      <a:pt x="5" y="33"/>
                      <a:pt x="4" y="30"/>
                      <a:pt x="3" y="27"/>
                    </a:cubicBezTo>
                    <a:cubicBezTo>
                      <a:pt x="3" y="25"/>
                      <a:pt x="2" y="22"/>
                      <a:pt x="3" y="20"/>
                    </a:cubicBezTo>
                    <a:cubicBezTo>
                      <a:pt x="4" y="16"/>
                      <a:pt x="6" y="14"/>
                      <a:pt x="8" y="11"/>
                    </a:cubicBezTo>
                    <a:cubicBezTo>
                      <a:pt x="11" y="9"/>
                      <a:pt x="13" y="6"/>
                      <a:pt x="16" y="4"/>
                    </a:cubicBezTo>
                    <a:cubicBezTo>
                      <a:pt x="18" y="3"/>
                      <a:pt x="21" y="3"/>
                      <a:pt x="23" y="2"/>
                    </a:cubicBezTo>
                    <a:cubicBezTo>
                      <a:pt x="25" y="0"/>
                      <a:pt x="28" y="0"/>
                      <a:pt x="31" y="1"/>
                    </a:cubicBezTo>
                    <a:cubicBezTo>
                      <a:pt x="33" y="2"/>
                      <a:pt x="35" y="4"/>
                      <a:pt x="37" y="6"/>
                    </a:cubicBezTo>
                    <a:cubicBezTo>
                      <a:pt x="39" y="9"/>
                      <a:pt x="41" y="13"/>
                      <a:pt x="42" y="16"/>
                    </a:cubicBezTo>
                    <a:cubicBezTo>
                      <a:pt x="43" y="20"/>
                      <a:pt x="43" y="23"/>
                      <a:pt x="43" y="26"/>
                    </a:cubicBezTo>
                    <a:cubicBezTo>
                      <a:pt x="43" y="30"/>
                      <a:pt x="43" y="34"/>
                      <a:pt x="42" y="37"/>
                    </a:cubicBezTo>
                    <a:cubicBezTo>
                      <a:pt x="41" y="39"/>
                      <a:pt x="37" y="40"/>
                      <a:pt x="37" y="43"/>
                    </a:cubicBezTo>
                    <a:cubicBezTo>
                      <a:pt x="36" y="45"/>
                      <a:pt x="40" y="47"/>
                      <a:pt x="41" y="48"/>
                    </a:cubicBezTo>
                    <a:cubicBezTo>
                      <a:pt x="43" y="49"/>
                      <a:pt x="44" y="52"/>
                      <a:pt x="41" y="54"/>
                    </a:cubicBezTo>
                    <a:cubicBezTo>
                      <a:pt x="40" y="54"/>
                      <a:pt x="39" y="54"/>
                      <a:pt x="38" y="54"/>
                    </a:cubicBezTo>
                    <a:cubicBezTo>
                      <a:pt x="37" y="55"/>
                      <a:pt x="36" y="54"/>
                      <a:pt x="35" y="55"/>
                    </a:cubicBezTo>
                    <a:cubicBezTo>
                      <a:pt x="34" y="57"/>
                      <a:pt x="36" y="61"/>
                      <a:pt x="38" y="61"/>
                    </a:cubicBezTo>
                    <a:cubicBezTo>
                      <a:pt x="39" y="61"/>
                      <a:pt x="40" y="60"/>
                      <a:pt x="40" y="61"/>
                    </a:cubicBezTo>
                    <a:cubicBezTo>
                      <a:pt x="39" y="63"/>
                      <a:pt x="38" y="64"/>
                      <a:pt x="38" y="65"/>
                    </a:cubicBezTo>
                    <a:cubicBezTo>
                      <a:pt x="37" y="67"/>
                      <a:pt x="38" y="70"/>
                      <a:pt x="37" y="72"/>
                    </a:cubicBezTo>
                    <a:cubicBezTo>
                      <a:pt x="37" y="73"/>
                      <a:pt x="37" y="75"/>
                      <a:pt x="36" y="76"/>
                    </a:cubicBezTo>
                    <a:cubicBezTo>
                      <a:pt x="36" y="79"/>
                      <a:pt x="33" y="80"/>
                      <a:pt x="30" y="81"/>
                    </a:cubicBezTo>
                    <a:cubicBezTo>
                      <a:pt x="27" y="82"/>
                      <a:pt x="25" y="80"/>
                      <a:pt x="22" y="79"/>
                    </a:cubicBezTo>
                    <a:cubicBezTo>
                      <a:pt x="21" y="78"/>
                      <a:pt x="19" y="78"/>
                      <a:pt x="18" y="77"/>
                    </a:cubicBezTo>
                    <a:cubicBezTo>
                      <a:pt x="15" y="76"/>
                      <a:pt x="13" y="76"/>
                      <a:pt x="11" y="75"/>
                    </a:cubicBezTo>
                    <a:cubicBezTo>
                      <a:pt x="10" y="75"/>
                      <a:pt x="8" y="75"/>
                      <a:pt x="8" y="74"/>
                    </a:cubicBezTo>
                    <a:cubicBezTo>
                      <a:pt x="8" y="73"/>
                      <a:pt x="9" y="72"/>
                      <a:pt x="9" y="71"/>
                    </a:cubicBezTo>
                    <a:cubicBezTo>
                      <a:pt x="10" y="67"/>
                      <a:pt x="5" y="65"/>
                      <a:pt x="2" y="63"/>
                    </a:cubicBezTo>
                    <a:cubicBezTo>
                      <a:pt x="0" y="61"/>
                      <a:pt x="1" y="58"/>
                      <a:pt x="1" y="5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3" name="Freeform 2995">
                <a:extLst>
                  <a:ext uri="{FF2B5EF4-FFF2-40B4-BE49-F238E27FC236}">
                    <a16:creationId xmlns:a16="http://schemas.microsoft.com/office/drawing/2014/main" id="{4C3CC480-2F7E-3245-9A3C-61C6EEE6D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905"/>
                <a:ext cx="2" cy="3"/>
              </a:xfrm>
              <a:custGeom>
                <a:avLst/>
                <a:gdLst>
                  <a:gd name="T0" fmla="*/ 4 w 5"/>
                  <a:gd name="T1" fmla="*/ 3 h 9"/>
                  <a:gd name="T2" fmla="*/ 4 w 5"/>
                  <a:gd name="T3" fmla="*/ 7 h 9"/>
                  <a:gd name="T4" fmla="*/ 0 w 5"/>
                  <a:gd name="T5" fmla="*/ 6 h 9"/>
                  <a:gd name="T6" fmla="*/ 4 w 5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4" y="3"/>
                    </a:moveTo>
                    <a:cubicBezTo>
                      <a:pt x="5" y="4"/>
                      <a:pt x="5" y="6"/>
                      <a:pt x="4" y="7"/>
                    </a:cubicBezTo>
                    <a:cubicBezTo>
                      <a:pt x="3" y="9"/>
                      <a:pt x="0" y="8"/>
                      <a:pt x="0" y="6"/>
                    </a:cubicBezTo>
                    <a:cubicBezTo>
                      <a:pt x="0" y="5"/>
                      <a:pt x="2" y="0"/>
                      <a:pt x="4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4" name="Freeform 2996">
                <a:extLst>
                  <a:ext uri="{FF2B5EF4-FFF2-40B4-BE49-F238E27FC236}">
                    <a16:creationId xmlns:a16="http://schemas.microsoft.com/office/drawing/2014/main" id="{35CA3200-336A-1840-8998-056343B34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863"/>
                <a:ext cx="10" cy="24"/>
              </a:xfrm>
              <a:custGeom>
                <a:avLst/>
                <a:gdLst>
                  <a:gd name="T0" fmla="*/ 11 w 25"/>
                  <a:gd name="T1" fmla="*/ 46 h 59"/>
                  <a:gd name="T2" fmla="*/ 10 w 25"/>
                  <a:gd name="T3" fmla="*/ 44 h 59"/>
                  <a:gd name="T4" fmla="*/ 8 w 25"/>
                  <a:gd name="T5" fmla="*/ 42 h 59"/>
                  <a:gd name="T6" fmla="*/ 6 w 25"/>
                  <a:gd name="T7" fmla="*/ 38 h 59"/>
                  <a:gd name="T8" fmla="*/ 5 w 25"/>
                  <a:gd name="T9" fmla="*/ 35 h 59"/>
                  <a:gd name="T10" fmla="*/ 6 w 25"/>
                  <a:gd name="T11" fmla="*/ 33 h 59"/>
                  <a:gd name="T12" fmla="*/ 5 w 25"/>
                  <a:gd name="T13" fmla="*/ 27 h 59"/>
                  <a:gd name="T14" fmla="*/ 9 w 25"/>
                  <a:gd name="T15" fmla="*/ 25 h 59"/>
                  <a:gd name="T16" fmla="*/ 9 w 25"/>
                  <a:gd name="T17" fmla="*/ 21 h 59"/>
                  <a:gd name="T18" fmla="*/ 2 w 25"/>
                  <a:gd name="T19" fmla="*/ 16 h 59"/>
                  <a:gd name="T20" fmla="*/ 1 w 25"/>
                  <a:gd name="T21" fmla="*/ 7 h 59"/>
                  <a:gd name="T22" fmla="*/ 6 w 25"/>
                  <a:gd name="T23" fmla="*/ 1 h 59"/>
                  <a:gd name="T24" fmla="*/ 12 w 25"/>
                  <a:gd name="T25" fmla="*/ 6 h 59"/>
                  <a:gd name="T26" fmla="*/ 15 w 25"/>
                  <a:gd name="T27" fmla="*/ 10 h 59"/>
                  <a:gd name="T28" fmla="*/ 19 w 25"/>
                  <a:gd name="T29" fmla="*/ 13 h 59"/>
                  <a:gd name="T30" fmla="*/ 19 w 25"/>
                  <a:gd name="T31" fmla="*/ 17 h 59"/>
                  <a:gd name="T32" fmla="*/ 18 w 25"/>
                  <a:gd name="T33" fmla="*/ 23 h 59"/>
                  <a:gd name="T34" fmla="*/ 20 w 25"/>
                  <a:gd name="T35" fmla="*/ 27 h 59"/>
                  <a:gd name="T36" fmla="*/ 23 w 25"/>
                  <a:gd name="T37" fmla="*/ 29 h 59"/>
                  <a:gd name="T38" fmla="*/ 22 w 25"/>
                  <a:gd name="T39" fmla="*/ 37 h 59"/>
                  <a:gd name="T40" fmla="*/ 22 w 25"/>
                  <a:gd name="T41" fmla="*/ 41 h 59"/>
                  <a:gd name="T42" fmla="*/ 22 w 25"/>
                  <a:gd name="T43" fmla="*/ 46 h 59"/>
                  <a:gd name="T44" fmla="*/ 19 w 25"/>
                  <a:gd name="T45" fmla="*/ 53 h 59"/>
                  <a:gd name="T46" fmla="*/ 18 w 25"/>
                  <a:gd name="T47" fmla="*/ 56 h 59"/>
                  <a:gd name="T48" fmla="*/ 12 w 25"/>
                  <a:gd name="T49" fmla="*/ 57 h 59"/>
                  <a:gd name="T50" fmla="*/ 11 w 25"/>
                  <a:gd name="T51" fmla="*/ 52 h 59"/>
                  <a:gd name="T52" fmla="*/ 11 w 25"/>
                  <a:gd name="T53" fmla="*/ 4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59">
                    <a:moveTo>
                      <a:pt x="11" y="46"/>
                    </a:moveTo>
                    <a:cubicBezTo>
                      <a:pt x="11" y="46"/>
                      <a:pt x="11" y="44"/>
                      <a:pt x="10" y="44"/>
                    </a:cubicBezTo>
                    <a:cubicBezTo>
                      <a:pt x="10" y="43"/>
                      <a:pt x="8" y="43"/>
                      <a:pt x="8" y="42"/>
                    </a:cubicBezTo>
                    <a:cubicBezTo>
                      <a:pt x="7" y="41"/>
                      <a:pt x="6" y="39"/>
                      <a:pt x="6" y="38"/>
                    </a:cubicBezTo>
                    <a:cubicBezTo>
                      <a:pt x="5" y="37"/>
                      <a:pt x="5" y="36"/>
                      <a:pt x="5" y="35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6" y="31"/>
                      <a:pt x="3" y="28"/>
                      <a:pt x="5" y="27"/>
                    </a:cubicBezTo>
                    <a:cubicBezTo>
                      <a:pt x="6" y="26"/>
                      <a:pt x="8" y="26"/>
                      <a:pt x="9" y="25"/>
                    </a:cubicBezTo>
                    <a:cubicBezTo>
                      <a:pt x="9" y="24"/>
                      <a:pt x="9" y="22"/>
                      <a:pt x="9" y="21"/>
                    </a:cubicBezTo>
                    <a:cubicBezTo>
                      <a:pt x="6" y="20"/>
                      <a:pt x="3" y="19"/>
                      <a:pt x="2" y="16"/>
                    </a:cubicBezTo>
                    <a:cubicBezTo>
                      <a:pt x="1" y="13"/>
                      <a:pt x="0" y="10"/>
                      <a:pt x="1" y="7"/>
                    </a:cubicBezTo>
                    <a:cubicBezTo>
                      <a:pt x="1" y="4"/>
                      <a:pt x="3" y="2"/>
                      <a:pt x="6" y="1"/>
                    </a:cubicBezTo>
                    <a:cubicBezTo>
                      <a:pt x="9" y="0"/>
                      <a:pt x="10" y="4"/>
                      <a:pt x="12" y="6"/>
                    </a:cubicBezTo>
                    <a:cubicBezTo>
                      <a:pt x="13" y="7"/>
                      <a:pt x="14" y="8"/>
                      <a:pt x="15" y="10"/>
                    </a:cubicBezTo>
                    <a:cubicBezTo>
                      <a:pt x="16" y="11"/>
                      <a:pt x="18" y="11"/>
                      <a:pt x="19" y="13"/>
                    </a:cubicBezTo>
                    <a:cubicBezTo>
                      <a:pt x="20" y="14"/>
                      <a:pt x="20" y="16"/>
                      <a:pt x="19" y="17"/>
                    </a:cubicBezTo>
                    <a:cubicBezTo>
                      <a:pt x="19" y="19"/>
                      <a:pt x="18" y="21"/>
                      <a:pt x="18" y="23"/>
                    </a:cubicBezTo>
                    <a:cubicBezTo>
                      <a:pt x="18" y="25"/>
                      <a:pt x="19" y="26"/>
                      <a:pt x="20" y="27"/>
                    </a:cubicBezTo>
                    <a:cubicBezTo>
                      <a:pt x="21" y="27"/>
                      <a:pt x="22" y="28"/>
                      <a:pt x="23" y="29"/>
                    </a:cubicBezTo>
                    <a:cubicBezTo>
                      <a:pt x="25" y="32"/>
                      <a:pt x="23" y="34"/>
                      <a:pt x="22" y="37"/>
                    </a:cubicBezTo>
                    <a:cubicBezTo>
                      <a:pt x="22" y="38"/>
                      <a:pt x="22" y="40"/>
                      <a:pt x="22" y="41"/>
                    </a:cubicBezTo>
                    <a:cubicBezTo>
                      <a:pt x="22" y="43"/>
                      <a:pt x="23" y="45"/>
                      <a:pt x="22" y="46"/>
                    </a:cubicBezTo>
                    <a:cubicBezTo>
                      <a:pt x="21" y="49"/>
                      <a:pt x="17" y="49"/>
                      <a:pt x="19" y="53"/>
                    </a:cubicBezTo>
                    <a:cubicBezTo>
                      <a:pt x="19" y="54"/>
                      <a:pt x="19" y="55"/>
                      <a:pt x="18" y="56"/>
                    </a:cubicBezTo>
                    <a:cubicBezTo>
                      <a:pt x="17" y="58"/>
                      <a:pt x="13" y="59"/>
                      <a:pt x="12" y="57"/>
                    </a:cubicBezTo>
                    <a:cubicBezTo>
                      <a:pt x="11" y="55"/>
                      <a:pt x="11" y="54"/>
                      <a:pt x="11" y="52"/>
                    </a:cubicBezTo>
                    <a:cubicBezTo>
                      <a:pt x="12" y="50"/>
                      <a:pt x="12" y="48"/>
                      <a:pt x="11" y="4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5" name="Freeform 2997">
                <a:extLst>
                  <a:ext uri="{FF2B5EF4-FFF2-40B4-BE49-F238E27FC236}">
                    <a16:creationId xmlns:a16="http://schemas.microsoft.com/office/drawing/2014/main" id="{9613BBAF-F17C-C243-9D81-C290693F5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881"/>
                <a:ext cx="4" cy="6"/>
              </a:xfrm>
              <a:custGeom>
                <a:avLst/>
                <a:gdLst>
                  <a:gd name="T0" fmla="*/ 1 w 10"/>
                  <a:gd name="T1" fmla="*/ 7 h 13"/>
                  <a:gd name="T2" fmla="*/ 3 w 10"/>
                  <a:gd name="T3" fmla="*/ 4 h 13"/>
                  <a:gd name="T4" fmla="*/ 5 w 10"/>
                  <a:gd name="T5" fmla="*/ 2 h 13"/>
                  <a:gd name="T6" fmla="*/ 6 w 10"/>
                  <a:gd name="T7" fmla="*/ 0 h 13"/>
                  <a:gd name="T8" fmla="*/ 9 w 10"/>
                  <a:gd name="T9" fmla="*/ 0 h 13"/>
                  <a:gd name="T10" fmla="*/ 10 w 10"/>
                  <a:gd name="T11" fmla="*/ 4 h 13"/>
                  <a:gd name="T12" fmla="*/ 8 w 10"/>
                  <a:gd name="T13" fmla="*/ 8 h 13"/>
                  <a:gd name="T14" fmla="*/ 5 w 10"/>
                  <a:gd name="T15" fmla="*/ 12 h 13"/>
                  <a:gd name="T16" fmla="*/ 2 w 10"/>
                  <a:gd name="T17" fmla="*/ 12 h 13"/>
                  <a:gd name="T18" fmla="*/ 1 w 10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1" y="7"/>
                    </a:moveTo>
                    <a:cubicBezTo>
                      <a:pt x="2" y="6"/>
                      <a:pt x="3" y="5"/>
                      <a:pt x="3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9" y="0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9"/>
                      <a:pt x="6" y="11"/>
                      <a:pt x="5" y="12"/>
                    </a:cubicBezTo>
                    <a:cubicBezTo>
                      <a:pt x="4" y="12"/>
                      <a:pt x="2" y="13"/>
                      <a:pt x="2" y="12"/>
                    </a:cubicBezTo>
                    <a:cubicBezTo>
                      <a:pt x="0" y="10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6" name="Freeform 2998">
                <a:extLst>
                  <a:ext uri="{FF2B5EF4-FFF2-40B4-BE49-F238E27FC236}">
                    <a16:creationId xmlns:a16="http://schemas.microsoft.com/office/drawing/2014/main" id="{32E2ABE0-5F10-9C40-B7B0-7D5F2B515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876"/>
                <a:ext cx="3" cy="3"/>
              </a:xfrm>
              <a:custGeom>
                <a:avLst/>
                <a:gdLst>
                  <a:gd name="T0" fmla="*/ 1 w 7"/>
                  <a:gd name="T1" fmla="*/ 2 h 7"/>
                  <a:gd name="T2" fmla="*/ 7 w 7"/>
                  <a:gd name="T3" fmla="*/ 3 h 7"/>
                  <a:gd name="T4" fmla="*/ 6 w 7"/>
                  <a:gd name="T5" fmla="*/ 1 h 7"/>
                  <a:gd name="T6" fmla="*/ 1 w 7"/>
                  <a:gd name="T7" fmla="*/ 1 h 7"/>
                  <a:gd name="T8" fmla="*/ 1 w 7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6"/>
                      <a:pt x="7" y="7"/>
                      <a:pt x="7" y="3"/>
                    </a:cubicBezTo>
                    <a:cubicBezTo>
                      <a:pt x="7" y="3"/>
                      <a:pt x="7" y="2"/>
                      <a:pt x="6" y="1"/>
                    </a:cubicBezTo>
                    <a:cubicBezTo>
                      <a:pt x="5" y="1"/>
                      <a:pt x="3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7" name="Freeform 2999">
                <a:extLst>
                  <a:ext uri="{FF2B5EF4-FFF2-40B4-BE49-F238E27FC236}">
                    <a16:creationId xmlns:a16="http://schemas.microsoft.com/office/drawing/2014/main" id="{C00AC764-B98A-4244-87CD-BB8F1A7C6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873"/>
                <a:ext cx="5" cy="8"/>
              </a:xfrm>
              <a:custGeom>
                <a:avLst/>
                <a:gdLst>
                  <a:gd name="T0" fmla="*/ 4 w 12"/>
                  <a:gd name="T1" fmla="*/ 16 h 20"/>
                  <a:gd name="T2" fmla="*/ 3 w 12"/>
                  <a:gd name="T3" fmla="*/ 18 h 20"/>
                  <a:gd name="T4" fmla="*/ 2 w 12"/>
                  <a:gd name="T5" fmla="*/ 20 h 20"/>
                  <a:gd name="T6" fmla="*/ 0 w 12"/>
                  <a:gd name="T7" fmla="*/ 18 h 20"/>
                  <a:gd name="T8" fmla="*/ 0 w 12"/>
                  <a:gd name="T9" fmla="*/ 17 h 20"/>
                  <a:gd name="T10" fmla="*/ 1 w 12"/>
                  <a:gd name="T11" fmla="*/ 14 h 20"/>
                  <a:gd name="T12" fmla="*/ 1 w 12"/>
                  <a:gd name="T13" fmla="*/ 10 h 20"/>
                  <a:gd name="T14" fmla="*/ 3 w 12"/>
                  <a:gd name="T15" fmla="*/ 9 h 20"/>
                  <a:gd name="T16" fmla="*/ 5 w 12"/>
                  <a:gd name="T17" fmla="*/ 7 h 20"/>
                  <a:gd name="T18" fmla="*/ 6 w 12"/>
                  <a:gd name="T19" fmla="*/ 3 h 20"/>
                  <a:gd name="T20" fmla="*/ 7 w 12"/>
                  <a:gd name="T21" fmla="*/ 1 h 20"/>
                  <a:gd name="T22" fmla="*/ 10 w 12"/>
                  <a:gd name="T23" fmla="*/ 1 h 20"/>
                  <a:gd name="T24" fmla="*/ 12 w 12"/>
                  <a:gd name="T25" fmla="*/ 1 h 20"/>
                  <a:gd name="T26" fmla="*/ 12 w 12"/>
                  <a:gd name="T27" fmla="*/ 3 h 20"/>
                  <a:gd name="T28" fmla="*/ 9 w 12"/>
                  <a:gd name="T29" fmla="*/ 6 h 20"/>
                  <a:gd name="T30" fmla="*/ 8 w 12"/>
                  <a:gd name="T31" fmla="*/ 9 h 20"/>
                  <a:gd name="T32" fmla="*/ 7 w 12"/>
                  <a:gd name="T33" fmla="*/ 13 h 20"/>
                  <a:gd name="T34" fmla="*/ 4 w 12"/>
                  <a:gd name="T3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" h="20">
                    <a:moveTo>
                      <a:pt x="4" y="16"/>
                    </a:moveTo>
                    <a:cubicBezTo>
                      <a:pt x="4" y="17"/>
                      <a:pt x="4" y="18"/>
                      <a:pt x="3" y="18"/>
                    </a:cubicBezTo>
                    <a:cubicBezTo>
                      <a:pt x="3" y="19"/>
                      <a:pt x="2" y="19"/>
                      <a:pt x="2" y="20"/>
                    </a:cubicBezTo>
                    <a:cubicBezTo>
                      <a:pt x="1" y="20"/>
                      <a:pt x="1" y="19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1" y="13"/>
                      <a:pt x="0" y="11"/>
                      <a:pt x="1" y="10"/>
                    </a:cubicBezTo>
                    <a:cubicBezTo>
                      <a:pt x="1" y="10"/>
                      <a:pt x="3" y="9"/>
                      <a:pt x="3" y="9"/>
                    </a:cubicBezTo>
                    <a:cubicBezTo>
                      <a:pt x="4" y="8"/>
                      <a:pt x="4" y="8"/>
                      <a:pt x="5" y="7"/>
                    </a:cubicBezTo>
                    <a:cubicBezTo>
                      <a:pt x="5" y="6"/>
                      <a:pt x="5" y="4"/>
                      <a:pt x="6" y="3"/>
                    </a:cubicBezTo>
                    <a:cubicBezTo>
                      <a:pt x="6" y="3"/>
                      <a:pt x="7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1" y="4"/>
                      <a:pt x="10" y="4"/>
                      <a:pt x="9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4"/>
                      <a:pt x="5" y="15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8" name="Freeform 3000">
                <a:extLst>
                  <a:ext uri="{FF2B5EF4-FFF2-40B4-BE49-F238E27FC236}">
                    <a16:creationId xmlns:a16="http://schemas.microsoft.com/office/drawing/2014/main" id="{88E8D56C-947F-5641-B367-B795569CF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844"/>
                <a:ext cx="33" cy="35"/>
              </a:xfrm>
              <a:custGeom>
                <a:avLst/>
                <a:gdLst>
                  <a:gd name="T0" fmla="*/ 0 w 81"/>
                  <a:gd name="T1" fmla="*/ 47 h 87"/>
                  <a:gd name="T2" fmla="*/ 4 w 81"/>
                  <a:gd name="T3" fmla="*/ 40 h 87"/>
                  <a:gd name="T4" fmla="*/ 12 w 81"/>
                  <a:gd name="T5" fmla="*/ 33 h 87"/>
                  <a:gd name="T6" fmla="*/ 16 w 81"/>
                  <a:gd name="T7" fmla="*/ 28 h 87"/>
                  <a:gd name="T8" fmla="*/ 20 w 81"/>
                  <a:gd name="T9" fmla="*/ 24 h 87"/>
                  <a:gd name="T10" fmla="*/ 15 w 81"/>
                  <a:gd name="T11" fmla="*/ 22 h 87"/>
                  <a:gd name="T12" fmla="*/ 20 w 81"/>
                  <a:gd name="T13" fmla="*/ 19 h 87"/>
                  <a:gd name="T14" fmla="*/ 21 w 81"/>
                  <a:gd name="T15" fmla="*/ 13 h 87"/>
                  <a:gd name="T16" fmla="*/ 23 w 81"/>
                  <a:gd name="T17" fmla="*/ 10 h 87"/>
                  <a:gd name="T18" fmla="*/ 27 w 81"/>
                  <a:gd name="T19" fmla="*/ 5 h 87"/>
                  <a:gd name="T20" fmla="*/ 30 w 81"/>
                  <a:gd name="T21" fmla="*/ 9 h 87"/>
                  <a:gd name="T22" fmla="*/ 38 w 81"/>
                  <a:gd name="T23" fmla="*/ 6 h 87"/>
                  <a:gd name="T24" fmla="*/ 43 w 81"/>
                  <a:gd name="T25" fmla="*/ 4 h 87"/>
                  <a:gd name="T26" fmla="*/ 44 w 81"/>
                  <a:gd name="T27" fmla="*/ 7 h 87"/>
                  <a:gd name="T28" fmla="*/ 40 w 81"/>
                  <a:gd name="T29" fmla="*/ 19 h 87"/>
                  <a:gd name="T30" fmla="*/ 46 w 81"/>
                  <a:gd name="T31" fmla="*/ 11 h 87"/>
                  <a:gd name="T32" fmla="*/ 48 w 81"/>
                  <a:gd name="T33" fmla="*/ 9 h 87"/>
                  <a:gd name="T34" fmla="*/ 53 w 81"/>
                  <a:gd name="T35" fmla="*/ 8 h 87"/>
                  <a:gd name="T36" fmla="*/ 57 w 81"/>
                  <a:gd name="T37" fmla="*/ 7 h 87"/>
                  <a:gd name="T38" fmla="*/ 66 w 81"/>
                  <a:gd name="T39" fmla="*/ 2 h 87"/>
                  <a:gd name="T40" fmla="*/ 80 w 81"/>
                  <a:gd name="T41" fmla="*/ 2 h 87"/>
                  <a:gd name="T42" fmla="*/ 74 w 81"/>
                  <a:gd name="T43" fmla="*/ 12 h 87"/>
                  <a:gd name="T44" fmla="*/ 74 w 81"/>
                  <a:gd name="T45" fmla="*/ 25 h 87"/>
                  <a:gd name="T46" fmla="*/ 72 w 81"/>
                  <a:gd name="T47" fmla="*/ 41 h 87"/>
                  <a:gd name="T48" fmla="*/ 75 w 81"/>
                  <a:gd name="T49" fmla="*/ 50 h 87"/>
                  <a:gd name="T50" fmla="*/ 75 w 81"/>
                  <a:gd name="T51" fmla="*/ 57 h 87"/>
                  <a:gd name="T52" fmla="*/ 73 w 81"/>
                  <a:gd name="T53" fmla="*/ 65 h 87"/>
                  <a:gd name="T54" fmla="*/ 65 w 81"/>
                  <a:gd name="T55" fmla="*/ 74 h 87"/>
                  <a:gd name="T56" fmla="*/ 57 w 81"/>
                  <a:gd name="T57" fmla="*/ 78 h 87"/>
                  <a:gd name="T58" fmla="*/ 46 w 81"/>
                  <a:gd name="T59" fmla="*/ 78 h 87"/>
                  <a:gd name="T60" fmla="*/ 37 w 81"/>
                  <a:gd name="T61" fmla="*/ 81 h 87"/>
                  <a:gd name="T62" fmla="*/ 26 w 81"/>
                  <a:gd name="T63" fmla="*/ 86 h 87"/>
                  <a:gd name="T64" fmla="*/ 23 w 81"/>
                  <a:gd name="T65" fmla="*/ 73 h 87"/>
                  <a:gd name="T66" fmla="*/ 34 w 81"/>
                  <a:gd name="T67" fmla="*/ 67 h 87"/>
                  <a:gd name="T68" fmla="*/ 38 w 81"/>
                  <a:gd name="T69" fmla="*/ 63 h 87"/>
                  <a:gd name="T70" fmla="*/ 36 w 81"/>
                  <a:gd name="T71" fmla="*/ 54 h 87"/>
                  <a:gd name="T72" fmla="*/ 33 w 81"/>
                  <a:gd name="T73" fmla="*/ 50 h 87"/>
                  <a:gd name="T74" fmla="*/ 32 w 81"/>
                  <a:gd name="T75" fmla="*/ 41 h 87"/>
                  <a:gd name="T76" fmla="*/ 44 w 81"/>
                  <a:gd name="T77" fmla="*/ 38 h 87"/>
                  <a:gd name="T78" fmla="*/ 41 w 81"/>
                  <a:gd name="T79" fmla="*/ 33 h 87"/>
                  <a:gd name="T80" fmla="*/ 35 w 81"/>
                  <a:gd name="T81" fmla="*/ 28 h 87"/>
                  <a:gd name="T82" fmla="*/ 31 w 81"/>
                  <a:gd name="T83" fmla="*/ 31 h 87"/>
                  <a:gd name="T84" fmla="*/ 28 w 81"/>
                  <a:gd name="T85" fmla="*/ 37 h 87"/>
                  <a:gd name="T86" fmla="*/ 19 w 81"/>
                  <a:gd name="T87" fmla="*/ 45 h 87"/>
                  <a:gd name="T88" fmla="*/ 11 w 81"/>
                  <a:gd name="T89" fmla="*/ 49 h 87"/>
                  <a:gd name="T90" fmla="*/ 6 w 81"/>
                  <a:gd name="T91" fmla="*/ 5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1" h="87">
                    <a:moveTo>
                      <a:pt x="2" y="51"/>
                    </a:moveTo>
                    <a:cubicBezTo>
                      <a:pt x="0" y="51"/>
                      <a:pt x="0" y="48"/>
                      <a:pt x="0" y="47"/>
                    </a:cubicBezTo>
                    <a:cubicBezTo>
                      <a:pt x="0" y="45"/>
                      <a:pt x="0" y="45"/>
                      <a:pt x="1" y="43"/>
                    </a:cubicBezTo>
                    <a:cubicBezTo>
                      <a:pt x="2" y="41"/>
                      <a:pt x="2" y="40"/>
                      <a:pt x="4" y="40"/>
                    </a:cubicBezTo>
                    <a:cubicBezTo>
                      <a:pt x="8" y="40"/>
                      <a:pt x="6" y="37"/>
                      <a:pt x="7" y="36"/>
                    </a:cubicBezTo>
                    <a:cubicBezTo>
                      <a:pt x="8" y="34"/>
                      <a:pt x="10" y="34"/>
                      <a:pt x="12" y="33"/>
                    </a:cubicBezTo>
                    <a:cubicBezTo>
                      <a:pt x="14" y="32"/>
                      <a:pt x="13" y="30"/>
                      <a:pt x="15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7" y="28"/>
                      <a:pt x="18" y="27"/>
                      <a:pt x="19" y="27"/>
                    </a:cubicBezTo>
                    <a:cubicBezTo>
                      <a:pt x="19" y="26"/>
                      <a:pt x="20" y="25"/>
                      <a:pt x="20" y="24"/>
                    </a:cubicBezTo>
                    <a:cubicBezTo>
                      <a:pt x="20" y="23"/>
                      <a:pt x="19" y="23"/>
                      <a:pt x="18" y="23"/>
                    </a:cubicBezTo>
                    <a:cubicBezTo>
                      <a:pt x="17" y="22"/>
                      <a:pt x="16" y="23"/>
                      <a:pt x="15" y="22"/>
                    </a:cubicBezTo>
                    <a:cubicBezTo>
                      <a:pt x="15" y="22"/>
                      <a:pt x="16" y="20"/>
                      <a:pt x="16" y="19"/>
                    </a:cubicBezTo>
                    <a:cubicBezTo>
                      <a:pt x="17" y="19"/>
                      <a:pt x="19" y="19"/>
                      <a:pt x="20" y="19"/>
                    </a:cubicBezTo>
                    <a:cubicBezTo>
                      <a:pt x="21" y="19"/>
                      <a:pt x="21" y="18"/>
                      <a:pt x="20" y="17"/>
                    </a:cubicBezTo>
                    <a:cubicBezTo>
                      <a:pt x="20" y="15"/>
                      <a:pt x="20" y="14"/>
                      <a:pt x="21" y="13"/>
                    </a:cubicBezTo>
                    <a:cubicBezTo>
                      <a:pt x="21" y="12"/>
                      <a:pt x="22" y="12"/>
                      <a:pt x="22" y="12"/>
                    </a:cubicBezTo>
                    <a:cubicBezTo>
                      <a:pt x="22" y="11"/>
                      <a:pt x="23" y="10"/>
                      <a:pt x="23" y="10"/>
                    </a:cubicBezTo>
                    <a:cubicBezTo>
                      <a:pt x="23" y="8"/>
                      <a:pt x="22" y="7"/>
                      <a:pt x="22" y="6"/>
                    </a:cubicBezTo>
                    <a:cubicBezTo>
                      <a:pt x="24" y="5"/>
                      <a:pt x="25" y="5"/>
                      <a:pt x="27" y="5"/>
                    </a:cubicBezTo>
                    <a:cubicBezTo>
                      <a:pt x="28" y="5"/>
                      <a:pt x="28" y="5"/>
                      <a:pt x="28" y="7"/>
                    </a:cubicBezTo>
                    <a:cubicBezTo>
                      <a:pt x="29" y="8"/>
                      <a:pt x="29" y="8"/>
                      <a:pt x="30" y="9"/>
                    </a:cubicBezTo>
                    <a:cubicBezTo>
                      <a:pt x="31" y="9"/>
                      <a:pt x="32" y="9"/>
                      <a:pt x="33" y="8"/>
                    </a:cubicBezTo>
                    <a:cubicBezTo>
                      <a:pt x="34" y="6"/>
                      <a:pt x="36" y="6"/>
                      <a:pt x="38" y="6"/>
                    </a:cubicBezTo>
                    <a:cubicBezTo>
                      <a:pt x="39" y="5"/>
                      <a:pt x="40" y="6"/>
                      <a:pt x="41" y="6"/>
                    </a:cubicBezTo>
                    <a:cubicBezTo>
                      <a:pt x="42" y="5"/>
                      <a:pt x="42" y="4"/>
                      <a:pt x="43" y="4"/>
                    </a:cubicBezTo>
                    <a:cubicBezTo>
                      <a:pt x="43" y="3"/>
                      <a:pt x="44" y="3"/>
                      <a:pt x="45" y="3"/>
                    </a:cubicBezTo>
                    <a:cubicBezTo>
                      <a:pt x="46" y="4"/>
                      <a:pt x="44" y="7"/>
                      <a:pt x="44" y="7"/>
                    </a:cubicBezTo>
                    <a:cubicBezTo>
                      <a:pt x="43" y="10"/>
                      <a:pt x="41" y="12"/>
                      <a:pt x="40" y="14"/>
                    </a:cubicBezTo>
                    <a:cubicBezTo>
                      <a:pt x="39" y="16"/>
                      <a:pt x="38" y="18"/>
                      <a:pt x="40" y="19"/>
                    </a:cubicBezTo>
                    <a:cubicBezTo>
                      <a:pt x="43" y="22"/>
                      <a:pt x="42" y="15"/>
                      <a:pt x="44" y="14"/>
                    </a:cubicBezTo>
                    <a:cubicBezTo>
                      <a:pt x="44" y="13"/>
                      <a:pt x="45" y="11"/>
                      <a:pt x="46" y="11"/>
                    </a:cubicBezTo>
                    <a:cubicBezTo>
                      <a:pt x="46" y="11"/>
                      <a:pt x="47" y="11"/>
                      <a:pt x="47" y="11"/>
                    </a:cubicBezTo>
                    <a:cubicBezTo>
                      <a:pt x="48" y="11"/>
                      <a:pt x="48" y="10"/>
                      <a:pt x="48" y="9"/>
                    </a:cubicBezTo>
                    <a:cubicBezTo>
                      <a:pt x="49" y="8"/>
                      <a:pt x="50" y="8"/>
                      <a:pt x="51" y="8"/>
                    </a:cubicBezTo>
                    <a:cubicBezTo>
                      <a:pt x="51" y="8"/>
                      <a:pt x="52" y="8"/>
                      <a:pt x="53" y="8"/>
                    </a:cubicBezTo>
                    <a:cubicBezTo>
                      <a:pt x="53" y="8"/>
                      <a:pt x="54" y="8"/>
                      <a:pt x="54" y="7"/>
                    </a:cubicBezTo>
                    <a:cubicBezTo>
                      <a:pt x="55" y="7"/>
                      <a:pt x="56" y="7"/>
                      <a:pt x="57" y="7"/>
                    </a:cubicBezTo>
                    <a:cubicBezTo>
                      <a:pt x="59" y="6"/>
                      <a:pt x="60" y="5"/>
                      <a:pt x="62" y="4"/>
                    </a:cubicBezTo>
                    <a:cubicBezTo>
                      <a:pt x="63" y="4"/>
                      <a:pt x="64" y="2"/>
                      <a:pt x="66" y="2"/>
                    </a:cubicBezTo>
                    <a:cubicBezTo>
                      <a:pt x="69" y="0"/>
                      <a:pt x="73" y="0"/>
                      <a:pt x="76" y="0"/>
                    </a:cubicBezTo>
                    <a:cubicBezTo>
                      <a:pt x="77" y="0"/>
                      <a:pt x="79" y="1"/>
                      <a:pt x="80" y="2"/>
                    </a:cubicBezTo>
                    <a:cubicBezTo>
                      <a:pt x="81" y="4"/>
                      <a:pt x="79" y="6"/>
                      <a:pt x="78" y="8"/>
                    </a:cubicBezTo>
                    <a:cubicBezTo>
                      <a:pt x="76" y="9"/>
                      <a:pt x="74" y="10"/>
                      <a:pt x="74" y="12"/>
                    </a:cubicBezTo>
                    <a:cubicBezTo>
                      <a:pt x="73" y="13"/>
                      <a:pt x="74" y="14"/>
                      <a:pt x="75" y="16"/>
                    </a:cubicBezTo>
                    <a:cubicBezTo>
                      <a:pt x="76" y="18"/>
                      <a:pt x="75" y="22"/>
                      <a:pt x="74" y="25"/>
                    </a:cubicBezTo>
                    <a:cubicBezTo>
                      <a:pt x="73" y="28"/>
                      <a:pt x="70" y="30"/>
                      <a:pt x="70" y="33"/>
                    </a:cubicBezTo>
                    <a:cubicBezTo>
                      <a:pt x="71" y="36"/>
                      <a:pt x="70" y="40"/>
                      <a:pt x="72" y="41"/>
                    </a:cubicBezTo>
                    <a:cubicBezTo>
                      <a:pt x="73" y="42"/>
                      <a:pt x="74" y="43"/>
                      <a:pt x="75" y="44"/>
                    </a:cubicBezTo>
                    <a:cubicBezTo>
                      <a:pt x="76" y="46"/>
                      <a:pt x="76" y="48"/>
                      <a:pt x="75" y="50"/>
                    </a:cubicBezTo>
                    <a:cubicBezTo>
                      <a:pt x="75" y="52"/>
                      <a:pt x="74" y="53"/>
                      <a:pt x="74" y="54"/>
                    </a:cubicBezTo>
                    <a:cubicBezTo>
                      <a:pt x="73" y="55"/>
                      <a:pt x="74" y="56"/>
                      <a:pt x="75" y="57"/>
                    </a:cubicBezTo>
                    <a:cubicBezTo>
                      <a:pt x="75" y="58"/>
                      <a:pt x="76" y="60"/>
                      <a:pt x="76" y="61"/>
                    </a:cubicBezTo>
                    <a:cubicBezTo>
                      <a:pt x="75" y="63"/>
                      <a:pt x="74" y="63"/>
                      <a:pt x="73" y="65"/>
                    </a:cubicBezTo>
                    <a:cubicBezTo>
                      <a:pt x="71" y="67"/>
                      <a:pt x="72" y="71"/>
                      <a:pt x="69" y="72"/>
                    </a:cubicBezTo>
                    <a:cubicBezTo>
                      <a:pt x="67" y="73"/>
                      <a:pt x="66" y="73"/>
                      <a:pt x="65" y="74"/>
                    </a:cubicBezTo>
                    <a:cubicBezTo>
                      <a:pt x="64" y="75"/>
                      <a:pt x="63" y="77"/>
                      <a:pt x="62" y="77"/>
                    </a:cubicBezTo>
                    <a:cubicBezTo>
                      <a:pt x="60" y="78"/>
                      <a:pt x="59" y="77"/>
                      <a:pt x="57" y="78"/>
                    </a:cubicBezTo>
                    <a:cubicBezTo>
                      <a:pt x="56" y="78"/>
                      <a:pt x="55" y="79"/>
                      <a:pt x="53" y="79"/>
                    </a:cubicBezTo>
                    <a:cubicBezTo>
                      <a:pt x="51" y="81"/>
                      <a:pt x="48" y="80"/>
                      <a:pt x="46" y="78"/>
                    </a:cubicBezTo>
                    <a:cubicBezTo>
                      <a:pt x="44" y="76"/>
                      <a:pt x="41" y="74"/>
                      <a:pt x="39" y="76"/>
                    </a:cubicBezTo>
                    <a:cubicBezTo>
                      <a:pt x="37" y="77"/>
                      <a:pt x="37" y="79"/>
                      <a:pt x="37" y="81"/>
                    </a:cubicBezTo>
                    <a:cubicBezTo>
                      <a:pt x="36" y="82"/>
                      <a:pt x="35" y="83"/>
                      <a:pt x="33" y="84"/>
                    </a:cubicBezTo>
                    <a:cubicBezTo>
                      <a:pt x="31" y="85"/>
                      <a:pt x="28" y="87"/>
                      <a:pt x="26" y="86"/>
                    </a:cubicBezTo>
                    <a:cubicBezTo>
                      <a:pt x="23" y="85"/>
                      <a:pt x="21" y="82"/>
                      <a:pt x="21" y="79"/>
                    </a:cubicBezTo>
                    <a:cubicBezTo>
                      <a:pt x="20" y="76"/>
                      <a:pt x="21" y="75"/>
                      <a:pt x="23" y="73"/>
                    </a:cubicBezTo>
                    <a:cubicBezTo>
                      <a:pt x="25" y="70"/>
                      <a:pt x="27" y="68"/>
                      <a:pt x="31" y="67"/>
                    </a:cubicBezTo>
                    <a:cubicBezTo>
                      <a:pt x="32" y="67"/>
                      <a:pt x="33" y="67"/>
                      <a:pt x="34" y="67"/>
                    </a:cubicBezTo>
                    <a:cubicBezTo>
                      <a:pt x="35" y="66"/>
                      <a:pt x="35" y="65"/>
                      <a:pt x="36" y="65"/>
                    </a:cubicBezTo>
                    <a:cubicBezTo>
                      <a:pt x="37" y="64"/>
                      <a:pt x="38" y="65"/>
                      <a:pt x="38" y="63"/>
                    </a:cubicBezTo>
                    <a:cubicBezTo>
                      <a:pt x="38" y="62"/>
                      <a:pt x="37" y="59"/>
                      <a:pt x="37" y="57"/>
                    </a:cubicBezTo>
                    <a:cubicBezTo>
                      <a:pt x="37" y="56"/>
                      <a:pt x="37" y="55"/>
                      <a:pt x="36" y="54"/>
                    </a:cubicBezTo>
                    <a:cubicBezTo>
                      <a:pt x="36" y="54"/>
                      <a:pt x="34" y="54"/>
                      <a:pt x="33" y="53"/>
                    </a:cubicBezTo>
                    <a:cubicBezTo>
                      <a:pt x="33" y="52"/>
                      <a:pt x="33" y="51"/>
                      <a:pt x="33" y="50"/>
                    </a:cubicBezTo>
                    <a:cubicBezTo>
                      <a:pt x="33" y="49"/>
                      <a:pt x="32" y="48"/>
                      <a:pt x="32" y="47"/>
                    </a:cubicBezTo>
                    <a:cubicBezTo>
                      <a:pt x="31" y="46"/>
                      <a:pt x="30" y="43"/>
                      <a:pt x="32" y="41"/>
                    </a:cubicBezTo>
                    <a:cubicBezTo>
                      <a:pt x="33" y="40"/>
                      <a:pt x="36" y="40"/>
                      <a:pt x="38" y="39"/>
                    </a:cubicBezTo>
                    <a:cubicBezTo>
                      <a:pt x="40" y="38"/>
                      <a:pt x="42" y="39"/>
                      <a:pt x="44" y="38"/>
                    </a:cubicBezTo>
                    <a:cubicBezTo>
                      <a:pt x="46" y="38"/>
                      <a:pt x="49" y="37"/>
                      <a:pt x="47" y="34"/>
                    </a:cubicBezTo>
                    <a:cubicBezTo>
                      <a:pt x="46" y="32"/>
                      <a:pt x="42" y="35"/>
                      <a:pt x="41" y="33"/>
                    </a:cubicBezTo>
                    <a:cubicBezTo>
                      <a:pt x="40" y="32"/>
                      <a:pt x="41" y="31"/>
                      <a:pt x="40" y="30"/>
                    </a:cubicBezTo>
                    <a:cubicBezTo>
                      <a:pt x="38" y="29"/>
                      <a:pt x="36" y="29"/>
                      <a:pt x="35" y="28"/>
                    </a:cubicBezTo>
                    <a:cubicBezTo>
                      <a:pt x="34" y="28"/>
                      <a:pt x="34" y="29"/>
                      <a:pt x="33" y="30"/>
                    </a:cubicBezTo>
                    <a:cubicBezTo>
                      <a:pt x="33" y="30"/>
                      <a:pt x="32" y="30"/>
                      <a:pt x="31" y="31"/>
                    </a:cubicBezTo>
                    <a:cubicBezTo>
                      <a:pt x="31" y="32"/>
                      <a:pt x="31" y="33"/>
                      <a:pt x="31" y="34"/>
                    </a:cubicBezTo>
                    <a:cubicBezTo>
                      <a:pt x="30" y="35"/>
                      <a:pt x="29" y="36"/>
                      <a:pt x="28" y="37"/>
                    </a:cubicBezTo>
                    <a:cubicBezTo>
                      <a:pt x="27" y="38"/>
                      <a:pt x="26" y="39"/>
                      <a:pt x="25" y="40"/>
                    </a:cubicBezTo>
                    <a:cubicBezTo>
                      <a:pt x="23" y="42"/>
                      <a:pt x="22" y="44"/>
                      <a:pt x="19" y="45"/>
                    </a:cubicBezTo>
                    <a:cubicBezTo>
                      <a:pt x="17" y="46"/>
                      <a:pt x="16" y="49"/>
                      <a:pt x="13" y="49"/>
                    </a:cubicBezTo>
                    <a:cubicBezTo>
                      <a:pt x="13" y="49"/>
                      <a:pt x="12" y="49"/>
                      <a:pt x="11" y="49"/>
                    </a:cubicBezTo>
                    <a:cubicBezTo>
                      <a:pt x="11" y="49"/>
                      <a:pt x="11" y="49"/>
                      <a:pt x="10" y="49"/>
                    </a:cubicBezTo>
                    <a:cubicBezTo>
                      <a:pt x="9" y="50"/>
                      <a:pt x="8" y="50"/>
                      <a:pt x="6" y="50"/>
                    </a:cubicBezTo>
                    <a:cubicBezTo>
                      <a:pt x="5" y="50"/>
                      <a:pt x="3" y="51"/>
                      <a:pt x="2" y="5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9" name="Freeform 3001">
                <a:extLst>
                  <a:ext uri="{FF2B5EF4-FFF2-40B4-BE49-F238E27FC236}">
                    <a16:creationId xmlns:a16="http://schemas.microsoft.com/office/drawing/2014/main" id="{ECB2B4FE-A748-A745-810D-4688F6F7C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32"/>
                <a:ext cx="2" cy="3"/>
              </a:xfrm>
              <a:custGeom>
                <a:avLst/>
                <a:gdLst>
                  <a:gd name="T0" fmla="*/ 1 w 7"/>
                  <a:gd name="T1" fmla="*/ 8 h 8"/>
                  <a:gd name="T2" fmla="*/ 1 w 7"/>
                  <a:gd name="T3" fmla="*/ 6 h 8"/>
                  <a:gd name="T4" fmla="*/ 0 w 7"/>
                  <a:gd name="T5" fmla="*/ 3 h 8"/>
                  <a:gd name="T6" fmla="*/ 5 w 7"/>
                  <a:gd name="T7" fmla="*/ 1 h 8"/>
                  <a:gd name="T8" fmla="*/ 5 w 7"/>
                  <a:gd name="T9" fmla="*/ 7 h 8"/>
                  <a:gd name="T10" fmla="*/ 1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1" y="7"/>
                      <a:pt x="1" y="7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6" y="6"/>
                      <a:pt x="5" y="7"/>
                    </a:cubicBezTo>
                    <a:cubicBezTo>
                      <a:pt x="4" y="8"/>
                      <a:pt x="2" y="8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0" name="Freeform 3002">
                <a:extLst>
                  <a:ext uri="{FF2B5EF4-FFF2-40B4-BE49-F238E27FC236}">
                    <a16:creationId xmlns:a16="http://schemas.microsoft.com/office/drawing/2014/main" id="{2CBEE17D-E8E8-AD48-9495-80FE5D0EB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823"/>
                <a:ext cx="8" cy="9"/>
              </a:xfrm>
              <a:custGeom>
                <a:avLst/>
                <a:gdLst>
                  <a:gd name="T0" fmla="*/ 0 w 21"/>
                  <a:gd name="T1" fmla="*/ 16 h 22"/>
                  <a:gd name="T2" fmla="*/ 1 w 21"/>
                  <a:gd name="T3" fmla="*/ 11 h 22"/>
                  <a:gd name="T4" fmla="*/ 6 w 21"/>
                  <a:gd name="T5" fmla="*/ 8 h 22"/>
                  <a:gd name="T6" fmla="*/ 8 w 21"/>
                  <a:gd name="T7" fmla="*/ 5 h 22"/>
                  <a:gd name="T8" fmla="*/ 10 w 21"/>
                  <a:gd name="T9" fmla="*/ 4 h 22"/>
                  <a:gd name="T10" fmla="*/ 15 w 21"/>
                  <a:gd name="T11" fmla="*/ 2 h 22"/>
                  <a:gd name="T12" fmla="*/ 17 w 21"/>
                  <a:gd name="T13" fmla="*/ 0 h 22"/>
                  <a:gd name="T14" fmla="*/ 20 w 21"/>
                  <a:gd name="T15" fmla="*/ 0 h 22"/>
                  <a:gd name="T16" fmla="*/ 19 w 21"/>
                  <a:gd name="T17" fmla="*/ 7 h 22"/>
                  <a:gd name="T18" fmla="*/ 15 w 21"/>
                  <a:gd name="T19" fmla="*/ 10 h 22"/>
                  <a:gd name="T20" fmla="*/ 12 w 21"/>
                  <a:gd name="T21" fmla="*/ 12 h 22"/>
                  <a:gd name="T22" fmla="*/ 10 w 21"/>
                  <a:gd name="T23" fmla="*/ 20 h 22"/>
                  <a:gd name="T24" fmla="*/ 6 w 21"/>
                  <a:gd name="T25" fmla="*/ 22 h 22"/>
                  <a:gd name="T26" fmla="*/ 1 w 21"/>
                  <a:gd name="T27" fmla="*/ 21 h 22"/>
                  <a:gd name="T28" fmla="*/ 0 w 21"/>
                  <a:gd name="T29" fmla="*/ 18 h 22"/>
                  <a:gd name="T30" fmla="*/ 0 w 21"/>
                  <a:gd name="T31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0" y="16"/>
                    </a:moveTo>
                    <a:cubicBezTo>
                      <a:pt x="0" y="14"/>
                      <a:pt x="0" y="13"/>
                      <a:pt x="1" y="11"/>
                    </a:cubicBez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8" y="7"/>
                      <a:pt x="8" y="5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12" y="4"/>
                      <a:pt x="15" y="3"/>
                      <a:pt x="15" y="2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0"/>
                      <a:pt x="20" y="0"/>
                    </a:cubicBezTo>
                    <a:cubicBezTo>
                      <a:pt x="21" y="2"/>
                      <a:pt x="20" y="6"/>
                      <a:pt x="19" y="7"/>
                    </a:cubicBezTo>
                    <a:cubicBezTo>
                      <a:pt x="18" y="8"/>
                      <a:pt x="16" y="9"/>
                      <a:pt x="15" y="10"/>
                    </a:cubicBezTo>
                    <a:cubicBezTo>
                      <a:pt x="14" y="11"/>
                      <a:pt x="13" y="11"/>
                      <a:pt x="12" y="12"/>
                    </a:cubicBezTo>
                    <a:cubicBezTo>
                      <a:pt x="10" y="13"/>
                      <a:pt x="10" y="17"/>
                      <a:pt x="10" y="20"/>
                    </a:cubicBezTo>
                    <a:cubicBezTo>
                      <a:pt x="9" y="22"/>
                      <a:pt x="8" y="22"/>
                      <a:pt x="6" y="22"/>
                    </a:cubicBezTo>
                    <a:cubicBezTo>
                      <a:pt x="4" y="22"/>
                      <a:pt x="3" y="22"/>
                      <a:pt x="1" y="21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0" y="17"/>
                      <a:pt x="0" y="17"/>
                      <a:pt x="0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1" name="Freeform 3003">
                <a:extLst>
                  <a:ext uri="{FF2B5EF4-FFF2-40B4-BE49-F238E27FC236}">
                    <a16:creationId xmlns:a16="http://schemas.microsoft.com/office/drawing/2014/main" id="{F32F312B-5EBC-A14D-9A37-893194C51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830"/>
                <a:ext cx="33" cy="32"/>
              </a:xfrm>
              <a:custGeom>
                <a:avLst/>
                <a:gdLst>
                  <a:gd name="T0" fmla="*/ 27 w 83"/>
                  <a:gd name="T1" fmla="*/ 28 h 78"/>
                  <a:gd name="T2" fmla="*/ 27 w 83"/>
                  <a:gd name="T3" fmla="*/ 25 h 78"/>
                  <a:gd name="T4" fmla="*/ 30 w 83"/>
                  <a:gd name="T5" fmla="*/ 22 h 78"/>
                  <a:gd name="T6" fmla="*/ 37 w 83"/>
                  <a:gd name="T7" fmla="*/ 18 h 78"/>
                  <a:gd name="T8" fmla="*/ 52 w 83"/>
                  <a:gd name="T9" fmla="*/ 10 h 78"/>
                  <a:gd name="T10" fmla="*/ 59 w 83"/>
                  <a:gd name="T11" fmla="*/ 9 h 78"/>
                  <a:gd name="T12" fmla="*/ 63 w 83"/>
                  <a:gd name="T13" fmla="*/ 7 h 78"/>
                  <a:gd name="T14" fmla="*/ 67 w 83"/>
                  <a:gd name="T15" fmla="*/ 5 h 78"/>
                  <a:gd name="T16" fmla="*/ 67 w 83"/>
                  <a:gd name="T17" fmla="*/ 5 h 78"/>
                  <a:gd name="T18" fmla="*/ 69 w 83"/>
                  <a:gd name="T19" fmla="*/ 5 h 78"/>
                  <a:gd name="T20" fmla="*/ 71 w 83"/>
                  <a:gd name="T21" fmla="*/ 4 h 78"/>
                  <a:gd name="T22" fmla="*/ 76 w 83"/>
                  <a:gd name="T23" fmla="*/ 2 h 78"/>
                  <a:gd name="T24" fmla="*/ 78 w 83"/>
                  <a:gd name="T25" fmla="*/ 0 h 78"/>
                  <a:gd name="T26" fmla="*/ 80 w 83"/>
                  <a:gd name="T27" fmla="*/ 0 h 78"/>
                  <a:gd name="T28" fmla="*/ 83 w 83"/>
                  <a:gd name="T29" fmla="*/ 4 h 78"/>
                  <a:gd name="T30" fmla="*/ 82 w 83"/>
                  <a:gd name="T31" fmla="*/ 8 h 78"/>
                  <a:gd name="T32" fmla="*/ 79 w 83"/>
                  <a:gd name="T33" fmla="*/ 13 h 78"/>
                  <a:gd name="T34" fmla="*/ 75 w 83"/>
                  <a:gd name="T35" fmla="*/ 18 h 78"/>
                  <a:gd name="T36" fmla="*/ 57 w 83"/>
                  <a:gd name="T37" fmla="*/ 33 h 78"/>
                  <a:gd name="T38" fmla="*/ 42 w 83"/>
                  <a:gd name="T39" fmla="*/ 48 h 78"/>
                  <a:gd name="T40" fmla="*/ 27 w 83"/>
                  <a:gd name="T41" fmla="*/ 62 h 78"/>
                  <a:gd name="T42" fmla="*/ 16 w 83"/>
                  <a:gd name="T43" fmla="*/ 75 h 78"/>
                  <a:gd name="T44" fmla="*/ 2 w 83"/>
                  <a:gd name="T45" fmla="*/ 71 h 78"/>
                  <a:gd name="T46" fmla="*/ 2 w 83"/>
                  <a:gd name="T47" fmla="*/ 57 h 78"/>
                  <a:gd name="T48" fmla="*/ 11 w 83"/>
                  <a:gd name="T49" fmla="*/ 41 h 78"/>
                  <a:gd name="T50" fmla="*/ 29 w 83"/>
                  <a:gd name="T51" fmla="*/ 37 h 78"/>
                  <a:gd name="T52" fmla="*/ 40 w 83"/>
                  <a:gd name="T53" fmla="*/ 37 h 78"/>
                  <a:gd name="T54" fmla="*/ 45 w 83"/>
                  <a:gd name="T55" fmla="*/ 35 h 78"/>
                  <a:gd name="T56" fmla="*/ 47 w 83"/>
                  <a:gd name="T57" fmla="*/ 35 h 78"/>
                  <a:gd name="T58" fmla="*/ 47 w 83"/>
                  <a:gd name="T59" fmla="*/ 33 h 78"/>
                  <a:gd name="T60" fmla="*/ 41 w 83"/>
                  <a:gd name="T61" fmla="*/ 35 h 78"/>
                  <a:gd name="T62" fmla="*/ 33 w 83"/>
                  <a:gd name="T63" fmla="*/ 36 h 78"/>
                  <a:gd name="T64" fmla="*/ 27 w 83"/>
                  <a:gd name="T65" fmla="*/ 33 h 78"/>
                  <a:gd name="T66" fmla="*/ 27 w 83"/>
                  <a:gd name="T67" fmla="*/ 2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" h="78">
                    <a:moveTo>
                      <a:pt x="27" y="28"/>
                    </a:moveTo>
                    <a:cubicBezTo>
                      <a:pt x="27" y="27"/>
                      <a:pt x="26" y="26"/>
                      <a:pt x="27" y="25"/>
                    </a:cubicBezTo>
                    <a:cubicBezTo>
                      <a:pt x="28" y="24"/>
                      <a:pt x="29" y="23"/>
                      <a:pt x="30" y="22"/>
                    </a:cubicBezTo>
                    <a:cubicBezTo>
                      <a:pt x="32" y="20"/>
                      <a:pt x="34" y="19"/>
                      <a:pt x="37" y="18"/>
                    </a:cubicBezTo>
                    <a:cubicBezTo>
                      <a:pt x="41" y="14"/>
                      <a:pt x="47" y="12"/>
                      <a:pt x="52" y="10"/>
                    </a:cubicBezTo>
                    <a:cubicBezTo>
                      <a:pt x="54" y="10"/>
                      <a:pt x="57" y="9"/>
                      <a:pt x="59" y="9"/>
                    </a:cubicBezTo>
                    <a:cubicBezTo>
                      <a:pt x="61" y="8"/>
                      <a:pt x="62" y="8"/>
                      <a:pt x="63" y="7"/>
                    </a:cubicBezTo>
                    <a:cubicBezTo>
                      <a:pt x="64" y="6"/>
                      <a:pt x="66" y="6"/>
                      <a:pt x="67" y="5"/>
                    </a:cubicBezTo>
                    <a:cubicBezTo>
                      <a:pt x="68" y="5"/>
                      <a:pt x="67" y="5"/>
                      <a:pt x="67" y="5"/>
                    </a:cubicBezTo>
                    <a:cubicBezTo>
                      <a:pt x="68" y="5"/>
                      <a:pt x="68" y="5"/>
                      <a:pt x="69" y="5"/>
                    </a:cubicBezTo>
                    <a:cubicBezTo>
                      <a:pt x="69" y="5"/>
                      <a:pt x="70" y="4"/>
                      <a:pt x="71" y="4"/>
                    </a:cubicBezTo>
                    <a:cubicBezTo>
                      <a:pt x="72" y="3"/>
                      <a:pt x="74" y="3"/>
                      <a:pt x="76" y="2"/>
                    </a:cubicBezTo>
                    <a:cubicBezTo>
                      <a:pt x="76" y="1"/>
                      <a:pt x="77" y="0"/>
                      <a:pt x="78" y="0"/>
                    </a:cubicBezTo>
                    <a:cubicBezTo>
                      <a:pt x="79" y="0"/>
                      <a:pt x="80" y="0"/>
                      <a:pt x="80" y="0"/>
                    </a:cubicBezTo>
                    <a:cubicBezTo>
                      <a:pt x="83" y="0"/>
                      <a:pt x="83" y="2"/>
                      <a:pt x="83" y="4"/>
                    </a:cubicBezTo>
                    <a:cubicBezTo>
                      <a:pt x="83" y="6"/>
                      <a:pt x="83" y="7"/>
                      <a:pt x="82" y="8"/>
                    </a:cubicBezTo>
                    <a:cubicBezTo>
                      <a:pt x="82" y="10"/>
                      <a:pt x="81" y="12"/>
                      <a:pt x="79" y="13"/>
                    </a:cubicBezTo>
                    <a:cubicBezTo>
                      <a:pt x="77" y="14"/>
                      <a:pt x="76" y="16"/>
                      <a:pt x="75" y="18"/>
                    </a:cubicBezTo>
                    <a:cubicBezTo>
                      <a:pt x="69" y="23"/>
                      <a:pt x="63" y="28"/>
                      <a:pt x="57" y="33"/>
                    </a:cubicBezTo>
                    <a:cubicBezTo>
                      <a:pt x="52" y="38"/>
                      <a:pt x="47" y="43"/>
                      <a:pt x="42" y="48"/>
                    </a:cubicBezTo>
                    <a:cubicBezTo>
                      <a:pt x="37" y="53"/>
                      <a:pt x="32" y="57"/>
                      <a:pt x="27" y="62"/>
                    </a:cubicBezTo>
                    <a:cubicBezTo>
                      <a:pt x="23" y="66"/>
                      <a:pt x="20" y="72"/>
                      <a:pt x="16" y="75"/>
                    </a:cubicBezTo>
                    <a:cubicBezTo>
                      <a:pt x="11" y="78"/>
                      <a:pt x="5" y="75"/>
                      <a:pt x="2" y="71"/>
                    </a:cubicBezTo>
                    <a:cubicBezTo>
                      <a:pt x="0" y="66"/>
                      <a:pt x="0" y="62"/>
                      <a:pt x="2" y="57"/>
                    </a:cubicBezTo>
                    <a:cubicBezTo>
                      <a:pt x="4" y="51"/>
                      <a:pt x="6" y="45"/>
                      <a:pt x="11" y="41"/>
                    </a:cubicBezTo>
                    <a:cubicBezTo>
                      <a:pt x="16" y="36"/>
                      <a:pt x="23" y="37"/>
                      <a:pt x="29" y="37"/>
                    </a:cubicBezTo>
                    <a:cubicBezTo>
                      <a:pt x="33" y="38"/>
                      <a:pt x="37" y="38"/>
                      <a:pt x="40" y="37"/>
                    </a:cubicBezTo>
                    <a:cubicBezTo>
                      <a:pt x="42" y="37"/>
                      <a:pt x="43" y="36"/>
                      <a:pt x="45" y="35"/>
                    </a:cubicBezTo>
                    <a:cubicBezTo>
                      <a:pt x="46" y="35"/>
                      <a:pt x="46" y="35"/>
                      <a:pt x="47" y="35"/>
                    </a:cubicBezTo>
                    <a:cubicBezTo>
                      <a:pt x="47" y="35"/>
                      <a:pt x="48" y="33"/>
                      <a:pt x="47" y="33"/>
                    </a:cubicBezTo>
                    <a:cubicBezTo>
                      <a:pt x="45" y="33"/>
                      <a:pt x="43" y="34"/>
                      <a:pt x="41" y="35"/>
                    </a:cubicBezTo>
                    <a:cubicBezTo>
                      <a:pt x="38" y="36"/>
                      <a:pt x="36" y="36"/>
                      <a:pt x="33" y="36"/>
                    </a:cubicBezTo>
                    <a:cubicBezTo>
                      <a:pt x="31" y="35"/>
                      <a:pt x="28" y="35"/>
                      <a:pt x="27" y="33"/>
                    </a:cubicBezTo>
                    <a:cubicBezTo>
                      <a:pt x="26" y="31"/>
                      <a:pt x="27" y="29"/>
                      <a:pt x="27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2" name="Freeform 3004">
                <a:extLst>
                  <a:ext uri="{FF2B5EF4-FFF2-40B4-BE49-F238E27FC236}">
                    <a16:creationId xmlns:a16="http://schemas.microsoft.com/office/drawing/2014/main" id="{172FF385-17F0-1B46-AACC-5D9DF4944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824"/>
                <a:ext cx="6" cy="5"/>
              </a:xfrm>
              <a:custGeom>
                <a:avLst/>
                <a:gdLst>
                  <a:gd name="T0" fmla="*/ 4 w 15"/>
                  <a:gd name="T1" fmla="*/ 10 h 12"/>
                  <a:gd name="T2" fmla="*/ 2 w 15"/>
                  <a:gd name="T3" fmla="*/ 10 h 12"/>
                  <a:gd name="T4" fmla="*/ 1 w 15"/>
                  <a:gd name="T5" fmla="*/ 6 h 12"/>
                  <a:gd name="T6" fmla="*/ 6 w 15"/>
                  <a:gd name="T7" fmla="*/ 4 h 12"/>
                  <a:gd name="T8" fmla="*/ 10 w 15"/>
                  <a:gd name="T9" fmla="*/ 1 h 12"/>
                  <a:gd name="T10" fmla="*/ 14 w 15"/>
                  <a:gd name="T11" fmla="*/ 2 h 12"/>
                  <a:gd name="T12" fmla="*/ 14 w 15"/>
                  <a:gd name="T13" fmla="*/ 7 h 12"/>
                  <a:gd name="T14" fmla="*/ 13 w 15"/>
                  <a:gd name="T15" fmla="*/ 11 h 12"/>
                  <a:gd name="T16" fmla="*/ 8 w 15"/>
                  <a:gd name="T17" fmla="*/ 11 h 12"/>
                  <a:gd name="T18" fmla="*/ 7 w 15"/>
                  <a:gd name="T19" fmla="*/ 11 h 12"/>
                  <a:gd name="T20" fmla="*/ 4 w 15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4" y="10"/>
                    </a:moveTo>
                    <a:cubicBezTo>
                      <a:pt x="3" y="10"/>
                      <a:pt x="2" y="11"/>
                      <a:pt x="2" y="10"/>
                    </a:cubicBezTo>
                    <a:cubicBezTo>
                      <a:pt x="1" y="9"/>
                      <a:pt x="0" y="7"/>
                      <a:pt x="1" y="6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8" y="3"/>
                      <a:pt x="9" y="2"/>
                      <a:pt x="10" y="1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4" y="9"/>
                      <a:pt x="14" y="10"/>
                      <a:pt x="13" y="11"/>
                    </a:cubicBezTo>
                    <a:cubicBezTo>
                      <a:pt x="11" y="11"/>
                      <a:pt x="9" y="12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3" name="Freeform 3005">
                <a:extLst>
                  <a:ext uri="{FF2B5EF4-FFF2-40B4-BE49-F238E27FC236}">
                    <a16:creationId xmlns:a16="http://schemas.microsoft.com/office/drawing/2014/main" id="{9535747C-94BD-134E-9DE8-02A1A8204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813"/>
                <a:ext cx="7" cy="13"/>
              </a:xfrm>
              <a:custGeom>
                <a:avLst/>
                <a:gdLst>
                  <a:gd name="T0" fmla="*/ 3 w 17"/>
                  <a:gd name="T1" fmla="*/ 28 h 32"/>
                  <a:gd name="T2" fmla="*/ 1 w 17"/>
                  <a:gd name="T3" fmla="*/ 30 h 32"/>
                  <a:gd name="T4" fmla="*/ 1 w 17"/>
                  <a:gd name="T5" fmla="*/ 26 h 32"/>
                  <a:gd name="T6" fmla="*/ 1 w 17"/>
                  <a:gd name="T7" fmla="*/ 22 h 32"/>
                  <a:gd name="T8" fmla="*/ 3 w 17"/>
                  <a:gd name="T9" fmla="*/ 18 h 32"/>
                  <a:gd name="T10" fmla="*/ 6 w 17"/>
                  <a:gd name="T11" fmla="*/ 15 h 32"/>
                  <a:gd name="T12" fmla="*/ 7 w 17"/>
                  <a:gd name="T13" fmla="*/ 11 h 32"/>
                  <a:gd name="T14" fmla="*/ 10 w 17"/>
                  <a:gd name="T15" fmla="*/ 8 h 32"/>
                  <a:gd name="T16" fmla="*/ 11 w 17"/>
                  <a:gd name="T17" fmla="*/ 1 h 32"/>
                  <a:gd name="T18" fmla="*/ 17 w 17"/>
                  <a:gd name="T19" fmla="*/ 3 h 32"/>
                  <a:gd name="T20" fmla="*/ 15 w 17"/>
                  <a:gd name="T21" fmla="*/ 6 h 32"/>
                  <a:gd name="T22" fmla="*/ 14 w 17"/>
                  <a:gd name="T23" fmla="*/ 10 h 32"/>
                  <a:gd name="T24" fmla="*/ 11 w 17"/>
                  <a:gd name="T25" fmla="*/ 14 h 32"/>
                  <a:gd name="T26" fmla="*/ 8 w 17"/>
                  <a:gd name="T27" fmla="*/ 17 h 32"/>
                  <a:gd name="T28" fmla="*/ 8 w 17"/>
                  <a:gd name="T29" fmla="*/ 21 h 32"/>
                  <a:gd name="T30" fmla="*/ 9 w 17"/>
                  <a:gd name="T31" fmla="*/ 24 h 32"/>
                  <a:gd name="T32" fmla="*/ 12 w 17"/>
                  <a:gd name="T33" fmla="*/ 27 h 32"/>
                  <a:gd name="T34" fmla="*/ 10 w 17"/>
                  <a:gd name="T35" fmla="*/ 31 h 32"/>
                  <a:gd name="T36" fmla="*/ 7 w 17"/>
                  <a:gd name="T37" fmla="*/ 31 h 32"/>
                  <a:gd name="T38" fmla="*/ 3 w 17"/>
                  <a:gd name="T39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32">
                    <a:moveTo>
                      <a:pt x="3" y="28"/>
                    </a:moveTo>
                    <a:cubicBezTo>
                      <a:pt x="3" y="29"/>
                      <a:pt x="2" y="30"/>
                      <a:pt x="1" y="30"/>
                    </a:cubicBezTo>
                    <a:cubicBezTo>
                      <a:pt x="0" y="29"/>
                      <a:pt x="0" y="27"/>
                      <a:pt x="1" y="26"/>
                    </a:cubicBezTo>
                    <a:cubicBezTo>
                      <a:pt x="1" y="24"/>
                      <a:pt x="1" y="23"/>
                      <a:pt x="1" y="22"/>
                    </a:cubicBezTo>
                    <a:cubicBezTo>
                      <a:pt x="2" y="20"/>
                      <a:pt x="2" y="19"/>
                      <a:pt x="3" y="18"/>
                    </a:cubicBezTo>
                    <a:cubicBezTo>
                      <a:pt x="4" y="17"/>
                      <a:pt x="6" y="17"/>
                      <a:pt x="6" y="15"/>
                    </a:cubicBezTo>
                    <a:cubicBezTo>
                      <a:pt x="7" y="14"/>
                      <a:pt x="7" y="12"/>
                      <a:pt x="7" y="11"/>
                    </a:cubicBezTo>
                    <a:cubicBezTo>
                      <a:pt x="8" y="10"/>
                      <a:pt x="9" y="9"/>
                      <a:pt x="10" y="8"/>
                    </a:cubicBezTo>
                    <a:cubicBezTo>
                      <a:pt x="11" y="6"/>
                      <a:pt x="8" y="2"/>
                      <a:pt x="11" y="1"/>
                    </a:cubicBezTo>
                    <a:cubicBezTo>
                      <a:pt x="12" y="0"/>
                      <a:pt x="16" y="1"/>
                      <a:pt x="17" y="3"/>
                    </a:cubicBezTo>
                    <a:cubicBezTo>
                      <a:pt x="17" y="5"/>
                      <a:pt x="16" y="5"/>
                      <a:pt x="15" y="6"/>
                    </a:cubicBezTo>
                    <a:cubicBezTo>
                      <a:pt x="14" y="7"/>
                      <a:pt x="14" y="8"/>
                      <a:pt x="14" y="10"/>
                    </a:cubicBezTo>
                    <a:cubicBezTo>
                      <a:pt x="14" y="11"/>
                      <a:pt x="12" y="13"/>
                      <a:pt x="11" y="14"/>
                    </a:cubicBezTo>
                    <a:cubicBezTo>
                      <a:pt x="10" y="14"/>
                      <a:pt x="9" y="15"/>
                      <a:pt x="8" y="17"/>
                    </a:cubicBezTo>
                    <a:cubicBezTo>
                      <a:pt x="8" y="18"/>
                      <a:pt x="8" y="20"/>
                      <a:pt x="8" y="21"/>
                    </a:cubicBezTo>
                    <a:cubicBezTo>
                      <a:pt x="8" y="23"/>
                      <a:pt x="8" y="24"/>
                      <a:pt x="9" y="24"/>
                    </a:cubicBez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9"/>
                      <a:pt x="11" y="30"/>
                      <a:pt x="10" y="31"/>
                    </a:cubicBezTo>
                    <a:cubicBezTo>
                      <a:pt x="9" y="32"/>
                      <a:pt x="8" y="31"/>
                      <a:pt x="7" y="31"/>
                    </a:cubicBezTo>
                    <a:cubicBezTo>
                      <a:pt x="7" y="29"/>
                      <a:pt x="5" y="27"/>
                      <a:pt x="3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4" name="Freeform 3006">
                <a:extLst>
                  <a:ext uri="{FF2B5EF4-FFF2-40B4-BE49-F238E27FC236}">
                    <a16:creationId xmlns:a16="http://schemas.microsoft.com/office/drawing/2014/main" id="{89E6B204-BB78-B74F-BA61-88015AAC0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804"/>
                <a:ext cx="7" cy="4"/>
              </a:xfrm>
              <a:custGeom>
                <a:avLst/>
                <a:gdLst>
                  <a:gd name="T0" fmla="*/ 7 w 17"/>
                  <a:gd name="T1" fmla="*/ 8 h 10"/>
                  <a:gd name="T2" fmla="*/ 6 w 17"/>
                  <a:gd name="T3" fmla="*/ 9 h 10"/>
                  <a:gd name="T4" fmla="*/ 4 w 17"/>
                  <a:gd name="T5" fmla="*/ 8 h 10"/>
                  <a:gd name="T6" fmla="*/ 1 w 17"/>
                  <a:gd name="T7" fmla="*/ 7 h 10"/>
                  <a:gd name="T8" fmla="*/ 2 w 17"/>
                  <a:gd name="T9" fmla="*/ 4 h 10"/>
                  <a:gd name="T10" fmla="*/ 6 w 17"/>
                  <a:gd name="T11" fmla="*/ 3 h 10"/>
                  <a:gd name="T12" fmla="*/ 8 w 17"/>
                  <a:gd name="T13" fmla="*/ 2 h 10"/>
                  <a:gd name="T14" fmla="*/ 12 w 17"/>
                  <a:gd name="T15" fmla="*/ 0 h 10"/>
                  <a:gd name="T16" fmla="*/ 15 w 17"/>
                  <a:gd name="T17" fmla="*/ 0 h 10"/>
                  <a:gd name="T18" fmla="*/ 15 w 17"/>
                  <a:gd name="T19" fmla="*/ 3 h 10"/>
                  <a:gd name="T20" fmla="*/ 13 w 17"/>
                  <a:gd name="T21" fmla="*/ 3 h 10"/>
                  <a:gd name="T22" fmla="*/ 12 w 17"/>
                  <a:gd name="T23" fmla="*/ 4 h 10"/>
                  <a:gd name="T24" fmla="*/ 7 w 17"/>
                  <a:gd name="T2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7" y="8"/>
                    </a:moveTo>
                    <a:cubicBezTo>
                      <a:pt x="7" y="9"/>
                      <a:pt x="7" y="9"/>
                      <a:pt x="6" y="9"/>
                    </a:cubicBezTo>
                    <a:cubicBezTo>
                      <a:pt x="4" y="10"/>
                      <a:pt x="5" y="8"/>
                      <a:pt x="4" y="8"/>
                    </a:cubicBezTo>
                    <a:cubicBezTo>
                      <a:pt x="4" y="6"/>
                      <a:pt x="2" y="8"/>
                      <a:pt x="1" y="7"/>
                    </a:cubicBezTo>
                    <a:cubicBezTo>
                      <a:pt x="0" y="6"/>
                      <a:pt x="2" y="5"/>
                      <a:pt x="2" y="4"/>
                    </a:cubicBezTo>
                    <a:cubicBezTo>
                      <a:pt x="3" y="4"/>
                      <a:pt x="5" y="4"/>
                      <a:pt x="6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3" y="0"/>
                      <a:pt x="15" y="0"/>
                      <a:pt x="15" y="0"/>
                    </a:cubicBezTo>
                    <a:cubicBezTo>
                      <a:pt x="17" y="1"/>
                      <a:pt x="17" y="3"/>
                      <a:pt x="15" y="3"/>
                    </a:cubicBezTo>
                    <a:cubicBezTo>
                      <a:pt x="15" y="3"/>
                      <a:pt x="14" y="3"/>
                      <a:pt x="13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1" y="6"/>
                      <a:pt x="9" y="7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5" name="Freeform 3007">
                <a:extLst>
                  <a:ext uri="{FF2B5EF4-FFF2-40B4-BE49-F238E27FC236}">
                    <a16:creationId xmlns:a16="http://schemas.microsoft.com/office/drawing/2014/main" id="{C1FF00A3-7FAD-6D42-9D95-9015170DD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791"/>
                <a:ext cx="11" cy="7"/>
              </a:xfrm>
              <a:custGeom>
                <a:avLst/>
                <a:gdLst>
                  <a:gd name="T0" fmla="*/ 3 w 26"/>
                  <a:gd name="T1" fmla="*/ 17 h 17"/>
                  <a:gd name="T2" fmla="*/ 1 w 26"/>
                  <a:gd name="T3" fmla="*/ 13 h 17"/>
                  <a:gd name="T4" fmla="*/ 7 w 26"/>
                  <a:gd name="T5" fmla="*/ 9 h 17"/>
                  <a:gd name="T6" fmla="*/ 12 w 26"/>
                  <a:gd name="T7" fmla="*/ 7 h 17"/>
                  <a:gd name="T8" fmla="*/ 14 w 26"/>
                  <a:gd name="T9" fmla="*/ 6 h 17"/>
                  <a:gd name="T10" fmla="*/ 16 w 26"/>
                  <a:gd name="T11" fmla="*/ 5 h 17"/>
                  <a:gd name="T12" fmla="*/ 21 w 26"/>
                  <a:gd name="T13" fmla="*/ 2 h 17"/>
                  <a:gd name="T14" fmla="*/ 25 w 26"/>
                  <a:gd name="T15" fmla="*/ 1 h 17"/>
                  <a:gd name="T16" fmla="*/ 25 w 26"/>
                  <a:gd name="T17" fmla="*/ 4 h 17"/>
                  <a:gd name="T18" fmla="*/ 19 w 26"/>
                  <a:gd name="T19" fmla="*/ 8 h 17"/>
                  <a:gd name="T20" fmla="*/ 16 w 26"/>
                  <a:gd name="T21" fmla="*/ 9 h 17"/>
                  <a:gd name="T22" fmla="*/ 11 w 26"/>
                  <a:gd name="T23" fmla="*/ 13 h 17"/>
                  <a:gd name="T24" fmla="*/ 7 w 26"/>
                  <a:gd name="T25" fmla="*/ 16 h 17"/>
                  <a:gd name="T26" fmla="*/ 5 w 26"/>
                  <a:gd name="T27" fmla="*/ 16 h 17"/>
                  <a:gd name="T28" fmla="*/ 3 w 26"/>
                  <a:gd name="T2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7">
                    <a:moveTo>
                      <a:pt x="3" y="17"/>
                    </a:moveTo>
                    <a:cubicBezTo>
                      <a:pt x="1" y="17"/>
                      <a:pt x="0" y="14"/>
                      <a:pt x="1" y="13"/>
                    </a:cubicBezTo>
                    <a:cubicBezTo>
                      <a:pt x="1" y="11"/>
                      <a:pt x="5" y="10"/>
                      <a:pt x="7" y="9"/>
                    </a:cubicBezTo>
                    <a:cubicBezTo>
                      <a:pt x="8" y="9"/>
                      <a:pt x="10" y="8"/>
                      <a:pt x="12" y="7"/>
                    </a:cubicBezTo>
                    <a:cubicBezTo>
                      <a:pt x="12" y="7"/>
                      <a:pt x="13" y="6"/>
                      <a:pt x="14" y="6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8" y="4"/>
                      <a:pt x="19" y="4"/>
                      <a:pt x="21" y="2"/>
                    </a:cubicBezTo>
                    <a:cubicBezTo>
                      <a:pt x="22" y="1"/>
                      <a:pt x="23" y="0"/>
                      <a:pt x="25" y="1"/>
                    </a:cubicBezTo>
                    <a:cubicBezTo>
                      <a:pt x="26" y="1"/>
                      <a:pt x="26" y="3"/>
                      <a:pt x="25" y="4"/>
                    </a:cubicBezTo>
                    <a:cubicBezTo>
                      <a:pt x="23" y="6"/>
                      <a:pt x="21" y="7"/>
                      <a:pt x="19" y="8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5" y="11"/>
                      <a:pt x="13" y="12"/>
                      <a:pt x="11" y="13"/>
                    </a:cubicBezTo>
                    <a:cubicBezTo>
                      <a:pt x="10" y="14"/>
                      <a:pt x="8" y="16"/>
                      <a:pt x="7" y="16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7"/>
                      <a:pt x="3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6" name="Freeform 3008">
                <a:extLst>
                  <a:ext uri="{FF2B5EF4-FFF2-40B4-BE49-F238E27FC236}">
                    <a16:creationId xmlns:a16="http://schemas.microsoft.com/office/drawing/2014/main" id="{CB52E3E5-BF52-1A4A-9402-EF73660DC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22"/>
                <a:ext cx="2" cy="2"/>
              </a:xfrm>
              <a:custGeom>
                <a:avLst/>
                <a:gdLst>
                  <a:gd name="T0" fmla="*/ 1 w 7"/>
                  <a:gd name="T1" fmla="*/ 5 h 5"/>
                  <a:gd name="T2" fmla="*/ 0 w 7"/>
                  <a:gd name="T3" fmla="*/ 4 h 5"/>
                  <a:gd name="T4" fmla="*/ 1 w 7"/>
                  <a:gd name="T5" fmla="*/ 1 h 5"/>
                  <a:gd name="T6" fmla="*/ 5 w 7"/>
                  <a:gd name="T7" fmla="*/ 1 h 5"/>
                  <a:gd name="T8" fmla="*/ 7 w 7"/>
                  <a:gd name="T9" fmla="*/ 2 h 5"/>
                  <a:gd name="T10" fmla="*/ 5 w 7"/>
                  <a:gd name="T11" fmla="*/ 5 h 5"/>
                  <a:gd name="T12" fmla="*/ 4 w 7"/>
                  <a:gd name="T13" fmla="*/ 5 h 5"/>
                  <a:gd name="T14" fmla="*/ 3 w 7"/>
                  <a:gd name="T15" fmla="*/ 5 h 5"/>
                  <a:gd name="T16" fmla="*/ 1 w 7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4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7" name="Freeform 3009">
                <a:extLst>
                  <a:ext uri="{FF2B5EF4-FFF2-40B4-BE49-F238E27FC236}">
                    <a16:creationId xmlns:a16="http://schemas.microsoft.com/office/drawing/2014/main" id="{2A6CA39D-F408-3C4E-BD59-F9AD73B9A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818"/>
                <a:ext cx="2" cy="3"/>
              </a:xfrm>
              <a:custGeom>
                <a:avLst/>
                <a:gdLst>
                  <a:gd name="T0" fmla="*/ 4 w 6"/>
                  <a:gd name="T1" fmla="*/ 4 h 7"/>
                  <a:gd name="T2" fmla="*/ 1 w 6"/>
                  <a:gd name="T3" fmla="*/ 7 h 7"/>
                  <a:gd name="T4" fmla="*/ 1 w 6"/>
                  <a:gd name="T5" fmla="*/ 4 h 7"/>
                  <a:gd name="T6" fmla="*/ 3 w 6"/>
                  <a:gd name="T7" fmla="*/ 2 h 7"/>
                  <a:gd name="T8" fmla="*/ 6 w 6"/>
                  <a:gd name="T9" fmla="*/ 1 h 7"/>
                  <a:gd name="T10" fmla="*/ 4 w 6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4" y="4"/>
                    </a:moveTo>
                    <a:cubicBezTo>
                      <a:pt x="3" y="4"/>
                      <a:pt x="3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8" name="Freeform 3010">
                <a:extLst>
                  <a:ext uri="{FF2B5EF4-FFF2-40B4-BE49-F238E27FC236}">
                    <a16:creationId xmlns:a16="http://schemas.microsoft.com/office/drawing/2014/main" id="{0139B4D8-00F6-0F42-A18F-AF6707271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21"/>
                <a:ext cx="2" cy="2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3 w 4"/>
                  <a:gd name="T5" fmla="*/ 1 h 5"/>
                  <a:gd name="T6" fmla="*/ 4 w 4"/>
                  <a:gd name="T7" fmla="*/ 4 h 5"/>
                  <a:gd name="T8" fmla="*/ 1 w 4"/>
                  <a:gd name="T9" fmla="*/ 4 h 5"/>
                  <a:gd name="T10" fmla="*/ 0 w 4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2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9" name="Freeform 3011">
                <a:extLst>
                  <a:ext uri="{FF2B5EF4-FFF2-40B4-BE49-F238E27FC236}">
                    <a16:creationId xmlns:a16="http://schemas.microsoft.com/office/drawing/2014/main" id="{23362BF1-1D25-E147-9202-3B9282BB4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18"/>
                <a:ext cx="1" cy="3"/>
              </a:xfrm>
              <a:custGeom>
                <a:avLst/>
                <a:gdLst>
                  <a:gd name="T0" fmla="*/ 2 w 4"/>
                  <a:gd name="T1" fmla="*/ 2 h 6"/>
                  <a:gd name="T2" fmla="*/ 2 w 4"/>
                  <a:gd name="T3" fmla="*/ 2 h 6"/>
                  <a:gd name="T4" fmla="*/ 3 w 4"/>
                  <a:gd name="T5" fmla="*/ 1 h 6"/>
                  <a:gd name="T6" fmla="*/ 4 w 4"/>
                  <a:gd name="T7" fmla="*/ 2 h 6"/>
                  <a:gd name="T8" fmla="*/ 2 w 4"/>
                  <a:gd name="T9" fmla="*/ 6 h 6"/>
                  <a:gd name="T10" fmla="*/ 2 w 4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6"/>
                      <a:pt x="2" y="6"/>
                    </a:cubicBezTo>
                    <a:cubicBezTo>
                      <a:pt x="0" y="6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0" name="Freeform 3012">
                <a:extLst>
                  <a:ext uri="{FF2B5EF4-FFF2-40B4-BE49-F238E27FC236}">
                    <a16:creationId xmlns:a16="http://schemas.microsoft.com/office/drawing/2014/main" id="{0AE846F7-FE25-EC4C-A9D3-29373DB6E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96"/>
                <a:ext cx="5" cy="4"/>
              </a:xfrm>
              <a:custGeom>
                <a:avLst/>
                <a:gdLst>
                  <a:gd name="T0" fmla="*/ 7 w 11"/>
                  <a:gd name="T1" fmla="*/ 6 h 10"/>
                  <a:gd name="T2" fmla="*/ 7 w 11"/>
                  <a:gd name="T3" fmla="*/ 6 h 10"/>
                  <a:gd name="T4" fmla="*/ 7 w 11"/>
                  <a:gd name="T5" fmla="*/ 7 h 10"/>
                  <a:gd name="T6" fmla="*/ 6 w 11"/>
                  <a:gd name="T7" fmla="*/ 9 h 10"/>
                  <a:gd name="T8" fmla="*/ 2 w 11"/>
                  <a:gd name="T9" fmla="*/ 8 h 10"/>
                  <a:gd name="T10" fmla="*/ 4 w 11"/>
                  <a:gd name="T11" fmla="*/ 5 h 10"/>
                  <a:gd name="T12" fmla="*/ 5 w 11"/>
                  <a:gd name="T13" fmla="*/ 2 h 10"/>
                  <a:gd name="T14" fmla="*/ 7 w 11"/>
                  <a:gd name="T15" fmla="*/ 1 h 10"/>
                  <a:gd name="T16" fmla="*/ 9 w 11"/>
                  <a:gd name="T17" fmla="*/ 0 h 10"/>
                  <a:gd name="T18" fmla="*/ 10 w 11"/>
                  <a:gd name="T19" fmla="*/ 5 h 10"/>
                  <a:gd name="T20" fmla="*/ 7 w 11"/>
                  <a:gd name="T2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0"/>
                      <a:pt x="3" y="9"/>
                      <a:pt x="2" y="8"/>
                    </a:cubicBezTo>
                    <a:cubicBezTo>
                      <a:pt x="0" y="7"/>
                      <a:pt x="4" y="6"/>
                      <a:pt x="4" y="5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1"/>
                      <a:pt x="11" y="3"/>
                      <a:pt x="10" y="5"/>
                    </a:cubicBezTo>
                    <a:cubicBezTo>
                      <a:pt x="10" y="5"/>
                      <a:pt x="8" y="5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1" name="Freeform 3013">
                <a:extLst>
                  <a:ext uri="{FF2B5EF4-FFF2-40B4-BE49-F238E27FC236}">
                    <a16:creationId xmlns:a16="http://schemas.microsoft.com/office/drawing/2014/main" id="{1B50793A-8EEC-0841-AD1B-9AA626F68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769"/>
                <a:ext cx="48" cy="41"/>
              </a:xfrm>
              <a:custGeom>
                <a:avLst/>
                <a:gdLst>
                  <a:gd name="T0" fmla="*/ 14 w 116"/>
                  <a:gd name="T1" fmla="*/ 71 h 101"/>
                  <a:gd name="T2" fmla="*/ 18 w 116"/>
                  <a:gd name="T3" fmla="*/ 80 h 101"/>
                  <a:gd name="T4" fmla="*/ 27 w 116"/>
                  <a:gd name="T5" fmla="*/ 77 h 101"/>
                  <a:gd name="T6" fmla="*/ 39 w 116"/>
                  <a:gd name="T7" fmla="*/ 81 h 101"/>
                  <a:gd name="T8" fmla="*/ 54 w 116"/>
                  <a:gd name="T9" fmla="*/ 80 h 101"/>
                  <a:gd name="T10" fmla="*/ 65 w 116"/>
                  <a:gd name="T11" fmla="*/ 76 h 101"/>
                  <a:gd name="T12" fmla="*/ 55 w 116"/>
                  <a:gd name="T13" fmla="*/ 72 h 101"/>
                  <a:gd name="T14" fmla="*/ 41 w 116"/>
                  <a:gd name="T15" fmla="*/ 72 h 101"/>
                  <a:gd name="T16" fmla="*/ 35 w 116"/>
                  <a:gd name="T17" fmla="*/ 64 h 101"/>
                  <a:gd name="T18" fmla="*/ 47 w 116"/>
                  <a:gd name="T19" fmla="*/ 55 h 101"/>
                  <a:gd name="T20" fmla="*/ 60 w 116"/>
                  <a:gd name="T21" fmla="*/ 54 h 101"/>
                  <a:gd name="T22" fmla="*/ 69 w 116"/>
                  <a:gd name="T23" fmla="*/ 48 h 101"/>
                  <a:gd name="T24" fmla="*/ 57 w 116"/>
                  <a:gd name="T25" fmla="*/ 46 h 101"/>
                  <a:gd name="T26" fmla="*/ 47 w 116"/>
                  <a:gd name="T27" fmla="*/ 37 h 101"/>
                  <a:gd name="T28" fmla="*/ 40 w 116"/>
                  <a:gd name="T29" fmla="*/ 26 h 101"/>
                  <a:gd name="T30" fmla="*/ 28 w 116"/>
                  <a:gd name="T31" fmla="*/ 15 h 101"/>
                  <a:gd name="T32" fmla="*/ 33 w 116"/>
                  <a:gd name="T33" fmla="*/ 8 h 101"/>
                  <a:gd name="T34" fmla="*/ 48 w 116"/>
                  <a:gd name="T35" fmla="*/ 12 h 101"/>
                  <a:gd name="T36" fmla="*/ 51 w 116"/>
                  <a:gd name="T37" fmla="*/ 2 h 101"/>
                  <a:gd name="T38" fmla="*/ 72 w 116"/>
                  <a:gd name="T39" fmla="*/ 9 h 101"/>
                  <a:gd name="T40" fmla="*/ 75 w 116"/>
                  <a:gd name="T41" fmla="*/ 17 h 101"/>
                  <a:gd name="T42" fmla="*/ 79 w 116"/>
                  <a:gd name="T43" fmla="*/ 36 h 101"/>
                  <a:gd name="T44" fmla="*/ 86 w 116"/>
                  <a:gd name="T45" fmla="*/ 43 h 101"/>
                  <a:gd name="T46" fmla="*/ 112 w 116"/>
                  <a:gd name="T47" fmla="*/ 68 h 101"/>
                  <a:gd name="T48" fmla="*/ 116 w 116"/>
                  <a:gd name="T49" fmla="*/ 76 h 101"/>
                  <a:gd name="T50" fmla="*/ 111 w 116"/>
                  <a:gd name="T51" fmla="*/ 78 h 101"/>
                  <a:gd name="T52" fmla="*/ 110 w 116"/>
                  <a:gd name="T53" fmla="*/ 86 h 101"/>
                  <a:gd name="T54" fmla="*/ 100 w 116"/>
                  <a:gd name="T55" fmla="*/ 84 h 101"/>
                  <a:gd name="T56" fmla="*/ 92 w 116"/>
                  <a:gd name="T57" fmla="*/ 90 h 101"/>
                  <a:gd name="T58" fmla="*/ 103 w 116"/>
                  <a:gd name="T59" fmla="*/ 93 h 101"/>
                  <a:gd name="T60" fmla="*/ 92 w 116"/>
                  <a:gd name="T61" fmla="*/ 98 h 101"/>
                  <a:gd name="T62" fmla="*/ 74 w 116"/>
                  <a:gd name="T63" fmla="*/ 100 h 101"/>
                  <a:gd name="T64" fmla="*/ 79 w 116"/>
                  <a:gd name="T65" fmla="*/ 93 h 101"/>
                  <a:gd name="T66" fmla="*/ 73 w 116"/>
                  <a:gd name="T67" fmla="*/ 88 h 101"/>
                  <a:gd name="T68" fmla="*/ 65 w 116"/>
                  <a:gd name="T69" fmla="*/ 95 h 101"/>
                  <a:gd name="T70" fmla="*/ 55 w 116"/>
                  <a:gd name="T71" fmla="*/ 93 h 101"/>
                  <a:gd name="T72" fmla="*/ 46 w 116"/>
                  <a:gd name="T73" fmla="*/ 94 h 101"/>
                  <a:gd name="T74" fmla="*/ 38 w 116"/>
                  <a:gd name="T75" fmla="*/ 91 h 101"/>
                  <a:gd name="T76" fmla="*/ 33 w 116"/>
                  <a:gd name="T77" fmla="*/ 94 h 101"/>
                  <a:gd name="T78" fmla="*/ 24 w 116"/>
                  <a:gd name="T79" fmla="*/ 90 h 101"/>
                  <a:gd name="T80" fmla="*/ 20 w 116"/>
                  <a:gd name="T81" fmla="*/ 87 h 101"/>
                  <a:gd name="T82" fmla="*/ 16 w 116"/>
                  <a:gd name="T83" fmla="*/ 89 h 101"/>
                  <a:gd name="T84" fmla="*/ 12 w 116"/>
                  <a:gd name="T85" fmla="*/ 91 h 101"/>
                  <a:gd name="T86" fmla="*/ 5 w 116"/>
                  <a:gd name="T87" fmla="*/ 84 h 101"/>
                  <a:gd name="T88" fmla="*/ 0 w 116"/>
                  <a:gd name="T89" fmla="*/ 81 h 101"/>
                  <a:gd name="T90" fmla="*/ 4 w 116"/>
                  <a:gd name="T91" fmla="*/ 7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6" h="101">
                    <a:moveTo>
                      <a:pt x="6" y="71"/>
                    </a:moveTo>
                    <a:cubicBezTo>
                      <a:pt x="7" y="70"/>
                      <a:pt x="9" y="71"/>
                      <a:pt x="11" y="71"/>
                    </a:cubicBezTo>
                    <a:cubicBezTo>
                      <a:pt x="12" y="71"/>
                      <a:pt x="13" y="70"/>
                      <a:pt x="14" y="71"/>
                    </a:cubicBezTo>
                    <a:cubicBezTo>
                      <a:pt x="16" y="71"/>
                      <a:pt x="17" y="71"/>
                      <a:pt x="17" y="73"/>
                    </a:cubicBezTo>
                    <a:cubicBezTo>
                      <a:pt x="17" y="74"/>
                      <a:pt x="17" y="75"/>
                      <a:pt x="17" y="76"/>
                    </a:cubicBezTo>
                    <a:cubicBezTo>
                      <a:pt x="17" y="77"/>
                      <a:pt x="17" y="79"/>
                      <a:pt x="18" y="80"/>
                    </a:cubicBezTo>
                    <a:cubicBezTo>
                      <a:pt x="18" y="81"/>
                      <a:pt x="21" y="81"/>
                      <a:pt x="21" y="79"/>
                    </a:cubicBezTo>
                    <a:cubicBezTo>
                      <a:pt x="21" y="78"/>
                      <a:pt x="21" y="76"/>
                      <a:pt x="23" y="76"/>
                    </a:cubicBezTo>
                    <a:cubicBezTo>
                      <a:pt x="24" y="76"/>
                      <a:pt x="26" y="76"/>
                      <a:pt x="27" y="77"/>
                    </a:cubicBezTo>
                    <a:cubicBezTo>
                      <a:pt x="27" y="77"/>
                      <a:pt x="27" y="78"/>
                      <a:pt x="27" y="79"/>
                    </a:cubicBezTo>
                    <a:cubicBezTo>
                      <a:pt x="27" y="81"/>
                      <a:pt x="30" y="81"/>
                      <a:pt x="31" y="81"/>
                    </a:cubicBezTo>
                    <a:cubicBezTo>
                      <a:pt x="34" y="80"/>
                      <a:pt x="37" y="80"/>
                      <a:pt x="39" y="81"/>
                    </a:cubicBezTo>
                    <a:cubicBezTo>
                      <a:pt x="41" y="81"/>
                      <a:pt x="42" y="81"/>
                      <a:pt x="43" y="80"/>
                    </a:cubicBezTo>
                    <a:cubicBezTo>
                      <a:pt x="45" y="80"/>
                      <a:pt x="47" y="80"/>
                      <a:pt x="49" y="80"/>
                    </a:cubicBezTo>
                    <a:cubicBezTo>
                      <a:pt x="51" y="81"/>
                      <a:pt x="53" y="81"/>
                      <a:pt x="54" y="80"/>
                    </a:cubicBezTo>
                    <a:cubicBezTo>
                      <a:pt x="56" y="80"/>
                      <a:pt x="57" y="79"/>
                      <a:pt x="57" y="78"/>
                    </a:cubicBezTo>
                    <a:cubicBezTo>
                      <a:pt x="58" y="77"/>
                      <a:pt x="59" y="77"/>
                      <a:pt x="60" y="77"/>
                    </a:cubicBezTo>
                    <a:cubicBezTo>
                      <a:pt x="62" y="76"/>
                      <a:pt x="64" y="77"/>
                      <a:pt x="65" y="76"/>
                    </a:cubicBezTo>
                    <a:cubicBezTo>
                      <a:pt x="66" y="74"/>
                      <a:pt x="65" y="73"/>
                      <a:pt x="64" y="72"/>
                    </a:cubicBezTo>
                    <a:cubicBezTo>
                      <a:pt x="62" y="72"/>
                      <a:pt x="60" y="71"/>
                      <a:pt x="59" y="72"/>
                    </a:cubicBezTo>
                    <a:cubicBezTo>
                      <a:pt x="58" y="72"/>
                      <a:pt x="56" y="72"/>
                      <a:pt x="55" y="72"/>
                    </a:cubicBezTo>
                    <a:cubicBezTo>
                      <a:pt x="53" y="72"/>
                      <a:pt x="51" y="72"/>
                      <a:pt x="50" y="73"/>
                    </a:cubicBezTo>
                    <a:cubicBezTo>
                      <a:pt x="48" y="73"/>
                      <a:pt x="47" y="74"/>
                      <a:pt x="46" y="74"/>
                    </a:cubicBezTo>
                    <a:cubicBezTo>
                      <a:pt x="44" y="74"/>
                      <a:pt x="43" y="73"/>
                      <a:pt x="41" y="72"/>
                    </a:cubicBezTo>
                    <a:cubicBezTo>
                      <a:pt x="40" y="72"/>
                      <a:pt x="38" y="72"/>
                      <a:pt x="37" y="72"/>
                    </a:cubicBezTo>
                    <a:cubicBezTo>
                      <a:pt x="34" y="72"/>
                      <a:pt x="29" y="70"/>
                      <a:pt x="32" y="67"/>
                    </a:cubicBezTo>
                    <a:cubicBezTo>
                      <a:pt x="33" y="66"/>
                      <a:pt x="34" y="66"/>
                      <a:pt x="35" y="64"/>
                    </a:cubicBezTo>
                    <a:cubicBezTo>
                      <a:pt x="36" y="63"/>
                      <a:pt x="37" y="63"/>
                      <a:pt x="39" y="62"/>
                    </a:cubicBezTo>
                    <a:cubicBezTo>
                      <a:pt x="41" y="62"/>
                      <a:pt x="43" y="62"/>
                      <a:pt x="44" y="61"/>
                    </a:cubicBezTo>
                    <a:cubicBezTo>
                      <a:pt x="46" y="60"/>
                      <a:pt x="46" y="57"/>
                      <a:pt x="47" y="55"/>
                    </a:cubicBezTo>
                    <a:cubicBezTo>
                      <a:pt x="47" y="53"/>
                      <a:pt x="49" y="52"/>
                      <a:pt x="51" y="52"/>
                    </a:cubicBezTo>
                    <a:cubicBezTo>
                      <a:pt x="53" y="52"/>
                      <a:pt x="54" y="54"/>
                      <a:pt x="56" y="54"/>
                    </a:cubicBezTo>
                    <a:cubicBezTo>
                      <a:pt x="57" y="55"/>
                      <a:pt x="59" y="54"/>
                      <a:pt x="60" y="54"/>
                    </a:cubicBezTo>
                    <a:cubicBezTo>
                      <a:pt x="61" y="53"/>
                      <a:pt x="63" y="52"/>
                      <a:pt x="65" y="52"/>
                    </a:cubicBezTo>
                    <a:cubicBezTo>
                      <a:pt x="66" y="52"/>
                      <a:pt x="68" y="53"/>
                      <a:pt x="69" y="52"/>
                    </a:cubicBezTo>
                    <a:cubicBezTo>
                      <a:pt x="70" y="51"/>
                      <a:pt x="70" y="49"/>
                      <a:pt x="69" y="48"/>
                    </a:cubicBezTo>
                    <a:cubicBezTo>
                      <a:pt x="68" y="47"/>
                      <a:pt x="67" y="47"/>
                      <a:pt x="65" y="47"/>
                    </a:cubicBezTo>
                    <a:cubicBezTo>
                      <a:pt x="64" y="48"/>
                      <a:pt x="63" y="48"/>
                      <a:pt x="61" y="47"/>
                    </a:cubicBezTo>
                    <a:cubicBezTo>
                      <a:pt x="60" y="47"/>
                      <a:pt x="59" y="46"/>
                      <a:pt x="57" y="46"/>
                    </a:cubicBezTo>
                    <a:cubicBezTo>
                      <a:pt x="55" y="46"/>
                      <a:pt x="54" y="47"/>
                      <a:pt x="52" y="47"/>
                    </a:cubicBezTo>
                    <a:cubicBezTo>
                      <a:pt x="49" y="46"/>
                      <a:pt x="52" y="41"/>
                      <a:pt x="50" y="40"/>
                    </a:cubicBezTo>
                    <a:cubicBezTo>
                      <a:pt x="48" y="39"/>
                      <a:pt x="47" y="38"/>
                      <a:pt x="47" y="37"/>
                    </a:cubicBezTo>
                    <a:cubicBezTo>
                      <a:pt x="46" y="36"/>
                      <a:pt x="46" y="34"/>
                      <a:pt x="45" y="33"/>
                    </a:cubicBezTo>
                    <a:cubicBezTo>
                      <a:pt x="45" y="32"/>
                      <a:pt x="43" y="31"/>
                      <a:pt x="43" y="30"/>
                    </a:cubicBezTo>
                    <a:cubicBezTo>
                      <a:pt x="42" y="28"/>
                      <a:pt x="41" y="27"/>
                      <a:pt x="40" y="26"/>
                    </a:cubicBezTo>
                    <a:cubicBezTo>
                      <a:pt x="38" y="24"/>
                      <a:pt x="36" y="24"/>
                      <a:pt x="34" y="25"/>
                    </a:cubicBezTo>
                    <a:cubicBezTo>
                      <a:pt x="33" y="25"/>
                      <a:pt x="31" y="25"/>
                      <a:pt x="29" y="24"/>
                    </a:cubicBezTo>
                    <a:cubicBezTo>
                      <a:pt x="26" y="23"/>
                      <a:pt x="25" y="18"/>
                      <a:pt x="28" y="15"/>
                    </a:cubicBezTo>
                    <a:cubicBezTo>
                      <a:pt x="29" y="14"/>
                      <a:pt x="31" y="14"/>
                      <a:pt x="33" y="14"/>
                    </a:cubicBezTo>
                    <a:cubicBezTo>
                      <a:pt x="34" y="14"/>
                      <a:pt x="36" y="13"/>
                      <a:pt x="36" y="12"/>
                    </a:cubicBezTo>
                    <a:cubicBezTo>
                      <a:pt x="35" y="10"/>
                      <a:pt x="33" y="10"/>
                      <a:pt x="33" y="8"/>
                    </a:cubicBezTo>
                    <a:cubicBezTo>
                      <a:pt x="31" y="4"/>
                      <a:pt x="40" y="4"/>
                      <a:pt x="42" y="4"/>
                    </a:cubicBezTo>
                    <a:cubicBezTo>
                      <a:pt x="44" y="4"/>
                      <a:pt x="46" y="5"/>
                      <a:pt x="46" y="7"/>
                    </a:cubicBezTo>
                    <a:cubicBezTo>
                      <a:pt x="47" y="8"/>
                      <a:pt x="47" y="10"/>
                      <a:pt x="48" y="12"/>
                    </a:cubicBezTo>
                    <a:cubicBezTo>
                      <a:pt x="49" y="13"/>
                      <a:pt x="51" y="14"/>
                      <a:pt x="52" y="12"/>
                    </a:cubicBezTo>
                    <a:cubicBezTo>
                      <a:pt x="53" y="11"/>
                      <a:pt x="51" y="8"/>
                      <a:pt x="51" y="7"/>
                    </a:cubicBezTo>
                    <a:cubicBezTo>
                      <a:pt x="50" y="5"/>
                      <a:pt x="49" y="3"/>
                      <a:pt x="51" y="2"/>
                    </a:cubicBezTo>
                    <a:cubicBezTo>
                      <a:pt x="54" y="0"/>
                      <a:pt x="58" y="1"/>
                      <a:pt x="61" y="1"/>
                    </a:cubicBezTo>
                    <a:cubicBezTo>
                      <a:pt x="64" y="2"/>
                      <a:pt x="67" y="2"/>
                      <a:pt x="69" y="4"/>
                    </a:cubicBezTo>
                    <a:cubicBezTo>
                      <a:pt x="71" y="5"/>
                      <a:pt x="72" y="6"/>
                      <a:pt x="72" y="9"/>
                    </a:cubicBezTo>
                    <a:cubicBezTo>
                      <a:pt x="73" y="10"/>
                      <a:pt x="73" y="11"/>
                      <a:pt x="73" y="13"/>
                    </a:cubicBezTo>
                    <a:cubicBezTo>
                      <a:pt x="73" y="14"/>
                      <a:pt x="73" y="15"/>
                      <a:pt x="74" y="16"/>
                    </a:cubicBezTo>
                    <a:cubicBezTo>
                      <a:pt x="74" y="17"/>
                      <a:pt x="75" y="17"/>
                      <a:pt x="75" y="17"/>
                    </a:cubicBezTo>
                    <a:cubicBezTo>
                      <a:pt x="77" y="18"/>
                      <a:pt x="78" y="21"/>
                      <a:pt x="79" y="23"/>
                    </a:cubicBezTo>
                    <a:cubicBezTo>
                      <a:pt x="80" y="25"/>
                      <a:pt x="79" y="29"/>
                      <a:pt x="79" y="32"/>
                    </a:cubicBezTo>
                    <a:cubicBezTo>
                      <a:pt x="79" y="33"/>
                      <a:pt x="79" y="35"/>
                      <a:pt x="79" y="36"/>
                    </a:cubicBezTo>
                    <a:cubicBezTo>
                      <a:pt x="78" y="38"/>
                      <a:pt x="78" y="41"/>
                      <a:pt x="79" y="42"/>
                    </a:cubicBezTo>
                    <a:cubicBezTo>
                      <a:pt x="80" y="43"/>
                      <a:pt x="81" y="43"/>
                      <a:pt x="82" y="43"/>
                    </a:cubicBezTo>
                    <a:cubicBezTo>
                      <a:pt x="83" y="43"/>
                      <a:pt x="85" y="43"/>
                      <a:pt x="86" y="43"/>
                    </a:cubicBezTo>
                    <a:cubicBezTo>
                      <a:pt x="88" y="44"/>
                      <a:pt x="90" y="45"/>
                      <a:pt x="92" y="46"/>
                    </a:cubicBezTo>
                    <a:cubicBezTo>
                      <a:pt x="100" y="50"/>
                      <a:pt x="105" y="57"/>
                      <a:pt x="110" y="65"/>
                    </a:cubicBezTo>
                    <a:cubicBezTo>
                      <a:pt x="110" y="66"/>
                      <a:pt x="111" y="67"/>
                      <a:pt x="112" y="68"/>
                    </a:cubicBezTo>
                    <a:cubicBezTo>
                      <a:pt x="112" y="69"/>
                      <a:pt x="112" y="69"/>
                      <a:pt x="112" y="70"/>
                    </a:cubicBezTo>
                    <a:cubicBezTo>
                      <a:pt x="112" y="72"/>
                      <a:pt x="115" y="71"/>
                      <a:pt x="116" y="72"/>
                    </a:cubicBezTo>
                    <a:cubicBezTo>
                      <a:pt x="116" y="73"/>
                      <a:pt x="116" y="75"/>
                      <a:pt x="116" y="76"/>
                    </a:cubicBezTo>
                    <a:cubicBezTo>
                      <a:pt x="116" y="77"/>
                      <a:pt x="116" y="79"/>
                      <a:pt x="115" y="79"/>
                    </a:cubicBezTo>
                    <a:cubicBezTo>
                      <a:pt x="114" y="79"/>
                      <a:pt x="114" y="78"/>
                      <a:pt x="113" y="78"/>
                    </a:cubicBezTo>
                    <a:cubicBezTo>
                      <a:pt x="112" y="77"/>
                      <a:pt x="111" y="77"/>
                      <a:pt x="111" y="78"/>
                    </a:cubicBezTo>
                    <a:cubicBezTo>
                      <a:pt x="110" y="79"/>
                      <a:pt x="111" y="79"/>
                      <a:pt x="111" y="80"/>
                    </a:cubicBezTo>
                    <a:cubicBezTo>
                      <a:pt x="111" y="81"/>
                      <a:pt x="111" y="82"/>
                      <a:pt x="111" y="84"/>
                    </a:cubicBezTo>
                    <a:cubicBezTo>
                      <a:pt x="111" y="85"/>
                      <a:pt x="111" y="85"/>
                      <a:pt x="110" y="86"/>
                    </a:cubicBezTo>
                    <a:cubicBezTo>
                      <a:pt x="109" y="86"/>
                      <a:pt x="107" y="86"/>
                      <a:pt x="106" y="86"/>
                    </a:cubicBezTo>
                    <a:cubicBezTo>
                      <a:pt x="105" y="86"/>
                      <a:pt x="105" y="83"/>
                      <a:pt x="104" y="82"/>
                    </a:cubicBezTo>
                    <a:cubicBezTo>
                      <a:pt x="103" y="81"/>
                      <a:pt x="101" y="83"/>
                      <a:pt x="100" y="84"/>
                    </a:cubicBezTo>
                    <a:cubicBezTo>
                      <a:pt x="98" y="85"/>
                      <a:pt x="96" y="86"/>
                      <a:pt x="94" y="86"/>
                    </a:cubicBezTo>
                    <a:cubicBezTo>
                      <a:pt x="92" y="86"/>
                      <a:pt x="90" y="86"/>
                      <a:pt x="89" y="87"/>
                    </a:cubicBezTo>
                    <a:cubicBezTo>
                      <a:pt x="86" y="89"/>
                      <a:pt x="91" y="90"/>
                      <a:pt x="92" y="90"/>
                    </a:cubicBezTo>
                    <a:cubicBezTo>
                      <a:pt x="94" y="90"/>
                      <a:pt x="96" y="90"/>
                      <a:pt x="98" y="90"/>
                    </a:cubicBezTo>
                    <a:cubicBezTo>
                      <a:pt x="99" y="90"/>
                      <a:pt x="101" y="90"/>
                      <a:pt x="102" y="90"/>
                    </a:cubicBezTo>
                    <a:cubicBezTo>
                      <a:pt x="102" y="91"/>
                      <a:pt x="103" y="92"/>
                      <a:pt x="103" y="93"/>
                    </a:cubicBezTo>
                    <a:cubicBezTo>
                      <a:pt x="103" y="94"/>
                      <a:pt x="101" y="95"/>
                      <a:pt x="100" y="95"/>
                    </a:cubicBezTo>
                    <a:cubicBezTo>
                      <a:pt x="98" y="95"/>
                      <a:pt x="97" y="95"/>
                      <a:pt x="95" y="96"/>
                    </a:cubicBezTo>
                    <a:cubicBezTo>
                      <a:pt x="94" y="96"/>
                      <a:pt x="93" y="97"/>
                      <a:pt x="92" y="98"/>
                    </a:cubicBezTo>
                    <a:cubicBezTo>
                      <a:pt x="89" y="99"/>
                      <a:pt x="87" y="99"/>
                      <a:pt x="84" y="100"/>
                    </a:cubicBezTo>
                    <a:cubicBezTo>
                      <a:pt x="82" y="101"/>
                      <a:pt x="79" y="100"/>
                      <a:pt x="77" y="100"/>
                    </a:cubicBezTo>
                    <a:cubicBezTo>
                      <a:pt x="76" y="100"/>
                      <a:pt x="75" y="101"/>
                      <a:pt x="74" y="100"/>
                    </a:cubicBezTo>
                    <a:cubicBezTo>
                      <a:pt x="74" y="99"/>
                      <a:pt x="73" y="98"/>
                      <a:pt x="74" y="98"/>
                    </a:cubicBezTo>
                    <a:cubicBezTo>
                      <a:pt x="74" y="96"/>
                      <a:pt x="75" y="96"/>
                      <a:pt x="76" y="96"/>
                    </a:cubicBezTo>
                    <a:cubicBezTo>
                      <a:pt x="78" y="95"/>
                      <a:pt x="79" y="95"/>
                      <a:pt x="79" y="93"/>
                    </a:cubicBezTo>
                    <a:cubicBezTo>
                      <a:pt x="79" y="92"/>
                      <a:pt x="80" y="90"/>
                      <a:pt x="79" y="88"/>
                    </a:cubicBezTo>
                    <a:cubicBezTo>
                      <a:pt x="79" y="87"/>
                      <a:pt x="77" y="87"/>
                      <a:pt x="76" y="87"/>
                    </a:cubicBezTo>
                    <a:cubicBezTo>
                      <a:pt x="74" y="87"/>
                      <a:pt x="73" y="87"/>
                      <a:pt x="73" y="88"/>
                    </a:cubicBezTo>
                    <a:cubicBezTo>
                      <a:pt x="73" y="90"/>
                      <a:pt x="72" y="90"/>
                      <a:pt x="71" y="90"/>
                    </a:cubicBezTo>
                    <a:cubicBezTo>
                      <a:pt x="69" y="91"/>
                      <a:pt x="68" y="91"/>
                      <a:pt x="67" y="92"/>
                    </a:cubicBezTo>
                    <a:cubicBezTo>
                      <a:pt x="67" y="93"/>
                      <a:pt x="66" y="95"/>
                      <a:pt x="65" y="95"/>
                    </a:cubicBezTo>
                    <a:cubicBezTo>
                      <a:pt x="64" y="96"/>
                      <a:pt x="62" y="95"/>
                      <a:pt x="61" y="95"/>
                    </a:cubicBezTo>
                    <a:cubicBezTo>
                      <a:pt x="60" y="94"/>
                      <a:pt x="60" y="92"/>
                      <a:pt x="58" y="92"/>
                    </a:cubicBezTo>
                    <a:cubicBezTo>
                      <a:pt x="57" y="92"/>
                      <a:pt x="56" y="93"/>
                      <a:pt x="55" y="93"/>
                    </a:cubicBezTo>
                    <a:cubicBezTo>
                      <a:pt x="54" y="94"/>
                      <a:pt x="54" y="95"/>
                      <a:pt x="53" y="95"/>
                    </a:cubicBezTo>
                    <a:cubicBezTo>
                      <a:pt x="53" y="95"/>
                      <a:pt x="52" y="95"/>
                      <a:pt x="51" y="95"/>
                    </a:cubicBezTo>
                    <a:cubicBezTo>
                      <a:pt x="49" y="95"/>
                      <a:pt x="47" y="95"/>
                      <a:pt x="46" y="94"/>
                    </a:cubicBezTo>
                    <a:cubicBezTo>
                      <a:pt x="45" y="93"/>
                      <a:pt x="45" y="92"/>
                      <a:pt x="45" y="92"/>
                    </a:cubicBezTo>
                    <a:cubicBezTo>
                      <a:pt x="44" y="91"/>
                      <a:pt x="44" y="90"/>
                      <a:pt x="43" y="90"/>
                    </a:cubicBezTo>
                    <a:cubicBezTo>
                      <a:pt x="41" y="90"/>
                      <a:pt x="39" y="90"/>
                      <a:pt x="38" y="91"/>
                    </a:cubicBezTo>
                    <a:cubicBezTo>
                      <a:pt x="37" y="91"/>
                      <a:pt x="37" y="92"/>
                      <a:pt x="37" y="92"/>
                    </a:cubicBezTo>
                    <a:cubicBezTo>
                      <a:pt x="36" y="93"/>
                      <a:pt x="36" y="94"/>
                      <a:pt x="35" y="94"/>
                    </a:cubicBezTo>
                    <a:cubicBezTo>
                      <a:pt x="34" y="94"/>
                      <a:pt x="34" y="94"/>
                      <a:pt x="33" y="94"/>
                    </a:cubicBezTo>
                    <a:cubicBezTo>
                      <a:pt x="32" y="93"/>
                      <a:pt x="30" y="93"/>
                      <a:pt x="30" y="92"/>
                    </a:cubicBezTo>
                    <a:cubicBezTo>
                      <a:pt x="29" y="92"/>
                      <a:pt x="28" y="91"/>
                      <a:pt x="27" y="90"/>
                    </a:cubicBezTo>
                    <a:cubicBezTo>
                      <a:pt x="26" y="90"/>
                      <a:pt x="25" y="90"/>
                      <a:pt x="24" y="90"/>
                    </a:cubicBezTo>
                    <a:cubicBezTo>
                      <a:pt x="22" y="90"/>
                      <a:pt x="21" y="89"/>
                      <a:pt x="21" y="88"/>
                    </a:cubicBezTo>
                    <a:cubicBezTo>
                      <a:pt x="21" y="88"/>
                      <a:pt x="21" y="87"/>
                      <a:pt x="21" y="88"/>
                    </a:cubicBezTo>
                    <a:cubicBezTo>
                      <a:pt x="21" y="88"/>
                      <a:pt x="20" y="87"/>
                      <a:pt x="20" y="87"/>
                    </a:cubicBezTo>
                    <a:cubicBezTo>
                      <a:pt x="20" y="87"/>
                      <a:pt x="19" y="87"/>
                      <a:pt x="19" y="86"/>
                    </a:cubicBezTo>
                    <a:cubicBezTo>
                      <a:pt x="19" y="86"/>
                      <a:pt x="19" y="87"/>
                      <a:pt x="18" y="87"/>
                    </a:cubicBezTo>
                    <a:cubicBezTo>
                      <a:pt x="18" y="87"/>
                      <a:pt x="17" y="88"/>
                      <a:pt x="16" y="89"/>
                    </a:cubicBezTo>
                    <a:cubicBezTo>
                      <a:pt x="16" y="89"/>
                      <a:pt x="16" y="90"/>
                      <a:pt x="16" y="91"/>
                    </a:cubicBezTo>
                    <a:cubicBezTo>
                      <a:pt x="16" y="92"/>
                      <a:pt x="15" y="94"/>
                      <a:pt x="14" y="93"/>
                    </a:cubicBezTo>
                    <a:cubicBezTo>
                      <a:pt x="13" y="92"/>
                      <a:pt x="13" y="91"/>
                      <a:pt x="12" y="91"/>
                    </a:cubicBezTo>
                    <a:cubicBezTo>
                      <a:pt x="11" y="90"/>
                      <a:pt x="9" y="91"/>
                      <a:pt x="8" y="90"/>
                    </a:cubicBezTo>
                    <a:cubicBezTo>
                      <a:pt x="8" y="89"/>
                      <a:pt x="7" y="89"/>
                      <a:pt x="6" y="88"/>
                    </a:cubicBezTo>
                    <a:cubicBezTo>
                      <a:pt x="6" y="86"/>
                      <a:pt x="6" y="85"/>
                      <a:pt x="5" y="84"/>
                    </a:cubicBezTo>
                    <a:cubicBezTo>
                      <a:pt x="4" y="83"/>
                      <a:pt x="3" y="84"/>
                      <a:pt x="2" y="84"/>
                    </a:cubicBezTo>
                    <a:cubicBezTo>
                      <a:pt x="1" y="84"/>
                      <a:pt x="0" y="84"/>
                      <a:pt x="0" y="83"/>
                    </a:cubicBezTo>
                    <a:cubicBezTo>
                      <a:pt x="0" y="82"/>
                      <a:pt x="0" y="81"/>
                      <a:pt x="0" y="81"/>
                    </a:cubicBezTo>
                    <a:cubicBezTo>
                      <a:pt x="0" y="80"/>
                      <a:pt x="1" y="81"/>
                      <a:pt x="1" y="80"/>
                    </a:cubicBezTo>
                    <a:cubicBezTo>
                      <a:pt x="1" y="80"/>
                      <a:pt x="2" y="80"/>
                      <a:pt x="2" y="80"/>
                    </a:cubicBezTo>
                    <a:cubicBezTo>
                      <a:pt x="3" y="79"/>
                      <a:pt x="4" y="79"/>
                      <a:pt x="4" y="78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" y="75"/>
                      <a:pt x="4" y="71"/>
                      <a:pt x="6" y="7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2" name="Freeform 3014">
                <a:extLst>
                  <a:ext uri="{FF2B5EF4-FFF2-40B4-BE49-F238E27FC236}">
                    <a16:creationId xmlns:a16="http://schemas.microsoft.com/office/drawing/2014/main" id="{D8C933FB-A7A7-BF4D-B69F-8B84331F5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783"/>
                <a:ext cx="9" cy="5"/>
              </a:xfrm>
              <a:custGeom>
                <a:avLst/>
                <a:gdLst>
                  <a:gd name="T0" fmla="*/ 3 w 21"/>
                  <a:gd name="T1" fmla="*/ 5 h 14"/>
                  <a:gd name="T2" fmla="*/ 1 w 21"/>
                  <a:gd name="T3" fmla="*/ 2 h 14"/>
                  <a:gd name="T4" fmla="*/ 0 w 21"/>
                  <a:gd name="T5" fmla="*/ 0 h 14"/>
                  <a:gd name="T6" fmla="*/ 2 w 21"/>
                  <a:gd name="T7" fmla="*/ 0 h 14"/>
                  <a:gd name="T8" fmla="*/ 5 w 21"/>
                  <a:gd name="T9" fmla="*/ 2 h 14"/>
                  <a:gd name="T10" fmla="*/ 8 w 21"/>
                  <a:gd name="T11" fmla="*/ 3 h 14"/>
                  <a:gd name="T12" fmla="*/ 12 w 21"/>
                  <a:gd name="T13" fmla="*/ 4 h 14"/>
                  <a:gd name="T14" fmla="*/ 16 w 21"/>
                  <a:gd name="T15" fmla="*/ 5 h 14"/>
                  <a:gd name="T16" fmla="*/ 19 w 21"/>
                  <a:gd name="T17" fmla="*/ 8 h 14"/>
                  <a:gd name="T18" fmla="*/ 21 w 21"/>
                  <a:gd name="T19" fmla="*/ 12 h 14"/>
                  <a:gd name="T20" fmla="*/ 18 w 21"/>
                  <a:gd name="T21" fmla="*/ 13 h 14"/>
                  <a:gd name="T22" fmla="*/ 15 w 21"/>
                  <a:gd name="T23" fmla="*/ 13 h 14"/>
                  <a:gd name="T24" fmla="*/ 13 w 21"/>
                  <a:gd name="T25" fmla="*/ 12 h 14"/>
                  <a:gd name="T26" fmla="*/ 10 w 21"/>
                  <a:gd name="T27" fmla="*/ 10 h 14"/>
                  <a:gd name="T28" fmla="*/ 9 w 21"/>
                  <a:gd name="T29" fmla="*/ 8 h 14"/>
                  <a:gd name="T30" fmla="*/ 6 w 21"/>
                  <a:gd name="T31" fmla="*/ 7 h 14"/>
                  <a:gd name="T32" fmla="*/ 3 w 21"/>
                  <a:gd name="T3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4">
                    <a:moveTo>
                      <a:pt x="3" y="5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9" y="3"/>
                      <a:pt x="11" y="3"/>
                      <a:pt x="12" y="4"/>
                    </a:cubicBezTo>
                    <a:cubicBezTo>
                      <a:pt x="14" y="4"/>
                      <a:pt x="15" y="4"/>
                      <a:pt x="16" y="5"/>
                    </a:cubicBezTo>
                    <a:cubicBezTo>
                      <a:pt x="17" y="6"/>
                      <a:pt x="18" y="7"/>
                      <a:pt x="19" y="8"/>
                    </a:cubicBezTo>
                    <a:cubicBezTo>
                      <a:pt x="20" y="8"/>
                      <a:pt x="21" y="10"/>
                      <a:pt x="21" y="12"/>
                    </a:cubicBezTo>
                    <a:cubicBezTo>
                      <a:pt x="21" y="14"/>
                      <a:pt x="19" y="13"/>
                      <a:pt x="18" y="13"/>
                    </a:cubicBezTo>
                    <a:cubicBezTo>
                      <a:pt x="17" y="13"/>
                      <a:pt x="16" y="13"/>
                      <a:pt x="15" y="13"/>
                    </a:cubicBezTo>
                    <a:cubicBezTo>
                      <a:pt x="14" y="13"/>
                      <a:pt x="13" y="13"/>
                      <a:pt x="13" y="12"/>
                    </a:cubicBezTo>
                    <a:cubicBezTo>
                      <a:pt x="12" y="12"/>
                      <a:pt x="11" y="11"/>
                      <a:pt x="10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8"/>
                      <a:pt x="7" y="8"/>
                      <a:pt x="6" y="7"/>
                    </a:cubicBezTo>
                    <a:cubicBezTo>
                      <a:pt x="5" y="7"/>
                      <a:pt x="4" y="6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3" name="Freeform 3015">
                <a:extLst>
                  <a:ext uri="{FF2B5EF4-FFF2-40B4-BE49-F238E27FC236}">
                    <a16:creationId xmlns:a16="http://schemas.microsoft.com/office/drawing/2014/main" id="{ADC8F212-1D45-FA4E-B37D-5D08FD35D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67"/>
                <a:ext cx="4" cy="4"/>
              </a:xfrm>
              <a:custGeom>
                <a:avLst/>
                <a:gdLst>
                  <a:gd name="T0" fmla="*/ 2 w 10"/>
                  <a:gd name="T1" fmla="*/ 3 h 9"/>
                  <a:gd name="T2" fmla="*/ 3 w 10"/>
                  <a:gd name="T3" fmla="*/ 2 h 9"/>
                  <a:gd name="T4" fmla="*/ 6 w 10"/>
                  <a:gd name="T5" fmla="*/ 0 h 9"/>
                  <a:gd name="T6" fmla="*/ 8 w 10"/>
                  <a:gd name="T7" fmla="*/ 1 h 9"/>
                  <a:gd name="T8" fmla="*/ 10 w 10"/>
                  <a:gd name="T9" fmla="*/ 3 h 9"/>
                  <a:gd name="T10" fmla="*/ 10 w 10"/>
                  <a:gd name="T11" fmla="*/ 6 h 9"/>
                  <a:gd name="T12" fmla="*/ 5 w 10"/>
                  <a:gd name="T13" fmla="*/ 9 h 9"/>
                  <a:gd name="T14" fmla="*/ 1 w 10"/>
                  <a:gd name="T15" fmla="*/ 6 h 9"/>
                  <a:gd name="T16" fmla="*/ 2 w 10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2" y="3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9" y="7"/>
                      <a:pt x="8" y="9"/>
                      <a:pt x="5" y="9"/>
                    </a:cubicBezTo>
                    <a:cubicBezTo>
                      <a:pt x="4" y="9"/>
                      <a:pt x="1" y="8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4" name="Freeform 3016">
                <a:extLst>
                  <a:ext uri="{FF2B5EF4-FFF2-40B4-BE49-F238E27FC236}">
                    <a16:creationId xmlns:a16="http://schemas.microsoft.com/office/drawing/2014/main" id="{F3E65CDA-3620-0544-88D5-7262D76CE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757"/>
                <a:ext cx="19" cy="10"/>
              </a:xfrm>
              <a:custGeom>
                <a:avLst/>
                <a:gdLst>
                  <a:gd name="T0" fmla="*/ 3 w 48"/>
                  <a:gd name="T1" fmla="*/ 19 h 24"/>
                  <a:gd name="T2" fmla="*/ 9 w 48"/>
                  <a:gd name="T3" fmla="*/ 19 h 24"/>
                  <a:gd name="T4" fmla="*/ 13 w 48"/>
                  <a:gd name="T5" fmla="*/ 18 h 24"/>
                  <a:gd name="T6" fmla="*/ 15 w 48"/>
                  <a:gd name="T7" fmla="*/ 15 h 24"/>
                  <a:gd name="T8" fmla="*/ 19 w 48"/>
                  <a:gd name="T9" fmla="*/ 13 h 24"/>
                  <a:gd name="T10" fmla="*/ 21 w 48"/>
                  <a:gd name="T11" fmla="*/ 10 h 24"/>
                  <a:gd name="T12" fmla="*/ 24 w 48"/>
                  <a:gd name="T13" fmla="*/ 9 h 24"/>
                  <a:gd name="T14" fmla="*/ 26 w 48"/>
                  <a:gd name="T15" fmla="*/ 9 h 24"/>
                  <a:gd name="T16" fmla="*/ 33 w 48"/>
                  <a:gd name="T17" fmla="*/ 9 h 24"/>
                  <a:gd name="T18" fmla="*/ 34 w 48"/>
                  <a:gd name="T19" fmla="*/ 5 h 24"/>
                  <a:gd name="T20" fmla="*/ 36 w 48"/>
                  <a:gd name="T21" fmla="*/ 5 h 24"/>
                  <a:gd name="T22" fmla="*/ 38 w 48"/>
                  <a:gd name="T23" fmla="*/ 3 h 24"/>
                  <a:gd name="T24" fmla="*/ 41 w 48"/>
                  <a:gd name="T25" fmla="*/ 1 h 24"/>
                  <a:gd name="T26" fmla="*/ 47 w 48"/>
                  <a:gd name="T27" fmla="*/ 2 h 24"/>
                  <a:gd name="T28" fmla="*/ 46 w 48"/>
                  <a:gd name="T29" fmla="*/ 9 h 24"/>
                  <a:gd name="T30" fmla="*/ 41 w 48"/>
                  <a:gd name="T31" fmla="*/ 12 h 24"/>
                  <a:gd name="T32" fmla="*/ 41 w 48"/>
                  <a:gd name="T33" fmla="*/ 15 h 24"/>
                  <a:gd name="T34" fmla="*/ 38 w 48"/>
                  <a:gd name="T35" fmla="*/ 15 h 24"/>
                  <a:gd name="T36" fmla="*/ 35 w 48"/>
                  <a:gd name="T37" fmla="*/ 19 h 24"/>
                  <a:gd name="T38" fmla="*/ 29 w 48"/>
                  <a:gd name="T39" fmla="*/ 20 h 24"/>
                  <a:gd name="T40" fmla="*/ 28 w 48"/>
                  <a:gd name="T41" fmla="*/ 23 h 24"/>
                  <a:gd name="T42" fmla="*/ 24 w 48"/>
                  <a:gd name="T43" fmla="*/ 24 h 24"/>
                  <a:gd name="T44" fmla="*/ 18 w 48"/>
                  <a:gd name="T45" fmla="*/ 24 h 24"/>
                  <a:gd name="T46" fmla="*/ 12 w 48"/>
                  <a:gd name="T47" fmla="*/ 24 h 24"/>
                  <a:gd name="T48" fmla="*/ 6 w 48"/>
                  <a:gd name="T49" fmla="*/ 23 h 24"/>
                  <a:gd name="T50" fmla="*/ 3 w 48"/>
                  <a:gd name="T51" fmla="*/ 22 h 24"/>
                  <a:gd name="T52" fmla="*/ 0 w 48"/>
                  <a:gd name="T53" fmla="*/ 21 h 24"/>
                  <a:gd name="T54" fmla="*/ 3 w 48"/>
                  <a:gd name="T55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" h="24">
                    <a:moveTo>
                      <a:pt x="3" y="19"/>
                    </a:moveTo>
                    <a:cubicBezTo>
                      <a:pt x="5" y="18"/>
                      <a:pt x="9" y="19"/>
                      <a:pt x="9" y="19"/>
                    </a:cubicBezTo>
                    <a:cubicBezTo>
                      <a:pt x="10" y="19"/>
                      <a:pt x="12" y="18"/>
                      <a:pt x="13" y="18"/>
                    </a:cubicBezTo>
                    <a:cubicBezTo>
                      <a:pt x="14" y="17"/>
                      <a:pt x="14" y="16"/>
                      <a:pt x="15" y="15"/>
                    </a:cubicBezTo>
                    <a:cubicBezTo>
                      <a:pt x="16" y="13"/>
                      <a:pt x="18" y="14"/>
                      <a:pt x="19" y="13"/>
                    </a:cubicBezTo>
                    <a:cubicBezTo>
                      <a:pt x="21" y="13"/>
                      <a:pt x="21" y="11"/>
                      <a:pt x="21" y="10"/>
                    </a:cubicBezTo>
                    <a:cubicBezTo>
                      <a:pt x="22" y="10"/>
                      <a:pt x="23" y="9"/>
                      <a:pt x="24" y="9"/>
                    </a:cubicBezTo>
                    <a:cubicBezTo>
                      <a:pt x="25" y="9"/>
                      <a:pt x="25" y="9"/>
                      <a:pt x="26" y="9"/>
                    </a:cubicBezTo>
                    <a:cubicBezTo>
                      <a:pt x="28" y="9"/>
                      <a:pt x="30" y="9"/>
                      <a:pt x="33" y="9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6" y="5"/>
                    </a:cubicBezTo>
                    <a:cubicBezTo>
                      <a:pt x="37" y="5"/>
                      <a:pt x="38" y="4"/>
                      <a:pt x="38" y="3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3" y="0"/>
                      <a:pt x="46" y="0"/>
                      <a:pt x="47" y="2"/>
                    </a:cubicBezTo>
                    <a:cubicBezTo>
                      <a:pt x="48" y="4"/>
                      <a:pt x="48" y="8"/>
                      <a:pt x="46" y="9"/>
                    </a:cubicBezTo>
                    <a:cubicBezTo>
                      <a:pt x="45" y="10"/>
                      <a:pt x="42" y="10"/>
                      <a:pt x="41" y="12"/>
                    </a:cubicBezTo>
                    <a:cubicBezTo>
                      <a:pt x="41" y="13"/>
                      <a:pt x="41" y="14"/>
                      <a:pt x="41" y="15"/>
                    </a:cubicBezTo>
                    <a:cubicBezTo>
                      <a:pt x="40" y="15"/>
                      <a:pt x="39" y="15"/>
                      <a:pt x="38" y="15"/>
                    </a:cubicBezTo>
                    <a:cubicBezTo>
                      <a:pt x="36" y="16"/>
                      <a:pt x="37" y="18"/>
                      <a:pt x="35" y="19"/>
                    </a:cubicBezTo>
                    <a:cubicBezTo>
                      <a:pt x="33" y="19"/>
                      <a:pt x="30" y="18"/>
                      <a:pt x="29" y="20"/>
                    </a:cubicBezTo>
                    <a:cubicBezTo>
                      <a:pt x="29" y="22"/>
                      <a:pt x="29" y="23"/>
                      <a:pt x="28" y="23"/>
                    </a:cubicBezTo>
                    <a:cubicBezTo>
                      <a:pt x="27" y="24"/>
                      <a:pt x="25" y="24"/>
                      <a:pt x="24" y="24"/>
                    </a:cubicBezTo>
                    <a:cubicBezTo>
                      <a:pt x="22" y="24"/>
                      <a:pt x="20" y="24"/>
                      <a:pt x="18" y="24"/>
                    </a:cubicBezTo>
                    <a:cubicBezTo>
                      <a:pt x="16" y="24"/>
                      <a:pt x="14" y="24"/>
                      <a:pt x="12" y="24"/>
                    </a:cubicBezTo>
                    <a:cubicBezTo>
                      <a:pt x="10" y="24"/>
                      <a:pt x="8" y="23"/>
                      <a:pt x="6" y="23"/>
                    </a:cubicBezTo>
                    <a:cubicBezTo>
                      <a:pt x="5" y="23"/>
                      <a:pt x="4" y="23"/>
                      <a:pt x="3" y="22"/>
                    </a:cubicBezTo>
                    <a:cubicBezTo>
                      <a:pt x="2" y="22"/>
                      <a:pt x="1" y="22"/>
                      <a:pt x="0" y="21"/>
                    </a:cubicBezTo>
                    <a:cubicBezTo>
                      <a:pt x="0" y="20"/>
                      <a:pt x="1" y="19"/>
                      <a:pt x="3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5" name="Freeform 3017">
                <a:extLst>
                  <a:ext uri="{FF2B5EF4-FFF2-40B4-BE49-F238E27FC236}">
                    <a16:creationId xmlns:a16="http://schemas.microsoft.com/office/drawing/2014/main" id="{BAC344BA-E486-D941-BDF1-26909F4A4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746"/>
                <a:ext cx="4" cy="4"/>
              </a:xfrm>
              <a:custGeom>
                <a:avLst/>
                <a:gdLst>
                  <a:gd name="T0" fmla="*/ 1 w 11"/>
                  <a:gd name="T1" fmla="*/ 4 h 11"/>
                  <a:gd name="T2" fmla="*/ 0 w 11"/>
                  <a:gd name="T3" fmla="*/ 2 h 11"/>
                  <a:gd name="T4" fmla="*/ 2 w 11"/>
                  <a:gd name="T5" fmla="*/ 1 h 11"/>
                  <a:gd name="T6" fmla="*/ 5 w 11"/>
                  <a:gd name="T7" fmla="*/ 1 h 11"/>
                  <a:gd name="T8" fmla="*/ 9 w 11"/>
                  <a:gd name="T9" fmla="*/ 0 h 11"/>
                  <a:gd name="T10" fmla="*/ 10 w 11"/>
                  <a:gd name="T11" fmla="*/ 6 h 11"/>
                  <a:gd name="T12" fmla="*/ 10 w 11"/>
                  <a:gd name="T13" fmla="*/ 9 h 11"/>
                  <a:gd name="T14" fmla="*/ 5 w 11"/>
                  <a:gd name="T15" fmla="*/ 8 h 11"/>
                  <a:gd name="T16" fmla="*/ 4 w 11"/>
                  <a:gd name="T17" fmla="*/ 6 h 11"/>
                  <a:gd name="T18" fmla="*/ 3 w 11"/>
                  <a:gd name="T19" fmla="*/ 5 h 11"/>
                  <a:gd name="T20" fmla="*/ 1 w 11"/>
                  <a:gd name="T2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1" y="1"/>
                      <a:pt x="10" y="4"/>
                      <a:pt x="10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5" y="7"/>
                      <a:pt x="5" y="6"/>
                      <a:pt x="4" y="6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6" name="Freeform 3018">
                <a:extLst>
                  <a:ext uri="{FF2B5EF4-FFF2-40B4-BE49-F238E27FC236}">
                    <a16:creationId xmlns:a16="http://schemas.microsoft.com/office/drawing/2014/main" id="{98B4A916-9414-0A47-B88D-69C182881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738"/>
                <a:ext cx="7" cy="8"/>
              </a:xfrm>
              <a:custGeom>
                <a:avLst/>
                <a:gdLst>
                  <a:gd name="T0" fmla="*/ 6 w 17"/>
                  <a:gd name="T1" fmla="*/ 19 h 19"/>
                  <a:gd name="T2" fmla="*/ 5 w 17"/>
                  <a:gd name="T3" fmla="*/ 18 h 19"/>
                  <a:gd name="T4" fmla="*/ 4 w 17"/>
                  <a:gd name="T5" fmla="*/ 17 h 19"/>
                  <a:gd name="T6" fmla="*/ 3 w 17"/>
                  <a:gd name="T7" fmla="*/ 15 h 19"/>
                  <a:gd name="T8" fmla="*/ 1 w 17"/>
                  <a:gd name="T9" fmla="*/ 14 h 19"/>
                  <a:gd name="T10" fmla="*/ 0 w 17"/>
                  <a:gd name="T11" fmla="*/ 12 h 19"/>
                  <a:gd name="T12" fmla="*/ 0 w 17"/>
                  <a:gd name="T13" fmla="*/ 9 h 19"/>
                  <a:gd name="T14" fmla="*/ 0 w 17"/>
                  <a:gd name="T15" fmla="*/ 7 h 19"/>
                  <a:gd name="T16" fmla="*/ 3 w 17"/>
                  <a:gd name="T17" fmla="*/ 6 h 19"/>
                  <a:gd name="T18" fmla="*/ 8 w 17"/>
                  <a:gd name="T19" fmla="*/ 5 h 19"/>
                  <a:gd name="T20" fmla="*/ 9 w 17"/>
                  <a:gd name="T21" fmla="*/ 3 h 19"/>
                  <a:gd name="T22" fmla="*/ 11 w 17"/>
                  <a:gd name="T23" fmla="*/ 1 h 19"/>
                  <a:gd name="T24" fmla="*/ 16 w 17"/>
                  <a:gd name="T25" fmla="*/ 2 h 19"/>
                  <a:gd name="T26" fmla="*/ 17 w 17"/>
                  <a:gd name="T27" fmla="*/ 8 h 19"/>
                  <a:gd name="T28" fmla="*/ 13 w 17"/>
                  <a:gd name="T29" fmla="*/ 11 h 19"/>
                  <a:gd name="T30" fmla="*/ 9 w 17"/>
                  <a:gd name="T31" fmla="*/ 18 h 19"/>
                  <a:gd name="T32" fmla="*/ 6 w 17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9">
                    <a:moveTo>
                      <a:pt x="6" y="19"/>
                    </a:moveTo>
                    <a:cubicBezTo>
                      <a:pt x="6" y="18"/>
                      <a:pt x="6" y="18"/>
                      <a:pt x="5" y="18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3" y="17"/>
                      <a:pt x="4" y="16"/>
                      <a:pt x="3" y="15"/>
                    </a:cubicBezTo>
                    <a:cubicBezTo>
                      <a:pt x="3" y="15"/>
                      <a:pt x="2" y="15"/>
                      <a:pt x="1" y="14"/>
                    </a:cubicBezTo>
                    <a:cubicBezTo>
                      <a:pt x="1" y="13"/>
                      <a:pt x="0" y="12"/>
                      <a:pt x="0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8" y="7"/>
                      <a:pt x="8" y="5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2"/>
                      <a:pt x="10" y="1"/>
                      <a:pt x="11" y="1"/>
                    </a:cubicBezTo>
                    <a:cubicBezTo>
                      <a:pt x="12" y="0"/>
                      <a:pt x="15" y="1"/>
                      <a:pt x="16" y="2"/>
                    </a:cubicBezTo>
                    <a:cubicBezTo>
                      <a:pt x="17" y="4"/>
                      <a:pt x="17" y="6"/>
                      <a:pt x="17" y="8"/>
                    </a:cubicBezTo>
                    <a:cubicBezTo>
                      <a:pt x="16" y="10"/>
                      <a:pt x="14" y="10"/>
                      <a:pt x="13" y="11"/>
                    </a:cubicBezTo>
                    <a:cubicBezTo>
                      <a:pt x="12" y="14"/>
                      <a:pt x="13" y="18"/>
                      <a:pt x="9" y="18"/>
                    </a:cubicBezTo>
                    <a:cubicBezTo>
                      <a:pt x="8" y="19"/>
                      <a:pt x="7" y="19"/>
                      <a:pt x="6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7" name="Freeform 3019">
                <a:extLst>
                  <a:ext uri="{FF2B5EF4-FFF2-40B4-BE49-F238E27FC236}">
                    <a16:creationId xmlns:a16="http://schemas.microsoft.com/office/drawing/2014/main" id="{DD6A6071-6990-6E47-8876-98DEB220B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17"/>
                <a:ext cx="9" cy="4"/>
              </a:xfrm>
              <a:custGeom>
                <a:avLst/>
                <a:gdLst>
                  <a:gd name="T0" fmla="*/ 0 w 21"/>
                  <a:gd name="T1" fmla="*/ 2 h 10"/>
                  <a:gd name="T2" fmla="*/ 5 w 21"/>
                  <a:gd name="T3" fmla="*/ 0 h 10"/>
                  <a:gd name="T4" fmla="*/ 11 w 21"/>
                  <a:gd name="T5" fmla="*/ 0 h 10"/>
                  <a:gd name="T6" fmla="*/ 13 w 21"/>
                  <a:gd name="T7" fmla="*/ 0 h 10"/>
                  <a:gd name="T8" fmla="*/ 16 w 21"/>
                  <a:gd name="T9" fmla="*/ 0 h 10"/>
                  <a:gd name="T10" fmla="*/ 20 w 21"/>
                  <a:gd name="T11" fmla="*/ 2 h 10"/>
                  <a:gd name="T12" fmla="*/ 20 w 21"/>
                  <a:gd name="T13" fmla="*/ 5 h 10"/>
                  <a:gd name="T14" fmla="*/ 20 w 21"/>
                  <a:gd name="T15" fmla="*/ 8 h 10"/>
                  <a:gd name="T16" fmla="*/ 19 w 21"/>
                  <a:gd name="T17" fmla="*/ 10 h 10"/>
                  <a:gd name="T18" fmla="*/ 15 w 21"/>
                  <a:gd name="T19" fmla="*/ 9 h 10"/>
                  <a:gd name="T20" fmla="*/ 14 w 21"/>
                  <a:gd name="T21" fmla="*/ 7 h 10"/>
                  <a:gd name="T22" fmla="*/ 10 w 21"/>
                  <a:gd name="T23" fmla="*/ 6 h 10"/>
                  <a:gd name="T24" fmla="*/ 7 w 21"/>
                  <a:gd name="T25" fmla="*/ 6 h 10"/>
                  <a:gd name="T26" fmla="*/ 4 w 21"/>
                  <a:gd name="T27" fmla="*/ 5 h 10"/>
                  <a:gd name="T28" fmla="*/ 3 w 21"/>
                  <a:gd name="T29" fmla="*/ 5 h 10"/>
                  <a:gd name="T30" fmla="*/ 1 w 21"/>
                  <a:gd name="T31" fmla="*/ 4 h 10"/>
                  <a:gd name="T32" fmla="*/ 0 w 21"/>
                  <a:gd name="T3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0">
                    <a:moveTo>
                      <a:pt x="0" y="2"/>
                    </a:moveTo>
                    <a:cubicBezTo>
                      <a:pt x="1" y="1"/>
                      <a:pt x="4" y="0"/>
                      <a:pt x="5" y="0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7" y="0"/>
                      <a:pt x="19" y="1"/>
                      <a:pt x="20" y="2"/>
                    </a:cubicBezTo>
                    <a:cubicBezTo>
                      <a:pt x="20" y="3"/>
                      <a:pt x="20" y="4"/>
                      <a:pt x="20" y="5"/>
                    </a:cubicBezTo>
                    <a:cubicBezTo>
                      <a:pt x="20" y="6"/>
                      <a:pt x="21" y="7"/>
                      <a:pt x="20" y="8"/>
                    </a:cubicBezTo>
                    <a:cubicBezTo>
                      <a:pt x="20" y="9"/>
                      <a:pt x="20" y="10"/>
                      <a:pt x="19" y="10"/>
                    </a:cubicBezTo>
                    <a:cubicBezTo>
                      <a:pt x="17" y="10"/>
                      <a:pt x="16" y="10"/>
                      <a:pt x="15" y="9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3" y="6"/>
                      <a:pt x="11" y="6"/>
                      <a:pt x="10" y="6"/>
                    </a:cubicBezTo>
                    <a:cubicBezTo>
                      <a:pt x="9" y="6"/>
                      <a:pt x="8" y="6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8" name="Freeform 3020">
                <a:extLst>
                  <a:ext uri="{FF2B5EF4-FFF2-40B4-BE49-F238E27FC236}">
                    <a16:creationId xmlns:a16="http://schemas.microsoft.com/office/drawing/2014/main" id="{81F701B0-2C6C-A04B-8BA8-BF9DB31F1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22"/>
                <a:ext cx="12" cy="14"/>
              </a:xfrm>
              <a:custGeom>
                <a:avLst/>
                <a:gdLst>
                  <a:gd name="T0" fmla="*/ 5 w 31"/>
                  <a:gd name="T1" fmla="*/ 18 h 34"/>
                  <a:gd name="T2" fmla="*/ 1 w 31"/>
                  <a:gd name="T3" fmla="*/ 15 h 34"/>
                  <a:gd name="T4" fmla="*/ 0 w 31"/>
                  <a:gd name="T5" fmla="*/ 8 h 34"/>
                  <a:gd name="T6" fmla="*/ 0 w 31"/>
                  <a:gd name="T7" fmla="*/ 8 h 34"/>
                  <a:gd name="T8" fmla="*/ 1 w 31"/>
                  <a:gd name="T9" fmla="*/ 8 h 34"/>
                  <a:gd name="T10" fmla="*/ 1 w 31"/>
                  <a:gd name="T11" fmla="*/ 7 h 34"/>
                  <a:gd name="T12" fmla="*/ 2 w 31"/>
                  <a:gd name="T13" fmla="*/ 6 h 34"/>
                  <a:gd name="T14" fmla="*/ 6 w 31"/>
                  <a:gd name="T15" fmla="*/ 6 h 34"/>
                  <a:gd name="T16" fmla="*/ 8 w 31"/>
                  <a:gd name="T17" fmla="*/ 6 h 34"/>
                  <a:gd name="T18" fmla="*/ 9 w 31"/>
                  <a:gd name="T19" fmla="*/ 4 h 34"/>
                  <a:gd name="T20" fmla="*/ 10 w 31"/>
                  <a:gd name="T21" fmla="*/ 1 h 34"/>
                  <a:gd name="T22" fmla="*/ 16 w 31"/>
                  <a:gd name="T23" fmla="*/ 0 h 34"/>
                  <a:gd name="T24" fmla="*/ 22 w 31"/>
                  <a:gd name="T25" fmla="*/ 1 h 34"/>
                  <a:gd name="T26" fmla="*/ 24 w 31"/>
                  <a:gd name="T27" fmla="*/ 4 h 34"/>
                  <a:gd name="T28" fmla="*/ 29 w 31"/>
                  <a:gd name="T29" fmla="*/ 7 h 34"/>
                  <a:gd name="T30" fmla="*/ 30 w 31"/>
                  <a:gd name="T31" fmla="*/ 10 h 34"/>
                  <a:gd name="T32" fmla="*/ 29 w 31"/>
                  <a:gd name="T33" fmla="*/ 14 h 34"/>
                  <a:gd name="T34" fmla="*/ 29 w 31"/>
                  <a:gd name="T35" fmla="*/ 19 h 34"/>
                  <a:gd name="T36" fmla="*/ 27 w 31"/>
                  <a:gd name="T37" fmla="*/ 22 h 34"/>
                  <a:gd name="T38" fmla="*/ 25 w 31"/>
                  <a:gd name="T39" fmla="*/ 26 h 34"/>
                  <a:gd name="T40" fmla="*/ 22 w 31"/>
                  <a:gd name="T41" fmla="*/ 29 h 34"/>
                  <a:gd name="T42" fmla="*/ 19 w 31"/>
                  <a:gd name="T43" fmla="*/ 31 h 34"/>
                  <a:gd name="T44" fmla="*/ 15 w 31"/>
                  <a:gd name="T45" fmla="*/ 34 h 34"/>
                  <a:gd name="T46" fmla="*/ 11 w 31"/>
                  <a:gd name="T47" fmla="*/ 33 h 34"/>
                  <a:gd name="T48" fmla="*/ 9 w 31"/>
                  <a:gd name="T49" fmla="*/ 29 h 34"/>
                  <a:gd name="T50" fmla="*/ 9 w 31"/>
                  <a:gd name="T51" fmla="*/ 28 h 34"/>
                  <a:gd name="T52" fmla="*/ 6 w 31"/>
                  <a:gd name="T53" fmla="*/ 26 h 34"/>
                  <a:gd name="T54" fmla="*/ 5 w 31"/>
                  <a:gd name="T55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34">
                    <a:moveTo>
                      <a:pt x="5" y="18"/>
                    </a:moveTo>
                    <a:cubicBezTo>
                      <a:pt x="4" y="17"/>
                      <a:pt x="2" y="16"/>
                      <a:pt x="1" y="15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3" y="6"/>
                      <a:pt x="4" y="6"/>
                      <a:pt x="6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10" y="1"/>
                    </a:cubicBezTo>
                    <a:cubicBezTo>
                      <a:pt x="12" y="0"/>
                      <a:pt x="15" y="0"/>
                      <a:pt x="16" y="0"/>
                    </a:cubicBezTo>
                    <a:cubicBezTo>
                      <a:pt x="18" y="0"/>
                      <a:pt x="21" y="0"/>
                      <a:pt x="22" y="1"/>
                    </a:cubicBezTo>
                    <a:cubicBezTo>
                      <a:pt x="23" y="2"/>
                      <a:pt x="24" y="3"/>
                      <a:pt x="24" y="4"/>
                    </a:cubicBezTo>
                    <a:cubicBezTo>
                      <a:pt x="25" y="6"/>
                      <a:pt x="27" y="6"/>
                      <a:pt x="29" y="7"/>
                    </a:cubicBezTo>
                    <a:cubicBezTo>
                      <a:pt x="30" y="8"/>
                      <a:pt x="31" y="8"/>
                      <a:pt x="30" y="10"/>
                    </a:cubicBezTo>
                    <a:cubicBezTo>
                      <a:pt x="30" y="11"/>
                      <a:pt x="29" y="12"/>
                      <a:pt x="29" y="14"/>
                    </a:cubicBezTo>
                    <a:cubicBezTo>
                      <a:pt x="28" y="15"/>
                      <a:pt x="29" y="17"/>
                      <a:pt x="29" y="19"/>
                    </a:cubicBezTo>
                    <a:cubicBezTo>
                      <a:pt x="29" y="21"/>
                      <a:pt x="28" y="22"/>
                      <a:pt x="27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4" y="27"/>
                      <a:pt x="24" y="29"/>
                      <a:pt x="22" y="29"/>
                    </a:cubicBezTo>
                    <a:cubicBezTo>
                      <a:pt x="21" y="30"/>
                      <a:pt x="20" y="30"/>
                      <a:pt x="19" y="31"/>
                    </a:cubicBezTo>
                    <a:cubicBezTo>
                      <a:pt x="18" y="32"/>
                      <a:pt x="17" y="33"/>
                      <a:pt x="15" y="34"/>
                    </a:cubicBezTo>
                    <a:cubicBezTo>
                      <a:pt x="14" y="34"/>
                      <a:pt x="12" y="34"/>
                      <a:pt x="11" y="33"/>
                    </a:cubicBezTo>
                    <a:cubicBezTo>
                      <a:pt x="10" y="32"/>
                      <a:pt x="10" y="30"/>
                      <a:pt x="9" y="29"/>
                    </a:cubicBezTo>
                    <a:cubicBezTo>
                      <a:pt x="9" y="29"/>
                      <a:pt x="9" y="28"/>
                      <a:pt x="9" y="28"/>
                    </a:cubicBezTo>
                    <a:cubicBezTo>
                      <a:pt x="8" y="27"/>
                      <a:pt x="7" y="26"/>
                      <a:pt x="6" y="26"/>
                    </a:cubicBezTo>
                    <a:cubicBezTo>
                      <a:pt x="4" y="24"/>
                      <a:pt x="7" y="20"/>
                      <a:pt x="5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9" name="Freeform 3021">
                <a:extLst>
                  <a:ext uri="{FF2B5EF4-FFF2-40B4-BE49-F238E27FC236}">
                    <a16:creationId xmlns:a16="http://schemas.microsoft.com/office/drawing/2014/main" id="{5AF2632D-9787-2644-A60D-8DC68312E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701"/>
                <a:ext cx="3" cy="2"/>
              </a:xfrm>
              <a:custGeom>
                <a:avLst/>
                <a:gdLst>
                  <a:gd name="T0" fmla="*/ 2 w 6"/>
                  <a:gd name="T1" fmla="*/ 3 h 4"/>
                  <a:gd name="T2" fmla="*/ 1 w 6"/>
                  <a:gd name="T3" fmla="*/ 0 h 4"/>
                  <a:gd name="T4" fmla="*/ 5 w 6"/>
                  <a:gd name="T5" fmla="*/ 2 h 4"/>
                  <a:gd name="T6" fmla="*/ 4 w 6"/>
                  <a:gd name="T7" fmla="*/ 4 h 4"/>
                  <a:gd name="T8" fmla="*/ 2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2" y="0"/>
                      <a:pt x="5" y="2"/>
                      <a:pt x="5" y="2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0" name="Freeform 3022">
                <a:extLst>
                  <a:ext uri="{FF2B5EF4-FFF2-40B4-BE49-F238E27FC236}">
                    <a16:creationId xmlns:a16="http://schemas.microsoft.com/office/drawing/2014/main" id="{CCB03A8B-464D-574E-83A4-EBAFED958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675"/>
                <a:ext cx="5" cy="6"/>
              </a:xfrm>
              <a:custGeom>
                <a:avLst/>
                <a:gdLst>
                  <a:gd name="T0" fmla="*/ 8 w 11"/>
                  <a:gd name="T1" fmla="*/ 8 h 15"/>
                  <a:gd name="T2" fmla="*/ 9 w 11"/>
                  <a:gd name="T3" fmla="*/ 6 h 15"/>
                  <a:gd name="T4" fmla="*/ 11 w 11"/>
                  <a:gd name="T5" fmla="*/ 4 h 15"/>
                  <a:gd name="T6" fmla="*/ 11 w 11"/>
                  <a:gd name="T7" fmla="*/ 1 h 15"/>
                  <a:gd name="T8" fmla="*/ 9 w 11"/>
                  <a:gd name="T9" fmla="*/ 0 h 15"/>
                  <a:gd name="T10" fmla="*/ 6 w 11"/>
                  <a:gd name="T11" fmla="*/ 2 h 15"/>
                  <a:gd name="T12" fmla="*/ 4 w 11"/>
                  <a:gd name="T13" fmla="*/ 5 h 15"/>
                  <a:gd name="T14" fmla="*/ 4 w 11"/>
                  <a:gd name="T15" fmla="*/ 8 h 15"/>
                  <a:gd name="T16" fmla="*/ 1 w 11"/>
                  <a:gd name="T17" fmla="*/ 11 h 15"/>
                  <a:gd name="T18" fmla="*/ 1 w 11"/>
                  <a:gd name="T19" fmla="*/ 15 h 15"/>
                  <a:gd name="T20" fmla="*/ 3 w 11"/>
                  <a:gd name="T21" fmla="*/ 15 h 15"/>
                  <a:gd name="T22" fmla="*/ 4 w 11"/>
                  <a:gd name="T23" fmla="*/ 14 h 15"/>
                  <a:gd name="T24" fmla="*/ 5 w 11"/>
                  <a:gd name="T25" fmla="*/ 13 h 15"/>
                  <a:gd name="T26" fmla="*/ 6 w 11"/>
                  <a:gd name="T27" fmla="*/ 11 h 15"/>
                  <a:gd name="T28" fmla="*/ 8 w 11"/>
                  <a:gd name="T2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5">
                    <a:moveTo>
                      <a:pt x="8" y="8"/>
                    </a:moveTo>
                    <a:cubicBezTo>
                      <a:pt x="8" y="7"/>
                      <a:pt x="8" y="7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5" y="8"/>
                      <a:pt x="4" y="8"/>
                    </a:cubicBezTo>
                    <a:cubicBezTo>
                      <a:pt x="3" y="9"/>
                      <a:pt x="1" y="10"/>
                      <a:pt x="1" y="11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2"/>
                      <a:pt x="6" y="12"/>
                      <a:pt x="6" y="11"/>
                    </a:cubicBezTo>
                    <a:cubicBezTo>
                      <a:pt x="7" y="10"/>
                      <a:pt x="7" y="9"/>
                      <a:pt x="8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1" name="Freeform 3023">
                <a:extLst>
                  <a:ext uri="{FF2B5EF4-FFF2-40B4-BE49-F238E27FC236}">
                    <a16:creationId xmlns:a16="http://schemas.microsoft.com/office/drawing/2014/main" id="{53351A3E-F9CA-C848-BFA5-81753D95A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686"/>
                <a:ext cx="7" cy="14"/>
              </a:xfrm>
              <a:custGeom>
                <a:avLst/>
                <a:gdLst>
                  <a:gd name="T0" fmla="*/ 15 w 17"/>
                  <a:gd name="T1" fmla="*/ 0 h 33"/>
                  <a:gd name="T2" fmla="*/ 17 w 17"/>
                  <a:gd name="T3" fmla="*/ 3 h 33"/>
                  <a:gd name="T4" fmla="*/ 16 w 17"/>
                  <a:gd name="T5" fmla="*/ 5 h 33"/>
                  <a:gd name="T6" fmla="*/ 15 w 17"/>
                  <a:gd name="T7" fmla="*/ 6 h 33"/>
                  <a:gd name="T8" fmla="*/ 13 w 17"/>
                  <a:gd name="T9" fmla="*/ 11 h 33"/>
                  <a:gd name="T10" fmla="*/ 13 w 17"/>
                  <a:gd name="T11" fmla="*/ 19 h 33"/>
                  <a:gd name="T12" fmla="*/ 13 w 17"/>
                  <a:gd name="T13" fmla="*/ 26 h 33"/>
                  <a:gd name="T14" fmla="*/ 8 w 17"/>
                  <a:gd name="T15" fmla="*/ 32 h 33"/>
                  <a:gd name="T16" fmla="*/ 1 w 17"/>
                  <a:gd name="T17" fmla="*/ 30 h 33"/>
                  <a:gd name="T18" fmla="*/ 0 w 17"/>
                  <a:gd name="T19" fmla="*/ 24 h 33"/>
                  <a:gd name="T20" fmla="*/ 1 w 17"/>
                  <a:gd name="T21" fmla="*/ 19 h 33"/>
                  <a:gd name="T22" fmla="*/ 3 w 17"/>
                  <a:gd name="T23" fmla="*/ 17 h 33"/>
                  <a:gd name="T24" fmla="*/ 4 w 17"/>
                  <a:gd name="T25" fmla="*/ 9 h 33"/>
                  <a:gd name="T26" fmla="*/ 5 w 17"/>
                  <a:gd name="T27" fmla="*/ 4 h 33"/>
                  <a:gd name="T28" fmla="*/ 7 w 17"/>
                  <a:gd name="T29" fmla="*/ 1 h 33"/>
                  <a:gd name="T30" fmla="*/ 9 w 17"/>
                  <a:gd name="T31" fmla="*/ 1 h 33"/>
                  <a:gd name="T32" fmla="*/ 12 w 17"/>
                  <a:gd name="T33" fmla="*/ 0 h 33"/>
                  <a:gd name="T34" fmla="*/ 14 w 17"/>
                  <a:gd name="T35" fmla="*/ 0 h 33"/>
                  <a:gd name="T36" fmla="*/ 15 w 17"/>
                  <a:gd name="T3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33">
                    <a:moveTo>
                      <a:pt x="15" y="0"/>
                    </a:moveTo>
                    <a:cubicBezTo>
                      <a:pt x="16" y="0"/>
                      <a:pt x="16" y="2"/>
                      <a:pt x="17" y="3"/>
                    </a:cubicBezTo>
                    <a:cubicBezTo>
                      <a:pt x="17" y="4"/>
                      <a:pt x="17" y="4"/>
                      <a:pt x="16" y="5"/>
                    </a:cubicBezTo>
                    <a:cubicBezTo>
                      <a:pt x="16" y="5"/>
                      <a:pt x="16" y="5"/>
                      <a:pt x="15" y="6"/>
                    </a:cubicBezTo>
                    <a:cubicBezTo>
                      <a:pt x="14" y="7"/>
                      <a:pt x="13" y="9"/>
                      <a:pt x="13" y="11"/>
                    </a:cubicBezTo>
                    <a:cubicBezTo>
                      <a:pt x="13" y="14"/>
                      <a:pt x="13" y="16"/>
                      <a:pt x="13" y="19"/>
                    </a:cubicBezTo>
                    <a:cubicBezTo>
                      <a:pt x="13" y="21"/>
                      <a:pt x="14" y="24"/>
                      <a:pt x="13" y="26"/>
                    </a:cubicBezTo>
                    <a:cubicBezTo>
                      <a:pt x="13" y="30"/>
                      <a:pt x="10" y="31"/>
                      <a:pt x="8" y="32"/>
                    </a:cubicBezTo>
                    <a:cubicBezTo>
                      <a:pt x="5" y="33"/>
                      <a:pt x="2" y="33"/>
                      <a:pt x="1" y="30"/>
                    </a:cubicBezTo>
                    <a:cubicBezTo>
                      <a:pt x="0" y="28"/>
                      <a:pt x="0" y="26"/>
                      <a:pt x="0" y="24"/>
                    </a:cubicBezTo>
                    <a:cubicBezTo>
                      <a:pt x="0" y="23"/>
                      <a:pt x="0" y="21"/>
                      <a:pt x="1" y="19"/>
                    </a:cubicBezTo>
                    <a:cubicBezTo>
                      <a:pt x="1" y="18"/>
                      <a:pt x="3" y="18"/>
                      <a:pt x="3" y="17"/>
                    </a:cubicBezTo>
                    <a:cubicBezTo>
                      <a:pt x="4" y="14"/>
                      <a:pt x="4" y="11"/>
                      <a:pt x="4" y="9"/>
                    </a:cubicBezTo>
                    <a:cubicBezTo>
                      <a:pt x="4" y="7"/>
                      <a:pt x="4" y="5"/>
                      <a:pt x="5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1"/>
                      <a:pt x="11" y="1"/>
                      <a:pt x="12" y="0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2" name="Freeform 3024">
                <a:extLst>
                  <a:ext uri="{FF2B5EF4-FFF2-40B4-BE49-F238E27FC236}">
                    <a16:creationId xmlns:a16="http://schemas.microsoft.com/office/drawing/2014/main" id="{7E2B3CBE-6839-224F-B21A-33F6D4237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683"/>
                <a:ext cx="2" cy="3"/>
              </a:xfrm>
              <a:custGeom>
                <a:avLst/>
                <a:gdLst>
                  <a:gd name="T0" fmla="*/ 2 w 5"/>
                  <a:gd name="T1" fmla="*/ 8 h 8"/>
                  <a:gd name="T2" fmla="*/ 0 w 5"/>
                  <a:gd name="T3" fmla="*/ 4 h 8"/>
                  <a:gd name="T4" fmla="*/ 1 w 5"/>
                  <a:gd name="T5" fmla="*/ 2 h 8"/>
                  <a:gd name="T6" fmla="*/ 1 w 5"/>
                  <a:gd name="T7" fmla="*/ 0 h 8"/>
                  <a:gd name="T8" fmla="*/ 4 w 5"/>
                  <a:gd name="T9" fmla="*/ 0 h 8"/>
                  <a:gd name="T10" fmla="*/ 5 w 5"/>
                  <a:gd name="T11" fmla="*/ 3 h 8"/>
                  <a:gd name="T12" fmla="*/ 3 w 5"/>
                  <a:gd name="T13" fmla="*/ 8 h 8"/>
                  <a:gd name="T14" fmla="*/ 2 w 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1" y="7"/>
                      <a:pt x="0" y="5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5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3" name="Freeform 3025">
                <a:extLst>
                  <a:ext uri="{FF2B5EF4-FFF2-40B4-BE49-F238E27FC236}">
                    <a16:creationId xmlns:a16="http://schemas.microsoft.com/office/drawing/2014/main" id="{52C54787-6FCF-5E4A-8B7E-E84BE0BE2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702"/>
                <a:ext cx="6" cy="5"/>
              </a:xfrm>
              <a:custGeom>
                <a:avLst/>
                <a:gdLst>
                  <a:gd name="T0" fmla="*/ 3 w 14"/>
                  <a:gd name="T1" fmla="*/ 7 h 12"/>
                  <a:gd name="T2" fmla="*/ 0 w 14"/>
                  <a:gd name="T3" fmla="*/ 5 h 12"/>
                  <a:gd name="T4" fmla="*/ 4 w 14"/>
                  <a:gd name="T5" fmla="*/ 0 h 12"/>
                  <a:gd name="T6" fmla="*/ 6 w 14"/>
                  <a:gd name="T7" fmla="*/ 0 h 12"/>
                  <a:gd name="T8" fmla="*/ 9 w 14"/>
                  <a:gd name="T9" fmla="*/ 0 h 12"/>
                  <a:gd name="T10" fmla="*/ 10 w 14"/>
                  <a:gd name="T11" fmla="*/ 2 h 12"/>
                  <a:gd name="T12" fmla="*/ 12 w 14"/>
                  <a:gd name="T13" fmla="*/ 4 h 12"/>
                  <a:gd name="T14" fmla="*/ 14 w 14"/>
                  <a:gd name="T15" fmla="*/ 7 h 12"/>
                  <a:gd name="T16" fmla="*/ 12 w 14"/>
                  <a:gd name="T17" fmla="*/ 11 h 12"/>
                  <a:gd name="T18" fmla="*/ 9 w 14"/>
                  <a:gd name="T19" fmla="*/ 12 h 12"/>
                  <a:gd name="T20" fmla="*/ 6 w 14"/>
                  <a:gd name="T21" fmla="*/ 11 h 12"/>
                  <a:gd name="T22" fmla="*/ 5 w 14"/>
                  <a:gd name="T23" fmla="*/ 10 h 12"/>
                  <a:gd name="T24" fmla="*/ 5 w 14"/>
                  <a:gd name="T25" fmla="*/ 8 h 12"/>
                  <a:gd name="T26" fmla="*/ 3 w 14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3" y="7"/>
                    </a:moveTo>
                    <a:cubicBezTo>
                      <a:pt x="1" y="7"/>
                      <a:pt x="0" y="6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0" y="1"/>
                      <a:pt x="10" y="2"/>
                    </a:cubicBezTo>
                    <a:cubicBezTo>
                      <a:pt x="10" y="4"/>
                      <a:pt x="11" y="4"/>
                      <a:pt x="12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2" y="11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6" y="11"/>
                      <a:pt x="5" y="11"/>
                      <a:pt x="5" y="10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4" y="7"/>
                      <a:pt x="3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4" name="Freeform 3026">
                <a:extLst>
                  <a:ext uri="{FF2B5EF4-FFF2-40B4-BE49-F238E27FC236}">
                    <a16:creationId xmlns:a16="http://schemas.microsoft.com/office/drawing/2014/main" id="{90D605CC-6516-AE40-AA33-ACA67905E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55"/>
                <a:ext cx="58" cy="77"/>
              </a:xfrm>
              <a:custGeom>
                <a:avLst/>
                <a:gdLst>
                  <a:gd name="T0" fmla="*/ 113 w 143"/>
                  <a:gd name="T1" fmla="*/ 137 h 189"/>
                  <a:gd name="T2" fmla="*/ 134 w 143"/>
                  <a:gd name="T3" fmla="*/ 141 h 189"/>
                  <a:gd name="T4" fmla="*/ 136 w 143"/>
                  <a:gd name="T5" fmla="*/ 155 h 189"/>
                  <a:gd name="T6" fmla="*/ 114 w 143"/>
                  <a:gd name="T7" fmla="*/ 161 h 189"/>
                  <a:gd name="T8" fmla="*/ 104 w 143"/>
                  <a:gd name="T9" fmla="*/ 175 h 189"/>
                  <a:gd name="T10" fmla="*/ 93 w 143"/>
                  <a:gd name="T11" fmla="*/ 183 h 189"/>
                  <a:gd name="T12" fmla="*/ 74 w 143"/>
                  <a:gd name="T13" fmla="*/ 189 h 189"/>
                  <a:gd name="T14" fmla="*/ 79 w 143"/>
                  <a:gd name="T15" fmla="*/ 171 h 189"/>
                  <a:gd name="T16" fmla="*/ 94 w 143"/>
                  <a:gd name="T17" fmla="*/ 158 h 189"/>
                  <a:gd name="T18" fmla="*/ 100 w 143"/>
                  <a:gd name="T19" fmla="*/ 153 h 189"/>
                  <a:gd name="T20" fmla="*/ 90 w 143"/>
                  <a:gd name="T21" fmla="*/ 144 h 189"/>
                  <a:gd name="T22" fmla="*/ 81 w 143"/>
                  <a:gd name="T23" fmla="*/ 149 h 189"/>
                  <a:gd name="T24" fmla="*/ 71 w 143"/>
                  <a:gd name="T25" fmla="*/ 150 h 189"/>
                  <a:gd name="T26" fmla="*/ 67 w 143"/>
                  <a:gd name="T27" fmla="*/ 138 h 189"/>
                  <a:gd name="T28" fmla="*/ 59 w 143"/>
                  <a:gd name="T29" fmla="*/ 148 h 189"/>
                  <a:gd name="T30" fmla="*/ 51 w 143"/>
                  <a:gd name="T31" fmla="*/ 144 h 189"/>
                  <a:gd name="T32" fmla="*/ 49 w 143"/>
                  <a:gd name="T33" fmla="*/ 138 h 189"/>
                  <a:gd name="T34" fmla="*/ 49 w 143"/>
                  <a:gd name="T35" fmla="*/ 131 h 189"/>
                  <a:gd name="T36" fmla="*/ 38 w 143"/>
                  <a:gd name="T37" fmla="*/ 123 h 189"/>
                  <a:gd name="T38" fmla="*/ 38 w 143"/>
                  <a:gd name="T39" fmla="*/ 117 h 189"/>
                  <a:gd name="T40" fmla="*/ 34 w 143"/>
                  <a:gd name="T41" fmla="*/ 103 h 189"/>
                  <a:gd name="T42" fmla="*/ 42 w 143"/>
                  <a:gd name="T43" fmla="*/ 91 h 189"/>
                  <a:gd name="T44" fmla="*/ 53 w 143"/>
                  <a:gd name="T45" fmla="*/ 103 h 189"/>
                  <a:gd name="T46" fmla="*/ 44 w 143"/>
                  <a:gd name="T47" fmla="*/ 86 h 189"/>
                  <a:gd name="T48" fmla="*/ 37 w 143"/>
                  <a:gd name="T49" fmla="*/ 70 h 189"/>
                  <a:gd name="T50" fmla="*/ 34 w 143"/>
                  <a:gd name="T51" fmla="*/ 67 h 189"/>
                  <a:gd name="T52" fmla="*/ 24 w 143"/>
                  <a:gd name="T53" fmla="*/ 76 h 189"/>
                  <a:gd name="T54" fmla="*/ 10 w 143"/>
                  <a:gd name="T55" fmla="*/ 73 h 189"/>
                  <a:gd name="T56" fmla="*/ 1 w 143"/>
                  <a:gd name="T57" fmla="*/ 51 h 189"/>
                  <a:gd name="T58" fmla="*/ 10 w 143"/>
                  <a:gd name="T59" fmla="*/ 32 h 189"/>
                  <a:gd name="T60" fmla="*/ 19 w 143"/>
                  <a:gd name="T61" fmla="*/ 38 h 189"/>
                  <a:gd name="T62" fmla="*/ 26 w 143"/>
                  <a:gd name="T63" fmla="*/ 52 h 189"/>
                  <a:gd name="T64" fmla="*/ 26 w 143"/>
                  <a:gd name="T65" fmla="*/ 46 h 189"/>
                  <a:gd name="T66" fmla="*/ 33 w 143"/>
                  <a:gd name="T67" fmla="*/ 40 h 189"/>
                  <a:gd name="T68" fmla="*/ 33 w 143"/>
                  <a:gd name="T69" fmla="*/ 30 h 189"/>
                  <a:gd name="T70" fmla="*/ 31 w 143"/>
                  <a:gd name="T71" fmla="*/ 20 h 189"/>
                  <a:gd name="T72" fmla="*/ 38 w 143"/>
                  <a:gd name="T73" fmla="*/ 10 h 189"/>
                  <a:gd name="T74" fmla="*/ 42 w 143"/>
                  <a:gd name="T75" fmla="*/ 22 h 189"/>
                  <a:gd name="T76" fmla="*/ 46 w 143"/>
                  <a:gd name="T77" fmla="*/ 33 h 189"/>
                  <a:gd name="T78" fmla="*/ 53 w 143"/>
                  <a:gd name="T79" fmla="*/ 48 h 189"/>
                  <a:gd name="T80" fmla="*/ 60 w 143"/>
                  <a:gd name="T81" fmla="*/ 43 h 189"/>
                  <a:gd name="T82" fmla="*/ 69 w 143"/>
                  <a:gd name="T83" fmla="*/ 56 h 189"/>
                  <a:gd name="T84" fmla="*/ 65 w 143"/>
                  <a:gd name="T85" fmla="*/ 39 h 189"/>
                  <a:gd name="T86" fmla="*/ 67 w 143"/>
                  <a:gd name="T87" fmla="*/ 25 h 189"/>
                  <a:gd name="T88" fmla="*/ 71 w 143"/>
                  <a:gd name="T89" fmla="*/ 10 h 189"/>
                  <a:gd name="T90" fmla="*/ 86 w 143"/>
                  <a:gd name="T91" fmla="*/ 0 h 189"/>
                  <a:gd name="T92" fmla="*/ 96 w 143"/>
                  <a:gd name="T93" fmla="*/ 23 h 189"/>
                  <a:gd name="T94" fmla="*/ 96 w 143"/>
                  <a:gd name="T95" fmla="*/ 52 h 189"/>
                  <a:gd name="T96" fmla="*/ 87 w 143"/>
                  <a:gd name="T97" fmla="*/ 76 h 189"/>
                  <a:gd name="T98" fmla="*/ 87 w 143"/>
                  <a:gd name="T99" fmla="*/ 89 h 189"/>
                  <a:gd name="T100" fmla="*/ 85 w 143"/>
                  <a:gd name="T101" fmla="*/ 100 h 189"/>
                  <a:gd name="T102" fmla="*/ 82 w 143"/>
                  <a:gd name="T103" fmla="*/ 110 h 189"/>
                  <a:gd name="T104" fmla="*/ 90 w 143"/>
                  <a:gd name="T105" fmla="*/ 12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3" h="189">
                    <a:moveTo>
                      <a:pt x="100" y="129"/>
                    </a:moveTo>
                    <a:cubicBezTo>
                      <a:pt x="102" y="129"/>
                      <a:pt x="103" y="129"/>
                      <a:pt x="103" y="131"/>
                    </a:cubicBezTo>
                    <a:cubicBezTo>
                      <a:pt x="103" y="133"/>
                      <a:pt x="103" y="133"/>
                      <a:pt x="105" y="134"/>
                    </a:cubicBezTo>
                    <a:cubicBezTo>
                      <a:pt x="106" y="135"/>
                      <a:pt x="107" y="136"/>
                      <a:pt x="108" y="137"/>
                    </a:cubicBezTo>
                    <a:cubicBezTo>
                      <a:pt x="109" y="138"/>
                      <a:pt x="111" y="137"/>
                      <a:pt x="113" y="137"/>
                    </a:cubicBezTo>
                    <a:cubicBezTo>
                      <a:pt x="115" y="136"/>
                      <a:pt x="117" y="138"/>
                      <a:pt x="120" y="138"/>
                    </a:cubicBezTo>
                    <a:cubicBezTo>
                      <a:pt x="122" y="138"/>
                      <a:pt x="122" y="136"/>
                      <a:pt x="123" y="135"/>
                    </a:cubicBezTo>
                    <a:cubicBezTo>
                      <a:pt x="124" y="134"/>
                      <a:pt x="126" y="134"/>
                      <a:pt x="128" y="134"/>
                    </a:cubicBezTo>
                    <a:cubicBezTo>
                      <a:pt x="130" y="134"/>
                      <a:pt x="132" y="135"/>
                      <a:pt x="132" y="137"/>
                    </a:cubicBezTo>
                    <a:cubicBezTo>
                      <a:pt x="132" y="138"/>
                      <a:pt x="132" y="141"/>
                      <a:pt x="134" y="141"/>
                    </a:cubicBezTo>
                    <a:cubicBezTo>
                      <a:pt x="135" y="142"/>
                      <a:pt x="137" y="141"/>
                      <a:pt x="138" y="142"/>
                    </a:cubicBezTo>
                    <a:cubicBezTo>
                      <a:pt x="139" y="142"/>
                      <a:pt x="141" y="142"/>
                      <a:pt x="142" y="144"/>
                    </a:cubicBezTo>
                    <a:cubicBezTo>
                      <a:pt x="143" y="145"/>
                      <a:pt x="141" y="147"/>
                      <a:pt x="140" y="148"/>
                    </a:cubicBezTo>
                    <a:cubicBezTo>
                      <a:pt x="139" y="149"/>
                      <a:pt x="137" y="149"/>
                      <a:pt x="137" y="150"/>
                    </a:cubicBezTo>
                    <a:cubicBezTo>
                      <a:pt x="137" y="152"/>
                      <a:pt x="137" y="154"/>
                      <a:pt x="136" y="155"/>
                    </a:cubicBezTo>
                    <a:cubicBezTo>
                      <a:pt x="134" y="156"/>
                      <a:pt x="132" y="155"/>
                      <a:pt x="131" y="156"/>
                    </a:cubicBezTo>
                    <a:cubicBezTo>
                      <a:pt x="129" y="157"/>
                      <a:pt x="128" y="159"/>
                      <a:pt x="127" y="160"/>
                    </a:cubicBezTo>
                    <a:cubicBezTo>
                      <a:pt x="126" y="161"/>
                      <a:pt x="124" y="161"/>
                      <a:pt x="122" y="161"/>
                    </a:cubicBezTo>
                    <a:cubicBezTo>
                      <a:pt x="120" y="160"/>
                      <a:pt x="119" y="161"/>
                      <a:pt x="117" y="161"/>
                    </a:cubicBezTo>
                    <a:cubicBezTo>
                      <a:pt x="116" y="161"/>
                      <a:pt x="115" y="160"/>
                      <a:pt x="114" y="161"/>
                    </a:cubicBezTo>
                    <a:cubicBezTo>
                      <a:pt x="113" y="161"/>
                      <a:pt x="113" y="162"/>
                      <a:pt x="113" y="163"/>
                    </a:cubicBezTo>
                    <a:cubicBezTo>
                      <a:pt x="113" y="165"/>
                      <a:pt x="113" y="166"/>
                      <a:pt x="112" y="167"/>
                    </a:cubicBezTo>
                    <a:cubicBezTo>
                      <a:pt x="112" y="168"/>
                      <a:pt x="110" y="169"/>
                      <a:pt x="110" y="170"/>
                    </a:cubicBezTo>
                    <a:cubicBezTo>
                      <a:pt x="109" y="171"/>
                      <a:pt x="110" y="173"/>
                      <a:pt x="108" y="174"/>
                    </a:cubicBezTo>
                    <a:cubicBezTo>
                      <a:pt x="107" y="176"/>
                      <a:pt x="105" y="175"/>
                      <a:pt x="104" y="175"/>
                    </a:cubicBezTo>
                    <a:cubicBezTo>
                      <a:pt x="103" y="175"/>
                      <a:pt x="101" y="175"/>
                      <a:pt x="100" y="176"/>
                    </a:cubicBezTo>
                    <a:cubicBezTo>
                      <a:pt x="99" y="176"/>
                      <a:pt x="99" y="177"/>
                      <a:pt x="99" y="178"/>
                    </a:cubicBezTo>
                    <a:cubicBezTo>
                      <a:pt x="99" y="178"/>
                      <a:pt x="98" y="179"/>
                      <a:pt x="98" y="179"/>
                    </a:cubicBezTo>
                    <a:cubicBezTo>
                      <a:pt x="97" y="180"/>
                      <a:pt x="96" y="179"/>
                      <a:pt x="95" y="180"/>
                    </a:cubicBezTo>
                    <a:cubicBezTo>
                      <a:pt x="94" y="181"/>
                      <a:pt x="94" y="182"/>
                      <a:pt x="93" y="183"/>
                    </a:cubicBezTo>
                    <a:cubicBezTo>
                      <a:pt x="93" y="184"/>
                      <a:pt x="92" y="184"/>
                      <a:pt x="91" y="184"/>
                    </a:cubicBezTo>
                    <a:cubicBezTo>
                      <a:pt x="89" y="185"/>
                      <a:pt x="88" y="186"/>
                      <a:pt x="87" y="187"/>
                    </a:cubicBezTo>
                    <a:cubicBezTo>
                      <a:pt x="86" y="188"/>
                      <a:pt x="84" y="189"/>
                      <a:pt x="83" y="189"/>
                    </a:cubicBezTo>
                    <a:cubicBezTo>
                      <a:pt x="82" y="189"/>
                      <a:pt x="81" y="189"/>
                      <a:pt x="80" y="189"/>
                    </a:cubicBezTo>
                    <a:cubicBezTo>
                      <a:pt x="78" y="189"/>
                      <a:pt x="76" y="189"/>
                      <a:pt x="74" y="189"/>
                    </a:cubicBezTo>
                    <a:cubicBezTo>
                      <a:pt x="73" y="188"/>
                      <a:pt x="73" y="188"/>
                      <a:pt x="72" y="187"/>
                    </a:cubicBezTo>
                    <a:cubicBezTo>
                      <a:pt x="72" y="185"/>
                      <a:pt x="73" y="182"/>
                      <a:pt x="73" y="180"/>
                    </a:cubicBezTo>
                    <a:cubicBezTo>
                      <a:pt x="73" y="178"/>
                      <a:pt x="73" y="177"/>
                      <a:pt x="74" y="176"/>
                    </a:cubicBezTo>
                    <a:cubicBezTo>
                      <a:pt x="75" y="175"/>
                      <a:pt x="76" y="175"/>
                      <a:pt x="77" y="175"/>
                    </a:cubicBezTo>
                    <a:cubicBezTo>
                      <a:pt x="78" y="174"/>
                      <a:pt x="78" y="172"/>
                      <a:pt x="79" y="171"/>
                    </a:cubicBezTo>
                    <a:cubicBezTo>
                      <a:pt x="79" y="169"/>
                      <a:pt x="80" y="168"/>
                      <a:pt x="81" y="167"/>
                    </a:cubicBezTo>
                    <a:cubicBezTo>
                      <a:pt x="83" y="166"/>
                      <a:pt x="83" y="165"/>
                      <a:pt x="84" y="164"/>
                    </a:cubicBezTo>
                    <a:cubicBezTo>
                      <a:pt x="85" y="162"/>
                      <a:pt x="86" y="161"/>
                      <a:pt x="88" y="161"/>
                    </a:cubicBezTo>
                    <a:cubicBezTo>
                      <a:pt x="89" y="161"/>
                      <a:pt x="91" y="161"/>
                      <a:pt x="92" y="160"/>
                    </a:cubicBezTo>
                    <a:cubicBezTo>
                      <a:pt x="93" y="159"/>
                      <a:pt x="93" y="158"/>
                      <a:pt x="94" y="158"/>
                    </a:cubicBezTo>
                    <a:cubicBezTo>
                      <a:pt x="97" y="157"/>
                      <a:pt x="100" y="156"/>
                      <a:pt x="103" y="156"/>
                    </a:cubicBezTo>
                    <a:cubicBezTo>
                      <a:pt x="105" y="157"/>
                      <a:pt x="107" y="157"/>
                      <a:pt x="108" y="154"/>
                    </a:cubicBezTo>
                    <a:cubicBezTo>
                      <a:pt x="108" y="154"/>
                      <a:pt x="108" y="152"/>
                      <a:pt x="107" y="152"/>
                    </a:cubicBezTo>
                    <a:cubicBezTo>
                      <a:pt x="106" y="152"/>
                      <a:pt x="105" y="154"/>
                      <a:pt x="104" y="154"/>
                    </a:cubicBezTo>
                    <a:cubicBezTo>
                      <a:pt x="103" y="155"/>
                      <a:pt x="101" y="154"/>
                      <a:pt x="100" y="153"/>
                    </a:cubicBezTo>
                    <a:cubicBezTo>
                      <a:pt x="98" y="152"/>
                      <a:pt x="97" y="152"/>
                      <a:pt x="95" y="152"/>
                    </a:cubicBezTo>
                    <a:cubicBezTo>
                      <a:pt x="94" y="152"/>
                      <a:pt x="93" y="152"/>
                      <a:pt x="91" y="152"/>
                    </a:cubicBezTo>
                    <a:cubicBezTo>
                      <a:pt x="90" y="152"/>
                      <a:pt x="89" y="152"/>
                      <a:pt x="88" y="151"/>
                    </a:cubicBezTo>
                    <a:cubicBezTo>
                      <a:pt x="87" y="150"/>
                      <a:pt x="88" y="149"/>
                      <a:pt x="88" y="148"/>
                    </a:cubicBezTo>
                    <a:cubicBezTo>
                      <a:pt x="89" y="147"/>
                      <a:pt x="90" y="146"/>
                      <a:pt x="90" y="144"/>
                    </a:cubicBezTo>
                    <a:cubicBezTo>
                      <a:pt x="90" y="142"/>
                      <a:pt x="90" y="139"/>
                      <a:pt x="89" y="138"/>
                    </a:cubicBezTo>
                    <a:cubicBezTo>
                      <a:pt x="88" y="136"/>
                      <a:pt x="87" y="138"/>
                      <a:pt x="86" y="139"/>
                    </a:cubicBezTo>
                    <a:cubicBezTo>
                      <a:pt x="86" y="141"/>
                      <a:pt x="86" y="142"/>
                      <a:pt x="86" y="144"/>
                    </a:cubicBezTo>
                    <a:cubicBezTo>
                      <a:pt x="86" y="146"/>
                      <a:pt x="85" y="147"/>
                      <a:pt x="84" y="147"/>
                    </a:cubicBezTo>
                    <a:cubicBezTo>
                      <a:pt x="83" y="148"/>
                      <a:pt x="81" y="148"/>
                      <a:pt x="81" y="149"/>
                    </a:cubicBezTo>
                    <a:cubicBezTo>
                      <a:pt x="80" y="150"/>
                      <a:pt x="81" y="151"/>
                      <a:pt x="80" y="152"/>
                    </a:cubicBezTo>
                    <a:cubicBezTo>
                      <a:pt x="79" y="153"/>
                      <a:pt x="78" y="153"/>
                      <a:pt x="77" y="154"/>
                    </a:cubicBezTo>
                    <a:cubicBezTo>
                      <a:pt x="76" y="155"/>
                      <a:pt x="76" y="156"/>
                      <a:pt x="75" y="157"/>
                    </a:cubicBezTo>
                    <a:cubicBezTo>
                      <a:pt x="73" y="158"/>
                      <a:pt x="69" y="158"/>
                      <a:pt x="69" y="155"/>
                    </a:cubicBezTo>
                    <a:cubicBezTo>
                      <a:pt x="68" y="153"/>
                      <a:pt x="69" y="151"/>
                      <a:pt x="71" y="150"/>
                    </a:cubicBezTo>
                    <a:cubicBezTo>
                      <a:pt x="71" y="150"/>
                      <a:pt x="72" y="149"/>
                      <a:pt x="72" y="149"/>
                    </a:cubicBezTo>
                    <a:cubicBezTo>
                      <a:pt x="73" y="147"/>
                      <a:pt x="73" y="145"/>
                      <a:pt x="73" y="143"/>
                    </a:cubicBezTo>
                    <a:cubicBezTo>
                      <a:pt x="73" y="142"/>
                      <a:pt x="72" y="141"/>
                      <a:pt x="71" y="141"/>
                    </a:cubicBezTo>
                    <a:cubicBezTo>
                      <a:pt x="70" y="140"/>
                      <a:pt x="67" y="141"/>
                      <a:pt x="68" y="139"/>
                    </a:cubicBezTo>
                    <a:cubicBezTo>
                      <a:pt x="68" y="139"/>
                      <a:pt x="68" y="138"/>
                      <a:pt x="67" y="138"/>
                    </a:cubicBezTo>
                    <a:cubicBezTo>
                      <a:pt x="67" y="138"/>
                      <a:pt x="66" y="138"/>
                      <a:pt x="65" y="139"/>
                    </a:cubicBezTo>
                    <a:cubicBezTo>
                      <a:pt x="65" y="140"/>
                      <a:pt x="65" y="141"/>
                      <a:pt x="65" y="142"/>
                    </a:cubicBezTo>
                    <a:cubicBezTo>
                      <a:pt x="65" y="145"/>
                      <a:pt x="62" y="143"/>
                      <a:pt x="61" y="145"/>
                    </a:cubicBezTo>
                    <a:cubicBezTo>
                      <a:pt x="60" y="145"/>
                      <a:pt x="61" y="146"/>
                      <a:pt x="60" y="147"/>
                    </a:cubicBezTo>
                    <a:cubicBezTo>
                      <a:pt x="60" y="148"/>
                      <a:pt x="60" y="148"/>
                      <a:pt x="59" y="148"/>
                    </a:cubicBezTo>
                    <a:cubicBezTo>
                      <a:pt x="58" y="148"/>
                      <a:pt x="57" y="148"/>
                      <a:pt x="56" y="149"/>
                    </a:cubicBezTo>
                    <a:cubicBezTo>
                      <a:pt x="56" y="149"/>
                      <a:pt x="55" y="150"/>
                      <a:pt x="55" y="150"/>
                    </a:cubicBezTo>
                    <a:cubicBezTo>
                      <a:pt x="54" y="152"/>
                      <a:pt x="52" y="153"/>
                      <a:pt x="50" y="152"/>
                    </a:cubicBezTo>
                    <a:cubicBezTo>
                      <a:pt x="48" y="152"/>
                      <a:pt x="48" y="150"/>
                      <a:pt x="48" y="148"/>
                    </a:cubicBezTo>
                    <a:cubicBezTo>
                      <a:pt x="48" y="146"/>
                      <a:pt x="50" y="145"/>
                      <a:pt x="51" y="144"/>
                    </a:cubicBezTo>
                    <a:cubicBezTo>
                      <a:pt x="53" y="143"/>
                      <a:pt x="53" y="142"/>
                      <a:pt x="54" y="141"/>
                    </a:cubicBezTo>
                    <a:cubicBezTo>
                      <a:pt x="55" y="141"/>
                      <a:pt x="57" y="140"/>
                      <a:pt x="56" y="139"/>
                    </a:cubicBezTo>
                    <a:cubicBezTo>
                      <a:pt x="55" y="139"/>
                      <a:pt x="54" y="139"/>
                      <a:pt x="53" y="139"/>
                    </a:cubicBezTo>
                    <a:cubicBezTo>
                      <a:pt x="53" y="139"/>
                      <a:pt x="52" y="139"/>
                      <a:pt x="51" y="138"/>
                    </a:cubicBezTo>
                    <a:cubicBezTo>
                      <a:pt x="51" y="138"/>
                      <a:pt x="50" y="138"/>
                      <a:pt x="49" y="138"/>
                    </a:cubicBezTo>
                    <a:cubicBezTo>
                      <a:pt x="48" y="138"/>
                      <a:pt x="48" y="139"/>
                      <a:pt x="47" y="140"/>
                    </a:cubicBezTo>
                    <a:cubicBezTo>
                      <a:pt x="47" y="141"/>
                      <a:pt x="46" y="142"/>
                      <a:pt x="44" y="142"/>
                    </a:cubicBezTo>
                    <a:cubicBezTo>
                      <a:pt x="43" y="142"/>
                      <a:pt x="42" y="141"/>
                      <a:pt x="42" y="139"/>
                    </a:cubicBezTo>
                    <a:cubicBezTo>
                      <a:pt x="41" y="136"/>
                      <a:pt x="45" y="136"/>
                      <a:pt x="47" y="135"/>
                    </a:cubicBezTo>
                    <a:cubicBezTo>
                      <a:pt x="48" y="135"/>
                      <a:pt x="49" y="133"/>
                      <a:pt x="49" y="131"/>
                    </a:cubicBezTo>
                    <a:cubicBezTo>
                      <a:pt x="48" y="129"/>
                      <a:pt x="45" y="131"/>
                      <a:pt x="44" y="132"/>
                    </a:cubicBezTo>
                    <a:cubicBezTo>
                      <a:pt x="43" y="133"/>
                      <a:pt x="41" y="134"/>
                      <a:pt x="40" y="133"/>
                    </a:cubicBezTo>
                    <a:cubicBezTo>
                      <a:pt x="39" y="131"/>
                      <a:pt x="38" y="129"/>
                      <a:pt x="39" y="127"/>
                    </a:cubicBezTo>
                    <a:cubicBezTo>
                      <a:pt x="39" y="127"/>
                      <a:pt x="39" y="126"/>
                      <a:pt x="39" y="125"/>
                    </a:cubicBezTo>
                    <a:cubicBezTo>
                      <a:pt x="39" y="125"/>
                      <a:pt x="38" y="124"/>
                      <a:pt x="38" y="123"/>
                    </a:cubicBezTo>
                    <a:cubicBezTo>
                      <a:pt x="38" y="122"/>
                      <a:pt x="41" y="122"/>
                      <a:pt x="42" y="121"/>
                    </a:cubicBezTo>
                    <a:cubicBezTo>
                      <a:pt x="43" y="120"/>
                      <a:pt x="44" y="119"/>
                      <a:pt x="44" y="118"/>
                    </a:cubicBezTo>
                    <a:cubicBezTo>
                      <a:pt x="44" y="117"/>
                      <a:pt x="44" y="115"/>
                      <a:pt x="43" y="115"/>
                    </a:cubicBezTo>
                    <a:cubicBezTo>
                      <a:pt x="42" y="115"/>
                      <a:pt x="41" y="116"/>
                      <a:pt x="41" y="116"/>
                    </a:cubicBezTo>
                    <a:cubicBezTo>
                      <a:pt x="40" y="117"/>
                      <a:pt x="39" y="117"/>
                      <a:pt x="38" y="117"/>
                    </a:cubicBezTo>
                    <a:cubicBezTo>
                      <a:pt x="37" y="117"/>
                      <a:pt x="35" y="117"/>
                      <a:pt x="35" y="116"/>
                    </a:cubicBezTo>
                    <a:cubicBezTo>
                      <a:pt x="34" y="115"/>
                      <a:pt x="34" y="114"/>
                      <a:pt x="34" y="113"/>
                    </a:cubicBezTo>
                    <a:cubicBezTo>
                      <a:pt x="34" y="111"/>
                      <a:pt x="34" y="110"/>
                      <a:pt x="34" y="109"/>
                    </a:cubicBezTo>
                    <a:cubicBezTo>
                      <a:pt x="34" y="108"/>
                      <a:pt x="33" y="107"/>
                      <a:pt x="33" y="106"/>
                    </a:cubicBezTo>
                    <a:cubicBezTo>
                      <a:pt x="33" y="105"/>
                      <a:pt x="34" y="104"/>
                      <a:pt x="34" y="103"/>
                    </a:cubicBezTo>
                    <a:cubicBezTo>
                      <a:pt x="34" y="102"/>
                      <a:pt x="32" y="101"/>
                      <a:pt x="32" y="100"/>
                    </a:cubicBezTo>
                    <a:cubicBezTo>
                      <a:pt x="31" y="99"/>
                      <a:pt x="31" y="98"/>
                      <a:pt x="32" y="97"/>
                    </a:cubicBezTo>
                    <a:cubicBezTo>
                      <a:pt x="33" y="96"/>
                      <a:pt x="34" y="96"/>
                      <a:pt x="35" y="95"/>
                    </a:cubicBezTo>
                    <a:cubicBezTo>
                      <a:pt x="36" y="94"/>
                      <a:pt x="36" y="93"/>
                      <a:pt x="38" y="92"/>
                    </a:cubicBezTo>
                    <a:cubicBezTo>
                      <a:pt x="39" y="92"/>
                      <a:pt x="41" y="91"/>
                      <a:pt x="42" y="91"/>
                    </a:cubicBezTo>
                    <a:cubicBezTo>
                      <a:pt x="43" y="92"/>
                      <a:pt x="44" y="93"/>
                      <a:pt x="44" y="94"/>
                    </a:cubicBezTo>
                    <a:cubicBezTo>
                      <a:pt x="45" y="95"/>
                      <a:pt x="46" y="95"/>
                      <a:pt x="47" y="95"/>
                    </a:cubicBezTo>
                    <a:cubicBezTo>
                      <a:pt x="49" y="96"/>
                      <a:pt x="48" y="99"/>
                      <a:pt x="49" y="100"/>
                    </a:cubicBezTo>
                    <a:cubicBezTo>
                      <a:pt x="49" y="101"/>
                      <a:pt x="48" y="104"/>
                      <a:pt x="50" y="105"/>
                    </a:cubicBezTo>
                    <a:cubicBezTo>
                      <a:pt x="51" y="105"/>
                      <a:pt x="53" y="104"/>
                      <a:pt x="53" y="103"/>
                    </a:cubicBezTo>
                    <a:cubicBezTo>
                      <a:pt x="53" y="101"/>
                      <a:pt x="51" y="100"/>
                      <a:pt x="51" y="99"/>
                    </a:cubicBezTo>
                    <a:cubicBezTo>
                      <a:pt x="50" y="98"/>
                      <a:pt x="50" y="97"/>
                      <a:pt x="50" y="96"/>
                    </a:cubicBezTo>
                    <a:cubicBezTo>
                      <a:pt x="49" y="95"/>
                      <a:pt x="48" y="94"/>
                      <a:pt x="48" y="93"/>
                    </a:cubicBezTo>
                    <a:cubicBezTo>
                      <a:pt x="47" y="92"/>
                      <a:pt x="48" y="91"/>
                      <a:pt x="47" y="90"/>
                    </a:cubicBezTo>
                    <a:cubicBezTo>
                      <a:pt x="47" y="88"/>
                      <a:pt x="45" y="87"/>
                      <a:pt x="44" y="86"/>
                    </a:cubicBezTo>
                    <a:cubicBezTo>
                      <a:pt x="42" y="86"/>
                      <a:pt x="40" y="85"/>
                      <a:pt x="38" y="85"/>
                    </a:cubicBezTo>
                    <a:cubicBezTo>
                      <a:pt x="37" y="84"/>
                      <a:pt x="37" y="83"/>
                      <a:pt x="37" y="81"/>
                    </a:cubicBezTo>
                    <a:cubicBezTo>
                      <a:pt x="37" y="80"/>
                      <a:pt x="37" y="78"/>
                      <a:pt x="37" y="76"/>
                    </a:cubicBezTo>
                    <a:cubicBezTo>
                      <a:pt x="38" y="74"/>
                      <a:pt x="38" y="72"/>
                      <a:pt x="38" y="70"/>
                    </a:cubicBezTo>
                    <a:cubicBezTo>
                      <a:pt x="38" y="69"/>
                      <a:pt x="38" y="69"/>
                      <a:pt x="37" y="70"/>
                    </a:cubicBezTo>
                    <a:cubicBezTo>
                      <a:pt x="36" y="71"/>
                      <a:pt x="37" y="74"/>
                      <a:pt x="35" y="74"/>
                    </a:cubicBezTo>
                    <a:cubicBezTo>
                      <a:pt x="35" y="75"/>
                      <a:pt x="34" y="74"/>
                      <a:pt x="34" y="74"/>
                    </a:cubicBezTo>
                    <a:cubicBezTo>
                      <a:pt x="33" y="74"/>
                      <a:pt x="33" y="73"/>
                      <a:pt x="33" y="72"/>
                    </a:cubicBezTo>
                    <a:cubicBezTo>
                      <a:pt x="33" y="71"/>
                      <a:pt x="33" y="71"/>
                      <a:pt x="33" y="70"/>
                    </a:cubicBezTo>
                    <a:cubicBezTo>
                      <a:pt x="33" y="69"/>
                      <a:pt x="34" y="68"/>
                      <a:pt x="34" y="67"/>
                    </a:cubicBezTo>
                    <a:cubicBezTo>
                      <a:pt x="34" y="66"/>
                      <a:pt x="34" y="66"/>
                      <a:pt x="33" y="66"/>
                    </a:cubicBezTo>
                    <a:cubicBezTo>
                      <a:pt x="32" y="66"/>
                      <a:pt x="30" y="66"/>
                      <a:pt x="30" y="67"/>
                    </a:cubicBezTo>
                    <a:cubicBezTo>
                      <a:pt x="30" y="67"/>
                      <a:pt x="29" y="68"/>
                      <a:pt x="29" y="69"/>
                    </a:cubicBezTo>
                    <a:cubicBezTo>
                      <a:pt x="29" y="70"/>
                      <a:pt x="27" y="71"/>
                      <a:pt x="26" y="72"/>
                    </a:cubicBezTo>
                    <a:cubicBezTo>
                      <a:pt x="24" y="73"/>
                      <a:pt x="24" y="74"/>
                      <a:pt x="24" y="76"/>
                    </a:cubicBezTo>
                    <a:cubicBezTo>
                      <a:pt x="24" y="78"/>
                      <a:pt x="25" y="81"/>
                      <a:pt x="23" y="82"/>
                    </a:cubicBezTo>
                    <a:cubicBezTo>
                      <a:pt x="22" y="83"/>
                      <a:pt x="20" y="81"/>
                      <a:pt x="19" y="81"/>
                    </a:cubicBezTo>
                    <a:cubicBezTo>
                      <a:pt x="18" y="81"/>
                      <a:pt x="17" y="81"/>
                      <a:pt x="16" y="81"/>
                    </a:cubicBezTo>
                    <a:cubicBezTo>
                      <a:pt x="14" y="80"/>
                      <a:pt x="14" y="77"/>
                      <a:pt x="13" y="76"/>
                    </a:cubicBezTo>
                    <a:cubicBezTo>
                      <a:pt x="13" y="74"/>
                      <a:pt x="11" y="73"/>
                      <a:pt x="10" y="73"/>
                    </a:cubicBezTo>
                    <a:cubicBezTo>
                      <a:pt x="8" y="72"/>
                      <a:pt x="7" y="72"/>
                      <a:pt x="6" y="70"/>
                    </a:cubicBezTo>
                    <a:cubicBezTo>
                      <a:pt x="6" y="69"/>
                      <a:pt x="6" y="68"/>
                      <a:pt x="5" y="67"/>
                    </a:cubicBezTo>
                    <a:cubicBezTo>
                      <a:pt x="4" y="66"/>
                      <a:pt x="3" y="65"/>
                      <a:pt x="3" y="64"/>
                    </a:cubicBezTo>
                    <a:cubicBezTo>
                      <a:pt x="3" y="62"/>
                      <a:pt x="4" y="60"/>
                      <a:pt x="5" y="59"/>
                    </a:cubicBezTo>
                    <a:cubicBezTo>
                      <a:pt x="6" y="55"/>
                      <a:pt x="2" y="54"/>
                      <a:pt x="1" y="51"/>
                    </a:cubicBezTo>
                    <a:cubicBezTo>
                      <a:pt x="0" y="49"/>
                      <a:pt x="1" y="46"/>
                      <a:pt x="2" y="45"/>
                    </a:cubicBezTo>
                    <a:cubicBezTo>
                      <a:pt x="4" y="43"/>
                      <a:pt x="6" y="42"/>
                      <a:pt x="8" y="42"/>
                    </a:cubicBezTo>
                    <a:cubicBezTo>
                      <a:pt x="9" y="41"/>
                      <a:pt x="11" y="41"/>
                      <a:pt x="11" y="39"/>
                    </a:cubicBezTo>
                    <a:cubicBezTo>
                      <a:pt x="11" y="38"/>
                      <a:pt x="10" y="37"/>
                      <a:pt x="10" y="36"/>
                    </a:cubicBezTo>
                    <a:cubicBezTo>
                      <a:pt x="10" y="35"/>
                      <a:pt x="10" y="33"/>
                      <a:pt x="10" y="32"/>
                    </a:cubicBezTo>
                    <a:cubicBezTo>
                      <a:pt x="10" y="31"/>
                      <a:pt x="10" y="31"/>
                      <a:pt x="10" y="30"/>
                    </a:cubicBezTo>
                    <a:cubicBezTo>
                      <a:pt x="12" y="28"/>
                      <a:pt x="14" y="30"/>
                      <a:pt x="15" y="32"/>
                    </a:cubicBezTo>
                    <a:cubicBezTo>
                      <a:pt x="15" y="33"/>
                      <a:pt x="15" y="34"/>
                      <a:pt x="15" y="36"/>
                    </a:cubicBezTo>
                    <a:cubicBezTo>
                      <a:pt x="15" y="37"/>
                      <a:pt x="16" y="37"/>
                      <a:pt x="17" y="38"/>
                    </a:cubicBezTo>
                    <a:cubicBezTo>
                      <a:pt x="17" y="38"/>
                      <a:pt x="18" y="38"/>
                      <a:pt x="19" y="38"/>
                    </a:cubicBezTo>
                    <a:cubicBezTo>
                      <a:pt x="20" y="39"/>
                      <a:pt x="20" y="40"/>
                      <a:pt x="20" y="41"/>
                    </a:cubicBezTo>
                    <a:cubicBezTo>
                      <a:pt x="20" y="43"/>
                      <a:pt x="19" y="45"/>
                      <a:pt x="20" y="47"/>
                    </a:cubicBezTo>
                    <a:cubicBezTo>
                      <a:pt x="20" y="48"/>
                      <a:pt x="21" y="51"/>
                      <a:pt x="23" y="51"/>
                    </a:cubicBezTo>
                    <a:cubicBezTo>
                      <a:pt x="23" y="51"/>
                      <a:pt x="24" y="51"/>
                      <a:pt x="24" y="51"/>
                    </a:cubicBezTo>
                    <a:cubicBezTo>
                      <a:pt x="25" y="51"/>
                      <a:pt x="25" y="52"/>
                      <a:pt x="26" y="52"/>
                    </a:cubicBezTo>
                    <a:cubicBezTo>
                      <a:pt x="26" y="53"/>
                      <a:pt x="27" y="57"/>
                      <a:pt x="28" y="57"/>
                    </a:cubicBezTo>
                    <a:cubicBezTo>
                      <a:pt x="29" y="56"/>
                      <a:pt x="29" y="54"/>
                      <a:pt x="29" y="53"/>
                    </a:cubicBezTo>
                    <a:cubicBezTo>
                      <a:pt x="29" y="52"/>
                      <a:pt x="29" y="51"/>
                      <a:pt x="29" y="50"/>
                    </a:cubicBezTo>
                    <a:cubicBezTo>
                      <a:pt x="28" y="49"/>
                      <a:pt x="28" y="49"/>
                      <a:pt x="28" y="48"/>
                    </a:cubicBezTo>
                    <a:cubicBezTo>
                      <a:pt x="27" y="47"/>
                      <a:pt x="26" y="47"/>
                      <a:pt x="26" y="46"/>
                    </a:cubicBezTo>
                    <a:cubicBezTo>
                      <a:pt x="25" y="46"/>
                      <a:pt x="25" y="45"/>
                      <a:pt x="25" y="44"/>
                    </a:cubicBezTo>
                    <a:cubicBezTo>
                      <a:pt x="25" y="43"/>
                      <a:pt x="25" y="42"/>
                      <a:pt x="25" y="41"/>
                    </a:cubicBezTo>
                    <a:cubicBezTo>
                      <a:pt x="25" y="38"/>
                      <a:pt x="26" y="38"/>
                      <a:pt x="28" y="38"/>
                    </a:cubicBezTo>
                    <a:cubicBezTo>
                      <a:pt x="29" y="38"/>
                      <a:pt x="30" y="38"/>
                      <a:pt x="31" y="38"/>
                    </a:cubicBezTo>
                    <a:cubicBezTo>
                      <a:pt x="32" y="38"/>
                      <a:pt x="33" y="39"/>
                      <a:pt x="33" y="40"/>
                    </a:cubicBezTo>
                    <a:cubicBezTo>
                      <a:pt x="34" y="40"/>
                      <a:pt x="35" y="41"/>
                      <a:pt x="36" y="41"/>
                    </a:cubicBezTo>
                    <a:cubicBezTo>
                      <a:pt x="37" y="40"/>
                      <a:pt x="37" y="39"/>
                      <a:pt x="37" y="38"/>
                    </a:cubicBezTo>
                    <a:cubicBezTo>
                      <a:pt x="37" y="36"/>
                      <a:pt x="36" y="35"/>
                      <a:pt x="35" y="34"/>
                    </a:cubicBezTo>
                    <a:cubicBezTo>
                      <a:pt x="34" y="33"/>
                      <a:pt x="33" y="33"/>
                      <a:pt x="33" y="32"/>
                    </a:cubicBezTo>
                    <a:cubicBezTo>
                      <a:pt x="33" y="32"/>
                      <a:pt x="33" y="31"/>
                      <a:pt x="33" y="30"/>
                    </a:cubicBezTo>
                    <a:cubicBezTo>
                      <a:pt x="33" y="29"/>
                      <a:pt x="33" y="28"/>
                      <a:pt x="32" y="27"/>
                    </a:cubicBezTo>
                    <a:cubicBezTo>
                      <a:pt x="32" y="27"/>
                      <a:pt x="31" y="27"/>
                      <a:pt x="30" y="27"/>
                    </a:cubicBezTo>
                    <a:cubicBezTo>
                      <a:pt x="28" y="26"/>
                      <a:pt x="29" y="25"/>
                      <a:pt x="29" y="23"/>
                    </a:cubicBezTo>
                    <a:cubicBezTo>
                      <a:pt x="29" y="23"/>
                      <a:pt x="29" y="21"/>
                      <a:pt x="29" y="21"/>
                    </a:cubicBezTo>
                    <a:cubicBezTo>
                      <a:pt x="30" y="20"/>
                      <a:pt x="31" y="20"/>
                      <a:pt x="31" y="20"/>
                    </a:cubicBezTo>
                    <a:cubicBezTo>
                      <a:pt x="33" y="20"/>
                      <a:pt x="33" y="19"/>
                      <a:pt x="33" y="18"/>
                    </a:cubicBezTo>
                    <a:cubicBezTo>
                      <a:pt x="34" y="17"/>
                      <a:pt x="34" y="16"/>
                      <a:pt x="34" y="14"/>
                    </a:cubicBezTo>
                    <a:cubicBezTo>
                      <a:pt x="34" y="14"/>
                      <a:pt x="34" y="13"/>
                      <a:pt x="35" y="13"/>
                    </a:cubicBezTo>
                    <a:cubicBezTo>
                      <a:pt x="35" y="12"/>
                      <a:pt x="35" y="12"/>
                      <a:pt x="36" y="11"/>
                    </a:cubicBezTo>
                    <a:cubicBezTo>
                      <a:pt x="36" y="11"/>
                      <a:pt x="37" y="10"/>
                      <a:pt x="38" y="10"/>
                    </a:cubicBezTo>
                    <a:cubicBezTo>
                      <a:pt x="38" y="10"/>
                      <a:pt x="39" y="11"/>
                      <a:pt x="39" y="12"/>
                    </a:cubicBezTo>
                    <a:cubicBezTo>
                      <a:pt x="40" y="13"/>
                      <a:pt x="39" y="14"/>
                      <a:pt x="39" y="14"/>
                    </a:cubicBezTo>
                    <a:cubicBezTo>
                      <a:pt x="40" y="15"/>
                      <a:pt x="40" y="16"/>
                      <a:pt x="41" y="16"/>
                    </a:cubicBezTo>
                    <a:cubicBezTo>
                      <a:pt x="42" y="16"/>
                      <a:pt x="42" y="17"/>
                      <a:pt x="42" y="18"/>
                    </a:cubicBezTo>
                    <a:cubicBezTo>
                      <a:pt x="42" y="19"/>
                      <a:pt x="42" y="21"/>
                      <a:pt x="42" y="22"/>
                    </a:cubicBezTo>
                    <a:cubicBezTo>
                      <a:pt x="42" y="23"/>
                      <a:pt x="42" y="25"/>
                      <a:pt x="41" y="26"/>
                    </a:cubicBezTo>
                    <a:cubicBezTo>
                      <a:pt x="41" y="27"/>
                      <a:pt x="41" y="28"/>
                      <a:pt x="41" y="29"/>
                    </a:cubicBezTo>
                    <a:cubicBezTo>
                      <a:pt x="42" y="30"/>
                      <a:pt x="44" y="29"/>
                      <a:pt x="45" y="30"/>
                    </a:cubicBezTo>
                    <a:cubicBezTo>
                      <a:pt x="46" y="30"/>
                      <a:pt x="46" y="31"/>
                      <a:pt x="46" y="32"/>
                    </a:cubicBezTo>
                    <a:cubicBezTo>
                      <a:pt x="46" y="32"/>
                      <a:pt x="46" y="33"/>
                      <a:pt x="46" y="33"/>
                    </a:cubicBezTo>
                    <a:cubicBezTo>
                      <a:pt x="48" y="34"/>
                      <a:pt x="50" y="35"/>
                      <a:pt x="50" y="37"/>
                    </a:cubicBezTo>
                    <a:cubicBezTo>
                      <a:pt x="50" y="39"/>
                      <a:pt x="50" y="42"/>
                      <a:pt x="50" y="44"/>
                    </a:cubicBezTo>
                    <a:cubicBezTo>
                      <a:pt x="50" y="45"/>
                      <a:pt x="50" y="46"/>
                      <a:pt x="51" y="46"/>
                    </a:cubicBezTo>
                    <a:cubicBezTo>
                      <a:pt x="52" y="46"/>
                      <a:pt x="52" y="45"/>
                      <a:pt x="53" y="45"/>
                    </a:cubicBezTo>
                    <a:cubicBezTo>
                      <a:pt x="54" y="47"/>
                      <a:pt x="54" y="47"/>
                      <a:pt x="53" y="48"/>
                    </a:cubicBezTo>
                    <a:cubicBezTo>
                      <a:pt x="52" y="49"/>
                      <a:pt x="52" y="50"/>
                      <a:pt x="53" y="51"/>
                    </a:cubicBezTo>
                    <a:cubicBezTo>
                      <a:pt x="54" y="51"/>
                      <a:pt x="55" y="49"/>
                      <a:pt x="55" y="48"/>
                    </a:cubicBezTo>
                    <a:cubicBezTo>
                      <a:pt x="56" y="47"/>
                      <a:pt x="56" y="47"/>
                      <a:pt x="57" y="46"/>
                    </a:cubicBezTo>
                    <a:cubicBezTo>
                      <a:pt x="57" y="46"/>
                      <a:pt x="58" y="46"/>
                      <a:pt x="59" y="46"/>
                    </a:cubicBezTo>
                    <a:cubicBezTo>
                      <a:pt x="60" y="45"/>
                      <a:pt x="59" y="44"/>
                      <a:pt x="60" y="43"/>
                    </a:cubicBezTo>
                    <a:cubicBezTo>
                      <a:pt x="61" y="42"/>
                      <a:pt x="63" y="44"/>
                      <a:pt x="63" y="45"/>
                    </a:cubicBezTo>
                    <a:cubicBezTo>
                      <a:pt x="64" y="47"/>
                      <a:pt x="63" y="49"/>
                      <a:pt x="63" y="50"/>
                    </a:cubicBezTo>
                    <a:cubicBezTo>
                      <a:pt x="63" y="51"/>
                      <a:pt x="64" y="52"/>
                      <a:pt x="65" y="52"/>
                    </a:cubicBezTo>
                    <a:cubicBezTo>
                      <a:pt x="66" y="53"/>
                      <a:pt x="66" y="54"/>
                      <a:pt x="67" y="55"/>
                    </a:cubicBezTo>
                    <a:cubicBezTo>
                      <a:pt x="67" y="56"/>
                      <a:pt x="67" y="57"/>
                      <a:pt x="69" y="56"/>
                    </a:cubicBezTo>
                    <a:cubicBezTo>
                      <a:pt x="70" y="56"/>
                      <a:pt x="71" y="54"/>
                      <a:pt x="70" y="53"/>
                    </a:cubicBezTo>
                    <a:cubicBezTo>
                      <a:pt x="70" y="52"/>
                      <a:pt x="68" y="51"/>
                      <a:pt x="68" y="50"/>
                    </a:cubicBezTo>
                    <a:cubicBezTo>
                      <a:pt x="67" y="49"/>
                      <a:pt x="67" y="48"/>
                      <a:pt x="66" y="47"/>
                    </a:cubicBezTo>
                    <a:cubicBezTo>
                      <a:pt x="66" y="45"/>
                      <a:pt x="66" y="43"/>
                      <a:pt x="65" y="42"/>
                    </a:cubicBezTo>
                    <a:cubicBezTo>
                      <a:pt x="65" y="40"/>
                      <a:pt x="65" y="40"/>
                      <a:pt x="65" y="39"/>
                    </a:cubicBezTo>
                    <a:cubicBezTo>
                      <a:pt x="66" y="37"/>
                      <a:pt x="66" y="35"/>
                      <a:pt x="66" y="34"/>
                    </a:cubicBezTo>
                    <a:cubicBezTo>
                      <a:pt x="66" y="32"/>
                      <a:pt x="66" y="32"/>
                      <a:pt x="67" y="31"/>
                    </a:cubicBezTo>
                    <a:cubicBezTo>
                      <a:pt x="68" y="30"/>
                      <a:pt x="69" y="30"/>
                      <a:pt x="70" y="29"/>
                    </a:cubicBezTo>
                    <a:cubicBezTo>
                      <a:pt x="71" y="28"/>
                      <a:pt x="71" y="27"/>
                      <a:pt x="70" y="26"/>
                    </a:cubicBezTo>
                    <a:cubicBezTo>
                      <a:pt x="69" y="26"/>
                      <a:pt x="68" y="26"/>
                      <a:pt x="67" y="25"/>
                    </a:cubicBezTo>
                    <a:cubicBezTo>
                      <a:pt x="67" y="24"/>
                      <a:pt x="67" y="23"/>
                      <a:pt x="67" y="22"/>
                    </a:cubicBezTo>
                    <a:cubicBezTo>
                      <a:pt x="67" y="20"/>
                      <a:pt x="67" y="19"/>
                      <a:pt x="67" y="17"/>
                    </a:cubicBezTo>
                    <a:cubicBezTo>
                      <a:pt x="67" y="16"/>
                      <a:pt x="67" y="15"/>
                      <a:pt x="67" y="14"/>
                    </a:cubicBezTo>
                    <a:cubicBezTo>
                      <a:pt x="67" y="13"/>
                      <a:pt x="68" y="13"/>
                      <a:pt x="69" y="12"/>
                    </a:cubicBezTo>
                    <a:cubicBezTo>
                      <a:pt x="70" y="12"/>
                      <a:pt x="70" y="11"/>
                      <a:pt x="71" y="10"/>
                    </a:cubicBezTo>
                    <a:cubicBezTo>
                      <a:pt x="72" y="8"/>
                      <a:pt x="72" y="5"/>
                      <a:pt x="75" y="5"/>
                    </a:cubicBezTo>
                    <a:cubicBezTo>
                      <a:pt x="76" y="5"/>
                      <a:pt x="78" y="5"/>
                      <a:pt x="79" y="5"/>
                    </a:cubicBezTo>
                    <a:cubicBezTo>
                      <a:pt x="80" y="5"/>
                      <a:pt x="81" y="5"/>
                      <a:pt x="82" y="4"/>
                    </a:cubicBezTo>
                    <a:cubicBezTo>
                      <a:pt x="83" y="3"/>
                      <a:pt x="83" y="2"/>
                      <a:pt x="83" y="2"/>
                    </a:cubicBezTo>
                    <a:cubicBezTo>
                      <a:pt x="84" y="1"/>
                      <a:pt x="85" y="0"/>
                      <a:pt x="86" y="0"/>
                    </a:cubicBezTo>
                    <a:cubicBezTo>
                      <a:pt x="89" y="0"/>
                      <a:pt x="91" y="1"/>
                      <a:pt x="91" y="4"/>
                    </a:cubicBezTo>
                    <a:cubicBezTo>
                      <a:pt x="91" y="4"/>
                      <a:pt x="91" y="5"/>
                      <a:pt x="91" y="6"/>
                    </a:cubicBezTo>
                    <a:cubicBezTo>
                      <a:pt x="91" y="7"/>
                      <a:pt x="92" y="7"/>
                      <a:pt x="93" y="8"/>
                    </a:cubicBezTo>
                    <a:cubicBezTo>
                      <a:pt x="96" y="10"/>
                      <a:pt x="95" y="12"/>
                      <a:pt x="95" y="15"/>
                    </a:cubicBezTo>
                    <a:cubicBezTo>
                      <a:pt x="94" y="18"/>
                      <a:pt x="94" y="21"/>
                      <a:pt x="96" y="23"/>
                    </a:cubicBezTo>
                    <a:cubicBezTo>
                      <a:pt x="97" y="24"/>
                      <a:pt x="98" y="24"/>
                      <a:pt x="98" y="24"/>
                    </a:cubicBezTo>
                    <a:cubicBezTo>
                      <a:pt x="99" y="25"/>
                      <a:pt x="100" y="26"/>
                      <a:pt x="100" y="27"/>
                    </a:cubicBezTo>
                    <a:cubicBezTo>
                      <a:pt x="102" y="33"/>
                      <a:pt x="101" y="40"/>
                      <a:pt x="99" y="46"/>
                    </a:cubicBezTo>
                    <a:cubicBezTo>
                      <a:pt x="99" y="47"/>
                      <a:pt x="99" y="49"/>
                      <a:pt x="98" y="50"/>
                    </a:cubicBezTo>
                    <a:cubicBezTo>
                      <a:pt x="97" y="50"/>
                      <a:pt x="97" y="51"/>
                      <a:pt x="96" y="52"/>
                    </a:cubicBezTo>
                    <a:cubicBezTo>
                      <a:pt x="94" y="54"/>
                      <a:pt x="95" y="57"/>
                      <a:pt x="94" y="60"/>
                    </a:cubicBezTo>
                    <a:cubicBezTo>
                      <a:pt x="94" y="61"/>
                      <a:pt x="94" y="63"/>
                      <a:pt x="93" y="64"/>
                    </a:cubicBezTo>
                    <a:cubicBezTo>
                      <a:pt x="93" y="64"/>
                      <a:pt x="92" y="65"/>
                      <a:pt x="92" y="66"/>
                    </a:cubicBezTo>
                    <a:cubicBezTo>
                      <a:pt x="91" y="67"/>
                      <a:pt x="91" y="70"/>
                      <a:pt x="90" y="72"/>
                    </a:cubicBezTo>
                    <a:cubicBezTo>
                      <a:pt x="90" y="73"/>
                      <a:pt x="88" y="74"/>
                      <a:pt x="87" y="76"/>
                    </a:cubicBezTo>
                    <a:cubicBezTo>
                      <a:pt x="86" y="77"/>
                      <a:pt x="86" y="78"/>
                      <a:pt x="84" y="79"/>
                    </a:cubicBezTo>
                    <a:cubicBezTo>
                      <a:pt x="83" y="80"/>
                      <a:pt x="80" y="81"/>
                      <a:pt x="81" y="82"/>
                    </a:cubicBezTo>
                    <a:cubicBezTo>
                      <a:pt x="81" y="82"/>
                      <a:pt x="83" y="82"/>
                      <a:pt x="83" y="83"/>
                    </a:cubicBezTo>
                    <a:cubicBezTo>
                      <a:pt x="85" y="83"/>
                      <a:pt x="87" y="83"/>
                      <a:pt x="87" y="85"/>
                    </a:cubicBezTo>
                    <a:cubicBezTo>
                      <a:pt x="87" y="86"/>
                      <a:pt x="88" y="88"/>
                      <a:pt x="87" y="89"/>
                    </a:cubicBezTo>
                    <a:cubicBezTo>
                      <a:pt x="87" y="89"/>
                      <a:pt x="86" y="89"/>
                      <a:pt x="86" y="89"/>
                    </a:cubicBezTo>
                    <a:cubicBezTo>
                      <a:pt x="86" y="90"/>
                      <a:pt x="85" y="90"/>
                      <a:pt x="85" y="91"/>
                    </a:cubicBezTo>
                    <a:cubicBezTo>
                      <a:pt x="84" y="91"/>
                      <a:pt x="84" y="92"/>
                      <a:pt x="84" y="93"/>
                    </a:cubicBezTo>
                    <a:cubicBezTo>
                      <a:pt x="83" y="94"/>
                      <a:pt x="83" y="96"/>
                      <a:pt x="83" y="98"/>
                    </a:cubicBezTo>
                    <a:cubicBezTo>
                      <a:pt x="83" y="99"/>
                      <a:pt x="84" y="100"/>
                      <a:pt x="85" y="100"/>
                    </a:cubicBezTo>
                    <a:cubicBezTo>
                      <a:pt x="86" y="101"/>
                      <a:pt x="85" y="102"/>
                      <a:pt x="85" y="103"/>
                    </a:cubicBezTo>
                    <a:cubicBezTo>
                      <a:pt x="85" y="105"/>
                      <a:pt x="85" y="106"/>
                      <a:pt x="84" y="106"/>
                    </a:cubicBezTo>
                    <a:cubicBezTo>
                      <a:pt x="83" y="107"/>
                      <a:pt x="82" y="108"/>
                      <a:pt x="81" y="108"/>
                    </a:cubicBezTo>
                    <a:cubicBezTo>
                      <a:pt x="80" y="108"/>
                      <a:pt x="79" y="108"/>
                      <a:pt x="79" y="109"/>
                    </a:cubicBezTo>
                    <a:cubicBezTo>
                      <a:pt x="78" y="111"/>
                      <a:pt x="81" y="110"/>
                      <a:pt x="82" y="110"/>
                    </a:cubicBezTo>
                    <a:cubicBezTo>
                      <a:pt x="83" y="110"/>
                      <a:pt x="84" y="110"/>
                      <a:pt x="85" y="110"/>
                    </a:cubicBezTo>
                    <a:cubicBezTo>
                      <a:pt x="87" y="110"/>
                      <a:pt x="90" y="110"/>
                      <a:pt x="90" y="113"/>
                    </a:cubicBezTo>
                    <a:cubicBezTo>
                      <a:pt x="90" y="115"/>
                      <a:pt x="90" y="118"/>
                      <a:pt x="88" y="119"/>
                    </a:cubicBezTo>
                    <a:cubicBezTo>
                      <a:pt x="87" y="119"/>
                      <a:pt x="84" y="120"/>
                      <a:pt x="85" y="122"/>
                    </a:cubicBezTo>
                    <a:cubicBezTo>
                      <a:pt x="86" y="124"/>
                      <a:pt x="89" y="123"/>
                      <a:pt x="90" y="123"/>
                    </a:cubicBezTo>
                    <a:cubicBezTo>
                      <a:pt x="93" y="123"/>
                      <a:pt x="95" y="124"/>
                      <a:pt x="96" y="126"/>
                    </a:cubicBezTo>
                    <a:cubicBezTo>
                      <a:pt x="97" y="127"/>
                      <a:pt x="98" y="129"/>
                      <a:pt x="100" y="1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5" name="Freeform 3027">
                <a:extLst>
                  <a:ext uri="{FF2B5EF4-FFF2-40B4-BE49-F238E27FC236}">
                    <a16:creationId xmlns:a16="http://schemas.microsoft.com/office/drawing/2014/main" id="{197DCE0E-ADC6-9144-9677-7EC962F1D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653"/>
                <a:ext cx="1" cy="2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4 h 5"/>
                  <a:gd name="T4" fmla="*/ 1 w 3"/>
                  <a:gd name="T5" fmla="*/ 1 h 5"/>
                  <a:gd name="T6" fmla="*/ 3 w 3"/>
                  <a:gd name="T7" fmla="*/ 4 h 5"/>
                  <a:gd name="T8" fmla="*/ 1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3"/>
                      <a:pt x="3" y="4"/>
                    </a:cubicBezTo>
                    <a:cubicBezTo>
                      <a:pt x="3" y="4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6" name="Freeform 3028">
                <a:extLst>
                  <a:ext uri="{FF2B5EF4-FFF2-40B4-BE49-F238E27FC236}">
                    <a16:creationId xmlns:a16="http://schemas.microsoft.com/office/drawing/2014/main" id="{08C9941C-54B1-5049-97DD-D19F07285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48"/>
                <a:ext cx="4" cy="3"/>
              </a:xfrm>
              <a:custGeom>
                <a:avLst/>
                <a:gdLst>
                  <a:gd name="T0" fmla="*/ 1 w 10"/>
                  <a:gd name="T1" fmla="*/ 3 h 8"/>
                  <a:gd name="T2" fmla="*/ 1 w 10"/>
                  <a:gd name="T3" fmla="*/ 0 h 8"/>
                  <a:gd name="T4" fmla="*/ 5 w 10"/>
                  <a:gd name="T5" fmla="*/ 0 h 8"/>
                  <a:gd name="T6" fmla="*/ 7 w 10"/>
                  <a:gd name="T7" fmla="*/ 2 h 8"/>
                  <a:gd name="T8" fmla="*/ 9 w 10"/>
                  <a:gd name="T9" fmla="*/ 4 h 8"/>
                  <a:gd name="T10" fmla="*/ 10 w 10"/>
                  <a:gd name="T11" fmla="*/ 6 h 8"/>
                  <a:gd name="T12" fmla="*/ 6 w 10"/>
                  <a:gd name="T13" fmla="*/ 7 h 8"/>
                  <a:gd name="T14" fmla="*/ 4 w 10"/>
                  <a:gd name="T15" fmla="*/ 5 h 8"/>
                  <a:gd name="T16" fmla="*/ 1 w 10"/>
                  <a:gd name="T1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8" y="2"/>
                      <a:pt x="8" y="3"/>
                      <a:pt x="9" y="4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8"/>
                      <a:pt x="7" y="8"/>
                      <a:pt x="6" y="7"/>
                    </a:cubicBezTo>
                    <a:cubicBezTo>
                      <a:pt x="5" y="7"/>
                      <a:pt x="5" y="6"/>
                      <a:pt x="4" y="5"/>
                    </a:cubicBezTo>
                    <a:cubicBezTo>
                      <a:pt x="2" y="5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7" name="Freeform 3029">
                <a:extLst>
                  <a:ext uri="{FF2B5EF4-FFF2-40B4-BE49-F238E27FC236}">
                    <a16:creationId xmlns:a16="http://schemas.microsoft.com/office/drawing/2014/main" id="{A3493F1D-9C23-8F4B-A75A-57A75DB8E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42"/>
                <a:ext cx="3" cy="2"/>
              </a:xfrm>
              <a:custGeom>
                <a:avLst/>
                <a:gdLst>
                  <a:gd name="T0" fmla="*/ 3 w 6"/>
                  <a:gd name="T1" fmla="*/ 1 h 6"/>
                  <a:gd name="T2" fmla="*/ 6 w 6"/>
                  <a:gd name="T3" fmla="*/ 4 h 6"/>
                  <a:gd name="T4" fmla="*/ 2 w 6"/>
                  <a:gd name="T5" fmla="*/ 6 h 6"/>
                  <a:gd name="T6" fmla="*/ 0 w 6"/>
                  <a:gd name="T7" fmla="*/ 2 h 6"/>
                  <a:gd name="T8" fmla="*/ 3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2"/>
                      <a:pt x="6" y="3"/>
                      <a:pt x="6" y="4"/>
                    </a:cubicBezTo>
                    <a:cubicBezTo>
                      <a:pt x="6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8" name="Freeform 3030">
                <a:extLst>
                  <a:ext uri="{FF2B5EF4-FFF2-40B4-BE49-F238E27FC236}">
                    <a16:creationId xmlns:a16="http://schemas.microsoft.com/office/drawing/2014/main" id="{A24DA3CA-B87E-984C-9A5E-D60431A6D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50"/>
                <a:ext cx="1" cy="2"/>
              </a:xfrm>
              <a:custGeom>
                <a:avLst/>
                <a:gdLst>
                  <a:gd name="T0" fmla="*/ 2 w 2"/>
                  <a:gd name="T1" fmla="*/ 2 h 5"/>
                  <a:gd name="T2" fmla="*/ 0 w 2"/>
                  <a:gd name="T3" fmla="*/ 5 h 5"/>
                  <a:gd name="T4" fmla="*/ 0 w 2"/>
                  <a:gd name="T5" fmla="*/ 3 h 5"/>
                  <a:gd name="T6" fmla="*/ 0 w 2"/>
                  <a:gd name="T7" fmla="*/ 2 h 5"/>
                  <a:gd name="T8" fmla="*/ 2 w 2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2"/>
                    </a:moveTo>
                    <a:cubicBezTo>
                      <a:pt x="2" y="3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9" name="Freeform 3031">
                <a:extLst>
                  <a:ext uri="{FF2B5EF4-FFF2-40B4-BE49-F238E27FC236}">
                    <a16:creationId xmlns:a16="http://schemas.microsoft.com/office/drawing/2014/main" id="{A1A26880-A354-6F4F-A9E1-38CE2B1C5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38"/>
                <a:ext cx="4" cy="3"/>
              </a:xfrm>
              <a:custGeom>
                <a:avLst/>
                <a:gdLst>
                  <a:gd name="T0" fmla="*/ 0 w 10"/>
                  <a:gd name="T1" fmla="*/ 2 h 6"/>
                  <a:gd name="T2" fmla="*/ 0 w 10"/>
                  <a:gd name="T3" fmla="*/ 1 h 6"/>
                  <a:gd name="T4" fmla="*/ 0 w 10"/>
                  <a:gd name="T5" fmla="*/ 0 h 6"/>
                  <a:gd name="T6" fmla="*/ 1 w 10"/>
                  <a:gd name="T7" fmla="*/ 0 h 6"/>
                  <a:gd name="T8" fmla="*/ 5 w 10"/>
                  <a:gd name="T9" fmla="*/ 0 h 6"/>
                  <a:gd name="T10" fmla="*/ 8 w 10"/>
                  <a:gd name="T11" fmla="*/ 0 h 6"/>
                  <a:gd name="T12" fmla="*/ 9 w 10"/>
                  <a:gd name="T13" fmla="*/ 3 h 6"/>
                  <a:gd name="T14" fmla="*/ 6 w 10"/>
                  <a:gd name="T15" fmla="*/ 6 h 6"/>
                  <a:gd name="T16" fmla="*/ 5 w 10"/>
                  <a:gd name="T17" fmla="*/ 6 h 6"/>
                  <a:gd name="T18" fmla="*/ 5 w 10"/>
                  <a:gd name="T19" fmla="*/ 5 h 6"/>
                  <a:gd name="T20" fmla="*/ 3 w 10"/>
                  <a:gd name="T21" fmla="*/ 4 h 6"/>
                  <a:gd name="T22" fmla="*/ 2 w 10"/>
                  <a:gd name="T23" fmla="*/ 4 h 6"/>
                  <a:gd name="T24" fmla="*/ 0 w 10"/>
                  <a:gd name="T2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1"/>
                      <a:pt x="10" y="2"/>
                      <a:pt x="9" y="3"/>
                    </a:cubicBezTo>
                    <a:cubicBezTo>
                      <a:pt x="9" y="5"/>
                      <a:pt x="7" y="5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0" name="Freeform 3032">
                <a:extLst>
                  <a:ext uri="{FF2B5EF4-FFF2-40B4-BE49-F238E27FC236}">
                    <a16:creationId xmlns:a16="http://schemas.microsoft.com/office/drawing/2014/main" id="{BEB774D1-3CB8-A84D-BC2A-E40D458F3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603"/>
                <a:ext cx="3" cy="2"/>
              </a:xfrm>
              <a:custGeom>
                <a:avLst/>
                <a:gdLst>
                  <a:gd name="T0" fmla="*/ 3 w 8"/>
                  <a:gd name="T1" fmla="*/ 5 h 5"/>
                  <a:gd name="T2" fmla="*/ 1 w 8"/>
                  <a:gd name="T3" fmla="*/ 5 h 5"/>
                  <a:gd name="T4" fmla="*/ 1 w 8"/>
                  <a:gd name="T5" fmla="*/ 1 h 5"/>
                  <a:gd name="T6" fmla="*/ 4 w 8"/>
                  <a:gd name="T7" fmla="*/ 0 h 5"/>
                  <a:gd name="T8" fmla="*/ 8 w 8"/>
                  <a:gd name="T9" fmla="*/ 1 h 5"/>
                  <a:gd name="T10" fmla="*/ 5 w 8"/>
                  <a:gd name="T11" fmla="*/ 3 h 5"/>
                  <a:gd name="T12" fmla="*/ 3 w 8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2" y="5"/>
                      <a:pt x="2" y="5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8" y="0"/>
                      <a:pt x="8" y="1"/>
                    </a:cubicBezTo>
                    <a:cubicBezTo>
                      <a:pt x="7" y="2"/>
                      <a:pt x="6" y="3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1" name="Freeform 3033">
                <a:extLst>
                  <a:ext uri="{FF2B5EF4-FFF2-40B4-BE49-F238E27FC236}">
                    <a16:creationId xmlns:a16="http://schemas.microsoft.com/office/drawing/2014/main" id="{90914AC5-D727-1145-A277-AF5C2157C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99"/>
                <a:ext cx="2" cy="1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4 w 4"/>
                  <a:gd name="T7" fmla="*/ 3 h 4"/>
                  <a:gd name="T8" fmla="*/ 2 w 4"/>
                  <a:gd name="T9" fmla="*/ 4 h 4"/>
                  <a:gd name="T10" fmla="*/ 1 w 4"/>
                  <a:gd name="T11" fmla="*/ 3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2" name="Freeform 3034">
                <a:extLst>
                  <a:ext uri="{FF2B5EF4-FFF2-40B4-BE49-F238E27FC236}">
                    <a16:creationId xmlns:a16="http://schemas.microsoft.com/office/drawing/2014/main" id="{6E074CFD-9F77-C844-9C95-8209952D3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604"/>
                <a:ext cx="3" cy="3"/>
              </a:xfrm>
              <a:custGeom>
                <a:avLst/>
                <a:gdLst>
                  <a:gd name="T0" fmla="*/ 4 w 7"/>
                  <a:gd name="T1" fmla="*/ 7 h 7"/>
                  <a:gd name="T2" fmla="*/ 1 w 7"/>
                  <a:gd name="T3" fmla="*/ 6 h 7"/>
                  <a:gd name="T4" fmla="*/ 0 w 7"/>
                  <a:gd name="T5" fmla="*/ 4 h 7"/>
                  <a:gd name="T6" fmla="*/ 2 w 7"/>
                  <a:gd name="T7" fmla="*/ 2 h 7"/>
                  <a:gd name="T8" fmla="*/ 4 w 7"/>
                  <a:gd name="T9" fmla="*/ 0 h 7"/>
                  <a:gd name="T10" fmla="*/ 4 w 7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2" y="3"/>
                      <a:pt x="2" y="2"/>
                    </a:cubicBezTo>
                    <a:cubicBezTo>
                      <a:pt x="3" y="1"/>
                      <a:pt x="2" y="0"/>
                      <a:pt x="4" y="0"/>
                    </a:cubicBezTo>
                    <a:cubicBezTo>
                      <a:pt x="7" y="0"/>
                      <a:pt x="7" y="6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3" name="Freeform 3035">
                <a:extLst>
                  <a:ext uri="{FF2B5EF4-FFF2-40B4-BE49-F238E27FC236}">
                    <a16:creationId xmlns:a16="http://schemas.microsoft.com/office/drawing/2014/main" id="{3B007A80-C4C0-5C43-996E-BAF92E635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21"/>
                <a:ext cx="4" cy="5"/>
              </a:xfrm>
              <a:custGeom>
                <a:avLst/>
                <a:gdLst>
                  <a:gd name="T0" fmla="*/ 1 w 8"/>
                  <a:gd name="T1" fmla="*/ 9 h 14"/>
                  <a:gd name="T2" fmla="*/ 2 w 8"/>
                  <a:gd name="T3" fmla="*/ 4 h 14"/>
                  <a:gd name="T4" fmla="*/ 7 w 8"/>
                  <a:gd name="T5" fmla="*/ 2 h 14"/>
                  <a:gd name="T6" fmla="*/ 8 w 8"/>
                  <a:gd name="T7" fmla="*/ 6 h 14"/>
                  <a:gd name="T8" fmla="*/ 5 w 8"/>
                  <a:gd name="T9" fmla="*/ 9 h 14"/>
                  <a:gd name="T10" fmla="*/ 3 w 8"/>
                  <a:gd name="T11" fmla="*/ 13 h 14"/>
                  <a:gd name="T12" fmla="*/ 1 w 8"/>
                  <a:gd name="T13" fmla="*/ 12 h 14"/>
                  <a:gd name="T14" fmla="*/ 1 w 8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4">
                    <a:moveTo>
                      <a:pt x="1" y="9"/>
                    </a:moveTo>
                    <a:cubicBezTo>
                      <a:pt x="1" y="7"/>
                      <a:pt x="1" y="5"/>
                      <a:pt x="2" y="4"/>
                    </a:cubicBezTo>
                    <a:cubicBezTo>
                      <a:pt x="3" y="2"/>
                      <a:pt x="6" y="0"/>
                      <a:pt x="7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8"/>
                      <a:pt x="6" y="8"/>
                      <a:pt x="5" y="9"/>
                    </a:cubicBezTo>
                    <a:cubicBezTo>
                      <a:pt x="4" y="10"/>
                      <a:pt x="4" y="12"/>
                      <a:pt x="3" y="13"/>
                    </a:cubicBezTo>
                    <a:cubicBezTo>
                      <a:pt x="2" y="14"/>
                      <a:pt x="1" y="13"/>
                      <a:pt x="1" y="12"/>
                    </a:cubicBezTo>
                    <a:cubicBezTo>
                      <a:pt x="0" y="11"/>
                      <a:pt x="1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4" name="Freeform 3036">
                <a:extLst>
                  <a:ext uri="{FF2B5EF4-FFF2-40B4-BE49-F238E27FC236}">
                    <a16:creationId xmlns:a16="http://schemas.microsoft.com/office/drawing/2014/main" id="{47071276-97CB-C845-8276-83F8F05CA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19"/>
                <a:ext cx="4" cy="2"/>
              </a:xfrm>
              <a:custGeom>
                <a:avLst/>
                <a:gdLst>
                  <a:gd name="T0" fmla="*/ 2 w 11"/>
                  <a:gd name="T1" fmla="*/ 5 h 5"/>
                  <a:gd name="T2" fmla="*/ 2 w 11"/>
                  <a:gd name="T3" fmla="*/ 5 h 5"/>
                  <a:gd name="T4" fmla="*/ 0 w 11"/>
                  <a:gd name="T5" fmla="*/ 2 h 5"/>
                  <a:gd name="T6" fmla="*/ 4 w 11"/>
                  <a:gd name="T7" fmla="*/ 0 h 5"/>
                  <a:gd name="T8" fmla="*/ 8 w 11"/>
                  <a:gd name="T9" fmla="*/ 1 h 5"/>
                  <a:gd name="T10" fmla="*/ 10 w 11"/>
                  <a:gd name="T11" fmla="*/ 4 h 5"/>
                  <a:gd name="T12" fmla="*/ 7 w 11"/>
                  <a:gd name="T13" fmla="*/ 5 h 5"/>
                  <a:gd name="T14" fmla="*/ 2 w 11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3" y="0"/>
                      <a:pt x="4" y="0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1"/>
                      <a:pt x="11" y="2"/>
                      <a:pt x="10" y="4"/>
                    </a:cubicBezTo>
                    <a:cubicBezTo>
                      <a:pt x="10" y="5"/>
                      <a:pt x="8" y="5"/>
                      <a:pt x="7" y="5"/>
                    </a:cubicBezTo>
                    <a:cubicBezTo>
                      <a:pt x="6" y="5"/>
                      <a:pt x="3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5" name="Freeform 3037">
                <a:extLst>
                  <a:ext uri="{FF2B5EF4-FFF2-40B4-BE49-F238E27FC236}">
                    <a16:creationId xmlns:a16="http://schemas.microsoft.com/office/drawing/2014/main" id="{3235C5E6-02D4-E844-8927-92B149590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716"/>
                <a:ext cx="2" cy="4"/>
              </a:xfrm>
              <a:custGeom>
                <a:avLst/>
                <a:gdLst>
                  <a:gd name="T0" fmla="*/ 0 w 6"/>
                  <a:gd name="T1" fmla="*/ 5 h 9"/>
                  <a:gd name="T2" fmla="*/ 1 w 6"/>
                  <a:gd name="T3" fmla="*/ 2 h 9"/>
                  <a:gd name="T4" fmla="*/ 3 w 6"/>
                  <a:gd name="T5" fmla="*/ 1 h 9"/>
                  <a:gd name="T6" fmla="*/ 4 w 6"/>
                  <a:gd name="T7" fmla="*/ 3 h 9"/>
                  <a:gd name="T8" fmla="*/ 4 w 6"/>
                  <a:gd name="T9" fmla="*/ 8 h 9"/>
                  <a:gd name="T10" fmla="*/ 0 w 6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5" y="4"/>
                      <a:pt x="6" y="7"/>
                      <a:pt x="4" y="8"/>
                    </a:cubicBezTo>
                    <a:cubicBezTo>
                      <a:pt x="1" y="9"/>
                      <a:pt x="1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6" name="Freeform 3038">
                <a:extLst>
                  <a:ext uri="{FF2B5EF4-FFF2-40B4-BE49-F238E27FC236}">
                    <a16:creationId xmlns:a16="http://schemas.microsoft.com/office/drawing/2014/main" id="{AE062CAF-EE8F-2346-AB5D-81ED18D10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02"/>
                <a:ext cx="13" cy="13"/>
              </a:xfrm>
              <a:custGeom>
                <a:avLst/>
                <a:gdLst>
                  <a:gd name="T0" fmla="*/ 2 w 31"/>
                  <a:gd name="T1" fmla="*/ 32 h 33"/>
                  <a:gd name="T2" fmla="*/ 1 w 31"/>
                  <a:gd name="T3" fmla="*/ 29 h 33"/>
                  <a:gd name="T4" fmla="*/ 3 w 31"/>
                  <a:gd name="T5" fmla="*/ 25 h 33"/>
                  <a:gd name="T6" fmla="*/ 3 w 31"/>
                  <a:gd name="T7" fmla="*/ 20 h 33"/>
                  <a:gd name="T8" fmla="*/ 8 w 31"/>
                  <a:gd name="T9" fmla="*/ 18 h 33"/>
                  <a:gd name="T10" fmla="*/ 12 w 31"/>
                  <a:gd name="T11" fmla="*/ 14 h 33"/>
                  <a:gd name="T12" fmla="*/ 13 w 31"/>
                  <a:gd name="T13" fmla="*/ 8 h 33"/>
                  <a:gd name="T14" fmla="*/ 19 w 31"/>
                  <a:gd name="T15" fmla="*/ 8 h 33"/>
                  <a:gd name="T16" fmla="*/ 25 w 31"/>
                  <a:gd name="T17" fmla="*/ 7 h 33"/>
                  <a:gd name="T18" fmla="*/ 26 w 31"/>
                  <a:gd name="T19" fmla="*/ 2 h 33"/>
                  <a:gd name="T20" fmla="*/ 30 w 31"/>
                  <a:gd name="T21" fmla="*/ 4 h 33"/>
                  <a:gd name="T22" fmla="*/ 27 w 31"/>
                  <a:gd name="T23" fmla="*/ 10 h 33"/>
                  <a:gd name="T24" fmla="*/ 28 w 31"/>
                  <a:gd name="T25" fmla="*/ 15 h 33"/>
                  <a:gd name="T26" fmla="*/ 30 w 31"/>
                  <a:gd name="T27" fmla="*/ 20 h 33"/>
                  <a:gd name="T28" fmla="*/ 28 w 31"/>
                  <a:gd name="T29" fmla="*/ 21 h 33"/>
                  <a:gd name="T30" fmla="*/ 26 w 31"/>
                  <a:gd name="T31" fmla="*/ 21 h 33"/>
                  <a:gd name="T32" fmla="*/ 25 w 31"/>
                  <a:gd name="T33" fmla="*/ 23 h 33"/>
                  <a:gd name="T34" fmla="*/ 21 w 31"/>
                  <a:gd name="T35" fmla="*/ 26 h 33"/>
                  <a:gd name="T36" fmla="*/ 17 w 31"/>
                  <a:gd name="T37" fmla="*/ 27 h 33"/>
                  <a:gd name="T38" fmla="*/ 14 w 31"/>
                  <a:gd name="T39" fmla="*/ 26 h 33"/>
                  <a:gd name="T40" fmla="*/ 9 w 31"/>
                  <a:gd name="T41" fmla="*/ 26 h 33"/>
                  <a:gd name="T42" fmla="*/ 8 w 31"/>
                  <a:gd name="T43" fmla="*/ 28 h 33"/>
                  <a:gd name="T44" fmla="*/ 8 w 31"/>
                  <a:gd name="T45" fmla="*/ 29 h 33"/>
                  <a:gd name="T46" fmla="*/ 6 w 31"/>
                  <a:gd name="T47" fmla="*/ 31 h 33"/>
                  <a:gd name="T48" fmla="*/ 5 w 31"/>
                  <a:gd name="T49" fmla="*/ 32 h 33"/>
                  <a:gd name="T50" fmla="*/ 2 w 31"/>
                  <a:gd name="T51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3">
                    <a:moveTo>
                      <a:pt x="2" y="32"/>
                    </a:moveTo>
                    <a:cubicBezTo>
                      <a:pt x="1" y="31"/>
                      <a:pt x="0" y="30"/>
                      <a:pt x="1" y="29"/>
                    </a:cubicBezTo>
                    <a:cubicBezTo>
                      <a:pt x="3" y="28"/>
                      <a:pt x="4" y="27"/>
                      <a:pt x="3" y="25"/>
                    </a:cubicBezTo>
                    <a:cubicBezTo>
                      <a:pt x="2" y="23"/>
                      <a:pt x="1" y="22"/>
                      <a:pt x="3" y="20"/>
                    </a:cubicBezTo>
                    <a:cubicBezTo>
                      <a:pt x="4" y="19"/>
                      <a:pt x="6" y="18"/>
                      <a:pt x="8" y="18"/>
                    </a:cubicBezTo>
                    <a:cubicBezTo>
                      <a:pt x="10" y="17"/>
                      <a:pt x="11" y="16"/>
                      <a:pt x="12" y="14"/>
                    </a:cubicBezTo>
                    <a:cubicBezTo>
                      <a:pt x="12" y="13"/>
                      <a:pt x="11" y="9"/>
                      <a:pt x="13" y="8"/>
                    </a:cubicBezTo>
                    <a:cubicBezTo>
                      <a:pt x="15" y="7"/>
                      <a:pt x="17" y="8"/>
                      <a:pt x="19" y="8"/>
                    </a:cubicBezTo>
                    <a:cubicBezTo>
                      <a:pt x="21" y="8"/>
                      <a:pt x="23" y="8"/>
                      <a:pt x="25" y="7"/>
                    </a:cubicBezTo>
                    <a:cubicBezTo>
                      <a:pt x="26" y="6"/>
                      <a:pt x="26" y="4"/>
                      <a:pt x="26" y="2"/>
                    </a:cubicBezTo>
                    <a:cubicBezTo>
                      <a:pt x="27" y="0"/>
                      <a:pt x="29" y="2"/>
                      <a:pt x="30" y="4"/>
                    </a:cubicBezTo>
                    <a:cubicBezTo>
                      <a:pt x="30" y="7"/>
                      <a:pt x="28" y="8"/>
                      <a:pt x="27" y="10"/>
                    </a:cubicBezTo>
                    <a:cubicBezTo>
                      <a:pt x="26" y="12"/>
                      <a:pt x="26" y="14"/>
                      <a:pt x="28" y="15"/>
                    </a:cubicBezTo>
                    <a:cubicBezTo>
                      <a:pt x="29" y="17"/>
                      <a:pt x="30" y="18"/>
                      <a:pt x="30" y="20"/>
                    </a:cubicBezTo>
                    <a:cubicBezTo>
                      <a:pt x="31" y="22"/>
                      <a:pt x="30" y="23"/>
                      <a:pt x="28" y="21"/>
                    </a:cubicBezTo>
                    <a:cubicBezTo>
                      <a:pt x="27" y="21"/>
                      <a:pt x="26" y="20"/>
                      <a:pt x="26" y="21"/>
                    </a:cubicBezTo>
                    <a:cubicBezTo>
                      <a:pt x="25" y="21"/>
                      <a:pt x="25" y="23"/>
                      <a:pt x="25" y="23"/>
                    </a:cubicBezTo>
                    <a:cubicBezTo>
                      <a:pt x="25" y="26"/>
                      <a:pt x="24" y="26"/>
                      <a:pt x="21" y="26"/>
                    </a:cubicBezTo>
                    <a:cubicBezTo>
                      <a:pt x="19" y="25"/>
                      <a:pt x="19" y="26"/>
                      <a:pt x="17" y="27"/>
                    </a:cubicBezTo>
                    <a:cubicBezTo>
                      <a:pt x="16" y="28"/>
                      <a:pt x="15" y="27"/>
                      <a:pt x="14" y="26"/>
                    </a:cubicBezTo>
                    <a:cubicBezTo>
                      <a:pt x="12" y="25"/>
                      <a:pt x="10" y="25"/>
                      <a:pt x="9" y="26"/>
                    </a:cubicBezTo>
                    <a:cubicBezTo>
                      <a:pt x="8" y="27"/>
                      <a:pt x="8" y="27"/>
                      <a:pt x="8" y="28"/>
                    </a:cubicBezTo>
                    <a:cubicBezTo>
                      <a:pt x="8" y="29"/>
                      <a:pt x="8" y="28"/>
                      <a:pt x="8" y="29"/>
                    </a:cubicBezTo>
                    <a:cubicBezTo>
                      <a:pt x="7" y="30"/>
                      <a:pt x="7" y="30"/>
                      <a:pt x="6" y="31"/>
                    </a:cubicBezTo>
                    <a:cubicBezTo>
                      <a:pt x="6" y="31"/>
                      <a:pt x="5" y="32"/>
                      <a:pt x="5" y="32"/>
                    </a:cubicBezTo>
                    <a:cubicBezTo>
                      <a:pt x="4" y="33"/>
                      <a:pt x="3" y="33"/>
                      <a:pt x="2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7" name="Freeform 3039">
                <a:extLst>
                  <a:ext uri="{FF2B5EF4-FFF2-40B4-BE49-F238E27FC236}">
                    <a16:creationId xmlns:a16="http://schemas.microsoft.com/office/drawing/2014/main" id="{7081D74D-8A88-7841-A802-C1BD4EF27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702"/>
                <a:ext cx="3" cy="2"/>
              </a:xfrm>
              <a:custGeom>
                <a:avLst/>
                <a:gdLst>
                  <a:gd name="T0" fmla="*/ 1 w 7"/>
                  <a:gd name="T1" fmla="*/ 4 h 5"/>
                  <a:gd name="T2" fmla="*/ 0 w 7"/>
                  <a:gd name="T3" fmla="*/ 4 h 5"/>
                  <a:gd name="T4" fmla="*/ 0 w 7"/>
                  <a:gd name="T5" fmla="*/ 3 h 5"/>
                  <a:gd name="T6" fmla="*/ 1 w 7"/>
                  <a:gd name="T7" fmla="*/ 2 h 5"/>
                  <a:gd name="T8" fmla="*/ 3 w 7"/>
                  <a:gd name="T9" fmla="*/ 0 h 5"/>
                  <a:gd name="T10" fmla="*/ 7 w 7"/>
                  <a:gd name="T11" fmla="*/ 1 h 5"/>
                  <a:gd name="T12" fmla="*/ 7 w 7"/>
                  <a:gd name="T13" fmla="*/ 4 h 5"/>
                  <a:gd name="T14" fmla="*/ 4 w 7"/>
                  <a:gd name="T15" fmla="*/ 4 h 5"/>
                  <a:gd name="T16" fmla="*/ 1 w 7"/>
                  <a:gd name="T1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4"/>
                      <a:pt x="5" y="4"/>
                      <a:pt x="4" y="4"/>
                    </a:cubicBezTo>
                    <a:cubicBezTo>
                      <a:pt x="2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8" name="Freeform 3040">
                <a:extLst>
                  <a:ext uri="{FF2B5EF4-FFF2-40B4-BE49-F238E27FC236}">
                    <a16:creationId xmlns:a16="http://schemas.microsoft.com/office/drawing/2014/main" id="{A478DA56-C97C-C345-ADD0-A28206A4D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707"/>
                <a:ext cx="2" cy="2"/>
              </a:xfrm>
              <a:custGeom>
                <a:avLst/>
                <a:gdLst>
                  <a:gd name="T0" fmla="*/ 2 w 5"/>
                  <a:gd name="T1" fmla="*/ 1 h 5"/>
                  <a:gd name="T2" fmla="*/ 5 w 5"/>
                  <a:gd name="T3" fmla="*/ 2 h 5"/>
                  <a:gd name="T4" fmla="*/ 2 w 5"/>
                  <a:gd name="T5" fmla="*/ 5 h 5"/>
                  <a:gd name="T6" fmla="*/ 2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9" name="Freeform 3041">
                <a:extLst>
                  <a:ext uri="{FF2B5EF4-FFF2-40B4-BE49-F238E27FC236}">
                    <a16:creationId xmlns:a16="http://schemas.microsoft.com/office/drawing/2014/main" id="{79C9A768-0817-6740-9274-12FD8CAAC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667"/>
                <a:ext cx="17" cy="36"/>
              </a:xfrm>
              <a:custGeom>
                <a:avLst/>
                <a:gdLst>
                  <a:gd name="T0" fmla="*/ 22 w 42"/>
                  <a:gd name="T1" fmla="*/ 75 h 89"/>
                  <a:gd name="T2" fmla="*/ 22 w 42"/>
                  <a:gd name="T3" fmla="*/ 77 h 89"/>
                  <a:gd name="T4" fmla="*/ 22 w 42"/>
                  <a:gd name="T5" fmla="*/ 80 h 89"/>
                  <a:gd name="T6" fmla="*/ 21 w 42"/>
                  <a:gd name="T7" fmla="*/ 83 h 89"/>
                  <a:gd name="T8" fmla="*/ 18 w 42"/>
                  <a:gd name="T9" fmla="*/ 82 h 89"/>
                  <a:gd name="T10" fmla="*/ 17 w 42"/>
                  <a:gd name="T11" fmla="*/ 81 h 89"/>
                  <a:gd name="T12" fmla="*/ 16 w 42"/>
                  <a:gd name="T13" fmla="*/ 80 h 89"/>
                  <a:gd name="T14" fmla="*/ 16 w 42"/>
                  <a:gd name="T15" fmla="*/ 80 h 89"/>
                  <a:gd name="T16" fmla="*/ 11 w 42"/>
                  <a:gd name="T17" fmla="*/ 86 h 89"/>
                  <a:gd name="T18" fmla="*/ 10 w 42"/>
                  <a:gd name="T19" fmla="*/ 89 h 89"/>
                  <a:gd name="T20" fmla="*/ 9 w 42"/>
                  <a:gd name="T21" fmla="*/ 85 h 89"/>
                  <a:gd name="T22" fmla="*/ 8 w 42"/>
                  <a:gd name="T23" fmla="*/ 78 h 89"/>
                  <a:gd name="T24" fmla="*/ 3 w 42"/>
                  <a:gd name="T25" fmla="*/ 76 h 89"/>
                  <a:gd name="T26" fmla="*/ 0 w 42"/>
                  <a:gd name="T27" fmla="*/ 71 h 89"/>
                  <a:gd name="T28" fmla="*/ 1 w 42"/>
                  <a:gd name="T29" fmla="*/ 62 h 89"/>
                  <a:gd name="T30" fmla="*/ 1 w 42"/>
                  <a:gd name="T31" fmla="*/ 53 h 89"/>
                  <a:gd name="T32" fmla="*/ 4 w 42"/>
                  <a:gd name="T33" fmla="*/ 39 h 89"/>
                  <a:gd name="T34" fmla="*/ 11 w 42"/>
                  <a:gd name="T35" fmla="*/ 28 h 89"/>
                  <a:gd name="T36" fmla="*/ 18 w 42"/>
                  <a:gd name="T37" fmla="*/ 17 h 89"/>
                  <a:gd name="T38" fmla="*/ 19 w 42"/>
                  <a:gd name="T39" fmla="*/ 8 h 89"/>
                  <a:gd name="T40" fmla="*/ 20 w 42"/>
                  <a:gd name="T41" fmla="*/ 2 h 89"/>
                  <a:gd name="T42" fmla="*/ 26 w 42"/>
                  <a:gd name="T43" fmla="*/ 0 h 89"/>
                  <a:gd name="T44" fmla="*/ 33 w 42"/>
                  <a:gd name="T45" fmla="*/ 2 h 89"/>
                  <a:gd name="T46" fmla="*/ 38 w 42"/>
                  <a:gd name="T47" fmla="*/ 10 h 89"/>
                  <a:gd name="T48" fmla="*/ 41 w 42"/>
                  <a:gd name="T49" fmla="*/ 18 h 89"/>
                  <a:gd name="T50" fmla="*/ 38 w 42"/>
                  <a:gd name="T51" fmla="*/ 21 h 89"/>
                  <a:gd name="T52" fmla="*/ 32 w 42"/>
                  <a:gd name="T53" fmla="*/ 15 h 89"/>
                  <a:gd name="T54" fmla="*/ 25 w 42"/>
                  <a:gd name="T55" fmla="*/ 6 h 89"/>
                  <a:gd name="T56" fmla="*/ 22 w 42"/>
                  <a:gd name="T57" fmla="*/ 7 h 89"/>
                  <a:gd name="T58" fmla="*/ 29 w 42"/>
                  <a:gd name="T59" fmla="*/ 17 h 89"/>
                  <a:gd name="T60" fmla="*/ 38 w 42"/>
                  <a:gd name="T61" fmla="*/ 25 h 89"/>
                  <a:gd name="T62" fmla="*/ 39 w 42"/>
                  <a:gd name="T63" fmla="*/ 36 h 89"/>
                  <a:gd name="T64" fmla="*/ 32 w 42"/>
                  <a:gd name="T65" fmla="*/ 40 h 89"/>
                  <a:gd name="T66" fmla="*/ 27 w 42"/>
                  <a:gd name="T67" fmla="*/ 45 h 89"/>
                  <a:gd name="T68" fmla="*/ 24 w 42"/>
                  <a:gd name="T69" fmla="*/ 45 h 89"/>
                  <a:gd name="T70" fmla="*/ 18 w 42"/>
                  <a:gd name="T71" fmla="*/ 43 h 89"/>
                  <a:gd name="T72" fmla="*/ 16 w 42"/>
                  <a:gd name="T73" fmla="*/ 39 h 89"/>
                  <a:gd name="T74" fmla="*/ 14 w 42"/>
                  <a:gd name="T75" fmla="*/ 36 h 89"/>
                  <a:gd name="T76" fmla="*/ 13 w 42"/>
                  <a:gd name="T77" fmla="*/ 41 h 89"/>
                  <a:gd name="T78" fmla="*/ 18 w 42"/>
                  <a:gd name="T79" fmla="*/ 47 h 89"/>
                  <a:gd name="T80" fmla="*/ 24 w 42"/>
                  <a:gd name="T81" fmla="*/ 50 h 89"/>
                  <a:gd name="T82" fmla="*/ 24 w 42"/>
                  <a:gd name="T83" fmla="*/ 58 h 89"/>
                  <a:gd name="T84" fmla="*/ 23 w 42"/>
                  <a:gd name="T85" fmla="*/ 65 h 89"/>
                  <a:gd name="T86" fmla="*/ 17 w 42"/>
                  <a:gd name="T87" fmla="*/ 65 h 89"/>
                  <a:gd name="T88" fmla="*/ 10 w 42"/>
                  <a:gd name="T89" fmla="*/ 64 h 89"/>
                  <a:gd name="T90" fmla="*/ 10 w 42"/>
                  <a:gd name="T91" fmla="*/ 68 h 89"/>
                  <a:gd name="T92" fmla="*/ 15 w 42"/>
                  <a:gd name="T93" fmla="*/ 70 h 89"/>
                  <a:gd name="T94" fmla="*/ 18 w 42"/>
                  <a:gd name="T95" fmla="*/ 70 h 89"/>
                  <a:gd name="T96" fmla="*/ 22 w 42"/>
                  <a:gd name="T97" fmla="*/ 70 h 89"/>
                  <a:gd name="T98" fmla="*/ 22 w 42"/>
                  <a:gd name="T99" fmla="*/ 71 h 89"/>
                  <a:gd name="T100" fmla="*/ 23 w 42"/>
                  <a:gd name="T101" fmla="*/ 71 h 89"/>
                  <a:gd name="T102" fmla="*/ 23 w 42"/>
                  <a:gd name="T103" fmla="*/ 72 h 89"/>
                  <a:gd name="T104" fmla="*/ 23 w 42"/>
                  <a:gd name="T105" fmla="*/ 72 h 89"/>
                  <a:gd name="T106" fmla="*/ 22 w 42"/>
                  <a:gd name="T107" fmla="*/ 7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" h="89">
                    <a:moveTo>
                      <a:pt x="22" y="75"/>
                    </a:moveTo>
                    <a:cubicBezTo>
                      <a:pt x="22" y="76"/>
                      <a:pt x="22" y="76"/>
                      <a:pt x="22" y="77"/>
                    </a:cubicBezTo>
                    <a:cubicBezTo>
                      <a:pt x="21" y="78"/>
                      <a:pt x="22" y="79"/>
                      <a:pt x="22" y="80"/>
                    </a:cubicBezTo>
                    <a:cubicBezTo>
                      <a:pt x="22" y="81"/>
                      <a:pt x="22" y="83"/>
                      <a:pt x="21" y="83"/>
                    </a:cubicBezTo>
                    <a:cubicBezTo>
                      <a:pt x="20" y="84"/>
                      <a:pt x="19" y="83"/>
                      <a:pt x="18" y="82"/>
                    </a:cubicBezTo>
                    <a:cubicBezTo>
                      <a:pt x="18" y="82"/>
                      <a:pt x="17" y="81"/>
                      <a:pt x="17" y="81"/>
                    </a:cubicBezTo>
                    <a:cubicBezTo>
                      <a:pt x="17" y="80"/>
                      <a:pt x="17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3" y="81"/>
                      <a:pt x="13" y="84"/>
                      <a:pt x="11" y="86"/>
                    </a:cubicBezTo>
                    <a:cubicBezTo>
                      <a:pt x="11" y="87"/>
                      <a:pt x="10" y="88"/>
                      <a:pt x="10" y="89"/>
                    </a:cubicBezTo>
                    <a:cubicBezTo>
                      <a:pt x="8" y="89"/>
                      <a:pt x="9" y="86"/>
                      <a:pt x="9" y="85"/>
                    </a:cubicBezTo>
                    <a:cubicBezTo>
                      <a:pt x="9" y="83"/>
                      <a:pt x="9" y="80"/>
                      <a:pt x="8" y="78"/>
                    </a:cubicBezTo>
                    <a:cubicBezTo>
                      <a:pt x="6" y="77"/>
                      <a:pt x="4" y="76"/>
                      <a:pt x="3" y="76"/>
                    </a:cubicBezTo>
                    <a:cubicBezTo>
                      <a:pt x="1" y="75"/>
                      <a:pt x="0" y="73"/>
                      <a:pt x="0" y="71"/>
                    </a:cubicBezTo>
                    <a:cubicBezTo>
                      <a:pt x="0" y="68"/>
                      <a:pt x="0" y="65"/>
                      <a:pt x="1" y="62"/>
                    </a:cubicBezTo>
                    <a:cubicBezTo>
                      <a:pt x="1" y="59"/>
                      <a:pt x="1" y="56"/>
                      <a:pt x="1" y="53"/>
                    </a:cubicBezTo>
                    <a:cubicBezTo>
                      <a:pt x="2" y="49"/>
                      <a:pt x="3" y="44"/>
                      <a:pt x="4" y="39"/>
                    </a:cubicBezTo>
                    <a:cubicBezTo>
                      <a:pt x="5" y="35"/>
                      <a:pt x="8" y="32"/>
                      <a:pt x="11" y="28"/>
                    </a:cubicBezTo>
                    <a:cubicBezTo>
                      <a:pt x="14" y="25"/>
                      <a:pt x="17" y="22"/>
                      <a:pt x="18" y="17"/>
                    </a:cubicBezTo>
                    <a:cubicBezTo>
                      <a:pt x="19" y="14"/>
                      <a:pt x="19" y="11"/>
                      <a:pt x="19" y="8"/>
                    </a:cubicBezTo>
                    <a:cubicBezTo>
                      <a:pt x="19" y="6"/>
                      <a:pt x="18" y="3"/>
                      <a:pt x="20" y="2"/>
                    </a:cubicBezTo>
                    <a:cubicBezTo>
                      <a:pt x="21" y="0"/>
                      <a:pt x="24" y="0"/>
                      <a:pt x="26" y="0"/>
                    </a:cubicBezTo>
                    <a:cubicBezTo>
                      <a:pt x="28" y="0"/>
                      <a:pt x="31" y="1"/>
                      <a:pt x="33" y="2"/>
                    </a:cubicBezTo>
                    <a:cubicBezTo>
                      <a:pt x="35" y="4"/>
                      <a:pt x="37" y="7"/>
                      <a:pt x="38" y="10"/>
                    </a:cubicBezTo>
                    <a:cubicBezTo>
                      <a:pt x="39" y="12"/>
                      <a:pt x="41" y="15"/>
                      <a:pt x="41" y="18"/>
                    </a:cubicBezTo>
                    <a:cubicBezTo>
                      <a:pt x="41" y="20"/>
                      <a:pt x="40" y="22"/>
                      <a:pt x="38" y="21"/>
                    </a:cubicBezTo>
                    <a:cubicBezTo>
                      <a:pt x="36" y="20"/>
                      <a:pt x="34" y="17"/>
                      <a:pt x="32" y="15"/>
                    </a:cubicBezTo>
                    <a:cubicBezTo>
                      <a:pt x="30" y="12"/>
                      <a:pt x="28" y="8"/>
                      <a:pt x="25" y="6"/>
                    </a:cubicBezTo>
                    <a:cubicBezTo>
                      <a:pt x="24" y="5"/>
                      <a:pt x="22" y="4"/>
                      <a:pt x="22" y="7"/>
                    </a:cubicBezTo>
                    <a:cubicBezTo>
                      <a:pt x="21" y="11"/>
                      <a:pt x="26" y="15"/>
                      <a:pt x="29" y="17"/>
                    </a:cubicBezTo>
                    <a:cubicBezTo>
                      <a:pt x="33" y="19"/>
                      <a:pt x="36" y="21"/>
                      <a:pt x="38" y="25"/>
                    </a:cubicBezTo>
                    <a:cubicBezTo>
                      <a:pt x="40" y="28"/>
                      <a:pt x="42" y="33"/>
                      <a:pt x="39" y="36"/>
                    </a:cubicBezTo>
                    <a:cubicBezTo>
                      <a:pt x="37" y="38"/>
                      <a:pt x="34" y="39"/>
                      <a:pt x="32" y="40"/>
                    </a:cubicBezTo>
                    <a:cubicBezTo>
                      <a:pt x="30" y="41"/>
                      <a:pt x="29" y="43"/>
                      <a:pt x="27" y="45"/>
                    </a:cubicBezTo>
                    <a:cubicBezTo>
                      <a:pt x="26" y="46"/>
                      <a:pt x="25" y="46"/>
                      <a:pt x="24" y="45"/>
                    </a:cubicBezTo>
                    <a:cubicBezTo>
                      <a:pt x="22" y="45"/>
                      <a:pt x="20" y="44"/>
                      <a:pt x="18" y="43"/>
                    </a:cubicBezTo>
                    <a:cubicBezTo>
                      <a:pt x="17" y="42"/>
                      <a:pt x="16" y="41"/>
                      <a:pt x="16" y="39"/>
                    </a:cubicBezTo>
                    <a:cubicBezTo>
                      <a:pt x="16" y="38"/>
                      <a:pt x="15" y="36"/>
                      <a:pt x="14" y="36"/>
                    </a:cubicBezTo>
                    <a:cubicBezTo>
                      <a:pt x="12" y="37"/>
                      <a:pt x="13" y="40"/>
                      <a:pt x="13" y="41"/>
                    </a:cubicBezTo>
                    <a:cubicBezTo>
                      <a:pt x="14" y="44"/>
                      <a:pt x="16" y="46"/>
                      <a:pt x="18" y="47"/>
                    </a:cubicBezTo>
                    <a:cubicBezTo>
                      <a:pt x="20" y="47"/>
                      <a:pt x="23" y="48"/>
                      <a:pt x="24" y="50"/>
                    </a:cubicBezTo>
                    <a:cubicBezTo>
                      <a:pt x="25" y="52"/>
                      <a:pt x="24" y="56"/>
                      <a:pt x="24" y="58"/>
                    </a:cubicBezTo>
                    <a:cubicBezTo>
                      <a:pt x="24" y="61"/>
                      <a:pt x="23" y="63"/>
                      <a:pt x="23" y="65"/>
                    </a:cubicBezTo>
                    <a:cubicBezTo>
                      <a:pt x="21" y="67"/>
                      <a:pt x="19" y="66"/>
                      <a:pt x="17" y="65"/>
                    </a:cubicBezTo>
                    <a:cubicBezTo>
                      <a:pt x="15" y="63"/>
                      <a:pt x="12" y="62"/>
                      <a:pt x="10" y="64"/>
                    </a:cubicBezTo>
                    <a:cubicBezTo>
                      <a:pt x="9" y="65"/>
                      <a:pt x="9" y="67"/>
                      <a:pt x="10" y="68"/>
                    </a:cubicBezTo>
                    <a:cubicBezTo>
                      <a:pt x="11" y="69"/>
                      <a:pt x="13" y="69"/>
                      <a:pt x="15" y="70"/>
                    </a:cubicBezTo>
                    <a:cubicBezTo>
                      <a:pt x="16" y="70"/>
                      <a:pt x="17" y="70"/>
                      <a:pt x="18" y="70"/>
                    </a:cubicBezTo>
                    <a:cubicBezTo>
                      <a:pt x="19" y="70"/>
                      <a:pt x="21" y="69"/>
                      <a:pt x="22" y="70"/>
                    </a:cubicBezTo>
                    <a:cubicBezTo>
                      <a:pt x="22" y="70"/>
                      <a:pt x="22" y="71"/>
                      <a:pt x="22" y="71"/>
                    </a:cubicBezTo>
                    <a:cubicBezTo>
                      <a:pt x="22" y="71"/>
                      <a:pt x="22" y="71"/>
                      <a:pt x="23" y="71"/>
                    </a:cubicBezTo>
                    <a:cubicBezTo>
                      <a:pt x="23" y="71"/>
                      <a:pt x="23" y="72"/>
                      <a:pt x="23" y="72"/>
                    </a:cubicBezTo>
                    <a:cubicBezTo>
                      <a:pt x="23" y="72"/>
                      <a:pt x="23" y="72"/>
                      <a:pt x="23" y="72"/>
                    </a:cubicBezTo>
                    <a:cubicBezTo>
                      <a:pt x="23" y="73"/>
                      <a:pt x="22" y="74"/>
                      <a:pt x="22" y="7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0" name="Freeform 3042">
                <a:extLst>
                  <a:ext uri="{FF2B5EF4-FFF2-40B4-BE49-F238E27FC236}">
                    <a16:creationId xmlns:a16="http://schemas.microsoft.com/office/drawing/2014/main" id="{8F198424-874E-4C4F-8C42-FEA6A7D4D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658"/>
                <a:ext cx="11" cy="14"/>
              </a:xfrm>
              <a:custGeom>
                <a:avLst/>
                <a:gdLst>
                  <a:gd name="T0" fmla="*/ 17 w 27"/>
                  <a:gd name="T1" fmla="*/ 18 h 35"/>
                  <a:gd name="T2" fmla="*/ 20 w 27"/>
                  <a:gd name="T3" fmla="*/ 19 h 35"/>
                  <a:gd name="T4" fmla="*/ 23 w 27"/>
                  <a:gd name="T5" fmla="*/ 22 h 35"/>
                  <a:gd name="T6" fmla="*/ 24 w 27"/>
                  <a:gd name="T7" fmla="*/ 26 h 35"/>
                  <a:gd name="T8" fmla="*/ 22 w 27"/>
                  <a:gd name="T9" fmla="*/ 34 h 35"/>
                  <a:gd name="T10" fmla="*/ 19 w 27"/>
                  <a:gd name="T11" fmla="*/ 27 h 35"/>
                  <a:gd name="T12" fmla="*/ 15 w 27"/>
                  <a:gd name="T13" fmla="*/ 24 h 35"/>
                  <a:gd name="T14" fmla="*/ 11 w 27"/>
                  <a:gd name="T15" fmla="*/ 21 h 35"/>
                  <a:gd name="T16" fmla="*/ 7 w 27"/>
                  <a:gd name="T17" fmla="*/ 18 h 35"/>
                  <a:gd name="T18" fmla="*/ 1 w 27"/>
                  <a:gd name="T19" fmla="*/ 12 h 35"/>
                  <a:gd name="T20" fmla="*/ 3 w 27"/>
                  <a:gd name="T21" fmla="*/ 3 h 35"/>
                  <a:gd name="T22" fmla="*/ 14 w 27"/>
                  <a:gd name="T23" fmla="*/ 3 h 35"/>
                  <a:gd name="T24" fmla="*/ 18 w 27"/>
                  <a:gd name="T25" fmla="*/ 4 h 35"/>
                  <a:gd name="T26" fmla="*/ 20 w 27"/>
                  <a:gd name="T27" fmla="*/ 6 h 35"/>
                  <a:gd name="T28" fmla="*/ 22 w 27"/>
                  <a:gd name="T29" fmla="*/ 7 h 35"/>
                  <a:gd name="T30" fmla="*/ 26 w 27"/>
                  <a:gd name="T31" fmla="*/ 11 h 35"/>
                  <a:gd name="T32" fmla="*/ 27 w 27"/>
                  <a:gd name="T33" fmla="*/ 12 h 35"/>
                  <a:gd name="T34" fmla="*/ 23 w 27"/>
                  <a:gd name="T35" fmla="*/ 13 h 35"/>
                  <a:gd name="T36" fmla="*/ 19 w 27"/>
                  <a:gd name="T37" fmla="*/ 12 h 35"/>
                  <a:gd name="T38" fmla="*/ 17 w 27"/>
                  <a:gd name="T39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35">
                    <a:moveTo>
                      <a:pt x="17" y="18"/>
                    </a:moveTo>
                    <a:cubicBezTo>
                      <a:pt x="17" y="18"/>
                      <a:pt x="19" y="19"/>
                      <a:pt x="20" y="19"/>
                    </a:cubicBezTo>
                    <a:cubicBezTo>
                      <a:pt x="22" y="19"/>
                      <a:pt x="22" y="20"/>
                      <a:pt x="23" y="22"/>
                    </a:cubicBezTo>
                    <a:cubicBezTo>
                      <a:pt x="24" y="24"/>
                      <a:pt x="24" y="25"/>
                      <a:pt x="24" y="26"/>
                    </a:cubicBezTo>
                    <a:cubicBezTo>
                      <a:pt x="24" y="28"/>
                      <a:pt x="25" y="35"/>
                      <a:pt x="22" y="34"/>
                    </a:cubicBezTo>
                    <a:cubicBezTo>
                      <a:pt x="20" y="33"/>
                      <a:pt x="20" y="29"/>
                      <a:pt x="19" y="27"/>
                    </a:cubicBezTo>
                    <a:cubicBezTo>
                      <a:pt x="19" y="25"/>
                      <a:pt x="17" y="25"/>
                      <a:pt x="15" y="24"/>
                    </a:cubicBezTo>
                    <a:cubicBezTo>
                      <a:pt x="13" y="23"/>
                      <a:pt x="12" y="22"/>
                      <a:pt x="11" y="21"/>
                    </a:cubicBezTo>
                    <a:cubicBezTo>
                      <a:pt x="10" y="20"/>
                      <a:pt x="9" y="19"/>
                      <a:pt x="7" y="18"/>
                    </a:cubicBezTo>
                    <a:cubicBezTo>
                      <a:pt x="5" y="16"/>
                      <a:pt x="2" y="14"/>
                      <a:pt x="1" y="12"/>
                    </a:cubicBezTo>
                    <a:cubicBezTo>
                      <a:pt x="0" y="9"/>
                      <a:pt x="1" y="5"/>
                      <a:pt x="3" y="3"/>
                    </a:cubicBezTo>
                    <a:cubicBezTo>
                      <a:pt x="6" y="0"/>
                      <a:pt x="10" y="2"/>
                      <a:pt x="14" y="3"/>
                    </a:cubicBezTo>
                    <a:cubicBezTo>
                      <a:pt x="15" y="3"/>
                      <a:pt x="17" y="3"/>
                      <a:pt x="18" y="4"/>
                    </a:cubicBezTo>
                    <a:cubicBezTo>
                      <a:pt x="19" y="5"/>
                      <a:pt x="19" y="6"/>
                      <a:pt x="20" y="6"/>
                    </a:cubicBezTo>
                    <a:cubicBezTo>
                      <a:pt x="20" y="7"/>
                      <a:pt x="21" y="7"/>
                      <a:pt x="22" y="7"/>
                    </a:cubicBezTo>
                    <a:cubicBezTo>
                      <a:pt x="23" y="8"/>
                      <a:pt x="25" y="9"/>
                      <a:pt x="26" y="11"/>
                    </a:cubicBezTo>
                    <a:cubicBezTo>
                      <a:pt x="27" y="11"/>
                      <a:pt x="27" y="12"/>
                      <a:pt x="27" y="12"/>
                    </a:cubicBezTo>
                    <a:cubicBezTo>
                      <a:pt x="26" y="14"/>
                      <a:pt x="24" y="13"/>
                      <a:pt x="23" y="13"/>
                    </a:cubicBezTo>
                    <a:cubicBezTo>
                      <a:pt x="22" y="13"/>
                      <a:pt x="20" y="12"/>
                      <a:pt x="19" y="12"/>
                    </a:cubicBezTo>
                    <a:cubicBezTo>
                      <a:pt x="16" y="12"/>
                      <a:pt x="15" y="15"/>
                      <a:pt x="17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1" name="Freeform 3043">
                <a:extLst>
                  <a:ext uri="{FF2B5EF4-FFF2-40B4-BE49-F238E27FC236}">
                    <a16:creationId xmlns:a16="http://schemas.microsoft.com/office/drawing/2014/main" id="{F7AA3C79-3274-5E47-B5BA-72E932A44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9"/>
                <a:ext cx="3" cy="2"/>
              </a:xfrm>
              <a:custGeom>
                <a:avLst/>
                <a:gdLst>
                  <a:gd name="T0" fmla="*/ 1 w 6"/>
                  <a:gd name="T1" fmla="*/ 3 h 6"/>
                  <a:gd name="T2" fmla="*/ 1 w 6"/>
                  <a:gd name="T3" fmla="*/ 1 h 6"/>
                  <a:gd name="T4" fmla="*/ 5 w 6"/>
                  <a:gd name="T5" fmla="*/ 1 h 6"/>
                  <a:gd name="T6" fmla="*/ 6 w 6"/>
                  <a:gd name="T7" fmla="*/ 4 h 6"/>
                  <a:gd name="T8" fmla="*/ 4 w 6"/>
                  <a:gd name="T9" fmla="*/ 6 h 6"/>
                  <a:gd name="T10" fmla="*/ 1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3" y="6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2" name="Freeform 3044">
                <a:extLst>
                  <a:ext uri="{FF2B5EF4-FFF2-40B4-BE49-F238E27FC236}">
                    <a16:creationId xmlns:a16="http://schemas.microsoft.com/office/drawing/2014/main" id="{4EDB90DB-50DE-904D-9C11-C77B630F6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61"/>
                <a:ext cx="3" cy="2"/>
              </a:xfrm>
              <a:custGeom>
                <a:avLst/>
                <a:gdLst>
                  <a:gd name="T0" fmla="*/ 1 w 7"/>
                  <a:gd name="T1" fmla="*/ 1 h 7"/>
                  <a:gd name="T2" fmla="*/ 4 w 7"/>
                  <a:gd name="T3" fmla="*/ 0 h 7"/>
                  <a:gd name="T4" fmla="*/ 4 w 7"/>
                  <a:gd name="T5" fmla="*/ 0 h 7"/>
                  <a:gd name="T6" fmla="*/ 6 w 7"/>
                  <a:gd name="T7" fmla="*/ 5 h 7"/>
                  <a:gd name="T8" fmla="*/ 1 w 7"/>
                  <a:gd name="T9" fmla="*/ 5 h 7"/>
                  <a:gd name="T10" fmla="*/ 1 w 7"/>
                  <a:gd name="T1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7" y="4"/>
                      <a:pt x="6" y="5"/>
                    </a:cubicBezTo>
                    <a:cubicBezTo>
                      <a:pt x="5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3" name="Freeform 3045">
                <a:extLst>
                  <a:ext uri="{FF2B5EF4-FFF2-40B4-BE49-F238E27FC236}">
                    <a16:creationId xmlns:a16="http://schemas.microsoft.com/office/drawing/2014/main" id="{86B29347-4625-E641-A7A7-74326369E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52"/>
                <a:ext cx="3" cy="4"/>
              </a:xfrm>
              <a:custGeom>
                <a:avLst/>
                <a:gdLst>
                  <a:gd name="T0" fmla="*/ 5 w 6"/>
                  <a:gd name="T1" fmla="*/ 5 h 12"/>
                  <a:gd name="T2" fmla="*/ 5 w 6"/>
                  <a:gd name="T3" fmla="*/ 3 h 12"/>
                  <a:gd name="T4" fmla="*/ 4 w 6"/>
                  <a:gd name="T5" fmla="*/ 0 h 12"/>
                  <a:gd name="T6" fmla="*/ 2 w 6"/>
                  <a:gd name="T7" fmla="*/ 0 h 12"/>
                  <a:gd name="T8" fmla="*/ 0 w 6"/>
                  <a:gd name="T9" fmla="*/ 2 h 12"/>
                  <a:gd name="T10" fmla="*/ 0 w 6"/>
                  <a:gd name="T11" fmla="*/ 5 h 12"/>
                  <a:gd name="T12" fmla="*/ 0 w 6"/>
                  <a:gd name="T13" fmla="*/ 9 h 12"/>
                  <a:gd name="T14" fmla="*/ 2 w 6"/>
                  <a:gd name="T15" fmla="*/ 11 h 12"/>
                  <a:gd name="T16" fmla="*/ 4 w 6"/>
                  <a:gd name="T17" fmla="*/ 12 h 12"/>
                  <a:gd name="T18" fmla="*/ 5 w 6"/>
                  <a:gd name="T19" fmla="*/ 10 h 12"/>
                  <a:gd name="T20" fmla="*/ 6 w 6"/>
                  <a:gd name="T21" fmla="*/ 7 h 12"/>
                  <a:gd name="T22" fmla="*/ 6 w 6"/>
                  <a:gd name="T23" fmla="*/ 6 h 12"/>
                  <a:gd name="T24" fmla="*/ 5 w 6"/>
                  <a:gd name="T2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2">
                    <a:moveTo>
                      <a:pt x="5" y="5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1"/>
                      <a:pt x="4" y="10"/>
                      <a:pt x="5" y="10"/>
                    </a:cubicBezTo>
                    <a:cubicBezTo>
                      <a:pt x="5" y="9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4" name="Freeform 3046">
                <a:extLst>
                  <a:ext uri="{FF2B5EF4-FFF2-40B4-BE49-F238E27FC236}">
                    <a16:creationId xmlns:a16="http://schemas.microsoft.com/office/drawing/2014/main" id="{D59C525B-800E-6145-8E4A-0E51CCF25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3"/>
                <a:ext cx="4" cy="5"/>
              </a:xfrm>
              <a:custGeom>
                <a:avLst/>
                <a:gdLst>
                  <a:gd name="T0" fmla="*/ 10 w 11"/>
                  <a:gd name="T1" fmla="*/ 9 h 11"/>
                  <a:gd name="T2" fmla="*/ 10 w 11"/>
                  <a:gd name="T3" fmla="*/ 7 h 11"/>
                  <a:gd name="T4" fmla="*/ 10 w 11"/>
                  <a:gd name="T5" fmla="*/ 5 h 11"/>
                  <a:gd name="T6" fmla="*/ 11 w 11"/>
                  <a:gd name="T7" fmla="*/ 3 h 11"/>
                  <a:gd name="T8" fmla="*/ 11 w 11"/>
                  <a:gd name="T9" fmla="*/ 2 h 11"/>
                  <a:gd name="T10" fmla="*/ 7 w 11"/>
                  <a:gd name="T11" fmla="*/ 3 h 11"/>
                  <a:gd name="T12" fmla="*/ 6 w 11"/>
                  <a:gd name="T13" fmla="*/ 6 h 11"/>
                  <a:gd name="T14" fmla="*/ 3 w 11"/>
                  <a:gd name="T15" fmla="*/ 7 h 11"/>
                  <a:gd name="T16" fmla="*/ 1 w 11"/>
                  <a:gd name="T17" fmla="*/ 9 h 11"/>
                  <a:gd name="T18" fmla="*/ 3 w 11"/>
                  <a:gd name="T19" fmla="*/ 11 h 11"/>
                  <a:gd name="T20" fmla="*/ 7 w 11"/>
                  <a:gd name="T21" fmla="*/ 10 h 11"/>
                  <a:gd name="T22" fmla="*/ 10 w 1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1">
                    <a:moveTo>
                      <a:pt x="10" y="9"/>
                    </a:moveTo>
                    <a:cubicBezTo>
                      <a:pt x="10" y="8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4"/>
                      <a:pt x="11" y="3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0" y="0"/>
                      <a:pt x="7" y="1"/>
                      <a:pt x="7" y="3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6" y="7"/>
                      <a:pt x="4" y="7"/>
                      <a:pt x="3" y="7"/>
                    </a:cubicBezTo>
                    <a:cubicBezTo>
                      <a:pt x="2" y="8"/>
                      <a:pt x="1" y="7"/>
                      <a:pt x="1" y="9"/>
                    </a:cubicBezTo>
                    <a:cubicBezTo>
                      <a:pt x="0" y="10"/>
                      <a:pt x="2" y="10"/>
                      <a:pt x="3" y="11"/>
                    </a:cubicBezTo>
                    <a:cubicBezTo>
                      <a:pt x="5" y="11"/>
                      <a:pt x="5" y="11"/>
                      <a:pt x="7" y="10"/>
                    </a:cubicBezTo>
                    <a:cubicBezTo>
                      <a:pt x="8" y="10"/>
                      <a:pt x="9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5" name="Freeform 3047">
                <a:extLst>
                  <a:ext uri="{FF2B5EF4-FFF2-40B4-BE49-F238E27FC236}">
                    <a16:creationId xmlns:a16="http://schemas.microsoft.com/office/drawing/2014/main" id="{2A3DA5CD-1028-1A48-9DBD-B83F9F061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5"/>
                <a:ext cx="6" cy="4"/>
              </a:xfrm>
              <a:custGeom>
                <a:avLst/>
                <a:gdLst>
                  <a:gd name="T0" fmla="*/ 4 w 13"/>
                  <a:gd name="T1" fmla="*/ 10 h 10"/>
                  <a:gd name="T2" fmla="*/ 1 w 13"/>
                  <a:gd name="T3" fmla="*/ 9 h 10"/>
                  <a:gd name="T4" fmla="*/ 0 w 13"/>
                  <a:gd name="T5" fmla="*/ 7 h 10"/>
                  <a:gd name="T6" fmla="*/ 3 w 13"/>
                  <a:gd name="T7" fmla="*/ 6 h 10"/>
                  <a:gd name="T8" fmla="*/ 8 w 13"/>
                  <a:gd name="T9" fmla="*/ 2 h 10"/>
                  <a:gd name="T10" fmla="*/ 13 w 13"/>
                  <a:gd name="T11" fmla="*/ 2 h 10"/>
                  <a:gd name="T12" fmla="*/ 13 w 13"/>
                  <a:gd name="T13" fmla="*/ 5 h 10"/>
                  <a:gd name="T14" fmla="*/ 10 w 13"/>
                  <a:gd name="T15" fmla="*/ 8 h 10"/>
                  <a:gd name="T16" fmla="*/ 7 w 13"/>
                  <a:gd name="T17" fmla="*/ 10 h 10"/>
                  <a:gd name="T18" fmla="*/ 4 w 13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6"/>
                      <a:pt x="2" y="6"/>
                      <a:pt x="3" y="6"/>
                    </a:cubicBezTo>
                    <a:cubicBezTo>
                      <a:pt x="5" y="6"/>
                      <a:pt x="6" y="3"/>
                      <a:pt x="8" y="2"/>
                    </a:cubicBezTo>
                    <a:cubicBezTo>
                      <a:pt x="9" y="1"/>
                      <a:pt x="12" y="0"/>
                      <a:pt x="13" y="2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9" y="8"/>
                      <a:pt x="8" y="9"/>
                      <a:pt x="7" y="10"/>
                    </a:cubicBezTo>
                    <a:cubicBezTo>
                      <a:pt x="6" y="10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6" name="Freeform 3048">
                <a:extLst>
                  <a:ext uri="{FF2B5EF4-FFF2-40B4-BE49-F238E27FC236}">
                    <a16:creationId xmlns:a16="http://schemas.microsoft.com/office/drawing/2014/main" id="{8B0CBB7D-AC1F-3B44-B537-A8B2A10A1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638"/>
                <a:ext cx="23" cy="18"/>
              </a:xfrm>
              <a:custGeom>
                <a:avLst/>
                <a:gdLst>
                  <a:gd name="T0" fmla="*/ 21 w 56"/>
                  <a:gd name="T1" fmla="*/ 40 h 44"/>
                  <a:gd name="T2" fmla="*/ 22 w 56"/>
                  <a:gd name="T3" fmla="*/ 33 h 44"/>
                  <a:gd name="T4" fmla="*/ 19 w 56"/>
                  <a:gd name="T5" fmla="*/ 30 h 44"/>
                  <a:gd name="T6" fmla="*/ 16 w 56"/>
                  <a:gd name="T7" fmla="*/ 25 h 44"/>
                  <a:gd name="T8" fmla="*/ 13 w 56"/>
                  <a:gd name="T9" fmla="*/ 21 h 44"/>
                  <a:gd name="T10" fmla="*/ 9 w 56"/>
                  <a:gd name="T11" fmla="*/ 23 h 44"/>
                  <a:gd name="T12" fmla="*/ 4 w 56"/>
                  <a:gd name="T13" fmla="*/ 23 h 44"/>
                  <a:gd name="T14" fmla="*/ 2 w 56"/>
                  <a:gd name="T15" fmla="*/ 18 h 44"/>
                  <a:gd name="T16" fmla="*/ 1 w 56"/>
                  <a:gd name="T17" fmla="*/ 15 h 44"/>
                  <a:gd name="T18" fmla="*/ 1 w 56"/>
                  <a:gd name="T19" fmla="*/ 13 h 44"/>
                  <a:gd name="T20" fmla="*/ 4 w 56"/>
                  <a:gd name="T21" fmla="*/ 10 h 44"/>
                  <a:gd name="T22" fmla="*/ 9 w 56"/>
                  <a:gd name="T23" fmla="*/ 5 h 44"/>
                  <a:gd name="T24" fmla="*/ 14 w 56"/>
                  <a:gd name="T25" fmla="*/ 0 h 44"/>
                  <a:gd name="T26" fmla="*/ 17 w 56"/>
                  <a:gd name="T27" fmla="*/ 5 h 44"/>
                  <a:gd name="T28" fmla="*/ 20 w 56"/>
                  <a:gd name="T29" fmla="*/ 10 h 44"/>
                  <a:gd name="T30" fmla="*/ 25 w 56"/>
                  <a:gd name="T31" fmla="*/ 8 h 44"/>
                  <a:gd name="T32" fmla="*/ 30 w 56"/>
                  <a:gd name="T33" fmla="*/ 5 h 44"/>
                  <a:gd name="T34" fmla="*/ 34 w 56"/>
                  <a:gd name="T35" fmla="*/ 9 h 44"/>
                  <a:gd name="T36" fmla="*/ 37 w 56"/>
                  <a:gd name="T37" fmla="*/ 13 h 44"/>
                  <a:gd name="T38" fmla="*/ 42 w 56"/>
                  <a:gd name="T39" fmla="*/ 12 h 44"/>
                  <a:gd name="T40" fmla="*/ 47 w 56"/>
                  <a:gd name="T41" fmla="*/ 8 h 44"/>
                  <a:gd name="T42" fmla="*/ 56 w 56"/>
                  <a:gd name="T43" fmla="*/ 9 h 44"/>
                  <a:gd name="T44" fmla="*/ 53 w 56"/>
                  <a:gd name="T45" fmla="*/ 13 h 44"/>
                  <a:gd name="T46" fmla="*/ 49 w 56"/>
                  <a:gd name="T47" fmla="*/ 17 h 44"/>
                  <a:gd name="T48" fmla="*/ 37 w 56"/>
                  <a:gd name="T49" fmla="*/ 20 h 44"/>
                  <a:gd name="T50" fmla="*/ 32 w 56"/>
                  <a:gd name="T51" fmla="*/ 23 h 44"/>
                  <a:gd name="T52" fmla="*/ 33 w 56"/>
                  <a:gd name="T53" fmla="*/ 28 h 44"/>
                  <a:gd name="T54" fmla="*/ 41 w 56"/>
                  <a:gd name="T55" fmla="*/ 27 h 44"/>
                  <a:gd name="T56" fmla="*/ 46 w 56"/>
                  <a:gd name="T57" fmla="*/ 23 h 44"/>
                  <a:gd name="T58" fmla="*/ 51 w 56"/>
                  <a:gd name="T59" fmla="*/ 26 h 44"/>
                  <a:gd name="T60" fmla="*/ 52 w 56"/>
                  <a:gd name="T61" fmla="*/ 30 h 44"/>
                  <a:gd name="T62" fmla="*/ 55 w 56"/>
                  <a:gd name="T63" fmla="*/ 34 h 44"/>
                  <a:gd name="T64" fmla="*/ 55 w 56"/>
                  <a:gd name="T65" fmla="*/ 39 h 44"/>
                  <a:gd name="T66" fmla="*/ 50 w 56"/>
                  <a:gd name="T67" fmla="*/ 40 h 44"/>
                  <a:gd name="T68" fmla="*/ 44 w 56"/>
                  <a:gd name="T69" fmla="*/ 39 h 44"/>
                  <a:gd name="T70" fmla="*/ 39 w 56"/>
                  <a:gd name="T71" fmla="*/ 36 h 44"/>
                  <a:gd name="T72" fmla="*/ 37 w 56"/>
                  <a:gd name="T73" fmla="*/ 35 h 44"/>
                  <a:gd name="T74" fmla="*/ 33 w 56"/>
                  <a:gd name="T75" fmla="*/ 34 h 44"/>
                  <a:gd name="T76" fmla="*/ 28 w 56"/>
                  <a:gd name="T77" fmla="*/ 36 h 44"/>
                  <a:gd name="T78" fmla="*/ 26 w 56"/>
                  <a:gd name="T79" fmla="*/ 43 h 44"/>
                  <a:gd name="T80" fmla="*/ 23 w 56"/>
                  <a:gd name="T81" fmla="*/ 43 h 44"/>
                  <a:gd name="T82" fmla="*/ 21 w 56"/>
                  <a:gd name="T83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44">
                    <a:moveTo>
                      <a:pt x="21" y="40"/>
                    </a:moveTo>
                    <a:cubicBezTo>
                      <a:pt x="21" y="37"/>
                      <a:pt x="22" y="35"/>
                      <a:pt x="22" y="33"/>
                    </a:cubicBezTo>
                    <a:cubicBezTo>
                      <a:pt x="22" y="31"/>
                      <a:pt x="20" y="31"/>
                      <a:pt x="19" y="30"/>
                    </a:cubicBezTo>
                    <a:cubicBezTo>
                      <a:pt x="17" y="29"/>
                      <a:pt x="17" y="27"/>
                      <a:pt x="16" y="25"/>
                    </a:cubicBezTo>
                    <a:cubicBezTo>
                      <a:pt x="16" y="24"/>
                      <a:pt x="15" y="22"/>
                      <a:pt x="13" y="21"/>
                    </a:cubicBezTo>
                    <a:cubicBezTo>
                      <a:pt x="12" y="21"/>
                      <a:pt x="10" y="23"/>
                      <a:pt x="9" y="23"/>
                    </a:cubicBezTo>
                    <a:cubicBezTo>
                      <a:pt x="7" y="24"/>
                      <a:pt x="5" y="25"/>
                      <a:pt x="4" y="23"/>
                    </a:cubicBezTo>
                    <a:cubicBezTo>
                      <a:pt x="2" y="22"/>
                      <a:pt x="3" y="20"/>
                      <a:pt x="2" y="18"/>
                    </a:cubicBezTo>
                    <a:cubicBezTo>
                      <a:pt x="2" y="17"/>
                      <a:pt x="2" y="16"/>
                      <a:pt x="1" y="15"/>
                    </a:cubicBezTo>
                    <a:cubicBezTo>
                      <a:pt x="1" y="15"/>
                      <a:pt x="1" y="14"/>
                      <a:pt x="1" y="13"/>
                    </a:cubicBezTo>
                    <a:cubicBezTo>
                      <a:pt x="0" y="11"/>
                      <a:pt x="3" y="11"/>
                      <a:pt x="4" y="10"/>
                    </a:cubicBezTo>
                    <a:cubicBezTo>
                      <a:pt x="7" y="9"/>
                      <a:pt x="8" y="7"/>
                      <a:pt x="9" y="5"/>
                    </a:cubicBezTo>
                    <a:cubicBezTo>
                      <a:pt x="10" y="3"/>
                      <a:pt x="11" y="0"/>
                      <a:pt x="14" y="0"/>
                    </a:cubicBezTo>
                    <a:cubicBezTo>
                      <a:pt x="17" y="1"/>
                      <a:pt x="17" y="3"/>
                      <a:pt x="17" y="5"/>
                    </a:cubicBezTo>
                    <a:cubicBezTo>
                      <a:pt x="17" y="7"/>
                      <a:pt x="18" y="9"/>
                      <a:pt x="20" y="10"/>
                    </a:cubicBezTo>
                    <a:cubicBezTo>
                      <a:pt x="22" y="10"/>
                      <a:pt x="24" y="9"/>
                      <a:pt x="25" y="8"/>
                    </a:cubicBezTo>
                    <a:cubicBezTo>
                      <a:pt x="27" y="6"/>
                      <a:pt x="28" y="5"/>
                      <a:pt x="30" y="5"/>
                    </a:cubicBezTo>
                    <a:cubicBezTo>
                      <a:pt x="32" y="6"/>
                      <a:pt x="33" y="7"/>
                      <a:pt x="34" y="9"/>
                    </a:cubicBezTo>
                    <a:cubicBezTo>
                      <a:pt x="34" y="10"/>
                      <a:pt x="35" y="12"/>
                      <a:pt x="37" y="13"/>
                    </a:cubicBezTo>
                    <a:cubicBezTo>
                      <a:pt x="38" y="13"/>
                      <a:pt x="40" y="13"/>
                      <a:pt x="42" y="12"/>
                    </a:cubicBezTo>
                    <a:cubicBezTo>
                      <a:pt x="43" y="10"/>
                      <a:pt x="45" y="9"/>
                      <a:pt x="47" y="8"/>
                    </a:cubicBezTo>
                    <a:cubicBezTo>
                      <a:pt x="49" y="6"/>
                      <a:pt x="55" y="4"/>
                      <a:pt x="56" y="9"/>
                    </a:cubicBezTo>
                    <a:cubicBezTo>
                      <a:pt x="56" y="11"/>
                      <a:pt x="54" y="12"/>
                      <a:pt x="53" y="13"/>
                    </a:cubicBezTo>
                    <a:cubicBezTo>
                      <a:pt x="51" y="14"/>
                      <a:pt x="50" y="15"/>
                      <a:pt x="49" y="17"/>
                    </a:cubicBezTo>
                    <a:cubicBezTo>
                      <a:pt x="47" y="22"/>
                      <a:pt x="41" y="19"/>
                      <a:pt x="37" y="20"/>
                    </a:cubicBezTo>
                    <a:cubicBezTo>
                      <a:pt x="35" y="21"/>
                      <a:pt x="33" y="22"/>
                      <a:pt x="32" y="23"/>
                    </a:cubicBezTo>
                    <a:cubicBezTo>
                      <a:pt x="30" y="25"/>
                      <a:pt x="31" y="27"/>
                      <a:pt x="33" y="28"/>
                    </a:cubicBezTo>
                    <a:cubicBezTo>
                      <a:pt x="36" y="30"/>
                      <a:pt x="39" y="29"/>
                      <a:pt x="41" y="27"/>
                    </a:cubicBezTo>
                    <a:cubicBezTo>
                      <a:pt x="42" y="25"/>
                      <a:pt x="44" y="23"/>
                      <a:pt x="46" y="23"/>
                    </a:cubicBezTo>
                    <a:cubicBezTo>
                      <a:pt x="48" y="22"/>
                      <a:pt x="51" y="24"/>
                      <a:pt x="51" y="26"/>
                    </a:cubicBezTo>
                    <a:cubicBezTo>
                      <a:pt x="52" y="27"/>
                      <a:pt x="51" y="29"/>
                      <a:pt x="52" y="30"/>
                    </a:cubicBezTo>
                    <a:cubicBezTo>
                      <a:pt x="53" y="32"/>
                      <a:pt x="54" y="32"/>
                      <a:pt x="55" y="34"/>
                    </a:cubicBezTo>
                    <a:cubicBezTo>
                      <a:pt x="56" y="36"/>
                      <a:pt x="56" y="38"/>
                      <a:pt x="55" y="39"/>
                    </a:cubicBezTo>
                    <a:cubicBezTo>
                      <a:pt x="53" y="41"/>
                      <a:pt x="52" y="40"/>
                      <a:pt x="50" y="40"/>
                    </a:cubicBezTo>
                    <a:cubicBezTo>
                      <a:pt x="48" y="39"/>
                      <a:pt x="46" y="39"/>
                      <a:pt x="44" y="39"/>
                    </a:cubicBezTo>
                    <a:cubicBezTo>
                      <a:pt x="42" y="39"/>
                      <a:pt x="41" y="38"/>
                      <a:pt x="39" y="36"/>
                    </a:cubicBezTo>
                    <a:cubicBezTo>
                      <a:pt x="39" y="36"/>
                      <a:pt x="38" y="35"/>
                      <a:pt x="37" y="35"/>
                    </a:cubicBezTo>
                    <a:cubicBezTo>
                      <a:pt x="36" y="34"/>
                      <a:pt x="34" y="34"/>
                      <a:pt x="33" y="34"/>
                    </a:cubicBezTo>
                    <a:cubicBezTo>
                      <a:pt x="31" y="34"/>
                      <a:pt x="29" y="34"/>
                      <a:pt x="28" y="36"/>
                    </a:cubicBezTo>
                    <a:cubicBezTo>
                      <a:pt x="27" y="38"/>
                      <a:pt x="27" y="41"/>
                      <a:pt x="26" y="43"/>
                    </a:cubicBezTo>
                    <a:cubicBezTo>
                      <a:pt x="25" y="44"/>
                      <a:pt x="24" y="44"/>
                      <a:pt x="23" y="43"/>
                    </a:cubicBezTo>
                    <a:cubicBezTo>
                      <a:pt x="22" y="42"/>
                      <a:pt x="21" y="41"/>
                      <a:pt x="21" y="4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7" name="Freeform 3049">
                <a:extLst>
                  <a:ext uri="{FF2B5EF4-FFF2-40B4-BE49-F238E27FC236}">
                    <a16:creationId xmlns:a16="http://schemas.microsoft.com/office/drawing/2014/main" id="{CE50F11F-5CD1-8B44-A6B9-8726EF338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45"/>
                <a:ext cx="5" cy="5"/>
              </a:xfrm>
              <a:custGeom>
                <a:avLst/>
                <a:gdLst>
                  <a:gd name="T0" fmla="*/ 0 w 12"/>
                  <a:gd name="T1" fmla="*/ 3 h 11"/>
                  <a:gd name="T2" fmla="*/ 1 w 12"/>
                  <a:gd name="T3" fmla="*/ 1 h 11"/>
                  <a:gd name="T4" fmla="*/ 2 w 12"/>
                  <a:gd name="T5" fmla="*/ 1 h 11"/>
                  <a:gd name="T6" fmla="*/ 4 w 12"/>
                  <a:gd name="T7" fmla="*/ 0 h 11"/>
                  <a:gd name="T8" fmla="*/ 7 w 12"/>
                  <a:gd name="T9" fmla="*/ 0 h 11"/>
                  <a:gd name="T10" fmla="*/ 11 w 12"/>
                  <a:gd name="T11" fmla="*/ 0 h 11"/>
                  <a:gd name="T12" fmla="*/ 12 w 12"/>
                  <a:gd name="T13" fmla="*/ 4 h 11"/>
                  <a:gd name="T14" fmla="*/ 12 w 12"/>
                  <a:gd name="T15" fmla="*/ 5 h 11"/>
                  <a:gd name="T16" fmla="*/ 11 w 12"/>
                  <a:gd name="T17" fmla="*/ 6 h 11"/>
                  <a:gd name="T18" fmla="*/ 11 w 12"/>
                  <a:gd name="T19" fmla="*/ 8 h 11"/>
                  <a:gd name="T20" fmla="*/ 8 w 12"/>
                  <a:gd name="T21" fmla="*/ 10 h 11"/>
                  <a:gd name="T22" fmla="*/ 6 w 12"/>
                  <a:gd name="T23" fmla="*/ 10 h 11"/>
                  <a:gd name="T24" fmla="*/ 1 w 12"/>
                  <a:gd name="T25" fmla="*/ 9 h 11"/>
                  <a:gd name="T26" fmla="*/ 1 w 12"/>
                  <a:gd name="T27" fmla="*/ 5 h 11"/>
                  <a:gd name="T28" fmla="*/ 0 w 12"/>
                  <a:gd name="T2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1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10" y="0"/>
                      <a:pt x="11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7" y="10"/>
                      <a:pt x="7" y="10"/>
                      <a:pt x="6" y="10"/>
                    </a:cubicBezTo>
                    <a:cubicBezTo>
                      <a:pt x="4" y="11"/>
                      <a:pt x="2" y="10"/>
                      <a:pt x="1" y="9"/>
                    </a:cubicBezTo>
                    <a:cubicBezTo>
                      <a:pt x="1" y="8"/>
                      <a:pt x="2" y="5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8" name="Freeform 3050">
                <a:extLst>
                  <a:ext uri="{FF2B5EF4-FFF2-40B4-BE49-F238E27FC236}">
                    <a16:creationId xmlns:a16="http://schemas.microsoft.com/office/drawing/2014/main" id="{D3030B21-699D-4F4D-96CB-EBC2CB905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35"/>
                <a:ext cx="6" cy="3"/>
              </a:xfrm>
              <a:custGeom>
                <a:avLst/>
                <a:gdLst>
                  <a:gd name="T0" fmla="*/ 1 w 15"/>
                  <a:gd name="T1" fmla="*/ 7 h 8"/>
                  <a:gd name="T2" fmla="*/ 0 w 15"/>
                  <a:gd name="T3" fmla="*/ 6 h 8"/>
                  <a:gd name="T4" fmla="*/ 1 w 15"/>
                  <a:gd name="T5" fmla="*/ 4 h 8"/>
                  <a:gd name="T6" fmla="*/ 3 w 15"/>
                  <a:gd name="T7" fmla="*/ 2 h 8"/>
                  <a:gd name="T8" fmla="*/ 6 w 15"/>
                  <a:gd name="T9" fmla="*/ 1 h 8"/>
                  <a:gd name="T10" fmla="*/ 13 w 15"/>
                  <a:gd name="T11" fmla="*/ 1 h 8"/>
                  <a:gd name="T12" fmla="*/ 13 w 15"/>
                  <a:gd name="T13" fmla="*/ 6 h 8"/>
                  <a:gd name="T14" fmla="*/ 10 w 15"/>
                  <a:gd name="T15" fmla="*/ 7 h 8"/>
                  <a:gd name="T16" fmla="*/ 6 w 15"/>
                  <a:gd name="T17" fmla="*/ 7 h 8"/>
                  <a:gd name="T18" fmla="*/ 1 w 15"/>
                  <a:gd name="T1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8">
                    <a:moveTo>
                      <a:pt x="1" y="7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3"/>
                      <a:pt x="3" y="4"/>
                      <a:pt x="3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4" y="2"/>
                      <a:pt x="15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4" y="8"/>
                      <a:pt x="3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9" name="Freeform 3051">
                <a:extLst>
                  <a:ext uri="{FF2B5EF4-FFF2-40B4-BE49-F238E27FC236}">
                    <a16:creationId xmlns:a16="http://schemas.microsoft.com/office/drawing/2014/main" id="{536CE908-75E8-F246-9DE9-1F23EAC12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29"/>
                <a:ext cx="4" cy="3"/>
              </a:xfrm>
              <a:custGeom>
                <a:avLst/>
                <a:gdLst>
                  <a:gd name="T0" fmla="*/ 0 w 9"/>
                  <a:gd name="T1" fmla="*/ 3 h 9"/>
                  <a:gd name="T2" fmla="*/ 3 w 9"/>
                  <a:gd name="T3" fmla="*/ 1 h 9"/>
                  <a:gd name="T4" fmla="*/ 6 w 9"/>
                  <a:gd name="T5" fmla="*/ 0 h 9"/>
                  <a:gd name="T6" fmla="*/ 8 w 9"/>
                  <a:gd name="T7" fmla="*/ 3 h 9"/>
                  <a:gd name="T8" fmla="*/ 8 w 9"/>
                  <a:gd name="T9" fmla="*/ 8 h 9"/>
                  <a:gd name="T10" fmla="*/ 2 w 9"/>
                  <a:gd name="T11" fmla="*/ 8 h 9"/>
                  <a:gd name="T12" fmla="*/ 1 w 9"/>
                  <a:gd name="T13" fmla="*/ 6 h 9"/>
                  <a:gd name="T14" fmla="*/ 0 w 9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9" y="4"/>
                      <a:pt x="9" y="7"/>
                      <a:pt x="8" y="8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0" name="Freeform 3052">
                <a:extLst>
                  <a:ext uri="{FF2B5EF4-FFF2-40B4-BE49-F238E27FC236}">
                    <a16:creationId xmlns:a16="http://schemas.microsoft.com/office/drawing/2014/main" id="{612D5F51-3ACC-8F47-AB7F-4C953D403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634"/>
                <a:ext cx="4" cy="4"/>
              </a:xfrm>
              <a:custGeom>
                <a:avLst/>
                <a:gdLst>
                  <a:gd name="T0" fmla="*/ 1 w 9"/>
                  <a:gd name="T1" fmla="*/ 7 h 10"/>
                  <a:gd name="T2" fmla="*/ 3 w 9"/>
                  <a:gd name="T3" fmla="*/ 4 h 10"/>
                  <a:gd name="T4" fmla="*/ 3 w 9"/>
                  <a:gd name="T5" fmla="*/ 2 h 10"/>
                  <a:gd name="T6" fmla="*/ 7 w 9"/>
                  <a:gd name="T7" fmla="*/ 0 h 10"/>
                  <a:gd name="T8" fmla="*/ 8 w 9"/>
                  <a:gd name="T9" fmla="*/ 2 h 10"/>
                  <a:gd name="T10" fmla="*/ 5 w 9"/>
                  <a:gd name="T11" fmla="*/ 7 h 10"/>
                  <a:gd name="T12" fmla="*/ 4 w 9"/>
                  <a:gd name="T13" fmla="*/ 9 h 10"/>
                  <a:gd name="T14" fmla="*/ 2 w 9"/>
                  <a:gd name="T15" fmla="*/ 9 h 10"/>
                  <a:gd name="T16" fmla="*/ 1 w 9"/>
                  <a:gd name="T1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1" y="6"/>
                      <a:pt x="2" y="5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9" y="4"/>
                      <a:pt x="6" y="5"/>
                      <a:pt x="5" y="7"/>
                    </a:cubicBezTo>
                    <a:cubicBezTo>
                      <a:pt x="5" y="8"/>
                      <a:pt x="5" y="8"/>
                      <a:pt x="4" y="9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9"/>
                      <a:pt x="0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1" name="Freeform 3053">
                <a:extLst>
                  <a:ext uri="{FF2B5EF4-FFF2-40B4-BE49-F238E27FC236}">
                    <a16:creationId xmlns:a16="http://schemas.microsoft.com/office/drawing/2014/main" id="{6D33CFC9-E078-5F4F-82AD-2EB086909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626"/>
                <a:ext cx="4" cy="3"/>
              </a:xfrm>
              <a:custGeom>
                <a:avLst/>
                <a:gdLst>
                  <a:gd name="T0" fmla="*/ 3 w 9"/>
                  <a:gd name="T1" fmla="*/ 1 h 7"/>
                  <a:gd name="T2" fmla="*/ 7 w 9"/>
                  <a:gd name="T3" fmla="*/ 1 h 7"/>
                  <a:gd name="T4" fmla="*/ 6 w 9"/>
                  <a:gd name="T5" fmla="*/ 6 h 7"/>
                  <a:gd name="T6" fmla="*/ 1 w 9"/>
                  <a:gd name="T7" fmla="*/ 4 h 7"/>
                  <a:gd name="T8" fmla="*/ 3 w 9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4" y="0"/>
                      <a:pt x="6" y="0"/>
                      <a:pt x="7" y="1"/>
                    </a:cubicBezTo>
                    <a:cubicBezTo>
                      <a:pt x="9" y="2"/>
                      <a:pt x="7" y="5"/>
                      <a:pt x="6" y="6"/>
                    </a:cubicBezTo>
                    <a:cubicBezTo>
                      <a:pt x="4" y="7"/>
                      <a:pt x="1" y="7"/>
                      <a:pt x="1" y="4"/>
                    </a:cubicBezTo>
                    <a:cubicBezTo>
                      <a:pt x="0" y="3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2" name="Freeform 3054">
                <a:extLst>
                  <a:ext uri="{FF2B5EF4-FFF2-40B4-BE49-F238E27FC236}">
                    <a16:creationId xmlns:a16="http://schemas.microsoft.com/office/drawing/2014/main" id="{FDEB3D51-9436-C844-80AC-FAB296C91C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67" y="1572"/>
                <a:ext cx="71" cy="68"/>
              </a:xfrm>
              <a:custGeom>
                <a:avLst/>
                <a:gdLst>
                  <a:gd name="T0" fmla="*/ 169 w 175"/>
                  <a:gd name="T1" fmla="*/ 2 h 168"/>
                  <a:gd name="T2" fmla="*/ 148 w 175"/>
                  <a:gd name="T3" fmla="*/ 11 h 168"/>
                  <a:gd name="T4" fmla="*/ 102 w 175"/>
                  <a:gd name="T5" fmla="*/ 27 h 168"/>
                  <a:gd name="T6" fmla="*/ 79 w 175"/>
                  <a:gd name="T7" fmla="*/ 47 h 168"/>
                  <a:gd name="T8" fmla="*/ 80 w 175"/>
                  <a:gd name="T9" fmla="*/ 66 h 168"/>
                  <a:gd name="T10" fmla="*/ 66 w 175"/>
                  <a:gd name="T11" fmla="*/ 55 h 168"/>
                  <a:gd name="T12" fmla="*/ 60 w 175"/>
                  <a:gd name="T13" fmla="*/ 66 h 168"/>
                  <a:gd name="T14" fmla="*/ 57 w 175"/>
                  <a:gd name="T15" fmla="*/ 57 h 168"/>
                  <a:gd name="T16" fmla="*/ 52 w 175"/>
                  <a:gd name="T17" fmla="*/ 41 h 168"/>
                  <a:gd name="T18" fmla="*/ 39 w 175"/>
                  <a:gd name="T19" fmla="*/ 36 h 168"/>
                  <a:gd name="T20" fmla="*/ 42 w 175"/>
                  <a:gd name="T21" fmla="*/ 46 h 168"/>
                  <a:gd name="T22" fmla="*/ 45 w 175"/>
                  <a:gd name="T23" fmla="*/ 59 h 168"/>
                  <a:gd name="T24" fmla="*/ 37 w 175"/>
                  <a:gd name="T25" fmla="*/ 51 h 168"/>
                  <a:gd name="T26" fmla="*/ 25 w 175"/>
                  <a:gd name="T27" fmla="*/ 55 h 168"/>
                  <a:gd name="T28" fmla="*/ 20 w 175"/>
                  <a:gd name="T29" fmla="*/ 69 h 168"/>
                  <a:gd name="T30" fmla="*/ 30 w 175"/>
                  <a:gd name="T31" fmla="*/ 79 h 168"/>
                  <a:gd name="T32" fmla="*/ 24 w 175"/>
                  <a:gd name="T33" fmla="*/ 91 h 168"/>
                  <a:gd name="T34" fmla="*/ 11 w 175"/>
                  <a:gd name="T35" fmla="*/ 82 h 168"/>
                  <a:gd name="T36" fmla="*/ 10 w 175"/>
                  <a:gd name="T37" fmla="*/ 89 h 168"/>
                  <a:gd name="T38" fmla="*/ 16 w 175"/>
                  <a:gd name="T39" fmla="*/ 105 h 168"/>
                  <a:gd name="T40" fmla="*/ 36 w 175"/>
                  <a:gd name="T41" fmla="*/ 119 h 168"/>
                  <a:gd name="T42" fmla="*/ 41 w 175"/>
                  <a:gd name="T43" fmla="*/ 129 h 168"/>
                  <a:gd name="T44" fmla="*/ 28 w 175"/>
                  <a:gd name="T45" fmla="*/ 131 h 168"/>
                  <a:gd name="T46" fmla="*/ 15 w 175"/>
                  <a:gd name="T47" fmla="*/ 133 h 168"/>
                  <a:gd name="T48" fmla="*/ 7 w 175"/>
                  <a:gd name="T49" fmla="*/ 140 h 168"/>
                  <a:gd name="T50" fmla="*/ 3 w 175"/>
                  <a:gd name="T51" fmla="*/ 154 h 168"/>
                  <a:gd name="T52" fmla="*/ 7 w 175"/>
                  <a:gd name="T53" fmla="*/ 161 h 168"/>
                  <a:gd name="T54" fmla="*/ 14 w 175"/>
                  <a:gd name="T55" fmla="*/ 166 h 168"/>
                  <a:gd name="T56" fmla="*/ 29 w 175"/>
                  <a:gd name="T57" fmla="*/ 156 h 168"/>
                  <a:gd name="T58" fmla="*/ 36 w 175"/>
                  <a:gd name="T59" fmla="*/ 149 h 168"/>
                  <a:gd name="T60" fmla="*/ 43 w 175"/>
                  <a:gd name="T61" fmla="*/ 153 h 168"/>
                  <a:gd name="T62" fmla="*/ 45 w 175"/>
                  <a:gd name="T63" fmla="*/ 139 h 168"/>
                  <a:gd name="T64" fmla="*/ 58 w 175"/>
                  <a:gd name="T65" fmla="*/ 140 h 168"/>
                  <a:gd name="T66" fmla="*/ 63 w 175"/>
                  <a:gd name="T67" fmla="*/ 141 h 168"/>
                  <a:gd name="T68" fmla="*/ 64 w 175"/>
                  <a:gd name="T69" fmla="*/ 129 h 168"/>
                  <a:gd name="T70" fmla="*/ 62 w 175"/>
                  <a:gd name="T71" fmla="*/ 110 h 168"/>
                  <a:gd name="T72" fmla="*/ 72 w 175"/>
                  <a:gd name="T73" fmla="*/ 102 h 168"/>
                  <a:gd name="T74" fmla="*/ 81 w 175"/>
                  <a:gd name="T75" fmla="*/ 102 h 168"/>
                  <a:gd name="T76" fmla="*/ 68 w 175"/>
                  <a:gd name="T77" fmla="*/ 116 h 168"/>
                  <a:gd name="T78" fmla="*/ 76 w 175"/>
                  <a:gd name="T79" fmla="*/ 126 h 168"/>
                  <a:gd name="T80" fmla="*/ 83 w 175"/>
                  <a:gd name="T81" fmla="*/ 139 h 168"/>
                  <a:gd name="T82" fmla="*/ 88 w 175"/>
                  <a:gd name="T83" fmla="*/ 133 h 168"/>
                  <a:gd name="T84" fmla="*/ 96 w 175"/>
                  <a:gd name="T85" fmla="*/ 135 h 168"/>
                  <a:gd name="T86" fmla="*/ 101 w 175"/>
                  <a:gd name="T87" fmla="*/ 121 h 168"/>
                  <a:gd name="T88" fmla="*/ 93 w 175"/>
                  <a:gd name="T89" fmla="*/ 115 h 168"/>
                  <a:gd name="T90" fmla="*/ 114 w 175"/>
                  <a:gd name="T91" fmla="*/ 121 h 168"/>
                  <a:gd name="T92" fmla="*/ 118 w 175"/>
                  <a:gd name="T93" fmla="*/ 108 h 168"/>
                  <a:gd name="T94" fmla="*/ 104 w 175"/>
                  <a:gd name="T95" fmla="*/ 97 h 168"/>
                  <a:gd name="T96" fmla="*/ 93 w 175"/>
                  <a:gd name="T97" fmla="*/ 95 h 168"/>
                  <a:gd name="T98" fmla="*/ 98 w 175"/>
                  <a:gd name="T99" fmla="*/ 95 h 168"/>
                  <a:gd name="T100" fmla="*/ 108 w 175"/>
                  <a:gd name="T101" fmla="*/ 92 h 168"/>
                  <a:gd name="T102" fmla="*/ 115 w 175"/>
                  <a:gd name="T103" fmla="*/ 87 h 168"/>
                  <a:gd name="T104" fmla="*/ 131 w 175"/>
                  <a:gd name="T105" fmla="*/ 76 h 168"/>
                  <a:gd name="T106" fmla="*/ 140 w 175"/>
                  <a:gd name="T107" fmla="*/ 63 h 168"/>
                  <a:gd name="T108" fmla="*/ 167 w 175"/>
                  <a:gd name="T109" fmla="*/ 38 h 168"/>
                  <a:gd name="T110" fmla="*/ 72 w 175"/>
                  <a:gd name="T111" fmla="*/ 89 h 168"/>
                  <a:gd name="T112" fmla="*/ 61 w 175"/>
                  <a:gd name="T113" fmla="*/ 93 h 168"/>
                  <a:gd name="T114" fmla="*/ 57 w 175"/>
                  <a:gd name="T115" fmla="*/ 98 h 168"/>
                  <a:gd name="T116" fmla="*/ 51 w 175"/>
                  <a:gd name="T117" fmla="*/ 99 h 168"/>
                  <a:gd name="T118" fmla="*/ 58 w 175"/>
                  <a:gd name="T119" fmla="*/ 88 h 168"/>
                  <a:gd name="T120" fmla="*/ 62 w 175"/>
                  <a:gd name="T121" fmla="*/ 82 h 168"/>
                  <a:gd name="T122" fmla="*/ 67 w 175"/>
                  <a:gd name="T123" fmla="*/ 83 h 168"/>
                  <a:gd name="T124" fmla="*/ 72 w 175"/>
                  <a:gd name="T125" fmla="*/ 89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5" h="168">
                    <a:moveTo>
                      <a:pt x="175" y="8"/>
                    </a:moveTo>
                    <a:cubicBezTo>
                      <a:pt x="175" y="6"/>
                      <a:pt x="174" y="3"/>
                      <a:pt x="173" y="1"/>
                    </a:cubicBezTo>
                    <a:cubicBezTo>
                      <a:pt x="172" y="0"/>
                      <a:pt x="170" y="1"/>
                      <a:pt x="169" y="2"/>
                    </a:cubicBezTo>
                    <a:cubicBezTo>
                      <a:pt x="167" y="3"/>
                      <a:pt x="165" y="5"/>
                      <a:pt x="163" y="6"/>
                    </a:cubicBezTo>
                    <a:cubicBezTo>
                      <a:pt x="161" y="8"/>
                      <a:pt x="158" y="8"/>
                      <a:pt x="156" y="9"/>
                    </a:cubicBezTo>
                    <a:cubicBezTo>
                      <a:pt x="153" y="10"/>
                      <a:pt x="150" y="10"/>
                      <a:pt x="148" y="11"/>
                    </a:cubicBezTo>
                    <a:cubicBezTo>
                      <a:pt x="144" y="12"/>
                      <a:pt x="141" y="13"/>
                      <a:pt x="138" y="15"/>
                    </a:cubicBezTo>
                    <a:cubicBezTo>
                      <a:pt x="133" y="18"/>
                      <a:pt x="128" y="21"/>
                      <a:pt x="122" y="24"/>
                    </a:cubicBezTo>
                    <a:cubicBezTo>
                      <a:pt x="115" y="26"/>
                      <a:pt x="109" y="27"/>
                      <a:pt x="102" y="27"/>
                    </a:cubicBezTo>
                    <a:cubicBezTo>
                      <a:pt x="98" y="27"/>
                      <a:pt x="94" y="27"/>
                      <a:pt x="90" y="28"/>
                    </a:cubicBezTo>
                    <a:cubicBezTo>
                      <a:pt x="86" y="28"/>
                      <a:pt x="83" y="29"/>
                      <a:pt x="81" y="32"/>
                    </a:cubicBezTo>
                    <a:cubicBezTo>
                      <a:pt x="76" y="36"/>
                      <a:pt x="77" y="42"/>
                      <a:pt x="79" y="47"/>
                    </a:cubicBezTo>
                    <a:cubicBezTo>
                      <a:pt x="80" y="49"/>
                      <a:pt x="81" y="51"/>
                      <a:pt x="81" y="53"/>
                    </a:cubicBezTo>
                    <a:cubicBezTo>
                      <a:pt x="82" y="54"/>
                      <a:pt x="82" y="56"/>
                      <a:pt x="82" y="58"/>
                    </a:cubicBezTo>
                    <a:cubicBezTo>
                      <a:pt x="82" y="60"/>
                      <a:pt x="83" y="67"/>
                      <a:pt x="80" y="66"/>
                    </a:cubicBezTo>
                    <a:cubicBezTo>
                      <a:pt x="78" y="65"/>
                      <a:pt x="76" y="63"/>
                      <a:pt x="75" y="62"/>
                    </a:cubicBezTo>
                    <a:cubicBezTo>
                      <a:pt x="73" y="60"/>
                      <a:pt x="71" y="58"/>
                      <a:pt x="69" y="56"/>
                    </a:cubicBezTo>
                    <a:cubicBezTo>
                      <a:pt x="68" y="56"/>
                      <a:pt x="67" y="54"/>
                      <a:pt x="66" y="55"/>
                    </a:cubicBezTo>
                    <a:cubicBezTo>
                      <a:pt x="65" y="55"/>
                      <a:pt x="63" y="55"/>
                      <a:pt x="62" y="55"/>
                    </a:cubicBezTo>
                    <a:cubicBezTo>
                      <a:pt x="61" y="56"/>
                      <a:pt x="61" y="58"/>
                      <a:pt x="61" y="59"/>
                    </a:cubicBezTo>
                    <a:cubicBezTo>
                      <a:pt x="60" y="61"/>
                      <a:pt x="61" y="64"/>
                      <a:pt x="60" y="66"/>
                    </a:cubicBezTo>
                    <a:cubicBezTo>
                      <a:pt x="60" y="67"/>
                      <a:pt x="59" y="68"/>
                      <a:pt x="58" y="66"/>
                    </a:cubicBezTo>
                    <a:cubicBezTo>
                      <a:pt x="57" y="65"/>
                      <a:pt x="57" y="63"/>
                      <a:pt x="57" y="61"/>
                    </a:cubicBezTo>
                    <a:cubicBezTo>
                      <a:pt x="57" y="60"/>
                      <a:pt x="57" y="58"/>
                      <a:pt x="57" y="57"/>
                    </a:cubicBezTo>
                    <a:cubicBezTo>
                      <a:pt x="56" y="56"/>
                      <a:pt x="55" y="55"/>
                      <a:pt x="54" y="54"/>
                    </a:cubicBezTo>
                    <a:cubicBezTo>
                      <a:pt x="53" y="51"/>
                      <a:pt x="56" y="49"/>
                      <a:pt x="56" y="46"/>
                    </a:cubicBezTo>
                    <a:cubicBezTo>
                      <a:pt x="57" y="43"/>
                      <a:pt x="55" y="41"/>
                      <a:pt x="52" y="41"/>
                    </a:cubicBezTo>
                    <a:cubicBezTo>
                      <a:pt x="51" y="40"/>
                      <a:pt x="50" y="40"/>
                      <a:pt x="49" y="39"/>
                    </a:cubicBezTo>
                    <a:cubicBezTo>
                      <a:pt x="48" y="39"/>
                      <a:pt x="48" y="38"/>
                      <a:pt x="47" y="37"/>
                    </a:cubicBezTo>
                    <a:cubicBezTo>
                      <a:pt x="45" y="36"/>
                      <a:pt x="41" y="34"/>
                      <a:pt x="39" y="36"/>
                    </a:cubicBezTo>
                    <a:cubicBezTo>
                      <a:pt x="38" y="37"/>
                      <a:pt x="38" y="39"/>
                      <a:pt x="38" y="40"/>
                    </a:cubicBezTo>
                    <a:cubicBezTo>
                      <a:pt x="38" y="42"/>
                      <a:pt x="38" y="43"/>
                      <a:pt x="39" y="44"/>
                    </a:cubicBezTo>
                    <a:cubicBezTo>
                      <a:pt x="40" y="45"/>
                      <a:pt x="41" y="45"/>
                      <a:pt x="42" y="46"/>
                    </a:cubicBezTo>
                    <a:cubicBezTo>
                      <a:pt x="43" y="47"/>
                      <a:pt x="43" y="47"/>
                      <a:pt x="44" y="48"/>
                    </a:cubicBezTo>
                    <a:cubicBezTo>
                      <a:pt x="45" y="51"/>
                      <a:pt x="47" y="54"/>
                      <a:pt x="46" y="57"/>
                    </a:cubicBezTo>
                    <a:cubicBezTo>
                      <a:pt x="46" y="57"/>
                      <a:pt x="45" y="60"/>
                      <a:pt x="45" y="59"/>
                    </a:cubicBezTo>
                    <a:cubicBezTo>
                      <a:pt x="44" y="59"/>
                      <a:pt x="44" y="56"/>
                      <a:pt x="44" y="56"/>
                    </a:cubicBezTo>
                    <a:cubicBezTo>
                      <a:pt x="44" y="54"/>
                      <a:pt x="43" y="52"/>
                      <a:pt x="42" y="51"/>
                    </a:cubicBezTo>
                    <a:cubicBezTo>
                      <a:pt x="40" y="51"/>
                      <a:pt x="39" y="51"/>
                      <a:pt x="37" y="51"/>
                    </a:cubicBezTo>
                    <a:cubicBezTo>
                      <a:pt x="35" y="50"/>
                      <a:pt x="34" y="45"/>
                      <a:pt x="31" y="46"/>
                    </a:cubicBezTo>
                    <a:cubicBezTo>
                      <a:pt x="29" y="47"/>
                      <a:pt x="30" y="50"/>
                      <a:pt x="28" y="52"/>
                    </a:cubicBezTo>
                    <a:cubicBezTo>
                      <a:pt x="27" y="53"/>
                      <a:pt x="26" y="54"/>
                      <a:pt x="25" y="55"/>
                    </a:cubicBezTo>
                    <a:cubicBezTo>
                      <a:pt x="24" y="56"/>
                      <a:pt x="24" y="58"/>
                      <a:pt x="24" y="60"/>
                    </a:cubicBezTo>
                    <a:cubicBezTo>
                      <a:pt x="24" y="61"/>
                      <a:pt x="24" y="63"/>
                      <a:pt x="23" y="64"/>
                    </a:cubicBezTo>
                    <a:cubicBezTo>
                      <a:pt x="22" y="66"/>
                      <a:pt x="20" y="67"/>
                      <a:pt x="20" y="69"/>
                    </a:cubicBezTo>
                    <a:cubicBezTo>
                      <a:pt x="18" y="72"/>
                      <a:pt x="21" y="76"/>
                      <a:pt x="25" y="76"/>
                    </a:cubicBezTo>
                    <a:cubicBezTo>
                      <a:pt x="26" y="76"/>
                      <a:pt x="28" y="75"/>
                      <a:pt x="29" y="76"/>
                    </a:cubicBezTo>
                    <a:cubicBezTo>
                      <a:pt x="30" y="76"/>
                      <a:pt x="30" y="78"/>
                      <a:pt x="30" y="79"/>
                    </a:cubicBezTo>
                    <a:cubicBezTo>
                      <a:pt x="30" y="80"/>
                      <a:pt x="29" y="82"/>
                      <a:pt x="28" y="83"/>
                    </a:cubicBezTo>
                    <a:cubicBezTo>
                      <a:pt x="27" y="83"/>
                      <a:pt x="26" y="83"/>
                      <a:pt x="25" y="83"/>
                    </a:cubicBezTo>
                    <a:cubicBezTo>
                      <a:pt x="22" y="84"/>
                      <a:pt x="24" y="89"/>
                      <a:pt x="24" y="91"/>
                    </a:cubicBezTo>
                    <a:cubicBezTo>
                      <a:pt x="22" y="94"/>
                      <a:pt x="16" y="94"/>
                      <a:pt x="15" y="91"/>
                    </a:cubicBezTo>
                    <a:cubicBezTo>
                      <a:pt x="14" y="89"/>
                      <a:pt x="15" y="87"/>
                      <a:pt x="15" y="86"/>
                    </a:cubicBezTo>
                    <a:cubicBezTo>
                      <a:pt x="14" y="84"/>
                      <a:pt x="13" y="83"/>
                      <a:pt x="11" y="82"/>
                    </a:cubicBezTo>
                    <a:cubicBezTo>
                      <a:pt x="10" y="82"/>
                      <a:pt x="8" y="81"/>
                      <a:pt x="7" y="82"/>
                    </a:cubicBezTo>
                    <a:cubicBezTo>
                      <a:pt x="6" y="83"/>
                      <a:pt x="7" y="84"/>
                      <a:pt x="7" y="85"/>
                    </a:cubicBezTo>
                    <a:cubicBezTo>
                      <a:pt x="8" y="86"/>
                      <a:pt x="9" y="88"/>
                      <a:pt x="10" y="89"/>
                    </a:cubicBezTo>
                    <a:cubicBezTo>
                      <a:pt x="11" y="89"/>
                      <a:pt x="12" y="90"/>
                      <a:pt x="13" y="91"/>
                    </a:cubicBezTo>
                    <a:cubicBezTo>
                      <a:pt x="14" y="93"/>
                      <a:pt x="14" y="96"/>
                      <a:pt x="14" y="99"/>
                    </a:cubicBezTo>
                    <a:cubicBezTo>
                      <a:pt x="14" y="101"/>
                      <a:pt x="15" y="103"/>
                      <a:pt x="16" y="105"/>
                    </a:cubicBezTo>
                    <a:cubicBezTo>
                      <a:pt x="19" y="108"/>
                      <a:pt x="22" y="107"/>
                      <a:pt x="25" y="108"/>
                    </a:cubicBezTo>
                    <a:cubicBezTo>
                      <a:pt x="28" y="109"/>
                      <a:pt x="30" y="110"/>
                      <a:pt x="31" y="113"/>
                    </a:cubicBezTo>
                    <a:cubicBezTo>
                      <a:pt x="31" y="116"/>
                      <a:pt x="34" y="117"/>
                      <a:pt x="36" y="119"/>
                    </a:cubicBezTo>
                    <a:cubicBezTo>
                      <a:pt x="38" y="120"/>
                      <a:pt x="41" y="121"/>
                      <a:pt x="42" y="123"/>
                    </a:cubicBezTo>
                    <a:cubicBezTo>
                      <a:pt x="43" y="124"/>
                      <a:pt x="44" y="125"/>
                      <a:pt x="44" y="127"/>
                    </a:cubicBezTo>
                    <a:cubicBezTo>
                      <a:pt x="44" y="128"/>
                      <a:pt x="42" y="128"/>
                      <a:pt x="41" y="129"/>
                    </a:cubicBezTo>
                    <a:cubicBezTo>
                      <a:pt x="38" y="129"/>
                      <a:pt x="35" y="128"/>
                      <a:pt x="33" y="126"/>
                    </a:cubicBezTo>
                    <a:cubicBezTo>
                      <a:pt x="31" y="125"/>
                      <a:pt x="27" y="123"/>
                      <a:pt x="25" y="125"/>
                    </a:cubicBezTo>
                    <a:cubicBezTo>
                      <a:pt x="22" y="126"/>
                      <a:pt x="27" y="130"/>
                      <a:pt x="28" y="131"/>
                    </a:cubicBezTo>
                    <a:cubicBezTo>
                      <a:pt x="28" y="132"/>
                      <a:pt x="28" y="133"/>
                      <a:pt x="27" y="134"/>
                    </a:cubicBezTo>
                    <a:cubicBezTo>
                      <a:pt x="26" y="134"/>
                      <a:pt x="25" y="133"/>
                      <a:pt x="24" y="133"/>
                    </a:cubicBezTo>
                    <a:cubicBezTo>
                      <a:pt x="21" y="131"/>
                      <a:pt x="17" y="130"/>
                      <a:pt x="15" y="133"/>
                    </a:cubicBezTo>
                    <a:cubicBezTo>
                      <a:pt x="15" y="134"/>
                      <a:pt x="14" y="136"/>
                      <a:pt x="14" y="136"/>
                    </a:cubicBezTo>
                    <a:cubicBezTo>
                      <a:pt x="13" y="137"/>
                      <a:pt x="12" y="138"/>
                      <a:pt x="11" y="138"/>
                    </a:cubicBezTo>
                    <a:cubicBezTo>
                      <a:pt x="10" y="139"/>
                      <a:pt x="8" y="140"/>
                      <a:pt x="7" y="140"/>
                    </a:cubicBezTo>
                    <a:cubicBezTo>
                      <a:pt x="6" y="141"/>
                      <a:pt x="5" y="141"/>
                      <a:pt x="4" y="142"/>
                    </a:cubicBezTo>
                    <a:cubicBezTo>
                      <a:pt x="1" y="143"/>
                      <a:pt x="0" y="146"/>
                      <a:pt x="0" y="149"/>
                    </a:cubicBezTo>
                    <a:cubicBezTo>
                      <a:pt x="0" y="151"/>
                      <a:pt x="1" y="153"/>
                      <a:pt x="3" y="154"/>
                    </a:cubicBezTo>
                    <a:cubicBezTo>
                      <a:pt x="3" y="155"/>
                      <a:pt x="4" y="156"/>
                      <a:pt x="4" y="157"/>
                    </a:cubicBezTo>
                    <a:cubicBezTo>
                      <a:pt x="5" y="157"/>
                      <a:pt x="5" y="158"/>
                      <a:pt x="6" y="159"/>
                    </a:cubicBezTo>
                    <a:cubicBezTo>
                      <a:pt x="6" y="160"/>
                      <a:pt x="7" y="160"/>
                      <a:pt x="7" y="161"/>
                    </a:cubicBezTo>
                    <a:cubicBezTo>
                      <a:pt x="7" y="163"/>
                      <a:pt x="7" y="165"/>
                      <a:pt x="8" y="167"/>
                    </a:cubicBezTo>
                    <a:cubicBezTo>
                      <a:pt x="9" y="168"/>
                      <a:pt x="10" y="168"/>
                      <a:pt x="11" y="168"/>
                    </a:cubicBezTo>
                    <a:cubicBezTo>
                      <a:pt x="13" y="168"/>
                      <a:pt x="13" y="167"/>
                      <a:pt x="14" y="166"/>
                    </a:cubicBezTo>
                    <a:cubicBezTo>
                      <a:pt x="16" y="164"/>
                      <a:pt x="21" y="165"/>
                      <a:pt x="21" y="161"/>
                    </a:cubicBezTo>
                    <a:cubicBezTo>
                      <a:pt x="20" y="159"/>
                      <a:pt x="21" y="158"/>
                      <a:pt x="23" y="157"/>
                    </a:cubicBezTo>
                    <a:cubicBezTo>
                      <a:pt x="25" y="156"/>
                      <a:pt x="27" y="156"/>
                      <a:pt x="29" y="156"/>
                    </a:cubicBezTo>
                    <a:cubicBezTo>
                      <a:pt x="30" y="156"/>
                      <a:pt x="32" y="156"/>
                      <a:pt x="33" y="155"/>
                    </a:cubicBezTo>
                    <a:cubicBezTo>
                      <a:pt x="34" y="154"/>
                      <a:pt x="33" y="152"/>
                      <a:pt x="34" y="150"/>
                    </a:cubicBezTo>
                    <a:cubicBezTo>
                      <a:pt x="34" y="149"/>
                      <a:pt x="35" y="147"/>
                      <a:pt x="36" y="149"/>
                    </a:cubicBezTo>
                    <a:cubicBezTo>
                      <a:pt x="37" y="150"/>
                      <a:pt x="37" y="153"/>
                      <a:pt x="38" y="155"/>
                    </a:cubicBezTo>
                    <a:cubicBezTo>
                      <a:pt x="39" y="156"/>
                      <a:pt x="40" y="155"/>
                      <a:pt x="41" y="154"/>
                    </a:cubicBezTo>
                    <a:cubicBezTo>
                      <a:pt x="42" y="153"/>
                      <a:pt x="42" y="152"/>
                      <a:pt x="43" y="153"/>
                    </a:cubicBezTo>
                    <a:cubicBezTo>
                      <a:pt x="44" y="154"/>
                      <a:pt x="45" y="155"/>
                      <a:pt x="47" y="155"/>
                    </a:cubicBezTo>
                    <a:cubicBezTo>
                      <a:pt x="48" y="155"/>
                      <a:pt x="49" y="153"/>
                      <a:pt x="49" y="152"/>
                    </a:cubicBezTo>
                    <a:cubicBezTo>
                      <a:pt x="51" y="147"/>
                      <a:pt x="45" y="144"/>
                      <a:pt x="45" y="139"/>
                    </a:cubicBezTo>
                    <a:cubicBezTo>
                      <a:pt x="44" y="138"/>
                      <a:pt x="45" y="136"/>
                      <a:pt x="46" y="135"/>
                    </a:cubicBezTo>
                    <a:cubicBezTo>
                      <a:pt x="48" y="135"/>
                      <a:pt x="50" y="135"/>
                      <a:pt x="51" y="136"/>
                    </a:cubicBezTo>
                    <a:cubicBezTo>
                      <a:pt x="54" y="137"/>
                      <a:pt x="57" y="138"/>
                      <a:pt x="58" y="140"/>
                    </a:cubicBezTo>
                    <a:cubicBezTo>
                      <a:pt x="59" y="142"/>
                      <a:pt x="57" y="148"/>
                      <a:pt x="62" y="147"/>
                    </a:cubicBezTo>
                    <a:cubicBezTo>
                      <a:pt x="63" y="147"/>
                      <a:pt x="63" y="146"/>
                      <a:pt x="63" y="145"/>
                    </a:cubicBezTo>
                    <a:cubicBezTo>
                      <a:pt x="63" y="143"/>
                      <a:pt x="63" y="142"/>
                      <a:pt x="63" y="141"/>
                    </a:cubicBezTo>
                    <a:cubicBezTo>
                      <a:pt x="64" y="140"/>
                      <a:pt x="65" y="139"/>
                      <a:pt x="65" y="138"/>
                    </a:cubicBezTo>
                    <a:cubicBezTo>
                      <a:pt x="65" y="136"/>
                      <a:pt x="65" y="135"/>
                      <a:pt x="64" y="134"/>
                    </a:cubicBezTo>
                    <a:cubicBezTo>
                      <a:pt x="64" y="132"/>
                      <a:pt x="64" y="131"/>
                      <a:pt x="64" y="129"/>
                    </a:cubicBezTo>
                    <a:cubicBezTo>
                      <a:pt x="64" y="127"/>
                      <a:pt x="64" y="125"/>
                      <a:pt x="63" y="123"/>
                    </a:cubicBezTo>
                    <a:cubicBezTo>
                      <a:pt x="63" y="121"/>
                      <a:pt x="63" y="119"/>
                      <a:pt x="62" y="116"/>
                    </a:cubicBezTo>
                    <a:cubicBezTo>
                      <a:pt x="62" y="114"/>
                      <a:pt x="62" y="112"/>
                      <a:pt x="62" y="110"/>
                    </a:cubicBezTo>
                    <a:cubicBezTo>
                      <a:pt x="63" y="108"/>
                      <a:pt x="63" y="108"/>
                      <a:pt x="64" y="107"/>
                    </a:cubicBezTo>
                    <a:cubicBezTo>
                      <a:pt x="65" y="106"/>
                      <a:pt x="66" y="105"/>
                      <a:pt x="67" y="104"/>
                    </a:cubicBezTo>
                    <a:cubicBezTo>
                      <a:pt x="69" y="103"/>
                      <a:pt x="71" y="103"/>
                      <a:pt x="72" y="102"/>
                    </a:cubicBezTo>
                    <a:cubicBezTo>
                      <a:pt x="75" y="101"/>
                      <a:pt x="77" y="100"/>
                      <a:pt x="79" y="99"/>
                    </a:cubicBezTo>
                    <a:cubicBezTo>
                      <a:pt x="80" y="98"/>
                      <a:pt x="84" y="97"/>
                      <a:pt x="85" y="99"/>
                    </a:cubicBezTo>
                    <a:cubicBezTo>
                      <a:pt x="85" y="101"/>
                      <a:pt x="82" y="102"/>
                      <a:pt x="81" y="102"/>
                    </a:cubicBezTo>
                    <a:cubicBezTo>
                      <a:pt x="78" y="104"/>
                      <a:pt x="73" y="105"/>
                      <a:pt x="70" y="107"/>
                    </a:cubicBezTo>
                    <a:cubicBezTo>
                      <a:pt x="69" y="108"/>
                      <a:pt x="69" y="109"/>
                      <a:pt x="68" y="111"/>
                    </a:cubicBezTo>
                    <a:cubicBezTo>
                      <a:pt x="68" y="113"/>
                      <a:pt x="68" y="114"/>
                      <a:pt x="68" y="116"/>
                    </a:cubicBezTo>
                    <a:cubicBezTo>
                      <a:pt x="67" y="119"/>
                      <a:pt x="66" y="122"/>
                      <a:pt x="67" y="125"/>
                    </a:cubicBezTo>
                    <a:cubicBezTo>
                      <a:pt x="67" y="128"/>
                      <a:pt x="68" y="132"/>
                      <a:pt x="70" y="133"/>
                    </a:cubicBezTo>
                    <a:cubicBezTo>
                      <a:pt x="74" y="134"/>
                      <a:pt x="73" y="127"/>
                      <a:pt x="76" y="126"/>
                    </a:cubicBezTo>
                    <a:cubicBezTo>
                      <a:pt x="78" y="126"/>
                      <a:pt x="78" y="130"/>
                      <a:pt x="77" y="131"/>
                    </a:cubicBezTo>
                    <a:cubicBezTo>
                      <a:pt x="77" y="133"/>
                      <a:pt x="77" y="136"/>
                      <a:pt x="78" y="138"/>
                    </a:cubicBezTo>
                    <a:cubicBezTo>
                      <a:pt x="79" y="139"/>
                      <a:pt x="81" y="139"/>
                      <a:pt x="83" y="139"/>
                    </a:cubicBezTo>
                    <a:cubicBezTo>
                      <a:pt x="85" y="139"/>
                      <a:pt x="85" y="136"/>
                      <a:pt x="85" y="134"/>
                    </a:cubicBezTo>
                    <a:cubicBezTo>
                      <a:pt x="85" y="134"/>
                      <a:pt x="86" y="128"/>
                      <a:pt x="87" y="129"/>
                    </a:cubicBezTo>
                    <a:cubicBezTo>
                      <a:pt x="88" y="130"/>
                      <a:pt x="88" y="132"/>
                      <a:pt x="88" y="133"/>
                    </a:cubicBezTo>
                    <a:cubicBezTo>
                      <a:pt x="89" y="134"/>
                      <a:pt x="89" y="135"/>
                      <a:pt x="89" y="136"/>
                    </a:cubicBezTo>
                    <a:cubicBezTo>
                      <a:pt x="89" y="138"/>
                      <a:pt x="91" y="138"/>
                      <a:pt x="92" y="137"/>
                    </a:cubicBezTo>
                    <a:cubicBezTo>
                      <a:pt x="93" y="137"/>
                      <a:pt x="95" y="136"/>
                      <a:pt x="96" y="135"/>
                    </a:cubicBezTo>
                    <a:cubicBezTo>
                      <a:pt x="97" y="134"/>
                      <a:pt x="98" y="132"/>
                      <a:pt x="99" y="131"/>
                    </a:cubicBezTo>
                    <a:cubicBezTo>
                      <a:pt x="100" y="130"/>
                      <a:pt x="101" y="128"/>
                      <a:pt x="101" y="127"/>
                    </a:cubicBezTo>
                    <a:cubicBezTo>
                      <a:pt x="101" y="125"/>
                      <a:pt x="101" y="123"/>
                      <a:pt x="101" y="121"/>
                    </a:cubicBezTo>
                    <a:cubicBezTo>
                      <a:pt x="99" y="120"/>
                      <a:pt x="96" y="120"/>
                      <a:pt x="94" y="120"/>
                    </a:cubicBezTo>
                    <a:cubicBezTo>
                      <a:pt x="93" y="120"/>
                      <a:pt x="89" y="120"/>
                      <a:pt x="89" y="118"/>
                    </a:cubicBezTo>
                    <a:cubicBezTo>
                      <a:pt x="89" y="116"/>
                      <a:pt x="92" y="115"/>
                      <a:pt x="93" y="115"/>
                    </a:cubicBezTo>
                    <a:cubicBezTo>
                      <a:pt x="97" y="114"/>
                      <a:pt x="99" y="115"/>
                      <a:pt x="102" y="118"/>
                    </a:cubicBezTo>
                    <a:cubicBezTo>
                      <a:pt x="103" y="119"/>
                      <a:pt x="105" y="120"/>
                      <a:pt x="107" y="121"/>
                    </a:cubicBezTo>
                    <a:cubicBezTo>
                      <a:pt x="109" y="121"/>
                      <a:pt x="112" y="121"/>
                      <a:pt x="114" y="121"/>
                    </a:cubicBezTo>
                    <a:cubicBezTo>
                      <a:pt x="116" y="120"/>
                      <a:pt x="116" y="119"/>
                      <a:pt x="115" y="117"/>
                    </a:cubicBezTo>
                    <a:cubicBezTo>
                      <a:pt x="114" y="116"/>
                      <a:pt x="112" y="115"/>
                      <a:pt x="111" y="114"/>
                    </a:cubicBezTo>
                    <a:cubicBezTo>
                      <a:pt x="109" y="111"/>
                      <a:pt x="116" y="109"/>
                      <a:pt x="118" y="108"/>
                    </a:cubicBezTo>
                    <a:cubicBezTo>
                      <a:pt x="119" y="106"/>
                      <a:pt x="119" y="104"/>
                      <a:pt x="119" y="102"/>
                    </a:cubicBezTo>
                    <a:cubicBezTo>
                      <a:pt x="119" y="100"/>
                      <a:pt x="119" y="99"/>
                      <a:pt x="117" y="98"/>
                    </a:cubicBezTo>
                    <a:cubicBezTo>
                      <a:pt x="113" y="97"/>
                      <a:pt x="108" y="98"/>
                      <a:pt x="104" y="97"/>
                    </a:cubicBezTo>
                    <a:cubicBezTo>
                      <a:pt x="102" y="97"/>
                      <a:pt x="100" y="97"/>
                      <a:pt x="98" y="97"/>
                    </a:cubicBezTo>
                    <a:cubicBezTo>
                      <a:pt x="97" y="97"/>
                      <a:pt x="95" y="98"/>
                      <a:pt x="94" y="97"/>
                    </a:cubicBezTo>
                    <a:cubicBezTo>
                      <a:pt x="93" y="96"/>
                      <a:pt x="92" y="95"/>
                      <a:pt x="93" y="95"/>
                    </a:cubicBezTo>
                    <a:cubicBezTo>
                      <a:pt x="93" y="95"/>
                      <a:pt x="94" y="95"/>
                      <a:pt x="95" y="95"/>
                    </a:cubicBezTo>
                    <a:cubicBezTo>
                      <a:pt x="96" y="95"/>
                      <a:pt x="96" y="95"/>
                      <a:pt x="97" y="95"/>
                    </a:cubicBezTo>
                    <a:cubicBezTo>
                      <a:pt x="98" y="95"/>
                      <a:pt x="98" y="95"/>
                      <a:pt x="98" y="95"/>
                    </a:cubicBezTo>
                    <a:cubicBezTo>
                      <a:pt x="99" y="95"/>
                      <a:pt x="99" y="95"/>
                      <a:pt x="100" y="96"/>
                    </a:cubicBezTo>
                    <a:cubicBezTo>
                      <a:pt x="101" y="96"/>
                      <a:pt x="103" y="95"/>
                      <a:pt x="104" y="94"/>
                    </a:cubicBezTo>
                    <a:cubicBezTo>
                      <a:pt x="105" y="94"/>
                      <a:pt x="106" y="93"/>
                      <a:pt x="108" y="92"/>
                    </a:cubicBezTo>
                    <a:cubicBezTo>
                      <a:pt x="109" y="92"/>
                      <a:pt x="110" y="91"/>
                      <a:pt x="111" y="90"/>
                    </a:cubicBezTo>
                    <a:cubicBezTo>
                      <a:pt x="112" y="90"/>
                      <a:pt x="112" y="89"/>
                      <a:pt x="112" y="88"/>
                    </a:cubicBezTo>
                    <a:cubicBezTo>
                      <a:pt x="113" y="87"/>
                      <a:pt x="114" y="87"/>
                      <a:pt x="115" y="87"/>
                    </a:cubicBezTo>
                    <a:cubicBezTo>
                      <a:pt x="118" y="87"/>
                      <a:pt x="122" y="91"/>
                      <a:pt x="124" y="88"/>
                    </a:cubicBezTo>
                    <a:cubicBezTo>
                      <a:pt x="125" y="85"/>
                      <a:pt x="125" y="83"/>
                      <a:pt x="126" y="81"/>
                    </a:cubicBezTo>
                    <a:cubicBezTo>
                      <a:pt x="127" y="79"/>
                      <a:pt x="128" y="77"/>
                      <a:pt x="131" y="76"/>
                    </a:cubicBezTo>
                    <a:cubicBezTo>
                      <a:pt x="132" y="75"/>
                      <a:pt x="135" y="75"/>
                      <a:pt x="137" y="74"/>
                    </a:cubicBezTo>
                    <a:cubicBezTo>
                      <a:pt x="138" y="73"/>
                      <a:pt x="139" y="72"/>
                      <a:pt x="139" y="70"/>
                    </a:cubicBezTo>
                    <a:cubicBezTo>
                      <a:pt x="139" y="67"/>
                      <a:pt x="139" y="65"/>
                      <a:pt x="140" y="63"/>
                    </a:cubicBezTo>
                    <a:cubicBezTo>
                      <a:pt x="141" y="60"/>
                      <a:pt x="143" y="59"/>
                      <a:pt x="146" y="57"/>
                    </a:cubicBezTo>
                    <a:cubicBezTo>
                      <a:pt x="152" y="55"/>
                      <a:pt x="159" y="54"/>
                      <a:pt x="163" y="49"/>
                    </a:cubicBezTo>
                    <a:cubicBezTo>
                      <a:pt x="166" y="46"/>
                      <a:pt x="166" y="41"/>
                      <a:pt x="167" y="38"/>
                    </a:cubicBezTo>
                    <a:cubicBezTo>
                      <a:pt x="169" y="33"/>
                      <a:pt x="172" y="29"/>
                      <a:pt x="174" y="24"/>
                    </a:cubicBezTo>
                    <a:cubicBezTo>
                      <a:pt x="175" y="19"/>
                      <a:pt x="175" y="13"/>
                      <a:pt x="175" y="8"/>
                    </a:cubicBezTo>
                    <a:close/>
                    <a:moveTo>
                      <a:pt x="72" y="89"/>
                    </a:moveTo>
                    <a:cubicBezTo>
                      <a:pt x="70" y="89"/>
                      <a:pt x="67" y="90"/>
                      <a:pt x="64" y="91"/>
                    </a:cubicBezTo>
                    <a:cubicBezTo>
                      <a:pt x="63" y="91"/>
                      <a:pt x="63" y="92"/>
                      <a:pt x="63" y="92"/>
                    </a:cubicBezTo>
                    <a:cubicBezTo>
                      <a:pt x="62" y="92"/>
                      <a:pt x="62" y="93"/>
                      <a:pt x="61" y="93"/>
                    </a:cubicBezTo>
                    <a:cubicBezTo>
                      <a:pt x="61" y="94"/>
                      <a:pt x="61" y="94"/>
                      <a:pt x="60" y="94"/>
                    </a:cubicBezTo>
                    <a:cubicBezTo>
                      <a:pt x="59" y="95"/>
                      <a:pt x="59" y="96"/>
                      <a:pt x="58" y="97"/>
                    </a:cubicBezTo>
                    <a:cubicBezTo>
                      <a:pt x="58" y="98"/>
                      <a:pt x="58" y="98"/>
                      <a:pt x="57" y="98"/>
                    </a:cubicBezTo>
                    <a:cubicBezTo>
                      <a:pt x="57" y="99"/>
                      <a:pt x="56" y="99"/>
                      <a:pt x="56" y="100"/>
                    </a:cubicBezTo>
                    <a:cubicBezTo>
                      <a:pt x="55" y="100"/>
                      <a:pt x="54" y="101"/>
                      <a:pt x="54" y="101"/>
                    </a:cubicBezTo>
                    <a:cubicBezTo>
                      <a:pt x="53" y="101"/>
                      <a:pt x="52" y="100"/>
                      <a:pt x="51" y="99"/>
                    </a:cubicBezTo>
                    <a:cubicBezTo>
                      <a:pt x="51" y="98"/>
                      <a:pt x="51" y="97"/>
                      <a:pt x="52" y="96"/>
                    </a:cubicBezTo>
                    <a:cubicBezTo>
                      <a:pt x="53" y="95"/>
                      <a:pt x="54" y="93"/>
                      <a:pt x="56" y="92"/>
                    </a:cubicBezTo>
                    <a:cubicBezTo>
                      <a:pt x="56" y="90"/>
                      <a:pt x="57" y="89"/>
                      <a:pt x="58" y="88"/>
                    </a:cubicBezTo>
                    <a:cubicBezTo>
                      <a:pt x="59" y="87"/>
                      <a:pt x="59" y="87"/>
                      <a:pt x="60" y="86"/>
                    </a:cubicBezTo>
                    <a:cubicBezTo>
                      <a:pt x="61" y="85"/>
                      <a:pt x="62" y="85"/>
                      <a:pt x="62" y="84"/>
                    </a:cubicBezTo>
                    <a:cubicBezTo>
                      <a:pt x="62" y="83"/>
                      <a:pt x="62" y="82"/>
                      <a:pt x="62" y="82"/>
                    </a:cubicBezTo>
                    <a:cubicBezTo>
                      <a:pt x="63" y="81"/>
                      <a:pt x="64" y="81"/>
                      <a:pt x="65" y="81"/>
                    </a:cubicBezTo>
                    <a:cubicBezTo>
                      <a:pt x="65" y="81"/>
                      <a:pt x="65" y="81"/>
                      <a:pt x="66" y="82"/>
                    </a:cubicBezTo>
                    <a:cubicBezTo>
                      <a:pt x="66" y="82"/>
                      <a:pt x="66" y="83"/>
                      <a:pt x="67" y="83"/>
                    </a:cubicBezTo>
                    <a:cubicBezTo>
                      <a:pt x="69" y="84"/>
                      <a:pt x="72" y="82"/>
                      <a:pt x="75" y="84"/>
                    </a:cubicBezTo>
                    <a:cubicBezTo>
                      <a:pt x="75" y="84"/>
                      <a:pt x="76" y="86"/>
                      <a:pt x="76" y="86"/>
                    </a:cubicBezTo>
                    <a:cubicBezTo>
                      <a:pt x="76" y="89"/>
                      <a:pt x="74" y="90"/>
                      <a:pt x="72" y="8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3" name="Freeform 3055">
                <a:extLst>
                  <a:ext uri="{FF2B5EF4-FFF2-40B4-BE49-F238E27FC236}">
                    <a16:creationId xmlns:a16="http://schemas.microsoft.com/office/drawing/2014/main" id="{F7E4E826-484C-494E-BDE7-34496A8DB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19"/>
                <a:ext cx="5" cy="4"/>
              </a:xfrm>
              <a:custGeom>
                <a:avLst/>
                <a:gdLst>
                  <a:gd name="T0" fmla="*/ 4 w 12"/>
                  <a:gd name="T1" fmla="*/ 8 h 9"/>
                  <a:gd name="T2" fmla="*/ 4 w 12"/>
                  <a:gd name="T3" fmla="*/ 8 h 9"/>
                  <a:gd name="T4" fmla="*/ 3 w 12"/>
                  <a:gd name="T5" fmla="*/ 8 h 9"/>
                  <a:gd name="T6" fmla="*/ 0 w 12"/>
                  <a:gd name="T7" fmla="*/ 7 h 9"/>
                  <a:gd name="T8" fmla="*/ 0 w 12"/>
                  <a:gd name="T9" fmla="*/ 5 h 9"/>
                  <a:gd name="T10" fmla="*/ 4 w 12"/>
                  <a:gd name="T11" fmla="*/ 4 h 9"/>
                  <a:gd name="T12" fmla="*/ 5 w 12"/>
                  <a:gd name="T13" fmla="*/ 2 h 9"/>
                  <a:gd name="T14" fmla="*/ 7 w 12"/>
                  <a:gd name="T15" fmla="*/ 1 h 9"/>
                  <a:gd name="T16" fmla="*/ 11 w 12"/>
                  <a:gd name="T17" fmla="*/ 3 h 9"/>
                  <a:gd name="T18" fmla="*/ 10 w 12"/>
                  <a:gd name="T19" fmla="*/ 8 h 9"/>
                  <a:gd name="T20" fmla="*/ 7 w 12"/>
                  <a:gd name="T21" fmla="*/ 9 h 9"/>
                  <a:gd name="T22" fmla="*/ 4 w 12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2" y="8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4"/>
                      <a:pt x="3" y="5"/>
                      <a:pt x="4" y="4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9" y="0"/>
                      <a:pt x="11" y="2"/>
                      <a:pt x="11" y="3"/>
                    </a:cubicBezTo>
                    <a:cubicBezTo>
                      <a:pt x="11" y="5"/>
                      <a:pt x="12" y="7"/>
                      <a:pt x="10" y="8"/>
                    </a:cubicBezTo>
                    <a:cubicBezTo>
                      <a:pt x="9" y="8"/>
                      <a:pt x="8" y="9"/>
                      <a:pt x="7" y="9"/>
                    </a:cubicBezTo>
                    <a:cubicBezTo>
                      <a:pt x="6" y="9"/>
                      <a:pt x="5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4" name="Freeform 3056">
                <a:extLst>
                  <a:ext uri="{FF2B5EF4-FFF2-40B4-BE49-F238E27FC236}">
                    <a16:creationId xmlns:a16="http://schemas.microsoft.com/office/drawing/2014/main" id="{FACCE38A-A9ED-2948-A5BA-0843B2538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86"/>
                <a:ext cx="5" cy="8"/>
              </a:xfrm>
              <a:custGeom>
                <a:avLst/>
                <a:gdLst>
                  <a:gd name="T0" fmla="*/ 12 w 13"/>
                  <a:gd name="T1" fmla="*/ 13 h 18"/>
                  <a:gd name="T2" fmla="*/ 11 w 13"/>
                  <a:gd name="T3" fmla="*/ 12 h 18"/>
                  <a:gd name="T4" fmla="*/ 10 w 13"/>
                  <a:gd name="T5" fmla="*/ 11 h 18"/>
                  <a:gd name="T6" fmla="*/ 9 w 13"/>
                  <a:gd name="T7" fmla="*/ 10 h 18"/>
                  <a:gd name="T8" fmla="*/ 9 w 13"/>
                  <a:gd name="T9" fmla="*/ 9 h 18"/>
                  <a:gd name="T10" fmla="*/ 9 w 13"/>
                  <a:gd name="T11" fmla="*/ 6 h 18"/>
                  <a:gd name="T12" fmla="*/ 9 w 13"/>
                  <a:gd name="T13" fmla="*/ 1 h 18"/>
                  <a:gd name="T14" fmla="*/ 7 w 13"/>
                  <a:gd name="T15" fmla="*/ 0 h 18"/>
                  <a:gd name="T16" fmla="*/ 3 w 13"/>
                  <a:gd name="T17" fmla="*/ 2 h 18"/>
                  <a:gd name="T18" fmla="*/ 3 w 13"/>
                  <a:gd name="T19" fmla="*/ 4 h 18"/>
                  <a:gd name="T20" fmla="*/ 2 w 13"/>
                  <a:gd name="T21" fmla="*/ 6 h 18"/>
                  <a:gd name="T22" fmla="*/ 2 w 13"/>
                  <a:gd name="T23" fmla="*/ 10 h 18"/>
                  <a:gd name="T24" fmla="*/ 7 w 13"/>
                  <a:gd name="T25" fmla="*/ 13 h 18"/>
                  <a:gd name="T26" fmla="*/ 8 w 13"/>
                  <a:gd name="T27" fmla="*/ 15 h 18"/>
                  <a:gd name="T28" fmla="*/ 9 w 13"/>
                  <a:gd name="T29" fmla="*/ 17 h 18"/>
                  <a:gd name="T30" fmla="*/ 12 w 13"/>
                  <a:gd name="T31" fmla="*/ 18 h 18"/>
                  <a:gd name="T32" fmla="*/ 12 w 13"/>
                  <a:gd name="T33" fmla="*/ 15 h 18"/>
                  <a:gd name="T34" fmla="*/ 12 w 13"/>
                  <a:gd name="T3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8">
                    <a:moveTo>
                      <a:pt x="12" y="13"/>
                    </a:moveTo>
                    <a:cubicBezTo>
                      <a:pt x="11" y="13"/>
                      <a:pt x="11" y="12"/>
                      <a:pt x="11" y="12"/>
                    </a:cubicBezTo>
                    <a:cubicBezTo>
                      <a:pt x="11" y="12"/>
                      <a:pt x="11" y="11"/>
                      <a:pt x="10" y="11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4"/>
                      <a:pt x="9" y="3"/>
                      <a:pt x="9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1" y="7"/>
                      <a:pt x="0" y="9"/>
                      <a:pt x="2" y="10"/>
                    </a:cubicBezTo>
                    <a:cubicBezTo>
                      <a:pt x="3" y="11"/>
                      <a:pt x="5" y="12"/>
                      <a:pt x="7" y="13"/>
                    </a:cubicBezTo>
                    <a:cubicBezTo>
                      <a:pt x="7" y="13"/>
                      <a:pt x="8" y="14"/>
                      <a:pt x="8" y="15"/>
                    </a:cubicBezTo>
                    <a:cubicBezTo>
                      <a:pt x="8" y="16"/>
                      <a:pt x="8" y="16"/>
                      <a:pt x="9" y="17"/>
                    </a:cubicBezTo>
                    <a:cubicBezTo>
                      <a:pt x="9" y="18"/>
                      <a:pt x="11" y="18"/>
                      <a:pt x="12" y="18"/>
                    </a:cubicBezTo>
                    <a:cubicBezTo>
                      <a:pt x="13" y="17"/>
                      <a:pt x="12" y="16"/>
                      <a:pt x="12" y="15"/>
                    </a:cubicBezTo>
                    <a:cubicBezTo>
                      <a:pt x="12" y="14"/>
                      <a:pt x="12" y="14"/>
                      <a:pt x="1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5" name="Freeform 3057">
                <a:extLst>
                  <a:ext uri="{FF2B5EF4-FFF2-40B4-BE49-F238E27FC236}">
                    <a16:creationId xmlns:a16="http://schemas.microsoft.com/office/drawing/2014/main" id="{F33EF3EE-A1CC-ED41-8D85-0FC22B37E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600"/>
                <a:ext cx="10" cy="6"/>
              </a:xfrm>
              <a:custGeom>
                <a:avLst/>
                <a:gdLst>
                  <a:gd name="T0" fmla="*/ 7 w 24"/>
                  <a:gd name="T1" fmla="*/ 14 h 15"/>
                  <a:gd name="T2" fmla="*/ 6 w 24"/>
                  <a:gd name="T3" fmla="*/ 14 h 15"/>
                  <a:gd name="T4" fmla="*/ 2 w 24"/>
                  <a:gd name="T5" fmla="*/ 15 h 15"/>
                  <a:gd name="T6" fmla="*/ 0 w 24"/>
                  <a:gd name="T7" fmla="*/ 10 h 15"/>
                  <a:gd name="T8" fmla="*/ 3 w 24"/>
                  <a:gd name="T9" fmla="*/ 5 h 15"/>
                  <a:gd name="T10" fmla="*/ 7 w 24"/>
                  <a:gd name="T11" fmla="*/ 5 h 15"/>
                  <a:gd name="T12" fmla="*/ 12 w 24"/>
                  <a:gd name="T13" fmla="*/ 5 h 15"/>
                  <a:gd name="T14" fmla="*/ 14 w 24"/>
                  <a:gd name="T15" fmla="*/ 4 h 15"/>
                  <a:gd name="T16" fmla="*/ 16 w 24"/>
                  <a:gd name="T17" fmla="*/ 2 h 15"/>
                  <a:gd name="T18" fmla="*/ 20 w 24"/>
                  <a:gd name="T19" fmla="*/ 0 h 15"/>
                  <a:gd name="T20" fmla="*/ 24 w 24"/>
                  <a:gd name="T21" fmla="*/ 1 h 15"/>
                  <a:gd name="T22" fmla="*/ 23 w 24"/>
                  <a:gd name="T23" fmla="*/ 4 h 15"/>
                  <a:gd name="T24" fmla="*/ 21 w 24"/>
                  <a:gd name="T25" fmla="*/ 6 h 15"/>
                  <a:gd name="T26" fmla="*/ 20 w 24"/>
                  <a:gd name="T27" fmla="*/ 8 h 15"/>
                  <a:gd name="T28" fmla="*/ 19 w 24"/>
                  <a:gd name="T29" fmla="*/ 12 h 15"/>
                  <a:gd name="T30" fmla="*/ 13 w 24"/>
                  <a:gd name="T31" fmla="*/ 14 h 15"/>
                  <a:gd name="T32" fmla="*/ 7 w 24"/>
                  <a:gd name="T3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7" y="14"/>
                    </a:move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4" y="15"/>
                      <a:pt x="2" y="15"/>
                    </a:cubicBezTo>
                    <a:cubicBezTo>
                      <a:pt x="0" y="14"/>
                      <a:pt x="0" y="12"/>
                      <a:pt x="0" y="10"/>
                    </a:cubicBezTo>
                    <a:cubicBezTo>
                      <a:pt x="1" y="8"/>
                      <a:pt x="1" y="6"/>
                      <a:pt x="3" y="5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9" y="5"/>
                      <a:pt x="10" y="5"/>
                      <a:pt x="12" y="5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3"/>
                      <a:pt x="16" y="2"/>
                    </a:cubicBezTo>
                    <a:cubicBezTo>
                      <a:pt x="17" y="1"/>
                      <a:pt x="19" y="1"/>
                      <a:pt x="20" y="0"/>
                    </a:cubicBezTo>
                    <a:cubicBezTo>
                      <a:pt x="22" y="0"/>
                      <a:pt x="24" y="0"/>
                      <a:pt x="24" y="1"/>
                    </a:cubicBezTo>
                    <a:cubicBezTo>
                      <a:pt x="24" y="2"/>
                      <a:pt x="24" y="3"/>
                      <a:pt x="23" y="4"/>
                    </a:cubicBezTo>
                    <a:cubicBezTo>
                      <a:pt x="23" y="5"/>
                      <a:pt x="22" y="5"/>
                      <a:pt x="21" y="6"/>
                    </a:cubicBezTo>
                    <a:cubicBezTo>
                      <a:pt x="21" y="6"/>
                      <a:pt x="20" y="7"/>
                      <a:pt x="20" y="8"/>
                    </a:cubicBezTo>
                    <a:cubicBezTo>
                      <a:pt x="20" y="9"/>
                      <a:pt x="20" y="10"/>
                      <a:pt x="19" y="12"/>
                    </a:cubicBezTo>
                    <a:cubicBezTo>
                      <a:pt x="18" y="14"/>
                      <a:pt x="15" y="14"/>
                      <a:pt x="13" y="14"/>
                    </a:cubicBezTo>
                    <a:cubicBezTo>
                      <a:pt x="11" y="14"/>
                      <a:pt x="9" y="14"/>
                      <a:pt x="7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6" name="Freeform 3058">
                <a:extLst>
                  <a:ext uri="{FF2B5EF4-FFF2-40B4-BE49-F238E27FC236}">
                    <a16:creationId xmlns:a16="http://schemas.microsoft.com/office/drawing/2014/main" id="{09BA29B0-C4FD-DB47-9E62-7FA5A608B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632"/>
                <a:ext cx="5" cy="3"/>
              </a:xfrm>
              <a:custGeom>
                <a:avLst/>
                <a:gdLst>
                  <a:gd name="T0" fmla="*/ 0 w 11"/>
                  <a:gd name="T1" fmla="*/ 3 h 6"/>
                  <a:gd name="T2" fmla="*/ 1 w 11"/>
                  <a:gd name="T3" fmla="*/ 0 h 6"/>
                  <a:gd name="T4" fmla="*/ 4 w 11"/>
                  <a:gd name="T5" fmla="*/ 1 h 6"/>
                  <a:gd name="T6" fmla="*/ 8 w 11"/>
                  <a:gd name="T7" fmla="*/ 1 h 6"/>
                  <a:gd name="T8" fmla="*/ 10 w 11"/>
                  <a:gd name="T9" fmla="*/ 2 h 6"/>
                  <a:gd name="T10" fmla="*/ 9 w 11"/>
                  <a:gd name="T11" fmla="*/ 6 h 6"/>
                  <a:gd name="T12" fmla="*/ 3 w 11"/>
                  <a:gd name="T13" fmla="*/ 6 h 6"/>
                  <a:gd name="T14" fmla="*/ 0 w 11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1"/>
                      <a:pt x="6" y="1"/>
                      <a:pt x="8" y="1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3"/>
                      <a:pt x="11" y="5"/>
                      <a:pt x="9" y="6"/>
                    </a:cubicBezTo>
                    <a:cubicBezTo>
                      <a:pt x="7" y="6"/>
                      <a:pt x="5" y="6"/>
                      <a:pt x="3" y="6"/>
                    </a:cubicBezTo>
                    <a:cubicBezTo>
                      <a:pt x="2" y="6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7" name="Freeform 3059">
                <a:extLst>
                  <a:ext uri="{FF2B5EF4-FFF2-40B4-BE49-F238E27FC236}">
                    <a16:creationId xmlns:a16="http://schemas.microsoft.com/office/drawing/2014/main" id="{5253BA0E-5F04-DD4B-891A-A9500EED9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476"/>
                <a:ext cx="4" cy="6"/>
              </a:xfrm>
              <a:custGeom>
                <a:avLst/>
                <a:gdLst>
                  <a:gd name="T0" fmla="*/ 7 w 8"/>
                  <a:gd name="T1" fmla="*/ 12 h 15"/>
                  <a:gd name="T2" fmla="*/ 3 w 8"/>
                  <a:gd name="T3" fmla="*/ 15 h 15"/>
                  <a:gd name="T4" fmla="*/ 1 w 8"/>
                  <a:gd name="T5" fmla="*/ 9 h 15"/>
                  <a:gd name="T6" fmla="*/ 3 w 8"/>
                  <a:gd name="T7" fmla="*/ 3 h 15"/>
                  <a:gd name="T8" fmla="*/ 7 w 8"/>
                  <a:gd name="T9" fmla="*/ 1 h 15"/>
                  <a:gd name="T10" fmla="*/ 8 w 8"/>
                  <a:gd name="T11" fmla="*/ 6 h 15"/>
                  <a:gd name="T12" fmla="*/ 8 w 8"/>
                  <a:gd name="T13" fmla="*/ 8 h 15"/>
                  <a:gd name="T14" fmla="*/ 8 w 8"/>
                  <a:gd name="T15" fmla="*/ 9 h 15"/>
                  <a:gd name="T16" fmla="*/ 7 w 8"/>
                  <a:gd name="T1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7" y="12"/>
                    </a:moveTo>
                    <a:cubicBezTo>
                      <a:pt x="6" y="13"/>
                      <a:pt x="5" y="14"/>
                      <a:pt x="3" y="15"/>
                    </a:cubicBezTo>
                    <a:cubicBezTo>
                      <a:pt x="0" y="15"/>
                      <a:pt x="1" y="11"/>
                      <a:pt x="1" y="9"/>
                    </a:cubicBezTo>
                    <a:cubicBezTo>
                      <a:pt x="1" y="7"/>
                      <a:pt x="2" y="5"/>
                      <a:pt x="3" y="3"/>
                    </a:cubicBezTo>
                    <a:cubicBezTo>
                      <a:pt x="3" y="2"/>
                      <a:pt x="5" y="0"/>
                      <a:pt x="7" y="1"/>
                    </a:cubicBezTo>
                    <a:cubicBezTo>
                      <a:pt x="7" y="2"/>
                      <a:pt x="7" y="5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9"/>
                      <a:pt x="8" y="9"/>
                    </a:cubicBezTo>
                    <a:cubicBezTo>
                      <a:pt x="8" y="10"/>
                      <a:pt x="7" y="11"/>
                      <a:pt x="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8" name="Freeform 3060">
                <a:extLst>
                  <a:ext uri="{FF2B5EF4-FFF2-40B4-BE49-F238E27FC236}">
                    <a16:creationId xmlns:a16="http://schemas.microsoft.com/office/drawing/2014/main" id="{1D71749C-50AB-A14E-8562-CAD076F38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476"/>
                <a:ext cx="30" cy="19"/>
              </a:xfrm>
              <a:custGeom>
                <a:avLst/>
                <a:gdLst>
                  <a:gd name="T0" fmla="*/ 24 w 74"/>
                  <a:gd name="T1" fmla="*/ 30 h 46"/>
                  <a:gd name="T2" fmla="*/ 19 w 74"/>
                  <a:gd name="T3" fmla="*/ 23 h 46"/>
                  <a:gd name="T4" fmla="*/ 13 w 74"/>
                  <a:gd name="T5" fmla="*/ 18 h 46"/>
                  <a:gd name="T6" fmla="*/ 5 w 74"/>
                  <a:gd name="T7" fmla="*/ 15 h 46"/>
                  <a:gd name="T8" fmla="*/ 1 w 74"/>
                  <a:gd name="T9" fmla="*/ 10 h 46"/>
                  <a:gd name="T10" fmla="*/ 10 w 74"/>
                  <a:gd name="T11" fmla="*/ 6 h 46"/>
                  <a:gd name="T12" fmla="*/ 20 w 74"/>
                  <a:gd name="T13" fmla="*/ 5 h 46"/>
                  <a:gd name="T14" fmla="*/ 31 w 74"/>
                  <a:gd name="T15" fmla="*/ 5 h 46"/>
                  <a:gd name="T16" fmla="*/ 38 w 74"/>
                  <a:gd name="T17" fmla="*/ 1 h 46"/>
                  <a:gd name="T18" fmla="*/ 43 w 74"/>
                  <a:gd name="T19" fmla="*/ 6 h 46"/>
                  <a:gd name="T20" fmla="*/ 48 w 74"/>
                  <a:gd name="T21" fmla="*/ 3 h 46"/>
                  <a:gd name="T22" fmla="*/ 52 w 74"/>
                  <a:gd name="T23" fmla="*/ 2 h 46"/>
                  <a:gd name="T24" fmla="*/ 55 w 74"/>
                  <a:gd name="T25" fmla="*/ 6 h 46"/>
                  <a:gd name="T26" fmla="*/ 62 w 74"/>
                  <a:gd name="T27" fmla="*/ 12 h 46"/>
                  <a:gd name="T28" fmla="*/ 73 w 74"/>
                  <a:gd name="T29" fmla="*/ 24 h 46"/>
                  <a:gd name="T30" fmla="*/ 69 w 74"/>
                  <a:gd name="T31" fmla="*/ 28 h 46"/>
                  <a:gd name="T32" fmla="*/ 60 w 74"/>
                  <a:gd name="T33" fmla="*/ 30 h 46"/>
                  <a:gd name="T34" fmla="*/ 55 w 74"/>
                  <a:gd name="T35" fmla="*/ 40 h 46"/>
                  <a:gd name="T36" fmla="*/ 41 w 74"/>
                  <a:gd name="T37" fmla="*/ 44 h 46"/>
                  <a:gd name="T38" fmla="*/ 35 w 74"/>
                  <a:gd name="T39" fmla="*/ 42 h 46"/>
                  <a:gd name="T40" fmla="*/ 28 w 74"/>
                  <a:gd name="T41" fmla="*/ 38 h 46"/>
                  <a:gd name="T42" fmla="*/ 24 w 74"/>
                  <a:gd name="T43" fmla="*/ 3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4" h="46">
                    <a:moveTo>
                      <a:pt x="24" y="30"/>
                    </a:moveTo>
                    <a:cubicBezTo>
                      <a:pt x="22" y="28"/>
                      <a:pt x="21" y="25"/>
                      <a:pt x="19" y="23"/>
                    </a:cubicBezTo>
                    <a:cubicBezTo>
                      <a:pt x="17" y="21"/>
                      <a:pt x="15" y="20"/>
                      <a:pt x="13" y="18"/>
                    </a:cubicBezTo>
                    <a:cubicBezTo>
                      <a:pt x="10" y="16"/>
                      <a:pt x="8" y="15"/>
                      <a:pt x="5" y="15"/>
                    </a:cubicBezTo>
                    <a:cubicBezTo>
                      <a:pt x="2" y="14"/>
                      <a:pt x="0" y="13"/>
                      <a:pt x="1" y="10"/>
                    </a:cubicBezTo>
                    <a:cubicBezTo>
                      <a:pt x="2" y="7"/>
                      <a:pt x="7" y="6"/>
                      <a:pt x="10" y="6"/>
                    </a:cubicBezTo>
                    <a:cubicBezTo>
                      <a:pt x="13" y="5"/>
                      <a:pt x="17" y="5"/>
                      <a:pt x="20" y="5"/>
                    </a:cubicBezTo>
                    <a:cubicBezTo>
                      <a:pt x="24" y="5"/>
                      <a:pt x="28" y="7"/>
                      <a:pt x="31" y="5"/>
                    </a:cubicBezTo>
                    <a:cubicBezTo>
                      <a:pt x="34" y="5"/>
                      <a:pt x="35" y="1"/>
                      <a:pt x="38" y="1"/>
                    </a:cubicBezTo>
                    <a:cubicBezTo>
                      <a:pt x="41" y="0"/>
                      <a:pt x="42" y="4"/>
                      <a:pt x="43" y="6"/>
                    </a:cubicBezTo>
                    <a:cubicBezTo>
                      <a:pt x="44" y="9"/>
                      <a:pt x="47" y="4"/>
                      <a:pt x="48" y="3"/>
                    </a:cubicBezTo>
                    <a:cubicBezTo>
                      <a:pt x="50" y="2"/>
                      <a:pt x="51" y="1"/>
                      <a:pt x="52" y="2"/>
                    </a:cubicBezTo>
                    <a:cubicBezTo>
                      <a:pt x="54" y="2"/>
                      <a:pt x="55" y="5"/>
                      <a:pt x="55" y="6"/>
                    </a:cubicBezTo>
                    <a:cubicBezTo>
                      <a:pt x="57" y="9"/>
                      <a:pt x="58" y="12"/>
                      <a:pt x="62" y="12"/>
                    </a:cubicBezTo>
                    <a:cubicBezTo>
                      <a:pt x="68" y="12"/>
                      <a:pt x="73" y="17"/>
                      <a:pt x="73" y="24"/>
                    </a:cubicBezTo>
                    <a:cubicBezTo>
                      <a:pt x="74" y="27"/>
                      <a:pt x="72" y="28"/>
                      <a:pt x="69" y="28"/>
                    </a:cubicBezTo>
                    <a:cubicBezTo>
                      <a:pt x="66" y="28"/>
                      <a:pt x="62" y="27"/>
                      <a:pt x="60" y="30"/>
                    </a:cubicBezTo>
                    <a:cubicBezTo>
                      <a:pt x="58" y="33"/>
                      <a:pt x="57" y="37"/>
                      <a:pt x="55" y="40"/>
                    </a:cubicBezTo>
                    <a:cubicBezTo>
                      <a:pt x="52" y="44"/>
                      <a:pt x="46" y="46"/>
                      <a:pt x="41" y="44"/>
                    </a:cubicBezTo>
                    <a:cubicBezTo>
                      <a:pt x="39" y="44"/>
                      <a:pt x="37" y="43"/>
                      <a:pt x="35" y="42"/>
                    </a:cubicBezTo>
                    <a:cubicBezTo>
                      <a:pt x="32" y="41"/>
                      <a:pt x="30" y="40"/>
                      <a:pt x="28" y="38"/>
                    </a:cubicBezTo>
                    <a:cubicBezTo>
                      <a:pt x="26" y="36"/>
                      <a:pt x="25" y="33"/>
                      <a:pt x="24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9" name="Freeform 3061">
                <a:extLst>
                  <a:ext uri="{FF2B5EF4-FFF2-40B4-BE49-F238E27FC236}">
                    <a16:creationId xmlns:a16="http://schemas.microsoft.com/office/drawing/2014/main" id="{5DB83BC9-6328-9342-8534-2204050F0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437"/>
                <a:ext cx="11" cy="10"/>
              </a:xfrm>
              <a:custGeom>
                <a:avLst/>
                <a:gdLst>
                  <a:gd name="T0" fmla="*/ 4 w 29"/>
                  <a:gd name="T1" fmla="*/ 16 h 26"/>
                  <a:gd name="T2" fmla="*/ 1 w 29"/>
                  <a:gd name="T3" fmla="*/ 10 h 26"/>
                  <a:gd name="T4" fmla="*/ 2 w 29"/>
                  <a:gd name="T5" fmla="*/ 3 h 26"/>
                  <a:gd name="T6" fmla="*/ 6 w 29"/>
                  <a:gd name="T7" fmla="*/ 1 h 26"/>
                  <a:gd name="T8" fmla="*/ 13 w 29"/>
                  <a:gd name="T9" fmla="*/ 5 h 26"/>
                  <a:gd name="T10" fmla="*/ 20 w 29"/>
                  <a:gd name="T11" fmla="*/ 9 h 26"/>
                  <a:gd name="T12" fmla="*/ 28 w 29"/>
                  <a:gd name="T13" fmla="*/ 14 h 26"/>
                  <a:gd name="T14" fmla="*/ 27 w 29"/>
                  <a:gd name="T15" fmla="*/ 21 h 26"/>
                  <a:gd name="T16" fmla="*/ 22 w 29"/>
                  <a:gd name="T17" fmla="*/ 26 h 26"/>
                  <a:gd name="T18" fmla="*/ 12 w 29"/>
                  <a:gd name="T19" fmla="*/ 23 h 26"/>
                  <a:gd name="T20" fmla="*/ 4 w 29"/>
                  <a:gd name="T21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26">
                    <a:moveTo>
                      <a:pt x="4" y="16"/>
                    </a:moveTo>
                    <a:cubicBezTo>
                      <a:pt x="3" y="14"/>
                      <a:pt x="1" y="12"/>
                      <a:pt x="1" y="10"/>
                    </a:cubicBezTo>
                    <a:cubicBezTo>
                      <a:pt x="0" y="8"/>
                      <a:pt x="1" y="5"/>
                      <a:pt x="2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9" y="1"/>
                      <a:pt x="11" y="4"/>
                      <a:pt x="13" y="5"/>
                    </a:cubicBezTo>
                    <a:cubicBezTo>
                      <a:pt x="15" y="7"/>
                      <a:pt x="18" y="8"/>
                      <a:pt x="20" y="9"/>
                    </a:cubicBezTo>
                    <a:cubicBezTo>
                      <a:pt x="23" y="10"/>
                      <a:pt x="26" y="11"/>
                      <a:pt x="28" y="14"/>
                    </a:cubicBezTo>
                    <a:cubicBezTo>
                      <a:pt x="29" y="16"/>
                      <a:pt x="27" y="19"/>
                      <a:pt x="27" y="21"/>
                    </a:cubicBezTo>
                    <a:cubicBezTo>
                      <a:pt x="26" y="23"/>
                      <a:pt x="25" y="26"/>
                      <a:pt x="22" y="26"/>
                    </a:cubicBezTo>
                    <a:cubicBezTo>
                      <a:pt x="18" y="25"/>
                      <a:pt x="15" y="24"/>
                      <a:pt x="12" y="23"/>
                    </a:cubicBezTo>
                    <a:cubicBezTo>
                      <a:pt x="10" y="21"/>
                      <a:pt x="5" y="19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0" name="Freeform 3062">
                <a:extLst>
                  <a:ext uri="{FF2B5EF4-FFF2-40B4-BE49-F238E27FC236}">
                    <a16:creationId xmlns:a16="http://schemas.microsoft.com/office/drawing/2014/main" id="{6286E73C-FFE0-9B4A-80C1-DF2F9F4918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1" y="1582"/>
                <a:ext cx="536" cy="922"/>
              </a:xfrm>
              <a:custGeom>
                <a:avLst/>
                <a:gdLst>
                  <a:gd name="T0" fmla="*/ 1070 w 1317"/>
                  <a:gd name="T1" fmla="*/ 1671 h 2266"/>
                  <a:gd name="T2" fmla="*/ 1124 w 1317"/>
                  <a:gd name="T3" fmla="*/ 1495 h 2266"/>
                  <a:gd name="T4" fmla="*/ 997 w 1317"/>
                  <a:gd name="T5" fmla="*/ 1158 h 2266"/>
                  <a:gd name="T6" fmla="*/ 946 w 1317"/>
                  <a:gd name="T7" fmla="*/ 838 h 2266"/>
                  <a:gd name="T8" fmla="*/ 800 w 1317"/>
                  <a:gd name="T9" fmla="*/ 732 h 2266"/>
                  <a:gd name="T10" fmla="*/ 885 w 1317"/>
                  <a:gd name="T11" fmla="*/ 647 h 2266"/>
                  <a:gd name="T12" fmla="*/ 1052 w 1317"/>
                  <a:gd name="T13" fmla="*/ 355 h 2266"/>
                  <a:gd name="T14" fmla="*/ 791 w 1317"/>
                  <a:gd name="T15" fmla="*/ 285 h 2266"/>
                  <a:gd name="T16" fmla="*/ 881 w 1317"/>
                  <a:gd name="T17" fmla="*/ 186 h 2266"/>
                  <a:gd name="T18" fmla="*/ 796 w 1317"/>
                  <a:gd name="T19" fmla="*/ 60 h 2266"/>
                  <a:gd name="T20" fmla="*/ 708 w 1317"/>
                  <a:gd name="T21" fmla="*/ 43 h 2266"/>
                  <a:gd name="T22" fmla="*/ 636 w 1317"/>
                  <a:gd name="T23" fmla="*/ 115 h 2266"/>
                  <a:gd name="T24" fmla="*/ 569 w 1317"/>
                  <a:gd name="T25" fmla="*/ 162 h 2266"/>
                  <a:gd name="T26" fmla="*/ 571 w 1317"/>
                  <a:gd name="T27" fmla="*/ 298 h 2266"/>
                  <a:gd name="T28" fmla="*/ 530 w 1317"/>
                  <a:gd name="T29" fmla="*/ 397 h 2266"/>
                  <a:gd name="T30" fmla="*/ 413 w 1317"/>
                  <a:gd name="T31" fmla="*/ 435 h 2266"/>
                  <a:gd name="T32" fmla="*/ 525 w 1317"/>
                  <a:gd name="T33" fmla="*/ 491 h 2266"/>
                  <a:gd name="T34" fmla="*/ 524 w 1317"/>
                  <a:gd name="T35" fmla="*/ 549 h 2266"/>
                  <a:gd name="T36" fmla="*/ 439 w 1317"/>
                  <a:gd name="T37" fmla="*/ 708 h 2266"/>
                  <a:gd name="T38" fmla="*/ 526 w 1317"/>
                  <a:gd name="T39" fmla="*/ 627 h 2266"/>
                  <a:gd name="T40" fmla="*/ 545 w 1317"/>
                  <a:gd name="T41" fmla="*/ 672 h 2266"/>
                  <a:gd name="T42" fmla="*/ 594 w 1317"/>
                  <a:gd name="T43" fmla="*/ 653 h 2266"/>
                  <a:gd name="T44" fmla="*/ 505 w 1317"/>
                  <a:gd name="T45" fmla="*/ 855 h 2266"/>
                  <a:gd name="T46" fmla="*/ 527 w 1317"/>
                  <a:gd name="T47" fmla="*/ 1026 h 2266"/>
                  <a:gd name="T48" fmla="*/ 664 w 1317"/>
                  <a:gd name="T49" fmla="*/ 1005 h 2266"/>
                  <a:gd name="T50" fmla="*/ 655 w 1317"/>
                  <a:gd name="T51" fmla="*/ 1229 h 2266"/>
                  <a:gd name="T52" fmla="*/ 682 w 1317"/>
                  <a:gd name="T53" fmla="*/ 1359 h 2266"/>
                  <a:gd name="T54" fmla="*/ 442 w 1317"/>
                  <a:gd name="T55" fmla="*/ 1382 h 2266"/>
                  <a:gd name="T56" fmla="*/ 350 w 1317"/>
                  <a:gd name="T57" fmla="*/ 1520 h 2266"/>
                  <a:gd name="T58" fmla="*/ 253 w 1317"/>
                  <a:gd name="T59" fmla="*/ 1706 h 2266"/>
                  <a:gd name="T60" fmla="*/ 214 w 1317"/>
                  <a:gd name="T61" fmla="*/ 1791 h 2266"/>
                  <a:gd name="T62" fmla="*/ 288 w 1317"/>
                  <a:gd name="T63" fmla="*/ 1804 h 2266"/>
                  <a:gd name="T64" fmla="*/ 353 w 1317"/>
                  <a:gd name="T65" fmla="*/ 1870 h 2266"/>
                  <a:gd name="T66" fmla="*/ 618 w 1317"/>
                  <a:gd name="T67" fmla="*/ 1890 h 2266"/>
                  <a:gd name="T68" fmla="*/ 473 w 1317"/>
                  <a:gd name="T69" fmla="*/ 2007 h 2266"/>
                  <a:gd name="T70" fmla="*/ 253 w 1317"/>
                  <a:gd name="T71" fmla="*/ 2001 h 2266"/>
                  <a:gd name="T72" fmla="*/ 40 w 1317"/>
                  <a:gd name="T73" fmla="*/ 2196 h 2266"/>
                  <a:gd name="T74" fmla="*/ 245 w 1317"/>
                  <a:gd name="T75" fmla="*/ 2192 h 2266"/>
                  <a:gd name="T76" fmla="*/ 345 w 1317"/>
                  <a:gd name="T77" fmla="*/ 2211 h 2266"/>
                  <a:gd name="T78" fmla="*/ 605 w 1317"/>
                  <a:gd name="T79" fmla="*/ 2182 h 2266"/>
                  <a:gd name="T80" fmla="*/ 766 w 1317"/>
                  <a:gd name="T81" fmla="*/ 2184 h 2266"/>
                  <a:gd name="T82" fmla="*/ 916 w 1317"/>
                  <a:gd name="T83" fmla="*/ 2235 h 2266"/>
                  <a:gd name="T84" fmla="*/ 1079 w 1317"/>
                  <a:gd name="T85" fmla="*/ 2097 h 2266"/>
                  <a:gd name="T86" fmla="*/ 1176 w 1317"/>
                  <a:gd name="T87" fmla="*/ 2022 h 2266"/>
                  <a:gd name="T88" fmla="*/ 1290 w 1317"/>
                  <a:gd name="T89" fmla="*/ 1868 h 2266"/>
                  <a:gd name="T90" fmla="*/ 861 w 1317"/>
                  <a:gd name="T91" fmla="*/ 510 h 2266"/>
                  <a:gd name="T92" fmla="*/ 903 w 1317"/>
                  <a:gd name="T93" fmla="*/ 100 h 2266"/>
                  <a:gd name="T94" fmla="*/ 803 w 1317"/>
                  <a:gd name="T95" fmla="*/ 105 h 2266"/>
                  <a:gd name="T96" fmla="*/ 509 w 1317"/>
                  <a:gd name="T97" fmla="*/ 591 h 2266"/>
                  <a:gd name="T98" fmla="*/ 512 w 1317"/>
                  <a:gd name="T99" fmla="*/ 1009 h 2266"/>
                  <a:gd name="T100" fmla="*/ 626 w 1317"/>
                  <a:gd name="T101" fmla="*/ 982 h 2266"/>
                  <a:gd name="T102" fmla="*/ 767 w 1317"/>
                  <a:gd name="T103" fmla="*/ 210 h 2266"/>
                  <a:gd name="T104" fmla="*/ 717 w 1317"/>
                  <a:gd name="T105" fmla="*/ 120 h 2266"/>
                  <a:gd name="T106" fmla="*/ 672 w 1317"/>
                  <a:gd name="T107" fmla="*/ 179 h 2266"/>
                  <a:gd name="T108" fmla="*/ 653 w 1317"/>
                  <a:gd name="T109" fmla="*/ 247 h 2266"/>
                  <a:gd name="T110" fmla="*/ 649 w 1317"/>
                  <a:gd name="T111" fmla="*/ 410 h 2266"/>
                  <a:gd name="T112" fmla="*/ 617 w 1317"/>
                  <a:gd name="T113" fmla="*/ 302 h 2266"/>
                  <a:gd name="T114" fmla="*/ 577 w 1317"/>
                  <a:gd name="T115" fmla="*/ 214 h 2266"/>
                  <a:gd name="T116" fmla="*/ 634 w 1317"/>
                  <a:gd name="T117" fmla="*/ 615 h 2266"/>
                  <a:gd name="T118" fmla="*/ 720 w 1317"/>
                  <a:gd name="T119" fmla="*/ 881 h 2266"/>
                  <a:gd name="T120" fmla="*/ 436 w 1317"/>
                  <a:gd name="T121" fmla="*/ 1553 h 2266"/>
                  <a:gd name="T122" fmla="*/ 459 w 1317"/>
                  <a:gd name="T123" fmla="*/ 1507 h 2266"/>
                  <a:gd name="T124" fmla="*/ 517 w 1317"/>
                  <a:gd name="T125" fmla="*/ 1575 h 2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17" h="2266">
                    <a:moveTo>
                      <a:pt x="1316" y="1814"/>
                    </a:moveTo>
                    <a:cubicBezTo>
                      <a:pt x="1316" y="1813"/>
                      <a:pt x="1316" y="1811"/>
                      <a:pt x="1316" y="1809"/>
                    </a:cubicBezTo>
                    <a:cubicBezTo>
                      <a:pt x="1316" y="1808"/>
                      <a:pt x="1315" y="1807"/>
                      <a:pt x="1315" y="1806"/>
                    </a:cubicBezTo>
                    <a:cubicBezTo>
                      <a:pt x="1315" y="1803"/>
                      <a:pt x="1314" y="1799"/>
                      <a:pt x="1314" y="1796"/>
                    </a:cubicBezTo>
                    <a:cubicBezTo>
                      <a:pt x="1313" y="1793"/>
                      <a:pt x="1312" y="1791"/>
                      <a:pt x="1311" y="1788"/>
                    </a:cubicBezTo>
                    <a:cubicBezTo>
                      <a:pt x="1310" y="1787"/>
                      <a:pt x="1310" y="1786"/>
                      <a:pt x="1310" y="1785"/>
                    </a:cubicBezTo>
                    <a:cubicBezTo>
                      <a:pt x="1309" y="1784"/>
                      <a:pt x="1309" y="1783"/>
                      <a:pt x="1308" y="1782"/>
                    </a:cubicBezTo>
                    <a:cubicBezTo>
                      <a:pt x="1307" y="1781"/>
                      <a:pt x="1307" y="1781"/>
                      <a:pt x="1306" y="1780"/>
                    </a:cubicBezTo>
                    <a:cubicBezTo>
                      <a:pt x="1305" y="1779"/>
                      <a:pt x="1305" y="1778"/>
                      <a:pt x="1304" y="1777"/>
                    </a:cubicBezTo>
                    <a:cubicBezTo>
                      <a:pt x="1302" y="1775"/>
                      <a:pt x="1301" y="1772"/>
                      <a:pt x="1299" y="1769"/>
                    </a:cubicBezTo>
                    <a:cubicBezTo>
                      <a:pt x="1298" y="1768"/>
                      <a:pt x="1296" y="1766"/>
                      <a:pt x="1295" y="1764"/>
                    </a:cubicBezTo>
                    <a:cubicBezTo>
                      <a:pt x="1295" y="1762"/>
                      <a:pt x="1293" y="1761"/>
                      <a:pt x="1292" y="1759"/>
                    </a:cubicBezTo>
                    <a:cubicBezTo>
                      <a:pt x="1292" y="1758"/>
                      <a:pt x="1291" y="1757"/>
                      <a:pt x="1290" y="1756"/>
                    </a:cubicBezTo>
                    <a:cubicBezTo>
                      <a:pt x="1290" y="1756"/>
                      <a:pt x="1289" y="1756"/>
                      <a:pt x="1289" y="1755"/>
                    </a:cubicBezTo>
                    <a:cubicBezTo>
                      <a:pt x="1287" y="1752"/>
                      <a:pt x="1284" y="1748"/>
                      <a:pt x="1282" y="1744"/>
                    </a:cubicBezTo>
                    <a:cubicBezTo>
                      <a:pt x="1281" y="1742"/>
                      <a:pt x="1279" y="1741"/>
                      <a:pt x="1278" y="1739"/>
                    </a:cubicBezTo>
                    <a:cubicBezTo>
                      <a:pt x="1274" y="1734"/>
                      <a:pt x="1269" y="1730"/>
                      <a:pt x="1263" y="1727"/>
                    </a:cubicBezTo>
                    <a:cubicBezTo>
                      <a:pt x="1255" y="1723"/>
                      <a:pt x="1246" y="1723"/>
                      <a:pt x="1238" y="1719"/>
                    </a:cubicBezTo>
                    <a:cubicBezTo>
                      <a:pt x="1233" y="1716"/>
                      <a:pt x="1229" y="1713"/>
                      <a:pt x="1224" y="1712"/>
                    </a:cubicBezTo>
                    <a:cubicBezTo>
                      <a:pt x="1219" y="1710"/>
                      <a:pt x="1214" y="1711"/>
                      <a:pt x="1208" y="1710"/>
                    </a:cubicBezTo>
                    <a:cubicBezTo>
                      <a:pt x="1207" y="1710"/>
                      <a:pt x="1205" y="1710"/>
                      <a:pt x="1204" y="1709"/>
                    </a:cubicBezTo>
                    <a:cubicBezTo>
                      <a:pt x="1203" y="1708"/>
                      <a:pt x="1203" y="1707"/>
                      <a:pt x="1202" y="1706"/>
                    </a:cubicBezTo>
                    <a:cubicBezTo>
                      <a:pt x="1200" y="1703"/>
                      <a:pt x="1197" y="1702"/>
                      <a:pt x="1194" y="1702"/>
                    </a:cubicBezTo>
                    <a:cubicBezTo>
                      <a:pt x="1191" y="1701"/>
                      <a:pt x="1189" y="1702"/>
                      <a:pt x="1187" y="1701"/>
                    </a:cubicBezTo>
                    <a:cubicBezTo>
                      <a:pt x="1184" y="1700"/>
                      <a:pt x="1181" y="1699"/>
                      <a:pt x="1179" y="1698"/>
                    </a:cubicBezTo>
                    <a:cubicBezTo>
                      <a:pt x="1175" y="1698"/>
                      <a:pt x="1172" y="1697"/>
                      <a:pt x="1169" y="1696"/>
                    </a:cubicBezTo>
                    <a:cubicBezTo>
                      <a:pt x="1166" y="1695"/>
                      <a:pt x="1163" y="1693"/>
                      <a:pt x="1160" y="1692"/>
                    </a:cubicBezTo>
                    <a:cubicBezTo>
                      <a:pt x="1158" y="1690"/>
                      <a:pt x="1154" y="1689"/>
                      <a:pt x="1152" y="1691"/>
                    </a:cubicBezTo>
                    <a:cubicBezTo>
                      <a:pt x="1150" y="1692"/>
                      <a:pt x="1148" y="1694"/>
                      <a:pt x="1147" y="1696"/>
                    </a:cubicBezTo>
                    <a:cubicBezTo>
                      <a:pt x="1143" y="1701"/>
                      <a:pt x="1138" y="1705"/>
                      <a:pt x="1136" y="1711"/>
                    </a:cubicBezTo>
                    <a:cubicBezTo>
                      <a:pt x="1135" y="1713"/>
                      <a:pt x="1134" y="1716"/>
                      <a:pt x="1133" y="1718"/>
                    </a:cubicBezTo>
                    <a:cubicBezTo>
                      <a:pt x="1132" y="1720"/>
                      <a:pt x="1130" y="1722"/>
                      <a:pt x="1128" y="1723"/>
                    </a:cubicBezTo>
                    <a:cubicBezTo>
                      <a:pt x="1126" y="1723"/>
                      <a:pt x="1125" y="1724"/>
                      <a:pt x="1123" y="1724"/>
                    </a:cubicBezTo>
                    <a:cubicBezTo>
                      <a:pt x="1122" y="1725"/>
                      <a:pt x="1121" y="1725"/>
                      <a:pt x="1120" y="1726"/>
                    </a:cubicBezTo>
                    <a:cubicBezTo>
                      <a:pt x="1120" y="1727"/>
                      <a:pt x="1120" y="1727"/>
                      <a:pt x="1119" y="1728"/>
                    </a:cubicBezTo>
                    <a:cubicBezTo>
                      <a:pt x="1119" y="1728"/>
                      <a:pt x="1118" y="1729"/>
                      <a:pt x="1118" y="1729"/>
                    </a:cubicBezTo>
                    <a:cubicBezTo>
                      <a:pt x="1117" y="1729"/>
                      <a:pt x="1117" y="1729"/>
                      <a:pt x="1116" y="1730"/>
                    </a:cubicBezTo>
                    <a:cubicBezTo>
                      <a:pt x="1114" y="1730"/>
                      <a:pt x="1114" y="1728"/>
                      <a:pt x="1114" y="1726"/>
                    </a:cubicBezTo>
                    <a:cubicBezTo>
                      <a:pt x="1113" y="1726"/>
                      <a:pt x="1113" y="1725"/>
                      <a:pt x="1112" y="1725"/>
                    </a:cubicBezTo>
                    <a:cubicBezTo>
                      <a:pt x="1111" y="1724"/>
                      <a:pt x="1111" y="1724"/>
                      <a:pt x="1110" y="1724"/>
                    </a:cubicBezTo>
                    <a:cubicBezTo>
                      <a:pt x="1109" y="1724"/>
                      <a:pt x="1108" y="1724"/>
                      <a:pt x="1107" y="1724"/>
                    </a:cubicBezTo>
                    <a:cubicBezTo>
                      <a:pt x="1106" y="1723"/>
                      <a:pt x="1106" y="1723"/>
                      <a:pt x="1105" y="1723"/>
                    </a:cubicBezTo>
                    <a:cubicBezTo>
                      <a:pt x="1103" y="1724"/>
                      <a:pt x="1103" y="1725"/>
                      <a:pt x="1102" y="1726"/>
                    </a:cubicBezTo>
                    <a:cubicBezTo>
                      <a:pt x="1101" y="1726"/>
                      <a:pt x="1100" y="1724"/>
                      <a:pt x="1101" y="1723"/>
                    </a:cubicBezTo>
                    <a:cubicBezTo>
                      <a:pt x="1101" y="1722"/>
                      <a:pt x="1101" y="1722"/>
                      <a:pt x="1100" y="1722"/>
                    </a:cubicBezTo>
                    <a:cubicBezTo>
                      <a:pt x="1100" y="1721"/>
                      <a:pt x="1099" y="1721"/>
                      <a:pt x="1098" y="1721"/>
                    </a:cubicBezTo>
                    <a:cubicBezTo>
                      <a:pt x="1097" y="1721"/>
                      <a:pt x="1097" y="1721"/>
                      <a:pt x="1096" y="1721"/>
                    </a:cubicBezTo>
                    <a:cubicBezTo>
                      <a:pt x="1095" y="1721"/>
                      <a:pt x="1095" y="1722"/>
                      <a:pt x="1094" y="1723"/>
                    </a:cubicBezTo>
                    <a:cubicBezTo>
                      <a:pt x="1094" y="1724"/>
                      <a:pt x="1092" y="1725"/>
                      <a:pt x="1091" y="1726"/>
                    </a:cubicBezTo>
                    <a:cubicBezTo>
                      <a:pt x="1091" y="1727"/>
                      <a:pt x="1090" y="1728"/>
                      <a:pt x="1089" y="1728"/>
                    </a:cubicBezTo>
                    <a:cubicBezTo>
                      <a:pt x="1090" y="1725"/>
                      <a:pt x="1093" y="1723"/>
                      <a:pt x="1094" y="1720"/>
                    </a:cubicBezTo>
                    <a:cubicBezTo>
                      <a:pt x="1094" y="1718"/>
                      <a:pt x="1094" y="1716"/>
                      <a:pt x="1094" y="1714"/>
                    </a:cubicBezTo>
                    <a:cubicBezTo>
                      <a:pt x="1094" y="1712"/>
                      <a:pt x="1093" y="1710"/>
                      <a:pt x="1093" y="1709"/>
                    </a:cubicBezTo>
                    <a:cubicBezTo>
                      <a:pt x="1093" y="1707"/>
                      <a:pt x="1092" y="1706"/>
                      <a:pt x="1091" y="1704"/>
                    </a:cubicBezTo>
                    <a:cubicBezTo>
                      <a:pt x="1091" y="1702"/>
                      <a:pt x="1090" y="1701"/>
                      <a:pt x="1088" y="1700"/>
                    </a:cubicBezTo>
                    <a:cubicBezTo>
                      <a:pt x="1086" y="1699"/>
                      <a:pt x="1085" y="1697"/>
                      <a:pt x="1083" y="1695"/>
                    </a:cubicBezTo>
                    <a:cubicBezTo>
                      <a:pt x="1082" y="1694"/>
                      <a:pt x="1080" y="1694"/>
                      <a:pt x="1079" y="1693"/>
                    </a:cubicBezTo>
                    <a:cubicBezTo>
                      <a:pt x="1078" y="1693"/>
                      <a:pt x="1077" y="1693"/>
                      <a:pt x="1076" y="1693"/>
                    </a:cubicBezTo>
                    <a:cubicBezTo>
                      <a:pt x="1074" y="1693"/>
                      <a:pt x="1073" y="1693"/>
                      <a:pt x="1072" y="1693"/>
                    </a:cubicBezTo>
                    <a:cubicBezTo>
                      <a:pt x="1071" y="1692"/>
                      <a:pt x="1070" y="1692"/>
                      <a:pt x="1069" y="1692"/>
                    </a:cubicBezTo>
                    <a:cubicBezTo>
                      <a:pt x="1068" y="1692"/>
                      <a:pt x="1067" y="1693"/>
                      <a:pt x="1065" y="1693"/>
                    </a:cubicBezTo>
                    <a:cubicBezTo>
                      <a:pt x="1064" y="1693"/>
                      <a:pt x="1063" y="1693"/>
                      <a:pt x="1062" y="1693"/>
                    </a:cubicBezTo>
                    <a:cubicBezTo>
                      <a:pt x="1061" y="1694"/>
                      <a:pt x="1059" y="1695"/>
                      <a:pt x="1058" y="1696"/>
                    </a:cubicBezTo>
                    <a:cubicBezTo>
                      <a:pt x="1057" y="1696"/>
                      <a:pt x="1056" y="1696"/>
                      <a:pt x="1055" y="1697"/>
                    </a:cubicBezTo>
                    <a:cubicBezTo>
                      <a:pt x="1052" y="1698"/>
                      <a:pt x="1050" y="1699"/>
                      <a:pt x="1047" y="1701"/>
                    </a:cubicBezTo>
                    <a:cubicBezTo>
                      <a:pt x="1046" y="1702"/>
                      <a:pt x="1046" y="1703"/>
                      <a:pt x="1045" y="1704"/>
                    </a:cubicBezTo>
                    <a:cubicBezTo>
                      <a:pt x="1044" y="1705"/>
                      <a:pt x="1042" y="1706"/>
                      <a:pt x="1040" y="1706"/>
                    </a:cubicBezTo>
                    <a:cubicBezTo>
                      <a:pt x="1040" y="1705"/>
                      <a:pt x="1041" y="1705"/>
                      <a:pt x="1042" y="1704"/>
                    </a:cubicBezTo>
                    <a:cubicBezTo>
                      <a:pt x="1043" y="1704"/>
                      <a:pt x="1044" y="1703"/>
                      <a:pt x="1044" y="1703"/>
                    </a:cubicBezTo>
                    <a:cubicBezTo>
                      <a:pt x="1046" y="1701"/>
                      <a:pt x="1048" y="1699"/>
                      <a:pt x="1050" y="1698"/>
                    </a:cubicBezTo>
                    <a:cubicBezTo>
                      <a:pt x="1053" y="1696"/>
                      <a:pt x="1056" y="1694"/>
                      <a:pt x="1060" y="1693"/>
                    </a:cubicBezTo>
                    <a:cubicBezTo>
                      <a:pt x="1064" y="1692"/>
                      <a:pt x="1067" y="1691"/>
                      <a:pt x="1071" y="1689"/>
                    </a:cubicBezTo>
                    <a:cubicBezTo>
                      <a:pt x="1072" y="1688"/>
                      <a:pt x="1074" y="1687"/>
                      <a:pt x="1075" y="1685"/>
                    </a:cubicBezTo>
                    <a:cubicBezTo>
                      <a:pt x="1075" y="1683"/>
                      <a:pt x="1074" y="1682"/>
                      <a:pt x="1073" y="1680"/>
                    </a:cubicBezTo>
                    <a:cubicBezTo>
                      <a:pt x="1072" y="1678"/>
                      <a:pt x="1072" y="1676"/>
                      <a:pt x="1071" y="1674"/>
                    </a:cubicBezTo>
                    <a:cubicBezTo>
                      <a:pt x="1071" y="1673"/>
                      <a:pt x="1070" y="1672"/>
                      <a:pt x="1070" y="1671"/>
                    </a:cubicBezTo>
                    <a:cubicBezTo>
                      <a:pt x="1069" y="1670"/>
                      <a:pt x="1068" y="1669"/>
                      <a:pt x="1069" y="1668"/>
                    </a:cubicBezTo>
                    <a:cubicBezTo>
                      <a:pt x="1069" y="1667"/>
                      <a:pt x="1070" y="1668"/>
                      <a:pt x="1070" y="1669"/>
                    </a:cubicBezTo>
                    <a:cubicBezTo>
                      <a:pt x="1071" y="1669"/>
                      <a:pt x="1071" y="1670"/>
                      <a:pt x="1071" y="1671"/>
                    </a:cubicBezTo>
                    <a:cubicBezTo>
                      <a:pt x="1072" y="1673"/>
                      <a:pt x="1073" y="1675"/>
                      <a:pt x="1074" y="1676"/>
                    </a:cubicBezTo>
                    <a:cubicBezTo>
                      <a:pt x="1076" y="1677"/>
                      <a:pt x="1076" y="1678"/>
                      <a:pt x="1077" y="1679"/>
                    </a:cubicBezTo>
                    <a:cubicBezTo>
                      <a:pt x="1078" y="1680"/>
                      <a:pt x="1078" y="1682"/>
                      <a:pt x="1079" y="1682"/>
                    </a:cubicBezTo>
                    <a:cubicBezTo>
                      <a:pt x="1081" y="1682"/>
                      <a:pt x="1082" y="1680"/>
                      <a:pt x="1083" y="1679"/>
                    </a:cubicBezTo>
                    <a:cubicBezTo>
                      <a:pt x="1084" y="1677"/>
                      <a:pt x="1085" y="1675"/>
                      <a:pt x="1086" y="1674"/>
                    </a:cubicBezTo>
                    <a:cubicBezTo>
                      <a:pt x="1088" y="1672"/>
                      <a:pt x="1092" y="1669"/>
                      <a:pt x="1095" y="1668"/>
                    </a:cubicBezTo>
                    <a:cubicBezTo>
                      <a:pt x="1096" y="1667"/>
                      <a:pt x="1098" y="1667"/>
                      <a:pt x="1100" y="1666"/>
                    </a:cubicBezTo>
                    <a:cubicBezTo>
                      <a:pt x="1102" y="1665"/>
                      <a:pt x="1103" y="1663"/>
                      <a:pt x="1105" y="1662"/>
                    </a:cubicBezTo>
                    <a:cubicBezTo>
                      <a:pt x="1106" y="1661"/>
                      <a:pt x="1108" y="1660"/>
                      <a:pt x="1109" y="1659"/>
                    </a:cubicBezTo>
                    <a:cubicBezTo>
                      <a:pt x="1111" y="1658"/>
                      <a:pt x="1112" y="1657"/>
                      <a:pt x="1114" y="1656"/>
                    </a:cubicBezTo>
                    <a:cubicBezTo>
                      <a:pt x="1115" y="1655"/>
                      <a:pt x="1117" y="1655"/>
                      <a:pt x="1118" y="1654"/>
                    </a:cubicBezTo>
                    <a:cubicBezTo>
                      <a:pt x="1120" y="1654"/>
                      <a:pt x="1121" y="1653"/>
                      <a:pt x="1123" y="1652"/>
                    </a:cubicBezTo>
                    <a:cubicBezTo>
                      <a:pt x="1125" y="1650"/>
                      <a:pt x="1129" y="1650"/>
                      <a:pt x="1132" y="1649"/>
                    </a:cubicBezTo>
                    <a:cubicBezTo>
                      <a:pt x="1136" y="1647"/>
                      <a:pt x="1137" y="1642"/>
                      <a:pt x="1138" y="1638"/>
                    </a:cubicBezTo>
                    <a:cubicBezTo>
                      <a:pt x="1139" y="1635"/>
                      <a:pt x="1140" y="1632"/>
                      <a:pt x="1140" y="1628"/>
                    </a:cubicBezTo>
                    <a:cubicBezTo>
                      <a:pt x="1140" y="1627"/>
                      <a:pt x="1140" y="1626"/>
                      <a:pt x="1140" y="1624"/>
                    </a:cubicBezTo>
                    <a:cubicBezTo>
                      <a:pt x="1140" y="1623"/>
                      <a:pt x="1141" y="1621"/>
                      <a:pt x="1141" y="1620"/>
                    </a:cubicBezTo>
                    <a:cubicBezTo>
                      <a:pt x="1141" y="1618"/>
                      <a:pt x="1141" y="1617"/>
                      <a:pt x="1141" y="1615"/>
                    </a:cubicBezTo>
                    <a:cubicBezTo>
                      <a:pt x="1142" y="1613"/>
                      <a:pt x="1142" y="1612"/>
                      <a:pt x="1142" y="1610"/>
                    </a:cubicBezTo>
                    <a:cubicBezTo>
                      <a:pt x="1142" y="1607"/>
                      <a:pt x="1142" y="1604"/>
                      <a:pt x="1141" y="1602"/>
                    </a:cubicBezTo>
                    <a:cubicBezTo>
                      <a:pt x="1140" y="1598"/>
                      <a:pt x="1139" y="1594"/>
                      <a:pt x="1139" y="1590"/>
                    </a:cubicBezTo>
                    <a:cubicBezTo>
                      <a:pt x="1138" y="1586"/>
                      <a:pt x="1138" y="1583"/>
                      <a:pt x="1138" y="1579"/>
                    </a:cubicBezTo>
                    <a:cubicBezTo>
                      <a:pt x="1138" y="1576"/>
                      <a:pt x="1137" y="1574"/>
                      <a:pt x="1137" y="1571"/>
                    </a:cubicBezTo>
                    <a:cubicBezTo>
                      <a:pt x="1135" y="1566"/>
                      <a:pt x="1135" y="1560"/>
                      <a:pt x="1132" y="1555"/>
                    </a:cubicBezTo>
                    <a:cubicBezTo>
                      <a:pt x="1132" y="1554"/>
                      <a:pt x="1131" y="1553"/>
                      <a:pt x="1131" y="1552"/>
                    </a:cubicBezTo>
                    <a:cubicBezTo>
                      <a:pt x="1131" y="1551"/>
                      <a:pt x="1131" y="1550"/>
                      <a:pt x="1131" y="1549"/>
                    </a:cubicBezTo>
                    <a:cubicBezTo>
                      <a:pt x="1130" y="1547"/>
                      <a:pt x="1130" y="1545"/>
                      <a:pt x="1129" y="1543"/>
                    </a:cubicBezTo>
                    <a:cubicBezTo>
                      <a:pt x="1129" y="1541"/>
                      <a:pt x="1127" y="1539"/>
                      <a:pt x="1126" y="1538"/>
                    </a:cubicBezTo>
                    <a:cubicBezTo>
                      <a:pt x="1125" y="1536"/>
                      <a:pt x="1123" y="1535"/>
                      <a:pt x="1122" y="1533"/>
                    </a:cubicBezTo>
                    <a:cubicBezTo>
                      <a:pt x="1120" y="1532"/>
                      <a:pt x="1118" y="1530"/>
                      <a:pt x="1116" y="1529"/>
                    </a:cubicBezTo>
                    <a:cubicBezTo>
                      <a:pt x="1115" y="1527"/>
                      <a:pt x="1113" y="1526"/>
                      <a:pt x="1112" y="1525"/>
                    </a:cubicBezTo>
                    <a:cubicBezTo>
                      <a:pt x="1112" y="1524"/>
                      <a:pt x="1111" y="1523"/>
                      <a:pt x="1110" y="1522"/>
                    </a:cubicBezTo>
                    <a:cubicBezTo>
                      <a:pt x="1109" y="1519"/>
                      <a:pt x="1108" y="1516"/>
                      <a:pt x="1106" y="1513"/>
                    </a:cubicBezTo>
                    <a:cubicBezTo>
                      <a:pt x="1104" y="1510"/>
                      <a:pt x="1102" y="1507"/>
                      <a:pt x="1100" y="1504"/>
                    </a:cubicBezTo>
                    <a:cubicBezTo>
                      <a:pt x="1099" y="1503"/>
                      <a:pt x="1098" y="1502"/>
                      <a:pt x="1097" y="1502"/>
                    </a:cubicBezTo>
                    <a:cubicBezTo>
                      <a:pt x="1097" y="1501"/>
                      <a:pt x="1096" y="1500"/>
                      <a:pt x="1095" y="1500"/>
                    </a:cubicBezTo>
                    <a:cubicBezTo>
                      <a:pt x="1094" y="1498"/>
                      <a:pt x="1092" y="1497"/>
                      <a:pt x="1090" y="1495"/>
                    </a:cubicBezTo>
                    <a:cubicBezTo>
                      <a:pt x="1089" y="1493"/>
                      <a:pt x="1088" y="1491"/>
                      <a:pt x="1086" y="1489"/>
                    </a:cubicBezTo>
                    <a:cubicBezTo>
                      <a:pt x="1086" y="1488"/>
                      <a:pt x="1086" y="1486"/>
                      <a:pt x="1086" y="1485"/>
                    </a:cubicBezTo>
                    <a:cubicBezTo>
                      <a:pt x="1085" y="1484"/>
                      <a:pt x="1084" y="1483"/>
                      <a:pt x="1084" y="1482"/>
                    </a:cubicBezTo>
                    <a:cubicBezTo>
                      <a:pt x="1083" y="1479"/>
                      <a:pt x="1081" y="1477"/>
                      <a:pt x="1080" y="1475"/>
                    </a:cubicBezTo>
                    <a:cubicBezTo>
                      <a:pt x="1080" y="1472"/>
                      <a:pt x="1079" y="1470"/>
                      <a:pt x="1079" y="1468"/>
                    </a:cubicBezTo>
                    <a:cubicBezTo>
                      <a:pt x="1078" y="1467"/>
                      <a:pt x="1078" y="1466"/>
                      <a:pt x="1077" y="1465"/>
                    </a:cubicBezTo>
                    <a:cubicBezTo>
                      <a:pt x="1076" y="1464"/>
                      <a:pt x="1075" y="1464"/>
                      <a:pt x="1073" y="1464"/>
                    </a:cubicBezTo>
                    <a:cubicBezTo>
                      <a:pt x="1071" y="1463"/>
                      <a:pt x="1069" y="1462"/>
                      <a:pt x="1067" y="1461"/>
                    </a:cubicBezTo>
                    <a:cubicBezTo>
                      <a:pt x="1065" y="1461"/>
                      <a:pt x="1063" y="1460"/>
                      <a:pt x="1060" y="1460"/>
                    </a:cubicBezTo>
                    <a:cubicBezTo>
                      <a:pt x="1058" y="1460"/>
                      <a:pt x="1056" y="1460"/>
                      <a:pt x="1053" y="1461"/>
                    </a:cubicBezTo>
                    <a:cubicBezTo>
                      <a:pt x="1052" y="1462"/>
                      <a:pt x="1050" y="1461"/>
                      <a:pt x="1048" y="1461"/>
                    </a:cubicBezTo>
                    <a:cubicBezTo>
                      <a:pt x="1046" y="1461"/>
                      <a:pt x="1044" y="1461"/>
                      <a:pt x="1042" y="1462"/>
                    </a:cubicBezTo>
                    <a:cubicBezTo>
                      <a:pt x="1040" y="1462"/>
                      <a:pt x="1039" y="1462"/>
                      <a:pt x="1037" y="1461"/>
                    </a:cubicBezTo>
                    <a:cubicBezTo>
                      <a:pt x="1035" y="1460"/>
                      <a:pt x="1034" y="1458"/>
                      <a:pt x="1032" y="1457"/>
                    </a:cubicBezTo>
                    <a:cubicBezTo>
                      <a:pt x="1028" y="1454"/>
                      <a:pt x="1024" y="1452"/>
                      <a:pt x="1019" y="1454"/>
                    </a:cubicBezTo>
                    <a:cubicBezTo>
                      <a:pt x="1018" y="1455"/>
                      <a:pt x="1016" y="1457"/>
                      <a:pt x="1014" y="1457"/>
                    </a:cubicBezTo>
                    <a:cubicBezTo>
                      <a:pt x="1013" y="1457"/>
                      <a:pt x="1013" y="1454"/>
                      <a:pt x="1013" y="1453"/>
                    </a:cubicBezTo>
                    <a:cubicBezTo>
                      <a:pt x="1013" y="1451"/>
                      <a:pt x="1014" y="1449"/>
                      <a:pt x="1016" y="1448"/>
                    </a:cubicBezTo>
                    <a:cubicBezTo>
                      <a:pt x="1018" y="1446"/>
                      <a:pt x="1021" y="1447"/>
                      <a:pt x="1023" y="1447"/>
                    </a:cubicBezTo>
                    <a:cubicBezTo>
                      <a:pt x="1025" y="1447"/>
                      <a:pt x="1027" y="1447"/>
                      <a:pt x="1029" y="1448"/>
                    </a:cubicBezTo>
                    <a:cubicBezTo>
                      <a:pt x="1032" y="1449"/>
                      <a:pt x="1034" y="1451"/>
                      <a:pt x="1036" y="1453"/>
                    </a:cubicBezTo>
                    <a:cubicBezTo>
                      <a:pt x="1038" y="1455"/>
                      <a:pt x="1040" y="1457"/>
                      <a:pt x="1043" y="1458"/>
                    </a:cubicBezTo>
                    <a:cubicBezTo>
                      <a:pt x="1045" y="1458"/>
                      <a:pt x="1047" y="1457"/>
                      <a:pt x="1049" y="1457"/>
                    </a:cubicBezTo>
                    <a:cubicBezTo>
                      <a:pt x="1054" y="1456"/>
                      <a:pt x="1058" y="1457"/>
                      <a:pt x="1063" y="1457"/>
                    </a:cubicBezTo>
                    <a:cubicBezTo>
                      <a:pt x="1066" y="1457"/>
                      <a:pt x="1069" y="1456"/>
                      <a:pt x="1072" y="1456"/>
                    </a:cubicBezTo>
                    <a:cubicBezTo>
                      <a:pt x="1075" y="1455"/>
                      <a:pt x="1077" y="1456"/>
                      <a:pt x="1080" y="1457"/>
                    </a:cubicBezTo>
                    <a:cubicBezTo>
                      <a:pt x="1081" y="1458"/>
                      <a:pt x="1083" y="1459"/>
                      <a:pt x="1085" y="1460"/>
                    </a:cubicBezTo>
                    <a:cubicBezTo>
                      <a:pt x="1086" y="1460"/>
                      <a:pt x="1087" y="1462"/>
                      <a:pt x="1088" y="1463"/>
                    </a:cubicBezTo>
                    <a:cubicBezTo>
                      <a:pt x="1089" y="1464"/>
                      <a:pt x="1089" y="1465"/>
                      <a:pt x="1089" y="1466"/>
                    </a:cubicBezTo>
                    <a:cubicBezTo>
                      <a:pt x="1090" y="1470"/>
                      <a:pt x="1090" y="1474"/>
                      <a:pt x="1092" y="1478"/>
                    </a:cubicBezTo>
                    <a:cubicBezTo>
                      <a:pt x="1092" y="1480"/>
                      <a:pt x="1093" y="1480"/>
                      <a:pt x="1095" y="1480"/>
                    </a:cubicBezTo>
                    <a:cubicBezTo>
                      <a:pt x="1097" y="1481"/>
                      <a:pt x="1097" y="1482"/>
                      <a:pt x="1097" y="1484"/>
                    </a:cubicBezTo>
                    <a:cubicBezTo>
                      <a:pt x="1098" y="1486"/>
                      <a:pt x="1098" y="1489"/>
                      <a:pt x="1099" y="1490"/>
                    </a:cubicBezTo>
                    <a:cubicBezTo>
                      <a:pt x="1101" y="1492"/>
                      <a:pt x="1103" y="1493"/>
                      <a:pt x="1105" y="1493"/>
                    </a:cubicBezTo>
                    <a:cubicBezTo>
                      <a:pt x="1108" y="1494"/>
                      <a:pt x="1111" y="1495"/>
                      <a:pt x="1113" y="1495"/>
                    </a:cubicBezTo>
                    <a:cubicBezTo>
                      <a:pt x="1117" y="1495"/>
                      <a:pt x="1120" y="1493"/>
                      <a:pt x="1124" y="1495"/>
                    </a:cubicBezTo>
                    <a:cubicBezTo>
                      <a:pt x="1126" y="1496"/>
                      <a:pt x="1129" y="1499"/>
                      <a:pt x="1131" y="1501"/>
                    </a:cubicBezTo>
                    <a:cubicBezTo>
                      <a:pt x="1132" y="1503"/>
                      <a:pt x="1136" y="1508"/>
                      <a:pt x="1137" y="1506"/>
                    </a:cubicBezTo>
                    <a:cubicBezTo>
                      <a:pt x="1140" y="1503"/>
                      <a:pt x="1137" y="1497"/>
                      <a:pt x="1136" y="1494"/>
                    </a:cubicBezTo>
                    <a:cubicBezTo>
                      <a:pt x="1134" y="1488"/>
                      <a:pt x="1132" y="1482"/>
                      <a:pt x="1129" y="1476"/>
                    </a:cubicBezTo>
                    <a:cubicBezTo>
                      <a:pt x="1127" y="1472"/>
                      <a:pt x="1126" y="1469"/>
                      <a:pt x="1124" y="1465"/>
                    </a:cubicBezTo>
                    <a:cubicBezTo>
                      <a:pt x="1123" y="1462"/>
                      <a:pt x="1122" y="1459"/>
                      <a:pt x="1122" y="1455"/>
                    </a:cubicBezTo>
                    <a:cubicBezTo>
                      <a:pt x="1120" y="1449"/>
                      <a:pt x="1117" y="1443"/>
                      <a:pt x="1114" y="1436"/>
                    </a:cubicBezTo>
                    <a:cubicBezTo>
                      <a:pt x="1114" y="1435"/>
                      <a:pt x="1114" y="1434"/>
                      <a:pt x="1113" y="1433"/>
                    </a:cubicBezTo>
                    <a:cubicBezTo>
                      <a:pt x="1113" y="1432"/>
                      <a:pt x="1113" y="1431"/>
                      <a:pt x="1113" y="1430"/>
                    </a:cubicBezTo>
                    <a:cubicBezTo>
                      <a:pt x="1113" y="1427"/>
                      <a:pt x="1113" y="1425"/>
                      <a:pt x="1113" y="1422"/>
                    </a:cubicBezTo>
                    <a:cubicBezTo>
                      <a:pt x="1113" y="1420"/>
                      <a:pt x="1113" y="1419"/>
                      <a:pt x="1113" y="1418"/>
                    </a:cubicBezTo>
                    <a:cubicBezTo>
                      <a:pt x="1113" y="1416"/>
                      <a:pt x="1112" y="1414"/>
                      <a:pt x="1112" y="1413"/>
                    </a:cubicBezTo>
                    <a:cubicBezTo>
                      <a:pt x="1111" y="1408"/>
                      <a:pt x="1110" y="1402"/>
                      <a:pt x="1110" y="1397"/>
                    </a:cubicBezTo>
                    <a:cubicBezTo>
                      <a:pt x="1111" y="1395"/>
                      <a:pt x="1110" y="1393"/>
                      <a:pt x="1111" y="1391"/>
                    </a:cubicBezTo>
                    <a:cubicBezTo>
                      <a:pt x="1111" y="1388"/>
                      <a:pt x="1112" y="1386"/>
                      <a:pt x="1112" y="1384"/>
                    </a:cubicBezTo>
                    <a:cubicBezTo>
                      <a:pt x="1112" y="1382"/>
                      <a:pt x="1112" y="1378"/>
                      <a:pt x="1114" y="1377"/>
                    </a:cubicBezTo>
                    <a:cubicBezTo>
                      <a:pt x="1114" y="1376"/>
                      <a:pt x="1115" y="1376"/>
                      <a:pt x="1115" y="1375"/>
                    </a:cubicBezTo>
                    <a:cubicBezTo>
                      <a:pt x="1116" y="1375"/>
                      <a:pt x="1117" y="1374"/>
                      <a:pt x="1117" y="1373"/>
                    </a:cubicBezTo>
                    <a:cubicBezTo>
                      <a:pt x="1119" y="1371"/>
                      <a:pt x="1120" y="1370"/>
                      <a:pt x="1122" y="1369"/>
                    </a:cubicBezTo>
                    <a:cubicBezTo>
                      <a:pt x="1124" y="1368"/>
                      <a:pt x="1127" y="1369"/>
                      <a:pt x="1129" y="1368"/>
                    </a:cubicBezTo>
                    <a:cubicBezTo>
                      <a:pt x="1130" y="1368"/>
                      <a:pt x="1131" y="1368"/>
                      <a:pt x="1132" y="1368"/>
                    </a:cubicBezTo>
                    <a:cubicBezTo>
                      <a:pt x="1133" y="1368"/>
                      <a:pt x="1134" y="1368"/>
                      <a:pt x="1135" y="1368"/>
                    </a:cubicBezTo>
                    <a:cubicBezTo>
                      <a:pt x="1136" y="1366"/>
                      <a:pt x="1134" y="1364"/>
                      <a:pt x="1133" y="1363"/>
                    </a:cubicBezTo>
                    <a:cubicBezTo>
                      <a:pt x="1132" y="1361"/>
                      <a:pt x="1131" y="1360"/>
                      <a:pt x="1129" y="1360"/>
                    </a:cubicBezTo>
                    <a:cubicBezTo>
                      <a:pt x="1128" y="1359"/>
                      <a:pt x="1126" y="1359"/>
                      <a:pt x="1125" y="1358"/>
                    </a:cubicBezTo>
                    <a:cubicBezTo>
                      <a:pt x="1124" y="1357"/>
                      <a:pt x="1123" y="1355"/>
                      <a:pt x="1122" y="1354"/>
                    </a:cubicBezTo>
                    <a:cubicBezTo>
                      <a:pt x="1120" y="1352"/>
                      <a:pt x="1118" y="1351"/>
                      <a:pt x="1117" y="1349"/>
                    </a:cubicBezTo>
                    <a:cubicBezTo>
                      <a:pt x="1114" y="1346"/>
                      <a:pt x="1110" y="1343"/>
                      <a:pt x="1112" y="1338"/>
                    </a:cubicBezTo>
                    <a:cubicBezTo>
                      <a:pt x="1113" y="1337"/>
                      <a:pt x="1113" y="1336"/>
                      <a:pt x="1113" y="1334"/>
                    </a:cubicBezTo>
                    <a:cubicBezTo>
                      <a:pt x="1113" y="1332"/>
                      <a:pt x="1112" y="1329"/>
                      <a:pt x="1110" y="1328"/>
                    </a:cubicBezTo>
                    <a:cubicBezTo>
                      <a:pt x="1108" y="1326"/>
                      <a:pt x="1104" y="1327"/>
                      <a:pt x="1103" y="1324"/>
                    </a:cubicBezTo>
                    <a:cubicBezTo>
                      <a:pt x="1102" y="1323"/>
                      <a:pt x="1102" y="1322"/>
                      <a:pt x="1102" y="1321"/>
                    </a:cubicBezTo>
                    <a:cubicBezTo>
                      <a:pt x="1101" y="1319"/>
                      <a:pt x="1101" y="1318"/>
                      <a:pt x="1101" y="1317"/>
                    </a:cubicBezTo>
                    <a:cubicBezTo>
                      <a:pt x="1100" y="1316"/>
                      <a:pt x="1100" y="1316"/>
                      <a:pt x="1100" y="1315"/>
                    </a:cubicBezTo>
                    <a:cubicBezTo>
                      <a:pt x="1100" y="1314"/>
                      <a:pt x="1100" y="1313"/>
                      <a:pt x="1100" y="1312"/>
                    </a:cubicBezTo>
                    <a:cubicBezTo>
                      <a:pt x="1100" y="1311"/>
                      <a:pt x="1099" y="1309"/>
                      <a:pt x="1099" y="1308"/>
                    </a:cubicBezTo>
                    <a:cubicBezTo>
                      <a:pt x="1098" y="1305"/>
                      <a:pt x="1099" y="1302"/>
                      <a:pt x="1098" y="1299"/>
                    </a:cubicBezTo>
                    <a:cubicBezTo>
                      <a:pt x="1098" y="1297"/>
                      <a:pt x="1098" y="1295"/>
                      <a:pt x="1098" y="1293"/>
                    </a:cubicBezTo>
                    <a:cubicBezTo>
                      <a:pt x="1097" y="1292"/>
                      <a:pt x="1098" y="1290"/>
                      <a:pt x="1098" y="1289"/>
                    </a:cubicBezTo>
                    <a:cubicBezTo>
                      <a:pt x="1098" y="1287"/>
                      <a:pt x="1098" y="1284"/>
                      <a:pt x="1097" y="1282"/>
                    </a:cubicBezTo>
                    <a:cubicBezTo>
                      <a:pt x="1097" y="1281"/>
                      <a:pt x="1096" y="1279"/>
                      <a:pt x="1095" y="1278"/>
                    </a:cubicBezTo>
                    <a:cubicBezTo>
                      <a:pt x="1095" y="1277"/>
                      <a:pt x="1094" y="1277"/>
                      <a:pt x="1093" y="1277"/>
                    </a:cubicBezTo>
                    <a:cubicBezTo>
                      <a:pt x="1092" y="1276"/>
                      <a:pt x="1091" y="1275"/>
                      <a:pt x="1090" y="1274"/>
                    </a:cubicBezTo>
                    <a:cubicBezTo>
                      <a:pt x="1089" y="1273"/>
                      <a:pt x="1088" y="1272"/>
                      <a:pt x="1088" y="1271"/>
                    </a:cubicBezTo>
                    <a:cubicBezTo>
                      <a:pt x="1088" y="1269"/>
                      <a:pt x="1089" y="1267"/>
                      <a:pt x="1089" y="1264"/>
                    </a:cubicBezTo>
                    <a:cubicBezTo>
                      <a:pt x="1089" y="1263"/>
                      <a:pt x="1089" y="1261"/>
                      <a:pt x="1088" y="1259"/>
                    </a:cubicBezTo>
                    <a:cubicBezTo>
                      <a:pt x="1087" y="1257"/>
                      <a:pt x="1085" y="1255"/>
                      <a:pt x="1083" y="1253"/>
                    </a:cubicBezTo>
                    <a:cubicBezTo>
                      <a:pt x="1081" y="1251"/>
                      <a:pt x="1078" y="1250"/>
                      <a:pt x="1077" y="1247"/>
                    </a:cubicBezTo>
                    <a:cubicBezTo>
                      <a:pt x="1076" y="1246"/>
                      <a:pt x="1076" y="1245"/>
                      <a:pt x="1075" y="1245"/>
                    </a:cubicBezTo>
                    <a:cubicBezTo>
                      <a:pt x="1074" y="1243"/>
                      <a:pt x="1073" y="1241"/>
                      <a:pt x="1071" y="1240"/>
                    </a:cubicBezTo>
                    <a:cubicBezTo>
                      <a:pt x="1069" y="1238"/>
                      <a:pt x="1068" y="1236"/>
                      <a:pt x="1065" y="1235"/>
                    </a:cubicBezTo>
                    <a:cubicBezTo>
                      <a:pt x="1064" y="1234"/>
                      <a:pt x="1063" y="1234"/>
                      <a:pt x="1062" y="1233"/>
                    </a:cubicBezTo>
                    <a:cubicBezTo>
                      <a:pt x="1061" y="1232"/>
                      <a:pt x="1061" y="1232"/>
                      <a:pt x="1061" y="1231"/>
                    </a:cubicBezTo>
                    <a:cubicBezTo>
                      <a:pt x="1061" y="1229"/>
                      <a:pt x="1060" y="1228"/>
                      <a:pt x="1059" y="1227"/>
                    </a:cubicBezTo>
                    <a:cubicBezTo>
                      <a:pt x="1058" y="1225"/>
                      <a:pt x="1056" y="1223"/>
                      <a:pt x="1055" y="1222"/>
                    </a:cubicBezTo>
                    <a:cubicBezTo>
                      <a:pt x="1050" y="1218"/>
                      <a:pt x="1043" y="1218"/>
                      <a:pt x="1038" y="1215"/>
                    </a:cubicBezTo>
                    <a:cubicBezTo>
                      <a:pt x="1036" y="1213"/>
                      <a:pt x="1034" y="1212"/>
                      <a:pt x="1032" y="1210"/>
                    </a:cubicBezTo>
                    <a:cubicBezTo>
                      <a:pt x="1031" y="1210"/>
                      <a:pt x="1030" y="1209"/>
                      <a:pt x="1029" y="1208"/>
                    </a:cubicBezTo>
                    <a:cubicBezTo>
                      <a:pt x="1028" y="1208"/>
                      <a:pt x="1027" y="1207"/>
                      <a:pt x="1026" y="1206"/>
                    </a:cubicBezTo>
                    <a:cubicBezTo>
                      <a:pt x="1026" y="1205"/>
                      <a:pt x="1025" y="1205"/>
                      <a:pt x="1024" y="1204"/>
                    </a:cubicBezTo>
                    <a:cubicBezTo>
                      <a:pt x="1023" y="1203"/>
                      <a:pt x="1023" y="1202"/>
                      <a:pt x="1023" y="1202"/>
                    </a:cubicBezTo>
                    <a:cubicBezTo>
                      <a:pt x="1022" y="1200"/>
                      <a:pt x="1021" y="1197"/>
                      <a:pt x="1020" y="1196"/>
                    </a:cubicBezTo>
                    <a:cubicBezTo>
                      <a:pt x="1018" y="1195"/>
                      <a:pt x="1016" y="1194"/>
                      <a:pt x="1015" y="1193"/>
                    </a:cubicBezTo>
                    <a:cubicBezTo>
                      <a:pt x="1013" y="1193"/>
                      <a:pt x="1012" y="1192"/>
                      <a:pt x="1010" y="1192"/>
                    </a:cubicBezTo>
                    <a:cubicBezTo>
                      <a:pt x="1009" y="1192"/>
                      <a:pt x="1007" y="1193"/>
                      <a:pt x="1007" y="1195"/>
                    </a:cubicBezTo>
                    <a:cubicBezTo>
                      <a:pt x="1005" y="1196"/>
                      <a:pt x="1005" y="1198"/>
                      <a:pt x="1003" y="1198"/>
                    </a:cubicBezTo>
                    <a:cubicBezTo>
                      <a:pt x="1003" y="1197"/>
                      <a:pt x="1005" y="1194"/>
                      <a:pt x="1004" y="1193"/>
                    </a:cubicBezTo>
                    <a:cubicBezTo>
                      <a:pt x="1003" y="1192"/>
                      <a:pt x="1001" y="1193"/>
                      <a:pt x="999" y="1193"/>
                    </a:cubicBezTo>
                    <a:cubicBezTo>
                      <a:pt x="998" y="1192"/>
                      <a:pt x="996" y="1192"/>
                      <a:pt x="995" y="1191"/>
                    </a:cubicBezTo>
                    <a:cubicBezTo>
                      <a:pt x="993" y="1190"/>
                      <a:pt x="996" y="1189"/>
                      <a:pt x="997" y="1189"/>
                    </a:cubicBezTo>
                    <a:cubicBezTo>
                      <a:pt x="999" y="1189"/>
                      <a:pt x="1002" y="1190"/>
                      <a:pt x="1004" y="1188"/>
                    </a:cubicBezTo>
                    <a:cubicBezTo>
                      <a:pt x="1005" y="1186"/>
                      <a:pt x="1005" y="1183"/>
                      <a:pt x="1003" y="1181"/>
                    </a:cubicBezTo>
                    <a:cubicBezTo>
                      <a:pt x="1002" y="1180"/>
                      <a:pt x="1001" y="1178"/>
                      <a:pt x="1002" y="1176"/>
                    </a:cubicBezTo>
                    <a:cubicBezTo>
                      <a:pt x="1003" y="1174"/>
                      <a:pt x="1004" y="1173"/>
                      <a:pt x="1004" y="1171"/>
                    </a:cubicBezTo>
                    <a:cubicBezTo>
                      <a:pt x="1004" y="1169"/>
                      <a:pt x="1002" y="1167"/>
                      <a:pt x="1001" y="1165"/>
                    </a:cubicBezTo>
                    <a:cubicBezTo>
                      <a:pt x="1000" y="1163"/>
                      <a:pt x="998" y="1161"/>
                      <a:pt x="997" y="1158"/>
                    </a:cubicBezTo>
                    <a:cubicBezTo>
                      <a:pt x="996" y="1157"/>
                      <a:pt x="996" y="1156"/>
                      <a:pt x="996" y="1155"/>
                    </a:cubicBezTo>
                    <a:cubicBezTo>
                      <a:pt x="996" y="1154"/>
                      <a:pt x="996" y="1153"/>
                      <a:pt x="995" y="1153"/>
                    </a:cubicBezTo>
                    <a:cubicBezTo>
                      <a:pt x="995" y="1150"/>
                      <a:pt x="993" y="1148"/>
                      <a:pt x="992" y="1146"/>
                    </a:cubicBezTo>
                    <a:cubicBezTo>
                      <a:pt x="992" y="1143"/>
                      <a:pt x="992" y="1140"/>
                      <a:pt x="993" y="1138"/>
                    </a:cubicBezTo>
                    <a:cubicBezTo>
                      <a:pt x="993" y="1135"/>
                      <a:pt x="993" y="1132"/>
                      <a:pt x="993" y="1128"/>
                    </a:cubicBezTo>
                    <a:cubicBezTo>
                      <a:pt x="992" y="1126"/>
                      <a:pt x="993" y="1124"/>
                      <a:pt x="993" y="1121"/>
                    </a:cubicBezTo>
                    <a:cubicBezTo>
                      <a:pt x="993" y="1119"/>
                      <a:pt x="994" y="1117"/>
                      <a:pt x="994" y="1115"/>
                    </a:cubicBezTo>
                    <a:cubicBezTo>
                      <a:pt x="994" y="1111"/>
                      <a:pt x="993" y="1108"/>
                      <a:pt x="993" y="1105"/>
                    </a:cubicBezTo>
                    <a:cubicBezTo>
                      <a:pt x="993" y="1104"/>
                      <a:pt x="993" y="1102"/>
                      <a:pt x="995" y="1101"/>
                    </a:cubicBezTo>
                    <a:cubicBezTo>
                      <a:pt x="995" y="1101"/>
                      <a:pt x="996" y="1101"/>
                      <a:pt x="997" y="1101"/>
                    </a:cubicBezTo>
                    <a:cubicBezTo>
                      <a:pt x="998" y="1100"/>
                      <a:pt x="998" y="1096"/>
                      <a:pt x="998" y="1095"/>
                    </a:cubicBezTo>
                    <a:cubicBezTo>
                      <a:pt x="998" y="1092"/>
                      <a:pt x="998" y="1089"/>
                      <a:pt x="996" y="1087"/>
                    </a:cubicBezTo>
                    <a:cubicBezTo>
                      <a:pt x="995" y="1087"/>
                      <a:pt x="994" y="1086"/>
                      <a:pt x="994" y="1085"/>
                    </a:cubicBezTo>
                    <a:cubicBezTo>
                      <a:pt x="993" y="1085"/>
                      <a:pt x="993" y="1083"/>
                      <a:pt x="993" y="1082"/>
                    </a:cubicBezTo>
                    <a:cubicBezTo>
                      <a:pt x="993" y="1082"/>
                      <a:pt x="993" y="1082"/>
                      <a:pt x="993" y="1082"/>
                    </a:cubicBezTo>
                    <a:cubicBezTo>
                      <a:pt x="993" y="1081"/>
                      <a:pt x="993" y="1080"/>
                      <a:pt x="993" y="1079"/>
                    </a:cubicBezTo>
                    <a:cubicBezTo>
                      <a:pt x="993" y="1077"/>
                      <a:pt x="993" y="1075"/>
                      <a:pt x="993" y="1073"/>
                    </a:cubicBezTo>
                    <a:cubicBezTo>
                      <a:pt x="992" y="1072"/>
                      <a:pt x="991" y="1071"/>
                      <a:pt x="990" y="1070"/>
                    </a:cubicBezTo>
                    <a:cubicBezTo>
                      <a:pt x="989" y="1068"/>
                      <a:pt x="989" y="1066"/>
                      <a:pt x="991" y="1063"/>
                    </a:cubicBezTo>
                    <a:cubicBezTo>
                      <a:pt x="992" y="1062"/>
                      <a:pt x="991" y="1062"/>
                      <a:pt x="990" y="1061"/>
                    </a:cubicBezTo>
                    <a:cubicBezTo>
                      <a:pt x="989" y="1060"/>
                      <a:pt x="988" y="1059"/>
                      <a:pt x="987" y="1058"/>
                    </a:cubicBezTo>
                    <a:cubicBezTo>
                      <a:pt x="987" y="1057"/>
                      <a:pt x="987" y="1056"/>
                      <a:pt x="987" y="1056"/>
                    </a:cubicBezTo>
                    <a:cubicBezTo>
                      <a:pt x="987" y="1055"/>
                      <a:pt x="986" y="1054"/>
                      <a:pt x="986" y="1052"/>
                    </a:cubicBezTo>
                    <a:cubicBezTo>
                      <a:pt x="986" y="1051"/>
                      <a:pt x="987" y="1050"/>
                      <a:pt x="987" y="1049"/>
                    </a:cubicBezTo>
                    <a:cubicBezTo>
                      <a:pt x="986" y="1048"/>
                      <a:pt x="986" y="1046"/>
                      <a:pt x="984" y="1046"/>
                    </a:cubicBezTo>
                    <a:cubicBezTo>
                      <a:pt x="983" y="1045"/>
                      <a:pt x="982" y="1045"/>
                      <a:pt x="981" y="1045"/>
                    </a:cubicBezTo>
                    <a:cubicBezTo>
                      <a:pt x="979" y="1043"/>
                      <a:pt x="980" y="1041"/>
                      <a:pt x="982" y="1040"/>
                    </a:cubicBezTo>
                    <a:cubicBezTo>
                      <a:pt x="982" y="1039"/>
                      <a:pt x="982" y="1039"/>
                      <a:pt x="983" y="1039"/>
                    </a:cubicBezTo>
                    <a:cubicBezTo>
                      <a:pt x="983" y="1039"/>
                      <a:pt x="984" y="1039"/>
                      <a:pt x="984" y="1039"/>
                    </a:cubicBezTo>
                    <a:cubicBezTo>
                      <a:pt x="985" y="1038"/>
                      <a:pt x="984" y="1037"/>
                      <a:pt x="984" y="1036"/>
                    </a:cubicBezTo>
                    <a:cubicBezTo>
                      <a:pt x="984" y="1035"/>
                      <a:pt x="985" y="1034"/>
                      <a:pt x="986" y="1033"/>
                    </a:cubicBezTo>
                    <a:cubicBezTo>
                      <a:pt x="986" y="1033"/>
                      <a:pt x="986" y="1032"/>
                      <a:pt x="987" y="1031"/>
                    </a:cubicBezTo>
                    <a:cubicBezTo>
                      <a:pt x="987" y="1031"/>
                      <a:pt x="988" y="1031"/>
                      <a:pt x="988" y="1031"/>
                    </a:cubicBezTo>
                    <a:cubicBezTo>
                      <a:pt x="989" y="1031"/>
                      <a:pt x="989" y="1031"/>
                      <a:pt x="989" y="1030"/>
                    </a:cubicBezTo>
                    <a:cubicBezTo>
                      <a:pt x="989" y="1028"/>
                      <a:pt x="989" y="1027"/>
                      <a:pt x="989" y="1025"/>
                    </a:cubicBezTo>
                    <a:cubicBezTo>
                      <a:pt x="989" y="1022"/>
                      <a:pt x="988" y="1020"/>
                      <a:pt x="986" y="1017"/>
                    </a:cubicBezTo>
                    <a:cubicBezTo>
                      <a:pt x="985" y="1015"/>
                      <a:pt x="986" y="1013"/>
                      <a:pt x="985" y="1010"/>
                    </a:cubicBezTo>
                    <a:cubicBezTo>
                      <a:pt x="985" y="1008"/>
                      <a:pt x="984" y="1005"/>
                      <a:pt x="987" y="1004"/>
                    </a:cubicBezTo>
                    <a:cubicBezTo>
                      <a:pt x="987" y="1003"/>
                      <a:pt x="988" y="1003"/>
                      <a:pt x="989" y="1003"/>
                    </a:cubicBezTo>
                    <a:cubicBezTo>
                      <a:pt x="989" y="1002"/>
                      <a:pt x="989" y="1002"/>
                      <a:pt x="989" y="1001"/>
                    </a:cubicBezTo>
                    <a:cubicBezTo>
                      <a:pt x="989" y="1001"/>
                      <a:pt x="989" y="1000"/>
                      <a:pt x="989" y="1000"/>
                    </a:cubicBezTo>
                    <a:cubicBezTo>
                      <a:pt x="990" y="999"/>
                      <a:pt x="990" y="998"/>
                      <a:pt x="990" y="997"/>
                    </a:cubicBezTo>
                    <a:cubicBezTo>
                      <a:pt x="991" y="995"/>
                      <a:pt x="991" y="994"/>
                      <a:pt x="991" y="993"/>
                    </a:cubicBezTo>
                    <a:cubicBezTo>
                      <a:pt x="991" y="991"/>
                      <a:pt x="991" y="990"/>
                      <a:pt x="990" y="989"/>
                    </a:cubicBezTo>
                    <a:cubicBezTo>
                      <a:pt x="989" y="988"/>
                      <a:pt x="988" y="987"/>
                      <a:pt x="987" y="987"/>
                    </a:cubicBezTo>
                    <a:cubicBezTo>
                      <a:pt x="987" y="986"/>
                      <a:pt x="986" y="986"/>
                      <a:pt x="986" y="986"/>
                    </a:cubicBezTo>
                    <a:cubicBezTo>
                      <a:pt x="984" y="984"/>
                      <a:pt x="985" y="982"/>
                      <a:pt x="986" y="981"/>
                    </a:cubicBezTo>
                    <a:cubicBezTo>
                      <a:pt x="987" y="979"/>
                      <a:pt x="987" y="977"/>
                      <a:pt x="986" y="975"/>
                    </a:cubicBezTo>
                    <a:cubicBezTo>
                      <a:pt x="986" y="973"/>
                      <a:pt x="989" y="971"/>
                      <a:pt x="991" y="971"/>
                    </a:cubicBezTo>
                    <a:cubicBezTo>
                      <a:pt x="992" y="971"/>
                      <a:pt x="993" y="971"/>
                      <a:pt x="993" y="970"/>
                    </a:cubicBezTo>
                    <a:cubicBezTo>
                      <a:pt x="994" y="966"/>
                      <a:pt x="992" y="961"/>
                      <a:pt x="995" y="958"/>
                    </a:cubicBezTo>
                    <a:cubicBezTo>
                      <a:pt x="996" y="956"/>
                      <a:pt x="996" y="954"/>
                      <a:pt x="996" y="952"/>
                    </a:cubicBezTo>
                    <a:cubicBezTo>
                      <a:pt x="995" y="950"/>
                      <a:pt x="995" y="949"/>
                      <a:pt x="995" y="947"/>
                    </a:cubicBezTo>
                    <a:cubicBezTo>
                      <a:pt x="995" y="946"/>
                      <a:pt x="995" y="945"/>
                      <a:pt x="995" y="944"/>
                    </a:cubicBezTo>
                    <a:cubicBezTo>
                      <a:pt x="995" y="943"/>
                      <a:pt x="995" y="942"/>
                      <a:pt x="995" y="940"/>
                    </a:cubicBezTo>
                    <a:cubicBezTo>
                      <a:pt x="994" y="939"/>
                      <a:pt x="994" y="938"/>
                      <a:pt x="994" y="937"/>
                    </a:cubicBezTo>
                    <a:cubicBezTo>
                      <a:pt x="994" y="934"/>
                      <a:pt x="994" y="931"/>
                      <a:pt x="994" y="928"/>
                    </a:cubicBezTo>
                    <a:cubicBezTo>
                      <a:pt x="994" y="924"/>
                      <a:pt x="993" y="921"/>
                      <a:pt x="990" y="919"/>
                    </a:cubicBezTo>
                    <a:cubicBezTo>
                      <a:pt x="989" y="918"/>
                      <a:pt x="988" y="917"/>
                      <a:pt x="987" y="916"/>
                    </a:cubicBezTo>
                    <a:cubicBezTo>
                      <a:pt x="986" y="914"/>
                      <a:pt x="986" y="913"/>
                      <a:pt x="984" y="912"/>
                    </a:cubicBezTo>
                    <a:cubicBezTo>
                      <a:pt x="983" y="911"/>
                      <a:pt x="982" y="911"/>
                      <a:pt x="981" y="911"/>
                    </a:cubicBezTo>
                    <a:cubicBezTo>
                      <a:pt x="980" y="911"/>
                      <a:pt x="980" y="912"/>
                      <a:pt x="979" y="912"/>
                    </a:cubicBezTo>
                    <a:cubicBezTo>
                      <a:pt x="977" y="912"/>
                      <a:pt x="978" y="908"/>
                      <a:pt x="979" y="907"/>
                    </a:cubicBezTo>
                    <a:cubicBezTo>
                      <a:pt x="980" y="905"/>
                      <a:pt x="979" y="903"/>
                      <a:pt x="977" y="902"/>
                    </a:cubicBezTo>
                    <a:cubicBezTo>
                      <a:pt x="975" y="900"/>
                      <a:pt x="974" y="902"/>
                      <a:pt x="972" y="902"/>
                    </a:cubicBezTo>
                    <a:cubicBezTo>
                      <a:pt x="970" y="902"/>
                      <a:pt x="969" y="901"/>
                      <a:pt x="969" y="900"/>
                    </a:cubicBezTo>
                    <a:cubicBezTo>
                      <a:pt x="968" y="899"/>
                      <a:pt x="966" y="896"/>
                      <a:pt x="966" y="894"/>
                    </a:cubicBezTo>
                    <a:cubicBezTo>
                      <a:pt x="966" y="893"/>
                      <a:pt x="966" y="892"/>
                      <a:pt x="966" y="891"/>
                    </a:cubicBezTo>
                    <a:cubicBezTo>
                      <a:pt x="966" y="889"/>
                      <a:pt x="966" y="888"/>
                      <a:pt x="965" y="886"/>
                    </a:cubicBezTo>
                    <a:cubicBezTo>
                      <a:pt x="962" y="881"/>
                      <a:pt x="960" y="876"/>
                      <a:pt x="957" y="871"/>
                    </a:cubicBezTo>
                    <a:cubicBezTo>
                      <a:pt x="956" y="869"/>
                      <a:pt x="956" y="867"/>
                      <a:pt x="955" y="864"/>
                    </a:cubicBezTo>
                    <a:cubicBezTo>
                      <a:pt x="954" y="863"/>
                      <a:pt x="954" y="861"/>
                      <a:pt x="953" y="859"/>
                    </a:cubicBezTo>
                    <a:cubicBezTo>
                      <a:pt x="953" y="857"/>
                      <a:pt x="952" y="856"/>
                      <a:pt x="952" y="854"/>
                    </a:cubicBezTo>
                    <a:cubicBezTo>
                      <a:pt x="952" y="853"/>
                      <a:pt x="952" y="852"/>
                      <a:pt x="951" y="851"/>
                    </a:cubicBezTo>
                    <a:cubicBezTo>
                      <a:pt x="951" y="849"/>
                      <a:pt x="949" y="846"/>
                      <a:pt x="948" y="845"/>
                    </a:cubicBezTo>
                    <a:cubicBezTo>
                      <a:pt x="946" y="843"/>
                      <a:pt x="945" y="840"/>
                      <a:pt x="946" y="838"/>
                    </a:cubicBezTo>
                    <a:cubicBezTo>
                      <a:pt x="946" y="837"/>
                      <a:pt x="947" y="836"/>
                      <a:pt x="947" y="834"/>
                    </a:cubicBezTo>
                    <a:cubicBezTo>
                      <a:pt x="947" y="833"/>
                      <a:pt x="947" y="831"/>
                      <a:pt x="946" y="830"/>
                    </a:cubicBezTo>
                    <a:cubicBezTo>
                      <a:pt x="945" y="829"/>
                      <a:pt x="944" y="829"/>
                      <a:pt x="943" y="829"/>
                    </a:cubicBezTo>
                    <a:cubicBezTo>
                      <a:pt x="940" y="829"/>
                      <a:pt x="938" y="828"/>
                      <a:pt x="938" y="825"/>
                    </a:cubicBezTo>
                    <a:cubicBezTo>
                      <a:pt x="939" y="822"/>
                      <a:pt x="940" y="819"/>
                      <a:pt x="938" y="817"/>
                    </a:cubicBezTo>
                    <a:cubicBezTo>
                      <a:pt x="936" y="816"/>
                      <a:pt x="936" y="813"/>
                      <a:pt x="934" y="812"/>
                    </a:cubicBezTo>
                    <a:cubicBezTo>
                      <a:pt x="932" y="811"/>
                      <a:pt x="930" y="811"/>
                      <a:pt x="928" y="810"/>
                    </a:cubicBezTo>
                    <a:cubicBezTo>
                      <a:pt x="926" y="809"/>
                      <a:pt x="925" y="809"/>
                      <a:pt x="923" y="808"/>
                    </a:cubicBezTo>
                    <a:cubicBezTo>
                      <a:pt x="921" y="808"/>
                      <a:pt x="920" y="807"/>
                      <a:pt x="918" y="807"/>
                    </a:cubicBezTo>
                    <a:cubicBezTo>
                      <a:pt x="916" y="806"/>
                      <a:pt x="914" y="806"/>
                      <a:pt x="913" y="805"/>
                    </a:cubicBezTo>
                    <a:cubicBezTo>
                      <a:pt x="912" y="804"/>
                      <a:pt x="911" y="802"/>
                      <a:pt x="910" y="801"/>
                    </a:cubicBezTo>
                    <a:cubicBezTo>
                      <a:pt x="909" y="799"/>
                      <a:pt x="908" y="797"/>
                      <a:pt x="907" y="794"/>
                    </a:cubicBezTo>
                    <a:cubicBezTo>
                      <a:pt x="906" y="792"/>
                      <a:pt x="905" y="791"/>
                      <a:pt x="903" y="789"/>
                    </a:cubicBezTo>
                    <a:cubicBezTo>
                      <a:pt x="901" y="787"/>
                      <a:pt x="898" y="786"/>
                      <a:pt x="896" y="784"/>
                    </a:cubicBezTo>
                    <a:cubicBezTo>
                      <a:pt x="894" y="783"/>
                      <a:pt x="892" y="782"/>
                      <a:pt x="890" y="782"/>
                    </a:cubicBezTo>
                    <a:cubicBezTo>
                      <a:pt x="888" y="781"/>
                      <a:pt x="887" y="780"/>
                      <a:pt x="885" y="779"/>
                    </a:cubicBezTo>
                    <a:cubicBezTo>
                      <a:pt x="883" y="779"/>
                      <a:pt x="880" y="778"/>
                      <a:pt x="879" y="777"/>
                    </a:cubicBezTo>
                    <a:cubicBezTo>
                      <a:pt x="878" y="775"/>
                      <a:pt x="878" y="772"/>
                      <a:pt x="878" y="770"/>
                    </a:cubicBezTo>
                    <a:cubicBezTo>
                      <a:pt x="879" y="768"/>
                      <a:pt x="879" y="767"/>
                      <a:pt x="878" y="765"/>
                    </a:cubicBezTo>
                    <a:cubicBezTo>
                      <a:pt x="876" y="762"/>
                      <a:pt x="874" y="761"/>
                      <a:pt x="871" y="760"/>
                    </a:cubicBezTo>
                    <a:cubicBezTo>
                      <a:pt x="869" y="759"/>
                      <a:pt x="867" y="759"/>
                      <a:pt x="865" y="757"/>
                    </a:cubicBezTo>
                    <a:cubicBezTo>
                      <a:pt x="863" y="756"/>
                      <a:pt x="860" y="755"/>
                      <a:pt x="857" y="754"/>
                    </a:cubicBezTo>
                    <a:cubicBezTo>
                      <a:pt x="855" y="754"/>
                      <a:pt x="853" y="753"/>
                      <a:pt x="851" y="754"/>
                    </a:cubicBezTo>
                    <a:cubicBezTo>
                      <a:pt x="849" y="755"/>
                      <a:pt x="847" y="756"/>
                      <a:pt x="845" y="757"/>
                    </a:cubicBezTo>
                    <a:cubicBezTo>
                      <a:pt x="842" y="759"/>
                      <a:pt x="840" y="761"/>
                      <a:pt x="837" y="763"/>
                    </a:cubicBezTo>
                    <a:cubicBezTo>
                      <a:pt x="835" y="764"/>
                      <a:pt x="834" y="764"/>
                      <a:pt x="834" y="766"/>
                    </a:cubicBezTo>
                    <a:cubicBezTo>
                      <a:pt x="834" y="768"/>
                      <a:pt x="834" y="771"/>
                      <a:pt x="831" y="771"/>
                    </a:cubicBezTo>
                    <a:cubicBezTo>
                      <a:pt x="831" y="771"/>
                      <a:pt x="830" y="771"/>
                      <a:pt x="829" y="771"/>
                    </a:cubicBezTo>
                    <a:cubicBezTo>
                      <a:pt x="827" y="771"/>
                      <a:pt x="826" y="771"/>
                      <a:pt x="825" y="771"/>
                    </a:cubicBezTo>
                    <a:cubicBezTo>
                      <a:pt x="822" y="771"/>
                      <a:pt x="819" y="772"/>
                      <a:pt x="816" y="772"/>
                    </a:cubicBezTo>
                    <a:cubicBezTo>
                      <a:pt x="815" y="772"/>
                      <a:pt x="813" y="772"/>
                      <a:pt x="811" y="772"/>
                    </a:cubicBezTo>
                    <a:cubicBezTo>
                      <a:pt x="810" y="772"/>
                      <a:pt x="808" y="773"/>
                      <a:pt x="806" y="773"/>
                    </a:cubicBezTo>
                    <a:cubicBezTo>
                      <a:pt x="804" y="774"/>
                      <a:pt x="802" y="774"/>
                      <a:pt x="800" y="774"/>
                    </a:cubicBezTo>
                    <a:cubicBezTo>
                      <a:pt x="796" y="775"/>
                      <a:pt x="792" y="775"/>
                      <a:pt x="789" y="773"/>
                    </a:cubicBezTo>
                    <a:cubicBezTo>
                      <a:pt x="786" y="772"/>
                      <a:pt x="785" y="769"/>
                      <a:pt x="783" y="766"/>
                    </a:cubicBezTo>
                    <a:cubicBezTo>
                      <a:pt x="782" y="765"/>
                      <a:pt x="781" y="763"/>
                      <a:pt x="780" y="761"/>
                    </a:cubicBezTo>
                    <a:cubicBezTo>
                      <a:pt x="778" y="760"/>
                      <a:pt x="777" y="758"/>
                      <a:pt x="776" y="757"/>
                    </a:cubicBezTo>
                    <a:cubicBezTo>
                      <a:pt x="775" y="755"/>
                      <a:pt x="775" y="753"/>
                      <a:pt x="773" y="752"/>
                    </a:cubicBezTo>
                    <a:cubicBezTo>
                      <a:pt x="772" y="751"/>
                      <a:pt x="770" y="750"/>
                      <a:pt x="769" y="749"/>
                    </a:cubicBezTo>
                    <a:cubicBezTo>
                      <a:pt x="767" y="748"/>
                      <a:pt x="765" y="748"/>
                      <a:pt x="762" y="748"/>
                    </a:cubicBezTo>
                    <a:cubicBezTo>
                      <a:pt x="760" y="748"/>
                      <a:pt x="758" y="748"/>
                      <a:pt x="757" y="747"/>
                    </a:cubicBezTo>
                    <a:cubicBezTo>
                      <a:pt x="755" y="746"/>
                      <a:pt x="753" y="745"/>
                      <a:pt x="752" y="744"/>
                    </a:cubicBezTo>
                    <a:cubicBezTo>
                      <a:pt x="749" y="743"/>
                      <a:pt x="747" y="743"/>
                      <a:pt x="745" y="742"/>
                    </a:cubicBezTo>
                    <a:cubicBezTo>
                      <a:pt x="743" y="741"/>
                      <a:pt x="742" y="739"/>
                      <a:pt x="741" y="738"/>
                    </a:cubicBezTo>
                    <a:cubicBezTo>
                      <a:pt x="739" y="736"/>
                      <a:pt x="736" y="735"/>
                      <a:pt x="734" y="735"/>
                    </a:cubicBezTo>
                    <a:cubicBezTo>
                      <a:pt x="732" y="734"/>
                      <a:pt x="731" y="734"/>
                      <a:pt x="730" y="734"/>
                    </a:cubicBezTo>
                    <a:cubicBezTo>
                      <a:pt x="729" y="733"/>
                      <a:pt x="727" y="734"/>
                      <a:pt x="726" y="733"/>
                    </a:cubicBezTo>
                    <a:cubicBezTo>
                      <a:pt x="725" y="733"/>
                      <a:pt x="723" y="731"/>
                      <a:pt x="722" y="730"/>
                    </a:cubicBezTo>
                    <a:cubicBezTo>
                      <a:pt x="722" y="729"/>
                      <a:pt x="721" y="728"/>
                      <a:pt x="721" y="727"/>
                    </a:cubicBezTo>
                    <a:cubicBezTo>
                      <a:pt x="720" y="724"/>
                      <a:pt x="720" y="722"/>
                      <a:pt x="718" y="720"/>
                    </a:cubicBezTo>
                    <a:cubicBezTo>
                      <a:pt x="717" y="720"/>
                      <a:pt x="716" y="719"/>
                      <a:pt x="715" y="718"/>
                    </a:cubicBezTo>
                    <a:cubicBezTo>
                      <a:pt x="715" y="717"/>
                      <a:pt x="715" y="716"/>
                      <a:pt x="715" y="715"/>
                    </a:cubicBezTo>
                    <a:cubicBezTo>
                      <a:pt x="716" y="714"/>
                      <a:pt x="715" y="713"/>
                      <a:pt x="715" y="711"/>
                    </a:cubicBezTo>
                    <a:cubicBezTo>
                      <a:pt x="714" y="710"/>
                      <a:pt x="714" y="709"/>
                      <a:pt x="714" y="708"/>
                    </a:cubicBezTo>
                    <a:cubicBezTo>
                      <a:pt x="713" y="708"/>
                      <a:pt x="713" y="707"/>
                      <a:pt x="712" y="706"/>
                    </a:cubicBezTo>
                    <a:cubicBezTo>
                      <a:pt x="712" y="706"/>
                      <a:pt x="713" y="706"/>
                      <a:pt x="714" y="706"/>
                    </a:cubicBezTo>
                    <a:cubicBezTo>
                      <a:pt x="714" y="707"/>
                      <a:pt x="714" y="707"/>
                      <a:pt x="714" y="707"/>
                    </a:cubicBezTo>
                    <a:cubicBezTo>
                      <a:pt x="715" y="708"/>
                      <a:pt x="716" y="709"/>
                      <a:pt x="716" y="710"/>
                    </a:cubicBezTo>
                    <a:cubicBezTo>
                      <a:pt x="718" y="712"/>
                      <a:pt x="719" y="714"/>
                      <a:pt x="720" y="716"/>
                    </a:cubicBezTo>
                    <a:cubicBezTo>
                      <a:pt x="722" y="719"/>
                      <a:pt x="726" y="721"/>
                      <a:pt x="729" y="722"/>
                    </a:cubicBezTo>
                    <a:cubicBezTo>
                      <a:pt x="731" y="722"/>
                      <a:pt x="733" y="723"/>
                      <a:pt x="735" y="723"/>
                    </a:cubicBezTo>
                    <a:cubicBezTo>
                      <a:pt x="737" y="724"/>
                      <a:pt x="739" y="725"/>
                      <a:pt x="741" y="726"/>
                    </a:cubicBezTo>
                    <a:cubicBezTo>
                      <a:pt x="745" y="728"/>
                      <a:pt x="748" y="732"/>
                      <a:pt x="752" y="735"/>
                    </a:cubicBezTo>
                    <a:cubicBezTo>
                      <a:pt x="754" y="737"/>
                      <a:pt x="756" y="739"/>
                      <a:pt x="758" y="740"/>
                    </a:cubicBezTo>
                    <a:cubicBezTo>
                      <a:pt x="759" y="740"/>
                      <a:pt x="760" y="741"/>
                      <a:pt x="761" y="741"/>
                    </a:cubicBezTo>
                    <a:cubicBezTo>
                      <a:pt x="762" y="741"/>
                      <a:pt x="763" y="741"/>
                      <a:pt x="764" y="741"/>
                    </a:cubicBezTo>
                    <a:cubicBezTo>
                      <a:pt x="766" y="740"/>
                      <a:pt x="768" y="741"/>
                      <a:pt x="771" y="740"/>
                    </a:cubicBezTo>
                    <a:cubicBezTo>
                      <a:pt x="772" y="739"/>
                      <a:pt x="774" y="739"/>
                      <a:pt x="775" y="738"/>
                    </a:cubicBezTo>
                    <a:cubicBezTo>
                      <a:pt x="776" y="738"/>
                      <a:pt x="778" y="739"/>
                      <a:pt x="779" y="738"/>
                    </a:cubicBezTo>
                    <a:cubicBezTo>
                      <a:pt x="779" y="738"/>
                      <a:pt x="780" y="737"/>
                      <a:pt x="780" y="737"/>
                    </a:cubicBezTo>
                    <a:cubicBezTo>
                      <a:pt x="781" y="736"/>
                      <a:pt x="781" y="736"/>
                      <a:pt x="782" y="735"/>
                    </a:cubicBezTo>
                    <a:cubicBezTo>
                      <a:pt x="783" y="734"/>
                      <a:pt x="785" y="733"/>
                      <a:pt x="786" y="734"/>
                    </a:cubicBezTo>
                    <a:cubicBezTo>
                      <a:pt x="787" y="735"/>
                      <a:pt x="787" y="736"/>
                      <a:pt x="788" y="736"/>
                    </a:cubicBezTo>
                    <a:cubicBezTo>
                      <a:pt x="789" y="736"/>
                      <a:pt x="790" y="737"/>
                      <a:pt x="790" y="737"/>
                    </a:cubicBezTo>
                    <a:cubicBezTo>
                      <a:pt x="793" y="738"/>
                      <a:pt x="797" y="738"/>
                      <a:pt x="799" y="736"/>
                    </a:cubicBezTo>
                    <a:cubicBezTo>
                      <a:pt x="801" y="735"/>
                      <a:pt x="800" y="733"/>
                      <a:pt x="800" y="732"/>
                    </a:cubicBezTo>
                    <a:cubicBezTo>
                      <a:pt x="801" y="730"/>
                      <a:pt x="802" y="729"/>
                      <a:pt x="803" y="728"/>
                    </a:cubicBezTo>
                    <a:cubicBezTo>
                      <a:pt x="805" y="728"/>
                      <a:pt x="807" y="727"/>
                      <a:pt x="808" y="725"/>
                    </a:cubicBezTo>
                    <a:cubicBezTo>
                      <a:pt x="809" y="724"/>
                      <a:pt x="809" y="724"/>
                      <a:pt x="810" y="724"/>
                    </a:cubicBezTo>
                    <a:cubicBezTo>
                      <a:pt x="811" y="723"/>
                      <a:pt x="811" y="723"/>
                      <a:pt x="812" y="723"/>
                    </a:cubicBezTo>
                    <a:cubicBezTo>
                      <a:pt x="815" y="722"/>
                      <a:pt x="819" y="722"/>
                      <a:pt x="821" y="721"/>
                    </a:cubicBezTo>
                    <a:cubicBezTo>
                      <a:pt x="822" y="720"/>
                      <a:pt x="823" y="719"/>
                      <a:pt x="824" y="718"/>
                    </a:cubicBezTo>
                    <a:cubicBezTo>
                      <a:pt x="825" y="716"/>
                      <a:pt x="828" y="715"/>
                      <a:pt x="830" y="714"/>
                    </a:cubicBezTo>
                    <a:cubicBezTo>
                      <a:pt x="833" y="712"/>
                      <a:pt x="836" y="711"/>
                      <a:pt x="838" y="709"/>
                    </a:cubicBezTo>
                    <a:cubicBezTo>
                      <a:pt x="839" y="709"/>
                      <a:pt x="839" y="708"/>
                      <a:pt x="840" y="708"/>
                    </a:cubicBezTo>
                    <a:cubicBezTo>
                      <a:pt x="841" y="708"/>
                      <a:pt x="843" y="709"/>
                      <a:pt x="844" y="709"/>
                    </a:cubicBezTo>
                    <a:cubicBezTo>
                      <a:pt x="846" y="710"/>
                      <a:pt x="848" y="711"/>
                      <a:pt x="850" y="712"/>
                    </a:cubicBezTo>
                    <a:cubicBezTo>
                      <a:pt x="851" y="713"/>
                      <a:pt x="852" y="715"/>
                      <a:pt x="853" y="716"/>
                    </a:cubicBezTo>
                    <a:cubicBezTo>
                      <a:pt x="855" y="719"/>
                      <a:pt x="860" y="720"/>
                      <a:pt x="863" y="720"/>
                    </a:cubicBezTo>
                    <a:cubicBezTo>
                      <a:pt x="865" y="719"/>
                      <a:pt x="867" y="719"/>
                      <a:pt x="868" y="718"/>
                    </a:cubicBezTo>
                    <a:cubicBezTo>
                      <a:pt x="870" y="717"/>
                      <a:pt x="872" y="716"/>
                      <a:pt x="874" y="716"/>
                    </a:cubicBezTo>
                    <a:cubicBezTo>
                      <a:pt x="878" y="715"/>
                      <a:pt x="881" y="716"/>
                      <a:pt x="885" y="714"/>
                    </a:cubicBezTo>
                    <a:cubicBezTo>
                      <a:pt x="886" y="713"/>
                      <a:pt x="887" y="712"/>
                      <a:pt x="889" y="711"/>
                    </a:cubicBezTo>
                    <a:cubicBezTo>
                      <a:pt x="890" y="711"/>
                      <a:pt x="892" y="710"/>
                      <a:pt x="894" y="710"/>
                    </a:cubicBezTo>
                    <a:cubicBezTo>
                      <a:pt x="897" y="709"/>
                      <a:pt x="900" y="708"/>
                      <a:pt x="899" y="704"/>
                    </a:cubicBezTo>
                    <a:cubicBezTo>
                      <a:pt x="897" y="699"/>
                      <a:pt x="894" y="695"/>
                      <a:pt x="890" y="692"/>
                    </a:cubicBezTo>
                    <a:cubicBezTo>
                      <a:pt x="887" y="690"/>
                      <a:pt x="883" y="689"/>
                      <a:pt x="880" y="687"/>
                    </a:cubicBezTo>
                    <a:cubicBezTo>
                      <a:pt x="877" y="685"/>
                      <a:pt x="875" y="683"/>
                      <a:pt x="873" y="680"/>
                    </a:cubicBezTo>
                    <a:cubicBezTo>
                      <a:pt x="871" y="678"/>
                      <a:pt x="869" y="676"/>
                      <a:pt x="867" y="675"/>
                    </a:cubicBezTo>
                    <a:cubicBezTo>
                      <a:pt x="865" y="674"/>
                      <a:pt x="861" y="675"/>
                      <a:pt x="861" y="673"/>
                    </a:cubicBezTo>
                    <a:cubicBezTo>
                      <a:pt x="862" y="669"/>
                      <a:pt x="867" y="670"/>
                      <a:pt x="869" y="671"/>
                    </a:cubicBezTo>
                    <a:cubicBezTo>
                      <a:pt x="870" y="671"/>
                      <a:pt x="871" y="671"/>
                      <a:pt x="872" y="671"/>
                    </a:cubicBezTo>
                    <a:cubicBezTo>
                      <a:pt x="873" y="671"/>
                      <a:pt x="873" y="670"/>
                      <a:pt x="873" y="669"/>
                    </a:cubicBezTo>
                    <a:cubicBezTo>
                      <a:pt x="874" y="667"/>
                      <a:pt x="877" y="666"/>
                      <a:pt x="877" y="664"/>
                    </a:cubicBezTo>
                    <a:cubicBezTo>
                      <a:pt x="877" y="664"/>
                      <a:pt x="877" y="664"/>
                      <a:pt x="877" y="663"/>
                    </a:cubicBezTo>
                    <a:cubicBezTo>
                      <a:pt x="877" y="663"/>
                      <a:pt x="877" y="662"/>
                      <a:pt x="877" y="662"/>
                    </a:cubicBezTo>
                    <a:cubicBezTo>
                      <a:pt x="877" y="660"/>
                      <a:pt x="878" y="658"/>
                      <a:pt x="878" y="656"/>
                    </a:cubicBezTo>
                    <a:cubicBezTo>
                      <a:pt x="878" y="654"/>
                      <a:pt x="876" y="654"/>
                      <a:pt x="874" y="654"/>
                    </a:cubicBezTo>
                    <a:cubicBezTo>
                      <a:pt x="872" y="655"/>
                      <a:pt x="871" y="655"/>
                      <a:pt x="871" y="653"/>
                    </a:cubicBezTo>
                    <a:cubicBezTo>
                      <a:pt x="870" y="651"/>
                      <a:pt x="870" y="650"/>
                      <a:pt x="868" y="649"/>
                    </a:cubicBezTo>
                    <a:cubicBezTo>
                      <a:pt x="866" y="649"/>
                      <a:pt x="865" y="649"/>
                      <a:pt x="863" y="649"/>
                    </a:cubicBezTo>
                    <a:cubicBezTo>
                      <a:pt x="861" y="649"/>
                      <a:pt x="859" y="649"/>
                      <a:pt x="858" y="649"/>
                    </a:cubicBezTo>
                    <a:cubicBezTo>
                      <a:pt x="856" y="650"/>
                      <a:pt x="855" y="651"/>
                      <a:pt x="854" y="652"/>
                    </a:cubicBezTo>
                    <a:cubicBezTo>
                      <a:pt x="852" y="653"/>
                      <a:pt x="849" y="653"/>
                      <a:pt x="846" y="652"/>
                    </a:cubicBezTo>
                    <a:cubicBezTo>
                      <a:pt x="845" y="652"/>
                      <a:pt x="844" y="652"/>
                      <a:pt x="842" y="652"/>
                    </a:cubicBezTo>
                    <a:cubicBezTo>
                      <a:pt x="841" y="652"/>
                      <a:pt x="840" y="653"/>
                      <a:pt x="839" y="653"/>
                    </a:cubicBezTo>
                    <a:cubicBezTo>
                      <a:pt x="837" y="654"/>
                      <a:pt x="835" y="655"/>
                      <a:pt x="834" y="656"/>
                    </a:cubicBezTo>
                    <a:cubicBezTo>
                      <a:pt x="832" y="656"/>
                      <a:pt x="831" y="658"/>
                      <a:pt x="829" y="658"/>
                    </a:cubicBezTo>
                    <a:cubicBezTo>
                      <a:pt x="828" y="658"/>
                      <a:pt x="826" y="657"/>
                      <a:pt x="825" y="657"/>
                    </a:cubicBezTo>
                    <a:cubicBezTo>
                      <a:pt x="822" y="657"/>
                      <a:pt x="820" y="658"/>
                      <a:pt x="817" y="659"/>
                    </a:cubicBezTo>
                    <a:cubicBezTo>
                      <a:pt x="815" y="661"/>
                      <a:pt x="814" y="661"/>
                      <a:pt x="812" y="661"/>
                    </a:cubicBezTo>
                    <a:cubicBezTo>
                      <a:pt x="810" y="660"/>
                      <a:pt x="808" y="660"/>
                      <a:pt x="807" y="660"/>
                    </a:cubicBezTo>
                    <a:cubicBezTo>
                      <a:pt x="806" y="660"/>
                      <a:pt x="805" y="660"/>
                      <a:pt x="805" y="660"/>
                    </a:cubicBezTo>
                    <a:cubicBezTo>
                      <a:pt x="804" y="660"/>
                      <a:pt x="803" y="661"/>
                      <a:pt x="803" y="660"/>
                    </a:cubicBezTo>
                    <a:cubicBezTo>
                      <a:pt x="802" y="660"/>
                      <a:pt x="803" y="659"/>
                      <a:pt x="802" y="658"/>
                    </a:cubicBezTo>
                    <a:cubicBezTo>
                      <a:pt x="802" y="657"/>
                      <a:pt x="802" y="657"/>
                      <a:pt x="801" y="656"/>
                    </a:cubicBezTo>
                    <a:cubicBezTo>
                      <a:pt x="800" y="655"/>
                      <a:pt x="799" y="654"/>
                      <a:pt x="797" y="653"/>
                    </a:cubicBezTo>
                    <a:cubicBezTo>
                      <a:pt x="797" y="653"/>
                      <a:pt x="797" y="653"/>
                      <a:pt x="796" y="652"/>
                    </a:cubicBezTo>
                    <a:cubicBezTo>
                      <a:pt x="796" y="651"/>
                      <a:pt x="795" y="651"/>
                      <a:pt x="795" y="650"/>
                    </a:cubicBezTo>
                    <a:cubicBezTo>
                      <a:pt x="794" y="649"/>
                      <a:pt x="796" y="649"/>
                      <a:pt x="796" y="649"/>
                    </a:cubicBezTo>
                    <a:cubicBezTo>
                      <a:pt x="796" y="650"/>
                      <a:pt x="796" y="651"/>
                      <a:pt x="797" y="652"/>
                    </a:cubicBezTo>
                    <a:cubicBezTo>
                      <a:pt x="798" y="653"/>
                      <a:pt x="800" y="654"/>
                      <a:pt x="801" y="654"/>
                    </a:cubicBezTo>
                    <a:cubicBezTo>
                      <a:pt x="803" y="654"/>
                      <a:pt x="804" y="655"/>
                      <a:pt x="805" y="655"/>
                    </a:cubicBezTo>
                    <a:cubicBezTo>
                      <a:pt x="807" y="656"/>
                      <a:pt x="808" y="656"/>
                      <a:pt x="810" y="657"/>
                    </a:cubicBezTo>
                    <a:cubicBezTo>
                      <a:pt x="812" y="657"/>
                      <a:pt x="813" y="657"/>
                      <a:pt x="815" y="656"/>
                    </a:cubicBezTo>
                    <a:cubicBezTo>
                      <a:pt x="816" y="656"/>
                      <a:pt x="817" y="654"/>
                      <a:pt x="818" y="652"/>
                    </a:cubicBezTo>
                    <a:cubicBezTo>
                      <a:pt x="820" y="651"/>
                      <a:pt x="822" y="650"/>
                      <a:pt x="823" y="649"/>
                    </a:cubicBezTo>
                    <a:cubicBezTo>
                      <a:pt x="825" y="648"/>
                      <a:pt x="827" y="648"/>
                      <a:pt x="829" y="647"/>
                    </a:cubicBezTo>
                    <a:cubicBezTo>
                      <a:pt x="831" y="646"/>
                      <a:pt x="833" y="645"/>
                      <a:pt x="835" y="644"/>
                    </a:cubicBezTo>
                    <a:cubicBezTo>
                      <a:pt x="836" y="643"/>
                      <a:pt x="838" y="643"/>
                      <a:pt x="840" y="643"/>
                    </a:cubicBezTo>
                    <a:cubicBezTo>
                      <a:pt x="843" y="642"/>
                      <a:pt x="844" y="641"/>
                      <a:pt x="847" y="641"/>
                    </a:cubicBezTo>
                    <a:cubicBezTo>
                      <a:pt x="848" y="641"/>
                      <a:pt x="849" y="642"/>
                      <a:pt x="851" y="642"/>
                    </a:cubicBezTo>
                    <a:cubicBezTo>
                      <a:pt x="854" y="644"/>
                      <a:pt x="857" y="644"/>
                      <a:pt x="860" y="644"/>
                    </a:cubicBezTo>
                    <a:cubicBezTo>
                      <a:pt x="862" y="644"/>
                      <a:pt x="864" y="644"/>
                      <a:pt x="866" y="644"/>
                    </a:cubicBezTo>
                    <a:cubicBezTo>
                      <a:pt x="868" y="644"/>
                      <a:pt x="869" y="644"/>
                      <a:pt x="870" y="644"/>
                    </a:cubicBezTo>
                    <a:cubicBezTo>
                      <a:pt x="872" y="644"/>
                      <a:pt x="873" y="644"/>
                      <a:pt x="875" y="644"/>
                    </a:cubicBezTo>
                    <a:cubicBezTo>
                      <a:pt x="876" y="645"/>
                      <a:pt x="878" y="645"/>
                      <a:pt x="879" y="645"/>
                    </a:cubicBezTo>
                    <a:cubicBezTo>
                      <a:pt x="880" y="645"/>
                      <a:pt x="881" y="644"/>
                      <a:pt x="882" y="644"/>
                    </a:cubicBezTo>
                    <a:cubicBezTo>
                      <a:pt x="883" y="644"/>
                      <a:pt x="882" y="644"/>
                      <a:pt x="883" y="644"/>
                    </a:cubicBezTo>
                    <a:cubicBezTo>
                      <a:pt x="883" y="644"/>
                      <a:pt x="884" y="644"/>
                      <a:pt x="884" y="644"/>
                    </a:cubicBezTo>
                    <a:cubicBezTo>
                      <a:pt x="885" y="644"/>
                      <a:pt x="886" y="644"/>
                      <a:pt x="886" y="645"/>
                    </a:cubicBezTo>
                    <a:cubicBezTo>
                      <a:pt x="886" y="646"/>
                      <a:pt x="885" y="646"/>
                      <a:pt x="885" y="647"/>
                    </a:cubicBezTo>
                    <a:cubicBezTo>
                      <a:pt x="885" y="648"/>
                      <a:pt x="885" y="648"/>
                      <a:pt x="886" y="648"/>
                    </a:cubicBezTo>
                    <a:cubicBezTo>
                      <a:pt x="888" y="649"/>
                      <a:pt x="889" y="649"/>
                      <a:pt x="891" y="649"/>
                    </a:cubicBezTo>
                    <a:cubicBezTo>
                      <a:pt x="892" y="649"/>
                      <a:pt x="893" y="649"/>
                      <a:pt x="894" y="649"/>
                    </a:cubicBezTo>
                    <a:cubicBezTo>
                      <a:pt x="895" y="648"/>
                      <a:pt x="895" y="647"/>
                      <a:pt x="895" y="646"/>
                    </a:cubicBezTo>
                    <a:cubicBezTo>
                      <a:pt x="896" y="645"/>
                      <a:pt x="896" y="645"/>
                      <a:pt x="898" y="644"/>
                    </a:cubicBezTo>
                    <a:cubicBezTo>
                      <a:pt x="899" y="644"/>
                      <a:pt x="900" y="644"/>
                      <a:pt x="901" y="644"/>
                    </a:cubicBezTo>
                    <a:cubicBezTo>
                      <a:pt x="903" y="643"/>
                      <a:pt x="906" y="643"/>
                      <a:pt x="907" y="642"/>
                    </a:cubicBezTo>
                    <a:cubicBezTo>
                      <a:pt x="909" y="641"/>
                      <a:pt x="909" y="640"/>
                      <a:pt x="910" y="639"/>
                    </a:cubicBezTo>
                    <a:cubicBezTo>
                      <a:pt x="911" y="637"/>
                      <a:pt x="912" y="636"/>
                      <a:pt x="913" y="635"/>
                    </a:cubicBezTo>
                    <a:cubicBezTo>
                      <a:pt x="915" y="632"/>
                      <a:pt x="920" y="633"/>
                      <a:pt x="923" y="632"/>
                    </a:cubicBezTo>
                    <a:cubicBezTo>
                      <a:pt x="925" y="632"/>
                      <a:pt x="926" y="632"/>
                      <a:pt x="927" y="632"/>
                    </a:cubicBezTo>
                    <a:cubicBezTo>
                      <a:pt x="929" y="631"/>
                      <a:pt x="930" y="631"/>
                      <a:pt x="931" y="629"/>
                    </a:cubicBezTo>
                    <a:cubicBezTo>
                      <a:pt x="932" y="628"/>
                      <a:pt x="932" y="627"/>
                      <a:pt x="933" y="626"/>
                    </a:cubicBezTo>
                    <a:cubicBezTo>
                      <a:pt x="933" y="625"/>
                      <a:pt x="934" y="625"/>
                      <a:pt x="935" y="624"/>
                    </a:cubicBezTo>
                    <a:cubicBezTo>
                      <a:pt x="935" y="623"/>
                      <a:pt x="936" y="623"/>
                      <a:pt x="937" y="623"/>
                    </a:cubicBezTo>
                    <a:cubicBezTo>
                      <a:pt x="937" y="622"/>
                      <a:pt x="937" y="622"/>
                      <a:pt x="937" y="622"/>
                    </a:cubicBezTo>
                    <a:cubicBezTo>
                      <a:pt x="937" y="620"/>
                      <a:pt x="937" y="619"/>
                      <a:pt x="937" y="617"/>
                    </a:cubicBezTo>
                    <a:cubicBezTo>
                      <a:pt x="937" y="616"/>
                      <a:pt x="937" y="615"/>
                      <a:pt x="937" y="615"/>
                    </a:cubicBezTo>
                    <a:cubicBezTo>
                      <a:pt x="938" y="613"/>
                      <a:pt x="938" y="612"/>
                      <a:pt x="938" y="611"/>
                    </a:cubicBezTo>
                    <a:cubicBezTo>
                      <a:pt x="938" y="610"/>
                      <a:pt x="938" y="608"/>
                      <a:pt x="940" y="608"/>
                    </a:cubicBezTo>
                    <a:cubicBezTo>
                      <a:pt x="941" y="607"/>
                      <a:pt x="943" y="607"/>
                      <a:pt x="945" y="607"/>
                    </a:cubicBezTo>
                    <a:cubicBezTo>
                      <a:pt x="946" y="607"/>
                      <a:pt x="948" y="607"/>
                      <a:pt x="949" y="606"/>
                    </a:cubicBezTo>
                    <a:cubicBezTo>
                      <a:pt x="950" y="605"/>
                      <a:pt x="950" y="604"/>
                      <a:pt x="950" y="602"/>
                    </a:cubicBezTo>
                    <a:cubicBezTo>
                      <a:pt x="951" y="600"/>
                      <a:pt x="950" y="599"/>
                      <a:pt x="951" y="597"/>
                    </a:cubicBezTo>
                    <a:cubicBezTo>
                      <a:pt x="952" y="596"/>
                      <a:pt x="952" y="595"/>
                      <a:pt x="953" y="594"/>
                    </a:cubicBezTo>
                    <a:cubicBezTo>
                      <a:pt x="954" y="593"/>
                      <a:pt x="956" y="593"/>
                      <a:pt x="957" y="591"/>
                    </a:cubicBezTo>
                    <a:cubicBezTo>
                      <a:pt x="957" y="590"/>
                      <a:pt x="957" y="589"/>
                      <a:pt x="957" y="587"/>
                    </a:cubicBezTo>
                    <a:cubicBezTo>
                      <a:pt x="957" y="586"/>
                      <a:pt x="959" y="585"/>
                      <a:pt x="959" y="584"/>
                    </a:cubicBezTo>
                    <a:cubicBezTo>
                      <a:pt x="961" y="583"/>
                      <a:pt x="962" y="583"/>
                      <a:pt x="963" y="582"/>
                    </a:cubicBezTo>
                    <a:cubicBezTo>
                      <a:pt x="965" y="582"/>
                      <a:pt x="966" y="582"/>
                      <a:pt x="968" y="581"/>
                    </a:cubicBezTo>
                    <a:cubicBezTo>
                      <a:pt x="970" y="581"/>
                      <a:pt x="972" y="581"/>
                      <a:pt x="973" y="580"/>
                    </a:cubicBezTo>
                    <a:cubicBezTo>
                      <a:pt x="975" y="579"/>
                      <a:pt x="977" y="578"/>
                      <a:pt x="978" y="577"/>
                    </a:cubicBezTo>
                    <a:cubicBezTo>
                      <a:pt x="980" y="575"/>
                      <a:pt x="981" y="574"/>
                      <a:pt x="983" y="572"/>
                    </a:cubicBezTo>
                    <a:cubicBezTo>
                      <a:pt x="984" y="571"/>
                      <a:pt x="986" y="570"/>
                      <a:pt x="987" y="569"/>
                    </a:cubicBezTo>
                    <a:cubicBezTo>
                      <a:pt x="989" y="567"/>
                      <a:pt x="990" y="567"/>
                      <a:pt x="992" y="565"/>
                    </a:cubicBezTo>
                    <a:cubicBezTo>
                      <a:pt x="994" y="564"/>
                      <a:pt x="995" y="562"/>
                      <a:pt x="996" y="560"/>
                    </a:cubicBezTo>
                    <a:cubicBezTo>
                      <a:pt x="997" y="559"/>
                      <a:pt x="998" y="557"/>
                      <a:pt x="998" y="556"/>
                    </a:cubicBezTo>
                    <a:cubicBezTo>
                      <a:pt x="1000" y="552"/>
                      <a:pt x="1000" y="547"/>
                      <a:pt x="1001" y="543"/>
                    </a:cubicBezTo>
                    <a:cubicBezTo>
                      <a:pt x="1003" y="540"/>
                      <a:pt x="1005" y="538"/>
                      <a:pt x="1007" y="535"/>
                    </a:cubicBezTo>
                    <a:cubicBezTo>
                      <a:pt x="1009" y="534"/>
                      <a:pt x="1010" y="533"/>
                      <a:pt x="1011" y="531"/>
                    </a:cubicBezTo>
                    <a:cubicBezTo>
                      <a:pt x="1012" y="530"/>
                      <a:pt x="1013" y="528"/>
                      <a:pt x="1014" y="527"/>
                    </a:cubicBezTo>
                    <a:cubicBezTo>
                      <a:pt x="1016" y="525"/>
                      <a:pt x="1019" y="522"/>
                      <a:pt x="1021" y="520"/>
                    </a:cubicBezTo>
                    <a:cubicBezTo>
                      <a:pt x="1022" y="519"/>
                      <a:pt x="1023" y="517"/>
                      <a:pt x="1023" y="517"/>
                    </a:cubicBezTo>
                    <a:cubicBezTo>
                      <a:pt x="1024" y="516"/>
                      <a:pt x="1025" y="515"/>
                      <a:pt x="1026" y="514"/>
                    </a:cubicBezTo>
                    <a:cubicBezTo>
                      <a:pt x="1026" y="513"/>
                      <a:pt x="1027" y="510"/>
                      <a:pt x="1028" y="510"/>
                    </a:cubicBezTo>
                    <a:cubicBezTo>
                      <a:pt x="1029" y="509"/>
                      <a:pt x="1030" y="510"/>
                      <a:pt x="1031" y="509"/>
                    </a:cubicBezTo>
                    <a:cubicBezTo>
                      <a:pt x="1033" y="507"/>
                      <a:pt x="1033" y="503"/>
                      <a:pt x="1033" y="500"/>
                    </a:cubicBezTo>
                    <a:cubicBezTo>
                      <a:pt x="1033" y="498"/>
                      <a:pt x="1033" y="497"/>
                      <a:pt x="1033" y="496"/>
                    </a:cubicBezTo>
                    <a:cubicBezTo>
                      <a:pt x="1033" y="494"/>
                      <a:pt x="1033" y="492"/>
                      <a:pt x="1034" y="490"/>
                    </a:cubicBezTo>
                    <a:cubicBezTo>
                      <a:pt x="1034" y="488"/>
                      <a:pt x="1035" y="487"/>
                      <a:pt x="1036" y="485"/>
                    </a:cubicBezTo>
                    <a:cubicBezTo>
                      <a:pt x="1038" y="482"/>
                      <a:pt x="1040" y="479"/>
                      <a:pt x="1041" y="476"/>
                    </a:cubicBezTo>
                    <a:cubicBezTo>
                      <a:pt x="1043" y="473"/>
                      <a:pt x="1045" y="469"/>
                      <a:pt x="1048" y="466"/>
                    </a:cubicBezTo>
                    <a:cubicBezTo>
                      <a:pt x="1050" y="464"/>
                      <a:pt x="1052" y="462"/>
                      <a:pt x="1054" y="459"/>
                    </a:cubicBezTo>
                    <a:cubicBezTo>
                      <a:pt x="1055" y="456"/>
                      <a:pt x="1055" y="454"/>
                      <a:pt x="1058" y="454"/>
                    </a:cubicBezTo>
                    <a:cubicBezTo>
                      <a:pt x="1061" y="454"/>
                      <a:pt x="1062" y="453"/>
                      <a:pt x="1063" y="451"/>
                    </a:cubicBezTo>
                    <a:cubicBezTo>
                      <a:pt x="1066" y="448"/>
                      <a:pt x="1069" y="445"/>
                      <a:pt x="1073" y="443"/>
                    </a:cubicBezTo>
                    <a:cubicBezTo>
                      <a:pt x="1075" y="442"/>
                      <a:pt x="1078" y="441"/>
                      <a:pt x="1079" y="440"/>
                    </a:cubicBezTo>
                    <a:cubicBezTo>
                      <a:pt x="1081" y="438"/>
                      <a:pt x="1082" y="435"/>
                      <a:pt x="1085" y="434"/>
                    </a:cubicBezTo>
                    <a:cubicBezTo>
                      <a:pt x="1086" y="433"/>
                      <a:pt x="1087" y="432"/>
                      <a:pt x="1088" y="432"/>
                    </a:cubicBezTo>
                    <a:cubicBezTo>
                      <a:pt x="1089" y="431"/>
                      <a:pt x="1089" y="430"/>
                      <a:pt x="1090" y="429"/>
                    </a:cubicBezTo>
                    <a:cubicBezTo>
                      <a:pt x="1092" y="428"/>
                      <a:pt x="1095" y="428"/>
                      <a:pt x="1096" y="426"/>
                    </a:cubicBezTo>
                    <a:cubicBezTo>
                      <a:pt x="1098" y="424"/>
                      <a:pt x="1095" y="421"/>
                      <a:pt x="1096" y="419"/>
                    </a:cubicBezTo>
                    <a:cubicBezTo>
                      <a:pt x="1097" y="417"/>
                      <a:pt x="1100" y="416"/>
                      <a:pt x="1098" y="414"/>
                    </a:cubicBezTo>
                    <a:cubicBezTo>
                      <a:pt x="1097" y="412"/>
                      <a:pt x="1094" y="411"/>
                      <a:pt x="1096" y="408"/>
                    </a:cubicBezTo>
                    <a:cubicBezTo>
                      <a:pt x="1097" y="406"/>
                      <a:pt x="1099" y="404"/>
                      <a:pt x="1098" y="401"/>
                    </a:cubicBezTo>
                    <a:cubicBezTo>
                      <a:pt x="1097" y="398"/>
                      <a:pt x="1095" y="396"/>
                      <a:pt x="1096" y="393"/>
                    </a:cubicBezTo>
                    <a:cubicBezTo>
                      <a:pt x="1097" y="390"/>
                      <a:pt x="1098" y="387"/>
                      <a:pt x="1097" y="384"/>
                    </a:cubicBezTo>
                    <a:cubicBezTo>
                      <a:pt x="1096" y="381"/>
                      <a:pt x="1094" y="378"/>
                      <a:pt x="1093" y="375"/>
                    </a:cubicBezTo>
                    <a:cubicBezTo>
                      <a:pt x="1092" y="373"/>
                      <a:pt x="1092" y="370"/>
                      <a:pt x="1091" y="368"/>
                    </a:cubicBezTo>
                    <a:cubicBezTo>
                      <a:pt x="1090" y="365"/>
                      <a:pt x="1088" y="363"/>
                      <a:pt x="1085" y="363"/>
                    </a:cubicBezTo>
                    <a:cubicBezTo>
                      <a:pt x="1083" y="362"/>
                      <a:pt x="1082" y="362"/>
                      <a:pt x="1081" y="361"/>
                    </a:cubicBezTo>
                    <a:cubicBezTo>
                      <a:pt x="1080" y="360"/>
                      <a:pt x="1080" y="358"/>
                      <a:pt x="1079" y="356"/>
                    </a:cubicBezTo>
                    <a:cubicBezTo>
                      <a:pt x="1077" y="355"/>
                      <a:pt x="1076" y="356"/>
                      <a:pt x="1074" y="356"/>
                    </a:cubicBezTo>
                    <a:cubicBezTo>
                      <a:pt x="1072" y="356"/>
                      <a:pt x="1070" y="353"/>
                      <a:pt x="1068" y="352"/>
                    </a:cubicBezTo>
                    <a:cubicBezTo>
                      <a:pt x="1066" y="351"/>
                      <a:pt x="1060" y="350"/>
                      <a:pt x="1057" y="353"/>
                    </a:cubicBezTo>
                    <a:cubicBezTo>
                      <a:pt x="1056" y="354"/>
                      <a:pt x="1055" y="355"/>
                      <a:pt x="1052" y="355"/>
                    </a:cubicBezTo>
                    <a:cubicBezTo>
                      <a:pt x="1050" y="355"/>
                      <a:pt x="1049" y="353"/>
                      <a:pt x="1047" y="352"/>
                    </a:cubicBezTo>
                    <a:cubicBezTo>
                      <a:pt x="1047" y="351"/>
                      <a:pt x="1046" y="352"/>
                      <a:pt x="1045" y="352"/>
                    </a:cubicBezTo>
                    <a:cubicBezTo>
                      <a:pt x="1044" y="352"/>
                      <a:pt x="1043" y="352"/>
                      <a:pt x="1042" y="351"/>
                    </a:cubicBezTo>
                    <a:cubicBezTo>
                      <a:pt x="1040" y="350"/>
                      <a:pt x="1040" y="347"/>
                      <a:pt x="1037" y="346"/>
                    </a:cubicBezTo>
                    <a:cubicBezTo>
                      <a:pt x="1036" y="346"/>
                      <a:pt x="1035" y="346"/>
                      <a:pt x="1034" y="347"/>
                    </a:cubicBezTo>
                    <a:cubicBezTo>
                      <a:pt x="1033" y="347"/>
                      <a:pt x="1033" y="348"/>
                      <a:pt x="1033" y="349"/>
                    </a:cubicBezTo>
                    <a:cubicBezTo>
                      <a:pt x="1031" y="350"/>
                      <a:pt x="1029" y="350"/>
                      <a:pt x="1027" y="350"/>
                    </a:cubicBezTo>
                    <a:cubicBezTo>
                      <a:pt x="1025" y="350"/>
                      <a:pt x="1022" y="351"/>
                      <a:pt x="1020" y="350"/>
                    </a:cubicBezTo>
                    <a:cubicBezTo>
                      <a:pt x="1018" y="349"/>
                      <a:pt x="1017" y="347"/>
                      <a:pt x="1015" y="347"/>
                    </a:cubicBezTo>
                    <a:cubicBezTo>
                      <a:pt x="1013" y="347"/>
                      <a:pt x="1012" y="347"/>
                      <a:pt x="1010" y="346"/>
                    </a:cubicBezTo>
                    <a:cubicBezTo>
                      <a:pt x="1008" y="346"/>
                      <a:pt x="1006" y="344"/>
                      <a:pt x="1004" y="344"/>
                    </a:cubicBezTo>
                    <a:cubicBezTo>
                      <a:pt x="1003" y="343"/>
                      <a:pt x="1002" y="343"/>
                      <a:pt x="1000" y="343"/>
                    </a:cubicBezTo>
                    <a:cubicBezTo>
                      <a:pt x="999" y="342"/>
                      <a:pt x="997" y="341"/>
                      <a:pt x="996" y="339"/>
                    </a:cubicBezTo>
                    <a:cubicBezTo>
                      <a:pt x="993" y="337"/>
                      <a:pt x="992" y="334"/>
                      <a:pt x="988" y="334"/>
                    </a:cubicBezTo>
                    <a:cubicBezTo>
                      <a:pt x="986" y="333"/>
                      <a:pt x="984" y="333"/>
                      <a:pt x="983" y="333"/>
                    </a:cubicBezTo>
                    <a:cubicBezTo>
                      <a:pt x="981" y="333"/>
                      <a:pt x="980" y="333"/>
                      <a:pt x="979" y="332"/>
                    </a:cubicBezTo>
                    <a:cubicBezTo>
                      <a:pt x="978" y="332"/>
                      <a:pt x="977" y="332"/>
                      <a:pt x="976" y="331"/>
                    </a:cubicBezTo>
                    <a:cubicBezTo>
                      <a:pt x="975" y="331"/>
                      <a:pt x="974" y="330"/>
                      <a:pt x="973" y="330"/>
                    </a:cubicBezTo>
                    <a:cubicBezTo>
                      <a:pt x="971" y="329"/>
                      <a:pt x="970" y="329"/>
                      <a:pt x="969" y="328"/>
                    </a:cubicBezTo>
                    <a:cubicBezTo>
                      <a:pt x="968" y="328"/>
                      <a:pt x="967" y="327"/>
                      <a:pt x="966" y="326"/>
                    </a:cubicBezTo>
                    <a:cubicBezTo>
                      <a:pt x="964" y="324"/>
                      <a:pt x="962" y="324"/>
                      <a:pt x="960" y="323"/>
                    </a:cubicBezTo>
                    <a:cubicBezTo>
                      <a:pt x="958" y="323"/>
                      <a:pt x="956" y="323"/>
                      <a:pt x="954" y="323"/>
                    </a:cubicBezTo>
                    <a:cubicBezTo>
                      <a:pt x="952" y="323"/>
                      <a:pt x="950" y="323"/>
                      <a:pt x="948" y="324"/>
                    </a:cubicBezTo>
                    <a:cubicBezTo>
                      <a:pt x="946" y="325"/>
                      <a:pt x="943" y="325"/>
                      <a:pt x="941" y="325"/>
                    </a:cubicBezTo>
                    <a:cubicBezTo>
                      <a:pt x="940" y="326"/>
                      <a:pt x="938" y="326"/>
                      <a:pt x="936" y="326"/>
                    </a:cubicBezTo>
                    <a:cubicBezTo>
                      <a:pt x="931" y="325"/>
                      <a:pt x="928" y="322"/>
                      <a:pt x="924" y="320"/>
                    </a:cubicBezTo>
                    <a:cubicBezTo>
                      <a:pt x="920" y="319"/>
                      <a:pt x="918" y="317"/>
                      <a:pt x="916" y="314"/>
                    </a:cubicBezTo>
                    <a:cubicBezTo>
                      <a:pt x="913" y="311"/>
                      <a:pt x="910" y="309"/>
                      <a:pt x="907" y="307"/>
                    </a:cubicBezTo>
                    <a:cubicBezTo>
                      <a:pt x="904" y="305"/>
                      <a:pt x="901" y="302"/>
                      <a:pt x="898" y="301"/>
                    </a:cubicBezTo>
                    <a:cubicBezTo>
                      <a:pt x="896" y="300"/>
                      <a:pt x="894" y="299"/>
                      <a:pt x="892" y="298"/>
                    </a:cubicBezTo>
                    <a:cubicBezTo>
                      <a:pt x="889" y="298"/>
                      <a:pt x="887" y="299"/>
                      <a:pt x="884" y="299"/>
                    </a:cubicBezTo>
                    <a:cubicBezTo>
                      <a:pt x="881" y="299"/>
                      <a:pt x="877" y="298"/>
                      <a:pt x="875" y="300"/>
                    </a:cubicBezTo>
                    <a:cubicBezTo>
                      <a:pt x="873" y="302"/>
                      <a:pt x="871" y="303"/>
                      <a:pt x="870" y="305"/>
                    </a:cubicBezTo>
                    <a:cubicBezTo>
                      <a:pt x="868" y="306"/>
                      <a:pt x="867" y="306"/>
                      <a:pt x="865" y="306"/>
                    </a:cubicBezTo>
                    <a:cubicBezTo>
                      <a:pt x="862" y="306"/>
                      <a:pt x="860" y="306"/>
                      <a:pt x="857" y="307"/>
                    </a:cubicBezTo>
                    <a:cubicBezTo>
                      <a:pt x="856" y="308"/>
                      <a:pt x="856" y="309"/>
                      <a:pt x="854" y="310"/>
                    </a:cubicBezTo>
                    <a:cubicBezTo>
                      <a:pt x="853" y="311"/>
                      <a:pt x="851" y="312"/>
                      <a:pt x="850" y="311"/>
                    </a:cubicBezTo>
                    <a:cubicBezTo>
                      <a:pt x="849" y="311"/>
                      <a:pt x="848" y="311"/>
                      <a:pt x="848" y="310"/>
                    </a:cubicBezTo>
                    <a:cubicBezTo>
                      <a:pt x="848" y="309"/>
                      <a:pt x="849" y="308"/>
                      <a:pt x="849" y="308"/>
                    </a:cubicBezTo>
                    <a:cubicBezTo>
                      <a:pt x="850" y="306"/>
                      <a:pt x="847" y="304"/>
                      <a:pt x="846" y="304"/>
                    </a:cubicBezTo>
                    <a:cubicBezTo>
                      <a:pt x="844" y="303"/>
                      <a:pt x="841" y="302"/>
                      <a:pt x="839" y="303"/>
                    </a:cubicBezTo>
                    <a:cubicBezTo>
                      <a:pt x="837" y="303"/>
                      <a:pt x="836" y="305"/>
                      <a:pt x="835" y="307"/>
                    </a:cubicBezTo>
                    <a:cubicBezTo>
                      <a:pt x="834" y="307"/>
                      <a:pt x="833" y="307"/>
                      <a:pt x="832" y="307"/>
                    </a:cubicBezTo>
                    <a:cubicBezTo>
                      <a:pt x="831" y="307"/>
                      <a:pt x="830" y="307"/>
                      <a:pt x="829" y="307"/>
                    </a:cubicBezTo>
                    <a:cubicBezTo>
                      <a:pt x="827" y="307"/>
                      <a:pt x="825" y="308"/>
                      <a:pt x="823" y="309"/>
                    </a:cubicBezTo>
                    <a:cubicBezTo>
                      <a:pt x="821" y="310"/>
                      <a:pt x="819" y="311"/>
                      <a:pt x="817" y="312"/>
                    </a:cubicBezTo>
                    <a:cubicBezTo>
                      <a:pt x="815" y="312"/>
                      <a:pt x="812" y="312"/>
                      <a:pt x="810" y="312"/>
                    </a:cubicBezTo>
                    <a:cubicBezTo>
                      <a:pt x="808" y="311"/>
                      <a:pt x="807" y="310"/>
                      <a:pt x="805" y="309"/>
                    </a:cubicBezTo>
                    <a:cubicBezTo>
                      <a:pt x="802" y="308"/>
                      <a:pt x="799" y="308"/>
                      <a:pt x="795" y="307"/>
                    </a:cubicBezTo>
                    <a:cubicBezTo>
                      <a:pt x="793" y="306"/>
                      <a:pt x="786" y="303"/>
                      <a:pt x="785" y="307"/>
                    </a:cubicBezTo>
                    <a:cubicBezTo>
                      <a:pt x="785" y="309"/>
                      <a:pt x="785" y="311"/>
                      <a:pt x="784" y="313"/>
                    </a:cubicBezTo>
                    <a:cubicBezTo>
                      <a:pt x="782" y="315"/>
                      <a:pt x="779" y="316"/>
                      <a:pt x="777" y="317"/>
                    </a:cubicBezTo>
                    <a:cubicBezTo>
                      <a:pt x="774" y="318"/>
                      <a:pt x="771" y="320"/>
                      <a:pt x="769" y="321"/>
                    </a:cubicBezTo>
                    <a:cubicBezTo>
                      <a:pt x="767" y="323"/>
                      <a:pt x="765" y="324"/>
                      <a:pt x="762" y="325"/>
                    </a:cubicBezTo>
                    <a:cubicBezTo>
                      <a:pt x="758" y="326"/>
                      <a:pt x="755" y="322"/>
                      <a:pt x="751" y="322"/>
                    </a:cubicBezTo>
                    <a:cubicBezTo>
                      <a:pt x="746" y="322"/>
                      <a:pt x="742" y="325"/>
                      <a:pt x="738" y="323"/>
                    </a:cubicBezTo>
                    <a:cubicBezTo>
                      <a:pt x="736" y="322"/>
                      <a:pt x="735" y="321"/>
                      <a:pt x="734" y="320"/>
                    </a:cubicBezTo>
                    <a:cubicBezTo>
                      <a:pt x="732" y="318"/>
                      <a:pt x="730" y="317"/>
                      <a:pt x="729" y="316"/>
                    </a:cubicBezTo>
                    <a:cubicBezTo>
                      <a:pt x="727" y="313"/>
                      <a:pt x="736" y="314"/>
                      <a:pt x="737" y="314"/>
                    </a:cubicBezTo>
                    <a:cubicBezTo>
                      <a:pt x="739" y="315"/>
                      <a:pt x="740" y="317"/>
                      <a:pt x="742" y="317"/>
                    </a:cubicBezTo>
                    <a:cubicBezTo>
                      <a:pt x="744" y="319"/>
                      <a:pt x="747" y="319"/>
                      <a:pt x="750" y="319"/>
                    </a:cubicBezTo>
                    <a:cubicBezTo>
                      <a:pt x="752" y="319"/>
                      <a:pt x="755" y="319"/>
                      <a:pt x="758" y="318"/>
                    </a:cubicBezTo>
                    <a:cubicBezTo>
                      <a:pt x="760" y="318"/>
                      <a:pt x="762" y="317"/>
                      <a:pt x="761" y="315"/>
                    </a:cubicBezTo>
                    <a:cubicBezTo>
                      <a:pt x="761" y="314"/>
                      <a:pt x="760" y="313"/>
                      <a:pt x="759" y="312"/>
                    </a:cubicBezTo>
                    <a:cubicBezTo>
                      <a:pt x="759" y="311"/>
                      <a:pt x="758" y="310"/>
                      <a:pt x="758" y="309"/>
                    </a:cubicBezTo>
                    <a:cubicBezTo>
                      <a:pt x="758" y="308"/>
                      <a:pt x="758" y="308"/>
                      <a:pt x="758" y="309"/>
                    </a:cubicBezTo>
                    <a:cubicBezTo>
                      <a:pt x="759" y="309"/>
                      <a:pt x="760" y="309"/>
                      <a:pt x="761" y="310"/>
                    </a:cubicBezTo>
                    <a:cubicBezTo>
                      <a:pt x="763" y="310"/>
                      <a:pt x="765" y="310"/>
                      <a:pt x="767" y="309"/>
                    </a:cubicBezTo>
                    <a:cubicBezTo>
                      <a:pt x="769" y="307"/>
                      <a:pt x="770" y="306"/>
                      <a:pt x="772" y="306"/>
                    </a:cubicBezTo>
                    <a:cubicBezTo>
                      <a:pt x="774" y="306"/>
                      <a:pt x="778" y="308"/>
                      <a:pt x="779" y="306"/>
                    </a:cubicBezTo>
                    <a:cubicBezTo>
                      <a:pt x="781" y="305"/>
                      <a:pt x="780" y="302"/>
                      <a:pt x="780" y="301"/>
                    </a:cubicBezTo>
                    <a:cubicBezTo>
                      <a:pt x="781" y="299"/>
                      <a:pt x="783" y="298"/>
                      <a:pt x="785" y="297"/>
                    </a:cubicBezTo>
                    <a:cubicBezTo>
                      <a:pt x="787" y="296"/>
                      <a:pt x="790" y="294"/>
                      <a:pt x="792" y="292"/>
                    </a:cubicBezTo>
                    <a:cubicBezTo>
                      <a:pt x="793" y="291"/>
                      <a:pt x="794" y="290"/>
                      <a:pt x="795" y="289"/>
                    </a:cubicBezTo>
                    <a:cubicBezTo>
                      <a:pt x="796" y="289"/>
                      <a:pt x="797" y="288"/>
                      <a:pt x="797" y="287"/>
                    </a:cubicBezTo>
                    <a:cubicBezTo>
                      <a:pt x="797" y="285"/>
                      <a:pt x="792" y="285"/>
                      <a:pt x="791" y="285"/>
                    </a:cubicBezTo>
                    <a:cubicBezTo>
                      <a:pt x="787" y="285"/>
                      <a:pt x="783" y="285"/>
                      <a:pt x="779" y="285"/>
                    </a:cubicBezTo>
                    <a:cubicBezTo>
                      <a:pt x="776" y="285"/>
                      <a:pt x="775" y="285"/>
                      <a:pt x="774" y="283"/>
                    </a:cubicBezTo>
                    <a:cubicBezTo>
                      <a:pt x="770" y="277"/>
                      <a:pt x="763" y="279"/>
                      <a:pt x="757" y="282"/>
                    </a:cubicBezTo>
                    <a:cubicBezTo>
                      <a:pt x="754" y="283"/>
                      <a:pt x="750" y="285"/>
                      <a:pt x="747" y="287"/>
                    </a:cubicBezTo>
                    <a:cubicBezTo>
                      <a:pt x="745" y="289"/>
                      <a:pt x="743" y="291"/>
                      <a:pt x="740" y="293"/>
                    </a:cubicBezTo>
                    <a:cubicBezTo>
                      <a:pt x="738" y="294"/>
                      <a:pt x="736" y="295"/>
                      <a:pt x="733" y="295"/>
                    </a:cubicBezTo>
                    <a:cubicBezTo>
                      <a:pt x="734" y="292"/>
                      <a:pt x="737" y="290"/>
                      <a:pt x="739" y="288"/>
                    </a:cubicBezTo>
                    <a:cubicBezTo>
                      <a:pt x="742" y="286"/>
                      <a:pt x="745" y="284"/>
                      <a:pt x="748" y="282"/>
                    </a:cubicBezTo>
                    <a:cubicBezTo>
                      <a:pt x="751" y="281"/>
                      <a:pt x="753" y="280"/>
                      <a:pt x="756" y="278"/>
                    </a:cubicBezTo>
                    <a:cubicBezTo>
                      <a:pt x="758" y="276"/>
                      <a:pt x="760" y="274"/>
                      <a:pt x="763" y="272"/>
                    </a:cubicBezTo>
                    <a:cubicBezTo>
                      <a:pt x="766" y="271"/>
                      <a:pt x="770" y="270"/>
                      <a:pt x="773" y="272"/>
                    </a:cubicBezTo>
                    <a:cubicBezTo>
                      <a:pt x="776" y="273"/>
                      <a:pt x="778" y="275"/>
                      <a:pt x="781" y="274"/>
                    </a:cubicBezTo>
                    <a:cubicBezTo>
                      <a:pt x="784" y="273"/>
                      <a:pt x="786" y="270"/>
                      <a:pt x="788" y="269"/>
                    </a:cubicBezTo>
                    <a:cubicBezTo>
                      <a:pt x="792" y="267"/>
                      <a:pt x="796" y="268"/>
                      <a:pt x="800" y="269"/>
                    </a:cubicBezTo>
                    <a:cubicBezTo>
                      <a:pt x="801" y="269"/>
                      <a:pt x="803" y="269"/>
                      <a:pt x="803" y="270"/>
                    </a:cubicBezTo>
                    <a:cubicBezTo>
                      <a:pt x="803" y="271"/>
                      <a:pt x="800" y="273"/>
                      <a:pt x="799" y="273"/>
                    </a:cubicBezTo>
                    <a:cubicBezTo>
                      <a:pt x="797" y="274"/>
                      <a:pt x="792" y="278"/>
                      <a:pt x="795" y="280"/>
                    </a:cubicBezTo>
                    <a:cubicBezTo>
                      <a:pt x="797" y="281"/>
                      <a:pt x="800" y="281"/>
                      <a:pt x="803" y="281"/>
                    </a:cubicBezTo>
                    <a:cubicBezTo>
                      <a:pt x="805" y="282"/>
                      <a:pt x="807" y="279"/>
                      <a:pt x="809" y="278"/>
                    </a:cubicBezTo>
                    <a:cubicBezTo>
                      <a:pt x="811" y="275"/>
                      <a:pt x="813" y="272"/>
                      <a:pt x="816" y="270"/>
                    </a:cubicBezTo>
                    <a:cubicBezTo>
                      <a:pt x="820" y="267"/>
                      <a:pt x="824" y="265"/>
                      <a:pt x="828" y="262"/>
                    </a:cubicBezTo>
                    <a:cubicBezTo>
                      <a:pt x="830" y="259"/>
                      <a:pt x="833" y="256"/>
                      <a:pt x="836" y="254"/>
                    </a:cubicBezTo>
                    <a:cubicBezTo>
                      <a:pt x="838" y="253"/>
                      <a:pt x="843" y="250"/>
                      <a:pt x="843" y="247"/>
                    </a:cubicBezTo>
                    <a:cubicBezTo>
                      <a:pt x="842" y="244"/>
                      <a:pt x="836" y="247"/>
                      <a:pt x="834" y="248"/>
                    </a:cubicBezTo>
                    <a:cubicBezTo>
                      <a:pt x="831" y="249"/>
                      <a:pt x="827" y="252"/>
                      <a:pt x="823" y="252"/>
                    </a:cubicBezTo>
                    <a:cubicBezTo>
                      <a:pt x="822" y="252"/>
                      <a:pt x="820" y="252"/>
                      <a:pt x="819" y="251"/>
                    </a:cubicBezTo>
                    <a:cubicBezTo>
                      <a:pt x="819" y="250"/>
                      <a:pt x="818" y="250"/>
                      <a:pt x="818" y="249"/>
                    </a:cubicBezTo>
                    <a:cubicBezTo>
                      <a:pt x="818" y="249"/>
                      <a:pt x="818" y="248"/>
                      <a:pt x="818" y="248"/>
                    </a:cubicBezTo>
                    <a:cubicBezTo>
                      <a:pt x="818" y="247"/>
                      <a:pt x="819" y="247"/>
                      <a:pt x="819" y="247"/>
                    </a:cubicBezTo>
                    <a:cubicBezTo>
                      <a:pt x="819" y="246"/>
                      <a:pt x="817" y="245"/>
                      <a:pt x="817" y="245"/>
                    </a:cubicBezTo>
                    <a:cubicBezTo>
                      <a:pt x="815" y="244"/>
                      <a:pt x="813" y="244"/>
                      <a:pt x="812" y="244"/>
                    </a:cubicBezTo>
                    <a:cubicBezTo>
                      <a:pt x="810" y="244"/>
                      <a:pt x="809" y="246"/>
                      <a:pt x="808" y="246"/>
                    </a:cubicBezTo>
                    <a:cubicBezTo>
                      <a:pt x="806" y="246"/>
                      <a:pt x="804" y="246"/>
                      <a:pt x="803" y="246"/>
                    </a:cubicBezTo>
                    <a:cubicBezTo>
                      <a:pt x="801" y="246"/>
                      <a:pt x="799" y="245"/>
                      <a:pt x="799" y="243"/>
                    </a:cubicBezTo>
                    <a:cubicBezTo>
                      <a:pt x="798" y="242"/>
                      <a:pt x="798" y="241"/>
                      <a:pt x="796" y="241"/>
                    </a:cubicBezTo>
                    <a:cubicBezTo>
                      <a:pt x="794" y="240"/>
                      <a:pt x="792" y="241"/>
                      <a:pt x="791" y="240"/>
                    </a:cubicBezTo>
                    <a:cubicBezTo>
                      <a:pt x="789" y="240"/>
                      <a:pt x="789" y="238"/>
                      <a:pt x="789" y="237"/>
                    </a:cubicBezTo>
                    <a:cubicBezTo>
                      <a:pt x="789" y="235"/>
                      <a:pt x="788" y="233"/>
                      <a:pt x="786" y="232"/>
                    </a:cubicBezTo>
                    <a:cubicBezTo>
                      <a:pt x="785" y="232"/>
                      <a:pt x="784" y="231"/>
                      <a:pt x="782" y="231"/>
                    </a:cubicBezTo>
                    <a:cubicBezTo>
                      <a:pt x="780" y="230"/>
                      <a:pt x="779" y="230"/>
                      <a:pt x="777" y="230"/>
                    </a:cubicBezTo>
                    <a:cubicBezTo>
                      <a:pt x="775" y="229"/>
                      <a:pt x="773" y="228"/>
                      <a:pt x="771" y="228"/>
                    </a:cubicBezTo>
                    <a:cubicBezTo>
                      <a:pt x="771" y="228"/>
                      <a:pt x="771" y="228"/>
                      <a:pt x="770" y="227"/>
                    </a:cubicBezTo>
                    <a:cubicBezTo>
                      <a:pt x="768" y="227"/>
                      <a:pt x="769" y="225"/>
                      <a:pt x="768" y="224"/>
                    </a:cubicBezTo>
                    <a:cubicBezTo>
                      <a:pt x="768" y="223"/>
                      <a:pt x="768" y="221"/>
                      <a:pt x="769" y="222"/>
                    </a:cubicBezTo>
                    <a:cubicBezTo>
                      <a:pt x="770" y="222"/>
                      <a:pt x="771" y="223"/>
                      <a:pt x="772" y="223"/>
                    </a:cubicBezTo>
                    <a:cubicBezTo>
                      <a:pt x="773" y="224"/>
                      <a:pt x="774" y="224"/>
                      <a:pt x="775" y="224"/>
                    </a:cubicBezTo>
                    <a:cubicBezTo>
                      <a:pt x="777" y="224"/>
                      <a:pt x="778" y="223"/>
                      <a:pt x="780" y="224"/>
                    </a:cubicBezTo>
                    <a:cubicBezTo>
                      <a:pt x="781" y="224"/>
                      <a:pt x="783" y="225"/>
                      <a:pt x="784" y="226"/>
                    </a:cubicBezTo>
                    <a:cubicBezTo>
                      <a:pt x="787" y="228"/>
                      <a:pt x="789" y="229"/>
                      <a:pt x="792" y="229"/>
                    </a:cubicBezTo>
                    <a:cubicBezTo>
                      <a:pt x="794" y="230"/>
                      <a:pt x="795" y="229"/>
                      <a:pt x="797" y="231"/>
                    </a:cubicBezTo>
                    <a:cubicBezTo>
                      <a:pt x="798" y="231"/>
                      <a:pt x="799" y="232"/>
                      <a:pt x="800" y="232"/>
                    </a:cubicBezTo>
                    <a:cubicBezTo>
                      <a:pt x="802" y="232"/>
                      <a:pt x="803" y="231"/>
                      <a:pt x="804" y="232"/>
                    </a:cubicBezTo>
                    <a:cubicBezTo>
                      <a:pt x="805" y="232"/>
                      <a:pt x="807" y="232"/>
                      <a:pt x="808" y="233"/>
                    </a:cubicBezTo>
                    <a:cubicBezTo>
                      <a:pt x="809" y="233"/>
                      <a:pt x="811" y="235"/>
                      <a:pt x="812" y="234"/>
                    </a:cubicBezTo>
                    <a:cubicBezTo>
                      <a:pt x="813" y="234"/>
                      <a:pt x="814" y="232"/>
                      <a:pt x="814" y="231"/>
                    </a:cubicBezTo>
                    <a:cubicBezTo>
                      <a:pt x="815" y="230"/>
                      <a:pt x="815" y="229"/>
                      <a:pt x="816" y="229"/>
                    </a:cubicBezTo>
                    <a:cubicBezTo>
                      <a:pt x="818" y="228"/>
                      <a:pt x="818" y="227"/>
                      <a:pt x="818" y="225"/>
                    </a:cubicBezTo>
                    <a:cubicBezTo>
                      <a:pt x="818" y="224"/>
                      <a:pt x="818" y="223"/>
                      <a:pt x="818" y="221"/>
                    </a:cubicBezTo>
                    <a:cubicBezTo>
                      <a:pt x="817" y="220"/>
                      <a:pt x="817" y="219"/>
                      <a:pt x="817" y="219"/>
                    </a:cubicBezTo>
                    <a:cubicBezTo>
                      <a:pt x="815" y="217"/>
                      <a:pt x="813" y="218"/>
                      <a:pt x="811" y="218"/>
                    </a:cubicBezTo>
                    <a:cubicBezTo>
                      <a:pt x="809" y="217"/>
                      <a:pt x="809" y="216"/>
                      <a:pt x="808" y="214"/>
                    </a:cubicBezTo>
                    <a:cubicBezTo>
                      <a:pt x="808" y="213"/>
                      <a:pt x="809" y="212"/>
                      <a:pt x="809" y="211"/>
                    </a:cubicBezTo>
                    <a:cubicBezTo>
                      <a:pt x="812" y="210"/>
                      <a:pt x="814" y="212"/>
                      <a:pt x="815" y="213"/>
                    </a:cubicBezTo>
                    <a:cubicBezTo>
                      <a:pt x="816" y="215"/>
                      <a:pt x="819" y="216"/>
                      <a:pt x="820" y="215"/>
                    </a:cubicBezTo>
                    <a:cubicBezTo>
                      <a:pt x="821" y="214"/>
                      <a:pt x="821" y="213"/>
                      <a:pt x="821" y="213"/>
                    </a:cubicBezTo>
                    <a:cubicBezTo>
                      <a:pt x="822" y="212"/>
                      <a:pt x="822" y="212"/>
                      <a:pt x="823" y="211"/>
                    </a:cubicBezTo>
                    <a:cubicBezTo>
                      <a:pt x="824" y="210"/>
                      <a:pt x="825" y="209"/>
                      <a:pt x="827" y="209"/>
                    </a:cubicBezTo>
                    <a:cubicBezTo>
                      <a:pt x="829" y="209"/>
                      <a:pt x="831" y="209"/>
                      <a:pt x="833" y="209"/>
                    </a:cubicBezTo>
                    <a:cubicBezTo>
                      <a:pt x="836" y="209"/>
                      <a:pt x="838" y="209"/>
                      <a:pt x="841" y="209"/>
                    </a:cubicBezTo>
                    <a:cubicBezTo>
                      <a:pt x="842" y="209"/>
                      <a:pt x="842" y="209"/>
                      <a:pt x="843" y="209"/>
                    </a:cubicBezTo>
                    <a:cubicBezTo>
                      <a:pt x="845" y="209"/>
                      <a:pt x="845" y="206"/>
                      <a:pt x="845" y="205"/>
                    </a:cubicBezTo>
                    <a:cubicBezTo>
                      <a:pt x="846" y="203"/>
                      <a:pt x="848" y="201"/>
                      <a:pt x="850" y="200"/>
                    </a:cubicBezTo>
                    <a:cubicBezTo>
                      <a:pt x="852" y="198"/>
                      <a:pt x="855" y="197"/>
                      <a:pt x="857" y="195"/>
                    </a:cubicBezTo>
                    <a:cubicBezTo>
                      <a:pt x="859" y="194"/>
                      <a:pt x="861" y="192"/>
                      <a:pt x="864" y="191"/>
                    </a:cubicBezTo>
                    <a:cubicBezTo>
                      <a:pt x="866" y="190"/>
                      <a:pt x="869" y="190"/>
                      <a:pt x="872" y="189"/>
                    </a:cubicBezTo>
                    <a:cubicBezTo>
                      <a:pt x="875" y="189"/>
                      <a:pt x="878" y="187"/>
                      <a:pt x="881" y="186"/>
                    </a:cubicBezTo>
                    <a:cubicBezTo>
                      <a:pt x="883" y="185"/>
                      <a:pt x="885" y="185"/>
                      <a:pt x="887" y="184"/>
                    </a:cubicBezTo>
                    <a:cubicBezTo>
                      <a:pt x="890" y="183"/>
                      <a:pt x="892" y="181"/>
                      <a:pt x="895" y="181"/>
                    </a:cubicBezTo>
                    <a:cubicBezTo>
                      <a:pt x="896" y="180"/>
                      <a:pt x="897" y="180"/>
                      <a:pt x="898" y="179"/>
                    </a:cubicBezTo>
                    <a:cubicBezTo>
                      <a:pt x="901" y="178"/>
                      <a:pt x="903" y="177"/>
                      <a:pt x="905" y="175"/>
                    </a:cubicBezTo>
                    <a:cubicBezTo>
                      <a:pt x="906" y="174"/>
                      <a:pt x="907" y="174"/>
                      <a:pt x="908" y="173"/>
                    </a:cubicBezTo>
                    <a:cubicBezTo>
                      <a:pt x="910" y="172"/>
                      <a:pt x="911" y="171"/>
                      <a:pt x="912" y="170"/>
                    </a:cubicBezTo>
                    <a:cubicBezTo>
                      <a:pt x="915" y="168"/>
                      <a:pt x="919" y="166"/>
                      <a:pt x="921" y="163"/>
                    </a:cubicBezTo>
                    <a:cubicBezTo>
                      <a:pt x="923" y="161"/>
                      <a:pt x="924" y="160"/>
                      <a:pt x="925" y="159"/>
                    </a:cubicBezTo>
                    <a:cubicBezTo>
                      <a:pt x="927" y="158"/>
                      <a:pt x="928" y="156"/>
                      <a:pt x="930" y="155"/>
                    </a:cubicBezTo>
                    <a:cubicBezTo>
                      <a:pt x="933" y="154"/>
                      <a:pt x="937" y="154"/>
                      <a:pt x="941" y="154"/>
                    </a:cubicBezTo>
                    <a:cubicBezTo>
                      <a:pt x="944" y="154"/>
                      <a:pt x="947" y="154"/>
                      <a:pt x="949" y="153"/>
                    </a:cubicBezTo>
                    <a:cubicBezTo>
                      <a:pt x="953" y="153"/>
                      <a:pt x="956" y="152"/>
                      <a:pt x="959" y="151"/>
                    </a:cubicBezTo>
                    <a:cubicBezTo>
                      <a:pt x="962" y="151"/>
                      <a:pt x="965" y="149"/>
                      <a:pt x="967" y="146"/>
                    </a:cubicBezTo>
                    <a:cubicBezTo>
                      <a:pt x="968" y="145"/>
                      <a:pt x="968" y="143"/>
                      <a:pt x="969" y="141"/>
                    </a:cubicBezTo>
                    <a:cubicBezTo>
                      <a:pt x="970" y="139"/>
                      <a:pt x="972" y="138"/>
                      <a:pt x="974" y="136"/>
                    </a:cubicBezTo>
                    <a:cubicBezTo>
                      <a:pt x="977" y="133"/>
                      <a:pt x="982" y="131"/>
                      <a:pt x="985" y="127"/>
                    </a:cubicBezTo>
                    <a:cubicBezTo>
                      <a:pt x="987" y="124"/>
                      <a:pt x="988" y="120"/>
                      <a:pt x="988" y="117"/>
                    </a:cubicBezTo>
                    <a:cubicBezTo>
                      <a:pt x="989" y="114"/>
                      <a:pt x="987" y="113"/>
                      <a:pt x="985" y="112"/>
                    </a:cubicBezTo>
                    <a:cubicBezTo>
                      <a:pt x="982" y="111"/>
                      <a:pt x="980" y="110"/>
                      <a:pt x="980" y="107"/>
                    </a:cubicBezTo>
                    <a:cubicBezTo>
                      <a:pt x="979" y="104"/>
                      <a:pt x="980" y="101"/>
                      <a:pt x="982" y="98"/>
                    </a:cubicBezTo>
                    <a:cubicBezTo>
                      <a:pt x="983" y="96"/>
                      <a:pt x="986" y="96"/>
                      <a:pt x="988" y="94"/>
                    </a:cubicBezTo>
                    <a:cubicBezTo>
                      <a:pt x="991" y="93"/>
                      <a:pt x="992" y="90"/>
                      <a:pt x="993" y="88"/>
                    </a:cubicBezTo>
                    <a:cubicBezTo>
                      <a:pt x="995" y="84"/>
                      <a:pt x="997" y="82"/>
                      <a:pt x="1000" y="80"/>
                    </a:cubicBezTo>
                    <a:cubicBezTo>
                      <a:pt x="1002" y="78"/>
                      <a:pt x="1005" y="75"/>
                      <a:pt x="1004" y="72"/>
                    </a:cubicBezTo>
                    <a:cubicBezTo>
                      <a:pt x="1003" y="69"/>
                      <a:pt x="998" y="69"/>
                      <a:pt x="996" y="69"/>
                    </a:cubicBezTo>
                    <a:cubicBezTo>
                      <a:pt x="992" y="69"/>
                      <a:pt x="989" y="68"/>
                      <a:pt x="986" y="65"/>
                    </a:cubicBezTo>
                    <a:cubicBezTo>
                      <a:pt x="984" y="63"/>
                      <a:pt x="982" y="61"/>
                      <a:pt x="978" y="61"/>
                    </a:cubicBezTo>
                    <a:cubicBezTo>
                      <a:pt x="974" y="61"/>
                      <a:pt x="970" y="62"/>
                      <a:pt x="966" y="60"/>
                    </a:cubicBezTo>
                    <a:cubicBezTo>
                      <a:pt x="963" y="60"/>
                      <a:pt x="962" y="57"/>
                      <a:pt x="961" y="55"/>
                    </a:cubicBezTo>
                    <a:cubicBezTo>
                      <a:pt x="960" y="53"/>
                      <a:pt x="959" y="50"/>
                      <a:pt x="956" y="51"/>
                    </a:cubicBezTo>
                    <a:cubicBezTo>
                      <a:pt x="954" y="52"/>
                      <a:pt x="952" y="56"/>
                      <a:pt x="952" y="59"/>
                    </a:cubicBezTo>
                    <a:cubicBezTo>
                      <a:pt x="953" y="61"/>
                      <a:pt x="956" y="62"/>
                      <a:pt x="957" y="65"/>
                    </a:cubicBezTo>
                    <a:cubicBezTo>
                      <a:pt x="958" y="67"/>
                      <a:pt x="957" y="71"/>
                      <a:pt x="954" y="71"/>
                    </a:cubicBezTo>
                    <a:cubicBezTo>
                      <a:pt x="952" y="71"/>
                      <a:pt x="951" y="70"/>
                      <a:pt x="950" y="69"/>
                    </a:cubicBezTo>
                    <a:cubicBezTo>
                      <a:pt x="949" y="68"/>
                      <a:pt x="949" y="67"/>
                      <a:pt x="949" y="66"/>
                    </a:cubicBezTo>
                    <a:cubicBezTo>
                      <a:pt x="948" y="65"/>
                      <a:pt x="947" y="65"/>
                      <a:pt x="946" y="65"/>
                    </a:cubicBezTo>
                    <a:cubicBezTo>
                      <a:pt x="945" y="64"/>
                      <a:pt x="945" y="63"/>
                      <a:pt x="944" y="62"/>
                    </a:cubicBezTo>
                    <a:cubicBezTo>
                      <a:pt x="943" y="62"/>
                      <a:pt x="942" y="63"/>
                      <a:pt x="941" y="63"/>
                    </a:cubicBezTo>
                    <a:cubicBezTo>
                      <a:pt x="940" y="63"/>
                      <a:pt x="939" y="63"/>
                      <a:pt x="938" y="64"/>
                    </a:cubicBezTo>
                    <a:cubicBezTo>
                      <a:pt x="937" y="65"/>
                      <a:pt x="937" y="66"/>
                      <a:pt x="935" y="66"/>
                    </a:cubicBezTo>
                    <a:cubicBezTo>
                      <a:pt x="931" y="65"/>
                      <a:pt x="932" y="62"/>
                      <a:pt x="931" y="59"/>
                    </a:cubicBezTo>
                    <a:cubicBezTo>
                      <a:pt x="931" y="56"/>
                      <a:pt x="927" y="57"/>
                      <a:pt x="925" y="57"/>
                    </a:cubicBezTo>
                    <a:cubicBezTo>
                      <a:pt x="923" y="58"/>
                      <a:pt x="921" y="58"/>
                      <a:pt x="920" y="56"/>
                    </a:cubicBezTo>
                    <a:cubicBezTo>
                      <a:pt x="918" y="55"/>
                      <a:pt x="916" y="54"/>
                      <a:pt x="914" y="55"/>
                    </a:cubicBezTo>
                    <a:cubicBezTo>
                      <a:pt x="913" y="55"/>
                      <a:pt x="912" y="56"/>
                      <a:pt x="911" y="56"/>
                    </a:cubicBezTo>
                    <a:cubicBezTo>
                      <a:pt x="911" y="57"/>
                      <a:pt x="909" y="57"/>
                      <a:pt x="908" y="57"/>
                    </a:cubicBezTo>
                    <a:cubicBezTo>
                      <a:pt x="907" y="57"/>
                      <a:pt x="906" y="57"/>
                      <a:pt x="905" y="57"/>
                    </a:cubicBezTo>
                    <a:cubicBezTo>
                      <a:pt x="904" y="58"/>
                      <a:pt x="903" y="59"/>
                      <a:pt x="902" y="60"/>
                    </a:cubicBezTo>
                    <a:cubicBezTo>
                      <a:pt x="901" y="61"/>
                      <a:pt x="899" y="62"/>
                      <a:pt x="897" y="62"/>
                    </a:cubicBezTo>
                    <a:cubicBezTo>
                      <a:pt x="895" y="62"/>
                      <a:pt x="894" y="62"/>
                      <a:pt x="893" y="62"/>
                    </a:cubicBezTo>
                    <a:cubicBezTo>
                      <a:pt x="892" y="63"/>
                      <a:pt x="890" y="63"/>
                      <a:pt x="889" y="63"/>
                    </a:cubicBezTo>
                    <a:cubicBezTo>
                      <a:pt x="888" y="63"/>
                      <a:pt x="887" y="62"/>
                      <a:pt x="886" y="62"/>
                    </a:cubicBezTo>
                    <a:cubicBezTo>
                      <a:pt x="885" y="62"/>
                      <a:pt x="883" y="61"/>
                      <a:pt x="882" y="61"/>
                    </a:cubicBezTo>
                    <a:cubicBezTo>
                      <a:pt x="880" y="61"/>
                      <a:pt x="879" y="60"/>
                      <a:pt x="878" y="58"/>
                    </a:cubicBezTo>
                    <a:cubicBezTo>
                      <a:pt x="876" y="57"/>
                      <a:pt x="875" y="57"/>
                      <a:pt x="873" y="57"/>
                    </a:cubicBezTo>
                    <a:cubicBezTo>
                      <a:pt x="871" y="56"/>
                      <a:pt x="869" y="56"/>
                      <a:pt x="868" y="54"/>
                    </a:cubicBezTo>
                    <a:cubicBezTo>
                      <a:pt x="867" y="52"/>
                      <a:pt x="868" y="49"/>
                      <a:pt x="866" y="48"/>
                    </a:cubicBezTo>
                    <a:cubicBezTo>
                      <a:pt x="864" y="46"/>
                      <a:pt x="862" y="47"/>
                      <a:pt x="861" y="48"/>
                    </a:cubicBezTo>
                    <a:cubicBezTo>
                      <a:pt x="861" y="49"/>
                      <a:pt x="860" y="50"/>
                      <a:pt x="860" y="50"/>
                    </a:cubicBezTo>
                    <a:cubicBezTo>
                      <a:pt x="859" y="51"/>
                      <a:pt x="858" y="51"/>
                      <a:pt x="857" y="52"/>
                    </a:cubicBezTo>
                    <a:cubicBezTo>
                      <a:pt x="855" y="52"/>
                      <a:pt x="854" y="53"/>
                      <a:pt x="853" y="53"/>
                    </a:cubicBezTo>
                    <a:cubicBezTo>
                      <a:pt x="852" y="53"/>
                      <a:pt x="851" y="53"/>
                      <a:pt x="851" y="53"/>
                    </a:cubicBezTo>
                    <a:cubicBezTo>
                      <a:pt x="850" y="51"/>
                      <a:pt x="851" y="48"/>
                      <a:pt x="848" y="48"/>
                    </a:cubicBezTo>
                    <a:cubicBezTo>
                      <a:pt x="846" y="48"/>
                      <a:pt x="844" y="51"/>
                      <a:pt x="843" y="52"/>
                    </a:cubicBezTo>
                    <a:cubicBezTo>
                      <a:pt x="840" y="54"/>
                      <a:pt x="839" y="48"/>
                      <a:pt x="836" y="50"/>
                    </a:cubicBezTo>
                    <a:cubicBezTo>
                      <a:pt x="834" y="51"/>
                      <a:pt x="834" y="53"/>
                      <a:pt x="833" y="54"/>
                    </a:cubicBezTo>
                    <a:cubicBezTo>
                      <a:pt x="833" y="56"/>
                      <a:pt x="832" y="56"/>
                      <a:pt x="830" y="55"/>
                    </a:cubicBezTo>
                    <a:cubicBezTo>
                      <a:pt x="829" y="55"/>
                      <a:pt x="827" y="55"/>
                      <a:pt x="827" y="53"/>
                    </a:cubicBezTo>
                    <a:cubicBezTo>
                      <a:pt x="827" y="51"/>
                      <a:pt x="827" y="49"/>
                      <a:pt x="825" y="48"/>
                    </a:cubicBezTo>
                    <a:cubicBezTo>
                      <a:pt x="823" y="47"/>
                      <a:pt x="820" y="47"/>
                      <a:pt x="818" y="47"/>
                    </a:cubicBezTo>
                    <a:cubicBezTo>
                      <a:pt x="816" y="48"/>
                      <a:pt x="814" y="49"/>
                      <a:pt x="812" y="50"/>
                    </a:cubicBezTo>
                    <a:cubicBezTo>
                      <a:pt x="809" y="53"/>
                      <a:pt x="807" y="55"/>
                      <a:pt x="804" y="57"/>
                    </a:cubicBezTo>
                    <a:cubicBezTo>
                      <a:pt x="802" y="59"/>
                      <a:pt x="800" y="60"/>
                      <a:pt x="798" y="62"/>
                    </a:cubicBezTo>
                    <a:cubicBezTo>
                      <a:pt x="797" y="63"/>
                      <a:pt x="796" y="64"/>
                      <a:pt x="794" y="65"/>
                    </a:cubicBezTo>
                    <a:cubicBezTo>
                      <a:pt x="793" y="66"/>
                      <a:pt x="793" y="65"/>
                      <a:pt x="794" y="64"/>
                    </a:cubicBezTo>
                    <a:cubicBezTo>
                      <a:pt x="794" y="63"/>
                      <a:pt x="795" y="61"/>
                      <a:pt x="796" y="60"/>
                    </a:cubicBezTo>
                    <a:cubicBezTo>
                      <a:pt x="798" y="57"/>
                      <a:pt x="800" y="55"/>
                      <a:pt x="802" y="53"/>
                    </a:cubicBezTo>
                    <a:cubicBezTo>
                      <a:pt x="804" y="51"/>
                      <a:pt x="804" y="48"/>
                      <a:pt x="805" y="45"/>
                    </a:cubicBezTo>
                    <a:cubicBezTo>
                      <a:pt x="806" y="44"/>
                      <a:pt x="806" y="42"/>
                      <a:pt x="805" y="40"/>
                    </a:cubicBezTo>
                    <a:cubicBezTo>
                      <a:pt x="804" y="38"/>
                      <a:pt x="803" y="35"/>
                      <a:pt x="801" y="33"/>
                    </a:cubicBezTo>
                    <a:cubicBezTo>
                      <a:pt x="798" y="31"/>
                      <a:pt x="795" y="29"/>
                      <a:pt x="791" y="29"/>
                    </a:cubicBezTo>
                    <a:cubicBezTo>
                      <a:pt x="788" y="29"/>
                      <a:pt x="785" y="30"/>
                      <a:pt x="784" y="33"/>
                    </a:cubicBezTo>
                    <a:cubicBezTo>
                      <a:pt x="782" y="36"/>
                      <a:pt x="782" y="39"/>
                      <a:pt x="780" y="42"/>
                    </a:cubicBezTo>
                    <a:cubicBezTo>
                      <a:pt x="780" y="43"/>
                      <a:pt x="779" y="44"/>
                      <a:pt x="778" y="44"/>
                    </a:cubicBezTo>
                    <a:cubicBezTo>
                      <a:pt x="777" y="45"/>
                      <a:pt x="776" y="45"/>
                      <a:pt x="776" y="45"/>
                    </a:cubicBezTo>
                    <a:cubicBezTo>
                      <a:pt x="774" y="46"/>
                      <a:pt x="774" y="49"/>
                      <a:pt x="775" y="50"/>
                    </a:cubicBezTo>
                    <a:cubicBezTo>
                      <a:pt x="775" y="52"/>
                      <a:pt x="776" y="54"/>
                      <a:pt x="775" y="55"/>
                    </a:cubicBezTo>
                    <a:cubicBezTo>
                      <a:pt x="774" y="58"/>
                      <a:pt x="772" y="61"/>
                      <a:pt x="770" y="62"/>
                    </a:cubicBezTo>
                    <a:cubicBezTo>
                      <a:pt x="768" y="63"/>
                      <a:pt x="770" y="59"/>
                      <a:pt x="770" y="58"/>
                    </a:cubicBezTo>
                    <a:cubicBezTo>
                      <a:pt x="771" y="56"/>
                      <a:pt x="773" y="53"/>
                      <a:pt x="772" y="51"/>
                    </a:cubicBezTo>
                    <a:cubicBezTo>
                      <a:pt x="772" y="48"/>
                      <a:pt x="770" y="49"/>
                      <a:pt x="768" y="50"/>
                    </a:cubicBezTo>
                    <a:cubicBezTo>
                      <a:pt x="766" y="51"/>
                      <a:pt x="763" y="53"/>
                      <a:pt x="760" y="53"/>
                    </a:cubicBezTo>
                    <a:cubicBezTo>
                      <a:pt x="759" y="53"/>
                      <a:pt x="759" y="53"/>
                      <a:pt x="759" y="52"/>
                    </a:cubicBezTo>
                    <a:cubicBezTo>
                      <a:pt x="759" y="52"/>
                      <a:pt x="759" y="51"/>
                      <a:pt x="759" y="51"/>
                    </a:cubicBezTo>
                    <a:cubicBezTo>
                      <a:pt x="760" y="50"/>
                      <a:pt x="760" y="50"/>
                      <a:pt x="760" y="49"/>
                    </a:cubicBezTo>
                    <a:cubicBezTo>
                      <a:pt x="761" y="49"/>
                      <a:pt x="762" y="48"/>
                      <a:pt x="762" y="47"/>
                    </a:cubicBezTo>
                    <a:cubicBezTo>
                      <a:pt x="762" y="47"/>
                      <a:pt x="762" y="46"/>
                      <a:pt x="763" y="46"/>
                    </a:cubicBezTo>
                    <a:cubicBezTo>
                      <a:pt x="763" y="45"/>
                      <a:pt x="763" y="45"/>
                      <a:pt x="763" y="44"/>
                    </a:cubicBezTo>
                    <a:cubicBezTo>
                      <a:pt x="764" y="44"/>
                      <a:pt x="764" y="43"/>
                      <a:pt x="764" y="43"/>
                    </a:cubicBezTo>
                    <a:cubicBezTo>
                      <a:pt x="765" y="43"/>
                      <a:pt x="765" y="43"/>
                      <a:pt x="766" y="43"/>
                    </a:cubicBezTo>
                    <a:cubicBezTo>
                      <a:pt x="766" y="42"/>
                      <a:pt x="767" y="42"/>
                      <a:pt x="767" y="41"/>
                    </a:cubicBezTo>
                    <a:cubicBezTo>
                      <a:pt x="768" y="40"/>
                      <a:pt x="768" y="40"/>
                      <a:pt x="768" y="39"/>
                    </a:cubicBezTo>
                    <a:cubicBezTo>
                      <a:pt x="768" y="39"/>
                      <a:pt x="769" y="39"/>
                      <a:pt x="769" y="39"/>
                    </a:cubicBezTo>
                    <a:cubicBezTo>
                      <a:pt x="770" y="39"/>
                      <a:pt x="770" y="38"/>
                      <a:pt x="771" y="38"/>
                    </a:cubicBezTo>
                    <a:cubicBezTo>
                      <a:pt x="771" y="38"/>
                      <a:pt x="771" y="37"/>
                      <a:pt x="772" y="37"/>
                    </a:cubicBezTo>
                    <a:cubicBezTo>
                      <a:pt x="772" y="36"/>
                      <a:pt x="772" y="35"/>
                      <a:pt x="772" y="35"/>
                    </a:cubicBezTo>
                    <a:cubicBezTo>
                      <a:pt x="772" y="34"/>
                      <a:pt x="773" y="34"/>
                      <a:pt x="773" y="33"/>
                    </a:cubicBezTo>
                    <a:cubicBezTo>
                      <a:pt x="773" y="33"/>
                      <a:pt x="773" y="32"/>
                      <a:pt x="773" y="31"/>
                    </a:cubicBezTo>
                    <a:cubicBezTo>
                      <a:pt x="773" y="31"/>
                      <a:pt x="773" y="30"/>
                      <a:pt x="773" y="29"/>
                    </a:cubicBezTo>
                    <a:cubicBezTo>
                      <a:pt x="772" y="29"/>
                      <a:pt x="772" y="28"/>
                      <a:pt x="771" y="28"/>
                    </a:cubicBezTo>
                    <a:cubicBezTo>
                      <a:pt x="771" y="27"/>
                      <a:pt x="770" y="27"/>
                      <a:pt x="770" y="27"/>
                    </a:cubicBezTo>
                    <a:cubicBezTo>
                      <a:pt x="770" y="27"/>
                      <a:pt x="769" y="26"/>
                      <a:pt x="769" y="26"/>
                    </a:cubicBezTo>
                    <a:cubicBezTo>
                      <a:pt x="769" y="25"/>
                      <a:pt x="768" y="25"/>
                      <a:pt x="768" y="25"/>
                    </a:cubicBezTo>
                    <a:cubicBezTo>
                      <a:pt x="768" y="24"/>
                      <a:pt x="768" y="23"/>
                      <a:pt x="768" y="23"/>
                    </a:cubicBezTo>
                    <a:cubicBezTo>
                      <a:pt x="768" y="22"/>
                      <a:pt x="768" y="22"/>
                      <a:pt x="767" y="21"/>
                    </a:cubicBezTo>
                    <a:cubicBezTo>
                      <a:pt x="767" y="21"/>
                      <a:pt x="767" y="20"/>
                      <a:pt x="767" y="20"/>
                    </a:cubicBezTo>
                    <a:cubicBezTo>
                      <a:pt x="766" y="19"/>
                      <a:pt x="765" y="19"/>
                      <a:pt x="764" y="19"/>
                    </a:cubicBezTo>
                    <a:cubicBezTo>
                      <a:pt x="764" y="19"/>
                      <a:pt x="763" y="19"/>
                      <a:pt x="763" y="19"/>
                    </a:cubicBezTo>
                    <a:cubicBezTo>
                      <a:pt x="762" y="19"/>
                      <a:pt x="762" y="19"/>
                      <a:pt x="761" y="19"/>
                    </a:cubicBezTo>
                    <a:cubicBezTo>
                      <a:pt x="760" y="19"/>
                      <a:pt x="757" y="20"/>
                      <a:pt x="758" y="22"/>
                    </a:cubicBezTo>
                    <a:cubicBezTo>
                      <a:pt x="758" y="23"/>
                      <a:pt x="760" y="24"/>
                      <a:pt x="761" y="25"/>
                    </a:cubicBezTo>
                    <a:cubicBezTo>
                      <a:pt x="761" y="27"/>
                      <a:pt x="760" y="28"/>
                      <a:pt x="759" y="29"/>
                    </a:cubicBezTo>
                    <a:cubicBezTo>
                      <a:pt x="758" y="29"/>
                      <a:pt x="758" y="30"/>
                      <a:pt x="758" y="30"/>
                    </a:cubicBezTo>
                    <a:cubicBezTo>
                      <a:pt x="757" y="31"/>
                      <a:pt x="758" y="32"/>
                      <a:pt x="757" y="33"/>
                    </a:cubicBezTo>
                    <a:cubicBezTo>
                      <a:pt x="756" y="33"/>
                      <a:pt x="755" y="33"/>
                      <a:pt x="755" y="32"/>
                    </a:cubicBezTo>
                    <a:cubicBezTo>
                      <a:pt x="754" y="32"/>
                      <a:pt x="755" y="30"/>
                      <a:pt x="755" y="30"/>
                    </a:cubicBezTo>
                    <a:cubicBezTo>
                      <a:pt x="755" y="29"/>
                      <a:pt x="754" y="28"/>
                      <a:pt x="754" y="27"/>
                    </a:cubicBezTo>
                    <a:cubicBezTo>
                      <a:pt x="754" y="26"/>
                      <a:pt x="754" y="25"/>
                      <a:pt x="754" y="24"/>
                    </a:cubicBezTo>
                    <a:cubicBezTo>
                      <a:pt x="755" y="21"/>
                      <a:pt x="757" y="18"/>
                      <a:pt x="756" y="14"/>
                    </a:cubicBezTo>
                    <a:cubicBezTo>
                      <a:pt x="756" y="12"/>
                      <a:pt x="754" y="13"/>
                      <a:pt x="753" y="12"/>
                    </a:cubicBezTo>
                    <a:cubicBezTo>
                      <a:pt x="752" y="11"/>
                      <a:pt x="752" y="10"/>
                      <a:pt x="751" y="9"/>
                    </a:cubicBezTo>
                    <a:cubicBezTo>
                      <a:pt x="751" y="8"/>
                      <a:pt x="751" y="7"/>
                      <a:pt x="750" y="7"/>
                    </a:cubicBezTo>
                    <a:cubicBezTo>
                      <a:pt x="749" y="6"/>
                      <a:pt x="747" y="6"/>
                      <a:pt x="745" y="6"/>
                    </a:cubicBezTo>
                    <a:cubicBezTo>
                      <a:pt x="744" y="6"/>
                      <a:pt x="743" y="6"/>
                      <a:pt x="743" y="6"/>
                    </a:cubicBezTo>
                    <a:cubicBezTo>
                      <a:pt x="742" y="6"/>
                      <a:pt x="741" y="5"/>
                      <a:pt x="741" y="4"/>
                    </a:cubicBezTo>
                    <a:cubicBezTo>
                      <a:pt x="740" y="2"/>
                      <a:pt x="739" y="0"/>
                      <a:pt x="737" y="0"/>
                    </a:cubicBezTo>
                    <a:cubicBezTo>
                      <a:pt x="735" y="0"/>
                      <a:pt x="733" y="2"/>
                      <a:pt x="733" y="3"/>
                    </a:cubicBezTo>
                    <a:cubicBezTo>
                      <a:pt x="731" y="5"/>
                      <a:pt x="731" y="8"/>
                      <a:pt x="730" y="10"/>
                    </a:cubicBezTo>
                    <a:cubicBezTo>
                      <a:pt x="729" y="11"/>
                      <a:pt x="728" y="11"/>
                      <a:pt x="727" y="12"/>
                    </a:cubicBezTo>
                    <a:cubicBezTo>
                      <a:pt x="726" y="13"/>
                      <a:pt x="726" y="14"/>
                      <a:pt x="726" y="15"/>
                    </a:cubicBezTo>
                    <a:cubicBezTo>
                      <a:pt x="726" y="16"/>
                      <a:pt x="726" y="18"/>
                      <a:pt x="725" y="19"/>
                    </a:cubicBezTo>
                    <a:cubicBezTo>
                      <a:pt x="725" y="20"/>
                      <a:pt x="725" y="21"/>
                      <a:pt x="725" y="22"/>
                    </a:cubicBezTo>
                    <a:cubicBezTo>
                      <a:pt x="724" y="23"/>
                      <a:pt x="723" y="23"/>
                      <a:pt x="723" y="22"/>
                    </a:cubicBezTo>
                    <a:cubicBezTo>
                      <a:pt x="722" y="22"/>
                      <a:pt x="722" y="21"/>
                      <a:pt x="722" y="20"/>
                    </a:cubicBezTo>
                    <a:cubicBezTo>
                      <a:pt x="721" y="17"/>
                      <a:pt x="716" y="19"/>
                      <a:pt x="714" y="19"/>
                    </a:cubicBezTo>
                    <a:cubicBezTo>
                      <a:pt x="713" y="20"/>
                      <a:pt x="713" y="21"/>
                      <a:pt x="712" y="22"/>
                    </a:cubicBezTo>
                    <a:cubicBezTo>
                      <a:pt x="711" y="23"/>
                      <a:pt x="709" y="25"/>
                      <a:pt x="709" y="27"/>
                    </a:cubicBezTo>
                    <a:cubicBezTo>
                      <a:pt x="709" y="30"/>
                      <a:pt x="710" y="33"/>
                      <a:pt x="711" y="35"/>
                    </a:cubicBezTo>
                    <a:cubicBezTo>
                      <a:pt x="714" y="38"/>
                      <a:pt x="718" y="39"/>
                      <a:pt x="720" y="42"/>
                    </a:cubicBezTo>
                    <a:cubicBezTo>
                      <a:pt x="720" y="44"/>
                      <a:pt x="721" y="46"/>
                      <a:pt x="719" y="47"/>
                    </a:cubicBezTo>
                    <a:cubicBezTo>
                      <a:pt x="718" y="48"/>
                      <a:pt x="716" y="47"/>
                      <a:pt x="715" y="46"/>
                    </a:cubicBezTo>
                    <a:cubicBezTo>
                      <a:pt x="712" y="44"/>
                      <a:pt x="711" y="41"/>
                      <a:pt x="708" y="43"/>
                    </a:cubicBezTo>
                    <a:cubicBezTo>
                      <a:pt x="705" y="44"/>
                      <a:pt x="706" y="47"/>
                      <a:pt x="708" y="49"/>
                    </a:cubicBezTo>
                    <a:cubicBezTo>
                      <a:pt x="709" y="50"/>
                      <a:pt x="711" y="51"/>
                      <a:pt x="711" y="54"/>
                    </a:cubicBezTo>
                    <a:cubicBezTo>
                      <a:pt x="711" y="55"/>
                      <a:pt x="711" y="56"/>
                      <a:pt x="711" y="57"/>
                    </a:cubicBezTo>
                    <a:cubicBezTo>
                      <a:pt x="712" y="58"/>
                      <a:pt x="713" y="59"/>
                      <a:pt x="713" y="60"/>
                    </a:cubicBezTo>
                    <a:cubicBezTo>
                      <a:pt x="713" y="61"/>
                      <a:pt x="712" y="61"/>
                      <a:pt x="711" y="61"/>
                    </a:cubicBezTo>
                    <a:cubicBezTo>
                      <a:pt x="710" y="61"/>
                      <a:pt x="709" y="60"/>
                      <a:pt x="708" y="59"/>
                    </a:cubicBezTo>
                    <a:cubicBezTo>
                      <a:pt x="708" y="58"/>
                      <a:pt x="708" y="57"/>
                      <a:pt x="707" y="56"/>
                    </a:cubicBezTo>
                    <a:cubicBezTo>
                      <a:pt x="707" y="55"/>
                      <a:pt x="706" y="54"/>
                      <a:pt x="705" y="54"/>
                    </a:cubicBezTo>
                    <a:cubicBezTo>
                      <a:pt x="704" y="54"/>
                      <a:pt x="702" y="54"/>
                      <a:pt x="702" y="53"/>
                    </a:cubicBezTo>
                    <a:cubicBezTo>
                      <a:pt x="701" y="52"/>
                      <a:pt x="701" y="51"/>
                      <a:pt x="700" y="50"/>
                    </a:cubicBezTo>
                    <a:cubicBezTo>
                      <a:pt x="700" y="49"/>
                      <a:pt x="698" y="48"/>
                      <a:pt x="697" y="49"/>
                    </a:cubicBezTo>
                    <a:cubicBezTo>
                      <a:pt x="696" y="49"/>
                      <a:pt x="696" y="50"/>
                      <a:pt x="696" y="51"/>
                    </a:cubicBezTo>
                    <a:cubicBezTo>
                      <a:pt x="696" y="53"/>
                      <a:pt x="697" y="54"/>
                      <a:pt x="696" y="56"/>
                    </a:cubicBezTo>
                    <a:cubicBezTo>
                      <a:pt x="696" y="57"/>
                      <a:pt x="694" y="57"/>
                      <a:pt x="693" y="57"/>
                    </a:cubicBezTo>
                    <a:cubicBezTo>
                      <a:pt x="693" y="57"/>
                      <a:pt x="692" y="58"/>
                      <a:pt x="692" y="58"/>
                    </a:cubicBezTo>
                    <a:cubicBezTo>
                      <a:pt x="692" y="59"/>
                      <a:pt x="692" y="60"/>
                      <a:pt x="692" y="61"/>
                    </a:cubicBezTo>
                    <a:cubicBezTo>
                      <a:pt x="692" y="64"/>
                      <a:pt x="692" y="67"/>
                      <a:pt x="691" y="70"/>
                    </a:cubicBezTo>
                    <a:cubicBezTo>
                      <a:pt x="691" y="74"/>
                      <a:pt x="691" y="77"/>
                      <a:pt x="691" y="80"/>
                    </a:cubicBezTo>
                    <a:cubicBezTo>
                      <a:pt x="692" y="83"/>
                      <a:pt x="694" y="85"/>
                      <a:pt x="696" y="87"/>
                    </a:cubicBezTo>
                    <a:cubicBezTo>
                      <a:pt x="698" y="88"/>
                      <a:pt x="701" y="88"/>
                      <a:pt x="703" y="90"/>
                    </a:cubicBezTo>
                    <a:cubicBezTo>
                      <a:pt x="704" y="90"/>
                      <a:pt x="705" y="91"/>
                      <a:pt x="706" y="92"/>
                    </a:cubicBezTo>
                    <a:cubicBezTo>
                      <a:pt x="707" y="92"/>
                      <a:pt x="708" y="92"/>
                      <a:pt x="708" y="93"/>
                    </a:cubicBezTo>
                    <a:cubicBezTo>
                      <a:pt x="710" y="94"/>
                      <a:pt x="710" y="96"/>
                      <a:pt x="711" y="98"/>
                    </a:cubicBezTo>
                    <a:cubicBezTo>
                      <a:pt x="712" y="99"/>
                      <a:pt x="712" y="101"/>
                      <a:pt x="712" y="103"/>
                    </a:cubicBezTo>
                    <a:cubicBezTo>
                      <a:pt x="712" y="104"/>
                      <a:pt x="711" y="104"/>
                      <a:pt x="710" y="104"/>
                    </a:cubicBezTo>
                    <a:cubicBezTo>
                      <a:pt x="709" y="103"/>
                      <a:pt x="708" y="102"/>
                      <a:pt x="707" y="101"/>
                    </a:cubicBezTo>
                    <a:cubicBezTo>
                      <a:pt x="706" y="99"/>
                      <a:pt x="705" y="96"/>
                      <a:pt x="703" y="95"/>
                    </a:cubicBezTo>
                    <a:cubicBezTo>
                      <a:pt x="702" y="94"/>
                      <a:pt x="699" y="95"/>
                      <a:pt x="698" y="94"/>
                    </a:cubicBezTo>
                    <a:cubicBezTo>
                      <a:pt x="697" y="93"/>
                      <a:pt x="696" y="92"/>
                      <a:pt x="695" y="92"/>
                    </a:cubicBezTo>
                    <a:cubicBezTo>
                      <a:pt x="694" y="91"/>
                      <a:pt x="692" y="90"/>
                      <a:pt x="691" y="90"/>
                    </a:cubicBezTo>
                    <a:cubicBezTo>
                      <a:pt x="688" y="90"/>
                      <a:pt x="685" y="89"/>
                      <a:pt x="683" y="89"/>
                    </a:cubicBezTo>
                    <a:cubicBezTo>
                      <a:pt x="681" y="89"/>
                      <a:pt x="680" y="90"/>
                      <a:pt x="678" y="88"/>
                    </a:cubicBezTo>
                    <a:cubicBezTo>
                      <a:pt x="678" y="88"/>
                      <a:pt x="677" y="87"/>
                      <a:pt x="676" y="86"/>
                    </a:cubicBezTo>
                    <a:cubicBezTo>
                      <a:pt x="675" y="86"/>
                      <a:pt x="674" y="86"/>
                      <a:pt x="673" y="85"/>
                    </a:cubicBezTo>
                    <a:cubicBezTo>
                      <a:pt x="672" y="85"/>
                      <a:pt x="671" y="84"/>
                      <a:pt x="671" y="83"/>
                    </a:cubicBezTo>
                    <a:cubicBezTo>
                      <a:pt x="670" y="82"/>
                      <a:pt x="670" y="81"/>
                      <a:pt x="669" y="81"/>
                    </a:cubicBezTo>
                    <a:cubicBezTo>
                      <a:pt x="668" y="81"/>
                      <a:pt x="668" y="83"/>
                      <a:pt x="667" y="83"/>
                    </a:cubicBezTo>
                    <a:cubicBezTo>
                      <a:pt x="667" y="84"/>
                      <a:pt x="666" y="85"/>
                      <a:pt x="666" y="85"/>
                    </a:cubicBezTo>
                    <a:cubicBezTo>
                      <a:pt x="665" y="86"/>
                      <a:pt x="662" y="85"/>
                      <a:pt x="661" y="85"/>
                    </a:cubicBezTo>
                    <a:cubicBezTo>
                      <a:pt x="659" y="84"/>
                      <a:pt x="659" y="81"/>
                      <a:pt x="658" y="79"/>
                    </a:cubicBezTo>
                    <a:cubicBezTo>
                      <a:pt x="657" y="77"/>
                      <a:pt x="655" y="77"/>
                      <a:pt x="653" y="78"/>
                    </a:cubicBezTo>
                    <a:cubicBezTo>
                      <a:pt x="653" y="79"/>
                      <a:pt x="653" y="79"/>
                      <a:pt x="652" y="80"/>
                    </a:cubicBezTo>
                    <a:cubicBezTo>
                      <a:pt x="652" y="81"/>
                      <a:pt x="652" y="82"/>
                      <a:pt x="651" y="82"/>
                    </a:cubicBezTo>
                    <a:cubicBezTo>
                      <a:pt x="651" y="83"/>
                      <a:pt x="650" y="85"/>
                      <a:pt x="651" y="86"/>
                    </a:cubicBezTo>
                    <a:cubicBezTo>
                      <a:pt x="651" y="87"/>
                      <a:pt x="652" y="88"/>
                      <a:pt x="653" y="88"/>
                    </a:cubicBezTo>
                    <a:cubicBezTo>
                      <a:pt x="655" y="90"/>
                      <a:pt x="654" y="93"/>
                      <a:pt x="655" y="96"/>
                    </a:cubicBezTo>
                    <a:cubicBezTo>
                      <a:pt x="655" y="98"/>
                      <a:pt x="656" y="99"/>
                      <a:pt x="657" y="100"/>
                    </a:cubicBezTo>
                    <a:cubicBezTo>
                      <a:pt x="658" y="101"/>
                      <a:pt x="659" y="101"/>
                      <a:pt x="660" y="102"/>
                    </a:cubicBezTo>
                    <a:cubicBezTo>
                      <a:pt x="660" y="105"/>
                      <a:pt x="658" y="107"/>
                      <a:pt x="660" y="109"/>
                    </a:cubicBezTo>
                    <a:cubicBezTo>
                      <a:pt x="661" y="110"/>
                      <a:pt x="662" y="110"/>
                      <a:pt x="662" y="112"/>
                    </a:cubicBezTo>
                    <a:cubicBezTo>
                      <a:pt x="663" y="113"/>
                      <a:pt x="662" y="114"/>
                      <a:pt x="661" y="114"/>
                    </a:cubicBezTo>
                    <a:cubicBezTo>
                      <a:pt x="661" y="115"/>
                      <a:pt x="660" y="115"/>
                      <a:pt x="660" y="116"/>
                    </a:cubicBezTo>
                    <a:cubicBezTo>
                      <a:pt x="660" y="117"/>
                      <a:pt x="660" y="117"/>
                      <a:pt x="659" y="118"/>
                    </a:cubicBezTo>
                    <a:cubicBezTo>
                      <a:pt x="659" y="119"/>
                      <a:pt x="659" y="120"/>
                      <a:pt x="658" y="121"/>
                    </a:cubicBezTo>
                    <a:cubicBezTo>
                      <a:pt x="658" y="121"/>
                      <a:pt x="658" y="123"/>
                      <a:pt x="657" y="123"/>
                    </a:cubicBezTo>
                    <a:cubicBezTo>
                      <a:pt x="657" y="123"/>
                      <a:pt x="656" y="123"/>
                      <a:pt x="656" y="123"/>
                    </a:cubicBezTo>
                    <a:cubicBezTo>
                      <a:pt x="655" y="124"/>
                      <a:pt x="655" y="124"/>
                      <a:pt x="654" y="124"/>
                    </a:cubicBezTo>
                    <a:cubicBezTo>
                      <a:pt x="653" y="124"/>
                      <a:pt x="653" y="126"/>
                      <a:pt x="652" y="127"/>
                    </a:cubicBezTo>
                    <a:cubicBezTo>
                      <a:pt x="651" y="128"/>
                      <a:pt x="650" y="127"/>
                      <a:pt x="649" y="129"/>
                    </a:cubicBezTo>
                    <a:cubicBezTo>
                      <a:pt x="649" y="130"/>
                      <a:pt x="648" y="132"/>
                      <a:pt x="648" y="134"/>
                    </a:cubicBezTo>
                    <a:cubicBezTo>
                      <a:pt x="648" y="135"/>
                      <a:pt x="649" y="135"/>
                      <a:pt x="650" y="136"/>
                    </a:cubicBezTo>
                    <a:cubicBezTo>
                      <a:pt x="651" y="136"/>
                      <a:pt x="652" y="136"/>
                      <a:pt x="653" y="137"/>
                    </a:cubicBezTo>
                    <a:cubicBezTo>
                      <a:pt x="654" y="138"/>
                      <a:pt x="654" y="139"/>
                      <a:pt x="655" y="140"/>
                    </a:cubicBezTo>
                    <a:cubicBezTo>
                      <a:pt x="656" y="141"/>
                      <a:pt x="657" y="141"/>
                      <a:pt x="658" y="141"/>
                    </a:cubicBezTo>
                    <a:cubicBezTo>
                      <a:pt x="659" y="141"/>
                      <a:pt x="660" y="142"/>
                      <a:pt x="661" y="143"/>
                    </a:cubicBezTo>
                    <a:cubicBezTo>
                      <a:pt x="662" y="144"/>
                      <a:pt x="663" y="148"/>
                      <a:pt x="660" y="147"/>
                    </a:cubicBezTo>
                    <a:cubicBezTo>
                      <a:pt x="659" y="146"/>
                      <a:pt x="657" y="146"/>
                      <a:pt x="656" y="145"/>
                    </a:cubicBezTo>
                    <a:cubicBezTo>
                      <a:pt x="655" y="145"/>
                      <a:pt x="653" y="144"/>
                      <a:pt x="652" y="144"/>
                    </a:cubicBezTo>
                    <a:cubicBezTo>
                      <a:pt x="650" y="143"/>
                      <a:pt x="650" y="140"/>
                      <a:pt x="649" y="139"/>
                    </a:cubicBezTo>
                    <a:cubicBezTo>
                      <a:pt x="647" y="137"/>
                      <a:pt x="645" y="138"/>
                      <a:pt x="644" y="136"/>
                    </a:cubicBezTo>
                    <a:cubicBezTo>
                      <a:pt x="642" y="135"/>
                      <a:pt x="641" y="133"/>
                      <a:pt x="641" y="131"/>
                    </a:cubicBezTo>
                    <a:cubicBezTo>
                      <a:pt x="641" y="129"/>
                      <a:pt x="641" y="128"/>
                      <a:pt x="641" y="126"/>
                    </a:cubicBezTo>
                    <a:cubicBezTo>
                      <a:pt x="641" y="124"/>
                      <a:pt x="641" y="123"/>
                      <a:pt x="640" y="121"/>
                    </a:cubicBezTo>
                    <a:cubicBezTo>
                      <a:pt x="640" y="120"/>
                      <a:pt x="640" y="120"/>
                      <a:pt x="640" y="119"/>
                    </a:cubicBezTo>
                    <a:cubicBezTo>
                      <a:pt x="640" y="118"/>
                      <a:pt x="640" y="117"/>
                      <a:pt x="639" y="117"/>
                    </a:cubicBezTo>
                    <a:cubicBezTo>
                      <a:pt x="639" y="115"/>
                      <a:pt x="637" y="115"/>
                      <a:pt x="636" y="115"/>
                    </a:cubicBezTo>
                    <a:cubicBezTo>
                      <a:pt x="636" y="115"/>
                      <a:pt x="635" y="115"/>
                      <a:pt x="635" y="114"/>
                    </a:cubicBezTo>
                    <a:cubicBezTo>
                      <a:pt x="634" y="114"/>
                      <a:pt x="634" y="114"/>
                      <a:pt x="634" y="114"/>
                    </a:cubicBezTo>
                    <a:cubicBezTo>
                      <a:pt x="633" y="115"/>
                      <a:pt x="632" y="115"/>
                      <a:pt x="631" y="115"/>
                    </a:cubicBezTo>
                    <a:cubicBezTo>
                      <a:pt x="629" y="117"/>
                      <a:pt x="630" y="119"/>
                      <a:pt x="630" y="122"/>
                    </a:cubicBezTo>
                    <a:cubicBezTo>
                      <a:pt x="631" y="123"/>
                      <a:pt x="631" y="124"/>
                      <a:pt x="631" y="124"/>
                    </a:cubicBezTo>
                    <a:cubicBezTo>
                      <a:pt x="631" y="126"/>
                      <a:pt x="631" y="128"/>
                      <a:pt x="631" y="130"/>
                    </a:cubicBezTo>
                    <a:cubicBezTo>
                      <a:pt x="631" y="131"/>
                      <a:pt x="631" y="131"/>
                      <a:pt x="631" y="132"/>
                    </a:cubicBezTo>
                    <a:cubicBezTo>
                      <a:pt x="631" y="133"/>
                      <a:pt x="632" y="134"/>
                      <a:pt x="632" y="134"/>
                    </a:cubicBezTo>
                    <a:cubicBezTo>
                      <a:pt x="633" y="135"/>
                      <a:pt x="634" y="136"/>
                      <a:pt x="635" y="137"/>
                    </a:cubicBezTo>
                    <a:cubicBezTo>
                      <a:pt x="636" y="137"/>
                      <a:pt x="637" y="137"/>
                      <a:pt x="638" y="138"/>
                    </a:cubicBezTo>
                    <a:cubicBezTo>
                      <a:pt x="640" y="139"/>
                      <a:pt x="639" y="143"/>
                      <a:pt x="639" y="145"/>
                    </a:cubicBezTo>
                    <a:cubicBezTo>
                      <a:pt x="639" y="147"/>
                      <a:pt x="639" y="148"/>
                      <a:pt x="641" y="149"/>
                    </a:cubicBezTo>
                    <a:cubicBezTo>
                      <a:pt x="641" y="150"/>
                      <a:pt x="643" y="150"/>
                      <a:pt x="644" y="151"/>
                    </a:cubicBezTo>
                    <a:cubicBezTo>
                      <a:pt x="647" y="152"/>
                      <a:pt x="646" y="156"/>
                      <a:pt x="648" y="158"/>
                    </a:cubicBezTo>
                    <a:cubicBezTo>
                      <a:pt x="649" y="158"/>
                      <a:pt x="650" y="159"/>
                      <a:pt x="651" y="159"/>
                    </a:cubicBezTo>
                    <a:cubicBezTo>
                      <a:pt x="651" y="160"/>
                      <a:pt x="652" y="161"/>
                      <a:pt x="652" y="162"/>
                    </a:cubicBezTo>
                    <a:cubicBezTo>
                      <a:pt x="652" y="163"/>
                      <a:pt x="652" y="164"/>
                      <a:pt x="653" y="165"/>
                    </a:cubicBezTo>
                    <a:cubicBezTo>
                      <a:pt x="653" y="166"/>
                      <a:pt x="654" y="167"/>
                      <a:pt x="654" y="168"/>
                    </a:cubicBezTo>
                    <a:cubicBezTo>
                      <a:pt x="654" y="170"/>
                      <a:pt x="654" y="172"/>
                      <a:pt x="654" y="175"/>
                    </a:cubicBezTo>
                    <a:cubicBezTo>
                      <a:pt x="654" y="176"/>
                      <a:pt x="653" y="178"/>
                      <a:pt x="655" y="179"/>
                    </a:cubicBezTo>
                    <a:cubicBezTo>
                      <a:pt x="655" y="180"/>
                      <a:pt x="656" y="180"/>
                      <a:pt x="656" y="180"/>
                    </a:cubicBezTo>
                    <a:cubicBezTo>
                      <a:pt x="657" y="181"/>
                      <a:pt x="657" y="181"/>
                      <a:pt x="658" y="182"/>
                    </a:cubicBezTo>
                    <a:cubicBezTo>
                      <a:pt x="658" y="183"/>
                      <a:pt x="659" y="185"/>
                      <a:pt x="660" y="186"/>
                    </a:cubicBezTo>
                    <a:cubicBezTo>
                      <a:pt x="660" y="187"/>
                      <a:pt x="662" y="187"/>
                      <a:pt x="662" y="189"/>
                    </a:cubicBezTo>
                    <a:cubicBezTo>
                      <a:pt x="663" y="190"/>
                      <a:pt x="663" y="192"/>
                      <a:pt x="663" y="194"/>
                    </a:cubicBezTo>
                    <a:cubicBezTo>
                      <a:pt x="663" y="196"/>
                      <a:pt x="663" y="199"/>
                      <a:pt x="663" y="201"/>
                    </a:cubicBezTo>
                    <a:cubicBezTo>
                      <a:pt x="662" y="202"/>
                      <a:pt x="662" y="205"/>
                      <a:pt x="661" y="204"/>
                    </a:cubicBezTo>
                    <a:cubicBezTo>
                      <a:pt x="660" y="204"/>
                      <a:pt x="660" y="202"/>
                      <a:pt x="660" y="202"/>
                    </a:cubicBezTo>
                    <a:cubicBezTo>
                      <a:pt x="660" y="200"/>
                      <a:pt x="660" y="199"/>
                      <a:pt x="660" y="198"/>
                    </a:cubicBezTo>
                    <a:cubicBezTo>
                      <a:pt x="660" y="195"/>
                      <a:pt x="660" y="193"/>
                      <a:pt x="659" y="191"/>
                    </a:cubicBezTo>
                    <a:cubicBezTo>
                      <a:pt x="659" y="190"/>
                      <a:pt x="657" y="189"/>
                      <a:pt x="656" y="188"/>
                    </a:cubicBezTo>
                    <a:cubicBezTo>
                      <a:pt x="655" y="186"/>
                      <a:pt x="655" y="183"/>
                      <a:pt x="654" y="181"/>
                    </a:cubicBezTo>
                    <a:cubicBezTo>
                      <a:pt x="653" y="180"/>
                      <a:pt x="651" y="179"/>
                      <a:pt x="649" y="178"/>
                    </a:cubicBezTo>
                    <a:cubicBezTo>
                      <a:pt x="646" y="175"/>
                      <a:pt x="644" y="170"/>
                      <a:pt x="640" y="170"/>
                    </a:cubicBezTo>
                    <a:cubicBezTo>
                      <a:pt x="639" y="170"/>
                      <a:pt x="638" y="171"/>
                      <a:pt x="636" y="170"/>
                    </a:cubicBezTo>
                    <a:cubicBezTo>
                      <a:pt x="635" y="170"/>
                      <a:pt x="634" y="170"/>
                      <a:pt x="634" y="171"/>
                    </a:cubicBezTo>
                    <a:cubicBezTo>
                      <a:pt x="633" y="175"/>
                      <a:pt x="635" y="178"/>
                      <a:pt x="637" y="181"/>
                    </a:cubicBezTo>
                    <a:cubicBezTo>
                      <a:pt x="638" y="182"/>
                      <a:pt x="639" y="182"/>
                      <a:pt x="640" y="183"/>
                    </a:cubicBezTo>
                    <a:cubicBezTo>
                      <a:pt x="641" y="184"/>
                      <a:pt x="642" y="185"/>
                      <a:pt x="643" y="186"/>
                    </a:cubicBezTo>
                    <a:cubicBezTo>
                      <a:pt x="643" y="188"/>
                      <a:pt x="643" y="190"/>
                      <a:pt x="641" y="190"/>
                    </a:cubicBezTo>
                    <a:cubicBezTo>
                      <a:pt x="639" y="190"/>
                      <a:pt x="638" y="188"/>
                      <a:pt x="638" y="186"/>
                    </a:cubicBezTo>
                    <a:cubicBezTo>
                      <a:pt x="636" y="184"/>
                      <a:pt x="634" y="184"/>
                      <a:pt x="633" y="183"/>
                    </a:cubicBezTo>
                    <a:cubicBezTo>
                      <a:pt x="630" y="182"/>
                      <a:pt x="630" y="180"/>
                      <a:pt x="629" y="177"/>
                    </a:cubicBezTo>
                    <a:cubicBezTo>
                      <a:pt x="629" y="175"/>
                      <a:pt x="627" y="175"/>
                      <a:pt x="625" y="173"/>
                    </a:cubicBezTo>
                    <a:cubicBezTo>
                      <a:pt x="623" y="172"/>
                      <a:pt x="623" y="169"/>
                      <a:pt x="621" y="167"/>
                    </a:cubicBezTo>
                    <a:cubicBezTo>
                      <a:pt x="620" y="165"/>
                      <a:pt x="617" y="165"/>
                      <a:pt x="616" y="167"/>
                    </a:cubicBezTo>
                    <a:cubicBezTo>
                      <a:pt x="615" y="170"/>
                      <a:pt x="617" y="173"/>
                      <a:pt x="616" y="175"/>
                    </a:cubicBezTo>
                    <a:cubicBezTo>
                      <a:pt x="615" y="177"/>
                      <a:pt x="613" y="176"/>
                      <a:pt x="612" y="176"/>
                    </a:cubicBezTo>
                    <a:cubicBezTo>
                      <a:pt x="611" y="176"/>
                      <a:pt x="610" y="178"/>
                      <a:pt x="609" y="178"/>
                    </a:cubicBezTo>
                    <a:cubicBezTo>
                      <a:pt x="607" y="178"/>
                      <a:pt x="605" y="176"/>
                      <a:pt x="604" y="175"/>
                    </a:cubicBezTo>
                    <a:cubicBezTo>
                      <a:pt x="603" y="174"/>
                      <a:pt x="602" y="173"/>
                      <a:pt x="602" y="171"/>
                    </a:cubicBezTo>
                    <a:cubicBezTo>
                      <a:pt x="602" y="169"/>
                      <a:pt x="602" y="167"/>
                      <a:pt x="602" y="165"/>
                    </a:cubicBezTo>
                    <a:cubicBezTo>
                      <a:pt x="601" y="163"/>
                      <a:pt x="601" y="161"/>
                      <a:pt x="600" y="159"/>
                    </a:cubicBezTo>
                    <a:cubicBezTo>
                      <a:pt x="599" y="157"/>
                      <a:pt x="599" y="155"/>
                      <a:pt x="597" y="154"/>
                    </a:cubicBezTo>
                    <a:cubicBezTo>
                      <a:pt x="596" y="152"/>
                      <a:pt x="593" y="153"/>
                      <a:pt x="591" y="154"/>
                    </a:cubicBezTo>
                    <a:cubicBezTo>
                      <a:pt x="589" y="155"/>
                      <a:pt x="589" y="158"/>
                      <a:pt x="589" y="160"/>
                    </a:cubicBezTo>
                    <a:cubicBezTo>
                      <a:pt x="588" y="163"/>
                      <a:pt x="587" y="165"/>
                      <a:pt x="588" y="168"/>
                    </a:cubicBezTo>
                    <a:cubicBezTo>
                      <a:pt x="590" y="171"/>
                      <a:pt x="592" y="173"/>
                      <a:pt x="593" y="176"/>
                    </a:cubicBezTo>
                    <a:cubicBezTo>
                      <a:pt x="593" y="177"/>
                      <a:pt x="594" y="178"/>
                      <a:pt x="594" y="178"/>
                    </a:cubicBezTo>
                    <a:cubicBezTo>
                      <a:pt x="595" y="180"/>
                      <a:pt x="596" y="180"/>
                      <a:pt x="596" y="181"/>
                    </a:cubicBezTo>
                    <a:cubicBezTo>
                      <a:pt x="597" y="183"/>
                      <a:pt x="598" y="184"/>
                      <a:pt x="597" y="185"/>
                    </a:cubicBezTo>
                    <a:cubicBezTo>
                      <a:pt x="596" y="186"/>
                      <a:pt x="594" y="186"/>
                      <a:pt x="593" y="186"/>
                    </a:cubicBezTo>
                    <a:cubicBezTo>
                      <a:pt x="592" y="186"/>
                      <a:pt x="591" y="186"/>
                      <a:pt x="590" y="186"/>
                    </a:cubicBezTo>
                    <a:cubicBezTo>
                      <a:pt x="589" y="186"/>
                      <a:pt x="588" y="187"/>
                      <a:pt x="588" y="189"/>
                    </a:cubicBezTo>
                    <a:cubicBezTo>
                      <a:pt x="587" y="190"/>
                      <a:pt x="587" y="191"/>
                      <a:pt x="587" y="192"/>
                    </a:cubicBezTo>
                    <a:cubicBezTo>
                      <a:pt x="586" y="193"/>
                      <a:pt x="585" y="194"/>
                      <a:pt x="583" y="193"/>
                    </a:cubicBezTo>
                    <a:cubicBezTo>
                      <a:pt x="583" y="193"/>
                      <a:pt x="582" y="193"/>
                      <a:pt x="582" y="193"/>
                    </a:cubicBezTo>
                    <a:cubicBezTo>
                      <a:pt x="581" y="193"/>
                      <a:pt x="581" y="193"/>
                      <a:pt x="581" y="193"/>
                    </a:cubicBezTo>
                    <a:cubicBezTo>
                      <a:pt x="580" y="192"/>
                      <a:pt x="580" y="192"/>
                      <a:pt x="579" y="191"/>
                    </a:cubicBezTo>
                    <a:cubicBezTo>
                      <a:pt x="579" y="191"/>
                      <a:pt x="578" y="190"/>
                      <a:pt x="578" y="189"/>
                    </a:cubicBezTo>
                    <a:cubicBezTo>
                      <a:pt x="578" y="188"/>
                      <a:pt x="578" y="187"/>
                      <a:pt x="578" y="186"/>
                    </a:cubicBezTo>
                    <a:cubicBezTo>
                      <a:pt x="578" y="185"/>
                      <a:pt x="578" y="183"/>
                      <a:pt x="578" y="181"/>
                    </a:cubicBezTo>
                    <a:cubicBezTo>
                      <a:pt x="578" y="179"/>
                      <a:pt x="578" y="177"/>
                      <a:pt x="578" y="175"/>
                    </a:cubicBezTo>
                    <a:cubicBezTo>
                      <a:pt x="579" y="173"/>
                      <a:pt x="579" y="171"/>
                      <a:pt x="578" y="169"/>
                    </a:cubicBezTo>
                    <a:cubicBezTo>
                      <a:pt x="578" y="167"/>
                      <a:pt x="577" y="165"/>
                      <a:pt x="576" y="164"/>
                    </a:cubicBezTo>
                    <a:cubicBezTo>
                      <a:pt x="574" y="162"/>
                      <a:pt x="572" y="162"/>
                      <a:pt x="569" y="162"/>
                    </a:cubicBezTo>
                    <a:cubicBezTo>
                      <a:pt x="568" y="161"/>
                      <a:pt x="567" y="161"/>
                      <a:pt x="566" y="161"/>
                    </a:cubicBezTo>
                    <a:cubicBezTo>
                      <a:pt x="565" y="161"/>
                      <a:pt x="565" y="162"/>
                      <a:pt x="564" y="162"/>
                    </a:cubicBezTo>
                    <a:cubicBezTo>
                      <a:pt x="563" y="163"/>
                      <a:pt x="563" y="163"/>
                      <a:pt x="562" y="164"/>
                    </a:cubicBezTo>
                    <a:cubicBezTo>
                      <a:pt x="561" y="165"/>
                      <a:pt x="560" y="167"/>
                      <a:pt x="559" y="169"/>
                    </a:cubicBezTo>
                    <a:cubicBezTo>
                      <a:pt x="559" y="171"/>
                      <a:pt x="559" y="173"/>
                      <a:pt x="559" y="176"/>
                    </a:cubicBezTo>
                    <a:cubicBezTo>
                      <a:pt x="559" y="178"/>
                      <a:pt x="558" y="180"/>
                      <a:pt x="557" y="181"/>
                    </a:cubicBezTo>
                    <a:cubicBezTo>
                      <a:pt x="556" y="183"/>
                      <a:pt x="555" y="185"/>
                      <a:pt x="555" y="187"/>
                    </a:cubicBezTo>
                    <a:cubicBezTo>
                      <a:pt x="555" y="189"/>
                      <a:pt x="555" y="191"/>
                      <a:pt x="557" y="192"/>
                    </a:cubicBezTo>
                    <a:cubicBezTo>
                      <a:pt x="558" y="193"/>
                      <a:pt x="559" y="194"/>
                      <a:pt x="560" y="195"/>
                    </a:cubicBezTo>
                    <a:cubicBezTo>
                      <a:pt x="561" y="197"/>
                      <a:pt x="562" y="198"/>
                      <a:pt x="564" y="199"/>
                    </a:cubicBezTo>
                    <a:cubicBezTo>
                      <a:pt x="565" y="200"/>
                      <a:pt x="568" y="200"/>
                      <a:pt x="569" y="202"/>
                    </a:cubicBezTo>
                    <a:cubicBezTo>
                      <a:pt x="570" y="204"/>
                      <a:pt x="569" y="208"/>
                      <a:pt x="568" y="210"/>
                    </a:cubicBezTo>
                    <a:cubicBezTo>
                      <a:pt x="568" y="210"/>
                      <a:pt x="567" y="212"/>
                      <a:pt x="566" y="212"/>
                    </a:cubicBezTo>
                    <a:cubicBezTo>
                      <a:pt x="566" y="212"/>
                      <a:pt x="566" y="210"/>
                      <a:pt x="566" y="210"/>
                    </a:cubicBezTo>
                    <a:cubicBezTo>
                      <a:pt x="565" y="207"/>
                      <a:pt x="564" y="204"/>
                      <a:pt x="561" y="203"/>
                    </a:cubicBezTo>
                    <a:cubicBezTo>
                      <a:pt x="558" y="202"/>
                      <a:pt x="555" y="203"/>
                      <a:pt x="552" y="205"/>
                    </a:cubicBezTo>
                    <a:cubicBezTo>
                      <a:pt x="551" y="206"/>
                      <a:pt x="551" y="207"/>
                      <a:pt x="550" y="209"/>
                    </a:cubicBezTo>
                    <a:cubicBezTo>
                      <a:pt x="550" y="211"/>
                      <a:pt x="548" y="212"/>
                      <a:pt x="547" y="214"/>
                    </a:cubicBezTo>
                    <a:cubicBezTo>
                      <a:pt x="545" y="215"/>
                      <a:pt x="546" y="216"/>
                      <a:pt x="547" y="217"/>
                    </a:cubicBezTo>
                    <a:cubicBezTo>
                      <a:pt x="548" y="219"/>
                      <a:pt x="549" y="221"/>
                      <a:pt x="550" y="222"/>
                    </a:cubicBezTo>
                    <a:cubicBezTo>
                      <a:pt x="551" y="224"/>
                      <a:pt x="552" y="225"/>
                      <a:pt x="553" y="227"/>
                    </a:cubicBezTo>
                    <a:cubicBezTo>
                      <a:pt x="554" y="229"/>
                      <a:pt x="554" y="231"/>
                      <a:pt x="554" y="234"/>
                    </a:cubicBezTo>
                    <a:cubicBezTo>
                      <a:pt x="554" y="236"/>
                      <a:pt x="554" y="237"/>
                      <a:pt x="556" y="238"/>
                    </a:cubicBezTo>
                    <a:cubicBezTo>
                      <a:pt x="558" y="238"/>
                      <a:pt x="560" y="239"/>
                      <a:pt x="560" y="241"/>
                    </a:cubicBezTo>
                    <a:cubicBezTo>
                      <a:pt x="561" y="243"/>
                      <a:pt x="560" y="246"/>
                      <a:pt x="561" y="247"/>
                    </a:cubicBezTo>
                    <a:cubicBezTo>
                      <a:pt x="563" y="248"/>
                      <a:pt x="565" y="248"/>
                      <a:pt x="567" y="248"/>
                    </a:cubicBezTo>
                    <a:cubicBezTo>
                      <a:pt x="569" y="248"/>
                      <a:pt x="570" y="249"/>
                      <a:pt x="571" y="250"/>
                    </a:cubicBezTo>
                    <a:cubicBezTo>
                      <a:pt x="573" y="251"/>
                      <a:pt x="575" y="251"/>
                      <a:pt x="577" y="252"/>
                    </a:cubicBezTo>
                    <a:cubicBezTo>
                      <a:pt x="579" y="253"/>
                      <a:pt x="579" y="255"/>
                      <a:pt x="578" y="257"/>
                    </a:cubicBezTo>
                    <a:cubicBezTo>
                      <a:pt x="578" y="258"/>
                      <a:pt x="578" y="262"/>
                      <a:pt x="576" y="261"/>
                    </a:cubicBezTo>
                    <a:cubicBezTo>
                      <a:pt x="575" y="261"/>
                      <a:pt x="574" y="260"/>
                      <a:pt x="574" y="259"/>
                    </a:cubicBezTo>
                    <a:cubicBezTo>
                      <a:pt x="573" y="258"/>
                      <a:pt x="571" y="257"/>
                      <a:pt x="570" y="256"/>
                    </a:cubicBezTo>
                    <a:cubicBezTo>
                      <a:pt x="568" y="255"/>
                      <a:pt x="565" y="255"/>
                      <a:pt x="563" y="256"/>
                    </a:cubicBezTo>
                    <a:cubicBezTo>
                      <a:pt x="561" y="256"/>
                      <a:pt x="558" y="257"/>
                      <a:pt x="556" y="255"/>
                    </a:cubicBezTo>
                    <a:cubicBezTo>
                      <a:pt x="555" y="254"/>
                      <a:pt x="555" y="253"/>
                      <a:pt x="554" y="251"/>
                    </a:cubicBezTo>
                    <a:cubicBezTo>
                      <a:pt x="553" y="249"/>
                      <a:pt x="551" y="249"/>
                      <a:pt x="549" y="249"/>
                    </a:cubicBezTo>
                    <a:cubicBezTo>
                      <a:pt x="547" y="248"/>
                      <a:pt x="546" y="246"/>
                      <a:pt x="545" y="244"/>
                    </a:cubicBezTo>
                    <a:cubicBezTo>
                      <a:pt x="545" y="242"/>
                      <a:pt x="545" y="240"/>
                      <a:pt x="544" y="238"/>
                    </a:cubicBezTo>
                    <a:cubicBezTo>
                      <a:pt x="543" y="237"/>
                      <a:pt x="542" y="237"/>
                      <a:pt x="541" y="236"/>
                    </a:cubicBezTo>
                    <a:cubicBezTo>
                      <a:pt x="540" y="235"/>
                      <a:pt x="538" y="233"/>
                      <a:pt x="537" y="233"/>
                    </a:cubicBezTo>
                    <a:cubicBezTo>
                      <a:pt x="535" y="234"/>
                      <a:pt x="535" y="236"/>
                      <a:pt x="534" y="237"/>
                    </a:cubicBezTo>
                    <a:cubicBezTo>
                      <a:pt x="533" y="239"/>
                      <a:pt x="532" y="240"/>
                      <a:pt x="530" y="241"/>
                    </a:cubicBezTo>
                    <a:cubicBezTo>
                      <a:pt x="529" y="243"/>
                      <a:pt x="528" y="245"/>
                      <a:pt x="528" y="248"/>
                    </a:cubicBezTo>
                    <a:cubicBezTo>
                      <a:pt x="527" y="249"/>
                      <a:pt x="528" y="251"/>
                      <a:pt x="526" y="252"/>
                    </a:cubicBezTo>
                    <a:cubicBezTo>
                      <a:pt x="525" y="254"/>
                      <a:pt x="524" y="255"/>
                      <a:pt x="524" y="257"/>
                    </a:cubicBezTo>
                    <a:cubicBezTo>
                      <a:pt x="523" y="259"/>
                      <a:pt x="524" y="260"/>
                      <a:pt x="523" y="262"/>
                    </a:cubicBezTo>
                    <a:cubicBezTo>
                      <a:pt x="523" y="263"/>
                      <a:pt x="523" y="265"/>
                      <a:pt x="524" y="266"/>
                    </a:cubicBezTo>
                    <a:cubicBezTo>
                      <a:pt x="525" y="267"/>
                      <a:pt x="526" y="267"/>
                      <a:pt x="527" y="267"/>
                    </a:cubicBezTo>
                    <a:cubicBezTo>
                      <a:pt x="529" y="268"/>
                      <a:pt x="529" y="272"/>
                      <a:pt x="527" y="273"/>
                    </a:cubicBezTo>
                    <a:cubicBezTo>
                      <a:pt x="527" y="274"/>
                      <a:pt x="526" y="274"/>
                      <a:pt x="525" y="276"/>
                    </a:cubicBezTo>
                    <a:cubicBezTo>
                      <a:pt x="525" y="277"/>
                      <a:pt x="526" y="278"/>
                      <a:pt x="526" y="280"/>
                    </a:cubicBezTo>
                    <a:cubicBezTo>
                      <a:pt x="526" y="281"/>
                      <a:pt x="525" y="283"/>
                      <a:pt x="524" y="284"/>
                    </a:cubicBezTo>
                    <a:cubicBezTo>
                      <a:pt x="523" y="285"/>
                      <a:pt x="522" y="285"/>
                      <a:pt x="523" y="287"/>
                    </a:cubicBezTo>
                    <a:cubicBezTo>
                      <a:pt x="523" y="288"/>
                      <a:pt x="525" y="288"/>
                      <a:pt x="525" y="289"/>
                    </a:cubicBezTo>
                    <a:cubicBezTo>
                      <a:pt x="525" y="290"/>
                      <a:pt x="525" y="291"/>
                      <a:pt x="526" y="292"/>
                    </a:cubicBezTo>
                    <a:cubicBezTo>
                      <a:pt x="526" y="294"/>
                      <a:pt x="528" y="294"/>
                      <a:pt x="529" y="295"/>
                    </a:cubicBezTo>
                    <a:cubicBezTo>
                      <a:pt x="531" y="295"/>
                      <a:pt x="533" y="295"/>
                      <a:pt x="534" y="295"/>
                    </a:cubicBezTo>
                    <a:cubicBezTo>
                      <a:pt x="536" y="295"/>
                      <a:pt x="537" y="295"/>
                      <a:pt x="538" y="293"/>
                    </a:cubicBezTo>
                    <a:cubicBezTo>
                      <a:pt x="538" y="292"/>
                      <a:pt x="538" y="292"/>
                      <a:pt x="539" y="291"/>
                    </a:cubicBezTo>
                    <a:cubicBezTo>
                      <a:pt x="540" y="291"/>
                      <a:pt x="541" y="291"/>
                      <a:pt x="542" y="291"/>
                    </a:cubicBezTo>
                    <a:cubicBezTo>
                      <a:pt x="544" y="291"/>
                      <a:pt x="546" y="292"/>
                      <a:pt x="547" y="290"/>
                    </a:cubicBezTo>
                    <a:cubicBezTo>
                      <a:pt x="548" y="289"/>
                      <a:pt x="548" y="287"/>
                      <a:pt x="549" y="285"/>
                    </a:cubicBezTo>
                    <a:cubicBezTo>
                      <a:pt x="550" y="284"/>
                      <a:pt x="554" y="283"/>
                      <a:pt x="555" y="285"/>
                    </a:cubicBezTo>
                    <a:cubicBezTo>
                      <a:pt x="555" y="287"/>
                      <a:pt x="555" y="288"/>
                      <a:pt x="556" y="290"/>
                    </a:cubicBezTo>
                    <a:cubicBezTo>
                      <a:pt x="556" y="291"/>
                      <a:pt x="556" y="293"/>
                      <a:pt x="554" y="293"/>
                    </a:cubicBezTo>
                    <a:cubicBezTo>
                      <a:pt x="553" y="294"/>
                      <a:pt x="552" y="294"/>
                      <a:pt x="551" y="295"/>
                    </a:cubicBezTo>
                    <a:cubicBezTo>
                      <a:pt x="550" y="295"/>
                      <a:pt x="549" y="295"/>
                      <a:pt x="549" y="296"/>
                    </a:cubicBezTo>
                    <a:cubicBezTo>
                      <a:pt x="549" y="298"/>
                      <a:pt x="553" y="298"/>
                      <a:pt x="554" y="299"/>
                    </a:cubicBezTo>
                    <a:cubicBezTo>
                      <a:pt x="555" y="299"/>
                      <a:pt x="555" y="299"/>
                      <a:pt x="556" y="299"/>
                    </a:cubicBezTo>
                    <a:cubicBezTo>
                      <a:pt x="557" y="300"/>
                      <a:pt x="558" y="301"/>
                      <a:pt x="559" y="301"/>
                    </a:cubicBezTo>
                    <a:cubicBezTo>
                      <a:pt x="560" y="301"/>
                      <a:pt x="561" y="300"/>
                      <a:pt x="561" y="299"/>
                    </a:cubicBezTo>
                    <a:cubicBezTo>
                      <a:pt x="563" y="297"/>
                      <a:pt x="564" y="297"/>
                      <a:pt x="567" y="296"/>
                    </a:cubicBezTo>
                    <a:cubicBezTo>
                      <a:pt x="569" y="295"/>
                      <a:pt x="571" y="294"/>
                      <a:pt x="572" y="292"/>
                    </a:cubicBezTo>
                    <a:cubicBezTo>
                      <a:pt x="573" y="291"/>
                      <a:pt x="574" y="288"/>
                      <a:pt x="576" y="289"/>
                    </a:cubicBezTo>
                    <a:cubicBezTo>
                      <a:pt x="577" y="291"/>
                      <a:pt x="577" y="295"/>
                      <a:pt x="575" y="296"/>
                    </a:cubicBezTo>
                    <a:cubicBezTo>
                      <a:pt x="574" y="297"/>
                      <a:pt x="572" y="297"/>
                      <a:pt x="571" y="298"/>
                    </a:cubicBezTo>
                    <a:cubicBezTo>
                      <a:pt x="570" y="299"/>
                      <a:pt x="570" y="299"/>
                      <a:pt x="569" y="300"/>
                    </a:cubicBezTo>
                    <a:cubicBezTo>
                      <a:pt x="567" y="303"/>
                      <a:pt x="565" y="303"/>
                      <a:pt x="562" y="303"/>
                    </a:cubicBezTo>
                    <a:cubicBezTo>
                      <a:pt x="560" y="304"/>
                      <a:pt x="558" y="305"/>
                      <a:pt x="556" y="304"/>
                    </a:cubicBezTo>
                    <a:cubicBezTo>
                      <a:pt x="553" y="304"/>
                      <a:pt x="551" y="303"/>
                      <a:pt x="548" y="304"/>
                    </a:cubicBezTo>
                    <a:cubicBezTo>
                      <a:pt x="548" y="304"/>
                      <a:pt x="547" y="306"/>
                      <a:pt x="546" y="305"/>
                    </a:cubicBezTo>
                    <a:cubicBezTo>
                      <a:pt x="545" y="304"/>
                      <a:pt x="544" y="303"/>
                      <a:pt x="543" y="302"/>
                    </a:cubicBezTo>
                    <a:cubicBezTo>
                      <a:pt x="541" y="302"/>
                      <a:pt x="539" y="302"/>
                      <a:pt x="538" y="304"/>
                    </a:cubicBezTo>
                    <a:cubicBezTo>
                      <a:pt x="537" y="304"/>
                      <a:pt x="537" y="305"/>
                      <a:pt x="536" y="306"/>
                    </a:cubicBezTo>
                    <a:cubicBezTo>
                      <a:pt x="534" y="307"/>
                      <a:pt x="533" y="307"/>
                      <a:pt x="531" y="308"/>
                    </a:cubicBezTo>
                    <a:cubicBezTo>
                      <a:pt x="530" y="309"/>
                      <a:pt x="530" y="310"/>
                      <a:pt x="530" y="312"/>
                    </a:cubicBezTo>
                    <a:cubicBezTo>
                      <a:pt x="529" y="314"/>
                      <a:pt x="531" y="315"/>
                      <a:pt x="533" y="316"/>
                    </a:cubicBezTo>
                    <a:cubicBezTo>
                      <a:pt x="535" y="317"/>
                      <a:pt x="537" y="316"/>
                      <a:pt x="540" y="316"/>
                    </a:cubicBezTo>
                    <a:cubicBezTo>
                      <a:pt x="541" y="316"/>
                      <a:pt x="542" y="317"/>
                      <a:pt x="543" y="318"/>
                    </a:cubicBezTo>
                    <a:cubicBezTo>
                      <a:pt x="544" y="320"/>
                      <a:pt x="545" y="321"/>
                      <a:pt x="546" y="322"/>
                    </a:cubicBezTo>
                    <a:cubicBezTo>
                      <a:pt x="549" y="323"/>
                      <a:pt x="551" y="323"/>
                      <a:pt x="553" y="323"/>
                    </a:cubicBezTo>
                    <a:cubicBezTo>
                      <a:pt x="555" y="323"/>
                      <a:pt x="557" y="324"/>
                      <a:pt x="558" y="323"/>
                    </a:cubicBezTo>
                    <a:cubicBezTo>
                      <a:pt x="560" y="321"/>
                      <a:pt x="561" y="320"/>
                      <a:pt x="563" y="319"/>
                    </a:cubicBezTo>
                    <a:cubicBezTo>
                      <a:pt x="565" y="319"/>
                      <a:pt x="567" y="318"/>
                      <a:pt x="569" y="318"/>
                    </a:cubicBezTo>
                    <a:cubicBezTo>
                      <a:pt x="570" y="318"/>
                      <a:pt x="572" y="318"/>
                      <a:pt x="572" y="320"/>
                    </a:cubicBezTo>
                    <a:cubicBezTo>
                      <a:pt x="573" y="320"/>
                      <a:pt x="573" y="322"/>
                      <a:pt x="572" y="322"/>
                    </a:cubicBezTo>
                    <a:cubicBezTo>
                      <a:pt x="571" y="322"/>
                      <a:pt x="569" y="321"/>
                      <a:pt x="568" y="321"/>
                    </a:cubicBezTo>
                    <a:cubicBezTo>
                      <a:pt x="566" y="321"/>
                      <a:pt x="565" y="321"/>
                      <a:pt x="563" y="322"/>
                    </a:cubicBezTo>
                    <a:cubicBezTo>
                      <a:pt x="562" y="322"/>
                      <a:pt x="560" y="322"/>
                      <a:pt x="559" y="323"/>
                    </a:cubicBezTo>
                    <a:cubicBezTo>
                      <a:pt x="558" y="324"/>
                      <a:pt x="559" y="325"/>
                      <a:pt x="559" y="326"/>
                    </a:cubicBezTo>
                    <a:cubicBezTo>
                      <a:pt x="559" y="327"/>
                      <a:pt x="558" y="328"/>
                      <a:pt x="558" y="329"/>
                    </a:cubicBezTo>
                    <a:cubicBezTo>
                      <a:pt x="558" y="330"/>
                      <a:pt x="558" y="334"/>
                      <a:pt x="559" y="334"/>
                    </a:cubicBezTo>
                    <a:cubicBezTo>
                      <a:pt x="560" y="334"/>
                      <a:pt x="560" y="333"/>
                      <a:pt x="561" y="334"/>
                    </a:cubicBezTo>
                    <a:cubicBezTo>
                      <a:pt x="562" y="335"/>
                      <a:pt x="562" y="336"/>
                      <a:pt x="563" y="337"/>
                    </a:cubicBezTo>
                    <a:cubicBezTo>
                      <a:pt x="564" y="338"/>
                      <a:pt x="565" y="338"/>
                      <a:pt x="566" y="339"/>
                    </a:cubicBezTo>
                    <a:cubicBezTo>
                      <a:pt x="567" y="340"/>
                      <a:pt x="568" y="341"/>
                      <a:pt x="568" y="342"/>
                    </a:cubicBezTo>
                    <a:cubicBezTo>
                      <a:pt x="568" y="344"/>
                      <a:pt x="566" y="344"/>
                      <a:pt x="565" y="344"/>
                    </a:cubicBezTo>
                    <a:cubicBezTo>
                      <a:pt x="563" y="342"/>
                      <a:pt x="562" y="340"/>
                      <a:pt x="560" y="338"/>
                    </a:cubicBezTo>
                    <a:cubicBezTo>
                      <a:pt x="559" y="337"/>
                      <a:pt x="558" y="336"/>
                      <a:pt x="557" y="336"/>
                    </a:cubicBezTo>
                    <a:cubicBezTo>
                      <a:pt x="556" y="335"/>
                      <a:pt x="555" y="334"/>
                      <a:pt x="555" y="333"/>
                    </a:cubicBezTo>
                    <a:cubicBezTo>
                      <a:pt x="555" y="332"/>
                      <a:pt x="555" y="331"/>
                      <a:pt x="555" y="331"/>
                    </a:cubicBezTo>
                    <a:cubicBezTo>
                      <a:pt x="554" y="330"/>
                      <a:pt x="554" y="329"/>
                      <a:pt x="554" y="329"/>
                    </a:cubicBezTo>
                    <a:cubicBezTo>
                      <a:pt x="553" y="327"/>
                      <a:pt x="551" y="326"/>
                      <a:pt x="550" y="326"/>
                    </a:cubicBezTo>
                    <a:cubicBezTo>
                      <a:pt x="548" y="326"/>
                      <a:pt x="546" y="327"/>
                      <a:pt x="545" y="327"/>
                    </a:cubicBezTo>
                    <a:cubicBezTo>
                      <a:pt x="543" y="327"/>
                      <a:pt x="542" y="326"/>
                      <a:pt x="541" y="326"/>
                    </a:cubicBezTo>
                    <a:cubicBezTo>
                      <a:pt x="540" y="327"/>
                      <a:pt x="539" y="327"/>
                      <a:pt x="538" y="327"/>
                    </a:cubicBezTo>
                    <a:cubicBezTo>
                      <a:pt x="534" y="329"/>
                      <a:pt x="536" y="332"/>
                      <a:pt x="536" y="335"/>
                    </a:cubicBezTo>
                    <a:cubicBezTo>
                      <a:pt x="535" y="338"/>
                      <a:pt x="532" y="338"/>
                      <a:pt x="531" y="340"/>
                    </a:cubicBezTo>
                    <a:cubicBezTo>
                      <a:pt x="530" y="341"/>
                      <a:pt x="530" y="342"/>
                      <a:pt x="529" y="342"/>
                    </a:cubicBezTo>
                    <a:cubicBezTo>
                      <a:pt x="528" y="343"/>
                      <a:pt x="526" y="344"/>
                      <a:pt x="525" y="345"/>
                    </a:cubicBezTo>
                    <a:cubicBezTo>
                      <a:pt x="524" y="345"/>
                      <a:pt x="523" y="347"/>
                      <a:pt x="523" y="348"/>
                    </a:cubicBezTo>
                    <a:cubicBezTo>
                      <a:pt x="523" y="350"/>
                      <a:pt x="524" y="351"/>
                      <a:pt x="526" y="351"/>
                    </a:cubicBezTo>
                    <a:cubicBezTo>
                      <a:pt x="527" y="351"/>
                      <a:pt x="529" y="351"/>
                      <a:pt x="531" y="353"/>
                    </a:cubicBezTo>
                    <a:cubicBezTo>
                      <a:pt x="532" y="354"/>
                      <a:pt x="533" y="355"/>
                      <a:pt x="535" y="355"/>
                    </a:cubicBezTo>
                    <a:cubicBezTo>
                      <a:pt x="536" y="356"/>
                      <a:pt x="538" y="356"/>
                      <a:pt x="539" y="358"/>
                    </a:cubicBezTo>
                    <a:cubicBezTo>
                      <a:pt x="540" y="359"/>
                      <a:pt x="540" y="361"/>
                      <a:pt x="541" y="362"/>
                    </a:cubicBezTo>
                    <a:cubicBezTo>
                      <a:pt x="541" y="369"/>
                      <a:pt x="550" y="369"/>
                      <a:pt x="555" y="369"/>
                    </a:cubicBezTo>
                    <a:cubicBezTo>
                      <a:pt x="556" y="369"/>
                      <a:pt x="558" y="369"/>
                      <a:pt x="558" y="369"/>
                    </a:cubicBezTo>
                    <a:cubicBezTo>
                      <a:pt x="559" y="370"/>
                      <a:pt x="560" y="371"/>
                      <a:pt x="559" y="372"/>
                    </a:cubicBezTo>
                    <a:cubicBezTo>
                      <a:pt x="559" y="373"/>
                      <a:pt x="557" y="373"/>
                      <a:pt x="556" y="374"/>
                    </a:cubicBezTo>
                    <a:cubicBezTo>
                      <a:pt x="554" y="374"/>
                      <a:pt x="552" y="374"/>
                      <a:pt x="550" y="374"/>
                    </a:cubicBezTo>
                    <a:cubicBezTo>
                      <a:pt x="548" y="374"/>
                      <a:pt x="546" y="373"/>
                      <a:pt x="544" y="373"/>
                    </a:cubicBezTo>
                    <a:cubicBezTo>
                      <a:pt x="543" y="374"/>
                      <a:pt x="542" y="374"/>
                      <a:pt x="541" y="374"/>
                    </a:cubicBezTo>
                    <a:cubicBezTo>
                      <a:pt x="540" y="374"/>
                      <a:pt x="538" y="373"/>
                      <a:pt x="537" y="372"/>
                    </a:cubicBezTo>
                    <a:cubicBezTo>
                      <a:pt x="536" y="371"/>
                      <a:pt x="536" y="370"/>
                      <a:pt x="536" y="369"/>
                    </a:cubicBezTo>
                    <a:cubicBezTo>
                      <a:pt x="535" y="366"/>
                      <a:pt x="532" y="364"/>
                      <a:pt x="529" y="361"/>
                    </a:cubicBezTo>
                    <a:cubicBezTo>
                      <a:pt x="526" y="359"/>
                      <a:pt x="523" y="357"/>
                      <a:pt x="519" y="358"/>
                    </a:cubicBezTo>
                    <a:cubicBezTo>
                      <a:pt x="517" y="358"/>
                      <a:pt x="515" y="358"/>
                      <a:pt x="514" y="359"/>
                    </a:cubicBezTo>
                    <a:cubicBezTo>
                      <a:pt x="512" y="359"/>
                      <a:pt x="512" y="361"/>
                      <a:pt x="511" y="362"/>
                    </a:cubicBezTo>
                    <a:cubicBezTo>
                      <a:pt x="509" y="365"/>
                      <a:pt x="505" y="363"/>
                      <a:pt x="503" y="365"/>
                    </a:cubicBezTo>
                    <a:cubicBezTo>
                      <a:pt x="502" y="367"/>
                      <a:pt x="502" y="371"/>
                      <a:pt x="502" y="374"/>
                    </a:cubicBezTo>
                    <a:cubicBezTo>
                      <a:pt x="503" y="375"/>
                      <a:pt x="504" y="377"/>
                      <a:pt x="505" y="378"/>
                    </a:cubicBezTo>
                    <a:cubicBezTo>
                      <a:pt x="507" y="378"/>
                      <a:pt x="508" y="378"/>
                      <a:pt x="510" y="378"/>
                    </a:cubicBezTo>
                    <a:cubicBezTo>
                      <a:pt x="511" y="377"/>
                      <a:pt x="512" y="377"/>
                      <a:pt x="513" y="378"/>
                    </a:cubicBezTo>
                    <a:cubicBezTo>
                      <a:pt x="514" y="378"/>
                      <a:pt x="514" y="379"/>
                      <a:pt x="513" y="380"/>
                    </a:cubicBezTo>
                    <a:cubicBezTo>
                      <a:pt x="513" y="381"/>
                      <a:pt x="513" y="383"/>
                      <a:pt x="513" y="384"/>
                    </a:cubicBezTo>
                    <a:cubicBezTo>
                      <a:pt x="513" y="385"/>
                      <a:pt x="513" y="386"/>
                      <a:pt x="513" y="387"/>
                    </a:cubicBezTo>
                    <a:cubicBezTo>
                      <a:pt x="514" y="388"/>
                      <a:pt x="514" y="388"/>
                      <a:pt x="515" y="389"/>
                    </a:cubicBezTo>
                    <a:cubicBezTo>
                      <a:pt x="516" y="390"/>
                      <a:pt x="516" y="391"/>
                      <a:pt x="516" y="391"/>
                    </a:cubicBezTo>
                    <a:cubicBezTo>
                      <a:pt x="518" y="397"/>
                      <a:pt x="524" y="394"/>
                      <a:pt x="528" y="394"/>
                    </a:cubicBezTo>
                    <a:cubicBezTo>
                      <a:pt x="529" y="394"/>
                      <a:pt x="535" y="396"/>
                      <a:pt x="533" y="397"/>
                    </a:cubicBezTo>
                    <a:cubicBezTo>
                      <a:pt x="532" y="397"/>
                      <a:pt x="531" y="397"/>
                      <a:pt x="530" y="397"/>
                    </a:cubicBezTo>
                    <a:cubicBezTo>
                      <a:pt x="528" y="397"/>
                      <a:pt x="527" y="397"/>
                      <a:pt x="525" y="397"/>
                    </a:cubicBezTo>
                    <a:cubicBezTo>
                      <a:pt x="522" y="397"/>
                      <a:pt x="519" y="399"/>
                      <a:pt x="516" y="399"/>
                    </a:cubicBezTo>
                    <a:cubicBezTo>
                      <a:pt x="513" y="399"/>
                      <a:pt x="512" y="398"/>
                      <a:pt x="511" y="395"/>
                    </a:cubicBezTo>
                    <a:cubicBezTo>
                      <a:pt x="511" y="394"/>
                      <a:pt x="511" y="394"/>
                      <a:pt x="510" y="393"/>
                    </a:cubicBezTo>
                    <a:cubicBezTo>
                      <a:pt x="509" y="393"/>
                      <a:pt x="508" y="392"/>
                      <a:pt x="507" y="391"/>
                    </a:cubicBezTo>
                    <a:cubicBezTo>
                      <a:pt x="506" y="390"/>
                      <a:pt x="506" y="388"/>
                      <a:pt x="506" y="387"/>
                    </a:cubicBezTo>
                    <a:cubicBezTo>
                      <a:pt x="506" y="386"/>
                      <a:pt x="506" y="384"/>
                      <a:pt x="505" y="383"/>
                    </a:cubicBezTo>
                    <a:cubicBezTo>
                      <a:pt x="505" y="382"/>
                      <a:pt x="504" y="382"/>
                      <a:pt x="503" y="382"/>
                    </a:cubicBezTo>
                    <a:cubicBezTo>
                      <a:pt x="502" y="381"/>
                      <a:pt x="500" y="380"/>
                      <a:pt x="499" y="380"/>
                    </a:cubicBezTo>
                    <a:cubicBezTo>
                      <a:pt x="496" y="378"/>
                      <a:pt x="493" y="379"/>
                      <a:pt x="491" y="381"/>
                    </a:cubicBezTo>
                    <a:cubicBezTo>
                      <a:pt x="488" y="383"/>
                      <a:pt x="486" y="384"/>
                      <a:pt x="486" y="388"/>
                    </a:cubicBezTo>
                    <a:cubicBezTo>
                      <a:pt x="486" y="389"/>
                      <a:pt x="486" y="391"/>
                      <a:pt x="487" y="392"/>
                    </a:cubicBezTo>
                    <a:cubicBezTo>
                      <a:pt x="488" y="393"/>
                      <a:pt x="490" y="393"/>
                      <a:pt x="491" y="393"/>
                    </a:cubicBezTo>
                    <a:cubicBezTo>
                      <a:pt x="494" y="393"/>
                      <a:pt x="497" y="392"/>
                      <a:pt x="499" y="395"/>
                    </a:cubicBezTo>
                    <a:cubicBezTo>
                      <a:pt x="500" y="396"/>
                      <a:pt x="500" y="396"/>
                      <a:pt x="501" y="397"/>
                    </a:cubicBezTo>
                    <a:cubicBezTo>
                      <a:pt x="502" y="397"/>
                      <a:pt x="504" y="398"/>
                      <a:pt x="505" y="398"/>
                    </a:cubicBezTo>
                    <a:cubicBezTo>
                      <a:pt x="506" y="398"/>
                      <a:pt x="506" y="398"/>
                      <a:pt x="507" y="399"/>
                    </a:cubicBezTo>
                    <a:cubicBezTo>
                      <a:pt x="507" y="400"/>
                      <a:pt x="508" y="401"/>
                      <a:pt x="508" y="402"/>
                    </a:cubicBezTo>
                    <a:cubicBezTo>
                      <a:pt x="511" y="404"/>
                      <a:pt x="514" y="403"/>
                      <a:pt x="517" y="403"/>
                    </a:cubicBezTo>
                    <a:cubicBezTo>
                      <a:pt x="519" y="403"/>
                      <a:pt x="521" y="403"/>
                      <a:pt x="523" y="405"/>
                    </a:cubicBezTo>
                    <a:cubicBezTo>
                      <a:pt x="524" y="405"/>
                      <a:pt x="524" y="406"/>
                      <a:pt x="525" y="406"/>
                    </a:cubicBezTo>
                    <a:cubicBezTo>
                      <a:pt x="526" y="406"/>
                      <a:pt x="527" y="406"/>
                      <a:pt x="528" y="407"/>
                    </a:cubicBezTo>
                    <a:cubicBezTo>
                      <a:pt x="530" y="408"/>
                      <a:pt x="528" y="410"/>
                      <a:pt x="526" y="410"/>
                    </a:cubicBezTo>
                    <a:cubicBezTo>
                      <a:pt x="525" y="410"/>
                      <a:pt x="524" y="409"/>
                      <a:pt x="523" y="408"/>
                    </a:cubicBezTo>
                    <a:cubicBezTo>
                      <a:pt x="522" y="407"/>
                      <a:pt x="521" y="407"/>
                      <a:pt x="519" y="407"/>
                    </a:cubicBezTo>
                    <a:cubicBezTo>
                      <a:pt x="516" y="407"/>
                      <a:pt x="512" y="408"/>
                      <a:pt x="509" y="407"/>
                    </a:cubicBezTo>
                    <a:cubicBezTo>
                      <a:pt x="507" y="405"/>
                      <a:pt x="505" y="403"/>
                      <a:pt x="503" y="402"/>
                    </a:cubicBezTo>
                    <a:cubicBezTo>
                      <a:pt x="501" y="401"/>
                      <a:pt x="498" y="401"/>
                      <a:pt x="495" y="399"/>
                    </a:cubicBezTo>
                    <a:cubicBezTo>
                      <a:pt x="495" y="399"/>
                      <a:pt x="494" y="398"/>
                      <a:pt x="493" y="397"/>
                    </a:cubicBezTo>
                    <a:cubicBezTo>
                      <a:pt x="493" y="396"/>
                      <a:pt x="492" y="396"/>
                      <a:pt x="491" y="396"/>
                    </a:cubicBezTo>
                    <a:cubicBezTo>
                      <a:pt x="490" y="396"/>
                      <a:pt x="489" y="396"/>
                      <a:pt x="488" y="396"/>
                    </a:cubicBezTo>
                    <a:cubicBezTo>
                      <a:pt x="488" y="395"/>
                      <a:pt x="487" y="394"/>
                      <a:pt x="486" y="393"/>
                    </a:cubicBezTo>
                    <a:cubicBezTo>
                      <a:pt x="484" y="392"/>
                      <a:pt x="483" y="394"/>
                      <a:pt x="483" y="396"/>
                    </a:cubicBezTo>
                    <a:cubicBezTo>
                      <a:pt x="482" y="398"/>
                      <a:pt x="479" y="397"/>
                      <a:pt x="478" y="399"/>
                    </a:cubicBezTo>
                    <a:cubicBezTo>
                      <a:pt x="477" y="400"/>
                      <a:pt x="477" y="401"/>
                      <a:pt x="478" y="403"/>
                    </a:cubicBezTo>
                    <a:cubicBezTo>
                      <a:pt x="478" y="404"/>
                      <a:pt x="479" y="405"/>
                      <a:pt x="480" y="406"/>
                    </a:cubicBezTo>
                    <a:cubicBezTo>
                      <a:pt x="480" y="408"/>
                      <a:pt x="476" y="407"/>
                      <a:pt x="475" y="406"/>
                    </a:cubicBezTo>
                    <a:cubicBezTo>
                      <a:pt x="474" y="406"/>
                      <a:pt x="473" y="405"/>
                      <a:pt x="471" y="406"/>
                    </a:cubicBezTo>
                    <a:cubicBezTo>
                      <a:pt x="470" y="407"/>
                      <a:pt x="469" y="408"/>
                      <a:pt x="470" y="409"/>
                    </a:cubicBezTo>
                    <a:cubicBezTo>
                      <a:pt x="470" y="411"/>
                      <a:pt x="472" y="411"/>
                      <a:pt x="473" y="412"/>
                    </a:cubicBezTo>
                    <a:cubicBezTo>
                      <a:pt x="477" y="413"/>
                      <a:pt x="481" y="412"/>
                      <a:pt x="485" y="412"/>
                    </a:cubicBezTo>
                    <a:cubicBezTo>
                      <a:pt x="487" y="412"/>
                      <a:pt x="488" y="412"/>
                      <a:pt x="490" y="412"/>
                    </a:cubicBezTo>
                    <a:cubicBezTo>
                      <a:pt x="491" y="413"/>
                      <a:pt x="492" y="413"/>
                      <a:pt x="493" y="414"/>
                    </a:cubicBezTo>
                    <a:cubicBezTo>
                      <a:pt x="495" y="416"/>
                      <a:pt x="491" y="417"/>
                      <a:pt x="490" y="417"/>
                    </a:cubicBezTo>
                    <a:cubicBezTo>
                      <a:pt x="488" y="417"/>
                      <a:pt x="486" y="417"/>
                      <a:pt x="486" y="419"/>
                    </a:cubicBezTo>
                    <a:cubicBezTo>
                      <a:pt x="486" y="421"/>
                      <a:pt x="488" y="422"/>
                      <a:pt x="488" y="423"/>
                    </a:cubicBezTo>
                    <a:cubicBezTo>
                      <a:pt x="488" y="425"/>
                      <a:pt x="486" y="426"/>
                      <a:pt x="485" y="426"/>
                    </a:cubicBezTo>
                    <a:cubicBezTo>
                      <a:pt x="482" y="426"/>
                      <a:pt x="480" y="426"/>
                      <a:pt x="478" y="426"/>
                    </a:cubicBezTo>
                    <a:cubicBezTo>
                      <a:pt x="477" y="426"/>
                      <a:pt x="475" y="425"/>
                      <a:pt x="474" y="425"/>
                    </a:cubicBezTo>
                    <a:cubicBezTo>
                      <a:pt x="472" y="425"/>
                      <a:pt x="471" y="425"/>
                      <a:pt x="470" y="426"/>
                    </a:cubicBezTo>
                    <a:cubicBezTo>
                      <a:pt x="468" y="426"/>
                      <a:pt x="468" y="427"/>
                      <a:pt x="468" y="428"/>
                    </a:cubicBezTo>
                    <a:cubicBezTo>
                      <a:pt x="468" y="429"/>
                      <a:pt x="469" y="430"/>
                      <a:pt x="469" y="431"/>
                    </a:cubicBezTo>
                    <a:cubicBezTo>
                      <a:pt x="470" y="431"/>
                      <a:pt x="473" y="432"/>
                      <a:pt x="471" y="433"/>
                    </a:cubicBezTo>
                    <a:cubicBezTo>
                      <a:pt x="469" y="433"/>
                      <a:pt x="469" y="431"/>
                      <a:pt x="468" y="431"/>
                    </a:cubicBezTo>
                    <a:cubicBezTo>
                      <a:pt x="466" y="431"/>
                      <a:pt x="465" y="431"/>
                      <a:pt x="465" y="432"/>
                    </a:cubicBezTo>
                    <a:cubicBezTo>
                      <a:pt x="464" y="434"/>
                      <a:pt x="465" y="434"/>
                      <a:pt x="466" y="435"/>
                    </a:cubicBezTo>
                    <a:cubicBezTo>
                      <a:pt x="468" y="436"/>
                      <a:pt x="469" y="438"/>
                      <a:pt x="467" y="439"/>
                    </a:cubicBezTo>
                    <a:cubicBezTo>
                      <a:pt x="466" y="440"/>
                      <a:pt x="465" y="439"/>
                      <a:pt x="464" y="440"/>
                    </a:cubicBezTo>
                    <a:cubicBezTo>
                      <a:pt x="464" y="441"/>
                      <a:pt x="465" y="442"/>
                      <a:pt x="465" y="443"/>
                    </a:cubicBezTo>
                    <a:cubicBezTo>
                      <a:pt x="465" y="444"/>
                      <a:pt x="464" y="447"/>
                      <a:pt x="463" y="446"/>
                    </a:cubicBezTo>
                    <a:cubicBezTo>
                      <a:pt x="462" y="446"/>
                      <a:pt x="462" y="445"/>
                      <a:pt x="462" y="445"/>
                    </a:cubicBezTo>
                    <a:cubicBezTo>
                      <a:pt x="462" y="444"/>
                      <a:pt x="462" y="443"/>
                      <a:pt x="461" y="443"/>
                    </a:cubicBezTo>
                    <a:cubicBezTo>
                      <a:pt x="460" y="442"/>
                      <a:pt x="458" y="443"/>
                      <a:pt x="457" y="442"/>
                    </a:cubicBezTo>
                    <a:cubicBezTo>
                      <a:pt x="456" y="441"/>
                      <a:pt x="456" y="438"/>
                      <a:pt x="456" y="437"/>
                    </a:cubicBezTo>
                    <a:cubicBezTo>
                      <a:pt x="456" y="435"/>
                      <a:pt x="456" y="433"/>
                      <a:pt x="454" y="432"/>
                    </a:cubicBezTo>
                    <a:cubicBezTo>
                      <a:pt x="453" y="432"/>
                      <a:pt x="452" y="432"/>
                      <a:pt x="451" y="433"/>
                    </a:cubicBezTo>
                    <a:cubicBezTo>
                      <a:pt x="451" y="434"/>
                      <a:pt x="450" y="435"/>
                      <a:pt x="450" y="435"/>
                    </a:cubicBezTo>
                    <a:cubicBezTo>
                      <a:pt x="449" y="436"/>
                      <a:pt x="447" y="435"/>
                      <a:pt x="446" y="435"/>
                    </a:cubicBezTo>
                    <a:cubicBezTo>
                      <a:pt x="445" y="435"/>
                      <a:pt x="443" y="435"/>
                      <a:pt x="442" y="435"/>
                    </a:cubicBezTo>
                    <a:cubicBezTo>
                      <a:pt x="440" y="435"/>
                      <a:pt x="439" y="435"/>
                      <a:pt x="437" y="435"/>
                    </a:cubicBezTo>
                    <a:cubicBezTo>
                      <a:pt x="436" y="435"/>
                      <a:pt x="434" y="435"/>
                      <a:pt x="434" y="434"/>
                    </a:cubicBezTo>
                    <a:cubicBezTo>
                      <a:pt x="434" y="434"/>
                      <a:pt x="434" y="433"/>
                      <a:pt x="433" y="433"/>
                    </a:cubicBezTo>
                    <a:cubicBezTo>
                      <a:pt x="432" y="432"/>
                      <a:pt x="431" y="432"/>
                      <a:pt x="430" y="432"/>
                    </a:cubicBezTo>
                    <a:cubicBezTo>
                      <a:pt x="428" y="432"/>
                      <a:pt x="425" y="431"/>
                      <a:pt x="423" y="431"/>
                    </a:cubicBezTo>
                    <a:cubicBezTo>
                      <a:pt x="421" y="431"/>
                      <a:pt x="420" y="431"/>
                      <a:pt x="418" y="433"/>
                    </a:cubicBezTo>
                    <a:cubicBezTo>
                      <a:pt x="417" y="434"/>
                      <a:pt x="415" y="434"/>
                      <a:pt x="413" y="435"/>
                    </a:cubicBezTo>
                    <a:cubicBezTo>
                      <a:pt x="411" y="435"/>
                      <a:pt x="411" y="437"/>
                      <a:pt x="411" y="438"/>
                    </a:cubicBezTo>
                    <a:cubicBezTo>
                      <a:pt x="410" y="441"/>
                      <a:pt x="411" y="443"/>
                      <a:pt x="413" y="444"/>
                    </a:cubicBezTo>
                    <a:cubicBezTo>
                      <a:pt x="414" y="445"/>
                      <a:pt x="415" y="445"/>
                      <a:pt x="416" y="446"/>
                    </a:cubicBezTo>
                    <a:cubicBezTo>
                      <a:pt x="417" y="446"/>
                      <a:pt x="418" y="447"/>
                      <a:pt x="419" y="448"/>
                    </a:cubicBezTo>
                    <a:cubicBezTo>
                      <a:pt x="420" y="449"/>
                      <a:pt x="421" y="450"/>
                      <a:pt x="422" y="450"/>
                    </a:cubicBezTo>
                    <a:cubicBezTo>
                      <a:pt x="423" y="450"/>
                      <a:pt x="424" y="450"/>
                      <a:pt x="425" y="450"/>
                    </a:cubicBezTo>
                    <a:cubicBezTo>
                      <a:pt x="427" y="449"/>
                      <a:pt x="430" y="450"/>
                      <a:pt x="431" y="452"/>
                    </a:cubicBezTo>
                    <a:cubicBezTo>
                      <a:pt x="433" y="453"/>
                      <a:pt x="433" y="455"/>
                      <a:pt x="435" y="455"/>
                    </a:cubicBezTo>
                    <a:cubicBezTo>
                      <a:pt x="436" y="455"/>
                      <a:pt x="437" y="455"/>
                      <a:pt x="438" y="455"/>
                    </a:cubicBezTo>
                    <a:cubicBezTo>
                      <a:pt x="438" y="456"/>
                      <a:pt x="439" y="456"/>
                      <a:pt x="440" y="457"/>
                    </a:cubicBezTo>
                    <a:cubicBezTo>
                      <a:pt x="442" y="459"/>
                      <a:pt x="445" y="459"/>
                      <a:pt x="448" y="459"/>
                    </a:cubicBezTo>
                    <a:cubicBezTo>
                      <a:pt x="449" y="459"/>
                      <a:pt x="450" y="458"/>
                      <a:pt x="451" y="459"/>
                    </a:cubicBezTo>
                    <a:cubicBezTo>
                      <a:pt x="451" y="460"/>
                      <a:pt x="451" y="461"/>
                      <a:pt x="451" y="462"/>
                    </a:cubicBezTo>
                    <a:cubicBezTo>
                      <a:pt x="451" y="464"/>
                      <a:pt x="455" y="464"/>
                      <a:pt x="457" y="464"/>
                    </a:cubicBezTo>
                    <a:cubicBezTo>
                      <a:pt x="459" y="464"/>
                      <a:pt x="461" y="464"/>
                      <a:pt x="463" y="464"/>
                    </a:cubicBezTo>
                    <a:cubicBezTo>
                      <a:pt x="465" y="464"/>
                      <a:pt x="466" y="463"/>
                      <a:pt x="468" y="462"/>
                    </a:cubicBezTo>
                    <a:cubicBezTo>
                      <a:pt x="469" y="460"/>
                      <a:pt x="471" y="458"/>
                      <a:pt x="474" y="458"/>
                    </a:cubicBezTo>
                    <a:cubicBezTo>
                      <a:pt x="475" y="458"/>
                      <a:pt x="476" y="459"/>
                      <a:pt x="477" y="460"/>
                    </a:cubicBezTo>
                    <a:cubicBezTo>
                      <a:pt x="478" y="460"/>
                      <a:pt x="479" y="461"/>
                      <a:pt x="479" y="462"/>
                    </a:cubicBezTo>
                    <a:cubicBezTo>
                      <a:pt x="481" y="463"/>
                      <a:pt x="483" y="464"/>
                      <a:pt x="485" y="465"/>
                    </a:cubicBezTo>
                    <a:cubicBezTo>
                      <a:pt x="487" y="467"/>
                      <a:pt x="490" y="468"/>
                      <a:pt x="491" y="470"/>
                    </a:cubicBezTo>
                    <a:cubicBezTo>
                      <a:pt x="492" y="471"/>
                      <a:pt x="493" y="471"/>
                      <a:pt x="494" y="472"/>
                    </a:cubicBezTo>
                    <a:cubicBezTo>
                      <a:pt x="495" y="473"/>
                      <a:pt x="497" y="474"/>
                      <a:pt x="499" y="474"/>
                    </a:cubicBezTo>
                    <a:cubicBezTo>
                      <a:pt x="500" y="474"/>
                      <a:pt x="501" y="475"/>
                      <a:pt x="502" y="475"/>
                    </a:cubicBezTo>
                    <a:cubicBezTo>
                      <a:pt x="503" y="475"/>
                      <a:pt x="504" y="475"/>
                      <a:pt x="504" y="476"/>
                    </a:cubicBezTo>
                    <a:cubicBezTo>
                      <a:pt x="505" y="477"/>
                      <a:pt x="503" y="477"/>
                      <a:pt x="503" y="477"/>
                    </a:cubicBezTo>
                    <a:cubicBezTo>
                      <a:pt x="501" y="478"/>
                      <a:pt x="499" y="477"/>
                      <a:pt x="497" y="478"/>
                    </a:cubicBezTo>
                    <a:cubicBezTo>
                      <a:pt x="495" y="478"/>
                      <a:pt x="493" y="478"/>
                      <a:pt x="491" y="476"/>
                    </a:cubicBezTo>
                    <a:cubicBezTo>
                      <a:pt x="490" y="475"/>
                      <a:pt x="490" y="473"/>
                      <a:pt x="488" y="473"/>
                    </a:cubicBezTo>
                    <a:cubicBezTo>
                      <a:pt x="486" y="473"/>
                      <a:pt x="484" y="473"/>
                      <a:pt x="483" y="472"/>
                    </a:cubicBezTo>
                    <a:cubicBezTo>
                      <a:pt x="482" y="470"/>
                      <a:pt x="481" y="469"/>
                      <a:pt x="480" y="468"/>
                    </a:cubicBezTo>
                    <a:cubicBezTo>
                      <a:pt x="477" y="465"/>
                      <a:pt x="473" y="464"/>
                      <a:pt x="470" y="465"/>
                    </a:cubicBezTo>
                    <a:cubicBezTo>
                      <a:pt x="468" y="466"/>
                      <a:pt x="467" y="467"/>
                      <a:pt x="465" y="468"/>
                    </a:cubicBezTo>
                    <a:cubicBezTo>
                      <a:pt x="464" y="469"/>
                      <a:pt x="462" y="470"/>
                      <a:pt x="460" y="470"/>
                    </a:cubicBezTo>
                    <a:cubicBezTo>
                      <a:pt x="458" y="469"/>
                      <a:pt x="456" y="469"/>
                      <a:pt x="455" y="470"/>
                    </a:cubicBezTo>
                    <a:cubicBezTo>
                      <a:pt x="454" y="472"/>
                      <a:pt x="457" y="473"/>
                      <a:pt x="458" y="474"/>
                    </a:cubicBezTo>
                    <a:cubicBezTo>
                      <a:pt x="459" y="475"/>
                      <a:pt x="459" y="476"/>
                      <a:pt x="459" y="477"/>
                    </a:cubicBezTo>
                    <a:cubicBezTo>
                      <a:pt x="459" y="478"/>
                      <a:pt x="459" y="479"/>
                      <a:pt x="458" y="480"/>
                    </a:cubicBezTo>
                    <a:cubicBezTo>
                      <a:pt x="456" y="480"/>
                      <a:pt x="455" y="476"/>
                      <a:pt x="454" y="475"/>
                    </a:cubicBezTo>
                    <a:cubicBezTo>
                      <a:pt x="453" y="474"/>
                      <a:pt x="453" y="474"/>
                      <a:pt x="452" y="474"/>
                    </a:cubicBezTo>
                    <a:cubicBezTo>
                      <a:pt x="452" y="473"/>
                      <a:pt x="451" y="472"/>
                      <a:pt x="451" y="472"/>
                    </a:cubicBezTo>
                    <a:cubicBezTo>
                      <a:pt x="450" y="470"/>
                      <a:pt x="450" y="467"/>
                      <a:pt x="448" y="467"/>
                    </a:cubicBezTo>
                    <a:cubicBezTo>
                      <a:pt x="446" y="467"/>
                      <a:pt x="445" y="467"/>
                      <a:pt x="443" y="467"/>
                    </a:cubicBezTo>
                    <a:cubicBezTo>
                      <a:pt x="442" y="467"/>
                      <a:pt x="441" y="467"/>
                      <a:pt x="439" y="467"/>
                    </a:cubicBezTo>
                    <a:cubicBezTo>
                      <a:pt x="439" y="467"/>
                      <a:pt x="439" y="467"/>
                      <a:pt x="438" y="468"/>
                    </a:cubicBezTo>
                    <a:cubicBezTo>
                      <a:pt x="438" y="468"/>
                      <a:pt x="438" y="468"/>
                      <a:pt x="438" y="469"/>
                    </a:cubicBezTo>
                    <a:cubicBezTo>
                      <a:pt x="437" y="470"/>
                      <a:pt x="436" y="471"/>
                      <a:pt x="436" y="473"/>
                    </a:cubicBezTo>
                    <a:cubicBezTo>
                      <a:pt x="436" y="474"/>
                      <a:pt x="436" y="475"/>
                      <a:pt x="437" y="477"/>
                    </a:cubicBezTo>
                    <a:cubicBezTo>
                      <a:pt x="437" y="478"/>
                      <a:pt x="437" y="480"/>
                      <a:pt x="437" y="481"/>
                    </a:cubicBezTo>
                    <a:cubicBezTo>
                      <a:pt x="437" y="482"/>
                      <a:pt x="438" y="483"/>
                      <a:pt x="438" y="485"/>
                    </a:cubicBezTo>
                    <a:cubicBezTo>
                      <a:pt x="439" y="487"/>
                      <a:pt x="441" y="489"/>
                      <a:pt x="441" y="491"/>
                    </a:cubicBezTo>
                    <a:cubicBezTo>
                      <a:pt x="440" y="493"/>
                      <a:pt x="442" y="495"/>
                      <a:pt x="444" y="496"/>
                    </a:cubicBezTo>
                    <a:cubicBezTo>
                      <a:pt x="445" y="497"/>
                      <a:pt x="447" y="496"/>
                      <a:pt x="449" y="498"/>
                    </a:cubicBezTo>
                    <a:cubicBezTo>
                      <a:pt x="450" y="499"/>
                      <a:pt x="450" y="501"/>
                      <a:pt x="452" y="502"/>
                    </a:cubicBezTo>
                    <a:cubicBezTo>
                      <a:pt x="453" y="503"/>
                      <a:pt x="454" y="504"/>
                      <a:pt x="456" y="504"/>
                    </a:cubicBezTo>
                    <a:cubicBezTo>
                      <a:pt x="457" y="504"/>
                      <a:pt x="459" y="505"/>
                      <a:pt x="460" y="504"/>
                    </a:cubicBezTo>
                    <a:cubicBezTo>
                      <a:pt x="462" y="504"/>
                      <a:pt x="463" y="502"/>
                      <a:pt x="464" y="502"/>
                    </a:cubicBezTo>
                    <a:cubicBezTo>
                      <a:pt x="465" y="501"/>
                      <a:pt x="466" y="502"/>
                      <a:pt x="465" y="503"/>
                    </a:cubicBezTo>
                    <a:cubicBezTo>
                      <a:pt x="464" y="504"/>
                      <a:pt x="462" y="505"/>
                      <a:pt x="463" y="507"/>
                    </a:cubicBezTo>
                    <a:cubicBezTo>
                      <a:pt x="463" y="508"/>
                      <a:pt x="463" y="510"/>
                      <a:pt x="465" y="510"/>
                    </a:cubicBezTo>
                    <a:cubicBezTo>
                      <a:pt x="466" y="510"/>
                      <a:pt x="468" y="510"/>
                      <a:pt x="468" y="512"/>
                    </a:cubicBezTo>
                    <a:cubicBezTo>
                      <a:pt x="469" y="514"/>
                      <a:pt x="468" y="516"/>
                      <a:pt x="470" y="518"/>
                    </a:cubicBezTo>
                    <a:cubicBezTo>
                      <a:pt x="471" y="520"/>
                      <a:pt x="474" y="520"/>
                      <a:pt x="477" y="520"/>
                    </a:cubicBezTo>
                    <a:cubicBezTo>
                      <a:pt x="479" y="520"/>
                      <a:pt x="481" y="519"/>
                      <a:pt x="482" y="517"/>
                    </a:cubicBezTo>
                    <a:cubicBezTo>
                      <a:pt x="483" y="517"/>
                      <a:pt x="483" y="516"/>
                      <a:pt x="484" y="515"/>
                    </a:cubicBezTo>
                    <a:cubicBezTo>
                      <a:pt x="484" y="515"/>
                      <a:pt x="485" y="514"/>
                      <a:pt x="486" y="514"/>
                    </a:cubicBezTo>
                    <a:cubicBezTo>
                      <a:pt x="489" y="513"/>
                      <a:pt x="491" y="512"/>
                      <a:pt x="492" y="509"/>
                    </a:cubicBezTo>
                    <a:cubicBezTo>
                      <a:pt x="493" y="508"/>
                      <a:pt x="493" y="507"/>
                      <a:pt x="494" y="507"/>
                    </a:cubicBezTo>
                    <a:cubicBezTo>
                      <a:pt x="494" y="506"/>
                      <a:pt x="495" y="505"/>
                      <a:pt x="496" y="505"/>
                    </a:cubicBezTo>
                    <a:cubicBezTo>
                      <a:pt x="498" y="504"/>
                      <a:pt x="501" y="504"/>
                      <a:pt x="502" y="502"/>
                    </a:cubicBezTo>
                    <a:cubicBezTo>
                      <a:pt x="503" y="501"/>
                      <a:pt x="503" y="499"/>
                      <a:pt x="504" y="498"/>
                    </a:cubicBezTo>
                    <a:cubicBezTo>
                      <a:pt x="504" y="496"/>
                      <a:pt x="507" y="497"/>
                      <a:pt x="508" y="497"/>
                    </a:cubicBezTo>
                    <a:cubicBezTo>
                      <a:pt x="510" y="496"/>
                      <a:pt x="512" y="495"/>
                      <a:pt x="514" y="493"/>
                    </a:cubicBezTo>
                    <a:cubicBezTo>
                      <a:pt x="515" y="493"/>
                      <a:pt x="515" y="493"/>
                      <a:pt x="516" y="493"/>
                    </a:cubicBezTo>
                    <a:cubicBezTo>
                      <a:pt x="517" y="493"/>
                      <a:pt x="519" y="493"/>
                      <a:pt x="520" y="492"/>
                    </a:cubicBezTo>
                    <a:cubicBezTo>
                      <a:pt x="522" y="492"/>
                      <a:pt x="523" y="491"/>
                      <a:pt x="525" y="491"/>
                    </a:cubicBezTo>
                    <a:cubicBezTo>
                      <a:pt x="526" y="491"/>
                      <a:pt x="528" y="491"/>
                      <a:pt x="528" y="489"/>
                    </a:cubicBezTo>
                    <a:cubicBezTo>
                      <a:pt x="528" y="488"/>
                      <a:pt x="529" y="487"/>
                      <a:pt x="530" y="486"/>
                    </a:cubicBezTo>
                    <a:cubicBezTo>
                      <a:pt x="531" y="486"/>
                      <a:pt x="531" y="485"/>
                      <a:pt x="532" y="485"/>
                    </a:cubicBezTo>
                    <a:cubicBezTo>
                      <a:pt x="532" y="484"/>
                      <a:pt x="533" y="484"/>
                      <a:pt x="533" y="483"/>
                    </a:cubicBezTo>
                    <a:cubicBezTo>
                      <a:pt x="534" y="482"/>
                      <a:pt x="535" y="482"/>
                      <a:pt x="536" y="482"/>
                    </a:cubicBezTo>
                    <a:cubicBezTo>
                      <a:pt x="538" y="482"/>
                      <a:pt x="541" y="482"/>
                      <a:pt x="543" y="482"/>
                    </a:cubicBezTo>
                    <a:cubicBezTo>
                      <a:pt x="544" y="482"/>
                      <a:pt x="545" y="482"/>
                      <a:pt x="545" y="481"/>
                    </a:cubicBezTo>
                    <a:cubicBezTo>
                      <a:pt x="546" y="481"/>
                      <a:pt x="547" y="481"/>
                      <a:pt x="548" y="480"/>
                    </a:cubicBezTo>
                    <a:cubicBezTo>
                      <a:pt x="549" y="480"/>
                      <a:pt x="549" y="479"/>
                      <a:pt x="549" y="479"/>
                    </a:cubicBezTo>
                    <a:cubicBezTo>
                      <a:pt x="549" y="477"/>
                      <a:pt x="550" y="475"/>
                      <a:pt x="552" y="474"/>
                    </a:cubicBezTo>
                    <a:cubicBezTo>
                      <a:pt x="553" y="472"/>
                      <a:pt x="555" y="471"/>
                      <a:pt x="557" y="469"/>
                    </a:cubicBezTo>
                    <a:cubicBezTo>
                      <a:pt x="560" y="467"/>
                      <a:pt x="564" y="466"/>
                      <a:pt x="567" y="464"/>
                    </a:cubicBezTo>
                    <a:cubicBezTo>
                      <a:pt x="570" y="462"/>
                      <a:pt x="574" y="459"/>
                      <a:pt x="572" y="456"/>
                    </a:cubicBezTo>
                    <a:cubicBezTo>
                      <a:pt x="570" y="452"/>
                      <a:pt x="565" y="452"/>
                      <a:pt x="562" y="450"/>
                    </a:cubicBezTo>
                    <a:cubicBezTo>
                      <a:pt x="558" y="449"/>
                      <a:pt x="555" y="447"/>
                      <a:pt x="551" y="445"/>
                    </a:cubicBezTo>
                    <a:cubicBezTo>
                      <a:pt x="551" y="444"/>
                      <a:pt x="549" y="443"/>
                      <a:pt x="550" y="443"/>
                    </a:cubicBezTo>
                    <a:cubicBezTo>
                      <a:pt x="550" y="442"/>
                      <a:pt x="551" y="443"/>
                      <a:pt x="551" y="443"/>
                    </a:cubicBezTo>
                    <a:cubicBezTo>
                      <a:pt x="552" y="443"/>
                      <a:pt x="553" y="443"/>
                      <a:pt x="554" y="443"/>
                    </a:cubicBezTo>
                    <a:cubicBezTo>
                      <a:pt x="559" y="444"/>
                      <a:pt x="563" y="447"/>
                      <a:pt x="568" y="449"/>
                    </a:cubicBezTo>
                    <a:cubicBezTo>
                      <a:pt x="570" y="450"/>
                      <a:pt x="572" y="451"/>
                      <a:pt x="574" y="452"/>
                    </a:cubicBezTo>
                    <a:cubicBezTo>
                      <a:pt x="575" y="453"/>
                      <a:pt x="577" y="454"/>
                      <a:pt x="578" y="455"/>
                    </a:cubicBezTo>
                    <a:cubicBezTo>
                      <a:pt x="579" y="458"/>
                      <a:pt x="578" y="461"/>
                      <a:pt x="576" y="463"/>
                    </a:cubicBezTo>
                    <a:cubicBezTo>
                      <a:pt x="574" y="465"/>
                      <a:pt x="573" y="466"/>
                      <a:pt x="571" y="467"/>
                    </a:cubicBezTo>
                    <a:cubicBezTo>
                      <a:pt x="569" y="469"/>
                      <a:pt x="567" y="470"/>
                      <a:pt x="565" y="472"/>
                    </a:cubicBezTo>
                    <a:cubicBezTo>
                      <a:pt x="564" y="473"/>
                      <a:pt x="562" y="474"/>
                      <a:pt x="561" y="475"/>
                    </a:cubicBezTo>
                    <a:cubicBezTo>
                      <a:pt x="559" y="476"/>
                      <a:pt x="557" y="477"/>
                      <a:pt x="556" y="478"/>
                    </a:cubicBezTo>
                    <a:cubicBezTo>
                      <a:pt x="554" y="479"/>
                      <a:pt x="549" y="483"/>
                      <a:pt x="552" y="486"/>
                    </a:cubicBezTo>
                    <a:cubicBezTo>
                      <a:pt x="553" y="487"/>
                      <a:pt x="555" y="487"/>
                      <a:pt x="556" y="488"/>
                    </a:cubicBezTo>
                    <a:cubicBezTo>
                      <a:pt x="558" y="489"/>
                      <a:pt x="560" y="490"/>
                      <a:pt x="561" y="491"/>
                    </a:cubicBezTo>
                    <a:cubicBezTo>
                      <a:pt x="563" y="492"/>
                      <a:pt x="565" y="493"/>
                      <a:pt x="567" y="493"/>
                    </a:cubicBezTo>
                    <a:cubicBezTo>
                      <a:pt x="570" y="494"/>
                      <a:pt x="573" y="493"/>
                      <a:pt x="576" y="493"/>
                    </a:cubicBezTo>
                    <a:cubicBezTo>
                      <a:pt x="579" y="492"/>
                      <a:pt x="582" y="492"/>
                      <a:pt x="584" y="492"/>
                    </a:cubicBezTo>
                    <a:cubicBezTo>
                      <a:pt x="586" y="493"/>
                      <a:pt x="587" y="494"/>
                      <a:pt x="586" y="495"/>
                    </a:cubicBezTo>
                    <a:cubicBezTo>
                      <a:pt x="584" y="497"/>
                      <a:pt x="582" y="497"/>
                      <a:pt x="580" y="497"/>
                    </a:cubicBezTo>
                    <a:cubicBezTo>
                      <a:pt x="577" y="498"/>
                      <a:pt x="575" y="498"/>
                      <a:pt x="572" y="497"/>
                    </a:cubicBezTo>
                    <a:cubicBezTo>
                      <a:pt x="568" y="497"/>
                      <a:pt x="564" y="495"/>
                      <a:pt x="559" y="494"/>
                    </a:cubicBezTo>
                    <a:cubicBezTo>
                      <a:pt x="554" y="493"/>
                      <a:pt x="548" y="492"/>
                      <a:pt x="543" y="492"/>
                    </a:cubicBezTo>
                    <a:cubicBezTo>
                      <a:pt x="541" y="492"/>
                      <a:pt x="539" y="492"/>
                      <a:pt x="537" y="493"/>
                    </a:cubicBezTo>
                    <a:cubicBezTo>
                      <a:pt x="536" y="494"/>
                      <a:pt x="536" y="496"/>
                      <a:pt x="535" y="497"/>
                    </a:cubicBezTo>
                    <a:cubicBezTo>
                      <a:pt x="534" y="500"/>
                      <a:pt x="530" y="502"/>
                      <a:pt x="527" y="504"/>
                    </a:cubicBezTo>
                    <a:cubicBezTo>
                      <a:pt x="526" y="505"/>
                      <a:pt x="524" y="507"/>
                      <a:pt x="523" y="508"/>
                    </a:cubicBezTo>
                    <a:cubicBezTo>
                      <a:pt x="522" y="510"/>
                      <a:pt x="521" y="510"/>
                      <a:pt x="520" y="512"/>
                    </a:cubicBezTo>
                    <a:cubicBezTo>
                      <a:pt x="519" y="513"/>
                      <a:pt x="519" y="514"/>
                      <a:pt x="519" y="514"/>
                    </a:cubicBezTo>
                    <a:cubicBezTo>
                      <a:pt x="517" y="516"/>
                      <a:pt x="514" y="516"/>
                      <a:pt x="513" y="517"/>
                    </a:cubicBezTo>
                    <a:cubicBezTo>
                      <a:pt x="511" y="519"/>
                      <a:pt x="515" y="522"/>
                      <a:pt x="516" y="523"/>
                    </a:cubicBezTo>
                    <a:cubicBezTo>
                      <a:pt x="518" y="524"/>
                      <a:pt x="520" y="524"/>
                      <a:pt x="523" y="523"/>
                    </a:cubicBezTo>
                    <a:cubicBezTo>
                      <a:pt x="526" y="523"/>
                      <a:pt x="529" y="523"/>
                      <a:pt x="532" y="523"/>
                    </a:cubicBezTo>
                    <a:cubicBezTo>
                      <a:pt x="533" y="523"/>
                      <a:pt x="535" y="523"/>
                      <a:pt x="536" y="523"/>
                    </a:cubicBezTo>
                    <a:cubicBezTo>
                      <a:pt x="537" y="524"/>
                      <a:pt x="535" y="524"/>
                      <a:pt x="535" y="525"/>
                    </a:cubicBezTo>
                    <a:cubicBezTo>
                      <a:pt x="533" y="525"/>
                      <a:pt x="531" y="525"/>
                      <a:pt x="529" y="525"/>
                    </a:cubicBezTo>
                    <a:cubicBezTo>
                      <a:pt x="527" y="525"/>
                      <a:pt x="525" y="525"/>
                      <a:pt x="524" y="526"/>
                    </a:cubicBezTo>
                    <a:cubicBezTo>
                      <a:pt x="523" y="526"/>
                      <a:pt x="523" y="527"/>
                      <a:pt x="522" y="528"/>
                    </a:cubicBezTo>
                    <a:cubicBezTo>
                      <a:pt x="521" y="529"/>
                      <a:pt x="520" y="529"/>
                      <a:pt x="518" y="530"/>
                    </a:cubicBezTo>
                    <a:cubicBezTo>
                      <a:pt x="516" y="530"/>
                      <a:pt x="513" y="529"/>
                      <a:pt x="512" y="527"/>
                    </a:cubicBezTo>
                    <a:cubicBezTo>
                      <a:pt x="511" y="526"/>
                      <a:pt x="511" y="525"/>
                      <a:pt x="510" y="525"/>
                    </a:cubicBezTo>
                    <a:cubicBezTo>
                      <a:pt x="509" y="524"/>
                      <a:pt x="507" y="525"/>
                      <a:pt x="506" y="525"/>
                    </a:cubicBezTo>
                    <a:cubicBezTo>
                      <a:pt x="504" y="526"/>
                      <a:pt x="503" y="528"/>
                      <a:pt x="502" y="529"/>
                    </a:cubicBezTo>
                    <a:cubicBezTo>
                      <a:pt x="501" y="530"/>
                      <a:pt x="501" y="532"/>
                      <a:pt x="502" y="532"/>
                    </a:cubicBezTo>
                    <a:cubicBezTo>
                      <a:pt x="504" y="533"/>
                      <a:pt x="507" y="530"/>
                      <a:pt x="508" y="532"/>
                    </a:cubicBezTo>
                    <a:cubicBezTo>
                      <a:pt x="509" y="535"/>
                      <a:pt x="509" y="540"/>
                      <a:pt x="512" y="541"/>
                    </a:cubicBezTo>
                    <a:cubicBezTo>
                      <a:pt x="514" y="542"/>
                      <a:pt x="516" y="541"/>
                      <a:pt x="517" y="541"/>
                    </a:cubicBezTo>
                    <a:cubicBezTo>
                      <a:pt x="519" y="541"/>
                      <a:pt x="520" y="541"/>
                      <a:pt x="521" y="542"/>
                    </a:cubicBezTo>
                    <a:cubicBezTo>
                      <a:pt x="523" y="543"/>
                      <a:pt x="524" y="544"/>
                      <a:pt x="525" y="545"/>
                    </a:cubicBezTo>
                    <a:cubicBezTo>
                      <a:pt x="526" y="546"/>
                      <a:pt x="528" y="546"/>
                      <a:pt x="529" y="547"/>
                    </a:cubicBezTo>
                    <a:cubicBezTo>
                      <a:pt x="530" y="547"/>
                      <a:pt x="531" y="548"/>
                      <a:pt x="533" y="548"/>
                    </a:cubicBezTo>
                    <a:cubicBezTo>
                      <a:pt x="533" y="549"/>
                      <a:pt x="534" y="549"/>
                      <a:pt x="535" y="549"/>
                    </a:cubicBezTo>
                    <a:cubicBezTo>
                      <a:pt x="537" y="549"/>
                      <a:pt x="538" y="548"/>
                      <a:pt x="539" y="547"/>
                    </a:cubicBezTo>
                    <a:cubicBezTo>
                      <a:pt x="540" y="546"/>
                      <a:pt x="542" y="545"/>
                      <a:pt x="543" y="544"/>
                    </a:cubicBezTo>
                    <a:cubicBezTo>
                      <a:pt x="545" y="543"/>
                      <a:pt x="547" y="542"/>
                      <a:pt x="548" y="541"/>
                    </a:cubicBezTo>
                    <a:cubicBezTo>
                      <a:pt x="549" y="540"/>
                      <a:pt x="550" y="539"/>
                      <a:pt x="552" y="538"/>
                    </a:cubicBezTo>
                    <a:cubicBezTo>
                      <a:pt x="552" y="537"/>
                      <a:pt x="554" y="536"/>
                      <a:pt x="555" y="536"/>
                    </a:cubicBezTo>
                    <a:cubicBezTo>
                      <a:pt x="557" y="536"/>
                      <a:pt x="552" y="541"/>
                      <a:pt x="551" y="542"/>
                    </a:cubicBezTo>
                    <a:cubicBezTo>
                      <a:pt x="549" y="544"/>
                      <a:pt x="547" y="546"/>
                      <a:pt x="544" y="547"/>
                    </a:cubicBezTo>
                    <a:cubicBezTo>
                      <a:pt x="542" y="549"/>
                      <a:pt x="539" y="550"/>
                      <a:pt x="536" y="552"/>
                    </a:cubicBezTo>
                    <a:cubicBezTo>
                      <a:pt x="534" y="553"/>
                      <a:pt x="532" y="554"/>
                      <a:pt x="530" y="554"/>
                    </a:cubicBezTo>
                    <a:cubicBezTo>
                      <a:pt x="527" y="554"/>
                      <a:pt x="526" y="550"/>
                      <a:pt x="524" y="549"/>
                    </a:cubicBezTo>
                    <a:cubicBezTo>
                      <a:pt x="521" y="545"/>
                      <a:pt x="516" y="545"/>
                      <a:pt x="512" y="544"/>
                    </a:cubicBezTo>
                    <a:cubicBezTo>
                      <a:pt x="510" y="544"/>
                      <a:pt x="508" y="543"/>
                      <a:pt x="505" y="543"/>
                    </a:cubicBezTo>
                    <a:cubicBezTo>
                      <a:pt x="503" y="543"/>
                      <a:pt x="500" y="543"/>
                      <a:pt x="497" y="543"/>
                    </a:cubicBezTo>
                    <a:cubicBezTo>
                      <a:pt x="495" y="544"/>
                      <a:pt x="494" y="544"/>
                      <a:pt x="493" y="546"/>
                    </a:cubicBezTo>
                    <a:cubicBezTo>
                      <a:pt x="492" y="548"/>
                      <a:pt x="492" y="550"/>
                      <a:pt x="490" y="551"/>
                    </a:cubicBezTo>
                    <a:cubicBezTo>
                      <a:pt x="488" y="552"/>
                      <a:pt x="486" y="553"/>
                      <a:pt x="485" y="554"/>
                    </a:cubicBezTo>
                    <a:cubicBezTo>
                      <a:pt x="483" y="556"/>
                      <a:pt x="482" y="557"/>
                      <a:pt x="480" y="559"/>
                    </a:cubicBezTo>
                    <a:cubicBezTo>
                      <a:pt x="480" y="559"/>
                      <a:pt x="478" y="561"/>
                      <a:pt x="479" y="562"/>
                    </a:cubicBezTo>
                    <a:cubicBezTo>
                      <a:pt x="479" y="563"/>
                      <a:pt x="481" y="563"/>
                      <a:pt x="482" y="563"/>
                    </a:cubicBezTo>
                    <a:cubicBezTo>
                      <a:pt x="483" y="563"/>
                      <a:pt x="491" y="563"/>
                      <a:pt x="491" y="563"/>
                    </a:cubicBezTo>
                    <a:cubicBezTo>
                      <a:pt x="491" y="564"/>
                      <a:pt x="488" y="565"/>
                      <a:pt x="487" y="565"/>
                    </a:cubicBezTo>
                    <a:cubicBezTo>
                      <a:pt x="486" y="565"/>
                      <a:pt x="484" y="566"/>
                      <a:pt x="482" y="566"/>
                    </a:cubicBezTo>
                    <a:cubicBezTo>
                      <a:pt x="481" y="566"/>
                      <a:pt x="480" y="566"/>
                      <a:pt x="479" y="566"/>
                    </a:cubicBezTo>
                    <a:cubicBezTo>
                      <a:pt x="478" y="566"/>
                      <a:pt x="478" y="565"/>
                      <a:pt x="477" y="565"/>
                    </a:cubicBezTo>
                    <a:cubicBezTo>
                      <a:pt x="475" y="564"/>
                      <a:pt x="470" y="563"/>
                      <a:pt x="470" y="566"/>
                    </a:cubicBezTo>
                    <a:cubicBezTo>
                      <a:pt x="469" y="567"/>
                      <a:pt x="470" y="569"/>
                      <a:pt x="470" y="570"/>
                    </a:cubicBezTo>
                    <a:cubicBezTo>
                      <a:pt x="470" y="571"/>
                      <a:pt x="470" y="573"/>
                      <a:pt x="469" y="574"/>
                    </a:cubicBezTo>
                    <a:cubicBezTo>
                      <a:pt x="468" y="576"/>
                      <a:pt x="467" y="578"/>
                      <a:pt x="465" y="580"/>
                    </a:cubicBezTo>
                    <a:cubicBezTo>
                      <a:pt x="464" y="581"/>
                      <a:pt x="462" y="584"/>
                      <a:pt x="463" y="586"/>
                    </a:cubicBezTo>
                    <a:cubicBezTo>
                      <a:pt x="465" y="587"/>
                      <a:pt x="466" y="587"/>
                      <a:pt x="468" y="587"/>
                    </a:cubicBezTo>
                    <a:cubicBezTo>
                      <a:pt x="469" y="587"/>
                      <a:pt x="470" y="587"/>
                      <a:pt x="471" y="586"/>
                    </a:cubicBezTo>
                    <a:cubicBezTo>
                      <a:pt x="472" y="586"/>
                      <a:pt x="474" y="586"/>
                      <a:pt x="475" y="586"/>
                    </a:cubicBezTo>
                    <a:cubicBezTo>
                      <a:pt x="475" y="586"/>
                      <a:pt x="476" y="587"/>
                      <a:pt x="476" y="587"/>
                    </a:cubicBezTo>
                    <a:cubicBezTo>
                      <a:pt x="477" y="587"/>
                      <a:pt x="478" y="588"/>
                      <a:pt x="479" y="588"/>
                    </a:cubicBezTo>
                    <a:cubicBezTo>
                      <a:pt x="479" y="589"/>
                      <a:pt x="478" y="590"/>
                      <a:pt x="477" y="590"/>
                    </a:cubicBezTo>
                    <a:cubicBezTo>
                      <a:pt x="476" y="592"/>
                      <a:pt x="474" y="591"/>
                      <a:pt x="473" y="591"/>
                    </a:cubicBezTo>
                    <a:cubicBezTo>
                      <a:pt x="471" y="591"/>
                      <a:pt x="469" y="591"/>
                      <a:pt x="467" y="592"/>
                    </a:cubicBezTo>
                    <a:cubicBezTo>
                      <a:pt x="466" y="593"/>
                      <a:pt x="466" y="594"/>
                      <a:pt x="466" y="596"/>
                    </a:cubicBezTo>
                    <a:cubicBezTo>
                      <a:pt x="466" y="598"/>
                      <a:pt x="464" y="600"/>
                      <a:pt x="463" y="601"/>
                    </a:cubicBezTo>
                    <a:cubicBezTo>
                      <a:pt x="462" y="602"/>
                      <a:pt x="461" y="603"/>
                      <a:pt x="461" y="604"/>
                    </a:cubicBezTo>
                    <a:cubicBezTo>
                      <a:pt x="460" y="605"/>
                      <a:pt x="459" y="606"/>
                      <a:pt x="458" y="606"/>
                    </a:cubicBezTo>
                    <a:cubicBezTo>
                      <a:pt x="457" y="608"/>
                      <a:pt x="456" y="610"/>
                      <a:pt x="455" y="612"/>
                    </a:cubicBezTo>
                    <a:cubicBezTo>
                      <a:pt x="454" y="613"/>
                      <a:pt x="451" y="616"/>
                      <a:pt x="454" y="616"/>
                    </a:cubicBezTo>
                    <a:cubicBezTo>
                      <a:pt x="455" y="616"/>
                      <a:pt x="456" y="614"/>
                      <a:pt x="457" y="613"/>
                    </a:cubicBezTo>
                    <a:cubicBezTo>
                      <a:pt x="458" y="612"/>
                      <a:pt x="460" y="611"/>
                      <a:pt x="461" y="610"/>
                    </a:cubicBezTo>
                    <a:cubicBezTo>
                      <a:pt x="462" y="608"/>
                      <a:pt x="464" y="607"/>
                      <a:pt x="466" y="605"/>
                    </a:cubicBezTo>
                    <a:cubicBezTo>
                      <a:pt x="467" y="605"/>
                      <a:pt x="468" y="605"/>
                      <a:pt x="469" y="606"/>
                    </a:cubicBezTo>
                    <a:cubicBezTo>
                      <a:pt x="469" y="607"/>
                      <a:pt x="469" y="609"/>
                      <a:pt x="468" y="610"/>
                    </a:cubicBezTo>
                    <a:cubicBezTo>
                      <a:pt x="466" y="613"/>
                      <a:pt x="464" y="615"/>
                      <a:pt x="462" y="617"/>
                    </a:cubicBezTo>
                    <a:cubicBezTo>
                      <a:pt x="460" y="619"/>
                      <a:pt x="458" y="621"/>
                      <a:pt x="457" y="624"/>
                    </a:cubicBezTo>
                    <a:cubicBezTo>
                      <a:pt x="457" y="626"/>
                      <a:pt x="458" y="626"/>
                      <a:pt x="459" y="628"/>
                    </a:cubicBezTo>
                    <a:cubicBezTo>
                      <a:pt x="460" y="629"/>
                      <a:pt x="460" y="632"/>
                      <a:pt x="458" y="633"/>
                    </a:cubicBezTo>
                    <a:cubicBezTo>
                      <a:pt x="455" y="635"/>
                      <a:pt x="455" y="631"/>
                      <a:pt x="454" y="630"/>
                    </a:cubicBezTo>
                    <a:cubicBezTo>
                      <a:pt x="452" y="629"/>
                      <a:pt x="448" y="629"/>
                      <a:pt x="446" y="631"/>
                    </a:cubicBezTo>
                    <a:cubicBezTo>
                      <a:pt x="445" y="632"/>
                      <a:pt x="444" y="634"/>
                      <a:pt x="443" y="636"/>
                    </a:cubicBezTo>
                    <a:cubicBezTo>
                      <a:pt x="442" y="637"/>
                      <a:pt x="440" y="639"/>
                      <a:pt x="439" y="641"/>
                    </a:cubicBezTo>
                    <a:cubicBezTo>
                      <a:pt x="436" y="643"/>
                      <a:pt x="434" y="647"/>
                      <a:pt x="431" y="650"/>
                    </a:cubicBezTo>
                    <a:cubicBezTo>
                      <a:pt x="428" y="653"/>
                      <a:pt x="425" y="655"/>
                      <a:pt x="422" y="658"/>
                    </a:cubicBezTo>
                    <a:cubicBezTo>
                      <a:pt x="421" y="659"/>
                      <a:pt x="420" y="660"/>
                      <a:pt x="420" y="661"/>
                    </a:cubicBezTo>
                    <a:cubicBezTo>
                      <a:pt x="420" y="662"/>
                      <a:pt x="421" y="662"/>
                      <a:pt x="422" y="662"/>
                    </a:cubicBezTo>
                    <a:cubicBezTo>
                      <a:pt x="424" y="662"/>
                      <a:pt x="425" y="660"/>
                      <a:pt x="426" y="659"/>
                    </a:cubicBezTo>
                    <a:cubicBezTo>
                      <a:pt x="428" y="657"/>
                      <a:pt x="429" y="655"/>
                      <a:pt x="431" y="653"/>
                    </a:cubicBezTo>
                    <a:cubicBezTo>
                      <a:pt x="434" y="650"/>
                      <a:pt x="438" y="647"/>
                      <a:pt x="442" y="644"/>
                    </a:cubicBezTo>
                    <a:cubicBezTo>
                      <a:pt x="442" y="643"/>
                      <a:pt x="444" y="641"/>
                      <a:pt x="445" y="642"/>
                    </a:cubicBezTo>
                    <a:cubicBezTo>
                      <a:pt x="446" y="642"/>
                      <a:pt x="445" y="644"/>
                      <a:pt x="445" y="644"/>
                    </a:cubicBezTo>
                    <a:cubicBezTo>
                      <a:pt x="443" y="648"/>
                      <a:pt x="439" y="651"/>
                      <a:pt x="436" y="654"/>
                    </a:cubicBezTo>
                    <a:cubicBezTo>
                      <a:pt x="433" y="657"/>
                      <a:pt x="430" y="661"/>
                      <a:pt x="427" y="664"/>
                    </a:cubicBezTo>
                    <a:cubicBezTo>
                      <a:pt x="426" y="666"/>
                      <a:pt x="424" y="668"/>
                      <a:pt x="423" y="671"/>
                    </a:cubicBezTo>
                    <a:cubicBezTo>
                      <a:pt x="423" y="673"/>
                      <a:pt x="424" y="675"/>
                      <a:pt x="426" y="674"/>
                    </a:cubicBezTo>
                    <a:cubicBezTo>
                      <a:pt x="430" y="673"/>
                      <a:pt x="433" y="670"/>
                      <a:pt x="436" y="668"/>
                    </a:cubicBezTo>
                    <a:cubicBezTo>
                      <a:pt x="436" y="668"/>
                      <a:pt x="438" y="667"/>
                      <a:pt x="439" y="668"/>
                    </a:cubicBezTo>
                    <a:cubicBezTo>
                      <a:pt x="440" y="669"/>
                      <a:pt x="438" y="670"/>
                      <a:pt x="437" y="671"/>
                    </a:cubicBezTo>
                    <a:cubicBezTo>
                      <a:pt x="437" y="672"/>
                      <a:pt x="436" y="673"/>
                      <a:pt x="435" y="673"/>
                    </a:cubicBezTo>
                    <a:cubicBezTo>
                      <a:pt x="434" y="674"/>
                      <a:pt x="433" y="674"/>
                      <a:pt x="433" y="675"/>
                    </a:cubicBezTo>
                    <a:cubicBezTo>
                      <a:pt x="428" y="678"/>
                      <a:pt x="426" y="682"/>
                      <a:pt x="423" y="686"/>
                    </a:cubicBezTo>
                    <a:cubicBezTo>
                      <a:pt x="421" y="689"/>
                      <a:pt x="420" y="691"/>
                      <a:pt x="418" y="693"/>
                    </a:cubicBezTo>
                    <a:cubicBezTo>
                      <a:pt x="417" y="695"/>
                      <a:pt x="415" y="697"/>
                      <a:pt x="415" y="699"/>
                    </a:cubicBezTo>
                    <a:cubicBezTo>
                      <a:pt x="415" y="703"/>
                      <a:pt x="420" y="703"/>
                      <a:pt x="422" y="706"/>
                    </a:cubicBezTo>
                    <a:cubicBezTo>
                      <a:pt x="422" y="707"/>
                      <a:pt x="422" y="709"/>
                      <a:pt x="424" y="710"/>
                    </a:cubicBezTo>
                    <a:cubicBezTo>
                      <a:pt x="426" y="711"/>
                      <a:pt x="429" y="710"/>
                      <a:pt x="431" y="709"/>
                    </a:cubicBezTo>
                    <a:cubicBezTo>
                      <a:pt x="435" y="707"/>
                      <a:pt x="438" y="705"/>
                      <a:pt x="441" y="702"/>
                    </a:cubicBezTo>
                    <a:cubicBezTo>
                      <a:pt x="444" y="700"/>
                      <a:pt x="447" y="698"/>
                      <a:pt x="450" y="697"/>
                    </a:cubicBezTo>
                    <a:cubicBezTo>
                      <a:pt x="450" y="698"/>
                      <a:pt x="449" y="699"/>
                      <a:pt x="448" y="700"/>
                    </a:cubicBezTo>
                    <a:cubicBezTo>
                      <a:pt x="447" y="702"/>
                      <a:pt x="446" y="703"/>
                      <a:pt x="444" y="705"/>
                    </a:cubicBezTo>
                    <a:cubicBezTo>
                      <a:pt x="443" y="705"/>
                      <a:pt x="442" y="706"/>
                      <a:pt x="441" y="707"/>
                    </a:cubicBezTo>
                    <a:cubicBezTo>
                      <a:pt x="441" y="707"/>
                      <a:pt x="440" y="708"/>
                      <a:pt x="439" y="708"/>
                    </a:cubicBezTo>
                    <a:cubicBezTo>
                      <a:pt x="436" y="709"/>
                      <a:pt x="434" y="711"/>
                      <a:pt x="432" y="712"/>
                    </a:cubicBezTo>
                    <a:cubicBezTo>
                      <a:pt x="430" y="714"/>
                      <a:pt x="428" y="714"/>
                      <a:pt x="426" y="716"/>
                    </a:cubicBezTo>
                    <a:cubicBezTo>
                      <a:pt x="425" y="716"/>
                      <a:pt x="424" y="717"/>
                      <a:pt x="423" y="718"/>
                    </a:cubicBezTo>
                    <a:cubicBezTo>
                      <a:pt x="422" y="718"/>
                      <a:pt x="422" y="719"/>
                      <a:pt x="421" y="719"/>
                    </a:cubicBezTo>
                    <a:cubicBezTo>
                      <a:pt x="417" y="721"/>
                      <a:pt x="413" y="724"/>
                      <a:pt x="410" y="726"/>
                    </a:cubicBezTo>
                    <a:cubicBezTo>
                      <a:pt x="409" y="727"/>
                      <a:pt x="408" y="727"/>
                      <a:pt x="407" y="729"/>
                    </a:cubicBezTo>
                    <a:cubicBezTo>
                      <a:pt x="406" y="730"/>
                      <a:pt x="405" y="730"/>
                      <a:pt x="404" y="731"/>
                    </a:cubicBezTo>
                    <a:cubicBezTo>
                      <a:pt x="404" y="733"/>
                      <a:pt x="403" y="734"/>
                      <a:pt x="403" y="735"/>
                    </a:cubicBezTo>
                    <a:cubicBezTo>
                      <a:pt x="403" y="736"/>
                      <a:pt x="402" y="737"/>
                      <a:pt x="402" y="738"/>
                    </a:cubicBezTo>
                    <a:cubicBezTo>
                      <a:pt x="402" y="739"/>
                      <a:pt x="401" y="740"/>
                      <a:pt x="400" y="742"/>
                    </a:cubicBezTo>
                    <a:cubicBezTo>
                      <a:pt x="400" y="743"/>
                      <a:pt x="399" y="744"/>
                      <a:pt x="398" y="745"/>
                    </a:cubicBezTo>
                    <a:cubicBezTo>
                      <a:pt x="398" y="746"/>
                      <a:pt x="397" y="747"/>
                      <a:pt x="396" y="748"/>
                    </a:cubicBezTo>
                    <a:cubicBezTo>
                      <a:pt x="395" y="749"/>
                      <a:pt x="394" y="750"/>
                      <a:pt x="394" y="751"/>
                    </a:cubicBezTo>
                    <a:cubicBezTo>
                      <a:pt x="393" y="752"/>
                      <a:pt x="392" y="753"/>
                      <a:pt x="392" y="753"/>
                    </a:cubicBezTo>
                    <a:cubicBezTo>
                      <a:pt x="391" y="754"/>
                      <a:pt x="391" y="756"/>
                      <a:pt x="390" y="757"/>
                    </a:cubicBezTo>
                    <a:cubicBezTo>
                      <a:pt x="389" y="759"/>
                      <a:pt x="388" y="762"/>
                      <a:pt x="387" y="765"/>
                    </a:cubicBezTo>
                    <a:cubicBezTo>
                      <a:pt x="386" y="768"/>
                      <a:pt x="385" y="772"/>
                      <a:pt x="385" y="776"/>
                    </a:cubicBezTo>
                    <a:cubicBezTo>
                      <a:pt x="384" y="780"/>
                      <a:pt x="383" y="783"/>
                      <a:pt x="380" y="787"/>
                    </a:cubicBezTo>
                    <a:cubicBezTo>
                      <a:pt x="378" y="790"/>
                      <a:pt x="375" y="792"/>
                      <a:pt x="372" y="795"/>
                    </a:cubicBezTo>
                    <a:cubicBezTo>
                      <a:pt x="369" y="797"/>
                      <a:pt x="366" y="798"/>
                      <a:pt x="363" y="801"/>
                    </a:cubicBezTo>
                    <a:cubicBezTo>
                      <a:pt x="361" y="804"/>
                      <a:pt x="359" y="807"/>
                      <a:pt x="358" y="811"/>
                    </a:cubicBezTo>
                    <a:cubicBezTo>
                      <a:pt x="357" y="815"/>
                      <a:pt x="357" y="819"/>
                      <a:pt x="358" y="822"/>
                    </a:cubicBezTo>
                    <a:cubicBezTo>
                      <a:pt x="360" y="825"/>
                      <a:pt x="364" y="826"/>
                      <a:pt x="368" y="827"/>
                    </a:cubicBezTo>
                    <a:cubicBezTo>
                      <a:pt x="372" y="827"/>
                      <a:pt x="377" y="827"/>
                      <a:pt x="381" y="827"/>
                    </a:cubicBezTo>
                    <a:cubicBezTo>
                      <a:pt x="384" y="827"/>
                      <a:pt x="387" y="828"/>
                      <a:pt x="390" y="828"/>
                    </a:cubicBezTo>
                    <a:cubicBezTo>
                      <a:pt x="398" y="828"/>
                      <a:pt x="402" y="818"/>
                      <a:pt x="401" y="812"/>
                    </a:cubicBezTo>
                    <a:cubicBezTo>
                      <a:pt x="401" y="808"/>
                      <a:pt x="399" y="805"/>
                      <a:pt x="397" y="802"/>
                    </a:cubicBezTo>
                    <a:cubicBezTo>
                      <a:pt x="396" y="800"/>
                      <a:pt x="396" y="799"/>
                      <a:pt x="398" y="798"/>
                    </a:cubicBezTo>
                    <a:cubicBezTo>
                      <a:pt x="401" y="796"/>
                      <a:pt x="404" y="795"/>
                      <a:pt x="406" y="793"/>
                    </a:cubicBezTo>
                    <a:cubicBezTo>
                      <a:pt x="409" y="790"/>
                      <a:pt x="411" y="788"/>
                      <a:pt x="413" y="785"/>
                    </a:cubicBezTo>
                    <a:cubicBezTo>
                      <a:pt x="414" y="782"/>
                      <a:pt x="416" y="779"/>
                      <a:pt x="418" y="776"/>
                    </a:cubicBezTo>
                    <a:cubicBezTo>
                      <a:pt x="420" y="773"/>
                      <a:pt x="422" y="770"/>
                      <a:pt x="424" y="766"/>
                    </a:cubicBezTo>
                    <a:cubicBezTo>
                      <a:pt x="426" y="763"/>
                      <a:pt x="427" y="759"/>
                      <a:pt x="428" y="756"/>
                    </a:cubicBezTo>
                    <a:cubicBezTo>
                      <a:pt x="429" y="752"/>
                      <a:pt x="430" y="749"/>
                      <a:pt x="432" y="746"/>
                    </a:cubicBezTo>
                    <a:cubicBezTo>
                      <a:pt x="433" y="744"/>
                      <a:pt x="434" y="742"/>
                      <a:pt x="435" y="741"/>
                    </a:cubicBezTo>
                    <a:cubicBezTo>
                      <a:pt x="436" y="740"/>
                      <a:pt x="438" y="738"/>
                      <a:pt x="439" y="737"/>
                    </a:cubicBezTo>
                    <a:cubicBezTo>
                      <a:pt x="440" y="735"/>
                      <a:pt x="441" y="734"/>
                      <a:pt x="442" y="733"/>
                    </a:cubicBezTo>
                    <a:cubicBezTo>
                      <a:pt x="443" y="731"/>
                      <a:pt x="444" y="730"/>
                      <a:pt x="446" y="728"/>
                    </a:cubicBezTo>
                    <a:cubicBezTo>
                      <a:pt x="449" y="727"/>
                      <a:pt x="451" y="726"/>
                      <a:pt x="454" y="725"/>
                    </a:cubicBezTo>
                    <a:cubicBezTo>
                      <a:pt x="457" y="725"/>
                      <a:pt x="459" y="724"/>
                      <a:pt x="461" y="724"/>
                    </a:cubicBezTo>
                    <a:cubicBezTo>
                      <a:pt x="462" y="724"/>
                      <a:pt x="463" y="724"/>
                      <a:pt x="463" y="723"/>
                    </a:cubicBezTo>
                    <a:cubicBezTo>
                      <a:pt x="464" y="722"/>
                      <a:pt x="464" y="721"/>
                      <a:pt x="465" y="720"/>
                    </a:cubicBezTo>
                    <a:cubicBezTo>
                      <a:pt x="465" y="719"/>
                      <a:pt x="465" y="718"/>
                      <a:pt x="465" y="717"/>
                    </a:cubicBezTo>
                    <a:cubicBezTo>
                      <a:pt x="465" y="716"/>
                      <a:pt x="465" y="715"/>
                      <a:pt x="465" y="714"/>
                    </a:cubicBezTo>
                    <a:cubicBezTo>
                      <a:pt x="465" y="712"/>
                      <a:pt x="465" y="711"/>
                      <a:pt x="465" y="709"/>
                    </a:cubicBezTo>
                    <a:cubicBezTo>
                      <a:pt x="464" y="707"/>
                      <a:pt x="463" y="706"/>
                      <a:pt x="463" y="704"/>
                    </a:cubicBezTo>
                    <a:cubicBezTo>
                      <a:pt x="463" y="704"/>
                      <a:pt x="462" y="703"/>
                      <a:pt x="462" y="702"/>
                    </a:cubicBezTo>
                    <a:cubicBezTo>
                      <a:pt x="462" y="701"/>
                      <a:pt x="463" y="700"/>
                      <a:pt x="462" y="700"/>
                    </a:cubicBezTo>
                    <a:cubicBezTo>
                      <a:pt x="462" y="699"/>
                      <a:pt x="461" y="698"/>
                      <a:pt x="461" y="698"/>
                    </a:cubicBezTo>
                    <a:cubicBezTo>
                      <a:pt x="461" y="697"/>
                      <a:pt x="460" y="697"/>
                      <a:pt x="460" y="696"/>
                    </a:cubicBezTo>
                    <a:cubicBezTo>
                      <a:pt x="459" y="696"/>
                      <a:pt x="459" y="694"/>
                      <a:pt x="459" y="693"/>
                    </a:cubicBezTo>
                    <a:cubicBezTo>
                      <a:pt x="460" y="691"/>
                      <a:pt x="460" y="689"/>
                      <a:pt x="461" y="687"/>
                    </a:cubicBezTo>
                    <a:cubicBezTo>
                      <a:pt x="461" y="685"/>
                      <a:pt x="461" y="683"/>
                      <a:pt x="461" y="681"/>
                    </a:cubicBezTo>
                    <a:cubicBezTo>
                      <a:pt x="461" y="679"/>
                      <a:pt x="461" y="678"/>
                      <a:pt x="461" y="676"/>
                    </a:cubicBezTo>
                    <a:cubicBezTo>
                      <a:pt x="461" y="674"/>
                      <a:pt x="463" y="672"/>
                      <a:pt x="462" y="670"/>
                    </a:cubicBezTo>
                    <a:cubicBezTo>
                      <a:pt x="462" y="669"/>
                      <a:pt x="461" y="669"/>
                      <a:pt x="461" y="668"/>
                    </a:cubicBezTo>
                    <a:cubicBezTo>
                      <a:pt x="460" y="668"/>
                      <a:pt x="460" y="667"/>
                      <a:pt x="460" y="667"/>
                    </a:cubicBezTo>
                    <a:cubicBezTo>
                      <a:pt x="461" y="666"/>
                      <a:pt x="461" y="665"/>
                      <a:pt x="461" y="665"/>
                    </a:cubicBezTo>
                    <a:cubicBezTo>
                      <a:pt x="462" y="664"/>
                      <a:pt x="463" y="664"/>
                      <a:pt x="463" y="663"/>
                    </a:cubicBezTo>
                    <a:cubicBezTo>
                      <a:pt x="465" y="662"/>
                      <a:pt x="464" y="660"/>
                      <a:pt x="464" y="658"/>
                    </a:cubicBezTo>
                    <a:cubicBezTo>
                      <a:pt x="465" y="656"/>
                      <a:pt x="466" y="655"/>
                      <a:pt x="467" y="654"/>
                    </a:cubicBezTo>
                    <a:cubicBezTo>
                      <a:pt x="468" y="653"/>
                      <a:pt x="468" y="653"/>
                      <a:pt x="469" y="653"/>
                    </a:cubicBezTo>
                    <a:cubicBezTo>
                      <a:pt x="470" y="654"/>
                      <a:pt x="469" y="656"/>
                      <a:pt x="471" y="657"/>
                    </a:cubicBezTo>
                    <a:cubicBezTo>
                      <a:pt x="473" y="658"/>
                      <a:pt x="475" y="658"/>
                      <a:pt x="477" y="658"/>
                    </a:cubicBezTo>
                    <a:cubicBezTo>
                      <a:pt x="479" y="658"/>
                      <a:pt x="480" y="657"/>
                      <a:pt x="480" y="655"/>
                    </a:cubicBezTo>
                    <a:cubicBezTo>
                      <a:pt x="480" y="655"/>
                      <a:pt x="480" y="654"/>
                      <a:pt x="481" y="653"/>
                    </a:cubicBezTo>
                    <a:cubicBezTo>
                      <a:pt x="481" y="653"/>
                      <a:pt x="482" y="653"/>
                      <a:pt x="482" y="652"/>
                    </a:cubicBezTo>
                    <a:cubicBezTo>
                      <a:pt x="483" y="651"/>
                      <a:pt x="483" y="650"/>
                      <a:pt x="483" y="649"/>
                    </a:cubicBezTo>
                    <a:cubicBezTo>
                      <a:pt x="483" y="648"/>
                      <a:pt x="482" y="647"/>
                      <a:pt x="482" y="646"/>
                    </a:cubicBezTo>
                    <a:cubicBezTo>
                      <a:pt x="482" y="644"/>
                      <a:pt x="482" y="641"/>
                      <a:pt x="483" y="639"/>
                    </a:cubicBezTo>
                    <a:cubicBezTo>
                      <a:pt x="484" y="638"/>
                      <a:pt x="487" y="635"/>
                      <a:pt x="487" y="638"/>
                    </a:cubicBezTo>
                    <a:cubicBezTo>
                      <a:pt x="487" y="641"/>
                      <a:pt x="485" y="643"/>
                      <a:pt x="486" y="646"/>
                    </a:cubicBezTo>
                    <a:cubicBezTo>
                      <a:pt x="487" y="649"/>
                      <a:pt x="493" y="645"/>
                      <a:pt x="494" y="644"/>
                    </a:cubicBezTo>
                    <a:cubicBezTo>
                      <a:pt x="498" y="641"/>
                      <a:pt x="501" y="638"/>
                      <a:pt x="505" y="635"/>
                    </a:cubicBezTo>
                    <a:cubicBezTo>
                      <a:pt x="508" y="633"/>
                      <a:pt x="511" y="632"/>
                      <a:pt x="514" y="632"/>
                    </a:cubicBezTo>
                    <a:cubicBezTo>
                      <a:pt x="518" y="631"/>
                      <a:pt x="522" y="630"/>
                      <a:pt x="526" y="627"/>
                    </a:cubicBezTo>
                    <a:cubicBezTo>
                      <a:pt x="529" y="624"/>
                      <a:pt x="530" y="621"/>
                      <a:pt x="532" y="617"/>
                    </a:cubicBezTo>
                    <a:cubicBezTo>
                      <a:pt x="534" y="614"/>
                      <a:pt x="536" y="611"/>
                      <a:pt x="539" y="612"/>
                    </a:cubicBezTo>
                    <a:cubicBezTo>
                      <a:pt x="542" y="612"/>
                      <a:pt x="544" y="614"/>
                      <a:pt x="546" y="614"/>
                    </a:cubicBezTo>
                    <a:cubicBezTo>
                      <a:pt x="549" y="615"/>
                      <a:pt x="552" y="613"/>
                      <a:pt x="554" y="612"/>
                    </a:cubicBezTo>
                    <a:cubicBezTo>
                      <a:pt x="555" y="611"/>
                      <a:pt x="559" y="609"/>
                      <a:pt x="558" y="612"/>
                    </a:cubicBezTo>
                    <a:cubicBezTo>
                      <a:pt x="557" y="615"/>
                      <a:pt x="553" y="617"/>
                      <a:pt x="551" y="619"/>
                    </a:cubicBezTo>
                    <a:cubicBezTo>
                      <a:pt x="547" y="620"/>
                      <a:pt x="544" y="620"/>
                      <a:pt x="540" y="620"/>
                    </a:cubicBezTo>
                    <a:cubicBezTo>
                      <a:pt x="537" y="620"/>
                      <a:pt x="535" y="621"/>
                      <a:pt x="534" y="623"/>
                    </a:cubicBezTo>
                    <a:cubicBezTo>
                      <a:pt x="532" y="626"/>
                      <a:pt x="530" y="630"/>
                      <a:pt x="527" y="632"/>
                    </a:cubicBezTo>
                    <a:cubicBezTo>
                      <a:pt x="522" y="637"/>
                      <a:pt x="514" y="635"/>
                      <a:pt x="508" y="639"/>
                    </a:cubicBezTo>
                    <a:cubicBezTo>
                      <a:pt x="505" y="641"/>
                      <a:pt x="503" y="644"/>
                      <a:pt x="501" y="646"/>
                    </a:cubicBezTo>
                    <a:cubicBezTo>
                      <a:pt x="501" y="647"/>
                      <a:pt x="500" y="648"/>
                      <a:pt x="499" y="648"/>
                    </a:cubicBezTo>
                    <a:cubicBezTo>
                      <a:pt x="498" y="648"/>
                      <a:pt x="497" y="648"/>
                      <a:pt x="496" y="648"/>
                    </a:cubicBezTo>
                    <a:cubicBezTo>
                      <a:pt x="494" y="649"/>
                      <a:pt x="493" y="649"/>
                      <a:pt x="491" y="650"/>
                    </a:cubicBezTo>
                    <a:cubicBezTo>
                      <a:pt x="490" y="650"/>
                      <a:pt x="489" y="651"/>
                      <a:pt x="489" y="652"/>
                    </a:cubicBezTo>
                    <a:cubicBezTo>
                      <a:pt x="488" y="653"/>
                      <a:pt x="487" y="655"/>
                      <a:pt x="487" y="656"/>
                    </a:cubicBezTo>
                    <a:cubicBezTo>
                      <a:pt x="487" y="657"/>
                      <a:pt x="486" y="658"/>
                      <a:pt x="485" y="659"/>
                    </a:cubicBezTo>
                    <a:cubicBezTo>
                      <a:pt x="485" y="660"/>
                      <a:pt x="484" y="661"/>
                      <a:pt x="482" y="662"/>
                    </a:cubicBezTo>
                    <a:cubicBezTo>
                      <a:pt x="481" y="663"/>
                      <a:pt x="481" y="664"/>
                      <a:pt x="480" y="664"/>
                    </a:cubicBezTo>
                    <a:cubicBezTo>
                      <a:pt x="480" y="665"/>
                      <a:pt x="479" y="666"/>
                      <a:pt x="479" y="666"/>
                    </a:cubicBezTo>
                    <a:cubicBezTo>
                      <a:pt x="479" y="667"/>
                      <a:pt x="479" y="668"/>
                      <a:pt x="478" y="669"/>
                    </a:cubicBezTo>
                    <a:cubicBezTo>
                      <a:pt x="478" y="669"/>
                      <a:pt x="477" y="670"/>
                      <a:pt x="477" y="671"/>
                    </a:cubicBezTo>
                    <a:cubicBezTo>
                      <a:pt x="477" y="672"/>
                      <a:pt x="476" y="673"/>
                      <a:pt x="476" y="673"/>
                    </a:cubicBezTo>
                    <a:cubicBezTo>
                      <a:pt x="476" y="674"/>
                      <a:pt x="476" y="675"/>
                      <a:pt x="475" y="676"/>
                    </a:cubicBezTo>
                    <a:cubicBezTo>
                      <a:pt x="475" y="677"/>
                      <a:pt x="475" y="679"/>
                      <a:pt x="475" y="680"/>
                    </a:cubicBezTo>
                    <a:cubicBezTo>
                      <a:pt x="475" y="681"/>
                      <a:pt x="474" y="681"/>
                      <a:pt x="473" y="682"/>
                    </a:cubicBezTo>
                    <a:cubicBezTo>
                      <a:pt x="473" y="682"/>
                      <a:pt x="472" y="682"/>
                      <a:pt x="472" y="683"/>
                    </a:cubicBezTo>
                    <a:cubicBezTo>
                      <a:pt x="471" y="684"/>
                      <a:pt x="471" y="684"/>
                      <a:pt x="471" y="685"/>
                    </a:cubicBezTo>
                    <a:cubicBezTo>
                      <a:pt x="471" y="687"/>
                      <a:pt x="471" y="689"/>
                      <a:pt x="471" y="691"/>
                    </a:cubicBezTo>
                    <a:cubicBezTo>
                      <a:pt x="471" y="693"/>
                      <a:pt x="472" y="694"/>
                      <a:pt x="473" y="696"/>
                    </a:cubicBezTo>
                    <a:cubicBezTo>
                      <a:pt x="473" y="698"/>
                      <a:pt x="472" y="701"/>
                      <a:pt x="474" y="702"/>
                    </a:cubicBezTo>
                    <a:cubicBezTo>
                      <a:pt x="474" y="703"/>
                      <a:pt x="475" y="703"/>
                      <a:pt x="476" y="703"/>
                    </a:cubicBezTo>
                    <a:cubicBezTo>
                      <a:pt x="477" y="704"/>
                      <a:pt x="478" y="704"/>
                      <a:pt x="479" y="705"/>
                    </a:cubicBezTo>
                    <a:cubicBezTo>
                      <a:pt x="480" y="707"/>
                      <a:pt x="480" y="709"/>
                      <a:pt x="481" y="711"/>
                    </a:cubicBezTo>
                    <a:cubicBezTo>
                      <a:pt x="482" y="712"/>
                      <a:pt x="484" y="713"/>
                      <a:pt x="485" y="712"/>
                    </a:cubicBezTo>
                    <a:cubicBezTo>
                      <a:pt x="485" y="711"/>
                      <a:pt x="485" y="710"/>
                      <a:pt x="485" y="709"/>
                    </a:cubicBezTo>
                    <a:cubicBezTo>
                      <a:pt x="485" y="707"/>
                      <a:pt x="485" y="706"/>
                      <a:pt x="485" y="704"/>
                    </a:cubicBezTo>
                    <a:cubicBezTo>
                      <a:pt x="485" y="702"/>
                      <a:pt x="485" y="700"/>
                      <a:pt x="485" y="698"/>
                    </a:cubicBezTo>
                    <a:cubicBezTo>
                      <a:pt x="485" y="696"/>
                      <a:pt x="485" y="695"/>
                      <a:pt x="486" y="693"/>
                    </a:cubicBezTo>
                    <a:cubicBezTo>
                      <a:pt x="487" y="692"/>
                      <a:pt x="488" y="691"/>
                      <a:pt x="490" y="690"/>
                    </a:cubicBezTo>
                    <a:cubicBezTo>
                      <a:pt x="491" y="689"/>
                      <a:pt x="493" y="688"/>
                      <a:pt x="494" y="686"/>
                    </a:cubicBezTo>
                    <a:cubicBezTo>
                      <a:pt x="495" y="685"/>
                      <a:pt x="495" y="682"/>
                      <a:pt x="496" y="681"/>
                    </a:cubicBezTo>
                    <a:cubicBezTo>
                      <a:pt x="499" y="682"/>
                      <a:pt x="497" y="687"/>
                      <a:pt x="499" y="689"/>
                    </a:cubicBezTo>
                    <a:cubicBezTo>
                      <a:pt x="500" y="690"/>
                      <a:pt x="502" y="691"/>
                      <a:pt x="503" y="693"/>
                    </a:cubicBezTo>
                    <a:cubicBezTo>
                      <a:pt x="505" y="694"/>
                      <a:pt x="506" y="696"/>
                      <a:pt x="506" y="698"/>
                    </a:cubicBezTo>
                    <a:cubicBezTo>
                      <a:pt x="507" y="699"/>
                      <a:pt x="507" y="700"/>
                      <a:pt x="508" y="700"/>
                    </a:cubicBezTo>
                    <a:cubicBezTo>
                      <a:pt x="510" y="700"/>
                      <a:pt x="511" y="698"/>
                      <a:pt x="511" y="696"/>
                    </a:cubicBezTo>
                    <a:cubicBezTo>
                      <a:pt x="511" y="695"/>
                      <a:pt x="511" y="693"/>
                      <a:pt x="511" y="692"/>
                    </a:cubicBezTo>
                    <a:cubicBezTo>
                      <a:pt x="511" y="691"/>
                      <a:pt x="511" y="689"/>
                      <a:pt x="510" y="688"/>
                    </a:cubicBezTo>
                    <a:cubicBezTo>
                      <a:pt x="509" y="685"/>
                      <a:pt x="507" y="683"/>
                      <a:pt x="508" y="680"/>
                    </a:cubicBezTo>
                    <a:cubicBezTo>
                      <a:pt x="508" y="679"/>
                      <a:pt x="509" y="674"/>
                      <a:pt x="511" y="675"/>
                    </a:cubicBezTo>
                    <a:cubicBezTo>
                      <a:pt x="512" y="676"/>
                      <a:pt x="512" y="680"/>
                      <a:pt x="512" y="682"/>
                    </a:cubicBezTo>
                    <a:cubicBezTo>
                      <a:pt x="512" y="683"/>
                      <a:pt x="512" y="685"/>
                      <a:pt x="513" y="686"/>
                    </a:cubicBezTo>
                    <a:cubicBezTo>
                      <a:pt x="515" y="687"/>
                      <a:pt x="515" y="689"/>
                      <a:pt x="515" y="690"/>
                    </a:cubicBezTo>
                    <a:cubicBezTo>
                      <a:pt x="514" y="692"/>
                      <a:pt x="514" y="695"/>
                      <a:pt x="514" y="697"/>
                    </a:cubicBezTo>
                    <a:cubicBezTo>
                      <a:pt x="513" y="698"/>
                      <a:pt x="513" y="700"/>
                      <a:pt x="513" y="702"/>
                    </a:cubicBezTo>
                    <a:cubicBezTo>
                      <a:pt x="513" y="704"/>
                      <a:pt x="514" y="706"/>
                      <a:pt x="514" y="708"/>
                    </a:cubicBezTo>
                    <a:cubicBezTo>
                      <a:pt x="515" y="710"/>
                      <a:pt x="515" y="711"/>
                      <a:pt x="516" y="712"/>
                    </a:cubicBezTo>
                    <a:cubicBezTo>
                      <a:pt x="518" y="713"/>
                      <a:pt x="519" y="713"/>
                      <a:pt x="520" y="712"/>
                    </a:cubicBezTo>
                    <a:cubicBezTo>
                      <a:pt x="521" y="712"/>
                      <a:pt x="521" y="711"/>
                      <a:pt x="521" y="711"/>
                    </a:cubicBezTo>
                    <a:cubicBezTo>
                      <a:pt x="522" y="710"/>
                      <a:pt x="522" y="710"/>
                      <a:pt x="523" y="709"/>
                    </a:cubicBezTo>
                    <a:cubicBezTo>
                      <a:pt x="524" y="709"/>
                      <a:pt x="525" y="708"/>
                      <a:pt x="525" y="707"/>
                    </a:cubicBezTo>
                    <a:cubicBezTo>
                      <a:pt x="526" y="706"/>
                      <a:pt x="526" y="705"/>
                      <a:pt x="527" y="705"/>
                    </a:cubicBezTo>
                    <a:cubicBezTo>
                      <a:pt x="528" y="703"/>
                      <a:pt x="529" y="703"/>
                      <a:pt x="530" y="702"/>
                    </a:cubicBezTo>
                    <a:cubicBezTo>
                      <a:pt x="531" y="701"/>
                      <a:pt x="531" y="700"/>
                      <a:pt x="532" y="699"/>
                    </a:cubicBezTo>
                    <a:cubicBezTo>
                      <a:pt x="532" y="698"/>
                      <a:pt x="532" y="696"/>
                      <a:pt x="532" y="695"/>
                    </a:cubicBezTo>
                    <a:cubicBezTo>
                      <a:pt x="533" y="694"/>
                      <a:pt x="534" y="693"/>
                      <a:pt x="535" y="693"/>
                    </a:cubicBezTo>
                    <a:cubicBezTo>
                      <a:pt x="536" y="692"/>
                      <a:pt x="539" y="691"/>
                      <a:pt x="539" y="689"/>
                    </a:cubicBezTo>
                    <a:cubicBezTo>
                      <a:pt x="539" y="688"/>
                      <a:pt x="538" y="688"/>
                      <a:pt x="537" y="688"/>
                    </a:cubicBezTo>
                    <a:cubicBezTo>
                      <a:pt x="537" y="687"/>
                      <a:pt x="536" y="687"/>
                      <a:pt x="536" y="686"/>
                    </a:cubicBezTo>
                    <a:cubicBezTo>
                      <a:pt x="534" y="685"/>
                      <a:pt x="534" y="682"/>
                      <a:pt x="534" y="680"/>
                    </a:cubicBezTo>
                    <a:cubicBezTo>
                      <a:pt x="537" y="682"/>
                      <a:pt x="537" y="686"/>
                      <a:pt x="539" y="687"/>
                    </a:cubicBezTo>
                    <a:cubicBezTo>
                      <a:pt x="542" y="688"/>
                      <a:pt x="542" y="684"/>
                      <a:pt x="542" y="682"/>
                    </a:cubicBezTo>
                    <a:cubicBezTo>
                      <a:pt x="543" y="681"/>
                      <a:pt x="543" y="680"/>
                      <a:pt x="544" y="678"/>
                    </a:cubicBezTo>
                    <a:cubicBezTo>
                      <a:pt x="544" y="677"/>
                      <a:pt x="544" y="677"/>
                      <a:pt x="544" y="676"/>
                    </a:cubicBezTo>
                    <a:cubicBezTo>
                      <a:pt x="544" y="675"/>
                      <a:pt x="544" y="673"/>
                      <a:pt x="545" y="672"/>
                    </a:cubicBezTo>
                    <a:cubicBezTo>
                      <a:pt x="545" y="670"/>
                      <a:pt x="545" y="669"/>
                      <a:pt x="546" y="668"/>
                    </a:cubicBezTo>
                    <a:cubicBezTo>
                      <a:pt x="547" y="667"/>
                      <a:pt x="548" y="666"/>
                      <a:pt x="548" y="665"/>
                    </a:cubicBezTo>
                    <a:cubicBezTo>
                      <a:pt x="549" y="665"/>
                      <a:pt x="550" y="664"/>
                      <a:pt x="550" y="664"/>
                    </a:cubicBezTo>
                    <a:cubicBezTo>
                      <a:pt x="550" y="663"/>
                      <a:pt x="550" y="662"/>
                      <a:pt x="550" y="661"/>
                    </a:cubicBezTo>
                    <a:cubicBezTo>
                      <a:pt x="551" y="660"/>
                      <a:pt x="552" y="658"/>
                      <a:pt x="552" y="657"/>
                    </a:cubicBezTo>
                    <a:cubicBezTo>
                      <a:pt x="552" y="656"/>
                      <a:pt x="551" y="655"/>
                      <a:pt x="551" y="654"/>
                    </a:cubicBezTo>
                    <a:cubicBezTo>
                      <a:pt x="551" y="653"/>
                      <a:pt x="550" y="652"/>
                      <a:pt x="551" y="651"/>
                    </a:cubicBezTo>
                    <a:cubicBezTo>
                      <a:pt x="551" y="650"/>
                      <a:pt x="553" y="649"/>
                      <a:pt x="554" y="647"/>
                    </a:cubicBezTo>
                    <a:cubicBezTo>
                      <a:pt x="554" y="647"/>
                      <a:pt x="554" y="646"/>
                      <a:pt x="554" y="645"/>
                    </a:cubicBezTo>
                    <a:cubicBezTo>
                      <a:pt x="554" y="644"/>
                      <a:pt x="554" y="643"/>
                      <a:pt x="555" y="642"/>
                    </a:cubicBezTo>
                    <a:cubicBezTo>
                      <a:pt x="556" y="642"/>
                      <a:pt x="557" y="643"/>
                      <a:pt x="557" y="643"/>
                    </a:cubicBezTo>
                    <a:cubicBezTo>
                      <a:pt x="557" y="645"/>
                      <a:pt x="556" y="646"/>
                      <a:pt x="555" y="647"/>
                    </a:cubicBezTo>
                    <a:cubicBezTo>
                      <a:pt x="555" y="648"/>
                      <a:pt x="554" y="648"/>
                      <a:pt x="553" y="649"/>
                    </a:cubicBezTo>
                    <a:cubicBezTo>
                      <a:pt x="553" y="651"/>
                      <a:pt x="553" y="652"/>
                      <a:pt x="553" y="653"/>
                    </a:cubicBezTo>
                    <a:cubicBezTo>
                      <a:pt x="554" y="654"/>
                      <a:pt x="553" y="655"/>
                      <a:pt x="554" y="656"/>
                    </a:cubicBezTo>
                    <a:cubicBezTo>
                      <a:pt x="555" y="657"/>
                      <a:pt x="556" y="656"/>
                      <a:pt x="557" y="656"/>
                    </a:cubicBezTo>
                    <a:cubicBezTo>
                      <a:pt x="558" y="655"/>
                      <a:pt x="559" y="654"/>
                      <a:pt x="560" y="653"/>
                    </a:cubicBezTo>
                    <a:cubicBezTo>
                      <a:pt x="562" y="652"/>
                      <a:pt x="563" y="651"/>
                      <a:pt x="564" y="650"/>
                    </a:cubicBezTo>
                    <a:cubicBezTo>
                      <a:pt x="567" y="648"/>
                      <a:pt x="570" y="645"/>
                      <a:pt x="573" y="643"/>
                    </a:cubicBezTo>
                    <a:cubicBezTo>
                      <a:pt x="574" y="642"/>
                      <a:pt x="575" y="641"/>
                      <a:pt x="577" y="639"/>
                    </a:cubicBezTo>
                    <a:cubicBezTo>
                      <a:pt x="577" y="639"/>
                      <a:pt x="578" y="638"/>
                      <a:pt x="579" y="638"/>
                    </a:cubicBezTo>
                    <a:cubicBezTo>
                      <a:pt x="577" y="641"/>
                      <a:pt x="575" y="643"/>
                      <a:pt x="572" y="645"/>
                    </a:cubicBezTo>
                    <a:cubicBezTo>
                      <a:pt x="570" y="647"/>
                      <a:pt x="567" y="649"/>
                      <a:pt x="565" y="651"/>
                    </a:cubicBezTo>
                    <a:cubicBezTo>
                      <a:pt x="564" y="653"/>
                      <a:pt x="562" y="656"/>
                      <a:pt x="560" y="657"/>
                    </a:cubicBezTo>
                    <a:cubicBezTo>
                      <a:pt x="559" y="658"/>
                      <a:pt x="557" y="660"/>
                      <a:pt x="556" y="661"/>
                    </a:cubicBezTo>
                    <a:cubicBezTo>
                      <a:pt x="554" y="662"/>
                      <a:pt x="553" y="664"/>
                      <a:pt x="552" y="666"/>
                    </a:cubicBezTo>
                    <a:cubicBezTo>
                      <a:pt x="550" y="668"/>
                      <a:pt x="549" y="671"/>
                      <a:pt x="549" y="674"/>
                    </a:cubicBezTo>
                    <a:cubicBezTo>
                      <a:pt x="549" y="677"/>
                      <a:pt x="549" y="681"/>
                      <a:pt x="549" y="684"/>
                    </a:cubicBezTo>
                    <a:cubicBezTo>
                      <a:pt x="549" y="686"/>
                      <a:pt x="549" y="688"/>
                      <a:pt x="550" y="690"/>
                    </a:cubicBezTo>
                    <a:cubicBezTo>
                      <a:pt x="552" y="691"/>
                      <a:pt x="556" y="692"/>
                      <a:pt x="558" y="691"/>
                    </a:cubicBezTo>
                    <a:cubicBezTo>
                      <a:pt x="560" y="690"/>
                      <a:pt x="562" y="689"/>
                      <a:pt x="561" y="687"/>
                    </a:cubicBezTo>
                    <a:cubicBezTo>
                      <a:pt x="560" y="685"/>
                      <a:pt x="558" y="683"/>
                      <a:pt x="557" y="681"/>
                    </a:cubicBezTo>
                    <a:cubicBezTo>
                      <a:pt x="556" y="677"/>
                      <a:pt x="557" y="673"/>
                      <a:pt x="558" y="670"/>
                    </a:cubicBezTo>
                    <a:cubicBezTo>
                      <a:pt x="558" y="669"/>
                      <a:pt x="558" y="666"/>
                      <a:pt x="559" y="666"/>
                    </a:cubicBezTo>
                    <a:cubicBezTo>
                      <a:pt x="559" y="665"/>
                      <a:pt x="560" y="667"/>
                      <a:pt x="560" y="668"/>
                    </a:cubicBezTo>
                    <a:cubicBezTo>
                      <a:pt x="561" y="672"/>
                      <a:pt x="560" y="677"/>
                      <a:pt x="561" y="682"/>
                    </a:cubicBezTo>
                    <a:cubicBezTo>
                      <a:pt x="561" y="683"/>
                      <a:pt x="562" y="684"/>
                      <a:pt x="563" y="685"/>
                    </a:cubicBezTo>
                    <a:cubicBezTo>
                      <a:pt x="563" y="686"/>
                      <a:pt x="564" y="686"/>
                      <a:pt x="565" y="687"/>
                    </a:cubicBezTo>
                    <a:cubicBezTo>
                      <a:pt x="568" y="688"/>
                      <a:pt x="569" y="690"/>
                      <a:pt x="570" y="693"/>
                    </a:cubicBezTo>
                    <a:cubicBezTo>
                      <a:pt x="571" y="695"/>
                      <a:pt x="572" y="698"/>
                      <a:pt x="574" y="700"/>
                    </a:cubicBezTo>
                    <a:cubicBezTo>
                      <a:pt x="575" y="701"/>
                      <a:pt x="576" y="703"/>
                      <a:pt x="577" y="704"/>
                    </a:cubicBezTo>
                    <a:cubicBezTo>
                      <a:pt x="578" y="705"/>
                      <a:pt x="579" y="706"/>
                      <a:pt x="581" y="707"/>
                    </a:cubicBezTo>
                    <a:cubicBezTo>
                      <a:pt x="581" y="706"/>
                      <a:pt x="581" y="705"/>
                      <a:pt x="581" y="704"/>
                    </a:cubicBezTo>
                    <a:cubicBezTo>
                      <a:pt x="581" y="702"/>
                      <a:pt x="581" y="702"/>
                      <a:pt x="581" y="702"/>
                    </a:cubicBezTo>
                    <a:cubicBezTo>
                      <a:pt x="581" y="701"/>
                      <a:pt x="581" y="700"/>
                      <a:pt x="581" y="699"/>
                    </a:cubicBezTo>
                    <a:cubicBezTo>
                      <a:pt x="581" y="698"/>
                      <a:pt x="581" y="697"/>
                      <a:pt x="581" y="697"/>
                    </a:cubicBezTo>
                    <a:cubicBezTo>
                      <a:pt x="581" y="696"/>
                      <a:pt x="582" y="695"/>
                      <a:pt x="582" y="695"/>
                    </a:cubicBezTo>
                    <a:cubicBezTo>
                      <a:pt x="582" y="693"/>
                      <a:pt x="582" y="691"/>
                      <a:pt x="583" y="689"/>
                    </a:cubicBezTo>
                    <a:cubicBezTo>
                      <a:pt x="583" y="688"/>
                      <a:pt x="583" y="687"/>
                      <a:pt x="583" y="686"/>
                    </a:cubicBezTo>
                    <a:cubicBezTo>
                      <a:pt x="585" y="682"/>
                      <a:pt x="587" y="678"/>
                      <a:pt x="588" y="673"/>
                    </a:cubicBezTo>
                    <a:cubicBezTo>
                      <a:pt x="588" y="666"/>
                      <a:pt x="588" y="659"/>
                      <a:pt x="589" y="652"/>
                    </a:cubicBezTo>
                    <a:cubicBezTo>
                      <a:pt x="589" y="649"/>
                      <a:pt x="589" y="646"/>
                      <a:pt x="589" y="643"/>
                    </a:cubicBezTo>
                    <a:cubicBezTo>
                      <a:pt x="589" y="639"/>
                      <a:pt x="588" y="636"/>
                      <a:pt x="588" y="633"/>
                    </a:cubicBezTo>
                    <a:cubicBezTo>
                      <a:pt x="587" y="630"/>
                      <a:pt x="588" y="627"/>
                      <a:pt x="590" y="624"/>
                    </a:cubicBezTo>
                    <a:cubicBezTo>
                      <a:pt x="591" y="622"/>
                      <a:pt x="592" y="619"/>
                      <a:pt x="593" y="617"/>
                    </a:cubicBezTo>
                    <a:cubicBezTo>
                      <a:pt x="593" y="614"/>
                      <a:pt x="595" y="613"/>
                      <a:pt x="597" y="611"/>
                    </a:cubicBezTo>
                    <a:cubicBezTo>
                      <a:pt x="597" y="611"/>
                      <a:pt x="597" y="611"/>
                      <a:pt x="597" y="611"/>
                    </a:cubicBezTo>
                    <a:cubicBezTo>
                      <a:pt x="597" y="611"/>
                      <a:pt x="597" y="611"/>
                      <a:pt x="597" y="611"/>
                    </a:cubicBezTo>
                    <a:cubicBezTo>
                      <a:pt x="597" y="610"/>
                      <a:pt x="597" y="610"/>
                      <a:pt x="597" y="610"/>
                    </a:cubicBezTo>
                    <a:cubicBezTo>
                      <a:pt x="598" y="610"/>
                      <a:pt x="598" y="610"/>
                      <a:pt x="598" y="609"/>
                    </a:cubicBezTo>
                    <a:cubicBezTo>
                      <a:pt x="599" y="609"/>
                      <a:pt x="599" y="608"/>
                      <a:pt x="600" y="608"/>
                    </a:cubicBezTo>
                    <a:cubicBezTo>
                      <a:pt x="601" y="608"/>
                      <a:pt x="604" y="607"/>
                      <a:pt x="605" y="608"/>
                    </a:cubicBezTo>
                    <a:cubicBezTo>
                      <a:pt x="607" y="609"/>
                      <a:pt x="604" y="611"/>
                      <a:pt x="603" y="611"/>
                    </a:cubicBezTo>
                    <a:cubicBezTo>
                      <a:pt x="603" y="612"/>
                      <a:pt x="602" y="612"/>
                      <a:pt x="601" y="612"/>
                    </a:cubicBezTo>
                    <a:cubicBezTo>
                      <a:pt x="599" y="613"/>
                      <a:pt x="597" y="617"/>
                      <a:pt x="596" y="618"/>
                    </a:cubicBezTo>
                    <a:cubicBezTo>
                      <a:pt x="595" y="621"/>
                      <a:pt x="594" y="624"/>
                      <a:pt x="596" y="627"/>
                    </a:cubicBezTo>
                    <a:cubicBezTo>
                      <a:pt x="600" y="631"/>
                      <a:pt x="604" y="623"/>
                      <a:pt x="608" y="623"/>
                    </a:cubicBezTo>
                    <a:cubicBezTo>
                      <a:pt x="610" y="624"/>
                      <a:pt x="613" y="626"/>
                      <a:pt x="615" y="628"/>
                    </a:cubicBezTo>
                    <a:cubicBezTo>
                      <a:pt x="617" y="630"/>
                      <a:pt x="621" y="631"/>
                      <a:pt x="624" y="633"/>
                    </a:cubicBezTo>
                    <a:cubicBezTo>
                      <a:pt x="630" y="636"/>
                      <a:pt x="631" y="642"/>
                      <a:pt x="633" y="648"/>
                    </a:cubicBezTo>
                    <a:cubicBezTo>
                      <a:pt x="629" y="647"/>
                      <a:pt x="628" y="643"/>
                      <a:pt x="626" y="641"/>
                    </a:cubicBezTo>
                    <a:cubicBezTo>
                      <a:pt x="623" y="637"/>
                      <a:pt x="619" y="634"/>
                      <a:pt x="615" y="632"/>
                    </a:cubicBezTo>
                    <a:cubicBezTo>
                      <a:pt x="611" y="630"/>
                      <a:pt x="604" y="628"/>
                      <a:pt x="601" y="632"/>
                    </a:cubicBezTo>
                    <a:cubicBezTo>
                      <a:pt x="599" y="634"/>
                      <a:pt x="599" y="636"/>
                      <a:pt x="598" y="637"/>
                    </a:cubicBezTo>
                    <a:cubicBezTo>
                      <a:pt x="597" y="638"/>
                      <a:pt x="595" y="639"/>
                      <a:pt x="594" y="640"/>
                    </a:cubicBezTo>
                    <a:cubicBezTo>
                      <a:pt x="592" y="644"/>
                      <a:pt x="594" y="649"/>
                      <a:pt x="594" y="653"/>
                    </a:cubicBezTo>
                    <a:cubicBezTo>
                      <a:pt x="594" y="655"/>
                      <a:pt x="594" y="657"/>
                      <a:pt x="595" y="660"/>
                    </a:cubicBezTo>
                    <a:cubicBezTo>
                      <a:pt x="596" y="661"/>
                      <a:pt x="597" y="663"/>
                      <a:pt x="598" y="665"/>
                    </a:cubicBezTo>
                    <a:cubicBezTo>
                      <a:pt x="600" y="669"/>
                      <a:pt x="602" y="672"/>
                      <a:pt x="603" y="677"/>
                    </a:cubicBezTo>
                    <a:cubicBezTo>
                      <a:pt x="604" y="678"/>
                      <a:pt x="605" y="681"/>
                      <a:pt x="603" y="682"/>
                    </a:cubicBezTo>
                    <a:cubicBezTo>
                      <a:pt x="602" y="684"/>
                      <a:pt x="600" y="683"/>
                      <a:pt x="599" y="684"/>
                    </a:cubicBezTo>
                    <a:cubicBezTo>
                      <a:pt x="594" y="684"/>
                      <a:pt x="590" y="684"/>
                      <a:pt x="587" y="688"/>
                    </a:cubicBezTo>
                    <a:cubicBezTo>
                      <a:pt x="586" y="689"/>
                      <a:pt x="585" y="690"/>
                      <a:pt x="585" y="691"/>
                    </a:cubicBezTo>
                    <a:cubicBezTo>
                      <a:pt x="584" y="693"/>
                      <a:pt x="583" y="695"/>
                      <a:pt x="583" y="697"/>
                    </a:cubicBezTo>
                    <a:cubicBezTo>
                      <a:pt x="583" y="698"/>
                      <a:pt x="583" y="698"/>
                      <a:pt x="583" y="699"/>
                    </a:cubicBezTo>
                    <a:cubicBezTo>
                      <a:pt x="582" y="700"/>
                      <a:pt x="583" y="701"/>
                      <a:pt x="583" y="702"/>
                    </a:cubicBezTo>
                    <a:cubicBezTo>
                      <a:pt x="583" y="702"/>
                      <a:pt x="583" y="702"/>
                      <a:pt x="583" y="702"/>
                    </a:cubicBezTo>
                    <a:cubicBezTo>
                      <a:pt x="583" y="703"/>
                      <a:pt x="583" y="704"/>
                      <a:pt x="583" y="705"/>
                    </a:cubicBezTo>
                    <a:cubicBezTo>
                      <a:pt x="583" y="706"/>
                      <a:pt x="583" y="708"/>
                      <a:pt x="584" y="709"/>
                    </a:cubicBezTo>
                    <a:cubicBezTo>
                      <a:pt x="584" y="710"/>
                      <a:pt x="585" y="710"/>
                      <a:pt x="585" y="710"/>
                    </a:cubicBezTo>
                    <a:cubicBezTo>
                      <a:pt x="586" y="711"/>
                      <a:pt x="587" y="711"/>
                      <a:pt x="588" y="712"/>
                    </a:cubicBezTo>
                    <a:cubicBezTo>
                      <a:pt x="589" y="713"/>
                      <a:pt x="591" y="714"/>
                      <a:pt x="592" y="715"/>
                    </a:cubicBezTo>
                    <a:cubicBezTo>
                      <a:pt x="593" y="715"/>
                      <a:pt x="595" y="716"/>
                      <a:pt x="595" y="717"/>
                    </a:cubicBezTo>
                    <a:cubicBezTo>
                      <a:pt x="596" y="719"/>
                      <a:pt x="592" y="719"/>
                      <a:pt x="591" y="719"/>
                    </a:cubicBezTo>
                    <a:cubicBezTo>
                      <a:pt x="590" y="718"/>
                      <a:pt x="589" y="717"/>
                      <a:pt x="588" y="717"/>
                    </a:cubicBezTo>
                    <a:cubicBezTo>
                      <a:pt x="587" y="716"/>
                      <a:pt x="586" y="716"/>
                      <a:pt x="585" y="716"/>
                    </a:cubicBezTo>
                    <a:cubicBezTo>
                      <a:pt x="584" y="715"/>
                      <a:pt x="583" y="715"/>
                      <a:pt x="582" y="714"/>
                    </a:cubicBezTo>
                    <a:cubicBezTo>
                      <a:pt x="581" y="714"/>
                      <a:pt x="580" y="714"/>
                      <a:pt x="579" y="714"/>
                    </a:cubicBezTo>
                    <a:cubicBezTo>
                      <a:pt x="577" y="714"/>
                      <a:pt x="576" y="713"/>
                      <a:pt x="575" y="712"/>
                    </a:cubicBezTo>
                    <a:cubicBezTo>
                      <a:pt x="572" y="710"/>
                      <a:pt x="570" y="709"/>
                      <a:pt x="567" y="707"/>
                    </a:cubicBezTo>
                    <a:cubicBezTo>
                      <a:pt x="565" y="705"/>
                      <a:pt x="562" y="703"/>
                      <a:pt x="560" y="702"/>
                    </a:cubicBezTo>
                    <a:cubicBezTo>
                      <a:pt x="559" y="701"/>
                      <a:pt x="558" y="700"/>
                      <a:pt x="557" y="700"/>
                    </a:cubicBezTo>
                    <a:cubicBezTo>
                      <a:pt x="555" y="698"/>
                      <a:pt x="554" y="698"/>
                      <a:pt x="552" y="697"/>
                    </a:cubicBezTo>
                    <a:cubicBezTo>
                      <a:pt x="550" y="697"/>
                      <a:pt x="549" y="697"/>
                      <a:pt x="547" y="697"/>
                    </a:cubicBezTo>
                    <a:cubicBezTo>
                      <a:pt x="547" y="697"/>
                      <a:pt x="546" y="697"/>
                      <a:pt x="545" y="697"/>
                    </a:cubicBezTo>
                    <a:cubicBezTo>
                      <a:pt x="542" y="698"/>
                      <a:pt x="541" y="701"/>
                      <a:pt x="541" y="703"/>
                    </a:cubicBezTo>
                    <a:cubicBezTo>
                      <a:pt x="541" y="704"/>
                      <a:pt x="540" y="705"/>
                      <a:pt x="540" y="707"/>
                    </a:cubicBezTo>
                    <a:cubicBezTo>
                      <a:pt x="539" y="708"/>
                      <a:pt x="538" y="709"/>
                      <a:pt x="537" y="710"/>
                    </a:cubicBezTo>
                    <a:cubicBezTo>
                      <a:pt x="535" y="712"/>
                      <a:pt x="533" y="713"/>
                      <a:pt x="533" y="715"/>
                    </a:cubicBezTo>
                    <a:cubicBezTo>
                      <a:pt x="532" y="716"/>
                      <a:pt x="533" y="717"/>
                      <a:pt x="532" y="718"/>
                    </a:cubicBezTo>
                    <a:cubicBezTo>
                      <a:pt x="532" y="720"/>
                      <a:pt x="532" y="721"/>
                      <a:pt x="532" y="722"/>
                    </a:cubicBezTo>
                    <a:cubicBezTo>
                      <a:pt x="531" y="723"/>
                      <a:pt x="531" y="724"/>
                      <a:pt x="531" y="725"/>
                    </a:cubicBezTo>
                    <a:cubicBezTo>
                      <a:pt x="531" y="728"/>
                      <a:pt x="532" y="730"/>
                      <a:pt x="532" y="732"/>
                    </a:cubicBezTo>
                    <a:cubicBezTo>
                      <a:pt x="532" y="734"/>
                      <a:pt x="532" y="735"/>
                      <a:pt x="532" y="737"/>
                    </a:cubicBezTo>
                    <a:cubicBezTo>
                      <a:pt x="532" y="739"/>
                      <a:pt x="531" y="741"/>
                      <a:pt x="531" y="743"/>
                    </a:cubicBezTo>
                    <a:cubicBezTo>
                      <a:pt x="531" y="744"/>
                      <a:pt x="530" y="745"/>
                      <a:pt x="530" y="746"/>
                    </a:cubicBezTo>
                    <a:cubicBezTo>
                      <a:pt x="530" y="747"/>
                      <a:pt x="530" y="747"/>
                      <a:pt x="529" y="748"/>
                    </a:cubicBezTo>
                    <a:cubicBezTo>
                      <a:pt x="528" y="749"/>
                      <a:pt x="527" y="750"/>
                      <a:pt x="526" y="750"/>
                    </a:cubicBezTo>
                    <a:cubicBezTo>
                      <a:pt x="525" y="751"/>
                      <a:pt x="524" y="752"/>
                      <a:pt x="523" y="753"/>
                    </a:cubicBezTo>
                    <a:cubicBezTo>
                      <a:pt x="522" y="756"/>
                      <a:pt x="521" y="758"/>
                      <a:pt x="520" y="761"/>
                    </a:cubicBezTo>
                    <a:cubicBezTo>
                      <a:pt x="520" y="763"/>
                      <a:pt x="520" y="765"/>
                      <a:pt x="521" y="766"/>
                    </a:cubicBezTo>
                    <a:cubicBezTo>
                      <a:pt x="521" y="768"/>
                      <a:pt x="522" y="769"/>
                      <a:pt x="523" y="770"/>
                    </a:cubicBezTo>
                    <a:cubicBezTo>
                      <a:pt x="523" y="771"/>
                      <a:pt x="524" y="772"/>
                      <a:pt x="525" y="773"/>
                    </a:cubicBezTo>
                    <a:cubicBezTo>
                      <a:pt x="526" y="774"/>
                      <a:pt x="526" y="776"/>
                      <a:pt x="527" y="778"/>
                    </a:cubicBezTo>
                    <a:cubicBezTo>
                      <a:pt x="527" y="778"/>
                      <a:pt x="527" y="779"/>
                      <a:pt x="528" y="779"/>
                    </a:cubicBezTo>
                    <a:cubicBezTo>
                      <a:pt x="529" y="780"/>
                      <a:pt x="529" y="781"/>
                      <a:pt x="530" y="782"/>
                    </a:cubicBezTo>
                    <a:cubicBezTo>
                      <a:pt x="532" y="784"/>
                      <a:pt x="535" y="785"/>
                      <a:pt x="537" y="787"/>
                    </a:cubicBezTo>
                    <a:cubicBezTo>
                      <a:pt x="538" y="788"/>
                      <a:pt x="540" y="789"/>
                      <a:pt x="540" y="790"/>
                    </a:cubicBezTo>
                    <a:cubicBezTo>
                      <a:pt x="541" y="791"/>
                      <a:pt x="541" y="792"/>
                      <a:pt x="541" y="793"/>
                    </a:cubicBezTo>
                    <a:cubicBezTo>
                      <a:pt x="542" y="794"/>
                      <a:pt x="543" y="796"/>
                      <a:pt x="543" y="797"/>
                    </a:cubicBezTo>
                    <a:cubicBezTo>
                      <a:pt x="544" y="800"/>
                      <a:pt x="546" y="804"/>
                      <a:pt x="544" y="806"/>
                    </a:cubicBezTo>
                    <a:cubicBezTo>
                      <a:pt x="542" y="808"/>
                      <a:pt x="541" y="810"/>
                      <a:pt x="541" y="812"/>
                    </a:cubicBezTo>
                    <a:cubicBezTo>
                      <a:pt x="541" y="813"/>
                      <a:pt x="542" y="814"/>
                      <a:pt x="542" y="815"/>
                    </a:cubicBezTo>
                    <a:cubicBezTo>
                      <a:pt x="543" y="815"/>
                      <a:pt x="543" y="816"/>
                      <a:pt x="543" y="817"/>
                    </a:cubicBezTo>
                    <a:cubicBezTo>
                      <a:pt x="544" y="818"/>
                      <a:pt x="545" y="818"/>
                      <a:pt x="545" y="819"/>
                    </a:cubicBezTo>
                    <a:cubicBezTo>
                      <a:pt x="545" y="821"/>
                      <a:pt x="545" y="822"/>
                      <a:pt x="545" y="823"/>
                    </a:cubicBezTo>
                    <a:cubicBezTo>
                      <a:pt x="545" y="823"/>
                      <a:pt x="545" y="823"/>
                      <a:pt x="545" y="824"/>
                    </a:cubicBezTo>
                    <a:cubicBezTo>
                      <a:pt x="544" y="824"/>
                      <a:pt x="544" y="825"/>
                      <a:pt x="544" y="826"/>
                    </a:cubicBezTo>
                    <a:cubicBezTo>
                      <a:pt x="543" y="828"/>
                      <a:pt x="543" y="829"/>
                      <a:pt x="542" y="831"/>
                    </a:cubicBezTo>
                    <a:cubicBezTo>
                      <a:pt x="541" y="834"/>
                      <a:pt x="538" y="834"/>
                      <a:pt x="535" y="836"/>
                    </a:cubicBezTo>
                    <a:cubicBezTo>
                      <a:pt x="534" y="838"/>
                      <a:pt x="533" y="838"/>
                      <a:pt x="532" y="838"/>
                    </a:cubicBezTo>
                    <a:cubicBezTo>
                      <a:pt x="530" y="839"/>
                      <a:pt x="528" y="839"/>
                      <a:pt x="526" y="839"/>
                    </a:cubicBezTo>
                    <a:cubicBezTo>
                      <a:pt x="525" y="839"/>
                      <a:pt x="524" y="840"/>
                      <a:pt x="523" y="840"/>
                    </a:cubicBezTo>
                    <a:cubicBezTo>
                      <a:pt x="522" y="840"/>
                      <a:pt x="521" y="840"/>
                      <a:pt x="520" y="840"/>
                    </a:cubicBezTo>
                    <a:cubicBezTo>
                      <a:pt x="519" y="841"/>
                      <a:pt x="518" y="842"/>
                      <a:pt x="517" y="843"/>
                    </a:cubicBezTo>
                    <a:cubicBezTo>
                      <a:pt x="516" y="845"/>
                      <a:pt x="514" y="845"/>
                      <a:pt x="513" y="847"/>
                    </a:cubicBezTo>
                    <a:cubicBezTo>
                      <a:pt x="513" y="848"/>
                      <a:pt x="513" y="848"/>
                      <a:pt x="513" y="848"/>
                    </a:cubicBezTo>
                    <a:cubicBezTo>
                      <a:pt x="513" y="849"/>
                      <a:pt x="512" y="849"/>
                      <a:pt x="512" y="850"/>
                    </a:cubicBezTo>
                    <a:cubicBezTo>
                      <a:pt x="511" y="851"/>
                      <a:pt x="511" y="852"/>
                      <a:pt x="510" y="852"/>
                    </a:cubicBezTo>
                    <a:cubicBezTo>
                      <a:pt x="510" y="853"/>
                      <a:pt x="509" y="854"/>
                      <a:pt x="509" y="854"/>
                    </a:cubicBezTo>
                    <a:cubicBezTo>
                      <a:pt x="508" y="854"/>
                      <a:pt x="507" y="855"/>
                      <a:pt x="507" y="855"/>
                    </a:cubicBezTo>
                    <a:cubicBezTo>
                      <a:pt x="506" y="855"/>
                      <a:pt x="506" y="855"/>
                      <a:pt x="505" y="855"/>
                    </a:cubicBezTo>
                    <a:cubicBezTo>
                      <a:pt x="503" y="856"/>
                      <a:pt x="501" y="857"/>
                      <a:pt x="500" y="857"/>
                    </a:cubicBezTo>
                    <a:cubicBezTo>
                      <a:pt x="498" y="858"/>
                      <a:pt x="497" y="860"/>
                      <a:pt x="497" y="862"/>
                    </a:cubicBezTo>
                    <a:cubicBezTo>
                      <a:pt x="497" y="864"/>
                      <a:pt x="497" y="866"/>
                      <a:pt x="497" y="868"/>
                    </a:cubicBezTo>
                    <a:cubicBezTo>
                      <a:pt x="497" y="870"/>
                      <a:pt x="497" y="872"/>
                      <a:pt x="496" y="874"/>
                    </a:cubicBezTo>
                    <a:cubicBezTo>
                      <a:pt x="495" y="876"/>
                      <a:pt x="493" y="877"/>
                      <a:pt x="492" y="879"/>
                    </a:cubicBezTo>
                    <a:cubicBezTo>
                      <a:pt x="491" y="880"/>
                      <a:pt x="490" y="881"/>
                      <a:pt x="489" y="883"/>
                    </a:cubicBezTo>
                    <a:cubicBezTo>
                      <a:pt x="488" y="884"/>
                      <a:pt x="487" y="886"/>
                      <a:pt x="486" y="887"/>
                    </a:cubicBezTo>
                    <a:cubicBezTo>
                      <a:pt x="484" y="888"/>
                      <a:pt x="483" y="888"/>
                      <a:pt x="481" y="889"/>
                    </a:cubicBezTo>
                    <a:cubicBezTo>
                      <a:pt x="478" y="891"/>
                      <a:pt x="476" y="893"/>
                      <a:pt x="473" y="895"/>
                    </a:cubicBezTo>
                    <a:cubicBezTo>
                      <a:pt x="472" y="896"/>
                      <a:pt x="470" y="897"/>
                      <a:pt x="468" y="898"/>
                    </a:cubicBezTo>
                    <a:cubicBezTo>
                      <a:pt x="467" y="898"/>
                      <a:pt x="466" y="899"/>
                      <a:pt x="465" y="899"/>
                    </a:cubicBezTo>
                    <a:cubicBezTo>
                      <a:pt x="464" y="899"/>
                      <a:pt x="464" y="899"/>
                      <a:pt x="463" y="899"/>
                    </a:cubicBezTo>
                    <a:cubicBezTo>
                      <a:pt x="461" y="900"/>
                      <a:pt x="460" y="902"/>
                      <a:pt x="459" y="904"/>
                    </a:cubicBezTo>
                    <a:cubicBezTo>
                      <a:pt x="459" y="906"/>
                      <a:pt x="458" y="908"/>
                      <a:pt x="457" y="910"/>
                    </a:cubicBezTo>
                    <a:cubicBezTo>
                      <a:pt x="455" y="912"/>
                      <a:pt x="454" y="913"/>
                      <a:pt x="452" y="915"/>
                    </a:cubicBezTo>
                    <a:cubicBezTo>
                      <a:pt x="451" y="916"/>
                      <a:pt x="450" y="918"/>
                      <a:pt x="448" y="919"/>
                    </a:cubicBezTo>
                    <a:cubicBezTo>
                      <a:pt x="446" y="922"/>
                      <a:pt x="443" y="924"/>
                      <a:pt x="442" y="928"/>
                    </a:cubicBezTo>
                    <a:cubicBezTo>
                      <a:pt x="442" y="930"/>
                      <a:pt x="443" y="931"/>
                      <a:pt x="443" y="933"/>
                    </a:cubicBezTo>
                    <a:cubicBezTo>
                      <a:pt x="444" y="934"/>
                      <a:pt x="443" y="935"/>
                      <a:pt x="443" y="936"/>
                    </a:cubicBezTo>
                    <a:cubicBezTo>
                      <a:pt x="442" y="938"/>
                      <a:pt x="442" y="939"/>
                      <a:pt x="442" y="940"/>
                    </a:cubicBezTo>
                    <a:cubicBezTo>
                      <a:pt x="443" y="942"/>
                      <a:pt x="443" y="942"/>
                      <a:pt x="444" y="943"/>
                    </a:cubicBezTo>
                    <a:cubicBezTo>
                      <a:pt x="445" y="944"/>
                      <a:pt x="445" y="945"/>
                      <a:pt x="445" y="946"/>
                    </a:cubicBezTo>
                    <a:cubicBezTo>
                      <a:pt x="445" y="947"/>
                      <a:pt x="446" y="948"/>
                      <a:pt x="446" y="949"/>
                    </a:cubicBezTo>
                    <a:cubicBezTo>
                      <a:pt x="446" y="951"/>
                      <a:pt x="447" y="953"/>
                      <a:pt x="447" y="955"/>
                    </a:cubicBezTo>
                    <a:cubicBezTo>
                      <a:pt x="447" y="957"/>
                      <a:pt x="446" y="959"/>
                      <a:pt x="444" y="960"/>
                    </a:cubicBezTo>
                    <a:cubicBezTo>
                      <a:pt x="442" y="961"/>
                      <a:pt x="439" y="960"/>
                      <a:pt x="438" y="959"/>
                    </a:cubicBezTo>
                    <a:cubicBezTo>
                      <a:pt x="437" y="958"/>
                      <a:pt x="437" y="955"/>
                      <a:pt x="436" y="954"/>
                    </a:cubicBezTo>
                    <a:cubicBezTo>
                      <a:pt x="436" y="952"/>
                      <a:pt x="435" y="950"/>
                      <a:pt x="435" y="949"/>
                    </a:cubicBezTo>
                    <a:cubicBezTo>
                      <a:pt x="436" y="946"/>
                      <a:pt x="437" y="943"/>
                      <a:pt x="437" y="940"/>
                    </a:cubicBezTo>
                    <a:cubicBezTo>
                      <a:pt x="436" y="937"/>
                      <a:pt x="437" y="933"/>
                      <a:pt x="436" y="930"/>
                    </a:cubicBezTo>
                    <a:cubicBezTo>
                      <a:pt x="436" y="927"/>
                      <a:pt x="433" y="926"/>
                      <a:pt x="430" y="926"/>
                    </a:cubicBezTo>
                    <a:cubicBezTo>
                      <a:pt x="428" y="926"/>
                      <a:pt x="424" y="927"/>
                      <a:pt x="423" y="930"/>
                    </a:cubicBezTo>
                    <a:cubicBezTo>
                      <a:pt x="421" y="932"/>
                      <a:pt x="421" y="936"/>
                      <a:pt x="419" y="938"/>
                    </a:cubicBezTo>
                    <a:cubicBezTo>
                      <a:pt x="418" y="941"/>
                      <a:pt x="417" y="943"/>
                      <a:pt x="416" y="946"/>
                    </a:cubicBezTo>
                    <a:cubicBezTo>
                      <a:pt x="414" y="948"/>
                      <a:pt x="414" y="951"/>
                      <a:pt x="415" y="954"/>
                    </a:cubicBezTo>
                    <a:cubicBezTo>
                      <a:pt x="416" y="957"/>
                      <a:pt x="418" y="959"/>
                      <a:pt x="418" y="962"/>
                    </a:cubicBezTo>
                    <a:cubicBezTo>
                      <a:pt x="418" y="965"/>
                      <a:pt x="417" y="968"/>
                      <a:pt x="418" y="971"/>
                    </a:cubicBezTo>
                    <a:cubicBezTo>
                      <a:pt x="420" y="977"/>
                      <a:pt x="425" y="981"/>
                      <a:pt x="429" y="985"/>
                    </a:cubicBezTo>
                    <a:cubicBezTo>
                      <a:pt x="431" y="987"/>
                      <a:pt x="434" y="990"/>
                      <a:pt x="434" y="994"/>
                    </a:cubicBezTo>
                    <a:cubicBezTo>
                      <a:pt x="434" y="996"/>
                      <a:pt x="432" y="998"/>
                      <a:pt x="432" y="1001"/>
                    </a:cubicBezTo>
                    <a:cubicBezTo>
                      <a:pt x="432" y="1004"/>
                      <a:pt x="433" y="1007"/>
                      <a:pt x="433" y="1010"/>
                    </a:cubicBezTo>
                    <a:cubicBezTo>
                      <a:pt x="433" y="1012"/>
                      <a:pt x="433" y="1014"/>
                      <a:pt x="432" y="1015"/>
                    </a:cubicBezTo>
                    <a:cubicBezTo>
                      <a:pt x="432" y="1016"/>
                      <a:pt x="431" y="1017"/>
                      <a:pt x="430" y="1018"/>
                    </a:cubicBezTo>
                    <a:cubicBezTo>
                      <a:pt x="429" y="1019"/>
                      <a:pt x="428" y="1022"/>
                      <a:pt x="428" y="1023"/>
                    </a:cubicBezTo>
                    <a:cubicBezTo>
                      <a:pt x="428" y="1024"/>
                      <a:pt x="429" y="1025"/>
                      <a:pt x="429" y="1026"/>
                    </a:cubicBezTo>
                    <a:cubicBezTo>
                      <a:pt x="429" y="1026"/>
                      <a:pt x="430" y="1027"/>
                      <a:pt x="430" y="1027"/>
                    </a:cubicBezTo>
                    <a:cubicBezTo>
                      <a:pt x="431" y="1029"/>
                      <a:pt x="433" y="1028"/>
                      <a:pt x="434" y="1030"/>
                    </a:cubicBezTo>
                    <a:cubicBezTo>
                      <a:pt x="434" y="1031"/>
                      <a:pt x="433" y="1032"/>
                      <a:pt x="434" y="1032"/>
                    </a:cubicBezTo>
                    <a:cubicBezTo>
                      <a:pt x="434" y="1033"/>
                      <a:pt x="435" y="1033"/>
                      <a:pt x="435" y="1033"/>
                    </a:cubicBezTo>
                    <a:cubicBezTo>
                      <a:pt x="437" y="1034"/>
                      <a:pt x="437" y="1038"/>
                      <a:pt x="439" y="1037"/>
                    </a:cubicBezTo>
                    <a:cubicBezTo>
                      <a:pt x="440" y="1035"/>
                      <a:pt x="440" y="1034"/>
                      <a:pt x="441" y="1032"/>
                    </a:cubicBezTo>
                    <a:cubicBezTo>
                      <a:pt x="442" y="1030"/>
                      <a:pt x="443" y="1028"/>
                      <a:pt x="444" y="1027"/>
                    </a:cubicBezTo>
                    <a:cubicBezTo>
                      <a:pt x="445" y="1025"/>
                      <a:pt x="445" y="1023"/>
                      <a:pt x="443" y="1021"/>
                    </a:cubicBezTo>
                    <a:cubicBezTo>
                      <a:pt x="442" y="1020"/>
                      <a:pt x="441" y="1019"/>
                      <a:pt x="441" y="1016"/>
                    </a:cubicBezTo>
                    <a:cubicBezTo>
                      <a:pt x="441" y="1013"/>
                      <a:pt x="441" y="1009"/>
                      <a:pt x="441" y="1006"/>
                    </a:cubicBezTo>
                    <a:cubicBezTo>
                      <a:pt x="440" y="1002"/>
                      <a:pt x="441" y="998"/>
                      <a:pt x="442" y="994"/>
                    </a:cubicBezTo>
                    <a:cubicBezTo>
                      <a:pt x="443" y="992"/>
                      <a:pt x="444" y="989"/>
                      <a:pt x="445" y="987"/>
                    </a:cubicBezTo>
                    <a:cubicBezTo>
                      <a:pt x="447" y="985"/>
                      <a:pt x="450" y="983"/>
                      <a:pt x="453" y="982"/>
                    </a:cubicBezTo>
                    <a:cubicBezTo>
                      <a:pt x="455" y="980"/>
                      <a:pt x="458" y="980"/>
                      <a:pt x="460" y="980"/>
                    </a:cubicBezTo>
                    <a:cubicBezTo>
                      <a:pt x="462" y="980"/>
                      <a:pt x="464" y="979"/>
                      <a:pt x="465" y="981"/>
                    </a:cubicBezTo>
                    <a:cubicBezTo>
                      <a:pt x="467" y="983"/>
                      <a:pt x="466" y="986"/>
                      <a:pt x="467" y="988"/>
                    </a:cubicBezTo>
                    <a:cubicBezTo>
                      <a:pt x="468" y="991"/>
                      <a:pt x="471" y="991"/>
                      <a:pt x="474" y="992"/>
                    </a:cubicBezTo>
                    <a:cubicBezTo>
                      <a:pt x="477" y="994"/>
                      <a:pt x="478" y="997"/>
                      <a:pt x="480" y="999"/>
                    </a:cubicBezTo>
                    <a:cubicBezTo>
                      <a:pt x="482" y="1002"/>
                      <a:pt x="484" y="1004"/>
                      <a:pt x="486" y="1006"/>
                    </a:cubicBezTo>
                    <a:cubicBezTo>
                      <a:pt x="488" y="1008"/>
                      <a:pt x="489" y="1009"/>
                      <a:pt x="491" y="1011"/>
                    </a:cubicBezTo>
                    <a:cubicBezTo>
                      <a:pt x="492" y="1013"/>
                      <a:pt x="493" y="1017"/>
                      <a:pt x="493" y="1020"/>
                    </a:cubicBezTo>
                    <a:cubicBezTo>
                      <a:pt x="494" y="1023"/>
                      <a:pt x="494" y="1026"/>
                      <a:pt x="497" y="1029"/>
                    </a:cubicBezTo>
                    <a:cubicBezTo>
                      <a:pt x="499" y="1031"/>
                      <a:pt x="500" y="1033"/>
                      <a:pt x="502" y="1035"/>
                    </a:cubicBezTo>
                    <a:cubicBezTo>
                      <a:pt x="503" y="1038"/>
                      <a:pt x="504" y="1039"/>
                      <a:pt x="506" y="1041"/>
                    </a:cubicBezTo>
                    <a:cubicBezTo>
                      <a:pt x="508" y="1043"/>
                      <a:pt x="509" y="1045"/>
                      <a:pt x="511" y="1046"/>
                    </a:cubicBezTo>
                    <a:cubicBezTo>
                      <a:pt x="512" y="1046"/>
                      <a:pt x="513" y="1046"/>
                      <a:pt x="514" y="1047"/>
                    </a:cubicBezTo>
                    <a:cubicBezTo>
                      <a:pt x="516" y="1047"/>
                      <a:pt x="516" y="1047"/>
                      <a:pt x="518" y="1047"/>
                    </a:cubicBezTo>
                    <a:cubicBezTo>
                      <a:pt x="519" y="1046"/>
                      <a:pt x="520" y="1046"/>
                      <a:pt x="520" y="1044"/>
                    </a:cubicBezTo>
                    <a:cubicBezTo>
                      <a:pt x="523" y="1044"/>
                      <a:pt x="525" y="1043"/>
                      <a:pt x="526" y="1041"/>
                    </a:cubicBezTo>
                    <a:cubicBezTo>
                      <a:pt x="527" y="1038"/>
                      <a:pt x="526" y="1036"/>
                      <a:pt x="526" y="1033"/>
                    </a:cubicBezTo>
                    <a:cubicBezTo>
                      <a:pt x="526" y="1031"/>
                      <a:pt x="528" y="1029"/>
                      <a:pt x="527" y="1026"/>
                    </a:cubicBezTo>
                    <a:cubicBezTo>
                      <a:pt x="527" y="1025"/>
                      <a:pt x="527" y="1024"/>
                      <a:pt x="527" y="1023"/>
                    </a:cubicBezTo>
                    <a:cubicBezTo>
                      <a:pt x="528" y="1022"/>
                      <a:pt x="529" y="1022"/>
                      <a:pt x="530" y="1021"/>
                    </a:cubicBezTo>
                    <a:cubicBezTo>
                      <a:pt x="533" y="1019"/>
                      <a:pt x="535" y="1017"/>
                      <a:pt x="533" y="1014"/>
                    </a:cubicBezTo>
                    <a:cubicBezTo>
                      <a:pt x="531" y="1013"/>
                      <a:pt x="529" y="1012"/>
                      <a:pt x="528" y="1011"/>
                    </a:cubicBezTo>
                    <a:cubicBezTo>
                      <a:pt x="526" y="1009"/>
                      <a:pt x="525" y="1006"/>
                      <a:pt x="525" y="1004"/>
                    </a:cubicBezTo>
                    <a:cubicBezTo>
                      <a:pt x="525" y="1002"/>
                      <a:pt x="524" y="1000"/>
                      <a:pt x="524" y="998"/>
                    </a:cubicBezTo>
                    <a:cubicBezTo>
                      <a:pt x="524" y="997"/>
                      <a:pt x="524" y="995"/>
                      <a:pt x="525" y="994"/>
                    </a:cubicBezTo>
                    <a:cubicBezTo>
                      <a:pt x="526" y="994"/>
                      <a:pt x="527" y="994"/>
                      <a:pt x="528" y="993"/>
                    </a:cubicBezTo>
                    <a:cubicBezTo>
                      <a:pt x="529" y="992"/>
                      <a:pt x="530" y="991"/>
                      <a:pt x="531" y="990"/>
                    </a:cubicBezTo>
                    <a:cubicBezTo>
                      <a:pt x="532" y="989"/>
                      <a:pt x="532" y="989"/>
                      <a:pt x="533" y="991"/>
                    </a:cubicBezTo>
                    <a:cubicBezTo>
                      <a:pt x="533" y="993"/>
                      <a:pt x="533" y="995"/>
                      <a:pt x="533" y="997"/>
                    </a:cubicBezTo>
                    <a:cubicBezTo>
                      <a:pt x="533" y="998"/>
                      <a:pt x="534" y="999"/>
                      <a:pt x="535" y="1000"/>
                    </a:cubicBezTo>
                    <a:cubicBezTo>
                      <a:pt x="537" y="1001"/>
                      <a:pt x="538" y="1001"/>
                      <a:pt x="539" y="1003"/>
                    </a:cubicBezTo>
                    <a:cubicBezTo>
                      <a:pt x="542" y="1005"/>
                      <a:pt x="542" y="1009"/>
                      <a:pt x="545" y="1010"/>
                    </a:cubicBezTo>
                    <a:cubicBezTo>
                      <a:pt x="546" y="1010"/>
                      <a:pt x="548" y="1011"/>
                      <a:pt x="549" y="1011"/>
                    </a:cubicBezTo>
                    <a:cubicBezTo>
                      <a:pt x="550" y="1011"/>
                      <a:pt x="551" y="1011"/>
                      <a:pt x="552" y="1010"/>
                    </a:cubicBezTo>
                    <a:cubicBezTo>
                      <a:pt x="552" y="1009"/>
                      <a:pt x="553" y="1007"/>
                      <a:pt x="555" y="1007"/>
                    </a:cubicBezTo>
                    <a:cubicBezTo>
                      <a:pt x="556" y="1007"/>
                      <a:pt x="556" y="1008"/>
                      <a:pt x="556" y="1009"/>
                    </a:cubicBezTo>
                    <a:cubicBezTo>
                      <a:pt x="555" y="1012"/>
                      <a:pt x="551" y="1015"/>
                      <a:pt x="553" y="1018"/>
                    </a:cubicBezTo>
                    <a:cubicBezTo>
                      <a:pt x="554" y="1020"/>
                      <a:pt x="555" y="1020"/>
                      <a:pt x="556" y="1022"/>
                    </a:cubicBezTo>
                    <a:cubicBezTo>
                      <a:pt x="557" y="1023"/>
                      <a:pt x="557" y="1024"/>
                      <a:pt x="557" y="1025"/>
                    </a:cubicBezTo>
                    <a:cubicBezTo>
                      <a:pt x="557" y="1027"/>
                      <a:pt x="557" y="1032"/>
                      <a:pt x="560" y="1033"/>
                    </a:cubicBezTo>
                    <a:cubicBezTo>
                      <a:pt x="561" y="1033"/>
                      <a:pt x="562" y="1032"/>
                      <a:pt x="563" y="1033"/>
                    </a:cubicBezTo>
                    <a:cubicBezTo>
                      <a:pt x="564" y="1033"/>
                      <a:pt x="565" y="1035"/>
                      <a:pt x="566" y="1035"/>
                    </a:cubicBezTo>
                    <a:cubicBezTo>
                      <a:pt x="568" y="1037"/>
                      <a:pt x="569" y="1034"/>
                      <a:pt x="570" y="1032"/>
                    </a:cubicBezTo>
                    <a:cubicBezTo>
                      <a:pt x="571" y="1030"/>
                      <a:pt x="572" y="1027"/>
                      <a:pt x="573" y="1025"/>
                    </a:cubicBezTo>
                    <a:cubicBezTo>
                      <a:pt x="573" y="1023"/>
                      <a:pt x="576" y="1022"/>
                      <a:pt x="578" y="1022"/>
                    </a:cubicBezTo>
                    <a:cubicBezTo>
                      <a:pt x="578" y="1024"/>
                      <a:pt x="578" y="1026"/>
                      <a:pt x="578" y="1027"/>
                    </a:cubicBezTo>
                    <a:cubicBezTo>
                      <a:pt x="577" y="1029"/>
                      <a:pt x="576" y="1030"/>
                      <a:pt x="574" y="1031"/>
                    </a:cubicBezTo>
                    <a:cubicBezTo>
                      <a:pt x="573" y="1032"/>
                      <a:pt x="573" y="1033"/>
                      <a:pt x="573" y="1035"/>
                    </a:cubicBezTo>
                    <a:cubicBezTo>
                      <a:pt x="573" y="1037"/>
                      <a:pt x="574" y="1037"/>
                      <a:pt x="576" y="1037"/>
                    </a:cubicBezTo>
                    <a:cubicBezTo>
                      <a:pt x="577" y="1038"/>
                      <a:pt x="578" y="1039"/>
                      <a:pt x="580" y="1040"/>
                    </a:cubicBezTo>
                    <a:cubicBezTo>
                      <a:pt x="581" y="1040"/>
                      <a:pt x="582" y="1040"/>
                      <a:pt x="583" y="1041"/>
                    </a:cubicBezTo>
                    <a:cubicBezTo>
                      <a:pt x="584" y="1042"/>
                      <a:pt x="586" y="1043"/>
                      <a:pt x="587" y="1042"/>
                    </a:cubicBezTo>
                    <a:cubicBezTo>
                      <a:pt x="589" y="1041"/>
                      <a:pt x="589" y="1039"/>
                      <a:pt x="591" y="1039"/>
                    </a:cubicBezTo>
                    <a:cubicBezTo>
                      <a:pt x="593" y="1039"/>
                      <a:pt x="595" y="1041"/>
                      <a:pt x="597" y="1040"/>
                    </a:cubicBezTo>
                    <a:cubicBezTo>
                      <a:pt x="599" y="1039"/>
                      <a:pt x="600" y="1038"/>
                      <a:pt x="602" y="1037"/>
                    </a:cubicBezTo>
                    <a:cubicBezTo>
                      <a:pt x="604" y="1036"/>
                      <a:pt x="610" y="1038"/>
                      <a:pt x="610" y="1034"/>
                    </a:cubicBezTo>
                    <a:cubicBezTo>
                      <a:pt x="610" y="1032"/>
                      <a:pt x="608" y="1031"/>
                      <a:pt x="608" y="1029"/>
                    </a:cubicBezTo>
                    <a:cubicBezTo>
                      <a:pt x="608" y="1027"/>
                      <a:pt x="610" y="1027"/>
                      <a:pt x="611" y="1026"/>
                    </a:cubicBezTo>
                    <a:cubicBezTo>
                      <a:pt x="611" y="1025"/>
                      <a:pt x="611" y="1021"/>
                      <a:pt x="613" y="1023"/>
                    </a:cubicBezTo>
                    <a:cubicBezTo>
                      <a:pt x="614" y="1024"/>
                      <a:pt x="614" y="1025"/>
                      <a:pt x="614" y="1026"/>
                    </a:cubicBezTo>
                    <a:cubicBezTo>
                      <a:pt x="614" y="1027"/>
                      <a:pt x="613" y="1029"/>
                      <a:pt x="613" y="1030"/>
                    </a:cubicBezTo>
                    <a:cubicBezTo>
                      <a:pt x="615" y="1031"/>
                      <a:pt x="616" y="1027"/>
                      <a:pt x="616" y="1026"/>
                    </a:cubicBezTo>
                    <a:cubicBezTo>
                      <a:pt x="616" y="1024"/>
                      <a:pt x="615" y="1021"/>
                      <a:pt x="617" y="1019"/>
                    </a:cubicBezTo>
                    <a:cubicBezTo>
                      <a:pt x="619" y="1017"/>
                      <a:pt x="619" y="1022"/>
                      <a:pt x="619" y="1023"/>
                    </a:cubicBezTo>
                    <a:cubicBezTo>
                      <a:pt x="619" y="1025"/>
                      <a:pt x="619" y="1027"/>
                      <a:pt x="620" y="1028"/>
                    </a:cubicBezTo>
                    <a:cubicBezTo>
                      <a:pt x="621" y="1029"/>
                      <a:pt x="622" y="1029"/>
                      <a:pt x="623" y="1029"/>
                    </a:cubicBezTo>
                    <a:cubicBezTo>
                      <a:pt x="623" y="1029"/>
                      <a:pt x="623" y="1028"/>
                      <a:pt x="623" y="1027"/>
                    </a:cubicBezTo>
                    <a:cubicBezTo>
                      <a:pt x="624" y="1027"/>
                      <a:pt x="626" y="1028"/>
                      <a:pt x="627" y="1027"/>
                    </a:cubicBezTo>
                    <a:cubicBezTo>
                      <a:pt x="627" y="1026"/>
                      <a:pt x="627" y="1025"/>
                      <a:pt x="628" y="1024"/>
                    </a:cubicBezTo>
                    <a:cubicBezTo>
                      <a:pt x="629" y="1023"/>
                      <a:pt x="631" y="1024"/>
                      <a:pt x="632" y="1024"/>
                    </a:cubicBezTo>
                    <a:cubicBezTo>
                      <a:pt x="634" y="1024"/>
                      <a:pt x="635" y="1024"/>
                      <a:pt x="637" y="1024"/>
                    </a:cubicBezTo>
                    <a:cubicBezTo>
                      <a:pt x="639" y="1025"/>
                      <a:pt x="638" y="1028"/>
                      <a:pt x="641" y="1027"/>
                    </a:cubicBezTo>
                    <a:cubicBezTo>
                      <a:pt x="642" y="1027"/>
                      <a:pt x="643" y="1027"/>
                      <a:pt x="644" y="1028"/>
                    </a:cubicBezTo>
                    <a:cubicBezTo>
                      <a:pt x="645" y="1029"/>
                      <a:pt x="645" y="1030"/>
                      <a:pt x="646" y="1031"/>
                    </a:cubicBezTo>
                    <a:cubicBezTo>
                      <a:pt x="647" y="1031"/>
                      <a:pt x="649" y="1031"/>
                      <a:pt x="650" y="1030"/>
                    </a:cubicBezTo>
                    <a:cubicBezTo>
                      <a:pt x="650" y="1030"/>
                      <a:pt x="650" y="1029"/>
                      <a:pt x="650" y="1029"/>
                    </a:cubicBezTo>
                    <a:cubicBezTo>
                      <a:pt x="651" y="1028"/>
                      <a:pt x="652" y="1029"/>
                      <a:pt x="652" y="1029"/>
                    </a:cubicBezTo>
                    <a:cubicBezTo>
                      <a:pt x="653" y="1028"/>
                      <a:pt x="653" y="1028"/>
                      <a:pt x="653" y="1027"/>
                    </a:cubicBezTo>
                    <a:cubicBezTo>
                      <a:pt x="653" y="1027"/>
                      <a:pt x="653" y="1026"/>
                      <a:pt x="653" y="1026"/>
                    </a:cubicBezTo>
                    <a:cubicBezTo>
                      <a:pt x="654" y="1025"/>
                      <a:pt x="655" y="1025"/>
                      <a:pt x="656" y="1024"/>
                    </a:cubicBezTo>
                    <a:cubicBezTo>
                      <a:pt x="657" y="1024"/>
                      <a:pt x="657" y="1023"/>
                      <a:pt x="657" y="1022"/>
                    </a:cubicBezTo>
                    <a:cubicBezTo>
                      <a:pt x="657" y="1021"/>
                      <a:pt x="656" y="1020"/>
                      <a:pt x="657" y="1019"/>
                    </a:cubicBezTo>
                    <a:cubicBezTo>
                      <a:pt x="658" y="1018"/>
                      <a:pt x="658" y="1017"/>
                      <a:pt x="657" y="1017"/>
                    </a:cubicBezTo>
                    <a:cubicBezTo>
                      <a:pt x="656" y="1016"/>
                      <a:pt x="656" y="1016"/>
                      <a:pt x="656" y="1014"/>
                    </a:cubicBezTo>
                    <a:cubicBezTo>
                      <a:pt x="656" y="1013"/>
                      <a:pt x="657" y="1013"/>
                      <a:pt x="658" y="1012"/>
                    </a:cubicBezTo>
                    <a:cubicBezTo>
                      <a:pt x="659" y="1012"/>
                      <a:pt x="660" y="1011"/>
                      <a:pt x="659" y="1010"/>
                    </a:cubicBezTo>
                    <a:cubicBezTo>
                      <a:pt x="659" y="1009"/>
                      <a:pt x="658" y="1008"/>
                      <a:pt x="658" y="1007"/>
                    </a:cubicBezTo>
                    <a:cubicBezTo>
                      <a:pt x="657" y="1006"/>
                      <a:pt x="657" y="1005"/>
                      <a:pt x="657" y="1005"/>
                    </a:cubicBezTo>
                    <a:cubicBezTo>
                      <a:pt x="657" y="1003"/>
                      <a:pt x="657" y="1002"/>
                      <a:pt x="658" y="1001"/>
                    </a:cubicBezTo>
                    <a:cubicBezTo>
                      <a:pt x="659" y="1000"/>
                      <a:pt x="659" y="1001"/>
                      <a:pt x="660" y="1002"/>
                    </a:cubicBezTo>
                    <a:cubicBezTo>
                      <a:pt x="660" y="1003"/>
                      <a:pt x="661" y="1003"/>
                      <a:pt x="662" y="1001"/>
                    </a:cubicBezTo>
                    <a:cubicBezTo>
                      <a:pt x="662" y="1000"/>
                      <a:pt x="662" y="997"/>
                      <a:pt x="662" y="996"/>
                    </a:cubicBezTo>
                    <a:cubicBezTo>
                      <a:pt x="663" y="995"/>
                      <a:pt x="664" y="998"/>
                      <a:pt x="664" y="999"/>
                    </a:cubicBezTo>
                    <a:cubicBezTo>
                      <a:pt x="663" y="1001"/>
                      <a:pt x="663" y="1003"/>
                      <a:pt x="664" y="1005"/>
                    </a:cubicBezTo>
                    <a:cubicBezTo>
                      <a:pt x="664" y="1005"/>
                      <a:pt x="664" y="1006"/>
                      <a:pt x="664" y="1006"/>
                    </a:cubicBezTo>
                    <a:cubicBezTo>
                      <a:pt x="665" y="1006"/>
                      <a:pt x="666" y="1006"/>
                      <a:pt x="666" y="1007"/>
                    </a:cubicBezTo>
                    <a:cubicBezTo>
                      <a:pt x="667" y="1008"/>
                      <a:pt x="667" y="1009"/>
                      <a:pt x="667" y="1010"/>
                    </a:cubicBezTo>
                    <a:cubicBezTo>
                      <a:pt x="667" y="1011"/>
                      <a:pt x="668" y="1012"/>
                      <a:pt x="670" y="1012"/>
                    </a:cubicBezTo>
                    <a:cubicBezTo>
                      <a:pt x="672" y="1011"/>
                      <a:pt x="675" y="1013"/>
                      <a:pt x="678" y="1011"/>
                    </a:cubicBezTo>
                    <a:cubicBezTo>
                      <a:pt x="679" y="1011"/>
                      <a:pt x="679" y="1009"/>
                      <a:pt x="681" y="1009"/>
                    </a:cubicBezTo>
                    <a:cubicBezTo>
                      <a:pt x="681" y="1008"/>
                      <a:pt x="683" y="1008"/>
                      <a:pt x="684" y="1009"/>
                    </a:cubicBezTo>
                    <a:cubicBezTo>
                      <a:pt x="685" y="1010"/>
                      <a:pt x="684" y="1012"/>
                      <a:pt x="687" y="1012"/>
                    </a:cubicBezTo>
                    <a:cubicBezTo>
                      <a:pt x="687" y="1012"/>
                      <a:pt x="688" y="1012"/>
                      <a:pt x="688" y="1013"/>
                    </a:cubicBezTo>
                    <a:cubicBezTo>
                      <a:pt x="689" y="1013"/>
                      <a:pt x="689" y="1014"/>
                      <a:pt x="689" y="1014"/>
                    </a:cubicBezTo>
                    <a:cubicBezTo>
                      <a:pt x="690" y="1015"/>
                      <a:pt x="692" y="1015"/>
                      <a:pt x="693" y="1014"/>
                    </a:cubicBezTo>
                    <a:cubicBezTo>
                      <a:pt x="695" y="1014"/>
                      <a:pt x="697" y="1014"/>
                      <a:pt x="698" y="1014"/>
                    </a:cubicBezTo>
                    <a:cubicBezTo>
                      <a:pt x="700" y="1014"/>
                      <a:pt x="700" y="1015"/>
                      <a:pt x="701" y="1016"/>
                    </a:cubicBezTo>
                    <a:cubicBezTo>
                      <a:pt x="701" y="1018"/>
                      <a:pt x="703" y="1018"/>
                      <a:pt x="704" y="1019"/>
                    </a:cubicBezTo>
                    <a:cubicBezTo>
                      <a:pt x="704" y="1020"/>
                      <a:pt x="705" y="1022"/>
                      <a:pt x="707" y="1022"/>
                    </a:cubicBezTo>
                    <a:cubicBezTo>
                      <a:pt x="708" y="1023"/>
                      <a:pt x="709" y="1022"/>
                      <a:pt x="710" y="1022"/>
                    </a:cubicBezTo>
                    <a:cubicBezTo>
                      <a:pt x="711" y="1021"/>
                      <a:pt x="713" y="1020"/>
                      <a:pt x="714" y="1020"/>
                    </a:cubicBezTo>
                    <a:cubicBezTo>
                      <a:pt x="715" y="1021"/>
                      <a:pt x="716" y="1022"/>
                      <a:pt x="717" y="1023"/>
                    </a:cubicBezTo>
                    <a:cubicBezTo>
                      <a:pt x="718" y="1023"/>
                      <a:pt x="719" y="1024"/>
                      <a:pt x="719" y="1024"/>
                    </a:cubicBezTo>
                    <a:cubicBezTo>
                      <a:pt x="720" y="1024"/>
                      <a:pt x="720" y="1024"/>
                      <a:pt x="721" y="1024"/>
                    </a:cubicBezTo>
                    <a:cubicBezTo>
                      <a:pt x="722" y="1024"/>
                      <a:pt x="723" y="1025"/>
                      <a:pt x="724" y="1025"/>
                    </a:cubicBezTo>
                    <a:cubicBezTo>
                      <a:pt x="725" y="1026"/>
                      <a:pt x="727" y="1025"/>
                      <a:pt x="729" y="1025"/>
                    </a:cubicBezTo>
                    <a:cubicBezTo>
                      <a:pt x="731" y="1024"/>
                      <a:pt x="733" y="1024"/>
                      <a:pt x="735" y="1024"/>
                    </a:cubicBezTo>
                    <a:cubicBezTo>
                      <a:pt x="736" y="1024"/>
                      <a:pt x="738" y="1025"/>
                      <a:pt x="738" y="1025"/>
                    </a:cubicBezTo>
                    <a:cubicBezTo>
                      <a:pt x="738" y="1026"/>
                      <a:pt x="736" y="1026"/>
                      <a:pt x="736" y="1026"/>
                    </a:cubicBezTo>
                    <a:cubicBezTo>
                      <a:pt x="734" y="1027"/>
                      <a:pt x="730" y="1025"/>
                      <a:pt x="729" y="1027"/>
                    </a:cubicBezTo>
                    <a:cubicBezTo>
                      <a:pt x="729" y="1028"/>
                      <a:pt x="729" y="1030"/>
                      <a:pt x="729" y="1031"/>
                    </a:cubicBezTo>
                    <a:cubicBezTo>
                      <a:pt x="730" y="1032"/>
                      <a:pt x="732" y="1031"/>
                      <a:pt x="733" y="1031"/>
                    </a:cubicBezTo>
                    <a:cubicBezTo>
                      <a:pt x="734" y="1031"/>
                      <a:pt x="735" y="1031"/>
                      <a:pt x="736" y="1032"/>
                    </a:cubicBezTo>
                    <a:cubicBezTo>
                      <a:pt x="737" y="1032"/>
                      <a:pt x="737" y="1033"/>
                      <a:pt x="738" y="1033"/>
                    </a:cubicBezTo>
                    <a:cubicBezTo>
                      <a:pt x="740" y="1034"/>
                      <a:pt x="743" y="1032"/>
                      <a:pt x="743" y="1035"/>
                    </a:cubicBezTo>
                    <a:cubicBezTo>
                      <a:pt x="743" y="1039"/>
                      <a:pt x="740" y="1036"/>
                      <a:pt x="739" y="1035"/>
                    </a:cubicBezTo>
                    <a:cubicBezTo>
                      <a:pt x="735" y="1034"/>
                      <a:pt x="732" y="1035"/>
                      <a:pt x="729" y="1035"/>
                    </a:cubicBezTo>
                    <a:cubicBezTo>
                      <a:pt x="727" y="1035"/>
                      <a:pt x="726" y="1034"/>
                      <a:pt x="725" y="1034"/>
                    </a:cubicBezTo>
                    <a:cubicBezTo>
                      <a:pt x="723" y="1034"/>
                      <a:pt x="722" y="1035"/>
                      <a:pt x="721" y="1035"/>
                    </a:cubicBezTo>
                    <a:cubicBezTo>
                      <a:pt x="720" y="1034"/>
                      <a:pt x="718" y="1033"/>
                      <a:pt x="717" y="1031"/>
                    </a:cubicBezTo>
                    <a:cubicBezTo>
                      <a:pt x="716" y="1030"/>
                      <a:pt x="715" y="1028"/>
                      <a:pt x="714" y="1027"/>
                    </a:cubicBezTo>
                    <a:cubicBezTo>
                      <a:pt x="711" y="1026"/>
                      <a:pt x="708" y="1027"/>
                      <a:pt x="706" y="1027"/>
                    </a:cubicBezTo>
                    <a:cubicBezTo>
                      <a:pt x="703" y="1027"/>
                      <a:pt x="701" y="1027"/>
                      <a:pt x="699" y="1027"/>
                    </a:cubicBezTo>
                    <a:cubicBezTo>
                      <a:pt x="698" y="1027"/>
                      <a:pt x="696" y="1027"/>
                      <a:pt x="695" y="1028"/>
                    </a:cubicBezTo>
                    <a:cubicBezTo>
                      <a:pt x="694" y="1030"/>
                      <a:pt x="695" y="1032"/>
                      <a:pt x="697" y="1033"/>
                    </a:cubicBezTo>
                    <a:cubicBezTo>
                      <a:pt x="700" y="1034"/>
                      <a:pt x="702" y="1036"/>
                      <a:pt x="699" y="1038"/>
                    </a:cubicBezTo>
                    <a:cubicBezTo>
                      <a:pt x="698" y="1040"/>
                      <a:pt x="695" y="1041"/>
                      <a:pt x="693" y="1039"/>
                    </a:cubicBezTo>
                    <a:cubicBezTo>
                      <a:pt x="691" y="1038"/>
                      <a:pt x="690" y="1036"/>
                      <a:pt x="687" y="1035"/>
                    </a:cubicBezTo>
                    <a:cubicBezTo>
                      <a:pt x="685" y="1034"/>
                      <a:pt x="683" y="1035"/>
                      <a:pt x="681" y="1036"/>
                    </a:cubicBezTo>
                    <a:cubicBezTo>
                      <a:pt x="676" y="1040"/>
                      <a:pt x="673" y="1046"/>
                      <a:pt x="670" y="1051"/>
                    </a:cubicBezTo>
                    <a:cubicBezTo>
                      <a:pt x="669" y="1052"/>
                      <a:pt x="668" y="1053"/>
                      <a:pt x="667" y="1054"/>
                    </a:cubicBezTo>
                    <a:cubicBezTo>
                      <a:pt x="666" y="1055"/>
                      <a:pt x="666" y="1057"/>
                      <a:pt x="666" y="1059"/>
                    </a:cubicBezTo>
                    <a:cubicBezTo>
                      <a:pt x="664" y="1062"/>
                      <a:pt x="663" y="1065"/>
                      <a:pt x="662" y="1067"/>
                    </a:cubicBezTo>
                    <a:cubicBezTo>
                      <a:pt x="660" y="1071"/>
                      <a:pt x="657" y="1072"/>
                      <a:pt x="654" y="1073"/>
                    </a:cubicBezTo>
                    <a:cubicBezTo>
                      <a:pt x="649" y="1075"/>
                      <a:pt x="648" y="1079"/>
                      <a:pt x="644" y="1082"/>
                    </a:cubicBezTo>
                    <a:cubicBezTo>
                      <a:pt x="643" y="1083"/>
                      <a:pt x="641" y="1084"/>
                      <a:pt x="639" y="1085"/>
                    </a:cubicBezTo>
                    <a:cubicBezTo>
                      <a:pt x="638" y="1086"/>
                      <a:pt x="637" y="1088"/>
                      <a:pt x="636" y="1090"/>
                    </a:cubicBezTo>
                    <a:cubicBezTo>
                      <a:pt x="634" y="1093"/>
                      <a:pt x="635" y="1098"/>
                      <a:pt x="633" y="1101"/>
                    </a:cubicBezTo>
                    <a:cubicBezTo>
                      <a:pt x="632" y="1103"/>
                      <a:pt x="630" y="1105"/>
                      <a:pt x="629" y="1108"/>
                    </a:cubicBezTo>
                    <a:cubicBezTo>
                      <a:pt x="628" y="1110"/>
                      <a:pt x="627" y="1112"/>
                      <a:pt x="625" y="1114"/>
                    </a:cubicBezTo>
                    <a:cubicBezTo>
                      <a:pt x="624" y="1116"/>
                      <a:pt x="623" y="1117"/>
                      <a:pt x="621" y="1119"/>
                    </a:cubicBezTo>
                    <a:cubicBezTo>
                      <a:pt x="619" y="1120"/>
                      <a:pt x="618" y="1121"/>
                      <a:pt x="617" y="1123"/>
                    </a:cubicBezTo>
                    <a:cubicBezTo>
                      <a:pt x="616" y="1128"/>
                      <a:pt x="620" y="1131"/>
                      <a:pt x="622" y="1134"/>
                    </a:cubicBezTo>
                    <a:cubicBezTo>
                      <a:pt x="623" y="1136"/>
                      <a:pt x="624" y="1139"/>
                      <a:pt x="625" y="1141"/>
                    </a:cubicBezTo>
                    <a:cubicBezTo>
                      <a:pt x="626" y="1143"/>
                      <a:pt x="627" y="1145"/>
                      <a:pt x="628" y="1148"/>
                    </a:cubicBezTo>
                    <a:cubicBezTo>
                      <a:pt x="630" y="1152"/>
                      <a:pt x="631" y="1156"/>
                      <a:pt x="632" y="1161"/>
                    </a:cubicBezTo>
                    <a:cubicBezTo>
                      <a:pt x="632" y="1163"/>
                      <a:pt x="632" y="1166"/>
                      <a:pt x="632" y="1169"/>
                    </a:cubicBezTo>
                    <a:cubicBezTo>
                      <a:pt x="632" y="1170"/>
                      <a:pt x="632" y="1172"/>
                      <a:pt x="633" y="1174"/>
                    </a:cubicBezTo>
                    <a:cubicBezTo>
                      <a:pt x="634" y="1175"/>
                      <a:pt x="635" y="1174"/>
                      <a:pt x="637" y="1174"/>
                    </a:cubicBezTo>
                    <a:cubicBezTo>
                      <a:pt x="638" y="1173"/>
                      <a:pt x="639" y="1172"/>
                      <a:pt x="640" y="1174"/>
                    </a:cubicBezTo>
                    <a:cubicBezTo>
                      <a:pt x="640" y="1175"/>
                      <a:pt x="639" y="1177"/>
                      <a:pt x="638" y="1178"/>
                    </a:cubicBezTo>
                    <a:cubicBezTo>
                      <a:pt x="636" y="1182"/>
                      <a:pt x="635" y="1186"/>
                      <a:pt x="635" y="1191"/>
                    </a:cubicBezTo>
                    <a:cubicBezTo>
                      <a:pt x="634" y="1195"/>
                      <a:pt x="635" y="1198"/>
                      <a:pt x="636" y="1202"/>
                    </a:cubicBezTo>
                    <a:cubicBezTo>
                      <a:pt x="638" y="1207"/>
                      <a:pt x="640" y="1211"/>
                      <a:pt x="642" y="1216"/>
                    </a:cubicBezTo>
                    <a:cubicBezTo>
                      <a:pt x="644" y="1219"/>
                      <a:pt x="647" y="1222"/>
                      <a:pt x="651" y="1222"/>
                    </a:cubicBezTo>
                    <a:cubicBezTo>
                      <a:pt x="656" y="1222"/>
                      <a:pt x="657" y="1216"/>
                      <a:pt x="659" y="1213"/>
                    </a:cubicBezTo>
                    <a:cubicBezTo>
                      <a:pt x="660" y="1212"/>
                      <a:pt x="663" y="1209"/>
                      <a:pt x="665" y="1209"/>
                    </a:cubicBezTo>
                    <a:cubicBezTo>
                      <a:pt x="667" y="1209"/>
                      <a:pt x="665" y="1213"/>
                      <a:pt x="665" y="1214"/>
                    </a:cubicBezTo>
                    <a:cubicBezTo>
                      <a:pt x="663" y="1217"/>
                      <a:pt x="661" y="1221"/>
                      <a:pt x="659" y="1224"/>
                    </a:cubicBezTo>
                    <a:cubicBezTo>
                      <a:pt x="658" y="1226"/>
                      <a:pt x="657" y="1228"/>
                      <a:pt x="655" y="1229"/>
                    </a:cubicBezTo>
                    <a:cubicBezTo>
                      <a:pt x="652" y="1231"/>
                      <a:pt x="648" y="1232"/>
                      <a:pt x="646" y="1236"/>
                    </a:cubicBezTo>
                    <a:cubicBezTo>
                      <a:pt x="644" y="1240"/>
                      <a:pt x="647" y="1246"/>
                      <a:pt x="647" y="1251"/>
                    </a:cubicBezTo>
                    <a:cubicBezTo>
                      <a:pt x="647" y="1252"/>
                      <a:pt x="647" y="1255"/>
                      <a:pt x="648" y="1256"/>
                    </a:cubicBezTo>
                    <a:cubicBezTo>
                      <a:pt x="649" y="1257"/>
                      <a:pt x="650" y="1255"/>
                      <a:pt x="651" y="1254"/>
                    </a:cubicBezTo>
                    <a:cubicBezTo>
                      <a:pt x="651" y="1253"/>
                      <a:pt x="655" y="1246"/>
                      <a:pt x="657" y="1249"/>
                    </a:cubicBezTo>
                    <a:cubicBezTo>
                      <a:pt x="658" y="1251"/>
                      <a:pt x="657" y="1256"/>
                      <a:pt x="660" y="1256"/>
                    </a:cubicBezTo>
                    <a:cubicBezTo>
                      <a:pt x="663" y="1257"/>
                      <a:pt x="666" y="1251"/>
                      <a:pt x="668" y="1250"/>
                    </a:cubicBezTo>
                    <a:cubicBezTo>
                      <a:pt x="670" y="1248"/>
                      <a:pt x="673" y="1247"/>
                      <a:pt x="676" y="1245"/>
                    </a:cubicBezTo>
                    <a:cubicBezTo>
                      <a:pt x="678" y="1242"/>
                      <a:pt x="679" y="1239"/>
                      <a:pt x="681" y="1236"/>
                    </a:cubicBezTo>
                    <a:cubicBezTo>
                      <a:pt x="681" y="1235"/>
                      <a:pt x="682" y="1234"/>
                      <a:pt x="683" y="1233"/>
                    </a:cubicBezTo>
                    <a:cubicBezTo>
                      <a:pt x="686" y="1230"/>
                      <a:pt x="686" y="1227"/>
                      <a:pt x="687" y="1224"/>
                    </a:cubicBezTo>
                    <a:cubicBezTo>
                      <a:pt x="688" y="1223"/>
                      <a:pt x="688" y="1219"/>
                      <a:pt x="690" y="1220"/>
                    </a:cubicBezTo>
                    <a:cubicBezTo>
                      <a:pt x="693" y="1220"/>
                      <a:pt x="691" y="1225"/>
                      <a:pt x="690" y="1227"/>
                    </a:cubicBezTo>
                    <a:cubicBezTo>
                      <a:pt x="690" y="1228"/>
                      <a:pt x="689" y="1229"/>
                      <a:pt x="689" y="1230"/>
                    </a:cubicBezTo>
                    <a:cubicBezTo>
                      <a:pt x="689" y="1231"/>
                      <a:pt x="690" y="1231"/>
                      <a:pt x="690" y="1232"/>
                    </a:cubicBezTo>
                    <a:cubicBezTo>
                      <a:pt x="692" y="1234"/>
                      <a:pt x="693" y="1236"/>
                      <a:pt x="691" y="1239"/>
                    </a:cubicBezTo>
                    <a:cubicBezTo>
                      <a:pt x="690" y="1240"/>
                      <a:pt x="687" y="1243"/>
                      <a:pt x="689" y="1245"/>
                    </a:cubicBezTo>
                    <a:cubicBezTo>
                      <a:pt x="691" y="1246"/>
                      <a:pt x="694" y="1246"/>
                      <a:pt x="696" y="1245"/>
                    </a:cubicBezTo>
                    <a:cubicBezTo>
                      <a:pt x="701" y="1244"/>
                      <a:pt x="706" y="1241"/>
                      <a:pt x="710" y="1237"/>
                    </a:cubicBezTo>
                    <a:cubicBezTo>
                      <a:pt x="712" y="1236"/>
                      <a:pt x="714" y="1235"/>
                      <a:pt x="716" y="1235"/>
                    </a:cubicBezTo>
                    <a:cubicBezTo>
                      <a:pt x="719" y="1234"/>
                      <a:pt x="720" y="1233"/>
                      <a:pt x="722" y="1233"/>
                    </a:cubicBezTo>
                    <a:cubicBezTo>
                      <a:pt x="724" y="1232"/>
                      <a:pt x="729" y="1232"/>
                      <a:pt x="729" y="1235"/>
                    </a:cubicBezTo>
                    <a:cubicBezTo>
                      <a:pt x="728" y="1237"/>
                      <a:pt x="725" y="1237"/>
                      <a:pt x="724" y="1237"/>
                    </a:cubicBezTo>
                    <a:cubicBezTo>
                      <a:pt x="722" y="1238"/>
                      <a:pt x="719" y="1238"/>
                      <a:pt x="717" y="1238"/>
                    </a:cubicBezTo>
                    <a:cubicBezTo>
                      <a:pt x="716" y="1238"/>
                      <a:pt x="714" y="1238"/>
                      <a:pt x="714" y="1239"/>
                    </a:cubicBezTo>
                    <a:cubicBezTo>
                      <a:pt x="713" y="1240"/>
                      <a:pt x="712" y="1241"/>
                      <a:pt x="712" y="1242"/>
                    </a:cubicBezTo>
                    <a:cubicBezTo>
                      <a:pt x="712" y="1244"/>
                      <a:pt x="712" y="1245"/>
                      <a:pt x="712" y="1246"/>
                    </a:cubicBezTo>
                    <a:cubicBezTo>
                      <a:pt x="713" y="1247"/>
                      <a:pt x="714" y="1248"/>
                      <a:pt x="715" y="1248"/>
                    </a:cubicBezTo>
                    <a:cubicBezTo>
                      <a:pt x="718" y="1249"/>
                      <a:pt x="716" y="1252"/>
                      <a:pt x="716" y="1254"/>
                    </a:cubicBezTo>
                    <a:cubicBezTo>
                      <a:pt x="716" y="1256"/>
                      <a:pt x="719" y="1255"/>
                      <a:pt x="721" y="1257"/>
                    </a:cubicBezTo>
                    <a:cubicBezTo>
                      <a:pt x="722" y="1259"/>
                      <a:pt x="718" y="1260"/>
                      <a:pt x="717" y="1261"/>
                    </a:cubicBezTo>
                    <a:cubicBezTo>
                      <a:pt x="715" y="1262"/>
                      <a:pt x="714" y="1264"/>
                      <a:pt x="712" y="1265"/>
                    </a:cubicBezTo>
                    <a:cubicBezTo>
                      <a:pt x="709" y="1265"/>
                      <a:pt x="706" y="1265"/>
                      <a:pt x="703" y="1267"/>
                    </a:cubicBezTo>
                    <a:cubicBezTo>
                      <a:pt x="700" y="1269"/>
                      <a:pt x="699" y="1274"/>
                      <a:pt x="696" y="1277"/>
                    </a:cubicBezTo>
                    <a:cubicBezTo>
                      <a:pt x="694" y="1279"/>
                      <a:pt x="694" y="1281"/>
                      <a:pt x="694" y="1283"/>
                    </a:cubicBezTo>
                    <a:cubicBezTo>
                      <a:pt x="695" y="1286"/>
                      <a:pt x="698" y="1288"/>
                      <a:pt x="701" y="1287"/>
                    </a:cubicBezTo>
                    <a:cubicBezTo>
                      <a:pt x="703" y="1286"/>
                      <a:pt x="704" y="1283"/>
                      <a:pt x="705" y="1281"/>
                    </a:cubicBezTo>
                    <a:cubicBezTo>
                      <a:pt x="706" y="1278"/>
                      <a:pt x="709" y="1276"/>
                      <a:pt x="712" y="1276"/>
                    </a:cubicBezTo>
                    <a:cubicBezTo>
                      <a:pt x="715" y="1275"/>
                      <a:pt x="712" y="1278"/>
                      <a:pt x="711" y="1278"/>
                    </a:cubicBezTo>
                    <a:cubicBezTo>
                      <a:pt x="708" y="1280"/>
                      <a:pt x="706" y="1282"/>
                      <a:pt x="706" y="1285"/>
                    </a:cubicBezTo>
                    <a:cubicBezTo>
                      <a:pt x="706" y="1287"/>
                      <a:pt x="708" y="1291"/>
                      <a:pt x="705" y="1291"/>
                    </a:cubicBezTo>
                    <a:cubicBezTo>
                      <a:pt x="703" y="1291"/>
                      <a:pt x="699" y="1290"/>
                      <a:pt x="698" y="1291"/>
                    </a:cubicBezTo>
                    <a:cubicBezTo>
                      <a:pt x="697" y="1293"/>
                      <a:pt x="700" y="1296"/>
                      <a:pt x="701" y="1297"/>
                    </a:cubicBezTo>
                    <a:cubicBezTo>
                      <a:pt x="702" y="1299"/>
                      <a:pt x="699" y="1300"/>
                      <a:pt x="697" y="1301"/>
                    </a:cubicBezTo>
                    <a:cubicBezTo>
                      <a:pt x="696" y="1302"/>
                      <a:pt x="693" y="1304"/>
                      <a:pt x="691" y="1302"/>
                    </a:cubicBezTo>
                    <a:cubicBezTo>
                      <a:pt x="689" y="1301"/>
                      <a:pt x="689" y="1299"/>
                      <a:pt x="687" y="1298"/>
                    </a:cubicBezTo>
                    <a:cubicBezTo>
                      <a:pt x="685" y="1297"/>
                      <a:pt x="682" y="1298"/>
                      <a:pt x="680" y="1299"/>
                    </a:cubicBezTo>
                    <a:cubicBezTo>
                      <a:pt x="675" y="1302"/>
                      <a:pt x="674" y="1308"/>
                      <a:pt x="675" y="1313"/>
                    </a:cubicBezTo>
                    <a:cubicBezTo>
                      <a:pt x="675" y="1316"/>
                      <a:pt x="678" y="1322"/>
                      <a:pt x="682" y="1322"/>
                    </a:cubicBezTo>
                    <a:cubicBezTo>
                      <a:pt x="685" y="1323"/>
                      <a:pt x="688" y="1321"/>
                      <a:pt x="691" y="1322"/>
                    </a:cubicBezTo>
                    <a:cubicBezTo>
                      <a:pt x="692" y="1322"/>
                      <a:pt x="696" y="1325"/>
                      <a:pt x="693" y="1325"/>
                    </a:cubicBezTo>
                    <a:cubicBezTo>
                      <a:pt x="690" y="1326"/>
                      <a:pt x="687" y="1324"/>
                      <a:pt x="685" y="1324"/>
                    </a:cubicBezTo>
                    <a:cubicBezTo>
                      <a:pt x="683" y="1323"/>
                      <a:pt x="680" y="1324"/>
                      <a:pt x="678" y="1323"/>
                    </a:cubicBezTo>
                    <a:cubicBezTo>
                      <a:pt x="674" y="1322"/>
                      <a:pt x="673" y="1316"/>
                      <a:pt x="673" y="1313"/>
                    </a:cubicBezTo>
                    <a:cubicBezTo>
                      <a:pt x="672" y="1311"/>
                      <a:pt x="673" y="1309"/>
                      <a:pt x="673" y="1307"/>
                    </a:cubicBezTo>
                    <a:cubicBezTo>
                      <a:pt x="674" y="1305"/>
                      <a:pt x="674" y="1302"/>
                      <a:pt x="672" y="1301"/>
                    </a:cubicBezTo>
                    <a:cubicBezTo>
                      <a:pt x="667" y="1298"/>
                      <a:pt x="666" y="1308"/>
                      <a:pt x="664" y="1311"/>
                    </a:cubicBezTo>
                    <a:cubicBezTo>
                      <a:pt x="664" y="1313"/>
                      <a:pt x="662" y="1315"/>
                      <a:pt x="662" y="1317"/>
                    </a:cubicBezTo>
                    <a:cubicBezTo>
                      <a:pt x="662" y="1319"/>
                      <a:pt x="661" y="1322"/>
                      <a:pt x="661" y="1324"/>
                    </a:cubicBezTo>
                    <a:cubicBezTo>
                      <a:pt x="660" y="1327"/>
                      <a:pt x="658" y="1329"/>
                      <a:pt x="658" y="1332"/>
                    </a:cubicBezTo>
                    <a:cubicBezTo>
                      <a:pt x="658" y="1334"/>
                      <a:pt x="658" y="1336"/>
                      <a:pt x="658" y="1338"/>
                    </a:cubicBezTo>
                    <a:cubicBezTo>
                      <a:pt x="658" y="1342"/>
                      <a:pt x="658" y="1348"/>
                      <a:pt x="662" y="1350"/>
                    </a:cubicBezTo>
                    <a:cubicBezTo>
                      <a:pt x="664" y="1351"/>
                      <a:pt x="668" y="1352"/>
                      <a:pt x="671" y="1352"/>
                    </a:cubicBezTo>
                    <a:cubicBezTo>
                      <a:pt x="673" y="1352"/>
                      <a:pt x="675" y="1353"/>
                      <a:pt x="677" y="1354"/>
                    </a:cubicBezTo>
                    <a:cubicBezTo>
                      <a:pt x="683" y="1355"/>
                      <a:pt x="690" y="1354"/>
                      <a:pt x="696" y="1354"/>
                    </a:cubicBezTo>
                    <a:cubicBezTo>
                      <a:pt x="700" y="1354"/>
                      <a:pt x="705" y="1356"/>
                      <a:pt x="709" y="1357"/>
                    </a:cubicBezTo>
                    <a:cubicBezTo>
                      <a:pt x="711" y="1358"/>
                      <a:pt x="712" y="1358"/>
                      <a:pt x="714" y="1360"/>
                    </a:cubicBezTo>
                    <a:cubicBezTo>
                      <a:pt x="713" y="1360"/>
                      <a:pt x="712" y="1360"/>
                      <a:pt x="710" y="1360"/>
                    </a:cubicBezTo>
                    <a:cubicBezTo>
                      <a:pt x="708" y="1360"/>
                      <a:pt x="707" y="1359"/>
                      <a:pt x="704" y="1359"/>
                    </a:cubicBezTo>
                    <a:cubicBezTo>
                      <a:pt x="702" y="1358"/>
                      <a:pt x="700" y="1357"/>
                      <a:pt x="698" y="1356"/>
                    </a:cubicBezTo>
                    <a:cubicBezTo>
                      <a:pt x="696" y="1355"/>
                      <a:pt x="695" y="1356"/>
                      <a:pt x="693" y="1356"/>
                    </a:cubicBezTo>
                    <a:cubicBezTo>
                      <a:pt x="692" y="1356"/>
                      <a:pt x="691" y="1356"/>
                      <a:pt x="690" y="1356"/>
                    </a:cubicBezTo>
                    <a:cubicBezTo>
                      <a:pt x="688" y="1357"/>
                      <a:pt x="688" y="1360"/>
                      <a:pt x="688" y="1362"/>
                    </a:cubicBezTo>
                    <a:cubicBezTo>
                      <a:pt x="688" y="1362"/>
                      <a:pt x="688" y="1365"/>
                      <a:pt x="687" y="1364"/>
                    </a:cubicBezTo>
                    <a:cubicBezTo>
                      <a:pt x="685" y="1363"/>
                      <a:pt x="687" y="1359"/>
                      <a:pt x="684" y="1358"/>
                    </a:cubicBezTo>
                    <a:cubicBezTo>
                      <a:pt x="683" y="1358"/>
                      <a:pt x="682" y="1359"/>
                      <a:pt x="682" y="1359"/>
                    </a:cubicBezTo>
                    <a:cubicBezTo>
                      <a:pt x="680" y="1360"/>
                      <a:pt x="679" y="1360"/>
                      <a:pt x="677" y="1360"/>
                    </a:cubicBezTo>
                    <a:cubicBezTo>
                      <a:pt x="676" y="1360"/>
                      <a:pt x="675" y="1360"/>
                      <a:pt x="674" y="1361"/>
                    </a:cubicBezTo>
                    <a:cubicBezTo>
                      <a:pt x="673" y="1361"/>
                      <a:pt x="673" y="1361"/>
                      <a:pt x="672" y="1361"/>
                    </a:cubicBezTo>
                    <a:cubicBezTo>
                      <a:pt x="670" y="1361"/>
                      <a:pt x="669" y="1361"/>
                      <a:pt x="667" y="1361"/>
                    </a:cubicBezTo>
                    <a:cubicBezTo>
                      <a:pt x="666" y="1362"/>
                      <a:pt x="665" y="1361"/>
                      <a:pt x="665" y="1362"/>
                    </a:cubicBezTo>
                    <a:cubicBezTo>
                      <a:pt x="663" y="1362"/>
                      <a:pt x="663" y="1364"/>
                      <a:pt x="662" y="1365"/>
                    </a:cubicBezTo>
                    <a:cubicBezTo>
                      <a:pt x="660" y="1366"/>
                      <a:pt x="659" y="1367"/>
                      <a:pt x="657" y="1368"/>
                    </a:cubicBezTo>
                    <a:cubicBezTo>
                      <a:pt x="655" y="1371"/>
                      <a:pt x="652" y="1373"/>
                      <a:pt x="649" y="1376"/>
                    </a:cubicBezTo>
                    <a:cubicBezTo>
                      <a:pt x="647" y="1378"/>
                      <a:pt x="644" y="1381"/>
                      <a:pt x="642" y="1383"/>
                    </a:cubicBezTo>
                    <a:cubicBezTo>
                      <a:pt x="640" y="1386"/>
                      <a:pt x="638" y="1388"/>
                      <a:pt x="637" y="1390"/>
                    </a:cubicBezTo>
                    <a:cubicBezTo>
                      <a:pt x="634" y="1396"/>
                      <a:pt x="633" y="1402"/>
                      <a:pt x="636" y="1408"/>
                    </a:cubicBezTo>
                    <a:cubicBezTo>
                      <a:pt x="637" y="1411"/>
                      <a:pt x="638" y="1413"/>
                      <a:pt x="638" y="1416"/>
                    </a:cubicBezTo>
                    <a:cubicBezTo>
                      <a:pt x="638" y="1420"/>
                      <a:pt x="638" y="1423"/>
                      <a:pt x="639" y="1426"/>
                    </a:cubicBezTo>
                    <a:cubicBezTo>
                      <a:pt x="639" y="1429"/>
                      <a:pt x="640" y="1432"/>
                      <a:pt x="641" y="1435"/>
                    </a:cubicBezTo>
                    <a:cubicBezTo>
                      <a:pt x="641" y="1438"/>
                      <a:pt x="641" y="1441"/>
                      <a:pt x="643" y="1444"/>
                    </a:cubicBezTo>
                    <a:cubicBezTo>
                      <a:pt x="644" y="1447"/>
                      <a:pt x="646" y="1450"/>
                      <a:pt x="648" y="1453"/>
                    </a:cubicBezTo>
                    <a:cubicBezTo>
                      <a:pt x="650" y="1455"/>
                      <a:pt x="652" y="1457"/>
                      <a:pt x="654" y="1460"/>
                    </a:cubicBezTo>
                    <a:cubicBezTo>
                      <a:pt x="655" y="1462"/>
                      <a:pt x="658" y="1463"/>
                      <a:pt x="660" y="1463"/>
                    </a:cubicBezTo>
                    <a:cubicBezTo>
                      <a:pt x="662" y="1464"/>
                      <a:pt x="667" y="1465"/>
                      <a:pt x="668" y="1467"/>
                    </a:cubicBezTo>
                    <a:cubicBezTo>
                      <a:pt x="669" y="1470"/>
                      <a:pt x="658" y="1470"/>
                      <a:pt x="657" y="1471"/>
                    </a:cubicBezTo>
                    <a:cubicBezTo>
                      <a:pt x="652" y="1471"/>
                      <a:pt x="648" y="1470"/>
                      <a:pt x="646" y="1466"/>
                    </a:cubicBezTo>
                    <a:cubicBezTo>
                      <a:pt x="644" y="1463"/>
                      <a:pt x="643" y="1459"/>
                      <a:pt x="642" y="1455"/>
                    </a:cubicBezTo>
                    <a:cubicBezTo>
                      <a:pt x="641" y="1454"/>
                      <a:pt x="641" y="1452"/>
                      <a:pt x="640" y="1450"/>
                    </a:cubicBezTo>
                    <a:cubicBezTo>
                      <a:pt x="640" y="1448"/>
                      <a:pt x="639" y="1447"/>
                      <a:pt x="639" y="1445"/>
                    </a:cubicBezTo>
                    <a:cubicBezTo>
                      <a:pt x="638" y="1443"/>
                      <a:pt x="637" y="1440"/>
                      <a:pt x="638" y="1438"/>
                    </a:cubicBezTo>
                    <a:cubicBezTo>
                      <a:pt x="638" y="1436"/>
                      <a:pt x="638" y="1435"/>
                      <a:pt x="637" y="1433"/>
                    </a:cubicBezTo>
                    <a:cubicBezTo>
                      <a:pt x="637" y="1432"/>
                      <a:pt x="637" y="1430"/>
                      <a:pt x="637" y="1429"/>
                    </a:cubicBezTo>
                    <a:cubicBezTo>
                      <a:pt x="636" y="1427"/>
                      <a:pt x="632" y="1428"/>
                      <a:pt x="631" y="1428"/>
                    </a:cubicBezTo>
                    <a:cubicBezTo>
                      <a:pt x="628" y="1428"/>
                      <a:pt x="625" y="1429"/>
                      <a:pt x="623" y="1429"/>
                    </a:cubicBezTo>
                    <a:cubicBezTo>
                      <a:pt x="620" y="1430"/>
                      <a:pt x="617" y="1431"/>
                      <a:pt x="614" y="1432"/>
                    </a:cubicBezTo>
                    <a:cubicBezTo>
                      <a:pt x="611" y="1433"/>
                      <a:pt x="611" y="1436"/>
                      <a:pt x="610" y="1439"/>
                    </a:cubicBezTo>
                    <a:cubicBezTo>
                      <a:pt x="610" y="1440"/>
                      <a:pt x="610" y="1442"/>
                      <a:pt x="610" y="1443"/>
                    </a:cubicBezTo>
                    <a:cubicBezTo>
                      <a:pt x="610" y="1445"/>
                      <a:pt x="611" y="1446"/>
                      <a:pt x="612" y="1447"/>
                    </a:cubicBezTo>
                    <a:cubicBezTo>
                      <a:pt x="614" y="1449"/>
                      <a:pt x="614" y="1452"/>
                      <a:pt x="615" y="1455"/>
                    </a:cubicBezTo>
                    <a:cubicBezTo>
                      <a:pt x="615" y="1459"/>
                      <a:pt x="617" y="1462"/>
                      <a:pt x="617" y="1465"/>
                    </a:cubicBezTo>
                    <a:cubicBezTo>
                      <a:pt x="617" y="1467"/>
                      <a:pt x="617" y="1471"/>
                      <a:pt x="614" y="1472"/>
                    </a:cubicBezTo>
                    <a:cubicBezTo>
                      <a:pt x="612" y="1474"/>
                      <a:pt x="609" y="1469"/>
                      <a:pt x="608" y="1467"/>
                    </a:cubicBezTo>
                    <a:cubicBezTo>
                      <a:pt x="606" y="1465"/>
                      <a:pt x="603" y="1463"/>
                      <a:pt x="601" y="1460"/>
                    </a:cubicBezTo>
                    <a:cubicBezTo>
                      <a:pt x="599" y="1458"/>
                      <a:pt x="598" y="1455"/>
                      <a:pt x="596" y="1452"/>
                    </a:cubicBezTo>
                    <a:cubicBezTo>
                      <a:pt x="595" y="1450"/>
                      <a:pt x="595" y="1449"/>
                      <a:pt x="594" y="1448"/>
                    </a:cubicBezTo>
                    <a:cubicBezTo>
                      <a:pt x="593" y="1447"/>
                      <a:pt x="592" y="1446"/>
                      <a:pt x="591" y="1445"/>
                    </a:cubicBezTo>
                    <a:cubicBezTo>
                      <a:pt x="589" y="1443"/>
                      <a:pt x="589" y="1439"/>
                      <a:pt x="587" y="1437"/>
                    </a:cubicBezTo>
                    <a:cubicBezTo>
                      <a:pt x="584" y="1435"/>
                      <a:pt x="580" y="1436"/>
                      <a:pt x="577" y="1436"/>
                    </a:cubicBezTo>
                    <a:cubicBezTo>
                      <a:pt x="574" y="1437"/>
                      <a:pt x="572" y="1436"/>
                      <a:pt x="570" y="1437"/>
                    </a:cubicBezTo>
                    <a:cubicBezTo>
                      <a:pt x="563" y="1437"/>
                      <a:pt x="556" y="1438"/>
                      <a:pt x="549" y="1439"/>
                    </a:cubicBezTo>
                    <a:cubicBezTo>
                      <a:pt x="548" y="1439"/>
                      <a:pt x="546" y="1440"/>
                      <a:pt x="545" y="1439"/>
                    </a:cubicBezTo>
                    <a:cubicBezTo>
                      <a:pt x="543" y="1439"/>
                      <a:pt x="542" y="1438"/>
                      <a:pt x="540" y="1438"/>
                    </a:cubicBezTo>
                    <a:cubicBezTo>
                      <a:pt x="537" y="1438"/>
                      <a:pt x="534" y="1438"/>
                      <a:pt x="530" y="1437"/>
                    </a:cubicBezTo>
                    <a:cubicBezTo>
                      <a:pt x="528" y="1437"/>
                      <a:pt x="527" y="1436"/>
                      <a:pt x="525" y="1435"/>
                    </a:cubicBezTo>
                    <a:cubicBezTo>
                      <a:pt x="523" y="1435"/>
                      <a:pt x="522" y="1435"/>
                      <a:pt x="522" y="1434"/>
                    </a:cubicBezTo>
                    <a:cubicBezTo>
                      <a:pt x="519" y="1431"/>
                      <a:pt x="518" y="1428"/>
                      <a:pt x="515" y="1426"/>
                    </a:cubicBezTo>
                    <a:cubicBezTo>
                      <a:pt x="514" y="1424"/>
                      <a:pt x="512" y="1423"/>
                      <a:pt x="511" y="1422"/>
                    </a:cubicBezTo>
                    <a:cubicBezTo>
                      <a:pt x="510" y="1422"/>
                      <a:pt x="508" y="1421"/>
                      <a:pt x="507" y="1421"/>
                    </a:cubicBezTo>
                    <a:cubicBezTo>
                      <a:pt x="506" y="1420"/>
                      <a:pt x="506" y="1419"/>
                      <a:pt x="505" y="1419"/>
                    </a:cubicBezTo>
                    <a:cubicBezTo>
                      <a:pt x="503" y="1417"/>
                      <a:pt x="501" y="1417"/>
                      <a:pt x="500" y="1420"/>
                    </a:cubicBezTo>
                    <a:cubicBezTo>
                      <a:pt x="500" y="1422"/>
                      <a:pt x="502" y="1425"/>
                      <a:pt x="501" y="1427"/>
                    </a:cubicBezTo>
                    <a:cubicBezTo>
                      <a:pt x="501" y="1430"/>
                      <a:pt x="499" y="1432"/>
                      <a:pt x="497" y="1430"/>
                    </a:cubicBezTo>
                    <a:cubicBezTo>
                      <a:pt x="496" y="1429"/>
                      <a:pt x="495" y="1428"/>
                      <a:pt x="493" y="1428"/>
                    </a:cubicBezTo>
                    <a:cubicBezTo>
                      <a:pt x="492" y="1427"/>
                      <a:pt x="491" y="1428"/>
                      <a:pt x="490" y="1429"/>
                    </a:cubicBezTo>
                    <a:cubicBezTo>
                      <a:pt x="487" y="1430"/>
                      <a:pt x="485" y="1431"/>
                      <a:pt x="481" y="1431"/>
                    </a:cubicBezTo>
                    <a:cubicBezTo>
                      <a:pt x="479" y="1431"/>
                      <a:pt x="476" y="1432"/>
                      <a:pt x="474" y="1433"/>
                    </a:cubicBezTo>
                    <a:cubicBezTo>
                      <a:pt x="471" y="1435"/>
                      <a:pt x="470" y="1437"/>
                      <a:pt x="467" y="1437"/>
                    </a:cubicBezTo>
                    <a:cubicBezTo>
                      <a:pt x="463" y="1438"/>
                      <a:pt x="461" y="1436"/>
                      <a:pt x="458" y="1435"/>
                    </a:cubicBezTo>
                    <a:cubicBezTo>
                      <a:pt x="456" y="1435"/>
                      <a:pt x="452" y="1435"/>
                      <a:pt x="451" y="1433"/>
                    </a:cubicBezTo>
                    <a:cubicBezTo>
                      <a:pt x="450" y="1431"/>
                      <a:pt x="454" y="1430"/>
                      <a:pt x="456" y="1429"/>
                    </a:cubicBezTo>
                    <a:cubicBezTo>
                      <a:pt x="458" y="1429"/>
                      <a:pt x="460" y="1428"/>
                      <a:pt x="461" y="1426"/>
                    </a:cubicBezTo>
                    <a:cubicBezTo>
                      <a:pt x="463" y="1423"/>
                      <a:pt x="465" y="1422"/>
                      <a:pt x="468" y="1420"/>
                    </a:cubicBezTo>
                    <a:cubicBezTo>
                      <a:pt x="470" y="1418"/>
                      <a:pt x="472" y="1415"/>
                      <a:pt x="468" y="1413"/>
                    </a:cubicBezTo>
                    <a:cubicBezTo>
                      <a:pt x="463" y="1411"/>
                      <a:pt x="457" y="1414"/>
                      <a:pt x="452" y="1414"/>
                    </a:cubicBezTo>
                    <a:cubicBezTo>
                      <a:pt x="449" y="1414"/>
                      <a:pt x="447" y="1413"/>
                      <a:pt x="447" y="1410"/>
                    </a:cubicBezTo>
                    <a:cubicBezTo>
                      <a:pt x="446" y="1407"/>
                      <a:pt x="447" y="1403"/>
                      <a:pt x="447" y="1399"/>
                    </a:cubicBezTo>
                    <a:cubicBezTo>
                      <a:pt x="447" y="1398"/>
                      <a:pt x="447" y="1396"/>
                      <a:pt x="447" y="1395"/>
                    </a:cubicBezTo>
                    <a:cubicBezTo>
                      <a:pt x="446" y="1394"/>
                      <a:pt x="444" y="1395"/>
                      <a:pt x="443" y="1394"/>
                    </a:cubicBezTo>
                    <a:cubicBezTo>
                      <a:pt x="442" y="1394"/>
                      <a:pt x="442" y="1393"/>
                      <a:pt x="442" y="1393"/>
                    </a:cubicBezTo>
                    <a:cubicBezTo>
                      <a:pt x="441" y="1391"/>
                      <a:pt x="442" y="1390"/>
                      <a:pt x="442" y="1389"/>
                    </a:cubicBezTo>
                    <a:cubicBezTo>
                      <a:pt x="444" y="1386"/>
                      <a:pt x="443" y="1384"/>
                      <a:pt x="442" y="1382"/>
                    </a:cubicBezTo>
                    <a:cubicBezTo>
                      <a:pt x="440" y="1379"/>
                      <a:pt x="436" y="1378"/>
                      <a:pt x="433" y="1377"/>
                    </a:cubicBezTo>
                    <a:cubicBezTo>
                      <a:pt x="429" y="1375"/>
                      <a:pt x="425" y="1373"/>
                      <a:pt x="421" y="1372"/>
                    </a:cubicBezTo>
                    <a:cubicBezTo>
                      <a:pt x="418" y="1371"/>
                      <a:pt x="414" y="1371"/>
                      <a:pt x="410" y="1371"/>
                    </a:cubicBezTo>
                    <a:cubicBezTo>
                      <a:pt x="406" y="1371"/>
                      <a:pt x="402" y="1370"/>
                      <a:pt x="399" y="1371"/>
                    </a:cubicBezTo>
                    <a:cubicBezTo>
                      <a:pt x="395" y="1372"/>
                      <a:pt x="395" y="1374"/>
                      <a:pt x="394" y="1378"/>
                    </a:cubicBezTo>
                    <a:cubicBezTo>
                      <a:pt x="394" y="1379"/>
                      <a:pt x="393" y="1381"/>
                      <a:pt x="392" y="1383"/>
                    </a:cubicBezTo>
                    <a:cubicBezTo>
                      <a:pt x="391" y="1384"/>
                      <a:pt x="390" y="1385"/>
                      <a:pt x="389" y="1387"/>
                    </a:cubicBezTo>
                    <a:cubicBezTo>
                      <a:pt x="388" y="1390"/>
                      <a:pt x="391" y="1392"/>
                      <a:pt x="392" y="1395"/>
                    </a:cubicBezTo>
                    <a:cubicBezTo>
                      <a:pt x="392" y="1397"/>
                      <a:pt x="388" y="1398"/>
                      <a:pt x="386" y="1397"/>
                    </a:cubicBezTo>
                    <a:cubicBezTo>
                      <a:pt x="385" y="1396"/>
                      <a:pt x="385" y="1395"/>
                      <a:pt x="385" y="1394"/>
                    </a:cubicBezTo>
                    <a:cubicBezTo>
                      <a:pt x="384" y="1393"/>
                      <a:pt x="383" y="1392"/>
                      <a:pt x="382" y="1391"/>
                    </a:cubicBezTo>
                    <a:cubicBezTo>
                      <a:pt x="381" y="1390"/>
                      <a:pt x="381" y="1389"/>
                      <a:pt x="380" y="1388"/>
                    </a:cubicBezTo>
                    <a:cubicBezTo>
                      <a:pt x="379" y="1387"/>
                      <a:pt x="379" y="1386"/>
                      <a:pt x="377" y="1385"/>
                    </a:cubicBezTo>
                    <a:cubicBezTo>
                      <a:pt x="373" y="1383"/>
                      <a:pt x="369" y="1389"/>
                      <a:pt x="369" y="1393"/>
                    </a:cubicBezTo>
                    <a:cubicBezTo>
                      <a:pt x="368" y="1395"/>
                      <a:pt x="369" y="1396"/>
                      <a:pt x="371" y="1397"/>
                    </a:cubicBezTo>
                    <a:cubicBezTo>
                      <a:pt x="373" y="1397"/>
                      <a:pt x="375" y="1397"/>
                      <a:pt x="377" y="1398"/>
                    </a:cubicBezTo>
                    <a:cubicBezTo>
                      <a:pt x="378" y="1399"/>
                      <a:pt x="378" y="1402"/>
                      <a:pt x="379" y="1404"/>
                    </a:cubicBezTo>
                    <a:cubicBezTo>
                      <a:pt x="379" y="1406"/>
                      <a:pt x="379" y="1409"/>
                      <a:pt x="381" y="1411"/>
                    </a:cubicBezTo>
                    <a:cubicBezTo>
                      <a:pt x="383" y="1412"/>
                      <a:pt x="384" y="1410"/>
                      <a:pt x="385" y="1409"/>
                    </a:cubicBezTo>
                    <a:cubicBezTo>
                      <a:pt x="386" y="1409"/>
                      <a:pt x="387" y="1407"/>
                      <a:pt x="388" y="1407"/>
                    </a:cubicBezTo>
                    <a:cubicBezTo>
                      <a:pt x="389" y="1407"/>
                      <a:pt x="389" y="1409"/>
                      <a:pt x="389" y="1410"/>
                    </a:cubicBezTo>
                    <a:cubicBezTo>
                      <a:pt x="389" y="1412"/>
                      <a:pt x="390" y="1413"/>
                      <a:pt x="390" y="1414"/>
                    </a:cubicBezTo>
                    <a:cubicBezTo>
                      <a:pt x="391" y="1415"/>
                      <a:pt x="392" y="1417"/>
                      <a:pt x="393" y="1418"/>
                    </a:cubicBezTo>
                    <a:cubicBezTo>
                      <a:pt x="393" y="1420"/>
                      <a:pt x="393" y="1422"/>
                      <a:pt x="393" y="1424"/>
                    </a:cubicBezTo>
                    <a:cubicBezTo>
                      <a:pt x="392" y="1425"/>
                      <a:pt x="392" y="1427"/>
                      <a:pt x="392" y="1428"/>
                    </a:cubicBezTo>
                    <a:cubicBezTo>
                      <a:pt x="392" y="1430"/>
                      <a:pt x="394" y="1432"/>
                      <a:pt x="395" y="1433"/>
                    </a:cubicBezTo>
                    <a:cubicBezTo>
                      <a:pt x="396" y="1434"/>
                      <a:pt x="398" y="1436"/>
                      <a:pt x="399" y="1436"/>
                    </a:cubicBezTo>
                    <a:cubicBezTo>
                      <a:pt x="401" y="1437"/>
                      <a:pt x="402" y="1436"/>
                      <a:pt x="403" y="1435"/>
                    </a:cubicBezTo>
                    <a:cubicBezTo>
                      <a:pt x="405" y="1434"/>
                      <a:pt x="406" y="1433"/>
                      <a:pt x="408" y="1433"/>
                    </a:cubicBezTo>
                    <a:cubicBezTo>
                      <a:pt x="409" y="1433"/>
                      <a:pt x="411" y="1434"/>
                      <a:pt x="410" y="1435"/>
                    </a:cubicBezTo>
                    <a:cubicBezTo>
                      <a:pt x="409" y="1437"/>
                      <a:pt x="407" y="1438"/>
                      <a:pt x="405" y="1438"/>
                    </a:cubicBezTo>
                    <a:cubicBezTo>
                      <a:pt x="404" y="1439"/>
                      <a:pt x="402" y="1440"/>
                      <a:pt x="402" y="1442"/>
                    </a:cubicBezTo>
                    <a:cubicBezTo>
                      <a:pt x="401" y="1444"/>
                      <a:pt x="406" y="1446"/>
                      <a:pt x="408" y="1447"/>
                    </a:cubicBezTo>
                    <a:cubicBezTo>
                      <a:pt x="409" y="1447"/>
                      <a:pt x="409" y="1449"/>
                      <a:pt x="410" y="1450"/>
                    </a:cubicBezTo>
                    <a:cubicBezTo>
                      <a:pt x="411" y="1451"/>
                      <a:pt x="414" y="1451"/>
                      <a:pt x="415" y="1449"/>
                    </a:cubicBezTo>
                    <a:cubicBezTo>
                      <a:pt x="415" y="1449"/>
                      <a:pt x="415" y="1448"/>
                      <a:pt x="416" y="1448"/>
                    </a:cubicBezTo>
                    <a:cubicBezTo>
                      <a:pt x="416" y="1448"/>
                      <a:pt x="417" y="1448"/>
                      <a:pt x="418" y="1448"/>
                    </a:cubicBezTo>
                    <a:cubicBezTo>
                      <a:pt x="419" y="1448"/>
                      <a:pt x="420" y="1448"/>
                      <a:pt x="421" y="1448"/>
                    </a:cubicBezTo>
                    <a:cubicBezTo>
                      <a:pt x="422" y="1448"/>
                      <a:pt x="422" y="1448"/>
                      <a:pt x="423" y="1448"/>
                    </a:cubicBezTo>
                    <a:cubicBezTo>
                      <a:pt x="424" y="1447"/>
                      <a:pt x="424" y="1447"/>
                      <a:pt x="425" y="1447"/>
                    </a:cubicBezTo>
                    <a:cubicBezTo>
                      <a:pt x="426" y="1446"/>
                      <a:pt x="426" y="1446"/>
                      <a:pt x="427" y="1445"/>
                    </a:cubicBezTo>
                    <a:cubicBezTo>
                      <a:pt x="428" y="1444"/>
                      <a:pt x="429" y="1444"/>
                      <a:pt x="430" y="1444"/>
                    </a:cubicBezTo>
                    <a:cubicBezTo>
                      <a:pt x="431" y="1443"/>
                      <a:pt x="432" y="1443"/>
                      <a:pt x="433" y="1443"/>
                    </a:cubicBezTo>
                    <a:cubicBezTo>
                      <a:pt x="434" y="1446"/>
                      <a:pt x="430" y="1446"/>
                      <a:pt x="428" y="1447"/>
                    </a:cubicBezTo>
                    <a:cubicBezTo>
                      <a:pt x="427" y="1447"/>
                      <a:pt x="424" y="1448"/>
                      <a:pt x="423" y="1450"/>
                    </a:cubicBezTo>
                    <a:cubicBezTo>
                      <a:pt x="423" y="1451"/>
                      <a:pt x="423" y="1451"/>
                      <a:pt x="422" y="1452"/>
                    </a:cubicBezTo>
                    <a:cubicBezTo>
                      <a:pt x="421" y="1452"/>
                      <a:pt x="420" y="1452"/>
                      <a:pt x="418" y="1452"/>
                    </a:cubicBezTo>
                    <a:cubicBezTo>
                      <a:pt x="417" y="1452"/>
                      <a:pt x="415" y="1453"/>
                      <a:pt x="415" y="1455"/>
                    </a:cubicBezTo>
                    <a:cubicBezTo>
                      <a:pt x="415" y="1456"/>
                      <a:pt x="414" y="1458"/>
                      <a:pt x="413" y="1456"/>
                    </a:cubicBezTo>
                    <a:cubicBezTo>
                      <a:pt x="412" y="1454"/>
                      <a:pt x="411" y="1453"/>
                      <a:pt x="409" y="1454"/>
                    </a:cubicBezTo>
                    <a:cubicBezTo>
                      <a:pt x="407" y="1454"/>
                      <a:pt x="407" y="1456"/>
                      <a:pt x="408" y="1458"/>
                    </a:cubicBezTo>
                    <a:cubicBezTo>
                      <a:pt x="408" y="1460"/>
                      <a:pt x="408" y="1462"/>
                      <a:pt x="408" y="1464"/>
                    </a:cubicBezTo>
                    <a:cubicBezTo>
                      <a:pt x="408" y="1467"/>
                      <a:pt x="408" y="1468"/>
                      <a:pt x="406" y="1470"/>
                    </a:cubicBezTo>
                    <a:cubicBezTo>
                      <a:pt x="404" y="1472"/>
                      <a:pt x="402" y="1475"/>
                      <a:pt x="400" y="1477"/>
                    </a:cubicBezTo>
                    <a:cubicBezTo>
                      <a:pt x="398" y="1479"/>
                      <a:pt x="397" y="1481"/>
                      <a:pt x="395" y="1480"/>
                    </a:cubicBezTo>
                    <a:cubicBezTo>
                      <a:pt x="393" y="1480"/>
                      <a:pt x="391" y="1480"/>
                      <a:pt x="390" y="1480"/>
                    </a:cubicBezTo>
                    <a:cubicBezTo>
                      <a:pt x="388" y="1480"/>
                      <a:pt x="386" y="1481"/>
                      <a:pt x="384" y="1482"/>
                    </a:cubicBezTo>
                    <a:cubicBezTo>
                      <a:pt x="383" y="1482"/>
                      <a:pt x="382" y="1483"/>
                      <a:pt x="380" y="1484"/>
                    </a:cubicBezTo>
                    <a:cubicBezTo>
                      <a:pt x="379" y="1485"/>
                      <a:pt x="377" y="1486"/>
                      <a:pt x="376" y="1487"/>
                    </a:cubicBezTo>
                    <a:cubicBezTo>
                      <a:pt x="375" y="1488"/>
                      <a:pt x="374" y="1489"/>
                      <a:pt x="372" y="1490"/>
                    </a:cubicBezTo>
                    <a:cubicBezTo>
                      <a:pt x="369" y="1491"/>
                      <a:pt x="366" y="1489"/>
                      <a:pt x="363" y="1488"/>
                    </a:cubicBezTo>
                    <a:cubicBezTo>
                      <a:pt x="360" y="1488"/>
                      <a:pt x="357" y="1488"/>
                      <a:pt x="355" y="1490"/>
                    </a:cubicBezTo>
                    <a:cubicBezTo>
                      <a:pt x="354" y="1491"/>
                      <a:pt x="353" y="1492"/>
                      <a:pt x="352" y="1493"/>
                    </a:cubicBezTo>
                    <a:cubicBezTo>
                      <a:pt x="351" y="1495"/>
                      <a:pt x="350" y="1495"/>
                      <a:pt x="349" y="1495"/>
                    </a:cubicBezTo>
                    <a:cubicBezTo>
                      <a:pt x="346" y="1496"/>
                      <a:pt x="343" y="1496"/>
                      <a:pt x="341" y="1498"/>
                    </a:cubicBezTo>
                    <a:cubicBezTo>
                      <a:pt x="340" y="1499"/>
                      <a:pt x="340" y="1499"/>
                      <a:pt x="340" y="1500"/>
                    </a:cubicBezTo>
                    <a:cubicBezTo>
                      <a:pt x="340" y="1503"/>
                      <a:pt x="335" y="1503"/>
                      <a:pt x="333" y="1504"/>
                    </a:cubicBezTo>
                    <a:cubicBezTo>
                      <a:pt x="331" y="1504"/>
                      <a:pt x="329" y="1506"/>
                      <a:pt x="329" y="1508"/>
                    </a:cubicBezTo>
                    <a:cubicBezTo>
                      <a:pt x="328" y="1509"/>
                      <a:pt x="328" y="1510"/>
                      <a:pt x="328" y="1511"/>
                    </a:cubicBezTo>
                    <a:cubicBezTo>
                      <a:pt x="327" y="1513"/>
                      <a:pt x="326" y="1513"/>
                      <a:pt x="325" y="1514"/>
                    </a:cubicBezTo>
                    <a:cubicBezTo>
                      <a:pt x="323" y="1515"/>
                      <a:pt x="321" y="1516"/>
                      <a:pt x="321" y="1519"/>
                    </a:cubicBezTo>
                    <a:cubicBezTo>
                      <a:pt x="321" y="1522"/>
                      <a:pt x="323" y="1521"/>
                      <a:pt x="325" y="1522"/>
                    </a:cubicBezTo>
                    <a:cubicBezTo>
                      <a:pt x="328" y="1522"/>
                      <a:pt x="329" y="1523"/>
                      <a:pt x="331" y="1522"/>
                    </a:cubicBezTo>
                    <a:cubicBezTo>
                      <a:pt x="333" y="1520"/>
                      <a:pt x="335" y="1521"/>
                      <a:pt x="337" y="1522"/>
                    </a:cubicBezTo>
                    <a:cubicBezTo>
                      <a:pt x="340" y="1522"/>
                      <a:pt x="342" y="1522"/>
                      <a:pt x="344" y="1521"/>
                    </a:cubicBezTo>
                    <a:cubicBezTo>
                      <a:pt x="346" y="1520"/>
                      <a:pt x="348" y="1518"/>
                      <a:pt x="350" y="1520"/>
                    </a:cubicBezTo>
                    <a:cubicBezTo>
                      <a:pt x="350" y="1520"/>
                      <a:pt x="351" y="1521"/>
                      <a:pt x="352" y="1521"/>
                    </a:cubicBezTo>
                    <a:cubicBezTo>
                      <a:pt x="353" y="1522"/>
                      <a:pt x="354" y="1522"/>
                      <a:pt x="355" y="1523"/>
                    </a:cubicBezTo>
                    <a:cubicBezTo>
                      <a:pt x="357" y="1524"/>
                      <a:pt x="356" y="1527"/>
                      <a:pt x="357" y="1529"/>
                    </a:cubicBezTo>
                    <a:cubicBezTo>
                      <a:pt x="357" y="1531"/>
                      <a:pt x="357" y="1533"/>
                      <a:pt x="359" y="1532"/>
                    </a:cubicBezTo>
                    <a:cubicBezTo>
                      <a:pt x="360" y="1531"/>
                      <a:pt x="361" y="1531"/>
                      <a:pt x="362" y="1531"/>
                    </a:cubicBezTo>
                    <a:cubicBezTo>
                      <a:pt x="363" y="1531"/>
                      <a:pt x="364" y="1531"/>
                      <a:pt x="365" y="1530"/>
                    </a:cubicBezTo>
                    <a:cubicBezTo>
                      <a:pt x="367" y="1528"/>
                      <a:pt x="365" y="1524"/>
                      <a:pt x="365" y="1522"/>
                    </a:cubicBezTo>
                    <a:cubicBezTo>
                      <a:pt x="365" y="1520"/>
                      <a:pt x="366" y="1519"/>
                      <a:pt x="368" y="1519"/>
                    </a:cubicBezTo>
                    <a:cubicBezTo>
                      <a:pt x="370" y="1518"/>
                      <a:pt x="370" y="1516"/>
                      <a:pt x="371" y="1515"/>
                    </a:cubicBezTo>
                    <a:cubicBezTo>
                      <a:pt x="373" y="1513"/>
                      <a:pt x="376" y="1513"/>
                      <a:pt x="378" y="1513"/>
                    </a:cubicBezTo>
                    <a:cubicBezTo>
                      <a:pt x="381" y="1513"/>
                      <a:pt x="382" y="1513"/>
                      <a:pt x="384" y="1511"/>
                    </a:cubicBezTo>
                    <a:cubicBezTo>
                      <a:pt x="385" y="1510"/>
                      <a:pt x="386" y="1509"/>
                      <a:pt x="387" y="1509"/>
                    </a:cubicBezTo>
                    <a:cubicBezTo>
                      <a:pt x="388" y="1510"/>
                      <a:pt x="389" y="1511"/>
                      <a:pt x="390" y="1512"/>
                    </a:cubicBezTo>
                    <a:cubicBezTo>
                      <a:pt x="391" y="1512"/>
                      <a:pt x="392" y="1513"/>
                      <a:pt x="393" y="1513"/>
                    </a:cubicBezTo>
                    <a:cubicBezTo>
                      <a:pt x="395" y="1513"/>
                      <a:pt x="399" y="1513"/>
                      <a:pt x="400" y="1511"/>
                    </a:cubicBezTo>
                    <a:cubicBezTo>
                      <a:pt x="401" y="1510"/>
                      <a:pt x="400" y="1509"/>
                      <a:pt x="401" y="1509"/>
                    </a:cubicBezTo>
                    <a:cubicBezTo>
                      <a:pt x="402" y="1508"/>
                      <a:pt x="405" y="1510"/>
                      <a:pt x="406" y="1510"/>
                    </a:cubicBezTo>
                    <a:cubicBezTo>
                      <a:pt x="407" y="1511"/>
                      <a:pt x="408" y="1511"/>
                      <a:pt x="409" y="1511"/>
                    </a:cubicBezTo>
                    <a:cubicBezTo>
                      <a:pt x="410" y="1511"/>
                      <a:pt x="412" y="1510"/>
                      <a:pt x="413" y="1510"/>
                    </a:cubicBezTo>
                    <a:cubicBezTo>
                      <a:pt x="415" y="1510"/>
                      <a:pt x="416" y="1510"/>
                      <a:pt x="417" y="1511"/>
                    </a:cubicBezTo>
                    <a:cubicBezTo>
                      <a:pt x="419" y="1513"/>
                      <a:pt x="418" y="1516"/>
                      <a:pt x="422" y="1516"/>
                    </a:cubicBezTo>
                    <a:cubicBezTo>
                      <a:pt x="423" y="1516"/>
                      <a:pt x="425" y="1516"/>
                      <a:pt x="426" y="1516"/>
                    </a:cubicBezTo>
                    <a:cubicBezTo>
                      <a:pt x="427" y="1516"/>
                      <a:pt x="428" y="1515"/>
                      <a:pt x="429" y="1515"/>
                    </a:cubicBezTo>
                    <a:cubicBezTo>
                      <a:pt x="430" y="1514"/>
                      <a:pt x="431" y="1515"/>
                      <a:pt x="432" y="1515"/>
                    </a:cubicBezTo>
                    <a:cubicBezTo>
                      <a:pt x="433" y="1516"/>
                      <a:pt x="434" y="1516"/>
                      <a:pt x="435" y="1517"/>
                    </a:cubicBezTo>
                    <a:cubicBezTo>
                      <a:pt x="436" y="1518"/>
                      <a:pt x="437" y="1519"/>
                      <a:pt x="436" y="1520"/>
                    </a:cubicBezTo>
                    <a:cubicBezTo>
                      <a:pt x="436" y="1521"/>
                      <a:pt x="433" y="1520"/>
                      <a:pt x="432" y="1520"/>
                    </a:cubicBezTo>
                    <a:cubicBezTo>
                      <a:pt x="429" y="1520"/>
                      <a:pt x="425" y="1520"/>
                      <a:pt x="425" y="1523"/>
                    </a:cubicBezTo>
                    <a:cubicBezTo>
                      <a:pt x="424" y="1527"/>
                      <a:pt x="427" y="1531"/>
                      <a:pt x="424" y="1535"/>
                    </a:cubicBezTo>
                    <a:cubicBezTo>
                      <a:pt x="423" y="1536"/>
                      <a:pt x="422" y="1536"/>
                      <a:pt x="422" y="1537"/>
                    </a:cubicBezTo>
                    <a:cubicBezTo>
                      <a:pt x="422" y="1538"/>
                      <a:pt x="421" y="1539"/>
                      <a:pt x="421" y="1540"/>
                    </a:cubicBezTo>
                    <a:cubicBezTo>
                      <a:pt x="420" y="1540"/>
                      <a:pt x="418" y="1541"/>
                      <a:pt x="418" y="1542"/>
                    </a:cubicBezTo>
                    <a:cubicBezTo>
                      <a:pt x="418" y="1544"/>
                      <a:pt x="419" y="1545"/>
                      <a:pt x="419" y="1546"/>
                    </a:cubicBezTo>
                    <a:cubicBezTo>
                      <a:pt x="421" y="1548"/>
                      <a:pt x="420" y="1550"/>
                      <a:pt x="421" y="1553"/>
                    </a:cubicBezTo>
                    <a:cubicBezTo>
                      <a:pt x="421" y="1553"/>
                      <a:pt x="422" y="1554"/>
                      <a:pt x="423" y="1555"/>
                    </a:cubicBezTo>
                    <a:cubicBezTo>
                      <a:pt x="423" y="1556"/>
                      <a:pt x="424" y="1557"/>
                      <a:pt x="424" y="1558"/>
                    </a:cubicBezTo>
                    <a:cubicBezTo>
                      <a:pt x="424" y="1561"/>
                      <a:pt x="423" y="1564"/>
                      <a:pt x="424" y="1567"/>
                    </a:cubicBezTo>
                    <a:cubicBezTo>
                      <a:pt x="426" y="1570"/>
                      <a:pt x="428" y="1569"/>
                      <a:pt x="431" y="1569"/>
                    </a:cubicBezTo>
                    <a:cubicBezTo>
                      <a:pt x="432" y="1568"/>
                      <a:pt x="438" y="1567"/>
                      <a:pt x="436" y="1569"/>
                    </a:cubicBezTo>
                    <a:cubicBezTo>
                      <a:pt x="434" y="1571"/>
                      <a:pt x="430" y="1571"/>
                      <a:pt x="428" y="1572"/>
                    </a:cubicBezTo>
                    <a:cubicBezTo>
                      <a:pt x="425" y="1573"/>
                      <a:pt x="424" y="1576"/>
                      <a:pt x="422" y="1577"/>
                    </a:cubicBezTo>
                    <a:cubicBezTo>
                      <a:pt x="420" y="1579"/>
                      <a:pt x="417" y="1578"/>
                      <a:pt x="415" y="1579"/>
                    </a:cubicBezTo>
                    <a:cubicBezTo>
                      <a:pt x="413" y="1581"/>
                      <a:pt x="413" y="1584"/>
                      <a:pt x="412" y="1586"/>
                    </a:cubicBezTo>
                    <a:cubicBezTo>
                      <a:pt x="411" y="1587"/>
                      <a:pt x="410" y="1588"/>
                      <a:pt x="409" y="1590"/>
                    </a:cubicBezTo>
                    <a:cubicBezTo>
                      <a:pt x="409" y="1591"/>
                      <a:pt x="408" y="1593"/>
                      <a:pt x="408" y="1594"/>
                    </a:cubicBezTo>
                    <a:cubicBezTo>
                      <a:pt x="409" y="1596"/>
                      <a:pt x="409" y="1596"/>
                      <a:pt x="410" y="1597"/>
                    </a:cubicBezTo>
                    <a:cubicBezTo>
                      <a:pt x="411" y="1598"/>
                      <a:pt x="408" y="1601"/>
                      <a:pt x="408" y="1603"/>
                    </a:cubicBezTo>
                    <a:cubicBezTo>
                      <a:pt x="408" y="1604"/>
                      <a:pt x="409" y="1605"/>
                      <a:pt x="410" y="1606"/>
                    </a:cubicBezTo>
                    <a:cubicBezTo>
                      <a:pt x="411" y="1608"/>
                      <a:pt x="411" y="1609"/>
                      <a:pt x="412" y="1611"/>
                    </a:cubicBezTo>
                    <a:cubicBezTo>
                      <a:pt x="412" y="1612"/>
                      <a:pt x="412" y="1614"/>
                      <a:pt x="413" y="1615"/>
                    </a:cubicBezTo>
                    <a:cubicBezTo>
                      <a:pt x="415" y="1616"/>
                      <a:pt x="417" y="1616"/>
                      <a:pt x="419" y="1615"/>
                    </a:cubicBezTo>
                    <a:cubicBezTo>
                      <a:pt x="421" y="1615"/>
                      <a:pt x="431" y="1614"/>
                      <a:pt x="430" y="1617"/>
                    </a:cubicBezTo>
                    <a:cubicBezTo>
                      <a:pt x="430" y="1619"/>
                      <a:pt x="425" y="1621"/>
                      <a:pt x="423" y="1621"/>
                    </a:cubicBezTo>
                    <a:cubicBezTo>
                      <a:pt x="420" y="1622"/>
                      <a:pt x="418" y="1621"/>
                      <a:pt x="416" y="1619"/>
                    </a:cubicBezTo>
                    <a:cubicBezTo>
                      <a:pt x="415" y="1618"/>
                      <a:pt x="414" y="1617"/>
                      <a:pt x="413" y="1617"/>
                    </a:cubicBezTo>
                    <a:cubicBezTo>
                      <a:pt x="412" y="1618"/>
                      <a:pt x="411" y="1620"/>
                      <a:pt x="411" y="1621"/>
                    </a:cubicBezTo>
                    <a:cubicBezTo>
                      <a:pt x="410" y="1625"/>
                      <a:pt x="410" y="1628"/>
                      <a:pt x="408" y="1632"/>
                    </a:cubicBezTo>
                    <a:cubicBezTo>
                      <a:pt x="405" y="1636"/>
                      <a:pt x="402" y="1640"/>
                      <a:pt x="400" y="1644"/>
                    </a:cubicBezTo>
                    <a:cubicBezTo>
                      <a:pt x="397" y="1650"/>
                      <a:pt x="395" y="1655"/>
                      <a:pt x="391" y="1660"/>
                    </a:cubicBezTo>
                    <a:cubicBezTo>
                      <a:pt x="387" y="1665"/>
                      <a:pt x="382" y="1668"/>
                      <a:pt x="378" y="1672"/>
                    </a:cubicBezTo>
                    <a:cubicBezTo>
                      <a:pt x="373" y="1676"/>
                      <a:pt x="369" y="1680"/>
                      <a:pt x="364" y="1682"/>
                    </a:cubicBezTo>
                    <a:cubicBezTo>
                      <a:pt x="359" y="1684"/>
                      <a:pt x="354" y="1684"/>
                      <a:pt x="349" y="1686"/>
                    </a:cubicBezTo>
                    <a:cubicBezTo>
                      <a:pt x="348" y="1687"/>
                      <a:pt x="347" y="1687"/>
                      <a:pt x="345" y="1687"/>
                    </a:cubicBezTo>
                    <a:cubicBezTo>
                      <a:pt x="344" y="1687"/>
                      <a:pt x="342" y="1686"/>
                      <a:pt x="341" y="1686"/>
                    </a:cubicBezTo>
                    <a:cubicBezTo>
                      <a:pt x="337" y="1685"/>
                      <a:pt x="335" y="1687"/>
                      <a:pt x="332" y="1689"/>
                    </a:cubicBezTo>
                    <a:cubicBezTo>
                      <a:pt x="329" y="1691"/>
                      <a:pt x="325" y="1692"/>
                      <a:pt x="322" y="1693"/>
                    </a:cubicBezTo>
                    <a:cubicBezTo>
                      <a:pt x="319" y="1694"/>
                      <a:pt x="317" y="1697"/>
                      <a:pt x="313" y="1697"/>
                    </a:cubicBezTo>
                    <a:cubicBezTo>
                      <a:pt x="306" y="1698"/>
                      <a:pt x="301" y="1691"/>
                      <a:pt x="294" y="1691"/>
                    </a:cubicBezTo>
                    <a:cubicBezTo>
                      <a:pt x="292" y="1691"/>
                      <a:pt x="290" y="1691"/>
                      <a:pt x="287" y="1692"/>
                    </a:cubicBezTo>
                    <a:cubicBezTo>
                      <a:pt x="285" y="1693"/>
                      <a:pt x="282" y="1692"/>
                      <a:pt x="280" y="1693"/>
                    </a:cubicBezTo>
                    <a:cubicBezTo>
                      <a:pt x="278" y="1694"/>
                      <a:pt x="278" y="1696"/>
                      <a:pt x="276" y="1695"/>
                    </a:cubicBezTo>
                    <a:cubicBezTo>
                      <a:pt x="271" y="1694"/>
                      <a:pt x="271" y="1701"/>
                      <a:pt x="268" y="1703"/>
                    </a:cubicBezTo>
                    <a:cubicBezTo>
                      <a:pt x="267" y="1703"/>
                      <a:pt x="267" y="1703"/>
                      <a:pt x="266" y="1704"/>
                    </a:cubicBezTo>
                    <a:cubicBezTo>
                      <a:pt x="265" y="1705"/>
                      <a:pt x="265" y="1705"/>
                      <a:pt x="264" y="1706"/>
                    </a:cubicBezTo>
                    <a:cubicBezTo>
                      <a:pt x="262" y="1706"/>
                      <a:pt x="260" y="1706"/>
                      <a:pt x="258" y="1706"/>
                    </a:cubicBezTo>
                    <a:cubicBezTo>
                      <a:pt x="257" y="1706"/>
                      <a:pt x="254" y="1706"/>
                      <a:pt x="253" y="1706"/>
                    </a:cubicBezTo>
                    <a:cubicBezTo>
                      <a:pt x="252" y="1707"/>
                      <a:pt x="251" y="1708"/>
                      <a:pt x="251" y="1709"/>
                    </a:cubicBezTo>
                    <a:cubicBezTo>
                      <a:pt x="251" y="1710"/>
                      <a:pt x="251" y="1710"/>
                      <a:pt x="251" y="1711"/>
                    </a:cubicBezTo>
                    <a:cubicBezTo>
                      <a:pt x="250" y="1713"/>
                      <a:pt x="247" y="1714"/>
                      <a:pt x="246" y="1714"/>
                    </a:cubicBezTo>
                    <a:cubicBezTo>
                      <a:pt x="243" y="1714"/>
                      <a:pt x="244" y="1711"/>
                      <a:pt x="243" y="1709"/>
                    </a:cubicBezTo>
                    <a:cubicBezTo>
                      <a:pt x="242" y="1708"/>
                      <a:pt x="242" y="1708"/>
                      <a:pt x="240" y="1708"/>
                    </a:cubicBezTo>
                    <a:cubicBezTo>
                      <a:pt x="239" y="1709"/>
                      <a:pt x="239" y="1709"/>
                      <a:pt x="238" y="1710"/>
                    </a:cubicBezTo>
                    <a:cubicBezTo>
                      <a:pt x="237" y="1712"/>
                      <a:pt x="237" y="1712"/>
                      <a:pt x="235" y="1712"/>
                    </a:cubicBezTo>
                    <a:cubicBezTo>
                      <a:pt x="234" y="1712"/>
                      <a:pt x="234" y="1713"/>
                      <a:pt x="233" y="1713"/>
                    </a:cubicBezTo>
                    <a:cubicBezTo>
                      <a:pt x="232" y="1713"/>
                      <a:pt x="230" y="1713"/>
                      <a:pt x="229" y="1713"/>
                    </a:cubicBezTo>
                    <a:cubicBezTo>
                      <a:pt x="228" y="1712"/>
                      <a:pt x="229" y="1712"/>
                      <a:pt x="229" y="1711"/>
                    </a:cubicBezTo>
                    <a:cubicBezTo>
                      <a:pt x="228" y="1710"/>
                      <a:pt x="227" y="1709"/>
                      <a:pt x="227" y="1708"/>
                    </a:cubicBezTo>
                    <a:cubicBezTo>
                      <a:pt x="226" y="1708"/>
                      <a:pt x="226" y="1707"/>
                      <a:pt x="226" y="1706"/>
                    </a:cubicBezTo>
                    <a:cubicBezTo>
                      <a:pt x="225" y="1705"/>
                      <a:pt x="222" y="1705"/>
                      <a:pt x="221" y="1705"/>
                    </a:cubicBezTo>
                    <a:cubicBezTo>
                      <a:pt x="218" y="1705"/>
                      <a:pt x="219" y="1702"/>
                      <a:pt x="217" y="1702"/>
                    </a:cubicBezTo>
                    <a:cubicBezTo>
                      <a:pt x="216" y="1701"/>
                      <a:pt x="214" y="1700"/>
                      <a:pt x="212" y="1702"/>
                    </a:cubicBezTo>
                    <a:cubicBezTo>
                      <a:pt x="211" y="1703"/>
                      <a:pt x="212" y="1705"/>
                      <a:pt x="212" y="1707"/>
                    </a:cubicBezTo>
                    <a:cubicBezTo>
                      <a:pt x="211" y="1708"/>
                      <a:pt x="211" y="1708"/>
                      <a:pt x="210" y="1709"/>
                    </a:cubicBezTo>
                    <a:cubicBezTo>
                      <a:pt x="209" y="1709"/>
                      <a:pt x="209" y="1710"/>
                      <a:pt x="208" y="1712"/>
                    </a:cubicBezTo>
                    <a:cubicBezTo>
                      <a:pt x="208" y="1713"/>
                      <a:pt x="208" y="1715"/>
                      <a:pt x="206" y="1715"/>
                    </a:cubicBezTo>
                    <a:cubicBezTo>
                      <a:pt x="205" y="1716"/>
                      <a:pt x="204" y="1717"/>
                      <a:pt x="202" y="1717"/>
                    </a:cubicBezTo>
                    <a:cubicBezTo>
                      <a:pt x="201" y="1717"/>
                      <a:pt x="200" y="1717"/>
                      <a:pt x="199" y="1717"/>
                    </a:cubicBezTo>
                    <a:cubicBezTo>
                      <a:pt x="198" y="1716"/>
                      <a:pt x="197" y="1715"/>
                      <a:pt x="196" y="1715"/>
                    </a:cubicBezTo>
                    <a:cubicBezTo>
                      <a:pt x="195" y="1715"/>
                      <a:pt x="194" y="1716"/>
                      <a:pt x="193" y="1717"/>
                    </a:cubicBezTo>
                    <a:cubicBezTo>
                      <a:pt x="191" y="1718"/>
                      <a:pt x="190" y="1714"/>
                      <a:pt x="188" y="1715"/>
                    </a:cubicBezTo>
                    <a:cubicBezTo>
                      <a:pt x="187" y="1715"/>
                      <a:pt x="187" y="1716"/>
                      <a:pt x="186" y="1717"/>
                    </a:cubicBezTo>
                    <a:cubicBezTo>
                      <a:pt x="186" y="1718"/>
                      <a:pt x="185" y="1718"/>
                      <a:pt x="183" y="1719"/>
                    </a:cubicBezTo>
                    <a:cubicBezTo>
                      <a:pt x="181" y="1719"/>
                      <a:pt x="178" y="1718"/>
                      <a:pt x="176" y="1719"/>
                    </a:cubicBezTo>
                    <a:cubicBezTo>
                      <a:pt x="175" y="1720"/>
                      <a:pt x="174" y="1721"/>
                      <a:pt x="173" y="1721"/>
                    </a:cubicBezTo>
                    <a:cubicBezTo>
                      <a:pt x="172" y="1721"/>
                      <a:pt x="171" y="1720"/>
                      <a:pt x="170" y="1720"/>
                    </a:cubicBezTo>
                    <a:cubicBezTo>
                      <a:pt x="167" y="1719"/>
                      <a:pt x="169" y="1723"/>
                      <a:pt x="168" y="1724"/>
                    </a:cubicBezTo>
                    <a:cubicBezTo>
                      <a:pt x="167" y="1725"/>
                      <a:pt x="166" y="1725"/>
                      <a:pt x="166" y="1726"/>
                    </a:cubicBezTo>
                    <a:cubicBezTo>
                      <a:pt x="165" y="1726"/>
                      <a:pt x="164" y="1728"/>
                      <a:pt x="164" y="1728"/>
                    </a:cubicBezTo>
                    <a:cubicBezTo>
                      <a:pt x="163" y="1728"/>
                      <a:pt x="162" y="1727"/>
                      <a:pt x="162" y="1727"/>
                    </a:cubicBezTo>
                    <a:cubicBezTo>
                      <a:pt x="161" y="1726"/>
                      <a:pt x="159" y="1725"/>
                      <a:pt x="158" y="1726"/>
                    </a:cubicBezTo>
                    <a:cubicBezTo>
                      <a:pt x="157" y="1728"/>
                      <a:pt x="156" y="1732"/>
                      <a:pt x="159" y="1733"/>
                    </a:cubicBezTo>
                    <a:cubicBezTo>
                      <a:pt x="160" y="1733"/>
                      <a:pt x="161" y="1733"/>
                      <a:pt x="162" y="1733"/>
                    </a:cubicBezTo>
                    <a:cubicBezTo>
                      <a:pt x="163" y="1733"/>
                      <a:pt x="164" y="1733"/>
                      <a:pt x="165" y="1733"/>
                    </a:cubicBezTo>
                    <a:cubicBezTo>
                      <a:pt x="167" y="1734"/>
                      <a:pt x="168" y="1734"/>
                      <a:pt x="169" y="1734"/>
                    </a:cubicBezTo>
                    <a:cubicBezTo>
                      <a:pt x="170" y="1733"/>
                      <a:pt x="172" y="1733"/>
                      <a:pt x="173" y="1733"/>
                    </a:cubicBezTo>
                    <a:cubicBezTo>
                      <a:pt x="175" y="1733"/>
                      <a:pt x="176" y="1734"/>
                      <a:pt x="177" y="1735"/>
                    </a:cubicBezTo>
                    <a:cubicBezTo>
                      <a:pt x="179" y="1736"/>
                      <a:pt x="180" y="1736"/>
                      <a:pt x="181" y="1737"/>
                    </a:cubicBezTo>
                    <a:cubicBezTo>
                      <a:pt x="182" y="1737"/>
                      <a:pt x="183" y="1738"/>
                      <a:pt x="185" y="1739"/>
                    </a:cubicBezTo>
                    <a:cubicBezTo>
                      <a:pt x="186" y="1740"/>
                      <a:pt x="187" y="1740"/>
                      <a:pt x="188" y="1740"/>
                    </a:cubicBezTo>
                    <a:cubicBezTo>
                      <a:pt x="191" y="1741"/>
                      <a:pt x="191" y="1744"/>
                      <a:pt x="192" y="1747"/>
                    </a:cubicBezTo>
                    <a:cubicBezTo>
                      <a:pt x="192" y="1752"/>
                      <a:pt x="195" y="1758"/>
                      <a:pt x="190" y="1763"/>
                    </a:cubicBezTo>
                    <a:cubicBezTo>
                      <a:pt x="188" y="1765"/>
                      <a:pt x="187" y="1763"/>
                      <a:pt x="185" y="1762"/>
                    </a:cubicBezTo>
                    <a:cubicBezTo>
                      <a:pt x="183" y="1762"/>
                      <a:pt x="180" y="1762"/>
                      <a:pt x="178" y="1763"/>
                    </a:cubicBezTo>
                    <a:cubicBezTo>
                      <a:pt x="177" y="1764"/>
                      <a:pt x="176" y="1765"/>
                      <a:pt x="175" y="1766"/>
                    </a:cubicBezTo>
                    <a:cubicBezTo>
                      <a:pt x="173" y="1766"/>
                      <a:pt x="172" y="1765"/>
                      <a:pt x="170" y="1765"/>
                    </a:cubicBezTo>
                    <a:cubicBezTo>
                      <a:pt x="168" y="1765"/>
                      <a:pt x="167" y="1768"/>
                      <a:pt x="165" y="1769"/>
                    </a:cubicBezTo>
                    <a:cubicBezTo>
                      <a:pt x="164" y="1769"/>
                      <a:pt x="164" y="1769"/>
                      <a:pt x="164" y="1770"/>
                    </a:cubicBezTo>
                    <a:cubicBezTo>
                      <a:pt x="164" y="1771"/>
                      <a:pt x="164" y="1772"/>
                      <a:pt x="164" y="1772"/>
                    </a:cubicBezTo>
                    <a:cubicBezTo>
                      <a:pt x="164" y="1773"/>
                      <a:pt x="164" y="1773"/>
                      <a:pt x="164" y="1773"/>
                    </a:cubicBezTo>
                    <a:cubicBezTo>
                      <a:pt x="165" y="1773"/>
                      <a:pt x="165" y="1773"/>
                      <a:pt x="165" y="1774"/>
                    </a:cubicBezTo>
                    <a:cubicBezTo>
                      <a:pt x="165" y="1775"/>
                      <a:pt x="166" y="1775"/>
                      <a:pt x="167" y="1774"/>
                    </a:cubicBezTo>
                    <a:cubicBezTo>
                      <a:pt x="168" y="1774"/>
                      <a:pt x="169" y="1774"/>
                      <a:pt x="170" y="1775"/>
                    </a:cubicBezTo>
                    <a:cubicBezTo>
                      <a:pt x="171" y="1777"/>
                      <a:pt x="170" y="1777"/>
                      <a:pt x="170" y="1778"/>
                    </a:cubicBezTo>
                    <a:cubicBezTo>
                      <a:pt x="170" y="1779"/>
                      <a:pt x="171" y="1779"/>
                      <a:pt x="171" y="1780"/>
                    </a:cubicBezTo>
                    <a:cubicBezTo>
                      <a:pt x="170" y="1781"/>
                      <a:pt x="169" y="1782"/>
                      <a:pt x="170" y="1783"/>
                    </a:cubicBezTo>
                    <a:cubicBezTo>
                      <a:pt x="171" y="1784"/>
                      <a:pt x="172" y="1784"/>
                      <a:pt x="173" y="1785"/>
                    </a:cubicBezTo>
                    <a:cubicBezTo>
                      <a:pt x="175" y="1786"/>
                      <a:pt x="175" y="1785"/>
                      <a:pt x="176" y="1783"/>
                    </a:cubicBezTo>
                    <a:cubicBezTo>
                      <a:pt x="176" y="1782"/>
                      <a:pt x="175" y="1779"/>
                      <a:pt x="177" y="1778"/>
                    </a:cubicBezTo>
                    <a:cubicBezTo>
                      <a:pt x="178" y="1778"/>
                      <a:pt x="178" y="1779"/>
                      <a:pt x="179" y="1779"/>
                    </a:cubicBezTo>
                    <a:cubicBezTo>
                      <a:pt x="180" y="1780"/>
                      <a:pt x="181" y="1780"/>
                      <a:pt x="182" y="1780"/>
                    </a:cubicBezTo>
                    <a:cubicBezTo>
                      <a:pt x="184" y="1780"/>
                      <a:pt x="185" y="1781"/>
                      <a:pt x="186" y="1779"/>
                    </a:cubicBezTo>
                    <a:cubicBezTo>
                      <a:pt x="186" y="1779"/>
                      <a:pt x="185" y="1777"/>
                      <a:pt x="187" y="1777"/>
                    </a:cubicBezTo>
                    <a:cubicBezTo>
                      <a:pt x="188" y="1778"/>
                      <a:pt x="187" y="1782"/>
                      <a:pt x="187" y="1783"/>
                    </a:cubicBezTo>
                    <a:cubicBezTo>
                      <a:pt x="188" y="1786"/>
                      <a:pt x="191" y="1784"/>
                      <a:pt x="193" y="1785"/>
                    </a:cubicBezTo>
                    <a:cubicBezTo>
                      <a:pt x="194" y="1785"/>
                      <a:pt x="196" y="1786"/>
                      <a:pt x="197" y="1786"/>
                    </a:cubicBezTo>
                    <a:cubicBezTo>
                      <a:pt x="198" y="1787"/>
                      <a:pt x="199" y="1787"/>
                      <a:pt x="201" y="1787"/>
                    </a:cubicBezTo>
                    <a:cubicBezTo>
                      <a:pt x="201" y="1788"/>
                      <a:pt x="201" y="1790"/>
                      <a:pt x="202" y="1791"/>
                    </a:cubicBezTo>
                    <a:cubicBezTo>
                      <a:pt x="202" y="1791"/>
                      <a:pt x="204" y="1791"/>
                      <a:pt x="204" y="1791"/>
                    </a:cubicBezTo>
                    <a:cubicBezTo>
                      <a:pt x="206" y="1791"/>
                      <a:pt x="208" y="1791"/>
                      <a:pt x="209" y="1791"/>
                    </a:cubicBezTo>
                    <a:cubicBezTo>
                      <a:pt x="210" y="1791"/>
                      <a:pt x="211" y="1791"/>
                      <a:pt x="212" y="1791"/>
                    </a:cubicBezTo>
                    <a:cubicBezTo>
                      <a:pt x="212" y="1791"/>
                      <a:pt x="212" y="1791"/>
                      <a:pt x="213" y="1791"/>
                    </a:cubicBezTo>
                    <a:cubicBezTo>
                      <a:pt x="213" y="1791"/>
                      <a:pt x="213" y="1791"/>
                      <a:pt x="214" y="1791"/>
                    </a:cubicBezTo>
                    <a:cubicBezTo>
                      <a:pt x="214" y="1791"/>
                      <a:pt x="215" y="1791"/>
                      <a:pt x="215" y="1791"/>
                    </a:cubicBezTo>
                    <a:cubicBezTo>
                      <a:pt x="216" y="1791"/>
                      <a:pt x="216" y="1791"/>
                      <a:pt x="217" y="1791"/>
                    </a:cubicBezTo>
                    <a:cubicBezTo>
                      <a:pt x="217" y="1790"/>
                      <a:pt x="218" y="1790"/>
                      <a:pt x="218" y="1790"/>
                    </a:cubicBezTo>
                    <a:cubicBezTo>
                      <a:pt x="219" y="1790"/>
                      <a:pt x="220" y="1790"/>
                      <a:pt x="220" y="1789"/>
                    </a:cubicBezTo>
                    <a:cubicBezTo>
                      <a:pt x="221" y="1789"/>
                      <a:pt x="221" y="1788"/>
                      <a:pt x="221" y="1787"/>
                    </a:cubicBezTo>
                    <a:cubicBezTo>
                      <a:pt x="221" y="1787"/>
                      <a:pt x="221" y="1786"/>
                      <a:pt x="221" y="1786"/>
                    </a:cubicBezTo>
                    <a:cubicBezTo>
                      <a:pt x="221" y="1785"/>
                      <a:pt x="221" y="1785"/>
                      <a:pt x="221" y="1785"/>
                    </a:cubicBezTo>
                    <a:cubicBezTo>
                      <a:pt x="221" y="1784"/>
                      <a:pt x="221" y="1784"/>
                      <a:pt x="221" y="1783"/>
                    </a:cubicBezTo>
                    <a:cubicBezTo>
                      <a:pt x="221" y="1781"/>
                      <a:pt x="222" y="1779"/>
                      <a:pt x="223" y="1777"/>
                    </a:cubicBezTo>
                    <a:cubicBezTo>
                      <a:pt x="224" y="1776"/>
                      <a:pt x="224" y="1775"/>
                      <a:pt x="225" y="1775"/>
                    </a:cubicBezTo>
                    <a:cubicBezTo>
                      <a:pt x="226" y="1775"/>
                      <a:pt x="228" y="1774"/>
                      <a:pt x="229" y="1775"/>
                    </a:cubicBezTo>
                    <a:cubicBezTo>
                      <a:pt x="229" y="1776"/>
                      <a:pt x="227" y="1777"/>
                      <a:pt x="226" y="1778"/>
                    </a:cubicBezTo>
                    <a:cubicBezTo>
                      <a:pt x="225" y="1779"/>
                      <a:pt x="224" y="1780"/>
                      <a:pt x="223" y="1781"/>
                    </a:cubicBezTo>
                    <a:cubicBezTo>
                      <a:pt x="222" y="1783"/>
                      <a:pt x="223" y="1785"/>
                      <a:pt x="223" y="1787"/>
                    </a:cubicBezTo>
                    <a:cubicBezTo>
                      <a:pt x="223" y="1789"/>
                      <a:pt x="223" y="1791"/>
                      <a:pt x="225" y="1790"/>
                    </a:cubicBezTo>
                    <a:cubicBezTo>
                      <a:pt x="226" y="1790"/>
                      <a:pt x="227" y="1789"/>
                      <a:pt x="228" y="1790"/>
                    </a:cubicBezTo>
                    <a:cubicBezTo>
                      <a:pt x="230" y="1791"/>
                      <a:pt x="227" y="1792"/>
                      <a:pt x="226" y="1792"/>
                    </a:cubicBezTo>
                    <a:cubicBezTo>
                      <a:pt x="225" y="1792"/>
                      <a:pt x="225" y="1792"/>
                      <a:pt x="225" y="1792"/>
                    </a:cubicBezTo>
                    <a:cubicBezTo>
                      <a:pt x="224" y="1793"/>
                      <a:pt x="224" y="1793"/>
                      <a:pt x="224" y="1794"/>
                    </a:cubicBezTo>
                    <a:cubicBezTo>
                      <a:pt x="224" y="1794"/>
                      <a:pt x="224" y="1794"/>
                      <a:pt x="224" y="1794"/>
                    </a:cubicBezTo>
                    <a:cubicBezTo>
                      <a:pt x="224" y="1794"/>
                      <a:pt x="223" y="1793"/>
                      <a:pt x="223" y="1793"/>
                    </a:cubicBezTo>
                    <a:cubicBezTo>
                      <a:pt x="223" y="1792"/>
                      <a:pt x="223" y="1792"/>
                      <a:pt x="223" y="1792"/>
                    </a:cubicBezTo>
                    <a:cubicBezTo>
                      <a:pt x="223" y="1791"/>
                      <a:pt x="222" y="1791"/>
                      <a:pt x="222" y="1791"/>
                    </a:cubicBezTo>
                    <a:cubicBezTo>
                      <a:pt x="221" y="1791"/>
                      <a:pt x="220" y="1791"/>
                      <a:pt x="220" y="1792"/>
                    </a:cubicBezTo>
                    <a:cubicBezTo>
                      <a:pt x="219" y="1792"/>
                      <a:pt x="218" y="1792"/>
                      <a:pt x="218" y="1792"/>
                    </a:cubicBezTo>
                    <a:cubicBezTo>
                      <a:pt x="217" y="1792"/>
                      <a:pt x="217" y="1792"/>
                      <a:pt x="217" y="1792"/>
                    </a:cubicBezTo>
                    <a:cubicBezTo>
                      <a:pt x="216" y="1792"/>
                      <a:pt x="216" y="1793"/>
                      <a:pt x="216" y="1793"/>
                    </a:cubicBezTo>
                    <a:cubicBezTo>
                      <a:pt x="216" y="1793"/>
                      <a:pt x="216" y="1793"/>
                      <a:pt x="216" y="1793"/>
                    </a:cubicBezTo>
                    <a:cubicBezTo>
                      <a:pt x="215" y="1793"/>
                      <a:pt x="215" y="1793"/>
                      <a:pt x="215" y="1793"/>
                    </a:cubicBezTo>
                    <a:cubicBezTo>
                      <a:pt x="214" y="1793"/>
                      <a:pt x="214" y="1793"/>
                      <a:pt x="214" y="1793"/>
                    </a:cubicBezTo>
                    <a:cubicBezTo>
                      <a:pt x="213" y="1793"/>
                      <a:pt x="213" y="1793"/>
                      <a:pt x="212" y="1793"/>
                    </a:cubicBezTo>
                    <a:cubicBezTo>
                      <a:pt x="211" y="1793"/>
                      <a:pt x="209" y="1793"/>
                      <a:pt x="207" y="1793"/>
                    </a:cubicBezTo>
                    <a:cubicBezTo>
                      <a:pt x="207" y="1793"/>
                      <a:pt x="206" y="1794"/>
                      <a:pt x="205" y="1794"/>
                    </a:cubicBezTo>
                    <a:cubicBezTo>
                      <a:pt x="205" y="1794"/>
                      <a:pt x="205" y="1795"/>
                      <a:pt x="205" y="1795"/>
                    </a:cubicBezTo>
                    <a:cubicBezTo>
                      <a:pt x="205" y="1795"/>
                      <a:pt x="204" y="1796"/>
                      <a:pt x="204" y="1796"/>
                    </a:cubicBezTo>
                    <a:cubicBezTo>
                      <a:pt x="205" y="1796"/>
                      <a:pt x="206" y="1797"/>
                      <a:pt x="206" y="1797"/>
                    </a:cubicBezTo>
                    <a:cubicBezTo>
                      <a:pt x="207" y="1797"/>
                      <a:pt x="208" y="1797"/>
                      <a:pt x="208" y="1798"/>
                    </a:cubicBezTo>
                    <a:cubicBezTo>
                      <a:pt x="207" y="1798"/>
                      <a:pt x="206" y="1797"/>
                      <a:pt x="205" y="1797"/>
                    </a:cubicBezTo>
                    <a:cubicBezTo>
                      <a:pt x="204" y="1796"/>
                      <a:pt x="203" y="1796"/>
                      <a:pt x="202" y="1796"/>
                    </a:cubicBezTo>
                    <a:cubicBezTo>
                      <a:pt x="201" y="1795"/>
                      <a:pt x="201" y="1795"/>
                      <a:pt x="201" y="1794"/>
                    </a:cubicBezTo>
                    <a:cubicBezTo>
                      <a:pt x="201" y="1793"/>
                      <a:pt x="201" y="1792"/>
                      <a:pt x="201" y="1792"/>
                    </a:cubicBezTo>
                    <a:cubicBezTo>
                      <a:pt x="199" y="1791"/>
                      <a:pt x="197" y="1790"/>
                      <a:pt x="195" y="1790"/>
                    </a:cubicBezTo>
                    <a:cubicBezTo>
                      <a:pt x="194" y="1790"/>
                      <a:pt x="193" y="1790"/>
                      <a:pt x="193" y="1791"/>
                    </a:cubicBezTo>
                    <a:cubicBezTo>
                      <a:pt x="192" y="1792"/>
                      <a:pt x="192" y="1793"/>
                      <a:pt x="191" y="1792"/>
                    </a:cubicBezTo>
                    <a:cubicBezTo>
                      <a:pt x="190" y="1792"/>
                      <a:pt x="189" y="1791"/>
                      <a:pt x="188" y="1790"/>
                    </a:cubicBezTo>
                    <a:cubicBezTo>
                      <a:pt x="187" y="1789"/>
                      <a:pt x="186" y="1788"/>
                      <a:pt x="185" y="1788"/>
                    </a:cubicBezTo>
                    <a:cubicBezTo>
                      <a:pt x="180" y="1789"/>
                      <a:pt x="182" y="1793"/>
                      <a:pt x="185" y="1795"/>
                    </a:cubicBezTo>
                    <a:cubicBezTo>
                      <a:pt x="187" y="1795"/>
                      <a:pt x="188" y="1795"/>
                      <a:pt x="188" y="1797"/>
                    </a:cubicBezTo>
                    <a:cubicBezTo>
                      <a:pt x="189" y="1799"/>
                      <a:pt x="188" y="1800"/>
                      <a:pt x="187" y="1801"/>
                    </a:cubicBezTo>
                    <a:cubicBezTo>
                      <a:pt x="186" y="1802"/>
                      <a:pt x="185" y="1803"/>
                      <a:pt x="185" y="1805"/>
                    </a:cubicBezTo>
                    <a:cubicBezTo>
                      <a:pt x="185" y="1807"/>
                      <a:pt x="186" y="1808"/>
                      <a:pt x="188" y="1808"/>
                    </a:cubicBezTo>
                    <a:cubicBezTo>
                      <a:pt x="190" y="1809"/>
                      <a:pt x="192" y="1809"/>
                      <a:pt x="193" y="1810"/>
                    </a:cubicBezTo>
                    <a:cubicBezTo>
                      <a:pt x="195" y="1811"/>
                      <a:pt x="197" y="1812"/>
                      <a:pt x="198" y="1813"/>
                    </a:cubicBezTo>
                    <a:cubicBezTo>
                      <a:pt x="202" y="1816"/>
                      <a:pt x="204" y="1818"/>
                      <a:pt x="208" y="1818"/>
                    </a:cubicBezTo>
                    <a:cubicBezTo>
                      <a:pt x="210" y="1818"/>
                      <a:pt x="212" y="1817"/>
                      <a:pt x="212" y="1816"/>
                    </a:cubicBezTo>
                    <a:cubicBezTo>
                      <a:pt x="213" y="1814"/>
                      <a:pt x="213" y="1812"/>
                      <a:pt x="215" y="1811"/>
                    </a:cubicBezTo>
                    <a:cubicBezTo>
                      <a:pt x="217" y="1810"/>
                      <a:pt x="219" y="1810"/>
                      <a:pt x="221" y="1810"/>
                    </a:cubicBezTo>
                    <a:cubicBezTo>
                      <a:pt x="222" y="1810"/>
                      <a:pt x="224" y="1809"/>
                      <a:pt x="225" y="1809"/>
                    </a:cubicBezTo>
                    <a:cubicBezTo>
                      <a:pt x="228" y="1810"/>
                      <a:pt x="227" y="1815"/>
                      <a:pt x="230" y="1815"/>
                    </a:cubicBezTo>
                    <a:cubicBezTo>
                      <a:pt x="234" y="1816"/>
                      <a:pt x="238" y="1814"/>
                      <a:pt x="242" y="1814"/>
                    </a:cubicBezTo>
                    <a:cubicBezTo>
                      <a:pt x="243" y="1815"/>
                      <a:pt x="245" y="1815"/>
                      <a:pt x="246" y="1814"/>
                    </a:cubicBezTo>
                    <a:cubicBezTo>
                      <a:pt x="247" y="1813"/>
                      <a:pt x="247" y="1812"/>
                      <a:pt x="247" y="1810"/>
                    </a:cubicBezTo>
                    <a:cubicBezTo>
                      <a:pt x="248" y="1810"/>
                      <a:pt x="248" y="1809"/>
                      <a:pt x="248" y="1809"/>
                    </a:cubicBezTo>
                    <a:cubicBezTo>
                      <a:pt x="248" y="1808"/>
                      <a:pt x="249" y="1807"/>
                      <a:pt x="249" y="1807"/>
                    </a:cubicBezTo>
                    <a:cubicBezTo>
                      <a:pt x="249" y="1807"/>
                      <a:pt x="250" y="1806"/>
                      <a:pt x="250" y="1806"/>
                    </a:cubicBezTo>
                    <a:cubicBezTo>
                      <a:pt x="251" y="1805"/>
                      <a:pt x="251" y="1803"/>
                      <a:pt x="251" y="1802"/>
                    </a:cubicBezTo>
                    <a:cubicBezTo>
                      <a:pt x="251" y="1801"/>
                      <a:pt x="250" y="1800"/>
                      <a:pt x="251" y="1798"/>
                    </a:cubicBezTo>
                    <a:cubicBezTo>
                      <a:pt x="251" y="1796"/>
                      <a:pt x="257" y="1797"/>
                      <a:pt x="258" y="1797"/>
                    </a:cubicBezTo>
                    <a:cubicBezTo>
                      <a:pt x="260" y="1798"/>
                      <a:pt x="262" y="1798"/>
                      <a:pt x="263" y="1798"/>
                    </a:cubicBezTo>
                    <a:cubicBezTo>
                      <a:pt x="264" y="1798"/>
                      <a:pt x="265" y="1798"/>
                      <a:pt x="267" y="1798"/>
                    </a:cubicBezTo>
                    <a:cubicBezTo>
                      <a:pt x="268" y="1798"/>
                      <a:pt x="268" y="1799"/>
                      <a:pt x="268" y="1799"/>
                    </a:cubicBezTo>
                    <a:cubicBezTo>
                      <a:pt x="269" y="1800"/>
                      <a:pt x="270" y="1800"/>
                      <a:pt x="271" y="1800"/>
                    </a:cubicBezTo>
                    <a:cubicBezTo>
                      <a:pt x="272" y="1799"/>
                      <a:pt x="274" y="1799"/>
                      <a:pt x="275" y="1799"/>
                    </a:cubicBezTo>
                    <a:cubicBezTo>
                      <a:pt x="276" y="1799"/>
                      <a:pt x="278" y="1799"/>
                      <a:pt x="279" y="1799"/>
                    </a:cubicBezTo>
                    <a:cubicBezTo>
                      <a:pt x="280" y="1800"/>
                      <a:pt x="282" y="1801"/>
                      <a:pt x="284" y="1802"/>
                    </a:cubicBezTo>
                    <a:cubicBezTo>
                      <a:pt x="285" y="1802"/>
                      <a:pt x="287" y="1803"/>
                      <a:pt x="288" y="1804"/>
                    </a:cubicBezTo>
                    <a:cubicBezTo>
                      <a:pt x="290" y="1804"/>
                      <a:pt x="291" y="1804"/>
                      <a:pt x="293" y="1805"/>
                    </a:cubicBezTo>
                    <a:cubicBezTo>
                      <a:pt x="294" y="1805"/>
                      <a:pt x="295" y="1805"/>
                      <a:pt x="295" y="1803"/>
                    </a:cubicBezTo>
                    <a:cubicBezTo>
                      <a:pt x="296" y="1802"/>
                      <a:pt x="295" y="1800"/>
                      <a:pt x="294" y="1799"/>
                    </a:cubicBezTo>
                    <a:cubicBezTo>
                      <a:pt x="294" y="1799"/>
                      <a:pt x="292" y="1798"/>
                      <a:pt x="293" y="1797"/>
                    </a:cubicBezTo>
                    <a:cubicBezTo>
                      <a:pt x="293" y="1797"/>
                      <a:pt x="294" y="1797"/>
                      <a:pt x="294" y="1796"/>
                    </a:cubicBezTo>
                    <a:cubicBezTo>
                      <a:pt x="295" y="1796"/>
                      <a:pt x="295" y="1795"/>
                      <a:pt x="295" y="1795"/>
                    </a:cubicBezTo>
                    <a:cubicBezTo>
                      <a:pt x="295" y="1794"/>
                      <a:pt x="295" y="1793"/>
                      <a:pt x="296" y="1793"/>
                    </a:cubicBezTo>
                    <a:cubicBezTo>
                      <a:pt x="296" y="1793"/>
                      <a:pt x="297" y="1794"/>
                      <a:pt x="297" y="1794"/>
                    </a:cubicBezTo>
                    <a:cubicBezTo>
                      <a:pt x="298" y="1796"/>
                      <a:pt x="298" y="1798"/>
                      <a:pt x="299" y="1799"/>
                    </a:cubicBezTo>
                    <a:cubicBezTo>
                      <a:pt x="300" y="1800"/>
                      <a:pt x="302" y="1801"/>
                      <a:pt x="303" y="1799"/>
                    </a:cubicBezTo>
                    <a:cubicBezTo>
                      <a:pt x="304" y="1799"/>
                      <a:pt x="304" y="1798"/>
                      <a:pt x="305" y="1798"/>
                    </a:cubicBezTo>
                    <a:cubicBezTo>
                      <a:pt x="306" y="1797"/>
                      <a:pt x="308" y="1797"/>
                      <a:pt x="308" y="1798"/>
                    </a:cubicBezTo>
                    <a:cubicBezTo>
                      <a:pt x="310" y="1800"/>
                      <a:pt x="307" y="1802"/>
                      <a:pt x="306" y="1803"/>
                    </a:cubicBezTo>
                    <a:cubicBezTo>
                      <a:pt x="305" y="1805"/>
                      <a:pt x="306" y="1806"/>
                      <a:pt x="307" y="1807"/>
                    </a:cubicBezTo>
                    <a:cubicBezTo>
                      <a:pt x="308" y="1808"/>
                      <a:pt x="310" y="1808"/>
                      <a:pt x="311" y="1810"/>
                    </a:cubicBezTo>
                    <a:cubicBezTo>
                      <a:pt x="312" y="1810"/>
                      <a:pt x="312" y="1811"/>
                      <a:pt x="312" y="1812"/>
                    </a:cubicBezTo>
                    <a:cubicBezTo>
                      <a:pt x="312" y="1813"/>
                      <a:pt x="311" y="1814"/>
                      <a:pt x="310" y="1814"/>
                    </a:cubicBezTo>
                    <a:cubicBezTo>
                      <a:pt x="309" y="1814"/>
                      <a:pt x="308" y="1813"/>
                      <a:pt x="307" y="1812"/>
                    </a:cubicBezTo>
                    <a:cubicBezTo>
                      <a:pt x="306" y="1811"/>
                      <a:pt x="305" y="1810"/>
                      <a:pt x="304" y="1810"/>
                    </a:cubicBezTo>
                    <a:cubicBezTo>
                      <a:pt x="301" y="1809"/>
                      <a:pt x="301" y="1812"/>
                      <a:pt x="302" y="1814"/>
                    </a:cubicBezTo>
                    <a:cubicBezTo>
                      <a:pt x="303" y="1815"/>
                      <a:pt x="304" y="1816"/>
                      <a:pt x="304" y="1816"/>
                    </a:cubicBezTo>
                    <a:cubicBezTo>
                      <a:pt x="305" y="1817"/>
                      <a:pt x="306" y="1818"/>
                      <a:pt x="307" y="1819"/>
                    </a:cubicBezTo>
                    <a:cubicBezTo>
                      <a:pt x="307" y="1821"/>
                      <a:pt x="307" y="1822"/>
                      <a:pt x="307" y="1824"/>
                    </a:cubicBezTo>
                    <a:cubicBezTo>
                      <a:pt x="308" y="1825"/>
                      <a:pt x="308" y="1826"/>
                      <a:pt x="308" y="1826"/>
                    </a:cubicBezTo>
                    <a:cubicBezTo>
                      <a:pt x="309" y="1827"/>
                      <a:pt x="310" y="1827"/>
                      <a:pt x="311" y="1828"/>
                    </a:cubicBezTo>
                    <a:cubicBezTo>
                      <a:pt x="312" y="1828"/>
                      <a:pt x="312" y="1828"/>
                      <a:pt x="313" y="1828"/>
                    </a:cubicBezTo>
                    <a:cubicBezTo>
                      <a:pt x="314" y="1829"/>
                      <a:pt x="316" y="1829"/>
                      <a:pt x="317" y="1829"/>
                    </a:cubicBezTo>
                    <a:cubicBezTo>
                      <a:pt x="318" y="1829"/>
                      <a:pt x="320" y="1829"/>
                      <a:pt x="321" y="1829"/>
                    </a:cubicBezTo>
                    <a:cubicBezTo>
                      <a:pt x="323" y="1829"/>
                      <a:pt x="326" y="1829"/>
                      <a:pt x="328" y="1829"/>
                    </a:cubicBezTo>
                    <a:cubicBezTo>
                      <a:pt x="330" y="1829"/>
                      <a:pt x="331" y="1831"/>
                      <a:pt x="331" y="1833"/>
                    </a:cubicBezTo>
                    <a:cubicBezTo>
                      <a:pt x="332" y="1834"/>
                      <a:pt x="333" y="1836"/>
                      <a:pt x="334" y="1837"/>
                    </a:cubicBezTo>
                    <a:cubicBezTo>
                      <a:pt x="334" y="1839"/>
                      <a:pt x="336" y="1839"/>
                      <a:pt x="338" y="1839"/>
                    </a:cubicBezTo>
                    <a:cubicBezTo>
                      <a:pt x="338" y="1839"/>
                      <a:pt x="339" y="1839"/>
                      <a:pt x="340" y="1838"/>
                    </a:cubicBezTo>
                    <a:cubicBezTo>
                      <a:pt x="341" y="1838"/>
                      <a:pt x="342" y="1838"/>
                      <a:pt x="343" y="1838"/>
                    </a:cubicBezTo>
                    <a:cubicBezTo>
                      <a:pt x="343" y="1838"/>
                      <a:pt x="344" y="1838"/>
                      <a:pt x="344" y="1838"/>
                    </a:cubicBezTo>
                    <a:cubicBezTo>
                      <a:pt x="345" y="1838"/>
                      <a:pt x="346" y="1839"/>
                      <a:pt x="346" y="1840"/>
                    </a:cubicBezTo>
                    <a:cubicBezTo>
                      <a:pt x="346" y="1841"/>
                      <a:pt x="343" y="1841"/>
                      <a:pt x="342" y="1842"/>
                    </a:cubicBezTo>
                    <a:cubicBezTo>
                      <a:pt x="340" y="1842"/>
                      <a:pt x="339" y="1843"/>
                      <a:pt x="337" y="1843"/>
                    </a:cubicBezTo>
                    <a:cubicBezTo>
                      <a:pt x="334" y="1843"/>
                      <a:pt x="332" y="1844"/>
                      <a:pt x="329" y="1844"/>
                    </a:cubicBezTo>
                    <a:cubicBezTo>
                      <a:pt x="328" y="1844"/>
                      <a:pt x="326" y="1844"/>
                      <a:pt x="325" y="1844"/>
                    </a:cubicBezTo>
                    <a:cubicBezTo>
                      <a:pt x="325" y="1844"/>
                      <a:pt x="324" y="1844"/>
                      <a:pt x="324" y="1843"/>
                    </a:cubicBezTo>
                    <a:cubicBezTo>
                      <a:pt x="323" y="1843"/>
                      <a:pt x="323" y="1843"/>
                      <a:pt x="322" y="1843"/>
                    </a:cubicBezTo>
                    <a:cubicBezTo>
                      <a:pt x="322" y="1842"/>
                      <a:pt x="321" y="1842"/>
                      <a:pt x="320" y="1842"/>
                    </a:cubicBezTo>
                    <a:cubicBezTo>
                      <a:pt x="320" y="1842"/>
                      <a:pt x="319" y="1841"/>
                      <a:pt x="319" y="1841"/>
                    </a:cubicBezTo>
                    <a:cubicBezTo>
                      <a:pt x="318" y="1840"/>
                      <a:pt x="317" y="1840"/>
                      <a:pt x="317" y="1840"/>
                    </a:cubicBezTo>
                    <a:cubicBezTo>
                      <a:pt x="316" y="1840"/>
                      <a:pt x="315" y="1840"/>
                      <a:pt x="314" y="1840"/>
                    </a:cubicBezTo>
                    <a:cubicBezTo>
                      <a:pt x="314" y="1840"/>
                      <a:pt x="313" y="1841"/>
                      <a:pt x="313" y="1841"/>
                    </a:cubicBezTo>
                    <a:cubicBezTo>
                      <a:pt x="313" y="1842"/>
                      <a:pt x="313" y="1842"/>
                      <a:pt x="312" y="1843"/>
                    </a:cubicBezTo>
                    <a:cubicBezTo>
                      <a:pt x="312" y="1844"/>
                      <a:pt x="311" y="1843"/>
                      <a:pt x="310" y="1844"/>
                    </a:cubicBezTo>
                    <a:cubicBezTo>
                      <a:pt x="309" y="1844"/>
                      <a:pt x="308" y="1844"/>
                      <a:pt x="308" y="1844"/>
                    </a:cubicBezTo>
                    <a:cubicBezTo>
                      <a:pt x="307" y="1844"/>
                      <a:pt x="306" y="1844"/>
                      <a:pt x="305" y="1845"/>
                    </a:cubicBezTo>
                    <a:cubicBezTo>
                      <a:pt x="304" y="1845"/>
                      <a:pt x="304" y="1848"/>
                      <a:pt x="304" y="1849"/>
                    </a:cubicBezTo>
                    <a:cubicBezTo>
                      <a:pt x="304" y="1850"/>
                      <a:pt x="304" y="1850"/>
                      <a:pt x="304" y="1851"/>
                    </a:cubicBezTo>
                    <a:cubicBezTo>
                      <a:pt x="305" y="1852"/>
                      <a:pt x="304" y="1854"/>
                      <a:pt x="304" y="1856"/>
                    </a:cubicBezTo>
                    <a:cubicBezTo>
                      <a:pt x="303" y="1857"/>
                      <a:pt x="303" y="1857"/>
                      <a:pt x="305" y="1858"/>
                    </a:cubicBezTo>
                    <a:cubicBezTo>
                      <a:pt x="306" y="1859"/>
                      <a:pt x="307" y="1859"/>
                      <a:pt x="308" y="1860"/>
                    </a:cubicBezTo>
                    <a:cubicBezTo>
                      <a:pt x="308" y="1860"/>
                      <a:pt x="309" y="1860"/>
                      <a:pt x="309" y="1861"/>
                    </a:cubicBezTo>
                    <a:cubicBezTo>
                      <a:pt x="309" y="1862"/>
                      <a:pt x="309" y="1862"/>
                      <a:pt x="310" y="1863"/>
                    </a:cubicBezTo>
                    <a:cubicBezTo>
                      <a:pt x="310" y="1863"/>
                      <a:pt x="311" y="1863"/>
                      <a:pt x="312" y="1863"/>
                    </a:cubicBezTo>
                    <a:cubicBezTo>
                      <a:pt x="313" y="1863"/>
                      <a:pt x="313" y="1864"/>
                      <a:pt x="313" y="1865"/>
                    </a:cubicBezTo>
                    <a:cubicBezTo>
                      <a:pt x="313" y="1865"/>
                      <a:pt x="313" y="1867"/>
                      <a:pt x="314" y="1867"/>
                    </a:cubicBezTo>
                    <a:cubicBezTo>
                      <a:pt x="315" y="1867"/>
                      <a:pt x="316" y="1867"/>
                      <a:pt x="317" y="1868"/>
                    </a:cubicBezTo>
                    <a:cubicBezTo>
                      <a:pt x="318" y="1868"/>
                      <a:pt x="319" y="1868"/>
                      <a:pt x="321" y="1868"/>
                    </a:cubicBezTo>
                    <a:cubicBezTo>
                      <a:pt x="322" y="1868"/>
                      <a:pt x="323" y="1868"/>
                      <a:pt x="325" y="1868"/>
                    </a:cubicBezTo>
                    <a:cubicBezTo>
                      <a:pt x="326" y="1868"/>
                      <a:pt x="328" y="1868"/>
                      <a:pt x="329" y="1868"/>
                    </a:cubicBezTo>
                    <a:cubicBezTo>
                      <a:pt x="330" y="1867"/>
                      <a:pt x="331" y="1866"/>
                      <a:pt x="331" y="1865"/>
                    </a:cubicBezTo>
                    <a:cubicBezTo>
                      <a:pt x="331" y="1864"/>
                      <a:pt x="332" y="1864"/>
                      <a:pt x="333" y="1864"/>
                    </a:cubicBezTo>
                    <a:cubicBezTo>
                      <a:pt x="334" y="1863"/>
                      <a:pt x="334" y="1863"/>
                      <a:pt x="335" y="1863"/>
                    </a:cubicBezTo>
                    <a:cubicBezTo>
                      <a:pt x="336" y="1864"/>
                      <a:pt x="336" y="1864"/>
                      <a:pt x="337" y="1865"/>
                    </a:cubicBezTo>
                    <a:cubicBezTo>
                      <a:pt x="338" y="1866"/>
                      <a:pt x="340" y="1866"/>
                      <a:pt x="341" y="1866"/>
                    </a:cubicBezTo>
                    <a:cubicBezTo>
                      <a:pt x="342" y="1866"/>
                      <a:pt x="343" y="1865"/>
                      <a:pt x="345" y="1866"/>
                    </a:cubicBezTo>
                    <a:cubicBezTo>
                      <a:pt x="346" y="1866"/>
                      <a:pt x="347" y="1867"/>
                      <a:pt x="348" y="1868"/>
                    </a:cubicBezTo>
                    <a:cubicBezTo>
                      <a:pt x="348" y="1869"/>
                      <a:pt x="349" y="1870"/>
                      <a:pt x="350" y="1870"/>
                    </a:cubicBezTo>
                    <a:cubicBezTo>
                      <a:pt x="350" y="1870"/>
                      <a:pt x="351" y="1870"/>
                      <a:pt x="351" y="1870"/>
                    </a:cubicBezTo>
                    <a:cubicBezTo>
                      <a:pt x="351" y="1870"/>
                      <a:pt x="352" y="1871"/>
                      <a:pt x="352" y="1871"/>
                    </a:cubicBezTo>
                    <a:cubicBezTo>
                      <a:pt x="352" y="1871"/>
                      <a:pt x="353" y="1870"/>
                      <a:pt x="353" y="1870"/>
                    </a:cubicBezTo>
                    <a:cubicBezTo>
                      <a:pt x="354" y="1869"/>
                      <a:pt x="354" y="1868"/>
                      <a:pt x="355" y="1868"/>
                    </a:cubicBezTo>
                    <a:cubicBezTo>
                      <a:pt x="355" y="1868"/>
                      <a:pt x="355" y="1868"/>
                      <a:pt x="355" y="1868"/>
                    </a:cubicBezTo>
                    <a:cubicBezTo>
                      <a:pt x="355" y="1867"/>
                      <a:pt x="356" y="1866"/>
                      <a:pt x="356" y="1865"/>
                    </a:cubicBezTo>
                    <a:cubicBezTo>
                      <a:pt x="357" y="1864"/>
                      <a:pt x="357" y="1864"/>
                      <a:pt x="358" y="1863"/>
                    </a:cubicBezTo>
                    <a:cubicBezTo>
                      <a:pt x="360" y="1861"/>
                      <a:pt x="364" y="1860"/>
                      <a:pt x="367" y="1861"/>
                    </a:cubicBezTo>
                    <a:cubicBezTo>
                      <a:pt x="368" y="1861"/>
                      <a:pt x="369" y="1862"/>
                      <a:pt x="370" y="1862"/>
                    </a:cubicBezTo>
                    <a:cubicBezTo>
                      <a:pt x="371" y="1863"/>
                      <a:pt x="372" y="1862"/>
                      <a:pt x="373" y="1862"/>
                    </a:cubicBezTo>
                    <a:cubicBezTo>
                      <a:pt x="375" y="1863"/>
                      <a:pt x="375" y="1863"/>
                      <a:pt x="377" y="1863"/>
                    </a:cubicBezTo>
                    <a:cubicBezTo>
                      <a:pt x="377" y="1863"/>
                      <a:pt x="379" y="1864"/>
                      <a:pt x="379" y="1863"/>
                    </a:cubicBezTo>
                    <a:cubicBezTo>
                      <a:pt x="380" y="1863"/>
                      <a:pt x="380" y="1862"/>
                      <a:pt x="381" y="1862"/>
                    </a:cubicBezTo>
                    <a:cubicBezTo>
                      <a:pt x="381" y="1861"/>
                      <a:pt x="381" y="1861"/>
                      <a:pt x="381" y="1860"/>
                    </a:cubicBezTo>
                    <a:cubicBezTo>
                      <a:pt x="382" y="1859"/>
                      <a:pt x="382" y="1861"/>
                      <a:pt x="382" y="1862"/>
                    </a:cubicBezTo>
                    <a:cubicBezTo>
                      <a:pt x="382" y="1863"/>
                      <a:pt x="382" y="1864"/>
                      <a:pt x="381" y="1865"/>
                    </a:cubicBezTo>
                    <a:cubicBezTo>
                      <a:pt x="381" y="1866"/>
                      <a:pt x="380" y="1869"/>
                      <a:pt x="381" y="1870"/>
                    </a:cubicBezTo>
                    <a:cubicBezTo>
                      <a:pt x="382" y="1871"/>
                      <a:pt x="383" y="1871"/>
                      <a:pt x="384" y="1872"/>
                    </a:cubicBezTo>
                    <a:cubicBezTo>
                      <a:pt x="384" y="1873"/>
                      <a:pt x="385" y="1874"/>
                      <a:pt x="385" y="1875"/>
                    </a:cubicBezTo>
                    <a:cubicBezTo>
                      <a:pt x="386" y="1876"/>
                      <a:pt x="386" y="1877"/>
                      <a:pt x="386" y="1878"/>
                    </a:cubicBezTo>
                    <a:cubicBezTo>
                      <a:pt x="385" y="1880"/>
                      <a:pt x="386" y="1882"/>
                      <a:pt x="386" y="1884"/>
                    </a:cubicBezTo>
                    <a:cubicBezTo>
                      <a:pt x="386" y="1885"/>
                      <a:pt x="386" y="1887"/>
                      <a:pt x="385" y="1889"/>
                    </a:cubicBezTo>
                    <a:cubicBezTo>
                      <a:pt x="385" y="1890"/>
                      <a:pt x="385" y="1892"/>
                      <a:pt x="385" y="1894"/>
                    </a:cubicBezTo>
                    <a:cubicBezTo>
                      <a:pt x="385" y="1894"/>
                      <a:pt x="385" y="1895"/>
                      <a:pt x="385" y="1895"/>
                    </a:cubicBezTo>
                    <a:cubicBezTo>
                      <a:pt x="386" y="1896"/>
                      <a:pt x="386" y="1897"/>
                      <a:pt x="386" y="1897"/>
                    </a:cubicBezTo>
                    <a:cubicBezTo>
                      <a:pt x="387" y="1898"/>
                      <a:pt x="387" y="1898"/>
                      <a:pt x="387" y="1898"/>
                    </a:cubicBezTo>
                    <a:cubicBezTo>
                      <a:pt x="389" y="1898"/>
                      <a:pt x="389" y="1900"/>
                      <a:pt x="389" y="1901"/>
                    </a:cubicBezTo>
                    <a:cubicBezTo>
                      <a:pt x="390" y="1902"/>
                      <a:pt x="390" y="1904"/>
                      <a:pt x="391" y="1905"/>
                    </a:cubicBezTo>
                    <a:cubicBezTo>
                      <a:pt x="392" y="1906"/>
                      <a:pt x="394" y="1906"/>
                      <a:pt x="395" y="1907"/>
                    </a:cubicBezTo>
                    <a:cubicBezTo>
                      <a:pt x="397" y="1907"/>
                      <a:pt x="399" y="1908"/>
                      <a:pt x="401" y="1909"/>
                    </a:cubicBezTo>
                    <a:cubicBezTo>
                      <a:pt x="402" y="1910"/>
                      <a:pt x="402" y="1911"/>
                      <a:pt x="403" y="1913"/>
                    </a:cubicBezTo>
                    <a:cubicBezTo>
                      <a:pt x="403" y="1915"/>
                      <a:pt x="403" y="1917"/>
                      <a:pt x="404" y="1918"/>
                    </a:cubicBezTo>
                    <a:cubicBezTo>
                      <a:pt x="405" y="1919"/>
                      <a:pt x="407" y="1920"/>
                      <a:pt x="407" y="1921"/>
                    </a:cubicBezTo>
                    <a:cubicBezTo>
                      <a:pt x="408" y="1922"/>
                      <a:pt x="408" y="1923"/>
                      <a:pt x="408" y="1924"/>
                    </a:cubicBezTo>
                    <a:cubicBezTo>
                      <a:pt x="409" y="1925"/>
                      <a:pt x="409" y="1927"/>
                      <a:pt x="409" y="1928"/>
                    </a:cubicBezTo>
                    <a:cubicBezTo>
                      <a:pt x="409" y="1929"/>
                      <a:pt x="408" y="1930"/>
                      <a:pt x="409" y="1931"/>
                    </a:cubicBezTo>
                    <a:cubicBezTo>
                      <a:pt x="409" y="1932"/>
                      <a:pt x="410" y="1932"/>
                      <a:pt x="411" y="1933"/>
                    </a:cubicBezTo>
                    <a:cubicBezTo>
                      <a:pt x="412" y="1934"/>
                      <a:pt x="414" y="1934"/>
                      <a:pt x="416" y="1935"/>
                    </a:cubicBezTo>
                    <a:cubicBezTo>
                      <a:pt x="418" y="1935"/>
                      <a:pt x="421" y="1935"/>
                      <a:pt x="422" y="1937"/>
                    </a:cubicBezTo>
                    <a:cubicBezTo>
                      <a:pt x="423" y="1938"/>
                      <a:pt x="424" y="1938"/>
                      <a:pt x="425" y="1939"/>
                    </a:cubicBezTo>
                    <a:cubicBezTo>
                      <a:pt x="426" y="1939"/>
                      <a:pt x="428" y="1940"/>
                      <a:pt x="429" y="1940"/>
                    </a:cubicBezTo>
                    <a:cubicBezTo>
                      <a:pt x="430" y="1940"/>
                      <a:pt x="431" y="1940"/>
                      <a:pt x="432" y="1941"/>
                    </a:cubicBezTo>
                    <a:cubicBezTo>
                      <a:pt x="433" y="1942"/>
                      <a:pt x="434" y="1943"/>
                      <a:pt x="435" y="1944"/>
                    </a:cubicBezTo>
                    <a:cubicBezTo>
                      <a:pt x="437" y="1946"/>
                      <a:pt x="440" y="1947"/>
                      <a:pt x="442" y="1947"/>
                    </a:cubicBezTo>
                    <a:cubicBezTo>
                      <a:pt x="444" y="1948"/>
                      <a:pt x="447" y="1947"/>
                      <a:pt x="449" y="1947"/>
                    </a:cubicBezTo>
                    <a:cubicBezTo>
                      <a:pt x="450" y="1947"/>
                      <a:pt x="453" y="1948"/>
                      <a:pt x="454" y="1947"/>
                    </a:cubicBezTo>
                    <a:cubicBezTo>
                      <a:pt x="455" y="1946"/>
                      <a:pt x="456" y="1945"/>
                      <a:pt x="456" y="1944"/>
                    </a:cubicBezTo>
                    <a:cubicBezTo>
                      <a:pt x="457" y="1943"/>
                      <a:pt x="459" y="1943"/>
                      <a:pt x="460" y="1943"/>
                    </a:cubicBezTo>
                    <a:cubicBezTo>
                      <a:pt x="461" y="1944"/>
                      <a:pt x="462" y="1946"/>
                      <a:pt x="464" y="1947"/>
                    </a:cubicBezTo>
                    <a:cubicBezTo>
                      <a:pt x="465" y="1947"/>
                      <a:pt x="466" y="1947"/>
                      <a:pt x="467" y="1948"/>
                    </a:cubicBezTo>
                    <a:cubicBezTo>
                      <a:pt x="468" y="1948"/>
                      <a:pt x="469" y="1948"/>
                      <a:pt x="470" y="1948"/>
                    </a:cubicBezTo>
                    <a:cubicBezTo>
                      <a:pt x="471" y="1948"/>
                      <a:pt x="472" y="1948"/>
                      <a:pt x="473" y="1948"/>
                    </a:cubicBezTo>
                    <a:cubicBezTo>
                      <a:pt x="474" y="1948"/>
                      <a:pt x="475" y="1947"/>
                      <a:pt x="475" y="1945"/>
                    </a:cubicBezTo>
                    <a:cubicBezTo>
                      <a:pt x="476" y="1944"/>
                      <a:pt x="476" y="1942"/>
                      <a:pt x="476" y="1941"/>
                    </a:cubicBezTo>
                    <a:cubicBezTo>
                      <a:pt x="476" y="1940"/>
                      <a:pt x="476" y="1938"/>
                      <a:pt x="477" y="1937"/>
                    </a:cubicBezTo>
                    <a:cubicBezTo>
                      <a:pt x="477" y="1935"/>
                      <a:pt x="478" y="1934"/>
                      <a:pt x="478" y="1933"/>
                    </a:cubicBezTo>
                    <a:cubicBezTo>
                      <a:pt x="479" y="1932"/>
                      <a:pt x="479" y="1931"/>
                      <a:pt x="480" y="1930"/>
                    </a:cubicBezTo>
                    <a:cubicBezTo>
                      <a:pt x="481" y="1929"/>
                      <a:pt x="481" y="1928"/>
                      <a:pt x="482" y="1928"/>
                    </a:cubicBezTo>
                    <a:cubicBezTo>
                      <a:pt x="483" y="1927"/>
                      <a:pt x="484" y="1926"/>
                      <a:pt x="485" y="1926"/>
                    </a:cubicBezTo>
                    <a:cubicBezTo>
                      <a:pt x="487" y="1924"/>
                      <a:pt x="488" y="1923"/>
                      <a:pt x="489" y="1922"/>
                    </a:cubicBezTo>
                    <a:cubicBezTo>
                      <a:pt x="490" y="1921"/>
                      <a:pt x="491" y="1921"/>
                      <a:pt x="493" y="1921"/>
                    </a:cubicBezTo>
                    <a:cubicBezTo>
                      <a:pt x="493" y="1920"/>
                      <a:pt x="494" y="1920"/>
                      <a:pt x="495" y="1921"/>
                    </a:cubicBezTo>
                    <a:cubicBezTo>
                      <a:pt x="495" y="1921"/>
                      <a:pt x="495" y="1922"/>
                      <a:pt x="496" y="1922"/>
                    </a:cubicBezTo>
                    <a:cubicBezTo>
                      <a:pt x="497" y="1922"/>
                      <a:pt x="497" y="1923"/>
                      <a:pt x="498" y="1923"/>
                    </a:cubicBezTo>
                    <a:cubicBezTo>
                      <a:pt x="500" y="1923"/>
                      <a:pt x="502" y="1923"/>
                      <a:pt x="504" y="1923"/>
                    </a:cubicBezTo>
                    <a:cubicBezTo>
                      <a:pt x="506" y="1924"/>
                      <a:pt x="508" y="1924"/>
                      <a:pt x="510" y="1923"/>
                    </a:cubicBezTo>
                    <a:cubicBezTo>
                      <a:pt x="511" y="1923"/>
                      <a:pt x="512" y="1922"/>
                      <a:pt x="512" y="1922"/>
                    </a:cubicBezTo>
                    <a:cubicBezTo>
                      <a:pt x="512" y="1922"/>
                      <a:pt x="513" y="1921"/>
                      <a:pt x="513" y="1921"/>
                    </a:cubicBezTo>
                    <a:cubicBezTo>
                      <a:pt x="514" y="1920"/>
                      <a:pt x="517" y="1921"/>
                      <a:pt x="518" y="1921"/>
                    </a:cubicBezTo>
                    <a:cubicBezTo>
                      <a:pt x="521" y="1922"/>
                      <a:pt x="525" y="1923"/>
                      <a:pt x="529" y="1923"/>
                    </a:cubicBezTo>
                    <a:cubicBezTo>
                      <a:pt x="533" y="1923"/>
                      <a:pt x="537" y="1924"/>
                      <a:pt x="542" y="1924"/>
                    </a:cubicBezTo>
                    <a:cubicBezTo>
                      <a:pt x="545" y="1924"/>
                      <a:pt x="549" y="1924"/>
                      <a:pt x="552" y="1924"/>
                    </a:cubicBezTo>
                    <a:cubicBezTo>
                      <a:pt x="560" y="1923"/>
                      <a:pt x="566" y="1920"/>
                      <a:pt x="572" y="1915"/>
                    </a:cubicBezTo>
                    <a:cubicBezTo>
                      <a:pt x="577" y="1911"/>
                      <a:pt x="582" y="1906"/>
                      <a:pt x="588" y="1904"/>
                    </a:cubicBezTo>
                    <a:cubicBezTo>
                      <a:pt x="591" y="1903"/>
                      <a:pt x="593" y="1902"/>
                      <a:pt x="595" y="1901"/>
                    </a:cubicBezTo>
                    <a:cubicBezTo>
                      <a:pt x="597" y="1899"/>
                      <a:pt x="599" y="1898"/>
                      <a:pt x="601" y="1897"/>
                    </a:cubicBezTo>
                    <a:cubicBezTo>
                      <a:pt x="604" y="1896"/>
                      <a:pt x="606" y="1896"/>
                      <a:pt x="609" y="1895"/>
                    </a:cubicBezTo>
                    <a:cubicBezTo>
                      <a:pt x="611" y="1894"/>
                      <a:pt x="613" y="1892"/>
                      <a:pt x="615" y="1891"/>
                    </a:cubicBezTo>
                    <a:cubicBezTo>
                      <a:pt x="616" y="1891"/>
                      <a:pt x="617" y="1890"/>
                      <a:pt x="618" y="1890"/>
                    </a:cubicBezTo>
                    <a:cubicBezTo>
                      <a:pt x="618" y="1889"/>
                      <a:pt x="619" y="1889"/>
                      <a:pt x="620" y="1888"/>
                    </a:cubicBezTo>
                    <a:cubicBezTo>
                      <a:pt x="620" y="1886"/>
                      <a:pt x="618" y="1884"/>
                      <a:pt x="618" y="1883"/>
                    </a:cubicBezTo>
                    <a:cubicBezTo>
                      <a:pt x="617" y="1881"/>
                      <a:pt x="617" y="1878"/>
                      <a:pt x="619" y="1877"/>
                    </a:cubicBezTo>
                    <a:cubicBezTo>
                      <a:pt x="620" y="1877"/>
                      <a:pt x="623" y="1876"/>
                      <a:pt x="624" y="1877"/>
                    </a:cubicBezTo>
                    <a:cubicBezTo>
                      <a:pt x="625" y="1877"/>
                      <a:pt x="625" y="1878"/>
                      <a:pt x="625" y="1878"/>
                    </a:cubicBezTo>
                    <a:cubicBezTo>
                      <a:pt x="626" y="1879"/>
                      <a:pt x="626" y="1880"/>
                      <a:pt x="627" y="1881"/>
                    </a:cubicBezTo>
                    <a:cubicBezTo>
                      <a:pt x="628" y="1881"/>
                      <a:pt x="630" y="1880"/>
                      <a:pt x="630" y="1879"/>
                    </a:cubicBezTo>
                    <a:cubicBezTo>
                      <a:pt x="630" y="1878"/>
                      <a:pt x="630" y="1878"/>
                      <a:pt x="631" y="1877"/>
                    </a:cubicBezTo>
                    <a:cubicBezTo>
                      <a:pt x="631" y="1877"/>
                      <a:pt x="631" y="1876"/>
                      <a:pt x="632" y="1876"/>
                    </a:cubicBezTo>
                    <a:cubicBezTo>
                      <a:pt x="632" y="1875"/>
                      <a:pt x="633" y="1875"/>
                      <a:pt x="633" y="1874"/>
                    </a:cubicBezTo>
                    <a:cubicBezTo>
                      <a:pt x="634" y="1872"/>
                      <a:pt x="636" y="1870"/>
                      <a:pt x="638" y="1871"/>
                    </a:cubicBezTo>
                    <a:cubicBezTo>
                      <a:pt x="640" y="1871"/>
                      <a:pt x="641" y="1872"/>
                      <a:pt x="642" y="1873"/>
                    </a:cubicBezTo>
                    <a:cubicBezTo>
                      <a:pt x="643" y="1873"/>
                      <a:pt x="644" y="1874"/>
                      <a:pt x="645" y="1873"/>
                    </a:cubicBezTo>
                    <a:cubicBezTo>
                      <a:pt x="646" y="1873"/>
                      <a:pt x="646" y="1872"/>
                      <a:pt x="646" y="1871"/>
                    </a:cubicBezTo>
                    <a:cubicBezTo>
                      <a:pt x="646" y="1870"/>
                      <a:pt x="647" y="1869"/>
                      <a:pt x="648" y="1869"/>
                    </a:cubicBezTo>
                    <a:cubicBezTo>
                      <a:pt x="648" y="1869"/>
                      <a:pt x="649" y="1868"/>
                      <a:pt x="649" y="1868"/>
                    </a:cubicBezTo>
                    <a:cubicBezTo>
                      <a:pt x="650" y="1867"/>
                      <a:pt x="650" y="1866"/>
                      <a:pt x="650" y="1866"/>
                    </a:cubicBezTo>
                    <a:cubicBezTo>
                      <a:pt x="651" y="1866"/>
                      <a:pt x="651" y="1868"/>
                      <a:pt x="651" y="1868"/>
                    </a:cubicBezTo>
                    <a:cubicBezTo>
                      <a:pt x="651" y="1869"/>
                      <a:pt x="650" y="1870"/>
                      <a:pt x="649" y="1870"/>
                    </a:cubicBezTo>
                    <a:cubicBezTo>
                      <a:pt x="648" y="1871"/>
                      <a:pt x="648" y="1871"/>
                      <a:pt x="648" y="1872"/>
                    </a:cubicBezTo>
                    <a:cubicBezTo>
                      <a:pt x="647" y="1873"/>
                      <a:pt x="647" y="1875"/>
                      <a:pt x="645" y="1875"/>
                    </a:cubicBezTo>
                    <a:cubicBezTo>
                      <a:pt x="644" y="1876"/>
                      <a:pt x="642" y="1876"/>
                      <a:pt x="641" y="1875"/>
                    </a:cubicBezTo>
                    <a:cubicBezTo>
                      <a:pt x="640" y="1875"/>
                      <a:pt x="640" y="1874"/>
                      <a:pt x="639" y="1873"/>
                    </a:cubicBezTo>
                    <a:cubicBezTo>
                      <a:pt x="638" y="1872"/>
                      <a:pt x="636" y="1873"/>
                      <a:pt x="635" y="1874"/>
                    </a:cubicBezTo>
                    <a:cubicBezTo>
                      <a:pt x="634" y="1875"/>
                      <a:pt x="633" y="1877"/>
                      <a:pt x="632" y="1878"/>
                    </a:cubicBezTo>
                    <a:cubicBezTo>
                      <a:pt x="632" y="1879"/>
                      <a:pt x="631" y="1880"/>
                      <a:pt x="630" y="1881"/>
                    </a:cubicBezTo>
                    <a:cubicBezTo>
                      <a:pt x="630" y="1882"/>
                      <a:pt x="630" y="1882"/>
                      <a:pt x="629" y="1883"/>
                    </a:cubicBezTo>
                    <a:cubicBezTo>
                      <a:pt x="628" y="1883"/>
                      <a:pt x="628" y="1883"/>
                      <a:pt x="627" y="1883"/>
                    </a:cubicBezTo>
                    <a:cubicBezTo>
                      <a:pt x="626" y="1883"/>
                      <a:pt x="625" y="1881"/>
                      <a:pt x="625" y="1881"/>
                    </a:cubicBezTo>
                    <a:cubicBezTo>
                      <a:pt x="625" y="1880"/>
                      <a:pt x="624" y="1879"/>
                      <a:pt x="623" y="1879"/>
                    </a:cubicBezTo>
                    <a:cubicBezTo>
                      <a:pt x="622" y="1878"/>
                      <a:pt x="620" y="1879"/>
                      <a:pt x="619" y="1880"/>
                    </a:cubicBezTo>
                    <a:cubicBezTo>
                      <a:pt x="619" y="1882"/>
                      <a:pt x="620" y="1883"/>
                      <a:pt x="621" y="1884"/>
                    </a:cubicBezTo>
                    <a:cubicBezTo>
                      <a:pt x="623" y="1885"/>
                      <a:pt x="624" y="1886"/>
                      <a:pt x="624" y="1888"/>
                    </a:cubicBezTo>
                    <a:cubicBezTo>
                      <a:pt x="624" y="1890"/>
                      <a:pt x="623" y="1892"/>
                      <a:pt x="622" y="1893"/>
                    </a:cubicBezTo>
                    <a:cubicBezTo>
                      <a:pt x="621" y="1895"/>
                      <a:pt x="619" y="1895"/>
                      <a:pt x="618" y="1896"/>
                    </a:cubicBezTo>
                    <a:cubicBezTo>
                      <a:pt x="614" y="1896"/>
                      <a:pt x="610" y="1896"/>
                      <a:pt x="607" y="1900"/>
                    </a:cubicBezTo>
                    <a:cubicBezTo>
                      <a:pt x="606" y="1901"/>
                      <a:pt x="605" y="1903"/>
                      <a:pt x="603" y="1904"/>
                    </a:cubicBezTo>
                    <a:cubicBezTo>
                      <a:pt x="602" y="1905"/>
                      <a:pt x="601" y="1906"/>
                      <a:pt x="599" y="1906"/>
                    </a:cubicBezTo>
                    <a:cubicBezTo>
                      <a:pt x="597" y="1906"/>
                      <a:pt x="595" y="1906"/>
                      <a:pt x="594" y="1907"/>
                    </a:cubicBezTo>
                    <a:cubicBezTo>
                      <a:pt x="592" y="1908"/>
                      <a:pt x="591" y="1910"/>
                      <a:pt x="589" y="1911"/>
                    </a:cubicBezTo>
                    <a:cubicBezTo>
                      <a:pt x="588" y="1912"/>
                      <a:pt x="587" y="1913"/>
                      <a:pt x="586" y="1915"/>
                    </a:cubicBezTo>
                    <a:cubicBezTo>
                      <a:pt x="584" y="1917"/>
                      <a:pt x="583" y="1918"/>
                      <a:pt x="581" y="1920"/>
                    </a:cubicBezTo>
                    <a:cubicBezTo>
                      <a:pt x="577" y="1924"/>
                      <a:pt x="573" y="1926"/>
                      <a:pt x="569" y="1929"/>
                    </a:cubicBezTo>
                    <a:cubicBezTo>
                      <a:pt x="567" y="1931"/>
                      <a:pt x="566" y="1933"/>
                      <a:pt x="564" y="1935"/>
                    </a:cubicBezTo>
                    <a:cubicBezTo>
                      <a:pt x="562" y="1936"/>
                      <a:pt x="560" y="1938"/>
                      <a:pt x="558" y="1940"/>
                    </a:cubicBezTo>
                    <a:cubicBezTo>
                      <a:pt x="558" y="1941"/>
                      <a:pt x="556" y="1942"/>
                      <a:pt x="556" y="1943"/>
                    </a:cubicBezTo>
                    <a:cubicBezTo>
                      <a:pt x="556" y="1944"/>
                      <a:pt x="555" y="1945"/>
                      <a:pt x="556" y="1946"/>
                    </a:cubicBezTo>
                    <a:cubicBezTo>
                      <a:pt x="556" y="1947"/>
                      <a:pt x="556" y="1948"/>
                      <a:pt x="557" y="1949"/>
                    </a:cubicBezTo>
                    <a:cubicBezTo>
                      <a:pt x="558" y="1949"/>
                      <a:pt x="561" y="1952"/>
                      <a:pt x="559" y="1953"/>
                    </a:cubicBezTo>
                    <a:cubicBezTo>
                      <a:pt x="558" y="1953"/>
                      <a:pt x="557" y="1952"/>
                      <a:pt x="557" y="1951"/>
                    </a:cubicBezTo>
                    <a:cubicBezTo>
                      <a:pt x="556" y="1951"/>
                      <a:pt x="555" y="1950"/>
                      <a:pt x="554" y="1949"/>
                    </a:cubicBezTo>
                    <a:cubicBezTo>
                      <a:pt x="552" y="1948"/>
                      <a:pt x="551" y="1949"/>
                      <a:pt x="549" y="1949"/>
                    </a:cubicBezTo>
                    <a:cubicBezTo>
                      <a:pt x="547" y="1949"/>
                      <a:pt x="545" y="1948"/>
                      <a:pt x="543" y="1949"/>
                    </a:cubicBezTo>
                    <a:cubicBezTo>
                      <a:pt x="540" y="1949"/>
                      <a:pt x="538" y="1950"/>
                      <a:pt x="536" y="1951"/>
                    </a:cubicBezTo>
                    <a:cubicBezTo>
                      <a:pt x="533" y="1952"/>
                      <a:pt x="531" y="1954"/>
                      <a:pt x="529" y="1956"/>
                    </a:cubicBezTo>
                    <a:cubicBezTo>
                      <a:pt x="528" y="1958"/>
                      <a:pt x="525" y="1959"/>
                      <a:pt x="524" y="1960"/>
                    </a:cubicBezTo>
                    <a:cubicBezTo>
                      <a:pt x="523" y="1961"/>
                      <a:pt x="522" y="1962"/>
                      <a:pt x="522" y="1963"/>
                    </a:cubicBezTo>
                    <a:cubicBezTo>
                      <a:pt x="521" y="1964"/>
                      <a:pt x="521" y="1965"/>
                      <a:pt x="520" y="1966"/>
                    </a:cubicBezTo>
                    <a:cubicBezTo>
                      <a:pt x="519" y="1967"/>
                      <a:pt x="517" y="1967"/>
                      <a:pt x="516" y="1966"/>
                    </a:cubicBezTo>
                    <a:cubicBezTo>
                      <a:pt x="515" y="1965"/>
                      <a:pt x="514" y="1965"/>
                      <a:pt x="512" y="1965"/>
                    </a:cubicBezTo>
                    <a:cubicBezTo>
                      <a:pt x="510" y="1966"/>
                      <a:pt x="509" y="1967"/>
                      <a:pt x="508" y="1969"/>
                    </a:cubicBezTo>
                    <a:cubicBezTo>
                      <a:pt x="507" y="1970"/>
                      <a:pt x="506" y="1971"/>
                      <a:pt x="505" y="1973"/>
                    </a:cubicBezTo>
                    <a:cubicBezTo>
                      <a:pt x="504" y="1974"/>
                      <a:pt x="504" y="1976"/>
                      <a:pt x="503" y="1978"/>
                    </a:cubicBezTo>
                    <a:cubicBezTo>
                      <a:pt x="503" y="1979"/>
                      <a:pt x="502" y="1980"/>
                      <a:pt x="501" y="1981"/>
                    </a:cubicBezTo>
                    <a:cubicBezTo>
                      <a:pt x="500" y="1981"/>
                      <a:pt x="499" y="1981"/>
                      <a:pt x="498" y="1981"/>
                    </a:cubicBezTo>
                    <a:cubicBezTo>
                      <a:pt x="494" y="1981"/>
                      <a:pt x="493" y="1985"/>
                      <a:pt x="493" y="1988"/>
                    </a:cubicBezTo>
                    <a:cubicBezTo>
                      <a:pt x="493" y="1990"/>
                      <a:pt x="493" y="1992"/>
                      <a:pt x="493" y="1994"/>
                    </a:cubicBezTo>
                    <a:cubicBezTo>
                      <a:pt x="493" y="1997"/>
                      <a:pt x="494" y="2000"/>
                      <a:pt x="494" y="2002"/>
                    </a:cubicBezTo>
                    <a:cubicBezTo>
                      <a:pt x="494" y="2004"/>
                      <a:pt x="495" y="2006"/>
                      <a:pt x="493" y="2007"/>
                    </a:cubicBezTo>
                    <a:cubicBezTo>
                      <a:pt x="492" y="2007"/>
                      <a:pt x="491" y="2007"/>
                      <a:pt x="489" y="2007"/>
                    </a:cubicBezTo>
                    <a:cubicBezTo>
                      <a:pt x="488" y="2007"/>
                      <a:pt x="486" y="2008"/>
                      <a:pt x="485" y="2008"/>
                    </a:cubicBezTo>
                    <a:cubicBezTo>
                      <a:pt x="484" y="2008"/>
                      <a:pt x="482" y="2008"/>
                      <a:pt x="481" y="2007"/>
                    </a:cubicBezTo>
                    <a:cubicBezTo>
                      <a:pt x="480" y="2007"/>
                      <a:pt x="480" y="2007"/>
                      <a:pt x="479" y="2007"/>
                    </a:cubicBezTo>
                    <a:cubicBezTo>
                      <a:pt x="479" y="2008"/>
                      <a:pt x="478" y="2008"/>
                      <a:pt x="478" y="2008"/>
                    </a:cubicBezTo>
                    <a:cubicBezTo>
                      <a:pt x="477" y="2008"/>
                      <a:pt x="476" y="2009"/>
                      <a:pt x="476" y="2009"/>
                    </a:cubicBezTo>
                    <a:cubicBezTo>
                      <a:pt x="475" y="2008"/>
                      <a:pt x="474" y="2007"/>
                      <a:pt x="473" y="2007"/>
                    </a:cubicBezTo>
                    <a:cubicBezTo>
                      <a:pt x="471" y="2006"/>
                      <a:pt x="470" y="2005"/>
                      <a:pt x="468" y="2005"/>
                    </a:cubicBezTo>
                    <a:cubicBezTo>
                      <a:pt x="465" y="2005"/>
                      <a:pt x="462" y="2004"/>
                      <a:pt x="460" y="2005"/>
                    </a:cubicBezTo>
                    <a:cubicBezTo>
                      <a:pt x="459" y="2005"/>
                      <a:pt x="458" y="2005"/>
                      <a:pt x="458" y="2006"/>
                    </a:cubicBezTo>
                    <a:cubicBezTo>
                      <a:pt x="457" y="2006"/>
                      <a:pt x="457" y="2007"/>
                      <a:pt x="456" y="2007"/>
                    </a:cubicBezTo>
                    <a:cubicBezTo>
                      <a:pt x="454" y="2007"/>
                      <a:pt x="452" y="2006"/>
                      <a:pt x="451" y="2007"/>
                    </a:cubicBezTo>
                    <a:cubicBezTo>
                      <a:pt x="450" y="2007"/>
                      <a:pt x="449" y="2007"/>
                      <a:pt x="447" y="2007"/>
                    </a:cubicBezTo>
                    <a:cubicBezTo>
                      <a:pt x="447" y="2007"/>
                      <a:pt x="445" y="2008"/>
                      <a:pt x="445" y="2007"/>
                    </a:cubicBezTo>
                    <a:cubicBezTo>
                      <a:pt x="445" y="2007"/>
                      <a:pt x="445" y="2006"/>
                      <a:pt x="445" y="2006"/>
                    </a:cubicBezTo>
                    <a:cubicBezTo>
                      <a:pt x="444" y="2005"/>
                      <a:pt x="443" y="2005"/>
                      <a:pt x="442" y="2005"/>
                    </a:cubicBezTo>
                    <a:cubicBezTo>
                      <a:pt x="440" y="2004"/>
                      <a:pt x="438" y="2004"/>
                      <a:pt x="435" y="2004"/>
                    </a:cubicBezTo>
                    <a:cubicBezTo>
                      <a:pt x="434" y="2004"/>
                      <a:pt x="433" y="2004"/>
                      <a:pt x="433" y="2004"/>
                    </a:cubicBezTo>
                    <a:cubicBezTo>
                      <a:pt x="432" y="2003"/>
                      <a:pt x="431" y="2003"/>
                      <a:pt x="430" y="2002"/>
                    </a:cubicBezTo>
                    <a:cubicBezTo>
                      <a:pt x="429" y="2002"/>
                      <a:pt x="428" y="2001"/>
                      <a:pt x="427" y="2000"/>
                    </a:cubicBezTo>
                    <a:cubicBezTo>
                      <a:pt x="427" y="2000"/>
                      <a:pt x="426" y="1999"/>
                      <a:pt x="426" y="1998"/>
                    </a:cubicBezTo>
                    <a:cubicBezTo>
                      <a:pt x="425" y="1997"/>
                      <a:pt x="424" y="1995"/>
                      <a:pt x="423" y="1994"/>
                    </a:cubicBezTo>
                    <a:cubicBezTo>
                      <a:pt x="421" y="1991"/>
                      <a:pt x="420" y="1989"/>
                      <a:pt x="419" y="1987"/>
                    </a:cubicBezTo>
                    <a:cubicBezTo>
                      <a:pt x="418" y="1986"/>
                      <a:pt x="417" y="1986"/>
                      <a:pt x="417" y="1986"/>
                    </a:cubicBezTo>
                    <a:cubicBezTo>
                      <a:pt x="415" y="1985"/>
                      <a:pt x="414" y="1985"/>
                      <a:pt x="413" y="1984"/>
                    </a:cubicBezTo>
                    <a:cubicBezTo>
                      <a:pt x="412" y="1984"/>
                      <a:pt x="411" y="1983"/>
                      <a:pt x="410" y="1983"/>
                    </a:cubicBezTo>
                    <a:cubicBezTo>
                      <a:pt x="409" y="1982"/>
                      <a:pt x="408" y="1981"/>
                      <a:pt x="407" y="1981"/>
                    </a:cubicBezTo>
                    <a:cubicBezTo>
                      <a:pt x="405" y="1981"/>
                      <a:pt x="404" y="1981"/>
                      <a:pt x="402" y="1981"/>
                    </a:cubicBezTo>
                    <a:cubicBezTo>
                      <a:pt x="400" y="1981"/>
                      <a:pt x="398" y="1981"/>
                      <a:pt x="395" y="1981"/>
                    </a:cubicBezTo>
                    <a:cubicBezTo>
                      <a:pt x="393" y="1981"/>
                      <a:pt x="391" y="1980"/>
                      <a:pt x="389" y="1980"/>
                    </a:cubicBezTo>
                    <a:cubicBezTo>
                      <a:pt x="388" y="1980"/>
                      <a:pt x="386" y="1979"/>
                      <a:pt x="385" y="1979"/>
                    </a:cubicBezTo>
                    <a:cubicBezTo>
                      <a:pt x="384" y="1979"/>
                      <a:pt x="383" y="1979"/>
                      <a:pt x="382" y="1978"/>
                    </a:cubicBezTo>
                    <a:cubicBezTo>
                      <a:pt x="382" y="1978"/>
                      <a:pt x="381" y="1977"/>
                      <a:pt x="381" y="1977"/>
                    </a:cubicBezTo>
                    <a:cubicBezTo>
                      <a:pt x="380" y="1976"/>
                      <a:pt x="379" y="1976"/>
                      <a:pt x="378" y="1975"/>
                    </a:cubicBezTo>
                    <a:cubicBezTo>
                      <a:pt x="378" y="1974"/>
                      <a:pt x="378" y="1974"/>
                      <a:pt x="378" y="1973"/>
                    </a:cubicBezTo>
                    <a:cubicBezTo>
                      <a:pt x="377" y="1972"/>
                      <a:pt x="376" y="1972"/>
                      <a:pt x="376" y="1972"/>
                    </a:cubicBezTo>
                    <a:cubicBezTo>
                      <a:pt x="373" y="1971"/>
                      <a:pt x="370" y="1971"/>
                      <a:pt x="367" y="1971"/>
                    </a:cubicBezTo>
                    <a:cubicBezTo>
                      <a:pt x="364" y="1971"/>
                      <a:pt x="362" y="1972"/>
                      <a:pt x="359" y="1971"/>
                    </a:cubicBezTo>
                    <a:cubicBezTo>
                      <a:pt x="358" y="1971"/>
                      <a:pt x="357" y="1971"/>
                      <a:pt x="356" y="1970"/>
                    </a:cubicBezTo>
                    <a:cubicBezTo>
                      <a:pt x="352" y="1969"/>
                      <a:pt x="347" y="1969"/>
                      <a:pt x="342" y="1970"/>
                    </a:cubicBezTo>
                    <a:cubicBezTo>
                      <a:pt x="341" y="1970"/>
                      <a:pt x="339" y="1971"/>
                      <a:pt x="337" y="1971"/>
                    </a:cubicBezTo>
                    <a:cubicBezTo>
                      <a:pt x="336" y="1972"/>
                      <a:pt x="334" y="1971"/>
                      <a:pt x="332" y="1971"/>
                    </a:cubicBezTo>
                    <a:cubicBezTo>
                      <a:pt x="331" y="1970"/>
                      <a:pt x="329" y="1969"/>
                      <a:pt x="327" y="1967"/>
                    </a:cubicBezTo>
                    <a:cubicBezTo>
                      <a:pt x="325" y="1966"/>
                      <a:pt x="323" y="1966"/>
                      <a:pt x="321" y="1966"/>
                    </a:cubicBezTo>
                    <a:cubicBezTo>
                      <a:pt x="318" y="1966"/>
                      <a:pt x="315" y="1966"/>
                      <a:pt x="312" y="1967"/>
                    </a:cubicBezTo>
                    <a:cubicBezTo>
                      <a:pt x="311" y="1967"/>
                      <a:pt x="309" y="1967"/>
                      <a:pt x="307" y="1968"/>
                    </a:cubicBezTo>
                    <a:cubicBezTo>
                      <a:pt x="305" y="1968"/>
                      <a:pt x="302" y="1969"/>
                      <a:pt x="301" y="1971"/>
                    </a:cubicBezTo>
                    <a:cubicBezTo>
                      <a:pt x="301" y="1973"/>
                      <a:pt x="303" y="1975"/>
                      <a:pt x="302" y="1977"/>
                    </a:cubicBezTo>
                    <a:cubicBezTo>
                      <a:pt x="301" y="1978"/>
                      <a:pt x="299" y="1978"/>
                      <a:pt x="297" y="1978"/>
                    </a:cubicBezTo>
                    <a:cubicBezTo>
                      <a:pt x="296" y="1979"/>
                      <a:pt x="294" y="1979"/>
                      <a:pt x="294" y="1980"/>
                    </a:cubicBezTo>
                    <a:cubicBezTo>
                      <a:pt x="294" y="1981"/>
                      <a:pt x="295" y="1983"/>
                      <a:pt x="295" y="1983"/>
                    </a:cubicBezTo>
                    <a:cubicBezTo>
                      <a:pt x="296" y="1984"/>
                      <a:pt x="298" y="1985"/>
                      <a:pt x="298" y="1986"/>
                    </a:cubicBezTo>
                    <a:cubicBezTo>
                      <a:pt x="299" y="1987"/>
                      <a:pt x="298" y="1988"/>
                      <a:pt x="297" y="1989"/>
                    </a:cubicBezTo>
                    <a:cubicBezTo>
                      <a:pt x="296" y="1991"/>
                      <a:pt x="295" y="1992"/>
                      <a:pt x="295" y="1994"/>
                    </a:cubicBezTo>
                    <a:cubicBezTo>
                      <a:pt x="295" y="1997"/>
                      <a:pt x="297" y="2000"/>
                      <a:pt x="301" y="2000"/>
                    </a:cubicBezTo>
                    <a:cubicBezTo>
                      <a:pt x="303" y="1999"/>
                      <a:pt x="305" y="1997"/>
                      <a:pt x="308" y="1997"/>
                    </a:cubicBezTo>
                    <a:cubicBezTo>
                      <a:pt x="310" y="1997"/>
                      <a:pt x="312" y="1997"/>
                      <a:pt x="314" y="1998"/>
                    </a:cubicBezTo>
                    <a:cubicBezTo>
                      <a:pt x="317" y="1999"/>
                      <a:pt x="319" y="1999"/>
                      <a:pt x="320" y="2001"/>
                    </a:cubicBezTo>
                    <a:cubicBezTo>
                      <a:pt x="321" y="2002"/>
                      <a:pt x="321" y="2003"/>
                      <a:pt x="321" y="2005"/>
                    </a:cubicBezTo>
                    <a:cubicBezTo>
                      <a:pt x="321" y="2005"/>
                      <a:pt x="321" y="2007"/>
                      <a:pt x="320" y="2007"/>
                    </a:cubicBezTo>
                    <a:cubicBezTo>
                      <a:pt x="319" y="2008"/>
                      <a:pt x="319" y="2007"/>
                      <a:pt x="319" y="2006"/>
                    </a:cubicBezTo>
                    <a:cubicBezTo>
                      <a:pt x="318" y="2005"/>
                      <a:pt x="318" y="2004"/>
                      <a:pt x="317" y="2003"/>
                    </a:cubicBezTo>
                    <a:cubicBezTo>
                      <a:pt x="317" y="2002"/>
                      <a:pt x="315" y="2002"/>
                      <a:pt x="314" y="2002"/>
                    </a:cubicBezTo>
                    <a:cubicBezTo>
                      <a:pt x="313" y="2002"/>
                      <a:pt x="312" y="2001"/>
                      <a:pt x="311" y="2001"/>
                    </a:cubicBezTo>
                    <a:cubicBezTo>
                      <a:pt x="310" y="2000"/>
                      <a:pt x="309" y="1999"/>
                      <a:pt x="308" y="1999"/>
                    </a:cubicBezTo>
                    <a:cubicBezTo>
                      <a:pt x="307" y="1999"/>
                      <a:pt x="305" y="2000"/>
                      <a:pt x="304" y="2001"/>
                    </a:cubicBezTo>
                    <a:cubicBezTo>
                      <a:pt x="301" y="2003"/>
                      <a:pt x="298" y="2006"/>
                      <a:pt x="297" y="2009"/>
                    </a:cubicBezTo>
                    <a:cubicBezTo>
                      <a:pt x="297" y="2011"/>
                      <a:pt x="296" y="2014"/>
                      <a:pt x="296" y="2017"/>
                    </a:cubicBezTo>
                    <a:cubicBezTo>
                      <a:pt x="296" y="2018"/>
                      <a:pt x="296" y="2018"/>
                      <a:pt x="296" y="2019"/>
                    </a:cubicBezTo>
                    <a:cubicBezTo>
                      <a:pt x="295" y="2019"/>
                      <a:pt x="295" y="2018"/>
                      <a:pt x="295" y="2018"/>
                    </a:cubicBezTo>
                    <a:cubicBezTo>
                      <a:pt x="295" y="2018"/>
                      <a:pt x="295" y="2017"/>
                      <a:pt x="295" y="2017"/>
                    </a:cubicBezTo>
                    <a:cubicBezTo>
                      <a:pt x="294" y="2016"/>
                      <a:pt x="295" y="2015"/>
                      <a:pt x="295" y="2014"/>
                    </a:cubicBezTo>
                    <a:cubicBezTo>
                      <a:pt x="295" y="2014"/>
                      <a:pt x="295" y="2014"/>
                      <a:pt x="295" y="2014"/>
                    </a:cubicBezTo>
                    <a:cubicBezTo>
                      <a:pt x="295" y="2013"/>
                      <a:pt x="295" y="2011"/>
                      <a:pt x="296" y="2010"/>
                    </a:cubicBezTo>
                    <a:cubicBezTo>
                      <a:pt x="296" y="2008"/>
                      <a:pt x="297" y="2007"/>
                      <a:pt x="297" y="2005"/>
                    </a:cubicBezTo>
                    <a:cubicBezTo>
                      <a:pt x="298" y="2003"/>
                      <a:pt x="296" y="2004"/>
                      <a:pt x="294" y="2004"/>
                    </a:cubicBezTo>
                    <a:cubicBezTo>
                      <a:pt x="293" y="2004"/>
                      <a:pt x="291" y="2004"/>
                      <a:pt x="289" y="2005"/>
                    </a:cubicBezTo>
                    <a:cubicBezTo>
                      <a:pt x="288" y="2006"/>
                      <a:pt x="286" y="2008"/>
                      <a:pt x="285" y="2009"/>
                    </a:cubicBezTo>
                    <a:cubicBezTo>
                      <a:pt x="284" y="2012"/>
                      <a:pt x="283" y="2013"/>
                      <a:pt x="280" y="2013"/>
                    </a:cubicBezTo>
                    <a:cubicBezTo>
                      <a:pt x="275" y="2014"/>
                      <a:pt x="269" y="2013"/>
                      <a:pt x="264" y="2010"/>
                    </a:cubicBezTo>
                    <a:cubicBezTo>
                      <a:pt x="263" y="2010"/>
                      <a:pt x="262" y="2009"/>
                      <a:pt x="261" y="2008"/>
                    </a:cubicBezTo>
                    <a:cubicBezTo>
                      <a:pt x="260" y="2006"/>
                      <a:pt x="259" y="2005"/>
                      <a:pt x="258" y="2004"/>
                    </a:cubicBezTo>
                    <a:cubicBezTo>
                      <a:pt x="256" y="2002"/>
                      <a:pt x="255" y="2001"/>
                      <a:pt x="253" y="2001"/>
                    </a:cubicBezTo>
                    <a:cubicBezTo>
                      <a:pt x="252" y="2001"/>
                      <a:pt x="250" y="2000"/>
                      <a:pt x="249" y="2001"/>
                    </a:cubicBezTo>
                    <a:cubicBezTo>
                      <a:pt x="248" y="2002"/>
                      <a:pt x="246" y="2003"/>
                      <a:pt x="245" y="2003"/>
                    </a:cubicBezTo>
                    <a:cubicBezTo>
                      <a:pt x="244" y="2004"/>
                      <a:pt x="243" y="2005"/>
                      <a:pt x="243" y="2006"/>
                    </a:cubicBezTo>
                    <a:cubicBezTo>
                      <a:pt x="240" y="2008"/>
                      <a:pt x="241" y="2012"/>
                      <a:pt x="239" y="2014"/>
                    </a:cubicBezTo>
                    <a:cubicBezTo>
                      <a:pt x="239" y="2015"/>
                      <a:pt x="238" y="2016"/>
                      <a:pt x="238" y="2016"/>
                    </a:cubicBezTo>
                    <a:cubicBezTo>
                      <a:pt x="238" y="2017"/>
                      <a:pt x="238" y="2017"/>
                      <a:pt x="237" y="2018"/>
                    </a:cubicBezTo>
                    <a:cubicBezTo>
                      <a:pt x="237" y="2019"/>
                      <a:pt x="236" y="2020"/>
                      <a:pt x="236" y="2021"/>
                    </a:cubicBezTo>
                    <a:cubicBezTo>
                      <a:pt x="235" y="2022"/>
                      <a:pt x="235" y="2023"/>
                      <a:pt x="234" y="2024"/>
                    </a:cubicBezTo>
                    <a:cubicBezTo>
                      <a:pt x="234" y="2025"/>
                      <a:pt x="234" y="2026"/>
                      <a:pt x="233" y="2026"/>
                    </a:cubicBezTo>
                    <a:cubicBezTo>
                      <a:pt x="232" y="2029"/>
                      <a:pt x="231" y="2031"/>
                      <a:pt x="231" y="2034"/>
                    </a:cubicBezTo>
                    <a:cubicBezTo>
                      <a:pt x="231" y="2036"/>
                      <a:pt x="231" y="2037"/>
                      <a:pt x="230" y="2039"/>
                    </a:cubicBezTo>
                    <a:cubicBezTo>
                      <a:pt x="230" y="2040"/>
                      <a:pt x="230" y="2042"/>
                      <a:pt x="230" y="2044"/>
                    </a:cubicBezTo>
                    <a:cubicBezTo>
                      <a:pt x="229" y="2045"/>
                      <a:pt x="229" y="2046"/>
                      <a:pt x="229" y="2047"/>
                    </a:cubicBezTo>
                    <a:cubicBezTo>
                      <a:pt x="229" y="2048"/>
                      <a:pt x="228" y="2048"/>
                      <a:pt x="228" y="2049"/>
                    </a:cubicBezTo>
                    <a:cubicBezTo>
                      <a:pt x="227" y="2050"/>
                      <a:pt x="227" y="2052"/>
                      <a:pt x="226" y="2053"/>
                    </a:cubicBezTo>
                    <a:cubicBezTo>
                      <a:pt x="225" y="2055"/>
                      <a:pt x="224" y="2057"/>
                      <a:pt x="223" y="2059"/>
                    </a:cubicBezTo>
                    <a:cubicBezTo>
                      <a:pt x="222" y="2060"/>
                      <a:pt x="221" y="2062"/>
                      <a:pt x="219" y="2063"/>
                    </a:cubicBezTo>
                    <a:cubicBezTo>
                      <a:pt x="218" y="2064"/>
                      <a:pt x="216" y="2065"/>
                      <a:pt x="214" y="2066"/>
                    </a:cubicBezTo>
                    <a:cubicBezTo>
                      <a:pt x="213" y="2066"/>
                      <a:pt x="213" y="2067"/>
                      <a:pt x="212" y="2067"/>
                    </a:cubicBezTo>
                    <a:cubicBezTo>
                      <a:pt x="210" y="2067"/>
                      <a:pt x="209" y="2068"/>
                      <a:pt x="208" y="2069"/>
                    </a:cubicBezTo>
                    <a:cubicBezTo>
                      <a:pt x="206" y="2070"/>
                      <a:pt x="205" y="2071"/>
                      <a:pt x="204" y="2074"/>
                    </a:cubicBezTo>
                    <a:cubicBezTo>
                      <a:pt x="202" y="2077"/>
                      <a:pt x="199" y="2077"/>
                      <a:pt x="197" y="2079"/>
                    </a:cubicBezTo>
                    <a:cubicBezTo>
                      <a:pt x="194" y="2080"/>
                      <a:pt x="191" y="2082"/>
                      <a:pt x="188" y="2084"/>
                    </a:cubicBezTo>
                    <a:cubicBezTo>
                      <a:pt x="186" y="2085"/>
                      <a:pt x="185" y="2085"/>
                      <a:pt x="185" y="2087"/>
                    </a:cubicBezTo>
                    <a:cubicBezTo>
                      <a:pt x="184" y="2089"/>
                      <a:pt x="184" y="2090"/>
                      <a:pt x="183" y="2091"/>
                    </a:cubicBezTo>
                    <a:cubicBezTo>
                      <a:pt x="181" y="2092"/>
                      <a:pt x="181" y="2092"/>
                      <a:pt x="180" y="2094"/>
                    </a:cubicBezTo>
                    <a:cubicBezTo>
                      <a:pt x="180" y="2096"/>
                      <a:pt x="180" y="2098"/>
                      <a:pt x="178" y="2098"/>
                    </a:cubicBezTo>
                    <a:cubicBezTo>
                      <a:pt x="171" y="2100"/>
                      <a:pt x="164" y="2099"/>
                      <a:pt x="157" y="2099"/>
                    </a:cubicBezTo>
                    <a:cubicBezTo>
                      <a:pt x="153" y="2100"/>
                      <a:pt x="153" y="2105"/>
                      <a:pt x="153" y="2108"/>
                    </a:cubicBezTo>
                    <a:cubicBezTo>
                      <a:pt x="153" y="2112"/>
                      <a:pt x="159" y="2111"/>
                      <a:pt x="161" y="2113"/>
                    </a:cubicBezTo>
                    <a:cubicBezTo>
                      <a:pt x="163" y="2114"/>
                      <a:pt x="167" y="2119"/>
                      <a:pt x="165" y="2121"/>
                    </a:cubicBezTo>
                    <a:cubicBezTo>
                      <a:pt x="163" y="2122"/>
                      <a:pt x="162" y="2120"/>
                      <a:pt x="161" y="2119"/>
                    </a:cubicBezTo>
                    <a:cubicBezTo>
                      <a:pt x="160" y="2117"/>
                      <a:pt x="159" y="2117"/>
                      <a:pt x="157" y="2116"/>
                    </a:cubicBezTo>
                    <a:cubicBezTo>
                      <a:pt x="154" y="2115"/>
                      <a:pt x="152" y="2112"/>
                      <a:pt x="151" y="2109"/>
                    </a:cubicBezTo>
                    <a:cubicBezTo>
                      <a:pt x="151" y="2107"/>
                      <a:pt x="152" y="2105"/>
                      <a:pt x="150" y="2104"/>
                    </a:cubicBezTo>
                    <a:cubicBezTo>
                      <a:pt x="149" y="2103"/>
                      <a:pt x="147" y="2102"/>
                      <a:pt x="146" y="2103"/>
                    </a:cubicBezTo>
                    <a:cubicBezTo>
                      <a:pt x="145" y="2105"/>
                      <a:pt x="145" y="2107"/>
                      <a:pt x="144" y="2108"/>
                    </a:cubicBezTo>
                    <a:cubicBezTo>
                      <a:pt x="142" y="2108"/>
                      <a:pt x="140" y="2108"/>
                      <a:pt x="139" y="2108"/>
                    </a:cubicBezTo>
                    <a:cubicBezTo>
                      <a:pt x="137" y="2109"/>
                      <a:pt x="135" y="2110"/>
                      <a:pt x="134" y="2111"/>
                    </a:cubicBezTo>
                    <a:cubicBezTo>
                      <a:pt x="133" y="2113"/>
                      <a:pt x="133" y="2114"/>
                      <a:pt x="133" y="2116"/>
                    </a:cubicBezTo>
                    <a:cubicBezTo>
                      <a:pt x="133" y="2120"/>
                      <a:pt x="129" y="2120"/>
                      <a:pt x="128" y="2124"/>
                    </a:cubicBezTo>
                    <a:cubicBezTo>
                      <a:pt x="128" y="2126"/>
                      <a:pt x="128" y="2128"/>
                      <a:pt x="128" y="2130"/>
                    </a:cubicBezTo>
                    <a:cubicBezTo>
                      <a:pt x="127" y="2131"/>
                      <a:pt x="125" y="2131"/>
                      <a:pt x="124" y="2132"/>
                    </a:cubicBezTo>
                    <a:cubicBezTo>
                      <a:pt x="123" y="2132"/>
                      <a:pt x="122" y="2134"/>
                      <a:pt x="121" y="2135"/>
                    </a:cubicBezTo>
                    <a:cubicBezTo>
                      <a:pt x="120" y="2136"/>
                      <a:pt x="118" y="2135"/>
                      <a:pt x="116" y="2135"/>
                    </a:cubicBezTo>
                    <a:cubicBezTo>
                      <a:pt x="112" y="2136"/>
                      <a:pt x="109" y="2135"/>
                      <a:pt x="106" y="2138"/>
                    </a:cubicBezTo>
                    <a:cubicBezTo>
                      <a:pt x="105" y="2140"/>
                      <a:pt x="105" y="2141"/>
                      <a:pt x="105" y="2143"/>
                    </a:cubicBezTo>
                    <a:cubicBezTo>
                      <a:pt x="106" y="2145"/>
                      <a:pt x="105" y="2146"/>
                      <a:pt x="105" y="2148"/>
                    </a:cubicBezTo>
                    <a:cubicBezTo>
                      <a:pt x="104" y="2149"/>
                      <a:pt x="103" y="2152"/>
                      <a:pt x="102" y="2152"/>
                    </a:cubicBezTo>
                    <a:cubicBezTo>
                      <a:pt x="100" y="2152"/>
                      <a:pt x="98" y="2151"/>
                      <a:pt x="97" y="2153"/>
                    </a:cubicBezTo>
                    <a:cubicBezTo>
                      <a:pt x="95" y="2158"/>
                      <a:pt x="88" y="2158"/>
                      <a:pt x="85" y="2162"/>
                    </a:cubicBezTo>
                    <a:cubicBezTo>
                      <a:pt x="84" y="2164"/>
                      <a:pt x="83" y="2165"/>
                      <a:pt x="81" y="2165"/>
                    </a:cubicBezTo>
                    <a:cubicBezTo>
                      <a:pt x="79" y="2166"/>
                      <a:pt x="77" y="2165"/>
                      <a:pt x="75" y="2166"/>
                    </a:cubicBezTo>
                    <a:cubicBezTo>
                      <a:pt x="73" y="2167"/>
                      <a:pt x="73" y="2168"/>
                      <a:pt x="72" y="2169"/>
                    </a:cubicBezTo>
                    <a:cubicBezTo>
                      <a:pt x="71" y="2170"/>
                      <a:pt x="69" y="2170"/>
                      <a:pt x="67" y="2170"/>
                    </a:cubicBezTo>
                    <a:cubicBezTo>
                      <a:pt x="65" y="2170"/>
                      <a:pt x="64" y="2171"/>
                      <a:pt x="62" y="2171"/>
                    </a:cubicBezTo>
                    <a:cubicBezTo>
                      <a:pt x="58" y="2172"/>
                      <a:pt x="55" y="2172"/>
                      <a:pt x="55" y="2176"/>
                    </a:cubicBezTo>
                    <a:cubicBezTo>
                      <a:pt x="55" y="2177"/>
                      <a:pt x="55" y="2178"/>
                      <a:pt x="54" y="2178"/>
                    </a:cubicBezTo>
                    <a:cubicBezTo>
                      <a:pt x="54" y="2179"/>
                      <a:pt x="53" y="2179"/>
                      <a:pt x="52" y="2180"/>
                    </a:cubicBezTo>
                    <a:cubicBezTo>
                      <a:pt x="51" y="2182"/>
                      <a:pt x="53" y="2183"/>
                      <a:pt x="49" y="2183"/>
                    </a:cubicBezTo>
                    <a:cubicBezTo>
                      <a:pt x="49" y="2181"/>
                      <a:pt x="49" y="2180"/>
                      <a:pt x="47" y="2178"/>
                    </a:cubicBezTo>
                    <a:cubicBezTo>
                      <a:pt x="45" y="2177"/>
                      <a:pt x="45" y="2175"/>
                      <a:pt x="43" y="2173"/>
                    </a:cubicBezTo>
                    <a:cubicBezTo>
                      <a:pt x="42" y="2171"/>
                      <a:pt x="39" y="2172"/>
                      <a:pt x="37" y="2172"/>
                    </a:cubicBezTo>
                    <a:cubicBezTo>
                      <a:pt x="35" y="2172"/>
                      <a:pt x="33" y="2172"/>
                      <a:pt x="31" y="2174"/>
                    </a:cubicBezTo>
                    <a:cubicBezTo>
                      <a:pt x="29" y="2175"/>
                      <a:pt x="28" y="2176"/>
                      <a:pt x="25" y="2176"/>
                    </a:cubicBezTo>
                    <a:cubicBezTo>
                      <a:pt x="22" y="2176"/>
                      <a:pt x="20" y="2176"/>
                      <a:pt x="18" y="2178"/>
                    </a:cubicBezTo>
                    <a:cubicBezTo>
                      <a:pt x="15" y="2179"/>
                      <a:pt x="13" y="2180"/>
                      <a:pt x="11" y="2180"/>
                    </a:cubicBezTo>
                    <a:cubicBezTo>
                      <a:pt x="8" y="2180"/>
                      <a:pt x="6" y="2181"/>
                      <a:pt x="5" y="2183"/>
                    </a:cubicBezTo>
                    <a:cubicBezTo>
                      <a:pt x="2" y="2188"/>
                      <a:pt x="5" y="2193"/>
                      <a:pt x="5" y="2198"/>
                    </a:cubicBezTo>
                    <a:cubicBezTo>
                      <a:pt x="2" y="2198"/>
                      <a:pt x="2" y="2201"/>
                      <a:pt x="2" y="2203"/>
                    </a:cubicBezTo>
                    <a:cubicBezTo>
                      <a:pt x="1" y="2205"/>
                      <a:pt x="0" y="2207"/>
                      <a:pt x="1" y="2209"/>
                    </a:cubicBezTo>
                    <a:cubicBezTo>
                      <a:pt x="5" y="2210"/>
                      <a:pt x="8" y="2211"/>
                      <a:pt x="13" y="2211"/>
                    </a:cubicBezTo>
                    <a:cubicBezTo>
                      <a:pt x="16" y="2211"/>
                      <a:pt x="19" y="2211"/>
                      <a:pt x="22" y="2210"/>
                    </a:cubicBezTo>
                    <a:cubicBezTo>
                      <a:pt x="26" y="2208"/>
                      <a:pt x="25" y="2205"/>
                      <a:pt x="25" y="2201"/>
                    </a:cubicBezTo>
                    <a:cubicBezTo>
                      <a:pt x="25" y="2197"/>
                      <a:pt x="27" y="2194"/>
                      <a:pt x="31" y="2194"/>
                    </a:cubicBezTo>
                    <a:cubicBezTo>
                      <a:pt x="34" y="2195"/>
                      <a:pt x="38" y="2194"/>
                      <a:pt x="40" y="2196"/>
                    </a:cubicBezTo>
                    <a:cubicBezTo>
                      <a:pt x="42" y="2198"/>
                      <a:pt x="41" y="2201"/>
                      <a:pt x="44" y="2203"/>
                    </a:cubicBezTo>
                    <a:cubicBezTo>
                      <a:pt x="47" y="2205"/>
                      <a:pt x="50" y="2207"/>
                      <a:pt x="53" y="2208"/>
                    </a:cubicBezTo>
                    <a:cubicBezTo>
                      <a:pt x="57" y="2210"/>
                      <a:pt x="61" y="2211"/>
                      <a:pt x="62" y="2215"/>
                    </a:cubicBezTo>
                    <a:cubicBezTo>
                      <a:pt x="64" y="2220"/>
                      <a:pt x="64" y="2224"/>
                      <a:pt x="65" y="2229"/>
                    </a:cubicBezTo>
                    <a:cubicBezTo>
                      <a:pt x="66" y="2233"/>
                      <a:pt x="68" y="2237"/>
                      <a:pt x="65" y="2240"/>
                    </a:cubicBezTo>
                    <a:cubicBezTo>
                      <a:pt x="66" y="2241"/>
                      <a:pt x="68" y="2241"/>
                      <a:pt x="68" y="2242"/>
                    </a:cubicBezTo>
                    <a:cubicBezTo>
                      <a:pt x="68" y="2243"/>
                      <a:pt x="67" y="2245"/>
                      <a:pt x="68" y="2246"/>
                    </a:cubicBezTo>
                    <a:cubicBezTo>
                      <a:pt x="68" y="2247"/>
                      <a:pt x="70" y="2248"/>
                      <a:pt x="70" y="2248"/>
                    </a:cubicBezTo>
                    <a:cubicBezTo>
                      <a:pt x="72" y="2249"/>
                      <a:pt x="72" y="2247"/>
                      <a:pt x="73" y="2246"/>
                    </a:cubicBezTo>
                    <a:cubicBezTo>
                      <a:pt x="74" y="2244"/>
                      <a:pt x="74" y="2241"/>
                      <a:pt x="77" y="2241"/>
                    </a:cubicBezTo>
                    <a:cubicBezTo>
                      <a:pt x="80" y="2241"/>
                      <a:pt x="82" y="2241"/>
                      <a:pt x="85" y="2242"/>
                    </a:cubicBezTo>
                    <a:cubicBezTo>
                      <a:pt x="86" y="2242"/>
                      <a:pt x="90" y="2242"/>
                      <a:pt x="91" y="2241"/>
                    </a:cubicBezTo>
                    <a:cubicBezTo>
                      <a:pt x="92" y="2240"/>
                      <a:pt x="91" y="2238"/>
                      <a:pt x="91" y="2237"/>
                    </a:cubicBezTo>
                    <a:cubicBezTo>
                      <a:pt x="93" y="2237"/>
                      <a:pt x="93" y="2235"/>
                      <a:pt x="93" y="2234"/>
                    </a:cubicBezTo>
                    <a:cubicBezTo>
                      <a:pt x="93" y="2233"/>
                      <a:pt x="94" y="2231"/>
                      <a:pt x="95" y="2230"/>
                    </a:cubicBezTo>
                    <a:cubicBezTo>
                      <a:pt x="96" y="2227"/>
                      <a:pt x="97" y="2224"/>
                      <a:pt x="97" y="2221"/>
                    </a:cubicBezTo>
                    <a:cubicBezTo>
                      <a:pt x="95" y="2220"/>
                      <a:pt x="93" y="2223"/>
                      <a:pt x="92" y="2222"/>
                    </a:cubicBezTo>
                    <a:cubicBezTo>
                      <a:pt x="92" y="2221"/>
                      <a:pt x="92" y="2220"/>
                      <a:pt x="91" y="2219"/>
                    </a:cubicBezTo>
                    <a:cubicBezTo>
                      <a:pt x="91" y="2219"/>
                      <a:pt x="89" y="2219"/>
                      <a:pt x="89" y="2219"/>
                    </a:cubicBezTo>
                    <a:cubicBezTo>
                      <a:pt x="87" y="2220"/>
                      <a:pt x="80" y="2220"/>
                      <a:pt x="80" y="2217"/>
                    </a:cubicBezTo>
                    <a:cubicBezTo>
                      <a:pt x="82" y="2217"/>
                      <a:pt x="84" y="2217"/>
                      <a:pt x="86" y="2217"/>
                    </a:cubicBezTo>
                    <a:cubicBezTo>
                      <a:pt x="87" y="2217"/>
                      <a:pt x="91" y="2218"/>
                      <a:pt x="91" y="2217"/>
                    </a:cubicBezTo>
                    <a:cubicBezTo>
                      <a:pt x="92" y="2217"/>
                      <a:pt x="94" y="2218"/>
                      <a:pt x="95" y="2218"/>
                    </a:cubicBezTo>
                    <a:cubicBezTo>
                      <a:pt x="96" y="2217"/>
                      <a:pt x="97" y="2216"/>
                      <a:pt x="97" y="2215"/>
                    </a:cubicBezTo>
                    <a:cubicBezTo>
                      <a:pt x="97" y="2212"/>
                      <a:pt x="98" y="2213"/>
                      <a:pt x="99" y="2212"/>
                    </a:cubicBezTo>
                    <a:cubicBezTo>
                      <a:pt x="100" y="2211"/>
                      <a:pt x="102" y="2210"/>
                      <a:pt x="102" y="2209"/>
                    </a:cubicBezTo>
                    <a:cubicBezTo>
                      <a:pt x="102" y="2208"/>
                      <a:pt x="102" y="2208"/>
                      <a:pt x="102" y="2207"/>
                    </a:cubicBezTo>
                    <a:cubicBezTo>
                      <a:pt x="103" y="2206"/>
                      <a:pt x="103" y="2206"/>
                      <a:pt x="104" y="2206"/>
                    </a:cubicBezTo>
                    <a:cubicBezTo>
                      <a:pt x="105" y="2205"/>
                      <a:pt x="105" y="2204"/>
                      <a:pt x="104" y="2203"/>
                    </a:cubicBezTo>
                    <a:cubicBezTo>
                      <a:pt x="103" y="2201"/>
                      <a:pt x="102" y="2202"/>
                      <a:pt x="101" y="2200"/>
                    </a:cubicBezTo>
                    <a:cubicBezTo>
                      <a:pt x="101" y="2199"/>
                      <a:pt x="101" y="2198"/>
                      <a:pt x="103" y="2197"/>
                    </a:cubicBezTo>
                    <a:cubicBezTo>
                      <a:pt x="104" y="2197"/>
                      <a:pt x="105" y="2197"/>
                      <a:pt x="104" y="2195"/>
                    </a:cubicBezTo>
                    <a:cubicBezTo>
                      <a:pt x="103" y="2194"/>
                      <a:pt x="102" y="2193"/>
                      <a:pt x="102" y="2191"/>
                    </a:cubicBezTo>
                    <a:cubicBezTo>
                      <a:pt x="106" y="2190"/>
                      <a:pt x="111" y="2192"/>
                      <a:pt x="113" y="2190"/>
                    </a:cubicBezTo>
                    <a:cubicBezTo>
                      <a:pt x="114" y="2189"/>
                      <a:pt x="114" y="2189"/>
                      <a:pt x="114" y="2188"/>
                    </a:cubicBezTo>
                    <a:cubicBezTo>
                      <a:pt x="114" y="2186"/>
                      <a:pt x="114" y="2185"/>
                      <a:pt x="114" y="2183"/>
                    </a:cubicBezTo>
                    <a:cubicBezTo>
                      <a:pt x="115" y="2181"/>
                      <a:pt x="117" y="2177"/>
                      <a:pt x="118" y="2181"/>
                    </a:cubicBezTo>
                    <a:cubicBezTo>
                      <a:pt x="119" y="2183"/>
                      <a:pt x="118" y="2186"/>
                      <a:pt x="118" y="2188"/>
                    </a:cubicBezTo>
                    <a:cubicBezTo>
                      <a:pt x="120" y="2189"/>
                      <a:pt x="124" y="2189"/>
                      <a:pt x="122" y="2192"/>
                    </a:cubicBezTo>
                    <a:cubicBezTo>
                      <a:pt x="120" y="2194"/>
                      <a:pt x="117" y="2192"/>
                      <a:pt x="115" y="2192"/>
                    </a:cubicBezTo>
                    <a:cubicBezTo>
                      <a:pt x="113" y="2193"/>
                      <a:pt x="114" y="2198"/>
                      <a:pt x="114" y="2200"/>
                    </a:cubicBezTo>
                    <a:cubicBezTo>
                      <a:pt x="114" y="2202"/>
                      <a:pt x="116" y="2205"/>
                      <a:pt x="118" y="2204"/>
                    </a:cubicBezTo>
                    <a:cubicBezTo>
                      <a:pt x="119" y="2203"/>
                      <a:pt x="119" y="2201"/>
                      <a:pt x="120" y="2200"/>
                    </a:cubicBezTo>
                    <a:cubicBezTo>
                      <a:pt x="121" y="2197"/>
                      <a:pt x="127" y="2199"/>
                      <a:pt x="130" y="2199"/>
                    </a:cubicBezTo>
                    <a:cubicBezTo>
                      <a:pt x="131" y="2199"/>
                      <a:pt x="132" y="2199"/>
                      <a:pt x="133" y="2198"/>
                    </a:cubicBezTo>
                    <a:cubicBezTo>
                      <a:pt x="134" y="2197"/>
                      <a:pt x="135" y="2196"/>
                      <a:pt x="136" y="2195"/>
                    </a:cubicBezTo>
                    <a:cubicBezTo>
                      <a:pt x="137" y="2194"/>
                      <a:pt x="137" y="2194"/>
                      <a:pt x="139" y="2194"/>
                    </a:cubicBezTo>
                    <a:cubicBezTo>
                      <a:pt x="141" y="2193"/>
                      <a:pt x="142" y="2193"/>
                      <a:pt x="144" y="2193"/>
                    </a:cubicBezTo>
                    <a:cubicBezTo>
                      <a:pt x="144" y="2193"/>
                      <a:pt x="146" y="2193"/>
                      <a:pt x="146" y="2193"/>
                    </a:cubicBezTo>
                    <a:cubicBezTo>
                      <a:pt x="147" y="2194"/>
                      <a:pt x="147" y="2194"/>
                      <a:pt x="147" y="2195"/>
                    </a:cubicBezTo>
                    <a:cubicBezTo>
                      <a:pt x="148" y="2196"/>
                      <a:pt x="149" y="2196"/>
                      <a:pt x="150" y="2196"/>
                    </a:cubicBezTo>
                    <a:cubicBezTo>
                      <a:pt x="151" y="2195"/>
                      <a:pt x="151" y="2194"/>
                      <a:pt x="151" y="2193"/>
                    </a:cubicBezTo>
                    <a:cubicBezTo>
                      <a:pt x="151" y="2191"/>
                      <a:pt x="152" y="2190"/>
                      <a:pt x="152" y="2189"/>
                    </a:cubicBezTo>
                    <a:cubicBezTo>
                      <a:pt x="152" y="2188"/>
                      <a:pt x="152" y="2187"/>
                      <a:pt x="153" y="2185"/>
                    </a:cubicBezTo>
                    <a:cubicBezTo>
                      <a:pt x="154" y="2183"/>
                      <a:pt x="155" y="2180"/>
                      <a:pt x="157" y="2180"/>
                    </a:cubicBezTo>
                    <a:cubicBezTo>
                      <a:pt x="158" y="2179"/>
                      <a:pt x="160" y="2180"/>
                      <a:pt x="161" y="2179"/>
                    </a:cubicBezTo>
                    <a:cubicBezTo>
                      <a:pt x="162" y="2178"/>
                      <a:pt x="162" y="2176"/>
                      <a:pt x="162" y="2175"/>
                    </a:cubicBezTo>
                    <a:cubicBezTo>
                      <a:pt x="163" y="2172"/>
                      <a:pt x="164" y="2171"/>
                      <a:pt x="167" y="2170"/>
                    </a:cubicBezTo>
                    <a:cubicBezTo>
                      <a:pt x="169" y="2169"/>
                      <a:pt x="173" y="2169"/>
                      <a:pt x="174" y="2172"/>
                    </a:cubicBezTo>
                    <a:cubicBezTo>
                      <a:pt x="175" y="2174"/>
                      <a:pt x="175" y="2177"/>
                      <a:pt x="178" y="2176"/>
                    </a:cubicBezTo>
                    <a:cubicBezTo>
                      <a:pt x="180" y="2176"/>
                      <a:pt x="182" y="2172"/>
                      <a:pt x="182" y="2170"/>
                    </a:cubicBezTo>
                    <a:cubicBezTo>
                      <a:pt x="182" y="2168"/>
                      <a:pt x="182" y="2168"/>
                      <a:pt x="183" y="2166"/>
                    </a:cubicBezTo>
                    <a:cubicBezTo>
                      <a:pt x="183" y="2165"/>
                      <a:pt x="183" y="2160"/>
                      <a:pt x="185" y="2162"/>
                    </a:cubicBezTo>
                    <a:cubicBezTo>
                      <a:pt x="187" y="2163"/>
                      <a:pt x="185" y="2168"/>
                      <a:pt x="185" y="2170"/>
                    </a:cubicBezTo>
                    <a:cubicBezTo>
                      <a:pt x="186" y="2172"/>
                      <a:pt x="185" y="2175"/>
                      <a:pt x="186" y="2177"/>
                    </a:cubicBezTo>
                    <a:cubicBezTo>
                      <a:pt x="188" y="2180"/>
                      <a:pt x="192" y="2179"/>
                      <a:pt x="195" y="2180"/>
                    </a:cubicBezTo>
                    <a:cubicBezTo>
                      <a:pt x="198" y="2180"/>
                      <a:pt x="200" y="2181"/>
                      <a:pt x="203" y="2181"/>
                    </a:cubicBezTo>
                    <a:cubicBezTo>
                      <a:pt x="204" y="2181"/>
                      <a:pt x="205" y="2181"/>
                      <a:pt x="206" y="2180"/>
                    </a:cubicBezTo>
                    <a:cubicBezTo>
                      <a:pt x="207" y="2179"/>
                      <a:pt x="207" y="2178"/>
                      <a:pt x="208" y="2176"/>
                    </a:cubicBezTo>
                    <a:cubicBezTo>
                      <a:pt x="210" y="2173"/>
                      <a:pt x="214" y="2174"/>
                      <a:pt x="217" y="2175"/>
                    </a:cubicBezTo>
                    <a:cubicBezTo>
                      <a:pt x="218" y="2175"/>
                      <a:pt x="220" y="2175"/>
                      <a:pt x="221" y="2176"/>
                    </a:cubicBezTo>
                    <a:cubicBezTo>
                      <a:pt x="222" y="2177"/>
                      <a:pt x="222" y="2178"/>
                      <a:pt x="223" y="2179"/>
                    </a:cubicBezTo>
                    <a:cubicBezTo>
                      <a:pt x="224" y="2181"/>
                      <a:pt x="228" y="2181"/>
                      <a:pt x="231" y="2181"/>
                    </a:cubicBezTo>
                    <a:cubicBezTo>
                      <a:pt x="234" y="2180"/>
                      <a:pt x="233" y="2183"/>
                      <a:pt x="235" y="2184"/>
                    </a:cubicBezTo>
                    <a:cubicBezTo>
                      <a:pt x="237" y="2185"/>
                      <a:pt x="240" y="2184"/>
                      <a:pt x="242" y="2185"/>
                    </a:cubicBezTo>
                    <a:cubicBezTo>
                      <a:pt x="244" y="2187"/>
                      <a:pt x="243" y="2190"/>
                      <a:pt x="245" y="2192"/>
                    </a:cubicBezTo>
                    <a:cubicBezTo>
                      <a:pt x="246" y="2193"/>
                      <a:pt x="248" y="2196"/>
                      <a:pt x="250" y="2195"/>
                    </a:cubicBezTo>
                    <a:cubicBezTo>
                      <a:pt x="252" y="2194"/>
                      <a:pt x="249" y="2190"/>
                      <a:pt x="248" y="2189"/>
                    </a:cubicBezTo>
                    <a:cubicBezTo>
                      <a:pt x="247" y="2186"/>
                      <a:pt x="248" y="2184"/>
                      <a:pt x="248" y="2182"/>
                    </a:cubicBezTo>
                    <a:cubicBezTo>
                      <a:pt x="247" y="2179"/>
                      <a:pt x="245" y="2178"/>
                      <a:pt x="242" y="2178"/>
                    </a:cubicBezTo>
                    <a:cubicBezTo>
                      <a:pt x="241" y="2178"/>
                      <a:pt x="239" y="2177"/>
                      <a:pt x="238" y="2177"/>
                    </a:cubicBezTo>
                    <a:cubicBezTo>
                      <a:pt x="238" y="2176"/>
                      <a:pt x="238" y="2175"/>
                      <a:pt x="237" y="2174"/>
                    </a:cubicBezTo>
                    <a:cubicBezTo>
                      <a:pt x="237" y="2173"/>
                      <a:pt x="236" y="2172"/>
                      <a:pt x="237" y="2172"/>
                    </a:cubicBezTo>
                    <a:cubicBezTo>
                      <a:pt x="238" y="2171"/>
                      <a:pt x="239" y="2171"/>
                      <a:pt x="240" y="2171"/>
                    </a:cubicBezTo>
                    <a:cubicBezTo>
                      <a:pt x="242" y="2172"/>
                      <a:pt x="243" y="2173"/>
                      <a:pt x="245" y="2174"/>
                    </a:cubicBezTo>
                    <a:cubicBezTo>
                      <a:pt x="246" y="2176"/>
                      <a:pt x="248" y="2175"/>
                      <a:pt x="250" y="2175"/>
                    </a:cubicBezTo>
                    <a:cubicBezTo>
                      <a:pt x="253" y="2173"/>
                      <a:pt x="252" y="2171"/>
                      <a:pt x="252" y="2169"/>
                    </a:cubicBezTo>
                    <a:cubicBezTo>
                      <a:pt x="252" y="2166"/>
                      <a:pt x="254" y="2166"/>
                      <a:pt x="255" y="2164"/>
                    </a:cubicBezTo>
                    <a:cubicBezTo>
                      <a:pt x="257" y="2162"/>
                      <a:pt x="254" y="2159"/>
                      <a:pt x="253" y="2157"/>
                    </a:cubicBezTo>
                    <a:cubicBezTo>
                      <a:pt x="251" y="2154"/>
                      <a:pt x="253" y="2153"/>
                      <a:pt x="255" y="2151"/>
                    </a:cubicBezTo>
                    <a:cubicBezTo>
                      <a:pt x="257" y="2151"/>
                      <a:pt x="257" y="2150"/>
                      <a:pt x="258" y="2149"/>
                    </a:cubicBezTo>
                    <a:cubicBezTo>
                      <a:pt x="259" y="2148"/>
                      <a:pt x="259" y="2148"/>
                      <a:pt x="260" y="2148"/>
                    </a:cubicBezTo>
                    <a:cubicBezTo>
                      <a:pt x="262" y="2148"/>
                      <a:pt x="262" y="2149"/>
                      <a:pt x="262" y="2150"/>
                    </a:cubicBezTo>
                    <a:cubicBezTo>
                      <a:pt x="262" y="2151"/>
                      <a:pt x="260" y="2152"/>
                      <a:pt x="259" y="2153"/>
                    </a:cubicBezTo>
                    <a:cubicBezTo>
                      <a:pt x="258" y="2153"/>
                      <a:pt x="256" y="2154"/>
                      <a:pt x="255" y="2155"/>
                    </a:cubicBezTo>
                    <a:cubicBezTo>
                      <a:pt x="255" y="2156"/>
                      <a:pt x="255" y="2159"/>
                      <a:pt x="256" y="2160"/>
                    </a:cubicBezTo>
                    <a:cubicBezTo>
                      <a:pt x="256" y="2161"/>
                      <a:pt x="256" y="2164"/>
                      <a:pt x="257" y="2165"/>
                    </a:cubicBezTo>
                    <a:cubicBezTo>
                      <a:pt x="258" y="2166"/>
                      <a:pt x="259" y="2164"/>
                      <a:pt x="260" y="2164"/>
                    </a:cubicBezTo>
                    <a:cubicBezTo>
                      <a:pt x="261" y="2163"/>
                      <a:pt x="263" y="2162"/>
                      <a:pt x="264" y="2164"/>
                    </a:cubicBezTo>
                    <a:cubicBezTo>
                      <a:pt x="264" y="2165"/>
                      <a:pt x="263" y="2166"/>
                      <a:pt x="262" y="2167"/>
                    </a:cubicBezTo>
                    <a:cubicBezTo>
                      <a:pt x="259" y="2168"/>
                      <a:pt x="255" y="2167"/>
                      <a:pt x="254" y="2171"/>
                    </a:cubicBezTo>
                    <a:cubicBezTo>
                      <a:pt x="254" y="2174"/>
                      <a:pt x="255" y="2177"/>
                      <a:pt x="255" y="2180"/>
                    </a:cubicBezTo>
                    <a:cubicBezTo>
                      <a:pt x="255" y="2181"/>
                      <a:pt x="256" y="2183"/>
                      <a:pt x="257" y="2184"/>
                    </a:cubicBezTo>
                    <a:cubicBezTo>
                      <a:pt x="258" y="2185"/>
                      <a:pt x="259" y="2184"/>
                      <a:pt x="260" y="2184"/>
                    </a:cubicBezTo>
                    <a:cubicBezTo>
                      <a:pt x="263" y="2185"/>
                      <a:pt x="267" y="2187"/>
                      <a:pt x="265" y="2190"/>
                    </a:cubicBezTo>
                    <a:cubicBezTo>
                      <a:pt x="263" y="2192"/>
                      <a:pt x="259" y="2193"/>
                      <a:pt x="261" y="2197"/>
                    </a:cubicBezTo>
                    <a:cubicBezTo>
                      <a:pt x="261" y="2199"/>
                      <a:pt x="264" y="2201"/>
                      <a:pt x="266" y="2202"/>
                    </a:cubicBezTo>
                    <a:cubicBezTo>
                      <a:pt x="269" y="2204"/>
                      <a:pt x="270" y="2201"/>
                      <a:pt x="273" y="2199"/>
                    </a:cubicBezTo>
                    <a:cubicBezTo>
                      <a:pt x="274" y="2199"/>
                      <a:pt x="275" y="2199"/>
                      <a:pt x="275" y="2200"/>
                    </a:cubicBezTo>
                    <a:cubicBezTo>
                      <a:pt x="275" y="2201"/>
                      <a:pt x="273" y="2202"/>
                      <a:pt x="272" y="2203"/>
                    </a:cubicBezTo>
                    <a:cubicBezTo>
                      <a:pt x="272" y="2204"/>
                      <a:pt x="270" y="2204"/>
                      <a:pt x="270" y="2205"/>
                    </a:cubicBezTo>
                    <a:cubicBezTo>
                      <a:pt x="270" y="2206"/>
                      <a:pt x="271" y="2207"/>
                      <a:pt x="272" y="2208"/>
                    </a:cubicBezTo>
                    <a:cubicBezTo>
                      <a:pt x="274" y="2208"/>
                      <a:pt x="275" y="2208"/>
                      <a:pt x="277" y="2207"/>
                    </a:cubicBezTo>
                    <a:cubicBezTo>
                      <a:pt x="279" y="2207"/>
                      <a:pt x="281" y="2207"/>
                      <a:pt x="283" y="2208"/>
                    </a:cubicBezTo>
                    <a:cubicBezTo>
                      <a:pt x="284" y="2208"/>
                      <a:pt x="286" y="2209"/>
                      <a:pt x="287" y="2208"/>
                    </a:cubicBezTo>
                    <a:cubicBezTo>
                      <a:pt x="288" y="2208"/>
                      <a:pt x="288" y="2206"/>
                      <a:pt x="289" y="2205"/>
                    </a:cubicBezTo>
                    <a:cubicBezTo>
                      <a:pt x="289" y="2204"/>
                      <a:pt x="290" y="2203"/>
                      <a:pt x="291" y="2203"/>
                    </a:cubicBezTo>
                    <a:cubicBezTo>
                      <a:pt x="292" y="2204"/>
                      <a:pt x="289" y="2206"/>
                      <a:pt x="289" y="2208"/>
                    </a:cubicBezTo>
                    <a:cubicBezTo>
                      <a:pt x="289" y="2209"/>
                      <a:pt x="288" y="2211"/>
                      <a:pt x="288" y="2212"/>
                    </a:cubicBezTo>
                    <a:cubicBezTo>
                      <a:pt x="288" y="2213"/>
                      <a:pt x="288" y="2214"/>
                      <a:pt x="289" y="2214"/>
                    </a:cubicBezTo>
                    <a:cubicBezTo>
                      <a:pt x="289" y="2216"/>
                      <a:pt x="292" y="2215"/>
                      <a:pt x="293" y="2216"/>
                    </a:cubicBezTo>
                    <a:cubicBezTo>
                      <a:pt x="293" y="2217"/>
                      <a:pt x="293" y="2218"/>
                      <a:pt x="294" y="2218"/>
                    </a:cubicBezTo>
                    <a:cubicBezTo>
                      <a:pt x="295" y="2219"/>
                      <a:pt x="296" y="2218"/>
                      <a:pt x="297" y="2217"/>
                    </a:cubicBezTo>
                    <a:cubicBezTo>
                      <a:pt x="298" y="2216"/>
                      <a:pt x="299" y="2213"/>
                      <a:pt x="301" y="2213"/>
                    </a:cubicBezTo>
                    <a:cubicBezTo>
                      <a:pt x="305" y="2213"/>
                      <a:pt x="300" y="2217"/>
                      <a:pt x="299" y="2218"/>
                    </a:cubicBezTo>
                    <a:cubicBezTo>
                      <a:pt x="298" y="2219"/>
                      <a:pt x="298" y="2219"/>
                      <a:pt x="297" y="2220"/>
                    </a:cubicBezTo>
                    <a:cubicBezTo>
                      <a:pt x="297" y="2220"/>
                      <a:pt x="296" y="2221"/>
                      <a:pt x="295" y="2222"/>
                    </a:cubicBezTo>
                    <a:cubicBezTo>
                      <a:pt x="295" y="2224"/>
                      <a:pt x="298" y="2225"/>
                      <a:pt x="297" y="2227"/>
                    </a:cubicBezTo>
                    <a:cubicBezTo>
                      <a:pt x="296" y="2228"/>
                      <a:pt x="295" y="2228"/>
                      <a:pt x="295" y="2230"/>
                    </a:cubicBezTo>
                    <a:cubicBezTo>
                      <a:pt x="295" y="2231"/>
                      <a:pt x="296" y="2232"/>
                      <a:pt x="296" y="2233"/>
                    </a:cubicBezTo>
                    <a:cubicBezTo>
                      <a:pt x="297" y="2234"/>
                      <a:pt x="298" y="2233"/>
                      <a:pt x="298" y="2234"/>
                    </a:cubicBezTo>
                    <a:cubicBezTo>
                      <a:pt x="299" y="2235"/>
                      <a:pt x="298" y="2236"/>
                      <a:pt x="299" y="2238"/>
                    </a:cubicBezTo>
                    <a:cubicBezTo>
                      <a:pt x="300" y="2239"/>
                      <a:pt x="301" y="2240"/>
                      <a:pt x="302" y="2241"/>
                    </a:cubicBezTo>
                    <a:cubicBezTo>
                      <a:pt x="304" y="2242"/>
                      <a:pt x="305" y="2241"/>
                      <a:pt x="306" y="2239"/>
                    </a:cubicBezTo>
                    <a:cubicBezTo>
                      <a:pt x="306" y="2238"/>
                      <a:pt x="306" y="2236"/>
                      <a:pt x="307" y="2235"/>
                    </a:cubicBezTo>
                    <a:cubicBezTo>
                      <a:pt x="308" y="2235"/>
                      <a:pt x="308" y="2234"/>
                      <a:pt x="309" y="2234"/>
                    </a:cubicBezTo>
                    <a:cubicBezTo>
                      <a:pt x="310" y="2232"/>
                      <a:pt x="309" y="2229"/>
                      <a:pt x="310" y="2227"/>
                    </a:cubicBezTo>
                    <a:cubicBezTo>
                      <a:pt x="311" y="2224"/>
                      <a:pt x="312" y="2228"/>
                      <a:pt x="313" y="2229"/>
                    </a:cubicBezTo>
                    <a:cubicBezTo>
                      <a:pt x="313" y="2230"/>
                      <a:pt x="314" y="2230"/>
                      <a:pt x="315" y="2231"/>
                    </a:cubicBezTo>
                    <a:cubicBezTo>
                      <a:pt x="315" y="2231"/>
                      <a:pt x="315" y="2231"/>
                      <a:pt x="314" y="2232"/>
                    </a:cubicBezTo>
                    <a:cubicBezTo>
                      <a:pt x="314" y="2232"/>
                      <a:pt x="313" y="2233"/>
                      <a:pt x="313" y="2234"/>
                    </a:cubicBezTo>
                    <a:cubicBezTo>
                      <a:pt x="313" y="2235"/>
                      <a:pt x="314" y="2235"/>
                      <a:pt x="314" y="2236"/>
                    </a:cubicBezTo>
                    <a:cubicBezTo>
                      <a:pt x="314" y="2237"/>
                      <a:pt x="310" y="2237"/>
                      <a:pt x="309" y="2238"/>
                    </a:cubicBezTo>
                    <a:cubicBezTo>
                      <a:pt x="307" y="2239"/>
                      <a:pt x="309" y="2241"/>
                      <a:pt x="310" y="2242"/>
                    </a:cubicBezTo>
                    <a:cubicBezTo>
                      <a:pt x="311" y="2243"/>
                      <a:pt x="313" y="2245"/>
                      <a:pt x="315" y="2245"/>
                    </a:cubicBezTo>
                    <a:cubicBezTo>
                      <a:pt x="316" y="2245"/>
                      <a:pt x="317" y="2245"/>
                      <a:pt x="318" y="2244"/>
                    </a:cubicBezTo>
                    <a:cubicBezTo>
                      <a:pt x="319" y="2244"/>
                      <a:pt x="320" y="2244"/>
                      <a:pt x="321" y="2244"/>
                    </a:cubicBezTo>
                    <a:cubicBezTo>
                      <a:pt x="324" y="2244"/>
                      <a:pt x="325" y="2244"/>
                      <a:pt x="326" y="2241"/>
                    </a:cubicBezTo>
                    <a:cubicBezTo>
                      <a:pt x="326" y="2239"/>
                      <a:pt x="326" y="2237"/>
                      <a:pt x="327" y="2235"/>
                    </a:cubicBezTo>
                    <a:cubicBezTo>
                      <a:pt x="328" y="2231"/>
                      <a:pt x="331" y="2226"/>
                      <a:pt x="335" y="2224"/>
                    </a:cubicBezTo>
                    <a:cubicBezTo>
                      <a:pt x="339" y="2222"/>
                      <a:pt x="345" y="2222"/>
                      <a:pt x="345" y="2216"/>
                    </a:cubicBezTo>
                    <a:cubicBezTo>
                      <a:pt x="345" y="2214"/>
                      <a:pt x="345" y="2213"/>
                      <a:pt x="345" y="2211"/>
                    </a:cubicBezTo>
                    <a:cubicBezTo>
                      <a:pt x="346" y="2208"/>
                      <a:pt x="346" y="2205"/>
                      <a:pt x="343" y="2203"/>
                    </a:cubicBezTo>
                    <a:cubicBezTo>
                      <a:pt x="342" y="2202"/>
                      <a:pt x="339" y="2200"/>
                      <a:pt x="338" y="2198"/>
                    </a:cubicBezTo>
                    <a:cubicBezTo>
                      <a:pt x="337" y="2196"/>
                      <a:pt x="337" y="2194"/>
                      <a:pt x="336" y="2192"/>
                    </a:cubicBezTo>
                    <a:cubicBezTo>
                      <a:pt x="335" y="2191"/>
                      <a:pt x="335" y="2190"/>
                      <a:pt x="335" y="2189"/>
                    </a:cubicBezTo>
                    <a:cubicBezTo>
                      <a:pt x="335" y="2188"/>
                      <a:pt x="335" y="2186"/>
                      <a:pt x="337" y="2187"/>
                    </a:cubicBezTo>
                    <a:cubicBezTo>
                      <a:pt x="337" y="2188"/>
                      <a:pt x="337" y="2190"/>
                      <a:pt x="337" y="2191"/>
                    </a:cubicBezTo>
                    <a:cubicBezTo>
                      <a:pt x="338" y="2193"/>
                      <a:pt x="339" y="2194"/>
                      <a:pt x="341" y="2195"/>
                    </a:cubicBezTo>
                    <a:cubicBezTo>
                      <a:pt x="342" y="2197"/>
                      <a:pt x="345" y="2198"/>
                      <a:pt x="346" y="2201"/>
                    </a:cubicBezTo>
                    <a:cubicBezTo>
                      <a:pt x="347" y="2203"/>
                      <a:pt x="347" y="2206"/>
                      <a:pt x="347" y="2208"/>
                    </a:cubicBezTo>
                    <a:cubicBezTo>
                      <a:pt x="347" y="2211"/>
                      <a:pt x="347" y="2213"/>
                      <a:pt x="349" y="2215"/>
                    </a:cubicBezTo>
                    <a:cubicBezTo>
                      <a:pt x="350" y="2216"/>
                      <a:pt x="353" y="2216"/>
                      <a:pt x="355" y="2215"/>
                    </a:cubicBezTo>
                    <a:cubicBezTo>
                      <a:pt x="357" y="2213"/>
                      <a:pt x="356" y="2210"/>
                      <a:pt x="356" y="2208"/>
                    </a:cubicBezTo>
                    <a:cubicBezTo>
                      <a:pt x="357" y="2205"/>
                      <a:pt x="358" y="2204"/>
                      <a:pt x="360" y="2203"/>
                    </a:cubicBezTo>
                    <a:cubicBezTo>
                      <a:pt x="362" y="2201"/>
                      <a:pt x="363" y="2198"/>
                      <a:pt x="364" y="2196"/>
                    </a:cubicBezTo>
                    <a:cubicBezTo>
                      <a:pt x="364" y="2193"/>
                      <a:pt x="364" y="2190"/>
                      <a:pt x="365" y="2188"/>
                    </a:cubicBezTo>
                    <a:cubicBezTo>
                      <a:pt x="366" y="2184"/>
                      <a:pt x="367" y="2180"/>
                      <a:pt x="368" y="2177"/>
                    </a:cubicBezTo>
                    <a:cubicBezTo>
                      <a:pt x="368" y="2176"/>
                      <a:pt x="368" y="2175"/>
                      <a:pt x="368" y="2174"/>
                    </a:cubicBezTo>
                    <a:cubicBezTo>
                      <a:pt x="368" y="2173"/>
                      <a:pt x="369" y="2172"/>
                      <a:pt x="370" y="2171"/>
                    </a:cubicBezTo>
                    <a:cubicBezTo>
                      <a:pt x="371" y="2169"/>
                      <a:pt x="370" y="2168"/>
                      <a:pt x="370" y="2166"/>
                    </a:cubicBezTo>
                    <a:cubicBezTo>
                      <a:pt x="370" y="2165"/>
                      <a:pt x="372" y="2164"/>
                      <a:pt x="373" y="2163"/>
                    </a:cubicBezTo>
                    <a:cubicBezTo>
                      <a:pt x="376" y="2160"/>
                      <a:pt x="380" y="2158"/>
                      <a:pt x="383" y="2155"/>
                    </a:cubicBezTo>
                    <a:cubicBezTo>
                      <a:pt x="385" y="2152"/>
                      <a:pt x="385" y="2149"/>
                      <a:pt x="385" y="2146"/>
                    </a:cubicBezTo>
                    <a:cubicBezTo>
                      <a:pt x="386" y="2143"/>
                      <a:pt x="386" y="2141"/>
                      <a:pt x="386" y="2138"/>
                    </a:cubicBezTo>
                    <a:cubicBezTo>
                      <a:pt x="386" y="2136"/>
                      <a:pt x="385" y="2134"/>
                      <a:pt x="386" y="2133"/>
                    </a:cubicBezTo>
                    <a:cubicBezTo>
                      <a:pt x="386" y="2131"/>
                      <a:pt x="387" y="2133"/>
                      <a:pt x="388" y="2134"/>
                    </a:cubicBezTo>
                    <a:cubicBezTo>
                      <a:pt x="388" y="2137"/>
                      <a:pt x="389" y="2140"/>
                      <a:pt x="389" y="2143"/>
                    </a:cubicBezTo>
                    <a:cubicBezTo>
                      <a:pt x="389" y="2145"/>
                      <a:pt x="388" y="2147"/>
                      <a:pt x="388" y="2149"/>
                    </a:cubicBezTo>
                    <a:cubicBezTo>
                      <a:pt x="388" y="2150"/>
                      <a:pt x="390" y="2151"/>
                      <a:pt x="391" y="2152"/>
                    </a:cubicBezTo>
                    <a:cubicBezTo>
                      <a:pt x="395" y="2153"/>
                      <a:pt x="399" y="2153"/>
                      <a:pt x="403" y="2151"/>
                    </a:cubicBezTo>
                    <a:cubicBezTo>
                      <a:pt x="405" y="2150"/>
                      <a:pt x="407" y="2150"/>
                      <a:pt x="408" y="2149"/>
                    </a:cubicBezTo>
                    <a:cubicBezTo>
                      <a:pt x="409" y="2148"/>
                      <a:pt x="410" y="2147"/>
                      <a:pt x="411" y="2146"/>
                    </a:cubicBezTo>
                    <a:cubicBezTo>
                      <a:pt x="412" y="2145"/>
                      <a:pt x="414" y="2144"/>
                      <a:pt x="415" y="2143"/>
                    </a:cubicBezTo>
                    <a:cubicBezTo>
                      <a:pt x="417" y="2141"/>
                      <a:pt x="418" y="2141"/>
                      <a:pt x="420" y="2141"/>
                    </a:cubicBezTo>
                    <a:cubicBezTo>
                      <a:pt x="424" y="2140"/>
                      <a:pt x="427" y="2140"/>
                      <a:pt x="430" y="2141"/>
                    </a:cubicBezTo>
                    <a:cubicBezTo>
                      <a:pt x="432" y="2142"/>
                      <a:pt x="434" y="2143"/>
                      <a:pt x="436" y="2144"/>
                    </a:cubicBezTo>
                    <a:cubicBezTo>
                      <a:pt x="438" y="2144"/>
                      <a:pt x="441" y="2145"/>
                      <a:pt x="443" y="2144"/>
                    </a:cubicBezTo>
                    <a:cubicBezTo>
                      <a:pt x="445" y="2144"/>
                      <a:pt x="446" y="2142"/>
                      <a:pt x="447" y="2140"/>
                    </a:cubicBezTo>
                    <a:cubicBezTo>
                      <a:pt x="448" y="2139"/>
                      <a:pt x="450" y="2137"/>
                      <a:pt x="451" y="2137"/>
                    </a:cubicBezTo>
                    <a:cubicBezTo>
                      <a:pt x="453" y="2138"/>
                      <a:pt x="452" y="2141"/>
                      <a:pt x="452" y="2142"/>
                    </a:cubicBezTo>
                    <a:cubicBezTo>
                      <a:pt x="453" y="2144"/>
                      <a:pt x="457" y="2144"/>
                      <a:pt x="458" y="2144"/>
                    </a:cubicBezTo>
                    <a:cubicBezTo>
                      <a:pt x="460" y="2144"/>
                      <a:pt x="464" y="2145"/>
                      <a:pt x="465" y="2144"/>
                    </a:cubicBezTo>
                    <a:cubicBezTo>
                      <a:pt x="466" y="2143"/>
                      <a:pt x="465" y="2141"/>
                      <a:pt x="467" y="2140"/>
                    </a:cubicBezTo>
                    <a:cubicBezTo>
                      <a:pt x="469" y="2140"/>
                      <a:pt x="471" y="2141"/>
                      <a:pt x="472" y="2141"/>
                    </a:cubicBezTo>
                    <a:cubicBezTo>
                      <a:pt x="475" y="2142"/>
                      <a:pt x="477" y="2142"/>
                      <a:pt x="479" y="2142"/>
                    </a:cubicBezTo>
                    <a:cubicBezTo>
                      <a:pt x="481" y="2143"/>
                      <a:pt x="483" y="2144"/>
                      <a:pt x="484" y="2145"/>
                    </a:cubicBezTo>
                    <a:cubicBezTo>
                      <a:pt x="489" y="2147"/>
                      <a:pt x="493" y="2151"/>
                      <a:pt x="497" y="2154"/>
                    </a:cubicBezTo>
                    <a:cubicBezTo>
                      <a:pt x="499" y="2156"/>
                      <a:pt x="501" y="2157"/>
                      <a:pt x="503" y="2159"/>
                    </a:cubicBezTo>
                    <a:cubicBezTo>
                      <a:pt x="506" y="2161"/>
                      <a:pt x="507" y="2162"/>
                      <a:pt x="509" y="2165"/>
                    </a:cubicBezTo>
                    <a:cubicBezTo>
                      <a:pt x="510" y="2169"/>
                      <a:pt x="513" y="2171"/>
                      <a:pt x="516" y="2174"/>
                    </a:cubicBezTo>
                    <a:cubicBezTo>
                      <a:pt x="519" y="2176"/>
                      <a:pt x="523" y="2177"/>
                      <a:pt x="524" y="2181"/>
                    </a:cubicBezTo>
                    <a:cubicBezTo>
                      <a:pt x="525" y="2182"/>
                      <a:pt x="525" y="2183"/>
                      <a:pt x="525" y="2184"/>
                    </a:cubicBezTo>
                    <a:cubicBezTo>
                      <a:pt x="525" y="2185"/>
                      <a:pt x="526" y="2186"/>
                      <a:pt x="526" y="2187"/>
                    </a:cubicBezTo>
                    <a:cubicBezTo>
                      <a:pt x="527" y="2189"/>
                      <a:pt x="527" y="2192"/>
                      <a:pt x="529" y="2192"/>
                    </a:cubicBezTo>
                    <a:cubicBezTo>
                      <a:pt x="531" y="2193"/>
                      <a:pt x="532" y="2193"/>
                      <a:pt x="534" y="2192"/>
                    </a:cubicBezTo>
                    <a:cubicBezTo>
                      <a:pt x="535" y="2191"/>
                      <a:pt x="537" y="2190"/>
                      <a:pt x="538" y="2188"/>
                    </a:cubicBezTo>
                    <a:cubicBezTo>
                      <a:pt x="539" y="2187"/>
                      <a:pt x="541" y="2186"/>
                      <a:pt x="543" y="2185"/>
                    </a:cubicBezTo>
                    <a:cubicBezTo>
                      <a:pt x="545" y="2185"/>
                      <a:pt x="547" y="2186"/>
                      <a:pt x="550" y="2187"/>
                    </a:cubicBezTo>
                    <a:cubicBezTo>
                      <a:pt x="552" y="2187"/>
                      <a:pt x="555" y="2188"/>
                      <a:pt x="557" y="2190"/>
                    </a:cubicBezTo>
                    <a:cubicBezTo>
                      <a:pt x="562" y="2192"/>
                      <a:pt x="565" y="2196"/>
                      <a:pt x="569" y="2198"/>
                    </a:cubicBezTo>
                    <a:cubicBezTo>
                      <a:pt x="570" y="2198"/>
                      <a:pt x="571" y="2198"/>
                      <a:pt x="572" y="2198"/>
                    </a:cubicBezTo>
                    <a:cubicBezTo>
                      <a:pt x="574" y="2199"/>
                      <a:pt x="575" y="2199"/>
                      <a:pt x="577" y="2199"/>
                    </a:cubicBezTo>
                    <a:cubicBezTo>
                      <a:pt x="579" y="2200"/>
                      <a:pt x="582" y="2202"/>
                      <a:pt x="584" y="2203"/>
                    </a:cubicBezTo>
                    <a:cubicBezTo>
                      <a:pt x="586" y="2205"/>
                      <a:pt x="588" y="2206"/>
                      <a:pt x="590" y="2208"/>
                    </a:cubicBezTo>
                    <a:cubicBezTo>
                      <a:pt x="591" y="2209"/>
                      <a:pt x="591" y="2210"/>
                      <a:pt x="592" y="2210"/>
                    </a:cubicBezTo>
                    <a:cubicBezTo>
                      <a:pt x="593" y="2211"/>
                      <a:pt x="593" y="2211"/>
                      <a:pt x="594" y="2211"/>
                    </a:cubicBezTo>
                    <a:cubicBezTo>
                      <a:pt x="597" y="2211"/>
                      <a:pt x="599" y="2212"/>
                      <a:pt x="602" y="2212"/>
                    </a:cubicBezTo>
                    <a:cubicBezTo>
                      <a:pt x="603" y="2211"/>
                      <a:pt x="606" y="2211"/>
                      <a:pt x="607" y="2211"/>
                    </a:cubicBezTo>
                    <a:cubicBezTo>
                      <a:pt x="609" y="2211"/>
                      <a:pt x="611" y="2212"/>
                      <a:pt x="613" y="2211"/>
                    </a:cubicBezTo>
                    <a:cubicBezTo>
                      <a:pt x="614" y="2209"/>
                      <a:pt x="612" y="2207"/>
                      <a:pt x="613" y="2206"/>
                    </a:cubicBezTo>
                    <a:cubicBezTo>
                      <a:pt x="614" y="2204"/>
                      <a:pt x="616" y="2205"/>
                      <a:pt x="616" y="2202"/>
                    </a:cubicBezTo>
                    <a:cubicBezTo>
                      <a:pt x="616" y="2200"/>
                      <a:pt x="616" y="2198"/>
                      <a:pt x="615" y="2196"/>
                    </a:cubicBezTo>
                    <a:cubicBezTo>
                      <a:pt x="614" y="2195"/>
                      <a:pt x="612" y="2194"/>
                      <a:pt x="612" y="2193"/>
                    </a:cubicBezTo>
                    <a:cubicBezTo>
                      <a:pt x="611" y="2192"/>
                      <a:pt x="612" y="2190"/>
                      <a:pt x="610" y="2189"/>
                    </a:cubicBezTo>
                    <a:cubicBezTo>
                      <a:pt x="608" y="2189"/>
                      <a:pt x="606" y="2190"/>
                      <a:pt x="606" y="2188"/>
                    </a:cubicBezTo>
                    <a:cubicBezTo>
                      <a:pt x="605" y="2186"/>
                      <a:pt x="607" y="2185"/>
                      <a:pt x="607" y="2184"/>
                    </a:cubicBezTo>
                    <a:cubicBezTo>
                      <a:pt x="606" y="2183"/>
                      <a:pt x="606" y="2182"/>
                      <a:pt x="605" y="2182"/>
                    </a:cubicBezTo>
                    <a:cubicBezTo>
                      <a:pt x="604" y="2182"/>
                      <a:pt x="604" y="2184"/>
                      <a:pt x="603" y="2184"/>
                    </a:cubicBezTo>
                    <a:cubicBezTo>
                      <a:pt x="603" y="2185"/>
                      <a:pt x="603" y="2186"/>
                      <a:pt x="602" y="2186"/>
                    </a:cubicBezTo>
                    <a:cubicBezTo>
                      <a:pt x="601" y="2185"/>
                      <a:pt x="599" y="2185"/>
                      <a:pt x="598" y="2184"/>
                    </a:cubicBezTo>
                    <a:cubicBezTo>
                      <a:pt x="598" y="2184"/>
                      <a:pt x="597" y="2183"/>
                      <a:pt x="597" y="2182"/>
                    </a:cubicBezTo>
                    <a:cubicBezTo>
                      <a:pt x="597" y="2181"/>
                      <a:pt x="598" y="2180"/>
                      <a:pt x="599" y="2180"/>
                    </a:cubicBezTo>
                    <a:cubicBezTo>
                      <a:pt x="601" y="2179"/>
                      <a:pt x="603" y="2181"/>
                      <a:pt x="605" y="2180"/>
                    </a:cubicBezTo>
                    <a:cubicBezTo>
                      <a:pt x="606" y="2178"/>
                      <a:pt x="609" y="2177"/>
                      <a:pt x="610" y="2178"/>
                    </a:cubicBezTo>
                    <a:cubicBezTo>
                      <a:pt x="612" y="2179"/>
                      <a:pt x="611" y="2183"/>
                      <a:pt x="614" y="2182"/>
                    </a:cubicBezTo>
                    <a:cubicBezTo>
                      <a:pt x="614" y="2181"/>
                      <a:pt x="615" y="2181"/>
                      <a:pt x="616" y="2181"/>
                    </a:cubicBezTo>
                    <a:cubicBezTo>
                      <a:pt x="617" y="2181"/>
                      <a:pt x="618" y="2182"/>
                      <a:pt x="618" y="2183"/>
                    </a:cubicBezTo>
                    <a:cubicBezTo>
                      <a:pt x="619" y="2185"/>
                      <a:pt x="617" y="2187"/>
                      <a:pt x="619" y="2189"/>
                    </a:cubicBezTo>
                    <a:cubicBezTo>
                      <a:pt x="620" y="2190"/>
                      <a:pt x="624" y="2190"/>
                      <a:pt x="625" y="2188"/>
                    </a:cubicBezTo>
                    <a:cubicBezTo>
                      <a:pt x="625" y="2187"/>
                      <a:pt x="625" y="2186"/>
                      <a:pt x="625" y="2185"/>
                    </a:cubicBezTo>
                    <a:cubicBezTo>
                      <a:pt x="626" y="2184"/>
                      <a:pt x="627" y="2184"/>
                      <a:pt x="628" y="2184"/>
                    </a:cubicBezTo>
                    <a:cubicBezTo>
                      <a:pt x="630" y="2184"/>
                      <a:pt x="632" y="2185"/>
                      <a:pt x="634" y="2184"/>
                    </a:cubicBezTo>
                    <a:cubicBezTo>
                      <a:pt x="635" y="2184"/>
                      <a:pt x="636" y="2184"/>
                      <a:pt x="636" y="2183"/>
                    </a:cubicBezTo>
                    <a:cubicBezTo>
                      <a:pt x="638" y="2183"/>
                      <a:pt x="641" y="2182"/>
                      <a:pt x="642" y="2184"/>
                    </a:cubicBezTo>
                    <a:cubicBezTo>
                      <a:pt x="642" y="2184"/>
                      <a:pt x="643" y="2185"/>
                      <a:pt x="643" y="2186"/>
                    </a:cubicBezTo>
                    <a:cubicBezTo>
                      <a:pt x="644" y="2187"/>
                      <a:pt x="645" y="2187"/>
                      <a:pt x="646" y="2188"/>
                    </a:cubicBezTo>
                    <a:cubicBezTo>
                      <a:pt x="647" y="2188"/>
                      <a:pt x="648" y="2188"/>
                      <a:pt x="649" y="2188"/>
                    </a:cubicBezTo>
                    <a:cubicBezTo>
                      <a:pt x="650" y="2187"/>
                      <a:pt x="650" y="2186"/>
                      <a:pt x="651" y="2186"/>
                    </a:cubicBezTo>
                    <a:cubicBezTo>
                      <a:pt x="651" y="2186"/>
                      <a:pt x="653" y="2186"/>
                      <a:pt x="653" y="2186"/>
                    </a:cubicBezTo>
                    <a:cubicBezTo>
                      <a:pt x="654" y="2186"/>
                      <a:pt x="655" y="2187"/>
                      <a:pt x="656" y="2187"/>
                    </a:cubicBezTo>
                    <a:cubicBezTo>
                      <a:pt x="657" y="2187"/>
                      <a:pt x="658" y="2187"/>
                      <a:pt x="659" y="2187"/>
                    </a:cubicBezTo>
                    <a:cubicBezTo>
                      <a:pt x="660" y="2187"/>
                      <a:pt x="661" y="2186"/>
                      <a:pt x="662" y="2186"/>
                    </a:cubicBezTo>
                    <a:cubicBezTo>
                      <a:pt x="663" y="2185"/>
                      <a:pt x="666" y="2187"/>
                      <a:pt x="666" y="2188"/>
                    </a:cubicBezTo>
                    <a:cubicBezTo>
                      <a:pt x="666" y="2189"/>
                      <a:pt x="666" y="2190"/>
                      <a:pt x="667" y="2191"/>
                    </a:cubicBezTo>
                    <a:cubicBezTo>
                      <a:pt x="668" y="2191"/>
                      <a:pt x="670" y="2191"/>
                      <a:pt x="671" y="2191"/>
                    </a:cubicBezTo>
                    <a:cubicBezTo>
                      <a:pt x="674" y="2191"/>
                      <a:pt x="675" y="2193"/>
                      <a:pt x="676" y="2195"/>
                    </a:cubicBezTo>
                    <a:cubicBezTo>
                      <a:pt x="677" y="2197"/>
                      <a:pt x="678" y="2198"/>
                      <a:pt x="680" y="2198"/>
                    </a:cubicBezTo>
                    <a:cubicBezTo>
                      <a:pt x="682" y="2197"/>
                      <a:pt x="683" y="2196"/>
                      <a:pt x="683" y="2194"/>
                    </a:cubicBezTo>
                    <a:cubicBezTo>
                      <a:pt x="684" y="2193"/>
                      <a:pt x="684" y="2192"/>
                      <a:pt x="685" y="2192"/>
                    </a:cubicBezTo>
                    <a:cubicBezTo>
                      <a:pt x="686" y="2192"/>
                      <a:pt x="687" y="2193"/>
                      <a:pt x="688" y="2192"/>
                    </a:cubicBezTo>
                    <a:cubicBezTo>
                      <a:pt x="688" y="2191"/>
                      <a:pt x="688" y="2190"/>
                      <a:pt x="688" y="2189"/>
                    </a:cubicBezTo>
                    <a:cubicBezTo>
                      <a:pt x="688" y="2188"/>
                      <a:pt x="690" y="2187"/>
                      <a:pt x="690" y="2188"/>
                    </a:cubicBezTo>
                    <a:cubicBezTo>
                      <a:pt x="691" y="2188"/>
                      <a:pt x="691" y="2189"/>
                      <a:pt x="691" y="2189"/>
                    </a:cubicBezTo>
                    <a:cubicBezTo>
                      <a:pt x="692" y="2189"/>
                      <a:pt x="693" y="2189"/>
                      <a:pt x="693" y="2189"/>
                    </a:cubicBezTo>
                    <a:cubicBezTo>
                      <a:pt x="695" y="2190"/>
                      <a:pt x="696" y="2189"/>
                      <a:pt x="697" y="2189"/>
                    </a:cubicBezTo>
                    <a:cubicBezTo>
                      <a:pt x="700" y="2189"/>
                      <a:pt x="703" y="2189"/>
                      <a:pt x="705" y="2189"/>
                    </a:cubicBezTo>
                    <a:cubicBezTo>
                      <a:pt x="706" y="2189"/>
                      <a:pt x="707" y="2189"/>
                      <a:pt x="708" y="2189"/>
                    </a:cubicBezTo>
                    <a:cubicBezTo>
                      <a:pt x="709" y="2189"/>
                      <a:pt x="708" y="2188"/>
                      <a:pt x="708" y="2187"/>
                    </a:cubicBezTo>
                    <a:cubicBezTo>
                      <a:pt x="708" y="2185"/>
                      <a:pt x="708" y="2184"/>
                      <a:pt x="707" y="2182"/>
                    </a:cubicBezTo>
                    <a:cubicBezTo>
                      <a:pt x="706" y="2179"/>
                      <a:pt x="709" y="2179"/>
                      <a:pt x="710" y="2181"/>
                    </a:cubicBezTo>
                    <a:cubicBezTo>
                      <a:pt x="710" y="2183"/>
                      <a:pt x="710" y="2186"/>
                      <a:pt x="712" y="2186"/>
                    </a:cubicBezTo>
                    <a:cubicBezTo>
                      <a:pt x="714" y="2186"/>
                      <a:pt x="715" y="2186"/>
                      <a:pt x="716" y="2185"/>
                    </a:cubicBezTo>
                    <a:cubicBezTo>
                      <a:pt x="717" y="2184"/>
                      <a:pt x="718" y="2183"/>
                      <a:pt x="720" y="2183"/>
                    </a:cubicBezTo>
                    <a:cubicBezTo>
                      <a:pt x="721" y="2184"/>
                      <a:pt x="723" y="2185"/>
                      <a:pt x="724" y="2184"/>
                    </a:cubicBezTo>
                    <a:cubicBezTo>
                      <a:pt x="725" y="2183"/>
                      <a:pt x="724" y="2181"/>
                      <a:pt x="725" y="2180"/>
                    </a:cubicBezTo>
                    <a:cubicBezTo>
                      <a:pt x="725" y="2179"/>
                      <a:pt x="726" y="2178"/>
                      <a:pt x="725" y="2176"/>
                    </a:cubicBezTo>
                    <a:cubicBezTo>
                      <a:pt x="725" y="2174"/>
                      <a:pt x="725" y="2173"/>
                      <a:pt x="723" y="2171"/>
                    </a:cubicBezTo>
                    <a:cubicBezTo>
                      <a:pt x="722" y="2169"/>
                      <a:pt x="718" y="2168"/>
                      <a:pt x="717" y="2165"/>
                    </a:cubicBezTo>
                    <a:cubicBezTo>
                      <a:pt x="717" y="2164"/>
                      <a:pt x="717" y="2163"/>
                      <a:pt x="716" y="2162"/>
                    </a:cubicBezTo>
                    <a:cubicBezTo>
                      <a:pt x="716" y="2161"/>
                      <a:pt x="715" y="2160"/>
                      <a:pt x="715" y="2158"/>
                    </a:cubicBezTo>
                    <a:cubicBezTo>
                      <a:pt x="713" y="2156"/>
                      <a:pt x="712" y="2153"/>
                      <a:pt x="710" y="2150"/>
                    </a:cubicBezTo>
                    <a:cubicBezTo>
                      <a:pt x="709" y="2149"/>
                      <a:pt x="706" y="2146"/>
                      <a:pt x="709" y="2145"/>
                    </a:cubicBezTo>
                    <a:cubicBezTo>
                      <a:pt x="711" y="2144"/>
                      <a:pt x="713" y="2152"/>
                      <a:pt x="714" y="2153"/>
                    </a:cubicBezTo>
                    <a:cubicBezTo>
                      <a:pt x="715" y="2156"/>
                      <a:pt x="716" y="2156"/>
                      <a:pt x="718" y="2158"/>
                    </a:cubicBezTo>
                    <a:cubicBezTo>
                      <a:pt x="719" y="2159"/>
                      <a:pt x="719" y="2159"/>
                      <a:pt x="720" y="2160"/>
                    </a:cubicBezTo>
                    <a:cubicBezTo>
                      <a:pt x="721" y="2160"/>
                      <a:pt x="722" y="2160"/>
                      <a:pt x="722" y="2161"/>
                    </a:cubicBezTo>
                    <a:cubicBezTo>
                      <a:pt x="724" y="2162"/>
                      <a:pt x="722" y="2166"/>
                      <a:pt x="724" y="2167"/>
                    </a:cubicBezTo>
                    <a:cubicBezTo>
                      <a:pt x="726" y="2169"/>
                      <a:pt x="729" y="2165"/>
                      <a:pt x="731" y="2164"/>
                    </a:cubicBezTo>
                    <a:cubicBezTo>
                      <a:pt x="731" y="2164"/>
                      <a:pt x="732" y="2163"/>
                      <a:pt x="732" y="2164"/>
                    </a:cubicBezTo>
                    <a:cubicBezTo>
                      <a:pt x="732" y="2164"/>
                      <a:pt x="731" y="2167"/>
                      <a:pt x="731" y="2167"/>
                    </a:cubicBezTo>
                    <a:cubicBezTo>
                      <a:pt x="730" y="2170"/>
                      <a:pt x="727" y="2173"/>
                      <a:pt x="729" y="2175"/>
                    </a:cubicBezTo>
                    <a:cubicBezTo>
                      <a:pt x="730" y="2176"/>
                      <a:pt x="731" y="2177"/>
                      <a:pt x="732" y="2178"/>
                    </a:cubicBezTo>
                    <a:cubicBezTo>
                      <a:pt x="733" y="2179"/>
                      <a:pt x="733" y="2181"/>
                      <a:pt x="734" y="2182"/>
                    </a:cubicBezTo>
                    <a:cubicBezTo>
                      <a:pt x="736" y="2184"/>
                      <a:pt x="739" y="2185"/>
                      <a:pt x="741" y="2188"/>
                    </a:cubicBezTo>
                    <a:cubicBezTo>
                      <a:pt x="743" y="2190"/>
                      <a:pt x="751" y="2203"/>
                      <a:pt x="754" y="2196"/>
                    </a:cubicBezTo>
                    <a:cubicBezTo>
                      <a:pt x="755" y="2193"/>
                      <a:pt x="755" y="2190"/>
                      <a:pt x="753" y="2188"/>
                    </a:cubicBezTo>
                    <a:cubicBezTo>
                      <a:pt x="752" y="2186"/>
                      <a:pt x="752" y="2185"/>
                      <a:pt x="752" y="2183"/>
                    </a:cubicBezTo>
                    <a:cubicBezTo>
                      <a:pt x="752" y="2183"/>
                      <a:pt x="752" y="2180"/>
                      <a:pt x="753" y="2180"/>
                    </a:cubicBezTo>
                    <a:cubicBezTo>
                      <a:pt x="754" y="2180"/>
                      <a:pt x="756" y="2186"/>
                      <a:pt x="757" y="2187"/>
                    </a:cubicBezTo>
                    <a:cubicBezTo>
                      <a:pt x="758" y="2189"/>
                      <a:pt x="758" y="2191"/>
                      <a:pt x="760" y="2192"/>
                    </a:cubicBezTo>
                    <a:cubicBezTo>
                      <a:pt x="761" y="2194"/>
                      <a:pt x="763" y="2193"/>
                      <a:pt x="764" y="2191"/>
                    </a:cubicBezTo>
                    <a:cubicBezTo>
                      <a:pt x="764" y="2190"/>
                      <a:pt x="764" y="2189"/>
                      <a:pt x="763" y="2187"/>
                    </a:cubicBezTo>
                    <a:cubicBezTo>
                      <a:pt x="763" y="2185"/>
                      <a:pt x="764" y="2184"/>
                      <a:pt x="766" y="2184"/>
                    </a:cubicBezTo>
                    <a:cubicBezTo>
                      <a:pt x="768" y="2184"/>
                      <a:pt x="769" y="2185"/>
                      <a:pt x="769" y="2187"/>
                    </a:cubicBezTo>
                    <a:cubicBezTo>
                      <a:pt x="770" y="2189"/>
                      <a:pt x="770" y="2190"/>
                      <a:pt x="772" y="2190"/>
                    </a:cubicBezTo>
                    <a:cubicBezTo>
                      <a:pt x="774" y="2191"/>
                      <a:pt x="772" y="2195"/>
                      <a:pt x="771" y="2197"/>
                    </a:cubicBezTo>
                    <a:cubicBezTo>
                      <a:pt x="771" y="2199"/>
                      <a:pt x="774" y="2204"/>
                      <a:pt x="776" y="2201"/>
                    </a:cubicBezTo>
                    <a:cubicBezTo>
                      <a:pt x="778" y="2199"/>
                      <a:pt x="776" y="2195"/>
                      <a:pt x="780" y="2193"/>
                    </a:cubicBezTo>
                    <a:cubicBezTo>
                      <a:pt x="782" y="2192"/>
                      <a:pt x="782" y="2195"/>
                      <a:pt x="782" y="2197"/>
                    </a:cubicBezTo>
                    <a:cubicBezTo>
                      <a:pt x="782" y="2198"/>
                      <a:pt x="783" y="2199"/>
                      <a:pt x="784" y="2198"/>
                    </a:cubicBezTo>
                    <a:cubicBezTo>
                      <a:pt x="785" y="2197"/>
                      <a:pt x="785" y="2195"/>
                      <a:pt x="785" y="2195"/>
                    </a:cubicBezTo>
                    <a:cubicBezTo>
                      <a:pt x="785" y="2193"/>
                      <a:pt x="783" y="2192"/>
                      <a:pt x="784" y="2191"/>
                    </a:cubicBezTo>
                    <a:cubicBezTo>
                      <a:pt x="784" y="2190"/>
                      <a:pt x="787" y="2189"/>
                      <a:pt x="788" y="2190"/>
                    </a:cubicBezTo>
                    <a:cubicBezTo>
                      <a:pt x="789" y="2191"/>
                      <a:pt x="789" y="2193"/>
                      <a:pt x="789" y="2195"/>
                    </a:cubicBezTo>
                    <a:cubicBezTo>
                      <a:pt x="789" y="2196"/>
                      <a:pt x="790" y="2198"/>
                      <a:pt x="791" y="2199"/>
                    </a:cubicBezTo>
                    <a:cubicBezTo>
                      <a:pt x="793" y="2199"/>
                      <a:pt x="793" y="2196"/>
                      <a:pt x="793" y="2195"/>
                    </a:cubicBezTo>
                    <a:cubicBezTo>
                      <a:pt x="795" y="2194"/>
                      <a:pt x="796" y="2195"/>
                      <a:pt x="795" y="2196"/>
                    </a:cubicBezTo>
                    <a:cubicBezTo>
                      <a:pt x="795" y="2198"/>
                      <a:pt x="793" y="2199"/>
                      <a:pt x="794" y="2201"/>
                    </a:cubicBezTo>
                    <a:cubicBezTo>
                      <a:pt x="794" y="2203"/>
                      <a:pt x="795" y="2203"/>
                      <a:pt x="795" y="2205"/>
                    </a:cubicBezTo>
                    <a:cubicBezTo>
                      <a:pt x="793" y="2205"/>
                      <a:pt x="792" y="2204"/>
                      <a:pt x="791" y="2203"/>
                    </a:cubicBezTo>
                    <a:cubicBezTo>
                      <a:pt x="789" y="2201"/>
                      <a:pt x="786" y="2207"/>
                      <a:pt x="788" y="2209"/>
                    </a:cubicBezTo>
                    <a:cubicBezTo>
                      <a:pt x="789" y="2210"/>
                      <a:pt x="789" y="2211"/>
                      <a:pt x="790" y="2212"/>
                    </a:cubicBezTo>
                    <a:cubicBezTo>
                      <a:pt x="791" y="2213"/>
                      <a:pt x="792" y="2214"/>
                      <a:pt x="793" y="2214"/>
                    </a:cubicBezTo>
                    <a:cubicBezTo>
                      <a:pt x="794" y="2215"/>
                      <a:pt x="795" y="2215"/>
                      <a:pt x="795" y="2217"/>
                    </a:cubicBezTo>
                    <a:cubicBezTo>
                      <a:pt x="795" y="2218"/>
                      <a:pt x="796" y="2220"/>
                      <a:pt x="797" y="2221"/>
                    </a:cubicBezTo>
                    <a:cubicBezTo>
                      <a:pt x="797" y="2222"/>
                      <a:pt x="797" y="2225"/>
                      <a:pt x="798" y="2225"/>
                    </a:cubicBezTo>
                    <a:cubicBezTo>
                      <a:pt x="799" y="2226"/>
                      <a:pt x="801" y="2225"/>
                      <a:pt x="802" y="2224"/>
                    </a:cubicBezTo>
                    <a:cubicBezTo>
                      <a:pt x="803" y="2223"/>
                      <a:pt x="803" y="2221"/>
                      <a:pt x="803" y="2220"/>
                    </a:cubicBezTo>
                    <a:cubicBezTo>
                      <a:pt x="803" y="2219"/>
                      <a:pt x="803" y="2217"/>
                      <a:pt x="804" y="2216"/>
                    </a:cubicBezTo>
                    <a:cubicBezTo>
                      <a:pt x="805" y="2215"/>
                      <a:pt x="806" y="2216"/>
                      <a:pt x="808" y="2216"/>
                    </a:cubicBezTo>
                    <a:cubicBezTo>
                      <a:pt x="811" y="2217"/>
                      <a:pt x="815" y="2216"/>
                      <a:pt x="819" y="2215"/>
                    </a:cubicBezTo>
                    <a:cubicBezTo>
                      <a:pt x="821" y="2215"/>
                      <a:pt x="823" y="2215"/>
                      <a:pt x="826" y="2215"/>
                    </a:cubicBezTo>
                    <a:cubicBezTo>
                      <a:pt x="828" y="2215"/>
                      <a:pt x="831" y="2215"/>
                      <a:pt x="834" y="2216"/>
                    </a:cubicBezTo>
                    <a:cubicBezTo>
                      <a:pt x="836" y="2216"/>
                      <a:pt x="838" y="2214"/>
                      <a:pt x="840" y="2213"/>
                    </a:cubicBezTo>
                    <a:cubicBezTo>
                      <a:pt x="839" y="2211"/>
                      <a:pt x="839" y="2206"/>
                      <a:pt x="839" y="2205"/>
                    </a:cubicBezTo>
                    <a:cubicBezTo>
                      <a:pt x="841" y="2202"/>
                      <a:pt x="844" y="2202"/>
                      <a:pt x="845" y="2200"/>
                    </a:cubicBezTo>
                    <a:cubicBezTo>
                      <a:pt x="847" y="2198"/>
                      <a:pt x="847" y="2196"/>
                      <a:pt x="846" y="2193"/>
                    </a:cubicBezTo>
                    <a:cubicBezTo>
                      <a:pt x="845" y="2192"/>
                      <a:pt x="845" y="2191"/>
                      <a:pt x="846" y="2190"/>
                    </a:cubicBezTo>
                    <a:cubicBezTo>
                      <a:pt x="846" y="2189"/>
                      <a:pt x="847" y="2188"/>
                      <a:pt x="847" y="2188"/>
                    </a:cubicBezTo>
                    <a:cubicBezTo>
                      <a:pt x="848" y="2187"/>
                      <a:pt x="848" y="2186"/>
                      <a:pt x="848" y="2186"/>
                    </a:cubicBezTo>
                    <a:cubicBezTo>
                      <a:pt x="849" y="2185"/>
                      <a:pt x="851" y="2185"/>
                      <a:pt x="852" y="2184"/>
                    </a:cubicBezTo>
                    <a:cubicBezTo>
                      <a:pt x="854" y="2184"/>
                      <a:pt x="855" y="2183"/>
                      <a:pt x="857" y="2183"/>
                    </a:cubicBezTo>
                    <a:cubicBezTo>
                      <a:pt x="857" y="2183"/>
                      <a:pt x="857" y="2183"/>
                      <a:pt x="857" y="2183"/>
                    </a:cubicBezTo>
                    <a:cubicBezTo>
                      <a:pt x="858" y="2184"/>
                      <a:pt x="859" y="2180"/>
                      <a:pt x="860" y="2180"/>
                    </a:cubicBezTo>
                    <a:cubicBezTo>
                      <a:pt x="861" y="2179"/>
                      <a:pt x="862" y="2180"/>
                      <a:pt x="861" y="2181"/>
                    </a:cubicBezTo>
                    <a:cubicBezTo>
                      <a:pt x="861" y="2182"/>
                      <a:pt x="860" y="2182"/>
                      <a:pt x="860" y="2183"/>
                    </a:cubicBezTo>
                    <a:cubicBezTo>
                      <a:pt x="859" y="2184"/>
                      <a:pt x="858" y="2185"/>
                      <a:pt x="857" y="2185"/>
                    </a:cubicBezTo>
                    <a:cubicBezTo>
                      <a:pt x="855" y="2185"/>
                      <a:pt x="854" y="2186"/>
                      <a:pt x="853" y="2186"/>
                    </a:cubicBezTo>
                    <a:cubicBezTo>
                      <a:pt x="852" y="2186"/>
                      <a:pt x="853" y="2186"/>
                      <a:pt x="852" y="2186"/>
                    </a:cubicBezTo>
                    <a:cubicBezTo>
                      <a:pt x="852" y="2186"/>
                      <a:pt x="851" y="2186"/>
                      <a:pt x="850" y="2187"/>
                    </a:cubicBezTo>
                    <a:cubicBezTo>
                      <a:pt x="849" y="2187"/>
                      <a:pt x="849" y="2189"/>
                      <a:pt x="848" y="2190"/>
                    </a:cubicBezTo>
                    <a:cubicBezTo>
                      <a:pt x="847" y="2191"/>
                      <a:pt x="847" y="2191"/>
                      <a:pt x="847" y="2192"/>
                    </a:cubicBezTo>
                    <a:cubicBezTo>
                      <a:pt x="847" y="2193"/>
                      <a:pt x="847" y="2194"/>
                      <a:pt x="848" y="2194"/>
                    </a:cubicBezTo>
                    <a:cubicBezTo>
                      <a:pt x="848" y="2196"/>
                      <a:pt x="848" y="2197"/>
                      <a:pt x="847" y="2199"/>
                    </a:cubicBezTo>
                    <a:cubicBezTo>
                      <a:pt x="846" y="2202"/>
                      <a:pt x="843" y="2204"/>
                      <a:pt x="842" y="2207"/>
                    </a:cubicBezTo>
                    <a:cubicBezTo>
                      <a:pt x="841" y="2210"/>
                      <a:pt x="841" y="2214"/>
                      <a:pt x="844" y="2215"/>
                    </a:cubicBezTo>
                    <a:cubicBezTo>
                      <a:pt x="847" y="2216"/>
                      <a:pt x="851" y="2215"/>
                      <a:pt x="854" y="2217"/>
                    </a:cubicBezTo>
                    <a:cubicBezTo>
                      <a:pt x="857" y="2218"/>
                      <a:pt x="860" y="2219"/>
                      <a:pt x="863" y="2219"/>
                    </a:cubicBezTo>
                    <a:cubicBezTo>
                      <a:pt x="865" y="2219"/>
                      <a:pt x="867" y="2218"/>
                      <a:pt x="869" y="2218"/>
                    </a:cubicBezTo>
                    <a:cubicBezTo>
                      <a:pt x="871" y="2218"/>
                      <a:pt x="873" y="2218"/>
                      <a:pt x="875" y="2219"/>
                    </a:cubicBezTo>
                    <a:cubicBezTo>
                      <a:pt x="876" y="2219"/>
                      <a:pt x="878" y="2220"/>
                      <a:pt x="880" y="2220"/>
                    </a:cubicBezTo>
                    <a:cubicBezTo>
                      <a:pt x="883" y="2219"/>
                      <a:pt x="882" y="2212"/>
                      <a:pt x="882" y="2210"/>
                    </a:cubicBezTo>
                    <a:cubicBezTo>
                      <a:pt x="883" y="2206"/>
                      <a:pt x="883" y="2203"/>
                      <a:pt x="885" y="2199"/>
                    </a:cubicBezTo>
                    <a:cubicBezTo>
                      <a:pt x="887" y="2197"/>
                      <a:pt x="885" y="2193"/>
                      <a:pt x="887" y="2190"/>
                    </a:cubicBezTo>
                    <a:cubicBezTo>
                      <a:pt x="887" y="2189"/>
                      <a:pt x="888" y="2187"/>
                      <a:pt x="890" y="2187"/>
                    </a:cubicBezTo>
                    <a:cubicBezTo>
                      <a:pt x="891" y="2187"/>
                      <a:pt x="890" y="2188"/>
                      <a:pt x="890" y="2189"/>
                    </a:cubicBezTo>
                    <a:cubicBezTo>
                      <a:pt x="889" y="2190"/>
                      <a:pt x="888" y="2192"/>
                      <a:pt x="888" y="2193"/>
                    </a:cubicBezTo>
                    <a:cubicBezTo>
                      <a:pt x="888" y="2194"/>
                      <a:pt x="888" y="2196"/>
                      <a:pt x="888" y="2197"/>
                    </a:cubicBezTo>
                    <a:cubicBezTo>
                      <a:pt x="887" y="2199"/>
                      <a:pt x="887" y="2200"/>
                      <a:pt x="886" y="2201"/>
                    </a:cubicBezTo>
                    <a:cubicBezTo>
                      <a:pt x="885" y="2202"/>
                      <a:pt x="885" y="2204"/>
                      <a:pt x="884" y="2206"/>
                    </a:cubicBezTo>
                    <a:cubicBezTo>
                      <a:pt x="884" y="2208"/>
                      <a:pt x="884" y="2210"/>
                      <a:pt x="883" y="2212"/>
                    </a:cubicBezTo>
                    <a:cubicBezTo>
                      <a:pt x="883" y="2214"/>
                      <a:pt x="882" y="2216"/>
                      <a:pt x="883" y="2217"/>
                    </a:cubicBezTo>
                    <a:cubicBezTo>
                      <a:pt x="883" y="2219"/>
                      <a:pt x="885" y="2219"/>
                      <a:pt x="886" y="2219"/>
                    </a:cubicBezTo>
                    <a:cubicBezTo>
                      <a:pt x="888" y="2219"/>
                      <a:pt x="890" y="2218"/>
                      <a:pt x="892" y="2219"/>
                    </a:cubicBezTo>
                    <a:cubicBezTo>
                      <a:pt x="896" y="2222"/>
                      <a:pt x="890" y="2227"/>
                      <a:pt x="891" y="2231"/>
                    </a:cubicBezTo>
                    <a:cubicBezTo>
                      <a:pt x="892" y="2233"/>
                      <a:pt x="895" y="2234"/>
                      <a:pt x="897" y="2235"/>
                    </a:cubicBezTo>
                    <a:cubicBezTo>
                      <a:pt x="900" y="2235"/>
                      <a:pt x="902" y="2235"/>
                      <a:pt x="905" y="2235"/>
                    </a:cubicBezTo>
                    <a:cubicBezTo>
                      <a:pt x="907" y="2234"/>
                      <a:pt x="909" y="2233"/>
                      <a:pt x="910" y="2233"/>
                    </a:cubicBezTo>
                    <a:cubicBezTo>
                      <a:pt x="912" y="2233"/>
                      <a:pt x="914" y="2234"/>
                      <a:pt x="916" y="2235"/>
                    </a:cubicBezTo>
                    <a:cubicBezTo>
                      <a:pt x="920" y="2237"/>
                      <a:pt x="923" y="2240"/>
                      <a:pt x="927" y="2242"/>
                    </a:cubicBezTo>
                    <a:cubicBezTo>
                      <a:pt x="929" y="2243"/>
                      <a:pt x="931" y="2243"/>
                      <a:pt x="933" y="2243"/>
                    </a:cubicBezTo>
                    <a:cubicBezTo>
                      <a:pt x="934" y="2244"/>
                      <a:pt x="935" y="2245"/>
                      <a:pt x="936" y="2246"/>
                    </a:cubicBezTo>
                    <a:cubicBezTo>
                      <a:pt x="938" y="2248"/>
                      <a:pt x="938" y="2250"/>
                      <a:pt x="940" y="2252"/>
                    </a:cubicBezTo>
                    <a:cubicBezTo>
                      <a:pt x="941" y="2253"/>
                      <a:pt x="943" y="2253"/>
                      <a:pt x="945" y="2254"/>
                    </a:cubicBezTo>
                    <a:cubicBezTo>
                      <a:pt x="949" y="2256"/>
                      <a:pt x="950" y="2260"/>
                      <a:pt x="953" y="2262"/>
                    </a:cubicBezTo>
                    <a:cubicBezTo>
                      <a:pt x="955" y="2265"/>
                      <a:pt x="960" y="2266"/>
                      <a:pt x="963" y="2264"/>
                    </a:cubicBezTo>
                    <a:cubicBezTo>
                      <a:pt x="964" y="2263"/>
                      <a:pt x="965" y="2262"/>
                      <a:pt x="966" y="2260"/>
                    </a:cubicBezTo>
                    <a:cubicBezTo>
                      <a:pt x="967" y="2259"/>
                      <a:pt x="969" y="2258"/>
                      <a:pt x="971" y="2257"/>
                    </a:cubicBezTo>
                    <a:cubicBezTo>
                      <a:pt x="972" y="2255"/>
                      <a:pt x="974" y="2254"/>
                      <a:pt x="975" y="2252"/>
                    </a:cubicBezTo>
                    <a:cubicBezTo>
                      <a:pt x="977" y="2251"/>
                      <a:pt x="978" y="2250"/>
                      <a:pt x="979" y="2249"/>
                    </a:cubicBezTo>
                    <a:cubicBezTo>
                      <a:pt x="981" y="2248"/>
                      <a:pt x="982" y="2248"/>
                      <a:pt x="984" y="2248"/>
                    </a:cubicBezTo>
                    <a:cubicBezTo>
                      <a:pt x="986" y="2247"/>
                      <a:pt x="988" y="2246"/>
                      <a:pt x="991" y="2246"/>
                    </a:cubicBezTo>
                    <a:cubicBezTo>
                      <a:pt x="992" y="2246"/>
                      <a:pt x="992" y="2246"/>
                      <a:pt x="993" y="2246"/>
                    </a:cubicBezTo>
                    <a:cubicBezTo>
                      <a:pt x="994" y="2246"/>
                      <a:pt x="994" y="2246"/>
                      <a:pt x="995" y="2246"/>
                    </a:cubicBezTo>
                    <a:cubicBezTo>
                      <a:pt x="997" y="2246"/>
                      <a:pt x="1000" y="2245"/>
                      <a:pt x="1003" y="2246"/>
                    </a:cubicBezTo>
                    <a:cubicBezTo>
                      <a:pt x="1005" y="2246"/>
                      <a:pt x="1007" y="2246"/>
                      <a:pt x="1009" y="2246"/>
                    </a:cubicBezTo>
                    <a:cubicBezTo>
                      <a:pt x="1010" y="2246"/>
                      <a:pt x="1011" y="2246"/>
                      <a:pt x="1013" y="2246"/>
                    </a:cubicBezTo>
                    <a:cubicBezTo>
                      <a:pt x="1016" y="2247"/>
                      <a:pt x="1020" y="2247"/>
                      <a:pt x="1023" y="2247"/>
                    </a:cubicBezTo>
                    <a:cubicBezTo>
                      <a:pt x="1025" y="2248"/>
                      <a:pt x="1028" y="2248"/>
                      <a:pt x="1030" y="2247"/>
                    </a:cubicBezTo>
                    <a:cubicBezTo>
                      <a:pt x="1032" y="2246"/>
                      <a:pt x="1034" y="2244"/>
                      <a:pt x="1036" y="2242"/>
                    </a:cubicBezTo>
                    <a:cubicBezTo>
                      <a:pt x="1037" y="2241"/>
                      <a:pt x="1038" y="2241"/>
                      <a:pt x="1039" y="2240"/>
                    </a:cubicBezTo>
                    <a:cubicBezTo>
                      <a:pt x="1040" y="2240"/>
                      <a:pt x="1041" y="2240"/>
                      <a:pt x="1042" y="2239"/>
                    </a:cubicBezTo>
                    <a:cubicBezTo>
                      <a:pt x="1043" y="2239"/>
                      <a:pt x="1044" y="2239"/>
                      <a:pt x="1045" y="2238"/>
                    </a:cubicBezTo>
                    <a:cubicBezTo>
                      <a:pt x="1046" y="2238"/>
                      <a:pt x="1047" y="2237"/>
                      <a:pt x="1048" y="2237"/>
                    </a:cubicBezTo>
                    <a:cubicBezTo>
                      <a:pt x="1050" y="2236"/>
                      <a:pt x="1052" y="2234"/>
                      <a:pt x="1052" y="2232"/>
                    </a:cubicBezTo>
                    <a:cubicBezTo>
                      <a:pt x="1051" y="2230"/>
                      <a:pt x="1051" y="2229"/>
                      <a:pt x="1050" y="2227"/>
                    </a:cubicBezTo>
                    <a:cubicBezTo>
                      <a:pt x="1053" y="2229"/>
                      <a:pt x="1054" y="2231"/>
                      <a:pt x="1056" y="2233"/>
                    </a:cubicBezTo>
                    <a:cubicBezTo>
                      <a:pt x="1058" y="2236"/>
                      <a:pt x="1060" y="2237"/>
                      <a:pt x="1063" y="2238"/>
                    </a:cubicBezTo>
                    <a:cubicBezTo>
                      <a:pt x="1068" y="2240"/>
                      <a:pt x="1071" y="2244"/>
                      <a:pt x="1076" y="2246"/>
                    </a:cubicBezTo>
                    <a:cubicBezTo>
                      <a:pt x="1081" y="2248"/>
                      <a:pt x="1085" y="2244"/>
                      <a:pt x="1085" y="2239"/>
                    </a:cubicBezTo>
                    <a:cubicBezTo>
                      <a:pt x="1085" y="2236"/>
                      <a:pt x="1085" y="2234"/>
                      <a:pt x="1086" y="2231"/>
                    </a:cubicBezTo>
                    <a:cubicBezTo>
                      <a:pt x="1087" y="2228"/>
                      <a:pt x="1088" y="2225"/>
                      <a:pt x="1090" y="2223"/>
                    </a:cubicBezTo>
                    <a:cubicBezTo>
                      <a:pt x="1092" y="2221"/>
                      <a:pt x="1094" y="2219"/>
                      <a:pt x="1096" y="2217"/>
                    </a:cubicBezTo>
                    <a:cubicBezTo>
                      <a:pt x="1097" y="2216"/>
                      <a:pt x="1098" y="2216"/>
                      <a:pt x="1099" y="2215"/>
                    </a:cubicBezTo>
                    <a:cubicBezTo>
                      <a:pt x="1101" y="2214"/>
                      <a:pt x="1103" y="2213"/>
                      <a:pt x="1105" y="2213"/>
                    </a:cubicBezTo>
                    <a:cubicBezTo>
                      <a:pt x="1107" y="2212"/>
                      <a:pt x="1109" y="2212"/>
                      <a:pt x="1111" y="2211"/>
                    </a:cubicBezTo>
                    <a:cubicBezTo>
                      <a:pt x="1117" y="2212"/>
                      <a:pt x="1122" y="2211"/>
                      <a:pt x="1128" y="2210"/>
                    </a:cubicBezTo>
                    <a:cubicBezTo>
                      <a:pt x="1134" y="2209"/>
                      <a:pt x="1139" y="2208"/>
                      <a:pt x="1145" y="2207"/>
                    </a:cubicBezTo>
                    <a:cubicBezTo>
                      <a:pt x="1149" y="2207"/>
                      <a:pt x="1154" y="2207"/>
                      <a:pt x="1158" y="2205"/>
                    </a:cubicBezTo>
                    <a:cubicBezTo>
                      <a:pt x="1161" y="2204"/>
                      <a:pt x="1165" y="2201"/>
                      <a:pt x="1166" y="2197"/>
                    </a:cubicBezTo>
                    <a:cubicBezTo>
                      <a:pt x="1168" y="2194"/>
                      <a:pt x="1167" y="2190"/>
                      <a:pt x="1168" y="2187"/>
                    </a:cubicBezTo>
                    <a:cubicBezTo>
                      <a:pt x="1168" y="2182"/>
                      <a:pt x="1170" y="2177"/>
                      <a:pt x="1170" y="2173"/>
                    </a:cubicBezTo>
                    <a:cubicBezTo>
                      <a:pt x="1171" y="2169"/>
                      <a:pt x="1169" y="2166"/>
                      <a:pt x="1166" y="2164"/>
                    </a:cubicBezTo>
                    <a:cubicBezTo>
                      <a:pt x="1163" y="2161"/>
                      <a:pt x="1161" y="2156"/>
                      <a:pt x="1157" y="2153"/>
                    </a:cubicBezTo>
                    <a:cubicBezTo>
                      <a:pt x="1153" y="2150"/>
                      <a:pt x="1147" y="2150"/>
                      <a:pt x="1142" y="2151"/>
                    </a:cubicBezTo>
                    <a:cubicBezTo>
                      <a:pt x="1140" y="2152"/>
                      <a:pt x="1138" y="2153"/>
                      <a:pt x="1136" y="2153"/>
                    </a:cubicBezTo>
                    <a:cubicBezTo>
                      <a:pt x="1135" y="2153"/>
                      <a:pt x="1134" y="2153"/>
                      <a:pt x="1135" y="2152"/>
                    </a:cubicBezTo>
                    <a:cubicBezTo>
                      <a:pt x="1138" y="2149"/>
                      <a:pt x="1145" y="2148"/>
                      <a:pt x="1149" y="2148"/>
                    </a:cubicBezTo>
                    <a:cubicBezTo>
                      <a:pt x="1154" y="2148"/>
                      <a:pt x="1158" y="2151"/>
                      <a:pt x="1163" y="2153"/>
                    </a:cubicBezTo>
                    <a:cubicBezTo>
                      <a:pt x="1167" y="2155"/>
                      <a:pt x="1171" y="2155"/>
                      <a:pt x="1175" y="2155"/>
                    </a:cubicBezTo>
                    <a:cubicBezTo>
                      <a:pt x="1178" y="2155"/>
                      <a:pt x="1182" y="2155"/>
                      <a:pt x="1184" y="2153"/>
                    </a:cubicBezTo>
                    <a:cubicBezTo>
                      <a:pt x="1187" y="2150"/>
                      <a:pt x="1187" y="2145"/>
                      <a:pt x="1186" y="2142"/>
                    </a:cubicBezTo>
                    <a:cubicBezTo>
                      <a:pt x="1184" y="2137"/>
                      <a:pt x="1178" y="2137"/>
                      <a:pt x="1173" y="2137"/>
                    </a:cubicBezTo>
                    <a:cubicBezTo>
                      <a:pt x="1167" y="2138"/>
                      <a:pt x="1162" y="2139"/>
                      <a:pt x="1156" y="2137"/>
                    </a:cubicBezTo>
                    <a:cubicBezTo>
                      <a:pt x="1151" y="2135"/>
                      <a:pt x="1145" y="2132"/>
                      <a:pt x="1139" y="2132"/>
                    </a:cubicBezTo>
                    <a:cubicBezTo>
                      <a:pt x="1133" y="2131"/>
                      <a:pt x="1126" y="2132"/>
                      <a:pt x="1119" y="2133"/>
                    </a:cubicBezTo>
                    <a:cubicBezTo>
                      <a:pt x="1116" y="2133"/>
                      <a:pt x="1112" y="2133"/>
                      <a:pt x="1108" y="2134"/>
                    </a:cubicBezTo>
                    <a:cubicBezTo>
                      <a:pt x="1107" y="2134"/>
                      <a:pt x="1106" y="2135"/>
                      <a:pt x="1105" y="2135"/>
                    </a:cubicBezTo>
                    <a:cubicBezTo>
                      <a:pt x="1105" y="2137"/>
                      <a:pt x="1104" y="2137"/>
                      <a:pt x="1102" y="2138"/>
                    </a:cubicBezTo>
                    <a:cubicBezTo>
                      <a:pt x="1100" y="2138"/>
                      <a:pt x="1098" y="2135"/>
                      <a:pt x="1097" y="2134"/>
                    </a:cubicBezTo>
                    <a:cubicBezTo>
                      <a:pt x="1095" y="2131"/>
                      <a:pt x="1094" y="2129"/>
                      <a:pt x="1092" y="2128"/>
                    </a:cubicBezTo>
                    <a:cubicBezTo>
                      <a:pt x="1089" y="2126"/>
                      <a:pt x="1087" y="2125"/>
                      <a:pt x="1085" y="2124"/>
                    </a:cubicBezTo>
                    <a:cubicBezTo>
                      <a:pt x="1083" y="2121"/>
                      <a:pt x="1083" y="2118"/>
                      <a:pt x="1080" y="2116"/>
                    </a:cubicBezTo>
                    <a:cubicBezTo>
                      <a:pt x="1077" y="2114"/>
                      <a:pt x="1073" y="2114"/>
                      <a:pt x="1070" y="2114"/>
                    </a:cubicBezTo>
                    <a:cubicBezTo>
                      <a:pt x="1067" y="2114"/>
                      <a:pt x="1065" y="2113"/>
                      <a:pt x="1063" y="2112"/>
                    </a:cubicBezTo>
                    <a:cubicBezTo>
                      <a:pt x="1062" y="2111"/>
                      <a:pt x="1062" y="2110"/>
                      <a:pt x="1062" y="2108"/>
                    </a:cubicBezTo>
                    <a:cubicBezTo>
                      <a:pt x="1062" y="2107"/>
                      <a:pt x="1060" y="2106"/>
                      <a:pt x="1059" y="2105"/>
                    </a:cubicBezTo>
                    <a:cubicBezTo>
                      <a:pt x="1057" y="2104"/>
                      <a:pt x="1054" y="2102"/>
                      <a:pt x="1051" y="2102"/>
                    </a:cubicBezTo>
                    <a:cubicBezTo>
                      <a:pt x="1050" y="2102"/>
                      <a:pt x="1046" y="2103"/>
                      <a:pt x="1047" y="2100"/>
                    </a:cubicBezTo>
                    <a:cubicBezTo>
                      <a:pt x="1047" y="2099"/>
                      <a:pt x="1052" y="2099"/>
                      <a:pt x="1054" y="2099"/>
                    </a:cubicBezTo>
                    <a:cubicBezTo>
                      <a:pt x="1056" y="2098"/>
                      <a:pt x="1059" y="2099"/>
                      <a:pt x="1061" y="2099"/>
                    </a:cubicBezTo>
                    <a:cubicBezTo>
                      <a:pt x="1062" y="2098"/>
                      <a:pt x="1063" y="2098"/>
                      <a:pt x="1063" y="2097"/>
                    </a:cubicBezTo>
                    <a:cubicBezTo>
                      <a:pt x="1064" y="2096"/>
                      <a:pt x="1065" y="2096"/>
                      <a:pt x="1067" y="2095"/>
                    </a:cubicBezTo>
                    <a:cubicBezTo>
                      <a:pt x="1069" y="2095"/>
                      <a:pt x="1070" y="2096"/>
                      <a:pt x="1072" y="2098"/>
                    </a:cubicBezTo>
                    <a:cubicBezTo>
                      <a:pt x="1075" y="2099"/>
                      <a:pt x="1077" y="2099"/>
                      <a:pt x="1079" y="2097"/>
                    </a:cubicBezTo>
                    <a:cubicBezTo>
                      <a:pt x="1081" y="2095"/>
                      <a:pt x="1080" y="2092"/>
                      <a:pt x="1078" y="2090"/>
                    </a:cubicBezTo>
                    <a:cubicBezTo>
                      <a:pt x="1077" y="2087"/>
                      <a:pt x="1073" y="2087"/>
                      <a:pt x="1070" y="2086"/>
                    </a:cubicBezTo>
                    <a:cubicBezTo>
                      <a:pt x="1068" y="2086"/>
                      <a:pt x="1065" y="2085"/>
                      <a:pt x="1062" y="2084"/>
                    </a:cubicBezTo>
                    <a:cubicBezTo>
                      <a:pt x="1060" y="2082"/>
                      <a:pt x="1058" y="2081"/>
                      <a:pt x="1056" y="2080"/>
                    </a:cubicBezTo>
                    <a:cubicBezTo>
                      <a:pt x="1053" y="2079"/>
                      <a:pt x="1050" y="2078"/>
                      <a:pt x="1047" y="2078"/>
                    </a:cubicBezTo>
                    <a:cubicBezTo>
                      <a:pt x="1046" y="2077"/>
                      <a:pt x="1044" y="2077"/>
                      <a:pt x="1043" y="2077"/>
                    </a:cubicBezTo>
                    <a:cubicBezTo>
                      <a:pt x="1042" y="2078"/>
                      <a:pt x="1041" y="2079"/>
                      <a:pt x="1041" y="2080"/>
                    </a:cubicBezTo>
                    <a:cubicBezTo>
                      <a:pt x="1039" y="2081"/>
                      <a:pt x="1037" y="2080"/>
                      <a:pt x="1039" y="2078"/>
                    </a:cubicBezTo>
                    <a:cubicBezTo>
                      <a:pt x="1040" y="2076"/>
                      <a:pt x="1043" y="2076"/>
                      <a:pt x="1044" y="2074"/>
                    </a:cubicBezTo>
                    <a:cubicBezTo>
                      <a:pt x="1045" y="2072"/>
                      <a:pt x="1047" y="2071"/>
                      <a:pt x="1049" y="2071"/>
                    </a:cubicBezTo>
                    <a:cubicBezTo>
                      <a:pt x="1051" y="2071"/>
                      <a:pt x="1052" y="2072"/>
                      <a:pt x="1053" y="2072"/>
                    </a:cubicBezTo>
                    <a:cubicBezTo>
                      <a:pt x="1054" y="2072"/>
                      <a:pt x="1056" y="2072"/>
                      <a:pt x="1057" y="2072"/>
                    </a:cubicBezTo>
                    <a:cubicBezTo>
                      <a:pt x="1058" y="2072"/>
                      <a:pt x="1059" y="2073"/>
                      <a:pt x="1060" y="2074"/>
                    </a:cubicBezTo>
                    <a:cubicBezTo>
                      <a:pt x="1062" y="2075"/>
                      <a:pt x="1063" y="2076"/>
                      <a:pt x="1065" y="2076"/>
                    </a:cubicBezTo>
                    <a:cubicBezTo>
                      <a:pt x="1066" y="2076"/>
                      <a:pt x="1068" y="2076"/>
                      <a:pt x="1069" y="2074"/>
                    </a:cubicBezTo>
                    <a:cubicBezTo>
                      <a:pt x="1069" y="2073"/>
                      <a:pt x="1068" y="2072"/>
                      <a:pt x="1068" y="2071"/>
                    </a:cubicBezTo>
                    <a:cubicBezTo>
                      <a:pt x="1065" y="2069"/>
                      <a:pt x="1062" y="2067"/>
                      <a:pt x="1059" y="2067"/>
                    </a:cubicBezTo>
                    <a:cubicBezTo>
                      <a:pt x="1057" y="2067"/>
                      <a:pt x="1056" y="2068"/>
                      <a:pt x="1054" y="2067"/>
                    </a:cubicBezTo>
                    <a:cubicBezTo>
                      <a:pt x="1055" y="2066"/>
                      <a:pt x="1056" y="2066"/>
                      <a:pt x="1057" y="2066"/>
                    </a:cubicBezTo>
                    <a:cubicBezTo>
                      <a:pt x="1059" y="2066"/>
                      <a:pt x="1060" y="2066"/>
                      <a:pt x="1061" y="2066"/>
                    </a:cubicBezTo>
                    <a:cubicBezTo>
                      <a:pt x="1064" y="2066"/>
                      <a:pt x="1066" y="2068"/>
                      <a:pt x="1068" y="2068"/>
                    </a:cubicBezTo>
                    <a:cubicBezTo>
                      <a:pt x="1072" y="2070"/>
                      <a:pt x="1076" y="2068"/>
                      <a:pt x="1079" y="2070"/>
                    </a:cubicBezTo>
                    <a:cubicBezTo>
                      <a:pt x="1084" y="2073"/>
                      <a:pt x="1087" y="2078"/>
                      <a:pt x="1093" y="2079"/>
                    </a:cubicBezTo>
                    <a:cubicBezTo>
                      <a:pt x="1096" y="2080"/>
                      <a:pt x="1100" y="2079"/>
                      <a:pt x="1103" y="2077"/>
                    </a:cubicBezTo>
                    <a:cubicBezTo>
                      <a:pt x="1106" y="2073"/>
                      <a:pt x="1103" y="2068"/>
                      <a:pt x="1100" y="2066"/>
                    </a:cubicBezTo>
                    <a:cubicBezTo>
                      <a:pt x="1099" y="2065"/>
                      <a:pt x="1097" y="2063"/>
                      <a:pt x="1097" y="2062"/>
                    </a:cubicBezTo>
                    <a:cubicBezTo>
                      <a:pt x="1098" y="2061"/>
                      <a:pt x="1101" y="2062"/>
                      <a:pt x="1101" y="2062"/>
                    </a:cubicBezTo>
                    <a:cubicBezTo>
                      <a:pt x="1103" y="2062"/>
                      <a:pt x="1110" y="2064"/>
                      <a:pt x="1110" y="2061"/>
                    </a:cubicBezTo>
                    <a:cubicBezTo>
                      <a:pt x="1111" y="2058"/>
                      <a:pt x="1105" y="2055"/>
                      <a:pt x="1103" y="2054"/>
                    </a:cubicBezTo>
                    <a:cubicBezTo>
                      <a:pt x="1099" y="2051"/>
                      <a:pt x="1095" y="2049"/>
                      <a:pt x="1090" y="2048"/>
                    </a:cubicBezTo>
                    <a:cubicBezTo>
                      <a:pt x="1085" y="2047"/>
                      <a:pt x="1080" y="2046"/>
                      <a:pt x="1074" y="2046"/>
                    </a:cubicBezTo>
                    <a:cubicBezTo>
                      <a:pt x="1072" y="2046"/>
                      <a:pt x="1071" y="2047"/>
                      <a:pt x="1069" y="2047"/>
                    </a:cubicBezTo>
                    <a:cubicBezTo>
                      <a:pt x="1067" y="2048"/>
                      <a:pt x="1067" y="2047"/>
                      <a:pt x="1068" y="2046"/>
                    </a:cubicBezTo>
                    <a:cubicBezTo>
                      <a:pt x="1070" y="2045"/>
                      <a:pt x="1072" y="2045"/>
                      <a:pt x="1074" y="2045"/>
                    </a:cubicBezTo>
                    <a:cubicBezTo>
                      <a:pt x="1076" y="2044"/>
                      <a:pt x="1078" y="2044"/>
                      <a:pt x="1080" y="2044"/>
                    </a:cubicBezTo>
                    <a:cubicBezTo>
                      <a:pt x="1084" y="2044"/>
                      <a:pt x="1088" y="2044"/>
                      <a:pt x="1092" y="2045"/>
                    </a:cubicBezTo>
                    <a:cubicBezTo>
                      <a:pt x="1098" y="2046"/>
                      <a:pt x="1104" y="2050"/>
                      <a:pt x="1108" y="2054"/>
                    </a:cubicBezTo>
                    <a:cubicBezTo>
                      <a:pt x="1111" y="2055"/>
                      <a:pt x="1113" y="2057"/>
                      <a:pt x="1116" y="2058"/>
                    </a:cubicBezTo>
                    <a:cubicBezTo>
                      <a:pt x="1118" y="2058"/>
                      <a:pt x="1120" y="2057"/>
                      <a:pt x="1122" y="2055"/>
                    </a:cubicBezTo>
                    <a:cubicBezTo>
                      <a:pt x="1125" y="2054"/>
                      <a:pt x="1127" y="2052"/>
                      <a:pt x="1128" y="2050"/>
                    </a:cubicBezTo>
                    <a:cubicBezTo>
                      <a:pt x="1129" y="2047"/>
                      <a:pt x="1129" y="2044"/>
                      <a:pt x="1129" y="2041"/>
                    </a:cubicBezTo>
                    <a:cubicBezTo>
                      <a:pt x="1129" y="2038"/>
                      <a:pt x="1131" y="2036"/>
                      <a:pt x="1132" y="2033"/>
                    </a:cubicBezTo>
                    <a:cubicBezTo>
                      <a:pt x="1132" y="2031"/>
                      <a:pt x="1132" y="2027"/>
                      <a:pt x="1129" y="2026"/>
                    </a:cubicBezTo>
                    <a:cubicBezTo>
                      <a:pt x="1126" y="2026"/>
                      <a:pt x="1124" y="2028"/>
                      <a:pt x="1123" y="2030"/>
                    </a:cubicBezTo>
                    <a:cubicBezTo>
                      <a:pt x="1121" y="2032"/>
                      <a:pt x="1120" y="2033"/>
                      <a:pt x="1118" y="2032"/>
                    </a:cubicBezTo>
                    <a:cubicBezTo>
                      <a:pt x="1115" y="2030"/>
                      <a:pt x="1113" y="2028"/>
                      <a:pt x="1110" y="2030"/>
                    </a:cubicBezTo>
                    <a:cubicBezTo>
                      <a:pt x="1108" y="2031"/>
                      <a:pt x="1106" y="2035"/>
                      <a:pt x="1103" y="2034"/>
                    </a:cubicBezTo>
                    <a:cubicBezTo>
                      <a:pt x="1101" y="2034"/>
                      <a:pt x="1100" y="2030"/>
                      <a:pt x="1099" y="2029"/>
                    </a:cubicBezTo>
                    <a:cubicBezTo>
                      <a:pt x="1098" y="2027"/>
                      <a:pt x="1095" y="2025"/>
                      <a:pt x="1096" y="2023"/>
                    </a:cubicBezTo>
                    <a:cubicBezTo>
                      <a:pt x="1096" y="2019"/>
                      <a:pt x="1103" y="2020"/>
                      <a:pt x="1105" y="2021"/>
                    </a:cubicBezTo>
                    <a:cubicBezTo>
                      <a:pt x="1108" y="2022"/>
                      <a:pt x="1111" y="2024"/>
                      <a:pt x="1115" y="2023"/>
                    </a:cubicBezTo>
                    <a:cubicBezTo>
                      <a:pt x="1116" y="2023"/>
                      <a:pt x="1121" y="2023"/>
                      <a:pt x="1121" y="2021"/>
                    </a:cubicBezTo>
                    <a:cubicBezTo>
                      <a:pt x="1122" y="2019"/>
                      <a:pt x="1119" y="2017"/>
                      <a:pt x="1121" y="2015"/>
                    </a:cubicBezTo>
                    <a:cubicBezTo>
                      <a:pt x="1123" y="2013"/>
                      <a:pt x="1126" y="2014"/>
                      <a:pt x="1129" y="2014"/>
                    </a:cubicBezTo>
                    <a:cubicBezTo>
                      <a:pt x="1129" y="2014"/>
                      <a:pt x="1129" y="2014"/>
                      <a:pt x="1129" y="2014"/>
                    </a:cubicBezTo>
                    <a:cubicBezTo>
                      <a:pt x="1129" y="2014"/>
                      <a:pt x="1130" y="2014"/>
                      <a:pt x="1130" y="2014"/>
                    </a:cubicBezTo>
                    <a:cubicBezTo>
                      <a:pt x="1130" y="2014"/>
                      <a:pt x="1131" y="2013"/>
                      <a:pt x="1131" y="2013"/>
                    </a:cubicBezTo>
                    <a:cubicBezTo>
                      <a:pt x="1132" y="2013"/>
                      <a:pt x="1133" y="2013"/>
                      <a:pt x="1133" y="2012"/>
                    </a:cubicBezTo>
                    <a:cubicBezTo>
                      <a:pt x="1134" y="2011"/>
                      <a:pt x="1135" y="2011"/>
                      <a:pt x="1136" y="2010"/>
                    </a:cubicBezTo>
                    <a:cubicBezTo>
                      <a:pt x="1138" y="2010"/>
                      <a:pt x="1139" y="2009"/>
                      <a:pt x="1140" y="2009"/>
                    </a:cubicBezTo>
                    <a:cubicBezTo>
                      <a:pt x="1141" y="2008"/>
                      <a:pt x="1142" y="2008"/>
                      <a:pt x="1143" y="2007"/>
                    </a:cubicBezTo>
                    <a:cubicBezTo>
                      <a:pt x="1143" y="2006"/>
                      <a:pt x="1143" y="2006"/>
                      <a:pt x="1143" y="2005"/>
                    </a:cubicBezTo>
                    <a:cubicBezTo>
                      <a:pt x="1142" y="2004"/>
                      <a:pt x="1141" y="2003"/>
                      <a:pt x="1140" y="2003"/>
                    </a:cubicBezTo>
                    <a:cubicBezTo>
                      <a:pt x="1138" y="2003"/>
                      <a:pt x="1137" y="2002"/>
                      <a:pt x="1138" y="2001"/>
                    </a:cubicBezTo>
                    <a:cubicBezTo>
                      <a:pt x="1139" y="2000"/>
                      <a:pt x="1143" y="2000"/>
                      <a:pt x="1142" y="1998"/>
                    </a:cubicBezTo>
                    <a:cubicBezTo>
                      <a:pt x="1142" y="1997"/>
                      <a:pt x="1140" y="1996"/>
                      <a:pt x="1141" y="1994"/>
                    </a:cubicBezTo>
                    <a:cubicBezTo>
                      <a:pt x="1143" y="1993"/>
                      <a:pt x="1144" y="1995"/>
                      <a:pt x="1144" y="1996"/>
                    </a:cubicBezTo>
                    <a:cubicBezTo>
                      <a:pt x="1145" y="1998"/>
                      <a:pt x="1146" y="1999"/>
                      <a:pt x="1147" y="2001"/>
                    </a:cubicBezTo>
                    <a:cubicBezTo>
                      <a:pt x="1148" y="2002"/>
                      <a:pt x="1150" y="2003"/>
                      <a:pt x="1150" y="2004"/>
                    </a:cubicBezTo>
                    <a:cubicBezTo>
                      <a:pt x="1150" y="2006"/>
                      <a:pt x="1148" y="2005"/>
                      <a:pt x="1147" y="2006"/>
                    </a:cubicBezTo>
                    <a:cubicBezTo>
                      <a:pt x="1145" y="2010"/>
                      <a:pt x="1153" y="2010"/>
                      <a:pt x="1150" y="2014"/>
                    </a:cubicBezTo>
                    <a:cubicBezTo>
                      <a:pt x="1152" y="2015"/>
                      <a:pt x="1153" y="2015"/>
                      <a:pt x="1155" y="2013"/>
                    </a:cubicBezTo>
                    <a:cubicBezTo>
                      <a:pt x="1157" y="2012"/>
                      <a:pt x="1158" y="2011"/>
                      <a:pt x="1159" y="2013"/>
                    </a:cubicBezTo>
                    <a:cubicBezTo>
                      <a:pt x="1161" y="2019"/>
                      <a:pt x="1150" y="2018"/>
                      <a:pt x="1153" y="2023"/>
                    </a:cubicBezTo>
                    <a:cubicBezTo>
                      <a:pt x="1156" y="2028"/>
                      <a:pt x="1164" y="2027"/>
                      <a:pt x="1169" y="2027"/>
                    </a:cubicBezTo>
                    <a:cubicBezTo>
                      <a:pt x="1172" y="2026"/>
                      <a:pt x="1174" y="2024"/>
                      <a:pt x="1176" y="2022"/>
                    </a:cubicBezTo>
                    <a:cubicBezTo>
                      <a:pt x="1178" y="2020"/>
                      <a:pt x="1180" y="2021"/>
                      <a:pt x="1183" y="2021"/>
                    </a:cubicBezTo>
                    <a:cubicBezTo>
                      <a:pt x="1185" y="2021"/>
                      <a:pt x="1188" y="2020"/>
                      <a:pt x="1189" y="2018"/>
                    </a:cubicBezTo>
                    <a:cubicBezTo>
                      <a:pt x="1190" y="2017"/>
                      <a:pt x="1191" y="2016"/>
                      <a:pt x="1192" y="2014"/>
                    </a:cubicBezTo>
                    <a:cubicBezTo>
                      <a:pt x="1193" y="2013"/>
                      <a:pt x="1195" y="2010"/>
                      <a:pt x="1194" y="2009"/>
                    </a:cubicBezTo>
                    <a:cubicBezTo>
                      <a:pt x="1192" y="2007"/>
                      <a:pt x="1190" y="2010"/>
                      <a:pt x="1189" y="2010"/>
                    </a:cubicBezTo>
                    <a:cubicBezTo>
                      <a:pt x="1188" y="2011"/>
                      <a:pt x="1187" y="2009"/>
                      <a:pt x="1187" y="2008"/>
                    </a:cubicBezTo>
                    <a:cubicBezTo>
                      <a:pt x="1185" y="2006"/>
                      <a:pt x="1184" y="2007"/>
                      <a:pt x="1182" y="2006"/>
                    </a:cubicBezTo>
                    <a:cubicBezTo>
                      <a:pt x="1180" y="2005"/>
                      <a:pt x="1182" y="2002"/>
                      <a:pt x="1183" y="2001"/>
                    </a:cubicBezTo>
                    <a:cubicBezTo>
                      <a:pt x="1184" y="1998"/>
                      <a:pt x="1187" y="1998"/>
                      <a:pt x="1189" y="1998"/>
                    </a:cubicBezTo>
                    <a:cubicBezTo>
                      <a:pt x="1191" y="1999"/>
                      <a:pt x="1192" y="1998"/>
                      <a:pt x="1194" y="1997"/>
                    </a:cubicBezTo>
                    <a:cubicBezTo>
                      <a:pt x="1195" y="1995"/>
                      <a:pt x="1196" y="1994"/>
                      <a:pt x="1197" y="1993"/>
                    </a:cubicBezTo>
                    <a:cubicBezTo>
                      <a:pt x="1198" y="1991"/>
                      <a:pt x="1199" y="1990"/>
                      <a:pt x="1197" y="1989"/>
                    </a:cubicBezTo>
                    <a:cubicBezTo>
                      <a:pt x="1196" y="1987"/>
                      <a:pt x="1193" y="1988"/>
                      <a:pt x="1191" y="1987"/>
                    </a:cubicBezTo>
                    <a:cubicBezTo>
                      <a:pt x="1188" y="1987"/>
                      <a:pt x="1184" y="1987"/>
                      <a:pt x="1181" y="1984"/>
                    </a:cubicBezTo>
                    <a:cubicBezTo>
                      <a:pt x="1180" y="1984"/>
                      <a:pt x="1180" y="1982"/>
                      <a:pt x="1178" y="1982"/>
                    </a:cubicBezTo>
                    <a:cubicBezTo>
                      <a:pt x="1177" y="1982"/>
                      <a:pt x="1175" y="1981"/>
                      <a:pt x="1174" y="1981"/>
                    </a:cubicBezTo>
                    <a:cubicBezTo>
                      <a:pt x="1173" y="1980"/>
                      <a:pt x="1170" y="1981"/>
                      <a:pt x="1170" y="1979"/>
                    </a:cubicBezTo>
                    <a:cubicBezTo>
                      <a:pt x="1174" y="1979"/>
                      <a:pt x="1179" y="1979"/>
                      <a:pt x="1183" y="1981"/>
                    </a:cubicBezTo>
                    <a:cubicBezTo>
                      <a:pt x="1187" y="1982"/>
                      <a:pt x="1190" y="1986"/>
                      <a:pt x="1195" y="1985"/>
                    </a:cubicBezTo>
                    <a:cubicBezTo>
                      <a:pt x="1199" y="1984"/>
                      <a:pt x="1200" y="1980"/>
                      <a:pt x="1198" y="1977"/>
                    </a:cubicBezTo>
                    <a:cubicBezTo>
                      <a:pt x="1196" y="1973"/>
                      <a:pt x="1192" y="1971"/>
                      <a:pt x="1189" y="1968"/>
                    </a:cubicBezTo>
                    <a:cubicBezTo>
                      <a:pt x="1186" y="1964"/>
                      <a:pt x="1186" y="1960"/>
                      <a:pt x="1186" y="1955"/>
                    </a:cubicBezTo>
                    <a:cubicBezTo>
                      <a:pt x="1187" y="1957"/>
                      <a:pt x="1188" y="1959"/>
                      <a:pt x="1188" y="1961"/>
                    </a:cubicBezTo>
                    <a:cubicBezTo>
                      <a:pt x="1188" y="1962"/>
                      <a:pt x="1189" y="1964"/>
                      <a:pt x="1189" y="1965"/>
                    </a:cubicBezTo>
                    <a:cubicBezTo>
                      <a:pt x="1191" y="1967"/>
                      <a:pt x="1193" y="1969"/>
                      <a:pt x="1195" y="1970"/>
                    </a:cubicBezTo>
                    <a:cubicBezTo>
                      <a:pt x="1197" y="1972"/>
                      <a:pt x="1200" y="1973"/>
                      <a:pt x="1201" y="1976"/>
                    </a:cubicBezTo>
                    <a:cubicBezTo>
                      <a:pt x="1202" y="1979"/>
                      <a:pt x="1201" y="1982"/>
                      <a:pt x="1202" y="1985"/>
                    </a:cubicBezTo>
                    <a:cubicBezTo>
                      <a:pt x="1203" y="1987"/>
                      <a:pt x="1205" y="1991"/>
                      <a:pt x="1207" y="1991"/>
                    </a:cubicBezTo>
                    <a:cubicBezTo>
                      <a:pt x="1210" y="1991"/>
                      <a:pt x="1214" y="1988"/>
                      <a:pt x="1216" y="1986"/>
                    </a:cubicBezTo>
                    <a:cubicBezTo>
                      <a:pt x="1218" y="1983"/>
                      <a:pt x="1217" y="1981"/>
                      <a:pt x="1216" y="1979"/>
                    </a:cubicBezTo>
                    <a:cubicBezTo>
                      <a:pt x="1214" y="1977"/>
                      <a:pt x="1214" y="1974"/>
                      <a:pt x="1215" y="1972"/>
                    </a:cubicBezTo>
                    <a:cubicBezTo>
                      <a:pt x="1215" y="1969"/>
                      <a:pt x="1216" y="1966"/>
                      <a:pt x="1215" y="1963"/>
                    </a:cubicBezTo>
                    <a:cubicBezTo>
                      <a:pt x="1214" y="1961"/>
                      <a:pt x="1212" y="1958"/>
                      <a:pt x="1213" y="1956"/>
                    </a:cubicBezTo>
                    <a:cubicBezTo>
                      <a:pt x="1214" y="1953"/>
                      <a:pt x="1216" y="1951"/>
                      <a:pt x="1218" y="1950"/>
                    </a:cubicBezTo>
                    <a:cubicBezTo>
                      <a:pt x="1221" y="1948"/>
                      <a:pt x="1222" y="1950"/>
                      <a:pt x="1220" y="1952"/>
                    </a:cubicBezTo>
                    <a:cubicBezTo>
                      <a:pt x="1218" y="1954"/>
                      <a:pt x="1215" y="1955"/>
                      <a:pt x="1215" y="1958"/>
                    </a:cubicBezTo>
                    <a:cubicBezTo>
                      <a:pt x="1215" y="1961"/>
                      <a:pt x="1217" y="1963"/>
                      <a:pt x="1217" y="1966"/>
                    </a:cubicBezTo>
                    <a:cubicBezTo>
                      <a:pt x="1218" y="1968"/>
                      <a:pt x="1216" y="1971"/>
                      <a:pt x="1217" y="1974"/>
                    </a:cubicBezTo>
                    <a:cubicBezTo>
                      <a:pt x="1217" y="1976"/>
                      <a:pt x="1219" y="1979"/>
                      <a:pt x="1221" y="1980"/>
                    </a:cubicBezTo>
                    <a:cubicBezTo>
                      <a:pt x="1224" y="1982"/>
                      <a:pt x="1226" y="1977"/>
                      <a:pt x="1227" y="1975"/>
                    </a:cubicBezTo>
                    <a:cubicBezTo>
                      <a:pt x="1230" y="1972"/>
                      <a:pt x="1234" y="1972"/>
                      <a:pt x="1236" y="1970"/>
                    </a:cubicBezTo>
                    <a:cubicBezTo>
                      <a:pt x="1239" y="1967"/>
                      <a:pt x="1237" y="1963"/>
                      <a:pt x="1238" y="1959"/>
                    </a:cubicBezTo>
                    <a:cubicBezTo>
                      <a:pt x="1240" y="1955"/>
                      <a:pt x="1241" y="1962"/>
                      <a:pt x="1242" y="1963"/>
                    </a:cubicBezTo>
                    <a:cubicBezTo>
                      <a:pt x="1243" y="1963"/>
                      <a:pt x="1245" y="1963"/>
                      <a:pt x="1246" y="1963"/>
                    </a:cubicBezTo>
                    <a:cubicBezTo>
                      <a:pt x="1247" y="1963"/>
                      <a:pt x="1249" y="1963"/>
                      <a:pt x="1251" y="1962"/>
                    </a:cubicBezTo>
                    <a:cubicBezTo>
                      <a:pt x="1251" y="1962"/>
                      <a:pt x="1252" y="1962"/>
                      <a:pt x="1252" y="1962"/>
                    </a:cubicBezTo>
                    <a:cubicBezTo>
                      <a:pt x="1253" y="1961"/>
                      <a:pt x="1253" y="1960"/>
                      <a:pt x="1253" y="1959"/>
                    </a:cubicBezTo>
                    <a:cubicBezTo>
                      <a:pt x="1254" y="1958"/>
                      <a:pt x="1257" y="1958"/>
                      <a:pt x="1258" y="1956"/>
                    </a:cubicBezTo>
                    <a:cubicBezTo>
                      <a:pt x="1258" y="1955"/>
                      <a:pt x="1258" y="1951"/>
                      <a:pt x="1258" y="1950"/>
                    </a:cubicBezTo>
                    <a:cubicBezTo>
                      <a:pt x="1257" y="1948"/>
                      <a:pt x="1255" y="1947"/>
                      <a:pt x="1254" y="1946"/>
                    </a:cubicBezTo>
                    <a:cubicBezTo>
                      <a:pt x="1252" y="1945"/>
                      <a:pt x="1250" y="1944"/>
                      <a:pt x="1250" y="1942"/>
                    </a:cubicBezTo>
                    <a:cubicBezTo>
                      <a:pt x="1249" y="1940"/>
                      <a:pt x="1251" y="1940"/>
                      <a:pt x="1253" y="1941"/>
                    </a:cubicBezTo>
                    <a:cubicBezTo>
                      <a:pt x="1255" y="1942"/>
                      <a:pt x="1257" y="1943"/>
                      <a:pt x="1259" y="1944"/>
                    </a:cubicBezTo>
                    <a:cubicBezTo>
                      <a:pt x="1260" y="1945"/>
                      <a:pt x="1260" y="1947"/>
                      <a:pt x="1263" y="1948"/>
                    </a:cubicBezTo>
                    <a:cubicBezTo>
                      <a:pt x="1267" y="1949"/>
                      <a:pt x="1269" y="1941"/>
                      <a:pt x="1269" y="1938"/>
                    </a:cubicBezTo>
                    <a:cubicBezTo>
                      <a:pt x="1269" y="1936"/>
                      <a:pt x="1270" y="1934"/>
                      <a:pt x="1271" y="1932"/>
                    </a:cubicBezTo>
                    <a:cubicBezTo>
                      <a:pt x="1272" y="1931"/>
                      <a:pt x="1272" y="1930"/>
                      <a:pt x="1273" y="1929"/>
                    </a:cubicBezTo>
                    <a:cubicBezTo>
                      <a:pt x="1273" y="1928"/>
                      <a:pt x="1273" y="1928"/>
                      <a:pt x="1273" y="1927"/>
                    </a:cubicBezTo>
                    <a:cubicBezTo>
                      <a:pt x="1274" y="1925"/>
                      <a:pt x="1275" y="1923"/>
                      <a:pt x="1275" y="1921"/>
                    </a:cubicBezTo>
                    <a:cubicBezTo>
                      <a:pt x="1276" y="1919"/>
                      <a:pt x="1276" y="1917"/>
                      <a:pt x="1276" y="1915"/>
                    </a:cubicBezTo>
                    <a:cubicBezTo>
                      <a:pt x="1277" y="1913"/>
                      <a:pt x="1277" y="1912"/>
                      <a:pt x="1279" y="1911"/>
                    </a:cubicBezTo>
                    <a:cubicBezTo>
                      <a:pt x="1280" y="1911"/>
                      <a:pt x="1281" y="1909"/>
                      <a:pt x="1281" y="1908"/>
                    </a:cubicBezTo>
                    <a:cubicBezTo>
                      <a:pt x="1281" y="1906"/>
                      <a:pt x="1278" y="1905"/>
                      <a:pt x="1277" y="1905"/>
                    </a:cubicBezTo>
                    <a:cubicBezTo>
                      <a:pt x="1276" y="1905"/>
                      <a:pt x="1275" y="1905"/>
                      <a:pt x="1274" y="1904"/>
                    </a:cubicBezTo>
                    <a:cubicBezTo>
                      <a:pt x="1274" y="1903"/>
                      <a:pt x="1275" y="1902"/>
                      <a:pt x="1276" y="1902"/>
                    </a:cubicBezTo>
                    <a:cubicBezTo>
                      <a:pt x="1278" y="1902"/>
                      <a:pt x="1280" y="1903"/>
                      <a:pt x="1281" y="1904"/>
                    </a:cubicBezTo>
                    <a:cubicBezTo>
                      <a:pt x="1284" y="1906"/>
                      <a:pt x="1287" y="1906"/>
                      <a:pt x="1288" y="1903"/>
                    </a:cubicBezTo>
                    <a:cubicBezTo>
                      <a:pt x="1290" y="1900"/>
                      <a:pt x="1292" y="1898"/>
                      <a:pt x="1294" y="1896"/>
                    </a:cubicBezTo>
                    <a:cubicBezTo>
                      <a:pt x="1295" y="1895"/>
                      <a:pt x="1297" y="1893"/>
                      <a:pt x="1298" y="1892"/>
                    </a:cubicBezTo>
                    <a:cubicBezTo>
                      <a:pt x="1300" y="1890"/>
                      <a:pt x="1301" y="1887"/>
                      <a:pt x="1302" y="1885"/>
                    </a:cubicBezTo>
                    <a:cubicBezTo>
                      <a:pt x="1303" y="1883"/>
                      <a:pt x="1304" y="1880"/>
                      <a:pt x="1305" y="1877"/>
                    </a:cubicBezTo>
                    <a:cubicBezTo>
                      <a:pt x="1305" y="1875"/>
                      <a:pt x="1306" y="1873"/>
                      <a:pt x="1306" y="1871"/>
                    </a:cubicBezTo>
                    <a:cubicBezTo>
                      <a:pt x="1304" y="1870"/>
                      <a:pt x="1302" y="1870"/>
                      <a:pt x="1300" y="1870"/>
                    </a:cubicBezTo>
                    <a:cubicBezTo>
                      <a:pt x="1299" y="1870"/>
                      <a:pt x="1298" y="1870"/>
                      <a:pt x="1297" y="1868"/>
                    </a:cubicBezTo>
                    <a:cubicBezTo>
                      <a:pt x="1297" y="1867"/>
                      <a:pt x="1297" y="1867"/>
                      <a:pt x="1295" y="1867"/>
                    </a:cubicBezTo>
                    <a:cubicBezTo>
                      <a:pt x="1293" y="1866"/>
                      <a:pt x="1292" y="1868"/>
                      <a:pt x="1290" y="1868"/>
                    </a:cubicBezTo>
                    <a:cubicBezTo>
                      <a:pt x="1287" y="1869"/>
                      <a:pt x="1287" y="1867"/>
                      <a:pt x="1285" y="1866"/>
                    </a:cubicBezTo>
                    <a:cubicBezTo>
                      <a:pt x="1283" y="1865"/>
                      <a:pt x="1280" y="1866"/>
                      <a:pt x="1278" y="1865"/>
                    </a:cubicBezTo>
                    <a:cubicBezTo>
                      <a:pt x="1278" y="1864"/>
                      <a:pt x="1279" y="1862"/>
                      <a:pt x="1281" y="1863"/>
                    </a:cubicBezTo>
                    <a:cubicBezTo>
                      <a:pt x="1282" y="1863"/>
                      <a:pt x="1283" y="1864"/>
                      <a:pt x="1285" y="1865"/>
                    </a:cubicBezTo>
                    <a:cubicBezTo>
                      <a:pt x="1286" y="1865"/>
                      <a:pt x="1288" y="1865"/>
                      <a:pt x="1290" y="1865"/>
                    </a:cubicBezTo>
                    <a:cubicBezTo>
                      <a:pt x="1292" y="1865"/>
                      <a:pt x="1294" y="1866"/>
                      <a:pt x="1296" y="1866"/>
                    </a:cubicBezTo>
                    <a:cubicBezTo>
                      <a:pt x="1296" y="1866"/>
                      <a:pt x="1296" y="1860"/>
                      <a:pt x="1296" y="1860"/>
                    </a:cubicBezTo>
                    <a:cubicBezTo>
                      <a:pt x="1295" y="1858"/>
                      <a:pt x="1295" y="1856"/>
                      <a:pt x="1294" y="1854"/>
                    </a:cubicBezTo>
                    <a:cubicBezTo>
                      <a:pt x="1293" y="1852"/>
                      <a:pt x="1293" y="1850"/>
                      <a:pt x="1291" y="1848"/>
                    </a:cubicBezTo>
                    <a:cubicBezTo>
                      <a:pt x="1290" y="1846"/>
                      <a:pt x="1289" y="1845"/>
                      <a:pt x="1287" y="1844"/>
                    </a:cubicBezTo>
                    <a:cubicBezTo>
                      <a:pt x="1285" y="1844"/>
                      <a:pt x="1283" y="1842"/>
                      <a:pt x="1282" y="1841"/>
                    </a:cubicBezTo>
                    <a:cubicBezTo>
                      <a:pt x="1280" y="1841"/>
                      <a:pt x="1279" y="1840"/>
                      <a:pt x="1278" y="1841"/>
                    </a:cubicBezTo>
                    <a:cubicBezTo>
                      <a:pt x="1277" y="1841"/>
                      <a:pt x="1276" y="1841"/>
                      <a:pt x="1275" y="1842"/>
                    </a:cubicBezTo>
                    <a:cubicBezTo>
                      <a:pt x="1275" y="1842"/>
                      <a:pt x="1274" y="1843"/>
                      <a:pt x="1273" y="1843"/>
                    </a:cubicBezTo>
                    <a:cubicBezTo>
                      <a:pt x="1273" y="1840"/>
                      <a:pt x="1279" y="1839"/>
                      <a:pt x="1276" y="1836"/>
                    </a:cubicBezTo>
                    <a:cubicBezTo>
                      <a:pt x="1274" y="1834"/>
                      <a:pt x="1273" y="1834"/>
                      <a:pt x="1272" y="1832"/>
                    </a:cubicBezTo>
                    <a:cubicBezTo>
                      <a:pt x="1272" y="1830"/>
                      <a:pt x="1271" y="1828"/>
                      <a:pt x="1270" y="1826"/>
                    </a:cubicBezTo>
                    <a:cubicBezTo>
                      <a:pt x="1269" y="1824"/>
                      <a:pt x="1267" y="1822"/>
                      <a:pt x="1266" y="1821"/>
                    </a:cubicBezTo>
                    <a:cubicBezTo>
                      <a:pt x="1266" y="1820"/>
                      <a:pt x="1265" y="1820"/>
                      <a:pt x="1264" y="1820"/>
                    </a:cubicBezTo>
                    <a:cubicBezTo>
                      <a:pt x="1264" y="1819"/>
                      <a:pt x="1263" y="1818"/>
                      <a:pt x="1262" y="1818"/>
                    </a:cubicBezTo>
                    <a:cubicBezTo>
                      <a:pt x="1261" y="1818"/>
                      <a:pt x="1260" y="1817"/>
                      <a:pt x="1260" y="1817"/>
                    </a:cubicBezTo>
                    <a:cubicBezTo>
                      <a:pt x="1258" y="1817"/>
                      <a:pt x="1257" y="1815"/>
                      <a:pt x="1255" y="1815"/>
                    </a:cubicBezTo>
                    <a:cubicBezTo>
                      <a:pt x="1253" y="1814"/>
                      <a:pt x="1252" y="1813"/>
                      <a:pt x="1251" y="1813"/>
                    </a:cubicBezTo>
                    <a:cubicBezTo>
                      <a:pt x="1250" y="1813"/>
                      <a:pt x="1247" y="1812"/>
                      <a:pt x="1247" y="1811"/>
                    </a:cubicBezTo>
                    <a:cubicBezTo>
                      <a:pt x="1247" y="1809"/>
                      <a:pt x="1250" y="1811"/>
                      <a:pt x="1251" y="1811"/>
                    </a:cubicBezTo>
                    <a:cubicBezTo>
                      <a:pt x="1252" y="1812"/>
                      <a:pt x="1254" y="1812"/>
                      <a:pt x="1255" y="1813"/>
                    </a:cubicBezTo>
                    <a:cubicBezTo>
                      <a:pt x="1257" y="1813"/>
                      <a:pt x="1259" y="1814"/>
                      <a:pt x="1260" y="1815"/>
                    </a:cubicBezTo>
                    <a:cubicBezTo>
                      <a:pt x="1262" y="1816"/>
                      <a:pt x="1264" y="1817"/>
                      <a:pt x="1265" y="1819"/>
                    </a:cubicBezTo>
                    <a:cubicBezTo>
                      <a:pt x="1266" y="1820"/>
                      <a:pt x="1267" y="1821"/>
                      <a:pt x="1269" y="1821"/>
                    </a:cubicBezTo>
                    <a:cubicBezTo>
                      <a:pt x="1270" y="1822"/>
                      <a:pt x="1271" y="1822"/>
                      <a:pt x="1271" y="1823"/>
                    </a:cubicBezTo>
                    <a:cubicBezTo>
                      <a:pt x="1273" y="1826"/>
                      <a:pt x="1273" y="1829"/>
                      <a:pt x="1274" y="1832"/>
                    </a:cubicBezTo>
                    <a:cubicBezTo>
                      <a:pt x="1275" y="1833"/>
                      <a:pt x="1276" y="1835"/>
                      <a:pt x="1277" y="1836"/>
                    </a:cubicBezTo>
                    <a:cubicBezTo>
                      <a:pt x="1280" y="1838"/>
                      <a:pt x="1285" y="1841"/>
                      <a:pt x="1289" y="1841"/>
                    </a:cubicBezTo>
                    <a:cubicBezTo>
                      <a:pt x="1292" y="1840"/>
                      <a:pt x="1294" y="1839"/>
                      <a:pt x="1296" y="1837"/>
                    </a:cubicBezTo>
                    <a:cubicBezTo>
                      <a:pt x="1297" y="1836"/>
                      <a:pt x="1299" y="1834"/>
                      <a:pt x="1300" y="1833"/>
                    </a:cubicBezTo>
                    <a:cubicBezTo>
                      <a:pt x="1302" y="1832"/>
                      <a:pt x="1304" y="1831"/>
                      <a:pt x="1305" y="1829"/>
                    </a:cubicBezTo>
                    <a:cubicBezTo>
                      <a:pt x="1306" y="1827"/>
                      <a:pt x="1304" y="1826"/>
                      <a:pt x="1302" y="1825"/>
                    </a:cubicBezTo>
                    <a:cubicBezTo>
                      <a:pt x="1300" y="1824"/>
                      <a:pt x="1298" y="1825"/>
                      <a:pt x="1295" y="1825"/>
                    </a:cubicBezTo>
                    <a:cubicBezTo>
                      <a:pt x="1293" y="1824"/>
                      <a:pt x="1292" y="1823"/>
                      <a:pt x="1291" y="1820"/>
                    </a:cubicBezTo>
                    <a:cubicBezTo>
                      <a:pt x="1289" y="1816"/>
                      <a:pt x="1290" y="1812"/>
                      <a:pt x="1288" y="1808"/>
                    </a:cubicBezTo>
                    <a:cubicBezTo>
                      <a:pt x="1286" y="1806"/>
                      <a:pt x="1285" y="1804"/>
                      <a:pt x="1283" y="1803"/>
                    </a:cubicBezTo>
                    <a:cubicBezTo>
                      <a:pt x="1282" y="1803"/>
                      <a:pt x="1281" y="1802"/>
                      <a:pt x="1280" y="1802"/>
                    </a:cubicBezTo>
                    <a:cubicBezTo>
                      <a:pt x="1279" y="1801"/>
                      <a:pt x="1278" y="1801"/>
                      <a:pt x="1276" y="1800"/>
                    </a:cubicBezTo>
                    <a:cubicBezTo>
                      <a:pt x="1276" y="1800"/>
                      <a:pt x="1275" y="1800"/>
                      <a:pt x="1274" y="1799"/>
                    </a:cubicBezTo>
                    <a:cubicBezTo>
                      <a:pt x="1273" y="1799"/>
                      <a:pt x="1272" y="1799"/>
                      <a:pt x="1273" y="1799"/>
                    </a:cubicBezTo>
                    <a:cubicBezTo>
                      <a:pt x="1274" y="1798"/>
                      <a:pt x="1276" y="1799"/>
                      <a:pt x="1277" y="1799"/>
                    </a:cubicBezTo>
                    <a:cubicBezTo>
                      <a:pt x="1279" y="1799"/>
                      <a:pt x="1281" y="1798"/>
                      <a:pt x="1282" y="1800"/>
                    </a:cubicBezTo>
                    <a:cubicBezTo>
                      <a:pt x="1283" y="1801"/>
                      <a:pt x="1284" y="1803"/>
                      <a:pt x="1285" y="1803"/>
                    </a:cubicBezTo>
                    <a:cubicBezTo>
                      <a:pt x="1286" y="1803"/>
                      <a:pt x="1285" y="1801"/>
                      <a:pt x="1285" y="1800"/>
                    </a:cubicBezTo>
                    <a:cubicBezTo>
                      <a:pt x="1284" y="1800"/>
                      <a:pt x="1284" y="1799"/>
                      <a:pt x="1284" y="1798"/>
                    </a:cubicBezTo>
                    <a:cubicBezTo>
                      <a:pt x="1284" y="1798"/>
                      <a:pt x="1284" y="1795"/>
                      <a:pt x="1285" y="1795"/>
                    </a:cubicBezTo>
                    <a:cubicBezTo>
                      <a:pt x="1286" y="1796"/>
                      <a:pt x="1286" y="1797"/>
                      <a:pt x="1286" y="1797"/>
                    </a:cubicBezTo>
                    <a:cubicBezTo>
                      <a:pt x="1286" y="1798"/>
                      <a:pt x="1286" y="1798"/>
                      <a:pt x="1286" y="1799"/>
                    </a:cubicBezTo>
                    <a:cubicBezTo>
                      <a:pt x="1287" y="1800"/>
                      <a:pt x="1287" y="1801"/>
                      <a:pt x="1287" y="1802"/>
                    </a:cubicBezTo>
                    <a:cubicBezTo>
                      <a:pt x="1288" y="1803"/>
                      <a:pt x="1287" y="1804"/>
                      <a:pt x="1287" y="1804"/>
                    </a:cubicBezTo>
                    <a:cubicBezTo>
                      <a:pt x="1288" y="1806"/>
                      <a:pt x="1291" y="1805"/>
                      <a:pt x="1291" y="1804"/>
                    </a:cubicBezTo>
                    <a:cubicBezTo>
                      <a:pt x="1293" y="1803"/>
                      <a:pt x="1294" y="1802"/>
                      <a:pt x="1296" y="1802"/>
                    </a:cubicBezTo>
                    <a:cubicBezTo>
                      <a:pt x="1298" y="1801"/>
                      <a:pt x="1300" y="1801"/>
                      <a:pt x="1301" y="1800"/>
                    </a:cubicBezTo>
                    <a:cubicBezTo>
                      <a:pt x="1302" y="1800"/>
                      <a:pt x="1303" y="1800"/>
                      <a:pt x="1304" y="1800"/>
                    </a:cubicBezTo>
                    <a:cubicBezTo>
                      <a:pt x="1305" y="1801"/>
                      <a:pt x="1303" y="1801"/>
                      <a:pt x="1303" y="1801"/>
                    </a:cubicBezTo>
                    <a:cubicBezTo>
                      <a:pt x="1302" y="1802"/>
                      <a:pt x="1301" y="1802"/>
                      <a:pt x="1300" y="1802"/>
                    </a:cubicBezTo>
                    <a:cubicBezTo>
                      <a:pt x="1299" y="1803"/>
                      <a:pt x="1298" y="1803"/>
                      <a:pt x="1297" y="1803"/>
                    </a:cubicBezTo>
                    <a:cubicBezTo>
                      <a:pt x="1296" y="1803"/>
                      <a:pt x="1294" y="1804"/>
                      <a:pt x="1293" y="1805"/>
                    </a:cubicBezTo>
                    <a:cubicBezTo>
                      <a:pt x="1291" y="1806"/>
                      <a:pt x="1290" y="1807"/>
                      <a:pt x="1290" y="1810"/>
                    </a:cubicBezTo>
                    <a:cubicBezTo>
                      <a:pt x="1290" y="1812"/>
                      <a:pt x="1291" y="1814"/>
                      <a:pt x="1291" y="1816"/>
                    </a:cubicBezTo>
                    <a:cubicBezTo>
                      <a:pt x="1293" y="1820"/>
                      <a:pt x="1295" y="1823"/>
                      <a:pt x="1299" y="1824"/>
                    </a:cubicBezTo>
                    <a:cubicBezTo>
                      <a:pt x="1301" y="1824"/>
                      <a:pt x="1303" y="1824"/>
                      <a:pt x="1305" y="1825"/>
                    </a:cubicBezTo>
                    <a:cubicBezTo>
                      <a:pt x="1307" y="1826"/>
                      <a:pt x="1307" y="1828"/>
                      <a:pt x="1308" y="1829"/>
                    </a:cubicBezTo>
                    <a:cubicBezTo>
                      <a:pt x="1309" y="1831"/>
                      <a:pt x="1311" y="1833"/>
                      <a:pt x="1313" y="1833"/>
                    </a:cubicBezTo>
                    <a:cubicBezTo>
                      <a:pt x="1315" y="1833"/>
                      <a:pt x="1316" y="1830"/>
                      <a:pt x="1316" y="1828"/>
                    </a:cubicBezTo>
                    <a:cubicBezTo>
                      <a:pt x="1315" y="1827"/>
                      <a:pt x="1316" y="1826"/>
                      <a:pt x="1316" y="1825"/>
                    </a:cubicBezTo>
                    <a:cubicBezTo>
                      <a:pt x="1316" y="1823"/>
                      <a:pt x="1316" y="1822"/>
                      <a:pt x="1316" y="1820"/>
                    </a:cubicBezTo>
                    <a:cubicBezTo>
                      <a:pt x="1317" y="1818"/>
                      <a:pt x="1317" y="1816"/>
                      <a:pt x="1316" y="1814"/>
                    </a:cubicBezTo>
                    <a:close/>
                    <a:moveTo>
                      <a:pt x="857" y="511"/>
                    </a:moveTo>
                    <a:cubicBezTo>
                      <a:pt x="857" y="511"/>
                      <a:pt x="858" y="511"/>
                      <a:pt x="859" y="511"/>
                    </a:cubicBezTo>
                    <a:cubicBezTo>
                      <a:pt x="860" y="511"/>
                      <a:pt x="861" y="511"/>
                      <a:pt x="861" y="510"/>
                    </a:cubicBezTo>
                    <a:cubicBezTo>
                      <a:pt x="862" y="510"/>
                      <a:pt x="862" y="510"/>
                      <a:pt x="862" y="509"/>
                    </a:cubicBezTo>
                    <a:cubicBezTo>
                      <a:pt x="863" y="509"/>
                      <a:pt x="865" y="509"/>
                      <a:pt x="865" y="511"/>
                    </a:cubicBezTo>
                    <a:cubicBezTo>
                      <a:pt x="865" y="511"/>
                      <a:pt x="865" y="511"/>
                      <a:pt x="865" y="511"/>
                    </a:cubicBezTo>
                    <a:cubicBezTo>
                      <a:pt x="865" y="512"/>
                      <a:pt x="864" y="512"/>
                      <a:pt x="864" y="512"/>
                    </a:cubicBezTo>
                    <a:cubicBezTo>
                      <a:pt x="864" y="513"/>
                      <a:pt x="864" y="513"/>
                      <a:pt x="864" y="513"/>
                    </a:cubicBezTo>
                    <a:cubicBezTo>
                      <a:pt x="864" y="513"/>
                      <a:pt x="864" y="513"/>
                      <a:pt x="863" y="513"/>
                    </a:cubicBezTo>
                    <a:cubicBezTo>
                      <a:pt x="862" y="513"/>
                      <a:pt x="860" y="513"/>
                      <a:pt x="859" y="513"/>
                    </a:cubicBezTo>
                    <a:cubicBezTo>
                      <a:pt x="858" y="513"/>
                      <a:pt x="855" y="511"/>
                      <a:pt x="857" y="511"/>
                    </a:cubicBezTo>
                    <a:close/>
                    <a:moveTo>
                      <a:pt x="842" y="559"/>
                    </a:moveTo>
                    <a:cubicBezTo>
                      <a:pt x="842" y="559"/>
                      <a:pt x="842" y="559"/>
                      <a:pt x="842" y="559"/>
                    </a:cubicBezTo>
                    <a:cubicBezTo>
                      <a:pt x="842" y="559"/>
                      <a:pt x="843" y="561"/>
                      <a:pt x="843" y="561"/>
                    </a:cubicBezTo>
                    <a:cubicBezTo>
                      <a:pt x="844" y="563"/>
                      <a:pt x="842" y="571"/>
                      <a:pt x="839" y="566"/>
                    </a:cubicBezTo>
                    <a:cubicBezTo>
                      <a:pt x="837" y="563"/>
                      <a:pt x="837" y="558"/>
                      <a:pt x="842" y="559"/>
                    </a:cubicBezTo>
                    <a:close/>
                    <a:moveTo>
                      <a:pt x="774" y="694"/>
                    </a:moveTo>
                    <a:cubicBezTo>
                      <a:pt x="775" y="693"/>
                      <a:pt x="776" y="693"/>
                      <a:pt x="776" y="692"/>
                    </a:cubicBezTo>
                    <a:cubicBezTo>
                      <a:pt x="775" y="690"/>
                      <a:pt x="775" y="690"/>
                      <a:pt x="776" y="689"/>
                    </a:cubicBezTo>
                    <a:cubicBezTo>
                      <a:pt x="777" y="688"/>
                      <a:pt x="778" y="687"/>
                      <a:pt x="779" y="687"/>
                    </a:cubicBezTo>
                    <a:cubicBezTo>
                      <a:pt x="783" y="688"/>
                      <a:pt x="781" y="691"/>
                      <a:pt x="783" y="693"/>
                    </a:cubicBezTo>
                    <a:cubicBezTo>
                      <a:pt x="784" y="694"/>
                      <a:pt x="787" y="697"/>
                      <a:pt x="785" y="699"/>
                    </a:cubicBezTo>
                    <a:cubicBezTo>
                      <a:pt x="784" y="701"/>
                      <a:pt x="781" y="699"/>
                      <a:pt x="779" y="699"/>
                    </a:cubicBezTo>
                    <a:cubicBezTo>
                      <a:pt x="777" y="699"/>
                      <a:pt x="775" y="699"/>
                      <a:pt x="774" y="697"/>
                    </a:cubicBezTo>
                    <a:cubicBezTo>
                      <a:pt x="774" y="696"/>
                      <a:pt x="774" y="695"/>
                      <a:pt x="774" y="694"/>
                    </a:cubicBezTo>
                    <a:close/>
                    <a:moveTo>
                      <a:pt x="971" y="130"/>
                    </a:moveTo>
                    <a:cubicBezTo>
                      <a:pt x="971" y="129"/>
                      <a:pt x="972" y="129"/>
                      <a:pt x="972" y="129"/>
                    </a:cubicBezTo>
                    <a:cubicBezTo>
                      <a:pt x="974" y="129"/>
                      <a:pt x="974" y="131"/>
                      <a:pt x="974" y="132"/>
                    </a:cubicBezTo>
                    <a:cubicBezTo>
                      <a:pt x="973" y="132"/>
                      <a:pt x="972" y="133"/>
                      <a:pt x="970" y="132"/>
                    </a:cubicBezTo>
                    <a:cubicBezTo>
                      <a:pt x="971" y="131"/>
                      <a:pt x="970" y="131"/>
                      <a:pt x="971" y="130"/>
                    </a:cubicBezTo>
                    <a:close/>
                    <a:moveTo>
                      <a:pt x="966" y="72"/>
                    </a:moveTo>
                    <a:cubicBezTo>
                      <a:pt x="968" y="71"/>
                      <a:pt x="968" y="72"/>
                      <a:pt x="969" y="73"/>
                    </a:cubicBezTo>
                    <a:cubicBezTo>
                      <a:pt x="969" y="74"/>
                      <a:pt x="969" y="75"/>
                      <a:pt x="969" y="76"/>
                    </a:cubicBezTo>
                    <a:cubicBezTo>
                      <a:pt x="968" y="77"/>
                      <a:pt x="966" y="75"/>
                      <a:pt x="965" y="75"/>
                    </a:cubicBezTo>
                    <a:cubicBezTo>
                      <a:pt x="965" y="74"/>
                      <a:pt x="965" y="72"/>
                      <a:pt x="966" y="72"/>
                    </a:cubicBezTo>
                    <a:close/>
                    <a:moveTo>
                      <a:pt x="962" y="134"/>
                    </a:moveTo>
                    <a:cubicBezTo>
                      <a:pt x="964" y="132"/>
                      <a:pt x="965" y="133"/>
                      <a:pt x="965" y="135"/>
                    </a:cubicBezTo>
                    <a:cubicBezTo>
                      <a:pt x="965" y="137"/>
                      <a:pt x="964" y="137"/>
                      <a:pt x="962" y="136"/>
                    </a:cubicBezTo>
                    <a:cubicBezTo>
                      <a:pt x="962" y="136"/>
                      <a:pt x="962" y="135"/>
                      <a:pt x="962" y="134"/>
                    </a:cubicBezTo>
                    <a:close/>
                    <a:moveTo>
                      <a:pt x="945" y="90"/>
                    </a:moveTo>
                    <a:cubicBezTo>
                      <a:pt x="946" y="88"/>
                      <a:pt x="947" y="90"/>
                      <a:pt x="948" y="91"/>
                    </a:cubicBezTo>
                    <a:cubicBezTo>
                      <a:pt x="948" y="92"/>
                      <a:pt x="948" y="94"/>
                      <a:pt x="949" y="95"/>
                    </a:cubicBezTo>
                    <a:cubicBezTo>
                      <a:pt x="949" y="97"/>
                      <a:pt x="952" y="99"/>
                      <a:pt x="954" y="100"/>
                    </a:cubicBezTo>
                    <a:cubicBezTo>
                      <a:pt x="955" y="101"/>
                      <a:pt x="957" y="102"/>
                      <a:pt x="956" y="103"/>
                    </a:cubicBezTo>
                    <a:cubicBezTo>
                      <a:pt x="955" y="106"/>
                      <a:pt x="952" y="104"/>
                      <a:pt x="951" y="103"/>
                    </a:cubicBezTo>
                    <a:cubicBezTo>
                      <a:pt x="949" y="101"/>
                      <a:pt x="948" y="99"/>
                      <a:pt x="947" y="96"/>
                    </a:cubicBezTo>
                    <a:cubicBezTo>
                      <a:pt x="946" y="95"/>
                      <a:pt x="944" y="91"/>
                      <a:pt x="945" y="90"/>
                    </a:cubicBezTo>
                    <a:close/>
                    <a:moveTo>
                      <a:pt x="925" y="123"/>
                    </a:moveTo>
                    <a:cubicBezTo>
                      <a:pt x="926" y="123"/>
                      <a:pt x="926" y="123"/>
                      <a:pt x="926" y="124"/>
                    </a:cubicBezTo>
                    <a:cubicBezTo>
                      <a:pt x="927" y="127"/>
                      <a:pt x="930" y="127"/>
                      <a:pt x="931" y="129"/>
                    </a:cubicBezTo>
                    <a:cubicBezTo>
                      <a:pt x="933" y="130"/>
                      <a:pt x="933" y="133"/>
                      <a:pt x="931" y="133"/>
                    </a:cubicBezTo>
                    <a:cubicBezTo>
                      <a:pt x="929" y="134"/>
                      <a:pt x="928" y="132"/>
                      <a:pt x="927" y="130"/>
                    </a:cubicBezTo>
                    <a:cubicBezTo>
                      <a:pt x="927" y="129"/>
                      <a:pt x="926" y="128"/>
                      <a:pt x="925" y="127"/>
                    </a:cubicBezTo>
                    <a:cubicBezTo>
                      <a:pt x="925" y="126"/>
                      <a:pt x="924" y="125"/>
                      <a:pt x="923" y="124"/>
                    </a:cubicBezTo>
                    <a:cubicBezTo>
                      <a:pt x="923" y="123"/>
                      <a:pt x="924" y="122"/>
                      <a:pt x="925" y="123"/>
                    </a:cubicBezTo>
                    <a:close/>
                    <a:moveTo>
                      <a:pt x="918" y="79"/>
                    </a:moveTo>
                    <a:cubicBezTo>
                      <a:pt x="918" y="81"/>
                      <a:pt x="920" y="80"/>
                      <a:pt x="921" y="83"/>
                    </a:cubicBezTo>
                    <a:cubicBezTo>
                      <a:pt x="921" y="84"/>
                      <a:pt x="922" y="87"/>
                      <a:pt x="922" y="88"/>
                    </a:cubicBezTo>
                    <a:cubicBezTo>
                      <a:pt x="921" y="90"/>
                      <a:pt x="920" y="91"/>
                      <a:pt x="919" y="90"/>
                    </a:cubicBezTo>
                    <a:cubicBezTo>
                      <a:pt x="918" y="88"/>
                      <a:pt x="918" y="87"/>
                      <a:pt x="917" y="85"/>
                    </a:cubicBezTo>
                    <a:cubicBezTo>
                      <a:pt x="917" y="83"/>
                      <a:pt x="917" y="83"/>
                      <a:pt x="915" y="82"/>
                    </a:cubicBezTo>
                    <a:cubicBezTo>
                      <a:pt x="913" y="79"/>
                      <a:pt x="916" y="75"/>
                      <a:pt x="918" y="79"/>
                    </a:cubicBezTo>
                    <a:close/>
                    <a:moveTo>
                      <a:pt x="912" y="131"/>
                    </a:moveTo>
                    <a:cubicBezTo>
                      <a:pt x="912" y="131"/>
                      <a:pt x="912" y="131"/>
                      <a:pt x="911" y="131"/>
                    </a:cubicBezTo>
                    <a:cubicBezTo>
                      <a:pt x="911" y="131"/>
                      <a:pt x="910" y="132"/>
                      <a:pt x="910" y="132"/>
                    </a:cubicBezTo>
                    <a:cubicBezTo>
                      <a:pt x="910" y="132"/>
                      <a:pt x="909" y="129"/>
                      <a:pt x="909" y="129"/>
                    </a:cubicBezTo>
                    <a:cubicBezTo>
                      <a:pt x="910" y="127"/>
                      <a:pt x="912" y="129"/>
                      <a:pt x="913" y="129"/>
                    </a:cubicBezTo>
                    <a:cubicBezTo>
                      <a:pt x="914" y="129"/>
                      <a:pt x="913" y="131"/>
                      <a:pt x="912" y="131"/>
                    </a:cubicBezTo>
                    <a:close/>
                    <a:moveTo>
                      <a:pt x="908" y="116"/>
                    </a:moveTo>
                    <a:cubicBezTo>
                      <a:pt x="909" y="115"/>
                      <a:pt x="910" y="115"/>
                      <a:pt x="910" y="114"/>
                    </a:cubicBezTo>
                    <a:cubicBezTo>
                      <a:pt x="911" y="114"/>
                      <a:pt x="912" y="114"/>
                      <a:pt x="913" y="114"/>
                    </a:cubicBezTo>
                    <a:cubicBezTo>
                      <a:pt x="914" y="115"/>
                      <a:pt x="914" y="117"/>
                      <a:pt x="913" y="118"/>
                    </a:cubicBezTo>
                    <a:cubicBezTo>
                      <a:pt x="913" y="119"/>
                      <a:pt x="911" y="119"/>
                      <a:pt x="911" y="119"/>
                    </a:cubicBezTo>
                    <a:cubicBezTo>
                      <a:pt x="910" y="119"/>
                      <a:pt x="909" y="118"/>
                      <a:pt x="909" y="118"/>
                    </a:cubicBezTo>
                    <a:cubicBezTo>
                      <a:pt x="909" y="117"/>
                      <a:pt x="908" y="116"/>
                      <a:pt x="908" y="116"/>
                    </a:cubicBezTo>
                    <a:close/>
                    <a:moveTo>
                      <a:pt x="899" y="97"/>
                    </a:moveTo>
                    <a:cubicBezTo>
                      <a:pt x="900" y="95"/>
                      <a:pt x="903" y="96"/>
                      <a:pt x="904" y="96"/>
                    </a:cubicBezTo>
                    <a:cubicBezTo>
                      <a:pt x="904" y="96"/>
                      <a:pt x="904" y="98"/>
                      <a:pt x="904" y="99"/>
                    </a:cubicBezTo>
                    <a:cubicBezTo>
                      <a:pt x="904" y="99"/>
                      <a:pt x="904" y="100"/>
                      <a:pt x="903" y="100"/>
                    </a:cubicBezTo>
                    <a:cubicBezTo>
                      <a:pt x="901" y="101"/>
                      <a:pt x="900" y="101"/>
                      <a:pt x="899" y="99"/>
                    </a:cubicBezTo>
                    <a:cubicBezTo>
                      <a:pt x="899" y="99"/>
                      <a:pt x="899" y="97"/>
                      <a:pt x="899" y="97"/>
                    </a:cubicBezTo>
                    <a:close/>
                    <a:moveTo>
                      <a:pt x="853" y="122"/>
                    </a:moveTo>
                    <a:cubicBezTo>
                      <a:pt x="854" y="121"/>
                      <a:pt x="856" y="121"/>
                      <a:pt x="856" y="123"/>
                    </a:cubicBezTo>
                    <a:cubicBezTo>
                      <a:pt x="856" y="123"/>
                      <a:pt x="856" y="123"/>
                      <a:pt x="856" y="124"/>
                    </a:cubicBezTo>
                    <a:cubicBezTo>
                      <a:pt x="856" y="125"/>
                      <a:pt x="856" y="125"/>
                      <a:pt x="856" y="125"/>
                    </a:cubicBezTo>
                    <a:cubicBezTo>
                      <a:pt x="857" y="128"/>
                      <a:pt x="852" y="128"/>
                      <a:pt x="852" y="126"/>
                    </a:cubicBezTo>
                    <a:cubicBezTo>
                      <a:pt x="852" y="125"/>
                      <a:pt x="853" y="123"/>
                      <a:pt x="853" y="122"/>
                    </a:cubicBezTo>
                    <a:close/>
                    <a:moveTo>
                      <a:pt x="847" y="110"/>
                    </a:moveTo>
                    <a:cubicBezTo>
                      <a:pt x="848" y="112"/>
                      <a:pt x="844" y="115"/>
                      <a:pt x="842" y="112"/>
                    </a:cubicBezTo>
                    <a:cubicBezTo>
                      <a:pt x="841" y="111"/>
                      <a:pt x="841" y="109"/>
                      <a:pt x="843" y="108"/>
                    </a:cubicBezTo>
                    <a:cubicBezTo>
                      <a:pt x="845" y="107"/>
                      <a:pt x="847" y="108"/>
                      <a:pt x="847" y="110"/>
                    </a:cubicBezTo>
                    <a:close/>
                    <a:moveTo>
                      <a:pt x="840" y="62"/>
                    </a:moveTo>
                    <a:cubicBezTo>
                      <a:pt x="840" y="62"/>
                      <a:pt x="841" y="61"/>
                      <a:pt x="842" y="61"/>
                    </a:cubicBezTo>
                    <a:cubicBezTo>
                      <a:pt x="844" y="60"/>
                      <a:pt x="844" y="62"/>
                      <a:pt x="845" y="64"/>
                    </a:cubicBezTo>
                    <a:cubicBezTo>
                      <a:pt x="846" y="65"/>
                      <a:pt x="842" y="66"/>
                      <a:pt x="842" y="65"/>
                    </a:cubicBezTo>
                    <a:cubicBezTo>
                      <a:pt x="840" y="65"/>
                      <a:pt x="839" y="64"/>
                      <a:pt x="840" y="62"/>
                    </a:cubicBezTo>
                    <a:close/>
                    <a:moveTo>
                      <a:pt x="831" y="193"/>
                    </a:moveTo>
                    <a:cubicBezTo>
                      <a:pt x="831" y="191"/>
                      <a:pt x="829" y="189"/>
                      <a:pt x="829" y="188"/>
                    </a:cubicBezTo>
                    <a:cubicBezTo>
                      <a:pt x="829" y="186"/>
                      <a:pt x="831" y="184"/>
                      <a:pt x="833" y="185"/>
                    </a:cubicBezTo>
                    <a:cubicBezTo>
                      <a:pt x="834" y="186"/>
                      <a:pt x="834" y="188"/>
                      <a:pt x="835" y="189"/>
                    </a:cubicBezTo>
                    <a:cubicBezTo>
                      <a:pt x="835" y="189"/>
                      <a:pt x="837" y="190"/>
                      <a:pt x="837" y="190"/>
                    </a:cubicBezTo>
                    <a:cubicBezTo>
                      <a:pt x="838" y="194"/>
                      <a:pt x="833" y="197"/>
                      <a:pt x="831" y="193"/>
                    </a:cubicBezTo>
                    <a:close/>
                    <a:moveTo>
                      <a:pt x="825" y="114"/>
                    </a:moveTo>
                    <a:cubicBezTo>
                      <a:pt x="826" y="113"/>
                      <a:pt x="828" y="113"/>
                      <a:pt x="828" y="115"/>
                    </a:cubicBezTo>
                    <a:cubicBezTo>
                      <a:pt x="829" y="116"/>
                      <a:pt x="828" y="118"/>
                      <a:pt x="830" y="119"/>
                    </a:cubicBezTo>
                    <a:cubicBezTo>
                      <a:pt x="832" y="119"/>
                      <a:pt x="832" y="119"/>
                      <a:pt x="833" y="120"/>
                    </a:cubicBezTo>
                    <a:cubicBezTo>
                      <a:pt x="834" y="122"/>
                      <a:pt x="835" y="122"/>
                      <a:pt x="836" y="123"/>
                    </a:cubicBezTo>
                    <a:cubicBezTo>
                      <a:pt x="838" y="124"/>
                      <a:pt x="837" y="125"/>
                      <a:pt x="836" y="126"/>
                    </a:cubicBezTo>
                    <a:cubicBezTo>
                      <a:pt x="834" y="128"/>
                      <a:pt x="833" y="127"/>
                      <a:pt x="831" y="126"/>
                    </a:cubicBezTo>
                    <a:cubicBezTo>
                      <a:pt x="829" y="126"/>
                      <a:pt x="827" y="127"/>
                      <a:pt x="825" y="126"/>
                    </a:cubicBezTo>
                    <a:cubicBezTo>
                      <a:pt x="822" y="126"/>
                      <a:pt x="824" y="122"/>
                      <a:pt x="823" y="120"/>
                    </a:cubicBezTo>
                    <a:cubicBezTo>
                      <a:pt x="823" y="118"/>
                      <a:pt x="823" y="116"/>
                      <a:pt x="825" y="114"/>
                    </a:cubicBezTo>
                    <a:close/>
                    <a:moveTo>
                      <a:pt x="817" y="121"/>
                    </a:moveTo>
                    <a:cubicBezTo>
                      <a:pt x="818" y="121"/>
                      <a:pt x="818" y="121"/>
                      <a:pt x="819" y="121"/>
                    </a:cubicBezTo>
                    <a:cubicBezTo>
                      <a:pt x="819" y="122"/>
                      <a:pt x="819" y="123"/>
                      <a:pt x="819" y="124"/>
                    </a:cubicBezTo>
                    <a:cubicBezTo>
                      <a:pt x="819" y="125"/>
                      <a:pt x="818" y="126"/>
                      <a:pt x="817" y="127"/>
                    </a:cubicBezTo>
                    <a:cubicBezTo>
                      <a:pt x="817" y="127"/>
                      <a:pt x="816" y="127"/>
                      <a:pt x="815" y="127"/>
                    </a:cubicBezTo>
                    <a:cubicBezTo>
                      <a:pt x="814" y="126"/>
                      <a:pt x="814" y="126"/>
                      <a:pt x="814" y="125"/>
                    </a:cubicBezTo>
                    <a:cubicBezTo>
                      <a:pt x="814" y="123"/>
                      <a:pt x="816" y="121"/>
                      <a:pt x="817" y="121"/>
                    </a:cubicBezTo>
                    <a:close/>
                    <a:moveTo>
                      <a:pt x="810" y="91"/>
                    </a:moveTo>
                    <a:cubicBezTo>
                      <a:pt x="811" y="90"/>
                      <a:pt x="813" y="90"/>
                      <a:pt x="814" y="91"/>
                    </a:cubicBezTo>
                    <a:cubicBezTo>
                      <a:pt x="815" y="92"/>
                      <a:pt x="812" y="95"/>
                      <a:pt x="811" y="95"/>
                    </a:cubicBezTo>
                    <a:cubicBezTo>
                      <a:pt x="808" y="95"/>
                      <a:pt x="809" y="92"/>
                      <a:pt x="810" y="91"/>
                    </a:cubicBezTo>
                    <a:close/>
                    <a:moveTo>
                      <a:pt x="783" y="203"/>
                    </a:moveTo>
                    <a:cubicBezTo>
                      <a:pt x="782" y="202"/>
                      <a:pt x="782" y="201"/>
                      <a:pt x="782" y="200"/>
                    </a:cubicBezTo>
                    <a:cubicBezTo>
                      <a:pt x="783" y="199"/>
                      <a:pt x="784" y="199"/>
                      <a:pt x="785" y="199"/>
                    </a:cubicBezTo>
                    <a:cubicBezTo>
                      <a:pt x="785" y="200"/>
                      <a:pt x="786" y="202"/>
                      <a:pt x="786" y="203"/>
                    </a:cubicBezTo>
                    <a:cubicBezTo>
                      <a:pt x="787" y="205"/>
                      <a:pt x="784" y="203"/>
                      <a:pt x="783" y="203"/>
                    </a:cubicBezTo>
                    <a:close/>
                    <a:moveTo>
                      <a:pt x="804" y="127"/>
                    </a:moveTo>
                    <a:cubicBezTo>
                      <a:pt x="802" y="129"/>
                      <a:pt x="799" y="129"/>
                      <a:pt x="797" y="131"/>
                    </a:cubicBezTo>
                    <a:cubicBezTo>
                      <a:pt x="796" y="132"/>
                      <a:pt x="794" y="133"/>
                      <a:pt x="792" y="133"/>
                    </a:cubicBezTo>
                    <a:cubicBezTo>
                      <a:pt x="791" y="133"/>
                      <a:pt x="789" y="132"/>
                      <a:pt x="788" y="132"/>
                    </a:cubicBezTo>
                    <a:cubicBezTo>
                      <a:pt x="788" y="132"/>
                      <a:pt x="788" y="132"/>
                      <a:pt x="787" y="132"/>
                    </a:cubicBezTo>
                    <a:cubicBezTo>
                      <a:pt x="786" y="132"/>
                      <a:pt x="784" y="132"/>
                      <a:pt x="783" y="132"/>
                    </a:cubicBezTo>
                    <a:cubicBezTo>
                      <a:pt x="781" y="131"/>
                      <a:pt x="782" y="129"/>
                      <a:pt x="784" y="128"/>
                    </a:cubicBezTo>
                    <a:cubicBezTo>
                      <a:pt x="785" y="128"/>
                      <a:pt x="787" y="128"/>
                      <a:pt x="788" y="128"/>
                    </a:cubicBezTo>
                    <a:cubicBezTo>
                      <a:pt x="790" y="128"/>
                      <a:pt x="792" y="128"/>
                      <a:pt x="793" y="127"/>
                    </a:cubicBezTo>
                    <a:cubicBezTo>
                      <a:pt x="795" y="127"/>
                      <a:pt x="795" y="126"/>
                      <a:pt x="796" y="125"/>
                    </a:cubicBezTo>
                    <a:cubicBezTo>
                      <a:pt x="797" y="124"/>
                      <a:pt x="800" y="123"/>
                      <a:pt x="802" y="124"/>
                    </a:cubicBezTo>
                    <a:cubicBezTo>
                      <a:pt x="804" y="124"/>
                      <a:pt x="805" y="126"/>
                      <a:pt x="804" y="127"/>
                    </a:cubicBezTo>
                    <a:close/>
                    <a:moveTo>
                      <a:pt x="800" y="77"/>
                    </a:moveTo>
                    <a:cubicBezTo>
                      <a:pt x="801" y="74"/>
                      <a:pt x="802" y="73"/>
                      <a:pt x="803" y="72"/>
                    </a:cubicBezTo>
                    <a:cubicBezTo>
                      <a:pt x="804" y="70"/>
                      <a:pt x="806" y="67"/>
                      <a:pt x="808" y="69"/>
                    </a:cubicBezTo>
                    <a:cubicBezTo>
                      <a:pt x="809" y="70"/>
                      <a:pt x="809" y="73"/>
                      <a:pt x="808" y="75"/>
                    </a:cubicBezTo>
                    <a:cubicBezTo>
                      <a:pt x="807" y="76"/>
                      <a:pt x="807" y="76"/>
                      <a:pt x="806" y="77"/>
                    </a:cubicBezTo>
                    <a:cubicBezTo>
                      <a:pt x="806" y="79"/>
                      <a:pt x="807" y="80"/>
                      <a:pt x="807" y="82"/>
                    </a:cubicBezTo>
                    <a:cubicBezTo>
                      <a:pt x="806" y="84"/>
                      <a:pt x="805" y="86"/>
                      <a:pt x="805" y="89"/>
                    </a:cubicBezTo>
                    <a:cubicBezTo>
                      <a:pt x="805" y="92"/>
                      <a:pt x="805" y="94"/>
                      <a:pt x="805" y="97"/>
                    </a:cubicBezTo>
                    <a:cubicBezTo>
                      <a:pt x="805" y="99"/>
                      <a:pt x="803" y="100"/>
                      <a:pt x="801" y="98"/>
                    </a:cubicBezTo>
                    <a:cubicBezTo>
                      <a:pt x="800" y="97"/>
                      <a:pt x="801" y="93"/>
                      <a:pt x="801" y="92"/>
                    </a:cubicBezTo>
                    <a:cubicBezTo>
                      <a:pt x="801" y="89"/>
                      <a:pt x="801" y="87"/>
                      <a:pt x="801" y="84"/>
                    </a:cubicBezTo>
                    <a:cubicBezTo>
                      <a:pt x="800" y="82"/>
                      <a:pt x="800" y="79"/>
                      <a:pt x="800" y="77"/>
                    </a:cubicBezTo>
                    <a:close/>
                    <a:moveTo>
                      <a:pt x="795" y="108"/>
                    </a:moveTo>
                    <a:cubicBezTo>
                      <a:pt x="796" y="108"/>
                      <a:pt x="797" y="106"/>
                      <a:pt x="798" y="106"/>
                    </a:cubicBezTo>
                    <a:cubicBezTo>
                      <a:pt x="799" y="105"/>
                      <a:pt x="801" y="105"/>
                      <a:pt x="803" y="105"/>
                    </a:cubicBezTo>
                    <a:cubicBezTo>
                      <a:pt x="804" y="105"/>
                      <a:pt x="806" y="105"/>
                      <a:pt x="808" y="106"/>
                    </a:cubicBezTo>
                    <a:cubicBezTo>
                      <a:pt x="809" y="106"/>
                      <a:pt x="810" y="108"/>
                      <a:pt x="808" y="109"/>
                    </a:cubicBezTo>
                    <a:cubicBezTo>
                      <a:pt x="807" y="110"/>
                      <a:pt x="805" y="109"/>
                      <a:pt x="803" y="109"/>
                    </a:cubicBezTo>
                    <a:cubicBezTo>
                      <a:pt x="801" y="109"/>
                      <a:pt x="800" y="110"/>
                      <a:pt x="799" y="112"/>
                    </a:cubicBezTo>
                    <a:cubicBezTo>
                      <a:pt x="798" y="114"/>
                      <a:pt x="796" y="115"/>
                      <a:pt x="793" y="114"/>
                    </a:cubicBezTo>
                    <a:cubicBezTo>
                      <a:pt x="792" y="114"/>
                      <a:pt x="787" y="113"/>
                      <a:pt x="787" y="112"/>
                    </a:cubicBezTo>
                    <a:cubicBezTo>
                      <a:pt x="786" y="110"/>
                      <a:pt x="789" y="109"/>
                      <a:pt x="790" y="109"/>
                    </a:cubicBezTo>
                    <a:cubicBezTo>
                      <a:pt x="791" y="109"/>
                      <a:pt x="793" y="109"/>
                      <a:pt x="795" y="108"/>
                    </a:cubicBezTo>
                    <a:close/>
                    <a:moveTo>
                      <a:pt x="784" y="77"/>
                    </a:moveTo>
                    <a:cubicBezTo>
                      <a:pt x="786" y="76"/>
                      <a:pt x="787" y="76"/>
                      <a:pt x="789" y="77"/>
                    </a:cubicBezTo>
                    <a:cubicBezTo>
                      <a:pt x="790" y="78"/>
                      <a:pt x="790" y="80"/>
                      <a:pt x="788" y="81"/>
                    </a:cubicBezTo>
                    <a:cubicBezTo>
                      <a:pt x="787" y="82"/>
                      <a:pt x="785" y="83"/>
                      <a:pt x="784" y="82"/>
                    </a:cubicBezTo>
                    <a:cubicBezTo>
                      <a:pt x="782" y="82"/>
                      <a:pt x="781" y="80"/>
                      <a:pt x="781" y="79"/>
                    </a:cubicBezTo>
                    <a:cubicBezTo>
                      <a:pt x="781" y="77"/>
                      <a:pt x="783" y="77"/>
                      <a:pt x="784" y="77"/>
                    </a:cubicBezTo>
                    <a:close/>
                    <a:moveTo>
                      <a:pt x="477" y="442"/>
                    </a:moveTo>
                    <a:cubicBezTo>
                      <a:pt x="477" y="441"/>
                      <a:pt x="476" y="440"/>
                      <a:pt x="475" y="440"/>
                    </a:cubicBezTo>
                    <a:cubicBezTo>
                      <a:pt x="474" y="439"/>
                      <a:pt x="473" y="440"/>
                      <a:pt x="472" y="439"/>
                    </a:cubicBezTo>
                    <a:cubicBezTo>
                      <a:pt x="470" y="439"/>
                      <a:pt x="470" y="438"/>
                      <a:pt x="471" y="436"/>
                    </a:cubicBezTo>
                    <a:cubicBezTo>
                      <a:pt x="471" y="436"/>
                      <a:pt x="472" y="435"/>
                      <a:pt x="473" y="435"/>
                    </a:cubicBezTo>
                    <a:cubicBezTo>
                      <a:pt x="474" y="435"/>
                      <a:pt x="474" y="434"/>
                      <a:pt x="475" y="434"/>
                    </a:cubicBezTo>
                    <a:cubicBezTo>
                      <a:pt x="477" y="433"/>
                      <a:pt x="478" y="436"/>
                      <a:pt x="478" y="437"/>
                    </a:cubicBezTo>
                    <a:cubicBezTo>
                      <a:pt x="478" y="438"/>
                      <a:pt x="480" y="442"/>
                      <a:pt x="477" y="442"/>
                    </a:cubicBezTo>
                    <a:close/>
                    <a:moveTo>
                      <a:pt x="465" y="491"/>
                    </a:moveTo>
                    <a:cubicBezTo>
                      <a:pt x="465" y="491"/>
                      <a:pt x="463" y="491"/>
                      <a:pt x="462" y="491"/>
                    </a:cubicBezTo>
                    <a:cubicBezTo>
                      <a:pt x="461" y="490"/>
                      <a:pt x="461" y="490"/>
                      <a:pt x="460" y="489"/>
                    </a:cubicBezTo>
                    <a:cubicBezTo>
                      <a:pt x="460" y="487"/>
                      <a:pt x="463" y="487"/>
                      <a:pt x="464" y="487"/>
                    </a:cubicBezTo>
                    <a:cubicBezTo>
                      <a:pt x="466" y="487"/>
                      <a:pt x="467" y="486"/>
                      <a:pt x="468" y="488"/>
                    </a:cubicBezTo>
                    <a:cubicBezTo>
                      <a:pt x="470" y="490"/>
                      <a:pt x="467" y="491"/>
                      <a:pt x="465" y="491"/>
                    </a:cubicBezTo>
                    <a:close/>
                    <a:moveTo>
                      <a:pt x="509" y="422"/>
                    </a:moveTo>
                    <a:cubicBezTo>
                      <a:pt x="510" y="421"/>
                      <a:pt x="512" y="421"/>
                      <a:pt x="514" y="421"/>
                    </a:cubicBezTo>
                    <a:cubicBezTo>
                      <a:pt x="515" y="422"/>
                      <a:pt x="517" y="422"/>
                      <a:pt x="517" y="424"/>
                    </a:cubicBezTo>
                    <a:cubicBezTo>
                      <a:pt x="517" y="425"/>
                      <a:pt x="516" y="426"/>
                      <a:pt x="515" y="426"/>
                    </a:cubicBezTo>
                    <a:cubicBezTo>
                      <a:pt x="513" y="426"/>
                      <a:pt x="512" y="426"/>
                      <a:pt x="511" y="425"/>
                    </a:cubicBezTo>
                    <a:cubicBezTo>
                      <a:pt x="510" y="424"/>
                      <a:pt x="508" y="424"/>
                      <a:pt x="509" y="422"/>
                    </a:cubicBezTo>
                    <a:close/>
                    <a:moveTo>
                      <a:pt x="496" y="421"/>
                    </a:moveTo>
                    <a:cubicBezTo>
                      <a:pt x="497" y="421"/>
                      <a:pt x="497" y="419"/>
                      <a:pt x="499" y="419"/>
                    </a:cubicBezTo>
                    <a:cubicBezTo>
                      <a:pt x="500" y="419"/>
                      <a:pt x="502" y="420"/>
                      <a:pt x="501" y="422"/>
                    </a:cubicBezTo>
                    <a:cubicBezTo>
                      <a:pt x="500" y="423"/>
                      <a:pt x="493" y="427"/>
                      <a:pt x="492" y="425"/>
                    </a:cubicBezTo>
                    <a:cubicBezTo>
                      <a:pt x="491" y="424"/>
                      <a:pt x="495" y="422"/>
                      <a:pt x="496" y="421"/>
                    </a:cubicBezTo>
                    <a:close/>
                    <a:moveTo>
                      <a:pt x="530" y="437"/>
                    </a:moveTo>
                    <a:cubicBezTo>
                      <a:pt x="529" y="438"/>
                      <a:pt x="527" y="438"/>
                      <a:pt x="526" y="439"/>
                    </a:cubicBezTo>
                    <a:cubicBezTo>
                      <a:pt x="524" y="441"/>
                      <a:pt x="522" y="443"/>
                      <a:pt x="519" y="444"/>
                    </a:cubicBezTo>
                    <a:cubicBezTo>
                      <a:pt x="514" y="446"/>
                      <a:pt x="509" y="447"/>
                      <a:pt x="505" y="450"/>
                    </a:cubicBezTo>
                    <a:cubicBezTo>
                      <a:pt x="501" y="454"/>
                      <a:pt x="495" y="454"/>
                      <a:pt x="490" y="454"/>
                    </a:cubicBezTo>
                    <a:cubicBezTo>
                      <a:pt x="488" y="454"/>
                      <a:pt x="483" y="455"/>
                      <a:pt x="485" y="452"/>
                    </a:cubicBezTo>
                    <a:cubicBezTo>
                      <a:pt x="486" y="450"/>
                      <a:pt x="488" y="450"/>
                      <a:pt x="490" y="449"/>
                    </a:cubicBezTo>
                    <a:cubicBezTo>
                      <a:pt x="498" y="449"/>
                      <a:pt x="505" y="443"/>
                      <a:pt x="513" y="441"/>
                    </a:cubicBezTo>
                    <a:cubicBezTo>
                      <a:pt x="515" y="440"/>
                      <a:pt x="517" y="440"/>
                      <a:pt x="519" y="439"/>
                    </a:cubicBezTo>
                    <a:cubicBezTo>
                      <a:pt x="521" y="438"/>
                      <a:pt x="522" y="437"/>
                      <a:pt x="524" y="436"/>
                    </a:cubicBezTo>
                    <a:cubicBezTo>
                      <a:pt x="526" y="435"/>
                      <a:pt x="528" y="435"/>
                      <a:pt x="530" y="434"/>
                    </a:cubicBezTo>
                    <a:cubicBezTo>
                      <a:pt x="531" y="434"/>
                      <a:pt x="533" y="432"/>
                      <a:pt x="533" y="435"/>
                    </a:cubicBezTo>
                    <a:cubicBezTo>
                      <a:pt x="532" y="435"/>
                      <a:pt x="531" y="437"/>
                      <a:pt x="530" y="437"/>
                    </a:cubicBezTo>
                    <a:close/>
                    <a:moveTo>
                      <a:pt x="519" y="674"/>
                    </a:moveTo>
                    <a:cubicBezTo>
                      <a:pt x="519" y="675"/>
                      <a:pt x="516" y="673"/>
                      <a:pt x="515" y="672"/>
                    </a:cubicBezTo>
                    <a:cubicBezTo>
                      <a:pt x="514" y="671"/>
                      <a:pt x="515" y="669"/>
                      <a:pt x="517" y="669"/>
                    </a:cubicBezTo>
                    <a:cubicBezTo>
                      <a:pt x="518" y="669"/>
                      <a:pt x="519" y="671"/>
                      <a:pt x="520" y="672"/>
                    </a:cubicBezTo>
                    <a:cubicBezTo>
                      <a:pt x="519" y="673"/>
                      <a:pt x="519" y="673"/>
                      <a:pt x="519" y="674"/>
                    </a:cubicBezTo>
                    <a:close/>
                    <a:moveTo>
                      <a:pt x="540" y="648"/>
                    </a:moveTo>
                    <a:cubicBezTo>
                      <a:pt x="539" y="650"/>
                      <a:pt x="539" y="653"/>
                      <a:pt x="538" y="655"/>
                    </a:cubicBezTo>
                    <a:cubicBezTo>
                      <a:pt x="538" y="658"/>
                      <a:pt x="537" y="661"/>
                      <a:pt x="536" y="663"/>
                    </a:cubicBezTo>
                    <a:cubicBezTo>
                      <a:pt x="536" y="664"/>
                      <a:pt x="536" y="666"/>
                      <a:pt x="535" y="667"/>
                    </a:cubicBezTo>
                    <a:cubicBezTo>
                      <a:pt x="535" y="668"/>
                      <a:pt x="534" y="667"/>
                      <a:pt x="533" y="667"/>
                    </a:cubicBezTo>
                    <a:cubicBezTo>
                      <a:pt x="532" y="665"/>
                      <a:pt x="532" y="663"/>
                      <a:pt x="533" y="660"/>
                    </a:cubicBezTo>
                    <a:cubicBezTo>
                      <a:pt x="534" y="658"/>
                      <a:pt x="534" y="655"/>
                      <a:pt x="535" y="653"/>
                    </a:cubicBezTo>
                    <a:cubicBezTo>
                      <a:pt x="535" y="652"/>
                      <a:pt x="535" y="651"/>
                      <a:pt x="535" y="650"/>
                    </a:cubicBezTo>
                    <a:cubicBezTo>
                      <a:pt x="535" y="649"/>
                      <a:pt x="535" y="648"/>
                      <a:pt x="535" y="647"/>
                    </a:cubicBezTo>
                    <a:cubicBezTo>
                      <a:pt x="534" y="644"/>
                      <a:pt x="538" y="644"/>
                      <a:pt x="539" y="645"/>
                    </a:cubicBezTo>
                    <a:cubicBezTo>
                      <a:pt x="540" y="646"/>
                      <a:pt x="540" y="646"/>
                      <a:pt x="540" y="648"/>
                    </a:cubicBezTo>
                    <a:close/>
                    <a:moveTo>
                      <a:pt x="521" y="568"/>
                    </a:moveTo>
                    <a:cubicBezTo>
                      <a:pt x="522" y="567"/>
                      <a:pt x="525" y="568"/>
                      <a:pt x="526" y="568"/>
                    </a:cubicBezTo>
                    <a:cubicBezTo>
                      <a:pt x="527" y="568"/>
                      <a:pt x="528" y="569"/>
                      <a:pt x="528" y="570"/>
                    </a:cubicBezTo>
                    <a:cubicBezTo>
                      <a:pt x="527" y="571"/>
                      <a:pt x="525" y="572"/>
                      <a:pt x="525" y="572"/>
                    </a:cubicBezTo>
                    <a:cubicBezTo>
                      <a:pt x="523" y="573"/>
                      <a:pt x="521" y="575"/>
                      <a:pt x="520" y="574"/>
                    </a:cubicBezTo>
                    <a:cubicBezTo>
                      <a:pt x="518" y="573"/>
                      <a:pt x="519" y="569"/>
                      <a:pt x="521" y="568"/>
                    </a:cubicBezTo>
                    <a:close/>
                    <a:moveTo>
                      <a:pt x="508" y="589"/>
                    </a:moveTo>
                    <a:cubicBezTo>
                      <a:pt x="508" y="589"/>
                      <a:pt x="509" y="591"/>
                      <a:pt x="509" y="591"/>
                    </a:cubicBezTo>
                    <a:cubicBezTo>
                      <a:pt x="509" y="592"/>
                      <a:pt x="508" y="592"/>
                      <a:pt x="508" y="592"/>
                    </a:cubicBezTo>
                    <a:cubicBezTo>
                      <a:pt x="507" y="593"/>
                      <a:pt x="506" y="593"/>
                      <a:pt x="505" y="593"/>
                    </a:cubicBezTo>
                    <a:cubicBezTo>
                      <a:pt x="505" y="593"/>
                      <a:pt x="505" y="593"/>
                      <a:pt x="504" y="593"/>
                    </a:cubicBezTo>
                    <a:cubicBezTo>
                      <a:pt x="502" y="593"/>
                      <a:pt x="500" y="593"/>
                      <a:pt x="499" y="593"/>
                    </a:cubicBezTo>
                    <a:cubicBezTo>
                      <a:pt x="497" y="593"/>
                      <a:pt x="496" y="593"/>
                      <a:pt x="495" y="593"/>
                    </a:cubicBezTo>
                    <a:cubicBezTo>
                      <a:pt x="495" y="593"/>
                      <a:pt x="494" y="593"/>
                      <a:pt x="494" y="592"/>
                    </a:cubicBezTo>
                    <a:cubicBezTo>
                      <a:pt x="494" y="592"/>
                      <a:pt x="494" y="592"/>
                      <a:pt x="494" y="591"/>
                    </a:cubicBezTo>
                    <a:cubicBezTo>
                      <a:pt x="494" y="591"/>
                      <a:pt x="494" y="591"/>
                      <a:pt x="494" y="590"/>
                    </a:cubicBezTo>
                    <a:cubicBezTo>
                      <a:pt x="494" y="589"/>
                      <a:pt x="495" y="589"/>
                      <a:pt x="497" y="588"/>
                    </a:cubicBezTo>
                    <a:cubicBezTo>
                      <a:pt x="499" y="588"/>
                      <a:pt x="500" y="590"/>
                      <a:pt x="502" y="589"/>
                    </a:cubicBezTo>
                    <a:cubicBezTo>
                      <a:pt x="504" y="589"/>
                      <a:pt x="506" y="588"/>
                      <a:pt x="508" y="589"/>
                    </a:cubicBezTo>
                    <a:close/>
                    <a:moveTo>
                      <a:pt x="498" y="558"/>
                    </a:moveTo>
                    <a:cubicBezTo>
                      <a:pt x="500" y="557"/>
                      <a:pt x="501" y="556"/>
                      <a:pt x="502" y="556"/>
                    </a:cubicBezTo>
                    <a:cubicBezTo>
                      <a:pt x="503" y="556"/>
                      <a:pt x="505" y="555"/>
                      <a:pt x="505" y="556"/>
                    </a:cubicBezTo>
                    <a:cubicBezTo>
                      <a:pt x="506" y="557"/>
                      <a:pt x="500" y="559"/>
                      <a:pt x="499" y="560"/>
                    </a:cubicBezTo>
                    <a:cubicBezTo>
                      <a:pt x="498" y="560"/>
                      <a:pt x="497" y="561"/>
                      <a:pt x="496" y="560"/>
                    </a:cubicBezTo>
                    <a:cubicBezTo>
                      <a:pt x="496" y="559"/>
                      <a:pt x="498" y="558"/>
                      <a:pt x="498" y="558"/>
                    </a:cubicBezTo>
                    <a:close/>
                    <a:moveTo>
                      <a:pt x="492" y="572"/>
                    </a:moveTo>
                    <a:cubicBezTo>
                      <a:pt x="493" y="571"/>
                      <a:pt x="495" y="572"/>
                      <a:pt x="497" y="573"/>
                    </a:cubicBezTo>
                    <a:cubicBezTo>
                      <a:pt x="498" y="573"/>
                      <a:pt x="499" y="574"/>
                      <a:pt x="499" y="575"/>
                    </a:cubicBezTo>
                    <a:cubicBezTo>
                      <a:pt x="500" y="578"/>
                      <a:pt x="495" y="576"/>
                      <a:pt x="494" y="575"/>
                    </a:cubicBezTo>
                    <a:cubicBezTo>
                      <a:pt x="493" y="575"/>
                      <a:pt x="491" y="573"/>
                      <a:pt x="492" y="572"/>
                    </a:cubicBezTo>
                    <a:close/>
                    <a:moveTo>
                      <a:pt x="549" y="578"/>
                    </a:moveTo>
                    <a:cubicBezTo>
                      <a:pt x="546" y="580"/>
                      <a:pt x="543" y="580"/>
                      <a:pt x="539" y="581"/>
                    </a:cubicBezTo>
                    <a:cubicBezTo>
                      <a:pt x="535" y="582"/>
                      <a:pt x="531" y="582"/>
                      <a:pt x="527" y="583"/>
                    </a:cubicBezTo>
                    <a:cubicBezTo>
                      <a:pt x="526" y="583"/>
                      <a:pt x="525" y="583"/>
                      <a:pt x="524" y="584"/>
                    </a:cubicBezTo>
                    <a:cubicBezTo>
                      <a:pt x="520" y="586"/>
                      <a:pt x="517" y="592"/>
                      <a:pt x="516" y="596"/>
                    </a:cubicBezTo>
                    <a:cubicBezTo>
                      <a:pt x="515" y="598"/>
                      <a:pt x="515" y="599"/>
                      <a:pt x="514" y="601"/>
                    </a:cubicBezTo>
                    <a:cubicBezTo>
                      <a:pt x="512" y="603"/>
                      <a:pt x="510" y="604"/>
                      <a:pt x="508" y="605"/>
                    </a:cubicBezTo>
                    <a:cubicBezTo>
                      <a:pt x="506" y="607"/>
                      <a:pt x="503" y="608"/>
                      <a:pt x="501" y="609"/>
                    </a:cubicBezTo>
                    <a:cubicBezTo>
                      <a:pt x="497" y="610"/>
                      <a:pt x="493" y="612"/>
                      <a:pt x="490" y="613"/>
                    </a:cubicBezTo>
                    <a:cubicBezTo>
                      <a:pt x="488" y="613"/>
                      <a:pt x="486" y="615"/>
                      <a:pt x="484" y="614"/>
                    </a:cubicBezTo>
                    <a:cubicBezTo>
                      <a:pt x="482" y="614"/>
                      <a:pt x="482" y="612"/>
                      <a:pt x="484" y="611"/>
                    </a:cubicBezTo>
                    <a:cubicBezTo>
                      <a:pt x="486" y="609"/>
                      <a:pt x="489" y="608"/>
                      <a:pt x="492" y="607"/>
                    </a:cubicBezTo>
                    <a:cubicBezTo>
                      <a:pt x="494" y="607"/>
                      <a:pt x="497" y="605"/>
                      <a:pt x="499" y="604"/>
                    </a:cubicBezTo>
                    <a:cubicBezTo>
                      <a:pt x="502" y="604"/>
                      <a:pt x="504" y="603"/>
                      <a:pt x="506" y="602"/>
                    </a:cubicBezTo>
                    <a:cubicBezTo>
                      <a:pt x="509" y="599"/>
                      <a:pt x="512" y="595"/>
                      <a:pt x="514" y="592"/>
                    </a:cubicBezTo>
                    <a:cubicBezTo>
                      <a:pt x="518" y="588"/>
                      <a:pt x="520" y="582"/>
                      <a:pt x="526" y="581"/>
                    </a:cubicBezTo>
                    <a:cubicBezTo>
                      <a:pt x="528" y="581"/>
                      <a:pt x="531" y="580"/>
                      <a:pt x="533" y="580"/>
                    </a:cubicBezTo>
                    <a:cubicBezTo>
                      <a:pt x="534" y="580"/>
                      <a:pt x="536" y="579"/>
                      <a:pt x="537" y="579"/>
                    </a:cubicBezTo>
                    <a:cubicBezTo>
                      <a:pt x="538" y="578"/>
                      <a:pt x="540" y="578"/>
                      <a:pt x="541" y="577"/>
                    </a:cubicBezTo>
                    <a:cubicBezTo>
                      <a:pt x="543" y="576"/>
                      <a:pt x="541" y="573"/>
                      <a:pt x="545" y="573"/>
                    </a:cubicBezTo>
                    <a:cubicBezTo>
                      <a:pt x="546" y="572"/>
                      <a:pt x="547" y="573"/>
                      <a:pt x="548" y="573"/>
                    </a:cubicBezTo>
                    <a:cubicBezTo>
                      <a:pt x="549" y="573"/>
                      <a:pt x="551" y="572"/>
                      <a:pt x="552" y="572"/>
                    </a:cubicBezTo>
                    <a:cubicBezTo>
                      <a:pt x="553" y="571"/>
                      <a:pt x="555" y="570"/>
                      <a:pt x="556" y="571"/>
                    </a:cubicBezTo>
                    <a:cubicBezTo>
                      <a:pt x="558" y="572"/>
                      <a:pt x="557" y="574"/>
                      <a:pt x="556" y="575"/>
                    </a:cubicBezTo>
                    <a:cubicBezTo>
                      <a:pt x="554" y="577"/>
                      <a:pt x="551" y="577"/>
                      <a:pt x="549" y="578"/>
                    </a:cubicBezTo>
                    <a:close/>
                    <a:moveTo>
                      <a:pt x="563" y="591"/>
                    </a:moveTo>
                    <a:cubicBezTo>
                      <a:pt x="562" y="591"/>
                      <a:pt x="557" y="592"/>
                      <a:pt x="557" y="590"/>
                    </a:cubicBezTo>
                    <a:cubicBezTo>
                      <a:pt x="557" y="590"/>
                      <a:pt x="558" y="589"/>
                      <a:pt x="559" y="589"/>
                    </a:cubicBezTo>
                    <a:cubicBezTo>
                      <a:pt x="559" y="589"/>
                      <a:pt x="561" y="589"/>
                      <a:pt x="561" y="589"/>
                    </a:cubicBezTo>
                    <a:cubicBezTo>
                      <a:pt x="562" y="589"/>
                      <a:pt x="565" y="588"/>
                      <a:pt x="566" y="590"/>
                    </a:cubicBezTo>
                    <a:cubicBezTo>
                      <a:pt x="566" y="591"/>
                      <a:pt x="564" y="591"/>
                      <a:pt x="563" y="591"/>
                    </a:cubicBezTo>
                    <a:close/>
                    <a:moveTo>
                      <a:pt x="584" y="620"/>
                    </a:moveTo>
                    <a:cubicBezTo>
                      <a:pt x="583" y="621"/>
                      <a:pt x="581" y="620"/>
                      <a:pt x="580" y="620"/>
                    </a:cubicBezTo>
                    <a:cubicBezTo>
                      <a:pt x="579" y="619"/>
                      <a:pt x="580" y="618"/>
                      <a:pt x="580" y="617"/>
                    </a:cubicBezTo>
                    <a:cubicBezTo>
                      <a:pt x="580" y="615"/>
                      <a:pt x="579" y="614"/>
                      <a:pt x="579" y="613"/>
                    </a:cubicBezTo>
                    <a:cubicBezTo>
                      <a:pt x="580" y="612"/>
                      <a:pt x="582" y="613"/>
                      <a:pt x="583" y="614"/>
                    </a:cubicBezTo>
                    <a:cubicBezTo>
                      <a:pt x="583" y="615"/>
                      <a:pt x="586" y="619"/>
                      <a:pt x="584" y="620"/>
                    </a:cubicBezTo>
                    <a:close/>
                    <a:moveTo>
                      <a:pt x="457" y="946"/>
                    </a:moveTo>
                    <a:cubicBezTo>
                      <a:pt x="455" y="945"/>
                      <a:pt x="455" y="942"/>
                      <a:pt x="456" y="941"/>
                    </a:cubicBezTo>
                    <a:cubicBezTo>
                      <a:pt x="457" y="941"/>
                      <a:pt x="459" y="941"/>
                      <a:pt x="459" y="942"/>
                    </a:cubicBezTo>
                    <a:cubicBezTo>
                      <a:pt x="460" y="943"/>
                      <a:pt x="458" y="946"/>
                      <a:pt x="457" y="946"/>
                    </a:cubicBezTo>
                    <a:close/>
                    <a:moveTo>
                      <a:pt x="492" y="994"/>
                    </a:moveTo>
                    <a:cubicBezTo>
                      <a:pt x="490" y="995"/>
                      <a:pt x="486" y="993"/>
                      <a:pt x="485" y="991"/>
                    </a:cubicBezTo>
                    <a:cubicBezTo>
                      <a:pt x="484" y="990"/>
                      <a:pt x="487" y="989"/>
                      <a:pt x="488" y="990"/>
                    </a:cubicBezTo>
                    <a:cubicBezTo>
                      <a:pt x="489" y="991"/>
                      <a:pt x="489" y="993"/>
                      <a:pt x="491" y="992"/>
                    </a:cubicBezTo>
                    <a:cubicBezTo>
                      <a:pt x="491" y="992"/>
                      <a:pt x="492" y="991"/>
                      <a:pt x="492" y="992"/>
                    </a:cubicBezTo>
                    <a:cubicBezTo>
                      <a:pt x="493" y="993"/>
                      <a:pt x="492" y="994"/>
                      <a:pt x="492" y="994"/>
                    </a:cubicBezTo>
                    <a:close/>
                    <a:moveTo>
                      <a:pt x="513" y="1014"/>
                    </a:moveTo>
                    <a:cubicBezTo>
                      <a:pt x="512" y="1015"/>
                      <a:pt x="510" y="1012"/>
                      <a:pt x="510" y="1012"/>
                    </a:cubicBezTo>
                    <a:cubicBezTo>
                      <a:pt x="510" y="1010"/>
                      <a:pt x="508" y="1009"/>
                      <a:pt x="508" y="1008"/>
                    </a:cubicBezTo>
                    <a:cubicBezTo>
                      <a:pt x="507" y="1008"/>
                      <a:pt x="506" y="1007"/>
                      <a:pt x="507" y="1006"/>
                    </a:cubicBezTo>
                    <a:cubicBezTo>
                      <a:pt x="507" y="1006"/>
                      <a:pt x="508" y="1006"/>
                      <a:pt x="509" y="1006"/>
                    </a:cubicBezTo>
                    <a:cubicBezTo>
                      <a:pt x="510" y="1006"/>
                      <a:pt x="510" y="1006"/>
                      <a:pt x="511" y="1007"/>
                    </a:cubicBezTo>
                    <a:cubicBezTo>
                      <a:pt x="511" y="1008"/>
                      <a:pt x="512" y="1008"/>
                      <a:pt x="512" y="1009"/>
                    </a:cubicBezTo>
                    <a:cubicBezTo>
                      <a:pt x="512" y="1010"/>
                      <a:pt x="512" y="1011"/>
                      <a:pt x="513" y="1012"/>
                    </a:cubicBezTo>
                    <a:cubicBezTo>
                      <a:pt x="513" y="1012"/>
                      <a:pt x="514" y="1014"/>
                      <a:pt x="513" y="1014"/>
                    </a:cubicBezTo>
                    <a:close/>
                    <a:moveTo>
                      <a:pt x="528" y="983"/>
                    </a:moveTo>
                    <a:cubicBezTo>
                      <a:pt x="528" y="981"/>
                      <a:pt x="528" y="980"/>
                      <a:pt x="527" y="978"/>
                    </a:cubicBezTo>
                    <a:cubicBezTo>
                      <a:pt x="526" y="978"/>
                      <a:pt x="524" y="976"/>
                      <a:pt x="524" y="975"/>
                    </a:cubicBezTo>
                    <a:cubicBezTo>
                      <a:pt x="525" y="974"/>
                      <a:pt x="526" y="974"/>
                      <a:pt x="527" y="974"/>
                    </a:cubicBezTo>
                    <a:cubicBezTo>
                      <a:pt x="528" y="975"/>
                      <a:pt x="529" y="975"/>
                      <a:pt x="530" y="977"/>
                    </a:cubicBezTo>
                    <a:cubicBezTo>
                      <a:pt x="531" y="978"/>
                      <a:pt x="531" y="979"/>
                      <a:pt x="531" y="980"/>
                    </a:cubicBezTo>
                    <a:cubicBezTo>
                      <a:pt x="531" y="981"/>
                      <a:pt x="531" y="982"/>
                      <a:pt x="531" y="983"/>
                    </a:cubicBezTo>
                    <a:cubicBezTo>
                      <a:pt x="531" y="985"/>
                      <a:pt x="529" y="985"/>
                      <a:pt x="528" y="983"/>
                    </a:cubicBezTo>
                    <a:close/>
                    <a:moveTo>
                      <a:pt x="547" y="941"/>
                    </a:moveTo>
                    <a:cubicBezTo>
                      <a:pt x="547" y="942"/>
                      <a:pt x="547" y="943"/>
                      <a:pt x="546" y="943"/>
                    </a:cubicBezTo>
                    <a:cubicBezTo>
                      <a:pt x="546" y="943"/>
                      <a:pt x="546" y="943"/>
                      <a:pt x="545" y="943"/>
                    </a:cubicBezTo>
                    <a:cubicBezTo>
                      <a:pt x="544" y="944"/>
                      <a:pt x="543" y="944"/>
                      <a:pt x="543" y="942"/>
                    </a:cubicBezTo>
                    <a:cubicBezTo>
                      <a:pt x="543" y="941"/>
                      <a:pt x="545" y="940"/>
                      <a:pt x="545" y="939"/>
                    </a:cubicBezTo>
                    <a:cubicBezTo>
                      <a:pt x="547" y="937"/>
                      <a:pt x="548" y="939"/>
                      <a:pt x="547" y="941"/>
                    </a:cubicBezTo>
                    <a:close/>
                    <a:moveTo>
                      <a:pt x="546" y="899"/>
                    </a:moveTo>
                    <a:cubicBezTo>
                      <a:pt x="545" y="898"/>
                      <a:pt x="545" y="897"/>
                      <a:pt x="544" y="896"/>
                    </a:cubicBezTo>
                    <a:cubicBezTo>
                      <a:pt x="543" y="896"/>
                      <a:pt x="542" y="898"/>
                      <a:pt x="541" y="896"/>
                    </a:cubicBezTo>
                    <a:cubicBezTo>
                      <a:pt x="539" y="893"/>
                      <a:pt x="546" y="892"/>
                      <a:pt x="548" y="893"/>
                    </a:cubicBezTo>
                    <a:cubicBezTo>
                      <a:pt x="552" y="895"/>
                      <a:pt x="548" y="898"/>
                      <a:pt x="546" y="899"/>
                    </a:cubicBezTo>
                    <a:close/>
                    <a:moveTo>
                      <a:pt x="557" y="971"/>
                    </a:moveTo>
                    <a:cubicBezTo>
                      <a:pt x="556" y="971"/>
                      <a:pt x="556" y="970"/>
                      <a:pt x="555" y="969"/>
                    </a:cubicBezTo>
                    <a:cubicBezTo>
                      <a:pt x="555" y="968"/>
                      <a:pt x="555" y="968"/>
                      <a:pt x="555" y="967"/>
                    </a:cubicBezTo>
                    <a:cubicBezTo>
                      <a:pt x="556" y="966"/>
                      <a:pt x="557" y="965"/>
                      <a:pt x="558" y="966"/>
                    </a:cubicBezTo>
                    <a:cubicBezTo>
                      <a:pt x="559" y="967"/>
                      <a:pt x="560" y="969"/>
                      <a:pt x="560" y="970"/>
                    </a:cubicBezTo>
                    <a:cubicBezTo>
                      <a:pt x="560" y="971"/>
                      <a:pt x="559" y="972"/>
                      <a:pt x="557" y="971"/>
                    </a:cubicBezTo>
                    <a:close/>
                    <a:moveTo>
                      <a:pt x="567" y="952"/>
                    </a:moveTo>
                    <a:cubicBezTo>
                      <a:pt x="567" y="953"/>
                      <a:pt x="566" y="953"/>
                      <a:pt x="566" y="953"/>
                    </a:cubicBezTo>
                    <a:cubicBezTo>
                      <a:pt x="565" y="953"/>
                      <a:pt x="565" y="953"/>
                      <a:pt x="564" y="954"/>
                    </a:cubicBezTo>
                    <a:cubicBezTo>
                      <a:pt x="563" y="954"/>
                      <a:pt x="562" y="955"/>
                      <a:pt x="562" y="956"/>
                    </a:cubicBezTo>
                    <a:cubicBezTo>
                      <a:pt x="561" y="956"/>
                      <a:pt x="561" y="957"/>
                      <a:pt x="560" y="956"/>
                    </a:cubicBezTo>
                    <a:cubicBezTo>
                      <a:pt x="558" y="955"/>
                      <a:pt x="561" y="953"/>
                      <a:pt x="561" y="952"/>
                    </a:cubicBezTo>
                    <a:cubicBezTo>
                      <a:pt x="561" y="951"/>
                      <a:pt x="560" y="951"/>
                      <a:pt x="560" y="950"/>
                    </a:cubicBezTo>
                    <a:cubicBezTo>
                      <a:pt x="561" y="949"/>
                      <a:pt x="562" y="949"/>
                      <a:pt x="563" y="949"/>
                    </a:cubicBezTo>
                    <a:cubicBezTo>
                      <a:pt x="564" y="949"/>
                      <a:pt x="564" y="949"/>
                      <a:pt x="564" y="950"/>
                    </a:cubicBezTo>
                    <a:cubicBezTo>
                      <a:pt x="565" y="950"/>
                      <a:pt x="566" y="950"/>
                      <a:pt x="566" y="951"/>
                    </a:cubicBezTo>
                    <a:cubicBezTo>
                      <a:pt x="567" y="951"/>
                      <a:pt x="568" y="952"/>
                      <a:pt x="567" y="952"/>
                    </a:cubicBezTo>
                    <a:close/>
                    <a:moveTo>
                      <a:pt x="568" y="900"/>
                    </a:moveTo>
                    <a:cubicBezTo>
                      <a:pt x="568" y="902"/>
                      <a:pt x="566" y="902"/>
                      <a:pt x="565" y="903"/>
                    </a:cubicBezTo>
                    <a:cubicBezTo>
                      <a:pt x="563" y="905"/>
                      <a:pt x="561" y="908"/>
                      <a:pt x="559" y="910"/>
                    </a:cubicBezTo>
                    <a:cubicBezTo>
                      <a:pt x="557" y="911"/>
                      <a:pt x="555" y="916"/>
                      <a:pt x="553" y="915"/>
                    </a:cubicBezTo>
                    <a:cubicBezTo>
                      <a:pt x="554" y="912"/>
                      <a:pt x="556" y="909"/>
                      <a:pt x="558" y="906"/>
                    </a:cubicBezTo>
                    <a:cubicBezTo>
                      <a:pt x="558" y="903"/>
                      <a:pt x="560" y="901"/>
                      <a:pt x="560" y="898"/>
                    </a:cubicBezTo>
                    <a:cubicBezTo>
                      <a:pt x="560" y="896"/>
                      <a:pt x="559" y="891"/>
                      <a:pt x="561" y="890"/>
                    </a:cubicBezTo>
                    <a:cubicBezTo>
                      <a:pt x="563" y="889"/>
                      <a:pt x="563" y="892"/>
                      <a:pt x="563" y="893"/>
                    </a:cubicBezTo>
                    <a:cubicBezTo>
                      <a:pt x="564" y="895"/>
                      <a:pt x="565" y="895"/>
                      <a:pt x="566" y="895"/>
                    </a:cubicBezTo>
                    <a:cubicBezTo>
                      <a:pt x="569" y="895"/>
                      <a:pt x="569" y="899"/>
                      <a:pt x="568" y="900"/>
                    </a:cubicBezTo>
                    <a:close/>
                    <a:moveTo>
                      <a:pt x="586" y="969"/>
                    </a:moveTo>
                    <a:cubicBezTo>
                      <a:pt x="584" y="969"/>
                      <a:pt x="584" y="968"/>
                      <a:pt x="584" y="966"/>
                    </a:cubicBezTo>
                    <a:cubicBezTo>
                      <a:pt x="583" y="965"/>
                      <a:pt x="582" y="963"/>
                      <a:pt x="583" y="961"/>
                    </a:cubicBezTo>
                    <a:cubicBezTo>
                      <a:pt x="583" y="960"/>
                      <a:pt x="585" y="960"/>
                      <a:pt x="586" y="961"/>
                    </a:cubicBezTo>
                    <a:cubicBezTo>
                      <a:pt x="587" y="961"/>
                      <a:pt x="587" y="962"/>
                      <a:pt x="587" y="962"/>
                    </a:cubicBezTo>
                    <a:cubicBezTo>
                      <a:pt x="588" y="963"/>
                      <a:pt x="589" y="963"/>
                      <a:pt x="589" y="964"/>
                    </a:cubicBezTo>
                    <a:cubicBezTo>
                      <a:pt x="589" y="964"/>
                      <a:pt x="589" y="966"/>
                      <a:pt x="589" y="966"/>
                    </a:cubicBezTo>
                    <a:cubicBezTo>
                      <a:pt x="589" y="966"/>
                      <a:pt x="589" y="967"/>
                      <a:pt x="588" y="967"/>
                    </a:cubicBezTo>
                    <a:cubicBezTo>
                      <a:pt x="588" y="969"/>
                      <a:pt x="588" y="969"/>
                      <a:pt x="586" y="969"/>
                    </a:cubicBezTo>
                    <a:close/>
                    <a:moveTo>
                      <a:pt x="601" y="991"/>
                    </a:moveTo>
                    <a:cubicBezTo>
                      <a:pt x="599" y="994"/>
                      <a:pt x="598" y="989"/>
                      <a:pt x="597" y="988"/>
                    </a:cubicBezTo>
                    <a:cubicBezTo>
                      <a:pt x="596" y="985"/>
                      <a:pt x="594" y="982"/>
                      <a:pt x="592" y="979"/>
                    </a:cubicBezTo>
                    <a:cubicBezTo>
                      <a:pt x="591" y="978"/>
                      <a:pt x="590" y="977"/>
                      <a:pt x="589" y="976"/>
                    </a:cubicBezTo>
                    <a:cubicBezTo>
                      <a:pt x="589" y="975"/>
                      <a:pt x="588" y="974"/>
                      <a:pt x="589" y="974"/>
                    </a:cubicBezTo>
                    <a:cubicBezTo>
                      <a:pt x="590" y="974"/>
                      <a:pt x="592" y="975"/>
                      <a:pt x="592" y="975"/>
                    </a:cubicBezTo>
                    <a:cubicBezTo>
                      <a:pt x="593" y="976"/>
                      <a:pt x="594" y="976"/>
                      <a:pt x="595" y="977"/>
                    </a:cubicBezTo>
                    <a:cubicBezTo>
                      <a:pt x="598" y="978"/>
                      <a:pt x="599" y="981"/>
                      <a:pt x="600" y="984"/>
                    </a:cubicBezTo>
                    <a:cubicBezTo>
                      <a:pt x="600" y="986"/>
                      <a:pt x="603" y="989"/>
                      <a:pt x="601" y="991"/>
                    </a:cubicBezTo>
                    <a:close/>
                    <a:moveTo>
                      <a:pt x="619" y="655"/>
                    </a:moveTo>
                    <a:cubicBezTo>
                      <a:pt x="618" y="654"/>
                      <a:pt x="617" y="655"/>
                      <a:pt x="617" y="654"/>
                    </a:cubicBezTo>
                    <a:cubicBezTo>
                      <a:pt x="616" y="653"/>
                      <a:pt x="616" y="651"/>
                      <a:pt x="617" y="651"/>
                    </a:cubicBezTo>
                    <a:cubicBezTo>
                      <a:pt x="618" y="650"/>
                      <a:pt x="619" y="651"/>
                      <a:pt x="619" y="652"/>
                    </a:cubicBezTo>
                    <a:cubicBezTo>
                      <a:pt x="620" y="652"/>
                      <a:pt x="620" y="653"/>
                      <a:pt x="621" y="653"/>
                    </a:cubicBezTo>
                    <a:cubicBezTo>
                      <a:pt x="622" y="654"/>
                      <a:pt x="623" y="653"/>
                      <a:pt x="623" y="654"/>
                    </a:cubicBezTo>
                    <a:cubicBezTo>
                      <a:pt x="624" y="654"/>
                      <a:pt x="627" y="656"/>
                      <a:pt x="626" y="657"/>
                    </a:cubicBezTo>
                    <a:cubicBezTo>
                      <a:pt x="624" y="657"/>
                      <a:pt x="623" y="657"/>
                      <a:pt x="622" y="657"/>
                    </a:cubicBezTo>
                    <a:cubicBezTo>
                      <a:pt x="620" y="656"/>
                      <a:pt x="620" y="655"/>
                      <a:pt x="619" y="655"/>
                    </a:cubicBezTo>
                    <a:close/>
                    <a:moveTo>
                      <a:pt x="626" y="982"/>
                    </a:moveTo>
                    <a:cubicBezTo>
                      <a:pt x="626" y="982"/>
                      <a:pt x="626" y="982"/>
                      <a:pt x="626" y="982"/>
                    </a:cubicBezTo>
                    <a:cubicBezTo>
                      <a:pt x="626" y="983"/>
                      <a:pt x="625" y="983"/>
                      <a:pt x="625" y="983"/>
                    </a:cubicBezTo>
                    <a:cubicBezTo>
                      <a:pt x="625" y="983"/>
                      <a:pt x="625" y="983"/>
                      <a:pt x="625" y="983"/>
                    </a:cubicBezTo>
                    <a:cubicBezTo>
                      <a:pt x="624" y="984"/>
                      <a:pt x="623" y="984"/>
                      <a:pt x="623" y="984"/>
                    </a:cubicBezTo>
                    <a:cubicBezTo>
                      <a:pt x="622" y="983"/>
                      <a:pt x="621" y="982"/>
                      <a:pt x="620" y="981"/>
                    </a:cubicBezTo>
                    <a:cubicBezTo>
                      <a:pt x="620" y="979"/>
                      <a:pt x="622" y="978"/>
                      <a:pt x="624" y="978"/>
                    </a:cubicBezTo>
                    <a:cubicBezTo>
                      <a:pt x="624" y="978"/>
                      <a:pt x="624" y="979"/>
                      <a:pt x="625" y="979"/>
                    </a:cubicBezTo>
                    <a:cubicBezTo>
                      <a:pt x="625" y="979"/>
                      <a:pt x="625" y="979"/>
                      <a:pt x="625" y="979"/>
                    </a:cubicBezTo>
                    <a:cubicBezTo>
                      <a:pt x="626" y="980"/>
                      <a:pt x="626" y="980"/>
                      <a:pt x="626" y="981"/>
                    </a:cubicBezTo>
                    <a:cubicBezTo>
                      <a:pt x="626" y="981"/>
                      <a:pt x="626" y="981"/>
                      <a:pt x="626" y="982"/>
                    </a:cubicBezTo>
                    <a:close/>
                    <a:moveTo>
                      <a:pt x="631" y="984"/>
                    </a:moveTo>
                    <a:cubicBezTo>
                      <a:pt x="631" y="984"/>
                      <a:pt x="630" y="984"/>
                      <a:pt x="630" y="983"/>
                    </a:cubicBezTo>
                    <a:cubicBezTo>
                      <a:pt x="629" y="983"/>
                      <a:pt x="630" y="982"/>
                      <a:pt x="630" y="982"/>
                    </a:cubicBezTo>
                    <a:cubicBezTo>
                      <a:pt x="630" y="981"/>
                      <a:pt x="631" y="981"/>
                      <a:pt x="632" y="982"/>
                    </a:cubicBezTo>
                    <a:cubicBezTo>
                      <a:pt x="632" y="982"/>
                      <a:pt x="632" y="983"/>
                      <a:pt x="631" y="984"/>
                    </a:cubicBezTo>
                    <a:close/>
                    <a:moveTo>
                      <a:pt x="725" y="468"/>
                    </a:moveTo>
                    <a:cubicBezTo>
                      <a:pt x="724" y="468"/>
                      <a:pt x="723" y="466"/>
                      <a:pt x="723" y="465"/>
                    </a:cubicBezTo>
                    <a:cubicBezTo>
                      <a:pt x="724" y="464"/>
                      <a:pt x="725" y="464"/>
                      <a:pt x="726" y="464"/>
                    </a:cubicBezTo>
                    <a:cubicBezTo>
                      <a:pt x="727" y="464"/>
                      <a:pt x="729" y="464"/>
                      <a:pt x="729" y="465"/>
                    </a:cubicBezTo>
                    <a:cubicBezTo>
                      <a:pt x="730" y="466"/>
                      <a:pt x="729" y="468"/>
                      <a:pt x="728" y="468"/>
                    </a:cubicBezTo>
                    <a:cubicBezTo>
                      <a:pt x="727" y="469"/>
                      <a:pt x="725" y="469"/>
                      <a:pt x="725" y="468"/>
                    </a:cubicBezTo>
                    <a:close/>
                    <a:moveTo>
                      <a:pt x="730" y="360"/>
                    </a:moveTo>
                    <a:cubicBezTo>
                      <a:pt x="730" y="359"/>
                      <a:pt x="729" y="359"/>
                      <a:pt x="729" y="358"/>
                    </a:cubicBezTo>
                    <a:cubicBezTo>
                      <a:pt x="728" y="356"/>
                      <a:pt x="731" y="356"/>
                      <a:pt x="732" y="355"/>
                    </a:cubicBezTo>
                    <a:cubicBezTo>
                      <a:pt x="734" y="355"/>
                      <a:pt x="736" y="355"/>
                      <a:pt x="738" y="355"/>
                    </a:cubicBezTo>
                    <a:cubicBezTo>
                      <a:pt x="739" y="355"/>
                      <a:pt x="740" y="355"/>
                      <a:pt x="741" y="356"/>
                    </a:cubicBezTo>
                    <a:cubicBezTo>
                      <a:pt x="744" y="360"/>
                      <a:pt x="732" y="361"/>
                      <a:pt x="730" y="360"/>
                    </a:cubicBezTo>
                    <a:close/>
                    <a:moveTo>
                      <a:pt x="731" y="368"/>
                    </a:moveTo>
                    <a:cubicBezTo>
                      <a:pt x="730" y="368"/>
                      <a:pt x="729" y="365"/>
                      <a:pt x="731" y="364"/>
                    </a:cubicBezTo>
                    <a:cubicBezTo>
                      <a:pt x="732" y="364"/>
                      <a:pt x="734" y="365"/>
                      <a:pt x="734" y="366"/>
                    </a:cubicBezTo>
                    <a:cubicBezTo>
                      <a:pt x="735" y="368"/>
                      <a:pt x="732" y="368"/>
                      <a:pt x="731" y="368"/>
                    </a:cubicBezTo>
                    <a:close/>
                    <a:moveTo>
                      <a:pt x="735" y="594"/>
                    </a:moveTo>
                    <a:cubicBezTo>
                      <a:pt x="734" y="594"/>
                      <a:pt x="735" y="593"/>
                      <a:pt x="734" y="592"/>
                    </a:cubicBezTo>
                    <a:cubicBezTo>
                      <a:pt x="734" y="591"/>
                      <a:pt x="733" y="591"/>
                      <a:pt x="732" y="591"/>
                    </a:cubicBezTo>
                    <a:cubicBezTo>
                      <a:pt x="731" y="589"/>
                      <a:pt x="732" y="587"/>
                      <a:pt x="733" y="587"/>
                    </a:cubicBezTo>
                    <a:cubicBezTo>
                      <a:pt x="735" y="587"/>
                      <a:pt x="735" y="589"/>
                      <a:pt x="735" y="590"/>
                    </a:cubicBezTo>
                    <a:cubicBezTo>
                      <a:pt x="736" y="591"/>
                      <a:pt x="737" y="593"/>
                      <a:pt x="738" y="594"/>
                    </a:cubicBezTo>
                    <a:cubicBezTo>
                      <a:pt x="738" y="596"/>
                      <a:pt x="735" y="595"/>
                      <a:pt x="735" y="594"/>
                    </a:cubicBezTo>
                    <a:close/>
                    <a:moveTo>
                      <a:pt x="752" y="539"/>
                    </a:moveTo>
                    <a:cubicBezTo>
                      <a:pt x="753" y="540"/>
                      <a:pt x="753" y="541"/>
                      <a:pt x="752" y="542"/>
                    </a:cubicBezTo>
                    <a:cubicBezTo>
                      <a:pt x="751" y="543"/>
                      <a:pt x="748" y="542"/>
                      <a:pt x="747" y="541"/>
                    </a:cubicBezTo>
                    <a:cubicBezTo>
                      <a:pt x="745" y="541"/>
                      <a:pt x="743" y="541"/>
                      <a:pt x="740" y="541"/>
                    </a:cubicBezTo>
                    <a:cubicBezTo>
                      <a:pt x="739" y="541"/>
                      <a:pt x="738" y="541"/>
                      <a:pt x="737" y="541"/>
                    </a:cubicBezTo>
                    <a:cubicBezTo>
                      <a:pt x="735" y="540"/>
                      <a:pt x="732" y="539"/>
                      <a:pt x="730" y="539"/>
                    </a:cubicBezTo>
                    <a:cubicBezTo>
                      <a:pt x="728" y="539"/>
                      <a:pt x="726" y="538"/>
                      <a:pt x="727" y="536"/>
                    </a:cubicBezTo>
                    <a:cubicBezTo>
                      <a:pt x="728" y="534"/>
                      <a:pt x="731" y="536"/>
                      <a:pt x="733" y="536"/>
                    </a:cubicBezTo>
                    <a:cubicBezTo>
                      <a:pt x="735" y="537"/>
                      <a:pt x="738" y="536"/>
                      <a:pt x="740" y="537"/>
                    </a:cubicBezTo>
                    <a:cubicBezTo>
                      <a:pt x="741" y="537"/>
                      <a:pt x="742" y="537"/>
                      <a:pt x="743" y="537"/>
                    </a:cubicBezTo>
                    <a:cubicBezTo>
                      <a:pt x="745" y="538"/>
                      <a:pt x="746" y="538"/>
                      <a:pt x="748" y="538"/>
                    </a:cubicBezTo>
                    <a:cubicBezTo>
                      <a:pt x="749" y="538"/>
                      <a:pt x="751" y="538"/>
                      <a:pt x="752" y="539"/>
                    </a:cubicBezTo>
                    <a:close/>
                    <a:moveTo>
                      <a:pt x="744" y="470"/>
                    </a:moveTo>
                    <a:cubicBezTo>
                      <a:pt x="744" y="472"/>
                      <a:pt x="739" y="473"/>
                      <a:pt x="738" y="473"/>
                    </a:cubicBezTo>
                    <a:cubicBezTo>
                      <a:pt x="737" y="472"/>
                      <a:pt x="735" y="471"/>
                      <a:pt x="734" y="470"/>
                    </a:cubicBezTo>
                    <a:cubicBezTo>
                      <a:pt x="733" y="469"/>
                      <a:pt x="735" y="468"/>
                      <a:pt x="736" y="468"/>
                    </a:cubicBezTo>
                    <a:cubicBezTo>
                      <a:pt x="738" y="468"/>
                      <a:pt x="740" y="468"/>
                      <a:pt x="741" y="468"/>
                    </a:cubicBezTo>
                    <a:cubicBezTo>
                      <a:pt x="742" y="468"/>
                      <a:pt x="744" y="469"/>
                      <a:pt x="744" y="470"/>
                    </a:cubicBezTo>
                    <a:close/>
                    <a:moveTo>
                      <a:pt x="738" y="258"/>
                    </a:moveTo>
                    <a:cubicBezTo>
                      <a:pt x="738" y="261"/>
                      <a:pt x="734" y="259"/>
                      <a:pt x="733" y="258"/>
                    </a:cubicBezTo>
                    <a:cubicBezTo>
                      <a:pt x="731" y="256"/>
                      <a:pt x="730" y="254"/>
                      <a:pt x="728" y="252"/>
                    </a:cubicBezTo>
                    <a:cubicBezTo>
                      <a:pt x="728" y="251"/>
                      <a:pt x="725" y="249"/>
                      <a:pt x="725" y="247"/>
                    </a:cubicBezTo>
                    <a:cubicBezTo>
                      <a:pt x="725" y="246"/>
                      <a:pt x="727" y="246"/>
                      <a:pt x="728" y="246"/>
                    </a:cubicBezTo>
                    <a:cubicBezTo>
                      <a:pt x="731" y="247"/>
                      <a:pt x="732" y="248"/>
                      <a:pt x="733" y="251"/>
                    </a:cubicBezTo>
                    <a:cubicBezTo>
                      <a:pt x="734" y="252"/>
                      <a:pt x="734" y="253"/>
                      <a:pt x="735" y="253"/>
                    </a:cubicBezTo>
                    <a:cubicBezTo>
                      <a:pt x="736" y="254"/>
                      <a:pt x="737" y="254"/>
                      <a:pt x="738" y="255"/>
                    </a:cubicBezTo>
                    <a:cubicBezTo>
                      <a:pt x="738" y="256"/>
                      <a:pt x="739" y="257"/>
                      <a:pt x="738" y="258"/>
                    </a:cubicBezTo>
                    <a:close/>
                    <a:moveTo>
                      <a:pt x="741" y="250"/>
                    </a:moveTo>
                    <a:cubicBezTo>
                      <a:pt x="740" y="251"/>
                      <a:pt x="739" y="250"/>
                      <a:pt x="738" y="248"/>
                    </a:cubicBezTo>
                    <a:cubicBezTo>
                      <a:pt x="738" y="247"/>
                      <a:pt x="739" y="245"/>
                      <a:pt x="741" y="245"/>
                    </a:cubicBezTo>
                    <a:cubicBezTo>
                      <a:pt x="742" y="245"/>
                      <a:pt x="743" y="246"/>
                      <a:pt x="743" y="248"/>
                    </a:cubicBezTo>
                    <a:cubicBezTo>
                      <a:pt x="744" y="249"/>
                      <a:pt x="742" y="250"/>
                      <a:pt x="741" y="250"/>
                    </a:cubicBezTo>
                    <a:close/>
                    <a:moveTo>
                      <a:pt x="766" y="213"/>
                    </a:moveTo>
                    <a:cubicBezTo>
                      <a:pt x="764" y="211"/>
                      <a:pt x="764" y="209"/>
                      <a:pt x="763" y="208"/>
                    </a:cubicBezTo>
                    <a:cubicBezTo>
                      <a:pt x="762" y="207"/>
                      <a:pt x="761" y="206"/>
                      <a:pt x="760" y="205"/>
                    </a:cubicBezTo>
                    <a:cubicBezTo>
                      <a:pt x="760" y="203"/>
                      <a:pt x="761" y="201"/>
                      <a:pt x="762" y="202"/>
                    </a:cubicBezTo>
                    <a:cubicBezTo>
                      <a:pt x="763" y="202"/>
                      <a:pt x="764" y="204"/>
                      <a:pt x="765" y="204"/>
                    </a:cubicBezTo>
                    <a:cubicBezTo>
                      <a:pt x="766" y="206"/>
                      <a:pt x="766" y="208"/>
                      <a:pt x="767" y="210"/>
                    </a:cubicBezTo>
                    <a:cubicBezTo>
                      <a:pt x="767" y="212"/>
                      <a:pt x="767" y="215"/>
                      <a:pt x="766" y="213"/>
                    </a:cubicBezTo>
                    <a:close/>
                    <a:moveTo>
                      <a:pt x="769" y="92"/>
                    </a:moveTo>
                    <a:cubicBezTo>
                      <a:pt x="769" y="91"/>
                      <a:pt x="770" y="90"/>
                      <a:pt x="771" y="90"/>
                    </a:cubicBezTo>
                    <a:cubicBezTo>
                      <a:pt x="771" y="89"/>
                      <a:pt x="771" y="88"/>
                      <a:pt x="772" y="87"/>
                    </a:cubicBezTo>
                    <a:cubicBezTo>
                      <a:pt x="773" y="85"/>
                      <a:pt x="776" y="85"/>
                      <a:pt x="777" y="87"/>
                    </a:cubicBezTo>
                    <a:cubicBezTo>
                      <a:pt x="778" y="87"/>
                      <a:pt x="778" y="88"/>
                      <a:pt x="778" y="88"/>
                    </a:cubicBezTo>
                    <a:cubicBezTo>
                      <a:pt x="778" y="89"/>
                      <a:pt x="777" y="89"/>
                      <a:pt x="777" y="90"/>
                    </a:cubicBezTo>
                    <a:cubicBezTo>
                      <a:pt x="776" y="90"/>
                      <a:pt x="776" y="91"/>
                      <a:pt x="776" y="92"/>
                    </a:cubicBezTo>
                    <a:cubicBezTo>
                      <a:pt x="776" y="93"/>
                      <a:pt x="776" y="93"/>
                      <a:pt x="775" y="93"/>
                    </a:cubicBezTo>
                    <a:cubicBezTo>
                      <a:pt x="774" y="94"/>
                      <a:pt x="772" y="95"/>
                      <a:pt x="771" y="96"/>
                    </a:cubicBezTo>
                    <a:cubicBezTo>
                      <a:pt x="771" y="97"/>
                      <a:pt x="770" y="98"/>
                      <a:pt x="768" y="97"/>
                    </a:cubicBezTo>
                    <a:cubicBezTo>
                      <a:pt x="767" y="96"/>
                      <a:pt x="768" y="93"/>
                      <a:pt x="769" y="92"/>
                    </a:cubicBezTo>
                    <a:close/>
                    <a:moveTo>
                      <a:pt x="750" y="115"/>
                    </a:moveTo>
                    <a:cubicBezTo>
                      <a:pt x="750" y="115"/>
                      <a:pt x="751" y="115"/>
                      <a:pt x="751" y="115"/>
                    </a:cubicBezTo>
                    <a:cubicBezTo>
                      <a:pt x="753" y="115"/>
                      <a:pt x="753" y="119"/>
                      <a:pt x="751" y="120"/>
                    </a:cubicBezTo>
                    <a:cubicBezTo>
                      <a:pt x="751" y="120"/>
                      <a:pt x="750" y="120"/>
                      <a:pt x="749" y="119"/>
                    </a:cubicBezTo>
                    <a:cubicBezTo>
                      <a:pt x="747" y="118"/>
                      <a:pt x="748" y="116"/>
                      <a:pt x="750" y="115"/>
                    </a:cubicBezTo>
                    <a:close/>
                    <a:moveTo>
                      <a:pt x="740" y="103"/>
                    </a:moveTo>
                    <a:cubicBezTo>
                      <a:pt x="742" y="104"/>
                      <a:pt x="742" y="105"/>
                      <a:pt x="742" y="106"/>
                    </a:cubicBezTo>
                    <a:cubicBezTo>
                      <a:pt x="742" y="108"/>
                      <a:pt x="745" y="113"/>
                      <a:pt x="741" y="113"/>
                    </a:cubicBezTo>
                    <a:cubicBezTo>
                      <a:pt x="739" y="112"/>
                      <a:pt x="738" y="108"/>
                      <a:pt x="738" y="106"/>
                    </a:cubicBezTo>
                    <a:cubicBezTo>
                      <a:pt x="738" y="105"/>
                      <a:pt x="738" y="102"/>
                      <a:pt x="740" y="103"/>
                    </a:cubicBezTo>
                    <a:close/>
                    <a:moveTo>
                      <a:pt x="736" y="117"/>
                    </a:moveTo>
                    <a:cubicBezTo>
                      <a:pt x="740" y="117"/>
                      <a:pt x="740" y="126"/>
                      <a:pt x="741" y="128"/>
                    </a:cubicBezTo>
                    <a:cubicBezTo>
                      <a:pt x="743" y="134"/>
                      <a:pt x="748" y="138"/>
                      <a:pt x="753" y="142"/>
                    </a:cubicBezTo>
                    <a:cubicBezTo>
                      <a:pt x="757" y="145"/>
                      <a:pt x="759" y="149"/>
                      <a:pt x="761" y="154"/>
                    </a:cubicBezTo>
                    <a:cubicBezTo>
                      <a:pt x="763" y="157"/>
                      <a:pt x="765" y="161"/>
                      <a:pt x="765" y="165"/>
                    </a:cubicBezTo>
                    <a:cubicBezTo>
                      <a:pt x="766" y="167"/>
                      <a:pt x="766" y="169"/>
                      <a:pt x="767" y="171"/>
                    </a:cubicBezTo>
                    <a:cubicBezTo>
                      <a:pt x="768" y="173"/>
                      <a:pt x="769" y="174"/>
                      <a:pt x="770" y="176"/>
                    </a:cubicBezTo>
                    <a:cubicBezTo>
                      <a:pt x="772" y="181"/>
                      <a:pt x="766" y="180"/>
                      <a:pt x="763" y="179"/>
                    </a:cubicBezTo>
                    <a:cubicBezTo>
                      <a:pt x="763" y="177"/>
                      <a:pt x="762" y="176"/>
                      <a:pt x="762" y="174"/>
                    </a:cubicBezTo>
                    <a:cubicBezTo>
                      <a:pt x="763" y="172"/>
                      <a:pt x="762" y="170"/>
                      <a:pt x="761" y="168"/>
                    </a:cubicBezTo>
                    <a:cubicBezTo>
                      <a:pt x="760" y="165"/>
                      <a:pt x="759" y="161"/>
                      <a:pt x="757" y="158"/>
                    </a:cubicBezTo>
                    <a:cubicBezTo>
                      <a:pt x="754" y="152"/>
                      <a:pt x="749" y="148"/>
                      <a:pt x="745" y="142"/>
                    </a:cubicBezTo>
                    <a:cubicBezTo>
                      <a:pt x="742" y="138"/>
                      <a:pt x="739" y="132"/>
                      <a:pt x="737" y="127"/>
                    </a:cubicBezTo>
                    <a:cubicBezTo>
                      <a:pt x="735" y="126"/>
                      <a:pt x="732" y="118"/>
                      <a:pt x="736" y="117"/>
                    </a:cubicBezTo>
                    <a:close/>
                    <a:moveTo>
                      <a:pt x="742" y="185"/>
                    </a:moveTo>
                    <a:cubicBezTo>
                      <a:pt x="744" y="188"/>
                      <a:pt x="747" y="191"/>
                      <a:pt x="749" y="194"/>
                    </a:cubicBezTo>
                    <a:cubicBezTo>
                      <a:pt x="750" y="196"/>
                      <a:pt x="751" y="197"/>
                      <a:pt x="752" y="199"/>
                    </a:cubicBezTo>
                    <a:cubicBezTo>
                      <a:pt x="753" y="200"/>
                      <a:pt x="754" y="201"/>
                      <a:pt x="755" y="203"/>
                    </a:cubicBezTo>
                    <a:cubicBezTo>
                      <a:pt x="756" y="205"/>
                      <a:pt x="757" y="207"/>
                      <a:pt x="758" y="209"/>
                    </a:cubicBezTo>
                    <a:cubicBezTo>
                      <a:pt x="758" y="210"/>
                      <a:pt x="759" y="213"/>
                      <a:pt x="760" y="213"/>
                    </a:cubicBezTo>
                    <a:cubicBezTo>
                      <a:pt x="760" y="213"/>
                      <a:pt x="761" y="215"/>
                      <a:pt x="760" y="215"/>
                    </a:cubicBezTo>
                    <a:cubicBezTo>
                      <a:pt x="758" y="218"/>
                      <a:pt x="756" y="214"/>
                      <a:pt x="755" y="212"/>
                    </a:cubicBezTo>
                    <a:cubicBezTo>
                      <a:pt x="753" y="209"/>
                      <a:pt x="751" y="205"/>
                      <a:pt x="749" y="201"/>
                    </a:cubicBezTo>
                    <a:cubicBezTo>
                      <a:pt x="747" y="197"/>
                      <a:pt x="745" y="195"/>
                      <a:pt x="742" y="193"/>
                    </a:cubicBezTo>
                    <a:cubicBezTo>
                      <a:pt x="740" y="191"/>
                      <a:pt x="739" y="188"/>
                      <a:pt x="737" y="186"/>
                    </a:cubicBezTo>
                    <a:cubicBezTo>
                      <a:pt x="734" y="184"/>
                      <a:pt x="732" y="181"/>
                      <a:pt x="729" y="178"/>
                    </a:cubicBezTo>
                    <a:cubicBezTo>
                      <a:pt x="728" y="177"/>
                      <a:pt x="727" y="175"/>
                      <a:pt x="726" y="174"/>
                    </a:cubicBezTo>
                    <a:cubicBezTo>
                      <a:pt x="725" y="173"/>
                      <a:pt x="724" y="172"/>
                      <a:pt x="724" y="170"/>
                    </a:cubicBezTo>
                    <a:cubicBezTo>
                      <a:pt x="728" y="170"/>
                      <a:pt x="730" y="169"/>
                      <a:pt x="734" y="172"/>
                    </a:cubicBezTo>
                    <a:cubicBezTo>
                      <a:pt x="738" y="176"/>
                      <a:pt x="740" y="181"/>
                      <a:pt x="742" y="185"/>
                    </a:cubicBezTo>
                    <a:close/>
                    <a:moveTo>
                      <a:pt x="733" y="93"/>
                    </a:moveTo>
                    <a:cubicBezTo>
                      <a:pt x="733" y="94"/>
                      <a:pt x="734" y="97"/>
                      <a:pt x="733" y="98"/>
                    </a:cubicBezTo>
                    <a:cubicBezTo>
                      <a:pt x="732" y="98"/>
                      <a:pt x="731" y="97"/>
                      <a:pt x="730" y="96"/>
                    </a:cubicBezTo>
                    <a:cubicBezTo>
                      <a:pt x="730" y="94"/>
                      <a:pt x="729" y="93"/>
                      <a:pt x="728" y="91"/>
                    </a:cubicBezTo>
                    <a:cubicBezTo>
                      <a:pt x="727" y="90"/>
                      <a:pt x="726" y="89"/>
                      <a:pt x="725" y="88"/>
                    </a:cubicBezTo>
                    <a:cubicBezTo>
                      <a:pt x="725" y="88"/>
                      <a:pt x="723" y="86"/>
                      <a:pt x="724" y="85"/>
                    </a:cubicBezTo>
                    <a:cubicBezTo>
                      <a:pt x="725" y="85"/>
                      <a:pt x="726" y="84"/>
                      <a:pt x="727" y="85"/>
                    </a:cubicBezTo>
                    <a:cubicBezTo>
                      <a:pt x="728" y="85"/>
                      <a:pt x="729" y="87"/>
                      <a:pt x="729" y="88"/>
                    </a:cubicBezTo>
                    <a:cubicBezTo>
                      <a:pt x="730" y="88"/>
                      <a:pt x="731" y="89"/>
                      <a:pt x="732" y="90"/>
                    </a:cubicBezTo>
                    <a:cubicBezTo>
                      <a:pt x="733" y="91"/>
                      <a:pt x="733" y="92"/>
                      <a:pt x="733" y="93"/>
                    </a:cubicBezTo>
                    <a:close/>
                    <a:moveTo>
                      <a:pt x="721" y="73"/>
                    </a:moveTo>
                    <a:cubicBezTo>
                      <a:pt x="723" y="72"/>
                      <a:pt x="725" y="72"/>
                      <a:pt x="727" y="72"/>
                    </a:cubicBezTo>
                    <a:cubicBezTo>
                      <a:pt x="731" y="73"/>
                      <a:pt x="730" y="77"/>
                      <a:pt x="728" y="79"/>
                    </a:cubicBezTo>
                    <a:cubicBezTo>
                      <a:pt x="727" y="80"/>
                      <a:pt x="725" y="81"/>
                      <a:pt x="724" y="82"/>
                    </a:cubicBezTo>
                    <a:cubicBezTo>
                      <a:pt x="722" y="82"/>
                      <a:pt x="721" y="79"/>
                      <a:pt x="720" y="77"/>
                    </a:cubicBezTo>
                    <a:cubicBezTo>
                      <a:pt x="720" y="75"/>
                      <a:pt x="719" y="74"/>
                      <a:pt x="721" y="73"/>
                    </a:cubicBezTo>
                    <a:close/>
                    <a:moveTo>
                      <a:pt x="715" y="85"/>
                    </a:moveTo>
                    <a:cubicBezTo>
                      <a:pt x="717" y="84"/>
                      <a:pt x="719" y="88"/>
                      <a:pt x="720" y="89"/>
                    </a:cubicBezTo>
                    <a:cubicBezTo>
                      <a:pt x="721" y="89"/>
                      <a:pt x="719" y="92"/>
                      <a:pt x="718" y="92"/>
                    </a:cubicBezTo>
                    <a:cubicBezTo>
                      <a:pt x="718" y="92"/>
                      <a:pt x="716" y="92"/>
                      <a:pt x="715" y="91"/>
                    </a:cubicBezTo>
                    <a:cubicBezTo>
                      <a:pt x="714" y="91"/>
                      <a:pt x="714" y="89"/>
                      <a:pt x="714" y="88"/>
                    </a:cubicBezTo>
                    <a:cubicBezTo>
                      <a:pt x="714" y="87"/>
                      <a:pt x="714" y="85"/>
                      <a:pt x="715" y="85"/>
                    </a:cubicBezTo>
                    <a:close/>
                    <a:moveTo>
                      <a:pt x="717" y="122"/>
                    </a:moveTo>
                    <a:cubicBezTo>
                      <a:pt x="715" y="122"/>
                      <a:pt x="715" y="119"/>
                      <a:pt x="717" y="120"/>
                    </a:cubicBezTo>
                    <a:cubicBezTo>
                      <a:pt x="717" y="120"/>
                      <a:pt x="717" y="120"/>
                      <a:pt x="717" y="120"/>
                    </a:cubicBezTo>
                    <a:cubicBezTo>
                      <a:pt x="718" y="120"/>
                      <a:pt x="719" y="122"/>
                      <a:pt x="717" y="122"/>
                    </a:cubicBezTo>
                    <a:close/>
                    <a:moveTo>
                      <a:pt x="705" y="163"/>
                    </a:moveTo>
                    <a:cubicBezTo>
                      <a:pt x="705" y="161"/>
                      <a:pt x="711" y="161"/>
                      <a:pt x="710" y="164"/>
                    </a:cubicBezTo>
                    <a:cubicBezTo>
                      <a:pt x="710" y="165"/>
                      <a:pt x="708" y="166"/>
                      <a:pt x="707" y="166"/>
                    </a:cubicBezTo>
                    <a:cubicBezTo>
                      <a:pt x="706" y="166"/>
                      <a:pt x="704" y="164"/>
                      <a:pt x="705" y="163"/>
                    </a:cubicBezTo>
                    <a:close/>
                    <a:moveTo>
                      <a:pt x="721" y="349"/>
                    </a:moveTo>
                    <a:cubicBezTo>
                      <a:pt x="726" y="345"/>
                      <a:pt x="731" y="339"/>
                      <a:pt x="737" y="336"/>
                    </a:cubicBezTo>
                    <a:cubicBezTo>
                      <a:pt x="737" y="336"/>
                      <a:pt x="740" y="334"/>
                      <a:pt x="741" y="335"/>
                    </a:cubicBezTo>
                    <a:cubicBezTo>
                      <a:pt x="742" y="336"/>
                      <a:pt x="740" y="338"/>
                      <a:pt x="739" y="339"/>
                    </a:cubicBezTo>
                    <a:cubicBezTo>
                      <a:pt x="735" y="345"/>
                      <a:pt x="728" y="349"/>
                      <a:pt x="723" y="354"/>
                    </a:cubicBezTo>
                    <a:cubicBezTo>
                      <a:pt x="717" y="358"/>
                      <a:pt x="712" y="361"/>
                      <a:pt x="707" y="365"/>
                    </a:cubicBezTo>
                    <a:cubicBezTo>
                      <a:pt x="704" y="368"/>
                      <a:pt x="702" y="370"/>
                      <a:pt x="699" y="372"/>
                    </a:cubicBezTo>
                    <a:cubicBezTo>
                      <a:pt x="695" y="375"/>
                      <a:pt x="690" y="379"/>
                      <a:pt x="685" y="383"/>
                    </a:cubicBezTo>
                    <a:cubicBezTo>
                      <a:pt x="683" y="385"/>
                      <a:pt x="681" y="387"/>
                      <a:pt x="679" y="389"/>
                    </a:cubicBezTo>
                    <a:cubicBezTo>
                      <a:pt x="677" y="391"/>
                      <a:pt x="675" y="392"/>
                      <a:pt x="673" y="393"/>
                    </a:cubicBezTo>
                    <a:cubicBezTo>
                      <a:pt x="672" y="394"/>
                      <a:pt x="670" y="395"/>
                      <a:pt x="669" y="397"/>
                    </a:cubicBezTo>
                    <a:cubicBezTo>
                      <a:pt x="667" y="398"/>
                      <a:pt x="665" y="399"/>
                      <a:pt x="663" y="400"/>
                    </a:cubicBezTo>
                    <a:cubicBezTo>
                      <a:pt x="663" y="400"/>
                      <a:pt x="663" y="400"/>
                      <a:pt x="663" y="400"/>
                    </a:cubicBezTo>
                    <a:cubicBezTo>
                      <a:pt x="663" y="401"/>
                      <a:pt x="662" y="401"/>
                      <a:pt x="662" y="401"/>
                    </a:cubicBezTo>
                    <a:cubicBezTo>
                      <a:pt x="662" y="401"/>
                      <a:pt x="661" y="401"/>
                      <a:pt x="661" y="401"/>
                    </a:cubicBezTo>
                    <a:cubicBezTo>
                      <a:pt x="660" y="401"/>
                      <a:pt x="660" y="399"/>
                      <a:pt x="660" y="398"/>
                    </a:cubicBezTo>
                    <a:cubicBezTo>
                      <a:pt x="661" y="396"/>
                      <a:pt x="664" y="394"/>
                      <a:pt x="666" y="392"/>
                    </a:cubicBezTo>
                    <a:cubicBezTo>
                      <a:pt x="669" y="391"/>
                      <a:pt x="671" y="388"/>
                      <a:pt x="673" y="387"/>
                    </a:cubicBezTo>
                    <a:cubicBezTo>
                      <a:pt x="679" y="383"/>
                      <a:pt x="684" y="379"/>
                      <a:pt x="690" y="375"/>
                    </a:cubicBezTo>
                    <a:cubicBezTo>
                      <a:pt x="700" y="366"/>
                      <a:pt x="712" y="359"/>
                      <a:pt x="721" y="349"/>
                    </a:cubicBezTo>
                    <a:close/>
                    <a:moveTo>
                      <a:pt x="671" y="496"/>
                    </a:moveTo>
                    <a:cubicBezTo>
                      <a:pt x="674" y="493"/>
                      <a:pt x="678" y="490"/>
                      <a:pt x="680" y="487"/>
                    </a:cubicBezTo>
                    <a:cubicBezTo>
                      <a:pt x="682" y="483"/>
                      <a:pt x="685" y="480"/>
                      <a:pt x="688" y="478"/>
                    </a:cubicBezTo>
                    <a:cubicBezTo>
                      <a:pt x="690" y="477"/>
                      <a:pt x="693" y="475"/>
                      <a:pt x="695" y="474"/>
                    </a:cubicBezTo>
                    <a:cubicBezTo>
                      <a:pt x="696" y="473"/>
                      <a:pt x="697" y="472"/>
                      <a:pt x="698" y="471"/>
                    </a:cubicBezTo>
                    <a:cubicBezTo>
                      <a:pt x="699" y="470"/>
                      <a:pt x="706" y="467"/>
                      <a:pt x="705" y="471"/>
                    </a:cubicBezTo>
                    <a:cubicBezTo>
                      <a:pt x="705" y="472"/>
                      <a:pt x="703" y="473"/>
                      <a:pt x="702" y="474"/>
                    </a:cubicBezTo>
                    <a:cubicBezTo>
                      <a:pt x="700" y="475"/>
                      <a:pt x="698" y="477"/>
                      <a:pt x="696" y="478"/>
                    </a:cubicBezTo>
                    <a:cubicBezTo>
                      <a:pt x="692" y="480"/>
                      <a:pt x="689" y="483"/>
                      <a:pt x="686" y="486"/>
                    </a:cubicBezTo>
                    <a:cubicBezTo>
                      <a:pt x="684" y="489"/>
                      <a:pt x="682" y="493"/>
                      <a:pt x="679" y="495"/>
                    </a:cubicBezTo>
                    <a:cubicBezTo>
                      <a:pt x="678" y="496"/>
                      <a:pt x="677" y="497"/>
                      <a:pt x="676" y="499"/>
                    </a:cubicBezTo>
                    <a:cubicBezTo>
                      <a:pt x="675" y="500"/>
                      <a:pt x="675" y="501"/>
                      <a:pt x="674" y="502"/>
                    </a:cubicBezTo>
                    <a:cubicBezTo>
                      <a:pt x="672" y="504"/>
                      <a:pt x="670" y="506"/>
                      <a:pt x="668" y="507"/>
                    </a:cubicBezTo>
                    <a:cubicBezTo>
                      <a:pt x="666" y="508"/>
                      <a:pt x="663" y="511"/>
                      <a:pt x="663" y="507"/>
                    </a:cubicBezTo>
                    <a:cubicBezTo>
                      <a:pt x="663" y="503"/>
                      <a:pt x="668" y="499"/>
                      <a:pt x="671" y="496"/>
                    </a:cubicBezTo>
                    <a:close/>
                    <a:moveTo>
                      <a:pt x="663" y="460"/>
                    </a:moveTo>
                    <a:cubicBezTo>
                      <a:pt x="661" y="460"/>
                      <a:pt x="662" y="457"/>
                      <a:pt x="663" y="457"/>
                    </a:cubicBezTo>
                    <a:cubicBezTo>
                      <a:pt x="664" y="456"/>
                      <a:pt x="666" y="456"/>
                      <a:pt x="667" y="456"/>
                    </a:cubicBezTo>
                    <a:cubicBezTo>
                      <a:pt x="670" y="455"/>
                      <a:pt x="671" y="453"/>
                      <a:pt x="674" y="452"/>
                    </a:cubicBezTo>
                    <a:cubicBezTo>
                      <a:pt x="675" y="451"/>
                      <a:pt x="677" y="451"/>
                      <a:pt x="679" y="451"/>
                    </a:cubicBezTo>
                    <a:cubicBezTo>
                      <a:pt x="680" y="450"/>
                      <a:pt x="682" y="450"/>
                      <a:pt x="684" y="450"/>
                    </a:cubicBezTo>
                    <a:cubicBezTo>
                      <a:pt x="686" y="450"/>
                      <a:pt x="689" y="449"/>
                      <a:pt x="690" y="451"/>
                    </a:cubicBezTo>
                    <a:cubicBezTo>
                      <a:pt x="693" y="455"/>
                      <a:pt x="683" y="455"/>
                      <a:pt x="681" y="455"/>
                    </a:cubicBezTo>
                    <a:cubicBezTo>
                      <a:pt x="678" y="456"/>
                      <a:pt x="674" y="456"/>
                      <a:pt x="673" y="459"/>
                    </a:cubicBezTo>
                    <a:cubicBezTo>
                      <a:pt x="672" y="460"/>
                      <a:pt x="670" y="460"/>
                      <a:pt x="668" y="460"/>
                    </a:cubicBezTo>
                    <a:cubicBezTo>
                      <a:pt x="667" y="460"/>
                      <a:pt x="667" y="460"/>
                      <a:pt x="666" y="460"/>
                    </a:cubicBezTo>
                    <a:cubicBezTo>
                      <a:pt x="665" y="460"/>
                      <a:pt x="664" y="461"/>
                      <a:pt x="663" y="460"/>
                    </a:cubicBezTo>
                    <a:close/>
                    <a:moveTo>
                      <a:pt x="706" y="377"/>
                    </a:moveTo>
                    <a:cubicBezTo>
                      <a:pt x="707" y="377"/>
                      <a:pt x="708" y="377"/>
                      <a:pt x="709" y="376"/>
                    </a:cubicBezTo>
                    <a:cubicBezTo>
                      <a:pt x="710" y="375"/>
                      <a:pt x="710" y="375"/>
                      <a:pt x="711" y="374"/>
                    </a:cubicBezTo>
                    <a:cubicBezTo>
                      <a:pt x="712" y="374"/>
                      <a:pt x="715" y="374"/>
                      <a:pt x="715" y="376"/>
                    </a:cubicBezTo>
                    <a:cubicBezTo>
                      <a:pt x="716" y="377"/>
                      <a:pt x="714" y="377"/>
                      <a:pt x="714" y="378"/>
                    </a:cubicBezTo>
                    <a:cubicBezTo>
                      <a:pt x="711" y="379"/>
                      <a:pt x="710" y="382"/>
                      <a:pt x="707" y="383"/>
                    </a:cubicBezTo>
                    <a:cubicBezTo>
                      <a:pt x="706" y="383"/>
                      <a:pt x="704" y="383"/>
                      <a:pt x="704" y="381"/>
                    </a:cubicBezTo>
                    <a:cubicBezTo>
                      <a:pt x="703" y="379"/>
                      <a:pt x="705" y="377"/>
                      <a:pt x="706" y="377"/>
                    </a:cubicBezTo>
                    <a:close/>
                    <a:moveTo>
                      <a:pt x="698" y="500"/>
                    </a:moveTo>
                    <a:cubicBezTo>
                      <a:pt x="698" y="498"/>
                      <a:pt x="699" y="497"/>
                      <a:pt x="701" y="497"/>
                    </a:cubicBezTo>
                    <a:cubicBezTo>
                      <a:pt x="703" y="497"/>
                      <a:pt x="705" y="497"/>
                      <a:pt x="704" y="499"/>
                    </a:cubicBezTo>
                    <a:cubicBezTo>
                      <a:pt x="704" y="501"/>
                      <a:pt x="702" y="502"/>
                      <a:pt x="701" y="503"/>
                    </a:cubicBezTo>
                    <a:cubicBezTo>
                      <a:pt x="700" y="504"/>
                      <a:pt x="699" y="506"/>
                      <a:pt x="698" y="504"/>
                    </a:cubicBezTo>
                    <a:cubicBezTo>
                      <a:pt x="697" y="503"/>
                      <a:pt x="698" y="501"/>
                      <a:pt x="698" y="500"/>
                    </a:cubicBezTo>
                    <a:close/>
                    <a:moveTo>
                      <a:pt x="707" y="514"/>
                    </a:moveTo>
                    <a:cubicBezTo>
                      <a:pt x="709" y="514"/>
                      <a:pt x="712" y="513"/>
                      <a:pt x="713" y="514"/>
                    </a:cubicBezTo>
                    <a:cubicBezTo>
                      <a:pt x="714" y="514"/>
                      <a:pt x="716" y="516"/>
                      <a:pt x="716" y="517"/>
                    </a:cubicBezTo>
                    <a:cubicBezTo>
                      <a:pt x="715" y="518"/>
                      <a:pt x="711" y="517"/>
                      <a:pt x="710" y="517"/>
                    </a:cubicBezTo>
                    <a:cubicBezTo>
                      <a:pt x="708" y="517"/>
                      <a:pt x="706" y="518"/>
                      <a:pt x="704" y="516"/>
                    </a:cubicBezTo>
                    <a:cubicBezTo>
                      <a:pt x="703" y="514"/>
                      <a:pt x="706" y="514"/>
                      <a:pt x="707" y="514"/>
                    </a:cubicBezTo>
                    <a:close/>
                    <a:moveTo>
                      <a:pt x="667" y="179"/>
                    </a:moveTo>
                    <a:cubicBezTo>
                      <a:pt x="668" y="178"/>
                      <a:pt x="670" y="177"/>
                      <a:pt x="671" y="177"/>
                    </a:cubicBezTo>
                    <a:cubicBezTo>
                      <a:pt x="671" y="178"/>
                      <a:pt x="671" y="179"/>
                      <a:pt x="672" y="179"/>
                    </a:cubicBezTo>
                    <a:cubicBezTo>
                      <a:pt x="672" y="180"/>
                      <a:pt x="673" y="180"/>
                      <a:pt x="674" y="181"/>
                    </a:cubicBezTo>
                    <a:cubicBezTo>
                      <a:pt x="674" y="182"/>
                      <a:pt x="673" y="184"/>
                      <a:pt x="672" y="184"/>
                    </a:cubicBezTo>
                    <a:cubicBezTo>
                      <a:pt x="671" y="185"/>
                      <a:pt x="669" y="184"/>
                      <a:pt x="668" y="184"/>
                    </a:cubicBezTo>
                    <a:cubicBezTo>
                      <a:pt x="667" y="183"/>
                      <a:pt x="668" y="182"/>
                      <a:pt x="667" y="182"/>
                    </a:cubicBezTo>
                    <a:cubicBezTo>
                      <a:pt x="667" y="182"/>
                      <a:pt x="666" y="181"/>
                      <a:pt x="666" y="181"/>
                    </a:cubicBezTo>
                    <a:cubicBezTo>
                      <a:pt x="666" y="180"/>
                      <a:pt x="666" y="179"/>
                      <a:pt x="667" y="179"/>
                    </a:cubicBezTo>
                    <a:close/>
                    <a:moveTo>
                      <a:pt x="664" y="170"/>
                    </a:moveTo>
                    <a:cubicBezTo>
                      <a:pt x="663" y="169"/>
                      <a:pt x="663" y="167"/>
                      <a:pt x="664" y="166"/>
                    </a:cubicBezTo>
                    <a:cubicBezTo>
                      <a:pt x="665" y="166"/>
                      <a:pt x="665" y="166"/>
                      <a:pt x="665" y="166"/>
                    </a:cubicBezTo>
                    <a:cubicBezTo>
                      <a:pt x="667" y="165"/>
                      <a:pt x="670" y="167"/>
                      <a:pt x="669" y="169"/>
                    </a:cubicBezTo>
                    <a:cubicBezTo>
                      <a:pt x="668" y="170"/>
                      <a:pt x="665" y="171"/>
                      <a:pt x="664" y="170"/>
                    </a:cubicBezTo>
                    <a:close/>
                    <a:moveTo>
                      <a:pt x="673" y="267"/>
                    </a:moveTo>
                    <a:cubicBezTo>
                      <a:pt x="673" y="268"/>
                      <a:pt x="672" y="269"/>
                      <a:pt x="672" y="270"/>
                    </a:cubicBezTo>
                    <a:cubicBezTo>
                      <a:pt x="672" y="270"/>
                      <a:pt x="672" y="270"/>
                      <a:pt x="671" y="270"/>
                    </a:cubicBezTo>
                    <a:cubicBezTo>
                      <a:pt x="671" y="270"/>
                      <a:pt x="669" y="270"/>
                      <a:pt x="669" y="270"/>
                    </a:cubicBezTo>
                    <a:cubicBezTo>
                      <a:pt x="669" y="269"/>
                      <a:pt x="668" y="269"/>
                      <a:pt x="669" y="268"/>
                    </a:cubicBezTo>
                    <a:cubicBezTo>
                      <a:pt x="669" y="267"/>
                      <a:pt x="670" y="267"/>
                      <a:pt x="671" y="266"/>
                    </a:cubicBezTo>
                    <a:cubicBezTo>
                      <a:pt x="671" y="266"/>
                      <a:pt x="673" y="266"/>
                      <a:pt x="673" y="267"/>
                    </a:cubicBezTo>
                    <a:close/>
                    <a:moveTo>
                      <a:pt x="687" y="265"/>
                    </a:moveTo>
                    <a:cubicBezTo>
                      <a:pt x="688" y="266"/>
                      <a:pt x="690" y="266"/>
                      <a:pt x="691" y="267"/>
                    </a:cubicBezTo>
                    <a:cubicBezTo>
                      <a:pt x="691" y="268"/>
                      <a:pt x="692" y="268"/>
                      <a:pt x="692" y="269"/>
                    </a:cubicBezTo>
                    <a:cubicBezTo>
                      <a:pt x="693" y="269"/>
                      <a:pt x="694" y="269"/>
                      <a:pt x="695" y="270"/>
                    </a:cubicBezTo>
                    <a:cubicBezTo>
                      <a:pt x="696" y="271"/>
                      <a:pt x="696" y="272"/>
                      <a:pt x="696" y="274"/>
                    </a:cubicBezTo>
                    <a:cubicBezTo>
                      <a:pt x="695" y="276"/>
                      <a:pt x="697" y="277"/>
                      <a:pt x="696" y="279"/>
                    </a:cubicBezTo>
                    <a:cubicBezTo>
                      <a:pt x="696" y="280"/>
                      <a:pt x="695" y="282"/>
                      <a:pt x="694" y="282"/>
                    </a:cubicBezTo>
                    <a:cubicBezTo>
                      <a:pt x="691" y="283"/>
                      <a:pt x="692" y="279"/>
                      <a:pt x="692" y="277"/>
                    </a:cubicBezTo>
                    <a:cubicBezTo>
                      <a:pt x="692" y="275"/>
                      <a:pt x="692" y="275"/>
                      <a:pt x="691" y="273"/>
                    </a:cubicBezTo>
                    <a:cubicBezTo>
                      <a:pt x="691" y="272"/>
                      <a:pt x="690" y="272"/>
                      <a:pt x="689" y="272"/>
                    </a:cubicBezTo>
                    <a:cubicBezTo>
                      <a:pt x="688" y="271"/>
                      <a:pt x="687" y="271"/>
                      <a:pt x="687" y="271"/>
                    </a:cubicBezTo>
                    <a:cubicBezTo>
                      <a:pt x="685" y="270"/>
                      <a:pt x="683" y="271"/>
                      <a:pt x="682" y="270"/>
                    </a:cubicBezTo>
                    <a:cubicBezTo>
                      <a:pt x="681" y="269"/>
                      <a:pt x="680" y="268"/>
                      <a:pt x="681" y="267"/>
                    </a:cubicBezTo>
                    <a:cubicBezTo>
                      <a:pt x="682" y="265"/>
                      <a:pt x="685" y="265"/>
                      <a:pt x="687" y="265"/>
                    </a:cubicBezTo>
                    <a:close/>
                    <a:moveTo>
                      <a:pt x="683" y="237"/>
                    </a:moveTo>
                    <a:cubicBezTo>
                      <a:pt x="684" y="236"/>
                      <a:pt x="686" y="237"/>
                      <a:pt x="686" y="238"/>
                    </a:cubicBezTo>
                    <a:cubicBezTo>
                      <a:pt x="687" y="240"/>
                      <a:pt x="687" y="240"/>
                      <a:pt x="688" y="241"/>
                    </a:cubicBezTo>
                    <a:cubicBezTo>
                      <a:pt x="689" y="241"/>
                      <a:pt x="689" y="241"/>
                      <a:pt x="690" y="241"/>
                    </a:cubicBezTo>
                    <a:cubicBezTo>
                      <a:pt x="690" y="242"/>
                      <a:pt x="692" y="245"/>
                      <a:pt x="691" y="246"/>
                    </a:cubicBezTo>
                    <a:cubicBezTo>
                      <a:pt x="690" y="248"/>
                      <a:pt x="687" y="245"/>
                      <a:pt x="687" y="244"/>
                    </a:cubicBezTo>
                    <a:cubicBezTo>
                      <a:pt x="687" y="244"/>
                      <a:pt x="687" y="243"/>
                      <a:pt x="686" y="242"/>
                    </a:cubicBezTo>
                    <a:cubicBezTo>
                      <a:pt x="685" y="242"/>
                      <a:pt x="684" y="242"/>
                      <a:pt x="683" y="242"/>
                    </a:cubicBezTo>
                    <a:cubicBezTo>
                      <a:pt x="682" y="241"/>
                      <a:pt x="682" y="239"/>
                      <a:pt x="683" y="237"/>
                    </a:cubicBezTo>
                    <a:close/>
                    <a:moveTo>
                      <a:pt x="696" y="227"/>
                    </a:moveTo>
                    <a:cubicBezTo>
                      <a:pt x="695" y="226"/>
                      <a:pt x="697" y="224"/>
                      <a:pt x="699" y="225"/>
                    </a:cubicBezTo>
                    <a:cubicBezTo>
                      <a:pt x="700" y="226"/>
                      <a:pt x="700" y="228"/>
                      <a:pt x="700" y="229"/>
                    </a:cubicBezTo>
                    <a:cubicBezTo>
                      <a:pt x="700" y="231"/>
                      <a:pt x="700" y="234"/>
                      <a:pt x="698" y="235"/>
                    </a:cubicBezTo>
                    <a:cubicBezTo>
                      <a:pt x="696" y="236"/>
                      <a:pt x="695" y="236"/>
                      <a:pt x="695" y="234"/>
                    </a:cubicBezTo>
                    <a:cubicBezTo>
                      <a:pt x="695" y="232"/>
                      <a:pt x="696" y="231"/>
                      <a:pt x="696" y="230"/>
                    </a:cubicBezTo>
                    <a:cubicBezTo>
                      <a:pt x="696" y="229"/>
                      <a:pt x="696" y="228"/>
                      <a:pt x="696" y="227"/>
                    </a:cubicBezTo>
                    <a:close/>
                    <a:moveTo>
                      <a:pt x="693" y="154"/>
                    </a:moveTo>
                    <a:cubicBezTo>
                      <a:pt x="693" y="154"/>
                      <a:pt x="692" y="153"/>
                      <a:pt x="691" y="152"/>
                    </a:cubicBezTo>
                    <a:cubicBezTo>
                      <a:pt x="691" y="151"/>
                      <a:pt x="691" y="150"/>
                      <a:pt x="691" y="149"/>
                    </a:cubicBezTo>
                    <a:cubicBezTo>
                      <a:pt x="692" y="148"/>
                      <a:pt x="693" y="148"/>
                      <a:pt x="694" y="147"/>
                    </a:cubicBezTo>
                    <a:cubicBezTo>
                      <a:pt x="696" y="147"/>
                      <a:pt x="698" y="148"/>
                      <a:pt x="699" y="149"/>
                    </a:cubicBezTo>
                    <a:cubicBezTo>
                      <a:pt x="700" y="149"/>
                      <a:pt x="701" y="150"/>
                      <a:pt x="701" y="150"/>
                    </a:cubicBezTo>
                    <a:cubicBezTo>
                      <a:pt x="701" y="152"/>
                      <a:pt x="695" y="154"/>
                      <a:pt x="693" y="154"/>
                    </a:cubicBezTo>
                    <a:close/>
                    <a:moveTo>
                      <a:pt x="683" y="107"/>
                    </a:moveTo>
                    <a:cubicBezTo>
                      <a:pt x="684" y="105"/>
                      <a:pt x="686" y="105"/>
                      <a:pt x="687" y="105"/>
                    </a:cubicBezTo>
                    <a:cubicBezTo>
                      <a:pt x="689" y="106"/>
                      <a:pt x="690" y="108"/>
                      <a:pt x="691" y="110"/>
                    </a:cubicBezTo>
                    <a:cubicBezTo>
                      <a:pt x="693" y="111"/>
                      <a:pt x="694" y="111"/>
                      <a:pt x="696" y="112"/>
                    </a:cubicBezTo>
                    <a:cubicBezTo>
                      <a:pt x="697" y="113"/>
                      <a:pt x="698" y="115"/>
                      <a:pt x="699" y="116"/>
                    </a:cubicBezTo>
                    <a:cubicBezTo>
                      <a:pt x="701" y="117"/>
                      <a:pt x="702" y="118"/>
                      <a:pt x="701" y="120"/>
                    </a:cubicBezTo>
                    <a:cubicBezTo>
                      <a:pt x="701" y="123"/>
                      <a:pt x="699" y="122"/>
                      <a:pt x="697" y="121"/>
                    </a:cubicBezTo>
                    <a:cubicBezTo>
                      <a:pt x="695" y="120"/>
                      <a:pt x="694" y="119"/>
                      <a:pt x="693" y="117"/>
                    </a:cubicBezTo>
                    <a:cubicBezTo>
                      <a:pt x="692" y="114"/>
                      <a:pt x="687" y="113"/>
                      <a:pt x="685" y="111"/>
                    </a:cubicBezTo>
                    <a:cubicBezTo>
                      <a:pt x="683" y="110"/>
                      <a:pt x="682" y="108"/>
                      <a:pt x="683" y="107"/>
                    </a:cubicBezTo>
                    <a:close/>
                    <a:moveTo>
                      <a:pt x="659" y="129"/>
                    </a:moveTo>
                    <a:cubicBezTo>
                      <a:pt x="662" y="127"/>
                      <a:pt x="668" y="132"/>
                      <a:pt x="670" y="133"/>
                    </a:cubicBezTo>
                    <a:cubicBezTo>
                      <a:pt x="672" y="133"/>
                      <a:pt x="675" y="133"/>
                      <a:pt x="677" y="134"/>
                    </a:cubicBezTo>
                    <a:cubicBezTo>
                      <a:pt x="679" y="134"/>
                      <a:pt x="680" y="135"/>
                      <a:pt x="682" y="136"/>
                    </a:cubicBezTo>
                    <a:cubicBezTo>
                      <a:pt x="684" y="138"/>
                      <a:pt x="686" y="137"/>
                      <a:pt x="688" y="138"/>
                    </a:cubicBezTo>
                    <a:cubicBezTo>
                      <a:pt x="689" y="139"/>
                      <a:pt x="691" y="141"/>
                      <a:pt x="689" y="142"/>
                    </a:cubicBezTo>
                    <a:cubicBezTo>
                      <a:pt x="688" y="143"/>
                      <a:pt x="685" y="142"/>
                      <a:pt x="683" y="141"/>
                    </a:cubicBezTo>
                    <a:cubicBezTo>
                      <a:pt x="681" y="140"/>
                      <a:pt x="676" y="139"/>
                      <a:pt x="673" y="138"/>
                    </a:cubicBezTo>
                    <a:cubicBezTo>
                      <a:pt x="671" y="137"/>
                      <a:pt x="669" y="137"/>
                      <a:pt x="666" y="136"/>
                    </a:cubicBezTo>
                    <a:cubicBezTo>
                      <a:pt x="665" y="135"/>
                      <a:pt x="656" y="132"/>
                      <a:pt x="659" y="129"/>
                    </a:cubicBezTo>
                    <a:close/>
                    <a:moveTo>
                      <a:pt x="653" y="247"/>
                    </a:moveTo>
                    <a:cubicBezTo>
                      <a:pt x="654" y="250"/>
                      <a:pt x="658" y="251"/>
                      <a:pt x="662" y="250"/>
                    </a:cubicBezTo>
                    <a:cubicBezTo>
                      <a:pt x="663" y="250"/>
                      <a:pt x="667" y="250"/>
                      <a:pt x="669" y="251"/>
                    </a:cubicBezTo>
                    <a:cubicBezTo>
                      <a:pt x="670" y="253"/>
                      <a:pt x="668" y="254"/>
                      <a:pt x="666" y="255"/>
                    </a:cubicBezTo>
                    <a:cubicBezTo>
                      <a:pt x="664" y="256"/>
                      <a:pt x="662" y="256"/>
                      <a:pt x="660" y="256"/>
                    </a:cubicBezTo>
                    <a:cubicBezTo>
                      <a:pt x="658" y="255"/>
                      <a:pt x="657" y="255"/>
                      <a:pt x="655" y="255"/>
                    </a:cubicBezTo>
                    <a:cubicBezTo>
                      <a:pt x="654" y="254"/>
                      <a:pt x="653" y="254"/>
                      <a:pt x="652" y="253"/>
                    </a:cubicBezTo>
                    <a:cubicBezTo>
                      <a:pt x="652" y="252"/>
                      <a:pt x="651" y="252"/>
                      <a:pt x="651" y="251"/>
                    </a:cubicBezTo>
                    <a:cubicBezTo>
                      <a:pt x="650" y="250"/>
                      <a:pt x="650" y="249"/>
                      <a:pt x="649" y="248"/>
                    </a:cubicBezTo>
                    <a:cubicBezTo>
                      <a:pt x="647" y="247"/>
                      <a:pt x="645" y="246"/>
                      <a:pt x="645" y="244"/>
                    </a:cubicBezTo>
                    <a:cubicBezTo>
                      <a:pt x="645" y="243"/>
                      <a:pt x="646" y="242"/>
                      <a:pt x="647" y="242"/>
                    </a:cubicBezTo>
                    <a:cubicBezTo>
                      <a:pt x="650" y="241"/>
                      <a:pt x="651" y="244"/>
                      <a:pt x="653" y="247"/>
                    </a:cubicBezTo>
                    <a:close/>
                    <a:moveTo>
                      <a:pt x="645" y="492"/>
                    </a:moveTo>
                    <a:cubicBezTo>
                      <a:pt x="643" y="492"/>
                      <a:pt x="641" y="493"/>
                      <a:pt x="639" y="492"/>
                    </a:cubicBezTo>
                    <a:cubicBezTo>
                      <a:pt x="638" y="492"/>
                      <a:pt x="638" y="490"/>
                      <a:pt x="639" y="490"/>
                    </a:cubicBezTo>
                    <a:cubicBezTo>
                      <a:pt x="640" y="488"/>
                      <a:pt x="642" y="488"/>
                      <a:pt x="644" y="488"/>
                    </a:cubicBezTo>
                    <a:cubicBezTo>
                      <a:pt x="646" y="488"/>
                      <a:pt x="647" y="489"/>
                      <a:pt x="648" y="491"/>
                    </a:cubicBezTo>
                    <a:cubicBezTo>
                      <a:pt x="649" y="493"/>
                      <a:pt x="646" y="492"/>
                      <a:pt x="645" y="492"/>
                    </a:cubicBezTo>
                    <a:close/>
                    <a:moveTo>
                      <a:pt x="649" y="520"/>
                    </a:moveTo>
                    <a:cubicBezTo>
                      <a:pt x="649" y="520"/>
                      <a:pt x="649" y="521"/>
                      <a:pt x="649" y="521"/>
                    </a:cubicBezTo>
                    <a:cubicBezTo>
                      <a:pt x="649" y="521"/>
                      <a:pt x="651" y="521"/>
                      <a:pt x="651" y="521"/>
                    </a:cubicBezTo>
                    <a:cubicBezTo>
                      <a:pt x="652" y="523"/>
                      <a:pt x="649" y="523"/>
                      <a:pt x="648" y="523"/>
                    </a:cubicBezTo>
                    <a:cubicBezTo>
                      <a:pt x="645" y="524"/>
                      <a:pt x="647" y="519"/>
                      <a:pt x="649" y="520"/>
                    </a:cubicBezTo>
                    <a:close/>
                    <a:moveTo>
                      <a:pt x="623" y="558"/>
                    </a:moveTo>
                    <a:cubicBezTo>
                      <a:pt x="625" y="558"/>
                      <a:pt x="625" y="556"/>
                      <a:pt x="626" y="554"/>
                    </a:cubicBezTo>
                    <a:cubicBezTo>
                      <a:pt x="627" y="553"/>
                      <a:pt x="629" y="552"/>
                      <a:pt x="631" y="552"/>
                    </a:cubicBezTo>
                    <a:cubicBezTo>
                      <a:pt x="631" y="555"/>
                      <a:pt x="635" y="553"/>
                      <a:pt x="636" y="553"/>
                    </a:cubicBezTo>
                    <a:cubicBezTo>
                      <a:pt x="638" y="553"/>
                      <a:pt x="642" y="556"/>
                      <a:pt x="640" y="558"/>
                    </a:cubicBezTo>
                    <a:cubicBezTo>
                      <a:pt x="639" y="558"/>
                      <a:pt x="637" y="558"/>
                      <a:pt x="636" y="558"/>
                    </a:cubicBezTo>
                    <a:cubicBezTo>
                      <a:pt x="633" y="558"/>
                      <a:pt x="629" y="558"/>
                      <a:pt x="626" y="559"/>
                    </a:cubicBezTo>
                    <a:cubicBezTo>
                      <a:pt x="625" y="559"/>
                      <a:pt x="625" y="559"/>
                      <a:pt x="624" y="560"/>
                    </a:cubicBezTo>
                    <a:cubicBezTo>
                      <a:pt x="623" y="560"/>
                      <a:pt x="623" y="561"/>
                      <a:pt x="622" y="561"/>
                    </a:cubicBezTo>
                    <a:cubicBezTo>
                      <a:pt x="621" y="562"/>
                      <a:pt x="621" y="561"/>
                      <a:pt x="621" y="560"/>
                    </a:cubicBezTo>
                    <a:cubicBezTo>
                      <a:pt x="621" y="559"/>
                      <a:pt x="622" y="559"/>
                      <a:pt x="623" y="558"/>
                    </a:cubicBezTo>
                    <a:close/>
                    <a:moveTo>
                      <a:pt x="621" y="521"/>
                    </a:moveTo>
                    <a:cubicBezTo>
                      <a:pt x="621" y="520"/>
                      <a:pt x="626" y="520"/>
                      <a:pt x="626" y="522"/>
                    </a:cubicBezTo>
                    <a:cubicBezTo>
                      <a:pt x="626" y="525"/>
                      <a:pt x="621" y="525"/>
                      <a:pt x="621" y="523"/>
                    </a:cubicBezTo>
                    <a:cubicBezTo>
                      <a:pt x="621" y="522"/>
                      <a:pt x="621" y="521"/>
                      <a:pt x="621" y="521"/>
                    </a:cubicBezTo>
                    <a:close/>
                    <a:moveTo>
                      <a:pt x="639" y="519"/>
                    </a:moveTo>
                    <a:cubicBezTo>
                      <a:pt x="639" y="520"/>
                      <a:pt x="638" y="520"/>
                      <a:pt x="638" y="521"/>
                    </a:cubicBezTo>
                    <a:cubicBezTo>
                      <a:pt x="638" y="521"/>
                      <a:pt x="637" y="522"/>
                      <a:pt x="637" y="522"/>
                    </a:cubicBezTo>
                    <a:cubicBezTo>
                      <a:pt x="636" y="523"/>
                      <a:pt x="634" y="524"/>
                      <a:pt x="633" y="524"/>
                    </a:cubicBezTo>
                    <a:cubicBezTo>
                      <a:pt x="632" y="525"/>
                      <a:pt x="631" y="525"/>
                      <a:pt x="630" y="525"/>
                    </a:cubicBezTo>
                    <a:cubicBezTo>
                      <a:pt x="630" y="525"/>
                      <a:pt x="630" y="524"/>
                      <a:pt x="630" y="524"/>
                    </a:cubicBezTo>
                    <a:cubicBezTo>
                      <a:pt x="630" y="523"/>
                      <a:pt x="630" y="523"/>
                      <a:pt x="631" y="523"/>
                    </a:cubicBezTo>
                    <a:cubicBezTo>
                      <a:pt x="631" y="522"/>
                      <a:pt x="632" y="522"/>
                      <a:pt x="632" y="522"/>
                    </a:cubicBezTo>
                    <a:cubicBezTo>
                      <a:pt x="633" y="521"/>
                      <a:pt x="633" y="521"/>
                      <a:pt x="634" y="521"/>
                    </a:cubicBezTo>
                    <a:cubicBezTo>
                      <a:pt x="635" y="520"/>
                      <a:pt x="635" y="520"/>
                      <a:pt x="636" y="519"/>
                    </a:cubicBezTo>
                    <a:cubicBezTo>
                      <a:pt x="637" y="518"/>
                      <a:pt x="638" y="518"/>
                      <a:pt x="639" y="517"/>
                    </a:cubicBezTo>
                    <a:cubicBezTo>
                      <a:pt x="639" y="517"/>
                      <a:pt x="640" y="516"/>
                      <a:pt x="641" y="517"/>
                    </a:cubicBezTo>
                    <a:cubicBezTo>
                      <a:pt x="641" y="517"/>
                      <a:pt x="641" y="518"/>
                      <a:pt x="641" y="518"/>
                    </a:cubicBezTo>
                    <a:cubicBezTo>
                      <a:pt x="640" y="519"/>
                      <a:pt x="640" y="519"/>
                      <a:pt x="639" y="519"/>
                    </a:cubicBezTo>
                    <a:close/>
                    <a:moveTo>
                      <a:pt x="628" y="486"/>
                    </a:moveTo>
                    <a:cubicBezTo>
                      <a:pt x="627" y="487"/>
                      <a:pt x="624" y="488"/>
                      <a:pt x="624" y="487"/>
                    </a:cubicBezTo>
                    <a:cubicBezTo>
                      <a:pt x="623" y="486"/>
                      <a:pt x="624" y="485"/>
                      <a:pt x="624" y="485"/>
                    </a:cubicBezTo>
                    <a:cubicBezTo>
                      <a:pt x="624" y="483"/>
                      <a:pt x="625" y="482"/>
                      <a:pt x="626" y="481"/>
                    </a:cubicBezTo>
                    <a:cubicBezTo>
                      <a:pt x="627" y="479"/>
                      <a:pt x="629" y="477"/>
                      <a:pt x="631" y="475"/>
                    </a:cubicBezTo>
                    <a:cubicBezTo>
                      <a:pt x="632" y="473"/>
                      <a:pt x="633" y="471"/>
                      <a:pt x="635" y="470"/>
                    </a:cubicBezTo>
                    <a:cubicBezTo>
                      <a:pt x="635" y="469"/>
                      <a:pt x="637" y="468"/>
                      <a:pt x="638" y="469"/>
                    </a:cubicBezTo>
                    <a:cubicBezTo>
                      <a:pt x="640" y="471"/>
                      <a:pt x="637" y="473"/>
                      <a:pt x="636" y="475"/>
                    </a:cubicBezTo>
                    <a:cubicBezTo>
                      <a:pt x="635" y="477"/>
                      <a:pt x="633" y="479"/>
                      <a:pt x="632" y="481"/>
                    </a:cubicBezTo>
                    <a:cubicBezTo>
                      <a:pt x="631" y="482"/>
                      <a:pt x="629" y="485"/>
                      <a:pt x="628" y="486"/>
                    </a:cubicBezTo>
                    <a:close/>
                    <a:moveTo>
                      <a:pt x="642" y="414"/>
                    </a:moveTo>
                    <a:cubicBezTo>
                      <a:pt x="640" y="416"/>
                      <a:pt x="638" y="417"/>
                      <a:pt x="636" y="419"/>
                    </a:cubicBezTo>
                    <a:cubicBezTo>
                      <a:pt x="633" y="421"/>
                      <a:pt x="630" y="422"/>
                      <a:pt x="627" y="425"/>
                    </a:cubicBezTo>
                    <a:cubicBezTo>
                      <a:pt x="625" y="427"/>
                      <a:pt x="623" y="429"/>
                      <a:pt x="621" y="431"/>
                    </a:cubicBezTo>
                    <a:cubicBezTo>
                      <a:pt x="618" y="433"/>
                      <a:pt x="616" y="435"/>
                      <a:pt x="613" y="436"/>
                    </a:cubicBezTo>
                    <a:cubicBezTo>
                      <a:pt x="613" y="437"/>
                      <a:pt x="612" y="437"/>
                      <a:pt x="611" y="438"/>
                    </a:cubicBezTo>
                    <a:cubicBezTo>
                      <a:pt x="610" y="439"/>
                      <a:pt x="609" y="440"/>
                      <a:pt x="607" y="440"/>
                    </a:cubicBezTo>
                    <a:cubicBezTo>
                      <a:pt x="605" y="440"/>
                      <a:pt x="607" y="436"/>
                      <a:pt x="608" y="435"/>
                    </a:cubicBezTo>
                    <a:cubicBezTo>
                      <a:pt x="610" y="432"/>
                      <a:pt x="613" y="430"/>
                      <a:pt x="616" y="428"/>
                    </a:cubicBezTo>
                    <a:cubicBezTo>
                      <a:pt x="619" y="426"/>
                      <a:pt x="622" y="424"/>
                      <a:pt x="626" y="421"/>
                    </a:cubicBezTo>
                    <a:cubicBezTo>
                      <a:pt x="628" y="419"/>
                      <a:pt x="631" y="417"/>
                      <a:pt x="634" y="415"/>
                    </a:cubicBezTo>
                    <a:cubicBezTo>
                      <a:pt x="637" y="413"/>
                      <a:pt x="641" y="410"/>
                      <a:pt x="644" y="408"/>
                    </a:cubicBezTo>
                    <a:cubicBezTo>
                      <a:pt x="648" y="406"/>
                      <a:pt x="651" y="403"/>
                      <a:pt x="654" y="402"/>
                    </a:cubicBezTo>
                    <a:cubicBezTo>
                      <a:pt x="655" y="404"/>
                      <a:pt x="655" y="405"/>
                      <a:pt x="653" y="407"/>
                    </a:cubicBezTo>
                    <a:cubicBezTo>
                      <a:pt x="652" y="408"/>
                      <a:pt x="651" y="409"/>
                      <a:pt x="649" y="410"/>
                    </a:cubicBezTo>
                    <a:cubicBezTo>
                      <a:pt x="647" y="411"/>
                      <a:pt x="644" y="412"/>
                      <a:pt x="642" y="414"/>
                    </a:cubicBezTo>
                    <a:close/>
                    <a:moveTo>
                      <a:pt x="604" y="303"/>
                    </a:moveTo>
                    <a:cubicBezTo>
                      <a:pt x="605" y="303"/>
                      <a:pt x="608" y="304"/>
                      <a:pt x="607" y="306"/>
                    </a:cubicBezTo>
                    <a:cubicBezTo>
                      <a:pt x="607" y="307"/>
                      <a:pt x="606" y="307"/>
                      <a:pt x="606" y="308"/>
                    </a:cubicBezTo>
                    <a:cubicBezTo>
                      <a:pt x="605" y="308"/>
                      <a:pt x="605" y="308"/>
                      <a:pt x="604" y="308"/>
                    </a:cubicBezTo>
                    <a:cubicBezTo>
                      <a:pt x="602" y="309"/>
                      <a:pt x="601" y="303"/>
                      <a:pt x="604" y="303"/>
                    </a:cubicBezTo>
                    <a:close/>
                    <a:moveTo>
                      <a:pt x="602" y="257"/>
                    </a:moveTo>
                    <a:cubicBezTo>
                      <a:pt x="603" y="256"/>
                      <a:pt x="605" y="256"/>
                      <a:pt x="606" y="257"/>
                    </a:cubicBezTo>
                    <a:cubicBezTo>
                      <a:pt x="607" y="257"/>
                      <a:pt x="606" y="259"/>
                      <a:pt x="607" y="259"/>
                    </a:cubicBezTo>
                    <a:cubicBezTo>
                      <a:pt x="607" y="261"/>
                      <a:pt x="608" y="266"/>
                      <a:pt x="605" y="265"/>
                    </a:cubicBezTo>
                    <a:cubicBezTo>
                      <a:pt x="603" y="265"/>
                      <a:pt x="602" y="262"/>
                      <a:pt x="602" y="261"/>
                    </a:cubicBezTo>
                    <a:cubicBezTo>
                      <a:pt x="602" y="260"/>
                      <a:pt x="602" y="258"/>
                      <a:pt x="602" y="257"/>
                    </a:cubicBezTo>
                    <a:close/>
                    <a:moveTo>
                      <a:pt x="615" y="327"/>
                    </a:moveTo>
                    <a:cubicBezTo>
                      <a:pt x="620" y="327"/>
                      <a:pt x="625" y="330"/>
                      <a:pt x="630" y="331"/>
                    </a:cubicBezTo>
                    <a:cubicBezTo>
                      <a:pt x="632" y="331"/>
                      <a:pt x="635" y="331"/>
                      <a:pt x="638" y="332"/>
                    </a:cubicBezTo>
                    <a:cubicBezTo>
                      <a:pt x="639" y="332"/>
                      <a:pt x="640" y="334"/>
                      <a:pt x="638" y="335"/>
                    </a:cubicBezTo>
                    <a:cubicBezTo>
                      <a:pt x="637" y="337"/>
                      <a:pt x="634" y="336"/>
                      <a:pt x="632" y="336"/>
                    </a:cubicBezTo>
                    <a:cubicBezTo>
                      <a:pt x="629" y="335"/>
                      <a:pt x="626" y="335"/>
                      <a:pt x="623" y="334"/>
                    </a:cubicBezTo>
                    <a:cubicBezTo>
                      <a:pt x="621" y="334"/>
                      <a:pt x="619" y="333"/>
                      <a:pt x="617" y="333"/>
                    </a:cubicBezTo>
                    <a:cubicBezTo>
                      <a:pt x="615" y="332"/>
                      <a:pt x="612" y="332"/>
                      <a:pt x="610" y="332"/>
                    </a:cubicBezTo>
                    <a:cubicBezTo>
                      <a:pt x="608" y="331"/>
                      <a:pt x="605" y="330"/>
                      <a:pt x="608" y="329"/>
                    </a:cubicBezTo>
                    <a:cubicBezTo>
                      <a:pt x="610" y="327"/>
                      <a:pt x="613" y="327"/>
                      <a:pt x="615" y="327"/>
                    </a:cubicBezTo>
                    <a:close/>
                    <a:moveTo>
                      <a:pt x="611" y="310"/>
                    </a:moveTo>
                    <a:cubicBezTo>
                      <a:pt x="611" y="309"/>
                      <a:pt x="612" y="308"/>
                      <a:pt x="613" y="308"/>
                    </a:cubicBezTo>
                    <a:cubicBezTo>
                      <a:pt x="614" y="308"/>
                      <a:pt x="615" y="308"/>
                      <a:pt x="615" y="308"/>
                    </a:cubicBezTo>
                    <a:cubicBezTo>
                      <a:pt x="616" y="309"/>
                      <a:pt x="617" y="310"/>
                      <a:pt x="616" y="311"/>
                    </a:cubicBezTo>
                    <a:cubicBezTo>
                      <a:pt x="615" y="312"/>
                      <a:pt x="610" y="313"/>
                      <a:pt x="611" y="310"/>
                    </a:cubicBezTo>
                    <a:close/>
                    <a:moveTo>
                      <a:pt x="634" y="405"/>
                    </a:moveTo>
                    <a:cubicBezTo>
                      <a:pt x="632" y="408"/>
                      <a:pt x="626" y="406"/>
                      <a:pt x="623" y="404"/>
                    </a:cubicBezTo>
                    <a:cubicBezTo>
                      <a:pt x="622" y="404"/>
                      <a:pt x="621" y="402"/>
                      <a:pt x="619" y="402"/>
                    </a:cubicBezTo>
                    <a:cubicBezTo>
                      <a:pt x="616" y="401"/>
                      <a:pt x="614" y="401"/>
                      <a:pt x="611" y="401"/>
                    </a:cubicBezTo>
                    <a:cubicBezTo>
                      <a:pt x="610" y="401"/>
                      <a:pt x="608" y="400"/>
                      <a:pt x="608" y="399"/>
                    </a:cubicBezTo>
                    <a:cubicBezTo>
                      <a:pt x="608" y="397"/>
                      <a:pt x="611" y="397"/>
                      <a:pt x="611" y="397"/>
                    </a:cubicBezTo>
                    <a:cubicBezTo>
                      <a:pt x="615" y="397"/>
                      <a:pt x="620" y="398"/>
                      <a:pt x="623" y="400"/>
                    </a:cubicBezTo>
                    <a:cubicBezTo>
                      <a:pt x="625" y="401"/>
                      <a:pt x="626" y="402"/>
                      <a:pt x="627" y="402"/>
                    </a:cubicBezTo>
                    <a:cubicBezTo>
                      <a:pt x="629" y="403"/>
                      <a:pt x="630" y="403"/>
                      <a:pt x="632" y="403"/>
                    </a:cubicBezTo>
                    <a:cubicBezTo>
                      <a:pt x="633" y="403"/>
                      <a:pt x="635" y="404"/>
                      <a:pt x="634" y="405"/>
                    </a:cubicBezTo>
                    <a:close/>
                    <a:moveTo>
                      <a:pt x="610" y="378"/>
                    </a:moveTo>
                    <a:cubicBezTo>
                      <a:pt x="611" y="378"/>
                      <a:pt x="619" y="379"/>
                      <a:pt x="618" y="382"/>
                    </a:cubicBezTo>
                    <a:cubicBezTo>
                      <a:pt x="617" y="383"/>
                      <a:pt x="612" y="382"/>
                      <a:pt x="610" y="382"/>
                    </a:cubicBezTo>
                    <a:cubicBezTo>
                      <a:pt x="608" y="382"/>
                      <a:pt x="606" y="382"/>
                      <a:pt x="605" y="381"/>
                    </a:cubicBezTo>
                    <a:cubicBezTo>
                      <a:pt x="604" y="381"/>
                      <a:pt x="604" y="380"/>
                      <a:pt x="603" y="380"/>
                    </a:cubicBezTo>
                    <a:cubicBezTo>
                      <a:pt x="601" y="379"/>
                      <a:pt x="600" y="378"/>
                      <a:pt x="599" y="376"/>
                    </a:cubicBezTo>
                    <a:cubicBezTo>
                      <a:pt x="598" y="375"/>
                      <a:pt x="596" y="374"/>
                      <a:pt x="595" y="373"/>
                    </a:cubicBezTo>
                    <a:cubicBezTo>
                      <a:pt x="594" y="372"/>
                      <a:pt x="594" y="371"/>
                      <a:pt x="594" y="370"/>
                    </a:cubicBezTo>
                    <a:cubicBezTo>
                      <a:pt x="595" y="369"/>
                      <a:pt x="596" y="370"/>
                      <a:pt x="597" y="371"/>
                    </a:cubicBezTo>
                    <a:cubicBezTo>
                      <a:pt x="597" y="371"/>
                      <a:pt x="597" y="372"/>
                      <a:pt x="598" y="372"/>
                    </a:cubicBezTo>
                    <a:cubicBezTo>
                      <a:pt x="601" y="376"/>
                      <a:pt x="605" y="377"/>
                      <a:pt x="610" y="378"/>
                    </a:cubicBezTo>
                    <a:close/>
                    <a:moveTo>
                      <a:pt x="600" y="389"/>
                    </a:moveTo>
                    <a:cubicBezTo>
                      <a:pt x="601" y="387"/>
                      <a:pt x="608" y="388"/>
                      <a:pt x="609" y="388"/>
                    </a:cubicBezTo>
                    <a:cubicBezTo>
                      <a:pt x="612" y="388"/>
                      <a:pt x="614" y="386"/>
                      <a:pt x="617" y="387"/>
                    </a:cubicBezTo>
                    <a:cubicBezTo>
                      <a:pt x="620" y="388"/>
                      <a:pt x="621" y="389"/>
                      <a:pt x="619" y="391"/>
                    </a:cubicBezTo>
                    <a:cubicBezTo>
                      <a:pt x="616" y="393"/>
                      <a:pt x="614" y="394"/>
                      <a:pt x="611" y="394"/>
                    </a:cubicBezTo>
                    <a:cubicBezTo>
                      <a:pt x="609" y="394"/>
                      <a:pt x="607" y="393"/>
                      <a:pt x="605" y="392"/>
                    </a:cubicBezTo>
                    <a:cubicBezTo>
                      <a:pt x="604" y="391"/>
                      <a:pt x="599" y="391"/>
                      <a:pt x="600" y="389"/>
                    </a:cubicBezTo>
                    <a:close/>
                    <a:moveTo>
                      <a:pt x="653" y="289"/>
                    </a:moveTo>
                    <a:cubicBezTo>
                      <a:pt x="651" y="288"/>
                      <a:pt x="650" y="287"/>
                      <a:pt x="650" y="285"/>
                    </a:cubicBezTo>
                    <a:cubicBezTo>
                      <a:pt x="651" y="284"/>
                      <a:pt x="653" y="284"/>
                      <a:pt x="654" y="284"/>
                    </a:cubicBezTo>
                    <a:cubicBezTo>
                      <a:pt x="656" y="284"/>
                      <a:pt x="657" y="284"/>
                      <a:pt x="658" y="285"/>
                    </a:cubicBezTo>
                    <a:cubicBezTo>
                      <a:pt x="658" y="286"/>
                      <a:pt x="659" y="288"/>
                      <a:pt x="657" y="288"/>
                    </a:cubicBezTo>
                    <a:cubicBezTo>
                      <a:pt x="656" y="289"/>
                      <a:pt x="654" y="289"/>
                      <a:pt x="653" y="289"/>
                    </a:cubicBezTo>
                    <a:close/>
                    <a:moveTo>
                      <a:pt x="643" y="225"/>
                    </a:moveTo>
                    <a:cubicBezTo>
                      <a:pt x="644" y="224"/>
                      <a:pt x="648" y="223"/>
                      <a:pt x="649" y="224"/>
                    </a:cubicBezTo>
                    <a:cubicBezTo>
                      <a:pt x="649" y="225"/>
                      <a:pt x="650" y="226"/>
                      <a:pt x="650" y="227"/>
                    </a:cubicBezTo>
                    <a:cubicBezTo>
                      <a:pt x="649" y="227"/>
                      <a:pt x="648" y="228"/>
                      <a:pt x="647" y="228"/>
                    </a:cubicBezTo>
                    <a:cubicBezTo>
                      <a:pt x="646" y="228"/>
                      <a:pt x="646" y="228"/>
                      <a:pt x="645" y="228"/>
                    </a:cubicBezTo>
                    <a:cubicBezTo>
                      <a:pt x="643" y="228"/>
                      <a:pt x="642" y="226"/>
                      <a:pt x="643" y="225"/>
                    </a:cubicBezTo>
                    <a:close/>
                    <a:moveTo>
                      <a:pt x="642" y="310"/>
                    </a:moveTo>
                    <a:cubicBezTo>
                      <a:pt x="643" y="311"/>
                      <a:pt x="641" y="311"/>
                      <a:pt x="641" y="312"/>
                    </a:cubicBezTo>
                    <a:cubicBezTo>
                      <a:pt x="640" y="313"/>
                      <a:pt x="640" y="314"/>
                      <a:pt x="640" y="315"/>
                    </a:cubicBezTo>
                    <a:cubicBezTo>
                      <a:pt x="639" y="316"/>
                      <a:pt x="637" y="316"/>
                      <a:pt x="637" y="315"/>
                    </a:cubicBezTo>
                    <a:cubicBezTo>
                      <a:pt x="635" y="314"/>
                      <a:pt x="638" y="309"/>
                      <a:pt x="634" y="309"/>
                    </a:cubicBezTo>
                    <a:cubicBezTo>
                      <a:pt x="632" y="309"/>
                      <a:pt x="630" y="309"/>
                      <a:pt x="628" y="309"/>
                    </a:cubicBezTo>
                    <a:cubicBezTo>
                      <a:pt x="626" y="308"/>
                      <a:pt x="623" y="309"/>
                      <a:pt x="622" y="307"/>
                    </a:cubicBezTo>
                    <a:cubicBezTo>
                      <a:pt x="621" y="306"/>
                      <a:pt x="621" y="304"/>
                      <a:pt x="619" y="303"/>
                    </a:cubicBezTo>
                    <a:cubicBezTo>
                      <a:pt x="618" y="303"/>
                      <a:pt x="617" y="303"/>
                      <a:pt x="617" y="302"/>
                    </a:cubicBezTo>
                    <a:cubicBezTo>
                      <a:pt x="616" y="301"/>
                      <a:pt x="616" y="299"/>
                      <a:pt x="617" y="298"/>
                    </a:cubicBezTo>
                    <a:cubicBezTo>
                      <a:pt x="620" y="296"/>
                      <a:pt x="621" y="301"/>
                      <a:pt x="622" y="303"/>
                    </a:cubicBezTo>
                    <a:cubicBezTo>
                      <a:pt x="624" y="304"/>
                      <a:pt x="627" y="303"/>
                      <a:pt x="629" y="303"/>
                    </a:cubicBezTo>
                    <a:cubicBezTo>
                      <a:pt x="631" y="303"/>
                      <a:pt x="632" y="303"/>
                      <a:pt x="633" y="303"/>
                    </a:cubicBezTo>
                    <a:cubicBezTo>
                      <a:pt x="634" y="303"/>
                      <a:pt x="635" y="302"/>
                      <a:pt x="636" y="303"/>
                    </a:cubicBezTo>
                    <a:cubicBezTo>
                      <a:pt x="639" y="303"/>
                      <a:pt x="637" y="307"/>
                      <a:pt x="639" y="308"/>
                    </a:cubicBezTo>
                    <a:cubicBezTo>
                      <a:pt x="640" y="308"/>
                      <a:pt x="642" y="308"/>
                      <a:pt x="642" y="310"/>
                    </a:cubicBezTo>
                    <a:close/>
                    <a:moveTo>
                      <a:pt x="621" y="271"/>
                    </a:moveTo>
                    <a:cubicBezTo>
                      <a:pt x="622" y="270"/>
                      <a:pt x="625" y="270"/>
                      <a:pt x="625" y="271"/>
                    </a:cubicBezTo>
                    <a:cubicBezTo>
                      <a:pt x="627" y="272"/>
                      <a:pt x="625" y="274"/>
                      <a:pt x="627" y="274"/>
                    </a:cubicBezTo>
                    <a:cubicBezTo>
                      <a:pt x="628" y="274"/>
                      <a:pt x="630" y="275"/>
                      <a:pt x="630" y="276"/>
                    </a:cubicBezTo>
                    <a:cubicBezTo>
                      <a:pt x="630" y="279"/>
                      <a:pt x="627" y="278"/>
                      <a:pt x="625" y="278"/>
                    </a:cubicBezTo>
                    <a:cubicBezTo>
                      <a:pt x="623" y="279"/>
                      <a:pt x="621" y="279"/>
                      <a:pt x="621" y="276"/>
                    </a:cubicBezTo>
                    <a:cubicBezTo>
                      <a:pt x="620" y="275"/>
                      <a:pt x="621" y="275"/>
                      <a:pt x="621" y="274"/>
                    </a:cubicBezTo>
                    <a:cubicBezTo>
                      <a:pt x="621" y="273"/>
                      <a:pt x="620" y="272"/>
                      <a:pt x="621" y="271"/>
                    </a:cubicBezTo>
                    <a:close/>
                    <a:moveTo>
                      <a:pt x="635" y="260"/>
                    </a:moveTo>
                    <a:cubicBezTo>
                      <a:pt x="638" y="260"/>
                      <a:pt x="637" y="263"/>
                      <a:pt x="638" y="265"/>
                    </a:cubicBezTo>
                    <a:cubicBezTo>
                      <a:pt x="639" y="266"/>
                      <a:pt x="640" y="270"/>
                      <a:pt x="637" y="270"/>
                    </a:cubicBezTo>
                    <a:cubicBezTo>
                      <a:pt x="636" y="270"/>
                      <a:pt x="635" y="267"/>
                      <a:pt x="634" y="266"/>
                    </a:cubicBezTo>
                    <a:cubicBezTo>
                      <a:pt x="633" y="264"/>
                      <a:pt x="630" y="263"/>
                      <a:pt x="628" y="264"/>
                    </a:cubicBezTo>
                    <a:cubicBezTo>
                      <a:pt x="627" y="264"/>
                      <a:pt x="627" y="264"/>
                      <a:pt x="626" y="264"/>
                    </a:cubicBezTo>
                    <a:cubicBezTo>
                      <a:pt x="625" y="264"/>
                      <a:pt x="624" y="263"/>
                      <a:pt x="624" y="262"/>
                    </a:cubicBezTo>
                    <a:cubicBezTo>
                      <a:pt x="624" y="261"/>
                      <a:pt x="626" y="260"/>
                      <a:pt x="627" y="260"/>
                    </a:cubicBezTo>
                    <a:cubicBezTo>
                      <a:pt x="630" y="259"/>
                      <a:pt x="632" y="261"/>
                      <a:pt x="635" y="260"/>
                    </a:cubicBezTo>
                    <a:close/>
                    <a:moveTo>
                      <a:pt x="624" y="195"/>
                    </a:moveTo>
                    <a:cubicBezTo>
                      <a:pt x="625" y="194"/>
                      <a:pt x="627" y="195"/>
                      <a:pt x="627" y="196"/>
                    </a:cubicBezTo>
                    <a:cubicBezTo>
                      <a:pt x="627" y="198"/>
                      <a:pt x="627" y="198"/>
                      <a:pt x="628" y="199"/>
                    </a:cubicBezTo>
                    <a:cubicBezTo>
                      <a:pt x="629" y="199"/>
                      <a:pt x="630" y="200"/>
                      <a:pt x="631" y="200"/>
                    </a:cubicBezTo>
                    <a:cubicBezTo>
                      <a:pt x="631" y="201"/>
                      <a:pt x="631" y="202"/>
                      <a:pt x="631" y="203"/>
                    </a:cubicBezTo>
                    <a:cubicBezTo>
                      <a:pt x="631" y="207"/>
                      <a:pt x="627" y="207"/>
                      <a:pt x="626" y="204"/>
                    </a:cubicBezTo>
                    <a:cubicBezTo>
                      <a:pt x="625" y="203"/>
                      <a:pt x="626" y="202"/>
                      <a:pt x="625" y="201"/>
                    </a:cubicBezTo>
                    <a:cubicBezTo>
                      <a:pt x="624" y="200"/>
                      <a:pt x="622" y="199"/>
                      <a:pt x="621" y="197"/>
                    </a:cubicBezTo>
                    <a:cubicBezTo>
                      <a:pt x="621" y="196"/>
                      <a:pt x="622" y="195"/>
                      <a:pt x="624" y="195"/>
                    </a:cubicBezTo>
                    <a:close/>
                    <a:moveTo>
                      <a:pt x="618" y="223"/>
                    </a:moveTo>
                    <a:cubicBezTo>
                      <a:pt x="620" y="224"/>
                      <a:pt x="619" y="225"/>
                      <a:pt x="620" y="226"/>
                    </a:cubicBezTo>
                    <a:cubicBezTo>
                      <a:pt x="620" y="227"/>
                      <a:pt x="622" y="227"/>
                      <a:pt x="622" y="227"/>
                    </a:cubicBezTo>
                    <a:cubicBezTo>
                      <a:pt x="624" y="228"/>
                      <a:pt x="627" y="229"/>
                      <a:pt x="625" y="231"/>
                    </a:cubicBezTo>
                    <a:cubicBezTo>
                      <a:pt x="625" y="233"/>
                      <a:pt x="622" y="232"/>
                      <a:pt x="620" y="232"/>
                    </a:cubicBezTo>
                    <a:cubicBezTo>
                      <a:pt x="619" y="232"/>
                      <a:pt x="618" y="232"/>
                      <a:pt x="617" y="231"/>
                    </a:cubicBezTo>
                    <a:cubicBezTo>
                      <a:pt x="616" y="230"/>
                      <a:pt x="616" y="229"/>
                      <a:pt x="615" y="228"/>
                    </a:cubicBezTo>
                    <a:cubicBezTo>
                      <a:pt x="614" y="228"/>
                      <a:pt x="613" y="228"/>
                      <a:pt x="612" y="228"/>
                    </a:cubicBezTo>
                    <a:cubicBezTo>
                      <a:pt x="611" y="228"/>
                      <a:pt x="610" y="226"/>
                      <a:pt x="611" y="225"/>
                    </a:cubicBezTo>
                    <a:cubicBezTo>
                      <a:pt x="612" y="223"/>
                      <a:pt x="616" y="223"/>
                      <a:pt x="618" y="223"/>
                    </a:cubicBezTo>
                    <a:close/>
                    <a:moveTo>
                      <a:pt x="601" y="191"/>
                    </a:moveTo>
                    <a:cubicBezTo>
                      <a:pt x="602" y="190"/>
                      <a:pt x="604" y="190"/>
                      <a:pt x="605" y="190"/>
                    </a:cubicBezTo>
                    <a:cubicBezTo>
                      <a:pt x="606" y="191"/>
                      <a:pt x="606" y="191"/>
                      <a:pt x="606" y="192"/>
                    </a:cubicBezTo>
                    <a:cubicBezTo>
                      <a:pt x="606" y="193"/>
                      <a:pt x="606" y="194"/>
                      <a:pt x="606" y="195"/>
                    </a:cubicBezTo>
                    <a:cubicBezTo>
                      <a:pt x="606" y="196"/>
                      <a:pt x="606" y="196"/>
                      <a:pt x="606" y="197"/>
                    </a:cubicBezTo>
                    <a:cubicBezTo>
                      <a:pt x="606" y="198"/>
                      <a:pt x="606" y="198"/>
                      <a:pt x="606" y="199"/>
                    </a:cubicBezTo>
                    <a:cubicBezTo>
                      <a:pt x="606" y="200"/>
                      <a:pt x="605" y="202"/>
                      <a:pt x="605" y="203"/>
                    </a:cubicBezTo>
                    <a:cubicBezTo>
                      <a:pt x="605" y="205"/>
                      <a:pt x="607" y="207"/>
                      <a:pt x="608" y="209"/>
                    </a:cubicBezTo>
                    <a:cubicBezTo>
                      <a:pt x="609" y="210"/>
                      <a:pt x="611" y="210"/>
                      <a:pt x="612" y="212"/>
                    </a:cubicBezTo>
                    <a:cubicBezTo>
                      <a:pt x="612" y="214"/>
                      <a:pt x="612" y="217"/>
                      <a:pt x="609" y="216"/>
                    </a:cubicBezTo>
                    <a:cubicBezTo>
                      <a:pt x="608" y="215"/>
                      <a:pt x="606" y="213"/>
                      <a:pt x="605" y="211"/>
                    </a:cubicBezTo>
                    <a:cubicBezTo>
                      <a:pt x="605" y="211"/>
                      <a:pt x="605" y="210"/>
                      <a:pt x="605" y="209"/>
                    </a:cubicBezTo>
                    <a:cubicBezTo>
                      <a:pt x="605" y="208"/>
                      <a:pt x="604" y="208"/>
                      <a:pt x="603" y="208"/>
                    </a:cubicBezTo>
                    <a:cubicBezTo>
                      <a:pt x="601" y="205"/>
                      <a:pt x="602" y="201"/>
                      <a:pt x="601" y="198"/>
                    </a:cubicBezTo>
                    <a:cubicBezTo>
                      <a:pt x="601" y="196"/>
                      <a:pt x="600" y="193"/>
                      <a:pt x="601" y="191"/>
                    </a:cubicBezTo>
                    <a:close/>
                    <a:moveTo>
                      <a:pt x="594" y="280"/>
                    </a:moveTo>
                    <a:cubicBezTo>
                      <a:pt x="595" y="280"/>
                      <a:pt x="596" y="280"/>
                      <a:pt x="598" y="280"/>
                    </a:cubicBezTo>
                    <a:cubicBezTo>
                      <a:pt x="599" y="280"/>
                      <a:pt x="600" y="280"/>
                      <a:pt x="601" y="281"/>
                    </a:cubicBezTo>
                    <a:cubicBezTo>
                      <a:pt x="602" y="281"/>
                      <a:pt x="602" y="283"/>
                      <a:pt x="601" y="284"/>
                    </a:cubicBezTo>
                    <a:cubicBezTo>
                      <a:pt x="600" y="284"/>
                      <a:pt x="599" y="284"/>
                      <a:pt x="598" y="284"/>
                    </a:cubicBezTo>
                    <a:cubicBezTo>
                      <a:pt x="597" y="285"/>
                      <a:pt x="596" y="285"/>
                      <a:pt x="595" y="285"/>
                    </a:cubicBezTo>
                    <a:cubicBezTo>
                      <a:pt x="593" y="285"/>
                      <a:pt x="593" y="284"/>
                      <a:pt x="592" y="282"/>
                    </a:cubicBezTo>
                    <a:cubicBezTo>
                      <a:pt x="592" y="282"/>
                      <a:pt x="592" y="280"/>
                      <a:pt x="594" y="280"/>
                    </a:cubicBezTo>
                    <a:close/>
                    <a:moveTo>
                      <a:pt x="575" y="237"/>
                    </a:moveTo>
                    <a:cubicBezTo>
                      <a:pt x="574" y="236"/>
                      <a:pt x="573" y="234"/>
                      <a:pt x="573" y="233"/>
                    </a:cubicBezTo>
                    <a:cubicBezTo>
                      <a:pt x="573" y="232"/>
                      <a:pt x="576" y="231"/>
                      <a:pt x="577" y="232"/>
                    </a:cubicBezTo>
                    <a:cubicBezTo>
                      <a:pt x="578" y="232"/>
                      <a:pt x="578" y="235"/>
                      <a:pt x="578" y="236"/>
                    </a:cubicBezTo>
                    <a:cubicBezTo>
                      <a:pt x="578" y="237"/>
                      <a:pt x="575" y="237"/>
                      <a:pt x="575" y="237"/>
                    </a:cubicBezTo>
                    <a:close/>
                    <a:moveTo>
                      <a:pt x="577" y="222"/>
                    </a:moveTo>
                    <a:cubicBezTo>
                      <a:pt x="576" y="223"/>
                      <a:pt x="574" y="222"/>
                      <a:pt x="574" y="220"/>
                    </a:cubicBezTo>
                    <a:cubicBezTo>
                      <a:pt x="573" y="219"/>
                      <a:pt x="573" y="216"/>
                      <a:pt x="574" y="214"/>
                    </a:cubicBezTo>
                    <a:cubicBezTo>
                      <a:pt x="574" y="214"/>
                      <a:pt x="575" y="212"/>
                      <a:pt x="576" y="212"/>
                    </a:cubicBezTo>
                    <a:cubicBezTo>
                      <a:pt x="577" y="212"/>
                      <a:pt x="577" y="213"/>
                      <a:pt x="577" y="214"/>
                    </a:cubicBezTo>
                    <a:cubicBezTo>
                      <a:pt x="578" y="216"/>
                      <a:pt x="581" y="220"/>
                      <a:pt x="577" y="222"/>
                    </a:cubicBezTo>
                    <a:close/>
                    <a:moveTo>
                      <a:pt x="556" y="393"/>
                    </a:moveTo>
                    <a:cubicBezTo>
                      <a:pt x="554" y="392"/>
                      <a:pt x="553" y="392"/>
                      <a:pt x="553" y="391"/>
                    </a:cubicBezTo>
                    <a:cubicBezTo>
                      <a:pt x="554" y="389"/>
                      <a:pt x="556" y="390"/>
                      <a:pt x="558" y="389"/>
                    </a:cubicBezTo>
                    <a:cubicBezTo>
                      <a:pt x="559" y="389"/>
                      <a:pt x="560" y="389"/>
                      <a:pt x="562" y="389"/>
                    </a:cubicBezTo>
                    <a:cubicBezTo>
                      <a:pt x="563" y="389"/>
                      <a:pt x="565" y="388"/>
                      <a:pt x="566" y="388"/>
                    </a:cubicBezTo>
                    <a:cubicBezTo>
                      <a:pt x="568" y="388"/>
                      <a:pt x="570" y="387"/>
                      <a:pt x="570" y="385"/>
                    </a:cubicBezTo>
                    <a:cubicBezTo>
                      <a:pt x="571" y="384"/>
                      <a:pt x="571" y="383"/>
                      <a:pt x="572" y="382"/>
                    </a:cubicBezTo>
                    <a:cubicBezTo>
                      <a:pt x="574" y="380"/>
                      <a:pt x="576" y="378"/>
                      <a:pt x="577" y="381"/>
                    </a:cubicBezTo>
                    <a:cubicBezTo>
                      <a:pt x="578" y="383"/>
                      <a:pt x="577" y="383"/>
                      <a:pt x="577" y="385"/>
                    </a:cubicBezTo>
                    <a:cubicBezTo>
                      <a:pt x="577" y="386"/>
                      <a:pt x="578" y="387"/>
                      <a:pt x="579" y="387"/>
                    </a:cubicBezTo>
                    <a:cubicBezTo>
                      <a:pt x="582" y="389"/>
                      <a:pt x="588" y="393"/>
                      <a:pt x="586" y="397"/>
                    </a:cubicBezTo>
                    <a:cubicBezTo>
                      <a:pt x="585" y="399"/>
                      <a:pt x="584" y="398"/>
                      <a:pt x="583" y="397"/>
                    </a:cubicBezTo>
                    <a:cubicBezTo>
                      <a:pt x="581" y="395"/>
                      <a:pt x="578" y="394"/>
                      <a:pt x="576" y="392"/>
                    </a:cubicBezTo>
                    <a:cubicBezTo>
                      <a:pt x="573" y="389"/>
                      <a:pt x="566" y="392"/>
                      <a:pt x="563" y="392"/>
                    </a:cubicBezTo>
                    <a:cubicBezTo>
                      <a:pt x="560" y="392"/>
                      <a:pt x="558" y="393"/>
                      <a:pt x="556" y="393"/>
                    </a:cubicBezTo>
                    <a:close/>
                    <a:moveTo>
                      <a:pt x="595" y="430"/>
                    </a:moveTo>
                    <a:cubicBezTo>
                      <a:pt x="592" y="429"/>
                      <a:pt x="590" y="426"/>
                      <a:pt x="588" y="424"/>
                    </a:cubicBezTo>
                    <a:cubicBezTo>
                      <a:pt x="586" y="422"/>
                      <a:pt x="584" y="421"/>
                      <a:pt x="581" y="420"/>
                    </a:cubicBezTo>
                    <a:cubicBezTo>
                      <a:pt x="580" y="419"/>
                      <a:pt x="578" y="417"/>
                      <a:pt x="575" y="417"/>
                    </a:cubicBezTo>
                    <a:cubicBezTo>
                      <a:pt x="572" y="417"/>
                      <a:pt x="569" y="417"/>
                      <a:pt x="566" y="417"/>
                    </a:cubicBezTo>
                    <a:cubicBezTo>
                      <a:pt x="564" y="417"/>
                      <a:pt x="562" y="417"/>
                      <a:pt x="561" y="416"/>
                    </a:cubicBezTo>
                    <a:cubicBezTo>
                      <a:pt x="560" y="415"/>
                      <a:pt x="559" y="413"/>
                      <a:pt x="561" y="412"/>
                    </a:cubicBezTo>
                    <a:cubicBezTo>
                      <a:pt x="564" y="412"/>
                      <a:pt x="566" y="413"/>
                      <a:pt x="569" y="413"/>
                    </a:cubicBezTo>
                    <a:cubicBezTo>
                      <a:pt x="571" y="413"/>
                      <a:pt x="573" y="412"/>
                      <a:pt x="575" y="411"/>
                    </a:cubicBezTo>
                    <a:cubicBezTo>
                      <a:pt x="577" y="410"/>
                      <a:pt x="578" y="409"/>
                      <a:pt x="580" y="409"/>
                    </a:cubicBezTo>
                    <a:cubicBezTo>
                      <a:pt x="581" y="412"/>
                      <a:pt x="577" y="413"/>
                      <a:pt x="580" y="415"/>
                    </a:cubicBezTo>
                    <a:cubicBezTo>
                      <a:pt x="583" y="417"/>
                      <a:pt x="586" y="418"/>
                      <a:pt x="588" y="418"/>
                    </a:cubicBezTo>
                    <a:cubicBezTo>
                      <a:pt x="591" y="419"/>
                      <a:pt x="593" y="419"/>
                      <a:pt x="595" y="421"/>
                    </a:cubicBezTo>
                    <a:cubicBezTo>
                      <a:pt x="597" y="423"/>
                      <a:pt x="599" y="425"/>
                      <a:pt x="600" y="428"/>
                    </a:cubicBezTo>
                    <a:cubicBezTo>
                      <a:pt x="601" y="432"/>
                      <a:pt x="597" y="431"/>
                      <a:pt x="595" y="430"/>
                    </a:cubicBezTo>
                    <a:close/>
                    <a:moveTo>
                      <a:pt x="608" y="544"/>
                    </a:moveTo>
                    <a:cubicBezTo>
                      <a:pt x="608" y="546"/>
                      <a:pt x="605" y="548"/>
                      <a:pt x="603" y="548"/>
                    </a:cubicBezTo>
                    <a:cubicBezTo>
                      <a:pt x="602" y="549"/>
                      <a:pt x="600" y="548"/>
                      <a:pt x="599" y="546"/>
                    </a:cubicBezTo>
                    <a:cubicBezTo>
                      <a:pt x="599" y="545"/>
                      <a:pt x="600" y="545"/>
                      <a:pt x="600" y="544"/>
                    </a:cubicBezTo>
                    <a:cubicBezTo>
                      <a:pt x="601" y="544"/>
                      <a:pt x="602" y="544"/>
                      <a:pt x="603" y="544"/>
                    </a:cubicBezTo>
                    <a:cubicBezTo>
                      <a:pt x="604" y="543"/>
                      <a:pt x="606" y="541"/>
                      <a:pt x="607" y="542"/>
                    </a:cubicBezTo>
                    <a:cubicBezTo>
                      <a:pt x="608" y="542"/>
                      <a:pt x="608" y="543"/>
                      <a:pt x="608" y="544"/>
                    </a:cubicBezTo>
                    <a:close/>
                    <a:moveTo>
                      <a:pt x="611" y="506"/>
                    </a:moveTo>
                    <a:cubicBezTo>
                      <a:pt x="609" y="506"/>
                      <a:pt x="607" y="506"/>
                      <a:pt x="605" y="505"/>
                    </a:cubicBezTo>
                    <a:cubicBezTo>
                      <a:pt x="603" y="504"/>
                      <a:pt x="606" y="503"/>
                      <a:pt x="607" y="503"/>
                    </a:cubicBezTo>
                    <a:cubicBezTo>
                      <a:pt x="609" y="503"/>
                      <a:pt x="611" y="503"/>
                      <a:pt x="613" y="503"/>
                    </a:cubicBezTo>
                    <a:cubicBezTo>
                      <a:pt x="616" y="503"/>
                      <a:pt x="619" y="504"/>
                      <a:pt x="622" y="505"/>
                    </a:cubicBezTo>
                    <a:cubicBezTo>
                      <a:pt x="624" y="506"/>
                      <a:pt x="631" y="506"/>
                      <a:pt x="630" y="509"/>
                    </a:cubicBezTo>
                    <a:cubicBezTo>
                      <a:pt x="629" y="512"/>
                      <a:pt x="622" y="509"/>
                      <a:pt x="621" y="508"/>
                    </a:cubicBezTo>
                    <a:cubicBezTo>
                      <a:pt x="619" y="507"/>
                      <a:pt x="618" y="505"/>
                      <a:pt x="616" y="505"/>
                    </a:cubicBezTo>
                    <a:cubicBezTo>
                      <a:pt x="614" y="505"/>
                      <a:pt x="613" y="506"/>
                      <a:pt x="611" y="506"/>
                    </a:cubicBezTo>
                    <a:close/>
                    <a:moveTo>
                      <a:pt x="624" y="594"/>
                    </a:moveTo>
                    <a:cubicBezTo>
                      <a:pt x="623" y="595"/>
                      <a:pt x="622" y="596"/>
                      <a:pt x="621" y="596"/>
                    </a:cubicBezTo>
                    <a:cubicBezTo>
                      <a:pt x="620" y="595"/>
                      <a:pt x="617" y="595"/>
                      <a:pt x="616" y="594"/>
                    </a:cubicBezTo>
                    <a:cubicBezTo>
                      <a:pt x="615" y="594"/>
                      <a:pt x="614" y="592"/>
                      <a:pt x="615" y="592"/>
                    </a:cubicBezTo>
                    <a:cubicBezTo>
                      <a:pt x="616" y="591"/>
                      <a:pt x="618" y="592"/>
                      <a:pt x="619" y="591"/>
                    </a:cubicBezTo>
                    <a:cubicBezTo>
                      <a:pt x="621" y="591"/>
                      <a:pt x="621" y="590"/>
                      <a:pt x="622" y="589"/>
                    </a:cubicBezTo>
                    <a:cubicBezTo>
                      <a:pt x="623" y="589"/>
                      <a:pt x="624" y="588"/>
                      <a:pt x="625" y="588"/>
                    </a:cubicBezTo>
                    <a:cubicBezTo>
                      <a:pt x="627" y="588"/>
                      <a:pt x="628" y="588"/>
                      <a:pt x="629" y="589"/>
                    </a:cubicBezTo>
                    <a:cubicBezTo>
                      <a:pt x="630" y="590"/>
                      <a:pt x="630" y="591"/>
                      <a:pt x="628" y="592"/>
                    </a:cubicBezTo>
                    <a:cubicBezTo>
                      <a:pt x="626" y="593"/>
                      <a:pt x="625" y="593"/>
                      <a:pt x="624" y="594"/>
                    </a:cubicBezTo>
                    <a:close/>
                    <a:moveTo>
                      <a:pt x="635" y="638"/>
                    </a:moveTo>
                    <a:cubicBezTo>
                      <a:pt x="634" y="638"/>
                      <a:pt x="634" y="636"/>
                      <a:pt x="634" y="635"/>
                    </a:cubicBezTo>
                    <a:cubicBezTo>
                      <a:pt x="634" y="633"/>
                      <a:pt x="637" y="633"/>
                      <a:pt x="637" y="634"/>
                    </a:cubicBezTo>
                    <a:cubicBezTo>
                      <a:pt x="638" y="634"/>
                      <a:pt x="639" y="636"/>
                      <a:pt x="640" y="637"/>
                    </a:cubicBezTo>
                    <a:cubicBezTo>
                      <a:pt x="638" y="638"/>
                      <a:pt x="636" y="640"/>
                      <a:pt x="635" y="638"/>
                    </a:cubicBezTo>
                    <a:close/>
                    <a:moveTo>
                      <a:pt x="643" y="982"/>
                    </a:moveTo>
                    <a:cubicBezTo>
                      <a:pt x="643" y="982"/>
                      <a:pt x="643" y="983"/>
                      <a:pt x="643" y="983"/>
                    </a:cubicBezTo>
                    <a:cubicBezTo>
                      <a:pt x="643" y="983"/>
                      <a:pt x="643" y="983"/>
                      <a:pt x="643" y="983"/>
                    </a:cubicBezTo>
                    <a:cubicBezTo>
                      <a:pt x="642" y="983"/>
                      <a:pt x="641" y="983"/>
                      <a:pt x="641" y="983"/>
                    </a:cubicBezTo>
                    <a:cubicBezTo>
                      <a:pt x="641" y="982"/>
                      <a:pt x="640" y="982"/>
                      <a:pt x="640" y="982"/>
                    </a:cubicBezTo>
                    <a:cubicBezTo>
                      <a:pt x="640" y="982"/>
                      <a:pt x="640" y="982"/>
                      <a:pt x="640" y="981"/>
                    </a:cubicBezTo>
                    <a:cubicBezTo>
                      <a:pt x="640" y="980"/>
                      <a:pt x="640" y="980"/>
                      <a:pt x="640" y="979"/>
                    </a:cubicBezTo>
                    <a:cubicBezTo>
                      <a:pt x="641" y="979"/>
                      <a:pt x="641" y="979"/>
                      <a:pt x="641" y="979"/>
                    </a:cubicBezTo>
                    <a:cubicBezTo>
                      <a:pt x="642" y="979"/>
                      <a:pt x="643" y="978"/>
                      <a:pt x="643" y="979"/>
                    </a:cubicBezTo>
                    <a:cubicBezTo>
                      <a:pt x="644" y="979"/>
                      <a:pt x="644" y="980"/>
                      <a:pt x="644" y="981"/>
                    </a:cubicBezTo>
                    <a:cubicBezTo>
                      <a:pt x="644" y="981"/>
                      <a:pt x="644" y="982"/>
                      <a:pt x="643" y="982"/>
                    </a:cubicBezTo>
                    <a:close/>
                    <a:moveTo>
                      <a:pt x="646" y="612"/>
                    </a:moveTo>
                    <a:cubicBezTo>
                      <a:pt x="646" y="614"/>
                      <a:pt x="643" y="614"/>
                      <a:pt x="641" y="614"/>
                    </a:cubicBezTo>
                    <a:cubicBezTo>
                      <a:pt x="639" y="615"/>
                      <a:pt x="637" y="615"/>
                      <a:pt x="634" y="615"/>
                    </a:cubicBezTo>
                    <a:cubicBezTo>
                      <a:pt x="633" y="615"/>
                      <a:pt x="631" y="615"/>
                      <a:pt x="630" y="614"/>
                    </a:cubicBezTo>
                    <a:cubicBezTo>
                      <a:pt x="628" y="614"/>
                      <a:pt x="627" y="611"/>
                      <a:pt x="628" y="610"/>
                    </a:cubicBezTo>
                    <a:cubicBezTo>
                      <a:pt x="630" y="609"/>
                      <a:pt x="634" y="609"/>
                      <a:pt x="635" y="609"/>
                    </a:cubicBezTo>
                    <a:cubicBezTo>
                      <a:pt x="638" y="609"/>
                      <a:pt x="642" y="608"/>
                      <a:pt x="644" y="609"/>
                    </a:cubicBezTo>
                    <a:cubicBezTo>
                      <a:pt x="645" y="610"/>
                      <a:pt x="646" y="611"/>
                      <a:pt x="646" y="612"/>
                    </a:cubicBezTo>
                    <a:close/>
                    <a:moveTo>
                      <a:pt x="654" y="641"/>
                    </a:moveTo>
                    <a:cubicBezTo>
                      <a:pt x="652" y="643"/>
                      <a:pt x="650" y="639"/>
                      <a:pt x="650" y="637"/>
                    </a:cubicBezTo>
                    <a:cubicBezTo>
                      <a:pt x="650" y="635"/>
                      <a:pt x="650" y="633"/>
                      <a:pt x="650" y="631"/>
                    </a:cubicBezTo>
                    <a:cubicBezTo>
                      <a:pt x="650" y="630"/>
                      <a:pt x="650" y="628"/>
                      <a:pt x="650" y="626"/>
                    </a:cubicBezTo>
                    <a:cubicBezTo>
                      <a:pt x="651" y="624"/>
                      <a:pt x="653" y="626"/>
                      <a:pt x="654" y="628"/>
                    </a:cubicBezTo>
                    <a:cubicBezTo>
                      <a:pt x="655" y="630"/>
                      <a:pt x="654" y="633"/>
                      <a:pt x="655" y="635"/>
                    </a:cubicBezTo>
                    <a:cubicBezTo>
                      <a:pt x="655" y="637"/>
                      <a:pt x="655" y="640"/>
                      <a:pt x="654" y="641"/>
                    </a:cubicBezTo>
                    <a:close/>
                    <a:moveTo>
                      <a:pt x="655" y="552"/>
                    </a:moveTo>
                    <a:cubicBezTo>
                      <a:pt x="654" y="553"/>
                      <a:pt x="651" y="551"/>
                      <a:pt x="650" y="550"/>
                    </a:cubicBezTo>
                    <a:cubicBezTo>
                      <a:pt x="649" y="550"/>
                      <a:pt x="649" y="550"/>
                      <a:pt x="648" y="549"/>
                    </a:cubicBezTo>
                    <a:cubicBezTo>
                      <a:pt x="647" y="549"/>
                      <a:pt x="647" y="549"/>
                      <a:pt x="646" y="549"/>
                    </a:cubicBezTo>
                    <a:cubicBezTo>
                      <a:pt x="644" y="549"/>
                      <a:pt x="645" y="546"/>
                      <a:pt x="646" y="546"/>
                    </a:cubicBezTo>
                    <a:cubicBezTo>
                      <a:pt x="648" y="546"/>
                      <a:pt x="650" y="547"/>
                      <a:pt x="652" y="547"/>
                    </a:cubicBezTo>
                    <a:cubicBezTo>
                      <a:pt x="654" y="547"/>
                      <a:pt x="656" y="547"/>
                      <a:pt x="656" y="550"/>
                    </a:cubicBezTo>
                    <a:cubicBezTo>
                      <a:pt x="656" y="551"/>
                      <a:pt x="656" y="552"/>
                      <a:pt x="655" y="552"/>
                    </a:cubicBezTo>
                    <a:close/>
                    <a:moveTo>
                      <a:pt x="654" y="464"/>
                    </a:moveTo>
                    <a:cubicBezTo>
                      <a:pt x="653" y="464"/>
                      <a:pt x="651" y="465"/>
                      <a:pt x="649" y="464"/>
                    </a:cubicBezTo>
                    <a:cubicBezTo>
                      <a:pt x="648" y="464"/>
                      <a:pt x="648" y="464"/>
                      <a:pt x="647" y="463"/>
                    </a:cubicBezTo>
                    <a:cubicBezTo>
                      <a:pt x="646" y="463"/>
                      <a:pt x="645" y="463"/>
                      <a:pt x="645" y="463"/>
                    </a:cubicBezTo>
                    <a:cubicBezTo>
                      <a:pt x="642" y="460"/>
                      <a:pt x="647" y="459"/>
                      <a:pt x="648" y="459"/>
                    </a:cubicBezTo>
                    <a:cubicBezTo>
                      <a:pt x="651" y="459"/>
                      <a:pt x="653" y="459"/>
                      <a:pt x="656" y="459"/>
                    </a:cubicBezTo>
                    <a:cubicBezTo>
                      <a:pt x="657" y="459"/>
                      <a:pt x="657" y="460"/>
                      <a:pt x="658" y="461"/>
                    </a:cubicBezTo>
                    <a:cubicBezTo>
                      <a:pt x="659" y="464"/>
                      <a:pt x="657" y="463"/>
                      <a:pt x="654" y="464"/>
                    </a:cubicBezTo>
                    <a:close/>
                    <a:moveTo>
                      <a:pt x="675" y="615"/>
                    </a:moveTo>
                    <a:cubicBezTo>
                      <a:pt x="673" y="615"/>
                      <a:pt x="670" y="615"/>
                      <a:pt x="668" y="615"/>
                    </a:cubicBezTo>
                    <a:cubicBezTo>
                      <a:pt x="666" y="615"/>
                      <a:pt x="662" y="615"/>
                      <a:pt x="662" y="612"/>
                    </a:cubicBezTo>
                    <a:cubicBezTo>
                      <a:pt x="662" y="609"/>
                      <a:pt x="668" y="609"/>
                      <a:pt x="670" y="609"/>
                    </a:cubicBezTo>
                    <a:cubicBezTo>
                      <a:pt x="673" y="609"/>
                      <a:pt x="676" y="609"/>
                      <a:pt x="679" y="610"/>
                    </a:cubicBezTo>
                    <a:cubicBezTo>
                      <a:pt x="680" y="611"/>
                      <a:pt x="682" y="612"/>
                      <a:pt x="683" y="613"/>
                    </a:cubicBezTo>
                    <a:cubicBezTo>
                      <a:pt x="685" y="615"/>
                      <a:pt x="680" y="615"/>
                      <a:pt x="679" y="615"/>
                    </a:cubicBezTo>
                    <a:cubicBezTo>
                      <a:pt x="677" y="615"/>
                      <a:pt x="676" y="615"/>
                      <a:pt x="675" y="615"/>
                    </a:cubicBezTo>
                    <a:close/>
                    <a:moveTo>
                      <a:pt x="682" y="908"/>
                    </a:moveTo>
                    <a:cubicBezTo>
                      <a:pt x="681" y="908"/>
                      <a:pt x="680" y="908"/>
                      <a:pt x="679" y="908"/>
                    </a:cubicBezTo>
                    <a:cubicBezTo>
                      <a:pt x="678" y="907"/>
                      <a:pt x="679" y="906"/>
                      <a:pt x="680" y="905"/>
                    </a:cubicBezTo>
                    <a:cubicBezTo>
                      <a:pt x="681" y="905"/>
                      <a:pt x="682" y="905"/>
                      <a:pt x="683" y="904"/>
                    </a:cubicBezTo>
                    <a:cubicBezTo>
                      <a:pt x="684" y="900"/>
                      <a:pt x="685" y="904"/>
                      <a:pt x="685" y="906"/>
                    </a:cubicBezTo>
                    <a:cubicBezTo>
                      <a:pt x="685" y="906"/>
                      <a:pt x="683" y="908"/>
                      <a:pt x="682" y="908"/>
                    </a:cubicBezTo>
                    <a:close/>
                    <a:moveTo>
                      <a:pt x="698" y="604"/>
                    </a:moveTo>
                    <a:cubicBezTo>
                      <a:pt x="698" y="607"/>
                      <a:pt x="693" y="604"/>
                      <a:pt x="692" y="603"/>
                    </a:cubicBezTo>
                    <a:cubicBezTo>
                      <a:pt x="691" y="602"/>
                      <a:pt x="692" y="600"/>
                      <a:pt x="693" y="600"/>
                    </a:cubicBezTo>
                    <a:cubicBezTo>
                      <a:pt x="695" y="598"/>
                      <a:pt x="695" y="600"/>
                      <a:pt x="696" y="601"/>
                    </a:cubicBezTo>
                    <a:cubicBezTo>
                      <a:pt x="697" y="602"/>
                      <a:pt x="699" y="603"/>
                      <a:pt x="698" y="604"/>
                    </a:cubicBezTo>
                    <a:close/>
                    <a:moveTo>
                      <a:pt x="707" y="535"/>
                    </a:moveTo>
                    <a:cubicBezTo>
                      <a:pt x="704" y="535"/>
                      <a:pt x="700" y="535"/>
                      <a:pt x="697" y="534"/>
                    </a:cubicBezTo>
                    <a:cubicBezTo>
                      <a:pt x="694" y="534"/>
                      <a:pt x="692" y="533"/>
                      <a:pt x="690" y="533"/>
                    </a:cubicBezTo>
                    <a:cubicBezTo>
                      <a:pt x="686" y="533"/>
                      <a:pt x="684" y="537"/>
                      <a:pt x="680" y="534"/>
                    </a:cubicBezTo>
                    <a:cubicBezTo>
                      <a:pt x="678" y="533"/>
                      <a:pt x="677" y="531"/>
                      <a:pt x="675" y="530"/>
                    </a:cubicBezTo>
                    <a:cubicBezTo>
                      <a:pt x="672" y="529"/>
                      <a:pt x="671" y="530"/>
                      <a:pt x="668" y="530"/>
                    </a:cubicBezTo>
                    <a:cubicBezTo>
                      <a:pt x="664" y="530"/>
                      <a:pt x="661" y="530"/>
                      <a:pt x="659" y="526"/>
                    </a:cubicBezTo>
                    <a:cubicBezTo>
                      <a:pt x="657" y="524"/>
                      <a:pt x="657" y="523"/>
                      <a:pt x="660" y="522"/>
                    </a:cubicBezTo>
                    <a:cubicBezTo>
                      <a:pt x="662" y="520"/>
                      <a:pt x="666" y="520"/>
                      <a:pt x="669" y="520"/>
                    </a:cubicBezTo>
                    <a:cubicBezTo>
                      <a:pt x="675" y="521"/>
                      <a:pt x="680" y="524"/>
                      <a:pt x="686" y="526"/>
                    </a:cubicBezTo>
                    <a:cubicBezTo>
                      <a:pt x="688" y="526"/>
                      <a:pt x="689" y="526"/>
                      <a:pt x="691" y="527"/>
                    </a:cubicBezTo>
                    <a:cubicBezTo>
                      <a:pt x="693" y="528"/>
                      <a:pt x="694" y="529"/>
                      <a:pt x="696" y="529"/>
                    </a:cubicBezTo>
                    <a:cubicBezTo>
                      <a:pt x="698" y="530"/>
                      <a:pt x="700" y="531"/>
                      <a:pt x="702" y="530"/>
                    </a:cubicBezTo>
                    <a:cubicBezTo>
                      <a:pt x="704" y="530"/>
                      <a:pt x="706" y="529"/>
                      <a:pt x="708" y="529"/>
                    </a:cubicBezTo>
                    <a:cubicBezTo>
                      <a:pt x="711" y="529"/>
                      <a:pt x="715" y="530"/>
                      <a:pt x="718" y="532"/>
                    </a:cubicBezTo>
                    <a:cubicBezTo>
                      <a:pt x="720" y="533"/>
                      <a:pt x="720" y="534"/>
                      <a:pt x="719" y="535"/>
                    </a:cubicBezTo>
                    <a:cubicBezTo>
                      <a:pt x="715" y="536"/>
                      <a:pt x="711" y="536"/>
                      <a:pt x="707" y="535"/>
                    </a:cubicBezTo>
                    <a:close/>
                    <a:moveTo>
                      <a:pt x="713" y="606"/>
                    </a:moveTo>
                    <a:cubicBezTo>
                      <a:pt x="713" y="606"/>
                      <a:pt x="714" y="607"/>
                      <a:pt x="715" y="607"/>
                    </a:cubicBezTo>
                    <a:cubicBezTo>
                      <a:pt x="716" y="608"/>
                      <a:pt x="715" y="608"/>
                      <a:pt x="716" y="609"/>
                    </a:cubicBezTo>
                    <a:cubicBezTo>
                      <a:pt x="716" y="611"/>
                      <a:pt x="718" y="612"/>
                      <a:pt x="719" y="613"/>
                    </a:cubicBezTo>
                    <a:cubicBezTo>
                      <a:pt x="719" y="613"/>
                      <a:pt x="719" y="613"/>
                      <a:pt x="719" y="613"/>
                    </a:cubicBezTo>
                    <a:cubicBezTo>
                      <a:pt x="720" y="615"/>
                      <a:pt x="717" y="614"/>
                      <a:pt x="717" y="615"/>
                    </a:cubicBezTo>
                    <a:cubicBezTo>
                      <a:pt x="717" y="615"/>
                      <a:pt x="717" y="616"/>
                      <a:pt x="716" y="616"/>
                    </a:cubicBezTo>
                    <a:cubicBezTo>
                      <a:pt x="716" y="616"/>
                      <a:pt x="716" y="616"/>
                      <a:pt x="715" y="616"/>
                    </a:cubicBezTo>
                    <a:cubicBezTo>
                      <a:pt x="714" y="615"/>
                      <a:pt x="711" y="607"/>
                      <a:pt x="713" y="606"/>
                    </a:cubicBezTo>
                    <a:close/>
                    <a:moveTo>
                      <a:pt x="716" y="887"/>
                    </a:moveTo>
                    <a:cubicBezTo>
                      <a:pt x="715" y="886"/>
                      <a:pt x="715" y="884"/>
                      <a:pt x="716" y="883"/>
                    </a:cubicBezTo>
                    <a:cubicBezTo>
                      <a:pt x="717" y="882"/>
                      <a:pt x="719" y="881"/>
                      <a:pt x="720" y="881"/>
                    </a:cubicBezTo>
                    <a:cubicBezTo>
                      <a:pt x="720" y="882"/>
                      <a:pt x="720" y="885"/>
                      <a:pt x="720" y="886"/>
                    </a:cubicBezTo>
                    <a:cubicBezTo>
                      <a:pt x="719" y="887"/>
                      <a:pt x="717" y="889"/>
                      <a:pt x="716" y="887"/>
                    </a:cubicBezTo>
                    <a:close/>
                    <a:moveTo>
                      <a:pt x="727" y="884"/>
                    </a:moveTo>
                    <a:cubicBezTo>
                      <a:pt x="726" y="884"/>
                      <a:pt x="724" y="882"/>
                      <a:pt x="723" y="882"/>
                    </a:cubicBezTo>
                    <a:cubicBezTo>
                      <a:pt x="724" y="880"/>
                      <a:pt x="722" y="878"/>
                      <a:pt x="723" y="877"/>
                    </a:cubicBezTo>
                    <a:cubicBezTo>
                      <a:pt x="724" y="874"/>
                      <a:pt x="725" y="878"/>
                      <a:pt x="726" y="879"/>
                    </a:cubicBezTo>
                    <a:cubicBezTo>
                      <a:pt x="727" y="881"/>
                      <a:pt x="729" y="880"/>
                      <a:pt x="729" y="882"/>
                    </a:cubicBezTo>
                    <a:cubicBezTo>
                      <a:pt x="729" y="883"/>
                      <a:pt x="729" y="884"/>
                      <a:pt x="727" y="884"/>
                    </a:cubicBezTo>
                    <a:close/>
                    <a:moveTo>
                      <a:pt x="420" y="1484"/>
                    </a:moveTo>
                    <a:cubicBezTo>
                      <a:pt x="420" y="1484"/>
                      <a:pt x="419" y="1484"/>
                      <a:pt x="419" y="1484"/>
                    </a:cubicBezTo>
                    <a:cubicBezTo>
                      <a:pt x="419" y="1484"/>
                      <a:pt x="419" y="1484"/>
                      <a:pt x="419" y="1485"/>
                    </a:cubicBezTo>
                    <a:cubicBezTo>
                      <a:pt x="419" y="1485"/>
                      <a:pt x="418" y="1485"/>
                      <a:pt x="418" y="1484"/>
                    </a:cubicBezTo>
                    <a:cubicBezTo>
                      <a:pt x="418" y="1484"/>
                      <a:pt x="418" y="1483"/>
                      <a:pt x="418" y="1482"/>
                    </a:cubicBezTo>
                    <a:cubicBezTo>
                      <a:pt x="418" y="1481"/>
                      <a:pt x="419" y="1481"/>
                      <a:pt x="420" y="1481"/>
                    </a:cubicBezTo>
                    <a:cubicBezTo>
                      <a:pt x="420" y="1481"/>
                      <a:pt x="420" y="1482"/>
                      <a:pt x="420" y="1482"/>
                    </a:cubicBezTo>
                    <a:cubicBezTo>
                      <a:pt x="420" y="1483"/>
                      <a:pt x="420" y="1483"/>
                      <a:pt x="420" y="1484"/>
                    </a:cubicBezTo>
                    <a:close/>
                    <a:moveTo>
                      <a:pt x="425" y="1477"/>
                    </a:moveTo>
                    <a:cubicBezTo>
                      <a:pt x="424" y="1477"/>
                      <a:pt x="424" y="1476"/>
                      <a:pt x="424" y="1475"/>
                    </a:cubicBezTo>
                    <a:cubicBezTo>
                      <a:pt x="424" y="1475"/>
                      <a:pt x="425" y="1475"/>
                      <a:pt x="426" y="1475"/>
                    </a:cubicBezTo>
                    <a:cubicBezTo>
                      <a:pt x="426" y="1475"/>
                      <a:pt x="427" y="1475"/>
                      <a:pt x="427" y="1475"/>
                    </a:cubicBezTo>
                    <a:cubicBezTo>
                      <a:pt x="428" y="1477"/>
                      <a:pt x="425" y="1477"/>
                      <a:pt x="425" y="1477"/>
                    </a:cubicBezTo>
                    <a:close/>
                    <a:moveTo>
                      <a:pt x="433" y="1499"/>
                    </a:moveTo>
                    <a:cubicBezTo>
                      <a:pt x="432" y="1499"/>
                      <a:pt x="432" y="1500"/>
                      <a:pt x="431" y="1500"/>
                    </a:cubicBezTo>
                    <a:cubicBezTo>
                      <a:pt x="430" y="1500"/>
                      <a:pt x="430" y="1500"/>
                      <a:pt x="430" y="1499"/>
                    </a:cubicBezTo>
                    <a:cubicBezTo>
                      <a:pt x="430" y="1499"/>
                      <a:pt x="430" y="1498"/>
                      <a:pt x="431" y="1498"/>
                    </a:cubicBezTo>
                    <a:cubicBezTo>
                      <a:pt x="431" y="1498"/>
                      <a:pt x="431" y="1498"/>
                      <a:pt x="431" y="1498"/>
                    </a:cubicBezTo>
                    <a:cubicBezTo>
                      <a:pt x="432" y="1497"/>
                      <a:pt x="432" y="1497"/>
                      <a:pt x="433" y="1498"/>
                    </a:cubicBezTo>
                    <a:cubicBezTo>
                      <a:pt x="433" y="1498"/>
                      <a:pt x="433" y="1499"/>
                      <a:pt x="433" y="1499"/>
                    </a:cubicBezTo>
                    <a:close/>
                    <a:moveTo>
                      <a:pt x="425" y="1657"/>
                    </a:moveTo>
                    <a:cubicBezTo>
                      <a:pt x="425" y="1656"/>
                      <a:pt x="426" y="1657"/>
                      <a:pt x="426" y="1657"/>
                    </a:cubicBezTo>
                    <a:cubicBezTo>
                      <a:pt x="427" y="1658"/>
                      <a:pt x="427" y="1658"/>
                      <a:pt x="427" y="1659"/>
                    </a:cubicBezTo>
                    <a:cubicBezTo>
                      <a:pt x="427" y="1662"/>
                      <a:pt x="423" y="1658"/>
                      <a:pt x="425" y="1657"/>
                    </a:cubicBezTo>
                    <a:close/>
                    <a:moveTo>
                      <a:pt x="423" y="1669"/>
                    </a:moveTo>
                    <a:cubicBezTo>
                      <a:pt x="423" y="1668"/>
                      <a:pt x="424" y="1668"/>
                      <a:pt x="425" y="1668"/>
                    </a:cubicBezTo>
                    <a:cubicBezTo>
                      <a:pt x="426" y="1668"/>
                      <a:pt x="429" y="1669"/>
                      <a:pt x="429" y="1670"/>
                    </a:cubicBezTo>
                    <a:cubicBezTo>
                      <a:pt x="429" y="1671"/>
                      <a:pt x="424" y="1670"/>
                      <a:pt x="423" y="1669"/>
                    </a:cubicBezTo>
                    <a:close/>
                    <a:moveTo>
                      <a:pt x="451" y="1479"/>
                    </a:moveTo>
                    <a:cubicBezTo>
                      <a:pt x="452" y="1477"/>
                      <a:pt x="453" y="1477"/>
                      <a:pt x="454" y="1478"/>
                    </a:cubicBezTo>
                    <a:cubicBezTo>
                      <a:pt x="455" y="1478"/>
                      <a:pt x="457" y="1477"/>
                      <a:pt x="457" y="1479"/>
                    </a:cubicBezTo>
                    <a:cubicBezTo>
                      <a:pt x="457" y="1479"/>
                      <a:pt x="455" y="1479"/>
                      <a:pt x="455" y="1479"/>
                    </a:cubicBezTo>
                    <a:cubicBezTo>
                      <a:pt x="454" y="1480"/>
                      <a:pt x="454" y="1480"/>
                      <a:pt x="453" y="1481"/>
                    </a:cubicBezTo>
                    <a:cubicBezTo>
                      <a:pt x="452" y="1482"/>
                      <a:pt x="451" y="1482"/>
                      <a:pt x="451" y="1481"/>
                    </a:cubicBezTo>
                    <a:cubicBezTo>
                      <a:pt x="451" y="1480"/>
                      <a:pt x="451" y="1479"/>
                      <a:pt x="451" y="1479"/>
                    </a:cubicBezTo>
                    <a:close/>
                    <a:moveTo>
                      <a:pt x="448" y="1490"/>
                    </a:moveTo>
                    <a:cubicBezTo>
                      <a:pt x="449" y="1490"/>
                      <a:pt x="449" y="1490"/>
                      <a:pt x="449" y="1491"/>
                    </a:cubicBezTo>
                    <a:cubicBezTo>
                      <a:pt x="449" y="1492"/>
                      <a:pt x="448" y="1492"/>
                      <a:pt x="447" y="1491"/>
                    </a:cubicBezTo>
                    <a:cubicBezTo>
                      <a:pt x="447" y="1491"/>
                      <a:pt x="446" y="1491"/>
                      <a:pt x="447" y="1490"/>
                    </a:cubicBezTo>
                    <a:cubicBezTo>
                      <a:pt x="447" y="1490"/>
                      <a:pt x="448" y="1490"/>
                      <a:pt x="448" y="1490"/>
                    </a:cubicBezTo>
                    <a:close/>
                    <a:moveTo>
                      <a:pt x="449" y="1554"/>
                    </a:moveTo>
                    <a:cubicBezTo>
                      <a:pt x="449" y="1554"/>
                      <a:pt x="448" y="1555"/>
                      <a:pt x="448" y="1555"/>
                    </a:cubicBezTo>
                    <a:cubicBezTo>
                      <a:pt x="447" y="1555"/>
                      <a:pt x="447" y="1555"/>
                      <a:pt x="446" y="1555"/>
                    </a:cubicBezTo>
                    <a:cubicBezTo>
                      <a:pt x="446" y="1555"/>
                      <a:pt x="446" y="1554"/>
                      <a:pt x="446" y="1554"/>
                    </a:cubicBezTo>
                    <a:cubicBezTo>
                      <a:pt x="446" y="1553"/>
                      <a:pt x="446" y="1553"/>
                      <a:pt x="446" y="1553"/>
                    </a:cubicBezTo>
                    <a:cubicBezTo>
                      <a:pt x="446" y="1553"/>
                      <a:pt x="446" y="1553"/>
                      <a:pt x="446" y="1552"/>
                    </a:cubicBezTo>
                    <a:cubicBezTo>
                      <a:pt x="447" y="1552"/>
                      <a:pt x="447" y="1552"/>
                      <a:pt x="448" y="1552"/>
                    </a:cubicBezTo>
                    <a:cubicBezTo>
                      <a:pt x="448" y="1553"/>
                      <a:pt x="449" y="1553"/>
                      <a:pt x="449" y="1554"/>
                    </a:cubicBezTo>
                    <a:close/>
                    <a:moveTo>
                      <a:pt x="447" y="1517"/>
                    </a:moveTo>
                    <a:cubicBezTo>
                      <a:pt x="448" y="1518"/>
                      <a:pt x="446" y="1518"/>
                      <a:pt x="445" y="1518"/>
                    </a:cubicBezTo>
                    <a:cubicBezTo>
                      <a:pt x="444" y="1517"/>
                      <a:pt x="440" y="1517"/>
                      <a:pt x="440" y="1516"/>
                    </a:cubicBezTo>
                    <a:cubicBezTo>
                      <a:pt x="440" y="1515"/>
                      <a:pt x="443" y="1516"/>
                      <a:pt x="443" y="1516"/>
                    </a:cubicBezTo>
                    <a:cubicBezTo>
                      <a:pt x="445" y="1516"/>
                      <a:pt x="446" y="1516"/>
                      <a:pt x="447" y="1517"/>
                    </a:cubicBezTo>
                    <a:close/>
                    <a:moveTo>
                      <a:pt x="442" y="1552"/>
                    </a:moveTo>
                    <a:cubicBezTo>
                      <a:pt x="442" y="1552"/>
                      <a:pt x="441" y="1552"/>
                      <a:pt x="441" y="1552"/>
                    </a:cubicBezTo>
                    <a:cubicBezTo>
                      <a:pt x="441" y="1552"/>
                      <a:pt x="441" y="1553"/>
                      <a:pt x="441" y="1553"/>
                    </a:cubicBezTo>
                    <a:cubicBezTo>
                      <a:pt x="441" y="1553"/>
                      <a:pt x="441" y="1553"/>
                      <a:pt x="440" y="1553"/>
                    </a:cubicBezTo>
                    <a:cubicBezTo>
                      <a:pt x="440" y="1553"/>
                      <a:pt x="439" y="1552"/>
                      <a:pt x="439" y="1552"/>
                    </a:cubicBezTo>
                    <a:cubicBezTo>
                      <a:pt x="439" y="1551"/>
                      <a:pt x="440" y="1551"/>
                      <a:pt x="441" y="1551"/>
                    </a:cubicBezTo>
                    <a:cubicBezTo>
                      <a:pt x="441" y="1551"/>
                      <a:pt x="442" y="1551"/>
                      <a:pt x="442" y="1552"/>
                    </a:cubicBezTo>
                    <a:close/>
                    <a:moveTo>
                      <a:pt x="443" y="1465"/>
                    </a:moveTo>
                    <a:cubicBezTo>
                      <a:pt x="444" y="1466"/>
                      <a:pt x="444" y="1467"/>
                      <a:pt x="444" y="1467"/>
                    </a:cubicBezTo>
                    <a:cubicBezTo>
                      <a:pt x="442" y="1468"/>
                      <a:pt x="439" y="1467"/>
                      <a:pt x="440" y="1465"/>
                    </a:cubicBezTo>
                    <a:cubicBezTo>
                      <a:pt x="441" y="1465"/>
                      <a:pt x="442" y="1465"/>
                      <a:pt x="443" y="1465"/>
                    </a:cubicBezTo>
                    <a:close/>
                    <a:moveTo>
                      <a:pt x="436" y="1555"/>
                    </a:moveTo>
                    <a:cubicBezTo>
                      <a:pt x="436" y="1555"/>
                      <a:pt x="435" y="1555"/>
                      <a:pt x="435" y="1554"/>
                    </a:cubicBezTo>
                    <a:cubicBezTo>
                      <a:pt x="435" y="1554"/>
                      <a:pt x="435" y="1554"/>
                      <a:pt x="435" y="1553"/>
                    </a:cubicBezTo>
                    <a:cubicBezTo>
                      <a:pt x="435" y="1553"/>
                      <a:pt x="436" y="1553"/>
                      <a:pt x="436" y="1553"/>
                    </a:cubicBezTo>
                    <a:cubicBezTo>
                      <a:pt x="437" y="1553"/>
                      <a:pt x="437" y="1554"/>
                      <a:pt x="437" y="1554"/>
                    </a:cubicBezTo>
                    <a:cubicBezTo>
                      <a:pt x="437" y="1554"/>
                      <a:pt x="437" y="1555"/>
                      <a:pt x="436" y="1555"/>
                    </a:cubicBezTo>
                    <a:close/>
                    <a:moveTo>
                      <a:pt x="436" y="1475"/>
                    </a:moveTo>
                    <a:cubicBezTo>
                      <a:pt x="436" y="1474"/>
                      <a:pt x="437" y="1473"/>
                      <a:pt x="437" y="1473"/>
                    </a:cubicBezTo>
                    <a:cubicBezTo>
                      <a:pt x="439" y="1472"/>
                      <a:pt x="439" y="1473"/>
                      <a:pt x="440" y="1474"/>
                    </a:cubicBezTo>
                    <a:cubicBezTo>
                      <a:pt x="440" y="1475"/>
                      <a:pt x="440" y="1476"/>
                      <a:pt x="439" y="1477"/>
                    </a:cubicBezTo>
                    <a:cubicBezTo>
                      <a:pt x="438" y="1477"/>
                      <a:pt x="438" y="1477"/>
                      <a:pt x="437" y="1477"/>
                    </a:cubicBezTo>
                    <a:cubicBezTo>
                      <a:pt x="437" y="1477"/>
                      <a:pt x="437" y="1477"/>
                      <a:pt x="437" y="1477"/>
                    </a:cubicBezTo>
                    <a:cubicBezTo>
                      <a:pt x="436" y="1476"/>
                      <a:pt x="436" y="1475"/>
                      <a:pt x="436" y="1475"/>
                    </a:cubicBezTo>
                    <a:close/>
                    <a:moveTo>
                      <a:pt x="435" y="1647"/>
                    </a:moveTo>
                    <a:cubicBezTo>
                      <a:pt x="435" y="1648"/>
                      <a:pt x="434" y="1648"/>
                      <a:pt x="434" y="1648"/>
                    </a:cubicBezTo>
                    <a:cubicBezTo>
                      <a:pt x="434" y="1649"/>
                      <a:pt x="434" y="1650"/>
                      <a:pt x="433" y="1650"/>
                    </a:cubicBezTo>
                    <a:cubicBezTo>
                      <a:pt x="433" y="1650"/>
                      <a:pt x="430" y="1649"/>
                      <a:pt x="430" y="1649"/>
                    </a:cubicBezTo>
                    <a:cubicBezTo>
                      <a:pt x="430" y="1648"/>
                      <a:pt x="432" y="1648"/>
                      <a:pt x="432" y="1647"/>
                    </a:cubicBezTo>
                    <a:cubicBezTo>
                      <a:pt x="433" y="1647"/>
                      <a:pt x="432" y="1645"/>
                      <a:pt x="433" y="1645"/>
                    </a:cubicBezTo>
                    <a:cubicBezTo>
                      <a:pt x="435" y="1645"/>
                      <a:pt x="435" y="1646"/>
                      <a:pt x="435" y="1647"/>
                    </a:cubicBezTo>
                    <a:close/>
                    <a:moveTo>
                      <a:pt x="435" y="1576"/>
                    </a:moveTo>
                    <a:cubicBezTo>
                      <a:pt x="436" y="1575"/>
                      <a:pt x="436" y="1575"/>
                      <a:pt x="437" y="1575"/>
                    </a:cubicBezTo>
                    <a:cubicBezTo>
                      <a:pt x="437" y="1574"/>
                      <a:pt x="438" y="1574"/>
                      <a:pt x="439" y="1575"/>
                    </a:cubicBezTo>
                    <a:cubicBezTo>
                      <a:pt x="440" y="1576"/>
                      <a:pt x="434" y="1579"/>
                      <a:pt x="435" y="1576"/>
                    </a:cubicBezTo>
                    <a:close/>
                    <a:moveTo>
                      <a:pt x="439" y="1693"/>
                    </a:moveTo>
                    <a:cubicBezTo>
                      <a:pt x="438" y="1692"/>
                      <a:pt x="435" y="1690"/>
                      <a:pt x="438" y="1690"/>
                    </a:cubicBezTo>
                    <a:cubicBezTo>
                      <a:pt x="440" y="1690"/>
                      <a:pt x="441" y="1693"/>
                      <a:pt x="439" y="1693"/>
                    </a:cubicBezTo>
                    <a:close/>
                    <a:moveTo>
                      <a:pt x="437" y="1654"/>
                    </a:moveTo>
                    <a:cubicBezTo>
                      <a:pt x="437" y="1653"/>
                      <a:pt x="441" y="1653"/>
                      <a:pt x="441" y="1653"/>
                    </a:cubicBezTo>
                    <a:cubicBezTo>
                      <a:pt x="442" y="1654"/>
                      <a:pt x="435" y="1658"/>
                      <a:pt x="437" y="1654"/>
                    </a:cubicBezTo>
                    <a:close/>
                    <a:moveTo>
                      <a:pt x="446" y="1645"/>
                    </a:moveTo>
                    <a:cubicBezTo>
                      <a:pt x="445" y="1646"/>
                      <a:pt x="443" y="1646"/>
                      <a:pt x="443" y="1646"/>
                    </a:cubicBezTo>
                    <a:cubicBezTo>
                      <a:pt x="441" y="1646"/>
                      <a:pt x="438" y="1645"/>
                      <a:pt x="438" y="1643"/>
                    </a:cubicBezTo>
                    <a:cubicBezTo>
                      <a:pt x="438" y="1642"/>
                      <a:pt x="438" y="1641"/>
                      <a:pt x="439" y="1641"/>
                    </a:cubicBezTo>
                    <a:cubicBezTo>
                      <a:pt x="440" y="1640"/>
                      <a:pt x="441" y="1639"/>
                      <a:pt x="441" y="1639"/>
                    </a:cubicBezTo>
                    <a:cubicBezTo>
                      <a:pt x="442" y="1639"/>
                      <a:pt x="444" y="1640"/>
                      <a:pt x="444" y="1640"/>
                    </a:cubicBezTo>
                    <a:cubicBezTo>
                      <a:pt x="444" y="1641"/>
                      <a:pt x="444" y="1642"/>
                      <a:pt x="445" y="1643"/>
                    </a:cubicBezTo>
                    <a:cubicBezTo>
                      <a:pt x="445" y="1643"/>
                      <a:pt x="446" y="1645"/>
                      <a:pt x="446" y="1645"/>
                    </a:cubicBezTo>
                    <a:close/>
                    <a:moveTo>
                      <a:pt x="449" y="1589"/>
                    </a:moveTo>
                    <a:cubicBezTo>
                      <a:pt x="448" y="1589"/>
                      <a:pt x="448" y="1589"/>
                      <a:pt x="448" y="1590"/>
                    </a:cubicBezTo>
                    <a:cubicBezTo>
                      <a:pt x="447" y="1591"/>
                      <a:pt x="446" y="1591"/>
                      <a:pt x="446" y="1590"/>
                    </a:cubicBezTo>
                    <a:cubicBezTo>
                      <a:pt x="445" y="1589"/>
                      <a:pt x="447" y="1587"/>
                      <a:pt x="447" y="1587"/>
                    </a:cubicBezTo>
                    <a:cubicBezTo>
                      <a:pt x="448" y="1586"/>
                      <a:pt x="450" y="1586"/>
                      <a:pt x="450" y="1587"/>
                    </a:cubicBezTo>
                    <a:cubicBezTo>
                      <a:pt x="451" y="1588"/>
                      <a:pt x="450" y="1589"/>
                      <a:pt x="449" y="1589"/>
                    </a:cubicBezTo>
                    <a:close/>
                    <a:moveTo>
                      <a:pt x="447" y="1583"/>
                    </a:moveTo>
                    <a:cubicBezTo>
                      <a:pt x="446" y="1583"/>
                      <a:pt x="446" y="1582"/>
                      <a:pt x="447" y="1581"/>
                    </a:cubicBezTo>
                    <a:cubicBezTo>
                      <a:pt x="448" y="1581"/>
                      <a:pt x="449" y="1581"/>
                      <a:pt x="450" y="1582"/>
                    </a:cubicBezTo>
                    <a:cubicBezTo>
                      <a:pt x="452" y="1583"/>
                      <a:pt x="448" y="1583"/>
                      <a:pt x="447" y="1583"/>
                    </a:cubicBezTo>
                    <a:close/>
                    <a:moveTo>
                      <a:pt x="446" y="1573"/>
                    </a:moveTo>
                    <a:cubicBezTo>
                      <a:pt x="446" y="1572"/>
                      <a:pt x="447" y="1572"/>
                      <a:pt x="448" y="1572"/>
                    </a:cubicBezTo>
                    <a:cubicBezTo>
                      <a:pt x="449" y="1572"/>
                      <a:pt x="451" y="1572"/>
                      <a:pt x="451" y="1573"/>
                    </a:cubicBezTo>
                    <a:cubicBezTo>
                      <a:pt x="452" y="1574"/>
                      <a:pt x="446" y="1575"/>
                      <a:pt x="446" y="1573"/>
                    </a:cubicBezTo>
                    <a:close/>
                    <a:moveTo>
                      <a:pt x="450" y="1567"/>
                    </a:moveTo>
                    <a:cubicBezTo>
                      <a:pt x="449" y="1567"/>
                      <a:pt x="447" y="1567"/>
                      <a:pt x="446" y="1567"/>
                    </a:cubicBezTo>
                    <a:cubicBezTo>
                      <a:pt x="445" y="1567"/>
                      <a:pt x="445" y="1567"/>
                      <a:pt x="444" y="1567"/>
                    </a:cubicBezTo>
                    <a:cubicBezTo>
                      <a:pt x="444" y="1567"/>
                      <a:pt x="443" y="1567"/>
                      <a:pt x="443" y="1566"/>
                    </a:cubicBezTo>
                    <a:cubicBezTo>
                      <a:pt x="443" y="1565"/>
                      <a:pt x="446" y="1565"/>
                      <a:pt x="446" y="1565"/>
                    </a:cubicBezTo>
                    <a:cubicBezTo>
                      <a:pt x="448" y="1565"/>
                      <a:pt x="449" y="1565"/>
                      <a:pt x="450" y="1566"/>
                    </a:cubicBezTo>
                    <a:cubicBezTo>
                      <a:pt x="452" y="1566"/>
                      <a:pt x="452" y="1567"/>
                      <a:pt x="450" y="1567"/>
                    </a:cubicBezTo>
                    <a:close/>
                    <a:moveTo>
                      <a:pt x="451" y="1487"/>
                    </a:moveTo>
                    <a:cubicBezTo>
                      <a:pt x="451" y="1485"/>
                      <a:pt x="454" y="1484"/>
                      <a:pt x="456" y="1484"/>
                    </a:cubicBezTo>
                    <a:cubicBezTo>
                      <a:pt x="457" y="1484"/>
                      <a:pt x="458" y="1485"/>
                      <a:pt x="457" y="1486"/>
                    </a:cubicBezTo>
                    <a:cubicBezTo>
                      <a:pt x="457" y="1487"/>
                      <a:pt x="456" y="1488"/>
                      <a:pt x="455" y="1489"/>
                    </a:cubicBezTo>
                    <a:cubicBezTo>
                      <a:pt x="454" y="1489"/>
                      <a:pt x="451" y="1489"/>
                      <a:pt x="451" y="1487"/>
                    </a:cubicBezTo>
                    <a:close/>
                    <a:moveTo>
                      <a:pt x="457" y="1704"/>
                    </a:moveTo>
                    <a:cubicBezTo>
                      <a:pt x="457" y="1705"/>
                      <a:pt x="455" y="1705"/>
                      <a:pt x="454" y="1705"/>
                    </a:cubicBezTo>
                    <a:cubicBezTo>
                      <a:pt x="454" y="1704"/>
                      <a:pt x="454" y="1703"/>
                      <a:pt x="454" y="1702"/>
                    </a:cubicBezTo>
                    <a:cubicBezTo>
                      <a:pt x="453" y="1701"/>
                      <a:pt x="453" y="1701"/>
                      <a:pt x="453" y="1700"/>
                    </a:cubicBezTo>
                    <a:cubicBezTo>
                      <a:pt x="454" y="1698"/>
                      <a:pt x="454" y="1700"/>
                      <a:pt x="455" y="1701"/>
                    </a:cubicBezTo>
                    <a:cubicBezTo>
                      <a:pt x="456" y="1701"/>
                      <a:pt x="457" y="1701"/>
                      <a:pt x="457" y="1702"/>
                    </a:cubicBezTo>
                    <a:cubicBezTo>
                      <a:pt x="458" y="1702"/>
                      <a:pt x="458" y="1704"/>
                      <a:pt x="457" y="1704"/>
                    </a:cubicBezTo>
                    <a:close/>
                    <a:moveTo>
                      <a:pt x="460" y="1525"/>
                    </a:moveTo>
                    <a:cubicBezTo>
                      <a:pt x="460" y="1526"/>
                      <a:pt x="459" y="1527"/>
                      <a:pt x="459" y="1528"/>
                    </a:cubicBezTo>
                    <a:cubicBezTo>
                      <a:pt x="459" y="1531"/>
                      <a:pt x="457" y="1528"/>
                      <a:pt x="456" y="1527"/>
                    </a:cubicBezTo>
                    <a:cubicBezTo>
                      <a:pt x="455" y="1526"/>
                      <a:pt x="454" y="1525"/>
                      <a:pt x="454" y="1524"/>
                    </a:cubicBezTo>
                    <a:cubicBezTo>
                      <a:pt x="455" y="1523"/>
                      <a:pt x="454" y="1521"/>
                      <a:pt x="456" y="1521"/>
                    </a:cubicBezTo>
                    <a:cubicBezTo>
                      <a:pt x="456" y="1520"/>
                      <a:pt x="457" y="1521"/>
                      <a:pt x="458" y="1521"/>
                    </a:cubicBezTo>
                    <a:cubicBezTo>
                      <a:pt x="460" y="1521"/>
                      <a:pt x="460" y="1523"/>
                      <a:pt x="460" y="1525"/>
                    </a:cubicBezTo>
                    <a:close/>
                    <a:moveTo>
                      <a:pt x="459" y="1507"/>
                    </a:moveTo>
                    <a:cubicBezTo>
                      <a:pt x="459" y="1507"/>
                      <a:pt x="459" y="1507"/>
                      <a:pt x="459" y="1507"/>
                    </a:cubicBezTo>
                    <a:cubicBezTo>
                      <a:pt x="458" y="1507"/>
                      <a:pt x="458" y="1507"/>
                      <a:pt x="458" y="1507"/>
                    </a:cubicBezTo>
                    <a:cubicBezTo>
                      <a:pt x="457" y="1507"/>
                      <a:pt x="456" y="1507"/>
                      <a:pt x="456" y="1507"/>
                    </a:cubicBezTo>
                    <a:cubicBezTo>
                      <a:pt x="455" y="1506"/>
                      <a:pt x="455" y="1504"/>
                      <a:pt x="457" y="1504"/>
                    </a:cubicBezTo>
                    <a:cubicBezTo>
                      <a:pt x="457" y="1504"/>
                      <a:pt x="457" y="1505"/>
                      <a:pt x="458" y="1505"/>
                    </a:cubicBezTo>
                    <a:cubicBezTo>
                      <a:pt x="458" y="1505"/>
                      <a:pt x="459" y="1505"/>
                      <a:pt x="460" y="1506"/>
                    </a:cubicBezTo>
                    <a:cubicBezTo>
                      <a:pt x="460" y="1506"/>
                      <a:pt x="460" y="1506"/>
                      <a:pt x="460" y="1507"/>
                    </a:cubicBezTo>
                    <a:cubicBezTo>
                      <a:pt x="460" y="1507"/>
                      <a:pt x="460" y="1507"/>
                      <a:pt x="459" y="1507"/>
                    </a:cubicBezTo>
                    <a:close/>
                    <a:moveTo>
                      <a:pt x="471" y="1506"/>
                    </a:moveTo>
                    <a:cubicBezTo>
                      <a:pt x="471" y="1508"/>
                      <a:pt x="468" y="1509"/>
                      <a:pt x="468" y="1507"/>
                    </a:cubicBezTo>
                    <a:cubicBezTo>
                      <a:pt x="468" y="1505"/>
                      <a:pt x="470" y="1505"/>
                      <a:pt x="471" y="1506"/>
                    </a:cubicBezTo>
                    <a:close/>
                    <a:moveTo>
                      <a:pt x="468" y="1711"/>
                    </a:moveTo>
                    <a:cubicBezTo>
                      <a:pt x="466" y="1712"/>
                      <a:pt x="464" y="1710"/>
                      <a:pt x="464" y="1708"/>
                    </a:cubicBezTo>
                    <a:cubicBezTo>
                      <a:pt x="464" y="1706"/>
                      <a:pt x="466" y="1704"/>
                      <a:pt x="466" y="1702"/>
                    </a:cubicBezTo>
                    <a:cubicBezTo>
                      <a:pt x="467" y="1701"/>
                      <a:pt x="466" y="1700"/>
                      <a:pt x="465" y="1698"/>
                    </a:cubicBezTo>
                    <a:cubicBezTo>
                      <a:pt x="464" y="1697"/>
                      <a:pt x="463" y="1694"/>
                      <a:pt x="465" y="1693"/>
                    </a:cubicBezTo>
                    <a:cubicBezTo>
                      <a:pt x="465" y="1692"/>
                      <a:pt x="467" y="1692"/>
                      <a:pt x="468" y="1693"/>
                    </a:cubicBezTo>
                    <a:cubicBezTo>
                      <a:pt x="469" y="1695"/>
                      <a:pt x="468" y="1697"/>
                      <a:pt x="468" y="1698"/>
                    </a:cubicBezTo>
                    <a:cubicBezTo>
                      <a:pt x="468" y="1699"/>
                      <a:pt x="469" y="1700"/>
                      <a:pt x="469" y="1701"/>
                    </a:cubicBezTo>
                    <a:cubicBezTo>
                      <a:pt x="470" y="1702"/>
                      <a:pt x="469" y="1704"/>
                      <a:pt x="469" y="1706"/>
                    </a:cubicBezTo>
                    <a:cubicBezTo>
                      <a:pt x="469" y="1707"/>
                      <a:pt x="470" y="1710"/>
                      <a:pt x="468" y="1711"/>
                    </a:cubicBezTo>
                    <a:close/>
                    <a:moveTo>
                      <a:pt x="471" y="1513"/>
                    </a:moveTo>
                    <a:cubicBezTo>
                      <a:pt x="471" y="1513"/>
                      <a:pt x="473" y="1514"/>
                      <a:pt x="473" y="1514"/>
                    </a:cubicBezTo>
                    <a:cubicBezTo>
                      <a:pt x="473" y="1515"/>
                      <a:pt x="472" y="1515"/>
                      <a:pt x="471" y="1515"/>
                    </a:cubicBezTo>
                    <a:cubicBezTo>
                      <a:pt x="470" y="1515"/>
                      <a:pt x="469" y="1514"/>
                      <a:pt x="471" y="1513"/>
                    </a:cubicBezTo>
                    <a:close/>
                    <a:moveTo>
                      <a:pt x="472" y="1526"/>
                    </a:moveTo>
                    <a:cubicBezTo>
                      <a:pt x="472" y="1525"/>
                      <a:pt x="472" y="1525"/>
                      <a:pt x="473" y="1525"/>
                    </a:cubicBezTo>
                    <a:cubicBezTo>
                      <a:pt x="474" y="1524"/>
                      <a:pt x="475" y="1525"/>
                      <a:pt x="476" y="1525"/>
                    </a:cubicBezTo>
                    <a:cubicBezTo>
                      <a:pt x="477" y="1525"/>
                      <a:pt x="478" y="1525"/>
                      <a:pt x="478" y="1526"/>
                    </a:cubicBezTo>
                    <a:cubicBezTo>
                      <a:pt x="477" y="1527"/>
                      <a:pt x="473" y="1527"/>
                      <a:pt x="472" y="1526"/>
                    </a:cubicBezTo>
                    <a:close/>
                    <a:moveTo>
                      <a:pt x="482" y="1653"/>
                    </a:moveTo>
                    <a:cubicBezTo>
                      <a:pt x="480" y="1654"/>
                      <a:pt x="480" y="1654"/>
                      <a:pt x="479" y="1653"/>
                    </a:cubicBezTo>
                    <a:cubicBezTo>
                      <a:pt x="479" y="1652"/>
                      <a:pt x="477" y="1650"/>
                      <a:pt x="476" y="1648"/>
                    </a:cubicBezTo>
                    <a:cubicBezTo>
                      <a:pt x="475" y="1647"/>
                      <a:pt x="475" y="1646"/>
                      <a:pt x="476" y="1645"/>
                    </a:cubicBezTo>
                    <a:cubicBezTo>
                      <a:pt x="478" y="1642"/>
                      <a:pt x="478" y="1647"/>
                      <a:pt x="479" y="1648"/>
                    </a:cubicBezTo>
                    <a:cubicBezTo>
                      <a:pt x="480" y="1649"/>
                      <a:pt x="482" y="1649"/>
                      <a:pt x="483" y="1650"/>
                    </a:cubicBezTo>
                    <a:cubicBezTo>
                      <a:pt x="483" y="1651"/>
                      <a:pt x="482" y="1652"/>
                      <a:pt x="482" y="1653"/>
                    </a:cubicBezTo>
                    <a:close/>
                    <a:moveTo>
                      <a:pt x="482" y="1469"/>
                    </a:moveTo>
                    <a:cubicBezTo>
                      <a:pt x="481" y="1468"/>
                      <a:pt x="481" y="1468"/>
                      <a:pt x="481" y="1467"/>
                    </a:cubicBezTo>
                    <a:cubicBezTo>
                      <a:pt x="480" y="1466"/>
                      <a:pt x="479" y="1465"/>
                      <a:pt x="479" y="1463"/>
                    </a:cubicBezTo>
                    <a:cubicBezTo>
                      <a:pt x="480" y="1462"/>
                      <a:pt x="480" y="1460"/>
                      <a:pt x="480" y="1459"/>
                    </a:cubicBezTo>
                    <a:cubicBezTo>
                      <a:pt x="481" y="1457"/>
                      <a:pt x="483" y="1458"/>
                      <a:pt x="483" y="1460"/>
                    </a:cubicBezTo>
                    <a:cubicBezTo>
                      <a:pt x="483" y="1462"/>
                      <a:pt x="483" y="1464"/>
                      <a:pt x="483" y="1466"/>
                    </a:cubicBezTo>
                    <a:cubicBezTo>
                      <a:pt x="483" y="1467"/>
                      <a:pt x="483" y="1469"/>
                      <a:pt x="482" y="1469"/>
                    </a:cubicBezTo>
                    <a:close/>
                    <a:moveTo>
                      <a:pt x="501" y="1443"/>
                    </a:moveTo>
                    <a:cubicBezTo>
                      <a:pt x="501" y="1442"/>
                      <a:pt x="502" y="1441"/>
                      <a:pt x="503" y="1440"/>
                    </a:cubicBezTo>
                    <a:cubicBezTo>
                      <a:pt x="503" y="1439"/>
                      <a:pt x="503" y="1437"/>
                      <a:pt x="504" y="1436"/>
                    </a:cubicBezTo>
                    <a:cubicBezTo>
                      <a:pt x="504" y="1435"/>
                      <a:pt x="505" y="1432"/>
                      <a:pt x="506" y="1434"/>
                    </a:cubicBezTo>
                    <a:cubicBezTo>
                      <a:pt x="507" y="1434"/>
                      <a:pt x="507" y="1436"/>
                      <a:pt x="507" y="1437"/>
                    </a:cubicBezTo>
                    <a:cubicBezTo>
                      <a:pt x="507" y="1439"/>
                      <a:pt x="507" y="1440"/>
                      <a:pt x="505" y="1441"/>
                    </a:cubicBezTo>
                    <a:cubicBezTo>
                      <a:pt x="505" y="1442"/>
                      <a:pt x="504" y="1442"/>
                      <a:pt x="504" y="1442"/>
                    </a:cubicBezTo>
                    <a:cubicBezTo>
                      <a:pt x="503" y="1442"/>
                      <a:pt x="503" y="1443"/>
                      <a:pt x="503" y="1443"/>
                    </a:cubicBezTo>
                    <a:cubicBezTo>
                      <a:pt x="503" y="1444"/>
                      <a:pt x="502" y="1446"/>
                      <a:pt x="501" y="1446"/>
                    </a:cubicBezTo>
                    <a:cubicBezTo>
                      <a:pt x="499" y="1446"/>
                      <a:pt x="500" y="1443"/>
                      <a:pt x="501" y="1443"/>
                    </a:cubicBezTo>
                    <a:close/>
                    <a:moveTo>
                      <a:pt x="493" y="1531"/>
                    </a:moveTo>
                    <a:cubicBezTo>
                      <a:pt x="492" y="1530"/>
                      <a:pt x="494" y="1529"/>
                      <a:pt x="495" y="1530"/>
                    </a:cubicBezTo>
                    <a:cubicBezTo>
                      <a:pt x="496" y="1530"/>
                      <a:pt x="496" y="1531"/>
                      <a:pt x="496" y="1531"/>
                    </a:cubicBezTo>
                    <a:cubicBezTo>
                      <a:pt x="496" y="1532"/>
                      <a:pt x="494" y="1532"/>
                      <a:pt x="493" y="1531"/>
                    </a:cubicBezTo>
                    <a:close/>
                    <a:moveTo>
                      <a:pt x="497" y="1522"/>
                    </a:moveTo>
                    <a:cubicBezTo>
                      <a:pt x="498" y="1522"/>
                      <a:pt x="499" y="1523"/>
                      <a:pt x="500" y="1524"/>
                    </a:cubicBezTo>
                    <a:cubicBezTo>
                      <a:pt x="501" y="1525"/>
                      <a:pt x="503" y="1525"/>
                      <a:pt x="504" y="1526"/>
                    </a:cubicBezTo>
                    <a:cubicBezTo>
                      <a:pt x="505" y="1527"/>
                      <a:pt x="504" y="1528"/>
                      <a:pt x="503" y="1528"/>
                    </a:cubicBezTo>
                    <a:cubicBezTo>
                      <a:pt x="501" y="1529"/>
                      <a:pt x="500" y="1528"/>
                      <a:pt x="498" y="1527"/>
                    </a:cubicBezTo>
                    <a:cubicBezTo>
                      <a:pt x="497" y="1526"/>
                      <a:pt x="493" y="1523"/>
                      <a:pt x="497" y="1522"/>
                    </a:cubicBezTo>
                    <a:close/>
                    <a:moveTo>
                      <a:pt x="509" y="1545"/>
                    </a:moveTo>
                    <a:cubicBezTo>
                      <a:pt x="507" y="1546"/>
                      <a:pt x="506" y="1547"/>
                      <a:pt x="504" y="1549"/>
                    </a:cubicBezTo>
                    <a:cubicBezTo>
                      <a:pt x="504" y="1549"/>
                      <a:pt x="503" y="1550"/>
                      <a:pt x="502" y="1550"/>
                    </a:cubicBezTo>
                    <a:cubicBezTo>
                      <a:pt x="501" y="1550"/>
                      <a:pt x="501" y="1549"/>
                      <a:pt x="502" y="1548"/>
                    </a:cubicBezTo>
                    <a:cubicBezTo>
                      <a:pt x="502" y="1547"/>
                      <a:pt x="503" y="1546"/>
                      <a:pt x="504" y="1545"/>
                    </a:cubicBezTo>
                    <a:cubicBezTo>
                      <a:pt x="505" y="1543"/>
                      <a:pt x="509" y="1542"/>
                      <a:pt x="511" y="1542"/>
                    </a:cubicBezTo>
                    <a:cubicBezTo>
                      <a:pt x="512" y="1543"/>
                      <a:pt x="510" y="1545"/>
                      <a:pt x="509" y="1545"/>
                    </a:cubicBezTo>
                    <a:close/>
                    <a:moveTo>
                      <a:pt x="523" y="1583"/>
                    </a:moveTo>
                    <a:cubicBezTo>
                      <a:pt x="521" y="1583"/>
                      <a:pt x="518" y="1580"/>
                      <a:pt x="517" y="1579"/>
                    </a:cubicBezTo>
                    <a:cubicBezTo>
                      <a:pt x="516" y="1577"/>
                      <a:pt x="515" y="1576"/>
                      <a:pt x="514" y="1574"/>
                    </a:cubicBezTo>
                    <a:cubicBezTo>
                      <a:pt x="513" y="1573"/>
                      <a:pt x="512" y="1568"/>
                      <a:pt x="515" y="1570"/>
                    </a:cubicBezTo>
                    <a:cubicBezTo>
                      <a:pt x="516" y="1571"/>
                      <a:pt x="515" y="1573"/>
                      <a:pt x="516" y="1574"/>
                    </a:cubicBezTo>
                    <a:cubicBezTo>
                      <a:pt x="516" y="1574"/>
                      <a:pt x="517" y="1574"/>
                      <a:pt x="517" y="1575"/>
                    </a:cubicBezTo>
                    <a:cubicBezTo>
                      <a:pt x="518" y="1575"/>
                      <a:pt x="518" y="1576"/>
                      <a:pt x="518" y="1576"/>
                    </a:cubicBezTo>
                    <a:cubicBezTo>
                      <a:pt x="519" y="1577"/>
                      <a:pt x="520" y="1578"/>
                      <a:pt x="521" y="1578"/>
                    </a:cubicBezTo>
                    <a:cubicBezTo>
                      <a:pt x="522" y="1579"/>
                      <a:pt x="523" y="1579"/>
                      <a:pt x="524" y="1580"/>
                    </a:cubicBezTo>
                    <a:cubicBezTo>
                      <a:pt x="524" y="1581"/>
                      <a:pt x="525" y="1582"/>
                      <a:pt x="523" y="1583"/>
                    </a:cubicBezTo>
                    <a:close/>
                    <a:moveTo>
                      <a:pt x="530" y="1503"/>
                    </a:moveTo>
                    <a:cubicBezTo>
                      <a:pt x="529" y="1504"/>
                      <a:pt x="528" y="1504"/>
                      <a:pt x="527" y="1503"/>
                    </a:cubicBezTo>
                    <a:cubicBezTo>
                      <a:pt x="527" y="1503"/>
                      <a:pt x="526" y="1501"/>
                      <a:pt x="527" y="1501"/>
                    </a:cubicBezTo>
                    <a:cubicBezTo>
                      <a:pt x="527" y="1500"/>
                      <a:pt x="528" y="1499"/>
                      <a:pt x="529" y="1499"/>
                    </a:cubicBezTo>
                    <a:cubicBezTo>
                      <a:pt x="529" y="1499"/>
                      <a:pt x="531" y="1499"/>
                      <a:pt x="531" y="1499"/>
                    </a:cubicBezTo>
                    <a:cubicBezTo>
                      <a:pt x="534" y="1501"/>
                      <a:pt x="531" y="1502"/>
                      <a:pt x="530" y="1503"/>
                    </a:cubicBezTo>
                    <a:close/>
                    <a:moveTo>
                      <a:pt x="746" y="884"/>
                    </a:moveTo>
                    <a:cubicBezTo>
                      <a:pt x="744" y="886"/>
                      <a:pt x="742" y="884"/>
                      <a:pt x="740" y="885"/>
                    </a:cubicBezTo>
                    <a:cubicBezTo>
                      <a:pt x="739" y="885"/>
                      <a:pt x="737" y="888"/>
                      <a:pt x="736" y="887"/>
                    </a:cubicBezTo>
                    <a:cubicBezTo>
                      <a:pt x="735" y="886"/>
                      <a:pt x="735" y="884"/>
                      <a:pt x="736" y="884"/>
                    </a:cubicBezTo>
                    <a:cubicBezTo>
                      <a:pt x="736" y="883"/>
                      <a:pt x="738" y="882"/>
                      <a:pt x="739" y="882"/>
                    </a:cubicBezTo>
                    <a:cubicBezTo>
                      <a:pt x="740" y="882"/>
                      <a:pt x="741" y="882"/>
                      <a:pt x="742" y="882"/>
                    </a:cubicBezTo>
                    <a:cubicBezTo>
                      <a:pt x="743" y="882"/>
                      <a:pt x="744" y="881"/>
                      <a:pt x="745" y="881"/>
                    </a:cubicBezTo>
                    <a:cubicBezTo>
                      <a:pt x="747" y="881"/>
                      <a:pt x="746" y="883"/>
                      <a:pt x="746" y="884"/>
                    </a:cubicBezTo>
                    <a:close/>
                    <a:moveTo>
                      <a:pt x="760" y="889"/>
                    </a:moveTo>
                    <a:cubicBezTo>
                      <a:pt x="758" y="889"/>
                      <a:pt x="754" y="889"/>
                      <a:pt x="753" y="890"/>
                    </a:cubicBezTo>
                    <a:cubicBezTo>
                      <a:pt x="752" y="891"/>
                      <a:pt x="752" y="893"/>
                      <a:pt x="750" y="893"/>
                    </a:cubicBezTo>
                    <a:cubicBezTo>
                      <a:pt x="750" y="892"/>
                      <a:pt x="750" y="890"/>
                      <a:pt x="750" y="889"/>
                    </a:cubicBezTo>
                    <a:cubicBezTo>
                      <a:pt x="751" y="888"/>
                      <a:pt x="752" y="887"/>
                      <a:pt x="753" y="886"/>
                    </a:cubicBezTo>
                    <a:cubicBezTo>
                      <a:pt x="754" y="884"/>
                      <a:pt x="756" y="884"/>
                      <a:pt x="758" y="885"/>
                    </a:cubicBezTo>
                    <a:cubicBezTo>
                      <a:pt x="760" y="885"/>
                      <a:pt x="762" y="884"/>
                      <a:pt x="763" y="886"/>
                    </a:cubicBezTo>
                    <a:cubicBezTo>
                      <a:pt x="763" y="888"/>
                      <a:pt x="761" y="889"/>
                      <a:pt x="760" y="88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1" name="Freeform 3063">
                <a:extLst>
                  <a:ext uri="{FF2B5EF4-FFF2-40B4-BE49-F238E27FC236}">
                    <a16:creationId xmlns:a16="http://schemas.microsoft.com/office/drawing/2014/main" id="{7F682C50-C46F-1046-A9BA-7B57E981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745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2" name="Freeform 3064">
                <a:extLst>
                  <a:ext uri="{FF2B5EF4-FFF2-40B4-BE49-F238E27FC236}">
                    <a16:creationId xmlns:a16="http://schemas.microsoft.com/office/drawing/2014/main" id="{232F88A9-24FF-B24F-9CCA-356F2886C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482"/>
                <a:ext cx="5" cy="6"/>
              </a:xfrm>
              <a:custGeom>
                <a:avLst/>
                <a:gdLst>
                  <a:gd name="T0" fmla="*/ 5 w 14"/>
                  <a:gd name="T1" fmla="*/ 11 h 13"/>
                  <a:gd name="T2" fmla="*/ 7 w 14"/>
                  <a:gd name="T3" fmla="*/ 9 h 13"/>
                  <a:gd name="T4" fmla="*/ 9 w 14"/>
                  <a:gd name="T5" fmla="*/ 9 h 13"/>
                  <a:gd name="T6" fmla="*/ 11 w 14"/>
                  <a:gd name="T7" fmla="*/ 7 h 13"/>
                  <a:gd name="T8" fmla="*/ 11 w 14"/>
                  <a:gd name="T9" fmla="*/ 7 h 13"/>
                  <a:gd name="T10" fmla="*/ 13 w 14"/>
                  <a:gd name="T11" fmla="*/ 3 h 13"/>
                  <a:gd name="T12" fmla="*/ 14 w 14"/>
                  <a:gd name="T13" fmla="*/ 1 h 13"/>
                  <a:gd name="T14" fmla="*/ 12 w 14"/>
                  <a:gd name="T15" fmla="*/ 0 h 13"/>
                  <a:gd name="T16" fmla="*/ 9 w 14"/>
                  <a:gd name="T17" fmla="*/ 1 h 13"/>
                  <a:gd name="T18" fmla="*/ 7 w 14"/>
                  <a:gd name="T19" fmla="*/ 4 h 13"/>
                  <a:gd name="T20" fmla="*/ 7 w 14"/>
                  <a:gd name="T21" fmla="*/ 4 h 13"/>
                  <a:gd name="T22" fmla="*/ 5 w 14"/>
                  <a:gd name="T23" fmla="*/ 5 h 13"/>
                  <a:gd name="T24" fmla="*/ 3 w 14"/>
                  <a:gd name="T25" fmla="*/ 7 h 13"/>
                  <a:gd name="T26" fmla="*/ 2 w 14"/>
                  <a:gd name="T27" fmla="*/ 9 h 13"/>
                  <a:gd name="T28" fmla="*/ 1 w 14"/>
                  <a:gd name="T29" fmla="*/ 10 h 13"/>
                  <a:gd name="T30" fmla="*/ 1 w 14"/>
                  <a:gd name="T31" fmla="*/ 13 h 13"/>
                  <a:gd name="T32" fmla="*/ 2 w 14"/>
                  <a:gd name="T33" fmla="*/ 13 h 13"/>
                  <a:gd name="T34" fmla="*/ 3 w 14"/>
                  <a:gd name="T35" fmla="*/ 13 h 13"/>
                  <a:gd name="T36" fmla="*/ 5 w 14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3">
                    <a:moveTo>
                      <a:pt x="5" y="11"/>
                    </a:moveTo>
                    <a:cubicBezTo>
                      <a:pt x="5" y="10"/>
                      <a:pt x="6" y="10"/>
                      <a:pt x="7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10" y="8"/>
                      <a:pt x="10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3" y="3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  <a:cubicBezTo>
                      <a:pt x="9" y="2"/>
                      <a:pt x="8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5" y="5"/>
                      <a:pt x="5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3" y="7"/>
                      <a:pt x="3" y="8"/>
                      <a:pt x="2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11"/>
                      <a:pt x="0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1"/>
                      <a:pt x="5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3" name="Freeform 3065">
                <a:extLst>
                  <a:ext uri="{FF2B5EF4-FFF2-40B4-BE49-F238E27FC236}">
                    <a16:creationId xmlns:a16="http://schemas.microsoft.com/office/drawing/2014/main" id="{9EEBCADA-0C5C-654D-B106-E90B0CC67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89"/>
                <a:ext cx="5" cy="4"/>
              </a:xfrm>
              <a:custGeom>
                <a:avLst/>
                <a:gdLst>
                  <a:gd name="T0" fmla="*/ 7 w 13"/>
                  <a:gd name="T1" fmla="*/ 7 h 10"/>
                  <a:gd name="T2" fmla="*/ 4 w 13"/>
                  <a:gd name="T3" fmla="*/ 8 h 10"/>
                  <a:gd name="T4" fmla="*/ 3 w 13"/>
                  <a:gd name="T5" fmla="*/ 9 h 10"/>
                  <a:gd name="T6" fmla="*/ 3 w 13"/>
                  <a:gd name="T7" fmla="*/ 10 h 10"/>
                  <a:gd name="T8" fmla="*/ 1 w 13"/>
                  <a:gd name="T9" fmla="*/ 9 h 10"/>
                  <a:gd name="T10" fmla="*/ 1 w 13"/>
                  <a:gd name="T11" fmla="*/ 7 h 10"/>
                  <a:gd name="T12" fmla="*/ 1 w 13"/>
                  <a:gd name="T13" fmla="*/ 7 h 10"/>
                  <a:gd name="T14" fmla="*/ 2 w 13"/>
                  <a:gd name="T15" fmla="*/ 6 h 10"/>
                  <a:gd name="T16" fmla="*/ 2 w 13"/>
                  <a:gd name="T17" fmla="*/ 6 h 10"/>
                  <a:gd name="T18" fmla="*/ 3 w 13"/>
                  <a:gd name="T19" fmla="*/ 5 h 10"/>
                  <a:gd name="T20" fmla="*/ 5 w 13"/>
                  <a:gd name="T21" fmla="*/ 4 h 10"/>
                  <a:gd name="T22" fmla="*/ 6 w 13"/>
                  <a:gd name="T23" fmla="*/ 3 h 10"/>
                  <a:gd name="T24" fmla="*/ 9 w 13"/>
                  <a:gd name="T25" fmla="*/ 1 h 10"/>
                  <a:gd name="T26" fmla="*/ 11 w 13"/>
                  <a:gd name="T27" fmla="*/ 0 h 10"/>
                  <a:gd name="T28" fmla="*/ 12 w 13"/>
                  <a:gd name="T29" fmla="*/ 0 h 10"/>
                  <a:gd name="T30" fmla="*/ 13 w 13"/>
                  <a:gd name="T31" fmla="*/ 1 h 10"/>
                  <a:gd name="T32" fmla="*/ 13 w 13"/>
                  <a:gd name="T33" fmla="*/ 3 h 10"/>
                  <a:gd name="T34" fmla="*/ 11 w 13"/>
                  <a:gd name="T35" fmla="*/ 4 h 10"/>
                  <a:gd name="T36" fmla="*/ 11 w 13"/>
                  <a:gd name="T37" fmla="*/ 4 h 10"/>
                  <a:gd name="T38" fmla="*/ 10 w 13"/>
                  <a:gd name="T39" fmla="*/ 4 h 10"/>
                  <a:gd name="T40" fmla="*/ 10 w 13"/>
                  <a:gd name="T41" fmla="*/ 5 h 10"/>
                  <a:gd name="T42" fmla="*/ 9 w 13"/>
                  <a:gd name="T43" fmla="*/ 6 h 10"/>
                  <a:gd name="T44" fmla="*/ 8 w 13"/>
                  <a:gd name="T45" fmla="*/ 6 h 10"/>
                  <a:gd name="T46" fmla="*/ 7 w 13"/>
                  <a:gd name="T4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10">
                    <a:moveTo>
                      <a:pt x="7" y="7"/>
                    </a:moveTo>
                    <a:cubicBezTo>
                      <a:pt x="6" y="7"/>
                      <a:pt x="5" y="7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3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6"/>
                      <a:pt x="7" y="7"/>
                      <a:pt x="7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4" name="Freeform 3066">
                <a:extLst>
                  <a:ext uri="{FF2B5EF4-FFF2-40B4-BE49-F238E27FC236}">
                    <a16:creationId xmlns:a16="http://schemas.microsoft.com/office/drawing/2014/main" id="{9F5E4A2A-9AD0-3E46-B8ED-56A91D1AB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78"/>
                <a:ext cx="5" cy="8"/>
              </a:xfrm>
              <a:custGeom>
                <a:avLst/>
                <a:gdLst>
                  <a:gd name="T0" fmla="*/ 11 w 13"/>
                  <a:gd name="T1" fmla="*/ 9 h 18"/>
                  <a:gd name="T2" fmla="*/ 11 w 13"/>
                  <a:gd name="T3" fmla="*/ 9 h 18"/>
                  <a:gd name="T4" fmla="*/ 11 w 13"/>
                  <a:gd name="T5" fmla="*/ 8 h 18"/>
                  <a:gd name="T6" fmla="*/ 11 w 13"/>
                  <a:gd name="T7" fmla="*/ 1 h 18"/>
                  <a:gd name="T8" fmla="*/ 7 w 13"/>
                  <a:gd name="T9" fmla="*/ 1 h 18"/>
                  <a:gd name="T10" fmla="*/ 8 w 13"/>
                  <a:gd name="T11" fmla="*/ 4 h 18"/>
                  <a:gd name="T12" fmla="*/ 6 w 13"/>
                  <a:gd name="T13" fmla="*/ 8 h 18"/>
                  <a:gd name="T14" fmla="*/ 3 w 13"/>
                  <a:gd name="T15" fmla="*/ 11 h 18"/>
                  <a:gd name="T16" fmla="*/ 0 w 13"/>
                  <a:gd name="T17" fmla="*/ 16 h 18"/>
                  <a:gd name="T18" fmla="*/ 4 w 13"/>
                  <a:gd name="T19" fmla="*/ 17 h 18"/>
                  <a:gd name="T20" fmla="*/ 6 w 13"/>
                  <a:gd name="T21" fmla="*/ 15 h 18"/>
                  <a:gd name="T22" fmla="*/ 7 w 13"/>
                  <a:gd name="T23" fmla="*/ 12 h 18"/>
                  <a:gd name="T24" fmla="*/ 11 w 13"/>
                  <a:gd name="T2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8"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2" y="6"/>
                      <a:pt x="13" y="3"/>
                      <a:pt x="11" y="1"/>
                    </a:cubicBezTo>
                    <a:cubicBezTo>
                      <a:pt x="10" y="0"/>
                      <a:pt x="8" y="0"/>
                      <a:pt x="7" y="1"/>
                    </a:cubicBezTo>
                    <a:cubicBezTo>
                      <a:pt x="6" y="2"/>
                      <a:pt x="7" y="3"/>
                      <a:pt x="8" y="4"/>
                    </a:cubicBezTo>
                    <a:cubicBezTo>
                      <a:pt x="9" y="5"/>
                      <a:pt x="7" y="7"/>
                      <a:pt x="6" y="8"/>
                    </a:cubicBezTo>
                    <a:cubicBezTo>
                      <a:pt x="5" y="9"/>
                      <a:pt x="5" y="10"/>
                      <a:pt x="3" y="11"/>
                    </a:cubicBezTo>
                    <a:cubicBezTo>
                      <a:pt x="2" y="12"/>
                      <a:pt x="0" y="14"/>
                      <a:pt x="0" y="16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5" y="16"/>
                      <a:pt x="5" y="16"/>
                      <a:pt x="6" y="15"/>
                    </a:cubicBezTo>
                    <a:cubicBezTo>
                      <a:pt x="6" y="14"/>
                      <a:pt x="7" y="13"/>
                      <a:pt x="7" y="12"/>
                    </a:cubicBezTo>
                    <a:cubicBezTo>
                      <a:pt x="8" y="10"/>
                      <a:pt x="9" y="10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5" name="Freeform 3067">
                <a:extLst>
                  <a:ext uri="{FF2B5EF4-FFF2-40B4-BE49-F238E27FC236}">
                    <a16:creationId xmlns:a16="http://schemas.microsoft.com/office/drawing/2014/main" id="{E5FB84C7-DF47-2343-8804-83B75D6E4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86"/>
                <a:ext cx="2" cy="4"/>
              </a:xfrm>
              <a:custGeom>
                <a:avLst/>
                <a:gdLst>
                  <a:gd name="T0" fmla="*/ 2 w 4"/>
                  <a:gd name="T1" fmla="*/ 9 h 9"/>
                  <a:gd name="T2" fmla="*/ 4 w 4"/>
                  <a:gd name="T3" fmla="*/ 6 h 9"/>
                  <a:gd name="T4" fmla="*/ 3 w 4"/>
                  <a:gd name="T5" fmla="*/ 3 h 9"/>
                  <a:gd name="T6" fmla="*/ 3 w 4"/>
                  <a:gd name="T7" fmla="*/ 1 h 9"/>
                  <a:gd name="T8" fmla="*/ 2 w 4"/>
                  <a:gd name="T9" fmla="*/ 0 h 9"/>
                  <a:gd name="T10" fmla="*/ 1 w 4"/>
                  <a:gd name="T11" fmla="*/ 1 h 9"/>
                  <a:gd name="T12" fmla="*/ 0 w 4"/>
                  <a:gd name="T13" fmla="*/ 1 h 9"/>
                  <a:gd name="T14" fmla="*/ 0 w 4"/>
                  <a:gd name="T15" fmla="*/ 2 h 9"/>
                  <a:gd name="T16" fmla="*/ 0 w 4"/>
                  <a:gd name="T17" fmla="*/ 4 h 9"/>
                  <a:gd name="T18" fmla="*/ 0 w 4"/>
                  <a:gd name="T19" fmla="*/ 5 h 9"/>
                  <a:gd name="T20" fmla="*/ 1 w 4"/>
                  <a:gd name="T21" fmla="*/ 7 h 9"/>
                  <a:gd name="T22" fmla="*/ 2 w 4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4" y="9"/>
                      <a:pt x="4" y="7"/>
                      <a:pt x="4" y="6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0" y="6"/>
                      <a:pt x="1" y="7"/>
                    </a:cubicBezTo>
                    <a:cubicBezTo>
                      <a:pt x="1" y="7"/>
                      <a:pt x="2" y="8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33" name="Group 3269">
              <a:extLst>
                <a:ext uri="{FF2B5EF4-FFF2-40B4-BE49-F238E27FC236}">
                  <a16:creationId xmlns:a16="http://schemas.microsoft.com/office/drawing/2014/main" id="{7257C2F4-DBF4-B040-97B9-AE0B7143F5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2" y="1215"/>
              <a:ext cx="647" cy="1386"/>
              <a:chOff x="1962" y="1215"/>
              <a:chExt cx="647" cy="1386"/>
            </a:xfrm>
            <a:grpFill/>
          </p:grpSpPr>
          <p:sp>
            <p:nvSpPr>
              <p:cNvPr id="423" name="Freeform 3069">
                <a:extLst>
                  <a:ext uri="{FF2B5EF4-FFF2-40B4-BE49-F238E27FC236}">
                    <a16:creationId xmlns:a16="http://schemas.microsoft.com/office/drawing/2014/main" id="{3E98A339-B456-3044-B6E1-8DF1185FB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78"/>
                <a:ext cx="6" cy="7"/>
              </a:xfrm>
              <a:custGeom>
                <a:avLst/>
                <a:gdLst>
                  <a:gd name="T0" fmla="*/ 10 w 13"/>
                  <a:gd name="T1" fmla="*/ 9 h 17"/>
                  <a:gd name="T2" fmla="*/ 7 w 13"/>
                  <a:gd name="T3" fmla="*/ 6 h 17"/>
                  <a:gd name="T4" fmla="*/ 3 w 13"/>
                  <a:gd name="T5" fmla="*/ 5 h 17"/>
                  <a:gd name="T6" fmla="*/ 0 w 13"/>
                  <a:gd name="T7" fmla="*/ 5 h 17"/>
                  <a:gd name="T8" fmla="*/ 1 w 13"/>
                  <a:gd name="T9" fmla="*/ 2 h 17"/>
                  <a:gd name="T10" fmla="*/ 4 w 13"/>
                  <a:gd name="T11" fmla="*/ 0 h 17"/>
                  <a:gd name="T12" fmla="*/ 7 w 13"/>
                  <a:gd name="T13" fmla="*/ 0 h 17"/>
                  <a:gd name="T14" fmla="*/ 9 w 13"/>
                  <a:gd name="T15" fmla="*/ 0 h 17"/>
                  <a:gd name="T16" fmla="*/ 12 w 13"/>
                  <a:gd name="T17" fmla="*/ 2 h 17"/>
                  <a:gd name="T18" fmla="*/ 12 w 13"/>
                  <a:gd name="T19" fmla="*/ 6 h 17"/>
                  <a:gd name="T20" fmla="*/ 13 w 13"/>
                  <a:gd name="T21" fmla="*/ 8 h 17"/>
                  <a:gd name="T22" fmla="*/ 13 w 13"/>
                  <a:gd name="T23" fmla="*/ 11 h 17"/>
                  <a:gd name="T24" fmla="*/ 13 w 13"/>
                  <a:gd name="T25" fmla="*/ 15 h 17"/>
                  <a:gd name="T26" fmla="*/ 12 w 13"/>
                  <a:gd name="T27" fmla="*/ 17 h 17"/>
                  <a:gd name="T28" fmla="*/ 11 w 13"/>
                  <a:gd name="T29" fmla="*/ 16 h 17"/>
                  <a:gd name="T30" fmla="*/ 10 w 13"/>
                  <a:gd name="T31" fmla="*/ 13 h 17"/>
                  <a:gd name="T32" fmla="*/ 10 w 13"/>
                  <a:gd name="T3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7">
                    <a:moveTo>
                      <a:pt x="10" y="9"/>
                    </a:moveTo>
                    <a:cubicBezTo>
                      <a:pt x="9" y="7"/>
                      <a:pt x="8" y="7"/>
                      <a:pt x="7" y="6"/>
                    </a:cubicBezTo>
                    <a:cubicBezTo>
                      <a:pt x="6" y="6"/>
                      <a:pt x="4" y="5"/>
                      <a:pt x="3" y="5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2" y="1"/>
                      <a:pt x="12" y="2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12"/>
                      <a:pt x="13" y="13"/>
                      <a:pt x="13" y="15"/>
                    </a:cubicBezTo>
                    <a:cubicBezTo>
                      <a:pt x="13" y="15"/>
                      <a:pt x="13" y="17"/>
                      <a:pt x="12" y="17"/>
                    </a:cubicBezTo>
                    <a:cubicBezTo>
                      <a:pt x="12" y="17"/>
                      <a:pt x="11" y="16"/>
                      <a:pt x="11" y="16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11"/>
                      <a:pt x="10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" name="Freeform 3070">
                <a:extLst>
                  <a:ext uri="{FF2B5EF4-FFF2-40B4-BE49-F238E27FC236}">
                    <a16:creationId xmlns:a16="http://schemas.microsoft.com/office/drawing/2014/main" id="{F8098D96-4346-5548-8E9E-8374B3D93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478"/>
                <a:ext cx="7" cy="6"/>
              </a:xfrm>
              <a:custGeom>
                <a:avLst/>
                <a:gdLst>
                  <a:gd name="T0" fmla="*/ 6 w 17"/>
                  <a:gd name="T1" fmla="*/ 13 h 16"/>
                  <a:gd name="T2" fmla="*/ 3 w 17"/>
                  <a:gd name="T3" fmla="*/ 13 h 16"/>
                  <a:gd name="T4" fmla="*/ 1 w 17"/>
                  <a:gd name="T5" fmla="*/ 13 h 16"/>
                  <a:gd name="T6" fmla="*/ 0 w 17"/>
                  <a:gd name="T7" fmla="*/ 11 h 16"/>
                  <a:gd name="T8" fmla="*/ 2 w 17"/>
                  <a:gd name="T9" fmla="*/ 9 h 16"/>
                  <a:gd name="T10" fmla="*/ 7 w 17"/>
                  <a:gd name="T11" fmla="*/ 6 h 16"/>
                  <a:gd name="T12" fmla="*/ 10 w 17"/>
                  <a:gd name="T13" fmla="*/ 2 h 16"/>
                  <a:gd name="T14" fmla="*/ 10 w 17"/>
                  <a:gd name="T15" fmla="*/ 2 h 16"/>
                  <a:gd name="T16" fmla="*/ 13 w 17"/>
                  <a:gd name="T17" fmla="*/ 0 h 16"/>
                  <a:gd name="T18" fmla="*/ 17 w 17"/>
                  <a:gd name="T19" fmla="*/ 2 h 16"/>
                  <a:gd name="T20" fmla="*/ 14 w 17"/>
                  <a:gd name="T21" fmla="*/ 6 h 16"/>
                  <a:gd name="T22" fmla="*/ 15 w 17"/>
                  <a:gd name="T23" fmla="*/ 11 h 16"/>
                  <a:gd name="T24" fmla="*/ 15 w 17"/>
                  <a:gd name="T25" fmla="*/ 15 h 16"/>
                  <a:gd name="T26" fmla="*/ 14 w 17"/>
                  <a:gd name="T27" fmla="*/ 16 h 16"/>
                  <a:gd name="T28" fmla="*/ 12 w 17"/>
                  <a:gd name="T29" fmla="*/ 14 h 16"/>
                  <a:gd name="T30" fmla="*/ 11 w 17"/>
                  <a:gd name="T31" fmla="*/ 13 h 16"/>
                  <a:gd name="T32" fmla="*/ 6 w 17"/>
                  <a:gd name="T33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6">
                    <a:moveTo>
                      <a:pt x="6" y="13"/>
                    </a:moveTo>
                    <a:cubicBezTo>
                      <a:pt x="5" y="13"/>
                      <a:pt x="4" y="13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2"/>
                      <a:pt x="0" y="12"/>
                      <a:pt x="0" y="11"/>
                    </a:cubicBezTo>
                    <a:cubicBezTo>
                      <a:pt x="0" y="10"/>
                      <a:pt x="1" y="9"/>
                      <a:pt x="2" y="9"/>
                    </a:cubicBezTo>
                    <a:cubicBezTo>
                      <a:pt x="3" y="8"/>
                      <a:pt x="5" y="7"/>
                      <a:pt x="7" y="6"/>
                    </a:cubicBezTo>
                    <a:cubicBezTo>
                      <a:pt x="9" y="5"/>
                      <a:pt x="10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1"/>
                      <a:pt x="12" y="0"/>
                      <a:pt x="13" y="0"/>
                    </a:cubicBezTo>
                    <a:cubicBezTo>
                      <a:pt x="15" y="0"/>
                      <a:pt x="17" y="0"/>
                      <a:pt x="17" y="2"/>
                    </a:cubicBezTo>
                    <a:cubicBezTo>
                      <a:pt x="17" y="4"/>
                      <a:pt x="15" y="5"/>
                      <a:pt x="14" y="6"/>
                    </a:cubicBezTo>
                    <a:cubicBezTo>
                      <a:pt x="14" y="8"/>
                      <a:pt x="14" y="10"/>
                      <a:pt x="15" y="11"/>
                    </a:cubicBezTo>
                    <a:cubicBezTo>
                      <a:pt x="15" y="12"/>
                      <a:pt x="15" y="14"/>
                      <a:pt x="15" y="15"/>
                    </a:cubicBezTo>
                    <a:cubicBezTo>
                      <a:pt x="14" y="15"/>
                      <a:pt x="14" y="16"/>
                      <a:pt x="14" y="16"/>
                    </a:cubicBezTo>
                    <a:cubicBezTo>
                      <a:pt x="13" y="16"/>
                      <a:pt x="13" y="15"/>
                      <a:pt x="12" y="14"/>
                    </a:cubicBezTo>
                    <a:cubicBezTo>
                      <a:pt x="12" y="14"/>
                      <a:pt x="12" y="13"/>
                      <a:pt x="11" y="13"/>
                    </a:cubicBezTo>
                    <a:cubicBezTo>
                      <a:pt x="10" y="12"/>
                      <a:pt x="8" y="13"/>
                      <a:pt x="6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" name="Freeform 3071">
                <a:extLst>
                  <a:ext uri="{FF2B5EF4-FFF2-40B4-BE49-F238E27FC236}">
                    <a16:creationId xmlns:a16="http://schemas.microsoft.com/office/drawing/2014/main" id="{1479FF82-BE4B-0F4B-A2F2-C621A3C09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33"/>
                <a:ext cx="8" cy="9"/>
              </a:xfrm>
              <a:custGeom>
                <a:avLst/>
                <a:gdLst>
                  <a:gd name="T0" fmla="*/ 6 w 18"/>
                  <a:gd name="T1" fmla="*/ 12 h 21"/>
                  <a:gd name="T2" fmla="*/ 4 w 18"/>
                  <a:gd name="T3" fmla="*/ 8 h 21"/>
                  <a:gd name="T4" fmla="*/ 3 w 18"/>
                  <a:gd name="T5" fmla="*/ 1 h 21"/>
                  <a:gd name="T6" fmla="*/ 9 w 18"/>
                  <a:gd name="T7" fmla="*/ 3 h 21"/>
                  <a:gd name="T8" fmla="*/ 14 w 18"/>
                  <a:gd name="T9" fmla="*/ 7 h 21"/>
                  <a:gd name="T10" fmla="*/ 17 w 18"/>
                  <a:gd name="T11" fmla="*/ 17 h 21"/>
                  <a:gd name="T12" fmla="*/ 7 w 18"/>
                  <a:gd name="T13" fmla="*/ 17 h 21"/>
                  <a:gd name="T14" fmla="*/ 6 w 18"/>
                  <a:gd name="T15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1">
                    <a:moveTo>
                      <a:pt x="6" y="12"/>
                    </a:moveTo>
                    <a:cubicBezTo>
                      <a:pt x="6" y="11"/>
                      <a:pt x="5" y="9"/>
                      <a:pt x="4" y="8"/>
                    </a:cubicBezTo>
                    <a:cubicBezTo>
                      <a:pt x="3" y="6"/>
                      <a:pt x="0" y="1"/>
                      <a:pt x="3" y="1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11" y="4"/>
                      <a:pt x="13" y="5"/>
                      <a:pt x="14" y="7"/>
                    </a:cubicBezTo>
                    <a:cubicBezTo>
                      <a:pt x="17" y="9"/>
                      <a:pt x="18" y="14"/>
                      <a:pt x="17" y="17"/>
                    </a:cubicBezTo>
                    <a:cubicBezTo>
                      <a:pt x="15" y="21"/>
                      <a:pt x="10" y="19"/>
                      <a:pt x="7" y="17"/>
                    </a:cubicBezTo>
                    <a:cubicBezTo>
                      <a:pt x="5" y="16"/>
                      <a:pt x="6" y="15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" name="Freeform 3072">
                <a:extLst>
                  <a:ext uri="{FF2B5EF4-FFF2-40B4-BE49-F238E27FC236}">
                    <a16:creationId xmlns:a16="http://schemas.microsoft.com/office/drawing/2014/main" id="{C613D302-6005-F147-BEA8-85155859D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9"/>
                <a:ext cx="9" cy="6"/>
              </a:xfrm>
              <a:custGeom>
                <a:avLst/>
                <a:gdLst>
                  <a:gd name="T0" fmla="*/ 9 w 23"/>
                  <a:gd name="T1" fmla="*/ 9 h 15"/>
                  <a:gd name="T2" fmla="*/ 5 w 23"/>
                  <a:gd name="T3" fmla="*/ 9 h 15"/>
                  <a:gd name="T4" fmla="*/ 0 w 23"/>
                  <a:gd name="T5" fmla="*/ 9 h 15"/>
                  <a:gd name="T6" fmla="*/ 5 w 23"/>
                  <a:gd name="T7" fmla="*/ 6 h 15"/>
                  <a:gd name="T8" fmla="*/ 10 w 23"/>
                  <a:gd name="T9" fmla="*/ 3 h 15"/>
                  <a:gd name="T10" fmla="*/ 14 w 23"/>
                  <a:gd name="T11" fmla="*/ 1 h 15"/>
                  <a:gd name="T12" fmla="*/ 23 w 23"/>
                  <a:gd name="T13" fmla="*/ 4 h 15"/>
                  <a:gd name="T14" fmla="*/ 22 w 23"/>
                  <a:gd name="T15" fmla="*/ 7 h 15"/>
                  <a:gd name="T16" fmla="*/ 22 w 23"/>
                  <a:gd name="T17" fmla="*/ 11 h 15"/>
                  <a:gd name="T18" fmla="*/ 19 w 23"/>
                  <a:gd name="T19" fmla="*/ 14 h 15"/>
                  <a:gd name="T20" fmla="*/ 15 w 23"/>
                  <a:gd name="T21" fmla="*/ 10 h 15"/>
                  <a:gd name="T22" fmla="*/ 9 w 23"/>
                  <a:gd name="T23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9" y="9"/>
                    </a:moveTo>
                    <a:cubicBezTo>
                      <a:pt x="7" y="10"/>
                      <a:pt x="6" y="10"/>
                      <a:pt x="5" y="9"/>
                    </a:cubicBezTo>
                    <a:cubicBezTo>
                      <a:pt x="3" y="9"/>
                      <a:pt x="1" y="10"/>
                      <a:pt x="0" y="9"/>
                    </a:cubicBezTo>
                    <a:cubicBezTo>
                      <a:pt x="1" y="8"/>
                      <a:pt x="3" y="7"/>
                      <a:pt x="5" y="6"/>
                    </a:cubicBezTo>
                    <a:cubicBezTo>
                      <a:pt x="7" y="6"/>
                      <a:pt x="9" y="5"/>
                      <a:pt x="10" y="3"/>
                    </a:cubicBezTo>
                    <a:cubicBezTo>
                      <a:pt x="11" y="2"/>
                      <a:pt x="12" y="1"/>
                      <a:pt x="14" y="1"/>
                    </a:cubicBezTo>
                    <a:cubicBezTo>
                      <a:pt x="16" y="0"/>
                      <a:pt x="23" y="0"/>
                      <a:pt x="23" y="4"/>
                    </a:cubicBezTo>
                    <a:cubicBezTo>
                      <a:pt x="22" y="5"/>
                      <a:pt x="22" y="6"/>
                      <a:pt x="22" y="7"/>
                    </a:cubicBezTo>
                    <a:cubicBezTo>
                      <a:pt x="22" y="9"/>
                      <a:pt x="22" y="10"/>
                      <a:pt x="22" y="11"/>
                    </a:cubicBezTo>
                    <a:cubicBezTo>
                      <a:pt x="22" y="13"/>
                      <a:pt x="21" y="15"/>
                      <a:pt x="19" y="14"/>
                    </a:cubicBezTo>
                    <a:cubicBezTo>
                      <a:pt x="17" y="13"/>
                      <a:pt x="17" y="11"/>
                      <a:pt x="15" y="10"/>
                    </a:cubicBezTo>
                    <a:cubicBezTo>
                      <a:pt x="13" y="8"/>
                      <a:pt x="11" y="9"/>
                      <a:pt x="9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" name="Freeform 3073">
                <a:extLst>
                  <a:ext uri="{FF2B5EF4-FFF2-40B4-BE49-F238E27FC236}">
                    <a16:creationId xmlns:a16="http://schemas.microsoft.com/office/drawing/2014/main" id="{FD7916B5-AC8A-8640-B184-ABAA6E132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572"/>
                <a:ext cx="5" cy="3"/>
              </a:xfrm>
              <a:custGeom>
                <a:avLst/>
                <a:gdLst>
                  <a:gd name="T0" fmla="*/ 0 w 14"/>
                  <a:gd name="T1" fmla="*/ 4 h 8"/>
                  <a:gd name="T2" fmla="*/ 6 w 14"/>
                  <a:gd name="T3" fmla="*/ 1 h 8"/>
                  <a:gd name="T4" fmla="*/ 13 w 14"/>
                  <a:gd name="T5" fmla="*/ 2 h 8"/>
                  <a:gd name="T6" fmla="*/ 11 w 14"/>
                  <a:gd name="T7" fmla="*/ 6 h 8"/>
                  <a:gd name="T8" fmla="*/ 5 w 14"/>
                  <a:gd name="T9" fmla="*/ 7 h 8"/>
                  <a:gd name="T10" fmla="*/ 1 w 14"/>
                  <a:gd name="T11" fmla="*/ 6 h 8"/>
                  <a:gd name="T12" fmla="*/ 0 w 14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0" y="4"/>
                    </a:moveTo>
                    <a:cubicBezTo>
                      <a:pt x="0" y="2"/>
                      <a:pt x="4" y="1"/>
                      <a:pt x="6" y="1"/>
                    </a:cubicBezTo>
                    <a:cubicBezTo>
                      <a:pt x="8" y="0"/>
                      <a:pt x="12" y="0"/>
                      <a:pt x="13" y="2"/>
                    </a:cubicBezTo>
                    <a:cubicBezTo>
                      <a:pt x="14" y="4"/>
                      <a:pt x="13" y="6"/>
                      <a:pt x="11" y="6"/>
                    </a:cubicBezTo>
                    <a:cubicBezTo>
                      <a:pt x="9" y="7"/>
                      <a:pt x="7" y="8"/>
                      <a:pt x="5" y="7"/>
                    </a:cubicBezTo>
                    <a:cubicBezTo>
                      <a:pt x="4" y="6"/>
                      <a:pt x="2" y="6"/>
                      <a:pt x="1" y="6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8" name="Freeform 3074">
                <a:extLst>
                  <a:ext uri="{FF2B5EF4-FFF2-40B4-BE49-F238E27FC236}">
                    <a16:creationId xmlns:a16="http://schemas.microsoft.com/office/drawing/2014/main" id="{4CD17905-C3F2-A541-9015-812DD3DDC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592"/>
                <a:ext cx="3" cy="4"/>
              </a:xfrm>
              <a:custGeom>
                <a:avLst/>
                <a:gdLst>
                  <a:gd name="T0" fmla="*/ 2 w 8"/>
                  <a:gd name="T1" fmla="*/ 9 h 9"/>
                  <a:gd name="T2" fmla="*/ 0 w 8"/>
                  <a:gd name="T3" fmla="*/ 3 h 9"/>
                  <a:gd name="T4" fmla="*/ 2 w 8"/>
                  <a:gd name="T5" fmla="*/ 1 h 9"/>
                  <a:gd name="T6" fmla="*/ 5 w 8"/>
                  <a:gd name="T7" fmla="*/ 0 h 9"/>
                  <a:gd name="T8" fmla="*/ 8 w 8"/>
                  <a:gd name="T9" fmla="*/ 1 h 9"/>
                  <a:gd name="T10" fmla="*/ 7 w 8"/>
                  <a:gd name="T11" fmla="*/ 5 h 9"/>
                  <a:gd name="T12" fmla="*/ 4 w 8"/>
                  <a:gd name="T13" fmla="*/ 8 h 9"/>
                  <a:gd name="T14" fmla="*/ 2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9"/>
                      <a:pt x="0" y="5"/>
                      <a:pt x="0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6" y="6"/>
                      <a:pt x="5" y="7"/>
                      <a:pt x="4" y="8"/>
                    </a:cubicBezTo>
                    <a:cubicBezTo>
                      <a:pt x="4" y="9"/>
                      <a:pt x="3" y="9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" name="Freeform 3075">
                <a:extLst>
                  <a:ext uri="{FF2B5EF4-FFF2-40B4-BE49-F238E27FC236}">
                    <a16:creationId xmlns:a16="http://schemas.microsoft.com/office/drawing/2014/main" id="{767A35EC-220A-824C-B320-114AC2BE2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598"/>
                <a:ext cx="4" cy="3"/>
              </a:xfrm>
              <a:custGeom>
                <a:avLst/>
                <a:gdLst>
                  <a:gd name="T0" fmla="*/ 0 w 8"/>
                  <a:gd name="T1" fmla="*/ 3 h 8"/>
                  <a:gd name="T2" fmla="*/ 4 w 8"/>
                  <a:gd name="T3" fmla="*/ 1 h 8"/>
                  <a:gd name="T4" fmla="*/ 8 w 8"/>
                  <a:gd name="T5" fmla="*/ 3 h 8"/>
                  <a:gd name="T6" fmla="*/ 5 w 8"/>
                  <a:gd name="T7" fmla="*/ 7 h 8"/>
                  <a:gd name="T8" fmla="*/ 3 w 8"/>
                  <a:gd name="T9" fmla="*/ 8 h 8"/>
                  <a:gd name="T10" fmla="*/ 1 w 8"/>
                  <a:gd name="T11" fmla="*/ 7 h 8"/>
                  <a:gd name="T12" fmla="*/ 0 w 8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2"/>
                      <a:pt x="8" y="3"/>
                    </a:cubicBezTo>
                    <a:cubicBezTo>
                      <a:pt x="8" y="5"/>
                      <a:pt x="7" y="6"/>
                      <a:pt x="5" y="7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" name="Freeform 3076">
                <a:extLst>
                  <a:ext uri="{FF2B5EF4-FFF2-40B4-BE49-F238E27FC236}">
                    <a16:creationId xmlns:a16="http://schemas.microsoft.com/office/drawing/2014/main" id="{F0455EA4-B360-5546-B285-5B5E4DAD8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588"/>
                <a:ext cx="15" cy="9"/>
              </a:xfrm>
              <a:custGeom>
                <a:avLst/>
                <a:gdLst>
                  <a:gd name="T0" fmla="*/ 27 w 35"/>
                  <a:gd name="T1" fmla="*/ 12 h 22"/>
                  <a:gd name="T2" fmla="*/ 28 w 35"/>
                  <a:gd name="T3" fmla="*/ 11 h 22"/>
                  <a:gd name="T4" fmla="*/ 31 w 35"/>
                  <a:gd name="T5" fmla="*/ 9 h 22"/>
                  <a:gd name="T6" fmla="*/ 33 w 35"/>
                  <a:gd name="T7" fmla="*/ 8 h 22"/>
                  <a:gd name="T8" fmla="*/ 34 w 35"/>
                  <a:gd name="T9" fmla="*/ 6 h 22"/>
                  <a:gd name="T10" fmla="*/ 35 w 35"/>
                  <a:gd name="T11" fmla="*/ 4 h 22"/>
                  <a:gd name="T12" fmla="*/ 33 w 35"/>
                  <a:gd name="T13" fmla="*/ 1 h 22"/>
                  <a:gd name="T14" fmla="*/ 31 w 35"/>
                  <a:gd name="T15" fmla="*/ 1 h 22"/>
                  <a:gd name="T16" fmla="*/ 29 w 35"/>
                  <a:gd name="T17" fmla="*/ 0 h 22"/>
                  <a:gd name="T18" fmla="*/ 26 w 35"/>
                  <a:gd name="T19" fmla="*/ 3 h 22"/>
                  <a:gd name="T20" fmla="*/ 21 w 35"/>
                  <a:gd name="T21" fmla="*/ 7 h 22"/>
                  <a:gd name="T22" fmla="*/ 18 w 35"/>
                  <a:gd name="T23" fmla="*/ 8 h 22"/>
                  <a:gd name="T24" fmla="*/ 14 w 35"/>
                  <a:gd name="T25" fmla="*/ 7 h 22"/>
                  <a:gd name="T26" fmla="*/ 10 w 35"/>
                  <a:gd name="T27" fmla="*/ 8 h 22"/>
                  <a:gd name="T28" fmla="*/ 3 w 35"/>
                  <a:gd name="T29" fmla="*/ 9 h 22"/>
                  <a:gd name="T30" fmla="*/ 2 w 35"/>
                  <a:gd name="T31" fmla="*/ 11 h 22"/>
                  <a:gd name="T32" fmla="*/ 1 w 35"/>
                  <a:gd name="T33" fmla="*/ 15 h 22"/>
                  <a:gd name="T34" fmla="*/ 8 w 35"/>
                  <a:gd name="T35" fmla="*/ 18 h 22"/>
                  <a:gd name="T36" fmla="*/ 13 w 35"/>
                  <a:gd name="T37" fmla="*/ 21 h 22"/>
                  <a:gd name="T38" fmla="*/ 19 w 35"/>
                  <a:gd name="T39" fmla="*/ 22 h 22"/>
                  <a:gd name="T40" fmla="*/ 24 w 35"/>
                  <a:gd name="T41" fmla="*/ 22 h 22"/>
                  <a:gd name="T42" fmla="*/ 26 w 35"/>
                  <a:gd name="T43" fmla="*/ 20 h 22"/>
                  <a:gd name="T44" fmla="*/ 27 w 35"/>
                  <a:gd name="T45" fmla="*/ 16 h 22"/>
                  <a:gd name="T46" fmla="*/ 27 w 35"/>
                  <a:gd name="T47" fmla="*/ 14 h 22"/>
                  <a:gd name="T48" fmla="*/ 27 w 35"/>
                  <a:gd name="T49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22">
                    <a:moveTo>
                      <a:pt x="27" y="12"/>
                    </a:moveTo>
                    <a:cubicBezTo>
                      <a:pt x="27" y="12"/>
                      <a:pt x="28" y="11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9"/>
                      <a:pt x="32" y="9"/>
                      <a:pt x="33" y="8"/>
                    </a:cubicBezTo>
                    <a:cubicBezTo>
                      <a:pt x="33" y="7"/>
                      <a:pt x="34" y="7"/>
                      <a:pt x="34" y="6"/>
                    </a:cubicBezTo>
                    <a:cubicBezTo>
                      <a:pt x="35" y="6"/>
                      <a:pt x="35" y="5"/>
                      <a:pt x="35" y="4"/>
                    </a:cubicBezTo>
                    <a:cubicBezTo>
                      <a:pt x="35" y="3"/>
                      <a:pt x="34" y="2"/>
                      <a:pt x="33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0" y="1"/>
                      <a:pt x="29" y="0"/>
                      <a:pt x="29" y="0"/>
                    </a:cubicBezTo>
                    <a:cubicBezTo>
                      <a:pt x="28" y="1"/>
                      <a:pt x="27" y="2"/>
                      <a:pt x="26" y="3"/>
                    </a:cubicBezTo>
                    <a:cubicBezTo>
                      <a:pt x="25" y="4"/>
                      <a:pt x="23" y="5"/>
                      <a:pt x="21" y="7"/>
                    </a:cubicBezTo>
                    <a:cubicBezTo>
                      <a:pt x="20" y="7"/>
                      <a:pt x="19" y="8"/>
                      <a:pt x="18" y="8"/>
                    </a:cubicBezTo>
                    <a:cubicBezTo>
                      <a:pt x="17" y="8"/>
                      <a:pt x="15" y="7"/>
                      <a:pt x="14" y="7"/>
                    </a:cubicBezTo>
                    <a:cubicBezTo>
                      <a:pt x="13" y="7"/>
                      <a:pt x="12" y="8"/>
                      <a:pt x="10" y="8"/>
                    </a:cubicBezTo>
                    <a:cubicBezTo>
                      <a:pt x="8" y="8"/>
                      <a:pt x="5" y="8"/>
                      <a:pt x="3" y="9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1" y="12"/>
                      <a:pt x="0" y="14"/>
                      <a:pt x="1" y="15"/>
                    </a:cubicBezTo>
                    <a:cubicBezTo>
                      <a:pt x="1" y="19"/>
                      <a:pt x="5" y="18"/>
                      <a:pt x="8" y="18"/>
                    </a:cubicBezTo>
                    <a:cubicBezTo>
                      <a:pt x="10" y="18"/>
                      <a:pt x="12" y="19"/>
                      <a:pt x="13" y="21"/>
                    </a:cubicBezTo>
                    <a:cubicBezTo>
                      <a:pt x="15" y="22"/>
                      <a:pt x="17" y="22"/>
                      <a:pt x="19" y="22"/>
                    </a:cubicBezTo>
                    <a:cubicBezTo>
                      <a:pt x="20" y="22"/>
                      <a:pt x="22" y="22"/>
                      <a:pt x="24" y="22"/>
                    </a:cubicBezTo>
                    <a:cubicBezTo>
                      <a:pt x="25" y="22"/>
                      <a:pt x="26" y="22"/>
                      <a:pt x="26" y="20"/>
                    </a:cubicBezTo>
                    <a:cubicBezTo>
                      <a:pt x="27" y="19"/>
                      <a:pt x="27" y="17"/>
                      <a:pt x="27" y="16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27" y="13"/>
                      <a:pt x="26" y="12"/>
                      <a:pt x="2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1" name="Freeform 3077">
                <a:extLst>
                  <a:ext uri="{FF2B5EF4-FFF2-40B4-BE49-F238E27FC236}">
                    <a16:creationId xmlns:a16="http://schemas.microsoft.com/office/drawing/2014/main" id="{EFC8E93A-839A-D841-92C7-9AF9E92C3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286"/>
                <a:ext cx="12" cy="30"/>
              </a:xfrm>
              <a:custGeom>
                <a:avLst/>
                <a:gdLst>
                  <a:gd name="T0" fmla="*/ 22 w 28"/>
                  <a:gd name="T1" fmla="*/ 54 h 75"/>
                  <a:gd name="T2" fmla="*/ 21 w 28"/>
                  <a:gd name="T3" fmla="*/ 53 h 75"/>
                  <a:gd name="T4" fmla="*/ 18 w 28"/>
                  <a:gd name="T5" fmla="*/ 51 h 75"/>
                  <a:gd name="T6" fmla="*/ 18 w 28"/>
                  <a:gd name="T7" fmla="*/ 50 h 75"/>
                  <a:gd name="T8" fmla="*/ 19 w 28"/>
                  <a:gd name="T9" fmla="*/ 49 h 75"/>
                  <a:gd name="T10" fmla="*/ 22 w 28"/>
                  <a:gd name="T11" fmla="*/ 50 h 75"/>
                  <a:gd name="T12" fmla="*/ 25 w 28"/>
                  <a:gd name="T13" fmla="*/ 50 h 75"/>
                  <a:gd name="T14" fmla="*/ 27 w 28"/>
                  <a:gd name="T15" fmla="*/ 50 h 75"/>
                  <a:gd name="T16" fmla="*/ 28 w 28"/>
                  <a:gd name="T17" fmla="*/ 48 h 75"/>
                  <a:gd name="T18" fmla="*/ 26 w 28"/>
                  <a:gd name="T19" fmla="*/ 42 h 75"/>
                  <a:gd name="T20" fmla="*/ 26 w 28"/>
                  <a:gd name="T21" fmla="*/ 39 h 75"/>
                  <a:gd name="T22" fmla="*/ 22 w 28"/>
                  <a:gd name="T23" fmla="*/ 38 h 75"/>
                  <a:gd name="T24" fmla="*/ 19 w 28"/>
                  <a:gd name="T25" fmla="*/ 39 h 75"/>
                  <a:gd name="T26" fmla="*/ 17 w 28"/>
                  <a:gd name="T27" fmla="*/ 37 h 75"/>
                  <a:gd name="T28" fmla="*/ 15 w 28"/>
                  <a:gd name="T29" fmla="*/ 35 h 75"/>
                  <a:gd name="T30" fmla="*/ 15 w 28"/>
                  <a:gd name="T31" fmla="*/ 32 h 75"/>
                  <a:gd name="T32" fmla="*/ 17 w 28"/>
                  <a:gd name="T33" fmla="*/ 31 h 75"/>
                  <a:gd name="T34" fmla="*/ 19 w 28"/>
                  <a:gd name="T35" fmla="*/ 32 h 75"/>
                  <a:gd name="T36" fmla="*/ 20 w 28"/>
                  <a:gd name="T37" fmla="*/ 34 h 75"/>
                  <a:gd name="T38" fmla="*/ 21 w 28"/>
                  <a:gd name="T39" fmla="*/ 35 h 75"/>
                  <a:gd name="T40" fmla="*/ 22 w 28"/>
                  <a:gd name="T41" fmla="*/ 35 h 75"/>
                  <a:gd name="T42" fmla="*/ 23 w 28"/>
                  <a:gd name="T43" fmla="*/ 36 h 75"/>
                  <a:gd name="T44" fmla="*/ 25 w 28"/>
                  <a:gd name="T45" fmla="*/ 34 h 75"/>
                  <a:gd name="T46" fmla="*/ 27 w 28"/>
                  <a:gd name="T47" fmla="*/ 32 h 75"/>
                  <a:gd name="T48" fmla="*/ 26 w 28"/>
                  <a:gd name="T49" fmla="*/ 28 h 75"/>
                  <a:gd name="T50" fmla="*/ 24 w 28"/>
                  <a:gd name="T51" fmla="*/ 26 h 75"/>
                  <a:gd name="T52" fmla="*/ 22 w 28"/>
                  <a:gd name="T53" fmla="*/ 24 h 75"/>
                  <a:gd name="T54" fmla="*/ 21 w 28"/>
                  <a:gd name="T55" fmla="*/ 22 h 75"/>
                  <a:gd name="T56" fmla="*/ 20 w 28"/>
                  <a:gd name="T57" fmla="*/ 20 h 75"/>
                  <a:gd name="T58" fmla="*/ 18 w 28"/>
                  <a:gd name="T59" fmla="*/ 18 h 75"/>
                  <a:gd name="T60" fmla="*/ 15 w 28"/>
                  <a:gd name="T61" fmla="*/ 16 h 75"/>
                  <a:gd name="T62" fmla="*/ 14 w 28"/>
                  <a:gd name="T63" fmla="*/ 15 h 75"/>
                  <a:gd name="T64" fmla="*/ 14 w 28"/>
                  <a:gd name="T65" fmla="*/ 13 h 75"/>
                  <a:gd name="T66" fmla="*/ 14 w 28"/>
                  <a:gd name="T67" fmla="*/ 11 h 75"/>
                  <a:gd name="T68" fmla="*/ 14 w 28"/>
                  <a:gd name="T69" fmla="*/ 7 h 75"/>
                  <a:gd name="T70" fmla="*/ 11 w 28"/>
                  <a:gd name="T71" fmla="*/ 2 h 75"/>
                  <a:gd name="T72" fmla="*/ 6 w 28"/>
                  <a:gd name="T73" fmla="*/ 3 h 75"/>
                  <a:gd name="T74" fmla="*/ 3 w 28"/>
                  <a:gd name="T75" fmla="*/ 10 h 75"/>
                  <a:gd name="T76" fmla="*/ 3 w 28"/>
                  <a:gd name="T77" fmla="*/ 16 h 75"/>
                  <a:gd name="T78" fmla="*/ 1 w 28"/>
                  <a:gd name="T79" fmla="*/ 18 h 75"/>
                  <a:gd name="T80" fmla="*/ 1 w 28"/>
                  <a:gd name="T81" fmla="*/ 21 h 75"/>
                  <a:gd name="T82" fmla="*/ 0 w 28"/>
                  <a:gd name="T83" fmla="*/ 24 h 75"/>
                  <a:gd name="T84" fmla="*/ 0 w 28"/>
                  <a:gd name="T85" fmla="*/ 27 h 75"/>
                  <a:gd name="T86" fmla="*/ 2 w 28"/>
                  <a:gd name="T87" fmla="*/ 29 h 75"/>
                  <a:gd name="T88" fmla="*/ 4 w 28"/>
                  <a:gd name="T89" fmla="*/ 32 h 75"/>
                  <a:gd name="T90" fmla="*/ 3 w 28"/>
                  <a:gd name="T91" fmla="*/ 39 h 75"/>
                  <a:gd name="T92" fmla="*/ 1 w 28"/>
                  <a:gd name="T93" fmla="*/ 40 h 75"/>
                  <a:gd name="T94" fmla="*/ 1 w 28"/>
                  <a:gd name="T95" fmla="*/ 42 h 75"/>
                  <a:gd name="T96" fmla="*/ 2 w 28"/>
                  <a:gd name="T97" fmla="*/ 48 h 75"/>
                  <a:gd name="T98" fmla="*/ 6 w 28"/>
                  <a:gd name="T99" fmla="*/ 50 h 75"/>
                  <a:gd name="T100" fmla="*/ 9 w 28"/>
                  <a:gd name="T101" fmla="*/ 53 h 75"/>
                  <a:gd name="T102" fmla="*/ 10 w 28"/>
                  <a:gd name="T103" fmla="*/ 56 h 75"/>
                  <a:gd name="T104" fmla="*/ 9 w 28"/>
                  <a:gd name="T105" fmla="*/ 59 h 75"/>
                  <a:gd name="T106" fmla="*/ 10 w 28"/>
                  <a:gd name="T107" fmla="*/ 67 h 75"/>
                  <a:gd name="T108" fmla="*/ 17 w 28"/>
                  <a:gd name="T109" fmla="*/ 74 h 75"/>
                  <a:gd name="T110" fmla="*/ 22 w 28"/>
                  <a:gd name="T111" fmla="*/ 74 h 75"/>
                  <a:gd name="T112" fmla="*/ 26 w 28"/>
                  <a:gd name="T113" fmla="*/ 68 h 75"/>
                  <a:gd name="T114" fmla="*/ 26 w 28"/>
                  <a:gd name="T115" fmla="*/ 61 h 75"/>
                  <a:gd name="T116" fmla="*/ 26 w 28"/>
                  <a:gd name="T117" fmla="*/ 59 h 75"/>
                  <a:gd name="T118" fmla="*/ 25 w 28"/>
                  <a:gd name="T119" fmla="*/ 58 h 75"/>
                  <a:gd name="T120" fmla="*/ 24 w 28"/>
                  <a:gd name="T121" fmla="*/ 55 h 75"/>
                  <a:gd name="T122" fmla="*/ 22 w 28"/>
                  <a:gd name="T123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" h="75">
                    <a:moveTo>
                      <a:pt x="22" y="54"/>
                    </a:moveTo>
                    <a:cubicBezTo>
                      <a:pt x="22" y="53"/>
                      <a:pt x="22" y="53"/>
                      <a:pt x="21" y="53"/>
                    </a:cubicBezTo>
                    <a:cubicBezTo>
                      <a:pt x="20" y="52"/>
                      <a:pt x="19" y="52"/>
                      <a:pt x="18" y="51"/>
                    </a:cubicBezTo>
                    <a:cubicBezTo>
                      <a:pt x="18" y="51"/>
                      <a:pt x="17" y="50"/>
                      <a:pt x="18" y="50"/>
                    </a:cubicBezTo>
                    <a:cubicBezTo>
                      <a:pt x="18" y="49"/>
                      <a:pt x="19" y="49"/>
                      <a:pt x="19" y="49"/>
                    </a:cubicBezTo>
                    <a:cubicBezTo>
                      <a:pt x="20" y="49"/>
                      <a:pt x="21" y="50"/>
                      <a:pt x="22" y="50"/>
                    </a:cubicBezTo>
                    <a:cubicBezTo>
                      <a:pt x="23" y="50"/>
                      <a:pt x="24" y="50"/>
                      <a:pt x="25" y="50"/>
                    </a:cubicBezTo>
                    <a:cubicBezTo>
                      <a:pt x="26" y="51"/>
                      <a:pt x="27" y="51"/>
                      <a:pt x="27" y="50"/>
                    </a:cubicBezTo>
                    <a:cubicBezTo>
                      <a:pt x="28" y="50"/>
                      <a:pt x="28" y="49"/>
                      <a:pt x="28" y="48"/>
                    </a:cubicBezTo>
                    <a:cubicBezTo>
                      <a:pt x="28" y="46"/>
                      <a:pt x="26" y="44"/>
                      <a:pt x="26" y="42"/>
                    </a:cubicBezTo>
                    <a:cubicBezTo>
                      <a:pt x="26" y="41"/>
                      <a:pt x="27" y="40"/>
                      <a:pt x="26" y="39"/>
                    </a:cubicBezTo>
                    <a:cubicBezTo>
                      <a:pt x="25" y="38"/>
                      <a:pt x="23" y="38"/>
                      <a:pt x="22" y="38"/>
                    </a:cubicBezTo>
                    <a:cubicBezTo>
                      <a:pt x="21" y="39"/>
                      <a:pt x="20" y="39"/>
                      <a:pt x="19" y="39"/>
                    </a:cubicBezTo>
                    <a:cubicBezTo>
                      <a:pt x="18" y="38"/>
                      <a:pt x="17" y="38"/>
                      <a:pt x="17" y="37"/>
                    </a:cubicBezTo>
                    <a:cubicBezTo>
                      <a:pt x="16" y="36"/>
                      <a:pt x="15" y="36"/>
                      <a:pt x="15" y="35"/>
                    </a:cubicBezTo>
                    <a:cubicBezTo>
                      <a:pt x="15" y="34"/>
                      <a:pt x="15" y="33"/>
                      <a:pt x="15" y="32"/>
                    </a:cubicBezTo>
                    <a:cubicBezTo>
                      <a:pt x="16" y="32"/>
                      <a:pt x="16" y="31"/>
                      <a:pt x="17" y="31"/>
                    </a:cubicBezTo>
                    <a:cubicBezTo>
                      <a:pt x="18" y="31"/>
                      <a:pt x="18" y="31"/>
                      <a:pt x="19" y="32"/>
                    </a:cubicBezTo>
                    <a:cubicBezTo>
                      <a:pt x="19" y="33"/>
                      <a:pt x="20" y="33"/>
                      <a:pt x="20" y="34"/>
                    </a:cubicBezTo>
                    <a:cubicBezTo>
                      <a:pt x="20" y="34"/>
                      <a:pt x="20" y="35"/>
                      <a:pt x="21" y="35"/>
                    </a:cubicBezTo>
                    <a:cubicBezTo>
                      <a:pt x="21" y="35"/>
                      <a:pt x="21" y="35"/>
                      <a:pt x="22" y="35"/>
                    </a:cubicBezTo>
                    <a:cubicBezTo>
                      <a:pt x="22" y="35"/>
                      <a:pt x="22" y="35"/>
                      <a:pt x="23" y="36"/>
                    </a:cubicBezTo>
                    <a:cubicBezTo>
                      <a:pt x="24" y="36"/>
                      <a:pt x="25" y="35"/>
                      <a:pt x="25" y="34"/>
                    </a:cubicBezTo>
                    <a:cubicBezTo>
                      <a:pt x="26" y="34"/>
                      <a:pt x="26" y="33"/>
                      <a:pt x="27" y="32"/>
                    </a:cubicBezTo>
                    <a:cubicBezTo>
                      <a:pt x="27" y="31"/>
                      <a:pt x="26" y="29"/>
                      <a:pt x="26" y="28"/>
                    </a:cubicBezTo>
                    <a:cubicBezTo>
                      <a:pt x="25" y="27"/>
                      <a:pt x="25" y="27"/>
                      <a:pt x="24" y="26"/>
                    </a:cubicBezTo>
                    <a:cubicBezTo>
                      <a:pt x="23" y="25"/>
                      <a:pt x="23" y="24"/>
                      <a:pt x="22" y="24"/>
                    </a:cubicBezTo>
                    <a:cubicBezTo>
                      <a:pt x="22" y="23"/>
                      <a:pt x="21" y="22"/>
                      <a:pt x="21" y="22"/>
                    </a:cubicBezTo>
                    <a:cubicBezTo>
                      <a:pt x="21" y="21"/>
                      <a:pt x="20" y="21"/>
                      <a:pt x="20" y="20"/>
                    </a:cubicBezTo>
                    <a:cubicBezTo>
                      <a:pt x="20" y="19"/>
                      <a:pt x="18" y="19"/>
                      <a:pt x="18" y="18"/>
                    </a:cubicBezTo>
                    <a:cubicBezTo>
                      <a:pt x="17" y="17"/>
                      <a:pt x="16" y="16"/>
                      <a:pt x="15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5"/>
                      <a:pt x="13" y="3"/>
                      <a:pt x="11" y="2"/>
                    </a:cubicBezTo>
                    <a:cubicBezTo>
                      <a:pt x="10" y="0"/>
                      <a:pt x="7" y="1"/>
                      <a:pt x="6" y="3"/>
                    </a:cubicBezTo>
                    <a:cubicBezTo>
                      <a:pt x="4" y="5"/>
                      <a:pt x="3" y="7"/>
                      <a:pt x="3" y="10"/>
                    </a:cubicBezTo>
                    <a:cubicBezTo>
                      <a:pt x="3" y="12"/>
                      <a:pt x="4" y="14"/>
                      <a:pt x="3" y="16"/>
                    </a:cubicBezTo>
                    <a:cubicBezTo>
                      <a:pt x="2" y="17"/>
                      <a:pt x="2" y="17"/>
                      <a:pt x="1" y="18"/>
                    </a:cubicBezTo>
                    <a:cubicBezTo>
                      <a:pt x="1" y="19"/>
                      <a:pt x="1" y="20"/>
                      <a:pt x="1" y="21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8"/>
                      <a:pt x="2" y="29"/>
                    </a:cubicBezTo>
                    <a:cubicBezTo>
                      <a:pt x="3" y="30"/>
                      <a:pt x="4" y="31"/>
                      <a:pt x="4" y="32"/>
                    </a:cubicBezTo>
                    <a:cubicBezTo>
                      <a:pt x="6" y="35"/>
                      <a:pt x="5" y="38"/>
                      <a:pt x="3" y="39"/>
                    </a:cubicBezTo>
                    <a:cubicBezTo>
                      <a:pt x="2" y="39"/>
                      <a:pt x="2" y="40"/>
                      <a:pt x="1" y="40"/>
                    </a:cubicBezTo>
                    <a:cubicBezTo>
                      <a:pt x="1" y="41"/>
                      <a:pt x="1" y="42"/>
                      <a:pt x="1" y="42"/>
                    </a:cubicBezTo>
                    <a:cubicBezTo>
                      <a:pt x="1" y="44"/>
                      <a:pt x="1" y="46"/>
                      <a:pt x="2" y="48"/>
                    </a:cubicBezTo>
                    <a:cubicBezTo>
                      <a:pt x="3" y="48"/>
                      <a:pt x="5" y="49"/>
                      <a:pt x="6" y="50"/>
                    </a:cubicBezTo>
                    <a:cubicBezTo>
                      <a:pt x="7" y="51"/>
                      <a:pt x="8" y="52"/>
                      <a:pt x="9" y="53"/>
                    </a:cubicBezTo>
                    <a:cubicBezTo>
                      <a:pt x="9" y="54"/>
                      <a:pt x="10" y="55"/>
                      <a:pt x="10" y="56"/>
                    </a:cubicBezTo>
                    <a:cubicBezTo>
                      <a:pt x="10" y="57"/>
                      <a:pt x="9" y="58"/>
                      <a:pt x="9" y="59"/>
                    </a:cubicBezTo>
                    <a:cubicBezTo>
                      <a:pt x="9" y="62"/>
                      <a:pt x="9" y="65"/>
                      <a:pt x="10" y="67"/>
                    </a:cubicBezTo>
                    <a:cubicBezTo>
                      <a:pt x="11" y="71"/>
                      <a:pt x="14" y="73"/>
                      <a:pt x="17" y="74"/>
                    </a:cubicBezTo>
                    <a:cubicBezTo>
                      <a:pt x="19" y="75"/>
                      <a:pt x="20" y="75"/>
                      <a:pt x="22" y="74"/>
                    </a:cubicBezTo>
                    <a:cubicBezTo>
                      <a:pt x="24" y="72"/>
                      <a:pt x="25" y="70"/>
                      <a:pt x="26" y="68"/>
                    </a:cubicBezTo>
                    <a:cubicBezTo>
                      <a:pt x="26" y="66"/>
                      <a:pt x="26" y="63"/>
                      <a:pt x="26" y="61"/>
                    </a:cubicBezTo>
                    <a:cubicBezTo>
                      <a:pt x="26" y="61"/>
                      <a:pt x="26" y="60"/>
                      <a:pt x="26" y="59"/>
                    </a:cubicBezTo>
                    <a:cubicBezTo>
                      <a:pt x="26" y="58"/>
                      <a:pt x="26" y="58"/>
                      <a:pt x="25" y="58"/>
                    </a:cubicBezTo>
                    <a:cubicBezTo>
                      <a:pt x="25" y="57"/>
                      <a:pt x="24" y="56"/>
                      <a:pt x="24" y="55"/>
                    </a:cubicBezTo>
                    <a:cubicBezTo>
                      <a:pt x="23" y="55"/>
                      <a:pt x="23" y="54"/>
                      <a:pt x="22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" name="Freeform 3078">
                <a:extLst>
                  <a:ext uri="{FF2B5EF4-FFF2-40B4-BE49-F238E27FC236}">
                    <a16:creationId xmlns:a16="http://schemas.microsoft.com/office/drawing/2014/main" id="{7162EEC7-F1BC-5F4B-BE81-38AF954D2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74"/>
                <a:ext cx="3" cy="4"/>
              </a:xfrm>
              <a:custGeom>
                <a:avLst/>
                <a:gdLst>
                  <a:gd name="T0" fmla="*/ 0 w 7"/>
                  <a:gd name="T1" fmla="*/ 5 h 8"/>
                  <a:gd name="T2" fmla="*/ 0 w 7"/>
                  <a:gd name="T3" fmla="*/ 5 h 8"/>
                  <a:gd name="T4" fmla="*/ 0 w 7"/>
                  <a:gd name="T5" fmla="*/ 3 h 8"/>
                  <a:gd name="T6" fmla="*/ 2 w 7"/>
                  <a:gd name="T7" fmla="*/ 2 h 8"/>
                  <a:gd name="T8" fmla="*/ 2 w 7"/>
                  <a:gd name="T9" fmla="*/ 1 h 8"/>
                  <a:gd name="T10" fmla="*/ 3 w 7"/>
                  <a:gd name="T11" fmla="*/ 1 h 8"/>
                  <a:gd name="T12" fmla="*/ 6 w 7"/>
                  <a:gd name="T13" fmla="*/ 1 h 8"/>
                  <a:gd name="T14" fmla="*/ 7 w 7"/>
                  <a:gd name="T15" fmla="*/ 4 h 8"/>
                  <a:gd name="T16" fmla="*/ 7 w 7"/>
                  <a:gd name="T17" fmla="*/ 5 h 8"/>
                  <a:gd name="T18" fmla="*/ 7 w 7"/>
                  <a:gd name="T19" fmla="*/ 7 h 8"/>
                  <a:gd name="T20" fmla="*/ 6 w 7"/>
                  <a:gd name="T21" fmla="*/ 8 h 8"/>
                  <a:gd name="T22" fmla="*/ 5 w 7"/>
                  <a:gd name="T23" fmla="*/ 8 h 8"/>
                  <a:gd name="T24" fmla="*/ 2 w 7"/>
                  <a:gd name="T25" fmla="*/ 7 h 8"/>
                  <a:gd name="T26" fmla="*/ 0 w 7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1" y="7"/>
                      <a:pt x="1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" name="Freeform 3079">
                <a:extLst>
                  <a:ext uri="{FF2B5EF4-FFF2-40B4-BE49-F238E27FC236}">
                    <a16:creationId xmlns:a16="http://schemas.microsoft.com/office/drawing/2014/main" id="{48806528-A82D-F345-A670-7656A1F28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9"/>
                <a:ext cx="12" cy="21"/>
              </a:xfrm>
              <a:custGeom>
                <a:avLst/>
                <a:gdLst>
                  <a:gd name="T0" fmla="*/ 10 w 29"/>
                  <a:gd name="T1" fmla="*/ 29 h 52"/>
                  <a:gd name="T2" fmla="*/ 10 w 29"/>
                  <a:gd name="T3" fmla="*/ 29 h 52"/>
                  <a:gd name="T4" fmla="*/ 9 w 29"/>
                  <a:gd name="T5" fmla="*/ 29 h 52"/>
                  <a:gd name="T6" fmla="*/ 9 w 29"/>
                  <a:gd name="T7" fmla="*/ 29 h 52"/>
                  <a:gd name="T8" fmla="*/ 8 w 29"/>
                  <a:gd name="T9" fmla="*/ 28 h 52"/>
                  <a:gd name="T10" fmla="*/ 7 w 29"/>
                  <a:gd name="T11" fmla="*/ 28 h 52"/>
                  <a:gd name="T12" fmla="*/ 7 w 29"/>
                  <a:gd name="T13" fmla="*/ 28 h 52"/>
                  <a:gd name="T14" fmla="*/ 5 w 29"/>
                  <a:gd name="T15" fmla="*/ 29 h 52"/>
                  <a:gd name="T16" fmla="*/ 5 w 29"/>
                  <a:gd name="T17" fmla="*/ 30 h 52"/>
                  <a:gd name="T18" fmla="*/ 4 w 29"/>
                  <a:gd name="T19" fmla="*/ 31 h 52"/>
                  <a:gd name="T20" fmla="*/ 2 w 29"/>
                  <a:gd name="T21" fmla="*/ 30 h 52"/>
                  <a:gd name="T22" fmla="*/ 2 w 29"/>
                  <a:gd name="T23" fmla="*/ 30 h 52"/>
                  <a:gd name="T24" fmla="*/ 1 w 29"/>
                  <a:gd name="T25" fmla="*/ 29 h 52"/>
                  <a:gd name="T26" fmla="*/ 0 w 29"/>
                  <a:gd name="T27" fmla="*/ 27 h 52"/>
                  <a:gd name="T28" fmla="*/ 0 w 29"/>
                  <a:gd name="T29" fmla="*/ 23 h 52"/>
                  <a:gd name="T30" fmla="*/ 1 w 29"/>
                  <a:gd name="T31" fmla="*/ 21 h 52"/>
                  <a:gd name="T32" fmla="*/ 2 w 29"/>
                  <a:gd name="T33" fmla="*/ 19 h 52"/>
                  <a:gd name="T34" fmla="*/ 2 w 29"/>
                  <a:gd name="T35" fmla="*/ 17 h 52"/>
                  <a:gd name="T36" fmla="*/ 2 w 29"/>
                  <a:gd name="T37" fmla="*/ 13 h 52"/>
                  <a:gd name="T38" fmla="*/ 2 w 29"/>
                  <a:gd name="T39" fmla="*/ 10 h 52"/>
                  <a:gd name="T40" fmla="*/ 1 w 29"/>
                  <a:gd name="T41" fmla="*/ 9 h 52"/>
                  <a:gd name="T42" fmla="*/ 1 w 29"/>
                  <a:gd name="T43" fmla="*/ 7 h 52"/>
                  <a:gd name="T44" fmla="*/ 1 w 29"/>
                  <a:gd name="T45" fmla="*/ 3 h 52"/>
                  <a:gd name="T46" fmla="*/ 2 w 29"/>
                  <a:gd name="T47" fmla="*/ 1 h 52"/>
                  <a:gd name="T48" fmla="*/ 4 w 29"/>
                  <a:gd name="T49" fmla="*/ 2 h 52"/>
                  <a:gd name="T50" fmla="*/ 6 w 29"/>
                  <a:gd name="T51" fmla="*/ 4 h 52"/>
                  <a:gd name="T52" fmla="*/ 9 w 29"/>
                  <a:gd name="T53" fmla="*/ 8 h 52"/>
                  <a:gd name="T54" fmla="*/ 14 w 29"/>
                  <a:gd name="T55" fmla="*/ 11 h 52"/>
                  <a:gd name="T56" fmla="*/ 18 w 29"/>
                  <a:gd name="T57" fmla="*/ 12 h 52"/>
                  <a:gd name="T58" fmla="*/ 21 w 29"/>
                  <a:gd name="T59" fmla="*/ 15 h 52"/>
                  <a:gd name="T60" fmla="*/ 23 w 29"/>
                  <a:gd name="T61" fmla="*/ 19 h 52"/>
                  <a:gd name="T62" fmla="*/ 27 w 29"/>
                  <a:gd name="T63" fmla="*/ 23 h 52"/>
                  <a:gd name="T64" fmla="*/ 29 w 29"/>
                  <a:gd name="T65" fmla="*/ 27 h 52"/>
                  <a:gd name="T66" fmla="*/ 29 w 29"/>
                  <a:gd name="T67" fmla="*/ 32 h 52"/>
                  <a:gd name="T68" fmla="*/ 28 w 29"/>
                  <a:gd name="T69" fmla="*/ 37 h 52"/>
                  <a:gd name="T70" fmla="*/ 26 w 29"/>
                  <a:gd name="T71" fmla="*/ 42 h 52"/>
                  <a:gd name="T72" fmla="*/ 24 w 29"/>
                  <a:gd name="T73" fmla="*/ 46 h 52"/>
                  <a:gd name="T74" fmla="*/ 22 w 29"/>
                  <a:gd name="T75" fmla="*/ 49 h 52"/>
                  <a:gd name="T76" fmla="*/ 18 w 29"/>
                  <a:gd name="T77" fmla="*/ 44 h 52"/>
                  <a:gd name="T78" fmla="*/ 14 w 29"/>
                  <a:gd name="T79" fmla="*/ 38 h 52"/>
                  <a:gd name="T80" fmla="*/ 12 w 29"/>
                  <a:gd name="T81" fmla="*/ 36 h 52"/>
                  <a:gd name="T82" fmla="*/ 11 w 29"/>
                  <a:gd name="T83" fmla="*/ 33 h 52"/>
                  <a:gd name="T84" fmla="*/ 10 w 29"/>
                  <a:gd name="T85" fmla="*/ 31 h 52"/>
                  <a:gd name="T86" fmla="*/ 10 w 29"/>
                  <a:gd name="T87" fmla="*/ 2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" h="52">
                    <a:moveTo>
                      <a:pt x="10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8"/>
                      <a:pt x="8" y="28"/>
                    </a:cubicBezTo>
                    <a:cubicBezTo>
                      <a:pt x="8" y="28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1"/>
                      <a:pt x="3" y="3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" y="30"/>
                      <a:pt x="1" y="30"/>
                      <a:pt x="1" y="29"/>
                    </a:cubicBezTo>
                    <a:cubicBezTo>
                      <a:pt x="0" y="29"/>
                      <a:pt x="0" y="28"/>
                      <a:pt x="0" y="27"/>
                    </a:cubicBezTo>
                    <a:cubicBezTo>
                      <a:pt x="0" y="26"/>
                      <a:pt x="0" y="24"/>
                      <a:pt x="0" y="23"/>
                    </a:cubicBezTo>
                    <a:cubicBezTo>
                      <a:pt x="0" y="22"/>
                      <a:pt x="1" y="22"/>
                      <a:pt x="1" y="21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2" y="18"/>
                      <a:pt x="2" y="17"/>
                      <a:pt x="2" y="17"/>
                    </a:cubicBezTo>
                    <a:cubicBezTo>
                      <a:pt x="2" y="16"/>
                      <a:pt x="2" y="15"/>
                      <a:pt x="2" y="13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5"/>
                      <a:pt x="8" y="7"/>
                      <a:pt x="9" y="8"/>
                    </a:cubicBezTo>
                    <a:cubicBezTo>
                      <a:pt x="10" y="9"/>
                      <a:pt x="12" y="10"/>
                      <a:pt x="14" y="11"/>
                    </a:cubicBezTo>
                    <a:cubicBezTo>
                      <a:pt x="15" y="11"/>
                      <a:pt x="17" y="11"/>
                      <a:pt x="18" y="12"/>
                    </a:cubicBezTo>
                    <a:cubicBezTo>
                      <a:pt x="19" y="13"/>
                      <a:pt x="20" y="14"/>
                      <a:pt x="21" y="15"/>
                    </a:cubicBezTo>
                    <a:cubicBezTo>
                      <a:pt x="21" y="17"/>
                      <a:pt x="22" y="18"/>
                      <a:pt x="23" y="19"/>
                    </a:cubicBezTo>
                    <a:cubicBezTo>
                      <a:pt x="24" y="20"/>
                      <a:pt x="26" y="21"/>
                      <a:pt x="27" y="23"/>
                    </a:cubicBezTo>
                    <a:cubicBezTo>
                      <a:pt x="28" y="24"/>
                      <a:pt x="29" y="25"/>
                      <a:pt x="29" y="27"/>
                    </a:cubicBezTo>
                    <a:cubicBezTo>
                      <a:pt x="29" y="28"/>
                      <a:pt x="29" y="30"/>
                      <a:pt x="29" y="32"/>
                    </a:cubicBezTo>
                    <a:cubicBezTo>
                      <a:pt x="29" y="34"/>
                      <a:pt x="29" y="35"/>
                      <a:pt x="28" y="37"/>
                    </a:cubicBezTo>
                    <a:cubicBezTo>
                      <a:pt x="28" y="39"/>
                      <a:pt x="27" y="40"/>
                      <a:pt x="26" y="42"/>
                    </a:cubicBezTo>
                    <a:cubicBezTo>
                      <a:pt x="25" y="43"/>
                      <a:pt x="24" y="44"/>
                      <a:pt x="24" y="46"/>
                    </a:cubicBezTo>
                    <a:cubicBezTo>
                      <a:pt x="23" y="47"/>
                      <a:pt x="23" y="48"/>
                      <a:pt x="22" y="49"/>
                    </a:cubicBezTo>
                    <a:cubicBezTo>
                      <a:pt x="20" y="52"/>
                      <a:pt x="18" y="46"/>
                      <a:pt x="18" y="44"/>
                    </a:cubicBezTo>
                    <a:cubicBezTo>
                      <a:pt x="17" y="42"/>
                      <a:pt x="15" y="40"/>
                      <a:pt x="14" y="38"/>
                    </a:cubicBezTo>
                    <a:cubicBezTo>
                      <a:pt x="13" y="37"/>
                      <a:pt x="13" y="37"/>
                      <a:pt x="12" y="36"/>
                    </a:cubicBezTo>
                    <a:cubicBezTo>
                      <a:pt x="12" y="35"/>
                      <a:pt x="11" y="34"/>
                      <a:pt x="11" y="33"/>
                    </a:cubicBezTo>
                    <a:cubicBezTo>
                      <a:pt x="11" y="32"/>
                      <a:pt x="11" y="32"/>
                      <a:pt x="10" y="31"/>
                    </a:cubicBezTo>
                    <a:cubicBezTo>
                      <a:pt x="10" y="30"/>
                      <a:pt x="10" y="30"/>
                      <a:pt x="10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4" name="Freeform 3080">
                <a:extLst>
                  <a:ext uri="{FF2B5EF4-FFF2-40B4-BE49-F238E27FC236}">
                    <a16:creationId xmlns:a16="http://schemas.microsoft.com/office/drawing/2014/main" id="{54D7E4CF-7895-874C-B7DF-1C356ABB1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0"/>
                <a:ext cx="4" cy="3"/>
              </a:xfrm>
              <a:custGeom>
                <a:avLst/>
                <a:gdLst>
                  <a:gd name="T0" fmla="*/ 5 w 9"/>
                  <a:gd name="T1" fmla="*/ 8 h 8"/>
                  <a:gd name="T2" fmla="*/ 3 w 9"/>
                  <a:gd name="T3" fmla="*/ 7 h 8"/>
                  <a:gd name="T4" fmla="*/ 1 w 9"/>
                  <a:gd name="T5" fmla="*/ 6 h 8"/>
                  <a:gd name="T6" fmla="*/ 0 w 9"/>
                  <a:gd name="T7" fmla="*/ 3 h 8"/>
                  <a:gd name="T8" fmla="*/ 0 w 9"/>
                  <a:gd name="T9" fmla="*/ 0 h 8"/>
                  <a:gd name="T10" fmla="*/ 3 w 9"/>
                  <a:gd name="T11" fmla="*/ 0 h 8"/>
                  <a:gd name="T12" fmla="*/ 4 w 9"/>
                  <a:gd name="T13" fmla="*/ 0 h 8"/>
                  <a:gd name="T14" fmla="*/ 6 w 9"/>
                  <a:gd name="T15" fmla="*/ 2 h 8"/>
                  <a:gd name="T16" fmla="*/ 7 w 9"/>
                  <a:gd name="T17" fmla="*/ 4 h 8"/>
                  <a:gd name="T18" fmla="*/ 7 w 9"/>
                  <a:gd name="T19" fmla="*/ 7 h 8"/>
                  <a:gd name="T20" fmla="*/ 5 w 9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4" y="8"/>
                      <a:pt x="4" y="7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5"/>
                      <a:pt x="9" y="6"/>
                      <a:pt x="7" y="7"/>
                    </a:cubicBezTo>
                    <a:cubicBezTo>
                      <a:pt x="7" y="8"/>
                      <a:pt x="6" y="8"/>
                      <a:pt x="5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5" name="Freeform 3081">
                <a:extLst>
                  <a:ext uri="{FF2B5EF4-FFF2-40B4-BE49-F238E27FC236}">
                    <a16:creationId xmlns:a16="http://schemas.microsoft.com/office/drawing/2014/main" id="{F8316F95-0E83-7F49-9C12-7EB07E46E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254"/>
                <a:ext cx="3" cy="5"/>
              </a:xfrm>
              <a:custGeom>
                <a:avLst/>
                <a:gdLst>
                  <a:gd name="T0" fmla="*/ 1 w 7"/>
                  <a:gd name="T1" fmla="*/ 4 h 14"/>
                  <a:gd name="T2" fmla="*/ 1 w 7"/>
                  <a:gd name="T3" fmla="*/ 1 h 14"/>
                  <a:gd name="T4" fmla="*/ 5 w 7"/>
                  <a:gd name="T5" fmla="*/ 0 h 14"/>
                  <a:gd name="T6" fmla="*/ 6 w 7"/>
                  <a:gd name="T7" fmla="*/ 5 h 14"/>
                  <a:gd name="T8" fmla="*/ 6 w 7"/>
                  <a:gd name="T9" fmla="*/ 6 h 14"/>
                  <a:gd name="T10" fmla="*/ 7 w 7"/>
                  <a:gd name="T11" fmla="*/ 7 h 14"/>
                  <a:gd name="T12" fmla="*/ 7 w 7"/>
                  <a:gd name="T13" fmla="*/ 10 h 14"/>
                  <a:gd name="T14" fmla="*/ 7 w 7"/>
                  <a:gd name="T15" fmla="*/ 12 h 14"/>
                  <a:gd name="T16" fmla="*/ 5 w 7"/>
                  <a:gd name="T17" fmla="*/ 14 h 14"/>
                  <a:gd name="T18" fmla="*/ 2 w 7"/>
                  <a:gd name="T19" fmla="*/ 13 h 14"/>
                  <a:gd name="T20" fmla="*/ 1 w 7"/>
                  <a:gd name="T21" fmla="*/ 11 h 14"/>
                  <a:gd name="T22" fmla="*/ 1 w 7"/>
                  <a:gd name="T23" fmla="*/ 8 h 14"/>
                  <a:gd name="T24" fmla="*/ 1 w 7"/>
                  <a:gd name="T2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1" y="4"/>
                    </a:moveTo>
                    <a:cubicBezTo>
                      <a:pt x="1" y="3"/>
                      <a:pt x="1" y="2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4"/>
                      <a:pt x="7" y="14"/>
                      <a:pt x="5" y="14"/>
                    </a:cubicBezTo>
                    <a:cubicBezTo>
                      <a:pt x="4" y="14"/>
                      <a:pt x="3" y="13"/>
                      <a:pt x="2" y="13"/>
                    </a:cubicBezTo>
                    <a:cubicBezTo>
                      <a:pt x="2" y="12"/>
                      <a:pt x="1" y="12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7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6" name="Freeform 3082">
                <a:extLst>
                  <a:ext uri="{FF2B5EF4-FFF2-40B4-BE49-F238E27FC236}">
                    <a16:creationId xmlns:a16="http://schemas.microsoft.com/office/drawing/2014/main" id="{BAE6B37F-132A-5F4A-A985-7E8B7B2FB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226"/>
                <a:ext cx="7" cy="4"/>
              </a:xfrm>
              <a:custGeom>
                <a:avLst/>
                <a:gdLst>
                  <a:gd name="T0" fmla="*/ 10 w 19"/>
                  <a:gd name="T1" fmla="*/ 8 h 10"/>
                  <a:gd name="T2" fmla="*/ 8 w 19"/>
                  <a:gd name="T3" fmla="*/ 8 h 10"/>
                  <a:gd name="T4" fmla="*/ 7 w 19"/>
                  <a:gd name="T5" fmla="*/ 7 h 10"/>
                  <a:gd name="T6" fmla="*/ 5 w 19"/>
                  <a:gd name="T7" fmla="*/ 6 h 10"/>
                  <a:gd name="T8" fmla="*/ 3 w 19"/>
                  <a:gd name="T9" fmla="*/ 6 h 10"/>
                  <a:gd name="T10" fmla="*/ 1 w 19"/>
                  <a:gd name="T11" fmla="*/ 4 h 10"/>
                  <a:gd name="T12" fmla="*/ 0 w 19"/>
                  <a:gd name="T13" fmla="*/ 2 h 10"/>
                  <a:gd name="T14" fmla="*/ 2 w 19"/>
                  <a:gd name="T15" fmla="*/ 1 h 10"/>
                  <a:gd name="T16" fmla="*/ 8 w 19"/>
                  <a:gd name="T17" fmla="*/ 1 h 10"/>
                  <a:gd name="T18" fmla="*/ 13 w 19"/>
                  <a:gd name="T19" fmla="*/ 3 h 10"/>
                  <a:gd name="T20" fmla="*/ 14 w 19"/>
                  <a:gd name="T21" fmla="*/ 4 h 10"/>
                  <a:gd name="T22" fmla="*/ 16 w 19"/>
                  <a:gd name="T23" fmla="*/ 5 h 10"/>
                  <a:gd name="T24" fmla="*/ 17 w 19"/>
                  <a:gd name="T25" fmla="*/ 6 h 10"/>
                  <a:gd name="T26" fmla="*/ 18 w 19"/>
                  <a:gd name="T27" fmla="*/ 7 h 10"/>
                  <a:gd name="T28" fmla="*/ 18 w 19"/>
                  <a:gd name="T29" fmla="*/ 8 h 10"/>
                  <a:gd name="T30" fmla="*/ 18 w 19"/>
                  <a:gd name="T31" fmla="*/ 9 h 10"/>
                  <a:gd name="T32" fmla="*/ 15 w 19"/>
                  <a:gd name="T33" fmla="*/ 10 h 10"/>
                  <a:gd name="T34" fmla="*/ 14 w 19"/>
                  <a:gd name="T35" fmla="*/ 9 h 10"/>
                  <a:gd name="T36" fmla="*/ 12 w 19"/>
                  <a:gd name="T37" fmla="*/ 9 h 10"/>
                  <a:gd name="T38" fmla="*/ 10 w 19"/>
                  <a:gd name="T3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10">
                    <a:moveTo>
                      <a:pt x="10" y="8"/>
                    </a:moveTo>
                    <a:cubicBezTo>
                      <a:pt x="9" y="8"/>
                      <a:pt x="8" y="8"/>
                      <a:pt x="8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1"/>
                      <a:pt x="11" y="2"/>
                      <a:pt x="13" y="3"/>
                    </a:cubicBezTo>
                    <a:cubicBezTo>
                      <a:pt x="13" y="3"/>
                      <a:pt x="13" y="4"/>
                      <a:pt x="14" y="4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6" y="10"/>
                      <a:pt x="15" y="10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1" y="9"/>
                      <a:pt x="10" y="8"/>
                      <a:pt x="10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7" name="Freeform 3083">
                <a:extLst>
                  <a:ext uri="{FF2B5EF4-FFF2-40B4-BE49-F238E27FC236}">
                    <a16:creationId xmlns:a16="http://schemas.microsoft.com/office/drawing/2014/main" id="{A4481FF1-8AFE-8E4E-BC24-5808997F6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228"/>
                <a:ext cx="18" cy="17"/>
              </a:xfrm>
              <a:custGeom>
                <a:avLst/>
                <a:gdLst>
                  <a:gd name="T0" fmla="*/ 3 w 46"/>
                  <a:gd name="T1" fmla="*/ 12 h 42"/>
                  <a:gd name="T2" fmla="*/ 2 w 46"/>
                  <a:gd name="T3" fmla="*/ 11 h 42"/>
                  <a:gd name="T4" fmla="*/ 1 w 46"/>
                  <a:gd name="T5" fmla="*/ 10 h 42"/>
                  <a:gd name="T6" fmla="*/ 0 w 46"/>
                  <a:gd name="T7" fmla="*/ 9 h 42"/>
                  <a:gd name="T8" fmla="*/ 0 w 46"/>
                  <a:gd name="T9" fmla="*/ 6 h 42"/>
                  <a:gd name="T10" fmla="*/ 0 w 46"/>
                  <a:gd name="T11" fmla="*/ 3 h 42"/>
                  <a:gd name="T12" fmla="*/ 2 w 46"/>
                  <a:gd name="T13" fmla="*/ 1 h 42"/>
                  <a:gd name="T14" fmla="*/ 4 w 46"/>
                  <a:gd name="T15" fmla="*/ 2 h 42"/>
                  <a:gd name="T16" fmla="*/ 6 w 46"/>
                  <a:gd name="T17" fmla="*/ 5 h 42"/>
                  <a:gd name="T18" fmla="*/ 10 w 46"/>
                  <a:gd name="T19" fmla="*/ 8 h 42"/>
                  <a:gd name="T20" fmla="*/ 15 w 46"/>
                  <a:gd name="T21" fmla="*/ 7 h 42"/>
                  <a:gd name="T22" fmla="*/ 20 w 46"/>
                  <a:gd name="T23" fmla="*/ 7 h 42"/>
                  <a:gd name="T24" fmla="*/ 25 w 46"/>
                  <a:gd name="T25" fmla="*/ 7 h 42"/>
                  <a:gd name="T26" fmla="*/ 27 w 46"/>
                  <a:gd name="T27" fmla="*/ 9 h 42"/>
                  <a:gd name="T28" fmla="*/ 30 w 46"/>
                  <a:gd name="T29" fmla="*/ 12 h 42"/>
                  <a:gd name="T30" fmla="*/ 33 w 46"/>
                  <a:gd name="T31" fmla="*/ 16 h 42"/>
                  <a:gd name="T32" fmla="*/ 39 w 46"/>
                  <a:gd name="T33" fmla="*/ 23 h 42"/>
                  <a:gd name="T34" fmla="*/ 44 w 46"/>
                  <a:gd name="T35" fmla="*/ 28 h 42"/>
                  <a:gd name="T36" fmla="*/ 45 w 46"/>
                  <a:gd name="T37" fmla="*/ 32 h 42"/>
                  <a:gd name="T38" fmla="*/ 43 w 46"/>
                  <a:gd name="T39" fmla="*/ 34 h 42"/>
                  <a:gd name="T40" fmla="*/ 41 w 46"/>
                  <a:gd name="T41" fmla="*/ 37 h 42"/>
                  <a:gd name="T42" fmla="*/ 38 w 46"/>
                  <a:gd name="T43" fmla="*/ 39 h 42"/>
                  <a:gd name="T44" fmla="*/ 34 w 46"/>
                  <a:gd name="T45" fmla="*/ 39 h 42"/>
                  <a:gd name="T46" fmla="*/ 30 w 46"/>
                  <a:gd name="T47" fmla="*/ 39 h 42"/>
                  <a:gd name="T48" fmla="*/ 28 w 46"/>
                  <a:gd name="T49" fmla="*/ 41 h 42"/>
                  <a:gd name="T50" fmla="*/ 22 w 46"/>
                  <a:gd name="T51" fmla="*/ 38 h 42"/>
                  <a:gd name="T52" fmla="*/ 19 w 46"/>
                  <a:gd name="T53" fmla="*/ 36 h 42"/>
                  <a:gd name="T54" fmla="*/ 15 w 46"/>
                  <a:gd name="T55" fmla="*/ 35 h 42"/>
                  <a:gd name="T56" fmla="*/ 12 w 46"/>
                  <a:gd name="T57" fmla="*/ 35 h 42"/>
                  <a:gd name="T58" fmla="*/ 9 w 46"/>
                  <a:gd name="T59" fmla="*/ 34 h 42"/>
                  <a:gd name="T60" fmla="*/ 7 w 46"/>
                  <a:gd name="T61" fmla="*/ 33 h 42"/>
                  <a:gd name="T62" fmla="*/ 6 w 46"/>
                  <a:gd name="T63" fmla="*/ 32 h 42"/>
                  <a:gd name="T64" fmla="*/ 4 w 46"/>
                  <a:gd name="T65" fmla="*/ 30 h 42"/>
                  <a:gd name="T66" fmla="*/ 3 w 46"/>
                  <a:gd name="T67" fmla="*/ 28 h 42"/>
                  <a:gd name="T68" fmla="*/ 2 w 46"/>
                  <a:gd name="T69" fmla="*/ 26 h 42"/>
                  <a:gd name="T70" fmla="*/ 0 w 46"/>
                  <a:gd name="T71" fmla="*/ 23 h 42"/>
                  <a:gd name="T72" fmla="*/ 0 w 46"/>
                  <a:gd name="T73" fmla="*/ 22 h 42"/>
                  <a:gd name="T74" fmla="*/ 1 w 46"/>
                  <a:gd name="T75" fmla="*/ 22 h 42"/>
                  <a:gd name="T76" fmla="*/ 5 w 46"/>
                  <a:gd name="T77" fmla="*/ 23 h 42"/>
                  <a:gd name="T78" fmla="*/ 7 w 46"/>
                  <a:gd name="T79" fmla="*/ 22 h 42"/>
                  <a:gd name="T80" fmla="*/ 6 w 46"/>
                  <a:gd name="T81" fmla="*/ 19 h 42"/>
                  <a:gd name="T82" fmla="*/ 5 w 46"/>
                  <a:gd name="T83" fmla="*/ 17 h 42"/>
                  <a:gd name="T84" fmla="*/ 4 w 46"/>
                  <a:gd name="T85" fmla="*/ 15 h 42"/>
                  <a:gd name="T86" fmla="*/ 4 w 46"/>
                  <a:gd name="T87" fmla="*/ 13 h 42"/>
                  <a:gd name="T88" fmla="*/ 3 w 46"/>
                  <a:gd name="T89" fmla="*/ 13 h 42"/>
                  <a:gd name="T90" fmla="*/ 3 w 46"/>
                  <a:gd name="T91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42">
                    <a:moveTo>
                      <a:pt x="3" y="12"/>
                    </a:moveTo>
                    <a:cubicBezTo>
                      <a:pt x="3" y="11"/>
                      <a:pt x="2" y="11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6"/>
                      <a:pt x="8" y="7"/>
                      <a:pt x="10" y="8"/>
                    </a:cubicBezTo>
                    <a:cubicBezTo>
                      <a:pt x="11" y="8"/>
                      <a:pt x="13" y="8"/>
                      <a:pt x="15" y="7"/>
                    </a:cubicBezTo>
                    <a:cubicBezTo>
                      <a:pt x="17" y="7"/>
                      <a:pt x="19" y="7"/>
                      <a:pt x="20" y="7"/>
                    </a:cubicBezTo>
                    <a:cubicBezTo>
                      <a:pt x="22" y="7"/>
                      <a:pt x="23" y="7"/>
                      <a:pt x="25" y="7"/>
                    </a:cubicBezTo>
                    <a:cubicBezTo>
                      <a:pt x="26" y="8"/>
                      <a:pt x="26" y="8"/>
                      <a:pt x="27" y="9"/>
                    </a:cubicBezTo>
                    <a:cubicBezTo>
                      <a:pt x="28" y="10"/>
                      <a:pt x="29" y="11"/>
                      <a:pt x="30" y="12"/>
                    </a:cubicBezTo>
                    <a:cubicBezTo>
                      <a:pt x="31" y="13"/>
                      <a:pt x="32" y="15"/>
                      <a:pt x="33" y="16"/>
                    </a:cubicBezTo>
                    <a:cubicBezTo>
                      <a:pt x="35" y="19"/>
                      <a:pt x="36" y="21"/>
                      <a:pt x="39" y="23"/>
                    </a:cubicBezTo>
                    <a:cubicBezTo>
                      <a:pt x="40" y="25"/>
                      <a:pt x="42" y="26"/>
                      <a:pt x="44" y="28"/>
                    </a:cubicBezTo>
                    <a:cubicBezTo>
                      <a:pt x="44" y="29"/>
                      <a:pt x="46" y="31"/>
                      <a:pt x="45" y="32"/>
                    </a:cubicBezTo>
                    <a:cubicBezTo>
                      <a:pt x="45" y="33"/>
                      <a:pt x="44" y="34"/>
                      <a:pt x="43" y="34"/>
                    </a:cubicBezTo>
                    <a:cubicBezTo>
                      <a:pt x="42" y="35"/>
                      <a:pt x="41" y="36"/>
                      <a:pt x="41" y="37"/>
                    </a:cubicBezTo>
                    <a:cubicBezTo>
                      <a:pt x="40" y="38"/>
                      <a:pt x="39" y="38"/>
                      <a:pt x="38" y="39"/>
                    </a:cubicBezTo>
                    <a:cubicBezTo>
                      <a:pt x="37" y="39"/>
                      <a:pt x="36" y="39"/>
                      <a:pt x="34" y="39"/>
                    </a:cubicBezTo>
                    <a:cubicBezTo>
                      <a:pt x="33" y="39"/>
                      <a:pt x="32" y="39"/>
                      <a:pt x="30" y="39"/>
                    </a:cubicBezTo>
                    <a:cubicBezTo>
                      <a:pt x="29" y="40"/>
                      <a:pt x="29" y="41"/>
                      <a:pt x="28" y="41"/>
                    </a:cubicBezTo>
                    <a:cubicBezTo>
                      <a:pt x="25" y="42"/>
                      <a:pt x="23" y="40"/>
                      <a:pt x="22" y="38"/>
                    </a:cubicBezTo>
                    <a:cubicBezTo>
                      <a:pt x="21" y="37"/>
                      <a:pt x="20" y="37"/>
                      <a:pt x="19" y="36"/>
                    </a:cubicBezTo>
                    <a:cubicBezTo>
                      <a:pt x="17" y="36"/>
                      <a:pt x="16" y="35"/>
                      <a:pt x="15" y="35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11" y="34"/>
                      <a:pt x="10" y="34"/>
                      <a:pt x="9" y="34"/>
                    </a:cubicBezTo>
                    <a:cubicBezTo>
                      <a:pt x="9" y="33"/>
                      <a:pt x="8" y="33"/>
                      <a:pt x="7" y="33"/>
                    </a:cubicBezTo>
                    <a:cubicBezTo>
                      <a:pt x="7" y="33"/>
                      <a:pt x="6" y="32"/>
                      <a:pt x="6" y="32"/>
                    </a:cubicBezTo>
                    <a:cubicBezTo>
                      <a:pt x="5" y="32"/>
                      <a:pt x="4" y="31"/>
                      <a:pt x="4" y="30"/>
                    </a:cubicBezTo>
                    <a:cubicBezTo>
                      <a:pt x="4" y="30"/>
                      <a:pt x="4" y="29"/>
                      <a:pt x="3" y="28"/>
                    </a:cubicBezTo>
                    <a:cubicBezTo>
                      <a:pt x="3" y="27"/>
                      <a:pt x="2" y="27"/>
                      <a:pt x="2" y="26"/>
                    </a:cubicBezTo>
                    <a:cubicBezTo>
                      <a:pt x="1" y="25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3" y="22"/>
                      <a:pt x="4" y="23"/>
                      <a:pt x="5" y="23"/>
                    </a:cubicBezTo>
                    <a:cubicBezTo>
                      <a:pt x="6" y="23"/>
                      <a:pt x="7" y="23"/>
                      <a:pt x="7" y="22"/>
                    </a:cubicBezTo>
                    <a:cubicBezTo>
                      <a:pt x="7" y="21"/>
                      <a:pt x="6" y="20"/>
                      <a:pt x="6" y="19"/>
                    </a:cubicBezTo>
                    <a:cubicBezTo>
                      <a:pt x="5" y="18"/>
                      <a:pt x="5" y="18"/>
                      <a:pt x="5" y="17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4" y="14"/>
                      <a:pt x="4" y="14"/>
                      <a:pt x="4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8" name="Freeform 3084">
                <a:extLst>
                  <a:ext uri="{FF2B5EF4-FFF2-40B4-BE49-F238E27FC236}">
                    <a16:creationId xmlns:a16="http://schemas.microsoft.com/office/drawing/2014/main" id="{B66BB4BF-5E6F-0844-A8AA-7EDBE13C4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230"/>
                <a:ext cx="6" cy="6"/>
              </a:xfrm>
              <a:custGeom>
                <a:avLst/>
                <a:gdLst>
                  <a:gd name="T0" fmla="*/ 1 w 15"/>
                  <a:gd name="T1" fmla="*/ 6 h 14"/>
                  <a:gd name="T2" fmla="*/ 1 w 15"/>
                  <a:gd name="T3" fmla="*/ 5 h 14"/>
                  <a:gd name="T4" fmla="*/ 3 w 15"/>
                  <a:gd name="T5" fmla="*/ 4 h 14"/>
                  <a:gd name="T6" fmla="*/ 5 w 15"/>
                  <a:gd name="T7" fmla="*/ 4 h 14"/>
                  <a:gd name="T8" fmla="*/ 7 w 15"/>
                  <a:gd name="T9" fmla="*/ 3 h 14"/>
                  <a:gd name="T10" fmla="*/ 8 w 15"/>
                  <a:gd name="T11" fmla="*/ 2 h 14"/>
                  <a:gd name="T12" fmla="*/ 9 w 15"/>
                  <a:gd name="T13" fmla="*/ 1 h 14"/>
                  <a:gd name="T14" fmla="*/ 12 w 15"/>
                  <a:gd name="T15" fmla="*/ 1 h 14"/>
                  <a:gd name="T16" fmla="*/ 13 w 15"/>
                  <a:gd name="T17" fmla="*/ 1 h 14"/>
                  <a:gd name="T18" fmla="*/ 14 w 15"/>
                  <a:gd name="T19" fmla="*/ 2 h 14"/>
                  <a:gd name="T20" fmla="*/ 15 w 15"/>
                  <a:gd name="T21" fmla="*/ 3 h 14"/>
                  <a:gd name="T22" fmla="*/ 14 w 15"/>
                  <a:gd name="T23" fmla="*/ 7 h 14"/>
                  <a:gd name="T24" fmla="*/ 9 w 15"/>
                  <a:gd name="T25" fmla="*/ 9 h 14"/>
                  <a:gd name="T26" fmla="*/ 7 w 15"/>
                  <a:gd name="T27" fmla="*/ 12 h 14"/>
                  <a:gd name="T28" fmla="*/ 5 w 15"/>
                  <a:gd name="T29" fmla="*/ 13 h 14"/>
                  <a:gd name="T30" fmla="*/ 3 w 15"/>
                  <a:gd name="T31" fmla="*/ 14 h 14"/>
                  <a:gd name="T32" fmla="*/ 1 w 15"/>
                  <a:gd name="T33" fmla="*/ 13 h 14"/>
                  <a:gd name="T34" fmla="*/ 0 w 15"/>
                  <a:gd name="T35" fmla="*/ 12 h 14"/>
                  <a:gd name="T36" fmla="*/ 0 w 15"/>
                  <a:gd name="T37" fmla="*/ 12 h 14"/>
                  <a:gd name="T38" fmla="*/ 0 w 15"/>
                  <a:gd name="T39" fmla="*/ 10 h 14"/>
                  <a:gd name="T40" fmla="*/ 0 w 15"/>
                  <a:gd name="T41" fmla="*/ 10 h 14"/>
                  <a:gd name="T42" fmla="*/ 1 w 15"/>
                  <a:gd name="T43" fmla="*/ 9 h 14"/>
                  <a:gd name="T44" fmla="*/ 1 w 15"/>
                  <a:gd name="T45" fmla="*/ 8 h 14"/>
                  <a:gd name="T46" fmla="*/ 1 w 15"/>
                  <a:gd name="T4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4">
                    <a:moveTo>
                      <a:pt x="1" y="6"/>
                    </a:moveTo>
                    <a:cubicBezTo>
                      <a:pt x="1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1" y="0"/>
                      <a:pt x="12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5" y="6"/>
                      <a:pt x="14" y="7"/>
                    </a:cubicBezTo>
                    <a:cubicBezTo>
                      <a:pt x="13" y="8"/>
                      <a:pt x="11" y="9"/>
                      <a:pt x="9" y="9"/>
                    </a:cubicBezTo>
                    <a:cubicBezTo>
                      <a:pt x="8" y="10"/>
                      <a:pt x="7" y="11"/>
                      <a:pt x="7" y="12"/>
                    </a:cubicBezTo>
                    <a:cubicBezTo>
                      <a:pt x="6" y="12"/>
                      <a:pt x="6" y="13"/>
                      <a:pt x="5" y="13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1" y="13"/>
                      <a:pt x="0" y="13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" name="Freeform 3085">
                <a:extLst>
                  <a:ext uri="{FF2B5EF4-FFF2-40B4-BE49-F238E27FC236}">
                    <a16:creationId xmlns:a16="http://schemas.microsoft.com/office/drawing/2014/main" id="{E792FE93-D8B2-994F-9020-F6FDD0CEA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225"/>
                <a:ext cx="6" cy="4"/>
              </a:xfrm>
              <a:custGeom>
                <a:avLst/>
                <a:gdLst>
                  <a:gd name="T0" fmla="*/ 1 w 15"/>
                  <a:gd name="T1" fmla="*/ 9 h 10"/>
                  <a:gd name="T2" fmla="*/ 1 w 15"/>
                  <a:gd name="T3" fmla="*/ 7 h 10"/>
                  <a:gd name="T4" fmla="*/ 2 w 15"/>
                  <a:gd name="T5" fmla="*/ 6 h 10"/>
                  <a:gd name="T6" fmla="*/ 3 w 15"/>
                  <a:gd name="T7" fmla="*/ 5 h 10"/>
                  <a:gd name="T8" fmla="*/ 3 w 15"/>
                  <a:gd name="T9" fmla="*/ 4 h 10"/>
                  <a:gd name="T10" fmla="*/ 3 w 15"/>
                  <a:gd name="T11" fmla="*/ 3 h 10"/>
                  <a:gd name="T12" fmla="*/ 3 w 15"/>
                  <a:gd name="T13" fmla="*/ 2 h 10"/>
                  <a:gd name="T14" fmla="*/ 4 w 15"/>
                  <a:gd name="T15" fmla="*/ 2 h 10"/>
                  <a:gd name="T16" fmla="*/ 4 w 15"/>
                  <a:gd name="T17" fmla="*/ 1 h 10"/>
                  <a:gd name="T18" fmla="*/ 5 w 15"/>
                  <a:gd name="T19" fmla="*/ 0 h 10"/>
                  <a:gd name="T20" fmla="*/ 9 w 15"/>
                  <a:gd name="T21" fmla="*/ 0 h 10"/>
                  <a:gd name="T22" fmla="*/ 10 w 15"/>
                  <a:gd name="T23" fmla="*/ 1 h 10"/>
                  <a:gd name="T24" fmla="*/ 11 w 15"/>
                  <a:gd name="T25" fmla="*/ 2 h 10"/>
                  <a:gd name="T26" fmla="*/ 13 w 15"/>
                  <a:gd name="T27" fmla="*/ 5 h 10"/>
                  <a:gd name="T28" fmla="*/ 14 w 15"/>
                  <a:gd name="T29" fmla="*/ 6 h 10"/>
                  <a:gd name="T30" fmla="*/ 15 w 15"/>
                  <a:gd name="T31" fmla="*/ 7 h 10"/>
                  <a:gd name="T32" fmla="*/ 15 w 15"/>
                  <a:gd name="T33" fmla="*/ 8 h 10"/>
                  <a:gd name="T34" fmla="*/ 14 w 15"/>
                  <a:gd name="T35" fmla="*/ 9 h 10"/>
                  <a:gd name="T36" fmla="*/ 13 w 15"/>
                  <a:gd name="T37" fmla="*/ 10 h 10"/>
                  <a:gd name="T38" fmla="*/ 9 w 15"/>
                  <a:gd name="T39" fmla="*/ 10 h 10"/>
                  <a:gd name="T40" fmla="*/ 8 w 15"/>
                  <a:gd name="T41" fmla="*/ 10 h 10"/>
                  <a:gd name="T42" fmla="*/ 8 w 15"/>
                  <a:gd name="T43" fmla="*/ 10 h 10"/>
                  <a:gd name="T44" fmla="*/ 7 w 15"/>
                  <a:gd name="T45" fmla="*/ 10 h 10"/>
                  <a:gd name="T46" fmla="*/ 6 w 15"/>
                  <a:gd name="T47" fmla="*/ 10 h 10"/>
                  <a:gd name="T48" fmla="*/ 3 w 15"/>
                  <a:gd name="T49" fmla="*/ 10 h 10"/>
                  <a:gd name="T50" fmla="*/ 2 w 15"/>
                  <a:gd name="T51" fmla="*/ 9 h 10"/>
                  <a:gd name="T52" fmla="*/ 1 w 15"/>
                  <a:gd name="T5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" h="10">
                    <a:moveTo>
                      <a:pt x="1" y="9"/>
                    </a:moveTo>
                    <a:cubicBezTo>
                      <a:pt x="1" y="8"/>
                      <a:pt x="0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3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6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5" y="7"/>
                      <a:pt x="15" y="7"/>
                      <a:pt x="15" y="8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4" y="9"/>
                      <a:pt x="13" y="10"/>
                      <a:pt x="13" y="10"/>
                    </a:cubicBezTo>
                    <a:cubicBezTo>
                      <a:pt x="12" y="10"/>
                      <a:pt x="11" y="10"/>
                      <a:pt x="9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4" y="10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" name="Freeform 3086">
                <a:extLst>
                  <a:ext uri="{FF2B5EF4-FFF2-40B4-BE49-F238E27FC236}">
                    <a16:creationId xmlns:a16="http://schemas.microsoft.com/office/drawing/2014/main" id="{E019FC6E-3C75-7148-84E3-44074ED8F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217"/>
                <a:ext cx="6" cy="15"/>
              </a:xfrm>
              <a:custGeom>
                <a:avLst/>
                <a:gdLst>
                  <a:gd name="T0" fmla="*/ 1 w 14"/>
                  <a:gd name="T1" fmla="*/ 22 h 37"/>
                  <a:gd name="T2" fmla="*/ 1 w 14"/>
                  <a:gd name="T3" fmla="*/ 16 h 37"/>
                  <a:gd name="T4" fmla="*/ 0 w 14"/>
                  <a:gd name="T5" fmla="*/ 7 h 37"/>
                  <a:gd name="T6" fmla="*/ 0 w 14"/>
                  <a:gd name="T7" fmla="*/ 3 h 37"/>
                  <a:gd name="T8" fmla="*/ 0 w 14"/>
                  <a:gd name="T9" fmla="*/ 1 h 37"/>
                  <a:gd name="T10" fmla="*/ 3 w 14"/>
                  <a:gd name="T11" fmla="*/ 0 h 37"/>
                  <a:gd name="T12" fmla="*/ 6 w 14"/>
                  <a:gd name="T13" fmla="*/ 2 h 37"/>
                  <a:gd name="T14" fmla="*/ 8 w 14"/>
                  <a:gd name="T15" fmla="*/ 7 h 37"/>
                  <a:gd name="T16" fmla="*/ 8 w 14"/>
                  <a:gd name="T17" fmla="*/ 11 h 37"/>
                  <a:gd name="T18" fmla="*/ 9 w 14"/>
                  <a:gd name="T19" fmla="*/ 15 h 37"/>
                  <a:gd name="T20" fmla="*/ 10 w 14"/>
                  <a:gd name="T21" fmla="*/ 20 h 37"/>
                  <a:gd name="T22" fmla="*/ 11 w 14"/>
                  <a:gd name="T23" fmla="*/ 23 h 37"/>
                  <a:gd name="T24" fmla="*/ 11 w 14"/>
                  <a:gd name="T25" fmla="*/ 24 h 37"/>
                  <a:gd name="T26" fmla="*/ 13 w 14"/>
                  <a:gd name="T27" fmla="*/ 26 h 37"/>
                  <a:gd name="T28" fmla="*/ 14 w 14"/>
                  <a:gd name="T29" fmla="*/ 30 h 37"/>
                  <a:gd name="T30" fmla="*/ 11 w 14"/>
                  <a:gd name="T31" fmla="*/ 35 h 37"/>
                  <a:gd name="T32" fmla="*/ 7 w 14"/>
                  <a:gd name="T33" fmla="*/ 37 h 37"/>
                  <a:gd name="T34" fmla="*/ 4 w 14"/>
                  <a:gd name="T35" fmla="*/ 35 h 37"/>
                  <a:gd name="T36" fmla="*/ 2 w 14"/>
                  <a:gd name="T37" fmla="*/ 31 h 37"/>
                  <a:gd name="T38" fmla="*/ 2 w 14"/>
                  <a:gd name="T39" fmla="*/ 29 h 37"/>
                  <a:gd name="T40" fmla="*/ 1 w 14"/>
                  <a:gd name="T41" fmla="*/ 27 h 37"/>
                  <a:gd name="T42" fmla="*/ 1 w 14"/>
                  <a:gd name="T43" fmla="*/ 24 h 37"/>
                  <a:gd name="T44" fmla="*/ 1 w 14"/>
                  <a:gd name="T45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37">
                    <a:moveTo>
                      <a:pt x="1" y="22"/>
                    </a:moveTo>
                    <a:cubicBezTo>
                      <a:pt x="1" y="20"/>
                      <a:pt x="1" y="18"/>
                      <a:pt x="1" y="16"/>
                    </a:cubicBezTo>
                    <a:cubicBezTo>
                      <a:pt x="1" y="13"/>
                      <a:pt x="0" y="10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3"/>
                      <a:pt x="8" y="5"/>
                      <a:pt x="8" y="7"/>
                    </a:cubicBezTo>
                    <a:cubicBezTo>
                      <a:pt x="8" y="8"/>
                      <a:pt x="8" y="10"/>
                      <a:pt x="8" y="11"/>
                    </a:cubicBezTo>
                    <a:cubicBezTo>
                      <a:pt x="8" y="13"/>
                      <a:pt x="9" y="14"/>
                      <a:pt x="9" y="15"/>
                    </a:cubicBezTo>
                    <a:cubicBezTo>
                      <a:pt x="10" y="17"/>
                      <a:pt x="10" y="18"/>
                      <a:pt x="10" y="20"/>
                    </a:cubicBezTo>
                    <a:cubicBezTo>
                      <a:pt x="10" y="21"/>
                      <a:pt x="10" y="22"/>
                      <a:pt x="11" y="23"/>
                    </a:cubicBezTo>
                    <a:cubicBezTo>
                      <a:pt x="11" y="23"/>
                      <a:pt x="11" y="24"/>
                      <a:pt x="11" y="24"/>
                    </a:cubicBezTo>
                    <a:cubicBezTo>
                      <a:pt x="12" y="25"/>
                      <a:pt x="12" y="25"/>
                      <a:pt x="13" y="26"/>
                    </a:cubicBezTo>
                    <a:cubicBezTo>
                      <a:pt x="14" y="27"/>
                      <a:pt x="14" y="28"/>
                      <a:pt x="14" y="30"/>
                    </a:cubicBezTo>
                    <a:cubicBezTo>
                      <a:pt x="13" y="31"/>
                      <a:pt x="12" y="33"/>
                      <a:pt x="11" y="35"/>
                    </a:cubicBezTo>
                    <a:cubicBezTo>
                      <a:pt x="10" y="36"/>
                      <a:pt x="9" y="37"/>
                      <a:pt x="7" y="37"/>
                    </a:cubicBezTo>
                    <a:cubicBezTo>
                      <a:pt x="6" y="37"/>
                      <a:pt x="5" y="36"/>
                      <a:pt x="4" y="35"/>
                    </a:cubicBezTo>
                    <a:cubicBezTo>
                      <a:pt x="3" y="34"/>
                      <a:pt x="3" y="33"/>
                      <a:pt x="2" y="31"/>
                    </a:cubicBezTo>
                    <a:cubicBezTo>
                      <a:pt x="2" y="31"/>
                      <a:pt x="2" y="30"/>
                      <a:pt x="2" y="29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1" y="26"/>
                      <a:pt x="1" y="25"/>
                      <a:pt x="1" y="24"/>
                    </a:cubicBezTo>
                    <a:cubicBezTo>
                      <a:pt x="1" y="23"/>
                      <a:pt x="1" y="22"/>
                      <a:pt x="1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1" name="Freeform 3087">
                <a:extLst>
                  <a:ext uri="{FF2B5EF4-FFF2-40B4-BE49-F238E27FC236}">
                    <a16:creationId xmlns:a16="http://schemas.microsoft.com/office/drawing/2014/main" id="{44F3212D-323A-BD41-8C5B-B3917D22A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9"/>
                <a:ext cx="11" cy="22"/>
              </a:xfrm>
              <a:custGeom>
                <a:avLst/>
                <a:gdLst>
                  <a:gd name="T0" fmla="*/ 13 w 26"/>
                  <a:gd name="T1" fmla="*/ 22 h 55"/>
                  <a:gd name="T2" fmla="*/ 13 w 26"/>
                  <a:gd name="T3" fmla="*/ 19 h 55"/>
                  <a:gd name="T4" fmla="*/ 13 w 26"/>
                  <a:gd name="T5" fmla="*/ 11 h 55"/>
                  <a:gd name="T6" fmla="*/ 13 w 26"/>
                  <a:gd name="T7" fmla="*/ 7 h 55"/>
                  <a:gd name="T8" fmla="*/ 15 w 26"/>
                  <a:gd name="T9" fmla="*/ 3 h 55"/>
                  <a:gd name="T10" fmla="*/ 16 w 26"/>
                  <a:gd name="T11" fmla="*/ 1 h 55"/>
                  <a:gd name="T12" fmla="*/ 17 w 26"/>
                  <a:gd name="T13" fmla="*/ 2 h 55"/>
                  <a:gd name="T14" fmla="*/ 18 w 26"/>
                  <a:gd name="T15" fmla="*/ 4 h 55"/>
                  <a:gd name="T16" fmla="*/ 19 w 26"/>
                  <a:gd name="T17" fmla="*/ 8 h 55"/>
                  <a:gd name="T18" fmla="*/ 20 w 26"/>
                  <a:gd name="T19" fmla="*/ 14 h 55"/>
                  <a:gd name="T20" fmla="*/ 20 w 26"/>
                  <a:gd name="T21" fmla="*/ 19 h 55"/>
                  <a:gd name="T22" fmla="*/ 20 w 26"/>
                  <a:gd name="T23" fmla="*/ 25 h 55"/>
                  <a:gd name="T24" fmla="*/ 24 w 26"/>
                  <a:gd name="T25" fmla="*/ 30 h 55"/>
                  <a:gd name="T26" fmla="*/ 26 w 26"/>
                  <a:gd name="T27" fmla="*/ 34 h 55"/>
                  <a:gd name="T28" fmla="*/ 23 w 26"/>
                  <a:gd name="T29" fmla="*/ 38 h 55"/>
                  <a:gd name="T30" fmla="*/ 19 w 26"/>
                  <a:gd name="T31" fmla="*/ 41 h 55"/>
                  <a:gd name="T32" fmla="*/ 19 w 26"/>
                  <a:gd name="T33" fmla="*/ 46 h 55"/>
                  <a:gd name="T34" fmla="*/ 18 w 26"/>
                  <a:gd name="T35" fmla="*/ 52 h 55"/>
                  <a:gd name="T36" fmla="*/ 15 w 26"/>
                  <a:gd name="T37" fmla="*/ 54 h 55"/>
                  <a:gd name="T38" fmla="*/ 11 w 26"/>
                  <a:gd name="T39" fmla="*/ 54 h 55"/>
                  <a:gd name="T40" fmla="*/ 10 w 26"/>
                  <a:gd name="T41" fmla="*/ 51 h 55"/>
                  <a:gd name="T42" fmla="*/ 10 w 26"/>
                  <a:gd name="T43" fmla="*/ 49 h 55"/>
                  <a:gd name="T44" fmla="*/ 10 w 26"/>
                  <a:gd name="T45" fmla="*/ 48 h 55"/>
                  <a:gd name="T46" fmla="*/ 10 w 26"/>
                  <a:gd name="T47" fmla="*/ 46 h 55"/>
                  <a:gd name="T48" fmla="*/ 10 w 26"/>
                  <a:gd name="T49" fmla="*/ 44 h 55"/>
                  <a:gd name="T50" fmla="*/ 9 w 26"/>
                  <a:gd name="T51" fmla="*/ 43 h 55"/>
                  <a:gd name="T52" fmla="*/ 9 w 26"/>
                  <a:gd name="T53" fmla="*/ 43 h 55"/>
                  <a:gd name="T54" fmla="*/ 8 w 26"/>
                  <a:gd name="T55" fmla="*/ 43 h 55"/>
                  <a:gd name="T56" fmla="*/ 7 w 26"/>
                  <a:gd name="T57" fmla="*/ 44 h 55"/>
                  <a:gd name="T58" fmla="*/ 7 w 26"/>
                  <a:gd name="T59" fmla="*/ 45 h 55"/>
                  <a:gd name="T60" fmla="*/ 6 w 26"/>
                  <a:gd name="T61" fmla="*/ 47 h 55"/>
                  <a:gd name="T62" fmla="*/ 5 w 26"/>
                  <a:gd name="T63" fmla="*/ 49 h 55"/>
                  <a:gd name="T64" fmla="*/ 4 w 26"/>
                  <a:gd name="T65" fmla="*/ 49 h 55"/>
                  <a:gd name="T66" fmla="*/ 2 w 26"/>
                  <a:gd name="T67" fmla="*/ 47 h 55"/>
                  <a:gd name="T68" fmla="*/ 1 w 26"/>
                  <a:gd name="T69" fmla="*/ 46 h 55"/>
                  <a:gd name="T70" fmla="*/ 0 w 26"/>
                  <a:gd name="T71" fmla="*/ 41 h 55"/>
                  <a:gd name="T72" fmla="*/ 0 w 26"/>
                  <a:gd name="T73" fmla="*/ 38 h 55"/>
                  <a:gd name="T74" fmla="*/ 0 w 26"/>
                  <a:gd name="T75" fmla="*/ 36 h 55"/>
                  <a:gd name="T76" fmla="*/ 1 w 26"/>
                  <a:gd name="T77" fmla="*/ 35 h 55"/>
                  <a:gd name="T78" fmla="*/ 3 w 26"/>
                  <a:gd name="T79" fmla="*/ 34 h 55"/>
                  <a:gd name="T80" fmla="*/ 9 w 26"/>
                  <a:gd name="T81" fmla="*/ 31 h 55"/>
                  <a:gd name="T82" fmla="*/ 12 w 26"/>
                  <a:gd name="T83" fmla="*/ 27 h 55"/>
                  <a:gd name="T84" fmla="*/ 13 w 26"/>
                  <a:gd name="T85" fmla="*/ 2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55">
                    <a:moveTo>
                      <a:pt x="13" y="22"/>
                    </a:move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6"/>
                      <a:pt x="13" y="14"/>
                      <a:pt x="13" y="11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4" y="6"/>
                      <a:pt x="14" y="4"/>
                      <a:pt x="15" y="3"/>
                    </a:cubicBezTo>
                    <a:cubicBezTo>
                      <a:pt x="15" y="2"/>
                      <a:pt x="15" y="0"/>
                      <a:pt x="16" y="1"/>
                    </a:cubicBezTo>
                    <a:cubicBezTo>
                      <a:pt x="17" y="1"/>
                      <a:pt x="17" y="2"/>
                      <a:pt x="17" y="2"/>
                    </a:cubicBezTo>
                    <a:cubicBezTo>
                      <a:pt x="18" y="3"/>
                      <a:pt x="18" y="4"/>
                      <a:pt x="18" y="4"/>
                    </a:cubicBezTo>
                    <a:cubicBezTo>
                      <a:pt x="19" y="6"/>
                      <a:pt x="19" y="7"/>
                      <a:pt x="19" y="8"/>
                    </a:cubicBezTo>
                    <a:cubicBezTo>
                      <a:pt x="20" y="10"/>
                      <a:pt x="20" y="12"/>
                      <a:pt x="20" y="14"/>
                    </a:cubicBezTo>
                    <a:cubicBezTo>
                      <a:pt x="20" y="16"/>
                      <a:pt x="20" y="18"/>
                      <a:pt x="20" y="19"/>
                    </a:cubicBezTo>
                    <a:cubicBezTo>
                      <a:pt x="19" y="21"/>
                      <a:pt x="19" y="23"/>
                      <a:pt x="20" y="25"/>
                    </a:cubicBezTo>
                    <a:cubicBezTo>
                      <a:pt x="21" y="27"/>
                      <a:pt x="22" y="29"/>
                      <a:pt x="24" y="30"/>
                    </a:cubicBezTo>
                    <a:cubicBezTo>
                      <a:pt x="25" y="31"/>
                      <a:pt x="26" y="32"/>
                      <a:pt x="26" y="34"/>
                    </a:cubicBezTo>
                    <a:cubicBezTo>
                      <a:pt x="26" y="36"/>
                      <a:pt x="25" y="37"/>
                      <a:pt x="23" y="38"/>
                    </a:cubicBezTo>
                    <a:cubicBezTo>
                      <a:pt x="22" y="39"/>
                      <a:pt x="20" y="39"/>
                      <a:pt x="19" y="41"/>
                    </a:cubicBezTo>
                    <a:cubicBezTo>
                      <a:pt x="18" y="43"/>
                      <a:pt x="19" y="45"/>
                      <a:pt x="19" y="46"/>
                    </a:cubicBezTo>
                    <a:cubicBezTo>
                      <a:pt x="19" y="48"/>
                      <a:pt x="19" y="50"/>
                      <a:pt x="18" y="52"/>
                    </a:cubicBezTo>
                    <a:cubicBezTo>
                      <a:pt x="17" y="53"/>
                      <a:pt x="16" y="54"/>
                      <a:pt x="15" y="54"/>
                    </a:cubicBezTo>
                    <a:cubicBezTo>
                      <a:pt x="14" y="55"/>
                      <a:pt x="12" y="55"/>
                      <a:pt x="11" y="54"/>
                    </a:cubicBezTo>
                    <a:cubicBezTo>
                      <a:pt x="10" y="53"/>
                      <a:pt x="11" y="52"/>
                      <a:pt x="10" y="51"/>
                    </a:cubicBezTo>
                    <a:cubicBezTo>
                      <a:pt x="10" y="50"/>
                      <a:pt x="10" y="50"/>
                      <a:pt x="10" y="49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6"/>
                    </a:cubicBezTo>
                    <a:cubicBezTo>
                      <a:pt x="10" y="46"/>
                      <a:pt x="10" y="45"/>
                      <a:pt x="10" y="44"/>
                    </a:cubicBezTo>
                    <a:cubicBezTo>
                      <a:pt x="10" y="44"/>
                      <a:pt x="10" y="43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8" y="42"/>
                      <a:pt x="8" y="42"/>
                      <a:pt x="8" y="43"/>
                    </a:cubicBezTo>
                    <a:cubicBezTo>
                      <a:pt x="8" y="43"/>
                      <a:pt x="7" y="43"/>
                      <a:pt x="7" y="44"/>
                    </a:cubicBezTo>
                    <a:cubicBezTo>
                      <a:pt x="7" y="44"/>
                      <a:pt x="7" y="45"/>
                      <a:pt x="7" y="45"/>
                    </a:cubicBezTo>
                    <a:cubicBezTo>
                      <a:pt x="7" y="46"/>
                      <a:pt x="6" y="46"/>
                      <a:pt x="6" y="47"/>
                    </a:cubicBezTo>
                    <a:cubicBezTo>
                      <a:pt x="6" y="47"/>
                      <a:pt x="6" y="49"/>
                      <a:pt x="5" y="49"/>
                    </a:cubicBezTo>
                    <a:cubicBezTo>
                      <a:pt x="5" y="49"/>
                      <a:pt x="4" y="49"/>
                      <a:pt x="4" y="49"/>
                    </a:cubicBezTo>
                    <a:cubicBezTo>
                      <a:pt x="3" y="48"/>
                      <a:pt x="3" y="47"/>
                      <a:pt x="2" y="47"/>
                    </a:cubicBezTo>
                    <a:cubicBezTo>
                      <a:pt x="2" y="46"/>
                      <a:pt x="1" y="46"/>
                      <a:pt x="1" y="46"/>
                    </a:cubicBezTo>
                    <a:cubicBezTo>
                      <a:pt x="0" y="44"/>
                      <a:pt x="0" y="43"/>
                      <a:pt x="0" y="41"/>
                    </a:cubicBezTo>
                    <a:cubicBezTo>
                      <a:pt x="0" y="40"/>
                      <a:pt x="0" y="39"/>
                      <a:pt x="0" y="38"/>
                    </a:cubicBezTo>
                    <a:cubicBezTo>
                      <a:pt x="0" y="37"/>
                      <a:pt x="0" y="37"/>
                      <a:pt x="0" y="36"/>
                    </a:cubicBezTo>
                    <a:cubicBezTo>
                      <a:pt x="1" y="36"/>
                      <a:pt x="1" y="35"/>
                      <a:pt x="1" y="35"/>
                    </a:cubicBezTo>
                    <a:cubicBezTo>
                      <a:pt x="2" y="34"/>
                      <a:pt x="2" y="34"/>
                      <a:pt x="3" y="34"/>
                    </a:cubicBezTo>
                    <a:cubicBezTo>
                      <a:pt x="5" y="33"/>
                      <a:pt x="7" y="33"/>
                      <a:pt x="9" y="31"/>
                    </a:cubicBezTo>
                    <a:cubicBezTo>
                      <a:pt x="10" y="30"/>
                      <a:pt x="11" y="28"/>
                      <a:pt x="12" y="27"/>
                    </a:cubicBezTo>
                    <a:cubicBezTo>
                      <a:pt x="13" y="25"/>
                      <a:pt x="13" y="24"/>
                      <a:pt x="1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2" name="Freeform 3088">
                <a:extLst>
                  <a:ext uri="{FF2B5EF4-FFF2-40B4-BE49-F238E27FC236}">
                    <a16:creationId xmlns:a16="http://schemas.microsoft.com/office/drawing/2014/main" id="{162065B2-36D4-6542-ABC5-6DE053DF5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7"/>
                <a:ext cx="4" cy="13"/>
              </a:xfrm>
              <a:custGeom>
                <a:avLst/>
                <a:gdLst>
                  <a:gd name="T0" fmla="*/ 8 w 10"/>
                  <a:gd name="T1" fmla="*/ 27 h 32"/>
                  <a:gd name="T2" fmla="*/ 6 w 10"/>
                  <a:gd name="T3" fmla="*/ 31 h 32"/>
                  <a:gd name="T4" fmla="*/ 4 w 10"/>
                  <a:gd name="T5" fmla="*/ 31 h 32"/>
                  <a:gd name="T6" fmla="*/ 2 w 10"/>
                  <a:gd name="T7" fmla="*/ 29 h 32"/>
                  <a:gd name="T8" fmla="*/ 1 w 10"/>
                  <a:gd name="T9" fmla="*/ 23 h 32"/>
                  <a:gd name="T10" fmla="*/ 1 w 10"/>
                  <a:gd name="T11" fmla="*/ 15 h 32"/>
                  <a:gd name="T12" fmla="*/ 0 w 10"/>
                  <a:gd name="T13" fmla="*/ 12 h 32"/>
                  <a:gd name="T14" fmla="*/ 0 w 10"/>
                  <a:gd name="T15" fmla="*/ 8 h 32"/>
                  <a:gd name="T16" fmla="*/ 0 w 10"/>
                  <a:gd name="T17" fmla="*/ 5 h 32"/>
                  <a:gd name="T18" fmla="*/ 1 w 10"/>
                  <a:gd name="T19" fmla="*/ 3 h 32"/>
                  <a:gd name="T20" fmla="*/ 3 w 10"/>
                  <a:gd name="T21" fmla="*/ 0 h 32"/>
                  <a:gd name="T22" fmla="*/ 6 w 10"/>
                  <a:gd name="T23" fmla="*/ 1 h 32"/>
                  <a:gd name="T24" fmla="*/ 8 w 10"/>
                  <a:gd name="T25" fmla="*/ 4 h 32"/>
                  <a:gd name="T26" fmla="*/ 10 w 10"/>
                  <a:gd name="T27" fmla="*/ 12 h 32"/>
                  <a:gd name="T28" fmla="*/ 10 w 10"/>
                  <a:gd name="T29" fmla="*/ 14 h 32"/>
                  <a:gd name="T30" fmla="*/ 10 w 10"/>
                  <a:gd name="T31" fmla="*/ 20 h 32"/>
                  <a:gd name="T32" fmla="*/ 9 w 10"/>
                  <a:gd name="T33" fmla="*/ 21 h 32"/>
                  <a:gd name="T34" fmla="*/ 9 w 10"/>
                  <a:gd name="T35" fmla="*/ 24 h 32"/>
                  <a:gd name="T36" fmla="*/ 8 w 10"/>
                  <a:gd name="T3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32">
                    <a:moveTo>
                      <a:pt x="8" y="27"/>
                    </a:moveTo>
                    <a:cubicBezTo>
                      <a:pt x="8" y="28"/>
                      <a:pt x="8" y="32"/>
                      <a:pt x="6" y="31"/>
                    </a:cubicBezTo>
                    <a:cubicBezTo>
                      <a:pt x="5" y="31"/>
                      <a:pt x="4" y="31"/>
                      <a:pt x="4" y="31"/>
                    </a:cubicBezTo>
                    <a:cubicBezTo>
                      <a:pt x="3" y="31"/>
                      <a:pt x="3" y="30"/>
                      <a:pt x="2" y="29"/>
                    </a:cubicBezTo>
                    <a:cubicBezTo>
                      <a:pt x="1" y="27"/>
                      <a:pt x="1" y="25"/>
                      <a:pt x="1" y="23"/>
                    </a:cubicBezTo>
                    <a:cubicBezTo>
                      <a:pt x="1" y="20"/>
                      <a:pt x="1" y="18"/>
                      <a:pt x="1" y="15"/>
                    </a:cubicBezTo>
                    <a:cubicBezTo>
                      <a:pt x="1" y="14"/>
                      <a:pt x="1" y="13"/>
                      <a:pt x="0" y="12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4" y="0"/>
                      <a:pt x="6" y="0"/>
                      <a:pt x="6" y="1"/>
                    </a:cubicBezTo>
                    <a:cubicBezTo>
                      <a:pt x="7" y="2"/>
                      <a:pt x="7" y="3"/>
                      <a:pt x="8" y="4"/>
                    </a:cubicBezTo>
                    <a:cubicBezTo>
                      <a:pt x="9" y="7"/>
                      <a:pt x="9" y="10"/>
                      <a:pt x="10" y="12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6"/>
                      <a:pt x="10" y="18"/>
                      <a:pt x="10" y="20"/>
                    </a:cubicBezTo>
                    <a:cubicBezTo>
                      <a:pt x="10" y="20"/>
                      <a:pt x="9" y="21"/>
                      <a:pt x="9" y="21"/>
                    </a:cubicBezTo>
                    <a:cubicBezTo>
                      <a:pt x="9" y="22"/>
                      <a:pt x="9" y="23"/>
                      <a:pt x="9" y="24"/>
                    </a:cubicBezTo>
                    <a:cubicBezTo>
                      <a:pt x="9" y="25"/>
                      <a:pt x="8" y="26"/>
                      <a:pt x="8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3" name="Freeform 3089">
                <a:extLst>
                  <a:ext uri="{FF2B5EF4-FFF2-40B4-BE49-F238E27FC236}">
                    <a16:creationId xmlns:a16="http://schemas.microsoft.com/office/drawing/2014/main" id="{32284711-C85A-D14D-AE5A-F068BDF0E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215"/>
                <a:ext cx="4" cy="17"/>
              </a:xfrm>
              <a:custGeom>
                <a:avLst/>
                <a:gdLst>
                  <a:gd name="T0" fmla="*/ 10 w 11"/>
                  <a:gd name="T1" fmla="*/ 36 h 43"/>
                  <a:gd name="T2" fmla="*/ 11 w 11"/>
                  <a:gd name="T3" fmla="*/ 33 h 43"/>
                  <a:gd name="T4" fmla="*/ 10 w 11"/>
                  <a:gd name="T5" fmla="*/ 28 h 43"/>
                  <a:gd name="T6" fmla="*/ 9 w 11"/>
                  <a:gd name="T7" fmla="*/ 24 h 43"/>
                  <a:gd name="T8" fmla="*/ 8 w 11"/>
                  <a:gd name="T9" fmla="*/ 19 h 43"/>
                  <a:gd name="T10" fmla="*/ 7 w 11"/>
                  <a:gd name="T11" fmla="*/ 15 h 43"/>
                  <a:gd name="T12" fmla="*/ 5 w 11"/>
                  <a:gd name="T13" fmla="*/ 8 h 43"/>
                  <a:gd name="T14" fmla="*/ 5 w 11"/>
                  <a:gd name="T15" fmla="*/ 5 h 43"/>
                  <a:gd name="T16" fmla="*/ 5 w 11"/>
                  <a:gd name="T17" fmla="*/ 3 h 43"/>
                  <a:gd name="T18" fmla="*/ 2 w 11"/>
                  <a:gd name="T19" fmla="*/ 1 h 43"/>
                  <a:gd name="T20" fmla="*/ 0 w 11"/>
                  <a:gd name="T21" fmla="*/ 3 h 43"/>
                  <a:gd name="T22" fmla="*/ 0 w 11"/>
                  <a:gd name="T23" fmla="*/ 9 h 43"/>
                  <a:gd name="T24" fmla="*/ 1 w 11"/>
                  <a:gd name="T25" fmla="*/ 14 h 43"/>
                  <a:gd name="T26" fmla="*/ 1 w 11"/>
                  <a:gd name="T27" fmla="*/ 25 h 43"/>
                  <a:gd name="T28" fmla="*/ 1 w 11"/>
                  <a:gd name="T29" fmla="*/ 32 h 43"/>
                  <a:gd name="T30" fmla="*/ 1 w 11"/>
                  <a:gd name="T31" fmla="*/ 36 h 43"/>
                  <a:gd name="T32" fmla="*/ 2 w 11"/>
                  <a:gd name="T33" fmla="*/ 39 h 43"/>
                  <a:gd name="T34" fmla="*/ 3 w 11"/>
                  <a:gd name="T35" fmla="*/ 42 h 43"/>
                  <a:gd name="T36" fmla="*/ 7 w 11"/>
                  <a:gd name="T37" fmla="*/ 43 h 43"/>
                  <a:gd name="T38" fmla="*/ 9 w 11"/>
                  <a:gd name="T39" fmla="*/ 41 h 43"/>
                  <a:gd name="T40" fmla="*/ 9 w 11"/>
                  <a:gd name="T41" fmla="*/ 39 h 43"/>
                  <a:gd name="T42" fmla="*/ 10 w 11"/>
                  <a:gd name="T43" fmla="*/ 3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43">
                    <a:moveTo>
                      <a:pt x="10" y="36"/>
                    </a:moveTo>
                    <a:cubicBezTo>
                      <a:pt x="10" y="35"/>
                      <a:pt x="11" y="34"/>
                      <a:pt x="11" y="33"/>
                    </a:cubicBezTo>
                    <a:cubicBezTo>
                      <a:pt x="11" y="31"/>
                      <a:pt x="11" y="30"/>
                      <a:pt x="10" y="28"/>
                    </a:cubicBezTo>
                    <a:cubicBezTo>
                      <a:pt x="10" y="27"/>
                      <a:pt x="9" y="25"/>
                      <a:pt x="9" y="24"/>
                    </a:cubicBezTo>
                    <a:cubicBezTo>
                      <a:pt x="9" y="22"/>
                      <a:pt x="9" y="20"/>
                      <a:pt x="8" y="19"/>
                    </a:cubicBezTo>
                    <a:cubicBezTo>
                      <a:pt x="8" y="17"/>
                      <a:pt x="7" y="16"/>
                      <a:pt x="7" y="15"/>
                    </a:cubicBezTo>
                    <a:cubicBezTo>
                      <a:pt x="5" y="13"/>
                      <a:pt x="5" y="11"/>
                      <a:pt x="5" y="8"/>
                    </a:cubicBezTo>
                    <a:cubicBezTo>
                      <a:pt x="5" y="7"/>
                      <a:pt x="5" y="6"/>
                      <a:pt x="5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1" y="11"/>
                      <a:pt x="1" y="12"/>
                      <a:pt x="1" y="14"/>
                    </a:cubicBezTo>
                    <a:cubicBezTo>
                      <a:pt x="2" y="18"/>
                      <a:pt x="1" y="22"/>
                      <a:pt x="1" y="25"/>
                    </a:cubicBezTo>
                    <a:cubicBezTo>
                      <a:pt x="0" y="28"/>
                      <a:pt x="1" y="30"/>
                      <a:pt x="1" y="32"/>
                    </a:cubicBezTo>
                    <a:cubicBezTo>
                      <a:pt x="1" y="34"/>
                      <a:pt x="1" y="35"/>
                      <a:pt x="1" y="36"/>
                    </a:cubicBezTo>
                    <a:cubicBezTo>
                      <a:pt x="1" y="37"/>
                      <a:pt x="1" y="38"/>
                      <a:pt x="2" y="39"/>
                    </a:cubicBezTo>
                    <a:cubicBezTo>
                      <a:pt x="2" y="40"/>
                      <a:pt x="3" y="41"/>
                      <a:pt x="3" y="42"/>
                    </a:cubicBezTo>
                    <a:cubicBezTo>
                      <a:pt x="4" y="43"/>
                      <a:pt x="6" y="43"/>
                      <a:pt x="7" y="43"/>
                    </a:cubicBezTo>
                    <a:cubicBezTo>
                      <a:pt x="8" y="42"/>
                      <a:pt x="8" y="41"/>
                      <a:pt x="9" y="41"/>
                    </a:cubicBezTo>
                    <a:cubicBezTo>
                      <a:pt x="9" y="40"/>
                      <a:pt x="9" y="40"/>
                      <a:pt x="9" y="39"/>
                    </a:cubicBezTo>
                    <a:cubicBezTo>
                      <a:pt x="10" y="38"/>
                      <a:pt x="10" y="37"/>
                      <a:pt x="10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4" name="Freeform 3090">
                <a:extLst>
                  <a:ext uri="{FF2B5EF4-FFF2-40B4-BE49-F238E27FC236}">
                    <a16:creationId xmlns:a16="http://schemas.microsoft.com/office/drawing/2014/main" id="{2FA642CB-841E-8546-AA48-B10D7B041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215"/>
                <a:ext cx="20" cy="35"/>
              </a:xfrm>
              <a:custGeom>
                <a:avLst/>
                <a:gdLst>
                  <a:gd name="T0" fmla="*/ 31 w 50"/>
                  <a:gd name="T1" fmla="*/ 66 h 86"/>
                  <a:gd name="T2" fmla="*/ 31 w 50"/>
                  <a:gd name="T3" fmla="*/ 55 h 86"/>
                  <a:gd name="T4" fmla="*/ 31 w 50"/>
                  <a:gd name="T5" fmla="*/ 53 h 86"/>
                  <a:gd name="T6" fmla="*/ 32 w 50"/>
                  <a:gd name="T7" fmla="*/ 54 h 86"/>
                  <a:gd name="T8" fmla="*/ 34 w 50"/>
                  <a:gd name="T9" fmla="*/ 63 h 86"/>
                  <a:gd name="T10" fmla="*/ 31 w 50"/>
                  <a:gd name="T11" fmla="*/ 72 h 86"/>
                  <a:gd name="T12" fmla="*/ 29 w 50"/>
                  <a:gd name="T13" fmla="*/ 77 h 86"/>
                  <a:gd name="T14" fmla="*/ 32 w 50"/>
                  <a:gd name="T15" fmla="*/ 83 h 86"/>
                  <a:gd name="T16" fmla="*/ 35 w 50"/>
                  <a:gd name="T17" fmla="*/ 85 h 86"/>
                  <a:gd name="T18" fmla="*/ 37 w 50"/>
                  <a:gd name="T19" fmla="*/ 83 h 86"/>
                  <a:gd name="T20" fmla="*/ 40 w 50"/>
                  <a:gd name="T21" fmla="*/ 80 h 86"/>
                  <a:gd name="T22" fmla="*/ 43 w 50"/>
                  <a:gd name="T23" fmla="*/ 75 h 86"/>
                  <a:gd name="T24" fmla="*/ 43 w 50"/>
                  <a:gd name="T25" fmla="*/ 68 h 86"/>
                  <a:gd name="T26" fmla="*/ 42 w 50"/>
                  <a:gd name="T27" fmla="*/ 66 h 86"/>
                  <a:gd name="T28" fmla="*/ 44 w 50"/>
                  <a:gd name="T29" fmla="*/ 66 h 86"/>
                  <a:gd name="T30" fmla="*/ 47 w 50"/>
                  <a:gd name="T31" fmla="*/ 68 h 86"/>
                  <a:gd name="T32" fmla="*/ 49 w 50"/>
                  <a:gd name="T33" fmla="*/ 68 h 86"/>
                  <a:gd name="T34" fmla="*/ 47 w 50"/>
                  <a:gd name="T35" fmla="*/ 63 h 86"/>
                  <a:gd name="T36" fmla="*/ 42 w 50"/>
                  <a:gd name="T37" fmla="*/ 54 h 86"/>
                  <a:gd name="T38" fmla="*/ 41 w 50"/>
                  <a:gd name="T39" fmla="*/ 51 h 86"/>
                  <a:gd name="T40" fmla="*/ 40 w 50"/>
                  <a:gd name="T41" fmla="*/ 49 h 86"/>
                  <a:gd name="T42" fmla="*/ 41 w 50"/>
                  <a:gd name="T43" fmla="*/ 49 h 86"/>
                  <a:gd name="T44" fmla="*/ 44 w 50"/>
                  <a:gd name="T45" fmla="*/ 52 h 86"/>
                  <a:gd name="T46" fmla="*/ 48 w 50"/>
                  <a:gd name="T47" fmla="*/ 54 h 86"/>
                  <a:gd name="T48" fmla="*/ 49 w 50"/>
                  <a:gd name="T49" fmla="*/ 52 h 86"/>
                  <a:gd name="T50" fmla="*/ 46 w 50"/>
                  <a:gd name="T51" fmla="*/ 47 h 86"/>
                  <a:gd name="T52" fmla="*/ 42 w 50"/>
                  <a:gd name="T53" fmla="*/ 42 h 86"/>
                  <a:gd name="T54" fmla="*/ 39 w 50"/>
                  <a:gd name="T55" fmla="*/ 37 h 86"/>
                  <a:gd name="T56" fmla="*/ 41 w 50"/>
                  <a:gd name="T57" fmla="*/ 30 h 86"/>
                  <a:gd name="T58" fmla="*/ 40 w 50"/>
                  <a:gd name="T59" fmla="*/ 25 h 86"/>
                  <a:gd name="T60" fmla="*/ 37 w 50"/>
                  <a:gd name="T61" fmla="*/ 19 h 86"/>
                  <a:gd name="T62" fmla="*/ 31 w 50"/>
                  <a:gd name="T63" fmla="*/ 15 h 86"/>
                  <a:gd name="T64" fmla="*/ 26 w 50"/>
                  <a:gd name="T65" fmla="*/ 20 h 86"/>
                  <a:gd name="T66" fmla="*/ 21 w 50"/>
                  <a:gd name="T67" fmla="*/ 20 h 86"/>
                  <a:gd name="T68" fmla="*/ 23 w 50"/>
                  <a:gd name="T69" fmla="*/ 15 h 86"/>
                  <a:gd name="T70" fmla="*/ 27 w 50"/>
                  <a:gd name="T71" fmla="*/ 8 h 86"/>
                  <a:gd name="T72" fmla="*/ 25 w 50"/>
                  <a:gd name="T73" fmla="*/ 2 h 86"/>
                  <a:gd name="T74" fmla="*/ 19 w 50"/>
                  <a:gd name="T75" fmla="*/ 0 h 86"/>
                  <a:gd name="T76" fmla="*/ 12 w 50"/>
                  <a:gd name="T77" fmla="*/ 0 h 86"/>
                  <a:gd name="T78" fmla="*/ 5 w 50"/>
                  <a:gd name="T79" fmla="*/ 0 h 86"/>
                  <a:gd name="T80" fmla="*/ 1 w 50"/>
                  <a:gd name="T81" fmla="*/ 2 h 86"/>
                  <a:gd name="T82" fmla="*/ 2 w 50"/>
                  <a:gd name="T83" fmla="*/ 9 h 86"/>
                  <a:gd name="T84" fmla="*/ 5 w 50"/>
                  <a:gd name="T85" fmla="*/ 17 h 86"/>
                  <a:gd name="T86" fmla="*/ 6 w 50"/>
                  <a:gd name="T87" fmla="*/ 24 h 86"/>
                  <a:gd name="T88" fmla="*/ 10 w 50"/>
                  <a:gd name="T89" fmla="*/ 38 h 86"/>
                  <a:gd name="T90" fmla="*/ 15 w 50"/>
                  <a:gd name="T91" fmla="*/ 50 h 86"/>
                  <a:gd name="T92" fmla="*/ 18 w 50"/>
                  <a:gd name="T93" fmla="*/ 54 h 86"/>
                  <a:gd name="T94" fmla="*/ 20 w 50"/>
                  <a:gd name="T95" fmla="*/ 57 h 86"/>
                  <a:gd name="T96" fmla="*/ 21 w 50"/>
                  <a:gd name="T97" fmla="*/ 61 h 86"/>
                  <a:gd name="T98" fmla="*/ 22 w 50"/>
                  <a:gd name="T99" fmla="*/ 64 h 86"/>
                  <a:gd name="T100" fmla="*/ 23 w 50"/>
                  <a:gd name="T101" fmla="*/ 65 h 86"/>
                  <a:gd name="T102" fmla="*/ 24 w 50"/>
                  <a:gd name="T103" fmla="*/ 69 h 86"/>
                  <a:gd name="T104" fmla="*/ 27 w 50"/>
                  <a:gd name="T105" fmla="*/ 73 h 86"/>
                  <a:gd name="T106" fmla="*/ 29 w 50"/>
                  <a:gd name="T107" fmla="*/ 71 h 86"/>
                  <a:gd name="T108" fmla="*/ 30 w 50"/>
                  <a:gd name="T109" fmla="*/ 69 h 86"/>
                  <a:gd name="T110" fmla="*/ 31 w 50"/>
                  <a:gd name="T111" fmla="*/ 6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" h="86">
                    <a:moveTo>
                      <a:pt x="31" y="66"/>
                    </a:moveTo>
                    <a:cubicBezTo>
                      <a:pt x="32" y="62"/>
                      <a:pt x="32" y="59"/>
                      <a:pt x="31" y="55"/>
                    </a:cubicBezTo>
                    <a:cubicBezTo>
                      <a:pt x="31" y="55"/>
                      <a:pt x="31" y="53"/>
                      <a:pt x="31" y="53"/>
                    </a:cubicBezTo>
                    <a:cubicBezTo>
                      <a:pt x="31" y="53"/>
                      <a:pt x="32" y="54"/>
                      <a:pt x="32" y="54"/>
                    </a:cubicBezTo>
                    <a:cubicBezTo>
                      <a:pt x="34" y="56"/>
                      <a:pt x="35" y="60"/>
                      <a:pt x="34" y="63"/>
                    </a:cubicBezTo>
                    <a:cubicBezTo>
                      <a:pt x="34" y="66"/>
                      <a:pt x="33" y="69"/>
                      <a:pt x="31" y="72"/>
                    </a:cubicBezTo>
                    <a:cubicBezTo>
                      <a:pt x="30" y="74"/>
                      <a:pt x="28" y="76"/>
                      <a:pt x="29" y="77"/>
                    </a:cubicBezTo>
                    <a:cubicBezTo>
                      <a:pt x="30" y="79"/>
                      <a:pt x="31" y="81"/>
                      <a:pt x="32" y="83"/>
                    </a:cubicBezTo>
                    <a:cubicBezTo>
                      <a:pt x="32" y="84"/>
                      <a:pt x="33" y="86"/>
                      <a:pt x="35" y="85"/>
                    </a:cubicBezTo>
                    <a:cubicBezTo>
                      <a:pt x="36" y="84"/>
                      <a:pt x="36" y="83"/>
                      <a:pt x="37" y="83"/>
                    </a:cubicBezTo>
                    <a:cubicBezTo>
                      <a:pt x="38" y="82"/>
                      <a:pt x="39" y="81"/>
                      <a:pt x="40" y="80"/>
                    </a:cubicBezTo>
                    <a:cubicBezTo>
                      <a:pt x="41" y="78"/>
                      <a:pt x="43" y="77"/>
                      <a:pt x="43" y="75"/>
                    </a:cubicBezTo>
                    <a:cubicBezTo>
                      <a:pt x="44" y="73"/>
                      <a:pt x="43" y="71"/>
                      <a:pt x="43" y="68"/>
                    </a:cubicBezTo>
                    <a:cubicBezTo>
                      <a:pt x="43" y="68"/>
                      <a:pt x="42" y="66"/>
                      <a:pt x="42" y="66"/>
                    </a:cubicBezTo>
                    <a:cubicBezTo>
                      <a:pt x="43" y="65"/>
                      <a:pt x="43" y="66"/>
                      <a:pt x="44" y="66"/>
                    </a:cubicBezTo>
                    <a:cubicBezTo>
                      <a:pt x="45" y="66"/>
                      <a:pt x="46" y="67"/>
                      <a:pt x="47" y="68"/>
                    </a:cubicBezTo>
                    <a:cubicBezTo>
                      <a:pt x="47" y="68"/>
                      <a:pt x="48" y="69"/>
                      <a:pt x="49" y="68"/>
                    </a:cubicBezTo>
                    <a:cubicBezTo>
                      <a:pt x="50" y="68"/>
                      <a:pt x="47" y="63"/>
                      <a:pt x="47" y="63"/>
                    </a:cubicBezTo>
                    <a:cubicBezTo>
                      <a:pt x="45" y="60"/>
                      <a:pt x="43" y="57"/>
                      <a:pt x="42" y="54"/>
                    </a:cubicBezTo>
                    <a:cubicBezTo>
                      <a:pt x="42" y="53"/>
                      <a:pt x="41" y="52"/>
                      <a:pt x="41" y="51"/>
                    </a:cubicBezTo>
                    <a:cubicBezTo>
                      <a:pt x="40" y="50"/>
                      <a:pt x="40" y="49"/>
                      <a:pt x="40" y="49"/>
                    </a:cubicBezTo>
                    <a:cubicBezTo>
                      <a:pt x="40" y="48"/>
                      <a:pt x="41" y="49"/>
                      <a:pt x="41" y="49"/>
                    </a:cubicBezTo>
                    <a:cubicBezTo>
                      <a:pt x="42" y="50"/>
                      <a:pt x="43" y="51"/>
                      <a:pt x="44" y="52"/>
                    </a:cubicBezTo>
                    <a:cubicBezTo>
                      <a:pt x="45" y="53"/>
                      <a:pt x="46" y="54"/>
                      <a:pt x="48" y="54"/>
                    </a:cubicBezTo>
                    <a:cubicBezTo>
                      <a:pt x="49" y="54"/>
                      <a:pt x="49" y="53"/>
                      <a:pt x="49" y="52"/>
                    </a:cubicBezTo>
                    <a:cubicBezTo>
                      <a:pt x="48" y="50"/>
                      <a:pt x="47" y="48"/>
                      <a:pt x="46" y="47"/>
                    </a:cubicBezTo>
                    <a:cubicBezTo>
                      <a:pt x="45" y="45"/>
                      <a:pt x="44" y="44"/>
                      <a:pt x="42" y="42"/>
                    </a:cubicBezTo>
                    <a:cubicBezTo>
                      <a:pt x="41" y="41"/>
                      <a:pt x="39" y="39"/>
                      <a:pt x="39" y="37"/>
                    </a:cubicBezTo>
                    <a:cubicBezTo>
                      <a:pt x="40" y="35"/>
                      <a:pt x="41" y="33"/>
                      <a:pt x="41" y="30"/>
                    </a:cubicBezTo>
                    <a:cubicBezTo>
                      <a:pt x="41" y="29"/>
                      <a:pt x="41" y="27"/>
                      <a:pt x="40" y="25"/>
                    </a:cubicBezTo>
                    <a:cubicBezTo>
                      <a:pt x="39" y="23"/>
                      <a:pt x="38" y="21"/>
                      <a:pt x="37" y="19"/>
                    </a:cubicBezTo>
                    <a:cubicBezTo>
                      <a:pt x="36" y="17"/>
                      <a:pt x="34" y="15"/>
                      <a:pt x="31" y="15"/>
                    </a:cubicBezTo>
                    <a:cubicBezTo>
                      <a:pt x="29" y="16"/>
                      <a:pt x="28" y="19"/>
                      <a:pt x="26" y="20"/>
                    </a:cubicBezTo>
                    <a:cubicBezTo>
                      <a:pt x="24" y="21"/>
                      <a:pt x="22" y="22"/>
                      <a:pt x="21" y="20"/>
                    </a:cubicBezTo>
                    <a:cubicBezTo>
                      <a:pt x="20" y="18"/>
                      <a:pt x="22" y="16"/>
                      <a:pt x="23" y="15"/>
                    </a:cubicBezTo>
                    <a:cubicBezTo>
                      <a:pt x="24" y="12"/>
                      <a:pt x="26" y="10"/>
                      <a:pt x="27" y="8"/>
                    </a:cubicBezTo>
                    <a:cubicBezTo>
                      <a:pt x="27" y="6"/>
                      <a:pt x="27" y="4"/>
                      <a:pt x="25" y="2"/>
                    </a:cubicBezTo>
                    <a:cubicBezTo>
                      <a:pt x="24" y="1"/>
                      <a:pt x="21" y="1"/>
                      <a:pt x="19" y="0"/>
                    </a:cubicBezTo>
                    <a:cubicBezTo>
                      <a:pt x="17" y="0"/>
                      <a:pt x="14" y="0"/>
                      <a:pt x="12" y="0"/>
                    </a:cubicBezTo>
                    <a:cubicBezTo>
                      <a:pt x="10" y="0"/>
                      <a:pt x="8" y="0"/>
                      <a:pt x="5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5"/>
                      <a:pt x="1" y="7"/>
                      <a:pt x="2" y="9"/>
                    </a:cubicBezTo>
                    <a:cubicBezTo>
                      <a:pt x="3" y="12"/>
                      <a:pt x="5" y="14"/>
                      <a:pt x="5" y="17"/>
                    </a:cubicBezTo>
                    <a:cubicBezTo>
                      <a:pt x="6" y="19"/>
                      <a:pt x="6" y="21"/>
                      <a:pt x="6" y="24"/>
                    </a:cubicBezTo>
                    <a:cubicBezTo>
                      <a:pt x="6" y="29"/>
                      <a:pt x="8" y="33"/>
                      <a:pt x="10" y="38"/>
                    </a:cubicBezTo>
                    <a:cubicBezTo>
                      <a:pt x="12" y="42"/>
                      <a:pt x="13" y="46"/>
                      <a:pt x="15" y="50"/>
                    </a:cubicBezTo>
                    <a:cubicBezTo>
                      <a:pt x="16" y="51"/>
                      <a:pt x="17" y="52"/>
                      <a:pt x="18" y="54"/>
                    </a:cubicBezTo>
                    <a:cubicBezTo>
                      <a:pt x="19" y="55"/>
                      <a:pt x="19" y="56"/>
                      <a:pt x="20" y="57"/>
                    </a:cubicBezTo>
                    <a:cubicBezTo>
                      <a:pt x="20" y="59"/>
                      <a:pt x="21" y="60"/>
                      <a:pt x="21" y="61"/>
                    </a:cubicBezTo>
                    <a:cubicBezTo>
                      <a:pt x="22" y="62"/>
                      <a:pt x="22" y="63"/>
                      <a:pt x="22" y="64"/>
                    </a:cubicBezTo>
                    <a:cubicBezTo>
                      <a:pt x="22" y="64"/>
                      <a:pt x="23" y="65"/>
                      <a:pt x="23" y="65"/>
                    </a:cubicBezTo>
                    <a:cubicBezTo>
                      <a:pt x="23" y="67"/>
                      <a:pt x="24" y="68"/>
                      <a:pt x="24" y="69"/>
                    </a:cubicBezTo>
                    <a:cubicBezTo>
                      <a:pt x="25" y="70"/>
                      <a:pt x="25" y="73"/>
                      <a:pt x="27" y="73"/>
                    </a:cubicBezTo>
                    <a:cubicBezTo>
                      <a:pt x="28" y="73"/>
                      <a:pt x="28" y="72"/>
                      <a:pt x="29" y="71"/>
                    </a:cubicBezTo>
                    <a:cubicBezTo>
                      <a:pt x="29" y="70"/>
                      <a:pt x="30" y="70"/>
                      <a:pt x="30" y="69"/>
                    </a:cubicBezTo>
                    <a:cubicBezTo>
                      <a:pt x="31" y="68"/>
                      <a:pt x="31" y="67"/>
                      <a:pt x="31" y="6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5" name="Freeform 3091">
                <a:extLst>
                  <a:ext uri="{FF2B5EF4-FFF2-40B4-BE49-F238E27FC236}">
                    <a16:creationId xmlns:a16="http://schemas.microsoft.com/office/drawing/2014/main" id="{404DF186-39F7-2243-9FF6-4011C20C7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215"/>
                <a:ext cx="21" cy="46"/>
              </a:xfrm>
              <a:custGeom>
                <a:avLst/>
                <a:gdLst>
                  <a:gd name="T0" fmla="*/ 47 w 52"/>
                  <a:gd name="T1" fmla="*/ 63 h 112"/>
                  <a:gd name="T2" fmla="*/ 45 w 52"/>
                  <a:gd name="T3" fmla="*/ 63 h 112"/>
                  <a:gd name="T4" fmla="*/ 45 w 52"/>
                  <a:gd name="T5" fmla="*/ 56 h 112"/>
                  <a:gd name="T6" fmla="*/ 42 w 52"/>
                  <a:gd name="T7" fmla="*/ 47 h 112"/>
                  <a:gd name="T8" fmla="*/ 40 w 52"/>
                  <a:gd name="T9" fmla="*/ 43 h 112"/>
                  <a:gd name="T10" fmla="*/ 37 w 52"/>
                  <a:gd name="T11" fmla="*/ 41 h 112"/>
                  <a:gd name="T12" fmla="*/ 35 w 52"/>
                  <a:gd name="T13" fmla="*/ 38 h 112"/>
                  <a:gd name="T14" fmla="*/ 36 w 52"/>
                  <a:gd name="T15" fmla="*/ 33 h 112"/>
                  <a:gd name="T16" fmla="*/ 35 w 52"/>
                  <a:gd name="T17" fmla="*/ 28 h 112"/>
                  <a:gd name="T18" fmla="*/ 35 w 52"/>
                  <a:gd name="T19" fmla="*/ 22 h 112"/>
                  <a:gd name="T20" fmla="*/ 34 w 52"/>
                  <a:gd name="T21" fmla="*/ 18 h 112"/>
                  <a:gd name="T22" fmla="*/ 35 w 52"/>
                  <a:gd name="T23" fmla="*/ 16 h 112"/>
                  <a:gd name="T24" fmla="*/ 31 w 52"/>
                  <a:gd name="T25" fmla="*/ 10 h 112"/>
                  <a:gd name="T26" fmla="*/ 28 w 52"/>
                  <a:gd name="T27" fmla="*/ 5 h 112"/>
                  <a:gd name="T28" fmla="*/ 17 w 52"/>
                  <a:gd name="T29" fmla="*/ 2 h 112"/>
                  <a:gd name="T30" fmla="*/ 15 w 52"/>
                  <a:gd name="T31" fmla="*/ 14 h 112"/>
                  <a:gd name="T32" fmla="*/ 5 w 52"/>
                  <a:gd name="T33" fmla="*/ 23 h 112"/>
                  <a:gd name="T34" fmla="*/ 6 w 52"/>
                  <a:gd name="T35" fmla="*/ 40 h 112"/>
                  <a:gd name="T36" fmla="*/ 16 w 52"/>
                  <a:gd name="T37" fmla="*/ 49 h 112"/>
                  <a:gd name="T38" fmla="*/ 26 w 52"/>
                  <a:gd name="T39" fmla="*/ 58 h 112"/>
                  <a:gd name="T40" fmla="*/ 31 w 52"/>
                  <a:gd name="T41" fmla="*/ 63 h 112"/>
                  <a:gd name="T42" fmla="*/ 31 w 52"/>
                  <a:gd name="T43" fmla="*/ 75 h 112"/>
                  <a:gd name="T44" fmla="*/ 32 w 52"/>
                  <a:gd name="T45" fmla="*/ 83 h 112"/>
                  <a:gd name="T46" fmla="*/ 30 w 52"/>
                  <a:gd name="T47" fmla="*/ 88 h 112"/>
                  <a:gd name="T48" fmla="*/ 34 w 52"/>
                  <a:gd name="T49" fmla="*/ 93 h 112"/>
                  <a:gd name="T50" fmla="*/ 39 w 52"/>
                  <a:gd name="T51" fmla="*/ 99 h 112"/>
                  <a:gd name="T52" fmla="*/ 42 w 52"/>
                  <a:gd name="T53" fmla="*/ 104 h 112"/>
                  <a:gd name="T54" fmla="*/ 46 w 52"/>
                  <a:gd name="T55" fmla="*/ 109 h 112"/>
                  <a:gd name="T56" fmla="*/ 49 w 52"/>
                  <a:gd name="T57" fmla="*/ 111 h 112"/>
                  <a:gd name="T58" fmla="*/ 51 w 52"/>
                  <a:gd name="T59" fmla="*/ 102 h 112"/>
                  <a:gd name="T60" fmla="*/ 52 w 52"/>
                  <a:gd name="T61" fmla="*/ 90 h 112"/>
                  <a:gd name="T62" fmla="*/ 52 w 52"/>
                  <a:gd name="T63" fmla="*/ 83 h 112"/>
                  <a:gd name="T64" fmla="*/ 51 w 52"/>
                  <a:gd name="T65" fmla="*/ 70 h 112"/>
                  <a:gd name="T66" fmla="*/ 49 w 52"/>
                  <a:gd name="T67" fmla="*/ 64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2" h="112">
                    <a:moveTo>
                      <a:pt x="48" y="63"/>
                    </a:move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6" y="63"/>
                    </a:cubicBezTo>
                    <a:cubicBezTo>
                      <a:pt x="46" y="63"/>
                      <a:pt x="46" y="63"/>
                      <a:pt x="45" y="63"/>
                    </a:cubicBezTo>
                    <a:cubicBezTo>
                      <a:pt x="44" y="62"/>
                      <a:pt x="44" y="61"/>
                      <a:pt x="45" y="60"/>
                    </a:cubicBezTo>
                    <a:cubicBezTo>
                      <a:pt x="45" y="59"/>
                      <a:pt x="45" y="58"/>
                      <a:pt x="45" y="56"/>
                    </a:cubicBezTo>
                    <a:cubicBezTo>
                      <a:pt x="46" y="54"/>
                      <a:pt x="44" y="51"/>
                      <a:pt x="43" y="49"/>
                    </a:cubicBezTo>
                    <a:cubicBezTo>
                      <a:pt x="43" y="49"/>
                      <a:pt x="42" y="48"/>
                      <a:pt x="42" y="47"/>
                    </a:cubicBezTo>
                    <a:cubicBezTo>
                      <a:pt x="42" y="47"/>
                      <a:pt x="42" y="46"/>
                      <a:pt x="42" y="45"/>
                    </a:cubicBezTo>
                    <a:cubicBezTo>
                      <a:pt x="41" y="44"/>
                      <a:pt x="41" y="43"/>
                      <a:pt x="40" y="43"/>
                    </a:cubicBezTo>
                    <a:cubicBezTo>
                      <a:pt x="40" y="42"/>
                      <a:pt x="39" y="42"/>
                      <a:pt x="38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1"/>
                      <a:pt x="36" y="41"/>
                      <a:pt x="36" y="40"/>
                    </a:cubicBezTo>
                    <a:cubicBezTo>
                      <a:pt x="35" y="39"/>
                      <a:pt x="35" y="39"/>
                      <a:pt x="35" y="38"/>
                    </a:cubicBezTo>
                    <a:cubicBezTo>
                      <a:pt x="35" y="37"/>
                      <a:pt x="36" y="37"/>
                      <a:pt x="36" y="36"/>
                    </a:cubicBezTo>
                    <a:cubicBezTo>
                      <a:pt x="36" y="35"/>
                      <a:pt x="36" y="34"/>
                      <a:pt x="36" y="33"/>
                    </a:cubicBezTo>
                    <a:cubicBezTo>
                      <a:pt x="36" y="32"/>
                      <a:pt x="36" y="31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5" y="27"/>
                      <a:pt x="35" y="26"/>
                      <a:pt x="35" y="24"/>
                    </a:cubicBezTo>
                    <a:cubicBezTo>
                      <a:pt x="35" y="24"/>
                      <a:pt x="35" y="23"/>
                      <a:pt x="35" y="22"/>
                    </a:cubicBezTo>
                    <a:cubicBezTo>
                      <a:pt x="35" y="21"/>
                      <a:pt x="34" y="20"/>
                      <a:pt x="34" y="19"/>
                    </a:cubicBezTo>
                    <a:cubicBezTo>
                      <a:pt x="34" y="19"/>
                      <a:pt x="34" y="18"/>
                      <a:pt x="34" y="18"/>
                    </a:cubicBezTo>
                    <a:cubicBezTo>
                      <a:pt x="35" y="18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5"/>
                      <a:pt x="34" y="14"/>
                      <a:pt x="33" y="13"/>
                    </a:cubicBezTo>
                    <a:cubicBezTo>
                      <a:pt x="32" y="12"/>
                      <a:pt x="32" y="11"/>
                      <a:pt x="31" y="10"/>
                    </a:cubicBezTo>
                    <a:cubicBezTo>
                      <a:pt x="31" y="9"/>
                      <a:pt x="30" y="8"/>
                      <a:pt x="29" y="7"/>
                    </a:cubicBezTo>
                    <a:cubicBezTo>
                      <a:pt x="29" y="7"/>
                      <a:pt x="28" y="6"/>
                      <a:pt x="28" y="5"/>
                    </a:cubicBezTo>
                    <a:cubicBezTo>
                      <a:pt x="27" y="3"/>
                      <a:pt x="25" y="1"/>
                      <a:pt x="23" y="0"/>
                    </a:cubicBezTo>
                    <a:cubicBezTo>
                      <a:pt x="21" y="0"/>
                      <a:pt x="19" y="0"/>
                      <a:pt x="17" y="2"/>
                    </a:cubicBezTo>
                    <a:cubicBezTo>
                      <a:pt x="15" y="3"/>
                      <a:pt x="15" y="6"/>
                      <a:pt x="15" y="8"/>
                    </a:cubicBezTo>
                    <a:cubicBezTo>
                      <a:pt x="16" y="10"/>
                      <a:pt x="17" y="13"/>
                      <a:pt x="15" y="14"/>
                    </a:cubicBezTo>
                    <a:cubicBezTo>
                      <a:pt x="13" y="16"/>
                      <a:pt x="10" y="15"/>
                      <a:pt x="8" y="17"/>
                    </a:cubicBezTo>
                    <a:cubicBezTo>
                      <a:pt x="7" y="19"/>
                      <a:pt x="6" y="21"/>
                      <a:pt x="5" y="23"/>
                    </a:cubicBezTo>
                    <a:cubicBezTo>
                      <a:pt x="5" y="24"/>
                      <a:pt x="3" y="25"/>
                      <a:pt x="2" y="27"/>
                    </a:cubicBezTo>
                    <a:cubicBezTo>
                      <a:pt x="0" y="31"/>
                      <a:pt x="4" y="37"/>
                      <a:pt x="6" y="40"/>
                    </a:cubicBezTo>
                    <a:cubicBezTo>
                      <a:pt x="8" y="43"/>
                      <a:pt x="10" y="45"/>
                      <a:pt x="13" y="47"/>
                    </a:cubicBezTo>
                    <a:cubicBezTo>
                      <a:pt x="14" y="47"/>
                      <a:pt x="15" y="48"/>
                      <a:pt x="16" y="49"/>
                    </a:cubicBezTo>
                    <a:cubicBezTo>
                      <a:pt x="17" y="50"/>
                      <a:pt x="17" y="51"/>
                      <a:pt x="18" y="52"/>
                    </a:cubicBezTo>
                    <a:cubicBezTo>
                      <a:pt x="21" y="55"/>
                      <a:pt x="23" y="56"/>
                      <a:pt x="26" y="58"/>
                    </a:cubicBezTo>
                    <a:cubicBezTo>
                      <a:pt x="28" y="58"/>
                      <a:pt x="29" y="59"/>
                      <a:pt x="30" y="60"/>
                    </a:cubicBezTo>
                    <a:cubicBezTo>
                      <a:pt x="30" y="61"/>
                      <a:pt x="30" y="62"/>
                      <a:pt x="31" y="63"/>
                    </a:cubicBezTo>
                    <a:cubicBezTo>
                      <a:pt x="31" y="66"/>
                      <a:pt x="31" y="69"/>
                      <a:pt x="31" y="72"/>
                    </a:cubicBezTo>
                    <a:cubicBezTo>
                      <a:pt x="31" y="73"/>
                      <a:pt x="31" y="74"/>
                      <a:pt x="31" y="75"/>
                    </a:cubicBezTo>
                    <a:cubicBezTo>
                      <a:pt x="31" y="76"/>
                      <a:pt x="31" y="77"/>
                      <a:pt x="32" y="78"/>
                    </a:cubicBezTo>
                    <a:cubicBezTo>
                      <a:pt x="33" y="79"/>
                      <a:pt x="34" y="81"/>
                      <a:pt x="32" y="83"/>
                    </a:cubicBezTo>
                    <a:cubicBezTo>
                      <a:pt x="32" y="84"/>
                      <a:pt x="31" y="85"/>
                      <a:pt x="30" y="86"/>
                    </a:cubicBezTo>
                    <a:cubicBezTo>
                      <a:pt x="30" y="87"/>
                      <a:pt x="29" y="87"/>
                      <a:pt x="30" y="88"/>
                    </a:cubicBezTo>
                    <a:cubicBezTo>
                      <a:pt x="30" y="89"/>
                      <a:pt x="31" y="89"/>
                      <a:pt x="31" y="90"/>
                    </a:cubicBezTo>
                    <a:cubicBezTo>
                      <a:pt x="32" y="91"/>
                      <a:pt x="33" y="92"/>
                      <a:pt x="34" y="93"/>
                    </a:cubicBezTo>
                    <a:cubicBezTo>
                      <a:pt x="35" y="94"/>
                      <a:pt x="36" y="96"/>
                      <a:pt x="37" y="97"/>
                    </a:cubicBezTo>
                    <a:cubicBezTo>
                      <a:pt x="38" y="98"/>
                      <a:pt x="38" y="99"/>
                      <a:pt x="39" y="99"/>
                    </a:cubicBezTo>
                    <a:cubicBezTo>
                      <a:pt x="39" y="100"/>
                      <a:pt x="40" y="101"/>
                      <a:pt x="40" y="101"/>
                    </a:cubicBezTo>
                    <a:cubicBezTo>
                      <a:pt x="41" y="102"/>
                      <a:pt x="42" y="103"/>
                      <a:pt x="42" y="104"/>
                    </a:cubicBezTo>
                    <a:cubicBezTo>
                      <a:pt x="42" y="104"/>
                      <a:pt x="43" y="105"/>
                      <a:pt x="43" y="105"/>
                    </a:cubicBezTo>
                    <a:cubicBezTo>
                      <a:pt x="44" y="106"/>
                      <a:pt x="45" y="108"/>
                      <a:pt x="46" y="109"/>
                    </a:cubicBezTo>
                    <a:cubicBezTo>
                      <a:pt x="46" y="110"/>
                      <a:pt x="47" y="110"/>
                      <a:pt x="47" y="111"/>
                    </a:cubicBezTo>
                    <a:cubicBezTo>
                      <a:pt x="48" y="112"/>
                      <a:pt x="48" y="112"/>
                      <a:pt x="49" y="111"/>
                    </a:cubicBezTo>
                    <a:cubicBezTo>
                      <a:pt x="51" y="110"/>
                      <a:pt x="50" y="107"/>
                      <a:pt x="50" y="105"/>
                    </a:cubicBezTo>
                    <a:cubicBezTo>
                      <a:pt x="51" y="104"/>
                      <a:pt x="51" y="103"/>
                      <a:pt x="51" y="102"/>
                    </a:cubicBezTo>
                    <a:cubicBezTo>
                      <a:pt x="51" y="101"/>
                      <a:pt x="51" y="99"/>
                      <a:pt x="52" y="98"/>
                    </a:cubicBezTo>
                    <a:cubicBezTo>
                      <a:pt x="52" y="96"/>
                      <a:pt x="52" y="93"/>
                      <a:pt x="52" y="90"/>
                    </a:cubicBezTo>
                    <a:cubicBezTo>
                      <a:pt x="51" y="89"/>
                      <a:pt x="51" y="88"/>
                      <a:pt x="51" y="86"/>
                    </a:cubicBezTo>
                    <a:cubicBezTo>
                      <a:pt x="51" y="85"/>
                      <a:pt x="51" y="84"/>
                      <a:pt x="52" y="83"/>
                    </a:cubicBezTo>
                    <a:cubicBezTo>
                      <a:pt x="52" y="81"/>
                      <a:pt x="52" y="79"/>
                      <a:pt x="52" y="77"/>
                    </a:cubicBezTo>
                    <a:cubicBezTo>
                      <a:pt x="51" y="74"/>
                      <a:pt x="51" y="72"/>
                      <a:pt x="51" y="70"/>
                    </a:cubicBezTo>
                    <a:cubicBezTo>
                      <a:pt x="50" y="68"/>
                      <a:pt x="50" y="67"/>
                      <a:pt x="49" y="65"/>
                    </a:cubicBezTo>
                    <a:cubicBezTo>
                      <a:pt x="49" y="65"/>
                      <a:pt x="49" y="64"/>
                      <a:pt x="49" y="64"/>
                    </a:cubicBezTo>
                    <a:cubicBezTo>
                      <a:pt x="49" y="63"/>
                      <a:pt x="48" y="63"/>
                      <a:pt x="48" y="6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6" name="Freeform 3092">
                <a:extLst>
                  <a:ext uri="{FF2B5EF4-FFF2-40B4-BE49-F238E27FC236}">
                    <a16:creationId xmlns:a16="http://schemas.microsoft.com/office/drawing/2014/main" id="{079BAC07-8F37-9D4B-9107-425CF3273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580"/>
                <a:ext cx="5" cy="6"/>
              </a:xfrm>
              <a:custGeom>
                <a:avLst/>
                <a:gdLst>
                  <a:gd name="T0" fmla="*/ 2 w 13"/>
                  <a:gd name="T1" fmla="*/ 13 h 13"/>
                  <a:gd name="T2" fmla="*/ 0 w 13"/>
                  <a:gd name="T3" fmla="*/ 10 h 13"/>
                  <a:gd name="T4" fmla="*/ 1 w 13"/>
                  <a:gd name="T5" fmla="*/ 7 h 13"/>
                  <a:gd name="T6" fmla="*/ 6 w 13"/>
                  <a:gd name="T7" fmla="*/ 6 h 13"/>
                  <a:gd name="T8" fmla="*/ 10 w 13"/>
                  <a:gd name="T9" fmla="*/ 0 h 13"/>
                  <a:gd name="T10" fmla="*/ 11 w 13"/>
                  <a:gd name="T11" fmla="*/ 2 h 13"/>
                  <a:gd name="T12" fmla="*/ 12 w 13"/>
                  <a:gd name="T13" fmla="*/ 5 h 13"/>
                  <a:gd name="T14" fmla="*/ 11 w 13"/>
                  <a:gd name="T15" fmla="*/ 11 h 13"/>
                  <a:gd name="T16" fmla="*/ 2 w 13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2" y="13"/>
                    </a:moveTo>
                    <a:cubicBezTo>
                      <a:pt x="1" y="12"/>
                      <a:pt x="1" y="11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3" y="6"/>
                      <a:pt x="4" y="7"/>
                      <a:pt x="6" y="6"/>
                    </a:cubicBezTo>
                    <a:cubicBezTo>
                      <a:pt x="7" y="4"/>
                      <a:pt x="7" y="1"/>
                      <a:pt x="10" y="0"/>
                    </a:cubicBezTo>
                    <a:cubicBezTo>
                      <a:pt x="11" y="0"/>
                      <a:pt x="11" y="2"/>
                      <a:pt x="11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3" y="8"/>
                      <a:pt x="13" y="10"/>
                      <a:pt x="11" y="11"/>
                    </a:cubicBezTo>
                    <a:cubicBezTo>
                      <a:pt x="9" y="13"/>
                      <a:pt x="5" y="13"/>
                      <a:pt x="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7" name="Freeform 3093">
                <a:extLst>
                  <a:ext uri="{FF2B5EF4-FFF2-40B4-BE49-F238E27FC236}">
                    <a16:creationId xmlns:a16="http://schemas.microsoft.com/office/drawing/2014/main" id="{8E4A7971-8AF3-0E4F-B0E9-CCCA27ABC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578"/>
                <a:ext cx="11" cy="11"/>
              </a:xfrm>
              <a:custGeom>
                <a:avLst/>
                <a:gdLst>
                  <a:gd name="T0" fmla="*/ 21 w 26"/>
                  <a:gd name="T1" fmla="*/ 21 h 26"/>
                  <a:gd name="T2" fmla="*/ 17 w 26"/>
                  <a:gd name="T3" fmla="*/ 22 h 26"/>
                  <a:gd name="T4" fmla="*/ 15 w 26"/>
                  <a:gd name="T5" fmla="*/ 25 h 26"/>
                  <a:gd name="T6" fmla="*/ 10 w 26"/>
                  <a:gd name="T7" fmla="*/ 20 h 26"/>
                  <a:gd name="T8" fmla="*/ 6 w 26"/>
                  <a:gd name="T9" fmla="*/ 19 h 26"/>
                  <a:gd name="T10" fmla="*/ 4 w 26"/>
                  <a:gd name="T11" fmla="*/ 16 h 26"/>
                  <a:gd name="T12" fmla="*/ 1 w 26"/>
                  <a:gd name="T13" fmla="*/ 9 h 26"/>
                  <a:gd name="T14" fmla="*/ 7 w 26"/>
                  <a:gd name="T15" fmla="*/ 0 h 26"/>
                  <a:gd name="T16" fmla="*/ 12 w 26"/>
                  <a:gd name="T17" fmla="*/ 2 h 26"/>
                  <a:gd name="T18" fmla="*/ 18 w 26"/>
                  <a:gd name="T19" fmla="*/ 1 h 26"/>
                  <a:gd name="T20" fmla="*/ 22 w 26"/>
                  <a:gd name="T21" fmla="*/ 0 h 26"/>
                  <a:gd name="T22" fmla="*/ 25 w 26"/>
                  <a:gd name="T23" fmla="*/ 1 h 26"/>
                  <a:gd name="T24" fmla="*/ 26 w 26"/>
                  <a:gd name="T25" fmla="*/ 6 h 26"/>
                  <a:gd name="T26" fmla="*/ 21 w 26"/>
                  <a:gd name="T27" fmla="*/ 9 h 26"/>
                  <a:gd name="T28" fmla="*/ 16 w 26"/>
                  <a:gd name="T29" fmla="*/ 9 h 26"/>
                  <a:gd name="T30" fmla="*/ 19 w 26"/>
                  <a:gd name="T31" fmla="*/ 15 h 26"/>
                  <a:gd name="T32" fmla="*/ 22 w 26"/>
                  <a:gd name="T33" fmla="*/ 16 h 26"/>
                  <a:gd name="T34" fmla="*/ 22 w 26"/>
                  <a:gd name="T35" fmla="*/ 18 h 26"/>
                  <a:gd name="T36" fmla="*/ 21 w 26"/>
                  <a:gd name="T37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6">
                    <a:moveTo>
                      <a:pt x="21" y="21"/>
                    </a:moveTo>
                    <a:cubicBezTo>
                      <a:pt x="19" y="21"/>
                      <a:pt x="18" y="21"/>
                      <a:pt x="17" y="22"/>
                    </a:cubicBezTo>
                    <a:cubicBezTo>
                      <a:pt x="16" y="23"/>
                      <a:pt x="17" y="24"/>
                      <a:pt x="15" y="25"/>
                    </a:cubicBezTo>
                    <a:cubicBezTo>
                      <a:pt x="12" y="26"/>
                      <a:pt x="11" y="23"/>
                      <a:pt x="10" y="20"/>
                    </a:cubicBezTo>
                    <a:cubicBezTo>
                      <a:pt x="8" y="19"/>
                      <a:pt x="8" y="19"/>
                      <a:pt x="6" y="19"/>
                    </a:cubicBezTo>
                    <a:cubicBezTo>
                      <a:pt x="4" y="19"/>
                      <a:pt x="4" y="17"/>
                      <a:pt x="4" y="16"/>
                    </a:cubicBezTo>
                    <a:cubicBezTo>
                      <a:pt x="3" y="14"/>
                      <a:pt x="1" y="12"/>
                      <a:pt x="1" y="9"/>
                    </a:cubicBezTo>
                    <a:cubicBezTo>
                      <a:pt x="0" y="6"/>
                      <a:pt x="3" y="0"/>
                      <a:pt x="7" y="0"/>
                    </a:cubicBezTo>
                    <a:cubicBezTo>
                      <a:pt x="9" y="1"/>
                      <a:pt x="10" y="2"/>
                      <a:pt x="12" y="2"/>
                    </a:cubicBezTo>
                    <a:cubicBezTo>
                      <a:pt x="15" y="2"/>
                      <a:pt x="16" y="2"/>
                      <a:pt x="18" y="1"/>
                    </a:cubicBezTo>
                    <a:cubicBezTo>
                      <a:pt x="19" y="0"/>
                      <a:pt x="21" y="0"/>
                      <a:pt x="22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6" y="3"/>
                      <a:pt x="26" y="5"/>
                      <a:pt x="26" y="6"/>
                    </a:cubicBezTo>
                    <a:cubicBezTo>
                      <a:pt x="25" y="8"/>
                      <a:pt x="23" y="8"/>
                      <a:pt x="21" y="9"/>
                    </a:cubicBezTo>
                    <a:cubicBezTo>
                      <a:pt x="20" y="9"/>
                      <a:pt x="17" y="8"/>
                      <a:pt x="16" y="9"/>
                    </a:cubicBezTo>
                    <a:cubicBezTo>
                      <a:pt x="14" y="11"/>
                      <a:pt x="17" y="14"/>
                      <a:pt x="19" y="15"/>
                    </a:cubicBezTo>
                    <a:cubicBezTo>
                      <a:pt x="20" y="15"/>
                      <a:pt x="21" y="15"/>
                      <a:pt x="22" y="16"/>
                    </a:cubicBezTo>
                    <a:cubicBezTo>
                      <a:pt x="23" y="16"/>
                      <a:pt x="22" y="17"/>
                      <a:pt x="22" y="18"/>
                    </a:cubicBezTo>
                    <a:cubicBezTo>
                      <a:pt x="22" y="20"/>
                      <a:pt x="22" y="20"/>
                      <a:pt x="21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8" name="Freeform 3094">
                <a:extLst>
                  <a:ext uri="{FF2B5EF4-FFF2-40B4-BE49-F238E27FC236}">
                    <a16:creationId xmlns:a16="http://schemas.microsoft.com/office/drawing/2014/main" id="{84E3942E-DAF2-1443-B714-7F0FA2788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567"/>
                <a:ext cx="5" cy="4"/>
              </a:xfrm>
              <a:custGeom>
                <a:avLst/>
                <a:gdLst>
                  <a:gd name="T0" fmla="*/ 5 w 12"/>
                  <a:gd name="T1" fmla="*/ 1 h 12"/>
                  <a:gd name="T2" fmla="*/ 8 w 12"/>
                  <a:gd name="T3" fmla="*/ 1 h 12"/>
                  <a:gd name="T4" fmla="*/ 11 w 12"/>
                  <a:gd name="T5" fmla="*/ 1 h 12"/>
                  <a:gd name="T6" fmla="*/ 12 w 12"/>
                  <a:gd name="T7" fmla="*/ 4 h 12"/>
                  <a:gd name="T8" fmla="*/ 12 w 12"/>
                  <a:gd name="T9" fmla="*/ 8 h 12"/>
                  <a:gd name="T10" fmla="*/ 11 w 12"/>
                  <a:gd name="T11" fmla="*/ 11 h 12"/>
                  <a:gd name="T12" fmla="*/ 6 w 12"/>
                  <a:gd name="T13" fmla="*/ 11 h 12"/>
                  <a:gd name="T14" fmla="*/ 2 w 12"/>
                  <a:gd name="T15" fmla="*/ 10 h 12"/>
                  <a:gd name="T16" fmla="*/ 0 w 12"/>
                  <a:gd name="T17" fmla="*/ 4 h 12"/>
                  <a:gd name="T18" fmla="*/ 1 w 12"/>
                  <a:gd name="T19" fmla="*/ 1 h 12"/>
                  <a:gd name="T20" fmla="*/ 5 w 12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5" y="1"/>
                    </a:moveTo>
                    <a:cubicBezTo>
                      <a:pt x="6" y="0"/>
                      <a:pt x="7" y="1"/>
                      <a:pt x="8" y="1"/>
                    </a:cubicBezTo>
                    <a:cubicBezTo>
                      <a:pt x="9" y="1"/>
                      <a:pt x="10" y="0"/>
                      <a:pt x="11" y="1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5"/>
                      <a:pt x="12" y="7"/>
                      <a:pt x="12" y="8"/>
                    </a:cubicBezTo>
                    <a:cubicBezTo>
                      <a:pt x="12" y="9"/>
                      <a:pt x="12" y="10"/>
                      <a:pt x="11" y="11"/>
                    </a:cubicBezTo>
                    <a:cubicBezTo>
                      <a:pt x="10" y="12"/>
                      <a:pt x="7" y="11"/>
                      <a:pt x="6" y="11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9" name="Freeform 3095">
                <a:extLst>
                  <a:ext uri="{FF2B5EF4-FFF2-40B4-BE49-F238E27FC236}">
                    <a16:creationId xmlns:a16="http://schemas.microsoft.com/office/drawing/2014/main" id="{53AA28C8-0B01-9641-8D29-E74FFA49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567"/>
                <a:ext cx="4" cy="4"/>
              </a:xfrm>
              <a:custGeom>
                <a:avLst/>
                <a:gdLst>
                  <a:gd name="T0" fmla="*/ 9 w 11"/>
                  <a:gd name="T1" fmla="*/ 0 h 10"/>
                  <a:gd name="T2" fmla="*/ 11 w 11"/>
                  <a:gd name="T3" fmla="*/ 3 h 10"/>
                  <a:gd name="T4" fmla="*/ 9 w 11"/>
                  <a:gd name="T5" fmla="*/ 5 h 10"/>
                  <a:gd name="T6" fmla="*/ 9 w 11"/>
                  <a:gd name="T7" fmla="*/ 8 h 10"/>
                  <a:gd name="T8" fmla="*/ 8 w 11"/>
                  <a:gd name="T9" fmla="*/ 9 h 10"/>
                  <a:gd name="T10" fmla="*/ 6 w 11"/>
                  <a:gd name="T11" fmla="*/ 9 h 10"/>
                  <a:gd name="T12" fmla="*/ 4 w 11"/>
                  <a:gd name="T13" fmla="*/ 10 h 10"/>
                  <a:gd name="T14" fmla="*/ 1 w 11"/>
                  <a:gd name="T15" fmla="*/ 9 h 10"/>
                  <a:gd name="T16" fmla="*/ 0 w 11"/>
                  <a:gd name="T17" fmla="*/ 7 h 10"/>
                  <a:gd name="T18" fmla="*/ 2 w 11"/>
                  <a:gd name="T19" fmla="*/ 6 h 10"/>
                  <a:gd name="T20" fmla="*/ 3 w 11"/>
                  <a:gd name="T21" fmla="*/ 3 h 10"/>
                  <a:gd name="T22" fmla="*/ 4 w 11"/>
                  <a:gd name="T23" fmla="*/ 1 h 10"/>
                  <a:gd name="T24" fmla="*/ 5 w 11"/>
                  <a:gd name="T25" fmla="*/ 0 h 10"/>
                  <a:gd name="T26" fmla="*/ 9 w 11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9" y="0"/>
                    </a:moveTo>
                    <a:cubicBezTo>
                      <a:pt x="10" y="1"/>
                      <a:pt x="11" y="2"/>
                      <a:pt x="11" y="3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3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0" name="Freeform 3096">
                <a:extLst>
                  <a:ext uri="{FF2B5EF4-FFF2-40B4-BE49-F238E27FC236}">
                    <a16:creationId xmlns:a16="http://schemas.microsoft.com/office/drawing/2014/main" id="{98A96682-C7F3-D246-A26B-45286E35B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62"/>
                <a:ext cx="5" cy="3"/>
              </a:xfrm>
              <a:custGeom>
                <a:avLst/>
                <a:gdLst>
                  <a:gd name="T0" fmla="*/ 5 w 12"/>
                  <a:gd name="T1" fmla="*/ 9 h 9"/>
                  <a:gd name="T2" fmla="*/ 4 w 12"/>
                  <a:gd name="T3" fmla="*/ 9 h 9"/>
                  <a:gd name="T4" fmla="*/ 3 w 12"/>
                  <a:gd name="T5" fmla="*/ 8 h 9"/>
                  <a:gd name="T6" fmla="*/ 1 w 12"/>
                  <a:gd name="T7" fmla="*/ 7 h 9"/>
                  <a:gd name="T8" fmla="*/ 1 w 12"/>
                  <a:gd name="T9" fmla="*/ 4 h 9"/>
                  <a:gd name="T10" fmla="*/ 3 w 12"/>
                  <a:gd name="T11" fmla="*/ 2 h 9"/>
                  <a:gd name="T12" fmla="*/ 5 w 12"/>
                  <a:gd name="T13" fmla="*/ 0 h 9"/>
                  <a:gd name="T14" fmla="*/ 11 w 12"/>
                  <a:gd name="T15" fmla="*/ 2 h 9"/>
                  <a:gd name="T16" fmla="*/ 12 w 12"/>
                  <a:gd name="T17" fmla="*/ 5 h 9"/>
                  <a:gd name="T18" fmla="*/ 11 w 12"/>
                  <a:gd name="T19" fmla="*/ 7 h 9"/>
                  <a:gd name="T20" fmla="*/ 8 w 12"/>
                  <a:gd name="T21" fmla="*/ 8 h 9"/>
                  <a:gd name="T22" fmla="*/ 6 w 12"/>
                  <a:gd name="T23" fmla="*/ 9 h 9"/>
                  <a:gd name="T24" fmla="*/ 6 w 12"/>
                  <a:gd name="T25" fmla="*/ 9 h 9"/>
                  <a:gd name="T26" fmla="*/ 5 w 12"/>
                  <a:gd name="T2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9">
                    <a:moveTo>
                      <a:pt x="5" y="9"/>
                    </a:moveTo>
                    <a:cubicBezTo>
                      <a:pt x="5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7" y="0"/>
                      <a:pt x="10" y="0"/>
                      <a:pt x="11" y="2"/>
                    </a:cubicBezTo>
                    <a:cubicBezTo>
                      <a:pt x="12" y="3"/>
                      <a:pt x="12" y="3"/>
                      <a:pt x="12" y="5"/>
                    </a:cubicBezTo>
                    <a:cubicBezTo>
                      <a:pt x="12" y="6"/>
                      <a:pt x="12" y="7"/>
                      <a:pt x="11" y="7"/>
                    </a:cubicBezTo>
                    <a:cubicBezTo>
                      <a:pt x="10" y="7"/>
                      <a:pt x="9" y="8"/>
                      <a:pt x="8" y="8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1" name="Freeform 3097">
                <a:extLst>
                  <a:ext uri="{FF2B5EF4-FFF2-40B4-BE49-F238E27FC236}">
                    <a16:creationId xmlns:a16="http://schemas.microsoft.com/office/drawing/2014/main" id="{3382B1E7-7B58-AC4D-B382-B78A44F8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48"/>
                <a:ext cx="19" cy="9"/>
              </a:xfrm>
              <a:custGeom>
                <a:avLst/>
                <a:gdLst>
                  <a:gd name="T0" fmla="*/ 6 w 48"/>
                  <a:gd name="T1" fmla="*/ 21 h 22"/>
                  <a:gd name="T2" fmla="*/ 2 w 48"/>
                  <a:gd name="T3" fmla="*/ 20 h 22"/>
                  <a:gd name="T4" fmla="*/ 5 w 48"/>
                  <a:gd name="T5" fmla="*/ 15 h 22"/>
                  <a:gd name="T6" fmla="*/ 10 w 48"/>
                  <a:gd name="T7" fmla="*/ 12 h 22"/>
                  <a:gd name="T8" fmla="*/ 15 w 48"/>
                  <a:gd name="T9" fmla="*/ 9 h 22"/>
                  <a:gd name="T10" fmla="*/ 20 w 48"/>
                  <a:gd name="T11" fmla="*/ 7 h 22"/>
                  <a:gd name="T12" fmla="*/ 21 w 48"/>
                  <a:gd name="T13" fmla="*/ 4 h 22"/>
                  <a:gd name="T14" fmla="*/ 22 w 48"/>
                  <a:gd name="T15" fmla="*/ 1 h 22"/>
                  <a:gd name="T16" fmla="*/ 28 w 48"/>
                  <a:gd name="T17" fmla="*/ 0 h 22"/>
                  <a:gd name="T18" fmla="*/ 30 w 48"/>
                  <a:gd name="T19" fmla="*/ 1 h 22"/>
                  <a:gd name="T20" fmla="*/ 28 w 48"/>
                  <a:gd name="T21" fmla="*/ 4 h 22"/>
                  <a:gd name="T22" fmla="*/ 27 w 48"/>
                  <a:gd name="T23" fmla="*/ 7 h 22"/>
                  <a:gd name="T24" fmla="*/ 34 w 48"/>
                  <a:gd name="T25" fmla="*/ 5 h 22"/>
                  <a:gd name="T26" fmla="*/ 39 w 48"/>
                  <a:gd name="T27" fmla="*/ 4 h 22"/>
                  <a:gd name="T28" fmla="*/ 42 w 48"/>
                  <a:gd name="T29" fmla="*/ 4 h 22"/>
                  <a:gd name="T30" fmla="*/ 44 w 48"/>
                  <a:gd name="T31" fmla="*/ 3 h 22"/>
                  <a:gd name="T32" fmla="*/ 48 w 48"/>
                  <a:gd name="T33" fmla="*/ 6 h 22"/>
                  <a:gd name="T34" fmla="*/ 42 w 48"/>
                  <a:gd name="T35" fmla="*/ 8 h 22"/>
                  <a:gd name="T36" fmla="*/ 36 w 48"/>
                  <a:gd name="T37" fmla="*/ 12 h 22"/>
                  <a:gd name="T38" fmla="*/ 31 w 48"/>
                  <a:gd name="T39" fmla="*/ 15 h 22"/>
                  <a:gd name="T40" fmla="*/ 22 w 48"/>
                  <a:gd name="T41" fmla="*/ 13 h 22"/>
                  <a:gd name="T42" fmla="*/ 17 w 48"/>
                  <a:gd name="T43" fmla="*/ 14 h 22"/>
                  <a:gd name="T44" fmla="*/ 13 w 48"/>
                  <a:gd name="T45" fmla="*/ 16 h 22"/>
                  <a:gd name="T46" fmla="*/ 11 w 48"/>
                  <a:gd name="T47" fmla="*/ 17 h 22"/>
                  <a:gd name="T48" fmla="*/ 9 w 48"/>
                  <a:gd name="T49" fmla="*/ 19 h 22"/>
                  <a:gd name="T50" fmla="*/ 6 w 48"/>
                  <a:gd name="T51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22">
                    <a:moveTo>
                      <a:pt x="6" y="21"/>
                    </a:moveTo>
                    <a:cubicBezTo>
                      <a:pt x="5" y="22"/>
                      <a:pt x="3" y="21"/>
                      <a:pt x="2" y="20"/>
                    </a:cubicBezTo>
                    <a:cubicBezTo>
                      <a:pt x="0" y="18"/>
                      <a:pt x="4" y="16"/>
                      <a:pt x="5" y="15"/>
                    </a:cubicBezTo>
                    <a:cubicBezTo>
                      <a:pt x="7" y="14"/>
                      <a:pt x="9" y="14"/>
                      <a:pt x="10" y="12"/>
                    </a:cubicBezTo>
                    <a:cubicBezTo>
                      <a:pt x="11" y="10"/>
                      <a:pt x="13" y="9"/>
                      <a:pt x="15" y="9"/>
                    </a:cubicBezTo>
                    <a:cubicBezTo>
                      <a:pt x="17" y="8"/>
                      <a:pt x="19" y="9"/>
                      <a:pt x="20" y="7"/>
                    </a:cubicBezTo>
                    <a:cubicBezTo>
                      <a:pt x="21" y="6"/>
                      <a:pt x="21" y="5"/>
                      <a:pt x="21" y="4"/>
                    </a:cubicBezTo>
                    <a:cubicBezTo>
                      <a:pt x="21" y="3"/>
                      <a:pt x="22" y="2"/>
                      <a:pt x="22" y="1"/>
                    </a:cubicBezTo>
                    <a:cubicBezTo>
                      <a:pt x="23" y="0"/>
                      <a:pt x="27" y="0"/>
                      <a:pt x="28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0" y="2"/>
                      <a:pt x="28" y="3"/>
                      <a:pt x="28" y="4"/>
                    </a:cubicBezTo>
                    <a:cubicBezTo>
                      <a:pt x="26" y="5"/>
                      <a:pt x="25" y="7"/>
                      <a:pt x="27" y="7"/>
                    </a:cubicBezTo>
                    <a:cubicBezTo>
                      <a:pt x="30" y="8"/>
                      <a:pt x="32" y="7"/>
                      <a:pt x="34" y="5"/>
                    </a:cubicBezTo>
                    <a:cubicBezTo>
                      <a:pt x="35" y="4"/>
                      <a:pt x="37" y="4"/>
                      <a:pt x="39" y="4"/>
                    </a:cubicBezTo>
                    <a:cubicBezTo>
                      <a:pt x="40" y="4"/>
                      <a:pt x="41" y="4"/>
                      <a:pt x="42" y="4"/>
                    </a:cubicBezTo>
                    <a:cubicBezTo>
                      <a:pt x="43" y="3"/>
                      <a:pt x="43" y="3"/>
                      <a:pt x="44" y="3"/>
                    </a:cubicBezTo>
                    <a:cubicBezTo>
                      <a:pt x="46" y="2"/>
                      <a:pt x="48" y="4"/>
                      <a:pt x="48" y="6"/>
                    </a:cubicBezTo>
                    <a:cubicBezTo>
                      <a:pt x="48" y="9"/>
                      <a:pt x="44" y="8"/>
                      <a:pt x="42" y="8"/>
                    </a:cubicBezTo>
                    <a:cubicBezTo>
                      <a:pt x="40" y="8"/>
                      <a:pt x="37" y="9"/>
                      <a:pt x="36" y="12"/>
                    </a:cubicBezTo>
                    <a:cubicBezTo>
                      <a:pt x="34" y="13"/>
                      <a:pt x="33" y="15"/>
                      <a:pt x="31" y="15"/>
                    </a:cubicBezTo>
                    <a:cubicBezTo>
                      <a:pt x="28" y="15"/>
                      <a:pt x="25" y="14"/>
                      <a:pt x="22" y="13"/>
                    </a:cubicBezTo>
                    <a:cubicBezTo>
                      <a:pt x="20" y="13"/>
                      <a:pt x="18" y="13"/>
                      <a:pt x="17" y="14"/>
                    </a:cubicBezTo>
                    <a:cubicBezTo>
                      <a:pt x="15" y="14"/>
                      <a:pt x="15" y="15"/>
                      <a:pt x="13" y="16"/>
                    </a:cubicBezTo>
                    <a:cubicBezTo>
                      <a:pt x="12" y="16"/>
                      <a:pt x="12" y="16"/>
                      <a:pt x="11" y="17"/>
                    </a:cubicBezTo>
                    <a:cubicBezTo>
                      <a:pt x="10" y="18"/>
                      <a:pt x="9" y="18"/>
                      <a:pt x="9" y="19"/>
                    </a:cubicBezTo>
                    <a:cubicBezTo>
                      <a:pt x="8" y="20"/>
                      <a:pt x="7" y="21"/>
                      <a:pt x="6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2" name="Freeform 3098">
                <a:extLst>
                  <a:ext uri="{FF2B5EF4-FFF2-40B4-BE49-F238E27FC236}">
                    <a16:creationId xmlns:a16="http://schemas.microsoft.com/office/drawing/2014/main" id="{2D156E2B-9123-084D-B9E0-FC8E70121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40"/>
                <a:ext cx="5" cy="5"/>
              </a:xfrm>
              <a:custGeom>
                <a:avLst/>
                <a:gdLst>
                  <a:gd name="T0" fmla="*/ 0 w 12"/>
                  <a:gd name="T1" fmla="*/ 6 h 11"/>
                  <a:gd name="T2" fmla="*/ 4 w 12"/>
                  <a:gd name="T3" fmla="*/ 2 h 11"/>
                  <a:gd name="T4" fmla="*/ 7 w 12"/>
                  <a:gd name="T5" fmla="*/ 1 h 11"/>
                  <a:gd name="T6" fmla="*/ 10 w 12"/>
                  <a:gd name="T7" fmla="*/ 1 h 11"/>
                  <a:gd name="T8" fmla="*/ 12 w 12"/>
                  <a:gd name="T9" fmla="*/ 3 h 11"/>
                  <a:gd name="T10" fmla="*/ 9 w 12"/>
                  <a:gd name="T11" fmla="*/ 5 h 11"/>
                  <a:gd name="T12" fmla="*/ 6 w 12"/>
                  <a:gd name="T13" fmla="*/ 8 h 11"/>
                  <a:gd name="T14" fmla="*/ 5 w 12"/>
                  <a:gd name="T15" fmla="*/ 10 h 11"/>
                  <a:gd name="T16" fmla="*/ 2 w 12"/>
                  <a:gd name="T17" fmla="*/ 10 h 11"/>
                  <a:gd name="T18" fmla="*/ 0 w 12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0"/>
                      <a:pt x="10" y="0"/>
                      <a:pt x="10" y="1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4"/>
                      <a:pt x="10" y="5"/>
                      <a:pt x="9" y="5"/>
                    </a:cubicBezTo>
                    <a:cubicBezTo>
                      <a:pt x="8" y="6"/>
                      <a:pt x="7" y="6"/>
                      <a:pt x="6" y="8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9"/>
                      <a:pt x="0" y="8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3" name="Freeform 3099">
                <a:extLst>
                  <a:ext uri="{FF2B5EF4-FFF2-40B4-BE49-F238E27FC236}">
                    <a16:creationId xmlns:a16="http://schemas.microsoft.com/office/drawing/2014/main" id="{5674599C-1AC1-8743-B9D5-D394258B5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551"/>
                <a:ext cx="7" cy="11"/>
              </a:xfrm>
              <a:custGeom>
                <a:avLst/>
                <a:gdLst>
                  <a:gd name="T0" fmla="*/ 11 w 16"/>
                  <a:gd name="T1" fmla="*/ 3 h 29"/>
                  <a:gd name="T2" fmla="*/ 13 w 16"/>
                  <a:gd name="T3" fmla="*/ 1 h 29"/>
                  <a:gd name="T4" fmla="*/ 16 w 16"/>
                  <a:gd name="T5" fmla="*/ 5 h 29"/>
                  <a:gd name="T6" fmla="*/ 14 w 16"/>
                  <a:gd name="T7" fmla="*/ 10 h 29"/>
                  <a:gd name="T8" fmla="*/ 11 w 16"/>
                  <a:gd name="T9" fmla="*/ 16 h 29"/>
                  <a:gd name="T10" fmla="*/ 11 w 16"/>
                  <a:gd name="T11" fmla="*/ 27 h 29"/>
                  <a:gd name="T12" fmla="*/ 6 w 16"/>
                  <a:gd name="T13" fmla="*/ 26 h 29"/>
                  <a:gd name="T14" fmla="*/ 5 w 16"/>
                  <a:gd name="T15" fmla="*/ 21 h 29"/>
                  <a:gd name="T16" fmla="*/ 0 w 16"/>
                  <a:gd name="T17" fmla="*/ 17 h 29"/>
                  <a:gd name="T18" fmla="*/ 3 w 16"/>
                  <a:gd name="T19" fmla="*/ 13 h 29"/>
                  <a:gd name="T20" fmla="*/ 7 w 16"/>
                  <a:gd name="T21" fmla="*/ 13 h 29"/>
                  <a:gd name="T22" fmla="*/ 8 w 16"/>
                  <a:gd name="T23" fmla="*/ 11 h 29"/>
                  <a:gd name="T24" fmla="*/ 10 w 16"/>
                  <a:gd name="T25" fmla="*/ 7 h 29"/>
                  <a:gd name="T26" fmla="*/ 11 w 16"/>
                  <a:gd name="T27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9">
                    <a:moveTo>
                      <a:pt x="11" y="3"/>
                    </a:moveTo>
                    <a:cubicBezTo>
                      <a:pt x="12" y="2"/>
                      <a:pt x="12" y="1"/>
                      <a:pt x="13" y="1"/>
                    </a:cubicBezTo>
                    <a:cubicBezTo>
                      <a:pt x="15" y="0"/>
                      <a:pt x="16" y="3"/>
                      <a:pt x="16" y="5"/>
                    </a:cubicBezTo>
                    <a:cubicBezTo>
                      <a:pt x="16" y="7"/>
                      <a:pt x="16" y="9"/>
                      <a:pt x="14" y="10"/>
                    </a:cubicBezTo>
                    <a:cubicBezTo>
                      <a:pt x="12" y="12"/>
                      <a:pt x="11" y="14"/>
                      <a:pt x="11" y="16"/>
                    </a:cubicBezTo>
                    <a:cubicBezTo>
                      <a:pt x="11" y="20"/>
                      <a:pt x="12" y="24"/>
                      <a:pt x="11" y="27"/>
                    </a:cubicBezTo>
                    <a:cubicBezTo>
                      <a:pt x="9" y="28"/>
                      <a:pt x="7" y="29"/>
                      <a:pt x="6" y="26"/>
                    </a:cubicBezTo>
                    <a:cubicBezTo>
                      <a:pt x="6" y="24"/>
                      <a:pt x="7" y="21"/>
                      <a:pt x="5" y="21"/>
                    </a:cubicBezTo>
                    <a:cubicBezTo>
                      <a:pt x="3" y="20"/>
                      <a:pt x="1" y="19"/>
                      <a:pt x="0" y="17"/>
                    </a:cubicBezTo>
                    <a:cubicBezTo>
                      <a:pt x="0" y="15"/>
                      <a:pt x="1" y="13"/>
                      <a:pt x="3" y="13"/>
                    </a:cubicBezTo>
                    <a:cubicBezTo>
                      <a:pt x="4" y="13"/>
                      <a:pt x="6" y="14"/>
                      <a:pt x="7" y="13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9" y="10"/>
                      <a:pt x="10" y="9"/>
                      <a:pt x="10" y="7"/>
                    </a:cubicBezTo>
                    <a:cubicBezTo>
                      <a:pt x="11" y="6"/>
                      <a:pt x="11" y="4"/>
                      <a:pt x="1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4" name="Freeform 3100">
                <a:extLst>
                  <a:ext uri="{FF2B5EF4-FFF2-40B4-BE49-F238E27FC236}">
                    <a16:creationId xmlns:a16="http://schemas.microsoft.com/office/drawing/2014/main" id="{899552CE-4A91-C746-B66B-652980B24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534"/>
                <a:ext cx="4" cy="6"/>
              </a:xfrm>
              <a:custGeom>
                <a:avLst/>
                <a:gdLst>
                  <a:gd name="T0" fmla="*/ 6 w 11"/>
                  <a:gd name="T1" fmla="*/ 12 h 15"/>
                  <a:gd name="T2" fmla="*/ 4 w 11"/>
                  <a:gd name="T3" fmla="*/ 15 h 15"/>
                  <a:gd name="T4" fmla="*/ 1 w 11"/>
                  <a:gd name="T5" fmla="*/ 14 h 15"/>
                  <a:gd name="T6" fmla="*/ 0 w 11"/>
                  <a:gd name="T7" fmla="*/ 10 h 15"/>
                  <a:gd name="T8" fmla="*/ 1 w 11"/>
                  <a:gd name="T9" fmla="*/ 6 h 15"/>
                  <a:gd name="T10" fmla="*/ 3 w 11"/>
                  <a:gd name="T11" fmla="*/ 3 h 15"/>
                  <a:gd name="T12" fmla="*/ 6 w 11"/>
                  <a:gd name="T13" fmla="*/ 2 h 15"/>
                  <a:gd name="T14" fmla="*/ 6 w 11"/>
                  <a:gd name="T15" fmla="*/ 1 h 15"/>
                  <a:gd name="T16" fmla="*/ 8 w 11"/>
                  <a:gd name="T17" fmla="*/ 0 h 15"/>
                  <a:gd name="T18" fmla="*/ 10 w 11"/>
                  <a:gd name="T19" fmla="*/ 0 h 15"/>
                  <a:gd name="T20" fmla="*/ 11 w 11"/>
                  <a:gd name="T21" fmla="*/ 3 h 15"/>
                  <a:gd name="T22" fmla="*/ 7 w 11"/>
                  <a:gd name="T23" fmla="*/ 6 h 15"/>
                  <a:gd name="T24" fmla="*/ 6 w 11"/>
                  <a:gd name="T25" fmla="*/ 8 h 15"/>
                  <a:gd name="T26" fmla="*/ 6 w 11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6" y="12"/>
                    </a:moveTo>
                    <a:cubicBezTo>
                      <a:pt x="6" y="13"/>
                      <a:pt x="5" y="14"/>
                      <a:pt x="4" y="15"/>
                    </a:cubicBezTo>
                    <a:cubicBezTo>
                      <a:pt x="3" y="15"/>
                      <a:pt x="1" y="15"/>
                      <a:pt x="1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9"/>
                      <a:pt x="1" y="8"/>
                      <a:pt x="1" y="6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0"/>
                      <a:pt x="11" y="2"/>
                      <a:pt x="11" y="3"/>
                    </a:cubicBezTo>
                    <a:cubicBezTo>
                      <a:pt x="10" y="4"/>
                      <a:pt x="8" y="5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9"/>
                      <a:pt x="6" y="11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5" name="Freeform 3101">
                <a:extLst>
                  <a:ext uri="{FF2B5EF4-FFF2-40B4-BE49-F238E27FC236}">
                    <a16:creationId xmlns:a16="http://schemas.microsoft.com/office/drawing/2014/main" id="{7A75309C-37A7-614E-80A2-C3184C51F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536"/>
                <a:ext cx="8" cy="13"/>
              </a:xfrm>
              <a:custGeom>
                <a:avLst/>
                <a:gdLst>
                  <a:gd name="T0" fmla="*/ 14 w 20"/>
                  <a:gd name="T1" fmla="*/ 6 h 33"/>
                  <a:gd name="T2" fmla="*/ 15 w 20"/>
                  <a:gd name="T3" fmla="*/ 3 h 33"/>
                  <a:gd name="T4" fmla="*/ 15 w 20"/>
                  <a:gd name="T5" fmla="*/ 1 h 33"/>
                  <a:gd name="T6" fmla="*/ 12 w 20"/>
                  <a:gd name="T7" fmla="*/ 0 h 33"/>
                  <a:gd name="T8" fmla="*/ 8 w 20"/>
                  <a:gd name="T9" fmla="*/ 4 h 33"/>
                  <a:gd name="T10" fmla="*/ 4 w 20"/>
                  <a:gd name="T11" fmla="*/ 6 h 33"/>
                  <a:gd name="T12" fmla="*/ 1 w 20"/>
                  <a:gd name="T13" fmla="*/ 7 h 33"/>
                  <a:gd name="T14" fmla="*/ 1 w 20"/>
                  <a:gd name="T15" fmla="*/ 13 h 33"/>
                  <a:gd name="T16" fmla="*/ 0 w 20"/>
                  <a:gd name="T17" fmla="*/ 20 h 33"/>
                  <a:gd name="T18" fmla="*/ 3 w 20"/>
                  <a:gd name="T19" fmla="*/ 23 h 33"/>
                  <a:gd name="T20" fmla="*/ 8 w 20"/>
                  <a:gd name="T21" fmla="*/ 23 h 33"/>
                  <a:gd name="T22" fmla="*/ 11 w 20"/>
                  <a:gd name="T23" fmla="*/ 20 h 33"/>
                  <a:gd name="T24" fmla="*/ 13 w 20"/>
                  <a:gd name="T25" fmla="*/ 24 h 33"/>
                  <a:gd name="T26" fmla="*/ 14 w 20"/>
                  <a:gd name="T27" fmla="*/ 28 h 33"/>
                  <a:gd name="T28" fmla="*/ 15 w 20"/>
                  <a:gd name="T29" fmla="*/ 32 h 33"/>
                  <a:gd name="T30" fmla="*/ 19 w 20"/>
                  <a:gd name="T31" fmla="*/ 32 h 33"/>
                  <a:gd name="T32" fmla="*/ 20 w 20"/>
                  <a:gd name="T33" fmla="*/ 27 h 33"/>
                  <a:gd name="T34" fmla="*/ 20 w 20"/>
                  <a:gd name="T35" fmla="*/ 21 h 33"/>
                  <a:gd name="T36" fmla="*/ 19 w 20"/>
                  <a:gd name="T37" fmla="*/ 17 h 33"/>
                  <a:gd name="T38" fmla="*/ 13 w 20"/>
                  <a:gd name="T39" fmla="*/ 15 h 33"/>
                  <a:gd name="T40" fmla="*/ 11 w 20"/>
                  <a:gd name="T41" fmla="*/ 13 h 33"/>
                  <a:gd name="T42" fmla="*/ 11 w 20"/>
                  <a:gd name="T43" fmla="*/ 8 h 33"/>
                  <a:gd name="T44" fmla="*/ 12 w 20"/>
                  <a:gd name="T45" fmla="*/ 7 h 33"/>
                  <a:gd name="T46" fmla="*/ 14 w 20"/>
                  <a:gd name="T4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3">
                    <a:moveTo>
                      <a:pt x="14" y="6"/>
                    </a:moveTo>
                    <a:cubicBezTo>
                      <a:pt x="15" y="5"/>
                      <a:pt x="15" y="4"/>
                      <a:pt x="15" y="3"/>
                    </a:cubicBezTo>
                    <a:cubicBezTo>
                      <a:pt x="15" y="3"/>
                      <a:pt x="15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0" y="1"/>
                      <a:pt x="9" y="3"/>
                      <a:pt x="8" y="4"/>
                    </a:cubicBezTo>
                    <a:cubicBezTo>
                      <a:pt x="7" y="5"/>
                      <a:pt x="6" y="5"/>
                      <a:pt x="4" y="6"/>
                    </a:cubicBezTo>
                    <a:cubicBezTo>
                      <a:pt x="3" y="6"/>
                      <a:pt x="1" y="6"/>
                      <a:pt x="1" y="7"/>
                    </a:cubicBezTo>
                    <a:cubicBezTo>
                      <a:pt x="0" y="9"/>
                      <a:pt x="1" y="11"/>
                      <a:pt x="1" y="13"/>
                    </a:cubicBezTo>
                    <a:cubicBezTo>
                      <a:pt x="1" y="15"/>
                      <a:pt x="0" y="17"/>
                      <a:pt x="0" y="20"/>
                    </a:cubicBezTo>
                    <a:cubicBezTo>
                      <a:pt x="0" y="21"/>
                      <a:pt x="2" y="23"/>
                      <a:pt x="3" y="23"/>
                    </a:cubicBezTo>
                    <a:cubicBezTo>
                      <a:pt x="5" y="24"/>
                      <a:pt x="6" y="24"/>
                      <a:pt x="8" y="23"/>
                    </a:cubicBezTo>
                    <a:cubicBezTo>
                      <a:pt x="9" y="23"/>
                      <a:pt x="10" y="20"/>
                      <a:pt x="11" y="20"/>
                    </a:cubicBezTo>
                    <a:cubicBezTo>
                      <a:pt x="13" y="21"/>
                      <a:pt x="13" y="23"/>
                      <a:pt x="13" y="24"/>
                    </a:cubicBezTo>
                    <a:cubicBezTo>
                      <a:pt x="14" y="25"/>
                      <a:pt x="14" y="27"/>
                      <a:pt x="14" y="28"/>
                    </a:cubicBezTo>
                    <a:cubicBezTo>
                      <a:pt x="14" y="29"/>
                      <a:pt x="14" y="31"/>
                      <a:pt x="15" y="32"/>
                    </a:cubicBezTo>
                    <a:cubicBezTo>
                      <a:pt x="16" y="32"/>
                      <a:pt x="17" y="33"/>
                      <a:pt x="19" y="32"/>
                    </a:cubicBezTo>
                    <a:cubicBezTo>
                      <a:pt x="20" y="31"/>
                      <a:pt x="20" y="29"/>
                      <a:pt x="20" y="27"/>
                    </a:cubicBezTo>
                    <a:cubicBezTo>
                      <a:pt x="20" y="25"/>
                      <a:pt x="20" y="23"/>
                      <a:pt x="20" y="21"/>
                    </a:cubicBezTo>
                    <a:cubicBezTo>
                      <a:pt x="20" y="20"/>
                      <a:pt x="20" y="18"/>
                      <a:pt x="19" y="17"/>
                    </a:cubicBezTo>
                    <a:cubicBezTo>
                      <a:pt x="17" y="16"/>
                      <a:pt x="14" y="16"/>
                      <a:pt x="13" y="15"/>
                    </a:cubicBezTo>
                    <a:cubicBezTo>
                      <a:pt x="12" y="14"/>
                      <a:pt x="11" y="14"/>
                      <a:pt x="11" y="13"/>
                    </a:cubicBezTo>
                    <a:cubicBezTo>
                      <a:pt x="11" y="11"/>
                      <a:pt x="10" y="9"/>
                      <a:pt x="11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3" y="6"/>
                      <a:pt x="14" y="6"/>
                      <a:pt x="1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6" name="Freeform 3102">
                <a:extLst>
                  <a:ext uri="{FF2B5EF4-FFF2-40B4-BE49-F238E27FC236}">
                    <a16:creationId xmlns:a16="http://schemas.microsoft.com/office/drawing/2014/main" id="{7A6A7B7D-7C49-CB48-873E-48C2C09B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551"/>
                <a:ext cx="10" cy="11"/>
              </a:xfrm>
              <a:custGeom>
                <a:avLst/>
                <a:gdLst>
                  <a:gd name="T0" fmla="*/ 8 w 25"/>
                  <a:gd name="T1" fmla="*/ 17 h 26"/>
                  <a:gd name="T2" fmla="*/ 7 w 25"/>
                  <a:gd name="T3" fmla="*/ 17 h 26"/>
                  <a:gd name="T4" fmla="*/ 5 w 25"/>
                  <a:gd name="T5" fmla="*/ 15 h 26"/>
                  <a:gd name="T6" fmla="*/ 4 w 25"/>
                  <a:gd name="T7" fmla="*/ 15 h 26"/>
                  <a:gd name="T8" fmla="*/ 3 w 25"/>
                  <a:gd name="T9" fmla="*/ 13 h 26"/>
                  <a:gd name="T10" fmla="*/ 1 w 25"/>
                  <a:gd name="T11" fmla="*/ 13 h 26"/>
                  <a:gd name="T12" fmla="*/ 0 w 25"/>
                  <a:gd name="T13" fmla="*/ 10 h 26"/>
                  <a:gd name="T14" fmla="*/ 2 w 25"/>
                  <a:gd name="T15" fmla="*/ 2 h 26"/>
                  <a:gd name="T16" fmla="*/ 5 w 25"/>
                  <a:gd name="T17" fmla="*/ 0 h 26"/>
                  <a:gd name="T18" fmla="*/ 9 w 25"/>
                  <a:gd name="T19" fmla="*/ 2 h 26"/>
                  <a:gd name="T20" fmla="*/ 10 w 25"/>
                  <a:gd name="T21" fmla="*/ 6 h 26"/>
                  <a:gd name="T22" fmla="*/ 13 w 25"/>
                  <a:gd name="T23" fmla="*/ 8 h 26"/>
                  <a:gd name="T24" fmla="*/ 17 w 25"/>
                  <a:gd name="T25" fmla="*/ 8 h 26"/>
                  <a:gd name="T26" fmla="*/ 20 w 25"/>
                  <a:gd name="T27" fmla="*/ 10 h 26"/>
                  <a:gd name="T28" fmla="*/ 21 w 25"/>
                  <a:gd name="T29" fmla="*/ 13 h 26"/>
                  <a:gd name="T30" fmla="*/ 24 w 25"/>
                  <a:gd name="T31" fmla="*/ 16 h 26"/>
                  <a:gd name="T32" fmla="*/ 25 w 25"/>
                  <a:gd name="T33" fmla="*/ 21 h 26"/>
                  <a:gd name="T34" fmla="*/ 21 w 25"/>
                  <a:gd name="T35" fmla="*/ 23 h 26"/>
                  <a:gd name="T36" fmla="*/ 18 w 25"/>
                  <a:gd name="T37" fmla="*/ 20 h 26"/>
                  <a:gd name="T38" fmla="*/ 15 w 25"/>
                  <a:gd name="T39" fmla="*/ 21 h 26"/>
                  <a:gd name="T40" fmla="*/ 14 w 25"/>
                  <a:gd name="T41" fmla="*/ 25 h 26"/>
                  <a:gd name="T42" fmla="*/ 11 w 25"/>
                  <a:gd name="T43" fmla="*/ 23 h 26"/>
                  <a:gd name="T44" fmla="*/ 10 w 25"/>
                  <a:gd name="T45" fmla="*/ 20 h 26"/>
                  <a:gd name="T46" fmla="*/ 8 w 25"/>
                  <a:gd name="T4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26">
                    <a:moveTo>
                      <a:pt x="8" y="17"/>
                    </a:moveTo>
                    <a:cubicBezTo>
                      <a:pt x="8" y="17"/>
                      <a:pt x="7" y="18"/>
                      <a:pt x="7" y="17"/>
                    </a:cubicBezTo>
                    <a:cubicBezTo>
                      <a:pt x="6" y="17"/>
                      <a:pt x="6" y="16"/>
                      <a:pt x="5" y="15"/>
                    </a:cubicBezTo>
                    <a:cubicBezTo>
                      <a:pt x="5" y="15"/>
                      <a:pt x="5" y="15"/>
                      <a:pt x="4" y="15"/>
                    </a:cubicBezTo>
                    <a:cubicBezTo>
                      <a:pt x="4" y="14"/>
                      <a:pt x="3" y="14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7"/>
                      <a:pt x="0" y="3"/>
                      <a:pt x="2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0"/>
                      <a:pt x="9" y="1"/>
                      <a:pt x="9" y="2"/>
                    </a:cubicBezTo>
                    <a:cubicBezTo>
                      <a:pt x="10" y="3"/>
                      <a:pt x="10" y="5"/>
                      <a:pt x="10" y="6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5" y="8"/>
                      <a:pt x="16" y="8"/>
                      <a:pt x="17" y="8"/>
                    </a:cubicBezTo>
                    <a:cubicBezTo>
                      <a:pt x="18" y="8"/>
                      <a:pt x="20" y="9"/>
                      <a:pt x="20" y="10"/>
                    </a:cubicBezTo>
                    <a:cubicBezTo>
                      <a:pt x="21" y="11"/>
                      <a:pt x="20" y="12"/>
                      <a:pt x="21" y="13"/>
                    </a:cubicBezTo>
                    <a:cubicBezTo>
                      <a:pt x="22" y="14"/>
                      <a:pt x="24" y="15"/>
                      <a:pt x="24" y="16"/>
                    </a:cubicBezTo>
                    <a:cubicBezTo>
                      <a:pt x="25" y="17"/>
                      <a:pt x="25" y="19"/>
                      <a:pt x="25" y="21"/>
                    </a:cubicBezTo>
                    <a:cubicBezTo>
                      <a:pt x="25" y="23"/>
                      <a:pt x="23" y="23"/>
                      <a:pt x="21" y="23"/>
                    </a:cubicBezTo>
                    <a:cubicBezTo>
                      <a:pt x="19" y="23"/>
                      <a:pt x="19" y="21"/>
                      <a:pt x="18" y="20"/>
                    </a:cubicBezTo>
                    <a:cubicBezTo>
                      <a:pt x="17" y="19"/>
                      <a:pt x="15" y="20"/>
                      <a:pt x="15" y="21"/>
                    </a:cubicBezTo>
                    <a:cubicBezTo>
                      <a:pt x="14" y="22"/>
                      <a:pt x="15" y="24"/>
                      <a:pt x="14" y="25"/>
                    </a:cubicBezTo>
                    <a:cubicBezTo>
                      <a:pt x="13" y="26"/>
                      <a:pt x="12" y="24"/>
                      <a:pt x="11" y="23"/>
                    </a:cubicBezTo>
                    <a:cubicBezTo>
                      <a:pt x="11" y="22"/>
                      <a:pt x="10" y="21"/>
                      <a:pt x="10" y="20"/>
                    </a:cubicBezTo>
                    <a:cubicBezTo>
                      <a:pt x="10" y="19"/>
                      <a:pt x="9" y="18"/>
                      <a:pt x="8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" name="Freeform 3103">
                <a:extLst>
                  <a:ext uri="{FF2B5EF4-FFF2-40B4-BE49-F238E27FC236}">
                    <a16:creationId xmlns:a16="http://schemas.microsoft.com/office/drawing/2014/main" id="{76EB30E0-9A3A-1049-AB20-BCF892832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567"/>
                <a:ext cx="8" cy="7"/>
              </a:xfrm>
              <a:custGeom>
                <a:avLst/>
                <a:gdLst>
                  <a:gd name="T0" fmla="*/ 2 w 21"/>
                  <a:gd name="T1" fmla="*/ 11 h 17"/>
                  <a:gd name="T2" fmla="*/ 0 w 21"/>
                  <a:gd name="T3" fmla="*/ 7 h 17"/>
                  <a:gd name="T4" fmla="*/ 5 w 21"/>
                  <a:gd name="T5" fmla="*/ 6 h 17"/>
                  <a:gd name="T6" fmla="*/ 10 w 21"/>
                  <a:gd name="T7" fmla="*/ 6 h 17"/>
                  <a:gd name="T8" fmla="*/ 12 w 21"/>
                  <a:gd name="T9" fmla="*/ 6 h 17"/>
                  <a:gd name="T10" fmla="*/ 14 w 21"/>
                  <a:gd name="T11" fmla="*/ 4 h 17"/>
                  <a:gd name="T12" fmla="*/ 16 w 21"/>
                  <a:gd name="T13" fmla="*/ 2 h 17"/>
                  <a:gd name="T14" fmla="*/ 17 w 21"/>
                  <a:gd name="T15" fmla="*/ 1 h 17"/>
                  <a:gd name="T16" fmla="*/ 19 w 21"/>
                  <a:gd name="T17" fmla="*/ 2 h 17"/>
                  <a:gd name="T18" fmla="*/ 19 w 21"/>
                  <a:gd name="T19" fmla="*/ 7 h 17"/>
                  <a:gd name="T20" fmla="*/ 17 w 21"/>
                  <a:gd name="T21" fmla="*/ 11 h 17"/>
                  <a:gd name="T22" fmla="*/ 15 w 21"/>
                  <a:gd name="T23" fmla="*/ 16 h 17"/>
                  <a:gd name="T24" fmla="*/ 13 w 21"/>
                  <a:gd name="T25" fmla="*/ 17 h 17"/>
                  <a:gd name="T26" fmla="*/ 9 w 21"/>
                  <a:gd name="T27" fmla="*/ 16 h 17"/>
                  <a:gd name="T28" fmla="*/ 7 w 21"/>
                  <a:gd name="T29" fmla="*/ 14 h 17"/>
                  <a:gd name="T30" fmla="*/ 5 w 21"/>
                  <a:gd name="T31" fmla="*/ 13 h 17"/>
                  <a:gd name="T32" fmla="*/ 4 w 21"/>
                  <a:gd name="T33" fmla="*/ 12 h 17"/>
                  <a:gd name="T34" fmla="*/ 2 w 21"/>
                  <a:gd name="T3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7">
                    <a:moveTo>
                      <a:pt x="2" y="11"/>
                    </a:moveTo>
                    <a:cubicBezTo>
                      <a:pt x="1" y="11"/>
                      <a:pt x="0" y="9"/>
                      <a:pt x="0" y="7"/>
                    </a:cubicBezTo>
                    <a:cubicBezTo>
                      <a:pt x="1" y="5"/>
                      <a:pt x="4" y="5"/>
                      <a:pt x="5" y="6"/>
                    </a:cubicBezTo>
                    <a:cubicBezTo>
                      <a:pt x="7" y="6"/>
                      <a:pt x="8" y="5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2"/>
                      <a:pt x="16" y="2"/>
                    </a:cubicBezTo>
                    <a:cubicBezTo>
                      <a:pt x="16" y="1"/>
                      <a:pt x="17" y="0"/>
                      <a:pt x="17" y="1"/>
                    </a:cubicBezTo>
                    <a:cubicBezTo>
                      <a:pt x="18" y="1"/>
                      <a:pt x="19" y="2"/>
                      <a:pt x="19" y="2"/>
                    </a:cubicBezTo>
                    <a:cubicBezTo>
                      <a:pt x="20" y="4"/>
                      <a:pt x="21" y="6"/>
                      <a:pt x="19" y="7"/>
                    </a:cubicBezTo>
                    <a:cubicBezTo>
                      <a:pt x="18" y="8"/>
                      <a:pt x="17" y="9"/>
                      <a:pt x="17" y="11"/>
                    </a:cubicBezTo>
                    <a:cubicBezTo>
                      <a:pt x="16" y="13"/>
                      <a:pt x="16" y="14"/>
                      <a:pt x="15" y="16"/>
                    </a:cubicBezTo>
                    <a:cubicBezTo>
                      <a:pt x="14" y="16"/>
                      <a:pt x="13" y="17"/>
                      <a:pt x="13" y="17"/>
                    </a:cubicBezTo>
                    <a:cubicBezTo>
                      <a:pt x="11" y="17"/>
                      <a:pt x="10" y="16"/>
                      <a:pt x="9" y="16"/>
                    </a:cubicBezTo>
                    <a:cubicBezTo>
                      <a:pt x="9" y="15"/>
                      <a:pt x="8" y="14"/>
                      <a:pt x="7" y="14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4" y="13"/>
                      <a:pt x="5" y="12"/>
                      <a:pt x="4" y="12"/>
                    </a:cubicBezTo>
                    <a:cubicBezTo>
                      <a:pt x="4" y="11"/>
                      <a:pt x="3" y="11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" name="Freeform 3104">
                <a:extLst>
                  <a:ext uri="{FF2B5EF4-FFF2-40B4-BE49-F238E27FC236}">
                    <a16:creationId xmlns:a16="http://schemas.microsoft.com/office/drawing/2014/main" id="{35BEAAD3-7F10-3445-A3AF-358220BE0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576"/>
                <a:ext cx="18" cy="17"/>
              </a:xfrm>
              <a:custGeom>
                <a:avLst/>
                <a:gdLst>
                  <a:gd name="T0" fmla="*/ 8 w 44"/>
                  <a:gd name="T1" fmla="*/ 29 h 41"/>
                  <a:gd name="T2" fmla="*/ 7 w 44"/>
                  <a:gd name="T3" fmla="*/ 27 h 41"/>
                  <a:gd name="T4" fmla="*/ 4 w 44"/>
                  <a:gd name="T5" fmla="*/ 23 h 41"/>
                  <a:gd name="T6" fmla="*/ 3 w 44"/>
                  <a:gd name="T7" fmla="*/ 17 h 41"/>
                  <a:gd name="T8" fmla="*/ 2 w 44"/>
                  <a:gd name="T9" fmla="*/ 11 h 41"/>
                  <a:gd name="T10" fmla="*/ 0 w 44"/>
                  <a:gd name="T11" fmla="*/ 7 h 41"/>
                  <a:gd name="T12" fmla="*/ 4 w 44"/>
                  <a:gd name="T13" fmla="*/ 2 h 41"/>
                  <a:gd name="T14" fmla="*/ 12 w 44"/>
                  <a:gd name="T15" fmla="*/ 0 h 41"/>
                  <a:gd name="T16" fmla="*/ 19 w 44"/>
                  <a:gd name="T17" fmla="*/ 4 h 41"/>
                  <a:gd name="T18" fmla="*/ 22 w 44"/>
                  <a:gd name="T19" fmla="*/ 11 h 41"/>
                  <a:gd name="T20" fmla="*/ 25 w 44"/>
                  <a:gd name="T21" fmla="*/ 13 h 41"/>
                  <a:gd name="T22" fmla="*/ 27 w 44"/>
                  <a:gd name="T23" fmla="*/ 17 h 41"/>
                  <a:gd name="T24" fmla="*/ 27 w 44"/>
                  <a:gd name="T25" fmla="*/ 26 h 41"/>
                  <a:gd name="T26" fmla="*/ 30 w 44"/>
                  <a:gd name="T27" fmla="*/ 30 h 41"/>
                  <a:gd name="T28" fmla="*/ 33 w 44"/>
                  <a:gd name="T29" fmla="*/ 30 h 41"/>
                  <a:gd name="T30" fmla="*/ 37 w 44"/>
                  <a:gd name="T31" fmla="*/ 30 h 41"/>
                  <a:gd name="T32" fmla="*/ 43 w 44"/>
                  <a:gd name="T33" fmla="*/ 31 h 41"/>
                  <a:gd name="T34" fmla="*/ 41 w 44"/>
                  <a:gd name="T35" fmla="*/ 37 h 41"/>
                  <a:gd name="T36" fmla="*/ 39 w 44"/>
                  <a:gd name="T37" fmla="*/ 39 h 41"/>
                  <a:gd name="T38" fmla="*/ 37 w 44"/>
                  <a:gd name="T39" fmla="*/ 40 h 41"/>
                  <a:gd name="T40" fmla="*/ 34 w 44"/>
                  <a:gd name="T41" fmla="*/ 37 h 41"/>
                  <a:gd name="T42" fmla="*/ 30 w 44"/>
                  <a:gd name="T43" fmla="*/ 34 h 41"/>
                  <a:gd name="T44" fmla="*/ 23 w 44"/>
                  <a:gd name="T45" fmla="*/ 35 h 41"/>
                  <a:gd name="T46" fmla="*/ 20 w 44"/>
                  <a:gd name="T47" fmla="*/ 35 h 41"/>
                  <a:gd name="T48" fmla="*/ 17 w 44"/>
                  <a:gd name="T49" fmla="*/ 37 h 41"/>
                  <a:gd name="T50" fmla="*/ 12 w 44"/>
                  <a:gd name="T51" fmla="*/ 39 h 41"/>
                  <a:gd name="T52" fmla="*/ 8 w 44"/>
                  <a:gd name="T53" fmla="*/ 35 h 41"/>
                  <a:gd name="T54" fmla="*/ 9 w 44"/>
                  <a:gd name="T55" fmla="*/ 33 h 41"/>
                  <a:gd name="T56" fmla="*/ 8 w 44"/>
                  <a:gd name="T5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4" h="41">
                    <a:moveTo>
                      <a:pt x="8" y="29"/>
                    </a:moveTo>
                    <a:cubicBezTo>
                      <a:pt x="8" y="28"/>
                      <a:pt x="8" y="28"/>
                      <a:pt x="7" y="27"/>
                    </a:cubicBezTo>
                    <a:cubicBezTo>
                      <a:pt x="5" y="26"/>
                      <a:pt x="5" y="24"/>
                      <a:pt x="4" y="23"/>
                    </a:cubicBezTo>
                    <a:cubicBezTo>
                      <a:pt x="4" y="21"/>
                      <a:pt x="3" y="19"/>
                      <a:pt x="3" y="17"/>
                    </a:cubicBezTo>
                    <a:cubicBezTo>
                      <a:pt x="3" y="15"/>
                      <a:pt x="3" y="13"/>
                      <a:pt x="2" y="11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6" y="0"/>
                      <a:pt x="10" y="0"/>
                      <a:pt x="12" y="0"/>
                    </a:cubicBezTo>
                    <a:cubicBezTo>
                      <a:pt x="16" y="0"/>
                      <a:pt x="18" y="1"/>
                      <a:pt x="19" y="4"/>
                    </a:cubicBezTo>
                    <a:cubicBezTo>
                      <a:pt x="20" y="7"/>
                      <a:pt x="20" y="10"/>
                      <a:pt x="22" y="11"/>
                    </a:cubicBezTo>
                    <a:cubicBezTo>
                      <a:pt x="23" y="12"/>
                      <a:pt x="24" y="13"/>
                      <a:pt x="25" y="13"/>
                    </a:cubicBezTo>
                    <a:cubicBezTo>
                      <a:pt x="26" y="14"/>
                      <a:pt x="26" y="16"/>
                      <a:pt x="27" y="17"/>
                    </a:cubicBezTo>
                    <a:cubicBezTo>
                      <a:pt x="28" y="20"/>
                      <a:pt x="27" y="23"/>
                      <a:pt x="27" y="26"/>
                    </a:cubicBezTo>
                    <a:cubicBezTo>
                      <a:pt x="27" y="28"/>
                      <a:pt x="27" y="30"/>
                      <a:pt x="30" y="30"/>
                    </a:cubicBezTo>
                    <a:cubicBezTo>
                      <a:pt x="31" y="30"/>
                      <a:pt x="32" y="30"/>
                      <a:pt x="33" y="30"/>
                    </a:cubicBezTo>
                    <a:cubicBezTo>
                      <a:pt x="34" y="30"/>
                      <a:pt x="36" y="30"/>
                      <a:pt x="37" y="30"/>
                    </a:cubicBezTo>
                    <a:cubicBezTo>
                      <a:pt x="38" y="30"/>
                      <a:pt x="41" y="29"/>
                      <a:pt x="43" y="31"/>
                    </a:cubicBezTo>
                    <a:cubicBezTo>
                      <a:pt x="44" y="33"/>
                      <a:pt x="42" y="35"/>
                      <a:pt x="41" y="37"/>
                    </a:cubicBezTo>
                    <a:cubicBezTo>
                      <a:pt x="40" y="38"/>
                      <a:pt x="40" y="38"/>
                      <a:pt x="39" y="39"/>
                    </a:cubicBezTo>
                    <a:cubicBezTo>
                      <a:pt x="38" y="40"/>
                      <a:pt x="38" y="41"/>
                      <a:pt x="37" y="40"/>
                    </a:cubicBezTo>
                    <a:cubicBezTo>
                      <a:pt x="36" y="40"/>
                      <a:pt x="35" y="38"/>
                      <a:pt x="34" y="37"/>
                    </a:cubicBezTo>
                    <a:cubicBezTo>
                      <a:pt x="33" y="36"/>
                      <a:pt x="32" y="34"/>
                      <a:pt x="30" y="34"/>
                    </a:cubicBezTo>
                    <a:cubicBezTo>
                      <a:pt x="28" y="33"/>
                      <a:pt x="25" y="35"/>
                      <a:pt x="23" y="35"/>
                    </a:cubicBezTo>
                    <a:cubicBezTo>
                      <a:pt x="22" y="35"/>
                      <a:pt x="21" y="35"/>
                      <a:pt x="20" y="35"/>
                    </a:cubicBezTo>
                    <a:cubicBezTo>
                      <a:pt x="19" y="35"/>
                      <a:pt x="18" y="36"/>
                      <a:pt x="17" y="37"/>
                    </a:cubicBezTo>
                    <a:cubicBezTo>
                      <a:pt x="16" y="38"/>
                      <a:pt x="13" y="41"/>
                      <a:pt x="12" y="39"/>
                    </a:cubicBezTo>
                    <a:cubicBezTo>
                      <a:pt x="10" y="38"/>
                      <a:pt x="8" y="37"/>
                      <a:pt x="8" y="35"/>
                    </a:cubicBezTo>
                    <a:cubicBezTo>
                      <a:pt x="8" y="34"/>
                      <a:pt x="9" y="34"/>
                      <a:pt x="9" y="33"/>
                    </a:cubicBezTo>
                    <a:cubicBezTo>
                      <a:pt x="9" y="32"/>
                      <a:pt x="9" y="31"/>
                      <a:pt x="8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" name="Freeform 3105">
                <a:extLst>
                  <a:ext uri="{FF2B5EF4-FFF2-40B4-BE49-F238E27FC236}">
                    <a16:creationId xmlns:a16="http://schemas.microsoft.com/office/drawing/2014/main" id="{AAC99F99-F464-B54D-91A8-E876455ED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91"/>
                <a:ext cx="7" cy="3"/>
              </a:xfrm>
              <a:custGeom>
                <a:avLst/>
                <a:gdLst>
                  <a:gd name="T0" fmla="*/ 6 w 16"/>
                  <a:gd name="T1" fmla="*/ 0 h 6"/>
                  <a:gd name="T2" fmla="*/ 7 w 16"/>
                  <a:gd name="T3" fmla="*/ 0 h 6"/>
                  <a:gd name="T4" fmla="*/ 8 w 16"/>
                  <a:gd name="T5" fmla="*/ 0 h 6"/>
                  <a:gd name="T6" fmla="*/ 9 w 16"/>
                  <a:gd name="T7" fmla="*/ 0 h 6"/>
                  <a:gd name="T8" fmla="*/ 10 w 16"/>
                  <a:gd name="T9" fmla="*/ 0 h 6"/>
                  <a:gd name="T10" fmla="*/ 12 w 16"/>
                  <a:gd name="T11" fmla="*/ 2 h 6"/>
                  <a:gd name="T12" fmla="*/ 14 w 16"/>
                  <a:gd name="T13" fmla="*/ 3 h 6"/>
                  <a:gd name="T14" fmla="*/ 13 w 16"/>
                  <a:gd name="T15" fmla="*/ 6 h 6"/>
                  <a:gd name="T16" fmla="*/ 8 w 16"/>
                  <a:gd name="T17" fmla="*/ 6 h 6"/>
                  <a:gd name="T18" fmla="*/ 5 w 16"/>
                  <a:gd name="T19" fmla="*/ 6 h 6"/>
                  <a:gd name="T20" fmla="*/ 2 w 16"/>
                  <a:gd name="T21" fmla="*/ 6 h 6"/>
                  <a:gd name="T22" fmla="*/ 0 w 16"/>
                  <a:gd name="T23" fmla="*/ 4 h 6"/>
                  <a:gd name="T24" fmla="*/ 1 w 16"/>
                  <a:gd name="T25" fmla="*/ 3 h 6"/>
                  <a:gd name="T26" fmla="*/ 2 w 16"/>
                  <a:gd name="T27" fmla="*/ 2 h 6"/>
                  <a:gd name="T28" fmla="*/ 3 w 16"/>
                  <a:gd name="T29" fmla="*/ 1 h 6"/>
                  <a:gd name="T30" fmla="*/ 6 w 16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6">
                    <a:moveTo>
                      <a:pt x="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2" y="1"/>
                      <a:pt x="12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6" y="4"/>
                      <a:pt x="15" y="5"/>
                      <a:pt x="13" y="6"/>
                    </a:cubicBezTo>
                    <a:cubicBezTo>
                      <a:pt x="11" y="6"/>
                      <a:pt x="9" y="6"/>
                      <a:pt x="8" y="6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" name="Freeform 3106">
                <a:extLst>
                  <a:ext uri="{FF2B5EF4-FFF2-40B4-BE49-F238E27FC236}">
                    <a16:creationId xmlns:a16="http://schemas.microsoft.com/office/drawing/2014/main" id="{0134AACE-8365-594D-AEAB-02BB2D5FA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589"/>
                <a:ext cx="10" cy="14"/>
              </a:xfrm>
              <a:custGeom>
                <a:avLst/>
                <a:gdLst>
                  <a:gd name="T0" fmla="*/ 10 w 25"/>
                  <a:gd name="T1" fmla="*/ 32 h 33"/>
                  <a:gd name="T2" fmla="*/ 8 w 25"/>
                  <a:gd name="T3" fmla="*/ 33 h 33"/>
                  <a:gd name="T4" fmla="*/ 4 w 25"/>
                  <a:gd name="T5" fmla="*/ 33 h 33"/>
                  <a:gd name="T6" fmla="*/ 2 w 25"/>
                  <a:gd name="T7" fmla="*/ 29 h 33"/>
                  <a:gd name="T8" fmla="*/ 1 w 25"/>
                  <a:gd name="T9" fmla="*/ 26 h 33"/>
                  <a:gd name="T10" fmla="*/ 2 w 25"/>
                  <a:gd name="T11" fmla="*/ 24 h 33"/>
                  <a:gd name="T12" fmla="*/ 3 w 25"/>
                  <a:gd name="T13" fmla="*/ 22 h 33"/>
                  <a:gd name="T14" fmla="*/ 4 w 25"/>
                  <a:gd name="T15" fmla="*/ 19 h 33"/>
                  <a:gd name="T16" fmla="*/ 2 w 25"/>
                  <a:gd name="T17" fmla="*/ 16 h 33"/>
                  <a:gd name="T18" fmla="*/ 2 w 25"/>
                  <a:gd name="T19" fmla="*/ 13 h 33"/>
                  <a:gd name="T20" fmla="*/ 7 w 25"/>
                  <a:gd name="T21" fmla="*/ 11 h 33"/>
                  <a:gd name="T22" fmla="*/ 10 w 25"/>
                  <a:gd name="T23" fmla="*/ 7 h 33"/>
                  <a:gd name="T24" fmla="*/ 13 w 25"/>
                  <a:gd name="T25" fmla="*/ 3 h 33"/>
                  <a:gd name="T26" fmla="*/ 16 w 25"/>
                  <a:gd name="T27" fmla="*/ 2 h 33"/>
                  <a:gd name="T28" fmla="*/ 19 w 25"/>
                  <a:gd name="T29" fmla="*/ 0 h 33"/>
                  <a:gd name="T30" fmla="*/ 23 w 25"/>
                  <a:gd name="T31" fmla="*/ 0 h 33"/>
                  <a:gd name="T32" fmla="*/ 25 w 25"/>
                  <a:gd name="T33" fmla="*/ 2 h 33"/>
                  <a:gd name="T34" fmla="*/ 24 w 25"/>
                  <a:gd name="T35" fmla="*/ 6 h 33"/>
                  <a:gd name="T36" fmla="*/ 19 w 25"/>
                  <a:gd name="T37" fmla="*/ 10 h 33"/>
                  <a:gd name="T38" fmla="*/ 15 w 25"/>
                  <a:gd name="T39" fmla="*/ 14 h 33"/>
                  <a:gd name="T40" fmla="*/ 13 w 25"/>
                  <a:gd name="T41" fmla="*/ 17 h 33"/>
                  <a:gd name="T42" fmla="*/ 11 w 25"/>
                  <a:gd name="T43" fmla="*/ 21 h 33"/>
                  <a:gd name="T44" fmla="*/ 10 w 25"/>
                  <a:gd name="T45" fmla="*/ 26 h 33"/>
                  <a:gd name="T46" fmla="*/ 10 w 25"/>
                  <a:gd name="T47" fmla="*/ 29 h 33"/>
                  <a:gd name="T48" fmla="*/ 10 w 25"/>
                  <a:gd name="T49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5" h="33">
                    <a:moveTo>
                      <a:pt x="10" y="32"/>
                    </a:moveTo>
                    <a:cubicBezTo>
                      <a:pt x="9" y="33"/>
                      <a:pt x="9" y="33"/>
                      <a:pt x="8" y="33"/>
                    </a:cubicBezTo>
                    <a:cubicBezTo>
                      <a:pt x="7" y="33"/>
                      <a:pt x="6" y="33"/>
                      <a:pt x="4" y="33"/>
                    </a:cubicBezTo>
                    <a:cubicBezTo>
                      <a:pt x="3" y="32"/>
                      <a:pt x="2" y="31"/>
                      <a:pt x="2" y="29"/>
                    </a:cubicBezTo>
                    <a:cubicBezTo>
                      <a:pt x="1" y="28"/>
                      <a:pt x="0" y="27"/>
                      <a:pt x="1" y="26"/>
                    </a:cubicBezTo>
                    <a:cubicBezTo>
                      <a:pt x="1" y="25"/>
                      <a:pt x="2" y="25"/>
                      <a:pt x="2" y="24"/>
                    </a:cubicBezTo>
                    <a:cubicBezTo>
                      <a:pt x="2" y="24"/>
                      <a:pt x="3" y="23"/>
                      <a:pt x="3" y="22"/>
                    </a:cubicBezTo>
                    <a:cubicBezTo>
                      <a:pt x="3" y="21"/>
                      <a:pt x="4" y="20"/>
                      <a:pt x="4" y="19"/>
                    </a:cubicBezTo>
                    <a:cubicBezTo>
                      <a:pt x="5" y="18"/>
                      <a:pt x="3" y="17"/>
                      <a:pt x="2" y="16"/>
                    </a:cubicBezTo>
                    <a:cubicBezTo>
                      <a:pt x="1" y="16"/>
                      <a:pt x="1" y="14"/>
                      <a:pt x="2" y="13"/>
                    </a:cubicBezTo>
                    <a:cubicBezTo>
                      <a:pt x="4" y="12"/>
                      <a:pt x="6" y="12"/>
                      <a:pt x="7" y="11"/>
                    </a:cubicBezTo>
                    <a:cubicBezTo>
                      <a:pt x="9" y="10"/>
                      <a:pt x="9" y="8"/>
                      <a:pt x="10" y="7"/>
                    </a:cubicBezTo>
                    <a:cubicBezTo>
                      <a:pt x="10" y="5"/>
                      <a:pt x="11" y="3"/>
                      <a:pt x="13" y="3"/>
                    </a:cubicBezTo>
                    <a:cubicBezTo>
                      <a:pt x="14" y="2"/>
                      <a:pt x="15" y="3"/>
                      <a:pt x="16" y="2"/>
                    </a:cubicBezTo>
                    <a:cubicBezTo>
                      <a:pt x="17" y="2"/>
                      <a:pt x="18" y="0"/>
                      <a:pt x="19" y="0"/>
                    </a:cubicBezTo>
                    <a:cubicBezTo>
                      <a:pt x="20" y="0"/>
                      <a:pt x="22" y="0"/>
                      <a:pt x="23" y="0"/>
                    </a:cubicBezTo>
                    <a:cubicBezTo>
                      <a:pt x="24" y="0"/>
                      <a:pt x="25" y="0"/>
                      <a:pt x="25" y="2"/>
                    </a:cubicBezTo>
                    <a:cubicBezTo>
                      <a:pt x="25" y="3"/>
                      <a:pt x="25" y="5"/>
                      <a:pt x="24" y="6"/>
                    </a:cubicBezTo>
                    <a:cubicBezTo>
                      <a:pt x="23" y="8"/>
                      <a:pt x="20" y="9"/>
                      <a:pt x="19" y="10"/>
                    </a:cubicBezTo>
                    <a:cubicBezTo>
                      <a:pt x="17" y="11"/>
                      <a:pt x="16" y="13"/>
                      <a:pt x="15" y="14"/>
                    </a:cubicBezTo>
                    <a:cubicBezTo>
                      <a:pt x="15" y="15"/>
                      <a:pt x="14" y="16"/>
                      <a:pt x="13" y="17"/>
                    </a:cubicBezTo>
                    <a:cubicBezTo>
                      <a:pt x="12" y="18"/>
                      <a:pt x="12" y="19"/>
                      <a:pt x="11" y="21"/>
                    </a:cubicBezTo>
                    <a:cubicBezTo>
                      <a:pt x="11" y="23"/>
                      <a:pt x="10" y="24"/>
                      <a:pt x="10" y="26"/>
                    </a:cubicBezTo>
                    <a:cubicBezTo>
                      <a:pt x="10" y="27"/>
                      <a:pt x="10" y="28"/>
                      <a:pt x="10" y="29"/>
                    </a:cubicBezTo>
                    <a:cubicBezTo>
                      <a:pt x="10" y="30"/>
                      <a:pt x="10" y="31"/>
                      <a:pt x="10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" name="Freeform 3107">
                <a:extLst>
                  <a:ext uri="{FF2B5EF4-FFF2-40B4-BE49-F238E27FC236}">
                    <a16:creationId xmlns:a16="http://schemas.microsoft.com/office/drawing/2014/main" id="{E5DC62A4-9C88-4D4B-91DF-C19C02315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54"/>
                <a:ext cx="25" cy="26"/>
              </a:xfrm>
              <a:custGeom>
                <a:avLst/>
                <a:gdLst>
                  <a:gd name="T0" fmla="*/ 37 w 63"/>
                  <a:gd name="T1" fmla="*/ 61 h 64"/>
                  <a:gd name="T2" fmla="*/ 40 w 63"/>
                  <a:gd name="T3" fmla="*/ 61 h 64"/>
                  <a:gd name="T4" fmla="*/ 45 w 63"/>
                  <a:gd name="T5" fmla="*/ 60 h 64"/>
                  <a:gd name="T6" fmla="*/ 51 w 63"/>
                  <a:gd name="T7" fmla="*/ 58 h 64"/>
                  <a:gd name="T8" fmla="*/ 57 w 63"/>
                  <a:gd name="T9" fmla="*/ 56 h 64"/>
                  <a:gd name="T10" fmla="*/ 62 w 63"/>
                  <a:gd name="T11" fmla="*/ 53 h 64"/>
                  <a:gd name="T12" fmla="*/ 61 w 63"/>
                  <a:gd name="T13" fmla="*/ 48 h 64"/>
                  <a:gd name="T14" fmla="*/ 54 w 63"/>
                  <a:gd name="T15" fmla="*/ 48 h 64"/>
                  <a:gd name="T16" fmla="*/ 46 w 63"/>
                  <a:gd name="T17" fmla="*/ 49 h 64"/>
                  <a:gd name="T18" fmla="*/ 40 w 63"/>
                  <a:gd name="T19" fmla="*/ 48 h 64"/>
                  <a:gd name="T20" fmla="*/ 37 w 63"/>
                  <a:gd name="T21" fmla="*/ 44 h 64"/>
                  <a:gd name="T22" fmla="*/ 43 w 63"/>
                  <a:gd name="T23" fmla="*/ 39 h 64"/>
                  <a:gd name="T24" fmla="*/ 51 w 63"/>
                  <a:gd name="T25" fmla="*/ 35 h 64"/>
                  <a:gd name="T26" fmla="*/ 54 w 63"/>
                  <a:gd name="T27" fmla="*/ 29 h 64"/>
                  <a:gd name="T28" fmla="*/ 53 w 63"/>
                  <a:gd name="T29" fmla="*/ 24 h 64"/>
                  <a:gd name="T30" fmla="*/ 49 w 63"/>
                  <a:gd name="T31" fmla="*/ 19 h 64"/>
                  <a:gd name="T32" fmla="*/ 47 w 63"/>
                  <a:gd name="T33" fmla="*/ 13 h 64"/>
                  <a:gd name="T34" fmla="*/ 42 w 63"/>
                  <a:gd name="T35" fmla="*/ 10 h 64"/>
                  <a:gd name="T36" fmla="*/ 38 w 63"/>
                  <a:gd name="T37" fmla="*/ 4 h 64"/>
                  <a:gd name="T38" fmla="*/ 31 w 63"/>
                  <a:gd name="T39" fmla="*/ 0 h 64"/>
                  <a:gd name="T40" fmla="*/ 23 w 63"/>
                  <a:gd name="T41" fmla="*/ 1 h 64"/>
                  <a:gd name="T42" fmla="*/ 15 w 63"/>
                  <a:gd name="T43" fmla="*/ 5 h 64"/>
                  <a:gd name="T44" fmla="*/ 11 w 63"/>
                  <a:gd name="T45" fmla="*/ 9 h 64"/>
                  <a:gd name="T46" fmla="*/ 10 w 63"/>
                  <a:gd name="T47" fmla="*/ 16 h 64"/>
                  <a:gd name="T48" fmla="*/ 10 w 63"/>
                  <a:gd name="T49" fmla="*/ 23 h 64"/>
                  <a:gd name="T50" fmla="*/ 5 w 63"/>
                  <a:gd name="T51" fmla="*/ 26 h 64"/>
                  <a:gd name="T52" fmla="*/ 2 w 63"/>
                  <a:gd name="T53" fmla="*/ 42 h 64"/>
                  <a:gd name="T54" fmla="*/ 5 w 63"/>
                  <a:gd name="T55" fmla="*/ 47 h 64"/>
                  <a:gd name="T56" fmla="*/ 9 w 63"/>
                  <a:gd name="T57" fmla="*/ 46 h 64"/>
                  <a:gd name="T58" fmla="*/ 14 w 63"/>
                  <a:gd name="T59" fmla="*/ 43 h 64"/>
                  <a:gd name="T60" fmla="*/ 13 w 63"/>
                  <a:gd name="T61" fmla="*/ 36 h 64"/>
                  <a:gd name="T62" fmla="*/ 14 w 63"/>
                  <a:gd name="T63" fmla="*/ 34 h 64"/>
                  <a:gd name="T64" fmla="*/ 16 w 63"/>
                  <a:gd name="T65" fmla="*/ 34 h 64"/>
                  <a:gd name="T66" fmla="*/ 22 w 63"/>
                  <a:gd name="T67" fmla="*/ 33 h 64"/>
                  <a:gd name="T68" fmla="*/ 23 w 63"/>
                  <a:gd name="T69" fmla="*/ 27 h 64"/>
                  <a:gd name="T70" fmla="*/ 26 w 63"/>
                  <a:gd name="T71" fmla="*/ 30 h 64"/>
                  <a:gd name="T72" fmla="*/ 24 w 63"/>
                  <a:gd name="T73" fmla="*/ 38 h 64"/>
                  <a:gd name="T74" fmla="*/ 19 w 63"/>
                  <a:gd name="T75" fmla="*/ 42 h 64"/>
                  <a:gd name="T76" fmla="*/ 14 w 63"/>
                  <a:gd name="T77" fmla="*/ 46 h 64"/>
                  <a:gd name="T78" fmla="*/ 15 w 63"/>
                  <a:gd name="T79" fmla="*/ 52 h 64"/>
                  <a:gd name="T80" fmla="*/ 15 w 63"/>
                  <a:gd name="T81" fmla="*/ 56 h 64"/>
                  <a:gd name="T82" fmla="*/ 16 w 63"/>
                  <a:gd name="T83" fmla="*/ 60 h 64"/>
                  <a:gd name="T84" fmla="*/ 18 w 63"/>
                  <a:gd name="T85" fmla="*/ 61 h 64"/>
                  <a:gd name="T86" fmla="*/ 23 w 63"/>
                  <a:gd name="T87" fmla="*/ 62 h 64"/>
                  <a:gd name="T88" fmla="*/ 25 w 63"/>
                  <a:gd name="T89" fmla="*/ 62 h 64"/>
                  <a:gd name="T90" fmla="*/ 27 w 63"/>
                  <a:gd name="T91" fmla="*/ 63 h 64"/>
                  <a:gd name="T92" fmla="*/ 30 w 63"/>
                  <a:gd name="T93" fmla="*/ 64 h 64"/>
                  <a:gd name="T94" fmla="*/ 34 w 63"/>
                  <a:gd name="T95" fmla="*/ 63 h 64"/>
                  <a:gd name="T96" fmla="*/ 37 w 63"/>
                  <a:gd name="T97" fmla="*/ 6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3" h="64">
                    <a:moveTo>
                      <a:pt x="37" y="61"/>
                    </a:moveTo>
                    <a:cubicBezTo>
                      <a:pt x="38" y="61"/>
                      <a:pt x="39" y="61"/>
                      <a:pt x="40" y="61"/>
                    </a:cubicBezTo>
                    <a:cubicBezTo>
                      <a:pt x="42" y="60"/>
                      <a:pt x="43" y="60"/>
                      <a:pt x="45" y="60"/>
                    </a:cubicBezTo>
                    <a:cubicBezTo>
                      <a:pt x="47" y="59"/>
                      <a:pt x="49" y="58"/>
                      <a:pt x="51" y="58"/>
                    </a:cubicBezTo>
                    <a:cubicBezTo>
                      <a:pt x="53" y="58"/>
                      <a:pt x="55" y="57"/>
                      <a:pt x="57" y="56"/>
                    </a:cubicBezTo>
                    <a:cubicBezTo>
                      <a:pt x="59" y="55"/>
                      <a:pt x="61" y="55"/>
                      <a:pt x="62" y="53"/>
                    </a:cubicBezTo>
                    <a:cubicBezTo>
                      <a:pt x="63" y="52"/>
                      <a:pt x="62" y="49"/>
                      <a:pt x="61" y="48"/>
                    </a:cubicBezTo>
                    <a:cubicBezTo>
                      <a:pt x="59" y="47"/>
                      <a:pt x="56" y="48"/>
                      <a:pt x="54" y="48"/>
                    </a:cubicBezTo>
                    <a:cubicBezTo>
                      <a:pt x="51" y="49"/>
                      <a:pt x="49" y="49"/>
                      <a:pt x="46" y="49"/>
                    </a:cubicBezTo>
                    <a:cubicBezTo>
                      <a:pt x="44" y="48"/>
                      <a:pt x="42" y="49"/>
                      <a:pt x="40" y="48"/>
                    </a:cubicBezTo>
                    <a:cubicBezTo>
                      <a:pt x="39" y="47"/>
                      <a:pt x="37" y="46"/>
                      <a:pt x="37" y="44"/>
                    </a:cubicBezTo>
                    <a:cubicBezTo>
                      <a:pt x="37" y="41"/>
                      <a:pt x="41" y="40"/>
                      <a:pt x="43" y="39"/>
                    </a:cubicBezTo>
                    <a:cubicBezTo>
                      <a:pt x="46" y="38"/>
                      <a:pt x="49" y="37"/>
                      <a:pt x="51" y="35"/>
                    </a:cubicBezTo>
                    <a:cubicBezTo>
                      <a:pt x="52" y="33"/>
                      <a:pt x="53" y="31"/>
                      <a:pt x="54" y="29"/>
                    </a:cubicBezTo>
                    <a:cubicBezTo>
                      <a:pt x="54" y="27"/>
                      <a:pt x="55" y="26"/>
                      <a:pt x="53" y="24"/>
                    </a:cubicBezTo>
                    <a:cubicBezTo>
                      <a:pt x="51" y="23"/>
                      <a:pt x="50" y="22"/>
                      <a:pt x="49" y="19"/>
                    </a:cubicBezTo>
                    <a:cubicBezTo>
                      <a:pt x="48" y="17"/>
                      <a:pt x="48" y="15"/>
                      <a:pt x="47" y="13"/>
                    </a:cubicBezTo>
                    <a:cubicBezTo>
                      <a:pt x="45" y="12"/>
                      <a:pt x="43" y="11"/>
                      <a:pt x="42" y="10"/>
                    </a:cubicBezTo>
                    <a:cubicBezTo>
                      <a:pt x="40" y="8"/>
                      <a:pt x="40" y="6"/>
                      <a:pt x="38" y="4"/>
                    </a:cubicBezTo>
                    <a:cubicBezTo>
                      <a:pt x="36" y="2"/>
                      <a:pt x="33" y="0"/>
                      <a:pt x="31" y="0"/>
                    </a:cubicBezTo>
                    <a:cubicBezTo>
                      <a:pt x="28" y="0"/>
                      <a:pt x="25" y="0"/>
                      <a:pt x="23" y="1"/>
                    </a:cubicBezTo>
                    <a:cubicBezTo>
                      <a:pt x="20" y="2"/>
                      <a:pt x="17" y="3"/>
                      <a:pt x="15" y="5"/>
                    </a:cubicBezTo>
                    <a:cubicBezTo>
                      <a:pt x="13" y="6"/>
                      <a:pt x="12" y="7"/>
                      <a:pt x="11" y="9"/>
                    </a:cubicBezTo>
                    <a:cubicBezTo>
                      <a:pt x="9" y="11"/>
                      <a:pt x="10" y="14"/>
                      <a:pt x="10" y="16"/>
                    </a:cubicBezTo>
                    <a:cubicBezTo>
                      <a:pt x="11" y="18"/>
                      <a:pt x="11" y="21"/>
                      <a:pt x="10" y="23"/>
                    </a:cubicBezTo>
                    <a:cubicBezTo>
                      <a:pt x="9" y="25"/>
                      <a:pt x="7" y="25"/>
                      <a:pt x="5" y="26"/>
                    </a:cubicBezTo>
                    <a:cubicBezTo>
                      <a:pt x="0" y="29"/>
                      <a:pt x="1" y="37"/>
                      <a:pt x="2" y="42"/>
                    </a:cubicBezTo>
                    <a:cubicBezTo>
                      <a:pt x="2" y="44"/>
                      <a:pt x="3" y="46"/>
                      <a:pt x="5" y="47"/>
                    </a:cubicBezTo>
                    <a:cubicBezTo>
                      <a:pt x="6" y="47"/>
                      <a:pt x="8" y="46"/>
                      <a:pt x="9" y="46"/>
                    </a:cubicBezTo>
                    <a:cubicBezTo>
                      <a:pt x="11" y="45"/>
                      <a:pt x="13" y="45"/>
                      <a:pt x="14" y="43"/>
                    </a:cubicBezTo>
                    <a:cubicBezTo>
                      <a:pt x="15" y="41"/>
                      <a:pt x="14" y="38"/>
                      <a:pt x="13" y="36"/>
                    </a:cubicBezTo>
                    <a:cubicBezTo>
                      <a:pt x="13" y="36"/>
                      <a:pt x="13" y="34"/>
                      <a:pt x="14" y="34"/>
                    </a:cubicBezTo>
                    <a:cubicBezTo>
                      <a:pt x="14" y="33"/>
                      <a:pt x="16" y="34"/>
                      <a:pt x="16" y="34"/>
                    </a:cubicBezTo>
                    <a:cubicBezTo>
                      <a:pt x="18" y="35"/>
                      <a:pt x="21" y="36"/>
                      <a:pt x="22" y="33"/>
                    </a:cubicBezTo>
                    <a:cubicBezTo>
                      <a:pt x="22" y="31"/>
                      <a:pt x="21" y="28"/>
                      <a:pt x="23" y="27"/>
                    </a:cubicBezTo>
                    <a:cubicBezTo>
                      <a:pt x="25" y="25"/>
                      <a:pt x="26" y="29"/>
                      <a:pt x="26" y="30"/>
                    </a:cubicBezTo>
                    <a:cubicBezTo>
                      <a:pt x="25" y="33"/>
                      <a:pt x="25" y="35"/>
                      <a:pt x="24" y="38"/>
                    </a:cubicBezTo>
                    <a:cubicBezTo>
                      <a:pt x="23" y="40"/>
                      <a:pt x="21" y="41"/>
                      <a:pt x="19" y="42"/>
                    </a:cubicBezTo>
                    <a:cubicBezTo>
                      <a:pt x="17" y="42"/>
                      <a:pt x="15" y="43"/>
                      <a:pt x="14" y="46"/>
                    </a:cubicBezTo>
                    <a:cubicBezTo>
                      <a:pt x="14" y="48"/>
                      <a:pt x="14" y="50"/>
                      <a:pt x="15" y="52"/>
                    </a:cubicBezTo>
                    <a:cubicBezTo>
                      <a:pt x="15" y="54"/>
                      <a:pt x="15" y="55"/>
                      <a:pt x="15" y="56"/>
                    </a:cubicBezTo>
                    <a:cubicBezTo>
                      <a:pt x="16" y="58"/>
                      <a:pt x="16" y="59"/>
                      <a:pt x="16" y="60"/>
                    </a:cubicBezTo>
                    <a:cubicBezTo>
                      <a:pt x="17" y="61"/>
                      <a:pt x="18" y="61"/>
                      <a:pt x="18" y="61"/>
                    </a:cubicBezTo>
                    <a:cubicBezTo>
                      <a:pt x="20" y="61"/>
                      <a:pt x="21" y="62"/>
                      <a:pt x="23" y="62"/>
                    </a:cubicBezTo>
                    <a:cubicBezTo>
                      <a:pt x="23" y="62"/>
                      <a:pt x="24" y="62"/>
                      <a:pt x="25" y="62"/>
                    </a:cubicBezTo>
                    <a:cubicBezTo>
                      <a:pt x="25" y="62"/>
                      <a:pt x="26" y="63"/>
                      <a:pt x="27" y="63"/>
                    </a:cubicBezTo>
                    <a:cubicBezTo>
                      <a:pt x="28" y="63"/>
                      <a:pt x="29" y="64"/>
                      <a:pt x="30" y="64"/>
                    </a:cubicBezTo>
                    <a:cubicBezTo>
                      <a:pt x="32" y="64"/>
                      <a:pt x="32" y="63"/>
                      <a:pt x="34" y="63"/>
                    </a:cubicBezTo>
                    <a:cubicBezTo>
                      <a:pt x="35" y="62"/>
                      <a:pt x="36" y="62"/>
                      <a:pt x="37" y="6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" name="Freeform 3108">
                <a:extLst>
                  <a:ext uri="{FF2B5EF4-FFF2-40B4-BE49-F238E27FC236}">
                    <a16:creationId xmlns:a16="http://schemas.microsoft.com/office/drawing/2014/main" id="{1A4BF6E5-2C80-DF46-8E4E-FB6DCD77B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555"/>
                <a:ext cx="5" cy="5"/>
              </a:xfrm>
              <a:custGeom>
                <a:avLst/>
                <a:gdLst>
                  <a:gd name="T0" fmla="*/ 3 w 12"/>
                  <a:gd name="T1" fmla="*/ 11 h 11"/>
                  <a:gd name="T2" fmla="*/ 1 w 12"/>
                  <a:gd name="T3" fmla="*/ 9 h 11"/>
                  <a:gd name="T4" fmla="*/ 2 w 12"/>
                  <a:gd name="T5" fmla="*/ 4 h 11"/>
                  <a:gd name="T6" fmla="*/ 7 w 12"/>
                  <a:gd name="T7" fmla="*/ 0 h 11"/>
                  <a:gd name="T8" fmla="*/ 10 w 12"/>
                  <a:gd name="T9" fmla="*/ 1 h 11"/>
                  <a:gd name="T10" fmla="*/ 11 w 12"/>
                  <a:gd name="T11" fmla="*/ 3 h 11"/>
                  <a:gd name="T12" fmla="*/ 11 w 12"/>
                  <a:gd name="T13" fmla="*/ 6 h 11"/>
                  <a:gd name="T14" fmla="*/ 8 w 12"/>
                  <a:gd name="T15" fmla="*/ 9 h 11"/>
                  <a:gd name="T16" fmla="*/ 3 w 12"/>
                  <a:gd name="T1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2" y="11"/>
                      <a:pt x="2" y="10"/>
                      <a:pt x="1" y="9"/>
                    </a:cubicBezTo>
                    <a:cubicBezTo>
                      <a:pt x="0" y="8"/>
                      <a:pt x="1" y="5"/>
                      <a:pt x="2" y="4"/>
                    </a:cubicBezTo>
                    <a:cubicBezTo>
                      <a:pt x="3" y="2"/>
                      <a:pt x="5" y="1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7"/>
                      <a:pt x="9" y="8"/>
                      <a:pt x="8" y="9"/>
                    </a:cubicBezTo>
                    <a:cubicBezTo>
                      <a:pt x="6" y="10"/>
                      <a:pt x="5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" name="Freeform 3109">
                <a:extLst>
                  <a:ext uri="{FF2B5EF4-FFF2-40B4-BE49-F238E27FC236}">
                    <a16:creationId xmlns:a16="http://schemas.microsoft.com/office/drawing/2014/main" id="{FEDD8E33-EC5D-A242-9657-9F6B79523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84"/>
                <a:ext cx="4" cy="6"/>
              </a:xfrm>
              <a:custGeom>
                <a:avLst/>
                <a:gdLst>
                  <a:gd name="T0" fmla="*/ 3 w 11"/>
                  <a:gd name="T1" fmla="*/ 12 h 14"/>
                  <a:gd name="T2" fmla="*/ 0 w 11"/>
                  <a:gd name="T3" fmla="*/ 6 h 14"/>
                  <a:gd name="T4" fmla="*/ 0 w 11"/>
                  <a:gd name="T5" fmla="*/ 3 h 14"/>
                  <a:gd name="T6" fmla="*/ 3 w 11"/>
                  <a:gd name="T7" fmla="*/ 2 h 14"/>
                  <a:gd name="T8" fmla="*/ 10 w 11"/>
                  <a:gd name="T9" fmla="*/ 1 h 14"/>
                  <a:gd name="T10" fmla="*/ 10 w 11"/>
                  <a:gd name="T11" fmla="*/ 5 h 14"/>
                  <a:gd name="T12" fmla="*/ 11 w 11"/>
                  <a:gd name="T13" fmla="*/ 10 h 14"/>
                  <a:gd name="T14" fmla="*/ 9 w 11"/>
                  <a:gd name="T15" fmla="*/ 13 h 14"/>
                  <a:gd name="T16" fmla="*/ 6 w 11"/>
                  <a:gd name="T17" fmla="*/ 14 h 14"/>
                  <a:gd name="T18" fmla="*/ 3 w 11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3" y="12"/>
                    </a:moveTo>
                    <a:cubicBezTo>
                      <a:pt x="1" y="10"/>
                      <a:pt x="0" y="8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0" y="2"/>
                      <a:pt x="10" y="4"/>
                      <a:pt x="10" y="5"/>
                    </a:cubicBezTo>
                    <a:cubicBezTo>
                      <a:pt x="11" y="7"/>
                      <a:pt x="11" y="8"/>
                      <a:pt x="11" y="10"/>
                    </a:cubicBezTo>
                    <a:cubicBezTo>
                      <a:pt x="11" y="11"/>
                      <a:pt x="10" y="12"/>
                      <a:pt x="9" y="13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5" y="13"/>
                      <a:pt x="3" y="13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" name="Freeform 3110">
                <a:extLst>
                  <a:ext uri="{FF2B5EF4-FFF2-40B4-BE49-F238E27FC236}">
                    <a16:creationId xmlns:a16="http://schemas.microsoft.com/office/drawing/2014/main" id="{79E120D1-6674-7543-B604-966A59BDA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468"/>
                <a:ext cx="5" cy="5"/>
              </a:xfrm>
              <a:custGeom>
                <a:avLst/>
                <a:gdLst>
                  <a:gd name="T0" fmla="*/ 1 w 11"/>
                  <a:gd name="T1" fmla="*/ 3 h 10"/>
                  <a:gd name="T2" fmla="*/ 5 w 11"/>
                  <a:gd name="T3" fmla="*/ 4 h 10"/>
                  <a:gd name="T4" fmla="*/ 10 w 11"/>
                  <a:gd name="T5" fmla="*/ 7 h 10"/>
                  <a:gd name="T6" fmla="*/ 9 w 11"/>
                  <a:gd name="T7" fmla="*/ 10 h 10"/>
                  <a:gd name="T8" fmla="*/ 1 w 11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3"/>
                    </a:moveTo>
                    <a:cubicBezTo>
                      <a:pt x="1" y="0"/>
                      <a:pt x="4" y="3"/>
                      <a:pt x="5" y="4"/>
                    </a:cubicBezTo>
                    <a:cubicBezTo>
                      <a:pt x="6" y="5"/>
                      <a:pt x="9" y="5"/>
                      <a:pt x="10" y="7"/>
                    </a:cubicBezTo>
                    <a:cubicBezTo>
                      <a:pt x="11" y="8"/>
                      <a:pt x="10" y="10"/>
                      <a:pt x="9" y="10"/>
                    </a:cubicBezTo>
                    <a:cubicBezTo>
                      <a:pt x="5" y="10"/>
                      <a:pt x="0" y="7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" name="Freeform 3111">
                <a:extLst>
                  <a:ext uri="{FF2B5EF4-FFF2-40B4-BE49-F238E27FC236}">
                    <a16:creationId xmlns:a16="http://schemas.microsoft.com/office/drawing/2014/main" id="{B70B41B6-EE45-B544-AD31-09E1574AD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444"/>
                <a:ext cx="21" cy="29"/>
              </a:xfrm>
              <a:custGeom>
                <a:avLst/>
                <a:gdLst>
                  <a:gd name="T0" fmla="*/ 11 w 51"/>
                  <a:gd name="T1" fmla="*/ 31 h 72"/>
                  <a:gd name="T2" fmla="*/ 7 w 51"/>
                  <a:gd name="T3" fmla="*/ 31 h 72"/>
                  <a:gd name="T4" fmla="*/ 1 w 51"/>
                  <a:gd name="T5" fmla="*/ 27 h 72"/>
                  <a:gd name="T6" fmla="*/ 9 w 51"/>
                  <a:gd name="T7" fmla="*/ 24 h 72"/>
                  <a:gd name="T8" fmla="*/ 12 w 51"/>
                  <a:gd name="T9" fmla="*/ 17 h 72"/>
                  <a:gd name="T10" fmla="*/ 15 w 51"/>
                  <a:gd name="T11" fmla="*/ 17 h 72"/>
                  <a:gd name="T12" fmla="*/ 17 w 51"/>
                  <a:gd name="T13" fmla="*/ 20 h 72"/>
                  <a:gd name="T14" fmla="*/ 18 w 51"/>
                  <a:gd name="T15" fmla="*/ 25 h 72"/>
                  <a:gd name="T16" fmla="*/ 22 w 51"/>
                  <a:gd name="T17" fmla="*/ 28 h 72"/>
                  <a:gd name="T18" fmla="*/ 24 w 51"/>
                  <a:gd name="T19" fmla="*/ 30 h 72"/>
                  <a:gd name="T20" fmla="*/ 29 w 51"/>
                  <a:gd name="T21" fmla="*/ 31 h 72"/>
                  <a:gd name="T22" fmla="*/ 31 w 51"/>
                  <a:gd name="T23" fmla="*/ 30 h 72"/>
                  <a:gd name="T24" fmla="*/ 29 w 51"/>
                  <a:gd name="T25" fmla="*/ 29 h 72"/>
                  <a:gd name="T26" fmla="*/ 26 w 51"/>
                  <a:gd name="T27" fmla="*/ 27 h 72"/>
                  <a:gd name="T28" fmla="*/ 23 w 51"/>
                  <a:gd name="T29" fmla="*/ 24 h 72"/>
                  <a:gd name="T30" fmla="*/ 20 w 51"/>
                  <a:gd name="T31" fmla="*/ 21 h 72"/>
                  <a:gd name="T32" fmla="*/ 26 w 51"/>
                  <a:gd name="T33" fmla="*/ 16 h 72"/>
                  <a:gd name="T34" fmla="*/ 32 w 51"/>
                  <a:gd name="T35" fmla="*/ 9 h 72"/>
                  <a:gd name="T36" fmla="*/ 33 w 51"/>
                  <a:gd name="T37" fmla="*/ 6 h 72"/>
                  <a:gd name="T38" fmla="*/ 36 w 51"/>
                  <a:gd name="T39" fmla="*/ 3 h 72"/>
                  <a:gd name="T40" fmla="*/ 43 w 51"/>
                  <a:gd name="T41" fmla="*/ 7 h 72"/>
                  <a:gd name="T42" fmla="*/ 47 w 51"/>
                  <a:gd name="T43" fmla="*/ 3 h 72"/>
                  <a:gd name="T44" fmla="*/ 49 w 51"/>
                  <a:gd name="T45" fmla="*/ 1 h 72"/>
                  <a:gd name="T46" fmla="*/ 51 w 51"/>
                  <a:gd name="T47" fmla="*/ 6 h 72"/>
                  <a:gd name="T48" fmla="*/ 47 w 51"/>
                  <a:gd name="T49" fmla="*/ 14 h 72"/>
                  <a:gd name="T50" fmla="*/ 45 w 51"/>
                  <a:gd name="T51" fmla="*/ 17 h 72"/>
                  <a:gd name="T52" fmla="*/ 45 w 51"/>
                  <a:gd name="T53" fmla="*/ 21 h 72"/>
                  <a:gd name="T54" fmla="*/ 43 w 51"/>
                  <a:gd name="T55" fmla="*/ 25 h 72"/>
                  <a:gd name="T56" fmla="*/ 39 w 51"/>
                  <a:gd name="T57" fmla="*/ 26 h 72"/>
                  <a:gd name="T58" fmla="*/ 38 w 51"/>
                  <a:gd name="T59" fmla="*/ 30 h 72"/>
                  <a:gd name="T60" fmla="*/ 40 w 51"/>
                  <a:gd name="T61" fmla="*/ 33 h 72"/>
                  <a:gd name="T62" fmla="*/ 39 w 51"/>
                  <a:gd name="T63" fmla="*/ 37 h 72"/>
                  <a:gd name="T64" fmla="*/ 39 w 51"/>
                  <a:gd name="T65" fmla="*/ 40 h 72"/>
                  <a:gd name="T66" fmla="*/ 36 w 51"/>
                  <a:gd name="T67" fmla="*/ 42 h 72"/>
                  <a:gd name="T68" fmla="*/ 33 w 51"/>
                  <a:gd name="T69" fmla="*/ 50 h 72"/>
                  <a:gd name="T70" fmla="*/ 29 w 51"/>
                  <a:gd name="T71" fmla="*/ 58 h 72"/>
                  <a:gd name="T72" fmla="*/ 27 w 51"/>
                  <a:gd name="T73" fmla="*/ 62 h 72"/>
                  <a:gd name="T74" fmla="*/ 24 w 51"/>
                  <a:gd name="T75" fmla="*/ 65 h 72"/>
                  <a:gd name="T76" fmla="*/ 19 w 51"/>
                  <a:gd name="T77" fmla="*/ 71 h 72"/>
                  <a:gd name="T78" fmla="*/ 12 w 51"/>
                  <a:gd name="T79" fmla="*/ 67 h 72"/>
                  <a:gd name="T80" fmla="*/ 21 w 51"/>
                  <a:gd name="T81" fmla="*/ 62 h 72"/>
                  <a:gd name="T82" fmla="*/ 20 w 51"/>
                  <a:gd name="T83" fmla="*/ 54 h 72"/>
                  <a:gd name="T84" fmla="*/ 19 w 51"/>
                  <a:gd name="T85" fmla="*/ 49 h 72"/>
                  <a:gd name="T86" fmla="*/ 22 w 51"/>
                  <a:gd name="T87" fmla="*/ 45 h 72"/>
                  <a:gd name="T88" fmla="*/ 23 w 51"/>
                  <a:gd name="T89" fmla="*/ 40 h 72"/>
                  <a:gd name="T90" fmla="*/ 20 w 51"/>
                  <a:gd name="T91" fmla="*/ 36 h 72"/>
                  <a:gd name="T92" fmla="*/ 16 w 51"/>
                  <a:gd name="T93" fmla="*/ 41 h 72"/>
                  <a:gd name="T94" fmla="*/ 13 w 51"/>
                  <a:gd name="T95" fmla="*/ 41 h 72"/>
                  <a:gd name="T96" fmla="*/ 13 w 51"/>
                  <a:gd name="T97" fmla="*/ 35 h 72"/>
                  <a:gd name="T98" fmla="*/ 11 w 51"/>
                  <a:gd name="T99" fmla="*/ 3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1" h="72">
                    <a:moveTo>
                      <a:pt x="11" y="31"/>
                    </a:moveTo>
                    <a:cubicBezTo>
                      <a:pt x="10" y="30"/>
                      <a:pt x="8" y="31"/>
                      <a:pt x="7" y="31"/>
                    </a:cubicBezTo>
                    <a:cubicBezTo>
                      <a:pt x="5" y="31"/>
                      <a:pt x="0" y="30"/>
                      <a:pt x="1" y="27"/>
                    </a:cubicBezTo>
                    <a:cubicBezTo>
                      <a:pt x="2" y="24"/>
                      <a:pt x="6" y="25"/>
                      <a:pt x="9" y="24"/>
                    </a:cubicBezTo>
                    <a:cubicBezTo>
                      <a:pt x="13" y="24"/>
                      <a:pt x="11" y="19"/>
                      <a:pt x="12" y="17"/>
                    </a:cubicBezTo>
                    <a:cubicBezTo>
                      <a:pt x="13" y="16"/>
                      <a:pt x="14" y="16"/>
                      <a:pt x="15" y="17"/>
                    </a:cubicBezTo>
                    <a:cubicBezTo>
                      <a:pt x="17" y="17"/>
                      <a:pt x="17" y="19"/>
                      <a:pt x="17" y="20"/>
                    </a:cubicBezTo>
                    <a:cubicBezTo>
                      <a:pt x="17" y="22"/>
                      <a:pt x="17" y="24"/>
                      <a:pt x="18" y="25"/>
                    </a:cubicBezTo>
                    <a:cubicBezTo>
                      <a:pt x="19" y="27"/>
                      <a:pt x="20" y="27"/>
                      <a:pt x="22" y="28"/>
                    </a:cubicBezTo>
                    <a:cubicBezTo>
                      <a:pt x="22" y="29"/>
                      <a:pt x="23" y="30"/>
                      <a:pt x="24" y="30"/>
                    </a:cubicBezTo>
                    <a:cubicBezTo>
                      <a:pt x="26" y="31"/>
                      <a:pt x="27" y="31"/>
                      <a:pt x="29" y="31"/>
                    </a:cubicBezTo>
                    <a:cubicBezTo>
                      <a:pt x="29" y="31"/>
                      <a:pt x="31" y="31"/>
                      <a:pt x="31" y="30"/>
                    </a:cubicBezTo>
                    <a:cubicBezTo>
                      <a:pt x="30" y="30"/>
                      <a:pt x="29" y="29"/>
                      <a:pt x="29" y="29"/>
                    </a:cubicBezTo>
                    <a:cubicBezTo>
                      <a:pt x="28" y="28"/>
                      <a:pt x="27" y="28"/>
                      <a:pt x="26" y="27"/>
                    </a:cubicBezTo>
                    <a:cubicBezTo>
                      <a:pt x="25" y="26"/>
                      <a:pt x="24" y="25"/>
                      <a:pt x="23" y="24"/>
                    </a:cubicBezTo>
                    <a:cubicBezTo>
                      <a:pt x="22" y="23"/>
                      <a:pt x="20" y="22"/>
                      <a:pt x="20" y="21"/>
                    </a:cubicBezTo>
                    <a:cubicBezTo>
                      <a:pt x="19" y="18"/>
                      <a:pt x="24" y="17"/>
                      <a:pt x="26" y="16"/>
                    </a:cubicBezTo>
                    <a:cubicBezTo>
                      <a:pt x="29" y="15"/>
                      <a:pt x="32" y="12"/>
                      <a:pt x="32" y="9"/>
                    </a:cubicBezTo>
                    <a:cubicBezTo>
                      <a:pt x="32" y="8"/>
                      <a:pt x="32" y="7"/>
                      <a:pt x="33" y="6"/>
                    </a:cubicBezTo>
                    <a:cubicBezTo>
                      <a:pt x="33" y="4"/>
                      <a:pt x="35" y="4"/>
                      <a:pt x="36" y="3"/>
                    </a:cubicBezTo>
                    <a:cubicBezTo>
                      <a:pt x="39" y="3"/>
                      <a:pt x="41" y="5"/>
                      <a:pt x="43" y="7"/>
                    </a:cubicBezTo>
                    <a:cubicBezTo>
                      <a:pt x="46" y="11"/>
                      <a:pt x="46" y="5"/>
                      <a:pt x="47" y="3"/>
                    </a:cubicBezTo>
                    <a:cubicBezTo>
                      <a:pt x="47" y="1"/>
                      <a:pt x="48" y="0"/>
                      <a:pt x="49" y="1"/>
                    </a:cubicBezTo>
                    <a:cubicBezTo>
                      <a:pt x="50" y="2"/>
                      <a:pt x="51" y="4"/>
                      <a:pt x="51" y="6"/>
                    </a:cubicBezTo>
                    <a:cubicBezTo>
                      <a:pt x="51" y="9"/>
                      <a:pt x="50" y="12"/>
                      <a:pt x="47" y="14"/>
                    </a:cubicBezTo>
                    <a:cubicBezTo>
                      <a:pt x="46" y="15"/>
                      <a:pt x="45" y="15"/>
                      <a:pt x="45" y="17"/>
                    </a:cubicBezTo>
                    <a:cubicBezTo>
                      <a:pt x="45" y="18"/>
                      <a:pt x="45" y="20"/>
                      <a:pt x="45" y="21"/>
                    </a:cubicBezTo>
                    <a:cubicBezTo>
                      <a:pt x="45" y="22"/>
                      <a:pt x="44" y="24"/>
                      <a:pt x="43" y="25"/>
                    </a:cubicBezTo>
                    <a:cubicBezTo>
                      <a:pt x="42" y="25"/>
                      <a:pt x="40" y="26"/>
                      <a:pt x="39" y="26"/>
                    </a:cubicBezTo>
                    <a:cubicBezTo>
                      <a:pt x="38" y="27"/>
                      <a:pt x="37" y="28"/>
                      <a:pt x="38" y="30"/>
                    </a:cubicBezTo>
                    <a:cubicBezTo>
                      <a:pt x="38" y="31"/>
                      <a:pt x="40" y="32"/>
                      <a:pt x="40" y="33"/>
                    </a:cubicBezTo>
                    <a:cubicBezTo>
                      <a:pt x="40" y="35"/>
                      <a:pt x="39" y="36"/>
                      <a:pt x="39" y="37"/>
                    </a:cubicBezTo>
                    <a:cubicBezTo>
                      <a:pt x="38" y="38"/>
                      <a:pt x="39" y="39"/>
                      <a:pt x="39" y="40"/>
                    </a:cubicBezTo>
                    <a:cubicBezTo>
                      <a:pt x="39" y="41"/>
                      <a:pt x="37" y="42"/>
                      <a:pt x="36" y="42"/>
                    </a:cubicBezTo>
                    <a:cubicBezTo>
                      <a:pt x="36" y="45"/>
                      <a:pt x="35" y="47"/>
                      <a:pt x="33" y="50"/>
                    </a:cubicBezTo>
                    <a:cubicBezTo>
                      <a:pt x="31" y="52"/>
                      <a:pt x="30" y="55"/>
                      <a:pt x="29" y="58"/>
                    </a:cubicBezTo>
                    <a:cubicBezTo>
                      <a:pt x="28" y="59"/>
                      <a:pt x="28" y="61"/>
                      <a:pt x="27" y="62"/>
                    </a:cubicBezTo>
                    <a:cubicBezTo>
                      <a:pt x="26" y="63"/>
                      <a:pt x="25" y="64"/>
                      <a:pt x="24" y="65"/>
                    </a:cubicBezTo>
                    <a:cubicBezTo>
                      <a:pt x="22" y="67"/>
                      <a:pt x="22" y="70"/>
                      <a:pt x="19" y="71"/>
                    </a:cubicBezTo>
                    <a:cubicBezTo>
                      <a:pt x="16" y="72"/>
                      <a:pt x="12" y="71"/>
                      <a:pt x="12" y="67"/>
                    </a:cubicBezTo>
                    <a:cubicBezTo>
                      <a:pt x="13" y="63"/>
                      <a:pt x="18" y="64"/>
                      <a:pt x="21" y="62"/>
                    </a:cubicBezTo>
                    <a:cubicBezTo>
                      <a:pt x="24" y="61"/>
                      <a:pt x="22" y="56"/>
                      <a:pt x="20" y="54"/>
                    </a:cubicBezTo>
                    <a:cubicBezTo>
                      <a:pt x="19" y="52"/>
                      <a:pt x="19" y="51"/>
                      <a:pt x="19" y="49"/>
                    </a:cubicBezTo>
                    <a:cubicBezTo>
                      <a:pt x="19" y="48"/>
                      <a:pt x="20" y="46"/>
                      <a:pt x="22" y="45"/>
                    </a:cubicBezTo>
                    <a:cubicBezTo>
                      <a:pt x="23" y="43"/>
                      <a:pt x="23" y="42"/>
                      <a:pt x="23" y="40"/>
                    </a:cubicBezTo>
                    <a:cubicBezTo>
                      <a:pt x="23" y="38"/>
                      <a:pt x="22" y="35"/>
                      <a:pt x="20" y="36"/>
                    </a:cubicBezTo>
                    <a:cubicBezTo>
                      <a:pt x="18" y="36"/>
                      <a:pt x="17" y="39"/>
                      <a:pt x="16" y="41"/>
                    </a:cubicBezTo>
                    <a:cubicBezTo>
                      <a:pt x="15" y="42"/>
                      <a:pt x="13" y="43"/>
                      <a:pt x="13" y="41"/>
                    </a:cubicBezTo>
                    <a:cubicBezTo>
                      <a:pt x="12" y="39"/>
                      <a:pt x="12" y="37"/>
                      <a:pt x="13" y="35"/>
                    </a:cubicBezTo>
                    <a:cubicBezTo>
                      <a:pt x="13" y="34"/>
                      <a:pt x="12" y="32"/>
                      <a:pt x="11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" name="Freeform 3112">
                <a:extLst>
                  <a:ext uri="{FF2B5EF4-FFF2-40B4-BE49-F238E27FC236}">
                    <a16:creationId xmlns:a16="http://schemas.microsoft.com/office/drawing/2014/main" id="{C5167100-C6F3-2F4C-A83F-5BCE707E8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27"/>
                <a:ext cx="14" cy="19"/>
              </a:xfrm>
              <a:custGeom>
                <a:avLst/>
                <a:gdLst>
                  <a:gd name="T0" fmla="*/ 16 w 34"/>
                  <a:gd name="T1" fmla="*/ 41 h 48"/>
                  <a:gd name="T2" fmla="*/ 19 w 34"/>
                  <a:gd name="T3" fmla="*/ 44 h 48"/>
                  <a:gd name="T4" fmla="*/ 17 w 34"/>
                  <a:gd name="T5" fmla="*/ 48 h 48"/>
                  <a:gd name="T6" fmla="*/ 13 w 34"/>
                  <a:gd name="T7" fmla="*/ 45 h 48"/>
                  <a:gd name="T8" fmla="*/ 10 w 34"/>
                  <a:gd name="T9" fmla="*/ 43 h 48"/>
                  <a:gd name="T10" fmla="*/ 7 w 34"/>
                  <a:gd name="T11" fmla="*/ 45 h 48"/>
                  <a:gd name="T12" fmla="*/ 4 w 34"/>
                  <a:gd name="T13" fmla="*/ 43 h 48"/>
                  <a:gd name="T14" fmla="*/ 3 w 34"/>
                  <a:gd name="T15" fmla="*/ 39 h 48"/>
                  <a:gd name="T16" fmla="*/ 3 w 34"/>
                  <a:gd name="T17" fmla="*/ 31 h 48"/>
                  <a:gd name="T18" fmla="*/ 7 w 34"/>
                  <a:gd name="T19" fmla="*/ 29 h 48"/>
                  <a:gd name="T20" fmla="*/ 7 w 34"/>
                  <a:gd name="T21" fmla="*/ 25 h 48"/>
                  <a:gd name="T22" fmla="*/ 9 w 34"/>
                  <a:gd name="T23" fmla="*/ 22 h 48"/>
                  <a:gd name="T24" fmla="*/ 12 w 34"/>
                  <a:gd name="T25" fmla="*/ 18 h 48"/>
                  <a:gd name="T26" fmla="*/ 12 w 34"/>
                  <a:gd name="T27" fmla="*/ 12 h 48"/>
                  <a:gd name="T28" fmla="*/ 14 w 34"/>
                  <a:gd name="T29" fmla="*/ 9 h 48"/>
                  <a:gd name="T30" fmla="*/ 18 w 34"/>
                  <a:gd name="T31" fmla="*/ 5 h 48"/>
                  <a:gd name="T32" fmla="*/ 21 w 34"/>
                  <a:gd name="T33" fmla="*/ 1 h 48"/>
                  <a:gd name="T34" fmla="*/ 23 w 34"/>
                  <a:gd name="T35" fmla="*/ 4 h 48"/>
                  <a:gd name="T36" fmla="*/ 22 w 34"/>
                  <a:gd name="T37" fmla="*/ 9 h 48"/>
                  <a:gd name="T38" fmla="*/ 25 w 34"/>
                  <a:gd name="T39" fmla="*/ 5 h 48"/>
                  <a:gd name="T40" fmla="*/ 29 w 34"/>
                  <a:gd name="T41" fmla="*/ 4 h 48"/>
                  <a:gd name="T42" fmla="*/ 31 w 34"/>
                  <a:gd name="T43" fmla="*/ 6 h 48"/>
                  <a:gd name="T44" fmla="*/ 32 w 34"/>
                  <a:gd name="T45" fmla="*/ 7 h 48"/>
                  <a:gd name="T46" fmla="*/ 31 w 34"/>
                  <a:gd name="T47" fmla="*/ 11 h 48"/>
                  <a:gd name="T48" fmla="*/ 31 w 34"/>
                  <a:gd name="T49" fmla="*/ 15 h 48"/>
                  <a:gd name="T50" fmla="*/ 32 w 34"/>
                  <a:gd name="T51" fmla="*/ 20 h 48"/>
                  <a:gd name="T52" fmla="*/ 31 w 34"/>
                  <a:gd name="T53" fmla="*/ 23 h 48"/>
                  <a:gd name="T54" fmla="*/ 29 w 34"/>
                  <a:gd name="T55" fmla="*/ 21 h 48"/>
                  <a:gd name="T56" fmla="*/ 26 w 34"/>
                  <a:gd name="T57" fmla="*/ 18 h 48"/>
                  <a:gd name="T58" fmla="*/ 24 w 34"/>
                  <a:gd name="T59" fmla="*/ 23 h 48"/>
                  <a:gd name="T60" fmla="*/ 21 w 34"/>
                  <a:gd name="T61" fmla="*/ 27 h 48"/>
                  <a:gd name="T62" fmla="*/ 24 w 34"/>
                  <a:gd name="T63" fmla="*/ 27 h 48"/>
                  <a:gd name="T64" fmla="*/ 26 w 34"/>
                  <a:gd name="T65" fmla="*/ 26 h 48"/>
                  <a:gd name="T66" fmla="*/ 28 w 34"/>
                  <a:gd name="T67" fmla="*/ 30 h 48"/>
                  <a:gd name="T68" fmla="*/ 25 w 34"/>
                  <a:gd name="T69" fmla="*/ 31 h 48"/>
                  <a:gd name="T70" fmla="*/ 22 w 34"/>
                  <a:gd name="T71" fmla="*/ 32 h 48"/>
                  <a:gd name="T72" fmla="*/ 19 w 34"/>
                  <a:gd name="T73" fmla="*/ 36 h 48"/>
                  <a:gd name="T74" fmla="*/ 15 w 34"/>
                  <a:gd name="T75" fmla="*/ 38 h 48"/>
                  <a:gd name="T76" fmla="*/ 14 w 34"/>
                  <a:gd name="T77" fmla="*/ 40 h 48"/>
                  <a:gd name="T78" fmla="*/ 16 w 34"/>
                  <a:gd name="T79" fmla="*/ 4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48">
                    <a:moveTo>
                      <a:pt x="16" y="41"/>
                    </a:moveTo>
                    <a:cubicBezTo>
                      <a:pt x="17" y="41"/>
                      <a:pt x="18" y="42"/>
                      <a:pt x="19" y="44"/>
                    </a:cubicBezTo>
                    <a:cubicBezTo>
                      <a:pt x="19" y="45"/>
                      <a:pt x="19" y="47"/>
                      <a:pt x="17" y="48"/>
                    </a:cubicBezTo>
                    <a:cubicBezTo>
                      <a:pt x="16" y="48"/>
                      <a:pt x="14" y="46"/>
                      <a:pt x="13" y="45"/>
                    </a:cubicBezTo>
                    <a:cubicBezTo>
                      <a:pt x="12" y="44"/>
                      <a:pt x="11" y="43"/>
                      <a:pt x="10" y="43"/>
                    </a:cubicBezTo>
                    <a:cubicBezTo>
                      <a:pt x="9" y="43"/>
                      <a:pt x="8" y="45"/>
                      <a:pt x="7" y="45"/>
                    </a:cubicBezTo>
                    <a:cubicBezTo>
                      <a:pt x="6" y="45"/>
                      <a:pt x="4" y="43"/>
                      <a:pt x="4" y="43"/>
                    </a:cubicBezTo>
                    <a:cubicBezTo>
                      <a:pt x="3" y="42"/>
                      <a:pt x="3" y="40"/>
                      <a:pt x="3" y="39"/>
                    </a:cubicBezTo>
                    <a:cubicBezTo>
                      <a:pt x="2" y="36"/>
                      <a:pt x="0" y="33"/>
                      <a:pt x="3" y="31"/>
                    </a:cubicBezTo>
                    <a:cubicBezTo>
                      <a:pt x="4" y="31"/>
                      <a:pt x="6" y="30"/>
                      <a:pt x="7" y="29"/>
                    </a:cubicBezTo>
                    <a:cubicBezTo>
                      <a:pt x="8" y="28"/>
                      <a:pt x="7" y="26"/>
                      <a:pt x="7" y="25"/>
                    </a:cubicBezTo>
                    <a:cubicBezTo>
                      <a:pt x="7" y="23"/>
                      <a:pt x="8" y="23"/>
                      <a:pt x="9" y="22"/>
                    </a:cubicBezTo>
                    <a:cubicBezTo>
                      <a:pt x="11" y="21"/>
                      <a:pt x="11" y="20"/>
                      <a:pt x="12" y="18"/>
                    </a:cubicBezTo>
                    <a:cubicBezTo>
                      <a:pt x="12" y="16"/>
                      <a:pt x="11" y="14"/>
                      <a:pt x="12" y="12"/>
                    </a:cubicBezTo>
                    <a:cubicBezTo>
                      <a:pt x="12" y="10"/>
                      <a:pt x="13" y="9"/>
                      <a:pt x="14" y="9"/>
                    </a:cubicBezTo>
                    <a:cubicBezTo>
                      <a:pt x="15" y="7"/>
                      <a:pt x="17" y="7"/>
                      <a:pt x="18" y="5"/>
                    </a:cubicBezTo>
                    <a:cubicBezTo>
                      <a:pt x="19" y="3"/>
                      <a:pt x="20" y="1"/>
                      <a:pt x="21" y="1"/>
                    </a:cubicBezTo>
                    <a:cubicBezTo>
                      <a:pt x="23" y="0"/>
                      <a:pt x="24" y="2"/>
                      <a:pt x="23" y="4"/>
                    </a:cubicBezTo>
                    <a:cubicBezTo>
                      <a:pt x="23" y="6"/>
                      <a:pt x="22" y="7"/>
                      <a:pt x="22" y="9"/>
                    </a:cubicBezTo>
                    <a:cubicBezTo>
                      <a:pt x="25" y="9"/>
                      <a:pt x="24" y="7"/>
                      <a:pt x="25" y="5"/>
                    </a:cubicBezTo>
                    <a:cubicBezTo>
                      <a:pt x="26" y="4"/>
                      <a:pt x="28" y="4"/>
                      <a:pt x="29" y="4"/>
                    </a:cubicBezTo>
                    <a:cubicBezTo>
                      <a:pt x="29" y="5"/>
                      <a:pt x="30" y="5"/>
                      <a:pt x="31" y="6"/>
                    </a:cubicBezTo>
                    <a:cubicBezTo>
                      <a:pt x="31" y="6"/>
                      <a:pt x="32" y="6"/>
                      <a:pt x="32" y="7"/>
                    </a:cubicBezTo>
                    <a:cubicBezTo>
                      <a:pt x="34" y="8"/>
                      <a:pt x="32" y="10"/>
                      <a:pt x="31" y="11"/>
                    </a:cubicBezTo>
                    <a:cubicBezTo>
                      <a:pt x="30" y="12"/>
                      <a:pt x="30" y="13"/>
                      <a:pt x="31" y="15"/>
                    </a:cubicBezTo>
                    <a:cubicBezTo>
                      <a:pt x="32" y="16"/>
                      <a:pt x="32" y="18"/>
                      <a:pt x="32" y="20"/>
                    </a:cubicBezTo>
                    <a:cubicBezTo>
                      <a:pt x="32" y="21"/>
                      <a:pt x="32" y="23"/>
                      <a:pt x="31" y="23"/>
                    </a:cubicBezTo>
                    <a:cubicBezTo>
                      <a:pt x="30" y="24"/>
                      <a:pt x="29" y="22"/>
                      <a:pt x="29" y="21"/>
                    </a:cubicBezTo>
                    <a:cubicBezTo>
                      <a:pt x="29" y="20"/>
                      <a:pt x="28" y="17"/>
                      <a:pt x="26" y="18"/>
                    </a:cubicBezTo>
                    <a:cubicBezTo>
                      <a:pt x="24" y="19"/>
                      <a:pt x="24" y="22"/>
                      <a:pt x="24" y="23"/>
                    </a:cubicBezTo>
                    <a:cubicBezTo>
                      <a:pt x="24" y="25"/>
                      <a:pt x="21" y="25"/>
                      <a:pt x="21" y="27"/>
                    </a:cubicBezTo>
                    <a:cubicBezTo>
                      <a:pt x="22" y="27"/>
                      <a:pt x="24" y="28"/>
                      <a:pt x="24" y="27"/>
                    </a:cubicBezTo>
                    <a:cubicBezTo>
                      <a:pt x="25" y="27"/>
                      <a:pt x="26" y="26"/>
                      <a:pt x="26" y="26"/>
                    </a:cubicBezTo>
                    <a:cubicBezTo>
                      <a:pt x="28" y="25"/>
                      <a:pt x="28" y="29"/>
                      <a:pt x="28" y="30"/>
                    </a:cubicBezTo>
                    <a:cubicBezTo>
                      <a:pt x="27" y="31"/>
                      <a:pt x="26" y="31"/>
                      <a:pt x="25" y="31"/>
                    </a:cubicBezTo>
                    <a:cubicBezTo>
                      <a:pt x="24" y="31"/>
                      <a:pt x="23" y="31"/>
                      <a:pt x="22" y="32"/>
                    </a:cubicBezTo>
                    <a:cubicBezTo>
                      <a:pt x="21" y="33"/>
                      <a:pt x="19" y="34"/>
                      <a:pt x="19" y="36"/>
                    </a:cubicBezTo>
                    <a:cubicBezTo>
                      <a:pt x="18" y="36"/>
                      <a:pt x="16" y="37"/>
                      <a:pt x="15" y="38"/>
                    </a:cubicBezTo>
                    <a:cubicBezTo>
                      <a:pt x="14" y="38"/>
                      <a:pt x="14" y="39"/>
                      <a:pt x="14" y="40"/>
                    </a:cubicBezTo>
                    <a:cubicBezTo>
                      <a:pt x="14" y="41"/>
                      <a:pt x="15" y="40"/>
                      <a:pt x="16" y="4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" name="Freeform 3113">
                <a:extLst>
                  <a:ext uri="{FF2B5EF4-FFF2-40B4-BE49-F238E27FC236}">
                    <a16:creationId xmlns:a16="http://schemas.microsoft.com/office/drawing/2014/main" id="{9C305183-C445-934A-A155-397AB5037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49"/>
                <a:ext cx="9" cy="8"/>
              </a:xfrm>
              <a:custGeom>
                <a:avLst/>
                <a:gdLst>
                  <a:gd name="T0" fmla="*/ 7 w 21"/>
                  <a:gd name="T1" fmla="*/ 15 h 20"/>
                  <a:gd name="T2" fmla="*/ 8 w 21"/>
                  <a:gd name="T3" fmla="*/ 18 h 20"/>
                  <a:gd name="T4" fmla="*/ 5 w 21"/>
                  <a:gd name="T5" fmla="*/ 19 h 20"/>
                  <a:gd name="T6" fmla="*/ 2 w 21"/>
                  <a:gd name="T7" fmla="*/ 14 h 20"/>
                  <a:gd name="T8" fmla="*/ 2 w 21"/>
                  <a:gd name="T9" fmla="*/ 10 h 20"/>
                  <a:gd name="T10" fmla="*/ 1 w 21"/>
                  <a:gd name="T11" fmla="*/ 6 h 20"/>
                  <a:gd name="T12" fmla="*/ 4 w 21"/>
                  <a:gd name="T13" fmla="*/ 2 h 20"/>
                  <a:gd name="T14" fmla="*/ 7 w 21"/>
                  <a:gd name="T15" fmla="*/ 1 h 20"/>
                  <a:gd name="T16" fmla="*/ 11 w 21"/>
                  <a:gd name="T17" fmla="*/ 0 h 20"/>
                  <a:gd name="T18" fmla="*/ 16 w 21"/>
                  <a:gd name="T19" fmla="*/ 5 h 20"/>
                  <a:gd name="T20" fmla="*/ 17 w 21"/>
                  <a:gd name="T21" fmla="*/ 12 h 20"/>
                  <a:gd name="T22" fmla="*/ 20 w 21"/>
                  <a:gd name="T23" fmla="*/ 14 h 20"/>
                  <a:gd name="T24" fmla="*/ 16 w 21"/>
                  <a:gd name="T25" fmla="*/ 20 h 20"/>
                  <a:gd name="T26" fmla="*/ 12 w 21"/>
                  <a:gd name="T27" fmla="*/ 16 h 20"/>
                  <a:gd name="T28" fmla="*/ 10 w 21"/>
                  <a:gd name="T29" fmla="*/ 13 h 20"/>
                  <a:gd name="T30" fmla="*/ 8 w 21"/>
                  <a:gd name="T31" fmla="*/ 11 h 20"/>
                  <a:gd name="T32" fmla="*/ 7 w 21"/>
                  <a:gd name="T3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0">
                    <a:moveTo>
                      <a:pt x="7" y="15"/>
                    </a:moveTo>
                    <a:cubicBezTo>
                      <a:pt x="8" y="16"/>
                      <a:pt x="9" y="17"/>
                      <a:pt x="8" y="18"/>
                    </a:cubicBezTo>
                    <a:cubicBezTo>
                      <a:pt x="8" y="19"/>
                      <a:pt x="6" y="20"/>
                      <a:pt x="5" y="19"/>
                    </a:cubicBezTo>
                    <a:cubicBezTo>
                      <a:pt x="2" y="19"/>
                      <a:pt x="1" y="16"/>
                      <a:pt x="2" y="14"/>
                    </a:cubicBezTo>
                    <a:cubicBezTo>
                      <a:pt x="2" y="13"/>
                      <a:pt x="2" y="11"/>
                      <a:pt x="2" y="10"/>
                    </a:cubicBezTo>
                    <a:cubicBezTo>
                      <a:pt x="1" y="9"/>
                      <a:pt x="1" y="8"/>
                      <a:pt x="1" y="6"/>
                    </a:cubicBezTo>
                    <a:cubicBezTo>
                      <a:pt x="0" y="4"/>
                      <a:pt x="1" y="2"/>
                      <a:pt x="4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3" y="1"/>
                      <a:pt x="16" y="3"/>
                      <a:pt x="16" y="5"/>
                    </a:cubicBezTo>
                    <a:cubicBezTo>
                      <a:pt x="17" y="8"/>
                      <a:pt x="14" y="11"/>
                      <a:pt x="17" y="12"/>
                    </a:cubicBezTo>
                    <a:cubicBezTo>
                      <a:pt x="19" y="12"/>
                      <a:pt x="20" y="13"/>
                      <a:pt x="20" y="14"/>
                    </a:cubicBezTo>
                    <a:cubicBezTo>
                      <a:pt x="21" y="17"/>
                      <a:pt x="19" y="20"/>
                      <a:pt x="16" y="20"/>
                    </a:cubicBezTo>
                    <a:cubicBezTo>
                      <a:pt x="14" y="19"/>
                      <a:pt x="13" y="17"/>
                      <a:pt x="12" y="16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10" y="13"/>
                      <a:pt x="9" y="11"/>
                      <a:pt x="8" y="11"/>
                    </a:cubicBezTo>
                    <a:cubicBezTo>
                      <a:pt x="6" y="11"/>
                      <a:pt x="7" y="14"/>
                      <a:pt x="7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" name="Freeform 3114">
                <a:extLst>
                  <a:ext uri="{FF2B5EF4-FFF2-40B4-BE49-F238E27FC236}">
                    <a16:creationId xmlns:a16="http://schemas.microsoft.com/office/drawing/2014/main" id="{05B1CB5C-0478-0645-B9AA-63FF42A4C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436"/>
                <a:ext cx="9" cy="16"/>
              </a:xfrm>
              <a:custGeom>
                <a:avLst/>
                <a:gdLst>
                  <a:gd name="T0" fmla="*/ 4 w 22"/>
                  <a:gd name="T1" fmla="*/ 32 h 38"/>
                  <a:gd name="T2" fmla="*/ 1 w 22"/>
                  <a:gd name="T3" fmla="*/ 27 h 38"/>
                  <a:gd name="T4" fmla="*/ 1 w 22"/>
                  <a:gd name="T5" fmla="*/ 22 h 38"/>
                  <a:gd name="T6" fmla="*/ 1 w 22"/>
                  <a:gd name="T7" fmla="*/ 18 h 38"/>
                  <a:gd name="T8" fmla="*/ 4 w 22"/>
                  <a:gd name="T9" fmla="*/ 11 h 38"/>
                  <a:gd name="T10" fmla="*/ 6 w 22"/>
                  <a:gd name="T11" fmla="*/ 5 h 38"/>
                  <a:gd name="T12" fmla="*/ 14 w 22"/>
                  <a:gd name="T13" fmla="*/ 1 h 38"/>
                  <a:gd name="T14" fmla="*/ 20 w 22"/>
                  <a:gd name="T15" fmla="*/ 4 h 38"/>
                  <a:gd name="T16" fmla="*/ 21 w 22"/>
                  <a:gd name="T17" fmla="*/ 10 h 38"/>
                  <a:gd name="T18" fmla="*/ 19 w 22"/>
                  <a:gd name="T19" fmla="*/ 18 h 38"/>
                  <a:gd name="T20" fmla="*/ 19 w 22"/>
                  <a:gd name="T21" fmla="*/ 25 h 38"/>
                  <a:gd name="T22" fmla="*/ 15 w 22"/>
                  <a:gd name="T23" fmla="*/ 27 h 38"/>
                  <a:gd name="T24" fmla="*/ 12 w 22"/>
                  <a:gd name="T25" fmla="*/ 20 h 38"/>
                  <a:gd name="T26" fmla="*/ 12 w 22"/>
                  <a:gd name="T27" fmla="*/ 18 h 38"/>
                  <a:gd name="T28" fmla="*/ 10 w 22"/>
                  <a:gd name="T29" fmla="*/ 19 h 38"/>
                  <a:gd name="T30" fmla="*/ 10 w 22"/>
                  <a:gd name="T31" fmla="*/ 25 h 38"/>
                  <a:gd name="T32" fmla="*/ 12 w 22"/>
                  <a:gd name="T33" fmla="*/ 29 h 38"/>
                  <a:gd name="T34" fmla="*/ 17 w 22"/>
                  <a:gd name="T35" fmla="*/ 31 h 38"/>
                  <a:gd name="T36" fmla="*/ 20 w 22"/>
                  <a:gd name="T37" fmla="*/ 36 h 38"/>
                  <a:gd name="T38" fmla="*/ 15 w 22"/>
                  <a:gd name="T39" fmla="*/ 37 h 38"/>
                  <a:gd name="T40" fmla="*/ 12 w 22"/>
                  <a:gd name="T41" fmla="*/ 36 h 38"/>
                  <a:gd name="T42" fmla="*/ 9 w 22"/>
                  <a:gd name="T43" fmla="*/ 35 h 38"/>
                  <a:gd name="T44" fmla="*/ 4 w 22"/>
                  <a:gd name="T45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38">
                    <a:moveTo>
                      <a:pt x="4" y="32"/>
                    </a:moveTo>
                    <a:cubicBezTo>
                      <a:pt x="3" y="31"/>
                      <a:pt x="2" y="29"/>
                      <a:pt x="1" y="27"/>
                    </a:cubicBezTo>
                    <a:cubicBezTo>
                      <a:pt x="1" y="25"/>
                      <a:pt x="1" y="24"/>
                      <a:pt x="1" y="22"/>
                    </a:cubicBezTo>
                    <a:cubicBezTo>
                      <a:pt x="1" y="21"/>
                      <a:pt x="0" y="19"/>
                      <a:pt x="1" y="18"/>
                    </a:cubicBezTo>
                    <a:cubicBezTo>
                      <a:pt x="2" y="15"/>
                      <a:pt x="3" y="13"/>
                      <a:pt x="4" y="11"/>
                    </a:cubicBezTo>
                    <a:cubicBezTo>
                      <a:pt x="5" y="9"/>
                      <a:pt x="6" y="7"/>
                      <a:pt x="6" y="5"/>
                    </a:cubicBezTo>
                    <a:cubicBezTo>
                      <a:pt x="7" y="2"/>
                      <a:pt x="11" y="0"/>
                      <a:pt x="14" y="1"/>
                    </a:cubicBezTo>
                    <a:cubicBezTo>
                      <a:pt x="16" y="2"/>
                      <a:pt x="18" y="3"/>
                      <a:pt x="20" y="4"/>
                    </a:cubicBezTo>
                    <a:cubicBezTo>
                      <a:pt x="22" y="6"/>
                      <a:pt x="21" y="8"/>
                      <a:pt x="21" y="10"/>
                    </a:cubicBezTo>
                    <a:cubicBezTo>
                      <a:pt x="20" y="13"/>
                      <a:pt x="19" y="15"/>
                      <a:pt x="19" y="18"/>
                    </a:cubicBezTo>
                    <a:cubicBezTo>
                      <a:pt x="19" y="20"/>
                      <a:pt x="19" y="23"/>
                      <a:pt x="19" y="25"/>
                    </a:cubicBezTo>
                    <a:cubicBezTo>
                      <a:pt x="18" y="27"/>
                      <a:pt x="17" y="27"/>
                      <a:pt x="15" y="27"/>
                    </a:cubicBezTo>
                    <a:cubicBezTo>
                      <a:pt x="12" y="25"/>
                      <a:pt x="12" y="23"/>
                      <a:pt x="12" y="20"/>
                    </a:cubicBezTo>
                    <a:cubicBezTo>
                      <a:pt x="12" y="20"/>
                      <a:pt x="12" y="18"/>
                      <a:pt x="12" y="18"/>
                    </a:cubicBezTo>
                    <a:cubicBezTo>
                      <a:pt x="11" y="17"/>
                      <a:pt x="10" y="18"/>
                      <a:pt x="10" y="19"/>
                    </a:cubicBezTo>
                    <a:cubicBezTo>
                      <a:pt x="9" y="21"/>
                      <a:pt x="10" y="23"/>
                      <a:pt x="10" y="25"/>
                    </a:cubicBezTo>
                    <a:cubicBezTo>
                      <a:pt x="10" y="27"/>
                      <a:pt x="10" y="28"/>
                      <a:pt x="12" y="29"/>
                    </a:cubicBezTo>
                    <a:cubicBezTo>
                      <a:pt x="13" y="30"/>
                      <a:pt x="16" y="30"/>
                      <a:pt x="17" y="31"/>
                    </a:cubicBezTo>
                    <a:cubicBezTo>
                      <a:pt x="18" y="32"/>
                      <a:pt x="20" y="34"/>
                      <a:pt x="20" y="36"/>
                    </a:cubicBezTo>
                    <a:cubicBezTo>
                      <a:pt x="19" y="38"/>
                      <a:pt x="17" y="37"/>
                      <a:pt x="15" y="37"/>
                    </a:cubicBezTo>
                    <a:cubicBezTo>
                      <a:pt x="14" y="37"/>
                      <a:pt x="13" y="37"/>
                      <a:pt x="12" y="36"/>
                    </a:cubicBezTo>
                    <a:cubicBezTo>
                      <a:pt x="11" y="36"/>
                      <a:pt x="10" y="35"/>
                      <a:pt x="9" y="35"/>
                    </a:cubicBezTo>
                    <a:cubicBezTo>
                      <a:pt x="7" y="34"/>
                      <a:pt x="5" y="34"/>
                      <a:pt x="4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" name="Freeform 3115">
                <a:extLst>
                  <a:ext uri="{FF2B5EF4-FFF2-40B4-BE49-F238E27FC236}">
                    <a16:creationId xmlns:a16="http://schemas.microsoft.com/office/drawing/2014/main" id="{B1448887-7BBB-3F44-AEBF-F3A9AC2E3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446"/>
                <a:ext cx="10" cy="16"/>
              </a:xfrm>
              <a:custGeom>
                <a:avLst/>
                <a:gdLst>
                  <a:gd name="T0" fmla="*/ 1 w 24"/>
                  <a:gd name="T1" fmla="*/ 11 h 41"/>
                  <a:gd name="T2" fmla="*/ 2 w 24"/>
                  <a:gd name="T3" fmla="*/ 8 h 41"/>
                  <a:gd name="T4" fmla="*/ 2 w 24"/>
                  <a:gd name="T5" fmla="*/ 7 h 41"/>
                  <a:gd name="T6" fmla="*/ 3 w 24"/>
                  <a:gd name="T7" fmla="*/ 5 h 41"/>
                  <a:gd name="T8" fmla="*/ 5 w 24"/>
                  <a:gd name="T9" fmla="*/ 2 h 41"/>
                  <a:gd name="T10" fmla="*/ 6 w 24"/>
                  <a:gd name="T11" fmla="*/ 0 h 41"/>
                  <a:gd name="T12" fmla="*/ 7 w 24"/>
                  <a:gd name="T13" fmla="*/ 1 h 41"/>
                  <a:gd name="T14" fmla="*/ 8 w 24"/>
                  <a:gd name="T15" fmla="*/ 1 h 41"/>
                  <a:gd name="T16" fmla="*/ 10 w 24"/>
                  <a:gd name="T17" fmla="*/ 3 h 41"/>
                  <a:gd name="T18" fmla="*/ 12 w 24"/>
                  <a:gd name="T19" fmla="*/ 5 h 41"/>
                  <a:gd name="T20" fmla="*/ 13 w 24"/>
                  <a:gd name="T21" fmla="*/ 8 h 41"/>
                  <a:gd name="T22" fmla="*/ 16 w 24"/>
                  <a:gd name="T23" fmla="*/ 12 h 41"/>
                  <a:gd name="T24" fmla="*/ 20 w 24"/>
                  <a:gd name="T25" fmla="*/ 15 h 41"/>
                  <a:gd name="T26" fmla="*/ 22 w 24"/>
                  <a:gd name="T27" fmla="*/ 16 h 41"/>
                  <a:gd name="T28" fmla="*/ 23 w 24"/>
                  <a:gd name="T29" fmla="*/ 17 h 41"/>
                  <a:gd name="T30" fmla="*/ 22 w 24"/>
                  <a:gd name="T31" fmla="*/ 23 h 41"/>
                  <a:gd name="T32" fmla="*/ 19 w 24"/>
                  <a:gd name="T33" fmla="*/ 27 h 41"/>
                  <a:gd name="T34" fmla="*/ 17 w 24"/>
                  <a:gd name="T35" fmla="*/ 27 h 41"/>
                  <a:gd name="T36" fmla="*/ 17 w 24"/>
                  <a:gd name="T37" fmla="*/ 29 h 41"/>
                  <a:gd name="T38" fmla="*/ 18 w 24"/>
                  <a:gd name="T39" fmla="*/ 34 h 41"/>
                  <a:gd name="T40" fmla="*/ 18 w 24"/>
                  <a:gd name="T41" fmla="*/ 37 h 41"/>
                  <a:gd name="T42" fmla="*/ 18 w 24"/>
                  <a:gd name="T43" fmla="*/ 39 h 41"/>
                  <a:gd name="T44" fmla="*/ 15 w 24"/>
                  <a:gd name="T45" fmla="*/ 41 h 41"/>
                  <a:gd name="T46" fmla="*/ 13 w 24"/>
                  <a:gd name="T47" fmla="*/ 41 h 41"/>
                  <a:gd name="T48" fmla="*/ 11 w 24"/>
                  <a:gd name="T49" fmla="*/ 39 h 41"/>
                  <a:gd name="T50" fmla="*/ 7 w 24"/>
                  <a:gd name="T51" fmla="*/ 37 h 41"/>
                  <a:gd name="T52" fmla="*/ 7 w 24"/>
                  <a:gd name="T53" fmla="*/ 39 h 41"/>
                  <a:gd name="T54" fmla="*/ 5 w 24"/>
                  <a:gd name="T55" fmla="*/ 40 h 41"/>
                  <a:gd name="T56" fmla="*/ 3 w 24"/>
                  <a:gd name="T57" fmla="*/ 41 h 41"/>
                  <a:gd name="T58" fmla="*/ 2 w 24"/>
                  <a:gd name="T59" fmla="*/ 39 h 41"/>
                  <a:gd name="T60" fmla="*/ 0 w 24"/>
                  <a:gd name="T61" fmla="*/ 35 h 41"/>
                  <a:gd name="T62" fmla="*/ 0 w 24"/>
                  <a:gd name="T63" fmla="*/ 26 h 41"/>
                  <a:gd name="T64" fmla="*/ 0 w 24"/>
                  <a:gd name="T65" fmla="*/ 23 h 41"/>
                  <a:gd name="T66" fmla="*/ 0 w 24"/>
                  <a:gd name="T67" fmla="*/ 21 h 41"/>
                  <a:gd name="T68" fmla="*/ 1 w 24"/>
                  <a:gd name="T69" fmla="*/ 15 h 41"/>
                  <a:gd name="T70" fmla="*/ 1 w 24"/>
                  <a:gd name="T71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41">
                    <a:moveTo>
                      <a:pt x="1" y="11"/>
                    </a:moveTo>
                    <a:cubicBezTo>
                      <a:pt x="1" y="10"/>
                      <a:pt x="1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4" y="4"/>
                      <a:pt x="4" y="3"/>
                      <a:pt x="5" y="2"/>
                    </a:cubicBezTo>
                    <a:cubicBezTo>
                      <a:pt x="5" y="2"/>
                      <a:pt x="5" y="0"/>
                      <a:pt x="6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1" y="4"/>
                      <a:pt x="12" y="4"/>
                      <a:pt x="12" y="5"/>
                    </a:cubicBezTo>
                    <a:cubicBezTo>
                      <a:pt x="13" y="6"/>
                      <a:pt x="13" y="7"/>
                      <a:pt x="13" y="8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7" y="13"/>
                      <a:pt x="19" y="14"/>
                      <a:pt x="20" y="15"/>
                    </a:cubicBezTo>
                    <a:cubicBezTo>
                      <a:pt x="21" y="15"/>
                      <a:pt x="21" y="15"/>
                      <a:pt x="22" y="16"/>
                    </a:cubicBezTo>
                    <a:cubicBezTo>
                      <a:pt x="22" y="16"/>
                      <a:pt x="23" y="17"/>
                      <a:pt x="23" y="17"/>
                    </a:cubicBezTo>
                    <a:cubicBezTo>
                      <a:pt x="24" y="19"/>
                      <a:pt x="23" y="22"/>
                      <a:pt x="22" y="23"/>
                    </a:cubicBezTo>
                    <a:cubicBezTo>
                      <a:pt x="22" y="25"/>
                      <a:pt x="20" y="26"/>
                      <a:pt x="19" y="27"/>
                    </a:cubicBezTo>
                    <a:cubicBezTo>
                      <a:pt x="18" y="27"/>
                      <a:pt x="18" y="27"/>
                      <a:pt x="17" y="27"/>
                    </a:cubicBezTo>
                    <a:cubicBezTo>
                      <a:pt x="17" y="28"/>
                      <a:pt x="17" y="29"/>
                      <a:pt x="17" y="29"/>
                    </a:cubicBezTo>
                    <a:cubicBezTo>
                      <a:pt x="18" y="31"/>
                      <a:pt x="18" y="33"/>
                      <a:pt x="18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8" y="38"/>
                      <a:pt x="18" y="39"/>
                      <a:pt x="18" y="39"/>
                    </a:cubicBezTo>
                    <a:cubicBezTo>
                      <a:pt x="17" y="40"/>
                      <a:pt x="15" y="41"/>
                      <a:pt x="15" y="41"/>
                    </a:cubicBezTo>
                    <a:cubicBezTo>
                      <a:pt x="14" y="41"/>
                      <a:pt x="13" y="41"/>
                      <a:pt x="13" y="41"/>
                    </a:cubicBezTo>
                    <a:cubicBezTo>
                      <a:pt x="12" y="41"/>
                      <a:pt x="11" y="39"/>
                      <a:pt x="11" y="39"/>
                    </a:cubicBezTo>
                    <a:cubicBezTo>
                      <a:pt x="10" y="38"/>
                      <a:pt x="8" y="35"/>
                      <a:pt x="7" y="37"/>
                    </a:cubicBezTo>
                    <a:cubicBezTo>
                      <a:pt x="7" y="37"/>
                      <a:pt x="7" y="38"/>
                      <a:pt x="7" y="39"/>
                    </a:cubicBezTo>
                    <a:cubicBezTo>
                      <a:pt x="7" y="39"/>
                      <a:pt x="6" y="40"/>
                      <a:pt x="5" y="40"/>
                    </a:cubicBezTo>
                    <a:cubicBezTo>
                      <a:pt x="5" y="41"/>
                      <a:pt x="4" y="41"/>
                      <a:pt x="3" y="41"/>
                    </a:cubicBezTo>
                    <a:cubicBezTo>
                      <a:pt x="3" y="41"/>
                      <a:pt x="2" y="40"/>
                      <a:pt x="2" y="39"/>
                    </a:cubicBezTo>
                    <a:cubicBezTo>
                      <a:pt x="1" y="38"/>
                      <a:pt x="0" y="36"/>
                      <a:pt x="0" y="35"/>
                    </a:cubicBezTo>
                    <a:cubicBezTo>
                      <a:pt x="0" y="32"/>
                      <a:pt x="0" y="29"/>
                      <a:pt x="0" y="26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2"/>
                      <a:pt x="0" y="22"/>
                      <a:pt x="0" y="21"/>
                    </a:cubicBezTo>
                    <a:cubicBezTo>
                      <a:pt x="0" y="19"/>
                      <a:pt x="1" y="17"/>
                      <a:pt x="1" y="15"/>
                    </a:cubicBezTo>
                    <a:cubicBezTo>
                      <a:pt x="1" y="14"/>
                      <a:pt x="1" y="13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" name="Freeform 3116">
                <a:extLst>
                  <a:ext uri="{FF2B5EF4-FFF2-40B4-BE49-F238E27FC236}">
                    <a16:creationId xmlns:a16="http://schemas.microsoft.com/office/drawing/2014/main" id="{276F9193-01C4-A840-B4D2-1B0CECB0B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476"/>
                <a:ext cx="8" cy="5"/>
              </a:xfrm>
              <a:custGeom>
                <a:avLst/>
                <a:gdLst>
                  <a:gd name="T0" fmla="*/ 9 w 19"/>
                  <a:gd name="T1" fmla="*/ 13 h 13"/>
                  <a:gd name="T2" fmla="*/ 4 w 19"/>
                  <a:gd name="T3" fmla="*/ 13 h 13"/>
                  <a:gd name="T4" fmla="*/ 3 w 19"/>
                  <a:gd name="T5" fmla="*/ 12 h 13"/>
                  <a:gd name="T6" fmla="*/ 1 w 19"/>
                  <a:gd name="T7" fmla="*/ 11 h 13"/>
                  <a:gd name="T8" fmla="*/ 1 w 19"/>
                  <a:gd name="T9" fmla="*/ 8 h 13"/>
                  <a:gd name="T10" fmla="*/ 4 w 19"/>
                  <a:gd name="T11" fmla="*/ 5 h 13"/>
                  <a:gd name="T12" fmla="*/ 6 w 19"/>
                  <a:gd name="T13" fmla="*/ 3 h 13"/>
                  <a:gd name="T14" fmla="*/ 8 w 19"/>
                  <a:gd name="T15" fmla="*/ 2 h 13"/>
                  <a:gd name="T16" fmla="*/ 13 w 19"/>
                  <a:gd name="T17" fmla="*/ 1 h 13"/>
                  <a:gd name="T18" fmla="*/ 16 w 19"/>
                  <a:gd name="T19" fmla="*/ 1 h 13"/>
                  <a:gd name="T20" fmla="*/ 18 w 19"/>
                  <a:gd name="T21" fmla="*/ 2 h 13"/>
                  <a:gd name="T22" fmla="*/ 18 w 19"/>
                  <a:gd name="T23" fmla="*/ 4 h 13"/>
                  <a:gd name="T24" fmla="*/ 17 w 19"/>
                  <a:gd name="T25" fmla="*/ 6 h 13"/>
                  <a:gd name="T26" fmla="*/ 13 w 19"/>
                  <a:gd name="T27" fmla="*/ 10 h 13"/>
                  <a:gd name="T28" fmla="*/ 9 w 19"/>
                  <a:gd name="T2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9" y="13"/>
                    </a:moveTo>
                    <a:cubicBezTo>
                      <a:pt x="7" y="13"/>
                      <a:pt x="6" y="13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6"/>
                      <a:pt x="2" y="5"/>
                      <a:pt x="4" y="5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10" y="2"/>
                      <a:pt x="11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7" y="0"/>
                      <a:pt x="18" y="1"/>
                      <a:pt x="18" y="2"/>
                    </a:cubicBezTo>
                    <a:cubicBezTo>
                      <a:pt x="19" y="3"/>
                      <a:pt x="19" y="4"/>
                      <a:pt x="18" y="4"/>
                    </a:cubicBezTo>
                    <a:cubicBezTo>
                      <a:pt x="18" y="5"/>
                      <a:pt x="18" y="5"/>
                      <a:pt x="17" y="6"/>
                    </a:cubicBezTo>
                    <a:cubicBezTo>
                      <a:pt x="16" y="7"/>
                      <a:pt x="15" y="8"/>
                      <a:pt x="13" y="10"/>
                    </a:cubicBezTo>
                    <a:cubicBezTo>
                      <a:pt x="12" y="11"/>
                      <a:pt x="10" y="12"/>
                      <a:pt x="9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" name="Freeform 3117">
                <a:extLst>
                  <a:ext uri="{FF2B5EF4-FFF2-40B4-BE49-F238E27FC236}">
                    <a16:creationId xmlns:a16="http://schemas.microsoft.com/office/drawing/2014/main" id="{447DBC91-526E-DA46-BD30-5C8AC1177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473"/>
                <a:ext cx="5" cy="2"/>
              </a:xfrm>
              <a:custGeom>
                <a:avLst/>
                <a:gdLst>
                  <a:gd name="T0" fmla="*/ 5 w 12"/>
                  <a:gd name="T1" fmla="*/ 0 h 7"/>
                  <a:gd name="T2" fmla="*/ 10 w 12"/>
                  <a:gd name="T3" fmla="*/ 0 h 7"/>
                  <a:gd name="T4" fmla="*/ 12 w 12"/>
                  <a:gd name="T5" fmla="*/ 3 h 7"/>
                  <a:gd name="T6" fmla="*/ 9 w 12"/>
                  <a:gd name="T7" fmla="*/ 7 h 7"/>
                  <a:gd name="T8" fmla="*/ 3 w 12"/>
                  <a:gd name="T9" fmla="*/ 6 h 7"/>
                  <a:gd name="T10" fmla="*/ 2 w 12"/>
                  <a:gd name="T11" fmla="*/ 1 h 7"/>
                  <a:gd name="T12" fmla="*/ 5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5" y="0"/>
                    </a:moveTo>
                    <a:cubicBezTo>
                      <a:pt x="7" y="0"/>
                      <a:pt x="9" y="0"/>
                      <a:pt x="10" y="0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5"/>
                      <a:pt x="11" y="6"/>
                      <a:pt x="9" y="7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2" y="5"/>
                      <a:pt x="0" y="3"/>
                      <a:pt x="2" y="1"/>
                    </a:cubicBezTo>
                    <a:cubicBezTo>
                      <a:pt x="3" y="1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" name="Freeform 3118">
                <a:extLst>
                  <a:ext uri="{FF2B5EF4-FFF2-40B4-BE49-F238E27FC236}">
                    <a16:creationId xmlns:a16="http://schemas.microsoft.com/office/drawing/2014/main" id="{894B616C-71BE-DC4A-B65E-267829898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61"/>
                <a:ext cx="40" cy="66"/>
              </a:xfrm>
              <a:custGeom>
                <a:avLst/>
                <a:gdLst>
                  <a:gd name="T0" fmla="*/ 57 w 97"/>
                  <a:gd name="T1" fmla="*/ 27 h 162"/>
                  <a:gd name="T2" fmla="*/ 58 w 97"/>
                  <a:gd name="T3" fmla="*/ 19 h 162"/>
                  <a:gd name="T4" fmla="*/ 68 w 97"/>
                  <a:gd name="T5" fmla="*/ 10 h 162"/>
                  <a:gd name="T6" fmla="*/ 68 w 97"/>
                  <a:gd name="T7" fmla="*/ 2 h 162"/>
                  <a:gd name="T8" fmla="*/ 81 w 97"/>
                  <a:gd name="T9" fmla="*/ 6 h 162"/>
                  <a:gd name="T10" fmla="*/ 79 w 97"/>
                  <a:gd name="T11" fmla="*/ 16 h 162"/>
                  <a:gd name="T12" fmla="*/ 74 w 97"/>
                  <a:gd name="T13" fmla="*/ 20 h 162"/>
                  <a:gd name="T14" fmla="*/ 86 w 97"/>
                  <a:gd name="T15" fmla="*/ 22 h 162"/>
                  <a:gd name="T16" fmla="*/ 92 w 97"/>
                  <a:gd name="T17" fmla="*/ 24 h 162"/>
                  <a:gd name="T18" fmla="*/ 88 w 97"/>
                  <a:gd name="T19" fmla="*/ 31 h 162"/>
                  <a:gd name="T20" fmla="*/ 76 w 97"/>
                  <a:gd name="T21" fmla="*/ 38 h 162"/>
                  <a:gd name="T22" fmla="*/ 86 w 97"/>
                  <a:gd name="T23" fmla="*/ 46 h 162"/>
                  <a:gd name="T24" fmla="*/ 72 w 97"/>
                  <a:gd name="T25" fmla="*/ 57 h 162"/>
                  <a:gd name="T26" fmla="*/ 77 w 97"/>
                  <a:gd name="T27" fmla="*/ 61 h 162"/>
                  <a:gd name="T28" fmla="*/ 68 w 97"/>
                  <a:gd name="T29" fmla="*/ 66 h 162"/>
                  <a:gd name="T30" fmla="*/ 70 w 97"/>
                  <a:gd name="T31" fmla="*/ 82 h 162"/>
                  <a:gd name="T32" fmla="*/ 85 w 97"/>
                  <a:gd name="T33" fmla="*/ 97 h 162"/>
                  <a:gd name="T34" fmla="*/ 68 w 97"/>
                  <a:gd name="T35" fmla="*/ 98 h 162"/>
                  <a:gd name="T36" fmla="*/ 56 w 97"/>
                  <a:gd name="T37" fmla="*/ 99 h 162"/>
                  <a:gd name="T38" fmla="*/ 53 w 97"/>
                  <a:gd name="T39" fmla="*/ 114 h 162"/>
                  <a:gd name="T40" fmla="*/ 49 w 97"/>
                  <a:gd name="T41" fmla="*/ 122 h 162"/>
                  <a:gd name="T42" fmla="*/ 50 w 97"/>
                  <a:gd name="T43" fmla="*/ 130 h 162"/>
                  <a:gd name="T44" fmla="*/ 39 w 97"/>
                  <a:gd name="T45" fmla="*/ 137 h 162"/>
                  <a:gd name="T46" fmla="*/ 36 w 97"/>
                  <a:gd name="T47" fmla="*/ 147 h 162"/>
                  <a:gd name="T48" fmla="*/ 32 w 97"/>
                  <a:gd name="T49" fmla="*/ 161 h 162"/>
                  <a:gd name="T50" fmla="*/ 27 w 97"/>
                  <a:gd name="T51" fmla="*/ 152 h 162"/>
                  <a:gd name="T52" fmla="*/ 20 w 97"/>
                  <a:gd name="T53" fmla="*/ 144 h 162"/>
                  <a:gd name="T54" fmla="*/ 31 w 97"/>
                  <a:gd name="T55" fmla="*/ 125 h 162"/>
                  <a:gd name="T56" fmla="*/ 39 w 97"/>
                  <a:gd name="T57" fmla="*/ 111 h 162"/>
                  <a:gd name="T58" fmla="*/ 40 w 97"/>
                  <a:gd name="T59" fmla="*/ 106 h 162"/>
                  <a:gd name="T60" fmla="*/ 39 w 97"/>
                  <a:gd name="T61" fmla="*/ 101 h 162"/>
                  <a:gd name="T62" fmla="*/ 49 w 97"/>
                  <a:gd name="T63" fmla="*/ 95 h 162"/>
                  <a:gd name="T64" fmla="*/ 46 w 97"/>
                  <a:gd name="T65" fmla="*/ 82 h 162"/>
                  <a:gd name="T66" fmla="*/ 51 w 97"/>
                  <a:gd name="T67" fmla="*/ 71 h 162"/>
                  <a:gd name="T68" fmla="*/ 48 w 97"/>
                  <a:gd name="T69" fmla="*/ 66 h 162"/>
                  <a:gd name="T70" fmla="*/ 42 w 97"/>
                  <a:gd name="T71" fmla="*/ 66 h 162"/>
                  <a:gd name="T72" fmla="*/ 42 w 97"/>
                  <a:gd name="T73" fmla="*/ 65 h 162"/>
                  <a:gd name="T74" fmla="*/ 39 w 97"/>
                  <a:gd name="T75" fmla="*/ 63 h 162"/>
                  <a:gd name="T76" fmla="*/ 39 w 97"/>
                  <a:gd name="T77" fmla="*/ 71 h 162"/>
                  <a:gd name="T78" fmla="*/ 33 w 97"/>
                  <a:gd name="T79" fmla="*/ 74 h 162"/>
                  <a:gd name="T80" fmla="*/ 24 w 97"/>
                  <a:gd name="T81" fmla="*/ 78 h 162"/>
                  <a:gd name="T82" fmla="*/ 18 w 97"/>
                  <a:gd name="T83" fmla="*/ 67 h 162"/>
                  <a:gd name="T84" fmla="*/ 24 w 97"/>
                  <a:gd name="T85" fmla="*/ 55 h 162"/>
                  <a:gd name="T86" fmla="*/ 18 w 97"/>
                  <a:gd name="T87" fmla="*/ 61 h 162"/>
                  <a:gd name="T88" fmla="*/ 13 w 97"/>
                  <a:gd name="T89" fmla="*/ 64 h 162"/>
                  <a:gd name="T90" fmla="*/ 13 w 97"/>
                  <a:gd name="T91" fmla="*/ 57 h 162"/>
                  <a:gd name="T92" fmla="*/ 5 w 97"/>
                  <a:gd name="T93" fmla="*/ 50 h 162"/>
                  <a:gd name="T94" fmla="*/ 5 w 97"/>
                  <a:gd name="T95" fmla="*/ 40 h 162"/>
                  <a:gd name="T96" fmla="*/ 16 w 97"/>
                  <a:gd name="T97" fmla="*/ 34 h 162"/>
                  <a:gd name="T98" fmla="*/ 28 w 97"/>
                  <a:gd name="T99" fmla="*/ 33 h 162"/>
                  <a:gd name="T100" fmla="*/ 34 w 97"/>
                  <a:gd name="T101" fmla="*/ 45 h 162"/>
                  <a:gd name="T102" fmla="*/ 39 w 97"/>
                  <a:gd name="T103" fmla="*/ 39 h 162"/>
                  <a:gd name="T104" fmla="*/ 47 w 97"/>
                  <a:gd name="T105" fmla="*/ 45 h 162"/>
                  <a:gd name="T106" fmla="*/ 52 w 97"/>
                  <a:gd name="T107" fmla="*/ 39 h 162"/>
                  <a:gd name="T108" fmla="*/ 57 w 97"/>
                  <a:gd name="T109" fmla="*/ 3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7" h="162">
                    <a:moveTo>
                      <a:pt x="61" y="31"/>
                    </a:moveTo>
                    <a:cubicBezTo>
                      <a:pt x="62" y="30"/>
                      <a:pt x="62" y="30"/>
                      <a:pt x="61" y="29"/>
                    </a:cubicBezTo>
                    <a:cubicBezTo>
                      <a:pt x="60" y="28"/>
                      <a:pt x="58" y="28"/>
                      <a:pt x="57" y="27"/>
                    </a:cubicBezTo>
                    <a:cubicBezTo>
                      <a:pt x="56" y="26"/>
                      <a:pt x="54" y="25"/>
                      <a:pt x="54" y="23"/>
                    </a:cubicBezTo>
                    <a:cubicBezTo>
                      <a:pt x="54" y="22"/>
                      <a:pt x="55" y="22"/>
                      <a:pt x="56" y="21"/>
                    </a:cubicBezTo>
                    <a:cubicBezTo>
                      <a:pt x="57" y="20"/>
                      <a:pt x="58" y="20"/>
                      <a:pt x="58" y="19"/>
                    </a:cubicBezTo>
                    <a:cubicBezTo>
                      <a:pt x="59" y="18"/>
                      <a:pt x="58" y="16"/>
                      <a:pt x="58" y="15"/>
                    </a:cubicBezTo>
                    <a:cubicBezTo>
                      <a:pt x="59" y="12"/>
                      <a:pt x="61" y="11"/>
                      <a:pt x="64" y="10"/>
                    </a:cubicBezTo>
                    <a:cubicBezTo>
                      <a:pt x="65" y="10"/>
                      <a:pt x="67" y="10"/>
                      <a:pt x="68" y="10"/>
                    </a:cubicBezTo>
                    <a:cubicBezTo>
                      <a:pt x="69" y="10"/>
                      <a:pt x="71" y="10"/>
                      <a:pt x="71" y="9"/>
                    </a:cubicBezTo>
                    <a:cubicBezTo>
                      <a:pt x="73" y="8"/>
                      <a:pt x="69" y="5"/>
                      <a:pt x="68" y="4"/>
                    </a:cubicBezTo>
                    <a:cubicBezTo>
                      <a:pt x="68" y="3"/>
                      <a:pt x="67" y="3"/>
                      <a:pt x="68" y="2"/>
                    </a:cubicBezTo>
                    <a:cubicBezTo>
                      <a:pt x="68" y="1"/>
                      <a:pt x="70" y="1"/>
                      <a:pt x="71" y="1"/>
                    </a:cubicBezTo>
                    <a:cubicBezTo>
                      <a:pt x="73" y="0"/>
                      <a:pt x="76" y="0"/>
                      <a:pt x="78" y="1"/>
                    </a:cubicBezTo>
                    <a:cubicBezTo>
                      <a:pt x="80" y="2"/>
                      <a:pt x="82" y="3"/>
                      <a:pt x="81" y="6"/>
                    </a:cubicBezTo>
                    <a:cubicBezTo>
                      <a:pt x="81" y="7"/>
                      <a:pt x="81" y="9"/>
                      <a:pt x="81" y="11"/>
                    </a:cubicBezTo>
                    <a:cubicBezTo>
                      <a:pt x="81" y="12"/>
                      <a:pt x="81" y="13"/>
                      <a:pt x="81" y="14"/>
                    </a:cubicBezTo>
                    <a:cubicBezTo>
                      <a:pt x="81" y="15"/>
                      <a:pt x="80" y="16"/>
                      <a:pt x="79" y="16"/>
                    </a:cubicBezTo>
                    <a:cubicBezTo>
                      <a:pt x="78" y="16"/>
                      <a:pt x="76" y="17"/>
                      <a:pt x="74" y="18"/>
                    </a:cubicBezTo>
                    <a:cubicBezTo>
                      <a:pt x="74" y="18"/>
                      <a:pt x="71" y="19"/>
                      <a:pt x="71" y="19"/>
                    </a:cubicBezTo>
                    <a:cubicBezTo>
                      <a:pt x="71" y="20"/>
                      <a:pt x="74" y="20"/>
                      <a:pt x="74" y="20"/>
                    </a:cubicBezTo>
                    <a:cubicBezTo>
                      <a:pt x="76" y="20"/>
                      <a:pt x="77" y="20"/>
                      <a:pt x="78" y="21"/>
                    </a:cubicBezTo>
                    <a:cubicBezTo>
                      <a:pt x="79" y="21"/>
                      <a:pt x="79" y="22"/>
                      <a:pt x="80" y="23"/>
                    </a:cubicBezTo>
                    <a:cubicBezTo>
                      <a:pt x="81" y="25"/>
                      <a:pt x="85" y="23"/>
                      <a:pt x="86" y="22"/>
                    </a:cubicBezTo>
                    <a:cubicBezTo>
                      <a:pt x="88" y="20"/>
                      <a:pt x="90" y="18"/>
                      <a:pt x="92" y="16"/>
                    </a:cubicBezTo>
                    <a:cubicBezTo>
                      <a:pt x="94" y="16"/>
                      <a:pt x="97" y="14"/>
                      <a:pt x="97" y="17"/>
                    </a:cubicBezTo>
                    <a:cubicBezTo>
                      <a:pt x="97" y="20"/>
                      <a:pt x="94" y="22"/>
                      <a:pt x="92" y="24"/>
                    </a:cubicBezTo>
                    <a:cubicBezTo>
                      <a:pt x="91" y="25"/>
                      <a:pt x="89" y="25"/>
                      <a:pt x="88" y="26"/>
                    </a:cubicBezTo>
                    <a:cubicBezTo>
                      <a:pt x="87" y="27"/>
                      <a:pt x="86" y="28"/>
                      <a:pt x="86" y="29"/>
                    </a:cubicBezTo>
                    <a:cubicBezTo>
                      <a:pt x="86" y="30"/>
                      <a:pt x="87" y="30"/>
                      <a:pt x="88" y="31"/>
                    </a:cubicBezTo>
                    <a:cubicBezTo>
                      <a:pt x="89" y="31"/>
                      <a:pt x="90" y="32"/>
                      <a:pt x="91" y="33"/>
                    </a:cubicBezTo>
                    <a:cubicBezTo>
                      <a:pt x="92" y="36"/>
                      <a:pt x="89" y="38"/>
                      <a:pt x="86" y="38"/>
                    </a:cubicBezTo>
                    <a:cubicBezTo>
                      <a:pt x="83" y="38"/>
                      <a:pt x="78" y="36"/>
                      <a:pt x="76" y="38"/>
                    </a:cubicBezTo>
                    <a:cubicBezTo>
                      <a:pt x="74" y="39"/>
                      <a:pt x="74" y="41"/>
                      <a:pt x="75" y="42"/>
                    </a:cubicBezTo>
                    <a:cubicBezTo>
                      <a:pt x="76" y="44"/>
                      <a:pt x="79" y="44"/>
                      <a:pt x="81" y="44"/>
                    </a:cubicBezTo>
                    <a:cubicBezTo>
                      <a:pt x="82" y="44"/>
                      <a:pt x="84" y="44"/>
                      <a:pt x="86" y="46"/>
                    </a:cubicBezTo>
                    <a:cubicBezTo>
                      <a:pt x="87" y="47"/>
                      <a:pt x="86" y="48"/>
                      <a:pt x="86" y="49"/>
                    </a:cubicBezTo>
                    <a:cubicBezTo>
                      <a:pt x="84" y="53"/>
                      <a:pt x="81" y="53"/>
                      <a:pt x="78" y="53"/>
                    </a:cubicBezTo>
                    <a:cubicBezTo>
                      <a:pt x="76" y="53"/>
                      <a:pt x="70" y="54"/>
                      <a:pt x="72" y="57"/>
                    </a:cubicBezTo>
                    <a:cubicBezTo>
                      <a:pt x="73" y="58"/>
                      <a:pt x="75" y="58"/>
                      <a:pt x="77" y="58"/>
                    </a:cubicBezTo>
                    <a:cubicBezTo>
                      <a:pt x="77" y="59"/>
                      <a:pt x="80" y="59"/>
                      <a:pt x="80" y="59"/>
                    </a:cubicBezTo>
                    <a:cubicBezTo>
                      <a:pt x="80" y="60"/>
                      <a:pt x="78" y="61"/>
                      <a:pt x="77" y="61"/>
                    </a:cubicBezTo>
                    <a:cubicBezTo>
                      <a:pt x="76" y="62"/>
                      <a:pt x="74" y="63"/>
                      <a:pt x="73" y="65"/>
                    </a:cubicBezTo>
                    <a:cubicBezTo>
                      <a:pt x="72" y="65"/>
                      <a:pt x="71" y="66"/>
                      <a:pt x="70" y="66"/>
                    </a:cubicBezTo>
                    <a:cubicBezTo>
                      <a:pt x="69" y="66"/>
                      <a:pt x="69" y="66"/>
                      <a:pt x="68" y="66"/>
                    </a:cubicBezTo>
                    <a:cubicBezTo>
                      <a:pt x="65" y="65"/>
                      <a:pt x="62" y="66"/>
                      <a:pt x="62" y="69"/>
                    </a:cubicBezTo>
                    <a:cubicBezTo>
                      <a:pt x="62" y="72"/>
                      <a:pt x="66" y="73"/>
                      <a:pt x="67" y="75"/>
                    </a:cubicBezTo>
                    <a:cubicBezTo>
                      <a:pt x="69" y="77"/>
                      <a:pt x="68" y="81"/>
                      <a:pt x="70" y="82"/>
                    </a:cubicBezTo>
                    <a:cubicBezTo>
                      <a:pt x="72" y="85"/>
                      <a:pt x="76" y="83"/>
                      <a:pt x="79" y="86"/>
                    </a:cubicBezTo>
                    <a:cubicBezTo>
                      <a:pt x="81" y="87"/>
                      <a:pt x="79" y="91"/>
                      <a:pt x="81" y="93"/>
                    </a:cubicBezTo>
                    <a:cubicBezTo>
                      <a:pt x="82" y="94"/>
                      <a:pt x="87" y="95"/>
                      <a:pt x="85" y="97"/>
                    </a:cubicBezTo>
                    <a:cubicBezTo>
                      <a:pt x="83" y="99"/>
                      <a:pt x="79" y="98"/>
                      <a:pt x="77" y="99"/>
                    </a:cubicBezTo>
                    <a:cubicBezTo>
                      <a:pt x="74" y="100"/>
                      <a:pt x="75" y="103"/>
                      <a:pt x="73" y="105"/>
                    </a:cubicBezTo>
                    <a:cubicBezTo>
                      <a:pt x="69" y="106"/>
                      <a:pt x="69" y="100"/>
                      <a:pt x="68" y="98"/>
                    </a:cubicBezTo>
                    <a:cubicBezTo>
                      <a:pt x="68" y="97"/>
                      <a:pt x="68" y="96"/>
                      <a:pt x="67" y="95"/>
                    </a:cubicBezTo>
                    <a:cubicBezTo>
                      <a:pt x="65" y="95"/>
                      <a:pt x="64" y="95"/>
                      <a:pt x="62" y="95"/>
                    </a:cubicBezTo>
                    <a:cubicBezTo>
                      <a:pt x="60" y="96"/>
                      <a:pt x="57" y="96"/>
                      <a:pt x="56" y="99"/>
                    </a:cubicBezTo>
                    <a:cubicBezTo>
                      <a:pt x="56" y="102"/>
                      <a:pt x="56" y="104"/>
                      <a:pt x="56" y="107"/>
                    </a:cubicBezTo>
                    <a:cubicBezTo>
                      <a:pt x="55" y="107"/>
                      <a:pt x="54" y="109"/>
                      <a:pt x="54" y="110"/>
                    </a:cubicBezTo>
                    <a:cubicBezTo>
                      <a:pt x="53" y="111"/>
                      <a:pt x="53" y="113"/>
                      <a:pt x="53" y="114"/>
                    </a:cubicBezTo>
                    <a:cubicBezTo>
                      <a:pt x="53" y="116"/>
                      <a:pt x="53" y="118"/>
                      <a:pt x="52" y="119"/>
                    </a:cubicBezTo>
                    <a:cubicBezTo>
                      <a:pt x="52" y="120"/>
                      <a:pt x="52" y="120"/>
                      <a:pt x="51" y="120"/>
                    </a:cubicBezTo>
                    <a:cubicBezTo>
                      <a:pt x="50" y="120"/>
                      <a:pt x="49" y="121"/>
                      <a:pt x="49" y="122"/>
                    </a:cubicBezTo>
                    <a:cubicBezTo>
                      <a:pt x="48" y="124"/>
                      <a:pt x="48" y="125"/>
                      <a:pt x="48" y="126"/>
                    </a:cubicBezTo>
                    <a:cubicBezTo>
                      <a:pt x="48" y="127"/>
                      <a:pt x="48" y="128"/>
                      <a:pt x="49" y="129"/>
                    </a:cubicBezTo>
                    <a:cubicBezTo>
                      <a:pt x="49" y="129"/>
                      <a:pt x="50" y="129"/>
                      <a:pt x="50" y="130"/>
                    </a:cubicBezTo>
                    <a:cubicBezTo>
                      <a:pt x="51" y="131"/>
                      <a:pt x="49" y="132"/>
                      <a:pt x="48" y="132"/>
                    </a:cubicBezTo>
                    <a:cubicBezTo>
                      <a:pt x="46" y="132"/>
                      <a:pt x="45" y="131"/>
                      <a:pt x="44" y="132"/>
                    </a:cubicBezTo>
                    <a:cubicBezTo>
                      <a:pt x="42" y="133"/>
                      <a:pt x="40" y="135"/>
                      <a:pt x="39" y="137"/>
                    </a:cubicBezTo>
                    <a:cubicBezTo>
                      <a:pt x="39" y="138"/>
                      <a:pt x="39" y="139"/>
                      <a:pt x="39" y="140"/>
                    </a:cubicBezTo>
                    <a:cubicBezTo>
                      <a:pt x="39" y="140"/>
                      <a:pt x="38" y="141"/>
                      <a:pt x="38" y="142"/>
                    </a:cubicBezTo>
                    <a:cubicBezTo>
                      <a:pt x="37" y="143"/>
                      <a:pt x="36" y="145"/>
                      <a:pt x="36" y="147"/>
                    </a:cubicBezTo>
                    <a:cubicBezTo>
                      <a:pt x="36" y="148"/>
                      <a:pt x="36" y="149"/>
                      <a:pt x="36" y="150"/>
                    </a:cubicBezTo>
                    <a:cubicBezTo>
                      <a:pt x="36" y="153"/>
                      <a:pt x="34" y="155"/>
                      <a:pt x="34" y="158"/>
                    </a:cubicBezTo>
                    <a:cubicBezTo>
                      <a:pt x="33" y="159"/>
                      <a:pt x="33" y="161"/>
                      <a:pt x="32" y="161"/>
                    </a:cubicBezTo>
                    <a:cubicBezTo>
                      <a:pt x="31" y="162"/>
                      <a:pt x="30" y="161"/>
                      <a:pt x="29" y="160"/>
                    </a:cubicBezTo>
                    <a:cubicBezTo>
                      <a:pt x="28" y="158"/>
                      <a:pt x="28" y="157"/>
                      <a:pt x="28" y="155"/>
                    </a:cubicBezTo>
                    <a:cubicBezTo>
                      <a:pt x="28" y="154"/>
                      <a:pt x="28" y="152"/>
                      <a:pt x="27" y="152"/>
                    </a:cubicBezTo>
                    <a:cubicBezTo>
                      <a:pt x="25" y="152"/>
                      <a:pt x="24" y="152"/>
                      <a:pt x="22" y="152"/>
                    </a:cubicBezTo>
                    <a:cubicBezTo>
                      <a:pt x="21" y="152"/>
                      <a:pt x="20" y="151"/>
                      <a:pt x="20" y="149"/>
                    </a:cubicBezTo>
                    <a:cubicBezTo>
                      <a:pt x="20" y="148"/>
                      <a:pt x="19" y="146"/>
                      <a:pt x="20" y="144"/>
                    </a:cubicBezTo>
                    <a:cubicBezTo>
                      <a:pt x="20" y="142"/>
                      <a:pt x="22" y="142"/>
                      <a:pt x="23" y="141"/>
                    </a:cubicBezTo>
                    <a:cubicBezTo>
                      <a:pt x="26" y="140"/>
                      <a:pt x="30" y="139"/>
                      <a:pt x="30" y="136"/>
                    </a:cubicBezTo>
                    <a:cubicBezTo>
                      <a:pt x="31" y="133"/>
                      <a:pt x="29" y="129"/>
                      <a:pt x="31" y="125"/>
                    </a:cubicBezTo>
                    <a:cubicBezTo>
                      <a:pt x="31" y="124"/>
                      <a:pt x="32" y="123"/>
                      <a:pt x="33" y="123"/>
                    </a:cubicBezTo>
                    <a:cubicBezTo>
                      <a:pt x="35" y="122"/>
                      <a:pt x="36" y="121"/>
                      <a:pt x="36" y="120"/>
                    </a:cubicBezTo>
                    <a:cubicBezTo>
                      <a:pt x="38" y="117"/>
                      <a:pt x="37" y="113"/>
                      <a:pt x="39" y="111"/>
                    </a:cubicBezTo>
                    <a:cubicBezTo>
                      <a:pt x="41" y="110"/>
                      <a:pt x="42" y="109"/>
                      <a:pt x="43" y="107"/>
                    </a:cubicBezTo>
                    <a:cubicBezTo>
                      <a:pt x="43" y="106"/>
                      <a:pt x="44" y="105"/>
                      <a:pt x="43" y="104"/>
                    </a:cubicBezTo>
                    <a:cubicBezTo>
                      <a:pt x="42" y="104"/>
                      <a:pt x="40" y="105"/>
                      <a:pt x="40" y="106"/>
                    </a:cubicBezTo>
                    <a:cubicBezTo>
                      <a:pt x="39" y="107"/>
                      <a:pt x="38" y="108"/>
                      <a:pt x="37" y="108"/>
                    </a:cubicBezTo>
                    <a:cubicBezTo>
                      <a:pt x="36" y="107"/>
                      <a:pt x="36" y="105"/>
                      <a:pt x="36" y="104"/>
                    </a:cubicBezTo>
                    <a:cubicBezTo>
                      <a:pt x="37" y="103"/>
                      <a:pt x="38" y="102"/>
                      <a:pt x="39" y="101"/>
                    </a:cubicBezTo>
                    <a:cubicBezTo>
                      <a:pt x="40" y="100"/>
                      <a:pt x="41" y="99"/>
                      <a:pt x="42" y="98"/>
                    </a:cubicBezTo>
                    <a:cubicBezTo>
                      <a:pt x="43" y="97"/>
                      <a:pt x="44" y="96"/>
                      <a:pt x="46" y="96"/>
                    </a:cubicBezTo>
                    <a:cubicBezTo>
                      <a:pt x="47" y="96"/>
                      <a:pt x="48" y="96"/>
                      <a:pt x="49" y="95"/>
                    </a:cubicBezTo>
                    <a:cubicBezTo>
                      <a:pt x="50" y="93"/>
                      <a:pt x="50" y="90"/>
                      <a:pt x="50" y="88"/>
                    </a:cubicBezTo>
                    <a:cubicBezTo>
                      <a:pt x="50" y="86"/>
                      <a:pt x="49" y="86"/>
                      <a:pt x="48" y="85"/>
                    </a:cubicBezTo>
                    <a:cubicBezTo>
                      <a:pt x="46" y="85"/>
                      <a:pt x="46" y="83"/>
                      <a:pt x="46" y="82"/>
                    </a:cubicBezTo>
                    <a:cubicBezTo>
                      <a:pt x="46" y="81"/>
                      <a:pt x="46" y="79"/>
                      <a:pt x="47" y="77"/>
                    </a:cubicBezTo>
                    <a:cubicBezTo>
                      <a:pt x="48" y="77"/>
                      <a:pt x="49" y="76"/>
                      <a:pt x="49" y="76"/>
                    </a:cubicBezTo>
                    <a:cubicBezTo>
                      <a:pt x="50" y="74"/>
                      <a:pt x="50" y="72"/>
                      <a:pt x="51" y="71"/>
                    </a:cubicBezTo>
                    <a:cubicBezTo>
                      <a:pt x="52" y="69"/>
                      <a:pt x="53" y="67"/>
                      <a:pt x="53" y="65"/>
                    </a:cubicBezTo>
                    <a:cubicBezTo>
                      <a:pt x="54" y="63"/>
                      <a:pt x="51" y="64"/>
                      <a:pt x="50" y="65"/>
                    </a:cubicBezTo>
                    <a:cubicBezTo>
                      <a:pt x="49" y="65"/>
                      <a:pt x="49" y="66"/>
                      <a:pt x="48" y="66"/>
                    </a:cubicBezTo>
                    <a:cubicBezTo>
                      <a:pt x="47" y="67"/>
                      <a:pt x="47" y="68"/>
                      <a:pt x="45" y="69"/>
                    </a:cubicBezTo>
                    <a:cubicBezTo>
                      <a:pt x="45" y="69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3" y="63"/>
                    </a:cubicBezTo>
                    <a:cubicBezTo>
                      <a:pt x="43" y="62"/>
                      <a:pt x="44" y="60"/>
                      <a:pt x="42" y="60"/>
                    </a:cubicBezTo>
                    <a:cubicBezTo>
                      <a:pt x="41" y="60"/>
                      <a:pt x="40" y="62"/>
                      <a:pt x="39" y="63"/>
                    </a:cubicBezTo>
                    <a:cubicBezTo>
                      <a:pt x="39" y="64"/>
                      <a:pt x="39" y="65"/>
                      <a:pt x="39" y="66"/>
                    </a:cubicBezTo>
                    <a:cubicBezTo>
                      <a:pt x="39" y="67"/>
                      <a:pt x="39" y="69"/>
                      <a:pt x="39" y="70"/>
                    </a:cubicBezTo>
                    <a:cubicBezTo>
                      <a:pt x="39" y="70"/>
                      <a:pt x="39" y="70"/>
                      <a:pt x="39" y="71"/>
                    </a:cubicBezTo>
                    <a:cubicBezTo>
                      <a:pt x="39" y="71"/>
                      <a:pt x="39" y="72"/>
                      <a:pt x="39" y="73"/>
                    </a:cubicBezTo>
                    <a:cubicBezTo>
                      <a:pt x="39" y="74"/>
                      <a:pt x="38" y="75"/>
                      <a:pt x="38" y="76"/>
                    </a:cubicBezTo>
                    <a:cubicBezTo>
                      <a:pt x="36" y="77"/>
                      <a:pt x="33" y="76"/>
                      <a:pt x="33" y="74"/>
                    </a:cubicBezTo>
                    <a:cubicBezTo>
                      <a:pt x="30" y="74"/>
                      <a:pt x="30" y="78"/>
                      <a:pt x="29" y="80"/>
                    </a:cubicBezTo>
                    <a:cubicBezTo>
                      <a:pt x="28" y="81"/>
                      <a:pt x="27" y="81"/>
                      <a:pt x="26" y="81"/>
                    </a:cubicBezTo>
                    <a:cubicBezTo>
                      <a:pt x="24" y="81"/>
                      <a:pt x="24" y="79"/>
                      <a:pt x="24" y="78"/>
                    </a:cubicBezTo>
                    <a:cubicBezTo>
                      <a:pt x="24" y="76"/>
                      <a:pt x="24" y="75"/>
                      <a:pt x="22" y="75"/>
                    </a:cubicBezTo>
                    <a:cubicBezTo>
                      <a:pt x="21" y="74"/>
                      <a:pt x="21" y="74"/>
                      <a:pt x="20" y="73"/>
                    </a:cubicBezTo>
                    <a:cubicBezTo>
                      <a:pt x="18" y="72"/>
                      <a:pt x="17" y="69"/>
                      <a:pt x="18" y="67"/>
                    </a:cubicBezTo>
                    <a:cubicBezTo>
                      <a:pt x="19" y="64"/>
                      <a:pt x="24" y="66"/>
                      <a:pt x="26" y="63"/>
                    </a:cubicBezTo>
                    <a:cubicBezTo>
                      <a:pt x="26" y="61"/>
                      <a:pt x="26" y="59"/>
                      <a:pt x="25" y="58"/>
                    </a:cubicBezTo>
                    <a:cubicBezTo>
                      <a:pt x="25" y="57"/>
                      <a:pt x="25" y="55"/>
                      <a:pt x="24" y="55"/>
                    </a:cubicBezTo>
                    <a:cubicBezTo>
                      <a:pt x="23" y="54"/>
                      <a:pt x="22" y="55"/>
                      <a:pt x="21" y="56"/>
                    </a:cubicBezTo>
                    <a:cubicBezTo>
                      <a:pt x="21" y="58"/>
                      <a:pt x="21" y="59"/>
                      <a:pt x="21" y="60"/>
                    </a:cubicBezTo>
                    <a:cubicBezTo>
                      <a:pt x="20" y="61"/>
                      <a:pt x="19" y="61"/>
                      <a:pt x="18" y="61"/>
                    </a:cubicBezTo>
                    <a:cubicBezTo>
                      <a:pt x="17" y="61"/>
                      <a:pt x="17" y="60"/>
                      <a:pt x="16" y="60"/>
                    </a:cubicBezTo>
                    <a:cubicBezTo>
                      <a:pt x="15" y="61"/>
                      <a:pt x="15" y="62"/>
                      <a:pt x="15" y="63"/>
                    </a:cubicBezTo>
                    <a:cubicBezTo>
                      <a:pt x="15" y="64"/>
                      <a:pt x="14" y="64"/>
                      <a:pt x="13" y="64"/>
                    </a:cubicBezTo>
                    <a:cubicBezTo>
                      <a:pt x="12" y="64"/>
                      <a:pt x="10" y="63"/>
                      <a:pt x="11" y="61"/>
                    </a:cubicBezTo>
                    <a:cubicBezTo>
                      <a:pt x="11" y="61"/>
                      <a:pt x="12" y="60"/>
                      <a:pt x="12" y="59"/>
                    </a:cubicBezTo>
                    <a:cubicBezTo>
                      <a:pt x="12" y="59"/>
                      <a:pt x="13" y="58"/>
                      <a:pt x="13" y="57"/>
                    </a:cubicBezTo>
                    <a:cubicBezTo>
                      <a:pt x="11" y="57"/>
                      <a:pt x="11" y="58"/>
                      <a:pt x="10" y="59"/>
                    </a:cubicBezTo>
                    <a:cubicBezTo>
                      <a:pt x="9" y="60"/>
                      <a:pt x="8" y="61"/>
                      <a:pt x="7" y="60"/>
                    </a:cubicBezTo>
                    <a:cubicBezTo>
                      <a:pt x="3" y="58"/>
                      <a:pt x="7" y="52"/>
                      <a:pt x="5" y="50"/>
                    </a:cubicBezTo>
                    <a:cubicBezTo>
                      <a:pt x="4" y="48"/>
                      <a:pt x="3" y="49"/>
                      <a:pt x="2" y="48"/>
                    </a:cubicBezTo>
                    <a:cubicBezTo>
                      <a:pt x="0" y="47"/>
                      <a:pt x="1" y="45"/>
                      <a:pt x="2" y="44"/>
                    </a:cubicBezTo>
                    <a:cubicBezTo>
                      <a:pt x="3" y="43"/>
                      <a:pt x="5" y="42"/>
                      <a:pt x="5" y="40"/>
                    </a:cubicBezTo>
                    <a:cubicBezTo>
                      <a:pt x="6" y="39"/>
                      <a:pt x="5" y="37"/>
                      <a:pt x="6" y="35"/>
                    </a:cubicBezTo>
                    <a:cubicBezTo>
                      <a:pt x="7" y="32"/>
                      <a:pt x="11" y="30"/>
                      <a:pt x="14" y="32"/>
                    </a:cubicBezTo>
                    <a:cubicBezTo>
                      <a:pt x="15" y="32"/>
                      <a:pt x="16" y="33"/>
                      <a:pt x="16" y="34"/>
                    </a:cubicBezTo>
                    <a:cubicBezTo>
                      <a:pt x="17" y="36"/>
                      <a:pt x="17" y="37"/>
                      <a:pt x="17" y="38"/>
                    </a:cubicBezTo>
                    <a:cubicBezTo>
                      <a:pt x="19" y="40"/>
                      <a:pt x="25" y="40"/>
                      <a:pt x="26" y="37"/>
                    </a:cubicBezTo>
                    <a:cubicBezTo>
                      <a:pt x="27" y="36"/>
                      <a:pt x="26" y="34"/>
                      <a:pt x="28" y="33"/>
                    </a:cubicBezTo>
                    <a:cubicBezTo>
                      <a:pt x="29" y="32"/>
                      <a:pt x="32" y="33"/>
                      <a:pt x="33" y="35"/>
                    </a:cubicBezTo>
                    <a:cubicBezTo>
                      <a:pt x="34" y="36"/>
                      <a:pt x="32" y="38"/>
                      <a:pt x="32" y="40"/>
                    </a:cubicBezTo>
                    <a:cubicBezTo>
                      <a:pt x="32" y="41"/>
                      <a:pt x="32" y="45"/>
                      <a:pt x="34" y="45"/>
                    </a:cubicBezTo>
                    <a:cubicBezTo>
                      <a:pt x="34" y="45"/>
                      <a:pt x="35" y="43"/>
                      <a:pt x="35" y="43"/>
                    </a:cubicBezTo>
                    <a:cubicBezTo>
                      <a:pt x="36" y="42"/>
                      <a:pt x="38" y="42"/>
                      <a:pt x="39" y="42"/>
                    </a:cubicBezTo>
                    <a:cubicBezTo>
                      <a:pt x="39" y="41"/>
                      <a:pt x="39" y="40"/>
                      <a:pt x="39" y="39"/>
                    </a:cubicBezTo>
                    <a:cubicBezTo>
                      <a:pt x="39" y="38"/>
                      <a:pt x="40" y="38"/>
                      <a:pt x="41" y="38"/>
                    </a:cubicBezTo>
                    <a:cubicBezTo>
                      <a:pt x="44" y="38"/>
                      <a:pt x="43" y="41"/>
                      <a:pt x="45" y="43"/>
                    </a:cubicBezTo>
                    <a:cubicBezTo>
                      <a:pt x="45" y="44"/>
                      <a:pt x="46" y="45"/>
                      <a:pt x="47" y="45"/>
                    </a:cubicBezTo>
                    <a:cubicBezTo>
                      <a:pt x="48" y="46"/>
                      <a:pt x="50" y="45"/>
                      <a:pt x="51" y="45"/>
                    </a:cubicBezTo>
                    <a:cubicBezTo>
                      <a:pt x="52" y="44"/>
                      <a:pt x="52" y="44"/>
                      <a:pt x="52" y="43"/>
                    </a:cubicBezTo>
                    <a:cubicBezTo>
                      <a:pt x="52" y="41"/>
                      <a:pt x="52" y="40"/>
                      <a:pt x="52" y="39"/>
                    </a:cubicBezTo>
                    <a:cubicBezTo>
                      <a:pt x="51" y="38"/>
                      <a:pt x="50" y="37"/>
                      <a:pt x="51" y="36"/>
                    </a:cubicBezTo>
                    <a:cubicBezTo>
                      <a:pt x="51" y="35"/>
                      <a:pt x="52" y="34"/>
                      <a:pt x="53" y="34"/>
                    </a:cubicBezTo>
                    <a:cubicBezTo>
                      <a:pt x="54" y="33"/>
                      <a:pt x="55" y="32"/>
                      <a:pt x="57" y="32"/>
                    </a:cubicBezTo>
                    <a:cubicBezTo>
                      <a:pt x="58" y="31"/>
                      <a:pt x="60" y="31"/>
                      <a:pt x="61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" name="Freeform 3120">
                <a:extLst>
                  <a:ext uri="{FF2B5EF4-FFF2-40B4-BE49-F238E27FC236}">
                    <a16:creationId xmlns:a16="http://schemas.microsoft.com/office/drawing/2014/main" id="{F3047209-2E50-CC4E-82CE-D0AD5D57A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13"/>
                <a:ext cx="8" cy="7"/>
              </a:xfrm>
              <a:custGeom>
                <a:avLst/>
                <a:gdLst>
                  <a:gd name="T0" fmla="*/ 7 w 20"/>
                  <a:gd name="T1" fmla="*/ 6 h 17"/>
                  <a:gd name="T2" fmla="*/ 4 w 20"/>
                  <a:gd name="T3" fmla="*/ 6 h 17"/>
                  <a:gd name="T4" fmla="*/ 1 w 20"/>
                  <a:gd name="T5" fmla="*/ 3 h 17"/>
                  <a:gd name="T6" fmla="*/ 0 w 20"/>
                  <a:gd name="T7" fmla="*/ 2 h 17"/>
                  <a:gd name="T8" fmla="*/ 1 w 20"/>
                  <a:gd name="T9" fmla="*/ 1 h 17"/>
                  <a:gd name="T10" fmla="*/ 4 w 20"/>
                  <a:gd name="T11" fmla="*/ 0 h 17"/>
                  <a:gd name="T12" fmla="*/ 7 w 20"/>
                  <a:gd name="T13" fmla="*/ 0 h 17"/>
                  <a:gd name="T14" fmla="*/ 10 w 20"/>
                  <a:gd name="T15" fmla="*/ 0 h 17"/>
                  <a:gd name="T16" fmla="*/ 14 w 20"/>
                  <a:gd name="T17" fmla="*/ 2 h 17"/>
                  <a:gd name="T18" fmla="*/ 17 w 20"/>
                  <a:gd name="T19" fmla="*/ 5 h 17"/>
                  <a:gd name="T20" fmla="*/ 19 w 20"/>
                  <a:gd name="T21" fmla="*/ 10 h 17"/>
                  <a:gd name="T22" fmla="*/ 18 w 20"/>
                  <a:gd name="T23" fmla="*/ 13 h 17"/>
                  <a:gd name="T24" fmla="*/ 15 w 20"/>
                  <a:gd name="T25" fmla="*/ 15 h 17"/>
                  <a:gd name="T26" fmla="*/ 14 w 20"/>
                  <a:gd name="T27" fmla="*/ 16 h 17"/>
                  <a:gd name="T28" fmla="*/ 11 w 20"/>
                  <a:gd name="T29" fmla="*/ 17 h 17"/>
                  <a:gd name="T30" fmla="*/ 12 w 20"/>
                  <a:gd name="T31" fmla="*/ 11 h 17"/>
                  <a:gd name="T32" fmla="*/ 11 w 20"/>
                  <a:gd name="T33" fmla="*/ 7 h 17"/>
                  <a:gd name="T34" fmla="*/ 7 w 20"/>
                  <a:gd name="T3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7">
                    <a:moveTo>
                      <a:pt x="7" y="6"/>
                    </a:moveTo>
                    <a:cubicBezTo>
                      <a:pt x="6" y="6"/>
                      <a:pt x="5" y="6"/>
                      <a:pt x="4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2"/>
                      <a:pt x="16" y="4"/>
                      <a:pt x="17" y="5"/>
                    </a:cubicBezTo>
                    <a:cubicBezTo>
                      <a:pt x="19" y="6"/>
                      <a:pt x="20" y="7"/>
                      <a:pt x="19" y="10"/>
                    </a:cubicBezTo>
                    <a:cubicBezTo>
                      <a:pt x="19" y="11"/>
                      <a:pt x="18" y="12"/>
                      <a:pt x="18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5" y="15"/>
                      <a:pt x="15" y="16"/>
                      <a:pt x="14" y="16"/>
                    </a:cubicBezTo>
                    <a:cubicBezTo>
                      <a:pt x="13" y="16"/>
                      <a:pt x="12" y="17"/>
                      <a:pt x="11" y="17"/>
                    </a:cubicBezTo>
                    <a:cubicBezTo>
                      <a:pt x="11" y="15"/>
                      <a:pt x="11" y="13"/>
                      <a:pt x="12" y="11"/>
                    </a:cubicBezTo>
                    <a:cubicBezTo>
                      <a:pt x="13" y="9"/>
                      <a:pt x="13" y="8"/>
                      <a:pt x="11" y="7"/>
                    </a:cubicBezTo>
                    <a:cubicBezTo>
                      <a:pt x="10" y="6"/>
                      <a:pt x="8" y="7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" name="Freeform 3123">
                <a:extLst>
                  <a:ext uri="{FF2B5EF4-FFF2-40B4-BE49-F238E27FC236}">
                    <a16:creationId xmlns:a16="http://schemas.microsoft.com/office/drawing/2014/main" id="{6AA907FD-2A59-D944-8EE8-57F920E42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905"/>
                <a:ext cx="2" cy="3"/>
              </a:xfrm>
              <a:custGeom>
                <a:avLst/>
                <a:gdLst>
                  <a:gd name="T0" fmla="*/ 4 w 5"/>
                  <a:gd name="T1" fmla="*/ 3 h 9"/>
                  <a:gd name="T2" fmla="*/ 4 w 5"/>
                  <a:gd name="T3" fmla="*/ 7 h 9"/>
                  <a:gd name="T4" fmla="*/ 0 w 5"/>
                  <a:gd name="T5" fmla="*/ 6 h 9"/>
                  <a:gd name="T6" fmla="*/ 4 w 5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4" y="3"/>
                    </a:moveTo>
                    <a:cubicBezTo>
                      <a:pt x="5" y="4"/>
                      <a:pt x="5" y="6"/>
                      <a:pt x="4" y="7"/>
                    </a:cubicBezTo>
                    <a:cubicBezTo>
                      <a:pt x="3" y="9"/>
                      <a:pt x="0" y="8"/>
                      <a:pt x="0" y="6"/>
                    </a:cubicBezTo>
                    <a:cubicBezTo>
                      <a:pt x="0" y="5"/>
                      <a:pt x="2" y="0"/>
                      <a:pt x="4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" name="Freeform 3124">
                <a:extLst>
                  <a:ext uri="{FF2B5EF4-FFF2-40B4-BE49-F238E27FC236}">
                    <a16:creationId xmlns:a16="http://schemas.microsoft.com/office/drawing/2014/main" id="{B68136FB-7421-F647-8592-1082CFFBC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863"/>
                <a:ext cx="10" cy="24"/>
              </a:xfrm>
              <a:custGeom>
                <a:avLst/>
                <a:gdLst>
                  <a:gd name="T0" fmla="*/ 11 w 25"/>
                  <a:gd name="T1" fmla="*/ 46 h 59"/>
                  <a:gd name="T2" fmla="*/ 10 w 25"/>
                  <a:gd name="T3" fmla="*/ 44 h 59"/>
                  <a:gd name="T4" fmla="*/ 8 w 25"/>
                  <a:gd name="T5" fmla="*/ 42 h 59"/>
                  <a:gd name="T6" fmla="*/ 6 w 25"/>
                  <a:gd name="T7" fmla="*/ 38 h 59"/>
                  <a:gd name="T8" fmla="*/ 5 w 25"/>
                  <a:gd name="T9" fmla="*/ 35 h 59"/>
                  <a:gd name="T10" fmla="*/ 6 w 25"/>
                  <a:gd name="T11" fmla="*/ 33 h 59"/>
                  <a:gd name="T12" fmla="*/ 5 w 25"/>
                  <a:gd name="T13" fmla="*/ 27 h 59"/>
                  <a:gd name="T14" fmla="*/ 9 w 25"/>
                  <a:gd name="T15" fmla="*/ 25 h 59"/>
                  <a:gd name="T16" fmla="*/ 9 w 25"/>
                  <a:gd name="T17" fmla="*/ 21 h 59"/>
                  <a:gd name="T18" fmla="*/ 2 w 25"/>
                  <a:gd name="T19" fmla="*/ 16 h 59"/>
                  <a:gd name="T20" fmla="*/ 1 w 25"/>
                  <a:gd name="T21" fmla="*/ 7 h 59"/>
                  <a:gd name="T22" fmla="*/ 6 w 25"/>
                  <a:gd name="T23" fmla="*/ 1 h 59"/>
                  <a:gd name="T24" fmla="*/ 12 w 25"/>
                  <a:gd name="T25" fmla="*/ 6 h 59"/>
                  <a:gd name="T26" fmla="*/ 15 w 25"/>
                  <a:gd name="T27" fmla="*/ 10 h 59"/>
                  <a:gd name="T28" fmla="*/ 19 w 25"/>
                  <a:gd name="T29" fmla="*/ 13 h 59"/>
                  <a:gd name="T30" fmla="*/ 19 w 25"/>
                  <a:gd name="T31" fmla="*/ 17 h 59"/>
                  <a:gd name="T32" fmla="*/ 18 w 25"/>
                  <a:gd name="T33" fmla="*/ 23 h 59"/>
                  <a:gd name="T34" fmla="*/ 20 w 25"/>
                  <a:gd name="T35" fmla="*/ 27 h 59"/>
                  <a:gd name="T36" fmla="*/ 23 w 25"/>
                  <a:gd name="T37" fmla="*/ 29 h 59"/>
                  <a:gd name="T38" fmla="*/ 22 w 25"/>
                  <a:gd name="T39" fmla="*/ 37 h 59"/>
                  <a:gd name="T40" fmla="*/ 22 w 25"/>
                  <a:gd name="T41" fmla="*/ 41 h 59"/>
                  <a:gd name="T42" fmla="*/ 22 w 25"/>
                  <a:gd name="T43" fmla="*/ 46 h 59"/>
                  <a:gd name="T44" fmla="*/ 19 w 25"/>
                  <a:gd name="T45" fmla="*/ 53 h 59"/>
                  <a:gd name="T46" fmla="*/ 18 w 25"/>
                  <a:gd name="T47" fmla="*/ 56 h 59"/>
                  <a:gd name="T48" fmla="*/ 12 w 25"/>
                  <a:gd name="T49" fmla="*/ 57 h 59"/>
                  <a:gd name="T50" fmla="*/ 11 w 25"/>
                  <a:gd name="T51" fmla="*/ 52 h 59"/>
                  <a:gd name="T52" fmla="*/ 11 w 25"/>
                  <a:gd name="T53" fmla="*/ 4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59">
                    <a:moveTo>
                      <a:pt x="11" y="46"/>
                    </a:moveTo>
                    <a:cubicBezTo>
                      <a:pt x="11" y="46"/>
                      <a:pt x="11" y="44"/>
                      <a:pt x="10" y="44"/>
                    </a:cubicBezTo>
                    <a:cubicBezTo>
                      <a:pt x="10" y="43"/>
                      <a:pt x="8" y="43"/>
                      <a:pt x="8" y="42"/>
                    </a:cubicBezTo>
                    <a:cubicBezTo>
                      <a:pt x="7" y="41"/>
                      <a:pt x="6" y="39"/>
                      <a:pt x="6" y="38"/>
                    </a:cubicBezTo>
                    <a:cubicBezTo>
                      <a:pt x="5" y="37"/>
                      <a:pt x="5" y="36"/>
                      <a:pt x="5" y="35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6" y="31"/>
                      <a:pt x="3" y="28"/>
                      <a:pt x="5" y="27"/>
                    </a:cubicBezTo>
                    <a:cubicBezTo>
                      <a:pt x="6" y="26"/>
                      <a:pt x="8" y="26"/>
                      <a:pt x="9" y="25"/>
                    </a:cubicBezTo>
                    <a:cubicBezTo>
                      <a:pt x="9" y="24"/>
                      <a:pt x="9" y="22"/>
                      <a:pt x="9" y="21"/>
                    </a:cubicBezTo>
                    <a:cubicBezTo>
                      <a:pt x="6" y="20"/>
                      <a:pt x="3" y="19"/>
                      <a:pt x="2" y="16"/>
                    </a:cubicBezTo>
                    <a:cubicBezTo>
                      <a:pt x="1" y="13"/>
                      <a:pt x="0" y="10"/>
                      <a:pt x="1" y="7"/>
                    </a:cubicBezTo>
                    <a:cubicBezTo>
                      <a:pt x="1" y="4"/>
                      <a:pt x="3" y="2"/>
                      <a:pt x="6" y="1"/>
                    </a:cubicBezTo>
                    <a:cubicBezTo>
                      <a:pt x="9" y="0"/>
                      <a:pt x="10" y="4"/>
                      <a:pt x="12" y="6"/>
                    </a:cubicBezTo>
                    <a:cubicBezTo>
                      <a:pt x="13" y="7"/>
                      <a:pt x="14" y="8"/>
                      <a:pt x="15" y="10"/>
                    </a:cubicBezTo>
                    <a:cubicBezTo>
                      <a:pt x="16" y="11"/>
                      <a:pt x="18" y="11"/>
                      <a:pt x="19" y="13"/>
                    </a:cubicBezTo>
                    <a:cubicBezTo>
                      <a:pt x="20" y="14"/>
                      <a:pt x="20" y="16"/>
                      <a:pt x="19" y="17"/>
                    </a:cubicBezTo>
                    <a:cubicBezTo>
                      <a:pt x="19" y="19"/>
                      <a:pt x="18" y="21"/>
                      <a:pt x="18" y="23"/>
                    </a:cubicBezTo>
                    <a:cubicBezTo>
                      <a:pt x="18" y="25"/>
                      <a:pt x="19" y="26"/>
                      <a:pt x="20" y="27"/>
                    </a:cubicBezTo>
                    <a:cubicBezTo>
                      <a:pt x="21" y="27"/>
                      <a:pt x="22" y="28"/>
                      <a:pt x="23" y="29"/>
                    </a:cubicBezTo>
                    <a:cubicBezTo>
                      <a:pt x="25" y="32"/>
                      <a:pt x="23" y="34"/>
                      <a:pt x="22" y="37"/>
                    </a:cubicBezTo>
                    <a:cubicBezTo>
                      <a:pt x="22" y="38"/>
                      <a:pt x="22" y="40"/>
                      <a:pt x="22" y="41"/>
                    </a:cubicBezTo>
                    <a:cubicBezTo>
                      <a:pt x="22" y="43"/>
                      <a:pt x="23" y="45"/>
                      <a:pt x="22" y="46"/>
                    </a:cubicBezTo>
                    <a:cubicBezTo>
                      <a:pt x="21" y="49"/>
                      <a:pt x="17" y="49"/>
                      <a:pt x="19" y="53"/>
                    </a:cubicBezTo>
                    <a:cubicBezTo>
                      <a:pt x="19" y="54"/>
                      <a:pt x="19" y="55"/>
                      <a:pt x="18" y="56"/>
                    </a:cubicBezTo>
                    <a:cubicBezTo>
                      <a:pt x="17" y="58"/>
                      <a:pt x="13" y="59"/>
                      <a:pt x="12" y="57"/>
                    </a:cubicBezTo>
                    <a:cubicBezTo>
                      <a:pt x="11" y="55"/>
                      <a:pt x="11" y="54"/>
                      <a:pt x="11" y="52"/>
                    </a:cubicBezTo>
                    <a:cubicBezTo>
                      <a:pt x="12" y="50"/>
                      <a:pt x="12" y="48"/>
                      <a:pt x="11" y="4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" name="Freeform 3125">
                <a:extLst>
                  <a:ext uri="{FF2B5EF4-FFF2-40B4-BE49-F238E27FC236}">
                    <a16:creationId xmlns:a16="http://schemas.microsoft.com/office/drawing/2014/main" id="{6F626A9B-11D4-2442-AAD3-051137798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881"/>
                <a:ext cx="4" cy="6"/>
              </a:xfrm>
              <a:custGeom>
                <a:avLst/>
                <a:gdLst>
                  <a:gd name="T0" fmla="*/ 1 w 10"/>
                  <a:gd name="T1" fmla="*/ 7 h 13"/>
                  <a:gd name="T2" fmla="*/ 3 w 10"/>
                  <a:gd name="T3" fmla="*/ 4 h 13"/>
                  <a:gd name="T4" fmla="*/ 5 w 10"/>
                  <a:gd name="T5" fmla="*/ 2 h 13"/>
                  <a:gd name="T6" fmla="*/ 6 w 10"/>
                  <a:gd name="T7" fmla="*/ 0 h 13"/>
                  <a:gd name="T8" fmla="*/ 9 w 10"/>
                  <a:gd name="T9" fmla="*/ 0 h 13"/>
                  <a:gd name="T10" fmla="*/ 10 w 10"/>
                  <a:gd name="T11" fmla="*/ 4 h 13"/>
                  <a:gd name="T12" fmla="*/ 8 w 10"/>
                  <a:gd name="T13" fmla="*/ 8 h 13"/>
                  <a:gd name="T14" fmla="*/ 5 w 10"/>
                  <a:gd name="T15" fmla="*/ 12 h 13"/>
                  <a:gd name="T16" fmla="*/ 2 w 10"/>
                  <a:gd name="T17" fmla="*/ 12 h 13"/>
                  <a:gd name="T18" fmla="*/ 1 w 10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1" y="7"/>
                    </a:moveTo>
                    <a:cubicBezTo>
                      <a:pt x="2" y="6"/>
                      <a:pt x="3" y="5"/>
                      <a:pt x="3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9" y="0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9"/>
                      <a:pt x="6" y="11"/>
                      <a:pt x="5" y="12"/>
                    </a:cubicBezTo>
                    <a:cubicBezTo>
                      <a:pt x="4" y="12"/>
                      <a:pt x="2" y="13"/>
                      <a:pt x="2" y="12"/>
                    </a:cubicBezTo>
                    <a:cubicBezTo>
                      <a:pt x="0" y="10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" name="Freeform 3126">
                <a:extLst>
                  <a:ext uri="{FF2B5EF4-FFF2-40B4-BE49-F238E27FC236}">
                    <a16:creationId xmlns:a16="http://schemas.microsoft.com/office/drawing/2014/main" id="{579F9A52-4006-D146-9B30-D7BCE9573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876"/>
                <a:ext cx="3" cy="3"/>
              </a:xfrm>
              <a:custGeom>
                <a:avLst/>
                <a:gdLst>
                  <a:gd name="T0" fmla="*/ 1 w 7"/>
                  <a:gd name="T1" fmla="*/ 2 h 7"/>
                  <a:gd name="T2" fmla="*/ 7 w 7"/>
                  <a:gd name="T3" fmla="*/ 3 h 7"/>
                  <a:gd name="T4" fmla="*/ 6 w 7"/>
                  <a:gd name="T5" fmla="*/ 1 h 7"/>
                  <a:gd name="T6" fmla="*/ 1 w 7"/>
                  <a:gd name="T7" fmla="*/ 1 h 7"/>
                  <a:gd name="T8" fmla="*/ 1 w 7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6"/>
                      <a:pt x="7" y="7"/>
                      <a:pt x="7" y="3"/>
                    </a:cubicBezTo>
                    <a:cubicBezTo>
                      <a:pt x="7" y="3"/>
                      <a:pt x="7" y="2"/>
                      <a:pt x="6" y="1"/>
                    </a:cubicBezTo>
                    <a:cubicBezTo>
                      <a:pt x="5" y="1"/>
                      <a:pt x="3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" name="Freeform 3127">
                <a:extLst>
                  <a:ext uri="{FF2B5EF4-FFF2-40B4-BE49-F238E27FC236}">
                    <a16:creationId xmlns:a16="http://schemas.microsoft.com/office/drawing/2014/main" id="{6D2FEBCA-FDFA-D24A-BE77-1FB40069F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873"/>
                <a:ext cx="5" cy="8"/>
              </a:xfrm>
              <a:custGeom>
                <a:avLst/>
                <a:gdLst>
                  <a:gd name="T0" fmla="*/ 4 w 12"/>
                  <a:gd name="T1" fmla="*/ 16 h 20"/>
                  <a:gd name="T2" fmla="*/ 3 w 12"/>
                  <a:gd name="T3" fmla="*/ 18 h 20"/>
                  <a:gd name="T4" fmla="*/ 2 w 12"/>
                  <a:gd name="T5" fmla="*/ 20 h 20"/>
                  <a:gd name="T6" fmla="*/ 0 w 12"/>
                  <a:gd name="T7" fmla="*/ 18 h 20"/>
                  <a:gd name="T8" fmla="*/ 0 w 12"/>
                  <a:gd name="T9" fmla="*/ 17 h 20"/>
                  <a:gd name="T10" fmla="*/ 1 w 12"/>
                  <a:gd name="T11" fmla="*/ 14 h 20"/>
                  <a:gd name="T12" fmla="*/ 1 w 12"/>
                  <a:gd name="T13" fmla="*/ 10 h 20"/>
                  <a:gd name="T14" fmla="*/ 3 w 12"/>
                  <a:gd name="T15" fmla="*/ 9 h 20"/>
                  <a:gd name="T16" fmla="*/ 5 w 12"/>
                  <a:gd name="T17" fmla="*/ 7 h 20"/>
                  <a:gd name="T18" fmla="*/ 6 w 12"/>
                  <a:gd name="T19" fmla="*/ 3 h 20"/>
                  <a:gd name="T20" fmla="*/ 7 w 12"/>
                  <a:gd name="T21" fmla="*/ 1 h 20"/>
                  <a:gd name="T22" fmla="*/ 10 w 12"/>
                  <a:gd name="T23" fmla="*/ 1 h 20"/>
                  <a:gd name="T24" fmla="*/ 12 w 12"/>
                  <a:gd name="T25" fmla="*/ 1 h 20"/>
                  <a:gd name="T26" fmla="*/ 12 w 12"/>
                  <a:gd name="T27" fmla="*/ 3 h 20"/>
                  <a:gd name="T28" fmla="*/ 9 w 12"/>
                  <a:gd name="T29" fmla="*/ 6 h 20"/>
                  <a:gd name="T30" fmla="*/ 8 w 12"/>
                  <a:gd name="T31" fmla="*/ 9 h 20"/>
                  <a:gd name="T32" fmla="*/ 7 w 12"/>
                  <a:gd name="T33" fmla="*/ 13 h 20"/>
                  <a:gd name="T34" fmla="*/ 4 w 12"/>
                  <a:gd name="T3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" h="20">
                    <a:moveTo>
                      <a:pt x="4" y="16"/>
                    </a:moveTo>
                    <a:cubicBezTo>
                      <a:pt x="4" y="17"/>
                      <a:pt x="4" y="18"/>
                      <a:pt x="3" y="18"/>
                    </a:cubicBezTo>
                    <a:cubicBezTo>
                      <a:pt x="3" y="19"/>
                      <a:pt x="2" y="19"/>
                      <a:pt x="2" y="20"/>
                    </a:cubicBezTo>
                    <a:cubicBezTo>
                      <a:pt x="1" y="20"/>
                      <a:pt x="1" y="19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1" y="13"/>
                      <a:pt x="0" y="11"/>
                      <a:pt x="1" y="10"/>
                    </a:cubicBezTo>
                    <a:cubicBezTo>
                      <a:pt x="1" y="10"/>
                      <a:pt x="3" y="9"/>
                      <a:pt x="3" y="9"/>
                    </a:cubicBezTo>
                    <a:cubicBezTo>
                      <a:pt x="4" y="8"/>
                      <a:pt x="4" y="8"/>
                      <a:pt x="5" y="7"/>
                    </a:cubicBezTo>
                    <a:cubicBezTo>
                      <a:pt x="5" y="6"/>
                      <a:pt x="5" y="4"/>
                      <a:pt x="6" y="3"/>
                    </a:cubicBezTo>
                    <a:cubicBezTo>
                      <a:pt x="6" y="3"/>
                      <a:pt x="7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1" y="4"/>
                      <a:pt x="10" y="4"/>
                      <a:pt x="9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4"/>
                      <a:pt x="5" y="15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" name="Freeform 3129">
                <a:extLst>
                  <a:ext uri="{FF2B5EF4-FFF2-40B4-BE49-F238E27FC236}">
                    <a16:creationId xmlns:a16="http://schemas.microsoft.com/office/drawing/2014/main" id="{02776707-FAD3-3A41-8EC1-D0057A32D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32"/>
                <a:ext cx="2" cy="3"/>
              </a:xfrm>
              <a:custGeom>
                <a:avLst/>
                <a:gdLst>
                  <a:gd name="T0" fmla="*/ 1 w 7"/>
                  <a:gd name="T1" fmla="*/ 8 h 8"/>
                  <a:gd name="T2" fmla="*/ 1 w 7"/>
                  <a:gd name="T3" fmla="*/ 6 h 8"/>
                  <a:gd name="T4" fmla="*/ 0 w 7"/>
                  <a:gd name="T5" fmla="*/ 3 h 8"/>
                  <a:gd name="T6" fmla="*/ 5 w 7"/>
                  <a:gd name="T7" fmla="*/ 1 h 8"/>
                  <a:gd name="T8" fmla="*/ 5 w 7"/>
                  <a:gd name="T9" fmla="*/ 7 h 8"/>
                  <a:gd name="T10" fmla="*/ 1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1" y="7"/>
                      <a:pt x="1" y="7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6" y="6"/>
                      <a:pt x="5" y="7"/>
                    </a:cubicBezTo>
                    <a:cubicBezTo>
                      <a:pt x="4" y="8"/>
                      <a:pt x="2" y="8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" name="Freeform 3130">
                <a:extLst>
                  <a:ext uri="{FF2B5EF4-FFF2-40B4-BE49-F238E27FC236}">
                    <a16:creationId xmlns:a16="http://schemas.microsoft.com/office/drawing/2014/main" id="{D57E5B62-21D4-284B-ACDD-9BCAFDC97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823"/>
                <a:ext cx="8" cy="9"/>
              </a:xfrm>
              <a:custGeom>
                <a:avLst/>
                <a:gdLst>
                  <a:gd name="T0" fmla="*/ 0 w 21"/>
                  <a:gd name="T1" fmla="*/ 16 h 22"/>
                  <a:gd name="T2" fmla="*/ 1 w 21"/>
                  <a:gd name="T3" fmla="*/ 11 h 22"/>
                  <a:gd name="T4" fmla="*/ 6 w 21"/>
                  <a:gd name="T5" fmla="*/ 8 h 22"/>
                  <a:gd name="T6" fmla="*/ 8 w 21"/>
                  <a:gd name="T7" fmla="*/ 5 h 22"/>
                  <a:gd name="T8" fmla="*/ 10 w 21"/>
                  <a:gd name="T9" fmla="*/ 4 h 22"/>
                  <a:gd name="T10" fmla="*/ 15 w 21"/>
                  <a:gd name="T11" fmla="*/ 2 h 22"/>
                  <a:gd name="T12" fmla="*/ 17 w 21"/>
                  <a:gd name="T13" fmla="*/ 0 h 22"/>
                  <a:gd name="T14" fmla="*/ 20 w 21"/>
                  <a:gd name="T15" fmla="*/ 0 h 22"/>
                  <a:gd name="T16" fmla="*/ 19 w 21"/>
                  <a:gd name="T17" fmla="*/ 7 h 22"/>
                  <a:gd name="T18" fmla="*/ 15 w 21"/>
                  <a:gd name="T19" fmla="*/ 10 h 22"/>
                  <a:gd name="T20" fmla="*/ 12 w 21"/>
                  <a:gd name="T21" fmla="*/ 12 h 22"/>
                  <a:gd name="T22" fmla="*/ 10 w 21"/>
                  <a:gd name="T23" fmla="*/ 20 h 22"/>
                  <a:gd name="T24" fmla="*/ 6 w 21"/>
                  <a:gd name="T25" fmla="*/ 22 h 22"/>
                  <a:gd name="T26" fmla="*/ 1 w 21"/>
                  <a:gd name="T27" fmla="*/ 21 h 22"/>
                  <a:gd name="T28" fmla="*/ 0 w 21"/>
                  <a:gd name="T29" fmla="*/ 18 h 22"/>
                  <a:gd name="T30" fmla="*/ 0 w 21"/>
                  <a:gd name="T31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0" y="16"/>
                    </a:moveTo>
                    <a:cubicBezTo>
                      <a:pt x="0" y="14"/>
                      <a:pt x="0" y="13"/>
                      <a:pt x="1" y="11"/>
                    </a:cubicBez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8" y="7"/>
                      <a:pt x="8" y="5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12" y="4"/>
                      <a:pt x="15" y="3"/>
                      <a:pt x="15" y="2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0"/>
                      <a:pt x="20" y="0"/>
                    </a:cubicBezTo>
                    <a:cubicBezTo>
                      <a:pt x="21" y="2"/>
                      <a:pt x="20" y="6"/>
                      <a:pt x="19" y="7"/>
                    </a:cubicBezTo>
                    <a:cubicBezTo>
                      <a:pt x="18" y="8"/>
                      <a:pt x="16" y="9"/>
                      <a:pt x="15" y="10"/>
                    </a:cubicBezTo>
                    <a:cubicBezTo>
                      <a:pt x="14" y="11"/>
                      <a:pt x="13" y="11"/>
                      <a:pt x="12" y="12"/>
                    </a:cubicBezTo>
                    <a:cubicBezTo>
                      <a:pt x="10" y="13"/>
                      <a:pt x="10" y="17"/>
                      <a:pt x="10" y="20"/>
                    </a:cubicBezTo>
                    <a:cubicBezTo>
                      <a:pt x="9" y="22"/>
                      <a:pt x="8" y="22"/>
                      <a:pt x="6" y="22"/>
                    </a:cubicBezTo>
                    <a:cubicBezTo>
                      <a:pt x="4" y="22"/>
                      <a:pt x="3" y="22"/>
                      <a:pt x="1" y="21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0" y="17"/>
                      <a:pt x="0" y="17"/>
                      <a:pt x="0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" name="Freeform 3132">
                <a:extLst>
                  <a:ext uri="{FF2B5EF4-FFF2-40B4-BE49-F238E27FC236}">
                    <a16:creationId xmlns:a16="http://schemas.microsoft.com/office/drawing/2014/main" id="{9BFFE789-3496-B746-980A-5783802CA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824"/>
                <a:ext cx="6" cy="5"/>
              </a:xfrm>
              <a:custGeom>
                <a:avLst/>
                <a:gdLst>
                  <a:gd name="T0" fmla="*/ 4 w 15"/>
                  <a:gd name="T1" fmla="*/ 10 h 12"/>
                  <a:gd name="T2" fmla="*/ 2 w 15"/>
                  <a:gd name="T3" fmla="*/ 10 h 12"/>
                  <a:gd name="T4" fmla="*/ 1 w 15"/>
                  <a:gd name="T5" fmla="*/ 6 h 12"/>
                  <a:gd name="T6" fmla="*/ 6 w 15"/>
                  <a:gd name="T7" fmla="*/ 4 h 12"/>
                  <a:gd name="T8" fmla="*/ 10 w 15"/>
                  <a:gd name="T9" fmla="*/ 1 h 12"/>
                  <a:gd name="T10" fmla="*/ 14 w 15"/>
                  <a:gd name="T11" fmla="*/ 2 h 12"/>
                  <a:gd name="T12" fmla="*/ 14 w 15"/>
                  <a:gd name="T13" fmla="*/ 7 h 12"/>
                  <a:gd name="T14" fmla="*/ 13 w 15"/>
                  <a:gd name="T15" fmla="*/ 11 h 12"/>
                  <a:gd name="T16" fmla="*/ 8 w 15"/>
                  <a:gd name="T17" fmla="*/ 11 h 12"/>
                  <a:gd name="T18" fmla="*/ 7 w 15"/>
                  <a:gd name="T19" fmla="*/ 11 h 12"/>
                  <a:gd name="T20" fmla="*/ 4 w 15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4" y="10"/>
                    </a:moveTo>
                    <a:cubicBezTo>
                      <a:pt x="3" y="10"/>
                      <a:pt x="2" y="11"/>
                      <a:pt x="2" y="10"/>
                    </a:cubicBezTo>
                    <a:cubicBezTo>
                      <a:pt x="1" y="9"/>
                      <a:pt x="0" y="7"/>
                      <a:pt x="1" y="6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8" y="3"/>
                      <a:pt x="9" y="2"/>
                      <a:pt x="10" y="1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4" y="9"/>
                      <a:pt x="14" y="10"/>
                      <a:pt x="13" y="11"/>
                    </a:cubicBezTo>
                    <a:cubicBezTo>
                      <a:pt x="11" y="11"/>
                      <a:pt x="9" y="12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" name="Freeform 3133">
                <a:extLst>
                  <a:ext uri="{FF2B5EF4-FFF2-40B4-BE49-F238E27FC236}">
                    <a16:creationId xmlns:a16="http://schemas.microsoft.com/office/drawing/2014/main" id="{BBA3C3B3-B36C-0446-841B-7490A9BFF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813"/>
                <a:ext cx="7" cy="13"/>
              </a:xfrm>
              <a:custGeom>
                <a:avLst/>
                <a:gdLst>
                  <a:gd name="T0" fmla="*/ 3 w 17"/>
                  <a:gd name="T1" fmla="*/ 28 h 32"/>
                  <a:gd name="T2" fmla="*/ 1 w 17"/>
                  <a:gd name="T3" fmla="*/ 30 h 32"/>
                  <a:gd name="T4" fmla="*/ 1 w 17"/>
                  <a:gd name="T5" fmla="*/ 26 h 32"/>
                  <a:gd name="T6" fmla="*/ 1 w 17"/>
                  <a:gd name="T7" fmla="*/ 22 h 32"/>
                  <a:gd name="T8" fmla="*/ 3 w 17"/>
                  <a:gd name="T9" fmla="*/ 18 h 32"/>
                  <a:gd name="T10" fmla="*/ 6 w 17"/>
                  <a:gd name="T11" fmla="*/ 15 h 32"/>
                  <a:gd name="T12" fmla="*/ 7 w 17"/>
                  <a:gd name="T13" fmla="*/ 11 h 32"/>
                  <a:gd name="T14" fmla="*/ 10 w 17"/>
                  <a:gd name="T15" fmla="*/ 8 h 32"/>
                  <a:gd name="T16" fmla="*/ 11 w 17"/>
                  <a:gd name="T17" fmla="*/ 1 h 32"/>
                  <a:gd name="T18" fmla="*/ 17 w 17"/>
                  <a:gd name="T19" fmla="*/ 3 h 32"/>
                  <a:gd name="T20" fmla="*/ 15 w 17"/>
                  <a:gd name="T21" fmla="*/ 6 h 32"/>
                  <a:gd name="T22" fmla="*/ 14 w 17"/>
                  <a:gd name="T23" fmla="*/ 10 h 32"/>
                  <a:gd name="T24" fmla="*/ 11 w 17"/>
                  <a:gd name="T25" fmla="*/ 14 h 32"/>
                  <a:gd name="T26" fmla="*/ 8 w 17"/>
                  <a:gd name="T27" fmla="*/ 17 h 32"/>
                  <a:gd name="T28" fmla="*/ 8 w 17"/>
                  <a:gd name="T29" fmla="*/ 21 h 32"/>
                  <a:gd name="T30" fmla="*/ 9 w 17"/>
                  <a:gd name="T31" fmla="*/ 24 h 32"/>
                  <a:gd name="T32" fmla="*/ 12 w 17"/>
                  <a:gd name="T33" fmla="*/ 27 h 32"/>
                  <a:gd name="T34" fmla="*/ 10 w 17"/>
                  <a:gd name="T35" fmla="*/ 31 h 32"/>
                  <a:gd name="T36" fmla="*/ 7 w 17"/>
                  <a:gd name="T37" fmla="*/ 31 h 32"/>
                  <a:gd name="T38" fmla="*/ 3 w 17"/>
                  <a:gd name="T39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32">
                    <a:moveTo>
                      <a:pt x="3" y="28"/>
                    </a:moveTo>
                    <a:cubicBezTo>
                      <a:pt x="3" y="29"/>
                      <a:pt x="2" y="30"/>
                      <a:pt x="1" y="30"/>
                    </a:cubicBezTo>
                    <a:cubicBezTo>
                      <a:pt x="0" y="29"/>
                      <a:pt x="0" y="27"/>
                      <a:pt x="1" y="26"/>
                    </a:cubicBezTo>
                    <a:cubicBezTo>
                      <a:pt x="1" y="24"/>
                      <a:pt x="1" y="23"/>
                      <a:pt x="1" y="22"/>
                    </a:cubicBezTo>
                    <a:cubicBezTo>
                      <a:pt x="2" y="20"/>
                      <a:pt x="2" y="19"/>
                      <a:pt x="3" y="18"/>
                    </a:cubicBezTo>
                    <a:cubicBezTo>
                      <a:pt x="4" y="17"/>
                      <a:pt x="6" y="17"/>
                      <a:pt x="6" y="15"/>
                    </a:cubicBezTo>
                    <a:cubicBezTo>
                      <a:pt x="7" y="14"/>
                      <a:pt x="7" y="12"/>
                      <a:pt x="7" y="11"/>
                    </a:cubicBezTo>
                    <a:cubicBezTo>
                      <a:pt x="8" y="10"/>
                      <a:pt x="9" y="9"/>
                      <a:pt x="10" y="8"/>
                    </a:cubicBezTo>
                    <a:cubicBezTo>
                      <a:pt x="11" y="6"/>
                      <a:pt x="8" y="2"/>
                      <a:pt x="11" y="1"/>
                    </a:cubicBezTo>
                    <a:cubicBezTo>
                      <a:pt x="12" y="0"/>
                      <a:pt x="16" y="1"/>
                      <a:pt x="17" y="3"/>
                    </a:cubicBezTo>
                    <a:cubicBezTo>
                      <a:pt x="17" y="5"/>
                      <a:pt x="16" y="5"/>
                      <a:pt x="15" y="6"/>
                    </a:cubicBezTo>
                    <a:cubicBezTo>
                      <a:pt x="14" y="7"/>
                      <a:pt x="14" y="8"/>
                      <a:pt x="14" y="10"/>
                    </a:cubicBezTo>
                    <a:cubicBezTo>
                      <a:pt x="14" y="11"/>
                      <a:pt x="12" y="13"/>
                      <a:pt x="11" y="14"/>
                    </a:cubicBezTo>
                    <a:cubicBezTo>
                      <a:pt x="10" y="14"/>
                      <a:pt x="9" y="15"/>
                      <a:pt x="8" y="17"/>
                    </a:cubicBezTo>
                    <a:cubicBezTo>
                      <a:pt x="8" y="18"/>
                      <a:pt x="8" y="20"/>
                      <a:pt x="8" y="21"/>
                    </a:cubicBezTo>
                    <a:cubicBezTo>
                      <a:pt x="8" y="23"/>
                      <a:pt x="8" y="24"/>
                      <a:pt x="9" y="24"/>
                    </a:cubicBez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9"/>
                      <a:pt x="11" y="30"/>
                      <a:pt x="10" y="31"/>
                    </a:cubicBezTo>
                    <a:cubicBezTo>
                      <a:pt x="9" y="32"/>
                      <a:pt x="8" y="31"/>
                      <a:pt x="7" y="31"/>
                    </a:cubicBezTo>
                    <a:cubicBezTo>
                      <a:pt x="7" y="29"/>
                      <a:pt x="5" y="27"/>
                      <a:pt x="3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" name="Freeform 3134">
                <a:extLst>
                  <a:ext uri="{FF2B5EF4-FFF2-40B4-BE49-F238E27FC236}">
                    <a16:creationId xmlns:a16="http://schemas.microsoft.com/office/drawing/2014/main" id="{19674C15-0687-FE45-990F-79D23C405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804"/>
                <a:ext cx="7" cy="4"/>
              </a:xfrm>
              <a:custGeom>
                <a:avLst/>
                <a:gdLst>
                  <a:gd name="T0" fmla="*/ 7 w 17"/>
                  <a:gd name="T1" fmla="*/ 8 h 10"/>
                  <a:gd name="T2" fmla="*/ 6 w 17"/>
                  <a:gd name="T3" fmla="*/ 9 h 10"/>
                  <a:gd name="T4" fmla="*/ 4 w 17"/>
                  <a:gd name="T5" fmla="*/ 8 h 10"/>
                  <a:gd name="T6" fmla="*/ 1 w 17"/>
                  <a:gd name="T7" fmla="*/ 7 h 10"/>
                  <a:gd name="T8" fmla="*/ 2 w 17"/>
                  <a:gd name="T9" fmla="*/ 4 h 10"/>
                  <a:gd name="T10" fmla="*/ 6 w 17"/>
                  <a:gd name="T11" fmla="*/ 3 h 10"/>
                  <a:gd name="T12" fmla="*/ 8 w 17"/>
                  <a:gd name="T13" fmla="*/ 2 h 10"/>
                  <a:gd name="T14" fmla="*/ 12 w 17"/>
                  <a:gd name="T15" fmla="*/ 0 h 10"/>
                  <a:gd name="T16" fmla="*/ 15 w 17"/>
                  <a:gd name="T17" fmla="*/ 0 h 10"/>
                  <a:gd name="T18" fmla="*/ 15 w 17"/>
                  <a:gd name="T19" fmla="*/ 3 h 10"/>
                  <a:gd name="T20" fmla="*/ 13 w 17"/>
                  <a:gd name="T21" fmla="*/ 3 h 10"/>
                  <a:gd name="T22" fmla="*/ 12 w 17"/>
                  <a:gd name="T23" fmla="*/ 4 h 10"/>
                  <a:gd name="T24" fmla="*/ 7 w 17"/>
                  <a:gd name="T2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7" y="8"/>
                    </a:moveTo>
                    <a:cubicBezTo>
                      <a:pt x="7" y="9"/>
                      <a:pt x="7" y="9"/>
                      <a:pt x="6" y="9"/>
                    </a:cubicBezTo>
                    <a:cubicBezTo>
                      <a:pt x="4" y="10"/>
                      <a:pt x="5" y="8"/>
                      <a:pt x="4" y="8"/>
                    </a:cubicBezTo>
                    <a:cubicBezTo>
                      <a:pt x="4" y="6"/>
                      <a:pt x="2" y="8"/>
                      <a:pt x="1" y="7"/>
                    </a:cubicBezTo>
                    <a:cubicBezTo>
                      <a:pt x="0" y="6"/>
                      <a:pt x="2" y="5"/>
                      <a:pt x="2" y="4"/>
                    </a:cubicBezTo>
                    <a:cubicBezTo>
                      <a:pt x="3" y="4"/>
                      <a:pt x="5" y="4"/>
                      <a:pt x="6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3" y="0"/>
                      <a:pt x="15" y="0"/>
                      <a:pt x="15" y="0"/>
                    </a:cubicBezTo>
                    <a:cubicBezTo>
                      <a:pt x="17" y="1"/>
                      <a:pt x="17" y="3"/>
                      <a:pt x="15" y="3"/>
                    </a:cubicBezTo>
                    <a:cubicBezTo>
                      <a:pt x="15" y="3"/>
                      <a:pt x="14" y="3"/>
                      <a:pt x="13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1" y="6"/>
                      <a:pt x="9" y="7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" name="Freeform 3135">
                <a:extLst>
                  <a:ext uri="{FF2B5EF4-FFF2-40B4-BE49-F238E27FC236}">
                    <a16:creationId xmlns:a16="http://schemas.microsoft.com/office/drawing/2014/main" id="{A5146ED2-204C-EE40-889A-EF74E361B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791"/>
                <a:ext cx="11" cy="7"/>
              </a:xfrm>
              <a:custGeom>
                <a:avLst/>
                <a:gdLst>
                  <a:gd name="T0" fmla="*/ 3 w 26"/>
                  <a:gd name="T1" fmla="*/ 17 h 17"/>
                  <a:gd name="T2" fmla="*/ 1 w 26"/>
                  <a:gd name="T3" fmla="*/ 13 h 17"/>
                  <a:gd name="T4" fmla="*/ 7 w 26"/>
                  <a:gd name="T5" fmla="*/ 9 h 17"/>
                  <a:gd name="T6" fmla="*/ 12 w 26"/>
                  <a:gd name="T7" fmla="*/ 7 h 17"/>
                  <a:gd name="T8" fmla="*/ 14 w 26"/>
                  <a:gd name="T9" fmla="*/ 6 h 17"/>
                  <a:gd name="T10" fmla="*/ 16 w 26"/>
                  <a:gd name="T11" fmla="*/ 5 h 17"/>
                  <a:gd name="T12" fmla="*/ 21 w 26"/>
                  <a:gd name="T13" fmla="*/ 2 h 17"/>
                  <a:gd name="T14" fmla="*/ 25 w 26"/>
                  <a:gd name="T15" fmla="*/ 1 h 17"/>
                  <a:gd name="T16" fmla="*/ 25 w 26"/>
                  <a:gd name="T17" fmla="*/ 4 h 17"/>
                  <a:gd name="T18" fmla="*/ 19 w 26"/>
                  <a:gd name="T19" fmla="*/ 8 h 17"/>
                  <a:gd name="T20" fmla="*/ 16 w 26"/>
                  <a:gd name="T21" fmla="*/ 9 h 17"/>
                  <a:gd name="T22" fmla="*/ 11 w 26"/>
                  <a:gd name="T23" fmla="*/ 13 h 17"/>
                  <a:gd name="T24" fmla="*/ 7 w 26"/>
                  <a:gd name="T25" fmla="*/ 16 h 17"/>
                  <a:gd name="T26" fmla="*/ 5 w 26"/>
                  <a:gd name="T27" fmla="*/ 16 h 17"/>
                  <a:gd name="T28" fmla="*/ 3 w 26"/>
                  <a:gd name="T2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7">
                    <a:moveTo>
                      <a:pt x="3" y="17"/>
                    </a:moveTo>
                    <a:cubicBezTo>
                      <a:pt x="1" y="17"/>
                      <a:pt x="0" y="14"/>
                      <a:pt x="1" y="13"/>
                    </a:cubicBezTo>
                    <a:cubicBezTo>
                      <a:pt x="1" y="11"/>
                      <a:pt x="5" y="10"/>
                      <a:pt x="7" y="9"/>
                    </a:cubicBezTo>
                    <a:cubicBezTo>
                      <a:pt x="8" y="9"/>
                      <a:pt x="10" y="8"/>
                      <a:pt x="12" y="7"/>
                    </a:cubicBezTo>
                    <a:cubicBezTo>
                      <a:pt x="12" y="7"/>
                      <a:pt x="13" y="6"/>
                      <a:pt x="14" y="6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8" y="4"/>
                      <a:pt x="19" y="4"/>
                      <a:pt x="21" y="2"/>
                    </a:cubicBezTo>
                    <a:cubicBezTo>
                      <a:pt x="22" y="1"/>
                      <a:pt x="23" y="0"/>
                      <a:pt x="25" y="1"/>
                    </a:cubicBezTo>
                    <a:cubicBezTo>
                      <a:pt x="26" y="1"/>
                      <a:pt x="26" y="3"/>
                      <a:pt x="25" y="4"/>
                    </a:cubicBezTo>
                    <a:cubicBezTo>
                      <a:pt x="23" y="6"/>
                      <a:pt x="21" y="7"/>
                      <a:pt x="19" y="8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5" y="11"/>
                      <a:pt x="13" y="12"/>
                      <a:pt x="11" y="13"/>
                    </a:cubicBezTo>
                    <a:cubicBezTo>
                      <a:pt x="10" y="14"/>
                      <a:pt x="8" y="16"/>
                      <a:pt x="7" y="16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7"/>
                      <a:pt x="3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" name="Freeform 3136">
                <a:extLst>
                  <a:ext uri="{FF2B5EF4-FFF2-40B4-BE49-F238E27FC236}">
                    <a16:creationId xmlns:a16="http://schemas.microsoft.com/office/drawing/2014/main" id="{F44EF0F5-A8BE-A84F-91D3-97858E5B2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22"/>
                <a:ext cx="2" cy="2"/>
              </a:xfrm>
              <a:custGeom>
                <a:avLst/>
                <a:gdLst>
                  <a:gd name="T0" fmla="*/ 1 w 7"/>
                  <a:gd name="T1" fmla="*/ 5 h 5"/>
                  <a:gd name="T2" fmla="*/ 0 w 7"/>
                  <a:gd name="T3" fmla="*/ 4 h 5"/>
                  <a:gd name="T4" fmla="*/ 1 w 7"/>
                  <a:gd name="T5" fmla="*/ 1 h 5"/>
                  <a:gd name="T6" fmla="*/ 5 w 7"/>
                  <a:gd name="T7" fmla="*/ 1 h 5"/>
                  <a:gd name="T8" fmla="*/ 7 w 7"/>
                  <a:gd name="T9" fmla="*/ 2 h 5"/>
                  <a:gd name="T10" fmla="*/ 5 w 7"/>
                  <a:gd name="T11" fmla="*/ 5 h 5"/>
                  <a:gd name="T12" fmla="*/ 4 w 7"/>
                  <a:gd name="T13" fmla="*/ 5 h 5"/>
                  <a:gd name="T14" fmla="*/ 3 w 7"/>
                  <a:gd name="T15" fmla="*/ 5 h 5"/>
                  <a:gd name="T16" fmla="*/ 1 w 7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4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" name="Freeform 3137">
                <a:extLst>
                  <a:ext uri="{FF2B5EF4-FFF2-40B4-BE49-F238E27FC236}">
                    <a16:creationId xmlns:a16="http://schemas.microsoft.com/office/drawing/2014/main" id="{8EE2C504-604E-434F-B4A4-EC3EED9D7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818"/>
                <a:ext cx="2" cy="3"/>
              </a:xfrm>
              <a:custGeom>
                <a:avLst/>
                <a:gdLst>
                  <a:gd name="T0" fmla="*/ 4 w 6"/>
                  <a:gd name="T1" fmla="*/ 4 h 7"/>
                  <a:gd name="T2" fmla="*/ 1 w 6"/>
                  <a:gd name="T3" fmla="*/ 7 h 7"/>
                  <a:gd name="T4" fmla="*/ 1 w 6"/>
                  <a:gd name="T5" fmla="*/ 4 h 7"/>
                  <a:gd name="T6" fmla="*/ 3 w 6"/>
                  <a:gd name="T7" fmla="*/ 2 h 7"/>
                  <a:gd name="T8" fmla="*/ 6 w 6"/>
                  <a:gd name="T9" fmla="*/ 1 h 7"/>
                  <a:gd name="T10" fmla="*/ 4 w 6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4" y="4"/>
                    </a:moveTo>
                    <a:cubicBezTo>
                      <a:pt x="3" y="4"/>
                      <a:pt x="3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" name="Freeform 3138">
                <a:extLst>
                  <a:ext uri="{FF2B5EF4-FFF2-40B4-BE49-F238E27FC236}">
                    <a16:creationId xmlns:a16="http://schemas.microsoft.com/office/drawing/2014/main" id="{DC3EFA92-FECE-0F41-8CAA-270D8A947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21"/>
                <a:ext cx="2" cy="2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3 w 4"/>
                  <a:gd name="T5" fmla="*/ 1 h 5"/>
                  <a:gd name="T6" fmla="*/ 4 w 4"/>
                  <a:gd name="T7" fmla="*/ 4 h 5"/>
                  <a:gd name="T8" fmla="*/ 1 w 4"/>
                  <a:gd name="T9" fmla="*/ 4 h 5"/>
                  <a:gd name="T10" fmla="*/ 0 w 4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2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" name="Freeform 3139">
                <a:extLst>
                  <a:ext uri="{FF2B5EF4-FFF2-40B4-BE49-F238E27FC236}">
                    <a16:creationId xmlns:a16="http://schemas.microsoft.com/office/drawing/2014/main" id="{CC988593-4B6A-1F47-90BF-377397273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18"/>
                <a:ext cx="1" cy="3"/>
              </a:xfrm>
              <a:custGeom>
                <a:avLst/>
                <a:gdLst>
                  <a:gd name="T0" fmla="*/ 2 w 4"/>
                  <a:gd name="T1" fmla="*/ 2 h 6"/>
                  <a:gd name="T2" fmla="*/ 2 w 4"/>
                  <a:gd name="T3" fmla="*/ 2 h 6"/>
                  <a:gd name="T4" fmla="*/ 3 w 4"/>
                  <a:gd name="T5" fmla="*/ 1 h 6"/>
                  <a:gd name="T6" fmla="*/ 4 w 4"/>
                  <a:gd name="T7" fmla="*/ 2 h 6"/>
                  <a:gd name="T8" fmla="*/ 2 w 4"/>
                  <a:gd name="T9" fmla="*/ 6 h 6"/>
                  <a:gd name="T10" fmla="*/ 2 w 4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6"/>
                      <a:pt x="2" y="6"/>
                    </a:cubicBezTo>
                    <a:cubicBezTo>
                      <a:pt x="0" y="6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" name="Freeform 3140">
                <a:extLst>
                  <a:ext uri="{FF2B5EF4-FFF2-40B4-BE49-F238E27FC236}">
                    <a16:creationId xmlns:a16="http://schemas.microsoft.com/office/drawing/2014/main" id="{C12B0C75-EF0C-6244-8D1F-D82135B9E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96"/>
                <a:ext cx="5" cy="4"/>
              </a:xfrm>
              <a:custGeom>
                <a:avLst/>
                <a:gdLst>
                  <a:gd name="T0" fmla="*/ 7 w 11"/>
                  <a:gd name="T1" fmla="*/ 6 h 10"/>
                  <a:gd name="T2" fmla="*/ 7 w 11"/>
                  <a:gd name="T3" fmla="*/ 6 h 10"/>
                  <a:gd name="T4" fmla="*/ 7 w 11"/>
                  <a:gd name="T5" fmla="*/ 7 h 10"/>
                  <a:gd name="T6" fmla="*/ 6 w 11"/>
                  <a:gd name="T7" fmla="*/ 9 h 10"/>
                  <a:gd name="T8" fmla="*/ 2 w 11"/>
                  <a:gd name="T9" fmla="*/ 8 h 10"/>
                  <a:gd name="T10" fmla="*/ 4 w 11"/>
                  <a:gd name="T11" fmla="*/ 5 h 10"/>
                  <a:gd name="T12" fmla="*/ 5 w 11"/>
                  <a:gd name="T13" fmla="*/ 2 h 10"/>
                  <a:gd name="T14" fmla="*/ 7 w 11"/>
                  <a:gd name="T15" fmla="*/ 1 h 10"/>
                  <a:gd name="T16" fmla="*/ 9 w 11"/>
                  <a:gd name="T17" fmla="*/ 0 h 10"/>
                  <a:gd name="T18" fmla="*/ 10 w 11"/>
                  <a:gd name="T19" fmla="*/ 5 h 10"/>
                  <a:gd name="T20" fmla="*/ 7 w 11"/>
                  <a:gd name="T2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0"/>
                      <a:pt x="3" y="9"/>
                      <a:pt x="2" y="8"/>
                    </a:cubicBezTo>
                    <a:cubicBezTo>
                      <a:pt x="0" y="7"/>
                      <a:pt x="4" y="6"/>
                      <a:pt x="4" y="5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1"/>
                      <a:pt x="11" y="3"/>
                      <a:pt x="10" y="5"/>
                    </a:cubicBezTo>
                    <a:cubicBezTo>
                      <a:pt x="10" y="5"/>
                      <a:pt x="8" y="5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" name="Freeform 3142">
                <a:extLst>
                  <a:ext uri="{FF2B5EF4-FFF2-40B4-BE49-F238E27FC236}">
                    <a16:creationId xmlns:a16="http://schemas.microsoft.com/office/drawing/2014/main" id="{684C981A-9C68-804D-8275-215C36AF7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783"/>
                <a:ext cx="9" cy="5"/>
              </a:xfrm>
              <a:custGeom>
                <a:avLst/>
                <a:gdLst>
                  <a:gd name="T0" fmla="*/ 3 w 21"/>
                  <a:gd name="T1" fmla="*/ 5 h 14"/>
                  <a:gd name="T2" fmla="*/ 1 w 21"/>
                  <a:gd name="T3" fmla="*/ 2 h 14"/>
                  <a:gd name="T4" fmla="*/ 0 w 21"/>
                  <a:gd name="T5" fmla="*/ 0 h 14"/>
                  <a:gd name="T6" fmla="*/ 2 w 21"/>
                  <a:gd name="T7" fmla="*/ 0 h 14"/>
                  <a:gd name="T8" fmla="*/ 5 w 21"/>
                  <a:gd name="T9" fmla="*/ 2 h 14"/>
                  <a:gd name="T10" fmla="*/ 8 w 21"/>
                  <a:gd name="T11" fmla="*/ 3 h 14"/>
                  <a:gd name="T12" fmla="*/ 12 w 21"/>
                  <a:gd name="T13" fmla="*/ 4 h 14"/>
                  <a:gd name="T14" fmla="*/ 16 w 21"/>
                  <a:gd name="T15" fmla="*/ 5 h 14"/>
                  <a:gd name="T16" fmla="*/ 19 w 21"/>
                  <a:gd name="T17" fmla="*/ 8 h 14"/>
                  <a:gd name="T18" fmla="*/ 21 w 21"/>
                  <a:gd name="T19" fmla="*/ 12 h 14"/>
                  <a:gd name="T20" fmla="*/ 18 w 21"/>
                  <a:gd name="T21" fmla="*/ 13 h 14"/>
                  <a:gd name="T22" fmla="*/ 15 w 21"/>
                  <a:gd name="T23" fmla="*/ 13 h 14"/>
                  <a:gd name="T24" fmla="*/ 13 w 21"/>
                  <a:gd name="T25" fmla="*/ 12 h 14"/>
                  <a:gd name="T26" fmla="*/ 10 w 21"/>
                  <a:gd name="T27" fmla="*/ 10 h 14"/>
                  <a:gd name="T28" fmla="*/ 9 w 21"/>
                  <a:gd name="T29" fmla="*/ 8 h 14"/>
                  <a:gd name="T30" fmla="*/ 6 w 21"/>
                  <a:gd name="T31" fmla="*/ 7 h 14"/>
                  <a:gd name="T32" fmla="*/ 3 w 21"/>
                  <a:gd name="T3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4">
                    <a:moveTo>
                      <a:pt x="3" y="5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9" y="3"/>
                      <a:pt x="11" y="3"/>
                      <a:pt x="12" y="4"/>
                    </a:cubicBezTo>
                    <a:cubicBezTo>
                      <a:pt x="14" y="4"/>
                      <a:pt x="15" y="4"/>
                      <a:pt x="16" y="5"/>
                    </a:cubicBezTo>
                    <a:cubicBezTo>
                      <a:pt x="17" y="6"/>
                      <a:pt x="18" y="7"/>
                      <a:pt x="19" y="8"/>
                    </a:cubicBezTo>
                    <a:cubicBezTo>
                      <a:pt x="20" y="8"/>
                      <a:pt x="21" y="10"/>
                      <a:pt x="21" y="12"/>
                    </a:cubicBezTo>
                    <a:cubicBezTo>
                      <a:pt x="21" y="14"/>
                      <a:pt x="19" y="13"/>
                      <a:pt x="18" y="13"/>
                    </a:cubicBezTo>
                    <a:cubicBezTo>
                      <a:pt x="17" y="13"/>
                      <a:pt x="16" y="13"/>
                      <a:pt x="15" y="13"/>
                    </a:cubicBezTo>
                    <a:cubicBezTo>
                      <a:pt x="14" y="13"/>
                      <a:pt x="13" y="13"/>
                      <a:pt x="13" y="12"/>
                    </a:cubicBezTo>
                    <a:cubicBezTo>
                      <a:pt x="12" y="12"/>
                      <a:pt x="11" y="11"/>
                      <a:pt x="10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8"/>
                      <a:pt x="7" y="8"/>
                      <a:pt x="6" y="7"/>
                    </a:cubicBezTo>
                    <a:cubicBezTo>
                      <a:pt x="5" y="7"/>
                      <a:pt x="4" y="6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" name="Freeform 3143">
                <a:extLst>
                  <a:ext uri="{FF2B5EF4-FFF2-40B4-BE49-F238E27FC236}">
                    <a16:creationId xmlns:a16="http://schemas.microsoft.com/office/drawing/2014/main" id="{B0AED748-B774-4341-BFD6-4071BCE3F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67"/>
                <a:ext cx="4" cy="4"/>
              </a:xfrm>
              <a:custGeom>
                <a:avLst/>
                <a:gdLst>
                  <a:gd name="T0" fmla="*/ 2 w 10"/>
                  <a:gd name="T1" fmla="*/ 3 h 9"/>
                  <a:gd name="T2" fmla="*/ 3 w 10"/>
                  <a:gd name="T3" fmla="*/ 2 h 9"/>
                  <a:gd name="T4" fmla="*/ 6 w 10"/>
                  <a:gd name="T5" fmla="*/ 0 h 9"/>
                  <a:gd name="T6" fmla="*/ 8 w 10"/>
                  <a:gd name="T7" fmla="*/ 1 h 9"/>
                  <a:gd name="T8" fmla="*/ 10 w 10"/>
                  <a:gd name="T9" fmla="*/ 3 h 9"/>
                  <a:gd name="T10" fmla="*/ 10 w 10"/>
                  <a:gd name="T11" fmla="*/ 6 h 9"/>
                  <a:gd name="T12" fmla="*/ 5 w 10"/>
                  <a:gd name="T13" fmla="*/ 9 h 9"/>
                  <a:gd name="T14" fmla="*/ 1 w 10"/>
                  <a:gd name="T15" fmla="*/ 6 h 9"/>
                  <a:gd name="T16" fmla="*/ 2 w 10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2" y="3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9" y="7"/>
                      <a:pt x="8" y="9"/>
                      <a:pt x="5" y="9"/>
                    </a:cubicBezTo>
                    <a:cubicBezTo>
                      <a:pt x="4" y="9"/>
                      <a:pt x="1" y="8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" name="Freeform 3144">
                <a:extLst>
                  <a:ext uri="{FF2B5EF4-FFF2-40B4-BE49-F238E27FC236}">
                    <a16:creationId xmlns:a16="http://schemas.microsoft.com/office/drawing/2014/main" id="{BBFD0E6F-9D7C-F542-830C-3634AAE70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757"/>
                <a:ext cx="19" cy="10"/>
              </a:xfrm>
              <a:custGeom>
                <a:avLst/>
                <a:gdLst>
                  <a:gd name="T0" fmla="*/ 3 w 48"/>
                  <a:gd name="T1" fmla="*/ 19 h 24"/>
                  <a:gd name="T2" fmla="*/ 9 w 48"/>
                  <a:gd name="T3" fmla="*/ 19 h 24"/>
                  <a:gd name="T4" fmla="*/ 13 w 48"/>
                  <a:gd name="T5" fmla="*/ 18 h 24"/>
                  <a:gd name="T6" fmla="*/ 15 w 48"/>
                  <a:gd name="T7" fmla="*/ 15 h 24"/>
                  <a:gd name="T8" fmla="*/ 19 w 48"/>
                  <a:gd name="T9" fmla="*/ 13 h 24"/>
                  <a:gd name="T10" fmla="*/ 21 w 48"/>
                  <a:gd name="T11" fmla="*/ 10 h 24"/>
                  <a:gd name="T12" fmla="*/ 24 w 48"/>
                  <a:gd name="T13" fmla="*/ 9 h 24"/>
                  <a:gd name="T14" fmla="*/ 26 w 48"/>
                  <a:gd name="T15" fmla="*/ 9 h 24"/>
                  <a:gd name="T16" fmla="*/ 33 w 48"/>
                  <a:gd name="T17" fmla="*/ 9 h 24"/>
                  <a:gd name="T18" fmla="*/ 34 w 48"/>
                  <a:gd name="T19" fmla="*/ 5 h 24"/>
                  <a:gd name="T20" fmla="*/ 36 w 48"/>
                  <a:gd name="T21" fmla="*/ 5 h 24"/>
                  <a:gd name="T22" fmla="*/ 38 w 48"/>
                  <a:gd name="T23" fmla="*/ 3 h 24"/>
                  <a:gd name="T24" fmla="*/ 41 w 48"/>
                  <a:gd name="T25" fmla="*/ 1 h 24"/>
                  <a:gd name="T26" fmla="*/ 47 w 48"/>
                  <a:gd name="T27" fmla="*/ 2 h 24"/>
                  <a:gd name="T28" fmla="*/ 46 w 48"/>
                  <a:gd name="T29" fmla="*/ 9 h 24"/>
                  <a:gd name="T30" fmla="*/ 41 w 48"/>
                  <a:gd name="T31" fmla="*/ 12 h 24"/>
                  <a:gd name="T32" fmla="*/ 41 w 48"/>
                  <a:gd name="T33" fmla="*/ 15 h 24"/>
                  <a:gd name="T34" fmla="*/ 38 w 48"/>
                  <a:gd name="T35" fmla="*/ 15 h 24"/>
                  <a:gd name="T36" fmla="*/ 35 w 48"/>
                  <a:gd name="T37" fmla="*/ 19 h 24"/>
                  <a:gd name="T38" fmla="*/ 29 w 48"/>
                  <a:gd name="T39" fmla="*/ 20 h 24"/>
                  <a:gd name="T40" fmla="*/ 28 w 48"/>
                  <a:gd name="T41" fmla="*/ 23 h 24"/>
                  <a:gd name="T42" fmla="*/ 24 w 48"/>
                  <a:gd name="T43" fmla="*/ 24 h 24"/>
                  <a:gd name="T44" fmla="*/ 18 w 48"/>
                  <a:gd name="T45" fmla="*/ 24 h 24"/>
                  <a:gd name="T46" fmla="*/ 12 w 48"/>
                  <a:gd name="T47" fmla="*/ 24 h 24"/>
                  <a:gd name="T48" fmla="*/ 6 w 48"/>
                  <a:gd name="T49" fmla="*/ 23 h 24"/>
                  <a:gd name="T50" fmla="*/ 3 w 48"/>
                  <a:gd name="T51" fmla="*/ 22 h 24"/>
                  <a:gd name="T52" fmla="*/ 0 w 48"/>
                  <a:gd name="T53" fmla="*/ 21 h 24"/>
                  <a:gd name="T54" fmla="*/ 3 w 48"/>
                  <a:gd name="T55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" h="24">
                    <a:moveTo>
                      <a:pt x="3" y="19"/>
                    </a:moveTo>
                    <a:cubicBezTo>
                      <a:pt x="5" y="18"/>
                      <a:pt x="9" y="19"/>
                      <a:pt x="9" y="19"/>
                    </a:cubicBezTo>
                    <a:cubicBezTo>
                      <a:pt x="10" y="19"/>
                      <a:pt x="12" y="18"/>
                      <a:pt x="13" y="18"/>
                    </a:cubicBezTo>
                    <a:cubicBezTo>
                      <a:pt x="14" y="17"/>
                      <a:pt x="14" y="16"/>
                      <a:pt x="15" y="15"/>
                    </a:cubicBezTo>
                    <a:cubicBezTo>
                      <a:pt x="16" y="13"/>
                      <a:pt x="18" y="14"/>
                      <a:pt x="19" y="13"/>
                    </a:cubicBezTo>
                    <a:cubicBezTo>
                      <a:pt x="21" y="13"/>
                      <a:pt x="21" y="11"/>
                      <a:pt x="21" y="10"/>
                    </a:cubicBezTo>
                    <a:cubicBezTo>
                      <a:pt x="22" y="10"/>
                      <a:pt x="23" y="9"/>
                      <a:pt x="24" y="9"/>
                    </a:cubicBezTo>
                    <a:cubicBezTo>
                      <a:pt x="25" y="9"/>
                      <a:pt x="25" y="9"/>
                      <a:pt x="26" y="9"/>
                    </a:cubicBezTo>
                    <a:cubicBezTo>
                      <a:pt x="28" y="9"/>
                      <a:pt x="30" y="9"/>
                      <a:pt x="33" y="9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6" y="5"/>
                    </a:cubicBezTo>
                    <a:cubicBezTo>
                      <a:pt x="37" y="5"/>
                      <a:pt x="38" y="4"/>
                      <a:pt x="38" y="3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3" y="0"/>
                      <a:pt x="46" y="0"/>
                      <a:pt x="47" y="2"/>
                    </a:cubicBezTo>
                    <a:cubicBezTo>
                      <a:pt x="48" y="4"/>
                      <a:pt x="48" y="8"/>
                      <a:pt x="46" y="9"/>
                    </a:cubicBezTo>
                    <a:cubicBezTo>
                      <a:pt x="45" y="10"/>
                      <a:pt x="42" y="10"/>
                      <a:pt x="41" y="12"/>
                    </a:cubicBezTo>
                    <a:cubicBezTo>
                      <a:pt x="41" y="13"/>
                      <a:pt x="41" y="14"/>
                      <a:pt x="41" y="15"/>
                    </a:cubicBezTo>
                    <a:cubicBezTo>
                      <a:pt x="40" y="15"/>
                      <a:pt x="39" y="15"/>
                      <a:pt x="38" y="15"/>
                    </a:cubicBezTo>
                    <a:cubicBezTo>
                      <a:pt x="36" y="16"/>
                      <a:pt x="37" y="18"/>
                      <a:pt x="35" y="19"/>
                    </a:cubicBezTo>
                    <a:cubicBezTo>
                      <a:pt x="33" y="19"/>
                      <a:pt x="30" y="18"/>
                      <a:pt x="29" y="20"/>
                    </a:cubicBezTo>
                    <a:cubicBezTo>
                      <a:pt x="29" y="22"/>
                      <a:pt x="29" y="23"/>
                      <a:pt x="28" y="23"/>
                    </a:cubicBezTo>
                    <a:cubicBezTo>
                      <a:pt x="27" y="24"/>
                      <a:pt x="25" y="24"/>
                      <a:pt x="24" y="24"/>
                    </a:cubicBezTo>
                    <a:cubicBezTo>
                      <a:pt x="22" y="24"/>
                      <a:pt x="20" y="24"/>
                      <a:pt x="18" y="24"/>
                    </a:cubicBezTo>
                    <a:cubicBezTo>
                      <a:pt x="16" y="24"/>
                      <a:pt x="14" y="24"/>
                      <a:pt x="12" y="24"/>
                    </a:cubicBezTo>
                    <a:cubicBezTo>
                      <a:pt x="10" y="24"/>
                      <a:pt x="8" y="23"/>
                      <a:pt x="6" y="23"/>
                    </a:cubicBezTo>
                    <a:cubicBezTo>
                      <a:pt x="5" y="23"/>
                      <a:pt x="4" y="23"/>
                      <a:pt x="3" y="22"/>
                    </a:cubicBezTo>
                    <a:cubicBezTo>
                      <a:pt x="2" y="22"/>
                      <a:pt x="1" y="22"/>
                      <a:pt x="0" y="21"/>
                    </a:cubicBezTo>
                    <a:cubicBezTo>
                      <a:pt x="0" y="20"/>
                      <a:pt x="1" y="19"/>
                      <a:pt x="3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" name="Freeform 3145">
                <a:extLst>
                  <a:ext uri="{FF2B5EF4-FFF2-40B4-BE49-F238E27FC236}">
                    <a16:creationId xmlns:a16="http://schemas.microsoft.com/office/drawing/2014/main" id="{CE08FA7D-9CE6-0A46-9381-8105DEFA4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746"/>
                <a:ext cx="4" cy="4"/>
              </a:xfrm>
              <a:custGeom>
                <a:avLst/>
                <a:gdLst>
                  <a:gd name="T0" fmla="*/ 1 w 11"/>
                  <a:gd name="T1" fmla="*/ 4 h 11"/>
                  <a:gd name="T2" fmla="*/ 0 w 11"/>
                  <a:gd name="T3" fmla="*/ 2 h 11"/>
                  <a:gd name="T4" fmla="*/ 2 w 11"/>
                  <a:gd name="T5" fmla="*/ 1 h 11"/>
                  <a:gd name="T6" fmla="*/ 5 w 11"/>
                  <a:gd name="T7" fmla="*/ 1 h 11"/>
                  <a:gd name="T8" fmla="*/ 9 w 11"/>
                  <a:gd name="T9" fmla="*/ 0 h 11"/>
                  <a:gd name="T10" fmla="*/ 10 w 11"/>
                  <a:gd name="T11" fmla="*/ 6 h 11"/>
                  <a:gd name="T12" fmla="*/ 10 w 11"/>
                  <a:gd name="T13" fmla="*/ 9 h 11"/>
                  <a:gd name="T14" fmla="*/ 5 w 11"/>
                  <a:gd name="T15" fmla="*/ 8 h 11"/>
                  <a:gd name="T16" fmla="*/ 4 w 11"/>
                  <a:gd name="T17" fmla="*/ 6 h 11"/>
                  <a:gd name="T18" fmla="*/ 3 w 11"/>
                  <a:gd name="T19" fmla="*/ 5 h 11"/>
                  <a:gd name="T20" fmla="*/ 1 w 11"/>
                  <a:gd name="T2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1" y="1"/>
                      <a:pt x="10" y="4"/>
                      <a:pt x="10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5" y="7"/>
                      <a:pt x="5" y="6"/>
                      <a:pt x="4" y="6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" name="Freeform 3146">
                <a:extLst>
                  <a:ext uri="{FF2B5EF4-FFF2-40B4-BE49-F238E27FC236}">
                    <a16:creationId xmlns:a16="http://schemas.microsoft.com/office/drawing/2014/main" id="{293CA473-83ED-3640-800A-9A564B835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738"/>
                <a:ext cx="7" cy="8"/>
              </a:xfrm>
              <a:custGeom>
                <a:avLst/>
                <a:gdLst>
                  <a:gd name="T0" fmla="*/ 6 w 17"/>
                  <a:gd name="T1" fmla="*/ 19 h 19"/>
                  <a:gd name="T2" fmla="*/ 5 w 17"/>
                  <a:gd name="T3" fmla="*/ 18 h 19"/>
                  <a:gd name="T4" fmla="*/ 4 w 17"/>
                  <a:gd name="T5" fmla="*/ 17 h 19"/>
                  <a:gd name="T6" fmla="*/ 3 w 17"/>
                  <a:gd name="T7" fmla="*/ 15 h 19"/>
                  <a:gd name="T8" fmla="*/ 1 w 17"/>
                  <a:gd name="T9" fmla="*/ 14 h 19"/>
                  <a:gd name="T10" fmla="*/ 0 w 17"/>
                  <a:gd name="T11" fmla="*/ 12 h 19"/>
                  <a:gd name="T12" fmla="*/ 0 w 17"/>
                  <a:gd name="T13" fmla="*/ 9 h 19"/>
                  <a:gd name="T14" fmla="*/ 0 w 17"/>
                  <a:gd name="T15" fmla="*/ 7 h 19"/>
                  <a:gd name="T16" fmla="*/ 3 w 17"/>
                  <a:gd name="T17" fmla="*/ 6 h 19"/>
                  <a:gd name="T18" fmla="*/ 8 w 17"/>
                  <a:gd name="T19" fmla="*/ 5 h 19"/>
                  <a:gd name="T20" fmla="*/ 9 w 17"/>
                  <a:gd name="T21" fmla="*/ 3 h 19"/>
                  <a:gd name="T22" fmla="*/ 11 w 17"/>
                  <a:gd name="T23" fmla="*/ 1 h 19"/>
                  <a:gd name="T24" fmla="*/ 16 w 17"/>
                  <a:gd name="T25" fmla="*/ 2 h 19"/>
                  <a:gd name="T26" fmla="*/ 17 w 17"/>
                  <a:gd name="T27" fmla="*/ 8 h 19"/>
                  <a:gd name="T28" fmla="*/ 13 w 17"/>
                  <a:gd name="T29" fmla="*/ 11 h 19"/>
                  <a:gd name="T30" fmla="*/ 9 w 17"/>
                  <a:gd name="T31" fmla="*/ 18 h 19"/>
                  <a:gd name="T32" fmla="*/ 6 w 17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9">
                    <a:moveTo>
                      <a:pt x="6" y="19"/>
                    </a:moveTo>
                    <a:cubicBezTo>
                      <a:pt x="6" y="18"/>
                      <a:pt x="6" y="18"/>
                      <a:pt x="5" y="18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3" y="17"/>
                      <a:pt x="4" y="16"/>
                      <a:pt x="3" y="15"/>
                    </a:cubicBezTo>
                    <a:cubicBezTo>
                      <a:pt x="3" y="15"/>
                      <a:pt x="2" y="15"/>
                      <a:pt x="1" y="14"/>
                    </a:cubicBezTo>
                    <a:cubicBezTo>
                      <a:pt x="1" y="13"/>
                      <a:pt x="0" y="12"/>
                      <a:pt x="0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8" y="7"/>
                      <a:pt x="8" y="5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2"/>
                      <a:pt x="10" y="1"/>
                      <a:pt x="11" y="1"/>
                    </a:cubicBezTo>
                    <a:cubicBezTo>
                      <a:pt x="12" y="0"/>
                      <a:pt x="15" y="1"/>
                      <a:pt x="16" y="2"/>
                    </a:cubicBezTo>
                    <a:cubicBezTo>
                      <a:pt x="17" y="4"/>
                      <a:pt x="17" y="6"/>
                      <a:pt x="17" y="8"/>
                    </a:cubicBezTo>
                    <a:cubicBezTo>
                      <a:pt x="16" y="10"/>
                      <a:pt x="14" y="10"/>
                      <a:pt x="13" y="11"/>
                    </a:cubicBezTo>
                    <a:cubicBezTo>
                      <a:pt x="12" y="14"/>
                      <a:pt x="13" y="18"/>
                      <a:pt x="9" y="18"/>
                    </a:cubicBezTo>
                    <a:cubicBezTo>
                      <a:pt x="8" y="19"/>
                      <a:pt x="7" y="19"/>
                      <a:pt x="6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" name="Freeform 3147">
                <a:extLst>
                  <a:ext uri="{FF2B5EF4-FFF2-40B4-BE49-F238E27FC236}">
                    <a16:creationId xmlns:a16="http://schemas.microsoft.com/office/drawing/2014/main" id="{2E24A77A-ECBD-344D-BE3C-8133266B3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17"/>
                <a:ext cx="9" cy="4"/>
              </a:xfrm>
              <a:custGeom>
                <a:avLst/>
                <a:gdLst>
                  <a:gd name="T0" fmla="*/ 0 w 21"/>
                  <a:gd name="T1" fmla="*/ 2 h 10"/>
                  <a:gd name="T2" fmla="*/ 5 w 21"/>
                  <a:gd name="T3" fmla="*/ 0 h 10"/>
                  <a:gd name="T4" fmla="*/ 11 w 21"/>
                  <a:gd name="T5" fmla="*/ 0 h 10"/>
                  <a:gd name="T6" fmla="*/ 13 w 21"/>
                  <a:gd name="T7" fmla="*/ 0 h 10"/>
                  <a:gd name="T8" fmla="*/ 16 w 21"/>
                  <a:gd name="T9" fmla="*/ 0 h 10"/>
                  <a:gd name="T10" fmla="*/ 20 w 21"/>
                  <a:gd name="T11" fmla="*/ 2 h 10"/>
                  <a:gd name="T12" fmla="*/ 20 w 21"/>
                  <a:gd name="T13" fmla="*/ 5 h 10"/>
                  <a:gd name="T14" fmla="*/ 20 w 21"/>
                  <a:gd name="T15" fmla="*/ 8 h 10"/>
                  <a:gd name="T16" fmla="*/ 19 w 21"/>
                  <a:gd name="T17" fmla="*/ 10 h 10"/>
                  <a:gd name="T18" fmla="*/ 15 w 21"/>
                  <a:gd name="T19" fmla="*/ 9 h 10"/>
                  <a:gd name="T20" fmla="*/ 14 w 21"/>
                  <a:gd name="T21" fmla="*/ 7 h 10"/>
                  <a:gd name="T22" fmla="*/ 10 w 21"/>
                  <a:gd name="T23" fmla="*/ 6 h 10"/>
                  <a:gd name="T24" fmla="*/ 7 w 21"/>
                  <a:gd name="T25" fmla="*/ 6 h 10"/>
                  <a:gd name="T26" fmla="*/ 4 w 21"/>
                  <a:gd name="T27" fmla="*/ 5 h 10"/>
                  <a:gd name="T28" fmla="*/ 3 w 21"/>
                  <a:gd name="T29" fmla="*/ 5 h 10"/>
                  <a:gd name="T30" fmla="*/ 1 w 21"/>
                  <a:gd name="T31" fmla="*/ 4 h 10"/>
                  <a:gd name="T32" fmla="*/ 0 w 21"/>
                  <a:gd name="T3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0">
                    <a:moveTo>
                      <a:pt x="0" y="2"/>
                    </a:moveTo>
                    <a:cubicBezTo>
                      <a:pt x="1" y="1"/>
                      <a:pt x="4" y="0"/>
                      <a:pt x="5" y="0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7" y="0"/>
                      <a:pt x="19" y="1"/>
                      <a:pt x="20" y="2"/>
                    </a:cubicBezTo>
                    <a:cubicBezTo>
                      <a:pt x="20" y="3"/>
                      <a:pt x="20" y="4"/>
                      <a:pt x="20" y="5"/>
                    </a:cubicBezTo>
                    <a:cubicBezTo>
                      <a:pt x="20" y="6"/>
                      <a:pt x="21" y="7"/>
                      <a:pt x="20" y="8"/>
                    </a:cubicBezTo>
                    <a:cubicBezTo>
                      <a:pt x="20" y="9"/>
                      <a:pt x="20" y="10"/>
                      <a:pt x="19" y="10"/>
                    </a:cubicBezTo>
                    <a:cubicBezTo>
                      <a:pt x="17" y="10"/>
                      <a:pt x="16" y="10"/>
                      <a:pt x="15" y="9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3" y="6"/>
                      <a:pt x="11" y="6"/>
                      <a:pt x="10" y="6"/>
                    </a:cubicBezTo>
                    <a:cubicBezTo>
                      <a:pt x="9" y="6"/>
                      <a:pt x="8" y="6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" name="Freeform 3148">
                <a:extLst>
                  <a:ext uri="{FF2B5EF4-FFF2-40B4-BE49-F238E27FC236}">
                    <a16:creationId xmlns:a16="http://schemas.microsoft.com/office/drawing/2014/main" id="{9B910A20-83E5-AD46-9D1E-801949338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22"/>
                <a:ext cx="12" cy="14"/>
              </a:xfrm>
              <a:custGeom>
                <a:avLst/>
                <a:gdLst>
                  <a:gd name="T0" fmla="*/ 5 w 31"/>
                  <a:gd name="T1" fmla="*/ 18 h 34"/>
                  <a:gd name="T2" fmla="*/ 1 w 31"/>
                  <a:gd name="T3" fmla="*/ 15 h 34"/>
                  <a:gd name="T4" fmla="*/ 0 w 31"/>
                  <a:gd name="T5" fmla="*/ 8 h 34"/>
                  <a:gd name="T6" fmla="*/ 0 w 31"/>
                  <a:gd name="T7" fmla="*/ 8 h 34"/>
                  <a:gd name="T8" fmla="*/ 1 w 31"/>
                  <a:gd name="T9" fmla="*/ 8 h 34"/>
                  <a:gd name="T10" fmla="*/ 1 w 31"/>
                  <a:gd name="T11" fmla="*/ 7 h 34"/>
                  <a:gd name="T12" fmla="*/ 2 w 31"/>
                  <a:gd name="T13" fmla="*/ 6 h 34"/>
                  <a:gd name="T14" fmla="*/ 6 w 31"/>
                  <a:gd name="T15" fmla="*/ 6 h 34"/>
                  <a:gd name="T16" fmla="*/ 8 w 31"/>
                  <a:gd name="T17" fmla="*/ 6 h 34"/>
                  <a:gd name="T18" fmla="*/ 9 w 31"/>
                  <a:gd name="T19" fmla="*/ 4 h 34"/>
                  <a:gd name="T20" fmla="*/ 10 w 31"/>
                  <a:gd name="T21" fmla="*/ 1 h 34"/>
                  <a:gd name="T22" fmla="*/ 16 w 31"/>
                  <a:gd name="T23" fmla="*/ 0 h 34"/>
                  <a:gd name="T24" fmla="*/ 22 w 31"/>
                  <a:gd name="T25" fmla="*/ 1 h 34"/>
                  <a:gd name="T26" fmla="*/ 24 w 31"/>
                  <a:gd name="T27" fmla="*/ 4 h 34"/>
                  <a:gd name="T28" fmla="*/ 29 w 31"/>
                  <a:gd name="T29" fmla="*/ 7 h 34"/>
                  <a:gd name="T30" fmla="*/ 30 w 31"/>
                  <a:gd name="T31" fmla="*/ 10 h 34"/>
                  <a:gd name="T32" fmla="*/ 29 w 31"/>
                  <a:gd name="T33" fmla="*/ 14 h 34"/>
                  <a:gd name="T34" fmla="*/ 29 w 31"/>
                  <a:gd name="T35" fmla="*/ 19 h 34"/>
                  <a:gd name="T36" fmla="*/ 27 w 31"/>
                  <a:gd name="T37" fmla="*/ 22 h 34"/>
                  <a:gd name="T38" fmla="*/ 25 w 31"/>
                  <a:gd name="T39" fmla="*/ 26 h 34"/>
                  <a:gd name="T40" fmla="*/ 22 w 31"/>
                  <a:gd name="T41" fmla="*/ 29 h 34"/>
                  <a:gd name="T42" fmla="*/ 19 w 31"/>
                  <a:gd name="T43" fmla="*/ 31 h 34"/>
                  <a:gd name="T44" fmla="*/ 15 w 31"/>
                  <a:gd name="T45" fmla="*/ 34 h 34"/>
                  <a:gd name="T46" fmla="*/ 11 w 31"/>
                  <a:gd name="T47" fmla="*/ 33 h 34"/>
                  <a:gd name="T48" fmla="*/ 9 w 31"/>
                  <a:gd name="T49" fmla="*/ 29 h 34"/>
                  <a:gd name="T50" fmla="*/ 9 w 31"/>
                  <a:gd name="T51" fmla="*/ 28 h 34"/>
                  <a:gd name="T52" fmla="*/ 6 w 31"/>
                  <a:gd name="T53" fmla="*/ 26 h 34"/>
                  <a:gd name="T54" fmla="*/ 5 w 31"/>
                  <a:gd name="T55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34">
                    <a:moveTo>
                      <a:pt x="5" y="18"/>
                    </a:moveTo>
                    <a:cubicBezTo>
                      <a:pt x="4" y="17"/>
                      <a:pt x="2" y="16"/>
                      <a:pt x="1" y="15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3" y="6"/>
                      <a:pt x="4" y="6"/>
                      <a:pt x="6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10" y="1"/>
                    </a:cubicBezTo>
                    <a:cubicBezTo>
                      <a:pt x="12" y="0"/>
                      <a:pt x="15" y="0"/>
                      <a:pt x="16" y="0"/>
                    </a:cubicBezTo>
                    <a:cubicBezTo>
                      <a:pt x="18" y="0"/>
                      <a:pt x="21" y="0"/>
                      <a:pt x="22" y="1"/>
                    </a:cubicBezTo>
                    <a:cubicBezTo>
                      <a:pt x="23" y="2"/>
                      <a:pt x="24" y="3"/>
                      <a:pt x="24" y="4"/>
                    </a:cubicBezTo>
                    <a:cubicBezTo>
                      <a:pt x="25" y="6"/>
                      <a:pt x="27" y="6"/>
                      <a:pt x="29" y="7"/>
                    </a:cubicBezTo>
                    <a:cubicBezTo>
                      <a:pt x="30" y="8"/>
                      <a:pt x="31" y="8"/>
                      <a:pt x="30" y="10"/>
                    </a:cubicBezTo>
                    <a:cubicBezTo>
                      <a:pt x="30" y="11"/>
                      <a:pt x="29" y="12"/>
                      <a:pt x="29" y="14"/>
                    </a:cubicBezTo>
                    <a:cubicBezTo>
                      <a:pt x="28" y="15"/>
                      <a:pt x="29" y="17"/>
                      <a:pt x="29" y="19"/>
                    </a:cubicBezTo>
                    <a:cubicBezTo>
                      <a:pt x="29" y="21"/>
                      <a:pt x="28" y="22"/>
                      <a:pt x="27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4" y="27"/>
                      <a:pt x="24" y="29"/>
                      <a:pt x="22" y="29"/>
                    </a:cubicBezTo>
                    <a:cubicBezTo>
                      <a:pt x="21" y="30"/>
                      <a:pt x="20" y="30"/>
                      <a:pt x="19" y="31"/>
                    </a:cubicBezTo>
                    <a:cubicBezTo>
                      <a:pt x="18" y="32"/>
                      <a:pt x="17" y="33"/>
                      <a:pt x="15" y="34"/>
                    </a:cubicBezTo>
                    <a:cubicBezTo>
                      <a:pt x="14" y="34"/>
                      <a:pt x="12" y="34"/>
                      <a:pt x="11" y="33"/>
                    </a:cubicBezTo>
                    <a:cubicBezTo>
                      <a:pt x="10" y="32"/>
                      <a:pt x="10" y="30"/>
                      <a:pt x="9" y="29"/>
                    </a:cubicBezTo>
                    <a:cubicBezTo>
                      <a:pt x="9" y="29"/>
                      <a:pt x="9" y="28"/>
                      <a:pt x="9" y="28"/>
                    </a:cubicBezTo>
                    <a:cubicBezTo>
                      <a:pt x="8" y="27"/>
                      <a:pt x="7" y="26"/>
                      <a:pt x="6" y="26"/>
                    </a:cubicBezTo>
                    <a:cubicBezTo>
                      <a:pt x="4" y="24"/>
                      <a:pt x="7" y="20"/>
                      <a:pt x="5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" name="Freeform 3149">
                <a:extLst>
                  <a:ext uri="{FF2B5EF4-FFF2-40B4-BE49-F238E27FC236}">
                    <a16:creationId xmlns:a16="http://schemas.microsoft.com/office/drawing/2014/main" id="{C96A3E6E-3CD0-C54D-8C0D-6011EF1F7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701"/>
                <a:ext cx="3" cy="2"/>
              </a:xfrm>
              <a:custGeom>
                <a:avLst/>
                <a:gdLst>
                  <a:gd name="T0" fmla="*/ 2 w 6"/>
                  <a:gd name="T1" fmla="*/ 3 h 4"/>
                  <a:gd name="T2" fmla="*/ 1 w 6"/>
                  <a:gd name="T3" fmla="*/ 0 h 4"/>
                  <a:gd name="T4" fmla="*/ 5 w 6"/>
                  <a:gd name="T5" fmla="*/ 2 h 4"/>
                  <a:gd name="T6" fmla="*/ 4 w 6"/>
                  <a:gd name="T7" fmla="*/ 4 h 4"/>
                  <a:gd name="T8" fmla="*/ 2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2" y="0"/>
                      <a:pt x="5" y="2"/>
                      <a:pt x="5" y="2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" name="Freeform 3150">
                <a:extLst>
                  <a:ext uri="{FF2B5EF4-FFF2-40B4-BE49-F238E27FC236}">
                    <a16:creationId xmlns:a16="http://schemas.microsoft.com/office/drawing/2014/main" id="{55E2E12C-B99E-284D-BFDC-7422E7D8E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675"/>
                <a:ext cx="5" cy="6"/>
              </a:xfrm>
              <a:custGeom>
                <a:avLst/>
                <a:gdLst>
                  <a:gd name="T0" fmla="*/ 8 w 11"/>
                  <a:gd name="T1" fmla="*/ 8 h 15"/>
                  <a:gd name="T2" fmla="*/ 9 w 11"/>
                  <a:gd name="T3" fmla="*/ 6 h 15"/>
                  <a:gd name="T4" fmla="*/ 11 w 11"/>
                  <a:gd name="T5" fmla="*/ 4 h 15"/>
                  <a:gd name="T6" fmla="*/ 11 w 11"/>
                  <a:gd name="T7" fmla="*/ 1 h 15"/>
                  <a:gd name="T8" fmla="*/ 9 w 11"/>
                  <a:gd name="T9" fmla="*/ 0 h 15"/>
                  <a:gd name="T10" fmla="*/ 6 w 11"/>
                  <a:gd name="T11" fmla="*/ 2 h 15"/>
                  <a:gd name="T12" fmla="*/ 4 w 11"/>
                  <a:gd name="T13" fmla="*/ 5 h 15"/>
                  <a:gd name="T14" fmla="*/ 4 w 11"/>
                  <a:gd name="T15" fmla="*/ 8 h 15"/>
                  <a:gd name="T16" fmla="*/ 1 w 11"/>
                  <a:gd name="T17" fmla="*/ 11 h 15"/>
                  <a:gd name="T18" fmla="*/ 1 w 11"/>
                  <a:gd name="T19" fmla="*/ 15 h 15"/>
                  <a:gd name="T20" fmla="*/ 3 w 11"/>
                  <a:gd name="T21" fmla="*/ 15 h 15"/>
                  <a:gd name="T22" fmla="*/ 4 w 11"/>
                  <a:gd name="T23" fmla="*/ 14 h 15"/>
                  <a:gd name="T24" fmla="*/ 5 w 11"/>
                  <a:gd name="T25" fmla="*/ 13 h 15"/>
                  <a:gd name="T26" fmla="*/ 6 w 11"/>
                  <a:gd name="T27" fmla="*/ 11 h 15"/>
                  <a:gd name="T28" fmla="*/ 8 w 11"/>
                  <a:gd name="T2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5">
                    <a:moveTo>
                      <a:pt x="8" y="8"/>
                    </a:moveTo>
                    <a:cubicBezTo>
                      <a:pt x="8" y="7"/>
                      <a:pt x="8" y="7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5" y="8"/>
                      <a:pt x="4" y="8"/>
                    </a:cubicBezTo>
                    <a:cubicBezTo>
                      <a:pt x="3" y="9"/>
                      <a:pt x="1" y="10"/>
                      <a:pt x="1" y="11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2"/>
                      <a:pt x="6" y="12"/>
                      <a:pt x="6" y="11"/>
                    </a:cubicBezTo>
                    <a:cubicBezTo>
                      <a:pt x="7" y="10"/>
                      <a:pt x="7" y="9"/>
                      <a:pt x="8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" name="Freeform 3151">
                <a:extLst>
                  <a:ext uri="{FF2B5EF4-FFF2-40B4-BE49-F238E27FC236}">
                    <a16:creationId xmlns:a16="http://schemas.microsoft.com/office/drawing/2014/main" id="{3208E08D-66AF-2546-9415-31C57DF5B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686"/>
                <a:ext cx="7" cy="14"/>
              </a:xfrm>
              <a:custGeom>
                <a:avLst/>
                <a:gdLst>
                  <a:gd name="T0" fmla="*/ 15 w 17"/>
                  <a:gd name="T1" fmla="*/ 0 h 33"/>
                  <a:gd name="T2" fmla="*/ 17 w 17"/>
                  <a:gd name="T3" fmla="*/ 3 h 33"/>
                  <a:gd name="T4" fmla="*/ 16 w 17"/>
                  <a:gd name="T5" fmla="*/ 5 h 33"/>
                  <a:gd name="T6" fmla="*/ 15 w 17"/>
                  <a:gd name="T7" fmla="*/ 6 h 33"/>
                  <a:gd name="T8" fmla="*/ 13 w 17"/>
                  <a:gd name="T9" fmla="*/ 11 h 33"/>
                  <a:gd name="T10" fmla="*/ 13 w 17"/>
                  <a:gd name="T11" fmla="*/ 19 h 33"/>
                  <a:gd name="T12" fmla="*/ 13 w 17"/>
                  <a:gd name="T13" fmla="*/ 26 h 33"/>
                  <a:gd name="T14" fmla="*/ 8 w 17"/>
                  <a:gd name="T15" fmla="*/ 32 h 33"/>
                  <a:gd name="T16" fmla="*/ 1 w 17"/>
                  <a:gd name="T17" fmla="*/ 30 h 33"/>
                  <a:gd name="T18" fmla="*/ 0 w 17"/>
                  <a:gd name="T19" fmla="*/ 24 h 33"/>
                  <a:gd name="T20" fmla="*/ 1 w 17"/>
                  <a:gd name="T21" fmla="*/ 19 h 33"/>
                  <a:gd name="T22" fmla="*/ 3 w 17"/>
                  <a:gd name="T23" fmla="*/ 17 h 33"/>
                  <a:gd name="T24" fmla="*/ 4 w 17"/>
                  <a:gd name="T25" fmla="*/ 9 h 33"/>
                  <a:gd name="T26" fmla="*/ 5 w 17"/>
                  <a:gd name="T27" fmla="*/ 4 h 33"/>
                  <a:gd name="T28" fmla="*/ 7 w 17"/>
                  <a:gd name="T29" fmla="*/ 1 h 33"/>
                  <a:gd name="T30" fmla="*/ 9 w 17"/>
                  <a:gd name="T31" fmla="*/ 1 h 33"/>
                  <a:gd name="T32" fmla="*/ 12 w 17"/>
                  <a:gd name="T33" fmla="*/ 0 h 33"/>
                  <a:gd name="T34" fmla="*/ 14 w 17"/>
                  <a:gd name="T35" fmla="*/ 0 h 33"/>
                  <a:gd name="T36" fmla="*/ 15 w 17"/>
                  <a:gd name="T3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33">
                    <a:moveTo>
                      <a:pt x="15" y="0"/>
                    </a:moveTo>
                    <a:cubicBezTo>
                      <a:pt x="16" y="0"/>
                      <a:pt x="16" y="2"/>
                      <a:pt x="17" y="3"/>
                    </a:cubicBezTo>
                    <a:cubicBezTo>
                      <a:pt x="17" y="4"/>
                      <a:pt x="17" y="4"/>
                      <a:pt x="16" y="5"/>
                    </a:cubicBezTo>
                    <a:cubicBezTo>
                      <a:pt x="16" y="5"/>
                      <a:pt x="16" y="5"/>
                      <a:pt x="15" y="6"/>
                    </a:cubicBezTo>
                    <a:cubicBezTo>
                      <a:pt x="14" y="7"/>
                      <a:pt x="13" y="9"/>
                      <a:pt x="13" y="11"/>
                    </a:cubicBezTo>
                    <a:cubicBezTo>
                      <a:pt x="13" y="14"/>
                      <a:pt x="13" y="16"/>
                      <a:pt x="13" y="19"/>
                    </a:cubicBezTo>
                    <a:cubicBezTo>
                      <a:pt x="13" y="21"/>
                      <a:pt x="14" y="24"/>
                      <a:pt x="13" y="26"/>
                    </a:cubicBezTo>
                    <a:cubicBezTo>
                      <a:pt x="13" y="30"/>
                      <a:pt x="10" y="31"/>
                      <a:pt x="8" y="32"/>
                    </a:cubicBezTo>
                    <a:cubicBezTo>
                      <a:pt x="5" y="33"/>
                      <a:pt x="2" y="33"/>
                      <a:pt x="1" y="30"/>
                    </a:cubicBezTo>
                    <a:cubicBezTo>
                      <a:pt x="0" y="28"/>
                      <a:pt x="0" y="26"/>
                      <a:pt x="0" y="24"/>
                    </a:cubicBezTo>
                    <a:cubicBezTo>
                      <a:pt x="0" y="23"/>
                      <a:pt x="0" y="21"/>
                      <a:pt x="1" y="19"/>
                    </a:cubicBezTo>
                    <a:cubicBezTo>
                      <a:pt x="1" y="18"/>
                      <a:pt x="3" y="18"/>
                      <a:pt x="3" y="17"/>
                    </a:cubicBezTo>
                    <a:cubicBezTo>
                      <a:pt x="4" y="14"/>
                      <a:pt x="4" y="11"/>
                      <a:pt x="4" y="9"/>
                    </a:cubicBezTo>
                    <a:cubicBezTo>
                      <a:pt x="4" y="7"/>
                      <a:pt x="4" y="5"/>
                      <a:pt x="5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1"/>
                      <a:pt x="11" y="1"/>
                      <a:pt x="12" y="0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" name="Freeform 3152">
                <a:extLst>
                  <a:ext uri="{FF2B5EF4-FFF2-40B4-BE49-F238E27FC236}">
                    <a16:creationId xmlns:a16="http://schemas.microsoft.com/office/drawing/2014/main" id="{F0BA9334-FF75-864C-BCB5-3D559F28F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683"/>
                <a:ext cx="2" cy="3"/>
              </a:xfrm>
              <a:custGeom>
                <a:avLst/>
                <a:gdLst>
                  <a:gd name="T0" fmla="*/ 2 w 5"/>
                  <a:gd name="T1" fmla="*/ 8 h 8"/>
                  <a:gd name="T2" fmla="*/ 0 w 5"/>
                  <a:gd name="T3" fmla="*/ 4 h 8"/>
                  <a:gd name="T4" fmla="*/ 1 w 5"/>
                  <a:gd name="T5" fmla="*/ 2 h 8"/>
                  <a:gd name="T6" fmla="*/ 1 w 5"/>
                  <a:gd name="T7" fmla="*/ 0 h 8"/>
                  <a:gd name="T8" fmla="*/ 4 w 5"/>
                  <a:gd name="T9" fmla="*/ 0 h 8"/>
                  <a:gd name="T10" fmla="*/ 5 w 5"/>
                  <a:gd name="T11" fmla="*/ 3 h 8"/>
                  <a:gd name="T12" fmla="*/ 3 w 5"/>
                  <a:gd name="T13" fmla="*/ 8 h 8"/>
                  <a:gd name="T14" fmla="*/ 2 w 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1" y="7"/>
                      <a:pt x="0" y="5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5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" name="Freeform 3153">
                <a:extLst>
                  <a:ext uri="{FF2B5EF4-FFF2-40B4-BE49-F238E27FC236}">
                    <a16:creationId xmlns:a16="http://schemas.microsoft.com/office/drawing/2014/main" id="{8796D005-1934-5940-80C4-C90C0F066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702"/>
                <a:ext cx="6" cy="5"/>
              </a:xfrm>
              <a:custGeom>
                <a:avLst/>
                <a:gdLst>
                  <a:gd name="T0" fmla="*/ 3 w 14"/>
                  <a:gd name="T1" fmla="*/ 7 h 12"/>
                  <a:gd name="T2" fmla="*/ 0 w 14"/>
                  <a:gd name="T3" fmla="*/ 5 h 12"/>
                  <a:gd name="T4" fmla="*/ 4 w 14"/>
                  <a:gd name="T5" fmla="*/ 0 h 12"/>
                  <a:gd name="T6" fmla="*/ 6 w 14"/>
                  <a:gd name="T7" fmla="*/ 0 h 12"/>
                  <a:gd name="T8" fmla="*/ 9 w 14"/>
                  <a:gd name="T9" fmla="*/ 0 h 12"/>
                  <a:gd name="T10" fmla="*/ 10 w 14"/>
                  <a:gd name="T11" fmla="*/ 2 h 12"/>
                  <a:gd name="T12" fmla="*/ 12 w 14"/>
                  <a:gd name="T13" fmla="*/ 4 h 12"/>
                  <a:gd name="T14" fmla="*/ 14 w 14"/>
                  <a:gd name="T15" fmla="*/ 7 h 12"/>
                  <a:gd name="T16" fmla="*/ 12 w 14"/>
                  <a:gd name="T17" fmla="*/ 11 h 12"/>
                  <a:gd name="T18" fmla="*/ 9 w 14"/>
                  <a:gd name="T19" fmla="*/ 12 h 12"/>
                  <a:gd name="T20" fmla="*/ 6 w 14"/>
                  <a:gd name="T21" fmla="*/ 11 h 12"/>
                  <a:gd name="T22" fmla="*/ 5 w 14"/>
                  <a:gd name="T23" fmla="*/ 10 h 12"/>
                  <a:gd name="T24" fmla="*/ 5 w 14"/>
                  <a:gd name="T25" fmla="*/ 8 h 12"/>
                  <a:gd name="T26" fmla="*/ 3 w 14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3" y="7"/>
                    </a:moveTo>
                    <a:cubicBezTo>
                      <a:pt x="1" y="7"/>
                      <a:pt x="0" y="6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0" y="1"/>
                      <a:pt x="10" y="2"/>
                    </a:cubicBezTo>
                    <a:cubicBezTo>
                      <a:pt x="10" y="4"/>
                      <a:pt x="11" y="4"/>
                      <a:pt x="12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2" y="11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6" y="11"/>
                      <a:pt x="5" y="11"/>
                      <a:pt x="5" y="10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4" y="7"/>
                      <a:pt x="3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" name="Freeform 3155">
                <a:extLst>
                  <a:ext uri="{FF2B5EF4-FFF2-40B4-BE49-F238E27FC236}">
                    <a16:creationId xmlns:a16="http://schemas.microsoft.com/office/drawing/2014/main" id="{BBEFCBA0-4D26-194B-8D2B-9186EDA4C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653"/>
                <a:ext cx="1" cy="2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4 h 5"/>
                  <a:gd name="T4" fmla="*/ 1 w 3"/>
                  <a:gd name="T5" fmla="*/ 1 h 5"/>
                  <a:gd name="T6" fmla="*/ 3 w 3"/>
                  <a:gd name="T7" fmla="*/ 4 h 5"/>
                  <a:gd name="T8" fmla="*/ 1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3"/>
                      <a:pt x="3" y="4"/>
                    </a:cubicBezTo>
                    <a:cubicBezTo>
                      <a:pt x="3" y="4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" name="Freeform 3156">
                <a:extLst>
                  <a:ext uri="{FF2B5EF4-FFF2-40B4-BE49-F238E27FC236}">
                    <a16:creationId xmlns:a16="http://schemas.microsoft.com/office/drawing/2014/main" id="{5B59EB04-E910-124C-ABB7-24DE78664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48"/>
                <a:ext cx="4" cy="3"/>
              </a:xfrm>
              <a:custGeom>
                <a:avLst/>
                <a:gdLst>
                  <a:gd name="T0" fmla="*/ 1 w 10"/>
                  <a:gd name="T1" fmla="*/ 3 h 8"/>
                  <a:gd name="T2" fmla="*/ 1 w 10"/>
                  <a:gd name="T3" fmla="*/ 0 h 8"/>
                  <a:gd name="T4" fmla="*/ 5 w 10"/>
                  <a:gd name="T5" fmla="*/ 0 h 8"/>
                  <a:gd name="T6" fmla="*/ 7 w 10"/>
                  <a:gd name="T7" fmla="*/ 2 h 8"/>
                  <a:gd name="T8" fmla="*/ 9 w 10"/>
                  <a:gd name="T9" fmla="*/ 4 h 8"/>
                  <a:gd name="T10" fmla="*/ 10 w 10"/>
                  <a:gd name="T11" fmla="*/ 6 h 8"/>
                  <a:gd name="T12" fmla="*/ 6 w 10"/>
                  <a:gd name="T13" fmla="*/ 7 h 8"/>
                  <a:gd name="T14" fmla="*/ 4 w 10"/>
                  <a:gd name="T15" fmla="*/ 5 h 8"/>
                  <a:gd name="T16" fmla="*/ 1 w 10"/>
                  <a:gd name="T1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8" y="2"/>
                      <a:pt x="8" y="3"/>
                      <a:pt x="9" y="4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8"/>
                      <a:pt x="7" y="8"/>
                      <a:pt x="6" y="7"/>
                    </a:cubicBezTo>
                    <a:cubicBezTo>
                      <a:pt x="5" y="7"/>
                      <a:pt x="5" y="6"/>
                      <a:pt x="4" y="5"/>
                    </a:cubicBezTo>
                    <a:cubicBezTo>
                      <a:pt x="2" y="5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" name="Freeform 3157">
                <a:extLst>
                  <a:ext uri="{FF2B5EF4-FFF2-40B4-BE49-F238E27FC236}">
                    <a16:creationId xmlns:a16="http://schemas.microsoft.com/office/drawing/2014/main" id="{71BCC0F8-CE56-4D44-AAA5-9884170AC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42"/>
                <a:ext cx="3" cy="2"/>
              </a:xfrm>
              <a:custGeom>
                <a:avLst/>
                <a:gdLst>
                  <a:gd name="T0" fmla="*/ 3 w 6"/>
                  <a:gd name="T1" fmla="*/ 1 h 6"/>
                  <a:gd name="T2" fmla="*/ 6 w 6"/>
                  <a:gd name="T3" fmla="*/ 4 h 6"/>
                  <a:gd name="T4" fmla="*/ 2 w 6"/>
                  <a:gd name="T5" fmla="*/ 6 h 6"/>
                  <a:gd name="T6" fmla="*/ 0 w 6"/>
                  <a:gd name="T7" fmla="*/ 2 h 6"/>
                  <a:gd name="T8" fmla="*/ 3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2"/>
                      <a:pt x="6" y="3"/>
                      <a:pt x="6" y="4"/>
                    </a:cubicBezTo>
                    <a:cubicBezTo>
                      <a:pt x="6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" name="Freeform 3158">
                <a:extLst>
                  <a:ext uri="{FF2B5EF4-FFF2-40B4-BE49-F238E27FC236}">
                    <a16:creationId xmlns:a16="http://schemas.microsoft.com/office/drawing/2014/main" id="{340498B8-0B5B-8944-90D3-BC81C1E7A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50"/>
                <a:ext cx="1" cy="2"/>
              </a:xfrm>
              <a:custGeom>
                <a:avLst/>
                <a:gdLst>
                  <a:gd name="T0" fmla="*/ 2 w 2"/>
                  <a:gd name="T1" fmla="*/ 2 h 5"/>
                  <a:gd name="T2" fmla="*/ 0 w 2"/>
                  <a:gd name="T3" fmla="*/ 5 h 5"/>
                  <a:gd name="T4" fmla="*/ 0 w 2"/>
                  <a:gd name="T5" fmla="*/ 3 h 5"/>
                  <a:gd name="T6" fmla="*/ 0 w 2"/>
                  <a:gd name="T7" fmla="*/ 2 h 5"/>
                  <a:gd name="T8" fmla="*/ 2 w 2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2"/>
                    </a:moveTo>
                    <a:cubicBezTo>
                      <a:pt x="2" y="3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" name="Freeform 3159">
                <a:extLst>
                  <a:ext uri="{FF2B5EF4-FFF2-40B4-BE49-F238E27FC236}">
                    <a16:creationId xmlns:a16="http://schemas.microsoft.com/office/drawing/2014/main" id="{52AD94F8-7362-C44E-B503-7822CD296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38"/>
                <a:ext cx="4" cy="3"/>
              </a:xfrm>
              <a:custGeom>
                <a:avLst/>
                <a:gdLst>
                  <a:gd name="T0" fmla="*/ 0 w 10"/>
                  <a:gd name="T1" fmla="*/ 2 h 6"/>
                  <a:gd name="T2" fmla="*/ 0 w 10"/>
                  <a:gd name="T3" fmla="*/ 1 h 6"/>
                  <a:gd name="T4" fmla="*/ 0 w 10"/>
                  <a:gd name="T5" fmla="*/ 0 h 6"/>
                  <a:gd name="T6" fmla="*/ 1 w 10"/>
                  <a:gd name="T7" fmla="*/ 0 h 6"/>
                  <a:gd name="T8" fmla="*/ 5 w 10"/>
                  <a:gd name="T9" fmla="*/ 0 h 6"/>
                  <a:gd name="T10" fmla="*/ 8 w 10"/>
                  <a:gd name="T11" fmla="*/ 0 h 6"/>
                  <a:gd name="T12" fmla="*/ 9 w 10"/>
                  <a:gd name="T13" fmla="*/ 3 h 6"/>
                  <a:gd name="T14" fmla="*/ 6 w 10"/>
                  <a:gd name="T15" fmla="*/ 6 h 6"/>
                  <a:gd name="T16" fmla="*/ 5 w 10"/>
                  <a:gd name="T17" fmla="*/ 6 h 6"/>
                  <a:gd name="T18" fmla="*/ 5 w 10"/>
                  <a:gd name="T19" fmla="*/ 5 h 6"/>
                  <a:gd name="T20" fmla="*/ 3 w 10"/>
                  <a:gd name="T21" fmla="*/ 4 h 6"/>
                  <a:gd name="T22" fmla="*/ 2 w 10"/>
                  <a:gd name="T23" fmla="*/ 4 h 6"/>
                  <a:gd name="T24" fmla="*/ 0 w 10"/>
                  <a:gd name="T2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1"/>
                      <a:pt x="10" y="2"/>
                      <a:pt x="9" y="3"/>
                    </a:cubicBezTo>
                    <a:cubicBezTo>
                      <a:pt x="9" y="5"/>
                      <a:pt x="7" y="5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" name="Freeform 3160">
                <a:extLst>
                  <a:ext uri="{FF2B5EF4-FFF2-40B4-BE49-F238E27FC236}">
                    <a16:creationId xmlns:a16="http://schemas.microsoft.com/office/drawing/2014/main" id="{EAB8DB01-C7CE-C048-928D-8826ED23A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603"/>
                <a:ext cx="3" cy="2"/>
              </a:xfrm>
              <a:custGeom>
                <a:avLst/>
                <a:gdLst>
                  <a:gd name="T0" fmla="*/ 3 w 8"/>
                  <a:gd name="T1" fmla="*/ 5 h 5"/>
                  <a:gd name="T2" fmla="*/ 1 w 8"/>
                  <a:gd name="T3" fmla="*/ 5 h 5"/>
                  <a:gd name="T4" fmla="*/ 1 w 8"/>
                  <a:gd name="T5" fmla="*/ 1 h 5"/>
                  <a:gd name="T6" fmla="*/ 4 w 8"/>
                  <a:gd name="T7" fmla="*/ 0 h 5"/>
                  <a:gd name="T8" fmla="*/ 8 w 8"/>
                  <a:gd name="T9" fmla="*/ 1 h 5"/>
                  <a:gd name="T10" fmla="*/ 5 w 8"/>
                  <a:gd name="T11" fmla="*/ 3 h 5"/>
                  <a:gd name="T12" fmla="*/ 3 w 8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2" y="5"/>
                      <a:pt x="2" y="5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8" y="0"/>
                      <a:pt x="8" y="1"/>
                    </a:cubicBezTo>
                    <a:cubicBezTo>
                      <a:pt x="7" y="2"/>
                      <a:pt x="6" y="3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" name="Freeform 3161">
                <a:extLst>
                  <a:ext uri="{FF2B5EF4-FFF2-40B4-BE49-F238E27FC236}">
                    <a16:creationId xmlns:a16="http://schemas.microsoft.com/office/drawing/2014/main" id="{D1C2065C-E8FA-9A44-AE3E-226F79E1B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99"/>
                <a:ext cx="2" cy="1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4 w 4"/>
                  <a:gd name="T7" fmla="*/ 3 h 4"/>
                  <a:gd name="T8" fmla="*/ 2 w 4"/>
                  <a:gd name="T9" fmla="*/ 4 h 4"/>
                  <a:gd name="T10" fmla="*/ 1 w 4"/>
                  <a:gd name="T11" fmla="*/ 3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" name="Freeform 3162">
                <a:extLst>
                  <a:ext uri="{FF2B5EF4-FFF2-40B4-BE49-F238E27FC236}">
                    <a16:creationId xmlns:a16="http://schemas.microsoft.com/office/drawing/2014/main" id="{9D862109-C93E-6149-AE4F-57E96ECC5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604"/>
                <a:ext cx="3" cy="3"/>
              </a:xfrm>
              <a:custGeom>
                <a:avLst/>
                <a:gdLst>
                  <a:gd name="T0" fmla="*/ 4 w 7"/>
                  <a:gd name="T1" fmla="*/ 7 h 7"/>
                  <a:gd name="T2" fmla="*/ 1 w 7"/>
                  <a:gd name="T3" fmla="*/ 6 h 7"/>
                  <a:gd name="T4" fmla="*/ 0 w 7"/>
                  <a:gd name="T5" fmla="*/ 4 h 7"/>
                  <a:gd name="T6" fmla="*/ 2 w 7"/>
                  <a:gd name="T7" fmla="*/ 2 h 7"/>
                  <a:gd name="T8" fmla="*/ 4 w 7"/>
                  <a:gd name="T9" fmla="*/ 0 h 7"/>
                  <a:gd name="T10" fmla="*/ 4 w 7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2" y="3"/>
                      <a:pt x="2" y="2"/>
                    </a:cubicBezTo>
                    <a:cubicBezTo>
                      <a:pt x="3" y="1"/>
                      <a:pt x="2" y="0"/>
                      <a:pt x="4" y="0"/>
                    </a:cubicBezTo>
                    <a:cubicBezTo>
                      <a:pt x="7" y="0"/>
                      <a:pt x="7" y="6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" name="Freeform 3163">
                <a:extLst>
                  <a:ext uri="{FF2B5EF4-FFF2-40B4-BE49-F238E27FC236}">
                    <a16:creationId xmlns:a16="http://schemas.microsoft.com/office/drawing/2014/main" id="{8AA283AA-4C30-8B48-9552-05DA97FF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21"/>
                <a:ext cx="4" cy="5"/>
              </a:xfrm>
              <a:custGeom>
                <a:avLst/>
                <a:gdLst>
                  <a:gd name="T0" fmla="*/ 1 w 8"/>
                  <a:gd name="T1" fmla="*/ 9 h 14"/>
                  <a:gd name="T2" fmla="*/ 2 w 8"/>
                  <a:gd name="T3" fmla="*/ 4 h 14"/>
                  <a:gd name="T4" fmla="*/ 7 w 8"/>
                  <a:gd name="T5" fmla="*/ 2 h 14"/>
                  <a:gd name="T6" fmla="*/ 8 w 8"/>
                  <a:gd name="T7" fmla="*/ 6 h 14"/>
                  <a:gd name="T8" fmla="*/ 5 w 8"/>
                  <a:gd name="T9" fmla="*/ 9 h 14"/>
                  <a:gd name="T10" fmla="*/ 3 w 8"/>
                  <a:gd name="T11" fmla="*/ 13 h 14"/>
                  <a:gd name="T12" fmla="*/ 1 w 8"/>
                  <a:gd name="T13" fmla="*/ 12 h 14"/>
                  <a:gd name="T14" fmla="*/ 1 w 8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4">
                    <a:moveTo>
                      <a:pt x="1" y="9"/>
                    </a:moveTo>
                    <a:cubicBezTo>
                      <a:pt x="1" y="7"/>
                      <a:pt x="1" y="5"/>
                      <a:pt x="2" y="4"/>
                    </a:cubicBezTo>
                    <a:cubicBezTo>
                      <a:pt x="3" y="2"/>
                      <a:pt x="6" y="0"/>
                      <a:pt x="7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8"/>
                      <a:pt x="6" y="8"/>
                      <a:pt x="5" y="9"/>
                    </a:cubicBezTo>
                    <a:cubicBezTo>
                      <a:pt x="4" y="10"/>
                      <a:pt x="4" y="12"/>
                      <a:pt x="3" y="13"/>
                    </a:cubicBezTo>
                    <a:cubicBezTo>
                      <a:pt x="2" y="14"/>
                      <a:pt x="1" y="13"/>
                      <a:pt x="1" y="12"/>
                    </a:cubicBezTo>
                    <a:cubicBezTo>
                      <a:pt x="0" y="11"/>
                      <a:pt x="1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" name="Freeform 3164">
                <a:extLst>
                  <a:ext uri="{FF2B5EF4-FFF2-40B4-BE49-F238E27FC236}">
                    <a16:creationId xmlns:a16="http://schemas.microsoft.com/office/drawing/2014/main" id="{CA92CB85-C9AF-6A45-ACC9-D1826D586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19"/>
                <a:ext cx="4" cy="2"/>
              </a:xfrm>
              <a:custGeom>
                <a:avLst/>
                <a:gdLst>
                  <a:gd name="T0" fmla="*/ 2 w 11"/>
                  <a:gd name="T1" fmla="*/ 5 h 5"/>
                  <a:gd name="T2" fmla="*/ 2 w 11"/>
                  <a:gd name="T3" fmla="*/ 5 h 5"/>
                  <a:gd name="T4" fmla="*/ 0 w 11"/>
                  <a:gd name="T5" fmla="*/ 2 h 5"/>
                  <a:gd name="T6" fmla="*/ 4 w 11"/>
                  <a:gd name="T7" fmla="*/ 0 h 5"/>
                  <a:gd name="T8" fmla="*/ 8 w 11"/>
                  <a:gd name="T9" fmla="*/ 1 h 5"/>
                  <a:gd name="T10" fmla="*/ 10 w 11"/>
                  <a:gd name="T11" fmla="*/ 4 h 5"/>
                  <a:gd name="T12" fmla="*/ 7 w 11"/>
                  <a:gd name="T13" fmla="*/ 5 h 5"/>
                  <a:gd name="T14" fmla="*/ 2 w 11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3" y="0"/>
                      <a:pt x="4" y="0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1"/>
                      <a:pt x="11" y="2"/>
                      <a:pt x="10" y="4"/>
                    </a:cubicBezTo>
                    <a:cubicBezTo>
                      <a:pt x="10" y="5"/>
                      <a:pt x="8" y="5"/>
                      <a:pt x="7" y="5"/>
                    </a:cubicBezTo>
                    <a:cubicBezTo>
                      <a:pt x="6" y="5"/>
                      <a:pt x="3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2" name="Freeform 3165">
                <a:extLst>
                  <a:ext uri="{FF2B5EF4-FFF2-40B4-BE49-F238E27FC236}">
                    <a16:creationId xmlns:a16="http://schemas.microsoft.com/office/drawing/2014/main" id="{5EC64D38-6A38-384A-A88F-CCB12AC30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716"/>
                <a:ext cx="2" cy="4"/>
              </a:xfrm>
              <a:custGeom>
                <a:avLst/>
                <a:gdLst>
                  <a:gd name="T0" fmla="*/ 0 w 6"/>
                  <a:gd name="T1" fmla="*/ 5 h 9"/>
                  <a:gd name="T2" fmla="*/ 1 w 6"/>
                  <a:gd name="T3" fmla="*/ 2 h 9"/>
                  <a:gd name="T4" fmla="*/ 3 w 6"/>
                  <a:gd name="T5" fmla="*/ 1 h 9"/>
                  <a:gd name="T6" fmla="*/ 4 w 6"/>
                  <a:gd name="T7" fmla="*/ 3 h 9"/>
                  <a:gd name="T8" fmla="*/ 4 w 6"/>
                  <a:gd name="T9" fmla="*/ 8 h 9"/>
                  <a:gd name="T10" fmla="*/ 0 w 6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5" y="4"/>
                      <a:pt x="6" y="7"/>
                      <a:pt x="4" y="8"/>
                    </a:cubicBezTo>
                    <a:cubicBezTo>
                      <a:pt x="1" y="9"/>
                      <a:pt x="1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3" name="Freeform 3166">
                <a:extLst>
                  <a:ext uri="{FF2B5EF4-FFF2-40B4-BE49-F238E27FC236}">
                    <a16:creationId xmlns:a16="http://schemas.microsoft.com/office/drawing/2014/main" id="{A38484F6-B0FE-534E-AB26-759AF86D8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02"/>
                <a:ext cx="13" cy="13"/>
              </a:xfrm>
              <a:custGeom>
                <a:avLst/>
                <a:gdLst>
                  <a:gd name="T0" fmla="*/ 2 w 31"/>
                  <a:gd name="T1" fmla="*/ 32 h 33"/>
                  <a:gd name="T2" fmla="*/ 1 w 31"/>
                  <a:gd name="T3" fmla="*/ 29 h 33"/>
                  <a:gd name="T4" fmla="*/ 3 w 31"/>
                  <a:gd name="T5" fmla="*/ 25 h 33"/>
                  <a:gd name="T6" fmla="*/ 3 w 31"/>
                  <a:gd name="T7" fmla="*/ 20 h 33"/>
                  <a:gd name="T8" fmla="*/ 8 w 31"/>
                  <a:gd name="T9" fmla="*/ 18 h 33"/>
                  <a:gd name="T10" fmla="*/ 12 w 31"/>
                  <a:gd name="T11" fmla="*/ 14 h 33"/>
                  <a:gd name="T12" fmla="*/ 13 w 31"/>
                  <a:gd name="T13" fmla="*/ 8 h 33"/>
                  <a:gd name="T14" fmla="*/ 19 w 31"/>
                  <a:gd name="T15" fmla="*/ 8 h 33"/>
                  <a:gd name="T16" fmla="*/ 25 w 31"/>
                  <a:gd name="T17" fmla="*/ 7 h 33"/>
                  <a:gd name="T18" fmla="*/ 26 w 31"/>
                  <a:gd name="T19" fmla="*/ 2 h 33"/>
                  <a:gd name="T20" fmla="*/ 30 w 31"/>
                  <a:gd name="T21" fmla="*/ 4 h 33"/>
                  <a:gd name="T22" fmla="*/ 27 w 31"/>
                  <a:gd name="T23" fmla="*/ 10 h 33"/>
                  <a:gd name="T24" fmla="*/ 28 w 31"/>
                  <a:gd name="T25" fmla="*/ 15 h 33"/>
                  <a:gd name="T26" fmla="*/ 30 w 31"/>
                  <a:gd name="T27" fmla="*/ 20 h 33"/>
                  <a:gd name="T28" fmla="*/ 28 w 31"/>
                  <a:gd name="T29" fmla="*/ 21 h 33"/>
                  <a:gd name="T30" fmla="*/ 26 w 31"/>
                  <a:gd name="T31" fmla="*/ 21 h 33"/>
                  <a:gd name="T32" fmla="*/ 25 w 31"/>
                  <a:gd name="T33" fmla="*/ 23 h 33"/>
                  <a:gd name="T34" fmla="*/ 21 w 31"/>
                  <a:gd name="T35" fmla="*/ 26 h 33"/>
                  <a:gd name="T36" fmla="*/ 17 w 31"/>
                  <a:gd name="T37" fmla="*/ 27 h 33"/>
                  <a:gd name="T38" fmla="*/ 14 w 31"/>
                  <a:gd name="T39" fmla="*/ 26 h 33"/>
                  <a:gd name="T40" fmla="*/ 9 w 31"/>
                  <a:gd name="T41" fmla="*/ 26 h 33"/>
                  <a:gd name="T42" fmla="*/ 8 w 31"/>
                  <a:gd name="T43" fmla="*/ 28 h 33"/>
                  <a:gd name="T44" fmla="*/ 8 w 31"/>
                  <a:gd name="T45" fmla="*/ 29 h 33"/>
                  <a:gd name="T46" fmla="*/ 6 w 31"/>
                  <a:gd name="T47" fmla="*/ 31 h 33"/>
                  <a:gd name="T48" fmla="*/ 5 w 31"/>
                  <a:gd name="T49" fmla="*/ 32 h 33"/>
                  <a:gd name="T50" fmla="*/ 2 w 31"/>
                  <a:gd name="T51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3">
                    <a:moveTo>
                      <a:pt x="2" y="32"/>
                    </a:moveTo>
                    <a:cubicBezTo>
                      <a:pt x="1" y="31"/>
                      <a:pt x="0" y="30"/>
                      <a:pt x="1" y="29"/>
                    </a:cubicBezTo>
                    <a:cubicBezTo>
                      <a:pt x="3" y="28"/>
                      <a:pt x="4" y="27"/>
                      <a:pt x="3" y="25"/>
                    </a:cubicBezTo>
                    <a:cubicBezTo>
                      <a:pt x="2" y="23"/>
                      <a:pt x="1" y="22"/>
                      <a:pt x="3" y="20"/>
                    </a:cubicBezTo>
                    <a:cubicBezTo>
                      <a:pt x="4" y="19"/>
                      <a:pt x="6" y="18"/>
                      <a:pt x="8" y="18"/>
                    </a:cubicBezTo>
                    <a:cubicBezTo>
                      <a:pt x="10" y="17"/>
                      <a:pt x="11" y="16"/>
                      <a:pt x="12" y="14"/>
                    </a:cubicBezTo>
                    <a:cubicBezTo>
                      <a:pt x="12" y="13"/>
                      <a:pt x="11" y="9"/>
                      <a:pt x="13" y="8"/>
                    </a:cubicBezTo>
                    <a:cubicBezTo>
                      <a:pt x="15" y="7"/>
                      <a:pt x="17" y="8"/>
                      <a:pt x="19" y="8"/>
                    </a:cubicBezTo>
                    <a:cubicBezTo>
                      <a:pt x="21" y="8"/>
                      <a:pt x="23" y="8"/>
                      <a:pt x="25" y="7"/>
                    </a:cubicBezTo>
                    <a:cubicBezTo>
                      <a:pt x="26" y="6"/>
                      <a:pt x="26" y="4"/>
                      <a:pt x="26" y="2"/>
                    </a:cubicBezTo>
                    <a:cubicBezTo>
                      <a:pt x="27" y="0"/>
                      <a:pt x="29" y="2"/>
                      <a:pt x="30" y="4"/>
                    </a:cubicBezTo>
                    <a:cubicBezTo>
                      <a:pt x="30" y="7"/>
                      <a:pt x="28" y="8"/>
                      <a:pt x="27" y="10"/>
                    </a:cubicBezTo>
                    <a:cubicBezTo>
                      <a:pt x="26" y="12"/>
                      <a:pt x="26" y="14"/>
                      <a:pt x="28" y="15"/>
                    </a:cubicBezTo>
                    <a:cubicBezTo>
                      <a:pt x="29" y="17"/>
                      <a:pt x="30" y="18"/>
                      <a:pt x="30" y="20"/>
                    </a:cubicBezTo>
                    <a:cubicBezTo>
                      <a:pt x="31" y="22"/>
                      <a:pt x="30" y="23"/>
                      <a:pt x="28" y="21"/>
                    </a:cubicBezTo>
                    <a:cubicBezTo>
                      <a:pt x="27" y="21"/>
                      <a:pt x="26" y="20"/>
                      <a:pt x="26" y="21"/>
                    </a:cubicBezTo>
                    <a:cubicBezTo>
                      <a:pt x="25" y="21"/>
                      <a:pt x="25" y="23"/>
                      <a:pt x="25" y="23"/>
                    </a:cubicBezTo>
                    <a:cubicBezTo>
                      <a:pt x="25" y="26"/>
                      <a:pt x="24" y="26"/>
                      <a:pt x="21" y="26"/>
                    </a:cubicBezTo>
                    <a:cubicBezTo>
                      <a:pt x="19" y="25"/>
                      <a:pt x="19" y="26"/>
                      <a:pt x="17" y="27"/>
                    </a:cubicBezTo>
                    <a:cubicBezTo>
                      <a:pt x="16" y="28"/>
                      <a:pt x="15" y="27"/>
                      <a:pt x="14" y="26"/>
                    </a:cubicBezTo>
                    <a:cubicBezTo>
                      <a:pt x="12" y="25"/>
                      <a:pt x="10" y="25"/>
                      <a:pt x="9" y="26"/>
                    </a:cubicBezTo>
                    <a:cubicBezTo>
                      <a:pt x="8" y="27"/>
                      <a:pt x="8" y="27"/>
                      <a:pt x="8" y="28"/>
                    </a:cubicBezTo>
                    <a:cubicBezTo>
                      <a:pt x="8" y="29"/>
                      <a:pt x="8" y="28"/>
                      <a:pt x="8" y="29"/>
                    </a:cubicBezTo>
                    <a:cubicBezTo>
                      <a:pt x="7" y="30"/>
                      <a:pt x="7" y="30"/>
                      <a:pt x="6" y="31"/>
                    </a:cubicBezTo>
                    <a:cubicBezTo>
                      <a:pt x="6" y="31"/>
                      <a:pt x="5" y="32"/>
                      <a:pt x="5" y="32"/>
                    </a:cubicBezTo>
                    <a:cubicBezTo>
                      <a:pt x="4" y="33"/>
                      <a:pt x="3" y="33"/>
                      <a:pt x="2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4" name="Freeform 3167">
                <a:extLst>
                  <a:ext uri="{FF2B5EF4-FFF2-40B4-BE49-F238E27FC236}">
                    <a16:creationId xmlns:a16="http://schemas.microsoft.com/office/drawing/2014/main" id="{3AF06194-9606-4441-A690-35ACB53BA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702"/>
                <a:ext cx="3" cy="2"/>
              </a:xfrm>
              <a:custGeom>
                <a:avLst/>
                <a:gdLst>
                  <a:gd name="T0" fmla="*/ 1 w 7"/>
                  <a:gd name="T1" fmla="*/ 4 h 5"/>
                  <a:gd name="T2" fmla="*/ 0 w 7"/>
                  <a:gd name="T3" fmla="*/ 4 h 5"/>
                  <a:gd name="T4" fmla="*/ 0 w 7"/>
                  <a:gd name="T5" fmla="*/ 3 h 5"/>
                  <a:gd name="T6" fmla="*/ 1 w 7"/>
                  <a:gd name="T7" fmla="*/ 2 h 5"/>
                  <a:gd name="T8" fmla="*/ 3 w 7"/>
                  <a:gd name="T9" fmla="*/ 0 h 5"/>
                  <a:gd name="T10" fmla="*/ 7 w 7"/>
                  <a:gd name="T11" fmla="*/ 1 h 5"/>
                  <a:gd name="T12" fmla="*/ 7 w 7"/>
                  <a:gd name="T13" fmla="*/ 4 h 5"/>
                  <a:gd name="T14" fmla="*/ 4 w 7"/>
                  <a:gd name="T15" fmla="*/ 4 h 5"/>
                  <a:gd name="T16" fmla="*/ 1 w 7"/>
                  <a:gd name="T1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4"/>
                      <a:pt x="5" y="4"/>
                      <a:pt x="4" y="4"/>
                    </a:cubicBezTo>
                    <a:cubicBezTo>
                      <a:pt x="2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5" name="Freeform 3168">
                <a:extLst>
                  <a:ext uri="{FF2B5EF4-FFF2-40B4-BE49-F238E27FC236}">
                    <a16:creationId xmlns:a16="http://schemas.microsoft.com/office/drawing/2014/main" id="{441D3134-52D5-0842-AF82-D83F67156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707"/>
                <a:ext cx="2" cy="2"/>
              </a:xfrm>
              <a:custGeom>
                <a:avLst/>
                <a:gdLst>
                  <a:gd name="T0" fmla="*/ 2 w 5"/>
                  <a:gd name="T1" fmla="*/ 1 h 5"/>
                  <a:gd name="T2" fmla="*/ 5 w 5"/>
                  <a:gd name="T3" fmla="*/ 2 h 5"/>
                  <a:gd name="T4" fmla="*/ 2 w 5"/>
                  <a:gd name="T5" fmla="*/ 5 h 5"/>
                  <a:gd name="T6" fmla="*/ 2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6" name="Freeform 3169">
                <a:extLst>
                  <a:ext uri="{FF2B5EF4-FFF2-40B4-BE49-F238E27FC236}">
                    <a16:creationId xmlns:a16="http://schemas.microsoft.com/office/drawing/2014/main" id="{9ADD2528-A5D8-3D4F-B5E3-1B122A6B8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667"/>
                <a:ext cx="17" cy="36"/>
              </a:xfrm>
              <a:custGeom>
                <a:avLst/>
                <a:gdLst>
                  <a:gd name="T0" fmla="*/ 22 w 42"/>
                  <a:gd name="T1" fmla="*/ 75 h 89"/>
                  <a:gd name="T2" fmla="*/ 22 w 42"/>
                  <a:gd name="T3" fmla="*/ 77 h 89"/>
                  <a:gd name="T4" fmla="*/ 22 w 42"/>
                  <a:gd name="T5" fmla="*/ 80 h 89"/>
                  <a:gd name="T6" fmla="*/ 21 w 42"/>
                  <a:gd name="T7" fmla="*/ 83 h 89"/>
                  <a:gd name="T8" fmla="*/ 18 w 42"/>
                  <a:gd name="T9" fmla="*/ 82 h 89"/>
                  <a:gd name="T10" fmla="*/ 17 w 42"/>
                  <a:gd name="T11" fmla="*/ 81 h 89"/>
                  <a:gd name="T12" fmla="*/ 16 w 42"/>
                  <a:gd name="T13" fmla="*/ 80 h 89"/>
                  <a:gd name="T14" fmla="*/ 16 w 42"/>
                  <a:gd name="T15" fmla="*/ 80 h 89"/>
                  <a:gd name="T16" fmla="*/ 11 w 42"/>
                  <a:gd name="T17" fmla="*/ 86 h 89"/>
                  <a:gd name="T18" fmla="*/ 10 w 42"/>
                  <a:gd name="T19" fmla="*/ 89 h 89"/>
                  <a:gd name="T20" fmla="*/ 9 w 42"/>
                  <a:gd name="T21" fmla="*/ 85 h 89"/>
                  <a:gd name="T22" fmla="*/ 8 w 42"/>
                  <a:gd name="T23" fmla="*/ 78 h 89"/>
                  <a:gd name="T24" fmla="*/ 3 w 42"/>
                  <a:gd name="T25" fmla="*/ 76 h 89"/>
                  <a:gd name="T26" fmla="*/ 0 w 42"/>
                  <a:gd name="T27" fmla="*/ 71 h 89"/>
                  <a:gd name="T28" fmla="*/ 1 w 42"/>
                  <a:gd name="T29" fmla="*/ 62 h 89"/>
                  <a:gd name="T30" fmla="*/ 1 w 42"/>
                  <a:gd name="T31" fmla="*/ 53 h 89"/>
                  <a:gd name="T32" fmla="*/ 4 w 42"/>
                  <a:gd name="T33" fmla="*/ 39 h 89"/>
                  <a:gd name="T34" fmla="*/ 11 w 42"/>
                  <a:gd name="T35" fmla="*/ 28 h 89"/>
                  <a:gd name="T36" fmla="*/ 18 w 42"/>
                  <a:gd name="T37" fmla="*/ 17 h 89"/>
                  <a:gd name="T38" fmla="*/ 19 w 42"/>
                  <a:gd name="T39" fmla="*/ 8 h 89"/>
                  <a:gd name="T40" fmla="*/ 20 w 42"/>
                  <a:gd name="T41" fmla="*/ 2 h 89"/>
                  <a:gd name="T42" fmla="*/ 26 w 42"/>
                  <a:gd name="T43" fmla="*/ 0 h 89"/>
                  <a:gd name="T44" fmla="*/ 33 w 42"/>
                  <a:gd name="T45" fmla="*/ 2 h 89"/>
                  <a:gd name="T46" fmla="*/ 38 w 42"/>
                  <a:gd name="T47" fmla="*/ 10 h 89"/>
                  <a:gd name="T48" fmla="*/ 41 w 42"/>
                  <a:gd name="T49" fmla="*/ 18 h 89"/>
                  <a:gd name="T50" fmla="*/ 38 w 42"/>
                  <a:gd name="T51" fmla="*/ 21 h 89"/>
                  <a:gd name="T52" fmla="*/ 32 w 42"/>
                  <a:gd name="T53" fmla="*/ 15 h 89"/>
                  <a:gd name="T54" fmla="*/ 25 w 42"/>
                  <a:gd name="T55" fmla="*/ 6 h 89"/>
                  <a:gd name="T56" fmla="*/ 22 w 42"/>
                  <a:gd name="T57" fmla="*/ 7 h 89"/>
                  <a:gd name="T58" fmla="*/ 29 w 42"/>
                  <a:gd name="T59" fmla="*/ 17 h 89"/>
                  <a:gd name="T60" fmla="*/ 38 w 42"/>
                  <a:gd name="T61" fmla="*/ 25 h 89"/>
                  <a:gd name="T62" fmla="*/ 39 w 42"/>
                  <a:gd name="T63" fmla="*/ 36 h 89"/>
                  <a:gd name="T64" fmla="*/ 32 w 42"/>
                  <a:gd name="T65" fmla="*/ 40 h 89"/>
                  <a:gd name="T66" fmla="*/ 27 w 42"/>
                  <a:gd name="T67" fmla="*/ 45 h 89"/>
                  <a:gd name="T68" fmla="*/ 24 w 42"/>
                  <a:gd name="T69" fmla="*/ 45 h 89"/>
                  <a:gd name="T70" fmla="*/ 18 w 42"/>
                  <a:gd name="T71" fmla="*/ 43 h 89"/>
                  <a:gd name="T72" fmla="*/ 16 w 42"/>
                  <a:gd name="T73" fmla="*/ 39 h 89"/>
                  <a:gd name="T74" fmla="*/ 14 w 42"/>
                  <a:gd name="T75" fmla="*/ 36 h 89"/>
                  <a:gd name="T76" fmla="*/ 13 w 42"/>
                  <a:gd name="T77" fmla="*/ 41 h 89"/>
                  <a:gd name="T78" fmla="*/ 18 w 42"/>
                  <a:gd name="T79" fmla="*/ 47 h 89"/>
                  <a:gd name="T80" fmla="*/ 24 w 42"/>
                  <a:gd name="T81" fmla="*/ 50 h 89"/>
                  <a:gd name="T82" fmla="*/ 24 w 42"/>
                  <a:gd name="T83" fmla="*/ 58 h 89"/>
                  <a:gd name="T84" fmla="*/ 23 w 42"/>
                  <a:gd name="T85" fmla="*/ 65 h 89"/>
                  <a:gd name="T86" fmla="*/ 17 w 42"/>
                  <a:gd name="T87" fmla="*/ 65 h 89"/>
                  <a:gd name="T88" fmla="*/ 10 w 42"/>
                  <a:gd name="T89" fmla="*/ 64 h 89"/>
                  <a:gd name="T90" fmla="*/ 10 w 42"/>
                  <a:gd name="T91" fmla="*/ 68 h 89"/>
                  <a:gd name="T92" fmla="*/ 15 w 42"/>
                  <a:gd name="T93" fmla="*/ 70 h 89"/>
                  <a:gd name="T94" fmla="*/ 18 w 42"/>
                  <a:gd name="T95" fmla="*/ 70 h 89"/>
                  <a:gd name="T96" fmla="*/ 22 w 42"/>
                  <a:gd name="T97" fmla="*/ 70 h 89"/>
                  <a:gd name="T98" fmla="*/ 22 w 42"/>
                  <a:gd name="T99" fmla="*/ 71 h 89"/>
                  <a:gd name="T100" fmla="*/ 23 w 42"/>
                  <a:gd name="T101" fmla="*/ 71 h 89"/>
                  <a:gd name="T102" fmla="*/ 23 w 42"/>
                  <a:gd name="T103" fmla="*/ 72 h 89"/>
                  <a:gd name="T104" fmla="*/ 23 w 42"/>
                  <a:gd name="T105" fmla="*/ 72 h 89"/>
                  <a:gd name="T106" fmla="*/ 22 w 42"/>
                  <a:gd name="T107" fmla="*/ 7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" h="89">
                    <a:moveTo>
                      <a:pt x="22" y="75"/>
                    </a:moveTo>
                    <a:cubicBezTo>
                      <a:pt x="22" y="76"/>
                      <a:pt x="22" y="76"/>
                      <a:pt x="22" y="77"/>
                    </a:cubicBezTo>
                    <a:cubicBezTo>
                      <a:pt x="21" y="78"/>
                      <a:pt x="22" y="79"/>
                      <a:pt x="22" y="80"/>
                    </a:cubicBezTo>
                    <a:cubicBezTo>
                      <a:pt x="22" y="81"/>
                      <a:pt x="22" y="83"/>
                      <a:pt x="21" y="83"/>
                    </a:cubicBezTo>
                    <a:cubicBezTo>
                      <a:pt x="20" y="84"/>
                      <a:pt x="19" y="83"/>
                      <a:pt x="18" y="82"/>
                    </a:cubicBezTo>
                    <a:cubicBezTo>
                      <a:pt x="18" y="82"/>
                      <a:pt x="17" y="81"/>
                      <a:pt x="17" y="81"/>
                    </a:cubicBezTo>
                    <a:cubicBezTo>
                      <a:pt x="17" y="80"/>
                      <a:pt x="17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3" y="81"/>
                      <a:pt x="13" y="84"/>
                      <a:pt x="11" y="86"/>
                    </a:cubicBezTo>
                    <a:cubicBezTo>
                      <a:pt x="11" y="87"/>
                      <a:pt x="10" y="88"/>
                      <a:pt x="10" y="89"/>
                    </a:cubicBezTo>
                    <a:cubicBezTo>
                      <a:pt x="8" y="89"/>
                      <a:pt x="9" y="86"/>
                      <a:pt x="9" y="85"/>
                    </a:cubicBezTo>
                    <a:cubicBezTo>
                      <a:pt x="9" y="83"/>
                      <a:pt x="9" y="80"/>
                      <a:pt x="8" y="78"/>
                    </a:cubicBezTo>
                    <a:cubicBezTo>
                      <a:pt x="6" y="77"/>
                      <a:pt x="4" y="76"/>
                      <a:pt x="3" y="76"/>
                    </a:cubicBezTo>
                    <a:cubicBezTo>
                      <a:pt x="1" y="75"/>
                      <a:pt x="0" y="73"/>
                      <a:pt x="0" y="71"/>
                    </a:cubicBezTo>
                    <a:cubicBezTo>
                      <a:pt x="0" y="68"/>
                      <a:pt x="0" y="65"/>
                      <a:pt x="1" y="62"/>
                    </a:cubicBezTo>
                    <a:cubicBezTo>
                      <a:pt x="1" y="59"/>
                      <a:pt x="1" y="56"/>
                      <a:pt x="1" y="53"/>
                    </a:cubicBezTo>
                    <a:cubicBezTo>
                      <a:pt x="2" y="49"/>
                      <a:pt x="3" y="44"/>
                      <a:pt x="4" y="39"/>
                    </a:cubicBezTo>
                    <a:cubicBezTo>
                      <a:pt x="5" y="35"/>
                      <a:pt x="8" y="32"/>
                      <a:pt x="11" y="28"/>
                    </a:cubicBezTo>
                    <a:cubicBezTo>
                      <a:pt x="14" y="25"/>
                      <a:pt x="17" y="22"/>
                      <a:pt x="18" y="17"/>
                    </a:cubicBezTo>
                    <a:cubicBezTo>
                      <a:pt x="19" y="14"/>
                      <a:pt x="19" y="11"/>
                      <a:pt x="19" y="8"/>
                    </a:cubicBezTo>
                    <a:cubicBezTo>
                      <a:pt x="19" y="6"/>
                      <a:pt x="18" y="3"/>
                      <a:pt x="20" y="2"/>
                    </a:cubicBezTo>
                    <a:cubicBezTo>
                      <a:pt x="21" y="0"/>
                      <a:pt x="24" y="0"/>
                      <a:pt x="26" y="0"/>
                    </a:cubicBezTo>
                    <a:cubicBezTo>
                      <a:pt x="28" y="0"/>
                      <a:pt x="31" y="1"/>
                      <a:pt x="33" y="2"/>
                    </a:cubicBezTo>
                    <a:cubicBezTo>
                      <a:pt x="35" y="4"/>
                      <a:pt x="37" y="7"/>
                      <a:pt x="38" y="10"/>
                    </a:cubicBezTo>
                    <a:cubicBezTo>
                      <a:pt x="39" y="12"/>
                      <a:pt x="41" y="15"/>
                      <a:pt x="41" y="18"/>
                    </a:cubicBezTo>
                    <a:cubicBezTo>
                      <a:pt x="41" y="20"/>
                      <a:pt x="40" y="22"/>
                      <a:pt x="38" y="21"/>
                    </a:cubicBezTo>
                    <a:cubicBezTo>
                      <a:pt x="36" y="20"/>
                      <a:pt x="34" y="17"/>
                      <a:pt x="32" y="15"/>
                    </a:cubicBezTo>
                    <a:cubicBezTo>
                      <a:pt x="30" y="12"/>
                      <a:pt x="28" y="8"/>
                      <a:pt x="25" y="6"/>
                    </a:cubicBezTo>
                    <a:cubicBezTo>
                      <a:pt x="24" y="5"/>
                      <a:pt x="22" y="4"/>
                      <a:pt x="22" y="7"/>
                    </a:cubicBezTo>
                    <a:cubicBezTo>
                      <a:pt x="21" y="11"/>
                      <a:pt x="26" y="15"/>
                      <a:pt x="29" y="17"/>
                    </a:cubicBezTo>
                    <a:cubicBezTo>
                      <a:pt x="33" y="19"/>
                      <a:pt x="36" y="21"/>
                      <a:pt x="38" y="25"/>
                    </a:cubicBezTo>
                    <a:cubicBezTo>
                      <a:pt x="40" y="28"/>
                      <a:pt x="42" y="33"/>
                      <a:pt x="39" y="36"/>
                    </a:cubicBezTo>
                    <a:cubicBezTo>
                      <a:pt x="37" y="38"/>
                      <a:pt x="34" y="39"/>
                      <a:pt x="32" y="40"/>
                    </a:cubicBezTo>
                    <a:cubicBezTo>
                      <a:pt x="30" y="41"/>
                      <a:pt x="29" y="43"/>
                      <a:pt x="27" y="45"/>
                    </a:cubicBezTo>
                    <a:cubicBezTo>
                      <a:pt x="26" y="46"/>
                      <a:pt x="25" y="46"/>
                      <a:pt x="24" y="45"/>
                    </a:cubicBezTo>
                    <a:cubicBezTo>
                      <a:pt x="22" y="45"/>
                      <a:pt x="20" y="44"/>
                      <a:pt x="18" y="43"/>
                    </a:cubicBezTo>
                    <a:cubicBezTo>
                      <a:pt x="17" y="42"/>
                      <a:pt x="16" y="41"/>
                      <a:pt x="16" y="39"/>
                    </a:cubicBezTo>
                    <a:cubicBezTo>
                      <a:pt x="16" y="38"/>
                      <a:pt x="15" y="36"/>
                      <a:pt x="14" y="36"/>
                    </a:cubicBezTo>
                    <a:cubicBezTo>
                      <a:pt x="12" y="37"/>
                      <a:pt x="13" y="40"/>
                      <a:pt x="13" y="41"/>
                    </a:cubicBezTo>
                    <a:cubicBezTo>
                      <a:pt x="14" y="44"/>
                      <a:pt x="16" y="46"/>
                      <a:pt x="18" y="47"/>
                    </a:cubicBezTo>
                    <a:cubicBezTo>
                      <a:pt x="20" y="47"/>
                      <a:pt x="23" y="48"/>
                      <a:pt x="24" y="50"/>
                    </a:cubicBezTo>
                    <a:cubicBezTo>
                      <a:pt x="25" y="52"/>
                      <a:pt x="24" y="56"/>
                      <a:pt x="24" y="58"/>
                    </a:cubicBezTo>
                    <a:cubicBezTo>
                      <a:pt x="24" y="61"/>
                      <a:pt x="23" y="63"/>
                      <a:pt x="23" y="65"/>
                    </a:cubicBezTo>
                    <a:cubicBezTo>
                      <a:pt x="21" y="67"/>
                      <a:pt x="19" y="66"/>
                      <a:pt x="17" y="65"/>
                    </a:cubicBezTo>
                    <a:cubicBezTo>
                      <a:pt x="15" y="63"/>
                      <a:pt x="12" y="62"/>
                      <a:pt x="10" y="64"/>
                    </a:cubicBezTo>
                    <a:cubicBezTo>
                      <a:pt x="9" y="65"/>
                      <a:pt x="9" y="67"/>
                      <a:pt x="10" y="68"/>
                    </a:cubicBezTo>
                    <a:cubicBezTo>
                      <a:pt x="11" y="69"/>
                      <a:pt x="13" y="69"/>
                      <a:pt x="15" y="70"/>
                    </a:cubicBezTo>
                    <a:cubicBezTo>
                      <a:pt x="16" y="70"/>
                      <a:pt x="17" y="70"/>
                      <a:pt x="18" y="70"/>
                    </a:cubicBezTo>
                    <a:cubicBezTo>
                      <a:pt x="19" y="70"/>
                      <a:pt x="21" y="69"/>
                      <a:pt x="22" y="70"/>
                    </a:cubicBezTo>
                    <a:cubicBezTo>
                      <a:pt x="22" y="70"/>
                      <a:pt x="22" y="71"/>
                      <a:pt x="22" y="71"/>
                    </a:cubicBezTo>
                    <a:cubicBezTo>
                      <a:pt x="22" y="71"/>
                      <a:pt x="22" y="71"/>
                      <a:pt x="23" y="71"/>
                    </a:cubicBezTo>
                    <a:cubicBezTo>
                      <a:pt x="23" y="71"/>
                      <a:pt x="23" y="72"/>
                      <a:pt x="23" y="72"/>
                    </a:cubicBezTo>
                    <a:cubicBezTo>
                      <a:pt x="23" y="72"/>
                      <a:pt x="23" y="72"/>
                      <a:pt x="23" y="72"/>
                    </a:cubicBezTo>
                    <a:cubicBezTo>
                      <a:pt x="23" y="73"/>
                      <a:pt x="22" y="74"/>
                      <a:pt x="22" y="7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7" name="Freeform 3170">
                <a:extLst>
                  <a:ext uri="{FF2B5EF4-FFF2-40B4-BE49-F238E27FC236}">
                    <a16:creationId xmlns:a16="http://schemas.microsoft.com/office/drawing/2014/main" id="{EB30F3E3-0E1B-5A4D-823E-CA176EDC2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658"/>
                <a:ext cx="11" cy="14"/>
              </a:xfrm>
              <a:custGeom>
                <a:avLst/>
                <a:gdLst>
                  <a:gd name="T0" fmla="*/ 17 w 27"/>
                  <a:gd name="T1" fmla="*/ 18 h 35"/>
                  <a:gd name="T2" fmla="*/ 20 w 27"/>
                  <a:gd name="T3" fmla="*/ 19 h 35"/>
                  <a:gd name="T4" fmla="*/ 23 w 27"/>
                  <a:gd name="T5" fmla="*/ 22 h 35"/>
                  <a:gd name="T6" fmla="*/ 24 w 27"/>
                  <a:gd name="T7" fmla="*/ 26 h 35"/>
                  <a:gd name="T8" fmla="*/ 22 w 27"/>
                  <a:gd name="T9" fmla="*/ 34 h 35"/>
                  <a:gd name="T10" fmla="*/ 19 w 27"/>
                  <a:gd name="T11" fmla="*/ 27 h 35"/>
                  <a:gd name="T12" fmla="*/ 15 w 27"/>
                  <a:gd name="T13" fmla="*/ 24 h 35"/>
                  <a:gd name="T14" fmla="*/ 11 w 27"/>
                  <a:gd name="T15" fmla="*/ 21 h 35"/>
                  <a:gd name="T16" fmla="*/ 7 w 27"/>
                  <a:gd name="T17" fmla="*/ 18 h 35"/>
                  <a:gd name="T18" fmla="*/ 1 w 27"/>
                  <a:gd name="T19" fmla="*/ 12 h 35"/>
                  <a:gd name="T20" fmla="*/ 3 w 27"/>
                  <a:gd name="T21" fmla="*/ 3 h 35"/>
                  <a:gd name="T22" fmla="*/ 14 w 27"/>
                  <a:gd name="T23" fmla="*/ 3 h 35"/>
                  <a:gd name="T24" fmla="*/ 18 w 27"/>
                  <a:gd name="T25" fmla="*/ 4 h 35"/>
                  <a:gd name="T26" fmla="*/ 20 w 27"/>
                  <a:gd name="T27" fmla="*/ 6 h 35"/>
                  <a:gd name="T28" fmla="*/ 22 w 27"/>
                  <a:gd name="T29" fmla="*/ 7 h 35"/>
                  <a:gd name="T30" fmla="*/ 26 w 27"/>
                  <a:gd name="T31" fmla="*/ 11 h 35"/>
                  <a:gd name="T32" fmla="*/ 27 w 27"/>
                  <a:gd name="T33" fmla="*/ 12 h 35"/>
                  <a:gd name="T34" fmla="*/ 23 w 27"/>
                  <a:gd name="T35" fmla="*/ 13 h 35"/>
                  <a:gd name="T36" fmla="*/ 19 w 27"/>
                  <a:gd name="T37" fmla="*/ 12 h 35"/>
                  <a:gd name="T38" fmla="*/ 17 w 27"/>
                  <a:gd name="T39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35">
                    <a:moveTo>
                      <a:pt x="17" y="18"/>
                    </a:moveTo>
                    <a:cubicBezTo>
                      <a:pt x="17" y="18"/>
                      <a:pt x="19" y="19"/>
                      <a:pt x="20" y="19"/>
                    </a:cubicBezTo>
                    <a:cubicBezTo>
                      <a:pt x="22" y="19"/>
                      <a:pt x="22" y="20"/>
                      <a:pt x="23" y="22"/>
                    </a:cubicBezTo>
                    <a:cubicBezTo>
                      <a:pt x="24" y="24"/>
                      <a:pt x="24" y="25"/>
                      <a:pt x="24" y="26"/>
                    </a:cubicBezTo>
                    <a:cubicBezTo>
                      <a:pt x="24" y="28"/>
                      <a:pt x="25" y="35"/>
                      <a:pt x="22" y="34"/>
                    </a:cubicBezTo>
                    <a:cubicBezTo>
                      <a:pt x="20" y="33"/>
                      <a:pt x="20" y="29"/>
                      <a:pt x="19" y="27"/>
                    </a:cubicBezTo>
                    <a:cubicBezTo>
                      <a:pt x="19" y="25"/>
                      <a:pt x="17" y="25"/>
                      <a:pt x="15" y="24"/>
                    </a:cubicBezTo>
                    <a:cubicBezTo>
                      <a:pt x="13" y="23"/>
                      <a:pt x="12" y="22"/>
                      <a:pt x="11" y="21"/>
                    </a:cubicBezTo>
                    <a:cubicBezTo>
                      <a:pt x="10" y="20"/>
                      <a:pt x="9" y="19"/>
                      <a:pt x="7" y="18"/>
                    </a:cubicBezTo>
                    <a:cubicBezTo>
                      <a:pt x="5" y="16"/>
                      <a:pt x="2" y="14"/>
                      <a:pt x="1" y="12"/>
                    </a:cubicBezTo>
                    <a:cubicBezTo>
                      <a:pt x="0" y="9"/>
                      <a:pt x="1" y="5"/>
                      <a:pt x="3" y="3"/>
                    </a:cubicBezTo>
                    <a:cubicBezTo>
                      <a:pt x="6" y="0"/>
                      <a:pt x="10" y="2"/>
                      <a:pt x="14" y="3"/>
                    </a:cubicBezTo>
                    <a:cubicBezTo>
                      <a:pt x="15" y="3"/>
                      <a:pt x="17" y="3"/>
                      <a:pt x="18" y="4"/>
                    </a:cubicBezTo>
                    <a:cubicBezTo>
                      <a:pt x="19" y="5"/>
                      <a:pt x="19" y="6"/>
                      <a:pt x="20" y="6"/>
                    </a:cubicBezTo>
                    <a:cubicBezTo>
                      <a:pt x="20" y="7"/>
                      <a:pt x="21" y="7"/>
                      <a:pt x="22" y="7"/>
                    </a:cubicBezTo>
                    <a:cubicBezTo>
                      <a:pt x="23" y="8"/>
                      <a:pt x="25" y="9"/>
                      <a:pt x="26" y="11"/>
                    </a:cubicBezTo>
                    <a:cubicBezTo>
                      <a:pt x="27" y="11"/>
                      <a:pt x="27" y="12"/>
                      <a:pt x="27" y="12"/>
                    </a:cubicBezTo>
                    <a:cubicBezTo>
                      <a:pt x="26" y="14"/>
                      <a:pt x="24" y="13"/>
                      <a:pt x="23" y="13"/>
                    </a:cubicBezTo>
                    <a:cubicBezTo>
                      <a:pt x="22" y="13"/>
                      <a:pt x="20" y="12"/>
                      <a:pt x="19" y="12"/>
                    </a:cubicBezTo>
                    <a:cubicBezTo>
                      <a:pt x="16" y="12"/>
                      <a:pt x="15" y="15"/>
                      <a:pt x="17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8" name="Freeform 3171">
                <a:extLst>
                  <a:ext uri="{FF2B5EF4-FFF2-40B4-BE49-F238E27FC236}">
                    <a16:creationId xmlns:a16="http://schemas.microsoft.com/office/drawing/2014/main" id="{0BE42A42-2EAB-8547-965F-84D9CBDFB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9"/>
                <a:ext cx="3" cy="2"/>
              </a:xfrm>
              <a:custGeom>
                <a:avLst/>
                <a:gdLst>
                  <a:gd name="T0" fmla="*/ 1 w 6"/>
                  <a:gd name="T1" fmla="*/ 3 h 6"/>
                  <a:gd name="T2" fmla="*/ 1 w 6"/>
                  <a:gd name="T3" fmla="*/ 1 h 6"/>
                  <a:gd name="T4" fmla="*/ 5 w 6"/>
                  <a:gd name="T5" fmla="*/ 1 h 6"/>
                  <a:gd name="T6" fmla="*/ 6 w 6"/>
                  <a:gd name="T7" fmla="*/ 4 h 6"/>
                  <a:gd name="T8" fmla="*/ 4 w 6"/>
                  <a:gd name="T9" fmla="*/ 6 h 6"/>
                  <a:gd name="T10" fmla="*/ 1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3" y="6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9" name="Freeform 3172">
                <a:extLst>
                  <a:ext uri="{FF2B5EF4-FFF2-40B4-BE49-F238E27FC236}">
                    <a16:creationId xmlns:a16="http://schemas.microsoft.com/office/drawing/2014/main" id="{4EFE1049-D1C5-804D-9C31-0DCD95AFB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61"/>
                <a:ext cx="3" cy="2"/>
              </a:xfrm>
              <a:custGeom>
                <a:avLst/>
                <a:gdLst>
                  <a:gd name="T0" fmla="*/ 1 w 7"/>
                  <a:gd name="T1" fmla="*/ 1 h 7"/>
                  <a:gd name="T2" fmla="*/ 4 w 7"/>
                  <a:gd name="T3" fmla="*/ 0 h 7"/>
                  <a:gd name="T4" fmla="*/ 4 w 7"/>
                  <a:gd name="T5" fmla="*/ 0 h 7"/>
                  <a:gd name="T6" fmla="*/ 6 w 7"/>
                  <a:gd name="T7" fmla="*/ 5 h 7"/>
                  <a:gd name="T8" fmla="*/ 1 w 7"/>
                  <a:gd name="T9" fmla="*/ 5 h 7"/>
                  <a:gd name="T10" fmla="*/ 1 w 7"/>
                  <a:gd name="T1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7" y="4"/>
                      <a:pt x="6" y="5"/>
                    </a:cubicBezTo>
                    <a:cubicBezTo>
                      <a:pt x="5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0" name="Freeform 3173">
                <a:extLst>
                  <a:ext uri="{FF2B5EF4-FFF2-40B4-BE49-F238E27FC236}">
                    <a16:creationId xmlns:a16="http://schemas.microsoft.com/office/drawing/2014/main" id="{AC4E6716-0750-AB42-B6D4-01FFB3E74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52"/>
                <a:ext cx="3" cy="4"/>
              </a:xfrm>
              <a:custGeom>
                <a:avLst/>
                <a:gdLst>
                  <a:gd name="T0" fmla="*/ 5 w 6"/>
                  <a:gd name="T1" fmla="*/ 5 h 12"/>
                  <a:gd name="T2" fmla="*/ 5 w 6"/>
                  <a:gd name="T3" fmla="*/ 3 h 12"/>
                  <a:gd name="T4" fmla="*/ 4 w 6"/>
                  <a:gd name="T5" fmla="*/ 0 h 12"/>
                  <a:gd name="T6" fmla="*/ 2 w 6"/>
                  <a:gd name="T7" fmla="*/ 0 h 12"/>
                  <a:gd name="T8" fmla="*/ 0 w 6"/>
                  <a:gd name="T9" fmla="*/ 2 h 12"/>
                  <a:gd name="T10" fmla="*/ 0 w 6"/>
                  <a:gd name="T11" fmla="*/ 5 h 12"/>
                  <a:gd name="T12" fmla="*/ 0 w 6"/>
                  <a:gd name="T13" fmla="*/ 9 h 12"/>
                  <a:gd name="T14" fmla="*/ 2 w 6"/>
                  <a:gd name="T15" fmla="*/ 11 h 12"/>
                  <a:gd name="T16" fmla="*/ 4 w 6"/>
                  <a:gd name="T17" fmla="*/ 12 h 12"/>
                  <a:gd name="T18" fmla="*/ 5 w 6"/>
                  <a:gd name="T19" fmla="*/ 10 h 12"/>
                  <a:gd name="T20" fmla="*/ 6 w 6"/>
                  <a:gd name="T21" fmla="*/ 7 h 12"/>
                  <a:gd name="T22" fmla="*/ 6 w 6"/>
                  <a:gd name="T23" fmla="*/ 6 h 12"/>
                  <a:gd name="T24" fmla="*/ 5 w 6"/>
                  <a:gd name="T2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2">
                    <a:moveTo>
                      <a:pt x="5" y="5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1"/>
                      <a:pt x="4" y="10"/>
                      <a:pt x="5" y="10"/>
                    </a:cubicBezTo>
                    <a:cubicBezTo>
                      <a:pt x="5" y="9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1" name="Freeform 3174">
                <a:extLst>
                  <a:ext uri="{FF2B5EF4-FFF2-40B4-BE49-F238E27FC236}">
                    <a16:creationId xmlns:a16="http://schemas.microsoft.com/office/drawing/2014/main" id="{28E595E4-19AB-E543-BB68-B6E2683E1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3"/>
                <a:ext cx="4" cy="5"/>
              </a:xfrm>
              <a:custGeom>
                <a:avLst/>
                <a:gdLst>
                  <a:gd name="T0" fmla="*/ 10 w 11"/>
                  <a:gd name="T1" fmla="*/ 9 h 11"/>
                  <a:gd name="T2" fmla="*/ 10 w 11"/>
                  <a:gd name="T3" fmla="*/ 7 h 11"/>
                  <a:gd name="T4" fmla="*/ 10 w 11"/>
                  <a:gd name="T5" fmla="*/ 5 h 11"/>
                  <a:gd name="T6" fmla="*/ 11 w 11"/>
                  <a:gd name="T7" fmla="*/ 3 h 11"/>
                  <a:gd name="T8" fmla="*/ 11 w 11"/>
                  <a:gd name="T9" fmla="*/ 2 h 11"/>
                  <a:gd name="T10" fmla="*/ 7 w 11"/>
                  <a:gd name="T11" fmla="*/ 3 h 11"/>
                  <a:gd name="T12" fmla="*/ 6 w 11"/>
                  <a:gd name="T13" fmla="*/ 6 h 11"/>
                  <a:gd name="T14" fmla="*/ 3 w 11"/>
                  <a:gd name="T15" fmla="*/ 7 h 11"/>
                  <a:gd name="T16" fmla="*/ 1 w 11"/>
                  <a:gd name="T17" fmla="*/ 9 h 11"/>
                  <a:gd name="T18" fmla="*/ 3 w 11"/>
                  <a:gd name="T19" fmla="*/ 11 h 11"/>
                  <a:gd name="T20" fmla="*/ 7 w 11"/>
                  <a:gd name="T21" fmla="*/ 10 h 11"/>
                  <a:gd name="T22" fmla="*/ 10 w 1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1">
                    <a:moveTo>
                      <a:pt x="10" y="9"/>
                    </a:moveTo>
                    <a:cubicBezTo>
                      <a:pt x="10" y="8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4"/>
                      <a:pt x="11" y="3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0" y="0"/>
                      <a:pt x="7" y="1"/>
                      <a:pt x="7" y="3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6" y="7"/>
                      <a:pt x="4" y="7"/>
                      <a:pt x="3" y="7"/>
                    </a:cubicBezTo>
                    <a:cubicBezTo>
                      <a:pt x="2" y="8"/>
                      <a:pt x="1" y="7"/>
                      <a:pt x="1" y="9"/>
                    </a:cubicBezTo>
                    <a:cubicBezTo>
                      <a:pt x="0" y="10"/>
                      <a:pt x="2" y="10"/>
                      <a:pt x="3" y="11"/>
                    </a:cubicBezTo>
                    <a:cubicBezTo>
                      <a:pt x="5" y="11"/>
                      <a:pt x="5" y="11"/>
                      <a:pt x="7" y="10"/>
                    </a:cubicBezTo>
                    <a:cubicBezTo>
                      <a:pt x="8" y="10"/>
                      <a:pt x="9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2" name="Freeform 3175">
                <a:extLst>
                  <a:ext uri="{FF2B5EF4-FFF2-40B4-BE49-F238E27FC236}">
                    <a16:creationId xmlns:a16="http://schemas.microsoft.com/office/drawing/2014/main" id="{61F55B3F-EB64-6045-864E-FF1A88DB2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5"/>
                <a:ext cx="6" cy="4"/>
              </a:xfrm>
              <a:custGeom>
                <a:avLst/>
                <a:gdLst>
                  <a:gd name="T0" fmla="*/ 4 w 13"/>
                  <a:gd name="T1" fmla="*/ 10 h 10"/>
                  <a:gd name="T2" fmla="*/ 1 w 13"/>
                  <a:gd name="T3" fmla="*/ 9 h 10"/>
                  <a:gd name="T4" fmla="*/ 0 w 13"/>
                  <a:gd name="T5" fmla="*/ 7 h 10"/>
                  <a:gd name="T6" fmla="*/ 3 w 13"/>
                  <a:gd name="T7" fmla="*/ 6 h 10"/>
                  <a:gd name="T8" fmla="*/ 8 w 13"/>
                  <a:gd name="T9" fmla="*/ 2 h 10"/>
                  <a:gd name="T10" fmla="*/ 13 w 13"/>
                  <a:gd name="T11" fmla="*/ 2 h 10"/>
                  <a:gd name="T12" fmla="*/ 13 w 13"/>
                  <a:gd name="T13" fmla="*/ 5 h 10"/>
                  <a:gd name="T14" fmla="*/ 10 w 13"/>
                  <a:gd name="T15" fmla="*/ 8 h 10"/>
                  <a:gd name="T16" fmla="*/ 7 w 13"/>
                  <a:gd name="T17" fmla="*/ 10 h 10"/>
                  <a:gd name="T18" fmla="*/ 4 w 13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6"/>
                      <a:pt x="2" y="6"/>
                      <a:pt x="3" y="6"/>
                    </a:cubicBezTo>
                    <a:cubicBezTo>
                      <a:pt x="5" y="6"/>
                      <a:pt x="6" y="3"/>
                      <a:pt x="8" y="2"/>
                    </a:cubicBezTo>
                    <a:cubicBezTo>
                      <a:pt x="9" y="1"/>
                      <a:pt x="12" y="0"/>
                      <a:pt x="13" y="2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9" y="8"/>
                      <a:pt x="8" y="9"/>
                      <a:pt x="7" y="10"/>
                    </a:cubicBezTo>
                    <a:cubicBezTo>
                      <a:pt x="6" y="10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3" name="Freeform 3177">
                <a:extLst>
                  <a:ext uri="{FF2B5EF4-FFF2-40B4-BE49-F238E27FC236}">
                    <a16:creationId xmlns:a16="http://schemas.microsoft.com/office/drawing/2014/main" id="{E2C224E5-6FDF-8E44-A7DD-664E6EC3F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45"/>
                <a:ext cx="5" cy="5"/>
              </a:xfrm>
              <a:custGeom>
                <a:avLst/>
                <a:gdLst>
                  <a:gd name="T0" fmla="*/ 0 w 12"/>
                  <a:gd name="T1" fmla="*/ 3 h 11"/>
                  <a:gd name="T2" fmla="*/ 1 w 12"/>
                  <a:gd name="T3" fmla="*/ 1 h 11"/>
                  <a:gd name="T4" fmla="*/ 2 w 12"/>
                  <a:gd name="T5" fmla="*/ 1 h 11"/>
                  <a:gd name="T6" fmla="*/ 4 w 12"/>
                  <a:gd name="T7" fmla="*/ 0 h 11"/>
                  <a:gd name="T8" fmla="*/ 7 w 12"/>
                  <a:gd name="T9" fmla="*/ 0 h 11"/>
                  <a:gd name="T10" fmla="*/ 11 w 12"/>
                  <a:gd name="T11" fmla="*/ 0 h 11"/>
                  <a:gd name="T12" fmla="*/ 12 w 12"/>
                  <a:gd name="T13" fmla="*/ 4 h 11"/>
                  <a:gd name="T14" fmla="*/ 12 w 12"/>
                  <a:gd name="T15" fmla="*/ 5 h 11"/>
                  <a:gd name="T16" fmla="*/ 11 w 12"/>
                  <a:gd name="T17" fmla="*/ 6 h 11"/>
                  <a:gd name="T18" fmla="*/ 11 w 12"/>
                  <a:gd name="T19" fmla="*/ 8 h 11"/>
                  <a:gd name="T20" fmla="*/ 8 w 12"/>
                  <a:gd name="T21" fmla="*/ 10 h 11"/>
                  <a:gd name="T22" fmla="*/ 6 w 12"/>
                  <a:gd name="T23" fmla="*/ 10 h 11"/>
                  <a:gd name="T24" fmla="*/ 1 w 12"/>
                  <a:gd name="T25" fmla="*/ 9 h 11"/>
                  <a:gd name="T26" fmla="*/ 1 w 12"/>
                  <a:gd name="T27" fmla="*/ 5 h 11"/>
                  <a:gd name="T28" fmla="*/ 0 w 12"/>
                  <a:gd name="T2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1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10" y="0"/>
                      <a:pt x="11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7" y="10"/>
                      <a:pt x="7" y="10"/>
                      <a:pt x="6" y="10"/>
                    </a:cubicBezTo>
                    <a:cubicBezTo>
                      <a:pt x="4" y="11"/>
                      <a:pt x="2" y="10"/>
                      <a:pt x="1" y="9"/>
                    </a:cubicBezTo>
                    <a:cubicBezTo>
                      <a:pt x="1" y="8"/>
                      <a:pt x="2" y="5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4" name="Freeform 3178">
                <a:extLst>
                  <a:ext uri="{FF2B5EF4-FFF2-40B4-BE49-F238E27FC236}">
                    <a16:creationId xmlns:a16="http://schemas.microsoft.com/office/drawing/2014/main" id="{93AB3CF4-5369-994B-B549-A415EF233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35"/>
                <a:ext cx="6" cy="3"/>
              </a:xfrm>
              <a:custGeom>
                <a:avLst/>
                <a:gdLst>
                  <a:gd name="T0" fmla="*/ 1 w 15"/>
                  <a:gd name="T1" fmla="*/ 7 h 8"/>
                  <a:gd name="T2" fmla="*/ 0 w 15"/>
                  <a:gd name="T3" fmla="*/ 6 h 8"/>
                  <a:gd name="T4" fmla="*/ 1 w 15"/>
                  <a:gd name="T5" fmla="*/ 4 h 8"/>
                  <a:gd name="T6" fmla="*/ 3 w 15"/>
                  <a:gd name="T7" fmla="*/ 2 h 8"/>
                  <a:gd name="T8" fmla="*/ 6 w 15"/>
                  <a:gd name="T9" fmla="*/ 1 h 8"/>
                  <a:gd name="T10" fmla="*/ 13 w 15"/>
                  <a:gd name="T11" fmla="*/ 1 h 8"/>
                  <a:gd name="T12" fmla="*/ 13 w 15"/>
                  <a:gd name="T13" fmla="*/ 6 h 8"/>
                  <a:gd name="T14" fmla="*/ 10 w 15"/>
                  <a:gd name="T15" fmla="*/ 7 h 8"/>
                  <a:gd name="T16" fmla="*/ 6 w 15"/>
                  <a:gd name="T17" fmla="*/ 7 h 8"/>
                  <a:gd name="T18" fmla="*/ 1 w 15"/>
                  <a:gd name="T1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8">
                    <a:moveTo>
                      <a:pt x="1" y="7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3"/>
                      <a:pt x="3" y="4"/>
                      <a:pt x="3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4" y="2"/>
                      <a:pt x="15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4" y="8"/>
                      <a:pt x="3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5" name="Freeform 3179">
                <a:extLst>
                  <a:ext uri="{FF2B5EF4-FFF2-40B4-BE49-F238E27FC236}">
                    <a16:creationId xmlns:a16="http://schemas.microsoft.com/office/drawing/2014/main" id="{D11A1BD5-9446-7F43-B54F-44DD05D3E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29"/>
                <a:ext cx="4" cy="3"/>
              </a:xfrm>
              <a:custGeom>
                <a:avLst/>
                <a:gdLst>
                  <a:gd name="T0" fmla="*/ 0 w 9"/>
                  <a:gd name="T1" fmla="*/ 3 h 9"/>
                  <a:gd name="T2" fmla="*/ 3 w 9"/>
                  <a:gd name="T3" fmla="*/ 1 h 9"/>
                  <a:gd name="T4" fmla="*/ 6 w 9"/>
                  <a:gd name="T5" fmla="*/ 0 h 9"/>
                  <a:gd name="T6" fmla="*/ 8 w 9"/>
                  <a:gd name="T7" fmla="*/ 3 h 9"/>
                  <a:gd name="T8" fmla="*/ 8 w 9"/>
                  <a:gd name="T9" fmla="*/ 8 h 9"/>
                  <a:gd name="T10" fmla="*/ 2 w 9"/>
                  <a:gd name="T11" fmla="*/ 8 h 9"/>
                  <a:gd name="T12" fmla="*/ 1 w 9"/>
                  <a:gd name="T13" fmla="*/ 6 h 9"/>
                  <a:gd name="T14" fmla="*/ 0 w 9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9" y="4"/>
                      <a:pt x="9" y="7"/>
                      <a:pt x="8" y="8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6" name="Freeform 3180">
                <a:extLst>
                  <a:ext uri="{FF2B5EF4-FFF2-40B4-BE49-F238E27FC236}">
                    <a16:creationId xmlns:a16="http://schemas.microsoft.com/office/drawing/2014/main" id="{DDCD53D8-1E20-B34A-AC1C-BCD8D4ABA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634"/>
                <a:ext cx="4" cy="4"/>
              </a:xfrm>
              <a:custGeom>
                <a:avLst/>
                <a:gdLst>
                  <a:gd name="T0" fmla="*/ 1 w 9"/>
                  <a:gd name="T1" fmla="*/ 7 h 10"/>
                  <a:gd name="T2" fmla="*/ 3 w 9"/>
                  <a:gd name="T3" fmla="*/ 4 h 10"/>
                  <a:gd name="T4" fmla="*/ 3 w 9"/>
                  <a:gd name="T5" fmla="*/ 2 h 10"/>
                  <a:gd name="T6" fmla="*/ 7 w 9"/>
                  <a:gd name="T7" fmla="*/ 0 h 10"/>
                  <a:gd name="T8" fmla="*/ 8 w 9"/>
                  <a:gd name="T9" fmla="*/ 2 h 10"/>
                  <a:gd name="T10" fmla="*/ 5 w 9"/>
                  <a:gd name="T11" fmla="*/ 7 h 10"/>
                  <a:gd name="T12" fmla="*/ 4 w 9"/>
                  <a:gd name="T13" fmla="*/ 9 h 10"/>
                  <a:gd name="T14" fmla="*/ 2 w 9"/>
                  <a:gd name="T15" fmla="*/ 9 h 10"/>
                  <a:gd name="T16" fmla="*/ 1 w 9"/>
                  <a:gd name="T1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1" y="6"/>
                      <a:pt x="2" y="5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9" y="4"/>
                      <a:pt x="6" y="5"/>
                      <a:pt x="5" y="7"/>
                    </a:cubicBezTo>
                    <a:cubicBezTo>
                      <a:pt x="5" y="8"/>
                      <a:pt x="5" y="8"/>
                      <a:pt x="4" y="9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9"/>
                      <a:pt x="0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7" name="Freeform 3181">
                <a:extLst>
                  <a:ext uri="{FF2B5EF4-FFF2-40B4-BE49-F238E27FC236}">
                    <a16:creationId xmlns:a16="http://schemas.microsoft.com/office/drawing/2014/main" id="{AD01B6B1-2B32-F74E-9744-6ED99EBCB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626"/>
                <a:ext cx="4" cy="3"/>
              </a:xfrm>
              <a:custGeom>
                <a:avLst/>
                <a:gdLst>
                  <a:gd name="T0" fmla="*/ 3 w 9"/>
                  <a:gd name="T1" fmla="*/ 1 h 7"/>
                  <a:gd name="T2" fmla="*/ 7 w 9"/>
                  <a:gd name="T3" fmla="*/ 1 h 7"/>
                  <a:gd name="T4" fmla="*/ 6 w 9"/>
                  <a:gd name="T5" fmla="*/ 6 h 7"/>
                  <a:gd name="T6" fmla="*/ 1 w 9"/>
                  <a:gd name="T7" fmla="*/ 4 h 7"/>
                  <a:gd name="T8" fmla="*/ 3 w 9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4" y="0"/>
                      <a:pt x="6" y="0"/>
                      <a:pt x="7" y="1"/>
                    </a:cubicBezTo>
                    <a:cubicBezTo>
                      <a:pt x="9" y="2"/>
                      <a:pt x="7" y="5"/>
                      <a:pt x="6" y="6"/>
                    </a:cubicBezTo>
                    <a:cubicBezTo>
                      <a:pt x="4" y="7"/>
                      <a:pt x="1" y="7"/>
                      <a:pt x="1" y="4"/>
                    </a:cubicBezTo>
                    <a:cubicBezTo>
                      <a:pt x="0" y="3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8" name="Freeform 3183">
                <a:extLst>
                  <a:ext uri="{FF2B5EF4-FFF2-40B4-BE49-F238E27FC236}">
                    <a16:creationId xmlns:a16="http://schemas.microsoft.com/office/drawing/2014/main" id="{C6D7A3D9-F7C2-D64B-ADA4-BD50BF0CA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19"/>
                <a:ext cx="5" cy="4"/>
              </a:xfrm>
              <a:custGeom>
                <a:avLst/>
                <a:gdLst>
                  <a:gd name="T0" fmla="*/ 4 w 12"/>
                  <a:gd name="T1" fmla="*/ 8 h 9"/>
                  <a:gd name="T2" fmla="*/ 4 w 12"/>
                  <a:gd name="T3" fmla="*/ 8 h 9"/>
                  <a:gd name="T4" fmla="*/ 3 w 12"/>
                  <a:gd name="T5" fmla="*/ 8 h 9"/>
                  <a:gd name="T6" fmla="*/ 0 w 12"/>
                  <a:gd name="T7" fmla="*/ 7 h 9"/>
                  <a:gd name="T8" fmla="*/ 0 w 12"/>
                  <a:gd name="T9" fmla="*/ 5 h 9"/>
                  <a:gd name="T10" fmla="*/ 4 w 12"/>
                  <a:gd name="T11" fmla="*/ 4 h 9"/>
                  <a:gd name="T12" fmla="*/ 5 w 12"/>
                  <a:gd name="T13" fmla="*/ 2 h 9"/>
                  <a:gd name="T14" fmla="*/ 7 w 12"/>
                  <a:gd name="T15" fmla="*/ 1 h 9"/>
                  <a:gd name="T16" fmla="*/ 11 w 12"/>
                  <a:gd name="T17" fmla="*/ 3 h 9"/>
                  <a:gd name="T18" fmla="*/ 10 w 12"/>
                  <a:gd name="T19" fmla="*/ 8 h 9"/>
                  <a:gd name="T20" fmla="*/ 7 w 12"/>
                  <a:gd name="T21" fmla="*/ 9 h 9"/>
                  <a:gd name="T22" fmla="*/ 4 w 12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2" y="8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4"/>
                      <a:pt x="3" y="5"/>
                      <a:pt x="4" y="4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9" y="0"/>
                      <a:pt x="11" y="2"/>
                      <a:pt x="11" y="3"/>
                    </a:cubicBezTo>
                    <a:cubicBezTo>
                      <a:pt x="11" y="5"/>
                      <a:pt x="12" y="7"/>
                      <a:pt x="10" y="8"/>
                    </a:cubicBezTo>
                    <a:cubicBezTo>
                      <a:pt x="9" y="8"/>
                      <a:pt x="8" y="9"/>
                      <a:pt x="7" y="9"/>
                    </a:cubicBezTo>
                    <a:cubicBezTo>
                      <a:pt x="6" y="9"/>
                      <a:pt x="5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9" name="Freeform 3184">
                <a:extLst>
                  <a:ext uri="{FF2B5EF4-FFF2-40B4-BE49-F238E27FC236}">
                    <a16:creationId xmlns:a16="http://schemas.microsoft.com/office/drawing/2014/main" id="{91E5298B-1E54-7040-B2A4-B33BFE5EF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86"/>
                <a:ext cx="5" cy="8"/>
              </a:xfrm>
              <a:custGeom>
                <a:avLst/>
                <a:gdLst>
                  <a:gd name="T0" fmla="*/ 12 w 13"/>
                  <a:gd name="T1" fmla="*/ 13 h 18"/>
                  <a:gd name="T2" fmla="*/ 11 w 13"/>
                  <a:gd name="T3" fmla="*/ 12 h 18"/>
                  <a:gd name="T4" fmla="*/ 10 w 13"/>
                  <a:gd name="T5" fmla="*/ 11 h 18"/>
                  <a:gd name="T6" fmla="*/ 9 w 13"/>
                  <a:gd name="T7" fmla="*/ 10 h 18"/>
                  <a:gd name="T8" fmla="*/ 9 w 13"/>
                  <a:gd name="T9" fmla="*/ 9 h 18"/>
                  <a:gd name="T10" fmla="*/ 9 w 13"/>
                  <a:gd name="T11" fmla="*/ 6 h 18"/>
                  <a:gd name="T12" fmla="*/ 9 w 13"/>
                  <a:gd name="T13" fmla="*/ 1 h 18"/>
                  <a:gd name="T14" fmla="*/ 7 w 13"/>
                  <a:gd name="T15" fmla="*/ 0 h 18"/>
                  <a:gd name="T16" fmla="*/ 3 w 13"/>
                  <a:gd name="T17" fmla="*/ 2 h 18"/>
                  <a:gd name="T18" fmla="*/ 3 w 13"/>
                  <a:gd name="T19" fmla="*/ 4 h 18"/>
                  <a:gd name="T20" fmla="*/ 2 w 13"/>
                  <a:gd name="T21" fmla="*/ 6 h 18"/>
                  <a:gd name="T22" fmla="*/ 2 w 13"/>
                  <a:gd name="T23" fmla="*/ 10 h 18"/>
                  <a:gd name="T24" fmla="*/ 7 w 13"/>
                  <a:gd name="T25" fmla="*/ 13 h 18"/>
                  <a:gd name="T26" fmla="*/ 8 w 13"/>
                  <a:gd name="T27" fmla="*/ 15 h 18"/>
                  <a:gd name="T28" fmla="*/ 9 w 13"/>
                  <a:gd name="T29" fmla="*/ 17 h 18"/>
                  <a:gd name="T30" fmla="*/ 12 w 13"/>
                  <a:gd name="T31" fmla="*/ 18 h 18"/>
                  <a:gd name="T32" fmla="*/ 12 w 13"/>
                  <a:gd name="T33" fmla="*/ 15 h 18"/>
                  <a:gd name="T34" fmla="*/ 12 w 13"/>
                  <a:gd name="T3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8">
                    <a:moveTo>
                      <a:pt x="12" y="13"/>
                    </a:moveTo>
                    <a:cubicBezTo>
                      <a:pt x="11" y="13"/>
                      <a:pt x="11" y="12"/>
                      <a:pt x="11" y="12"/>
                    </a:cubicBezTo>
                    <a:cubicBezTo>
                      <a:pt x="11" y="12"/>
                      <a:pt x="11" y="11"/>
                      <a:pt x="10" y="11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4"/>
                      <a:pt x="9" y="3"/>
                      <a:pt x="9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1" y="7"/>
                      <a:pt x="0" y="9"/>
                      <a:pt x="2" y="10"/>
                    </a:cubicBezTo>
                    <a:cubicBezTo>
                      <a:pt x="3" y="11"/>
                      <a:pt x="5" y="12"/>
                      <a:pt x="7" y="13"/>
                    </a:cubicBezTo>
                    <a:cubicBezTo>
                      <a:pt x="7" y="13"/>
                      <a:pt x="8" y="14"/>
                      <a:pt x="8" y="15"/>
                    </a:cubicBezTo>
                    <a:cubicBezTo>
                      <a:pt x="8" y="16"/>
                      <a:pt x="8" y="16"/>
                      <a:pt x="9" y="17"/>
                    </a:cubicBezTo>
                    <a:cubicBezTo>
                      <a:pt x="9" y="18"/>
                      <a:pt x="11" y="18"/>
                      <a:pt x="12" y="18"/>
                    </a:cubicBezTo>
                    <a:cubicBezTo>
                      <a:pt x="13" y="17"/>
                      <a:pt x="12" y="16"/>
                      <a:pt x="12" y="15"/>
                    </a:cubicBezTo>
                    <a:cubicBezTo>
                      <a:pt x="12" y="14"/>
                      <a:pt x="12" y="14"/>
                      <a:pt x="1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0" name="Freeform 3185">
                <a:extLst>
                  <a:ext uri="{FF2B5EF4-FFF2-40B4-BE49-F238E27FC236}">
                    <a16:creationId xmlns:a16="http://schemas.microsoft.com/office/drawing/2014/main" id="{3E4B19E8-1E66-624C-9076-D5E5B38DA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600"/>
                <a:ext cx="10" cy="6"/>
              </a:xfrm>
              <a:custGeom>
                <a:avLst/>
                <a:gdLst>
                  <a:gd name="T0" fmla="*/ 7 w 24"/>
                  <a:gd name="T1" fmla="*/ 14 h 15"/>
                  <a:gd name="T2" fmla="*/ 6 w 24"/>
                  <a:gd name="T3" fmla="*/ 14 h 15"/>
                  <a:gd name="T4" fmla="*/ 2 w 24"/>
                  <a:gd name="T5" fmla="*/ 15 h 15"/>
                  <a:gd name="T6" fmla="*/ 0 w 24"/>
                  <a:gd name="T7" fmla="*/ 10 h 15"/>
                  <a:gd name="T8" fmla="*/ 3 w 24"/>
                  <a:gd name="T9" fmla="*/ 5 h 15"/>
                  <a:gd name="T10" fmla="*/ 7 w 24"/>
                  <a:gd name="T11" fmla="*/ 5 h 15"/>
                  <a:gd name="T12" fmla="*/ 12 w 24"/>
                  <a:gd name="T13" fmla="*/ 5 h 15"/>
                  <a:gd name="T14" fmla="*/ 14 w 24"/>
                  <a:gd name="T15" fmla="*/ 4 h 15"/>
                  <a:gd name="T16" fmla="*/ 16 w 24"/>
                  <a:gd name="T17" fmla="*/ 2 h 15"/>
                  <a:gd name="T18" fmla="*/ 20 w 24"/>
                  <a:gd name="T19" fmla="*/ 0 h 15"/>
                  <a:gd name="T20" fmla="*/ 24 w 24"/>
                  <a:gd name="T21" fmla="*/ 1 h 15"/>
                  <a:gd name="T22" fmla="*/ 23 w 24"/>
                  <a:gd name="T23" fmla="*/ 4 h 15"/>
                  <a:gd name="T24" fmla="*/ 21 w 24"/>
                  <a:gd name="T25" fmla="*/ 6 h 15"/>
                  <a:gd name="T26" fmla="*/ 20 w 24"/>
                  <a:gd name="T27" fmla="*/ 8 h 15"/>
                  <a:gd name="T28" fmla="*/ 19 w 24"/>
                  <a:gd name="T29" fmla="*/ 12 h 15"/>
                  <a:gd name="T30" fmla="*/ 13 w 24"/>
                  <a:gd name="T31" fmla="*/ 14 h 15"/>
                  <a:gd name="T32" fmla="*/ 7 w 24"/>
                  <a:gd name="T3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7" y="14"/>
                    </a:move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4" y="15"/>
                      <a:pt x="2" y="15"/>
                    </a:cubicBezTo>
                    <a:cubicBezTo>
                      <a:pt x="0" y="14"/>
                      <a:pt x="0" y="12"/>
                      <a:pt x="0" y="10"/>
                    </a:cubicBezTo>
                    <a:cubicBezTo>
                      <a:pt x="1" y="8"/>
                      <a:pt x="1" y="6"/>
                      <a:pt x="3" y="5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9" y="5"/>
                      <a:pt x="10" y="5"/>
                      <a:pt x="12" y="5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3"/>
                      <a:pt x="16" y="2"/>
                    </a:cubicBezTo>
                    <a:cubicBezTo>
                      <a:pt x="17" y="1"/>
                      <a:pt x="19" y="1"/>
                      <a:pt x="20" y="0"/>
                    </a:cubicBezTo>
                    <a:cubicBezTo>
                      <a:pt x="22" y="0"/>
                      <a:pt x="24" y="0"/>
                      <a:pt x="24" y="1"/>
                    </a:cubicBezTo>
                    <a:cubicBezTo>
                      <a:pt x="24" y="2"/>
                      <a:pt x="24" y="3"/>
                      <a:pt x="23" y="4"/>
                    </a:cubicBezTo>
                    <a:cubicBezTo>
                      <a:pt x="23" y="5"/>
                      <a:pt x="22" y="5"/>
                      <a:pt x="21" y="6"/>
                    </a:cubicBezTo>
                    <a:cubicBezTo>
                      <a:pt x="21" y="6"/>
                      <a:pt x="20" y="7"/>
                      <a:pt x="20" y="8"/>
                    </a:cubicBezTo>
                    <a:cubicBezTo>
                      <a:pt x="20" y="9"/>
                      <a:pt x="20" y="10"/>
                      <a:pt x="19" y="12"/>
                    </a:cubicBezTo>
                    <a:cubicBezTo>
                      <a:pt x="18" y="14"/>
                      <a:pt x="15" y="14"/>
                      <a:pt x="13" y="14"/>
                    </a:cubicBezTo>
                    <a:cubicBezTo>
                      <a:pt x="11" y="14"/>
                      <a:pt x="9" y="14"/>
                      <a:pt x="7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1" name="Freeform 3186">
                <a:extLst>
                  <a:ext uri="{FF2B5EF4-FFF2-40B4-BE49-F238E27FC236}">
                    <a16:creationId xmlns:a16="http://schemas.microsoft.com/office/drawing/2014/main" id="{CF1ECCC0-A5B2-F64C-93CC-85E7A5657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632"/>
                <a:ext cx="5" cy="3"/>
              </a:xfrm>
              <a:custGeom>
                <a:avLst/>
                <a:gdLst>
                  <a:gd name="T0" fmla="*/ 0 w 11"/>
                  <a:gd name="T1" fmla="*/ 3 h 6"/>
                  <a:gd name="T2" fmla="*/ 1 w 11"/>
                  <a:gd name="T3" fmla="*/ 0 h 6"/>
                  <a:gd name="T4" fmla="*/ 4 w 11"/>
                  <a:gd name="T5" fmla="*/ 1 h 6"/>
                  <a:gd name="T6" fmla="*/ 8 w 11"/>
                  <a:gd name="T7" fmla="*/ 1 h 6"/>
                  <a:gd name="T8" fmla="*/ 10 w 11"/>
                  <a:gd name="T9" fmla="*/ 2 h 6"/>
                  <a:gd name="T10" fmla="*/ 9 w 11"/>
                  <a:gd name="T11" fmla="*/ 6 h 6"/>
                  <a:gd name="T12" fmla="*/ 3 w 11"/>
                  <a:gd name="T13" fmla="*/ 6 h 6"/>
                  <a:gd name="T14" fmla="*/ 0 w 11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1"/>
                      <a:pt x="6" y="1"/>
                      <a:pt x="8" y="1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3"/>
                      <a:pt x="11" y="5"/>
                      <a:pt x="9" y="6"/>
                    </a:cubicBezTo>
                    <a:cubicBezTo>
                      <a:pt x="7" y="6"/>
                      <a:pt x="5" y="6"/>
                      <a:pt x="3" y="6"/>
                    </a:cubicBezTo>
                    <a:cubicBezTo>
                      <a:pt x="2" y="6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2" name="Freeform 3187">
                <a:extLst>
                  <a:ext uri="{FF2B5EF4-FFF2-40B4-BE49-F238E27FC236}">
                    <a16:creationId xmlns:a16="http://schemas.microsoft.com/office/drawing/2014/main" id="{6ED581A6-B5C1-7546-8B47-68FB5639E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476"/>
                <a:ext cx="4" cy="6"/>
              </a:xfrm>
              <a:custGeom>
                <a:avLst/>
                <a:gdLst>
                  <a:gd name="T0" fmla="*/ 7 w 8"/>
                  <a:gd name="T1" fmla="*/ 12 h 15"/>
                  <a:gd name="T2" fmla="*/ 3 w 8"/>
                  <a:gd name="T3" fmla="*/ 15 h 15"/>
                  <a:gd name="T4" fmla="*/ 1 w 8"/>
                  <a:gd name="T5" fmla="*/ 9 h 15"/>
                  <a:gd name="T6" fmla="*/ 3 w 8"/>
                  <a:gd name="T7" fmla="*/ 3 h 15"/>
                  <a:gd name="T8" fmla="*/ 7 w 8"/>
                  <a:gd name="T9" fmla="*/ 1 h 15"/>
                  <a:gd name="T10" fmla="*/ 8 w 8"/>
                  <a:gd name="T11" fmla="*/ 6 h 15"/>
                  <a:gd name="T12" fmla="*/ 8 w 8"/>
                  <a:gd name="T13" fmla="*/ 8 h 15"/>
                  <a:gd name="T14" fmla="*/ 8 w 8"/>
                  <a:gd name="T15" fmla="*/ 9 h 15"/>
                  <a:gd name="T16" fmla="*/ 7 w 8"/>
                  <a:gd name="T1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7" y="12"/>
                    </a:moveTo>
                    <a:cubicBezTo>
                      <a:pt x="6" y="13"/>
                      <a:pt x="5" y="14"/>
                      <a:pt x="3" y="15"/>
                    </a:cubicBezTo>
                    <a:cubicBezTo>
                      <a:pt x="0" y="15"/>
                      <a:pt x="1" y="11"/>
                      <a:pt x="1" y="9"/>
                    </a:cubicBezTo>
                    <a:cubicBezTo>
                      <a:pt x="1" y="7"/>
                      <a:pt x="2" y="5"/>
                      <a:pt x="3" y="3"/>
                    </a:cubicBezTo>
                    <a:cubicBezTo>
                      <a:pt x="3" y="2"/>
                      <a:pt x="5" y="0"/>
                      <a:pt x="7" y="1"/>
                    </a:cubicBezTo>
                    <a:cubicBezTo>
                      <a:pt x="7" y="2"/>
                      <a:pt x="7" y="5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9"/>
                      <a:pt x="8" y="9"/>
                    </a:cubicBezTo>
                    <a:cubicBezTo>
                      <a:pt x="8" y="10"/>
                      <a:pt x="7" y="11"/>
                      <a:pt x="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3" name="Freeform 3188">
                <a:extLst>
                  <a:ext uri="{FF2B5EF4-FFF2-40B4-BE49-F238E27FC236}">
                    <a16:creationId xmlns:a16="http://schemas.microsoft.com/office/drawing/2014/main" id="{6BD73D6D-CD73-694C-BDF9-C631556BD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476"/>
                <a:ext cx="30" cy="19"/>
              </a:xfrm>
              <a:custGeom>
                <a:avLst/>
                <a:gdLst>
                  <a:gd name="T0" fmla="*/ 24 w 74"/>
                  <a:gd name="T1" fmla="*/ 30 h 46"/>
                  <a:gd name="T2" fmla="*/ 19 w 74"/>
                  <a:gd name="T3" fmla="*/ 23 h 46"/>
                  <a:gd name="T4" fmla="*/ 13 w 74"/>
                  <a:gd name="T5" fmla="*/ 18 h 46"/>
                  <a:gd name="T6" fmla="*/ 5 w 74"/>
                  <a:gd name="T7" fmla="*/ 15 h 46"/>
                  <a:gd name="T8" fmla="*/ 1 w 74"/>
                  <a:gd name="T9" fmla="*/ 10 h 46"/>
                  <a:gd name="T10" fmla="*/ 10 w 74"/>
                  <a:gd name="T11" fmla="*/ 6 h 46"/>
                  <a:gd name="T12" fmla="*/ 20 w 74"/>
                  <a:gd name="T13" fmla="*/ 5 h 46"/>
                  <a:gd name="T14" fmla="*/ 31 w 74"/>
                  <a:gd name="T15" fmla="*/ 5 h 46"/>
                  <a:gd name="T16" fmla="*/ 38 w 74"/>
                  <a:gd name="T17" fmla="*/ 1 h 46"/>
                  <a:gd name="T18" fmla="*/ 43 w 74"/>
                  <a:gd name="T19" fmla="*/ 6 h 46"/>
                  <a:gd name="T20" fmla="*/ 48 w 74"/>
                  <a:gd name="T21" fmla="*/ 3 h 46"/>
                  <a:gd name="T22" fmla="*/ 52 w 74"/>
                  <a:gd name="T23" fmla="*/ 2 h 46"/>
                  <a:gd name="T24" fmla="*/ 55 w 74"/>
                  <a:gd name="T25" fmla="*/ 6 h 46"/>
                  <a:gd name="T26" fmla="*/ 62 w 74"/>
                  <a:gd name="T27" fmla="*/ 12 h 46"/>
                  <a:gd name="T28" fmla="*/ 73 w 74"/>
                  <a:gd name="T29" fmla="*/ 24 h 46"/>
                  <a:gd name="T30" fmla="*/ 69 w 74"/>
                  <a:gd name="T31" fmla="*/ 28 h 46"/>
                  <a:gd name="T32" fmla="*/ 60 w 74"/>
                  <a:gd name="T33" fmla="*/ 30 h 46"/>
                  <a:gd name="T34" fmla="*/ 55 w 74"/>
                  <a:gd name="T35" fmla="*/ 40 h 46"/>
                  <a:gd name="T36" fmla="*/ 41 w 74"/>
                  <a:gd name="T37" fmla="*/ 44 h 46"/>
                  <a:gd name="T38" fmla="*/ 35 w 74"/>
                  <a:gd name="T39" fmla="*/ 42 h 46"/>
                  <a:gd name="T40" fmla="*/ 28 w 74"/>
                  <a:gd name="T41" fmla="*/ 38 h 46"/>
                  <a:gd name="T42" fmla="*/ 24 w 74"/>
                  <a:gd name="T43" fmla="*/ 3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4" h="46">
                    <a:moveTo>
                      <a:pt x="24" y="30"/>
                    </a:moveTo>
                    <a:cubicBezTo>
                      <a:pt x="22" y="28"/>
                      <a:pt x="21" y="25"/>
                      <a:pt x="19" y="23"/>
                    </a:cubicBezTo>
                    <a:cubicBezTo>
                      <a:pt x="17" y="21"/>
                      <a:pt x="15" y="20"/>
                      <a:pt x="13" y="18"/>
                    </a:cubicBezTo>
                    <a:cubicBezTo>
                      <a:pt x="10" y="16"/>
                      <a:pt x="8" y="15"/>
                      <a:pt x="5" y="15"/>
                    </a:cubicBezTo>
                    <a:cubicBezTo>
                      <a:pt x="2" y="14"/>
                      <a:pt x="0" y="13"/>
                      <a:pt x="1" y="10"/>
                    </a:cubicBezTo>
                    <a:cubicBezTo>
                      <a:pt x="2" y="7"/>
                      <a:pt x="7" y="6"/>
                      <a:pt x="10" y="6"/>
                    </a:cubicBezTo>
                    <a:cubicBezTo>
                      <a:pt x="13" y="5"/>
                      <a:pt x="17" y="5"/>
                      <a:pt x="20" y="5"/>
                    </a:cubicBezTo>
                    <a:cubicBezTo>
                      <a:pt x="24" y="5"/>
                      <a:pt x="28" y="7"/>
                      <a:pt x="31" y="5"/>
                    </a:cubicBezTo>
                    <a:cubicBezTo>
                      <a:pt x="34" y="5"/>
                      <a:pt x="35" y="1"/>
                      <a:pt x="38" y="1"/>
                    </a:cubicBezTo>
                    <a:cubicBezTo>
                      <a:pt x="41" y="0"/>
                      <a:pt x="42" y="4"/>
                      <a:pt x="43" y="6"/>
                    </a:cubicBezTo>
                    <a:cubicBezTo>
                      <a:pt x="44" y="9"/>
                      <a:pt x="47" y="4"/>
                      <a:pt x="48" y="3"/>
                    </a:cubicBezTo>
                    <a:cubicBezTo>
                      <a:pt x="50" y="2"/>
                      <a:pt x="51" y="1"/>
                      <a:pt x="52" y="2"/>
                    </a:cubicBezTo>
                    <a:cubicBezTo>
                      <a:pt x="54" y="2"/>
                      <a:pt x="55" y="5"/>
                      <a:pt x="55" y="6"/>
                    </a:cubicBezTo>
                    <a:cubicBezTo>
                      <a:pt x="57" y="9"/>
                      <a:pt x="58" y="12"/>
                      <a:pt x="62" y="12"/>
                    </a:cubicBezTo>
                    <a:cubicBezTo>
                      <a:pt x="68" y="12"/>
                      <a:pt x="73" y="17"/>
                      <a:pt x="73" y="24"/>
                    </a:cubicBezTo>
                    <a:cubicBezTo>
                      <a:pt x="74" y="27"/>
                      <a:pt x="72" y="28"/>
                      <a:pt x="69" y="28"/>
                    </a:cubicBezTo>
                    <a:cubicBezTo>
                      <a:pt x="66" y="28"/>
                      <a:pt x="62" y="27"/>
                      <a:pt x="60" y="30"/>
                    </a:cubicBezTo>
                    <a:cubicBezTo>
                      <a:pt x="58" y="33"/>
                      <a:pt x="57" y="37"/>
                      <a:pt x="55" y="40"/>
                    </a:cubicBezTo>
                    <a:cubicBezTo>
                      <a:pt x="52" y="44"/>
                      <a:pt x="46" y="46"/>
                      <a:pt x="41" y="44"/>
                    </a:cubicBezTo>
                    <a:cubicBezTo>
                      <a:pt x="39" y="44"/>
                      <a:pt x="37" y="43"/>
                      <a:pt x="35" y="42"/>
                    </a:cubicBezTo>
                    <a:cubicBezTo>
                      <a:pt x="32" y="41"/>
                      <a:pt x="30" y="40"/>
                      <a:pt x="28" y="38"/>
                    </a:cubicBezTo>
                    <a:cubicBezTo>
                      <a:pt x="26" y="36"/>
                      <a:pt x="25" y="33"/>
                      <a:pt x="24" y="3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4" name="Freeform 3189">
                <a:extLst>
                  <a:ext uri="{FF2B5EF4-FFF2-40B4-BE49-F238E27FC236}">
                    <a16:creationId xmlns:a16="http://schemas.microsoft.com/office/drawing/2014/main" id="{01FB0172-BDDD-994B-9407-B1E1A1427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437"/>
                <a:ext cx="11" cy="10"/>
              </a:xfrm>
              <a:custGeom>
                <a:avLst/>
                <a:gdLst>
                  <a:gd name="T0" fmla="*/ 4 w 29"/>
                  <a:gd name="T1" fmla="*/ 16 h 26"/>
                  <a:gd name="T2" fmla="*/ 1 w 29"/>
                  <a:gd name="T3" fmla="*/ 10 h 26"/>
                  <a:gd name="T4" fmla="*/ 2 w 29"/>
                  <a:gd name="T5" fmla="*/ 3 h 26"/>
                  <a:gd name="T6" fmla="*/ 6 w 29"/>
                  <a:gd name="T7" fmla="*/ 1 h 26"/>
                  <a:gd name="T8" fmla="*/ 13 w 29"/>
                  <a:gd name="T9" fmla="*/ 5 h 26"/>
                  <a:gd name="T10" fmla="*/ 20 w 29"/>
                  <a:gd name="T11" fmla="*/ 9 h 26"/>
                  <a:gd name="T12" fmla="*/ 28 w 29"/>
                  <a:gd name="T13" fmla="*/ 14 h 26"/>
                  <a:gd name="T14" fmla="*/ 27 w 29"/>
                  <a:gd name="T15" fmla="*/ 21 h 26"/>
                  <a:gd name="T16" fmla="*/ 22 w 29"/>
                  <a:gd name="T17" fmla="*/ 26 h 26"/>
                  <a:gd name="T18" fmla="*/ 12 w 29"/>
                  <a:gd name="T19" fmla="*/ 23 h 26"/>
                  <a:gd name="T20" fmla="*/ 4 w 29"/>
                  <a:gd name="T21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26">
                    <a:moveTo>
                      <a:pt x="4" y="16"/>
                    </a:moveTo>
                    <a:cubicBezTo>
                      <a:pt x="3" y="14"/>
                      <a:pt x="1" y="12"/>
                      <a:pt x="1" y="10"/>
                    </a:cubicBezTo>
                    <a:cubicBezTo>
                      <a:pt x="0" y="8"/>
                      <a:pt x="1" y="5"/>
                      <a:pt x="2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9" y="1"/>
                      <a:pt x="11" y="4"/>
                      <a:pt x="13" y="5"/>
                    </a:cubicBezTo>
                    <a:cubicBezTo>
                      <a:pt x="15" y="7"/>
                      <a:pt x="18" y="8"/>
                      <a:pt x="20" y="9"/>
                    </a:cubicBezTo>
                    <a:cubicBezTo>
                      <a:pt x="23" y="10"/>
                      <a:pt x="26" y="11"/>
                      <a:pt x="28" y="14"/>
                    </a:cubicBezTo>
                    <a:cubicBezTo>
                      <a:pt x="29" y="16"/>
                      <a:pt x="27" y="19"/>
                      <a:pt x="27" y="21"/>
                    </a:cubicBezTo>
                    <a:cubicBezTo>
                      <a:pt x="26" y="23"/>
                      <a:pt x="25" y="26"/>
                      <a:pt x="22" y="26"/>
                    </a:cubicBezTo>
                    <a:cubicBezTo>
                      <a:pt x="18" y="25"/>
                      <a:pt x="15" y="24"/>
                      <a:pt x="12" y="23"/>
                    </a:cubicBezTo>
                    <a:cubicBezTo>
                      <a:pt x="10" y="21"/>
                      <a:pt x="5" y="19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5" name="Freeform 3191">
                <a:extLst>
                  <a:ext uri="{FF2B5EF4-FFF2-40B4-BE49-F238E27FC236}">
                    <a16:creationId xmlns:a16="http://schemas.microsoft.com/office/drawing/2014/main" id="{CADFAD20-2CC1-AD4F-A946-7AF376846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745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6" name="Freeform 3192">
                <a:extLst>
                  <a:ext uri="{FF2B5EF4-FFF2-40B4-BE49-F238E27FC236}">
                    <a16:creationId xmlns:a16="http://schemas.microsoft.com/office/drawing/2014/main" id="{5975550D-7088-CA4E-BAC2-693E048EB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482"/>
                <a:ext cx="5" cy="6"/>
              </a:xfrm>
              <a:custGeom>
                <a:avLst/>
                <a:gdLst>
                  <a:gd name="T0" fmla="*/ 5 w 14"/>
                  <a:gd name="T1" fmla="*/ 11 h 13"/>
                  <a:gd name="T2" fmla="*/ 7 w 14"/>
                  <a:gd name="T3" fmla="*/ 9 h 13"/>
                  <a:gd name="T4" fmla="*/ 9 w 14"/>
                  <a:gd name="T5" fmla="*/ 9 h 13"/>
                  <a:gd name="T6" fmla="*/ 11 w 14"/>
                  <a:gd name="T7" fmla="*/ 7 h 13"/>
                  <a:gd name="T8" fmla="*/ 11 w 14"/>
                  <a:gd name="T9" fmla="*/ 7 h 13"/>
                  <a:gd name="T10" fmla="*/ 13 w 14"/>
                  <a:gd name="T11" fmla="*/ 3 h 13"/>
                  <a:gd name="T12" fmla="*/ 14 w 14"/>
                  <a:gd name="T13" fmla="*/ 1 h 13"/>
                  <a:gd name="T14" fmla="*/ 12 w 14"/>
                  <a:gd name="T15" fmla="*/ 0 h 13"/>
                  <a:gd name="T16" fmla="*/ 9 w 14"/>
                  <a:gd name="T17" fmla="*/ 1 h 13"/>
                  <a:gd name="T18" fmla="*/ 7 w 14"/>
                  <a:gd name="T19" fmla="*/ 4 h 13"/>
                  <a:gd name="T20" fmla="*/ 7 w 14"/>
                  <a:gd name="T21" fmla="*/ 4 h 13"/>
                  <a:gd name="T22" fmla="*/ 5 w 14"/>
                  <a:gd name="T23" fmla="*/ 5 h 13"/>
                  <a:gd name="T24" fmla="*/ 3 w 14"/>
                  <a:gd name="T25" fmla="*/ 7 h 13"/>
                  <a:gd name="T26" fmla="*/ 2 w 14"/>
                  <a:gd name="T27" fmla="*/ 9 h 13"/>
                  <a:gd name="T28" fmla="*/ 1 w 14"/>
                  <a:gd name="T29" fmla="*/ 10 h 13"/>
                  <a:gd name="T30" fmla="*/ 1 w 14"/>
                  <a:gd name="T31" fmla="*/ 13 h 13"/>
                  <a:gd name="T32" fmla="*/ 2 w 14"/>
                  <a:gd name="T33" fmla="*/ 13 h 13"/>
                  <a:gd name="T34" fmla="*/ 3 w 14"/>
                  <a:gd name="T35" fmla="*/ 13 h 13"/>
                  <a:gd name="T36" fmla="*/ 5 w 14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3">
                    <a:moveTo>
                      <a:pt x="5" y="11"/>
                    </a:moveTo>
                    <a:cubicBezTo>
                      <a:pt x="5" y="10"/>
                      <a:pt x="6" y="10"/>
                      <a:pt x="7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10" y="8"/>
                      <a:pt x="10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3" y="3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  <a:cubicBezTo>
                      <a:pt x="9" y="2"/>
                      <a:pt x="8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5" y="5"/>
                      <a:pt x="5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3" y="7"/>
                      <a:pt x="3" y="8"/>
                      <a:pt x="2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11"/>
                      <a:pt x="0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1"/>
                      <a:pt x="5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7" name="Freeform 3193">
                <a:extLst>
                  <a:ext uri="{FF2B5EF4-FFF2-40B4-BE49-F238E27FC236}">
                    <a16:creationId xmlns:a16="http://schemas.microsoft.com/office/drawing/2014/main" id="{0DDDA6FF-BF7D-CD4A-845A-1F69D9095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89"/>
                <a:ext cx="5" cy="4"/>
              </a:xfrm>
              <a:custGeom>
                <a:avLst/>
                <a:gdLst>
                  <a:gd name="T0" fmla="*/ 7 w 13"/>
                  <a:gd name="T1" fmla="*/ 7 h 10"/>
                  <a:gd name="T2" fmla="*/ 4 w 13"/>
                  <a:gd name="T3" fmla="*/ 8 h 10"/>
                  <a:gd name="T4" fmla="*/ 3 w 13"/>
                  <a:gd name="T5" fmla="*/ 9 h 10"/>
                  <a:gd name="T6" fmla="*/ 3 w 13"/>
                  <a:gd name="T7" fmla="*/ 10 h 10"/>
                  <a:gd name="T8" fmla="*/ 1 w 13"/>
                  <a:gd name="T9" fmla="*/ 9 h 10"/>
                  <a:gd name="T10" fmla="*/ 1 w 13"/>
                  <a:gd name="T11" fmla="*/ 7 h 10"/>
                  <a:gd name="T12" fmla="*/ 1 w 13"/>
                  <a:gd name="T13" fmla="*/ 7 h 10"/>
                  <a:gd name="T14" fmla="*/ 2 w 13"/>
                  <a:gd name="T15" fmla="*/ 6 h 10"/>
                  <a:gd name="T16" fmla="*/ 2 w 13"/>
                  <a:gd name="T17" fmla="*/ 6 h 10"/>
                  <a:gd name="T18" fmla="*/ 3 w 13"/>
                  <a:gd name="T19" fmla="*/ 5 h 10"/>
                  <a:gd name="T20" fmla="*/ 5 w 13"/>
                  <a:gd name="T21" fmla="*/ 4 h 10"/>
                  <a:gd name="T22" fmla="*/ 6 w 13"/>
                  <a:gd name="T23" fmla="*/ 3 h 10"/>
                  <a:gd name="T24" fmla="*/ 9 w 13"/>
                  <a:gd name="T25" fmla="*/ 1 h 10"/>
                  <a:gd name="T26" fmla="*/ 11 w 13"/>
                  <a:gd name="T27" fmla="*/ 0 h 10"/>
                  <a:gd name="T28" fmla="*/ 12 w 13"/>
                  <a:gd name="T29" fmla="*/ 0 h 10"/>
                  <a:gd name="T30" fmla="*/ 13 w 13"/>
                  <a:gd name="T31" fmla="*/ 1 h 10"/>
                  <a:gd name="T32" fmla="*/ 13 w 13"/>
                  <a:gd name="T33" fmla="*/ 3 h 10"/>
                  <a:gd name="T34" fmla="*/ 11 w 13"/>
                  <a:gd name="T35" fmla="*/ 4 h 10"/>
                  <a:gd name="T36" fmla="*/ 11 w 13"/>
                  <a:gd name="T37" fmla="*/ 4 h 10"/>
                  <a:gd name="T38" fmla="*/ 10 w 13"/>
                  <a:gd name="T39" fmla="*/ 4 h 10"/>
                  <a:gd name="T40" fmla="*/ 10 w 13"/>
                  <a:gd name="T41" fmla="*/ 5 h 10"/>
                  <a:gd name="T42" fmla="*/ 9 w 13"/>
                  <a:gd name="T43" fmla="*/ 6 h 10"/>
                  <a:gd name="T44" fmla="*/ 8 w 13"/>
                  <a:gd name="T45" fmla="*/ 6 h 10"/>
                  <a:gd name="T46" fmla="*/ 7 w 13"/>
                  <a:gd name="T4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10">
                    <a:moveTo>
                      <a:pt x="7" y="7"/>
                    </a:moveTo>
                    <a:cubicBezTo>
                      <a:pt x="6" y="7"/>
                      <a:pt x="5" y="7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3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6"/>
                      <a:pt x="7" y="7"/>
                      <a:pt x="7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8" name="Freeform 3194">
                <a:extLst>
                  <a:ext uri="{FF2B5EF4-FFF2-40B4-BE49-F238E27FC236}">
                    <a16:creationId xmlns:a16="http://schemas.microsoft.com/office/drawing/2014/main" id="{90777AE6-0011-B34F-9CE8-E0936399C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78"/>
                <a:ext cx="5" cy="8"/>
              </a:xfrm>
              <a:custGeom>
                <a:avLst/>
                <a:gdLst>
                  <a:gd name="T0" fmla="*/ 11 w 13"/>
                  <a:gd name="T1" fmla="*/ 9 h 18"/>
                  <a:gd name="T2" fmla="*/ 11 w 13"/>
                  <a:gd name="T3" fmla="*/ 9 h 18"/>
                  <a:gd name="T4" fmla="*/ 11 w 13"/>
                  <a:gd name="T5" fmla="*/ 8 h 18"/>
                  <a:gd name="T6" fmla="*/ 11 w 13"/>
                  <a:gd name="T7" fmla="*/ 1 h 18"/>
                  <a:gd name="T8" fmla="*/ 7 w 13"/>
                  <a:gd name="T9" fmla="*/ 1 h 18"/>
                  <a:gd name="T10" fmla="*/ 8 w 13"/>
                  <a:gd name="T11" fmla="*/ 4 h 18"/>
                  <a:gd name="T12" fmla="*/ 6 w 13"/>
                  <a:gd name="T13" fmla="*/ 8 h 18"/>
                  <a:gd name="T14" fmla="*/ 3 w 13"/>
                  <a:gd name="T15" fmla="*/ 11 h 18"/>
                  <a:gd name="T16" fmla="*/ 0 w 13"/>
                  <a:gd name="T17" fmla="*/ 16 h 18"/>
                  <a:gd name="T18" fmla="*/ 4 w 13"/>
                  <a:gd name="T19" fmla="*/ 17 h 18"/>
                  <a:gd name="T20" fmla="*/ 6 w 13"/>
                  <a:gd name="T21" fmla="*/ 15 h 18"/>
                  <a:gd name="T22" fmla="*/ 7 w 13"/>
                  <a:gd name="T23" fmla="*/ 12 h 18"/>
                  <a:gd name="T24" fmla="*/ 11 w 13"/>
                  <a:gd name="T2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8"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2" y="6"/>
                      <a:pt x="13" y="3"/>
                      <a:pt x="11" y="1"/>
                    </a:cubicBezTo>
                    <a:cubicBezTo>
                      <a:pt x="10" y="0"/>
                      <a:pt x="8" y="0"/>
                      <a:pt x="7" y="1"/>
                    </a:cubicBezTo>
                    <a:cubicBezTo>
                      <a:pt x="6" y="2"/>
                      <a:pt x="7" y="3"/>
                      <a:pt x="8" y="4"/>
                    </a:cubicBezTo>
                    <a:cubicBezTo>
                      <a:pt x="9" y="5"/>
                      <a:pt x="7" y="7"/>
                      <a:pt x="6" y="8"/>
                    </a:cubicBezTo>
                    <a:cubicBezTo>
                      <a:pt x="5" y="9"/>
                      <a:pt x="5" y="10"/>
                      <a:pt x="3" y="11"/>
                    </a:cubicBezTo>
                    <a:cubicBezTo>
                      <a:pt x="2" y="12"/>
                      <a:pt x="0" y="14"/>
                      <a:pt x="0" y="16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5" y="16"/>
                      <a:pt x="5" y="16"/>
                      <a:pt x="6" y="15"/>
                    </a:cubicBezTo>
                    <a:cubicBezTo>
                      <a:pt x="6" y="14"/>
                      <a:pt x="7" y="13"/>
                      <a:pt x="7" y="12"/>
                    </a:cubicBezTo>
                    <a:cubicBezTo>
                      <a:pt x="8" y="10"/>
                      <a:pt x="9" y="10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9" name="Freeform 3195">
                <a:extLst>
                  <a:ext uri="{FF2B5EF4-FFF2-40B4-BE49-F238E27FC236}">
                    <a16:creationId xmlns:a16="http://schemas.microsoft.com/office/drawing/2014/main" id="{F649FBCA-09AC-224C-9CEB-B737A08FE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86"/>
                <a:ext cx="2" cy="4"/>
              </a:xfrm>
              <a:custGeom>
                <a:avLst/>
                <a:gdLst>
                  <a:gd name="T0" fmla="*/ 2 w 4"/>
                  <a:gd name="T1" fmla="*/ 9 h 9"/>
                  <a:gd name="T2" fmla="*/ 4 w 4"/>
                  <a:gd name="T3" fmla="*/ 6 h 9"/>
                  <a:gd name="T4" fmla="*/ 3 w 4"/>
                  <a:gd name="T5" fmla="*/ 3 h 9"/>
                  <a:gd name="T6" fmla="*/ 3 w 4"/>
                  <a:gd name="T7" fmla="*/ 1 h 9"/>
                  <a:gd name="T8" fmla="*/ 2 w 4"/>
                  <a:gd name="T9" fmla="*/ 0 h 9"/>
                  <a:gd name="T10" fmla="*/ 1 w 4"/>
                  <a:gd name="T11" fmla="*/ 1 h 9"/>
                  <a:gd name="T12" fmla="*/ 0 w 4"/>
                  <a:gd name="T13" fmla="*/ 1 h 9"/>
                  <a:gd name="T14" fmla="*/ 0 w 4"/>
                  <a:gd name="T15" fmla="*/ 2 h 9"/>
                  <a:gd name="T16" fmla="*/ 0 w 4"/>
                  <a:gd name="T17" fmla="*/ 4 h 9"/>
                  <a:gd name="T18" fmla="*/ 0 w 4"/>
                  <a:gd name="T19" fmla="*/ 5 h 9"/>
                  <a:gd name="T20" fmla="*/ 1 w 4"/>
                  <a:gd name="T21" fmla="*/ 7 h 9"/>
                  <a:gd name="T22" fmla="*/ 2 w 4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4" y="9"/>
                      <a:pt x="4" y="7"/>
                      <a:pt x="4" y="6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0" y="6"/>
                      <a:pt x="1" y="7"/>
                    </a:cubicBezTo>
                    <a:cubicBezTo>
                      <a:pt x="1" y="7"/>
                      <a:pt x="2" y="8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0" name="Freeform 3196">
                <a:extLst>
                  <a:ext uri="{FF2B5EF4-FFF2-40B4-BE49-F238E27FC236}">
                    <a16:creationId xmlns:a16="http://schemas.microsoft.com/office/drawing/2014/main" id="{1D23A00E-5FDB-8E4A-8927-ADAC1EF6A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78"/>
                <a:ext cx="6" cy="7"/>
              </a:xfrm>
              <a:custGeom>
                <a:avLst/>
                <a:gdLst>
                  <a:gd name="T0" fmla="*/ 10 w 13"/>
                  <a:gd name="T1" fmla="*/ 9 h 17"/>
                  <a:gd name="T2" fmla="*/ 7 w 13"/>
                  <a:gd name="T3" fmla="*/ 6 h 17"/>
                  <a:gd name="T4" fmla="*/ 3 w 13"/>
                  <a:gd name="T5" fmla="*/ 5 h 17"/>
                  <a:gd name="T6" fmla="*/ 0 w 13"/>
                  <a:gd name="T7" fmla="*/ 5 h 17"/>
                  <a:gd name="T8" fmla="*/ 1 w 13"/>
                  <a:gd name="T9" fmla="*/ 2 h 17"/>
                  <a:gd name="T10" fmla="*/ 4 w 13"/>
                  <a:gd name="T11" fmla="*/ 0 h 17"/>
                  <a:gd name="T12" fmla="*/ 7 w 13"/>
                  <a:gd name="T13" fmla="*/ 0 h 17"/>
                  <a:gd name="T14" fmla="*/ 9 w 13"/>
                  <a:gd name="T15" fmla="*/ 0 h 17"/>
                  <a:gd name="T16" fmla="*/ 12 w 13"/>
                  <a:gd name="T17" fmla="*/ 2 h 17"/>
                  <a:gd name="T18" fmla="*/ 12 w 13"/>
                  <a:gd name="T19" fmla="*/ 6 h 17"/>
                  <a:gd name="T20" fmla="*/ 13 w 13"/>
                  <a:gd name="T21" fmla="*/ 8 h 17"/>
                  <a:gd name="T22" fmla="*/ 13 w 13"/>
                  <a:gd name="T23" fmla="*/ 11 h 17"/>
                  <a:gd name="T24" fmla="*/ 13 w 13"/>
                  <a:gd name="T25" fmla="*/ 15 h 17"/>
                  <a:gd name="T26" fmla="*/ 12 w 13"/>
                  <a:gd name="T27" fmla="*/ 17 h 17"/>
                  <a:gd name="T28" fmla="*/ 11 w 13"/>
                  <a:gd name="T29" fmla="*/ 16 h 17"/>
                  <a:gd name="T30" fmla="*/ 10 w 13"/>
                  <a:gd name="T31" fmla="*/ 13 h 17"/>
                  <a:gd name="T32" fmla="*/ 10 w 13"/>
                  <a:gd name="T3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7">
                    <a:moveTo>
                      <a:pt x="10" y="9"/>
                    </a:moveTo>
                    <a:cubicBezTo>
                      <a:pt x="9" y="7"/>
                      <a:pt x="8" y="7"/>
                      <a:pt x="7" y="6"/>
                    </a:cubicBezTo>
                    <a:cubicBezTo>
                      <a:pt x="6" y="6"/>
                      <a:pt x="4" y="5"/>
                      <a:pt x="3" y="5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2" y="1"/>
                      <a:pt x="12" y="2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12"/>
                      <a:pt x="13" y="13"/>
                      <a:pt x="13" y="15"/>
                    </a:cubicBezTo>
                    <a:cubicBezTo>
                      <a:pt x="13" y="15"/>
                      <a:pt x="13" y="17"/>
                      <a:pt x="12" y="17"/>
                    </a:cubicBezTo>
                    <a:cubicBezTo>
                      <a:pt x="12" y="17"/>
                      <a:pt x="11" y="16"/>
                      <a:pt x="11" y="16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11"/>
                      <a:pt x="10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1" name="Freeform 3197">
                <a:extLst>
                  <a:ext uri="{FF2B5EF4-FFF2-40B4-BE49-F238E27FC236}">
                    <a16:creationId xmlns:a16="http://schemas.microsoft.com/office/drawing/2014/main" id="{8ACCECA2-41EB-754A-BC2F-917197BC8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478"/>
                <a:ext cx="7" cy="6"/>
              </a:xfrm>
              <a:custGeom>
                <a:avLst/>
                <a:gdLst>
                  <a:gd name="T0" fmla="*/ 6 w 17"/>
                  <a:gd name="T1" fmla="*/ 13 h 16"/>
                  <a:gd name="T2" fmla="*/ 3 w 17"/>
                  <a:gd name="T3" fmla="*/ 13 h 16"/>
                  <a:gd name="T4" fmla="*/ 1 w 17"/>
                  <a:gd name="T5" fmla="*/ 13 h 16"/>
                  <a:gd name="T6" fmla="*/ 0 w 17"/>
                  <a:gd name="T7" fmla="*/ 11 h 16"/>
                  <a:gd name="T8" fmla="*/ 2 w 17"/>
                  <a:gd name="T9" fmla="*/ 9 h 16"/>
                  <a:gd name="T10" fmla="*/ 7 w 17"/>
                  <a:gd name="T11" fmla="*/ 6 h 16"/>
                  <a:gd name="T12" fmla="*/ 10 w 17"/>
                  <a:gd name="T13" fmla="*/ 2 h 16"/>
                  <a:gd name="T14" fmla="*/ 10 w 17"/>
                  <a:gd name="T15" fmla="*/ 2 h 16"/>
                  <a:gd name="T16" fmla="*/ 13 w 17"/>
                  <a:gd name="T17" fmla="*/ 0 h 16"/>
                  <a:gd name="T18" fmla="*/ 17 w 17"/>
                  <a:gd name="T19" fmla="*/ 2 h 16"/>
                  <a:gd name="T20" fmla="*/ 14 w 17"/>
                  <a:gd name="T21" fmla="*/ 6 h 16"/>
                  <a:gd name="T22" fmla="*/ 15 w 17"/>
                  <a:gd name="T23" fmla="*/ 11 h 16"/>
                  <a:gd name="T24" fmla="*/ 15 w 17"/>
                  <a:gd name="T25" fmla="*/ 15 h 16"/>
                  <a:gd name="T26" fmla="*/ 14 w 17"/>
                  <a:gd name="T27" fmla="*/ 16 h 16"/>
                  <a:gd name="T28" fmla="*/ 12 w 17"/>
                  <a:gd name="T29" fmla="*/ 14 h 16"/>
                  <a:gd name="T30" fmla="*/ 11 w 17"/>
                  <a:gd name="T31" fmla="*/ 13 h 16"/>
                  <a:gd name="T32" fmla="*/ 6 w 17"/>
                  <a:gd name="T33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6">
                    <a:moveTo>
                      <a:pt x="6" y="13"/>
                    </a:moveTo>
                    <a:cubicBezTo>
                      <a:pt x="5" y="13"/>
                      <a:pt x="4" y="13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2"/>
                      <a:pt x="0" y="12"/>
                      <a:pt x="0" y="11"/>
                    </a:cubicBezTo>
                    <a:cubicBezTo>
                      <a:pt x="0" y="10"/>
                      <a:pt x="1" y="9"/>
                      <a:pt x="2" y="9"/>
                    </a:cubicBezTo>
                    <a:cubicBezTo>
                      <a:pt x="3" y="8"/>
                      <a:pt x="5" y="7"/>
                      <a:pt x="7" y="6"/>
                    </a:cubicBezTo>
                    <a:cubicBezTo>
                      <a:pt x="9" y="5"/>
                      <a:pt x="10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1"/>
                      <a:pt x="12" y="0"/>
                      <a:pt x="13" y="0"/>
                    </a:cubicBezTo>
                    <a:cubicBezTo>
                      <a:pt x="15" y="0"/>
                      <a:pt x="17" y="0"/>
                      <a:pt x="17" y="2"/>
                    </a:cubicBezTo>
                    <a:cubicBezTo>
                      <a:pt x="17" y="4"/>
                      <a:pt x="15" y="5"/>
                      <a:pt x="14" y="6"/>
                    </a:cubicBezTo>
                    <a:cubicBezTo>
                      <a:pt x="14" y="8"/>
                      <a:pt x="14" y="10"/>
                      <a:pt x="15" y="11"/>
                    </a:cubicBezTo>
                    <a:cubicBezTo>
                      <a:pt x="15" y="12"/>
                      <a:pt x="15" y="14"/>
                      <a:pt x="15" y="15"/>
                    </a:cubicBezTo>
                    <a:cubicBezTo>
                      <a:pt x="14" y="15"/>
                      <a:pt x="14" y="16"/>
                      <a:pt x="14" y="16"/>
                    </a:cubicBezTo>
                    <a:cubicBezTo>
                      <a:pt x="13" y="16"/>
                      <a:pt x="13" y="15"/>
                      <a:pt x="12" y="14"/>
                    </a:cubicBezTo>
                    <a:cubicBezTo>
                      <a:pt x="12" y="14"/>
                      <a:pt x="12" y="13"/>
                      <a:pt x="11" y="13"/>
                    </a:cubicBezTo>
                    <a:cubicBezTo>
                      <a:pt x="10" y="12"/>
                      <a:pt x="8" y="13"/>
                      <a:pt x="6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2" name="Freeform 3198">
                <a:extLst>
                  <a:ext uri="{FF2B5EF4-FFF2-40B4-BE49-F238E27FC236}">
                    <a16:creationId xmlns:a16="http://schemas.microsoft.com/office/drawing/2014/main" id="{039402B9-4861-9549-A36C-44CFF2159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33"/>
                <a:ext cx="8" cy="9"/>
              </a:xfrm>
              <a:custGeom>
                <a:avLst/>
                <a:gdLst>
                  <a:gd name="T0" fmla="*/ 6 w 18"/>
                  <a:gd name="T1" fmla="*/ 12 h 21"/>
                  <a:gd name="T2" fmla="*/ 4 w 18"/>
                  <a:gd name="T3" fmla="*/ 8 h 21"/>
                  <a:gd name="T4" fmla="*/ 3 w 18"/>
                  <a:gd name="T5" fmla="*/ 1 h 21"/>
                  <a:gd name="T6" fmla="*/ 9 w 18"/>
                  <a:gd name="T7" fmla="*/ 3 h 21"/>
                  <a:gd name="T8" fmla="*/ 14 w 18"/>
                  <a:gd name="T9" fmla="*/ 7 h 21"/>
                  <a:gd name="T10" fmla="*/ 17 w 18"/>
                  <a:gd name="T11" fmla="*/ 17 h 21"/>
                  <a:gd name="T12" fmla="*/ 7 w 18"/>
                  <a:gd name="T13" fmla="*/ 17 h 21"/>
                  <a:gd name="T14" fmla="*/ 6 w 18"/>
                  <a:gd name="T15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1">
                    <a:moveTo>
                      <a:pt x="6" y="12"/>
                    </a:moveTo>
                    <a:cubicBezTo>
                      <a:pt x="6" y="11"/>
                      <a:pt x="5" y="9"/>
                      <a:pt x="4" y="8"/>
                    </a:cubicBezTo>
                    <a:cubicBezTo>
                      <a:pt x="3" y="6"/>
                      <a:pt x="0" y="1"/>
                      <a:pt x="3" y="1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11" y="4"/>
                      <a:pt x="13" y="5"/>
                      <a:pt x="14" y="7"/>
                    </a:cubicBezTo>
                    <a:cubicBezTo>
                      <a:pt x="17" y="9"/>
                      <a:pt x="18" y="14"/>
                      <a:pt x="17" y="17"/>
                    </a:cubicBezTo>
                    <a:cubicBezTo>
                      <a:pt x="15" y="21"/>
                      <a:pt x="10" y="19"/>
                      <a:pt x="7" y="17"/>
                    </a:cubicBezTo>
                    <a:cubicBezTo>
                      <a:pt x="5" y="16"/>
                      <a:pt x="6" y="15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3" name="Freeform 3199">
                <a:extLst>
                  <a:ext uri="{FF2B5EF4-FFF2-40B4-BE49-F238E27FC236}">
                    <a16:creationId xmlns:a16="http://schemas.microsoft.com/office/drawing/2014/main" id="{5034CDC5-FAB1-8B4A-90AF-EBD2553C2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9"/>
                <a:ext cx="9" cy="6"/>
              </a:xfrm>
              <a:custGeom>
                <a:avLst/>
                <a:gdLst>
                  <a:gd name="T0" fmla="*/ 9 w 23"/>
                  <a:gd name="T1" fmla="*/ 9 h 15"/>
                  <a:gd name="T2" fmla="*/ 5 w 23"/>
                  <a:gd name="T3" fmla="*/ 9 h 15"/>
                  <a:gd name="T4" fmla="*/ 0 w 23"/>
                  <a:gd name="T5" fmla="*/ 9 h 15"/>
                  <a:gd name="T6" fmla="*/ 5 w 23"/>
                  <a:gd name="T7" fmla="*/ 6 h 15"/>
                  <a:gd name="T8" fmla="*/ 10 w 23"/>
                  <a:gd name="T9" fmla="*/ 3 h 15"/>
                  <a:gd name="T10" fmla="*/ 14 w 23"/>
                  <a:gd name="T11" fmla="*/ 1 h 15"/>
                  <a:gd name="T12" fmla="*/ 23 w 23"/>
                  <a:gd name="T13" fmla="*/ 4 h 15"/>
                  <a:gd name="T14" fmla="*/ 22 w 23"/>
                  <a:gd name="T15" fmla="*/ 7 h 15"/>
                  <a:gd name="T16" fmla="*/ 22 w 23"/>
                  <a:gd name="T17" fmla="*/ 11 h 15"/>
                  <a:gd name="T18" fmla="*/ 19 w 23"/>
                  <a:gd name="T19" fmla="*/ 14 h 15"/>
                  <a:gd name="T20" fmla="*/ 15 w 23"/>
                  <a:gd name="T21" fmla="*/ 10 h 15"/>
                  <a:gd name="T22" fmla="*/ 9 w 23"/>
                  <a:gd name="T23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9" y="9"/>
                    </a:moveTo>
                    <a:cubicBezTo>
                      <a:pt x="7" y="10"/>
                      <a:pt x="6" y="10"/>
                      <a:pt x="5" y="9"/>
                    </a:cubicBezTo>
                    <a:cubicBezTo>
                      <a:pt x="3" y="9"/>
                      <a:pt x="1" y="10"/>
                      <a:pt x="0" y="9"/>
                    </a:cubicBezTo>
                    <a:cubicBezTo>
                      <a:pt x="1" y="8"/>
                      <a:pt x="3" y="7"/>
                      <a:pt x="5" y="6"/>
                    </a:cubicBezTo>
                    <a:cubicBezTo>
                      <a:pt x="7" y="6"/>
                      <a:pt x="9" y="5"/>
                      <a:pt x="10" y="3"/>
                    </a:cubicBezTo>
                    <a:cubicBezTo>
                      <a:pt x="11" y="2"/>
                      <a:pt x="12" y="1"/>
                      <a:pt x="14" y="1"/>
                    </a:cubicBezTo>
                    <a:cubicBezTo>
                      <a:pt x="16" y="0"/>
                      <a:pt x="23" y="0"/>
                      <a:pt x="23" y="4"/>
                    </a:cubicBezTo>
                    <a:cubicBezTo>
                      <a:pt x="22" y="5"/>
                      <a:pt x="22" y="6"/>
                      <a:pt x="22" y="7"/>
                    </a:cubicBezTo>
                    <a:cubicBezTo>
                      <a:pt x="22" y="9"/>
                      <a:pt x="22" y="10"/>
                      <a:pt x="22" y="11"/>
                    </a:cubicBezTo>
                    <a:cubicBezTo>
                      <a:pt x="22" y="13"/>
                      <a:pt x="21" y="15"/>
                      <a:pt x="19" y="14"/>
                    </a:cubicBezTo>
                    <a:cubicBezTo>
                      <a:pt x="17" y="13"/>
                      <a:pt x="17" y="11"/>
                      <a:pt x="15" y="10"/>
                    </a:cubicBezTo>
                    <a:cubicBezTo>
                      <a:pt x="13" y="8"/>
                      <a:pt x="11" y="9"/>
                      <a:pt x="9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4" name="Freeform 3200">
                <a:extLst>
                  <a:ext uri="{FF2B5EF4-FFF2-40B4-BE49-F238E27FC236}">
                    <a16:creationId xmlns:a16="http://schemas.microsoft.com/office/drawing/2014/main" id="{30521D7A-20CC-3D45-B85A-9DC6F1187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572"/>
                <a:ext cx="5" cy="3"/>
              </a:xfrm>
              <a:custGeom>
                <a:avLst/>
                <a:gdLst>
                  <a:gd name="T0" fmla="*/ 0 w 14"/>
                  <a:gd name="T1" fmla="*/ 4 h 8"/>
                  <a:gd name="T2" fmla="*/ 6 w 14"/>
                  <a:gd name="T3" fmla="*/ 1 h 8"/>
                  <a:gd name="T4" fmla="*/ 13 w 14"/>
                  <a:gd name="T5" fmla="*/ 2 h 8"/>
                  <a:gd name="T6" fmla="*/ 11 w 14"/>
                  <a:gd name="T7" fmla="*/ 6 h 8"/>
                  <a:gd name="T8" fmla="*/ 5 w 14"/>
                  <a:gd name="T9" fmla="*/ 7 h 8"/>
                  <a:gd name="T10" fmla="*/ 1 w 14"/>
                  <a:gd name="T11" fmla="*/ 6 h 8"/>
                  <a:gd name="T12" fmla="*/ 0 w 14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0" y="4"/>
                    </a:moveTo>
                    <a:cubicBezTo>
                      <a:pt x="0" y="2"/>
                      <a:pt x="4" y="1"/>
                      <a:pt x="6" y="1"/>
                    </a:cubicBezTo>
                    <a:cubicBezTo>
                      <a:pt x="8" y="0"/>
                      <a:pt x="12" y="0"/>
                      <a:pt x="13" y="2"/>
                    </a:cubicBezTo>
                    <a:cubicBezTo>
                      <a:pt x="14" y="4"/>
                      <a:pt x="13" y="6"/>
                      <a:pt x="11" y="6"/>
                    </a:cubicBezTo>
                    <a:cubicBezTo>
                      <a:pt x="9" y="7"/>
                      <a:pt x="7" y="8"/>
                      <a:pt x="5" y="7"/>
                    </a:cubicBezTo>
                    <a:cubicBezTo>
                      <a:pt x="4" y="6"/>
                      <a:pt x="2" y="6"/>
                      <a:pt x="1" y="6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5" name="Freeform 3201">
                <a:extLst>
                  <a:ext uri="{FF2B5EF4-FFF2-40B4-BE49-F238E27FC236}">
                    <a16:creationId xmlns:a16="http://schemas.microsoft.com/office/drawing/2014/main" id="{57F026AC-9C3D-9E49-AAD7-D51448FEF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592"/>
                <a:ext cx="3" cy="4"/>
              </a:xfrm>
              <a:custGeom>
                <a:avLst/>
                <a:gdLst>
                  <a:gd name="T0" fmla="*/ 2 w 8"/>
                  <a:gd name="T1" fmla="*/ 9 h 9"/>
                  <a:gd name="T2" fmla="*/ 0 w 8"/>
                  <a:gd name="T3" fmla="*/ 3 h 9"/>
                  <a:gd name="T4" fmla="*/ 2 w 8"/>
                  <a:gd name="T5" fmla="*/ 1 h 9"/>
                  <a:gd name="T6" fmla="*/ 5 w 8"/>
                  <a:gd name="T7" fmla="*/ 0 h 9"/>
                  <a:gd name="T8" fmla="*/ 8 w 8"/>
                  <a:gd name="T9" fmla="*/ 1 h 9"/>
                  <a:gd name="T10" fmla="*/ 7 w 8"/>
                  <a:gd name="T11" fmla="*/ 5 h 9"/>
                  <a:gd name="T12" fmla="*/ 4 w 8"/>
                  <a:gd name="T13" fmla="*/ 8 h 9"/>
                  <a:gd name="T14" fmla="*/ 2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9"/>
                      <a:pt x="0" y="5"/>
                      <a:pt x="0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6" y="6"/>
                      <a:pt x="5" y="7"/>
                      <a:pt x="4" y="8"/>
                    </a:cubicBezTo>
                    <a:cubicBezTo>
                      <a:pt x="4" y="9"/>
                      <a:pt x="3" y="9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6" name="Freeform 3202">
                <a:extLst>
                  <a:ext uri="{FF2B5EF4-FFF2-40B4-BE49-F238E27FC236}">
                    <a16:creationId xmlns:a16="http://schemas.microsoft.com/office/drawing/2014/main" id="{7AD51F8C-FF90-7F42-BCA6-8A444AA0A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598"/>
                <a:ext cx="4" cy="3"/>
              </a:xfrm>
              <a:custGeom>
                <a:avLst/>
                <a:gdLst>
                  <a:gd name="T0" fmla="*/ 0 w 8"/>
                  <a:gd name="T1" fmla="*/ 3 h 8"/>
                  <a:gd name="T2" fmla="*/ 4 w 8"/>
                  <a:gd name="T3" fmla="*/ 1 h 8"/>
                  <a:gd name="T4" fmla="*/ 8 w 8"/>
                  <a:gd name="T5" fmla="*/ 3 h 8"/>
                  <a:gd name="T6" fmla="*/ 5 w 8"/>
                  <a:gd name="T7" fmla="*/ 7 h 8"/>
                  <a:gd name="T8" fmla="*/ 3 w 8"/>
                  <a:gd name="T9" fmla="*/ 8 h 8"/>
                  <a:gd name="T10" fmla="*/ 1 w 8"/>
                  <a:gd name="T11" fmla="*/ 7 h 8"/>
                  <a:gd name="T12" fmla="*/ 0 w 8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2"/>
                      <a:pt x="8" y="3"/>
                    </a:cubicBezTo>
                    <a:cubicBezTo>
                      <a:pt x="8" y="5"/>
                      <a:pt x="7" y="6"/>
                      <a:pt x="5" y="7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7" name="Freeform 3203">
                <a:extLst>
                  <a:ext uri="{FF2B5EF4-FFF2-40B4-BE49-F238E27FC236}">
                    <a16:creationId xmlns:a16="http://schemas.microsoft.com/office/drawing/2014/main" id="{2349C7A8-A681-C54B-9732-CD8BD56D6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588"/>
                <a:ext cx="15" cy="9"/>
              </a:xfrm>
              <a:custGeom>
                <a:avLst/>
                <a:gdLst>
                  <a:gd name="T0" fmla="*/ 27 w 35"/>
                  <a:gd name="T1" fmla="*/ 12 h 22"/>
                  <a:gd name="T2" fmla="*/ 28 w 35"/>
                  <a:gd name="T3" fmla="*/ 11 h 22"/>
                  <a:gd name="T4" fmla="*/ 31 w 35"/>
                  <a:gd name="T5" fmla="*/ 9 h 22"/>
                  <a:gd name="T6" fmla="*/ 33 w 35"/>
                  <a:gd name="T7" fmla="*/ 8 h 22"/>
                  <a:gd name="T8" fmla="*/ 34 w 35"/>
                  <a:gd name="T9" fmla="*/ 6 h 22"/>
                  <a:gd name="T10" fmla="*/ 35 w 35"/>
                  <a:gd name="T11" fmla="*/ 4 h 22"/>
                  <a:gd name="T12" fmla="*/ 33 w 35"/>
                  <a:gd name="T13" fmla="*/ 1 h 22"/>
                  <a:gd name="T14" fmla="*/ 31 w 35"/>
                  <a:gd name="T15" fmla="*/ 1 h 22"/>
                  <a:gd name="T16" fmla="*/ 29 w 35"/>
                  <a:gd name="T17" fmla="*/ 0 h 22"/>
                  <a:gd name="T18" fmla="*/ 26 w 35"/>
                  <a:gd name="T19" fmla="*/ 3 h 22"/>
                  <a:gd name="T20" fmla="*/ 21 w 35"/>
                  <a:gd name="T21" fmla="*/ 7 h 22"/>
                  <a:gd name="T22" fmla="*/ 18 w 35"/>
                  <a:gd name="T23" fmla="*/ 8 h 22"/>
                  <a:gd name="T24" fmla="*/ 14 w 35"/>
                  <a:gd name="T25" fmla="*/ 7 h 22"/>
                  <a:gd name="T26" fmla="*/ 10 w 35"/>
                  <a:gd name="T27" fmla="*/ 8 h 22"/>
                  <a:gd name="T28" fmla="*/ 3 w 35"/>
                  <a:gd name="T29" fmla="*/ 9 h 22"/>
                  <a:gd name="T30" fmla="*/ 2 w 35"/>
                  <a:gd name="T31" fmla="*/ 11 h 22"/>
                  <a:gd name="T32" fmla="*/ 1 w 35"/>
                  <a:gd name="T33" fmla="*/ 15 h 22"/>
                  <a:gd name="T34" fmla="*/ 8 w 35"/>
                  <a:gd name="T35" fmla="*/ 18 h 22"/>
                  <a:gd name="T36" fmla="*/ 13 w 35"/>
                  <a:gd name="T37" fmla="*/ 21 h 22"/>
                  <a:gd name="T38" fmla="*/ 19 w 35"/>
                  <a:gd name="T39" fmla="*/ 22 h 22"/>
                  <a:gd name="T40" fmla="*/ 24 w 35"/>
                  <a:gd name="T41" fmla="*/ 22 h 22"/>
                  <a:gd name="T42" fmla="*/ 26 w 35"/>
                  <a:gd name="T43" fmla="*/ 20 h 22"/>
                  <a:gd name="T44" fmla="*/ 27 w 35"/>
                  <a:gd name="T45" fmla="*/ 16 h 22"/>
                  <a:gd name="T46" fmla="*/ 27 w 35"/>
                  <a:gd name="T47" fmla="*/ 14 h 22"/>
                  <a:gd name="T48" fmla="*/ 27 w 35"/>
                  <a:gd name="T49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22">
                    <a:moveTo>
                      <a:pt x="27" y="12"/>
                    </a:moveTo>
                    <a:cubicBezTo>
                      <a:pt x="27" y="12"/>
                      <a:pt x="28" y="11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9"/>
                      <a:pt x="32" y="9"/>
                      <a:pt x="33" y="8"/>
                    </a:cubicBezTo>
                    <a:cubicBezTo>
                      <a:pt x="33" y="7"/>
                      <a:pt x="34" y="7"/>
                      <a:pt x="34" y="6"/>
                    </a:cubicBezTo>
                    <a:cubicBezTo>
                      <a:pt x="35" y="6"/>
                      <a:pt x="35" y="5"/>
                      <a:pt x="35" y="4"/>
                    </a:cubicBezTo>
                    <a:cubicBezTo>
                      <a:pt x="35" y="3"/>
                      <a:pt x="34" y="2"/>
                      <a:pt x="33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0" y="1"/>
                      <a:pt x="29" y="0"/>
                      <a:pt x="29" y="0"/>
                    </a:cubicBezTo>
                    <a:cubicBezTo>
                      <a:pt x="28" y="1"/>
                      <a:pt x="27" y="2"/>
                      <a:pt x="26" y="3"/>
                    </a:cubicBezTo>
                    <a:cubicBezTo>
                      <a:pt x="25" y="4"/>
                      <a:pt x="23" y="5"/>
                      <a:pt x="21" y="7"/>
                    </a:cubicBezTo>
                    <a:cubicBezTo>
                      <a:pt x="20" y="7"/>
                      <a:pt x="19" y="8"/>
                      <a:pt x="18" y="8"/>
                    </a:cubicBezTo>
                    <a:cubicBezTo>
                      <a:pt x="17" y="8"/>
                      <a:pt x="15" y="7"/>
                      <a:pt x="14" y="7"/>
                    </a:cubicBezTo>
                    <a:cubicBezTo>
                      <a:pt x="13" y="7"/>
                      <a:pt x="12" y="8"/>
                      <a:pt x="10" y="8"/>
                    </a:cubicBezTo>
                    <a:cubicBezTo>
                      <a:pt x="8" y="8"/>
                      <a:pt x="5" y="8"/>
                      <a:pt x="3" y="9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1" y="12"/>
                      <a:pt x="0" y="14"/>
                      <a:pt x="1" y="15"/>
                    </a:cubicBezTo>
                    <a:cubicBezTo>
                      <a:pt x="1" y="19"/>
                      <a:pt x="5" y="18"/>
                      <a:pt x="8" y="18"/>
                    </a:cubicBezTo>
                    <a:cubicBezTo>
                      <a:pt x="10" y="18"/>
                      <a:pt x="12" y="19"/>
                      <a:pt x="13" y="21"/>
                    </a:cubicBezTo>
                    <a:cubicBezTo>
                      <a:pt x="15" y="22"/>
                      <a:pt x="17" y="22"/>
                      <a:pt x="19" y="22"/>
                    </a:cubicBezTo>
                    <a:cubicBezTo>
                      <a:pt x="20" y="22"/>
                      <a:pt x="22" y="22"/>
                      <a:pt x="24" y="22"/>
                    </a:cubicBezTo>
                    <a:cubicBezTo>
                      <a:pt x="25" y="22"/>
                      <a:pt x="26" y="22"/>
                      <a:pt x="26" y="20"/>
                    </a:cubicBezTo>
                    <a:cubicBezTo>
                      <a:pt x="27" y="19"/>
                      <a:pt x="27" y="17"/>
                      <a:pt x="27" y="16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27" y="13"/>
                      <a:pt x="26" y="12"/>
                      <a:pt x="2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8" name="Freeform 3204">
                <a:extLst>
                  <a:ext uri="{FF2B5EF4-FFF2-40B4-BE49-F238E27FC236}">
                    <a16:creationId xmlns:a16="http://schemas.microsoft.com/office/drawing/2014/main" id="{8E6A475F-AA01-2248-B483-69BFEC1AD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286"/>
                <a:ext cx="12" cy="30"/>
              </a:xfrm>
              <a:custGeom>
                <a:avLst/>
                <a:gdLst>
                  <a:gd name="T0" fmla="*/ 22 w 28"/>
                  <a:gd name="T1" fmla="*/ 54 h 75"/>
                  <a:gd name="T2" fmla="*/ 21 w 28"/>
                  <a:gd name="T3" fmla="*/ 53 h 75"/>
                  <a:gd name="T4" fmla="*/ 18 w 28"/>
                  <a:gd name="T5" fmla="*/ 51 h 75"/>
                  <a:gd name="T6" fmla="*/ 18 w 28"/>
                  <a:gd name="T7" fmla="*/ 50 h 75"/>
                  <a:gd name="T8" fmla="*/ 19 w 28"/>
                  <a:gd name="T9" fmla="*/ 49 h 75"/>
                  <a:gd name="T10" fmla="*/ 22 w 28"/>
                  <a:gd name="T11" fmla="*/ 50 h 75"/>
                  <a:gd name="T12" fmla="*/ 25 w 28"/>
                  <a:gd name="T13" fmla="*/ 50 h 75"/>
                  <a:gd name="T14" fmla="*/ 27 w 28"/>
                  <a:gd name="T15" fmla="*/ 50 h 75"/>
                  <a:gd name="T16" fmla="*/ 28 w 28"/>
                  <a:gd name="T17" fmla="*/ 48 h 75"/>
                  <a:gd name="T18" fmla="*/ 26 w 28"/>
                  <a:gd name="T19" fmla="*/ 42 h 75"/>
                  <a:gd name="T20" fmla="*/ 26 w 28"/>
                  <a:gd name="T21" fmla="*/ 39 h 75"/>
                  <a:gd name="T22" fmla="*/ 22 w 28"/>
                  <a:gd name="T23" fmla="*/ 38 h 75"/>
                  <a:gd name="T24" fmla="*/ 19 w 28"/>
                  <a:gd name="T25" fmla="*/ 39 h 75"/>
                  <a:gd name="T26" fmla="*/ 17 w 28"/>
                  <a:gd name="T27" fmla="*/ 37 h 75"/>
                  <a:gd name="T28" fmla="*/ 15 w 28"/>
                  <a:gd name="T29" fmla="*/ 35 h 75"/>
                  <a:gd name="T30" fmla="*/ 15 w 28"/>
                  <a:gd name="T31" fmla="*/ 32 h 75"/>
                  <a:gd name="T32" fmla="*/ 17 w 28"/>
                  <a:gd name="T33" fmla="*/ 31 h 75"/>
                  <a:gd name="T34" fmla="*/ 19 w 28"/>
                  <a:gd name="T35" fmla="*/ 32 h 75"/>
                  <a:gd name="T36" fmla="*/ 20 w 28"/>
                  <a:gd name="T37" fmla="*/ 34 h 75"/>
                  <a:gd name="T38" fmla="*/ 21 w 28"/>
                  <a:gd name="T39" fmla="*/ 35 h 75"/>
                  <a:gd name="T40" fmla="*/ 22 w 28"/>
                  <a:gd name="T41" fmla="*/ 35 h 75"/>
                  <a:gd name="T42" fmla="*/ 23 w 28"/>
                  <a:gd name="T43" fmla="*/ 36 h 75"/>
                  <a:gd name="T44" fmla="*/ 25 w 28"/>
                  <a:gd name="T45" fmla="*/ 34 h 75"/>
                  <a:gd name="T46" fmla="*/ 27 w 28"/>
                  <a:gd name="T47" fmla="*/ 32 h 75"/>
                  <a:gd name="T48" fmla="*/ 26 w 28"/>
                  <a:gd name="T49" fmla="*/ 28 h 75"/>
                  <a:gd name="T50" fmla="*/ 24 w 28"/>
                  <a:gd name="T51" fmla="*/ 26 h 75"/>
                  <a:gd name="T52" fmla="*/ 22 w 28"/>
                  <a:gd name="T53" fmla="*/ 24 h 75"/>
                  <a:gd name="T54" fmla="*/ 21 w 28"/>
                  <a:gd name="T55" fmla="*/ 22 h 75"/>
                  <a:gd name="T56" fmla="*/ 20 w 28"/>
                  <a:gd name="T57" fmla="*/ 20 h 75"/>
                  <a:gd name="T58" fmla="*/ 18 w 28"/>
                  <a:gd name="T59" fmla="*/ 18 h 75"/>
                  <a:gd name="T60" fmla="*/ 15 w 28"/>
                  <a:gd name="T61" fmla="*/ 16 h 75"/>
                  <a:gd name="T62" fmla="*/ 14 w 28"/>
                  <a:gd name="T63" fmla="*/ 15 h 75"/>
                  <a:gd name="T64" fmla="*/ 14 w 28"/>
                  <a:gd name="T65" fmla="*/ 13 h 75"/>
                  <a:gd name="T66" fmla="*/ 14 w 28"/>
                  <a:gd name="T67" fmla="*/ 11 h 75"/>
                  <a:gd name="T68" fmla="*/ 14 w 28"/>
                  <a:gd name="T69" fmla="*/ 7 h 75"/>
                  <a:gd name="T70" fmla="*/ 11 w 28"/>
                  <a:gd name="T71" fmla="*/ 2 h 75"/>
                  <a:gd name="T72" fmla="*/ 6 w 28"/>
                  <a:gd name="T73" fmla="*/ 3 h 75"/>
                  <a:gd name="T74" fmla="*/ 3 w 28"/>
                  <a:gd name="T75" fmla="*/ 10 h 75"/>
                  <a:gd name="T76" fmla="*/ 3 w 28"/>
                  <a:gd name="T77" fmla="*/ 16 h 75"/>
                  <a:gd name="T78" fmla="*/ 1 w 28"/>
                  <a:gd name="T79" fmla="*/ 18 h 75"/>
                  <a:gd name="T80" fmla="*/ 1 w 28"/>
                  <a:gd name="T81" fmla="*/ 21 h 75"/>
                  <a:gd name="T82" fmla="*/ 0 w 28"/>
                  <a:gd name="T83" fmla="*/ 24 h 75"/>
                  <a:gd name="T84" fmla="*/ 0 w 28"/>
                  <a:gd name="T85" fmla="*/ 27 h 75"/>
                  <a:gd name="T86" fmla="*/ 2 w 28"/>
                  <a:gd name="T87" fmla="*/ 29 h 75"/>
                  <a:gd name="T88" fmla="*/ 4 w 28"/>
                  <a:gd name="T89" fmla="*/ 32 h 75"/>
                  <a:gd name="T90" fmla="*/ 3 w 28"/>
                  <a:gd name="T91" fmla="*/ 39 h 75"/>
                  <a:gd name="T92" fmla="*/ 1 w 28"/>
                  <a:gd name="T93" fmla="*/ 40 h 75"/>
                  <a:gd name="T94" fmla="*/ 1 w 28"/>
                  <a:gd name="T95" fmla="*/ 42 h 75"/>
                  <a:gd name="T96" fmla="*/ 2 w 28"/>
                  <a:gd name="T97" fmla="*/ 48 h 75"/>
                  <a:gd name="T98" fmla="*/ 6 w 28"/>
                  <a:gd name="T99" fmla="*/ 50 h 75"/>
                  <a:gd name="T100" fmla="*/ 9 w 28"/>
                  <a:gd name="T101" fmla="*/ 53 h 75"/>
                  <a:gd name="T102" fmla="*/ 10 w 28"/>
                  <a:gd name="T103" fmla="*/ 56 h 75"/>
                  <a:gd name="T104" fmla="*/ 9 w 28"/>
                  <a:gd name="T105" fmla="*/ 59 h 75"/>
                  <a:gd name="T106" fmla="*/ 10 w 28"/>
                  <a:gd name="T107" fmla="*/ 67 h 75"/>
                  <a:gd name="T108" fmla="*/ 17 w 28"/>
                  <a:gd name="T109" fmla="*/ 74 h 75"/>
                  <a:gd name="T110" fmla="*/ 22 w 28"/>
                  <a:gd name="T111" fmla="*/ 74 h 75"/>
                  <a:gd name="T112" fmla="*/ 26 w 28"/>
                  <a:gd name="T113" fmla="*/ 68 h 75"/>
                  <a:gd name="T114" fmla="*/ 26 w 28"/>
                  <a:gd name="T115" fmla="*/ 61 h 75"/>
                  <a:gd name="T116" fmla="*/ 26 w 28"/>
                  <a:gd name="T117" fmla="*/ 59 h 75"/>
                  <a:gd name="T118" fmla="*/ 25 w 28"/>
                  <a:gd name="T119" fmla="*/ 58 h 75"/>
                  <a:gd name="T120" fmla="*/ 24 w 28"/>
                  <a:gd name="T121" fmla="*/ 55 h 75"/>
                  <a:gd name="T122" fmla="*/ 22 w 28"/>
                  <a:gd name="T123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" h="75">
                    <a:moveTo>
                      <a:pt x="22" y="54"/>
                    </a:moveTo>
                    <a:cubicBezTo>
                      <a:pt x="22" y="53"/>
                      <a:pt x="22" y="53"/>
                      <a:pt x="21" y="53"/>
                    </a:cubicBezTo>
                    <a:cubicBezTo>
                      <a:pt x="20" y="52"/>
                      <a:pt x="19" y="52"/>
                      <a:pt x="18" y="51"/>
                    </a:cubicBezTo>
                    <a:cubicBezTo>
                      <a:pt x="18" y="51"/>
                      <a:pt x="17" y="50"/>
                      <a:pt x="18" y="50"/>
                    </a:cubicBezTo>
                    <a:cubicBezTo>
                      <a:pt x="18" y="49"/>
                      <a:pt x="19" y="49"/>
                      <a:pt x="19" y="49"/>
                    </a:cubicBezTo>
                    <a:cubicBezTo>
                      <a:pt x="20" y="49"/>
                      <a:pt x="21" y="50"/>
                      <a:pt x="22" y="50"/>
                    </a:cubicBezTo>
                    <a:cubicBezTo>
                      <a:pt x="23" y="50"/>
                      <a:pt x="24" y="50"/>
                      <a:pt x="25" y="50"/>
                    </a:cubicBezTo>
                    <a:cubicBezTo>
                      <a:pt x="26" y="51"/>
                      <a:pt x="27" y="51"/>
                      <a:pt x="27" y="50"/>
                    </a:cubicBezTo>
                    <a:cubicBezTo>
                      <a:pt x="28" y="50"/>
                      <a:pt x="28" y="49"/>
                      <a:pt x="28" y="48"/>
                    </a:cubicBezTo>
                    <a:cubicBezTo>
                      <a:pt x="28" y="46"/>
                      <a:pt x="26" y="44"/>
                      <a:pt x="26" y="42"/>
                    </a:cubicBezTo>
                    <a:cubicBezTo>
                      <a:pt x="26" y="41"/>
                      <a:pt x="27" y="40"/>
                      <a:pt x="26" y="39"/>
                    </a:cubicBezTo>
                    <a:cubicBezTo>
                      <a:pt x="25" y="38"/>
                      <a:pt x="23" y="38"/>
                      <a:pt x="22" y="38"/>
                    </a:cubicBezTo>
                    <a:cubicBezTo>
                      <a:pt x="21" y="39"/>
                      <a:pt x="20" y="39"/>
                      <a:pt x="19" y="39"/>
                    </a:cubicBezTo>
                    <a:cubicBezTo>
                      <a:pt x="18" y="38"/>
                      <a:pt x="17" y="38"/>
                      <a:pt x="17" y="37"/>
                    </a:cubicBezTo>
                    <a:cubicBezTo>
                      <a:pt x="16" y="36"/>
                      <a:pt x="15" y="36"/>
                      <a:pt x="15" y="35"/>
                    </a:cubicBezTo>
                    <a:cubicBezTo>
                      <a:pt x="15" y="34"/>
                      <a:pt x="15" y="33"/>
                      <a:pt x="15" y="32"/>
                    </a:cubicBezTo>
                    <a:cubicBezTo>
                      <a:pt x="16" y="32"/>
                      <a:pt x="16" y="31"/>
                      <a:pt x="17" y="31"/>
                    </a:cubicBezTo>
                    <a:cubicBezTo>
                      <a:pt x="18" y="31"/>
                      <a:pt x="18" y="31"/>
                      <a:pt x="19" y="32"/>
                    </a:cubicBezTo>
                    <a:cubicBezTo>
                      <a:pt x="19" y="33"/>
                      <a:pt x="20" y="33"/>
                      <a:pt x="20" y="34"/>
                    </a:cubicBezTo>
                    <a:cubicBezTo>
                      <a:pt x="20" y="34"/>
                      <a:pt x="20" y="35"/>
                      <a:pt x="21" y="35"/>
                    </a:cubicBezTo>
                    <a:cubicBezTo>
                      <a:pt x="21" y="35"/>
                      <a:pt x="21" y="35"/>
                      <a:pt x="22" y="35"/>
                    </a:cubicBezTo>
                    <a:cubicBezTo>
                      <a:pt x="22" y="35"/>
                      <a:pt x="22" y="35"/>
                      <a:pt x="23" y="36"/>
                    </a:cubicBezTo>
                    <a:cubicBezTo>
                      <a:pt x="24" y="36"/>
                      <a:pt x="25" y="35"/>
                      <a:pt x="25" y="34"/>
                    </a:cubicBezTo>
                    <a:cubicBezTo>
                      <a:pt x="26" y="34"/>
                      <a:pt x="26" y="33"/>
                      <a:pt x="27" y="32"/>
                    </a:cubicBezTo>
                    <a:cubicBezTo>
                      <a:pt x="27" y="31"/>
                      <a:pt x="26" y="29"/>
                      <a:pt x="26" y="28"/>
                    </a:cubicBezTo>
                    <a:cubicBezTo>
                      <a:pt x="25" y="27"/>
                      <a:pt x="25" y="27"/>
                      <a:pt x="24" y="26"/>
                    </a:cubicBezTo>
                    <a:cubicBezTo>
                      <a:pt x="23" y="25"/>
                      <a:pt x="23" y="24"/>
                      <a:pt x="22" y="24"/>
                    </a:cubicBezTo>
                    <a:cubicBezTo>
                      <a:pt x="22" y="23"/>
                      <a:pt x="21" y="22"/>
                      <a:pt x="21" y="22"/>
                    </a:cubicBezTo>
                    <a:cubicBezTo>
                      <a:pt x="21" y="21"/>
                      <a:pt x="20" y="21"/>
                      <a:pt x="20" y="20"/>
                    </a:cubicBezTo>
                    <a:cubicBezTo>
                      <a:pt x="20" y="19"/>
                      <a:pt x="18" y="19"/>
                      <a:pt x="18" y="18"/>
                    </a:cubicBezTo>
                    <a:cubicBezTo>
                      <a:pt x="17" y="17"/>
                      <a:pt x="16" y="16"/>
                      <a:pt x="15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5"/>
                      <a:pt x="13" y="3"/>
                      <a:pt x="11" y="2"/>
                    </a:cubicBezTo>
                    <a:cubicBezTo>
                      <a:pt x="10" y="0"/>
                      <a:pt x="7" y="1"/>
                      <a:pt x="6" y="3"/>
                    </a:cubicBezTo>
                    <a:cubicBezTo>
                      <a:pt x="4" y="5"/>
                      <a:pt x="3" y="7"/>
                      <a:pt x="3" y="10"/>
                    </a:cubicBezTo>
                    <a:cubicBezTo>
                      <a:pt x="3" y="12"/>
                      <a:pt x="4" y="14"/>
                      <a:pt x="3" y="16"/>
                    </a:cubicBezTo>
                    <a:cubicBezTo>
                      <a:pt x="2" y="17"/>
                      <a:pt x="2" y="17"/>
                      <a:pt x="1" y="18"/>
                    </a:cubicBezTo>
                    <a:cubicBezTo>
                      <a:pt x="1" y="19"/>
                      <a:pt x="1" y="20"/>
                      <a:pt x="1" y="21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8"/>
                      <a:pt x="2" y="29"/>
                    </a:cubicBezTo>
                    <a:cubicBezTo>
                      <a:pt x="3" y="30"/>
                      <a:pt x="4" y="31"/>
                      <a:pt x="4" y="32"/>
                    </a:cubicBezTo>
                    <a:cubicBezTo>
                      <a:pt x="6" y="35"/>
                      <a:pt x="5" y="38"/>
                      <a:pt x="3" y="39"/>
                    </a:cubicBezTo>
                    <a:cubicBezTo>
                      <a:pt x="2" y="39"/>
                      <a:pt x="2" y="40"/>
                      <a:pt x="1" y="40"/>
                    </a:cubicBezTo>
                    <a:cubicBezTo>
                      <a:pt x="1" y="41"/>
                      <a:pt x="1" y="42"/>
                      <a:pt x="1" y="42"/>
                    </a:cubicBezTo>
                    <a:cubicBezTo>
                      <a:pt x="1" y="44"/>
                      <a:pt x="1" y="46"/>
                      <a:pt x="2" y="48"/>
                    </a:cubicBezTo>
                    <a:cubicBezTo>
                      <a:pt x="3" y="48"/>
                      <a:pt x="5" y="49"/>
                      <a:pt x="6" y="50"/>
                    </a:cubicBezTo>
                    <a:cubicBezTo>
                      <a:pt x="7" y="51"/>
                      <a:pt x="8" y="52"/>
                      <a:pt x="9" y="53"/>
                    </a:cubicBezTo>
                    <a:cubicBezTo>
                      <a:pt x="9" y="54"/>
                      <a:pt x="10" y="55"/>
                      <a:pt x="10" y="56"/>
                    </a:cubicBezTo>
                    <a:cubicBezTo>
                      <a:pt x="10" y="57"/>
                      <a:pt x="9" y="58"/>
                      <a:pt x="9" y="59"/>
                    </a:cubicBezTo>
                    <a:cubicBezTo>
                      <a:pt x="9" y="62"/>
                      <a:pt x="9" y="65"/>
                      <a:pt x="10" y="67"/>
                    </a:cubicBezTo>
                    <a:cubicBezTo>
                      <a:pt x="11" y="71"/>
                      <a:pt x="14" y="73"/>
                      <a:pt x="17" y="74"/>
                    </a:cubicBezTo>
                    <a:cubicBezTo>
                      <a:pt x="19" y="75"/>
                      <a:pt x="20" y="75"/>
                      <a:pt x="22" y="74"/>
                    </a:cubicBezTo>
                    <a:cubicBezTo>
                      <a:pt x="24" y="72"/>
                      <a:pt x="25" y="70"/>
                      <a:pt x="26" y="68"/>
                    </a:cubicBezTo>
                    <a:cubicBezTo>
                      <a:pt x="26" y="66"/>
                      <a:pt x="26" y="63"/>
                      <a:pt x="26" y="61"/>
                    </a:cubicBezTo>
                    <a:cubicBezTo>
                      <a:pt x="26" y="61"/>
                      <a:pt x="26" y="60"/>
                      <a:pt x="26" y="59"/>
                    </a:cubicBezTo>
                    <a:cubicBezTo>
                      <a:pt x="26" y="58"/>
                      <a:pt x="26" y="58"/>
                      <a:pt x="25" y="58"/>
                    </a:cubicBezTo>
                    <a:cubicBezTo>
                      <a:pt x="25" y="57"/>
                      <a:pt x="24" y="56"/>
                      <a:pt x="24" y="55"/>
                    </a:cubicBezTo>
                    <a:cubicBezTo>
                      <a:pt x="23" y="55"/>
                      <a:pt x="23" y="54"/>
                      <a:pt x="22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9" name="Freeform 3205">
                <a:extLst>
                  <a:ext uri="{FF2B5EF4-FFF2-40B4-BE49-F238E27FC236}">
                    <a16:creationId xmlns:a16="http://schemas.microsoft.com/office/drawing/2014/main" id="{F3762829-1D94-E949-B0DE-905390749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74"/>
                <a:ext cx="3" cy="4"/>
              </a:xfrm>
              <a:custGeom>
                <a:avLst/>
                <a:gdLst>
                  <a:gd name="T0" fmla="*/ 0 w 7"/>
                  <a:gd name="T1" fmla="*/ 5 h 8"/>
                  <a:gd name="T2" fmla="*/ 0 w 7"/>
                  <a:gd name="T3" fmla="*/ 5 h 8"/>
                  <a:gd name="T4" fmla="*/ 0 w 7"/>
                  <a:gd name="T5" fmla="*/ 3 h 8"/>
                  <a:gd name="T6" fmla="*/ 2 w 7"/>
                  <a:gd name="T7" fmla="*/ 2 h 8"/>
                  <a:gd name="T8" fmla="*/ 2 w 7"/>
                  <a:gd name="T9" fmla="*/ 1 h 8"/>
                  <a:gd name="T10" fmla="*/ 3 w 7"/>
                  <a:gd name="T11" fmla="*/ 1 h 8"/>
                  <a:gd name="T12" fmla="*/ 6 w 7"/>
                  <a:gd name="T13" fmla="*/ 1 h 8"/>
                  <a:gd name="T14" fmla="*/ 7 w 7"/>
                  <a:gd name="T15" fmla="*/ 4 h 8"/>
                  <a:gd name="T16" fmla="*/ 7 w 7"/>
                  <a:gd name="T17" fmla="*/ 5 h 8"/>
                  <a:gd name="T18" fmla="*/ 7 w 7"/>
                  <a:gd name="T19" fmla="*/ 7 h 8"/>
                  <a:gd name="T20" fmla="*/ 6 w 7"/>
                  <a:gd name="T21" fmla="*/ 8 h 8"/>
                  <a:gd name="T22" fmla="*/ 5 w 7"/>
                  <a:gd name="T23" fmla="*/ 8 h 8"/>
                  <a:gd name="T24" fmla="*/ 2 w 7"/>
                  <a:gd name="T25" fmla="*/ 7 h 8"/>
                  <a:gd name="T26" fmla="*/ 0 w 7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1" y="7"/>
                      <a:pt x="1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0" name="Freeform 3206">
                <a:extLst>
                  <a:ext uri="{FF2B5EF4-FFF2-40B4-BE49-F238E27FC236}">
                    <a16:creationId xmlns:a16="http://schemas.microsoft.com/office/drawing/2014/main" id="{FDC6F02B-6AEC-F04C-94CC-78FC939FD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9"/>
                <a:ext cx="12" cy="21"/>
              </a:xfrm>
              <a:custGeom>
                <a:avLst/>
                <a:gdLst>
                  <a:gd name="T0" fmla="*/ 10 w 29"/>
                  <a:gd name="T1" fmla="*/ 29 h 52"/>
                  <a:gd name="T2" fmla="*/ 10 w 29"/>
                  <a:gd name="T3" fmla="*/ 29 h 52"/>
                  <a:gd name="T4" fmla="*/ 9 w 29"/>
                  <a:gd name="T5" fmla="*/ 29 h 52"/>
                  <a:gd name="T6" fmla="*/ 9 w 29"/>
                  <a:gd name="T7" fmla="*/ 29 h 52"/>
                  <a:gd name="T8" fmla="*/ 8 w 29"/>
                  <a:gd name="T9" fmla="*/ 28 h 52"/>
                  <a:gd name="T10" fmla="*/ 7 w 29"/>
                  <a:gd name="T11" fmla="*/ 28 h 52"/>
                  <a:gd name="T12" fmla="*/ 7 w 29"/>
                  <a:gd name="T13" fmla="*/ 28 h 52"/>
                  <a:gd name="T14" fmla="*/ 5 w 29"/>
                  <a:gd name="T15" fmla="*/ 29 h 52"/>
                  <a:gd name="T16" fmla="*/ 5 w 29"/>
                  <a:gd name="T17" fmla="*/ 30 h 52"/>
                  <a:gd name="T18" fmla="*/ 4 w 29"/>
                  <a:gd name="T19" fmla="*/ 31 h 52"/>
                  <a:gd name="T20" fmla="*/ 2 w 29"/>
                  <a:gd name="T21" fmla="*/ 30 h 52"/>
                  <a:gd name="T22" fmla="*/ 2 w 29"/>
                  <a:gd name="T23" fmla="*/ 30 h 52"/>
                  <a:gd name="T24" fmla="*/ 1 w 29"/>
                  <a:gd name="T25" fmla="*/ 29 h 52"/>
                  <a:gd name="T26" fmla="*/ 0 w 29"/>
                  <a:gd name="T27" fmla="*/ 27 h 52"/>
                  <a:gd name="T28" fmla="*/ 0 w 29"/>
                  <a:gd name="T29" fmla="*/ 23 h 52"/>
                  <a:gd name="T30" fmla="*/ 1 w 29"/>
                  <a:gd name="T31" fmla="*/ 21 h 52"/>
                  <a:gd name="T32" fmla="*/ 2 w 29"/>
                  <a:gd name="T33" fmla="*/ 19 h 52"/>
                  <a:gd name="T34" fmla="*/ 2 w 29"/>
                  <a:gd name="T35" fmla="*/ 17 h 52"/>
                  <a:gd name="T36" fmla="*/ 2 w 29"/>
                  <a:gd name="T37" fmla="*/ 13 h 52"/>
                  <a:gd name="T38" fmla="*/ 2 w 29"/>
                  <a:gd name="T39" fmla="*/ 10 h 52"/>
                  <a:gd name="T40" fmla="*/ 1 w 29"/>
                  <a:gd name="T41" fmla="*/ 9 h 52"/>
                  <a:gd name="T42" fmla="*/ 1 w 29"/>
                  <a:gd name="T43" fmla="*/ 7 h 52"/>
                  <a:gd name="T44" fmla="*/ 1 w 29"/>
                  <a:gd name="T45" fmla="*/ 3 h 52"/>
                  <a:gd name="T46" fmla="*/ 2 w 29"/>
                  <a:gd name="T47" fmla="*/ 1 h 52"/>
                  <a:gd name="T48" fmla="*/ 4 w 29"/>
                  <a:gd name="T49" fmla="*/ 2 h 52"/>
                  <a:gd name="T50" fmla="*/ 6 w 29"/>
                  <a:gd name="T51" fmla="*/ 4 h 52"/>
                  <a:gd name="T52" fmla="*/ 9 w 29"/>
                  <a:gd name="T53" fmla="*/ 8 h 52"/>
                  <a:gd name="T54" fmla="*/ 14 w 29"/>
                  <a:gd name="T55" fmla="*/ 11 h 52"/>
                  <a:gd name="T56" fmla="*/ 18 w 29"/>
                  <a:gd name="T57" fmla="*/ 12 h 52"/>
                  <a:gd name="T58" fmla="*/ 21 w 29"/>
                  <a:gd name="T59" fmla="*/ 15 h 52"/>
                  <a:gd name="T60" fmla="*/ 23 w 29"/>
                  <a:gd name="T61" fmla="*/ 19 h 52"/>
                  <a:gd name="T62" fmla="*/ 27 w 29"/>
                  <a:gd name="T63" fmla="*/ 23 h 52"/>
                  <a:gd name="T64" fmla="*/ 29 w 29"/>
                  <a:gd name="T65" fmla="*/ 27 h 52"/>
                  <a:gd name="T66" fmla="*/ 29 w 29"/>
                  <a:gd name="T67" fmla="*/ 32 h 52"/>
                  <a:gd name="T68" fmla="*/ 28 w 29"/>
                  <a:gd name="T69" fmla="*/ 37 h 52"/>
                  <a:gd name="T70" fmla="*/ 26 w 29"/>
                  <a:gd name="T71" fmla="*/ 42 h 52"/>
                  <a:gd name="T72" fmla="*/ 24 w 29"/>
                  <a:gd name="T73" fmla="*/ 46 h 52"/>
                  <a:gd name="T74" fmla="*/ 22 w 29"/>
                  <a:gd name="T75" fmla="*/ 49 h 52"/>
                  <a:gd name="T76" fmla="*/ 18 w 29"/>
                  <a:gd name="T77" fmla="*/ 44 h 52"/>
                  <a:gd name="T78" fmla="*/ 14 w 29"/>
                  <a:gd name="T79" fmla="*/ 38 h 52"/>
                  <a:gd name="T80" fmla="*/ 12 w 29"/>
                  <a:gd name="T81" fmla="*/ 36 h 52"/>
                  <a:gd name="T82" fmla="*/ 11 w 29"/>
                  <a:gd name="T83" fmla="*/ 33 h 52"/>
                  <a:gd name="T84" fmla="*/ 10 w 29"/>
                  <a:gd name="T85" fmla="*/ 31 h 52"/>
                  <a:gd name="T86" fmla="*/ 10 w 29"/>
                  <a:gd name="T87" fmla="*/ 2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" h="52">
                    <a:moveTo>
                      <a:pt x="10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8"/>
                      <a:pt x="8" y="28"/>
                    </a:cubicBezTo>
                    <a:cubicBezTo>
                      <a:pt x="8" y="28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1"/>
                      <a:pt x="3" y="3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" y="30"/>
                      <a:pt x="1" y="30"/>
                      <a:pt x="1" y="29"/>
                    </a:cubicBezTo>
                    <a:cubicBezTo>
                      <a:pt x="0" y="29"/>
                      <a:pt x="0" y="28"/>
                      <a:pt x="0" y="27"/>
                    </a:cubicBezTo>
                    <a:cubicBezTo>
                      <a:pt x="0" y="26"/>
                      <a:pt x="0" y="24"/>
                      <a:pt x="0" y="23"/>
                    </a:cubicBezTo>
                    <a:cubicBezTo>
                      <a:pt x="0" y="22"/>
                      <a:pt x="1" y="22"/>
                      <a:pt x="1" y="21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2" y="18"/>
                      <a:pt x="2" y="17"/>
                      <a:pt x="2" y="17"/>
                    </a:cubicBezTo>
                    <a:cubicBezTo>
                      <a:pt x="2" y="16"/>
                      <a:pt x="2" y="15"/>
                      <a:pt x="2" y="13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5"/>
                      <a:pt x="8" y="7"/>
                      <a:pt x="9" y="8"/>
                    </a:cubicBezTo>
                    <a:cubicBezTo>
                      <a:pt x="10" y="9"/>
                      <a:pt x="12" y="10"/>
                      <a:pt x="14" y="11"/>
                    </a:cubicBezTo>
                    <a:cubicBezTo>
                      <a:pt x="15" y="11"/>
                      <a:pt x="17" y="11"/>
                      <a:pt x="18" y="12"/>
                    </a:cubicBezTo>
                    <a:cubicBezTo>
                      <a:pt x="19" y="13"/>
                      <a:pt x="20" y="14"/>
                      <a:pt x="21" y="15"/>
                    </a:cubicBezTo>
                    <a:cubicBezTo>
                      <a:pt x="21" y="17"/>
                      <a:pt x="22" y="18"/>
                      <a:pt x="23" y="19"/>
                    </a:cubicBezTo>
                    <a:cubicBezTo>
                      <a:pt x="24" y="20"/>
                      <a:pt x="26" y="21"/>
                      <a:pt x="27" y="23"/>
                    </a:cubicBezTo>
                    <a:cubicBezTo>
                      <a:pt x="28" y="24"/>
                      <a:pt x="29" y="25"/>
                      <a:pt x="29" y="27"/>
                    </a:cubicBezTo>
                    <a:cubicBezTo>
                      <a:pt x="29" y="28"/>
                      <a:pt x="29" y="30"/>
                      <a:pt x="29" y="32"/>
                    </a:cubicBezTo>
                    <a:cubicBezTo>
                      <a:pt x="29" y="34"/>
                      <a:pt x="29" y="35"/>
                      <a:pt x="28" y="37"/>
                    </a:cubicBezTo>
                    <a:cubicBezTo>
                      <a:pt x="28" y="39"/>
                      <a:pt x="27" y="40"/>
                      <a:pt x="26" y="42"/>
                    </a:cubicBezTo>
                    <a:cubicBezTo>
                      <a:pt x="25" y="43"/>
                      <a:pt x="24" y="44"/>
                      <a:pt x="24" y="46"/>
                    </a:cubicBezTo>
                    <a:cubicBezTo>
                      <a:pt x="23" y="47"/>
                      <a:pt x="23" y="48"/>
                      <a:pt x="22" y="49"/>
                    </a:cubicBezTo>
                    <a:cubicBezTo>
                      <a:pt x="20" y="52"/>
                      <a:pt x="18" y="46"/>
                      <a:pt x="18" y="44"/>
                    </a:cubicBezTo>
                    <a:cubicBezTo>
                      <a:pt x="17" y="42"/>
                      <a:pt x="15" y="40"/>
                      <a:pt x="14" y="38"/>
                    </a:cubicBezTo>
                    <a:cubicBezTo>
                      <a:pt x="13" y="37"/>
                      <a:pt x="13" y="37"/>
                      <a:pt x="12" y="36"/>
                    </a:cubicBezTo>
                    <a:cubicBezTo>
                      <a:pt x="12" y="35"/>
                      <a:pt x="11" y="34"/>
                      <a:pt x="11" y="33"/>
                    </a:cubicBezTo>
                    <a:cubicBezTo>
                      <a:pt x="11" y="32"/>
                      <a:pt x="11" y="32"/>
                      <a:pt x="10" y="31"/>
                    </a:cubicBezTo>
                    <a:cubicBezTo>
                      <a:pt x="10" y="30"/>
                      <a:pt x="10" y="30"/>
                      <a:pt x="10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1" name="Freeform 3207">
                <a:extLst>
                  <a:ext uri="{FF2B5EF4-FFF2-40B4-BE49-F238E27FC236}">
                    <a16:creationId xmlns:a16="http://schemas.microsoft.com/office/drawing/2014/main" id="{1E80A7D0-6AFB-464C-8B39-417909B9C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0"/>
                <a:ext cx="4" cy="3"/>
              </a:xfrm>
              <a:custGeom>
                <a:avLst/>
                <a:gdLst>
                  <a:gd name="T0" fmla="*/ 5 w 9"/>
                  <a:gd name="T1" fmla="*/ 8 h 8"/>
                  <a:gd name="T2" fmla="*/ 3 w 9"/>
                  <a:gd name="T3" fmla="*/ 7 h 8"/>
                  <a:gd name="T4" fmla="*/ 1 w 9"/>
                  <a:gd name="T5" fmla="*/ 6 h 8"/>
                  <a:gd name="T6" fmla="*/ 0 w 9"/>
                  <a:gd name="T7" fmla="*/ 3 h 8"/>
                  <a:gd name="T8" fmla="*/ 0 w 9"/>
                  <a:gd name="T9" fmla="*/ 0 h 8"/>
                  <a:gd name="T10" fmla="*/ 3 w 9"/>
                  <a:gd name="T11" fmla="*/ 0 h 8"/>
                  <a:gd name="T12" fmla="*/ 4 w 9"/>
                  <a:gd name="T13" fmla="*/ 0 h 8"/>
                  <a:gd name="T14" fmla="*/ 6 w 9"/>
                  <a:gd name="T15" fmla="*/ 2 h 8"/>
                  <a:gd name="T16" fmla="*/ 7 w 9"/>
                  <a:gd name="T17" fmla="*/ 4 h 8"/>
                  <a:gd name="T18" fmla="*/ 7 w 9"/>
                  <a:gd name="T19" fmla="*/ 7 h 8"/>
                  <a:gd name="T20" fmla="*/ 5 w 9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4" y="8"/>
                      <a:pt x="4" y="7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5"/>
                      <a:pt x="9" y="6"/>
                      <a:pt x="7" y="7"/>
                    </a:cubicBezTo>
                    <a:cubicBezTo>
                      <a:pt x="7" y="8"/>
                      <a:pt x="6" y="8"/>
                      <a:pt x="5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2" name="Freeform 3208">
                <a:extLst>
                  <a:ext uri="{FF2B5EF4-FFF2-40B4-BE49-F238E27FC236}">
                    <a16:creationId xmlns:a16="http://schemas.microsoft.com/office/drawing/2014/main" id="{A5E84977-AB07-2941-BAFE-58E8AFA9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254"/>
                <a:ext cx="3" cy="5"/>
              </a:xfrm>
              <a:custGeom>
                <a:avLst/>
                <a:gdLst>
                  <a:gd name="T0" fmla="*/ 1 w 7"/>
                  <a:gd name="T1" fmla="*/ 4 h 14"/>
                  <a:gd name="T2" fmla="*/ 1 w 7"/>
                  <a:gd name="T3" fmla="*/ 1 h 14"/>
                  <a:gd name="T4" fmla="*/ 5 w 7"/>
                  <a:gd name="T5" fmla="*/ 0 h 14"/>
                  <a:gd name="T6" fmla="*/ 6 w 7"/>
                  <a:gd name="T7" fmla="*/ 5 h 14"/>
                  <a:gd name="T8" fmla="*/ 6 w 7"/>
                  <a:gd name="T9" fmla="*/ 6 h 14"/>
                  <a:gd name="T10" fmla="*/ 7 w 7"/>
                  <a:gd name="T11" fmla="*/ 7 h 14"/>
                  <a:gd name="T12" fmla="*/ 7 w 7"/>
                  <a:gd name="T13" fmla="*/ 10 h 14"/>
                  <a:gd name="T14" fmla="*/ 7 w 7"/>
                  <a:gd name="T15" fmla="*/ 12 h 14"/>
                  <a:gd name="T16" fmla="*/ 5 w 7"/>
                  <a:gd name="T17" fmla="*/ 14 h 14"/>
                  <a:gd name="T18" fmla="*/ 2 w 7"/>
                  <a:gd name="T19" fmla="*/ 13 h 14"/>
                  <a:gd name="T20" fmla="*/ 1 w 7"/>
                  <a:gd name="T21" fmla="*/ 11 h 14"/>
                  <a:gd name="T22" fmla="*/ 1 w 7"/>
                  <a:gd name="T23" fmla="*/ 8 h 14"/>
                  <a:gd name="T24" fmla="*/ 1 w 7"/>
                  <a:gd name="T2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1" y="4"/>
                    </a:moveTo>
                    <a:cubicBezTo>
                      <a:pt x="1" y="3"/>
                      <a:pt x="1" y="2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4"/>
                      <a:pt x="7" y="14"/>
                      <a:pt x="5" y="14"/>
                    </a:cubicBezTo>
                    <a:cubicBezTo>
                      <a:pt x="4" y="14"/>
                      <a:pt x="3" y="13"/>
                      <a:pt x="2" y="13"/>
                    </a:cubicBezTo>
                    <a:cubicBezTo>
                      <a:pt x="2" y="12"/>
                      <a:pt x="1" y="12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7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3" name="Freeform 3209">
                <a:extLst>
                  <a:ext uri="{FF2B5EF4-FFF2-40B4-BE49-F238E27FC236}">
                    <a16:creationId xmlns:a16="http://schemas.microsoft.com/office/drawing/2014/main" id="{4A03E5FA-7217-F74D-9CD5-8791C5E03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226"/>
                <a:ext cx="7" cy="4"/>
              </a:xfrm>
              <a:custGeom>
                <a:avLst/>
                <a:gdLst>
                  <a:gd name="T0" fmla="*/ 10 w 19"/>
                  <a:gd name="T1" fmla="*/ 8 h 10"/>
                  <a:gd name="T2" fmla="*/ 8 w 19"/>
                  <a:gd name="T3" fmla="*/ 8 h 10"/>
                  <a:gd name="T4" fmla="*/ 7 w 19"/>
                  <a:gd name="T5" fmla="*/ 7 h 10"/>
                  <a:gd name="T6" fmla="*/ 5 w 19"/>
                  <a:gd name="T7" fmla="*/ 6 h 10"/>
                  <a:gd name="T8" fmla="*/ 3 w 19"/>
                  <a:gd name="T9" fmla="*/ 6 h 10"/>
                  <a:gd name="T10" fmla="*/ 1 w 19"/>
                  <a:gd name="T11" fmla="*/ 4 h 10"/>
                  <a:gd name="T12" fmla="*/ 0 w 19"/>
                  <a:gd name="T13" fmla="*/ 2 h 10"/>
                  <a:gd name="T14" fmla="*/ 2 w 19"/>
                  <a:gd name="T15" fmla="*/ 1 h 10"/>
                  <a:gd name="T16" fmla="*/ 8 w 19"/>
                  <a:gd name="T17" fmla="*/ 1 h 10"/>
                  <a:gd name="T18" fmla="*/ 13 w 19"/>
                  <a:gd name="T19" fmla="*/ 3 h 10"/>
                  <a:gd name="T20" fmla="*/ 14 w 19"/>
                  <a:gd name="T21" fmla="*/ 4 h 10"/>
                  <a:gd name="T22" fmla="*/ 16 w 19"/>
                  <a:gd name="T23" fmla="*/ 5 h 10"/>
                  <a:gd name="T24" fmla="*/ 17 w 19"/>
                  <a:gd name="T25" fmla="*/ 6 h 10"/>
                  <a:gd name="T26" fmla="*/ 18 w 19"/>
                  <a:gd name="T27" fmla="*/ 7 h 10"/>
                  <a:gd name="T28" fmla="*/ 18 w 19"/>
                  <a:gd name="T29" fmla="*/ 8 h 10"/>
                  <a:gd name="T30" fmla="*/ 18 w 19"/>
                  <a:gd name="T31" fmla="*/ 9 h 10"/>
                  <a:gd name="T32" fmla="*/ 15 w 19"/>
                  <a:gd name="T33" fmla="*/ 10 h 10"/>
                  <a:gd name="T34" fmla="*/ 14 w 19"/>
                  <a:gd name="T35" fmla="*/ 9 h 10"/>
                  <a:gd name="T36" fmla="*/ 12 w 19"/>
                  <a:gd name="T37" fmla="*/ 9 h 10"/>
                  <a:gd name="T38" fmla="*/ 10 w 19"/>
                  <a:gd name="T3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10">
                    <a:moveTo>
                      <a:pt x="10" y="8"/>
                    </a:moveTo>
                    <a:cubicBezTo>
                      <a:pt x="9" y="8"/>
                      <a:pt x="8" y="8"/>
                      <a:pt x="8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1"/>
                      <a:pt x="11" y="2"/>
                      <a:pt x="13" y="3"/>
                    </a:cubicBezTo>
                    <a:cubicBezTo>
                      <a:pt x="13" y="3"/>
                      <a:pt x="13" y="4"/>
                      <a:pt x="14" y="4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6" y="10"/>
                      <a:pt x="15" y="10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1" y="9"/>
                      <a:pt x="10" y="8"/>
                      <a:pt x="10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4" name="Freeform 3210">
                <a:extLst>
                  <a:ext uri="{FF2B5EF4-FFF2-40B4-BE49-F238E27FC236}">
                    <a16:creationId xmlns:a16="http://schemas.microsoft.com/office/drawing/2014/main" id="{4DCF2A72-BB13-114B-8F42-D5C43980A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228"/>
                <a:ext cx="18" cy="17"/>
              </a:xfrm>
              <a:custGeom>
                <a:avLst/>
                <a:gdLst>
                  <a:gd name="T0" fmla="*/ 3 w 46"/>
                  <a:gd name="T1" fmla="*/ 12 h 42"/>
                  <a:gd name="T2" fmla="*/ 2 w 46"/>
                  <a:gd name="T3" fmla="*/ 11 h 42"/>
                  <a:gd name="T4" fmla="*/ 1 w 46"/>
                  <a:gd name="T5" fmla="*/ 10 h 42"/>
                  <a:gd name="T6" fmla="*/ 0 w 46"/>
                  <a:gd name="T7" fmla="*/ 9 h 42"/>
                  <a:gd name="T8" fmla="*/ 0 w 46"/>
                  <a:gd name="T9" fmla="*/ 6 h 42"/>
                  <a:gd name="T10" fmla="*/ 0 w 46"/>
                  <a:gd name="T11" fmla="*/ 3 h 42"/>
                  <a:gd name="T12" fmla="*/ 2 w 46"/>
                  <a:gd name="T13" fmla="*/ 1 h 42"/>
                  <a:gd name="T14" fmla="*/ 4 w 46"/>
                  <a:gd name="T15" fmla="*/ 2 h 42"/>
                  <a:gd name="T16" fmla="*/ 6 w 46"/>
                  <a:gd name="T17" fmla="*/ 5 h 42"/>
                  <a:gd name="T18" fmla="*/ 10 w 46"/>
                  <a:gd name="T19" fmla="*/ 8 h 42"/>
                  <a:gd name="T20" fmla="*/ 15 w 46"/>
                  <a:gd name="T21" fmla="*/ 7 h 42"/>
                  <a:gd name="T22" fmla="*/ 20 w 46"/>
                  <a:gd name="T23" fmla="*/ 7 h 42"/>
                  <a:gd name="T24" fmla="*/ 25 w 46"/>
                  <a:gd name="T25" fmla="*/ 7 h 42"/>
                  <a:gd name="T26" fmla="*/ 27 w 46"/>
                  <a:gd name="T27" fmla="*/ 9 h 42"/>
                  <a:gd name="T28" fmla="*/ 30 w 46"/>
                  <a:gd name="T29" fmla="*/ 12 h 42"/>
                  <a:gd name="T30" fmla="*/ 33 w 46"/>
                  <a:gd name="T31" fmla="*/ 16 h 42"/>
                  <a:gd name="T32" fmla="*/ 39 w 46"/>
                  <a:gd name="T33" fmla="*/ 23 h 42"/>
                  <a:gd name="T34" fmla="*/ 44 w 46"/>
                  <a:gd name="T35" fmla="*/ 28 h 42"/>
                  <a:gd name="T36" fmla="*/ 45 w 46"/>
                  <a:gd name="T37" fmla="*/ 32 h 42"/>
                  <a:gd name="T38" fmla="*/ 43 w 46"/>
                  <a:gd name="T39" fmla="*/ 34 h 42"/>
                  <a:gd name="T40" fmla="*/ 41 w 46"/>
                  <a:gd name="T41" fmla="*/ 37 h 42"/>
                  <a:gd name="T42" fmla="*/ 38 w 46"/>
                  <a:gd name="T43" fmla="*/ 39 h 42"/>
                  <a:gd name="T44" fmla="*/ 34 w 46"/>
                  <a:gd name="T45" fmla="*/ 39 h 42"/>
                  <a:gd name="T46" fmla="*/ 30 w 46"/>
                  <a:gd name="T47" fmla="*/ 39 h 42"/>
                  <a:gd name="T48" fmla="*/ 28 w 46"/>
                  <a:gd name="T49" fmla="*/ 41 h 42"/>
                  <a:gd name="T50" fmla="*/ 22 w 46"/>
                  <a:gd name="T51" fmla="*/ 38 h 42"/>
                  <a:gd name="T52" fmla="*/ 19 w 46"/>
                  <a:gd name="T53" fmla="*/ 36 h 42"/>
                  <a:gd name="T54" fmla="*/ 15 w 46"/>
                  <a:gd name="T55" fmla="*/ 35 h 42"/>
                  <a:gd name="T56" fmla="*/ 12 w 46"/>
                  <a:gd name="T57" fmla="*/ 35 h 42"/>
                  <a:gd name="T58" fmla="*/ 9 w 46"/>
                  <a:gd name="T59" fmla="*/ 34 h 42"/>
                  <a:gd name="T60" fmla="*/ 7 w 46"/>
                  <a:gd name="T61" fmla="*/ 33 h 42"/>
                  <a:gd name="T62" fmla="*/ 6 w 46"/>
                  <a:gd name="T63" fmla="*/ 32 h 42"/>
                  <a:gd name="T64" fmla="*/ 4 w 46"/>
                  <a:gd name="T65" fmla="*/ 30 h 42"/>
                  <a:gd name="T66" fmla="*/ 3 w 46"/>
                  <a:gd name="T67" fmla="*/ 28 h 42"/>
                  <a:gd name="T68" fmla="*/ 2 w 46"/>
                  <a:gd name="T69" fmla="*/ 26 h 42"/>
                  <a:gd name="T70" fmla="*/ 0 w 46"/>
                  <a:gd name="T71" fmla="*/ 23 h 42"/>
                  <a:gd name="T72" fmla="*/ 0 w 46"/>
                  <a:gd name="T73" fmla="*/ 22 h 42"/>
                  <a:gd name="T74" fmla="*/ 1 w 46"/>
                  <a:gd name="T75" fmla="*/ 22 h 42"/>
                  <a:gd name="T76" fmla="*/ 5 w 46"/>
                  <a:gd name="T77" fmla="*/ 23 h 42"/>
                  <a:gd name="T78" fmla="*/ 7 w 46"/>
                  <a:gd name="T79" fmla="*/ 22 h 42"/>
                  <a:gd name="T80" fmla="*/ 6 w 46"/>
                  <a:gd name="T81" fmla="*/ 19 h 42"/>
                  <a:gd name="T82" fmla="*/ 5 w 46"/>
                  <a:gd name="T83" fmla="*/ 17 h 42"/>
                  <a:gd name="T84" fmla="*/ 4 w 46"/>
                  <a:gd name="T85" fmla="*/ 15 h 42"/>
                  <a:gd name="T86" fmla="*/ 4 w 46"/>
                  <a:gd name="T87" fmla="*/ 13 h 42"/>
                  <a:gd name="T88" fmla="*/ 3 w 46"/>
                  <a:gd name="T89" fmla="*/ 13 h 42"/>
                  <a:gd name="T90" fmla="*/ 3 w 46"/>
                  <a:gd name="T91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42">
                    <a:moveTo>
                      <a:pt x="3" y="12"/>
                    </a:moveTo>
                    <a:cubicBezTo>
                      <a:pt x="3" y="11"/>
                      <a:pt x="2" y="11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6"/>
                      <a:pt x="8" y="7"/>
                      <a:pt x="10" y="8"/>
                    </a:cubicBezTo>
                    <a:cubicBezTo>
                      <a:pt x="11" y="8"/>
                      <a:pt x="13" y="8"/>
                      <a:pt x="15" y="7"/>
                    </a:cubicBezTo>
                    <a:cubicBezTo>
                      <a:pt x="17" y="7"/>
                      <a:pt x="19" y="7"/>
                      <a:pt x="20" y="7"/>
                    </a:cubicBezTo>
                    <a:cubicBezTo>
                      <a:pt x="22" y="7"/>
                      <a:pt x="23" y="7"/>
                      <a:pt x="25" y="7"/>
                    </a:cubicBezTo>
                    <a:cubicBezTo>
                      <a:pt x="26" y="8"/>
                      <a:pt x="26" y="8"/>
                      <a:pt x="27" y="9"/>
                    </a:cubicBezTo>
                    <a:cubicBezTo>
                      <a:pt x="28" y="10"/>
                      <a:pt x="29" y="11"/>
                      <a:pt x="30" y="12"/>
                    </a:cubicBezTo>
                    <a:cubicBezTo>
                      <a:pt x="31" y="13"/>
                      <a:pt x="32" y="15"/>
                      <a:pt x="33" y="16"/>
                    </a:cubicBezTo>
                    <a:cubicBezTo>
                      <a:pt x="35" y="19"/>
                      <a:pt x="36" y="21"/>
                      <a:pt x="39" y="23"/>
                    </a:cubicBezTo>
                    <a:cubicBezTo>
                      <a:pt x="40" y="25"/>
                      <a:pt x="42" y="26"/>
                      <a:pt x="44" y="28"/>
                    </a:cubicBezTo>
                    <a:cubicBezTo>
                      <a:pt x="44" y="29"/>
                      <a:pt x="46" y="31"/>
                      <a:pt x="45" y="32"/>
                    </a:cubicBezTo>
                    <a:cubicBezTo>
                      <a:pt x="45" y="33"/>
                      <a:pt x="44" y="34"/>
                      <a:pt x="43" y="34"/>
                    </a:cubicBezTo>
                    <a:cubicBezTo>
                      <a:pt x="42" y="35"/>
                      <a:pt x="41" y="36"/>
                      <a:pt x="41" y="37"/>
                    </a:cubicBezTo>
                    <a:cubicBezTo>
                      <a:pt x="40" y="38"/>
                      <a:pt x="39" y="38"/>
                      <a:pt x="38" y="39"/>
                    </a:cubicBezTo>
                    <a:cubicBezTo>
                      <a:pt x="37" y="39"/>
                      <a:pt x="36" y="39"/>
                      <a:pt x="34" y="39"/>
                    </a:cubicBezTo>
                    <a:cubicBezTo>
                      <a:pt x="33" y="39"/>
                      <a:pt x="32" y="39"/>
                      <a:pt x="30" y="39"/>
                    </a:cubicBezTo>
                    <a:cubicBezTo>
                      <a:pt x="29" y="40"/>
                      <a:pt x="29" y="41"/>
                      <a:pt x="28" y="41"/>
                    </a:cubicBezTo>
                    <a:cubicBezTo>
                      <a:pt x="25" y="42"/>
                      <a:pt x="23" y="40"/>
                      <a:pt x="22" y="38"/>
                    </a:cubicBezTo>
                    <a:cubicBezTo>
                      <a:pt x="21" y="37"/>
                      <a:pt x="20" y="37"/>
                      <a:pt x="19" y="36"/>
                    </a:cubicBezTo>
                    <a:cubicBezTo>
                      <a:pt x="17" y="36"/>
                      <a:pt x="16" y="35"/>
                      <a:pt x="15" y="35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11" y="34"/>
                      <a:pt x="10" y="34"/>
                      <a:pt x="9" y="34"/>
                    </a:cubicBezTo>
                    <a:cubicBezTo>
                      <a:pt x="9" y="33"/>
                      <a:pt x="8" y="33"/>
                      <a:pt x="7" y="33"/>
                    </a:cubicBezTo>
                    <a:cubicBezTo>
                      <a:pt x="7" y="33"/>
                      <a:pt x="6" y="32"/>
                      <a:pt x="6" y="32"/>
                    </a:cubicBezTo>
                    <a:cubicBezTo>
                      <a:pt x="5" y="32"/>
                      <a:pt x="4" y="31"/>
                      <a:pt x="4" y="30"/>
                    </a:cubicBezTo>
                    <a:cubicBezTo>
                      <a:pt x="4" y="30"/>
                      <a:pt x="4" y="29"/>
                      <a:pt x="3" y="28"/>
                    </a:cubicBezTo>
                    <a:cubicBezTo>
                      <a:pt x="3" y="27"/>
                      <a:pt x="2" y="27"/>
                      <a:pt x="2" y="26"/>
                    </a:cubicBezTo>
                    <a:cubicBezTo>
                      <a:pt x="1" y="25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3" y="22"/>
                      <a:pt x="4" y="23"/>
                      <a:pt x="5" y="23"/>
                    </a:cubicBezTo>
                    <a:cubicBezTo>
                      <a:pt x="6" y="23"/>
                      <a:pt x="7" y="23"/>
                      <a:pt x="7" y="22"/>
                    </a:cubicBezTo>
                    <a:cubicBezTo>
                      <a:pt x="7" y="21"/>
                      <a:pt x="6" y="20"/>
                      <a:pt x="6" y="19"/>
                    </a:cubicBezTo>
                    <a:cubicBezTo>
                      <a:pt x="5" y="18"/>
                      <a:pt x="5" y="18"/>
                      <a:pt x="5" y="17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4" y="14"/>
                      <a:pt x="4" y="14"/>
                      <a:pt x="4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5" name="Freeform 3211">
                <a:extLst>
                  <a:ext uri="{FF2B5EF4-FFF2-40B4-BE49-F238E27FC236}">
                    <a16:creationId xmlns:a16="http://schemas.microsoft.com/office/drawing/2014/main" id="{0F77EA79-A7C5-B540-8B87-E4719279D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230"/>
                <a:ext cx="6" cy="6"/>
              </a:xfrm>
              <a:custGeom>
                <a:avLst/>
                <a:gdLst>
                  <a:gd name="T0" fmla="*/ 1 w 15"/>
                  <a:gd name="T1" fmla="*/ 6 h 14"/>
                  <a:gd name="T2" fmla="*/ 1 w 15"/>
                  <a:gd name="T3" fmla="*/ 5 h 14"/>
                  <a:gd name="T4" fmla="*/ 3 w 15"/>
                  <a:gd name="T5" fmla="*/ 4 h 14"/>
                  <a:gd name="T6" fmla="*/ 5 w 15"/>
                  <a:gd name="T7" fmla="*/ 4 h 14"/>
                  <a:gd name="T8" fmla="*/ 7 w 15"/>
                  <a:gd name="T9" fmla="*/ 3 h 14"/>
                  <a:gd name="T10" fmla="*/ 8 w 15"/>
                  <a:gd name="T11" fmla="*/ 2 h 14"/>
                  <a:gd name="T12" fmla="*/ 9 w 15"/>
                  <a:gd name="T13" fmla="*/ 1 h 14"/>
                  <a:gd name="T14" fmla="*/ 12 w 15"/>
                  <a:gd name="T15" fmla="*/ 1 h 14"/>
                  <a:gd name="T16" fmla="*/ 13 w 15"/>
                  <a:gd name="T17" fmla="*/ 1 h 14"/>
                  <a:gd name="T18" fmla="*/ 14 w 15"/>
                  <a:gd name="T19" fmla="*/ 2 h 14"/>
                  <a:gd name="T20" fmla="*/ 15 w 15"/>
                  <a:gd name="T21" fmla="*/ 3 h 14"/>
                  <a:gd name="T22" fmla="*/ 14 w 15"/>
                  <a:gd name="T23" fmla="*/ 7 h 14"/>
                  <a:gd name="T24" fmla="*/ 9 w 15"/>
                  <a:gd name="T25" fmla="*/ 9 h 14"/>
                  <a:gd name="T26" fmla="*/ 7 w 15"/>
                  <a:gd name="T27" fmla="*/ 12 h 14"/>
                  <a:gd name="T28" fmla="*/ 5 w 15"/>
                  <a:gd name="T29" fmla="*/ 13 h 14"/>
                  <a:gd name="T30" fmla="*/ 3 w 15"/>
                  <a:gd name="T31" fmla="*/ 14 h 14"/>
                  <a:gd name="T32" fmla="*/ 1 w 15"/>
                  <a:gd name="T33" fmla="*/ 13 h 14"/>
                  <a:gd name="T34" fmla="*/ 0 w 15"/>
                  <a:gd name="T35" fmla="*/ 12 h 14"/>
                  <a:gd name="T36" fmla="*/ 0 w 15"/>
                  <a:gd name="T37" fmla="*/ 12 h 14"/>
                  <a:gd name="T38" fmla="*/ 0 w 15"/>
                  <a:gd name="T39" fmla="*/ 10 h 14"/>
                  <a:gd name="T40" fmla="*/ 0 w 15"/>
                  <a:gd name="T41" fmla="*/ 10 h 14"/>
                  <a:gd name="T42" fmla="*/ 1 w 15"/>
                  <a:gd name="T43" fmla="*/ 9 h 14"/>
                  <a:gd name="T44" fmla="*/ 1 w 15"/>
                  <a:gd name="T45" fmla="*/ 8 h 14"/>
                  <a:gd name="T46" fmla="*/ 1 w 15"/>
                  <a:gd name="T4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4">
                    <a:moveTo>
                      <a:pt x="1" y="6"/>
                    </a:moveTo>
                    <a:cubicBezTo>
                      <a:pt x="1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1" y="0"/>
                      <a:pt x="12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5" y="6"/>
                      <a:pt x="14" y="7"/>
                    </a:cubicBezTo>
                    <a:cubicBezTo>
                      <a:pt x="13" y="8"/>
                      <a:pt x="11" y="9"/>
                      <a:pt x="9" y="9"/>
                    </a:cubicBezTo>
                    <a:cubicBezTo>
                      <a:pt x="8" y="10"/>
                      <a:pt x="7" y="11"/>
                      <a:pt x="7" y="12"/>
                    </a:cubicBezTo>
                    <a:cubicBezTo>
                      <a:pt x="6" y="12"/>
                      <a:pt x="6" y="13"/>
                      <a:pt x="5" y="13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1" y="13"/>
                      <a:pt x="0" y="13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6" name="Freeform 3212">
                <a:extLst>
                  <a:ext uri="{FF2B5EF4-FFF2-40B4-BE49-F238E27FC236}">
                    <a16:creationId xmlns:a16="http://schemas.microsoft.com/office/drawing/2014/main" id="{A6C5AA0E-6DB2-8445-BD2C-3AE758559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225"/>
                <a:ext cx="6" cy="4"/>
              </a:xfrm>
              <a:custGeom>
                <a:avLst/>
                <a:gdLst>
                  <a:gd name="T0" fmla="*/ 1 w 15"/>
                  <a:gd name="T1" fmla="*/ 9 h 10"/>
                  <a:gd name="T2" fmla="*/ 1 w 15"/>
                  <a:gd name="T3" fmla="*/ 7 h 10"/>
                  <a:gd name="T4" fmla="*/ 2 w 15"/>
                  <a:gd name="T5" fmla="*/ 6 h 10"/>
                  <a:gd name="T6" fmla="*/ 3 w 15"/>
                  <a:gd name="T7" fmla="*/ 5 h 10"/>
                  <a:gd name="T8" fmla="*/ 3 w 15"/>
                  <a:gd name="T9" fmla="*/ 4 h 10"/>
                  <a:gd name="T10" fmla="*/ 3 w 15"/>
                  <a:gd name="T11" fmla="*/ 3 h 10"/>
                  <a:gd name="T12" fmla="*/ 3 w 15"/>
                  <a:gd name="T13" fmla="*/ 2 h 10"/>
                  <a:gd name="T14" fmla="*/ 4 w 15"/>
                  <a:gd name="T15" fmla="*/ 2 h 10"/>
                  <a:gd name="T16" fmla="*/ 4 w 15"/>
                  <a:gd name="T17" fmla="*/ 1 h 10"/>
                  <a:gd name="T18" fmla="*/ 5 w 15"/>
                  <a:gd name="T19" fmla="*/ 0 h 10"/>
                  <a:gd name="T20" fmla="*/ 9 w 15"/>
                  <a:gd name="T21" fmla="*/ 0 h 10"/>
                  <a:gd name="T22" fmla="*/ 10 w 15"/>
                  <a:gd name="T23" fmla="*/ 1 h 10"/>
                  <a:gd name="T24" fmla="*/ 11 w 15"/>
                  <a:gd name="T25" fmla="*/ 2 h 10"/>
                  <a:gd name="T26" fmla="*/ 13 w 15"/>
                  <a:gd name="T27" fmla="*/ 5 h 10"/>
                  <a:gd name="T28" fmla="*/ 14 w 15"/>
                  <a:gd name="T29" fmla="*/ 6 h 10"/>
                  <a:gd name="T30" fmla="*/ 15 w 15"/>
                  <a:gd name="T31" fmla="*/ 7 h 10"/>
                  <a:gd name="T32" fmla="*/ 15 w 15"/>
                  <a:gd name="T33" fmla="*/ 8 h 10"/>
                  <a:gd name="T34" fmla="*/ 14 w 15"/>
                  <a:gd name="T35" fmla="*/ 9 h 10"/>
                  <a:gd name="T36" fmla="*/ 13 w 15"/>
                  <a:gd name="T37" fmla="*/ 10 h 10"/>
                  <a:gd name="T38" fmla="*/ 9 w 15"/>
                  <a:gd name="T39" fmla="*/ 10 h 10"/>
                  <a:gd name="T40" fmla="*/ 8 w 15"/>
                  <a:gd name="T41" fmla="*/ 10 h 10"/>
                  <a:gd name="T42" fmla="*/ 8 w 15"/>
                  <a:gd name="T43" fmla="*/ 10 h 10"/>
                  <a:gd name="T44" fmla="*/ 7 w 15"/>
                  <a:gd name="T45" fmla="*/ 10 h 10"/>
                  <a:gd name="T46" fmla="*/ 6 w 15"/>
                  <a:gd name="T47" fmla="*/ 10 h 10"/>
                  <a:gd name="T48" fmla="*/ 3 w 15"/>
                  <a:gd name="T49" fmla="*/ 10 h 10"/>
                  <a:gd name="T50" fmla="*/ 2 w 15"/>
                  <a:gd name="T51" fmla="*/ 9 h 10"/>
                  <a:gd name="T52" fmla="*/ 1 w 15"/>
                  <a:gd name="T5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" h="10">
                    <a:moveTo>
                      <a:pt x="1" y="9"/>
                    </a:moveTo>
                    <a:cubicBezTo>
                      <a:pt x="1" y="8"/>
                      <a:pt x="0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3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6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5" y="7"/>
                      <a:pt x="15" y="7"/>
                      <a:pt x="15" y="8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4" y="9"/>
                      <a:pt x="13" y="10"/>
                      <a:pt x="13" y="10"/>
                    </a:cubicBezTo>
                    <a:cubicBezTo>
                      <a:pt x="12" y="10"/>
                      <a:pt x="11" y="10"/>
                      <a:pt x="9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4" y="10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7" name="Freeform 3213">
                <a:extLst>
                  <a:ext uri="{FF2B5EF4-FFF2-40B4-BE49-F238E27FC236}">
                    <a16:creationId xmlns:a16="http://schemas.microsoft.com/office/drawing/2014/main" id="{3843D612-7959-354E-AEEF-84C37DA71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217"/>
                <a:ext cx="6" cy="15"/>
              </a:xfrm>
              <a:custGeom>
                <a:avLst/>
                <a:gdLst>
                  <a:gd name="T0" fmla="*/ 1 w 14"/>
                  <a:gd name="T1" fmla="*/ 22 h 37"/>
                  <a:gd name="T2" fmla="*/ 1 w 14"/>
                  <a:gd name="T3" fmla="*/ 16 h 37"/>
                  <a:gd name="T4" fmla="*/ 0 w 14"/>
                  <a:gd name="T5" fmla="*/ 7 h 37"/>
                  <a:gd name="T6" fmla="*/ 0 w 14"/>
                  <a:gd name="T7" fmla="*/ 3 h 37"/>
                  <a:gd name="T8" fmla="*/ 0 w 14"/>
                  <a:gd name="T9" fmla="*/ 1 h 37"/>
                  <a:gd name="T10" fmla="*/ 3 w 14"/>
                  <a:gd name="T11" fmla="*/ 0 h 37"/>
                  <a:gd name="T12" fmla="*/ 6 w 14"/>
                  <a:gd name="T13" fmla="*/ 2 h 37"/>
                  <a:gd name="T14" fmla="*/ 8 w 14"/>
                  <a:gd name="T15" fmla="*/ 7 h 37"/>
                  <a:gd name="T16" fmla="*/ 8 w 14"/>
                  <a:gd name="T17" fmla="*/ 11 h 37"/>
                  <a:gd name="T18" fmla="*/ 9 w 14"/>
                  <a:gd name="T19" fmla="*/ 15 h 37"/>
                  <a:gd name="T20" fmla="*/ 10 w 14"/>
                  <a:gd name="T21" fmla="*/ 20 h 37"/>
                  <a:gd name="T22" fmla="*/ 11 w 14"/>
                  <a:gd name="T23" fmla="*/ 23 h 37"/>
                  <a:gd name="T24" fmla="*/ 11 w 14"/>
                  <a:gd name="T25" fmla="*/ 24 h 37"/>
                  <a:gd name="T26" fmla="*/ 13 w 14"/>
                  <a:gd name="T27" fmla="*/ 26 h 37"/>
                  <a:gd name="T28" fmla="*/ 14 w 14"/>
                  <a:gd name="T29" fmla="*/ 30 h 37"/>
                  <a:gd name="T30" fmla="*/ 11 w 14"/>
                  <a:gd name="T31" fmla="*/ 35 h 37"/>
                  <a:gd name="T32" fmla="*/ 7 w 14"/>
                  <a:gd name="T33" fmla="*/ 37 h 37"/>
                  <a:gd name="T34" fmla="*/ 4 w 14"/>
                  <a:gd name="T35" fmla="*/ 35 h 37"/>
                  <a:gd name="T36" fmla="*/ 2 w 14"/>
                  <a:gd name="T37" fmla="*/ 31 h 37"/>
                  <a:gd name="T38" fmla="*/ 2 w 14"/>
                  <a:gd name="T39" fmla="*/ 29 h 37"/>
                  <a:gd name="T40" fmla="*/ 1 w 14"/>
                  <a:gd name="T41" fmla="*/ 27 h 37"/>
                  <a:gd name="T42" fmla="*/ 1 w 14"/>
                  <a:gd name="T43" fmla="*/ 24 h 37"/>
                  <a:gd name="T44" fmla="*/ 1 w 14"/>
                  <a:gd name="T45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37">
                    <a:moveTo>
                      <a:pt x="1" y="22"/>
                    </a:moveTo>
                    <a:cubicBezTo>
                      <a:pt x="1" y="20"/>
                      <a:pt x="1" y="18"/>
                      <a:pt x="1" y="16"/>
                    </a:cubicBezTo>
                    <a:cubicBezTo>
                      <a:pt x="1" y="13"/>
                      <a:pt x="0" y="10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3"/>
                      <a:pt x="8" y="5"/>
                      <a:pt x="8" y="7"/>
                    </a:cubicBezTo>
                    <a:cubicBezTo>
                      <a:pt x="8" y="8"/>
                      <a:pt x="8" y="10"/>
                      <a:pt x="8" y="11"/>
                    </a:cubicBezTo>
                    <a:cubicBezTo>
                      <a:pt x="8" y="13"/>
                      <a:pt x="9" y="14"/>
                      <a:pt x="9" y="15"/>
                    </a:cubicBezTo>
                    <a:cubicBezTo>
                      <a:pt x="10" y="17"/>
                      <a:pt x="10" y="18"/>
                      <a:pt x="10" y="20"/>
                    </a:cubicBezTo>
                    <a:cubicBezTo>
                      <a:pt x="10" y="21"/>
                      <a:pt x="10" y="22"/>
                      <a:pt x="11" y="23"/>
                    </a:cubicBezTo>
                    <a:cubicBezTo>
                      <a:pt x="11" y="23"/>
                      <a:pt x="11" y="24"/>
                      <a:pt x="11" y="24"/>
                    </a:cubicBezTo>
                    <a:cubicBezTo>
                      <a:pt x="12" y="25"/>
                      <a:pt x="12" y="25"/>
                      <a:pt x="13" y="26"/>
                    </a:cubicBezTo>
                    <a:cubicBezTo>
                      <a:pt x="14" y="27"/>
                      <a:pt x="14" y="28"/>
                      <a:pt x="14" y="30"/>
                    </a:cubicBezTo>
                    <a:cubicBezTo>
                      <a:pt x="13" y="31"/>
                      <a:pt x="12" y="33"/>
                      <a:pt x="11" y="35"/>
                    </a:cubicBezTo>
                    <a:cubicBezTo>
                      <a:pt x="10" y="36"/>
                      <a:pt x="9" y="37"/>
                      <a:pt x="7" y="37"/>
                    </a:cubicBezTo>
                    <a:cubicBezTo>
                      <a:pt x="6" y="37"/>
                      <a:pt x="5" y="36"/>
                      <a:pt x="4" y="35"/>
                    </a:cubicBezTo>
                    <a:cubicBezTo>
                      <a:pt x="3" y="34"/>
                      <a:pt x="3" y="33"/>
                      <a:pt x="2" y="31"/>
                    </a:cubicBezTo>
                    <a:cubicBezTo>
                      <a:pt x="2" y="31"/>
                      <a:pt x="2" y="30"/>
                      <a:pt x="2" y="29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1" y="26"/>
                      <a:pt x="1" y="25"/>
                      <a:pt x="1" y="24"/>
                    </a:cubicBezTo>
                    <a:cubicBezTo>
                      <a:pt x="1" y="23"/>
                      <a:pt x="1" y="22"/>
                      <a:pt x="1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8" name="Freeform 3214">
                <a:extLst>
                  <a:ext uri="{FF2B5EF4-FFF2-40B4-BE49-F238E27FC236}">
                    <a16:creationId xmlns:a16="http://schemas.microsoft.com/office/drawing/2014/main" id="{84F5B869-84BA-2F42-B384-A11CD84EE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9"/>
                <a:ext cx="11" cy="22"/>
              </a:xfrm>
              <a:custGeom>
                <a:avLst/>
                <a:gdLst>
                  <a:gd name="T0" fmla="*/ 13 w 26"/>
                  <a:gd name="T1" fmla="*/ 22 h 55"/>
                  <a:gd name="T2" fmla="*/ 13 w 26"/>
                  <a:gd name="T3" fmla="*/ 19 h 55"/>
                  <a:gd name="T4" fmla="*/ 13 w 26"/>
                  <a:gd name="T5" fmla="*/ 11 h 55"/>
                  <a:gd name="T6" fmla="*/ 13 w 26"/>
                  <a:gd name="T7" fmla="*/ 7 h 55"/>
                  <a:gd name="T8" fmla="*/ 15 w 26"/>
                  <a:gd name="T9" fmla="*/ 3 h 55"/>
                  <a:gd name="T10" fmla="*/ 16 w 26"/>
                  <a:gd name="T11" fmla="*/ 1 h 55"/>
                  <a:gd name="T12" fmla="*/ 17 w 26"/>
                  <a:gd name="T13" fmla="*/ 2 h 55"/>
                  <a:gd name="T14" fmla="*/ 18 w 26"/>
                  <a:gd name="T15" fmla="*/ 4 h 55"/>
                  <a:gd name="T16" fmla="*/ 19 w 26"/>
                  <a:gd name="T17" fmla="*/ 8 h 55"/>
                  <a:gd name="T18" fmla="*/ 20 w 26"/>
                  <a:gd name="T19" fmla="*/ 14 h 55"/>
                  <a:gd name="T20" fmla="*/ 20 w 26"/>
                  <a:gd name="T21" fmla="*/ 19 h 55"/>
                  <a:gd name="T22" fmla="*/ 20 w 26"/>
                  <a:gd name="T23" fmla="*/ 25 h 55"/>
                  <a:gd name="T24" fmla="*/ 24 w 26"/>
                  <a:gd name="T25" fmla="*/ 30 h 55"/>
                  <a:gd name="T26" fmla="*/ 26 w 26"/>
                  <a:gd name="T27" fmla="*/ 34 h 55"/>
                  <a:gd name="T28" fmla="*/ 23 w 26"/>
                  <a:gd name="T29" fmla="*/ 38 h 55"/>
                  <a:gd name="T30" fmla="*/ 19 w 26"/>
                  <a:gd name="T31" fmla="*/ 41 h 55"/>
                  <a:gd name="T32" fmla="*/ 19 w 26"/>
                  <a:gd name="T33" fmla="*/ 46 h 55"/>
                  <a:gd name="T34" fmla="*/ 18 w 26"/>
                  <a:gd name="T35" fmla="*/ 52 h 55"/>
                  <a:gd name="T36" fmla="*/ 15 w 26"/>
                  <a:gd name="T37" fmla="*/ 54 h 55"/>
                  <a:gd name="T38" fmla="*/ 11 w 26"/>
                  <a:gd name="T39" fmla="*/ 54 h 55"/>
                  <a:gd name="T40" fmla="*/ 10 w 26"/>
                  <a:gd name="T41" fmla="*/ 51 h 55"/>
                  <a:gd name="T42" fmla="*/ 10 w 26"/>
                  <a:gd name="T43" fmla="*/ 49 h 55"/>
                  <a:gd name="T44" fmla="*/ 10 w 26"/>
                  <a:gd name="T45" fmla="*/ 48 h 55"/>
                  <a:gd name="T46" fmla="*/ 10 w 26"/>
                  <a:gd name="T47" fmla="*/ 46 h 55"/>
                  <a:gd name="T48" fmla="*/ 10 w 26"/>
                  <a:gd name="T49" fmla="*/ 44 h 55"/>
                  <a:gd name="T50" fmla="*/ 9 w 26"/>
                  <a:gd name="T51" fmla="*/ 43 h 55"/>
                  <a:gd name="T52" fmla="*/ 9 w 26"/>
                  <a:gd name="T53" fmla="*/ 43 h 55"/>
                  <a:gd name="T54" fmla="*/ 8 w 26"/>
                  <a:gd name="T55" fmla="*/ 43 h 55"/>
                  <a:gd name="T56" fmla="*/ 7 w 26"/>
                  <a:gd name="T57" fmla="*/ 44 h 55"/>
                  <a:gd name="T58" fmla="*/ 7 w 26"/>
                  <a:gd name="T59" fmla="*/ 45 h 55"/>
                  <a:gd name="T60" fmla="*/ 6 w 26"/>
                  <a:gd name="T61" fmla="*/ 47 h 55"/>
                  <a:gd name="T62" fmla="*/ 5 w 26"/>
                  <a:gd name="T63" fmla="*/ 49 h 55"/>
                  <a:gd name="T64" fmla="*/ 4 w 26"/>
                  <a:gd name="T65" fmla="*/ 49 h 55"/>
                  <a:gd name="T66" fmla="*/ 2 w 26"/>
                  <a:gd name="T67" fmla="*/ 47 h 55"/>
                  <a:gd name="T68" fmla="*/ 1 w 26"/>
                  <a:gd name="T69" fmla="*/ 46 h 55"/>
                  <a:gd name="T70" fmla="*/ 0 w 26"/>
                  <a:gd name="T71" fmla="*/ 41 h 55"/>
                  <a:gd name="T72" fmla="*/ 0 w 26"/>
                  <a:gd name="T73" fmla="*/ 38 h 55"/>
                  <a:gd name="T74" fmla="*/ 0 w 26"/>
                  <a:gd name="T75" fmla="*/ 36 h 55"/>
                  <a:gd name="T76" fmla="*/ 1 w 26"/>
                  <a:gd name="T77" fmla="*/ 35 h 55"/>
                  <a:gd name="T78" fmla="*/ 3 w 26"/>
                  <a:gd name="T79" fmla="*/ 34 h 55"/>
                  <a:gd name="T80" fmla="*/ 9 w 26"/>
                  <a:gd name="T81" fmla="*/ 31 h 55"/>
                  <a:gd name="T82" fmla="*/ 12 w 26"/>
                  <a:gd name="T83" fmla="*/ 27 h 55"/>
                  <a:gd name="T84" fmla="*/ 13 w 26"/>
                  <a:gd name="T85" fmla="*/ 2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55">
                    <a:moveTo>
                      <a:pt x="13" y="22"/>
                    </a:move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6"/>
                      <a:pt x="13" y="14"/>
                      <a:pt x="13" y="11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4" y="6"/>
                      <a:pt x="14" y="4"/>
                      <a:pt x="15" y="3"/>
                    </a:cubicBezTo>
                    <a:cubicBezTo>
                      <a:pt x="15" y="2"/>
                      <a:pt x="15" y="0"/>
                      <a:pt x="16" y="1"/>
                    </a:cubicBezTo>
                    <a:cubicBezTo>
                      <a:pt x="17" y="1"/>
                      <a:pt x="17" y="2"/>
                      <a:pt x="17" y="2"/>
                    </a:cubicBezTo>
                    <a:cubicBezTo>
                      <a:pt x="18" y="3"/>
                      <a:pt x="18" y="4"/>
                      <a:pt x="18" y="4"/>
                    </a:cubicBezTo>
                    <a:cubicBezTo>
                      <a:pt x="19" y="6"/>
                      <a:pt x="19" y="7"/>
                      <a:pt x="19" y="8"/>
                    </a:cubicBezTo>
                    <a:cubicBezTo>
                      <a:pt x="20" y="10"/>
                      <a:pt x="20" y="12"/>
                      <a:pt x="20" y="14"/>
                    </a:cubicBezTo>
                    <a:cubicBezTo>
                      <a:pt x="20" y="16"/>
                      <a:pt x="20" y="18"/>
                      <a:pt x="20" y="19"/>
                    </a:cubicBezTo>
                    <a:cubicBezTo>
                      <a:pt x="19" y="21"/>
                      <a:pt x="19" y="23"/>
                      <a:pt x="20" y="25"/>
                    </a:cubicBezTo>
                    <a:cubicBezTo>
                      <a:pt x="21" y="27"/>
                      <a:pt x="22" y="29"/>
                      <a:pt x="24" y="30"/>
                    </a:cubicBezTo>
                    <a:cubicBezTo>
                      <a:pt x="25" y="31"/>
                      <a:pt x="26" y="32"/>
                      <a:pt x="26" y="34"/>
                    </a:cubicBezTo>
                    <a:cubicBezTo>
                      <a:pt x="26" y="36"/>
                      <a:pt x="25" y="37"/>
                      <a:pt x="23" y="38"/>
                    </a:cubicBezTo>
                    <a:cubicBezTo>
                      <a:pt x="22" y="39"/>
                      <a:pt x="20" y="39"/>
                      <a:pt x="19" y="41"/>
                    </a:cubicBezTo>
                    <a:cubicBezTo>
                      <a:pt x="18" y="43"/>
                      <a:pt x="19" y="45"/>
                      <a:pt x="19" y="46"/>
                    </a:cubicBezTo>
                    <a:cubicBezTo>
                      <a:pt x="19" y="48"/>
                      <a:pt x="19" y="50"/>
                      <a:pt x="18" y="52"/>
                    </a:cubicBezTo>
                    <a:cubicBezTo>
                      <a:pt x="17" y="53"/>
                      <a:pt x="16" y="54"/>
                      <a:pt x="15" y="54"/>
                    </a:cubicBezTo>
                    <a:cubicBezTo>
                      <a:pt x="14" y="55"/>
                      <a:pt x="12" y="55"/>
                      <a:pt x="11" y="54"/>
                    </a:cubicBezTo>
                    <a:cubicBezTo>
                      <a:pt x="10" y="53"/>
                      <a:pt x="11" y="52"/>
                      <a:pt x="10" y="51"/>
                    </a:cubicBezTo>
                    <a:cubicBezTo>
                      <a:pt x="10" y="50"/>
                      <a:pt x="10" y="50"/>
                      <a:pt x="10" y="49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6"/>
                    </a:cubicBezTo>
                    <a:cubicBezTo>
                      <a:pt x="10" y="46"/>
                      <a:pt x="10" y="45"/>
                      <a:pt x="10" y="44"/>
                    </a:cubicBezTo>
                    <a:cubicBezTo>
                      <a:pt x="10" y="44"/>
                      <a:pt x="10" y="43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8" y="42"/>
                      <a:pt x="8" y="42"/>
                      <a:pt x="8" y="43"/>
                    </a:cubicBezTo>
                    <a:cubicBezTo>
                      <a:pt x="8" y="43"/>
                      <a:pt x="7" y="43"/>
                      <a:pt x="7" y="44"/>
                    </a:cubicBezTo>
                    <a:cubicBezTo>
                      <a:pt x="7" y="44"/>
                      <a:pt x="7" y="45"/>
                      <a:pt x="7" y="45"/>
                    </a:cubicBezTo>
                    <a:cubicBezTo>
                      <a:pt x="7" y="46"/>
                      <a:pt x="6" y="46"/>
                      <a:pt x="6" y="47"/>
                    </a:cubicBezTo>
                    <a:cubicBezTo>
                      <a:pt x="6" y="47"/>
                      <a:pt x="6" y="49"/>
                      <a:pt x="5" y="49"/>
                    </a:cubicBezTo>
                    <a:cubicBezTo>
                      <a:pt x="5" y="49"/>
                      <a:pt x="4" y="49"/>
                      <a:pt x="4" y="49"/>
                    </a:cubicBezTo>
                    <a:cubicBezTo>
                      <a:pt x="3" y="48"/>
                      <a:pt x="3" y="47"/>
                      <a:pt x="2" y="47"/>
                    </a:cubicBezTo>
                    <a:cubicBezTo>
                      <a:pt x="2" y="46"/>
                      <a:pt x="1" y="46"/>
                      <a:pt x="1" y="46"/>
                    </a:cubicBezTo>
                    <a:cubicBezTo>
                      <a:pt x="0" y="44"/>
                      <a:pt x="0" y="43"/>
                      <a:pt x="0" y="41"/>
                    </a:cubicBezTo>
                    <a:cubicBezTo>
                      <a:pt x="0" y="40"/>
                      <a:pt x="0" y="39"/>
                      <a:pt x="0" y="38"/>
                    </a:cubicBezTo>
                    <a:cubicBezTo>
                      <a:pt x="0" y="37"/>
                      <a:pt x="0" y="37"/>
                      <a:pt x="0" y="36"/>
                    </a:cubicBezTo>
                    <a:cubicBezTo>
                      <a:pt x="1" y="36"/>
                      <a:pt x="1" y="35"/>
                      <a:pt x="1" y="35"/>
                    </a:cubicBezTo>
                    <a:cubicBezTo>
                      <a:pt x="2" y="34"/>
                      <a:pt x="2" y="34"/>
                      <a:pt x="3" y="34"/>
                    </a:cubicBezTo>
                    <a:cubicBezTo>
                      <a:pt x="5" y="33"/>
                      <a:pt x="7" y="33"/>
                      <a:pt x="9" y="31"/>
                    </a:cubicBezTo>
                    <a:cubicBezTo>
                      <a:pt x="10" y="30"/>
                      <a:pt x="11" y="28"/>
                      <a:pt x="12" y="27"/>
                    </a:cubicBezTo>
                    <a:cubicBezTo>
                      <a:pt x="13" y="25"/>
                      <a:pt x="13" y="24"/>
                      <a:pt x="1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9" name="Freeform 3215">
                <a:extLst>
                  <a:ext uri="{FF2B5EF4-FFF2-40B4-BE49-F238E27FC236}">
                    <a16:creationId xmlns:a16="http://schemas.microsoft.com/office/drawing/2014/main" id="{ECF0C67D-6EFB-B945-8DEF-B761E3258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7"/>
                <a:ext cx="4" cy="13"/>
              </a:xfrm>
              <a:custGeom>
                <a:avLst/>
                <a:gdLst>
                  <a:gd name="T0" fmla="*/ 8 w 10"/>
                  <a:gd name="T1" fmla="*/ 27 h 32"/>
                  <a:gd name="T2" fmla="*/ 6 w 10"/>
                  <a:gd name="T3" fmla="*/ 31 h 32"/>
                  <a:gd name="T4" fmla="*/ 4 w 10"/>
                  <a:gd name="T5" fmla="*/ 31 h 32"/>
                  <a:gd name="T6" fmla="*/ 2 w 10"/>
                  <a:gd name="T7" fmla="*/ 29 h 32"/>
                  <a:gd name="T8" fmla="*/ 1 w 10"/>
                  <a:gd name="T9" fmla="*/ 23 h 32"/>
                  <a:gd name="T10" fmla="*/ 1 w 10"/>
                  <a:gd name="T11" fmla="*/ 15 h 32"/>
                  <a:gd name="T12" fmla="*/ 0 w 10"/>
                  <a:gd name="T13" fmla="*/ 12 h 32"/>
                  <a:gd name="T14" fmla="*/ 0 w 10"/>
                  <a:gd name="T15" fmla="*/ 8 h 32"/>
                  <a:gd name="T16" fmla="*/ 0 w 10"/>
                  <a:gd name="T17" fmla="*/ 5 h 32"/>
                  <a:gd name="T18" fmla="*/ 1 w 10"/>
                  <a:gd name="T19" fmla="*/ 3 h 32"/>
                  <a:gd name="T20" fmla="*/ 3 w 10"/>
                  <a:gd name="T21" fmla="*/ 0 h 32"/>
                  <a:gd name="T22" fmla="*/ 6 w 10"/>
                  <a:gd name="T23" fmla="*/ 1 h 32"/>
                  <a:gd name="T24" fmla="*/ 8 w 10"/>
                  <a:gd name="T25" fmla="*/ 4 h 32"/>
                  <a:gd name="T26" fmla="*/ 10 w 10"/>
                  <a:gd name="T27" fmla="*/ 12 h 32"/>
                  <a:gd name="T28" fmla="*/ 10 w 10"/>
                  <a:gd name="T29" fmla="*/ 14 h 32"/>
                  <a:gd name="T30" fmla="*/ 10 w 10"/>
                  <a:gd name="T31" fmla="*/ 20 h 32"/>
                  <a:gd name="T32" fmla="*/ 9 w 10"/>
                  <a:gd name="T33" fmla="*/ 21 h 32"/>
                  <a:gd name="T34" fmla="*/ 9 w 10"/>
                  <a:gd name="T35" fmla="*/ 24 h 32"/>
                  <a:gd name="T36" fmla="*/ 8 w 10"/>
                  <a:gd name="T3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32">
                    <a:moveTo>
                      <a:pt x="8" y="27"/>
                    </a:moveTo>
                    <a:cubicBezTo>
                      <a:pt x="8" y="28"/>
                      <a:pt x="8" y="32"/>
                      <a:pt x="6" y="31"/>
                    </a:cubicBezTo>
                    <a:cubicBezTo>
                      <a:pt x="5" y="31"/>
                      <a:pt x="4" y="31"/>
                      <a:pt x="4" y="31"/>
                    </a:cubicBezTo>
                    <a:cubicBezTo>
                      <a:pt x="3" y="31"/>
                      <a:pt x="3" y="30"/>
                      <a:pt x="2" y="29"/>
                    </a:cubicBezTo>
                    <a:cubicBezTo>
                      <a:pt x="1" y="27"/>
                      <a:pt x="1" y="25"/>
                      <a:pt x="1" y="23"/>
                    </a:cubicBezTo>
                    <a:cubicBezTo>
                      <a:pt x="1" y="20"/>
                      <a:pt x="1" y="18"/>
                      <a:pt x="1" y="15"/>
                    </a:cubicBezTo>
                    <a:cubicBezTo>
                      <a:pt x="1" y="14"/>
                      <a:pt x="1" y="13"/>
                      <a:pt x="0" y="12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4" y="0"/>
                      <a:pt x="6" y="0"/>
                      <a:pt x="6" y="1"/>
                    </a:cubicBezTo>
                    <a:cubicBezTo>
                      <a:pt x="7" y="2"/>
                      <a:pt x="7" y="3"/>
                      <a:pt x="8" y="4"/>
                    </a:cubicBezTo>
                    <a:cubicBezTo>
                      <a:pt x="9" y="7"/>
                      <a:pt x="9" y="10"/>
                      <a:pt x="10" y="12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6"/>
                      <a:pt x="10" y="18"/>
                      <a:pt x="10" y="20"/>
                    </a:cubicBezTo>
                    <a:cubicBezTo>
                      <a:pt x="10" y="20"/>
                      <a:pt x="9" y="21"/>
                      <a:pt x="9" y="21"/>
                    </a:cubicBezTo>
                    <a:cubicBezTo>
                      <a:pt x="9" y="22"/>
                      <a:pt x="9" y="23"/>
                      <a:pt x="9" y="24"/>
                    </a:cubicBezTo>
                    <a:cubicBezTo>
                      <a:pt x="9" y="25"/>
                      <a:pt x="8" y="26"/>
                      <a:pt x="8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0" name="Freeform 3216">
                <a:extLst>
                  <a:ext uri="{FF2B5EF4-FFF2-40B4-BE49-F238E27FC236}">
                    <a16:creationId xmlns:a16="http://schemas.microsoft.com/office/drawing/2014/main" id="{1CADCE12-A586-2C46-86FC-85CD0ED1B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215"/>
                <a:ext cx="4" cy="17"/>
              </a:xfrm>
              <a:custGeom>
                <a:avLst/>
                <a:gdLst>
                  <a:gd name="T0" fmla="*/ 10 w 11"/>
                  <a:gd name="T1" fmla="*/ 36 h 43"/>
                  <a:gd name="T2" fmla="*/ 11 w 11"/>
                  <a:gd name="T3" fmla="*/ 33 h 43"/>
                  <a:gd name="T4" fmla="*/ 10 w 11"/>
                  <a:gd name="T5" fmla="*/ 28 h 43"/>
                  <a:gd name="T6" fmla="*/ 9 w 11"/>
                  <a:gd name="T7" fmla="*/ 24 h 43"/>
                  <a:gd name="T8" fmla="*/ 8 w 11"/>
                  <a:gd name="T9" fmla="*/ 19 h 43"/>
                  <a:gd name="T10" fmla="*/ 7 w 11"/>
                  <a:gd name="T11" fmla="*/ 15 h 43"/>
                  <a:gd name="T12" fmla="*/ 5 w 11"/>
                  <a:gd name="T13" fmla="*/ 8 h 43"/>
                  <a:gd name="T14" fmla="*/ 5 w 11"/>
                  <a:gd name="T15" fmla="*/ 5 h 43"/>
                  <a:gd name="T16" fmla="*/ 5 w 11"/>
                  <a:gd name="T17" fmla="*/ 3 h 43"/>
                  <a:gd name="T18" fmla="*/ 2 w 11"/>
                  <a:gd name="T19" fmla="*/ 1 h 43"/>
                  <a:gd name="T20" fmla="*/ 0 w 11"/>
                  <a:gd name="T21" fmla="*/ 3 h 43"/>
                  <a:gd name="T22" fmla="*/ 0 w 11"/>
                  <a:gd name="T23" fmla="*/ 9 h 43"/>
                  <a:gd name="T24" fmla="*/ 1 w 11"/>
                  <a:gd name="T25" fmla="*/ 14 h 43"/>
                  <a:gd name="T26" fmla="*/ 1 w 11"/>
                  <a:gd name="T27" fmla="*/ 25 h 43"/>
                  <a:gd name="T28" fmla="*/ 1 w 11"/>
                  <a:gd name="T29" fmla="*/ 32 h 43"/>
                  <a:gd name="T30" fmla="*/ 1 w 11"/>
                  <a:gd name="T31" fmla="*/ 36 h 43"/>
                  <a:gd name="T32" fmla="*/ 2 w 11"/>
                  <a:gd name="T33" fmla="*/ 39 h 43"/>
                  <a:gd name="T34" fmla="*/ 3 w 11"/>
                  <a:gd name="T35" fmla="*/ 42 h 43"/>
                  <a:gd name="T36" fmla="*/ 7 w 11"/>
                  <a:gd name="T37" fmla="*/ 43 h 43"/>
                  <a:gd name="T38" fmla="*/ 9 w 11"/>
                  <a:gd name="T39" fmla="*/ 41 h 43"/>
                  <a:gd name="T40" fmla="*/ 9 w 11"/>
                  <a:gd name="T41" fmla="*/ 39 h 43"/>
                  <a:gd name="T42" fmla="*/ 10 w 11"/>
                  <a:gd name="T43" fmla="*/ 3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43">
                    <a:moveTo>
                      <a:pt x="10" y="36"/>
                    </a:moveTo>
                    <a:cubicBezTo>
                      <a:pt x="10" y="35"/>
                      <a:pt x="11" y="34"/>
                      <a:pt x="11" y="33"/>
                    </a:cubicBezTo>
                    <a:cubicBezTo>
                      <a:pt x="11" y="31"/>
                      <a:pt x="11" y="30"/>
                      <a:pt x="10" y="28"/>
                    </a:cubicBezTo>
                    <a:cubicBezTo>
                      <a:pt x="10" y="27"/>
                      <a:pt x="9" y="25"/>
                      <a:pt x="9" y="24"/>
                    </a:cubicBezTo>
                    <a:cubicBezTo>
                      <a:pt x="9" y="22"/>
                      <a:pt x="9" y="20"/>
                      <a:pt x="8" y="19"/>
                    </a:cubicBezTo>
                    <a:cubicBezTo>
                      <a:pt x="8" y="17"/>
                      <a:pt x="7" y="16"/>
                      <a:pt x="7" y="15"/>
                    </a:cubicBezTo>
                    <a:cubicBezTo>
                      <a:pt x="5" y="13"/>
                      <a:pt x="5" y="11"/>
                      <a:pt x="5" y="8"/>
                    </a:cubicBezTo>
                    <a:cubicBezTo>
                      <a:pt x="5" y="7"/>
                      <a:pt x="5" y="6"/>
                      <a:pt x="5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1" y="11"/>
                      <a:pt x="1" y="12"/>
                      <a:pt x="1" y="14"/>
                    </a:cubicBezTo>
                    <a:cubicBezTo>
                      <a:pt x="2" y="18"/>
                      <a:pt x="1" y="22"/>
                      <a:pt x="1" y="25"/>
                    </a:cubicBezTo>
                    <a:cubicBezTo>
                      <a:pt x="0" y="28"/>
                      <a:pt x="1" y="30"/>
                      <a:pt x="1" y="32"/>
                    </a:cubicBezTo>
                    <a:cubicBezTo>
                      <a:pt x="1" y="34"/>
                      <a:pt x="1" y="35"/>
                      <a:pt x="1" y="36"/>
                    </a:cubicBezTo>
                    <a:cubicBezTo>
                      <a:pt x="1" y="37"/>
                      <a:pt x="1" y="38"/>
                      <a:pt x="2" y="39"/>
                    </a:cubicBezTo>
                    <a:cubicBezTo>
                      <a:pt x="2" y="40"/>
                      <a:pt x="3" y="41"/>
                      <a:pt x="3" y="42"/>
                    </a:cubicBezTo>
                    <a:cubicBezTo>
                      <a:pt x="4" y="43"/>
                      <a:pt x="6" y="43"/>
                      <a:pt x="7" y="43"/>
                    </a:cubicBezTo>
                    <a:cubicBezTo>
                      <a:pt x="8" y="42"/>
                      <a:pt x="8" y="41"/>
                      <a:pt x="9" y="41"/>
                    </a:cubicBezTo>
                    <a:cubicBezTo>
                      <a:pt x="9" y="40"/>
                      <a:pt x="9" y="40"/>
                      <a:pt x="9" y="39"/>
                    </a:cubicBezTo>
                    <a:cubicBezTo>
                      <a:pt x="10" y="38"/>
                      <a:pt x="10" y="37"/>
                      <a:pt x="10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1" name="Freeform 3217">
                <a:extLst>
                  <a:ext uri="{FF2B5EF4-FFF2-40B4-BE49-F238E27FC236}">
                    <a16:creationId xmlns:a16="http://schemas.microsoft.com/office/drawing/2014/main" id="{EE1BA4BD-3086-2C4F-82EF-1F4D0BCB4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215"/>
                <a:ext cx="20" cy="35"/>
              </a:xfrm>
              <a:custGeom>
                <a:avLst/>
                <a:gdLst>
                  <a:gd name="T0" fmla="*/ 31 w 50"/>
                  <a:gd name="T1" fmla="*/ 66 h 86"/>
                  <a:gd name="T2" fmla="*/ 31 w 50"/>
                  <a:gd name="T3" fmla="*/ 55 h 86"/>
                  <a:gd name="T4" fmla="*/ 31 w 50"/>
                  <a:gd name="T5" fmla="*/ 53 h 86"/>
                  <a:gd name="T6" fmla="*/ 32 w 50"/>
                  <a:gd name="T7" fmla="*/ 54 h 86"/>
                  <a:gd name="T8" fmla="*/ 34 w 50"/>
                  <a:gd name="T9" fmla="*/ 63 h 86"/>
                  <a:gd name="T10" fmla="*/ 31 w 50"/>
                  <a:gd name="T11" fmla="*/ 72 h 86"/>
                  <a:gd name="T12" fmla="*/ 29 w 50"/>
                  <a:gd name="T13" fmla="*/ 77 h 86"/>
                  <a:gd name="T14" fmla="*/ 32 w 50"/>
                  <a:gd name="T15" fmla="*/ 83 h 86"/>
                  <a:gd name="T16" fmla="*/ 35 w 50"/>
                  <a:gd name="T17" fmla="*/ 85 h 86"/>
                  <a:gd name="T18" fmla="*/ 37 w 50"/>
                  <a:gd name="T19" fmla="*/ 83 h 86"/>
                  <a:gd name="T20" fmla="*/ 40 w 50"/>
                  <a:gd name="T21" fmla="*/ 80 h 86"/>
                  <a:gd name="T22" fmla="*/ 43 w 50"/>
                  <a:gd name="T23" fmla="*/ 75 h 86"/>
                  <a:gd name="T24" fmla="*/ 43 w 50"/>
                  <a:gd name="T25" fmla="*/ 68 h 86"/>
                  <a:gd name="T26" fmla="*/ 42 w 50"/>
                  <a:gd name="T27" fmla="*/ 66 h 86"/>
                  <a:gd name="T28" fmla="*/ 44 w 50"/>
                  <a:gd name="T29" fmla="*/ 66 h 86"/>
                  <a:gd name="T30" fmla="*/ 47 w 50"/>
                  <a:gd name="T31" fmla="*/ 68 h 86"/>
                  <a:gd name="T32" fmla="*/ 49 w 50"/>
                  <a:gd name="T33" fmla="*/ 68 h 86"/>
                  <a:gd name="T34" fmla="*/ 47 w 50"/>
                  <a:gd name="T35" fmla="*/ 63 h 86"/>
                  <a:gd name="T36" fmla="*/ 42 w 50"/>
                  <a:gd name="T37" fmla="*/ 54 h 86"/>
                  <a:gd name="T38" fmla="*/ 41 w 50"/>
                  <a:gd name="T39" fmla="*/ 51 h 86"/>
                  <a:gd name="T40" fmla="*/ 40 w 50"/>
                  <a:gd name="T41" fmla="*/ 49 h 86"/>
                  <a:gd name="T42" fmla="*/ 41 w 50"/>
                  <a:gd name="T43" fmla="*/ 49 h 86"/>
                  <a:gd name="T44" fmla="*/ 44 w 50"/>
                  <a:gd name="T45" fmla="*/ 52 h 86"/>
                  <a:gd name="T46" fmla="*/ 48 w 50"/>
                  <a:gd name="T47" fmla="*/ 54 h 86"/>
                  <a:gd name="T48" fmla="*/ 49 w 50"/>
                  <a:gd name="T49" fmla="*/ 52 h 86"/>
                  <a:gd name="T50" fmla="*/ 46 w 50"/>
                  <a:gd name="T51" fmla="*/ 47 h 86"/>
                  <a:gd name="T52" fmla="*/ 42 w 50"/>
                  <a:gd name="T53" fmla="*/ 42 h 86"/>
                  <a:gd name="T54" fmla="*/ 39 w 50"/>
                  <a:gd name="T55" fmla="*/ 37 h 86"/>
                  <a:gd name="T56" fmla="*/ 41 w 50"/>
                  <a:gd name="T57" fmla="*/ 30 h 86"/>
                  <a:gd name="T58" fmla="*/ 40 w 50"/>
                  <a:gd name="T59" fmla="*/ 25 h 86"/>
                  <a:gd name="T60" fmla="*/ 37 w 50"/>
                  <a:gd name="T61" fmla="*/ 19 h 86"/>
                  <a:gd name="T62" fmla="*/ 31 w 50"/>
                  <a:gd name="T63" fmla="*/ 15 h 86"/>
                  <a:gd name="T64" fmla="*/ 26 w 50"/>
                  <a:gd name="T65" fmla="*/ 20 h 86"/>
                  <a:gd name="T66" fmla="*/ 21 w 50"/>
                  <a:gd name="T67" fmla="*/ 20 h 86"/>
                  <a:gd name="T68" fmla="*/ 23 w 50"/>
                  <a:gd name="T69" fmla="*/ 15 h 86"/>
                  <a:gd name="T70" fmla="*/ 27 w 50"/>
                  <a:gd name="T71" fmla="*/ 8 h 86"/>
                  <a:gd name="T72" fmla="*/ 25 w 50"/>
                  <a:gd name="T73" fmla="*/ 2 h 86"/>
                  <a:gd name="T74" fmla="*/ 19 w 50"/>
                  <a:gd name="T75" fmla="*/ 0 h 86"/>
                  <a:gd name="T76" fmla="*/ 12 w 50"/>
                  <a:gd name="T77" fmla="*/ 0 h 86"/>
                  <a:gd name="T78" fmla="*/ 5 w 50"/>
                  <a:gd name="T79" fmla="*/ 0 h 86"/>
                  <a:gd name="T80" fmla="*/ 1 w 50"/>
                  <a:gd name="T81" fmla="*/ 2 h 86"/>
                  <a:gd name="T82" fmla="*/ 2 w 50"/>
                  <a:gd name="T83" fmla="*/ 9 h 86"/>
                  <a:gd name="T84" fmla="*/ 5 w 50"/>
                  <a:gd name="T85" fmla="*/ 17 h 86"/>
                  <a:gd name="T86" fmla="*/ 6 w 50"/>
                  <a:gd name="T87" fmla="*/ 24 h 86"/>
                  <a:gd name="T88" fmla="*/ 10 w 50"/>
                  <a:gd name="T89" fmla="*/ 38 h 86"/>
                  <a:gd name="T90" fmla="*/ 15 w 50"/>
                  <a:gd name="T91" fmla="*/ 50 h 86"/>
                  <a:gd name="T92" fmla="*/ 18 w 50"/>
                  <a:gd name="T93" fmla="*/ 54 h 86"/>
                  <a:gd name="T94" fmla="*/ 20 w 50"/>
                  <a:gd name="T95" fmla="*/ 57 h 86"/>
                  <a:gd name="T96" fmla="*/ 21 w 50"/>
                  <a:gd name="T97" fmla="*/ 61 h 86"/>
                  <a:gd name="T98" fmla="*/ 22 w 50"/>
                  <a:gd name="T99" fmla="*/ 64 h 86"/>
                  <a:gd name="T100" fmla="*/ 23 w 50"/>
                  <a:gd name="T101" fmla="*/ 65 h 86"/>
                  <a:gd name="T102" fmla="*/ 24 w 50"/>
                  <a:gd name="T103" fmla="*/ 69 h 86"/>
                  <a:gd name="T104" fmla="*/ 27 w 50"/>
                  <a:gd name="T105" fmla="*/ 73 h 86"/>
                  <a:gd name="T106" fmla="*/ 29 w 50"/>
                  <a:gd name="T107" fmla="*/ 71 h 86"/>
                  <a:gd name="T108" fmla="*/ 30 w 50"/>
                  <a:gd name="T109" fmla="*/ 69 h 86"/>
                  <a:gd name="T110" fmla="*/ 31 w 50"/>
                  <a:gd name="T111" fmla="*/ 6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" h="86">
                    <a:moveTo>
                      <a:pt x="31" y="66"/>
                    </a:moveTo>
                    <a:cubicBezTo>
                      <a:pt x="32" y="62"/>
                      <a:pt x="32" y="59"/>
                      <a:pt x="31" y="55"/>
                    </a:cubicBezTo>
                    <a:cubicBezTo>
                      <a:pt x="31" y="55"/>
                      <a:pt x="31" y="53"/>
                      <a:pt x="31" y="53"/>
                    </a:cubicBezTo>
                    <a:cubicBezTo>
                      <a:pt x="31" y="53"/>
                      <a:pt x="32" y="54"/>
                      <a:pt x="32" y="54"/>
                    </a:cubicBezTo>
                    <a:cubicBezTo>
                      <a:pt x="34" y="56"/>
                      <a:pt x="35" y="60"/>
                      <a:pt x="34" y="63"/>
                    </a:cubicBezTo>
                    <a:cubicBezTo>
                      <a:pt x="34" y="66"/>
                      <a:pt x="33" y="69"/>
                      <a:pt x="31" y="72"/>
                    </a:cubicBezTo>
                    <a:cubicBezTo>
                      <a:pt x="30" y="74"/>
                      <a:pt x="28" y="76"/>
                      <a:pt x="29" y="77"/>
                    </a:cubicBezTo>
                    <a:cubicBezTo>
                      <a:pt x="30" y="79"/>
                      <a:pt x="31" y="81"/>
                      <a:pt x="32" y="83"/>
                    </a:cubicBezTo>
                    <a:cubicBezTo>
                      <a:pt x="32" y="84"/>
                      <a:pt x="33" y="86"/>
                      <a:pt x="35" y="85"/>
                    </a:cubicBezTo>
                    <a:cubicBezTo>
                      <a:pt x="36" y="84"/>
                      <a:pt x="36" y="83"/>
                      <a:pt x="37" y="83"/>
                    </a:cubicBezTo>
                    <a:cubicBezTo>
                      <a:pt x="38" y="82"/>
                      <a:pt x="39" y="81"/>
                      <a:pt x="40" y="80"/>
                    </a:cubicBezTo>
                    <a:cubicBezTo>
                      <a:pt x="41" y="78"/>
                      <a:pt x="43" y="77"/>
                      <a:pt x="43" y="75"/>
                    </a:cubicBezTo>
                    <a:cubicBezTo>
                      <a:pt x="44" y="73"/>
                      <a:pt x="43" y="71"/>
                      <a:pt x="43" y="68"/>
                    </a:cubicBezTo>
                    <a:cubicBezTo>
                      <a:pt x="43" y="68"/>
                      <a:pt x="42" y="66"/>
                      <a:pt x="42" y="66"/>
                    </a:cubicBezTo>
                    <a:cubicBezTo>
                      <a:pt x="43" y="65"/>
                      <a:pt x="43" y="66"/>
                      <a:pt x="44" y="66"/>
                    </a:cubicBezTo>
                    <a:cubicBezTo>
                      <a:pt x="45" y="66"/>
                      <a:pt x="46" y="67"/>
                      <a:pt x="47" y="68"/>
                    </a:cubicBezTo>
                    <a:cubicBezTo>
                      <a:pt x="47" y="68"/>
                      <a:pt x="48" y="69"/>
                      <a:pt x="49" y="68"/>
                    </a:cubicBezTo>
                    <a:cubicBezTo>
                      <a:pt x="50" y="68"/>
                      <a:pt x="47" y="63"/>
                      <a:pt x="47" y="63"/>
                    </a:cubicBezTo>
                    <a:cubicBezTo>
                      <a:pt x="45" y="60"/>
                      <a:pt x="43" y="57"/>
                      <a:pt x="42" y="54"/>
                    </a:cubicBezTo>
                    <a:cubicBezTo>
                      <a:pt x="42" y="53"/>
                      <a:pt x="41" y="52"/>
                      <a:pt x="41" y="51"/>
                    </a:cubicBezTo>
                    <a:cubicBezTo>
                      <a:pt x="40" y="50"/>
                      <a:pt x="40" y="49"/>
                      <a:pt x="40" y="49"/>
                    </a:cubicBezTo>
                    <a:cubicBezTo>
                      <a:pt x="40" y="48"/>
                      <a:pt x="41" y="49"/>
                      <a:pt x="41" y="49"/>
                    </a:cubicBezTo>
                    <a:cubicBezTo>
                      <a:pt x="42" y="50"/>
                      <a:pt x="43" y="51"/>
                      <a:pt x="44" y="52"/>
                    </a:cubicBezTo>
                    <a:cubicBezTo>
                      <a:pt x="45" y="53"/>
                      <a:pt x="46" y="54"/>
                      <a:pt x="48" y="54"/>
                    </a:cubicBezTo>
                    <a:cubicBezTo>
                      <a:pt x="49" y="54"/>
                      <a:pt x="49" y="53"/>
                      <a:pt x="49" y="52"/>
                    </a:cubicBezTo>
                    <a:cubicBezTo>
                      <a:pt x="48" y="50"/>
                      <a:pt x="47" y="48"/>
                      <a:pt x="46" y="47"/>
                    </a:cubicBezTo>
                    <a:cubicBezTo>
                      <a:pt x="45" y="45"/>
                      <a:pt x="44" y="44"/>
                      <a:pt x="42" y="42"/>
                    </a:cubicBezTo>
                    <a:cubicBezTo>
                      <a:pt x="41" y="41"/>
                      <a:pt x="39" y="39"/>
                      <a:pt x="39" y="37"/>
                    </a:cubicBezTo>
                    <a:cubicBezTo>
                      <a:pt x="40" y="35"/>
                      <a:pt x="41" y="33"/>
                      <a:pt x="41" y="30"/>
                    </a:cubicBezTo>
                    <a:cubicBezTo>
                      <a:pt x="41" y="29"/>
                      <a:pt x="41" y="27"/>
                      <a:pt x="40" y="25"/>
                    </a:cubicBezTo>
                    <a:cubicBezTo>
                      <a:pt x="39" y="23"/>
                      <a:pt x="38" y="21"/>
                      <a:pt x="37" y="19"/>
                    </a:cubicBezTo>
                    <a:cubicBezTo>
                      <a:pt x="36" y="17"/>
                      <a:pt x="34" y="15"/>
                      <a:pt x="31" y="15"/>
                    </a:cubicBezTo>
                    <a:cubicBezTo>
                      <a:pt x="29" y="16"/>
                      <a:pt x="28" y="19"/>
                      <a:pt x="26" y="20"/>
                    </a:cubicBezTo>
                    <a:cubicBezTo>
                      <a:pt x="24" y="21"/>
                      <a:pt x="22" y="22"/>
                      <a:pt x="21" y="20"/>
                    </a:cubicBezTo>
                    <a:cubicBezTo>
                      <a:pt x="20" y="18"/>
                      <a:pt x="22" y="16"/>
                      <a:pt x="23" y="15"/>
                    </a:cubicBezTo>
                    <a:cubicBezTo>
                      <a:pt x="24" y="12"/>
                      <a:pt x="26" y="10"/>
                      <a:pt x="27" y="8"/>
                    </a:cubicBezTo>
                    <a:cubicBezTo>
                      <a:pt x="27" y="6"/>
                      <a:pt x="27" y="4"/>
                      <a:pt x="25" y="2"/>
                    </a:cubicBezTo>
                    <a:cubicBezTo>
                      <a:pt x="24" y="1"/>
                      <a:pt x="21" y="1"/>
                      <a:pt x="19" y="0"/>
                    </a:cubicBezTo>
                    <a:cubicBezTo>
                      <a:pt x="17" y="0"/>
                      <a:pt x="14" y="0"/>
                      <a:pt x="12" y="0"/>
                    </a:cubicBezTo>
                    <a:cubicBezTo>
                      <a:pt x="10" y="0"/>
                      <a:pt x="8" y="0"/>
                      <a:pt x="5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5"/>
                      <a:pt x="1" y="7"/>
                      <a:pt x="2" y="9"/>
                    </a:cubicBezTo>
                    <a:cubicBezTo>
                      <a:pt x="3" y="12"/>
                      <a:pt x="5" y="14"/>
                      <a:pt x="5" y="17"/>
                    </a:cubicBezTo>
                    <a:cubicBezTo>
                      <a:pt x="6" y="19"/>
                      <a:pt x="6" y="21"/>
                      <a:pt x="6" y="24"/>
                    </a:cubicBezTo>
                    <a:cubicBezTo>
                      <a:pt x="6" y="29"/>
                      <a:pt x="8" y="33"/>
                      <a:pt x="10" y="38"/>
                    </a:cubicBezTo>
                    <a:cubicBezTo>
                      <a:pt x="12" y="42"/>
                      <a:pt x="13" y="46"/>
                      <a:pt x="15" y="50"/>
                    </a:cubicBezTo>
                    <a:cubicBezTo>
                      <a:pt x="16" y="51"/>
                      <a:pt x="17" y="52"/>
                      <a:pt x="18" y="54"/>
                    </a:cubicBezTo>
                    <a:cubicBezTo>
                      <a:pt x="19" y="55"/>
                      <a:pt x="19" y="56"/>
                      <a:pt x="20" y="57"/>
                    </a:cubicBezTo>
                    <a:cubicBezTo>
                      <a:pt x="20" y="59"/>
                      <a:pt x="21" y="60"/>
                      <a:pt x="21" y="61"/>
                    </a:cubicBezTo>
                    <a:cubicBezTo>
                      <a:pt x="22" y="62"/>
                      <a:pt x="22" y="63"/>
                      <a:pt x="22" y="64"/>
                    </a:cubicBezTo>
                    <a:cubicBezTo>
                      <a:pt x="22" y="64"/>
                      <a:pt x="23" y="65"/>
                      <a:pt x="23" y="65"/>
                    </a:cubicBezTo>
                    <a:cubicBezTo>
                      <a:pt x="23" y="67"/>
                      <a:pt x="24" y="68"/>
                      <a:pt x="24" y="69"/>
                    </a:cubicBezTo>
                    <a:cubicBezTo>
                      <a:pt x="25" y="70"/>
                      <a:pt x="25" y="73"/>
                      <a:pt x="27" y="73"/>
                    </a:cubicBezTo>
                    <a:cubicBezTo>
                      <a:pt x="28" y="73"/>
                      <a:pt x="28" y="72"/>
                      <a:pt x="29" y="71"/>
                    </a:cubicBezTo>
                    <a:cubicBezTo>
                      <a:pt x="29" y="70"/>
                      <a:pt x="30" y="70"/>
                      <a:pt x="30" y="69"/>
                    </a:cubicBezTo>
                    <a:cubicBezTo>
                      <a:pt x="31" y="68"/>
                      <a:pt x="31" y="67"/>
                      <a:pt x="31" y="6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2" name="Freeform 3218">
                <a:extLst>
                  <a:ext uri="{FF2B5EF4-FFF2-40B4-BE49-F238E27FC236}">
                    <a16:creationId xmlns:a16="http://schemas.microsoft.com/office/drawing/2014/main" id="{60BE525C-7D28-DC4B-A551-046FC77F0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215"/>
                <a:ext cx="21" cy="46"/>
              </a:xfrm>
              <a:custGeom>
                <a:avLst/>
                <a:gdLst>
                  <a:gd name="T0" fmla="*/ 47 w 52"/>
                  <a:gd name="T1" fmla="*/ 63 h 112"/>
                  <a:gd name="T2" fmla="*/ 45 w 52"/>
                  <a:gd name="T3" fmla="*/ 63 h 112"/>
                  <a:gd name="T4" fmla="*/ 45 w 52"/>
                  <a:gd name="T5" fmla="*/ 56 h 112"/>
                  <a:gd name="T6" fmla="*/ 42 w 52"/>
                  <a:gd name="T7" fmla="*/ 47 h 112"/>
                  <a:gd name="T8" fmla="*/ 40 w 52"/>
                  <a:gd name="T9" fmla="*/ 43 h 112"/>
                  <a:gd name="T10" fmla="*/ 37 w 52"/>
                  <a:gd name="T11" fmla="*/ 41 h 112"/>
                  <a:gd name="T12" fmla="*/ 35 w 52"/>
                  <a:gd name="T13" fmla="*/ 38 h 112"/>
                  <a:gd name="T14" fmla="*/ 36 w 52"/>
                  <a:gd name="T15" fmla="*/ 33 h 112"/>
                  <a:gd name="T16" fmla="*/ 35 w 52"/>
                  <a:gd name="T17" fmla="*/ 28 h 112"/>
                  <a:gd name="T18" fmla="*/ 35 w 52"/>
                  <a:gd name="T19" fmla="*/ 22 h 112"/>
                  <a:gd name="T20" fmla="*/ 34 w 52"/>
                  <a:gd name="T21" fmla="*/ 18 h 112"/>
                  <a:gd name="T22" fmla="*/ 35 w 52"/>
                  <a:gd name="T23" fmla="*/ 16 h 112"/>
                  <a:gd name="T24" fmla="*/ 31 w 52"/>
                  <a:gd name="T25" fmla="*/ 10 h 112"/>
                  <a:gd name="T26" fmla="*/ 28 w 52"/>
                  <a:gd name="T27" fmla="*/ 5 h 112"/>
                  <a:gd name="T28" fmla="*/ 17 w 52"/>
                  <a:gd name="T29" fmla="*/ 2 h 112"/>
                  <a:gd name="T30" fmla="*/ 15 w 52"/>
                  <a:gd name="T31" fmla="*/ 14 h 112"/>
                  <a:gd name="T32" fmla="*/ 5 w 52"/>
                  <a:gd name="T33" fmla="*/ 23 h 112"/>
                  <a:gd name="T34" fmla="*/ 6 w 52"/>
                  <a:gd name="T35" fmla="*/ 40 h 112"/>
                  <a:gd name="T36" fmla="*/ 16 w 52"/>
                  <a:gd name="T37" fmla="*/ 49 h 112"/>
                  <a:gd name="T38" fmla="*/ 26 w 52"/>
                  <a:gd name="T39" fmla="*/ 58 h 112"/>
                  <a:gd name="T40" fmla="*/ 31 w 52"/>
                  <a:gd name="T41" fmla="*/ 63 h 112"/>
                  <a:gd name="T42" fmla="*/ 31 w 52"/>
                  <a:gd name="T43" fmla="*/ 75 h 112"/>
                  <a:gd name="T44" fmla="*/ 32 w 52"/>
                  <a:gd name="T45" fmla="*/ 83 h 112"/>
                  <a:gd name="T46" fmla="*/ 30 w 52"/>
                  <a:gd name="T47" fmla="*/ 88 h 112"/>
                  <a:gd name="T48" fmla="*/ 34 w 52"/>
                  <a:gd name="T49" fmla="*/ 93 h 112"/>
                  <a:gd name="T50" fmla="*/ 39 w 52"/>
                  <a:gd name="T51" fmla="*/ 99 h 112"/>
                  <a:gd name="T52" fmla="*/ 42 w 52"/>
                  <a:gd name="T53" fmla="*/ 104 h 112"/>
                  <a:gd name="T54" fmla="*/ 46 w 52"/>
                  <a:gd name="T55" fmla="*/ 109 h 112"/>
                  <a:gd name="T56" fmla="*/ 49 w 52"/>
                  <a:gd name="T57" fmla="*/ 111 h 112"/>
                  <a:gd name="T58" fmla="*/ 51 w 52"/>
                  <a:gd name="T59" fmla="*/ 102 h 112"/>
                  <a:gd name="T60" fmla="*/ 52 w 52"/>
                  <a:gd name="T61" fmla="*/ 90 h 112"/>
                  <a:gd name="T62" fmla="*/ 52 w 52"/>
                  <a:gd name="T63" fmla="*/ 83 h 112"/>
                  <a:gd name="T64" fmla="*/ 51 w 52"/>
                  <a:gd name="T65" fmla="*/ 70 h 112"/>
                  <a:gd name="T66" fmla="*/ 49 w 52"/>
                  <a:gd name="T67" fmla="*/ 64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2" h="112">
                    <a:moveTo>
                      <a:pt x="48" y="63"/>
                    </a:move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6" y="63"/>
                    </a:cubicBezTo>
                    <a:cubicBezTo>
                      <a:pt x="46" y="63"/>
                      <a:pt x="46" y="63"/>
                      <a:pt x="45" y="63"/>
                    </a:cubicBezTo>
                    <a:cubicBezTo>
                      <a:pt x="44" y="62"/>
                      <a:pt x="44" y="61"/>
                      <a:pt x="45" y="60"/>
                    </a:cubicBezTo>
                    <a:cubicBezTo>
                      <a:pt x="45" y="59"/>
                      <a:pt x="45" y="58"/>
                      <a:pt x="45" y="56"/>
                    </a:cubicBezTo>
                    <a:cubicBezTo>
                      <a:pt x="46" y="54"/>
                      <a:pt x="44" y="51"/>
                      <a:pt x="43" y="49"/>
                    </a:cubicBezTo>
                    <a:cubicBezTo>
                      <a:pt x="43" y="49"/>
                      <a:pt x="42" y="48"/>
                      <a:pt x="42" y="47"/>
                    </a:cubicBezTo>
                    <a:cubicBezTo>
                      <a:pt x="42" y="47"/>
                      <a:pt x="42" y="46"/>
                      <a:pt x="42" y="45"/>
                    </a:cubicBezTo>
                    <a:cubicBezTo>
                      <a:pt x="41" y="44"/>
                      <a:pt x="41" y="43"/>
                      <a:pt x="40" y="43"/>
                    </a:cubicBezTo>
                    <a:cubicBezTo>
                      <a:pt x="40" y="42"/>
                      <a:pt x="39" y="42"/>
                      <a:pt x="38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1"/>
                      <a:pt x="36" y="41"/>
                      <a:pt x="36" y="40"/>
                    </a:cubicBezTo>
                    <a:cubicBezTo>
                      <a:pt x="35" y="39"/>
                      <a:pt x="35" y="39"/>
                      <a:pt x="35" y="38"/>
                    </a:cubicBezTo>
                    <a:cubicBezTo>
                      <a:pt x="35" y="37"/>
                      <a:pt x="36" y="37"/>
                      <a:pt x="36" y="36"/>
                    </a:cubicBezTo>
                    <a:cubicBezTo>
                      <a:pt x="36" y="35"/>
                      <a:pt x="36" y="34"/>
                      <a:pt x="36" y="33"/>
                    </a:cubicBezTo>
                    <a:cubicBezTo>
                      <a:pt x="36" y="32"/>
                      <a:pt x="36" y="31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5" y="27"/>
                      <a:pt x="35" y="26"/>
                      <a:pt x="35" y="24"/>
                    </a:cubicBezTo>
                    <a:cubicBezTo>
                      <a:pt x="35" y="24"/>
                      <a:pt x="35" y="23"/>
                      <a:pt x="35" y="22"/>
                    </a:cubicBezTo>
                    <a:cubicBezTo>
                      <a:pt x="35" y="21"/>
                      <a:pt x="34" y="20"/>
                      <a:pt x="34" y="19"/>
                    </a:cubicBezTo>
                    <a:cubicBezTo>
                      <a:pt x="34" y="19"/>
                      <a:pt x="34" y="18"/>
                      <a:pt x="34" y="18"/>
                    </a:cubicBezTo>
                    <a:cubicBezTo>
                      <a:pt x="35" y="18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5"/>
                      <a:pt x="34" y="14"/>
                      <a:pt x="33" y="13"/>
                    </a:cubicBezTo>
                    <a:cubicBezTo>
                      <a:pt x="32" y="12"/>
                      <a:pt x="32" y="11"/>
                      <a:pt x="31" y="10"/>
                    </a:cubicBezTo>
                    <a:cubicBezTo>
                      <a:pt x="31" y="9"/>
                      <a:pt x="30" y="8"/>
                      <a:pt x="29" y="7"/>
                    </a:cubicBezTo>
                    <a:cubicBezTo>
                      <a:pt x="29" y="7"/>
                      <a:pt x="28" y="6"/>
                      <a:pt x="28" y="5"/>
                    </a:cubicBezTo>
                    <a:cubicBezTo>
                      <a:pt x="27" y="3"/>
                      <a:pt x="25" y="1"/>
                      <a:pt x="23" y="0"/>
                    </a:cubicBezTo>
                    <a:cubicBezTo>
                      <a:pt x="21" y="0"/>
                      <a:pt x="19" y="0"/>
                      <a:pt x="17" y="2"/>
                    </a:cubicBezTo>
                    <a:cubicBezTo>
                      <a:pt x="15" y="3"/>
                      <a:pt x="15" y="6"/>
                      <a:pt x="15" y="8"/>
                    </a:cubicBezTo>
                    <a:cubicBezTo>
                      <a:pt x="16" y="10"/>
                      <a:pt x="17" y="13"/>
                      <a:pt x="15" y="14"/>
                    </a:cubicBezTo>
                    <a:cubicBezTo>
                      <a:pt x="13" y="16"/>
                      <a:pt x="10" y="15"/>
                      <a:pt x="8" y="17"/>
                    </a:cubicBezTo>
                    <a:cubicBezTo>
                      <a:pt x="7" y="19"/>
                      <a:pt x="6" y="21"/>
                      <a:pt x="5" y="23"/>
                    </a:cubicBezTo>
                    <a:cubicBezTo>
                      <a:pt x="5" y="24"/>
                      <a:pt x="3" y="25"/>
                      <a:pt x="2" y="27"/>
                    </a:cubicBezTo>
                    <a:cubicBezTo>
                      <a:pt x="0" y="31"/>
                      <a:pt x="4" y="37"/>
                      <a:pt x="6" y="40"/>
                    </a:cubicBezTo>
                    <a:cubicBezTo>
                      <a:pt x="8" y="43"/>
                      <a:pt x="10" y="45"/>
                      <a:pt x="13" y="47"/>
                    </a:cubicBezTo>
                    <a:cubicBezTo>
                      <a:pt x="14" y="47"/>
                      <a:pt x="15" y="48"/>
                      <a:pt x="16" y="49"/>
                    </a:cubicBezTo>
                    <a:cubicBezTo>
                      <a:pt x="17" y="50"/>
                      <a:pt x="17" y="51"/>
                      <a:pt x="18" y="52"/>
                    </a:cubicBezTo>
                    <a:cubicBezTo>
                      <a:pt x="21" y="55"/>
                      <a:pt x="23" y="56"/>
                      <a:pt x="26" y="58"/>
                    </a:cubicBezTo>
                    <a:cubicBezTo>
                      <a:pt x="28" y="58"/>
                      <a:pt x="29" y="59"/>
                      <a:pt x="30" y="60"/>
                    </a:cubicBezTo>
                    <a:cubicBezTo>
                      <a:pt x="30" y="61"/>
                      <a:pt x="30" y="62"/>
                      <a:pt x="31" y="63"/>
                    </a:cubicBezTo>
                    <a:cubicBezTo>
                      <a:pt x="31" y="66"/>
                      <a:pt x="31" y="69"/>
                      <a:pt x="31" y="72"/>
                    </a:cubicBezTo>
                    <a:cubicBezTo>
                      <a:pt x="31" y="73"/>
                      <a:pt x="31" y="74"/>
                      <a:pt x="31" y="75"/>
                    </a:cubicBezTo>
                    <a:cubicBezTo>
                      <a:pt x="31" y="76"/>
                      <a:pt x="31" y="77"/>
                      <a:pt x="32" y="78"/>
                    </a:cubicBezTo>
                    <a:cubicBezTo>
                      <a:pt x="33" y="79"/>
                      <a:pt x="34" y="81"/>
                      <a:pt x="32" y="83"/>
                    </a:cubicBezTo>
                    <a:cubicBezTo>
                      <a:pt x="32" y="84"/>
                      <a:pt x="31" y="85"/>
                      <a:pt x="30" y="86"/>
                    </a:cubicBezTo>
                    <a:cubicBezTo>
                      <a:pt x="30" y="87"/>
                      <a:pt x="29" y="87"/>
                      <a:pt x="30" y="88"/>
                    </a:cubicBezTo>
                    <a:cubicBezTo>
                      <a:pt x="30" y="89"/>
                      <a:pt x="31" y="89"/>
                      <a:pt x="31" y="90"/>
                    </a:cubicBezTo>
                    <a:cubicBezTo>
                      <a:pt x="32" y="91"/>
                      <a:pt x="33" y="92"/>
                      <a:pt x="34" y="93"/>
                    </a:cubicBezTo>
                    <a:cubicBezTo>
                      <a:pt x="35" y="94"/>
                      <a:pt x="36" y="96"/>
                      <a:pt x="37" y="97"/>
                    </a:cubicBezTo>
                    <a:cubicBezTo>
                      <a:pt x="38" y="98"/>
                      <a:pt x="38" y="99"/>
                      <a:pt x="39" y="99"/>
                    </a:cubicBezTo>
                    <a:cubicBezTo>
                      <a:pt x="39" y="100"/>
                      <a:pt x="40" y="101"/>
                      <a:pt x="40" y="101"/>
                    </a:cubicBezTo>
                    <a:cubicBezTo>
                      <a:pt x="41" y="102"/>
                      <a:pt x="42" y="103"/>
                      <a:pt x="42" y="104"/>
                    </a:cubicBezTo>
                    <a:cubicBezTo>
                      <a:pt x="42" y="104"/>
                      <a:pt x="43" y="105"/>
                      <a:pt x="43" y="105"/>
                    </a:cubicBezTo>
                    <a:cubicBezTo>
                      <a:pt x="44" y="106"/>
                      <a:pt x="45" y="108"/>
                      <a:pt x="46" y="109"/>
                    </a:cubicBezTo>
                    <a:cubicBezTo>
                      <a:pt x="46" y="110"/>
                      <a:pt x="47" y="110"/>
                      <a:pt x="47" y="111"/>
                    </a:cubicBezTo>
                    <a:cubicBezTo>
                      <a:pt x="48" y="112"/>
                      <a:pt x="48" y="112"/>
                      <a:pt x="49" y="111"/>
                    </a:cubicBezTo>
                    <a:cubicBezTo>
                      <a:pt x="51" y="110"/>
                      <a:pt x="50" y="107"/>
                      <a:pt x="50" y="105"/>
                    </a:cubicBezTo>
                    <a:cubicBezTo>
                      <a:pt x="51" y="104"/>
                      <a:pt x="51" y="103"/>
                      <a:pt x="51" y="102"/>
                    </a:cubicBezTo>
                    <a:cubicBezTo>
                      <a:pt x="51" y="101"/>
                      <a:pt x="51" y="99"/>
                      <a:pt x="52" y="98"/>
                    </a:cubicBezTo>
                    <a:cubicBezTo>
                      <a:pt x="52" y="96"/>
                      <a:pt x="52" y="93"/>
                      <a:pt x="52" y="90"/>
                    </a:cubicBezTo>
                    <a:cubicBezTo>
                      <a:pt x="51" y="89"/>
                      <a:pt x="51" y="88"/>
                      <a:pt x="51" y="86"/>
                    </a:cubicBezTo>
                    <a:cubicBezTo>
                      <a:pt x="51" y="85"/>
                      <a:pt x="51" y="84"/>
                      <a:pt x="52" y="83"/>
                    </a:cubicBezTo>
                    <a:cubicBezTo>
                      <a:pt x="52" y="81"/>
                      <a:pt x="52" y="79"/>
                      <a:pt x="52" y="77"/>
                    </a:cubicBezTo>
                    <a:cubicBezTo>
                      <a:pt x="51" y="74"/>
                      <a:pt x="51" y="72"/>
                      <a:pt x="51" y="70"/>
                    </a:cubicBezTo>
                    <a:cubicBezTo>
                      <a:pt x="50" y="68"/>
                      <a:pt x="50" y="67"/>
                      <a:pt x="49" y="65"/>
                    </a:cubicBezTo>
                    <a:cubicBezTo>
                      <a:pt x="49" y="65"/>
                      <a:pt x="49" y="64"/>
                      <a:pt x="49" y="64"/>
                    </a:cubicBezTo>
                    <a:cubicBezTo>
                      <a:pt x="49" y="63"/>
                      <a:pt x="48" y="63"/>
                      <a:pt x="48" y="6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3" name="Freeform 3219">
                <a:extLst>
                  <a:ext uri="{FF2B5EF4-FFF2-40B4-BE49-F238E27FC236}">
                    <a16:creationId xmlns:a16="http://schemas.microsoft.com/office/drawing/2014/main" id="{D77D67C5-6CEC-484E-8A71-765A3FCEF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580"/>
                <a:ext cx="5" cy="6"/>
              </a:xfrm>
              <a:custGeom>
                <a:avLst/>
                <a:gdLst>
                  <a:gd name="T0" fmla="*/ 2 w 13"/>
                  <a:gd name="T1" fmla="*/ 13 h 13"/>
                  <a:gd name="T2" fmla="*/ 0 w 13"/>
                  <a:gd name="T3" fmla="*/ 10 h 13"/>
                  <a:gd name="T4" fmla="*/ 1 w 13"/>
                  <a:gd name="T5" fmla="*/ 7 h 13"/>
                  <a:gd name="T6" fmla="*/ 6 w 13"/>
                  <a:gd name="T7" fmla="*/ 6 h 13"/>
                  <a:gd name="T8" fmla="*/ 10 w 13"/>
                  <a:gd name="T9" fmla="*/ 0 h 13"/>
                  <a:gd name="T10" fmla="*/ 11 w 13"/>
                  <a:gd name="T11" fmla="*/ 2 h 13"/>
                  <a:gd name="T12" fmla="*/ 12 w 13"/>
                  <a:gd name="T13" fmla="*/ 5 h 13"/>
                  <a:gd name="T14" fmla="*/ 11 w 13"/>
                  <a:gd name="T15" fmla="*/ 11 h 13"/>
                  <a:gd name="T16" fmla="*/ 2 w 13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2" y="13"/>
                    </a:moveTo>
                    <a:cubicBezTo>
                      <a:pt x="1" y="12"/>
                      <a:pt x="1" y="11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3" y="6"/>
                      <a:pt x="4" y="7"/>
                      <a:pt x="6" y="6"/>
                    </a:cubicBezTo>
                    <a:cubicBezTo>
                      <a:pt x="7" y="4"/>
                      <a:pt x="7" y="1"/>
                      <a:pt x="10" y="0"/>
                    </a:cubicBezTo>
                    <a:cubicBezTo>
                      <a:pt x="11" y="0"/>
                      <a:pt x="11" y="2"/>
                      <a:pt x="11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3" y="8"/>
                      <a:pt x="13" y="10"/>
                      <a:pt x="11" y="11"/>
                    </a:cubicBezTo>
                    <a:cubicBezTo>
                      <a:pt x="9" y="13"/>
                      <a:pt x="5" y="13"/>
                      <a:pt x="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4" name="Freeform 3220">
                <a:extLst>
                  <a:ext uri="{FF2B5EF4-FFF2-40B4-BE49-F238E27FC236}">
                    <a16:creationId xmlns:a16="http://schemas.microsoft.com/office/drawing/2014/main" id="{59E8AB88-D8F6-9141-9720-A25BFED2F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578"/>
                <a:ext cx="11" cy="11"/>
              </a:xfrm>
              <a:custGeom>
                <a:avLst/>
                <a:gdLst>
                  <a:gd name="T0" fmla="*/ 21 w 26"/>
                  <a:gd name="T1" fmla="*/ 21 h 26"/>
                  <a:gd name="T2" fmla="*/ 17 w 26"/>
                  <a:gd name="T3" fmla="*/ 22 h 26"/>
                  <a:gd name="T4" fmla="*/ 15 w 26"/>
                  <a:gd name="T5" fmla="*/ 25 h 26"/>
                  <a:gd name="T6" fmla="*/ 10 w 26"/>
                  <a:gd name="T7" fmla="*/ 20 h 26"/>
                  <a:gd name="T8" fmla="*/ 6 w 26"/>
                  <a:gd name="T9" fmla="*/ 19 h 26"/>
                  <a:gd name="T10" fmla="*/ 4 w 26"/>
                  <a:gd name="T11" fmla="*/ 16 h 26"/>
                  <a:gd name="T12" fmla="*/ 1 w 26"/>
                  <a:gd name="T13" fmla="*/ 9 h 26"/>
                  <a:gd name="T14" fmla="*/ 7 w 26"/>
                  <a:gd name="T15" fmla="*/ 0 h 26"/>
                  <a:gd name="T16" fmla="*/ 12 w 26"/>
                  <a:gd name="T17" fmla="*/ 2 h 26"/>
                  <a:gd name="T18" fmla="*/ 18 w 26"/>
                  <a:gd name="T19" fmla="*/ 1 h 26"/>
                  <a:gd name="T20" fmla="*/ 22 w 26"/>
                  <a:gd name="T21" fmla="*/ 0 h 26"/>
                  <a:gd name="T22" fmla="*/ 25 w 26"/>
                  <a:gd name="T23" fmla="*/ 1 h 26"/>
                  <a:gd name="T24" fmla="*/ 26 w 26"/>
                  <a:gd name="T25" fmla="*/ 6 h 26"/>
                  <a:gd name="T26" fmla="*/ 21 w 26"/>
                  <a:gd name="T27" fmla="*/ 9 h 26"/>
                  <a:gd name="T28" fmla="*/ 16 w 26"/>
                  <a:gd name="T29" fmla="*/ 9 h 26"/>
                  <a:gd name="T30" fmla="*/ 19 w 26"/>
                  <a:gd name="T31" fmla="*/ 15 h 26"/>
                  <a:gd name="T32" fmla="*/ 22 w 26"/>
                  <a:gd name="T33" fmla="*/ 16 h 26"/>
                  <a:gd name="T34" fmla="*/ 22 w 26"/>
                  <a:gd name="T35" fmla="*/ 18 h 26"/>
                  <a:gd name="T36" fmla="*/ 21 w 26"/>
                  <a:gd name="T37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6">
                    <a:moveTo>
                      <a:pt x="21" y="21"/>
                    </a:moveTo>
                    <a:cubicBezTo>
                      <a:pt x="19" y="21"/>
                      <a:pt x="18" y="21"/>
                      <a:pt x="17" y="22"/>
                    </a:cubicBezTo>
                    <a:cubicBezTo>
                      <a:pt x="16" y="23"/>
                      <a:pt x="17" y="24"/>
                      <a:pt x="15" y="25"/>
                    </a:cubicBezTo>
                    <a:cubicBezTo>
                      <a:pt x="12" y="26"/>
                      <a:pt x="11" y="23"/>
                      <a:pt x="10" y="20"/>
                    </a:cubicBezTo>
                    <a:cubicBezTo>
                      <a:pt x="8" y="19"/>
                      <a:pt x="8" y="19"/>
                      <a:pt x="6" y="19"/>
                    </a:cubicBezTo>
                    <a:cubicBezTo>
                      <a:pt x="4" y="19"/>
                      <a:pt x="4" y="17"/>
                      <a:pt x="4" y="16"/>
                    </a:cubicBezTo>
                    <a:cubicBezTo>
                      <a:pt x="3" y="14"/>
                      <a:pt x="1" y="12"/>
                      <a:pt x="1" y="9"/>
                    </a:cubicBezTo>
                    <a:cubicBezTo>
                      <a:pt x="0" y="6"/>
                      <a:pt x="3" y="0"/>
                      <a:pt x="7" y="0"/>
                    </a:cubicBezTo>
                    <a:cubicBezTo>
                      <a:pt x="9" y="1"/>
                      <a:pt x="10" y="2"/>
                      <a:pt x="12" y="2"/>
                    </a:cubicBezTo>
                    <a:cubicBezTo>
                      <a:pt x="15" y="2"/>
                      <a:pt x="16" y="2"/>
                      <a:pt x="18" y="1"/>
                    </a:cubicBezTo>
                    <a:cubicBezTo>
                      <a:pt x="19" y="0"/>
                      <a:pt x="21" y="0"/>
                      <a:pt x="22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6" y="3"/>
                      <a:pt x="26" y="5"/>
                      <a:pt x="26" y="6"/>
                    </a:cubicBezTo>
                    <a:cubicBezTo>
                      <a:pt x="25" y="8"/>
                      <a:pt x="23" y="8"/>
                      <a:pt x="21" y="9"/>
                    </a:cubicBezTo>
                    <a:cubicBezTo>
                      <a:pt x="20" y="9"/>
                      <a:pt x="17" y="8"/>
                      <a:pt x="16" y="9"/>
                    </a:cubicBezTo>
                    <a:cubicBezTo>
                      <a:pt x="14" y="11"/>
                      <a:pt x="17" y="14"/>
                      <a:pt x="19" y="15"/>
                    </a:cubicBezTo>
                    <a:cubicBezTo>
                      <a:pt x="20" y="15"/>
                      <a:pt x="21" y="15"/>
                      <a:pt x="22" y="16"/>
                    </a:cubicBezTo>
                    <a:cubicBezTo>
                      <a:pt x="23" y="16"/>
                      <a:pt x="22" y="17"/>
                      <a:pt x="22" y="18"/>
                    </a:cubicBezTo>
                    <a:cubicBezTo>
                      <a:pt x="22" y="20"/>
                      <a:pt x="22" y="20"/>
                      <a:pt x="21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5" name="Freeform 3221">
                <a:extLst>
                  <a:ext uri="{FF2B5EF4-FFF2-40B4-BE49-F238E27FC236}">
                    <a16:creationId xmlns:a16="http://schemas.microsoft.com/office/drawing/2014/main" id="{616CB70D-4B6A-6B47-8583-533C681C6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567"/>
                <a:ext cx="5" cy="4"/>
              </a:xfrm>
              <a:custGeom>
                <a:avLst/>
                <a:gdLst>
                  <a:gd name="T0" fmla="*/ 5 w 12"/>
                  <a:gd name="T1" fmla="*/ 1 h 12"/>
                  <a:gd name="T2" fmla="*/ 8 w 12"/>
                  <a:gd name="T3" fmla="*/ 1 h 12"/>
                  <a:gd name="T4" fmla="*/ 11 w 12"/>
                  <a:gd name="T5" fmla="*/ 1 h 12"/>
                  <a:gd name="T6" fmla="*/ 12 w 12"/>
                  <a:gd name="T7" fmla="*/ 4 h 12"/>
                  <a:gd name="T8" fmla="*/ 12 w 12"/>
                  <a:gd name="T9" fmla="*/ 8 h 12"/>
                  <a:gd name="T10" fmla="*/ 11 w 12"/>
                  <a:gd name="T11" fmla="*/ 11 h 12"/>
                  <a:gd name="T12" fmla="*/ 6 w 12"/>
                  <a:gd name="T13" fmla="*/ 11 h 12"/>
                  <a:gd name="T14" fmla="*/ 2 w 12"/>
                  <a:gd name="T15" fmla="*/ 10 h 12"/>
                  <a:gd name="T16" fmla="*/ 0 w 12"/>
                  <a:gd name="T17" fmla="*/ 4 h 12"/>
                  <a:gd name="T18" fmla="*/ 1 w 12"/>
                  <a:gd name="T19" fmla="*/ 1 h 12"/>
                  <a:gd name="T20" fmla="*/ 5 w 12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5" y="1"/>
                    </a:moveTo>
                    <a:cubicBezTo>
                      <a:pt x="6" y="0"/>
                      <a:pt x="7" y="1"/>
                      <a:pt x="8" y="1"/>
                    </a:cubicBezTo>
                    <a:cubicBezTo>
                      <a:pt x="9" y="1"/>
                      <a:pt x="10" y="0"/>
                      <a:pt x="11" y="1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5"/>
                      <a:pt x="12" y="7"/>
                      <a:pt x="12" y="8"/>
                    </a:cubicBezTo>
                    <a:cubicBezTo>
                      <a:pt x="12" y="9"/>
                      <a:pt x="12" y="10"/>
                      <a:pt x="11" y="11"/>
                    </a:cubicBezTo>
                    <a:cubicBezTo>
                      <a:pt x="10" y="12"/>
                      <a:pt x="7" y="11"/>
                      <a:pt x="6" y="11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6" name="Freeform 3222">
                <a:extLst>
                  <a:ext uri="{FF2B5EF4-FFF2-40B4-BE49-F238E27FC236}">
                    <a16:creationId xmlns:a16="http://schemas.microsoft.com/office/drawing/2014/main" id="{EABAEB43-FFC7-3948-91EE-0BE608742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567"/>
                <a:ext cx="4" cy="4"/>
              </a:xfrm>
              <a:custGeom>
                <a:avLst/>
                <a:gdLst>
                  <a:gd name="T0" fmla="*/ 9 w 11"/>
                  <a:gd name="T1" fmla="*/ 0 h 10"/>
                  <a:gd name="T2" fmla="*/ 11 w 11"/>
                  <a:gd name="T3" fmla="*/ 3 h 10"/>
                  <a:gd name="T4" fmla="*/ 9 w 11"/>
                  <a:gd name="T5" fmla="*/ 5 h 10"/>
                  <a:gd name="T6" fmla="*/ 9 w 11"/>
                  <a:gd name="T7" fmla="*/ 8 h 10"/>
                  <a:gd name="T8" fmla="*/ 8 w 11"/>
                  <a:gd name="T9" fmla="*/ 9 h 10"/>
                  <a:gd name="T10" fmla="*/ 6 w 11"/>
                  <a:gd name="T11" fmla="*/ 9 h 10"/>
                  <a:gd name="T12" fmla="*/ 4 w 11"/>
                  <a:gd name="T13" fmla="*/ 10 h 10"/>
                  <a:gd name="T14" fmla="*/ 1 w 11"/>
                  <a:gd name="T15" fmla="*/ 9 h 10"/>
                  <a:gd name="T16" fmla="*/ 0 w 11"/>
                  <a:gd name="T17" fmla="*/ 7 h 10"/>
                  <a:gd name="T18" fmla="*/ 2 w 11"/>
                  <a:gd name="T19" fmla="*/ 6 h 10"/>
                  <a:gd name="T20" fmla="*/ 3 w 11"/>
                  <a:gd name="T21" fmla="*/ 3 h 10"/>
                  <a:gd name="T22" fmla="*/ 4 w 11"/>
                  <a:gd name="T23" fmla="*/ 1 h 10"/>
                  <a:gd name="T24" fmla="*/ 5 w 11"/>
                  <a:gd name="T25" fmla="*/ 0 h 10"/>
                  <a:gd name="T26" fmla="*/ 9 w 11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9" y="0"/>
                    </a:moveTo>
                    <a:cubicBezTo>
                      <a:pt x="10" y="1"/>
                      <a:pt x="11" y="2"/>
                      <a:pt x="11" y="3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3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7" name="Freeform 3223">
                <a:extLst>
                  <a:ext uri="{FF2B5EF4-FFF2-40B4-BE49-F238E27FC236}">
                    <a16:creationId xmlns:a16="http://schemas.microsoft.com/office/drawing/2014/main" id="{70C03077-31F2-3548-A781-E65ADACBE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62"/>
                <a:ext cx="5" cy="3"/>
              </a:xfrm>
              <a:custGeom>
                <a:avLst/>
                <a:gdLst>
                  <a:gd name="T0" fmla="*/ 5 w 12"/>
                  <a:gd name="T1" fmla="*/ 9 h 9"/>
                  <a:gd name="T2" fmla="*/ 4 w 12"/>
                  <a:gd name="T3" fmla="*/ 9 h 9"/>
                  <a:gd name="T4" fmla="*/ 3 w 12"/>
                  <a:gd name="T5" fmla="*/ 8 h 9"/>
                  <a:gd name="T6" fmla="*/ 1 w 12"/>
                  <a:gd name="T7" fmla="*/ 7 h 9"/>
                  <a:gd name="T8" fmla="*/ 1 w 12"/>
                  <a:gd name="T9" fmla="*/ 4 h 9"/>
                  <a:gd name="T10" fmla="*/ 3 w 12"/>
                  <a:gd name="T11" fmla="*/ 2 h 9"/>
                  <a:gd name="T12" fmla="*/ 5 w 12"/>
                  <a:gd name="T13" fmla="*/ 0 h 9"/>
                  <a:gd name="T14" fmla="*/ 11 w 12"/>
                  <a:gd name="T15" fmla="*/ 2 h 9"/>
                  <a:gd name="T16" fmla="*/ 12 w 12"/>
                  <a:gd name="T17" fmla="*/ 5 h 9"/>
                  <a:gd name="T18" fmla="*/ 11 w 12"/>
                  <a:gd name="T19" fmla="*/ 7 h 9"/>
                  <a:gd name="T20" fmla="*/ 8 w 12"/>
                  <a:gd name="T21" fmla="*/ 8 h 9"/>
                  <a:gd name="T22" fmla="*/ 6 w 12"/>
                  <a:gd name="T23" fmla="*/ 9 h 9"/>
                  <a:gd name="T24" fmla="*/ 6 w 12"/>
                  <a:gd name="T25" fmla="*/ 9 h 9"/>
                  <a:gd name="T26" fmla="*/ 5 w 12"/>
                  <a:gd name="T2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9">
                    <a:moveTo>
                      <a:pt x="5" y="9"/>
                    </a:moveTo>
                    <a:cubicBezTo>
                      <a:pt x="5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7" y="0"/>
                      <a:pt x="10" y="0"/>
                      <a:pt x="11" y="2"/>
                    </a:cubicBezTo>
                    <a:cubicBezTo>
                      <a:pt x="12" y="3"/>
                      <a:pt x="12" y="3"/>
                      <a:pt x="12" y="5"/>
                    </a:cubicBezTo>
                    <a:cubicBezTo>
                      <a:pt x="12" y="6"/>
                      <a:pt x="12" y="7"/>
                      <a:pt x="11" y="7"/>
                    </a:cubicBezTo>
                    <a:cubicBezTo>
                      <a:pt x="10" y="7"/>
                      <a:pt x="9" y="8"/>
                      <a:pt x="8" y="8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8" name="Freeform 3224">
                <a:extLst>
                  <a:ext uri="{FF2B5EF4-FFF2-40B4-BE49-F238E27FC236}">
                    <a16:creationId xmlns:a16="http://schemas.microsoft.com/office/drawing/2014/main" id="{C30A682F-8281-7E41-BB47-F2DFD4E57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48"/>
                <a:ext cx="19" cy="9"/>
              </a:xfrm>
              <a:custGeom>
                <a:avLst/>
                <a:gdLst>
                  <a:gd name="T0" fmla="*/ 6 w 48"/>
                  <a:gd name="T1" fmla="*/ 21 h 22"/>
                  <a:gd name="T2" fmla="*/ 2 w 48"/>
                  <a:gd name="T3" fmla="*/ 20 h 22"/>
                  <a:gd name="T4" fmla="*/ 5 w 48"/>
                  <a:gd name="T5" fmla="*/ 15 h 22"/>
                  <a:gd name="T6" fmla="*/ 10 w 48"/>
                  <a:gd name="T7" fmla="*/ 12 h 22"/>
                  <a:gd name="T8" fmla="*/ 15 w 48"/>
                  <a:gd name="T9" fmla="*/ 9 h 22"/>
                  <a:gd name="T10" fmla="*/ 20 w 48"/>
                  <a:gd name="T11" fmla="*/ 7 h 22"/>
                  <a:gd name="T12" fmla="*/ 21 w 48"/>
                  <a:gd name="T13" fmla="*/ 4 h 22"/>
                  <a:gd name="T14" fmla="*/ 22 w 48"/>
                  <a:gd name="T15" fmla="*/ 1 h 22"/>
                  <a:gd name="T16" fmla="*/ 28 w 48"/>
                  <a:gd name="T17" fmla="*/ 0 h 22"/>
                  <a:gd name="T18" fmla="*/ 30 w 48"/>
                  <a:gd name="T19" fmla="*/ 1 h 22"/>
                  <a:gd name="T20" fmla="*/ 28 w 48"/>
                  <a:gd name="T21" fmla="*/ 4 h 22"/>
                  <a:gd name="T22" fmla="*/ 27 w 48"/>
                  <a:gd name="T23" fmla="*/ 7 h 22"/>
                  <a:gd name="T24" fmla="*/ 34 w 48"/>
                  <a:gd name="T25" fmla="*/ 5 h 22"/>
                  <a:gd name="T26" fmla="*/ 39 w 48"/>
                  <a:gd name="T27" fmla="*/ 4 h 22"/>
                  <a:gd name="T28" fmla="*/ 42 w 48"/>
                  <a:gd name="T29" fmla="*/ 4 h 22"/>
                  <a:gd name="T30" fmla="*/ 44 w 48"/>
                  <a:gd name="T31" fmla="*/ 3 h 22"/>
                  <a:gd name="T32" fmla="*/ 48 w 48"/>
                  <a:gd name="T33" fmla="*/ 6 h 22"/>
                  <a:gd name="T34" fmla="*/ 42 w 48"/>
                  <a:gd name="T35" fmla="*/ 8 h 22"/>
                  <a:gd name="T36" fmla="*/ 36 w 48"/>
                  <a:gd name="T37" fmla="*/ 12 h 22"/>
                  <a:gd name="T38" fmla="*/ 31 w 48"/>
                  <a:gd name="T39" fmla="*/ 15 h 22"/>
                  <a:gd name="T40" fmla="*/ 22 w 48"/>
                  <a:gd name="T41" fmla="*/ 13 h 22"/>
                  <a:gd name="T42" fmla="*/ 17 w 48"/>
                  <a:gd name="T43" fmla="*/ 14 h 22"/>
                  <a:gd name="T44" fmla="*/ 13 w 48"/>
                  <a:gd name="T45" fmla="*/ 16 h 22"/>
                  <a:gd name="T46" fmla="*/ 11 w 48"/>
                  <a:gd name="T47" fmla="*/ 17 h 22"/>
                  <a:gd name="T48" fmla="*/ 9 w 48"/>
                  <a:gd name="T49" fmla="*/ 19 h 22"/>
                  <a:gd name="T50" fmla="*/ 6 w 48"/>
                  <a:gd name="T51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22">
                    <a:moveTo>
                      <a:pt x="6" y="21"/>
                    </a:moveTo>
                    <a:cubicBezTo>
                      <a:pt x="5" y="22"/>
                      <a:pt x="3" y="21"/>
                      <a:pt x="2" y="20"/>
                    </a:cubicBezTo>
                    <a:cubicBezTo>
                      <a:pt x="0" y="18"/>
                      <a:pt x="4" y="16"/>
                      <a:pt x="5" y="15"/>
                    </a:cubicBezTo>
                    <a:cubicBezTo>
                      <a:pt x="7" y="14"/>
                      <a:pt x="9" y="14"/>
                      <a:pt x="10" y="12"/>
                    </a:cubicBezTo>
                    <a:cubicBezTo>
                      <a:pt x="11" y="10"/>
                      <a:pt x="13" y="9"/>
                      <a:pt x="15" y="9"/>
                    </a:cubicBezTo>
                    <a:cubicBezTo>
                      <a:pt x="17" y="8"/>
                      <a:pt x="19" y="9"/>
                      <a:pt x="20" y="7"/>
                    </a:cubicBezTo>
                    <a:cubicBezTo>
                      <a:pt x="21" y="6"/>
                      <a:pt x="21" y="5"/>
                      <a:pt x="21" y="4"/>
                    </a:cubicBezTo>
                    <a:cubicBezTo>
                      <a:pt x="21" y="3"/>
                      <a:pt x="22" y="2"/>
                      <a:pt x="22" y="1"/>
                    </a:cubicBezTo>
                    <a:cubicBezTo>
                      <a:pt x="23" y="0"/>
                      <a:pt x="27" y="0"/>
                      <a:pt x="28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0" y="2"/>
                      <a:pt x="28" y="3"/>
                      <a:pt x="28" y="4"/>
                    </a:cubicBezTo>
                    <a:cubicBezTo>
                      <a:pt x="26" y="5"/>
                      <a:pt x="25" y="7"/>
                      <a:pt x="27" y="7"/>
                    </a:cubicBezTo>
                    <a:cubicBezTo>
                      <a:pt x="30" y="8"/>
                      <a:pt x="32" y="7"/>
                      <a:pt x="34" y="5"/>
                    </a:cubicBezTo>
                    <a:cubicBezTo>
                      <a:pt x="35" y="4"/>
                      <a:pt x="37" y="4"/>
                      <a:pt x="39" y="4"/>
                    </a:cubicBezTo>
                    <a:cubicBezTo>
                      <a:pt x="40" y="4"/>
                      <a:pt x="41" y="4"/>
                      <a:pt x="42" y="4"/>
                    </a:cubicBezTo>
                    <a:cubicBezTo>
                      <a:pt x="43" y="3"/>
                      <a:pt x="43" y="3"/>
                      <a:pt x="44" y="3"/>
                    </a:cubicBezTo>
                    <a:cubicBezTo>
                      <a:pt x="46" y="2"/>
                      <a:pt x="48" y="4"/>
                      <a:pt x="48" y="6"/>
                    </a:cubicBezTo>
                    <a:cubicBezTo>
                      <a:pt x="48" y="9"/>
                      <a:pt x="44" y="8"/>
                      <a:pt x="42" y="8"/>
                    </a:cubicBezTo>
                    <a:cubicBezTo>
                      <a:pt x="40" y="8"/>
                      <a:pt x="37" y="9"/>
                      <a:pt x="36" y="12"/>
                    </a:cubicBezTo>
                    <a:cubicBezTo>
                      <a:pt x="34" y="13"/>
                      <a:pt x="33" y="15"/>
                      <a:pt x="31" y="15"/>
                    </a:cubicBezTo>
                    <a:cubicBezTo>
                      <a:pt x="28" y="15"/>
                      <a:pt x="25" y="14"/>
                      <a:pt x="22" y="13"/>
                    </a:cubicBezTo>
                    <a:cubicBezTo>
                      <a:pt x="20" y="13"/>
                      <a:pt x="18" y="13"/>
                      <a:pt x="17" y="14"/>
                    </a:cubicBezTo>
                    <a:cubicBezTo>
                      <a:pt x="15" y="14"/>
                      <a:pt x="15" y="15"/>
                      <a:pt x="13" y="16"/>
                    </a:cubicBezTo>
                    <a:cubicBezTo>
                      <a:pt x="12" y="16"/>
                      <a:pt x="12" y="16"/>
                      <a:pt x="11" y="17"/>
                    </a:cubicBezTo>
                    <a:cubicBezTo>
                      <a:pt x="10" y="18"/>
                      <a:pt x="9" y="18"/>
                      <a:pt x="9" y="19"/>
                    </a:cubicBezTo>
                    <a:cubicBezTo>
                      <a:pt x="8" y="20"/>
                      <a:pt x="7" y="21"/>
                      <a:pt x="6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9" name="Freeform 3225">
                <a:extLst>
                  <a:ext uri="{FF2B5EF4-FFF2-40B4-BE49-F238E27FC236}">
                    <a16:creationId xmlns:a16="http://schemas.microsoft.com/office/drawing/2014/main" id="{63FA5CE6-ADC1-5047-B3E0-A1D626E90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40"/>
                <a:ext cx="5" cy="5"/>
              </a:xfrm>
              <a:custGeom>
                <a:avLst/>
                <a:gdLst>
                  <a:gd name="T0" fmla="*/ 0 w 12"/>
                  <a:gd name="T1" fmla="*/ 6 h 11"/>
                  <a:gd name="T2" fmla="*/ 4 w 12"/>
                  <a:gd name="T3" fmla="*/ 2 h 11"/>
                  <a:gd name="T4" fmla="*/ 7 w 12"/>
                  <a:gd name="T5" fmla="*/ 1 h 11"/>
                  <a:gd name="T6" fmla="*/ 10 w 12"/>
                  <a:gd name="T7" fmla="*/ 1 h 11"/>
                  <a:gd name="T8" fmla="*/ 12 w 12"/>
                  <a:gd name="T9" fmla="*/ 3 h 11"/>
                  <a:gd name="T10" fmla="*/ 9 w 12"/>
                  <a:gd name="T11" fmla="*/ 5 h 11"/>
                  <a:gd name="T12" fmla="*/ 6 w 12"/>
                  <a:gd name="T13" fmla="*/ 8 h 11"/>
                  <a:gd name="T14" fmla="*/ 5 w 12"/>
                  <a:gd name="T15" fmla="*/ 10 h 11"/>
                  <a:gd name="T16" fmla="*/ 2 w 12"/>
                  <a:gd name="T17" fmla="*/ 10 h 11"/>
                  <a:gd name="T18" fmla="*/ 0 w 12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0"/>
                      <a:pt x="10" y="0"/>
                      <a:pt x="10" y="1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4"/>
                      <a:pt x="10" y="5"/>
                      <a:pt x="9" y="5"/>
                    </a:cubicBezTo>
                    <a:cubicBezTo>
                      <a:pt x="8" y="6"/>
                      <a:pt x="7" y="6"/>
                      <a:pt x="6" y="8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9"/>
                      <a:pt x="0" y="8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0" name="Freeform 3226">
                <a:extLst>
                  <a:ext uri="{FF2B5EF4-FFF2-40B4-BE49-F238E27FC236}">
                    <a16:creationId xmlns:a16="http://schemas.microsoft.com/office/drawing/2014/main" id="{462C756C-D680-FD4A-82A6-7207B3803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551"/>
                <a:ext cx="7" cy="11"/>
              </a:xfrm>
              <a:custGeom>
                <a:avLst/>
                <a:gdLst>
                  <a:gd name="T0" fmla="*/ 11 w 16"/>
                  <a:gd name="T1" fmla="*/ 3 h 29"/>
                  <a:gd name="T2" fmla="*/ 13 w 16"/>
                  <a:gd name="T3" fmla="*/ 1 h 29"/>
                  <a:gd name="T4" fmla="*/ 16 w 16"/>
                  <a:gd name="T5" fmla="*/ 5 h 29"/>
                  <a:gd name="T6" fmla="*/ 14 w 16"/>
                  <a:gd name="T7" fmla="*/ 10 h 29"/>
                  <a:gd name="T8" fmla="*/ 11 w 16"/>
                  <a:gd name="T9" fmla="*/ 16 h 29"/>
                  <a:gd name="T10" fmla="*/ 11 w 16"/>
                  <a:gd name="T11" fmla="*/ 27 h 29"/>
                  <a:gd name="T12" fmla="*/ 6 w 16"/>
                  <a:gd name="T13" fmla="*/ 26 h 29"/>
                  <a:gd name="T14" fmla="*/ 5 w 16"/>
                  <a:gd name="T15" fmla="*/ 21 h 29"/>
                  <a:gd name="T16" fmla="*/ 0 w 16"/>
                  <a:gd name="T17" fmla="*/ 17 h 29"/>
                  <a:gd name="T18" fmla="*/ 3 w 16"/>
                  <a:gd name="T19" fmla="*/ 13 h 29"/>
                  <a:gd name="T20" fmla="*/ 7 w 16"/>
                  <a:gd name="T21" fmla="*/ 13 h 29"/>
                  <a:gd name="T22" fmla="*/ 8 w 16"/>
                  <a:gd name="T23" fmla="*/ 11 h 29"/>
                  <a:gd name="T24" fmla="*/ 10 w 16"/>
                  <a:gd name="T25" fmla="*/ 7 h 29"/>
                  <a:gd name="T26" fmla="*/ 11 w 16"/>
                  <a:gd name="T27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9">
                    <a:moveTo>
                      <a:pt x="11" y="3"/>
                    </a:moveTo>
                    <a:cubicBezTo>
                      <a:pt x="12" y="2"/>
                      <a:pt x="12" y="1"/>
                      <a:pt x="13" y="1"/>
                    </a:cubicBezTo>
                    <a:cubicBezTo>
                      <a:pt x="15" y="0"/>
                      <a:pt x="16" y="3"/>
                      <a:pt x="16" y="5"/>
                    </a:cubicBezTo>
                    <a:cubicBezTo>
                      <a:pt x="16" y="7"/>
                      <a:pt x="16" y="9"/>
                      <a:pt x="14" y="10"/>
                    </a:cubicBezTo>
                    <a:cubicBezTo>
                      <a:pt x="12" y="12"/>
                      <a:pt x="11" y="14"/>
                      <a:pt x="11" y="16"/>
                    </a:cubicBezTo>
                    <a:cubicBezTo>
                      <a:pt x="11" y="20"/>
                      <a:pt x="12" y="24"/>
                      <a:pt x="11" y="27"/>
                    </a:cubicBezTo>
                    <a:cubicBezTo>
                      <a:pt x="9" y="28"/>
                      <a:pt x="7" y="29"/>
                      <a:pt x="6" y="26"/>
                    </a:cubicBezTo>
                    <a:cubicBezTo>
                      <a:pt x="6" y="24"/>
                      <a:pt x="7" y="21"/>
                      <a:pt x="5" y="21"/>
                    </a:cubicBezTo>
                    <a:cubicBezTo>
                      <a:pt x="3" y="20"/>
                      <a:pt x="1" y="19"/>
                      <a:pt x="0" y="17"/>
                    </a:cubicBezTo>
                    <a:cubicBezTo>
                      <a:pt x="0" y="15"/>
                      <a:pt x="1" y="13"/>
                      <a:pt x="3" y="13"/>
                    </a:cubicBezTo>
                    <a:cubicBezTo>
                      <a:pt x="4" y="13"/>
                      <a:pt x="6" y="14"/>
                      <a:pt x="7" y="13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9" y="10"/>
                      <a:pt x="10" y="9"/>
                      <a:pt x="10" y="7"/>
                    </a:cubicBezTo>
                    <a:cubicBezTo>
                      <a:pt x="11" y="6"/>
                      <a:pt x="11" y="4"/>
                      <a:pt x="1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1" name="Freeform 3227">
                <a:extLst>
                  <a:ext uri="{FF2B5EF4-FFF2-40B4-BE49-F238E27FC236}">
                    <a16:creationId xmlns:a16="http://schemas.microsoft.com/office/drawing/2014/main" id="{5ED6B04D-F9E6-D144-AE92-7B28B1FB5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534"/>
                <a:ext cx="4" cy="6"/>
              </a:xfrm>
              <a:custGeom>
                <a:avLst/>
                <a:gdLst>
                  <a:gd name="T0" fmla="*/ 6 w 11"/>
                  <a:gd name="T1" fmla="*/ 12 h 15"/>
                  <a:gd name="T2" fmla="*/ 4 w 11"/>
                  <a:gd name="T3" fmla="*/ 15 h 15"/>
                  <a:gd name="T4" fmla="*/ 1 w 11"/>
                  <a:gd name="T5" fmla="*/ 14 h 15"/>
                  <a:gd name="T6" fmla="*/ 0 w 11"/>
                  <a:gd name="T7" fmla="*/ 10 h 15"/>
                  <a:gd name="T8" fmla="*/ 1 w 11"/>
                  <a:gd name="T9" fmla="*/ 6 h 15"/>
                  <a:gd name="T10" fmla="*/ 3 w 11"/>
                  <a:gd name="T11" fmla="*/ 3 h 15"/>
                  <a:gd name="T12" fmla="*/ 6 w 11"/>
                  <a:gd name="T13" fmla="*/ 2 h 15"/>
                  <a:gd name="T14" fmla="*/ 6 w 11"/>
                  <a:gd name="T15" fmla="*/ 1 h 15"/>
                  <a:gd name="T16" fmla="*/ 8 w 11"/>
                  <a:gd name="T17" fmla="*/ 0 h 15"/>
                  <a:gd name="T18" fmla="*/ 10 w 11"/>
                  <a:gd name="T19" fmla="*/ 0 h 15"/>
                  <a:gd name="T20" fmla="*/ 11 w 11"/>
                  <a:gd name="T21" fmla="*/ 3 h 15"/>
                  <a:gd name="T22" fmla="*/ 7 w 11"/>
                  <a:gd name="T23" fmla="*/ 6 h 15"/>
                  <a:gd name="T24" fmla="*/ 6 w 11"/>
                  <a:gd name="T25" fmla="*/ 8 h 15"/>
                  <a:gd name="T26" fmla="*/ 6 w 11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6" y="12"/>
                    </a:moveTo>
                    <a:cubicBezTo>
                      <a:pt x="6" y="13"/>
                      <a:pt x="5" y="14"/>
                      <a:pt x="4" y="15"/>
                    </a:cubicBezTo>
                    <a:cubicBezTo>
                      <a:pt x="3" y="15"/>
                      <a:pt x="1" y="15"/>
                      <a:pt x="1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9"/>
                      <a:pt x="1" y="8"/>
                      <a:pt x="1" y="6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0"/>
                      <a:pt x="11" y="2"/>
                      <a:pt x="11" y="3"/>
                    </a:cubicBezTo>
                    <a:cubicBezTo>
                      <a:pt x="10" y="4"/>
                      <a:pt x="8" y="5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9"/>
                      <a:pt x="6" y="11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2" name="Freeform 3228">
                <a:extLst>
                  <a:ext uri="{FF2B5EF4-FFF2-40B4-BE49-F238E27FC236}">
                    <a16:creationId xmlns:a16="http://schemas.microsoft.com/office/drawing/2014/main" id="{097E41BB-6A9E-8A47-B006-2ED444B17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536"/>
                <a:ext cx="8" cy="13"/>
              </a:xfrm>
              <a:custGeom>
                <a:avLst/>
                <a:gdLst>
                  <a:gd name="T0" fmla="*/ 14 w 20"/>
                  <a:gd name="T1" fmla="*/ 6 h 33"/>
                  <a:gd name="T2" fmla="*/ 15 w 20"/>
                  <a:gd name="T3" fmla="*/ 3 h 33"/>
                  <a:gd name="T4" fmla="*/ 15 w 20"/>
                  <a:gd name="T5" fmla="*/ 1 h 33"/>
                  <a:gd name="T6" fmla="*/ 12 w 20"/>
                  <a:gd name="T7" fmla="*/ 0 h 33"/>
                  <a:gd name="T8" fmla="*/ 8 w 20"/>
                  <a:gd name="T9" fmla="*/ 4 h 33"/>
                  <a:gd name="T10" fmla="*/ 4 w 20"/>
                  <a:gd name="T11" fmla="*/ 6 h 33"/>
                  <a:gd name="T12" fmla="*/ 1 w 20"/>
                  <a:gd name="T13" fmla="*/ 7 h 33"/>
                  <a:gd name="T14" fmla="*/ 1 w 20"/>
                  <a:gd name="T15" fmla="*/ 13 h 33"/>
                  <a:gd name="T16" fmla="*/ 0 w 20"/>
                  <a:gd name="T17" fmla="*/ 20 h 33"/>
                  <a:gd name="T18" fmla="*/ 3 w 20"/>
                  <a:gd name="T19" fmla="*/ 23 h 33"/>
                  <a:gd name="T20" fmla="*/ 8 w 20"/>
                  <a:gd name="T21" fmla="*/ 23 h 33"/>
                  <a:gd name="T22" fmla="*/ 11 w 20"/>
                  <a:gd name="T23" fmla="*/ 20 h 33"/>
                  <a:gd name="T24" fmla="*/ 13 w 20"/>
                  <a:gd name="T25" fmla="*/ 24 h 33"/>
                  <a:gd name="T26" fmla="*/ 14 w 20"/>
                  <a:gd name="T27" fmla="*/ 28 h 33"/>
                  <a:gd name="T28" fmla="*/ 15 w 20"/>
                  <a:gd name="T29" fmla="*/ 32 h 33"/>
                  <a:gd name="T30" fmla="*/ 19 w 20"/>
                  <a:gd name="T31" fmla="*/ 32 h 33"/>
                  <a:gd name="T32" fmla="*/ 20 w 20"/>
                  <a:gd name="T33" fmla="*/ 27 h 33"/>
                  <a:gd name="T34" fmla="*/ 20 w 20"/>
                  <a:gd name="T35" fmla="*/ 21 h 33"/>
                  <a:gd name="T36" fmla="*/ 19 w 20"/>
                  <a:gd name="T37" fmla="*/ 17 h 33"/>
                  <a:gd name="T38" fmla="*/ 13 w 20"/>
                  <a:gd name="T39" fmla="*/ 15 h 33"/>
                  <a:gd name="T40" fmla="*/ 11 w 20"/>
                  <a:gd name="T41" fmla="*/ 13 h 33"/>
                  <a:gd name="T42" fmla="*/ 11 w 20"/>
                  <a:gd name="T43" fmla="*/ 8 h 33"/>
                  <a:gd name="T44" fmla="*/ 12 w 20"/>
                  <a:gd name="T45" fmla="*/ 7 h 33"/>
                  <a:gd name="T46" fmla="*/ 14 w 20"/>
                  <a:gd name="T4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3">
                    <a:moveTo>
                      <a:pt x="14" y="6"/>
                    </a:moveTo>
                    <a:cubicBezTo>
                      <a:pt x="15" y="5"/>
                      <a:pt x="15" y="4"/>
                      <a:pt x="15" y="3"/>
                    </a:cubicBezTo>
                    <a:cubicBezTo>
                      <a:pt x="15" y="3"/>
                      <a:pt x="15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0" y="1"/>
                      <a:pt x="9" y="3"/>
                      <a:pt x="8" y="4"/>
                    </a:cubicBezTo>
                    <a:cubicBezTo>
                      <a:pt x="7" y="5"/>
                      <a:pt x="6" y="5"/>
                      <a:pt x="4" y="6"/>
                    </a:cubicBezTo>
                    <a:cubicBezTo>
                      <a:pt x="3" y="6"/>
                      <a:pt x="1" y="6"/>
                      <a:pt x="1" y="7"/>
                    </a:cubicBezTo>
                    <a:cubicBezTo>
                      <a:pt x="0" y="9"/>
                      <a:pt x="1" y="11"/>
                      <a:pt x="1" y="13"/>
                    </a:cubicBezTo>
                    <a:cubicBezTo>
                      <a:pt x="1" y="15"/>
                      <a:pt x="0" y="17"/>
                      <a:pt x="0" y="20"/>
                    </a:cubicBezTo>
                    <a:cubicBezTo>
                      <a:pt x="0" y="21"/>
                      <a:pt x="2" y="23"/>
                      <a:pt x="3" y="23"/>
                    </a:cubicBezTo>
                    <a:cubicBezTo>
                      <a:pt x="5" y="24"/>
                      <a:pt x="6" y="24"/>
                      <a:pt x="8" y="23"/>
                    </a:cubicBezTo>
                    <a:cubicBezTo>
                      <a:pt x="9" y="23"/>
                      <a:pt x="10" y="20"/>
                      <a:pt x="11" y="20"/>
                    </a:cubicBezTo>
                    <a:cubicBezTo>
                      <a:pt x="13" y="21"/>
                      <a:pt x="13" y="23"/>
                      <a:pt x="13" y="24"/>
                    </a:cubicBezTo>
                    <a:cubicBezTo>
                      <a:pt x="14" y="25"/>
                      <a:pt x="14" y="27"/>
                      <a:pt x="14" y="28"/>
                    </a:cubicBezTo>
                    <a:cubicBezTo>
                      <a:pt x="14" y="29"/>
                      <a:pt x="14" y="31"/>
                      <a:pt x="15" y="32"/>
                    </a:cubicBezTo>
                    <a:cubicBezTo>
                      <a:pt x="16" y="32"/>
                      <a:pt x="17" y="33"/>
                      <a:pt x="19" y="32"/>
                    </a:cubicBezTo>
                    <a:cubicBezTo>
                      <a:pt x="20" y="31"/>
                      <a:pt x="20" y="29"/>
                      <a:pt x="20" y="27"/>
                    </a:cubicBezTo>
                    <a:cubicBezTo>
                      <a:pt x="20" y="25"/>
                      <a:pt x="20" y="23"/>
                      <a:pt x="20" y="21"/>
                    </a:cubicBezTo>
                    <a:cubicBezTo>
                      <a:pt x="20" y="20"/>
                      <a:pt x="20" y="18"/>
                      <a:pt x="19" y="17"/>
                    </a:cubicBezTo>
                    <a:cubicBezTo>
                      <a:pt x="17" y="16"/>
                      <a:pt x="14" y="16"/>
                      <a:pt x="13" y="15"/>
                    </a:cubicBezTo>
                    <a:cubicBezTo>
                      <a:pt x="12" y="14"/>
                      <a:pt x="11" y="14"/>
                      <a:pt x="11" y="13"/>
                    </a:cubicBezTo>
                    <a:cubicBezTo>
                      <a:pt x="11" y="11"/>
                      <a:pt x="10" y="9"/>
                      <a:pt x="11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3" y="6"/>
                      <a:pt x="14" y="6"/>
                      <a:pt x="1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3" name="Freeform 3229">
                <a:extLst>
                  <a:ext uri="{FF2B5EF4-FFF2-40B4-BE49-F238E27FC236}">
                    <a16:creationId xmlns:a16="http://schemas.microsoft.com/office/drawing/2014/main" id="{638E4839-CC05-E34B-B922-C2D2C2DC4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551"/>
                <a:ext cx="10" cy="11"/>
              </a:xfrm>
              <a:custGeom>
                <a:avLst/>
                <a:gdLst>
                  <a:gd name="T0" fmla="*/ 8 w 25"/>
                  <a:gd name="T1" fmla="*/ 17 h 26"/>
                  <a:gd name="T2" fmla="*/ 7 w 25"/>
                  <a:gd name="T3" fmla="*/ 17 h 26"/>
                  <a:gd name="T4" fmla="*/ 5 w 25"/>
                  <a:gd name="T5" fmla="*/ 15 h 26"/>
                  <a:gd name="T6" fmla="*/ 4 w 25"/>
                  <a:gd name="T7" fmla="*/ 15 h 26"/>
                  <a:gd name="T8" fmla="*/ 3 w 25"/>
                  <a:gd name="T9" fmla="*/ 13 h 26"/>
                  <a:gd name="T10" fmla="*/ 1 w 25"/>
                  <a:gd name="T11" fmla="*/ 13 h 26"/>
                  <a:gd name="T12" fmla="*/ 0 w 25"/>
                  <a:gd name="T13" fmla="*/ 10 h 26"/>
                  <a:gd name="T14" fmla="*/ 2 w 25"/>
                  <a:gd name="T15" fmla="*/ 2 h 26"/>
                  <a:gd name="T16" fmla="*/ 5 w 25"/>
                  <a:gd name="T17" fmla="*/ 0 h 26"/>
                  <a:gd name="T18" fmla="*/ 9 w 25"/>
                  <a:gd name="T19" fmla="*/ 2 h 26"/>
                  <a:gd name="T20" fmla="*/ 10 w 25"/>
                  <a:gd name="T21" fmla="*/ 6 h 26"/>
                  <a:gd name="T22" fmla="*/ 13 w 25"/>
                  <a:gd name="T23" fmla="*/ 8 h 26"/>
                  <a:gd name="T24" fmla="*/ 17 w 25"/>
                  <a:gd name="T25" fmla="*/ 8 h 26"/>
                  <a:gd name="T26" fmla="*/ 20 w 25"/>
                  <a:gd name="T27" fmla="*/ 10 h 26"/>
                  <a:gd name="T28" fmla="*/ 21 w 25"/>
                  <a:gd name="T29" fmla="*/ 13 h 26"/>
                  <a:gd name="T30" fmla="*/ 24 w 25"/>
                  <a:gd name="T31" fmla="*/ 16 h 26"/>
                  <a:gd name="T32" fmla="*/ 25 w 25"/>
                  <a:gd name="T33" fmla="*/ 21 h 26"/>
                  <a:gd name="T34" fmla="*/ 21 w 25"/>
                  <a:gd name="T35" fmla="*/ 23 h 26"/>
                  <a:gd name="T36" fmla="*/ 18 w 25"/>
                  <a:gd name="T37" fmla="*/ 20 h 26"/>
                  <a:gd name="T38" fmla="*/ 15 w 25"/>
                  <a:gd name="T39" fmla="*/ 21 h 26"/>
                  <a:gd name="T40" fmla="*/ 14 w 25"/>
                  <a:gd name="T41" fmla="*/ 25 h 26"/>
                  <a:gd name="T42" fmla="*/ 11 w 25"/>
                  <a:gd name="T43" fmla="*/ 23 h 26"/>
                  <a:gd name="T44" fmla="*/ 10 w 25"/>
                  <a:gd name="T45" fmla="*/ 20 h 26"/>
                  <a:gd name="T46" fmla="*/ 8 w 25"/>
                  <a:gd name="T4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26">
                    <a:moveTo>
                      <a:pt x="8" y="17"/>
                    </a:moveTo>
                    <a:cubicBezTo>
                      <a:pt x="8" y="17"/>
                      <a:pt x="7" y="18"/>
                      <a:pt x="7" y="17"/>
                    </a:cubicBezTo>
                    <a:cubicBezTo>
                      <a:pt x="6" y="17"/>
                      <a:pt x="6" y="16"/>
                      <a:pt x="5" y="15"/>
                    </a:cubicBezTo>
                    <a:cubicBezTo>
                      <a:pt x="5" y="15"/>
                      <a:pt x="5" y="15"/>
                      <a:pt x="4" y="15"/>
                    </a:cubicBezTo>
                    <a:cubicBezTo>
                      <a:pt x="4" y="14"/>
                      <a:pt x="3" y="14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7"/>
                      <a:pt x="0" y="3"/>
                      <a:pt x="2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0"/>
                      <a:pt x="9" y="1"/>
                      <a:pt x="9" y="2"/>
                    </a:cubicBezTo>
                    <a:cubicBezTo>
                      <a:pt x="10" y="3"/>
                      <a:pt x="10" y="5"/>
                      <a:pt x="10" y="6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5" y="8"/>
                      <a:pt x="16" y="8"/>
                      <a:pt x="17" y="8"/>
                    </a:cubicBezTo>
                    <a:cubicBezTo>
                      <a:pt x="18" y="8"/>
                      <a:pt x="20" y="9"/>
                      <a:pt x="20" y="10"/>
                    </a:cubicBezTo>
                    <a:cubicBezTo>
                      <a:pt x="21" y="11"/>
                      <a:pt x="20" y="12"/>
                      <a:pt x="21" y="13"/>
                    </a:cubicBezTo>
                    <a:cubicBezTo>
                      <a:pt x="22" y="14"/>
                      <a:pt x="24" y="15"/>
                      <a:pt x="24" y="16"/>
                    </a:cubicBezTo>
                    <a:cubicBezTo>
                      <a:pt x="25" y="17"/>
                      <a:pt x="25" y="19"/>
                      <a:pt x="25" y="21"/>
                    </a:cubicBezTo>
                    <a:cubicBezTo>
                      <a:pt x="25" y="23"/>
                      <a:pt x="23" y="23"/>
                      <a:pt x="21" y="23"/>
                    </a:cubicBezTo>
                    <a:cubicBezTo>
                      <a:pt x="19" y="23"/>
                      <a:pt x="19" y="21"/>
                      <a:pt x="18" y="20"/>
                    </a:cubicBezTo>
                    <a:cubicBezTo>
                      <a:pt x="17" y="19"/>
                      <a:pt x="15" y="20"/>
                      <a:pt x="15" y="21"/>
                    </a:cubicBezTo>
                    <a:cubicBezTo>
                      <a:pt x="14" y="22"/>
                      <a:pt x="15" y="24"/>
                      <a:pt x="14" y="25"/>
                    </a:cubicBezTo>
                    <a:cubicBezTo>
                      <a:pt x="13" y="26"/>
                      <a:pt x="12" y="24"/>
                      <a:pt x="11" y="23"/>
                    </a:cubicBezTo>
                    <a:cubicBezTo>
                      <a:pt x="11" y="22"/>
                      <a:pt x="10" y="21"/>
                      <a:pt x="10" y="20"/>
                    </a:cubicBezTo>
                    <a:cubicBezTo>
                      <a:pt x="10" y="19"/>
                      <a:pt x="9" y="18"/>
                      <a:pt x="8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4" name="Freeform 3230">
                <a:extLst>
                  <a:ext uri="{FF2B5EF4-FFF2-40B4-BE49-F238E27FC236}">
                    <a16:creationId xmlns:a16="http://schemas.microsoft.com/office/drawing/2014/main" id="{BC6F1089-B299-B84D-B0E7-971136B4F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567"/>
                <a:ext cx="8" cy="7"/>
              </a:xfrm>
              <a:custGeom>
                <a:avLst/>
                <a:gdLst>
                  <a:gd name="T0" fmla="*/ 2 w 21"/>
                  <a:gd name="T1" fmla="*/ 11 h 17"/>
                  <a:gd name="T2" fmla="*/ 0 w 21"/>
                  <a:gd name="T3" fmla="*/ 7 h 17"/>
                  <a:gd name="T4" fmla="*/ 5 w 21"/>
                  <a:gd name="T5" fmla="*/ 6 h 17"/>
                  <a:gd name="T6" fmla="*/ 10 w 21"/>
                  <a:gd name="T7" fmla="*/ 6 h 17"/>
                  <a:gd name="T8" fmla="*/ 12 w 21"/>
                  <a:gd name="T9" fmla="*/ 6 h 17"/>
                  <a:gd name="T10" fmla="*/ 14 w 21"/>
                  <a:gd name="T11" fmla="*/ 4 h 17"/>
                  <a:gd name="T12" fmla="*/ 16 w 21"/>
                  <a:gd name="T13" fmla="*/ 2 h 17"/>
                  <a:gd name="T14" fmla="*/ 17 w 21"/>
                  <a:gd name="T15" fmla="*/ 1 h 17"/>
                  <a:gd name="T16" fmla="*/ 19 w 21"/>
                  <a:gd name="T17" fmla="*/ 2 h 17"/>
                  <a:gd name="T18" fmla="*/ 19 w 21"/>
                  <a:gd name="T19" fmla="*/ 7 h 17"/>
                  <a:gd name="T20" fmla="*/ 17 w 21"/>
                  <a:gd name="T21" fmla="*/ 11 h 17"/>
                  <a:gd name="T22" fmla="*/ 15 w 21"/>
                  <a:gd name="T23" fmla="*/ 16 h 17"/>
                  <a:gd name="T24" fmla="*/ 13 w 21"/>
                  <a:gd name="T25" fmla="*/ 17 h 17"/>
                  <a:gd name="T26" fmla="*/ 9 w 21"/>
                  <a:gd name="T27" fmla="*/ 16 h 17"/>
                  <a:gd name="T28" fmla="*/ 7 w 21"/>
                  <a:gd name="T29" fmla="*/ 14 h 17"/>
                  <a:gd name="T30" fmla="*/ 5 w 21"/>
                  <a:gd name="T31" fmla="*/ 13 h 17"/>
                  <a:gd name="T32" fmla="*/ 4 w 21"/>
                  <a:gd name="T33" fmla="*/ 12 h 17"/>
                  <a:gd name="T34" fmla="*/ 2 w 21"/>
                  <a:gd name="T3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7">
                    <a:moveTo>
                      <a:pt x="2" y="11"/>
                    </a:moveTo>
                    <a:cubicBezTo>
                      <a:pt x="1" y="11"/>
                      <a:pt x="0" y="9"/>
                      <a:pt x="0" y="7"/>
                    </a:cubicBezTo>
                    <a:cubicBezTo>
                      <a:pt x="1" y="5"/>
                      <a:pt x="4" y="5"/>
                      <a:pt x="5" y="6"/>
                    </a:cubicBezTo>
                    <a:cubicBezTo>
                      <a:pt x="7" y="6"/>
                      <a:pt x="8" y="5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2"/>
                      <a:pt x="16" y="2"/>
                    </a:cubicBezTo>
                    <a:cubicBezTo>
                      <a:pt x="16" y="1"/>
                      <a:pt x="17" y="0"/>
                      <a:pt x="17" y="1"/>
                    </a:cubicBezTo>
                    <a:cubicBezTo>
                      <a:pt x="18" y="1"/>
                      <a:pt x="19" y="2"/>
                      <a:pt x="19" y="2"/>
                    </a:cubicBezTo>
                    <a:cubicBezTo>
                      <a:pt x="20" y="4"/>
                      <a:pt x="21" y="6"/>
                      <a:pt x="19" y="7"/>
                    </a:cubicBezTo>
                    <a:cubicBezTo>
                      <a:pt x="18" y="8"/>
                      <a:pt x="17" y="9"/>
                      <a:pt x="17" y="11"/>
                    </a:cubicBezTo>
                    <a:cubicBezTo>
                      <a:pt x="16" y="13"/>
                      <a:pt x="16" y="14"/>
                      <a:pt x="15" y="16"/>
                    </a:cubicBezTo>
                    <a:cubicBezTo>
                      <a:pt x="14" y="16"/>
                      <a:pt x="13" y="17"/>
                      <a:pt x="13" y="17"/>
                    </a:cubicBezTo>
                    <a:cubicBezTo>
                      <a:pt x="11" y="17"/>
                      <a:pt x="10" y="16"/>
                      <a:pt x="9" y="16"/>
                    </a:cubicBezTo>
                    <a:cubicBezTo>
                      <a:pt x="9" y="15"/>
                      <a:pt x="8" y="14"/>
                      <a:pt x="7" y="14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4" y="13"/>
                      <a:pt x="5" y="12"/>
                      <a:pt x="4" y="12"/>
                    </a:cubicBezTo>
                    <a:cubicBezTo>
                      <a:pt x="4" y="11"/>
                      <a:pt x="3" y="11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5" name="Freeform 3231">
                <a:extLst>
                  <a:ext uri="{FF2B5EF4-FFF2-40B4-BE49-F238E27FC236}">
                    <a16:creationId xmlns:a16="http://schemas.microsoft.com/office/drawing/2014/main" id="{BE1AD851-6462-7F4D-804D-550659711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576"/>
                <a:ext cx="18" cy="17"/>
              </a:xfrm>
              <a:custGeom>
                <a:avLst/>
                <a:gdLst>
                  <a:gd name="T0" fmla="*/ 8 w 44"/>
                  <a:gd name="T1" fmla="*/ 29 h 41"/>
                  <a:gd name="T2" fmla="*/ 7 w 44"/>
                  <a:gd name="T3" fmla="*/ 27 h 41"/>
                  <a:gd name="T4" fmla="*/ 4 w 44"/>
                  <a:gd name="T5" fmla="*/ 23 h 41"/>
                  <a:gd name="T6" fmla="*/ 3 w 44"/>
                  <a:gd name="T7" fmla="*/ 17 h 41"/>
                  <a:gd name="T8" fmla="*/ 2 w 44"/>
                  <a:gd name="T9" fmla="*/ 11 h 41"/>
                  <a:gd name="T10" fmla="*/ 0 w 44"/>
                  <a:gd name="T11" fmla="*/ 7 h 41"/>
                  <a:gd name="T12" fmla="*/ 4 w 44"/>
                  <a:gd name="T13" fmla="*/ 2 h 41"/>
                  <a:gd name="T14" fmla="*/ 12 w 44"/>
                  <a:gd name="T15" fmla="*/ 0 h 41"/>
                  <a:gd name="T16" fmla="*/ 19 w 44"/>
                  <a:gd name="T17" fmla="*/ 4 h 41"/>
                  <a:gd name="T18" fmla="*/ 22 w 44"/>
                  <a:gd name="T19" fmla="*/ 11 h 41"/>
                  <a:gd name="T20" fmla="*/ 25 w 44"/>
                  <a:gd name="T21" fmla="*/ 13 h 41"/>
                  <a:gd name="T22" fmla="*/ 27 w 44"/>
                  <a:gd name="T23" fmla="*/ 17 h 41"/>
                  <a:gd name="T24" fmla="*/ 27 w 44"/>
                  <a:gd name="T25" fmla="*/ 26 h 41"/>
                  <a:gd name="T26" fmla="*/ 30 w 44"/>
                  <a:gd name="T27" fmla="*/ 30 h 41"/>
                  <a:gd name="T28" fmla="*/ 33 w 44"/>
                  <a:gd name="T29" fmla="*/ 30 h 41"/>
                  <a:gd name="T30" fmla="*/ 37 w 44"/>
                  <a:gd name="T31" fmla="*/ 30 h 41"/>
                  <a:gd name="T32" fmla="*/ 43 w 44"/>
                  <a:gd name="T33" fmla="*/ 31 h 41"/>
                  <a:gd name="T34" fmla="*/ 41 w 44"/>
                  <a:gd name="T35" fmla="*/ 37 h 41"/>
                  <a:gd name="T36" fmla="*/ 39 w 44"/>
                  <a:gd name="T37" fmla="*/ 39 h 41"/>
                  <a:gd name="T38" fmla="*/ 37 w 44"/>
                  <a:gd name="T39" fmla="*/ 40 h 41"/>
                  <a:gd name="T40" fmla="*/ 34 w 44"/>
                  <a:gd name="T41" fmla="*/ 37 h 41"/>
                  <a:gd name="T42" fmla="*/ 30 w 44"/>
                  <a:gd name="T43" fmla="*/ 34 h 41"/>
                  <a:gd name="T44" fmla="*/ 23 w 44"/>
                  <a:gd name="T45" fmla="*/ 35 h 41"/>
                  <a:gd name="T46" fmla="*/ 20 w 44"/>
                  <a:gd name="T47" fmla="*/ 35 h 41"/>
                  <a:gd name="T48" fmla="*/ 17 w 44"/>
                  <a:gd name="T49" fmla="*/ 37 h 41"/>
                  <a:gd name="T50" fmla="*/ 12 w 44"/>
                  <a:gd name="T51" fmla="*/ 39 h 41"/>
                  <a:gd name="T52" fmla="*/ 8 w 44"/>
                  <a:gd name="T53" fmla="*/ 35 h 41"/>
                  <a:gd name="T54" fmla="*/ 9 w 44"/>
                  <a:gd name="T55" fmla="*/ 33 h 41"/>
                  <a:gd name="T56" fmla="*/ 8 w 44"/>
                  <a:gd name="T5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4" h="41">
                    <a:moveTo>
                      <a:pt x="8" y="29"/>
                    </a:moveTo>
                    <a:cubicBezTo>
                      <a:pt x="8" y="28"/>
                      <a:pt x="8" y="28"/>
                      <a:pt x="7" y="27"/>
                    </a:cubicBezTo>
                    <a:cubicBezTo>
                      <a:pt x="5" y="26"/>
                      <a:pt x="5" y="24"/>
                      <a:pt x="4" y="23"/>
                    </a:cubicBezTo>
                    <a:cubicBezTo>
                      <a:pt x="4" y="21"/>
                      <a:pt x="3" y="19"/>
                      <a:pt x="3" y="17"/>
                    </a:cubicBezTo>
                    <a:cubicBezTo>
                      <a:pt x="3" y="15"/>
                      <a:pt x="3" y="13"/>
                      <a:pt x="2" y="11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6" y="0"/>
                      <a:pt x="10" y="0"/>
                      <a:pt x="12" y="0"/>
                    </a:cubicBezTo>
                    <a:cubicBezTo>
                      <a:pt x="16" y="0"/>
                      <a:pt x="18" y="1"/>
                      <a:pt x="19" y="4"/>
                    </a:cubicBezTo>
                    <a:cubicBezTo>
                      <a:pt x="20" y="7"/>
                      <a:pt x="20" y="10"/>
                      <a:pt x="22" y="11"/>
                    </a:cubicBezTo>
                    <a:cubicBezTo>
                      <a:pt x="23" y="12"/>
                      <a:pt x="24" y="13"/>
                      <a:pt x="25" y="13"/>
                    </a:cubicBezTo>
                    <a:cubicBezTo>
                      <a:pt x="26" y="14"/>
                      <a:pt x="26" y="16"/>
                      <a:pt x="27" y="17"/>
                    </a:cubicBezTo>
                    <a:cubicBezTo>
                      <a:pt x="28" y="20"/>
                      <a:pt x="27" y="23"/>
                      <a:pt x="27" y="26"/>
                    </a:cubicBezTo>
                    <a:cubicBezTo>
                      <a:pt x="27" y="28"/>
                      <a:pt x="27" y="30"/>
                      <a:pt x="30" y="30"/>
                    </a:cubicBezTo>
                    <a:cubicBezTo>
                      <a:pt x="31" y="30"/>
                      <a:pt x="32" y="30"/>
                      <a:pt x="33" y="30"/>
                    </a:cubicBezTo>
                    <a:cubicBezTo>
                      <a:pt x="34" y="30"/>
                      <a:pt x="36" y="30"/>
                      <a:pt x="37" y="30"/>
                    </a:cubicBezTo>
                    <a:cubicBezTo>
                      <a:pt x="38" y="30"/>
                      <a:pt x="41" y="29"/>
                      <a:pt x="43" y="31"/>
                    </a:cubicBezTo>
                    <a:cubicBezTo>
                      <a:pt x="44" y="33"/>
                      <a:pt x="42" y="35"/>
                      <a:pt x="41" y="37"/>
                    </a:cubicBezTo>
                    <a:cubicBezTo>
                      <a:pt x="40" y="38"/>
                      <a:pt x="40" y="38"/>
                      <a:pt x="39" y="39"/>
                    </a:cubicBezTo>
                    <a:cubicBezTo>
                      <a:pt x="38" y="40"/>
                      <a:pt x="38" y="41"/>
                      <a:pt x="37" y="40"/>
                    </a:cubicBezTo>
                    <a:cubicBezTo>
                      <a:pt x="36" y="40"/>
                      <a:pt x="35" y="38"/>
                      <a:pt x="34" y="37"/>
                    </a:cubicBezTo>
                    <a:cubicBezTo>
                      <a:pt x="33" y="36"/>
                      <a:pt x="32" y="34"/>
                      <a:pt x="30" y="34"/>
                    </a:cubicBezTo>
                    <a:cubicBezTo>
                      <a:pt x="28" y="33"/>
                      <a:pt x="25" y="35"/>
                      <a:pt x="23" y="35"/>
                    </a:cubicBezTo>
                    <a:cubicBezTo>
                      <a:pt x="22" y="35"/>
                      <a:pt x="21" y="35"/>
                      <a:pt x="20" y="35"/>
                    </a:cubicBezTo>
                    <a:cubicBezTo>
                      <a:pt x="19" y="35"/>
                      <a:pt x="18" y="36"/>
                      <a:pt x="17" y="37"/>
                    </a:cubicBezTo>
                    <a:cubicBezTo>
                      <a:pt x="16" y="38"/>
                      <a:pt x="13" y="41"/>
                      <a:pt x="12" y="39"/>
                    </a:cubicBezTo>
                    <a:cubicBezTo>
                      <a:pt x="10" y="38"/>
                      <a:pt x="8" y="37"/>
                      <a:pt x="8" y="35"/>
                    </a:cubicBezTo>
                    <a:cubicBezTo>
                      <a:pt x="8" y="34"/>
                      <a:pt x="9" y="34"/>
                      <a:pt x="9" y="33"/>
                    </a:cubicBezTo>
                    <a:cubicBezTo>
                      <a:pt x="9" y="32"/>
                      <a:pt x="9" y="31"/>
                      <a:pt x="8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6" name="Freeform 3232">
                <a:extLst>
                  <a:ext uri="{FF2B5EF4-FFF2-40B4-BE49-F238E27FC236}">
                    <a16:creationId xmlns:a16="http://schemas.microsoft.com/office/drawing/2014/main" id="{7FD1F118-8091-2947-84F0-B060FB8B6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91"/>
                <a:ext cx="7" cy="3"/>
              </a:xfrm>
              <a:custGeom>
                <a:avLst/>
                <a:gdLst>
                  <a:gd name="T0" fmla="*/ 6 w 16"/>
                  <a:gd name="T1" fmla="*/ 0 h 6"/>
                  <a:gd name="T2" fmla="*/ 7 w 16"/>
                  <a:gd name="T3" fmla="*/ 0 h 6"/>
                  <a:gd name="T4" fmla="*/ 8 w 16"/>
                  <a:gd name="T5" fmla="*/ 0 h 6"/>
                  <a:gd name="T6" fmla="*/ 9 w 16"/>
                  <a:gd name="T7" fmla="*/ 0 h 6"/>
                  <a:gd name="T8" fmla="*/ 10 w 16"/>
                  <a:gd name="T9" fmla="*/ 0 h 6"/>
                  <a:gd name="T10" fmla="*/ 12 w 16"/>
                  <a:gd name="T11" fmla="*/ 2 h 6"/>
                  <a:gd name="T12" fmla="*/ 14 w 16"/>
                  <a:gd name="T13" fmla="*/ 3 h 6"/>
                  <a:gd name="T14" fmla="*/ 13 w 16"/>
                  <a:gd name="T15" fmla="*/ 6 h 6"/>
                  <a:gd name="T16" fmla="*/ 8 w 16"/>
                  <a:gd name="T17" fmla="*/ 6 h 6"/>
                  <a:gd name="T18" fmla="*/ 5 w 16"/>
                  <a:gd name="T19" fmla="*/ 6 h 6"/>
                  <a:gd name="T20" fmla="*/ 2 w 16"/>
                  <a:gd name="T21" fmla="*/ 6 h 6"/>
                  <a:gd name="T22" fmla="*/ 0 w 16"/>
                  <a:gd name="T23" fmla="*/ 4 h 6"/>
                  <a:gd name="T24" fmla="*/ 1 w 16"/>
                  <a:gd name="T25" fmla="*/ 3 h 6"/>
                  <a:gd name="T26" fmla="*/ 2 w 16"/>
                  <a:gd name="T27" fmla="*/ 2 h 6"/>
                  <a:gd name="T28" fmla="*/ 3 w 16"/>
                  <a:gd name="T29" fmla="*/ 1 h 6"/>
                  <a:gd name="T30" fmla="*/ 6 w 16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6">
                    <a:moveTo>
                      <a:pt x="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2" y="1"/>
                      <a:pt x="12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6" y="4"/>
                      <a:pt x="15" y="5"/>
                      <a:pt x="13" y="6"/>
                    </a:cubicBezTo>
                    <a:cubicBezTo>
                      <a:pt x="11" y="6"/>
                      <a:pt x="9" y="6"/>
                      <a:pt x="8" y="6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7" name="Freeform 3233">
                <a:extLst>
                  <a:ext uri="{FF2B5EF4-FFF2-40B4-BE49-F238E27FC236}">
                    <a16:creationId xmlns:a16="http://schemas.microsoft.com/office/drawing/2014/main" id="{DCFFC746-5F7B-0142-9306-875F4918D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589"/>
                <a:ext cx="10" cy="14"/>
              </a:xfrm>
              <a:custGeom>
                <a:avLst/>
                <a:gdLst>
                  <a:gd name="T0" fmla="*/ 10 w 25"/>
                  <a:gd name="T1" fmla="*/ 32 h 33"/>
                  <a:gd name="T2" fmla="*/ 8 w 25"/>
                  <a:gd name="T3" fmla="*/ 33 h 33"/>
                  <a:gd name="T4" fmla="*/ 4 w 25"/>
                  <a:gd name="T5" fmla="*/ 33 h 33"/>
                  <a:gd name="T6" fmla="*/ 2 w 25"/>
                  <a:gd name="T7" fmla="*/ 29 h 33"/>
                  <a:gd name="T8" fmla="*/ 1 w 25"/>
                  <a:gd name="T9" fmla="*/ 26 h 33"/>
                  <a:gd name="T10" fmla="*/ 2 w 25"/>
                  <a:gd name="T11" fmla="*/ 24 h 33"/>
                  <a:gd name="T12" fmla="*/ 3 w 25"/>
                  <a:gd name="T13" fmla="*/ 22 h 33"/>
                  <a:gd name="T14" fmla="*/ 4 w 25"/>
                  <a:gd name="T15" fmla="*/ 19 h 33"/>
                  <a:gd name="T16" fmla="*/ 2 w 25"/>
                  <a:gd name="T17" fmla="*/ 16 h 33"/>
                  <a:gd name="T18" fmla="*/ 2 w 25"/>
                  <a:gd name="T19" fmla="*/ 13 h 33"/>
                  <a:gd name="T20" fmla="*/ 7 w 25"/>
                  <a:gd name="T21" fmla="*/ 11 h 33"/>
                  <a:gd name="T22" fmla="*/ 10 w 25"/>
                  <a:gd name="T23" fmla="*/ 7 h 33"/>
                  <a:gd name="T24" fmla="*/ 13 w 25"/>
                  <a:gd name="T25" fmla="*/ 3 h 33"/>
                  <a:gd name="T26" fmla="*/ 16 w 25"/>
                  <a:gd name="T27" fmla="*/ 2 h 33"/>
                  <a:gd name="T28" fmla="*/ 19 w 25"/>
                  <a:gd name="T29" fmla="*/ 0 h 33"/>
                  <a:gd name="T30" fmla="*/ 23 w 25"/>
                  <a:gd name="T31" fmla="*/ 0 h 33"/>
                  <a:gd name="T32" fmla="*/ 25 w 25"/>
                  <a:gd name="T33" fmla="*/ 2 h 33"/>
                  <a:gd name="T34" fmla="*/ 24 w 25"/>
                  <a:gd name="T35" fmla="*/ 6 h 33"/>
                  <a:gd name="T36" fmla="*/ 19 w 25"/>
                  <a:gd name="T37" fmla="*/ 10 h 33"/>
                  <a:gd name="T38" fmla="*/ 15 w 25"/>
                  <a:gd name="T39" fmla="*/ 14 h 33"/>
                  <a:gd name="T40" fmla="*/ 13 w 25"/>
                  <a:gd name="T41" fmla="*/ 17 h 33"/>
                  <a:gd name="T42" fmla="*/ 11 w 25"/>
                  <a:gd name="T43" fmla="*/ 21 h 33"/>
                  <a:gd name="T44" fmla="*/ 10 w 25"/>
                  <a:gd name="T45" fmla="*/ 26 h 33"/>
                  <a:gd name="T46" fmla="*/ 10 w 25"/>
                  <a:gd name="T47" fmla="*/ 29 h 33"/>
                  <a:gd name="T48" fmla="*/ 10 w 25"/>
                  <a:gd name="T49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5" h="33">
                    <a:moveTo>
                      <a:pt x="10" y="32"/>
                    </a:moveTo>
                    <a:cubicBezTo>
                      <a:pt x="9" y="33"/>
                      <a:pt x="9" y="33"/>
                      <a:pt x="8" y="33"/>
                    </a:cubicBezTo>
                    <a:cubicBezTo>
                      <a:pt x="7" y="33"/>
                      <a:pt x="6" y="33"/>
                      <a:pt x="4" y="33"/>
                    </a:cubicBezTo>
                    <a:cubicBezTo>
                      <a:pt x="3" y="32"/>
                      <a:pt x="2" y="31"/>
                      <a:pt x="2" y="29"/>
                    </a:cubicBezTo>
                    <a:cubicBezTo>
                      <a:pt x="1" y="28"/>
                      <a:pt x="0" y="27"/>
                      <a:pt x="1" y="26"/>
                    </a:cubicBezTo>
                    <a:cubicBezTo>
                      <a:pt x="1" y="25"/>
                      <a:pt x="2" y="25"/>
                      <a:pt x="2" y="24"/>
                    </a:cubicBezTo>
                    <a:cubicBezTo>
                      <a:pt x="2" y="24"/>
                      <a:pt x="3" y="23"/>
                      <a:pt x="3" y="22"/>
                    </a:cubicBezTo>
                    <a:cubicBezTo>
                      <a:pt x="3" y="21"/>
                      <a:pt x="4" y="20"/>
                      <a:pt x="4" y="19"/>
                    </a:cubicBezTo>
                    <a:cubicBezTo>
                      <a:pt x="5" y="18"/>
                      <a:pt x="3" y="17"/>
                      <a:pt x="2" y="16"/>
                    </a:cubicBezTo>
                    <a:cubicBezTo>
                      <a:pt x="1" y="16"/>
                      <a:pt x="1" y="14"/>
                      <a:pt x="2" y="13"/>
                    </a:cubicBezTo>
                    <a:cubicBezTo>
                      <a:pt x="4" y="12"/>
                      <a:pt x="6" y="12"/>
                      <a:pt x="7" y="11"/>
                    </a:cubicBezTo>
                    <a:cubicBezTo>
                      <a:pt x="9" y="10"/>
                      <a:pt x="9" y="8"/>
                      <a:pt x="10" y="7"/>
                    </a:cubicBezTo>
                    <a:cubicBezTo>
                      <a:pt x="10" y="5"/>
                      <a:pt x="11" y="3"/>
                      <a:pt x="13" y="3"/>
                    </a:cubicBezTo>
                    <a:cubicBezTo>
                      <a:pt x="14" y="2"/>
                      <a:pt x="15" y="3"/>
                      <a:pt x="16" y="2"/>
                    </a:cubicBezTo>
                    <a:cubicBezTo>
                      <a:pt x="17" y="2"/>
                      <a:pt x="18" y="0"/>
                      <a:pt x="19" y="0"/>
                    </a:cubicBezTo>
                    <a:cubicBezTo>
                      <a:pt x="20" y="0"/>
                      <a:pt x="22" y="0"/>
                      <a:pt x="23" y="0"/>
                    </a:cubicBezTo>
                    <a:cubicBezTo>
                      <a:pt x="24" y="0"/>
                      <a:pt x="25" y="0"/>
                      <a:pt x="25" y="2"/>
                    </a:cubicBezTo>
                    <a:cubicBezTo>
                      <a:pt x="25" y="3"/>
                      <a:pt x="25" y="5"/>
                      <a:pt x="24" y="6"/>
                    </a:cubicBezTo>
                    <a:cubicBezTo>
                      <a:pt x="23" y="8"/>
                      <a:pt x="20" y="9"/>
                      <a:pt x="19" y="10"/>
                    </a:cubicBezTo>
                    <a:cubicBezTo>
                      <a:pt x="17" y="11"/>
                      <a:pt x="16" y="13"/>
                      <a:pt x="15" y="14"/>
                    </a:cubicBezTo>
                    <a:cubicBezTo>
                      <a:pt x="15" y="15"/>
                      <a:pt x="14" y="16"/>
                      <a:pt x="13" y="17"/>
                    </a:cubicBezTo>
                    <a:cubicBezTo>
                      <a:pt x="12" y="18"/>
                      <a:pt x="12" y="19"/>
                      <a:pt x="11" y="21"/>
                    </a:cubicBezTo>
                    <a:cubicBezTo>
                      <a:pt x="11" y="23"/>
                      <a:pt x="10" y="24"/>
                      <a:pt x="10" y="26"/>
                    </a:cubicBezTo>
                    <a:cubicBezTo>
                      <a:pt x="10" y="27"/>
                      <a:pt x="10" y="28"/>
                      <a:pt x="10" y="29"/>
                    </a:cubicBezTo>
                    <a:cubicBezTo>
                      <a:pt x="10" y="30"/>
                      <a:pt x="10" y="31"/>
                      <a:pt x="10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8" name="Freeform 3234">
                <a:extLst>
                  <a:ext uri="{FF2B5EF4-FFF2-40B4-BE49-F238E27FC236}">
                    <a16:creationId xmlns:a16="http://schemas.microsoft.com/office/drawing/2014/main" id="{928FA02B-6EFE-E64D-933E-08478E44A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54"/>
                <a:ext cx="25" cy="26"/>
              </a:xfrm>
              <a:custGeom>
                <a:avLst/>
                <a:gdLst>
                  <a:gd name="T0" fmla="*/ 37 w 63"/>
                  <a:gd name="T1" fmla="*/ 61 h 64"/>
                  <a:gd name="T2" fmla="*/ 40 w 63"/>
                  <a:gd name="T3" fmla="*/ 61 h 64"/>
                  <a:gd name="T4" fmla="*/ 45 w 63"/>
                  <a:gd name="T5" fmla="*/ 60 h 64"/>
                  <a:gd name="T6" fmla="*/ 51 w 63"/>
                  <a:gd name="T7" fmla="*/ 58 h 64"/>
                  <a:gd name="T8" fmla="*/ 57 w 63"/>
                  <a:gd name="T9" fmla="*/ 56 h 64"/>
                  <a:gd name="T10" fmla="*/ 62 w 63"/>
                  <a:gd name="T11" fmla="*/ 53 h 64"/>
                  <a:gd name="T12" fmla="*/ 61 w 63"/>
                  <a:gd name="T13" fmla="*/ 48 h 64"/>
                  <a:gd name="T14" fmla="*/ 54 w 63"/>
                  <a:gd name="T15" fmla="*/ 48 h 64"/>
                  <a:gd name="T16" fmla="*/ 46 w 63"/>
                  <a:gd name="T17" fmla="*/ 49 h 64"/>
                  <a:gd name="T18" fmla="*/ 40 w 63"/>
                  <a:gd name="T19" fmla="*/ 48 h 64"/>
                  <a:gd name="T20" fmla="*/ 37 w 63"/>
                  <a:gd name="T21" fmla="*/ 44 h 64"/>
                  <a:gd name="T22" fmla="*/ 43 w 63"/>
                  <a:gd name="T23" fmla="*/ 39 h 64"/>
                  <a:gd name="T24" fmla="*/ 51 w 63"/>
                  <a:gd name="T25" fmla="*/ 35 h 64"/>
                  <a:gd name="T26" fmla="*/ 54 w 63"/>
                  <a:gd name="T27" fmla="*/ 29 h 64"/>
                  <a:gd name="T28" fmla="*/ 53 w 63"/>
                  <a:gd name="T29" fmla="*/ 24 h 64"/>
                  <a:gd name="T30" fmla="*/ 49 w 63"/>
                  <a:gd name="T31" fmla="*/ 19 h 64"/>
                  <a:gd name="T32" fmla="*/ 47 w 63"/>
                  <a:gd name="T33" fmla="*/ 13 h 64"/>
                  <a:gd name="T34" fmla="*/ 42 w 63"/>
                  <a:gd name="T35" fmla="*/ 10 h 64"/>
                  <a:gd name="T36" fmla="*/ 38 w 63"/>
                  <a:gd name="T37" fmla="*/ 4 h 64"/>
                  <a:gd name="T38" fmla="*/ 31 w 63"/>
                  <a:gd name="T39" fmla="*/ 0 h 64"/>
                  <a:gd name="T40" fmla="*/ 23 w 63"/>
                  <a:gd name="T41" fmla="*/ 1 h 64"/>
                  <a:gd name="T42" fmla="*/ 15 w 63"/>
                  <a:gd name="T43" fmla="*/ 5 h 64"/>
                  <a:gd name="T44" fmla="*/ 11 w 63"/>
                  <a:gd name="T45" fmla="*/ 9 h 64"/>
                  <a:gd name="T46" fmla="*/ 10 w 63"/>
                  <a:gd name="T47" fmla="*/ 16 h 64"/>
                  <a:gd name="T48" fmla="*/ 10 w 63"/>
                  <a:gd name="T49" fmla="*/ 23 h 64"/>
                  <a:gd name="T50" fmla="*/ 5 w 63"/>
                  <a:gd name="T51" fmla="*/ 26 h 64"/>
                  <a:gd name="T52" fmla="*/ 2 w 63"/>
                  <a:gd name="T53" fmla="*/ 42 h 64"/>
                  <a:gd name="T54" fmla="*/ 5 w 63"/>
                  <a:gd name="T55" fmla="*/ 47 h 64"/>
                  <a:gd name="T56" fmla="*/ 9 w 63"/>
                  <a:gd name="T57" fmla="*/ 46 h 64"/>
                  <a:gd name="T58" fmla="*/ 14 w 63"/>
                  <a:gd name="T59" fmla="*/ 43 h 64"/>
                  <a:gd name="T60" fmla="*/ 13 w 63"/>
                  <a:gd name="T61" fmla="*/ 36 h 64"/>
                  <a:gd name="T62" fmla="*/ 14 w 63"/>
                  <a:gd name="T63" fmla="*/ 34 h 64"/>
                  <a:gd name="T64" fmla="*/ 16 w 63"/>
                  <a:gd name="T65" fmla="*/ 34 h 64"/>
                  <a:gd name="T66" fmla="*/ 22 w 63"/>
                  <a:gd name="T67" fmla="*/ 33 h 64"/>
                  <a:gd name="T68" fmla="*/ 23 w 63"/>
                  <a:gd name="T69" fmla="*/ 27 h 64"/>
                  <a:gd name="T70" fmla="*/ 26 w 63"/>
                  <a:gd name="T71" fmla="*/ 30 h 64"/>
                  <a:gd name="T72" fmla="*/ 24 w 63"/>
                  <a:gd name="T73" fmla="*/ 38 h 64"/>
                  <a:gd name="T74" fmla="*/ 19 w 63"/>
                  <a:gd name="T75" fmla="*/ 42 h 64"/>
                  <a:gd name="T76" fmla="*/ 14 w 63"/>
                  <a:gd name="T77" fmla="*/ 46 h 64"/>
                  <a:gd name="T78" fmla="*/ 15 w 63"/>
                  <a:gd name="T79" fmla="*/ 52 h 64"/>
                  <a:gd name="T80" fmla="*/ 15 w 63"/>
                  <a:gd name="T81" fmla="*/ 56 h 64"/>
                  <a:gd name="T82" fmla="*/ 16 w 63"/>
                  <a:gd name="T83" fmla="*/ 60 h 64"/>
                  <a:gd name="T84" fmla="*/ 18 w 63"/>
                  <a:gd name="T85" fmla="*/ 61 h 64"/>
                  <a:gd name="T86" fmla="*/ 23 w 63"/>
                  <a:gd name="T87" fmla="*/ 62 h 64"/>
                  <a:gd name="T88" fmla="*/ 25 w 63"/>
                  <a:gd name="T89" fmla="*/ 62 h 64"/>
                  <a:gd name="T90" fmla="*/ 27 w 63"/>
                  <a:gd name="T91" fmla="*/ 63 h 64"/>
                  <a:gd name="T92" fmla="*/ 30 w 63"/>
                  <a:gd name="T93" fmla="*/ 64 h 64"/>
                  <a:gd name="T94" fmla="*/ 34 w 63"/>
                  <a:gd name="T95" fmla="*/ 63 h 64"/>
                  <a:gd name="T96" fmla="*/ 37 w 63"/>
                  <a:gd name="T97" fmla="*/ 6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3" h="64">
                    <a:moveTo>
                      <a:pt x="37" y="61"/>
                    </a:moveTo>
                    <a:cubicBezTo>
                      <a:pt x="38" y="61"/>
                      <a:pt x="39" y="61"/>
                      <a:pt x="40" y="61"/>
                    </a:cubicBezTo>
                    <a:cubicBezTo>
                      <a:pt x="42" y="60"/>
                      <a:pt x="43" y="60"/>
                      <a:pt x="45" y="60"/>
                    </a:cubicBezTo>
                    <a:cubicBezTo>
                      <a:pt x="47" y="59"/>
                      <a:pt x="49" y="58"/>
                      <a:pt x="51" y="58"/>
                    </a:cubicBezTo>
                    <a:cubicBezTo>
                      <a:pt x="53" y="58"/>
                      <a:pt x="55" y="57"/>
                      <a:pt x="57" y="56"/>
                    </a:cubicBezTo>
                    <a:cubicBezTo>
                      <a:pt x="59" y="55"/>
                      <a:pt x="61" y="55"/>
                      <a:pt x="62" y="53"/>
                    </a:cubicBezTo>
                    <a:cubicBezTo>
                      <a:pt x="63" y="52"/>
                      <a:pt x="62" y="49"/>
                      <a:pt x="61" y="48"/>
                    </a:cubicBezTo>
                    <a:cubicBezTo>
                      <a:pt x="59" y="47"/>
                      <a:pt x="56" y="48"/>
                      <a:pt x="54" y="48"/>
                    </a:cubicBezTo>
                    <a:cubicBezTo>
                      <a:pt x="51" y="49"/>
                      <a:pt x="49" y="49"/>
                      <a:pt x="46" y="49"/>
                    </a:cubicBezTo>
                    <a:cubicBezTo>
                      <a:pt x="44" y="48"/>
                      <a:pt x="42" y="49"/>
                      <a:pt x="40" y="48"/>
                    </a:cubicBezTo>
                    <a:cubicBezTo>
                      <a:pt x="39" y="47"/>
                      <a:pt x="37" y="46"/>
                      <a:pt x="37" y="44"/>
                    </a:cubicBezTo>
                    <a:cubicBezTo>
                      <a:pt x="37" y="41"/>
                      <a:pt x="41" y="40"/>
                      <a:pt x="43" y="39"/>
                    </a:cubicBezTo>
                    <a:cubicBezTo>
                      <a:pt x="46" y="38"/>
                      <a:pt x="49" y="37"/>
                      <a:pt x="51" y="35"/>
                    </a:cubicBezTo>
                    <a:cubicBezTo>
                      <a:pt x="52" y="33"/>
                      <a:pt x="53" y="31"/>
                      <a:pt x="54" y="29"/>
                    </a:cubicBezTo>
                    <a:cubicBezTo>
                      <a:pt x="54" y="27"/>
                      <a:pt x="55" y="26"/>
                      <a:pt x="53" y="24"/>
                    </a:cubicBezTo>
                    <a:cubicBezTo>
                      <a:pt x="51" y="23"/>
                      <a:pt x="50" y="22"/>
                      <a:pt x="49" y="19"/>
                    </a:cubicBezTo>
                    <a:cubicBezTo>
                      <a:pt x="48" y="17"/>
                      <a:pt x="48" y="15"/>
                      <a:pt x="47" y="13"/>
                    </a:cubicBezTo>
                    <a:cubicBezTo>
                      <a:pt x="45" y="12"/>
                      <a:pt x="43" y="11"/>
                      <a:pt x="42" y="10"/>
                    </a:cubicBezTo>
                    <a:cubicBezTo>
                      <a:pt x="40" y="8"/>
                      <a:pt x="40" y="6"/>
                      <a:pt x="38" y="4"/>
                    </a:cubicBezTo>
                    <a:cubicBezTo>
                      <a:pt x="36" y="2"/>
                      <a:pt x="33" y="0"/>
                      <a:pt x="31" y="0"/>
                    </a:cubicBezTo>
                    <a:cubicBezTo>
                      <a:pt x="28" y="0"/>
                      <a:pt x="25" y="0"/>
                      <a:pt x="23" y="1"/>
                    </a:cubicBezTo>
                    <a:cubicBezTo>
                      <a:pt x="20" y="2"/>
                      <a:pt x="17" y="3"/>
                      <a:pt x="15" y="5"/>
                    </a:cubicBezTo>
                    <a:cubicBezTo>
                      <a:pt x="13" y="6"/>
                      <a:pt x="12" y="7"/>
                      <a:pt x="11" y="9"/>
                    </a:cubicBezTo>
                    <a:cubicBezTo>
                      <a:pt x="9" y="11"/>
                      <a:pt x="10" y="14"/>
                      <a:pt x="10" y="16"/>
                    </a:cubicBezTo>
                    <a:cubicBezTo>
                      <a:pt x="11" y="18"/>
                      <a:pt x="11" y="21"/>
                      <a:pt x="10" y="23"/>
                    </a:cubicBezTo>
                    <a:cubicBezTo>
                      <a:pt x="9" y="25"/>
                      <a:pt x="7" y="25"/>
                      <a:pt x="5" y="26"/>
                    </a:cubicBezTo>
                    <a:cubicBezTo>
                      <a:pt x="0" y="29"/>
                      <a:pt x="1" y="37"/>
                      <a:pt x="2" y="42"/>
                    </a:cubicBezTo>
                    <a:cubicBezTo>
                      <a:pt x="2" y="44"/>
                      <a:pt x="3" y="46"/>
                      <a:pt x="5" y="47"/>
                    </a:cubicBezTo>
                    <a:cubicBezTo>
                      <a:pt x="6" y="47"/>
                      <a:pt x="8" y="46"/>
                      <a:pt x="9" y="46"/>
                    </a:cubicBezTo>
                    <a:cubicBezTo>
                      <a:pt x="11" y="45"/>
                      <a:pt x="13" y="45"/>
                      <a:pt x="14" y="43"/>
                    </a:cubicBezTo>
                    <a:cubicBezTo>
                      <a:pt x="15" y="41"/>
                      <a:pt x="14" y="38"/>
                      <a:pt x="13" y="36"/>
                    </a:cubicBezTo>
                    <a:cubicBezTo>
                      <a:pt x="13" y="36"/>
                      <a:pt x="13" y="34"/>
                      <a:pt x="14" y="34"/>
                    </a:cubicBezTo>
                    <a:cubicBezTo>
                      <a:pt x="14" y="33"/>
                      <a:pt x="16" y="34"/>
                      <a:pt x="16" y="34"/>
                    </a:cubicBezTo>
                    <a:cubicBezTo>
                      <a:pt x="18" y="35"/>
                      <a:pt x="21" y="36"/>
                      <a:pt x="22" y="33"/>
                    </a:cubicBezTo>
                    <a:cubicBezTo>
                      <a:pt x="22" y="31"/>
                      <a:pt x="21" y="28"/>
                      <a:pt x="23" y="27"/>
                    </a:cubicBezTo>
                    <a:cubicBezTo>
                      <a:pt x="25" y="25"/>
                      <a:pt x="26" y="29"/>
                      <a:pt x="26" y="30"/>
                    </a:cubicBezTo>
                    <a:cubicBezTo>
                      <a:pt x="25" y="33"/>
                      <a:pt x="25" y="35"/>
                      <a:pt x="24" y="38"/>
                    </a:cubicBezTo>
                    <a:cubicBezTo>
                      <a:pt x="23" y="40"/>
                      <a:pt x="21" y="41"/>
                      <a:pt x="19" y="42"/>
                    </a:cubicBezTo>
                    <a:cubicBezTo>
                      <a:pt x="17" y="42"/>
                      <a:pt x="15" y="43"/>
                      <a:pt x="14" y="46"/>
                    </a:cubicBezTo>
                    <a:cubicBezTo>
                      <a:pt x="14" y="48"/>
                      <a:pt x="14" y="50"/>
                      <a:pt x="15" y="52"/>
                    </a:cubicBezTo>
                    <a:cubicBezTo>
                      <a:pt x="15" y="54"/>
                      <a:pt x="15" y="55"/>
                      <a:pt x="15" y="56"/>
                    </a:cubicBezTo>
                    <a:cubicBezTo>
                      <a:pt x="16" y="58"/>
                      <a:pt x="16" y="59"/>
                      <a:pt x="16" y="60"/>
                    </a:cubicBezTo>
                    <a:cubicBezTo>
                      <a:pt x="17" y="61"/>
                      <a:pt x="18" y="61"/>
                      <a:pt x="18" y="61"/>
                    </a:cubicBezTo>
                    <a:cubicBezTo>
                      <a:pt x="20" y="61"/>
                      <a:pt x="21" y="62"/>
                      <a:pt x="23" y="62"/>
                    </a:cubicBezTo>
                    <a:cubicBezTo>
                      <a:pt x="23" y="62"/>
                      <a:pt x="24" y="62"/>
                      <a:pt x="25" y="62"/>
                    </a:cubicBezTo>
                    <a:cubicBezTo>
                      <a:pt x="25" y="62"/>
                      <a:pt x="26" y="63"/>
                      <a:pt x="27" y="63"/>
                    </a:cubicBezTo>
                    <a:cubicBezTo>
                      <a:pt x="28" y="63"/>
                      <a:pt x="29" y="64"/>
                      <a:pt x="30" y="64"/>
                    </a:cubicBezTo>
                    <a:cubicBezTo>
                      <a:pt x="32" y="64"/>
                      <a:pt x="32" y="63"/>
                      <a:pt x="34" y="63"/>
                    </a:cubicBezTo>
                    <a:cubicBezTo>
                      <a:pt x="35" y="62"/>
                      <a:pt x="36" y="62"/>
                      <a:pt x="37" y="6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9" name="Freeform 3235">
                <a:extLst>
                  <a:ext uri="{FF2B5EF4-FFF2-40B4-BE49-F238E27FC236}">
                    <a16:creationId xmlns:a16="http://schemas.microsoft.com/office/drawing/2014/main" id="{382C8A6B-FC5A-E44B-BF9C-E57A52AB3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555"/>
                <a:ext cx="5" cy="5"/>
              </a:xfrm>
              <a:custGeom>
                <a:avLst/>
                <a:gdLst>
                  <a:gd name="T0" fmla="*/ 3 w 12"/>
                  <a:gd name="T1" fmla="*/ 11 h 11"/>
                  <a:gd name="T2" fmla="*/ 1 w 12"/>
                  <a:gd name="T3" fmla="*/ 9 h 11"/>
                  <a:gd name="T4" fmla="*/ 2 w 12"/>
                  <a:gd name="T5" fmla="*/ 4 h 11"/>
                  <a:gd name="T6" fmla="*/ 7 w 12"/>
                  <a:gd name="T7" fmla="*/ 0 h 11"/>
                  <a:gd name="T8" fmla="*/ 10 w 12"/>
                  <a:gd name="T9" fmla="*/ 1 h 11"/>
                  <a:gd name="T10" fmla="*/ 11 w 12"/>
                  <a:gd name="T11" fmla="*/ 3 h 11"/>
                  <a:gd name="T12" fmla="*/ 11 w 12"/>
                  <a:gd name="T13" fmla="*/ 6 h 11"/>
                  <a:gd name="T14" fmla="*/ 8 w 12"/>
                  <a:gd name="T15" fmla="*/ 9 h 11"/>
                  <a:gd name="T16" fmla="*/ 3 w 12"/>
                  <a:gd name="T1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2" y="11"/>
                      <a:pt x="2" y="10"/>
                      <a:pt x="1" y="9"/>
                    </a:cubicBezTo>
                    <a:cubicBezTo>
                      <a:pt x="0" y="8"/>
                      <a:pt x="1" y="5"/>
                      <a:pt x="2" y="4"/>
                    </a:cubicBezTo>
                    <a:cubicBezTo>
                      <a:pt x="3" y="2"/>
                      <a:pt x="5" y="1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7"/>
                      <a:pt x="9" y="8"/>
                      <a:pt x="8" y="9"/>
                    </a:cubicBezTo>
                    <a:cubicBezTo>
                      <a:pt x="6" y="10"/>
                      <a:pt x="5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0" name="Freeform 3236">
                <a:extLst>
                  <a:ext uri="{FF2B5EF4-FFF2-40B4-BE49-F238E27FC236}">
                    <a16:creationId xmlns:a16="http://schemas.microsoft.com/office/drawing/2014/main" id="{79D2422B-AA7F-DD43-9CF4-657ED4FE9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84"/>
                <a:ext cx="4" cy="6"/>
              </a:xfrm>
              <a:custGeom>
                <a:avLst/>
                <a:gdLst>
                  <a:gd name="T0" fmla="*/ 3 w 11"/>
                  <a:gd name="T1" fmla="*/ 12 h 14"/>
                  <a:gd name="T2" fmla="*/ 0 w 11"/>
                  <a:gd name="T3" fmla="*/ 6 h 14"/>
                  <a:gd name="T4" fmla="*/ 0 w 11"/>
                  <a:gd name="T5" fmla="*/ 3 h 14"/>
                  <a:gd name="T6" fmla="*/ 3 w 11"/>
                  <a:gd name="T7" fmla="*/ 2 h 14"/>
                  <a:gd name="T8" fmla="*/ 10 w 11"/>
                  <a:gd name="T9" fmla="*/ 1 h 14"/>
                  <a:gd name="T10" fmla="*/ 10 w 11"/>
                  <a:gd name="T11" fmla="*/ 5 h 14"/>
                  <a:gd name="T12" fmla="*/ 11 w 11"/>
                  <a:gd name="T13" fmla="*/ 10 h 14"/>
                  <a:gd name="T14" fmla="*/ 9 w 11"/>
                  <a:gd name="T15" fmla="*/ 13 h 14"/>
                  <a:gd name="T16" fmla="*/ 6 w 11"/>
                  <a:gd name="T17" fmla="*/ 14 h 14"/>
                  <a:gd name="T18" fmla="*/ 3 w 11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3" y="12"/>
                    </a:moveTo>
                    <a:cubicBezTo>
                      <a:pt x="1" y="10"/>
                      <a:pt x="0" y="8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0" y="2"/>
                      <a:pt x="10" y="4"/>
                      <a:pt x="10" y="5"/>
                    </a:cubicBezTo>
                    <a:cubicBezTo>
                      <a:pt x="11" y="7"/>
                      <a:pt x="11" y="8"/>
                      <a:pt x="11" y="10"/>
                    </a:cubicBezTo>
                    <a:cubicBezTo>
                      <a:pt x="11" y="11"/>
                      <a:pt x="10" y="12"/>
                      <a:pt x="9" y="13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5" y="13"/>
                      <a:pt x="3" y="13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1" name="Freeform 3237">
                <a:extLst>
                  <a:ext uri="{FF2B5EF4-FFF2-40B4-BE49-F238E27FC236}">
                    <a16:creationId xmlns:a16="http://schemas.microsoft.com/office/drawing/2014/main" id="{36715EDA-4C5A-DC47-8886-5FFCE33D0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468"/>
                <a:ext cx="5" cy="5"/>
              </a:xfrm>
              <a:custGeom>
                <a:avLst/>
                <a:gdLst>
                  <a:gd name="T0" fmla="*/ 1 w 11"/>
                  <a:gd name="T1" fmla="*/ 3 h 10"/>
                  <a:gd name="T2" fmla="*/ 5 w 11"/>
                  <a:gd name="T3" fmla="*/ 4 h 10"/>
                  <a:gd name="T4" fmla="*/ 10 w 11"/>
                  <a:gd name="T5" fmla="*/ 7 h 10"/>
                  <a:gd name="T6" fmla="*/ 9 w 11"/>
                  <a:gd name="T7" fmla="*/ 10 h 10"/>
                  <a:gd name="T8" fmla="*/ 1 w 11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3"/>
                    </a:moveTo>
                    <a:cubicBezTo>
                      <a:pt x="1" y="0"/>
                      <a:pt x="4" y="3"/>
                      <a:pt x="5" y="4"/>
                    </a:cubicBezTo>
                    <a:cubicBezTo>
                      <a:pt x="6" y="5"/>
                      <a:pt x="9" y="5"/>
                      <a:pt x="10" y="7"/>
                    </a:cubicBezTo>
                    <a:cubicBezTo>
                      <a:pt x="11" y="8"/>
                      <a:pt x="10" y="10"/>
                      <a:pt x="9" y="10"/>
                    </a:cubicBezTo>
                    <a:cubicBezTo>
                      <a:pt x="5" y="10"/>
                      <a:pt x="0" y="7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2" name="Freeform 3238">
                <a:extLst>
                  <a:ext uri="{FF2B5EF4-FFF2-40B4-BE49-F238E27FC236}">
                    <a16:creationId xmlns:a16="http://schemas.microsoft.com/office/drawing/2014/main" id="{F8ADDC4D-BE31-3C43-A54B-4FDC56BCF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444"/>
                <a:ext cx="21" cy="29"/>
              </a:xfrm>
              <a:custGeom>
                <a:avLst/>
                <a:gdLst>
                  <a:gd name="T0" fmla="*/ 11 w 51"/>
                  <a:gd name="T1" fmla="*/ 31 h 72"/>
                  <a:gd name="T2" fmla="*/ 7 w 51"/>
                  <a:gd name="T3" fmla="*/ 31 h 72"/>
                  <a:gd name="T4" fmla="*/ 1 w 51"/>
                  <a:gd name="T5" fmla="*/ 27 h 72"/>
                  <a:gd name="T6" fmla="*/ 9 w 51"/>
                  <a:gd name="T7" fmla="*/ 24 h 72"/>
                  <a:gd name="T8" fmla="*/ 12 w 51"/>
                  <a:gd name="T9" fmla="*/ 17 h 72"/>
                  <a:gd name="T10" fmla="*/ 15 w 51"/>
                  <a:gd name="T11" fmla="*/ 17 h 72"/>
                  <a:gd name="T12" fmla="*/ 17 w 51"/>
                  <a:gd name="T13" fmla="*/ 20 h 72"/>
                  <a:gd name="T14" fmla="*/ 18 w 51"/>
                  <a:gd name="T15" fmla="*/ 25 h 72"/>
                  <a:gd name="T16" fmla="*/ 22 w 51"/>
                  <a:gd name="T17" fmla="*/ 28 h 72"/>
                  <a:gd name="T18" fmla="*/ 24 w 51"/>
                  <a:gd name="T19" fmla="*/ 30 h 72"/>
                  <a:gd name="T20" fmla="*/ 29 w 51"/>
                  <a:gd name="T21" fmla="*/ 31 h 72"/>
                  <a:gd name="T22" fmla="*/ 31 w 51"/>
                  <a:gd name="T23" fmla="*/ 30 h 72"/>
                  <a:gd name="T24" fmla="*/ 29 w 51"/>
                  <a:gd name="T25" fmla="*/ 29 h 72"/>
                  <a:gd name="T26" fmla="*/ 26 w 51"/>
                  <a:gd name="T27" fmla="*/ 27 h 72"/>
                  <a:gd name="T28" fmla="*/ 23 w 51"/>
                  <a:gd name="T29" fmla="*/ 24 h 72"/>
                  <a:gd name="T30" fmla="*/ 20 w 51"/>
                  <a:gd name="T31" fmla="*/ 21 h 72"/>
                  <a:gd name="T32" fmla="*/ 26 w 51"/>
                  <a:gd name="T33" fmla="*/ 16 h 72"/>
                  <a:gd name="T34" fmla="*/ 32 w 51"/>
                  <a:gd name="T35" fmla="*/ 9 h 72"/>
                  <a:gd name="T36" fmla="*/ 33 w 51"/>
                  <a:gd name="T37" fmla="*/ 6 h 72"/>
                  <a:gd name="T38" fmla="*/ 36 w 51"/>
                  <a:gd name="T39" fmla="*/ 3 h 72"/>
                  <a:gd name="T40" fmla="*/ 43 w 51"/>
                  <a:gd name="T41" fmla="*/ 7 h 72"/>
                  <a:gd name="T42" fmla="*/ 47 w 51"/>
                  <a:gd name="T43" fmla="*/ 3 h 72"/>
                  <a:gd name="T44" fmla="*/ 49 w 51"/>
                  <a:gd name="T45" fmla="*/ 1 h 72"/>
                  <a:gd name="T46" fmla="*/ 51 w 51"/>
                  <a:gd name="T47" fmla="*/ 6 h 72"/>
                  <a:gd name="T48" fmla="*/ 47 w 51"/>
                  <a:gd name="T49" fmla="*/ 14 h 72"/>
                  <a:gd name="T50" fmla="*/ 45 w 51"/>
                  <a:gd name="T51" fmla="*/ 17 h 72"/>
                  <a:gd name="T52" fmla="*/ 45 w 51"/>
                  <a:gd name="T53" fmla="*/ 21 h 72"/>
                  <a:gd name="T54" fmla="*/ 43 w 51"/>
                  <a:gd name="T55" fmla="*/ 25 h 72"/>
                  <a:gd name="T56" fmla="*/ 39 w 51"/>
                  <a:gd name="T57" fmla="*/ 26 h 72"/>
                  <a:gd name="T58" fmla="*/ 38 w 51"/>
                  <a:gd name="T59" fmla="*/ 30 h 72"/>
                  <a:gd name="T60" fmla="*/ 40 w 51"/>
                  <a:gd name="T61" fmla="*/ 33 h 72"/>
                  <a:gd name="T62" fmla="*/ 39 w 51"/>
                  <a:gd name="T63" fmla="*/ 37 h 72"/>
                  <a:gd name="T64" fmla="*/ 39 w 51"/>
                  <a:gd name="T65" fmla="*/ 40 h 72"/>
                  <a:gd name="T66" fmla="*/ 36 w 51"/>
                  <a:gd name="T67" fmla="*/ 42 h 72"/>
                  <a:gd name="T68" fmla="*/ 33 w 51"/>
                  <a:gd name="T69" fmla="*/ 50 h 72"/>
                  <a:gd name="T70" fmla="*/ 29 w 51"/>
                  <a:gd name="T71" fmla="*/ 58 h 72"/>
                  <a:gd name="T72" fmla="*/ 27 w 51"/>
                  <a:gd name="T73" fmla="*/ 62 h 72"/>
                  <a:gd name="T74" fmla="*/ 24 w 51"/>
                  <a:gd name="T75" fmla="*/ 65 h 72"/>
                  <a:gd name="T76" fmla="*/ 19 w 51"/>
                  <a:gd name="T77" fmla="*/ 71 h 72"/>
                  <a:gd name="T78" fmla="*/ 12 w 51"/>
                  <a:gd name="T79" fmla="*/ 67 h 72"/>
                  <a:gd name="T80" fmla="*/ 21 w 51"/>
                  <a:gd name="T81" fmla="*/ 62 h 72"/>
                  <a:gd name="T82" fmla="*/ 20 w 51"/>
                  <a:gd name="T83" fmla="*/ 54 h 72"/>
                  <a:gd name="T84" fmla="*/ 19 w 51"/>
                  <a:gd name="T85" fmla="*/ 49 h 72"/>
                  <a:gd name="T86" fmla="*/ 22 w 51"/>
                  <a:gd name="T87" fmla="*/ 45 h 72"/>
                  <a:gd name="T88" fmla="*/ 23 w 51"/>
                  <a:gd name="T89" fmla="*/ 40 h 72"/>
                  <a:gd name="T90" fmla="*/ 20 w 51"/>
                  <a:gd name="T91" fmla="*/ 36 h 72"/>
                  <a:gd name="T92" fmla="*/ 16 w 51"/>
                  <a:gd name="T93" fmla="*/ 41 h 72"/>
                  <a:gd name="T94" fmla="*/ 13 w 51"/>
                  <a:gd name="T95" fmla="*/ 41 h 72"/>
                  <a:gd name="T96" fmla="*/ 13 w 51"/>
                  <a:gd name="T97" fmla="*/ 35 h 72"/>
                  <a:gd name="T98" fmla="*/ 11 w 51"/>
                  <a:gd name="T99" fmla="*/ 3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1" h="72">
                    <a:moveTo>
                      <a:pt x="11" y="31"/>
                    </a:moveTo>
                    <a:cubicBezTo>
                      <a:pt x="10" y="30"/>
                      <a:pt x="8" y="31"/>
                      <a:pt x="7" y="31"/>
                    </a:cubicBezTo>
                    <a:cubicBezTo>
                      <a:pt x="5" y="31"/>
                      <a:pt x="0" y="30"/>
                      <a:pt x="1" y="27"/>
                    </a:cubicBezTo>
                    <a:cubicBezTo>
                      <a:pt x="2" y="24"/>
                      <a:pt x="6" y="25"/>
                      <a:pt x="9" y="24"/>
                    </a:cubicBezTo>
                    <a:cubicBezTo>
                      <a:pt x="13" y="24"/>
                      <a:pt x="11" y="19"/>
                      <a:pt x="12" y="17"/>
                    </a:cubicBezTo>
                    <a:cubicBezTo>
                      <a:pt x="13" y="16"/>
                      <a:pt x="14" y="16"/>
                      <a:pt x="15" y="17"/>
                    </a:cubicBezTo>
                    <a:cubicBezTo>
                      <a:pt x="17" y="17"/>
                      <a:pt x="17" y="19"/>
                      <a:pt x="17" y="20"/>
                    </a:cubicBezTo>
                    <a:cubicBezTo>
                      <a:pt x="17" y="22"/>
                      <a:pt x="17" y="24"/>
                      <a:pt x="18" y="25"/>
                    </a:cubicBezTo>
                    <a:cubicBezTo>
                      <a:pt x="19" y="27"/>
                      <a:pt x="20" y="27"/>
                      <a:pt x="22" y="28"/>
                    </a:cubicBezTo>
                    <a:cubicBezTo>
                      <a:pt x="22" y="29"/>
                      <a:pt x="23" y="30"/>
                      <a:pt x="24" y="30"/>
                    </a:cubicBezTo>
                    <a:cubicBezTo>
                      <a:pt x="26" y="31"/>
                      <a:pt x="27" y="31"/>
                      <a:pt x="29" y="31"/>
                    </a:cubicBezTo>
                    <a:cubicBezTo>
                      <a:pt x="29" y="31"/>
                      <a:pt x="31" y="31"/>
                      <a:pt x="31" y="30"/>
                    </a:cubicBezTo>
                    <a:cubicBezTo>
                      <a:pt x="30" y="30"/>
                      <a:pt x="29" y="29"/>
                      <a:pt x="29" y="29"/>
                    </a:cubicBezTo>
                    <a:cubicBezTo>
                      <a:pt x="28" y="28"/>
                      <a:pt x="27" y="28"/>
                      <a:pt x="26" y="27"/>
                    </a:cubicBezTo>
                    <a:cubicBezTo>
                      <a:pt x="25" y="26"/>
                      <a:pt x="24" y="25"/>
                      <a:pt x="23" y="24"/>
                    </a:cubicBezTo>
                    <a:cubicBezTo>
                      <a:pt x="22" y="23"/>
                      <a:pt x="20" y="22"/>
                      <a:pt x="20" y="21"/>
                    </a:cubicBezTo>
                    <a:cubicBezTo>
                      <a:pt x="19" y="18"/>
                      <a:pt x="24" y="17"/>
                      <a:pt x="26" y="16"/>
                    </a:cubicBezTo>
                    <a:cubicBezTo>
                      <a:pt x="29" y="15"/>
                      <a:pt x="32" y="12"/>
                      <a:pt x="32" y="9"/>
                    </a:cubicBezTo>
                    <a:cubicBezTo>
                      <a:pt x="32" y="8"/>
                      <a:pt x="32" y="7"/>
                      <a:pt x="33" y="6"/>
                    </a:cubicBezTo>
                    <a:cubicBezTo>
                      <a:pt x="33" y="4"/>
                      <a:pt x="35" y="4"/>
                      <a:pt x="36" y="3"/>
                    </a:cubicBezTo>
                    <a:cubicBezTo>
                      <a:pt x="39" y="3"/>
                      <a:pt x="41" y="5"/>
                      <a:pt x="43" y="7"/>
                    </a:cubicBezTo>
                    <a:cubicBezTo>
                      <a:pt x="46" y="11"/>
                      <a:pt x="46" y="5"/>
                      <a:pt x="47" y="3"/>
                    </a:cubicBezTo>
                    <a:cubicBezTo>
                      <a:pt x="47" y="1"/>
                      <a:pt x="48" y="0"/>
                      <a:pt x="49" y="1"/>
                    </a:cubicBezTo>
                    <a:cubicBezTo>
                      <a:pt x="50" y="2"/>
                      <a:pt x="51" y="4"/>
                      <a:pt x="51" y="6"/>
                    </a:cubicBezTo>
                    <a:cubicBezTo>
                      <a:pt x="51" y="9"/>
                      <a:pt x="50" y="12"/>
                      <a:pt x="47" y="14"/>
                    </a:cubicBezTo>
                    <a:cubicBezTo>
                      <a:pt x="46" y="15"/>
                      <a:pt x="45" y="15"/>
                      <a:pt x="45" y="17"/>
                    </a:cubicBezTo>
                    <a:cubicBezTo>
                      <a:pt x="45" y="18"/>
                      <a:pt x="45" y="20"/>
                      <a:pt x="45" y="21"/>
                    </a:cubicBezTo>
                    <a:cubicBezTo>
                      <a:pt x="45" y="22"/>
                      <a:pt x="44" y="24"/>
                      <a:pt x="43" y="25"/>
                    </a:cubicBezTo>
                    <a:cubicBezTo>
                      <a:pt x="42" y="25"/>
                      <a:pt x="40" y="26"/>
                      <a:pt x="39" y="26"/>
                    </a:cubicBezTo>
                    <a:cubicBezTo>
                      <a:pt x="38" y="27"/>
                      <a:pt x="37" y="28"/>
                      <a:pt x="38" y="30"/>
                    </a:cubicBezTo>
                    <a:cubicBezTo>
                      <a:pt x="38" y="31"/>
                      <a:pt x="40" y="32"/>
                      <a:pt x="40" y="33"/>
                    </a:cubicBezTo>
                    <a:cubicBezTo>
                      <a:pt x="40" y="35"/>
                      <a:pt x="39" y="36"/>
                      <a:pt x="39" y="37"/>
                    </a:cubicBezTo>
                    <a:cubicBezTo>
                      <a:pt x="38" y="38"/>
                      <a:pt x="39" y="39"/>
                      <a:pt x="39" y="40"/>
                    </a:cubicBezTo>
                    <a:cubicBezTo>
                      <a:pt x="39" y="41"/>
                      <a:pt x="37" y="42"/>
                      <a:pt x="36" y="42"/>
                    </a:cubicBezTo>
                    <a:cubicBezTo>
                      <a:pt x="36" y="45"/>
                      <a:pt x="35" y="47"/>
                      <a:pt x="33" y="50"/>
                    </a:cubicBezTo>
                    <a:cubicBezTo>
                      <a:pt x="31" y="52"/>
                      <a:pt x="30" y="55"/>
                      <a:pt x="29" y="58"/>
                    </a:cubicBezTo>
                    <a:cubicBezTo>
                      <a:pt x="28" y="59"/>
                      <a:pt x="28" y="61"/>
                      <a:pt x="27" y="62"/>
                    </a:cubicBezTo>
                    <a:cubicBezTo>
                      <a:pt x="26" y="63"/>
                      <a:pt x="25" y="64"/>
                      <a:pt x="24" y="65"/>
                    </a:cubicBezTo>
                    <a:cubicBezTo>
                      <a:pt x="22" y="67"/>
                      <a:pt x="22" y="70"/>
                      <a:pt x="19" y="71"/>
                    </a:cubicBezTo>
                    <a:cubicBezTo>
                      <a:pt x="16" y="72"/>
                      <a:pt x="12" y="71"/>
                      <a:pt x="12" y="67"/>
                    </a:cubicBezTo>
                    <a:cubicBezTo>
                      <a:pt x="13" y="63"/>
                      <a:pt x="18" y="64"/>
                      <a:pt x="21" y="62"/>
                    </a:cubicBezTo>
                    <a:cubicBezTo>
                      <a:pt x="24" y="61"/>
                      <a:pt x="22" y="56"/>
                      <a:pt x="20" y="54"/>
                    </a:cubicBezTo>
                    <a:cubicBezTo>
                      <a:pt x="19" y="52"/>
                      <a:pt x="19" y="51"/>
                      <a:pt x="19" y="49"/>
                    </a:cubicBezTo>
                    <a:cubicBezTo>
                      <a:pt x="19" y="48"/>
                      <a:pt x="20" y="46"/>
                      <a:pt x="22" y="45"/>
                    </a:cubicBezTo>
                    <a:cubicBezTo>
                      <a:pt x="23" y="43"/>
                      <a:pt x="23" y="42"/>
                      <a:pt x="23" y="40"/>
                    </a:cubicBezTo>
                    <a:cubicBezTo>
                      <a:pt x="23" y="38"/>
                      <a:pt x="22" y="35"/>
                      <a:pt x="20" y="36"/>
                    </a:cubicBezTo>
                    <a:cubicBezTo>
                      <a:pt x="18" y="36"/>
                      <a:pt x="17" y="39"/>
                      <a:pt x="16" y="41"/>
                    </a:cubicBezTo>
                    <a:cubicBezTo>
                      <a:pt x="15" y="42"/>
                      <a:pt x="13" y="43"/>
                      <a:pt x="13" y="41"/>
                    </a:cubicBezTo>
                    <a:cubicBezTo>
                      <a:pt x="12" y="39"/>
                      <a:pt x="12" y="37"/>
                      <a:pt x="13" y="35"/>
                    </a:cubicBezTo>
                    <a:cubicBezTo>
                      <a:pt x="13" y="34"/>
                      <a:pt x="12" y="32"/>
                      <a:pt x="11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3" name="Freeform 3239">
                <a:extLst>
                  <a:ext uri="{FF2B5EF4-FFF2-40B4-BE49-F238E27FC236}">
                    <a16:creationId xmlns:a16="http://schemas.microsoft.com/office/drawing/2014/main" id="{EF1801BA-5EBC-7B4F-8A65-0AE75BBAA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27"/>
                <a:ext cx="14" cy="19"/>
              </a:xfrm>
              <a:custGeom>
                <a:avLst/>
                <a:gdLst>
                  <a:gd name="T0" fmla="*/ 16 w 34"/>
                  <a:gd name="T1" fmla="*/ 41 h 48"/>
                  <a:gd name="T2" fmla="*/ 19 w 34"/>
                  <a:gd name="T3" fmla="*/ 44 h 48"/>
                  <a:gd name="T4" fmla="*/ 17 w 34"/>
                  <a:gd name="T5" fmla="*/ 48 h 48"/>
                  <a:gd name="T6" fmla="*/ 13 w 34"/>
                  <a:gd name="T7" fmla="*/ 45 h 48"/>
                  <a:gd name="T8" fmla="*/ 10 w 34"/>
                  <a:gd name="T9" fmla="*/ 43 h 48"/>
                  <a:gd name="T10" fmla="*/ 7 w 34"/>
                  <a:gd name="T11" fmla="*/ 45 h 48"/>
                  <a:gd name="T12" fmla="*/ 4 w 34"/>
                  <a:gd name="T13" fmla="*/ 43 h 48"/>
                  <a:gd name="T14" fmla="*/ 3 w 34"/>
                  <a:gd name="T15" fmla="*/ 39 h 48"/>
                  <a:gd name="T16" fmla="*/ 3 w 34"/>
                  <a:gd name="T17" fmla="*/ 31 h 48"/>
                  <a:gd name="T18" fmla="*/ 7 w 34"/>
                  <a:gd name="T19" fmla="*/ 29 h 48"/>
                  <a:gd name="T20" fmla="*/ 7 w 34"/>
                  <a:gd name="T21" fmla="*/ 25 h 48"/>
                  <a:gd name="T22" fmla="*/ 9 w 34"/>
                  <a:gd name="T23" fmla="*/ 22 h 48"/>
                  <a:gd name="T24" fmla="*/ 12 w 34"/>
                  <a:gd name="T25" fmla="*/ 18 h 48"/>
                  <a:gd name="T26" fmla="*/ 12 w 34"/>
                  <a:gd name="T27" fmla="*/ 12 h 48"/>
                  <a:gd name="T28" fmla="*/ 14 w 34"/>
                  <a:gd name="T29" fmla="*/ 9 h 48"/>
                  <a:gd name="T30" fmla="*/ 18 w 34"/>
                  <a:gd name="T31" fmla="*/ 5 h 48"/>
                  <a:gd name="T32" fmla="*/ 21 w 34"/>
                  <a:gd name="T33" fmla="*/ 1 h 48"/>
                  <a:gd name="T34" fmla="*/ 23 w 34"/>
                  <a:gd name="T35" fmla="*/ 4 h 48"/>
                  <a:gd name="T36" fmla="*/ 22 w 34"/>
                  <a:gd name="T37" fmla="*/ 9 h 48"/>
                  <a:gd name="T38" fmla="*/ 25 w 34"/>
                  <a:gd name="T39" fmla="*/ 5 h 48"/>
                  <a:gd name="T40" fmla="*/ 29 w 34"/>
                  <a:gd name="T41" fmla="*/ 4 h 48"/>
                  <a:gd name="T42" fmla="*/ 31 w 34"/>
                  <a:gd name="T43" fmla="*/ 6 h 48"/>
                  <a:gd name="T44" fmla="*/ 32 w 34"/>
                  <a:gd name="T45" fmla="*/ 7 h 48"/>
                  <a:gd name="T46" fmla="*/ 31 w 34"/>
                  <a:gd name="T47" fmla="*/ 11 h 48"/>
                  <a:gd name="T48" fmla="*/ 31 w 34"/>
                  <a:gd name="T49" fmla="*/ 15 h 48"/>
                  <a:gd name="T50" fmla="*/ 32 w 34"/>
                  <a:gd name="T51" fmla="*/ 20 h 48"/>
                  <a:gd name="T52" fmla="*/ 31 w 34"/>
                  <a:gd name="T53" fmla="*/ 23 h 48"/>
                  <a:gd name="T54" fmla="*/ 29 w 34"/>
                  <a:gd name="T55" fmla="*/ 21 h 48"/>
                  <a:gd name="T56" fmla="*/ 26 w 34"/>
                  <a:gd name="T57" fmla="*/ 18 h 48"/>
                  <a:gd name="T58" fmla="*/ 24 w 34"/>
                  <a:gd name="T59" fmla="*/ 23 h 48"/>
                  <a:gd name="T60" fmla="*/ 21 w 34"/>
                  <a:gd name="T61" fmla="*/ 27 h 48"/>
                  <a:gd name="T62" fmla="*/ 24 w 34"/>
                  <a:gd name="T63" fmla="*/ 27 h 48"/>
                  <a:gd name="T64" fmla="*/ 26 w 34"/>
                  <a:gd name="T65" fmla="*/ 26 h 48"/>
                  <a:gd name="T66" fmla="*/ 28 w 34"/>
                  <a:gd name="T67" fmla="*/ 30 h 48"/>
                  <a:gd name="T68" fmla="*/ 25 w 34"/>
                  <a:gd name="T69" fmla="*/ 31 h 48"/>
                  <a:gd name="T70" fmla="*/ 22 w 34"/>
                  <a:gd name="T71" fmla="*/ 32 h 48"/>
                  <a:gd name="T72" fmla="*/ 19 w 34"/>
                  <a:gd name="T73" fmla="*/ 36 h 48"/>
                  <a:gd name="T74" fmla="*/ 15 w 34"/>
                  <a:gd name="T75" fmla="*/ 38 h 48"/>
                  <a:gd name="T76" fmla="*/ 14 w 34"/>
                  <a:gd name="T77" fmla="*/ 40 h 48"/>
                  <a:gd name="T78" fmla="*/ 16 w 34"/>
                  <a:gd name="T79" fmla="*/ 4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48">
                    <a:moveTo>
                      <a:pt x="16" y="41"/>
                    </a:moveTo>
                    <a:cubicBezTo>
                      <a:pt x="17" y="41"/>
                      <a:pt x="18" y="42"/>
                      <a:pt x="19" y="44"/>
                    </a:cubicBezTo>
                    <a:cubicBezTo>
                      <a:pt x="19" y="45"/>
                      <a:pt x="19" y="47"/>
                      <a:pt x="17" y="48"/>
                    </a:cubicBezTo>
                    <a:cubicBezTo>
                      <a:pt x="16" y="48"/>
                      <a:pt x="14" y="46"/>
                      <a:pt x="13" y="45"/>
                    </a:cubicBezTo>
                    <a:cubicBezTo>
                      <a:pt x="12" y="44"/>
                      <a:pt x="11" y="43"/>
                      <a:pt x="10" y="43"/>
                    </a:cubicBezTo>
                    <a:cubicBezTo>
                      <a:pt x="9" y="43"/>
                      <a:pt x="8" y="45"/>
                      <a:pt x="7" y="45"/>
                    </a:cubicBezTo>
                    <a:cubicBezTo>
                      <a:pt x="6" y="45"/>
                      <a:pt x="4" y="43"/>
                      <a:pt x="4" y="43"/>
                    </a:cubicBezTo>
                    <a:cubicBezTo>
                      <a:pt x="3" y="42"/>
                      <a:pt x="3" y="40"/>
                      <a:pt x="3" y="39"/>
                    </a:cubicBezTo>
                    <a:cubicBezTo>
                      <a:pt x="2" y="36"/>
                      <a:pt x="0" y="33"/>
                      <a:pt x="3" y="31"/>
                    </a:cubicBezTo>
                    <a:cubicBezTo>
                      <a:pt x="4" y="31"/>
                      <a:pt x="6" y="30"/>
                      <a:pt x="7" y="29"/>
                    </a:cubicBezTo>
                    <a:cubicBezTo>
                      <a:pt x="8" y="28"/>
                      <a:pt x="7" y="26"/>
                      <a:pt x="7" y="25"/>
                    </a:cubicBezTo>
                    <a:cubicBezTo>
                      <a:pt x="7" y="23"/>
                      <a:pt x="8" y="23"/>
                      <a:pt x="9" y="22"/>
                    </a:cubicBezTo>
                    <a:cubicBezTo>
                      <a:pt x="11" y="21"/>
                      <a:pt x="11" y="20"/>
                      <a:pt x="12" y="18"/>
                    </a:cubicBezTo>
                    <a:cubicBezTo>
                      <a:pt x="12" y="16"/>
                      <a:pt x="11" y="14"/>
                      <a:pt x="12" y="12"/>
                    </a:cubicBezTo>
                    <a:cubicBezTo>
                      <a:pt x="12" y="10"/>
                      <a:pt x="13" y="9"/>
                      <a:pt x="14" y="9"/>
                    </a:cubicBezTo>
                    <a:cubicBezTo>
                      <a:pt x="15" y="7"/>
                      <a:pt x="17" y="7"/>
                      <a:pt x="18" y="5"/>
                    </a:cubicBezTo>
                    <a:cubicBezTo>
                      <a:pt x="19" y="3"/>
                      <a:pt x="20" y="1"/>
                      <a:pt x="21" y="1"/>
                    </a:cubicBezTo>
                    <a:cubicBezTo>
                      <a:pt x="23" y="0"/>
                      <a:pt x="24" y="2"/>
                      <a:pt x="23" y="4"/>
                    </a:cubicBezTo>
                    <a:cubicBezTo>
                      <a:pt x="23" y="6"/>
                      <a:pt x="22" y="7"/>
                      <a:pt x="22" y="9"/>
                    </a:cubicBezTo>
                    <a:cubicBezTo>
                      <a:pt x="25" y="9"/>
                      <a:pt x="24" y="7"/>
                      <a:pt x="25" y="5"/>
                    </a:cubicBezTo>
                    <a:cubicBezTo>
                      <a:pt x="26" y="4"/>
                      <a:pt x="28" y="4"/>
                      <a:pt x="29" y="4"/>
                    </a:cubicBezTo>
                    <a:cubicBezTo>
                      <a:pt x="29" y="5"/>
                      <a:pt x="30" y="5"/>
                      <a:pt x="31" y="6"/>
                    </a:cubicBezTo>
                    <a:cubicBezTo>
                      <a:pt x="31" y="6"/>
                      <a:pt x="32" y="6"/>
                      <a:pt x="32" y="7"/>
                    </a:cubicBezTo>
                    <a:cubicBezTo>
                      <a:pt x="34" y="8"/>
                      <a:pt x="32" y="10"/>
                      <a:pt x="31" y="11"/>
                    </a:cubicBezTo>
                    <a:cubicBezTo>
                      <a:pt x="30" y="12"/>
                      <a:pt x="30" y="13"/>
                      <a:pt x="31" y="15"/>
                    </a:cubicBezTo>
                    <a:cubicBezTo>
                      <a:pt x="32" y="16"/>
                      <a:pt x="32" y="18"/>
                      <a:pt x="32" y="20"/>
                    </a:cubicBezTo>
                    <a:cubicBezTo>
                      <a:pt x="32" y="21"/>
                      <a:pt x="32" y="23"/>
                      <a:pt x="31" y="23"/>
                    </a:cubicBezTo>
                    <a:cubicBezTo>
                      <a:pt x="30" y="24"/>
                      <a:pt x="29" y="22"/>
                      <a:pt x="29" y="21"/>
                    </a:cubicBezTo>
                    <a:cubicBezTo>
                      <a:pt x="29" y="20"/>
                      <a:pt x="28" y="17"/>
                      <a:pt x="26" y="18"/>
                    </a:cubicBezTo>
                    <a:cubicBezTo>
                      <a:pt x="24" y="19"/>
                      <a:pt x="24" y="22"/>
                      <a:pt x="24" y="23"/>
                    </a:cubicBezTo>
                    <a:cubicBezTo>
                      <a:pt x="24" y="25"/>
                      <a:pt x="21" y="25"/>
                      <a:pt x="21" y="27"/>
                    </a:cubicBezTo>
                    <a:cubicBezTo>
                      <a:pt x="22" y="27"/>
                      <a:pt x="24" y="28"/>
                      <a:pt x="24" y="27"/>
                    </a:cubicBezTo>
                    <a:cubicBezTo>
                      <a:pt x="25" y="27"/>
                      <a:pt x="26" y="26"/>
                      <a:pt x="26" y="26"/>
                    </a:cubicBezTo>
                    <a:cubicBezTo>
                      <a:pt x="28" y="25"/>
                      <a:pt x="28" y="29"/>
                      <a:pt x="28" y="30"/>
                    </a:cubicBezTo>
                    <a:cubicBezTo>
                      <a:pt x="27" y="31"/>
                      <a:pt x="26" y="31"/>
                      <a:pt x="25" y="31"/>
                    </a:cubicBezTo>
                    <a:cubicBezTo>
                      <a:pt x="24" y="31"/>
                      <a:pt x="23" y="31"/>
                      <a:pt x="22" y="32"/>
                    </a:cubicBezTo>
                    <a:cubicBezTo>
                      <a:pt x="21" y="33"/>
                      <a:pt x="19" y="34"/>
                      <a:pt x="19" y="36"/>
                    </a:cubicBezTo>
                    <a:cubicBezTo>
                      <a:pt x="18" y="36"/>
                      <a:pt x="16" y="37"/>
                      <a:pt x="15" y="38"/>
                    </a:cubicBezTo>
                    <a:cubicBezTo>
                      <a:pt x="14" y="38"/>
                      <a:pt x="14" y="39"/>
                      <a:pt x="14" y="40"/>
                    </a:cubicBezTo>
                    <a:cubicBezTo>
                      <a:pt x="14" y="41"/>
                      <a:pt x="15" y="40"/>
                      <a:pt x="16" y="4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4" name="Freeform 3240">
                <a:extLst>
                  <a:ext uri="{FF2B5EF4-FFF2-40B4-BE49-F238E27FC236}">
                    <a16:creationId xmlns:a16="http://schemas.microsoft.com/office/drawing/2014/main" id="{C5A743D6-99AB-3642-8FEE-B275846C4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49"/>
                <a:ext cx="9" cy="8"/>
              </a:xfrm>
              <a:custGeom>
                <a:avLst/>
                <a:gdLst>
                  <a:gd name="T0" fmla="*/ 7 w 21"/>
                  <a:gd name="T1" fmla="*/ 15 h 20"/>
                  <a:gd name="T2" fmla="*/ 8 w 21"/>
                  <a:gd name="T3" fmla="*/ 18 h 20"/>
                  <a:gd name="T4" fmla="*/ 5 w 21"/>
                  <a:gd name="T5" fmla="*/ 19 h 20"/>
                  <a:gd name="T6" fmla="*/ 2 w 21"/>
                  <a:gd name="T7" fmla="*/ 14 h 20"/>
                  <a:gd name="T8" fmla="*/ 2 w 21"/>
                  <a:gd name="T9" fmla="*/ 10 h 20"/>
                  <a:gd name="T10" fmla="*/ 1 w 21"/>
                  <a:gd name="T11" fmla="*/ 6 h 20"/>
                  <a:gd name="T12" fmla="*/ 4 w 21"/>
                  <a:gd name="T13" fmla="*/ 2 h 20"/>
                  <a:gd name="T14" fmla="*/ 7 w 21"/>
                  <a:gd name="T15" fmla="*/ 1 h 20"/>
                  <a:gd name="T16" fmla="*/ 11 w 21"/>
                  <a:gd name="T17" fmla="*/ 0 h 20"/>
                  <a:gd name="T18" fmla="*/ 16 w 21"/>
                  <a:gd name="T19" fmla="*/ 5 h 20"/>
                  <a:gd name="T20" fmla="*/ 17 w 21"/>
                  <a:gd name="T21" fmla="*/ 12 h 20"/>
                  <a:gd name="T22" fmla="*/ 20 w 21"/>
                  <a:gd name="T23" fmla="*/ 14 h 20"/>
                  <a:gd name="T24" fmla="*/ 16 w 21"/>
                  <a:gd name="T25" fmla="*/ 20 h 20"/>
                  <a:gd name="T26" fmla="*/ 12 w 21"/>
                  <a:gd name="T27" fmla="*/ 16 h 20"/>
                  <a:gd name="T28" fmla="*/ 10 w 21"/>
                  <a:gd name="T29" fmla="*/ 13 h 20"/>
                  <a:gd name="T30" fmla="*/ 8 w 21"/>
                  <a:gd name="T31" fmla="*/ 11 h 20"/>
                  <a:gd name="T32" fmla="*/ 7 w 21"/>
                  <a:gd name="T3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0">
                    <a:moveTo>
                      <a:pt x="7" y="15"/>
                    </a:moveTo>
                    <a:cubicBezTo>
                      <a:pt x="8" y="16"/>
                      <a:pt x="9" y="17"/>
                      <a:pt x="8" y="18"/>
                    </a:cubicBezTo>
                    <a:cubicBezTo>
                      <a:pt x="8" y="19"/>
                      <a:pt x="6" y="20"/>
                      <a:pt x="5" y="19"/>
                    </a:cubicBezTo>
                    <a:cubicBezTo>
                      <a:pt x="2" y="19"/>
                      <a:pt x="1" y="16"/>
                      <a:pt x="2" y="14"/>
                    </a:cubicBezTo>
                    <a:cubicBezTo>
                      <a:pt x="2" y="13"/>
                      <a:pt x="2" y="11"/>
                      <a:pt x="2" y="10"/>
                    </a:cubicBezTo>
                    <a:cubicBezTo>
                      <a:pt x="1" y="9"/>
                      <a:pt x="1" y="8"/>
                      <a:pt x="1" y="6"/>
                    </a:cubicBezTo>
                    <a:cubicBezTo>
                      <a:pt x="0" y="4"/>
                      <a:pt x="1" y="2"/>
                      <a:pt x="4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3" y="1"/>
                      <a:pt x="16" y="3"/>
                      <a:pt x="16" y="5"/>
                    </a:cubicBezTo>
                    <a:cubicBezTo>
                      <a:pt x="17" y="8"/>
                      <a:pt x="14" y="11"/>
                      <a:pt x="17" y="12"/>
                    </a:cubicBezTo>
                    <a:cubicBezTo>
                      <a:pt x="19" y="12"/>
                      <a:pt x="20" y="13"/>
                      <a:pt x="20" y="14"/>
                    </a:cubicBezTo>
                    <a:cubicBezTo>
                      <a:pt x="21" y="17"/>
                      <a:pt x="19" y="20"/>
                      <a:pt x="16" y="20"/>
                    </a:cubicBezTo>
                    <a:cubicBezTo>
                      <a:pt x="14" y="19"/>
                      <a:pt x="13" y="17"/>
                      <a:pt x="12" y="16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10" y="13"/>
                      <a:pt x="9" y="11"/>
                      <a:pt x="8" y="11"/>
                    </a:cubicBezTo>
                    <a:cubicBezTo>
                      <a:pt x="6" y="11"/>
                      <a:pt x="7" y="14"/>
                      <a:pt x="7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5" name="Freeform 3241">
                <a:extLst>
                  <a:ext uri="{FF2B5EF4-FFF2-40B4-BE49-F238E27FC236}">
                    <a16:creationId xmlns:a16="http://schemas.microsoft.com/office/drawing/2014/main" id="{8044E82E-115B-D348-B745-9BBAF6638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436"/>
                <a:ext cx="9" cy="16"/>
              </a:xfrm>
              <a:custGeom>
                <a:avLst/>
                <a:gdLst>
                  <a:gd name="T0" fmla="*/ 4 w 22"/>
                  <a:gd name="T1" fmla="*/ 32 h 38"/>
                  <a:gd name="T2" fmla="*/ 1 w 22"/>
                  <a:gd name="T3" fmla="*/ 27 h 38"/>
                  <a:gd name="T4" fmla="*/ 1 w 22"/>
                  <a:gd name="T5" fmla="*/ 22 h 38"/>
                  <a:gd name="T6" fmla="*/ 1 w 22"/>
                  <a:gd name="T7" fmla="*/ 18 h 38"/>
                  <a:gd name="T8" fmla="*/ 4 w 22"/>
                  <a:gd name="T9" fmla="*/ 11 h 38"/>
                  <a:gd name="T10" fmla="*/ 6 w 22"/>
                  <a:gd name="T11" fmla="*/ 5 h 38"/>
                  <a:gd name="T12" fmla="*/ 14 w 22"/>
                  <a:gd name="T13" fmla="*/ 1 h 38"/>
                  <a:gd name="T14" fmla="*/ 20 w 22"/>
                  <a:gd name="T15" fmla="*/ 4 h 38"/>
                  <a:gd name="T16" fmla="*/ 21 w 22"/>
                  <a:gd name="T17" fmla="*/ 10 h 38"/>
                  <a:gd name="T18" fmla="*/ 19 w 22"/>
                  <a:gd name="T19" fmla="*/ 18 h 38"/>
                  <a:gd name="T20" fmla="*/ 19 w 22"/>
                  <a:gd name="T21" fmla="*/ 25 h 38"/>
                  <a:gd name="T22" fmla="*/ 15 w 22"/>
                  <a:gd name="T23" fmla="*/ 27 h 38"/>
                  <a:gd name="T24" fmla="*/ 12 w 22"/>
                  <a:gd name="T25" fmla="*/ 20 h 38"/>
                  <a:gd name="T26" fmla="*/ 12 w 22"/>
                  <a:gd name="T27" fmla="*/ 18 h 38"/>
                  <a:gd name="T28" fmla="*/ 10 w 22"/>
                  <a:gd name="T29" fmla="*/ 19 h 38"/>
                  <a:gd name="T30" fmla="*/ 10 w 22"/>
                  <a:gd name="T31" fmla="*/ 25 h 38"/>
                  <a:gd name="T32" fmla="*/ 12 w 22"/>
                  <a:gd name="T33" fmla="*/ 29 h 38"/>
                  <a:gd name="T34" fmla="*/ 17 w 22"/>
                  <a:gd name="T35" fmla="*/ 31 h 38"/>
                  <a:gd name="T36" fmla="*/ 20 w 22"/>
                  <a:gd name="T37" fmla="*/ 36 h 38"/>
                  <a:gd name="T38" fmla="*/ 15 w 22"/>
                  <a:gd name="T39" fmla="*/ 37 h 38"/>
                  <a:gd name="T40" fmla="*/ 12 w 22"/>
                  <a:gd name="T41" fmla="*/ 36 h 38"/>
                  <a:gd name="T42" fmla="*/ 9 w 22"/>
                  <a:gd name="T43" fmla="*/ 35 h 38"/>
                  <a:gd name="T44" fmla="*/ 4 w 22"/>
                  <a:gd name="T45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38">
                    <a:moveTo>
                      <a:pt x="4" y="32"/>
                    </a:moveTo>
                    <a:cubicBezTo>
                      <a:pt x="3" y="31"/>
                      <a:pt x="2" y="29"/>
                      <a:pt x="1" y="27"/>
                    </a:cubicBezTo>
                    <a:cubicBezTo>
                      <a:pt x="1" y="25"/>
                      <a:pt x="1" y="24"/>
                      <a:pt x="1" y="22"/>
                    </a:cubicBezTo>
                    <a:cubicBezTo>
                      <a:pt x="1" y="21"/>
                      <a:pt x="0" y="19"/>
                      <a:pt x="1" y="18"/>
                    </a:cubicBezTo>
                    <a:cubicBezTo>
                      <a:pt x="2" y="15"/>
                      <a:pt x="3" y="13"/>
                      <a:pt x="4" y="11"/>
                    </a:cubicBezTo>
                    <a:cubicBezTo>
                      <a:pt x="5" y="9"/>
                      <a:pt x="6" y="7"/>
                      <a:pt x="6" y="5"/>
                    </a:cubicBezTo>
                    <a:cubicBezTo>
                      <a:pt x="7" y="2"/>
                      <a:pt x="11" y="0"/>
                      <a:pt x="14" y="1"/>
                    </a:cubicBezTo>
                    <a:cubicBezTo>
                      <a:pt x="16" y="2"/>
                      <a:pt x="18" y="3"/>
                      <a:pt x="20" y="4"/>
                    </a:cubicBezTo>
                    <a:cubicBezTo>
                      <a:pt x="22" y="6"/>
                      <a:pt x="21" y="8"/>
                      <a:pt x="21" y="10"/>
                    </a:cubicBezTo>
                    <a:cubicBezTo>
                      <a:pt x="20" y="13"/>
                      <a:pt x="19" y="15"/>
                      <a:pt x="19" y="18"/>
                    </a:cubicBezTo>
                    <a:cubicBezTo>
                      <a:pt x="19" y="20"/>
                      <a:pt x="19" y="23"/>
                      <a:pt x="19" y="25"/>
                    </a:cubicBezTo>
                    <a:cubicBezTo>
                      <a:pt x="18" y="27"/>
                      <a:pt x="17" y="27"/>
                      <a:pt x="15" y="27"/>
                    </a:cubicBezTo>
                    <a:cubicBezTo>
                      <a:pt x="12" y="25"/>
                      <a:pt x="12" y="23"/>
                      <a:pt x="12" y="20"/>
                    </a:cubicBezTo>
                    <a:cubicBezTo>
                      <a:pt x="12" y="20"/>
                      <a:pt x="12" y="18"/>
                      <a:pt x="12" y="18"/>
                    </a:cubicBezTo>
                    <a:cubicBezTo>
                      <a:pt x="11" y="17"/>
                      <a:pt x="10" y="18"/>
                      <a:pt x="10" y="19"/>
                    </a:cubicBezTo>
                    <a:cubicBezTo>
                      <a:pt x="9" y="21"/>
                      <a:pt x="10" y="23"/>
                      <a:pt x="10" y="25"/>
                    </a:cubicBezTo>
                    <a:cubicBezTo>
                      <a:pt x="10" y="27"/>
                      <a:pt x="10" y="28"/>
                      <a:pt x="12" y="29"/>
                    </a:cubicBezTo>
                    <a:cubicBezTo>
                      <a:pt x="13" y="30"/>
                      <a:pt x="16" y="30"/>
                      <a:pt x="17" y="31"/>
                    </a:cubicBezTo>
                    <a:cubicBezTo>
                      <a:pt x="18" y="32"/>
                      <a:pt x="20" y="34"/>
                      <a:pt x="20" y="36"/>
                    </a:cubicBezTo>
                    <a:cubicBezTo>
                      <a:pt x="19" y="38"/>
                      <a:pt x="17" y="37"/>
                      <a:pt x="15" y="37"/>
                    </a:cubicBezTo>
                    <a:cubicBezTo>
                      <a:pt x="14" y="37"/>
                      <a:pt x="13" y="37"/>
                      <a:pt x="12" y="36"/>
                    </a:cubicBezTo>
                    <a:cubicBezTo>
                      <a:pt x="11" y="36"/>
                      <a:pt x="10" y="35"/>
                      <a:pt x="9" y="35"/>
                    </a:cubicBezTo>
                    <a:cubicBezTo>
                      <a:pt x="7" y="34"/>
                      <a:pt x="5" y="34"/>
                      <a:pt x="4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6" name="Freeform 3242">
                <a:extLst>
                  <a:ext uri="{FF2B5EF4-FFF2-40B4-BE49-F238E27FC236}">
                    <a16:creationId xmlns:a16="http://schemas.microsoft.com/office/drawing/2014/main" id="{E65FE411-D6B6-AD47-893D-24002075C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446"/>
                <a:ext cx="10" cy="16"/>
              </a:xfrm>
              <a:custGeom>
                <a:avLst/>
                <a:gdLst>
                  <a:gd name="T0" fmla="*/ 1 w 24"/>
                  <a:gd name="T1" fmla="*/ 11 h 41"/>
                  <a:gd name="T2" fmla="*/ 2 w 24"/>
                  <a:gd name="T3" fmla="*/ 8 h 41"/>
                  <a:gd name="T4" fmla="*/ 2 w 24"/>
                  <a:gd name="T5" fmla="*/ 7 h 41"/>
                  <a:gd name="T6" fmla="*/ 3 w 24"/>
                  <a:gd name="T7" fmla="*/ 5 h 41"/>
                  <a:gd name="T8" fmla="*/ 5 w 24"/>
                  <a:gd name="T9" fmla="*/ 2 h 41"/>
                  <a:gd name="T10" fmla="*/ 6 w 24"/>
                  <a:gd name="T11" fmla="*/ 0 h 41"/>
                  <a:gd name="T12" fmla="*/ 7 w 24"/>
                  <a:gd name="T13" fmla="*/ 1 h 41"/>
                  <a:gd name="T14" fmla="*/ 8 w 24"/>
                  <a:gd name="T15" fmla="*/ 1 h 41"/>
                  <a:gd name="T16" fmla="*/ 10 w 24"/>
                  <a:gd name="T17" fmla="*/ 3 h 41"/>
                  <a:gd name="T18" fmla="*/ 12 w 24"/>
                  <a:gd name="T19" fmla="*/ 5 h 41"/>
                  <a:gd name="T20" fmla="*/ 13 w 24"/>
                  <a:gd name="T21" fmla="*/ 8 h 41"/>
                  <a:gd name="T22" fmla="*/ 16 w 24"/>
                  <a:gd name="T23" fmla="*/ 12 h 41"/>
                  <a:gd name="T24" fmla="*/ 20 w 24"/>
                  <a:gd name="T25" fmla="*/ 15 h 41"/>
                  <a:gd name="T26" fmla="*/ 22 w 24"/>
                  <a:gd name="T27" fmla="*/ 16 h 41"/>
                  <a:gd name="T28" fmla="*/ 23 w 24"/>
                  <a:gd name="T29" fmla="*/ 17 h 41"/>
                  <a:gd name="T30" fmla="*/ 22 w 24"/>
                  <a:gd name="T31" fmla="*/ 23 h 41"/>
                  <a:gd name="T32" fmla="*/ 19 w 24"/>
                  <a:gd name="T33" fmla="*/ 27 h 41"/>
                  <a:gd name="T34" fmla="*/ 17 w 24"/>
                  <a:gd name="T35" fmla="*/ 27 h 41"/>
                  <a:gd name="T36" fmla="*/ 17 w 24"/>
                  <a:gd name="T37" fmla="*/ 29 h 41"/>
                  <a:gd name="T38" fmla="*/ 18 w 24"/>
                  <a:gd name="T39" fmla="*/ 34 h 41"/>
                  <a:gd name="T40" fmla="*/ 18 w 24"/>
                  <a:gd name="T41" fmla="*/ 37 h 41"/>
                  <a:gd name="T42" fmla="*/ 18 w 24"/>
                  <a:gd name="T43" fmla="*/ 39 h 41"/>
                  <a:gd name="T44" fmla="*/ 15 w 24"/>
                  <a:gd name="T45" fmla="*/ 41 h 41"/>
                  <a:gd name="T46" fmla="*/ 13 w 24"/>
                  <a:gd name="T47" fmla="*/ 41 h 41"/>
                  <a:gd name="T48" fmla="*/ 11 w 24"/>
                  <a:gd name="T49" fmla="*/ 39 h 41"/>
                  <a:gd name="T50" fmla="*/ 7 w 24"/>
                  <a:gd name="T51" fmla="*/ 37 h 41"/>
                  <a:gd name="T52" fmla="*/ 7 w 24"/>
                  <a:gd name="T53" fmla="*/ 39 h 41"/>
                  <a:gd name="T54" fmla="*/ 5 w 24"/>
                  <a:gd name="T55" fmla="*/ 40 h 41"/>
                  <a:gd name="T56" fmla="*/ 3 w 24"/>
                  <a:gd name="T57" fmla="*/ 41 h 41"/>
                  <a:gd name="T58" fmla="*/ 2 w 24"/>
                  <a:gd name="T59" fmla="*/ 39 h 41"/>
                  <a:gd name="T60" fmla="*/ 0 w 24"/>
                  <a:gd name="T61" fmla="*/ 35 h 41"/>
                  <a:gd name="T62" fmla="*/ 0 w 24"/>
                  <a:gd name="T63" fmla="*/ 26 h 41"/>
                  <a:gd name="T64" fmla="*/ 0 w 24"/>
                  <a:gd name="T65" fmla="*/ 23 h 41"/>
                  <a:gd name="T66" fmla="*/ 0 w 24"/>
                  <a:gd name="T67" fmla="*/ 21 h 41"/>
                  <a:gd name="T68" fmla="*/ 1 w 24"/>
                  <a:gd name="T69" fmla="*/ 15 h 41"/>
                  <a:gd name="T70" fmla="*/ 1 w 24"/>
                  <a:gd name="T71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41">
                    <a:moveTo>
                      <a:pt x="1" y="11"/>
                    </a:moveTo>
                    <a:cubicBezTo>
                      <a:pt x="1" y="10"/>
                      <a:pt x="1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4" y="4"/>
                      <a:pt x="4" y="3"/>
                      <a:pt x="5" y="2"/>
                    </a:cubicBezTo>
                    <a:cubicBezTo>
                      <a:pt x="5" y="2"/>
                      <a:pt x="5" y="0"/>
                      <a:pt x="6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1" y="4"/>
                      <a:pt x="12" y="4"/>
                      <a:pt x="12" y="5"/>
                    </a:cubicBezTo>
                    <a:cubicBezTo>
                      <a:pt x="13" y="6"/>
                      <a:pt x="13" y="7"/>
                      <a:pt x="13" y="8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7" y="13"/>
                      <a:pt x="19" y="14"/>
                      <a:pt x="20" y="15"/>
                    </a:cubicBezTo>
                    <a:cubicBezTo>
                      <a:pt x="21" y="15"/>
                      <a:pt x="21" y="15"/>
                      <a:pt x="22" y="16"/>
                    </a:cubicBezTo>
                    <a:cubicBezTo>
                      <a:pt x="22" y="16"/>
                      <a:pt x="23" y="17"/>
                      <a:pt x="23" y="17"/>
                    </a:cubicBezTo>
                    <a:cubicBezTo>
                      <a:pt x="24" y="19"/>
                      <a:pt x="23" y="22"/>
                      <a:pt x="22" y="23"/>
                    </a:cubicBezTo>
                    <a:cubicBezTo>
                      <a:pt x="22" y="25"/>
                      <a:pt x="20" y="26"/>
                      <a:pt x="19" y="27"/>
                    </a:cubicBezTo>
                    <a:cubicBezTo>
                      <a:pt x="18" y="27"/>
                      <a:pt x="18" y="27"/>
                      <a:pt x="17" y="27"/>
                    </a:cubicBezTo>
                    <a:cubicBezTo>
                      <a:pt x="17" y="28"/>
                      <a:pt x="17" y="29"/>
                      <a:pt x="17" y="29"/>
                    </a:cubicBezTo>
                    <a:cubicBezTo>
                      <a:pt x="18" y="31"/>
                      <a:pt x="18" y="33"/>
                      <a:pt x="18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8" y="38"/>
                      <a:pt x="18" y="39"/>
                      <a:pt x="18" y="39"/>
                    </a:cubicBezTo>
                    <a:cubicBezTo>
                      <a:pt x="17" y="40"/>
                      <a:pt x="15" y="41"/>
                      <a:pt x="15" y="41"/>
                    </a:cubicBezTo>
                    <a:cubicBezTo>
                      <a:pt x="14" y="41"/>
                      <a:pt x="13" y="41"/>
                      <a:pt x="13" y="41"/>
                    </a:cubicBezTo>
                    <a:cubicBezTo>
                      <a:pt x="12" y="41"/>
                      <a:pt x="11" y="39"/>
                      <a:pt x="11" y="39"/>
                    </a:cubicBezTo>
                    <a:cubicBezTo>
                      <a:pt x="10" y="38"/>
                      <a:pt x="8" y="35"/>
                      <a:pt x="7" y="37"/>
                    </a:cubicBezTo>
                    <a:cubicBezTo>
                      <a:pt x="7" y="37"/>
                      <a:pt x="7" y="38"/>
                      <a:pt x="7" y="39"/>
                    </a:cubicBezTo>
                    <a:cubicBezTo>
                      <a:pt x="7" y="39"/>
                      <a:pt x="6" y="40"/>
                      <a:pt x="5" y="40"/>
                    </a:cubicBezTo>
                    <a:cubicBezTo>
                      <a:pt x="5" y="41"/>
                      <a:pt x="4" y="41"/>
                      <a:pt x="3" y="41"/>
                    </a:cubicBezTo>
                    <a:cubicBezTo>
                      <a:pt x="3" y="41"/>
                      <a:pt x="2" y="40"/>
                      <a:pt x="2" y="39"/>
                    </a:cubicBezTo>
                    <a:cubicBezTo>
                      <a:pt x="1" y="38"/>
                      <a:pt x="0" y="36"/>
                      <a:pt x="0" y="35"/>
                    </a:cubicBezTo>
                    <a:cubicBezTo>
                      <a:pt x="0" y="32"/>
                      <a:pt x="0" y="29"/>
                      <a:pt x="0" y="26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2"/>
                      <a:pt x="0" y="22"/>
                      <a:pt x="0" y="21"/>
                    </a:cubicBezTo>
                    <a:cubicBezTo>
                      <a:pt x="0" y="19"/>
                      <a:pt x="1" y="17"/>
                      <a:pt x="1" y="15"/>
                    </a:cubicBezTo>
                    <a:cubicBezTo>
                      <a:pt x="1" y="14"/>
                      <a:pt x="1" y="13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7" name="Freeform 3243">
                <a:extLst>
                  <a:ext uri="{FF2B5EF4-FFF2-40B4-BE49-F238E27FC236}">
                    <a16:creationId xmlns:a16="http://schemas.microsoft.com/office/drawing/2014/main" id="{AA75371F-5D9F-0D43-B933-8B23BB86D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476"/>
                <a:ext cx="8" cy="5"/>
              </a:xfrm>
              <a:custGeom>
                <a:avLst/>
                <a:gdLst>
                  <a:gd name="T0" fmla="*/ 9 w 19"/>
                  <a:gd name="T1" fmla="*/ 13 h 13"/>
                  <a:gd name="T2" fmla="*/ 4 w 19"/>
                  <a:gd name="T3" fmla="*/ 13 h 13"/>
                  <a:gd name="T4" fmla="*/ 3 w 19"/>
                  <a:gd name="T5" fmla="*/ 12 h 13"/>
                  <a:gd name="T6" fmla="*/ 1 w 19"/>
                  <a:gd name="T7" fmla="*/ 11 h 13"/>
                  <a:gd name="T8" fmla="*/ 1 w 19"/>
                  <a:gd name="T9" fmla="*/ 8 h 13"/>
                  <a:gd name="T10" fmla="*/ 4 w 19"/>
                  <a:gd name="T11" fmla="*/ 5 h 13"/>
                  <a:gd name="T12" fmla="*/ 6 w 19"/>
                  <a:gd name="T13" fmla="*/ 3 h 13"/>
                  <a:gd name="T14" fmla="*/ 8 w 19"/>
                  <a:gd name="T15" fmla="*/ 2 h 13"/>
                  <a:gd name="T16" fmla="*/ 13 w 19"/>
                  <a:gd name="T17" fmla="*/ 1 h 13"/>
                  <a:gd name="T18" fmla="*/ 16 w 19"/>
                  <a:gd name="T19" fmla="*/ 1 h 13"/>
                  <a:gd name="T20" fmla="*/ 18 w 19"/>
                  <a:gd name="T21" fmla="*/ 2 h 13"/>
                  <a:gd name="T22" fmla="*/ 18 w 19"/>
                  <a:gd name="T23" fmla="*/ 4 h 13"/>
                  <a:gd name="T24" fmla="*/ 17 w 19"/>
                  <a:gd name="T25" fmla="*/ 6 h 13"/>
                  <a:gd name="T26" fmla="*/ 13 w 19"/>
                  <a:gd name="T27" fmla="*/ 10 h 13"/>
                  <a:gd name="T28" fmla="*/ 9 w 19"/>
                  <a:gd name="T2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9" y="13"/>
                    </a:moveTo>
                    <a:cubicBezTo>
                      <a:pt x="7" y="13"/>
                      <a:pt x="6" y="13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6"/>
                      <a:pt x="2" y="5"/>
                      <a:pt x="4" y="5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10" y="2"/>
                      <a:pt x="11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7" y="0"/>
                      <a:pt x="18" y="1"/>
                      <a:pt x="18" y="2"/>
                    </a:cubicBezTo>
                    <a:cubicBezTo>
                      <a:pt x="19" y="3"/>
                      <a:pt x="19" y="4"/>
                      <a:pt x="18" y="4"/>
                    </a:cubicBezTo>
                    <a:cubicBezTo>
                      <a:pt x="18" y="5"/>
                      <a:pt x="18" y="5"/>
                      <a:pt x="17" y="6"/>
                    </a:cubicBezTo>
                    <a:cubicBezTo>
                      <a:pt x="16" y="7"/>
                      <a:pt x="15" y="8"/>
                      <a:pt x="13" y="10"/>
                    </a:cubicBezTo>
                    <a:cubicBezTo>
                      <a:pt x="12" y="11"/>
                      <a:pt x="10" y="12"/>
                      <a:pt x="9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8" name="Freeform 3244">
                <a:extLst>
                  <a:ext uri="{FF2B5EF4-FFF2-40B4-BE49-F238E27FC236}">
                    <a16:creationId xmlns:a16="http://schemas.microsoft.com/office/drawing/2014/main" id="{FA0DFA3D-835E-7941-A8A4-11A068E42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473"/>
                <a:ext cx="5" cy="2"/>
              </a:xfrm>
              <a:custGeom>
                <a:avLst/>
                <a:gdLst>
                  <a:gd name="T0" fmla="*/ 5 w 12"/>
                  <a:gd name="T1" fmla="*/ 0 h 7"/>
                  <a:gd name="T2" fmla="*/ 10 w 12"/>
                  <a:gd name="T3" fmla="*/ 0 h 7"/>
                  <a:gd name="T4" fmla="*/ 12 w 12"/>
                  <a:gd name="T5" fmla="*/ 3 h 7"/>
                  <a:gd name="T6" fmla="*/ 9 w 12"/>
                  <a:gd name="T7" fmla="*/ 7 h 7"/>
                  <a:gd name="T8" fmla="*/ 3 w 12"/>
                  <a:gd name="T9" fmla="*/ 6 h 7"/>
                  <a:gd name="T10" fmla="*/ 2 w 12"/>
                  <a:gd name="T11" fmla="*/ 1 h 7"/>
                  <a:gd name="T12" fmla="*/ 5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5" y="0"/>
                    </a:moveTo>
                    <a:cubicBezTo>
                      <a:pt x="7" y="0"/>
                      <a:pt x="9" y="0"/>
                      <a:pt x="10" y="0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5"/>
                      <a:pt x="11" y="6"/>
                      <a:pt x="9" y="7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2" y="5"/>
                      <a:pt x="0" y="3"/>
                      <a:pt x="2" y="1"/>
                    </a:cubicBezTo>
                    <a:cubicBezTo>
                      <a:pt x="3" y="1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9" name="Freeform 3247">
                <a:extLst>
                  <a:ext uri="{FF2B5EF4-FFF2-40B4-BE49-F238E27FC236}">
                    <a16:creationId xmlns:a16="http://schemas.microsoft.com/office/drawing/2014/main" id="{8A56C319-3ECE-C340-9184-BD6006598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13"/>
                <a:ext cx="8" cy="7"/>
              </a:xfrm>
              <a:custGeom>
                <a:avLst/>
                <a:gdLst>
                  <a:gd name="T0" fmla="*/ 7 w 20"/>
                  <a:gd name="T1" fmla="*/ 6 h 17"/>
                  <a:gd name="T2" fmla="*/ 4 w 20"/>
                  <a:gd name="T3" fmla="*/ 6 h 17"/>
                  <a:gd name="T4" fmla="*/ 1 w 20"/>
                  <a:gd name="T5" fmla="*/ 3 h 17"/>
                  <a:gd name="T6" fmla="*/ 0 w 20"/>
                  <a:gd name="T7" fmla="*/ 2 h 17"/>
                  <a:gd name="T8" fmla="*/ 1 w 20"/>
                  <a:gd name="T9" fmla="*/ 1 h 17"/>
                  <a:gd name="T10" fmla="*/ 4 w 20"/>
                  <a:gd name="T11" fmla="*/ 0 h 17"/>
                  <a:gd name="T12" fmla="*/ 7 w 20"/>
                  <a:gd name="T13" fmla="*/ 0 h 17"/>
                  <a:gd name="T14" fmla="*/ 10 w 20"/>
                  <a:gd name="T15" fmla="*/ 0 h 17"/>
                  <a:gd name="T16" fmla="*/ 14 w 20"/>
                  <a:gd name="T17" fmla="*/ 2 h 17"/>
                  <a:gd name="T18" fmla="*/ 17 w 20"/>
                  <a:gd name="T19" fmla="*/ 5 h 17"/>
                  <a:gd name="T20" fmla="*/ 19 w 20"/>
                  <a:gd name="T21" fmla="*/ 10 h 17"/>
                  <a:gd name="T22" fmla="*/ 18 w 20"/>
                  <a:gd name="T23" fmla="*/ 13 h 17"/>
                  <a:gd name="T24" fmla="*/ 15 w 20"/>
                  <a:gd name="T25" fmla="*/ 15 h 17"/>
                  <a:gd name="T26" fmla="*/ 14 w 20"/>
                  <a:gd name="T27" fmla="*/ 16 h 17"/>
                  <a:gd name="T28" fmla="*/ 11 w 20"/>
                  <a:gd name="T29" fmla="*/ 17 h 17"/>
                  <a:gd name="T30" fmla="*/ 12 w 20"/>
                  <a:gd name="T31" fmla="*/ 11 h 17"/>
                  <a:gd name="T32" fmla="*/ 11 w 20"/>
                  <a:gd name="T33" fmla="*/ 7 h 17"/>
                  <a:gd name="T34" fmla="*/ 7 w 20"/>
                  <a:gd name="T3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7">
                    <a:moveTo>
                      <a:pt x="7" y="6"/>
                    </a:moveTo>
                    <a:cubicBezTo>
                      <a:pt x="6" y="6"/>
                      <a:pt x="5" y="6"/>
                      <a:pt x="4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2"/>
                      <a:pt x="16" y="4"/>
                      <a:pt x="17" y="5"/>
                    </a:cubicBezTo>
                    <a:cubicBezTo>
                      <a:pt x="19" y="6"/>
                      <a:pt x="20" y="7"/>
                      <a:pt x="19" y="10"/>
                    </a:cubicBezTo>
                    <a:cubicBezTo>
                      <a:pt x="19" y="11"/>
                      <a:pt x="18" y="12"/>
                      <a:pt x="18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5" y="15"/>
                      <a:pt x="15" y="16"/>
                      <a:pt x="14" y="16"/>
                    </a:cubicBezTo>
                    <a:cubicBezTo>
                      <a:pt x="13" y="16"/>
                      <a:pt x="12" y="17"/>
                      <a:pt x="11" y="17"/>
                    </a:cubicBezTo>
                    <a:cubicBezTo>
                      <a:pt x="11" y="15"/>
                      <a:pt x="11" y="13"/>
                      <a:pt x="12" y="11"/>
                    </a:cubicBezTo>
                    <a:cubicBezTo>
                      <a:pt x="13" y="9"/>
                      <a:pt x="13" y="8"/>
                      <a:pt x="11" y="7"/>
                    </a:cubicBezTo>
                    <a:cubicBezTo>
                      <a:pt x="10" y="6"/>
                      <a:pt x="8" y="7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0" name="Freeform 3250">
                <a:extLst>
                  <a:ext uri="{FF2B5EF4-FFF2-40B4-BE49-F238E27FC236}">
                    <a16:creationId xmlns:a16="http://schemas.microsoft.com/office/drawing/2014/main" id="{07B6C9F0-F12A-7A48-BA54-7508E646B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905"/>
                <a:ext cx="2" cy="3"/>
              </a:xfrm>
              <a:custGeom>
                <a:avLst/>
                <a:gdLst>
                  <a:gd name="T0" fmla="*/ 4 w 5"/>
                  <a:gd name="T1" fmla="*/ 3 h 9"/>
                  <a:gd name="T2" fmla="*/ 4 w 5"/>
                  <a:gd name="T3" fmla="*/ 7 h 9"/>
                  <a:gd name="T4" fmla="*/ 0 w 5"/>
                  <a:gd name="T5" fmla="*/ 6 h 9"/>
                  <a:gd name="T6" fmla="*/ 4 w 5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4" y="3"/>
                    </a:moveTo>
                    <a:cubicBezTo>
                      <a:pt x="5" y="4"/>
                      <a:pt x="5" y="6"/>
                      <a:pt x="4" y="7"/>
                    </a:cubicBezTo>
                    <a:cubicBezTo>
                      <a:pt x="3" y="9"/>
                      <a:pt x="0" y="8"/>
                      <a:pt x="0" y="6"/>
                    </a:cubicBezTo>
                    <a:cubicBezTo>
                      <a:pt x="0" y="5"/>
                      <a:pt x="2" y="0"/>
                      <a:pt x="4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1" name="Freeform 3251">
                <a:extLst>
                  <a:ext uri="{FF2B5EF4-FFF2-40B4-BE49-F238E27FC236}">
                    <a16:creationId xmlns:a16="http://schemas.microsoft.com/office/drawing/2014/main" id="{419D292D-4A6D-AB49-A906-B2B21E44F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863"/>
                <a:ext cx="10" cy="24"/>
              </a:xfrm>
              <a:custGeom>
                <a:avLst/>
                <a:gdLst>
                  <a:gd name="T0" fmla="*/ 11 w 25"/>
                  <a:gd name="T1" fmla="*/ 46 h 59"/>
                  <a:gd name="T2" fmla="*/ 10 w 25"/>
                  <a:gd name="T3" fmla="*/ 44 h 59"/>
                  <a:gd name="T4" fmla="*/ 8 w 25"/>
                  <a:gd name="T5" fmla="*/ 42 h 59"/>
                  <a:gd name="T6" fmla="*/ 6 w 25"/>
                  <a:gd name="T7" fmla="*/ 38 h 59"/>
                  <a:gd name="T8" fmla="*/ 5 w 25"/>
                  <a:gd name="T9" fmla="*/ 35 h 59"/>
                  <a:gd name="T10" fmla="*/ 6 w 25"/>
                  <a:gd name="T11" fmla="*/ 33 h 59"/>
                  <a:gd name="T12" fmla="*/ 5 w 25"/>
                  <a:gd name="T13" fmla="*/ 27 h 59"/>
                  <a:gd name="T14" fmla="*/ 9 w 25"/>
                  <a:gd name="T15" fmla="*/ 25 h 59"/>
                  <a:gd name="T16" fmla="*/ 9 w 25"/>
                  <a:gd name="T17" fmla="*/ 21 h 59"/>
                  <a:gd name="T18" fmla="*/ 2 w 25"/>
                  <a:gd name="T19" fmla="*/ 16 h 59"/>
                  <a:gd name="T20" fmla="*/ 1 w 25"/>
                  <a:gd name="T21" fmla="*/ 7 h 59"/>
                  <a:gd name="T22" fmla="*/ 6 w 25"/>
                  <a:gd name="T23" fmla="*/ 1 h 59"/>
                  <a:gd name="T24" fmla="*/ 12 w 25"/>
                  <a:gd name="T25" fmla="*/ 6 h 59"/>
                  <a:gd name="T26" fmla="*/ 15 w 25"/>
                  <a:gd name="T27" fmla="*/ 10 h 59"/>
                  <a:gd name="T28" fmla="*/ 19 w 25"/>
                  <a:gd name="T29" fmla="*/ 13 h 59"/>
                  <a:gd name="T30" fmla="*/ 19 w 25"/>
                  <a:gd name="T31" fmla="*/ 17 h 59"/>
                  <a:gd name="T32" fmla="*/ 18 w 25"/>
                  <a:gd name="T33" fmla="*/ 23 h 59"/>
                  <a:gd name="T34" fmla="*/ 20 w 25"/>
                  <a:gd name="T35" fmla="*/ 27 h 59"/>
                  <a:gd name="T36" fmla="*/ 23 w 25"/>
                  <a:gd name="T37" fmla="*/ 29 h 59"/>
                  <a:gd name="T38" fmla="*/ 22 w 25"/>
                  <a:gd name="T39" fmla="*/ 37 h 59"/>
                  <a:gd name="T40" fmla="*/ 22 w 25"/>
                  <a:gd name="T41" fmla="*/ 41 h 59"/>
                  <a:gd name="T42" fmla="*/ 22 w 25"/>
                  <a:gd name="T43" fmla="*/ 46 h 59"/>
                  <a:gd name="T44" fmla="*/ 19 w 25"/>
                  <a:gd name="T45" fmla="*/ 53 h 59"/>
                  <a:gd name="T46" fmla="*/ 18 w 25"/>
                  <a:gd name="T47" fmla="*/ 56 h 59"/>
                  <a:gd name="T48" fmla="*/ 12 w 25"/>
                  <a:gd name="T49" fmla="*/ 57 h 59"/>
                  <a:gd name="T50" fmla="*/ 11 w 25"/>
                  <a:gd name="T51" fmla="*/ 52 h 59"/>
                  <a:gd name="T52" fmla="*/ 11 w 25"/>
                  <a:gd name="T53" fmla="*/ 4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59">
                    <a:moveTo>
                      <a:pt x="11" y="46"/>
                    </a:moveTo>
                    <a:cubicBezTo>
                      <a:pt x="11" y="46"/>
                      <a:pt x="11" y="44"/>
                      <a:pt x="10" y="44"/>
                    </a:cubicBezTo>
                    <a:cubicBezTo>
                      <a:pt x="10" y="43"/>
                      <a:pt x="8" y="43"/>
                      <a:pt x="8" y="42"/>
                    </a:cubicBezTo>
                    <a:cubicBezTo>
                      <a:pt x="7" y="41"/>
                      <a:pt x="6" y="39"/>
                      <a:pt x="6" y="38"/>
                    </a:cubicBezTo>
                    <a:cubicBezTo>
                      <a:pt x="5" y="37"/>
                      <a:pt x="5" y="36"/>
                      <a:pt x="5" y="35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6" y="31"/>
                      <a:pt x="3" y="28"/>
                      <a:pt x="5" y="27"/>
                    </a:cubicBezTo>
                    <a:cubicBezTo>
                      <a:pt x="6" y="26"/>
                      <a:pt x="8" y="26"/>
                      <a:pt x="9" y="25"/>
                    </a:cubicBezTo>
                    <a:cubicBezTo>
                      <a:pt x="9" y="24"/>
                      <a:pt x="9" y="22"/>
                      <a:pt x="9" y="21"/>
                    </a:cubicBezTo>
                    <a:cubicBezTo>
                      <a:pt x="6" y="20"/>
                      <a:pt x="3" y="19"/>
                      <a:pt x="2" y="16"/>
                    </a:cubicBezTo>
                    <a:cubicBezTo>
                      <a:pt x="1" y="13"/>
                      <a:pt x="0" y="10"/>
                      <a:pt x="1" y="7"/>
                    </a:cubicBezTo>
                    <a:cubicBezTo>
                      <a:pt x="1" y="4"/>
                      <a:pt x="3" y="2"/>
                      <a:pt x="6" y="1"/>
                    </a:cubicBezTo>
                    <a:cubicBezTo>
                      <a:pt x="9" y="0"/>
                      <a:pt x="10" y="4"/>
                      <a:pt x="12" y="6"/>
                    </a:cubicBezTo>
                    <a:cubicBezTo>
                      <a:pt x="13" y="7"/>
                      <a:pt x="14" y="8"/>
                      <a:pt x="15" y="10"/>
                    </a:cubicBezTo>
                    <a:cubicBezTo>
                      <a:pt x="16" y="11"/>
                      <a:pt x="18" y="11"/>
                      <a:pt x="19" y="13"/>
                    </a:cubicBezTo>
                    <a:cubicBezTo>
                      <a:pt x="20" y="14"/>
                      <a:pt x="20" y="16"/>
                      <a:pt x="19" y="17"/>
                    </a:cubicBezTo>
                    <a:cubicBezTo>
                      <a:pt x="19" y="19"/>
                      <a:pt x="18" y="21"/>
                      <a:pt x="18" y="23"/>
                    </a:cubicBezTo>
                    <a:cubicBezTo>
                      <a:pt x="18" y="25"/>
                      <a:pt x="19" y="26"/>
                      <a:pt x="20" y="27"/>
                    </a:cubicBezTo>
                    <a:cubicBezTo>
                      <a:pt x="21" y="27"/>
                      <a:pt x="22" y="28"/>
                      <a:pt x="23" y="29"/>
                    </a:cubicBezTo>
                    <a:cubicBezTo>
                      <a:pt x="25" y="32"/>
                      <a:pt x="23" y="34"/>
                      <a:pt x="22" y="37"/>
                    </a:cubicBezTo>
                    <a:cubicBezTo>
                      <a:pt x="22" y="38"/>
                      <a:pt x="22" y="40"/>
                      <a:pt x="22" y="41"/>
                    </a:cubicBezTo>
                    <a:cubicBezTo>
                      <a:pt x="22" y="43"/>
                      <a:pt x="23" y="45"/>
                      <a:pt x="22" y="46"/>
                    </a:cubicBezTo>
                    <a:cubicBezTo>
                      <a:pt x="21" y="49"/>
                      <a:pt x="17" y="49"/>
                      <a:pt x="19" y="53"/>
                    </a:cubicBezTo>
                    <a:cubicBezTo>
                      <a:pt x="19" y="54"/>
                      <a:pt x="19" y="55"/>
                      <a:pt x="18" y="56"/>
                    </a:cubicBezTo>
                    <a:cubicBezTo>
                      <a:pt x="17" y="58"/>
                      <a:pt x="13" y="59"/>
                      <a:pt x="12" y="57"/>
                    </a:cubicBezTo>
                    <a:cubicBezTo>
                      <a:pt x="11" y="55"/>
                      <a:pt x="11" y="54"/>
                      <a:pt x="11" y="52"/>
                    </a:cubicBezTo>
                    <a:cubicBezTo>
                      <a:pt x="12" y="50"/>
                      <a:pt x="12" y="48"/>
                      <a:pt x="11" y="4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2" name="Freeform 3252">
                <a:extLst>
                  <a:ext uri="{FF2B5EF4-FFF2-40B4-BE49-F238E27FC236}">
                    <a16:creationId xmlns:a16="http://schemas.microsoft.com/office/drawing/2014/main" id="{25956AD2-F78D-4C40-8C7B-E2BB362C5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881"/>
                <a:ext cx="4" cy="6"/>
              </a:xfrm>
              <a:custGeom>
                <a:avLst/>
                <a:gdLst>
                  <a:gd name="T0" fmla="*/ 1 w 10"/>
                  <a:gd name="T1" fmla="*/ 7 h 13"/>
                  <a:gd name="T2" fmla="*/ 3 w 10"/>
                  <a:gd name="T3" fmla="*/ 4 h 13"/>
                  <a:gd name="T4" fmla="*/ 5 w 10"/>
                  <a:gd name="T5" fmla="*/ 2 h 13"/>
                  <a:gd name="T6" fmla="*/ 6 w 10"/>
                  <a:gd name="T7" fmla="*/ 0 h 13"/>
                  <a:gd name="T8" fmla="*/ 9 w 10"/>
                  <a:gd name="T9" fmla="*/ 0 h 13"/>
                  <a:gd name="T10" fmla="*/ 10 w 10"/>
                  <a:gd name="T11" fmla="*/ 4 h 13"/>
                  <a:gd name="T12" fmla="*/ 8 w 10"/>
                  <a:gd name="T13" fmla="*/ 8 h 13"/>
                  <a:gd name="T14" fmla="*/ 5 w 10"/>
                  <a:gd name="T15" fmla="*/ 12 h 13"/>
                  <a:gd name="T16" fmla="*/ 2 w 10"/>
                  <a:gd name="T17" fmla="*/ 12 h 13"/>
                  <a:gd name="T18" fmla="*/ 1 w 10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1" y="7"/>
                    </a:moveTo>
                    <a:cubicBezTo>
                      <a:pt x="2" y="6"/>
                      <a:pt x="3" y="5"/>
                      <a:pt x="3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9" y="0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9"/>
                      <a:pt x="6" y="11"/>
                      <a:pt x="5" y="12"/>
                    </a:cubicBezTo>
                    <a:cubicBezTo>
                      <a:pt x="4" y="12"/>
                      <a:pt x="2" y="13"/>
                      <a:pt x="2" y="12"/>
                    </a:cubicBezTo>
                    <a:cubicBezTo>
                      <a:pt x="0" y="10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3" name="Freeform 3253">
                <a:extLst>
                  <a:ext uri="{FF2B5EF4-FFF2-40B4-BE49-F238E27FC236}">
                    <a16:creationId xmlns:a16="http://schemas.microsoft.com/office/drawing/2014/main" id="{C2C693A1-B103-FC41-A286-EBEC8934C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876"/>
                <a:ext cx="3" cy="3"/>
              </a:xfrm>
              <a:custGeom>
                <a:avLst/>
                <a:gdLst>
                  <a:gd name="T0" fmla="*/ 1 w 7"/>
                  <a:gd name="T1" fmla="*/ 2 h 7"/>
                  <a:gd name="T2" fmla="*/ 7 w 7"/>
                  <a:gd name="T3" fmla="*/ 3 h 7"/>
                  <a:gd name="T4" fmla="*/ 6 w 7"/>
                  <a:gd name="T5" fmla="*/ 1 h 7"/>
                  <a:gd name="T6" fmla="*/ 1 w 7"/>
                  <a:gd name="T7" fmla="*/ 1 h 7"/>
                  <a:gd name="T8" fmla="*/ 1 w 7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6"/>
                      <a:pt x="7" y="7"/>
                      <a:pt x="7" y="3"/>
                    </a:cubicBezTo>
                    <a:cubicBezTo>
                      <a:pt x="7" y="3"/>
                      <a:pt x="7" y="2"/>
                      <a:pt x="6" y="1"/>
                    </a:cubicBezTo>
                    <a:cubicBezTo>
                      <a:pt x="5" y="1"/>
                      <a:pt x="3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4" name="Freeform 3254">
                <a:extLst>
                  <a:ext uri="{FF2B5EF4-FFF2-40B4-BE49-F238E27FC236}">
                    <a16:creationId xmlns:a16="http://schemas.microsoft.com/office/drawing/2014/main" id="{BE0F6075-D3EE-634A-ABE7-0EBC125E7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873"/>
                <a:ext cx="5" cy="8"/>
              </a:xfrm>
              <a:custGeom>
                <a:avLst/>
                <a:gdLst>
                  <a:gd name="T0" fmla="*/ 4 w 12"/>
                  <a:gd name="T1" fmla="*/ 16 h 20"/>
                  <a:gd name="T2" fmla="*/ 3 w 12"/>
                  <a:gd name="T3" fmla="*/ 18 h 20"/>
                  <a:gd name="T4" fmla="*/ 2 w 12"/>
                  <a:gd name="T5" fmla="*/ 20 h 20"/>
                  <a:gd name="T6" fmla="*/ 0 w 12"/>
                  <a:gd name="T7" fmla="*/ 18 h 20"/>
                  <a:gd name="T8" fmla="*/ 0 w 12"/>
                  <a:gd name="T9" fmla="*/ 17 h 20"/>
                  <a:gd name="T10" fmla="*/ 1 w 12"/>
                  <a:gd name="T11" fmla="*/ 14 h 20"/>
                  <a:gd name="T12" fmla="*/ 1 w 12"/>
                  <a:gd name="T13" fmla="*/ 10 h 20"/>
                  <a:gd name="T14" fmla="*/ 3 w 12"/>
                  <a:gd name="T15" fmla="*/ 9 h 20"/>
                  <a:gd name="T16" fmla="*/ 5 w 12"/>
                  <a:gd name="T17" fmla="*/ 7 h 20"/>
                  <a:gd name="T18" fmla="*/ 6 w 12"/>
                  <a:gd name="T19" fmla="*/ 3 h 20"/>
                  <a:gd name="T20" fmla="*/ 7 w 12"/>
                  <a:gd name="T21" fmla="*/ 1 h 20"/>
                  <a:gd name="T22" fmla="*/ 10 w 12"/>
                  <a:gd name="T23" fmla="*/ 1 h 20"/>
                  <a:gd name="T24" fmla="*/ 12 w 12"/>
                  <a:gd name="T25" fmla="*/ 1 h 20"/>
                  <a:gd name="T26" fmla="*/ 12 w 12"/>
                  <a:gd name="T27" fmla="*/ 3 h 20"/>
                  <a:gd name="T28" fmla="*/ 9 w 12"/>
                  <a:gd name="T29" fmla="*/ 6 h 20"/>
                  <a:gd name="T30" fmla="*/ 8 w 12"/>
                  <a:gd name="T31" fmla="*/ 9 h 20"/>
                  <a:gd name="T32" fmla="*/ 7 w 12"/>
                  <a:gd name="T33" fmla="*/ 13 h 20"/>
                  <a:gd name="T34" fmla="*/ 4 w 12"/>
                  <a:gd name="T3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" h="20">
                    <a:moveTo>
                      <a:pt x="4" y="16"/>
                    </a:moveTo>
                    <a:cubicBezTo>
                      <a:pt x="4" y="17"/>
                      <a:pt x="4" y="18"/>
                      <a:pt x="3" y="18"/>
                    </a:cubicBezTo>
                    <a:cubicBezTo>
                      <a:pt x="3" y="19"/>
                      <a:pt x="2" y="19"/>
                      <a:pt x="2" y="20"/>
                    </a:cubicBezTo>
                    <a:cubicBezTo>
                      <a:pt x="1" y="20"/>
                      <a:pt x="1" y="19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1" y="13"/>
                      <a:pt x="0" y="11"/>
                      <a:pt x="1" y="10"/>
                    </a:cubicBezTo>
                    <a:cubicBezTo>
                      <a:pt x="1" y="10"/>
                      <a:pt x="3" y="9"/>
                      <a:pt x="3" y="9"/>
                    </a:cubicBezTo>
                    <a:cubicBezTo>
                      <a:pt x="4" y="8"/>
                      <a:pt x="4" y="8"/>
                      <a:pt x="5" y="7"/>
                    </a:cubicBezTo>
                    <a:cubicBezTo>
                      <a:pt x="5" y="6"/>
                      <a:pt x="5" y="4"/>
                      <a:pt x="6" y="3"/>
                    </a:cubicBezTo>
                    <a:cubicBezTo>
                      <a:pt x="6" y="3"/>
                      <a:pt x="7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1" y="4"/>
                      <a:pt x="10" y="4"/>
                      <a:pt x="9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4"/>
                      <a:pt x="5" y="15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5" name="Freeform 3256">
                <a:extLst>
                  <a:ext uri="{FF2B5EF4-FFF2-40B4-BE49-F238E27FC236}">
                    <a16:creationId xmlns:a16="http://schemas.microsoft.com/office/drawing/2014/main" id="{647D9BC9-11D4-C348-8653-0DCC9E0FA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32"/>
                <a:ext cx="2" cy="3"/>
              </a:xfrm>
              <a:custGeom>
                <a:avLst/>
                <a:gdLst>
                  <a:gd name="T0" fmla="*/ 1 w 7"/>
                  <a:gd name="T1" fmla="*/ 8 h 8"/>
                  <a:gd name="T2" fmla="*/ 1 w 7"/>
                  <a:gd name="T3" fmla="*/ 6 h 8"/>
                  <a:gd name="T4" fmla="*/ 0 w 7"/>
                  <a:gd name="T5" fmla="*/ 3 h 8"/>
                  <a:gd name="T6" fmla="*/ 5 w 7"/>
                  <a:gd name="T7" fmla="*/ 1 h 8"/>
                  <a:gd name="T8" fmla="*/ 5 w 7"/>
                  <a:gd name="T9" fmla="*/ 7 h 8"/>
                  <a:gd name="T10" fmla="*/ 1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1" y="7"/>
                      <a:pt x="1" y="7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6" y="6"/>
                      <a:pt x="5" y="7"/>
                    </a:cubicBezTo>
                    <a:cubicBezTo>
                      <a:pt x="4" y="8"/>
                      <a:pt x="2" y="8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6" name="Freeform 3257">
                <a:extLst>
                  <a:ext uri="{FF2B5EF4-FFF2-40B4-BE49-F238E27FC236}">
                    <a16:creationId xmlns:a16="http://schemas.microsoft.com/office/drawing/2014/main" id="{7BB777EC-0F98-5F49-B76F-F8F265F6C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823"/>
                <a:ext cx="8" cy="9"/>
              </a:xfrm>
              <a:custGeom>
                <a:avLst/>
                <a:gdLst>
                  <a:gd name="T0" fmla="*/ 0 w 21"/>
                  <a:gd name="T1" fmla="*/ 16 h 22"/>
                  <a:gd name="T2" fmla="*/ 1 w 21"/>
                  <a:gd name="T3" fmla="*/ 11 h 22"/>
                  <a:gd name="T4" fmla="*/ 6 w 21"/>
                  <a:gd name="T5" fmla="*/ 8 h 22"/>
                  <a:gd name="T6" fmla="*/ 8 w 21"/>
                  <a:gd name="T7" fmla="*/ 5 h 22"/>
                  <a:gd name="T8" fmla="*/ 10 w 21"/>
                  <a:gd name="T9" fmla="*/ 4 h 22"/>
                  <a:gd name="T10" fmla="*/ 15 w 21"/>
                  <a:gd name="T11" fmla="*/ 2 h 22"/>
                  <a:gd name="T12" fmla="*/ 17 w 21"/>
                  <a:gd name="T13" fmla="*/ 0 h 22"/>
                  <a:gd name="T14" fmla="*/ 20 w 21"/>
                  <a:gd name="T15" fmla="*/ 0 h 22"/>
                  <a:gd name="T16" fmla="*/ 19 w 21"/>
                  <a:gd name="T17" fmla="*/ 7 h 22"/>
                  <a:gd name="T18" fmla="*/ 15 w 21"/>
                  <a:gd name="T19" fmla="*/ 10 h 22"/>
                  <a:gd name="T20" fmla="*/ 12 w 21"/>
                  <a:gd name="T21" fmla="*/ 12 h 22"/>
                  <a:gd name="T22" fmla="*/ 10 w 21"/>
                  <a:gd name="T23" fmla="*/ 20 h 22"/>
                  <a:gd name="T24" fmla="*/ 6 w 21"/>
                  <a:gd name="T25" fmla="*/ 22 h 22"/>
                  <a:gd name="T26" fmla="*/ 1 w 21"/>
                  <a:gd name="T27" fmla="*/ 21 h 22"/>
                  <a:gd name="T28" fmla="*/ 0 w 21"/>
                  <a:gd name="T29" fmla="*/ 18 h 22"/>
                  <a:gd name="T30" fmla="*/ 0 w 21"/>
                  <a:gd name="T31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0" y="16"/>
                    </a:moveTo>
                    <a:cubicBezTo>
                      <a:pt x="0" y="14"/>
                      <a:pt x="0" y="13"/>
                      <a:pt x="1" y="11"/>
                    </a:cubicBez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8" y="7"/>
                      <a:pt x="8" y="5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12" y="4"/>
                      <a:pt x="15" y="3"/>
                      <a:pt x="15" y="2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0"/>
                      <a:pt x="20" y="0"/>
                    </a:cubicBezTo>
                    <a:cubicBezTo>
                      <a:pt x="21" y="2"/>
                      <a:pt x="20" y="6"/>
                      <a:pt x="19" y="7"/>
                    </a:cubicBezTo>
                    <a:cubicBezTo>
                      <a:pt x="18" y="8"/>
                      <a:pt x="16" y="9"/>
                      <a:pt x="15" y="10"/>
                    </a:cubicBezTo>
                    <a:cubicBezTo>
                      <a:pt x="14" y="11"/>
                      <a:pt x="13" y="11"/>
                      <a:pt x="12" y="12"/>
                    </a:cubicBezTo>
                    <a:cubicBezTo>
                      <a:pt x="10" y="13"/>
                      <a:pt x="10" y="17"/>
                      <a:pt x="10" y="20"/>
                    </a:cubicBezTo>
                    <a:cubicBezTo>
                      <a:pt x="9" y="22"/>
                      <a:pt x="8" y="22"/>
                      <a:pt x="6" y="22"/>
                    </a:cubicBezTo>
                    <a:cubicBezTo>
                      <a:pt x="4" y="22"/>
                      <a:pt x="3" y="22"/>
                      <a:pt x="1" y="21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0" y="17"/>
                      <a:pt x="0" y="17"/>
                      <a:pt x="0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7" name="Freeform 3259">
                <a:extLst>
                  <a:ext uri="{FF2B5EF4-FFF2-40B4-BE49-F238E27FC236}">
                    <a16:creationId xmlns:a16="http://schemas.microsoft.com/office/drawing/2014/main" id="{007C9DA8-A46F-0C44-95C1-CBBA83789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824"/>
                <a:ext cx="6" cy="5"/>
              </a:xfrm>
              <a:custGeom>
                <a:avLst/>
                <a:gdLst>
                  <a:gd name="T0" fmla="*/ 4 w 15"/>
                  <a:gd name="T1" fmla="*/ 10 h 12"/>
                  <a:gd name="T2" fmla="*/ 2 w 15"/>
                  <a:gd name="T3" fmla="*/ 10 h 12"/>
                  <a:gd name="T4" fmla="*/ 1 w 15"/>
                  <a:gd name="T5" fmla="*/ 6 h 12"/>
                  <a:gd name="T6" fmla="*/ 6 w 15"/>
                  <a:gd name="T7" fmla="*/ 4 h 12"/>
                  <a:gd name="T8" fmla="*/ 10 w 15"/>
                  <a:gd name="T9" fmla="*/ 1 h 12"/>
                  <a:gd name="T10" fmla="*/ 14 w 15"/>
                  <a:gd name="T11" fmla="*/ 2 h 12"/>
                  <a:gd name="T12" fmla="*/ 14 w 15"/>
                  <a:gd name="T13" fmla="*/ 7 h 12"/>
                  <a:gd name="T14" fmla="*/ 13 w 15"/>
                  <a:gd name="T15" fmla="*/ 11 h 12"/>
                  <a:gd name="T16" fmla="*/ 8 w 15"/>
                  <a:gd name="T17" fmla="*/ 11 h 12"/>
                  <a:gd name="T18" fmla="*/ 7 w 15"/>
                  <a:gd name="T19" fmla="*/ 11 h 12"/>
                  <a:gd name="T20" fmla="*/ 4 w 15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4" y="10"/>
                    </a:moveTo>
                    <a:cubicBezTo>
                      <a:pt x="3" y="10"/>
                      <a:pt x="2" y="11"/>
                      <a:pt x="2" y="10"/>
                    </a:cubicBezTo>
                    <a:cubicBezTo>
                      <a:pt x="1" y="9"/>
                      <a:pt x="0" y="7"/>
                      <a:pt x="1" y="6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8" y="3"/>
                      <a:pt x="9" y="2"/>
                      <a:pt x="10" y="1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4" y="9"/>
                      <a:pt x="14" y="10"/>
                      <a:pt x="13" y="11"/>
                    </a:cubicBezTo>
                    <a:cubicBezTo>
                      <a:pt x="11" y="11"/>
                      <a:pt x="9" y="12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8" name="Freeform 3260">
                <a:extLst>
                  <a:ext uri="{FF2B5EF4-FFF2-40B4-BE49-F238E27FC236}">
                    <a16:creationId xmlns:a16="http://schemas.microsoft.com/office/drawing/2014/main" id="{19EAD2D8-0D07-D34C-87AF-0EBE146E7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813"/>
                <a:ext cx="7" cy="13"/>
              </a:xfrm>
              <a:custGeom>
                <a:avLst/>
                <a:gdLst>
                  <a:gd name="T0" fmla="*/ 3 w 17"/>
                  <a:gd name="T1" fmla="*/ 28 h 32"/>
                  <a:gd name="T2" fmla="*/ 1 w 17"/>
                  <a:gd name="T3" fmla="*/ 30 h 32"/>
                  <a:gd name="T4" fmla="*/ 1 w 17"/>
                  <a:gd name="T5" fmla="*/ 26 h 32"/>
                  <a:gd name="T6" fmla="*/ 1 w 17"/>
                  <a:gd name="T7" fmla="*/ 22 h 32"/>
                  <a:gd name="T8" fmla="*/ 3 w 17"/>
                  <a:gd name="T9" fmla="*/ 18 h 32"/>
                  <a:gd name="T10" fmla="*/ 6 w 17"/>
                  <a:gd name="T11" fmla="*/ 15 h 32"/>
                  <a:gd name="T12" fmla="*/ 7 w 17"/>
                  <a:gd name="T13" fmla="*/ 11 h 32"/>
                  <a:gd name="T14" fmla="*/ 10 w 17"/>
                  <a:gd name="T15" fmla="*/ 8 h 32"/>
                  <a:gd name="T16" fmla="*/ 11 w 17"/>
                  <a:gd name="T17" fmla="*/ 1 h 32"/>
                  <a:gd name="T18" fmla="*/ 17 w 17"/>
                  <a:gd name="T19" fmla="*/ 3 h 32"/>
                  <a:gd name="T20" fmla="*/ 15 w 17"/>
                  <a:gd name="T21" fmla="*/ 6 h 32"/>
                  <a:gd name="T22" fmla="*/ 14 w 17"/>
                  <a:gd name="T23" fmla="*/ 10 h 32"/>
                  <a:gd name="T24" fmla="*/ 11 w 17"/>
                  <a:gd name="T25" fmla="*/ 14 h 32"/>
                  <a:gd name="T26" fmla="*/ 8 w 17"/>
                  <a:gd name="T27" fmla="*/ 17 h 32"/>
                  <a:gd name="T28" fmla="*/ 8 w 17"/>
                  <a:gd name="T29" fmla="*/ 21 h 32"/>
                  <a:gd name="T30" fmla="*/ 9 w 17"/>
                  <a:gd name="T31" fmla="*/ 24 h 32"/>
                  <a:gd name="T32" fmla="*/ 12 w 17"/>
                  <a:gd name="T33" fmla="*/ 27 h 32"/>
                  <a:gd name="T34" fmla="*/ 10 w 17"/>
                  <a:gd name="T35" fmla="*/ 31 h 32"/>
                  <a:gd name="T36" fmla="*/ 7 w 17"/>
                  <a:gd name="T37" fmla="*/ 31 h 32"/>
                  <a:gd name="T38" fmla="*/ 3 w 17"/>
                  <a:gd name="T39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32">
                    <a:moveTo>
                      <a:pt x="3" y="28"/>
                    </a:moveTo>
                    <a:cubicBezTo>
                      <a:pt x="3" y="29"/>
                      <a:pt x="2" y="30"/>
                      <a:pt x="1" y="30"/>
                    </a:cubicBezTo>
                    <a:cubicBezTo>
                      <a:pt x="0" y="29"/>
                      <a:pt x="0" y="27"/>
                      <a:pt x="1" y="26"/>
                    </a:cubicBezTo>
                    <a:cubicBezTo>
                      <a:pt x="1" y="24"/>
                      <a:pt x="1" y="23"/>
                      <a:pt x="1" y="22"/>
                    </a:cubicBezTo>
                    <a:cubicBezTo>
                      <a:pt x="2" y="20"/>
                      <a:pt x="2" y="19"/>
                      <a:pt x="3" y="18"/>
                    </a:cubicBezTo>
                    <a:cubicBezTo>
                      <a:pt x="4" y="17"/>
                      <a:pt x="6" y="17"/>
                      <a:pt x="6" y="15"/>
                    </a:cubicBezTo>
                    <a:cubicBezTo>
                      <a:pt x="7" y="14"/>
                      <a:pt x="7" y="12"/>
                      <a:pt x="7" y="11"/>
                    </a:cubicBezTo>
                    <a:cubicBezTo>
                      <a:pt x="8" y="10"/>
                      <a:pt x="9" y="9"/>
                      <a:pt x="10" y="8"/>
                    </a:cubicBezTo>
                    <a:cubicBezTo>
                      <a:pt x="11" y="6"/>
                      <a:pt x="8" y="2"/>
                      <a:pt x="11" y="1"/>
                    </a:cubicBezTo>
                    <a:cubicBezTo>
                      <a:pt x="12" y="0"/>
                      <a:pt x="16" y="1"/>
                      <a:pt x="17" y="3"/>
                    </a:cubicBezTo>
                    <a:cubicBezTo>
                      <a:pt x="17" y="5"/>
                      <a:pt x="16" y="5"/>
                      <a:pt x="15" y="6"/>
                    </a:cubicBezTo>
                    <a:cubicBezTo>
                      <a:pt x="14" y="7"/>
                      <a:pt x="14" y="8"/>
                      <a:pt x="14" y="10"/>
                    </a:cubicBezTo>
                    <a:cubicBezTo>
                      <a:pt x="14" y="11"/>
                      <a:pt x="12" y="13"/>
                      <a:pt x="11" y="14"/>
                    </a:cubicBezTo>
                    <a:cubicBezTo>
                      <a:pt x="10" y="14"/>
                      <a:pt x="9" y="15"/>
                      <a:pt x="8" y="17"/>
                    </a:cubicBezTo>
                    <a:cubicBezTo>
                      <a:pt x="8" y="18"/>
                      <a:pt x="8" y="20"/>
                      <a:pt x="8" y="21"/>
                    </a:cubicBezTo>
                    <a:cubicBezTo>
                      <a:pt x="8" y="23"/>
                      <a:pt x="8" y="24"/>
                      <a:pt x="9" y="24"/>
                    </a:cubicBez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9"/>
                      <a:pt x="11" y="30"/>
                      <a:pt x="10" y="31"/>
                    </a:cubicBezTo>
                    <a:cubicBezTo>
                      <a:pt x="9" y="32"/>
                      <a:pt x="8" y="31"/>
                      <a:pt x="7" y="31"/>
                    </a:cubicBezTo>
                    <a:cubicBezTo>
                      <a:pt x="7" y="29"/>
                      <a:pt x="5" y="27"/>
                      <a:pt x="3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9" name="Freeform 3261">
                <a:extLst>
                  <a:ext uri="{FF2B5EF4-FFF2-40B4-BE49-F238E27FC236}">
                    <a16:creationId xmlns:a16="http://schemas.microsoft.com/office/drawing/2014/main" id="{E2D6C0D4-9848-0045-B17F-FC344B547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804"/>
                <a:ext cx="7" cy="4"/>
              </a:xfrm>
              <a:custGeom>
                <a:avLst/>
                <a:gdLst>
                  <a:gd name="T0" fmla="*/ 7 w 17"/>
                  <a:gd name="T1" fmla="*/ 8 h 10"/>
                  <a:gd name="T2" fmla="*/ 6 w 17"/>
                  <a:gd name="T3" fmla="*/ 9 h 10"/>
                  <a:gd name="T4" fmla="*/ 4 w 17"/>
                  <a:gd name="T5" fmla="*/ 8 h 10"/>
                  <a:gd name="T6" fmla="*/ 1 w 17"/>
                  <a:gd name="T7" fmla="*/ 7 h 10"/>
                  <a:gd name="T8" fmla="*/ 2 w 17"/>
                  <a:gd name="T9" fmla="*/ 4 h 10"/>
                  <a:gd name="T10" fmla="*/ 6 w 17"/>
                  <a:gd name="T11" fmla="*/ 3 h 10"/>
                  <a:gd name="T12" fmla="*/ 8 w 17"/>
                  <a:gd name="T13" fmla="*/ 2 h 10"/>
                  <a:gd name="T14" fmla="*/ 12 w 17"/>
                  <a:gd name="T15" fmla="*/ 0 h 10"/>
                  <a:gd name="T16" fmla="*/ 15 w 17"/>
                  <a:gd name="T17" fmla="*/ 0 h 10"/>
                  <a:gd name="T18" fmla="*/ 15 w 17"/>
                  <a:gd name="T19" fmla="*/ 3 h 10"/>
                  <a:gd name="T20" fmla="*/ 13 w 17"/>
                  <a:gd name="T21" fmla="*/ 3 h 10"/>
                  <a:gd name="T22" fmla="*/ 12 w 17"/>
                  <a:gd name="T23" fmla="*/ 4 h 10"/>
                  <a:gd name="T24" fmla="*/ 7 w 17"/>
                  <a:gd name="T2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7" y="8"/>
                    </a:moveTo>
                    <a:cubicBezTo>
                      <a:pt x="7" y="9"/>
                      <a:pt x="7" y="9"/>
                      <a:pt x="6" y="9"/>
                    </a:cubicBezTo>
                    <a:cubicBezTo>
                      <a:pt x="4" y="10"/>
                      <a:pt x="5" y="8"/>
                      <a:pt x="4" y="8"/>
                    </a:cubicBezTo>
                    <a:cubicBezTo>
                      <a:pt x="4" y="6"/>
                      <a:pt x="2" y="8"/>
                      <a:pt x="1" y="7"/>
                    </a:cubicBezTo>
                    <a:cubicBezTo>
                      <a:pt x="0" y="6"/>
                      <a:pt x="2" y="5"/>
                      <a:pt x="2" y="4"/>
                    </a:cubicBezTo>
                    <a:cubicBezTo>
                      <a:pt x="3" y="4"/>
                      <a:pt x="5" y="4"/>
                      <a:pt x="6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3" y="0"/>
                      <a:pt x="15" y="0"/>
                      <a:pt x="15" y="0"/>
                    </a:cubicBezTo>
                    <a:cubicBezTo>
                      <a:pt x="17" y="1"/>
                      <a:pt x="17" y="3"/>
                      <a:pt x="15" y="3"/>
                    </a:cubicBezTo>
                    <a:cubicBezTo>
                      <a:pt x="15" y="3"/>
                      <a:pt x="14" y="3"/>
                      <a:pt x="13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1" y="6"/>
                      <a:pt x="9" y="7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0" name="Freeform 3262">
                <a:extLst>
                  <a:ext uri="{FF2B5EF4-FFF2-40B4-BE49-F238E27FC236}">
                    <a16:creationId xmlns:a16="http://schemas.microsoft.com/office/drawing/2014/main" id="{DF707F49-C2A1-6949-BEC5-DE1778215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791"/>
                <a:ext cx="11" cy="7"/>
              </a:xfrm>
              <a:custGeom>
                <a:avLst/>
                <a:gdLst>
                  <a:gd name="T0" fmla="*/ 3 w 26"/>
                  <a:gd name="T1" fmla="*/ 17 h 17"/>
                  <a:gd name="T2" fmla="*/ 1 w 26"/>
                  <a:gd name="T3" fmla="*/ 13 h 17"/>
                  <a:gd name="T4" fmla="*/ 7 w 26"/>
                  <a:gd name="T5" fmla="*/ 9 h 17"/>
                  <a:gd name="T6" fmla="*/ 12 w 26"/>
                  <a:gd name="T7" fmla="*/ 7 h 17"/>
                  <a:gd name="T8" fmla="*/ 14 w 26"/>
                  <a:gd name="T9" fmla="*/ 6 h 17"/>
                  <a:gd name="T10" fmla="*/ 16 w 26"/>
                  <a:gd name="T11" fmla="*/ 5 h 17"/>
                  <a:gd name="T12" fmla="*/ 21 w 26"/>
                  <a:gd name="T13" fmla="*/ 2 h 17"/>
                  <a:gd name="T14" fmla="*/ 25 w 26"/>
                  <a:gd name="T15" fmla="*/ 1 h 17"/>
                  <a:gd name="T16" fmla="*/ 25 w 26"/>
                  <a:gd name="T17" fmla="*/ 4 h 17"/>
                  <a:gd name="T18" fmla="*/ 19 w 26"/>
                  <a:gd name="T19" fmla="*/ 8 h 17"/>
                  <a:gd name="T20" fmla="*/ 16 w 26"/>
                  <a:gd name="T21" fmla="*/ 9 h 17"/>
                  <a:gd name="T22" fmla="*/ 11 w 26"/>
                  <a:gd name="T23" fmla="*/ 13 h 17"/>
                  <a:gd name="T24" fmla="*/ 7 w 26"/>
                  <a:gd name="T25" fmla="*/ 16 h 17"/>
                  <a:gd name="T26" fmla="*/ 5 w 26"/>
                  <a:gd name="T27" fmla="*/ 16 h 17"/>
                  <a:gd name="T28" fmla="*/ 3 w 26"/>
                  <a:gd name="T2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7">
                    <a:moveTo>
                      <a:pt x="3" y="17"/>
                    </a:moveTo>
                    <a:cubicBezTo>
                      <a:pt x="1" y="17"/>
                      <a:pt x="0" y="14"/>
                      <a:pt x="1" y="13"/>
                    </a:cubicBezTo>
                    <a:cubicBezTo>
                      <a:pt x="1" y="11"/>
                      <a:pt x="5" y="10"/>
                      <a:pt x="7" y="9"/>
                    </a:cubicBezTo>
                    <a:cubicBezTo>
                      <a:pt x="8" y="9"/>
                      <a:pt x="10" y="8"/>
                      <a:pt x="12" y="7"/>
                    </a:cubicBezTo>
                    <a:cubicBezTo>
                      <a:pt x="12" y="7"/>
                      <a:pt x="13" y="6"/>
                      <a:pt x="14" y="6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8" y="4"/>
                      <a:pt x="19" y="4"/>
                      <a:pt x="21" y="2"/>
                    </a:cubicBezTo>
                    <a:cubicBezTo>
                      <a:pt x="22" y="1"/>
                      <a:pt x="23" y="0"/>
                      <a:pt x="25" y="1"/>
                    </a:cubicBezTo>
                    <a:cubicBezTo>
                      <a:pt x="26" y="1"/>
                      <a:pt x="26" y="3"/>
                      <a:pt x="25" y="4"/>
                    </a:cubicBezTo>
                    <a:cubicBezTo>
                      <a:pt x="23" y="6"/>
                      <a:pt x="21" y="7"/>
                      <a:pt x="19" y="8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5" y="11"/>
                      <a:pt x="13" y="12"/>
                      <a:pt x="11" y="13"/>
                    </a:cubicBezTo>
                    <a:cubicBezTo>
                      <a:pt x="10" y="14"/>
                      <a:pt x="8" y="16"/>
                      <a:pt x="7" y="16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7"/>
                      <a:pt x="3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1" name="Freeform 3263">
                <a:extLst>
                  <a:ext uri="{FF2B5EF4-FFF2-40B4-BE49-F238E27FC236}">
                    <a16:creationId xmlns:a16="http://schemas.microsoft.com/office/drawing/2014/main" id="{CE82E296-1E91-3145-A78B-6E49D6525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22"/>
                <a:ext cx="2" cy="2"/>
              </a:xfrm>
              <a:custGeom>
                <a:avLst/>
                <a:gdLst>
                  <a:gd name="T0" fmla="*/ 1 w 7"/>
                  <a:gd name="T1" fmla="*/ 5 h 5"/>
                  <a:gd name="T2" fmla="*/ 0 w 7"/>
                  <a:gd name="T3" fmla="*/ 4 h 5"/>
                  <a:gd name="T4" fmla="*/ 1 w 7"/>
                  <a:gd name="T5" fmla="*/ 1 h 5"/>
                  <a:gd name="T6" fmla="*/ 5 w 7"/>
                  <a:gd name="T7" fmla="*/ 1 h 5"/>
                  <a:gd name="T8" fmla="*/ 7 w 7"/>
                  <a:gd name="T9" fmla="*/ 2 h 5"/>
                  <a:gd name="T10" fmla="*/ 5 w 7"/>
                  <a:gd name="T11" fmla="*/ 5 h 5"/>
                  <a:gd name="T12" fmla="*/ 4 w 7"/>
                  <a:gd name="T13" fmla="*/ 5 h 5"/>
                  <a:gd name="T14" fmla="*/ 3 w 7"/>
                  <a:gd name="T15" fmla="*/ 5 h 5"/>
                  <a:gd name="T16" fmla="*/ 1 w 7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4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2" name="Freeform 3264">
                <a:extLst>
                  <a:ext uri="{FF2B5EF4-FFF2-40B4-BE49-F238E27FC236}">
                    <a16:creationId xmlns:a16="http://schemas.microsoft.com/office/drawing/2014/main" id="{27FD260D-BAB9-D44A-A760-8A05EA3DB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818"/>
                <a:ext cx="2" cy="3"/>
              </a:xfrm>
              <a:custGeom>
                <a:avLst/>
                <a:gdLst>
                  <a:gd name="T0" fmla="*/ 4 w 6"/>
                  <a:gd name="T1" fmla="*/ 4 h 7"/>
                  <a:gd name="T2" fmla="*/ 1 w 6"/>
                  <a:gd name="T3" fmla="*/ 7 h 7"/>
                  <a:gd name="T4" fmla="*/ 1 w 6"/>
                  <a:gd name="T5" fmla="*/ 4 h 7"/>
                  <a:gd name="T6" fmla="*/ 3 w 6"/>
                  <a:gd name="T7" fmla="*/ 2 h 7"/>
                  <a:gd name="T8" fmla="*/ 6 w 6"/>
                  <a:gd name="T9" fmla="*/ 1 h 7"/>
                  <a:gd name="T10" fmla="*/ 4 w 6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4" y="4"/>
                    </a:moveTo>
                    <a:cubicBezTo>
                      <a:pt x="3" y="4"/>
                      <a:pt x="3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3" name="Freeform 3265">
                <a:extLst>
                  <a:ext uri="{FF2B5EF4-FFF2-40B4-BE49-F238E27FC236}">
                    <a16:creationId xmlns:a16="http://schemas.microsoft.com/office/drawing/2014/main" id="{486E840E-0459-C943-9560-04229FA89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21"/>
                <a:ext cx="2" cy="2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3 w 4"/>
                  <a:gd name="T5" fmla="*/ 1 h 5"/>
                  <a:gd name="T6" fmla="*/ 4 w 4"/>
                  <a:gd name="T7" fmla="*/ 4 h 5"/>
                  <a:gd name="T8" fmla="*/ 1 w 4"/>
                  <a:gd name="T9" fmla="*/ 4 h 5"/>
                  <a:gd name="T10" fmla="*/ 0 w 4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2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4" name="Freeform 3266">
                <a:extLst>
                  <a:ext uri="{FF2B5EF4-FFF2-40B4-BE49-F238E27FC236}">
                    <a16:creationId xmlns:a16="http://schemas.microsoft.com/office/drawing/2014/main" id="{FC56814B-424D-7445-87B6-FD99E3080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18"/>
                <a:ext cx="1" cy="3"/>
              </a:xfrm>
              <a:custGeom>
                <a:avLst/>
                <a:gdLst>
                  <a:gd name="T0" fmla="*/ 2 w 4"/>
                  <a:gd name="T1" fmla="*/ 2 h 6"/>
                  <a:gd name="T2" fmla="*/ 2 w 4"/>
                  <a:gd name="T3" fmla="*/ 2 h 6"/>
                  <a:gd name="T4" fmla="*/ 3 w 4"/>
                  <a:gd name="T5" fmla="*/ 1 h 6"/>
                  <a:gd name="T6" fmla="*/ 4 w 4"/>
                  <a:gd name="T7" fmla="*/ 2 h 6"/>
                  <a:gd name="T8" fmla="*/ 2 w 4"/>
                  <a:gd name="T9" fmla="*/ 6 h 6"/>
                  <a:gd name="T10" fmla="*/ 2 w 4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6"/>
                      <a:pt x="2" y="6"/>
                    </a:cubicBezTo>
                    <a:cubicBezTo>
                      <a:pt x="0" y="6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5" name="Freeform 3267">
                <a:extLst>
                  <a:ext uri="{FF2B5EF4-FFF2-40B4-BE49-F238E27FC236}">
                    <a16:creationId xmlns:a16="http://schemas.microsoft.com/office/drawing/2014/main" id="{EB176381-CC87-8F4E-89D8-0EAEA00DA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96"/>
                <a:ext cx="5" cy="4"/>
              </a:xfrm>
              <a:custGeom>
                <a:avLst/>
                <a:gdLst>
                  <a:gd name="T0" fmla="*/ 7 w 11"/>
                  <a:gd name="T1" fmla="*/ 6 h 10"/>
                  <a:gd name="T2" fmla="*/ 7 w 11"/>
                  <a:gd name="T3" fmla="*/ 6 h 10"/>
                  <a:gd name="T4" fmla="*/ 7 w 11"/>
                  <a:gd name="T5" fmla="*/ 7 h 10"/>
                  <a:gd name="T6" fmla="*/ 6 w 11"/>
                  <a:gd name="T7" fmla="*/ 9 h 10"/>
                  <a:gd name="T8" fmla="*/ 2 w 11"/>
                  <a:gd name="T9" fmla="*/ 8 h 10"/>
                  <a:gd name="T10" fmla="*/ 4 w 11"/>
                  <a:gd name="T11" fmla="*/ 5 h 10"/>
                  <a:gd name="T12" fmla="*/ 5 w 11"/>
                  <a:gd name="T13" fmla="*/ 2 h 10"/>
                  <a:gd name="T14" fmla="*/ 7 w 11"/>
                  <a:gd name="T15" fmla="*/ 1 h 10"/>
                  <a:gd name="T16" fmla="*/ 9 w 11"/>
                  <a:gd name="T17" fmla="*/ 0 h 10"/>
                  <a:gd name="T18" fmla="*/ 10 w 11"/>
                  <a:gd name="T19" fmla="*/ 5 h 10"/>
                  <a:gd name="T20" fmla="*/ 7 w 11"/>
                  <a:gd name="T2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0"/>
                      <a:pt x="3" y="9"/>
                      <a:pt x="2" y="8"/>
                    </a:cubicBezTo>
                    <a:cubicBezTo>
                      <a:pt x="0" y="7"/>
                      <a:pt x="4" y="6"/>
                      <a:pt x="4" y="5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1"/>
                      <a:pt x="11" y="3"/>
                      <a:pt x="10" y="5"/>
                    </a:cubicBezTo>
                    <a:cubicBezTo>
                      <a:pt x="10" y="5"/>
                      <a:pt x="8" y="5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34" name="Group 3470">
              <a:extLst>
                <a:ext uri="{FF2B5EF4-FFF2-40B4-BE49-F238E27FC236}">
                  <a16:creationId xmlns:a16="http://schemas.microsoft.com/office/drawing/2014/main" id="{9292EDCE-D0AC-4D4F-ACF3-BA2110E57A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2" y="1215"/>
              <a:ext cx="647" cy="1386"/>
              <a:chOff x="1962" y="1215"/>
              <a:chExt cx="647" cy="1386"/>
            </a:xfrm>
            <a:grpFill/>
          </p:grpSpPr>
          <p:sp>
            <p:nvSpPr>
              <p:cNvPr id="251" name="Freeform 3270">
                <a:extLst>
                  <a:ext uri="{FF2B5EF4-FFF2-40B4-BE49-F238E27FC236}">
                    <a16:creationId xmlns:a16="http://schemas.microsoft.com/office/drawing/2014/main" id="{BEE29D67-E862-6F44-BD5D-1F262A5CF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783"/>
                <a:ext cx="9" cy="5"/>
              </a:xfrm>
              <a:custGeom>
                <a:avLst/>
                <a:gdLst>
                  <a:gd name="T0" fmla="*/ 3 w 21"/>
                  <a:gd name="T1" fmla="*/ 5 h 14"/>
                  <a:gd name="T2" fmla="*/ 1 w 21"/>
                  <a:gd name="T3" fmla="*/ 2 h 14"/>
                  <a:gd name="T4" fmla="*/ 0 w 21"/>
                  <a:gd name="T5" fmla="*/ 0 h 14"/>
                  <a:gd name="T6" fmla="*/ 2 w 21"/>
                  <a:gd name="T7" fmla="*/ 0 h 14"/>
                  <a:gd name="T8" fmla="*/ 5 w 21"/>
                  <a:gd name="T9" fmla="*/ 2 h 14"/>
                  <a:gd name="T10" fmla="*/ 8 w 21"/>
                  <a:gd name="T11" fmla="*/ 3 h 14"/>
                  <a:gd name="T12" fmla="*/ 12 w 21"/>
                  <a:gd name="T13" fmla="*/ 4 h 14"/>
                  <a:gd name="T14" fmla="*/ 16 w 21"/>
                  <a:gd name="T15" fmla="*/ 5 h 14"/>
                  <a:gd name="T16" fmla="*/ 19 w 21"/>
                  <a:gd name="T17" fmla="*/ 8 h 14"/>
                  <a:gd name="T18" fmla="*/ 21 w 21"/>
                  <a:gd name="T19" fmla="*/ 12 h 14"/>
                  <a:gd name="T20" fmla="*/ 18 w 21"/>
                  <a:gd name="T21" fmla="*/ 13 h 14"/>
                  <a:gd name="T22" fmla="*/ 15 w 21"/>
                  <a:gd name="T23" fmla="*/ 13 h 14"/>
                  <a:gd name="T24" fmla="*/ 13 w 21"/>
                  <a:gd name="T25" fmla="*/ 12 h 14"/>
                  <a:gd name="T26" fmla="*/ 10 w 21"/>
                  <a:gd name="T27" fmla="*/ 10 h 14"/>
                  <a:gd name="T28" fmla="*/ 9 w 21"/>
                  <a:gd name="T29" fmla="*/ 8 h 14"/>
                  <a:gd name="T30" fmla="*/ 6 w 21"/>
                  <a:gd name="T31" fmla="*/ 7 h 14"/>
                  <a:gd name="T32" fmla="*/ 3 w 21"/>
                  <a:gd name="T3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4">
                    <a:moveTo>
                      <a:pt x="3" y="5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9" y="3"/>
                      <a:pt x="11" y="3"/>
                      <a:pt x="12" y="4"/>
                    </a:cubicBezTo>
                    <a:cubicBezTo>
                      <a:pt x="14" y="4"/>
                      <a:pt x="15" y="4"/>
                      <a:pt x="16" y="5"/>
                    </a:cubicBezTo>
                    <a:cubicBezTo>
                      <a:pt x="17" y="6"/>
                      <a:pt x="18" y="7"/>
                      <a:pt x="19" y="8"/>
                    </a:cubicBezTo>
                    <a:cubicBezTo>
                      <a:pt x="20" y="8"/>
                      <a:pt x="21" y="10"/>
                      <a:pt x="21" y="12"/>
                    </a:cubicBezTo>
                    <a:cubicBezTo>
                      <a:pt x="21" y="14"/>
                      <a:pt x="19" y="13"/>
                      <a:pt x="18" y="13"/>
                    </a:cubicBezTo>
                    <a:cubicBezTo>
                      <a:pt x="17" y="13"/>
                      <a:pt x="16" y="13"/>
                      <a:pt x="15" y="13"/>
                    </a:cubicBezTo>
                    <a:cubicBezTo>
                      <a:pt x="14" y="13"/>
                      <a:pt x="13" y="13"/>
                      <a:pt x="13" y="12"/>
                    </a:cubicBezTo>
                    <a:cubicBezTo>
                      <a:pt x="12" y="12"/>
                      <a:pt x="11" y="11"/>
                      <a:pt x="10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8"/>
                      <a:pt x="7" y="8"/>
                      <a:pt x="6" y="7"/>
                    </a:cubicBezTo>
                    <a:cubicBezTo>
                      <a:pt x="5" y="7"/>
                      <a:pt x="4" y="6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2" name="Freeform 3271">
                <a:extLst>
                  <a:ext uri="{FF2B5EF4-FFF2-40B4-BE49-F238E27FC236}">
                    <a16:creationId xmlns:a16="http://schemas.microsoft.com/office/drawing/2014/main" id="{589973EF-D537-4247-973E-F21576EBA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67"/>
                <a:ext cx="4" cy="4"/>
              </a:xfrm>
              <a:custGeom>
                <a:avLst/>
                <a:gdLst>
                  <a:gd name="T0" fmla="*/ 2 w 10"/>
                  <a:gd name="T1" fmla="*/ 3 h 9"/>
                  <a:gd name="T2" fmla="*/ 3 w 10"/>
                  <a:gd name="T3" fmla="*/ 2 h 9"/>
                  <a:gd name="T4" fmla="*/ 6 w 10"/>
                  <a:gd name="T5" fmla="*/ 0 h 9"/>
                  <a:gd name="T6" fmla="*/ 8 w 10"/>
                  <a:gd name="T7" fmla="*/ 1 h 9"/>
                  <a:gd name="T8" fmla="*/ 10 w 10"/>
                  <a:gd name="T9" fmla="*/ 3 h 9"/>
                  <a:gd name="T10" fmla="*/ 10 w 10"/>
                  <a:gd name="T11" fmla="*/ 6 h 9"/>
                  <a:gd name="T12" fmla="*/ 5 w 10"/>
                  <a:gd name="T13" fmla="*/ 9 h 9"/>
                  <a:gd name="T14" fmla="*/ 1 w 10"/>
                  <a:gd name="T15" fmla="*/ 6 h 9"/>
                  <a:gd name="T16" fmla="*/ 2 w 10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2" y="3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9" y="7"/>
                      <a:pt x="8" y="9"/>
                      <a:pt x="5" y="9"/>
                    </a:cubicBezTo>
                    <a:cubicBezTo>
                      <a:pt x="4" y="9"/>
                      <a:pt x="1" y="8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3" name="Freeform 3272">
                <a:extLst>
                  <a:ext uri="{FF2B5EF4-FFF2-40B4-BE49-F238E27FC236}">
                    <a16:creationId xmlns:a16="http://schemas.microsoft.com/office/drawing/2014/main" id="{DC8BC585-FDD1-2E49-AB11-6218E8ED1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757"/>
                <a:ext cx="19" cy="10"/>
              </a:xfrm>
              <a:custGeom>
                <a:avLst/>
                <a:gdLst>
                  <a:gd name="T0" fmla="*/ 3 w 48"/>
                  <a:gd name="T1" fmla="*/ 19 h 24"/>
                  <a:gd name="T2" fmla="*/ 9 w 48"/>
                  <a:gd name="T3" fmla="*/ 19 h 24"/>
                  <a:gd name="T4" fmla="*/ 13 w 48"/>
                  <a:gd name="T5" fmla="*/ 18 h 24"/>
                  <a:gd name="T6" fmla="*/ 15 w 48"/>
                  <a:gd name="T7" fmla="*/ 15 h 24"/>
                  <a:gd name="T8" fmla="*/ 19 w 48"/>
                  <a:gd name="T9" fmla="*/ 13 h 24"/>
                  <a:gd name="T10" fmla="*/ 21 w 48"/>
                  <a:gd name="T11" fmla="*/ 10 h 24"/>
                  <a:gd name="T12" fmla="*/ 24 w 48"/>
                  <a:gd name="T13" fmla="*/ 9 h 24"/>
                  <a:gd name="T14" fmla="*/ 26 w 48"/>
                  <a:gd name="T15" fmla="*/ 9 h 24"/>
                  <a:gd name="T16" fmla="*/ 33 w 48"/>
                  <a:gd name="T17" fmla="*/ 9 h 24"/>
                  <a:gd name="T18" fmla="*/ 34 w 48"/>
                  <a:gd name="T19" fmla="*/ 5 h 24"/>
                  <a:gd name="T20" fmla="*/ 36 w 48"/>
                  <a:gd name="T21" fmla="*/ 5 h 24"/>
                  <a:gd name="T22" fmla="*/ 38 w 48"/>
                  <a:gd name="T23" fmla="*/ 3 h 24"/>
                  <a:gd name="T24" fmla="*/ 41 w 48"/>
                  <a:gd name="T25" fmla="*/ 1 h 24"/>
                  <a:gd name="T26" fmla="*/ 47 w 48"/>
                  <a:gd name="T27" fmla="*/ 2 h 24"/>
                  <a:gd name="T28" fmla="*/ 46 w 48"/>
                  <a:gd name="T29" fmla="*/ 9 h 24"/>
                  <a:gd name="T30" fmla="*/ 41 w 48"/>
                  <a:gd name="T31" fmla="*/ 12 h 24"/>
                  <a:gd name="T32" fmla="*/ 41 w 48"/>
                  <a:gd name="T33" fmla="*/ 15 h 24"/>
                  <a:gd name="T34" fmla="*/ 38 w 48"/>
                  <a:gd name="T35" fmla="*/ 15 h 24"/>
                  <a:gd name="T36" fmla="*/ 35 w 48"/>
                  <a:gd name="T37" fmla="*/ 19 h 24"/>
                  <a:gd name="T38" fmla="*/ 29 w 48"/>
                  <a:gd name="T39" fmla="*/ 20 h 24"/>
                  <a:gd name="T40" fmla="*/ 28 w 48"/>
                  <a:gd name="T41" fmla="*/ 23 h 24"/>
                  <a:gd name="T42" fmla="*/ 24 w 48"/>
                  <a:gd name="T43" fmla="*/ 24 h 24"/>
                  <a:gd name="T44" fmla="*/ 18 w 48"/>
                  <a:gd name="T45" fmla="*/ 24 h 24"/>
                  <a:gd name="T46" fmla="*/ 12 w 48"/>
                  <a:gd name="T47" fmla="*/ 24 h 24"/>
                  <a:gd name="T48" fmla="*/ 6 w 48"/>
                  <a:gd name="T49" fmla="*/ 23 h 24"/>
                  <a:gd name="T50" fmla="*/ 3 w 48"/>
                  <a:gd name="T51" fmla="*/ 22 h 24"/>
                  <a:gd name="T52" fmla="*/ 0 w 48"/>
                  <a:gd name="T53" fmla="*/ 21 h 24"/>
                  <a:gd name="T54" fmla="*/ 3 w 48"/>
                  <a:gd name="T55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" h="24">
                    <a:moveTo>
                      <a:pt x="3" y="19"/>
                    </a:moveTo>
                    <a:cubicBezTo>
                      <a:pt x="5" y="18"/>
                      <a:pt x="9" y="19"/>
                      <a:pt x="9" y="19"/>
                    </a:cubicBezTo>
                    <a:cubicBezTo>
                      <a:pt x="10" y="19"/>
                      <a:pt x="12" y="18"/>
                      <a:pt x="13" y="18"/>
                    </a:cubicBezTo>
                    <a:cubicBezTo>
                      <a:pt x="14" y="17"/>
                      <a:pt x="14" y="16"/>
                      <a:pt x="15" y="15"/>
                    </a:cubicBezTo>
                    <a:cubicBezTo>
                      <a:pt x="16" y="13"/>
                      <a:pt x="18" y="14"/>
                      <a:pt x="19" y="13"/>
                    </a:cubicBezTo>
                    <a:cubicBezTo>
                      <a:pt x="21" y="13"/>
                      <a:pt x="21" y="11"/>
                      <a:pt x="21" y="10"/>
                    </a:cubicBezTo>
                    <a:cubicBezTo>
                      <a:pt x="22" y="10"/>
                      <a:pt x="23" y="9"/>
                      <a:pt x="24" y="9"/>
                    </a:cubicBezTo>
                    <a:cubicBezTo>
                      <a:pt x="25" y="9"/>
                      <a:pt x="25" y="9"/>
                      <a:pt x="26" y="9"/>
                    </a:cubicBezTo>
                    <a:cubicBezTo>
                      <a:pt x="28" y="9"/>
                      <a:pt x="30" y="9"/>
                      <a:pt x="33" y="9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6" y="5"/>
                    </a:cubicBezTo>
                    <a:cubicBezTo>
                      <a:pt x="37" y="5"/>
                      <a:pt x="38" y="4"/>
                      <a:pt x="38" y="3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3" y="0"/>
                      <a:pt x="46" y="0"/>
                      <a:pt x="47" y="2"/>
                    </a:cubicBezTo>
                    <a:cubicBezTo>
                      <a:pt x="48" y="4"/>
                      <a:pt x="48" y="8"/>
                      <a:pt x="46" y="9"/>
                    </a:cubicBezTo>
                    <a:cubicBezTo>
                      <a:pt x="45" y="10"/>
                      <a:pt x="42" y="10"/>
                      <a:pt x="41" y="12"/>
                    </a:cubicBezTo>
                    <a:cubicBezTo>
                      <a:pt x="41" y="13"/>
                      <a:pt x="41" y="14"/>
                      <a:pt x="41" y="15"/>
                    </a:cubicBezTo>
                    <a:cubicBezTo>
                      <a:pt x="40" y="15"/>
                      <a:pt x="39" y="15"/>
                      <a:pt x="38" y="15"/>
                    </a:cubicBezTo>
                    <a:cubicBezTo>
                      <a:pt x="36" y="16"/>
                      <a:pt x="37" y="18"/>
                      <a:pt x="35" y="19"/>
                    </a:cubicBezTo>
                    <a:cubicBezTo>
                      <a:pt x="33" y="19"/>
                      <a:pt x="30" y="18"/>
                      <a:pt x="29" y="20"/>
                    </a:cubicBezTo>
                    <a:cubicBezTo>
                      <a:pt x="29" y="22"/>
                      <a:pt x="29" y="23"/>
                      <a:pt x="28" y="23"/>
                    </a:cubicBezTo>
                    <a:cubicBezTo>
                      <a:pt x="27" y="24"/>
                      <a:pt x="25" y="24"/>
                      <a:pt x="24" y="24"/>
                    </a:cubicBezTo>
                    <a:cubicBezTo>
                      <a:pt x="22" y="24"/>
                      <a:pt x="20" y="24"/>
                      <a:pt x="18" y="24"/>
                    </a:cubicBezTo>
                    <a:cubicBezTo>
                      <a:pt x="16" y="24"/>
                      <a:pt x="14" y="24"/>
                      <a:pt x="12" y="24"/>
                    </a:cubicBezTo>
                    <a:cubicBezTo>
                      <a:pt x="10" y="24"/>
                      <a:pt x="8" y="23"/>
                      <a:pt x="6" y="23"/>
                    </a:cubicBezTo>
                    <a:cubicBezTo>
                      <a:pt x="5" y="23"/>
                      <a:pt x="4" y="23"/>
                      <a:pt x="3" y="22"/>
                    </a:cubicBezTo>
                    <a:cubicBezTo>
                      <a:pt x="2" y="22"/>
                      <a:pt x="1" y="22"/>
                      <a:pt x="0" y="21"/>
                    </a:cubicBezTo>
                    <a:cubicBezTo>
                      <a:pt x="0" y="20"/>
                      <a:pt x="1" y="19"/>
                      <a:pt x="3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4" name="Freeform 3273">
                <a:extLst>
                  <a:ext uri="{FF2B5EF4-FFF2-40B4-BE49-F238E27FC236}">
                    <a16:creationId xmlns:a16="http://schemas.microsoft.com/office/drawing/2014/main" id="{272AE210-112B-C04C-9807-750265F7E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746"/>
                <a:ext cx="4" cy="4"/>
              </a:xfrm>
              <a:custGeom>
                <a:avLst/>
                <a:gdLst>
                  <a:gd name="T0" fmla="*/ 1 w 11"/>
                  <a:gd name="T1" fmla="*/ 4 h 11"/>
                  <a:gd name="T2" fmla="*/ 0 w 11"/>
                  <a:gd name="T3" fmla="*/ 2 h 11"/>
                  <a:gd name="T4" fmla="*/ 2 w 11"/>
                  <a:gd name="T5" fmla="*/ 1 h 11"/>
                  <a:gd name="T6" fmla="*/ 5 w 11"/>
                  <a:gd name="T7" fmla="*/ 1 h 11"/>
                  <a:gd name="T8" fmla="*/ 9 w 11"/>
                  <a:gd name="T9" fmla="*/ 0 h 11"/>
                  <a:gd name="T10" fmla="*/ 10 w 11"/>
                  <a:gd name="T11" fmla="*/ 6 h 11"/>
                  <a:gd name="T12" fmla="*/ 10 w 11"/>
                  <a:gd name="T13" fmla="*/ 9 h 11"/>
                  <a:gd name="T14" fmla="*/ 5 w 11"/>
                  <a:gd name="T15" fmla="*/ 8 h 11"/>
                  <a:gd name="T16" fmla="*/ 4 w 11"/>
                  <a:gd name="T17" fmla="*/ 6 h 11"/>
                  <a:gd name="T18" fmla="*/ 3 w 11"/>
                  <a:gd name="T19" fmla="*/ 5 h 11"/>
                  <a:gd name="T20" fmla="*/ 1 w 11"/>
                  <a:gd name="T2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1" y="1"/>
                      <a:pt x="10" y="4"/>
                      <a:pt x="10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5" y="7"/>
                      <a:pt x="5" y="6"/>
                      <a:pt x="4" y="6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5" name="Freeform 3274">
                <a:extLst>
                  <a:ext uri="{FF2B5EF4-FFF2-40B4-BE49-F238E27FC236}">
                    <a16:creationId xmlns:a16="http://schemas.microsoft.com/office/drawing/2014/main" id="{C547A067-86E2-C943-84FF-2C883A76C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738"/>
                <a:ext cx="7" cy="8"/>
              </a:xfrm>
              <a:custGeom>
                <a:avLst/>
                <a:gdLst>
                  <a:gd name="T0" fmla="*/ 6 w 17"/>
                  <a:gd name="T1" fmla="*/ 19 h 19"/>
                  <a:gd name="T2" fmla="*/ 5 w 17"/>
                  <a:gd name="T3" fmla="*/ 18 h 19"/>
                  <a:gd name="T4" fmla="*/ 4 w 17"/>
                  <a:gd name="T5" fmla="*/ 17 h 19"/>
                  <a:gd name="T6" fmla="*/ 3 w 17"/>
                  <a:gd name="T7" fmla="*/ 15 h 19"/>
                  <a:gd name="T8" fmla="*/ 1 w 17"/>
                  <a:gd name="T9" fmla="*/ 14 h 19"/>
                  <a:gd name="T10" fmla="*/ 0 w 17"/>
                  <a:gd name="T11" fmla="*/ 12 h 19"/>
                  <a:gd name="T12" fmla="*/ 0 w 17"/>
                  <a:gd name="T13" fmla="*/ 9 h 19"/>
                  <a:gd name="T14" fmla="*/ 0 w 17"/>
                  <a:gd name="T15" fmla="*/ 7 h 19"/>
                  <a:gd name="T16" fmla="*/ 3 w 17"/>
                  <a:gd name="T17" fmla="*/ 6 h 19"/>
                  <a:gd name="T18" fmla="*/ 8 w 17"/>
                  <a:gd name="T19" fmla="*/ 5 h 19"/>
                  <a:gd name="T20" fmla="*/ 9 w 17"/>
                  <a:gd name="T21" fmla="*/ 3 h 19"/>
                  <a:gd name="T22" fmla="*/ 11 w 17"/>
                  <a:gd name="T23" fmla="*/ 1 h 19"/>
                  <a:gd name="T24" fmla="*/ 16 w 17"/>
                  <a:gd name="T25" fmla="*/ 2 h 19"/>
                  <a:gd name="T26" fmla="*/ 17 w 17"/>
                  <a:gd name="T27" fmla="*/ 8 h 19"/>
                  <a:gd name="T28" fmla="*/ 13 w 17"/>
                  <a:gd name="T29" fmla="*/ 11 h 19"/>
                  <a:gd name="T30" fmla="*/ 9 w 17"/>
                  <a:gd name="T31" fmla="*/ 18 h 19"/>
                  <a:gd name="T32" fmla="*/ 6 w 17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9">
                    <a:moveTo>
                      <a:pt x="6" y="19"/>
                    </a:moveTo>
                    <a:cubicBezTo>
                      <a:pt x="6" y="18"/>
                      <a:pt x="6" y="18"/>
                      <a:pt x="5" y="18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3" y="17"/>
                      <a:pt x="4" y="16"/>
                      <a:pt x="3" y="15"/>
                    </a:cubicBezTo>
                    <a:cubicBezTo>
                      <a:pt x="3" y="15"/>
                      <a:pt x="2" y="15"/>
                      <a:pt x="1" y="14"/>
                    </a:cubicBezTo>
                    <a:cubicBezTo>
                      <a:pt x="1" y="13"/>
                      <a:pt x="0" y="12"/>
                      <a:pt x="0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8" y="7"/>
                      <a:pt x="8" y="5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2"/>
                      <a:pt x="10" y="1"/>
                      <a:pt x="11" y="1"/>
                    </a:cubicBezTo>
                    <a:cubicBezTo>
                      <a:pt x="12" y="0"/>
                      <a:pt x="15" y="1"/>
                      <a:pt x="16" y="2"/>
                    </a:cubicBezTo>
                    <a:cubicBezTo>
                      <a:pt x="17" y="4"/>
                      <a:pt x="17" y="6"/>
                      <a:pt x="17" y="8"/>
                    </a:cubicBezTo>
                    <a:cubicBezTo>
                      <a:pt x="16" y="10"/>
                      <a:pt x="14" y="10"/>
                      <a:pt x="13" y="11"/>
                    </a:cubicBezTo>
                    <a:cubicBezTo>
                      <a:pt x="12" y="14"/>
                      <a:pt x="13" y="18"/>
                      <a:pt x="9" y="18"/>
                    </a:cubicBezTo>
                    <a:cubicBezTo>
                      <a:pt x="8" y="19"/>
                      <a:pt x="7" y="19"/>
                      <a:pt x="6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6" name="Freeform 3275">
                <a:extLst>
                  <a:ext uri="{FF2B5EF4-FFF2-40B4-BE49-F238E27FC236}">
                    <a16:creationId xmlns:a16="http://schemas.microsoft.com/office/drawing/2014/main" id="{93DF2BF5-7A56-614B-8F88-D7B74AB35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17"/>
                <a:ext cx="9" cy="4"/>
              </a:xfrm>
              <a:custGeom>
                <a:avLst/>
                <a:gdLst>
                  <a:gd name="T0" fmla="*/ 0 w 21"/>
                  <a:gd name="T1" fmla="*/ 2 h 10"/>
                  <a:gd name="T2" fmla="*/ 5 w 21"/>
                  <a:gd name="T3" fmla="*/ 0 h 10"/>
                  <a:gd name="T4" fmla="*/ 11 w 21"/>
                  <a:gd name="T5" fmla="*/ 0 h 10"/>
                  <a:gd name="T6" fmla="*/ 13 w 21"/>
                  <a:gd name="T7" fmla="*/ 0 h 10"/>
                  <a:gd name="T8" fmla="*/ 16 w 21"/>
                  <a:gd name="T9" fmla="*/ 0 h 10"/>
                  <a:gd name="T10" fmla="*/ 20 w 21"/>
                  <a:gd name="T11" fmla="*/ 2 h 10"/>
                  <a:gd name="T12" fmla="*/ 20 w 21"/>
                  <a:gd name="T13" fmla="*/ 5 h 10"/>
                  <a:gd name="T14" fmla="*/ 20 w 21"/>
                  <a:gd name="T15" fmla="*/ 8 h 10"/>
                  <a:gd name="T16" fmla="*/ 19 w 21"/>
                  <a:gd name="T17" fmla="*/ 10 h 10"/>
                  <a:gd name="T18" fmla="*/ 15 w 21"/>
                  <a:gd name="T19" fmla="*/ 9 h 10"/>
                  <a:gd name="T20" fmla="*/ 14 w 21"/>
                  <a:gd name="T21" fmla="*/ 7 h 10"/>
                  <a:gd name="T22" fmla="*/ 10 w 21"/>
                  <a:gd name="T23" fmla="*/ 6 h 10"/>
                  <a:gd name="T24" fmla="*/ 7 w 21"/>
                  <a:gd name="T25" fmla="*/ 6 h 10"/>
                  <a:gd name="T26" fmla="*/ 4 w 21"/>
                  <a:gd name="T27" fmla="*/ 5 h 10"/>
                  <a:gd name="T28" fmla="*/ 3 w 21"/>
                  <a:gd name="T29" fmla="*/ 5 h 10"/>
                  <a:gd name="T30" fmla="*/ 1 w 21"/>
                  <a:gd name="T31" fmla="*/ 4 h 10"/>
                  <a:gd name="T32" fmla="*/ 0 w 21"/>
                  <a:gd name="T3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0">
                    <a:moveTo>
                      <a:pt x="0" y="2"/>
                    </a:moveTo>
                    <a:cubicBezTo>
                      <a:pt x="1" y="1"/>
                      <a:pt x="4" y="0"/>
                      <a:pt x="5" y="0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7" y="0"/>
                      <a:pt x="19" y="1"/>
                      <a:pt x="20" y="2"/>
                    </a:cubicBezTo>
                    <a:cubicBezTo>
                      <a:pt x="20" y="3"/>
                      <a:pt x="20" y="4"/>
                      <a:pt x="20" y="5"/>
                    </a:cubicBezTo>
                    <a:cubicBezTo>
                      <a:pt x="20" y="6"/>
                      <a:pt x="21" y="7"/>
                      <a:pt x="20" y="8"/>
                    </a:cubicBezTo>
                    <a:cubicBezTo>
                      <a:pt x="20" y="9"/>
                      <a:pt x="20" y="10"/>
                      <a:pt x="19" y="10"/>
                    </a:cubicBezTo>
                    <a:cubicBezTo>
                      <a:pt x="17" y="10"/>
                      <a:pt x="16" y="10"/>
                      <a:pt x="15" y="9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3" y="6"/>
                      <a:pt x="11" y="6"/>
                      <a:pt x="10" y="6"/>
                    </a:cubicBezTo>
                    <a:cubicBezTo>
                      <a:pt x="9" y="6"/>
                      <a:pt x="8" y="6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7" name="Freeform 3276">
                <a:extLst>
                  <a:ext uri="{FF2B5EF4-FFF2-40B4-BE49-F238E27FC236}">
                    <a16:creationId xmlns:a16="http://schemas.microsoft.com/office/drawing/2014/main" id="{A6AE494D-F89A-D64B-BD7E-15C1534D5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22"/>
                <a:ext cx="12" cy="14"/>
              </a:xfrm>
              <a:custGeom>
                <a:avLst/>
                <a:gdLst>
                  <a:gd name="T0" fmla="*/ 5 w 31"/>
                  <a:gd name="T1" fmla="*/ 18 h 34"/>
                  <a:gd name="T2" fmla="*/ 1 w 31"/>
                  <a:gd name="T3" fmla="*/ 15 h 34"/>
                  <a:gd name="T4" fmla="*/ 0 w 31"/>
                  <a:gd name="T5" fmla="*/ 8 h 34"/>
                  <a:gd name="T6" fmla="*/ 0 w 31"/>
                  <a:gd name="T7" fmla="*/ 8 h 34"/>
                  <a:gd name="T8" fmla="*/ 1 w 31"/>
                  <a:gd name="T9" fmla="*/ 8 h 34"/>
                  <a:gd name="T10" fmla="*/ 1 w 31"/>
                  <a:gd name="T11" fmla="*/ 7 h 34"/>
                  <a:gd name="T12" fmla="*/ 2 w 31"/>
                  <a:gd name="T13" fmla="*/ 6 h 34"/>
                  <a:gd name="T14" fmla="*/ 6 w 31"/>
                  <a:gd name="T15" fmla="*/ 6 h 34"/>
                  <a:gd name="T16" fmla="*/ 8 w 31"/>
                  <a:gd name="T17" fmla="*/ 6 h 34"/>
                  <a:gd name="T18" fmla="*/ 9 w 31"/>
                  <a:gd name="T19" fmla="*/ 4 h 34"/>
                  <a:gd name="T20" fmla="*/ 10 w 31"/>
                  <a:gd name="T21" fmla="*/ 1 h 34"/>
                  <a:gd name="T22" fmla="*/ 16 w 31"/>
                  <a:gd name="T23" fmla="*/ 0 h 34"/>
                  <a:gd name="T24" fmla="*/ 22 w 31"/>
                  <a:gd name="T25" fmla="*/ 1 h 34"/>
                  <a:gd name="T26" fmla="*/ 24 w 31"/>
                  <a:gd name="T27" fmla="*/ 4 h 34"/>
                  <a:gd name="T28" fmla="*/ 29 w 31"/>
                  <a:gd name="T29" fmla="*/ 7 h 34"/>
                  <a:gd name="T30" fmla="*/ 30 w 31"/>
                  <a:gd name="T31" fmla="*/ 10 h 34"/>
                  <a:gd name="T32" fmla="*/ 29 w 31"/>
                  <a:gd name="T33" fmla="*/ 14 h 34"/>
                  <a:gd name="T34" fmla="*/ 29 w 31"/>
                  <a:gd name="T35" fmla="*/ 19 h 34"/>
                  <a:gd name="T36" fmla="*/ 27 w 31"/>
                  <a:gd name="T37" fmla="*/ 22 h 34"/>
                  <a:gd name="T38" fmla="*/ 25 w 31"/>
                  <a:gd name="T39" fmla="*/ 26 h 34"/>
                  <a:gd name="T40" fmla="*/ 22 w 31"/>
                  <a:gd name="T41" fmla="*/ 29 h 34"/>
                  <a:gd name="T42" fmla="*/ 19 w 31"/>
                  <a:gd name="T43" fmla="*/ 31 h 34"/>
                  <a:gd name="T44" fmla="*/ 15 w 31"/>
                  <a:gd name="T45" fmla="*/ 34 h 34"/>
                  <a:gd name="T46" fmla="*/ 11 w 31"/>
                  <a:gd name="T47" fmla="*/ 33 h 34"/>
                  <a:gd name="T48" fmla="*/ 9 w 31"/>
                  <a:gd name="T49" fmla="*/ 29 h 34"/>
                  <a:gd name="T50" fmla="*/ 9 w 31"/>
                  <a:gd name="T51" fmla="*/ 28 h 34"/>
                  <a:gd name="T52" fmla="*/ 6 w 31"/>
                  <a:gd name="T53" fmla="*/ 26 h 34"/>
                  <a:gd name="T54" fmla="*/ 5 w 31"/>
                  <a:gd name="T55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34">
                    <a:moveTo>
                      <a:pt x="5" y="18"/>
                    </a:moveTo>
                    <a:cubicBezTo>
                      <a:pt x="4" y="17"/>
                      <a:pt x="2" y="16"/>
                      <a:pt x="1" y="15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3" y="6"/>
                      <a:pt x="4" y="6"/>
                      <a:pt x="6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10" y="1"/>
                    </a:cubicBezTo>
                    <a:cubicBezTo>
                      <a:pt x="12" y="0"/>
                      <a:pt x="15" y="0"/>
                      <a:pt x="16" y="0"/>
                    </a:cubicBezTo>
                    <a:cubicBezTo>
                      <a:pt x="18" y="0"/>
                      <a:pt x="21" y="0"/>
                      <a:pt x="22" y="1"/>
                    </a:cubicBezTo>
                    <a:cubicBezTo>
                      <a:pt x="23" y="2"/>
                      <a:pt x="24" y="3"/>
                      <a:pt x="24" y="4"/>
                    </a:cubicBezTo>
                    <a:cubicBezTo>
                      <a:pt x="25" y="6"/>
                      <a:pt x="27" y="6"/>
                      <a:pt x="29" y="7"/>
                    </a:cubicBezTo>
                    <a:cubicBezTo>
                      <a:pt x="30" y="8"/>
                      <a:pt x="31" y="8"/>
                      <a:pt x="30" y="10"/>
                    </a:cubicBezTo>
                    <a:cubicBezTo>
                      <a:pt x="30" y="11"/>
                      <a:pt x="29" y="12"/>
                      <a:pt x="29" y="14"/>
                    </a:cubicBezTo>
                    <a:cubicBezTo>
                      <a:pt x="28" y="15"/>
                      <a:pt x="29" y="17"/>
                      <a:pt x="29" y="19"/>
                    </a:cubicBezTo>
                    <a:cubicBezTo>
                      <a:pt x="29" y="21"/>
                      <a:pt x="28" y="22"/>
                      <a:pt x="27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4" y="27"/>
                      <a:pt x="24" y="29"/>
                      <a:pt x="22" y="29"/>
                    </a:cubicBezTo>
                    <a:cubicBezTo>
                      <a:pt x="21" y="30"/>
                      <a:pt x="20" y="30"/>
                      <a:pt x="19" y="31"/>
                    </a:cubicBezTo>
                    <a:cubicBezTo>
                      <a:pt x="18" y="32"/>
                      <a:pt x="17" y="33"/>
                      <a:pt x="15" y="34"/>
                    </a:cubicBezTo>
                    <a:cubicBezTo>
                      <a:pt x="14" y="34"/>
                      <a:pt x="12" y="34"/>
                      <a:pt x="11" y="33"/>
                    </a:cubicBezTo>
                    <a:cubicBezTo>
                      <a:pt x="10" y="32"/>
                      <a:pt x="10" y="30"/>
                      <a:pt x="9" y="29"/>
                    </a:cubicBezTo>
                    <a:cubicBezTo>
                      <a:pt x="9" y="29"/>
                      <a:pt x="9" y="28"/>
                      <a:pt x="9" y="28"/>
                    </a:cubicBezTo>
                    <a:cubicBezTo>
                      <a:pt x="8" y="27"/>
                      <a:pt x="7" y="26"/>
                      <a:pt x="6" y="26"/>
                    </a:cubicBezTo>
                    <a:cubicBezTo>
                      <a:pt x="4" y="24"/>
                      <a:pt x="7" y="20"/>
                      <a:pt x="5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8" name="Freeform 3277">
                <a:extLst>
                  <a:ext uri="{FF2B5EF4-FFF2-40B4-BE49-F238E27FC236}">
                    <a16:creationId xmlns:a16="http://schemas.microsoft.com/office/drawing/2014/main" id="{033CCC3F-EE29-504D-898D-2D012FCF1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701"/>
                <a:ext cx="3" cy="2"/>
              </a:xfrm>
              <a:custGeom>
                <a:avLst/>
                <a:gdLst>
                  <a:gd name="T0" fmla="*/ 2 w 6"/>
                  <a:gd name="T1" fmla="*/ 3 h 4"/>
                  <a:gd name="T2" fmla="*/ 1 w 6"/>
                  <a:gd name="T3" fmla="*/ 0 h 4"/>
                  <a:gd name="T4" fmla="*/ 5 w 6"/>
                  <a:gd name="T5" fmla="*/ 2 h 4"/>
                  <a:gd name="T6" fmla="*/ 4 w 6"/>
                  <a:gd name="T7" fmla="*/ 4 h 4"/>
                  <a:gd name="T8" fmla="*/ 2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2" y="0"/>
                      <a:pt x="5" y="2"/>
                      <a:pt x="5" y="2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9" name="Freeform 3278">
                <a:extLst>
                  <a:ext uri="{FF2B5EF4-FFF2-40B4-BE49-F238E27FC236}">
                    <a16:creationId xmlns:a16="http://schemas.microsoft.com/office/drawing/2014/main" id="{ED7C38EE-D329-0848-A0F3-3664C3D98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675"/>
                <a:ext cx="5" cy="6"/>
              </a:xfrm>
              <a:custGeom>
                <a:avLst/>
                <a:gdLst>
                  <a:gd name="T0" fmla="*/ 8 w 11"/>
                  <a:gd name="T1" fmla="*/ 8 h 15"/>
                  <a:gd name="T2" fmla="*/ 9 w 11"/>
                  <a:gd name="T3" fmla="*/ 6 h 15"/>
                  <a:gd name="T4" fmla="*/ 11 w 11"/>
                  <a:gd name="T5" fmla="*/ 4 h 15"/>
                  <a:gd name="T6" fmla="*/ 11 w 11"/>
                  <a:gd name="T7" fmla="*/ 1 h 15"/>
                  <a:gd name="T8" fmla="*/ 9 w 11"/>
                  <a:gd name="T9" fmla="*/ 0 h 15"/>
                  <a:gd name="T10" fmla="*/ 6 w 11"/>
                  <a:gd name="T11" fmla="*/ 2 h 15"/>
                  <a:gd name="T12" fmla="*/ 4 w 11"/>
                  <a:gd name="T13" fmla="*/ 5 h 15"/>
                  <a:gd name="T14" fmla="*/ 4 w 11"/>
                  <a:gd name="T15" fmla="*/ 8 h 15"/>
                  <a:gd name="T16" fmla="*/ 1 w 11"/>
                  <a:gd name="T17" fmla="*/ 11 h 15"/>
                  <a:gd name="T18" fmla="*/ 1 w 11"/>
                  <a:gd name="T19" fmla="*/ 15 h 15"/>
                  <a:gd name="T20" fmla="*/ 3 w 11"/>
                  <a:gd name="T21" fmla="*/ 15 h 15"/>
                  <a:gd name="T22" fmla="*/ 4 w 11"/>
                  <a:gd name="T23" fmla="*/ 14 h 15"/>
                  <a:gd name="T24" fmla="*/ 5 w 11"/>
                  <a:gd name="T25" fmla="*/ 13 h 15"/>
                  <a:gd name="T26" fmla="*/ 6 w 11"/>
                  <a:gd name="T27" fmla="*/ 11 h 15"/>
                  <a:gd name="T28" fmla="*/ 8 w 11"/>
                  <a:gd name="T2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5">
                    <a:moveTo>
                      <a:pt x="8" y="8"/>
                    </a:moveTo>
                    <a:cubicBezTo>
                      <a:pt x="8" y="7"/>
                      <a:pt x="8" y="7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5" y="8"/>
                      <a:pt x="4" y="8"/>
                    </a:cubicBezTo>
                    <a:cubicBezTo>
                      <a:pt x="3" y="9"/>
                      <a:pt x="1" y="10"/>
                      <a:pt x="1" y="11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2"/>
                      <a:pt x="6" y="12"/>
                      <a:pt x="6" y="11"/>
                    </a:cubicBezTo>
                    <a:cubicBezTo>
                      <a:pt x="7" y="10"/>
                      <a:pt x="7" y="9"/>
                      <a:pt x="8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60" name="Freeform 3279">
                <a:extLst>
                  <a:ext uri="{FF2B5EF4-FFF2-40B4-BE49-F238E27FC236}">
                    <a16:creationId xmlns:a16="http://schemas.microsoft.com/office/drawing/2014/main" id="{AE9CBA64-82DB-5F40-983D-B2FBAD0FA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686"/>
                <a:ext cx="7" cy="14"/>
              </a:xfrm>
              <a:custGeom>
                <a:avLst/>
                <a:gdLst>
                  <a:gd name="T0" fmla="*/ 15 w 17"/>
                  <a:gd name="T1" fmla="*/ 0 h 33"/>
                  <a:gd name="T2" fmla="*/ 17 w 17"/>
                  <a:gd name="T3" fmla="*/ 3 h 33"/>
                  <a:gd name="T4" fmla="*/ 16 w 17"/>
                  <a:gd name="T5" fmla="*/ 5 h 33"/>
                  <a:gd name="T6" fmla="*/ 15 w 17"/>
                  <a:gd name="T7" fmla="*/ 6 h 33"/>
                  <a:gd name="T8" fmla="*/ 13 w 17"/>
                  <a:gd name="T9" fmla="*/ 11 h 33"/>
                  <a:gd name="T10" fmla="*/ 13 w 17"/>
                  <a:gd name="T11" fmla="*/ 19 h 33"/>
                  <a:gd name="T12" fmla="*/ 13 w 17"/>
                  <a:gd name="T13" fmla="*/ 26 h 33"/>
                  <a:gd name="T14" fmla="*/ 8 w 17"/>
                  <a:gd name="T15" fmla="*/ 32 h 33"/>
                  <a:gd name="T16" fmla="*/ 1 w 17"/>
                  <a:gd name="T17" fmla="*/ 30 h 33"/>
                  <a:gd name="T18" fmla="*/ 0 w 17"/>
                  <a:gd name="T19" fmla="*/ 24 h 33"/>
                  <a:gd name="T20" fmla="*/ 1 w 17"/>
                  <a:gd name="T21" fmla="*/ 19 h 33"/>
                  <a:gd name="T22" fmla="*/ 3 w 17"/>
                  <a:gd name="T23" fmla="*/ 17 h 33"/>
                  <a:gd name="T24" fmla="*/ 4 w 17"/>
                  <a:gd name="T25" fmla="*/ 9 h 33"/>
                  <a:gd name="T26" fmla="*/ 5 w 17"/>
                  <a:gd name="T27" fmla="*/ 4 h 33"/>
                  <a:gd name="T28" fmla="*/ 7 w 17"/>
                  <a:gd name="T29" fmla="*/ 1 h 33"/>
                  <a:gd name="T30" fmla="*/ 9 w 17"/>
                  <a:gd name="T31" fmla="*/ 1 h 33"/>
                  <a:gd name="T32" fmla="*/ 12 w 17"/>
                  <a:gd name="T33" fmla="*/ 0 h 33"/>
                  <a:gd name="T34" fmla="*/ 14 w 17"/>
                  <a:gd name="T35" fmla="*/ 0 h 33"/>
                  <a:gd name="T36" fmla="*/ 15 w 17"/>
                  <a:gd name="T3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33">
                    <a:moveTo>
                      <a:pt x="15" y="0"/>
                    </a:moveTo>
                    <a:cubicBezTo>
                      <a:pt x="16" y="0"/>
                      <a:pt x="16" y="2"/>
                      <a:pt x="17" y="3"/>
                    </a:cubicBezTo>
                    <a:cubicBezTo>
                      <a:pt x="17" y="4"/>
                      <a:pt x="17" y="4"/>
                      <a:pt x="16" y="5"/>
                    </a:cubicBezTo>
                    <a:cubicBezTo>
                      <a:pt x="16" y="5"/>
                      <a:pt x="16" y="5"/>
                      <a:pt x="15" y="6"/>
                    </a:cubicBezTo>
                    <a:cubicBezTo>
                      <a:pt x="14" y="7"/>
                      <a:pt x="13" y="9"/>
                      <a:pt x="13" y="11"/>
                    </a:cubicBezTo>
                    <a:cubicBezTo>
                      <a:pt x="13" y="14"/>
                      <a:pt x="13" y="16"/>
                      <a:pt x="13" y="19"/>
                    </a:cubicBezTo>
                    <a:cubicBezTo>
                      <a:pt x="13" y="21"/>
                      <a:pt x="14" y="24"/>
                      <a:pt x="13" y="26"/>
                    </a:cubicBezTo>
                    <a:cubicBezTo>
                      <a:pt x="13" y="30"/>
                      <a:pt x="10" y="31"/>
                      <a:pt x="8" y="32"/>
                    </a:cubicBezTo>
                    <a:cubicBezTo>
                      <a:pt x="5" y="33"/>
                      <a:pt x="2" y="33"/>
                      <a:pt x="1" y="30"/>
                    </a:cubicBezTo>
                    <a:cubicBezTo>
                      <a:pt x="0" y="28"/>
                      <a:pt x="0" y="26"/>
                      <a:pt x="0" y="24"/>
                    </a:cubicBezTo>
                    <a:cubicBezTo>
                      <a:pt x="0" y="23"/>
                      <a:pt x="0" y="21"/>
                      <a:pt x="1" y="19"/>
                    </a:cubicBezTo>
                    <a:cubicBezTo>
                      <a:pt x="1" y="18"/>
                      <a:pt x="3" y="18"/>
                      <a:pt x="3" y="17"/>
                    </a:cubicBezTo>
                    <a:cubicBezTo>
                      <a:pt x="4" y="14"/>
                      <a:pt x="4" y="11"/>
                      <a:pt x="4" y="9"/>
                    </a:cubicBezTo>
                    <a:cubicBezTo>
                      <a:pt x="4" y="7"/>
                      <a:pt x="4" y="5"/>
                      <a:pt x="5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1"/>
                      <a:pt x="11" y="1"/>
                      <a:pt x="12" y="0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61" name="Freeform 3280">
                <a:extLst>
                  <a:ext uri="{FF2B5EF4-FFF2-40B4-BE49-F238E27FC236}">
                    <a16:creationId xmlns:a16="http://schemas.microsoft.com/office/drawing/2014/main" id="{C760A07C-0F9D-B440-9931-5E9469B20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683"/>
                <a:ext cx="2" cy="3"/>
              </a:xfrm>
              <a:custGeom>
                <a:avLst/>
                <a:gdLst>
                  <a:gd name="T0" fmla="*/ 2 w 5"/>
                  <a:gd name="T1" fmla="*/ 8 h 8"/>
                  <a:gd name="T2" fmla="*/ 0 w 5"/>
                  <a:gd name="T3" fmla="*/ 4 h 8"/>
                  <a:gd name="T4" fmla="*/ 1 w 5"/>
                  <a:gd name="T5" fmla="*/ 2 h 8"/>
                  <a:gd name="T6" fmla="*/ 1 w 5"/>
                  <a:gd name="T7" fmla="*/ 0 h 8"/>
                  <a:gd name="T8" fmla="*/ 4 w 5"/>
                  <a:gd name="T9" fmla="*/ 0 h 8"/>
                  <a:gd name="T10" fmla="*/ 5 w 5"/>
                  <a:gd name="T11" fmla="*/ 3 h 8"/>
                  <a:gd name="T12" fmla="*/ 3 w 5"/>
                  <a:gd name="T13" fmla="*/ 8 h 8"/>
                  <a:gd name="T14" fmla="*/ 2 w 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1" y="7"/>
                      <a:pt x="0" y="5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5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62" name="Freeform 3281">
                <a:extLst>
                  <a:ext uri="{FF2B5EF4-FFF2-40B4-BE49-F238E27FC236}">
                    <a16:creationId xmlns:a16="http://schemas.microsoft.com/office/drawing/2014/main" id="{3DD8FB25-D104-FA4D-BDBF-CC8C7050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702"/>
                <a:ext cx="6" cy="5"/>
              </a:xfrm>
              <a:custGeom>
                <a:avLst/>
                <a:gdLst>
                  <a:gd name="T0" fmla="*/ 3 w 14"/>
                  <a:gd name="T1" fmla="*/ 7 h 12"/>
                  <a:gd name="T2" fmla="*/ 0 w 14"/>
                  <a:gd name="T3" fmla="*/ 5 h 12"/>
                  <a:gd name="T4" fmla="*/ 4 w 14"/>
                  <a:gd name="T5" fmla="*/ 0 h 12"/>
                  <a:gd name="T6" fmla="*/ 6 w 14"/>
                  <a:gd name="T7" fmla="*/ 0 h 12"/>
                  <a:gd name="T8" fmla="*/ 9 w 14"/>
                  <a:gd name="T9" fmla="*/ 0 h 12"/>
                  <a:gd name="T10" fmla="*/ 10 w 14"/>
                  <a:gd name="T11" fmla="*/ 2 h 12"/>
                  <a:gd name="T12" fmla="*/ 12 w 14"/>
                  <a:gd name="T13" fmla="*/ 4 h 12"/>
                  <a:gd name="T14" fmla="*/ 14 w 14"/>
                  <a:gd name="T15" fmla="*/ 7 h 12"/>
                  <a:gd name="T16" fmla="*/ 12 w 14"/>
                  <a:gd name="T17" fmla="*/ 11 h 12"/>
                  <a:gd name="T18" fmla="*/ 9 w 14"/>
                  <a:gd name="T19" fmla="*/ 12 h 12"/>
                  <a:gd name="T20" fmla="*/ 6 w 14"/>
                  <a:gd name="T21" fmla="*/ 11 h 12"/>
                  <a:gd name="T22" fmla="*/ 5 w 14"/>
                  <a:gd name="T23" fmla="*/ 10 h 12"/>
                  <a:gd name="T24" fmla="*/ 5 w 14"/>
                  <a:gd name="T25" fmla="*/ 8 h 12"/>
                  <a:gd name="T26" fmla="*/ 3 w 14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3" y="7"/>
                    </a:moveTo>
                    <a:cubicBezTo>
                      <a:pt x="1" y="7"/>
                      <a:pt x="0" y="6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0" y="1"/>
                      <a:pt x="10" y="2"/>
                    </a:cubicBezTo>
                    <a:cubicBezTo>
                      <a:pt x="10" y="4"/>
                      <a:pt x="11" y="4"/>
                      <a:pt x="12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2" y="11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6" y="11"/>
                      <a:pt x="5" y="11"/>
                      <a:pt x="5" y="10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4" y="7"/>
                      <a:pt x="3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63" name="Freeform 3283">
                <a:extLst>
                  <a:ext uri="{FF2B5EF4-FFF2-40B4-BE49-F238E27FC236}">
                    <a16:creationId xmlns:a16="http://schemas.microsoft.com/office/drawing/2014/main" id="{54E1934D-F7E7-AB48-A110-D8DCECFCA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653"/>
                <a:ext cx="1" cy="2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4 h 5"/>
                  <a:gd name="T4" fmla="*/ 1 w 3"/>
                  <a:gd name="T5" fmla="*/ 1 h 5"/>
                  <a:gd name="T6" fmla="*/ 3 w 3"/>
                  <a:gd name="T7" fmla="*/ 4 h 5"/>
                  <a:gd name="T8" fmla="*/ 1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3"/>
                      <a:pt x="3" y="4"/>
                    </a:cubicBezTo>
                    <a:cubicBezTo>
                      <a:pt x="3" y="4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64" name="Freeform 3284">
                <a:extLst>
                  <a:ext uri="{FF2B5EF4-FFF2-40B4-BE49-F238E27FC236}">
                    <a16:creationId xmlns:a16="http://schemas.microsoft.com/office/drawing/2014/main" id="{04F7F5B8-C3FA-734F-BBD2-4B0758F13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48"/>
                <a:ext cx="4" cy="3"/>
              </a:xfrm>
              <a:custGeom>
                <a:avLst/>
                <a:gdLst>
                  <a:gd name="T0" fmla="*/ 1 w 10"/>
                  <a:gd name="T1" fmla="*/ 3 h 8"/>
                  <a:gd name="T2" fmla="*/ 1 w 10"/>
                  <a:gd name="T3" fmla="*/ 0 h 8"/>
                  <a:gd name="T4" fmla="*/ 5 w 10"/>
                  <a:gd name="T5" fmla="*/ 0 h 8"/>
                  <a:gd name="T6" fmla="*/ 7 w 10"/>
                  <a:gd name="T7" fmla="*/ 2 h 8"/>
                  <a:gd name="T8" fmla="*/ 9 w 10"/>
                  <a:gd name="T9" fmla="*/ 4 h 8"/>
                  <a:gd name="T10" fmla="*/ 10 w 10"/>
                  <a:gd name="T11" fmla="*/ 6 h 8"/>
                  <a:gd name="T12" fmla="*/ 6 w 10"/>
                  <a:gd name="T13" fmla="*/ 7 h 8"/>
                  <a:gd name="T14" fmla="*/ 4 w 10"/>
                  <a:gd name="T15" fmla="*/ 5 h 8"/>
                  <a:gd name="T16" fmla="*/ 1 w 10"/>
                  <a:gd name="T1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8" y="2"/>
                      <a:pt x="8" y="3"/>
                      <a:pt x="9" y="4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8"/>
                      <a:pt x="7" y="8"/>
                      <a:pt x="6" y="7"/>
                    </a:cubicBezTo>
                    <a:cubicBezTo>
                      <a:pt x="5" y="7"/>
                      <a:pt x="5" y="6"/>
                      <a:pt x="4" y="5"/>
                    </a:cubicBezTo>
                    <a:cubicBezTo>
                      <a:pt x="2" y="5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65" name="Freeform 3285">
                <a:extLst>
                  <a:ext uri="{FF2B5EF4-FFF2-40B4-BE49-F238E27FC236}">
                    <a16:creationId xmlns:a16="http://schemas.microsoft.com/office/drawing/2014/main" id="{011BD5FF-B475-874C-9BB5-1852C4E64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42"/>
                <a:ext cx="3" cy="2"/>
              </a:xfrm>
              <a:custGeom>
                <a:avLst/>
                <a:gdLst>
                  <a:gd name="T0" fmla="*/ 3 w 6"/>
                  <a:gd name="T1" fmla="*/ 1 h 6"/>
                  <a:gd name="T2" fmla="*/ 6 w 6"/>
                  <a:gd name="T3" fmla="*/ 4 h 6"/>
                  <a:gd name="T4" fmla="*/ 2 w 6"/>
                  <a:gd name="T5" fmla="*/ 6 h 6"/>
                  <a:gd name="T6" fmla="*/ 0 w 6"/>
                  <a:gd name="T7" fmla="*/ 2 h 6"/>
                  <a:gd name="T8" fmla="*/ 3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2"/>
                      <a:pt x="6" y="3"/>
                      <a:pt x="6" y="4"/>
                    </a:cubicBezTo>
                    <a:cubicBezTo>
                      <a:pt x="6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66" name="Freeform 3286">
                <a:extLst>
                  <a:ext uri="{FF2B5EF4-FFF2-40B4-BE49-F238E27FC236}">
                    <a16:creationId xmlns:a16="http://schemas.microsoft.com/office/drawing/2014/main" id="{A429AC31-8FB6-1A48-B2FF-2525E3D5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50"/>
                <a:ext cx="1" cy="2"/>
              </a:xfrm>
              <a:custGeom>
                <a:avLst/>
                <a:gdLst>
                  <a:gd name="T0" fmla="*/ 2 w 2"/>
                  <a:gd name="T1" fmla="*/ 2 h 5"/>
                  <a:gd name="T2" fmla="*/ 0 w 2"/>
                  <a:gd name="T3" fmla="*/ 5 h 5"/>
                  <a:gd name="T4" fmla="*/ 0 w 2"/>
                  <a:gd name="T5" fmla="*/ 3 h 5"/>
                  <a:gd name="T6" fmla="*/ 0 w 2"/>
                  <a:gd name="T7" fmla="*/ 2 h 5"/>
                  <a:gd name="T8" fmla="*/ 2 w 2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2"/>
                    </a:moveTo>
                    <a:cubicBezTo>
                      <a:pt x="2" y="3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67" name="Freeform 3287">
                <a:extLst>
                  <a:ext uri="{FF2B5EF4-FFF2-40B4-BE49-F238E27FC236}">
                    <a16:creationId xmlns:a16="http://schemas.microsoft.com/office/drawing/2014/main" id="{8191D25F-80FF-0A48-86B1-4027DE17B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38"/>
                <a:ext cx="4" cy="3"/>
              </a:xfrm>
              <a:custGeom>
                <a:avLst/>
                <a:gdLst>
                  <a:gd name="T0" fmla="*/ 0 w 10"/>
                  <a:gd name="T1" fmla="*/ 2 h 6"/>
                  <a:gd name="T2" fmla="*/ 0 w 10"/>
                  <a:gd name="T3" fmla="*/ 1 h 6"/>
                  <a:gd name="T4" fmla="*/ 0 w 10"/>
                  <a:gd name="T5" fmla="*/ 0 h 6"/>
                  <a:gd name="T6" fmla="*/ 1 w 10"/>
                  <a:gd name="T7" fmla="*/ 0 h 6"/>
                  <a:gd name="T8" fmla="*/ 5 w 10"/>
                  <a:gd name="T9" fmla="*/ 0 h 6"/>
                  <a:gd name="T10" fmla="*/ 8 w 10"/>
                  <a:gd name="T11" fmla="*/ 0 h 6"/>
                  <a:gd name="T12" fmla="*/ 9 w 10"/>
                  <a:gd name="T13" fmla="*/ 3 h 6"/>
                  <a:gd name="T14" fmla="*/ 6 w 10"/>
                  <a:gd name="T15" fmla="*/ 6 h 6"/>
                  <a:gd name="T16" fmla="*/ 5 w 10"/>
                  <a:gd name="T17" fmla="*/ 6 h 6"/>
                  <a:gd name="T18" fmla="*/ 5 w 10"/>
                  <a:gd name="T19" fmla="*/ 5 h 6"/>
                  <a:gd name="T20" fmla="*/ 3 w 10"/>
                  <a:gd name="T21" fmla="*/ 4 h 6"/>
                  <a:gd name="T22" fmla="*/ 2 w 10"/>
                  <a:gd name="T23" fmla="*/ 4 h 6"/>
                  <a:gd name="T24" fmla="*/ 0 w 10"/>
                  <a:gd name="T2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1"/>
                      <a:pt x="10" y="2"/>
                      <a:pt x="9" y="3"/>
                    </a:cubicBezTo>
                    <a:cubicBezTo>
                      <a:pt x="9" y="5"/>
                      <a:pt x="7" y="5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68" name="Freeform 3288">
                <a:extLst>
                  <a:ext uri="{FF2B5EF4-FFF2-40B4-BE49-F238E27FC236}">
                    <a16:creationId xmlns:a16="http://schemas.microsoft.com/office/drawing/2014/main" id="{0A40C76C-EE94-E941-A831-FDF69FF04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603"/>
                <a:ext cx="3" cy="2"/>
              </a:xfrm>
              <a:custGeom>
                <a:avLst/>
                <a:gdLst>
                  <a:gd name="T0" fmla="*/ 3 w 8"/>
                  <a:gd name="T1" fmla="*/ 5 h 5"/>
                  <a:gd name="T2" fmla="*/ 1 w 8"/>
                  <a:gd name="T3" fmla="*/ 5 h 5"/>
                  <a:gd name="T4" fmla="*/ 1 w 8"/>
                  <a:gd name="T5" fmla="*/ 1 h 5"/>
                  <a:gd name="T6" fmla="*/ 4 w 8"/>
                  <a:gd name="T7" fmla="*/ 0 h 5"/>
                  <a:gd name="T8" fmla="*/ 8 w 8"/>
                  <a:gd name="T9" fmla="*/ 1 h 5"/>
                  <a:gd name="T10" fmla="*/ 5 w 8"/>
                  <a:gd name="T11" fmla="*/ 3 h 5"/>
                  <a:gd name="T12" fmla="*/ 3 w 8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2" y="5"/>
                      <a:pt x="2" y="5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8" y="0"/>
                      <a:pt x="8" y="1"/>
                    </a:cubicBezTo>
                    <a:cubicBezTo>
                      <a:pt x="7" y="2"/>
                      <a:pt x="6" y="3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69" name="Freeform 3289">
                <a:extLst>
                  <a:ext uri="{FF2B5EF4-FFF2-40B4-BE49-F238E27FC236}">
                    <a16:creationId xmlns:a16="http://schemas.microsoft.com/office/drawing/2014/main" id="{F06DDC03-C7D1-D54C-B6C0-0402B9C46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99"/>
                <a:ext cx="2" cy="1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4 w 4"/>
                  <a:gd name="T7" fmla="*/ 3 h 4"/>
                  <a:gd name="T8" fmla="*/ 2 w 4"/>
                  <a:gd name="T9" fmla="*/ 4 h 4"/>
                  <a:gd name="T10" fmla="*/ 1 w 4"/>
                  <a:gd name="T11" fmla="*/ 3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70" name="Freeform 3290">
                <a:extLst>
                  <a:ext uri="{FF2B5EF4-FFF2-40B4-BE49-F238E27FC236}">
                    <a16:creationId xmlns:a16="http://schemas.microsoft.com/office/drawing/2014/main" id="{40C1848E-49C2-BD44-9FB1-B59556B6D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604"/>
                <a:ext cx="3" cy="3"/>
              </a:xfrm>
              <a:custGeom>
                <a:avLst/>
                <a:gdLst>
                  <a:gd name="T0" fmla="*/ 4 w 7"/>
                  <a:gd name="T1" fmla="*/ 7 h 7"/>
                  <a:gd name="T2" fmla="*/ 1 w 7"/>
                  <a:gd name="T3" fmla="*/ 6 h 7"/>
                  <a:gd name="T4" fmla="*/ 0 w 7"/>
                  <a:gd name="T5" fmla="*/ 4 h 7"/>
                  <a:gd name="T6" fmla="*/ 2 w 7"/>
                  <a:gd name="T7" fmla="*/ 2 h 7"/>
                  <a:gd name="T8" fmla="*/ 4 w 7"/>
                  <a:gd name="T9" fmla="*/ 0 h 7"/>
                  <a:gd name="T10" fmla="*/ 4 w 7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2" y="3"/>
                      <a:pt x="2" y="2"/>
                    </a:cubicBezTo>
                    <a:cubicBezTo>
                      <a:pt x="3" y="1"/>
                      <a:pt x="2" y="0"/>
                      <a:pt x="4" y="0"/>
                    </a:cubicBezTo>
                    <a:cubicBezTo>
                      <a:pt x="7" y="0"/>
                      <a:pt x="7" y="6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71" name="Freeform 3291">
                <a:extLst>
                  <a:ext uri="{FF2B5EF4-FFF2-40B4-BE49-F238E27FC236}">
                    <a16:creationId xmlns:a16="http://schemas.microsoft.com/office/drawing/2014/main" id="{D8438AF1-422C-6D4C-A2A0-5CDD08940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21"/>
                <a:ext cx="4" cy="5"/>
              </a:xfrm>
              <a:custGeom>
                <a:avLst/>
                <a:gdLst>
                  <a:gd name="T0" fmla="*/ 1 w 8"/>
                  <a:gd name="T1" fmla="*/ 9 h 14"/>
                  <a:gd name="T2" fmla="*/ 2 w 8"/>
                  <a:gd name="T3" fmla="*/ 4 h 14"/>
                  <a:gd name="T4" fmla="*/ 7 w 8"/>
                  <a:gd name="T5" fmla="*/ 2 h 14"/>
                  <a:gd name="T6" fmla="*/ 8 w 8"/>
                  <a:gd name="T7" fmla="*/ 6 h 14"/>
                  <a:gd name="T8" fmla="*/ 5 w 8"/>
                  <a:gd name="T9" fmla="*/ 9 h 14"/>
                  <a:gd name="T10" fmla="*/ 3 w 8"/>
                  <a:gd name="T11" fmla="*/ 13 h 14"/>
                  <a:gd name="T12" fmla="*/ 1 w 8"/>
                  <a:gd name="T13" fmla="*/ 12 h 14"/>
                  <a:gd name="T14" fmla="*/ 1 w 8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4">
                    <a:moveTo>
                      <a:pt x="1" y="9"/>
                    </a:moveTo>
                    <a:cubicBezTo>
                      <a:pt x="1" y="7"/>
                      <a:pt x="1" y="5"/>
                      <a:pt x="2" y="4"/>
                    </a:cubicBezTo>
                    <a:cubicBezTo>
                      <a:pt x="3" y="2"/>
                      <a:pt x="6" y="0"/>
                      <a:pt x="7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8"/>
                      <a:pt x="6" y="8"/>
                      <a:pt x="5" y="9"/>
                    </a:cubicBezTo>
                    <a:cubicBezTo>
                      <a:pt x="4" y="10"/>
                      <a:pt x="4" y="12"/>
                      <a:pt x="3" y="13"/>
                    </a:cubicBezTo>
                    <a:cubicBezTo>
                      <a:pt x="2" y="14"/>
                      <a:pt x="1" y="13"/>
                      <a:pt x="1" y="12"/>
                    </a:cubicBezTo>
                    <a:cubicBezTo>
                      <a:pt x="0" y="11"/>
                      <a:pt x="1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72" name="Freeform 3292">
                <a:extLst>
                  <a:ext uri="{FF2B5EF4-FFF2-40B4-BE49-F238E27FC236}">
                    <a16:creationId xmlns:a16="http://schemas.microsoft.com/office/drawing/2014/main" id="{352F69FD-3BD6-EF45-89C5-21ECBA6E7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19"/>
                <a:ext cx="4" cy="2"/>
              </a:xfrm>
              <a:custGeom>
                <a:avLst/>
                <a:gdLst>
                  <a:gd name="T0" fmla="*/ 2 w 11"/>
                  <a:gd name="T1" fmla="*/ 5 h 5"/>
                  <a:gd name="T2" fmla="*/ 2 w 11"/>
                  <a:gd name="T3" fmla="*/ 5 h 5"/>
                  <a:gd name="T4" fmla="*/ 0 w 11"/>
                  <a:gd name="T5" fmla="*/ 2 h 5"/>
                  <a:gd name="T6" fmla="*/ 4 w 11"/>
                  <a:gd name="T7" fmla="*/ 0 h 5"/>
                  <a:gd name="T8" fmla="*/ 8 w 11"/>
                  <a:gd name="T9" fmla="*/ 1 h 5"/>
                  <a:gd name="T10" fmla="*/ 10 w 11"/>
                  <a:gd name="T11" fmla="*/ 4 h 5"/>
                  <a:gd name="T12" fmla="*/ 7 w 11"/>
                  <a:gd name="T13" fmla="*/ 5 h 5"/>
                  <a:gd name="T14" fmla="*/ 2 w 11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3" y="0"/>
                      <a:pt x="4" y="0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1"/>
                      <a:pt x="11" y="2"/>
                      <a:pt x="10" y="4"/>
                    </a:cubicBezTo>
                    <a:cubicBezTo>
                      <a:pt x="10" y="5"/>
                      <a:pt x="8" y="5"/>
                      <a:pt x="7" y="5"/>
                    </a:cubicBezTo>
                    <a:cubicBezTo>
                      <a:pt x="6" y="5"/>
                      <a:pt x="3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73" name="Freeform 3293">
                <a:extLst>
                  <a:ext uri="{FF2B5EF4-FFF2-40B4-BE49-F238E27FC236}">
                    <a16:creationId xmlns:a16="http://schemas.microsoft.com/office/drawing/2014/main" id="{59A75605-2CD7-1145-B7B4-B5B93B8F2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716"/>
                <a:ext cx="2" cy="4"/>
              </a:xfrm>
              <a:custGeom>
                <a:avLst/>
                <a:gdLst>
                  <a:gd name="T0" fmla="*/ 0 w 6"/>
                  <a:gd name="T1" fmla="*/ 5 h 9"/>
                  <a:gd name="T2" fmla="*/ 1 w 6"/>
                  <a:gd name="T3" fmla="*/ 2 h 9"/>
                  <a:gd name="T4" fmla="*/ 3 w 6"/>
                  <a:gd name="T5" fmla="*/ 1 h 9"/>
                  <a:gd name="T6" fmla="*/ 4 w 6"/>
                  <a:gd name="T7" fmla="*/ 3 h 9"/>
                  <a:gd name="T8" fmla="*/ 4 w 6"/>
                  <a:gd name="T9" fmla="*/ 8 h 9"/>
                  <a:gd name="T10" fmla="*/ 0 w 6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5" y="4"/>
                      <a:pt x="6" y="7"/>
                      <a:pt x="4" y="8"/>
                    </a:cubicBezTo>
                    <a:cubicBezTo>
                      <a:pt x="1" y="9"/>
                      <a:pt x="1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74" name="Freeform 3294">
                <a:extLst>
                  <a:ext uri="{FF2B5EF4-FFF2-40B4-BE49-F238E27FC236}">
                    <a16:creationId xmlns:a16="http://schemas.microsoft.com/office/drawing/2014/main" id="{0336D9FE-CE7B-0A40-B6F7-6532E063D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02"/>
                <a:ext cx="13" cy="13"/>
              </a:xfrm>
              <a:custGeom>
                <a:avLst/>
                <a:gdLst>
                  <a:gd name="T0" fmla="*/ 2 w 31"/>
                  <a:gd name="T1" fmla="*/ 32 h 33"/>
                  <a:gd name="T2" fmla="*/ 1 w 31"/>
                  <a:gd name="T3" fmla="*/ 29 h 33"/>
                  <a:gd name="T4" fmla="*/ 3 w 31"/>
                  <a:gd name="T5" fmla="*/ 25 h 33"/>
                  <a:gd name="T6" fmla="*/ 3 w 31"/>
                  <a:gd name="T7" fmla="*/ 20 h 33"/>
                  <a:gd name="T8" fmla="*/ 8 w 31"/>
                  <a:gd name="T9" fmla="*/ 18 h 33"/>
                  <a:gd name="T10" fmla="*/ 12 w 31"/>
                  <a:gd name="T11" fmla="*/ 14 h 33"/>
                  <a:gd name="T12" fmla="*/ 13 w 31"/>
                  <a:gd name="T13" fmla="*/ 8 h 33"/>
                  <a:gd name="T14" fmla="*/ 19 w 31"/>
                  <a:gd name="T15" fmla="*/ 8 h 33"/>
                  <a:gd name="T16" fmla="*/ 25 w 31"/>
                  <a:gd name="T17" fmla="*/ 7 h 33"/>
                  <a:gd name="T18" fmla="*/ 26 w 31"/>
                  <a:gd name="T19" fmla="*/ 2 h 33"/>
                  <a:gd name="T20" fmla="*/ 30 w 31"/>
                  <a:gd name="T21" fmla="*/ 4 h 33"/>
                  <a:gd name="T22" fmla="*/ 27 w 31"/>
                  <a:gd name="T23" fmla="*/ 10 h 33"/>
                  <a:gd name="T24" fmla="*/ 28 w 31"/>
                  <a:gd name="T25" fmla="*/ 15 h 33"/>
                  <a:gd name="T26" fmla="*/ 30 w 31"/>
                  <a:gd name="T27" fmla="*/ 20 h 33"/>
                  <a:gd name="T28" fmla="*/ 28 w 31"/>
                  <a:gd name="T29" fmla="*/ 21 h 33"/>
                  <a:gd name="T30" fmla="*/ 26 w 31"/>
                  <a:gd name="T31" fmla="*/ 21 h 33"/>
                  <a:gd name="T32" fmla="*/ 25 w 31"/>
                  <a:gd name="T33" fmla="*/ 23 h 33"/>
                  <a:gd name="T34" fmla="*/ 21 w 31"/>
                  <a:gd name="T35" fmla="*/ 26 h 33"/>
                  <a:gd name="T36" fmla="*/ 17 w 31"/>
                  <a:gd name="T37" fmla="*/ 27 h 33"/>
                  <a:gd name="T38" fmla="*/ 14 w 31"/>
                  <a:gd name="T39" fmla="*/ 26 h 33"/>
                  <a:gd name="T40" fmla="*/ 9 w 31"/>
                  <a:gd name="T41" fmla="*/ 26 h 33"/>
                  <a:gd name="T42" fmla="*/ 8 w 31"/>
                  <a:gd name="T43" fmla="*/ 28 h 33"/>
                  <a:gd name="T44" fmla="*/ 8 w 31"/>
                  <a:gd name="T45" fmla="*/ 29 h 33"/>
                  <a:gd name="T46" fmla="*/ 6 w 31"/>
                  <a:gd name="T47" fmla="*/ 31 h 33"/>
                  <a:gd name="T48" fmla="*/ 5 w 31"/>
                  <a:gd name="T49" fmla="*/ 32 h 33"/>
                  <a:gd name="T50" fmla="*/ 2 w 31"/>
                  <a:gd name="T51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3">
                    <a:moveTo>
                      <a:pt x="2" y="32"/>
                    </a:moveTo>
                    <a:cubicBezTo>
                      <a:pt x="1" y="31"/>
                      <a:pt x="0" y="30"/>
                      <a:pt x="1" y="29"/>
                    </a:cubicBezTo>
                    <a:cubicBezTo>
                      <a:pt x="3" y="28"/>
                      <a:pt x="4" y="27"/>
                      <a:pt x="3" y="25"/>
                    </a:cubicBezTo>
                    <a:cubicBezTo>
                      <a:pt x="2" y="23"/>
                      <a:pt x="1" y="22"/>
                      <a:pt x="3" y="20"/>
                    </a:cubicBezTo>
                    <a:cubicBezTo>
                      <a:pt x="4" y="19"/>
                      <a:pt x="6" y="18"/>
                      <a:pt x="8" y="18"/>
                    </a:cubicBezTo>
                    <a:cubicBezTo>
                      <a:pt x="10" y="17"/>
                      <a:pt x="11" y="16"/>
                      <a:pt x="12" y="14"/>
                    </a:cubicBezTo>
                    <a:cubicBezTo>
                      <a:pt x="12" y="13"/>
                      <a:pt x="11" y="9"/>
                      <a:pt x="13" y="8"/>
                    </a:cubicBezTo>
                    <a:cubicBezTo>
                      <a:pt x="15" y="7"/>
                      <a:pt x="17" y="8"/>
                      <a:pt x="19" y="8"/>
                    </a:cubicBezTo>
                    <a:cubicBezTo>
                      <a:pt x="21" y="8"/>
                      <a:pt x="23" y="8"/>
                      <a:pt x="25" y="7"/>
                    </a:cubicBezTo>
                    <a:cubicBezTo>
                      <a:pt x="26" y="6"/>
                      <a:pt x="26" y="4"/>
                      <a:pt x="26" y="2"/>
                    </a:cubicBezTo>
                    <a:cubicBezTo>
                      <a:pt x="27" y="0"/>
                      <a:pt x="29" y="2"/>
                      <a:pt x="30" y="4"/>
                    </a:cubicBezTo>
                    <a:cubicBezTo>
                      <a:pt x="30" y="7"/>
                      <a:pt x="28" y="8"/>
                      <a:pt x="27" y="10"/>
                    </a:cubicBezTo>
                    <a:cubicBezTo>
                      <a:pt x="26" y="12"/>
                      <a:pt x="26" y="14"/>
                      <a:pt x="28" y="15"/>
                    </a:cubicBezTo>
                    <a:cubicBezTo>
                      <a:pt x="29" y="17"/>
                      <a:pt x="30" y="18"/>
                      <a:pt x="30" y="20"/>
                    </a:cubicBezTo>
                    <a:cubicBezTo>
                      <a:pt x="31" y="22"/>
                      <a:pt x="30" y="23"/>
                      <a:pt x="28" y="21"/>
                    </a:cubicBezTo>
                    <a:cubicBezTo>
                      <a:pt x="27" y="21"/>
                      <a:pt x="26" y="20"/>
                      <a:pt x="26" y="21"/>
                    </a:cubicBezTo>
                    <a:cubicBezTo>
                      <a:pt x="25" y="21"/>
                      <a:pt x="25" y="23"/>
                      <a:pt x="25" y="23"/>
                    </a:cubicBezTo>
                    <a:cubicBezTo>
                      <a:pt x="25" y="26"/>
                      <a:pt x="24" y="26"/>
                      <a:pt x="21" y="26"/>
                    </a:cubicBezTo>
                    <a:cubicBezTo>
                      <a:pt x="19" y="25"/>
                      <a:pt x="19" y="26"/>
                      <a:pt x="17" y="27"/>
                    </a:cubicBezTo>
                    <a:cubicBezTo>
                      <a:pt x="16" y="28"/>
                      <a:pt x="15" y="27"/>
                      <a:pt x="14" y="26"/>
                    </a:cubicBezTo>
                    <a:cubicBezTo>
                      <a:pt x="12" y="25"/>
                      <a:pt x="10" y="25"/>
                      <a:pt x="9" y="26"/>
                    </a:cubicBezTo>
                    <a:cubicBezTo>
                      <a:pt x="8" y="27"/>
                      <a:pt x="8" y="27"/>
                      <a:pt x="8" y="28"/>
                    </a:cubicBezTo>
                    <a:cubicBezTo>
                      <a:pt x="8" y="29"/>
                      <a:pt x="8" y="28"/>
                      <a:pt x="8" y="29"/>
                    </a:cubicBezTo>
                    <a:cubicBezTo>
                      <a:pt x="7" y="30"/>
                      <a:pt x="7" y="30"/>
                      <a:pt x="6" y="31"/>
                    </a:cubicBezTo>
                    <a:cubicBezTo>
                      <a:pt x="6" y="31"/>
                      <a:pt x="5" y="32"/>
                      <a:pt x="5" y="32"/>
                    </a:cubicBezTo>
                    <a:cubicBezTo>
                      <a:pt x="4" y="33"/>
                      <a:pt x="3" y="33"/>
                      <a:pt x="2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75" name="Freeform 3295">
                <a:extLst>
                  <a:ext uri="{FF2B5EF4-FFF2-40B4-BE49-F238E27FC236}">
                    <a16:creationId xmlns:a16="http://schemas.microsoft.com/office/drawing/2014/main" id="{6BE7296F-D601-B949-9DEC-4A7A1594A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702"/>
                <a:ext cx="3" cy="2"/>
              </a:xfrm>
              <a:custGeom>
                <a:avLst/>
                <a:gdLst>
                  <a:gd name="T0" fmla="*/ 1 w 7"/>
                  <a:gd name="T1" fmla="*/ 4 h 5"/>
                  <a:gd name="T2" fmla="*/ 0 w 7"/>
                  <a:gd name="T3" fmla="*/ 4 h 5"/>
                  <a:gd name="T4" fmla="*/ 0 w 7"/>
                  <a:gd name="T5" fmla="*/ 3 h 5"/>
                  <a:gd name="T6" fmla="*/ 1 w 7"/>
                  <a:gd name="T7" fmla="*/ 2 h 5"/>
                  <a:gd name="T8" fmla="*/ 3 w 7"/>
                  <a:gd name="T9" fmla="*/ 0 h 5"/>
                  <a:gd name="T10" fmla="*/ 7 w 7"/>
                  <a:gd name="T11" fmla="*/ 1 h 5"/>
                  <a:gd name="T12" fmla="*/ 7 w 7"/>
                  <a:gd name="T13" fmla="*/ 4 h 5"/>
                  <a:gd name="T14" fmla="*/ 4 w 7"/>
                  <a:gd name="T15" fmla="*/ 4 h 5"/>
                  <a:gd name="T16" fmla="*/ 1 w 7"/>
                  <a:gd name="T1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4"/>
                      <a:pt x="5" y="4"/>
                      <a:pt x="4" y="4"/>
                    </a:cubicBezTo>
                    <a:cubicBezTo>
                      <a:pt x="2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76" name="Freeform 3296">
                <a:extLst>
                  <a:ext uri="{FF2B5EF4-FFF2-40B4-BE49-F238E27FC236}">
                    <a16:creationId xmlns:a16="http://schemas.microsoft.com/office/drawing/2014/main" id="{B1C38EE0-DD33-5D4E-AC54-B0E64492C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707"/>
                <a:ext cx="2" cy="2"/>
              </a:xfrm>
              <a:custGeom>
                <a:avLst/>
                <a:gdLst>
                  <a:gd name="T0" fmla="*/ 2 w 5"/>
                  <a:gd name="T1" fmla="*/ 1 h 5"/>
                  <a:gd name="T2" fmla="*/ 5 w 5"/>
                  <a:gd name="T3" fmla="*/ 2 h 5"/>
                  <a:gd name="T4" fmla="*/ 2 w 5"/>
                  <a:gd name="T5" fmla="*/ 5 h 5"/>
                  <a:gd name="T6" fmla="*/ 2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77" name="Freeform 3298">
                <a:extLst>
                  <a:ext uri="{FF2B5EF4-FFF2-40B4-BE49-F238E27FC236}">
                    <a16:creationId xmlns:a16="http://schemas.microsoft.com/office/drawing/2014/main" id="{76B6AAEA-89BD-2F41-93B3-AE01EAA53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658"/>
                <a:ext cx="11" cy="14"/>
              </a:xfrm>
              <a:custGeom>
                <a:avLst/>
                <a:gdLst>
                  <a:gd name="T0" fmla="*/ 17 w 27"/>
                  <a:gd name="T1" fmla="*/ 18 h 35"/>
                  <a:gd name="T2" fmla="*/ 20 w 27"/>
                  <a:gd name="T3" fmla="*/ 19 h 35"/>
                  <a:gd name="T4" fmla="*/ 23 w 27"/>
                  <a:gd name="T5" fmla="*/ 22 h 35"/>
                  <a:gd name="T6" fmla="*/ 24 w 27"/>
                  <a:gd name="T7" fmla="*/ 26 h 35"/>
                  <a:gd name="T8" fmla="*/ 22 w 27"/>
                  <a:gd name="T9" fmla="*/ 34 h 35"/>
                  <a:gd name="T10" fmla="*/ 19 w 27"/>
                  <a:gd name="T11" fmla="*/ 27 h 35"/>
                  <a:gd name="T12" fmla="*/ 15 w 27"/>
                  <a:gd name="T13" fmla="*/ 24 h 35"/>
                  <a:gd name="T14" fmla="*/ 11 w 27"/>
                  <a:gd name="T15" fmla="*/ 21 h 35"/>
                  <a:gd name="T16" fmla="*/ 7 w 27"/>
                  <a:gd name="T17" fmla="*/ 18 h 35"/>
                  <a:gd name="T18" fmla="*/ 1 w 27"/>
                  <a:gd name="T19" fmla="*/ 12 h 35"/>
                  <a:gd name="T20" fmla="*/ 3 w 27"/>
                  <a:gd name="T21" fmla="*/ 3 h 35"/>
                  <a:gd name="T22" fmla="*/ 14 w 27"/>
                  <a:gd name="T23" fmla="*/ 3 h 35"/>
                  <a:gd name="T24" fmla="*/ 18 w 27"/>
                  <a:gd name="T25" fmla="*/ 4 h 35"/>
                  <a:gd name="T26" fmla="*/ 20 w 27"/>
                  <a:gd name="T27" fmla="*/ 6 h 35"/>
                  <a:gd name="T28" fmla="*/ 22 w 27"/>
                  <a:gd name="T29" fmla="*/ 7 h 35"/>
                  <a:gd name="T30" fmla="*/ 26 w 27"/>
                  <a:gd name="T31" fmla="*/ 11 h 35"/>
                  <a:gd name="T32" fmla="*/ 27 w 27"/>
                  <a:gd name="T33" fmla="*/ 12 h 35"/>
                  <a:gd name="T34" fmla="*/ 23 w 27"/>
                  <a:gd name="T35" fmla="*/ 13 h 35"/>
                  <a:gd name="T36" fmla="*/ 19 w 27"/>
                  <a:gd name="T37" fmla="*/ 12 h 35"/>
                  <a:gd name="T38" fmla="*/ 17 w 27"/>
                  <a:gd name="T39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35">
                    <a:moveTo>
                      <a:pt x="17" y="18"/>
                    </a:moveTo>
                    <a:cubicBezTo>
                      <a:pt x="17" y="18"/>
                      <a:pt x="19" y="19"/>
                      <a:pt x="20" y="19"/>
                    </a:cubicBezTo>
                    <a:cubicBezTo>
                      <a:pt x="22" y="19"/>
                      <a:pt x="22" y="20"/>
                      <a:pt x="23" y="22"/>
                    </a:cubicBezTo>
                    <a:cubicBezTo>
                      <a:pt x="24" y="24"/>
                      <a:pt x="24" y="25"/>
                      <a:pt x="24" y="26"/>
                    </a:cubicBezTo>
                    <a:cubicBezTo>
                      <a:pt x="24" y="28"/>
                      <a:pt x="25" y="35"/>
                      <a:pt x="22" y="34"/>
                    </a:cubicBezTo>
                    <a:cubicBezTo>
                      <a:pt x="20" y="33"/>
                      <a:pt x="20" y="29"/>
                      <a:pt x="19" y="27"/>
                    </a:cubicBezTo>
                    <a:cubicBezTo>
                      <a:pt x="19" y="25"/>
                      <a:pt x="17" y="25"/>
                      <a:pt x="15" y="24"/>
                    </a:cubicBezTo>
                    <a:cubicBezTo>
                      <a:pt x="13" y="23"/>
                      <a:pt x="12" y="22"/>
                      <a:pt x="11" y="21"/>
                    </a:cubicBezTo>
                    <a:cubicBezTo>
                      <a:pt x="10" y="20"/>
                      <a:pt x="9" y="19"/>
                      <a:pt x="7" y="18"/>
                    </a:cubicBezTo>
                    <a:cubicBezTo>
                      <a:pt x="5" y="16"/>
                      <a:pt x="2" y="14"/>
                      <a:pt x="1" y="12"/>
                    </a:cubicBezTo>
                    <a:cubicBezTo>
                      <a:pt x="0" y="9"/>
                      <a:pt x="1" y="5"/>
                      <a:pt x="3" y="3"/>
                    </a:cubicBezTo>
                    <a:cubicBezTo>
                      <a:pt x="6" y="0"/>
                      <a:pt x="10" y="2"/>
                      <a:pt x="14" y="3"/>
                    </a:cubicBezTo>
                    <a:cubicBezTo>
                      <a:pt x="15" y="3"/>
                      <a:pt x="17" y="3"/>
                      <a:pt x="18" y="4"/>
                    </a:cubicBezTo>
                    <a:cubicBezTo>
                      <a:pt x="19" y="5"/>
                      <a:pt x="19" y="6"/>
                      <a:pt x="20" y="6"/>
                    </a:cubicBezTo>
                    <a:cubicBezTo>
                      <a:pt x="20" y="7"/>
                      <a:pt x="21" y="7"/>
                      <a:pt x="22" y="7"/>
                    </a:cubicBezTo>
                    <a:cubicBezTo>
                      <a:pt x="23" y="8"/>
                      <a:pt x="25" y="9"/>
                      <a:pt x="26" y="11"/>
                    </a:cubicBezTo>
                    <a:cubicBezTo>
                      <a:pt x="27" y="11"/>
                      <a:pt x="27" y="12"/>
                      <a:pt x="27" y="12"/>
                    </a:cubicBezTo>
                    <a:cubicBezTo>
                      <a:pt x="26" y="14"/>
                      <a:pt x="24" y="13"/>
                      <a:pt x="23" y="13"/>
                    </a:cubicBezTo>
                    <a:cubicBezTo>
                      <a:pt x="22" y="13"/>
                      <a:pt x="20" y="12"/>
                      <a:pt x="19" y="12"/>
                    </a:cubicBezTo>
                    <a:cubicBezTo>
                      <a:pt x="16" y="12"/>
                      <a:pt x="15" y="15"/>
                      <a:pt x="17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78" name="Freeform 3299">
                <a:extLst>
                  <a:ext uri="{FF2B5EF4-FFF2-40B4-BE49-F238E27FC236}">
                    <a16:creationId xmlns:a16="http://schemas.microsoft.com/office/drawing/2014/main" id="{C8FC562E-C47E-594A-8DE8-76BCA3185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9"/>
                <a:ext cx="3" cy="2"/>
              </a:xfrm>
              <a:custGeom>
                <a:avLst/>
                <a:gdLst>
                  <a:gd name="T0" fmla="*/ 1 w 6"/>
                  <a:gd name="T1" fmla="*/ 3 h 6"/>
                  <a:gd name="T2" fmla="*/ 1 w 6"/>
                  <a:gd name="T3" fmla="*/ 1 h 6"/>
                  <a:gd name="T4" fmla="*/ 5 w 6"/>
                  <a:gd name="T5" fmla="*/ 1 h 6"/>
                  <a:gd name="T6" fmla="*/ 6 w 6"/>
                  <a:gd name="T7" fmla="*/ 4 h 6"/>
                  <a:gd name="T8" fmla="*/ 4 w 6"/>
                  <a:gd name="T9" fmla="*/ 6 h 6"/>
                  <a:gd name="T10" fmla="*/ 1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3" y="6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79" name="Freeform 3300">
                <a:extLst>
                  <a:ext uri="{FF2B5EF4-FFF2-40B4-BE49-F238E27FC236}">
                    <a16:creationId xmlns:a16="http://schemas.microsoft.com/office/drawing/2014/main" id="{E2D78C85-C9E7-0F40-8792-0D76ED486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61"/>
                <a:ext cx="3" cy="2"/>
              </a:xfrm>
              <a:custGeom>
                <a:avLst/>
                <a:gdLst>
                  <a:gd name="T0" fmla="*/ 1 w 7"/>
                  <a:gd name="T1" fmla="*/ 1 h 7"/>
                  <a:gd name="T2" fmla="*/ 4 w 7"/>
                  <a:gd name="T3" fmla="*/ 0 h 7"/>
                  <a:gd name="T4" fmla="*/ 4 w 7"/>
                  <a:gd name="T5" fmla="*/ 0 h 7"/>
                  <a:gd name="T6" fmla="*/ 6 w 7"/>
                  <a:gd name="T7" fmla="*/ 5 h 7"/>
                  <a:gd name="T8" fmla="*/ 1 w 7"/>
                  <a:gd name="T9" fmla="*/ 5 h 7"/>
                  <a:gd name="T10" fmla="*/ 1 w 7"/>
                  <a:gd name="T1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7" y="4"/>
                      <a:pt x="6" y="5"/>
                    </a:cubicBezTo>
                    <a:cubicBezTo>
                      <a:pt x="5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0" name="Freeform 3301">
                <a:extLst>
                  <a:ext uri="{FF2B5EF4-FFF2-40B4-BE49-F238E27FC236}">
                    <a16:creationId xmlns:a16="http://schemas.microsoft.com/office/drawing/2014/main" id="{457BE4F2-4EBD-744B-88B2-2CF6A42D2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52"/>
                <a:ext cx="3" cy="4"/>
              </a:xfrm>
              <a:custGeom>
                <a:avLst/>
                <a:gdLst>
                  <a:gd name="T0" fmla="*/ 5 w 6"/>
                  <a:gd name="T1" fmla="*/ 5 h 12"/>
                  <a:gd name="T2" fmla="*/ 5 w 6"/>
                  <a:gd name="T3" fmla="*/ 3 h 12"/>
                  <a:gd name="T4" fmla="*/ 4 w 6"/>
                  <a:gd name="T5" fmla="*/ 0 h 12"/>
                  <a:gd name="T6" fmla="*/ 2 w 6"/>
                  <a:gd name="T7" fmla="*/ 0 h 12"/>
                  <a:gd name="T8" fmla="*/ 0 w 6"/>
                  <a:gd name="T9" fmla="*/ 2 h 12"/>
                  <a:gd name="T10" fmla="*/ 0 w 6"/>
                  <a:gd name="T11" fmla="*/ 5 h 12"/>
                  <a:gd name="T12" fmla="*/ 0 w 6"/>
                  <a:gd name="T13" fmla="*/ 9 h 12"/>
                  <a:gd name="T14" fmla="*/ 2 w 6"/>
                  <a:gd name="T15" fmla="*/ 11 h 12"/>
                  <a:gd name="T16" fmla="*/ 4 w 6"/>
                  <a:gd name="T17" fmla="*/ 12 h 12"/>
                  <a:gd name="T18" fmla="*/ 5 w 6"/>
                  <a:gd name="T19" fmla="*/ 10 h 12"/>
                  <a:gd name="T20" fmla="*/ 6 w 6"/>
                  <a:gd name="T21" fmla="*/ 7 h 12"/>
                  <a:gd name="T22" fmla="*/ 6 w 6"/>
                  <a:gd name="T23" fmla="*/ 6 h 12"/>
                  <a:gd name="T24" fmla="*/ 5 w 6"/>
                  <a:gd name="T2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2">
                    <a:moveTo>
                      <a:pt x="5" y="5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1"/>
                      <a:pt x="4" y="10"/>
                      <a:pt x="5" y="10"/>
                    </a:cubicBezTo>
                    <a:cubicBezTo>
                      <a:pt x="5" y="9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1" name="Freeform 3302">
                <a:extLst>
                  <a:ext uri="{FF2B5EF4-FFF2-40B4-BE49-F238E27FC236}">
                    <a16:creationId xmlns:a16="http://schemas.microsoft.com/office/drawing/2014/main" id="{E3DA994F-38F8-684E-94E5-6115E8640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3"/>
                <a:ext cx="4" cy="5"/>
              </a:xfrm>
              <a:custGeom>
                <a:avLst/>
                <a:gdLst>
                  <a:gd name="T0" fmla="*/ 10 w 11"/>
                  <a:gd name="T1" fmla="*/ 9 h 11"/>
                  <a:gd name="T2" fmla="*/ 10 w 11"/>
                  <a:gd name="T3" fmla="*/ 7 h 11"/>
                  <a:gd name="T4" fmla="*/ 10 w 11"/>
                  <a:gd name="T5" fmla="*/ 5 h 11"/>
                  <a:gd name="T6" fmla="*/ 11 w 11"/>
                  <a:gd name="T7" fmla="*/ 3 h 11"/>
                  <a:gd name="T8" fmla="*/ 11 w 11"/>
                  <a:gd name="T9" fmla="*/ 2 h 11"/>
                  <a:gd name="T10" fmla="*/ 7 w 11"/>
                  <a:gd name="T11" fmla="*/ 3 h 11"/>
                  <a:gd name="T12" fmla="*/ 6 w 11"/>
                  <a:gd name="T13" fmla="*/ 6 h 11"/>
                  <a:gd name="T14" fmla="*/ 3 w 11"/>
                  <a:gd name="T15" fmla="*/ 7 h 11"/>
                  <a:gd name="T16" fmla="*/ 1 w 11"/>
                  <a:gd name="T17" fmla="*/ 9 h 11"/>
                  <a:gd name="T18" fmla="*/ 3 w 11"/>
                  <a:gd name="T19" fmla="*/ 11 h 11"/>
                  <a:gd name="T20" fmla="*/ 7 w 11"/>
                  <a:gd name="T21" fmla="*/ 10 h 11"/>
                  <a:gd name="T22" fmla="*/ 10 w 1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1">
                    <a:moveTo>
                      <a:pt x="10" y="9"/>
                    </a:moveTo>
                    <a:cubicBezTo>
                      <a:pt x="10" y="8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4"/>
                      <a:pt x="11" y="3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0" y="0"/>
                      <a:pt x="7" y="1"/>
                      <a:pt x="7" y="3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6" y="7"/>
                      <a:pt x="4" y="7"/>
                      <a:pt x="3" y="7"/>
                    </a:cubicBezTo>
                    <a:cubicBezTo>
                      <a:pt x="2" y="8"/>
                      <a:pt x="1" y="7"/>
                      <a:pt x="1" y="9"/>
                    </a:cubicBezTo>
                    <a:cubicBezTo>
                      <a:pt x="0" y="10"/>
                      <a:pt x="2" y="10"/>
                      <a:pt x="3" y="11"/>
                    </a:cubicBezTo>
                    <a:cubicBezTo>
                      <a:pt x="5" y="11"/>
                      <a:pt x="5" y="11"/>
                      <a:pt x="7" y="10"/>
                    </a:cubicBezTo>
                    <a:cubicBezTo>
                      <a:pt x="8" y="10"/>
                      <a:pt x="9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2" name="Freeform 3303">
                <a:extLst>
                  <a:ext uri="{FF2B5EF4-FFF2-40B4-BE49-F238E27FC236}">
                    <a16:creationId xmlns:a16="http://schemas.microsoft.com/office/drawing/2014/main" id="{49914D37-9645-EC4C-9E9C-C40D5EE5B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5"/>
                <a:ext cx="6" cy="4"/>
              </a:xfrm>
              <a:custGeom>
                <a:avLst/>
                <a:gdLst>
                  <a:gd name="T0" fmla="*/ 4 w 13"/>
                  <a:gd name="T1" fmla="*/ 10 h 10"/>
                  <a:gd name="T2" fmla="*/ 1 w 13"/>
                  <a:gd name="T3" fmla="*/ 9 h 10"/>
                  <a:gd name="T4" fmla="*/ 0 w 13"/>
                  <a:gd name="T5" fmla="*/ 7 h 10"/>
                  <a:gd name="T6" fmla="*/ 3 w 13"/>
                  <a:gd name="T7" fmla="*/ 6 h 10"/>
                  <a:gd name="T8" fmla="*/ 8 w 13"/>
                  <a:gd name="T9" fmla="*/ 2 h 10"/>
                  <a:gd name="T10" fmla="*/ 13 w 13"/>
                  <a:gd name="T11" fmla="*/ 2 h 10"/>
                  <a:gd name="T12" fmla="*/ 13 w 13"/>
                  <a:gd name="T13" fmla="*/ 5 h 10"/>
                  <a:gd name="T14" fmla="*/ 10 w 13"/>
                  <a:gd name="T15" fmla="*/ 8 h 10"/>
                  <a:gd name="T16" fmla="*/ 7 w 13"/>
                  <a:gd name="T17" fmla="*/ 10 h 10"/>
                  <a:gd name="T18" fmla="*/ 4 w 13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6"/>
                      <a:pt x="2" y="6"/>
                      <a:pt x="3" y="6"/>
                    </a:cubicBezTo>
                    <a:cubicBezTo>
                      <a:pt x="5" y="6"/>
                      <a:pt x="6" y="3"/>
                      <a:pt x="8" y="2"/>
                    </a:cubicBezTo>
                    <a:cubicBezTo>
                      <a:pt x="9" y="1"/>
                      <a:pt x="12" y="0"/>
                      <a:pt x="13" y="2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9" y="8"/>
                      <a:pt x="8" y="9"/>
                      <a:pt x="7" y="10"/>
                    </a:cubicBezTo>
                    <a:cubicBezTo>
                      <a:pt x="6" y="10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3" name="Freeform 3305">
                <a:extLst>
                  <a:ext uri="{FF2B5EF4-FFF2-40B4-BE49-F238E27FC236}">
                    <a16:creationId xmlns:a16="http://schemas.microsoft.com/office/drawing/2014/main" id="{E0795FC5-B36B-874E-9D3E-C4A15C5E8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45"/>
                <a:ext cx="5" cy="5"/>
              </a:xfrm>
              <a:custGeom>
                <a:avLst/>
                <a:gdLst>
                  <a:gd name="T0" fmla="*/ 0 w 12"/>
                  <a:gd name="T1" fmla="*/ 3 h 11"/>
                  <a:gd name="T2" fmla="*/ 1 w 12"/>
                  <a:gd name="T3" fmla="*/ 1 h 11"/>
                  <a:gd name="T4" fmla="*/ 2 w 12"/>
                  <a:gd name="T5" fmla="*/ 1 h 11"/>
                  <a:gd name="T6" fmla="*/ 4 w 12"/>
                  <a:gd name="T7" fmla="*/ 0 h 11"/>
                  <a:gd name="T8" fmla="*/ 7 w 12"/>
                  <a:gd name="T9" fmla="*/ 0 h 11"/>
                  <a:gd name="T10" fmla="*/ 11 w 12"/>
                  <a:gd name="T11" fmla="*/ 0 h 11"/>
                  <a:gd name="T12" fmla="*/ 12 w 12"/>
                  <a:gd name="T13" fmla="*/ 4 h 11"/>
                  <a:gd name="T14" fmla="*/ 12 w 12"/>
                  <a:gd name="T15" fmla="*/ 5 h 11"/>
                  <a:gd name="T16" fmla="*/ 11 w 12"/>
                  <a:gd name="T17" fmla="*/ 6 h 11"/>
                  <a:gd name="T18" fmla="*/ 11 w 12"/>
                  <a:gd name="T19" fmla="*/ 8 h 11"/>
                  <a:gd name="T20" fmla="*/ 8 w 12"/>
                  <a:gd name="T21" fmla="*/ 10 h 11"/>
                  <a:gd name="T22" fmla="*/ 6 w 12"/>
                  <a:gd name="T23" fmla="*/ 10 h 11"/>
                  <a:gd name="T24" fmla="*/ 1 w 12"/>
                  <a:gd name="T25" fmla="*/ 9 h 11"/>
                  <a:gd name="T26" fmla="*/ 1 w 12"/>
                  <a:gd name="T27" fmla="*/ 5 h 11"/>
                  <a:gd name="T28" fmla="*/ 0 w 12"/>
                  <a:gd name="T2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1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10" y="0"/>
                      <a:pt x="11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7" y="10"/>
                      <a:pt x="7" y="10"/>
                      <a:pt x="6" y="10"/>
                    </a:cubicBezTo>
                    <a:cubicBezTo>
                      <a:pt x="4" y="11"/>
                      <a:pt x="2" y="10"/>
                      <a:pt x="1" y="9"/>
                    </a:cubicBezTo>
                    <a:cubicBezTo>
                      <a:pt x="1" y="8"/>
                      <a:pt x="2" y="5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4" name="Freeform 3306">
                <a:extLst>
                  <a:ext uri="{FF2B5EF4-FFF2-40B4-BE49-F238E27FC236}">
                    <a16:creationId xmlns:a16="http://schemas.microsoft.com/office/drawing/2014/main" id="{8EAB9146-DBE9-CE44-BBBE-CD282168E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35"/>
                <a:ext cx="6" cy="3"/>
              </a:xfrm>
              <a:custGeom>
                <a:avLst/>
                <a:gdLst>
                  <a:gd name="T0" fmla="*/ 1 w 15"/>
                  <a:gd name="T1" fmla="*/ 7 h 8"/>
                  <a:gd name="T2" fmla="*/ 0 w 15"/>
                  <a:gd name="T3" fmla="*/ 6 h 8"/>
                  <a:gd name="T4" fmla="*/ 1 w 15"/>
                  <a:gd name="T5" fmla="*/ 4 h 8"/>
                  <a:gd name="T6" fmla="*/ 3 w 15"/>
                  <a:gd name="T7" fmla="*/ 2 h 8"/>
                  <a:gd name="T8" fmla="*/ 6 w 15"/>
                  <a:gd name="T9" fmla="*/ 1 h 8"/>
                  <a:gd name="T10" fmla="*/ 13 w 15"/>
                  <a:gd name="T11" fmla="*/ 1 h 8"/>
                  <a:gd name="T12" fmla="*/ 13 w 15"/>
                  <a:gd name="T13" fmla="*/ 6 h 8"/>
                  <a:gd name="T14" fmla="*/ 10 w 15"/>
                  <a:gd name="T15" fmla="*/ 7 h 8"/>
                  <a:gd name="T16" fmla="*/ 6 w 15"/>
                  <a:gd name="T17" fmla="*/ 7 h 8"/>
                  <a:gd name="T18" fmla="*/ 1 w 15"/>
                  <a:gd name="T1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8">
                    <a:moveTo>
                      <a:pt x="1" y="7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3"/>
                      <a:pt x="3" y="4"/>
                      <a:pt x="3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4" y="2"/>
                      <a:pt x="15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4" y="8"/>
                      <a:pt x="3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5" name="Freeform 3307">
                <a:extLst>
                  <a:ext uri="{FF2B5EF4-FFF2-40B4-BE49-F238E27FC236}">
                    <a16:creationId xmlns:a16="http://schemas.microsoft.com/office/drawing/2014/main" id="{FB16BC8C-BDDD-D244-9AD3-800CF1A0A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29"/>
                <a:ext cx="4" cy="3"/>
              </a:xfrm>
              <a:custGeom>
                <a:avLst/>
                <a:gdLst>
                  <a:gd name="T0" fmla="*/ 0 w 9"/>
                  <a:gd name="T1" fmla="*/ 3 h 9"/>
                  <a:gd name="T2" fmla="*/ 3 w 9"/>
                  <a:gd name="T3" fmla="*/ 1 h 9"/>
                  <a:gd name="T4" fmla="*/ 6 w 9"/>
                  <a:gd name="T5" fmla="*/ 0 h 9"/>
                  <a:gd name="T6" fmla="*/ 8 w 9"/>
                  <a:gd name="T7" fmla="*/ 3 h 9"/>
                  <a:gd name="T8" fmla="*/ 8 w 9"/>
                  <a:gd name="T9" fmla="*/ 8 h 9"/>
                  <a:gd name="T10" fmla="*/ 2 w 9"/>
                  <a:gd name="T11" fmla="*/ 8 h 9"/>
                  <a:gd name="T12" fmla="*/ 1 w 9"/>
                  <a:gd name="T13" fmla="*/ 6 h 9"/>
                  <a:gd name="T14" fmla="*/ 0 w 9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9" y="4"/>
                      <a:pt x="9" y="7"/>
                      <a:pt x="8" y="8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6" name="Freeform 3308">
                <a:extLst>
                  <a:ext uri="{FF2B5EF4-FFF2-40B4-BE49-F238E27FC236}">
                    <a16:creationId xmlns:a16="http://schemas.microsoft.com/office/drawing/2014/main" id="{E6309777-FDB3-B14D-B763-9B054F2C5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634"/>
                <a:ext cx="4" cy="4"/>
              </a:xfrm>
              <a:custGeom>
                <a:avLst/>
                <a:gdLst>
                  <a:gd name="T0" fmla="*/ 1 w 9"/>
                  <a:gd name="T1" fmla="*/ 7 h 10"/>
                  <a:gd name="T2" fmla="*/ 3 w 9"/>
                  <a:gd name="T3" fmla="*/ 4 h 10"/>
                  <a:gd name="T4" fmla="*/ 3 w 9"/>
                  <a:gd name="T5" fmla="*/ 2 h 10"/>
                  <a:gd name="T6" fmla="*/ 7 w 9"/>
                  <a:gd name="T7" fmla="*/ 0 h 10"/>
                  <a:gd name="T8" fmla="*/ 8 w 9"/>
                  <a:gd name="T9" fmla="*/ 2 h 10"/>
                  <a:gd name="T10" fmla="*/ 5 w 9"/>
                  <a:gd name="T11" fmla="*/ 7 h 10"/>
                  <a:gd name="T12" fmla="*/ 4 w 9"/>
                  <a:gd name="T13" fmla="*/ 9 h 10"/>
                  <a:gd name="T14" fmla="*/ 2 w 9"/>
                  <a:gd name="T15" fmla="*/ 9 h 10"/>
                  <a:gd name="T16" fmla="*/ 1 w 9"/>
                  <a:gd name="T1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1" y="6"/>
                      <a:pt x="2" y="5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9" y="4"/>
                      <a:pt x="6" y="5"/>
                      <a:pt x="5" y="7"/>
                    </a:cubicBezTo>
                    <a:cubicBezTo>
                      <a:pt x="5" y="8"/>
                      <a:pt x="5" y="8"/>
                      <a:pt x="4" y="9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9"/>
                      <a:pt x="0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7" name="Freeform 3309">
                <a:extLst>
                  <a:ext uri="{FF2B5EF4-FFF2-40B4-BE49-F238E27FC236}">
                    <a16:creationId xmlns:a16="http://schemas.microsoft.com/office/drawing/2014/main" id="{E025A175-07D5-D84F-B180-0EFD73674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626"/>
                <a:ext cx="4" cy="3"/>
              </a:xfrm>
              <a:custGeom>
                <a:avLst/>
                <a:gdLst>
                  <a:gd name="T0" fmla="*/ 3 w 9"/>
                  <a:gd name="T1" fmla="*/ 1 h 7"/>
                  <a:gd name="T2" fmla="*/ 7 w 9"/>
                  <a:gd name="T3" fmla="*/ 1 h 7"/>
                  <a:gd name="T4" fmla="*/ 6 w 9"/>
                  <a:gd name="T5" fmla="*/ 6 h 7"/>
                  <a:gd name="T6" fmla="*/ 1 w 9"/>
                  <a:gd name="T7" fmla="*/ 4 h 7"/>
                  <a:gd name="T8" fmla="*/ 3 w 9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4" y="0"/>
                      <a:pt x="6" y="0"/>
                      <a:pt x="7" y="1"/>
                    </a:cubicBezTo>
                    <a:cubicBezTo>
                      <a:pt x="9" y="2"/>
                      <a:pt x="7" y="5"/>
                      <a:pt x="6" y="6"/>
                    </a:cubicBezTo>
                    <a:cubicBezTo>
                      <a:pt x="4" y="7"/>
                      <a:pt x="1" y="7"/>
                      <a:pt x="1" y="4"/>
                    </a:cubicBezTo>
                    <a:cubicBezTo>
                      <a:pt x="0" y="3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8" name="Freeform 3311">
                <a:extLst>
                  <a:ext uri="{FF2B5EF4-FFF2-40B4-BE49-F238E27FC236}">
                    <a16:creationId xmlns:a16="http://schemas.microsoft.com/office/drawing/2014/main" id="{03B8BA3E-56B5-B74B-8BBE-207596381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19"/>
                <a:ext cx="5" cy="4"/>
              </a:xfrm>
              <a:custGeom>
                <a:avLst/>
                <a:gdLst>
                  <a:gd name="T0" fmla="*/ 4 w 12"/>
                  <a:gd name="T1" fmla="*/ 8 h 9"/>
                  <a:gd name="T2" fmla="*/ 4 w 12"/>
                  <a:gd name="T3" fmla="*/ 8 h 9"/>
                  <a:gd name="T4" fmla="*/ 3 w 12"/>
                  <a:gd name="T5" fmla="*/ 8 h 9"/>
                  <a:gd name="T6" fmla="*/ 0 w 12"/>
                  <a:gd name="T7" fmla="*/ 7 h 9"/>
                  <a:gd name="T8" fmla="*/ 0 w 12"/>
                  <a:gd name="T9" fmla="*/ 5 h 9"/>
                  <a:gd name="T10" fmla="*/ 4 w 12"/>
                  <a:gd name="T11" fmla="*/ 4 h 9"/>
                  <a:gd name="T12" fmla="*/ 5 w 12"/>
                  <a:gd name="T13" fmla="*/ 2 h 9"/>
                  <a:gd name="T14" fmla="*/ 7 w 12"/>
                  <a:gd name="T15" fmla="*/ 1 h 9"/>
                  <a:gd name="T16" fmla="*/ 11 w 12"/>
                  <a:gd name="T17" fmla="*/ 3 h 9"/>
                  <a:gd name="T18" fmla="*/ 10 w 12"/>
                  <a:gd name="T19" fmla="*/ 8 h 9"/>
                  <a:gd name="T20" fmla="*/ 7 w 12"/>
                  <a:gd name="T21" fmla="*/ 9 h 9"/>
                  <a:gd name="T22" fmla="*/ 4 w 12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2" y="8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4"/>
                      <a:pt x="3" y="5"/>
                      <a:pt x="4" y="4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9" y="0"/>
                      <a:pt x="11" y="2"/>
                      <a:pt x="11" y="3"/>
                    </a:cubicBezTo>
                    <a:cubicBezTo>
                      <a:pt x="11" y="5"/>
                      <a:pt x="12" y="7"/>
                      <a:pt x="10" y="8"/>
                    </a:cubicBezTo>
                    <a:cubicBezTo>
                      <a:pt x="9" y="8"/>
                      <a:pt x="8" y="9"/>
                      <a:pt x="7" y="9"/>
                    </a:cubicBezTo>
                    <a:cubicBezTo>
                      <a:pt x="6" y="9"/>
                      <a:pt x="5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9" name="Freeform 3312">
                <a:extLst>
                  <a:ext uri="{FF2B5EF4-FFF2-40B4-BE49-F238E27FC236}">
                    <a16:creationId xmlns:a16="http://schemas.microsoft.com/office/drawing/2014/main" id="{ECE2B02D-7ADB-0A4E-8F22-307C4E354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86"/>
                <a:ext cx="5" cy="8"/>
              </a:xfrm>
              <a:custGeom>
                <a:avLst/>
                <a:gdLst>
                  <a:gd name="T0" fmla="*/ 12 w 13"/>
                  <a:gd name="T1" fmla="*/ 13 h 18"/>
                  <a:gd name="T2" fmla="*/ 11 w 13"/>
                  <a:gd name="T3" fmla="*/ 12 h 18"/>
                  <a:gd name="T4" fmla="*/ 10 w 13"/>
                  <a:gd name="T5" fmla="*/ 11 h 18"/>
                  <a:gd name="T6" fmla="*/ 9 w 13"/>
                  <a:gd name="T7" fmla="*/ 10 h 18"/>
                  <a:gd name="T8" fmla="*/ 9 w 13"/>
                  <a:gd name="T9" fmla="*/ 9 h 18"/>
                  <a:gd name="T10" fmla="*/ 9 w 13"/>
                  <a:gd name="T11" fmla="*/ 6 h 18"/>
                  <a:gd name="T12" fmla="*/ 9 w 13"/>
                  <a:gd name="T13" fmla="*/ 1 h 18"/>
                  <a:gd name="T14" fmla="*/ 7 w 13"/>
                  <a:gd name="T15" fmla="*/ 0 h 18"/>
                  <a:gd name="T16" fmla="*/ 3 w 13"/>
                  <a:gd name="T17" fmla="*/ 2 h 18"/>
                  <a:gd name="T18" fmla="*/ 3 w 13"/>
                  <a:gd name="T19" fmla="*/ 4 h 18"/>
                  <a:gd name="T20" fmla="*/ 2 w 13"/>
                  <a:gd name="T21" fmla="*/ 6 h 18"/>
                  <a:gd name="T22" fmla="*/ 2 w 13"/>
                  <a:gd name="T23" fmla="*/ 10 h 18"/>
                  <a:gd name="T24" fmla="*/ 7 w 13"/>
                  <a:gd name="T25" fmla="*/ 13 h 18"/>
                  <a:gd name="T26" fmla="*/ 8 w 13"/>
                  <a:gd name="T27" fmla="*/ 15 h 18"/>
                  <a:gd name="T28" fmla="*/ 9 w 13"/>
                  <a:gd name="T29" fmla="*/ 17 h 18"/>
                  <a:gd name="T30" fmla="*/ 12 w 13"/>
                  <a:gd name="T31" fmla="*/ 18 h 18"/>
                  <a:gd name="T32" fmla="*/ 12 w 13"/>
                  <a:gd name="T33" fmla="*/ 15 h 18"/>
                  <a:gd name="T34" fmla="*/ 12 w 13"/>
                  <a:gd name="T3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8">
                    <a:moveTo>
                      <a:pt x="12" y="13"/>
                    </a:moveTo>
                    <a:cubicBezTo>
                      <a:pt x="11" y="13"/>
                      <a:pt x="11" y="12"/>
                      <a:pt x="11" y="12"/>
                    </a:cubicBezTo>
                    <a:cubicBezTo>
                      <a:pt x="11" y="12"/>
                      <a:pt x="11" y="11"/>
                      <a:pt x="10" y="11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4"/>
                      <a:pt x="9" y="3"/>
                      <a:pt x="9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1" y="7"/>
                      <a:pt x="0" y="9"/>
                      <a:pt x="2" y="10"/>
                    </a:cubicBezTo>
                    <a:cubicBezTo>
                      <a:pt x="3" y="11"/>
                      <a:pt x="5" y="12"/>
                      <a:pt x="7" y="13"/>
                    </a:cubicBezTo>
                    <a:cubicBezTo>
                      <a:pt x="7" y="13"/>
                      <a:pt x="8" y="14"/>
                      <a:pt x="8" y="15"/>
                    </a:cubicBezTo>
                    <a:cubicBezTo>
                      <a:pt x="8" y="16"/>
                      <a:pt x="8" y="16"/>
                      <a:pt x="9" y="17"/>
                    </a:cubicBezTo>
                    <a:cubicBezTo>
                      <a:pt x="9" y="18"/>
                      <a:pt x="11" y="18"/>
                      <a:pt x="12" y="18"/>
                    </a:cubicBezTo>
                    <a:cubicBezTo>
                      <a:pt x="13" y="17"/>
                      <a:pt x="12" y="16"/>
                      <a:pt x="12" y="15"/>
                    </a:cubicBezTo>
                    <a:cubicBezTo>
                      <a:pt x="12" y="14"/>
                      <a:pt x="12" y="14"/>
                      <a:pt x="1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0" name="Freeform 3313">
                <a:extLst>
                  <a:ext uri="{FF2B5EF4-FFF2-40B4-BE49-F238E27FC236}">
                    <a16:creationId xmlns:a16="http://schemas.microsoft.com/office/drawing/2014/main" id="{3A0A8007-7708-184F-A622-5EA50E6BB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600"/>
                <a:ext cx="10" cy="6"/>
              </a:xfrm>
              <a:custGeom>
                <a:avLst/>
                <a:gdLst>
                  <a:gd name="T0" fmla="*/ 7 w 24"/>
                  <a:gd name="T1" fmla="*/ 14 h 15"/>
                  <a:gd name="T2" fmla="*/ 6 w 24"/>
                  <a:gd name="T3" fmla="*/ 14 h 15"/>
                  <a:gd name="T4" fmla="*/ 2 w 24"/>
                  <a:gd name="T5" fmla="*/ 15 h 15"/>
                  <a:gd name="T6" fmla="*/ 0 w 24"/>
                  <a:gd name="T7" fmla="*/ 10 h 15"/>
                  <a:gd name="T8" fmla="*/ 3 w 24"/>
                  <a:gd name="T9" fmla="*/ 5 h 15"/>
                  <a:gd name="T10" fmla="*/ 7 w 24"/>
                  <a:gd name="T11" fmla="*/ 5 h 15"/>
                  <a:gd name="T12" fmla="*/ 12 w 24"/>
                  <a:gd name="T13" fmla="*/ 5 h 15"/>
                  <a:gd name="T14" fmla="*/ 14 w 24"/>
                  <a:gd name="T15" fmla="*/ 4 h 15"/>
                  <a:gd name="T16" fmla="*/ 16 w 24"/>
                  <a:gd name="T17" fmla="*/ 2 h 15"/>
                  <a:gd name="T18" fmla="*/ 20 w 24"/>
                  <a:gd name="T19" fmla="*/ 0 h 15"/>
                  <a:gd name="T20" fmla="*/ 24 w 24"/>
                  <a:gd name="T21" fmla="*/ 1 h 15"/>
                  <a:gd name="T22" fmla="*/ 23 w 24"/>
                  <a:gd name="T23" fmla="*/ 4 h 15"/>
                  <a:gd name="T24" fmla="*/ 21 w 24"/>
                  <a:gd name="T25" fmla="*/ 6 h 15"/>
                  <a:gd name="T26" fmla="*/ 20 w 24"/>
                  <a:gd name="T27" fmla="*/ 8 h 15"/>
                  <a:gd name="T28" fmla="*/ 19 w 24"/>
                  <a:gd name="T29" fmla="*/ 12 h 15"/>
                  <a:gd name="T30" fmla="*/ 13 w 24"/>
                  <a:gd name="T31" fmla="*/ 14 h 15"/>
                  <a:gd name="T32" fmla="*/ 7 w 24"/>
                  <a:gd name="T3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7" y="14"/>
                    </a:move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4" y="15"/>
                      <a:pt x="2" y="15"/>
                    </a:cubicBezTo>
                    <a:cubicBezTo>
                      <a:pt x="0" y="14"/>
                      <a:pt x="0" y="12"/>
                      <a:pt x="0" y="10"/>
                    </a:cubicBezTo>
                    <a:cubicBezTo>
                      <a:pt x="1" y="8"/>
                      <a:pt x="1" y="6"/>
                      <a:pt x="3" y="5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9" y="5"/>
                      <a:pt x="10" y="5"/>
                      <a:pt x="12" y="5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3"/>
                      <a:pt x="16" y="2"/>
                    </a:cubicBezTo>
                    <a:cubicBezTo>
                      <a:pt x="17" y="1"/>
                      <a:pt x="19" y="1"/>
                      <a:pt x="20" y="0"/>
                    </a:cubicBezTo>
                    <a:cubicBezTo>
                      <a:pt x="22" y="0"/>
                      <a:pt x="24" y="0"/>
                      <a:pt x="24" y="1"/>
                    </a:cubicBezTo>
                    <a:cubicBezTo>
                      <a:pt x="24" y="2"/>
                      <a:pt x="24" y="3"/>
                      <a:pt x="23" y="4"/>
                    </a:cubicBezTo>
                    <a:cubicBezTo>
                      <a:pt x="23" y="5"/>
                      <a:pt x="22" y="5"/>
                      <a:pt x="21" y="6"/>
                    </a:cubicBezTo>
                    <a:cubicBezTo>
                      <a:pt x="21" y="6"/>
                      <a:pt x="20" y="7"/>
                      <a:pt x="20" y="8"/>
                    </a:cubicBezTo>
                    <a:cubicBezTo>
                      <a:pt x="20" y="9"/>
                      <a:pt x="20" y="10"/>
                      <a:pt x="19" y="12"/>
                    </a:cubicBezTo>
                    <a:cubicBezTo>
                      <a:pt x="18" y="14"/>
                      <a:pt x="15" y="14"/>
                      <a:pt x="13" y="14"/>
                    </a:cubicBezTo>
                    <a:cubicBezTo>
                      <a:pt x="11" y="14"/>
                      <a:pt x="9" y="14"/>
                      <a:pt x="7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1" name="Freeform 3314">
                <a:extLst>
                  <a:ext uri="{FF2B5EF4-FFF2-40B4-BE49-F238E27FC236}">
                    <a16:creationId xmlns:a16="http://schemas.microsoft.com/office/drawing/2014/main" id="{ED67908F-8ECE-F64B-910E-675D2C283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632"/>
                <a:ext cx="5" cy="3"/>
              </a:xfrm>
              <a:custGeom>
                <a:avLst/>
                <a:gdLst>
                  <a:gd name="T0" fmla="*/ 0 w 11"/>
                  <a:gd name="T1" fmla="*/ 3 h 6"/>
                  <a:gd name="T2" fmla="*/ 1 w 11"/>
                  <a:gd name="T3" fmla="*/ 0 h 6"/>
                  <a:gd name="T4" fmla="*/ 4 w 11"/>
                  <a:gd name="T5" fmla="*/ 1 h 6"/>
                  <a:gd name="T6" fmla="*/ 8 w 11"/>
                  <a:gd name="T7" fmla="*/ 1 h 6"/>
                  <a:gd name="T8" fmla="*/ 10 w 11"/>
                  <a:gd name="T9" fmla="*/ 2 h 6"/>
                  <a:gd name="T10" fmla="*/ 9 w 11"/>
                  <a:gd name="T11" fmla="*/ 6 h 6"/>
                  <a:gd name="T12" fmla="*/ 3 w 11"/>
                  <a:gd name="T13" fmla="*/ 6 h 6"/>
                  <a:gd name="T14" fmla="*/ 0 w 11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1"/>
                      <a:pt x="6" y="1"/>
                      <a:pt x="8" y="1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3"/>
                      <a:pt x="11" y="5"/>
                      <a:pt x="9" y="6"/>
                    </a:cubicBezTo>
                    <a:cubicBezTo>
                      <a:pt x="7" y="6"/>
                      <a:pt x="5" y="6"/>
                      <a:pt x="3" y="6"/>
                    </a:cubicBezTo>
                    <a:cubicBezTo>
                      <a:pt x="2" y="6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2" name="Freeform 3315">
                <a:extLst>
                  <a:ext uri="{FF2B5EF4-FFF2-40B4-BE49-F238E27FC236}">
                    <a16:creationId xmlns:a16="http://schemas.microsoft.com/office/drawing/2014/main" id="{FA4ABA99-FE78-3C4D-8A1A-1A7BC9014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476"/>
                <a:ext cx="4" cy="6"/>
              </a:xfrm>
              <a:custGeom>
                <a:avLst/>
                <a:gdLst>
                  <a:gd name="T0" fmla="*/ 7 w 8"/>
                  <a:gd name="T1" fmla="*/ 12 h 15"/>
                  <a:gd name="T2" fmla="*/ 3 w 8"/>
                  <a:gd name="T3" fmla="*/ 15 h 15"/>
                  <a:gd name="T4" fmla="*/ 1 w 8"/>
                  <a:gd name="T5" fmla="*/ 9 h 15"/>
                  <a:gd name="T6" fmla="*/ 3 w 8"/>
                  <a:gd name="T7" fmla="*/ 3 h 15"/>
                  <a:gd name="T8" fmla="*/ 7 w 8"/>
                  <a:gd name="T9" fmla="*/ 1 h 15"/>
                  <a:gd name="T10" fmla="*/ 8 w 8"/>
                  <a:gd name="T11" fmla="*/ 6 h 15"/>
                  <a:gd name="T12" fmla="*/ 8 w 8"/>
                  <a:gd name="T13" fmla="*/ 8 h 15"/>
                  <a:gd name="T14" fmla="*/ 8 w 8"/>
                  <a:gd name="T15" fmla="*/ 9 h 15"/>
                  <a:gd name="T16" fmla="*/ 7 w 8"/>
                  <a:gd name="T1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7" y="12"/>
                    </a:moveTo>
                    <a:cubicBezTo>
                      <a:pt x="6" y="13"/>
                      <a:pt x="5" y="14"/>
                      <a:pt x="3" y="15"/>
                    </a:cubicBezTo>
                    <a:cubicBezTo>
                      <a:pt x="0" y="15"/>
                      <a:pt x="1" y="11"/>
                      <a:pt x="1" y="9"/>
                    </a:cubicBezTo>
                    <a:cubicBezTo>
                      <a:pt x="1" y="7"/>
                      <a:pt x="2" y="5"/>
                      <a:pt x="3" y="3"/>
                    </a:cubicBezTo>
                    <a:cubicBezTo>
                      <a:pt x="3" y="2"/>
                      <a:pt x="5" y="0"/>
                      <a:pt x="7" y="1"/>
                    </a:cubicBezTo>
                    <a:cubicBezTo>
                      <a:pt x="7" y="2"/>
                      <a:pt x="7" y="5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9"/>
                      <a:pt x="8" y="9"/>
                    </a:cubicBezTo>
                    <a:cubicBezTo>
                      <a:pt x="8" y="10"/>
                      <a:pt x="7" y="11"/>
                      <a:pt x="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3" name="Freeform 3317">
                <a:extLst>
                  <a:ext uri="{FF2B5EF4-FFF2-40B4-BE49-F238E27FC236}">
                    <a16:creationId xmlns:a16="http://schemas.microsoft.com/office/drawing/2014/main" id="{EDAC17D1-4C9C-CE47-80A7-A672F48ED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437"/>
                <a:ext cx="11" cy="10"/>
              </a:xfrm>
              <a:custGeom>
                <a:avLst/>
                <a:gdLst>
                  <a:gd name="T0" fmla="*/ 4 w 29"/>
                  <a:gd name="T1" fmla="*/ 16 h 26"/>
                  <a:gd name="T2" fmla="*/ 1 w 29"/>
                  <a:gd name="T3" fmla="*/ 10 h 26"/>
                  <a:gd name="T4" fmla="*/ 2 w 29"/>
                  <a:gd name="T5" fmla="*/ 3 h 26"/>
                  <a:gd name="T6" fmla="*/ 6 w 29"/>
                  <a:gd name="T7" fmla="*/ 1 h 26"/>
                  <a:gd name="T8" fmla="*/ 13 w 29"/>
                  <a:gd name="T9" fmla="*/ 5 h 26"/>
                  <a:gd name="T10" fmla="*/ 20 w 29"/>
                  <a:gd name="T11" fmla="*/ 9 h 26"/>
                  <a:gd name="T12" fmla="*/ 28 w 29"/>
                  <a:gd name="T13" fmla="*/ 14 h 26"/>
                  <a:gd name="T14" fmla="*/ 27 w 29"/>
                  <a:gd name="T15" fmla="*/ 21 h 26"/>
                  <a:gd name="T16" fmla="*/ 22 w 29"/>
                  <a:gd name="T17" fmla="*/ 26 h 26"/>
                  <a:gd name="T18" fmla="*/ 12 w 29"/>
                  <a:gd name="T19" fmla="*/ 23 h 26"/>
                  <a:gd name="T20" fmla="*/ 4 w 29"/>
                  <a:gd name="T21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26">
                    <a:moveTo>
                      <a:pt x="4" y="16"/>
                    </a:moveTo>
                    <a:cubicBezTo>
                      <a:pt x="3" y="14"/>
                      <a:pt x="1" y="12"/>
                      <a:pt x="1" y="10"/>
                    </a:cubicBezTo>
                    <a:cubicBezTo>
                      <a:pt x="0" y="8"/>
                      <a:pt x="1" y="5"/>
                      <a:pt x="2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9" y="1"/>
                      <a:pt x="11" y="4"/>
                      <a:pt x="13" y="5"/>
                    </a:cubicBezTo>
                    <a:cubicBezTo>
                      <a:pt x="15" y="7"/>
                      <a:pt x="18" y="8"/>
                      <a:pt x="20" y="9"/>
                    </a:cubicBezTo>
                    <a:cubicBezTo>
                      <a:pt x="23" y="10"/>
                      <a:pt x="26" y="11"/>
                      <a:pt x="28" y="14"/>
                    </a:cubicBezTo>
                    <a:cubicBezTo>
                      <a:pt x="29" y="16"/>
                      <a:pt x="27" y="19"/>
                      <a:pt x="27" y="21"/>
                    </a:cubicBezTo>
                    <a:cubicBezTo>
                      <a:pt x="26" y="23"/>
                      <a:pt x="25" y="26"/>
                      <a:pt x="22" y="26"/>
                    </a:cubicBezTo>
                    <a:cubicBezTo>
                      <a:pt x="18" y="25"/>
                      <a:pt x="15" y="24"/>
                      <a:pt x="12" y="23"/>
                    </a:cubicBezTo>
                    <a:cubicBezTo>
                      <a:pt x="10" y="21"/>
                      <a:pt x="5" y="19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4" name="Freeform 3319">
                <a:extLst>
                  <a:ext uri="{FF2B5EF4-FFF2-40B4-BE49-F238E27FC236}">
                    <a16:creationId xmlns:a16="http://schemas.microsoft.com/office/drawing/2014/main" id="{2E4C26A5-76D7-064A-B867-E7D5A835F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745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5" name="Freeform 3320">
                <a:extLst>
                  <a:ext uri="{FF2B5EF4-FFF2-40B4-BE49-F238E27FC236}">
                    <a16:creationId xmlns:a16="http://schemas.microsoft.com/office/drawing/2014/main" id="{A1FB8857-7386-BD43-9CAA-8604CE2D5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482"/>
                <a:ext cx="5" cy="6"/>
              </a:xfrm>
              <a:custGeom>
                <a:avLst/>
                <a:gdLst>
                  <a:gd name="T0" fmla="*/ 5 w 14"/>
                  <a:gd name="T1" fmla="*/ 11 h 13"/>
                  <a:gd name="T2" fmla="*/ 7 w 14"/>
                  <a:gd name="T3" fmla="*/ 9 h 13"/>
                  <a:gd name="T4" fmla="*/ 9 w 14"/>
                  <a:gd name="T5" fmla="*/ 9 h 13"/>
                  <a:gd name="T6" fmla="*/ 11 w 14"/>
                  <a:gd name="T7" fmla="*/ 7 h 13"/>
                  <a:gd name="T8" fmla="*/ 11 w 14"/>
                  <a:gd name="T9" fmla="*/ 7 h 13"/>
                  <a:gd name="T10" fmla="*/ 13 w 14"/>
                  <a:gd name="T11" fmla="*/ 3 h 13"/>
                  <a:gd name="T12" fmla="*/ 14 w 14"/>
                  <a:gd name="T13" fmla="*/ 1 h 13"/>
                  <a:gd name="T14" fmla="*/ 12 w 14"/>
                  <a:gd name="T15" fmla="*/ 0 h 13"/>
                  <a:gd name="T16" fmla="*/ 9 w 14"/>
                  <a:gd name="T17" fmla="*/ 1 h 13"/>
                  <a:gd name="T18" fmla="*/ 7 w 14"/>
                  <a:gd name="T19" fmla="*/ 4 h 13"/>
                  <a:gd name="T20" fmla="*/ 7 w 14"/>
                  <a:gd name="T21" fmla="*/ 4 h 13"/>
                  <a:gd name="T22" fmla="*/ 5 w 14"/>
                  <a:gd name="T23" fmla="*/ 5 h 13"/>
                  <a:gd name="T24" fmla="*/ 3 w 14"/>
                  <a:gd name="T25" fmla="*/ 7 h 13"/>
                  <a:gd name="T26" fmla="*/ 2 w 14"/>
                  <a:gd name="T27" fmla="*/ 9 h 13"/>
                  <a:gd name="T28" fmla="*/ 1 w 14"/>
                  <a:gd name="T29" fmla="*/ 10 h 13"/>
                  <a:gd name="T30" fmla="*/ 1 w 14"/>
                  <a:gd name="T31" fmla="*/ 13 h 13"/>
                  <a:gd name="T32" fmla="*/ 2 w 14"/>
                  <a:gd name="T33" fmla="*/ 13 h 13"/>
                  <a:gd name="T34" fmla="*/ 3 w 14"/>
                  <a:gd name="T35" fmla="*/ 13 h 13"/>
                  <a:gd name="T36" fmla="*/ 5 w 14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3">
                    <a:moveTo>
                      <a:pt x="5" y="11"/>
                    </a:moveTo>
                    <a:cubicBezTo>
                      <a:pt x="5" y="10"/>
                      <a:pt x="6" y="10"/>
                      <a:pt x="7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10" y="8"/>
                      <a:pt x="10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3" y="3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  <a:cubicBezTo>
                      <a:pt x="9" y="2"/>
                      <a:pt x="8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5" y="5"/>
                      <a:pt x="5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3" y="7"/>
                      <a:pt x="3" y="8"/>
                      <a:pt x="2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11"/>
                      <a:pt x="0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1"/>
                      <a:pt x="5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6" name="Freeform 3321">
                <a:extLst>
                  <a:ext uri="{FF2B5EF4-FFF2-40B4-BE49-F238E27FC236}">
                    <a16:creationId xmlns:a16="http://schemas.microsoft.com/office/drawing/2014/main" id="{7099BE98-A0D9-8945-B6CB-8AECC5383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89"/>
                <a:ext cx="5" cy="4"/>
              </a:xfrm>
              <a:custGeom>
                <a:avLst/>
                <a:gdLst>
                  <a:gd name="T0" fmla="*/ 7 w 13"/>
                  <a:gd name="T1" fmla="*/ 7 h 10"/>
                  <a:gd name="T2" fmla="*/ 4 w 13"/>
                  <a:gd name="T3" fmla="*/ 8 h 10"/>
                  <a:gd name="T4" fmla="*/ 3 w 13"/>
                  <a:gd name="T5" fmla="*/ 9 h 10"/>
                  <a:gd name="T6" fmla="*/ 3 w 13"/>
                  <a:gd name="T7" fmla="*/ 10 h 10"/>
                  <a:gd name="T8" fmla="*/ 1 w 13"/>
                  <a:gd name="T9" fmla="*/ 9 h 10"/>
                  <a:gd name="T10" fmla="*/ 1 w 13"/>
                  <a:gd name="T11" fmla="*/ 7 h 10"/>
                  <a:gd name="T12" fmla="*/ 1 w 13"/>
                  <a:gd name="T13" fmla="*/ 7 h 10"/>
                  <a:gd name="T14" fmla="*/ 2 w 13"/>
                  <a:gd name="T15" fmla="*/ 6 h 10"/>
                  <a:gd name="T16" fmla="*/ 2 w 13"/>
                  <a:gd name="T17" fmla="*/ 6 h 10"/>
                  <a:gd name="T18" fmla="*/ 3 w 13"/>
                  <a:gd name="T19" fmla="*/ 5 h 10"/>
                  <a:gd name="T20" fmla="*/ 5 w 13"/>
                  <a:gd name="T21" fmla="*/ 4 h 10"/>
                  <a:gd name="T22" fmla="*/ 6 w 13"/>
                  <a:gd name="T23" fmla="*/ 3 h 10"/>
                  <a:gd name="T24" fmla="*/ 9 w 13"/>
                  <a:gd name="T25" fmla="*/ 1 h 10"/>
                  <a:gd name="T26" fmla="*/ 11 w 13"/>
                  <a:gd name="T27" fmla="*/ 0 h 10"/>
                  <a:gd name="T28" fmla="*/ 12 w 13"/>
                  <a:gd name="T29" fmla="*/ 0 h 10"/>
                  <a:gd name="T30" fmla="*/ 13 w 13"/>
                  <a:gd name="T31" fmla="*/ 1 h 10"/>
                  <a:gd name="T32" fmla="*/ 13 w 13"/>
                  <a:gd name="T33" fmla="*/ 3 h 10"/>
                  <a:gd name="T34" fmla="*/ 11 w 13"/>
                  <a:gd name="T35" fmla="*/ 4 h 10"/>
                  <a:gd name="T36" fmla="*/ 11 w 13"/>
                  <a:gd name="T37" fmla="*/ 4 h 10"/>
                  <a:gd name="T38" fmla="*/ 10 w 13"/>
                  <a:gd name="T39" fmla="*/ 4 h 10"/>
                  <a:gd name="T40" fmla="*/ 10 w 13"/>
                  <a:gd name="T41" fmla="*/ 5 h 10"/>
                  <a:gd name="T42" fmla="*/ 9 w 13"/>
                  <a:gd name="T43" fmla="*/ 6 h 10"/>
                  <a:gd name="T44" fmla="*/ 8 w 13"/>
                  <a:gd name="T45" fmla="*/ 6 h 10"/>
                  <a:gd name="T46" fmla="*/ 7 w 13"/>
                  <a:gd name="T4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10">
                    <a:moveTo>
                      <a:pt x="7" y="7"/>
                    </a:moveTo>
                    <a:cubicBezTo>
                      <a:pt x="6" y="7"/>
                      <a:pt x="5" y="7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3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6"/>
                      <a:pt x="7" y="7"/>
                      <a:pt x="7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7" name="Freeform 3322">
                <a:extLst>
                  <a:ext uri="{FF2B5EF4-FFF2-40B4-BE49-F238E27FC236}">
                    <a16:creationId xmlns:a16="http://schemas.microsoft.com/office/drawing/2014/main" id="{930C9A0E-25D8-2E4B-918A-9487A90E4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78"/>
                <a:ext cx="5" cy="8"/>
              </a:xfrm>
              <a:custGeom>
                <a:avLst/>
                <a:gdLst>
                  <a:gd name="T0" fmla="*/ 11 w 13"/>
                  <a:gd name="T1" fmla="*/ 9 h 18"/>
                  <a:gd name="T2" fmla="*/ 11 w 13"/>
                  <a:gd name="T3" fmla="*/ 9 h 18"/>
                  <a:gd name="T4" fmla="*/ 11 w 13"/>
                  <a:gd name="T5" fmla="*/ 8 h 18"/>
                  <a:gd name="T6" fmla="*/ 11 w 13"/>
                  <a:gd name="T7" fmla="*/ 1 h 18"/>
                  <a:gd name="T8" fmla="*/ 7 w 13"/>
                  <a:gd name="T9" fmla="*/ 1 h 18"/>
                  <a:gd name="T10" fmla="*/ 8 w 13"/>
                  <a:gd name="T11" fmla="*/ 4 h 18"/>
                  <a:gd name="T12" fmla="*/ 6 w 13"/>
                  <a:gd name="T13" fmla="*/ 8 h 18"/>
                  <a:gd name="T14" fmla="*/ 3 w 13"/>
                  <a:gd name="T15" fmla="*/ 11 h 18"/>
                  <a:gd name="T16" fmla="*/ 0 w 13"/>
                  <a:gd name="T17" fmla="*/ 16 h 18"/>
                  <a:gd name="T18" fmla="*/ 4 w 13"/>
                  <a:gd name="T19" fmla="*/ 17 h 18"/>
                  <a:gd name="T20" fmla="*/ 6 w 13"/>
                  <a:gd name="T21" fmla="*/ 15 h 18"/>
                  <a:gd name="T22" fmla="*/ 7 w 13"/>
                  <a:gd name="T23" fmla="*/ 12 h 18"/>
                  <a:gd name="T24" fmla="*/ 11 w 13"/>
                  <a:gd name="T2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8"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2" y="6"/>
                      <a:pt x="13" y="3"/>
                      <a:pt x="11" y="1"/>
                    </a:cubicBezTo>
                    <a:cubicBezTo>
                      <a:pt x="10" y="0"/>
                      <a:pt x="8" y="0"/>
                      <a:pt x="7" y="1"/>
                    </a:cubicBezTo>
                    <a:cubicBezTo>
                      <a:pt x="6" y="2"/>
                      <a:pt x="7" y="3"/>
                      <a:pt x="8" y="4"/>
                    </a:cubicBezTo>
                    <a:cubicBezTo>
                      <a:pt x="9" y="5"/>
                      <a:pt x="7" y="7"/>
                      <a:pt x="6" y="8"/>
                    </a:cubicBezTo>
                    <a:cubicBezTo>
                      <a:pt x="5" y="9"/>
                      <a:pt x="5" y="10"/>
                      <a:pt x="3" y="11"/>
                    </a:cubicBezTo>
                    <a:cubicBezTo>
                      <a:pt x="2" y="12"/>
                      <a:pt x="0" y="14"/>
                      <a:pt x="0" y="16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5" y="16"/>
                      <a:pt x="5" y="16"/>
                      <a:pt x="6" y="15"/>
                    </a:cubicBezTo>
                    <a:cubicBezTo>
                      <a:pt x="6" y="14"/>
                      <a:pt x="7" y="13"/>
                      <a:pt x="7" y="12"/>
                    </a:cubicBezTo>
                    <a:cubicBezTo>
                      <a:pt x="8" y="10"/>
                      <a:pt x="9" y="10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8" name="Freeform 3323">
                <a:extLst>
                  <a:ext uri="{FF2B5EF4-FFF2-40B4-BE49-F238E27FC236}">
                    <a16:creationId xmlns:a16="http://schemas.microsoft.com/office/drawing/2014/main" id="{E9E78FB6-5E16-7D4E-832B-09651C1BB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86"/>
                <a:ext cx="2" cy="4"/>
              </a:xfrm>
              <a:custGeom>
                <a:avLst/>
                <a:gdLst>
                  <a:gd name="T0" fmla="*/ 2 w 4"/>
                  <a:gd name="T1" fmla="*/ 9 h 9"/>
                  <a:gd name="T2" fmla="*/ 4 w 4"/>
                  <a:gd name="T3" fmla="*/ 6 h 9"/>
                  <a:gd name="T4" fmla="*/ 3 w 4"/>
                  <a:gd name="T5" fmla="*/ 3 h 9"/>
                  <a:gd name="T6" fmla="*/ 3 w 4"/>
                  <a:gd name="T7" fmla="*/ 1 h 9"/>
                  <a:gd name="T8" fmla="*/ 2 w 4"/>
                  <a:gd name="T9" fmla="*/ 0 h 9"/>
                  <a:gd name="T10" fmla="*/ 1 w 4"/>
                  <a:gd name="T11" fmla="*/ 1 h 9"/>
                  <a:gd name="T12" fmla="*/ 0 w 4"/>
                  <a:gd name="T13" fmla="*/ 1 h 9"/>
                  <a:gd name="T14" fmla="*/ 0 w 4"/>
                  <a:gd name="T15" fmla="*/ 2 h 9"/>
                  <a:gd name="T16" fmla="*/ 0 w 4"/>
                  <a:gd name="T17" fmla="*/ 4 h 9"/>
                  <a:gd name="T18" fmla="*/ 0 w 4"/>
                  <a:gd name="T19" fmla="*/ 5 h 9"/>
                  <a:gd name="T20" fmla="*/ 1 w 4"/>
                  <a:gd name="T21" fmla="*/ 7 h 9"/>
                  <a:gd name="T22" fmla="*/ 2 w 4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4" y="9"/>
                      <a:pt x="4" y="7"/>
                      <a:pt x="4" y="6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0" y="6"/>
                      <a:pt x="1" y="7"/>
                    </a:cubicBezTo>
                    <a:cubicBezTo>
                      <a:pt x="1" y="7"/>
                      <a:pt x="2" y="8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9" name="Freeform 3324">
                <a:extLst>
                  <a:ext uri="{FF2B5EF4-FFF2-40B4-BE49-F238E27FC236}">
                    <a16:creationId xmlns:a16="http://schemas.microsoft.com/office/drawing/2014/main" id="{15C5C9EC-DE56-7748-95D3-80AC730BE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78"/>
                <a:ext cx="6" cy="7"/>
              </a:xfrm>
              <a:custGeom>
                <a:avLst/>
                <a:gdLst>
                  <a:gd name="T0" fmla="*/ 10 w 13"/>
                  <a:gd name="T1" fmla="*/ 9 h 17"/>
                  <a:gd name="T2" fmla="*/ 7 w 13"/>
                  <a:gd name="T3" fmla="*/ 6 h 17"/>
                  <a:gd name="T4" fmla="*/ 3 w 13"/>
                  <a:gd name="T5" fmla="*/ 5 h 17"/>
                  <a:gd name="T6" fmla="*/ 0 w 13"/>
                  <a:gd name="T7" fmla="*/ 5 h 17"/>
                  <a:gd name="T8" fmla="*/ 1 w 13"/>
                  <a:gd name="T9" fmla="*/ 2 h 17"/>
                  <a:gd name="T10" fmla="*/ 4 w 13"/>
                  <a:gd name="T11" fmla="*/ 0 h 17"/>
                  <a:gd name="T12" fmla="*/ 7 w 13"/>
                  <a:gd name="T13" fmla="*/ 0 h 17"/>
                  <a:gd name="T14" fmla="*/ 9 w 13"/>
                  <a:gd name="T15" fmla="*/ 0 h 17"/>
                  <a:gd name="T16" fmla="*/ 12 w 13"/>
                  <a:gd name="T17" fmla="*/ 2 h 17"/>
                  <a:gd name="T18" fmla="*/ 12 w 13"/>
                  <a:gd name="T19" fmla="*/ 6 h 17"/>
                  <a:gd name="T20" fmla="*/ 13 w 13"/>
                  <a:gd name="T21" fmla="*/ 8 h 17"/>
                  <a:gd name="T22" fmla="*/ 13 w 13"/>
                  <a:gd name="T23" fmla="*/ 11 h 17"/>
                  <a:gd name="T24" fmla="*/ 13 w 13"/>
                  <a:gd name="T25" fmla="*/ 15 h 17"/>
                  <a:gd name="T26" fmla="*/ 12 w 13"/>
                  <a:gd name="T27" fmla="*/ 17 h 17"/>
                  <a:gd name="T28" fmla="*/ 11 w 13"/>
                  <a:gd name="T29" fmla="*/ 16 h 17"/>
                  <a:gd name="T30" fmla="*/ 10 w 13"/>
                  <a:gd name="T31" fmla="*/ 13 h 17"/>
                  <a:gd name="T32" fmla="*/ 10 w 13"/>
                  <a:gd name="T3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7">
                    <a:moveTo>
                      <a:pt x="10" y="9"/>
                    </a:moveTo>
                    <a:cubicBezTo>
                      <a:pt x="9" y="7"/>
                      <a:pt x="8" y="7"/>
                      <a:pt x="7" y="6"/>
                    </a:cubicBezTo>
                    <a:cubicBezTo>
                      <a:pt x="6" y="6"/>
                      <a:pt x="4" y="5"/>
                      <a:pt x="3" y="5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2" y="1"/>
                      <a:pt x="12" y="2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12"/>
                      <a:pt x="13" y="13"/>
                      <a:pt x="13" y="15"/>
                    </a:cubicBezTo>
                    <a:cubicBezTo>
                      <a:pt x="13" y="15"/>
                      <a:pt x="13" y="17"/>
                      <a:pt x="12" y="17"/>
                    </a:cubicBezTo>
                    <a:cubicBezTo>
                      <a:pt x="12" y="17"/>
                      <a:pt x="11" y="16"/>
                      <a:pt x="11" y="16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11"/>
                      <a:pt x="10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0" name="Freeform 3325">
                <a:extLst>
                  <a:ext uri="{FF2B5EF4-FFF2-40B4-BE49-F238E27FC236}">
                    <a16:creationId xmlns:a16="http://schemas.microsoft.com/office/drawing/2014/main" id="{80B55E71-09C2-1846-BA47-4B1A556D4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478"/>
                <a:ext cx="7" cy="6"/>
              </a:xfrm>
              <a:custGeom>
                <a:avLst/>
                <a:gdLst>
                  <a:gd name="T0" fmla="*/ 6 w 17"/>
                  <a:gd name="T1" fmla="*/ 13 h 16"/>
                  <a:gd name="T2" fmla="*/ 3 w 17"/>
                  <a:gd name="T3" fmla="*/ 13 h 16"/>
                  <a:gd name="T4" fmla="*/ 1 w 17"/>
                  <a:gd name="T5" fmla="*/ 13 h 16"/>
                  <a:gd name="T6" fmla="*/ 0 w 17"/>
                  <a:gd name="T7" fmla="*/ 11 h 16"/>
                  <a:gd name="T8" fmla="*/ 2 w 17"/>
                  <a:gd name="T9" fmla="*/ 9 h 16"/>
                  <a:gd name="T10" fmla="*/ 7 w 17"/>
                  <a:gd name="T11" fmla="*/ 6 h 16"/>
                  <a:gd name="T12" fmla="*/ 10 w 17"/>
                  <a:gd name="T13" fmla="*/ 2 h 16"/>
                  <a:gd name="T14" fmla="*/ 10 w 17"/>
                  <a:gd name="T15" fmla="*/ 2 h 16"/>
                  <a:gd name="T16" fmla="*/ 13 w 17"/>
                  <a:gd name="T17" fmla="*/ 0 h 16"/>
                  <a:gd name="T18" fmla="*/ 17 w 17"/>
                  <a:gd name="T19" fmla="*/ 2 h 16"/>
                  <a:gd name="T20" fmla="*/ 14 w 17"/>
                  <a:gd name="T21" fmla="*/ 6 h 16"/>
                  <a:gd name="T22" fmla="*/ 15 w 17"/>
                  <a:gd name="T23" fmla="*/ 11 h 16"/>
                  <a:gd name="T24" fmla="*/ 15 w 17"/>
                  <a:gd name="T25" fmla="*/ 15 h 16"/>
                  <a:gd name="T26" fmla="*/ 14 w 17"/>
                  <a:gd name="T27" fmla="*/ 16 h 16"/>
                  <a:gd name="T28" fmla="*/ 12 w 17"/>
                  <a:gd name="T29" fmla="*/ 14 h 16"/>
                  <a:gd name="T30" fmla="*/ 11 w 17"/>
                  <a:gd name="T31" fmla="*/ 13 h 16"/>
                  <a:gd name="T32" fmla="*/ 6 w 17"/>
                  <a:gd name="T33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6">
                    <a:moveTo>
                      <a:pt x="6" y="13"/>
                    </a:moveTo>
                    <a:cubicBezTo>
                      <a:pt x="5" y="13"/>
                      <a:pt x="4" y="13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2"/>
                      <a:pt x="0" y="12"/>
                      <a:pt x="0" y="11"/>
                    </a:cubicBezTo>
                    <a:cubicBezTo>
                      <a:pt x="0" y="10"/>
                      <a:pt x="1" y="9"/>
                      <a:pt x="2" y="9"/>
                    </a:cubicBezTo>
                    <a:cubicBezTo>
                      <a:pt x="3" y="8"/>
                      <a:pt x="5" y="7"/>
                      <a:pt x="7" y="6"/>
                    </a:cubicBezTo>
                    <a:cubicBezTo>
                      <a:pt x="9" y="5"/>
                      <a:pt x="10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1"/>
                      <a:pt x="12" y="0"/>
                      <a:pt x="13" y="0"/>
                    </a:cubicBezTo>
                    <a:cubicBezTo>
                      <a:pt x="15" y="0"/>
                      <a:pt x="17" y="0"/>
                      <a:pt x="17" y="2"/>
                    </a:cubicBezTo>
                    <a:cubicBezTo>
                      <a:pt x="17" y="4"/>
                      <a:pt x="15" y="5"/>
                      <a:pt x="14" y="6"/>
                    </a:cubicBezTo>
                    <a:cubicBezTo>
                      <a:pt x="14" y="8"/>
                      <a:pt x="14" y="10"/>
                      <a:pt x="15" y="11"/>
                    </a:cubicBezTo>
                    <a:cubicBezTo>
                      <a:pt x="15" y="12"/>
                      <a:pt x="15" y="14"/>
                      <a:pt x="15" y="15"/>
                    </a:cubicBezTo>
                    <a:cubicBezTo>
                      <a:pt x="14" y="15"/>
                      <a:pt x="14" y="16"/>
                      <a:pt x="14" y="16"/>
                    </a:cubicBezTo>
                    <a:cubicBezTo>
                      <a:pt x="13" y="16"/>
                      <a:pt x="13" y="15"/>
                      <a:pt x="12" y="14"/>
                    </a:cubicBezTo>
                    <a:cubicBezTo>
                      <a:pt x="12" y="14"/>
                      <a:pt x="12" y="13"/>
                      <a:pt x="11" y="13"/>
                    </a:cubicBezTo>
                    <a:cubicBezTo>
                      <a:pt x="10" y="12"/>
                      <a:pt x="8" y="13"/>
                      <a:pt x="6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1" name="Freeform 3326">
                <a:extLst>
                  <a:ext uri="{FF2B5EF4-FFF2-40B4-BE49-F238E27FC236}">
                    <a16:creationId xmlns:a16="http://schemas.microsoft.com/office/drawing/2014/main" id="{6B901A11-AF44-B642-AF90-E2E9B2922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401"/>
                <a:ext cx="6" cy="3"/>
              </a:xfrm>
              <a:custGeom>
                <a:avLst/>
                <a:gdLst>
                  <a:gd name="T0" fmla="*/ 3 w 14"/>
                  <a:gd name="T1" fmla="*/ 7 h 7"/>
                  <a:gd name="T2" fmla="*/ 1 w 14"/>
                  <a:gd name="T3" fmla="*/ 5 h 7"/>
                  <a:gd name="T4" fmla="*/ 3 w 14"/>
                  <a:gd name="T5" fmla="*/ 2 h 7"/>
                  <a:gd name="T6" fmla="*/ 7 w 14"/>
                  <a:gd name="T7" fmla="*/ 2 h 7"/>
                  <a:gd name="T8" fmla="*/ 14 w 14"/>
                  <a:gd name="T9" fmla="*/ 3 h 7"/>
                  <a:gd name="T10" fmla="*/ 10 w 14"/>
                  <a:gd name="T11" fmla="*/ 7 h 7"/>
                  <a:gd name="T12" fmla="*/ 3 w 14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7">
                    <a:moveTo>
                      <a:pt x="3" y="7"/>
                    </a:moveTo>
                    <a:cubicBezTo>
                      <a:pt x="2" y="7"/>
                      <a:pt x="2" y="6"/>
                      <a:pt x="1" y="5"/>
                    </a:cubicBezTo>
                    <a:cubicBezTo>
                      <a:pt x="0" y="4"/>
                      <a:pt x="2" y="2"/>
                      <a:pt x="3" y="2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9" y="1"/>
                      <a:pt x="14" y="0"/>
                      <a:pt x="14" y="3"/>
                    </a:cubicBezTo>
                    <a:cubicBezTo>
                      <a:pt x="14" y="5"/>
                      <a:pt x="12" y="7"/>
                      <a:pt x="10" y="7"/>
                    </a:cubicBezTo>
                    <a:cubicBezTo>
                      <a:pt x="8" y="7"/>
                      <a:pt x="5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2" name="Freeform 3329">
                <a:extLst>
                  <a:ext uri="{FF2B5EF4-FFF2-40B4-BE49-F238E27FC236}">
                    <a16:creationId xmlns:a16="http://schemas.microsoft.com/office/drawing/2014/main" id="{DDBF4F24-38D1-194D-BBA3-BC3A1DE2C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572"/>
                <a:ext cx="5" cy="3"/>
              </a:xfrm>
              <a:custGeom>
                <a:avLst/>
                <a:gdLst>
                  <a:gd name="T0" fmla="*/ 0 w 14"/>
                  <a:gd name="T1" fmla="*/ 4 h 8"/>
                  <a:gd name="T2" fmla="*/ 6 w 14"/>
                  <a:gd name="T3" fmla="*/ 1 h 8"/>
                  <a:gd name="T4" fmla="*/ 13 w 14"/>
                  <a:gd name="T5" fmla="*/ 2 h 8"/>
                  <a:gd name="T6" fmla="*/ 11 w 14"/>
                  <a:gd name="T7" fmla="*/ 6 h 8"/>
                  <a:gd name="T8" fmla="*/ 5 w 14"/>
                  <a:gd name="T9" fmla="*/ 7 h 8"/>
                  <a:gd name="T10" fmla="*/ 1 w 14"/>
                  <a:gd name="T11" fmla="*/ 6 h 8"/>
                  <a:gd name="T12" fmla="*/ 0 w 14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0" y="4"/>
                    </a:moveTo>
                    <a:cubicBezTo>
                      <a:pt x="0" y="2"/>
                      <a:pt x="4" y="1"/>
                      <a:pt x="6" y="1"/>
                    </a:cubicBezTo>
                    <a:cubicBezTo>
                      <a:pt x="8" y="0"/>
                      <a:pt x="12" y="0"/>
                      <a:pt x="13" y="2"/>
                    </a:cubicBezTo>
                    <a:cubicBezTo>
                      <a:pt x="14" y="4"/>
                      <a:pt x="13" y="6"/>
                      <a:pt x="11" y="6"/>
                    </a:cubicBezTo>
                    <a:cubicBezTo>
                      <a:pt x="9" y="7"/>
                      <a:pt x="7" y="8"/>
                      <a:pt x="5" y="7"/>
                    </a:cubicBezTo>
                    <a:cubicBezTo>
                      <a:pt x="4" y="6"/>
                      <a:pt x="2" y="6"/>
                      <a:pt x="1" y="6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3" name="Freeform 3330">
                <a:extLst>
                  <a:ext uri="{FF2B5EF4-FFF2-40B4-BE49-F238E27FC236}">
                    <a16:creationId xmlns:a16="http://schemas.microsoft.com/office/drawing/2014/main" id="{D6BA96D5-846A-7441-BCF2-CD58A8D19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592"/>
                <a:ext cx="3" cy="4"/>
              </a:xfrm>
              <a:custGeom>
                <a:avLst/>
                <a:gdLst>
                  <a:gd name="T0" fmla="*/ 2 w 8"/>
                  <a:gd name="T1" fmla="*/ 9 h 9"/>
                  <a:gd name="T2" fmla="*/ 0 w 8"/>
                  <a:gd name="T3" fmla="*/ 3 h 9"/>
                  <a:gd name="T4" fmla="*/ 2 w 8"/>
                  <a:gd name="T5" fmla="*/ 1 h 9"/>
                  <a:gd name="T6" fmla="*/ 5 w 8"/>
                  <a:gd name="T7" fmla="*/ 0 h 9"/>
                  <a:gd name="T8" fmla="*/ 8 w 8"/>
                  <a:gd name="T9" fmla="*/ 1 h 9"/>
                  <a:gd name="T10" fmla="*/ 7 w 8"/>
                  <a:gd name="T11" fmla="*/ 5 h 9"/>
                  <a:gd name="T12" fmla="*/ 4 w 8"/>
                  <a:gd name="T13" fmla="*/ 8 h 9"/>
                  <a:gd name="T14" fmla="*/ 2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9"/>
                      <a:pt x="0" y="5"/>
                      <a:pt x="0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6" y="6"/>
                      <a:pt x="5" y="7"/>
                      <a:pt x="4" y="8"/>
                    </a:cubicBezTo>
                    <a:cubicBezTo>
                      <a:pt x="4" y="9"/>
                      <a:pt x="3" y="9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4" name="Freeform 3331">
                <a:extLst>
                  <a:ext uri="{FF2B5EF4-FFF2-40B4-BE49-F238E27FC236}">
                    <a16:creationId xmlns:a16="http://schemas.microsoft.com/office/drawing/2014/main" id="{E7DDD763-8857-3044-99C5-802A37F8D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598"/>
                <a:ext cx="4" cy="3"/>
              </a:xfrm>
              <a:custGeom>
                <a:avLst/>
                <a:gdLst>
                  <a:gd name="T0" fmla="*/ 0 w 8"/>
                  <a:gd name="T1" fmla="*/ 3 h 8"/>
                  <a:gd name="T2" fmla="*/ 4 w 8"/>
                  <a:gd name="T3" fmla="*/ 1 h 8"/>
                  <a:gd name="T4" fmla="*/ 8 w 8"/>
                  <a:gd name="T5" fmla="*/ 3 h 8"/>
                  <a:gd name="T6" fmla="*/ 5 w 8"/>
                  <a:gd name="T7" fmla="*/ 7 h 8"/>
                  <a:gd name="T8" fmla="*/ 3 w 8"/>
                  <a:gd name="T9" fmla="*/ 8 h 8"/>
                  <a:gd name="T10" fmla="*/ 1 w 8"/>
                  <a:gd name="T11" fmla="*/ 7 h 8"/>
                  <a:gd name="T12" fmla="*/ 0 w 8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2"/>
                      <a:pt x="8" y="3"/>
                    </a:cubicBezTo>
                    <a:cubicBezTo>
                      <a:pt x="8" y="5"/>
                      <a:pt x="7" y="6"/>
                      <a:pt x="5" y="7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5" name="Freeform 3332">
                <a:extLst>
                  <a:ext uri="{FF2B5EF4-FFF2-40B4-BE49-F238E27FC236}">
                    <a16:creationId xmlns:a16="http://schemas.microsoft.com/office/drawing/2014/main" id="{AA8B41DF-4E18-E948-A7BE-61ABEB7A0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588"/>
                <a:ext cx="15" cy="9"/>
              </a:xfrm>
              <a:custGeom>
                <a:avLst/>
                <a:gdLst>
                  <a:gd name="T0" fmla="*/ 27 w 35"/>
                  <a:gd name="T1" fmla="*/ 12 h 22"/>
                  <a:gd name="T2" fmla="*/ 28 w 35"/>
                  <a:gd name="T3" fmla="*/ 11 h 22"/>
                  <a:gd name="T4" fmla="*/ 31 w 35"/>
                  <a:gd name="T5" fmla="*/ 9 h 22"/>
                  <a:gd name="T6" fmla="*/ 33 w 35"/>
                  <a:gd name="T7" fmla="*/ 8 h 22"/>
                  <a:gd name="T8" fmla="*/ 34 w 35"/>
                  <a:gd name="T9" fmla="*/ 6 h 22"/>
                  <a:gd name="T10" fmla="*/ 35 w 35"/>
                  <a:gd name="T11" fmla="*/ 4 h 22"/>
                  <a:gd name="T12" fmla="*/ 33 w 35"/>
                  <a:gd name="T13" fmla="*/ 1 h 22"/>
                  <a:gd name="T14" fmla="*/ 31 w 35"/>
                  <a:gd name="T15" fmla="*/ 1 h 22"/>
                  <a:gd name="T16" fmla="*/ 29 w 35"/>
                  <a:gd name="T17" fmla="*/ 0 h 22"/>
                  <a:gd name="T18" fmla="*/ 26 w 35"/>
                  <a:gd name="T19" fmla="*/ 3 h 22"/>
                  <a:gd name="T20" fmla="*/ 21 w 35"/>
                  <a:gd name="T21" fmla="*/ 7 h 22"/>
                  <a:gd name="T22" fmla="*/ 18 w 35"/>
                  <a:gd name="T23" fmla="*/ 8 h 22"/>
                  <a:gd name="T24" fmla="*/ 14 w 35"/>
                  <a:gd name="T25" fmla="*/ 7 h 22"/>
                  <a:gd name="T26" fmla="*/ 10 w 35"/>
                  <a:gd name="T27" fmla="*/ 8 h 22"/>
                  <a:gd name="T28" fmla="*/ 3 w 35"/>
                  <a:gd name="T29" fmla="*/ 9 h 22"/>
                  <a:gd name="T30" fmla="*/ 2 w 35"/>
                  <a:gd name="T31" fmla="*/ 11 h 22"/>
                  <a:gd name="T32" fmla="*/ 1 w 35"/>
                  <a:gd name="T33" fmla="*/ 15 h 22"/>
                  <a:gd name="T34" fmla="*/ 8 w 35"/>
                  <a:gd name="T35" fmla="*/ 18 h 22"/>
                  <a:gd name="T36" fmla="*/ 13 w 35"/>
                  <a:gd name="T37" fmla="*/ 21 h 22"/>
                  <a:gd name="T38" fmla="*/ 19 w 35"/>
                  <a:gd name="T39" fmla="*/ 22 h 22"/>
                  <a:gd name="T40" fmla="*/ 24 w 35"/>
                  <a:gd name="T41" fmla="*/ 22 h 22"/>
                  <a:gd name="T42" fmla="*/ 26 w 35"/>
                  <a:gd name="T43" fmla="*/ 20 h 22"/>
                  <a:gd name="T44" fmla="*/ 27 w 35"/>
                  <a:gd name="T45" fmla="*/ 16 h 22"/>
                  <a:gd name="T46" fmla="*/ 27 w 35"/>
                  <a:gd name="T47" fmla="*/ 14 h 22"/>
                  <a:gd name="T48" fmla="*/ 27 w 35"/>
                  <a:gd name="T49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22">
                    <a:moveTo>
                      <a:pt x="27" y="12"/>
                    </a:moveTo>
                    <a:cubicBezTo>
                      <a:pt x="27" y="12"/>
                      <a:pt x="28" y="11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9"/>
                      <a:pt x="32" y="9"/>
                      <a:pt x="33" y="8"/>
                    </a:cubicBezTo>
                    <a:cubicBezTo>
                      <a:pt x="33" y="7"/>
                      <a:pt x="34" y="7"/>
                      <a:pt x="34" y="6"/>
                    </a:cubicBezTo>
                    <a:cubicBezTo>
                      <a:pt x="35" y="6"/>
                      <a:pt x="35" y="5"/>
                      <a:pt x="35" y="4"/>
                    </a:cubicBezTo>
                    <a:cubicBezTo>
                      <a:pt x="35" y="3"/>
                      <a:pt x="34" y="2"/>
                      <a:pt x="33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0" y="1"/>
                      <a:pt x="29" y="0"/>
                      <a:pt x="29" y="0"/>
                    </a:cubicBezTo>
                    <a:cubicBezTo>
                      <a:pt x="28" y="1"/>
                      <a:pt x="27" y="2"/>
                      <a:pt x="26" y="3"/>
                    </a:cubicBezTo>
                    <a:cubicBezTo>
                      <a:pt x="25" y="4"/>
                      <a:pt x="23" y="5"/>
                      <a:pt x="21" y="7"/>
                    </a:cubicBezTo>
                    <a:cubicBezTo>
                      <a:pt x="20" y="7"/>
                      <a:pt x="19" y="8"/>
                      <a:pt x="18" y="8"/>
                    </a:cubicBezTo>
                    <a:cubicBezTo>
                      <a:pt x="17" y="8"/>
                      <a:pt x="15" y="7"/>
                      <a:pt x="14" y="7"/>
                    </a:cubicBezTo>
                    <a:cubicBezTo>
                      <a:pt x="13" y="7"/>
                      <a:pt x="12" y="8"/>
                      <a:pt x="10" y="8"/>
                    </a:cubicBezTo>
                    <a:cubicBezTo>
                      <a:pt x="8" y="8"/>
                      <a:pt x="5" y="8"/>
                      <a:pt x="3" y="9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1" y="12"/>
                      <a:pt x="0" y="14"/>
                      <a:pt x="1" y="15"/>
                    </a:cubicBezTo>
                    <a:cubicBezTo>
                      <a:pt x="1" y="19"/>
                      <a:pt x="5" y="18"/>
                      <a:pt x="8" y="18"/>
                    </a:cubicBezTo>
                    <a:cubicBezTo>
                      <a:pt x="10" y="18"/>
                      <a:pt x="12" y="19"/>
                      <a:pt x="13" y="21"/>
                    </a:cubicBezTo>
                    <a:cubicBezTo>
                      <a:pt x="15" y="22"/>
                      <a:pt x="17" y="22"/>
                      <a:pt x="19" y="22"/>
                    </a:cubicBezTo>
                    <a:cubicBezTo>
                      <a:pt x="20" y="22"/>
                      <a:pt x="22" y="22"/>
                      <a:pt x="24" y="22"/>
                    </a:cubicBezTo>
                    <a:cubicBezTo>
                      <a:pt x="25" y="22"/>
                      <a:pt x="26" y="22"/>
                      <a:pt x="26" y="20"/>
                    </a:cubicBezTo>
                    <a:cubicBezTo>
                      <a:pt x="27" y="19"/>
                      <a:pt x="27" y="17"/>
                      <a:pt x="27" y="16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27" y="13"/>
                      <a:pt x="26" y="12"/>
                      <a:pt x="2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6" name="Freeform 3333">
                <a:extLst>
                  <a:ext uri="{FF2B5EF4-FFF2-40B4-BE49-F238E27FC236}">
                    <a16:creationId xmlns:a16="http://schemas.microsoft.com/office/drawing/2014/main" id="{4E54AB3D-D753-3B4D-9649-02A8277B7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286"/>
                <a:ext cx="12" cy="30"/>
              </a:xfrm>
              <a:custGeom>
                <a:avLst/>
                <a:gdLst>
                  <a:gd name="T0" fmla="*/ 22 w 28"/>
                  <a:gd name="T1" fmla="*/ 54 h 75"/>
                  <a:gd name="T2" fmla="*/ 21 w 28"/>
                  <a:gd name="T3" fmla="*/ 53 h 75"/>
                  <a:gd name="T4" fmla="*/ 18 w 28"/>
                  <a:gd name="T5" fmla="*/ 51 h 75"/>
                  <a:gd name="T6" fmla="*/ 18 w 28"/>
                  <a:gd name="T7" fmla="*/ 50 h 75"/>
                  <a:gd name="T8" fmla="*/ 19 w 28"/>
                  <a:gd name="T9" fmla="*/ 49 h 75"/>
                  <a:gd name="T10" fmla="*/ 22 w 28"/>
                  <a:gd name="T11" fmla="*/ 50 h 75"/>
                  <a:gd name="T12" fmla="*/ 25 w 28"/>
                  <a:gd name="T13" fmla="*/ 50 h 75"/>
                  <a:gd name="T14" fmla="*/ 27 w 28"/>
                  <a:gd name="T15" fmla="*/ 50 h 75"/>
                  <a:gd name="T16" fmla="*/ 28 w 28"/>
                  <a:gd name="T17" fmla="*/ 48 h 75"/>
                  <a:gd name="T18" fmla="*/ 26 w 28"/>
                  <a:gd name="T19" fmla="*/ 42 h 75"/>
                  <a:gd name="T20" fmla="*/ 26 w 28"/>
                  <a:gd name="T21" fmla="*/ 39 h 75"/>
                  <a:gd name="T22" fmla="*/ 22 w 28"/>
                  <a:gd name="T23" fmla="*/ 38 h 75"/>
                  <a:gd name="T24" fmla="*/ 19 w 28"/>
                  <a:gd name="T25" fmla="*/ 39 h 75"/>
                  <a:gd name="T26" fmla="*/ 17 w 28"/>
                  <a:gd name="T27" fmla="*/ 37 h 75"/>
                  <a:gd name="T28" fmla="*/ 15 w 28"/>
                  <a:gd name="T29" fmla="*/ 35 h 75"/>
                  <a:gd name="T30" fmla="*/ 15 w 28"/>
                  <a:gd name="T31" fmla="*/ 32 h 75"/>
                  <a:gd name="T32" fmla="*/ 17 w 28"/>
                  <a:gd name="T33" fmla="*/ 31 h 75"/>
                  <a:gd name="T34" fmla="*/ 19 w 28"/>
                  <a:gd name="T35" fmla="*/ 32 h 75"/>
                  <a:gd name="T36" fmla="*/ 20 w 28"/>
                  <a:gd name="T37" fmla="*/ 34 h 75"/>
                  <a:gd name="T38" fmla="*/ 21 w 28"/>
                  <a:gd name="T39" fmla="*/ 35 h 75"/>
                  <a:gd name="T40" fmla="*/ 22 w 28"/>
                  <a:gd name="T41" fmla="*/ 35 h 75"/>
                  <a:gd name="T42" fmla="*/ 23 w 28"/>
                  <a:gd name="T43" fmla="*/ 36 h 75"/>
                  <a:gd name="T44" fmla="*/ 25 w 28"/>
                  <a:gd name="T45" fmla="*/ 34 h 75"/>
                  <a:gd name="T46" fmla="*/ 27 w 28"/>
                  <a:gd name="T47" fmla="*/ 32 h 75"/>
                  <a:gd name="T48" fmla="*/ 26 w 28"/>
                  <a:gd name="T49" fmla="*/ 28 h 75"/>
                  <a:gd name="T50" fmla="*/ 24 w 28"/>
                  <a:gd name="T51" fmla="*/ 26 h 75"/>
                  <a:gd name="T52" fmla="*/ 22 w 28"/>
                  <a:gd name="T53" fmla="*/ 24 h 75"/>
                  <a:gd name="T54" fmla="*/ 21 w 28"/>
                  <a:gd name="T55" fmla="*/ 22 h 75"/>
                  <a:gd name="T56" fmla="*/ 20 w 28"/>
                  <a:gd name="T57" fmla="*/ 20 h 75"/>
                  <a:gd name="T58" fmla="*/ 18 w 28"/>
                  <a:gd name="T59" fmla="*/ 18 h 75"/>
                  <a:gd name="T60" fmla="*/ 15 w 28"/>
                  <a:gd name="T61" fmla="*/ 16 h 75"/>
                  <a:gd name="T62" fmla="*/ 14 w 28"/>
                  <a:gd name="T63" fmla="*/ 15 h 75"/>
                  <a:gd name="T64" fmla="*/ 14 w 28"/>
                  <a:gd name="T65" fmla="*/ 13 h 75"/>
                  <a:gd name="T66" fmla="*/ 14 w 28"/>
                  <a:gd name="T67" fmla="*/ 11 h 75"/>
                  <a:gd name="T68" fmla="*/ 14 w 28"/>
                  <a:gd name="T69" fmla="*/ 7 h 75"/>
                  <a:gd name="T70" fmla="*/ 11 w 28"/>
                  <a:gd name="T71" fmla="*/ 2 h 75"/>
                  <a:gd name="T72" fmla="*/ 6 w 28"/>
                  <a:gd name="T73" fmla="*/ 3 h 75"/>
                  <a:gd name="T74" fmla="*/ 3 w 28"/>
                  <a:gd name="T75" fmla="*/ 10 h 75"/>
                  <a:gd name="T76" fmla="*/ 3 w 28"/>
                  <a:gd name="T77" fmla="*/ 16 h 75"/>
                  <a:gd name="T78" fmla="*/ 1 w 28"/>
                  <a:gd name="T79" fmla="*/ 18 h 75"/>
                  <a:gd name="T80" fmla="*/ 1 w 28"/>
                  <a:gd name="T81" fmla="*/ 21 h 75"/>
                  <a:gd name="T82" fmla="*/ 0 w 28"/>
                  <a:gd name="T83" fmla="*/ 24 h 75"/>
                  <a:gd name="T84" fmla="*/ 0 w 28"/>
                  <a:gd name="T85" fmla="*/ 27 h 75"/>
                  <a:gd name="T86" fmla="*/ 2 w 28"/>
                  <a:gd name="T87" fmla="*/ 29 h 75"/>
                  <a:gd name="T88" fmla="*/ 4 w 28"/>
                  <a:gd name="T89" fmla="*/ 32 h 75"/>
                  <a:gd name="T90" fmla="*/ 3 w 28"/>
                  <a:gd name="T91" fmla="*/ 39 h 75"/>
                  <a:gd name="T92" fmla="*/ 1 w 28"/>
                  <a:gd name="T93" fmla="*/ 40 h 75"/>
                  <a:gd name="T94" fmla="*/ 1 w 28"/>
                  <a:gd name="T95" fmla="*/ 42 h 75"/>
                  <a:gd name="T96" fmla="*/ 2 w 28"/>
                  <a:gd name="T97" fmla="*/ 48 h 75"/>
                  <a:gd name="T98" fmla="*/ 6 w 28"/>
                  <a:gd name="T99" fmla="*/ 50 h 75"/>
                  <a:gd name="T100" fmla="*/ 9 w 28"/>
                  <a:gd name="T101" fmla="*/ 53 h 75"/>
                  <a:gd name="T102" fmla="*/ 10 w 28"/>
                  <a:gd name="T103" fmla="*/ 56 h 75"/>
                  <a:gd name="T104" fmla="*/ 9 w 28"/>
                  <a:gd name="T105" fmla="*/ 59 h 75"/>
                  <a:gd name="T106" fmla="*/ 10 w 28"/>
                  <a:gd name="T107" fmla="*/ 67 h 75"/>
                  <a:gd name="T108" fmla="*/ 17 w 28"/>
                  <a:gd name="T109" fmla="*/ 74 h 75"/>
                  <a:gd name="T110" fmla="*/ 22 w 28"/>
                  <a:gd name="T111" fmla="*/ 74 h 75"/>
                  <a:gd name="T112" fmla="*/ 26 w 28"/>
                  <a:gd name="T113" fmla="*/ 68 h 75"/>
                  <a:gd name="T114" fmla="*/ 26 w 28"/>
                  <a:gd name="T115" fmla="*/ 61 h 75"/>
                  <a:gd name="T116" fmla="*/ 26 w 28"/>
                  <a:gd name="T117" fmla="*/ 59 h 75"/>
                  <a:gd name="T118" fmla="*/ 25 w 28"/>
                  <a:gd name="T119" fmla="*/ 58 h 75"/>
                  <a:gd name="T120" fmla="*/ 24 w 28"/>
                  <a:gd name="T121" fmla="*/ 55 h 75"/>
                  <a:gd name="T122" fmla="*/ 22 w 28"/>
                  <a:gd name="T123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" h="75">
                    <a:moveTo>
                      <a:pt x="22" y="54"/>
                    </a:moveTo>
                    <a:cubicBezTo>
                      <a:pt x="22" y="53"/>
                      <a:pt x="22" y="53"/>
                      <a:pt x="21" y="53"/>
                    </a:cubicBezTo>
                    <a:cubicBezTo>
                      <a:pt x="20" y="52"/>
                      <a:pt x="19" y="52"/>
                      <a:pt x="18" y="51"/>
                    </a:cubicBezTo>
                    <a:cubicBezTo>
                      <a:pt x="18" y="51"/>
                      <a:pt x="17" y="50"/>
                      <a:pt x="18" y="50"/>
                    </a:cubicBezTo>
                    <a:cubicBezTo>
                      <a:pt x="18" y="49"/>
                      <a:pt x="19" y="49"/>
                      <a:pt x="19" y="49"/>
                    </a:cubicBezTo>
                    <a:cubicBezTo>
                      <a:pt x="20" y="49"/>
                      <a:pt x="21" y="50"/>
                      <a:pt x="22" y="50"/>
                    </a:cubicBezTo>
                    <a:cubicBezTo>
                      <a:pt x="23" y="50"/>
                      <a:pt x="24" y="50"/>
                      <a:pt x="25" y="50"/>
                    </a:cubicBezTo>
                    <a:cubicBezTo>
                      <a:pt x="26" y="51"/>
                      <a:pt x="27" y="51"/>
                      <a:pt x="27" y="50"/>
                    </a:cubicBezTo>
                    <a:cubicBezTo>
                      <a:pt x="28" y="50"/>
                      <a:pt x="28" y="49"/>
                      <a:pt x="28" y="48"/>
                    </a:cubicBezTo>
                    <a:cubicBezTo>
                      <a:pt x="28" y="46"/>
                      <a:pt x="26" y="44"/>
                      <a:pt x="26" y="42"/>
                    </a:cubicBezTo>
                    <a:cubicBezTo>
                      <a:pt x="26" y="41"/>
                      <a:pt x="27" y="40"/>
                      <a:pt x="26" y="39"/>
                    </a:cubicBezTo>
                    <a:cubicBezTo>
                      <a:pt x="25" y="38"/>
                      <a:pt x="23" y="38"/>
                      <a:pt x="22" y="38"/>
                    </a:cubicBezTo>
                    <a:cubicBezTo>
                      <a:pt x="21" y="39"/>
                      <a:pt x="20" y="39"/>
                      <a:pt x="19" y="39"/>
                    </a:cubicBezTo>
                    <a:cubicBezTo>
                      <a:pt x="18" y="38"/>
                      <a:pt x="17" y="38"/>
                      <a:pt x="17" y="37"/>
                    </a:cubicBezTo>
                    <a:cubicBezTo>
                      <a:pt x="16" y="36"/>
                      <a:pt x="15" y="36"/>
                      <a:pt x="15" y="35"/>
                    </a:cubicBezTo>
                    <a:cubicBezTo>
                      <a:pt x="15" y="34"/>
                      <a:pt x="15" y="33"/>
                      <a:pt x="15" y="32"/>
                    </a:cubicBezTo>
                    <a:cubicBezTo>
                      <a:pt x="16" y="32"/>
                      <a:pt x="16" y="31"/>
                      <a:pt x="17" y="31"/>
                    </a:cubicBezTo>
                    <a:cubicBezTo>
                      <a:pt x="18" y="31"/>
                      <a:pt x="18" y="31"/>
                      <a:pt x="19" y="32"/>
                    </a:cubicBezTo>
                    <a:cubicBezTo>
                      <a:pt x="19" y="33"/>
                      <a:pt x="20" y="33"/>
                      <a:pt x="20" y="34"/>
                    </a:cubicBezTo>
                    <a:cubicBezTo>
                      <a:pt x="20" y="34"/>
                      <a:pt x="20" y="35"/>
                      <a:pt x="21" y="35"/>
                    </a:cubicBezTo>
                    <a:cubicBezTo>
                      <a:pt x="21" y="35"/>
                      <a:pt x="21" y="35"/>
                      <a:pt x="22" y="35"/>
                    </a:cubicBezTo>
                    <a:cubicBezTo>
                      <a:pt x="22" y="35"/>
                      <a:pt x="22" y="35"/>
                      <a:pt x="23" y="36"/>
                    </a:cubicBezTo>
                    <a:cubicBezTo>
                      <a:pt x="24" y="36"/>
                      <a:pt x="25" y="35"/>
                      <a:pt x="25" y="34"/>
                    </a:cubicBezTo>
                    <a:cubicBezTo>
                      <a:pt x="26" y="34"/>
                      <a:pt x="26" y="33"/>
                      <a:pt x="27" y="32"/>
                    </a:cubicBezTo>
                    <a:cubicBezTo>
                      <a:pt x="27" y="31"/>
                      <a:pt x="26" y="29"/>
                      <a:pt x="26" y="28"/>
                    </a:cubicBezTo>
                    <a:cubicBezTo>
                      <a:pt x="25" y="27"/>
                      <a:pt x="25" y="27"/>
                      <a:pt x="24" y="26"/>
                    </a:cubicBezTo>
                    <a:cubicBezTo>
                      <a:pt x="23" y="25"/>
                      <a:pt x="23" y="24"/>
                      <a:pt x="22" y="24"/>
                    </a:cubicBezTo>
                    <a:cubicBezTo>
                      <a:pt x="22" y="23"/>
                      <a:pt x="21" y="22"/>
                      <a:pt x="21" y="22"/>
                    </a:cubicBezTo>
                    <a:cubicBezTo>
                      <a:pt x="21" y="21"/>
                      <a:pt x="20" y="21"/>
                      <a:pt x="20" y="20"/>
                    </a:cubicBezTo>
                    <a:cubicBezTo>
                      <a:pt x="20" y="19"/>
                      <a:pt x="18" y="19"/>
                      <a:pt x="18" y="18"/>
                    </a:cubicBezTo>
                    <a:cubicBezTo>
                      <a:pt x="17" y="17"/>
                      <a:pt x="16" y="16"/>
                      <a:pt x="15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5"/>
                      <a:pt x="13" y="3"/>
                      <a:pt x="11" y="2"/>
                    </a:cubicBezTo>
                    <a:cubicBezTo>
                      <a:pt x="10" y="0"/>
                      <a:pt x="7" y="1"/>
                      <a:pt x="6" y="3"/>
                    </a:cubicBezTo>
                    <a:cubicBezTo>
                      <a:pt x="4" y="5"/>
                      <a:pt x="3" y="7"/>
                      <a:pt x="3" y="10"/>
                    </a:cubicBezTo>
                    <a:cubicBezTo>
                      <a:pt x="3" y="12"/>
                      <a:pt x="4" y="14"/>
                      <a:pt x="3" y="16"/>
                    </a:cubicBezTo>
                    <a:cubicBezTo>
                      <a:pt x="2" y="17"/>
                      <a:pt x="2" y="17"/>
                      <a:pt x="1" y="18"/>
                    </a:cubicBezTo>
                    <a:cubicBezTo>
                      <a:pt x="1" y="19"/>
                      <a:pt x="1" y="20"/>
                      <a:pt x="1" y="21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8"/>
                      <a:pt x="2" y="29"/>
                    </a:cubicBezTo>
                    <a:cubicBezTo>
                      <a:pt x="3" y="30"/>
                      <a:pt x="4" y="31"/>
                      <a:pt x="4" y="32"/>
                    </a:cubicBezTo>
                    <a:cubicBezTo>
                      <a:pt x="6" y="35"/>
                      <a:pt x="5" y="38"/>
                      <a:pt x="3" y="39"/>
                    </a:cubicBezTo>
                    <a:cubicBezTo>
                      <a:pt x="2" y="39"/>
                      <a:pt x="2" y="40"/>
                      <a:pt x="1" y="40"/>
                    </a:cubicBezTo>
                    <a:cubicBezTo>
                      <a:pt x="1" y="41"/>
                      <a:pt x="1" y="42"/>
                      <a:pt x="1" y="42"/>
                    </a:cubicBezTo>
                    <a:cubicBezTo>
                      <a:pt x="1" y="44"/>
                      <a:pt x="1" y="46"/>
                      <a:pt x="2" y="48"/>
                    </a:cubicBezTo>
                    <a:cubicBezTo>
                      <a:pt x="3" y="48"/>
                      <a:pt x="5" y="49"/>
                      <a:pt x="6" y="50"/>
                    </a:cubicBezTo>
                    <a:cubicBezTo>
                      <a:pt x="7" y="51"/>
                      <a:pt x="8" y="52"/>
                      <a:pt x="9" y="53"/>
                    </a:cubicBezTo>
                    <a:cubicBezTo>
                      <a:pt x="9" y="54"/>
                      <a:pt x="10" y="55"/>
                      <a:pt x="10" y="56"/>
                    </a:cubicBezTo>
                    <a:cubicBezTo>
                      <a:pt x="10" y="57"/>
                      <a:pt x="9" y="58"/>
                      <a:pt x="9" y="59"/>
                    </a:cubicBezTo>
                    <a:cubicBezTo>
                      <a:pt x="9" y="62"/>
                      <a:pt x="9" y="65"/>
                      <a:pt x="10" y="67"/>
                    </a:cubicBezTo>
                    <a:cubicBezTo>
                      <a:pt x="11" y="71"/>
                      <a:pt x="14" y="73"/>
                      <a:pt x="17" y="74"/>
                    </a:cubicBezTo>
                    <a:cubicBezTo>
                      <a:pt x="19" y="75"/>
                      <a:pt x="20" y="75"/>
                      <a:pt x="22" y="74"/>
                    </a:cubicBezTo>
                    <a:cubicBezTo>
                      <a:pt x="24" y="72"/>
                      <a:pt x="25" y="70"/>
                      <a:pt x="26" y="68"/>
                    </a:cubicBezTo>
                    <a:cubicBezTo>
                      <a:pt x="26" y="66"/>
                      <a:pt x="26" y="63"/>
                      <a:pt x="26" y="61"/>
                    </a:cubicBezTo>
                    <a:cubicBezTo>
                      <a:pt x="26" y="61"/>
                      <a:pt x="26" y="60"/>
                      <a:pt x="26" y="59"/>
                    </a:cubicBezTo>
                    <a:cubicBezTo>
                      <a:pt x="26" y="58"/>
                      <a:pt x="26" y="58"/>
                      <a:pt x="25" y="58"/>
                    </a:cubicBezTo>
                    <a:cubicBezTo>
                      <a:pt x="25" y="57"/>
                      <a:pt x="24" y="56"/>
                      <a:pt x="24" y="55"/>
                    </a:cubicBezTo>
                    <a:cubicBezTo>
                      <a:pt x="23" y="55"/>
                      <a:pt x="23" y="54"/>
                      <a:pt x="22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7" name="Freeform 3334">
                <a:extLst>
                  <a:ext uri="{FF2B5EF4-FFF2-40B4-BE49-F238E27FC236}">
                    <a16:creationId xmlns:a16="http://schemas.microsoft.com/office/drawing/2014/main" id="{0DCA1684-C634-2047-9FF5-0256A65AC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74"/>
                <a:ext cx="3" cy="4"/>
              </a:xfrm>
              <a:custGeom>
                <a:avLst/>
                <a:gdLst>
                  <a:gd name="T0" fmla="*/ 0 w 7"/>
                  <a:gd name="T1" fmla="*/ 5 h 8"/>
                  <a:gd name="T2" fmla="*/ 0 w 7"/>
                  <a:gd name="T3" fmla="*/ 5 h 8"/>
                  <a:gd name="T4" fmla="*/ 0 w 7"/>
                  <a:gd name="T5" fmla="*/ 3 h 8"/>
                  <a:gd name="T6" fmla="*/ 2 w 7"/>
                  <a:gd name="T7" fmla="*/ 2 h 8"/>
                  <a:gd name="T8" fmla="*/ 2 w 7"/>
                  <a:gd name="T9" fmla="*/ 1 h 8"/>
                  <a:gd name="T10" fmla="*/ 3 w 7"/>
                  <a:gd name="T11" fmla="*/ 1 h 8"/>
                  <a:gd name="T12" fmla="*/ 6 w 7"/>
                  <a:gd name="T13" fmla="*/ 1 h 8"/>
                  <a:gd name="T14" fmla="*/ 7 w 7"/>
                  <a:gd name="T15" fmla="*/ 4 h 8"/>
                  <a:gd name="T16" fmla="*/ 7 w 7"/>
                  <a:gd name="T17" fmla="*/ 5 h 8"/>
                  <a:gd name="T18" fmla="*/ 7 w 7"/>
                  <a:gd name="T19" fmla="*/ 7 h 8"/>
                  <a:gd name="T20" fmla="*/ 6 w 7"/>
                  <a:gd name="T21" fmla="*/ 8 h 8"/>
                  <a:gd name="T22" fmla="*/ 5 w 7"/>
                  <a:gd name="T23" fmla="*/ 8 h 8"/>
                  <a:gd name="T24" fmla="*/ 2 w 7"/>
                  <a:gd name="T25" fmla="*/ 7 h 8"/>
                  <a:gd name="T26" fmla="*/ 0 w 7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1" y="7"/>
                      <a:pt x="1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8" name="Freeform 3335">
                <a:extLst>
                  <a:ext uri="{FF2B5EF4-FFF2-40B4-BE49-F238E27FC236}">
                    <a16:creationId xmlns:a16="http://schemas.microsoft.com/office/drawing/2014/main" id="{D60EE4B9-01EA-104E-80D4-681C6FA25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9"/>
                <a:ext cx="12" cy="21"/>
              </a:xfrm>
              <a:custGeom>
                <a:avLst/>
                <a:gdLst>
                  <a:gd name="T0" fmla="*/ 10 w 29"/>
                  <a:gd name="T1" fmla="*/ 29 h 52"/>
                  <a:gd name="T2" fmla="*/ 10 w 29"/>
                  <a:gd name="T3" fmla="*/ 29 h 52"/>
                  <a:gd name="T4" fmla="*/ 9 w 29"/>
                  <a:gd name="T5" fmla="*/ 29 h 52"/>
                  <a:gd name="T6" fmla="*/ 9 w 29"/>
                  <a:gd name="T7" fmla="*/ 29 h 52"/>
                  <a:gd name="T8" fmla="*/ 8 w 29"/>
                  <a:gd name="T9" fmla="*/ 28 h 52"/>
                  <a:gd name="T10" fmla="*/ 7 w 29"/>
                  <a:gd name="T11" fmla="*/ 28 h 52"/>
                  <a:gd name="T12" fmla="*/ 7 w 29"/>
                  <a:gd name="T13" fmla="*/ 28 h 52"/>
                  <a:gd name="T14" fmla="*/ 5 w 29"/>
                  <a:gd name="T15" fmla="*/ 29 h 52"/>
                  <a:gd name="T16" fmla="*/ 5 w 29"/>
                  <a:gd name="T17" fmla="*/ 30 h 52"/>
                  <a:gd name="T18" fmla="*/ 4 w 29"/>
                  <a:gd name="T19" fmla="*/ 31 h 52"/>
                  <a:gd name="T20" fmla="*/ 2 w 29"/>
                  <a:gd name="T21" fmla="*/ 30 h 52"/>
                  <a:gd name="T22" fmla="*/ 2 w 29"/>
                  <a:gd name="T23" fmla="*/ 30 h 52"/>
                  <a:gd name="T24" fmla="*/ 1 w 29"/>
                  <a:gd name="T25" fmla="*/ 29 h 52"/>
                  <a:gd name="T26" fmla="*/ 0 w 29"/>
                  <a:gd name="T27" fmla="*/ 27 h 52"/>
                  <a:gd name="T28" fmla="*/ 0 w 29"/>
                  <a:gd name="T29" fmla="*/ 23 h 52"/>
                  <a:gd name="T30" fmla="*/ 1 w 29"/>
                  <a:gd name="T31" fmla="*/ 21 h 52"/>
                  <a:gd name="T32" fmla="*/ 2 w 29"/>
                  <a:gd name="T33" fmla="*/ 19 h 52"/>
                  <a:gd name="T34" fmla="*/ 2 w 29"/>
                  <a:gd name="T35" fmla="*/ 17 h 52"/>
                  <a:gd name="T36" fmla="*/ 2 w 29"/>
                  <a:gd name="T37" fmla="*/ 13 h 52"/>
                  <a:gd name="T38" fmla="*/ 2 w 29"/>
                  <a:gd name="T39" fmla="*/ 10 h 52"/>
                  <a:gd name="T40" fmla="*/ 1 w 29"/>
                  <a:gd name="T41" fmla="*/ 9 h 52"/>
                  <a:gd name="T42" fmla="*/ 1 w 29"/>
                  <a:gd name="T43" fmla="*/ 7 h 52"/>
                  <a:gd name="T44" fmla="*/ 1 w 29"/>
                  <a:gd name="T45" fmla="*/ 3 h 52"/>
                  <a:gd name="T46" fmla="*/ 2 w 29"/>
                  <a:gd name="T47" fmla="*/ 1 h 52"/>
                  <a:gd name="T48" fmla="*/ 4 w 29"/>
                  <a:gd name="T49" fmla="*/ 2 h 52"/>
                  <a:gd name="T50" fmla="*/ 6 w 29"/>
                  <a:gd name="T51" fmla="*/ 4 h 52"/>
                  <a:gd name="T52" fmla="*/ 9 w 29"/>
                  <a:gd name="T53" fmla="*/ 8 h 52"/>
                  <a:gd name="T54" fmla="*/ 14 w 29"/>
                  <a:gd name="T55" fmla="*/ 11 h 52"/>
                  <a:gd name="T56" fmla="*/ 18 w 29"/>
                  <a:gd name="T57" fmla="*/ 12 h 52"/>
                  <a:gd name="T58" fmla="*/ 21 w 29"/>
                  <a:gd name="T59" fmla="*/ 15 h 52"/>
                  <a:gd name="T60" fmla="*/ 23 w 29"/>
                  <a:gd name="T61" fmla="*/ 19 h 52"/>
                  <a:gd name="T62" fmla="*/ 27 w 29"/>
                  <a:gd name="T63" fmla="*/ 23 h 52"/>
                  <a:gd name="T64" fmla="*/ 29 w 29"/>
                  <a:gd name="T65" fmla="*/ 27 h 52"/>
                  <a:gd name="T66" fmla="*/ 29 w 29"/>
                  <a:gd name="T67" fmla="*/ 32 h 52"/>
                  <a:gd name="T68" fmla="*/ 28 w 29"/>
                  <a:gd name="T69" fmla="*/ 37 h 52"/>
                  <a:gd name="T70" fmla="*/ 26 w 29"/>
                  <a:gd name="T71" fmla="*/ 42 h 52"/>
                  <a:gd name="T72" fmla="*/ 24 w 29"/>
                  <a:gd name="T73" fmla="*/ 46 h 52"/>
                  <a:gd name="T74" fmla="*/ 22 w 29"/>
                  <a:gd name="T75" fmla="*/ 49 h 52"/>
                  <a:gd name="T76" fmla="*/ 18 w 29"/>
                  <a:gd name="T77" fmla="*/ 44 h 52"/>
                  <a:gd name="T78" fmla="*/ 14 w 29"/>
                  <a:gd name="T79" fmla="*/ 38 h 52"/>
                  <a:gd name="T80" fmla="*/ 12 w 29"/>
                  <a:gd name="T81" fmla="*/ 36 h 52"/>
                  <a:gd name="T82" fmla="*/ 11 w 29"/>
                  <a:gd name="T83" fmla="*/ 33 h 52"/>
                  <a:gd name="T84" fmla="*/ 10 w 29"/>
                  <a:gd name="T85" fmla="*/ 31 h 52"/>
                  <a:gd name="T86" fmla="*/ 10 w 29"/>
                  <a:gd name="T87" fmla="*/ 2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" h="52">
                    <a:moveTo>
                      <a:pt x="10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8"/>
                      <a:pt x="8" y="28"/>
                    </a:cubicBezTo>
                    <a:cubicBezTo>
                      <a:pt x="8" y="28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1"/>
                      <a:pt x="3" y="3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" y="30"/>
                      <a:pt x="1" y="30"/>
                      <a:pt x="1" y="29"/>
                    </a:cubicBezTo>
                    <a:cubicBezTo>
                      <a:pt x="0" y="29"/>
                      <a:pt x="0" y="28"/>
                      <a:pt x="0" y="27"/>
                    </a:cubicBezTo>
                    <a:cubicBezTo>
                      <a:pt x="0" y="26"/>
                      <a:pt x="0" y="24"/>
                      <a:pt x="0" y="23"/>
                    </a:cubicBezTo>
                    <a:cubicBezTo>
                      <a:pt x="0" y="22"/>
                      <a:pt x="1" y="22"/>
                      <a:pt x="1" y="21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2" y="18"/>
                      <a:pt x="2" y="17"/>
                      <a:pt x="2" y="17"/>
                    </a:cubicBezTo>
                    <a:cubicBezTo>
                      <a:pt x="2" y="16"/>
                      <a:pt x="2" y="15"/>
                      <a:pt x="2" y="13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5"/>
                      <a:pt x="8" y="7"/>
                      <a:pt x="9" y="8"/>
                    </a:cubicBezTo>
                    <a:cubicBezTo>
                      <a:pt x="10" y="9"/>
                      <a:pt x="12" y="10"/>
                      <a:pt x="14" y="11"/>
                    </a:cubicBezTo>
                    <a:cubicBezTo>
                      <a:pt x="15" y="11"/>
                      <a:pt x="17" y="11"/>
                      <a:pt x="18" y="12"/>
                    </a:cubicBezTo>
                    <a:cubicBezTo>
                      <a:pt x="19" y="13"/>
                      <a:pt x="20" y="14"/>
                      <a:pt x="21" y="15"/>
                    </a:cubicBezTo>
                    <a:cubicBezTo>
                      <a:pt x="21" y="17"/>
                      <a:pt x="22" y="18"/>
                      <a:pt x="23" y="19"/>
                    </a:cubicBezTo>
                    <a:cubicBezTo>
                      <a:pt x="24" y="20"/>
                      <a:pt x="26" y="21"/>
                      <a:pt x="27" y="23"/>
                    </a:cubicBezTo>
                    <a:cubicBezTo>
                      <a:pt x="28" y="24"/>
                      <a:pt x="29" y="25"/>
                      <a:pt x="29" y="27"/>
                    </a:cubicBezTo>
                    <a:cubicBezTo>
                      <a:pt x="29" y="28"/>
                      <a:pt x="29" y="30"/>
                      <a:pt x="29" y="32"/>
                    </a:cubicBezTo>
                    <a:cubicBezTo>
                      <a:pt x="29" y="34"/>
                      <a:pt x="29" y="35"/>
                      <a:pt x="28" y="37"/>
                    </a:cubicBezTo>
                    <a:cubicBezTo>
                      <a:pt x="28" y="39"/>
                      <a:pt x="27" y="40"/>
                      <a:pt x="26" y="42"/>
                    </a:cubicBezTo>
                    <a:cubicBezTo>
                      <a:pt x="25" y="43"/>
                      <a:pt x="24" y="44"/>
                      <a:pt x="24" y="46"/>
                    </a:cubicBezTo>
                    <a:cubicBezTo>
                      <a:pt x="23" y="47"/>
                      <a:pt x="23" y="48"/>
                      <a:pt x="22" y="49"/>
                    </a:cubicBezTo>
                    <a:cubicBezTo>
                      <a:pt x="20" y="52"/>
                      <a:pt x="18" y="46"/>
                      <a:pt x="18" y="44"/>
                    </a:cubicBezTo>
                    <a:cubicBezTo>
                      <a:pt x="17" y="42"/>
                      <a:pt x="15" y="40"/>
                      <a:pt x="14" y="38"/>
                    </a:cubicBezTo>
                    <a:cubicBezTo>
                      <a:pt x="13" y="37"/>
                      <a:pt x="13" y="37"/>
                      <a:pt x="12" y="36"/>
                    </a:cubicBezTo>
                    <a:cubicBezTo>
                      <a:pt x="12" y="35"/>
                      <a:pt x="11" y="34"/>
                      <a:pt x="11" y="33"/>
                    </a:cubicBezTo>
                    <a:cubicBezTo>
                      <a:pt x="11" y="32"/>
                      <a:pt x="11" y="32"/>
                      <a:pt x="10" y="31"/>
                    </a:cubicBezTo>
                    <a:cubicBezTo>
                      <a:pt x="10" y="30"/>
                      <a:pt x="10" y="30"/>
                      <a:pt x="10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9" name="Freeform 3336">
                <a:extLst>
                  <a:ext uri="{FF2B5EF4-FFF2-40B4-BE49-F238E27FC236}">
                    <a16:creationId xmlns:a16="http://schemas.microsoft.com/office/drawing/2014/main" id="{BFE6481E-87BB-7144-AE50-F46F5CB92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0"/>
                <a:ext cx="4" cy="3"/>
              </a:xfrm>
              <a:custGeom>
                <a:avLst/>
                <a:gdLst>
                  <a:gd name="T0" fmla="*/ 5 w 9"/>
                  <a:gd name="T1" fmla="*/ 8 h 8"/>
                  <a:gd name="T2" fmla="*/ 3 w 9"/>
                  <a:gd name="T3" fmla="*/ 7 h 8"/>
                  <a:gd name="T4" fmla="*/ 1 w 9"/>
                  <a:gd name="T5" fmla="*/ 6 h 8"/>
                  <a:gd name="T6" fmla="*/ 0 w 9"/>
                  <a:gd name="T7" fmla="*/ 3 h 8"/>
                  <a:gd name="T8" fmla="*/ 0 w 9"/>
                  <a:gd name="T9" fmla="*/ 0 h 8"/>
                  <a:gd name="T10" fmla="*/ 3 w 9"/>
                  <a:gd name="T11" fmla="*/ 0 h 8"/>
                  <a:gd name="T12" fmla="*/ 4 w 9"/>
                  <a:gd name="T13" fmla="*/ 0 h 8"/>
                  <a:gd name="T14" fmla="*/ 6 w 9"/>
                  <a:gd name="T15" fmla="*/ 2 h 8"/>
                  <a:gd name="T16" fmla="*/ 7 w 9"/>
                  <a:gd name="T17" fmla="*/ 4 h 8"/>
                  <a:gd name="T18" fmla="*/ 7 w 9"/>
                  <a:gd name="T19" fmla="*/ 7 h 8"/>
                  <a:gd name="T20" fmla="*/ 5 w 9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4" y="8"/>
                      <a:pt x="4" y="7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5"/>
                      <a:pt x="9" y="6"/>
                      <a:pt x="7" y="7"/>
                    </a:cubicBezTo>
                    <a:cubicBezTo>
                      <a:pt x="7" y="8"/>
                      <a:pt x="6" y="8"/>
                      <a:pt x="5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0" name="Freeform 3337">
                <a:extLst>
                  <a:ext uri="{FF2B5EF4-FFF2-40B4-BE49-F238E27FC236}">
                    <a16:creationId xmlns:a16="http://schemas.microsoft.com/office/drawing/2014/main" id="{E8670989-67A9-214D-8C1B-B63666B3D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254"/>
                <a:ext cx="3" cy="5"/>
              </a:xfrm>
              <a:custGeom>
                <a:avLst/>
                <a:gdLst>
                  <a:gd name="T0" fmla="*/ 1 w 7"/>
                  <a:gd name="T1" fmla="*/ 4 h 14"/>
                  <a:gd name="T2" fmla="*/ 1 w 7"/>
                  <a:gd name="T3" fmla="*/ 1 h 14"/>
                  <a:gd name="T4" fmla="*/ 5 w 7"/>
                  <a:gd name="T5" fmla="*/ 0 h 14"/>
                  <a:gd name="T6" fmla="*/ 6 w 7"/>
                  <a:gd name="T7" fmla="*/ 5 h 14"/>
                  <a:gd name="T8" fmla="*/ 6 w 7"/>
                  <a:gd name="T9" fmla="*/ 6 h 14"/>
                  <a:gd name="T10" fmla="*/ 7 w 7"/>
                  <a:gd name="T11" fmla="*/ 7 h 14"/>
                  <a:gd name="T12" fmla="*/ 7 w 7"/>
                  <a:gd name="T13" fmla="*/ 10 h 14"/>
                  <a:gd name="T14" fmla="*/ 7 w 7"/>
                  <a:gd name="T15" fmla="*/ 12 h 14"/>
                  <a:gd name="T16" fmla="*/ 5 w 7"/>
                  <a:gd name="T17" fmla="*/ 14 h 14"/>
                  <a:gd name="T18" fmla="*/ 2 w 7"/>
                  <a:gd name="T19" fmla="*/ 13 h 14"/>
                  <a:gd name="T20" fmla="*/ 1 w 7"/>
                  <a:gd name="T21" fmla="*/ 11 h 14"/>
                  <a:gd name="T22" fmla="*/ 1 w 7"/>
                  <a:gd name="T23" fmla="*/ 8 h 14"/>
                  <a:gd name="T24" fmla="*/ 1 w 7"/>
                  <a:gd name="T2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1" y="4"/>
                    </a:moveTo>
                    <a:cubicBezTo>
                      <a:pt x="1" y="3"/>
                      <a:pt x="1" y="2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4"/>
                      <a:pt x="7" y="14"/>
                      <a:pt x="5" y="14"/>
                    </a:cubicBezTo>
                    <a:cubicBezTo>
                      <a:pt x="4" y="14"/>
                      <a:pt x="3" y="13"/>
                      <a:pt x="2" y="13"/>
                    </a:cubicBezTo>
                    <a:cubicBezTo>
                      <a:pt x="2" y="12"/>
                      <a:pt x="1" y="12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7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1" name="Freeform 3338">
                <a:extLst>
                  <a:ext uri="{FF2B5EF4-FFF2-40B4-BE49-F238E27FC236}">
                    <a16:creationId xmlns:a16="http://schemas.microsoft.com/office/drawing/2014/main" id="{18788519-7CEB-574B-872C-4340BBC17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226"/>
                <a:ext cx="7" cy="4"/>
              </a:xfrm>
              <a:custGeom>
                <a:avLst/>
                <a:gdLst>
                  <a:gd name="T0" fmla="*/ 10 w 19"/>
                  <a:gd name="T1" fmla="*/ 8 h 10"/>
                  <a:gd name="T2" fmla="*/ 8 w 19"/>
                  <a:gd name="T3" fmla="*/ 8 h 10"/>
                  <a:gd name="T4" fmla="*/ 7 w 19"/>
                  <a:gd name="T5" fmla="*/ 7 h 10"/>
                  <a:gd name="T6" fmla="*/ 5 w 19"/>
                  <a:gd name="T7" fmla="*/ 6 h 10"/>
                  <a:gd name="T8" fmla="*/ 3 w 19"/>
                  <a:gd name="T9" fmla="*/ 6 h 10"/>
                  <a:gd name="T10" fmla="*/ 1 w 19"/>
                  <a:gd name="T11" fmla="*/ 4 h 10"/>
                  <a:gd name="T12" fmla="*/ 0 w 19"/>
                  <a:gd name="T13" fmla="*/ 2 h 10"/>
                  <a:gd name="T14" fmla="*/ 2 w 19"/>
                  <a:gd name="T15" fmla="*/ 1 h 10"/>
                  <a:gd name="T16" fmla="*/ 8 w 19"/>
                  <a:gd name="T17" fmla="*/ 1 h 10"/>
                  <a:gd name="T18" fmla="*/ 13 w 19"/>
                  <a:gd name="T19" fmla="*/ 3 h 10"/>
                  <a:gd name="T20" fmla="*/ 14 w 19"/>
                  <a:gd name="T21" fmla="*/ 4 h 10"/>
                  <a:gd name="T22" fmla="*/ 16 w 19"/>
                  <a:gd name="T23" fmla="*/ 5 h 10"/>
                  <a:gd name="T24" fmla="*/ 17 w 19"/>
                  <a:gd name="T25" fmla="*/ 6 h 10"/>
                  <a:gd name="T26" fmla="*/ 18 w 19"/>
                  <a:gd name="T27" fmla="*/ 7 h 10"/>
                  <a:gd name="T28" fmla="*/ 18 w 19"/>
                  <a:gd name="T29" fmla="*/ 8 h 10"/>
                  <a:gd name="T30" fmla="*/ 18 w 19"/>
                  <a:gd name="T31" fmla="*/ 9 h 10"/>
                  <a:gd name="T32" fmla="*/ 15 w 19"/>
                  <a:gd name="T33" fmla="*/ 10 h 10"/>
                  <a:gd name="T34" fmla="*/ 14 w 19"/>
                  <a:gd name="T35" fmla="*/ 9 h 10"/>
                  <a:gd name="T36" fmla="*/ 12 w 19"/>
                  <a:gd name="T37" fmla="*/ 9 h 10"/>
                  <a:gd name="T38" fmla="*/ 10 w 19"/>
                  <a:gd name="T3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10">
                    <a:moveTo>
                      <a:pt x="10" y="8"/>
                    </a:moveTo>
                    <a:cubicBezTo>
                      <a:pt x="9" y="8"/>
                      <a:pt x="8" y="8"/>
                      <a:pt x="8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1"/>
                      <a:pt x="11" y="2"/>
                      <a:pt x="13" y="3"/>
                    </a:cubicBezTo>
                    <a:cubicBezTo>
                      <a:pt x="13" y="3"/>
                      <a:pt x="13" y="4"/>
                      <a:pt x="14" y="4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6" y="10"/>
                      <a:pt x="15" y="10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1" y="9"/>
                      <a:pt x="10" y="8"/>
                      <a:pt x="10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2" name="Freeform 3339">
                <a:extLst>
                  <a:ext uri="{FF2B5EF4-FFF2-40B4-BE49-F238E27FC236}">
                    <a16:creationId xmlns:a16="http://schemas.microsoft.com/office/drawing/2014/main" id="{D027F059-B5AF-1842-B0AA-D41EFBDA4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228"/>
                <a:ext cx="18" cy="17"/>
              </a:xfrm>
              <a:custGeom>
                <a:avLst/>
                <a:gdLst>
                  <a:gd name="T0" fmla="*/ 3 w 46"/>
                  <a:gd name="T1" fmla="*/ 12 h 42"/>
                  <a:gd name="T2" fmla="*/ 2 w 46"/>
                  <a:gd name="T3" fmla="*/ 11 h 42"/>
                  <a:gd name="T4" fmla="*/ 1 w 46"/>
                  <a:gd name="T5" fmla="*/ 10 h 42"/>
                  <a:gd name="T6" fmla="*/ 0 w 46"/>
                  <a:gd name="T7" fmla="*/ 9 h 42"/>
                  <a:gd name="T8" fmla="*/ 0 w 46"/>
                  <a:gd name="T9" fmla="*/ 6 h 42"/>
                  <a:gd name="T10" fmla="*/ 0 w 46"/>
                  <a:gd name="T11" fmla="*/ 3 h 42"/>
                  <a:gd name="T12" fmla="*/ 2 w 46"/>
                  <a:gd name="T13" fmla="*/ 1 h 42"/>
                  <a:gd name="T14" fmla="*/ 4 w 46"/>
                  <a:gd name="T15" fmla="*/ 2 h 42"/>
                  <a:gd name="T16" fmla="*/ 6 w 46"/>
                  <a:gd name="T17" fmla="*/ 5 h 42"/>
                  <a:gd name="T18" fmla="*/ 10 w 46"/>
                  <a:gd name="T19" fmla="*/ 8 h 42"/>
                  <a:gd name="T20" fmla="*/ 15 w 46"/>
                  <a:gd name="T21" fmla="*/ 7 h 42"/>
                  <a:gd name="T22" fmla="*/ 20 w 46"/>
                  <a:gd name="T23" fmla="*/ 7 h 42"/>
                  <a:gd name="T24" fmla="*/ 25 w 46"/>
                  <a:gd name="T25" fmla="*/ 7 h 42"/>
                  <a:gd name="T26" fmla="*/ 27 w 46"/>
                  <a:gd name="T27" fmla="*/ 9 h 42"/>
                  <a:gd name="T28" fmla="*/ 30 w 46"/>
                  <a:gd name="T29" fmla="*/ 12 h 42"/>
                  <a:gd name="T30" fmla="*/ 33 w 46"/>
                  <a:gd name="T31" fmla="*/ 16 h 42"/>
                  <a:gd name="T32" fmla="*/ 39 w 46"/>
                  <a:gd name="T33" fmla="*/ 23 h 42"/>
                  <a:gd name="T34" fmla="*/ 44 w 46"/>
                  <a:gd name="T35" fmla="*/ 28 h 42"/>
                  <a:gd name="T36" fmla="*/ 45 w 46"/>
                  <a:gd name="T37" fmla="*/ 32 h 42"/>
                  <a:gd name="T38" fmla="*/ 43 w 46"/>
                  <a:gd name="T39" fmla="*/ 34 h 42"/>
                  <a:gd name="T40" fmla="*/ 41 w 46"/>
                  <a:gd name="T41" fmla="*/ 37 h 42"/>
                  <a:gd name="T42" fmla="*/ 38 w 46"/>
                  <a:gd name="T43" fmla="*/ 39 h 42"/>
                  <a:gd name="T44" fmla="*/ 34 w 46"/>
                  <a:gd name="T45" fmla="*/ 39 h 42"/>
                  <a:gd name="T46" fmla="*/ 30 w 46"/>
                  <a:gd name="T47" fmla="*/ 39 h 42"/>
                  <a:gd name="T48" fmla="*/ 28 w 46"/>
                  <a:gd name="T49" fmla="*/ 41 h 42"/>
                  <a:gd name="T50" fmla="*/ 22 w 46"/>
                  <a:gd name="T51" fmla="*/ 38 h 42"/>
                  <a:gd name="T52" fmla="*/ 19 w 46"/>
                  <a:gd name="T53" fmla="*/ 36 h 42"/>
                  <a:gd name="T54" fmla="*/ 15 w 46"/>
                  <a:gd name="T55" fmla="*/ 35 h 42"/>
                  <a:gd name="T56" fmla="*/ 12 w 46"/>
                  <a:gd name="T57" fmla="*/ 35 h 42"/>
                  <a:gd name="T58" fmla="*/ 9 w 46"/>
                  <a:gd name="T59" fmla="*/ 34 h 42"/>
                  <a:gd name="T60" fmla="*/ 7 w 46"/>
                  <a:gd name="T61" fmla="*/ 33 h 42"/>
                  <a:gd name="T62" fmla="*/ 6 w 46"/>
                  <a:gd name="T63" fmla="*/ 32 h 42"/>
                  <a:gd name="T64" fmla="*/ 4 w 46"/>
                  <a:gd name="T65" fmla="*/ 30 h 42"/>
                  <a:gd name="T66" fmla="*/ 3 w 46"/>
                  <a:gd name="T67" fmla="*/ 28 h 42"/>
                  <a:gd name="T68" fmla="*/ 2 w 46"/>
                  <a:gd name="T69" fmla="*/ 26 h 42"/>
                  <a:gd name="T70" fmla="*/ 0 w 46"/>
                  <a:gd name="T71" fmla="*/ 23 h 42"/>
                  <a:gd name="T72" fmla="*/ 0 w 46"/>
                  <a:gd name="T73" fmla="*/ 22 h 42"/>
                  <a:gd name="T74" fmla="*/ 1 w 46"/>
                  <a:gd name="T75" fmla="*/ 22 h 42"/>
                  <a:gd name="T76" fmla="*/ 5 w 46"/>
                  <a:gd name="T77" fmla="*/ 23 h 42"/>
                  <a:gd name="T78" fmla="*/ 7 w 46"/>
                  <a:gd name="T79" fmla="*/ 22 h 42"/>
                  <a:gd name="T80" fmla="*/ 6 w 46"/>
                  <a:gd name="T81" fmla="*/ 19 h 42"/>
                  <a:gd name="T82" fmla="*/ 5 w 46"/>
                  <a:gd name="T83" fmla="*/ 17 h 42"/>
                  <a:gd name="T84" fmla="*/ 4 w 46"/>
                  <a:gd name="T85" fmla="*/ 15 h 42"/>
                  <a:gd name="T86" fmla="*/ 4 w 46"/>
                  <a:gd name="T87" fmla="*/ 13 h 42"/>
                  <a:gd name="T88" fmla="*/ 3 w 46"/>
                  <a:gd name="T89" fmla="*/ 13 h 42"/>
                  <a:gd name="T90" fmla="*/ 3 w 46"/>
                  <a:gd name="T91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42">
                    <a:moveTo>
                      <a:pt x="3" y="12"/>
                    </a:moveTo>
                    <a:cubicBezTo>
                      <a:pt x="3" y="11"/>
                      <a:pt x="2" y="11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6"/>
                      <a:pt x="8" y="7"/>
                      <a:pt x="10" y="8"/>
                    </a:cubicBezTo>
                    <a:cubicBezTo>
                      <a:pt x="11" y="8"/>
                      <a:pt x="13" y="8"/>
                      <a:pt x="15" y="7"/>
                    </a:cubicBezTo>
                    <a:cubicBezTo>
                      <a:pt x="17" y="7"/>
                      <a:pt x="19" y="7"/>
                      <a:pt x="20" y="7"/>
                    </a:cubicBezTo>
                    <a:cubicBezTo>
                      <a:pt x="22" y="7"/>
                      <a:pt x="23" y="7"/>
                      <a:pt x="25" y="7"/>
                    </a:cubicBezTo>
                    <a:cubicBezTo>
                      <a:pt x="26" y="8"/>
                      <a:pt x="26" y="8"/>
                      <a:pt x="27" y="9"/>
                    </a:cubicBezTo>
                    <a:cubicBezTo>
                      <a:pt x="28" y="10"/>
                      <a:pt x="29" y="11"/>
                      <a:pt x="30" y="12"/>
                    </a:cubicBezTo>
                    <a:cubicBezTo>
                      <a:pt x="31" y="13"/>
                      <a:pt x="32" y="15"/>
                      <a:pt x="33" y="16"/>
                    </a:cubicBezTo>
                    <a:cubicBezTo>
                      <a:pt x="35" y="19"/>
                      <a:pt x="36" y="21"/>
                      <a:pt x="39" y="23"/>
                    </a:cubicBezTo>
                    <a:cubicBezTo>
                      <a:pt x="40" y="25"/>
                      <a:pt x="42" y="26"/>
                      <a:pt x="44" y="28"/>
                    </a:cubicBezTo>
                    <a:cubicBezTo>
                      <a:pt x="44" y="29"/>
                      <a:pt x="46" y="31"/>
                      <a:pt x="45" y="32"/>
                    </a:cubicBezTo>
                    <a:cubicBezTo>
                      <a:pt x="45" y="33"/>
                      <a:pt x="44" y="34"/>
                      <a:pt x="43" y="34"/>
                    </a:cubicBezTo>
                    <a:cubicBezTo>
                      <a:pt x="42" y="35"/>
                      <a:pt x="41" y="36"/>
                      <a:pt x="41" y="37"/>
                    </a:cubicBezTo>
                    <a:cubicBezTo>
                      <a:pt x="40" y="38"/>
                      <a:pt x="39" y="38"/>
                      <a:pt x="38" y="39"/>
                    </a:cubicBezTo>
                    <a:cubicBezTo>
                      <a:pt x="37" y="39"/>
                      <a:pt x="36" y="39"/>
                      <a:pt x="34" y="39"/>
                    </a:cubicBezTo>
                    <a:cubicBezTo>
                      <a:pt x="33" y="39"/>
                      <a:pt x="32" y="39"/>
                      <a:pt x="30" y="39"/>
                    </a:cubicBezTo>
                    <a:cubicBezTo>
                      <a:pt x="29" y="40"/>
                      <a:pt x="29" y="41"/>
                      <a:pt x="28" y="41"/>
                    </a:cubicBezTo>
                    <a:cubicBezTo>
                      <a:pt x="25" y="42"/>
                      <a:pt x="23" y="40"/>
                      <a:pt x="22" y="38"/>
                    </a:cubicBezTo>
                    <a:cubicBezTo>
                      <a:pt x="21" y="37"/>
                      <a:pt x="20" y="37"/>
                      <a:pt x="19" y="36"/>
                    </a:cubicBezTo>
                    <a:cubicBezTo>
                      <a:pt x="17" y="36"/>
                      <a:pt x="16" y="35"/>
                      <a:pt x="15" y="35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11" y="34"/>
                      <a:pt x="10" y="34"/>
                      <a:pt x="9" y="34"/>
                    </a:cubicBezTo>
                    <a:cubicBezTo>
                      <a:pt x="9" y="33"/>
                      <a:pt x="8" y="33"/>
                      <a:pt x="7" y="33"/>
                    </a:cubicBezTo>
                    <a:cubicBezTo>
                      <a:pt x="7" y="33"/>
                      <a:pt x="6" y="32"/>
                      <a:pt x="6" y="32"/>
                    </a:cubicBezTo>
                    <a:cubicBezTo>
                      <a:pt x="5" y="32"/>
                      <a:pt x="4" y="31"/>
                      <a:pt x="4" y="30"/>
                    </a:cubicBezTo>
                    <a:cubicBezTo>
                      <a:pt x="4" y="30"/>
                      <a:pt x="4" y="29"/>
                      <a:pt x="3" y="28"/>
                    </a:cubicBezTo>
                    <a:cubicBezTo>
                      <a:pt x="3" y="27"/>
                      <a:pt x="2" y="27"/>
                      <a:pt x="2" y="26"/>
                    </a:cubicBezTo>
                    <a:cubicBezTo>
                      <a:pt x="1" y="25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3" y="22"/>
                      <a:pt x="4" y="23"/>
                      <a:pt x="5" y="23"/>
                    </a:cubicBezTo>
                    <a:cubicBezTo>
                      <a:pt x="6" y="23"/>
                      <a:pt x="7" y="23"/>
                      <a:pt x="7" y="22"/>
                    </a:cubicBezTo>
                    <a:cubicBezTo>
                      <a:pt x="7" y="21"/>
                      <a:pt x="6" y="20"/>
                      <a:pt x="6" y="19"/>
                    </a:cubicBezTo>
                    <a:cubicBezTo>
                      <a:pt x="5" y="18"/>
                      <a:pt x="5" y="18"/>
                      <a:pt x="5" y="17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4" y="14"/>
                      <a:pt x="4" y="14"/>
                      <a:pt x="4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3" name="Freeform 3340">
                <a:extLst>
                  <a:ext uri="{FF2B5EF4-FFF2-40B4-BE49-F238E27FC236}">
                    <a16:creationId xmlns:a16="http://schemas.microsoft.com/office/drawing/2014/main" id="{DC18E125-9D79-6B49-86FD-7F1E6A04C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230"/>
                <a:ext cx="6" cy="6"/>
              </a:xfrm>
              <a:custGeom>
                <a:avLst/>
                <a:gdLst>
                  <a:gd name="T0" fmla="*/ 1 w 15"/>
                  <a:gd name="T1" fmla="*/ 6 h 14"/>
                  <a:gd name="T2" fmla="*/ 1 w 15"/>
                  <a:gd name="T3" fmla="*/ 5 h 14"/>
                  <a:gd name="T4" fmla="*/ 3 w 15"/>
                  <a:gd name="T5" fmla="*/ 4 h 14"/>
                  <a:gd name="T6" fmla="*/ 5 w 15"/>
                  <a:gd name="T7" fmla="*/ 4 h 14"/>
                  <a:gd name="T8" fmla="*/ 7 w 15"/>
                  <a:gd name="T9" fmla="*/ 3 h 14"/>
                  <a:gd name="T10" fmla="*/ 8 w 15"/>
                  <a:gd name="T11" fmla="*/ 2 h 14"/>
                  <a:gd name="T12" fmla="*/ 9 w 15"/>
                  <a:gd name="T13" fmla="*/ 1 h 14"/>
                  <a:gd name="T14" fmla="*/ 12 w 15"/>
                  <a:gd name="T15" fmla="*/ 1 h 14"/>
                  <a:gd name="T16" fmla="*/ 13 w 15"/>
                  <a:gd name="T17" fmla="*/ 1 h 14"/>
                  <a:gd name="T18" fmla="*/ 14 w 15"/>
                  <a:gd name="T19" fmla="*/ 2 h 14"/>
                  <a:gd name="T20" fmla="*/ 15 w 15"/>
                  <a:gd name="T21" fmla="*/ 3 h 14"/>
                  <a:gd name="T22" fmla="*/ 14 w 15"/>
                  <a:gd name="T23" fmla="*/ 7 h 14"/>
                  <a:gd name="T24" fmla="*/ 9 w 15"/>
                  <a:gd name="T25" fmla="*/ 9 h 14"/>
                  <a:gd name="T26" fmla="*/ 7 w 15"/>
                  <a:gd name="T27" fmla="*/ 12 h 14"/>
                  <a:gd name="T28" fmla="*/ 5 w 15"/>
                  <a:gd name="T29" fmla="*/ 13 h 14"/>
                  <a:gd name="T30" fmla="*/ 3 w 15"/>
                  <a:gd name="T31" fmla="*/ 14 h 14"/>
                  <a:gd name="T32" fmla="*/ 1 w 15"/>
                  <a:gd name="T33" fmla="*/ 13 h 14"/>
                  <a:gd name="T34" fmla="*/ 0 w 15"/>
                  <a:gd name="T35" fmla="*/ 12 h 14"/>
                  <a:gd name="T36" fmla="*/ 0 w 15"/>
                  <a:gd name="T37" fmla="*/ 12 h 14"/>
                  <a:gd name="T38" fmla="*/ 0 w 15"/>
                  <a:gd name="T39" fmla="*/ 10 h 14"/>
                  <a:gd name="T40" fmla="*/ 0 w 15"/>
                  <a:gd name="T41" fmla="*/ 10 h 14"/>
                  <a:gd name="T42" fmla="*/ 1 w 15"/>
                  <a:gd name="T43" fmla="*/ 9 h 14"/>
                  <a:gd name="T44" fmla="*/ 1 w 15"/>
                  <a:gd name="T45" fmla="*/ 8 h 14"/>
                  <a:gd name="T46" fmla="*/ 1 w 15"/>
                  <a:gd name="T4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4">
                    <a:moveTo>
                      <a:pt x="1" y="6"/>
                    </a:moveTo>
                    <a:cubicBezTo>
                      <a:pt x="1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1" y="0"/>
                      <a:pt x="12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5" y="6"/>
                      <a:pt x="14" y="7"/>
                    </a:cubicBezTo>
                    <a:cubicBezTo>
                      <a:pt x="13" y="8"/>
                      <a:pt x="11" y="9"/>
                      <a:pt x="9" y="9"/>
                    </a:cubicBezTo>
                    <a:cubicBezTo>
                      <a:pt x="8" y="10"/>
                      <a:pt x="7" y="11"/>
                      <a:pt x="7" y="12"/>
                    </a:cubicBezTo>
                    <a:cubicBezTo>
                      <a:pt x="6" y="12"/>
                      <a:pt x="6" y="13"/>
                      <a:pt x="5" y="13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1" y="13"/>
                      <a:pt x="0" y="13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4" name="Freeform 3341">
                <a:extLst>
                  <a:ext uri="{FF2B5EF4-FFF2-40B4-BE49-F238E27FC236}">
                    <a16:creationId xmlns:a16="http://schemas.microsoft.com/office/drawing/2014/main" id="{5958E8E8-2BC7-5F40-9EC6-E3EA48F92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225"/>
                <a:ext cx="6" cy="4"/>
              </a:xfrm>
              <a:custGeom>
                <a:avLst/>
                <a:gdLst>
                  <a:gd name="T0" fmla="*/ 1 w 15"/>
                  <a:gd name="T1" fmla="*/ 9 h 10"/>
                  <a:gd name="T2" fmla="*/ 1 w 15"/>
                  <a:gd name="T3" fmla="*/ 7 h 10"/>
                  <a:gd name="T4" fmla="*/ 2 w 15"/>
                  <a:gd name="T5" fmla="*/ 6 h 10"/>
                  <a:gd name="T6" fmla="*/ 3 w 15"/>
                  <a:gd name="T7" fmla="*/ 5 h 10"/>
                  <a:gd name="T8" fmla="*/ 3 w 15"/>
                  <a:gd name="T9" fmla="*/ 4 h 10"/>
                  <a:gd name="T10" fmla="*/ 3 w 15"/>
                  <a:gd name="T11" fmla="*/ 3 h 10"/>
                  <a:gd name="T12" fmla="*/ 3 w 15"/>
                  <a:gd name="T13" fmla="*/ 2 h 10"/>
                  <a:gd name="T14" fmla="*/ 4 w 15"/>
                  <a:gd name="T15" fmla="*/ 2 h 10"/>
                  <a:gd name="T16" fmla="*/ 4 w 15"/>
                  <a:gd name="T17" fmla="*/ 1 h 10"/>
                  <a:gd name="T18" fmla="*/ 5 w 15"/>
                  <a:gd name="T19" fmla="*/ 0 h 10"/>
                  <a:gd name="T20" fmla="*/ 9 w 15"/>
                  <a:gd name="T21" fmla="*/ 0 h 10"/>
                  <a:gd name="T22" fmla="*/ 10 w 15"/>
                  <a:gd name="T23" fmla="*/ 1 h 10"/>
                  <a:gd name="T24" fmla="*/ 11 w 15"/>
                  <a:gd name="T25" fmla="*/ 2 h 10"/>
                  <a:gd name="T26" fmla="*/ 13 w 15"/>
                  <a:gd name="T27" fmla="*/ 5 h 10"/>
                  <a:gd name="T28" fmla="*/ 14 w 15"/>
                  <a:gd name="T29" fmla="*/ 6 h 10"/>
                  <a:gd name="T30" fmla="*/ 15 w 15"/>
                  <a:gd name="T31" fmla="*/ 7 h 10"/>
                  <a:gd name="T32" fmla="*/ 15 w 15"/>
                  <a:gd name="T33" fmla="*/ 8 h 10"/>
                  <a:gd name="T34" fmla="*/ 14 w 15"/>
                  <a:gd name="T35" fmla="*/ 9 h 10"/>
                  <a:gd name="T36" fmla="*/ 13 w 15"/>
                  <a:gd name="T37" fmla="*/ 10 h 10"/>
                  <a:gd name="T38" fmla="*/ 9 w 15"/>
                  <a:gd name="T39" fmla="*/ 10 h 10"/>
                  <a:gd name="T40" fmla="*/ 8 w 15"/>
                  <a:gd name="T41" fmla="*/ 10 h 10"/>
                  <a:gd name="T42" fmla="*/ 8 w 15"/>
                  <a:gd name="T43" fmla="*/ 10 h 10"/>
                  <a:gd name="T44" fmla="*/ 7 w 15"/>
                  <a:gd name="T45" fmla="*/ 10 h 10"/>
                  <a:gd name="T46" fmla="*/ 6 w 15"/>
                  <a:gd name="T47" fmla="*/ 10 h 10"/>
                  <a:gd name="T48" fmla="*/ 3 w 15"/>
                  <a:gd name="T49" fmla="*/ 10 h 10"/>
                  <a:gd name="T50" fmla="*/ 2 w 15"/>
                  <a:gd name="T51" fmla="*/ 9 h 10"/>
                  <a:gd name="T52" fmla="*/ 1 w 15"/>
                  <a:gd name="T5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" h="10">
                    <a:moveTo>
                      <a:pt x="1" y="9"/>
                    </a:moveTo>
                    <a:cubicBezTo>
                      <a:pt x="1" y="8"/>
                      <a:pt x="0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3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6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5" y="7"/>
                      <a:pt x="15" y="7"/>
                      <a:pt x="15" y="8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4" y="9"/>
                      <a:pt x="13" y="10"/>
                      <a:pt x="13" y="10"/>
                    </a:cubicBezTo>
                    <a:cubicBezTo>
                      <a:pt x="12" y="10"/>
                      <a:pt x="11" y="10"/>
                      <a:pt x="9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4" y="10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5" name="Freeform 3342">
                <a:extLst>
                  <a:ext uri="{FF2B5EF4-FFF2-40B4-BE49-F238E27FC236}">
                    <a16:creationId xmlns:a16="http://schemas.microsoft.com/office/drawing/2014/main" id="{F1D02951-16CA-5D46-BA4E-4895D1FA5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217"/>
                <a:ext cx="6" cy="15"/>
              </a:xfrm>
              <a:custGeom>
                <a:avLst/>
                <a:gdLst>
                  <a:gd name="T0" fmla="*/ 1 w 14"/>
                  <a:gd name="T1" fmla="*/ 22 h 37"/>
                  <a:gd name="T2" fmla="*/ 1 w 14"/>
                  <a:gd name="T3" fmla="*/ 16 h 37"/>
                  <a:gd name="T4" fmla="*/ 0 w 14"/>
                  <a:gd name="T5" fmla="*/ 7 h 37"/>
                  <a:gd name="T6" fmla="*/ 0 w 14"/>
                  <a:gd name="T7" fmla="*/ 3 h 37"/>
                  <a:gd name="T8" fmla="*/ 0 w 14"/>
                  <a:gd name="T9" fmla="*/ 1 h 37"/>
                  <a:gd name="T10" fmla="*/ 3 w 14"/>
                  <a:gd name="T11" fmla="*/ 0 h 37"/>
                  <a:gd name="T12" fmla="*/ 6 w 14"/>
                  <a:gd name="T13" fmla="*/ 2 h 37"/>
                  <a:gd name="T14" fmla="*/ 8 w 14"/>
                  <a:gd name="T15" fmla="*/ 7 h 37"/>
                  <a:gd name="T16" fmla="*/ 8 w 14"/>
                  <a:gd name="T17" fmla="*/ 11 h 37"/>
                  <a:gd name="T18" fmla="*/ 9 w 14"/>
                  <a:gd name="T19" fmla="*/ 15 h 37"/>
                  <a:gd name="T20" fmla="*/ 10 w 14"/>
                  <a:gd name="T21" fmla="*/ 20 h 37"/>
                  <a:gd name="T22" fmla="*/ 11 w 14"/>
                  <a:gd name="T23" fmla="*/ 23 h 37"/>
                  <a:gd name="T24" fmla="*/ 11 w 14"/>
                  <a:gd name="T25" fmla="*/ 24 h 37"/>
                  <a:gd name="T26" fmla="*/ 13 w 14"/>
                  <a:gd name="T27" fmla="*/ 26 h 37"/>
                  <a:gd name="T28" fmla="*/ 14 w 14"/>
                  <a:gd name="T29" fmla="*/ 30 h 37"/>
                  <a:gd name="T30" fmla="*/ 11 w 14"/>
                  <a:gd name="T31" fmla="*/ 35 h 37"/>
                  <a:gd name="T32" fmla="*/ 7 w 14"/>
                  <a:gd name="T33" fmla="*/ 37 h 37"/>
                  <a:gd name="T34" fmla="*/ 4 w 14"/>
                  <a:gd name="T35" fmla="*/ 35 h 37"/>
                  <a:gd name="T36" fmla="*/ 2 w 14"/>
                  <a:gd name="T37" fmla="*/ 31 h 37"/>
                  <a:gd name="T38" fmla="*/ 2 w 14"/>
                  <a:gd name="T39" fmla="*/ 29 h 37"/>
                  <a:gd name="T40" fmla="*/ 1 w 14"/>
                  <a:gd name="T41" fmla="*/ 27 h 37"/>
                  <a:gd name="T42" fmla="*/ 1 w 14"/>
                  <a:gd name="T43" fmla="*/ 24 h 37"/>
                  <a:gd name="T44" fmla="*/ 1 w 14"/>
                  <a:gd name="T45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37">
                    <a:moveTo>
                      <a:pt x="1" y="22"/>
                    </a:moveTo>
                    <a:cubicBezTo>
                      <a:pt x="1" y="20"/>
                      <a:pt x="1" y="18"/>
                      <a:pt x="1" y="16"/>
                    </a:cubicBezTo>
                    <a:cubicBezTo>
                      <a:pt x="1" y="13"/>
                      <a:pt x="0" y="10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3"/>
                      <a:pt x="8" y="5"/>
                      <a:pt x="8" y="7"/>
                    </a:cubicBezTo>
                    <a:cubicBezTo>
                      <a:pt x="8" y="8"/>
                      <a:pt x="8" y="10"/>
                      <a:pt x="8" y="11"/>
                    </a:cubicBezTo>
                    <a:cubicBezTo>
                      <a:pt x="8" y="13"/>
                      <a:pt x="9" y="14"/>
                      <a:pt x="9" y="15"/>
                    </a:cubicBezTo>
                    <a:cubicBezTo>
                      <a:pt x="10" y="17"/>
                      <a:pt x="10" y="18"/>
                      <a:pt x="10" y="20"/>
                    </a:cubicBezTo>
                    <a:cubicBezTo>
                      <a:pt x="10" y="21"/>
                      <a:pt x="10" y="22"/>
                      <a:pt x="11" y="23"/>
                    </a:cubicBezTo>
                    <a:cubicBezTo>
                      <a:pt x="11" y="23"/>
                      <a:pt x="11" y="24"/>
                      <a:pt x="11" y="24"/>
                    </a:cubicBezTo>
                    <a:cubicBezTo>
                      <a:pt x="12" y="25"/>
                      <a:pt x="12" y="25"/>
                      <a:pt x="13" y="26"/>
                    </a:cubicBezTo>
                    <a:cubicBezTo>
                      <a:pt x="14" y="27"/>
                      <a:pt x="14" y="28"/>
                      <a:pt x="14" y="30"/>
                    </a:cubicBezTo>
                    <a:cubicBezTo>
                      <a:pt x="13" y="31"/>
                      <a:pt x="12" y="33"/>
                      <a:pt x="11" y="35"/>
                    </a:cubicBezTo>
                    <a:cubicBezTo>
                      <a:pt x="10" y="36"/>
                      <a:pt x="9" y="37"/>
                      <a:pt x="7" y="37"/>
                    </a:cubicBezTo>
                    <a:cubicBezTo>
                      <a:pt x="6" y="37"/>
                      <a:pt x="5" y="36"/>
                      <a:pt x="4" y="35"/>
                    </a:cubicBezTo>
                    <a:cubicBezTo>
                      <a:pt x="3" y="34"/>
                      <a:pt x="3" y="33"/>
                      <a:pt x="2" y="31"/>
                    </a:cubicBezTo>
                    <a:cubicBezTo>
                      <a:pt x="2" y="31"/>
                      <a:pt x="2" y="30"/>
                      <a:pt x="2" y="29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1" y="26"/>
                      <a:pt x="1" y="25"/>
                      <a:pt x="1" y="24"/>
                    </a:cubicBezTo>
                    <a:cubicBezTo>
                      <a:pt x="1" y="23"/>
                      <a:pt x="1" y="22"/>
                      <a:pt x="1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6" name="Freeform 3343">
                <a:extLst>
                  <a:ext uri="{FF2B5EF4-FFF2-40B4-BE49-F238E27FC236}">
                    <a16:creationId xmlns:a16="http://schemas.microsoft.com/office/drawing/2014/main" id="{424D48AC-4626-AF4D-9CDF-01E46A46F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9"/>
                <a:ext cx="11" cy="22"/>
              </a:xfrm>
              <a:custGeom>
                <a:avLst/>
                <a:gdLst>
                  <a:gd name="T0" fmla="*/ 13 w 26"/>
                  <a:gd name="T1" fmla="*/ 22 h 55"/>
                  <a:gd name="T2" fmla="*/ 13 w 26"/>
                  <a:gd name="T3" fmla="*/ 19 h 55"/>
                  <a:gd name="T4" fmla="*/ 13 w 26"/>
                  <a:gd name="T5" fmla="*/ 11 h 55"/>
                  <a:gd name="T6" fmla="*/ 13 w 26"/>
                  <a:gd name="T7" fmla="*/ 7 h 55"/>
                  <a:gd name="T8" fmla="*/ 15 w 26"/>
                  <a:gd name="T9" fmla="*/ 3 h 55"/>
                  <a:gd name="T10" fmla="*/ 16 w 26"/>
                  <a:gd name="T11" fmla="*/ 1 h 55"/>
                  <a:gd name="T12" fmla="*/ 17 w 26"/>
                  <a:gd name="T13" fmla="*/ 2 h 55"/>
                  <a:gd name="T14" fmla="*/ 18 w 26"/>
                  <a:gd name="T15" fmla="*/ 4 h 55"/>
                  <a:gd name="T16" fmla="*/ 19 w 26"/>
                  <a:gd name="T17" fmla="*/ 8 h 55"/>
                  <a:gd name="T18" fmla="*/ 20 w 26"/>
                  <a:gd name="T19" fmla="*/ 14 h 55"/>
                  <a:gd name="T20" fmla="*/ 20 w 26"/>
                  <a:gd name="T21" fmla="*/ 19 h 55"/>
                  <a:gd name="T22" fmla="*/ 20 w 26"/>
                  <a:gd name="T23" fmla="*/ 25 h 55"/>
                  <a:gd name="T24" fmla="*/ 24 w 26"/>
                  <a:gd name="T25" fmla="*/ 30 h 55"/>
                  <a:gd name="T26" fmla="*/ 26 w 26"/>
                  <a:gd name="T27" fmla="*/ 34 h 55"/>
                  <a:gd name="T28" fmla="*/ 23 w 26"/>
                  <a:gd name="T29" fmla="*/ 38 h 55"/>
                  <a:gd name="T30" fmla="*/ 19 w 26"/>
                  <a:gd name="T31" fmla="*/ 41 h 55"/>
                  <a:gd name="T32" fmla="*/ 19 w 26"/>
                  <a:gd name="T33" fmla="*/ 46 h 55"/>
                  <a:gd name="T34" fmla="*/ 18 w 26"/>
                  <a:gd name="T35" fmla="*/ 52 h 55"/>
                  <a:gd name="T36" fmla="*/ 15 w 26"/>
                  <a:gd name="T37" fmla="*/ 54 h 55"/>
                  <a:gd name="T38" fmla="*/ 11 w 26"/>
                  <a:gd name="T39" fmla="*/ 54 h 55"/>
                  <a:gd name="T40" fmla="*/ 10 w 26"/>
                  <a:gd name="T41" fmla="*/ 51 h 55"/>
                  <a:gd name="T42" fmla="*/ 10 w 26"/>
                  <a:gd name="T43" fmla="*/ 49 h 55"/>
                  <a:gd name="T44" fmla="*/ 10 w 26"/>
                  <a:gd name="T45" fmla="*/ 48 h 55"/>
                  <a:gd name="T46" fmla="*/ 10 w 26"/>
                  <a:gd name="T47" fmla="*/ 46 h 55"/>
                  <a:gd name="T48" fmla="*/ 10 w 26"/>
                  <a:gd name="T49" fmla="*/ 44 h 55"/>
                  <a:gd name="T50" fmla="*/ 9 w 26"/>
                  <a:gd name="T51" fmla="*/ 43 h 55"/>
                  <a:gd name="T52" fmla="*/ 9 w 26"/>
                  <a:gd name="T53" fmla="*/ 43 h 55"/>
                  <a:gd name="T54" fmla="*/ 8 w 26"/>
                  <a:gd name="T55" fmla="*/ 43 h 55"/>
                  <a:gd name="T56" fmla="*/ 7 w 26"/>
                  <a:gd name="T57" fmla="*/ 44 h 55"/>
                  <a:gd name="T58" fmla="*/ 7 w 26"/>
                  <a:gd name="T59" fmla="*/ 45 h 55"/>
                  <a:gd name="T60" fmla="*/ 6 w 26"/>
                  <a:gd name="T61" fmla="*/ 47 h 55"/>
                  <a:gd name="T62" fmla="*/ 5 w 26"/>
                  <a:gd name="T63" fmla="*/ 49 h 55"/>
                  <a:gd name="T64" fmla="*/ 4 w 26"/>
                  <a:gd name="T65" fmla="*/ 49 h 55"/>
                  <a:gd name="T66" fmla="*/ 2 w 26"/>
                  <a:gd name="T67" fmla="*/ 47 h 55"/>
                  <a:gd name="T68" fmla="*/ 1 w 26"/>
                  <a:gd name="T69" fmla="*/ 46 h 55"/>
                  <a:gd name="T70" fmla="*/ 0 w 26"/>
                  <a:gd name="T71" fmla="*/ 41 h 55"/>
                  <a:gd name="T72" fmla="*/ 0 w 26"/>
                  <a:gd name="T73" fmla="*/ 38 h 55"/>
                  <a:gd name="T74" fmla="*/ 0 w 26"/>
                  <a:gd name="T75" fmla="*/ 36 h 55"/>
                  <a:gd name="T76" fmla="*/ 1 w 26"/>
                  <a:gd name="T77" fmla="*/ 35 h 55"/>
                  <a:gd name="T78" fmla="*/ 3 w 26"/>
                  <a:gd name="T79" fmla="*/ 34 h 55"/>
                  <a:gd name="T80" fmla="*/ 9 w 26"/>
                  <a:gd name="T81" fmla="*/ 31 h 55"/>
                  <a:gd name="T82" fmla="*/ 12 w 26"/>
                  <a:gd name="T83" fmla="*/ 27 h 55"/>
                  <a:gd name="T84" fmla="*/ 13 w 26"/>
                  <a:gd name="T85" fmla="*/ 2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55">
                    <a:moveTo>
                      <a:pt x="13" y="22"/>
                    </a:move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6"/>
                      <a:pt x="13" y="14"/>
                      <a:pt x="13" y="11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4" y="6"/>
                      <a:pt x="14" y="4"/>
                      <a:pt x="15" y="3"/>
                    </a:cubicBezTo>
                    <a:cubicBezTo>
                      <a:pt x="15" y="2"/>
                      <a:pt x="15" y="0"/>
                      <a:pt x="16" y="1"/>
                    </a:cubicBezTo>
                    <a:cubicBezTo>
                      <a:pt x="17" y="1"/>
                      <a:pt x="17" y="2"/>
                      <a:pt x="17" y="2"/>
                    </a:cubicBezTo>
                    <a:cubicBezTo>
                      <a:pt x="18" y="3"/>
                      <a:pt x="18" y="4"/>
                      <a:pt x="18" y="4"/>
                    </a:cubicBezTo>
                    <a:cubicBezTo>
                      <a:pt x="19" y="6"/>
                      <a:pt x="19" y="7"/>
                      <a:pt x="19" y="8"/>
                    </a:cubicBezTo>
                    <a:cubicBezTo>
                      <a:pt x="20" y="10"/>
                      <a:pt x="20" y="12"/>
                      <a:pt x="20" y="14"/>
                    </a:cubicBezTo>
                    <a:cubicBezTo>
                      <a:pt x="20" y="16"/>
                      <a:pt x="20" y="18"/>
                      <a:pt x="20" y="19"/>
                    </a:cubicBezTo>
                    <a:cubicBezTo>
                      <a:pt x="19" y="21"/>
                      <a:pt x="19" y="23"/>
                      <a:pt x="20" y="25"/>
                    </a:cubicBezTo>
                    <a:cubicBezTo>
                      <a:pt x="21" y="27"/>
                      <a:pt x="22" y="29"/>
                      <a:pt x="24" y="30"/>
                    </a:cubicBezTo>
                    <a:cubicBezTo>
                      <a:pt x="25" y="31"/>
                      <a:pt x="26" y="32"/>
                      <a:pt x="26" y="34"/>
                    </a:cubicBezTo>
                    <a:cubicBezTo>
                      <a:pt x="26" y="36"/>
                      <a:pt x="25" y="37"/>
                      <a:pt x="23" y="38"/>
                    </a:cubicBezTo>
                    <a:cubicBezTo>
                      <a:pt x="22" y="39"/>
                      <a:pt x="20" y="39"/>
                      <a:pt x="19" y="41"/>
                    </a:cubicBezTo>
                    <a:cubicBezTo>
                      <a:pt x="18" y="43"/>
                      <a:pt x="19" y="45"/>
                      <a:pt x="19" y="46"/>
                    </a:cubicBezTo>
                    <a:cubicBezTo>
                      <a:pt x="19" y="48"/>
                      <a:pt x="19" y="50"/>
                      <a:pt x="18" y="52"/>
                    </a:cubicBezTo>
                    <a:cubicBezTo>
                      <a:pt x="17" y="53"/>
                      <a:pt x="16" y="54"/>
                      <a:pt x="15" y="54"/>
                    </a:cubicBezTo>
                    <a:cubicBezTo>
                      <a:pt x="14" y="55"/>
                      <a:pt x="12" y="55"/>
                      <a:pt x="11" y="54"/>
                    </a:cubicBezTo>
                    <a:cubicBezTo>
                      <a:pt x="10" y="53"/>
                      <a:pt x="11" y="52"/>
                      <a:pt x="10" y="51"/>
                    </a:cubicBezTo>
                    <a:cubicBezTo>
                      <a:pt x="10" y="50"/>
                      <a:pt x="10" y="50"/>
                      <a:pt x="10" y="49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6"/>
                    </a:cubicBezTo>
                    <a:cubicBezTo>
                      <a:pt x="10" y="46"/>
                      <a:pt x="10" y="45"/>
                      <a:pt x="10" y="44"/>
                    </a:cubicBezTo>
                    <a:cubicBezTo>
                      <a:pt x="10" y="44"/>
                      <a:pt x="10" y="43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8" y="42"/>
                      <a:pt x="8" y="42"/>
                      <a:pt x="8" y="43"/>
                    </a:cubicBezTo>
                    <a:cubicBezTo>
                      <a:pt x="8" y="43"/>
                      <a:pt x="7" y="43"/>
                      <a:pt x="7" y="44"/>
                    </a:cubicBezTo>
                    <a:cubicBezTo>
                      <a:pt x="7" y="44"/>
                      <a:pt x="7" y="45"/>
                      <a:pt x="7" y="45"/>
                    </a:cubicBezTo>
                    <a:cubicBezTo>
                      <a:pt x="7" y="46"/>
                      <a:pt x="6" y="46"/>
                      <a:pt x="6" y="47"/>
                    </a:cubicBezTo>
                    <a:cubicBezTo>
                      <a:pt x="6" y="47"/>
                      <a:pt x="6" y="49"/>
                      <a:pt x="5" y="49"/>
                    </a:cubicBezTo>
                    <a:cubicBezTo>
                      <a:pt x="5" y="49"/>
                      <a:pt x="4" y="49"/>
                      <a:pt x="4" y="49"/>
                    </a:cubicBezTo>
                    <a:cubicBezTo>
                      <a:pt x="3" y="48"/>
                      <a:pt x="3" y="47"/>
                      <a:pt x="2" y="47"/>
                    </a:cubicBezTo>
                    <a:cubicBezTo>
                      <a:pt x="2" y="46"/>
                      <a:pt x="1" y="46"/>
                      <a:pt x="1" y="46"/>
                    </a:cubicBezTo>
                    <a:cubicBezTo>
                      <a:pt x="0" y="44"/>
                      <a:pt x="0" y="43"/>
                      <a:pt x="0" y="41"/>
                    </a:cubicBezTo>
                    <a:cubicBezTo>
                      <a:pt x="0" y="40"/>
                      <a:pt x="0" y="39"/>
                      <a:pt x="0" y="38"/>
                    </a:cubicBezTo>
                    <a:cubicBezTo>
                      <a:pt x="0" y="37"/>
                      <a:pt x="0" y="37"/>
                      <a:pt x="0" y="36"/>
                    </a:cubicBezTo>
                    <a:cubicBezTo>
                      <a:pt x="1" y="36"/>
                      <a:pt x="1" y="35"/>
                      <a:pt x="1" y="35"/>
                    </a:cubicBezTo>
                    <a:cubicBezTo>
                      <a:pt x="2" y="34"/>
                      <a:pt x="2" y="34"/>
                      <a:pt x="3" y="34"/>
                    </a:cubicBezTo>
                    <a:cubicBezTo>
                      <a:pt x="5" y="33"/>
                      <a:pt x="7" y="33"/>
                      <a:pt x="9" y="31"/>
                    </a:cubicBezTo>
                    <a:cubicBezTo>
                      <a:pt x="10" y="30"/>
                      <a:pt x="11" y="28"/>
                      <a:pt x="12" y="27"/>
                    </a:cubicBezTo>
                    <a:cubicBezTo>
                      <a:pt x="13" y="25"/>
                      <a:pt x="13" y="24"/>
                      <a:pt x="1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7" name="Freeform 3344">
                <a:extLst>
                  <a:ext uri="{FF2B5EF4-FFF2-40B4-BE49-F238E27FC236}">
                    <a16:creationId xmlns:a16="http://schemas.microsoft.com/office/drawing/2014/main" id="{C6C4DC3B-BBEF-D647-9DAA-D32C4F28A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7"/>
                <a:ext cx="4" cy="13"/>
              </a:xfrm>
              <a:custGeom>
                <a:avLst/>
                <a:gdLst>
                  <a:gd name="T0" fmla="*/ 8 w 10"/>
                  <a:gd name="T1" fmla="*/ 27 h 32"/>
                  <a:gd name="T2" fmla="*/ 6 w 10"/>
                  <a:gd name="T3" fmla="*/ 31 h 32"/>
                  <a:gd name="T4" fmla="*/ 4 w 10"/>
                  <a:gd name="T5" fmla="*/ 31 h 32"/>
                  <a:gd name="T6" fmla="*/ 2 w 10"/>
                  <a:gd name="T7" fmla="*/ 29 h 32"/>
                  <a:gd name="T8" fmla="*/ 1 w 10"/>
                  <a:gd name="T9" fmla="*/ 23 h 32"/>
                  <a:gd name="T10" fmla="*/ 1 w 10"/>
                  <a:gd name="T11" fmla="*/ 15 h 32"/>
                  <a:gd name="T12" fmla="*/ 0 w 10"/>
                  <a:gd name="T13" fmla="*/ 12 h 32"/>
                  <a:gd name="T14" fmla="*/ 0 w 10"/>
                  <a:gd name="T15" fmla="*/ 8 h 32"/>
                  <a:gd name="T16" fmla="*/ 0 w 10"/>
                  <a:gd name="T17" fmla="*/ 5 h 32"/>
                  <a:gd name="T18" fmla="*/ 1 w 10"/>
                  <a:gd name="T19" fmla="*/ 3 h 32"/>
                  <a:gd name="T20" fmla="*/ 3 w 10"/>
                  <a:gd name="T21" fmla="*/ 0 h 32"/>
                  <a:gd name="T22" fmla="*/ 6 w 10"/>
                  <a:gd name="T23" fmla="*/ 1 h 32"/>
                  <a:gd name="T24" fmla="*/ 8 w 10"/>
                  <a:gd name="T25" fmla="*/ 4 h 32"/>
                  <a:gd name="T26" fmla="*/ 10 w 10"/>
                  <a:gd name="T27" fmla="*/ 12 h 32"/>
                  <a:gd name="T28" fmla="*/ 10 w 10"/>
                  <a:gd name="T29" fmla="*/ 14 h 32"/>
                  <a:gd name="T30" fmla="*/ 10 w 10"/>
                  <a:gd name="T31" fmla="*/ 20 h 32"/>
                  <a:gd name="T32" fmla="*/ 9 w 10"/>
                  <a:gd name="T33" fmla="*/ 21 h 32"/>
                  <a:gd name="T34" fmla="*/ 9 w 10"/>
                  <a:gd name="T35" fmla="*/ 24 h 32"/>
                  <a:gd name="T36" fmla="*/ 8 w 10"/>
                  <a:gd name="T3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32">
                    <a:moveTo>
                      <a:pt x="8" y="27"/>
                    </a:moveTo>
                    <a:cubicBezTo>
                      <a:pt x="8" y="28"/>
                      <a:pt x="8" y="32"/>
                      <a:pt x="6" y="31"/>
                    </a:cubicBezTo>
                    <a:cubicBezTo>
                      <a:pt x="5" y="31"/>
                      <a:pt x="4" y="31"/>
                      <a:pt x="4" y="31"/>
                    </a:cubicBezTo>
                    <a:cubicBezTo>
                      <a:pt x="3" y="31"/>
                      <a:pt x="3" y="30"/>
                      <a:pt x="2" y="29"/>
                    </a:cubicBezTo>
                    <a:cubicBezTo>
                      <a:pt x="1" y="27"/>
                      <a:pt x="1" y="25"/>
                      <a:pt x="1" y="23"/>
                    </a:cubicBezTo>
                    <a:cubicBezTo>
                      <a:pt x="1" y="20"/>
                      <a:pt x="1" y="18"/>
                      <a:pt x="1" y="15"/>
                    </a:cubicBezTo>
                    <a:cubicBezTo>
                      <a:pt x="1" y="14"/>
                      <a:pt x="1" y="13"/>
                      <a:pt x="0" y="12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4" y="0"/>
                      <a:pt x="6" y="0"/>
                      <a:pt x="6" y="1"/>
                    </a:cubicBezTo>
                    <a:cubicBezTo>
                      <a:pt x="7" y="2"/>
                      <a:pt x="7" y="3"/>
                      <a:pt x="8" y="4"/>
                    </a:cubicBezTo>
                    <a:cubicBezTo>
                      <a:pt x="9" y="7"/>
                      <a:pt x="9" y="10"/>
                      <a:pt x="10" y="12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6"/>
                      <a:pt x="10" y="18"/>
                      <a:pt x="10" y="20"/>
                    </a:cubicBezTo>
                    <a:cubicBezTo>
                      <a:pt x="10" y="20"/>
                      <a:pt x="9" y="21"/>
                      <a:pt x="9" y="21"/>
                    </a:cubicBezTo>
                    <a:cubicBezTo>
                      <a:pt x="9" y="22"/>
                      <a:pt x="9" y="23"/>
                      <a:pt x="9" y="24"/>
                    </a:cubicBezTo>
                    <a:cubicBezTo>
                      <a:pt x="9" y="25"/>
                      <a:pt x="8" y="26"/>
                      <a:pt x="8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8" name="Freeform 3345">
                <a:extLst>
                  <a:ext uri="{FF2B5EF4-FFF2-40B4-BE49-F238E27FC236}">
                    <a16:creationId xmlns:a16="http://schemas.microsoft.com/office/drawing/2014/main" id="{BCC75369-2568-9F4B-9682-FFE03F2A6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215"/>
                <a:ext cx="4" cy="17"/>
              </a:xfrm>
              <a:custGeom>
                <a:avLst/>
                <a:gdLst>
                  <a:gd name="T0" fmla="*/ 10 w 11"/>
                  <a:gd name="T1" fmla="*/ 36 h 43"/>
                  <a:gd name="T2" fmla="*/ 11 w 11"/>
                  <a:gd name="T3" fmla="*/ 33 h 43"/>
                  <a:gd name="T4" fmla="*/ 10 w 11"/>
                  <a:gd name="T5" fmla="*/ 28 h 43"/>
                  <a:gd name="T6" fmla="*/ 9 w 11"/>
                  <a:gd name="T7" fmla="*/ 24 h 43"/>
                  <a:gd name="T8" fmla="*/ 8 w 11"/>
                  <a:gd name="T9" fmla="*/ 19 h 43"/>
                  <a:gd name="T10" fmla="*/ 7 w 11"/>
                  <a:gd name="T11" fmla="*/ 15 h 43"/>
                  <a:gd name="T12" fmla="*/ 5 w 11"/>
                  <a:gd name="T13" fmla="*/ 8 h 43"/>
                  <a:gd name="T14" fmla="*/ 5 w 11"/>
                  <a:gd name="T15" fmla="*/ 5 h 43"/>
                  <a:gd name="T16" fmla="*/ 5 w 11"/>
                  <a:gd name="T17" fmla="*/ 3 h 43"/>
                  <a:gd name="T18" fmla="*/ 2 w 11"/>
                  <a:gd name="T19" fmla="*/ 1 h 43"/>
                  <a:gd name="T20" fmla="*/ 0 w 11"/>
                  <a:gd name="T21" fmla="*/ 3 h 43"/>
                  <a:gd name="T22" fmla="*/ 0 w 11"/>
                  <a:gd name="T23" fmla="*/ 9 h 43"/>
                  <a:gd name="T24" fmla="*/ 1 w 11"/>
                  <a:gd name="T25" fmla="*/ 14 h 43"/>
                  <a:gd name="T26" fmla="*/ 1 w 11"/>
                  <a:gd name="T27" fmla="*/ 25 h 43"/>
                  <a:gd name="T28" fmla="*/ 1 w 11"/>
                  <a:gd name="T29" fmla="*/ 32 h 43"/>
                  <a:gd name="T30" fmla="*/ 1 w 11"/>
                  <a:gd name="T31" fmla="*/ 36 h 43"/>
                  <a:gd name="T32" fmla="*/ 2 w 11"/>
                  <a:gd name="T33" fmla="*/ 39 h 43"/>
                  <a:gd name="T34" fmla="*/ 3 w 11"/>
                  <a:gd name="T35" fmla="*/ 42 h 43"/>
                  <a:gd name="T36" fmla="*/ 7 w 11"/>
                  <a:gd name="T37" fmla="*/ 43 h 43"/>
                  <a:gd name="T38" fmla="*/ 9 w 11"/>
                  <a:gd name="T39" fmla="*/ 41 h 43"/>
                  <a:gd name="T40" fmla="*/ 9 w 11"/>
                  <a:gd name="T41" fmla="*/ 39 h 43"/>
                  <a:gd name="T42" fmla="*/ 10 w 11"/>
                  <a:gd name="T43" fmla="*/ 3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43">
                    <a:moveTo>
                      <a:pt x="10" y="36"/>
                    </a:moveTo>
                    <a:cubicBezTo>
                      <a:pt x="10" y="35"/>
                      <a:pt x="11" y="34"/>
                      <a:pt x="11" y="33"/>
                    </a:cubicBezTo>
                    <a:cubicBezTo>
                      <a:pt x="11" y="31"/>
                      <a:pt x="11" y="30"/>
                      <a:pt x="10" y="28"/>
                    </a:cubicBezTo>
                    <a:cubicBezTo>
                      <a:pt x="10" y="27"/>
                      <a:pt x="9" y="25"/>
                      <a:pt x="9" y="24"/>
                    </a:cubicBezTo>
                    <a:cubicBezTo>
                      <a:pt x="9" y="22"/>
                      <a:pt x="9" y="20"/>
                      <a:pt x="8" y="19"/>
                    </a:cubicBezTo>
                    <a:cubicBezTo>
                      <a:pt x="8" y="17"/>
                      <a:pt x="7" y="16"/>
                      <a:pt x="7" y="15"/>
                    </a:cubicBezTo>
                    <a:cubicBezTo>
                      <a:pt x="5" y="13"/>
                      <a:pt x="5" y="11"/>
                      <a:pt x="5" y="8"/>
                    </a:cubicBezTo>
                    <a:cubicBezTo>
                      <a:pt x="5" y="7"/>
                      <a:pt x="5" y="6"/>
                      <a:pt x="5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1" y="11"/>
                      <a:pt x="1" y="12"/>
                      <a:pt x="1" y="14"/>
                    </a:cubicBezTo>
                    <a:cubicBezTo>
                      <a:pt x="2" y="18"/>
                      <a:pt x="1" y="22"/>
                      <a:pt x="1" y="25"/>
                    </a:cubicBezTo>
                    <a:cubicBezTo>
                      <a:pt x="0" y="28"/>
                      <a:pt x="1" y="30"/>
                      <a:pt x="1" y="32"/>
                    </a:cubicBezTo>
                    <a:cubicBezTo>
                      <a:pt x="1" y="34"/>
                      <a:pt x="1" y="35"/>
                      <a:pt x="1" y="36"/>
                    </a:cubicBezTo>
                    <a:cubicBezTo>
                      <a:pt x="1" y="37"/>
                      <a:pt x="1" y="38"/>
                      <a:pt x="2" y="39"/>
                    </a:cubicBezTo>
                    <a:cubicBezTo>
                      <a:pt x="2" y="40"/>
                      <a:pt x="3" y="41"/>
                      <a:pt x="3" y="42"/>
                    </a:cubicBezTo>
                    <a:cubicBezTo>
                      <a:pt x="4" y="43"/>
                      <a:pt x="6" y="43"/>
                      <a:pt x="7" y="43"/>
                    </a:cubicBezTo>
                    <a:cubicBezTo>
                      <a:pt x="8" y="42"/>
                      <a:pt x="8" y="41"/>
                      <a:pt x="9" y="41"/>
                    </a:cubicBezTo>
                    <a:cubicBezTo>
                      <a:pt x="9" y="40"/>
                      <a:pt x="9" y="40"/>
                      <a:pt x="9" y="39"/>
                    </a:cubicBezTo>
                    <a:cubicBezTo>
                      <a:pt x="10" y="38"/>
                      <a:pt x="10" y="37"/>
                      <a:pt x="10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9" name="Freeform 3346">
                <a:extLst>
                  <a:ext uri="{FF2B5EF4-FFF2-40B4-BE49-F238E27FC236}">
                    <a16:creationId xmlns:a16="http://schemas.microsoft.com/office/drawing/2014/main" id="{EF480F0C-C134-3B40-8D27-3F8A65F7F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215"/>
                <a:ext cx="20" cy="35"/>
              </a:xfrm>
              <a:custGeom>
                <a:avLst/>
                <a:gdLst>
                  <a:gd name="T0" fmla="*/ 31 w 50"/>
                  <a:gd name="T1" fmla="*/ 66 h 86"/>
                  <a:gd name="T2" fmla="*/ 31 w 50"/>
                  <a:gd name="T3" fmla="*/ 55 h 86"/>
                  <a:gd name="T4" fmla="*/ 31 w 50"/>
                  <a:gd name="T5" fmla="*/ 53 h 86"/>
                  <a:gd name="T6" fmla="*/ 32 w 50"/>
                  <a:gd name="T7" fmla="*/ 54 h 86"/>
                  <a:gd name="T8" fmla="*/ 34 w 50"/>
                  <a:gd name="T9" fmla="*/ 63 h 86"/>
                  <a:gd name="T10" fmla="*/ 31 w 50"/>
                  <a:gd name="T11" fmla="*/ 72 h 86"/>
                  <a:gd name="T12" fmla="*/ 29 w 50"/>
                  <a:gd name="T13" fmla="*/ 77 h 86"/>
                  <a:gd name="T14" fmla="*/ 32 w 50"/>
                  <a:gd name="T15" fmla="*/ 83 h 86"/>
                  <a:gd name="T16" fmla="*/ 35 w 50"/>
                  <a:gd name="T17" fmla="*/ 85 h 86"/>
                  <a:gd name="T18" fmla="*/ 37 w 50"/>
                  <a:gd name="T19" fmla="*/ 83 h 86"/>
                  <a:gd name="T20" fmla="*/ 40 w 50"/>
                  <a:gd name="T21" fmla="*/ 80 h 86"/>
                  <a:gd name="T22" fmla="*/ 43 w 50"/>
                  <a:gd name="T23" fmla="*/ 75 h 86"/>
                  <a:gd name="T24" fmla="*/ 43 w 50"/>
                  <a:gd name="T25" fmla="*/ 68 h 86"/>
                  <a:gd name="T26" fmla="*/ 42 w 50"/>
                  <a:gd name="T27" fmla="*/ 66 h 86"/>
                  <a:gd name="T28" fmla="*/ 44 w 50"/>
                  <a:gd name="T29" fmla="*/ 66 h 86"/>
                  <a:gd name="T30" fmla="*/ 47 w 50"/>
                  <a:gd name="T31" fmla="*/ 68 h 86"/>
                  <a:gd name="T32" fmla="*/ 49 w 50"/>
                  <a:gd name="T33" fmla="*/ 68 h 86"/>
                  <a:gd name="T34" fmla="*/ 47 w 50"/>
                  <a:gd name="T35" fmla="*/ 63 h 86"/>
                  <a:gd name="T36" fmla="*/ 42 w 50"/>
                  <a:gd name="T37" fmla="*/ 54 h 86"/>
                  <a:gd name="T38" fmla="*/ 41 w 50"/>
                  <a:gd name="T39" fmla="*/ 51 h 86"/>
                  <a:gd name="T40" fmla="*/ 40 w 50"/>
                  <a:gd name="T41" fmla="*/ 49 h 86"/>
                  <a:gd name="T42" fmla="*/ 41 w 50"/>
                  <a:gd name="T43" fmla="*/ 49 h 86"/>
                  <a:gd name="T44" fmla="*/ 44 w 50"/>
                  <a:gd name="T45" fmla="*/ 52 h 86"/>
                  <a:gd name="T46" fmla="*/ 48 w 50"/>
                  <a:gd name="T47" fmla="*/ 54 h 86"/>
                  <a:gd name="T48" fmla="*/ 49 w 50"/>
                  <a:gd name="T49" fmla="*/ 52 h 86"/>
                  <a:gd name="T50" fmla="*/ 46 w 50"/>
                  <a:gd name="T51" fmla="*/ 47 h 86"/>
                  <a:gd name="T52" fmla="*/ 42 w 50"/>
                  <a:gd name="T53" fmla="*/ 42 h 86"/>
                  <a:gd name="T54" fmla="*/ 39 w 50"/>
                  <a:gd name="T55" fmla="*/ 37 h 86"/>
                  <a:gd name="T56" fmla="*/ 41 w 50"/>
                  <a:gd name="T57" fmla="*/ 30 h 86"/>
                  <a:gd name="T58" fmla="*/ 40 w 50"/>
                  <a:gd name="T59" fmla="*/ 25 h 86"/>
                  <a:gd name="T60" fmla="*/ 37 w 50"/>
                  <a:gd name="T61" fmla="*/ 19 h 86"/>
                  <a:gd name="T62" fmla="*/ 31 w 50"/>
                  <a:gd name="T63" fmla="*/ 15 h 86"/>
                  <a:gd name="T64" fmla="*/ 26 w 50"/>
                  <a:gd name="T65" fmla="*/ 20 h 86"/>
                  <a:gd name="T66" fmla="*/ 21 w 50"/>
                  <a:gd name="T67" fmla="*/ 20 h 86"/>
                  <a:gd name="T68" fmla="*/ 23 w 50"/>
                  <a:gd name="T69" fmla="*/ 15 h 86"/>
                  <a:gd name="T70" fmla="*/ 27 w 50"/>
                  <a:gd name="T71" fmla="*/ 8 h 86"/>
                  <a:gd name="T72" fmla="*/ 25 w 50"/>
                  <a:gd name="T73" fmla="*/ 2 h 86"/>
                  <a:gd name="T74" fmla="*/ 19 w 50"/>
                  <a:gd name="T75" fmla="*/ 0 h 86"/>
                  <a:gd name="T76" fmla="*/ 12 w 50"/>
                  <a:gd name="T77" fmla="*/ 0 h 86"/>
                  <a:gd name="T78" fmla="*/ 5 w 50"/>
                  <a:gd name="T79" fmla="*/ 0 h 86"/>
                  <a:gd name="T80" fmla="*/ 1 w 50"/>
                  <a:gd name="T81" fmla="*/ 2 h 86"/>
                  <a:gd name="T82" fmla="*/ 2 w 50"/>
                  <a:gd name="T83" fmla="*/ 9 h 86"/>
                  <a:gd name="T84" fmla="*/ 5 w 50"/>
                  <a:gd name="T85" fmla="*/ 17 h 86"/>
                  <a:gd name="T86" fmla="*/ 6 w 50"/>
                  <a:gd name="T87" fmla="*/ 24 h 86"/>
                  <a:gd name="T88" fmla="*/ 10 w 50"/>
                  <a:gd name="T89" fmla="*/ 38 h 86"/>
                  <a:gd name="T90" fmla="*/ 15 w 50"/>
                  <a:gd name="T91" fmla="*/ 50 h 86"/>
                  <a:gd name="T92" fmla="*/ 18 w 50"/>
                  <a:gd name="T93" fmla="*/ 54 h 86"/>
                  <a:gd name="T94" fmla="*/ 20 w 50"/>
                  <a:gd name="T95" fmla="*/ 57 h 86"/>
                  <a:gd name="T96" fmla="*/ 21 w 50"/>
                  <a:gd name="T97" fmla="*/ 61 h 86"/>
                  <a:gd name="T98" fmla="*/ 22 w 50"/>
                  <a:gd name="T99" fmla="*/ 64 h 86"/>
                  <a:gd name="T100" fmla="*/ 23 w 50"/>
                  <a:gd name="T101" fmla="*/ 65 h 86"/>
                  <a:gd name="T102" fmla="*/ 24 w 50"/>
                  <a:gd name="T103" fmla="*/ 69 h 86"/>
                  <a:gd name="T104" fmla="*/ 27 w 50"/>
                  <a:gd name="T105" fmla="*/ 73 h 86"/>
                  <a:gd name="T106" fmla="*/ 29 w 50"/>
                  <a:gd name="T107" fmla="*/ 71 h 86"/>
                  <a:gd name="T108" fmla="*/ 30 w 50"/>
                  <a:gd name="T109" fmla="*/ 69 h 86"/>
                  <a:gd name="T110" fmla="*/ 31 w 50"/>
                  <a:gd name="T111" fmla="*/ 6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" h="86">
                    <a:moveTo>
                      <a:pt x="31" y="66"/>
                    </a:moveTo>
                    <a:cubicBezTo>
                      <a:pt x="32" y="62"/>
                      <a:pt x="32" y="59"/>
                      <a:pt x="31" y="55"/>
                    </a:cubicBezTo>
                    <a:cubicBezTo>
                      <a:pt x="31" y="55"/>
                      <a:pt x="31" y="53"/>
                      <a:pt x="31" y="53"/>
                    </a:cubicBezTo>
                    <a:cubicBezTo>
                      <a:pt x="31" y="53"/>
                      <a:pt x="32" y="54"/>
                      <a:pt x="32" y="54"/>
                    </a:cubicBezTo>
                    <a:cubicBezTo>
                      <a:pt x="34" y="56"/>
                      <a:pt x="35" y="60"/>
                      <a:pt x="34" y="63"/>
                    </a:cubicBezTo>
                    <a:cubicBezTo>
                      <a:pt x="34" y="66"/>
                      <a:pt x="33" y="69"/>
                      <a:pt x="31" y="72"/>
                    </a:cubicBezTo>
                    <a:cubicBezTo>
                      <a:pt x="30" y="74"/>
                      <a:pt x="28" y="76"/>
                      <a:pt x="29" y="77"/>
                    </a:cubicBezTo>
                    <a:cubicBezTo>
                      <a:pt x="30" y="79"/>
                      <a:pt x="31" y="81"/>
                      <a:pt x="32" y="83"/>
                    </a:cubicBezTo>
                    <a:cubicBezTo>
                      <a:pt x="32" y="84"/>
                      <a:pt x="33" y="86"/>
                      <a:pt x="35" y="85"/>
                    </a:cubicBezTo>
                    <a:cubicBezTo>
                      <a:pt x="36" y="84"/>
                      <a:pt x="36" y="83"/>
                      <a:pt x="37" y="83"/>
                    </a:cubicBezTo>
                    <a:cubicBezTo>
                      <a:pt x="38" y="82"/>
                      <a:pt x="39" y="81"/>
                      <a:pt x="40" y="80"/>
                    </a:cubicBezTo>
                    <a:cubicBezTo>
                      <a:pt x="41" y="78"/>
                      <a:pt x="43" y="77"/>
                      <a:pt x="43" y="75"/>
                    </a:cubicBezTo>
                    <a:cubicBezTo>
                      <a:pt x="44" y="73"/>
                      <a:pt x="43" y="71"/>
                      <a:pt x="43" y="68"/>
                    </a:cubicBezTo>
                    <a:cubicBezTo>
                      <a:pt x="43" y="68"/>
                      <a:pt x="42" y="66"/>
                      <a:pt x="42" y="66"/>
                    </a:cubicBezTo>
                    <a:cubicBezTo>
                      <a:pt x="43" y="65"/>
                      <a:pt x="43" y="66"/>
                      <a:pt x="44" y="66"/>
                    </a:cubicBezTo>
                    <a:cubicBezTo>
                      <a:pt x="45" y="66"/>
                      <a:pt x="46" y="67"/>
                      <a:pt x="47" y="68"/>
                    </a:cubicBezTo>
                    <a:cubicBezTo>
                      <a:pt x="47" y="68"/>
                      <a:pt x="48" y="69"/>
                      <a:pt x="49" y="68"/>
                    </a:cubicBezTo>
                    <a:cubicBezTo>
                      <a:pt x="50" y="68"/>
                      <a:pt x="47" y="63"/>
                      <a:pt x="47" y="63"/>
                    </a:cubicBezTo>
                    <a:cubicBezTo>
                      <a:pt x="45" y="60"/>
                      <a:pt x="43" y="57"/>
                      <a:pt x="42" y="54"/>
                    </a:cubicBezTo>
                    <a:cubicBezTo>
                      <a:pt x="42" y="53"/>
                      <a:pt x="41" y="52"/>
                      <a:pt x="41" y="51"/>
                    </a:cubicBezTo>
                    <a:cubicBezTo>
                      <a:pt x="40" y="50"/>
                      <a:pt x="40" y="49"/>
                      <a:pt x="40" y="49"/>
                    </a:cubicBezTo>
                    <a:cubicBezTo>
                      <a:pt x="40" y="48"/>
                      <a:pt x="41" y="49"/>
                      <a:pt x="41" y="49"/>
                    </a:cubicBezTo>
                    <a:cubicBezTo>
                      <a:pt x="42" y="50"/>
                      <a:pt x="43" y="51"/>
                      <a:pt x="44" y="52"/>
                    </a:cubicBezTo>
                    <a:cubicBezTo>
                      <a:pt x="45" y="53"/>
                      <a:pt x="46" y="54"/>
                      <a:pt x="48" y="54"/>
                    </a:cubicBezTo>
                    <a:cubicBezTo>
                      <a:pt x="49" y="54"/>
                      <a:pt x="49" y="53"/>
                      <a:pt x="49" y="52"/>
                    </a:cubicBezTo>
                    <a:cubicBezTo>
                      <a:pt x="48" y="50"/>
                      <a:pt x="47" y="48"/>
                      <a:pt x="46" y="47"/>
                    </a:cubicBezTo>
                    <a:cubicBezTo>
                      <a:pt x="45" y="45"/>
                      <a:pt x="44" y="44"/>
                      <a:pt x="42" y="42"/>
                    </a:cubicBezTo>
                    <a:cubicBezTo>
                      <a:pt x="41" y="41"/>
                      <a:pt x="39" y="39"/>
                      <a:pt x="39" y="37"/>
                    </a:cubicBezTo>
                    <a:cubicBezTo>
                      <a:pt x="40" y="35"/>
                      <a:pt x="41" y="33"/>
                      <a:pt x="41" y="30"/>
                    </a:cubicBezTo>
                    <a:cubicBezTo>
                      <a:pt x="41" y="29"/>
                      <a:pt x="41" y="27"/>
                      <a:pt x="40" y="25"/>
                    </a:cubicBezTo>
                    <a:cubicBezTo>
                      <a:pt x="39" y="23"/>
                      <a:pt x="38" y="21"/>
                      <a:pt x="37" y="19"/>
                    </a:cubicBezTo>
                    <a:cubicBezTo>
                      <a:pt x="36" y="17"/>
                      <a:pt x="34" y="15"/>
                      <a:pt x="31" y="15"/>
                    </a:cubicBezTo>
                    <a:cubicBezTo>
                      <a:pt x="29" y="16"/>
                      <a:pt x="28" y="19"/>
                      <a:pt x="26" y="20"/>
                    </a:cubicBezTo>
                    <a:cubicBezTo>
                      <a:pt x="24" y="21"/>
                      <a:pt x="22" y="22"/>
                      <a:pt x="21" y="20"/>
                    </a:cubicBezTo>
                    <a:cubicBezTo>
                      <a:pt x="20" y="18"/>
                      <a:pt x="22" y="16"/>
                      <a:pt x="23" y="15"/>
                    </a:cubicBezTo>
                    <a:cubicBezTo>
                      <a:pt x="24" y="12"/>
                      <a:pt x="26" y="10"/>
                      <a:pt x="27" y="8"/>
                    </a:cubicBezTo>
                    <a:cubicBezTo>
                      <a:pt x="27" y="6"/>
                      <a:pt x="27" y="4"/>
                      <a:pt x="25" y="2"/>
                    </a:cubicBezTo>
                    <a:cubicBezTo>
                      <a:pt x="24" y="1"/>
                      <a:pt x="21" y="1"/>
                      <a:pt x="19" y="0"/>
                    </a:cubicBezTo>
                    <a:cubicBezTo>
                      <a:pt x="17" y="0"/>
                      <a:pt x="14" y="0"/>
                      <a:pt x="12" y="0"/>
                    </a:cubicBezTo>
                    <a:cubicBezTo>
                      <a:pt x="10" y="0"/>
                      <a:pt x="8" y="0"/>
                      <a:pt x="5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5"/>
                      <a:pt x="1" y="7"/>
                      <a:pt x="2" y="9"/>
                    </a:cubicBezTo>
                    <a:cubicBezTo>
                      <a:pt x="3" y="12"/>
                      <a:pt x="5" y="14"/>
                      <a:pt x="5" y="17"/>
                    </a:cubicBezTo>
                    <a:cubicBezTo>
                      <a:pt x="6" y="19"/>
                      <a:pt x="6" y="21"/>
                      <a:pt x="6" y="24"/>
                    </a:cubicBezTo>
                    <a:cubicBezTo>
                      <a:pt x="6" y="29"/>
                      <a:pt x="8" y="33"/>
                      <a:pt x="10" y="38"/>
                    </a:cubicBezTo>
                    <a:cubicBezTo>
                      <a:pt x="12" y="42"/>
                      <a:pt x="13" y="46"/>
                      <a:pt x="15" y="50"/>
                    </a:cubicBezTo>
                    <a:cubicBezTo>
                      <a:pt x="16" y="51"/>
                      <a:pt x="17" y="52"/>
                      <a:pt x="18" y="54"/>
                    </a:cubicBezTo>
                    <a:cubicBezTo>
                      <a:pt x="19" y="55"/>
                      <a:pt x="19" y="56"/>
                      <a:pt x="20" y="57"/>
                    </a:cubicBezTo>
                    <a:cubicBezTo>
                      <a:pt x="20" y="59"/>
                      <a:pt x="21" y="60"/>
                      <a:pt x="21" y="61"/>
                    </a:cubicBezTo>
                    <a:cubicBezTo>
                      <a:pt x="22" y="62"/>
                      <a:pt x="22" y="63"/>
                      <a:pt x="22" y="64"/>
                    </a:cubicBezTo>
                    <a:cubicBezTo>
                      <a:pt x="22" y="64"/>
                      <a:pt x="23" y="65"/>
                      <a:pt x="23" y="65"/>
                    </a:cubicBezTo>
                    <a:cubicBezTo>
                      <a:pt x="23" y="67"/>
                      <a:pt x="24" y="68"/>
                      <a:pt x="24" y="69"/>
                    </a:cubicBezTo>
                    <a:cubicBezTo>
                      <a:pt x="25" y="70"/>
                      <a:pt x="25" y="73"/>
                      <a:pt x="27" y="73"/>
                    </a:cubicBezTo>
                    <a:cubicBezTo>
                      <a:pt x="28" y="73"/>
                      <a:pt x="28" y="72"/>
                      <a:pt x="29" y="71"/>
                    </a:cubicBezTo>
                    <a:cubicBezTo>
                      <a:pt x="29" y="70"/>
                      <a:pt x="30" y="70"/>
                      <a:pt x="30" y="69"/>
                    </a:cubicBezTo>
                    <a:cubicBezTo>
                      <a:pt x="31" y="68"/>
                      <a:pt x="31" y="67"/>
                      <a:pt x="31" y="6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0" name="Freeform 3347">
                <a:extLst>
                  <a:ext uri="{FF2B5EF4-FFF2-40B4-BE49-F238E27FC236}">
                    <a16:creationId xmlns:a16="http://schemas.microsoft.com/office/drawing/2014/main" id="{BF99F1C9-30AA-C943-AC7A-3ACB6235D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215"/>
                <a:ext cx="21" cy="46"/>
              </a:xfrm>
              <a:custGeom>
                <a:avLst/>
                <a:gdLst>
                  <a:gd name="T0" fmla="*/ 47 w 52"/>
                  <a:gd name="T1" fmla="*/ 63 h 112"/>
                  <a:gd name="T2" fmla="*/ 45 w 52"/>
                  <a:gd name="T3" fmla="*/ 63 h 112"/>
                  <a:gd name="T4" fmla="*/ 45 w 52"/>
                  <a:gd name="T5" fmla="*/ 56 h 112"/>
                  <a:gd name="T6" fmla="*/ 42 w 52"/>
                  <a:gd name="T7" fmla="*/ 47 h 112"/>
                  <a:gd name="T8" fmla="*/ 40 w 52"/>
                  <a:gd name="T9" fmla="*/ 43 h 112"/>
                  <a:gd name="T10" fmla="*/ 37 w 52"/>
                  <a:gd name="T11" fmla="*/ 41 h 112"/>
                  <a:gd name="T12" fmla="*/ 35 w 52"/>
                  <a:gd name="T13" fmla="*/ 38 h 112"/>
                  <a:gd name="T14" fmla="*/ 36 w 52"/>
                  <a:gd name="T15" fmla="*/ 33 h 112"/>
                  <a:gd name="T16" fmla="*/ 35 w 52"/>
                  <a:gd name="T17" fmla="*/ 28 h 112"/>
                  <a:gd name="T18" fmla="*/ 35 w 52"/>
                  <a:gd name="T19" fmla="*/ 22 h 112"/>
                  <a:gd name="T20" fmla="*/ 34 w 52"/>
                  <a:gd name="T21" fmla="*/ 18 h 112"/>
                  <a:gd name="T22" fmla="*/ 35 w 52"/>
                  <a:gd name="T23" fmla="*/ 16 h 112"/>
                  <a:gd name="T24" fmla="*/ 31 w 52"/>
                  <a:gd name="T25" fmla="*/ 10 h 112"/>
                  <a:gd name="T26" fmla="*/ 28 w 52"/>
                  <a:gd name="T27" fmla="*/ 5 h 112"/>
                  <a:gd name="T28" fmla="*/ 17 w 52"/>
                  <a:gd name="T29" fmla="*/ 2 h 112"/>
                  <a:gd name="T30" fmla="*/ 15 w 52"/>
                  <a:gd name="T31" fmla="*/ 14 h 112"/>
                  <a:gd name="T32" fmla="*/ 5 w 52"/>
                  <a:gd name="T33" fmla="*/ 23 h 112"/>
                  <a:gd name="T34" fmla="*/ 6 w 52"/>
                  <a:gd name="T35" fmla="*/ 40 h 112"/>
                  <a:gd name="T36" fmla="*/ 16 w 52"/>
                  <a:gd name="T37" fmla="*/ 49 h 112"/>
                  <a:gd name="T38" fmla="*/ 26 w 52"/>
                  <a:gd name="T39" fmla="*/ 58 h 112"/>
                  <a:gd name="T40" fmla="*/ 31 w 52"/>
                  <a:gd name="T41" fmla="*/ 63 h 112"/>
                  <a:gd name="T42" fmla="*/ 31 w 52"/>
                  <a:gd name="T43" fmla="*/ 75 h 112"/>
                  <a:gd name="T44" fmla="*/ 32 w 52"/>
                  <a:gd name="T45" fmla="*/ 83 h 112"/>
                  <a:gd name="T46" fmla="*/ 30 w 52"/>
                  <a:gd name="T47" fmla="*/ 88 h 112"/>
                  <a:gd name="T48" fmla="*/ 34 w 52"/>
                  <a:gd name="T49" fmla="*/ 93 h 112"/>
                  <a:gd name="T50" fmla="*/ 39 w 52"/>
                  <a:gd name="T51" fmla="*/ 99 h 112"/>
                  <a:gd name="T52" fmla="*/ 42 w 52"/>
                  <a:gd name="T53" fmla="*/ 104 h 112"/>
                  <a:gd name="T54" fmla="*/ 46 w 52"/>
                  <a:gd name="T55" fmla="*/ 109 h 112"/>
                  <a:gd name="T56" fmla="*/ 49 w 52"/>
                  <a:gd name="T57" fmla="*/ 111 h 112"/>
                  <a:gd name="T58" fmla="*/ 51 w 52"/>
                  <a:gd name="T59" fmla="*/ 102 h 112"/>
                  <a:gd name="T60" fmla="*/ 52 w 52"/>
                  <a:gd name="T61" fmla="*/ 90 h 112"/>
                  <a:gd name="T62" fmla="*/ 52 w 52"/>
                  <a:gd name="T63" fmla="*/ 83 h 112"/>
                  <a:gd name="T64" fmla="*/ 51 w 52"/>
                  <a:gd name="T65" fmla="*/ 70 h 112"/>
                  <a:gd name="T66" fmla="*/ 49 w 52"/>
                  <a:gd name="T67" fmla="*/ 64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2" h="112">
                    <a:moveTo>
                      <a:pt x="48" y="63"/>
                    </a:move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6" y="63"/>
                    </a:cubicBezTo>
                    <a:cubicBezTo>
                      <a:pt x="46" y="63"/>
                      <a:pt x="46" y="63"/>
                      <a:pt x="45" y="63"/>
                    </a:cubicBezTo>
                    <a:cubicBezTo>
                      <a:pt x="44" y="62"/>
                      <a:pt x="44" y="61"/>
                      <a:pt x="45" y="60"/>
                    </a:cubicBezTo>
                    <a:cubicBezTo>
                      <a:pt x="45" y="59"/>
                      <a:pt x="45" y="58"/>
                      <a:pt x="45" y="56"/>
                    </a:cubicBezTo>
                    <a:cubicBezTo>
                      <a:pt x="46" y="54"/>
                      <a:pt x="44" y="51"/>
                      <a:pt x="43" y="49"/>
                    </a:cubicBezTo>
                    <a:cubicBezTo>
                      <a:pt x="43" y="49"/>
                      <a:pt x="42" y="48"/>
                      <a:pt x="42" y="47"/>
                    </a:cubicBezTo>
                    <a:cubicBezTo>
                      <a:pt x="42" y="47"/>
                      <a:pt x="42" y="46"/>
                      <a:pt x="42" y="45"/>
                    </a:cubicBezTo>
                    <a:cubicBezTo>
                      <a:pt x="41" y="44"/>
                      <a:pt x="41" y="43"/>
                      <a:pt x="40" y="43"/>
                    </a:cubicBezTo>
                    <a:cubicBezTo>
                      <a:pt x="40" y="42"/>
                      <a:pt x="39" y="42"/>
                      <a:pt x="38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1"/>
                      <a:pt x="36" y="41"/>
                      <a:pt x="36" y="40"/>
                    </a:cubicBezTo>
                    <a:cubicBezTo>
                      <a:pt x="35" y="39"/>
                      <a:pt x="35" y="39"/>
                      <a:pt x="35" y="38"/>
                    </a:cubicBezTo>
                    <a:cubicBezTo>
                      <a:pt x="35" y="37"/>
                      <a:pt x="36" y="37"/>
                      <a:pt x="36" y="36"/>
                    </a:cubicBezTo>
                    <a:cubicBezTo>
                      <a:pt x="36" y="35"/>
                      <a:pt x="36" y="34"/>
                      <a:pt x="36" y="33"/>
                    </a:cubicBezTo>
                    <a:cubicBezTo>
                      <a:pt x="36" y="32"/>
                      <a:pt x="36" y="31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5" y="27"/>
                      <a:pt x="35" y="26"/>
                      <a:pt x="35" y="24"/>
                    </a:cubicBezTo>
                    <a:cubicBezTo>
                      <a:pt x="35" y="24"/>
                      <a:pt x="35" y="23"/>
                      <a:pt x="35" y="22"/>
                    </a:cubicBezTo>
                    <a:cubicBezTo>
                      <a:pt x="35" y="21"/>
                      <a:pt x="34" y="20"/>
                      <a:pt x="34" y="19"/>
                    </a:cubicBezTo>
                    <a:cubicBezTo>
                      <a:pt x="34" y="19"/>
                      <a:pt x="34" y="18"/>
                      <a:pt x="34" y="18"/>
                    </a:cubicBezTo>
                    <a:cubicBezTo>
                      <a:pt x="35" y="18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5"/>
                      <a:pt x="34" y="14"/>
                      <a:pt x="33" y="13"/>
                    </a:cubicBezTo>
                    <a:cubicBezTo>
                      <a:pt x="32" y="12"/>
                      <a:pt x="32" y="11"/>
                      <a:pt x="31" y="10"/>
                    </a:cubicBezTo>
                    <a:cubicBezTo>
                      <a:pt x="31" y="9"/>
                      <a:pt x="30" y="8"/>
                      <a:pt x="29" y="7"/>
                    </a:cubicBezTo>
                    <a:cubicBezTo>
                      <a:pt x="29" y="7"/>
                      <a:pt x="28" y="6"/>
                      <a:pt x="28" y="5"/>
                    </a:cubicBezTo>
                    <a:cubicBezTo>
                      <a:pt x="27" y="3"/>
                      <a:pt x="25" y="1"/>
                      <a:pt x="23" y="0"/>
                    </a:cubicBezTo>
                    <a:cubicBezTo>
                      <a:pt x="21" y="0"/>
                      <a:pt x="19" y="0"/>
                      <a:pt x="17" y="2"/>
                    </a:cubicBezTo>
                    <a:cubicBezTo>
                      <a:pt x="15" y="3"/>
                      <a:pt x="15" y="6"/>
                      <a:pt x="15" y="8"/>
                    </a:cubicBezTo>
                    <a:cubicBezTo>
                      <a:pt x="16" y="10"/>
                      <a:pt x="17" y="13"/>
                      <a:pt x="15" y="14"/>
                    </a:cubicBezTo>
                    <a:cubicBezTo>
                      <a:pt x="13" y="16"/>
                      <a:pt x="10" y="15"/>
                      <a:pt x="8" y="17"/>
                    </a:cubicBezTo>
                    <a:cubicBezTo>
                      <a:pt x="7" y="19"/>
                      <a:pt x="6" y="21"/>
                      <a:pt x="5" y="23"/>
                    </a:cubicBezTo>
                    <a:cubicBezTo>
                      <a:pt x="5" y="24"/>
                      <a:pt x="3" y="25"/>
                      <a:pt x="2" y="27"/>
                    </a:cubicBezTo>
                    <a:cubicBezTo>
                      <a:pt x="0" y="31"/>
                      <a:pt x="4" y="37"/>
                      <a:pt x="6" y="40"/>
                    </a:cubicBezTo>
                    <a:cubicBezTo>
                      <a:pt x="8" y="43"/>
                      <a:pt x="10" y="45"/>
                      <a:pt x="13" y="47"/>
                    </a:cubicBezTo>
                    <a:cubicBezTo>
                      <a:pt x="14" y="47"/>
                      <a:pt x="15" y="48"/>
                      <a:pt x="16" y="49"/>
                    </a:cubicBezTo>
                    <a:cubicBezTo>
                      <a:pt x="17" y="50"/>
                      <a:pt x="17" y="51"/>
                      <a:pt x="18" y="52"/>
                    </a:cubicBezTo>
                    <a:cubicBezTo>
                      <a:pt x="21" y="55"/>
                      <a:pt x="23" y="56"/>
                      <a:pt x="26" y="58"/>
                    </a:cubicBezTo>
                    <a:cubicBezTo>
                      <a:pt x="28" y="58"/>
                      <a:pt x="29" y="59"/>
                      <a:pt x="30" y="60"/>
                    </a:cubicBezTo>
                    <a:cubicBezTo>
                      <a:pt x="30" y="61"/>
                      <a:pt x="30" y="62"/>
                      <a:pt x="31" y="63"/>
                    </a:cubicBezTo>
                    <a:cubicBezTo>
                      <a:pt x="31" y="66"/>
                      <a:pt x="31" y="69"/>
                      <a:pt x="31" y="72"/>
                    </a:cubicBezTo>
                    <a:cubicBezTo>
                      <a:pt x="31" y="73"/>
                      <a:pt x="31" y="74"/>
                      <a:pt x="31" y="75"/>
                    </a:cubicBezTo>
                    <a:cubicBezTo>
                      <a:pt x="31" y="76"/>
                      <a:pt x="31" y="77"/>
                      <a:pt x="32" y="78"/>
                    </a:cubicBezTo>
                    <a:cubicBezTo>
                      <a:pt x="33" y="79"/>
                      <a:pt x="34" y="81"/>
                      <a:pt x="32" y="83"/>
                    </a:cubicBezTo>
                    <a:cubicBezTo>
                      <a:pt x="32" y="84"/>
                      <a:pt x="31" y="85"/>
                      <a:pt x="30" y="86"/>
                    </a:cubicBezTo>
                    <a:cubicBezTo>
                      <a:pt x="30" y="87"/>
                      <a:pt x="29" y="87"/>
                      <a:pt x="30" y="88"/>
                    </a:cubicBezTo>
                    <a:cubicBezTo>
                      <a:pt x="30" y="89"/>
                      <a:pt x="31" y="89"/>
                      <a:pt x="31" y="90"/>
                    </a:cubicBezTo>
                    <a:cubicBezTo>
                      <a:pt x="32" y="91"/>
                      <a:pt x="33" y="92"/>
                      <a:pt x="34" y="93"/>
                    </a:cubicBezTo>
                    <a:cubicBezTo>
                      <a:pt x="35" y="94"/>
                      <a:pt x="36" y="96"/>
                      <a:pt x="37" y="97"/>
                    </a:cubicBezTo>
                    <a:cubicBezTo>
                      <a:pt x="38" y="98"/>
                      <a:pt x="38" y="99"/>
                      <a:pt x="39" y="99"/>
                    </a:cubicBezTo>
                    <a:cubicBezTo>
                      <a:pt x="39" y="100"/>
                      <a:pt x="40" y="101"/>
                      <a:pt x="40" y="101"/>
                    </a:cubicBezTo>
                    <a:cubicBezTo>
                      <a:pt x="41" y="102"/>
                      <a:pt x="42" y="103"/>
                      <a:pt x="42" y="104"/>
                    </a:cubicBezTo>
                    <a:cubicBezTo>
                      <a:pt x="42" y="104"/>
                      <a:pt x="43" y="105"/>
                      <a:pt x="43" y="105"/>
                    </a:cubicBezTo>
                    <a:cubicBezTo>
                      <a:pt x="44" y="106"/>
                      <a:pt x="45" y="108"/>
                      <a:pt x="46" y="109"/>
                    </a:cubicBezTo>
                    <a:cubicBezTo>
                      <a:pt x="46" y="110"/>
                      <a:pt x="47" y="110"/>
                      <a:pt x="47" y="111"/>
                    </a:cubicBezTo>
                    <a:cubicBezTo>
                      <a:pt x="48" y="112"/>
                      <a:pt x="48" y="112"/>
                      <a:pt x="49" y="111"/>
                    </a:cubicBezTo>
                    <a:cubicBezTo>
                      <a:pt x="51" y="110"/>
                      <a:pt x="50" y="107"/>
                      <a:pt x="50" y="105"/>
                    </a:cubicBezTo>
                    <a:cubicBezTo>
                      <a:pt x="51" y="104"/>
                      <a:pt x="51" y="103"/>
                      <a:pt x="51" y="102"/>
                    </a:cubicBezTo>
                    <a:cubicBezTo>
                      <a:pt x="51" y="101"/>
                      <a:pt x="51" y="99"/>
                      <a:pt x="52" y="98"/>
                    </a:cubicBezTo>
                    <a:cubicBezTo>
                      <a:pt x="52" y="96"/>
                      <a:pt x="52" y="93"/>
                      <a:pt x="52" y="90"/>
                    </a:cubicBezTo>
                    <a:cubicBezTo>
                      <a:pt x="51" y="89"/>
                      <a:pt x="51" y="88"/>
                      <a:pt x="51" y="86"/>
                    </a:cubicBezTo>
                    <a:cubicBezTo>
                      <a:pt x="51" y="85"/>
                      <a:pt x="51" y="84"/>
                      <a:pt x="52" y="83"/>
                    </a:cubicBezTo>
                    <a:cubicBezTo>
                      <a:pt x="52" y="81"/>
                      <a:pt x="52" y="79"/>
                      <a:pt x="52" y="77"/>
                    </a:cubicBezTo>
                    <a:cubicBezTo>
                      <a:pt x="51" y="74"/>
                      <a:pt x="51" y="72"/>
                      <a:pt x="51" y="70"/>
                    </a:cubicBezTo>
                    <a:cubicBezTo>
                      <a:pt x="50" y="68"/>
                      <a:pt x="50" y="67"/>
                      <a:pt x="49" y="65"/>
                    </a:cubicBezTo>
                    <a:cubicBezTo>
                      <a:pt x="49" y="65"/>
                      <a:pt x="49" y="64"/>
                      <a:pt x="49" y="64"/>
                    </a:cubicBezTo>
                    <a:cubicBezTo>
                      <a:pt x="49" y="63"/>
                      <a:pt x="48" y="63"/>
                      <a:pt x="48" y="6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1" name="Freeform 3348">
                <a:extLst>
                  <a:ext uri="{FF2B5EF4-FFF2-40B4-BE49-F238E27FC236}">
                    <a16:creationId xmlns:a16="http://schemas.microsoft.com/office/drawing/2014/main" id="{D0ACC3DF-0727-F446-A858-32ACF144A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580"/>
                <a:ext cx="5" cy="6"/>
              </a:xfrm>
              <a:custGeom>
                <a:avLst/>
                <a:gdLst>
                  <a:gd name="T0" fmla="*/ 2 w 13"/>
                  <a:gd name="T1" fmla="*/ 13 h 13"/>
                  <a:gd name="T2" fmla="*/ 0 w 13"/>
                  <a:gd name="T3" fmla="*/ 10 h 13"/>
                  <a:gd name="T4" fmla="*/ 1 w 13"/>
                  <a:gd name="T5" fmla="*/ 7 h 13"/>
                  <a:gd name="T6" fmla="*/ 6 w 13"/>
                  <a:gd name="T7" fmla="*/ 6 h 13"/>
                  <a:gd name="T8" fmla="*/ 10 w 13"/>
                  <a:gd name="T9" fmla="*/ 0 h 13"/>
                  <a:gd name="T10" fmla="*/ 11 w 13"/>
                  <a:gd name="T11" fmla="*/ 2 h 13"/>
                  <a:gd name="T12" fmla="*/ 12 w 13"/>
                  <a:gd name="T13" fmla="*/ 5 h 13"/>
                  <a:gd name="T14" fmla="*/ 11 w 13"/>
                  <a:gd name="T15" fmla="*/ 11 h 13"/>
                  <a:gd name="T16" fmla="*/ 2 w 13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2" y="13"/>
                    </a:moveTo>
                    <a:cubicBezTo>
                      <a:pt x="1" y="12"/>
                      <a:pt x="1" y="11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3" y="6"/>
                      <a:pt x="4" y="7"/>
                      <a:pt x="6" y="6"/>
                    </a:cubicBezTo>
                    <a:cubicBezTo>
                      <a:pt x="7" y="4"/>
                      <a:pt x="7" y="1"/>
                      <a:pt x="10" y="0"/>
                    </a:cubicBezTo>
                    <a:cubicBezTo>
                      <a:pt x="11" y="0"/>
                      <a:pt x="11" y="2"/>
                      <a:pt x="11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3" y="8"/>
                      <a:pt x="13" y="10"/>
                      <a:pt x="11" y="11"/>
                    </a:cubicBezTo>
                    <a:cubicBezTo>
                      <a:pt x="9" y="13"/>
                      <a:pt x="5" y="13"/>
                      <a:pt x="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2" name="Freeform 3349">
                <a:extLst>
                  <a:ext uri="{FF2B5EF4-FFF2-40B4-BE49-F238E27FC236}">
                    <a16:creationId xmlns:a16="http://schemas.microsoft.com/office/drawing/2014/main" id="{C863CF7D-8752-964E-BE92-0C66D1166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578"/>
                <a:ext cx="11" cy="11"/>
              </a:xfrm>
              <a:custGeom>
                <a:avLst/>
                <a:gdLst>
                  <a:gd name="T0" fmla="*/ 21 w 26"/>
                  <a:gd name="T1" fmla="*/ 21 h 26"/>
                  <a:gd name="T2" fmla="*/ 17 w 26"/>
                  <a:gd name="T3" fmla="*/ 22 h 26"/>
                  <a:gd name="T4" fmla="*/ 15 w 26"/>
                  <a:gd name="T5" fmla="*/ 25 h 26"/>
                  <a:gd name="T6" fmla="*/ 10 w 26"/>
                  <a:gd name="T7" fmla="*/ 20 h 26"/>
                  <a:gd name="T8" fmla="*/ 6 w 26"/>
                  <a:gd name="T9" fmla="*/ 19 h 26"/>
                  <a:gd name="T10" fmla="*/ 4 w 26"/>
                  <a:gd name="T11" fmla="*/ 16 h 26"/>
                  <a:gd name="T12" fmla="*/ 1 w 26"/>
                  <a:gd name="T13" fmla="*/ 9 h 26"/>
                  <a:gd name="T14" fmla="*/ 7 w 26"/>
                  <a:gd name="T15" fmla="*/ 0 h 26"/>
                  <a:gd name="T16" fmla="*/ 12 w 26"/>
                  <a:gd name="T17" fmla="*/ 2 h 26"/>
                  <a:gd name="T18" fmla="*/ 18 w 26"/>
                  <a:gd name="T19" fmla="*/ 1 h 26"/>
                  <a:gd name="T20" fmla="*/ 22 w 26"/>
                  <a:gd name="T21" fmla="*/ 0 h 26"/>
                  <a:gd name="T22" fmla="*/ 25 w 26"/>
                  <a:gd name="T23" fmla="*/ 1 h 26"/>
                  <a:gd name="T24" fmla="*/ 26 w 26"/>
                  <a:gd name="T25" fmla="*/ 6 h 26"/>
                  <a:gd name="T26" fmla="*/ 21 w 26"/>
                  <a:gd name="T27" fmla="*/ 9 h 26"/>
                  <a:gd name="T28" fmla="*/ 16 w 26"/>
                  <a:gd name="T29" fmla="*/ 9 h 26"/>
                  <a:gd name="T30" fmla="*/ 19 w 26"/>
                  <a:gd name="T31" fmla="*/ 15 h 26"/>
                  <a:gd name="T32" fmla="*/ 22 w 26"/>
                  <a:gd name="T33" fmla="*/ 16 h 26"/>
                  <a:gd name="T34" fmla="*/ 22 w 26"/>
                  <a:gd name="T35" fmla="*/ 18 h 26"/>
                  <a:gd name="T36" fmla="*/ 21 w 26"/>
                  <a:gd name="T37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6">
                    <a:moveTo>
                      <a:pt x="21" y="21"/>
                    </a:moveTo>
                    <a:cubicBezTo>
                      <a:pt x="19" y="21"/>
                      <a:pt x="18" y="21"/>
                      <a:pt x="17" y="22"/>
                    </a:cubicBezTo>
                    <a:cubicBezTo>
                      <a:pt x="16" y="23"/>
                      <a:pt x="17" y="24"/>
                      <a:pt x="15" y="25"/>
                    </a:cubicBezTo>
                    <a:cubicBezTo>
                      <a:pt x="12" y="26"/>
                      <a:pt x="11" y="23"/>
                      <a:pt x="10" y="20"/>
                    </a:cubicBezTo>
                    <a:cubicBezTo>
                      <a:pt x="8" y="19"/>
                      <a:pt x="8" y="19"/>
                      <a:pt x="6" y="19"/>
                    </a:cubicBezTo>
                    <a:cubicBezTo>
                      <a:pt x="4" y="19"/>
                      <a:pt x="4" y="17"/>
                      <a:pt x="4" y="16"/>
                    </a:cubicBezTo>
                    <a:cubicBezTo>
                      <a:pt x="3" y="14"/>
                      <a:pt x="1" y="12"/>
                      <a:pt x="1" y="9"/>
                    </a:cubicBezTo>
                    <a:cubicBezTo>
                      <a:pt x="0" y="6"/>
                      <a:pt x="3" y="0"/>
                      <a:pt x="7" y="0"/>
                    </a:cubicBezTo>
                    <a:cubicBezTo>
                      <a:pt x="9" y="1"/>
                      <a:pt x="10" y="2"/>
                      <a:pt x="12" y="2"/>
                    </a:cubicBezTo>
                    <a:cubicBezTo>
                      <a:pt x="15" y="2"/>
                      <a:pt x="16" y="2"/>
                      <a:pt x="18" y="1"/>
                    </a:cubicBezTo>
                    <a:cubicBezTo>
                      <a:pt x="19" y="0"/>
                      <a:pt x="21" y="0"/>
                      <a:pt x="22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6" y="3"/>
                      <a:pt x="26" y="5"/>
                      <a:pt x="26" y="6"/>
                    </a:cubicBezTo>
                    <a:cubicBezTo>
                      <a:pt x="25" y="8"/>
                      <a:pt x="23" y="8"/>
                      <a:pt x="21" y="9"/>
                    </a:cubicBezTo>
                    <a:cubicBezTo>
                      <a:pt x="20" y="9"/>
                      <a:pt x="17" y="8"/>
                      <a:pt x="16" y="9"/>
                    </a:cubicBezTo>
                    <a:cubicBezTo>
                      <a:pt x="14" y="11"/>
                      <a:pt x="17" y="14"/>
                      <a:pt x="19" y="15"/>
                    </a:cubicBezTo>
                    <a:cubicBezTo>
                      <a:pt x="20" y="15"/>
                      <a:pt x="21" y="15"/>
                      <a:pt x="22" y="16"/>
                    </a:cubicBezTo>
                    <a:cubicBezTo>
                      <a:pt x="23" y="16"/>
                      <a:pt x="22" y="17"/>
                      <a:pt x="22" y="18"/>
                    </a:cubicBezTo>
                    <a:cubicBezTo>
                      <a:pt x="22" y="20"/>
                      <a:pt x="22" y="20"/>
                      <a:pt x="21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3" name="Freeform 3350">
                <a:extLst>
                  <a:ext uri="{FF2B5EF4-FFF2-40B4-BE49-F238E27FC236}">
                    <a16:creationId xmlns:a16="http://schemas.microsoft.com/office/drawing/2014/main" id="{68CD8F59-5FD1-EF41-A545-B34BF95D7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567"/>
                <a:ext cx="5" cy="4"/>
              </a:xfrm>
              <a:custGeom>
                <a:avLst/>
                <a:gdLst>
                  <a:gd name="T0" fmla="*/ 5 w 12"/>
                  <a:gd name="T1" fmla="*/ 1 h 12"/>
                  <a:gd name="T2" fmla="*/ 8 w 12"/>
                  <a:gd name="T3" fmla="*/ 1 h 12"/>
                  <a:gd name="T4" fmla="*/ 11 w 12"/>
                  <a:gd name="T5" fmla="*/ 1 h 12"/>
                  <a:gd name="T6" fmla="*/ 12 w 12"/>
                  <a:gd name="T7" fmla="*/ 4 h 12"/>
                  <a:gd name="T8" fmla="*/ 12 w 12"/>
                  <a:gd name="T9" fmla="*/ 8 h 12"/>
                  <a:gd name="T10" fmla="*/ 11 w 12"/>
                  <a:gd name="T11" fmla="*/ 11 h 12"/>
                  <a:gd name="T12" fmla="*/ 6 w 12"/>
                  <a:gd name="T13" fmla="*/ 11 h 12"/>
                  <a:gd name="T14" fmla="*/ 2 w 12"/>
                  <a:gd name="T15" fmla="*/ 10 h 12"/>
                  <a:gd name="T16" fmla="*/ 0 w 12"/>
                  <a:gd name="T17" fmla="*/ 4 h 12"/>
                  <a:gd name="T18" fmla="*/ 1 w 12"/>
                  <a:gd name="T19" fmla="*/ 1 h 12"/>
                  <a:gd name="T20" fmla="*/ 5 w 12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5" y="1"/>
                    </a:moveTo>
                    <a:cubicBezTo>
                      <a:pt x="6" y="0"/>
                      <a:pt x="7" y="1"/>
                      <a:pt x="8" y="1"/>
                    </a:cubicBezTo>
                    <a:cubicBezTo>
                      <a:pt x="9" y="1"/>
                      <a:pt x="10" y="0"/>
                      <a:pt x="11" y="1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5"/>
                      <a:pt x="12" y="7"/>
                      <a:pt x="12" y="8"/>
                    </a:cubicBezTo>
                    <a:cubicBezTo>
                      <a:pt x="12" y="9"/>
                      <a:pt x="12" y="10"/>
                      <a:pt x="11" y="11"/>
                    </a:cubicBezTo>
                    <a:cubicBezTo>
                      <a:pt x="10" y="12"/>
                      <a:pt x="7" y="11"/>
                      <a:pt x="6" y="11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4" name="Freeform 3351">
                <a:extLst>
                  <a:ext uri="{FF2B5EF4-FFF2-40B4-BE49-F238E27FC236}">
                    <a16:creationId xmlns:a16="http://schemas.microsoft.com/office/drawing/2014/main" id="{6952959F-5FA4-0D40-8CE6-08C6897D7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567"/>
                <a:ext cx="4" cy="4"/>
              </a:xfrm>
              <a:custGeom>
                <a:avLst/>
                <a:gdLst>
                  <a:gd name="T0" fmla="*/ 9 w 11"/>
                  <a:gd name="T1" fmla="*/ 0 h 10"/>
                  <a:gd name="T2" fmla="*/ 11 w 11"/>
                  <a:gd name="T3" fmla="*/ 3 h 10"/>
                  <a:gd name="T4" fmla="*/ 9 w 11"/>
                  <a:gd name="T5" fmla="*/ 5 h 10"/>
                  <a:gd name="T6" fmla="*/ 9 w 11"/>
                  <a:gd name="T7" fmla="*/ 8 h 10"/>
                  <a:gd name="T8" fmla="*/ 8 w 11"/>
                  <a:gd name="T9" fmla="*/ 9 h 10"/>
                  <a:gd name="T10" fmla="*/ 6 w 11"/>
                  <a:gd name="T11" fmla="*/ 9 h 10"/>
                  <a:gd name="T12" fmla="*/ 4 w 11"/>
                  <a:gd name="T13" fmla="*/ 10 h 10"/>
                  <a:gd name="T14" fmla="*/ 1 w 11"/>
                  <a:gd name="T15" fmla="*/ 9 h 10"/>
                  <a:gd name="T16" fmla="*/ 0 w 11"/>
                  <a:gd name="T17" fmla="*/ 7 h 10"/>
                  <a:gd name="T18" fmla="*/ 2 w 11"/>
                  <a:gd name="T19" fmla="*/ 6 h 10"/>
                  <a:gd name="T20" fmla="*/ 3 w 11"/>
                  <a:gd name="T21" fmla="*/ 3 h 10"/>
                  <a:gd name="T22" fmla="*/ 4 w 11"/>
                  <a:gd name="T23" fmla="*/ 1 h 10"/>
                  <a:gd name="T24" fmla="*/ 5 w 11"/>
                  <a:gd name="T25" fmla="*/ 0 h 10"/>
                  <a:gd name="T26" fmla="*/ 9 w 11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9" y="0"/>
                    </a:moveTo>
                    <a:cubicBezTo>
                      <a:pt x="10" y="1"/>
                      <a:pt x="11" y="2"/>
                      <a:pt x="11" y="3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3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5" name="Freeform 3352">
                <a:extLst>
                  <a:ext uri="{FF2B5EF4-FFF2-40B4-BE49-F238E27FC236}">
                    <a16:creationId xmlns:a16="http://schemas.microsoft.com/office/drawing/2014/main" id="{15352CFE-7139-CE4A-9F1C-F23133B08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62"/>
                <a:ext cx="5" cy="3"/>
              </a:xfrm>
              <a:custGeom>
                <a:avLst/>
                <a:gdLst>
                  <a:gd name="T0" fmla="*/ 5 w 12"/>
                  <a:gd name="T1" fmla="*/ 9 h 9"/>
                  <a:gd name="T2" fmla="*/ 4 w 12"/>
                  <a:gd name="T3" fmla="*/ 9 h 9"/>
                  <a:gd name="T4" fmla="*/ 3 w 12"/>
                  <a:gd name="T5" fmla="*/ 8 h 9"/>
                  <a:gd name="T6" fmla="*/ 1 w 12"/>
                  <a:gd name="T7" fmla="*/ 7 h 9"/>
                  <a:gd name="T8" fmla="*/ 1 w 12"/>
                  <a:gd name="T9" fmla="*/ 4 h 9"/>
                  <a:gd name="T10" fmla="*/ 3 w 12"/>
                  <a:gd name="T11" fmla="*/ 2 h 9"/>
                  <a:gd name="T12" fmla="*/ 5 w 12"/>
                  <a:gd name="T13" fmla="*/ 0 h 9"/>
                  <a:gd name="T14" fmla="*/ 11 w 12"/>
                  <a:gd name="T15" fmla="*/ 2 h 9"/>
                  <a:gd name="T16" fmla="*/ 12 w 12"/>
                  <a:gd name="T17" fmla="*/ 5 h 9"/>
                  <a:gd name="T18" fmla="*/ 11 w 12"/>
                  <a:gd name="T19" fmla="*/ 7 h 9"/>
                  <a:gd name="T20" fmla="*/ 8 w 12"/>
                  <a:gd name="T21" fmla="*/ 8 h 9"/>
                  <a:gd name="T22" fmla="*/ 6 w 12"/>
                  <a:gd name="T23" fmla="*/ 9 h 9"/>
                  <a:gd name="T24" fmla="*/ 6 w 12"/>
                  <a:gd name="T25" fmla="*/ 9 h 9"/>
                  <a:gd name="T26" fmla="*/ 5 w 12"/>
                  <a:gd name="T2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9">
                    <a:moveTo>
                      <a:pt x="5" y="9"/>
                    </a:moveTo>
                    <a:cubicBezTo>
                      <a:pt x="5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7" y="0"/>
                      <a:pt x="10" y="0"/>
                      <a:pt x="11" y="2"/>
                    </a:cubicBezTo>
                    <a:cubicBezTo>
                      <a:pt x="12" y="3"/>
                      <a:pt x="12" y="3"/>
                      <a:pt x="12" y="5"/>
                    </a:cubicBezTo>
                    <a:cubicBezTo>
                      <a:pt x="12" y="6"/>
                      <a:pt x="12" y="7"/>
                      <a:pt x="11" y="7"/>
                    </a:cubicBezTo>
                    <a:cubicBezTo>
                      <a:pt x="10" y="7"/>
                      <a:pt x="9" y="8"/>
                      <a:pt x="8" y="8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6" name="Freeform 3353">
                <a:extLst>
                  <a:ext uri="{FF2B5EF4-FFF2-40B4-BE49-F238E27FC236}">
                    <a16:creationId xmlns:a16="http://schemas.microsoft.com/office/drawing/2014/main" id="{05D55876-F030-1142-9290-F598EADB1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48"/>
                <a:ext cx="19" cy="9"/>
              </a:xfrm>
              <a:custGeom>
                <a:avLst/>
                <a:gdLst>
                  <a:gd name="T0" fmla="*/ 6 w 48"/>
                  <a:gd name="T1" fmla="*/ 21 h 22"/>
                  <a:gd name="T2" fmla="*/ 2 w 48"/>
                  <a:gd name="T3" fmla="*/ 20 h 22"/>
                  <a:gd name="T4" fmla="*/ 5 w 48"/>
                  <a:gd name="T5" fmla="*/ 15 h 22"/>
                  <a:gd name="T6" fmla="*/ 10 w 48"/>
                  <a:gd name="T7" fmla="*/ 12 h 22"/>
                  <a:gd name="T8" fmla="*/ 15 w 48"/>
                  <a:gd name="T9" fmla="*/ 9 h 22"/>
                  <a:gd name="T10" fmla="*/ 20 w 48"/>
                  <a:gd name="T11" fmla="*/ 7 h 22"/>
                  <a:gd name="T12" fmla="*/ 21 w 48"/>
                  <a:gd name="T13" fmla="*/ 4 h 22"/>
                  <a:gd name="T14" fmla="*/ 22 w 48"/>
                  <a:gd name="T15" fmla="*/ 1 h 22"/>
                  <a:gd name="T16" fmla="*/ 28 w 48"/>
                  <a:gd name="T17" fmla="*/ 0 h 22"/>
                  <a:gd name="T18" fmla="*/ 30 w 48"/>
                  <a:gd name="T19" fmla="*/ 1 h 22"/>
                  <a:gd name="T20" fmla="*/ 28 w 48"/>
                  <a:gd name="T21" fmla="*/ 4 h 22"/>
                  <a:gd name="T22" fmla="*/ 27 w 48"/>
                  <a:gd name="T23" fmla="*/ 7 h 22"/>
                  <a:gd name="T24" fmla="*/ 34 w 48"/>
                  <a:gd name="T25" fmla="*/ 5 h 22"/>
                  <a:gd name="T26" fmla="*/ 39 w 48"/>
                  <a:gd name="T27" fmla="*/ 4 h 22"/>
                  <a:gd name="T28" fmla="*/ 42 w 48"/>
                  <a:gd name="T29" fmla="*/ 4 h 22"/>
                  <a:gd name="T30" fmla="*/ 44 w 48"/>
                  <a:gd name="T31" fmla="*/ 3 h 22"/>
                  <a:gd name="T32" fmla="*/ 48 w 48"/>
                  <a:gd name="T33" fmla="*/ 6 h 22"/>
                  <a:gd name="T34" fmla="*/ 42 w 48"/>
                  <a:gd name="T35" fmla="*/ 8 h 22"/>
                  <a:gd name="T36" fmla="*/ 36 w 48"/>
                  <a:gd name="T37" fmla="*/ 12 h 22"/>
                  <a:gd name="T38" fmla="*/ 31 w 48"/>
                  <a:gd name="T39" fmla="*/ 15 h 22"/>
                  <a:gd name="T40" fmla="*/ 22 w 48"/>
                  <a:gd name="T41" fmla="*/ 13 h 22"/>
                  <a:gd name="T42" fmla="*/ 17 w 48"/>
                  <a:gd name="T43" fmla="*/ 14 h 22"/>
                  <a:gd name="T44" fmla="*/ 13 w 48"/>
                  <a:gd name="T45" fmla="*/ 16 h 22"/>
                  <a:gd name="T46" fmla="*/ 11 w 48"/>
                  <a:gd name="T47" fmla="*/ 17 h 22"/>
                  <a:gd name="T48" fmla="*/ 9 w 48"/>
                  <a:gd name="T49" fmla="*/ 19 h 22"/>
                  <a:gd name="T50" fmla="*/ 6 w 48"/>
                  <a:gd name="T51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22">
                    <a:moveTo>
                      <a:pt x="6" y="21"/>
                    </a:moveTo>
                    <a:cubicBezTo>
                      <a:pt x="5" y="22"/>
                      <a:pt x="3" y="21"/>
                      <a:pt x="2" y="20"/>
                    </a:cubicBezTo>
                    <a:cubicBezTo>
                      <a:pt x="0" y="18"/>
                      <a:pt x="4" y="16"/>
                      <a:pt x="5" y="15"/>
                    </a:cubicBezTo>
                    <a:cubicBezTo>
                      <a:pt x="7" y="14"/>
                      <a:pt x="9" y="14"/>
                      <a:pt x="10" y="12"/>
                    </a:cubicBezTo>
                    <a:cubicBezTo>
                      <a:pt x="11" y="10"/>
                      <a:pt x="13" y="9"/>
                      <a:pt x="15" y="9"/>
                    </a:cubicBezTo>
                    <a:cubicBezTo>
                      <a:pt x="17" y="8"/>
                      <a:pt x="19" y="9"/>
                      <a:pt x="20" y="7"/>
                    </a:cubicBezTo>
                    <a:cubicBezTo>
                      <a:pt x="21" y="6"/>
                      <a:pt x="21" y="5"/>
                      <a:pt x="21" y="4"/>
                    </a:cubicBezTo>
                    <a:cubicBezTo>
                      <a:pt x="21" y="3"/>
                      <a:pt x="22" y="2"/>
                      <a:pt x="22" y="1"/>
                    </a:cubicBezTo>
                    <a:cubicBezTo>
                      <a:pt x="23" y="0"/>
                      <a:pt x="27" y="0"/>
                      <a:pt x="28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0" y="2"/>
                      <a:pt x="28" y="3"/>
                      <a:pt x="28" y="4"/>
                    </a:cubicBezTo>
                    <a:cubicBezTo>
                      <a:pt x="26" y="5"/>
                      <a:pt x="25" y="7"/>
                      <a:pt x="27" y="7"/>
                    </a:cubicBezTo>
                    <a:cubicBezTo>
                      <a:pt x="30" y="8"/>
                      <a:pt x="32" y="7"/>
                      <a:pt x="34" y="5"/>
                    </a:cubicBezTo>
                    <a:cubicBezTo>
                      <a:pt x="35" y="4"/>
                      <a:pt x="37" y="4"/>
                      <a:pt x="39" y="4"/>
                    </a:cubicBezTo>
                    <a:cubicBezTo>
                      <a:pt x="40" y="4"/>
                      <a:pt x="41" y="4"/>
                      <a:pt x="42" y="4"/>
                    </a:cubicBezTo>
                    <a:cubicBezTo>
                      <a:pt x="43" y="3"/>
                      <a:pt x="43" y="3"/>
                      <a:pt x="44" y="3"/>
                    </a:cubicBezTo>
                    <a:cubicBezTo>
                      <a:pt x="46" y="2"/>
                      <a:pt x="48" y="4"/>
                      <a:pt x="48" y="6"/>
                    </a:cubicBezTo>
                    <a:cubicBezTo>
                      <a:pt x="48" y="9"/>
                      <a:pt x="44" y="8"/>
                      <a:pt x="42" y="8"/>
                    </a:cubicBezTo>
                    <a:cubicBezTo>
                      <a:pt x="40" y="8"/>
                      <a:pt x="37" y="9"/>
                      <a:pt x="36" y="12"/>
                    </a:cubicBezTo>
                    <a:cubicBezTo>
                      <a:pt x="34" y="13"/>
                      <a:pt x="33" y="15"/>
                      <a:pt x="31" y="15"/>
                    </a:cubicBezTo>
                    <a:cubicBezTo>
                      <a:pt x="28" y="15"/>
                      <a:pt x="25" y="14"/>
                      <a:pt x="22" y="13"/>
                    </a:cubicBezTo>
                    <a:cubicBezTo>
                      <a:pt x="20" y="13"/>
                      <a:pt x="18" y="13"/>
                      <a:pt x="17" y="14"/>
                    </a:cubicBezTo>
                    <a:cubicBezTo>
                      <a:pt x="15" y="14"/>
                      <a:pt x="15" y="15"/>
                      <a:pt x="13" y="16"/>
                    </a:cubicBezTo>
                    <a:cubicBezTo>
                      <a:pt x="12" y="16"/>
                      <a:pt x="12" y="16"/>
                      <a:pt x="11" y="17"/>
                    </a:cubicBezTo>
                    <a:cubicBezTo>
                      <a:pt x="10" y="18"/>
                      <a:pt x="9" y="18"/>
                      <a:pt x="9" y="19"/>
                    </a:cubicBezTo>
                    <a:cubicBezTo>
                      <a:pt x="8" y="20"/>
                      <a:pt x="7" y="21"/>
                      <a:pt x="6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7" name="Freeform 3354">
                <a:extLst>
                  <a:ext uri="{FF2B5EF4-FFF2-40B4-BE49-F238E27FC236}">
                    <a16:creationId xmlns:a16="http://schemas.microsoft.com/office/drawing/2014/main" id="{F8DA2AC8-186B-2544-A98A-77BBE8D9A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40"/>
                <a:ext cx="5" cy="5"/>
              </a:xfrm>
              <a:custGeom>
                <a:avLst/>
                <a:gdLst>
                  <a:gd name="T0" fmla="*/ 0 w 12"/>
                  <a:gd name="T1" fmla="*/ 6 h 11"/>
                  <a:gd name="T2" fmla="*/ 4 w 12"/>
                  <a:gd name="T3" fmla="*/ 2 h 11"/>
                  <a:gd name="T4" fmla="*/ 7 w 12"/>
                  <a:gd name="T5" fmla="*/ 1 h 11"/>
                  <a:gd name="T6" fmla="*/ 10 w 12"/>
                  <a:gd name="T7" fmla="*/ 1 h 11"/>
                  <a:gd name="T8" fmla="*/ 12 w 12"/>
                  <a:gd name="T9" fmla="*/ 3 h 11"/>
                  <a:gd name="T10" fmla="*/ 9 w 12"/>
                  <a:gd name="T11" fmla="*/ 5 h 11"/>
                  <a:gd name="T12" fmla="*/ 6 w 12"/>
                  <a:gd name="T13" fmla="*/ 8 h 11"/>
                  <a:gd name="T14" fmla="*/ 5 w 12"/>
                  <a:gd name="T15" fmla="*/ 10 h 11"/>
                  <a:gd name="T16" fmla="*/ 2 w 12"/>
                  <a:gd name="T17" fmla="*/ 10 h 11"/>
                  <a:gd name="T18" fmla="*/ 0 w 12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0"/>
                      <a:pt x="10" y="0"/>
                      <a:pt x="10" y="1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4"/>
                      <a:pt x="10" y="5"/>
                      <a:pt x="9" y="5"/>
                    </a:cubicBezTo>
                    <a:cubicBezTo>
                      <a:pt x="8" y="6"/>
                      <a:pt x="7" y="6"/>
                      <a:pt x="6" y="8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9"/>
                      <a:pt x="0" y="8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8" name="Freeform 3355">
                <a:extLst>
                  <a:ext uri="{FF2B5EF4-FFF2-40B4-BE49-F238E27FC236}">
                    <a16:creationId xmlns:a16="http://schemas.microsoft.com/office/drawing/2014/main" id="{1D93CD20-C95C-C542-8E6F-9E2D0DCA4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551"/>
                <a:ext cx="7" cy="11"/>
              </a:xfrm>
              <a:custGeom>
                <a:avLst/>
                <a:gdLst>
                  <a:gd name="T0" fmla="*/ 11 w 16"/>
                  <a:gd name="T1" fmla="*/ 3 h 29"/>
                  <a:gd name="T2" fmla="*/ 13 w 16"/>
                  <a:gd name="T3" fmla="*/ 1 h 29"/>
                  <a:gd name="T4" fmla="*/ 16 w 16"/>
                  <a:gd name="T5" fmla="*/ 5 h 29"/>
                  <a:gd name="T6" fmla="*/ 14 w 16"/>
                  <a:gd name="T7" fmla="*/ 10 h 29"/>
                  <a:gd name="T8" fmla="*/ 11 w 16"/>
                  <a:gd name="T9" fmla="*/ 16 h 29"/>
                  <a:gd name="T10" fmla="*/ 11 w 16"/>
                  <a:gd name="T11" fmla="*/ 27 h 29"/>
                  <a:gd name="T12" fmla="*/ 6 w 16"/>
                  <a:gd name="T13" fmla="*/ 26 h 29"/>
                  <a:gd name="T14" fmla="*/ 5 w 16"/>
                  <a:gd name="T15" fmla="*/ 21 h 29"/>
                  <a:gd name="T16" fmla="*/ 0 w 16"/>
                  <a:gd name="T17" fmla="*/ 17 h 29"/>
                  <a:gd name="T18" fmla="*/ 3 w 16"/>
                  <a:gd name="T19" fmla="*/ 13 h 29"/>
                  <a:gd name="T20" fmla="*/ 7 w 16"/>
                  <a:gd name="T21" fmla="*/ 13 h 29"/>
                  <a:gd name="T22" fmla="*/ 8 w 16"/>
                  <a:gd name="T23" fmla="*/ 11 h 29"/>
                  <a:gd name="T24" fmla="*/ 10 w 16"/>
                  <a:gd name="T25" fmla="*/ 7 h 29"/>
                  <a:gd name="T26" fmla="*/ 11 w 16"/>
                  <a:gd name="T27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9">
                    <a:moveTo>
                      <a:pt x="11" y="3"/>
                    </a:moveTo>
                    <a:cubicBezTo>
                      <a:pt x="12" y="2"/>
                      <a:pt x="12" y="1"/>
                      <a:pt x="13" y="1"/>
                    </a:cubicBezTo>
                    <a:cubicBezTo>
                      <a:pt x="15" y="0"/>
                      <a:pt x="16" y="3"/>
                      <a:pt x="16" y="5"/>
                    </a:cubicBezTo>
                    <a:cubicBezTo>
                      <a:pt x="16" y="7"/>
                      <a:pt x="16" y="9"/>
                      <a:pt x="14" y="10"/>
                    </a:cubicBezTo>
                    <a:cubicBezTo>
                      <a:pt x="12" y="12"/>
                      <a:pt x="11" y="14"/>
                      <a:pt x="11" y="16"/>
                    </a:cubicBezTo>
                    <a:cubicBezTo>
                      <a:pt x="11" y="20"/>
                      <a:pt x="12" y="24"/>
                      <a:pt x="11" y="27"/>
                    </a:cubicBezTo>
                    <a:cubicBezTo>
                      <a:pt x="9" y="28"/>
                      <a:pt x="7" y="29"/>
                      <a:pt x="6" y="26"/>
                    </a:cubicBezTo>
                    <a:cubicBezTo>
                      <a:pt x="6" y="24"/>
                      <a:pt x="7" y="21"/>
                      <a:pt x="5" y="21"/>
                    </a:cubicBezTo>
                    <a:cubicBezTo>
                      <a:pt x="3" y="20"/>
                      <a:pt x="1" y="19"/>
                      <a:pt x="0" y="17"/>
                    </a:cubicBezTo>
                    <a:cubicBezTo>
                      <a:pt x="0" y="15"/>
                      <a:pt x="1" y="13"/>
                      <a:pt x="3" y="13"/>
                    </a:cubicBezTo>
                    <a:cubicBezTo>
                      <a:pt x="4" y="13"/>
                      <a:pt x="6" y="14"/>
                      <a:pt x="7" y="13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9" y="10"/>
                      <a:pt x="10" y="9"/>
                      <a:pt x="10" y="7"/>
                    </a:cubicBezTo>
                    <a:cubicBezTo>
                      <a:pt x="11" y="6"/>
                      <a:pt x="11" y="4"/>
                      <a:pt x="1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9" name="Freeform 3356">
                <a:extLst>
                  <a:ext uri="{FF2B5EF4-FFF2-40B4-BE49-F238E27FC236}">
                    <a16:creationId xmlns:a16="http://schemas.microsoft.com/office/drawing/2014/main" id="{D0D53E2B-A89A-9744-A837-0837C81AC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534"/>
                <a:ext cx="4" cy="6"/>
              </a:xfrm>
              <a:custGeom>
                <a:avLst/>
                <a:gdLst>
                  <a:gd name="T0" fmla="*/ 6 w 11"/>
                  <a:gd name="T1" fmla="*/ 12 h 15"/>
                  <a:gd name="T2" fmla="*/ 4 w 11"/>
                  <a:gd name="T3" fmla="*/ 15 h 15"/>
                  <a:gd name="T4" fmla="*/ 1 w 11"/>
                  <a:gd name="T5" fmla="*/ 14 h 15"/>
                  <a:gd name="T6" fmla="*/ 0 w 11"/>
                  <a:gd name="T7" fmla="*/ 10 h 15"/>
                  <a:gd name="T8" fmla="*/ 1 w 11"/>
                  <a:gd name="T9" fmla="*/ 6 h 15"/>
                  <a:gd name="T10" fmla="*/ 3 w 11"/>
                  <a:gd name="T11" fmla="*/ 3 h 15"/>
                  <a:gd name="T12" fmla="*/ 6 w 11"/>
                  <a:gd name="T13" fmla="*/ 2 h 15"/>
                  <a:gd name="T14" fmla="*/ 6 w 11"/>
                  <a:gd name="T15" fmla="*/ 1 h 15"/>
                  <a:gd name="T16" fmla="*/ 8 w 11"/>
                  <a:gd name="T17" fmla="*/ 0 h 15"/>
                  <a:gd name="T18" fmla="*/ 10 w 11"/>
                  <a:gd name="T19" fmla="*/ 0 h 15"/>
                  <a:gd name="T20" fmla="*/ 11 w 11"/>
                  <a:gd name="T21" fmla="*/ 3 h 15"/>
                  <a:gd name="T22" fmla="*/ 7 w 11"/>
                  <a:gd name="T23" fmla="*/ 6 h 15"/>
                  <a:gd name="T24" fmla="*/ 6 w 11"/>
                  <a:gd name="T25" fmla="*/ 8 h 15"/>
                  <a:gd name="T26" fmla="*/ 6 w 11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6" y="12"/>
                    </a:moveTo>
                    <a:cubicBezTo>
                      <a:pt x="6" y="13"/>
                      <a:pt x="5" y="14"/>
                      <a:pt x="4" y="15"/>
                    </a:cubicBezTo>
                    <a:cubicBezTo>
                      <a:pt x="3" y="15"/>
                      <a:pt x="1" y="15"/>
                      <a:pt x="1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9"/>
                      <a:pt x="1" y="8"/>
                      <a:pt x="1" y="6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0"/>
                      <a:pt x="11" y="2"/>
                      <a:pt x="11" y="3"/>
                    </a:cubicBezTo>
                    <a:cubicBezTo>
                      <a:pt x="10" y="4"/>
                      <a:pt x="8" y="5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9"/>
                      <a:pt x="6" y="11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0" name="Freeform 3357">
                <a:extLst>
                  <a:ext uri="{FF2B5EF4-FFF2-40B4-BE49-F238E27FC236}">
                    <a16:creationId xmlns:a16="http://schemas.microsoft.com/office/drawing/2014/main" id="{90CD2F1C-A6DA-A248-8BB5-3E2EF3AF3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536"/>
                <a:ext cx="8" cy="13"/>
              </a:xfrm>
              <a:custGeom>
                <a:avLst/>
                <a:gdLst>
                  <a:gd name="T0" fmla="*/ 14 w 20"/>
                  <a:gd name="T1" fmla="*/ 6 h 33"/>
                  <a:gd name="T2" fmla="*/ 15 w 20"/>
                  <a:gd name="T3" fmla="*/ 3 h 33"/>
                  <a:gd name="T4" fmla="*/ 15 w 20"/>
                  <a:gd name="T5" fmla="*/ 1 h 33"/>
                  <a:gd name="T6" fmla="*/ 12 w 20"/>
                  <a:gd name="T7" fmla="*/ 0 h 33"/>
                  <a:gd name="T8" fmla="*/ 8 w 20"/>
                  <a:gd name="T9" fmla="*/ 4 h 33"/>
                  <a:gd name="T10" fmla="*/ 4 w 20"/>
                  <a:gd name="T11" fmla="*/ 6 h 33"/>
                  <a:gd name="T12" fmla="*/ 1 w 20"/>
                  <a:gd name="T13" fmla="*/ 7 h 33"/>
                  <a:gd name="T14" fmla="*/ 1 w 20"/>
                  <a:gd name="T15" fmla="*/ 13 h 33"/>
                  <a:gd name="T16" fmla="*/ 0 w 20"/>
                  <a:gd name="T17" fmla="*/ 20 h 33"/>
                  <a:gd name="T18" fmla="*/ 3 w 20"/>
                  <a:gd name="T19" fmla="*/ 23 h 33"/>
                  <a:gd name="T20" fmla="*/ 8 w 20"/>
                  <a:gd name="T21" fmla="*/ 23 h 33"/>
                  <a:gd name="T22" fmla="*/ 11 w 20"/>
                  <a:gd name="T23" fmla="*/ 20 h 33"/>
                  <a:gd name="T24" fmla="*/ 13 w 20"/>
                  <a:gd name="T25" fmla="*/ 24 h 33"/>
                  <a:gd name="T26" fmla="*/ 14 w 20"/>
                  <a:gd name="T27" fmla="*/ 28 h 33"/>
                  <a:gd name="T28" fmla="*/ 15 w 20"/>
                  <a:gd name="T29" fmla="*/ 32 h 33"/>
                  <a:gd name="T30" fmla="*/ 19 w 20"/>
                  <a:gd name="T31" fmla="*/ 32 h 33"/>
                  <a:gd name="T32" fmla="*/ 20 w 20"/>
                  <a:gd name="T33" fmla="*/ 27 h 33"/>
                  <a:gd name="T34" fmla="*/ 20 w 20"/>
                  <a:gd name="T35" fmla="*/ 21 h 33"/>
                  <a:gd name="T36" fmla="*/ 19 w 20"/>
                  <a:gd name="T37" fmla="*/ 17 h 33"/>
                  <a:gd name="T38" fmla="*/ 13 w 20"/>
                  <a:gd name="T39" fmla="*/ 15 h 33"/>
                  <a:gd name="T40" fmla="*/ 11 w 20"/>
                  <a:gd name="T41" fmla="*/ 13 h 33"/>
                  <a:gd name="T42" fmla="*/ 11 w 20"/>
                  <a:gd name="T43" fmla="*/ 8 h 33"/>
                  <a:gd name="T44" fmla="*/ 12 w 20"/>
                  <a:gd name="T45" fmla="*/ 7 h 33"/>
                  <a:gd name="T46" fmla="*/ 14 w 20"/>
                  <a:gd name="T4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3">
                    <a:moveTo>
                      <a:pt x="14" y="6"/>
                    </a:moveTo>
                    <a:cubicBezTo>
                      <a:pt x="15" y="5"/>
                      <a:pt x="15" y="4"/>
                      <a:pt x="15" y="3"/>
                    </a:cubicBezTo>
                    <a:cubicBezTo>
                      <a:pt x="15" y="3"/>
                      <a:pt x="15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0" y="1"/>
                      <a:pt x="9" y="3"/>
                      <a:pt x="8" y="4"/>
                    </a:cubicBezTo>
                    <a:cubicBezTo>
                      <a:pt x="7" y="5"/>
                      <a:pt x="6" y="5"/>
                      <a:pt x="4" y="6"/>
                    </a:cubicBezTo>
                    <a:cubicBezTo>
                      <a:pt x="3" y="6"/>
                      <a:pt x="1" y="6"/>
                      <a:pt x="1" y="7"/>
                    </a:cubicBezTo>
                    <a:cubicBezTo>
                      <a:pt x="0" y="9"/>
                      <a:pt x="1" y="11"/>
                      <a:pt x="1" y="13"/>
                    </a:cubicBezTo>
                    <a:cubicBezTo>
                      <a:pt x="1" y="15"/>
                      <a:pt x="0" y="17"/>
                      <a:pt x="0" y="20"/>
                    </a:cubicBezTo>
                    <a:cubicBezTo>
                      <a:pt x="0" y="21"/>
                      <a:pt x="2" y="23"/>
                      <a:pt x="3" y="23"/>
                    </a:cubicBezTo>
                    <a:cubicBezTo>
                      <a:pt x="5" y="24"/>
                      <a:pt x="6" y="24"/>
                      <a:pt x="8" y="23"/>
                    </a:cubicBezTo>
                    <a:cubicBezTo>
                      <a:pt x="9" y="23"/>
                      <a:pt x="10" y="20"/>
                      <a:pt x="11" y="20"/>
                    </a:cubicBezTo>
                    <a:cubicBezTo>
                      <a:pt x="13" y="21"/>
                      <a:pt x="13" y="23"/>
                      <a:pt x="13" y="24"/>
                    </a:cubicBezTo>
                    <a:cubicBezTo>
                      <a:pt x="14" y="25"/>
                      <a:pt x="14" y="27"/>
                      <a:pt x="14" y="28"/>
                    </a:cubicBezTo>
                    <a:cubicBezTo>
                      <a:pt x="14" y="29"/>
                      <a:pt x="14" y="31"/>
                      <a:pt x="15" y="32"/>
                    </a:cubicBezTo>
                    <a:cubicBezTo>
                      <a:pt x="16" y="32"/>
                      <a:pt x="17" y="33"/>
                      <a:pt x="19" y="32"/>
                    </a:cubicBezTo>
                    <a:cubicBezTo>
                      <a:pt x="20" y="31"/>
                      <a:pt x="20" y="29"/>
                      <a:pt x="20" y="27"/>
                    </a:cubicBezTo>
                    <a:cubicBezTo>
                      <a:pt x="20" y="25"/>
                      <a:pt x="20" y="23"/>
                      <a:pt x="20" y="21"/>
                    </a:cubicBezTo>
                    <a:cubicBezTo>
                      <a:pt x="20" y="20"/>
                      <a:pt x="20" y="18"/>
                      <a:pt x="19" y="17"/>
                    </a:cubicBezTo>
                    <a:cubicBezTo>
                      <a:pt x="17" y="16"/>
                      <a:pt x="14" y="16"/>
                      <a:pt x="13" y="15"/>
                    </a:cubicBezTo>
                    <a:cubicBezTo>
                      <a:pt x="12" y="14"/>
                      <a:pt x="11" y="14"/>
                      <a:pt x="11" y="13"/>
                    </a:cubicBezTo>
                    <a:cubicBezTo>
                      <a:pt x="11" y="11"/>
                      <a:pt x="10" y="9"/>
                      <a:pt x="11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3" y="6"/>
                      <a:pt x="14" y="6"/>
                      <a:pt x="1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1" name="Freeform 3358">
                <a:extLst>
                  <a:ext uri="{FF2B5EF4-FFF2-40B4-BE49-F238E27FC236}">
                    <a16:creationId xmlns:a16="http://schemas.microsoft.com/office/drawing/2014/main" id="{8DC2AA9C-0D5C-6D45-9681-4CB4EC0EC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551"/>
                <a:ext cx="10" cy="11"/>
              </a:xfrm>
              <a:custGeom>
                <a:avLst/>
                <a:gdLst>
                  <a:gd name="T0" fmla="*/ 8 w 25"/>
                  <a:gd name="T1" fmla="*/ 17 h 26"/>
                  <a:gd name="T2" fmla="*/ 7 w 25"/>
                  <a:gd name="T3" fmla="*/ 17 h 26"/>
                  <a:gd name="T4" fmla="*/ 5 w 25"/>
                  <a:gd name="T5" fmla="*/ 15 h 26"/>
                  <a:gd name="T6" fmla="*/ 4 w 25"/>
                  <a:gd name="T7" fmla="*/ 15 h 26"/>
                  <a:gd name="T8" fmla="*/ 3 w 25"/>
                  <a:gd name="T9" fmla="*/ 13 h 26"/>
                  <a:gd name="T10" fmla="*/ 1 w 25"/>
                  <a:gd name="T11" fmla="*/ 13 h 26"/>
                  <a:gd name="T12" fmla="*/ 0 w 25"/>
                  <a:gd name="T13" fmla="*/ 10 h 26"/>
                  <a:gd name="T14" fmla="*/ 2 w 25"/>
                  <a:gd name="T15" fmla="*/ 2 h 26"/>
                  <a:gd name="T16" fmla="*/ 5 w 25"/>
                  <a:gd name="T17" fmla="*/ 0 h 26"/>
                  <a:gd name="T18" fmla="*/ 9 w 25"/>
                  <a:gd name="T19" fmla="*/ 2 h 26"/>
                  <a:gd name="T20" fmla="*/ 10 w 25"/>
                  <a:gd name="T21" fmla="*/ 6 h 26"/>
                  <a:gd name="T22" fmla="*/ 13 w 25"/>
                  <a:gd name="T23" fmla="*/ 8 h 26"/>
                  <a:gd name="T24" fmla="*/ 17 w 25"/>
                  <a:gd name="T25" fmla="*/ 8 h 26"/>
                  <a:gd name="T26" fmla="*/ 20 w 25"/>
                  <a:gd name="T27" fmla="*/ 10 h 26"/>
                  <a:gd name="T28" fmla="*/ 21 w 25"/>
                  <a:gd name="T29" fmla="*/ 13 h 26"/>
                  <a:gd name="T30" fmla="*/ 24 w 25"/>
                  <a:gd name="T31" fmla="*/ 16 h 26"/>
                  <a:gd name="T32" fmla="*/ 25 w 25"/>
                  <a:gd name="T33" fmla="*/ 21 h 26"/>
                  <a:gd name="T34" fmla="*/ 21 w 25"/>
                  <a:gd name="T35" fmla="*/ 23 h 26"/>
                  <a:gd name="T36" fmla="*/ 18 w 25"/>
                  <a:gd name="T37" fmla="*/ 20 h 26"/>
                  <a:gd name="T38" fmla="*/ 15 w 25"/>
                  <a:gd name="T39" fmla="*/ 21 h 26"/>
                  <a:gd name="T40" fmla="*/ 14 w 25"/>
                  <a:gd name="T41" fmla="*/ 25 h 26"/>
                  <a:gd name="T42" fmla="*/ 11 w 25"/>
                  <a:gd name="T43" fmla="*/ 23 h 26"/>
                  <a:gd name="T44" fmla="*/ 10 w 25"/>
                  <a:gd name="T45" fmla="*/ 20 h 26"/>
                  <a:gd name="T46" fmla="*/ 8 w 25"/>
                  <a:gd name="T4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26">
                    <a:moveTo>
                      <a:pt x="8" y="17"/>
                    </a:moveTo>
                    <a:cubicBezTo>
                      <a:pt x="8" y="17"/>
                      <a:pt x="7" y="18"/>
                      <a:pt x="7" y="17"/>
                    </a:cubicBezTo>
                    <a:cubicBezTo>
                      <a:pt x="6" y="17"/>
                      <a:pt x="6" y="16"/>
                      <a:pt x="5" y="15"/>
                    </a:cubicBezTo>
                    <a:cubicBezTo>
                      <a:pt x="5" y="15"/>
                      <a:pt x="5" y="15"/>
                      <a:pt x="4" y="15"/>
                    </a:cubicBezTo>
                    <a:cubicBezTo>
                      <a:pt x="4" y="14"/>
                      <a:pt x="3" y="14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7"/>
                      <a:pt x="0" y="3"/>
                      <a:pt x="2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0"/>
                      <a:pt x="9" y="1"/>
                      <a:pt x="9" y="2"/>
                    </a:cubicBezTo>
                    <a:cubicBezTo>
                      <a:pt x="10" y="3"/>
                      <a:pt x="10" y="5"/>
                      <a:pt x="10" y="6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5" y="8"/>
                      <a:pt x="16" y="8"/>
                      <a:pt x="17" y="8"/>
                    </a:cubicBezTo>
                    <a:cubicBezTo>
                      <a:pt x="18" y="8"/>
                      <a:pt x="20" y="9"/>
                      <a:pt x="20" y="10"/>
                    </a:cubicBezTo>
                    <a:cubicBezTo>
                      <a:pt x="21" y="11"/>
                      <a:pt x="20" y="12"/>
                      <a:pt x="21" y="13"/>
                    </a:cubicBezTo>
                    <a:cubicBezTo>
                      <a:pt x="22" y="14"/>
                      <a:pt x="24" y="15"/>
                      <a:pt x="24" y="16"/>
                    </a:cubicBezTo>
                    <a:cubicBezTo>
                      <a:pt x="25" y="17"/>
                      <a:pt x="25" y="19"/>
                      <a:pt x="25" y="21"/>
                    </a:cubicBezTo>
                    <a:cubicBezTo>
                      <a:pt x="25" y="23"/>
                      <a:pt x="23" y="23"/>
                      <a:pt x="21" y="23"/>
                    </a:cubicBezTo>
                    <a:cubicBezTo>
                      <a:pt x="19" y="23"/>
                      <a:pt x="19" y="21"/>
                      <a:pt x="18" y="20"/>
                    </a:cubicBezTo>
                    <a:cubicBezTo>
                      <a:pt x="17" y="19"/>
                      <a:pt x="15" y="20"/>
                      <a:pt x="15" y="21"/>
                    </a:cubicBezTo>
                    <a:cubicBezTo>
                      <a:pt x="14" y="22"/>
                      <a:pt x="15" y="24"/>
                      <a:pt x="14" y="25"/>
                    </a:cubicBezTo>
                    <a:cubicBezTo>
                      <a:pt x="13" y="26"/>
                      <a:pt x="12" y="24"/>
                      <a:pt x="11" y="23"/>
                    </a:cubicBezTo>
                    <a:cubicBezTo>
                      <a:pt x="11" y="22"/>
                      <a:pt x="10" y="21"/>
                      <a:pt x="10" y="20"/>
                    </a:cubicBezTo>
                    <a:cubicBezTo>
                      <a:pt x="10" y="19"/>
                      <a:pt x="9" y="18"/>
                      <a:pt x="8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2" name="Freeform 3359">
                <a:extLst>
                  <a:ext uri="{FF2B5EF4-FFF2-40B4-BE49-F238E27FC236}">
                    <a16:creationId xmlns:a16="http://schemas.microsoft.com/office/drawing/2014/main" id="{E2D085A4-264F-CC48-BE6A-EDB751299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567"/>
                <a:ext cx="8" cy="7"/>
              </a:xfrm>
              <a:custGeom>
                <a:avLst/>
                <a:gdLst>
                  <a:gd name="T0" fmla="*/ 2 w 21"/>
                  <a:gd name="T1" fmla="*/ 11 h 17"/>
                  <a:gd name="T2" fmla="*/ 0 w 21"/>
                  <a:gd name="T3" fmla="*/ 7 h 17"/>
                  <a:gd name="T4" fmla="*/ 5 w 21"/>
                  <a:gd name="T5" fmla="*/ 6 h 17"/>
                  <a:gd name="T6" fmla="*/ 10 w 21"/>
                  <a:gd name="T7" fmla="*/ 6 h 17"/>
                  <a:gd name="T8" fmla="*/ 12 w 21"/>
                  <a:gd name="T9" fmla="*/ 6 h 17"/>
                  <a:gd name="T10" fmla="*/ 14 w 21"/>
                  <a:gd name="T11" fmla="*/ 4 h 17"/>
                  <a:gd name="T12" fmla="*/ 16 w 21"/>
                  <a:gd name="T13" fmla="*/ 2 h 17"/>
                  <a:gd name="T14" fmla="*/ 17 w 21"/>
                  <a:gd name="T15" fmla="*/ 1 h 17"/>
                  <a:gd name="T16" fmla="*/ 19 w 21"/>
                  <a:gd name="T17" fmla="*/ 2 h 17"/>
                  <a:gd name="T18" fmla="*/ 19 w 21"/>
                  <a:gd name="T19" fmla="*/ 7 h 17"/>
                  <a:gd name="T20" fmla="*/ 17 w 21"/>
                  <a:gd name="T21" fmla="*/ 11 h 17"/>
                  <a:gd name="T22" fmla="*/ 15 w 21"/>
                  <a:gd name="T23" fmla="*/ 16 h 17"/>
                  <a:gd name="T24" fmla="*/ 13 w 21"/>
                  <a:gd name="T25" fmla="*/ 17 h 17"/>
                  <a:gd name="T26" fmla="*/ 9 w 21"/>
                  <a:gd name="T27" fmla="*/ 16 h 17"/>
                  <a:gd name="T28" fmla="*/ 7 w 21"/>
                  <a:gd name="T29" fmla="*/ 14 h 17"/>
                  <a:gd name="T30" fmla="*/ 5 w 21"/>
                  <a:gd name="T31" fmla="*/ 13 h 17"/>
                  <a:gd name="T32" fmla="*/ 4 w 21"/>
                  <a:gd name="T33" fmla="*/ 12 h 17"/>
                  <a:gd name="T34" fmla="*/ 2 w 21"/>
                  <a:gd name="T3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7">
                    <a:moveTo>
                      <a:pt x="2" y="11"/>
                    </a:moveTo>
                    <a:cubicBezTo>
                      <a:pt x="1" y="11"/>
                      <a:pt x="0" y="9"/>
                      <a:pt x="0" y="7"/>
                    </a:cubicBezTo>
                    <a:cubicBezTo>
                      <a:pt x="1" y="5"/>
                      <a:pt x="4" y="5"/>
                      <a:pt x="5" y="6"/>
                    </a:cubicBezTo>
                    <a:cubicBezTo>
                      <a:pt x="7" y="6"/>
                      <a:pt x="8" y="5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2"/>
                      <a:pt x="16" y="2"/>
                    </a:cubicBezTo>
                    <a:cubicBezTo>
                      <a:pt x="16" y="1"/>
                      <a:pt x="17" y="0"/>
                      <a:pt x="17" y="1"/>
                    </a:cubicBezTo>
                    <a:cubicBezTo>
                      <a:pt x="18" y="1"/>
                      <a:pt x="19" y="2"/>
                      <a:pt x="19" y="2"/>
                    </a:cubicBezTo>
                    <a:cubicBezTo>
                      <a:pt x="20" y="4"/>
                      <a:pt x="21" y="6"/>
                      <a:pt x="19" y="7"/>
                    </a:cubicBezTo>
                    <a:cubicBezTo>
                      <a:pt x="18" y="8"/>
                      <a:pt x="17" y="9"/>
                      <a:pt x="17" y="11"/>
                    </a:cubicBezTo>
                    <a:cubicBezTo>
                      <a:pt x="16" y="13"/>
                      <a:pt x="16" y="14"/>
                      <a:pt x="15" y="16"/>
                    </a:cubicBezTo>
                    <a:cubicBezTo>
                      <a:pt x="14" y="16"/>
                      <a:pt x="13" y="17"/>
                      <a:pt x="13" y="17"/>
                    </a:cubicBezTo>
                    <a:cubicBezTo>
                      <a:pt x="11" y="17"/>
                      <a:pt x="10" y="16"/>
                      <a:pt x="9" y="16"/>
                    </a:cubicBezTo>
                    <a:cubicBezTo>
                      <a:pt x="9" y="15"/>
                      <a:pt x="8" y="14"/>
                      <a:pt x="7" y="14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4" y="13"/>
                      <a:pt x="5" y="12"/>
                      <a:pt x="4" y="12"/>
                    </a:cubicBezTo>
                    <a:cubicBezTo>
                      <a:pt x="4" y="11"/>
                      <a:pt x="3" y="11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3" name="Freeform 3360">
                <a:extLst>
                  <a:ext uri="{FF2B5EF4-FFF2-40B4-BE49-F238E27FC236}">
                    <a16:creationId xmlns:a16="http://schemas.microsoft.com/office/drawing/2014/main" id="{AA9492BF-998C-D34B-AA50-34C732128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576"/>
                <a:ext cx="18" cy="17"/>
              </a:xfrm>
              <a:custGeom>
                <a:avLst/>
                <a:gdLst>
                  <a:gd name="T0" fmla="*/ 8 w 44"/>
                  <a:gd name="T1" fmla="*/ 29 h 41"/>
                  <a:gd name="T2" fmla="*/ 7 w 44"/>
                  <a:gd name="T3" fmla="*/ 27 h 41"/>
                  <a:gd name="T4" fmla="*/ 4 w 44"/>
                  <a:gd name="T5" fmla="*/ 23 h 41"/>
                  <a:gd name="T6" fmla="*/ 3 w 44"/>
                  <a:gd name="T7" fmla="*/ 17 h 41"/>
                  <a:gd name="T8" fmla="*/ 2 w 44"/>
                  <a:gd name="T9" fmla="*/ 11 h 41"/>
                  <a:gd name="T10" fmla="*/ 0 w 44"/>
                  <a:gd name="T11" fmla="*/ 7 h 41"/>
                  <a:gd name="T12" fmla="*/ 4 w 44"/>
                  <a:gd name="T13" fmla="*/ 2 h 41"/>
                  <a:gd name="T14" fmla="*/ 12 w 44"/>
                  <a:gd name="T15" fmla="*/ 0 h 41"/>
                  <a:gd name="T16" fmla="*/ 19 w 44"/>
                  <a:gd name="T17" fmla="*/ 4 h 41"/>
                  <a:gd name="T18" fmla="*/ 22 w 44"/>
                  <a:gd name="T19" fmla="*/ 11 h 41"/>
                  <a:gd name="T20" fmla="*/ 25 w 44"/>
                  <a:gd name="T21" fmla="*/ 13 h 41"/>
                  <a:gd name="T22" fmla="*/ 27 w 44"/>
                  <a:gd name="T23" fmla="*/ 17 h 41"/>
                  <a:gd name="T24" fmla="*/ 27 w 44"/>
                  <a:gd name="T25" fmla="*/ 26 h 41"/>
                  <a:gd name="T26" fmla="*/ 30 w 44"/>
                  <a:gd name="T27" fmla="*/ 30 h 41"/>
                  <a:gd name="T28" fmla="*/ 33 w 44"/>
                  <a:gd name="T29" fmla="*/ 30 h 41"/>
                  <a:gd name="T30" fmla="*/ 37 w 44"/>
                  <a:gd name="T31" fmla="*/ 30 h 41"/>
                  <a:gd name="T32" fmla="*/ 43 w 44"/>
                  <a:gd name="T33" fmla="*/ 31 h 41"/>
                  <a:gd name="T34" fmla="*/ 41 w 44"/>
                  <a:gd name="T35" fmla="*/ 37 h 41"/>
                  <a:gd name="T36" fmla="*/ 39 w 44"/>
                  <a:gd name="T37" fmla="*/ 39 h 41"/>
                  <a:gd name="T38" fmla="*/ 37 w 44"/>
                  <a:gd name="T39" fmla="*/ 40 h 41"/>
                  <a:gd name="T40" fmla="*/ 34 w 44"/>
                  <a:gd name="T41" fmla="*/ 37 h 41"/>
                  <a:gd name="T42" fmla="*/ 30 w 44"/>
                  <a:gd name="T43" fmla="*/ 34 h 41"/>
                  <a:gd name="T44" fmla="*/ 23 w 44"/>
                  <a:gd name="T45" fmla="*/ 35 h 41"/>
                  <a:gd name="T46" fmla="*/ 20 w 44"/>
                  <a:gd name="T47" fmla="*/ 35 h 41"/>
                  <a:gd name="T48" fmla="*/ 17 w 44"/>
                  <a:gd name="T49" fmla="*/ 37 h 41"/>
                  <a:gd name="T50" fmla="*/ 12 w 44"/>
                  <a:gd name="T51" fmla="*/ 39 h 41"/>
                  <a:gd name="T52" fmla="*/ 8 w 44"/>
                  <a:gd name="T53" fmla="*/ 35 h 41"/>
                  <a:gd name="T54" fmla="*/ 9 w 44"/>
                  <a:gd name="T55" fmla="*/ 33 h 41"/>
                  <a:gd name="T56" fmla="*/ 8 w 44"/>
                  <a:gd name="T5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4" h="41">
                    <a:moveTo>
                      <a:pt x="8" y="29"/>
                    </a:moveTo>
                    <a:cubicBezTo>
                      <a:pt x="8" y="28"/>
                      <a:pt x="8" y="28"/>
                      <a:pt x="7" y="27"/>
                    </a:cubicBezTo>
                    <a:cubicBezTo>
                      <a:pt x="5" y="26"/>
                      <a:pt x="5" y="24"/>
                      <a:pt x="4" y="23"/>
                    </a:cubicBezTo>
                    <a:cubicBezTo>
                      <a:pt x="4" y="21"/>
                      <a:pt x="3" y="19"/>
                      <a:pt x="3" y="17"/>
                    </a:cubicBezTo>
                    <a:cubicBezTo>
                      <a:pt x="3" y="15"/>
                      <a:pt x="3" y="13"/>
                      <a:pt x="2" y="11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6" y="0"/>
                      <a:pt x="10" y="0"/>
                      <a:pt x="12" y="0"/>
                    </a:cubicBezTo>
                    <a:cubicBezTo>
                      <a:pt x="16" y="0"/>
                      <a:pt x="18" y="1"/>
                      <a:pt x="19" y="4"/>
                    </a:cubicBezTo>
                    <a:cubicBezTo>
                      <a:pt x="20" y="7"/>
                      <a:pt x="20" y="10"/>
                      <a:pt x="22" y="11"/>
                    </a:cubicBezTo>
                    <a:cubicBezTo>
                      <a:pt x="23" y="12"/>
                      <a:pt x="24" y="13"/>
                      <a:pt x="25" y="13"/>
                    </a:cubicBezTo>
                    <a:cubicBezTo>
                      <a:pt x="26" y="14"/>
                      <a:pt x="26" y="16"/>
                      <a:pt x="27" y="17"/>
                    </a:cubicBezTo>
                    <a:cubicBezTo>
                      <a:pt x="28" y="20"/>
                      <a:pt x="27" y="23"/>
                      <a:pt x="27" y="26"/>
                    </a:cubicBezTo>
                    <a:cubicBezTo>
                      <a:pt x="27" y="28"/>
                      <a:pt x="27" y="30"/>
                      <a:pt x="30" y="30"/>
                    </a:cubicBezTo>
                    <a:cubicBezTo>
                      <a:pt x="31" y="30"/>
                      <a:pt x="32" y="30"/>
                      <a:pt x="33" y="30"/>
                    </a:cubicBezTo>
                    <a:cubicBezTo>
                      <a:pt x="34" y="30"/>
                      <a:pt x="36" y="30"/>
                      <a:pt x="37" y="30"/>
                    </a:cubicBezTo>
                    <a:cubicBezTo>
                      <a:pt x="38" y="30"/>
                      <a:pt x="41" y="29"/>
                      <a:pt x="43" y="31"/>
                    </a:cubicBezTo>
                    <a:cubicBezTo>
                      <a:pt x="44" y="33"/>
                      <a:pt x="42" y="35"/>
                      <a:pt x="41" y="37"/>
                    </a:cubicBezTo>
                    <a:cubicBezTo>
                      <a:pt x="40" y="38"/>
                      <a:pt x="40" y="38"/>
                      <a:pt x="39" y="39"/>
                    </a:cubicBezTo>
                    <a:cubicBezTo>
                      <a:pt x="38" y="40"/>
                      <a:pt x="38" y="41"/>
                      <a:pt x="37" y="40"/>
                    </a:cubicBezTo>
                    <a:cubicBezTo>
                      <a:pt x="36" y="40"/>
                      <a:pt x="35" y="38"/>
                      <a:pt x="34" y="37"/>
                    </a:cubicBezTo>
                    <a:cubicBezTo>
                      <a:pt x="33" y="36"/>
                      <a:pt x="32" y="34"/>
                      <a:pt x="30" y="34"/>
                    </a:cubicBezTo>
                    <a:cubicBezTo>
                      <a:pt x="28" y="33"/>
                      <a:pt x="25" y="35"/>
                      <a:pt x="23" y="35"/>
                    </a:cubicBezTo>
                    <a:cubicBezTo>
                      <a:pt x="22" y="35"/>
                      <a:pt x="21" y="35"/>
                      <a:pt x="20" y="35"/>
                    </a:cubicBezTo>
                    <a:cubicBezTo>
                      <a:pt x="19" y="35"/>
                      <a:pt x="18" y="36"/>
                      <a:pt x="17" y="37"/>
                    </a:cubicBezTo>
                    <a:cubicBezTo>
                      <a:pt x="16" y="38"/>
                      <a:pt x="13" y="41"/>
                      <a:pt x="12" y="39"/>
                    </a:cubicBezTo>
                    <a:cubicBezTo>
                      <a:pt x="10" y="38"/>
                      <a:pt x="8" y="37"/>
                      <a:pt x="8" y="35"/>
                    </a:cubicBezTo>
                    <a:cubicBezTo>
                      <a:pt x="8" y="34"/>
                      <a:pt x="9" y="34"/>
                      <a:pt x="9" y="33"/>
                    </a:cubicBezTo>
                    <a:cubicBezTo>
                      <a:pt x="9" y="32"/>
                      <a:pt x="9" y="31"/>
                      <a:pt x="8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4" name="Freeform 3361">
                <a:extLst>
                  <a:ext uri="{FF2B5EF4-FFF2-40B4-BE49-F238E27FC236}">
                    <a16:creationId xmlns:a16="http://schemas.microsoft.com/office/drawing/2014/main" id="{575FEE67-E4D1-C049-A965-C3F9EEED2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91"/>
                <a:ext cx="7" cy="3"/>
              </a:xfrm>
              <a:custGeom>
                <a:avLst/>
                <a:gdLst>
                  <a:gd name="T0" fmla="*/ 6 w 16"/>
                  <a:gd name="T1" fmla="*/ 0 h 6"/>
                  <a:gd name="T2" fmla="*/ 7 w 16"/>
                  <a:gd name="T3" fmla="*/ 0 h 6"/>
                  <a:gd name="T4" fmla="*/ 8 w 16"/>
                  <a:gd name="T5" fmla="*/ 0 h 6"/>
                  <a:gd name="T6" fmla="*/ 9 w 16"/>
                  <a:gd name="T7" fmla="*/ 0 h 6"/>
                  <a:gd name="T8" fmla="*/ 10 w 16"/>
                  <a:gd name="T9" fmla="*/ 0 h 6"/>
                  <a:gd name="T10" fmla="*/ 12 w 16"/>
                  <a:gd name="T11" fmla="*/ 2 h 6"/>
                  <a:gd name="T12" fmla="*/ 14 w 16"/>
                  <a:gd name="T13" fmla="*/ 3 h 6"/>
                  <a:gd name="T14" fmla="*/ 13 w 16"/>
                  <a:gd name="T15" fmla="*/ 6 h 6"/>
                  <a:gd name="T16" fmla="*/ 8 w 16"/>
                  <a:gd name="T17" fmla="*/ 6 h 6"/>
                  <a:gd name="T18" fmla="*/ 5 w 16"/>
                  <a:gd name="T19" fmla="*/ 6 h 6"/>
                  <a:gd name="T20" fmla="*/ 2 w 16"/>
                  <a:gd name="T21" fmla="*/ 6 h 6"/>
                  <a:gd name="T22" fmla="*/ 0 w 16"/>
                  <a:gd name="T23" fmla="*/ 4 h 6"/>
                  <a:gd name="T24" fmla="*/ 1 w 16"/>
                  <a:gd name="T25" fmla="*/ 3 h 6"/>
                  <a:gd name="T26" fmla="*/ 2 w 16"/>
                  <a:gd name="T27" fmla="*/ 2 h 6"/>
                  <a:gd name="T28" fmla="*/ 3 w 16"/>
                  <a:gd name="T29" fmla="*/ 1 h 6"/>
                  <a:gd name="T30" fmla="*/ 6 w 16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6">
                    <a:moveTo>
                      <a:pt x="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2" y="1"/>
                      <a:pt x="12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6" y="4"/>
                      <a:pt x="15" y="5"/>
                      <a:pt x="13" y="6"/>
                    </a:cubicBezTo>
                    <a:cubicBezTo>
                      <a:pt x="11" y="6"/>
                      <a:pt x="9" y="6"/>
                      <a:pt x="8" y="6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5" name="Freeform 3362">
                <a:extLst>
                  <a:ext uri="{FF2B5EF4-FFF2-40B4-BE49-F238E27FC236}">
                    <a16:creationId xmlns:a16="http://schemas.microsoft.com/office/drawing/2014/main" id="{93C09C22-333E-E54E-A151-A5D646C12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589"/>
                <a:ext cx="10" cy="14"/>
              </a:xfrm>
              <a:custGeom>
                <a:avLst/>
                <a:gdLst>
                  <a:gd name="T0" fmla="*/ 10 w 25"/>
                  <a:gd name="T1" fmla="*/ 32 h 33"/>
                  <a:gd name="T2" fmla="*/ 8 w 25"/>
                  <a:gd name="T3" fmla="*/ 33 h 33"/>
                  <a:gd name="T4" fmla="*/ 4 w 25"/>
                  <a:gd name="T5" fmla="*/ 33 h 33"/>
                  <a:gd name="T6" fmla="*/ 2 w 25"/>
                  <a:gd name="T7" fmla="*/ 29 h 33"/>
                  <a:gd name="T8" fmla="*/ 1 w 25"/>
                  <a:gd name="T9" fmla="*/ 26 h 33"/>
                  <a:gd name="T10" fmla="*/ 2 w 25"/>
                  <a:gd name="T11" fmla="*/ 24 h 33"/>
                  <a:gd name="T12" fmla="*/ 3 w 25"/>
                  <a:gd name="T13" fmla="*/ 22 h 33"/>
                  <a:gd name="T14" fmla="*/ 4 w 25"/>
                  <a:gd name="T15" fmla="*/ 19 h 33"/>
                  <a:gd name="T16" fmla="*/ 2 w 25"/>
                  <a:gd name="T17" fmla="*/ 16 h 33"/>
                  <a:gd name="T18" fmla="*/ 2 w 25"/>
                  <a:gd name="T19" fmla="*/ 13 h 33"/>
                  <a:gd name="T20" fmla="*/ 7 w 25"/>
                  <a:gd name="T21" fmla="*/ 11 h 33"/>
                  <a:gd name="T22" fmla="*/ 10 w 25"/>
                  <a:gd name="T23" fmla="*/ 7 h 33"/>
                  <a:gd name="T24" fmla="*/ 13 w 25"/>
                  <a:gd name="T25" fmla="*/ 3 h 33"/>
                  <a:gd name="T26" fmla="*/ 16 w 25"/>
                  <a:gd name="T27" fmla="*/ 2 h 33"/>
                  <a:gd name="T28" fmla="*/ 19 w 25"/>
                  <a:gd name="T29" fmla="*/ 0 h 33"/>
                  <a:gd name="T30" fmla="*/ 23 w 25"/>
                  <a:gd name="T31" fmla="*/ 0 h 33"/>
                  <a:gd name="T32" fmla="*/ 25 w 25"/>
                  <a:gd name="T33" fmla="*/ 2 h 33"/>
                  <a:gd name="T34" fmla="*/ 24 w 25"/>
                  <a:gd name="T35" fmla="*/ 6 h 33"/>
                  <a:gd name="T36" fmla="*/ 19 w 25"/>
                  <a:gd name="T37" fmla="*/ 10 h 33"/>
                  <a:gd name="T38" fmla="*/ 15 w 25"/>
                  <a:gd name="T39" fmla="*/ 14 h 33"/>
                  <a:gd name="T40" fmla="*/ 13 w 25"/>
                  <a:gd name="T41" fmla="*/ 17 h 33"/>
                  <a:gd name="T42" fmla="*/ 11 w 25"/>
                  <a:gd name="T43" fmla="*/ 21 h 33"/>
                  <a:gd name="T44" fmla="*/ 10 w 25"/>
                  <a:gd name="T45" fmla="*/ 26 h 33"/>
                  <a:gd name="T46" fmla="*/ 10 w 25"/>
                  <a:gd name="T47" fmla="*/ 29 h 33"/>
                  <a:gd name="T48" fmla="*/ 10 w 25"/>
                  <a:gd name="T49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5" h="33">
                    <a:moveTo>
                      <a:pt x="10" y="32"/>
                    </a:moveTo>
                    <a:cubicBezTo>
                      <a:pt x="9" y="33"/>
                      <a:pt x="9" y="33"/>
                      <a:pt x="8" y="33"/>
                    </a:cubicBezTo>
                    <a:cubicBezTo>
                      <a:pt x="7" y="33"/>
                      <a:pt x="6" y="33"/>
                      <a:pt x="4" y="33"/>
                    </a:cubicBezTo>
                    <a:cubicBezTo>
                      <a:pt x="3" y="32"/>
                      <a:pt x="2" y="31"/>
                      <a:pt x="2" y="29"/>
                    </a:cubicBezTo>
                    <a:cubicBezTo>
                      <a:pt x="1" y="28"/>
                      <a:pt x="0" y="27"/>
                      <a:pt x="1" y="26"/>
                    </a:cubicBezTo>
                    <a:cubicBezTo>
                      <a:pt x="1" y="25"/>
                      <a:pt x="2" y="25"/>
                      <a:pt x="2" y="24"/>
                    </a:cubicBezTo>
                    <a:cubicBezTo>
                      <a:pt x="2" y="24"/>
                      <a:pt x="3" y="23"/>
                      <a:pt x="3" y="22"/>
                    </a:cubicBezTo>
                    <a:cubicBezTo>
                      <a:pt x="3" y="21"/>
                      <a:pt x="4" y="20"/>
                      <a:pt x="4" y="19"/>
                    </a:cubicBezTo>
                    <a:cubicBezTo>
                      <a:pt x="5" y="18"/>
                      <a:pt x="3" y="17"/>
                      <a:pt x="2" y="16"/>
                    </a:cubicBezTo>
                    <a:cubicBezTo>
                      <a:pt x="1" y="16"/>
                      <a:pt x="1" y="14"/>
                      <a:pt x="2" y="13"/>
                    </a:cubicBezTo>
                    <a:cubicBezTo>
                      <a:pt x="4" y="12"/>
                      <a:pt x="6" y="12"/>
                      <a:pt x="7" y="11"/>
                    </a:cubicBezTo>
                    <a:cubicBezTo>
                      <a:pt x="9" y="10"/>
                      <a:pt x="9" y="8"/>
                      <a:pt x="10" y="7"/>
                    </a:cubicBezTo>
                    <a:cubicBezTo>
                      <a:pt x="10" y="5"/>
                      <a:pt x="11" y="3"/>
                      <a:pt x="13" y="3"/>
                    </a:cubicBezTo>
                    <a:cubicBezTo>
                      <a:pt x="14" y="2"/>
                      <a:pt x="15" y="3"/>
                      <a:pt x="16" y="2"/>
                    </a:cubicBezTo>
                    <a:cubicBezTo>
                      <a:pt x="17" y="2"/>
                      <a:pt x="18" y="0"/>
                      <a:pt x="19" y="0"/>
                    </a:cubicBezTo>
                    <a:cubicBezTo>
                      <a:pt x="20" y="0"/>
                      <a:pt x="22" y="0"/>
                      <a:pt x="23" y="0"/>
                    </a:cubicBezTo>
                    <a:cubicBezTo>
                      <a:pt x="24" y="0"/>
                      <a:pt x="25" y="0"/>
                      <a:pt x="25" y="2"/>
                    </a:cubicBezTo>
                    <a:cubicBezTo>
                      <a:pt x="25" y="3"/>
                      <a:pt x="25" y="5"/>
                      <a:pt x="24" y="6"/>
                    </a:cubicBezTo>
                    <a:cubicBezTo>
                      <a:pt x="23" y="8"/>
                      <a:pt x="20" y="9"/>
                      <a:pt x="19" y="10"/>
                    </a:cubicBezTo>
                    <a:cubicBezTo>
                      <a:pt x="17" y="11"/>
                      <a:pt x="16" y="13"/>
                      <a:pt x="15" y="14"/>
                    </a:cubicBezTo>
                    <a:cubicBezTo>
                      <a:pt x="15" y="15"/>
                      <a:pt x="14" y="16"/>
                      <a:pt x="13" y="17"/>
                    </a:cubicBezTo>
                    <a:cubicBezTo>
                      <a:pt x="12" y="18"/>
                      <a:pt x="12" y="19"/>
                      <a:pt x="11" y="21"/>
                    </a:cubicBezTo>
                    <a:cubicBezTo>
                      <a:pt x="11" y="23"/>
                      <a:pt x="10" y="24"/>
                      <a:pt x="10" y="26"/>
                    </a:cubicBezTo>
                    <a:cubicBezTo>
                      <a:pt x="10" y="27"/>
                      <a:pt x="10" y="28"/>
                      <a:pt x="10" y="29"/>
                    </a:cubicBezTo>
                    <a:cubicBezTo>
                      <a:pt x="10" y="30"/>
                      <a:pt x="10" y="31"/>
                      <a:pt x="10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6" name="Freeform 3364">
                <a:extLst>
                  <a:ext uri="{FF2B5EF4-FFF2-40B4-BE49-F238E27FC236}">
                    <a16:creationId xmlns:a16="http://schemas.microsoft.com/office/drawing/2014/main" id="{C58B2756-EA15-7641-AD4A-C0CF9C56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555"/>
                <a:ext cx="5" cy="5"/>
              </a:xfrm>
              <a:custGeom>
                <a:avLst/>
                <a:gdLst>
                  <a:gd name="T0" fmla="*/ 3 w 12"/>
                  <a:gd name="T1" fmla="*/ 11 h 11"/>
                  <a:gd name="T2" fmla="*/ 1 w 12"/>
                  <a:gd name="T3" fmla="*/ 9 h 11"/>
                  <a:gd name="T4" fmla="*/ 2 w 12"/>
                  <a:gd name="T5" fmla="*/ 4 h 11"/>
                  <a:gd name="T6" fmla="*/ 7 w 12"/>
                  <a:gd name="T7" fmla="*/ 0 h 11"/>
                  <a:gd name="T8" fmla="*/ 10 w 12"/>
                  <a:gd name="T9" fmla="*/ 1 h 11"/>
                  <a:gd name="T10" fmla="*/ 11 w 12"/>
                  <a:gd name="T11" fmla="*/ 3 h 11"/>
                  <a:gd name="T12" fmla="*/ 11 w 12"/>
                  <a:gd name="T13" fmla="*/ 6 h 11"/>
                  <a:gd name="T14" fmla="*/ 8 w 12"/>
                  <a:gd name="T15" fmla="*/ 9 h 11"/>
                  <a:gd name="T16" fmla="*/ 3 w 12"/>
                  <a:gd name="T1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2" y="11"/>
                      <a:pt x="2" y="10"/>
                      <a:pt x="1" y="9"/>
                    </a:cubicBezTo>
                    <a:cubicBezTo>
                      <a:pt x="0" y="8"/>
                      <a:pt x="1" y="5"/>
                      <a:pt x="2" y="4"/>
                    </a:cubicBezTo>
                    <a:cubicBezTo>
                      <a:pt x="3" y="2"/>
                      <a:pt x="5" y="1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7"/>
                      <a:pt x="9" y="8"/>
                      <a:pt x="8" y="9"/>
                    </a:cubicBezTo>
                    <a:cubicBezTo>
                      <a:pt x="6" y="10"/>
                      <a:pt x="5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7" name="Freeform 3365">
                <a:extLst>
                  <a:ext uri="{FF2B5EF4-FFF2-40B4-BE49-F238E27FC236}">
                    <a16:creationId xmlns:a16="http://schemas.microsoft.com/office/drawing/2014/main" id="{3D533C87-0CB4-4642-B0FB-1763AB070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84"/>
                <a:ext cx="4" cy="6"/>
              </a:xfrm>
              <a:custGeom>
                <a:avLst/>
                <a:gdLst>
                  <a:gd name="T0" fmla="*/ 3 w 11"/>
                  <a:gd name="T1" fmla="*/ 12 h 14"/>
                  <a:gd name="T2" fmla="*/ 0 w 11"/>
                  <a:gd name="T3" fmla="*/ 6 h 14"/>
                  <a:gd name="T4" fmla="*/ 0 w 11"/>
                  <a:gd name="T5" fmla="*/ 3 h 14"/>
                  <a:gd name="T6" fmla="*/ 3 w 11"/>
                  <a:gd name="T7" fmla="*/ 2 h 14"/>
                  <a:gd name="T8" fmla="*/ 10 w 11"/>
                  <a:gd name="T9" fmla="*/ 1 h 14"/>
                  <a:gd name="T10" fmla="*/ 10 w 11"/>
                  <a:gd name="T11" fmla="*/ 5 h 14"/>
                  <a:gd name="T12" fmla="*/ 11 w 11"/>
                  <a:gd name="T13" fmla="*/ 10 h 14"/>
                  <a:gd name="T14" fmla="*/ 9 w 11"/>
                  <a:gd name="T15" fmla="*/ 13 h 14"/>
                  <a:gd name="T16" fmla="*/ 6 w 11"/>
                  <a:gd name="T17" fmla="*/ 14 h 14"/>
                  <a:gd name="T18" fmla="*/ 3 w 11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3" y="12"/>
                    </a:moveTo>
                    <a:cubicBezTo>
                      <a:pt x="1" y="10"/>
                      <a:pt x="0" y="8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0" y="2"/>
                      <a:pt x="10" y="4"/>
                      <a:pt x="10" y="5"/>
                    </a:cubicBezTo>
                    <a:cubicBezTo>
                      <a:pt x="11" y="7"/>
                      <a:pt x="11" y="8"/>
                      <a:pt x="11" y="10"/>
                    </a:cubicBezTo>
                    <a:cubicBezTo>
                      <a:pt x="11" y="11"/>
                      <a:pt x="10" y="12"/>
                      <a:pt x="9" y="13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5" y="13"/>
                      <a:pt x="3" y="13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8" name="Freeform 3366">
                <a:extLst>
                  <a:ext uri="{FF2B5EF4-FFF2-40B4-BE49-F238E27FC236}">
                    <a16:creationId xmlns:a16="http://schemas.microsoft.com/office/drawing/2014/main" id="{A6887CBD-9F03-D241-BCCE-064C76693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468"/>
                <a:ext cx="5" cy="5"/>
              </a:xfrm>
              <a:custGeom>
                <a:avLst/>
                <a:gdLst>
                  <a:gd name="T0" fmla="*/ 1 w 11"/>
                  <a:gd name="T1" fmla="*/ 3 h 10"/>
                  <a:gd name="T2" fmla="*/ 5 w 11"/>
                  <a:gd name="T3" fmla="*/ 4 h 10"/>
                  <a:gd name="T4" fmla="*/ 10 w 11"/>
                  <a:gd name="T5" fmla="*/ 7 h 10"/>
                  <a:gd name="T6" fmla="*/ 9 w 11"/>
                  <a:gd name="T7" fmla="*/ 10 h 10"/>
                  <a:gd name="T8" fmla="*/ 1 w 11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3"/>
                    </a:moveTo>
                    <a:cubicBezTo>
                      <a:pt x="1" y="0"/>
                      <a:pt x="4" y="3"/>
                      <a:pt x="5" y="4"/>
                    </a:cubicBezTo>
                    <a:cubicBezTo>
                      <a:pt x="6" y="5"/>
                      <a:pt x="9" y="5"/>
                      <a:pt x="10" y="7"/>
                    </a:cubicBezTo>
                    <a:cubicBezTo>
                      <a:pt x="11" y="8"/>
                      <a:pt x="10" y="10"/>
                      <a:pt x="9" y="10"/>
                    </a:cubicBezTo>
                    <a:cubicBezTo>
                      <a:pt x="5" y="10"/>
                      <a:pt x="0" y="7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9" name="Freeform 3368">
                <a:extLst>
                  <a:ext uri="{FF2B5EF4-FFF2-40B4-BE49-F238E27FC236}">
                    <a16:creationId xmlns:a16="http://schemas.microsoft.com/office/drawing/2014/main" id="{FE05AAC8-D09A-704F-B499-1D579EF87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27"/>
                <a:ext cx="14" cy="19"/>
              </a:xfrm>
              <a:custGeom>
                <a:avLst/>
                <a:gdLst>
                  <a:gd name="T0" fmla="*/ 16 w 34"/>
                  <a:gd name="T1" fmla="*/ 41 h 48"/>
                  <a:gd name="T2" fmla="*/ 19 w 34"/>
                  <a:gd name="T3" fmla="*/ 44 h 48"/>
                  <a:gd name="T4" fmla="*/ 17 w 34"/>
                  <a:gd name="T5" fmla="*/ 48 h 48"/>
                  <a:gd name="T6" fmla="*/ 13 w 34"/>
                  <a:gd name="T7" fmla="*/ 45 h 48"/>
                  <a:gd name="T8" fmla="*/ 10 w 34"/>
                  <a:gd name="T9" fmla="*/ 43 h 48"/>
                  <a:gd name="T10" fmla="*/ 7 w 34"/>
                  <a:gd name="T11" fmla="*/ 45 h 48"/>
                  <a:gd name="T12" fmla="*/ 4 w 34"/>
                  <a:gd name="T13" fmla="*/ 43 h 48"/>
                  <a:gd name="T14" fmla="*/ 3 w 34"/>
                  <a:gd name="T15" fmla="*/ 39 h 48"/>
                  <a:gd name="T16" fmla="*/ 3 w 34"/>
                  <a:gd name="T17" fmla="*/ 31 h 48"/>
                  <a:gd name="T18" fmla="*/ 7 w 34"/>
                  <a:gd name="T19" fmla="*/ 29 h 48"/>
                  <a:gd name="T20" fmla="*/ 7 w 34"/>
                  <a:gd name="T21" fmla="*/ 25 h 48"/>
                  <a:gd name="T22" fmla="*/ 9 w 34"/>
                  <a:gd name="T23" fmla="*/ 22 h 48"/>
                  <a:gd name="T24" fmla="*/ 12 w 34"/>
                  <a:gd name="T25" fmla="*/ 18 h 48"/>
                  <a:gd name="T26" fmla="*/ 12 w 34"/>
                  <a:gd name="T27" fmla="*/ 12 h 48"/>
                  <a:gd name="T28" fmla="*/ 14 w 34"/>
                  <a:gd name="T29" fmla="*/ 9 h 48"/>
                  <a:gd name="T30" fmla="*/ 18 w 34"/>
                  <a:gd name="T31" fmla="*/ 5 h 48"/>
                  <a:gd name="T32" fmla="*/ 21 w 34"/>
                  <a:gd name="T33" fmla="*/ 1 h 48"/>
                  <a:gd name="T34" fmla="*/ 23 w 34"/>
                  <a:gd name="T35" fmla="*/ 4 h 48"/>
                  <a:gd name="T36" fmla="*/ 22 w 34"/>
                  <a:gd name="T37" fmla="*/ 9 h 48"/>
                  <a:gd name="T38" fmla="*/ 25 w 34"/>
                  <a:gd name="T39" fmla="*/ 5 h 48"/>
                  <a:gd name="T40" fmla="*/ 29 w 34"/>
                  <a:gd name="T41" fmla="*/ 4 h 48"/>
                  <a:gd name="T42" fmla="*/ 31 w 34"/>
                  <a:gd name="T43" fmla="*/ 6 h 48"/>
                  <a:gd name="T44" fmla="*/ 32 w 34"/>
                  <a:gd name="T45" fmla="*/ 7 h 48"/>
                  <a:gd name="T46" fmla="*/ 31 w 34"/>
                  <a:gd name="T47" fmla="*/ 11 h 48"/>
                  <a:gd name="T48" fmla="*/ 31 w 34"/>
                  <a:gd name="T49" fmla="*/ 15 h 48"/>
                  <a:gd name="T50" fmla="*/ 32 w 34"/>
                  <a:gd name="T51" fmla="*/ 20 h 48"/>
                  <a:gd name="T52" fmla="*/ 31 w 34"/>
                  <a:gd name="T53" fmla="*/ 23 h 48"/>
                  <a:gd name="T54" fmla="*/ 29 w 34"/>
                  <a:gd name="T55" fmla="*/ 21 h 48"/>
                  <a:gd name="T56" fmla="*/ 26 w 34"/>
                  <a:gd name="T57" fmla="*/ 18 h 48"/>
                  <a:gd name="T58" fmla="*/ 24 w 34"/>
                  <a:gd name="T59" fmla="*/ 23 h 48"/>
                  <a:gd name="T60" fmla="*/ 21 w 34"/>
                  <a:gd name="T61" fmla="*/ 27 h 48"/>
                  <a:gd name="T62" fmla="*/ 24 w 34"/>
                  <a:gd name="T63" fmla="*/ 27 h 48"/>
                  <a:gd name="T64" fmla="*/ 26 w 34"/>
                  <a:gd name="T65" fmla="*/ 26 h 48"/>
                  <a:gd name="T66" fmla="*/ 28 w 34"/>
                  <a:gd name="T67" fmla="*/ 30 h 48"/>
                  <a:gd name="T68" fmla="*/ 25 w 34"/>
                  <a:gd name="T69" fmla="*/ 31 h 48"/>
                  <a:gd name="T70" fmla="*/ 22 w 34"/>
                  <a:gd name="T71" fmla="*/ 32 h 48"/>
                  <a:gd name="T72" fmla="*/ 19 w 34"/>
                  <a:gd name="T73" fmla="*/ 36 h 48"/>
                  <a:gd name="T74" fmla="*/ 15 w 34"/>
                  <a:gd name="T75" fmla="*/ 38 h 48"/>
                  <a:gd name="T76" fmla="*/ 14 w 34"/>
                  <a:gd name="T77" fmla="*/ 40 h 48"/>
                  <a:gd name="T78" fmla="*/ 16 w 34"/>
                  <a:gd name="T79" fmla="*/ 4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48">
                    <a:moveTo>
                      <a:pt x="16" y="41"/>
                    </a:moveTo>
                    <a:cubicBezTo>
                      <a:pt x="17" y="41"/>
                      <a:pt x="18" y="42"/>
                      <a:pt x="19" y="44"/>
                    </a:cubicBezTo>
                    <a:cubicBezTo>
                      <a:pt x="19" y="45"/>
                      <a:pt x="19" y="47"/>
                      <a:pt x="17" y="48"/>
                    </a:cubicBezTo>
                    <a:cubicBezTo>
                      <a:pt x="16" y="48"/>
                      <a:pt x="14" y="46"/>
                      <a:pt x="13" y="45"/>
                    </a:cubicBezTo>
                    <a:cubicBezTo>
                      <a:pt x="12" y="44"/>
                      <a:pt x="11" y="43"/>
                      <a:pt x="10" y="43"/>
                    </a:cubicBezTo>
                    <a:cubicBezTo>
                      <a:pt x="9" y="43"/>
                      <a:pt x="8" y="45"/>
                      <a:pt x="7" y="45"/>
                    </a:cubicBezTo>
                    <a:cubicBezTo>
                      <a:pt x="6" y="45"/>
                      <a:pt x="4" y="43"/>
                      <a:pt x="4" y="43"/>
                    </a:cubicBezTo>
                    <a:cubicBezTo>
                      <a:pt x="3" y="42"/>
                      <a:pt x="3" y="40"/>
                      <a:pt x="3" y="39"/>
                    </a:cubicBezTo>
                    <a:cubicBezTo>
                      <a:pt x="2" y="36"/>
                      <a:pt x="0" y="33"/>
                      <a:pt x="3" y="31"/>
                    </a:cubicBezTo>
                    <a:cubicBezTo>
                      <a:pt x="4" y="31"/>
                      <a:pt x="6" y="30"/>
                      <a:pt x="7" y="29"/>
                    </a:cubicBezTo>
                    <a:cubicBezTo>
                      <a:pt x="8" y="28"/>
                      <a:pt x="7" y="26"/>
                      <a:pt x="7" y="25"/>
                    </a:cubicBezTo>
                    <a:cubicBezTo>
                      <a:pt x="7" y="23"/>
                      <a:pt x="8" y="23"/>
                      <a:pt x="9" y="22"/>
                    </a:cubicBezTo>
                    <a:cubicBezTo>
                      <a:pt x="11" y="21"/>
                      <a:pt x="11" y="20"/>
                      <a:pt x="12" y="18"/>
                    </a:cubicBezTo>
                    <a:cubicBezTo>
                      <a:pt x="12" y="16"/>
                      <a:pt x="11" y="14"/>
                      <a:pt x="12" y="12"/>
                    </a:cubicBezTo>
                    <a:cubicBezTo>
                      <a:pt x="12" y="10"/>
                      <a:pt x="13" y="9"/>
                      <a:pt x="14" y="9"/>
                    </a:cubicBezTo>
                    <a:cubicBezTo>
                      <a:pt x="15" y="7"/>
                      <a:pt x="17" y="7"/>
                      <a:pt x="18" y="5"/>
                    </a:cubicBezTo>
                    <a:cubicBezTo>
                      <a:pt x="19" y="3"/>
                      <a:pt x="20" y="1"/>
                      <a:pt x="21" y="1"/>
                    </a:cubicBezTo>
                    <a:cubicBezTo>
                      <a:pt x="23" y="0"/>
                      <a:pt x="24" y="2"/>
                      <a:pt x="23" y="4"/>
                    </a:cubicBezTo>
                    <a:cubicBezTo>
                      <a:pt x="23" y="6"/>
                      <a:pt x="22" y="7"/>
                      <a:pt x="22" y="9"/>
                    </a:cubicBezTo>
                    <a:cubicBezTo>
                      <a:pt x="25" y="9"/>
                      <a:pt x="24" y="7"/>
                      <a:pt x="25" y="5"/>
                    </a:cubicBezTo>
                    <a:cubicBezTo>
                      <a:pt x="26" y="4"/>
                      <a:pt x="28" y="4"/>
                      <a:pt x="29" y="4"/>
                    </a:cubicBezTo>
                    <a:cubicBezTo>
                      <a:pt x="29" y="5"/>
                      <a:pt x="30" y="5"/>
                      <a:pt x="31" y="6"/>
                    </a:cubicBezTo>
                    <a:cubicBezTo>
                      <a:pt x="31" y="6"/>
                      <a:pt x="32" y="6"/>
                      <a:pt x="32" y="7"/>
                    </a:cubicBezTo>
                    <a:cubicBezTo>
                      <a:pt x="34" y="8"/>
                      <a:pt x="32" y="10"/>
                      <a:pt x="31" y="11"/>
                    </a:cubicBezTo>
                    <a:cubicBezTo>
                      <a:pt x="30" y="12"/>
                      <a:pt x="30" y="13"/>
                      <a:pt x="31" y="15"/>
                    </a:cubicBezTo>
                    <a:cubicBezTo>
                      <a:pt x="32" y="16"/>
                      <a:pt x="32" y="18"/>
                      <a:pt x="32" y="20"/>
                    </a:cubicBezTo>
                    <a:cubicBezTo>
                      <a:pt x="32" y="21"/>
                      <a:pt x="32" y="23"/>
                      <a:pt x="31" y="23"/>
                    </a:cubicBezTo>
                    <a:cubicBezTo>
                      <a:pt x="30" y="24"/>
                      <a:pt x="29" y="22"/>
                      <a:pt x="29" y="21"/>
                    </a:cubicBezTo>
                    <a:cubicBezTo>
                      <a:pt x="29" y="20"/>
                      <a:pt x="28" y="17"/>
                      <a:pt x="26" y="18"/>
                    </a:cubicBezTo>
                    <a:cubicBezTo>
                      <a:pt x="24" y="19"/>
                      <a:pt x="24" y="22"/>
                      <a:pt x="24" y="23"/>
                    </a:cubicBezTo>
                    <a:cubicBezTo>
                      <a:pt x="24" y="25"/>
                      <a:pt x="21" y="25"/>
                      <a:pt x="21" y="27"/>
                    </a:cubicBezTo>
                    <a:cubicBezTo>
                      <a:pt x="22" y="27"/>
                      <a:pt x="24" y="28"/>
                      <a:pt x="24" y="27"/>
                    </a:cubicBezTo>
                    <a:cubicBezTo>
                      <a:pt x="25" y="27"/>
                      <a:pt x="26" y="26"/>
                      <a:pt x="26" y="26"/>
                    </a:cubicBezTo>
                    <a:cubicBezTo>
                      <a:pt x="28" y="25"/>
                      <a:pt x="28" y="29"/>
                      <a:pt x="28" y="30"/>
                    </a:cubicBezTo>
                    <a:cubicBezTo>
                      <a:pt x="27" y="31"/>
                      <a:pt x="26" y="31"/>
                      <a:pt x="25" y="31"/>
                    </a:cubicBezTo>
                    <a:cubicBezTo>
                      <a:pt x="24" y="31"/>
                      <a:pt x="23" y="31"/>
                      <a:pt x="22" y="32"/>
                    </a:cubicBezTo>
                    <a:cubicBezTo>
                      <a:pt x="21" y="33"/>
                      <a:pt x="19" y="34"/>
                      <a:pt x="19" y="36"/>
                    </a:cubicBezTo>
                    <a:cubicBezTo>
                      <a:pt x="18" y="36"/>
                      <a:pt x="16" y="37"/>
                      <a:pt x="15" y="38"/>
                    </a:cubicBezTo>
                    <a:cubicBezTo>
                      <a:pt x="14" y="38"/>
                      <a:pt x="14" y="39"/>
                      <a:pt x="14" y="40"/>
                    </a:cubicBezTo>
                    <a:cubicBezTo>
                      <a:pt x="14" y="41"/>
                      <a:pt x="15" y="40"/>
                      <a:pt x="16" y="4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0" name="Freeform 3369">
                <a:extLst>
                  <a:ext uri="{FF2B5EF4-FFF2-40B4-BE49-F238E27FC236}">
                    <a16:creationId xmlns:a16="http://schemas.microsoft.com/office/drawing/2014/main" id="{4A47349F-2C6B-894B-A9C6-6FA93E5F9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49"/>
                <a:ext cx="9" cy="8"/>
              </a:xfrm>
              <a:custGeom>
                <a:avLst/>
                <a:gdLst>
                  <a:gd name="T0" fmla="*/ 7 w 21"/>
                  <a:gd name="T1" fmla="*/ 15 h 20"/>
                  <a:gd name="T2" fmla="*/ 8 w 21"/>
                  <a:gd name="T3" fmla="*/ 18 h 20"/>
                  <a:gd name="T4" fmla="*/ 5 w 21"/>
                  <a:gd name="T5" fmla="*/ 19 h 20"/>
                  <a:gd name="T6" fmla="*/ 2 w 21"/>
                  <a:gd name="T7" fmla="*/ 14 h 20"/>
                  <a:gd name="T8" fmla="*/ 2 w 21"/>
                  <a:gd name="T9" fmla="*/ 10 h 20"/>
                  <a:gd name="T10" fmla="*/ 1 w 21"/>
                  <a:gd name="T11" fmla="*/ 6 h 20"/>
                  <a:gd name="T12" fmla="*/ 4 w 21"/>
                  <a:gd name="T13" fmla="*/ 2 h 20"/>
                  <a:gd name="T14" fmla="*/ 7 w 21"/>
                  <a:gd name="T15" fmla="*/ 1 h 20"/>
                  <a:gd name="T16" fmla="*/ 11 w 21"/>
                  <a:gd name="T17" fmla="*/ 0 h 20"/>
                  <a:gd name="T18" fmla="*/ 16 w 21"/>
                  <a:gd name="T19" fmla="*/ 5 h 20"/>
                  <a:gd name="T20" fmla="*/ 17 w 21"/>
                  <a:gd name="T21" fmla="*/ 12 h 20"/>
                  <a:gd name="T22" fmla="*/ 20 w 21"/>
                  <a:gd name="T23" fmla="*/ 14 h 20"/>
                  <a:gd name="T24" fmla="*/ 16 w 21"/>
                  <a:gd name="T25" fmla="*/ 20 h 20"/>
                  <a:gd name="T26" fmla="*/ 12 w 21"/>
                  <a:gd name="T27" fmla="*/ 16 h 20"/>
                  <a:gd name="T28" fmla="*/ 10 w 21"/>
                  <a:gd name="T29" fmla="*/ 13 h 20"/>
                  <a:gd name="T30" fmla="*/ 8 w 21"/>
                  <a:gd name="T31" fmla="*/ 11 h 20"/>
                  <a:gd name="T32" fmla="*/ 7 w 21"/>
                  <a:gd name="T3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0">
                    <a:moveTo>
                      <a:pt x="7" y="15"/>
                    </a:moveTo>
                    <a:cubicBezTo>
                      <a:pt x="8" y="16"/>
                      <a:pt x="9" y="17"/>
                      <a:pt x="8" y="18"/>
                    </a:cubicBezTo>
                    <a:cubicBezTo>
                      <a:pt x="8" y="19"/>
                      <a:pt x="6" y="20"/>
                      <a:pt x="5" y="19"/>
                    </a:cubicBezTo>
                    <a:cubicBezTo>
                      <a:pt x="2" y="19"/>
                      <a:pt x="1" y="16"/>
                      <a:pt x="2" y="14"/>
                    </a:cubicBezTo>
                    <a:cubicBezTo>
                      <a:pt x="2" y="13"/>
                      <a:pt x="2" y="11"/>
                      <a:pt x="2" y="10"/>
                    </a:cubicBezTo>
                    <a:cubicBezTo>
                      <a:pt x="1" y="9"/>
                      <a:pt x="1" y="8"/>
                      <a:pt x="1" y="6"/>
                    </a:cubicBezTo>
                    <a:cubicBezTo>
                      <a:pt x="0" y="4"/>
                      <a:pt x="1" y="2"/>
                      <a:pt x="4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3" y="1"/>
                      <a:pt x="16" y="3"/>
                      <a:pt x="16" y="5"/>
                    </a:cubicBezTo>
                    <a:cubicBezTo>
                      <a:pt x="17" y="8"/>
                      <a:pt x="14" y="11"/>
                      <a:pt x="17" y="12"/>
                    </a:cubicBezTo>
                    <a:cubicBezTo>
                      <a:pt x="19" y="12"/>
                      <a:pt x="20" y="13"/>
                      <a:pt x="20" y="14"/>
                    </a:cubicBezTo>
                    <a:cubicBezTo>
                      <a:pt x="21" y="17"/>
                      <a:pt x="19" y="20"/>
                      <a:pt x="16" y="20"/>
                    </a:cubicBezTo>
                    <a:cubicBezTo>
                      <a:pt x="14" y="19"/>
                      <a:pt x="13" y="17"/>
                      <a:pt x="12" y="16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10" y="13"/>
                      <a:pt x="9" y="11"/>
                      <a:pt x="8" y="11"/>
                    </a:cubicBezTo>
                    <a:cubicBezTo>
                      <a:pt x="6" y="11"/>
                      <a:pt x="7" y="14"/>
                      <a:pt x="7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1" name="Freeform 3370">
                <a:extLst>
                  <a:ext uri="{FF2B5EF4-FFF2-40B4-BE49-F238E27FC236}">
                    <a16:creationId xmlns:a16="http://schemas.microsoft.com/office/drawing/2014/main" id="{DDDB8698-6CD0-F745-AA79-7183A3FA3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436"/>
                <a:ext cx="9" cy="16"/>
              </a:xfrm>
              <a:custGeom>
                <a:avLst/>
                <a:gdLst>
                  <a:gd name="T0" fmla="*/ 4 w 22"/>
                  <a:gd name="T1" fmla="*/ 32 h 38"/>
                  <a:gd name="T2" fmla="*/ 1 w 22"/>
                  <a:gd name="T3" fmla="*/ 27 h 38"/>
                  <a:gd name="T4" fmla="*/ 1 w 22"/>
                  <a:gd name="T5" fmla="*/ 22 h 38"/>
                  <a:gd name="T6" fmla="*/ 1 w 22"/>
                  <a:gd name="T7" fmla="*/ 18 h 38"/>
                  <a:gd name="T8" fmla="*/ 4 w 22"/>
                  <a:gd name="T9" fmla="*/ 11 h 38"/>
                  <a:gd name="T10" fmla="*/ 6 w 22"/>
                  <a:gd name="T11" fmla="*/ 5 h 38"/>
                  <a:gd name="T12" fmla="*/ 14 w 22"/>
                  <a:gd name="T13" fmla="*/ 1 h 38"/>
                  <a:gd name="T14" fmla="*/ 20 w 22"/>
                  <a:gd name="T15" fmla="*/ 4 h 38"/>
                  <a:gd name="T16" fmla="*/ 21 w 22"/>
                  <a:gd name="T17" fmla="*/ 10 h 38"/>
                  <a:gd name="T18" fmla="*/ 19 w 22"/>
                  <a:gd name="T19" fmla="*/ 18 h 38"/>
                  <a:gd name="T20" fmla="*/ 19 w 22"/>
                  <a:gd name="T21" fmla="*/ 25 h 38"/>
                  <a:gd name="T22" fmla="*/ 15 w 22"/>
                  <a:gd name="T23" fmla="*/ 27 h 38"/>
                  <a:gd name="T24" fmla="*/ 12 w 22"/>
                  <a:gd name="T25" fmla="*/ 20 h 38"/>
                  <a:gd name="T26" fmla="*/ 12 w 22"/>
                  <a:gd name="T27" fmla="*/ 18 h 38"/>
                  <a:gd name="T28" fmla="*/ 10 w 22"/>
                  <a:gd name="T29" fmla="*/ 19 h 38"/>
                  <a:gd name="T30" fmla="*/ 10 w 22"/>
                  <a:gd name="T31" fmla="*/ 25 h 38"/>
                  <a:gd name="T32" fmla="*/ 12 w 22"/>
                  <a:gd name="T33" fmla="*/ 29 h 38"/>
                  <a:gd name="T34" fmla="*/ 17 w 22"/>
                  <a:gd name="T35" fmla="*/ 31 h 38"/>
                  <a:gd name="T36" fmla="*/ 20 w 22"/>
                  <a:gd name="T37" fmla="*/ 36 h 38"/>
                  <a:gd name="T38" fmla="*/ 15 w 22"/>
                  <a:gd name="T39" fmla="*/ 37 h 38"/>
                  <a:gd name="T40" fmla="*/ 12 w 22"/>
                  <a:gd name="T41" fmla="*/ 36 h 38"/>
                  <a:gd name="T42" fmla="*/ 9 w 22"/>
                  <a:gd name="T43" fmla="*/ 35 h 38"/>
                  <a:gd name="T44" fmla="*/ 4 w 22"/>
                  <a:gd name="T45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38">
                    <a:moveTo>
                      <a:pt x="4" y="32"/>
                    </a:moveTo>
                    <a:cubicBezTo>
                      <a:pt x="3" y="31"/>
                      <a:pt x="2" y="29"/>
                      <a:pt x="1" y="27"/>
                    </a:cubicBezTo>
                    <a:cubicBezTo>
                      <a:pt x="1" y="25"/>
                      <a:pt x="1" y="24"/>
                      <a:pt x="1" y="22"/>
                    </a:cubicBezTo>
                    <a:cubicBezTo>
                      <a:pt x="1" y="21"/>
                      <a:pt x="0" y="19"/>
                      <a:pt x="1" y="18"/>
                    </a:cubicBezTo>
                    <a:cubicBezTo>
                      <a:pt x="2" y="15"/>
                      <a:pt x="3" y="13"/>
                      <a:pt x="4" y="11"/>
                    </a:cubicBezTo>
                    <a:cubicBezTo>
                      <a:pt x="5" y="9"/>
                      <a:pt x="6" y="7"/>
                      <a:pt x="6" y="5"/>
                    </a:cubicBezTo>
                    <a:cubicBezTo>
                      <a:pt x="7" y="2"/>
                      <a:pt x="11" y="0"/>
                      <a:pt x="14" y="1"/>
                    </a:cubicBezTo>
                    <a:cubicBezTo>
                      <a:pt x="16" y="2"/>
                      <a:pt x="18" y="3"/>
                      <a:pt x="20" y="4"/>
                    </a:cubicBezTo>
                    <a:cubicBezTo>
                      <a:pt x="22" y="6"/>
                      <a:pt x="21" y="8"/>
                      <a:pt x="21" y="10"/>
                    </a:cubicBezTo>
                    <a:cubicBezTo>
                      <a:pt x="20" y="13"/>
                      <a:pt x="19" y="15"/>
                      <a:pt x="19" y="18"/>
                    </a:cubicBezTo>
                    <a:cubicBezTo>
                      <a:pt x="19" y="20"/>
                      <a:pt x="19" y="23"/>
                      <a:pt x="19" y="25"/>
                    </a:cubicBezTo>
                    <a:cubicBezTo>
                      <a:pt x="18" y="27"/>
                      <a:pt x="17" y="27"/>
                      <a:pt x="15" y="27"/>
                    </a:cubicBezTo>
                    <a:cubicBezTo>
                      <a:pt x="12" y="25"/>
                      <a:pt x="12" y="23"/>
                      <a:pt x="12" y="20"/>
                    </a:cubicBezTo>
                    <a:cubicBezTo>
                      <a:pt x="12" y="20"/>
                      <a:pt x="12" y="18"/>
                      <a:pt x="12" y="18"/>
                    </a:cubicBezTo>
                    <a:cubicBezTo>
                      <a:pt x="11" y="17"/>
                      <a:pt x="10" y="18"/>
                      <a:pt x="10" y="19"/>
                    </a:cubicBezTo>
                    <a:cubicBezTo>
                      <a:pt x="9" y="21"/>
                      <a:pt x="10" y="23"/>
                      <a:pt x="10" y="25"/>
                    </a:cubicBezTo>
                    <a:cubicBezTo>
                      <a:pt x="10" y="27"/>
                      <a:pt x="10" y="28"/>
                      <a:pt x="12" y="29"/>
                    </a:cubicBezTo>
                    <a:cubicBezTo>
                      <a:pt x="13" y="30"/>
                      <a:pt x="16" y="30"/>
                      <a:pt x="17" y="31"/>
                    </a:cubicBezTo>
                    <a:cubicBezTo>
                      <a:pt x="18" y="32"/>
                      <a:pt x="20" y="34"/>
                      <a:pt x="20" y="36"/>
                    </a:cubicBezTo>
                    <a:cubicBezTo>
                      <a:pt x="19" y="38"/>
                      <a:pt x="17" y="37"/>
                      <a:pt x="15" y="37"/>
                    </a:cubicBezTo>
                    <a:cubicBezTo>
                      <a:pt x="14" y="37"/>
                      <a:pt x="13" y="37"/>
                      <a:pt x="12" y="36"/>
                    </a:cubicBezTo>
                    <a:cubicBezTo>
                      <a:pt x="11" y="36"/>
                      <a:pt x="10" y="35"/>
                      <a:pt x="9" y="35"/>
                    </a:cubicBezTo>
                    <a:cubicBezTo>
                      <a:pt x="7" y="34"/>
                      <a:pt x="5" y="34"/>
                      <a:pt x="4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2" name="Freeform 3371">
                <a:extLst>
                  <a:ext uri="{FF2B5EF4-FFF2-40B4-BE49-F238E27FC236}">
                    <a16:creationId xmlns:a16="http://schemas.microsoft.com/office/drawing/2014/main" id="{0477562A-1B59-BD44-916D-E78F0ACC4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446"/>
                <a:ext cx="10" cy="16"/>
              </a:xfrm>
              <a:custGeom>
                <a:avLst/>
                <a:gdLst>
                  <a:gd name="T0" fmla="*/ 1 w 24"/>
                  <a:gd name="T1" fmla="*/ 11 h 41"/>
                  <a:gd name="T2" fmla="*/ 2 w 24"/>
                  <a:gd name="T3" fmla="*/ 8 h 41"/>
                  <a:gd name="T4" fmla="*/ 2 w 24"/>
                  <a:gd name="T5" fmla="*/ 7 h 41"/>
                  <a:gd name="T6" fmla="*/ 3 w 24"/>
                  <a:gd name="T7" fmla="*/ 5 h 41"/>
                  <a:gd name="T8" fmla="*/ 5 w 24"/>
                  <a:gd name="T9" fmla="*/ 2 h 41"/>
                  <a:gd name="T10" fmla="*/ 6 w 24"/>
                  <a:gd name="T11" fmla="*/ 0 h 41"/>
                  <a:gd name="T12" fmla="*/ 7 w 24"/>
                  <a:gd name="T13" fmla="*/ 1 h 41"/>
                  <a:gd name="T14" fmla="*/ 8 w 24"/>
                  <a:gd name="T15" fmla="*/ 1 h 41"/>
                  <a:gd name="T16" fmla="*/ 10 w 24"/>
                  <a:gd name="T17" fmla="*/ 3 h 41"/>
                  <a:gd name="T18" fmla="*/ 12 w 24"/>
                  <a:gd name="T19" fmla="*/ 5 h 41"/>
                  <a:gd name="T20" fmla="*/ 13 w 24"/>
                  <a:gd name="T21" fmla="*/ 8 h 41"/>
                  <a:gd name="T22" fmla="*/ 16 w 24"/>
                  <a:gd name="T23" fmla="*/ 12 h 41"/>
                  <a:gd name="T24" fmla="*/ 20 w 24"/>
                  <a:gd name="T25" fmla="*/ 15 h 41"/>
                  <a:gd name="T26" fmla="*/ 22 w 24"/>
                  <a:gd name="T27" fmla="*/ 16 h 41"/>
                  <a:gd name="T28" fmla="*/ 23 w 24"/>
                  <a:gd name="T29" fmla="*/ 17 h 41"/>
                  <a:gd name="T30" fmla="*/ 22 w 24"/>
                  <a:gd name="T31" fmla="*/ 23 h 41"/>
                  <a:gd name="T32" fmla="*/ 19 w 24"/>
                  <a:gd name="T33" fmla="*/ 27 h 41"/>
                  <a:gd name="T34" fmla="*/ 17 w 24"/>
                  <a:gd name="T35" fmla="*/ 27 h 41"/>
                  <a:gd name="T36" fmla="*/ 17 w 24"/>
                  <a:gd name="T37" fmla="*/ 29 h 41"/>
                  <a:gd name="T38" fmla="*/ 18 w 24"/>
                  <a:gd name="T39" fmla="*/ 34 h 41"/>
                  <a:gd name="T40" fmla="*/ 18 w 24"/>
                  <a:gd name="T41" fmla="*/ 37 h 41"/>
                  <a:gd name="T42" fmla="*/ 18 w 24"/>
                  <a:gd name="T43" fmla="*/ 39 h 41"/>
                  <a:gd name="T44" fmla="*/ 15 w 24"/>
                  <a:gd name="T45" fmla="*/ 41 h 41"/>
                  <a:gd name="T46" fmla="*/ 13 w 24"/>
                  <a:gd name="T47" fmla="*/ 41 h 41"/>
                  <a:gd name="T48" fmla="*/ 11 w 24"/>
                  <a:gd name="T49" fmla="*/ 39 h 41"/>
                  <a:gd name="T50" fmla="*/ 7 w 24"/>
                  <a:gd name="T51" fmla="*/ 37 h 41"/>
                  <a:gd name="T52" fmla="*/ 7 w 24"/>
                  <a:gd name="T53" fmla="*/ 39 h 41"/>
                  <a:gd name="T54" fmla="*/ 5 w 24"/>
                  <a:gd name="T55" fmla="*/ 40 h 41"/>
                  <a:gd name="T56" fmla="*/ 3 w 24"/>
                  <a:gd name="T57" fmla="*/ 41 h 41"/>
                  <a:gd name="T58" fmla="*/ 2 w 24"/>
                  <a:gd name="T59" fmla="*/ 39 h 41"/>
                  <a:gd name="T60" fmla="*/ 0 w 24"/>
                  <a:gd name="T61" fmla="*/ 35 h 41"/>
                  <a:gd name="T62" fmla="*/ 0 w 24"/>
                  <a:gd name="T63" fmla="*/ 26 h 41"/>
                  <a:gd name="T64" fmla="*/ 0 w 24"/>
                  <a:gd name="T65" fmla="*/ 23 h 41"/>
                  <a:gd name="T66" fmla="*/ 0 w 24"/>
                  <a:gd name="T67" fmla="*/ 21 h 41"/>
                  <a:gd name="T68" fmla="*/ 1 w 24"/>
                  <a:gd name="T69" fmla="*/ 15 h 41"/>
                  <a:gd name="T70" fmla="*/ 1 w 24"/>
                  <a:gd name="T71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41">
                    <a:moveTo>
                      <a:pt x="1" y="11"/>
                    </a:moveTo>
                    <a:cubicBezTo>
                      <a:pt x="1" y="10"/>
                      <a:pt x="1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4" y="4"/>
                      <a:pt x="4" y="3"/>
                      <a:pt x="5" y="2"/>
                    </a:cubicBezTo>
                    <a:cubicBezTo>
                      <a:pt x="5" y="2"/>
                      <a:pt x="5" y="0"/>
                      <a:pt x="6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1" y="4"/>
                      <a:pt x="12" y="4"/>
                      <a:pt x="12" y="5"/>
                    </a:cubicBezTo>
                    <a:cubicBezTo>
                      <a:pt x="13" y="6"/>
                      <a:pt x="13" y="7"/>
                      <a:pt x="13" y="8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7" y="13"/>
                      <a:pt x="19" y="14"/>
                      <a:pt x="20" y="15"/>
                    </a:cubicBezTo>
                    <a:cubicBezTo>
                      <a:pt x="21" y="15"/>
                      <a:pt x="21" y="15"/>
                      <a:pt x="22" y="16"/>
                    </a:cubicBezTo>
                    <a:cubicBezTo>
                      <a:pt x="22" y="16"/>
                      <a:pt x="23" y="17"/>
                      <a:pt x="23" y="17"/>
                    </a:cubicBezTo>
                    <a:cubicBezTo>
                      <a:pt x="24" y="19"/>
                      <a:pt x="23" y="22"/>
                      <a:pt x="22" y="23"/>
                    </a:cubicBezTo>
                    <a:cubicBezTo>
                      <a:pt x="22" y="25"/>
                      <a:pt x="20" y="26"/>
                      <a:pt x="19" y="27"/>
                    </a:cubicBezTo>
                    <a:cubicBezTo>
                      <a:pt x="18" y="27"/>
                      <a:pt x="18" y="27"/>
                      <a:pt x="17" y="27"/>
                    </a:cubicBezTo>
                    <a:cubicBezTo>
                      <a:pt x="17" y="28"/>
                      <a:pt x="17" y="29"/>
                      <a:pt x="17" y="29"/>
                    </a:cubicBezTo>
                    <a:cubicBezTo>
                      <a:pt x="18" y="31"/>
                      <a:pt x="18" y="33"/>
                      <a:pt x="18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8" y="38"/>
                      <a:pt x="18" y="39"/>
                      <a:pt x="18" y="39"/>
                    </a:cubicBezTo>
                    <a:cubicBezTo>
                      <a:pt x="17" y="40"/>
                      <a:pt x="15" y="41"/>
                      <a:pt x="15" y="41"/>
                    </a:cubicBezTo>
                    <a:cubicBezTo>
                      <a:pt x="14" y="41"/>
                      <a:pt x="13" y="41"/>
                      <a:pt x="13" y="41"/>
                    </a:cubicBezTo>
                    <a:cubicBezTo>
                      <a:pt x="12" y="41"/>
                      <a:pt x="11" y="39"/>
                      <a:pt x="11" y="39"/>
                    </a:cubicBezTo>
                    <a:cubicBezTo>
                      <a:pt x="10" y="38"/>
                      <a:pt x="8" y="35"/>
                      <a:pt x="7" y="37"/>
                    </a:cubicBezTo>
                    <a:cubicBezTo>
                      <a:pt x="7" y="37"/>
                      <a:pt x="7" y="38"/>
                      <a:pt x="7" y="39"/>
                    </a:cubicBezTo>
                    <a:cubicBezTo>
                      <a:pt x="7" y="39"/>
                      <a:pt x="6" y="40"/>
                      <a:pt x="5" y="40"/>
                    </a:cubicBezTo>
                    <a:cubicBezTo>
                      <a:pt x="5" y="41"/>
                      <a:pt x="4" y="41"/>
                      <a:pt x="3" y="41"/>
                    </a:cubicBezTo>
                    <a:cubicBezTo>
                      <a:pt x="3" y="41"/>
                      <a:pt x="2" y="40"/>
                      <a:pt x="2" y="39"/>
                    </a:cubicBezTo>
                    <a:cubicBezTo>
                      <a:pt x="1" y="38"/>
                      <a:pt x="0" y="36"/>
                      <a:pt x="0" y="35"/>
                    </a:cubicBezTo>
                    <a:cubicBezTo>
                      <a:pt x="0" y="32"/>
                      <a:pt x="0" y="29"/>
                      <a:pt x="0" y="26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2"/>
                      <a:pt x="0" y="22"/>
                      <a:pt x="0" y="21"/>
                    </a:cubicBezTo>
                    <a:cubicBezTo>
                      <a:pt x="0" y="19"/>
                      <a:pt x="1" y="17"/>
                      <a:pt x="1" y="15"/>
                    </a:cubicBezTo>
                    <a:cubicBezTo>
                      <a:pt x="1" y="14"/>
                      <a:pt x="1" y="13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3" name="Freeform 3372">
                <a:extLst>
                  <a:ext uri="{FF2B5EF4-FFF2-40B4-BE49-F238E27FC236}">
                    <a16:creationId xmlns:a16="http://schemas.microsoft.com/office/drawing/2014/main" id="{E474C43B-7AB6-D042-9FD1-DF10D895F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476"/>
                <a:ext cx="8" cy="5"/>
              </a:xfrm>
              <a:custGeom>
                <a:avLst/>
                <a:gdLst>
                  <a:gd name="T0" fmla="*/ 9 w 19"/>
                  <a:gd name="T1" fmla="*/ 13 h 13"/>
                  <a:gd name="T2" fmla="*/ 4 w 19"/>
                  <a:gd name="T3" fmla="*/ 13 h 13"/>
                  <a:gd name="T4" fmla="*/ 3 w 19"/>
                  <a:gd name="T5" fmla="*/ 12 h 13"/>
                  <a:gd name="T6" fmla="*/ 1 w 19"/>
                  <a:gd name="T7" fmla="*/ 11 h 13"/>
                  <a:gd name="T8" fmla="*/ 1 w 19"/>
                  <a:gd name="T9" fmla="*/ 8 h 13"/>
                  <a:gd name="T10" fmla="*/ 4 w 19"/>
                  <a:gd name="T11" fmla="*/ 5 h 13"/>
                  <a:gd name="T12" fmla="*/ 6 w 19"/>
                  <a:gd name="T13" fmla="*/ 3 h 13"/>
                  <a:gd name="T14" fmla="*/ 8 w 19"/>
                  <a:gd name="T15" fmla="*/ 2 h 13"/>
                  <a:gd name="T16" fmla="*/ 13 w 19"/>
                  <a:gd name="T17" fmla="*/ 1 h 13"/>
                  <a:gd name="T18" fmla="*/ 16 w 19"/>
                  <a:gd name="T19" fmla="*/ 1 h 13"/>
                  <a:gd name="T20" fmla="*/ 18 w 19"/>
                  <a:gd name="T21" fmla="*/ 2 h 13"/>
                  <a:gd name="T22" fmla="*/ 18 w 19"/>
                  <a:gd name="T23" fmla="*/ 4 h 13"/>
                  <a:gd name="T24" fmla="*/ 17 w 19"/>
                  <a:gd name="T25" fmla="*/ 6 h 13"/>
                  <a:gd name="T26" fmla="*/ 13 w 19"/>
                  <a:gd name="T27" fmla="*/ 10 h 13"/>
                  <a:gd name="T28" fmla="*/ 9 w 19"/>
                  <a:gd name="T2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9" y="13"/>
                    </a:moveTo>
                    <a:cubicBezTo>
                      <a:pt x="7" y="13"/>
                      <a:pt x="6" y="13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6"/>
                      <a:pt x="2" y="5"/>
                      <a:pt x="4" y="5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10" y="2"/>
                      <a:pt x="11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7" y="0"/>
                      <a:pt x="18" y="1"/>
                      <a:pt x="18" y="2"/>
                    </a:cubicBezTo>
                    <a:cubicBezTo>
                      <a:pt x="19" y="3"/>
                      <a:pt x="19" y="4"/>
                      <a:pt x="18" y="4"/>
                    </a:cubicBezTo>
                    <a:cubicBezTo>
                      <a:pt x="18" y="5"/>
                      <a:pt x="18" y="5"/>
                      <a:pt x="17" y="6"/>
                    </a:cubicBezTo>
                    <a:cubicBezTo>
                      <a:pt x="16" y="7"/>
                      <a:pt x="15" y="8"/>
                      <a:pt x="13" y="10"/>
                    </a:cubicBezTo>
                    <a:cubicBezTo>
                      <a:pt x="12" y="11"/>
                      <a:pt x="10" y="12"/>
                      <a:pt x="9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4" name="Freeform 3373">
                <a:extLst>
                  <a:ext uri="{FF2B5EF4-FFF2-40B4-BE49-F238E27FC236}">
                    <a16:creationId xmlns:a16="http://schemas.microsoft.com/office/drawing/2014/main" id="{AF2549E9-262C-0848-A992-56231FE97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473"/>
                <a:ext cx="5" cy="2"/>
              </a:xfrm>
              <a:custGeom>
                <a:avLst/>
                <a:gdLst>
                  <a:gd name="T0" fmla="*/ 5 w 12"/>
                  <a:gd name="T1" fmla="*/ 0 h 7"/>
                  <a:gd name="T2" fmla="*/ 10 w 12"/>
                  <a:gd name="T3" fmla="*/ 0 h 7"/>
                  <a:gd name="T4" fmla="*/ 12 w 12"/>
                  <a:gd name="T5" fmla="*/ 3 h 7"/>
                  <a:gd name="T6" fmla="*/ 9 w 12"/>
                  <a:gd name="T7" fmla="*/ 7 h 7"/>
                  <a:gd name="T8" fmla="*/ 3 w 12"/>
                  <a:gd name="T9" fmla="*/ 6 h 7"/>
                  <a:gd name="T10" fmla="*/ 2 w 12"/>
                  <a:gd name="T11" fmla="*/ 1 h 7"/>
                  <a:gd name="T12" fmla="*/ 5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5" y="0"/>
                    </a:moveTo>
                    <a:cubicBezTo>
                      <a:pt x="7" y="0"/>
                      <a:pt x="9" y="0"/>
                      <a:pt x="10" y="0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5"/>
                      <a:pt x="11" y="6"/>
                      <a:pt x="9" y="7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2" y="5"/>
                      <a:pt x="0" y="3"/>
                      <a:pt x="2" y="1"/>
                    </a:cubicBezTo>
                    <a:cubicBezTo>
                      <a:pt x="3" y="1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5" name="Freeform 3376">
                <a:extLst>
                  <a:ext uri="{FF2B5EF4-FFF2-40B4-BE49-F238E27FC236}">
                    <a16:creationId xmlns:a16="http://schemas.microsoft.com/office/drawing/2014/main" id="{4776AE24-E9B3-074F-9ABC-2E4190A86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13"/>
                <a:ext cx="8" cy="7"/>
              </a:xfrm>
              <a:custGeom>
                <a:avLst/>
                <a:gdLst>
                  <a:gd name="T0" fmla="*/ 7 w 20"/>
                  <a:gd name="T1" fmla="*/ 6 h 17"/>
                  <a:gd name="T2" fmla="*/ 4 w 20"/>
                  <a:gd name="T3" fmla="*/ 6 h 17"/>
                  <a:gd name="T4" fmla="*/ 1 w 20"/>
                  <a:gd name="T5" fmla="*/ 3 h 17"/>
                  <a:gd name="T6" fmla="*/ 0 w 20"/>
                  <a:gd name="T7" fmla="*/ 2 h 17"/>
                  <a:gd name="T8" fmla="*/ 1 w 20"/>
                  <a:gd name="T9" fmla="*/ 1 h 17"/>
                  <a:gd name="T10" fmla="*/ 4 w 20"/>
                  <a:gd name="T11" fmla="*/ 0 h 17"/>
                  <a:gd name="T12" fmla="*/ 7 w 20"/>
                  <a:gd name="T13" fmla="*/ 0 h 17"/>
                  <a:gd name="T14" fmla="*/ 10 w 20"/>
                  <a:gd name="T15" fmla="*/ 0 h 17"/>
                  <a:gd name="T16" fmla="*/ 14 w 20"/>
                  <a:gd name="T17" fmla="*/ 2 h 17"/>
                  <a:gd name="T18" fmla="*/ 17 w 20"/>
                  <a:gd name="T19" fmla="*/ 5 h 17"/>
                  <a:gd name="T20" fmla="*/ 19 w 20"/>
                  <a:gd name="T21" fmla="*/ 10 h 17"/>
                  <a:gd name="T22" fmla="*/ 18 w 20"/>
                  <a:gd name="T23" fmla="*/ 13 h 17"/>
                  <a:gd name="T24" fmla="*/ 15 w 20"/>
                  <a:gd name="T25" fmla="*/ 15 h 17"/>
                  <a:gd name="T26" fmla="*/ 14 w 20"/>
                  <a:gd name="T27" fmla="*/ 16 h 17"/>
                  <a:gd name="T28" fmla="*/ 11 w 20"/>
                  <a:gd name="T29" fmla="*/ 17 h 17"/>
                  <a:gd name="T30" fmla="*/ 12 w 20"/>
                  <a:gd name="T31" fmla="*/ 11 h 17"/>
                  <a:gd name="T32" fmla="*/ 11 w 20"/>
                  <a:gd name="T33" fmla="*/ 7 h 17"/>
                  <a:gd name="T34" fmla="*/ 7 w 20"/>
                  <a:gd name="T3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7">
                    <a:moveTo>
                      <a:pt x="7" y="6"/>
                    </a:moveTo>
                    <a:cubicBezTo>
                      <a:pt x="6" y="6"/>
                      <a:pt x="5" y="6"/>
                      <a:pt x="4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2"/>
                      <a:pt x="16" y="4"/>
                      <a:pt x="17" y="5"/>
                    </a:cubicBezTo>
                    <a:cubicBezTo>
                      <a:pt x="19" y="6"/>
                      <a:pt x="20" y="7"/>
                      <a:pt x="19" y="10"/>
                    </a:cubicBezTo>
                    <a:cubicBezTo>
                      <a:pt x="19" y="11"/>
                      <a:pt x="18" y="12"/>
                      <a:pt x="18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5" y="15"/>
                      <a:pt x="15" y="16"/>
                      <a:pt x="14" y="16"/>
                    </a:cubicBezTo>
                    <a:cubicBezTo>
                      <a:pt x="13" y="16"/>
                      <a:pt x="12" y="17"/>
                      <a:pt x="11" y="17"/>
                    </a:cubicBezTo>
                    <a:cubicBezTo>
                      <a:pt x="11" y="15"/>
                      <a:pt x="11" y="13"/>
                      <a:pt x="12" y="11"/>
                    </a:cubicBezTo>
                    <a:cubicBezTo>
                      <a:pt x="13" y="9"/>
                      <a:pt x="13" y="8"/>
                      <a:pt x="11" y="7"/>
                    </a:cubicBezTo>
                    <a:cubicBezTo>
                      <a:pt x="10" y="6"/>
                      <a:pt x="8" y="7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6" name="Freeform 3379">
                <a:extLst>
                  <a:ext uri="{FF2B5EF4-FFF2-40B4-BE49-F238E27FC236}">
                    <a16:creationId xmlns:a16="http://schemas.microsoft.com/office/drawing/2014/main" id="{3B3ED7B3-C220-9543-AE2F-09F53DFD1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905"/>
                <a:ext cx="2" cy="3"/>
              </a:xfrm>
              <a:custGeom>
                <a:avLst/>
                <a:gdLst>
                  <a:gd name="T0" fmla="*/ 4 w 5"/>
                  <a:gd name="T1" fmla="*/ 3 h 9"/>
                  <a:gd name="T2" fmla="*/ 4 w 5"/>
                  <a:gd name="T3" fmla="*/ 7 h 9"/>
                  <a:gd name="T4" fmla="*/ 0 w 5"/>
                  <a:gd name="T5" fmla="*/ 6 h 9"/>
                  <a:gd name="T6" fmla="*/ 4 w 5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4" y="3"/>
                    </a:moveTo>
                    <a:cubicBezTo>
                      <a:pt x="5" y="4"/>
                      <a:pt x="5" y="6"/>
                      <a:pt x="4" y="7"/>
                    </a:cubicBezTo>
                    <a:cubicBezTo>
                      <a:pt x="3" y="9"/>
                      <a:pt x="0" y="8"/>
                      <a:pt x="0" y="6"/>
                    </a:cubicBezTo>
                    <a:cubicBezTo>
                      <a:pt x="0" y="5"/>
                      <a:pt x="2" y="0"/>
                      <a:pt x="4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7" name="Freeform 3380">
                <a:extLst>
                  <a:ext uri="{FF2B5EF4-FFF2-40B4-BE49-F238E27FC236}">
                    <a16:creationId xmlns:a16="http://schemas.microsoft.com/office/drawing/2014/main" id="{AEB850C1-EA04-2640-A227-709E61B85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863"/>
                <a:ext cx="10" cy="24"/>
              </a:xfrm>
              <a:custGeom>
                <a:avLst/>
                <a:gdLst>
                  <a:gd name="T0" fmla="*/ 11 w 25"/>
                  <a:gd name="T1" fmla="*/ 46 h 59"/>
                  <a:gd name="T2" fmla="*/ 10 w 25"/>
                  <a:gd name="T3" fmla="*/ 44 h 59"/>
                  <a:gd name="T4" fmla="*/ 8 w 25"/>
                  <a:gd name="T5" fmla="*/ 42 h 59"/>
                  <a:gd name="T6" fmla="*/ 6 w 25"/>
                  <a:gd name="T7" fmla="*/ 38 h 59"/>
                  <a:gd name="T8" fmla="*/ 5 w 25"/>
                  <a:gd name="T9" fmla="*/ 35 h 59"/>
                  <a:gd name="T10" fmla="*/ 6 w 25"/>
                  <a:gd name="T11" fmla="*/ 33 h 59"/>
                  <a:gd name="T12" fmla="*/ 5 w 25"/>
                  <a:gd name="T13" fmla="*/ 27 h 59"/>
                  <a:gd name="T14" fmla="*/ 9 w 25"/>
                  <a:gd name="T15" fmla="*/ 25 h 59"/>
                  <a:gd name="T16" fmla="*/ 9 w 25"/>
                  <a:gd name="T17" fmla="*/ 21 h 59"/>
                  <a:gd name="T18" fmla="*/ 2 w 25"/>
                  <a:gd name="T19" fmla="*/ 16 h 59"/>
                  <a:gd name="T20" fmla="*/ 1 w 25"/>
                  <a:gd name="T21" fmla="*/ 7 h 59"/>
                  <a:gd name="T22" fmla="*/ 6 w 25"/>
                  <a:gd name="T23" fmla="*/ 1 h 59"/>
                  <a:gd name="T24" fmla="*/ 12 w 25"/>
                  <a:gd name="T25" fmla="*/ 6 h 59"/>
                  <a:gd name="T26" fmla="*/ 15 w 25"/>
                  <a:gd name="T27" fmla="*/ 10 h 59"/>
                  <a:gd name="T28" fmla="*/ 19 w 25"/>
                  <a:gd name="T29" fmla="*/ 13 h 59"/>
                  <a:gd name="T30" fmla="*/ 19 w 25"/>
                  <a:gd name="T31" fmla="*/ 17 h 59"/>
                  <a:gd name="T32" fmla="*/ 18 w 25"/>
                  <a:gd name="T33" fmla="*/ 23 h 59"/>
                  <a:gd name="T34" fmla="*/ 20 w 25"/>
                  <a:gd name="T35" fmla="*/ 27 h 59"/>
                  <a:gd name="T36" fmla="*/ 23 w 25"/>
                  <a:gd name="T37" fmla="*/ 29 h 59"/>
                  <a:gd name="T38" fmla="*/ 22 w 25"/>
                  <a:gd name="T39" fmla="*/ 37 h 59"/>
                  <a:gd name="T40" fmla="*/ 22 w 25"/>
                  <a:gd name="T41" fmla="*/ 41 h 59"/>
                  <a:gd name="T42" fmla="*/ 22 w 25"/>
                  <a:gd name="T43" fmla="*/ 46 h 59"/>
                  <a:gd name="T44" fmla="*/ 19 w 25"/>
                  <a:gd name="T45" fmla="*/ 53 h 59"/>
                  <a:gd name="T46" fmla="*/ 18 w 25"/>
                  <a:gd name="T47" fmla="*/ 56 h 59"/>
                  <a:gd name="T48" fmla="*/ 12 w 25"/>
                  <a:gd name="T49" fmla="*/ 57 h 59"/>
                  <a:gd name="T50" fmla="*/ 11 w 25"/>
                  <a:gd name="T51" fmla="*/ 52 h 59"/>
                  <a:gd name="T52" fmla="*/ 11 w 25"/>
                  <a:gd name="T53" fmla="*/ 4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59">
                    <a:moveTo>
                      <a:pt x="11" y="46"/>
                    </a:moveTo>
                    <a:cubicBezTo>
                      <a:pt x="11" y="46"/>
                      <a:pt x="11" y="44"/>
                      <a:pt x="10" y="44"/>
                    </a:cubicBezTo>
                    <a:cubicBezTo>
                      <a:pt x="10" y="43"/>
                      <a:pt x="8" y="43"/>
                      <a:pt x="8" y="42"/>
                    </a:cubicBezTo>
                    <a:cubicBezTo>
                      <a:pt x="7" y="41"/>
                      <a:pt x="6" y="39"/>
                      <a:pt x="6" y="38"/>
                    </a:cubicBezTo>
                    <a:cubicBezTo>
                      <a:pt x="5" y="37"/>
                      <a:pt x="5" y="36"/>
                      <a:pt x="5" y="35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6" y="31"/>
                      <a:pt x="3" y="28"/>
                      <a:pt x="5" y="27"/>
                    </a:cubicBezTo>
                    <a:cubicBezTo>
                      <a:pt x="6" y="26"/>
                      <a:pt x="8" y="26"/>
                      <a:pt x="9" y="25"/>
                    </a:cubicBezTo>
                    <a:cubicBezTo>
                      <a:pt x="9" y="24"/>
                      <a:pt x="9" y="22"/>
                      <a:pt x="9" y="21"/>
                    </a:cubicBezTo>
                    <a:cubicBezTo>
                      <a:pt x="6" y="20"/>
                      <a:pt x="3" y="19"/>
                      <a:pt x="2" y="16"/>
                    </a:cubicBezTo>
                    <a:cubicBezTo>
                      <a:pt x="1" y="13"/>
                      <a:pt x="0" y="10"/>
                      <a:pt x="1" y="7"/>
                    </a:cubicBezTo>
                    <a:cubicBezTo>
                      <a:pt x="1" y="4"/>
                      <a:pt x="3" y="2"/>
                      <a:pt x="6" y="1"/>
                    </a:cubicBezTo>
                    <a:cubicBezTo>
                      <a:pt x="9" y="0"/>
                      <a:pt x="10" y="4"/>
                      <a:pt x="12" y="6"/>
                    </a:cubicBezTo>
                    <a:cubicBezTo>
                      <a:pt x="13" y="7"/>
                      <a:pt x="14" y="8"/>
                      <a:pt x="15" y="10"/>
                    </a:cubicBezTo>
                    <a:cubicBezTo>
                      <a:pt x="16" y="11"/>
                      <a:pt x="18" y="11"/>
                      <a:pt x="19" y="13"/>
                    </a:cubicBezTo>
                    <a:cubicBezTo>
                      <a:pt x="20" y="14"/>
                      <a:pt x="20" y="16"/>
                      <a:pt x="19" y="17"/>
                    </a:cubicBezTo>
                    <a:cubicBezTo>
                      <a:pt x="19" y="19"/>
                      <a:pt x="18" y="21"/>
                      <a:pt x="18" y="23"/>
                    </a:cubicBezTo>
                    <a:cubicBezTo>
                      <a:pt x="18" y="25"/>
                      <a:pt x="19" y="26"/>
                      <a:pt x="20" y="27"/>
                    </a:cubicBezTo>
                    <a:cubicBezTo>
                      <a:pt x="21" y="27"/>
                      <a:pt x="22" y="28"/>
                      <a:pt x="23" y="29"/>
                    </a:cubicBezTo>
                    <a:cubicBezTo>
                      <a:pt x="25" y="32"/>
                      <a:pt x="23" y="34"/>
                      <a:pt x="22" y="37"/>
                    </a:cubicBezTo>
                    <a:cubicBezTo>
                      <a:pt x="22" y="38"/>
                      <a:pt x="22" y="40"/>
                      <a:pt x="22" y="41"/>
                    </a:cubicBezTo>
                    <a:cubicBezTo>
                      <a:pt x="22" y="43"/>
                      <a:pt x="23" y="45"/>
                      <a:pt x="22" y="46"/>
                    </a:cubicBezTo>
                    <a:cubicBezTo>
                      <a:pt x="21" y="49"/>
                      <a:pt x="17" y="49"/>
                      <a:pt x="19" y="53"/>
                    </a:cubicBezTo>
                    <a:cubicBezTo>
                      <a:pt x="19" y="54"/>
                      <a:pt x="19" y="55"/>
                      <a:pt x="18" y="56"/>
                    </a:cubicBezTo>
                    <a:cubicBezTo>
                      <a:pt x="17" y="58"/>
                      <a:pt x="13" y="59"/>
                      <a:pt x="12" y="57"/>
                    </a:cubicBezTo>
                    <a:cubicBezTo>
                      <a:pt x="11" y="55"/>
                      <a:pt x="11" y="54"/>
                      <a:pt x="11" y="52"/>
                    </a:cubicBezTo>
                    <a:cubicBezTo>
                      <a:pt x="12" y="50"/>
                      <a:pt x="12" y="48"/>
                      <a:pt x="11" y="4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8" name="Freeform 3381">
                <a:extLst>
                  <a:ext uri="{FF2B5EF4-FFF2-40B4-BE49-F238E27FC236}">
                    <a16:creationId xmlns:a16="http://schemas.microsoft.com/office/drawing/2014/main" id="{3A91FAEA-9BF0-9A41-BCA1-B2E40091A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881"/>
                <a:ext cx="4" cy="6"/>
              </a:xfrm>
              <a:custGeom>
                <a:avLst/>
                <a:gdLst>
                  <a:gd name="T0" fmla="*/ 1 w 10"/>
                  <a:gd name="T1" fmla="*/ 7 h 13"/>
                  <a:gd name="T2" fmla="*/ 3 w 10"/>
                  <a:gd name="T3" fmla="*/ 4 h 13"/>
                  <a:gd name="T4" fmla="*/ 5 w 10"/>
                  <a:gd name="T5" fmla="*/ 2 h 13"/>
                  <a:gd name="T6" fmla="*/ 6 w 10"/>
                  <a:gd name="T7" fmla="*/ 0 h 13"/>
                  <a:gd name="T8" fmla="*/ 9 w 10"/>
                  <a:gd name="T9" fmla="*/ 0 h 13"/>
                  <a:gd name="T10" fmla="*/ 10 w 10"/>
                  <a:gd name="T11" fmla="*/ 4 h 13"/>
                  <a:gd name="T12" fmla="*/ 8 w 10"/>
                  <a:gd name="T13" fmla="*/ 8 h 13"/>
                  <a:gd name="T14" fmla="*/ 5 w 10"/>
                  <a:gd name="T15" fmla="*/ 12 h 13"/>
                  <a:gd name="T16" fmla="*/ 2 w 10"/>
                  <a:gd name="T17" fmla="*/ 12 h 13"/>
                  <a:gd name="T18" fmla="*/ 1 w 10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1" y="7"/>
                    </a:moveTo>
                    <a:cubicBezTo>
                      <a:pt x="2" y="6"/>
                      <a:pt x="3" y="5"/>
                      <a:pt x="3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9" y="0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9"/>
                      <a:pt x="6" y="11"/>
                      <a:pt x="5" y="12"/>
                    </a:cubicBezTo>
                    <a:cubicBezTo>
                      <a:pt x="4" y="12"/>
                      <a:pt x="2" y="13"/>
                      <a:pt x="2" y="12"/>
                    </a:cubicBezTo>
                    <a:cubicBezTo>
                      <a:pt x="0" y="10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9" name="Freeform 3382">
                <a:extLst>
                  <a:ext uri="{FF2B5EF4-FFF2-40B4-BE49-F238E27FC236}">
                    <a16:creationId xmlns:a16="http://schemas.microsoft.com/office/drawing/2014/main" id="{194E7CA0-0860-0F41-85CE-5B66D9954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876"/>
                <a:ext cx="3" cy="3"/>
              </a:xfrm>
              <a:custGeom>
                <a:avLst/>
                <a:gdLst>
                  <a:gd name="T0" fmla="*/ 1 w 7"/>
                  <a:gd name="T1" fmla="*/ 2 h 7"/>
                  <a:gd name="T2" fmla="*/ 7 w 7"/>
                  <a:gd name="T3" fmla="*/ 3 h 7"/>
                  <a:gd name="T4" fmla="*/ 6 w 7"/>
                  <a:gd name="T5" fmla="*/ 1 h 7"/>
                  <a:gd name="T6" fmla="*/ 1 w 7"/>
                  <a:gd name="T7" fmla="*/ 1 h 7"/>
                  <a:gd name="T8" fmla="*/ 1 w 7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6"/>
                      <a:pt x="7" y="7"/>
                      <a:pt x="7" y="3"/>
                    </a:cubicBezTo>
                    <a:cubicBezTo>
                      <a:pt x="7" y="3"/>
                      <a:pt x="7" y="2"/>
                      <a:pt x="6" y="1"/>
                    </a:cubicBezTo>
                    <a:cubicBezTo>
                      <a:pt x="5" y="1"/>
                      <a:pt x="3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0" name="Freeform 3383">
                <a:extLst>
                  <a:ext uri="{FF2B5EF4-FFF2-40B4-BE49-F238E27FC236}">
                    <a16:creationId xmlns:a16="http://schemas.microsoft.com/office/drawing/2014/main" id="{2938EB00-CB0C-6A4E-83CF-993E07545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873"/>
                <a:ext cx="5" cy="8"/>
              </a:xfrm>
              <a:custGeom>
                <a:avLst/>
                <a:gdLst>
                  <a:gd name="T0" fmla="*/ 4 w 12"/>
                  <a:gd name="T1" fmla="*/ 16 h 20"/>
                  <a:gd name="T2" fmla="*/ 3 w 12"/>
                  <a:gd name="T3" fmla="*/ 18 h 20"/>
                  <a:gd name="T4" fmla="*/ 2 w 12"/>
                  <a:gd name="T5" fmla="*/ 20 h 20"/>
                  <a:gd name="T6" fmla="*/ 0 w 12"/>
                  <a:gd name="T7" fmla="*/ 18 h 20"/>
                  <a:gd name="T8" fmla="*/ 0 w 12"/>
                  <a:gd name="T9" fmla="*/ 17 h 20"/>
                  <a:gd name="T10" fmla="*/ 1 w 12"/>
                  <a:gd name="T11" fmla="*/ 14 h 20"/>
                  <a:gd name="T12" fmla="*/ 1 w 12"/>
                  <a:gd name="T13" fmla="*/ 10 h 20"/>
                  <a:gd name="T14" fmla="*/ 3 w 12"/>
                  <a:gd name="T15" fmla="*/ 9 h 20"/>
                  <a:gd name="T16" fmla="*/ 5 w 12"/>
                  <a:gd name="T17" fmla="*/ 7 h 20"/>
                  <a:gd name="T18" fmla="*/ 6 w 12"/>
                  <a:gd name="T19" fmla="*/ 3 h 20"/>
                  <a:gd name="T20" fmla="*/ 7 w 12"/>
                  <a:gd name="T21" fmla="*/ 1 h 20"/>
                  <a:gd name="T22" fmla="*/ 10 w 12"/>
                  <a:gd name="T23" fmla="*/ 1 h 20"/>
                  <a:gd name="T24" fmla="*/ 12 w 12"/>
                  <a:gd name="T25" fmla="*/ 1 h 20"/>
                  <a:gd name="T26" fmla="*/ 12 w 12"/>
                  <a:gd name="T27" fmla="*/ 3 h 20"/>
                  <a:gd name="T28" fmla="*/ 9 w 12"/>
                  <a:gd name="T29" fmla="*/ 6 h 20"/>
                  <a:gd name="T30" fmla="*/ 8 w 12"/>
                  <a:gd name="T31" fmla="*/ 9 h 20"/>
                  <a:gd name="T32" fmla="*/ 7 w 12"/>
                  <a:gd name="T33" fmla="*/ 13 h 20"/>
                  <a:gd name="T34" fmla="*/ 4 w 12"/>
                  <a:gd name="T3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" h="20">
                    <a:moveTo>
                      <a:pt x="4" y="16"/>
                    </a:moveTo>
                    <a:cubicBezTo>
                      <a:pt x="4" y="17"/>
                      <a:pt x="4" y="18"/>
                      <a:pt x="3" y="18"/>
                    </a:cubicBezTo>
                    <a:cubicBezTo>
                      <a:pt x="3" y="19"/>
                      <a:pt x="2" y="19"/>
                      <a:pt x="2" y="20"/>
                    </a:cubicBezTo>
                    <a:cubicBezTo>
                      <a:pt x="1" y="20"/>
                      <a:pt x="1" y="19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1" y="13"/>
                      <a:pt x="0" y="11"/>
                      <a:pt x="1" y="10"/>
                    </a:cubicBezTo>
                    <a:cubicBezTo>
                      <a:pt x="1" y="10"/>
                      <a:pt x="3" y="9"/>
                      <a:pt x="3" y="9"/>
                    </a:cubicBezTo>
                    <a:cubicBezTo>
                      <a:pt x="4" y="8"/>
                      <a:pt x="4" y="8"/>
                      <a:pt x="5" y="7"/>
                    </a:cubicBezTo>
                    <a:cubicBezTo>
                      <a:pt x="5" y="6"/>
                      <a:pt x="5" y="4"/>
                      <a:pt x="6" y="3"/>
                    </a:cubicBezTo>
                    <a:cubicBezTo>
                      <a:pt x="6" y="3"/>
                      <a:pt x="7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1" y="4"/>
                      <a:pt x="10" y="4"/>
                      <a:pt x="9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4"/>
                      <a:pt x="5" y="15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1" name="Freeform 3385">
                <a:extLst>
                  <a:ext uri="{FF2B5EF4-FFF2-40B4-BE49-F238E27FC236}">
                    <a16:creationId xmlns:a16="http://schemas.microsoft.com/office/drawing/2014/main" id="{2AC394B1-1796-D444-9DB1-D43EA24F0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32"/>
                <a:ext cx="2" cy="3"/>
              </a:xfrm>
              <a:custGeom>
                <a:avLst/>
                <a:gdLst>
                  <a:gd name="T0" fmla="*/ 1 w 7"/>
                  <a:gd name="T1" fmla="*/ 8 h 8"/>
                  <a:gd name="T2" fmla="*/ 1 w 7"/>
                  <a:gd name="T3" fmla="*/ 6 h 8"/>
                  <a:gd name="T4" fmla="*/ 0 w 7"/>
                  <a:gd name="T5" fmla="*/ 3 h 8"/>
                  <a:gd name="T6" fmla="*/ 5 w 7"/>
                  <a:gd name="T7" fmla="*/ 1 h 8"/>
                  <a:gd name="T8" fmla="*/ 5 w 7"/>
                  <a:gd name="T9" fmla="*/ 7 h 8"/>
                  <a:gd name="T10" fmla="*/ 1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1" y="7"/>
                      <a:pt x="1" y="7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6" y="6"/>
                      <a:pt x="5" y="7"/>
                    </a:cubicBezTo>
                    <a:cubicBezTo>
                      <a:pt x="4" y="8"/>
                      <a:pt x="2" y="8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2" name="Freeform 3386">
                <a:extLst>
                  <a:ext uri="{FF2B5EF4-FFF2-40B4-BE49-F238E27FC236}">
                    <a16:creationId xmlns:a16="http://schemas.microsoft.com/office/drawing/2014/main" id="{2EB1EB58-611F-F34F-BE9A-43BC81BC2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823"/>
                <a:ext cx="8" cy="9"/>
              </a:xfrm>
              <a:custGeom>
                <a:avLst/>
                <a:gdLst>
                  <a:gd name="T0" fmla="*/ 0 w 21"/>
                  <a:gd name="T1" fmla="*/ 16 h 22"/>
                  <a:gd name="T2" fmla="*/ 1 w 21"/>
                  <a:gd name="T3" fmla="*/ 11 h 22"/>
                  <a:gd name="T4" fmla="*/ 6 w 21"/>
                  <a:gd name="T5" fmla="*/ 8 h 22"/>
                  <a:gd name="T6" fmla="*/ 8 w 21"/>
                  <a:gd name="T7" fmla="*/ 5 h 22"/>
                  <a:gd name="T8" fmla="*/ 10 w 21"/>
                  <a:gd name="T9" fmla="*/ 4 h 22"/>
                  <a:gd name="T10" fmla="*/ 15 w 21"/>
                  <a:gd name="T11" fmla="*/ 2 h 22"/>
                  <a:gd name="T12" fmla="*/ 17 w 21"/>
                  <a:gd name="T13" fmla="*/ 0 h 22"/>
                  <a:gd name="T14" fmla="*/ 20 w 21"/>
                  <a:gd name="T15" fmla="*/ 0 h 22"/>
                  <a:gd name="T16" fmla="*/ 19 w 21"/>
                  <a:gd name="T17" fmla="*/ 7 h 22"/>
                  <a:gd name="T18" fmla="*/ 15 w 21"/>
                  <a:gd name="T19" fmla="*/ 10 h 22"/>
                  <a:gd name="T20" fmla="*/ 12 w 21"/>
                  <a:gd name="T21" fmla="*/ 12 h 22"/>
                  <a:gd name="T22" fmla="*/ 10 w 21"/>
                  <a:gd name="T23" fmla="*/ 20 h 22"/>
                  <a:gd name="T24" fmla="*/ 6 w 21"/>
                  <a:gd name="T25" fmla="*/ 22 h 22"/>
                  <a:gd name="T26" fmla="*/ 1 w 21"/>
                  <a:gd name="T27" fmla="*/ 21 h 22"/>
                  <a:gd name="T28" fmla="*/ 0 w 21"/>
                  <a:gd name="T29" fmla="*/ 18 h 22"/>
                  <a:gd name="T30" fmla="*/ 0 w 21"/>
                  <a:gd name="T31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0" y="16"/>
                    </a:moveTo>
                    <a:cubicBezTo>
                      <a:pt x="0" y="14"/>
                      <a:pt x="0" y="13"/>
                      <a:pt x="1" y="11"/>
                    </a:cubicBez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8" y="7"/>
                      <a:pt x="8" y="5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12" y="4"/>
                      <a:pt x="15" y="3"/>
                      <a:pt x="15" y="2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0"/>
                      <a:pt x="20" y="0"/>
                    </a:cubicBezTo>
                    <a:cubicBezTo>
                      <a:pt x="21" y="2"/>
                      <a:pt x="20" y="6"/>
                      <a:pt x="19" y="7"/>
                    </a:cubicBezTo>
                    <a:cubicBezTo>
                      <a:pt x="18" y="8"/>
                      <a:pt x="16" y="9"/>
                      <a:pt x="15" y="10"/>
                    </a:cubicBezTo>
                    <a:cubicBezTo>
                      <a:pt x="14" y="11"/>
                      <a:pt x="13" y="11"/>
                      <a:pt x="12" y="12"/>
                    </a:cubicBezTo>
                    <a:cubicBezTo>
                      <a:pt x="10" y="13"/>
                      <a:pt x="10" y="17"/>
                      <a:pt x="10" y="20"/>
                    </a:cubicBezTo>
                    <a:cubicBezTo>
                      <a:pt x="9" y="22"/>
                      <a:pt x="8" y="22"/>
                      <a:pt x="6" y="22"/>
                    </a:cubicBezTo>
                    <a:cubicBezTo>
                      <a:pt x="4" y="22"/>
                      <a:pt x="3" y="22"/>
                      <a:pt x="1" y="21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0" y="17"/>
                      <a:pt x="0" y="17"/>
                      <a:pt x="0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3" name="Freeform 3388">
                <a:extLst>
                  <a:ext uri="{FF2B5EF4-FFF2-40B4-BE49-F238E27FC236}">
                    <a16:creationId xmlns:a16="http://schemas.microsoft.com/office/drawing/2014/main" id="{A515F916-EAF2-8A4E-8CE0-931FD7E25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824"/>
                <a:ext cx="6" cy="5"/>
              </a:xfrm>
              <a:custGeom>
                <a:avLst/>
                <a:gdLst>
                  <a:gd name="T0" fmla="*/ 4 w 15"/>
                  <a:gd name="T1" fmla="*/ 10 h 12"/>
                  <a:gd name="T2" fmla="*/ 2 w 15"/>
                  <a:gd name="T3" fmla="*/ 10 h 12"/>
                  <a:gd name="T4" fmla="*/ 1 w 15"/>
                  <a:gd name="T5" fmla="*/ 6 h 12"/>
                  <a:gd name="T6" fmla="*/ 6 w 15"/>
                  <a:gd name="T7" fmla="*/ 4 h 12"/>
                  <a:gd name="T8" fmla="*/ 10 w 15"/>
                  <a:gd name="T9" fmla="*/ 1 h 12"/>
                  <a:gd name="T10" fmla="*/ 14 w 15"/>
                  <a:gd name="T11" fmla="*/ 2 h 12"/>
                  <a:gd name="T12" fmla="*/ 14 w 15"/>
                  <a:gd name="T13" fmla="*/ 7 h 12"/>
                  <a:gd name="T14" fmla="*/ 13 w 15"/>
                  <a:gd name="T15" fmla="*/ 11 h 12"/>
                  <a:gd name="T16" fmla="*/ 8 w 15"/>
                  <a:gd name="T17" fmla="*/ 11 h 12"/>
                  <a:gd name="T18" fmla="*/ 7 w 15"/>
                  <a:gd name="T19" fmla="*/ 11 h 12"/>
                  <a:gd name="T20" fmla="*/ 4 w 15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4" y="10"/>
                    </a:moveTo>
                    <a:cubicBezTo>
                      <a:pt x="3" y="10"/>
                      <a:pt x="2" y="11"/>
                      <a:pt x="2" y="10"/>
                    </a:cubicBezTo>
                    <a:cubicBezTo>
                      <a:pt x="1" y="9"/>
                      <a:pt x="0" y="7"/>
                      <a:pt x="1" y="6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8" y="3"/>
                      <a:pt x="9" y="2"/>
                      <a:pt x="10" y="1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4" y="9"/>
                      <a:pt x="14" y="10"/>
                      <a:pt x="13" y="11"/>
                    </a:cubicBezTo>
                    <a:cubicBezTo>
                      <a:pt x="11" y="11"/>
                      <a:pt x="9" y="12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4" name="Freeform 3389">
                <a:extLst>
                  <a:ext uri="{FF2B5EF4-FFF2-40B4-BE49-F238E27FC236}">
                    <a16:creationId xmlns:a16="http://schemas.microsoft.com/office/drawing/2014/main" id="{B029E6DD-5030-E847-ADC4-A7EF49406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813"/>
                <a:ext cx="7" cy="13"/>
              </a:xfrm>
              <a:custGeom>
                <a:avLst/>
                <a:gdLst>
                  <a:gd name="T0" fmla="*/ 3 w 17"/>
                  <a:gd name="T1" fmla="*/ 28 h 32"/>
                  <a:gd name="T2" fmla="*/ 1 w 17"/>
                  <a:gd name="T3" fmla="*/ 30 h 32"/>
                  <a:gd name="T4" fmla="*/ 1 w 17"/>
                  <a:gd name="T5" fmla="*/ 26 h 32"/>
                  <a:gd name="T6" fmla="*/ 1 w 17"/>
                  <a:gd name="T7" fmla="*/ 22 h 32"/>
                  <a:gd name="T8" fmla="*/ 3 w 17"/>
                  <a:gd name="T9" fmla="*/ 18 h 32"/>
                  <a:gd name="T10" fmla="*/ 6 w 17"/>
                  <a:gd name="T11" fmla="*/ 15 h 32"/>
                  <a:gd name="T12" fmla="*/ 7 w 17"/>
                  <a:gd name="T13" fmla="*/ 11 h 32"/>
                  <a:gd name="T14" fmla="*/ 10 w 17"/>
                  <a:gd name="T15" fmla="*/ 8 h 32"/>
                  <a:gd name="T16" fmla="*/ 11 w 17"/>
                  <a:gd name="T17" fmla="*/ 1 h 32"/>
                  <a:gd name="T18" fmla="*/ 17 w 17"/>
                  <a:gd name="T19" fmla="*/ 3 h 32"/>
                  <a:gd name="T20" fmla="*/ 15 w 17"/>
                  <a:gd name="T21" fmla="*/ 6 h 32"/>
                  <a:gd name="T22" fmla="*/ 14 w 17"/>
                  <a:gd name="T23" fmla="*/ 10 h 32"/>
                  <a:gd name="T24" fmla="*/ 11 w 17"/>
                  <a:gd name="T25" fmla="*/ 14 h 32"/>
                  <a:gd name="T26" fmla="*/ 8 w 17"/>
                  <a:gd name="T27" fmla="*/ 17 h 32"/>
                  <a:gd name="T28" fmla="*/ 8 w 17"/>
                  <a:gd name="T29" fmla="*/ 21 h 32"/>
                  <a:gd name="T30" fmla="*/ 9 w 17"/>
                  <a:gd name="T31" fmla="*/ 24 h 32"/>
                  <a:gd name="T32" fmla="*/ 12 w 17"/>
                  <a:gd name="T33" fmla="*/ 27 h 32"/>
                  <a:gd name="T34" fmla="*/ 10 w 17"/>
                  <a:gd name="T35" fmla="*/ 31 h 32"/>
                  <a:gd name="T36" fmla="*/ 7 w 17"/>
                  <a:gd name="T37" fmla="*/ 31 h 32"/>
                  <a:gd name="T38" fmla="*/ 3 w 17"/>
                  <a:gd name="T39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32">
                    <a:moveTo>
                      <a:pt x="3" y="28"/>
                    </a:moveTo>
                    <a:cubicBezTo>
                      <a:pt x="3" y="29"/>
                      <a:pt x="2" y="30"/>
                      <a:pt x="1" y="30"/>
                    </a:cubicBezTo>
                    <a:cubicBezTo>
                      <a:pt x="0" y="29"/>
                      <a:pt x="0" y="27"/>
                      <a:pt x="1" y="26"/>
                    </a:cubicBezTo>
                    <a:cubicBezTo>
                      <a:pt x="1" y="24"/>
                      <a:pt x="1" y="23"/>
                      <a:pt x="1" y="22"/>
                    </a:cubicBezTo>
                    <a:cubicBezTo>
                      <a:pt x="2" y="20"/>
                      <a:pt x="2" y="19"/>
                      <a:pt x="3" y="18"/>
                    </a:cubicBezTo>
                    <a:cubicBezTo>
                      <a:pt x="4" y="17"/>
                      <a:pt x="6" y="17"/>
                      <a:pt x="6" y="15"/>
                    </a:cubicBezTo>
                    <a:cubicBezTo>
                      <a:pt x="7" y="14"/>
                      <a:pt x="7" y="12"/>
                      <a:pt x="7" y="11"/>
                    </a:cubicBezTo>
                    <a:cubicBezTo>
                      <a:pt x="8" y="10"/>
                      <a:pt x="9" y="9"/>
                      <a:pt x="10" y="8"/>
                    </a:cubicBezTo>
                    <a:cubicBezTo>
                      <a:pt x="11" y="6"/>
                      <a:pt x="8" y="2"/>
                      <a:pt x="11" y="1"/>
                    </a:cubicBezTo>
                    <a:cubicBezTo>
                      <a:pt x="12" y="0"/>
                      <a:pt x="16" y="1"/>
                      <a:pt x="17" y="3"/>
                    </a:cubicBezTo>
                    <a:cubicBezTo>
                      <a:pt x="17" y="5"/>
                      <a:pt x="16" y="5"/>
                      <a:pt x="15" y="6"/>
                    </a:cubicBezTo>
                    <a:cubicBezTo>
                      <a:pt x="14" y="7"/>
                      <a:pt x="14" y="8"/>
                      <a:pt x="14" y="10"/>
                    </a:cubicBezTo>
                    <a:cubicBezTo>
                      <a:pt x="14" y="11"/>
                      <a:pt x="12" y="13"/>
                      <a:pt x="11" y="14"/>
                    </a:cubicBezTo>
                    <a:cubicBezTo>
                      <a:pt x="10" y="14"/>
                      <a:pt x="9" y="15"/>
                      <a:pt x="8" y="17"/>
                    </a:cubicBezTo>
                    <a:cubicBezTo>
                      <a:pt x="8" y="18"/>
                      <a:pt x="8" y="20"/>
                      <a:pt x="8" y="21"/>
                    </a:cubicBezTo>
                    <a:cubicBezTo>
                      <a:pt x="8" y="23"/>
                      <a:pt x="8" y="24"/>
                      <a:pt x="9" y="24"/>
                    </a:cubicBez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9"/>
                      <a:pt x="11" y="30"/>
                      <a:pt x="10" y="31"/>
                    </a:cubicBezTo>
                    <a:cubicBezTo>
                      <a:pt x="9" y="32"/>
                      <a:pt x="8" y="31"/>
                      <a:pt x="7" y="31"/>
                    </a:cubicBezTo>
                    <a:cubicBezTo>
                      <a:pt x="7" y="29"/>
                      <a:pt x="5" y="27"/>
                      <a:pt x="3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5" name="Freeform 3390">
                <a:extLst>
                  <a:ext uri="{FF2B5EF4-FFF2-40B4-BE49-F238E27FC236}">
                    <a16:creationId xmlns:a16="http://schemas.microsoft.com/office/drawing/2014/main" id="{161EC83B-FC9A-D74F-A8C4-37AF256A5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804"/>
                <a:ext cx="7" cy="4"/>
              </a:xfrm>
              <a:custGeom>
                <a:avLst/>
                <a:gdLst>
                  <a:gd name="T0" fmla="*/ 7 w 17"/>
                  <a:gd name="T1" fmla="*/ 8 h 10"/>
                  <a:gd name="T2" fmla="*/ 6 w 17"/>
                  <a:gd name="T3" fmla="*/ 9 h 10"/>
                  <a:gd name="T4" fmla="*/ 4 w 17"/>
                  <a:gd name="T5" fmla="*/ 8 h 10"/>
                  <a:gd name="T6" fmla="*/ 1 w 17"/>
                  <a:gd name="T7" fmla="*/ 7 h 10"/>
                  <a:gd name="T8" fmla="*/ 2 w 17"/>
                  <a:gd name="T9" fmla="*/ 4 h 10"/>
                  <a:gd name="T10" fmla="*/ 6 w 17"/>
                  <a:gd name="T11" fmla="*/ 3 h 10"/>
                  <a:gd name="T12" fmla="*/ 8 w 17"/>
                  <a:gd name="T13" fmla="*/ 2 h 10"/>
                  <a:gd name="T14" fmla="*/ 12 w 17"/>
                  <a:gd name="T15" fmla="*/ 0 h 10"/>
                  <a:gd name="T16" fmla="*/ 15 w 17"/>
                  <a:gd name="T17" fmla="*/ 0 h 10"/>
                  <a:gd name="T18" fmla="*/ 15 w 17"/>
                  <a:gd name="T19" fmla="*/ 3 h 10"/>
                  <a:gd name="T20" fmla="*/ 13 w 17"/>
                  <a:gd name="T21" fmla="*/ 3 h 10"/>
                  <a:gd name="T22" fmla="*/ 12 w 17"/>
                  <a:gd name="T23" fmla="*/ 4 h 10"/>
                  <a:gd name="T24" fmla="*/ 7 w 17"/>
                  <a:gd name="T2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7" y="8"/>
                    </a:moveTo>
                    <a:cubicBezTo>
                      <a:pt x="7" y="9"/>
                      <a:pt x="7" y="9"/>
                      <a:pt x="6" y="9"/>
                    </a:cubicBezTo>
                    <a:cubicBezTo>
                      <a:pt x="4" y="10"/>
                      <a:pt x="5" y="8"/>
                      <a:pt x="4" y="8"/>
                    </a:cubicBezTo>
                    <a:cubicBezTo>
                      <a:pt x="4" y="6"/>
                      <a:pt x="2" y="8"/>
                      <a:pt x="1" y="7"/>
                    </a:cubicBezTo>
                    <a:cubicBezTo>
                      <a:pt x="0" y="6"/>
                      <a:pt x="2" y="5"/>
                      <a:pt x="2" y="4"/>
                    </a:cubicBezTo>
                    <a:cubicBezTo>
                      <a:pt x="3" y="4"/>
                      <a:pt x="5" y="4"/>
                      <a:pt x="6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3" y="0"/>
                      <a:pt x="15" y="0"/>
                      <a:pt x="15" y="0"/>
                    </a:cubicBezTo>
                    <a:cubicBezTo>
                      <a:pt x="17" y="1"/>
                      <a:pt x="17" y="3"/>
                      <a:pt x="15" y="3"/>
                    </a:cubicBezTo>
                    <a:cubicBezTo>
                      <a:pt x="15" y="3"/>
                      <a:pt x="14" y="3"/>
                      <a:pt x="13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1" y="6"/>
                      <a:pt x="9" y="7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6" name="Freeform 3391">
                <a:extLst>
                  <a:ext uri="{FF2B5EF4-FFF2-40B4-BE49-F238E27FC236}">
                    <a16:creationId xmlns:a16="http://schemas.microsoft.com/office/drawing/2014/main" id="{826E645A-B4C1-AD4D-98E3-05F5D6CB3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791"/>
                <a:ext cx="11" cy="7"/>
              </a:xfrm>
              <a:custGeom>
                <a:avLst/>
                <a:gdLst>
                  <a:gd name="T0" fmla="*/ 3 w 26"/>
                  <a:gd name="T1" fmla="*/ 17 h 17"/>
                  <a:gd name="T2" fmla="*/ 1 w 26"/>
                  <a:gd name="T3" fmla="*/ 13 h 17"/>
                  <a:gd name="T4" fmla="*/ 7 w 26"/>
                  <a:gd name="T5" fmla="*/ 9 h 17"/>
                  <a:gd name="T6" fmla="*/ 12 w 26"/>
                  <a:gd name="T7" fmla="*/ 7 h 17"/>
                  <a:gd name="T8" fmla="*/ 14 w 26"/>
                  <a:gd name="T9" fmla="*/ 6 h 17"/>
                  <a:gd name="T10" fmla="*/ 16 w 26"/>
                  <a:gd name="T11" fmla="*/ 5 h 17"/>
                  <a:gd name="T12" fmla="*/ 21 w 26"/>
                  <a:gd name="T13" fmla="*/ 2 h 17"/>
                  <a:gd name="T14" fmla="*/ 25 w 26"/>
                  <a:gd name="T15" fmla="*/ 1 h 17"/>
                  <a:gd name="T16" fmla="*/ 25 w 26"/>
                  <a:gd name="T17" fmla="*/ 4 h 17"/>
                  <a:gd name="T18" fmla="*/ 19 w 26"/>
                  <a:gd name="T19" fmla="*/ 8 h 17"/>
                  <a:gd name="T20" fmla="*/ 16 w 26"/>
                  <a:gd name="T21" fmla="*/ 9 h 17"/>
                  <a:gd name="T22" fmla="*/ 11 w 26"/>
                  <a:gd name="T23" fmla="*/ 13 h 17"/>
                  <a:gd name="T24" fmla="*/ 7 w 26"/>
                  <a:gd name="T25" fmla="*/ 16 h 17"/>
                  <a:gd name="T26" fmla="*/ 5 w 26"/>
                  <a:gd name="T27" fmla="*/ 16 h 17"/>
                  <a:gd name="T28" fmla="*/ 3 w 26"/>
                  <a:gd name="T2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7">
                    <a:moveTo>
                      <a:pt x="3" y="17"/>
                    </a:moveTo>
                    <a:cubicBezTo>
                      <a:pt x="1" y="17"/>
                      <a:pt x="0" y="14"/>
                      <a:pt x="1" y="13"/>
                    </a:cubicBezTo>
                    <a:cubicBezTo>
                      <a:pt x="1" y="11"/>
                      <a:pt x="5" y="10"/>
                      <a:pt x="7" y="9"/>
                    </a:cubicBezTo>
                    <a:cubicBezTo>
                      <a:pt x="8" y="9"/>
                      <a:pt x="10" y="8"/>
                      <a:pt x="12" y="7"/>
                    </a:cubicBezTo>
                    <a:cubicBezTo>
                      <a:pt x="12" y="7"/>
                      <a:pt x="13" y="6"/>
                      <a:pt x="14" y="6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8" y="4"/>
                      <a:pt x="19" y="4"/>
                      <a:pt x="21" y="2"/>
                    </a:cubicBezTo>
                    <a:cubicBezTo>
                      <a:pt x="22" y="1"/>
                      <a:pt x="23" y="0"/>
                      <a:pt x="25" y="1"/>
                    </a:cubicBezTo>
                    <a:cubicBezTo>
                      <a:pt x="26" y="1"/>
                      <a:pt x="26" y="3"/>
                      <a:pt x="25" y="4"/>
                    </a:cubicBezTo>
                    <a:cubicBezTo>
                      <a:pt x="23" y="6"/>
                      <a:pt x="21" y="7"/>
                      <a:pt x="19" y="8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5" y="11"/>
                      <a:pt x="13" y="12"/>
                      <a:pt x="11" y="13"/>
                    </a:cubicBezTo>
                    <a:cubicBezTo>
                      <a:pt x="10" y="14"/>
                      <a:pt x="8" y="16"/>
                      <a:pt x="7" y="16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7"/>
                      <a:pt x="3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7" name="Freeform 3392">
                <a:extLst>
                  <a:ext uri="{FF2B5EF4-FFF2-40B4-BE49-F238E27FC236}">
                    <a16:creationId xmlns:a16="http://schemas.microsoft.com/office/drawing/2014/main" id="{823D941D-951F-AD4E-AF2A-8283C9909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22"/>
                <a:ext cx="2" cy="2"/>
              </a:xfrm>
              <a:custGeom>
                <a:avLst/>
                <a:gdLst>
                  <a:gd name="T0" fmla="*/ 1 w 7"/>
                  <a:gd name="T1" fmla="*/ 5 h 5"/>
                  <a:gd name="T2" fmla="*/ 0 w 7"/>
                  <a:gd name="T3" fmla="*/ 4 h 5"/>
                  <a:gd name="T4" fmla="*/ 1 w 7"/>
                  <a:gd name="T5" fmla="*/ 1 h 5"/>
                  <a:gd name="T6" fmla="*/ 5 w 7"/>
                  <a:gd name="T7" fmla="*/ 1 h 5"/>
                  <a:gd name="T8" fmla="*/ 7 w 7"/>
                  <a:gd name="T9" fmla="*/ 2 h 5"/>
                  <a:gd name="T10" fmla="*/ 5 w 7"/>
                  <a:gd name="T11" fmla="*/ 5 h 5"/>
                  <a:gd name="T12" fmla="*/ 4 w 7"/>
                  <a:gd name="T13" fmla="*/ 5 h 5"/>
                  <a:gd name="T14" fmla="*/ 3 w 7"/>
                  <a:gd name="T15" fmla="*/ 5 h 5"/>
                  <a:gd name="T16" fmla="*/ 1 w 7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4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8" name="Freeform 3393">
                <a:extLst>
                  <a:ext uri="{FF2B5EF4-FFF2-40B4-BE49-F238E27FC236}">
                    <a16:creationId xmlns:a16="http://schemas.microsoft.com/office/drawing/2014/main" id="{712C355F-B869-5D4B-86B9-1BC2A6C14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818"/>
                <a:ext cx="2" cy="3"/>
              </a:xfrm>
              <a:custGeom>
                <a:avLst/>
                <a:gdLst>
                  <a:gd name="T0" fmla="*/ 4 w 6"/>
                  <a:gd name="T1" fmla="*/ 4 h 7"/>
                  <a:gd name="T2" fmla="*/ 1 w 6"/>
                  <a:gd name="T3" fmla="*/ 7 h 7"/>
                  <a:gd name="T4" fmla="*/ 1 w 6"/>
                  <a:gd name="T5" fmla="*/ 4 h 7"/>
                  <a:gd name="T6" fmla="*/ 3 w 6"/>
                  <a:gd name="T7" fmla="*/ 2 h 7"/>
                  <a:gd name="T8" fmla="*/ 6 w 6"/>
                  <a:gd name="T9" fmla="*/ 1 h 7"/>
                  <a:gd name="T10" fmla="*/ 4 w 6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4" y="4"/>
                    </a:moveTo>
                    <a:cubicBezTo>
                      <a:pt x="3" y="4"/>
                      <a:pt x="3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9" name="Freeform 3394">
                <a:extLst>
                  <a:ext uri="{FF2B5EF4-FFF2-40B4-BE49-F238E27FC236}">
                    <a16:creationId xmlns:a16="http://schemas.microsoft.com/office/drawing/2014/main" id="{185C69E0-93B4-D743-B1C9-90C45FD9D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21"/>
                <a:ext cx="2" cy="2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3 w 4"/>
                  <a:gd name="T5" fmla="*/ 1 h 5"/>
                  <a:gd name="T6" fmla="*/ 4 w 4"/>
                  <a:gd name="T7" fmla="*/ 4 h 5"/>
                  <a:gd name="T8" fmla="*/ 1 w 4"/>
                  <a:gd name="T9" fmla="*/ 4 h 5"/>
                  <a:gd name="T10" fmla="*/ 0 w 4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2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0" name="Freeform 3395">
                <a:extLst>
                  <a:ext uri="{FF2B5EF4-FFF2-40B4-BE49-F238E27FC236}">
                    <a16:creationId xmlns:a16="http://schemas.microsoft.com/office/drawing/2014/main" id="{CAE191B5-34D0-4E4A-866B-B6AFA1BA6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18"/>
                <a:ext cx="1" cy="3"/>
              </a:xfrm>
              <a:custGeom>
                <a:avLst/>
                <a:gdLst>
                  <a:gd name="T0" fmla="*/ 2 w 4"/>
                  <a:gd name="T1" fmla="*/ 2 h 6"/>
                  <a:gd name="T2" fmla="*/ 2 w 4"/>
                  <a:gd name="T3" fmla="*/ 2 h 6"/>
                  <a:gd name="T4" fmla="*/ 3 w 4"/>
                  <a:gd name="T5" fmla="*/ 1 h 6"/>
                  <a:gd name="T6" fmla="*/ 4 w 4"/>
                  <a:gd name="T7" fmla="*/ 2 h 6"/>
                  <a:gd name="T8" fmla="*/ 2 w 4"/>
                  <a:gd name="T9" fmla="*/ 6 h 6"/>
                  <a:gd name="T10" fmla="*/ 2 w 4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6"/>
                      <a:pt x="2" y="6"/>
                    </a:cubicBezTo>
                    <a:cubicBezTo>
                      <a:pt x="0" y="6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1" name="Freeform 3396">
                <a:extLst>
                  <a:ext uri="{FF2B5EF4-FFF2-40B4-BE49-F238E27FC236}">
                    <a16:creationId xmlns:a16="http://schemas.microsoft.com/office/drawing/2014/main" id="{696D89A2-60A2-DA4D-94BC-50DAC6EA6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96"/>
                <a:ext cx="5" cy="4"/>
              </a:xfrm>
              <a:custGeom>
                <a:avLst/>
                <a:gdLst>
                  <a:gd name="T0" fmla="*/ 7 w 11"/>
                  <a:gd name="T1" fmla="*/ 6 h 10"/>
                  <a:gd name="T2" fmla="*/ 7 w 11"/>
                  <a:gd name="T3" fmla="*/ 6 h 10"/>
                  <a:gd name="T4" fmla="*/ 7 w 11"/>
                  <a:gd name="T5" fmla="*/ 7 h 10"/>
                  <a:gd name="T6" fmla="*/ 6 w 11"/>
                  <a:gd name="T7" fmla="*/ 9 h 10"/>
                  <a:gd name="T8" fmla="*/ 2 w 11"/>
                  <a:gd name="T9" fmla="*/ 8 h 10"/>
                  <a:gd name="T10" fmla="*/ 4 w 11"/>
                  <a:gd name="T11" fmla="*/ 5 h 10"/>
                  <a:gd name="T12" fmla="*/ 5 w 11"/>
                  <a:gd name="T13" fmla="*/ 2 h 10"/>
                  <a:gd name="T14" fmla="*/ 7 w 11"/>
                  <a:gd name="T15" fmla="*/ 1 h 10"/>
                  <a:gd name="T16" fmla="*/ 9 w 11"/>
                  <a:gd name="T17" fmla="*/ 0 h 10"/>
                  <a:gd name="T18" fmla="*/ 10 w 11"/>
                  <a:gd name="T19" fmla="*/ 5 h 10"/>
                  <a:gd name="T20" fmla="*/ 7 w 11"/>
                  <a:gd name="T2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0"/>
                      <a:pt x="3" y="9"/>
                      <a:pt x="2" y="8"/>
                    </a:cubicBezTo>
                    <a:cubicBezTo>
                      <a:pt x="0" y="7"/>
                      <a:pt x="4" y="6"/>
                      <a:pt x="4" y="5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1"/>
                      <a:pt x="11" y="3"/>
                      <a:pt x="10" y="5"/>
                    </a:cubicBezTo>
                    <a:cubicBezTo>
                      <a:pt x="10" y="5"/>
                      <a:pt x="8" y="5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2" name="Freeform 3398">
                <a:extLst>
                  <a:ext uri="{FF2B5EF4-FFF2-40B4-BE49-F238E27FC236}">
                    <a16:creationId xmlns:a16="http://schemas.microsoft.com/office/drawing/2014/main" id="{56400D62-C9D9-5349-8CF1-D4028F0C3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783"/>
                <a:ext cx="9" cy="5"/>
              </a:xfrm>
              <a:custGeom>
                <a:avLst/>
                <a:gdLst>
                  <a:gd name="T0" fmla="*/ 3 w 21"/>
                  <a:gd name="T1" fmla="*/ 5 h 14"/>
                  <a:gd name="T2" fmla="*/ 1 w 21"/>
                  <a:gd name="T3" fmla="*/ 2 h 14"/>
                  <a:gd name="T4" fmla="*/ 0 w 21"/>
                  <a:gd name="T5" fmla="*/ 0 h 14"/>
                  <a:gd name="T6" fmla="*/ 2 w 21"/>
                  <a:gd name="T7" fmla="*/ 0 h 14"/>
                  <a:gd name="T8" fmla="*/ 5 w 21"/>
                  <a:gd name="T9" fmla="*/ 2 h 14"/>
                  <a:gd name="T10" fmla="*/ 8 w 21"/>
                  <a:gd name="T11" fmla="*/ 3 h 14"/>
                  <a:gd name="T12" fmla="*/ 12 w 21"/>
                  <a:gd name="T13" fmla="*/ 4 h 14"/>
                  <a:gd name="T14" fmla="*/ 16 w 21"/>
                  <a:gd name="T15" fmla="*/ 5 h 14"/>
                  <a:gd name="T16" fmla="*/ 19 w 21"/>
                  <a:gd name="T17" fmla="*/ 8 h 14"/>
                  <a:gd name="T18" fmla="*/ 21 w 21"/>
                  <a:gd name="T19" fmla="*/ 12 h 14"/>
                  <a:gd name="T20" fmla="*/ 18 w 21"/>
                  <a:gd name="T21" fmla="*/ 13 h 14"/>
                  <a:gd name="T22" fmla="*/ 15 w 21"/>
                  <a:gd name="T23" fmla="*/ 13 h 14"/>
                  <a:gd name="T24" fmla="*/ 13 w 21"/>
                  <a:gd name="T25" fmla="*/ 12 h 14"/>
                  <a:gd name="T26" fmla="*/ 10 w 21"/>
                  <a:gd name="T27" fmla="*/ 10 h 14"/>
                  <a:gd name="T28" fmla="*/ 9 w 21"/>
                  <a:gd name="T29" fmla="*/ 8 h 14"/>
                  <a:gd name="T30" fmla="*/ 6 w 21"/>
                  <a:gd name="T31" fmla="*/ 7 h 14"/>
                  <a:gd name="T32" fmla="*/ 3 w 21"/>
                  <a:gd name="T3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4">
                    <a:moveTo>
                      <a:pt x="3" y="5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9" y="3"/>
                      <a:pt x="11" y="3"/>
                      <a:pt x="12" y="4"/>
                    </a:cubicBezTo>
                    <a:cubicBezTo>
                      <a:pt x="14" y="4"/>
                      <a:pt x="15" y="4"/>
                      <a:pt x="16" y="5"/>
                    </a:cubicBezTo>
                    <a:cubicBezTo>
                      <a:pt x="17" y="6"/>
                      <a:pt x="18" y="7"/>
                      <a:pt x="19" y="8"/>
                    </a:cubicBezTo>
                    <a:cubicBezTo>
                      <a:pt x="20" y="8"/>
                      <a:pt x="21" y="10"/>
                      <a:pt x="21" y="12"/>
                    </a:cubicBezTo>
                    <a:cubicBezTo>
                      <a:pt x="21" y="14"/>
                      <a:pt x="19" y="13"/>
                      <a:pt x="18" y="13"/>
                    </a:cubicBezTo>
                    <a:cubicBezTo>
                      <a:pt x="17" y="13"/>
                      <a:pt x="16" y="13"/>
                      <a:pt x="15" y="13"/>
                    </a:cubicBezTo>
                    <a:cubicBezTo>
                      <a:pt x="14" y="13"/>
                      <a:pt x="13" y="13"/>
                      <a:pt x="13" y="12"/>
                    </a:cubicBezTo>
                    <a:cubicBezTo>
                      <a:pt x="12" y="12"/>
                      <a:pt x="11" y="11"/>
                      <a:pt x="10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8"/>
                      <a:pt x="7" y="8"/>
                      <a:pt x="6" y="7"/>
                    </a:cubicBezTo>
                    <a:cubicBezTo>
                      <a:pt x="5" y="7"/>
                      <a:pt x="4" y="6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3" name="Freeform 3399">
                <a:extLst>
                  <a:ext uri="{FF2B5EF4-FFF2-40B4-BE49-F238E27FC236}">
                    <a16:creationId xmlns:a16="http://schemas.microsoft.com/office/drawing/2014/main" id="{A25ECA14-CD6C-AD4C-BB3E-06510DE4A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67"/>
                <a:ext cx="4" cy="4"/>
              </a:xfrm>
              <a:custGeom>
                <a:avLst/>
                <a:gdLst>
                  <a:gd name="T0" fmla="*/ 2 w 10"/>
                  <a:gd name="T1" fmla="*/ 3 h 9"/>
                  <a:gd name="T2" fmla="*/ 3 w 10"/>
                  <a:gd name="T3" fmla="*/ 2 h 9"/>
                  <a:gd name="T4" fmla="*/ 6 w 10"/>
                  <a:gd name="T5" fmla="*/ 0 h 9"/>
                  <a:gd name="T6" fmla="*/ 8 w 10"/>
                  <a:gd name="T7" fmla="*/ 1 h 9"/>
                  <a:gd name="T8" fmla="*/ 10 w 10"/>
                  <a:gd name="T9" fmla="*/ 3 h 9"/>
                  <a:gd name="T10" fmla="*/ 10 w 10"/>
                  <a:gd name="T11" fmla="*/ 6 h 9"/>
                  <a:gd name="T12" fmla="*/ 5 w 10"/>
                  <a:gd name="T13" fmla="*/ 9 h 9"/>
                  <a:gd name="T14" fmla="*/ 1 w 10"/>
                  <a:gd name="T15" fmla="*/ 6 h 9"/>
                  <a:gd name="T16" fmla="*/ 2 w 10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2" y="3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9" y="7"/>
                      <a:pt x="8" y="9"/>
                      <a:pt x="5" y="9"/>
                    </a:cubicBezTo>
                    <a:cubicBezTo>
                      <a:pt x="4" y="9"/>
                      <a:pt x="1" y="8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4" name="Freeform 3400">
                <a:extLst>
                  <a:ext uri="{FF2B5EF4-FFF2-40B4-BE49-F238E27FC236}">
                    <a16:creationId xmlns:a16="http://schemas.microsoft.com/office/drawing/2014/main" id="{EC8DF0CA-DD51-6D4B-9D71-4672C7B8E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757"/>
                <a:ext cx="19" cy="10"/>
              </a:xfrm>
              <a:custGeom>
                <a:avLst/>
                <a:gdLst>
                  <a:gd name="T0" fmla="*/ 3 w 48"/>
                  <a:gd name="T1" fmla="*/ 19 h 24"/>
                  <a:gd name="T2" fmla="*/ 9 w 48"/>
                  <a:gd name="T3" fmla="*/ 19 h 24"/>
                  <a:gd name="T4" fmla="*/ 13 w 48"/>
                  <a:gd name="T5" fmla="*/ 18 h 24"/>
                  <a:gd name="T6" fmla="*/ 15 w 48"/>
                  <a:gd name="T7" fmla="*/ 15 h 24"/>
                  <a:gd name="T8" fmla="*/ 19 w 48"/>
                  <a:gd name="T9" fmla="*/ 13 h 24"/>
                  <a:gd name="T10" fmla="*/ 21 w 48"/>
                  <a:gd name="T11" fmla="*/ 10 h 24"/>
                  <a:gd name="T12" fmla="*/ 24 w 48"/>
                  <a:gd name="T13" fmla="*/ 9 h 24"/>
                  <a:gd name="T14" fmla="*/ 26 w 48"/>
                  <a:gd name="T15" fmla="*/ 9 h 24"/>
                  <a:gd name="T16" fmla="*/ 33 w 48"/>
                  <a:gd name="T17" fmla="*/ 9 h 24"/>
                  <a:gd name="T18" fmla="*/ 34 w 48"/>
                  <a:gd name="T19" fmla="*/ 5 h 24"/>
                  <a:gd name="T20" fmla="*/ 36 w 48"/>
                  <a:gd name="T21" fmla="*/ 5 h 24"/>
                  <a:gd name="T22" fmla="*/ 38 w 48"/>
                  <a:gd name="T23" fmla="*/ 3 h 24"/>
                  <a:gd name="T24" fmla="*/ 41 w 48"/>
                  <a:gd name="T25" fmla="*/ 1 h 24"/>
                  <a:gd name="T26" fmla="*/ 47 w 48"/>
                  <a:gd name="T27" fmla="*/ 2 h 24"/>
                  <a:gd name="T28" fmla="*/ 46 w 48"/>
                  <a:gd name="T29" fmla="*/ 9 h 24"/>
                  <a:gd name="T30" fmla="*/ 41 w 48"/>
                  <a:gd name="T31" fmla="*/ 12 h 24"/>
                  <a:gd name="T32" fmla="*/ 41 w 48"/>
                  <a:gd name="T33" fmla="*/ 15 h 24"/>
                  <a:gd name="T34" fmla="*/ 38 w 48"/>
                  <a:gd name="T35" fmla="*/ 15 h 24"/>
                  <a:gd name="T36" fmla="*/ 35 w 48"/>
                  <a:gd name="T37" fmla="*/ 19 h 24"/>
                  <a:gd name="T38" fmla="*/ 29 w 48"/>
                  <a:gd name="T39" fmla="*/ 20 h 24"/>
                  <a:gd name="T40" fmla="*/ 28 w 48"/>
                  <a:gd name="T41" fmla="*/ 23 h 24"/>
                  <a:gd name="T42" fmla="*/ 24 w 48"/>
                  <a:gd name="T43" fmla="*/ 24 h 24"/>
                  <a:gd name="T44" fmla="*/ 18 w 48"/>
                  <a:gd name="T45" fmla="*/ 24 h 24"/>
                  <a:gd name="T46" fmla="*/ 12 w 48"/>
                  <a:gd name="T47" fmla="*/ 24 h 24"/>
                  <a:gd name="T48" fmla="*/ 6 w 48"/>
                  <a:gd name="T49" fmla="*/ 23 h 24"/>
                  <a:gd name="T50" fmla="*/ 3 w 48"/>
                  <a:gd name="T51" fmla="*/ 22 h 24"/>
                  <a:gd name="T52" fmla="*/ 0 w 48"/>
                  <a:gd name="T53" fmla="*/ 21 h 24"/>
                  <a:gd name="T54" fmla="*/ 3 w 48"/>
                  <a:gd name="T55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" h="24">
                    <a:moveTo>
                      <a:pt x="3" y="19"/>
                    </a:moveTo>
                    <a:cubicBezTo>
                      <a:pt x="5" y="18"/>
                      <a:pt x="9" y="19"/>
                      <a:pt x="9" y="19"/>
                    </a:cubicBezTo>
                    <a:cubicBezTo>
                      <a:pt x="10" y="19"/>
                      <a:pt x="12" y="18"/>
                      <a:pt x="13" y="18"/>
                    </a:cubicBezTo>
                    <a:cubicBezTo>
                      <a:pt x="14" y="17"/>
                      <a:pt x="14" y="16"/>
                      <a:pt x="15" y="15"/>
                    </a:cubicBezTo>
                    <a:cubicBezTo>
                      <a:pt x="16" y="13"/>
                      <a:pt x="18" y="14"/>
                      <a:pt x="19" y="13"/>
                    </a:cubicBezTo>
                    <a:cubicBezTo>
                      <a:pt x="21" y="13"/>
                      <a:pt x="21" y="11"/>
                      <a:pt x="21" y="10"/>
                    </a:cubicBezTo>
                    <a:cubicBezTo>
                      <a:pt x="22" y="10"/>
                      <a:pt x="23" y="9"/>
                      <a:pt x="24" y="9"/>
                    </a:cubicBezTo>
                    <a:cubicBezTo>
                      <a:pt x="25" y="9"/>
                      <a:pt x="25" y="9"/>
                      <a:pt x="26" y="9"/>
                    </a:cubicBezTo>
                    <a:cubicBezTo>
                      <a:pt x="28" y="9"/>
                      <a:pt x="30" y="9"/>
                      <a:pt x="33" y="9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6" y="5"/>
                    </a:cubicBezTo>
                    <a:cubicBezTo>
                      <a:pt x="37" y="5"/>
                      <a:pt x="38" y="4"/>
                      <a:pt x="38" y="3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3" y="0"/>
                      <a:pt x="46" y="0"/>
                      <a:pt x="47" y="2"/>
                    </a:cubicBezTo>
                    <a:cubicBezTo>
                      <a:pt x="48" y="4"/>
                      <a:pt x="48" y="8"/>
                      <a:pt x="46" y="9"/>
                    </a:cubicBezTo>
                    <a:cubicBezTo>
                      <a:pt x="45" y="10"/>
                      <a:pt x="42" y="10"/>
                      <a:pt x="41" y="12"/>
                    </a:cubicBezTo>
                    <a:cubicBezTo>
                      <a:pt x="41" y="13"/>
                      <a:pt x="41" y="14"/>
                      <a:pt x="41" y="15"/>
                    </a:cubicBezTo>
                    <a:cubicBezTo>
                      <a:pt x="40" y="15"/>
                      <a:pt x="39" y="15"/>
                      <a:pt x="38" y="15"/>
                    </a:cubicBezTo>
                    <a:cubicBezTo>
                      <a:pt x="36" y="16"/>
                      <a:pt x="37" y="18"/>
                      <a:pt x="35" y="19"/>
                    </a:cubicBezTo>
                    <a:cubicBezTo>
                      <a:pt x="33" y="19"/>
                      <a:pt x="30" y="18"/>
                      <a:pt x="29" y="20"/>
                    </a:cubicBezTo>
                    <a:cubicBezTo>
                      <a:pt x="29" y="22"/>
                      <a:pt x="29" y="23"/>
                      <a:pt x="28" y="23"/>
                    </a:cubicBezTo>
                    <a:cubicBezTo>
                      <a:pt x="27" y="24"/>
                      <a:pt x="25" y="24"/>
                      <a:pt x="24" y="24"/>
                    </a:cubicBezTo>
                    <a:cubicBezTo>
                      <a:pt x="22" y="24"/>
                      <a:pt x="20" y="24"/>
                      <a:pt x="18" y="24"/>
                    </a:cubicBezTo>
                    <a:cubicBezTo>
                      <a:pt x="16" y="24"/>
                      <a:pt x="14" y="24"/>
                      <a:pt x="12" y="24"/>
                    </a:cubicBezTo>
                    <a:cubicBezTo>
                      <a:pt x="10" y="24"/>
                      <a:pt x="8" y="23"/>
                      <a:pt x="6" y="23"/>
                    </a:cubicBezTo>
                    <a:cubicBezTo>
                      <a:pt x="5" y="23"/>
                      <a:pt x="4" y="23"/>
                      <a:pt x="3" y="22"/>
                    </a:cubicBezTo>
                    <a:cubicBezTo>
                      <a:pt x="2" y="22"/>
                      <a:pt x="1" y="22"/>
                      <a:pt x="0" y="21"/>
                    </a:cubicBezTo>
                    <a:cubicBezTo>
                      <a:pt x="0" y="20"/>
                      <a:pt x="1" y="19"/>
                      <a:pt x="3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5" name="Freeform 3401">
                <a:extLst>
                  <a:ext uri="{FF2B5EF4-FFF2-40B4-BE49-F238E27FC236}">
                    <a16:creationId xmlns:a16="http://schemas.microsoft.com/office/drawing/2014/main" id="{4C7AC8CA-763D-474E-99C4-663BA7790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746"/>
                <a:ext cx="4" cy="4"/>
              </a:xfrm>
              <a:custGeom>
                <a:avLst/>
                <a:gdLst>
                  <a:gd name="T0" fmla="*/ 1 w 11"/>
                  <a:gd name="T1" fmla="*/ 4 h 11"/>
                  <a:gd name="T2" fmla="*/ 0 w 11"/>
                  <a:gd name="T3" fmla="*/ 2 h 11"/>
                  <a:gd name="T4" fmla="*/ 2 w 11"/>
                  <a:gd name="T5" fmla="*/ 1 h 11"/>
                  <a:gd name="T6" fmla="*/ 5 w 11"/>
                  <a:gd name="T7" fmla="*/ 1 h 11"/>
                  <a:gd name="T8" fmla="*/ 9 w 11"/>
                  <a:gd name="T9" fmla="*/ 0 h 11"/>
                  <a:gd name="T10" fmla="*/ 10 w 11"/>
                  <a:gd name="T11" fmla="*/ 6 h 11"/>
                  <a:gd name="T12" fmla="*/ 10 w 11"/>
                  <a:gd name="T13" fmla="*/ 9 h 11"/>
                  <a:gd name="T14" fmla="*/ 5 w 11"/>
                  <a:gd name="T15" fmla="*/ 8 h 11"/>
                  <a:gd name="T16" fmla="*/ 4 w 11"/>
                  <a:gd name="T17" fmla="*/ 6 h 11"/>
                  <a:gd name="T18" fmla="*/ 3 w 11"/>
                  <a:gd name="T19" fmla="*/ 5 h 11"/>
                  <a:gd name="T20" fmla="*/ 1 w 11"/>
                  <a:gd name="T2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1" y="1"/>
                      <a:pt x="10" y="4"/>
                      <a:pt x="10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5" y="7"/>
                      <a:pt x="5" y="6"/>
                      <a:pt x="4" y="6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6" name="Freeform 3402">
                <a:extLst>
                  <a:ext uri="{FF2B5EF4-FFF2-40B4-BE49-F238E27FC236}">
                    <a16:creationId xmlns:a16="http://schemas.microsoft.com/office/drawing/2014/main" id="{AFAAF5F6-70EB-8647-A107-A60BB0C4B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738"/>
                <a:ext cx="7" cy="8"/>
              </a:xfrm>
              <a:custGeom>
                <a:avLst/>
                <a:gdLst>
                  <a:gd name="T0" fmla="*/ 6 w 17"/>
                  <a:gd name="T1" fmla="*/ 19 h 19"/>
                  <a:gd name="T2" fmla="*/ 5 w 17"/>
                  <a:gd name="T3" fmla="*/ 18 h 19"/>
                  <a:gd name="T4" fmla="*/ 4 w 17"/>
                  <a:gd name="T5" fmla="*/ 17 h 19"/>
                  <a:gd name="T6" fmla="*/ 3 w 17"/>
                  <a:gd name="T7" fmla="*/ 15 h 19"/>
                  <a:gd name="T8" fmla="*/ 1 w 17"/>
                  <a:gd name="T9" fmla="*/ 14 h 19"/>
                  <a:gd name="T10" fmla="*/ 0 w 17"/>
                  <a:gd name="T11" fmla="*/ 12 h 19"/>
                  <a:gd name="T12" fmla="*/ 0 w 17"/>
                  <a:gd name="T13" fmla="*/ 9 h 19"/>
                  <a:gd name="T14" fmla="*/ 0 w 17"/>
                  <a:gd name="T15" fmla="*/ 7 h 19"/>
                  <a:gd name="T16" fmla="*/ 3 w 17"/>
                  <a:gd name="T17" fmla="*/ 6 h 19"/>
                  <a:gd name="T18" fmla="*/ 8 w 17"/>
                  <a:gd name="T19" fmla="*/ 5 h 19"/>
                  <a:gd name="T20" fmla="*/ 9 w 17"/>
                  <a:gd name="T21" fmla="*/ 3 h 19"/>
                  <a:gd name="T22" fmla="*/ 11 w 17"/>
                  <a:gd name="T23" fmla="*/ 1 h 19"/>
                  <a:gd name="T24" fmla="*/ 16 w 17"/>
                  <a:gd name="T25" fmla="*/ 2 h 19"/>
                  <a:gd name="T26" fmla="*/ 17 w 17"/>
                  <a:gd name="T27" fmla="*/ 8 h 19"/>
                  <a:gd name="T28" fmla="*/ 13 w 17"/>
                  <a:gd name="T29" fmla="*/ 11 h 19"/>
                  <a:gd name="T30" fmla="*/ 9 w 17"/>
                  <a:gd name="T31" fmla="*/ 18 h 19"/>
                  <a:gd name="T32" fmla="*/ 6 w 17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9">
                    <a:moveTo>
                      <a:pt x="6" y="19"/>
                    </a:moveTo>
                    <a:cubicBezTo>
                      <a:pt x="6" y="18"/>
                      <a:pt x="6" y="18"/>
                      <a:pt x="5" y="18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3" y="17"/>
                      <a:pt x="4" y="16"/>
                      <a:pt x="3" y="15"/>
                    </a:cubicBezTo>
                    <a:cubicBezTo>
                      <a:pt x="3" y="15"/>
                      <a:pt x="2" y="15"/>
                      <a:pt x="1" y="14"/>
                    </a:cubicBezTo>
                    <a:cubicBezTo>
                      <a:pt x="1" y="13"/>
                      <a:pt x="0" y="12"/>
                      <a:pt x="0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8" y="7"/>
                      <a:pt x="8" y="5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2"/>
                      <a:pt x="10" y="1"/>
                      <a:pt x="11" y="1"/>
                    </a:cubicBezTo>
                    <a:cubicBezTo>
                      <a:pt x="12" y="0"/>
                      <a:pt x="15" y="1"/>
                      <a:pt x="16" y="2"/>
                    </a:cubicBezTo>
                    <a:cubicBezTo>
                      <a:pt x="17" y="4"/>
                      <a:pt x="17" y="6"/>
                      <a:pt x="17" y="8"/>
                    </a:cubicBezTo>
                    <a:cubicBezTo>
                      <a:pt x="16" y="10"/>
                      <a:pt x="14" y="10"/>
                      <a:pt x="13" y="11"/>
                    </a:cubicBezTo>
                    <a:cubicBezTo>
                      <a:pt x="12" y="14"/>
                      <a:pt x="13" y="18"/>
                      <a:pt x="9" y="18"/>
                    </a:cubicBezTo>
                    <a:cubicBezTo>
                      <a:pt x="8" y="19"/>
                      <a:pt x="7" y="19"/>
                      <a:pt x="6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7" name="Freeform 3403">
                <a:extLst>
                  <a:ext uri="{FF2B5EF4-FFF2-40B4-BE49-F238E27FC236}">
                    <a16:creationId xmlns:a16="http://schemas.microsoft.com/office/drawing/2014/main" id="{5C72B2FE-53D7-4843-9598-009D9B860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17"/>
                <a:ext cx="9" cy="4"/>
              </a:xfrm>
              <a:custGeom>
                <a:avLst/>
                <a:gdLst>
                  <a:gd name="T0" fmla="*/ 0 w 21"/>
                  <a:gd name="T1" fmla="*/ 2 h 10"/>
                  <a:gd name="T2" fmla="*/ 5 w 21"/>
                  <a:gd name="T3" fmla="*/ 0 h 10"/>
                  <a:gd name="T4" fmla="*/ 11 w 21"/>
                  <a:gd name="T5" fmla="*/ 0 h 10"/>
                  <a:gd name="T6" fmla="*/ 13 w 21"/>
                  <a:gd name="T7" fmla="*/ 0 h 10"/>
                  <a:gd name="T8" fmla="*/ 16 w 21"/>
                  <a:gd name="T9" fmla="*/ 0 h 10"/>
                  <a:gd name="T10" fmla="*/ 20 w 21"/>
                  <a:gd name="T11" fmla="*/ 2 h 10"/>
                  <a:gd name="T12" fmla="*/ 20 w 21"/>
                  <a:gd name="T13" fmla="*/ 5 h 10"/>
                  <a:gd name="T14" fmla="*/ 20 w 21"/>
                  <a:gd name="T15" fmla="*/ 8 h 10"/>
                  <a:gd name="T16" fmla="*/ 19 w 21"/>
                  <a:gd name="T17" fmla="*/ 10 h 10"/>
                  <a:gd name="T18" fmla="*/ 15 w 21"/>
                  <a:gd name="T19" fmla="*/ 9 h 10"/>
                  <a:gd name="T20" fmla="*/ 14 w 21"/>
                  <a:gd name="T21" fmla="*/ 7 h 10"/>
                  <a:gd name="T22" fmla="*/ 10 w 21"/>
                  <a:gd name="T23" fmla="*/ 6 h 10"/>
                  <a:gd name="T24" fmla="*/ 7 w 21"/>
                  <a:gd name="T25" fmla="*/ 6 h 10"/>
                  <a:gd name="T26" fmla="*/ 4 w 21"/>
                  <a:gd name="T27" fmla="*/ 5 h 10"/>
                  <a:gd name="T28" fmla="*/ 3 w 21"/>
                  <a:gd name="T29" fmla="*/ 5 h 10"/>
                  <a:gd name="T30" fmla="*/ 1 w 21"/>
                  <a:gd name="T31" fmla="*/ 4 h 10"/>
                  <a:gd name="T32" fmla="*/ 0 w 21"/>
                  <a:gd name="T3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0">
                    <a:moveTo>
                      <a:pt x="0" y="2"/>
                    </a:moveTo>
                    <a:cubicBezTo>
                      <a:pt x="1" y="1"/>
                      <a:pt x="4" y="0"/>
                      <a:pt x="5" y="0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7" y="0"/>
                      <a:pt x="19" y="1"/>
                      <a:pt x="20" y="2"/>
                    </a:cubicBezTo>
                    <a:cubicBezTo>
                      <a:pt x="20" y="3"/>
                      <a:pt x="20" y="4"/>
                      <a:pt x="20" y="5"/>
                    </a:cubicBezTo>
                    <a:cubicBezTo>
                      <a:pt x="20" y="6"/>
                      <a:pt x="21" y="7"/>
                      <a:pt x="20" y="8"/>
                    </a:cubicBezTo>
                    <a:cubicBezTo>
                      <a:pt x="20" y="9"/>
                      <a:pt x="20" y="10"/>
                      <a:pt x="19" y="10"/>
                    </a:cubicBezTo>
                    <a:cubicBezTo>
                      <a:pt x="17" y="10"/>
                      <a:pt x="16" y="10"/>
                      <a:pt x="15" y="9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3" y="6"/>
                      <a:pt x="11" y="6"/>
                      <a:pt x="10" y="6"/>
                    </a:cubicBezTo>
                    <a:cubicBezTo>
                      <a:pt x="9" y="6"/>
                      <a:pt x="8" y="6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8" name="Freeform 3404">
                <a:extLst>
                  <a:ext uri="{FF2B5EF4-FFF2-40B4-BE49-F238E27FC236}">
                    <a16:creationId xmlns:a16="http://schemas.microsoft.com/office/drawing/2014/main" id="{9A629B7F-F0B8-F946-86BB-D5C860533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22"/>
                <a:ext cx="12" cy="14"/>
              </a:xfrm>
              <a:custGeom>
                <a:avLst/>
                <a:gdLst>
                  <a:gd name="T0" fmla="*/ 5 w 31"/>
                  <a:gd name="T1" fmla="*/ 18 h 34"/>
                  <a:gd name="T2" fmla="*/ 1 w 31"/>
                  <a:gd name="T3" fmla="*/ 15 h 34"/>
                  <a:gd name="T4" fmla="*/ 0 w 31"/>
                  <a:gd name="T5" fmla="*/ 8 h 34"/>
                  <a:gd name="T6" fmla="*/ 0 w 31"/>
                  <a:gd name="T7" fmla="*/ 8 h 34"/>
                  <a:gd name="T8" fmla="*/ 1 w 31"/>
                  <a:gd name="T9" fmla="*/ 8 h 34"/>
                  <a:gd name="T10" fmla="*/ 1 w 31"/>
                  <a:gd name="T11" fmla="*/ 7 h 34"/>
                  <a:gd name="T12" fmla="*/ 2 w 31"/>
                  <a:gd name="T13" fmla="*/ 6 h 34"/>
                  <a:gd name="T14" fmla="*/ 6 w 31"/>
                  <a:gd name="T15" fmla="*/ 6 h 34"/>
                  <a:gd name="T16" fmla="*/ 8 w 31"/>
                  <a:gd name="T17" fmla="*/ 6 h 34"/>
                  <a:gd name="T18" fmla="*/ 9 w 31"/>
                  <a:gd name="T19" fmla="*/ 4 h 34"/>
                  <a:gd name="T20" fmla="*/ 10 w 31"/>
                  <a:gd name="T21" fmla="*/ 1 h 34"/>
                  <a:gd name="T22" fmla="*/ 16 w 31"/>
                  <a:gd name="T23" fmla="*/ 0 h 34"/>
                  <a:gd name="T24" fmla="*/ 22 w 31"/>
                  <a:gd name="T25" fmla="*/ 1 h 34"/>
                  <a:gd name="T26" fmla="*/ 24 w 31"/>
                  <a:gd name="T27" fmla="*/ 4 h 34"/>
                  <a:gd name="T28" fmla="*/ 29 w 31"/>
                  <a:gd name="T29" fmla="*/ 7 h 34"/>
                  <a:gd name="T30" fmla="*/ 30 w 31"/>
                  <a:gd name="T31" fmla="*/ 10 h 34"/>
                  <a:gd name="T32" fmla="*/ 29 w 31"/>
                  <a:gd name="T33" fmla="*/ 14 h 34"/>
                  <a:gd name="T34" fmla="*/ 29 w 31"/>
                  <a:gd name="T35" fmla="*/ 19 h 34"/>
                  <a:gd name="T36" fmla="*/ 27 w 31"/>
                  <a:gd name="T37" fmla="*/ 22 h 34"/>
                  <a:gd name="T38" fmla="*/ 25 w 31"/>
                  <a:gd name="T39" fmla="*/ 26 h 34"/>
                  <a:gd name="T40" fmla="*/ 22 w 31"/>
                  <a:gd name="T41" fmla="*/ 29 h 34"/>
                  <a:gd name="T42" fmla="*/ 19 w 31"/>
                  <a:gd name="T43" fmla="*/ 31 h 34"/>
                  <a:gd name="T44" fmla="*/ 15 w 31"/>
                  <a:gd name="T45" fmla="*/ 34 h 34"/>
                  <a:gd name="T46" fmla="*/ 11 w 31"/>
                  <a:gd name="T47" fmla="*/ 33 h 34"/>
                  <a:gd name="T48" fmla="*/ 9 w 31"/>
                  <a:gd name="T49" fmla="*/ 29 h 34"/>
                  <a:gd name="T50" fmla="*/ 9 w 31"/>
                  <a:gd name="T51" fmla="*/ 28 h 34"/>
                  <a:gd name="T52" fmla="*/ 6 w 31"/>
                  <a:gd name="T53" fmla="*/ 26 h 34"/>
                  <a:gd name="T54" fmla="*/ 5 w 31"/>
                  <a:gd name="T55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34">
                    <a:moveTo>
                      <a:pt x="5" y="18"/>
                    </a:moveTo>
                    <a:cubicBezTo>
                      <a:pt x="4" y="17"/>
                      <a:pt x="2" y="16"/>
                      <a:pt x="1" y="15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3" y="6"/>
                      <a:pt x="4" y="6"/>
                      <a:pt x="6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10" y="1"/>
                    </a:cubicBezTo>
                    <a:cubicBezTo>
                      <a:pt x="12" y="0"/>
                      <a:pt x="15" y="0"/>
                      <a:pt x="16" y="0"/>
                    </a:cubicBezTo>
                    <a:cubicBezTo>
                      <a:pt x="18" y="0"/>
                      <a:pt x="21" y="0"/>
                      <a:pt x="22" y="1"/>
                    </a:cubicBezTo>
                    <a:cubicBezTo>
                      <a:pt x="23" y="2"/>
                      <a:pt x="24" y="3"/>
                      <a:pt x="24" y="4"/>
                    </a:cubicBezTo>
                    <a:cubicBezTo>
                      <a:pt x="25" y="6"/>
                      <a:pt x="27" y="6"/>
                      <a:pt x="29" y="7"/>
                    </a:cubicBezTo>
                    <a:cubicBezTo>
                      <a:pt x="30" y="8"/>
                      <a:pt x="31" y="8"/>
                      <a:pt x="30" y="10"/>
                    </a:cubicBezTo>
                    <a:cubicBezTo>
                      <a:pt x="30" y="11"/>
                      <a:pt x="29" y="12"/>
                      <a:pt x="29" y="14"/>
                    </a:cubicBezTo>
                    <a:cubicBezTo>
                      <a:pt x="28" y="15"/>
                      <a:pt x="29" y="17"/>
                      <a:pt x="29" y="19"/>
                    </a:cubicBezTo>
                    <a:cubicBezTo>
                      <a:pt x="29" y="21"/>
                      <a:pt x="28" y="22"/>
                      <a:pt x="27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4" y="27"/>
                      <a:pt x="24" y="29"/>
                      <a:pt x="22" y="29"/>
                    </a:cubicBezTo>
                    <a:cubicBezTo>
                      <a:pt x="21" y="30"/>
                      <a:pt x="20" y="30"/>
                      <a:pt x="19" y="31"/>
                    </a:cubicBezTo>
                    <a:cubicBezTo>
                      <a:pt x="18" y="32"/>
                      <a:pt x="17" y="33"/>
                      <a:pt x="15" y="34"/>
                    </a:cubicBezTo>
                    <a:cubicBezTo>
                      <a:pt x="14" y="34"/>
                      <a:pt x="12" y="34"/>
                      <a:pt x="11" y="33"/>
                    </a:cubicBezTo>
                    <a:cubicBezTo>
                      <a:pt x="10" y="32"/>
                      <a:pt x="10" y="30"/>
                      <a:pt x="9" y="29"/>
                    </a:cubicBezTo>
                    <a:cubicBezTo>
                      <a:pt x="9" y="29"/>
                      <a:pt x="9" y="28"/>
                      <a:pt x="9" y="28"/>
                    </a:cubicBezTo>
                    <a:cubicBezTo>
                      <a:pt x="8" y="27"/>
                      <a:pt x="7" y="26"/>
                      <a:pt x="6" y="26"/>
                    </a:cubicBezTo>
                    <a:cubicBezTo>
                      <a:pt x="4" y="24"/>
                      <a:pt x="7" y="20"/>
                      <a:pt x="5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9" name="Freeform 3405">
                <a:extLst>
                  <a:ext uri="{FF2B5EF4-FFF2-40B4-BE49-F238E27FC236}">
                    <a16:creationId xmlns:a16="http://schemas.microsoft.com/office/drawing/2014/main" id="{19D4B69C-6015-7041-8107-78F33A33D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701"/>
                <a:ext cx="3" cy="2"/>
              </a:xfrm>
              <a:custGeom>
                <a:avLst/>
                <a:gdLst>
                  <a:gd name="T0" fmla="*/ 2 w 6"/>
                  <a:gd name="T1" fmla="*/ 3 h 4"/>
                  <a:gd name="T2" fmla="*/ 1 w 6"/>
                  <a:gd name="T3" fmla="*/ 0 h 4"/>
                  <a:gd name="T4" fmla="*/ 5 w 6"/>
                  <a:gd name="T5" fmla="*/ 2 h 4"/>
                  <a:gd name="T6" fmla="*/ 4 w 6"/>
                  <a:gd name="T7" fmla="*/ 4 h 4"/>
                  <a:gd name="T8" fmla="*/ 2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2" y="0"/>
                      <a:pt x="5" y="2"/>
                      <a:pt x="5" y="2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0" name="Freeform 3406">
                <a:extLst>
                  <a:ext uri="{FF2B5EF4-FFF2-40B4-BE49-F238E27FC236}">
                    <a16:creationId xmlns:a16="http://schemas.microsoft.com/office/drawing/2014/main" id="{6278CFE2-87F4-3A43-9A81-DFCF37432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675"/>
                <a:ext cx="5" cy="6"/>
              </a:xfrm>
              <a:custGeom>
                <a:avLst/>
                <a:gdLst>
                  <a:gd name="T0" fmla="*/ 8 w 11"/>
                  <a:gd name="T1" fmla="*/ 8 h 15"/>
                  <a:gd name="T2" fmla="*/ 9 w 11"/>
                  <a:gd name="T3" fmla="*/ 6 h 15"/>
                  <a:gd name="T4" fmla="*/ 11 w 11"/>
                  <a:gd name="T5" fmla="*/ 4 h 15"/>
                  <a:gd name="T6" fmla="*/ 11 w 11"/>
                  <a:gd name="T7" fmla="*/ 1 h 15"/>
                  <a:gd name="T8" fmla="*/ 9 w 11"/>
                  <a:gd name="T9" fmla="*/ 0 h 15"/>
                  <a:gd name="T10" fmla="*/ 6 w 11"/>
                  <a:gd name="T11" fmla="*/ 2 h 15"/>
                  <a:gd name="T12" fmla="*/ 4 w 11"/>
                  <a:gd name="T13" fmla="*/ 5 h 15"/>
                  <a:gd name="T14" fmla="*/ 4 w 11"/>
                  <a:gd name="T15" fmla="*/ 8 h 15"/>
                  <a:gd name="T16" fmla="*/ 1 w 11"/>
                  <a:gd name="T17" fmla="*/ 11 h 15"/>
                  <a:gd name="T18" fmla="*/ 1 w 11"/>
                  <a:gd name="T19" fmla="*/ 15 h 15"/>
                  <a:gd name="T20" fmla="*/ 3 w 11"/>
                  <a:gd name="T21" fmla="*/ 15 h 15"/>
                  <a:gd name="T22" fmla="*/ 4 w 11"/>
                  <a:gd name="T23" fmla="*/ 14 h 15"/>
                  <a:gd name="T24" fmla="*/ 5 w 11"/>
                  <a:gd name="T25" fmla="*/ 13 h 15"/>
                  <a:gd name="T26" fmla="*/ 6 w 11"/>
                  <a:gd name="T27" fmla="*/ 11 h 15"/>
                  <a:gd name="T28" fmla="*/ 8 w 11"/>
                  <a:gd name="T2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5">
                    <a:moveTo>
                      <a:pt x="8" y="8"/>
                    </a:moveTo>
                    <a:cubicBezTo>
                      <a:pt x="8" y="7"/>
                      <a:pt x="8" y="7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5" y="8"/>
                      <a:pt x="4" y="8"/>
                    </a:cubicBezTo>
                    <a:cubicBezTo>
                      <a:pt x="3" y="9"/>
                      <a:pt x="1" y="10"/>
                      <a:pt x="1" y="11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2"/>
                      <a:pt x="6" y="12"/>
                      <a:pt x="6" y="11"/>
                    </a:cubicBezTo>
                    <a:cubicBezTo>
                      <a:pt x="7" y="10"/>
                      <a:pt x="7" y="9"/>
                      <a:pt x="8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1" name="Freeform 3407">
                <a:extLst>
                  <a:ext uri="{FF2B5EF4-FFF2-40B4-BE49-F238E27FC236}">
                    <a16:creationId xmlns:a16="http://schemas.microsoft.com/office/drawing/2014/main" id="{E4805B08-E7D7-2D43-AB02-8873C7C35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686"/>
                <a:ext cx="7" cy="14"/>
              </a:xfrm>
              <a:custGeom>
                <a:avLst/>
                <a:gdLst>
                  <a:gd name="T0" fmla="*/ 15 w 17"/>
                  <a:gd name="T1" fmla="*/ 0 h 33"/>
                  <a:gd name="T2" fmla="*/ 17 w 17"/>
                  <a:gd name="T3" fmla="*/ 3 h 33"/>
                  <a:gd name="T4" fmla="*/ 16 w 17"/>
                  <a:gd name="T5" fmla="*/ 5 h 33"/>
                  <a:gd name="T6" fmla="*/ 15 w 17"/>
                  <a:gd name="T7" fmla="*/ 6 h 33"/>
                  <a:gd name="T8" fmla="*/ 13 w 17"/>
                  <a:gd name="T9" fmla="*/ 11 h 33"/>
                  <a:gd name="T10" fmla="*/ 13 w 17"/>
                  <a:gd name="T11" fmla="*/ 19 h 33"/>
                  <a:gd name="T12" fmla="*/ 13 w 17"/>
                  <a:gd name="T13" fmla="*/ 26 h 33"/>
                  <a:gd name="T14" fmla="*/ 8 w 17"/>
                  <a:gd name="T15" fmla="*/ 32 h 33"/>
                  <a:gd name="T16" fmla="*/ 1 w 17"/>
                  <a:gd name="T17" fmla="*/ 30 h 33"/>
                  <a:gd name="T18" fmla="*/ 0 w 17"/>
                  <a:gd name="T19" fmla="*/ 24 h 33"/>
                  <a:gd name="T20" fmla="*/ 1 w 17"/>
                  <a:gd name="T21" fmla="*/ 19 h 33"/>
                  <a:gd name="T22" fmla="*/ 3 w 17"/>
                  <a:gd name="T23" fmla="*/ 17 h 33"/>
                  <a:gd name="T24" fmla="*/ 4 w 17"/>
                  <a:gd name="T25" fmla="*/ 9 h 33"/>
                  <a:gd name="T26" fmla="*/ 5 w 17"/>
                  <a:gd name="T27" fmla="*/ 4 h 33"/>
                  <a:gd name="T28" fmla="*/ 7 w 17"/>
                  <a:gd name="T29" fmla="*/ 1 h 33"/>
                  <a:gd name="T30" fmla="*/ 9 w 17"/>
                  <a:gd name="T31" fmla="*/ 1 h 33"/>
                  <a:gd name="T32" fmla="*/ 12 w 17"/>
                  <a:gd name="T33" fmla="*/ 0 h 33"/>
                  <a:gd name="T34" fmla="*/ 14 w 17"/>
                  <a:gd name="T35" fmla="*/ 0 h 33"/>
                  <a:gd name="T36" fmla="*/ 15 w 17"/>
                  <a:gd name="T3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33">
                    <a:moveTo>
                      <a:pt x="15" y="0"/>
                    </a:moveTo>
                    <a:cubicBezTo>
                      <a:pt x="16" y="0"/>
                      <a:pt x="16" y="2"/>
                      <a:pt x="17" y="3"/>
                    </a:cubicBezTo>
                    <a:cubicBezTo>
                      <a:pt x="17" y="4"/>
                      <a:pt x="17" y="4"/>
                      <a:pt x="16" y="5"/>
                    </a:cubicBezTo>
                    <a:cubicBezTo>
                      <a:pt x="16" y="5"/>
                      <a:pt x="16" y="5"/>
                      <a:pt x="15" y="6"/>
                    </a:cubicBezTo>
                    <a:cubicBezTo>
                      <a:pt x="14" y="7"/>
                      <a:pt x="13" y="9"/>
                      <a:pt x="13" y="11"/>
                    </a:cubicBezTo>
                    <a:cubicBezTo>
                      <a:pt x="13" y="14"/>
                      <a:pt x="13" y="16"/>
                      <a:pt x="13" y="19"/>
                    </a:cubicBezTo>
                    <a:cubicBezTo>
                      <a:pt x="13" y="21"/>
                      <a:pt x="14" y="24"/>
                      <a:pt x="13" y="26"/>
                    </a:cubicBezTo>
                    <a:cubicBezTo>
                      <a:pt x="13" y="30"/>
                      <a:pt x="10" y="31"/>
                      <a:pt x="8" y="32"/>
                    </a:cubicBezTo>
                    <a:cubicBezTo>
                      <a:pt x="5" y="33"/>
                      <a:pt x="2" y="33"/>
                      <a:pt x="1" y="30"/>
                    </a:cubicBezTo>
                    <a:cubicBezTo>
                      <a:pt x="0" y="28"/>
                      <a:pt x="0" y="26"/>
                      <a:pt x="0" y="24"/>
                    </a:cubicBezTo>
                    <a:cubicBezTo>
                      <a:pt x="0" y="23"/>
                      <a:pt x="0" y="21"/>
                      <a:pt x="1" y="19"/>
                    </a:cubicBezTo>
                    <a:cubicBezTo>
                      <a:pt x="1" y="18"/>
                      <a:pt x="3" y="18"/>
                      <a:pt x="3" y="17"/>
                    </a:cubicBezTo>
                    <a:cubicBezTo>
                      <a:pt x="4" y="14"/>
                      <a:pt x="4" y="11"/>
                      <a:pt x="4" y="9"/>
                    </a:cubicBezTo>
                    <a:cubicBezTo>
                      <a:pt x="4" y="7"/>
                      <a:pt x="4" y="5"/>
                      <a:pt x="5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1"/>
                      <a:pt x="11" y="1"/>
                      <a:pt x="12" y="0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2" name="Freeform 3408">
                <a:extLst>
                  <a:ext uri="{FF2B5EF4-FFF2-40B4-BE49-F238E27FC236}">
                    <a16:creationId xmlns:a16="http://schemas.microsoft.com/office/drawing/2014/main" id="{0035E7CA-678F-2043-BB27-D01A25850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683"/>
                <a:ext cx="2" cy="3"/>
              </a:xfrm>
              <a:custGeom>
                <a:avLst/>
                <a:gdLst>
                  <a:gd name="T0" fmla="*/ 2 w 5"/>
                  <a:gd name="T1" fmla="*/ 8 h 8"/>
                  <a:gd name="T2" fmla="*/ 0 w 5"/>
                  <a:gd name="T3" fmla="*/ 4 h 8"/>
                  <a:gd name="T4" fmla="*/ 1 w 5"/>
                  <a:gd name="T5" fmla="*/ 2 h 8"/>
                  <a:gd name="T6" fmla="*/ 1 w 5"/>
                  <a:gd name="T7" fmla="*/ 0 h 8"/>
                  <a:gd name="T8" fmla="*/ 4 w 5"/>
                  <a:gd name="T9" fmla="*/ 0 h 8"/>
                  <a:gd name="T10" fmla="*/ 5 w 5"/>
                  <a:gd name="T11" fmla="*/ 3 h 8"/>
                  <a:gd name="T12" fmla="*/ 3 w 5"/>
                  <a:gd name="T13" fmla="*/ 8 h 8"/>
                  <a:gd name="T14" fmla="*/ 2 w 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1" y="7"/>
                      <a:pt x="0" y="5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5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3" name="Freeform 3409">
                <a:extLst>
                  <a:ext uri="{FF2B5EF4-FFF2-40B4-BE49-F238E27FC236}">
                    <a16:creationId xmlns:a16="http://schemas.microsoft.com/office/drawing/2014/main" id="{75642C43-2876-E942-90F0-CFF74938D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702"/>
                <a:ext cx="6" cy="5"/>
              </a:xfrm>
              <a:custGeom>
                <a:avLst/>
                <a:gdLst>
                  <a:gd name="T0" fmla="*/ 3 w 14"/>
                  <a:gd name="T1" fmla="*/ 7 h 12"/>
                  <a:gd name="T2" fmla="*/ 0 w 14"/>
                  <a:gd name="T3" fmla="*/ 5 h 12"/>
                  <a:gd name="T4" fmla="*/ 4 w 14"/>
                  <a:gd name="T5" fmla="*/ 0 h 12"/>
                  <a:gd name="T6" fmla="*/ 6 w 14"/>
                  <a:gd name="T7" fmla="*/ 0 h 12"/>
                  <a:gd name="T8" fmla="*/ 9 w 14"/>
                  <a:gd name="T9" fmla="*/ 0 h 12"/>
                  <a:gd name="T10" fmla="*/ 10 w 14"/>
                  <a:gd name="T11" fmla="*/ 2 h 12"/>
                  <a:gd name="T12" fmla="*/ 12 w 14"/>
                  <a:gd name="T13" fmla="*/ 4 h 12"/>
                  <a:gd name="T14" fmla="*/ 14 w 14"/>
                  <a:gd name="T15" fmla="*/ 7 h 12"/>
                  <a:gd name="T16" fmla="*/ 12 w 14"/>
                  <a:gd name="T17" fmla="*/ 11 h 12"/>
                  <a:gd name="T18" fmla="*/ 9 w 14"/>
                  <a:gd name="T19" fmla="*/ 12 h 12"/>
                  <a:gd name="T20" fmla="*/ 6 w 14"/>
                  <a:gd name="T21" fmla="*/ 11 h 12"/>
                  <a:gd name="T22" fmla="*/ 5 w 14"/>
                  <a:gd name="T23" fmla="*/ 10 h 12"/>
                  <a:gd name="T24" fmla="*/ 5 w 14"/>
                  <a:gd name="T25" fmla="*/ 8 h 12"/>
                  <a:gd name="T26" fmla="*/ 3 w 14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3" y="7"/>
                    </a:moveTo>
                    <a:cubicBezTo>
                      <a:pt x="1" y="7"/>
                      <a:pt x="0" y="6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0" y="1"/>
                      <a:pt x="10" y="2"/>
                    </a:cubicBezTo>
                    <a:cubicBezTo>
                      <a:pt x="10" y="4"/>
                      <a:pt x="11" y="4"/>
                      <a:pt x="12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2" y="11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6" y="11"/>
                      <a:pt x="5" y="11"/>
                      <a:pt x="5" y="10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4" y="7"/>
                      <a:pt x="3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" name="Freeform 3411">
                <a:extLst>
                  <a:ext uri="{FF2B5EF4-FFF2-40B4-BE49-F238E27FC236}">
                    <a16:creationId xmlns:a16="http://schemas.microsoft.com/office/drawing/2014/main" id="{1D6B5135-D06C-E847-A138-C98D12F98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653"/>
                <a:ext cx="1" cy="2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4 h 5"/>
                  <a:gd name="T4" fmla="*/ 1 w 3"/>
                  <a:gd name="T5" fmla="*/ 1 h 5"/>
                  <a:gd name="T6" fmla="*/ 3 w 3"/>
                  <a:gd name="T7" fmla="*/ 4 h 5"/>
                  <a:gd name="T8" fmla="*/ 1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3"/>
                      <a:pt x="3" y="4"/>
                    </a:cubicBezTo>
                    <a:cubicBezTo>
                      <a:pt x="3" y="4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" name="Freeform 3412">
                <a:extLst>
                  <a:ext uri="{FF2B5EF4-FFF2-40B4-BE49-F238E27FC236}">
                    <a16:creationId xmlns:a16="http://schemas.microsoft.com/office/drawing/2014/main" id="{7B62B566-5CE4-6247-964D-7522C8ECB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48"/>
                <a:ext cx="4" cy="3"/>
              </a:xfrm>
              <a:custGeom>
                <a:avLst/>
                <a:gdLst>
                  <a:gd name="T0" fmla="*/ 1 w 10"/>
                  <a:gd name="T1" fmla="*/ 3 h 8"/>
                  <a:gd name="T2" fmla="*/ 1 w 10"/>
                  <a:gd name="T3" fmla="*/ 0 h 8"/>
                  <a:gd name="T4" fmla="*/ 5 w 10"/>
                  <a:gd name="T5" fmla="*/ 0 h 8"/>
                  <a:gd name="T6" fmla="*/ 7 w 10"/>
                  <a:gd name="T7" fmla="*/ 2 h 8"/>
                  <a:gd name="T8" fmla="*/ 9 w 10"/>
                  <a:gd name="T9" fmla="*/ 4 h 8"/>
                  <a:gd name="T10" fmla="*/ 10 w 10"/>
                  <a:gd name="T11" fmla="*/ 6 h 8"/>
                  <a:gd name="T12" fmla="*/ 6 w 10"/>
                  <a:gd name="T13" fmla="*/ 7 h 8"/>
                  <a:gd name="T14" fmla="*/ 4 w 10"/>
                  <a:gd name="T15" fmla="*/ 5 h 8"/>
                  <a:gd name="T16" fmla="*/ 1 w 10"/>
                  <a:gd name="T1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8" y="2"/>
                      <a:pt x="8" y="3"/>
                      <a:pt x="9" y="4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8"/>
                      <a:pt x="7" y="8"/>
                      <a:pt x="6" y="7"/>
                    </a:cubicBezTo>
                    <a:cubicBezTo>
                      <a:pt x="5" y="7"/>
                      <a:pt x="5" y="6"/>
                      <a:pt x="4" y="5"/>
                    </a:cubicBezTo>
                    <a:cubicBezTo>
                      <a:pt x="2" y="5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" name="Freeform 3413">
                <a:extLst>
                  <a:ext uri="{FF2B5EF4-FFF2-40B4-BE49-F238E27FC236}">
                    <a16:creationId xmlns:a16="http://schemas.microsoft.com/office/drawing/2014/main" id="{B4C2DCEE-2456-DB44-8500-BAC7A019E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42"/>
                <a:ext cx="3" cy="2"/>
              </a:xfrm>
              <a:custGeom>
                <a:avLst/>
                <a:gdLst>
                  <a:gd name="T0" fmla="*/ 3 w 6"/>
                  <a:gd name="T1" fmla="*/ 1 h 6"/>
                  <a:gd name="T2" fmla="*/ 6 w 6"/>
                  <a:gd name="T3" fmla="*/ 4 h 6"/>
                  <a:gd name="T4" fmla="*/ 2 w 6"/>
                  <a:gd name="T5" fmla="*/ 6 h 6"/>
                  <a:gd name="T6" fmla="*/ 0 w 6"/>
                  <a:gd name="T7" fmla="*/ 2 h 6"/>
                  <a:gd name="T8" fmla="*/ 3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2"/>
                      <a:pt x="6" y="3"/>
                      <a:pt x="6" y="4"/>
                    </a:cubicBezTo>
                    <a:cubicBezTo>
                      <a:pt x="6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" name="Freeform 3414">
                <a:extLst>
                  <a:ext uri="{FF2B5EF4-FFF2-40B4-BE49-F238E27FC236}">
                    <a16:creationId xmlns:a16="http://schemas.microsoft.com/office/drawing/2014/main" id="{1C106E28-0792-5C4C-BAC3-B00B4936A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50"/>
                <a:ext cx="1" cy="2"/>
              </a:xfrm>
              <a:custGeom>
                <a:avLst/>
                <a:gdLst>
                  <a:gd name="T0" fmla="*/ 2 w 2"/>
                  <a:gd name="T1" fmla="*/ 2 h 5"/>
                  <a:gd name="T2" fmla="*/ 0 w 2"/>
                  <a:gd name="T3" fmla="*/ 5 h 5"/>
                  <a:gd name="T4" fmla="*/ 0 w 2"/>
                  <a:gd name="T5" fmla="*/ 3 h 5"/>
                  <a:gd name="T6" fmla="*/ 0 w 2"/>
                  <a:gd name="T7" fmla="*/ 2 h 5"/>
                  <a:gd name="T8" fmla="*/ 2 w 2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2"/>
                    </a:moveTo>
                    <a:cubicBezTo>
                      <a:pt x="2" y="3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" name="Freeform 3415">
                <a:extLst>
                  <a:ext uri="{FF2B5EF4-FFF2-40B4-BE49-F238E27FC236}">
                    <a16:creationId xmlns:a16="http://schemas.microsoft.com/office/drawing/2014/main" id="{1774B5EC-EFA3-3E46-A8AA-505B45EC4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38"/>
                <a:ext cx="4" cy="3"/>
              </a:xfrm>
              <a:custGeom>
                <a:avLst/>
                <a:gdLst>
                  <a:gd name="T0" fmla="*/ 0 w 10"/>
                  <a:gd name="T1" fmla="*/ 2 h 6"/>
                  <a:gd name="T2" fmla="*/ 0 w 10"/>
                  <a:gd name="T3" fmla="*/ 1 h 6"/>
                  <a:gd name="T4" fmla="*/ 0 w 10"/>
                  <a:gd name="T5" fmla="*/ 0 h 6"/>
                  <a:gd name="T6" fmla="*/ 1 w 10"/>
                  <a:gd name="T7" fmla="*/ 0 h 6"/>
                  <a:gd name="T8" fmla="*/ 5 w 10"/>
                  <a:gd name="T9" fmla="*/ 0 h 6"/>
                  <a:gd name="T10" fmla="*/ 8 w 10"/>
                  <a:gd name="T11" fmla="*/ 0 h 6"/>
                  <a:gd name="T12" fmla="*/ 9 w 10"/>
                  <a:gd name="T13" fmla="*/ 3 h 6"/>
                  <a:gd name="T14" fmla="*/ 6 w 10"/>
                  <a:gd name="T15" fmla="*/ 6 h 6"/>
                  <a:gd name="T16" fmla="*/ 5 w 10"/>
                  <a:gd name="T17" fmla="*/ 6 h 6"/>
                  <a:gd name="T18" fmla="*/ 5 w 10"/>
                  <a:gd name="T19" fmla="*/ 5 h 6"/>
                  <a:gd name="T20" fmla="*/ 3 w 10"/>
                  <a:gd name="T21" fmla="*/ 4 h 6"/>
                  <a:gd name="T22" fmla="*/ 2 w 10"/>
                  <a:gd name="T23" fmla="*/ 4 h 6"/>
                  <a:gd name="T24" fmla="*/ 0 w 10"/>
                  <a:gd name="T2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1"/>
                      <a:pt x="10" y="2"/>
                      <a:pt x="9" y="3"/>
                    </a:cubicBezTo>
                    <a:cubicBezTo>
                      <a:pt x="9" y="5"/>
                      <a:pt x="7" y="5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" name="Freeform 3416">
                <a:extLst>
                  <a:ext uri="{FF2B5EF4-FFF2-40B4-BE49-F238E27FC236}">
                    <a16:creationId xmlns:a16="http://schemas.microsoft.com/office/drawing/2014/main" id="{868C011E-636A-0149-A1DB-DA89E2C41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603"/>
                <a:ext cx="3" cy="2"/>
              </a:xfrm>
              <a:custGeom>
                <a:avLst/>
                <a:gdLst>
                  <a:gd name="T0" fmla="*/ 3 w 8"/>
                  <a:gd name="T1" fmla="*/ 5 h 5"/>
                  <a:gd name="T2" fmla="*/ 1 w 8"/>
                  <a:gd name="T3" fmla="*/ 5 h 5"/>
                  <a:gd name="T4" fmla="*/ 1 w 8"/>
                  <a:gd name="T5" fmla="*/ 1 h 5"/>
                  <a:gd name="T6" fmla="*/ 4 w 8"/>
                  <a:gd name="T7" fmla="*/ 0 h 5"/>
                  <a:gd name="T8" fmla="*/ 8 w 8"/>
                  <a:gd name="T9" fmla="*/ 1 h 5"/>
                  <a:gd name="T10" fmla="*/ 5 w 8"/>
                  <a:gd name="T11" fmla="*/ 3 h 5"/>
                  <a:gd name="T12" fmla="*/ 3 w 8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2" y="5"/>
                      <a:pt x="2" y="5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8" y="0"/>
                      <a:pt x="8" y="1"/>
                    </a:cubicBezTo>
                    <a:cubicBezTo>
                      <a:pt x="7" y="2"/>
                      <a:pt x="6" y="3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" name="Freeform 3417">
                <a:extLst>
                  <a:ext uri="{FF2B5EF4-FFF2-40B4-BE49-F238E27FC236}">
                    <a16:creationId xmlns:a16="http://schemas.microsoft.com/office/drawing/2014/main" id="{56A414C8-0B2A-7646-9F21-7B61864FE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99"/>
                <a:ext cx="2" cy="1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4 w 4"/>
                  <a:gd name="T7" fmla="*/ 3 h 4"/>
                  <a:gd name="T8" fmla="*/ 2 w 4"/>
                  <a:gd name="T9" fmla="*/ 4 h 4"/>
                  <a:gd name="T10" fmla="*/ 1 w 4"/>
                  <a:gd name="T11" fmla="*/ 3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" name="Freeform 3418">
                <a:extLst>
                  <a:ext uri="{FF2B5EF4-FFF2-40B4-BE49-F238E27FC236}">
                    <a16:creationId xmlns:a16="http://schemas.microsoft.com/office/drawing/2014/main" id="{4AB0FF3C-CF33-914F-B879-C1AC11A08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604"/>
                <a:ext cx="3" cy="3"/>
              </a:xfrm>
              <a:custGeom>
                <a:avLst/>
                <a:gdLst>
                  <a:gd name="T0" fmla="*/ 4 w 7"/>
                  <a:gd name="T1" fmla="*/ 7 h 7"/>
                  <a:gd name="T2" fmla="*/ 1 w 7"/>
                  <a:gd name="T3" fmla="*/ 6 h 7"/>
                  <a:gd name="T4" fmla="*/ 0 w 7"/>
                  <a:gd name="T5" fmla="*/ 4 h 7"/>
                  <a:gd name="T6" fmla="*/ 2 w 7"/>
                  <a:gd name="T7" fmla="*/ 2 h 7"/>
                  <a:gd name="T8" fmla="*/ 4 w 7"/>
                  <a:gd name="T9" fmla="*/ 0 h 7"/>
                  <a:gd name="T10" fmla="*/ 4 w 7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2" y="3"/>
                      <a:pt x="2" y="2"/>
                    </a:cubicBezTo>
                    <a:cubicBezTo>
                      <a:pt x="3" y="1"/>
                      <a:pt x="2" y="0"/>
                      <a:pt x="4" y="0"/>
                    </a:cubicBezTo>
                    <a:cubicBezTo>
                      <a:pt x="7" y="0"/>
                      <a:pt x="7" y="6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" name="Freeform 3419">
                <a:extLst>
                  <a:ext uri="{FF2B5EF4-FFF2-40B4-BE49-F238E27FC236}">
                    <a16:creationId xmlns:a16="http://schemas.microsoft.com/office/drawing/2014/main" id="{A8429996-27DC-C84F-8399-FD5642752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21"/>
                <a:ext cx="4" cy="5"/>
              </a:xfrm>
              <a:custGeom>
                <a:avLst/>
                <a:gdLst>
                  <a:gd name="T0" fmla="*/ 1 w 8"/>
                  <a:gd name="T1" fmla="*/ 9 h 14"/>
                  <a:gd name="T2" fmla="*/ 2 w 8"/>
                  <a:gd name="T3" fmla="*/ 4 h 14"/>
                  <a:gd name="T4" fmla="*/ 7 w 8"/>
                  <a:gd name="T5" fmla="*/ 2 h 14"/>
                  <a:gd name="T6" fmla="*/ 8 w 8"/>
                  <a:gd name="T7" fmla="*/ 6 h 14"/>
                  <a:gd name="T8" fmla="*/ 5 w 8"/>
                  <a:gd name="T9" fmla="*/ 9 h 14"/>
                  <a:gd name="T10" fmla="*/ 3 w 8"/>
                  <a:gd name="T11" fmla="*/ 13 h 14"/>
                  <a:gd name="T12" fmla="*/ 1 w 8"/>
                  <a:gd name="T13" fmla="*/ 12 h 14"/>
                  <a:gd name="T14" fmla="*/ 1 w 8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4">
                    <a:moveTo>
                      <a:pt x="1" y="9"/>
                    </a:moveTo>
                    <a:cubicBezTo>
                      <a:pt x="1" y="7"/>
                      <a:pt x="1" y="5"/>
                      <a:pt x="2" y="4"/>
                    </a:cubicBezTo>
                    <a:cubicBezTo>
                      <a:pt x="3" y="2"/>
                      <a:pt x="6" y="0"/>
                      <a:pt x="7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8"/>
                      <a:pt x="6" y="8"/>
                      <a:pt x="5" y="9"/>
                    </a:cubicBezTo>
                    <a:cubicBezTo>
                      <a:pt x="4" y="10"/>
                      <a:pt x="4" y="12"/>
                      <a:pt x="3" y="13"/>
                    </a:cubicBezTo>
                    <a:cubicBezTo>
                      <a:pt x="2" y="14"/>
                      <a:pt x="1" y="13"/>
                      <a:pt x="1" y="12"/>
                    </a:cubicBezTo>
                    <a:cubicBezTo>
                      <a:pt x="0" y="11"/>
                      <a:pt x="1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" name="Freeform 3420">
                <a:extLst>
                  <a:ext uri="{FF2B5EF4-FFF2-40B4-BE49-F238E27FC236}">
                    <a16:creationId xmlns:a16="http://schemas.microsoft.com/office/drawing/2014/main" id="{61F260E5-3C39-E047-AE4C-CAD8F69EB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19"/>
                <a:ext cx="4" cy="2"/>
              </a:xfrm>
              <a:custGeom>
                <a:avLst/>
                <a:gdLst>
                  <a:gd name="T0" fmla="*/ 2 w 11"/>
                  <a:gd name="T1" fmla="*/ 5 h 5"/>
                  <a:gd name="T2" fmla="*/ 2 w 11"/>
                  <a:gd name="T3" fmla="*/ 5 h 5"/>
                  <a:gd name="T4" fmla="*/ 0 w 11"/>
                  <a:gd name="T5" fmla="*/ 2 h 5"/>
                  <a:gd name="T6" fmla="*/ 4 w 11"/>
                  <a:gd name="T7" fmla="*/ 0 h 5"/>
                  <a:gd name="T8" fmla="*/ 8 w 11"/>
                  <a:gd name="T9" fmla="*/ 1 h 5"/>
                  <a:gd name="T10" fmla="*/ 10 w 11"/>
                  <a:gd name="T11" fmla="*/ 4 h 5"/>
                  <a:gd name="T12" fmla="*/ 7 w 11"/>
                  <a:gd name="T13" fmla="*/ 5 h 5"/>
                  <a:gd name="T14" fmla="*/ 2 w 11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3" y="0"/>
                      <a:pt x="4" y="0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1"/>
                      <a:pt x="11" y="2"/>
                      <a:pt x="10" y="4"/>
                    </a:cubicBezTo>
                    <a:cubicBezTo>
                      <a:pt x="10" y="5"/>
                      <a:pt x="8" y="5"/>
                      <a:pt x="7" y="5"/>
                    </a:cubicBezTo>
                    <a:cubicBezTo>
                      <a:pt x="6" y="5"/>
                      <a:pt x="3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" name="Freeform 3421">
                <a:extLst>
                  <a:ext uri="{FF2B5EF4-FFF2-40B4-BE49-F238E27FC236}">
                    <a16:creationId xmlns:a16="http://schemas.microsoft.com/office/drawing/2014/main" id="{16A00F54-A6F0-8C40-AE98-A602ACF35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716"/>
                <a:ext cx="2" cy="4"/>
              </a:xfrm>
              <a:custGeom>
                <a:avLst/>
                <a:gdLst>
                  <a:gd name="T0" fmla="*/ 0 w 6"/>
                  <a:gd name="T1" fmla="*/ 5 h 9"/>
                  <a:gd name="T2" fmla="*/ 1 w 6"/>
                  <a:gd name="T3" fmla="*/ 2 h 9"/>
                  <a:gd name="T4" fmla="*/ 3 w 6"/>
                  <a:gd name="T5" fmla="*/ 1 h 9"/>
                  <a:gd name="T6" fmla="*/ 4 w 6"/>
                  <a:gd name="T7" fmla="*/ 3 h 9"/>
                  <a:gd name="T8" fmla="*/ 4 w 6"/>
                  <a:gd name="T9" fmla="*/ 8 h 9"/>
                  <a:gd name="T10" fmla="*/ 0 w 6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5" y="4"/>
                      <a:pt x="6" y="7"/>
                      <a:pt x="4" y="8"/>
                    </a:cubicBezTo>
                    <a:cubicBezTo>
                      <a:pt x="1" y="9"/>
                      <a:pt x="1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" name="Freeform 3422">
                <a:extLst>
                  <a:ext uri="{FF2B5EF4-FFF2-40B4-BE49-F238E27FC236}">
                    <a16:creationId xmlns:a16="http://schemas.microsoft.com/office/drawing/2014/main" id="{0CF49F89-2AB8-DC4D-BA19-9E2CE0A09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02"/>
                <a:ext cx="13" cy="13"/>
              </a:xfrm>
              <a:custGeom>
                <a:avLst/>
                <a:gdLst>
                  <a:gd name="T0" fmla="*/ 2 w 31"/>
                  <a:gd name="T1" fmla="*/ 32 h 33"/>
                  <a:gd name="T2" fmla="*/ 1 w 31"/>
                  <a:gd name="T3" fmla="*/ 29 h 33"/>
                  <a:gd name="T4" fmla="*/ 3 w 31"/>
                  <a:gd name="T5" fmla="*/ 25 h 33"/>
                  <a:gd name="T6" fmla="*/ 3 w 31"/>
                  <a:gd name="T7" fmla="*/ 20 h 33"/>
                  <a:gd name="T8" fmla="*/ 8 w 31"/>
                  <a:gd name="T9" fmla="*/ 18 h 33"/>
                  <a:gd name="T10" fmla="*/ 12 w 31"/>
                  <a:gd name="T11" fmla="*/ 14 h 33"/>
                  <a:gd name="T12" fmla="*/ 13 w 31"/>
                  <a:gd name="T13" fmla="*/ 8 h 33"/>
                  <a:gd name="T14" fmla="*/ 19 w 31"/>
                  <a:gd name="T15" fmla="*/ 8 h 33"/>
                  <a:gd name="T16" fmla="*/ 25 w 31"/>
                  <a:gd name="T17" fmla="*/ 7 h 33"/>
                  <a:gd name="T18" fmla="*/ 26 w 31"/>
                  <a:gd name="T19" fmla="*/ 2 h 33"/>
                  <a:gd name="T20" fmla="*/ 30 w 31"/>
                  <a:gd name="T21" fmla="*/ 4 h 33"/>
                  <a:gd name="T22" fmla="*/ 27 w 31"/>
                  <a:gd name="T23" fmla="*/ 10 h 33"/>
                  <a:gd name="T24" fmla="*/ 28 w 31"/>
                  <a:gd name="T25" fmla="*/ 15 h 33"/>
                  <a:gd name="T26" fmla="*/ 30 w 31"/>
                  <a:gd name="T27" fmla="*/ 20 h 33"/>
                  <a:gd name="T28" fmla="*/ 28 w 31"/>
                  <a:gd name="T29" fmla="*/ 21 h 33"/>
                  <a:gd name="T30" fmla="*/ 26 w 31"/>
                  <a:gd name="T31" fmla="*/ 21 h 33"/>
                  <a:gd name="T32" fmla="*/ 25 w 31"/>
                  <a:gd name="T33" fmla="*/ 23 h 33"/>
                  <a:gd name="T34" fmla="*/ 21 w 31"/>
                  <a:gd name="T35" fmla="*/ 26 h 33"/>
                  <a:gd name="T36" fmla="*/ 17 w 31"/>
                  <a:gd name="T37" fmla="*/ 27 h 33"/>
                  <a:gd name="T38" fmla="*/ 14 w 31"/>
                  <a:gd name="T39" fmla="*/ 26 h 33"/>
                  <a:gd name="T40" fmla="*/ 9 w 31"/>
                  <a:gd name="T41" fmla="*/ 26 h 33"/>
                  <a:gd name="T42" fmla="*/ 8 w 31"/>
                  <a:gd name="T43" fmla="*/ 28 h 33"/>
                  <a:gd name="T44" fmla="*/ 8 w 31"/>
                  <a:gd name="T45" fmla="*/ 29 h 33"/>
                  <a:gd name="T46" fmla="*/ 6 w 31"/>
                  <a:gd name="T47" fmla="*/ 31 h 33"/>
                  <a:gd name="T48" fmla="*/ 5 w 31"/>
                  <a:gd name="T49" fmla="*/ 32 h 33"/>
                  <a:gd name="T50" fmla="*/ 2 w 31"/>
                  <a:gd name="T51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3">
                    <a:moveTo>
                      <a:pt x="2" y="32"/>
                    </a:moveTo>
                    <a:cubicBezTo>
                      <a:pt x="1" y="31"/>
                      <a:pt x="0" y="30"/>
                      <a:pt x="1" y="29"/>
                    </a:cubicBezTo>
                    <a:cubicBezTo>
                      <a:pt x="3" y="28"/>
                      <a:pt x="4" y="27"/>
                      <a:pt x="3" y="25"/>
                    </a:cubicBezTo>
                    <a:cubicBezTo>
                      <a:pt x="2" y="23"/>
                      <a:pt x="1" y="22"/>
                      <a:pt x="3" y="20"/>
                    </a:cubicBezTo>
                    <a:cubicBezTo>
                      <a:pt x="4" y="19"/>
                      <a:pt x="6" y="18"/>
                      <a:pt x="8" y="18"/>
                    </a:cubicBezTo>
                    <a:cubicBezTo>
                      <a:pt x="10" y="17"/>
                      <a:pt x="11" y="16"/>
                      <a:pt x="12" y="14"/>
                    </a:cubicBezTo>
                    <a:cubicBezTo>
                      <a:pt x="12" y="13"/>
                      <a:pt x="11" y="9"/>
                      <a:pt x="13" y="8"/>
                    </a:cubicBezTo>
                    <a:cubicBezTo>
                      <a:pt x="15" y="7"/>
                      <a:pt x="17" y="8"/>
                      <a:pt x="19" y="8"/>
                    </a:cubicBezTo>
                    <a:cubicBezTo>
                      <a:pt x="21" y="8"/>
                      <a:pt x="23" y="8"/>
                      <a:pt x="25" y="7"/>
                    </a:cubicBezTo>
                    <a:cubicBezTo>
                      <a:pt x="26" y="6"/>
                      <a:pt x="26" y="4"/>
                      <a:pt x="26" y="2"/>
                    </a:cubicBezTo>
                    <a:cubicBezTo>
                      <a:pt x="27" y="0"/>
                      <a:pt x="29" y="2"/>
                      <a:pt x="30" y="4"/>
                    </a:cubicBezTo>
                    <a:cubicBezTo>
                      <a:pt x="30" y="7"/>
                      <a:pt x="28" y="8"/>
                      <a:pt x="27" y="10"/>
                    </a:cubicBezTo>
                    <a:cubicBezTo>
                      <a:pt x="26" y="12"/>
                      <a:pt x="26" y="14"/>
                      <a:pt x="28" y="15"/>
                    </a:cubicBezTo>
                    <a:cubicBezTo>
                      <a:pt x="29" y="17"/>
                      <a:pt x="30" y="18"/>
                      <a:pt x="30" y="20"/>
                    </a:cubicBezTo>
                    <a:cubicBezTo>
                      <a:pt x="31" y="22"/>
                      <a:pt x="30" y="23"/>
                      <a:pt x="28" y="21"/>
                    </a:cubicBezTo>
                    <a:cubicBezTo>
                      <a:pt x="27" y="21"/>
                      <a:pt x="26" y="20"/>
                      <a:pt x="26" y="21"/>
                    </a:cubicBezTo>
                    <a:cubicBezTo>
                      <a:pt x="25" y="21"/>
                      <a:pt x="25" y="23"/>
                      <a:pt x="25" y="23"/>
                    </a:cubicBezTo>
                    <a:cubicBezTo>
                      <a:pt x="25" y="26"/>
                      <a:pt x="24" y="26"/>
                      <a:pt x="21" y="26"/>
                    </a:cubicBezTo>
                    <a:cubicBezTo>
                      <a:pt x="19" y="25"/>
                      <a:pt x="19" y="26"/>
                      <a:pt x="17" y="27"/>
                    </a:cubicBezTo>
                    <a:cubicBezTo>
                      <a:pt x="16" y="28"/>
                      <a:pt x="15" y="27"/>
                      <a:pt x="14" y="26"/>
                    </a:cubicBezTo>
                    <a:cubicBezTo>
                      <a:pt x="12" y="25"/>
                      <a:pt x="10" y="25"/>
                      <a:pt x="9" y="26"/>
                    </a:cubicBezTo>
                    <a:cubicBezTo>
                      <a:pt x="8" y="27"/>
                      <a:pt x="8" y="27"/>
                      <a:pt x="8" y="28"/>
                    </a:cubicBezTo>
                    <a:cubicBezTo>
                      <a:pt x="8" y="29"/>
                      <a:pt x="8" y="28"/>
                      <a:pt x="8" y="29"/>
                    </a:cubicBezTo>
                    <a:cubicBezTo>
                      <a:pt x="7" y="30"/>
                      <a:pt x="7" y="30"/>
                      <a:pt x="6" y="31"/>
                    </a:cubicBezTo>
                    <a:cubicBezTo>
                      <a:pt x="6" y="31"/>
                      <a:pt x="5" y="32"/>
                      <a:pt x="5" y="32"/>
                    </a:cubicBezTo>
                    <a:cubicBezTo>
                      <a:pt x="4" y="33"/>
                      <a:pt x="3" y="33"/>
                      <a:pt x="2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" name="Freeform 3423">
                <a:extLst>
                  <a:ext uri="{FF2B5EF4-FFF2-40B4-BE49-F238E27FC236}">
                    <a16:creationId xmlns:a16="http://schemas.microsoft.com/office/drawing/2014/main" id="{E6913D46-5736-4F4B-B405-BFF9FE7C9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702"/>
                <a:ext cx="3" cy="2"/>
              </a:xfrm>
              <a:custGeom>
                <a:avLst/>
                <a:gdLst>
                  <a:gd name="T0" fmla="*/ 1 w 7"/>
                  <a:gd name="T1" fmla="*/ 4 h 5"/>
                  <a:gd name="T2" fmla="*/ 0 w 7"/>
                  <a:gd name="T3" fmla="*/ 4 h 5"/>
                  <a:gd name="T4" fmla="*/ 0 w 7"/>
                  <a:gd name="T5" fmla="*/ 3 h 5"/>
                  <a:gd name="T6" fmla="*/ 1 w 7"/>
                  <a:gd name="T7" fmla="*/ 2 h 5"/>
                  <a:gd name="T8" fmla="*/ 3 w 7"/>
                  <a:gd name="T9" fmla="*/ 0 h 5"/>
                  <a:gd name="T10" fmla="*/ 7 w 7"/>
                  <a:gd name="T11" fmla="*/ 1 h 5"/>
                  <a:gd name="T12" fmla="*/ 7 w 7"/>
                  <a:gd name="T13" fmla="*/ 4 h 5"/>
                  <a:gd name="T14" fmla="*/ 4 w 7"/>
                  <a:gd name="T15" fmla="*/ 4 h 5"/>
                  <a:gd name="T16" fmla="*/ 1 w 7"/>
                  <a:gd name="T1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4"/>
                      <a:pt x="5" y="4"/>
                      <a:pt x="4" y="4"/>
                    </a:cubicBezTo>
                    <a:cubicBezTo>
                      <a:pt x="2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" name="Freeform 3424">
                <a:extLst>
                  <a:ext uri="{FF2B5EF4-FFF2-40B4-BE49-F238E27FC236}">
                    <a16:creationId xmlns:a16="http://schemas.microsoft.com/office/drawing/2014/main" id="{D5A8CAE5-9D6D-4D49-B2CA-EE8601F9A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707"/>
                <a:ext cx="2" cy="2"/>
              </a:xfrm>
              <a:custGeom>
                <a:avLst/>
                <a:gdLst>
                  <a:gd name="T0" fmla="*/ 2 w 5"/>
                  <a:gd name="T1" fmla="*/ 1 h 5"/>
                  <a:gd name="T2" fmla="*/ 5 w 5"/>
                  <a:gd name="T3" fmla="*/ 2 h 5"/>
                  <a:gd name="T4" fmla="*/ 2 w 5"/>
                  <a:gd name="T5" fmla="*/ 5 h 5"/>
                  <a:gd name="T6" fmla="*/ 2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" name="Freeform 3427">
                <a:extLst>
                  <a:ext uri="{FF2B5EF4-FFF2-40B4-BE49-F238E27FC236}">
                    <a16:creationId xmlns:a16="http://schemas.microsoft.com/office/drawing/2014/main" id="{9559E988-C6E7-F94C-9CEA-6ECAC0F19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9"/>
                <a:ext cx="3" cy="2"/>
              </a:xfrm>
              <a:custGeom>
                <a:avLst/>
                <a:gdLst>
                  <a:gd name="T0" fmla="*/ 1 w 6"/>
                  <a:gd name="T1" fmla="*/ 3 h 6"/>
                  <a:gd name="T2" fmla="*/ 1 w 6"/>
                  <a:gd name="T3" fmla="*/ 1 h 6"/>
                  <a:gd name="T4" fmla="*/ 5 w 6"/>
                  <a:gd name="T5" fmla="*/ 1 h 6"/>
                  <a:gd name="T6" fmla="*/ 6 w 6"/>
                  <a:gd name="T7" fmla="*/ 4 h 6"/>
                  <a:gd name="T8" fmla="*/ 4 w 6"/>
                  <a:gd name="T9" fmla="*/ 6 h 6"/>
                  <a:gd name="T10" fmla="*/ 1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3" y="6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" name="Freeform 3428">
                <a:extLst>
                  <a:ext uri="{FF2B5EF4-FFF2-40B4-BE49-F238E27FC236}">
                    <a16:creationId xmlns:a16="http://schemas.microsoft.com/office/drawing/2014/main" id="{7C3C9F18-9040-D04A-A2EE-68A3165AB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61"/>
                <a:ext cx="3" cy="2"/>
              </a:xfrm>
              <a:custGeom>
                <a:avLst/>
                <a:gdLst>
                  <a:gd name="T0" fmla="*/ 1 w 7"/>
                  <a:gd name="T1" fmla="*/ 1 h 7"/>
                  <a:gd name="T2" fmla="*/ 4 w 7"/>
                  <a:gd name="T3" fmla="*/ 0 h 7"/>
                  <a:gd name="T4" fmla="*/ 4 w 7"/>
                  <a:gd name="T5" fmla="*/ 0 h 7"/>
                  <a:gd name="T6" fmla="*/ 6 w 7"/>
                  <a:gd name="T7" fmla="*/ 5 h 7"/>
                  <a:gd name="T8" fmla="*/ 1 w 7"/>
                  <a:gd name="T9" fmla="*/ 5 h 7"/>
                  <a:gd name="T10" fmla="*/ 1 w 7"/>
                  <a:gd name="T1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7" y="4"/>
                      <a:pt x="6" y="5"/>
                    </a:cubicBezTo>
                    <a:cubicBezTo>
                      <a:pt x="5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" name="Freeform 3429">
                <a:extLst>
                  <a:ext uri="{FF2B5EF4-FFF2-40B4-BE49-F238E27FC236}">
                    <a16:creationId xmlns:a16="http://schemas.microsoft.com/office/drawing/2014/main" id="{B2AEA152-F2F1-6B48-8C4F-EB31BF981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52"/>
                <a:ext cx="3" cy="4"/>
              </a:xfrm>
              <a:custGeom>
                <a:avLst/>
                <a:gdLst>
                  <a:gd name="T0" fmla="*/ 5 w 6"/>
                  <a:gd name="T1" fmla="*/ 5 h 12"/>
                  <a:gd name="T2" fmla="*/ 5 w 6"/>
                  <a:gd name="T3" fmla="*/ 3 h 12"/>
                  <a:gd name="T4" fmla="*/ 4 w 6"/>
                  <a:gd name="T5" fmla="*/ 0 h 12"/>
                  <a:gd name="T6" fmla="*/ 2 w 6"/>
                  <a:gd name="T7" fmla="*/ 0 h 12"/>
                  <a:gd name="T8" fmla="*/ 0 w 6"/>
                  <a:gd name="T9" fmla="*/ 2 h 12"/>
                  <a:gd name="T10" fmla="*/ 0 w 6"/>
                  <a:gd name="T11" fmla="*/ 5 h 12"/>
                  <a:gd name="T12" fmla="*/ 0 w 6"/>
                  <a:gd name="T13" fmla="*/ 9 h 12"/>
                  <a:gd name="T14" fmla="*/ 2 w 6"/>
                  <a:gd name="T15" fmla="*/ 11 h 12"/>
                  <a:gd name="T16" fmla="*/ 4 w 6"/>
                  <a:gd name="T17" fmla="*/ 12 h 12"/>
                  <a:gd name="T18" fmla="*/ 5 w 6"/>
                  <a:gd name="T19" fmla="*/ 10 h 12"/>
                  <a:gd name="T20" fmla="*/ 6 w 6"/>
                  <a:gd name="T21" fmla="*/ 7 h 12"/>
                  <a:gd name="T22" fmla="*/ 6 w 6"/>
                  <a:gd name="T23" fmla="*/ 6 h 12"/>
                  <a:gd name="T24" fmla="*/ 5 w 6"/>
                  <a:gd name="T2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2">
                    <a:moveTo>
                      <a:pt x="5" y="5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1"/>
                      <a:pt x="4" y="10"/>
                      <a:pt x="5" y="10"/>
                    </a:cubicBezTo>
                    <a:cubicBezTo>
                      <a:pt x="5" y="9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" name="Freeform 3430">
                <a:extLst>
                  <a:ext uri="{FF2B5EF4-FFF2-40B4-BE49-F238E27FC236}">
                    <a16:creationId xmlns:a16="http://schemas.microsoft.com/office/drawing/2014/main" id="{74DEB1AA-2C58-D143-976C-9D2412C43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3"/>
                <a:ext cx="4" cy="5"/>
              </a:xfrm>
              <a:custGeom>
                <a:avLst/>
                <a:gdLst>
                  <a:gd name="T0" fmla="*/ 10 w 11"/>
                  <a:gd name="T1" fmla="*/ 9 h 11"/>
                  <a:gd name="T2" fmla="*/ 10 w 11"/>
                  <a:gd name="T3" fmla="*/ 7 h 11"/>
                  <a:gd name="T4" fmla="*/ 10 w 11"/>
                  <a:gd name="T5" fmla="*/ 5 h 11"/>
                  <a:gd name="T6" fmla="*/ 11 w 11"/>
                  <a:gd name="T7" fmla="*/ 3 h 11"/>
                  <a:gd name="T8" fmla="*/ 11 w 11"/>
                  <a:gd name="T9" fmla="*/ 2 h 11"/>
                  <a:gd name="T10" fmla="*/ 7 w 11"/>
                  <a:gd name="T11" fmla="*/ 3 h 11"/>
                  <a:gd name="T12" fmla="*/ 6 w 11"/>
                  <a:gd name="T13" fmla="*/ 6 h 11"/>
                  <a:gd name="T14" fmla="*/ 3 w 11"/>
                  <a:gd name="T15" fmla="*/ 7 h 11"/>
                  <a:gd name="T16" fmla="*/ 1 w 11"/>
                  <a:gd name="T17" fmla="*/ 9 h 11"/>
                  <a:gd name="T18" fmla="*/ 3 w 11"/>
                  <a:gd name="T19" fmla="*/ 11 h 11"/>
                  <a:gd name="T20" fmla="*/ 7 w 11"/>
                  <a:gd name="T21" fmla="*/ 10 h 11"/>
                  <a:gd name="T22" fmla="*/ 10 w 1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1">
                    <a:moveTo>
                      <a:pt x="10" y="9"/>
                    </a:moveTo>
                    <a:cubicBezTo>
                      <a:pt x="10" y="8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4"/>
                      <a:pt x="11" y="3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0" y="0"/>
                      <a:pt x="7" y="1"/>
                      <a:pt x="7" y="3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6" y="7"/>
                      <a:pt x="4" y="7"/>
                      <a:pt x="3" y="7"/>
                    </a:cubicBezTo>
                    <a:cubicBezTo>
                      <a:pt x="2" y="8"/>
                      <a:pt x="1" y="7"/>
                      <a:pt x="1" y="9"/>
                    </a:cubicBezTo>
                    <a:cubicBezTo>
                      <a:pt x="0" y="10"/>
                      <a:pt x="2" y="10"/>
                      <a:pt x="3" y="11"/>
                    </a:cubicBezTo>
                    <a:cubicBezTo>
                      <a:pt x="5" y="11"/>
                      <a:pt x="5" y="11"/>
                      <a:pt x="7" y="10"/>
                    </a:cubicBezTo>
                    <a:cubicBezTo>
                      <a:pt x="8" y="10"/>
                      <a:pt x="9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" name="Freeform 3431">
                <a:extLst>
                  <a:ext uri="{FF2B5EF4-FFF2-40B4-BE49-F238E27FC236}">
                    <a16:creationId xmlns:a16="http://schemas.microsoft.com/office/drawing/2014/main" id="{60D43668-BAC2-4243-9F05-3068A28D4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5"/>
                <a:ext cx="6" cy="4"/>
              </a:xfrm>
              <a:custGeom>
                <a:avLst/>
                <a:gdLst>
                  <a:gd name="T0" fmla="*/ 4 w 13"/>
                  <a:gd name="T1" fmla="*/ 10 h 10"/>
                  <a:gd name="T2" fmla="*/ 1 w 13"/>
                  <a:gd name="T3" fmla="*/ 9 h 10"/>
                  <a:gd name="T4" fmla="*/ 0 w 13"/>
                  <a:gd name="T5" fmla="*/ 7 h 10"/>
                  <a:gd name="T6" fmla="*/ 3 w 13"/>
                  <a:gd name="T7" fmla="*/ 6 h 10"/>
                  <a:gd name="T8" fmla="*/ 8 w 13"/>
                  <a:gd name="T9" fmla="*/ 2 h 10"/>
                  <a:gd name="T10" fmla="*/ 13 w 13"/>
                  <a:gd name="T11" fmla="*/ 2 h 10"/>
                  <a:gd name="T12" fmla="*/ 13 w 13"/>
                  <a:gd name="T13" fmla="*/ 5 h 10"/>
                  <a:gd name="T14" fmla="*/ 10 w 13"/>
                  <a:gd name="T15" fmla="*/ 8 h 10"/>
                  <a:gd name="T16" fmla="*/ 7 w 13"/>
                  <a:gd name="T17" fmla="*/ 10 h 10"/>
                  <a:gd name="T18" fmla="*/ 4 w 13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6"/>
                      <a:pt x="2" y="6"/>
                      <a:pt x="3" y="6"/>
                    </a:cubicBezTo>
                    <a:cubicBezTo>
                      <a:pt x="5" y="6"/>
                      <a:pt x="6" y="3"/>
                      <a:pt x="8" y="2"/>
                    </a:cubicBezTo>
                    <a:cubicBezTo>
                      <a:pt x="9" y="1"/>
                      <a:pt x="12" y="0"/>
                      <a:pt x="13" y="2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9" y="8"/>
                      <a:pt x="8" y="9"/>
                      <a:pt x="7" y="10"/>
                    </a:cubicBezTo>
                    <a:cubicBezTo>
                      <a:pt x="6" y="10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" name="Freeform 3433">
                <a:extLst>
                  <a:ext uri="{FF2B5EF4-FFF2-40B4-BE49-F238E27FC236}">
                    <a16:creationId xmlns:a16="http://schemas.microsoft.com/office/drawing/2014/main" id="{994ABC69-111B-CD4D-9CF3-4059A60E5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45"/>
                <a:ext cx="5" cy="5"/>
              </a:xfrm>
              <a:custGeom>
                <a:avLst/>
                <a:gdLst>
                  <a:gd name="T0" fmla="*/ 0 w 12"/>
                  <a:gd name="T1" fmla="*/ 3 h 11"/>
                  <a:gd name="T2" fmla="*/ 1 w 12"/>
                  <a:gd name="T3" fmla="*/ 1 h 11"/>
                  <a:gd name="T4" fmla="*/ 2 w 12"/>
                  <a:gd name="T5" fmla="*/ 1 h 11"/>
                  <a:gd name="T6" fmla="*/ 4 w 12"/>
                  <a:gd name="T7" fmla="*/ 0 h 11"/>
                  <a:gd name="T8" fmla="*/ 7 w 12"/>
                  <a:gd name="T9" fmla="*/ 0 h 11"/>
                  <a:gd name="T10" fmla="*/ 11 w 12"/>
                  <a:gd name="T11" fmla="*/ 0 h 11"/>
                  <a:gd name="T12" fmla="*/ 12 w 12"/>
                  <a:gd name="T13" fmla="*/ 4 h 11"/>
                  <a:gd name="T14" fmla="*/ 12 w 12"/>
                  <a:gd name="T15" fmla="*/ 5 h 11"/>
                  <a:gd name="T16" fmla="*/ 11 w 12"/>
                  <a:gd name="T17" fmla="*/ 6 h 11"/>
                  <a:gd name="T18" fmla="*/ 11 w 12"/>
                  <a:gd name="T19" fmla="*/ 8 h 11"/>
                  <a:gd name="T20" fmla="*/ 8 w 12"/>
                  <a:gd name="T21" fmla="*/ 10 h 11"/>
                  <a:gd name="T22" fmla="*/ 6 w 12"/>
                  <a:gd name="T23" fmla="*/ 10 h 11"/>
                  <a:gd name="T24" fmla="*/ 1 w 12"/>
                  <a:gd name="T25" fmla="*/ 9 h 11"/>
                  <a:gd name="T26" fmla="*/ 1 w 12"/>
                  <a:gd name="T27" fmla="*/ 5 h 11"/>
                  <a:gd name="T28" fmla="*/ 0 w 12"/>
                  <a:gd name="T2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1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10" y="0"/>
                      <a:pt x="11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7" y="10"/>
                      <a:pt x="7" y="10"/>
                      <a:pt x="6" y="10"/>
                    </a:cubicBezTo>
                    <a:cubicBezTo>
                      <a:pt x="4" y="11"/>
                      <a:pt x="2" y="10"/>
                      <a:pt x="1" y="9"/>
                    </a:cubicBezTo>
                    <a:cubicBezTo>
                      <a:pt x="1" y="8"/>
                      <a:pt x="2" y="5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" name="Freeform 3434">
                <a:extLst>
                  <a:ext uri="{FF2B5EF4-FFF2-40B4-BE49-F238E27FC236}">
                    <a16:creationId xmlns:a16="http://schemas.microsoft.com/office/drawing/2014/main" id="{AF1E3C21-F320-0F4F-92D3-9DE0BCAE6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35"/>
                <a:ext cx="6" cy="3"/>
              </a:xfrm>
              <a:custGeom>
                <a:avLst/>
                <a:gdLst>
                  <a:gd name="T0" fmla="*/ 1 w 15"/>
                  <a:gd name="T1" fmla="*/ 7 h 8"/>
                  <a:gd name="T2" fmla="*/ 0 w 15"/>
                  <a:gd name="T3" fmla="*/ 6 h 8"/>
                  <a:gd name="T4" fmla="*/ 1 w 15"/>
                  <a:gd name="T5" fmla="*/ 4 h 8"/>
                  <a:gd name="T6" fmla="*/ 3 w 15"/>
                  <a:gd name="T7" fmla="*/ 2 h 8"/>
                  <a:gd name="T8" fmla="*/ 6 w 15"/>
                  <a:gd name="T9" fmla="*/ 1 h 8"/>
                  <a:gd name="T10" fmla="*/ 13 w 15"/>
                  <a:gd name="T11" fmla="*/ 1 h 8"/>
                  <a:gd name="T12" fmla="*/ 13 w 15"/>
                  <a:gd name="T13" fmla="*/ 6 h 8"/>
                  <a:gd name="T14" fmla="*/ 10 w 15"/>
                  <a:gd name="T15" fmla="*/ 7 h 8"/>
                  <a:gd name="T16" fmla="*/ 6 w 15"/>
                  <a:gd name="T17" fmla="*/ 7 h 8"/>
                  <a:gd name="T18" fmla="*/ 1 w 15"/>
                  <a:gd name="T1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8">
                    <a:moveTo>
                      <a:pt x="1" y="7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3"/>
                      <a:pt x="3" y="4"/>
                      <a:pt x="3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4" y="2"/>
                      <a:pt x="15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4" y="8"/>
                      <a:pt x="3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" name="Freeform 3435">
                <a:extLst>
                  <a:ext uri="{FF2B5EF4-FFF2-40B4-BE49-F238E27FC236}">
                    <a16:creationId xmlns:a16="http://schemas.microsoft.com/office/drawing/2014/main" id="{76B40CA1-B0CE-DA4D-B70C-7EA245D7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29"/>
                <a:ext cx="4" cy="3"/>
              </a:xfrm>
              <a:custGeom>
                <a:avLst/>
                <a:gdLst>
                  <a:gd name="T0" fmla="*/ 0 w 9"/>
                  <a:gd name="T1" fmla="*/ 3 h 9"/>
                  <a:gd name="T2" fmla="*/ 3 w 9"/>
                  <a:gd name="T3" fmla="*/ 1 h 9"/>
                  <a:gd name="T4" fmla="*/ 6 w 9"/>
                  <a:gd name="T5" fmla="*/ 0 h 9"/>
                  <a:gd name="T6" fmla="*/ 8 w 9"/>
                  <a:gd name="T7" fmla="*/ 3 h 9"/>
                  <a:gd name="T8" fmla="*/ 8 w 9"/>
                  <a:gd name="T9" fmla="*/ 8 h 9"/>
                  <a:gd name="T10" fmla="*/ 2 w 9"/>
                  <a:gd name="T11" fmla="*/ 8 h 9"/>
                  <a:gd name="T12" fmla="*/ 1 w 9"/>
                  <a:gd name="T13" fmla="*/ 6 h 9"/>
                  <a:gd name="T14" fmla="*/ 0 w 9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9" y="4"/>
                      <a:pt x="9" y="7"/>
                      <a:pt x="8" y="8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" name="Freeform 3436">
                <a:extLst>
                  <a:ext uri="{FF2B5EF4-FFF2-40B4-BE49-F238E27FC236}">
                    <a16:creationId xmlns:a16="http://schemas.microsoft.com/office/drawing/2014/main" id="{3AAC015A-B984-F84E-B56F-BD863704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634"/>
                <a:ext cx="4" cy="4"/>
              </a:xfrm>
              <a:custGeom>
                <a:avLst/>
                <a:gdLst>
                  <a:gd name="T0" fmla="*/ 1 w 9"/>
                  <a:gd name="T1" fmla="*/ 7 h 10"/>
                  <a:gd name="T2" fmla="*/ 3 w 9"/>
                  <a:gd name="T3" fmla="*/ 4 h 10"/>
                  <a:gd name="T4" fmla="*/ 3 w 9"/>
                  <a:gd name="T5" fmla="*/ 2 h 10"/>
                  <a:gd name="T6" fmla="*/ 7 w 9"/>
                  <a:gd name="T7" fmla="*/ 0 h 10"/>
                  <a:gd name="T8" fmla="*/ 8 w 9"/>
                  <a:gd name="T9" fmla="*/ 2 h 10"/>
                  <a:gd name="T10" fmla="*/ 5 w 9"/>
                  <a:gd name="T11" fmla="*/ 7 h 10"/>
                  <a:gd name="T12" fmla="*/ 4 w 9"/>
                  <a:gd name="T13" fmla="*/ 9 h 10"/>
                  <a:gd name="T14" fmla="*/ 2 w 9"/>
                  <a:gd name="T15" fmla="*/ 9 h 10"/>
                  <a:gd name="T16" fmla="*/ 1 w 9"/>
                  <a:gd name="T1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1" y="6"/>
                      <a:pt x="2" y="5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9" y="4"/>
                      <a:pt x="6" y="5"/>
                      <a:pt x="5" y="7"/>
                    </a:cubicBezTo>
                    <a:cubicBezTo>
                      <a:pt x="5" y="8"/>
                      <a:pt x="5" y="8"/>
                      <a:pt x="4" y="9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9"/>
                      <a:pt x="0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" name="Freeform 3437">
                <a:extLst>
                  <a:ext uri="{FF2B5EF4-FFF2-40B4-BE49-F238E27FC236}">
                    <a16:creationId xmlns:a16="http://schemas.microsoft.com/office/drawing/2014/main" id="{1D7941CF-F6F3-B94D-B6A0-B51951E0F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626"/>
                <a:ext cx="4" cy="3"/>
              </a:xfrm>
              <a:custGeom>
                <a:avLst/>
                <a:gdLst>
                  <a:gd name="T0" fmla="*/ 3 w 9"/>
                  <a:gd name="T1" fmla="*/ 1 h 7"/>
                  <a:gd name="T2" fmla="*/ 7 w 9"/>
                  <a:gd name="T3" fmla="*/ 1 h 7"/>
                  <a:gd name="T4" fmla="*/ 6 w 9"/>
                  <a:gd name="T5" fmla="*/ 6 h 7"/>
                  <a:gd name="T6" fmla="*/ 1 w 9"/>
                  <a:gd name="T7" fmla="*/ 4 h 7"/>
                  <a:gd name="T8" fmla="*/ 3 w 9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4" y="0"/>
                      <a:pt x="6" y="0"/>
                      <a:pt x="7" y="1"/>
                    </a:cubicBezTo>
                    <a:cubicBezTo>
                      <a:pt x="9" y="2"/>
                      <a:pt x="7" y="5"/>
                      <a:pt x="6" y="6"/>
                    </a:cubicBezTo>
                    <a:cubicBezTo>
                      <a:pt x="4" y="7"/>
                      <a:pt x="1" y="7"/>
                      <a:pt x="1" y="4"/>
                    </a:cubicBezTo>
                    <a:cubicBezTo>
                      <a:pt x="0" y="3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" name="Freeform 3439">
                <a:extLst>
                  <a:ext uri="{FF2B5EF4-FFF2-40B4-BE49-F238E27FC236}">
                    <a16:creationId xmlns:a16="http://schemas.microsoft.com/office/drawing/2014/main" id="{6593C14A-4B35-A340-96F8-7174B730E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19"/>
                <a:ext cx="5" cy="4"/>
              </a:xfrm>
              <a:custGeom>
                <a:avLst/>
                <a:gdLst>
                  <a:gd name="T0" fmla="*/ 4 w 12"/>
                  <a:gd name="T1" fmla="*/ 8 h 9"/>
                  <a:gd name="T2" fmla="*/ 4 w 12"/>
                  <a:gd name="T3" fmla="*/ 8 h 9"/>
                  <a:gd name="T4" fmla="*/ 3 w 12"/>
                  <a:gd name="T5" fmla="*/ 8 h 9"/>
                  <a:gd name="T6" fmla="*/ 0 w 12"/>
                  <a:gd name="T7" fmla="*/ 7 h 9"/>
                  <a:gd name="T8" fmla="*/ 0 w 12"/>
                  <a:gd name="T9" fmla="*/ 5 h 9"/>
                  <a:gd name="T10" fmla="*/ 4 w 12"/>
                  <a:gd name="T11" fmla="*/ 4 h 9"/>
                  <a:gd name="T12" fmla="*/ 5 w 12"/>
                  <a:gd name="T13" fmla="*/ 2 h 9"/>
                  <a:gd name="T14" fmla="*/ 7 w 12"/>
                  <a:gd name="T15" fmla="*/ 1 h 9"/>
                  <a:gd name="T16" fmla="*/ 11 w 12"/>
                  <a:gd name="T17" fmla="*/ 3 h 9"/>
                  <a:gd name="T18" fmla="*/ 10 w 12"/>
                  <a:gd name="T19" fmla="*/ 8 h 9"/>
                  <a:gd name="T20" fmla="*/ 7 w 12"/>
                  <a:gd name="T21" fmla="*/ 9 h 9"/>
                  <a:gd name="T22" fmla="*/ 4 w 12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2" y="8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4"/>
                      <a:pt x="3" y="5"/>
                      <a:pt x="4" y="4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9" y="0"/>
                      <a:pt x="11" y="2"/>
                      <a:pt x="11" y="3"/>
                    </a:cubicBezTo>
                    <a:cubicBezTo>
                      <a:pt x="11" y="5"/>
                      <a:pt x="12" y="7"/>
                      <a:pt x="10" y="8"/>
                    </a:cubicBezTo>
                    <a:cubicBezTo>
                      <a:pt x="9" y="8"/>
                      <a:pt x="8" y="9"/>
                      <a:pt x="7" y="9"/>
                    </a:cubicBezTo>
                    <a:cubicBezTo>
                      <a:pt x="6" y="9"/>
                      <a:pt x="5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" name="Freeform 3440">
                <a:extLst>
                  <a:ext uri="{FF2B5EF4-FFF2-40B4-BE49-F238E27FC236}">
                    <a16:creationId xmlns:a16="http://schemas.microsoft.com/office/drawing/2014/main" id="{15D7D74E-E52F-0B40-94A4-A6E3E78E2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86"/>
                <a:ext cx="5" cy="8"/>
              </a:xfrm>
              <a:custGeom>
                <a:avLst/>
                <a:gdLst>
                  <a:gd name="T0" fmla="*/ 12 w 13"/>
                  <a:gd name="T1" fmla="*/ 13 h 18"/>
                  <a:gd name="T2" fmla="*/ 11 w 13"/>
                  <a:gd name="T3" fmla="*/ 12 h 18"/>
                  <a:gd name="T4" fmla="*/ 10 w 13"/>
                  <a:gd name="T5" fmla="*/ 11 h 18"/>
                  <a:gd name="T6" fmla="*/ 9 w 13"/>
                  <a:gd name="T7" fmla="*/ 10 h 18"/>
                  <a:gd name="T8" fmla="*/ 9 w 13"/>
                  <a:gd name="T9" fmla="*/ 9 h 18"/>
                  <a:gd name="T10" fmla="*/ 9 w 13"/>
                  <a:gd name="T11" fmla="*/ 6 h 18"/>
                  <a:gd name="T12" fmla="*/ 9 w 13"/>
                  <a:gd name="T13" fmla="*/ 1 h 18"/>
                  <a:gd name="T14" fmla="*/ 7 w 13"/>
                  <a:gd name="T15" fmla="*/ 0 h 18"/>
                  <a:gd name="T16" fmla="*/ 3 w 13"/>
                  <a:gd name="T17" fmla="*/ 2 h 18"/>
                  <a:gd name="T18" fmla="*/ 3 w 13"/>
                  <a:gd name="T19" fmla="*/ 4 h 18"/>
                  <a:gd name="T20" fmla="*/ 2 w 13"/>
                  <a:gd name="T21" fmla="*/ 6 h 18"/>
                  <a:gd name="T22" fmla="*/ 2 w 13"/>
                  <a:gd name="T23" fmla="*/ 10 h 18"/>
                  <a:gd name="T24" fmla="*/ 7 w 13"/>
                  <a:gd name="T25" fmla="*/ 13 h 18"/>
                  <a:gd name="T26" fmla="*/ 8 w 13"/>
                  <a:gd name="T27" fmla="*/ 15 h 18"/>
                  <a:gd name="T28" fmla="*/ 9 w 13"/>
                  <a:gd name="T29" fmla="*/ 17 h 18"/>
                  <a:gd name="T30" fmla="*/ 12 w 13"/>
                  <a:gd name="T31" fmla="*/ 18 h 18"/>
                  <a:gd name="T32" fmla="*/ 12 w 13"/>
                  <a:gd name="T33" fmla="*/ 15 h 18"/>
                  <a:gd name="T34" fmla="*/ 12 w 13"/>
                  <a:gd name="T3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8">
                    <a:moveTo>
                      <a:pt x="12" y="13"/>
                    </a:moveTo>
                    <a:cubicBezTo>
                      <a:pt x="11" y="13"/>
                      <a:pt x="11" y="12"/>
                      <a:pt x="11" y="12"/>
                    </a:cubicBezTo>
                    <a:cubicBezTo>
                      <a:pt x="11" y="12"/>
                      <a:pt x="11" y="11"/>
                      <a:pt x="10" y="11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4"/>
                      <a:pt x="9" y="3"/>
                      <a:pt x="9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1" y="7"/>
                      <a:pt x="0" y="9"/>
                      <a:pt x="2" y="10"/>
                    </a:cubicBezTo>
                    <a:cubicBezTo>
                      <a:pt x="3" y="11"/>
                      <a:pt x="5" y="12"/>
                      <a:pt x="7" y="13"/>
                    </a:cubicBezTo>
                    <a:cubicBezTo>
                      <a:pt x="7" y="13"/>
                      <a:pt x="8" y="14"/>
                      <a:pt x="8" y="15"/>
                    </a:cubicBezTo>
                    <a:cubicBezTo>
                      <a:pt x="8" y="16"/>
                      <a:pt x="8" y="16"/>
                      <a:pt x="9" y="17"/>
                    </a:cubicBezTo>
                    <a:cubicBezTo>
                      <a:pt x="9" y="18"/>
                      <a:pt x="11" y="18"/>
                      <a:pt x="12" y="18"/>
                    </a:cubicBezTo>
                    <a:cubicBezTo>
                      <a:pt x="13" y="17"/>
                      <a:pt x="12" y="16"/>
                      <a:pt x="12" y="15"/>
                    </a:cubicBezTo>
                    <a:cubicBezTo>
                      <a:pt x="12" y="14"/>
                      <a:pt x="12" y="14"/>
                      <a:pt x="1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" name="Freeform 3441">
                <a:extLst>
                  <a:ext uri="{FF2B5EF4-FFF2-40B4-BE49-F238E27FC236}">
                    <a16:creationId xmlns:a16="http://schemas.microsoft.com/office/drawing/2014/main" id="{446E4370-5627-7F4B-9654-EBE9DAE0B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600"/>
                <a:ext cx="10" cy="6"/>
              </a:xfrm>
              <a:custGeom>
                <a:avLst/>
                <a:gdLst>
                  <a:gd name="T0" fmla="*/ 7 w 24"/>
                  <a:gd name="T1" fmla="*/ 14 h 15"/>
                  <a:gd name="T2" fmla="*/ 6 w 24"/>
                  <a:gd name="T3" fmla="*/ 14 h 15"/>
                  <a:gd name="T4" fmla="*/ 2 w 24"/>
                  <a:gd name="T5" fmla="*/ 15 h 15"/>
                  <a:gd name="T6" fmla="*/ 0 w 24"/>
                  <a:gd name="T7" fmla="*/ 10 h 15"/>
                  <a:gd name="T8" fmla="*/ 3 w 24"/>
                  <a:gd name="T9" fmla="*/ 5 h 15"/>
                  <a:gd name="T10" fmla="*/ 7 w 24"/>
                  <a:gd name="T11" fmla="*/ 5 h 15"/>
                  <a:gd name="T12" fmla="*/ 12 w 24"/>
                  <a:gd name="T13" fmla="*/ 5 h 15"/>
                  <a:gd name="T14" fmla="*/ 14 w 24"/>
                  <a:gd name="T15" fmla="*/ 4 h 15"/>
                  <a:gd name="T16" fmla="*/ 16 w 24"/>
                  <a:gd name="T17" fmla="*/ 2 h 15"/>
                  <a:gd name="T18" fmla="*/ 20 w 24"/>
                  <a:gd name="T19" fmla="*/ 0 h 15"/>
                  <a:gd name="T20" fmla="*/ 24 w 24"/>
                  <a:gd name="T21" fmla="*/ 1 h 15"/>
                  <a:gd name="T22" fmla="*/ 23 w 24"/>
                  <a:gd name="T23" fmla="*/ 4 h 15"/>
                  <a:gd name="T24" fmla="*/ 21 w 24"/>
                  <a:gd name="T25" fmla="*/ 6 h 15"/>
                  <a:gd name="T26" fmla="*/ 20 w 24"/>
                  <a:gd name="T27" fmla="*/ 8 h 15"/>
                  <a:gd name="T28" fmla="*/ 19 w 24"/>
                  <a:gd name="T29" fmla="*/ 12 h 15"/>
                  <a:gd name="T30" fmla="*/ 13 w 24"/>
                  <a:gd name="T31" fmla="*/ 14 h 15"/>
                  <a:gd name="T32" fmla="*/ 7 w 24"/>
                  <a:gd name="T3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7" y="14"/>
                    </a:move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4" y="15"/>
                      <a:pt x="2" y="15"/>
                    </a:cubicBezTo>
                    <a:cubicBezTo>
                      <a:pt x="0" y="14"/>
                      <a:pt x="0" y="12"/>
                      <a:pt x="0" y="10"/>
                    </a:cubicBezTo>
                    <a:cubicBezTo>
                      <a:pt x="1" y="8"/>
                      <a:pt x="1" y="6"/>
                      <a:pt x="3" y="5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9" y="5"/>
                      <a:pt x="10" y="5"/>
                      <a:pt x="12" y="5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3"/>
                      <a:pt x="16" y="2"/>
                    </a:cubicBezTo>
                    <a:cubicBezTo>
                      <a:pt x="17" y="1"/>
                      <a:pt x="19" y="1"/>
                      <a:pt x="20" y="0"/>
                    </a:cubicBezTo>
                    <a:cubicBezTo>
                      <a:pt x="22" y="0"/>
                      <a:pt x="24" y="0"/>
                      <a:pt x="24" y="1"/>
                    </a:cubicBezTo>
                    <a:cubicBezTo>
                      <a:pt x="24" y="2"/>
                      <a:pt x="24" y="3"/>
                      <a:pt x="23" y="4"/>
                    </a:cubicBezTo>
                    <a:cubicBezTo>
                      <a:pt x="23" y="5"/>
                      <a:pt x="22" y="5"/>
                      <a:pt x="21" y="6"/>
                    </a:cubicBezTo>
                    <a:cubicBezTo>
                      <a:pt x="21" y="6"/>
                      <a:pt x="20" y="7"/>
                      <a:pt x="20" y="8"/>
                    </a:cubicBezTo>
                    <a:cubicBezTo>
                      <a:pt x="20" y="9"/>
                      <a:pt x="20" y="10"/>
                      <a:pt x="19" y="12"/>
                    </a:cubicBezTo>
                    <a:cubicBezTo>
                      <a:pt x="18" y="14"/>
                      <a:pt x="15" y="14"/>
                      <a:pt x="13" y="14"/>
                    </a:cubicBezTo>
                    <a:cubicBezTo>
                      <a:pt x="11" y="14"/>
                      <a:pt x="9" y="14"/>
                      <a:pt x="7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" name="Freeform 3442">
                <a:extLst>
                  <a:ext uri="{FF2B5EF4-FFF2-40B4-BE49-F238E27FC236}">
                    <a16:creationId xmlns:a16="http://schemas.microsoft.com/office/drawing/2014/main" id="{DA784C06-49C0-3844-8C93-7BB9F0591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632"/>
                <a:ext cx="5" cy="3"/>
              </a:xfrm>
              <a:custGeom>
                <a:avLst/>
                <a:gdLst>
                  <a:gd name="T0" fmla="*/ 0 w 11"/>
                  <a:gd name="T1" fmla="*/ 3 h 6"/>
                  <a:gd name="T2" fmla="*/ 1 w 11"/>
                  <a:gd name="T3" fmla="*/ 0 h 6"/>
                  <a:gd name="T4" fmla="*/ 4 w 11"/>
                  <a:gd name="T5" fmla="*/ 1 h 6"/>
                  <a:gd name="T6" fmla="*/ 8 w 11"/>
                  <a:gd name="T7" fmla="*/ 1 h 6"/>
                  <a:gd name="T8" fmla="*/ 10 w 11"/>
                  <a:gd name="T9" fmla="*/ 2 h 6"/>
                  <a:gd name="T10" fmla="*/ 9 w 11"/>
                  <a:gd name="T11" fmla="*/ 6 h 6"/>
                  <a:gd name="T12" fmla="*/ 3 w 11"/>
                  <a:gd name="T13" fmla="*/ 6 h 6"/>
                  <a:gd name="T14" fmla="*/ 0 w 11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1"/>
                      <a:pt x="6" y="1"/>
                      <a:pt x="8" y="1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3"/>
                      <a:pt x="11" y="5"/>
                      <a:pt x="9" y="6"/>
                    </a:cubicBezTo>
                    <a:cubicBezTo>
                      <a:pt x="7" y="6"/>
                      <a:pt x="5" y="6"/>
                      <a:pt x="3" y="6"/>
                    </a:cubicBezTo>
                    <a:cubicBezTo>
                      <a:pt x="2" y="6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" name="Freeform 3447">
                <a:extLst>
                  <a:ext uri="{FF2B5EF4-FFF2-40B4-BE49-F238E27FC236}">
                    <a16:creationId xmlns:a16="http://schemas.microsoft.com/office/drawing/2014/main" id="{98F60D91-0E5A-E84C-8992-C29A86371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745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" name="Freeform 3448">
                <a:extLst>
                  <a:ext uri="{FF2B5EF4-FFF2-40B4-BE49-F238E27FC236}">
                    <a16:creationId xmlns:a16="http://schemas.microsoft.com/office/drawing/2014/main" id="{4BB804C5-94F8-1547-8A8B-33E18A6C6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482"/>
                <a:ext cx="5" cy="6"/>
              </a:xfrm>
              <a:custGeom>
                <a:avLst/>
                <a:gdLst>
                  <a:gd name="T0" fmla="*/ 5 w 14"/>
                  <a:gd name="T1" fmla="*/ 11 h 13"/>
                  <a:gd name="T2" fmla="*/ 7 w 14"/>
                  <a:gd name="T3" fmla="*/ 9 h 13"/>
                  <a:gd name="T4" fmla="*/ 9 w 14"/>
                  <a:gd name="T5" fmla="*/ 9 h 13"/>
                  <a:gd name="T6" fmla="*/ 11 w 14"/>
                  <a:gd name="T7" fmla="*/ 7 h 13"/>
                  <a:gd name="T8" fmla="*/ 11 w 14"/>
                  <a:gd name="T9" fmla="*/ 7 h 13"/>
                  <a:gd name="T10" fmla="*/ 13 w 14"/>
                  <a:gd name="T11" fmla="*/ 3 h 13"/>
                  <a:gd name="T12" fmla="*/ 14 w 14"/>
                  <a:gd name="T13" fmla="*/ 1 h 13"/>
                  <a:gd name="T14" fmla="*/ 12 w 14"/>
                  <a:gd name="T15" fmla="*/ 0 h 13"/>
                  <a:gd name="T16" fmla="*/ 9 w 14"/>
                  <a:gd name="T17" fmla="*/ 1 h 13"/>
                  <a:gd name="T18" fmla="*/ 7 w 14"/>
                  <a:gd name="T19" fmla="*/ 4 h 13"/>
                  <a:gd name="T20" fmla="*/ 7 w 14"/>
                  <a:gd name="T21" fmla="*/ 4 h 13"/>
                  <a:gd name="T22" fmla="*/ 5 w 14"/>
                  <a:gd name="T23" fmla="*/ 5 h 13"/>
                  <a:gd name="T24" fmla="*/ 3 w 14"/>
                  <a:gd name="T25" fmla="*/ 7 h 13"/>
                  <a:gd name="T26" fmla="*/ 2 w 14"/>
                  <a:gd name="T27" fmla="*/ 9 h 13"/>
                  <a:gd name="T28" fmla="*/ 1 w 14"/>
                  <a:gd name="T29" fmla="*/ 10 h 13"/>
                  <a:gd name="T30" fmla="*/ 1 w 14"/>
                  <a:gd name="T31" fmla="*/ 13 h 13"/>
                  <a:gd name="T32" fmla="*/ 2 w 14"/>
                  <a:gd name="T33" fmla="*/ 13 h 13"/>
                  <a:gd name="T34" fmla="*/ 3 w 14"/>
                  <a:gd name="T35" fmla="*/ 13 h 13"/>
                  <a:gd name="T36" fmla="*/ 5 w 14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3">
                    <a:moveTo>
                      <a:pt x="5" y="11"/>
                    </a:moveTo>
                    <a:cubicBezTo>
                      <a:pt x="5" y="10"/>
                      <a:pt x="6" y="10"/>
                      <a:pt x="7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10" y="8"/>
                      <a:pt x="10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3" y="3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  <a:cubicBezTo>
                      <a:pt x="9" y="2"/>
                      <a:pt x="8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5" y="5"/>
                      <a:pt x="5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3" y="7"/>
                      <a:pt x="3" y="8"/>
                      <a:pt x="2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11"/>
                      <a:pt x="0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1"/>
                      <a:pt x="5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" name="Freeform 3449">
                <a:extLst>
                  <a:ext uri="{FF2B5EF4-FFF2-40B4-BE49-F238E27FC236}">
                    <a16:creationId xmlns:a16="http://schemas.microsoft.com/office/drawing/2014/main" id="{BC77DE06-F325-1D4E-9B9B-8910FE130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89"/>
                <a:ext cx="5" cy="4"/>
              </a:xfrm>
              <a:custGeom>
                <a:avLst/>
                <a:gdLst>
                  <a:gd name="T0" fmla="*/ 7 w 13"/>
                  <a:gd name="T1" fmla="*/ 7 h 10"/>
                  <a:gd name="T2" fmla="*/ 4 w 13"/>
                  <a:gd name="T3" fmla="*/ 8 h 10"/>
                  <a:gd name="T4" fmla="*/ 3 w 13"/>
                  <a:gd name="T5" fmla="*/ 9 h 10"/>
                  <a:gd name="T6" fmla="*/ 3 w 13"/>
                  <a:gd name="T7" fmla="*/ 10 h 10"/>
                  <a:gd name="T8" fmla="*/ 1 w 13"/>
                  <a:gd name="T9" fmla="*/ 9 h 10"/>
                  <a:gd name="T10" fmla="*/ 1 w 13"/>
                  <a:gd name="T11" fmla="*/ 7 h 10"/>
                  <a:gd name="T12" fmla="*/ 1 w 13"/>
                  <a:gd name="T13" fmla="*/ 7 h 10"/>
                  <a:gd name="T14" fmla="*/ 2 w 13"/>
                  <a:gd name="T15" fmla="*/ 6 h 10"/>
                  <a:gd name="T16" fmla="*/ 2 w 13"/>
                  <a:gd name="T17" fmla="*/ 6 h 10"/>
                  <a:gd name="T18" fmla="*/ 3 w 13"/>
                  <a:gd name="T19" fmla="*/ 5 h 10"/>
                  <a:gd name="T20" fmla="*/ 5 w 13"/>
                  <a:gd name="T21" fmla="*/ 4 h 10"/>
                  <a:gd name="T22" fmla="*/ 6 w 13"/>
                  <a:gd name="T23" fmla="*/ 3 h 10"/>
                  <a:gd name="T24" fmla="*/ 9 w 13"/>
                  <a:gd name="T25" fmla="*/ 1 h 10"/>
                  <a:gd name="T26" fmla="*/ 11 w 13"/>
                  <a:gd name="T27" fmla="*/ 0 h 10"/>
                  <a:gd name="T28" fmla="*/ 12 w 13"/>
                  <a:gd name="T29" fmla="*/ 0 h 10"/>
                  <a:gd name="T30" fmla="*/ 13 w 13"/>
                  <a:gd name="T31" fmla="*/ 1 h 10"/>
                  <a:gd name="T32" fmla="*/ 13 w 13"/>
                  <a:gd name="T33" fmla="*/ 3 h 10"/>
                  <a:gd name="T34" fmla="*/ 11 w 13"/>
                  <a:gd name="T35" fmla="*/ 4 h 10"/>
                  <a:gd name="T36" fmla="*/ 11 w 13"/>
                  <a:gd name="T37" fmla="*/ 4 h 10"/>
                  <a:gd name="T38" fmla="*/ 10 w 13"/>
                  <a:gd name="T39" fmla="*/ 4 h 10"/>
                  <a:gd name="T40" fmla="*/ 10 w 13"/>
                  <a:gd name="T41" fmla="*/ 5 h 10"/>
                  <a:gd name="T42" fmla="*/ 9 w 13"/>
                  <a:gd name="T43" fmla="*/ 6 h 10"/>
                  <a:gd name="T44" fmla="*/ 8 w 13"/>
                  <a:gd name="T45" fmla="*/ 6 h 10"/>
                  <a:gd name="T46" fmla="*/ 7 w 13"/>
                  <a:gd name="T4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10">
                    <a:moveTo>
                      <a:pt x="7" y="7"/>
                    </a:moveTo>
                    <a:cubicBezTo>
                      <a:pt x="6" y="7"/>
                      <a:pt x="5" y="7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3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6"/>
                      <a:pt x="7" y="7"/>
                      <a:pt x="7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" name="Freeform 3450">
                <a:extLst>
                  <a:ext uri="{FF2B5EF4-FFF2-40B4-BE49-F238E27FC236}">
                    <a16:creationId xmlns:a16="http://schemas.microsoft.com/office/drawing/2014/main" id="{B4D18782-3570-064B-8C85-27E501091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78"/>
                <a:ext cx="5" cy="8"/>
              </a:xfrm>
              <a:custGeom>
                <a:avLst/>
                <a:gdLst>
                  <a:gd name="T0" fmla="*/ 11 w 13"/>
                  <a:gd name="T1" fmla="*/ 9 h 18"/>
                  <a:gd name="T2" fmla="*/ 11 w 13"/>
                  <a:gd name="T3" fmla="*/ 9 h 18"/>
                  <a:gd name="T4" fmla="*/ 11 w 13"/>
                  <a:gd name="T5" fmla="*/ 8 h 18"/>
                  <a:gd name="T6" fmla="*/ 11 w 13"/>
                  <a:gd name="T7" fmla="*/ 1 h 18"/>
                  <a:gd name="T8" fmla="*/ 7 w 13"/>
                  <a:gd name="T9" fmla="*/ 1 h 18"/>
                  <a:gd name="T10" fmla="*/ 8 w 13"/>
                  <a:gd name="T11" fmla="*/ 4 h 18"/>
                  <a:gd name="T12" fmla="*/ 6 w 13"/>
                  <a:gd name="T13" fmla="*/ 8 h 18"/>
                  <a:gd name="T14" fmla="*/ 3 w 13"/>
                  <a:gd name="T15" fmla="*/ 11 h 18"/>
                  <a:gd name="T16" fmla="*/ 0 w 13"/>
                  <a:gd name="T17" fmla="*/ 16 h 18"/>
                  <a:gd name="T18" fmla="*/ 4 w 13"/>
                  <a:gd name="T19" fmla="*/ 17 h 18"/>
                  <a:gd name="T20" fmla="*/ 6 w 13"/>
                  <a:gd name="T21" fmla="*/ 15 h 18"/>
                  <a:gd name="T22" fmla="*/ 7 w 13"/>
                  <a:gd name="T23" fmla="*/ 12 h 18"/>
                  <a:gd name="T24" fmla="*/ 11 w 13"/>
                  <a:gd name="T2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8"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2" y="6"/>
                      <a:pt x="13" y="3"/>
                      <a:pt x="11" y="1"/>
                    </a:cubicBezTo>
                    <a:cubicBezTo>
                      <a:pt x="10" y="0"/>
                      <a:pt x="8" y="0"/>
                      <a:pt x="7" y="1"/>
                    </a:cubicBezTo>
                    <a:cubicBezTo>
                      <a:pt x="6" y="2"/>
                      <a:pt x="7" y="3"/>
                      <a:pt x="8" y="4"/>
                    </a:cubicBezTo>
                    <a:cubicBezTo>
                      <a:pt x="9" y="5"/>
                      <a:pt x="7" y="7"/>
                      <a:pt x="6" y="8"/>
                    </a:cubicBezTo>
                    <a:cubicBezTo>
                      <a:pt x="5" y="9"/>
                      <a:pt x="5" y="10"/>
                      <a:pt x="3" y="11"/>
                    </a:cubicBezTo>
                    <a:cubicBezTo>
                      <a:pt x="2" y="12"/>
                      <a:pt x="0" y="14"/>
                      <a:pt x="0" y="16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5" y="16"/>
                      <a:pt x="5" y="16"/>
                      <a:pt x="6" y="15"/>
                    </a:cubicBezTo>
                    <a:cubicBezTo>
                      <a:pt x="6" y="14"/>
                      <a:pt x="7" y="13"/>
                      <a:pt x="7" y="12"/>
                    </a:cubicBezTo>
                    <a:cubicBezTo>
                      <a:pt x="8" y="10"/>
                      <a:pt x="9" y="10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" name="Freeform 3451">
                <a:extLst>
                  <a:ext uri="{FF2B5EF4-FFF2-40B4-BE49-F238E27FC236}">
                    <a16:creationId xmlns:a16="http://schemas.microsoft.com/office/drawing/2014/main" id="{AA7692FA-BD75-FB4C-8836-CD833803B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86"/>
                <a:ext cx="2" cy="4"/>
              </a:xfrm>
              <a:custGeom>
                <a:avLst/>
                <a:gdLst>
                  <a:gd name="T0" fmla="*/ 2 w 4"/>
                  <a:gd name="T1" fmla="*/ 9 h 9"/>
                  <a:gd name="T2" fmla="*/ 4 w 4"/>
                  <a:gd name="T3" fmla="*/ 6 h 9"/>
                  <a:gd name="T4" fmla="*/ 3 w 4"/>
                  <a:gd name="T5" fmla="*/ 3 h 9"/>
                  <a:gd name="T6" fmla="*/ 3 w 4"/>
                  <a:gd name="T7" fmla="*/ 1 h 9"/>
                  <a:gd name="T8" fmla="*/ 2 w 4"/>
                  <a:gd name="T9" fmla="*/ 0 h 9"/>
                  <a:gd name="T10" fmla="*/ 1 w 4"/>
                  <a:gd name="T11" fmla="*/ 1 h 9"/>
                  <a:gd name="T12" fmla="*/ 0 w 4"/>
                  <a:gd name="T13" fmla="*/ 1 h 9"/>
                  <a:gd name="T14" fmla="*/ 0 w 4"/>
                  <a:gd name="T15" fmla="*/ 2 h 9"/>
                  <a:gd name="T16" fmla="*/ 0 w 4"/>
                  <a:gd name="T17" fmla="*/ 4 h 9"/>
                  <a:gd name="T18" fmla="*/ 0 w 4"/>
                  <a:gd name="T19" fmla="*/ 5 h 9"/>
                  <a:gd name="T20" fmla="*/ 1 w 4"/>
                  <a:gd name="T21" fmla="*/ 7 h 9"/>
                  <a:gd name="T22" fmla="*/ 2 w 4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4" y="9"/>
                      <a:pt x="4" y="7"/>
                      <a:pt x="4" y="6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0" y="6"/>
                      <a:pt x="1" y="7"/>
                    </a:cubicBezTo>
                    <a:cubicBezTo>
                      <a:pt x="1" y="7"/>
                      <a:pt x="2" y="8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" name="Freeform 3452">
                <a:extLst>
                  <a:ext uri="{FF2B5EF4-FFF2-40B4-BE49-F238E27FC236}">
                    <a16:creationId xmlns:a16="http://schemas.microsoft.com/office/drawing/2014/main" id="{3A9C80DA-4D27-B545-9449-44C69EE1F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78"/>
                <a:ext cx="6" cy="7"/>
              </a:xfrm>
              <a:custGeom>
                <a:avLst/>
                <a:gdLst>
                  <a:gd name="T0" fmla="*/ 10 w 13"/>
                  <a:gd name="T1" fmla="*/ 9 h 17"/>
                  <a:gd name="T2" fmla="*/ 7 w 13"/>
                  <a:gd name="T3" fmla="*/ 6 h 17"/>
                  <a:gd name="T4" fmla="*/ 3 w 13"/>
                  <a:gd name="T5" fmla="*/ 5 h 17"/>
                  <a:gd name="T6" fmla="*/ 0 w 13"/>
                  <a:gd name="T7" fmla="*/ 5 h 17"/>
                  <a:gd name="T8" fmla="*/ 1 w 13"/>
                  <a:gd name="T9" fmla="*/ 2 h 17"/>
                  <a:gd name="T10" fmla="*/ 4 w 13"/>
                  <a:gd name="T11" fmla="*/ 0 h 17"/>
                  <a:gd name="T12" fmla="*/ 7 w 13"/>
                  <a:gd name="T13" fmla="*/ 0 h 17"/>
                  <a:gd name="T14" fmla="*/ 9 w 13"/>
                  <a:gd name="T15" fmla="*/ 0 h 17"/>
                  <a:gd name="T16" fmla="*/ 12 w 13"/>
                  <a:gd name="T17" fmla="*/ 2 h 17"/>
                  <a:gd name="T18" fmla="*/ 12 w 13"/>
                  <a:gd name="T19" fmla="*/ 6 h 17"/>
                  <a:gd name="T20" fmla="*/ 13 w 13"/>
                  <a:gd name="T21" fmla="*/ 8 h 17"/>
                  <a:gd name="T22" fmla="*/ 13 w 13"/>
                  <a:gd name="T23" fmla="*/ 11 h 17"/>
                  <a:gd name="T24" fmla="*/ 13 w 13"/>
                  <a:gd name="T25" fmla="*/ 15 h 17"/>
                  <a:gd name="T26" fmla="*/ 12 w 13"/>
                  <a:gd name="T27" fmla="*/ 17 h 17"/>
                  <a:gd name="T28" fmla="*/ 11 w 13"/>
                  <a:gd name="T29" fmla="*/ 16 h 17"/>
                  <a:gd name="T30" fmla="*/ 10 w 13"/>
                  <a:gd name="T31" fmla="*/ 13 h 17"/>
                  <a:gd name="T32" fmla="*/ 10 w 13"/>
                  <a:gd name="T3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7">
                    <a:moveTo>
                      <a:pt x="10" y="9"/>
                    </a:moveTo>
                    <a:cubicBezTo>
                      <a:pt x="9" y="7"/>
                      <a:pt x="8" y="7"/>
                      <a:pt x="7" y="6"/>
                    </a:cubicBezTo>
                    <a:cubicBezTo>
                      <a:pt x="6" y="6"/>
                      <a:pt x="4" y="5"/>
                      <a:pt x="3" y="5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2" y="1"/>
                      <a:pt x="12" y="2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12"/>
                      <a:pt x="13" y="13"/>
                      <a:pt x="13" y="15"/>
                    </a:cubicBezTo>
                    <a:cubicBezTo>
                      <a:pt x="13" y="15"/>
                      <a:pt x="13" y="17"/>
                      <a:pt x="12" y="17"/>
                    </a:cubicBezTo>
                    <a:cubicBezTo>
                      <a:pt x="12" y="17"/>
                      <a:pt x="11" y="16"/>
                      <a:pt x="11" y="16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11"/>
                      <a:pt x="10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" name="Freeform 3453">
                <a:extLst>
                  <a:ext uri="{FF2B5EF4-FFF2-40B4-BE49-F238E27FC236}">
                    <a16:creationId xmlns:a16="http://schemas.microsoft.com/office/drawing/2014/main" id="{9CD70386-E3AC-6F41-9840-BC6F68045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478"/>
                <a:ext cx="7" cy="6"/>
              </a:xfrm>
              <a:custGeom>
                <a:avLst/>
                <a:gdLst>
                  <a:gd name="T0" fmla="*/ 6 w 17"/>
                  <a:gd name="T1" fmla="*/ 13 h 16"/>
                  <a:gd name="T2" fmla="*/ 3 w 17"/>
                  <a:gd name="T3" fmla="*/ 13 h 16"/>
                  <a:gd name="T4" fmla="*/ 1 w 17"/>
                  <a:gd name="T5" fmla="*/ 13 h 16"/>
                  <a:gd name="T6" fmla="*/ 0 w 17"/>
                  <a:gd name="T7" fmla="*/ 11 h 16"/>
                  <a:gd name="T8" fmla="*/ 2 w 17"/>
                  <a:gd name="T9" fmla="*/ 9 h 16"/>
                  <a:gd name="T10" fmla="*/ 7 w 17"/>
                  <a:gd name="T11" fmla="*/ 6 h 16"/>
                  <a:gd name="T12" fmla="*/ 10 w 17"/>
                  <a:gd name="T13" fmla="*/ 2 h 16"/>
                  <a:gd name="T14" fmla="*/ 10 w 17"/>
                  <a:gd name="T15" fmla="*/ 2 h 16"/>
                  <a:gd name="T16" fmla="*/ 13 w 17"/>
                  <a:gd name="T17" fmla="*/ 0 h 16"/>
                  <a:gd name="T18" fmla="*/ 17 w 17"/>
                  <a:gd name="T19" fmla="*/ 2 h 16"/>
                  <a:gd name="T20" fmla="*/ 14 w 17"/>
                  <a:gd name="T21" fmla="*/ 6 h 16"/>
                  <a:gd name="T22" fmla="*/ 15 w 17"/>
                  <a:gd name="T23" fmla="*/ 11 h 16"/>
                  <a:gd name="T24" fmla="*/ 15 w 17"/>
                  <a:gd name="T25" fmla="*/ 15 h 16"/>
                  <a:gd name="T26" fmla="*/ 14 w 17"/>
                  <a:gd name="T27" fmla="*/ 16 h 16"/>
                  <a:gd name="T28" fmla="*/ 12 w 17"/>
                  <a:gd name="T29" fmla="*/ 14 h 16"/>
                  <a:gd name="T30" fmla="*/ 11 w 17"/>
                  <a:gd name="T31" fmla="*/ 13 h 16"/>
                  <a:gd name="T32" fmla="*/ 6 w 17"/>
                  <a:gd name="T33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6">
                    <a:moveTo>
                      <a:pt x="6" y="13"/>
                    </a:moveTo>
                    <a:cubicBezTo>
                      <a:pt x="5" y="13"/>
                      <a:pt x="4" y="13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2"/>
                      <a:pt x="0" y="12"/>
                      <a:pt x="0" y="11"/>
                    </a:cubicBezTo>
                    <a:cubicBezTo>
                      <a:pt x="0" y="10"/>
                      <a:pt x="1" y="9"/>
                      <a:pt x="2" y="9"/>
                    </a:cubicBezTo>
                    <a:cubicBezTo>
                      <a:pt x="3" y="8"/>
                      <a:pt x="5" y="7"/>
                      <a:pt x="7" y="6"/>
                    </a:cubicBezTo>
                    <a:cubicBezTo>
                      <a:pt x="9" y="5"/>
                      <a:pt x="10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1"/>
                      <a:pt x="12" y="0"/>
                      <a:pt x="13" y="0"/>
                    </a:cubicBezTo>
                    <a:cubicBezTo>
                      <a:pt x="15" y="0"/>
                      <a:pt x="17" y="0"/>
                      <a:pt x="17" y="2"/>
                    </a:cubicBezTo>
                    <a:cubicBezTo>
                      <a:pt x="17" y="4"/>
                      <a:pt x="15" y="5"/>
                      <a:pt x="14" y="6"/>
                    </a:cubicBezTo>
                    <a:cubicBezTo>
                      <a:pt x="14" y="8"/>
                      <a:pt x="14" y="10"/>
                      <a:pt x="15" y="11"/>
                    </a:cubicBezTo>
                    <a:cubicBezTo>
                      <a:pt x="15" y="12"/>
                      <a:pt x="15" y="14"/>
                      <a:pt x="15" y="15"/>
                    </a:cubicBezTo>
                    <a:cubicBezTo>
                      <a:pt x="14" y="15"/>
                      <a:pt x="14" y="16"/>
                      <a:pt x="14" y="16"/>
                    </a:cubicBezTo>
                    <a:cubicBezTo>
                      <a:pt x="13" y="16"/>
                      <a:pt x="13" y="15"/>
                      <a:pt x="12" y="14"/>
                    </a:cubicBezTo>
                    <a:cubicBezTo>
                      <a:pt x="12" y="14"/>
                      <a:pt x="12" y="13"/>
                      <a:pt x="11" y="13"/>
                    </a:cubicBezTo>
                    <a:cubicBezTo>
                      <a:pt x="10" y="12"/>
                      <a:pt x="8" y="13"/>
                      <a:pt x="6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" name="Freeform 3456">
                <a:extLst>
                  <a:ext uri="{FF2B5EF4-FFF2-40B4-BE49-F238E27FC236}">
                    <a16:creationId xmlns:a16="http://schemas.microsoft.com/office/drawing/2014/main" id="{868D8680-EEF6-BB48-BF2B-E4F0B340F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572"/>
                <a:ext cx="5" cy="3"/>
              </a:xfrm>
              <a:custGeom>
                <a:avLst/>
                <a:gdLst>
                  <a:gd name="T0" fmla="*/ 0 w 14"/>
                  <a:gd name="T1" fmla="*/ 4 h 8"/>
                  <a:gd name="T2" fmla="*/ 6 w 14"/>
                  <a:gd name="T3" fmla="*/ 1 h 8"/>
                  <a:gd name="T4" fmla="*/ 13 w 14"/>
                  <a:gd name="T5" fmla="*/ 2 h 8"/>
                  <a:gd name="T6" fmla="*/ 11 w 14"/>
                  <a:gd name="T7" fmla="*/ 6 h 8"/>
                  <a:gd name="T8" fmla="*/ 5 w 14"/>
                  <a:gd name="T9" fmla="*/ 7 h 8"/>
                  <a:gd name="T10" fmla="*/ 1 w 14"/>
                  <a:gd name="T11" fmla="*/ 6 h 8"/>
                  <a:gd name="T12" fmla="*/ 0 w 14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0" y="4"/>
                    </a:moveTo>
                    <a:cubicBezTo>
                      <a:pt x="0" y="2"/>
                      <a:pt x="4" y="1"/>
                      <a:pt x="6" y="1"/>
                    </a:cubicBezTo>
                    <a:cubicBezTo>
                      <a:pt x="8" y="0"/>
                      <a:pt x="12" y="0"/>
                      <a:pt x="13" y="2"/>
                    </a:cubicBezTo>
                    <a:cubicBezTo>
                      <a:pt x="14" y="4"/>
                      <a:pt x="13" y="6"/>
                      <a:pt x="11" y="6"/>
                    </a:cubicBezTo>
                    <a:cubicBezTo>
                      <a:pt x="9" y="7"/>
                      <a:pt x="7" y="8"/>
                      <a:pt x="5" y="7"/>
                    </a:cubicBezTo>
                    <a:cubicBezTo>
                      <a:pt x="4" y="6"/>
                      <a:pt x="2" y="6"/>
                      <a:pt x="1" y="6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" name="Freeform 3457">
                <a:extLst>
                  <a:ext uri="{FF2B5EF4-FFF2-40B4-BE49-F238E27FC236}">
                    <a16:creationId xmlns:a16="http://schemas.microsoft.com/office/drawing/2014/main" id="{4E037376-CAD5-8B44-B228-174781E9D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592"/>
                <a:ext cx="3" cy="4"/>
              </a:xfrm>
              <a:custGeom>
                <a:avLst/>
                <a:gdLst>
                  <a:gd name="T0" fmla="*/ 2 w 8"/>
                  <a:gd name="T1" fmla="*/ 9 h 9"/>
                  <a:gd name="T2" fmla="*/ 0 w 8"/>
                  <a:gd name="T3" fmla="*/ 3 h 9"/>
                  <a:gd name="T4" fmla="*/ 2 w 8"/>
                  <a:gd name="T5" fmla="*/ 1 h 9"/>
                  <a:gd name="T6" fmla="*/ 5 w 8"/>
                  <a:gd name="T7" fmla="*/ 0 h 9"/>
                  <a:gd name="T8" fmla="*/ 8 w 8"/>
                  <a:gd name="T9" fmla="*/ 1 h 9"/>
                  <a:gd name="T10" fmla="*/ 7 w 8"/>
                  <a:gd name="T11" fmla="*/ 5 h 9"/>
                  <a:gd name="T12" fmla="*/ 4 w 8"/>
                  <a:gd name="T13" fmla="*/ 8 h 9"/>
                  <a:gd name="T14" fmla="*/ 2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9"/>
                      <a:pt x="0" y="5"/>
                      <a:pt x="0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6" y="6"/>
                      <a:pt x="5" y="7"/>
                      <a:pt x="4" y="8"/>
                    </a:cubicBezTo>
                    <a:cubicBezTo>
                      <a:pt x="4" y="9"/>
                      <a:pt x="3" y="9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" name="Freeform 3458">
                <a:extLst>
                  <a:ext uri="{FF2B5EF4-FFF2-40B4-BE49-F238E27FC236}">
                    <a16:creationId xmlns:a16="http://schemas.microsoft.com/office/drawing/2014/main" id="{71AAD20D-F9E3-2F4C-B4BB-D1681FAAD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598"/>
                <a:ext cx="4" cy="3"/>
              </a:xfrm>
              <a:custGeom>
                <a:avLst/>
                <a:gdLst>
                  <a:gd name="T0" fmla="*/ 0 w 8"/>
                  <a:gd name="T1" fmla="*/ 3 h 8"/>
                  <a:gd name="T2" fmla="*/ 4 w 8"/>
                  <a:gd name="T3" fmla="*/ 1 h 8"/>
                  <a:gd name="T4" fmla="*/ 8 w 8"/>
                  <a:gd name="T5" fmla="*/ 3 h 8"/>
                  <a:gd name="T6" fmla="*/ 5 w 8"/>
                  <a:gd name="T7" fmla="*/ 7 h 8"/>
                  <a:gd name="T8" fmla="*/ 3 w 8"/>
                  <a:gd name="T9" fmla="*/ 8 h 8"/>
                  <a:gd name="T10" fmla="*/ 1 w 8"/>
                  <a:gd name="T11" fmla="*/ 7 h 8"/>
                  <a:gd name="T12" fmla="*/ 0 w 8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2"/>
                      <a:pt x="8" y="3"/>
                    </a:cubicBezTo>
                    <a:cubicBezTo>
                      <a:pt x="8" y="5"/>
                      <a:pt x="7" y="6"/>
                      <a:pt x="5" y="7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" name="Freeform 3459">
                <a:extLst>
                  <a:ext uri="{FF2B5EF4-FFF2-40B4-BE49-F238E27FC236}">
                    <a16:creationId xmlns:a16="http://schemas.microsoft.com/office/drawing/2014/main" id="{06937C91-F9BC-074B-81C4-B1D92D5CD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588"/>
                <a:ext cx="15" cy="9"/>
              </a:xfrm>
              <a:custGeom>
                <a:avLst/>
                <a:gdLst>
                  <a:gd name="T0" fmla="*/ 27 w 35"/>
                  <a:gd name="T1" fmla="*/ 12 h 22"/>
                  <a:gd name="T2" fmla="*/ 28 w 35"/>
                  <a:gd name="T3" fmla="*/ 11 h 22"/>
                  <a:gd name="T4" fmla="*/ 31 w 35"/>
                  <a:gd name="T5" fmla="*/ 9 h 22"/>
                  <a:gd name="T6" fmla="*/ 33 w 35"/>
                  <a:gd name="T7" fmla="*/ 8 h 22"/>
                  <a:gd name="T8" fmla="*/ 34 w 35"/>
                  <a:gd name="T9" fmla="*/ 6 h 22"/>
                  <a:gd name="T10" fmla="*/ 35 w 35"/>
                  <a:gd name="T11" fmla="*/ 4 h 22"/>
                  <a:gd name="T12" fmla="*/ 33 w 35"/>
                  <a:gd name="T13" fmla="*/ 1 h 22"/>
                  <a:gd name="T14" fmla="*/ 31 w 35"/>
                  <a:gd name="T15" fmla="*/ 1 h 22"/>
                  <a:gd name="T16" fmla="*/ 29 w 35"/>
                  <a:gd name="T17" fmla="*/ 0 h 22"/>
                  <a:gd name="T18" fmla="*/ 26 w 35"/>
                  <a:gd name="T19" fmla="*/ 3 h 22"/>
                  <a:gd name="T20" fmla="*/ 21 w 35"/>
                  <a:gd name="T21" fmla="*/ 7 h 22"/>
                  <a:gd name="T22" fmla="*/ 18 w 35"/>
                  <a:gd name="T23" fmla="*/ 8 h 22"/>
                  <a:gd name="T24" fmla="*/ 14 w 35"/>
                  <a:gd name="T25" fmla="*/ 7 h 22"/>
                  <a:gd name="T26" fmla="*/ 10 w 35"/>
                  <a:gd name="T27" fmla="*/ 8 h 22"/>
                  <a:gd name="T28" fmla="*/ 3 w 35"/>
                  <a:gd name="T29" fmla="*/ 9 h 22"/>
                  <a:gd name="T30" fmla="*/ 2 w 35"/>
                  <a:gd name="T31" fmla="*/ 11 h 22"/>
                  <a:gd name="T32" fmla="*/ 1 w 35"/>
                  <a:gd name="T33" fmla="*/ 15 h 22"/>
                  <a:gd name="T34" fmla="*/ 8 w 35"/>
                  <a:gd name="T35" fmla="*/ 18 h 22"/>
                  <a:gd name="T36" fmla="*/ 13 w 35"/>
                  <a:gd name="T37" fmla="*/ 21 h 22"/>
                  <a:gd name="T38" fmla="*/ 19 w 35"/>
                  <a:gd name="T39" fmla="*/ 22 h 22"/>
                  <a:gd name="T40" fmla="*/ 24 w 35"/>
                  <a:gd name="T41" fmla="*/ 22 h 22"/>
                  <a:gd name="T42" fmla="*/ 26 w 35"/>
                  <a:gd name="T43" fmla="*/ 20 h 22"/>
                  <a:gd name="T44" fmla="*/ 27 w 35"/>
                  <a:gd name="T45" fmla="*/ 16 h 22"/>
                  <a:gd name="T46" fmla="*/ 27 w 35"/>
                  <a:gd name="T47" fmla="*/ 14 h 22"/>
                  <a:gd name="T48" fmla="*/ 27 w 35"/>
                  <a:gd name="T49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22">
                    <a:moveTo>
                      <a:pt x="27" y="12"/>
                    </a:moveTo>
                    <a:cubicBezTo>
                      <a:pt x="27" y="12"/>
                      <a:pt x="28" y="11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9"/>
                      <a:pt x="32" y="9"/>
                      <a:pt x="33" y="8"/>
                    </a:cubicBezTo>
                    <a:cubicBezTo>
                      <a:pt x="33" y="7"/>
                      <a:pt x="34" y="7"/>
                      <a:pt x="34" y="6"/>
                    </a:cubicBezTo>
                    <a:cubicBezTo>
                      <a:pt x="35" y="6"/>
                      <a:pt x="35" y="5"/>
                      <a:pt x="35" y="4"/>
                    </a:cubicBezTo>
                    <a:cubicBezTo>
                      <a:pt x="35" y="3"/>
                      <a:pt x="34" y="2"/>
                      <a:pt x="33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0" y="1"/>
                      <a:pt x="29" y="0"/>
                      <a:pt x="29" y="0"/>
                    </a:cubicBezTo>
                    <a:cubicBezTo>
                      <a:pt x="28" y="1"/>
                      <a:pt x="27" y="2"/>
                      <a:pt x="26" y="3"/>
                    </a:cubicBezTo>
                    <a:cubicBezTo>
                      <a:pt x="25" y="4"/>
                      <a:pt x="23" y="5"/>
                      <a:pt x="21" y="7"/>
                    </a:cubicBezTo>
                    <a:cubicBezTo>
                      <a:pt x="20" y="7"/>
                      <a:pt x="19" y="8"/>
                      <a:pt x="18" y="8"/>
                    </a:cubicBezTo>
                    <a:cubicBezTo>
                      <a:pt x="17" y="8"/>
                      <a:pt x="15" y="7"/>
                      <a:pt x="14" y="7"/>
                    </a:cubicBezTo>
                    <a:cubicBezTo>
                      <a:pt x="13" y="7"/>
                      <a:pt x="12" y="8"/>
                      <a:pt x="10" y="8"/>
                    </a:cubicBezTo>
                    <a:cubicBezTo>
                      <a:pt x="8" y="8"/>
                      <a:pt x="5" y="8"/>
                      <a:pt x="3" y="9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1" y="12"/>
                      <a:pt x="0" y="14"/>
                      <a:pt x="1" y="15"/>
                    </a:cubicBezTo>
                    <a:cubicBezTo>
                      <a:pt x="1" y="19"/>
                      <a:pt x="5" y="18"/>
                      <a:pt x="8" y="18"/>
                    </a:cubicBezTo>
                    <a:cubicBezTo>
                      <a:pt x="10" y="18"/>
                      <a:pt x="12" y="19"/>
                      <a:pt x="13" y="21"/>
                    </a:cubicBezTo>
                    <a:cubicBezTo>
                      <a:pt x="15" y="22"/>
                      <a:pt x="17" y="22"/>
                      <a:pt x="19" y="22"/>
                    </a:cubicBezTo>
                    <a:cubicBezTo>
                      <a:pt x="20" y="22"/>
                      <a:pt x="22" y="22"/>
                      <a:pt x="24" y="22"/>
                    </a:cubicBezTo>
                    <a:cubicBezTo>
                      <a:pt x="25" y="22"/>
                      <a:pt x="26" y="22"/>
                      <a:pt x="26" y="20"/>
                    </a:cubicBezTo>
                    <a:cubicBezTo>
                      <a:pt x="27" y="19"/>
                      <a:pt x="27" y="17"/>
                      <a:pt x="27" y="16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27" y="13"/>
                      <a:pt x="26" y="12"/>
                      <a:pt x="27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" name="Freeform 3460">
                <a:extLst>
                  <a:ext uri="{FF2B5EF4-FFF2-40B4-BE49-F238E27FC236}">
                    <a16:creationId xmlns:a16="http://schemas.microsoft.com/office/drawing/2014/main" id="{A796935F-C707-E340-8CBC-9A067455D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286"/>
                <a:ext cx="12" cy="30"/>
              </a:xfrm>
              <a:custGeom>
                <a:avLst/>
                <a:gdLst>
                  <a:gd name="T0" fmla="*/ 22 w 28"/>
                  <a:gd name="T1" fmla="*/ 54 h 75"/>
                  <a:gd name="T2" fmla="*/ 21 w 28"/>
                  <a:gd name="T3" fmla="*/ 53 h 75"/>
                  <a:gd name="T4" fmla="*/ 18 w 28"/>
                  <a:gd name="T5" fmla="*/ 51 h 75"/>
                  <a:gd name="T6" fmla="*/ 18 w 28"/>
                  <a:gd name="T7" fmla="*/ 50 h 75"/>
                  <a:gd name="T8" fmla="*/ 19 w 28"/>
                  <a:gd name="T9" fmla="*/ 49 h 75"/>
                  <a:gd name="T10" fmla="*/ 22 w 28"/>
                  <a:gd name="T11" fmla="*/ 50 h 75"/>
                  <a:gd name="T12" fmla="*/ 25 w 28"/>
                  <a:gd name="T13" fmla="*/ 50 h 75"/>
                  <a:gd name="T14" fmla="*/ 27 w 28"/>
                  <a:gd name="T15" fmla="*/ 50 h 75"/>
                  <a:gd name="T16" fmla="*/ 28 w 28"/>
                  <a:gd name="T17" fmla="*/ 48 h 75"/>
                  <a:gd name="T18" fmla="*/ 26 w 28"/>
                  <a:gd name="T19" fmla="*/ 42 h 75"/>
                  <a:gd name="T20" fmla="*/ 26 w 28"/>
                  <a:gd name="T21" fmla="*/ 39 h 75"/>
                  <a:gd name="T22" fmla="*/ 22 w 28"/>
                  <a:gd name="T23" fmla="*/ 38 h 75"/>
                  <a:gd name="T24" fmla="*/ 19 w 28"/>
                  <a:gd name="T25" fmla="*/ 39 h 75"/>
                  <a:gd name="T26" fmla="*/ 17 w 28"/>
                  <a:gd name="T27" fmla="*/ 37 h 75"/>
                  <a:gd name="T28" fmla="*/ 15 w 28"/>
                  <a:gd name="T29" fmla="*/ 35 h 75"/>
                  <a:gd name="T30" fmla="*/ 15 w 28"/>
                  <a:gd name="T31" fmla="*/ 32 h 75"/>
                  <a:gd name="T32" fmla="*/ 17 w 28"/>
                  <a:gd name="T33" fmla="*/ 31 h 75"/>
                  <a:gd name="T34" fmla="*/ 19 w 28"/>
                  <a:gd name="T35" fmla="*/ 32 h 75"/>
                  <a:gd name="T36" fmla="*/ 20 w 28"/>
                  <a:gd name="T37" fmla="*/ 34 h 75"/>
                  <a:gd name="T38" fmla="*/ 21 w 28"/>
                  <a:gd name="T39" fmla="*/ 35 h 75"/>
                  <a:gd name="T40" fmla="*/ 22 w 28"/>
                  <a:gd name="T41" fmla="*/ 35 h 75"/>
                  <a:gd name="T42" fmla="*/ 23 w 28"/>
                  <a:gd name="T43" fmla="*/ 36 h 75"/>
                  <a:gd name="T44" fmla="*/ 25 w 28"/>
                  <a:gd name="T45" fmla="*/ 34 h 75"/>
                  <a:gd name="T46" fmla="*/ 27 w 28"/>
                  <a:gd name="T47" fmla="*/ 32 h 75"/>
                  <a:gd name="T48" fmla="*/ 26 w 28"/>
                  <a:gd name="T49" fmla="*/ 28 h 75"/>
                  <a:gd name="T50" fmla="*/ 24 w 28"/>
                  <a:gd name="T51" fmla="*/ 26 h 75"/>
                  <a:gd name="T52" fmla="*/ 22 w 28"/>
                  <a:gd name="T53" fmla="*/ 24 h 75"/>
                  <a:gd name="T54" fmla="*/ 21 w 28"/>
                  <a:gd name="T55" fmla="*/ 22 h 75"/>
                  <a:gd name="T56" fmla="*/ 20 w 28"/>
                  <a:gd name="T57" fmla="*/ 20 h 75"/>
                  <a:gd name="T58" fmla="*/ 18 w 28"/>
                  <a:gd name="T59" fmla="*/ 18 h 75"/>
                  <a:gd name="T60" fmla="*/ 15 w 28"/>
                  <a:gd name="T61" fmla="*/ 16 h 75"/>
                  <a:gd name="T62" fmla="*/ 14 w 28"/>
                  <a:gd name="T63" fmla="*/ 15 h 75"/>
                  <a:gd name="T64" fmla="*/ 14 w 28"/>
                  <a:gd name="T65" fmla="*/ 13 h 75"/>
                  <a:gd name="T66" fmla="*/ 14 w 28"/>
                  <a:gd name="T67" fmla="*/ 11 h 75"/>
                  <a:gd name="T68" fmla="*/ 14 w 28"/>
                  <a:gd name="T69" fmla="*/ 7 h 75"/>
                  <a:gd name="T70" fmla="*/ 11 w 28"/>
                  <a:gd name="T71" fmla="*/ 2 h 75"/>
                  <a:gd name="T72" fmla="*/ 6 w 28"/>
                  <a:gd name="T73" fmla="*/ 3 h 75"/>
                  <a:gd name="T74" fmla="*/ 3 w 28"/>
                  <a:gd name="T75" fmla="*/ 10 h 75"/>
                  <a:gd name="T76" fmla="*/ 3 w 28"/>
                  <a:gd name="T77" fmla="*/ 16 h 75"/>
                  <a:gd name="T78" fmla="*/ 1 w 28"/>
                  <a:gd name="T79" fmla="*/ 18 h 75"/>
                  <a:gd name="T80" fmla="*/ 1 w 28"/>
                  <a:gd name="T81" fmla="*/ 21 h 75"/>
                  <a:gd name="T82" fmla="*/ 0 w 28"/>
                  <a:gd name="T83" fmla="*/ 24 h 75"/>
                  <a:gd name="T84" fmla="*/ 0 w 28"/>
                  <a:gd name="T85" fmla="*/ 27 h 75"/>
                  <a:gd name="T86" fmla="*/ 2 w 28"/>
                  <a:gd name="T87" fmla="*/ 29 h 75"/>
                  <a:gd name="T88" fmla="*/ 4 w 28"/>
                  <a:gd name="T89" fmla="*/ 32 h 75"/>
                  <a:gd name="T90" fmla="*/ 3 w 28"/>
                  <a:gd name="T91" fmla="*/ 39 h 75"/>
                  <a:gd name="T92" fmla="*/ 1 w 28"/>
                  <a:gd name="T93" fmla="*/ 40 h 75"/>
                  <a:gd name="T94" fmla="*/ 1 w 28"/>
                  <a:gd name="T95" fmla="*/ 42 h 75"/>
                  <a:gd name="T96" fmla="*/ 2 w 28"/>
                  <a:gd name="T97" fmla="*/ 48 h 75"/>
                  <a:gd name="T98" fmla="*/ 6 w 28"/>
                  <a:gd name="T99" fmla="*/ 50 h 75"/>
                  <a:gd name="T100" fmla="*/ 9 w 28"/>
                  <a:gd name="T101" fmla="*/ 53 h 75"/>
                  <a:gd name="T102" fmla="*/ 10 w 28"/>
                  <a:gd name="T103" fmla="*/ 56 h 75"/>
                  <a:gd name="T104" fmla="*/ 9 w 28"/>
                  <a:gd name="T105" fmla="*/ 59 h 75"/>
                  <a:gd name="T106" fmla="*/ 10 w 28"/>
                  <a:gd name="T107" fmla="*/ 67 h 75"/>
                  <a:gd name="T108" fmla="*/ 17 w 28"/>
                  <a:gd name="T109" fmla="*/ 74 h 75"/>
                  <a:gd name="T110" fmla="*/ 22 w 28"/>
                  <a:gd name="T111" fmla="*/ 74 h 75"/>
                  <a:gd name="T112" fmla="*/ 26 w 28"/>
                  <a:gd name="T113" fmla="*/ 68 h 75"/>
                  <a:gd name="T114" fmla="*/ 26 w 28"/>
                  <a:gd name="T115" fmla="*/ 61 h 75"/>
                  <a:gd name="T116" fmla="*/ 26 w 28"/>
                  <a:gd name="T117" fmla="*/ 59 h 75"/>
                  <a:gd name="T118" fmla="*/ 25 w 28"/>
                  <a:gd name="T119" fmla="*/ 58 h 75"/>
                  <a:gd name="T120" fmla="*/ 24 w 28"/>
                  <a:gd name="T121" fmla="*/ 55 h 75"/>
                  <a:gd name="T122" fmla="*/ 22 w 28"/>
                  <a:gd name="T123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" h="75">
                    <a:moveTo>
                      <a:pt x="22" y="54"/>
                    </a:moveTo>
                    <a:cubicBezTo>
                      <a:pt x="22" y="53"/>
                      <a:pt x="22" y="53"/>
                      <a:pt x="21" y="53"/>
                    </a:cubicBezTo>
                    <a:cubicBezTo>
                      <a:pt x="20" y="52"/>
                      <a:pt x="19" y="52"/>
                      <a:pt x="18" y="51"/>
                    </a:cubicBezTo>
                    <a:cubicBezTo>
                      <a:pt x="18" y="51"/>
                      <a:pt x="17" y="50"/>
                      <a:pt x="18" y="50"/>
                    </a:cubicBezTo>
                    <a:cubicBezTo>
                      <a:pt x="18" y="49"/>
                      <a:pt x="19" y="49"/>
                      <a:pt x="19" y="49"/>
                    </a:cubicBezTo>
                    <a:cubicBezTo>
                      <a:pt x="20" y="49"/>
                      <a:pt x="21" y="50"/>
                      <a:pt x="22" y="50"/>
                    </a:cubicBezTo>
                    <a:cubicBezTo>
                      <a:pt x="23" y="50"/>
                      <a:pt x="24" y="50"/>
                      <a:pt x="25" y="50"/>
                    </a:cubicBezTo>
                    <a:cubicBezTo>
                      <a:pt x="26" y="51"/>
                      <a:pt x="27" y="51"/>
                      <a:pt x="27" y="50"/>
                    </a:cubicBezTo>
                    <a:cubicBezTo>
                      <a:pt x="28" y="50"/>
                      <a:pt x="28" y="49"/>
                      <a:pt x="28" y="48"/>
                    </a:cubicBezTo>
                    <a:cubicBezTo>
                      <a:pt x="28" y="46"/>
                      <a:pt x="26" y="44"/>
                      <a:pt x="26" y="42"/>
                    </a:cubicBezTo>
                    <a:cubicBezTo>
                      <a:pt x="26" y="41"/>
                      <a:pt x="27" y="40"/>
                      <a:pt x="26" y="39"/>
                    </a:cubicBezTo>
                    <a:cubicBezTo>
                      <a:pt x="25" y="38"/>
                      <a:pt x="23" y="38"/>
                      <a:pt x="22" y="38"/>
                    </a:cubicBezTo>
                    <a:cubicBezTo>
                      <a:pt x="21" y="39"/>
                      <a:pt x="20" y="39"/>
                      <a:pt x="19" y="39"/>
                    </a:cubicBezTo>
                    <a:cubicBezTo>
                      <a:pt x="18" y="38"/>
                      <a:pt x="17" y="38"/>
                      <a:pt x="17" y="37"/>
                    </a:cubicBezTo>
                    <a:cubicBezTo>
                      <a:pt x="16" y="36"/>
                      <a:pt x="15" y="36"/>
                      <a:pt x="15" y="35"/>
                    </a:cubicBezTo>
                    <a:cubicBezTo>
                      <a:pt x="15" y="34"/>
                      <a:pt x="15" y="33"/>
                      <a:pt x="15" y="32"/>
                    </a:cubicBezTo>
                    <a:cubicBezTo>
                      <a:pt x="16" y="32"/>
                      <a:pt x="16" y="31"/>
                      <a:pt x="17" y="31"/>
                    </a:cubicBezTo>
                    <a:cubicBezTo>
                      <a:pt x="18" y="31"/>
                      <a:pt x="18" y="31"/>
                      <a:pt x="19" y="32"/>
                    </a:cubicBezTo>
                    <a:cubicBezTo>
                      <a:pt x="19" y="33"/>
                      <a:pt x="20" y="33"/>
                      <a:pt x="20" y="34"/>
                    </a:cubicBezTo>
                    <a:cubicBezTo>
                      <a:pt x="20" y="34"/>
                      <a:pt x="20" y="35"/>
                      <a:pt x="21" y="35"/>
                    </a:cubicBezTo>
                    <a:cubicBezTo>
                      <a:pt x="21" y="35"/>
                      <a:pt x="21" y="35"/>
                      <a:pt x="22" y="35"/>
                    </a:cubicBezTo>
                    <a:cubicBezTo>
                      <a:pt x="22" y="35"/>
                      <a:pt x="22" y="35"/>
                      <a:pt x="23" y="36"/>
                    </a:cubicBezTo>
                    <a:cubicBezTo>
                      <a:pt x="24" y="36"/>
                      <a:pt x="25" y="35"/>
                      <a:pt x="25" y="34"/>
                    </a:cubicBezTo>
                    <a:cubicBezTo>
                      <a:pt x="26" y="34"/>
                      <a:pt x="26" y="33"/>
                      <a:pt x="27" y="32"/>
                    </a:cubicBezTo>
                    <a:cubicBezTo>
                      <a:pt x="27" y="31"/>
                      <a:pt x="26" y="29"/>
                      <a:pt x="26" y="28"/>
                    </a:cubicBezTo>
                    <a:cubicBezTo>
                      <a:pt x="25" y="27"/>
                      <a:pt x="25" y="27"/>
                      <a:pt x="24" y="26"/>
                    </a:cubicBezTo>
                    <a:cubicBezTo>
                      <a:pt x="23" y="25"/>
                      <a:pt x="23" y="24"/>
                      <a:pt x="22" y="24"/>
                    </a:cubicBezTo>
                    <a:cubicBezTo>
                      <a:pt x="22" y="23"/>
                      <a:pt x="21" y="22"/>
                      <a:pt x="21" y="22"/>
                    </a:cubicBezTo>
                    <a:cubicBezTo>
                      <a:pt x="21" y="21"/>
                      <a:pt x="20" y="21"/>
                      <a:pt x="20" y="20"/>
                    </a:cubicBezTo>
                    <a:cubicBezTo>
                      <a:pt x="20" y="19"/>
                      <a:pt x="18" y="19"/>
                      <a:pt x="18" y="18"/>
                    </a:cubicBezTo>
                    <a:cubicBezTo>
                      <a:pt x="17" y="17"/>
                      <a:pt x="16" y="16"/>
                      <a:pt x="15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5"/>
                      <a:pt x="13" y="3"/>
                      <a:pt x="11" y="2"/>
                    </a:cubicBezTo>
                    <a:cubicBezTo>
                      <a:pt x="10" y="0"/>
                      <a:pt x="7" y="1"/>
                      <a:pt x="6" y="3"/>
                    </a:cubicBezTo>
                    <a:cubicBezTo>
                      <a:pt x="4" y="5"/>
                      <a:pt x="3" y="7"/>
                      <a:pt x="3" y="10"/>
                    </a:cubicBezTo>
                    <a:cubicBezTo>
                      <a:pt x="3" y="12"/>
                      <a:pt x="4" y="14"/>
                      <a:pt x="3" y="16"/>
                    </a:cubicBezTo>
                    <a:cubicBezTo>
                      <a:pt x="2" y="17"/>
                      <a:pt x="2" y="17"/>
                      <a:pt x="1" y="18"/>
                    </a:cubicBezTo>
                    <a:cubicBezTo>
                      <a:pt x="1" y="19"/>
                      <a:pt x="1" y="20"/>
                      <a:pt x="1" y="21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8"/>
                      <a:pt x="2" y="29"/>
                    </a:cubicBezTo>
                    <a:cubicBezTo>
                      <a:pt x="3" y="30"/>
                      <a:pt x="4" y="31"/>
                      <a:pt x="4" y="32"/>
                    </a:cubicBezTo>
                    <a:cubicBezTo>
                      <a:pt x="6" y="35"/>
                      <a:pt x="5" y="38"/>
                      <a:pt x="3" y="39"/>
                    </a:cubicBezTo>
                    <a:cubicBezTo>
                      <a:pt x="2" y="39"/>
                      <a:pt x="2" y="40"/>
                      <a:pt x="1" y="40"/>
                    </a:cubicBezTo>
                    <a:cubicBezTo>
                      <a:pt x="1" y="41"/>
                      <a:pt x="1" y="42"/>
                      <a:pt x="1" y="42"/>
                    </a:cubicBezTo>
                    <a:cubicBezTo>
                      <a:pt x="1" y="44"/>
                      <a:pt x="1" y="46"/>
                      <a:pt x="2" y="48"/>
                    </a:cubicBezTo>
                    <a:cubicBezTo>
                      <a:pt x="3" y="48"/>
                      <a:pt x="5" y="49"/>
                      <a:pt x="6" y="50"/>
                    </a:cubicBezTo>
                    <a:cubicBezTo>
                      <a:pt x="7" y="51"/>
                      <a:pt x="8" y="52"/>
                      <a:pt x="9" y="53"/>
                    </a:cubicBezTo>
                    <a:cubicBezTo>
                      <a:pt x="9" y="54"/>
                      <a:pt x="10" y="55"/>
                      <a:pt x="10" y="56"/>
                    </a:cubicBezTo>
                    <a:cubicBezTo>
                      <a:pt x="10" y="57"/>
                      <a:pt x="9" y="58"/>
                      <a:pt x="9" y="59"/>
                    </a:cubicBezTo>
                    <a:cubicBezTo>
                      <a:pt x="9" y="62"/>
                      <a:pt x="9" y="65"/>
                      <a:pt x="10" y="67"/>
                    </a:cubicBezTo>
                    <a:cubicBezTo>
                      <a:pt x="11" y="71"/>
                      <a:pt x="14" y="73"/>
                      <a:pt x="17" y="74"/>
                    </a:cubicBezTo>
                    <a:cubicBezTo>
                      <a:pt x="19" y="75"/>
                      <a:pt x="20" y="75"/>
                      <a:pt x="22" y="74"/>
                    </a:cubicBezTo>
                    <a:cubicBezTo>
                      <a:pt x="24" y="72"/>
                      <a:pt x="25" y="70"/>
                      <a:pt x="26" y="68"/>
                    </a:cubicBezTo>
                    <a:cubicBezTo>
                      <a:pt x="26" y="66"/>
                      <a:pt x="26" y="63"/>
                      <a:pt x="26" y="61"/>
                    </a:cubicBezTo>
                    <a:cubicBezTo>
                      <a:pt x="26" y="61"/>
                      <a:pt x="26" y="60"/>
                      <a:pt x="26" y="59"/>
                    </a:cubicBezTo>
                    <a:cubicBezTo>
                      <a:pt x="26" y="58"/>
                      <a:pt x="26" y="58"/>
                      <a:pt x="25" y="58"/>
                    </a:cubicBezTo>
                    <a:cubicBezTo>
                      <a:pt x="25" y="57"/>
                      <a:pt x="24" y="56"/>
                      <a:pt x="24" y="55"/>
                    </a:cubicBezTo>
                    <a:cubicBezTo>
                      <a:pt x="23" y="55"/>
                      <a:pt x="23" y="54"/>
                      <a:pt x="22" y="5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" name="Freeform 3461">
                <a:extLst>
                  <a:ext uri="{FF2B5EF4-FFF2-40B4-BE49-F238E27FC236}">
                    <a16:creationId xmlns:a16="http://schemas.microsoft.com/office/drawing/2014/main" id="{CF6DC591-88CF-384D-B0C5-EB3E0053A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74"/>
                <a:ext cx="3" cy="4"/>
              </a:xfrm>
              <a:custGeom>
                <a:avLst/>
                <a:gdLst>
                  <a:gd name="T0" fmla="*/ 0 w 7"/>
                  <a:gd name="T1" fmla="*/ 5 h 8"/>
                  <a:gd name="T2" fmla="*/ 0 w 7"/>
                  <a:gd name="T3" fmla="*/ 5 h 8"/>
                  <a:gd name="T4" fmla="*/ 0 w 7"/>
                  <a:gd name="T5" fmla="*/ 3 h 8"/>
                  <a:gd name="T6" fmla="*/ 2 w 7"/>
                  <a:gd name="T7" fmla="*/ 2 h 8"/>
                  <a:gd name="T8" fmla="*/ 2 w 7"/>
                  <a:gd name="T9" fmla="*/ 1 h 8"/>
                  <a:gd name="T10" fmla="*/ 3 w 7"/>
                  <a:gd name="T11" fmla="*/ 1 h 8"/>
                  <a:gd name="T12" fmla="*/ 6 w 7"/>
                  <a:gd name="T13" fmla="*/ 1 h 8"/>
                  <a:gd name="T14" fmla="*/ 7 w 7"/>
                  <a:gd name="T15" fmla="*/ 4 h 8"/>
                  <a:gd name="T16" fmla="*/ 7 w 7"/>
                  <a:gd name="T17" fmla="*/ 5 h 8"/>
                  <a:gd name="T18" fmla="*/ 7 w 7"/>
                  <a:gd name="T19" fmla="*/ 7 h 8"/>
                  <a:gd name="T20" fmla="*/ 6 w 7"/>
                  <a:gd name="T21" fmla="*/ 8 h 8"/>
                  <a:gd name="T22" fmla="*/ 5 w 7"/>
                  <a:gd name="T23" fmla="*/ 8 h 8"/>
                  <a:gd name="T24" fmla="*/ 2 w 7"/>
                  <a:gd name="T25" fmla="*/ 7 h 8"/>
                  <a:gd name="T26" fmla="*/ 0 w 7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1" y="7"/>
                      <a:pt x="1" y="6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" name="Freeform 3462">
                <a:extLst>
                  <a:ext uri="{FF2B5EF4-FFF2-40B4-BE49-F238E27FC236}">
                    <a16:creationId xmlns:a16="http://schemas.microsoft.com/office/drawing/2014/main" id="{CD54C5B5-2F77-474A-8E1B-3B843F444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9"/>
                <a:ext cx="12" cy="21"/>
              </a:xfrm>
              <a:custGeom>
                <a:avLst/>
                <a:gdLst>
                  <a:gd name="T0" fmla="*/ 10 w 29"/>
                  <a:gd name="T1" fmla="*/ 29 h 52"/>
                  <a:gd name="T2" fmla="*/ 10 w 29"/>
                  <a:gd name="T3" fmla="*/ 29 h 52"/>
                  <a:gd name="T4" fmla="*/ 9 w 29"/>
                  <a:gd name="T5" fmla="*/ 29 h 52"/>
                  <a:gd name="T6" fmla="*/ 9 w 29"/>
                  <a:gd name="T7" fmla="*/ 29 h 52"/>
                  <a:gd name="T8" fmla="*/ 8 w 29"/>
                  <a:gd name="T9" fmla="*/ 28 h 52"/>
                  <a:gd name="T10" fmla="*/ 7 w 29"/>
                  <a:gd name="T11" fmla="*/ 28 h 52"/>
                  <a:gd name="T12" fmla="*/ 7 w 29"/>
                  <a:gd name="T13" fmla="*/ 28 h 52"/>
                  <a:gd name="T14" fmla="*/ 5 w 29"/>
                  <a:gd name="T15" fmla="*/ 29 h 52"/>
                  <a:gd name="T16" fmla="*/ 5 w 29"/>
                  <a:gd name="T17" fmla="*/ 30 h 52"/>
                  <a:gd name="T18" fmla="*/ 4 w 29"/>
                  <a:gd name="T19" fmla="*/ 31 h 52"/>
                  <a:gd name="T20" fmla="*/ 2 w 29"/>
                  <a:gd name="T21" fmla="*/ 30 h 52"/>
                  <a:gd name="T22" fmla="*/ 2 w 29"/>
                  <a:gd name="T23" fmla="*/ 30 h 52"/>
                  <a:gd name="T24" fmla="*/ 1 w 29"/>
                  <a:gd name="T25" fmla="*/ 29 h 52"/>
                  <a:gd name="T26" fmla="*/ 0 w 29"/>
                  <a:gd name="T27" fmla="*/ 27 h 52"/>
                  <a:gd name="T28" fmla="*/ 0 w 29"/>
                  <a:gd name="T29" fmla="*/ 23 h 52"/>
                  <a:gd name="T30" fmla="*/ 1 w 29"/>
                  <a:gd name="T31" fmla="*/ 21 h 52"/>
                  <a:gd name="T32" fmla="*/ 2 w 29"/>
                  <a:gd name="T33" fmla="*/ 19 h 52"/>
                  <a:gd name="T34" fmla="*/ 2 w 29"/>
                  <a:gd name="T35" fmla="*/ 17 h 52"/>
                  <a:gd name="T36" fmla="*/ 2 w 29"/>
                  <a:gd name="T37" fmla="*/ 13 h 52"/>
                  <a:gd name="T38" fmla="*/ 2 w 29"/>
                  <a:gd name="T39" fmla="*/ 10 h 52"/>
                  <a:gd name="T40" fmla="*/ 1 w 29"/>
                  <a:gd name="T41" fmla="*/ 9 h 52"/>
                  <a:gd name="T42" fmla="*/ 1 w 29"/>
                  <a:gd name="T43" fmla="*/ 7 h 52"/>
                  <a:gd name="T44" fmla="*/ 1 w 29"/>
                  <a:gd name="T45" fmla="*/ 3 h 52"/>
                  <a:gd name="T46" fmla="*/ 2 w 29"/>
                  <a:gd name="T47" fmla="*/ 1 h 52"/>
                  <a:gd name="T48" fmla="*/ 4 w 29"/>
                  <a:gd name="T49" fmla="*/ 2 h 52"/>
                  <a:gd name="T50" fmla="*/ 6 w 29"/>
                  <a:gd name="T51" fmla="*/ 4 h 52"/>
                  <a:gd name="T52" fmla="*/ 9 w 29"/>
                  <a:gd name="T53" fmla="*/ 8 h 52"/>
                  <a:gd name="T54" fmla="*/ 14 w 29"/>
                  <a:gd name="T55" fmla="*/ 11 h 52"/>
                  <a:gd name="T56" fmla="*/ 18 w 29"/>
                  <a:gd name="T57" fmla="*/ 12 h 52"/>
                  <a:gd name="T58" fmla="*/ 21 w 29"/>
                  <a:gd name="T59" fmla="*/ 15 h 52"/>
                  <a:gd name="T60" fmla="*/ 23 w 29"/>
                  <a:gd name="T61" fmla="*/ 19 h 52"/>
                  <a:gd name="T62" fmla="*/ 27 w 29"/>
                  <a:gd name="T63" fmla="*/ 23 h 52"/>
                  <a:gd name="T64" fmla="*/ 29 w 29"/>
                  <a:gd name="T65" fmla="*/ 27 h 52"/>
                  <a:gd name="T66" fmla="*/ 29 w 29"/>
                  <a:gd name="T67" fmla="*/ 32 h 52"/>
                  <a:gd name="T68" fmla="*/ 28 w 29"/>
                  <a:gd name="T69" fmla="*/ 37 h 52"/>
                  <a:gd name="T70" fmla="*/ 26 w 29"/>
                  <a:gd name="T71" fmla="*/ 42 h 52"/>
                  <a:gd name="T72" fmla="*/ 24 w 29"/>
                  <a:gd name="T73" fmla="*/ 46 h 52"/>
                  <a:gd name="T74" fmla="*/ 22 w 29"/>
                  <a:gd name="T75" fmla="*/ 49 h 52"/>
                  <a:gd name="T76" fmla="*/ 18 w 29"/>
                  <a:gd name="T77" fmla="*/ 44 h 52"/>
                  <a:gd name="T78" fmla="*/ 14 w 29"/>
                  <a:gd name="T79" fmla="*/ 38 h 52"/>
                  <a:gd name="T80" fmla="*/ 12 w 29"/>
                  <a:gd name="T81" fmla="*/ 36 h 52"/>
                  <a:gd name="T82" fmla="*/ 11 w 29"/>
                  <a:gd name="T83" fmla="*/ 33 h 52"/>
                  <a:gd name="T84" fmla="*/ 10 w 29"/>
                  <a:gd name="T85" fmla="*/ 31 h 52"/>
                  <a:gd name="T86" fmla="*/ 10 w 29"/>
                  <a:gd name="T87" fmla="*/ 2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" h="52">
                    <a:moveTo>
                      <a:pt x="10" y="29"/>
                    </a:move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8"/>
                      <a:pt x="8" y="28"/>
                    </a:cubicBezTo>
                    <a:cubicBezTo>
                      <a:pt x="8" y="28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1"/>
                      <a:pt x="3" y="3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" y="30"/>
                      <a:pt x="1" y="30"/>
                      <a:pt x="1" y="29"/>
                    </a:cubicBezTo>
                    <a:cubicBezTo>
                      <a:pt x="0" y="29"/>
                      <a:pt x="0" y="28"/>
                      <a:pt x="0" y="27"/>
                    </a:cubicBezTo>
                    <a:cubicBezTo>
                      <a:pt x="0" y="26"/>
                      <a:pt x="0" y="24"/>
                      <a:pt x="0" y="23"/>
                    </a:cubicBezTo>
                    <a:cubicBezTo>
                      <a:pt x="0" y="22"/>
                      <a:pt x="1" y="22"/>
                      <a:pt x="1" y="21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2" y="18"/>
                      <a:pt x="2" y="17"/>
                      <a:pt x="2" y="17"/>
                    </a:cubicBezTo>
                    <a:cubicBezTo>
                      <a:pt x="2" y="16"/>
                      <a:pt x="2" y="15"/>
                      <a:pt x="2" y="13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5"/>
                      <a:pt x="8" y="7"/>
                      <a:pt x="9" y="8"/>
                    </a:cubicBezTo>
                    <a:cubicBezTo>
                      <a:pt x="10" y="9"/>
                      <a:pt x="12" y="10"/>
                      <a:pt x="14" y="11"/>
                    </a:cubicBezTo>
                    <a:cubicBezTo>
                      <a:pt x="15" y="11"/>
                      <a:pt x="17" y="11"/>
                      <a:pt x="18" y="12"/>
                    </a:cubicBezTo>
                    <a:cubicBezTo>
                      <a:pt x="19" y="13"/>
                      <a:pt x="20" y="14"/>
                      <a:pt x="21" y="15"/>
                    </a:cubicBezTo>
                    <a:cubicBezTo>
                      <a:pt x="21" y="17"/>
                      <a:pt x="22" y="18"/>
                      <a:pt x="23" y="19"/>
                    </a:cubicBezTo>
                    <a:cubicBezTo>
                      <a:pt x="24" y="20"/>
                      <a:pt x="26" y="21"/>
                      <a:pt x="27" y="23"/>
                    </a:cubicBezTo>
                    <a:cubicBezTo>
                      <a:pt x="28" y="24"/>
                      <a:pt x="29" y="25"/>
                      <a:pt x="29" y="27"/>
                    </a:cubicBezTo>
                    <a:cubicBezTo>
                      <a:pt x="29" y="28"/>
                      <a:pt x="29" y="30"/>
                      <a:pt x="29" y="32"/>
                    </a:cubicBezTo>
                    <a:cubicBezTo>
                      <a:pt x="29" y="34"/>
                      <a:pt x="29" y="35"/>
                      <a:pt x="28" y="37"/>
                    </a:cubicBezTo>
                    <a:cubicBezTo>
                      <a:pt x="28" y="39"/>
                      <a:pt x="27" y="40"/>
                      <a:pt x="26" y="42"/>
                    </a:cubicBezTo>
                    <a:cubicBezTo>
                      <a:pt x="25" y="43"/>
                      <a:pt x="24" y="44"/>
                      <a:pt x="24" y="46"/>
                    </a:cubicBezTo>
                    <a:cubicBezTo>
                      <a:pt x="23" y="47"/>
                      <a:pt x="23" y="48"/>
                      <a:pt x="22" y="49"/>
                    </a:cubicBezTo>
                    <a:cubicBezTo>
                      <a:pt x="20" y="52"/>
                      <a:pt x="18" y="46"/>
                      <a:pt x="18" y="44"/>
                    </a:cubicBezTo>
                    <a:cubicBezTo>
                      <a:pt x="17" y="42"/>
                      <a:pt x="15" y="40"/>
                      <a:pt x="14" y="38"/>
                    </a:cubicBezTo>
                    <a:cubicBezTo>
                      <a:pt x="13" y="37"/>
                      <a:pt x="13" y="37"/>
                      <a:pt x="12" y="36"/>
                    </a:cubicBezTo>
                    <a:cubicBezTo>
                      <a:pt x="12" y="35"/>
                      <a:pt x="11" y="34"/>
                      <a:pt x="11" y="33"/>
                    </a:cubicBezTo>
                    <a:cubicBezTo>
                      <a:pt x="11" y="32"/>
                      <a:pt x="11" y="32"/>
                      <a:pt x="10" y="31"/>
                    </a:cubicBezTo>
                    <a:cubicBezTo>
                      <a:pt x="10" y="30"/>
                      <a:pt x="10" y="30"/>
                      <a:pt x="10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" name="Freeform 3463">
                <a:extLst>
                  <a:ext uri="{FF2B5EF4-FFF2-40B4-BE49-F238E27FC236}">
                    <a16:creationId xmlns:a16="http://schemas.microsoft.com/office/drawing/2014/main" id="{95B22A31-99AE-DB41-8AD6-2291ABFE3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250"/>
                <a:ext cx="4" cy="3"/>
              </a:xfrm>
              <a:custGeom>
                <a:avLst/>
                <a:gdLst>
                  <a:gd name="T0" fmla="*/ 5 w 9"/>
                  <a:gd name="T1" fmla="*/ 8 h 8"/>
                  <a:gd name="T2" fmla="*/ 3 w 9"/>
                  <a:gd name="T3" fmla="*/ 7 h 8"/>
                  <a:gd name="T4" fmla="*/ 1 w 9"/>
                  <a:gd name="T5" fmla="*/ 6 h 8"/>
                  <a:gd name="T6" fmla="*/ 0 w 9"/>
                  <a:gd name="T7" fmla="*/ 3 h 8"/>
                  <a:gd name="T8" fmla="*/ 0 w 9"/>
                  <a:gd name="T9" fmla="*/ 0 h 8"/>
                  <a:gd name="T10" fmla="*/ 3 w 9"/>
                  <a:gd name="T11" fmla="*/ 0 h 8"/>
                  <a:gd name="T12" fmla="*/ 4 w 9"/>
                  <a:gd name="T13" fmla="*/ 0 h 8"/>
                  <a:gd name="T14" fmla="*/ 6 w 9"/>
                  <a:gd name="T15" fmla="*/ 2 h 8"/>
                  <a:gd name="T16" fmla="*/ 7 w 9"/>
                  <a:gd name="T17" fmla="*/ 4 h 8"/>
                  <a:gd name="T18" fmla="*/ 7 w 9"/>
                  <a:gd name="T19" fmla="*/ 7 h 8"/>
                  <a:gd name="T20" fmla="*/ 5 w 9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4" y="8"/>
                      <a:pt x="4" y="7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5"/>
                      <a:pt x="9" y="6"/>
                      <a:pt x="7" y="7"/>
                    </a:cubicBezTo>
                    <a:cubicBezTo>
                      <a:pt x="7" y="8"/>
                      <a:pt x="6" y="8"/>
                      <a:pt x="5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" name="Freeform 3464">
                <a:extLst>
                  <a:ext uri="{FF2B5EF4-FFF2-40B4-BE49-F238E27FC236}">
                    <a16:creationId xmlns:a16="http://schemas.microsoft.com/office/drawing/2014/main" id="{6BB3B646-8DE7-2543-8AD3-0C50FBC2E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254"/>
                <a:ext cx="3" cy="5"/>
              </a:xfrm>
              <a:custGeom>
                <a:avLst/>
                <a:gdLst>
                  <a:gd name="T0" fmla="*/ 1 w 7"/>
                  <a:gd name="T1" fmla="*/ 4 h 14"/>
                  <a:gd name="T2" fmla="*/ 1 w 7"/>
                  <a:gd name="T3" fmla="*/ 1 h 14"/>
                  <a:gd name="T4" fmla="*/ 5 w 7"/>
                  <a:gd name="T5" fmla="*/ 0 h 14"/>
                  <a:gd name="T6" fmla="*/ 6 w 7"/>
                  <a:gd name="T7" fmla="*/ 5 h 14"/>
                  <a:gd name="T8" fmla="*/ 6 w 7"/>
                  <a:gd name="T9" fmla="*/ 6 h 14"/>
                  <a:gd name="T10" fmla="*/ 7 w 7"/>
                  <a:gd name="T11" fmla="*/ 7 h 14"/>
                  <a:gd name="T12" fmla="*/ 7 w 7"/>
                  <a:gd name="T13" fmla="*/ 10 h 14"/>
                  <a:gd name="T14" fmla="*/ 7 w 7"/>
                  <a:gd name="T15" fmla="*/ 12 h 14"/>
                  <a:gd name="T16" fmla="*/ 5 w 7"/>
                  <a:gd name="T17" fmla="*/ 14 h 14"/>
                  <a:gd name="T18" fmla="*/ 2 w 7"/>
                  <a:gd name="T19" fmla="*/ 13 h 14"/>
                  <a:gd name="T20" fmla="*/ 1 w 7"/>
                  <a:gd name="T21" fmla="*/ 11 h 14"/>
                  <a:gd name="T22" fmla="*/ 1 w 7"/>
                  <a:gd name="T23" fmla="*/ 8 h 14"/>
                  <a:gd name="T24" fmla="*/ 1 w 7"/>
                  <a:gd name="T2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1" y="4"/>
                    </a:moveTo>
                    <a:cubicBezTo>
                      <a:pt x="1" y="3"/>
                      <a:pt x="1" y="2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4"/>
                      <a:pt x="7" y="14"/>
                      <a:pt x="5" y="14"/>
                    </a:cubicBezTo>
                    <a:cubicBezTo>
                      <a:pt x="4" y="14"/>
                      <a:pt x="3" y="13"/>
                      <a:pt x="2" y="13"/>
                    </a:cubicBezTo>
                    <a:cubicBezTo>
                      <a:pt x="2" y="12"/>
                      <a:pt x="1" y="12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7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" name="Freeform 3465">
                <a:extLst>
                  <a:ext uri="{FF2B5EF4-FFF2-40B4-BE49-F238E27FC236}">
                    <a16:creationId xmlns:a16="http://schemas.microsoft.com/office/drawing/2014/main" id="{658A879A-41D7-464D-95A1-31C45AAC1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226"/>
                <a:ext cx="7" cy="4"/>
              </a:xfrm>
              <a:custGeom>
                <a:avLst/>
                <a:gdLst>
                  <a:gd name="T0" fmla="*/ 10 w 19"/>
                  <a:gd name="T1" fmla="*/ 8 h 10"/>
                  <a:gd name="T2" fmla="*/ 8 w 19"/>
                  <a:gd name="T3" fmla="*/ 8 h 10"/>
                  <a:gd name="T4" fmla="*/ 7 w 19"/>
                  <a:gd name="T5" fmla="*/ 7 h 10"/>
                  <a:gd name="T6" fmla="*/ 5 w 19"/>
                  <a:gd name="T7" fmla="*/ 6 h 10"/>
                  <a:gd name="T8" fmla="*/ 3 w 19"/>
                  <a:gd name="T9" fmla="*/ 6 h 10"/>
                  <a:gd name="T10" fmla="*/ 1 w 19"/>
                  <a:gd name="T11" fmla="*/ 4 h 10"/>
                  <a:gd name="T12" fmla="*/ 0 w 19"/>
                  <a:gd name="T13" fmla="*/ 2 h 10"/>
                  <a:gd name="T14" fmla="*/ 2 w 19"/>
                  <a:gd name="T15" fmla="*/ 1 h 10"/>
                  <a:gd name="T16" fmla="*/ 8 w 19"/>
                  <a:gd name="T17" fmla="*/ 1 h 10"/>
                  <a:gd name="T18" fmla="*/ 13 w 19"/>
                  <a:gd name="T19" fmla="*/ 3 h 10"/>
                  <a:gd name="T20" fmla="*/ 14 w 19"/>
                  <a:gd name="T21" fmla="*/ 4 h 10"/>
                  <a:gd name="T22" fmla="*/ 16 w 19"/>
                  <a:gd name="T23" fmla="*/ 5 h 10"/>
                  <a:gd name="T24" fmla="*/ 17 w 19"/>
                  <a:gd name="T25" fmla="*/ 6 h 10"/>
                  <a:gd name="T26" fmla="*/ 18 w 19"/>
                  <a:gd name="T27" fmla="*/ 7 h 10"/>
                  <a:gd name="T28" fmla="*/ 18 w 19"/>
                  <a:gd name="T29" fmla="*/ 8 h 10"/>
                  <a:gd name="T30" fmla="*/ 18 w 19"/>
                  <a:gd name="T31" fmla="*/ 9 h 10"/>
                  <a:gd name="T32" fmla="*/ 15 w 19"/>
                  <a:gd name="T33" fmla="*/ 10 h 10"/>
                  <a:gd name="T34" fmla="*/ 14 w 19"/>
                  <a:gd name="T35" fmla="*/ 9 h 10"/>
                  <a:gd name="T36" fmla="*/ 12 w 19"/>
                  <a:gd name="T37" fmla="*/ 9 h 10"/>
                  <a:gd name="T38" fmla="*/ 10 w 19"/>
                  <a:gd name="T3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10">
                    <a:moveTo>
                      <a:pt x="10" y="8"/>
                    </a:moveTo>
                    <a:cubicBezTo>
                      <a:pt x="9" y="8"/>
                      <a:pt x="8" y="8"/>
                      <a:pt x="8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1"/>
                      <a:pt x="11" y="2"/>
                      <a:pt x="13" y="3"/>
                    </a:cubicBezTo>
                    <a:cubicBezTo>
                      <a:pt x="13" y="3"/>
                      <a:pt x="13" y="4"/>
                      <a:pt x="14" y="4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6" y="10"/>
                      <a:pt x="15" y="10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1" y="9"/>
                      <a:pt x="10" y="8"/>
                      <a:pt x="10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" name="Freeform 3466">
                <a:extLst>
                  <a:ext uri="{FF2B5EF4-FFF2-40B4-BE49-F238E27FC236}">
                    <a16:creationId xmlns:a16="http://schemas.microsoft.com/office/drawing/2014/main" id="{72F3107B-2DF6-EB4D-8319-998EA92C7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228"/>
                <a:ext cx="18" cy="17"/>
              </a:xfrm>
              <a:custGeom>
                <a:avLst/>
                <a:gdLst>
                  <a:gd name="T0" fmla="*/ 3 w 46"/>
                  <a:gd name="T1" fmla="*/ 12 h 42"/>
                  <a:gd name="T2" fmla="*/ 2 w 46"/>
                  <a:gd name="T3" fmla="*/ 11 h 42"/>
                  <a:gd name="T4" fmla="*/ 1 w 46"/>
                  <a:gd name="T5" fmla="*/ 10 h 42"/>
                  <a:gd name="T6" fmla="*/ 0 w 46"/>
                  <a:gd name="T7" fmla="*/ 9 h 42"/>
                  <a:gd name="T8" fmla="*/ 0 w 46"/>
                  <a:gd name="T9" fmla="*/ 6 h 42"/>
                  <a:gd name="T10" fmla="*/ 0 w 46"/>
                  <a:gd name="T11" fmla="*/ 3 h 42"/>
                  <a:gd name="T12" fmla="*/ 2 w 46"/>
                  <a:gd name="T13" fmla="*/ 1 h 42"/>
                  <a:gd name="T14" fmla="*/ 4 w 46"/>
                  <a:gd name="T15" fmla="*/ 2 h 42"/>
                  <a:gd name="T16" fmla="*/ 6 w 46"/>
                  <a:gd name="T17" fmla="*/ 5 h 42"/>
                  <a:gd name="T18" fmla="*/ 10 w 46"/>
                  <a:gd name="T19" fmla="*/ 8 h 42"/>
                  <a:gd name="T20" fmla="*/ 15 w 46"/>
                  <a:gd name="T21" fmla="*/ 7 h 42"/>
                  <a:gd name="T22" fmla="*/ 20 w 46"/>
                  <a:gd name="T23" fmla="*/ 7 h 42"/>
                  <a:gd name="T24" fmla="*/ 25 w 46"/>
                  <a:gd name="T25" fmla="*/ 7 h 42"/>
                  <a:gd name="T26" fmla="*/ 27 w 46"/>
                  <a:gd name="T27" fmla="*/ 9 h 42"/>
                  <a:gd name="T28" fmla="*/ 30 w 46"/>
                  <a:gd name="T29" fmla="*/ 12 h 42"/>
                  <a:gd name="T30" fmla="*/ 33 w 46"/>
                  <a:gd name="T31" fmla="*/ 16 h 42"/>
                  <a:gd name="T32" fmla="*/ 39 w 46"/>
                  <a:gd name="T33" fmla="*/ 23 h 42"/>
                  <a:gd name="T34" fmla="*/ 44 w 46"/>
                  <a:gd name="T35" fmla="*/ 28 h 42"/>
                  <a:gd name="T36" fmla="*/ 45 w 46"/>
                  <a:gd name="T37" fmla="*/ 32 h 42"/>
                  <a:gd name="T38" fmla="*/ 43 w 46"/>
                  <a:gd name="T39" fmla="*/ 34 h 42"/>
                  <a:gd name="T40" fmla="*/ 41 w 46"/>
                  <a:gd name="T41" fmla="*/ 37 h 42"/>
                  <a:gd name="T42" fmla="*/ 38 w 46"/>
                  <a:gd name="T43" fmla="*/ 39 h 42"/>
                  <a:gd name="T44" fmla="*/ 34 w 46"/>
                  <a:gd name="T45" fmla="*/ 39 h 42"/>
                  <a:gd name="T46" fmla="*/ 30 w 46"/>
                  <a:gd name="T47" fmla="*/ 39 h 42"/>
                  <a:gd name="T48" fmla="*/ 28 w 46"/>
                  <a:gd name="T49" fmla="*/ 41 h 42"/>
                  <a:gd name="T50" fmla="*/ 22 w 46"/>
                  <a:gd name="T51" fmla="*/ 38 h 42"/>
                  <a:gd name="T52" fmla="*/ 19 w 46"/>
                  <a:gd name="T53" fmla="*/ 36 h 42"/>
                  <a:gd name="T54" fmla="*/ 15 w 46"/>
                  <a:gd name="T55" fmla="*/ 35 h 42"/>
                  <a:gd name="T56" fmla="*/ 12 w 46"/>
                  <a:gd name="T57" fmla="*/ 35 h 42"/>
                  <a:gd name="T58" fmla="*/ 9 w 46"/>
                  <a:gd name="T59" fmla="*/ 34 h 42"/>
                  <a:gd name="T60" fmla="*/ 7 w 46"/>
                  <a:gd name="T61" fmla="*/ 33 h 42"/>
                  <a:gd name="T62" fmla="*/ 6 w 46"/>
                  <a:gd name="T63" fmla="*/ 32 h 42"/>
                  <a:gd name="T64" fmla="*/ 4 w 46"/>
                  <a:gd name="T65" fmla="*/ 30 h 42"/>
                  <a:gd name="T66" fmla="*/ 3 w 46"/>
                  <a:gd name="T67" fmla="*/ 28 h 42"/>
                  <a:gd name="T68" fmla="*/ 2 w 46"/>
                  <a:gd name="T69" fmla="*/ 26 h 42"/>
                  <a:gd name="T70" fmla="*/ 0 w 46"/>
                  <a:gd name="T71" fmla="*/ 23 h 42"/>
                  <a:gd name="T72" fmla="*/ 0 w 46"/>
                  <a:gd name="T73" fmla="*/ 22 h 42"/>
                  <a:gd name="T74" fmla="*/ 1 w 46"/>
                  <a:gd name="T75" fmla="*/ 22 h 42"/>
                  <a:gd name="T76" fmla="*/ 5 w 46"/>
                  <a:gd name="T77" fmla="*/ 23 h 42"/>
                  <a:gd name="T78" fmla="*/ 7 w 46"/>
                  <a:gd name="T79" fmla="*/ 22 h 42"/>
                  <a:gd name="T80" fmla="*/ 6 w 46"/>
                  <a:gd name="T81" fmla="*/ 19 h 42"/>
                  <a:gd name="T82" fmla="*/ 5 w 46"/>
                  <a:gd name="T83" fmla="*/ 17 h 42"/>
                  <a:gd name="T84" fmla="*/ 4 w 46"/>
                  <a:gd name="T85" fmla="*/ 15 h 42"/>
                  <a:gd name="T86" fmla="*/ 4 w 46"/>
                  <a:gd name="T87" fmla="*/ 13 h 42"/>
                  <a:gd name="T88" fmla="*/ 3 w 46"/>
                  <a:gd name="T89" fmla="*/ 13 h 42"/>
                  <a:gd name="T90" fmla="*/ 3 w 46"/>
                  <a:gd name="T91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42">
                    <a:moveTo>
                      <a:pt x="3" y="12"/>
                    </a:moveTo>
                    <a:cubicBezTo>
                      <a:pt x="3" y="11"/>
                      <a:pt x="2" y="11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6"/>
                      <a:pt x="8" y="7"/>
                      <a:pt x="10" y="8"/>
                    </a:cubicBezTo>
                    <a:cubicBezTo>
                      <a:pt x="11" y="8"/>
                      <a:pt x="13" y="8"/>
                      <a:pt x="15" y="7"/>
                    </a:cubicBezTo>
                    <a:cubicBezTo>
                      <a:pt x="17" y="7"/>
                      <a:pt x="19" y="7"/>
                      <a:pt x="20" y="7"/>
                    </a:cubicBezTo>
                    <a:cubicBezTo>
                      <a:pt x="22" y="7"/>
                      <a:pt x="23" y="7"/>
                      <a:pt x="25" y="7"/>
                    </a:cubicBezTo>
                    <a:cubicBezTo>
                      <a:pt x="26" y="8"/>
                      <a:pt x="26" y="8"/>
                      <a:pt x="27" y="9"/>
                    </a:cubicBezTo>
                    <a:cubicBezTo>
                      <a:pt x="28" y="10"/>
                      <a:pt x="29" y="11"/>
                      <a:pt x="30" y="12"/>
                    </a:cubicBezTo>
                    <a:cubicBezTo>
                      <a:pt x="31" y="13"/>
                      <a:pt x="32" y="15"/>
                      <a:pt x="33" y="16"/>
                    </a:cubicBezTo>
                    <a:cubicBezTo>
                      <a:pt x="35" y="19"/>
                      <a:pt x="36" y="21"/>
                      <a:pt x="39" y="23"/>
                    </a:cubicBezTo>
                    <a:cubicBezTo>
                      <a:pt x="40" y="25"/>
                      <a:pt x="42" y="26"/>
                      <a:pt x="44" y="28"/>
                    </a:cubicBezTo>
                    <a:cubicBezTo>
                      <a:pt x="44" y="29"/>
                      <a:pt x="46" y="31"/>
                      <a:pt x="45" y="32"/>
                    </a:cubicBezTo>
                    <a:cubicBezTo>
                      <a:pt x="45" y="33"/>
                      <a:pt x="44" y="34"/>
                      <a:pt x="43" y="34"/>
                    </a:cubicBezTo>
                    <a:cubicBezTo>
                      <a:pt x="42" y="35"/>
                      <a:pt x="41" y="36"/>
                      <a:pt x="41" y="37"/>
                    </a:cubicBezTo>
                    <a:cubicBezTo>
                      <a:pt x="40" y="38"/>
                      <a:pt x="39" y="38"/>
                      <a:pt x="38" y="39"/>
                    </a:cubicBezTo>
                    <a:cubicBezTo>
                      <a:pt x="37" y="39"/>
                      <a:pt x="36" y="39"/>
                      <a:pt x="34" y="39"/>
                    </a:cubicBezTo>
                    <a:cubicBezTo>
                      <a:pt x="33" y="39"/>
                      <a:pt x="32" y="39"/>
                      <a:pt x="30" y="39"/>
                    </a:cubicBezTo>
                    <a:cubicBezTo>
                      <a:pt x="29" y="40"/>
                      <a:pt x="29" y="41"/>
                      <a:pt x="28" y="41"/>
                    </a:cubicBezTo>
                    <a:cubicBezTo>
                      <a:pt x="25" y="42"/>
                      <a:pt x="23" y="40"/>
                      <a:pt x="22" y="38"/>
                    </a:cubicBezTo>
                    <a:cubicBezTo>
                      <a:pt x="21" y="37"/>
                      <a:pt x="20" y="37"/>
                      <a:pt x="19" y="36"/>
                    </a:cubicBezTo>
                    <a:cubicBezTo>
                      <a:pt x="17" y="36"/>
                      <a:pt x="16" y="35"/>
                      <a:pt x="15" y="35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11" y="34"/>
                      <a:pt x="10" y="34"/>
                      <a:pt x="9" y="34"/>
                    </a:cubicBezTo>
                    <a:cubicBezTo>
                      <a:pt x="9" y="33"/>
                      <a:pt x="8" y="33"/>
                      <a:pt x="7" y="33"/>
                    </a:cubicBezTo>
                    <a:cubicBezTo>
                      <a:pt x="7" y="33"/>
                      <a:pt x="6" y="32"/>
                      <a:pt x="6" y="32"/>
                    </a:cubicBezTo>
                    <a:cubicBezTo>
                      <a:pt x="5" y="32"/>
                      <a:pt x="4" y="31"/>
                      <a:pt x="4" y="30"/>
                    </a:cubicBezTo>
                    <a:cubicBezTo>
                      <a:pt x="4" y="30"/>
                      <a:pt x="4" y="29"/>
                      <a:pt x="3" y="28"/>
                    </a:cubicBezTo>
                    <a:cubicBezTo>
                      <a:pt x="3" y="27"/>
                      <a:pt x="2" y="27"/>
                      <a:pt x="2" y="26"/>
                    </a:cubicBezTo>
                    <a:cubicBezTo>
                      <a:pt x="1" y="25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3" y="22"/>
                      <a:pt x="4" y="23"/>
                      <a:pt x="5" y="23"/>
                    </a:cubicBezTo>
                    <a:cubicBezTo>
                      <a:pt x="6" y="23"/>
                      <a:pt x="7" y="23"/>
                      <a:pt x="7" y="22"/>
                    </a:cubicBezTo>
                    <a:cubicBezTo>
                      <a:pt x="7" y="21"/>
                      <a:pt x="6" y="20"/>
                      <a:pt x="6" y="19"/>
                    </a:cubicBezTo>
                    <a:cubicBezTo>
                      <a:pt x="5" y="18"/>
                      <a:pt x="5" y="18"/>
                      <a:pt x="5" y="17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4" y="14"/>
                      <a:pt x="4" y="14"/>
                      <a:pt x="4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" name="Freeform 3467">
                <a:extLst>
                  <a:ext uri="{FF2B5EF4-FFF2-40B4-BE49-F238E27FC236}">
                    <a16:creationId xmlns:a16="http://schemas.microsoft.com/office/drawing/2014/main" id="{DB6174D6-F8BB-7640-B62A-EB608D157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230"/>
                <a:ext cx="6" cy="6"/>
              </a:xfrm>
              <a:custGeom>
                <a:avLst/>
                <a:gdLst>
                  <a:gd name="T0" fmla="*/ 1 w 15"/>
                  <a:gd name="T1" fmla="*/ 6 h 14"/>
                  <a:gd name="T2" fmla="*/ 1 w 15"/>
                  <a:gd name="T3" fmla="*/ 5 h 14"/>
                  <a:gd name="T4" fmla="*/ 3 w 15"/>
                  <a:gd name="T5" fmla="*/ 4 h 14"/>
                  <a:gd name="T6" fmla="*/ 5 w 15"/>
                  <a:gd name="T7" fmla="*/ 4 h 14"/>
                  <a:gd name="T8" fmla="*/ 7 w 15"/>
                  <a:gd name="T9" fmla="*/ 3 h 14"/>
                  <a:gd name="T10" fmla="*/ 8 w 15"/>
                  <a:gd name="T11" fmla="*/ 2 h 14"/>
                  <a:gd name="T12" fmla="*/ 9 w 15"/>
                  <a:gd name="T13" fmla="*/ 1 h 14"/>
                  <a:gd name="T14" fmla="*/ 12 w 15"/>
                  <a:gd name="T15" fmla="*/ 1 h 14"/>
                  <a:gd name="T16" fmla="*/ 13 w 15"/>
                  <a:gd name="T17" fmla="*/ 1 h 14"/>
                  <a:gd name="T18" fmla="*/ 14 w 15"/>
                  <a:gd name="T19" fmla="*/ 2 h 14"/>
                  <a:gd name="T20" fmla="*/ 15 w 15"/>
                  <a:gd name="T21" fmla="*/ 3 h 14"/>
                  <a:gd name="T22" fmla="*/ 14 w 15"/>
                  <a:gd name="T23" fmla="*/ 7 h 14"/>
                  <a:gd name="T24" fmla="*/ 9 w 15"/>
                  <a:gd name="T25" fmla="*/ 9 h 14"/>
                  <a:gd name="T26" fmla="*/ 7 w 15"/>
                  <a:gd name="T27" fmla="*/ 12 h 14"/>
                  <a:gd name="T28" fmla="*/ 5 w 15"/>
                  <a:gd name="T29" fmla="*/ 13 h 14"/>
                  <a:gd name="T30" fmla="*/ 3 w 15"/>
                  <a:gd name="T31" fmla="*/ 14 h 14"/>
                  <a:gd name="T32" fmla="*/ 1 w 15"/>
                  <a:gd name="T33" fmla="*/ 13 h 14"/>
                  <a:gd name="T34" fmla="*/ 0 w 15"/>
                  <a:gd name="T35" fmla="*/ 12 h 14"/>
                  <a:gd name="T36" fmla="*/ 0 w 15"/>
                  <a:gd name="T37" fmla="*/ 12 h 14"/>
                  <a:gd name="T38" fmla="*/ 0 w 15"/>
                  <a:gd name="T39" fmla="*/ 10 h 14"/>
                  <a:gd name="T40" fmla="*/ 0 w 15"/>
                  <a:gd name="T41" fmla="*/ 10 h 14"/>
                  <a:gd name="T42" fmla="*/ 1 w 15"/>
                  <a:gd name="T43" fmla="*/ 9 h 14"/>
                  <a:gd name="T44" fmla="*/ 1 w 15"/>
                  <a:gd name="T45" fmla="*/ 8 h 14"/>
                  <a:gd name="T46" fmla="*/ 1 w 15"/>
                  <a:gd name="T4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4">
                    <a:moveTo>
                      <a:pt x="1" y="6"/>
                    </a:moveTo>
                    <a:cubicBezTo>
                      <a:pt x="1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1" y="0"/>
                      <a:pt x="12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5" y="6"/>
                      <a:pt x="14" y="7"/>
                    </a:cubicBezTo>
                    <a:cubicBezTo>
                      <a:pt x="13" y="8"/>
                      <a:pt x="11" y="9"/>
                      <a:pt x="9" y="9"/>
                    </a:cubicBezTo>
                    <a:cubicBezTo>
                      <a:pt x="8" y="10"/>
                      <a:pt x="7" y="11"/>
                      <a:pt x="7" y="12"/>
                    </a:cubicBezTo>
                    <a:cubicBezTo>
                      <a:pt x="6" y="12"/>
                      <a:pt x="6" y="13"/>
                      <a:pt x="5" y="13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1" y="13"/>
                      <a:pt x="0" y="13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" name="Freeform 3468">
                <a:extLst>
                  <a:ext uri="{FF2B5EF4-FFF2-40B4-BE49-F238E27FC236}">
                    <a16:creationId xmlns:a16="http://schemas.microsoft.com/office/drawing/2014/main" id="{6A39627D-E4EC-EA4F-BEB0-7AD0A3D86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225"/>
                <a:ext cx="6" cy="4"/>
              </a:xfrm>
              <a:custGeom>
                <a:avLst/>
                <a:gdLst>
                  <a:gd name="T0" fmla="*/ 1 w 15"/>
                  <a:gd name="T1" fmla="*/ 9 h 10"/>
                  <a:gd name="T2" fmla="*/ 1 w 15"/>
                  <a:gd name="T3" fmla="*/ 7 h 10"/>
                  <a:gd name="T4" fmla="*/ 2 w 15"/>
                  <a:gd name="T5" fmla="*/ 6 h 10"/>
                  <a:gd name="T6" fmla="*/ 3 w 15"/>
                  <a:gd name="T7" fmla="*/ 5 h 10"/>
                  <a:gd name="T8" fmla="*/ 3 w 15"/>
                  <a:gd name="T9" fmla="*/ 4 h 10"/>
                  <a:gd name="T10" fmla="*/ 3 w 15"/>
                  <a:gd name="T11" fmla="*/ 3 h 10"/>
                  <a:gd name="T12" fmla="*/ 3 w 15"/>
                  <a:gd name="T13" fmla="*/ 2 h 10"/>
                  <a:gd name="T14" fmla="*/ 4 w 15"/>
                  <a:gd name="T15" fmla="*/ 2 h 10"/>
                  <a:gd name="T16" fmla="*/ 4 w 15"/>
                  <a:gd name="T17" fmla="*/ 1 h 10"/>
                  <a:gd name="T18" fmla="*/ 5 w 15"/>
                  <a:gd name="T19" fmla="*/ 0 h 10"/>
                  <a:gd name="T20" fmla="*/ 9 w 15"/>
                  <a:gd name="T21" fmla="*/ 0 h 10"/>
                  <a:gd name="T22" fmla="*/ 10 w 15"/>
                  <a:gd name="T23" fmla="*/ 1 h 10"/>
                  <a:gd name="T24" fmla="*/ 11 w 15"/>
                  <a:gd name="T25" fmla="*/ 2 h 10"/>
                  <a:gd name="T26" fmla="*/ 13 w 15"/>
                  <a:gd name="T27" fmla="*/ 5 h 10"/>
                  <a:gd name="T28" fmla="*/ 14 w 15"/>
                  <a:gd name="T29" fmla="*/ 6 h 10"/>
                  <a:gd name="T30" fmla="*/ 15 w 15"/>
                  <a:gd name="T31" fmla="*/ 7 h 10"/>
                  <a:gd name="T32" fmla="*/ 15 w 15"/>
                  <a:gd name="T33" fmla="*/ 8 h 10"/>
                  <a:gd name="T34" fmla="*/ 14 w 15"/>
                  <a:gd name="T35" fmla="*/ 9 h 10"/>
                  <a:gd name="T36" fmla="*/ 13 w 15"/>
                  <a:gd name="T37" fmla="*/ 10 h 10"/>
                  <a:gd name="T38" fmla="*/ 9 w 15"/>
                  <a:gd name="T39" fmla="*/ 10 h 10"/>
                  <a:gd name="T40" fmla="*/ 8 w 15"/>
                  <a:gd name="T41" fmla="*/ 10 h 10"/>
                  <a:gd name="T42" fmla="*/ 8 w 15"/>
                  <a:gd name="T43" fmla="*/ 10 h 10"/>
                  <a:gd name="T44" fmla="*/ 7 w 15"/>
                  <a:gd name="T45" fmla="*/ 10 h 10"/>
                  <a:gd name="T46" fmla="*/ 6 w 15"/>
                  <a:gd name="T47" fmla="*/ 10 h 10"/>
                  <a:gd name="T48" fmla="*/ 3 w 15"/>
                  <a:gd name="T49" fmla="*/ 10 h 10"/>
                  <a:gd name="T50" fmla="*/ 2 w 15"/>
                  <a:gd name="T51" fmla="*/ 9 h 10"/>
                  <a:gd name="T52" fmla="*/ 1 w 15"/>
                  <a:gd name="T5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" h="10">
                    <a:moveTo>
                      <a:pt x="1" y="9"/>
                    </a:moveTo>
                    <a:cubicBezTo>
                      <a:pt x="1" y="8"/>
                      <a:pt x="0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3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6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5" y="7"/>
                      <a:pt x="15" y="7"/>
                      <a:pt x="15" y="8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4" y="9"/>
                      <a:pt x="13" y="10"/>
                      <a:pt x="13" y="10"/>
                    </a:cubicBezTo>
                    <a:cubicBezTo>
                      <a:pt x="12" y="10"/>
                      <a:pt x="11" y="10"/>
                      <a:pt x="9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4" y="10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" name="Freeform 3469">
                <a:extLst>
                  <a:ext uri="{FF2B5EF4-FFF2-40B4-BE49-F238E27FC236}">
                    <a16:creationId xmlns:a16="http://schemas.microsoft.com/office/drawing/2014/main" id="{A662216D-1E43-8141-A190-E55777C82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217"/>
                <a:ext cx="6" cy="15"/>
              </a:xfrm>
              <a:custGeom>
                <a:avLst/>
                <a:gdLst>
                  <a:gd name="T0" fmla="*/ 1 w 14"/>
                  <a:gd name="T1" fmla="*/ 22 h 37"/>
                  <a:gd name="T2" fmla="*/ 1 w 14"/>
                  <a:gd name="T3" fmla="*/ 16 h 37"/>
                  <a:gd name="T4" fmla="*/ 0 w 14"/>
                  <a:gd name="T5" fmla="*/ 7 h 37"/>
                  <a:gd name="T6" fmla="*/ 0 w 14"/>
                  <a:gd name="T7" fmla="*/ 3 h 37"/>
                  <a:gd name="T8" fmla="*/ 0 w 14"/>
                  <a:gd name="T9" fmla="*/ 1 h 37"/>
                  <a:gd name="T10" fmla="*/ 3 w 14"/>
                  <a:gd name="T11" fmla="*/ 0 h 37"/>
                  <a:gd name="T12" fmla="*/ 6 w 14"/>
                  <a:gd name="T13" fmla="*/ 2 h 37"/>
                  <a:gd name="T14" fmla="*/ 8 w 14"/>
                  <a:gd name="T15" fmla="*/ 7 h 37"/>
                  <a:gd name="T16" fmla="*/ 8 w 14"/>
                  <a:gd name="T17" fmla="*/ 11 h 37"/>
                  <a:gd name="T18" fmla="*/ 9 w 14"/>
                  <a:gd name="T19" fmla="*/ 15 h 37"/>
                  <a:gd name="T20" fmla="*/ 10 w 14"/>
                  <a:gd name="T21" fmla="*/ 20 h 37"/>
                  <a:gd name="T22" fmla="*/ 11 w 14"/>
                  <a:gd name="T23" fmla="*/ 23 h 37"/>
                  <a:gd name="T24" fmla="*/ 11 w 14"/>
                  <a:gd name="T25" fmla="*/ 24 h 37"/>
                  <a:gd name="T26" fmla="*/ 13 w 14"/>
                  <a:gd name="T27" fmla="*/ 26 h 37"/>
                  <a:gd name="T28" fmla="*/ 14 w 14"/>
                  <a:gd name="T29" fmla="*/ 30 h 37"/>
                  <a:gd name="T30" fmla="*/ 11 w 14"/>
                  <a:gd name="T31" fmla="*/ 35 h 37"/>
                  <a:gd name="T32" fmla="*/ 7 w 14"/>
                  <a:gd name="T33" fmla="*/ 37 h 37"/>
                  <a:gd name="T34" fmla="*/ 4 w 14"/>
                  <a:gd name="T35" fmla="*/ 35 h 37"/>
                  <a:gd name="T36" fmla="*/ 2 w 14"/>
                  <a:gd name="T37" fmla="*/ 31 h 37"/>
                  <a:gd name="T38" fmla="*/ 2 w 14"/>
                  <a:gd name="T39" fmla="*/ 29 h 37"/>
                  <a:gd name="T40" fmla="*/ 1 w 14"/>
                  <a:gd name="T41" fmla="*/ 27 h 37"/>
                  <a:gd name="T42" fmla="*/ 1 w 14"/>
                  <a:gd name="T43" fmla="*/ 24 h 37"/>
                  <a:gd name="T44" fmla="*/ 1 w 14"/>
                  <a:gd name="T45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37">
                    <a:moveTo>
                      <a:pt x="1" y="22"/>
                    </a:moveTo>
                    <a:cubicBezTo>
                      <a:pt x="1" y="20"/>
                      <a:pt x="1" y="18"/>
                      <a:pt x="1" y="16"/>
                    </a:cubicBezTo>
                    <a:cubicBezTo>
                      <a:pt x="1" y="13"/>
                      <a:pt x="0" y="10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3"/>
                      <a:pt x="8" y="5"/>
                      <a:pt x="8" y="7"/>
                    </a:cubicBezTo>
                    <a:cubicBezTo>
                      <a:pt x="8" y="8"/>
                      <a:pt x="8" y="10"/>
                      <a:pt x="8" y="11"/>
                    </a:cubicBezTo>
                    <a:cubicBezTo>
                      <a:pt x="8" y="13"/>
                      <a:pt x="9" y="14"/>
                      <a:pt x="9" y="15"/>
                    </a:cubicBezTo>
                    <a:cubicBezTo>
                      <a:pt x="10" y="17"/>
                      <a:pt x="10" y="18"/>
                      <a:pt x="10" y="20"/>
                    </a:cubicBezTo>
                    <a:cubicBezTo>
                      <a:pt x="10" y="21"/>
                      <a:pt x="10" y="22"/>
                      <a:pt x="11" y="23"/>
                    </a:cubicBezTo>
                    <a:cubicBezTo>
                      <a:pt x="11" y="23"/>
                      <a:pt x="11" y="24"/>
                      <a:pt x="11" y="24"/>
                    </a:cubicBezTo>
                    <a:cubicBezTo>
                      <a:pt x="12" y="25"/>
                      <a:pt x="12" y="25"/>
                      <a:pt x="13" y="26"/>
                    </a:cubicBezTo>
                    <a:cubicBezTo>
                      <a:pt x="14" y="27"/>
                      <a:pt x="14" y="28"/>
                      <a:pt x="14" y="30"/>
                    </a:cubicBezTo>
                    <a:cubicBezTo>
                      <a:pt x="13" y="31"/>
                      <a:pt x="12" y="33"/>
                      <a:pt x="11" y="35"/>
                    </a:cubicBezTo>
                    <a:cubicBezTo>
                      <a:pt x="10" y="36"/>
                      <a:pt x="9" y="37"/>
                      <a:pt x="7" y="37"/>
                    </a:cubicBezTo>
                    <a:cubicBezTo>
                      <a:pt x="6" y="37"/>
                      <a:pt x="5" y="36"/>
                      <a:pt x="4" y="35"/>
                    </a:cubicBezTo>
                    <a:cubicBezTo>
                      <a:pt x="3" y="34"/>
                      <a:pt x="3" y="33"/>
                      <a:pt x="2" y="31"/>
                    </a:cubicBezTo>
                    <a:cubicBezTo>
                      <a:pt x="2" y="31"/>
                      <a:pt x="2" y="30"/>
                      <a:pt x="2" y="29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1" y="26"/>
                      <a:pt x="1" y="25"/>
                      <a:pt x="1" y="24"/>
                    </a:cubicBezTo>
                    <a:cubicBezTo>
                      <a:pt x="1" y="23"/>
                      <a:pt x="1" y="22"/>
                      <a:pt x="1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35" name="Group 3671">
              <a:extLst>
                <a:ext uri="{FF2B5EF4-FFF2-40B4-BE49-F238E27FC236}">
                  <a16:creationId xmlns:a16="http://schemas.microsoft.com/office/drawing/2014/main" id="{1DBC79B1-BD2E-A444-9D9E-E2FAA8BD31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62" y="-4"/>
              <a:ext cx="4258" cy="3230"/>
              <a:chOff x="1962" y="-4"/>
              <a:chExt cx="4258" cy="3230"/>
            </a:xfrm>
            <a:grpFill/>
          </p:grpSpPr>
          <p:sp>
            <p:nvSpPr>
              <p:cNvPr id="79" name="Freeform 3471">
                <a:extLst>
                  <a:ext uri="{FF2B5EF4-FFF2-40B4-BE49-F238E27FC236}">
                    <a16:creationId xmlns:a16="http://schemas.microsoft.com/office/drawing/2014/main" id="{2749910A-24E2-CB43-AADD-C38643B9F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9"/>
                <a:ext cx="11" cy="22"/>
              </a:xfrm>
              <a:custGeom>
                <a:avLst/>
                <a:gdLst>
                  <a:gd name="T0" fmla="*/ 13 w 26"/>
                  <a:gd name="T1" fmla="*/ 22 h 55"/>
                  <a:gd name="T2" fmla="*/ 13 w 26"/>
                  <a:gd name="T3" fmla="*/ 19 h 55"/>
                  <a:gd name="T4" fmla="*/ 13 w 26"/>
                  <a:gd name="T5" fmla="*/ 11 h 55"/>
                  <a:gd name="T6" fmla="*/ 13 w 26"/>
                  <a:gd name="T7" fmla="*/ 7 h 55"/>
                  <a:gd name="T8" fmla="*/ 15 w 26"/>
                  <a:gd name="T9" fmla="*/ 3 h 55"/>
                  <a:gd name="T10" fmla="*/ 16 w 26"/>
                  <a:gd name="T11" fmla="*/ 1 h 55"/>
                  <a:gd name="T12" fmla="*/ 17 w 26"/>
                  <a:gd name="T13" fmla="*/ 2 h 55"/>
                  <a:gd name="T14" fmla="*/ 18 w 26"/>
                  <a:gd name="T15" fmla="*/ 4 h 55"/>
                  <a:gd name="T16" fmla="*/ 19 w 26"/>
                  <a:gd name="T17" fmla="*/ 8 h 55"/>
                  <a:gd name="T18" fmla="*/ 20 w 26"/>
                  <a:gd name="T19" fmla="*/ 14 h 55"/>
                  <a:gd name="T20" fmla="*/ 20 w 26"/>
                  <a:gd name="T21" fmla="*/ 19 h 55"/>
                  <a:gd name="T22" fmla="*/ 20 w 26"/>
                  <a:gd name="T23" fmla="*/ 25 h 55"/>
                  <a:gd name="T24" fmla="*/ 24 w 26"/>
                  <a:gd name="T25" fmla="*/ 30 h 55"/>
                  <a:gd name="T26" fmla="*/ 26 w 26"/>
                  <a:gd name="T27" fmla="*/ 34 h 55"/>
                  <a:gd name="T28" fmla="*/ 23 w 26"/>
                  <a:gd name="T29" fmla="*/ 38 h 55"/>
                  <a:gd name="T30" fmla="*/ 19 w 26"/>
                  <a:gd name="T31" fmla="*/ 41 h 55"/>
                  <a:gd name="T32" fmla="*/ 19 w 26"/>
                  <a:gd name="T33" fmla="*/ 46 h 55"/>
                  <a:gd name="T34" fmla="*/ 18 w 26"/>
                  <a:gd name="T35" fmla="*/ 52 h 55"/>
                  <a:gd name="T36" fmla="*/ 15 w 26"/>
                  <a:gd name="T37" fmla="*/ 54 h 55"/>
                  <a:gd name="T38" fmla="*/ 11 w 26"/>
                  <a:gd name="T39" fmla="*/ 54 h 55"/>
                  <a:gd name="T40" fmla="*/ 10 w 26"/>
                  <a:gd name="T41" fmla="*/ 51 h 55"/>
                  <a:gd name="T42" fmla="*/ 10 w 26"/>
                  <a:gd name="T43" fmla="*/ 49 h 55"/>
                  <a:gd name="T44" fmla="*/ 10 w 26"/>
                  <a:gd name="T45" fmla="*/ 48 h 55"/>
                  <a:gd name="T46" fmla="*/ 10 w 26"/>
                  <a:gd name="T47" fmla="*/ 46 h 55"/>
                  <a:gd name="T48" fmla="*/ 10 w 26"/>
                  <a:gd name="T49" fmla="*/ 44 h 55"/>
                  <a:gd name="T50" fmla="*/ 9 w 26"/>
                  <a:gd name="T51" fmla="*/ 43 h 55"/>
                  <a:gd name="T52" fmla="*/ 9 w 26"/>
                  <a:gd name="T53" fmla="*/ 43 h 55"/>
                  <a:gd name="T54" fmla="*/ 8 w 26"/>
                  <a:gd name="T55" fmla="*/ 43 h 55"/>
                  <a:gd name="T56" fmla="*/ 7 w 26"/>
                  <a:gd name="T57" fmla="*/ 44 h 55"/>
                  <a:gd name="T58" fmla="*/ 7 w 26"/>
                  <a:gd name="T59" fmla="*/ 45 h 55"/>
                  <a:gd name="T60" fmla="*/ 6 w 26"/>
                  <a:gd name="T61" fmla="*/ 47 h 55"/>
                  <a:gd name="T62" fmla="*/ 5 w 26"/>
                  <a:gd name="T63" fmla="*/ 49 h 55"/>
                  <a:gd name="T64" fmla="*/ 4 w 26"/>
                  <a:gd name="T65" fmla="*/ 49 h 55"/>
                  <a:gd name="T66" fmla="*/ 2 w 26"/>
                  <a:gd name="T67" fmla="*/ 47 h 55"/>
                  <a:gd name="T68" fmla="*/ 1 w 26"/>
                  <a:gd name="T69" fmla="*/ 46 h 55"/>
                  <a:gd name="T70" fmla="*/ 0 w 26"/>
                  <a:gd name="T71" fmla="*/ 41 h 55"/>
                  <a:gd name="T72" fmla="*/ 0 w 26"/>
                  <a:gd name="T73" fmla="*/ 38 h 55"/>
                  <a:gd name="T74" fmla="*/ 0 w 26"/>
                  <a:gd name="T75" fmla="*/ 36 h 55"/>
                  <a:gd name="T76" fmla="*/ 1 w 26"/>
                  <a:gd name="T77" fmla="*/ 35 h 55"/>
                  <a:gd name="T78" fmla="*/ 3 w 26"/>
                  <a:gd name="T79" fmla="*/ 34 h 55"/>
                  <a:gd name="T80" fmla="*/ 9 w 26"/>
                  <a:gd name="T81" fmla="*/ 31 h 55"/>
                  <a:gd name="T82" fmla="*/ 12 w 26"/>
                  <a:gd name="T83" fmla="*/ 27 h 55"/>
                  <a:gd name="T84" fmla="*/ 13 w 26"/>
                  <a:gd name="T85" fmla="*/ 2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55">
                    <a:moveTo>
                      <a:pt x="13" y="22"/>
                    </a:move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6"/>
                      <a:pt x="13" y="14"/>
                      <a:pt x="13" y="11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4" y="6"/>
                      <a:pt x="14" y="4"/>
                      <a:pt x="15" y="3"/>
                    </a:cubicBezTo>
                    <a:cubicBezTo>
                      <a:pt x="15" y="2"/>
                      <a:pt x="15" y="0"/>
                      <a:pt x="16" y="1"/>
                    </a:cubicBezTo>
                    <a:cubicBezTo>
                      <a:pt x="17" y="1"/>
                      <a:pt x="17" y="2"/>
                      <a:pt x="17" y="2"/>
                    </a:cubicBezTo>
                    <a:cubicBezTo>
                      <a:pt x="18" y="3"/>
                      <a:pt x="18" y="4"/>
                      <a:pt x="18" y="4"/>
                    </a:cubicBezTo>
                    <a:cubicBezTo>
                      <a:pt x="19" y="6"/>
                      <a:pt x="19" y="7"/>
                      <a:pt x="19" y="8"/>
                    </a:cubicBezTo>
                    <a:cubicBezTo>
                      <a:pt x="20" y="10"/>
                      <a:pt x="20" y="12"/>
                      <a:pt x="20" y="14"/>
                    </a:cubicBezTo>
                    <a:cubicBezTo>
                      <a:pt x="20" y="16"/>
                      <a:pt x="20" y="18"/>
                      <a:pt x="20" y="19"/>
                    </a:cubicBezTo>
                    <a:cubicBezTo>
                      <a:pt x="19" y="21"/>
                      <a:pt x="19" y="23"/>
                      <a:pt x="20" y="25"/>
                    </a:cubicBezTo>
                    <a:cubicBezTo>
                      <a:pt x="21" y="27"/>
                      <a:pt x="22" y="29"/>
                      <a:pt x="24" y="30"/>
                    </a:cubicBezTo>
                    <a:cubicBezTo>
                      <a:pt x="25" y="31"/>
                      <a:pt x="26" y="32"/>
                      <a:pt x="26" y="34"/>
                    </a:cubicBezTo>
                    <a:cubicBezTo>
                      <a:pt x="26" y="36"/>
                      <a:pt x="25" y="37"/>
                      <a:pt x="23" y="38"/>
                    </a:cubicBezTo>
                    <a:cubicBezTo>
                      <a:pt x="22" y="39"/>
                      <a:pt x="20" y="39"/>
                      <a:pt x="19" y="41"/>
                    </a:cubicBezTo>
                    <a:cubicBezTo>
                      <a:pt x="18" y="43"/>
                      <a:pt x="19" y="45"/>
                      <a:pt x="19" y="46"/>
                    </a:cubicBezTo>
                    <a:cubicBezTo>
                      <a:pt x="19" y="48"/>
                      <a:pt x="19" y="50"/>
                      <a:pt x="18" y="52"/>
                    </a:cubicBezTo>
                    <a:cubicBezTo>
                      <a:pt x="17" y="53"/>
                      <a:pt x="16" y="54"/>
                      <a:pt x="15" y="54"/>
                    </a:cubicBezTo>
                    <a:cubicBezTo>
                      <a:pt x="14" y="55"/>
                      <a:pt x="12" y="55"/>
                      <a:pt x="11" y="54"/>
                    </a:cubicBezTo>
                    <a:cubicBezTo>
                      <a:pt x="10" y="53"/>
                      <a:pt x="11" y="52"/>
                      <a:pt x="10" y="51"/>
                    </a:cubicBezTo>
                    <a:cubicBezTo>
                      <a:pt x="10" y="50"/>
                      <a:pt x="10" y="50"/>
                      <a:pt x="10" y="49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6"/>
                    </a:cubicBezTo>
                    <a:cubicBezTo>
                      <a:pt x="10" y="46"/>
                      <a:pt x="10" y="45"/>
                      <a:pt x="10" y="44"/>
                    </a:cubicBezTo>
                    <a:cubicBezTo>
                      <a:pt x="10" y="44"/>
                      <a:pt x="10" y="43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8" y="42"/>
                      <a:pt x="8" y="42"/>
                      <a:pt x="8" y="43"/>
                    </a:cubicBezTo>
                    <a:cubicBezTo>
                      <a:pt x="8" y="43"/>
                      <a:pt x="7" y="43"/>
                      <a:pt x="7" y="44"/>
                    </a:cubicBezTo>
                    <a:cubicBezTo>
                      <a:pt x="7" y="44"/>
                      <a:pt x="7" y="45"/>
                      <a:pt x="7" y="45"/>
                    </a:cubicBezTo>
                    <a:cubicBezTo>
                      <a:pt x="7" y="46"/>
                      <a:pt x="6" y="46"/>
                      <a:pt x="6" y="47"/>
                    </a:cubicBezTo>
                    <a:cubicBezTo>
                      <a:pt x="6" y="47"/>
                      <a:pt x="6" y="49"/>
                      <a:pt x="5" y="49"/>
                    </a:cubicBezTo>
                    <a:cubicBezTo>
                      <a:pt x="5" y="49"/>
                      <a:pt x="4" y="49"/>
                      <a:pt x="4" y="49"/>
                    </a:cubicBezTo>
                    <a:cubicBezTo>
                      <a:pt x="3" y="48"/>
                      <a:pt x="3" y="47"/>
                      <a:pt x="2" y="47"/>
                    </a:cubicBezTo>
                    <a:cubicBezTo>
                      <a:pt x="2" y="46"/>
                      <a:pt x="1" y="46"/>
                      <a:pt x="1" y="46"/>
                    </a:cubicBezTo>
                    <a:cubicBezTo>
                      <a:pt x="0" y="44"/>
                      <a:pt x="0" y="43"/>
                      <a:pt x="0" y="41"/>
                    </a:cubicBezTo>
                    <a:cubicBezTo>
                      <a:pt x="0" y="40"/>
                      <a:pt x="0" y="39"/>
                      <a:pt x="0" y="38"/>
                    </a:cubicBezTo>
                    <a:cubicBezTo>
                      <a:pt x="0" y="37"/>
                      <a:pt x="0" y="37"/>
                      <a:pt x="0" y="36"/>
                    </a:cubicBezTo>
                    <a:cubicBezTo>
                      <a:pt x="1" y="36"/>
                      <a:pt x="1" y="35"/>
                      <a:pt x="1" y="35"/>
                    </a:cubicBezTo>
                    <a:cubicBezTo>
                      <a:pt x="2" y="34"/>
                      <a:pt x="2" y="34"/>
                      <a:pt x="3" y="34"/>
                    </a:cubicBezTo>
                    <a:cubicBezTo>
                      <a:pt x="5" y="33"/>
                      <a:pt x="7" y="33"/>
                      <a:pt x="9" y="31"/>
                    </a:cubicBezTo>
                    <a:cubicBezTo>
                      <a:pt x="10" y="30"/>
                      <a:pt x="11" y="28"/>
                      <a:pt x="12" y="27"/>
                    </a:cubicBezTo>
                    <a:cubicBezTo>
                      <a:pt x="13" y="25"/>
                      <a:pt x="13" y="24"/>
                      <a:pt x="13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" name="Freeform 3472">
                <a:extLst>
                  <a:ext uri="{FF2B5EF4-FFF2-40B4-BE49-F238E27FC236}">
                    <a16:creationId xmlns:a16="http://schemas.microsoft.com/office/drawing/2014/main" id="{DE2F9B9B-F3D6-5645-A36B-4E464695F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217"/>
                <a:ext cx="4" cy="13"/>
              </a:xfrm>
              <a:custGeom>
                <a:avLst/>
                <a:gdLst>
                  <a:gd name="T0" fmla="*/ 8 w 10"/>
                  <a:gd name="T1" fmla="*/ 27 h 32"/>
                  <a:gd name="T2" fmla="*/ 6 w 10"/>
                  <a:gd name="T3" fmla="*/ 31 h 32"/>
                  <a:gd name="T4" fmla="*/ 4 w 10"/>
                  <a:gd name="T5" fmla="*/ 31 h 32"/>
                  <a:gd name="T6" fmla="*/ 2 w 10"/>
                  <a:gd name="T7" fmla="*/ 29 h 32"/>
                  <a:gd name="T8" fmla="*/ 1 w 10"/>
                  <a:gd name="T9" fmla="*/ 23 h 32"/>
                  <a:gd name="T10" fmla="*/ 1 w 10"/>
                  <a:gd name="T11" fmla="*/ 15 h 32"/>
                  <a:gd name="T12" fmla="*/ 0 w 10"/>
                  <a:gd name="T13" fmla="*/ 12 h 32"/>
                  <a:gd name="T14" fmla="*/ 0 w 10"/>
                  <a:gd name="T15" fmla="*/ 8 h 32"/>
                  <a:gd name="T16" fmla="*/ 0 w 10"/>
                  <a:gd name="T17" fmla="*/ 5 h 32"/>
                  <a:gd name="T18" fmla="*/ 1 w 10"/>
                  <a:gd name="T19" fmla="*/ 3 h 32"/>
                  <a:gd name="T20" fmla="*/ 3 w 10"/>
                  <a:gd name="T21" fmla="*/ 0 h 32"/>
                  <a:gd name="T22" fmla="*/ 6 w 10"/>
                  <a:gd name="T23" fmla="*/ 1 h 32"/>
                  <a:gd name="T24" fmla="*/ 8 w 10"/>
                  <a:gd name="T25" fmla="*/ 4 h 32"/>
                  <a:gd name="T26" fmla="*/ 10 w 10"/>
                  <a:gd name="T27" fmla="*/ 12 h 32"/>
                  <a:gd name="T28" fmla="*/ 10 w 10"/>
                  <a:gd name="T29" fmla="*/ 14 h 32"/>
                  <a:gd name="T30" fmla="*/ 10 w 10"/>
                  <a:gd name="T31" fmla="*/ 20 h 32"/>
                  <a:gd name="T32" fmla="*/ 9 w 10"/>
                  <a:gd name="T33" fmla="*/ 21 h 32"/>
                  <a:gd name="T34" fmla="*/ 9 w 10"/>
                  <a:gd name="T35" fmla="*/ 24 h 32"/>
                  <a:gd name="T36" fmla="*/ 8 w 10"/>
                  <a:gd name="T3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32">
                    <a:moveTo>
                      <a:pt x="8" y="27"/>
                    </a:moveTo>
                    <a:cubicBezTo>
                      <a:pt x="8" y="28"/>
                      <a:pt x="8" y="32"/>
                      <a:pt x="6" y="31"/>
                    </a:cubicBezTo>
                    <a:cubicBezTo>
                      <a:pt x="5" y="31"/>
                      <a:pt x="4" y="31"/>
                      <a:pt x="4" y="31"/>
                    </a:cubicBezTo>
                    <a:cubicBezTo>
                      <a:pt x="3" y="31"/>
                      <a:pt x="3" y="30"/>
                      <a:pt x="2" y="29"/>
                    </a:cubicBezTo>
                    <a:cubicBezTo>
                      <a:pt x="1" y="27"/>
                      <a:pt x="1" y="25"/>
                      <a:pt x="1" y="23"/>
                    </a:cubicBezTo>
                    <a:cubicBezTo>
                      <a:pt x="1" y="20"/>
                      <a:pt x="1" y="18"/>
                      <a:pt x="1" y="15"/>
                    </a:cubicBezTo>
                    <a:cubicBezTo>
                      <a:pt x="1" y="14"/>
                      <a:pt x="1" y="13"/>
                      <a:pt x="0" y="12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4" y="0"/>
                      <a:pt x="6" y="0"/>
                      <a:pt x="6" y="1"/>
                    </a:cubicBezTo>
                    <a:cubicBezTo>
                      <a:pt x="7" y="2"/>
                      <a:pt x="7" y="3"/>
                      <a:pt x="8" y="4"/>
                    </a:cubicBezTo>
                    <a:cubicBezTo>
                      <a:pt x="9" y="7"/>
                      <a:pt x="9" y="10"/>
                      <a:pt x="10" y="12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6"/>
                      <a:pt x="10" y="18"/>
                      <a:pt x="10" y="20"/>
                    </a:cubicBezTo>
                    <a:cubicBezTo>
                      <a:pt x="10" y="20"/>
                      <a:pt x="9" y="21"/>
                      <a:pt x="9" y="21"/>
                    </a:cubicBezTo>
                    <a:cubicBezTo>
                      <a:pt x="9" y="22"/>
                      <a:pt x="9" y="23"/>
                      <a:pt x="9" y="24"/>
                    </a:cubicBezTo>
                    <a:cubicBezTo>
                      <a:pt x="9" y="25"/>
                      <a:pt x="8" y="26"/>
                      <a:pt x="8" y="2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" name="Freeform 3473">
                <a:extLst>
                  <a:ext uri="{FF2B5EF4-FFF2-40B4-BE49-F238E27FC236}">
                    <a16:creationId xmlns:a16="http://schemas.microsoft.com/office/drawing/2014/main" id="{CB094D9C-997D-1340-AF03-5CDAE1A8D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215"/>
                <a:ext cx="4" cy="17"/>
              </a:xfrm>
              <a:custGeom>
                <a:avLst/>
                <a:gdLst>
                  <a:gd name="T0" fmla="*/ 10 w 11"/>
                  <a:gd name="T1" fmla="*/ 36 h 43"/>
                  <a:gd name="T2" fmla="*/ 11 w 11"/>
                  <a:gd name="T3" fmla="*/ 33 h 43"/>
                  <a:gd name="T4" fmla="*/ 10 w 11"/>
                  <a:gd name="T5" fmla="*/ 28 h 43"/>
                  <a:gd name="T6" fmla="*/ 9 w 11"/>
                  <a:gd name="T7" fmla="*/ 24 h 43"/>
                  <a:gd name="T8" fmla="*/ 8 w 11"/>
                  <a:gd name="T9" fmla="*/ 19 h 43"/>
                  <a:gd name="T10" fmla="*/ 7 w 11"/>
                  <a:gd name="T11" fmla="*/ 15 h 43"/>
                  <a:gd name="T12" fmla="*/ 5 w 11"/>
                  <a:gd name="T13" fmla="*/ 8 h 43"/>
                  <a:gd name="T14" fmla="*/ 5 w 11"/>
                  <a:gd name="T15" fmla="*/ 5 h 43"/>
                  <a:gd name="T16" fmla="*/ 5 w 11"/>
                  <a:gd name="T17" fmla="*/ 3 h 43"/>
                  <a:gd name="T18" fmla="*/ 2 w 11"/>
                  <a:gd name="T19" fmla="*/ 1 h 43"/>
                  <a:gd name="T20" fmla="*/ 0 w 11"/>
                  <a:gd name="T21" fmla="*/ 3 h 43"/>
                  <a:gd name="T22" fmla="*/ 0 w 11"/>
                  <a:gd name="T23" fmla="*/ 9 h 43"/>
                  <a:gd name="T24" fmla="*/ 1 w 11"/>
                  <a:gd name="T25" fmla="*/ 14 h 43"/>
                  <a:gd name="T26" fmla="*/ 1 w 11"/>
                  <a:gd name="T27" fmla="*/ 25 h 43"/>
                  <a:gd name="T28" fmla="*/ 1 w 11"/>
                  <a:gd name="T29" fmla="*/ 32 h 43"/>
                  <a:gd name="T30" fmla="*/ 1 w 11"/>
                  <a:gd name="T31" fmla="*/ 36 h 43"/>
                  <a:gd name="T32" fmla="*/ 2 w 11"/>
                  <a:gd name="T33" fmla="*/ 39 h 43"/>
                  <a:gd name="T34" fmla="*/ 3 w 11"/>
                  <a:gd name="T35" fmla="*/ 42 h 43"/>
                  <a:gd name="T36" fmla="*/ 7 w 11"/>
                  <a:gd name="T37" fmla="*/ 43 h 43"/>
                  <a:gd name="T38" fmla="*/ 9 w 11"/>
                  <a:gd name="T39" fmla="*/ 41 h 43"/>
                  <a:gd name="T40" fmla="*/ 9 w 11"/>
                  <a:gd name="T41" fmla="*/ 39 h 43"/>
                  <a:gd name="T42" fmla="*/ 10 w 11"/>
                  <a:gd name="T43" fmla="*/ 3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43">
                    <a:moveTo>
                      <a:pt x="10" y="36"/>
                    </a:moveTo>
                    <a:cubicBezTo>
                      <a:pt x="10" y="35"/>
                      <a:pt x="11" y="34"/>
                      <a:pt x="11" y="33"/>
                    </a:cubicBezTo>
                    <a:cubicBezTo>
                      <a:pt x="11" y="31"/>
                      <a:pt x="11" y="30"/>
                      <a:pt x="10" y="28"/>
                    </a:cubicBezTo>
                    <a:cubicBezTo>
                      <a:pt x="10" y="27"/>
                      <a:pt x="9" y="25"/>
                      <a:pt x="9" y="24"/>
                    </a:cubicBezTo>
                    <a:cubicBezTo>
                      <a:pt x="9" y="22"/>
                      <a:pt x="9" y="20"/>
                      <a:pt x="8" y="19"/>
                    </a:cubicBezTo>
                    <a:cubicBezTo>
                      <a:pt x="8" y="17"/>
                      <a:pt x="7" y="16"/>
                      <a:pt x="7" y="15"/>
                    </a:cubicBezTo>
                    <a:cubicBezTo>
                      <a:pt x="5" y="13"/>
                      <a:pt x="5" y="11"/>
                      <a:pt x="5" y="8"/>
                    </a:cubicBezTo>
                    <a:cubicBezTo>
                      <a:pt x="5" y="7"/>
                      <a:pt x="5" y="6"/>
                      <a:pt x="5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1" y="11"/>
                      <a:pt x="1" y="12"/>
                      <a:pt x="1" y="14"/>
                    </a:cubicBezTo>
                    <a:cubicBezTo>
                      <a:pt x="2" y="18"/>
                      <a:pt x="1" y="22"/>
                      <a:pt x="1" y="25"/>
                    </a:cubicBezTo>
                    <a:cubicBezTo>
                      <a:pt x="0" y="28"/>
                      <a:pt x="1" y="30"/>
                      <a:pt x="1" y="32"/>
                    </a:cubicBezTo>
                    <a:cubicBezTo>
                      <a:pt x="1" y="34"/>
                      <a:pt x="1" y="35"/>
                      <a:pt x="1" y="36"/>
                    </a:cubicBezTo>
                    <a:cubicBezTo>
                      <a:pt x="1" y="37"/>
                      <a:pt x="1" y="38"/>
                      <a:pt x="2" y="39"/>
                    </a:cubicBezTo>
                    <a:cubicBezTo>
                      <a:pt x="2" y="40"/>
                      <a:pt x="3" y="41"/>
                      <a:pt x="3" y="42"/>
                    </a:cubicBezTo>
                    <a:cubicBezTo>
                      <a:pt x="4" y="43"/>
                      <a:pt x="6" y="43"/>
                      <a:pt x="7" y="43"/>
                    </a:cubicBezTo>
                    <a:cubicBezTo>
                      <a:pt x="8" y="42"/>
                      <a:pt x="8" y="41"/>
                      <a:pt x="9" y="41"/>
                    </a:cubicBezTo>
                    <a:cubicBezTo>
                      <a:pt x="9" y="40"/>
                      <a:pt x="9" y="40"/>
                      <a:pt x="9" y="39"/>
                    </a:cubicBezTo>
                    <a:cubicBezTo>
                      <a:pt x="10" y="38"/>
                      <a:pt x="10" y="37"/>
                      <a:pt x="10" y="3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" name="Freeform 3474">
                <a:extLst>
                  <a:ext uri="{FF2B5EF4-FFF2-40B4-BE49-F238E27FC236}">
                    <a16:creationId xmlns:a16="http://schemas.microsoft.com/office/drawing/2014/main" id="{EEB7A5C2-B642-1844-BE84-4AA42F25E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215"/>
                <a:ext cx="20" cy="35"/>
              </a:xfrm>
              <a:custGeom>
                <a:avLst/>
                <a:gdLst>
                  <a:gd name="T0" fmla="*/ 31 w 50"/>
                  <a:gd name="T1" fmla="*/ 66 h 86"/>
                  <a:gd name="T2" fmla="*/ 31 w 50"/>
                  <a:gd name="T3" fmla="*/ 55 h 86"/>
                  <a:gd name="T4" fmla="*/ 31 w 50"/>
                  <a:gd name="T5" fmla="*/ 53 h 86"/>
                  <a:gd name="T6" fmla="*/ 32 w 50"/>
                  <a:gd name="T7" fmla="*/ 54 h 86"/>
                  <a:gd name="T8" fmla="*/ 34 w 50"/>
                  <a:gd name="T9" fmla="*/ 63 h 86"/>
                  <a:gd name="T10" fmla="*/ 31 w 50"/>
                  <a:gd name="T11" fmla="*/ 72 h 86"/>
                  <a:gd name="T12" fmla="*/ 29 w 50"/>
                  <a:gd name="T13" fmla="*/ 77 h 86"/>
                  <a:gd name="T14" fmla="*/ 32 w 50"/>
                  <a:gd name="T15" fmla="*/ 83 h 86"/>
                  <a:gd name="T16" fmla="*/ 35 w 50"/>
                  <a:gd name="T17" fmla="*/ 85 h 86"/>
                  <a:gd name="T18" fmla="*/ 37 w 50"/>
                  <a:gd name="T19" fmla="*/ 83 h 86"/>
                  <a:gd name="T20" fmla="*/ 40 w 50"/>
                  <a:gd name="T21" fmla="*/ 80 h 86"/>
                  <a:gd name="T22" fmla="*/ 43 w 50"/>
                  <a:gd name="T23" fmla="*/ 75 h 86"/>
                  <a:gd name="T24" fmla="*/ 43 w 50"/>
                  <a:gd name="T25" fmla="*/ 68 h 86"/>
                  <a:gd name="T26" fmla="*/ 42 w 50"/>
                  <a:gd name="T27" fmla="*/ 66 h 86"/>
                  <a:gd name="T28" fmla="*/ 44 w 50"/>
                  <a:gd name="T29" fmla="*/ 66 h 86"/>
                  <a:gd name="T30" fmla="*/ 47 w 50"/>
                  <a:gd name="T31" fmla="*/ 68 h 86"/>
                  <a:gd name="T32" fmla="*/ 49 w 50"/>
                  <a:gd name="T33" fmla="*/ 68 h 86"/>
                  <a:gd name="T34" fmla="*/ 47 w 50"/>
                  <a:gd name="T35" fmla="*/ 63 h 86"/>
                  <a:gd name="T36" fmla="*/ 42 w 50"/>
                  <a:gd name="T37" fmla="*/ 54 h 86"/>
                  <a:gd name="T38" fmla="*/ 41 w 50"/>
                  <a:gd name="T39" fmla="*/ 51 h 86"/>
                  <a:gd name="T40" fmla="*/ 40 w 50"/>
                  <a:gd name="T41" fmla="*/ 49 h 86"/>
                  <a:gd name="T42" fmla="*/ 41 w 50"/>
                  <a:gd name="T43" fmla="*/ 49 h 86"/>
                  <a:gd name="T44" fmla="*/ 44 w 50"/>
                  <a:gd name="T45" fmla="*/ 52 h 86"/>
                  <a:gd name="T46" fmla="*/ 48 w 50"/>
                  <a:gd name="T47" fmla="*/ 54 h 86"/>
                  <a:gd name="T48" fmla="*/ 49 w 50"/>
                  <a:gd name="T49" fmla="*/ 52 h 86"/>
                  <a:gd name="T50" fmla="*/ 46 w 50"/>
                  <a:gd name="T51" fmla="*/ 47 h 86"/>
                  <a:gd name="T52" fmla="*/ 42 w 50"/>
                  <a:gd name="T53" fmla="*/ 42 h 86"/>
                  <a:gd name="T54" fmla="*/ 39 w 50"/>
                  <a:gd name="T55" fmla="*/ 37 h 86"/>
                  <a:gd name="T56" fmla="*/ 41 w 50"/>
                  <a:gd name="T57" fmla="*/ 30 h 86"/>
                  <a:gd name="T58" fmla="*/ 40 w 50"/>
                  <a:gd name="T59" fmla="*/ 25 h 86"/>
                  <a:gd name="T60" fmla="*/ 37 w 50"/>
                  <a:gd name="T61" fmla="*/ 19 h 86"/>
                  <a:gd name="T62" fmla="*/ 31 w 50"/>
                  <a:gd name="T63" fmla="*/ 15 h 86"/>
                  <a:gd name="T64" fmla="*/ 26 w 50"/>
                  <a:gd name="T65" fmla="*/ 20 h 86"/>
                  <a:gd name="T66" fmla="*/ 21 w 50"/>
                  <a:gd name="T67" fmla="*/ 20 h 86"/>
                  <a:gd name="T68" fmla="*/ 23 w 50"/>
                  <a:gd name="T69" fmla="*/ 15 h 86"/>
                  <a:gd name="T70" fmla="*/ 27 w 50"/>
                  <a:gd name="T71" fmla="*/ 8 h 86"/>
                  <a:gd name="T72" fmla="*/ 25 w 50"/>
                  <a:gd name="T73" fmla="*/ 2 h 86"/>
                  <a:gd name="T74" fmla="*/ 19 w 50"/>
                  <a:gd name="T75" fmla="*/ 0 h 86"/>
                  <a:gd name="T76" fmla="*/ 12 w 50"/>
                  <a:gd name="T77" fmla="*/ 0 h 86"/>
                  <a:gd name="T78" fmla="*/ 5 w 50"/>
                  <a:gd name="T79" fmla="*/ 0 h 86"/>
                  <a:gd name="T80" fmla="*/ 1 w 50"/>
                  <a:gd name="T81" fmla="*/ 2 h 86"/>
                  <a:gd name="T82" fmla="*/ 2 w 50"/>
                  <a:gd name="T83" fmla="*/ 9 h 86"/>
                  <a:gd name="T84" fmla="*/ 5 w 50"/>
                  <a:gd name="T85" fmla="*/ 17 h 86"/>
                  <a:gd name="T86" fmla="*/ 6 w 50"/>
                  <a:gd name="T87" fmla="*/ 24 h 86"/>
                  <a:gd name="T88" fmla="*/ 10 w 50"/>
                  <a:gd name="T89" fmla="*/ 38 h 86"/>
                  <a:gd name="T90" fmla="*/ 15 w 50"/>
                  <a:gd name="T91" fmla="*/ 50 h 86"/>
                  <a:gd name="T92" fmla="*/ 18 w 50"/>
                  <a:gd name="T93" fmla="*/ 54 h 86"/>
                  <a:gd name="T94" fmla="*/ 20 w 50"/>
                  <a:gd name="T95" fmla="*/ 57 h 86"/>
                  <a:gd name="T96" fmla="*/ 21 w 50"/>
                  <a:gd name="T97" fmla="*/ 61 h 86"/>
                  <a:gd name="T98" fmla="*/ 22 w 50"/>
                  <a:gd name="T99" fmla="*/ 64 h 86"/>
                  <a:gd name="T100" fmla="*/ 23 w 50"/>
                  <a:gd name="T101" fmla="*/ 65 h 86"/>
                  <a:gd name="T102" fmla="*/ 24 w 50"/>
                  <a:gd name="T103" fmla="*/ 69 h 86"/>
                  <a:gd name="T104" fmla="*/ 27 w 50"/>
                  <a:gd name="T105" fmla="*/ 73 h 86"/>
                  <a:gd name="T106" fmla="*/ 29 w 50"/>
                  <a:gd name="T107" fmla="*/ 71 h 86"/>
                  <a:gd name="T108" fmla="*/ 30 w 50"/>
                  <a:gd name="T109" fmla="*/ 69 h 86"/>
                  <a:gd name="T110" fmla="*/ 31 w 50"/>
                  <a:gd name="T111" fmla="*/ 6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" h="86">
                    <a:moveTo>
                      <a:pt x="31" y="66"/>
                    </a:moveTo>
                    <a:cubicBezTo>
                      <a:pt x="32" y="62"/>
                      <a:pt x="32" y="59"/>
                      <a:pt x="31" y="55"/>
                    </a:cubicBezTo>
                    <a:cubicBezTo>
                      <a:pt x="31" y="55"/>
                      <a:pt x="31" y="53"/>
                      <a:pt x="31" y="53"/>
                    </a:cubicBezTo>
                    <a:cubicBezTo>
                      <a:pt x="31" y="53"/>
                      <a:pt x="32" y="54"/>
                      <a:pt x="32" y="54"/>
                    </a:cubicBezTo>
                    <a:cubicBezTo>
                      <a:pt x="34" y="56"/>
                      <a:pt x="35" y="60"/>
                      <a:pt x="34" y="63"/>
                    </a:cubicBezTo>
                    <a:cubicBezTo>
                      <a:pt x="34" y="66"/>
                      <a:pt x="33" y="69"/>
                      <a:pt x="31" y="72"/>
                    </a:cubicBezTo>
                    <a:cubicBezTo>
                      <a:pt x="30" y="74"/>
                      <a:pt x="28" y="76"/>
                      <a:pt x="29" y="77"/>
                    </a:cubicBezTo>
                    <a:cubicBezTo>
                      <a:pt x="30" y="79"/>
                      <a:pt x="31" y="81"/>
                      <a:pt x="32" y="83"/>
                    </a:cubicBezTo>
                    <a:cubicBezTo>
                      <a:pt x="32" y="84"/>
                      <a:pt x="33" y="86"/>
                      <a:pt x="35" y="85"/>
                    </a:cubicBezTo>
                    <a:cubicBezTo>
                      <a:pt x="36" y="84"/>
                      <a:pt x="36" y="83"/>
                      <a:pt x="37" y="83"/>
                    </a:cubicBezTo>
                    <a:cubicBezTo>
                      <a:pt x="38" y="82"/>
                      <a:pt x="39" y="81"/>
                      <a:pt x="40" y="80"/>
                    </a:cubicBezTo>
                    <a:cubicBezTo>
                      <a:pt x="41" y="78"/>
                      <a:pt x="43" y="77"/>
                      <a:pt x="43" y="75"/>
                    </a:cubicBezTo>
                    <a:cubicBezTo>
                      <a:pt x="44" y="73"/>
                      <a:pt x="43" y="71"/>
                      <a:pt x="43" y="68"/>
                    </a:cubicBezTo>
                    <a:cubicBezTo>
                      <a:pt x="43" y="68"/>
                      <a:pt x="42" y="66"/>
                      <a:pt x="42" y="66"/>
                    </a:cubicBezTo>
                    <a:cubicBezTo>
                      <a:pt x="43" y="65"/>
                      <a:pt x="43" y="66"/>
                      <a:pt x="44" y="66"/>
                    </a:cubicBezTo>
                    <a:cubicBezTo>
                      <a:pt x="45" y="66"/>
                      <a:pt x="46" y="67"/>
                      <a:pt x="47" y="68"/>
                    </a:cubicBezTo>
                    <a:cubicBezTo>
                      <a:pt x="47" y="68"/>
                      <a:pt x="48" y="69"/>
                      <a:pt x="49" y="68"/>
                    </a:cubicBezTo>
                    <a:cubicBezTo>
                      <a:pt x="50" y="68"/>
                      <a:pt x="47" y="63"/>
                      <a:pt x="47" y="63"/>
                    </a:cubicBezTo>
                    <a:cubicBezTo>
                      <a:pt x="45" y="60"/>
                      <a:pt x="43" y="57"/>
                      <a:pt x="42" y="54"/>
                    </a:cubicBezTo>
                    <a:cubicBezTo>
                      <a:pt x="42" y="53"/>
                      <a:pt x="41" y="52"/>
                      <a:pt x="41" y="51"/>
                    </a:cubicBezTo>
                    <a:cubicBezTo>
                      <a:pt x="40" y="50"/>
                      <a:pt x="40" y="49"/>
                      <a:pt x="40" y="49"/>
                    </a:cubicBezTo>
                    <a:cubicBezTo>
                      <a:pt x="40" y="48"/>
                      <a:pt x="41" y="49"/>
                      <a:pt x="41" y="49"/>
                    </a:cubicBezTo>
                    <a:cubicBezTo>
                      <a:pt x="42" y="50"/>
                      <a:pt x="43" y="51"/>
                      <a:pt x="44" y="52"/>
                    </a:cubicBezTo>
                    <a:cubicBezTo>
                      <a:pt x="45" y="53"/>
                      <a:pt x="46" y="54"/>
                      <a:pt x="48" y="54"/>
                    </a:cubicBezTo>
                    <a:cubicBezTo>
                      <a:pt x="49" y="54"/>
                      <a:pt x="49" y="53"/>
                      <a:pt x="49" y="52"/>
                    </a:cubicBezTo>
                    <a:cubicBezTo>
                      <a:pt x="48" y="50"/>
                      <a:pt x="47" y="48"/>
                      <a:pt x="46" y="47"/>
                    </a:cubicBezTo>
                    <a:cubicBezTo>
                      <a:pt x="45" y="45"/>
                      <a:pt x="44" y="44"/>
                      <a:pt x="42" y="42"/>
                    </a:cubicBezTo>
                    <a:cubicBezTo>
                      <a:pt x="41" y="41"/>
                      <a:pt x="39" y="39"/>
                      <a:pt x="39" y="37"/>
                    </a:cubicBezTo>
                    <a:cubicBezTo>
                      <a:pt x="40" y="35"/>
                      <a:pt x="41" y="33"/>
                      <a:pt x="41" y="30"/>
                    </a:cubicBezTo>
                    <a:cubicBezTo>
                      <a:pt x="41" y="29"/>
                      <a:pt x="41" y="27"/>
                      <a:pt x="40" y="25"/>
                    </a:cubicBezTo>
                    <a:cubicBezTo>
                      <a:pt x="39" y="23"/>
                      <a:pt x="38" y="21"/>
                      <a:pt x="37" y="19"/>
                    </a:cubicBezTo>
                    <a:cubicBezTo>
                      <a:pt x="36" y="17"/>
                      <a:pt x="34" y="15"/>
                      <a:pt x="31" y="15"/>
                    </a:cubicBezTo>
                    <a:cubicBezTo>
                      <a:pt x="29" y="16"/>
                      <a:pt x="28" y="19"/>
                      <a:pt x="26" y="20"/>
                    </a:cubicBezTo>
                    <a:cubicBezTo>
                      <a:pt x="24" y="21"/>
                      <a:pt x="22" y="22"/>
                      <a:pt x="21" y="20"/>
                    </a:cubicBezTo>
                    <a:cubicBezTo>
                      <a:pt x="20" y="18"/>
                      <a:pt x="22" y="16"/>
                      <a:pt x="23" y="15"/>
                    </a:cubicBezTo>
                    <a:cubicBezTo>
                      <a:pt x="24" y="12"/>
                      <a:pt x="26" y="10"/>
                      <a:pt x="27" y="8"/>
                    </a:cubicBezTo>
                    <a:cubicBezTo>
                      <a:pt x="27" y="6"/>
                      <a:pt x="27" y="4"/>
                      <a:pt x="25" y="2"/>
                    </a:cubicBezTo>
                    <a:cubicBezTo>
                      <a:pt x="24" y="1"/>
                      <a:pt x="21" y="1"/>
                      <a:pt x="19" y="0"/>
                    </a:cubicBezTo>
                    <a:cubicBezTo>
                      <a:pt x="17" y="0"/>
                      <a:pt x="14" y="0"/>
                      <a:pt x="12" y="0"/>
                    </a:cubicBezTo>
                    <a:cubicBezTo>
                      <a:pt x="10" y="0"/>
                      <a:pt x="8" y="0"/>
                      <a:pt x="5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5"/>
                      <a:pt x="1" y="7"/>
                      <a:pt x="2" y="9"/>
                    </a:cubicBezTo>
                    <a:cubicBezTo>
                      <a:pt x="3" y="12"/>
                      <a:pt x="5" y="14"/>
                      <a:pt x="5" y="17"/>
                    </a:cubicBezTo>
                    <a:cubicBezTo>
                      <a:pt x="6" y="19"/>
                      <a:pt x="6" y="21"/>
                      <a:pt x="6" y="24"/>
                    </a:cubicBezTo>
                    <a:cubicBezTo>
                      <a:pt x="6" y="29"/>
                      <a:pt x="8" y="33"/>
                      <a:pt x="10" y="38"/>
                    </a:cubicBezTo>
                    <a:cubicBezTo>
                      <a:pt x="12" y="42"/>
                      <a:pt x="13" y="46"/>
                      <a:pt x="15" y="50"/>
                    </a:cubicBezTo>
                    <a:cubicBezTo>
                      <a:pt x="16" y="51"/>
                      <a:pt x="17" y="52"/>
                      <a:pt x="18" y="54"/>
                    </a:cubicBezTo>
                    <a:cubicBezTo>
                      <a:pt x="19" y="55"/>
                      <a:pt x="19" y="56"/>
                      <a:pt x="20" y="57"/>
                    </a:cubicBezTo>
                    <a:cubicBezTo>
                      <a:pt x="20" y="59"/>
                      <a:pt x="21" y="60"/>
                      <a:pt x="21" y="61"/>
                    </a:cubicBezTo>
                    <a:cubicBezTo>
                      <a:pt x="22" y="62"/>
                      <a:pt x="22" y="63"/>
                      <a:pt x="22" y="64"/>
                    </a:cubicBezTo>
                    <a:cubicBezTo>
                      <a:pt x="22" y="64"/>
                      <a:pt x="23" y="65"/>
                      <a:pt x="23" y="65"/>
                    </a:cubicBezTo>
                    <a:cubicBezTo>
                      <a:pt x="23" y="67"/>
                      <a:pt x="24" y="68"/>
                      <a:pt x="24" y="69"/>
                    </a:cubicBezTo>
                    <a:cubicBezTo>
                      <a:pt x="25" y="70"/>
                      <a:pt x="25" y="73"/>
                      <a:pt x="27" y="73"/>
                    </a:cubicBezTo>
                    <a:cubicBezTo>
                      <a:pt x="28" y="73"/>
                      <a:pt x="28" y="72"/>
                      <a:pt x="29" y="71"/>
                    </a:cubicBezTo>
                    <a:cubicBezTo>
                      <a:pt x="29" y="70"/>
                      <a:pt x="30" y="70"/>
                      <a:pt x="30" y="69"/>
                    </a:cubicBezTo>
                    <a:cubicBezTo>
                      <a:pt x="31" y="68"/>
                      <a:pt x="31" y="67"/>
                      <a:pt x="31" y="6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" name="Freeform 3475">
                <a:extLst>
                  <a:ext uri="{FF2B5EF4-FFF2-40B4-BE49-F238E27FC236}">
                    <a16:creationId xmlns:a16="http://schemas.microsoft.com/office/drawing/2014/main" id="{2D1EEFB7-CA89-1442-AE79-0344E25DE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215"/>
                <a:ext cx="21" cy="46"/>
              </a:xfrm>
              <a:custGeom>
                <a:avLst/>
                <a:gdLst>
                  <a:gd name="T0" fmla="*/ 47 w 52"/>
                  <a:gd name="T1" fmla="*/ 63 h 112"/>
                  <a:gd name="T2" fmla="*/ 45 w 52"/>
                  <a:gd name="T3" fmla="*/ 63 h 112"/>
                  <a:gd name="T4" fmla="*/ 45 w 52"/>
                  <a:gd name="T5" fmla="*/ 56 h 112"/>
                  <a:gd name="T6" fmla="*/ 42 w 52"/>
                  <a:gd name="T7" fmla="*/ 47 h 112"/>
                  <a:gd name="T8" fmla="*/ 40 w 52"/>
                  <a:gd name="T9" fmla="*/ 43 h 112"/>
                  <a:gd name="T10" fmla="*/ 37 w 52"/>
                  <a:gd name="T11" fmla="*/ 41 h 112"/>
                  <a:gd name="T12" fmla="*/ 35 w 52"/>
                  <a:gd name="T13" fmla="*/ 38 h 112"/>
                  <a:gd name="T14" fmla="*/ 36 w 52"/>
                  <a:gd name="T15" fmla="*/ 33 h 112"/>
                  <a:gd name="T16" fmla="*/ 35 w 52"/>
                  <a:gd name="T17" fmla="*/ 28 h 112"/>
                  <a:gd name="T18" fmla="*/ 35 w 52"/>
                  <a:gd name="T19" fmla="*/ 22 h 112"/>
                  <a:gd name="T20" fmla="*/ 34 w 52"/>
                  <a:gd name="T21" fmla="*/ 18 h 112"/>
                  <a:gd name="T22" fmla="*/ 35 w 52"/>
                  <a:gd name="T23" fmla="*/ 16 h 112"/>
                  <a:gd name="T24" fmla="*/ 31 w 52"/>
                  <a:gd name="T25" fmla="*/ 10 h 112"/>
                  <a:gd name="T26" fmla="*/ 28 w 52"/>
                  <a:gd name="T27" fmla="*/ 5 h 112"/>
                  <a:gd name="T28" fmla="*/ 17 w 52"/>
                  <a:gd name="T29" fmla="*/ 2 h 112"/>
                  <a:gd name="T30" fmla="*/ 15 w 52"/>
                  <a:gd name="T31" fmla="*/ 14 h 112"/>
                  <a:gd name="T32" fmla="*/ 5 w 52"/>
                  <a:gd name="T33" fmla="*/ 23 h 112"/>
                  <a:gd name="T34" fmla="*/ 6 w 52"/>
                  <a:gd name="T35" fmla="*/ 40 h 112"/>
                  <a:gd name="T36" fmla="*/ 16 w 52"/>
                  <a:gd name="T37" fmla="*/ 49 h 112"/>
                  <a:gd name="T38" fmla="*/ 26 w 52"/>
                  <a:gd name="T39" fmla="*/ 58 h 112"/>
                  <a:gd name="T40" fmla="*/ 31 w 52"/>
                  <a:gd name="T41" fmla="*/ 63 h 112"/>
                  <a:gd name="T42" fmla="*/ 31 w 52"/>
                  <a:gd name="T43" fmla="*/ 75 h 112"/>
                  <a:gd name="T44" fmla="*/ 32 w 52"/>
                  <a:gd name="T45" fmla="*/ 83 h 112"/>
                  <a:gd name="T46" fmla="*/ 30 w 52"/>
                  <a:gd name="T47" fmla="*/ 88 h 112"/>
                  <a:gd name="T48" fmla="*/ 34 w 52"/>
                  <a:gd name="T49" fmla="*/ 93 h 112"/>
                  <a:gd name="T50" fmla="*/ 39 w 52"/>
                  <a:gd name="T51" fmla="*/ 99 h 112"/>
                  <a:gd name="T52" fmla="*/ 42 w 52"/>
                  <a:gd name="T53" fmla="*/ 104 h 112"/>
                  <a:gd name="T54" fmla="*/ 46 w 52"/>
                  <a:gd name="T55" fmla="*/ 109 h 112"/>
                  <a:gd name="T56" fmla="*/ 49 w 52"/>
                  <a:gd name="T57" fmla="*/ 111 h 112"/>
                  <a:gd name="T58" fmla="*/ 51 w 52"/>
                  <a:gd name="T59" fmla="*/ 102 h 112"/>
                  <a:gd name="T60" fmla="*/ 52 w 52"/>
                  <a:gd name="T61" fmla="*/ 90 h 112"/>
                  <a:gd name="T62" fmla="*/ 52 w 52"/>
                  <a:gd name="T63" fmla="*/ 83 h 112"/>
                  <a:gd name="T64" fmla="*/ 51 w 52"/>
                  <a:gd name="T65" fmla="*/ 70 h 112"/>
                  <a:gd name="T66" fmla="*/ 49 w 52"/>
                  <a:gd name="T67" fmla="*/ 64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2" h="112">
                    <a:moveTo>
                      <a:pt x="48" y="63"/>
                    </a:move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6" y="63"/>
                    </a:cubicBezTo>
                    <a:cubicBezTo>
                      <a:pt x="46" y="63"/>
                      <a:pt x="46" y="63"/>
                      <a:pt x="45" y="63"/>
                    </a:cubicBezTo>
                    <a:cubicBezTo>
                      <a:pt x="44" y="62"/>
                      <a:pt x="44" y="61"/>
                      <a:pt x="45" y="60"/>
                    </a:cubicBezTo>
                    <a:cubicBezTo>
                      <a:pt x="45" y="59"/>
                      <a:pt x="45" y="58"/>
                      <a:pt x="45" y="56"/>
                    </a:cubicBezTo>
                    <a:cubicBezTo>
                      <a:pt x="46" y="54"/>
                      <a:pt x="44" y="51"/>
                      <a:pt x="43" y="49"/>
                    </a:cubicBezTo>
                    <a:cubicBezTo>
                      <a:pt x="43" y="49"/>
                      <a:pt x="42" y="48"/>
                      <a:pt x="42" y="47"/>
                    </a:cubicBezTo>
                    <a:cubicBezTo>
                      <a:pt x="42" y="47"/>
                      <a:pt x="42" y="46"/>
                      <a:pt x="42" y="45"/>
                    </a:cubicBezTo>
                    <a:cubicBezTo>
                      <a:pt x="41" y="44"/>
                      <a:pt x="41" y="43"/>
                      <a:pt x="40" y="43"/>
                    </a:cubicBezTo>
                    <a:cubicBezTo>
                      <a:pt x="40" y="42"/>
                      <a:pt x="39" y="42"/>
                      <a:pt x="38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1"/>
                      <a:pt x="36" y="41"/>
                      <a:pt x="36" y="40"/>
                    </a:cubicBezTo>
                    <a:cubicBezTo>
                      <a:pt x="35" y="39"/>
                      <a:pt x="35" y="39"/>
                      <a:pt x="35" y="38"/>
                    </a:cubicBezTo>
                    <a:cubicBezTo>
                      <a:pt x="35" y="37"/>
                      <a:pt x="36" y="37"/>
                      <a:pt x="36" y="36"/>
                    </a:cubicBezTo>
                    <a:cubicBezTo>
                      <a:pt x="36" y="35"/>
                      <a:pt x="36" y="34"/>
                      <a:pt x="36" y="33"/>
                    </a:cubicBezTo>
                    <a:cubicBezTo>
                      <a:pt x="36" y="32"/>
                      <a:pt x="36" y="31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5" y="27"/>
                      <a:pt x="35" y="26"/>
                      <a:pt x="35" y="24"/>
                    </a:cubicBezTo>
                    <a:cubicBezTo>
                      <a:pt x="35" y="24"/>
                      <a:pt x="35" y="23"/>
                      <a:pt x="35" y="22"/>
                    </a:cubicBezTo>
                    <a:cubicBezTo>
                      <a:pt x="35" y="21"/>
                      <a:pt x="34" y="20"/>
                      <a:pt x="34" y="19"/>
                    </a:cubicBezTo>
                    <a:cubicBezTo>
                      <a:pt x="34" y="19"/>
                      <a:pt x="34" y="18"/>
                      <a:pt x="34" y="18"/>
                    </a:cubicBezTo>
                    <a:cubicBezTo>
                      <a:pt x="35" y="18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5"/>
                      <a:pt x="34" y="14"/>
                      <a:pt x="33" y="13"/>
                    </a:cubicBezTo>
                    <a:cubicBezTo>
                      <a:pt x="32" y="12"/>
                      <a:pt x="32" y="11"/>
                      <a:pt x="31" y="10"/>
                    </a:cubicBezTo>
                    <a:cubicBezTo>
                      <a:pt x="31" y="9"/>
                      <a:pt x="30" y="8"/>
                      <a:pt x="29" y="7"/>
                    </a:cubicBezTo>
                    <a:cubicBezTo>
                      <a:pt x="29" y="7"/>
                      <a:pt x="28" y="6"/>
                      <a:pt x="28" y="5"/>
                    </a:cubicBezTo>
                    <a:cubicBezTo>
                      <a:pt x="27" y="3"/>
                      <a:pt x="25" y="1"/>
                      <a:pt x="23" y="0"/>
                    </a:cubicBezTo>
                    <a:cubicBezTo>
                      <a:pt x="21" y="0"/>
                      <a:pt x="19" y="0"/>
                      <a:pt x="17" y="2"/>
                    </a:cubicBezTo>
                    <a:cubicBezTo>
                      <a:pt x="15" y="3"/>
                      <a:pt x="15" y="6"/>
                      <a:pt x="15" y="8"/>
                    </a:cubicBezTo>
                    <a:cubicBezTo>
                      <a:pt x="16" y="10"/>
                      <a:pt x="17" y="13"/>
                      <a:pt x="15" y="14"/>
                    </a:cubicBezTo>
                    <a:cubicBezTo>
                      <a:pt x="13" y="16"/>
                      <a:pt x="10" y="15"/>
                      <a:pt x="8" y="17"/>
                    </a:cubicBezTo>
                    <a:cubicBezTo>
                      <a:pt x="7" y="19"/>
                      <a:pt x="6" y="21"/>
                      <a:pt x="5" y="23"/>
                    </a:cubicBezTo>
                    <a:cubicBezTo>
                      <a:pt x="5" y="24"/>
                      <a:pt x="3" y="25"/>
                      <a:pt x="2" y="27"/>
                    </a:cubicBezTo>
                    <a:cubicBezTo>
                      <a:pt x="0" y="31"/>
                      <a:pt x="4" y="37"/>
                      <a:pt x="6" y="40"/>
                    </a:cubicBezTo>
                    <a:cubicBezTo>
                      <a:pt x="8" y="43"/>
                      <a:pt x="10" y="45"/>
                      <a:pt x="13" y="47"/>
                    </a:cubicBezTo>
                    <a:cubicBezTo>
                      <a:pt x="14" y="47"/>
                      <a:pt x="15" y="48"/>
                      <a:pt x="16" y="49"/>
                    </a:cubicBezTo>
                    <a:cubicBezTo>
                      <a:pt x="17" y="50"/>
                      <a:pt x="17" y="51"/>
                      <a:pt x="18" y="52"/>
                    </a:cubicBezTo>
                    <a:cubicBezTo>
                      <a:pt x="21" y="55"/>
                      <a:pt x="23" y="56"/>
                      <a:pt x="26" y="58"/>
                    </a:cubicBezTo>
                    <a:cubicBezTo>
                      <a:pt x="28" y="58"/>
                      <a:pt x="29" y="59"/>
                      <a:pt x="30" y="60"/>
                    </a:cubicBezTo>
                    <a:cubicBezTo>
                      <a:pt x="30" y="61"/>
                      <a:pt x="30" y="62"/>
                      <a:pt x="31" y="63"/>
                    </a:cubicBezTo>
                    <a:cubicBezTo>
                      <a:pt x="31" y="66"/>
                      <a:pt x="31" y="69"/>
                      <a:pt x="31" y="72"/>
                    </a:cubicBezTo>
                    <a:cubicBezTo>
                      <a:pt x="31" y="73"/>
                      <a:pt x="31" y="74"/>
                      <a:pt x="31" y="75"/>
                    </a:cubicBezTo>
                    <a:cubicBezTo>
                      <a:pt x="31" y="76"/>
                      <a:pt x="31" y="77"/>
                      <a:pt x="32" y="78"/>
                    </a:cubicBezTo>
                    <a:cubicBezTo>
                      <a:pt x="33" y="79"/>
                      <a:pt x="34" y="81"/>
                      <a:pt x="32" y="83"/>
                    </a:cubicBezTo>
                    <a:cubicBezTo>
                      <a:pt x="32" y="84"/>
                      <a:pt x="31" y="85"/>
                      <a:pt x="30" y="86"/>
                    </a:cubicBezTo>
                    <a:cubicBezTo>
                      <a:pt x="30" y="87"/>
                      <a:pt x="29" y="87"/>
                      <a:pt x="30" y="88"/>
                    </a:cubicBezTo>
                    <a:cubicBezTo>
                      <a:pt x="30" y="89"/>
                      <a:pt x="31" y="89"/>
                      <a:pt x="31" y="90"/>
                    </a:cubicBezTo>
                    <a:cubicBezTo>
                      <a:pt x="32" y="91"/>
                      <a:pt x="33" y="92"/>
                      <a:pt x="34" y="93"/>
                    </a:cubicBezTo>
                    <a:cubicBezTo>
                      <a:pt x="35" y="94"/>
                      <a:pt x="36" y="96"/>
                      <a:pt x="37" y="97"/>
                    </a:cubicBezTo>
                    <a:cubicBezTo>
                      <a:pt x="38" y="98"/>
                      <a:pt x="38" y="99"/>
                      <a:pt x="39" y="99"/>
                    </a:cubicBezTo>
                    <a:cubicBezTo>
                      <a:pt x="39" y="100"/>
                      <a:pt x="40" y="101"/>
                      <a:pt x="40" y="101"/>
                    </a:cubicBezTo>
                    <a:cubicBezTo>
                      <a:pt x="41" y="102"/>
                      <a:pt x="42" y="103"/>
                      <a:pt x="42" y="104"/>
                    </a:cubicBezTo>
                    <a:cubicBezTo>
                      <a:pt x="42" y="104"/>
                      <a:pt x="43" y="105"/>
                      <a:pt x="43" y="105"/>
                    </a:cubicBezTo>
                    <a:cubicBezTo>
                      <a:pt x="44" y="106"/>
                      <a:pt x="45" y="108"/>
                      <a:pt x="46" y="109"/>
                    </a:cubicBezTo>
                    <a:cubicBezTo>
                      <a:pt x="46" y="110"/>
                      <a:pt x="47" y="110"/>
                      <a:pt x="47" y="111"/>
                    </a:cubicBezTo>
                    <a:cubicBezTo>
                      <a:pt x="48" y="112"/>
                      <a:pt x="48" y="112"/>
                      <a:pt x="49" y="111"/>
                    </a:cubicBezTo>
                    <a:cubicBezTo>
                      <a:pt x="51" y="110"/>
                      <a:pt x="50" y="107"/>
                      <a:pt x="50" y="105"/>
                    </a:cubicBezTo>
                    <a:cubicBezTo>
                      <a:pt x="51" y="104"/>
                      <a:pt x="51" y="103"/>
                      <a:pt x="51" y="102"/>
                    </a:cubicBezTo>
                    <a:cubicBezTo>
                      <a:pt x="51" y="101"/>
                      <a:pt x="51" y="99"/>
                      <a:pt x="52" y="98"/>
                    </a:cubicBezTo>
                    <a:cubicBezTo>
                      <a:pt x="52" y="96"/>
                      <a:pt x="52" y="93"/>
                      <a:pt x="52" y="90"/>
                    </a:cubicBezTo>
                    <a:cubicBezTo>
                      <a:pt x="51" y="89"/>
                      <a:pt x="51" y="88"/>
                      <a:pt x="51" y="86"/>
                    </a:cubicBezTo>
                    <a:cubicBezTo>
                      <a:pt x="51" y="85"/>
                      <a:pt x="51" y="84"/>
                      <a:pt x="52" y="83"/>
                    </a:cubicBezTo>
                    <a:cubicBezTo>
                      <a:pt x="52" y="81"/>
                      <a:pt x="52" y="79"/>
                      <a:pt x="52" y="77"/>
                    </a:cubicBezTo>
                    <a:cubicBezTo>
                      <a:pt x="51" y="74"/>
                      <a:pt x="51" y="72"/>
                      <a:pt x="51" y="70"/>
                    </a:cubicBezTo>
                    <a:cubicBezTo>
                      <a:pt x="50" y="68"/>
                      <a:pt x="50" y="67"/>
                      <a:pt x="49" y="65"/>
                    </a:cubicBezTo>
                    <a:cubicBezTo>
                      <a:pt x="49" y="65"/>
                      <a:pt x="49" y="64"/>
                      <a:pt x="49" y="64"/>
                    </a:cubicBezTo>
                    <a:cubicBezTo>
                      <a:pt x="49" y="63"/>
                      <a:pt x="48" y="63"/>
                      <a:pt x="48" y="6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" name="Freeform 3476">
                <a:extLst>
                  <a:ext uri="{FF2B5EF4-FFF2-40B4-BE49-F238E27FC236}">
                    <a16:creationId xmlns:a16="http://schemas.microsoft.com/office/drawing/2014/main" id="{10BFB186-E9F3-5343-9B0E-FE539EA46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1580"/>
                <a:ext cx="5" cy="6"/>
              </a:xfrm>
              <a:custGeom>
                <a:avLst/>
                <a:gdLst>
                  <a:gd name="T0" fmla="*/ 2 w 13"/>
                  <a:gd name="T1" fmla="*/ 13 h 13"/>
                  <a:gd name="T2" fmla="*/ 0 w 13"/>
                  <a:gd name="T3" fmla="*/ 10 h 13"/>
                  <a:gd name="T4" fmla="*/ 1 w 13"/>
                  <a:gd name="T5" fmla="*/ 7 h 13"/>
                  <a:gd name="T6" fmla="*/ 6 w 13"/>
                  <a:gd name="T7" fmla="*/ 6 h 13"/>
                  <a:gd name="T8" fmla="*/ 10 w 13"/>
                  <a:gd name="T9" fmla="*/ 0 h 13"/>
                  <a:gd name="T10" fmla="*/ 11 w 13"/>
                  <a:gd name="T11" fmla="*/ 2 h 13"/>
                  <a:gd name="T12" fmla="*/ 12 w 13"/>
                  <a:gd name="T13" fmla="*/ 5 h 13"/>
                  <a:gd name="T14" fmla="*/ 11 w 13"/>
                  <a:gd name="T15" fmla="*/ 11 h 13"/>
                  <a:gd name="T16" fmla="*/ 2 w 13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2" y="13"/>
                    </a:moveTo>
                    <a:cubicBezTo>
                      <a:pt x="1" y="12"/>
                      <a:pt x="1" y="11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3" y="6"/>
                      <a:pt x="4" y="7"/>
                      <a:pt x="6" y="6"/>
                    </a:cubicBezTo>
                    <a:cubicBezTo>
                      <a:pt x="7" y="4"/>
                      <a:pt x="7" y="1"/>
                      <a:pt x="10" y="0"/>
                    </a:cubicBezTo>
                    <a:cubicBezTo>
                      <a:pt x="11" y="0"/>
                      <a:pt x="11" y="2"/>
                      <a:pt x="11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3" y="8"/>
                      <a:pt x="13" y="10"/>
                      <a:pt x="11" y="11"/>
                    </a:cubicBezTo>
                    <a:cubicBezTo>
                      <a:pt x="9" y="13"/>
                      <a:pt x="5" y="13"/>
                      <a:pt x="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" name="Freeform 3478">
                <a:extLst>
                  <a:ext uri="{FF2B5EF4-FFF2-40B4-BE49-F238E27FC236}">
                    <a16:creationId xmlns:a16="http://schemas.microsoft.com/office/drawing/2014/main" id="{B8253401-F07A-B04E-85C2-17299858C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567"/>
                <a:ext cx="5" cy="4"/>
              </a:xfrm>
              <a:custGeom>
                <a:avLst/>
                <a:gdLst>
                  <a:gd name="T0" fmla="*/ 5 w 12"/>
                  <a:gd name="T1" fmla="*/ 1 h 12"/>
                  <a:gd name="T2" fmla="*/ 8 w 12"/>
                  <a:gd name="T3" fmla="*/ 1 h 12"/>
                  <a:gd name="T4" fmla="*/ 11 w 12"/>
                  <a:gd name="T5" fmla="*/ 1 h 12"/>
                  <a:gd name="T6" fmla="*/ 12 w 12"/>
                  <a:gd name="T7" fmla="*/ 4 h 12"/>
                  <a:gd name="T8" fmla="*/ 12 w 12"/>
                  <a:gd name="T9" fmla="*/ 8 h 12"/>
                  <a:gd name="T10" fmla="*/ 11 w 12"/>
                  <a:gd name="T11" fmla="*/ 11 h 12"/>
                  <a:gd name="T12" fmla="*/ 6 w 12"/>
                  <a:gd name="T13" fmla="*/ 11 h 12"/>
                  <a:gd name="T14" fmla="*/ 2 w 12"/>
                  <a:gd name="T15" fmla="*/ 10 h 12"/>
                  <a:gd name="T16" fmla="*/ 0 w 12"/>
                  <a:gd name="T17" fmla="*/ 4 h 12"/>
                  <a:gd name="T18" fmla="*/ 1 w 12"/>
                  <a:gd name="T19" fmla="*/ 1 h 12"/>
                  <a:gd name="T20" fmla="*/ 5 w 12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5" y="1"/>
                    </a:moveTo>
                    <a:cubicBezTo>
                      <a:pt x="6" y="0"/>
                      <a:pt x="7" y="1"/>
                      <a:pt x="8" y="1"/>
                    </a:cubicBezTo>
                    <a:cubicBezTo>
                      <a:pt x="9" y="1"/>
                      <a:pt x="10" y="0"/>
                      <a:pt x="11" y="1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5"/>
                      <a:pt x="12" y="7"/>
                      <a:pt x="12" y="8"/>
                    </a:cubicBezTo>
                    <a:cubicBezTo>
                      <a:pt x="12" y="9"/>
                      <a:pt x="12" y="10"/>
                      <a:pt x="11" y="11"/>
                    </a:cubicBezTo>
                    <a:cubicBezTo>
                      <a:pt x="10" y="12"/>
                      <a:pt x="7" y="11"/>
                      <a:pt x="6" y="11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" name="Freeform 3479">
                <a:extLst>
                  <a:ext uri="{FF2B5EF4-FFF2-40B4-BE49-F238E27FC236}">
                    <a16:creationId xmlns:a16="http://schemas.microsoft.com/office/drawing/2014/main" id="{6B079014-6601-6141-8B83-2D407EA11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567"/>
                <a:ext cx="4" cy="4"/>
              </a:xfrm>
              <a:custGeom>
                <a:avLst/>
                <a:gdLst>
                  <a:gd name="T0" fmla="*/ 9 w 11"/>
                  <a:gd name="T1" fmla="*/ 0 h 10"/>
                  <a:gd name="T2" fmla="*/ 11 w 11"/>
                  <a:gd name="T3" fmla="*/ 3 h 10"/>
                  <a:gd name="T4" fmla="*/ 9 w 11"/>
                  <a:gd name="T5" fmla="*/ 5 h 10"/>
                  <a:gd name="T6" fmla="*/ 9 w 11"/>
                  <a:gd name="T7" fmla="*/ 8 h 10"/>
                  <a:gd name="T8" fmla="*/ 8 w 11"/>
                  <a:gd name="T9" fmla="*/ 9 h 10"/>
                  <a:gd name="T10" fmla="*/ 6 w 11"/>
                  <a:gd name="T11" fmla="*/ 9 h 10"/>
                  <a:gd name="T12" fmla="*/ 4 w 11"/>
                  <a:gd name="T13" fmla="*/ 10 h 10"/>
                  <a:gd name="T14" fmla="*/ 1 w 11"/>
                  <a:gd name="T15" fmla="*/ 9 h 10"/>
                  <a:gd name="T16" fmla="*/ 0 w 11"/>
                  <a:gd name="T17" fmla="*/ 7 h 10"/>
                  <a:gd name="T18" fmla="*/ 2 w 11"/>
                  <a:gd name="T19" fmla="*/ 6 h 10"/>
                  <a:gd name="T20" fmla="*/ 3 w 11"/>
                  <a:gd name="T21" fmla="*/ 3 h 10"/>
                  <a:gd name="T22" fmla="*/ 4 w 11"/>
                  <a:gd name="T23" fmla="*/ 1 h 10"/>
                  <a:gd name="T24" fmla="*/ 5 w 11"/>
                  <a:gd name="T25" fmla="*/ 0 h 10"/>
                  <a:gd name="T26" fmla="*/ 9 w 11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0">
                    <a:moveTo>
                      <a:pt x="9" y="0"/>
                    </a:moveTo>
                    <a:cubicBezTo>
                      <a:pt x="10" y="1"/>
                      <a:pt x="11" y="2"/>
                      <a:pt x="11" y="3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3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8" y="0"/>
                      <a:pt x="9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" name="Freeform 3480">
                <a:extLst>
                  <a:ext uri="{FF2B5EF4-FFF2-40B4-BE49-F238E27FC236}">
                    <a16:creationId xmlns:a16="http://schemas.microsoft.com/office/drawing/2014/main" id="{4AC5F660-CB4F-F44E-9337-0E01F1F82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62"/>
                <a:ext cx="5" cy="3"/>
              </a:xfrm>
              <a:custGeom>
                <a:avLst/>
                <a:gdLst>
                  <a:gd name="T0" fmla="*/ 5 w 12"/>
                  <a:gd name="T1" fmla="*/ 9 h 9"/>
                  <a:gd name="T2" fmla="*/ 4 w 12"/>
                  <a:gd name="T3" fmla="*/ 9 h 9"/>
                  <a:gd name="T4" fmla="*/ 3 w 12"/>
                  <a:gd name="T5" fmla="*/ 8 h 9"/>
                  <a:gd name="T6" fmla="*/ 1 w 12"/>
                  <a:gd name="T7" fmla="*/ 7 h 9"/>
                  <a:gd name="T8" fmla="*/ 1 w 12"/>
                  <a:gd name="T9" fmla="*/ 4 h 9"/>
                  <a:gd name="T10" fmla="*/ 3 w 12"/>
                  <a:gd name="T11" fmla="*/ 2 h 9"/>
                  <a:gd name="T12" fmla="*/ 5 w 12"/>
                  <a:gd name="T13" fmla="*/ 0 h 9"/>
                  <a:gd name="T14" fmla="*/ 11 w 12"/>
                  <a:gd name="T15" fmla="*/ 2 h 9"/>
                  <a:gd name="T16" fmla="*/ 12 w 12"/>
                  <a:gd name="T17" fmla="*/ 5 h 9"/>
                  <a:gd name="T18" fmla="*/ 11 w 12"/>
                  <a:gd name="T19" fmla="*/ 7 h 9"/>
                  <a:gd name="T20" fmla="*/ 8 w 12"/>
                  <a:gd name="T21" fmla="*/ 8 h 9"/>
                  <a:gd name="T22" fmla="*/ 6 w 12"/>
                  <a:gd name="T23" fmla="*/ 9 h 9"/>
                  <a:gd name="T24" fmla="*/ 6 w 12"/>
                  <a:gd name="T25" fmla="*/ 9 h 9"/>
                  <a:gd name="T26" fmla="*/ 5 w 12"/>
                  <a:gd name="T2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9">
                    <a:moveTo>
                      <a:pt x="5" y="9"/>
                    </a:moveTo>
                    <a:cubicBezTo>
                      <a:pt x="5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7" y="0"/>
                      <a:pt x="10" y="0"/>
                      <a:pt x="11" y="2"/>
                    </a:cubicBezTo>
                    <a:cubicBezTo>
                      <a:pt x="12" y="3"/>
                      <a:pt x="12" y="3"/>
                      <a:pt x="12" y="5"/>
                    </a:cubicBezTo>
                    <a:cubicBezTo>
                      <a:pt x="12" y="6"/>
                      <a:pt x="12" y="7"/>
                      <a:pt x="11" y="7"/>
                    </a:cubicBezTo>
                    <a:cubicBezTo>
                      <a:pt x="10" y="7"/>
                      <a:pt x="9" y="8"/>
                      <a:pt x="8" y="8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" name="Freeform 3481">
                <a:extLst>
                  <a:ext uri="{FF2B5EF4-FFF2-40B4-BE49-F238E27FC236}">
                    <a16:creationId xmlns:a16="http://schemas.microsoft.com/office/drawing/2014/main" id="{228752DF-607D-2F4E-8120-6583A101C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548"/>
                <a:ext cx="19" cy="9"/>
              </a:xfrm>
              <a:custGeom>
                <a:avLst/>
                <a:gdLst>
                  <a:gd name="T0" fmla="*/ 6 w 48"/>
                  <a:gd name="T1" fmla="*/ 21 h 22"/>
                  <a:gd name="T2" fmla="*/ 2 w 48"/>
                  <a:gd name="T3" fmla="*/ 20 h 22"/>
                  <a:gd name="T4" fmla="*/ 5 w 48"/>
                  <a:gd name="T5" fmla="*/ 15 h 22"/>
                  <a:gd name="T6" fmla="*/ 10 w 48"/>
                  <a:gd name="T7" fmla="*/ 12 h 22"/>
                  <a:gd name="T8" fmla="*/ 15 w 48"/>
                  <a:gd name="T9" fmla="*/ 9 h 22"/>
                  <a:gd name="T10" fmla="*/ 20 w 48"/>
                  <a:gd name="T11" fmla="*/ 7 h 22"/>
                  <a:gd name="T12" fmla="*/ 21 w 48"/>
                  <a:gd name="T13" fmla="*/ 4 h 22"/>
                  <a:gd name="T14" fmla="*/ 22 w 48"/>
                  <a:gd name="T15" fmla="*/ 1 h 22"/>
                  <a:gd name="T16" fmla="*/ 28 w 48"/>
                  <a:gd name="T17" fmla="*/ 0 h 22"/>
                  <a:gd name="T18" fmla="*/ 30 w 48"/>
                  <a:gd name="T19" fmla="*/ 1 h 22"/>
                  <a:gd name="T20" fmla="*/ 28 w 48"/>
                  <a:gd name="T21" fmla="*/ 4 h 22"/>
                  <a:gd name="T22" fmla="*/ 27 w 48"/>
                  <a:gd name="T23" fmla="*/ 7 h 22"/>
                  <a:gd name="T24" fmla="*/ 34 w 48"/>
                  <a:gd name="T25" fmla="*/ 5 h 22"/>
                  <a:gd name="T26" fmla="*/ 39 w 48"/>
                  <a:gd name="T27" fmla="*/ 4 h 22"/>
                  <a:gd name="T28" fmla="*/ 42 w 48"/>
                  <a:gd name="T29" fmla="*/ 4 h 22"/>
                  <a:gd name="T30" fmla="*/ 44 w 48"/>
                  <a:gd name="T31" fmla="*/ 3 h 22"/>
                  <a:gd name="T32" fmla="*/ 48 w 48"/>
                  <a:gd name="T33" fmla="*/ 6 h 22"/>
                  <a:gd name="T34" fmla="*/ 42 w 48"/>
                  <a:gd name="T35" fmla="*/ 8 h 22"/>
                  <a:gd name="T36" fmla="*/ 36 w 48"/>
                  <a:gd name="T37" fmla="*/ 12 h 22"/>
                  <a:gd name="T38" fmla="*/ 31 w 48"/>
                  <a:gd name="T39" fmla="*/ 15 h 22"/>
                  <a:gd name="T40" fmla="*/ 22 w 48"/>
                  <a:gd name="T41" fmla="*/ 13 h 22"/>
                  <a:gd name="T42" fmla="*/ 17 w 48"/>
                  <a:gd name="T43" fmla="*/ 14 h 22"/>
                  <a:gd name="T44" fmla="*/ 13 w 48"/>
                  <a:gd name="T45" fmla="*/ 16 h 22"/>
                  <a:gd name="T46" fmla="*/ 11 w 48"/>
                  <a:gd name="T47" fmla="*/ 17 h 22"/>
                  <a:gd name="T48" fmla="*/ 9 w 48"/>
                  <a:gd name="T49" fmla="*/ 19 h 22"/>
                  <a:gd name="T50" fmla="*/ 6 w 48"/>
                  <a:gd name="T51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22">
                    <a:moveTo>
                      <a:pt x="6" y="21"/>
                    </a:moveTo>
                    <a:cubicBezTo>
                      <a:pt x="5" y="22"/>
                      <a:pt x="3" y="21"/>
                      <a:pt x="2" y="20"/>
                    </a:cubicBezTo>
                    <a:cubicBezTo>
                      <a:pt x="0" y="18"/>
                      <a:pt x="4" y="16"/>
                      <a:pt x="5" y="15"/>
                    </a:cubicBezTo>
                    <a:cubicBezTo>
                      <a:pt x="7" y="14"/>
                      <a:pt x="9" y="14"/>
                      <a:pt x="10" y="12"/>
                    </a:cubicBezTo>
                    <a:cubicBezTo>
                      <a:pt x="11" y="10"/>
                      <a:pt x="13" y="9"/>
                      <a:pt x="15" y="9"/>
                    </a:cubicBezTo>
                    <a:cubicBezTo>
                      <a:pt x="17" y="8"/>
                      <a:pt x="19" y="9"/>
                      <a:pt x="20" y="7"/>
                    </a:cubicBezTo>
                    <a:cubicBezTo>
                      <a:pt x="21" y="6"/>
                      <a:pt x="21" y="5"/>
                      <a:pt x="21" y="4"/>
                    </a:cubicBezTo>
                    <a:cubicBezTo>
                      <a:pt x="21" y="3"/>
                      <a:pt x="22" y="2"/>
                      <a:pt x="22" y="1"/>
                    </a:cubicBezTo>
                    <a:cubicBezTo>
                      <a:pt x="23" y="0"/>
                      <a:pt x="27" y="0"/>
                      <a:pt x="28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0" y="2"/>
                      <a:pt x="28" y="3"/>
                      <a:pt x="28" y="4"/>
                    </a:cubicBezTo>
                    <a:cubicBezTo>
                      <a:pt x="26" y="5"/>
                      <a:pt x="25" y="7"/>
                      <a:pt x="27" y="7"/>
                    </a:cubicBezTo>
                    <a:cubicBezTo>
                      <a:pt x="30" y="8"/>
                      <a:pt x="32" y="7"/>
                      <a:pt x="34" y="5"/>
                    </a:cubicBezTo>
                    <a:cubicBezTo>
                      <a:pt x="35" y="4"/>
                      <a:pt x="37" y="4"/>
                      <a:pt x="39" y="4"/>
                    </a:cubicBezTo>
                    <a:cubicBezTo>
                      <a:pt x="40" y="4"/>
                      <a:pt x="41" y="4"/>
                      <a:pt x="42" y="4"/>
                    </a:cubicBezTo>
                    <a:cubicBezTo>
                      <a:pt x="43" y="3"/>
                      <a:pt x="43" y="3"/>
                      <a:pt x="44" y="3"/>
                    </a:cubicBezTo>
                    <a:cubicBezTo>
                      <a:pt x="46" y="2"/>
                      <a:pt x="48" y="4"/>
                      <a:pt x="48" y="6"/>
                    </a:cubicBezTo>
                    <a:cubicBezTo>
                      <a:pt x="48" y="9"/>
                      <a:pt x="44" y="8"/>
                      <a:pt x="42" y="8"/>
                    </a:cubicBezTo>
                    <a:cubicBezTo>
                      <a:pt x="40" y="8"/>
                      <a:pt x="37" y="9"/>
                      <a:pt x="36" y="12"/>
                    </a:cubicBezTo>
                    <a:cubicBezTo>
                      <a:pt x="34" y="13"/>
                      <a:pt x="33" y="15"/>
                      <a:pt x="31" y="15"/>
                    </a:cubicBezTo>
                    <a:cubicBezTo>
                      <a:pt x="28" y="15"/>
                      <a:pt x="25" y="14"/>
                      <a:pt x="22" y="13"/>
                    </a:cubicBezTo>
                    <a:cubicBezTo>
                      <a:pt x="20" y="13"/>
                      <a:pt x="18" y="13"/>
                      <a:pt x="17" y="14"/>
                    </a:cubicBezTo>
                    <a:cubicBezTo>
                      <a:pt x="15" y="14"/>
                      <a:pt x="15" y="15"/>
                      <a:pt x="13" y="16"/>
                    </a:cubicBezTo>
                    <a:cubicBezTo>
                      <a:pt x="12" y="16"/>
                      <a:pt x="12" y="16"/>
                      <a:pt x="11" y="17"/>
                    </a:cubicBezTo>
                    <a:cubicBezTo>
                      <a:pt x="10" y="18"/>
                      <a:pt x="9" y="18"/>
                      <a:pt x="9" y="19"/>
                    </a:cubicBezTo>
                    <a:cubicBezTo>
                      <a:pt x="8" y="20"/>
                      <a:pt x="7" y="21"/>
                      <a:pt x="6" y="2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" name="Freeform 3482">
                <a:extLst>
                  <a:ext uri="{FF2B5EF4-FFF2-40B4-BE49-F238E27FC236}">
                    <a16:creationId xmlns:a16="http://schemas.microsoft.com/office/drawing/2014/main" id="{3BE3243C-68D7-B345-94AC-2B8DBBD6E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40"/>
                <a:ext cx="5" cy="5"/>
              </a:xfrm>
              <a:custGeom>
                <a:avLst/>
                <a:gdLst>
                  <a:gd name="T0" fmla="*/ 0 w 12"/>
                  <a:gd name="T1" fmla="*/ 6 h 11"/>
                  <a:gd name="T2" fmla="*/ 4 w 12"/>
                  <a:gd name="T3" fmla="*/ 2 h 11"/>
                  <a:gd name="T4" fmla="*/ 7 w 12"/>
                  <a:gd name="T5" fmla="*/ 1 h 11"/>
                  <a:gd name="T6" fmla="*/ 10 w 12"/>
                  <a:gd name="T7" fmla="*/ 1 h 11"/>
                  <a:gd name="T8" fmla="*/ 12 w 12"/>
                  <a:gd name="T9" fmla="*/ 3 h 11"/>
                  <a:gd name="T10" fmla="*/ 9 w 12"/>
                  <a:gd name="T11" fmla="*/ 5 h 11"/>
                  <a:gd name="T12" fmla="*/ 6 w 12"/>
                  <a:gd name="T13" fmla="*/ 8 h 11"/>
                  <a:gd name="T14" fmla="*/ 5 w 12"/>
                  <a:gd name="T15" fmla="*/ 10 h 11"/>
                  <a:gd name="T16" fmla="*/ 2 w 12"/>
                  <a:gd name="T17" fmla="*/ 10 h 11"/>
                  <a:gd name="T18" fmla="*/ 0 w 12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0"/>
                      <a:pt x="10" y="0"/>
                      <a:pt x="10" y="1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4"/>
                      <a:pt x="10" y="5"/>
                      <a:pt x="9" y="5"/>
                    </a:cubicBezTo>
                    <a:cubicBezTo>
                      <a:pt x="8" y="6"/>
                      <a:pt x="7" y="6"/>
                      <a:pt x="6" y="8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1" y="9"/>
                      <a:pt x="0" y="8"/>
                      <a:pt x="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" name="Freeform 3484">
                <a:extLst>
                  <a:ext uri="{FF2B5EF4-FFF2-40B4-BE49-F238E27FC236}">
                    <a16:creationId xmlns:a16="http://schemas.microsoft.com/office/drawing/2014/main" id="{755F8BC9-C581-E54B-B278-8265CD883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534"/>
                <a:ext cx="4" cy="6"/>
              </a:xfrm>
              <a:custGeom>
                <a:avLst/>
                <a:gdLst>
                  <a:gd name="T0" fmla="*/ 6 w 11"/>
                  <a:gd name="T1" fmla="*/ 12 h 15"/>
                  <a:gd name="T2" fmla="*/ 4 w 11"/>
                  <a:gd name="T3" fmla="*/ 15 h 15"/>
                  <a:gd name="T4" fmla="*/ 1 w 11"/>
                  <a:gd name="T5" fmla="*/ 14 h 15"/>
                  <a:gd name="T6" fmla="*/ 0 w 11"/>
                  <a:gd name="T7" fmla="*/ 10 h 15"/>
                  <a:gd name="T8" fmla="*/ 1 w 11"/>
                  <a:gd name="T9" fmla="*/ 6 h 15"/>
                  <a:gd name="T10" fmla="*/ 3 w 11"/>
                  <a:gd name="T11" fmla="*/ 3 h 15"/>
                  <a:gd name="T12" fmla="*/ 6 w 11"/>
                  <a:gd name="T13" fmla="*/ 2 h 15"/>
                  <a:gd name="T14" fmla="*/ 6 w 11"/>
                  <a:gd name="T15" fmla="*/ 1 h 15"/>
                  <a:gd name="T16" fmla="*/ 8 w 11"/>
                  <a:gd name="T17" fmla="*/ 0 h 15"/>
                  <a:gd name="T18" fmla="*/ 10 w 11"/>
                  <a:gd name="T19" fmla="*/ 0 h 15"/>
                  <a:gd name="T20" fmla="*/ 11 w 11"/>
                  <a:gd name="T21" fmla="*/ 3 h 15"/>
                  <a:gd name="T22" fmla="*/ 7 w 11"/>
                  <a:gd name="T23" fmla="*/ 6 h 15"/>
                  <a:gd name="T24" fmla="*/ 6 w 11"/>
                  <a:gd name="T25" fmla="*/ 8 h 15"/>
                  <a:gd name="T26" fmla="*/ 6 w 11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6" y="12"/>
                    </a:moveTo>
                    <a:cubicBezTo>
                      <a:pt x="6" y="13"/>
                      <a:pt x="5" y="14"/>
                      <a:pt x="4" y="15"/>
                    </a:cubicBezTo>
                    <a:cubicBezTo>
                      <a:pt x="3" y="15"/>
                      <a:pt x="1" y="15"/>
                      <a:pt x="1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9"/>
                      <a:pt x="1" y="8"/>
                      <a:pt x="1" y="6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0"/>
                      <a:pt x="11" y="2"/>
                      <a:pt x="11" y="3"/>
                    </a:cubicBezTo>
                    <a:cubicBezTo>
                      <a:pt x="10" y="4"/>
                      <a:pt x="8" y="5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9"/>
                      <a:pt x="6" y="11"/>
                      <a:pt x="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" name="Freeform 3485">
                <a:extLst>
                  <a:ext uri="{FF2B5EF4-FFF2-40B4-BE49-F238E27FC236}">
                    <a16:creationId xmlns:a16="http://schemas.microsoft.com/office/drawing/2014/main" id="{595FA8DC-9633-F34E-925C-C609F3E4F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536"/>
                <a:ext cx="8" cy="13"/>
              </a:xfrm>
              <a:custGeom>
                <a:avLst/>
                <a:gdLst>
                  <a:gd name="T0" fmla="*/ 14 w 20"/>
                  <a:gd name="T1" fmla="*/ 6 h 33"/>
                  <a:gd name="T2" fmla="*/ 15 w 20"/>
                  <a:gd name="T3" fmla="*/ 3 h 33"/>
                  <a:gd name="T4" fmla="*/ 15 w 20"/>
                  <a:gd name="T5" fmla="*/ 1 h 33"/>
                  <a:gd name="T6" fmla="*/ 12 w 20"/>
                  <a:gd name="T7" fmla="*/ 0 h 33"/>
                  <a:gd name="T8" fmla="*/ 8 w 20"/>
                  <a:gd name="T9" fmla="*/ 4 h 33"/>
                  <a:gd name="T10" fmla="*/ 4 w 20"/>
                  <a:gd name="T11" fmla="*/ 6 h 33"/>
                  <a:gd name="T12" fmla="*/ 1 w 20"/>
                  <a:gd name="T13" fmla="*/ 7 h 33"/>
                  <a:gd name="T14" fmla="*/ 1 w 20"/>
                  <a:gd name="T15" fmla="*/ 13 h 33"/>
                  <a:gd name="T16" fmla="*/ 0 w 20"/>
                  <a:gd name="T17" fmla="*/ 20 h 33"/>
                  <a:gd name="T18" fmla="*/ 3 w 20"/>
                  <a:gd name="T19" fmla="*/ 23 h 33"/>
                  <a:gd name="T20" fmla="*/ 8 w 20"/>
                  <a:gd name="T21" fmla="*/ 23 h 33"/>
                  <a:gd name="T22" fmla="*/ 11 w 20"/>
                  <a:gd name="T23" fmla="*/ 20 h 33"/>
                  <a:gd name="T24" fmla="*/ 13 w 20"/>
                  <a:gd name="T25" fmla="*/ 24 h 33"/>
                  <a:gd name="T26" fmla="*/ 14 w 20"/>
                  <a:gd name="T27" fmla="*/ 28 h 33"/>
                  <a:gd name="T28" fmla="*/ 15 w 20"/>
                  <a:gd name="T29" fmla="*/ 32 h 33"/>
                  <a:gd name="T30" fmla="*/ 19 w 20"/>
                  <a:gd name="T31" fmla="*/ 32 h 33"/>
                  <a:gd name="T32" fmla="*/ 20 w 20"/>
                  <a:gd name="T33" fmla="*/ 27 h 33"/>
                  <a:gd name="T34" fmla="*/ 20 w 20"/>
                  <a:gd name="T35" fmla="*/ 21 h 33"/>
                  <a:gd name="T36" fmla="*/ 19 w 20"/>
                  <a:gd name="T37" fmla="*/ 17 h 33"/>
                  <a:gd name="T38" fmla="*/ 13 w 20"/>
                  <a:gd name="T39" fmla="*/ 15 h 33"/>
                  <a:gd name="T40" fmla="*/ 11 w 20"/>
                  <a:gd name="T41" fmla="*/ 13 h 33"/>
                  <a:gd name="T42" fmla="*/ 11 w 20"/>
                  <a:gd name="T43" fmla="*/ 8 h 33"/>
                  <a:gd name="T44" fmla="*/ 12 w 20"/>
                  <a:gd name="T45" fmla="*/ 7 h 33"/>
                  <a:gd name="T46" fmla="*/ 14 w 20"/>
                  <a:gd name="T4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3">
                    <a:moveTo>
                      <a:pt x="14" y="6"/>
                    </a:moveTo>
                    <a:cubicBezTo>
                      <a:pt x="15" y="5"/>
                      <a:pt x="15" y="4"/>
                      <a:pt x="15" y="3"/>
                    </a:cubicBezTo>
                    <a:cubicBezTo>
                      <a:pt x="15" y="3"/>
                      <a:pt x="15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0" y="1"/>
                      <a:pt x="9" y="3"/>
                      <a:pt x="8" y="4"/>
                    </a:cubicBezTo>
                    <a:cubicBezTo>
                      <a:pt x="7" y="5"/>
                      <a:pt x="6" y="5"/>
                      <a:pt x="4" y="6"/>
                    </a:cubicBezTo>
                    <a:cubicBezTo>
                      <a:pt x="3" y="6"/>
                      <a:pt x="1" y="6"/>
                      <a:pt x="1" y="7"/>
                    </a:cubicBezTo>
                    <a:cubicBezTo>
                      <a:pt x="0" y="9"/>
                      <a:pt x="1" y="11"/>
                      <a:pt x="1" y="13"/>
                    </a:cubicBezTo>
                    <a:cubicBezTo>
                      <a:pt x="1" y="15"/>
                      <a:pt x="0" y="17"/>
                      <a:pt x="0" y="20"/>
                    </a:cubicBezTo>
                    <a:cubicBezTo>
                      <a:pt x="0" y="21"/>
                      <a:pt x="2" y="23"/>
                      <a:pt x="3" y="23"/>
                    </a:cubicBezTo>
                    <a:cubicBezTo>
                      <a:pt x="5" y="24"/>
                      <a:pt x="6" y="24"/>
                      <a:pt x="8" y="23"/>
                    </a:cubicBezTo>
                    <a:cubicBezTo>
                      <a:pt x="9" y="23"/>
                      <a:pt x="10" y="20"/>
                      <a:pt x="11" y="20"/>
                    </a:cubicBezTo>
                    <a:cubicBezTo>
                      <a:pt x="13" y="21"/>
                      <a:pt x="13" y="23"/>
                      <a:pt x="13" y="24"/>
                    </a:cubicBezTo>
                    <a:cubicBezTo>
                      <a:pt x="14" y="25"/>
                      <a:pt x="14" y="27"/>
                      <a:pt x="14" y="28"/>
                    </a:cubicBezTo>
                    <a:cubicBezTo>
                      <a:pt x="14" y="29"/>
                      <a:pt x="14" y="31"/>
                      <a:pt x="15" y="32"/>
                    </a:cubicBezTo>
                    <a:cubicBezTo>
                      <a:pt x="16" y="32"/>
                      <a:pt x="17" y="33"/>
                      <a:pt x="19" y="32"/>
                    </a:cubicBezTo>
                    <a:cubicBezTo>
                      <a:pt x="20" y="31"/>
                      <a:pt x="20" y="29"/>
                      <a:pt x="20" y="27"/>
                    </a:cubicBezTo>
                    <a:cubicBezTo>
                      <a:pt x="20" y="25"/>
                      <a:pt x="20" y="23"/>
                      <a:pt x="20" y="21"/>
                    </a:cubicBezTo>
                    <a:cubicBezTo>
                      <a:pt x="20" y="20"/>
                      <a:pt x="20" y="18"/>
                      <a:pt x="19" y="17"/>
                    </a:cubicBezTo>
                    <a:cubicBezTo>
                      <a:pt x="17" y="16"/>
                      <a:pt x="14" y="16"/>
                      <a:pt x="13" y="15"/>
                    </a:cubicBezTo>
                    <a:cubicBezTo>
                      <a:pt x="12" y="14"/>
                      <a:pt x="11" y="14"/>
                      <a:pt x="11" y="13"/>
                    </a:cubicBezTo>
                    <a:cubicBezTo>
                      <a:pt x="11" y="11"/>
                      <a:pt x="10" y="9"/>
                      <a:pt x="11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3" y="6"/>
                      <a:pt x="14" y="6"/>
                      <a:pt x="14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" name="Freeform 3486">
                <a:extLst>
                  <a:ext uri="{FF2B5EF4-FFF2-40B4-BE49-F238E27FC236}">
                    <a16:creationId xmlns:a16="http://schemas.microsoft.com/office/drawing/2014/main" id="{21288A0B-F9B5-4348-8C3E-6FFCEB0F5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551"/>
                <a:ext cx="10" cy="11"/>
              </a:xfrm>
              <a:custGeom>
                <a:avLst/>
                <a:gdLst>
                  <a:gd name="T0" fmla="*/ 8 w 25"/>
                  <a:gd name="T1" fmla="*/ 17 h 26"/>
                  <a:gd name="T2" fmla="*/ 7 w 25"/>
                  <a:gd name="T3" fmla="*/ 17 h 26"/>
                  <a:gd name="T4" fmla="*/ 5 w 25"/>
                  <a:gd name="T5" fmla="*/ 15 h 26"/>
                  <a:gd name="T6" fmla="*/ 4 w 25"/>
                  <a:gd name="T7" fmla="*/ 15 h 26"/>
                  <a:gd name="T8" fmla="*/ 3 w 25"/>
                  <a:gd name="T9" fmla="*/ 13 h 26"/>
                  <a:gd name="T10" fmla="*/ 1 w 25"/>
                  <a:gd name="T11" fmla="*/ 13 h 26"/>
                  <a:gd name="T12" fmla="*/ 0 w 25"/>
                  <a:gd name="T13" fmla="*/ 10 h 26"/>
                  <a:gd name="T14" fmla="*/ 2 w 25"/>
                  <a:gd name="T15" fmla="*/ 2 h 26"/>
                  <a:gd name="T16" fmla="*/ 5 w 25"/>
                  <a:gd name="T17" fmla="*/ 0 h 26"/>
                  <a:gd name="T18" fmla="*/ 9 w 25"/>
                  <a:gd name="T19" fmla="*/ 2 h 26"/>
                  <a:gd name="T20" fmla="*/ 10 w 25"/>
                  <a:gd name="T21" fmla="*/ 6 h 26"/>
                  <a:gd name="T22" fmla="*/ 13 w 25"/>
                  <a:gd name="T23" fmla="*/ 8 h 26"/>
                  <a:gd name="T24" fmla="*/ 17 w 25"/>
                  <a:gd name="T25" fmla="*/ 8 h 26"/>
                  <a:gd name="T26" fmla="*/ 20 w 25"/>
                  <a:gd name="T27" fmla="*/ 10 h 26"/>
                  <a:gd name="T28" fmla="*/ 21 w 25"/>
                  <a:gd name="T29" fmla="*/ 13 h 26"/>
                  <a:gd name="T30" fmla="*/ 24 w 25"/>
                  <a:gd name="T31" fmla="*/ 16 h 26"/>
                  <a:gd name="T32" fmla="*/ 25 w 25"/>
                  <a:gd name="T33" fmla="*/ 21 h 26"/>
                  <a:gd name="T34" fmla="*/ 21 w 25"/>
                  <a:gd name="T35" fmla="*/ 23 h 26"/>
                  <a:gd name="T36" fmla="*/ 18 w 25"/>
                  <a:gd name="T37" fmla="*/ 20 h 26"/>
                  <a:gd name="T38" fmla="*/ 15 w 25"/>
                  <a:gd name="T39" fmla="*/ 21 h 26"/>
                  <a:gd name="T40" fmla="*/ 14 w 25"/>
                  <a:gd name="T41" fmla="*/ 25 h 26"/>
                  <a:gd name="T42" fmla="*/ 11 w 25"/>
                  <a:gd name="T43" fmla="*/ 23 h 26"/>
                  <a:gd name="T44" fmla="*/ 10 w 25"/>
                  <a:gd name="T45" fmla="*/ 20 h 26"/>
                  <a:gd name="T46" fmla="*/ 8 w 25"/>
                  <a:gd name="T4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26">
                    <a:moveTo>
                      <a:pt x="8" y="17"/>
                    </a:moveTo>
                    <a:cubicBezTo>
                      <a:pt x="8" y="17"/>
                      <a:pt x="7" y="18"/>
                      <a:pt x="7" y="17"/>
                    </a:cubicBezTo>
                    <a:cubicBezTo>
                      <a:pt x="6" y="17"/>
                      <a:pt x="6" y="16"/>
                      <a:pt x="5" y="15"/>
                    </a:cubicBezTo>
                    <a:cubicBezTo>
                      <a:pt x="5" y="15"/>
                      <a:pt x="5" y="15"/>
                      <a:pt x="4" y="15"/>
                    </a:cubicBezTo>
                    <a:cubicBezTo>
                      <a:pt x="4" y="14"/>
                      <a:pt x="3" y="14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7"/>
                      <a:pt x="0" y="3"/>
                      <a:pt x="2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0"/>
                      <a:pt x="9" y="1"/>
                      <a:pt x="9" y="2"/>
                    </a:cubicBezTo>
                    <a:cubicBezTo>
                      <a:pt x="10" y="3"/>
                      <a:pt x="10" y="5"/>
                      <a:pt x="10" y="6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5" y="8"/>
                      <a:pt x="16" y="8"/>
                      <a:pt x="17" y="8"/>
                    </a:cubicBezTo>
                    <a:cubicBezTo>
                      <a:pt x="18" y="8"/>
                      <a:pt x="20" y="9"/>
                      <a:pt x="20" y="10"/>
                    </a:cubicBezTo>
                    <a:cubicBezTo>
                      <a:pt x="21" y="11"/>
                      <a:pt x="20" y="12"/>
                      <a:pt x="21" y="13"/>
                    </a:cubicBezTo>
                    <a:cubicBezTo>
                      <a:pt x="22" y="14"/>
                      <a:pt x="24" y="15"/>
                      <a:pt x="24" y="16"/>
                    </a:cubicBezTo>
                    <a:cubicBezTo>
                      <a:pt x="25" y="17"/>
                      <a:pt x="25" y="19"/>
                      <a:pt x="25" y="21"/>
                    </a:cubicBezTo>
                    <a:cubicBezTo>
                      <a:pt x="25" y="23"/>
                      <a:pt x="23" y="23"/>
                      <a:pt x="21" y="23"/>
                    </a:cubicBezTo>
                    <a:cubicBezTo>
                      <a:pt x="19" y="23"/>
                      <a:pt x="19" y="21"/>
                      <a:pt x="18" y="20"/>
                    </a:cubicBezTo>
                    <a:cubicBezTo>
                      <a:pt x="17" y="19"/>
                      <a:pt x="15" y="20"/>
                      <a:pt x="15" y="21"/>
                    </a:cubicBezTo>
                    <a:cubicBezTo>
                      <a:pt x="14" y="22"/>
                      <a:pt x="15" y="24"/>
                      <a:pt x="14" y="25"/>
                    </a:cubicBezTo>
                    <a:cubicBezTo>
                      <a:pt x="13" y="26"/>
                      <a:pt x="12" y="24"/>
                      <a:pt x="11" y="23"/>
                    </a:cubicBezTo>
                    <a:cubicBezTo>
                      <a:pt x="11" y="22"/>
                      <a:pt x="10" y="21"/>
                      <a:pt x="10" y="20"/>
                    </a:cubicBezTo>
                    <a:cubicBezTo>
                      <a:pt x="10" y="19"/>
                      <a:pt x="9" y="18"/>
                      <a:pt x="8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" name="Freeform 3487">
                <a:extLst>
                  <a:ext uri="{FF2B5EF4-FFF2-40B4-BE49-F238E27FC236}">
                    <a16:creationId xmlns:a16="http://schemas.microsoft.com/office/drawing/2014/main" id="{748F8465-4106-5446-93AE-1319A84E4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567"/>
                <a:ext cx="8" cy="7"/>
              </a:xfrm>
              <a:custGeom>
                <a:avLst/>
                <a:gdLst>
                  <a:gd name="T0" fmla="*/ 2 w 21"/>
                  <a:gd name="T1" fmla="*/ 11 h 17"/>
                  <a:gd name="T2" fmla="*/ 0 w 21"/>
                  <a:gd name="T3" fmla="*/ 7 h 17"/>
                  <a:gd name="T4" fmla="*/ 5 w 21"/>
                  <a:gd name="T5" fmla="*/ 6 h 17"/>
                  <a:gd name="T6" fmla="*/ 10 w 21"/>
                  <a:gd name="T7" fmla="*/ 6 h 17"/>
                  <a:gd name="T8" fmla="*/ 12 w 21"/>
                  <a:gd name="T9" fmla="*/ 6 h 17"/>
                  <a:gd name="T10" fmla="*/ 14 w 21"/>
                  <a:gd name="T11" fmla="*/ 4 h 17"/>
                  <a:gd name="T12" fmla="*/ 16 w 21"/>
                  <a:gd name="T13" fmla="*/ 2 h 17"/>
                  <a:gd name="T14" fmla="*/ 17 w 21"/>
                  <a:gd name="T15" fmla="*/ 1 h 17"/>
                  <a:gd name="T16" fmla="*/ 19 w 21"/>
                  <a:gd name="T17" fmla="*/ 2 h 17"/>
                  <a:gd name="T18" fmla="*/ 19 w 21"/>
                  <a:gd name="T19" fmla="*/ 7 h 17"/>
                  <a:gd name="T20" fmla="*/ 17 w 21"/>
                  <a:gd name="T21" fmla="*/ 11 h 17"/>
                  <a:gd name="T22" fmla="*/ 15 w 21"/>
                  <a:gd name="T23" fmla="*/ 16 h 17"/>
                  <a:gd name="T24" fmla="*/ 13 w 21"/>
                  <a:gd name="T25" fmla="*/ 17 h 17"/>
                  <a:gd name="T26" fmla="*/ 9 w 21"/>
                  <a:gd name="T27" fmla="*/ 16 h 17"/>
                  <a:gd name="T28" fmla="*/ 7 w 21"/>
                  <a:gd name="T29" fmla="*/ 14 h 17"/>
                  <a:gd name="T30" fmla="*/ 5 w 21"/>
                  <a:gd name="T31" fmla="*/ 13 h 17"/>
                  <a:gd name="T32" fmla="*/ 4 w 21"/>
                  <a:gd name="T33" fmla="*/ 12 h 17"/>
                  <a:gd name="T34" fmla="*/ 2 w 21"/>
                  <a:gd name="T3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7">
                    <a:moveTo>
                      <a:pt x="2" y="11"/>
                    </a:moveTo>
                    <a:cubicBezTo>
                      <a:pt x="1" y="11"/>
                      <a:pt x="0" y="9"/>
                      <a:pt x="0" y="7"/>
                    </a:cubicBezTo>
                    <a:cubicBezTo>
                      <a:pt x="1" y="5"/>
                      <a:pt x="4" y="5"/>
                      <a:pt x="5" y="6"/>
                    </a:cubicBezTo>
                    <a:cubicBezTo>
                      <a:pt x="7" y="6"/>
                      <a:pt x="8" y="5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2"/>
                      <a:pt x="16" y="2"/>
                    </a:cubicBezTo>
                    <a:cubicBezTo>
                      <a:pt x="16" y="1"/>
                      <a:pt x="17" y="0"/>
                      <a:pt x="17" y="1"/>
                    </a:cubicBezTo>
                    <a:cubicBezTo>
                      <a:pt x="18" y="1"/>
                      <a:pt x="19" y="2"/>
                      <a:pt x="19" y="2"/>
                    </a:cubicBezTo>
                    <a:cubicBezTo>
                      <a:pt x="20" y="4"/>
                      <a:pt x="21" y="6"/>
                      <a:pt x="19" y="7"/>
                    </a:cubicBezTo>
                    <a:cubicBezTo>
                      <a:pt x="18" y="8"/>
                      <a:pt x="17" y="9"/>
                      <a:pt x="17" y="11"/>
                    </a:cubicBezTo>
                    <a:cubicBezTo>
                      <a:pt x="16" y="13"/>
                      <a:pt x="16" y="14"/>
                      <a:pt x="15" y="16"/>
                    </a:cubicBezTo>
                    <a:cubicBezTo>
                      <a:pt x="14" y="16"/>
                      <a:pt x="13" y="17"/>
                      <a:pt x="13" y="17"/>
                    </a:cubicBezTo>
                    <a:cubicBezTo>
                      <a:pt x="11" y="17"/>
                      <a:pt x="10" y="16"/>
                      <a:pt x="9" y="16"/>
                    </a:cubicBezTo>
                    <a:cubicBezTo>
                      <a:pt x="9" y="15"/>
                      <a:pt x="8" y="14"/>
                      <a:pt x="7" y="14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4" y="13"/>
                      <a:pt x="5" y="12"/>
                      <a:pt x="4" y="12"/>
                    </a:cubicBezTo>
                    <a:cubicBezTo>
                      <a:pt x="4" y="11"/>
                      <a:pt x="3" y="11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" name="Freeform 3489">
                <a:extLst>
                  <a:ext uri="{FF2B5EF4-FFF2-40B4-BE49-F238E27FC236}">
                    <a16:creationId xmlns:a16="http://schemas.microsoft.com/office/drawing/2014/main" id="{298BAFE9-7300-794A-942E-5E57B230B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591"/>
                <a:ext cx="7" cy="3"/>
              </a:xfrm>
              <a:custGeom>
                <a:avLst/>
                <a:gdLst>
                  <a:gd name="T0" fmla="*/ 6 w 16"/>
                  <a:gd name="T1" fmla="*/ 0 h 6"/>
                  <a:gd name="T2" fmla="*/ 7 w 16"/>
                  <a:gd name="T3" fmla="*/ 0 h 6"/>
                  <a:gd name="T4" fmla="*/ 8 w 16"/>
                  <a:gd name="T5" fmla="*/ 0 h 6"/>
                  <a:gd name="T6" fmla="*/ 9 w 16"/>
                  <a:gd name="T7" fmla="*/ 0 h 6"/>
                  <a:gd name="T8" fmla="*/ 10 w 16"/>
                  <a:gd name="T9" fmla="*/ 0 h 6"/>
                  <a:gd name="T10" fmla="*/ 12 w 16"/>
                  <a:gd name="T11" fmla="*/ 2 h 6"/>
                  <a:gd name="T12" fmla="*/ 14 w 16"/>
                  <a:gd name="T13" fmla="*/ 3 h 6"/>
                  <a:gd name="T14" fmla="*/ 13 w 16"/>
                  <a:gd name="T15" fmla="*/ 6 h 6"/>
                  <a:gd name="T16" fmla="*/ 8 w 16"/>
                  <a:gd name="T17" fmla="*/ 6 h 6"/>
                  <a:gd name="T18" fmla="*/ 5 w 16"/>
                  <a:gd name="T19" fmla="*/ 6 h 6"/>
                  <a:gd name="T20" fmla="*/ 2 w 16"/>
                  <a:gd name="T21" fmla="*/ 6 h 6"/>
                  <a:gd name="T22" fmla="*/ 0 w 16"/>
                  <a:gd name="T23" fmla="*/ 4 h 6"/>
                  <a:gd name="T24" fmla="*/ 1 w 16"/>
                  <a:gd name="T25" fmla="*/ 3 h 6"/>
                  <a:gd name="T26" fmla="*/ 2 w 16"/>
                  <a:gd name="T27" fmla="*/ 2 h 6"/>
                  <a:gd name="T28" fmla="*/ 3 w 16"/>
                  <a:gd name="T29" fmla="*/ 1 h 6"/>
                  <a:gd name="T30" fmla="*/ 6 w 16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6">
                    <a:moveTo>
                      <a:pt x="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2" y="1"/>
                      <a:pt x="12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6" y="4"/>
                      <a:pt x="15" y="5"/>
                      <a:pt x="13" y="6"/>
                    </a:cubicBezTo>
                    <a:cubicBezTo>
                      <a:pt x="11" y="6"/>
                      <a:pt x="9" y="6"/>
                      <a:pt x="8" y="6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" name="Freeform 3490">
                <a:extLst>
                  <a:ext uri="{FF2B5EF4-FFF2-40B4-BE49-F238E27FC236}">
                    <a16:creationId xmlns:a16="http://schemas.microsoft.com/office/drawing/2014/main" id="{0D2E119F-C7C6-EB48-8803-21215EF61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589"/>
                <a:ext cx="10" cy="14"/>
              </a:xfrm>
              <a:custGeom>
                <a:avLst/>
                <a:gdLst>
                  <a:gd name="T0" fmla="*/ 10 w 25"/>
                  <a:gd name="T1" fmla="*/ 32 h 33"/>
                  <a:gd name="T2" fmla="*/ 8 w 25"/>
                  <a:gd name="T3" fmla="*/ 33 h 33"/>
                  <a:gd name="T4" fmla="*/ 4 w 25"/>
                  <a:gd name="T5" fmla="*/ 33 h 33"/>
                  <a:gd name="T6" fmla="*/ 2 w 25"/>
                  <a:gd name="T7" fmla="*/ 29 h 33"/>
                  <a:gd name="T8" fmla="*/ 1 w 25"/>
                  <a:gd name="T9" fmla="*/ 26 h 33"/>
                  <a:gd name="T10" fmla="*/ 2 w 25"/>
                  <a:gd name="T11" fmla="*/ 24 h 33"/>
                  <a:gd name="T12" fmla="*/ 3 w 25"/>
                  <a:gd name="T13" fmla="*/ 22 h 33"/>
                  <a:gd name="T14" fmla="*/ 4 w 25"/>
                  <a:gd name="T15" fmla="*/ 19 h 33"/>
                  <a:gd name="T16" fmla="*/ 2 w 25"/>
                  <a:gd name="T17" fmla="*/ 16 h 33"/>
                  <a:gd name="T18" fmla="*/ 2 w 25"/>
                  <a:gd name="T19" fmla="*/ 13 h 33"/>
                  <a:gd name="T20" fmla="*/ 7 w 25"/>
                  <a:gd name="T21" fmla="*/ 11 h 33"/>
                  <a:gd name="T22" fmla="*/ 10 w 25"/>
                  <a:gd name="T23" fmla="*/ 7 h 33"/>
                  <a:gd name="T24" fmla="*/ 13 w 25"/>
                  <a:gd name="T25" fmla="*/ 3 h 33"/>
                  <a:gd name="T26" fmla="*/ 16 w 25"/>
                  <a:gd name="T27" fmla="*/ 2 h 33"/>
                  <a:gd name="T28" fmla="*/ 19 w 25"/>
                  <a:gd name="T29" fmla="*/ 0 h 33"/>
                  <a:gd name="T30" fmla="*/ 23 w 25"/>
                  <a:gd name="T31" fmla="*/ 0 h 33"/>
                  <a:gd name="T32" fmla="*/ 25 w 25"/>
                  <a:gd name="T33" fmla="*/ 2 h 33"/>
                  <a:gd name="T34" fmla="*/ 24 w 25"/>
                  <a:gd name="T35" fmla="*/ 6 h 33"/>
                  <a:gd name="T36" fmla="*/ 19 w 25"/>
                  <a:gd name="T37" fmla="*/ 10 h 33"/>
                  <a:gd name="T38" fmla="*/ 15 w 25"/>
                  <a:gd name="T39" fmla="*/ 14 h 33"/>
                  <a:gd name="T40" fmla="*/ 13 w 25"/>
                  <a:gd name="T41" fmla="*/ 17 h 33"/>
                  <a:gd name="T42" fmla="*/ 11 w 25"/>
                  <a:gd name="T43" fmla="*/ 21 h 33"/>
                  <a:gd name="T44" fmla="*/ 10 w 25"/>
                  <a:gd name="T45" fmla="*/ 26 h 33"/>
                  <a:gd name="T46" fmla="*/ 10 w 25"/>
                  <a:gd name="T47" fmla="*/ 29 h 33"/>
                  <a:gd name="T48" fmla="*/ 10 w 25"/>
                  <a:gd name="T49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5" h="33">
                    <a:moveTo>
                      <a:pt x="10" y="32"/>
                    </a:moveTo>
                    <a:cubicBezTo>
                      <a:pt x="9" y="33"/>
                      <a:pt x="9" y="33"/>
                      <a:pt x="8" y="33"/>
                    </a:cubicBezTo>
                    <a:cubicBezTo>
                      <a:pt x="7" y="33"/>
                      <a:pt x="6" y="33"/>
                      <a:pt x="4" y="33"/>
                    </a:cubicBezTo>
                    <a:cubicBezTo>
                      <a:pt x="3" y="32"/>
                      <a:pt x="2" y="31"/>
                      <a:pt x="2" y="29"/>
                    </a:cubicBezTo>
                    <a:cubicBezTo>
                      <a:pt x="1" y="28"/>
                      <a:pt x="0" y="27"/>
                      <a:pt x="1" y="26"/>
                    </a:cubicBezTo>
                    <a:cubicBezTo>
                      <a:pt x="1" y="25"/>
                      <a:pt x="2" y="25"/>
                      <a:pt x="2" y="24"/>
                    </a:cubicBezTo>
                    <a:cubicBezTo>
                      <a:pt x="2" y="24"/>
                      <a:pt x="3" y="23"/>
                      <a:pt x="3" y="22"/>
                    </a:cubicBezTo>
                    <a:cubicBezTo>
                      <a:pt x="3" y="21"/>
                      <a:pt x="4" y="20"/>
                      <a:pt x="4" y="19"/>
                    </a:cubicBezTo>
                    <a:cubicBezTo>
                      <a:pt x="5" y="18"/>
                      <a:pt x="3" y="17"/>
                      <a:pt x="2" y="16"/>
                    </a:cubicBezTo>
                    <a:cubicBezTo>
                      <a:pt x="1" y="16"/>
                      <a:pt x="1" y="14"/>
                      <a:pt x="2" y="13"/>
                    </a:cubicBezTo>
                    <a:cubicBezTo>
                      <a:pt x="4" y="12"/>
                      <a:pt x="6" y="12"/>
                      <a:pt x="7" y="11"/>
                    </a:cubicBezTo>
                    <a:cubicBezTo>
                      <a:pt x="9" y="10"/>
                      <a:pt x="9" y="8"/>
                      <a:pt x="10" y="7"/>
                    </a:cubicBezTo>
                    <a:cubicBezTo>
                      <a:pt x="10" y="5"/>
                      <a:pt x="11" y="3"/>
                      <a:pt x="13" y="3"/>
                    </a:cubicBezTo>
                    <a:cubicBezTo>
                      <a:pt x="14" y="2"/>
                      <a:pt x="15" y="3"/>
                      <a:pt x="16" y="2"/>
                    </a:cubicBezTo>
                    <a:cubicBezTo>
                      <a:pt x="17" y="2"/>
                      <a:pt x="18" y="0"/>
                      <a:pt x="19" y="0"/>
                    </a:cubicBezTo>
                    <a:cubicBezTo>
                      <a:pt x="20" y="0"/>
                      <a:pt x="22" y="0"/>
                      <a:pt x="23" y="0"/>
                    </a:cubicBezTo>
                    <a:cubicBezTo>
                      <a:pt x="24" y="0"/>
                      <a:pt x="25" y="0"/>
                      <a:pt x="25" y="2"/>
                    </a:cubicBezTo>
                    <a:cubicBezTo>
                      <a:pt x="25" y="3"/>
                      <a:pt x="25" y="5"/>
                      <a:pt x="24" y="6"/>
                    </a:cubicBezTo>
                    <a:cubicBezTo>
                      <a:pt x="23" y="8"/>
                      <a:pt x="20" y="9"/>
                      <a:pt x="19" y="10"/>
                    </a:cubicBezTo>
                    <a:cubicBezTo>
                      <a:pt x="17" y="11"/>
                      <a:pt x="16" y="13"/>
                      <a:pt x="15" y="14"/>
                    </a:cubicBezTo>
                    <a:cubicBezTo>
                      <a:pt x="15" y="15"/>
                      <a:pt x="14" y="16"/>
                      <a:pt x="13" y="17"/>
                    </a:cubicBezTo>
                    <a:cubicBezTo>
                      <a:pt x="12" y="18"/>
                      <a:pt x="12" y="19"/>
                      <a:pt x="11" y="21"/>
                    </a:cubicBezTo>
                    <a:cubicBezTo>
                      <a:pt x="11" y="23"/>
                      <a:pt x="10" y="24"/>
                      <a:pt x="10" y="26"/>
                    </a:cubicBezTo>
                    <a:cubicBezTo>
                      <a:pt x="10" y="27"/>
                      <a:pt x="10" y="28"/>
                      <a:pt x="10" y="29"/>
                    </a:cubicBezTo>
                    <a:cubicBezTo>
                      <a:pt x="10" y="30"/>
                      <a:pt x="10" y="31"/>
                      <a:pt x="10" y="3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" name="Freeform 3492">
                <a:extLst>
                  <a:ext uri="{FF2B5EF4-FFF2-40B4-BE49-F238E27FC236}">
                    <a16:creationId xmlns:a16="http://schemas.microsoft.com/office/drawing/2014/main" id="{85644642-300D-424F-8426-C19CC8DCE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555"/>
                <a:ext cx="5" cy="5"/>
              </a:xfrm>
              <a:custGeom>
                <a:avLst/>
                <a:gdLst>
                  <a:gd name="T0" fmla="*/ 3 w 12"/>
                  <a:gd name="T1" fmla="*/ 11 h 11"/>
                  <a:gd name="T2" fmla="*/ 1 w 12"/>
                  <a:gd name="T3" fmla="*/ 9 h 11"/>
                  <a:gd name="T4" fmla="*/ 2 w 12"/>
                  <a:gd name="T5" fmla="*/ 4 h 11"/>
                  <a:gd name="T6" fmla="*/ 7 w 12"/>
                  <a:gd name="T7" fmla="*/ 0 h 11"/>
                  <a:gd name="T8" fmla="*/ 10 w 12"/>
                  <a:gd name="T9" fmla="*/ 1 h 11"/>
                  <a:gd name="T10" fmla="*/ 11 w 12"/>
                  <a:gd name="T11" fmla="*/ 3 h 11"/>
                  <a:gd name="T12" fmla="*/ 11 w 12"/>
                  <a:gd name="T13" fmla="*/ 6 h 11"/>
                  <a:gd name="T14" fmla="*/ 8 w 12"/>
                  <a:gd name="T15" fmla="*/ 9 h 11"/>
                  <a:gd name="T16" fmla="*/ 3 w 12"/>
                  <a:gd name="T1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2" y="11"/>
                      <a:pt x="2" y="10"/>
                      <a:pt x="1" y="9"/>
                    </a:cubicBezTo>
                    <a:cubicBezTo>
                      <a:pt x="0" y="8"/>
                      <a:pt x="1" y="5"/>
                      <a:pt x="2" y="4"/>
                    </a:cubicBezTo>
                    <a:cubicBezTo>
                      <a:pt x="3" y="2"/>
                      <a:pt x="5" y="1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7"/>
                      <a:pt x="9" y="8"/>
                      <a:pt x="8" y="9"/>
                    </a:cubicBezTo>
                    <a:cubicBezTo>
                      <a:pt x="6" y="10"/>
                      <a:pt x="5" y="11"/>
                      <a:pt x="3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" name="Freeform 3493">
                <a:extLst>
                  <a:ext uri="{FF2B5EF4-FFF2-40B4-BE49-F238E27FC236}">
                    <a16:creationId xmlns:a16="http://schemas.microsoft.com/office/drawing/2014/main" id="{36DB901F-2D33-424C-B3BE-317F3A450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84"/>
                <a:ext cx="4" cy="6"/>
              </a:xfrm>
              <a:custGeom>
                <a:avLst/>
                <a:gdLst>
                  <a:gd name="T0" fmla="*/ 3 w 11"/>
                  <a:gd name="T1" fmla="*/ 12 h 14"/>
                  <a:gd name="T2" fmla="*/ 0 w 11"/>
                  <a:gd name="T3" fmla="*/ 6 h 14"/>
                  <a:gd name="T4" fmla="*/ 0 w 11"/>
                  <a:gd name="T5" fmla="*/ 3 h 14"/>
                  <a:gd name="T6" fmla="*/ 3 w 11"/>
                  <a:gd name="T7" fmla="*/ 2 h 14"/>
                  <a:gd name="T8" fmla="*/ 10 w 11"/>
                  <a:gd name="T9" fmla="*/ 1 h 14"/>
                  <a:gd name="T10" fmla="*/ 10 w 11"/>
                  <a:gd name="T11" fmla="*/ 5 h 14"/>
                  <a:gd name="T12" fmla="*/ 11 w 11"/>
                  <a:gd name="T13" fmla="*/ 10 h 14"/>
                  <a:gd name="T14" fmla="*/ 9 w 11"/>
                  <a:gd name="T15" fmla="*/ 13 h 14"/>
                  <a:gd name="T16" fmla="*/ 6 w 11"/>
                  <a:gd name="T17" fmla="*/ 14 h 14"/>
                  <a:gd name="T18" fmla="*/ 3 w 11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3" y="12"/>
                    </a:moveTo>
                    <a:cubicBezTo>
                      <a:pt x="1" y="10"/>
                      <a:pt x="0" y="8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0" y="2"/>
                      <a:pt x="10" y="4"/>
                      <a:pt x="10" y="5"/>
                    </a:cubicBezTo>
                    <a:cubicBezTo>
                      <a:pt x="11" y="7"/>
                      <a:pt x="11" y="8"/>
                      <a:pt x="11" y="10"/>
                    </a:cubicBezTo>
                    <a:cubicBezTo>
                      <a:pt x="11" y="11"/>
                      <a:pt x="10" y="12"/>
                      <a:pt x="9" y="13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5" y="13"/>
                      <a:pt x="3" y="13"/>
                      <a:pt x="3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" name="Freeform 3494">
                <a:extLst>
                  <a:ext uri="{FF2B5EF4-FFF2-40B4-BE49-F238E27FC236}">
                    <a16:creationId xmlns:a16="http://schemas.microsoft.com/office/drawing/2014/main" id="{74376C4F-9A6A-E245-81C3-EBDB085CD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468"/>
                <a:ext cx="5" cy="5"/>
              </a:xfrm>
              <a:custGeom>
                <a:avLst/>
                <a:gdLst>
                  <a:gd name="T0" fmla="*/ 1 w 11"/>
                  <a:gd name="T1" fmla="*/ 3 h 10"/>
                  <a:gd name="T2" fmla="*/ 5 w 11"/>
                  <a:gd name="T3" fmla="*/ 4 h 10"/>
                  <a:gd name="T4" fmla="*/ 10 w 11"/>
                  <a:gd name="T5" fmla="*/ 7 h 10"/>
                  <a:gd name="T6" fmla="*/ 9 w 11"/>
                  <a:gd name="T7" fmla="*/ 10 h 10"/>
                  <a:gd name="T8" fmla="*/ 1 w 11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3"/>
                    </a:moveTo>
                    <a:cubicBezTo>
                      <a:pt x="1" y="0"/>
                      <a:pt x="4" y="3"/>
                      <a:pt x="5" y="4"/>
                    </a:cubicBezTo>
                    <a:cubicBezTo>
                      <a:pt x="6" y="5"/>
                      <a:pt x="9" y="5"/>
                      <a:pt x="10" y="7"/>
                    </a:cubicBezTo>
                    <a:cubicBezTo>
                      <a:pt x="11" y="8"/>
                      <a:pt x="10" y="10"/>
                      <a:pt x="9" y="10"/>
                    </a:cubicBezTo>
                    <a:cubicBezTo>
                      <a:pt x="5" y="10"/>
                      <a:pt x="0" y="7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" name="Freeform 3496">
                <a:extLst>
                  <a:ext uri="{FF2B5EF4-FFF2-40B4-BE49-F238E27FC236}">
                    <a16:creationId xmlns:a16="http://schemas.microsoft.com/office/drawing/2014/main" id="{DC138226-23B9-2742-B4F3-AD86B8090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27"/>
                <a:ext cx="14" cy="19"/>
              </a:xfrm>
              <a:custGeom>
                <a:avLst/>
                <a:gdLst>
                  <a:gd name="T0" fmla="*/ 16 w 34"/>
                  <a:gd name="T1" fmla="*/ 41 h 48"/>
                  <a:gd name="T2" fmla="*/ 19 w 34"/>
                  <a:gd name="T3" fmla="*/ 44 h 48"/>
                  <a:gd name="T4" fmla="*/ 17 w 34"/>
                  <a:gd name="T5" fmla="*/ 48 h 48"/>
                  <a:gd name="T6" fmla="*/ 13 w 34"/>
                  <a:gd name="T7" fmla="*/ 45 h 48"/>
                  <a:gd name="T8" fmla="*/ 10 w 34"/>
                  <a:gd name="T9" fmla="*/ 43 h 48"/>
                  <a:gd name="T10" fmla="*/ 7 w 34"/>
                  <a:gd name="T11" fmla="*/ 45 h 48"/>
                  <a:gd name="T12" fmla="*/ 4 w 34"/>
                  <a:gd name="T13" fmla="*/ 43 h 48"/>
                  <a:gd name="T14" fmla="*/ 3 w 34"/>
                  <a:gd name="T15" fmla="*/ 39 h 48"/>
                  <a:gd name="T16" fmla="*/ 3 w 34"/>
                  <a:gd name="T17" fmla="*/ 31 h 48"/>
                  <a:gd name="T18" fmla="*/ 7 w 34"/>
                  <a:gd name="T19" fmla="*/ 29 h 48"/>
                  <a:gd name="T20" fmla="*/ 7 w 34"/>
                  <a:gd name="T21" fmla="*/ 25 h 48"/>
                  <a:gd name="T22" fmla="*/ 9 w 34"/>
                  <a:gd name="T23" fmla="*/ 22 h 48"/>
                  <a:gd name="T24" fmla="*/ 12 w 34"/>
                  <a:gd name="T25" fmla="*/ 18 h 48"/>
                  <a:gd name="T26" fmla="*/ 12 w 34"/>
                  <a:gd name="T27" fmla="*/ 12 h 48"/>
                  <a:gd name="T28" fmla="*/ 14 w 34"/>
                  <a:gd name="T29" fmla="*/ 9 h 48"/>
                  <a:gd name="T30" fmla="*/ 18 w 34"/>
                  <a:gd name="T31" fmla="*/ 5 h 48"/>
                  <a:gd name="T32" fmla="*/ 21 w 34"/>
                  <a:gd name="T33" fmla="*/ 1 h 48"/>
                  <a:gd name="T34" fmla="*/ 23 w 34"/>
                  <a:gd name="T35" fmla="*/ 4 h 48"/>
                  <a:gd name="T36" fmla="*/ 22 w 34"/>
                  <a:gd name="T37" fmla="*/ 9 h 48"/>
                  <a:gd name="T38" fmla="*/ 25 w 34"/>
                  <a:gd name="T39" fmla="*/ 5 h 48"/>
                  <a:gd name="T40" fmla="*/ 29 w 34"/>
                  <a:gd name="T41" fmla="*/ 4 h 48"/>
                  <a:gd name="T42" fmla="*/ 31 w 34"/>
                  <a:gd name="T43" fmla="*/ 6 h 48"/>
                  <a:gd name="T44" fmla="*/ 32 w 34"/>
                  <a:gd name="T45" fmla="*/ 7 h 48"/>
                  <a:gd name="T46" fmla="*/ 31 w 34"/>
                  <a:gd name="T47" fmla="*/ 11 h 48"/>
                  <a:gd name="T48" fmla="*/ 31 w 34"/>
                  <a:gd name="T49" fmla="*/ 15 h 48"/>
                  <a:gd name="T50" fmla="*/ 32 w 34"/>
                  <a:gd name="T51" fmla="*/ 20 h 48"/>
                  <a:gd name="T52" fmla="*/ 31 w 34"/>
                  <a:gd name="T53" fmla="*/ 23 h 48"/>
                  <a:gd name="T54" fmla="*/ 29 w 34"/>
                  <a:gd name="T55" fmla="*/ 21 h 48"/>
                  <a:gd name="T56" fmla="*/ 26 w 34"/>
                  <a:gd name="T57" fmla="*/ 18 h 48"/>
                  <a:gd name="T58" fmla="*/ 24 w 34"/>
                  <a:gd name="T59" fmla="*/ 23 h 48"/>
                  <a:gd name="T60" fmla="*/ 21 w 34"/>
                  <a:gd name="T61" fmla="*/ 27 h 48"/>
                  <a:gd name="T62" fmla="*/ 24 w 34"/>
                  <a:gd name="T63" fmla="*/ 27 h 48"/>
                  <a:gd name="T64" fmla="*/ 26 w 34"/>
                  <a:gd name="T65" fmla="*/ 26 h 48"/>
                  <a:gd name="T66" fmla="*/ 28 w 34"/>
                  <a:gd name="T67" fmla="*/ 30 h 48"/>
                  <a:gd name="T68" fmla="*/ 25 w 34"/>
                  <a:gd name="T69" fmla="*/ 31 h 48"/>
                  <a:gd name="T70" fmla="*/ 22 w 34"/>
                  <a:gd name="T71" fmla="*/ 32 h 48"/>
                  <a:gd name="T72" fmla="*/ 19 w 34"/>
                  <a:gd name="T73" fmla="*/ 36 h 48"/>
                  <a:gd name="T74" fmla="*/ 15 w 34"/>
                  <a:gd name="T75" fmla="*/ 38 h 48"/>
                  <a:gd name="T76" fmla="*/ 14 w 34"/>
                  <a:gd name="T77" fmla="*/ 40 h 48"/>
                  <a:gd name="T78" fmla="*/ 16 w 34"/>
                  <a:gd name="T79" fmla="*/ 4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48">
                    <a:moveTo>
                      <a:pt x="16" y="41"/>
                    </a:moveTo>
                    <a:cubicBezTo>
                      <a:pt x="17" y="41"/>
                      <a:pt x="18" y="42"/>
                      <a:pt x="19" y="44"/>
                    </a:cubicBezTo>
                    <a:cubicBezTo>
                      <a:pt x="19" y="45"/>
                      <a:pt x="19" y="47"/>
                      <a:pt x="17" y="48"/>
                    </a:cubicBezTo>
                    <a:cubicBezTo>
                      <a:pt x="16" y="48"/>
                      <a:pt x="14" y="46"/>
                      <a:pt x="13" y="45"/>
                    </a:cubicBezTo>
                    <a:cubicBezTo>
                      <a:pt x="12" y="44"/>
                      <a:pt x="11" y="43"/>
                      <a:pt x="10" y="43"/>
                    </a:cubicBezTo>
                    <a:cubicBezTo>
                      <a:pt x="9" y="43"/>
                      <a:pt x="8" y="45"/>
                      <a:pt x="7" y="45"/>
                    </a:cubicBezTo>
                    <a:cubicBezTo>
                      <a:pt x="6" y="45"/>
                      <a:pt x="4" y="43"/>
                      <a:pt x="4" y="43"/>
                    </a:cubicBezTo>
                    <a:cubicBezTo>
                      <a:pt x="3" y="42"/>
                      <a:pt x="3" y="40"/>
                      <a:pt x="3" y="39"/>
                    </a:cubicBezTo>
                    <a:cubicBezTo>
                      <a:pt x="2" y="36"/>
                      <a:pt x="0" y="33"/>
                      <a:pt x="3" y="31"/>
                    </a:cubicBezTo>
                    <a:cubicBezTo>
                      <a:pt x="4" y="31"/>
                      <a:pt x="6" y="30"/>
                      <a:pt x="7" y="29"/>
                    </a:cubicBezTo>
                    <a:cubicBezTo>
                      <a:pt x="8" y="28"/>
                      <a:pt x="7" y="26"/>
                      <a:pt x="7" y="25"/>
                    </a:cubicBezTo>
                    <a:cubicBezTo>
                      <a:pt x="7" y="23"/>
                      <a:pt x="8" y="23"/>
                      <a:pt x="9" y="22"/>
                    </a:cubicBezTo>
                    <a:cubicBezTo>
                      <a:pt x="11" y="21"/>
                      <a:pt x="11" y="20"/>
                      <a:pt x="12" y="18"/>
                    </a:cubicBezTo>
                    <a:cubicBezTo>
                      <a:pt x="12" y="16"/>
                      <a:pt x="11" y="14"/>
                      <a:pt x="12" y="12"/>
                    </a:cubicBezTo>
                    <a:cubicBezTo>
                      <a:pt x="12" y="10"/>
                      <a:pt x="13" y="9"/>
                      <a:pt x="14" y="9"/>
                    </a:cubicBezTo>
                    <a:cubicBezTo>
                      <a:pt x="15" y="7"/>
                      <a:pt x="17" y="7"/>
                      <a:pt x="18" y="5"/>
                    </a:cubicBezTo>
                    <a:cubicBezTo>
                      <a:pt x="19" y="3"/>
                      <a:pt x="20" y="1"/>
                      <a:pt x="21" y="1"/>
                    </a:cubicBezTo>
                    <a:cubicBezTo>
                      <a:pt x="23" y="0"/>
                      <a:pt x="24" y="2"/>
                      <a:pt x="23" y="4"/>
                    </a:cubicBezTo>
                    <a:cubicBezTo>
                      <a:pt x="23" y="6"/>
                      <a:pt x="22" y="7"/>
                      <a:pt x="22" y="9"/>
                    </a:cubicBezTo>
                    <a:cubicBezTo>
                      <a:pt x="25" y="9"/>
                      <a:pt x="24" y="7"/>
                      <a:pt x="25" y="5"/>
                    </a:cubicBezTo>
                    <a:cubicBezTo>
                      <a:pt x="26" y="4"/>
                      <a:pt x="28" y="4"/>
                      <a:pt x="29" y="4"/>
                    </a:cubicBezTo>
                    <a:cubicBezTo>
                      <a:pt x="29" y="5"/>
                      <a:pt x="30" y="5"/>
                      <a:pt x="31" y="6"/>
                    </a:cubicBezTo>
                    <a:cubicBezTo>
                      <a:pt x="31" y="6"/>
                      <a:pt x="32" y="6"/>
                      <a:pt x="32" y="7"/>
                    </a:cubicBezTo>
                    <a:cubicBezTo>
                      <a:pt x="34" y="8"/>
                      <a:pt x="32" y="10"/>
                      <a:pt x="31" y="11"/>
                    </a:cubicBezTo>
                    <a:cubicBezTo>
                      <a:pt x="30" y="12"/>
                      <a:pt x="30" y="13"/>
                      <a:pt x="31" y="15"/>
                    </a:cubicBezTo>
                    <a:cubicBezTo>
                      <a:pt x="32" y="16"/>
                      <a:pt x="32" y="18"/>
                      <a:pt x="32" y="20"/>
                    </a:cubicBezTo>
                    <a:cubicBezTo>
                      <a:pt x="32" y="21"/>
                      <a:pt x="32" y="23"/>
                      <a:pt x="31" y="23"/>
                    </a:cubicBezTo>
                    <a:cubicBezTo>
                      <a:pt x="30" y="24"/>
                      <a:pt x="29" y="22"/>
                      <a:pt x="29" y="21"/>
                    </a:cubicBezTo>
                    <a:cubicBezTo>
                      <a:pt x="29" y="20"/>
                      <a:pt x="28" y="17"/>
                      <a:pt x="26" y="18"/>
                    </a:cubicBezTo>
                    <a:cubicBezTo>
                      <a:pt x="24" y="19"/>
                      <a:pt x="24" y="22"/>
                      <a:pt x="24" y="23"/>
                    </a:cubicBezTo>
                    <a:cubicBezTo>
                      <a:pt x="24" y="25"/>
                      <a:pt x="21" y="25"/>
                      <a:pt x="21" y="27"/>
                    </a:cubicBezTo>
                    <a:cubicBezTo>
                      <a:pt x="22" y="27"/>
                      <a:pt x="24" y="28"/>
                      <a:pt x="24" y="27"/>
                    </a:cubicBezTo>
                    <a:cubicBezTo>
                      <a:pt x="25" y="27"/>
                      <a:pt x="26" y="26"/>
                      <a:pt x="26" y="26"/>
                    </a:cubicBezTo>
                    <a:cubicBezTo>
                      <a:pt x="28" y="25"/>
                      <a:pt x="28" y="29"/>
                      <a:pt x="28" y="30"/>
                    </a:cubicBezTo>
                    <a:cubicBezTo>
                      <a:pt x="27" y="31"/>
                      <a:pt x="26" y="31"/>
                      <a:pt x="25" y="31"/>
                    </a:cubicBezTo>
                    <a:cubicBezTo>
                      <a:pt x="24" y="31"/>
                      <a:pt x="23" y="31"/>
                      <a:pt x="22" y="32"/>
                    </a:cubicBezTo>
                    <a:cubicBezTo>
                      <a:pt x="21" y="33"/>
                      <a:pt x="19" y="34"/>
                      <a:pt x="19" y="36"/>
                    </a:cubicBezTo>
                    <a:cubicBezTo>
                      <a:pt x="18" y="36"/>
                      <a:pt x="16" y="37"/>
                      <a:pt x="15" y="38"/>
                    </a:cubicBezTo>
                    <a:cubicBezTo>
                      <a:pt x="14" y="38"/>
                      <a:pt x="14" y="39"/>
                      <a:pt x="14" y="40"/>
                    </a:cubicBezTo>
                    <a:cubicBezTo>
                      <a:pt x="14" y="41"/>
                      <a:pt x="15" y="40"/>
                      <a:pt x="16" y="4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" name="Freeform 3497">
                <a:extLst>
                  <a:ext uri="{FF2B5EF4-FFF2-40B4-BE49-F238E27FC236}">
                    <a16:creationId xmlns:a16="http://schemas.microsoft.com/office/drawing/2014/main" id="{FD28BFEB-2B09-BB4B-8E6C-EEF9B5D5A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49"/>
                <a:ext cx="9" cy="8"/>
              </a:xfrm>
              <a:custGeom>
                <a:avLst/>
                <a:gdLst>
                  <a:gd name="T0" fmla="*/ 7 w 21"/>
                  <a:gd name="T1" fmla="*/ 15 h 20"/>
                  <a:gd name="T2" fmla="*/ 8 w 21"/>
                  <a:gd name="T3" fmla="*/ 18 h 20"/>
                  <a:gd name="T4" fmla="*/ 5 w 21"/>
                  <a:gd name="T5" fmla="*/ 19 h 20"/>
                  <a:gd name="T6" fmla="*/ 2 w 21"/>
                  <a:gd name="T7" fmla="*/ 14 h 20"/>
                  <a:gd name="T8" fmla="*/ 2 w 21"/>
                  <a:gd name="T9" fmla="*/ 10 h 20"/>
                  <a:gd name="T10" fmla="*/ 1 w 21"/>
                  <a:gd name="T11" fmla="*/ 6 h 20"/>
                  <a:gd name="T12" fmla="*/ 4 w 21"/>
                  <a:gd name="T13" fmla="*/ 2 h 20"/>
                  <a:gd name="T14" fmla="*/ 7 w 21"/>
                  <a:gd name="T15" fmla="*/ 1 h 20"/>
                  <a:gd name="T16" fmla="*/ 11 w 21"/>
                  <a:gd name="T17" fmla="*/ 0 h 20"/>
                  <a:gd name="T18" fmla="*/ 16 w 21"/>
                  <a:gd name="T19" fmla="*/ 5 h 20"/>
                  <a:gd name="T20" fmla="*/ 17 w 21"/>
                  <a:gd name="T21" fmla="*/ 12 h 20"/>
                  <a:gd name="T22" fmla="*/ 20 w 21"/>
                  <a:gd name="T23" fmla="*/ 14 h 20"/>
                  <a:gd name="T24" fmla="*/ 16 w 21"/>
                  <a:gd name="T25" fmla="*/ 20 h 20"/>
                  <a:gd name="T26" fmla="*/ 12 w 21"/>
                  <a:gd name="T27" fmla="*/ 16 h 20"/>
                  <a:gd name="T28" fmla="*/ 10 w 21"/>
                  <a:gd name="T29" fmla="*/ 13 h 20"/>
                  <a:gd name="T30" fmla="*/ 8 w 21"/>
                  <a:gd name="T31" fmla="*/ 11 h 20"/>
                  <a:gd name="T32" fmla="*/ 7 w 21"/>
                  <a:gd name="T3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0">
                    <a:moveTo>
                      <a:pt x="7" y="15"/>
                    </a:moveTo>
                    <a:cubicBezTo>
                      <a:pt x="8" y="16"/>
                      <a:pt x="9" y="17"/>
                      <a:pt x="8" y="18"/>
                    </a:cubicBezTo>
                    <a:cubicBezTo>
                      <a:pt x="8" y="19"/>
                      <a:pt x="6" y="20"/>
                      <a:pt x="5" y="19"/>
                    </a:cubicBezTo>
                    <a:cubicBezTo>
                      <a:pt x="2" y="19"/>
                      <a:pt x="1" y="16"/>
                      <a:pt x="2" y="14"/>
                    </a:cubicBezTo>
                    <a:cubicBezTo>
                      <a:pt x="2" y="13"/>
                      <a:pt x="2" y="11"/>
                      <a:pt x="2" y="10"/>
                    </a:cubicBezTo>
                    <a:cubicBezTo>
                      <a:pt x="1" y="9"/>
                      <a:pt x="1" y="8"/>
                      <a:pt x="1" y="6"/>
                    </a:cubicBezTo>
                    <a:cubicBezTo>
                      <a:pt x="0" y="4"/>
                      <a:pt x="1" y="2"/>
                      <a:pt x="4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3" y="1"/>
                      <a:pt x="16" y="3"/>
                      <a:pt x="16" y="5"/>
                    </a:cubicBezTo>
                    <a:cubicBezTo>
                      <a:pt x="17" y="8"/>
                      <a:pt x="14" y="11"/>
                      <a:pt x="17" y="12"/>
                    </a:cubicBezTo>
                    <a:cubicBezTo>
                      <a:pt x="19" y="12"/>
                      <a:pt x="20" y="13"/>
                      <a:pt x="20" y="14"/>
                    </a:cubicBezTo>
                    <a:cubicBezTo>
                      <a:pt x="21" y="17"/>
                      <a:pt x="19" y="20"/>
                      <a:pt x="16" y="20"/>
                    </a:cubicBezTo>
                    <a:cubicBezTo>
                      <a:pt x="14" y="19"/>
                      <a:pt x="13" y="17"/>
                      <a:pt x="12" y="16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10" y="13"/>
                      <a:pt x="9" y="11"/>
                      <a:pt x="8" y="11"/>
                    </a:cubicBezTo>
                    <a:cubicBezTo>
                      <a:pt x="6" y="11"/>
                      <a:pt x="7" y="14"/>
                      <a:pt x="7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" name="Freeform 3500">
                <a:extLst>
                  <a:ext uri="{FF2B5EF4-FFF2-40B4-BE49-F238E27FC236}">
                    <a16:creationId xmlns:a16="http://schemas.microsoft.com/office/drawing/2014/main" id="{56F226EC-A378-304A-BE4D-1573E76B3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476"/>
                <a:ext cx="8" cy="5"/>
              </a:xfrm>
              <a:custGeom>
                <a:avLst/>
                <a:gdLst>
                  <a:gd name="T0" fmla="*/ 9 w 19"/>
                  <a:gd name="T1" fmla="*/ 13 h 13"/>
                  <a:gd name="T2" fmla="*/ 4 w 19"/>
                  <a:gd name="T3" fmla="*/ 13 h 13"/>
                  <a:gd name="T4" fmla="*/ 3 w 19"/>
                  <a:gd name="T5" fmla="*/ 12 h 13"/>
                  <a:gd name="T6" fmla="*/ 1 w 19"/>
                  <a:gd name="T7" fmla="*/ 11 h 13"/>
                  <a:gd name="T8" fmla="*/ 1 w 19"/>
                  <a:gd name="T9" fmla="*/ 8 h 13"/>
                  <a:gd name="T10" fmla="*/ 4 w 19"/>
                  <a:gd name="T11" fmla="*/ 5 h 13"/>
                  <a:gd name="T12" fmla="*/ 6 w 19"/>
                  <a:gd name="T13" fmla="*/ 3 h 13"/>
                  <a:gd name="T14" fmla="*/ 8 w 19"/>
                  <a:gd name="T15" fmla="*/ 2 h 13"/>
                  <a:gd name="T16" fmla="*/ 13 w 19"/>
                  <a:gd name="T17" fmla="*/ 1 h 13"/>
                  <a:gd name="T18" fmla="*/ 16 w 19"/>
                  <a:gd name="T19" fmla="*/ 1 h 13"/>
                  <a:gd name="T20" fmla="*/ 18 w 19"/>
                  <a:gd name="T21" fmla="*/ 2 h 13"/>
                  <a:gd name="T22" fmla="*/ 18 w 19"/>
                  <a:gd name="T23" fmla="*/ 4 h 13"/>
                  <a:gd name="T24" fmla="*/ 17 w 19"/>
                  <a:gd name="T25" fmla="*/ 6 h 13"/>
                  <a:gd name="T26" fmla="*/ 13 w 19"/>
                  <a:gd name="T27" fmla="*/ 10 h 13"/>
                  <a:gd name="T28" fmla="*/ 9 w 19"/>
                  <a:gd name="T2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9" y="13"/>
                    </a:moveTo>
                    <a:cubicBezTo>
                      <a:pt x="7" y="13"/>
                      <a:pt x="6" y="13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6"/>
                      <a:pt x="2" y="5"/>
                      <a:pt x="4" y="5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10" y="2"/>
                      <a:pt x="11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7" y="0"/>
                      <a:pt x="18" y="1"/>
                      <a:pt x="18" y="2"/>
                    </a:cubicBezTo>
                    <a:cubicBezTo>
                      <a:pt x="19" y="3"/>
                      <a:pt x="19" y="4"/>
                      <a:pt x="18" y="4"/>
                    </a:cubicBezTo>
                    <a:cubicBezTo>
                      <a:pt x="18" y="5"/>
                      <a:pt x="18" y="5"/>
                      <a:pt x="17" y="6"/>
                    </a:cubicBezTo>
                    <a:cubicBezTo>
                      <a:pt x="16" y="7"/>
                      <a:pt x="15" y="8"/>
                      <a:pt x="13" y="10"/>
                    </a:cubicBezTo>
                    <a:cubicBezTo>
                      <a:pt x="12" y="11"/>
                      <a:pt x="10" y="12"/>
                      <a:pt x="9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" name="Freeform 3501">
                <a:extLst>
                  <a:ext uri="{FF2B5EF4-FFF2-40B4-BE49-F238E27FC236}">
                    <a16:creationId xmlns:a16="http://schemas.microsoft.com/office/drawing/2014/main" id="{5B5EB3C9-7AB0-2544-BE67-B493F62B7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473"/>
                <a:ext cx="5" cy="2"/>
              </a:xfrm>
              <a:custGeom>
                <a:avLst/>
                <a:gdLst>
                  <a:gd name="T0" fmla="*/ 5 w 12"/>
                  <a:gd name="T1" fmla="*/ 0 h 7"/>
                  <a:gd name="T2" fmla="*/ 10 w 12"/>
                  <a:gd name="T3" fmla="*/ 0 h 7"/>
                  <a:gd name="T4" fmla="*/ 12 w 12"/>
                  <a:gd name="T5" fmla="*/ 3 h 7"/>
                  <a:gd name="T6" fmla="*/ 9 w 12"/>
                  <a:gd name="T7" fmla="*/ 7 h 7"/>
                  <a:gd name="T8" fmla="*/ 3 w 12"/>
                  <a:gd name="T9" fmla="*/ 6 h 7"/>
                  <a:gd name="T10" fmla="*/ 2 w 12"/>
                  <a:gd name="T11" fmla="*/ 1 h 7"/>
                  <a:gd name="T12" fmla="*/ 5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5" y="0"/>
                    </a:moveTo>
                    <a:cubicBezTo>
                      <a:pt x="7" y="0"/>
                      <a:pt x="9" y="0"/>
                      <a:pt x="10" y="0"/>
                    </a:cubicBezTo>
                    <a:cubicBezTo>
                      <a:pt x="11" y="1"/>
                      <a:pt x="12" y="2"/>
                      <a:pt x="12" y="3"/>
                    </a:cubicBezTo>
                    <a:cubicBezTo>
                      <a:pt x="12" y="5"/>
                      <a:pt x="11" y="6"/>
                      <a:pt x="9" y="7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2" y="5"/>
                      <a:pt x="0" y="3"/>
                      <a:pt x="2" y="1"/>
                    </a:cubicBezTo>
                    <a:cubicBezTo>
                      <a:pt x="3" y="1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" name="Freeform 3504">
                <a:extLst>
                  <a:ext uri="{FF2B5EF4-FFF2-40B4-BE49-F238E27FC236}">
                    <a16:creationId xmlns:a16="http://schemas.microsoft.com/office/drawing/2014/main" id="{03F6F150-6841-B04B-9C80-58A5E2E9F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13"/>
                <a:ext cx="8" cy="7"/>
              </a:xfrm>
              <a:custGeom>
                <a:avLst/>
                <a:gdLst>
                  <a:gd name="T0" fmla="*/ 7 w 20"/>
                  <a:gd name="T1" fmla="*/ 6 h 17"/>
                  <a:gd name="T2" fmla="*/ 4 w 20"/>
                  <a:gd name="T3" fmla="*/ 6 h 17"/>
                  <a:gd name="T4" fmla="*/ 1 w 20"/>
                  <a:gd name="T5" fmla="*/ 3 h 17"/>
                  <a:gd name="T6" fmla="*/ 0 w 20"/>
                  <a:gd name="T7" fmla="*/ 2 h 17"/>
                  <a:gd name="T8" fmla="*/ 1 w 20"/>
                  <a:gd name="T9" fmla="*/ 1 h 17"/>
                  <a:gd name="T10" fmla="*/ 4 w 20"/>
                  <a:gd name="T11" fmla="*/ 0 h 17"/>
                  <a:gd name="T12" fmla="*/ 7 w 20"/>
                  <a:gd name="T13" fmla="*/ 0 h 17"/>
                  <a:gd name="T14" fmla="*/ 10 w 20"/>
                  <a:gd name="T15" fmla="*/ 0 h 17"/>
                  <a:gd name="T16" fmla="*/ 14 w 20"/>
                  <a:gd name="T17" fmla="*/ 2 h 17"/>
                  <a:gd name="T18" fmla="*/ 17 w 20"/>
                  <a:gd name="T19" fmla="*/ 5 h 17"/>
                  <a:gd name="T20" fmla="*/ 19 w 20"/>
                  <a:gd name="T21" fmla="*/ 10 h 17"/>
                  <a:gd name="T22" fmla="*/ 18 w 20"/>
                  <a:gd name="T23" fmla="*/ 13 h 17"/>
                  <a:gd name="T24" fmla="*/ 15 w 20"/>
                  <a:gd name="T25" fmla="*/ 15 h 17"/>
                  <a:gd name="T26" fmla="*/ 14 w 20"/>
                  <a:gd name="T27" fmla="*/ 16 h 17"/>
                  <a:gd name="T28" fmla="*/ 11 w 20"/>
                  <a:gd name="T29" fmla="*/ 17 h 17"/>
                  <a:gd name="T30" fmla="*/ 12 w 20"/>
                  <a:gd name="T31" fmla="*/ 11 h 17"/>
                  <a:gd name="T32" fmla="*/ 11 w 20"/>
                  <a:gd name="T33" fmla="*/ 7 h 17"/>
                  <a:gd name="T34" fmla="*/ 7 w 20"/>
                  <a:gd name="T3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7">
                    <a:moveTo>
                      <a:pt x="7" y="6"/>
                    </a:moveTo>
                    <a:cubicBezTo>
                      <a:pt x="6" y="6"/>
                      <a:pt x="5" y="6"/>
                      <a:pt x="4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2"/>
                      <a:pt x="16" y="4"/>
                      <a:pt x="17" y="5"/>
                    </a:cubicBezTo>
                    <a:cubicBezTo>
                      <a:pt x="19" y="6"/>
                      <a:pt x="20" y="7"/>
                      <a:pt x="19" y="10"/>
                    </a:cubicBezTo>
                    <a:cubicBezTo>
                      <a:pt x="19" y="11"/>
                      <a:pt x="18" y="12"/>
                      <a:pt x="18" y="13"/>
                    </a:cubicBezTo>
                    <a:cubicBezTo>
                      <a:pt x="17" y="13"/>
                      <a:pt x="16" y="14"/>
                      <a:pt x="15" y="15"/>
                    </a:cubicBezTo>
                    <a:cubicBezTo>
                      <a:pt x="15" y="15"/>
                      <a:pt x="15" y="16"/>
                      <a:pt x="14" y="16"/>
                    </a:cubicBezTo>
                    <a:cubicBezTo>
                      <a:pt x="13" y="16"/>
                      <a:pt x="12" y="17"/>
                      <a:pt x="11" y="17"/>
                    </a:cubicBezTo>
                    <a:cubicBezTo>
                      <a:pt x="11" y="15"/>
                      <a:pt x="11" y="13"/>
                      <a:pt x="12" y="11"/>
                    </a:cubicBezTo>
                    <a:cubicBezTo>
                      <a:pt x="13" y="9"/>
                      <a:pt x="13" y="8"/>
                      <a:pt x="11" y="7"/>
                    </a:cubicBezTo>
                    <a:cubicBezTo>
                      <a:pt x="10" y="6"/>
                      <a:pt x="8" y="7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" name="Freeform 3507">
                <a:extLst>
                  <a:ext uri="{FF2B5EF4-FFF2-40B4-BE49-F238E27FC236}">
                    <a16:creationId xmlns:a16="http://schemas.microsoft.com/office/drawing/2014/main" id="{7C10F7F5-9F28-794B-99BD-FC703FC20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905"/>
                <a:ext cx="2" cy="3"/>
              </a:xfrm>
              <a:custGeom>
                <a:avLst/>
                <a:gdLst>
                  <a:gd name="T0" fmla="*/ 4 w 5"/>
                  <a:gd name="T1" fmla="*/ 3 h 9"/>
                  <a:gd name="T2" fmla="*/ 4 w 5"/>
                  <a:gd name="T3" fmla="*/ 7 h 9"/>
                  <a:gd name="T4" fmla="*/ 0 w 5"/>
                  <a:gd name="T5" fmla="*/ 6 h 9"/>
                  <a:gd name="T6" fmla="*/ 4 w 5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4" y="3"/>
                    </a:moveTo>
                    <a:cubicBezTo>
                      <a:pt x="5" y="4"/>
                      <a:pt x="5" y="6"/>
                      <a:pt x="4" y="7"/>
                    </a:cubicBezTo>
                    <a:cubicBezTo>
                      <a:pt x="3" y="9"/>
                      <a:pt x="0" y="8"/>
                      <a:pt x="0" y="6"/>
                    </a:cubicBezTo>
                    <a:cubicBezTo>
                      <a:pt x="0" y="5"/>
                      <a:pt x="2" y="0"/>
                      <a:pt x="4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" name="Freeform 3508">
                <a:extLst>
                  <a:ext uri="{FF2B5EF4-FFF2-40B4-BE49-F238E27FC236}">
                    <a16:creationId xmlns:a16="http://schemas.microsoft.com/office/drawing/2014/main" id="{55094A7B-FFE3-8746-9611-F3B8A4685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863"/>
                <a:ext cx="10" cy="24"/>
              </a:xfrm>
              <a:custGeom>
                <a:avLst/>
                <a:gdLst>
                  <a:gd name="T0" fmla="*/ 11 w 25"/>
                  <a:gd name="T1" fmla="*/ 46 h 59"/>
                  <a:gd name="T2" fmla="*/ 10 w 25"/>
                  <a:gd name="T3" fmla="*/ 44 h 59"/>
                  <a:gd name="T4" fmla="*/ 8 w 25"/>
                  <a:gd name="T5" fmla="*/ 42 h 59"/>
                  <a:gd name="T6" fmla="*/ 6 w 25"/>
                  <a:gd name="T7" fmla="*/ 38 h 59"/>
                  <a:gd name="T8" fmla="*/ 5 w 25"/>
                  <a:gd name="T9" fmla="*/ 35 h 59"/>
                  <a:gd name="T10" fmla="*/ 6 w 25"/>
                  <a:gd name="T11" fmla="*/ 33 h 59"/>
                  <a:gd name="T12" fmla="*/ 5 w 25"/>
                  <a:gd name="T13" fmla="*/ 27 h 59"/>
                  <a:gd name="T14" fmla="*/ 9 w 25"/>
                  <a:gd name="T15" fmla="*/ 25 h 59"/>
                  <a:gd name="T16" fmla="*/ 9 w 25"/>
                  <a:gd name="T17" fmla="*/ 21 h 59"/>
                  <a:gd name="T18" fmla="*/ 2 w 25"/>
                  <a:gd name="T19" fmla="*/ 16 h 59"/>
                  <a:gd name="T20" fmla="*/ 1 w 25"/>
                  <a:gd name="T21" fmla="*/ 7 h 59"/>
                  <a:gd name="T22" fmla="*/ 6 w 25"/>
                  <a:gd name="T23" fmla="*/ 1 h 59"/>
                  <a:gd name="T24" fmla="*/ 12 w 25"/>
                  <a:gd name="T25" fmla="*/ 6 h 59"/>
                  <a:gd name="T26" fmla="*/ 15 w 25"/>
                  <a:gd name="T27" fmla="*/ 10 h 59"/>
                  <a:gd name="T28" fmla="*/ 19 w 25"/>
                  <a:gd name="T29" fmla="*/ 13 h 59"/>
                  <a:gd name="T30" fmla="*/ 19 w 25"/>
                  <a:gd name="T31" fmla="*/ 17 h 59"/>
                  <a:gd name="T32" fmla="*/ 18 w 25"/>
                  <a:gd name="T33" fmla="*/ 23 h 59"/>
                  <a:gd name="T34" fmla="*/ 20 w 25"/>
                  <a:gd name="T35" fmla="*/ 27 h 59"/>
                  <a:gd name="T36" fmla="*/ 23 w 25"/>
                  <a:gd name="T37" fmla="*/ 29 h 59"/>
                  <a:gd name="T38" fmla="*/ 22 w 25"/>
                  <a:gd name="T39" fmla="*/ 37 h 59"/>
                  <a:gd name="T40" fmla="*/ 22 w 25"/>
                  <a:gd name="T41" fmla="*/ 41 h 59"/>
                  <a:gd name="T42" fmla="*/ 22 w 25"/>
                  <a:gd name="T43" fmla="*/ 46 h 59"/>
                  <a:gd name="T44" fmla="*/ 19 w 25"/>
                  <a:gd name="T45" fmla="*/ 53 h 59"/>
                  <a:gd name="T46" fmla="*/ 18 w 25"/>
                  <a:gd name="T47" fmla="*/ 56 h 59"/>
                  <a:gd name="T48" fmla="*/ 12 w 25"/>
                  <a:gd name="T49" fmla="*/ 57 h 59"/>
                  <a:gd name="T50" fmla="*/ 11 w 25"/>
                  <a:gd name="T51" fmla="*/ 52 h 59"/>
                  <a:gd name="T52" fmla="*/ 11 w 25"/>
                  <a:gd name="T53" fmla="*/ 4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59">
                    <a:moveTo>
                      <a:pt x="11" y="46"/>
                    </a:moveTo>
                    <a:cubicBezTo>
                      <a:pt x="11" y="46"/>
                      <a:pt x="11" y="44"/>
                      <a:pt x="10" y="44"/>
                    </a:cubicBezTo>
                    <a:cubicBezTo>
                      <a:pt x="10" y="43"/>
                      <a:pt x="8" y="43"/>
                      <a:pt x="8" y="42"/>
                    </a:cubicBezTo>
                    <a:cubicBezTo>
                      <a:pt x="7" y="41"/>
                      <a:pt x="6" y="39"/>
                      <a:pt x="6" y="38"/>
                    </a:cubicBezTo>
                    <a:cubicBezTo>
                      <a:pt x="5" y="37"/>
                      <a:pt x="5" y="36"/>
                      <a:pt x="5" y="35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6" y="31"/>
                      <a:pt x="3" y="28"/>
                      <a:pt x="5" y="27"/>
                    </a:cubicBezTo>
                    <a:cubicBezTo>
                      <a:pt x="6" y="26"/>
                      <a:pt x="8" y="26"/>
                      <a:pt x="9" y="25"/>
                    </a:cubicBezTo>
                    <a:cubicBezTo>
                      <a:pt x="9" y="24"/>
                      <a:pt x="9" y="22"/>
                      <a:pt x="9" y="21"/>
                    </a:cubicBezTo>
                    <a:cubicBezTo>
                      <a:pt x="6" y="20"/>
                      <a:pt x="3" y="19"/>
                      <a:pt x="2" y="16"/>
                    </a:cubicBezTo>
                    <a:cubicBezTo>
                      <a:pt x="1" y="13"/>
                      <a:pt x="0" y="10"/>
                      <a:pt x="1" y="7"/>
                    </a:cubicBezTo>
                    <a:cubicBezTo>
                      <a:pt x="1" y="4"/>
                      <a:pt x="3" y="2"/>
                      <a:pt x="6" y="1"/>
                    </a:cubicBezTo>
                    <a:cubicBezTo>
                      <a:pt x="9" y="0"/>
                      <a:pt x="10" y="4"/>
                      <a:pt x="12" y="6"/>
                    </a:cubicBezTo>
                    <a:cubicBezTo>
                      <a:pt x="13" y="7"/>
                      <a:pt x="14" y="8"/>
                      <a:pt x="15" y="10"/>
                    </a:cubicBezTo>
                    <a:cubicBezTo>
                      <a:pt x="16" y="11"/>
                      <a:pt x="18" y="11"/>
                      <a:pt x="19" y="13"/>
                    </a:cubicBezTo>
                    <a:cubicBezTo>
                      <a:pt x="20" y="14"/>
                      <a:pt x="20" y="16"/>
                      <a:pt x="19" y="17"/>
                    </a:cubicBezTo>
                    <a:cubicBezTo>
                      <a:pt x="19" y="19"/>
                      <a:pt x="18" y="21"/>
                      <a:pt x="18" y="23"/>
                    </a:cubicBezTo>
                    <a:cubicBezTo>
                      <a:pt x="18" y="25"/>
                      <a:pt x="19" y="26"/>
                      <a:pt x="20" y="27"/>
                    </a:cubicBezTo>
                    <a:cubicBezTo>
                      <a:pt x="21" y="27"/>
                      <a:pt x="22" y="28"/>
                      <a:pt x="23" y="29"/>
                    </a:cubicBezTo>
                    <a:cubicBezTo>
                      <a:pt x="25" y="32"/>
                      <a:pt x="23" y="34"/>
                      <a:pt x="22" y="37"/>
                    </a:cubicBezTo>
                    <a:cubicBezTo>
                      <a:pt x="22" y="38"/>
                      <a:pt x="22" y="40"/>
                      <a:pt x="22" y="41"/>
                    </a:cubicBezTo>
                    <a:cubicBezTo>
                      <a:pt x="22" y="43"/>
                      <a:pt x="23" y="45"/>
                      <a:pt x="22" y="46"/>
                    </a:cubicBezTo>
                    <a:cubicBezTo>
                      <a:pt x="21" y="49"/>
                      <a:pt x="17" y="49"/>
                      <a:pt x="19" y="53"/>
                    </a:cubicBezTo>
                    <a:cubicBezTo>
                      <a:pt x="19" y="54"/>
                      <a:pt x="19" y="55"/>
                      <a:pt x="18" y="56"/>
                    </a:cubicBezTo>
                    <a:cubicBezTo>
                      <a:pt x="17" y="58"/>
                      <a:pt x="13" y="59"/>
                      <a:pt x="12" y="57"/>
                    </a:cubicBezTo>
                    <a:cubicBezTo>
                      <a:pt x="11" y="55"/>
                      <a:pt x="11" y="54"/>
                      <a:pt x="11" y="52"/>
                    </a:cubicBezTo>
                    <a:cubicBezTo>
                      <a:pt x="12" y="50"/>
                      <a:pt x="12" y="48"/>
                      <a:pt x="11" y="4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" name="Freeform 3509">
                <a:extLst>
                  <a:ext uri="{FF2B5EF4-FFF2-40B4-BE49-F238E27FC236}">
                    <a16:creationId xmlns:a16="http://schemas.microsoft.com/office/drawing/2014/main" id="{3B97F48B-2CAD-6349-89F8-DB27089E8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881"/>
                <a:ext cx="4" cy="6"/>
              </a:xfrm>
              <a:custGeom>
                <a:avLst/>
                <a:gdLst>
                  <a:gd name="T0" fmla="*/ 1 w 10"/>
                  <a:gd name="T1" fmla="*/ 7 h 13"/>
                  <a:gd name="T2" fmla="*/ 3 w 10"/>
                  <a:gd name="T3" fmla="*/ 4 h 13"/>
                  <a:gd name="T4" fmla="*/ 5 w 10"/>
                  <a:gd name="T5" fmla="*/ 2 h 13"/>
                  <a:gd name="T6" fmla="*/ 6 w 10"/>
                  <a:gd name="T7" fmla="*/ 0 h 13"/>
                  <a:gd name="T8" fmla="*/ 9 w 10"/>
                  <a:gd name="T9" fmla="*/ 0 h 13"/>
                  <a:gd name="T10" fmla="*/ 10 w 10"/>
                  <a:gd name="T11" fmla="*/ 4 h 13"/>
                  <a:gd name="T12" fmla="*/ 8 w 10"/>
                  <a:gd name="T13" fmla="*/ 8 h 13"/>
                  <a:gd name="T14" fmla="*/ 5 w 10"/>
                  <a:gd name="T15" fmla="*/ 12 h 13"/>
                  <a:gd name="T16" fmla="*/ 2 w 10"/>
                  <a:gd name="T17" fmla="*/ 12 h 13"/>
                  <a:gd name="T18" fmla="*/ 1 w 10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1" y="7"/>
                    </a:moveTo>
                    <a:cubicBezTo>
                      <a:pt x="2" y="6"/>
                      <a:pt x="3" y="5"/>
                      <a:pt x="3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9" y="0"/>
                      <a:pt x="9" y="0"/>
                    </a:cubicBezTo>
                    <a:cubicBezTo>
                      <a:pt x="10" y="1"/>
                      <a:pt x="10" y="3"/>
                      <a:pt x="10" y="4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9"/>
                      <a:pt x="6" y="11"/>
                      <a:pt x="5" y="12"/>
                    </a:cubicBezTo>
                    <a:cubicBezTo>
                      <a:pt x="4" y="12"/>
                      <a:pt x="2" y="13"/>
                      <a:pt x="2" y="12"/>
                    </a:cubicBezTo>
                    <a:cubicBezTo>
                      <a:pt x="0" y="10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" name="Freeform 3510">
                <a:extLst>
                  <a:ext uri="{FF2B5EF4-FFF2-40B4-BE49-F238E27FC236}">
                    <a16:creationId xmlns:a16="http://schemas.microsoft.com/office/drawing/2014/main" id="{B555DCAE-C9D8-2F40-B54F-0A929489F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876"/>
                <a:ext cx="3" cy="3"/>
              </a:xfrm>
              <a:custGeom>
                <a:avLst/>
                <a:gdLst>
                  <a:gd name="T0" fmla="*/ 1 w 7"/>
                  <a:gd name="T1" fmla="*/ 2 h 7"/>
                  <a:gd name="T2" fmla="*/ 7 w 7"/>
                  <a:gd name="T3" fmla="*/ 3 h 7"/>
                  <a:gd name="T4" fmla="*/ 6 w 7"/>
                  <a:gd name="T5" fmla="*/ 1 h 7"/>
                  <a:gd name="T6" fmla="*/ 1 w 7"/>
                  <a:gd name="T7" fmla="*/ 1 h 7"/>
                  <a:gd name="T8" fmla="*/ 1 w 7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6"/>
                      <a:pt x="7" y="7"/>
                      <a:pt x="7" y="3"/>
                    </a:cubicBezTo>
                    <a:cubicBezTo>
                      <a:pt x="7" y="3"/>
                      <a:pt x="7" y="2"/>
                      <a:pt x="6" y="1"/>
                    </a:cubicBezTo>
                    <a:cubicBezTo>
                      <a:pt x="5" y="1"/>
                      <a:pt x="3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" name="Freeform 3511">
                <a:extLst>
                  <a:ext uri="{FF2B5EF4-FFF2-40B4-BE49-F238E27FC236}">
                    <a16:creationId xmlns:a16="http://schemas.microsoft.com/office/drawing/2014/main" id="{E327CC3A-E0DC-7940-A877-F779129AE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873"/>
                <a:ext cx="5" cy="8"/>
              </a:xfrm>
              <a:custGeom>
                <a:avLst/>
                <a:gdLst>
                  <a:gd name="T0" fmla="*/ 4 w 12"/>
                  <a:gd name="T1" fmla="*/ 16 h 20"/>
                  <a:gd name="T2" fmla="*/ 3 w 12"/>
                  <a:gd name="T3" fmla="*/ 18 h 20"/>
                  <a:gd name="T4" fmla="*/ 2 w 12"/>
                  <a:gd name="T5" fmla="*/ 20 h 20"/>
                  <a:gd name="T6" fmla="*/ 0 w 12"/>
                  <a:gd name="T7" fmla="*/ 18 h 20"/>
                  <a:gd name="T8" fmla="*/ 0 w 12"/>
                  <a:gd name="T9" fmla="*/ 17 h 20"/>
                  <a:gd name="T10" fmla="*/ 1 w 12"/>
                  <a:gd name="T11" fmla="*/ 14 h 20"/>
                  <a:gd name="T12" fmla="*/ 1 w 12"/>
                  <a:gd name="T13" fmla="*/ 10 h 20"/>
                  <a:gd name="T14" fmla="*/ 3 w 12"/>
                  <a:gd name="T15" fmla="*/ 9 h 20"/>
                  <a:gd name="T16" fmla="*/ 5 w 12"/>
                  <a:gd name="T17" fmla="*/ 7 h 20"/>
                  <a:gd name="T18" fmla="*/ 6 w 12"/>
                  <a:gd name="T19" fmla="*/ 3 h 20"/>
                  <a:gd name="T20" fmla="*/ 7 w 12"/>
                  <a:gd name="T21" fmla="*/ 1 h 20"/>
                  <a:gd name="T22" fmla="*/ 10 w 12"/>
                  <a:gd name="T23" fmla="*/ 1 h 20"/>
                  <a:gd name="T24" fmla="*/ 12 w 12"/>
                  <a:gd name="T25" fmla="*/ 1 h 20"/>
                  <a:gd name="T26" fmla="*/ 12 w 12"/>
                  <a:gd name="T27" fmla="*/ 3 h 20"/>
                  <a:gd name="T28" fmla="*/ 9 w 12"/>
                  <a:gd name="T29" fmla="*/ 6 h 20"/>
                  <a:gd name="T30" fmla="*/ 8 w 12"/>
                  <a:gd name="T31" fmla="*/ 9 h 20"/>
                  <a:gd name="T32" fmla="*/ 7 w 12"/>
                  <a:gd name="T33" fmla="*/ 13 h 20"/>
                  <a:gd name="T34" fmla="*/ 4 w 12"/>
                  <a:gd name="T3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" h="20">
                    <a:moveTo>
                      <a:pt x="4" y="16"/>
                    </a:moveTo>
                    <a:cubicBezTo>
                      <a:pt x="4" y="17"/>
                      <a:pt x="4" y="18"/>
                      <a:pt x="3" y="18"/>
                    </a:cubicBezTo>
                    <a:cubicBezTo>
                      <a:pt x="3" y="19"/>
                      <a:pt x="2" y="19"/>
                      <a:pt x="2" y="20"/>
                    </a:cubicBezTo>
                    <a:cubicBezTo>
                      <a:pt x="1" y="20"/>
                      <a:pt x="1" y="19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1" y="13"/>
                      <a:pt x="0" y="11"/>
                      <a:pt x="1" y="10"/>
                    </a:cubicBezTo>
                    <a:cubicBezTo>
                      <a:pt x="1" y="10"/>
                      <a:pt x="3" y="9"/>
                      <a:pt x="3" y="9"/>
                    </a:cubicBezTo>
                    <a:cubicBezTo>
                      <a:pt x="4" y="8"/>
                      <a:pt x="4" y="8"/>
                      <a:pt x="5" y="7"/>
                    </a:cubicBezTo>
                    <a:cubicBezTo>
                      <a:pt x="5" y="6"/>
                      <a:pt x="5" y="4"/>
                      <a:pt x="6" y="3"/>
                    </a:cubicBezTo>
                    <a:cubicBezTo>
                      <a:pt x="6" y="3"/>
                      <a:pt x="7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1" y="4"/>
                      <a:pt x="10" y="4"/>
                      <a:pt x="9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4"/>
                      <a:pt x="5" y="15"/>
                      <a:pt x="4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" name="Freeform 3513">
                <a:extLst>
                  <a:ext uri="{FF2B5EF4-FFF2-40B4-BE49-F238E27FC236}">
                    <a16:creationId xmlns:a16="http://schemas.microsoft.com/office/drawing/2014/main" id="{D1C473B7-A138-AB49-B024-BB7351832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32"/>
                <a:ext cx="2" cy="3"/>
              </a:xfrm>
              <a:custGeom>
                <a:avLst/>
                <a:gdLst>
                  <a:gd name="T0" fmla="*/ 1 w 7"/>
                  <a:gd name="T1" fmla="*/ 8 h 8"/>
                  <a:gd name="T2" fmla="*/ 1 w 7"/>
                  <a:gd name="T3" fmla="*/ 6 h 8"/>
                  <a:gd name="T4" fmla="*/ 0 w 7"/>
                  <a:gd name="T5" fmla="*/ 3 h 8"/>
                  <a:gd name="T6" fmla="*/ 5 w 7"/>
                  <a:gd name="T7" fmla="*/ 1 h 8"/>
                  <a:gd name="T8" fmla="*/ 5 w 7"/>
                  <a:gd name="T9" fmla="*/ 7 h 8"/>
                  <a:gd name="T10" fmla="*/ 1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1" y="7"/>
                      <a:pt x="1" y="7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6" y="6"/>
                      <a:pt x="5" y="7"/>
                    </a:cubicBezTo>
                    <a:cubicBezTo>
                      <a:pt x="4" y="8"/>
                      <a:pt x="2" y="8"/>
                      <a:pt x="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" name="Freeform 3514">
                <a:extLst>
                  <a:ext uri="{FF2B5EF4-FFF2-40B4-BE49-F238E27FC236}">
                    <a16:creationId xmlns:a16="http://schemas.microsoft.com/office/drawing/2014/main" id="{B24D9FBA-199E-A64C-9297-58EB29217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823"/>
                <a:ext cx="8" cy="9"/>
              </a:xfrm>
              <a:custGeom>
                <a:avLst/>
                <a:gdLst>
                  <a:gd name="T0" fmla="*/ 0 w 21"/>
                  <a:gd name="T1" fmla="*/ 16 h 22"/>
                  <a:gd name="T2" fmla="*/ 1 w 21"/>
                  <a:gd name="T3" fmla="*/ 11 h 22"/>
                  <a:gd name="T4" fmla="*/ 6 w 21"/>
                  <a:gd name="T5" fmla="*/ 8 h 22"/>
                  <a:gd name="T6" fmla="*/ 8 w 21"/>
                  <a:gd name="T7" fmla="*/ 5 h 22"/>
                  <a:gd name="T8" fmla="*/ 10 w 21"/>
                  <a:gd name="T9" fmla="*/ 4 h 22"/>
                  <a:gd name="T10" fmla="*/ 15 w 21"/>
                  <a:gd name="T11" fmla="*/ 2 h 22"/>
                  <a:gd name="T12" fmla="*/ 17 w 21"/>
                  <a:gd name="T13" fmla="*/ 0 h 22"/>
                  <a:gd name="T14" fmla="*/ 20 w 21"/>
                  <a:gd name="T15" fmla="*/ 0 h 22"/>
                  <a:gd name="T16" fmla="*/ 19 w 21"/>
                  <a:gd name="T17" fmla="*/ 7 h 22"/>
                  <a:gd name="T18" fmla="*/ 15 w 21"/>
                  <a:gd name="T19" fmla="*/ 10 h 22"/>
                  <a:gd name="T20" fmla="*/ 12 w 21"/>
                  <a:gd name="T21" fmla="*/ 12 h 22"/>
                  <a:gd name="T22" fmla="*/ 10 w 21"/>
                  <a:gd name="T23" fmla="*/ 20 h 22"/>
                  <a:gd name="T24" fmla="*/ 6 w 21"/>
                  <a:gd name="T25" fmla="*/ 22 h 22"/>
                  <a:gd name="T26" fmla="*/ 1 w 21"/>
                  <a:gd name="T27" fmla="*/ 21 h 22"/>
                  <a:gd name="T28" fmla="*/ 0 w 21"/>
                  <a:gd name="T29" fmla="*/ 18 h 22"/>
                  <a:gd name="T30" fmla="*/ 0 w 21"/>
                  <a:gd name="T31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0" y="16"/>
                    </a:moveTo>
                    <a:cubicBezTo>
                      <a:pt x="0" y="14"/>
                      <a:pt x="0" y="13"/>
                      <a:pt x="1" y="11"/>
                    </a:cubicBezTo>
                    <a:cubicBezTo>
                      <a:pt x="2" y="9"/>
                      <a:pt x="4" y="9"/>
                      <a:pt x="6" y="8"/>
                    </a:cubicBezTo>
                    <a:cubicBezTo>
                      <a:pt x="8" y="7"/>
                      <a:pt x="8" y="7"/>
                      <a:pt x="8" y="5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12" y="4"/>
                      <a:pt x="15" y="3"/>
                      <a:pt x="15" y="2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8" y="0"/>
                      <a:pt x="19" y="0"/>
                      <a:pt x="20" y="0"/>
                    </a:cubicBezTo>
                    <a:cubicBezTo>
                      <a:pt x="21" y="2"/>
                      <a:pt x="20" y="6"/>
                      <a:pt x="19" y="7"/>
                    </a:cubicBezTo>
                    <a:cubicBezTo>
                      <a:pt x="18" y="8"/>
                      <a:pt x="16" y="9"/>
                      <a:pt x="15" y="10"/>
                    </a:cubicBezTo>
                    <a:cubicBezTo>
                      <a:pt x="14" y="11"/>
                      <a:pt x="13" y="11"/>
                      <a:pt x="12" y="12"/>
                    </a:cubicBezTo>
                    <a:cubicBezTo>
                      <a:pt x="10" y="13"/>
                      <a:pt x="10" y="17"/>
                      <a:pt x="10" y="20"/>
                    </a:cubicBezTo>
                    <a:cubicBezTo>
                      <a:pt x="9" y="22"/>
                      <a:pt x="8" y="22"/>
                      <a:pt x="6" y="22"/>
                    </a:cubicBezTo>
                    <a:cubicBezTo>
                      <a:pt x="4" y="22"/>
                      <a:pt x="3" y="22"/>
                      <a:pt x="1" y="21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0" y="17"/>
                      <a:pt x="0" y="17"/>
                      <a:pt x="0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" name="Freeform 3516">
                <a:extLst>
                  <a:ext uri="{FF2B5EF4-FFF2-40B4-BE49-F238E27FC236}">
                    <a16:creationId xmlns:a16="http://schemas.microsoft.com/office/drawing/2014/main" id="{1546FDB1-9C18-6242-9C5E-96E2FAC1B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824"/>
                <a:ext cx="6" cy="5"/>
              </a:xfrm>
              <a:custGeom>
                <a:avLst/>
                <a:gdLst>
                  <a:gd name="T0" fmla="*/ 4 w 15"/>
                  <a:gd name="T1" fmla="*/ 10 h 12"/>
                  <a:gd name="T2" fmla="*/ 2 w 15"/>
                  <a:gd name="T3" fmla="*/ 10 h 12"/>
                  <a:gd name="T4" fmla="*/ 1 w 15"/>
                  <a:gd name="T5" fmla="*/ 6 h 12"/>
                  <a:gd name="T6" fmla="*/ 6 w 15"/>
                  <a:gd name="T7" fmla="*/ 4 h 12"/>
                  <a:gd name="T8" fmla="*/ 10 w 15"/>
                  <a:gd name="T9" fmla="*/ 1 h 12"/>
                  <a:gd name="T10" fmla="*/ 14 w 15"/>
                  <a:gd name="T11" fmla="*/ 2 h 12"/>
                  <a:gd name="T12" fmla="*/ 14 w 15"/>
                  <a:gd name="T13" fmla="*/ 7 h 12"/>
                  <a:gd name="T14" fmla="*/ 13 w 15"/>
                  <a:gd name="T15" fmla="*/ 11 h 12"/>
                  <a:gd name="T16" fmla="*/ 8 w 15"/>
                  <a:gd name="T17" fmla="*/ 11 h 12"/>
                  <a:gd name="T18" fmla="*/ 7 w 15"/>
                  <a:gd name="T19" fmla="*/ 11 h 12"/>
                  <a:gd name="T20" fmla="*/ 4 w 15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4" y="10"/>
                    </a:moveTo>
                    <a:cubicBezTo>
                      <a:pt x="3" y="10"/>
                      <a:pt x="2" y="11"/>
                      <a:pt x="2" y="10"/>
                    </a:cubicBezTo>
                    <a:cubicBezTo>
                      <a:pt x="1" y="9"/>
                      <a:pt x="0" y="7"/>
                      <a:pt x="1" y="6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8" y="3"/>
                      <a:pt x="9" y="2"/>
                      <a:pt x="10" y="1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4"/>
                      <a:pt x="14" y="5"/>
                      <a:pt x="14" y="7"/>
                    </a:cubicBezTo>
                    <a:cubicBezTo>
                      <a:pt x="14" y="9"/>
                      <a:pt x="14" y="10"/>
                      <a:pt x="13" y="11"/>
                    </a:cubicBezTo>
                    <a:cubicBezTo>
                      <a:pt x="11" y="11"/>
                      <a:pt x="9" y="12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" name="Freeform 3517">
                <a:extLst>
                  <a:ext uri="{FF2B5EF4-FFF2-40B4-BE49-F238E27FC236}">
                    <a16:creationId xmlns:a16="http://schemas.microsoft.com/office/drawing/2014/main" id="{E2949A1A-1636-0840-B1F3-72374EF56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813"/>
                <a:ext cx="7" cy="13"/>
              </a:xfrm>
              <a:custGeom>
                <a:avLst/>
                <a:gdLst>
                  <a:gd name="T0" fmla="*/ 3 w 17"/>
                  <a:gd name="T1" fmla="*/ 28 h 32"/>
                  <a:gd name="T2" fmla="*/ 1 w 17"/>
                  <a:gd name="T3" fmla="*/ 30 h 32"/>
                  <a:gd name="T4" fmla="*/ 1 w 17"/>
                  <a:gd name="T5" fmla="*/ 26 h 32"/>
                  <a:gd name="T6" fmla="*/ 1 w 17"/>
                  <a:gd name="T7" fmla="*/ 22 h 32"/>
                  <a:gd name="T8" fmla="*/ 3 w 17"/>
                  <a:gd name="T9" fmla="*/ 18 h 32"/>
                  <a:gd name="T10" fmla="*/ 6 w 17"/>
                  <a:gd name="T11" fmla="*/ 15 h 32"/>
                  <a:gd name="T12" fmla="*/ 7 w 17"/>
                  <a:gd name="T13" fmla="*/ 11 h 32"/>
                  <a:gd name="T14" fmla="*/ 10 w 17"/>
                  <a:gd name="T15" fmla="*/ 8 h 32"/>
                  <a:gd name="T16" fmla="*/ 11 w 17"/>
                  <a:gd name="T17" fmla="*/ 1 h 32"/>
                  <a:gd name="T18" fmla="*/ 17 w 17"/>
                  <a:gd name="T19" fmla="*/ 3 h 32"/>
                  <a:gd name="T20" fmla="*/ 15 w 17"/>
                  <a:gd name="T21" fmla="*/ 6 h 32"/>
                  <a:gd name="T22" fmla="*/ 14 w 17"/>
                  <a:gd name="T23" fmla="*/ 10 h 32"/>
                  <a:gd name="T24" fmla="*/ 11 w 17"/>
                  <a:gd name="T25" fmla="*/ 14 h 32"/>
                  <a:gd name="T26" fmla="*/ 8 w 17"/>
                  <a:gd name="T27" fmla="*/ 17 h 32"/>
                  <a:gd name="T28" fmla="*/ 8 w 17"/>
                  <a:gd name="T29" fmla="*/ 21 h 32"/>
                  <a:gd name="T30" fmla="*/ 9 w 17"/>
                  <a:gd name="T31" fmla="*/ 24 h 32"/>
                  <a:gd name="T32" fmla="*/ 12 w 17"/>
                  <a:gd name="T33" fmla="*/ 27 h 32"/>
                  <a:gd name="T34" fmla="*/ 10 w 17"/>
                  <a:gd name="T35" fmla="*/ 31 h 32"/>
                  <a:gd name="T36" fmla="*/ 7 w 17"/>
                  <a:gd name="T37" fmla="*/ 31 h 32"/>
                  <a:gd name="T38" fmla="*/ 3 w 17"/>
                  <a:gd name="T39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32">
                    <a:moveTo>
                      <a:pt x="3" y="28"/>
                    </a:moveTo>
                    <a:cubicBezTo>
                      <a:pt x="3" y="29"/>
                      <a:pt x="2" y="30"/>
                      <a:pt x="1" y="30"/>
                    </a:cubicBezTo>
                    <a:cubicBezTo>
                      <a:pt x="0" y="29"/>
                      <a:pt x="0" y="27"/>
                      <a:pt x="1" y="26"/>
                    </a:cubicBezTo>
                    <a:cubicBezTo>
                      <a:pt x="1" y="24"/>
                      <a:pt x="1" y="23"/>
                      <a:pt x="1" y="22"/>
                    </a:cubicBezTo>
                    <a:cubicBezTo>
                      <a:pt x="2" y="20"/>
                      <a:pt x="2" y="19"/>
                      <a:pt x="3" y="18"/>
                    </a:cubicBezTo>
                    <a:cubicBezTo>
                      <a:pt x="4" y="17"/>
                      <a:pt x="6" y="17"/>
                      <a:pt x="6" y="15"/>
                    </a:cubicBezTo>
                    <a:cubicBezTo>
                      <a:pt x="7" y="14"/>
                      <a:pt x="7" y="12"/>
                      <a:pt x="7" y="11"/>
                    </a:cubicBezTo>
                    <a:cubicBezTo>
                      <a:pt x="8" y="10"/>
                      <a:pt x="9" y="9"/>
                      <a:pt x="10" y="8"/>
                    </a:cubicBezTo>
                    <a:cubicBezTo>
                      <a:pt x="11" y="6"/>
                      <a:pt x="8" y="2"/>
                      <a:pt x="11" y="1"/>
                    </a:cubicBezTo>
                    <a:cubicBezTo>
                      <a:pt x="12" y="0"/>
                      <a:pt x="16" y="1"/>
                      <a:pt x="17" y="3"/>
                    </a:cubicBezTo>
                    <a:cubicBezTo>
                      <a:pt x="17" y="5"/>
                      <a:pt x="16" y="5"/>
                      <a:pt x="15" y="6"/>
                    </a:cubicBezTo>
                    <a:cubicBezTo>
                      <a:pt x="14" y="7"/>
                      <a:pt x="14" y="8"/>
                      <a:pt x="14" y="10"/>
                    </a:cubicBezTo>
                    <a:cubicBezTo>
                      <a:pt x="14" y="11"/>
                      <a:pt x="12" y="13"/>
                      <a:pt x="11" y="14"/>
                    </a:cubicBezTo>
                    <a:cubicBezTo>
                      <a:pt x="10" y="14"/>
                      <a:pt x="9" y="15"/>
                      <a:pt x="8" y="17"/>
                    </a:cubicBezTo>
                    <a:cubicBezTo>
                      <a:pt x="8" y="18"/>
                      <a:pt x="8" y="20"/>
                      <a:pt x="8" y="21"/>
                    </a:cubicBezTo>
                    <a:cubicBezTo>
                      <a:pt x="8" y="23"/>
                      <a:pt x="8" y="24"/>
                      <a:pt x="9" y="24"/>
                    </a:cubicBez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9"/>
                      <a:pt x="11" y="30"/>
                      <a:pt x="10" y="31"/>
                    </a:cubicBezTo>
                    <a:cubicBezTo>
                      <a:pt x="9" y="32"/>
                      <a:pt x="8" y="31"/>
                      <a:pt x="7" y="31"/>
                    </a:cubicBezTo>
                    <a:cubicBezTo>
                      <a:pt x="7" y="29"/>
                      <a:pt x="5" y="27"/>
                      <a:pt x="3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" name="Freeform 3518">
                <a:extLst>
                  <a:ext uri="{FF2B5EF4-FFF2-40B4-BE49-F238E27FC236}">
                    <a16:creationId xmlns:a16="http://schemas.microsoft.com/office/drawing/2014/main" id="{AE897F8F-41C4-604B-AF87-BB30942C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804"/>
                <a:ext cx="7" cy="4"/>
              </a:xfrm>
              <a:custGeom>
                <a:avLst/>
                <a:gdLst>
                  <a:gd name="T0" fmla="*/ 7 w 17"/>
                  <a:gd name="T1" fmla="*/ 8 h 10"/>
                  <a:gd name="T2" fmla="*/ 6 w 17"/>
                  <a:gd name="T3" fmla="*/ 9 h 10"/>
                  <a:gd name="T4" fmla="*/ 4 w 17"/>
                  <a:gd name="T5" fmla="*/ 8 h 10"/>
                  <a:gd name="T6" fmla="*/ 1 w 17"/>
                  <a:gd name="T7" fmla="*/ 7 h 10"/>
                  <a:gd name="T8" fmla="*/ 2 w 17"/>
                  <a:gd name="T9" fmla="*/ 4 h 10"/>
                  <a:gd name="T10" fmla="*/ 6 w 17"/>
                  <a:gd name="T11" fmla="*/ 3 h 10"/>
                  <a:gd name="T12" fmla="*/ 8 w 17"/>
                  <a:gd name="T13" fmla="*/ 2 h 10"/>
                  <a:gd name="T14" fmla="*/ 12 w 17"/>
                  <a:gd name="T15" fmla="*/ 0 h 10"/>
                  <a:gd name="T16" fmla="*/ 15 w 17"/>
                  <a:gd name="T17" fmla="*/ 0 h 10"/>
                  <a:gd name="T18" fmla="*/ 15 w 17"/>
                  <a:gd name="T19" fmla="*/ 3 h 10"/>
                  <a:gd name="T20" fmla="*/ 13 w 17"/>
                  <a:gd name="T21" fmla="*/ 3 h 10"/>
                  <a:gd name="T22" fmla="*/ 12 w 17"/>
                  <a:gd name="T23" fmla="*/ 4 h 10"/>
                  <a:gd name="T24" fmla="*/ 7 w 17"/>
                  <a:gd name="T2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7" y="8"/>
                    </a:moveTo>
                    <a:cubicBezTo>
                      <a:pt x="7" y="9"/>
                      <a:pt x="7" y="9"/>
                      <a:pt x="6" y="9"/>
                    </a:cubicBezTo>
                    <a:cubicBezTo>
                      <a:pt x="4" y="10"/>
                      <a:pt x="5" y="8"/>
                      <a:pt x="4" y="8"/>
                    </a:cubicBezTo>
                    <a:cubicBezTo>
                      <a:pt x="4" y="6"/>
                      <a:pt x="2" y="8"/>
                      <a:pt x="1" y="7"/>
                    </a:cubicBezTo>
                    <a:cubicBezTo>
                      <a:pt x="0" y="6"/>
                      <a:pt x="2" y="5"/>
                      <a:pt x="2" y="4"/>
                    </a:cubicBezTo>
                    <a:cubicBezTo>
                      <a:pt x="3" y="4"/>
                      <a:pt x="5" y="4"/>
                      <a:pt x="6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3" y="0"/>
                      <a:pt x="15" y="0"/>
                      <a:pt x="15" y="0"/>
                    </a:cubicBezTo>
                    <a:cubicBezTo>
                      <a:pt x="17" y="1"/>
                      <a:pt x="17" y="3"/>
                      <a:pt x="15" y="3"/>
                    </a:cubicBezTo>
                    <a:cubicBezTo>
                      <a:pt x="15" y="3"/>
                      <a:pt x="14" y="3"/>
                      <a:pt x="13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1" y="6"/>
                      <a:pt x="9" y="7"/>
                      <a:pt x="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" name="Freeform 3519">
                <a:extLst>
                  <a:ext uri="{FF2B5EF4-FFF2-40B4-BE49-F238E27FC236}">
                    <a16:creationId xmlns:a16="http://schemas.microsoft.com/office/drawing/2014/main" id="{19B753EA-C15F-614F-AD19-BEFBDF36D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791"/>
                <a:ext cx="11" cy="7"/>
              </a:xfrm>
              <a:custGeom>
                <a:avLst/>
                <a:gdLst>
                  <a:gd name="T0" fmla="*/ 3 w 26"/>
                  <a:gd name="T1" fmla="*/ 17 h 17"/>
                  <a:gd name="T2" fmla="*/ 1 w 26"/>
                  <a:gd name="T3" fmla="*/ 13 h 17"/>
                  <a:gd name="T4" fmla="*/ 7 w 26"/>
                  <a:gd name="T5" fmla="*/ 9 h 17"/>
                  <a:gd name="T6" fmla="*/ 12 w 26"/>
                  <a:gd name="T7" fmla="*/ 7 h 17"/>
                  <a:gd name="T8" fmla="*/ 14 w 26"/>
                  <a:gd name="T9" fmla="*/ 6 h 17"/>
                  <a:gd name="T10" fmla="*/ 16 w 26"/>
                  <a:gd name="T11" fmla="*/ 5 h 17"/>
                  <a:gd name="T12" fmla="*/ 21 w 26"/>
                  <a:gd name="T13" fmla="*/ 2 h 17"/>
                  <a:gd name="T14" fmla="*/ 25 w 26"/>
                  <a:gd name="T15" fmla="*/ 1 h 17"/>
                  <a:gd name="T16" fmla="*/ 25 w 26"/>
                  <a:gd name="T17" fmla="*/ 4 h 17"/>
                  <a:gd name="T18" fmla="*/ 19 w 26"/>
                  <a:gd name="T19" fmla="*/ 8 h 17"/>
                  <a:gd name="T20" fmla="*/ 16 w 26"/>
                  <a:gd name="T21" fmla="*/ 9 h 17"/>
                  <a:gd name="T22" fmla="*/ 11 w 26"/>
                  <a:gd name="T23" fmla="*/ 13 h 17"/>
                  <a:gd name="T24" fmla="*/ 7 w 26"/>
                  <a:gd name="T25" fmla="*/ 16 h 17"/>
                  <a:gd name="T26" fmla="*/ 5 w 26"/>
                  <a:gd name="T27" fmla="*/ 16 h 17"/>
                  <a:gd name="T28" fmla="*/ 3 w 26"/>
                  <a:gd name="T2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7">
                    <a:moveTo>
                      <a:pt x="3" y="17"/>
                    </a:moveTo>
                    <a:cubicBezTo>
                      <a:pt x="1" y="17"/>
                      <a:pt x="0" y="14"/>
                      <a:pt x="1" y="13"/>
                    </a:cubicBezTo>
                    <a:cubicBezTo>
                      <a:pt x="1" y="11"/>
                      <a:pt x="5" y="10"/>
                      <a:pt x="7" y="9"/>
                    </a:cubicBezTo>
                    <a:cubicBezTo>
                      <a:pt x="8" y="9"/>
                      <a:pt x="10" y="8"/>
                      <a:pt x="12" y="7"/>
                    </a:cubicBezTo>
                    <a:cubicBezTo>
                      <a:pt x="12" y="7"/>
                      <a:pt x="13" y="6"/>
                      <a:pt x="14" y="6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8" y="4"/>
                      <a:pt x="19" y="4"/>
                      <a:pt x="21" y="2"/>
                    </a:cubicBezTo>
                    <a:cubicBezTo>
                      <a:pt x="22" y="1"/>
                      <a:pt x="23" y="0"/>
                      <a:pt x="25" y="1"/>
                    </a:cubicBezTo>
                    <a:cubicBezTo>
                      <a:pt x="26" y="1"/>
                      <a:pt x="26" y="3"/>
                      <a:pt x="25" y="4"/>
                    </a:cubicBezTo>
                    <a:cubicBezTo>
                      <a:pt x="23" y="6"/>
                      <a:pt x="21" y="7"/>
                      <a:pt x="19" y="8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5" y="11"/>
                      <a:pt x="13" y="12"/>
                      <a:pt x="11" y="13"/>
                    </a:cubicBezTo>
                    <a:cubicBezTo>
                      <a:pt x="10" y="14"/>
                      <a:pt x="8" y="16"/>
                      <a:pt x="7" y="16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7"/>
                      <a:pt x="3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" name="Freeform 3520">
                <a:extLst>
                  <a:ext uri="{FF2B5EF4-FFF2-40B4-BE49-F238E27FC236}">
                    <a16:creationId xmlns:a16="http://schemas.microsoft.com/office/drawing/2014/main" id="{BE62482E-AAE9-0946-A803-4F75D92AA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22"/>
                <a:ext cx="2" cy="2"/>
              </a:xfrm>
              <a:custGeom>
                <a:avLst/>
                <a:gdLst>
                  <a:gd name="T0" fmla="*/ 1 w 7"/>
                  <a:gd name="T1" fmla="*/ 5 h 5"/>
                  <a:gd name="T2" fmla="*/ 0 w 7"/>
                  <a:gd name="T3" fmla="*/ 4 h 5"/>
                  <a:gd name="T4" fmla="*/ 1 w 7"/>
                  <a:gd name="T5" fmla="*/ 1 h 5"/>
                  <a:gd name="T6" fmla="*/ 5 w 7"/>
                  <a:gd name="T7" fmla="*/ 1 h 5"/>
                  <a:gd name="T8" fmla="*/ 7 w 7"/>
                  <a:gd name="T9" fmla="*/ 2 h 5"/>
                  <a:gd name="T10" fmla="*/ 5 w 7"/>
                  <a:gd name="T11" fmla="*/ 5 h 5"/>
                  <a:gd name="T12" fmla="*/ 4 w 7"/>
                  <a:gd name="T13" fmla="*/ 5 h 5"/>
                  <a:gd name="T14" fmla="*/ 3 w 7"/>
                  <a:gd name="T15" fmla="*/ 5 h 5"/>
                  <a:gd name="T16" fmla="*/ 1 w 7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4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" name="Freeform 3521">
                <a:extLst>
                  <a:ext uri="{FF2B5EF4-FFF2-40B4-BE49-F238E27FC236}">
                    <a16:creationId xmlns:a16="http://schemas.microsoft.com/office/drawing/2014/main" id="{FB75E12A-46C1-5A45-8A88-2B8FB7033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818"/>
                <a:ext cx="2" cy="3"/>
              </a:xfrm>
              <a:custGeom>
                <a:avLst/>
                <a:gdLst>
                  <a:gd name="T0" fmla="*/ 4 w 6"/>
                  <a:gd name="T1" fmla="*/ 4 h 7"/>
                  <a:gd name="T2" fmla="*/ 1 w 6"/>
                  <a:gd name="T3" fmla="*/ 7 h 7"/>
                  <a:gd name="T4" fmla="*/ 1 w 6"/>
                  <a:gd name="T5" fmla="*/ 4 h 7"/>
                  <a:gd name="T6" fmla="*/ 3 w 6"/>
                  <a:gd name="T7" fmla="*/ 2 h 7"/>
                  <a:gd name="T8" fmla="*/ 6 w 6"/>
                  <a:gd name="T9" fmla="*/ 1 h 7"/>
                  <a:gd name="T10" fmla="*/ 4 w 6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4" y="4"/>
                    </a:moveTo>
                    <a:cubicBezTo>
                      <a:pt x="3" y="4"/>
                      <a:pt x="3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" name="Freeform 3522">
                <a:extLst>
                  <a:ext uri="{FF2B5EF4-FFF2-40B4-BE49-F238E27FC236}">
                    <a16:creationId xmlns:a16="http://schemas.microsoft.com/office/drawing/2014/main" id="{5A524A04-C515-7240-821F-F7910A6A9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21"/>
                <a:ext cx="2" cy="2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3 w 4"/>
                  <a:gd name="T5" fmla="*/ 1 h 5"/>
                  <a:gd name="T6" fmla="*/ 4 w 4"/>
                  <a:gd name="T7" fmla="*/ 4 h 5"/>
                  <a:gd name="T8" fmla="*/ 1 w 4"/>
                  <a:gd name="T9" fmla="*/ 4 h 5"/>
                  <a:gd name="T10" fmla="*/ 0 w 4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2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" name="Freeform 3523">
                <a:extLst>
                  <a:ext uri="{FF2B5EF4-FFF2-40B4-BE49-F238E27FC236}">
                    <a16:creationId xmlns:a16="http://schemas.microsoft.com/office/drawing/2014/main" id="{3FD9929A-1BD2-1E44-B98D-B6D7269BE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18"/>
                <a:ext cx="1" cy="3"/>
              </a:xfrm>
              <a:custGeom>
                <a:avLst/>
                <a:gdLst>
                  <a:gd name="T0" fmla="*/ 2 w 4"/>
                  <a:gd name="T1" fmla="*/ 2 h 6"/>
                  <a:gd name="T2" fmla="*/ 2 w 4"/>
                  <a:gd name="T3" fmla="*/ 2 h 6"/>
                  <a:gd name="T4" fmla="*/ 3 w 4"/>
                  <a:gd name="T5" fmla="*/ 1 h 6"/>
                  <a:gd name="T6" fmla="*/ 4 w 4"/>
                  <a:gd name="T7" fmla="*/ 2 h 6"/>
                  <a:gd name="T8" fmla="*/ 2 w 4"/>
                  <a:gd name="T9" fmla="*/ 6 h 6"/>
                  <a:gd name="T10" fmla="*/ 2 w 4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6"/>
                      <a:pt x="2" y="6"/>
                    </a:cubicBezTo>
                    <a:cubicBezTo>
                      <a:pt x="0" y="6"/>
                      <a:pt x="1" y="3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" name="Freeform 3524">
                <a:extLst>
                  <a:ext uri="{FF2B5EF4-FFF2-40B4-BE49-F238E27FC236}">
                    <a16:creationId xmlns:a16="http://schemas.microsoft.com/office/drawing/2014/main" id="{7B48ACFE-0AA0-6349-AEC7-C5F24165B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96"/>
                <a:ext cx="5" cy="4"/>
              </a:xfrm>
              <a:custGeom>
                <a:avLst/>
                <a:gdLst>
                  <a:gd name="T0" fmla="*/ 7 w 11"/>
                  <a:gd name="T1" fmla="*/ 6 h 10"/>
                  <a:gd name="T2" fmla="*/ 7 w 11"/>
                  <a:gd name="T3" fmla="*/ 6 h 10"/>
                  <a:gd name="T4" fmla="*/ 7 w 11"/>
                  <a:gd name="T5" fmla="*/ 7 h 10"/>
                  <a:gd name="T6" fmla="*/ 6 w 11"/>
                  <a:gd name="T7" fmla="*/ 9 h 10"/>
                  <a:gd name="T8" fmla="*/ 2 w 11"/>
                  <a:gd name="T9" fmla="*/ 8 h 10"/>
                  <a:gd name="T10" fmla="*/ 4 w 11"/>
                  <a:gd name="T11" fmla="*/ 5 h 10"/>
                  <a:gd name="T12" fmla="*/ 5 w 11"/>
                  <a:gd name="T13" fmla="*/ 2 h 10"/>
                  <a:gd name="T14" fmla="*/ 7 w 11"/>
                  <a:gd name="T15" fmla="*/ 1 h 10"/>
                  <a:gd name="T16" fmla="*/ 9 w 11"/>
                  <a:gd name="T17" fmla="*/ 0 h 10"/>
                  <a:gd name="T18" fmla="*/ 10 w 11"/>
                  <a:gd name="T19" fmla="*/ 5 h 10"/>
                  <a:gd name="T20" fmla="*/ 7 w 11"/>
                  <a:gd name="T2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0"/>
                      <a:pt x="3" y="9"/>
                      <a:pt x="2" y="8"/>
                    </a:cubicBezTo>
                    <a:cubicBezTo>
                      <a:pt x="0" y="7"/>
                      <a:pt x="4" y="6"/>
                      <a:pt x="4" y="5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1"/>
                      <a:pt x="11" y="3"/>
                      <a:pt x="10" y="5"/>
                    </a:cubicBezTo>
                    <a:cubicBezTo>
                      <a:pt x="10" y="5"/>
                      <a:pt x="8" y="5"/>
                      <a:pt x="7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" name="Freeform 3526">
                <a:extLst>
                  <a:ext uri="{FF2B5EF4-FFF2-40B4-BE49-F238E27FC236}">
                    <a16:creationId xmlns:a16="http://schemas.microsoft.com/office/drawing/2014/main" id="{35DB8785-3451-8646-B6AC-D762793F0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783"/>
                <a:ext cx="9" cy="5"/>
              </a:xfrm>
              <a:custGeom>
                <a:avLst/>
                <a:gdLst>
                  <a:gd name="T0" fmla="*/ 3 w 21"/>
                  <a:gd name="T1" fmla="*/ 5 h 14"/>
                  <a:gd name="T2" fmla="*/ 1 w 21"/>
                  <a:gd name="T3" fmla="*/ 2 h 14"/>
                  <a:gd name="T4" fmla="*/ 0 w 21"/>
                  <a:gd name="T5" fmla="*/ 0 h 14"/>
                  <a:gd name="T6" fmla="*/ 2 w 21"/>
                  <a:gd name="T7" fmla="*/ 0 h 14"/>
                  <a:gd name="T8" fmla="*/ 5 w 21"/>
                  <a:gd name="T9" fmla="*/ 2 h 14"/>
                  <a:gd name="T10" fmla="*/ 8 w 21"/>
                  <a:gd name="T11" fmla="*/ 3 h 14"/>
                  <a:gd name="T12" fmla="*/ 12 w 21"/>
                  <a:gd name="T13" fmla="*/ 4 h 14"/>
                  <a:gd name="T14" fmla="*/ 16 w 21"/>
                  <a:gd name="T15" fmla="*/ 5 h 14"/>
                  <a:gd name="T16" fmla="*/ 19 w 21"/>
                  <a:gd name="T17" fmla="*/ 8 h 14"/>
                  <a:gd name="T18" fmla="*/ 21 w 21"/>
                  <a:gd name="T19" fmla="*/ 12 h 14"/>
                  <a:gd name="T20" fmla="*/ 18 w 21"/>
                  <a:gd name="T21" fmla="*/ 13 h 14"/>
                  <a:gd name="T22" fmla="*/ 15 w 21"/>
                  <a:gd name="T23" fmla="*/ 13 h 14"/>
                  <a:gd name="T24" fmla="*/ 13 w 21"/>
                  <a:gd name="T25" fmla="*/ 12 h 14"/>
                  <a:gd name="T26" fmla="*/ 10 w 21"/>
                  <a:gd name="T27" fmla="*/ 10 h 14"/>
                  <a:gd name="T28" fmla="*/ 9 w 21"/>
                  <a:gd name="T29" fmla="*/ 8 h 14"/>
                  <a:gd name="T30" fmla="*/ 6 w 21"/>
                  <a:gd name="T31" fmla="*/ 7 h 14"/>
                  <a:gd name="T32" fmla="*/ 3 w 21"/>
                  <a:gd name="T3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4">
                    <a:moveTo>
                      <a:pt x="3" y="5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9" y="3"/>
                      <a:pt x="11" y="3"/>
                      <a:pt x="12" y="4"/>
                    </a:cubicBezTo>
                    <a:cubicBezTo>
                      <a:pt x="14" y="4"/>
                      <a:pt x="15" y="4"/>
                      <a:pt x="16" y="5"/>
                    </a:cubicBezTo>
                    <a:cubicBezTo>
                      <a:pt x="17" y="6"/>
                      <a:pt x="18" y="7"/>
                      <a:pt x="19" y="8"/>
                    </a:cubicBezTo>
                    <a:cubicBezTo>
                      <a:pt x="20" y="8"/>
                      <a:pt x="21" y="10"/>
                      <a:pt x="21" y="12"/>
                    </a:cubicBezTo>
                    <a:cubicBezTo>
                      <a:pt x="21" y="14"/>
                      <a:pt x="19" y="13"/>
                      <a:pt x="18" y="13"/>
                    </a:cubicBezTo>
                    <a:cubicBezTo>
                      <a:pt x="17" y="13"/>
                      <a:pt x="16" y="13"/>
                      <a:pt x="15" y="13"/>
                    </a:cubicBezTo>
                    <a:cubicBezTo>
                      <a:pt x="14" y="13"/>
                      <a:pt x="13" y="13"/>
                      <a:pt x="13" y="12"/>
                    </a:cubicBezTo>
                    <a:cubicBezTo>
                      <a:pt x="12" y="12"/>
                      <a:pt x="11" y="11"/>
                      <a:pt x="10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8"/>
                      <a:pt x="7" y="8"/>
                      <a:pt x="6" y="7"/>
                    </a:cubicBezTo>
                    <a:cubicBezTo>
                      <a:pt x="5" y="7"/>
                      <a:pt x="4" y="6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" name="Freeform 3527">
                <a:extLst>
                  <a:ext uri="{FF2B5EF4-FFF2-40B4-BE49-F238E27FC236}">
                    <a16:creationId xmlns:a16="http://schemas.microsoft.com/office/drawing/2014/main" id="{5FC9CF7E-8BFA-F544-8923-C0AD5DB8A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67"/>
                <a:ext cx="4" cy="4"/>
              </a:xfrm>
              <a:custGeom>
                <a:avLst/>
                <a:gdLst>
                  <a:gd name="T0" fmla="*/ 2 w 10"/>
                  <a:gd name="T1" fmla="*/ 3 h 9"/>
                  <a:gd name="T2" fmla="*/ 3 w 10"/>
                  <a:gd name="T3" fmla="*/ 2 h 9"/>
                  <a:gd name="T4" fmla="*/ 6 w 10"/>
                  <a:gd name="T5" fmla="*/ 0 h 9"/>
                  <a:gd name="T6" fmla="*/ 8 w 10"/>
                  <a:gd name="T7" fmla="*/ 1 h 9"/>
                  <a:gd name="T8" fmla="*/ 10 w 10"/>
                  <a:gd name="T9" fmla="*/ 3 h 9"/>
                  <a:gd name="T10" fmla="*/ 10 w 10"/>
                  <a:gd name="T11" fmla="*/ 6 h 9"/>
                  <a:gd name="T12" fmla="*/ 5 w 10"/>
                  <a:gd name="T13" fmla="*/ 9 h 9"/>
                  <a:gd name="T14" fmla="*/ 1 w 10"/>
                  <a:gd name="T15" fmla="*/ 6 h 9"/>
                  <a:gd name="T16" fmla="*/ 2 w 10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2" y="3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9" y="7"/>
                      <a:pt x="8" y="9"/>
                      <a:pt x="5" y="9"/>
                    </a:cubicBezTo>
                    <a:cubicBezTo>
                      <a:pt x="4" y="9"/>
                      <a:pt x="1" y="8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" name="Freeform 3529">
                <a:extLst>
                  <a:ext uri="{FF2B5EF4-FFF2-40B4-BE49-F238E27FC236}">
                    <a16:creationId xmlns:a16="http://schemas.microsoft.com/office/drawing/2014/main" id="{465FE36F-5D90-A74D-BFAC-A4A397B09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746"/>
                <a:ext cx="4" cy="4"/>
              </a:xfrm>
              <a:custGeom>
                <a:avLst/>
                <a:gdLst>
                  <a:gd name="T0" fmla="*/ 1 w 11"/>
                  <a:gd name="T1" fmla="*/ 4 h 11"/>
                  <a:gd name="T2" fmla="*/ 0 w 11"/>
                  <a:gd name="T3" fmla="*/ 2 h 11"/>
                  <a:gd name="T4" fmla="*/ 2 w 11"/>
                  <a:gd name="T5" fmla="*/ 1 h 11"/>
                  <a:gd name="T6" fmla="*/ 5 w 11"/>
                  <a:gd name="T7" fmla="*/ 1 h 11"/>
                  <a:gd name="T8" fmla="*/ 9 w 11"/>
                  <a:gd name="T9" fmla="*/ 0 h 11"/>
                  <a:gd name="T10" fmla="*/ 10 w 11"/>
                  <a:gd name="T11" fmla="*/ 6 h 11"/>
                  <a:gd name="T12" fmla="*/ 10 w 11"/>
                  <a:gd name="T13" fmla="*/ 9 h 11"/>
                  <a:gd name="T14" fmla="*/ 5 w 11"/>
                  <a:gd name="T15" fmla="*/ 8 h 11"/>
                  <a:gd name="T16" fmla="*/ 4 w 11"/>
                  <a:gd name="T17" fmla="*/ 6 h 11"/>
                  <a:gd name="T18" fmla="*/ 3 w 11"/>
                  <a:gd name="T19" fmla="*/ 5 h 11"/>
                  <a:gd name="T20" fmla="*/ 1 w 11"/>
                  <a:gd name="T2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1" y="1"/>
                      <a:pt x="10" y="4"/>
                      <a:pt x="10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5" y="7"/>
                      <a:pt x="5" y="6"/>
                      <a:pt x="4" y="6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" name="Freeform 3530">
                <a:extLst>
                  <a:ext uri="{FF2B5EF4-FFF2-40B4-BE49-F238E27FC236}">
                    <a16:creationId xmlns:a16="http://schemas.microsoft.com/office/drawing/2014/main" id="{556597DB-4560-AE43-967E-D2CDA6BB5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738"/>
                <a:ext cx="7" cy="8"/>
              </a:xfrm>
              <a:custGeom>
                <a:avLst/>
                <a:gdLst>
                  <a:gd name="T0" fmla="*/ 6 w 17"/>
                  <a:gd name="T1" fmla="*/ 19 h 19"/>
                  <a:gd name="T2" fmla="*/ 5 w 17"/>
                  <a:gd name="T3" fmla="*/ 18 h 19"/>
                  <a:gd name="T4" fmla="*/ 4 w 17"/>
                  <a:gd name="T5" fmla="*/ 17 h 19"/>
                  <a:gd name="T6" fmla="*/ 3 w 17"/>
                  <a:gd name="T7" fmla="*/ 15 h 19"/>
                  <a:gd name="T8" fmla="*/ 1 w 17"/>
                  <a:gd name="T9" fmla="*/ 14 h 19"/>
                  <a:gd name="T10" fmla="*/ 0 w 17"/>
                  <a:gd name="T11" fmla="*/ 12 h 19"/>
                  <a:gd name="T12" fmla="*/ 0 w 17"/>
                  <a:gd name="T13" fmla="*/ 9 h 19"/>
                  <a:gd name="T14" fmla="*/ 0 w 17"/>
                  <a:gd name="T15" fmla="*/ 7 h 19"/>
                  <a:gd name="T16" fmla="*/ 3 w 17"/>
                  <a:gd name="T17" fmla="*/ 6 h 19"/>
                  <a:gd name="T18" fmla="*/ 8 w 17"/>
                  <a:gd name="T19" fmla="*/ 5 h 19"/>
                  <a:gd name="T20" fmla="*/ 9 w 17"/>
                  <a:gd name="T21" fmla="*/ 3 h 19"/>
                  <a:gd name="T22" fmla="*/ 11 w 17"/>
                  <a:gd name="T23" fmla="*/ 1 h 19"/>
                  <a:gd name="T24" fmla="*/ 16 w 17"/>
                  <a:gd name="T25" fmla="*/ 2 h 19"/>
                  <a:gd name="T26" fmla="*/ 17 w 17"/>
                  <a:gd name="T27" fmla="*/ 8 h 19"/>
                  <a:gd name="T28" fmla="*/ 13 w 17"/>
                  <a:gd name="T29" fmla="*/ 11 h 19"/>
                  <a:gd name="T30" fmla="*/ 9 w 17"/>
                  <a:gd name="T31" fmla="*/ 18 h 19"/>
                  <a:gd name="T32" fmla="*/ 6 w 17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9">
                    <a:moveTo>
                      <a:pt x="6" y="19"/>
                    </a:moveTo>
                    <a:cubicBezTo>
                      <a:pt x="6" y="18"/>
                      <a:pt x="6" y="18"/>
                      <a:pt x="5" y="18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3" y="17"/>
                      <a:pt x="4" y="16"/>
                      <a:pt x="3" y="15"/>
                    </a:cubicBezTo>
                    <a:cubicBezTo>
                      <a:pt x="3" y="15"/>
                      <a:pt x="2" y="15"/>
                      <a:pt x="1" y="14"/>
                    </a:cubicBezTo>
                    <a:cubicBezTo>
                      <a:pt x="1" y="13"/>
                      <a:pt x="0" y="12"/>
                      <a:pt x="0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8" y="7"/>
                      <a:pt x="8" y="5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2"/>
                      <a:pt x="10" y="1"/>
                      <a:pt x="11" y="1"/>
                    </a:cubicBezTo>
                    <a:cubicBezTo>
                      <a:pt x="12" y="0"/>
                      <a:pt x="15" y="1"/>
                      <a:pt x="16" y="2"/>
                    </a:cubicBezTo>
                    <a:cubicBezTo>
                      <a:pt x="17" y="4"/>
                      <a:pt x="17" y="6"/>
                      <a:pt x="17" y="8"/>
                    </a:cubicBezTo>
                    <a:cubicBezTo>
                      <a:pt x="16" y="10"/>
                      <a:pt x="14" y="10"/>
                      <a:pt x="13" y="11"/>
                    </a:cubicBezTo>
                    <a:cubicBezTo>
                      <a:pt x="12" y="14"/>
                      <a:pt x="13" y="18"/>
                      <a:pt x="9" y="18"/>
                    </a:cubicBezTo>
                    <a:cubicBezTo>
                      <a:pt x="8" y="19"/>
                      <a:pt x="7" y="19"/>
                      <a:pt x="6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" name="Freeform 3531">
                <a:extLst>
                  <a:ext uri="{FF2B5EF4-FFF2-40B4-BE49-F238E27FC236}">
                    <a16:creationId xmlns:a16="http://schemas.microsoft.com/office/drawing/2014/main" id="{D12AA91D-1F04-CF4C-AF60-CBD834318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17"/>
                <a:ext cx="9" cy="4"/>
              </a:xfrm>
              <a:custGeom>
                <a:avLst/>
                <a:gdLst>
                  <a:gd name="T0" fmla="*/ 0 w 21"/>
                  <a:gd name="T1" fmla="*/ 2 h 10"/>
                  <a:gd name="T2" fmla="*/ 5 w 21"/>
                  <a:gd name="T3" fmla="*/ 0 h 10"/>
                  <a:gd name="T4" fmla="*/ 11 w 21"/>
                  <a:gd name="T5" fmla="*/ 0 h 10"/>
                  <a:gd name="T6" fmla="*/ 13 w 21"/>
                  <a:gd name="T7" fmla="*/ 0 h 10"/>
                  <a:gd name="T8" fmla="*/ 16 w 21"/>
                  <a:gd name="T9" fmla="*/ 0 h 10"/>
                  <a:gd name="T10" fmla="*/ 20 w 21"/>
                  <a:gd name="T11" fmla="*/ 2 h 10"/>
                  <a:gd name="T12" fmla="*/ 20 w 21"/>
                  <a:gd name="T13" fmla="*/ 5 h 10"/>
                  <a:gd name="T14" fmla="*/ 20 w 21"/>
                  <a:gd name="T15" fmla="*/ 8 h 10"/>
                  <a:gd name="T16" fmla="*/ 19 w 21"/>
                  <a:gd name="T17" fmla="*/ 10 h 10"/>
                  <a:gd name="T18" fmla="*/ 15 w 21"/>
                  <a:gd name="T19" fmla="*/ 9 h 10"/>
                  <a:gd name="T20" fmla="*/ 14 w 21"/>
                  <a:gd name="T21" fmla="*/ 7 h 10"/>
                  <a:gd name="T22" fmla="*/ 10 w 21"/>
                  <a:gd name="T23" fmla="*/ 6 h 10"/>
                  <a:gd name="T24" fmla="*/ 7 w 21"/>
                  <a:gd name="T25" fmla="*/ 6 h 10"/>
                  <a:gd name="T26" fmla="*/ 4 w 21"/>
                  <a:gd name="T27" fmla="*/ 5 h 10"/>
                  <a:gd name="T28" fmla="*/ 3 w 21"/>
                  <a:gd name="T29" fmla="*/ 5 h 10"/>
                  <a:gd name="T30" fmla="*/ 1 w 21"/>
                  <a:gd name="T31" fmla="*/ 4 h 10"/>
                  <a:gd name="T32" fmla="*/ 0 w 21"/>
                  <a:gd name="T3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0">
                    <a:moveTo>
                      <a:pt x="0" y="2"/>
                    </a:moveTo>
                    <a:cubicBezTo>
                      <a:pt x="1" y="1"/>
                      <a:pt x="4" y="0"/>
                      <a:pt x="5" y="0"/>
                    </a:cubicBezTo>
                    <a:cubicBezTo>
                      <a:pt x="7" y="0"/>
                      <a:pt x="9" y="0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7" y="0"/>
                      <a:pt x="19" y="1"/>
                      <a:pt x="20" y="2"/>
                    </a:cubicBezTo>
                    <a:cubicBezTo>
                      <a:pt x="20" y="3"/>
                      <a:pt x="20" y="4"/>
                      <a:pt x="20" y="5"/>
                    </a:cubicBezTo>
                    <a:cubicBezTo>
                      <a:pt x="20" y="6"/>
                      <a:pt x="21" y="7"/>
                      <a:pt x="20" y="8"/>
                    </a:cubicBezTo>
                    <a:cubicBezTo>
                      <a:pt x="20" y="9"/>
                      <a:pt x="20" y="10"/>
                      <a:pt x="19" y="10"/>
                    </a:cubicBezTo>
                    <a:cubicBezTo>
                      <a:pt x="17" y="10"/>
                      <a:pt x="16" y="10"/>
                      <a:pt x="15" y="9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3" y="6"/>
                      <a:pt x="11" y="6"/>
                      <a:pt x="10" y="6"/>
                    </a:cubicBezTo>
                    <a:cubicBezTo>
                      <a:pt x="9" y="6"/>
                      <a:pt x="8" y="6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" name="Freeform 3532">
                <a:extLst>
                  <a:ext uri="{FF2B5EF4-FFF2-40B4-BE49-F238E27FC236}">
                    <a16:creationId xmlns:a16="http://schemas.microsoft.com/office/drawing/2014/main" id="{354EA7DD-7CCD-0746-9633-538AE7640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22"/>
                <a:ext cx="12" cy="14"/>
              </a:xfrm>
              <a:custGeom>
                <a:avLst/>
                <a:gdLst>
                  <a:gd name="T0" fmla="*/ 5 w 31"/>
                  <a:gd name="T1" fmla="*/ 18 h 34"/>
                  <a:gd name="T2" fmla="*/ 1 w 31"/>
                  <a:gd name="T3" fmla="*/ 15 h 34"/>
                  <a:gd name="T4" fmla="*/ 0 w 31"/>
                  <a:gd name="T5" fmla="*/ 8 h 34"/>
                  <a:gd name="T6" fmla="*/ 0 w 31"/>
                  <a:gd name="T7" fmla="*/ 8 h 34"/>
                  <a:gd name="T8" fmla="*/ 1 w 31"/>
                  <a:gd name="T9" fmla="*/ 8 h 34"/>
                  <a:gd name="T10" fmla="*/ 1 w 31"/>
                  <a:gd name="T11" fmla="*/ 7 h 34"/>
                  <a:gd name="T12" fmla="*/ 2 w 31"/>
                  <a:gd name="T13" fmla="*/ 6 h 34"/>
                  <a:gd name="T14" fmla="*/ 6 w 31"/>
                  <a:gd name="T15" fmla="*/ 6 h 34"/>
                  <a:gd name="T16" fmla="*/ 8 w 31"/>
                  <a:gd name="T17" fmla="*/ 6 h 34"/>
                  <a:gd name="T18" fmla="*/ 9 w 31"/>
                  <a:gd name="T19" fmla="*/ 4 h 34"/>
                  <a:gd name="T20" fmla="*/ 10 w 31"/>
                  <a:gd name="T21" fmla="*/ 1 h 34"/>
                  <a:gd name="T22" fmla="*/ 16 w 31"/>
                  <a:gd name="T23" fmla="*/ 0 h 34"/>
                  <a:gd name="T24" fmla="*/ 22 w 31"/>
                  <a:gd name="T25" fmla="*/ 1 h 34"/>
                  <a:gd name="T26" fmla="*/ 24 w 31"/>
                  <a:gd name="T27" fmla="*/ 4 h 34"/>
                  <a:gd name="T28" fmla="*/ 29 w 31"/>
                  <a:gd name="T29" fmla="*/ 7 h 34"/>
                  <a:gd name="T30" fmla="*/ 30 w 31"/>
                  <a:gd name="T31" fmla="*/ 10 h 34"/>
                  <a:gd name="T32" fmla="*/ 29 w 31"/>
                  <a:gd name="T33" fmla="*/ 14 h 34"/>
                  <a:gd name="T34" fmla="*/ 29 w 31"/>
                  <a:gd name="T35" fmla="*/ 19 h 34"/>
                  <a:gd name="T36" fmla="*/ 27 w 31"/>
                  <a:gd name="T37" fmla="*/ 22 h 34"/>
                  <a:gd name="T38" fmla="*/ 25 w 31"/>
                  <a:gd name="T39" fmla="*/ 26 h 34"/>
                  <a:gd name="T40" fmla="*/ 22 w 31"/>
                  <a:gd name="T41" fmla="*/ 29 h 34"/>
                  <a:gd name="T42" fmla="*/ 19 w 31"/>
                  <a:gd name="T43" fmla="*/ 31 h 34"/>
                  <a:gd name="T44" fmla="*/ 15 w 31"/>
                  <a:gd name="T45" fmla="*/ 34 h 34"/>
                  <a:gd name="T46" fmla="*/ 11 w 31"/>
                  <a:gd name="T47" fmla="*/ 33 h 34"/>
                  <a:gd name="T48" fmla="*/ 9 w 31"/>
                  <a:gd name="T49" fmla="*/ 29 h 34"/>
                  <a:gd name="T50" fmla="*/ 9 w 31"/>
                  <a:gd name="T51" fmla="*/ 28 h 34"/>
                  <a:gd name="T52" fmla="*/ 6 w 31"/>
                  <a:gd name="T53" fmla="*/ 26 h 34"/>
                  <a:gd name="T54" fmla="*/ 5 w 31"/>
                  <a:gd name="T55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34">
                    <a:moveTo>
                      <a:pt x="5" y="18"/>
                    </a:moveTo>
                    <a:cubicBezTo>
                      <a:pt x="4" y="17"/>
                      <a:pt x="2" y="16"/>
                      <a:pt x="1" y="15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3" y="6"/>
                      <a:pt x="4" y="6"/>
                      <a:pt x="6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10" y="1"/>
                    </a:cubicBezTo>
                    <a:cubicBezTo>
                      <a:pt x="12" y="0"/>
                      <a:pt x="15" y="0"/>
                      <a:pt x="16" y="0"/>
                    </a:cubicBezTo>
                    <a:cubicBezTo>
                      <a:pt x="18" y="0"/>
                      <a:pt x="21" y="0"/>
                      <a:pt x="22" y="1"/>
                    </a:cubicBezTo>
                    <a:cubicBezTo>
                      <a:pt x="23" y="2"/>
                      <a:pt x="24" y="3"/>
                      <a:pt x="24" y="4"/>
                    </a:cubicBezTo>
                    <a:cubicBezTo>
                      <a:pt x="25" y="6"/>
                      <a:pt x="27" y="6"/>
                      <a:pt x="29" y="7"/>
                    </a:cubicBezTo>
                    <a:cubicBezTo>
                      <a:pt x="30" y="8"/>
                      <a:pt x="31" y="8"/>
                      <a:pt x="30" y="10"/>
                    </a:cubicBezTo>
                    <a:cubicBezTo>
                      <a:pt x="30" y="11"/>
                      <a:pt x="29" y="12"/>
                      <a:pt x="29" y="14"/>
                    </a:cubicBezTo>
                    <a:cubicBezTo>
                      <a:pt x="28" y="15"/>
                      <a:pt x="29" y="17"/>
                      <a:pt x="29" y="19"/>
                    </a:cubicBezTo>
                    <a:cubicBezTo>
                      <a:pt x="29" y="21"/>
                      <a:pt x="28" y="22"/>
                      <a:pt x="27" y="22"/>
                    </a:cubicBezTo>
                    <a:cubicBezTo>
                      <a:pt x="26" y="23"/>
                      <a:pt x="25" y="24"/>
                      <a:pt x="25" y="26"/>
                    </a:cubicBezTo>
                    <a:cubicBezTo>
                      <a:pt x="24" y="27"/>
                      <a:pt x="24" y="29"/>
                      <a:pt x="22" y="29"/>
                    </a:cubicBezTo>
                    <a:cubicBezTo>
                      <a:pt x="21" y="30"/>
                      <a:pt x="20" y="30"/>
                      <a:pt x="19" y="31"/>
                    </a:cubicBezTo>
                    <a:cubicBezTo>
                      <a:pt x="18" y="32"/>
                      <a:pt x="17" y="33"/>
                      <a:pt x="15" y="34"/>
                    </a:cubicBezTo>
                    <a:cubicBezTo>
                      <a:pt x="14" y="34"/>
                      <a:pt x="12" y="34"/>
                      <a:pt x="11" y="33"/>
                    </a:cubicBezTo>
                    <a:cubicBezTo>
                      <a:pt x="10" y="32"/>
                      <a:pt x="10" y="30"/>
                      <a:pt x="9" y="29"/>
                    </a:cubicBezTo>
                    <a:cubicBezTo>
                      <a:pt x="9" y="29"/>
                      <a:pt x="9" y="28"/>
                      <a:pt x="9" y="28"/>
                    </a:cubicBezTo>
                    <a:cubicBezTo>
                      <a:pt x="8" y="27"/>
                      <a:pt x="7" y="26"/>
                      <a:pt x="6" y="26"/>
                    </a:cubicBezTo>
                    <a:cubicBezTo>
                      <a:pt x="4" y="24"/>
                      <a:pt x="7" y="20"/>
                      <a:pt x="5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" name="Freeform 3533">
                <a:extLst>
                  <a:ext uri="{FF2B5EF4-FFF2-40B4-BE49-F238E27FC236}">
                    <a16:creationId xmlns:a16="http://schemas.microsoft.com/office/drawing/2014/main" id="{F2946FDE-089C-FD4F-AF09-40BF6BD83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701"/>
                <a:ext cx="3" cy="2"/>
              </a:xfrm>
              <a:custGeom>
                <a:avLst/>
                <a:gdLst>
                  <a:gd name="T0" fmla="*/ 2 w 6"/>
                  <a:gd name="T1" fmla="*/ 3 h 4"/>
                  <a:gd name="T2" fmla="*/ 1 w 6"/>
                  <a:gd name="T3" fmla="*/ 0 h 4"/>
                  <a:gd name="T4" fmla="*/ 5 w 6"/>
                  <a:gd name="T5" fmla="*/ 2 h 4"/>
                  <a:gd name="T6" fmla="*/ 4 w 6"/>
                  <a:gd name="T7" fmla="*/ 4 h 4"/>
                  <a:gd name="T8" fmla="*/ 2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2" y="0"/>
                      <a:pt x="5" y="2"/>
                      <a:pt x="5" y="2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" name="Freeform 3534">
                <a:extLst>
                  <a:ext uri="{FF2B5EF4-FFF2-40B4-BE49-F238E27FC236}">
                    <a16:creationId xmlns:a16="http://schemas.microsoft.com/office/drawing/2014/main" id="{690FEC8B-BB6C-CA4D-920F-DCC5FE9DC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675"/>
                <a:ext cx="5" cy="6"/>
              </a:xfrm>
              <a:custGeom>
                <a:avLst/>
                <a:gdLst>
                  <a:gd name="T0" fmla="*/ 8 w 11"/>
                  <a:gd name="T1" fmla="*/ 8 h 15"/>
                  <a:gd name="T2" fmla="*/ 9 w 11"/>
                  <a:gd name="T3" fmla="*/ 6 h 15"/>
                  <a:gd name="T4" fmla="*/ 11 w 11"/>
                  <a:gd name="T5" fmla="*/ 4 h 15"/>
                  <a:gd name="T6" fmla="*/ 11 w 11"/>
                  <a:gd name="T7" fmla="*/ 1 h 15"/>
                  <a:gd name="T8" fmla="*/ 9 w 11"/>
                  <a:gd name="T9" fmla="*/ 0 h 15"/>
                  <a:gd name="T10" fmla="*/ 6 w 11"/>
                  <a:gd name="T11" fmla="*/ 2 h 15"/>
                  <a:gd name="T12" fmla="*/ 4 w 11"/>
                  <a:gd name="T13" fmla="*/ 5 h 15"/>
                  <a:gd name="T14" fmla="*/ 4 w 11"/>
                  <a:gd name="T15" fmla="*/ 8 h 15"/>
                  <a:gd name="T16" fmla="*/ 1 w 11"/>
                  <a:gd name="T17" fmla="*/ 11 h 15"/>
                  <a:gd name="T18" fmla="*/ 1 w 11"/>
                  <a:gd name="T19" fmla="*/ 15 h 15"/>
                  <a:gd name="T20" fmla="*/ 3 w 11"/>
                  <a:gd name="T21" fmla="*/ 15 h 15"/>
                  <a:gd name="T22" fmla="*/ 4 w 11"/>
                  <a:gd name="T23" fmla="*/ 14 h 15"/>
                  <a:gd name="T24" fmla="*/ 5 w 11"/>
                  <a:gd name="T25" fmla="*/ 13 h 15"/>
                  <a:gd name="T26" fmla="*/ 6 w 11"/>
                  <a:gd name="T27" fmla="*/ 11 h 15"/>
                  <a:gd name="T28" fmla="*/ 8 w 11"/>
                  <a:gd name="T2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5">
                    <a:moveTo>
                      <a:pt x="8" y="8"/>
                    </a:moveTo>
                    <a:cubicBezTo>
                      <a:pt x="8" y="7"/>
                      <a:pt x="8" y="7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5" y="8"/>
                      <a:pt x="4" y="8"/>
                    </a:cubicBezTo>
                    <a:cubicBezTo>
                      <a:pt x="3" y="9"/>
                      <a:pt x="1" y="10"/>
                      <a:pt x="1" y="11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2"/>
                      <a:pt x="6" y="12"/>
                      <a:pt x="6" y="11"/>
                    </a:cubicBezTo>
                    <a:cubicBezTo>
                      <a:pt x="7" y="10"/>
                      <a:pt x="7" y="9"/>
                      <a:pt x="8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" name="Freeform 3535">
                <a:extLst>
                  <a:ext uri="{FF2B5EF4-FFF2-40B4-BE49-F238E27FC236}">
                    <a16:creationId xmlns:a16="http://schemas.microsoft.com/office/drawing/2014/main" id="{31981CAB-A667-AB4F-83FA-CB0C8C69E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686"/>
                <a:ext cx="7" cy="14"/>
              </a:xfrm>
              <a:custGeom>
                <a:avLst/>
                <a:gdLst>
                  <a:gd name="T0" fmla="*/ 15 w 17"/>
                  <a:gd name="T1" fmla="*/ 0 h 33"/>
                  <a:gd name="T2" fmla="*/ 17 w 17"/>
                  <a:gd name="T3" fmla="*/ 3 h 33"/>
                  <a:gd name="T4" fmla="*/ 16 w 17"/>
                  <a:gd name="T5" fmla="*/ 5 h 33"/>
                  <a:gd name="T6" fmla="*/ 15 w 17"/>
                  <a:gd name="T7" fmla="*/ 6 h 33"/>
                  <a:gd name="T8" fmla="*/ 13 w 17"/>
                  <a:gd name="T9" fmla="*/ 11 h 33"/>
                  <a:gd name="T10" fmla="*/ 13 w 17"/>
                  <a:gd name="T11" fmla="*/ 19 h 33"/>
                  <a:gd name="T12" fmla="*/ 13 w 17"/>
                  <a:gd name="T13" fmla="*/ 26 h 33"/>
                  <a:gd name="T14" fmla="*/ 8 w 17"/>
                  <a:gd name="T15" fmla="*/ 32 h 33"/>
                  <a:gd name="T16" fmla="*/ 1 w 17"/>
                  <a:gd name="T17" fmla="*/ 30 h 33"/>
                  <a:gd name="T18" fmla="*/ 0 w 17"/>
                  <a:gd name="T19" fmla="*/ 24 h 33"/>
                  <a:gd name="T20" fmla="*/ 1 w 17"/>
                  <a:gd name="T21" fmla="*/ 19 h 33"/>
                  <a:gd name="T22" fmla="*/ 3 w 17"/>
                  <a:gd name="T23" fmla="*/ 17 h 33"/>
                  <a:gd name="T24" fmla="*/ 4 w 17"/>
                  <a:gd name="T25" fmla="*/ 9 h 33"/>
                  <a:gd name="T26" fmla="*/ 5 w 17"/>
                  <a:gd name="T27" fmla="*/ 4 h 33"/>
                  <a:gd name="T28" fmla="*/ 7 w 17"/>
                  <a:gd name="T29" fmla="*/ 1 h 33"/>
                  <a:gd name="T30" fmla="*/ 9 w 17"/>
                  <a:gd name="T31" fmla="*/ 1 h 33"/>
                  <a:gd name="T32" fmla="*/ 12 w 17"/>
                  <a:gd name="T33" fmla="*/ 0 h 33"/>
                  <a:gd name="T34" fmla="*/ 14 w 17"/>
                  <a:gd name="T35" fmla="*/ 0 h 33"/>
                  <a:gd name="T36" fmla="*/ 15 w 17"/>
                  <a:gd name="T3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33">
                    <a:moveTo>
                      <a:pt x="15" y="0"/>
                    </a:moveTo>
                    <a:cubicBezTo>
                      <a:pt x="16" y="0"/>
                      <a:pt x="16" y="2"/>
                      <a:pt x="17" y="3"/>
                    </a:cubicBezTo>
                    <a:cubicBezTo>
                      <a:pt x="17" y="4"/>
                      <a:pt x="17" y="4"/>
                      <a:pt x="16" y="5"/>
                    </a:cubicBezTo>
                    <a:cubicBezTo>
                      <a:pt x="16" y="5"/>
                      <a:pt x="16" y="5"/>
                      <a:pt x="15" y="6"/>
                    </a:cubicBezTo>
                    <a:cubicBezTo>
                      <a:pt x="14" y="7"/>
                      <a:pt x="13" y="9"/>
                      <a:pt x="13" y="11"/>
                    </a:cubicBezTo>
                    <a:cubicBezTo>
                      <a:pt x="13" y="14"/>
                      <a:pt x="13" y="16"/>
                      <a:pt x="13" y="19"/>
                    </a:cubicBezTo>
                    <a:cubicBezTo>
                      <a:pt x="13" y="21"/>
                      <a:pt x="14" y="24"/>
                      <a:pt x="13" y="26"/>
                    </a:cubicBezTo>
                    <a:cubicBezTo>
                      <a:pt x="13" y="30"/>
                      <a:pt x="10" y="31"/>
                      <a:pt x="8" y="32"/>
                    </a:cubicBezTo>
                    <a:cubicBezTo>
                      <a:pt x="5" y="33"/>
                      <a:pt x="2" y="33"/>
                      <a:pt x="1" y="30"/>
                    </a:cubicBezTo>
                    <a:cubicBezTo>
                      <a:pt x="0" y="28"/>
                      <a:pt x="0" y="26"/>
                      <a:pt x="0" y="24"/>
                    </a:cubicBezTo>
                    <a:cubicBezTo>
                      <a:pt x="0" y="23"/>
                      <a:pt x="0" y="21"/>
                      <a:pt x="1" y="19"/>
                    </a:cubicBezTo>
                    <a:cubicBezTo>
                      <a:pt x="1" y="18"/>
                      <a:pt x="3" y="18"/>
                      <a:pt x="3" y="17"/>
                    </a:cubicBezTo>
                    <a:cubicBezTo>
                      <a:pt x="4" y="14"/>
                      <a:pt x="4" y="11"/>
                      <a:pt x="4" y="9"/>
                    </a:cubicBezTo>
                    <a:cubicBezTo>
                      <a:pt x="4" y="7"/>
                      <a:pt x="4" y="5"/>
                      <a:pt x="5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1"/>
                      <a:pt x="11" y="1"/>
                      <a:pt x="12" y="0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" name="Freeform 3536">
                <a:extLst>
                  <a:ext uri="{FF2B5EF4-FFF2-40B4-BE49-F238E27FC236}">
                    <a16:creationId xmlns:a16="http://schemas.microsoft.com/office/drawing/2014/main" id="{00F6885F-F232-664C-A78E-D108240EF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683"/>
                <a:ext cx="2" cy="3"/>
              </a:xfrm>
              <a:custGeom>
                <a:avLst/>
                <a:gdLst>
                  <a:gd name="T0" fmla="*/ 2 w 5"/>
                  <a:gd name="T1" fmla="*/ 8 h 8"/>
                  <a:gd name="T2" fmla="*/ 0 w 5"/>
                  <a:gd name="T3" fmla="*/ 4 h 8"/>
                  <a:gd name="T4" fmla="*/ 1 w 5"/>
                  <a:gd name="T5" fmla="*/ 2 h 8"/>
                  <a:gd name="T6" fmla="*/ 1 w 5"/>
                  <a:gd name="T7" fmla="*/ 0 h 8"/>
                  <a:gd name="T8" fmla="*/ 4 w 5"/>
                  <a:gd name="T9" fmla="*/ 0 h 8"/>
                  <a:gd name="T10" fmla="*/ 5 w 5"/>
                  <a:gd name="T11" fmla="*/ 3 h 8"/>
                  <a:gd name="T12" fmla="*/ 3 w 5"/>
                  <a:gd name="T13" fmla="*/ 8 h 8"/>
                  <a:gd name="T14" fmla="*/ 2 w 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1" y="7"/>
                      <a:pt x="0" y="5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5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" name="Freeform 3537">
                <a:extLst>
                  <a:ext uri="{FF2B5EF4-FFF2-40B4-BE49-F238E27FC236}">
                    <a16:creationId xmlns:a16="http://schemas.microsoft.com/office/drawing/2014/main" id="{33050BA5-E660-EB45-8955-6FA176BCD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702"/>
                <a:ext cx="6" cy="5"/>
              </a:xfrm>
              <a:custGeom>
                <a:avLst/>
                <a:gdLst>
                  <a:gd name="T0" fmla="*/ 3 w 14"/>
                  <a:gd name="T1" fmla="*/ 7 h 12"/>
                  <a:gd name="T2" fmla="*/ 0 w 14"/>
                  <a:gd name="T3" fmla="*/ 5 h 12"/>
                  <a:gd name="T4" fmla="*/ 4 w 14"/>
                  <a:gd name="T5" fmla="*/ 0 h 12"/>
                  <a:gd name="T6" fmla="*/ 6 w 14"/>
                  <a:gd name="T7" fmla="*/ 0 h 12"/>
                  <a:gd name="T8" fmla="*/ 9 w 14"/>
                  <a:gd name="T9" fmla="*/ 0 h 12"/>
                  <a:gd name="T10" fmla="*/ 10 w 14"/>
                  <a:gd name="T11" fmla="*/ 2 h 12"/>
                  <a:gd name="T12" fmla="*/ 12 w 14"/>
                  <a:gd name="T13" fmla="*/ 4 h 12"/>
                  <a:gd name="T14" fmla="*/ 14 w 14"/>
                  <a:gd name="T15" fmla="*/ 7 h 12"/>
                  <a:gd name="T16" fmla="*/ 12 w 14"/>
                  <a:gd name="T17" fmla="*/ 11 h 12"/>
                  <a:gd name="T18" fmla="*/ 9 w 14"/>
                  <a:gd name="T19" fmla="*/ 12 h 12"/>
                  <a:gd name="T20" fmla="*/ 6 w 14"/>
                  <a:gd name="T21" fmla="*/ 11 h 12"/>
                  <a:gd name="T22" fmla="*/ 5 w 14"/>
                  <a:gd name="T23" fmla="*/ 10 h 12"/>
                  <a:gd name="T24" fmla="*/ 5 w 14"/>
                  <a:gd name="T25" fmla="*/ 8 h 12"/>
                  <a:gd name="T26" fmla="*/ 3 w 14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3" y="7"/>
                    </a:moveTo>
                    <a:cubicBezTo>
                      <a:pt x="1" y="7"/>
                      <a:pt x="0" y="6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0" y="1"/>
                      <a:pt x="10" y="2"/>
                    </a:cubicBezTo>
                    <a:cubicBezTo>
                      <a:pt x="10" y="4"/>
                      <a:pt x="11" y="4"/>
                      <a:pt x="12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2" y="11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6" y="11"/>
                      <a:pt x="5" y="11"/>
                      <a:pt x="5" y="10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4" y="7"/>
                      <a:pt x="3" y="7"/>
                      <a:pt x="3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" name="Freeform 3539">
                <a:extLst>
                  <a:ext uri="{FF2B5EF4-FFF2-40B4-BE49-F238E27FC236}">
                    <a16:creationId xmlns:a16="http://schemas.microsoft.com/office/drawing/2014/main" id="{477DB32C-6D1E-4349-A498-302AD76FB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653"/>
                <a:ext cx="1" cy="2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4 h 5"/>
                  <a:gd name="T4" fmla="*/ 1 w 3"/>
                  <a:gd name="T5" fmla="*/ 1 h 5"/>
                  <a:gd name="T6" fmla="*/ 3 w 3"/>
                  <a:gd name="T7" fmla="*/ 4 h 5"/>
                  <a:gd name="T8" fmla="*/ 1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3"/>
                      <a:pt x="3" y="4"/>
                    </a:cubicBezTo>
                    <a:cubicBezTo>
                      <a:pt x="3" y="4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" name="Freeform 3540">
                <a:extLst>
                  <a:ext uri="{FF2B5EF4-FFF2-40B4-BE49-F238E27FC236}">
                    <a16:creationId xmlns:a16="http://schemas.microsoft.com/office/drawing/2014/main" id="{D2D0C658-8258-B94A-8987-D382D25A2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48"/>
                <a:ext cx="4" cy="3"/>
              </a:xfrm>
              <a:custGeom>
                <a:avLst/>
                <a:gdLst>
                  <a:gd name="T0" fmla="*/ 1 w 10"/>
                  <a:gd name="T1" fmla="*/ 3 h 8"/>
                  <a:gd name="T2" fmla="*/ 1 w 10"/>
                  <a:gd name="T3" fmla="*/ 0 h 8"/>
                  <a:gd name="T4" fmla="*/ 5 w 10"/>
                  <a:gd name="T5" fmla="*/ 0 h 8"/>
                  <a:gd name="T6" fmla="*/ 7 w 10"/>
                  <a:gd name="T7" fmla="*/ 2 h 8"/>
                  <a:gd name="T8" fmla="*/ 9 w 10"/>
                  <a:gd name="T9" fmla="*/ 4 h 8"/>
                  <a:gd name="T10" fmla="*/ 10 w 10"/>
                  <a:gd name="T11" fmla="*/ 6 h 8"/>
                  <a:gd name="T12" fmla="*/ 6 w 10"/>
                  <a:gd name="T13" fmla="*/ 7 h 8"/>
                  <a:gd name="T14" fmla="*/ 4 w 10"/>
                  <a:gd name="T15" fmla="*/ 5 h 8"/>
                  <a:gd name="T16" fmla="*/ 1 w 10"/>
                  <a:gd name="T1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8" y="2"/>
                      <a:pt x="8" y="3"/>
                      <a:pt x="9" y="4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8"/>
                      <a:pt x="7" y="8"/>
                      <a:pt x="6" y="7"/>
                    </a:cubicBezTo>
                    <a:cubicBezTo>
                      <a:pt x="5" y="7"/>
                      <a:pt x="5" y="6"/>
                      <a:pt x="4" y="5"/>
                    </a:cubicBezTo>
                    <a:cubicBezTo>
                      <a:pt x="2" y="5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" name="Freeform 3541">
                <a:extLst>
                  <a:ext uri="{FF2B5EF4-FFF2-40B4-BE49-F238E27FC236}">
                    <a16:creationId xmlns:a16="http://schemas.microsoft.com/office/drawing/2014/main" id="{ABBDED92-22D8-A04F-8DF4-4C3054A5B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42"/>
                <a:ext cx="3" cy="2"/>
              </a:xfrm>
              <a:custGeom>
                <a:avLst/>
                <a:gdLst>
                  <a:gd name="T0" fmla="*/ 3 w 6"/>
                  <a:gd name="T1" fmla="*/ 1 h 6"/>
                  <a:gd name="T2" fmla="*/ 6 w 6"/>
                  <a:gd name="T3" fmla="*/ 4 h 6"/>
                  <a:gd name="T4" fmla="*/ 2 w 6"/>
                  <a:gd name="T5" fmla="*/ 6 h 6"/>
                  <a:gd name="T6" fmla="*/ 0 w 6"/>
                  <a:gd name="T7" fmla="*/ 2 h 6"/>
                  <a:gd name="T8" fmla="*/ 3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2"/>
                      <a:pt x="6" y="3"/>
                      <a:pt x="6" y="4"/>
                    </a:cubicBezTo>
                    <a:cubicBezTo>
                      <a:pt x="6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" name="Freeform 3542">
                <a:extLst>
                  <a:ext uri="{FF2B5EF4-FFF2-40B4-BE49-F238E27FC236}">
                    <a16:creationId xmlns:a16="http://schemas.microsoft.com/office/drawing/2014/main" id="{A574952E-799A-2A48-8602-B3EE69F79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50"/>
                <a:ext cx="1" cy="2"/>
              </a:xfrm>
              <a:custGeom>
                <a:avLst/>
                <a:gdLst>
                  <a:gd name="T0" fmla="*/ 2 w 2"/>
                  <a:gd name="T1" fmla="*/ 2 h 5"/>
                  <a:gd name="T2" fmla="*/ 0 w 2"/>
                  <a:gd name="T3" fmla="*/ 5 h 5"/>
                  <a:gd name="T4" fmla="*/ 0 w 2"/>
                  <a:gd name="T5" fmla="*/ 3 h 5"/>
                  <a:gd name="T6" fmla="*/ 0 w 2"/>
                  <a:gd name="T7" fmla="*/ 2 h 5"/>
                  <a:gd name="T8" fmla="*/ 2 w 2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2"/>
                    </a:moveTo>
                    <a:cubicBezTo>
                      <a:pt x="2" y="3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" name="Freeform 3543">
                <a:extLst>
                  <a:ext uri="{FF2B5EF4-FFF2-40B4-BE49-F238E27FC236}">
                    <a16:creationId xmlns:a16="http://schemas.microsoft.com/office/drawing/2014/main" id="{1DFA4B03-9F66-474A-9F33-683BADBE5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638"/>
                <a:ext cx="4" cy="3"/>
              </a:xfrm>
              <a:custGeom>
                <a:avLst/>
                <a:gdLst>
                  <a:gd name="T0" fmla="*/ 0 w 10"/>
                  <a:gd name="T1" fmla="*/ 2 h 6"/>
                  <a:gd name="T2" fmla="*/ 0 w 10"/>
                  <a:gd name="T3" fmla="*/ 1 h 6"/>
                  <a:gd name="T4" fmla="*/ 0 w 10"/>
                  <a:gd name="T5" fmla="*/ 0 h 6"/>
                  <a:gd name="T6" fmla="*/ 1 w 10"/>
                  <a:gd name="T7" fmla="*/ 0 h 6"/>
                  <a:gd name="T8" fmla="*/ 5 w 10"/>
                  <a:gd name="T9" fmla="*/ 0 h 6"/>
                  <a:gd name="T10" fmla="*/ 8 w 10"/>
                  <a:gd name="T11" fmla="*/ 0 h 6"/>
                  <a:gd name="T12" fmla="*/ 9 w 10"/>
                  <a:gd name="T13" fmla="*/ 3 h 6"/>
                  <a:gd name="T14" fmla="*/ 6 w 10"/>
                  <a:gd name="T15" fmla="*/ 6 h 6"/>
                  <a:gd name="T16" fmla="*/ 5 w 10"/>
                  <a:gd name="T17" fmla="*/ 6 h 6"/>
                  <a:gd name="T18" fmla="*/ 5 w 10"/>
                  <a:gd name="T19" fmla="*/ 5 h 6"/>
                  <a:gd name="T20" fmla="*/ 3 w 10"/>
                  <a:gd name="T21" fmla="*/ 4 h 6"/>
                  <a:gd name="T22" fmla="*/ 2 w 10"/>
                  <a:gd name="T23" fmla="*/ 4 h 6"/>
                  <a:gd name="T24" fmla="*/ 0 w 10"/>
                  <a:gd name="T2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1"/>
                      <a:pt x="10" y="2"/>
                      <a:pt x="9" y="3"/>
                    </a:cubicBezTo>
                    <a:cubicBezTo>
                      <a:pt x="9" y="5"/>
                      <a:pt x="7" y="5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6" name="Freeform 3544">
                <a:extLst>
                  <a:ext uri="{FF2B5EF4-FFF2-40B4-BE49-F238E27FC236}">
                    <a16:creationId xmlns:a16="http://schemas.microsoft.com/office/drawing/2014/main" id="{6DAF45A6-F5FE-DD45-8BF8-ECB79D3ED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603"/>
                <a:ext cx="3" cy="2"/>
              </a:xfrm>
              <a:custGeom>
                <a:avLst/>
                <a:gdLst>
                  <a:gd name="T0" fmla="*/ 3 w 8"/>
                  <a:gd name="T1" fmla="*/ 5 h 5"/>
                  <a:gd name="T2" fmla="*/ 1 w 8"/>
                  <a:gd name="T3" fmla="*/ 5 h 5"/>
                  <a:gd name="T4" fmla="*/ 1 w 8"/>
                  <a:gd name="T5" fmla="*/ 1 h 5"/>
                  <a:gd name="T6" fmla="*/ 4 w 8"/>
                  <a:gd name="T7" fmla="*/ 0 h 5"/>
                  <a:gd name="T8" fmla="*/ 8 w 8"/>
                  <a:gd name="T9" fmla="*/ 1 h 5"/>
                  <a:gd name="T10" fmla="*/ 5 w 8"/>
                  <a:gd name="T11" fmla="*/ 3 h 5"/>
                  <a:gd name="T12" fmla="*/ 3 w 8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2" y="5"/>
                      <a:pt x="2" y="5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8" y="0"/>
                      <a:pt x="8" y="1"/>
                    </a:cubicBezTo>
                    <a:cubicBezTo>
                      <a:pt x="7" y="2"/>
                      <a:pt x="6" y="3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" name="Freeform 3545">
                <a:extLst>
                  <a:ext uri="{FF2B5EF4-FFF2-40B4-BE49-F238E27FC236}">
                    <a16:creationId xmlns:a16="http://schemas.microsoft.com/office/drawing/2014/main" id="{A6964785-3432-584F-A2B3-FF3D5F1BF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99"/>
                <a:ext cx="2" cy="1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4 w 4"/>
                  <a:gd name="T7" fmla="*/ 3 h 4"/>
                  <a:gd name="T8" fmla="*/ 2 w 4"/>
                  <a:gd name="T9" fmla="*/ 4 h 4"/>
                  <a:gd name="T10" fmla="*/ 1 w 4"/>
                  <a:gd name="T11" fmla="*/ 3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" name="Freeform 3546">
                <a:extLst>
                  <a:ext uri="{FF2B5EF4-FFF2-40B4-BE49-F238E27FC236}">
                    <a16:creationId xmlns:a16="http://schemas.microsoft.com/office/drawing/2014/main" id="{BB35C61E-56B0-6947-AB7C-76DDAC369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604"/>
                <a:ext cx="3" cy="3"/>
              </a:xfrm>
              <a:custGeom>
                <a:avLst/>
                <a:gdLst>
                  <a:gd name="T0" fmla="*/ 4 w 7"/>
                  <a:gd name="T1" fmla="*/ 7 h 7"/>
                  <a:gd name="T2" fmla="*/ 1 w 7"/>
                  <a:gd name="T3" fmla="*/ 6 h 7"/>
                  <a:gd name="T4" fmla="*/ 0 w 7"/>
                  <a:gd name="T5" fmla="*/ 4 h 7"/>
                  <a:gd name="T6" fmla="*/ 2 w 7"/>
                  <a:gd name="T7" fmla="*/ 2 h 7"/>
                  <a:gd name="T8" fmla="*/ 4 w 7"/>
                  <a:gd name="T9" fmla="*/ 0 h 7"/>
                  <a:gd name="T10" fmla="*/ 4 w 7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2" y="3"/>
                      <a:pt x="2" y="2"/>
                    </a:cubicBezTo>
                    <a:cubicBezTo>
                      <a:pt x="3" y="1"/>
                      <a:pt x="2" y="0"/>
                      <a:pt x="4" y="0"/>
                    </a:cubicBezTo>
                    <a:cubicBezTo>
                      <a:pt x="7" y="0"/>
                      <a:pt x="7" y="6"/>
                      <a:pt x="4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" name="Freeform 3547">
                <a:extLst>
                  <a:ext uri="{FF2B5EF4-FFF2-40B4-BE49-F238E27FC236}">
                    <a16:creationId xmlns:a16="http://schemas.microsoft.com/office/drawing/2014/main" id="{D065554B-0C82-4E44-9C3F-9176FCCBC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21"/>
                <a:ext cx="4" cy="5"/>
              </a:xfrm>
              <a:custGeom>
                <a:avLst/>
                <a:gdLst>
                  <a:gd name="T0" fmla="*/ 1 w 8"/>
                  <a:gd name="T1" fmla="*/ 9 h 14"/>
                  <a:gd name="T2" fmla="*/ 2 w 8"/>
                  <a:gd name="T3" fmla="*/ 4 h 14"/>
                  <a:gd name="T4" fmla="*/ 7 w 8"/>
                  <a:gd name="T5" fmla="*/ 2 h 14"/>
                  <a:gd name="T6" fmla="*/ 8 w 8"/>
                  <a:gd name="T7" fmla="*/ 6 h 14"/>
                  <a:gd name="T8" fmla="*/ 5 w 8"/>
                  <a:gd name="T9" fmla="*/ 9 h 14"/>
                  <a:gd name="T10" fmla="*/ 3 w 8"/>
                  <a:gd name="T11" fmla="*/ 13 h 14"/>
                  <a:gd name="T12" fmla="*/ 1 w 8"/>
                  <a:gd name="T13" fmla="*/ 12 h 14"/>
                  <a:gd name="T14" fmla="*/ 1 w 8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4">
                    <a:moveTo>
                      <a:pt x="1" y="9"/>
                    </a:moveTo>
                    <a:cubicBezTo>
                      <a:pt x="1" y="7"/>
                      <a:pt x="1" y="5"/>
                      <a:pt x="2" y="4"/>
                    </a:cubicBezTo>
                    <a:cubicBezTo>
                      <a:pt x="3" y="2"/>
                      <a:pt x="6" y="0"/>
                      <a:pt x="7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8"/>
                      <a:pt x="6" y="8"/>
                      <a:pt x="5" y="9"/>
                    </a:cubicBezTo>
                    <a:cubicBezTo>
                      <a:pt x="4" y="10"/>
                      <a:pt x="4" y="12"/>
                      <a:pt x="3" y="13"/>
                    </a:cubicBezTo>
                    <a:cubicBezTo>
                      <a:pt x="2" y="14"/>
                      <a:pt x="1" y="13"/>
                      <a:pt x="1" y="12"/>
                    </a:cubicBezTo>
                    <a:cubicBezTo>
                      <a:pt x="0" y="11"/>
                      <a:pt x="1" y="10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" name="Freeform 3548">
                <a:extLst>
                  <a:ext uri="{FF2B5EF4-FFF2-40B4-BE49-F238E27FC236}">
                    <a16:creationId xmlns:a16="http://schemas.microsoft.com/office/drawing/2014/main" id="{C9B3A133-CFF6-3245-A59E-3129FD033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19"/>
                <a:ext cx="4" cy="2"/>
              </a:xfrm>
              <a:custGeom>
                <a:avLst/>
                <a:gdLst>
                  <a:gd name="T0" fmla="*/ 2 w 11"/>
                  <a:gd name="T1" fmla="*/ 5 h 5"/>
                  <a:gd name="T2" fmla="*/ 2 w 11"/>
                  <a:gd name="T3" fmla="*/ 5 h 5"/>
                  <a:gd name="T4" fmla="*/ 0 w 11"/>
                  <a:gd name="T5" fmla="*/ 2 h 5"/>
                  <a:gd name="T6" fmla="*/ 4 w 11"/>
                  <a:gd name="T7" fmla="*/ 0 h 5"/>
                  <a:gd name="T8" fmla="*/ 8 w 11"/>
                  <a:gd name="T9" fmla="*/ 1 h 5"/>
                  <a:gd name="T10" fmla="*/ 10 w 11"/>
                  <a:gd name="T11" fmla="*/ 4 h 5"/>
                  <a:gd name="T12" fmla="*/ 7 w 11"/>
                  <a:gd name="T13" fmla="*/ 5 h 5"/>
                  <a:gd name="T14" fmla="*/ 2 w 11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3" y="0"/>
                      <a:pt x="4" y="0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9" y="1"/>
                      <a:pt x="11" y="2"/>
                      <a:pt x="10" y="4"/>
                    </a:cubicBezTo>
                    <a:cubicBezTo>
                      <a:pt x="10" y="5"/>
                      <a:pt x="8" y="5"/>
                      <a:pt x="7" y="5"/>
                    </a:cubicBezTo>
                    <a:cubicBezTo>
                      <a:pt x="6" y="5"/>
                      <a:pt x="3" y="5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" name="Freeform 3549">
                <a:extLst>
                  <a:ext uri="{FF2B5EF4-FFF2-40B4-BE49-F238E27FC236}">
                    <a16:creationId xmlns:a16="http://schemas.microsoft.com/office/drawing/2014/main" id="{0C1E9647-4687-5945-AE61-8C963104A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716"/>
                <a:ext cx="2" cy="4"/>
              </a:xfrm>
              <a:custGeom>
                <a:avLst/>
                <a:gdLst>
                  <a:gd name="T0" fmla="*/ 0 w 6"/>
                  <a:gd name="T1" fmla="*/ 5 h 9"/>
                  <a:gd name="T2" fmla="*/ 1 w 6"/>
                  <a:gd name="T3" fmla="*/ 2 h 9"/>
                  <a:gd name="T4" fmla="*/ 3 w 6"/>
                  <a:gd name="T5" fmla="*/ 1 h 9"/>
                  <a:gd name="T6" fmla="*/ 4 w 6"/>
                  <a:gd name="T7" fmla="*/ 3 h 9"/>
                  <a:gd name="T8" fmla="*/ 4 w 6"/>
                  <a:gd name="T9" fmla="*/ 8 h 9"/>
                  <a:gd name="T10" fmla="*/ 0 w 6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5" y="4"/>
                      <a:pt x="6" y="7"/>
                      <a:pt x="4" y="8"/>
                    </a:cubicBezTo>
                    <a:cubicBezTo>
                      <a:pt x="1" y="9"/>
                      <a:pt x="1" y="7"/>
                      <a:pt x="0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" name="Freeform 3551">
                <a:extLst>
                  <a:ext uri="{FF2B5EF4-FFF2-40B4-BE49-F238E27FC236}">
                    <a16:creationId xmlns:a16="http://schemas.microsoft.com/office/drawing/2014/main" id="{80B49D20-8589-5B4F-917F-455192874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702"/>
                <a:ext cx="3" cy="2"/>
              </a:xfrm>
              <a:custGeom>
                <a:avLst/>
                <a:gdLst>
                  <a:gd name="T0" fmla="*/ 1 w 7"/>
                  <a:gd name="T1" fmla="*/ 4 h 5"/>
                  <a:gd name="T2" fmla="*/ 0 w 7"/>
                  <a:gd name="T3" fmla="*/ 4 h 5"/>
                  <a:gd name="T4" fmla="*/ 0 w 7"/>
                  <a:gd name="T5" fmla="*/ 3 h 5"/>
                  <a:gd name="T6" fmla="*/ 1 w 7"/>
                  <a:gd name="T7" fmla="*/ 2 h 5"/>
                  <a:gd name="T8" fmla="*/ 3 w 7"/>
                  <a:gd name="T9" fmla="*/ 0 h 5"/>
                  <a:gd name="T10" fmla="*/ 7 w 7"/>
                  <a:gd name="T11" fmla="*/ 1 h 5"/>
                  <a:gd name="T12" fmla="*/ 7 w 7"/>
                  <a:gd name="T13" fmla="*/ 4 h 5"/>
                  <a:gd name="T14" fmla="*/ 4 w 7"/>
                  <a:gd name="T15" fmla="*/ 4 h 5"/>
                  <a:gd name="T16" fmla="*/ 1 w 7"/>
                  <a:gd name="T1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3" y="1"/>
                      <a:pt x="3" y="0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4"/>
                      <a:pt x="5" y="4"/>
                      <a:pt x="4" y="4"/>
                    </a:cubicBezTo>
                    <a:cubicBezTo>
                      <a:pt x="2" y="5"/>
                      <a:pt x="2" y="5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" name="Freeform 3552">
                <a:extLst>
                  <a:ext uri="{FF2B5EF4-FFF2-40B4-BE49-F238E27FC236}">
                    <a16:creationId xmlns:a16="http://schemas.microsoft.com/office/drawing/2014/main" id="{83A9C624-297E-484C-A9AA-EC8651F1E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707"/>
                <a:ext cx="2" cy="2"/>
              </a:xfrm>
              <a:custGeom>
                <a:avLst/>
                <a:gdLst>
                  <a:gd name="T0" fmla="*/ 2 w 5"/>
                  <a:gd name="T1" fmla="*/ 1 h 5"/>
                  <a:gd name="T2" fmla="*/ 5 w 5"/>
                  <a:gd name="T3" fmla="*/ 2 h 5"/>
                  <a:gd name="T4" fmla="*/ 2 w 5"/>
                  <a:gd name="T5" fmla="*/ 5 h 5"/>
                  <a:gd name="T6" fmla="*/ 2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" name="Freeform 3555">
                <a:extLst>
                  <a:ext uri="{FF2B5EF4-FFF2-40B4-BE49-F238E27FC236}">
                    <a16:creationId xmlns:a16="http://schemas.microsoft.com/office/drawing/2014/main" id="{0B8E8556-953A-C445-B856-675C0471E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59"/>
                <a:ext cx="3" cy="2"/>
              </a:xfrm>
              <a:custGeom>
                <a:avLst/>
                <a:gdLst>
                  <a:gd name="T0" fmla="*/ 1 w 6"/>
                  <a:gd name="T1" fmla="*/ 3 h 6"/>
                  <a:gd name="T2" fmla="*/ 1 w 6"/>
                  <a:gd name="T3" fmla="*/ 1 h 6"/>
                  <a:gd name="T4" fmla="*/ 5 w 6"/>
                  <a:gd name="T5" fmla="*/ 1 h 6"/>
                  <a:gd name="T6" fmla="*/ 6 w 6"/>
                  <a:gd name="T7" fmla="*/ 4 h 6"/>
                  <a:gd name="T8" fmla="*/ 4 w 6"/>
                  <a:gd name="T9" fmla="*/ 6 h 6"/>
                  <a:gd name="T10" fmla="*/ 1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3" y="6"/>
                      <a:pt x="2" y="4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" name="Freeform 3556">
                <a:extLst>
                  <a:ext uri="{FF2B5EF4-FFF2-40B4-BE49-F238E27FC236}">
                    <a16:creationId xmlns:a16="http://schemas.microsoft.com/office/drawing/2014/main" id="{B61B8612-DD4D-AD40-AC81-A6E1FF6E6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61"/>
                <a:ext cx="3" cy="2"/>
              </a:xfrm>
              <a:custGeom>
                <a:avLst/>
                <a:gdLst>
                  <a:gd name="T0" fmla="*/ 1 w 7"/>
                  <a:gd name="T1" fmla="*/ 1 h 7"/>
                  <a:gd name="T2" fmla="*/ 4 w 7"/>
                  <a:gd name="T3" fmla="*/ 0 h 7"/>
                  <a:gd name="T4" fmla="*/ 4 w 7"/>
                  <a:gd name="T5" fmla="*/ 0 h 7"/>
                  <a:gd name="T6" fmla="*/ 6 w 7"/>
                  <a:gd name="T7" fmla="*/ 5 h 7"/>
                  <a:gd name="T8" fmla="*/ 1 w 7"/>
                  <a:gd name="T9" fmla="*/ 5 h 7"/>
                  <a:gd name="T10" fmla="*/ 1 w 7"/>
                  <a:gd name="T1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7" y="4"/>
                      <a:pt x="6" y="5"/>
                    </a:cubicBezTo>
                    <a:cubicBezTo>
                      <a:pt x="5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" name="Freeform 3557">
                <a:extLst>
                  <a:ext uri="{FF2B5EF4-FFF2-40B4-BE49-F238E27FC236}">
                    <a16:creationId xmlns:a16="http://schemas.microsoft.com/office/drawing/2014/main" id="{EB6973CD-ED92-734D-92D9-579CE8377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52"/>
                <a:ext cx="3" cy="4"/>
              </a:xfrm>
              <a:custGeom>
                <a:avLst/>
                <a:gdLst>
                  <a:gd name="T0" fmla="*/ 5 w 6"/>
                  <a:gd name="T1" fmla="*/ 5 h 12"/>
                  <a:gd name="T2" fmla="*/ 5 w 6"/>
                  <a:gd name="T3" fmla="*/ 3 h 12"/>
                  <a:gd name="T4" fmla="*/ 4 w 6"/>
                  <a:gd name="T5" fmla="*/ 0 h 12"/>
                  <a:gd name="T6" fmla="*/ 2 w 6"/>
                  <a:gd name="T7" fmla="*/ 0 h 12"/>
                  <a:gd name="T8" fmla="*/ 0 w 6"/>
                  <a:gd name="T9" fmla="*/ 2 h 12"/>
                  <a:gd name="T10" fmla="*/ 0 w 6"/>
                  <a:gd name="T11" fmla="*/ 5 h 12"/>
                  <a:gd name="T12" fmla="*/ 0 w 6"/>
                  <a:gd name="T13" fmla="*/ 9 h 12"/>
                  <a:gd name="T14" fmla="*/ 2 w 6"/>
                  <a:gd name="T15" fmla="*/ 11 h 12"/>
                  <a:gd name="T16" fmla="*/ 4 w 6"/>
                  <a:gd name="T17" fmla="*/ 12 h 12"/>
                  <a:gd name="T18" fmla="*/ 5 w 6"/>
                  <a:gd name="T19" fmla="*/ 10 h 12"/>
                  <a:gd name="T20" fmla="*/ 6 w 6"/>
                  <a:gd name="T21" fmla="*/ 7 h 12"/>
                  <a:gd name="T22" fmla="*/ 6 w 6"/>
                  <a:gd name="T23" fmla="*/ 6 h 12"/>
                  <a:gd name="T24" fmla="*/ 5 w 6"/>
                  <a:gd name="T2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2">
                    <a:moveTo>
                      <a:pt x="5" y="5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1"/>
                      <a:pt x="4" y="10"/>
                      <a:pt x="5" y="10"/>
                    </a:cubicBezTo>
                    <a:cubicBezTo>
                      <a:pt x="5" y="9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" name="Freeform 3559">
                <a:extLst>
                  <a:ext uri="{FF2B5EF4-FFF2-40B4-BE49-F238E27FC236}">
                    <a16:creationId xmlns:a16="http://schemas.microsoft.com/office/drawing/2014/main" id="{52331A6B-EE51-3F44-AEEB-D6FED91C0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5"/>
                <a:ext cx="6" cy="4"/>
              </a:xfrm>
              <a:custGeom>
                <a:avLst/>
                <a:gdLst>
                  <a:gd name="T0" fmla="*/ 4 w 13"/>
                  <a:gd name="T1" fmla="*/ 10 h 10"/>
                  <a:gd name="T2" fmla="*/ 1 w 13"/>
                  <a:gd name="T3" fmla="*/ 9 h 10"/>
                  <a:gd name="T4" fmla="*/ 0 w 13"/>
                  <a:gd name="T5" fmla="*/ 7 h 10"/>
                  <a:gd name="T6" fmla="*/ 3 w 13"/>
                  <a:gd name="T7" fmla="*/ 6 h 10"/>
                  <a:gd name="T8" fmla="*/ 8 w 13"/>
                  <a:gd name="T9" fmla="*/ 2 h 10"/>
                  <a:gd name="T10" fmla="*/ 13 w 13"/>
                  <a:gd name="T11" fmla="*/ 2 h 10"/>
                  <a:gd name="T12" fmla="*/ 13 w 13"/>
                  <a:gd name="T13" fmla="*/ 5 h 10"/>
                  <a:gd name="T14" fmla="*/ 10 w 13"/>
                  <a:gd name="T15" fmla="*/ 8 h 10"/>
                  <a:gd name="T16" fmla="*/ 7 w 13"/>
                  <a:gd name="T17" fmla="*/ 10 h 10"/>
                  <a:gd name="T18" fmla="*/ 4 w 13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0">
                    <a:moveTo>
                      <a:pt x="4" y="10"/>
                    </a:move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6"/>
                      <a:pt x="2" y="6"/>
                      <a:pt x="3" y="6"/>
                    </a:cubicBezTo>
                    <a:cubicBezTo>
                      <a:pt x="5" y="6"/>
                      <a:pt x="6" y="3"/>
                      <a:pt x="8" y="2"/>
                    </a:cubicBezTo>
                    <a:cubicBezTo>
                      <a:pt x="9" y="1"/>
                      <a:pt x="12" y="0"/>
                      <a:pt x="13" y="2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7"/>
                      <a:pt x="11" y="7"/>
                      <a:pt x="10" y="8"/>
                    </a:cubicBezTo>
                    <a:cubicBezTo>
                      <a:pt x="9" y="8"/>
                      <a:pt x="8" y="9"/>
                      <a:pt x="7" y="10"/>
                    </a:cubicBezTo>
                    <a:cubicBezTo>
                      <a:pt x="6" y="10"/>
                      <a:pt x="5" y="10"/>
                      <a:pt x="4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" name="Freeform 3561">
                <a:extLst>
                  <a:ext uri="{FF2B5EF4-FFF2-40B4-BE49-F238E27FC236}">
                    <a16:creationId xmlns:a16="http://schemas.microsoft.com/office/drawing/2014/main" id="{B6988994-4B5E-7A4E-A8AC-28E316513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45"/>
                <a:ext cx="5" cy="5"/>
              </a:xfrm>
              <a:custGeom>
                <a:avLst/>
                <a:gdLst>
                  <a:gd name="T0" fmla="*/ 0 w 12"/>
                  <a:gd name="T1" fmla="*/ 3 h 11"/>
                  <a:gd name="T2" fmla="*/ 1 w 12"/>
                  <a:gd name="T3" fmla="*/ 1 h 11"/>
                  <a:gd name="T4" fmla="*/ 2 w 12"/>
                  <a:gd name="T5" fmla="*/ 1 h 11"/>
                  <a:gd name="T6" fmla="*/ 4 w 12"/>
                  <a:gd name="T7" fmla="*/ 0 h 11"/>
                  <a:gd name="T8" fmla="*/ 7 w 12"/>
                  <a:gd name="T9" fmla="*/ 0 h 11"/>
                  <a:gd name="T10" fmla="*/ 11 w 12"/>
                  <a:gd name="T11" fmla="*/ 0 h 11"/>
                  <a:gd name="T12" fmla="*/ 12 w 12"/>
                  <a:gd name="T13" fmla="*/ 4 h 11"/>
                  <a:gd name="T14" fmla="*/ 12 w 12"/>
                  <a:gd name="T15" fmla="*/ 5 h 11"/>
                  <a:gd name="T16" fmla="*/ 11 w 12"/>
                  <a:gd name="T17" fmla="*/ 6 h 11"/>
                  <a:gd name="T18" fmla="*/ 11 w 12"/>
                  <a:gd name="T19" fmla="*/ 8 h 11"/>
                  <a:gd name="T20" fmla="*/ 8 w 12"/>
                  <a:gd name="T21" fmla="*/ 10 h 11"/>
                  <a:gd name="T22" fmla="*/ 6 w 12"/>
                  <a:gd name="T23" fmla="*/ 10 h 11"/>
                  <a:gd name="T24" fmla="*/ 1 w 12"/>
                  <a:gd name="T25" fmla="*/ 9 h 11"/>
                  <a:gd name="T26" fmla="*/ 1 w 12"/>
                  <a:gd name="T27" fmla="*/ 5 h 11"/>
                  <a:gd name="T28" fmla="*/ 0 w 12"/>
                  <a:gd name="T2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1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10" y="0"/>
                      <a:pt x="11" y="0"/>
                    </a:cubicBezTo>
                    <a:cubicBezTo>
                      <a:pt x="12" y="1"/>
                      <a:pt x="12" y="2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7" y="10"/>
                      <a:pt x="7" y="10"/>
                      <a:pt x="6" y="10"/>
                    </a:cubicBezTo>
                    <a:cubicBezTo>
                      <a:pt x="4" y="11"/>
                      <a:pt x="2" y="10"/>
                      <a:pt x="1" y="9"/>
                    </a:cubicBezTo>
                    <a:cubicBezTo>
                      <a:pt x="1" y="8"/>
                      <a:pt x="2" y="5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" name="Freeform 3562">
                <a:extLst>
                  <a:ext uri="{FF2B5EF4-FFF2-40B4-BE49-F238E27FC236}">
                    <a16:creationId xmlns:a16="http://schemas.microsoft.com/office/drawing/2014/main" id="{CD8489ED-ADFD-534C-BC7F-4244E7524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35"/>
                <a:ext cx="6" cy="3"/>
              </a:xfrm>
              <a:custGeom>
                <a:avLst/>
                <a:gdLst>
                  <a:gd name="T0" fmla="*/ 1 w 15"/>
                  <a:gd name="T1" fmla="*/ 7 h 8"/>
                  <a:gd name="T2" fmla="*/ 0 w 15"/>
                  <a:gd name="T3" fmla="*/ 6 h 8"/>
                  <a:gd name="T4" fmla="*/ 1 w 15"/>
                  <a:gd name="T5" fmla="*/ 4 h 8"/>
                  <a:gd name="T6" fmla="*/ 3 w 15"/>
                  <a:gd name="T7" fmla="*/ 2 h 8"/>
                  <a:gd name="T8" fmla="*/ 6 w 15"/>
                  <a:gd name="T9" fmla="*/ 1 h 8"/>
                  <a:gd name="T10" fmla="*/ 13 w 15"/>
                  <a:gd name="T11" fmla="*/ 1 h 8"/>
                  <a:gd name="T12" fmla="*/ 13 w 15"/>
                  <a:gd name="T13" fmla="*/ 6 h 8"/>
                  <a:gd name="T14" fmla="*/ 10 w 15"/>
                  <a:gd name="T15" fmla="*/ 7 h 8"/>
                  <a:gd name="T16" fmla="*/ 6 w 15"/>
                  <a:gd name="T17" fmla="*/ 7 h 8"/>
                  <a:gd name="T18" fmla="*/ 1 w 15"/>
                  <a:gd name="T1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8">
                    <a:moveTo>
                      <a:pt x="1" y="7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3"/>
                      <a:pt x="3" y="4"/>
                      <a:pt x="3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4" y="2"/>
                      <a:pt x="15" y="5"/>
                      <a:pt x="13" y="6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4" y="8"/>
                      <a:pt x="3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" name="Freeform 3563">
                <a:extLst>
                  <a:ext uri="{FF2B5EF4-FFF2-40B4-BE49-F238E27FC236}">
                    <a16:creationId xmlns:a16="http://schemas.microsoft.com/office/drawing/2014/main" id="{9946E79B-EF5E-A84C-82C0-DA3872F2C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29"/>
                <a:ext cx="4" cy="3"/>
              </a:xfrm>
              <a:custGeom>
                <a:avLst/>
                <a:gdLst>
                  <a:gd name="T0" fmla="*/ 0 w 9"/>
                  <a:gd name="T1" fmla="*/ 3 h 9"/>
                  <a:gd name="T2" fmla="*/ 3 w 9"/>
                  <a:gd name="T3" fmla="*/ 1 h 9"/>
                  <a:gd name="T4" fmla="*/ 6 w 9"/>
                  <a:gd name="T5" fmla="*/ 0 h 9"/>
                  <a:gd name="T6" fmla="*/ 8 w 9"/>
                  <a:gd name="T7" fmla="*/ 3 h 9"/>
                  <a:gd name="T8" fmla="*/ 8 w 9"/>
                  <a:gd name="T9" fmla="*/ 8 h 9"/>
                  <a:gd name="T10" fmla="*/ 2 w 9"/>
                  <a:gd name="T11" fmla="*/ 8 h 9"/>
                  <a:gd name="T12" fmla="*/ 1 w 9"/>
                  <a:gd name="T13" fmla="*/ 6 h 9"/>
                  <a:gd name="T14" fmla="*/ 0 w 9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9" y="4"/>
                      <a:pt x="9" y="7"/>
                      <a:pt x="8" y="8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" name="Freeform 3564">
                <a:extLst>
                  <a:ext uri="{FF2B5EF4-FFF2-40B4-BE49-F238E27FC236}">
                    <a16:creationId xmlns:a16="http://schemas.microsoft.com/office/drawing/2014/main" id="{C3238C89-814C-A345-9A89-4E060E701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634"/>
                <a:ext cx="4" cy="4"/>
              </a:xfrm>
              <a:custGeom>
                <a:avLst/>
                <a:gdLst>
                  <a:gd name="T0" fmla="*/ 1 w 9"/>
                  <a:gd name="T1" fmla="*/ 7 h 10"/>
                  <a:gd name="T2" fmla="*/ 3 w 9"/>
                  <a:gd name="T3" fmla="*/ 4 h 10"/>
                  <a:gd name="T4" fmla="*/ 3 w 9"/>
                  <a:gd name="T5" fmla="*/ 2 h 10"/>
                  <a:gd name="T6" fmla="*/ 7 w 9"/>
                  <a:gd name="T7" fmla="*/ 0 h 10"/>
                  <a:gd name="T8" fmla="*/ 8 w 9"/>
                  <a:gd name="T9" fmla="*/ 2 h 10"/>
                  <a:gd name="T10" fmla="*/ 5 w 9"/>
                  <a:gd name="T11" fmla="*/ 7 h 10"/>
                  <a:gd name="T12" fmla="*/ 4 w 9"/>
                  <a:gd name="T13" fmla="*/ 9 h 10"/>
                  <a:gd name="T14" fmla="*/ 2 w 9"/>
                  <a:gd name="T15" fmla="*/ 9 h 10"/>
                  <a:gd name="T16" fmla="*/ 1 w 9"/>
                  <a:gd name="T1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1" y="6"/>
                      <a:pt x="2" y="5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9" y="4"/>
                      <a:pt x="6" y="5"/>
                      <a:pt x="5" y="7"/>
                    </a:cubicBezTo>
                    <a:cubicBezTo>
                      <a:pt x="5" y="8"/>
                      <a:pt x="5" y="8"/>
                      <a:pt x="4" y="9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9"/>
                      <a:pt x="0" y="8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" name="Freeform 3565">
                <a:extLst>
                  <a:ext uri="{FF2B5EF4-FFF2-40B4-BE49-F238E27FC236}">
                    <a16:creationId xmlns:a16="http://schemas.microsoft.com/office/drawing/2014/main" id="{20A308E5-14F6-1749-83CE-13AEEA031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626"/>
                <a:ext cx="4" cy="3"/>
              </a:xfrm>
              <a:custGeom>
                <a:avLst/>
                <a:gdLst>
                  <a:gd name="T0" fmla="*/ 3 w 9"/>
                  <a:gd name="T1" fmla="*/ 1 h 7"/>
                  <a:gd name="T2" fmla="*/ 7 w 9"/>
                  <a:gd name="T3" fmla="*/ 1 h 7"/>
                  <a:gd name="T4" fmla="*/ 6 w 9"/>
                  <a:gd name="T5" fmla="*/ 6 h 7"/>
                  <a:gd name="T6" fmla="*/ 1 w 9"/>
                  <a:gd name="T7" fmla="*/ 4 h 7"/>
                  <a:gd name="T8" fmla="*/ 3 w 9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4" y="0"/>
                      <a:pt x="6" y="0"/>
                      <a:pt x="7" y="1"/>
                    </a:cubicBezTo>
                    <a:cubicBezTo>
                      <a:pt x="9" y="2"/>
                      <a:pt x="7" y="5"/>
                      <a:pt x="6" y="6"/>
                    </a:cubicBezTo>
                    <a:cubicBezTo>
                      <a:pt x="4" y="7"/>
                      <a:pt x="1" y="7"/>
                      <a:pt x="1" y="4"/>
                    </a:cubicBezTo>
                    <a:cubicBezTo>
                      <a:pt x="0" y="3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" name="Freeform 3567">
                <a:extLst>
                  <a:ext uri="{FF2B5EF4-FFF2-40B4-BE49-F238E27FC236}">
                    <a16:creationId xmlns:a16="http://schemas.microsoft.com/office/drawing/2014/main" id="{87950F71-B122-3247-B22C-532C899BF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19"/>
                <a:ext cx="5" cy="4"/>
              </a:xfrm>
              <a:custGeom>
                <a:avLst/>
                <a:gdLst>
                  <a:gd name="T0" fmla="*/ 4 w 12"/>
                  <a:gd name="T1" fmla="*/ 8 h 9"/>
                  <a:gd name="T2" fmla="*/ 4 w 12"/>
                  <a:gd name="T3" fmla="*/ 8 h 9"/>
                  <a:gd name="T4" fmla="*/ 3 w 12"/>
                  <a:gd name="T5" fmla="*/ 8 h 9"/>
                  <a:gd name="T6" fmla="*/ 0 w 12"/>
                  <a:gd name="T7" fmla="*/ 7 h 9"/>
                  <a:gd name="T8" fmla="*/ 0 w 12"/>
                  <a:gd name="T9" fmla="*/ 5 h 9"/>
                  <a:gd name="T10" fmla="*/ 4 w 12"/>
                  <a:gd name="T11" fmla="*/ 4 h 9"/>
                  <a:gd name="T12" fmla="*/ 5 w 12"/>
                  <a:gd name="T13" fmla="*/ 2 h 9"/>
                  <a:gd name="T14" fmla="*/ 7 w 12"/>
                  <a:gd name="T15" fmla="*/ 1 h 9"/>
                  <a:gd name="T16" fmla="*/ 11 w 12"/>
                  <a:gd name="T17" fmla="*/ 3 h 9"/>
                  <a:gd name="T18" fmla="*/ 10 w 12"/>
                  <a:gd name="T19" fmla="*/ 8 h 9"/>
                  <a:gd name="T20" fmla="*/ 7 w 12"/>
                  <a:gd name="T21" fmla="*/ 9 h 9"/>
                  <a:gd name="T22" fmla="*/ 4 w 12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2" y="8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4"/>
                      <a:pt x="3" y="5"/>
                      <a:pt x="4" y="4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9" y="0"/>
                      <a:pt x="11" y="2"/>
                      <a:pt x="11" y="3"/>
                    </a:cubicBezTo>
                    <a:cubicBezTo>
                      <a:pt x="11" y="5"/>
                      <a:pt x="12" y="7"/>
                      <a:pt x="10" y="8"/>
                    </a:cubicBezTo>
                    <a:cubicBezTo>
                      <a:pt x="9" y="8"/>
                      <a:pt x="8" y="9"/>
                      <a:pt x="7" y="9"/>
                    </a:cubicBezTo>
                    <a:cubicBezTo>
                      <a:pt x="6" y="9"/>
                      <a:pt x="5" y="8"/>
                      <a:pt x="4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" name="Freeform 3568">
                <a:extLst>
                  <a:ext uri="{FF2B5EF4-FFF2-40B4-BE49-F238E27FC236}">
                    <a16:creationId xmlns:a16="http://schemas.microsoft.com/office/drawing/2014/main" id="{253B1648-2A9E-5B47-BB1B-3E6F7F2DF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86"/>
                <a:ext cx="5" cy="8"/>
              </a:xfrm>
              <a:custGeom>
                <a:avLst/>
                <a:gdLst>
                  <a:gd name="T0" fmla="*/ 12 w 13"/>
                  <a:gd name="T1" fmla="*/ 13 h 18"/>
                  <a:gd name="T2" fmla="*/ 11 w 13"/>
                  <a:gd name="T3" fmla="*/ 12 h 18"/>
                  <a:gd name="T4" fmla="*/ 10 w 13"/>
                  <a:gd name="T5" fmla="*/ 11 h 18"/>
                  <a:gd name="T6" fmla="*/ 9 w 13"/>
                  <a:gd name="T7" fmla="*/ 10 h 18"/>
                  <a:gd name="T8" fmla="*/ 9 w 13"/>
                  <a:gd name="T9" fmla="*/ 9 h 18"/>
                  <a:gd name="T10" fmla="*/ 9 w 13"/>
                  <a:gd name="T11" fmla="*/ 6 h 18"/>
                  <a:gd name="T12" fmla="*/ 9 w 13"/>
                  <a:gd name="T13" fmla="*/ 1 h 18"/>
                  <a:gd name="T14" fmla="*/ 7 w 13"/>
                  <a:gd name="T15" fmla="*/ 0 h 18"/>
                  <a:gd name="T16" fmla="*/ 3 w 13"/>
                  <a:gd name="T17" fmla="*/ 2 h 18"/>
                  <a:gd name="T18" fmla="*/ 3 w 13"/>
                  <a:gd name="T19" fmla="*/ 4 h 18"/>
                  <a:gd name="T20" fmla="*/ 2 w 13"/>
                  <a:gd name="T21" fmla="*/ 6 h 18"/>
                  <a:gd name="T22" fmla="*/ 2 w 13"/>
                  <a:gd name="T23" fmla="*/ 10 h 18"/>
                  <a:gd name="T24" fmla="*/ 7 w 13"/>
                  <a:gd name="T25" fmla="*/ 13 h 18"/>
                  <a:gd name="T26" fmla="*/ 8 w 13"/>
                  <a:gd name="T27" fmla="*/ 15 h 18"/>
                  <a:gd name="T28" fmla="*/ 9 w 13"/>
                  <a:gd name="T29" fmla="*/ 17 h 18"/>
                  <a:gd name="T30" fmla="*/ 12 w 13"/>
                  <a:gd name="T31" fmla="*/ 18 h 18"/>
                  <a:gd name="T32" fmla="*/ 12 w 13"/>
                  <a:gd name="T33" fmla="*/ 15 h 18"/>
                  <a:gd name="T34" fmla="*/ 12 w 13"/>
                  <a:gd name="T3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8">
                    <a:moveTo>
                      <a:pt x="12" y="13"/>
                    </a:moveTo>
                    <a:cubicBezTo>
                      <a:pt x="11" y="13"/>
                      <a:pt x="11" y="12"/>
                      <a:pt x="11" y="12"/>
                    </a:cubicBezTo>
                    <a:cubicBezTo>
                      <a:pt x="11" y="12"/>
                      <a:pt x="11" y="11"/>
                      <a:pt x="10" y="11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4"/>
                      <a:pt x="9" y="3"/>
                      <a:pt x="9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1" y="7"/>
                      <a:pt x="0" y="9"/>
                      <a:pt x="2" y="10"/>
                    </a:cubicBezTo>
                    <a:cubicBezTo>
                      <a:pt x="3" y="11"/>
                      <a:pt x="5" y="12"/>
                      <a:pt x="7" y="13"/>
                    </a:cubicBezTo>
                    <a:cubicBezTo>
                      <a:pt x="7" y="13"/>
                      <a:pt x="8" y="14"/>
                      <a:pt x="8" y="15"/>
                    </a:cubicBezTo>
                    <a:cubicBezTo>
                      <a:pt x="8" y="16"/>
                      <a:pt x="8" y="16"/>
                      <a:pt x="9" y="17"/>
                    </a:cubicBezTo>
                    <a:cubicBezTo>
                      <a:pt x="9" y="18"/>
                      <a:pt x="11" y="18"/>
                      <a:pt x="12" y="18"/>
                    </a:cubicBezTo>
                    <a:cubicBezTo>
                      <a:pt x="13" y="17"/>
                      <a:pt x="12" y="16"/>
                      <a:pt x="12" y="15"/>
                    </a:cubicBezTo>
                    <a:cubicBezTo>
                      <a:pt x="12" y="14"/>
                      <a:pt x="12" y="14"/>
                      <a:pt x="12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" name="Freeform 3569">
                <a:extLst>
                  <a:ext uri="{FF2B5EF4-FFF2-40B4-BE49-F238E27FC236}">
                    <a16:creationId xmlns:a16="http://schemas.microsoft.com/office/drawing/2014/main" id="{433B987F-255C-884B-A872-A6B783A1E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600"/>
                <a:ext cx="10" cy="6"/>
              </a:xfrm>
              <a:custGeom>
                <a:avLst/>
                <a:gdLst>
                  <a:gd name="T0" fmla="*/ 7 w 24"/>
                  <a:gd name="T1" fmla="*/ 14 h 15"/>
                  <a:gd name="T2" fmla="*/ 6 w 24"/>
                  <a:gd name="T3" fmla="*/ 14 h 15"/>
                  <a:gd name="T4" fmla="*/ 2 w 24"/>
                  <a:gd name="T5" fmla="*/ 15 h 15"/>
                  <a:gd name="T6" fmla="*/ 0 w 24"/>
                  <a:gd name="T7" fmla="*/ 10 h 15"/>
                  <a:gd name="T8" fmla="*/ 3 w 24"/>
                  <a:gd name="T9" fmla="*/ 5 h 15"/>
                  <a:gd name="T10" fmla="*/ 7 w 24"/>
                  <a:gd name="T11" fmla="*/ 5 h 15"/>
                  <a:gd name="T12" fmla="*/ 12 w 24"/>
                  <a:gd name="T13" fmla="*/ 5 h 15"/>
                  <a:gd name="T14" fmla="*/ 14 w 24"/>
                  <a:gd name="T15" fmla="*/ 4 h 15"/>
                  <a:gd name="T16" fmla="*/ 16 w 24"/>
                  <a:gd name="T17" fmla="*/ 2 h 15"/>
                  <a:gd name="T18" fmla="*/ 20 w 24"/>
                  <a:gd name="T19" fmla="*/ 0 h 15"/>
                  <a:gd name="T20" fmla="*/ 24 w 24"/>
                  <a:gd name="T21" fmla="*/ 1 h 15"/>
                  <a:gd name="T22" fmla="*/ 23 w 24"/>
                  <a:gd name="T23" fmla="*/ 4 h 15"/>
                  <a:gd name="T24" fmla="*/ 21 w 24"/>
                  <a:gd name="T25" fmla="*/ 6 h 15"/>
                  <a:gd name="T26" fmla="*/ 20 w 24"/>
                  <a:gd name="T27" fmla="*/ 8 h 15"/>
                  <a:gd name="T28" fmla="*/ 19 w 24"/>
                  <a:gd name="T29" fmla="*/ 12 h 15"/>
                  <a:gd name="T30" fmla="*/ 13 w 24"/>
                  <a:gd name="T31" fmla="*/ 14 h 15"/>
                  <a:gd name="T32" fmla="*/ 7 w 24"/>
                  <a:gd name="T3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7" y="14"/>
                    </a:move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4" y="15"/>
                      <a:pt x="2" y="15"/>
                    </a:cubicBezTo>
                    <a:cubicBezTo>
                      <a:pt x="0" y="14"/>
                      <a:pt x="0" y="12"/>
                      <a:pt x="0" y="10"/>
                    </a:cubicBezTo>
                    <a:cubicBezTo>
                      <a:pt x="1" y="8"/>
                      <a:pt x="1" y="6"/>
                      <a:pt x="3" y="5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9" y="5"/>
                      <a:pt x="10" y="5"/>
                      <a:pt x="12" y="5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5" y="3"/>
                      <a:pt x="15" y="3"/>
                      <a:pt x="16" y="2"/>
                    </a:cubicBezTo>
                    <a:cubicBezTo>
                      <a:pt x="17" y="1"/>
                      <a:pt x="19" y="1"/>
                      <a:pt x="20" y="0"/>
                    </a:cubicBezTo>
                    <a:cubicBezTo>
                      <a:pt x="22" y="0"/>
                      <a:pt x="24" y="0"/>
                      <a:pt x="24" y="1"/>
                    </a:cubicBezTo>
                    <a:cubicBezTo>
                      <a:pt x="24" y="2"/>
                      <a:pt x="24" y="3"/>
                      <a:pt x="23" y="4"/>
                    </a:cubicBezTo>
                    <a:cubicBezTo>
                      <a:pt x="23" y="5"/>
                      <a:pt x="22" y="5"/>
                      <a:pt x="21" y="6"/>
                    </a:cubicBezTo>
                    <a:cubicBezTo>
                      <a:pt x="21" y="6"/>
                      <a:pt x="20" y="7"/>
                      <a:pt x="20" y="8"/>
                    </a:cubicBezTo>
                    <a:cubicBezTo>
                      <a:pt x="20" y="9"/>
                      <a:pt x="20" y="10"/>
                      <a:pt x="19" y="12"/>
                    </a:cubicBezTo>
                    <a:cubicBezTo>
                      <a:pt x="18" y="14"/>
                      <a:pt x="15" y="14"/>
                      <a:pt x="13" y="14"/>
                    </a:cubicBezTo>
                    <a:cubicBezTo>
                      <a:pt x="11" y="14"/>
                      <a:pt x="9" y="14"/>
                      <a:pt x="7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" name="Freeform 3570">
                <a:extLst>
                  <a:ext uri="{FF2B5EF4-FFF2-40B4-BE49-F238E27FC236}">
                    <a16:creationId xmlns:a16="http://schemas.microsoft.com/office/drawing/2014/main" id="{68F078F9-DAC7-0E4C-A5A9-1E51832CE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632"/>
                <a:ext cx="5" cy="3"/>
              </a:xfrm>
              <a:custGeom>
                <a:avLst/>
                <a:gdLst>
                  <a:gd name="T0" fmla="*/ 0 w 11"/>
                  <a:gd name="T1" fmla="*/ 3 h 6"/>
                  <a:gd name="T2" fmla="*/ 1 w 11"/>
                  <a:gd name="T3" fmla="*/ 0 h 6"/>
                  <a:gd name="T4" fmla="*/ 4 w 11"/>
                  <a:gd name="T5" fmla="*/ 1 h 6"/>
                  <a:gd name="T6" fmla="*/ 8 w 11"/>
                  <a:gd name="T7" fmla="*/ 1 h 6"/>
                  <a:gd name="T8" fmla="*/ 10 w 11"/>
                  <a:gd name="T9" fmla="*/ 2 h 6"/>
                  <a:gd name="T10" fmla="*/ 9 w 11"/>
                  <a:gd name="T11" fmla="*/ 6 h 6"/>
                  <a:gd name="T12" fmla="*/ 3 w 11"/>
                  <a:gd name="T13" fmla="*/ 6 h 6"/>
                  <a:gd name="T14" fmla="*/ 0 w 11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1"/>
                      <a:pt x="6" y="1"/>
                      <a:pt x="8" y="1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3"/>
                      <a:pt x="11" y="5"/>
                      <a:pt x="9" y="6"/>
                    </a:cubicBezTo>
                    <a:cubicBezTo>
                      <a:pt x="7" y="6"/>
                      <a:pt x="5" y="6"/>
                      <a:pt x="3" y="6"/>
                    </a:cubicBezTo>
                    <a:cubicBezTo>
                      <a:pt x="2" y="6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" name="Freeform 3575">
                <a:extLst>
                  <a:ext uri="{FF2B5EF4-FFF2-40B4-BE49-F238E27FC236}">
                    <a16:creationId xmlns:a16="http://schemas.microsoft.com/office/drawing/2014/main" id="{193ADEFF-86B7-9F41-91A8-4DA66C157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745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" name="Freeform 3576">
                <a:extLst>
                  <a:ext uri="{FF2B5EF4-FFF2-40B4-BE49-F238E27FC236}">
                    <a16:creationId xmlns:a16="http://schemas.microsoft.com/office/drawing/2014/main" id="{53F08C12-AD6E-C94B-A166-76757E290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482"/>
                <a:ext cx="5" cy="6"/>
              </a:xfrm>
              <a:custGeom>
                <a:avLst/>
                <a:gdLst>
                  <a:gd name="T0" fmla="*/ 5 w 14"/>
                  <a:gd name="T1" fmla="*/ 11 h 13"/>
                  <a:gd name="T2" fmla="*/ 7 w 14"/>
                  <a:gd name="T3" fmla="*/ 9 h 13"/>
                  <a:gd name="T4" fmla="*/ 9 w 14"/>
                  <a:gd name="T5" fmla="*/ 9 h 13"/>
                  <a:gd name="T6" fmla="*/ 11 w 14"/>
                  <a:gd name="T7" fmla="*/ 7 h 13"/>
                  <a:gd name="T8" fmla="*/ 11 w 14"/>
                  <a:gd name="T9" fmla="*/ 7 h 13"/>
                  <a:gd name="T10" fmla="*/ 13 w 14"/>
                  <a:gd name="T11" fmla="*/ 3 h 13"/>
                  <a:gd name="T12" fmla="*/ 14 w 14"/>
                  <a:gd name="T13" fmla="*/ 1 h 13"/>
                  <a:gd name="T14" fmla="*/ 12 w 14"/>
                  <a:gd name="T15" fmla="*/ 0 h 13"/>
                  <a:gd name="T16" fmla="*/ 9 w 14"/>
                  <a:gd name="T17" fmla="*/ 1 h 13"/>
                  <a:gd name="T18" fmla="*/ 7 w 14"/>
                  <a:gd name="T19" fmla="*/ 4 h 13"/>
                  <a:gd name="T20" fmla="*/ 7 w 14"/>
                  <a:gd name="T21" fmla="*/ 4 h 13"/>
                  <a:gd name="T22" fmla="*/ 5 w 14"/>
                  <a:gd name="T23" fmla="*/ 5 h 13"/>
                  <a:gd name="T24" fmla="*/ 3 w 14"/>
                  <a:gd name="T25" fmla="*/ 7 h 13"/>
                  <a:gd name="T26" fmla="*/ 2 w 14"/>
                  <a:gd name="T27" fmla="*/ 9 h 13"/>
                  <a:gd name="T28" fmla="*/ 1 w 14"/>
                  <a:gd name="T29" fmla="*/ 10 h 13"/>
                  <a:gd name="T30" fmla="*/ 1 w 14"/>
                  <a:gd name="T31" fmla="*/ 13 h 13"/>
                  <a:gd name="T32" fmla="*/ 2 w 14"/>
                  <a:gd name="T33" fmla="*/ 13 h 13"/>
                  <a:gd name="T34" fmla="*/ 3 w 14"/>
                  <a:gd name="T35" fmla="*/ 13 h 13"/>
                  <a:gd name="T36" fmla="*/ 5 w 14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3">
                    <a:moveTo>
                      <a:pt x="5" y="11"/>
                    </a:moveTo>
                    <a:cubicBezTo>
                      <a:pt x="5" y="10"/>
                      <a:pt x="6" y="10"/>
                      <a:pt x="7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10" y="8"/>
                      <a:pt x="10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3" y="3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  <a:cubicBezTo>
                      <a:pt x="9" y="2"/>
                      <a:pt x="8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5" y="5"/>
                      <a:pt x="5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3" y="7"/>
                      <a:pt x="3" y="8"/>
                      <a:pt x="2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11"/>
                      <a:pt x="0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1"/>
                      <a:pt x="5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" name="Freeform 3577">
                <a:extLst>
                  <a:ext uri="{FF2B5EF4-FFF2-40B4-BE49-F238E27FC236}">
                    <a16:creationId xmlns:a16="http://schemas.microsoft.com/office/drawing/2014/main" id="{6271111A-C499-834F-95F6-A4A37C1A0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89"/>
                <a:ext cx="5" cy="4"/>
              </a:xfrm>
              <a:custGeom>
                <a:avLst/>
                <a:gdLst>
                  <a:gd name="T0" fmla="*/ 7 w 13"/>
                  <a:gd name="T1" fmla="*/ 7 h 10"/>
                  <a:gd name="T2" fmla="*/ 4 w 13"/>
                  <a:gd name="T3" fmla="*/ 8 h 10"/>
                  <a:gd name="T4" fmla="*/ 3 w 13"/>
                  <a:gd name="T5" fmla="*/ 9 h 10"/>
                  <a:gd name="T6" fmla="*/ 3 w 13"/>
                  <a:gd name="T7" fmla="*/ 10 h 10"/>
                  <a:gd name="T8" fmla="*/ 1 w 13"/>
                  <a:gd name="T9" fmla="*/ 9 h 10"/>
                  <a:gd name="T10" fmla="*/ 1 w 13"/>
                  <a:gd name="T11" fmla="*/ 7 h 10"/>
                  <a:gd name="T12" fmla="*/ 1 w 13"/>
                  <a:gd name="T13" fmla="*/ 7 h 10"/>
                  <a:gd name="T14" fmla="*/ 2 w 13"/>
                  <a:gd name="T15" fmla="*/ 6 h 10"/>
                  <a:gd name="T16" fmla="*/ 2 w 13"/>
                  <a:gd name="T17" fmla="*/ 6 h 10"/>
                  <a:gd name="T18" fmla="*/ 3 w 13"/>
                  <a:gd name="T19" fmla="*/ 5 h 10"/>
                  <a:gd name="T20" fmla="*/ 5 w 13"/>
                  <a:gd name="T21" fmla="*/ 4 h 10"/>
                  <a:gd name="T22" fmla="*/ 6 w 13"/>
                  <a:gd name="T23" fmla="*/ 3 h 10"/>
                  <a:gd name="T24" fmla="*/ 9 w 13"/>
                  <a:gd name="T25" fmla="*/ 1 h 10"/>
                  <a:gd name="T26" fmla="*/ 11 w 13"/>
                  <a:gd name="T27" fmla="*/ 0 h 10"/>
                  <a:gd name="T28" fmla="*/ 12 w 13"/>
                  <a:gd name="T29" fmla="*/ 0 h 10"/>
                  <a:gd name="T30" fmla="*/ 13 w 13"/>
                  <a:gd name="T31" fmla="*/ 1 h 10"/>
                  <a:gd name="T32" fmla="*/ 13 w 13"/>
                  <a:gd name="T33" fmla="*/ 3 h 10"/>
                  <a:gd name="T34" fmla="*/ 11 w 13"/>
                  <a:gd name="T35" fmla="*/ 4 h 10"/>
                  <a:gd name="T36" fmla="*/ 11 w 13"/>
                  <a:gd name="T37" fmla="*/ 4 h 10"/>
                  <a:gd name="T38" fmla="*/ 10 w 13"/>
                  <a:gd name="T39" fmla="*/ 4 h 10"/>
                  <a:gd name="T40" fmla="*/ 10 w 13"/>
                  <a:gd name="T41" fmla="*/ 5 h 10"/>
                  <a:gd name="T42" fmla="*/ 9 w 13"/>
                  <a:gd name="T43" fmla="*/ 6 h 10"/>
                  <a:gd name="T44" fmla="*/ 8 w 13"/>
                  <a:gd name="T45" fmla="*/ 6 h 10"/>
                  <a:gd name="T46" fmla="*/ 7 w 13"/>
                  <a:gd name="T4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10">
                    <a:moveTo>
                      <a:pt x="7" y="7"/>
                    </a:moveTo>
                    <a:cubicBezTo>
                      <a:pt x="6" y="7"/>
                      <a:pt x="5" y="7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3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6"/>
                      <a:pt x="7" y="7"/>
                      <a:pt x="7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" name="Freeform 3579">
                <a:extLst>
                  <a:ext uri="{FF2B5EF4-FFF2-40B4-BE49-F238E27FC236}">
                    <a16:creationId xmlns:a16="http://schemas.microsoft.com/office/drawing/2014/main" id="{31A5E2E0-04EB-7243-9887-D0AD32DCE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86"/>
                <a:ext cx="2" cy="4"/>
              </a:xfrm>
              <a:custGeom>
                <a:avLst/>
                <a:gdLst>
                  <a:gd name="T0" fmla="*/ 2 w 4"/>
                  <a:gd name="T1" fmla="*/ 9 h 9"/>
                  <a:gd name="T2" fmla="*/ 4 w 4"/>
                  <a:gd name="T3" fmla="*/ 6 h 9"/>
                  <a:gd name="T4" fmla="*/ 3 w 4"/>
                  <a:gd name="T5" fmla="*/ 3 h 9"/>
                  <a:gd name="T6" fmla="*/ 3 w 4"/>
                  <a:gd name="T7" fmla="*/ 1 h 9"/>
                  <a:gd name="T8" fmla="*/ 2 w 4"/>
                  <a:gd name="T9" fmla="*/ 0 h 9"/>
                  <a:gd name="T10" fmla="*/ 1 w 4"/>
                  <a:gd name="T11" fmla="*/ 1 h 9"/>
                  <a:gd name="T12" fmla="*/ 0 w 4"/>
                  <a:gd name="T13" fmla="*/ 1 h 9"/>
                  <a:gd name="T14" fmla="*/ 0 w 4"/>
                  <a:gd name="T15" fmla="*/ 2 h 9"/>
                  <a:gd name="T16" fmla="*/ 0 w 4"/>
                  <a:gd name="T17" fmla="*/ 4 h 9"/>
                  <a:gd name="T18" fmla="*/ 0 w 4"/>
                  <a:gd name="T19" fmla="*/ 5 h 9"/>
                  <a:gd name="T20" fmla="*/ 1 w 4"/>
                  <a:gd name="T21" fmla="*/ 7 h 9"/>
                  <a:gd name="T22" fmla="*/ 2 w 4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4" y="9"/>
                      <a:pt x="4" y="7"/>
                      <a:pt x="4" y="6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0" y="6"/>
                      <a:pt x="1" y="7"/>
                    </a:cubicBezTo>
                    <a:cubicBezTo>
                      <a:pt x="1" y="7"/>
                      <a:pt x="2" y="8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" name="Freeform 3580">
                <a:extLst>
                  <a:ext uri="{FF2B5EF4-FFF2-40B4-BE49-F238E27FC236}">
                    <a16:creationId xmlns:a16="http://schemas.microsoft.com/office/drawing/2014/main" id="{8C1A0CDE-B1C5-EA42-8CD2-7B870532A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78"/>
                <a:ext cx="6" cy="7"/>
              </a:xfrm>
              <a:custGeom>
                <a:avLst/>
                <a:gdLst>
                  <a:gd name="T0" fmla="*/ 10 w 13"/>
                  <a:gd name="T1" fmla="*/ 9 h 17"/>
                  <a:gd name="T2" fmla="*/ 7 w 13"/>
                  <a:gd name="T3" fmla="*/ 6 h 17"/>
                  <a:gd name="T4" fmla="*/ 3 w 13"/>
                  <a:gd name="T5" fmla="*/ 5 h 17"/>
                  <a:gd name="T6" fmla="*/ 0 w 13"/>
                  <a:gd name="T7" fmla="*/ 5 h 17"/>
                  <a:gd name="T8" fmla="*/ 1 w 13"/>
                  <a:gd name="T9" fmla="*/ 2 h 17"/>
                  <a:gd name="T10" fmla="*/ 4 w 13"/>
                  <a:gd name="T11" fmla="*/ 0 h 17"/>
                  <a:gd name="T12" fmla="*/ 7 w 13"/>
                  <a:gd name="T13" fmla="*/ 0 h 17"/>
                  <a:gd name="T14" fmla="*/ 9 w 13"/>
                  <a:gd name="T15" fmla="*/ 0 h 17"/>
                  <a:gd name="T16" fmla="*/ 12 w 13"/>
                  <a:gd name="T17" fmla="*/ 2 h 17"/>
                  <a:gd name="T18" fmla="*/ 12 w 13"/>
                  <a:gd name="T19" fmla="*/ 6 h 17"/>
                  <a:gd name="T20" fmla="*/ 13 w 13"/>
                  <a:gd name="T21" fmla="*/ 8 h 17"/>
                  <a:gd name="T22" fmla="*/ 13 w 13"/>
                  <a:gd name="T23" fmla="*/ 11 h 17"/>
                  <a:gd name="T24" fmla="*/ 13 w 13"/>
                  <a:gd name="T25" fmla="*/ 15 h 17"/>
                  <a:gd name="T26" fmla="*/ 12 w 13"/>
                  <a:gd name="T27" fmla="*/ 17 h 17"/>
                  <a:gd name="T28" fmla="*/ 11 w 13"/>
                  <a:gd name="T29" fmla="*/ 16 h 17"/>
                  <a:gd name="T30" fmla="*/ 10 w 13"/>
                  <a:gd name="T31" fmla="*/ 13 h 17"/>
                  <a:gd name="T32" fmla="*/ 10 w 13"/>
                  <a:gd name="T3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7">
                    <a:moveTo>
                      <a:pt x="10" y="9"/>
                    </a:moveTo>
                    <a:cubicBezTo>
                      <a:pt x="9" y="7"/>
                      <a:pt x="8" y="7"/>
                      <a:pt x="7" y="6"/>
                    </a:cubicBezTo>
                    <a:cubicBezTo>
                      <a:pt x="6" y="6"/>
                      <a:pt x="4" y="5"/>
                      <a:pt x="3" y="5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2" y="1"/>
                      <a:pt x="12" y="2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12"/>
                      <a:pt x="13" y="13"/>
                      <a:pt x="13" y="15"/>
                    </a:cubicBezTo>
                    <a:cubicBezTo>
                      <a:pt x="13" y="15"/>
                      <a:pt x="13" y="17"/>
                      <a:pt x="12" y="17"/>
                    </a:cubicBezTo>
                    <a:cubicBezTo>
                      <a:pt x="12" y="17"/>
                      <a:pt x="11" y="16"/>
                      <a:pt x="11" y="16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11"/>
                      <a:pt x="10" y="10"/>
                      <a:pt x="10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" name="Freeform 3582">
                <a:extLst>
                  <a:ext uri="{FF2B5EF4-FFF2-40B4-BE49-F238E27FC236}">
                    <a16:creationId xmlns:a16="http://schemas.microsoft.com/office/drawing/2014/main" id="{72B5F4A5-45A3-934D-A160-CEAE3D1A8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148"/>
                <a:ext cx="196" cy="101"/>
              </a:xfrm>
              <a:custGeom>
                <a:avLst/>
                <a:gdLst>
                  <a:gd name="T0" fmla="*/ 478 w 482"/>
                  <a:gd name="T1" fmla="*/ 221 h 247"/>
                  <a:gd name="T2" fmla="*/ 240 w 482"/>
                  <a:gd name="T3" fmla="*/ 247 h 247"/>
                  <a:gd name="T4" fmla="*/ 7 w 482"/>
                  <a:gd name="T5" fmla="*/ 213 h 247"/>
                  <a:gd name="T6" fmla="*/ 23 w 482"/>
                  <a:gd name="T7" fmla="*/ 205 h 247"/>
                  <a:gd name="T8" fmla="*/ 48 w 482"/>
                  <a:gd name="T9" fmla="*/ 188 h 247"/>
                  <a:gd name="T10" fmla="*/ 75 w 482"/>
                  <a:gd name="T11" fmla="*/ 167 h 247"/>
                  <a:gd name="T12" fmla="*/ 41 w 482"/>
                  <a:gd name="T13" fmla="*/ 165 h 247"/>
                  <a:gd name="T14" fmla="*/ 17 w 482"/>
                  <a:gd name="T15" fmla="*/ 162 h 247"/>
                  <a:gd name="T16" fmla="*/ 3 w 482"/>
                  <a:gd name="T17" fmla="*/ 170 h 247"/>
                  <a:gd name="T18" fmla="*/ 9 w 482"/>
                  <a:gd name="T19" fmla="*/ 145 h 247"/>
                  <a:gd name="T20" fmla="*/ 8 w 482"/>
                  <a:gd name="T21" fmla="*/ 116 h 247"/>
                  <a:gd name="T22" fmla="*/ 24 w 482"/>
                  <a:gd name="T23" fmla="*/ 98 h 247"/>
                  <a:gd name="T24" fmla="*/ 44 w 482"/>
                  <a:gd name="T25" fmla="*/ 97 h 247"/>
                  <a:gd name="T26" fmla="*/ 69 w 482"/>
                  <a:gd name="T27" fmla="*/ 95 h 247"/>
                  <a:gd name="T28" fmla="*/ 99 w 482"/>
                  <a:gd name="T29" fmla="*/ 89 h 247"/>
                  <a:gd name="T30" fmla="*/ 137 w 482"/>
                  <a:gd name="T31" fmla="*/ 41 h 247"/>
                  <a:gd name="T32" fmla="*/ 155 w 482"/>
                  <a:gd name="T33" fmla="*/ 14 h 247"/>
                  <a:gd name="T34" fmla="*/ 163 w 482"/>
                  <a:gd name="T35" fmla="*/ 0 h 247"/>
                  <a:gd name="T36" fmla="*/ 165 w 482"/>
                  <a:gd name="T37" fmla="*/ 11 h 247"/>
                  <a:gd name="T38" fmla="*/ 141 w 482"/>
                  <a:gd name="T39" fmla="*/ 45 h 247"/>
                  <a:gd name="T40" fmla="*/ 129 w 482"/>
                  <a:gd name="T41" fmla="*/ 66 h 247"/>
                  <a:gd name="T42" fmla="*/ 108 w 482"/>
                  <a:gd name="T43" fmla="*/ 95 h 247"/>
                  <a:gd name="T44" fmla="*/ 115 w 482"/>
                  <a:gd name="T45" fmla="*/ 107 h 247"/>
                  <a:gd name="T46" fmla="*/ 133 w 482"/>
                  <a:gd name="T47" fmla="*/ 104 h 247"/>
                  <a:gd name="T48" fmla="*/ 185 w 482"/>
                  <a:gd name="T49" fmla="*/ 114 h 247"/>
                  <a:gd name="T50" fmla="*/ 205 w 482"/>
                  <a:gd name="T51" fmla="*/ 73 h 247"/>
                  <a:gd name="T52" fmla="*/ 198 w 482"/>
                  <a:gd name="T53" fmla="*/ 49 h 247"/>
                  <a:gd name="T54" fmla="*/ 204 w 482"/>
                  <a:gd name="T55" fmla="*/ 28 h 247"/>
                  <a:gd name="T56" fmla="*/ 214 w 482"/>
                  <a:gd name="T57" fmla="*/ 6 h 247"/>
                  <a:gd name="T58" fmla="*/ 233 w 482"/>
                  <a:gd name="T59" fmla="*/ 13 h 247"/>
                  <a:gd name="T60" fmla="*/ 271 w 482"/>
                  <a:gd name="T61" fmla="*/ 30 h 247"/>
                  <a:gd name="T62" fmla="*/ 335 w 482"/>
                  <a:gd name="T63" fmla="*/ 49 h 247"/>
                  <a:gd name="T64" fmla="*/ 348 w 482"/>
                  <a:gd name="T65" fmla="*/ 64 h 247"/>
                  <a:gd name="T66" fmla="*/ 419 w 482"/>
                  <a:gd name="T67" fmla="*/ 45 h 247"/>
                  <a:gd name="T68" fmla="*/ 482 w 482"/>
                  <a:gd name="T69" fmla="*/ 124 h 247"/>
                  <a:gd name="T70" fmla="*/ 452 w 482"/>
                  <a:gd name="T71" fmla="*/ 19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82" h="247">
                    <a:moveTo>
                      <a:pt x="452" y="196"/>
                    </a:moveTo>
                    <a:cubicBezTo>
                      <a:pt x="478" y="221"/>
                      <a:pt x="478" y="221"/>
                      <a:pt x="478" y="221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240" y="247"/>
                      <a:pt x="240" y="247"/>
                      <a:pt x="240" y="247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8" y="217"/>
                      <a:pt x="8" y="215"/>
                      <a:pt x="7" y="213"/>
                    </a:cubicBezTo>
                    <a:cubicBezTo>
                      <a:pt x="7" y="208"/>
                      <a:pt x="8" y="202"/>
                      <a:pt x="13" y="200"/>
                    </a:cubicBezTo>
                    <a:cubicBezTo>
                      <a:pt x="19" y="197"/>
                      <a:pt x="21" y="199"/>
                      <a:pt x="23" y="205"/>
                    </a:cubicBezTo>
                    <a:cubicBezTo>
                      <a:pt x="29" y="205"/>
                      <a:pt x="33" y="203"/>
                      <a:pt x="36" y="198"/>
                    </a:cubicBezTo>
                    <a:cubicBezTo>
                      <a:pt x="40" y="194"/>
                      <a:pt x="44" y="191"/>
                      <a:pt x="48" y="188"/>
                    </a:cubicBezTo>
                    <a:cubicBezTo>
                      <a:pt x="53" y="184"/>
                      <a:pt x="55" y="179"/>
                      <a:pt x="60" y="176"/>
                    </a:cubicBezTo>
                    <a:cubicBezTo>
                      <a:pt x="63" y="175"/>
                      <a:pt x="75" y="170"/>
                      <a:pt x="75" y="167"/>
                    </a:cubicBezTo>
                    <a:cubicBezTo>
                      <a:pt x="74" y="163"/>
                      <a:pt x="62" y="165"/>
                      <a:pt x="60" y="164"/>
                    </a:cubicBezTo>
                    <a:cubicBezTo>
                      <a:pt x="53" y="164"/>
                      <a:pt x="47" y="162"/>
                      <a:pt x="41" y="165"/>
                    </a:cubicBezTo>
                    <a:cubicBezTo>
                      <a:pt x="37" y="168"/>
                      <a:pt x="33" y="174"/>
                      <a:pt x="28" y="169"/>
                    </a:cubicBezTo>
                    <a:cubicBezTo>
                      <a:pt x="26" y="167"/>
                      <a:pt x="22" y="159"/>
                      <a:pt x="17" y="162"/>
                    </a:cubicBezTo>
                    <a:cubicBezTo>
                      <a:pt x="11" y="167"/>
                      <a:pt x="12" y="192"/>
                      <a:pt x="0" y="178"/>
                    </a:cubicBezTo>
                    <a:cubicBezTo>
                      <a:pt x="1" y="175"/>
                      <a:pt x="2" y="172"/>
                      <a:pt x="3" y="170"/>
                    </a:cubicBezTo>
                    <a:cubicBezTo>
                      <a:pt x="5" y="166"/>
                      <a:pt x="5" y="162"/>
                      <a:pt x="6" y="157"/>
                    </a:cubicBezTo>
                    <a:cubicBezTo>
                      <a:pt x="6" y="153"/>
                      <a:pt x="9" y="150"/>
                      <a:pt x="9" y="145"/>
                    </a:cubicBezTo>
                    <a:cubicBezTo>
                      <a:pt x="9" y="141"/>
                      <a:pt x="8" y="136"/>
                      <a:pt x="8" y="131"/>
                    </a:cubicBezTo>
                    <a:cubicBezTo>
                      <a:pt x="8" y="126"/>
                      <a:pt x="8" y="121"/>
                      <a:pt x="8" y="116"/>
                    </a:cubicBezTo>
                    <a:cubicBezTo>
                      <a:pt x="8" y="110"/>
                      <a:pt x="10" y="96"/>
                      <a:pt x="19" y="97"/>
                    </a:cubicBezTo>
                    <a:cubicBezTo>
                      <a:pt x="20" y="97"/>
                      <a:pt x="22" y="98"/>
                      <a:pt x="24" y="98"/>
                    </a:cubicBezTo>
                    <a:cubicBezTo>
                      <a:pt x="26" y="99"/>
                      <a:pt x="28" y="98"/>
                      <a:pt x="30" y="98"/>
                    </a:cubicBezTo>
                    <a:cubicBezTo>
                      <a:pt x="35" y="98"/>
                      <a:pt x="39" y="97"/>
                      <a:pt x="44" y="97"/>
                    </a:cubicBezTo>
                    <a:cubicBezTo>
                      <a:pt x="48" y="97"/>
                      <a:pt x="52" y="95"/>
                      <a:pt x="56" y="95"/>
                    </a:cubicBezTo>
                    <a:cubicBezTo>
                      <a:pt x="60" y="94"/>
                      <a:pt x="64" y="95"/>
                      <a:pt x="69" y="95"/>
                    </a:cubicBezTo>
                    <a:cubicBezTo>
                      <a:pt x="73" y="95"/>
                      <a:pt x="78" y="95"/>
                      <a:pt x="82" y="94"/>
                    </a:cubicBezTo>
                    <a:cubicBezTo>
                      <a:pt x="88" y="93"/>
                      <a:pt x="94" y="91"/>
                      <a:pt x="99" y="89"/>
                    </a:cubicBezTo>
                    <a:cubicBezTo>
                      <a:pt x="109" y="85"/>
                      <a:pt x="115" y="78"/>
                      <a:pt x="120" y="69"/>
                    </a:cubicBezTo>
                    <a:cubicBezTo>
                      <a:pt x="125" y="59"/>
                      <a:pt x="130" y="50"/>
                      <a:pt x="137" y="41"/>
                    </a:cubicBezTo>
                    <a:cubicBezTo>
                      <a:pt x="140" y="37"/>
                      <a:pt x="144" y="34"/>
                      <a:pt x="147" y="30"/>
                    </a:cubicBezTo>
                    <a:cubicBezTo>
                      <a:pt x="151" y="25"/>
                      <a:pt x="153" y="20"/>
                      <a:pt x="155" y="14"/>
                    </a:cubicBezTo>
                    <a:cubicBezTo>
                      <a:pt x="158" y="10"/>
                      <a:pt x="161" y="6"/>
                      <a:pt x="163" y="1"/>
                    </a:cubicBezTo>
                    <a:cubicBezTo>
                      <a:pt x="163" y="1"/>
                      <a:pt x="163" y="0"/>
                      <a:pt x="163" y="0"/>
                    </a:cubicBezTo>
                    <a:cubicBezTo>
                      <a:pt x="170" y="2"/>
                      <a:pt x="170" y="2"/>
                      <a:pt x="170" y="2"/>
                    </a:cubicBezTo>
                    <a:cubicBezTo>
                      <a:pt x="168" y="5"/>
                      <a:pt x="167" y="8"/>
                      <a:pt x="165" y="11"/>
                    </a:cubicBezTo>
                    <a:cubicBezTo>
                      <a:pt x="162" y="21"/>
                      <a:pt x="158" y="28"/>
                      <a:pt x="151" y="35"/>
                    </a:cubicBezTo>
                    <a:cubicBezTo>
                      <a:pt x="148" y="38"/>
                      <a:pt x="144" y="41"/>
                      <a:pt x="141" y="45"/>
                    </a:cubicBezTo>
                    <a:cubicBezTo>
                      <a:pt x="139" y="49"/>
                      <a:pt x="137" y="53"/>
                      <a:pt x="135" y="57"/>
                    </a:cubicBezTo>
                    <a:cubicBezTo>
                      <a:pt x="134" y="60"/>
                      <a:pt x="131" y="63"/>
                      <a:pt x="129" y="66"/>
                    </a:cubicBezTo>
                    <a:cubicBezTo>
                      <a:pt x="126" y="70"/>
                      <a:pt x="125" y="73"/>
                      <a:pt x="122" y="77"/>
                    </a:cubicBezTo>
                    <a:cubicBezTo>
                      <a:pt x="118" y="84"/>
                      <a:pt x="113" y="89"/>
                      <a:pt x="108" y="95"/>
                    </a:cubicBezTo>
                    <a:cubicBezTo>
                      <a:pt x="106" y="97"/>
                      <a:pt x="100" y="102"/>
                      <a:pt x="103" y="106"/>
                    </a:cubicBezTo>
                    <a:cubicBezTo>
                      <a:pt x="106" y="109"/>
                      <a:pt x="111" y="107"/>
                      <a:pt x="115" y="107"/>
                    </a:cubicBezTo>
                    <a:cubicBezTo>
                      <a:pt x="119" y="108"/>
                      <a:pt x="122" y="109"/>
                      <a:pt x="126" y="108"/>
                    </a:cubicBezTo>
                    <a:cubicBezTo>
                      <a:pt x="129" y="107"/>
                      <a:pt x="130" y="105"/>
                      <a:pt x="133" y="104"/>
                    </a:cubicBezTo>
                    <a:cubicBezTo>
                      <a:pt x="142" y="99"/>
                      <a:pt x="150" y="110"/>
                      <a:pt x="157" y="112"/>
                    </a:cubicBezTo>
                    <a:cubicBezTo>
                      <a:pt x="165" y="114"/>
                      <a:pt x="177" y="117"/>
                      <a:pt x="185" y="114"/>
                    </a:cubicBezTo>
                    <a:cubicBezTo>
                      <a:pt x="193" y="111"/>
                      <a:pt x="202" y="102"/>
                      <a:pt x="207" y="95"/>
                    </a:cubicBezTo>
                    <a:cubicBezTo>
                      <a:pt x="214" y="86"/>
                      <a:pt x="207" y="82"/>
                      <a:pt x="205" y="73"/>
                    </a:cubicBezTo>
                    <a:cubicBezTo>
                      <a:pt x="205" y="69"/>
                      <a:pt x="205" y="65"/>
                      <a:pt x="203" y="60"/>
                    </a:cubicBezTo>
                    <a:cubicBezTo>
                      <a:pt x="202" y="57"/>
                      <a:pt x="199" y="53"/>
                      <a:pt x="198" y="49"/>
                    </a:cubicBezTo>
                    <a:cubicBezTo>
                      <a:pt x="197" y="45"/>
                      <a:pt x="195" y="40"/>
                      <a:pt x="195" y="36"/>
                    </a:cubicBezTo>
                    <a:cubicBezTo>
                      <a:pt x="196" y="31"/>
                      <a:pt x="199" y="30"/>
                      <a:pt x="204" y="28"/>
                    </a:cubicBezTo>
                    <a:cubicBezTo>
                      <a:pt x="208" y="26"/>
                      <a:pt x="209" y="23"/>
                      <a:pt x="210" y="18"/>
                    </a:cubicBezTo>
                    <a:cubicBezTo>
                      <a:pt x="210" y="14"/>
                      <a:pt x="213" y="10"/>
                      <a:pt x="214" y="6"/>
                    </a:cubicBezTo>
                    <a:cubicBezTo>
                      <a:pt x="214" y="5"/>
                      <a:pt x="214" y="5"/>
                      <a:pt x="214" y="4"/>
                    </a:cubicBezTo>
                    <a:cubicBezTo>
                      <a:pt x="223" y="1"/>
                      <a:pt x="233" y="6"/>
                      <a:pt x="233" y="13"/>
                    </a:cubicBezTo>
                    <a:cubicBezTo>
                      <a:pt x="233" y="21"/>
                      <a:pt x="245" y="30"/>
                      <a:pt x="245" y="30"/>
                    </a:cubicBezTo>
                    <a:cubicBezTo>
                      <a:pt x="271" y="30"/>
                      <a:pt x="271" y="30"/>
                      <a:pt x="271" y="30"/>
                    </a:cubicBezTo>
                    <a:cubicBezTo>
                      <a:pt x="307" y="51"/>
                      <a:pt x="307" y="51"/>
                      <a:pt x="307" y="51"/>
                    </a:cubicBezTo>
                    <a:cubicBezTo>
                      <a:pt x="335" y="49"/>
                      <a:pt x="335" y="49"/>
                      <a:pt x="335" y="49"/>
                    </a:cubicBezTo>
                    <a:cubicBezTo>
                      <a:pt x="335" y="63"/>
                      <a:pt x="335" y="63"/>
                      <a:pt x="335" y="63"/>
                    </a:cubicBezTo>
                    <a:cubicBezTo>
                      <a:pt x="348" y="64"/>
                      <a:pt x="348" y="64"/>
                      <a:pt x="348" y="64"/>
                    </a:cubicBezTo>
                    <a:cubicBezTo>
                      <a:pt x="359" y="41"/>
                      <a:pt x="408" y="53"/>
                      <a:pt x="408" y="53"/>
                    </a:cubicBezTo>
                    <a:cubicBezTo>
                      <a:pt x="419" y="45"/>
                      <a:pt x="419" y="45"/>
                      <a:pt x="419" y="45"/>
                    </a:cubicBezTo>
                    <a:cubicBezTo>
                      <a:pt x="478" y="96"/>
                      <a:pt x="478" y="96"/>
                      <a:pt x="478" y="96"/>
                    </a:cubicBezTo>
                    <a:cubicBezTo>
                      <a:pt x="482" y="124"/>
                      <a:pt x="482" y="124"/>
                      <a:pt x="482" y="124"/>
                    </a:cubicBezTo>
                    <a:cubicBezTo>
                      <a:pt x="452" y="138"/>
                      <a:pt x="452" y="138"/>
                      <a:pt x="452" y="138"/>
                    </a:cubicBezTo>
                    <a:lnTo>
                      <a:pt x="452" y="19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" name="Freeform 3583">
                <a:extLst>
                  <a:ext uri="{FF2B5EF4-FFF2-40B4-BE49-F238E27FC236}">
                    <a16:creationId xmlns:a16="http://schemas.microsoft.com/office/drawing/2014/main" id="{854BBF5B-B81F-9546-BE5E-CCE47D17C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018"/>
                <a:ext cx="19" cy="13"/>
              </a:xfrm>
              <a:custGeom>
                <a:avLst/>
                <a:gdLst>
                  <a:gd name="T0" fmla="*/ 22 w 46"/>
                  <a:gd name="T1" fmla="*/ 22 h 33"/>
                  <a:gd name="T2" fmla="*/ 15 w 46"/>
                  <a:gd name="T3" fmla="*/ 20 h 33"/>
                  <a:gd name="T4" fmla="*/ 15 w 46"/>
                  <a:gd name="T5" fmla="*/ 16 h 33"/>
                  <a:gd name="T6" fmla="*/ 3 w 46"/>
                  <a:gd name="T7" fmla="*/ 14 h 33"/>
                  <a:gd name="T8" fmla="*/ 5 w 46"/>
                  <a:gd name="T9" fmla="*/ 7 h 33"/>
                  <a:gd name="T10" fmla="*/ 16 w 46"/>
                  <a:gd name="T11" fmla="*/ 6 h 33"/>
                  <a:gd name="T12" fmla="*/ 24 w 46"/>
                  <a:gd name="T13" fmla="*/ 2 h 33"/>
                  <a:gd name="T14" fmla="*/ 32 w 46"/>
                  <a:gd name="T15" fmla="*/ 5 h 33"/>
                  <a:gd name="T16" fmla="*/ 39 w 46"/>
                  <a:gd name="T17" fmla="*/ 12 h 33"/>
                  <a:gd name="T18" fmla="*/ 44 w 46"/>
                  <a:gd name="T19" fmla="*/ 19 h 33"/>
                  <a:gd name="T20" fmla="*/ 46 w 46"/>
                  <a:gd name="T21" fmla="*/ 29 h 33"/>
                  <a:gd name="T22" fmla="*/ 40 w 46"/>
                  <a:gd name="T23" fmla="*/ 32 h 33"/>
                  <a:gd name="T24" fmla="*/ 31 w 46"/>
                  <a:gd name="T25" fmla="*/ 26 h 33"/>
                  <a:gd name="T26" fmla="*/ 22 w 46"/>
                  <a:gd name="T27" fmla="*/ 2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33">
                    <a:moveTo>
                      <a:pt x="22" y="22"/>
                    </a:moveTo>
                    <a:cubicBezTo>
                      <a:pt x="19" y="22"/>
                      <a:pt x="17" y="22"/>
                      <a:pt x="15" y="20"/>
                    </a:cubicBezTo>
                    <a:cubicBezTo>
                      <a:pt x="18" y="19"/>
                      <a:pt x="19" y="18"/>
                      <a:pt x="15" y="16"/>
                    </a:cubicBezTo>
                    <a:cubicBezTo>
                      <a:pt x="11" y="15"/>
                      <a:pt x="6" y="17"/>
                      <a:pt x="3" y="14"/>
                    </a:cubicBezTo>
                    <a:cubicBezTo>
                      <a:pt x="0" y="11"/>
                      <a:pt x="2" y="8"/>
                      <a:pt x="5" y="7"/>
                    </a:cubicBezTo>
                    <a:cubicBezTo>
                      <a:pt x="9" y="6"/>
                      <a:pt x="12" y="6"/>
                      <a:pt x="16" y="6"/>
                    </a:cubicBezTo>
                    <a:cubicBezTo>
                      <a:pt x="20" y="6"/>
                      <a:pt x="21" y="3"/>
                      <a:pt x="24" y="2"/>
                    </a:cubicBezTo>
                    <a:cubicBezTo>
                      <a:pt x="27" y="0"/>
                      <a:pt x="30" y="3"/>
                      <a:pt x="32" y="5"/>
                    </a:cubicBezTo>
                    <a:cubicBezTo>
                      <a:pt x="34" y="8"/>
                      <a:pt x="36" y="10"/>
                      <a:pt x="39" y="12"/>
                    </a:cubicBezTo>
                    <a:cubicBezTo>
                      <a:pt x="42" y="14"/>
                      <a:pt x="43" y="15"/>
                      <a:pt x="44" y="19"/>
                    </a:cubicBezTo>
                    <a:cubicBezTo>
                      <a:pt x="45" y="22"/>
                      <a:pt x="46" y="26"/>
                      <a:pt x="46" y="29"/>
                    </a:cubicBezTo>
                    <a:cubicBezTo>
                      <a:pt x="45" y="31"/>
                      <a:pt x="43" y="33"/>
                      <a:pt x="40" y="32"/>
                    </a:cubicBezTo>
                    <a:cubicBezTo>
                      <a:pt x="37" y="32"/>
                      <a:pt x="34" y="28"/>
                      <a:pt x="31" y="26"/>
                    </a:cubicBezTo>
                    <a:cubicBezTo>
                      <a:pt x="27" y="25"/>
                      <a:pt x="26" y="22"/>
                      <a:pt x="22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" name="Rectangle 3584">
                <a:extLst>
                  <a:ext uri="{FF2B5EF4-FFF2-40B4-BE49-F238E27FC236}">
                    <a16:creationId xmlns:a16="http://schemas.microsoft.com/office/drawing/2014/main" id="{B5FFE1F5-BC95-0D45-BEDE-FE2A59633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27" y="2089"/>
                <a:ext cx="1" cy="1"/>
              </a:xfrm>
              <a:prstGeom prst="rect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" name="Freeform 3585">
                <a:extLst>
                  <a:ext uri="{FF2B5EF4-FFF2-40B4-BE49-F238E27FC236}">
                    <a16:creationId xmlns:a16="http://schemas.microsoft.com/office/drawing/2014/main" id="{F1EC7446-8B6D-1446-805B-C60739625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4" y="2777"/>
                <a:ext cx="8" cy="11"/>
              </a:xfrm>
              <a:custGeom>
                <a:avLst/>
                <a:gdLst>
                  <a:gd name="T0" fmla="*/ 8 w 21"/>
                  <a:gd name="T1" fmla="*/ 15 h 29"/>
                  <a:gd name="T2" fmla="*/ 6 w 21"/>
                  <a:gd name="T3" fmla="*/ 13 h 29"/>
                  <a:gd name="T4" fmla="*/ 3 w 21"/>
                  <a:gd name="T5" fmla="*/ 12 h 29"/>
                  <a:gd name="T6" fmla="*/ 1 w 21"/>
                  <a:gd name="T7" fmla="*/ 8 h 29"/>
                  <a:gd name="T8" fmla="*/ 2 w 21"/>
                  <a:gd name="T9" fmla="*/ 3 h 29"/>
                  <a:gd name="T10" fmla="*/ 5 w 21"/>
                  <a:gd name="T11" fmla="*/ 1 h 29"/>
                  <a:gd name="T12" fmla="*/ 8 w 21"/>
                  <a:gd name="T13" fmla="*/ 0 h 29"/>
                  <a:gd name="T14" fmla="*/ 12 w 21"/>
                  <a:gd name="T15" fmla="*/ 5 h 29"/>
                  <a:gd name="T16" fmla="*/ 12 w 21"/>
                  <a:gd name="T17" fmla="*/ 9 h 29"/>
                  <a:gd name="T18" fmla="*/ 13 w 21"/>
                  <a:gd name="T19" fmla="*/ 13 h 29"/>
                  <a:gd name="T20" fmla="*/ 15 w 21"/>
                  <a:gd name="T21" fmla="*/ 19 h 29"/>
                  <a:gd name="T22" fmla="*/ 20 w 21"/>
                  <a:gd name="T23" fmla="*/ 24 h 29"/>
                  <a:gd name="T24" fmla="*/ 18 w 21"/>
                  <a:gd name="T25" fmla="*/ 29 h 29"/>
                  <a:gd name="T26" fmla="*/ 14 w 21"/>
                  <a:gd name="T27" fmla="*/ 28 h 29"/>
                  <a:gd name="T28" fmla="*/ 11 w 21"/>
                  <a:gd name="T29" fmla="*/ 24 h 29"/>
                  <a:gd name="T30" fmla="*/ 11 w 21"/>
                  <a:gd name="T31" fmla="*/ 22 h 29"/>
                  <a:gd name="T32" fmla="*/ 10 w 21"/>
                  <a:gd name="T33" fmla="*/ 19 h 29"/>
                  <a:gd name="T34" fmla="*/ 8 w 21"/>
                  <a:gd name="T35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29">
                    <a:moveTo>
                      <a:pt x="8" y="15"/>
                    </a:moveTo>
                    <a:cubicBezTo>
                      <a:pt x="7" y="14"/>
                      <a:pt x="6" y="14"/>
                      <a:pt x="6" y="13"/>
                    </a:cubicBezTo>
                    <a:cubicBezTo>
                      <a:pt x="5" y="13"/>
                      <a:pt x="4" y="13"/>
                      <a:pt x="3" y="12"/>
                    </a:cubicBezTo>
                    <a:cubicBezTo>
                      <a:pt x="2" y="11"/>
                      <a:pt x="2" y="10"/>
                      <a:pt x="1" y="8"/>
                    </a:cubicBezTo>
                    <a:cubicBezTo>
                      <a:pt x="0" y="7"/>
                      <a:pt x="1" y="5"/>
                      <a:pt x="2" y="3"/>
                    </a:cubicBezTo>
                    <a:cubicBezTo>
                      <a:pt x="3" y="3"/>
                      <a:pt x="4" y="2"/>
                      <a:pt x="5" y="1"/>
                    </a:cubicBezTo>
                    <a:cubicBezTo>
                      <a:pt x="5" y="0"/>
                      <a:pt x="6" y="0"/>
                      <a:pt x="8" y="0"/>
                    </a:cubicBezTo>
                    <a:cubicBezTo>
                      <a:pt x="10" y="0"/>
                      <a:pt x="11" y="3"/>
                      <a:pt x="12" y="5"/>
                    </a:cubicBezTo>
                    <a:cubicBezTo>
                      <a:pt x="12" y="6"/>
                      <a:pt x="12" y="7"/>
                      <a:pt x="12" y="9"/>
                    </a:cubicBezTo>
                    <a:cubicBezTo>
                      <a:pt x="13" y="10"/>
                      <a:pt x="13" y="11"/>
                      <a:pt x="13" y="13"/>
                    </a:cubicBezTo>
                    <a:cubicBezTo>
                      <a:pt x="13" y="15"/>
                      <a:pt x="14" y="17"/>
                      <a:pt x="15" y="19"/>
                    </a:cubicBezTo>
                    <a:cubicBezTo>
                      <a:pt x="17" y="20"/>
                      <a:pt x="19" y="22"/>
                      <a:pt x="20" y="24"/>
                    </a:cubicBezTo>
                    <a:cubicBezTo>
                      <a:pt x="21" y="26"/>
                      <a:pt x="21" y="29"/>
                      <a:pt x="18" y="29"/>
                    </a:cubicBezTo>
                    <a:cubicBezTo>
                      <a:pt x="17" y="29"/>
                      <a:pt x="15" y="29"/>
                      <a:pt x="14" y="28"/>
                    </a:cubicBezTo>
                    <a:cubicBezTo>
                      <a:pt x="13" y="28"/>
                      <a:pt x="12" y="26"/>
                      <a:pt x="11" y="24"/>
                    </a:cubicBezTo>
                    <a:cubicBezTo>
                      <a:pt x="11" y="24"/>
                      <a:pt x="11" y="23"/>
                      <a:pt x="11" y="22"/>
                    </a:cubicBezTo>
                    <a:cubicBezTo>
                      <a:pt x="11" y="21"/>
                      <a:pt x="10" y="20"/>
                      <a:pt x="10" y="19"/>
                    </a:cubicBezTo>
                    <a:cubicBezTo>
                      <a:pt x="10" y="18"/>
                      <a:pt x="9" y="16"/>
                      <a:pt x="8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" name="Freeform 3586">
                <a:extLst>
                  <a:ext uri="{FF2B5EF4-FFF2-40B4-BE49-F238E27FC236}">
                    <a16:creationId xmlns:a16="http://schemas.microsoft.com/office/drawing/2014/main" id="{9699A9B3-5D70-F644-9419-8F584C553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8" y="2771"/>
                <a:ext cx="18" cy="24"/>
              </a:xfrm>
              <a:custGeom>
                <a:avLst/>
                <a:gdLst>
                  <a:gd name="T0" fmla="*/ 7 w 45"/>
                  <a:gd name="T1" fmla="*/ 11 h 59"/>
                  <a:gd name="T2" fmla="*/ 2 w 45"/>
                  <a:gd name="T3" fmla="*/ 5 h 59"/>
                  <a:gd name="T4" fmla="*/ 2 w 45"/>
                  <a:gd name="T5" fmla="*/ 1 h 59"/>
                  <a:gd name="T6" fmla="*/ 9 w 45"/>
                  <a:gd name="T7" fmla="*/ 2 h 59"/>
                  <a:gd name="T8" fmla="*/ 15 w 45"/>
                  <a:gd name="T9" fmla="*/ 8 h 59"/>
                  <a:gd name="T10" fmla="*/ 19 w 45"/>
                  <a:gd name="T11" fmla="*/ 14 h 59"/>
                  <a:gd name="T12" fmla="*/ 32 w 45"/>
                  <a:gd name="T13" fmla="*/ 21 h 59"/>
                  <a:gd name="T14" fmla="*/ 44 w 45"/>
                  <a:gd name="T15" fmla="*/ 29 h 59"/>
                  <a:gd name="T16" fmla="*/ 42 w 45"/>
                  <a:gd name="T17" fmla="*/ 42 h 59"/>
                  <a:gd name="T18" fmla="*/ 42 w 45"/>
                  <a:gd name="T19" fmla="*/ 54 h 59"/>
                  <a:gd name="T20" fmla="*/ 32 w 45"/>
                  <a:gd name="T21" fmla="*/ 54 h 59"/>
                  <a:gd name="T22" fmla="*/ 22 w 45"/>
                  <a:gd name="T23" fmla="*/ 47 h 59"/>
                  <a:gd name="T24" fmla="*/ 21 w 45"/>
                  <a:gd name="T25" fmla="*/ 38 h 59"/>
                  <a:gd name="T26" fmla="*/ 20 w 45"/>
                  <a:gd name="T27" fmla="*/ 31 h 59"/>
                  <a:gd name="T28" fmla="*/ 17 w 45"/>
                  <a:gd name="T29" fmla="*/ 27 h 59"/>
                  <a:gd name="T30" fmla="*/ 12 w 45"/>
                  <a:gd name="T31" fmla="*/ 21 h 59"/>
                  <a:gd name="T32" fmla="*/ 7 w 45"/>
                  <a:gd name="T33" fmla="*/ 1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59">
                    <a:moveTo>
                      <a:pt x="7" y="11"/>
                    </a:moveTo>
                    <a:cubicBezTo>
                      <a:pt x="6" y="9"/>
                      <a:pt x="4" y="7"/>
                      <a:pt x="2" y="5"/>
                    </a:cubicBezTo>
                    <a:cubicBezTo>
                      <a:pt x="2" y="4"/>
                      <a:pt x="0" y="2"/>
                      <a:pt x="2" y="1"/>
                    </a:cubicBezTo>
                    <a:cubicBezTo>
                      <a:pt x="3" y="0"/>
                      <a:pt x="7" y="1"/>
                      <a:pt x="9" y="2"/>
                    </a:cubicBezTo>
                    <a:cubicBezTo>
                      <a:pt x="11" y="3"/>
                      <a:pt x="13" y="5"/>
                      <a:pt x="15" y="8"/>
                    </a:cubicBezTo>
                    <a:cubicBezTo>
                      <a:pt x="16" y="10"/>
                      <a:pt x="17" y="12"/>
                      <a:pt x="19" y="14"/>
                    </a:cubicBezTo>
                    <a:cubicBezTo>
                      <a:pt x="22" y="18"/>
                      <a:pt x="27" y="20"/>
                      <a:pt x="32" y="21"/>
                    </a:cubicBezTo>
                    <a:cubicBezTo>
                      <a:pt x="37" y="22"/>
                      <a:pt x="43" y="23"/>
                      <a:pt x="44" y="29"/>
                    </a:cubicBezTo>
                    <a:cubicBezTo>
                      <a:pt x="45" y="33"/>
                      <a:pt x="43" y="38"/>
                      <a:pt x="42" y="42"/>
                    </a:cubicBezTo>
                    <a:cubicBezTo>
                      <a:pt x="42" y="46"/>
                      <a:pt x="43" y="50"/>
                      <a:pt x="42" y="54"/>
                    </a:cubicBezTo>
                    <a:cubicBezTo>
                      <a:pt x="40" y="59"/>
                      <a:pt x="35" y="56"/>
                      <a:pt x="32" y="54"/>
                    </a:cubicBezTo>
                    <a:cubicBezTo>
                      <a:pt x="28" y="52"/>
                      <a:pt x="24" y="51"/>
                      <a:pt x="22" y="47"/>
                    </a:cubicBezTo>
                    <a:cubicBezTo>
                      <a:pt x="21" y="44"/>
                      <a:pt x="21" y="41"/>
                      <a:pt x="21" y="38"/>
                    </a:cubicBezTo>
                    <a:cubicBezTo>
                      <a:pt x="20" y="36"/>
                      <a:pt x="21" y="33"/>
                      <a:pt x="20" y="31"/>
                    </a:cubicBezTo>
                    <a:cubicBezTo>
                      <a:pt x="19" y="29"/>
                      <a:pt x="18" y="28"/>
                      <a:pt x="17" y="27"/>
                    </a:cubicBezTo>
                    <a:cubicBezTo>
                      <a:pt x="15" y="25"/>
                      <a:pt x="13" y="23"/>
                      <a:pt x="12" y="21"/>
                    </a:cubicBezTo>
                    <a:cubicBezTo>
                      <a:pt x="10" y="18"/>
                      <a:pt x="9" y="14"/>
                      <a:pt x="7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" name="Freeform 3587">
                <a:extLst>
                  <a:ext uri="{FF2B5EF4-FFF2-40B4-BE49-F238E27FC236}">
                    <a16:creationId xmlns:a16="http://schemas.microsoft.com/office/drawing/2014/main" id="{E318A356-59F7-8B4C-9B51-76B3AC370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7" y="2746"/>
                <a:ext cx="3" cy="7"/>
              </a:xfrm>
              <a:custGeom>
                <a:avLst/>
                <a:gdLst>
                  <a:gd name="T0" fmla="*/ 4 w 8"/>
                  <a:gd name="T1" fmla="*/ 0 h 17"/>
                  <a:gd name="T2" fmla="*/ 7 w 8"/>
                  <a:gd name="T3" fmla="*/ 1 h 17"/>
                  <a:gd name="T4" fmla="*/ 7 w 8"/>
                  <a:gd name="T5" fmla="*/ 4 h 17"/>
                  <a:gd name="T6" fmla="*/ 7 w 8"/>
                  <a:gd name="T7" fmla="*/ 9 h 17"/>
                  <a:gd name="T8" fmla="*/ 8 w 8"/>
                  <a:gd name="T9" fmla="*/ 12 h 17"/>
                  <a:gd name="T10" fmla="*/ 4 w 8"/>
                  <a:gd name="T11" fmla="*/ 17 h 17"/>
                  <a:gd name="T12" fmla="*/ 0 w 8"/>
                  <a:gd name="T13" fmla="*/ 13 h 17"/>
                  <a:gd name="T14" fmla="*/ 0 w 8"/>
                  <a:gd name="T15" fmla="*/ 9 h 17"/>
                  <a:gd name="T16" fmla="*/ 1 w 8"/>
                  <a:gd name="T17" fmla="*/ 6 h 17"/>
                  <a:gd name="T18" fmla="*/ 1 w 8"/>
                  <a:gd name="T19" fmla="*/ 3 h 17"/>
                  <a:gd name="T20" fmla="*/ 4 w 8"/>
                  <a:gd name="T21" fmla="*/ 0 h 17"/>
                  <a:gd name="T22" fmla="*/ 4 w 8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7">
                    <a:moveTo>
                      <a:pt x="4" y="0"/>
                    </a:moveTo>
                    <a:cubicBezTo>
                      <a:pt x="5" y="0"/>
                      <a:pt x="6" y="0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8" y="10"/>
                      <a:pt x="8" y="11"/>
                      <a:pt x="8" y="12"/>
                    </a:cubicBezTo>
                    <a:cubicBezTo>
                      <a:pt x="8" y="15"/>
                      <a:pt x="6" y="17"/>
                      <a:pt x="4" y="17"/>
                    </a:cubicBezTo>
                    <a:cubicBezTo>
                      <a:pt x="2" y="17"/>
                      <a:pt x="0" y="15"/>
                      <a:pt x="0" y="13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" name="Freeform 3588">
                <a:extLst>
                  <a:ext uri="{FF2B5EF4-FFF2-40B4-BE49-F238E27FC236}">
                    <a16:creationId xmlns:a16="http://schemas.microsoft.com/office/drawing/2014/main" id="{DE57DDB7-CFEB-F445-AF48-D96BC0795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3" y="2746"/>
                <a:ext cx="10" cy="10"/>
              </a:xfrm>
              <a:custGeom>
                <a:avLst/>
                <a:gdLst>
                  <a:gd name="T0" fmla="*/ 0 w 24"/>
                  <a:gd name="T1" fmla="*/ 15 h 25"/>
                  <a:gd name="T2" fmla="*/ 5 w 24"/>
                  <a:gd name="T3" fmla="*/ 11 h 25"/>
                  <a:gd name="T4" fmla="*/ 5 w 24"/>
                  <a:gd name="T5" fmla="*/ 5 h 25"/>
                  <a:gd name="T6" fmla="*/ 8 w 24"/>
                  <a:gd name="T7" fmla="*/ 1 h 25"/>
                  <a:gd name="T8" fmla="*/ 11 w 24"/>
                  <a:gd name="T9" fmla="*/ 7 h 25"/>
                  <a:gd name="T10" fmla="*/ 15 w 24"/>
                  <a:gd name="T11" fmla="*/ 12 h 25"/>
                  <a:gd name="T12" fmla="*/ 21 w 24"/>
                  <a:gd name="T13" fmla="*/ 22 h 25"/>
                  <a:gd name="T14" fmla="*/ 14 w 24"/>
                  <a:gd name="T15" fmla="*/ 24 h 25"/>
                  <a:gd name="T16" fmla="*/ 7 w 24"/>
                  <a:gd name="T17" fmla="*/ 20 h 25"/>
                  <a:gd name="T18" fmla="*/ 2 w 24"/>
                  <a:gd name="T19" fmla="*/ 19 h 25"/>
                  <a:gd name="T20" fmla="*/ 0 w 24"/>
                  <a:gd name="T21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5">
                    <a:moveTo>
                      <a:pt x="0" y="15"/>
                    </a:moveTo>
                    <a:cubicBezTo>
                      <a:pt x="1" y="13"/>
                      <a:pt x="4" y="13"/>
                      <a:pt x="5" y="11"/>
                    </a:cubicBezTo>
                    <a:cubicBezTo>
                      <a:pt x="5" y="9"/>
                      <a:pt x="5" y="6"/>
                      <a:pt x="5" y="5"/>
                    </a:cubicBezTo>
                    <a:cubicBezTo>
                      <a:pt x="5" y="3"/>
                      <a:pt x="5" y="0"/>
                      <a:pt x="8" y="1"/>
                    </a:cubicBezTo>
                    <a:cubicBezTo>
                      <a:pt x="11" y="1"/>
                      <a:pt x="11" y="5"/>
                      <a:pt x="11" y="7"/>
                    </a:cubicBezTo>
                    <a:cubicBezTo>
                      <a:pt x="12" y="9"/>
                      <a:pt x="14" y="11"/>
                      <a:pt x="15" y="12"/>
                    </a:cubicBezTo>
                    <a:cubicBezTo>
                      <a:pt x="18" y="15"/>
                      <a:pt x="24" y="18"/>
                      <a:pt x="21" y="22"/>
                    </a:cubicBezTo>
                    <a:cubicBezTo>
                      <a:pt x="20" y="25"/>
                      <a:pt x="16" y="25"/>
                      <a:pt x="14" y="24"/>
                    </a:cubicBezTo>
                    <a:cubicBezTo>
                      <a:pt x="12" y="23"/>
                      <a:pt x="10" y="21"/>
                      <a:pt x="7" y="20"/>
                    </a:cubicBezTo>
                    <a:cubicBezTo>
                      <a:pt x="6" y="20"/>
                      <a:pt x="3" y="20"/>
                      <a:pt x="2" y="19"/>
                    </a:cubicBezTo>
                    <a:cubicBezTo>
                      <a:pt x="1" y="18"/>
                      <a:pt x="0" y="17"/>
                      <a:pt x="0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" name="Freeform 3589">
                <a:extLst>
                  <a:ext uri="{FF2B5EF4-FFF2-40B4-BE49-F238E27FC236}">
                    <a16:creationId xmlns:a16="http://schemas.microsoft.com/office/drawing/2014/main" id="{FC3E8F88-461A-1844-98FA-31DE12576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4" y="2747"/>
                <a:ext cx="5" cy="4"/>
              </a:xfrm>
              <a:custGeom>
                <a:avLst/>
                <a:gdLst>
                  <a:gd name="T0" fmla="*/ 9 w 12"/>
                  <a:gd name="T1" fmla="*/ 10 h 10"/>
                  <a:gd name="T2" fmla="*/ 3 w 12"/>
                  <a:gd name="T3" fmla="*/ 10 h 10"/>
                  <a:gd name="T4" fmla="*/ 1 w 12"/>
                  <a:gd name="T5" fmla="*/ 7 h 10"/>
                  <a:gd name="T6" fmla="*/ 1 w 12"/>
                  <a:gd name="T7" fmla="*/ 4 h 10"/>
                  <a:gd name="T8" fmla="*/ 6 w 12"/>
                  <a:gd name="T9" fmla="*/ 0 h 10"/>
                  <a:gd name="T10" fmla="*/ 9 w 12"/>
                  <a:gd name="T11" fmla="*/ 0 h 10"/>
                  <a:gd name="T12" fmla="*/ 11 w 12"/>
                  <a:gd name="T13" fmla="*/ 4 h 10"/>
                  <a:gd name="T14" fmla="*/ 12 w 12"/>
                  <a:gd name="T15" fmla="*/ 8 h 10"/>
                  <a:gd name="T16" fmla="*/ 9 w 12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9" y="10"/>
                    </a:moveTo>
                    <a:cubicBezTo>
                      <a:pt x="7" y="10"/>
                      <a:pt x="5" y="10"/>
                      <a:pt x="3" y="10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2" y="2"/>
                      <a:pt x="4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5"/>
                      <a:pt x="12" y="7"/>
                      <a:pt x="12" y="8"/>
                    </a:cubicBezTo>
                    <a:cubicBezTo>
                      <a:pt x="11" y="9"/>
                      <a:pt x="10" y="9"/>
                      <a:pt x="9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" name="Freeform 3590">
                <a:extLst>
                  <a:ext uri="{FF2B5EF4-FFF2-40B4-BE49-F238E27FC236}">
                    <a16:creationId xmlns:a16="http://schemas.microsoft.com/office/drawing/2014/main" id="{E72A4C7F-7942-7749-AFE0-182DE74D6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0" y="2743"/>
                <a:ext cx="6" cy="10"/>
              </a:xfrm>
              <a:custGeom>
                <a:avLst/>
                <a:gdLst>
                  <a:gd name="T0" fmla="*/ 1 w 14"/>
                  <a:gd name="T1" fmla="*/ 2 h 25"/>
                  <a:gd name="T2" fmla="*/ 5 w 14"/>
                  <a:gd name="T3" fmla="*/ 0 h 25"/>
                  <a:gd name="T4" fmla="*/ 10 w 14"/>
                  <a:gd name="T5" fmla="*/ 3 h 25"/>
                  <a:gd name="T6" fmla="*/ 11 w 14"/>
                  <a:gd name="T7" fmla="*/ 10 h 25"/>
                  <a:gd name="T8" fmla="*/ 13 w 14"/>
                  <a:gd name="T9" fmla="*/ 14 h 25"/>
                  <a:gd name="T10" fmla="*/ 13 w 14"/>
                  <a:gd name="T11" fmla="*/ 19 h 25"/>
                  <a:gd name="T12" fmla="*/ 12 w 14"/>
                  <a:gd name="T13" fmla="*/ 21 h 25"/>
                  <a:gd name="T14" fmla="*/ 12 w 14"/>
                  <a:gd name="T15" fmla="*/ 23 h 25"/>
                  <a:gd name="T16" fmla="*/ 8 w 14"/>
                  <a:gd name="T17" fmla="*/ 20 h 25"/>
                  <a:gd name="T18" fmla="*/ 7 w 14"/>
                  <a:gd name="T19" fmla="*/ 17 h 25"/>
                  <a:gd name="T20" fmla="*/ 5 w 14"/>
                  <a:gd name="T21" fmla="*/ 15 h 25"/>
                  <a:gd name="T22" fmla="*/ 5 w 14"/>
                  <a:gd name="T23" fmla="*/ 13 h 25"/>
                  <a:gd name="T24" fmla="*/ 5 w 14"/>
                  <a:gd name="T25" fmla="*/ 6 h 25"/>
                  <a:gd name="T26" fmla="*/ 1 w 14"/>
                  <a:gd name="T27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25">
                    <a:moveTo>
                      <a:pt x="1" y="2"/>
                    </a:moveTo>
                    <a:cubicBezTo>
                      <a:pt x="0" y="0"/>
                      <a:pt x="4" y="0"/>
                      <a:pt x="5" y="0"/>
                    </a:cubicBezTo>
                    <a:cubicBezTo>
                      <a:pt x="8" y="0"/>
                      <a:pt x="10" y="0"/>
                      <a:pt x="10" y="3"/>
                    </a:cubicBezTo>
                    <a:cubicBezTo>
                      <a:pt x="11" y="5"/>
                      <a:pt x="11" y="7"/>
                      <a:pt x="11" y="10"/>
                    </a:cubicBezTo>
                    <a:cubicBezTo>
                      <a:pt x="11" y="11"/>
                      <a:pt x="13" y="12"/>
                      <a:pt x="13" y="14"/>
                    </a:cubicBezTo>
                    <a:cubicBezTo>
                      <a:pt x="13" y="16"/>
                      <a:pt x="14" y="17"/>
                      <a:pt x="13" y="19"/>
                    </a:cubicBezTo>
                    <a:cubicBezTo>
                      <a:pt x="13" y="20"/>
                      <a:pt x="13" y="21"/>
                      <a:pt x="12" y="21"/>
                    </a:cubicBezTo>
                    <a:cubicBezTo>
                      <a:pt x="12" y="22"/>
                      <a:pt x="12" y="23"/>
                      <a:pt x="12" y="23"/>
                    </a:cubicBezTo>
                    <a:cubicBezTo>
                      <a:pt x="10" y="25"/>
                      <a:pt x="8" y="21"/>
                      <a:pt x="8" y="20"/>
                    </a:cubicBezTo>
                    <a:cubicBezTo>
                      <a:pt x="7" y="19"/>
                      <a:pt x="8" y="18"/>
                      <a:pt x="7" y="17"/>
                    </a:cubicBezTo>
                    <a:cubicBezTo>
                      <a:pt x="7" y="16"/>
                      <a:pt x="6" y="16"/>
                      <a:pt x="5" y="15"/>
                    </a:cubicBezTo>
                    <a:cubicBezTo>
                      <a:pt x="5" y="15"/>
                      <a:pt x="5" y="14"/>
                      <a:pt x="5" y="13"/>
                    </a:cubicBezTo>
                    <a:cubicBezTo>
                      <a:pt x="5" y="11"/>
                      <a:pt x="5" y="8"/>
                      <a:pt x="5" y="6"/>
                    </a:cubicBezTo>
                    <a:cubicBezTo>
                      <a:pt x="5" y="4"/>
                      <a:pt x="2" y="4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" name="Freeform 3591">
                <a:extLst>
                  <a:ext uri="{FF2B5EF4-FFF2-40B4-BE49-F238E27FC236}">
                    <a16:creationId xmlns:a16="http://schemas.microsoft.com/office/drawing/2014/main" id="{4EB34447-66E2-AC4F-AE90-5FF17DC9B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6" y="2743"/>
                <a:ext cx="9" cy="5"/>
              </a:xfrm>
              <a:custGeom>
                <a:avLst/>
                <a:gdLst>
                  <a:gd name="T0" fmla="*/ 2 w 23"/>
                  <a:gd name="T1" fmla="*/ 5 h 12"/>
                  <a:gd name="T2" fmla="*/ 1 w 23"/>
                  <a:gd name="T3" fmla="*/ 2 h 12"/>
                  <a:gd name="T4" fmla="*/ 6 w 23"/>
                  <a:gd name="T5" fmla="*/ 0 h 12"/>
                  <a:gd name="T6" fmla="*/ 17 w 23"/>
                  <a:gd name="T7" fmla="*/ 1 h 12"/>
                  <a:gd name="T8" fmla="*/ 21 w 23"/>
                  <a:gd name="T9" fmla="*/ 2 h 12"/>
                  <a:gd name="T10" fmla="*/ 21 w 23"/>
                  <a:gd name="T11" fmla="*/ 8 h 12"/>
                  <a:gd name="T12" fmla="*/ 15 w 23"/>
                  <a:gd name="T13" fmla="*/ 11 h 12"/>
                  <a:gd name="T14" fmla="*/ 10 w 23"/>
                  <a:gd name="T15" fmla="*/ 11 h 12"/>
                  <a:gd name="T16" fmla="*/ 6 w 23"/>
                  <a:gd name="T17" fmla="*/ 10 h 12"/>
                  <a:gd name="T18" fmla="*/ 2 w 23"/>
                  <a:gd name="T1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2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10" y="0"/>
                      <a:pt x="13" y="2"/>
                      <a:pt x="17" y="1"/>
                    </a:cubicBezTo>
                    <a:cubicBezTo>
                      <a:pt x="18" y="1"/>
                      <a:pt x="20" y="1"/>
                      <a:pt x="21" y="2"/>
                    </a:cubicBezTo>
                    <a:cubicBezTo>
                      <a:pt x="23" y="3"/>
                      <a:pt x="22" y="6"/>
                      <a:pt x="21" y="8"/>
                    </a:cubicBezTo>
                    <a:cubicBezTo>
                      <a:pt x="20" y="10"/>
                      <a:pt x="17" y="11"/>
                      <a:pt x="15" y="11"/>
                    </a:cubicBezTo>
                    <a:cubicBezTo>
                      <a:pt x="13" y="12"/>
                      <a:pt x="12" y="12"/>
                      <a:pt x="10" y="11"/>
                    </a:cubicBezTo>
                    <a:cubicBezTo>
                      <a:pt x="9" y="11"/>
                      <a:pt x="8" y="11"/>
                      <a:pt x="6" y="10"/>
                    </a:cubicBezTo>
                    <a:cubicBezTo>
                      <a:pt x="3" y="10"/>
                      <a:pt x="3" y="7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" name="Freeform 3592">
                <a:extLst>
                  <a:ext uri="{FF2B5EF4-FFF2-40B4-BE49-F238E27FC236}">
                    <a16:creationId xmlns:a16="http://schemas.microsoft.com/office/drawing/2014/main" id="{73E08849-508D-DD4B-9D62-DB25E1F7A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709"/>
                <a:ext cx="4" cy="3"/>
              </a:xfrm>
              <a:custGeom>
                <a:avLst/>
                <a:gdLst>
                  <a:gd name="T0" fmla="*/ 3 w 11"/>
                  <a:gd name="T1" fmla="*/ 9 h 9"/>
                  <a:gd name="T2" fmla="*/ 0 w 11"/>
                  <a:gd name="T3" fmla="*/ 5 h 9"/>
                  <a:gd name="T4" fmla="*/ 0 w 11"/>
                  <a:gd name="T5" fmla="*/ 2 h 9"/>
                  <a:gd name="T6" fmla="*/ 4 w 11"/>
                  <a:gd name="T7" fmla="*/ 0 h 9"/>
                  <a:gd name="T8" fmla="*/ 9 w 11"/>
                  <a:gd name="T9" fmla="*/ 2 h 9"/>
                  <a:gd name="T10" fmla="*/ 10 w 11"/>
                  <a:gd name="T11" fmla="*/ 4 h 9"/>
                  <a:gd name="T12" fmla="*/ 10 w 11"/>
                  <a:gd name="T13" fmla="*/ 7 h 9"/>
                  <a:gd name="T14" fmla="*/ 6 w 11"/>
                  <a:gd name="T15" fmla="*/ 8 h 9"/>
                  <a:gd name="T16" fmla="*/ 3 w 11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3" y="9"/>
                    </a:moveTo>
                    <a:cubicBezTo>
                      <a:pt x="1" y="9"/>
                      <a:pt x="0" y="7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9" y="0"/>
                      <a:pt x="9" y="2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0" y="5"/>
                      <a:pt x="11" y="6"/>
                      <a:pt x="10" y="7"/>
                    </a:cubicBezTo>
                    <a:cubicBezTo>
                      <a:pt x="9" y="8"/>
                      <a:pt x="8" y="8"/>
                      <a:pt x="6" y="8"/>
                    </a:cubicBezTo>
                    <a:cubicBezTo>
                      <a:pt x="5" y="8"/>
                      <a:pt x="4" y="9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" name="Freeform 3593">
                <a:extLst>
                  <a:ext uri="{FF2B5EF4-FFF2-40B4-BE49-F238E27FC236}">
                    <a16:creationId xmlns:a16="http://schemas.microsoft.com/office/drawing/2014/main" id="{78143021-650E-C64B-8903-243729A24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695"/>
                <a:ext cx="5" cy="4"/>
              </a:xfrm>
              <a:custGeom>
                <a:avLst/>
                <a:gdLst>
                  <a:gd name="T0" fmla="*/ 1 w 13"/>
                  <a:gd name="T1" fmla="*/ 7 h 10"/>
                  <a:gd name="T2" fmla="*/ 1 w 13"/>
                  <a:gd name="T3" fmla="*/ 7 h 10"/>
                  <a:gd name="T4" fmla="*/ 1 w 13"/>
                  <a:gd name="T5" fmla="*/ 6 h 10"/>
                  <a:gd name="T6" fmla="*/ 1 w 13"/>
                  <a:gd name="T7" fmla="*/ 3 h 10"/>
                  <a:gd name="T8" fmla="*/ 3 w 13"/>
                  <a:gd name="T9" fmla="*/ 2 h 10"/>
                  <a:gd name="T10" fmla="*/ 5 w 13"/>
                  <a:gd name="T11" fmla="*/ 1 h 10"/>
                  <a:gd name="T12" fmla="*/ 11 w 13"/>
                  <a:gd name="T13" fmla="*/ 2 h 10"/>
                  <a:gd name="T14" fmla="*/ 13 w 13"/>
                  <a:gd name="T15" fmla="*/ 4 h 10"/>
                  <a:gd name="T16" fmla="*/ 13 w 13"/>
                  <a:gd name="T17" fmla="*/ 7 h 10"/>
                  <a:gd name="T18" fmla="*/ 10 w 13"/>
                  <a:gd name="T19" fmla="*/ 9 h 10"/>
                  <a:gd name="T20" fmla="*/ 6 w 13"/>
                  <a:gd name="T21" fmla="*/ 10 h 10"/>
                  <a:gd name="T22" fmla="*/ 1 w 13"/>
                  <a:gd name="T23" fmla="*/ 7 h 10"/>
                  <a:gd name="T24" fmla="*/ 1 w 13"/>
                  <a:gd name="T2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0"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4" y="1"/>
                      <a:pt x="5" y="1"/>
                    </a:cubicBezTo>
                    <a:cubicBezTo>
                      <a:pt x="7" y="0"/>
                      <a:pt x="9" y="1"/>
                      <a:pt x="11" y="2"/>
                    </a:cubicBezTo>
                    <a:cubicBezTo>
                      <a:pt x="12" y="2"/>
                      <a:pt x="13" y="3"/>
                      <a:pt x="13" y="4"/>
                    </a:cubicBezTo>
                    <a:cubicBezTo>
                      <a:pt x="13" y="5"/>
                      <a:pt x="13" y="6"/>
                      <a:pt x="13" y="7"/>
                    </a:cubicBezTo>
                    <a:cubicBezTo>
                      <a:pt x="13" y="8"/>
                      <a:pt x="11" y="9"/>
                      <a:pt x="10" y="9"/>
                    </a:cubicBezTo>
                    <a:cubicBezTo>
                      <a:pt x="8" y="9"/>
                      <a:pt x="8" y="10"/>
                      <a:pt x="6" y="10"/>
                    </a:cubicBezTo>
                    <a:cubicBezTo>
                      <a:pt x="5" y="9"/>
                      <a:pt x="2" y="9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" name="Freeform 3594">
                <a:extLst>
                  <a:ext uri="{FF2B5EF4-FFF2-40B4-BE49-F238E27FC236}">
                    <a16:creationId xmlns:a16="http://schemas.microsoft.com/office/drawing/2014/main" id="{F485FAB8-A9F9-0649-B9C8-C7D71247E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683"/>
                <a:ext cx="10" cy="5"/>
              </a:xfrm>
              <a:custGeom>
                <a:avLst/>
                <a:gdLst>
                  <a:gd name="T0" fmla="*/ 1 w 24"/>
                  <a:gd name="T1" fmla="*/ 11 h 14"/>
                  <a:gd name="T2" fmla="*/ 1 w 24"/>
                  <a:gd name="T3" fmla="*/ 6 h 14"/>
                  <a:gd name="T4" fmla="*/ 4 w 24"/>
                  <a:gd name="T5" fmla="*/ 2 h 14"/>
                  <a:gd name="T6" fmla="*/ 9 w 24"/>
                  <a:gd name="T7" fmla="*/ 0 h 14"/>
                  <a:gd name="T8" fmla="*/ 14 w 24"/>
                  <a:gd name="T9" fmla="*/ 2 h 14"/>
                  <a:gd name="T10" fmla="*/ 22 w 24"/>
                  <a:gd name="T11" fmla="*/ 8 h 14"/>
                  <a:gd name="T12" fmla="*/ 18 w 24"/>
                  <a:gd name="T13" fmla="*/ 13 h 14"/>
                  <a:gd name="T14" fmla="*/ 13 w 24"/>
                  <a:gd name="T15" fmla="*/ 13 h 14"/>
                  <a:gd name="T16" fmla="*/ 8 w 24"/>
                  <a:gd name="T17" fmla="*/ 13 h 14"/>
                  <a:gd name="T18" fmla="*/ 1 w 24"/>
                  <a:gd name="T19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4">
                    <a:moveTo>
                      <a:pt x="1" y="11"/>
                    </a:moveTo>
                    <a:cubicBezTo>
                      <a:pt x="0" y="9"/>
                      <a:pt x="1" y="8"/>
                      <a:pt x="1" y="6"/>
                    </a:cubicBezTo>
                    <a:cubicBezTo>
                      <a:pt x="2" y="5"/>
                      <a:pt x="2" y="3"/>
                      <a:pt x="4" y="2"/>
                    </a:cubicBezTo>
                    <a:cubicBezTo>
                      <a:pt x="5" y="0"/>
                      <a:pt x="7" y="0"/>
                      <a:pt x="9" y="0"/>
                    </a:cubicBezTo>
                    <a:cubicBezTo>
                      <a:pt x="11" y="0"/>
                      <a:pt x="12" y="1"/>
                      <a:pt x="14" y="2"/>
                    </a:cubicBezTo>
                    <a:cubicBezTo>
                      <a:pt x="16" y="4"/>
                      <a:pt x="20" y="5"/>
                      <a:pt x="22" y="8"/>
                    </a:cubicBezTo>
                    <a:cubicBezTo>
                      <a:pt x="24" y="12"/>
                      <a:pt x="20" y="13"/>
                      <a:pt x="18" y="13"/>
                    </a:cubicBezTo>
                    <a:cubicBezTo>
                      <a:pt x="16" y="13"/>
                      <a:pt x="14" y="13"/>
                      <a:pt x="13" y="13"/>
                    </a:cubicBezTo>
                    <a:cubicBezTo>
                      <a:pt x="11" y="13"/>
                      <a:pt x="9" y="13"/>
                      <a:pt x="8" y="13"/>
                    </a:cubicBezTo>
                    <a:cubicBezTo>
                      <a:pt x="5" y="14"/>
                      <a:pt x="3" y="13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" name="Freeform 3595">
                <a:extLst>
                  <a:ext uri="{FF2B5EF4-FFF2-40B4-BE49-F238E27FC236}">
                    <a16:creationId xmlns:a16="http://schemas.microsoft.com/office/drawing/2014/main" id="{765BCA87-9E7A-784E-A35B-97CDFF5D7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2" y="2528"/>
                <a:ext cx="340" cy="136"/>
              </a:xfrm>
              <a:custGeom>
                <a:avLst/>
                <a:gdLst>
                  <a:gd name="T0" fmla="*/ 810 w 835"/>
                  <a:gd name="T1" fmla="*/ 330 h 333"/>
                  <a:gd name="T2" fmla="*/ 778 w 835"/>
                  <a:gd name="T3" fmla="*/ 324 h 333"/>
                  <a:gd name="T4" fmla="*/ 753 w 835"/>
                  <a:gd name="T5" fmla="*/ 327 h 333"/>
                  <a:gd name="T6" fmla="*/ 741 w 835"/>
                  <a:gd name="T7" fmla="*/ 318 h 333"/>
                  <a:gd name="T8" fmla="*/ 731 w 835"/>
                  <a:gd name="T9" fmla="*/ 301 h 333"/>
                  <a:gd name="T10" fmla="*/ 693 w 835"/>
                  <a:gd name="T11" fmla="*/ 288 h 333"/>
                  <a:gd name="T12" fmla="*/ 669 w 835"/>
                  <a:gd name="T13" fmla="*/ 279 h 333"/>
                  <a:gd name="T14" fmla="*/ 640 w 835"/>
                  <a:gd name="T15" fmla="*/ 272 h 333"/>
                  <a:gd name="T16" fmla="*/ 614 w 835"/>
                  <a:gd name="T17" fmla="*/ 265 h 333"/>
                  <a:gd name="T18" fmla="*/ 603 w 835"/>
                  <a:gd name="T19" fmla="*/ 252 h 333"/>
                  <a:gd name="T20" fmla="*/ 590 w 835"/>
                  <a:gd name="T21" fmla="*/ 235 h 333"/>
                  <a:gd name="T22" fmla="*/ 567 w 835"/>
                  <a:gd name="T23" fmla="*/ 221 h 333"/>
                  <a:gd name="T24" fmla="*/ 552 w 835"/>
                  <a:gd name="T25" fmla="*/ 218 h 333"/>
                  <a:gd name="T26" fmla="*/ 516 w 835"/>
                  <a:gd name="T27" fmla="*/ 206 h 333"/>
                  <a:gd name="T28" fmla="*/ 492 w 835"/>
                  <a:gd name="T29" fmla="*/ 187 h 333"/>
                  <a:gd name="T30" fmla="*/ 476 w 835"/>
                  <a:gd name="T31" fmla="*/ 178 h 333"/>
                  <a:gd name="T32" fmla="*/ 448 w 835"/>
                  <a:gd name="T33" fmla="*/ 173 h 333"/>
                  <a:gd name="T34" fmla="*/ 414 w 835"/>
                  <a:gd name="T35" fmla="*/ 164 h 333"/>
                  <a:gd name="T36" fmla="*/ 400 w 835"/>
                  <a:gd name="T37" fmla="*/ 158 h 333"/>
                  <a:gd name="T38" fmla="*/ 373 w 835"/>
                  <a:gd name="T39" fmla="*/ 141 h 333"/>
                  <a:gd name="T40" fmla="*/ 359 w 835"/>
                  <a:gd name="T41" fmla="*/ 120 h 333"/>
                  <a:gd name="T42" fmla="*/ 348 w 835"/>
                  <a:gd name="T43" fmla="*/ 101 h 333"/>
                  <a:gd name="T44" fmla="*/ 333 w 835"/>
                  <a:gd name="T45" fmla="*/ 83 h 333"/>
                  <a:gd name="T46" fmla="*/ 305 w 835"/>
                  <a:gd name="T47" fmla="*/ 70 h 333"/>
                  <a:gd name="T48" fmla="*/ 275 w 835"/>
                  <a:gd name="T49" fmla="*/ 65 h 333"/>
                  <a:gd name="T50" fmla="*/ 239 w 835"/>
                  <a:gd name="T51" fmla="*/ 60 h 333"/>
                  <a:gd name="T52" fmla="*/ 217 w 835"/>
                  <a:gd name="T53" fmla="*/ 53 h 333"/>
                  <a:gd name="T54" fmla="*/ 186 w 835"/>
                  <a:gd name="T55" fmla="*/ 60 h 333"/>
                  <a:gd name="T56" fmla="*/ 171 w 835"/>
                  <a:gd name="T57" fmla="*/ 75 h 333"/>
                  <a:gd name="T58" fmla="*/ 149 w 835"/>
                  <a:gd name="T59" fmla="*/ 71 h 333"/>
                  <a:gd name="T60" fmla="*/ 116 w 835"/>
                  <a:gd name="T61" fmla="*/ 79 h 333"/>
                  <a:gd name="T62" fmla="*/ 94 w 835"/>
                  <a:gd name="T63" fmla="*/ 83 h 333"/>
                  <a:gd name="T64" fmla="*/ 90 w 835"/>
                  <a:gd name="T65" fmla="*/ 83 h 333"/>
                  <a:gd name="T66" fmla="*/ 60 w 835"/>
                  <a:gd name="T67" fmla="*/ 84 h 333"/>
                  <a:gd name="T68" fmla="*/ 18 w 835"/>
                  <a:gd name="T69" fmla="*/ 80 h 333"/>
                  <a:gd name="T70" fmla="*/ 1 w 835"/>
                  <a:gd name="T71" fmla="*/ 57 h 333"/>
                  <a:gd name="T72" fmla="*/ 6 w 835"/>
                  <a:gd name="T73" fmla="*/ 40 h 333"/>
                  <a:gd name="T74" fmla="*/ 20 w 835"/>
                  <a:gd name="T75" fmla="*/ 24 h 333"/>
                  <a:gd name="T76" fmla="*/ 20 w 835"/>
                  <a:gd name="T77" fmla="*/ 0 h 333"/>
                  <a:gd name="T78" fmla="*/ 69 w 835"/>
                  <a:gd name="T79" fmla="*/ 32 h 333"/>
                  <a:gd name="T80" fmla="*/ 111 w 835"/>
                  <a:gd name="T81" fmla="*/ 15 h 333"/>
                  <a:gd name="T82" fmla="*/ 159 w 835"/>
                  <a:gd name="T83" fmla="*/ 17 h 333"/>
                  <a:gd name="T84" fmla="*/ 201 w 835"/>
                  <a:gd name="T85" fmla="*/ 10 h 333"/>
                  <a:gd name="T86" fmla="*/ 246 w 835"/>
                  <a:gd name="T87" fmla="*/ 20 h 333"/>
                  <a:gd name="T88" fmla="*/ 286 w 835"/>
                  <a:gd name="T89" fmla="*/ 28 h 333"/>
                  <a:gd name="T90" fmla="*/ 323 w 835"/>
                  <a:gd name="T91" fmla="*/ 55 h 333"/>
                  <a:gd name="T92" fmla="*/ 360 w 835"/>
                  <a:gd name="T93" fmla="*/ 79 h 333"/>
                  <a:gd name="T94" fmla="*/ 382 w 835"/>
                  <a:gd name="T95" fmla="*/ 108 h 333"/>
                  <a:gd name="T96" fmla="*/ 448 w 835"/>
                  <a:gd name="T97" fmla="*/ 137 h 333"/>
                  <a:gd name="T98" fmla="*/ 494 w 835"/>
                  <a:gd name="T99" fmla="*/ 163 h 333"/>
                  <a:gd name="T100" fmla="*/ 560 w 835"/>
                  <a:gd name="T101" fmla="*/ 212 h 333"/>
                  <a:gd name="T102" fmla="*/ 611 w 835"/>
                  <a:gd name="T103" fmla="*/ 225 h 333"/>
                  <a:gd name="T104" fmla="*/ 665 w 835"/>
                  <a:gd name="T105" fmla="*/ 244 h 333"/>
                  <a:gd name="T106" fmla="*/ 748 w 835"/>
                  <a:gd name="T107" fmla="*/ 275 h 333"/>
                  <a:gd name="T108" fmla="*/ 794 w 835"/>
                  <a:gd name="T109" fmla="*/ 295 h 333"/>
                  <a:gd name="T110" fmla="*/ 835 w 835"/>
                  <a:gd name="T111" fmla="*/ 326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35" h="333">
                    <a:moveTo>
                      <a:pt x="835" y="326"/>
                    </a:moveTo>
                    <a:cubicBezTo>
                      <a:pt x="834" y="326"/>
                      <a:pt x="834" y="326"/>
                      <a:pt x="833" y="326"/>
                    </a:cubicBezTo>
                    <a:cubicBezTo>
                      <a:pt x="829" y="326"/>
                      <a:pt x="826" y="328"/>
                      <a:pt x="822" y="328"/>
                    </a:cubicBezTo>
                    <a:cubicBezTo>
                      <a:pt x="820" y="329"/>
                      <a:pt x="819" y="329"/>
                      <a:pt x="817" y="328"/>
                    </a:cubicBezTo>
                    <a:cubicBezTo>
                      <a:pt x="816" y="328"/>
                      <a:pt x="814" y="329"/>
                      <a:pt x="813" y="330"/>
                    </a:cubicBezTo>
                    <a:cubicBezTo>
                      <a:pt x="812" y="330"/>
                      <a:pt x="811" y="330"/>
                      <a:pt x="810" y="330"/>
                    </a:cubicBezTo>
                    <a:cubicBezTo>
                      <a:pt x="808" y="331"/>
                      <a:pt x="806" y="332"/>
                      <a:pt x="804" y="332"/>
                    </a:cubicBezTo>
                    <a:cubicBezTo>
                      <a:pt x="802" y="332"/>
                      <a:pt x="800" y="333"/>
                      <a:pt x="799" y="333"/>
                    </a:cubicBezTo>
                    <a:cubicBezTo>
                      <a:pt x="797" y="332"/>
                      <a:pt x="794" y="333"/>
                      <a:pt x="793" y="332"/>
                    </a:cubicBezTo>
                    <a:cubicBezTo>
                      <a:pt x="791" y="331"/>
                      <a:pt x="790" y="330"/>
                      <a:pt x="788" y="328"/>
                    </a:cubicBezTo>
                    <a:cubicBezTo>
                      <a:pt x="787" y="327"/>
                      <a:pt x="785" y="326"/>
                      <a:pt x="783" y="326"/>
                    </a:cubicBezTo>
                    <a:cubicBezTo>
                      <a:pt x="781" y="325"/>
                      <a:pt x="779" y="325"/>
                      <a:pt x="778" y="324"/>
                    </a:cubicBezTo>
                    <a:cubicBezTo>
                      <a:pt x="774" y="324"/>
                      <a:pt x="770" y="324"/>
                      <a:pt x="767" y="325"/>
                    </a:cubicBezTo>
                    <a:cubicBezTo>
                      <a:pt x="765" y="325"/>
                      <a:pt x="764" y="325"/>
                      <a:pt x="762" y="325"/>
                    </a:cubicBezTo>
                    <a:cubicBezTo>
                      <a:pt x="761" y="326"/>
                      <a:pt x="760" y="326"/>
                      <a:pt x="758" y="326"/>
                    </a:cubicBezTo>
                    <a:cubicBezTo>
                      <a:pt x="758" y="326"/>
                      <a:pt x="757" y="327"/>
                      <a:pt x="756" y="327"/>
                    </a:cubicBezTo>
                    <a:cubicBezTo>
                      <a:pt x="756" y="327"/>
                      <a:pt x="756" y="327"/>
                      <a:pt x="755" y="327"/>
                    </a:cubicBezTo>
                    <a:cubicBezTo>
                      <a:pt x="754" y="327"/>
                      <a:pt x="754" y="327"/>
                      <a:pt x="753" y="327"/>
                    </a:cubicBezTo>
                    <a:cubicBezTo>
                      <a:pt x="752" y="327"/>
                      <a:pt x="752" y="327"/>
                      <a:pt x="751" y="327"/>
                    </a:cubicBezTo>
                    <a:cubicBezTo>
                      <a:pt x="750" y="327"/>
                      <a:pt x="749" y="326"/>
                      <a:pt x="748" y="325"/>
                    </a:cubicBezTo>
                    <a:cubicBezTo>
                      <a:pt x="747" y="325"/>
                      <a:pt x="746" y="325"/>
                      <a:pt x="745" y="324"/>
                    </a:cubicBezTo>
                    <a:cubicBezTo>
                      <a:pt x="745" y="323"/>
                      <a:pt x="744" y="322"/>
                      <a:pt x="743" y="322"/>
                    </a:cubicBezTo>
                    <a:cubicBezTo>
                      <a:pt x="743" y="321"/>
                      <a:pt x="743" y="321"/>
                      <a:pt x="743" y="321"/>
                    </a:cubicBezTo>
                    <a:cubicBezTo>
                      <a:pt x="742" y="320"/>
                      <a:pt x="741" y="319"/>
                      <a:pt x="741" y="318"/>
                    </a:cubicBezTo>
                    <a:cubicBezTo>
                      <a:pt x="740" y="318"/>
                      <a:pt x="740" y="317"/>
                      <a:pt x="739" y="317"/>
                    </a:cubicBezTo>
                    <a:cubicBezTo>
                      <a:pt x="739" y="316"/>
                      <a:pt x="739" y="315"/>
                      <a:pt x="738" y="315"/>
                    </a:cubicBezTo>
                    <a:cubicBezTo>
                      <a:pt x="737" y="313"/>
                      <a:pt x="736" y="312"/>
                      <a:pt x="736" y="310"/>
                    </a:cubicBezTo>
                    <a:cubicBezTo>
                      <a:pt x="735" y="309"/>
                      <a:pt x="735" y="308"/>
                      <a:pt x="735" y="307"/>
                    </a:cubicBezTo>
                    <a:cubicBezTo>
                      <a:pt x="734" y="306"/>
                      <a:pt x="734" y="305"/>
                      <a:pt x="733" y="304"/>
                    </a:cubicBezTo>
                    <a:cubicBezTo>
                      <a:pt x="732" y="303"/>
                      <a:pt x="731" y="302"/>
                      <a:pt x="731" y="301"/>
                    </a:cubicBezTo>
                    <a:cubicBezTo>
                      <a:pt x="730" y="301"/>
                      <a:pt x="730" y="300"/>
                      <a:pt x="729" y="299"/>
                    </a:cubicBezTo>
                    <a:cubicBezTo>
                      <a:pt x="729" y="299"/>
                      <a:pt x="728" y="298"/>
                      <a:pt x="727" y="297"/>
                    </a:cubicBezTo>
                    <a:cubicBezTo>
                      <a:pt x="726" y="297"/>
                      <a:pt x="725" y="296"/>
                      <a:pt x="724" y="296"/>
                    </a:cubicBezTo>
                    <a:cubicBezTo>
                      <a:pt x="721" y="295"/>
                      <a:pt x="717" y="294"/>
                      <a:pt x="714" y="293"/>
                    </a:cubicBezTo>
                    <a:cubicBezTo>
                      <a:pt x="709" y="292"/>
                      <a:pt x="705" y="291"/>
                      <a:pt x="700" y="290"/>
                    </a:cubicBezTo>
                    <a:cubicBezTo>
                      <a:pt x="698" y="289"/>
                      <a:pt x="696" y="288"/>
                      <a:pt x="693" y="288"/>
                    </a:cubicBezTo>
                    <a:cubicBezTo>
                      <a:pt x="691" y="287"/>
                      <a:pt x="689" y="286"/>
                      <a:pt x="687" y="286"/>
                    </a:cubicBezTo>
                    <a:cubicBezTo>
                      <a:pt x="686" y="285"/>
                      <a:pt x="685" y="285"/>
                      <a:pt x="684" y="285"/>
                    </a:cubicBezTo>
                    <a:cubicBezTo>
                      <a:pt x="682" y="284"/>
                      <a:pt x="681" y="284"/>
                      <a:pt x="680" y="283"/>
                    </a:cubicBezTo>
                    <a:cubicBezTo>
                      <a:pt x="679" y="283"/>
                      <a:pt x="677" y="282"/>
                      <a:pt x="676" y="281"/>
                    </a:cubicBezTo>
                    <a:cubicBezTo>
                      <a:pt x="675" y="281"/>
                      <a:pt x="674" y="280"/>
                      <a:pt x="672" y="280"/>
                    </a:cubicBezTo>
                    <a:cubicBezTo>
                      <a:pt x="671" y="279"/>
                      <a:pt x="670" y="279"/>
                      <a:pt x="669" y="279"/>
                    </a:cubicBezTo>
                    <a:cubicBezTo>
                      <a:pt x="668" y="278"/>
                      <a:pt x="667" y="278"/>
                      <a:pt x="666" y="277"/>
                    </a:cubicBezTo>
                    <a:cubicBezTo>
                      <a:pt x="665" y="277"/>
                      <a:pt x="664" y="276"/>
                      <a:pt x="664" y="276"/>
                    </a:cubicBezTo>
                    <a:cubicBezTo>
                      <a:pt x="662" y="275"/>
                      <a:pt x="660" y="275"/>
                      <a:pt x="658" y="274"/>
                    </a:cubicBezTo>
                    <a:cubicBezTo>
                      <a:pt x="655" y="273"/>
                      <a:pt x="653" y="273"/>
                      <a:pt x="651" y="273"/>
                    </a:cubicBezTo>
                    <a:cubicBezTo>
                      <a:pt x="648" y="273"/>
                      <a:pt x="646" y="272"/>
                      <a:pt x="643" y="272"/>
                    </a:cubicBezTo>
                    <a:cubicBezTo>
                      <a:pt x="642" y="272"/>
                      <a:pt x="641" y="272"/>
                      <a:pt x="640" y="272"/>
                    </a:cubicBezTo>
                    <a:cubicBezTo>
                      <a:pt x="638" y="272"/>
                      <a:pt x="637" y="272"/>
                      <a:pt x="636" y="272"/>
                    </a:cubicBezTo>
                    <a:cubicBezTo>
                      <a:pt x="633" y="272"/>
                      <a:pt x="630" y="271"/>
                      <a:pt x="627" y="271"/>
                    </a:cubicBezTo>
                    <a:cubicBezTo>
                      <a:pt x="625" y="270"/>
                      <a:pt x="623" y="270"/>
                      <a:pt x="621" y="269"/>
                    </a:cubicBezTo>
                    <a:cubicBezTo>
                      <a:pt x="620" y="269"/>
                      <a:pt x="619" y="269"/>
                      <a:pt x="619" y="268"/>
                    </a:cubicBezTo>
                    <a:cubicBezTo>
                      <a:pt x="618" y="268"/>
                      <a:pt x="617" y="267"/>
                      <a:pt x="616" y="267"/>
                    </a:cubicBezTo>
                    <a:cubicBezTo>
                      <a:pt x="616" y="266"/>
                      <a:pt x="615" y="265"/>
                      <a:pt x="614" y="265"/>
                    </a:cubicBezTo>
                    <a:cubicBezTo>
                      <a:pt x="614" y="265"/>
                      <a:pt x="613" y="264"/>
                      <a:pt x="613" y="264"/>
                    </a:cubicBezTo>
                    <a:cubicBezTo>
                      <a:pt x="612" y="263"/>
                      <a:pt x="611" y="263"/>
                      <a:pt x="611" y="262"/>
                    </a:cubicBezTo>
                    <a:cubicBezTo>
                      <a:pt x="610" y="261"/>
                      <a:pt x="610" y="261"/>
                      <a:pt x="609" y="260"/>
                    </a:cubicBezTo>
                    <a:cubicBezTo>
                      <a:pt x="608" y="259"/>
                      <a:pt x="608" y="257"/>
                      <a:pt x="607" y="256"/>
                    </a:cubicBezTo>
                    <a:cubicBezTo>
                      <a:pt x="606" y="256"/>
                      <a:pt x="606" y="255"/>
                      <a:pt x="605" y="255"/>
                    </a:cubicBezTo>
                    <a:cubicBezTo>
                      <a:pt x="604" y="254"/>
                      <a:pt x="604" y="253"/>
                      <a:pt x="603" y="252"/>
                    </a:cubicBezTo>
                    <a:cubicBezTo>
                      <a:pt x="603" y="251"/>
                      <a:pt x="603" y="251"/>
                      <a:pt x="603" y="251"/>
                    </a:cubicBezTo>
                    <a:cubicBezTo>
                      <a:pt x="602" y="251"/>
                      <a:pt x="602" y="250"/>
                      <a:pt x="602" y="250"/>
                    </a:cubicBezTo>
                    <a:cubicBezTo>
                      <a:pt x="601" y="249"/>
                      <a:pt x="601" y="248"/>
                      <a:pt x="600" y="247"/>
                    </a:cubicBezTo>
                    <a:cubicBezTo>
                      <a:pt x="599" y="245"/>
                      <a:pt x="598" y="244"/>
                      <a:pt x="596" y="242"/>
                    </a:cubicBezTo>
                    <a:cubicBezTo>
                      <a:pt x="595" y="240"/>
                      <a:pt x="594" y="239"/>
                      <a:pt x="592" y="238"/>
                    </a:cubicBezTo>
                    <a:cubicBezTo>
                      <a:pt x="591" y="237"/>
                      <a:pt x="591" y="236"/>
                      <a:pt x="590" y="235"/>
                    </a:cubicBezTo>
                    <a:cubicBezTo>
                      <a:pt x="589" y="234"/>
                      <a:pt x="588" y="233"/>
                      <a:pt x="587" y="232"/>
                    </a:cubicBezTo>
                    <a:cubicBezTo>
                      <a:pt x="586" y="231"/>
                      <a:pt x="585" y="230"/>
                      <a:pt x="583" y="229"/>
                    </a:cubicBezTo>
                    <a:cubicBezTo>
                      <a:pt x="580" y="226"/>
                      <a:pt x="576" y="225"/>
                      <a:pt x="572" y="223"/>
                    </a:cubicBezTo>
                    <a:cubicBezTo>
                      <a:pt x="571" y="223"/>
                      <a:pt x="571" y="223"/>
                      <a:pt x="570" y="223"/>
                    </a:cubicBezTo>
                    <a:cubicBezTo>
                      <a:pt x="570" y="222"/>
                      <a:pt x="569" y="222"/>
                      <a:pt x="569" y="222"/>
                    </a:cubicBezTo>
                    <a:cubicBezTo>
                      <a:pt x="568" y="221"/>
                      <a:pt x="567" y="221"/>
                      <a:pt x="567" y="221"/>
                    </a:cubicBezTo>
                    <a:cubicBezTo>
                      <a:pt x="566" y="221"/>
                      <a:pt x="566" y="220"/>
                      <a:pt x="565" y="220"/>
                    </a:cubicBezTo>
                    <a:cubicBezTo>
                      <a:pt x="565" y="220"/>
                      <a:pt x="565" y="220"/>
                      <a:pt x="565" y="220"/>
                    </a:cubicBezTo>
                    <a:cubicBezTo>
                      <a:pt x="564" y="220"/>
                      <a:pt x="563" y="220"/>
                      <a:pt x="562" y="219"/>
                    </a:cubicBezTo>
                    <a:cubicBezTo>
                      <a:pt x="561" y="219"/>
                      <a:pt x="559" y="219"/>
                      <a:pt x="558" y="219"/>
                    </a:cubicBezTo>
                    <a:cubicBezTo>
                      <a:pt x="557" y="219"/>
                      <a:pt x="556" y="219"/>
                      <a:pt x="555" y="219"/>
                    </a:cubicBezTo>
                    <a:cubicBezTo>
                      <a:pt x="554" y="219"/>
                      <a:pt x="553" y="219"/>
                      <a:pt x="552" y="218"/>
                    </a:cubicBezTo>
                    <a:cubicBezTo>
                      <a:pt x="551" y="218"/>
                      <a:pt x="550" y="218"/>
                      <a:pt x="549" y="218"/>
                    </a:cubicBezTo>
                    <a:cubicBezTo>
                      <a:pt x="547" y="218"/>
                      <a:pt x="545" y="218"/>
                      <a:pt x="543" y="217"/>
                    </a:cubicBezTo>
                    <a:cubicBezTo>
                      <a:pt x="539" y="216"/>
                      <a:pt x="535" y="215"/>
                      <a:pt x="531" y="214"/>
                    </a:cubicBezTo>
                    <a:cubicBezTo>
                      <a:pt x="528" y="213"/>
                      <a:pt x="526" y="212"/>
                      <a:pt x="523" y="211"/>
                    </a:cubicBezTo>
                    <a:cubicBezTo>
                      <a:pt x="522" y="210"/>
                      <a:pt x="521" y="209"/>
                      <a:pt x="520" y="208"/>
                    </a:cubicBezTo>
                    <a:cubicBezTo>
                      <a:pt x="518" y="207"/>
                      <a:pt x="517" y="207"/>
                      <a:pt x="516" y="206"/>
                    </a:cubicBezTo>
                    <a:cubicBezTo>
                      <a:pt x="514" y="204"/>
                      <a:pt x="513" y="203"/>
                      <a:pt x="511" y="202"/>
                    </a:cubicBezTo>
                    <a:cubicBezTo>
                      <a:pt x="510" y="201"/>
                      <a:pt x="509" y="201"/>
                      <a:pt x="508" y="200"/>
                    </a:cubicBezTo>
                    <a:cubicBezTo>
                      <a:pt x="506" y="198"/>
                      <a:pt x="504" y="196"/>
                      <a:pt x="502" y="194"/>
                    </a:cubicBezTo>
                    <a:cubicBezTo>
                      <a:pt x="501" y="193"/>
                      <a:pt x="500" y="192"/>
                      <a:pt x="499" y="192"/>
                    </a:cubicBezTo>
                    <a:cubicBezTo>
                      <a:pt x="498" y="191"/>
                      <a:pt x="498" y="191"/>
                      <a:pt x="497" y="190"/>
                    </a:cubicBezTo>
                    <a:cubicBezTo>
                      <a:pt x="495" y="189"/>
                      <a:pt x="494" y="187"/>
                      <a:pt x="492" y="187"/>
                    </a:cubicBezTo>
                    <a:cubicBezTo>
                      <a:pt x="491" y="186"/>
                      <a:pt x="490" y="185"/>
                      <a:pt x="489" y="184"/>
                    </a:cubicBezTo>
                    <a:cubicBezTo>
                      <a:pt x="488" y="183"/>
                      <a:pt x="487" y="183"/>
                      <a:pt x="485" y="182"/>
                    </a:cubicBezTo>
                    <a:cubicBezTo>
                      <a:pt x="485" y="182"/>
                      <a:pt x="484" y="182"/>
                      <a:pt x="484" y="182"/>
                    </a:cubicBezTo>
                    <a:cubicBezTo>
                      <a:pt x="483" y="182"/>
                      <a:pt x="483" y="181"/>
                      <a:pt x="482" y="181"/>
                    </a:cubicBezTo>
                    <a:cubicBezTo>
                      <a:pt x="481" y="181"/>
                      <a:pt x="480" y="180"/>
                      <a:pt x="479" y="179"/>
                    </a:cubicBezTo>
                    <a:cubicBezTo>
                      <a:pt x="478" y="179"/>
                      <a:pt x="477" y="179"/>
                      <a:pt x="476" y="178"/>
                    </a:cubicBezTo>
                    <a:cubicBezTo>
                      <a:pt x="475" y="178"/>
                      <a:pt x="474" y="178"/>
                      <a:pt x="473" y="178"/>
                    </a:cubicBezTo>
                    <a:cubicBezTo>
                      <a:pt x="472" y="178"/>
                      <a:pt x="471" y="178"/>
                      <a:pt x="470" y="177"/>
                    </a:cubicBezTo>
                    <a:cubicBezTo>
                      <a:pt x="468" y="177"/>
                      <a:pt x="467" y="177"/>
                      <a:pt x="466" y="176"/>
                    </a:cubicBezTo>
                    <a:cubicBezTo>
                      <a:pt x="463" y="176"/>
                      <a:pt x="460" y="175"/>
                      <a:pt x="457" y="174"/>
                    </a:cubicBezTo>
                    <a:cubicBezTo>
                      <a:pt x="456" y="174"/>
                      <a:pt x="454" y="174"/>
                      <a:pt x="453" y="174"/>
                    </a:cubicBezTo>
                    <a:cubicBezTo>
                      <a:pt x="451" y="173"/>
                      <a:pt x="450" y="173"/>
                      <a:pt x="448" y="173"/>
                    </a:cubicBezTo>
                    <a:cubicBezTo>
                      <a:pt x="446" y="172"/>
                      <a:pt x="444" y="172"/>
                      <a:pt x="442" y="172"/>
                    </a:cubicBezTo>
                    <a:cubicBezTo>
                      <a:pt x="441" y="171"/>
                      <a:pt x="439" y="171"/>
                      <a:pt x="437" y="171"/>
                    </a:cubicBezTo>
                    <a:cubicBezTo>
                      <a:pt x="435" y="170"/>
                      <a:pt x="433" y="170"/>
                      <a:pt x="431" y="170"/>
                    </a:cubicBezTo>
                    <a:cubicBezTo>
                      <a:pt x="429" y="169"/>
                      <a:pt x="428" y="169"/>
                      <a:pt x="426" y="168"/>
                    </a:cubicBezTo>
                    <a:cubicBezTo>
                      <a:pt x="424" y="168"/>
                      <a:pt x="422" y="167"/>
                      <a:pt x="420" y="166"/>
                    </a:cubicBezTo>
                    <a:cubicBezTo>
                      <a:pt x="418" y="166"/>
                      <a:pt x="416" y="165"/>
                      <a:pt x="414" y="164"/>
                    </a:cubicBezTo>
                    <a:cubicBezTo>
                      <a:pt x="413" y="164"/>
                      <a:pt x="413" y="164"/>
                      <a:pt x="412" y="163"/>
                    </a:cubicBezTo>
                    <a:cubicBezTo>
                      <a:pt x="411" y="163"/>
                      <a:pt x="410" y="163"/>
                      <a:pt x="410" y="163"/>
                    </a:cubicBezTo>
                    <a:cubicBezTo>
                      <a:pt x="409" y="162"/>
                      <a:pt x="409" y="162"/>
                      <a:pt x="408" y="162"/>
                    </a:cubicBezTo>
                    <a:cubicBezTo>
                      <a:pt x="408" y="161"/>
                      <a:pt x="407" y="161"/>
                      <a:pt x="406" y="161"/>
                    </a:cubicBezTo>
                    <a:cubicBezTo>
                      <a:pt x="406" y="161"/>
                      <a:pt x="405" y="161"/>
                      <a:pt x="404" y="160"/>
                    </a:cubicBezTo>
                    <a:cubicBezTo>
                      <a:pt x="403" y="160"/>
                      <a:pt x="401" y="159"/>
                      <a:pt x="400" y="158"/>
                    </a:cubicBezTo>
                    <a:cubicBezTo>
                      <a:pt x="398" y="157"/>
                      <a:pt x="395" y="156"/>
                      <a:pt x="393" y="155"/>
                    </a:cubicBezTo>
                    <a:cubicBezTo>
                      <a:pt x="391" y="153"/>
                      <a:pt x="389" y="152"/>
                      <a:pt x="386" y="151"/>
                    </a:cubicBezTo>
                    <a:cubicBezTo>
                      <a:pt x="385" y="150"/>
                      <a:pt x="384" y="150"/>
                      <a:pt x="383" y="149"/>
                    </a:cubicBezTo>
                    <a:cubicBezTo>
                      <a:pt x="381" y="148"/>
                      <a:pt x="380" y="147"/>
                      <a:pt x="379" y="146"/>
                    </a:cubicBezTo>
                    <a:cubicBezTo>
                      <a:pt x="378" y="145"/>
                      <a:pt x="377" y="145"/>
                      <a:pt x="376" y="144"/>
                    </a:cubicBezTo>
                    <a:cubicBezTo>
                      <a:pt x="375" y="143"/>
                      <a:pt x="374" y="142"/>
                      <a:pt x="373" y="141"/>
                    </a:cubicBezTo>
                    <a:cubicBezTo>
                      <a:pt x="372" y="139"/>
                      <a:pt x="370" y="137"/>
                      <a:pt x="369" y="135"/>
                    </a:cubicBezTo>
                    <a:cubicBezTo>
                      <a:pt x="367" y="134"/>
                      <a:pt x="367" y="132"/>
                      <a:pt x="366" y="130"/>
                    </a:cubicBezTo>
                    <a:cubicBezTo>
                      <a:pt x="365" y="128"/>
                      <a:pt x="364" y="127"/>
                      <a:pt x="363" y="125"/>
                    </a:cubicBezTo>
                    <a:cubicBezTo>
                      <a:pt x="362" y="125"/>
                      <a:pt x="362" y="124"/>
                      <a:pt x="361" y="124"/>
                    </a:cubicBezTo>
                    <a:cubicBezTo>
                      <a:pt x="361" y="123"/>
                      <a:pt x="360" y="122"/>
                      <a:pt x="360" y="122"/>
                    </a:cubicBezTo>
                    <a:cubicBezTo>
                      <a:pt x="360" y="121"/>
                      <a:pt x="359" y="121"/>
                      <a:pt x="359" y="120"/>
                    </a:cubicBezTo>
                    <a:cubicBezTo>
                      <a:pt x="358" y="119"/>
                      <a:pt x="357" y="118"/>
                      <a:pt x="356" y="117"/>
                    </a:cubicBezTo>
                    <a:cubicBezTo>
                      <a:pt x="356" y="116"/>
                      <a:pt x="355" y="115"/>
                      <a:pt x="355" y="114"/>
                    </a:cubicBezTo>
                    <a:cubicBezTo>
                      <a:pt x="354" y="113"/>
                      <a:pt x="353" y="112"/>
                      <a:pt x="353" y="111"/>
                    </a:cubicBezTo>
                    <a:cubicBezTo>
                      <a:pt x="352" y="109"/>
                      <a:pt x="352" y="108"/>
                      <a:pt x="351" y="106"/>
                    </a:cubicBezTo>
                    <a:cubicBezTo>
                      <a:pt x="351" y="105"/>
                      <a:pt x="350" y="104"/>
                      <a:pt x="350" y="103"/>
                    </a:cubicBezTo>
                    <a:cubicBezTo>
                      <a:pt x="349" y="102"/>
                      <a:pt x="349" y="101"/>
                      <a:pt x="348" y="101"/>
                    </a:cubicBezTo>
                    <a:cubicBezTo>
                      <a:pt x="347" y="100"/>
                      <a:pt x="347" y="99"/>
                      <a:pt x="346" y="98"/>
                    </a:cubicBezTo>
                    <a:cubicBezTo>
                      <a:pt x="346" y="97"/>
                      <a:pt x="345" y="97"/>
                      <a:pt x="345" y="96"/>
                    </a:cubicBezTo>
                    <a:cubicBezTo>
                      <a:pt x="344" y="95"/>
                      <a:pt x="344" y="94"/>
                      <a:pt x="343" y="93"/>
                    </a:cubicBezTo>
                    <a:cubicBezTo>
                      <a:pt x="342" y="91"/>
                      <a:pt x="341" y="89"/>
                      <a:pt x="339" y="88"/>
                    </a:cubicBezTo>
                    <a:cubicBezTo>
                      <a:pt x="338" y="87"/>
                      <a:pt x="337" y="86"/>
                      <a:pt x="336" y="86"/>
                    </a:cubicBezTo>
                    <a:cubicBezTo>
                      <a:pt x="335" y="85"/>
                      <a:pt x="334" y="83"/>
                      <a:pt x="333" y="83"/>
                    </a:cubicBezTo>
                    <a:cubicBezTo>
                      <a:pt x="331" y="81"/>
                      <a:pt x="329" y="80"/>
                      <a:pt x="327" y="79"/>
                    </a:cubicBezTo>
                    <a:cubicBezTo>
                      <a:pt x="325" y="78"/>
                      <a:pt x="323" y="77"/>
                      <a:pt x="321" y="76"/>
                    </a:cubicBezTo>
                    <a:cubicBezTo>
                      <a:pt x="320" y="75"/>
                      <a:pt x="318" y="74"/>
                      <a:pt x="316" y="74"/>
                    </a:cubicBezTo>
                    <a:cubicBezTo>
                      <a:pt x="315" y="73"/>
                      <a:pt x="313" y="72"/>
                      <a:pt x="312" y="72"/>
                    </a:cubicBezTo>
                    <a:cubicBezTo>
                      <a:pt x="311" y="72"/>
                      <a:pt x="309" y="71"/>
                      <a:pt x="308" y="70"/>
                    </a:cubicBezTo>
                    <a:cubicBezTo>
                      <a:pt x="307" y="70"/>
                      <a:pt x="306" y="70"/>
                      <a:pt x="305" y="70"/>
                    </a:cubicBezTo>
                    <a:cubicBezTo>
                      <a:pt x="304" y="69"/>
                      <a:pt x="303" y="69"/>
                      <a:pt x="302" y="69"/>
                    </a:cubicBezTo>
                    <a:cubicBezTo>
                      <a:pt x="301" y="69"/>
                      <a:pt x="300" y="69"/>
                      <a:pt x="299" y="69"/>
                    </a:cubicBezTo>
                    <a:cubicBezTo>
                      <a:pt x="297" y="69"/>
                      <a:pt x="295" y="68"/>
                      <a:pt x="293" y="68"/>
                    </a:cubicBezTo>
                    <a:cubicBezTo>
                      <a:pt x="292" y="68"/>
                      <a:pt x="291" y="68"/>
                      <a:pt x="290" y="68"/>
                    </a:cubicBezTo>
                    <a:cubicBezTo>
                      <a:pt x="288" y="68"/>
                      <a:pt x="287" y="68"/>
                      <a:pt x="285" y="68"/>
                    </a:cubicBezTo>
                    <a:cubicBezTo>
                      <a:pt x="282" y="67"/>
                      <a:pt x="278" y="66"/>
                      <a:pt x="275" y="65"/>
                    </a:cubicBezTo>
                    <a:cubicBezTo>
                      <a:pt x="273" y="65"/>
                      <a:pt x="272" y="65"/>
                      <a:pt x="271" y="65"/>
                    </a:cubicBezTo>
                    <a:cubicBezTo>
                      <a:pt x="269" y="65"/>
                      <a:pt x="268" y="64"/>
                      <a:pt x="266" y="64"/>
                    </a:cubicBezTo>
                    <a:cubicBezTo>
                      <a:pt x="263" y="63"/>
                      <a:pt x="259" y="63"/>
                      <a:pt x="256" y="63"/>
                    </a:cubicBezTo>
                    <a:cubicBezTo>
                      <a:pt x="254" y="62"/>
                      <a:pt x="252" y="62"/>
                      <a:pt x="250" y="62"/>
                    </a:cubicBezTo>
                    <a:cubicBezTo>
                      <a:pt x="249" y="62"/>
                      <a:pt x="247" y="61"/>
                      <a:pt x="246" y="61"/>
                    </a:cubicBezTo>
                    <a:cubicBezTo>
                      <a:pt x="243" y="61"/>
                      <a:pt x="241" y="60"/>
                      <a:pt x="239" y="60"/>
                    </a:cubicBezTo>
                    <a:cubicBezTo>
                      <a:pt x="238" y="60"/>
                      <a:pt x="237" y="60"/>
                      <a:pt x="236" y="59"/>
                    </a:cubicBezTo>
                    <a:cubicBezTo>
                      <a:pt x="235" y="59"/>
                      <a:pt x="234" y="59"/>
                      <a:pt x="234" y="59"/>
                    </a:cubicBezTo>
                    <a:cubicBezTo>
                      <a:pt x="233" y="59"/>
                      <a:pt x="232" y="59"/>
                      <a:pt x="232" y="58"/>
                    </a:cubicBezTo>
                    <a:cubicBezTo>
                      <a:pt x="230" y="58"/>
                      <a:pt x="229" y="57"/>
                      <a:pt x="227" y="57"/>
                    </a:cubicBezTo>
                    <a:cubicBezTo>
                      <a:pt x="226" y="56"/>
                      <a:pt x="224" y="55"/>
                      <a:pt x="223" y="55"/>
                    </a:cubicBezTo>
                    <a:cubicBezTo>
                      <a:pt x="221" y="54"/>
                      <a:pt x="219" y="54"/>
                      <a:pt x="217" y="53"/>
                    </a:cubicBezTo>
                    <a:cubicBezTo>
                      <a:pt x="215" y="53"/>
                      <a:pt x="214" y="52"/>
                      <a:pt x="212" y="52"/>
                    </a:cubicBezTo>
                    <a:cubicBezTo>
                      <a:pt x="210" y="51"/>
                      <a:pt x="208" y="52"/>
                      <a:pt x="206" y="52"/>
                    </a:cubicBezTo>
                    <a:cubicBezTo>
                      <a:pt x="204" y="52"/>
                      <a:pt x="201" y="52"/>
                      <a:pt x="199" y="52"/>
                    </a:cubicBezTo>
                    <a:cubicBezTo>
                      <a:pt x="198" y="53"/>
                      <a:pt x="196" y="54"/>
                      <a:pt x="194" y="55"/>
                    </a:cubicBezTo>
                    <a:cubicBezTo>
                      <a:pt x="193" y="55"/>
                      <a:pt x="191" y="56"/>
                      <a:pt x="190" y="57"/>
                    </a:cubicBezTo>
                    <a:cubicBezTo>
                      <a:pt x="188" y="59"/>
                      <a:pt x="187" y="59"/>
                      <a:pt x="186" y="60"/>
                    </a:cubicBezTo>
                    <a:cubicBezTo>
                      <a:pt x="184" y="62"/>
                      <a:pt x="183" y="63"/>
                      <a:pt x="182" y="65"/>
                    </a:cubicBezTo>
                    <a:cubicBezTo>
                      <a:pt x="181" y="66"/>
                      <a:pt x="180" y="66"/>
                      <a:pt x="179" y="67"/>
                    </a:cubicBezTo>
                    <a:cubicBezTo>
                      <a:pt x="178" y="68"/>
                      <a:pt x="178" y="69"/>
                      <a:pt x="177" y="70"/>
                    </a:cubicBezTo>
                    <a:cubicBezTo>
                      <a:pt x="176" y="70"/>
                      <a:pt x="175" y="71"/>
                      <a:pt x="174" y="72"/>
                    </a:cubicBezTo>
                    <a:cubicBezTo>
                      <a:pt x="174" y="72"/>
                      <a:pt x="173" y="73"/>
                      <a:pt x="172" y="73"/>
                    </a:cubicBezTo>
                    <a:cubicBezTo>
                      <a:pt x="172" y="74"/>
                      <a:pt x="171" y="75"/>
                      <a:pt x="171" y="75"/>
                    </a:cubicBezTo>
                    <a:cubicBezTo>
                      <a:pt x="170" y="75"/>
                      <a:pt x="170" y="76"/>
                      <a:pt x="169" y="76"/>
                    </a:cubicBezTo>
                    <a:cubicBezTo>
                      <a:pt x="168" y="77"/>
                      <a:pt x="166" y="76"/>
                      <a:pt x="165" y="76"/>
                    </a:cubicBezTo>
                    <a:cubicBezTo>
                      <a:pt x="164" y="76"/>
                      <a:pt x="162" y="76"/>
                      <a:pt x="161" y="76"/>
                    </a:cubicBezTo>
                    <a:cubicBezTo>
                      <a:pt x="160" y="76"/>
                      <a:pt x="159" y="75"/>
                      <a:pt x="158" y="74"/>
                    </a:cubicBezTo>
                    <a:cubicBezTo>
                      <a:pt x="157" y="73"/>
                      <a:pt x="156" y="72"/>
                      <a:pt x="154" y="72"/>
                    </a:cubicBezTo>
                    <a:cubicBezTo>
                      <a:pt x="153" y="71"/>
                      <a:pt x="151" y="71"/>
                      <a:pt x="149" y="71"/>
                    </a:cubicBezTo>
                    <a:cubicBezTo>
                      <a:pt x="148" y="71"/>
                      <a:pt x="147" y="71"/>
                      <a:pt x="145" y="71"/>
                    </a:cubicBezTo>
                    <a:cubicBezTo>
                      <a:pt x="144" y="72"/>
                      <a:pt x="143" y="73"/>
                      <a:pt x="142" y="73"/>
                    </a:cubicBezTo>
                    <a:cubicBezTo>
                      <a:pt x="140" y="75"/>
                      <a:pt x="138" y="76"/>
                      <a:pt x="136" y="77"/>
                    </a:cubicBezTo>
                    <a:cubicBezTo>
                      <a:pt x="135" y="77"/>
                      <a:pt x="133" y="78"/>
                      <a:pt x="131" y="78"/>
                    </a:cubicBezTo>
                    <a:cubicBezTo>
                      <a:pt x="128" y="78"/>
                      <a:pt x="125" y="78"/>
                      <a:pt x="122" y="78"/>
                    </a:cubicBezTo>
                    <a:cubicBezTo>
                      <a:pt x="120" y="78"/>
                      <a:pt x="118" y="79"/>
                      <a:pt x="116" y="79"/>
                    </a:cubicBezTo>
                    <a:cubicBezTo>
                      <a:pt x="114" y="80"/>
                      <a:pt x="112" y="80"/>
                      <a:pt x="110" y="80"/>
                    </a:cubicBezTo>
                    <a:cubicBezTo>
                      <a:pt x="108" y="81"/>
                      <a:pt x="107" y="81"/>
                      <a:pt x="105" y="81"/>
                    </a:cubicBezTo>
                    <a:cubicBezTo>
                      <a:pt x="103" y="81"/>
                      <a:pt x="101" y="82"/>
                      <a:pt x="99" y="82"/>
                    </a:cubicBezTo>
                    <a:cubicBezTo>
                      <a:pt x="98" y="82"/>
                      <a:pt x="97" y="82"/>
                      <a:pt x="97" y="82"/>
                    </a:cubicBezTo>
                    <a:cubicBezTo>
                      <a:pt x="94" y="86"/>
                      <a:pt x="94" y="86"/>
                      <a:pt x="94" y="86"/>
                    </a:cubicBezTo>
                    <a:cubicBezTo>
                      <a:pt x="94" y="83"/>
                      <a:pt x="94" y="83"/>
                      <a:pt x="94" y="83"/>
                    </a:cubicBezTo>
                    <a:cubicBezTo>
                      <a:pt x="94" y="83"/>
                      <a:pt x="94" y="83"/>
                      <a:pt x="94" y="83"/>
                    </a:cubicBezTo>
                    <a:cubicBezTo>
                      <a:pt x="95" y="82"/>
                      <a:pt x="95" y="82"/>
                      <a:pt x="96" y="82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2"/>
                      <a:pt x="95" y="82"/>
                      <a:pt x="94" y="83"/>
                    </a:cubicBezTo>
                    <a:cubicBezTo>
                      <a:pt x="93" y="83"/>
                      <a:pt x="92" y="83"/>
                      <a:pt x="92" y="83"/>
                    </a:cubicBezTo>
                    <a:cubicBezTo>
                      <a:pt x="91" y="83"/>
                      <a:pt x="90" y="83"/>
                      <a:pt x="90" y="83"/>
                    </a:cubicBezTo>
                    <a:cubicBezTo>
                      <a:pt x="89" y="83"/>
                      <a:pt x="88" y="83"/>
                      <a:pt x="87" y="83"/>
                    </a:cubicBezTo>
                    <a:cubicBezTo>
                      <a:pt x="85" y="83"/>
                      <a:pt x="84" y="83"/>
                      <a:pt x="82" y="83"/>
                    </a:cubicBezTo>
                    <a:cubicBezTo>
                      <a:pt x="81" y="83"/>
                      <a:pt x="80" y="84"/>
                      <a:pt x="79" y="84"/>
                    </a:cubicBezTo>
                    <a:cubicBezTo>
                      <a:pt x="78" y="84"/>
                      <a:pt x="76" y="84"/>
                      <a:pt x="75" y="84"/>
                    </a:cubicBezTo>
                    <a:cubicBezTo>
                      <a:pt x="71" y="83"/>
                      <a:pt x="68" y="84"/>
                      <a:pt x="64" y="84"/>
                    </a:cubicBezTo>
                    <a:cubicBezTo>
                      <a:pt x="63" y="84"/>
                      <a:pt x="61" y="83"/>
                      <a:pt x="60" y="84"/>
                    </a:cubicBezTo>
                    <a:cubicBezTo>
                      <a:pt x="59" y="84"/>
                      <a:pt x="58" y="84"/>
                      <a:pt x="57" y="84"/>
                    </a:cubicBezTo>
                    <a:cubicBezTo>
                      <a:pt x="51" y="84"/>
                      <a:pt x="46" y="85"/>
                      <a:pt x="41" y="85"/>
                    </a:cubicBezTo>
                    <a:cubicBezTo>
                      <a:pt x="39" y="85"/>
                      <a:pt x="37" y="85"/>
                      <a:pt x="35" y="85"/>
                    </a:cubicBezTo>
                    <a:cubicBezTo>
                      <a:pt x="33" y="85"/>
                      <a:pt x="31" y="84"/>
                      <a:pt x="29" y="84"/>
                    </a:cubicBezTo>
                    <a:cubicBezTo>
                      <a:pt x="26" y="84"/>
                      <a:pt x="24" y="83"/>
                      <a:pt x="22" y="83"/>
                    </a:cubicBezTo>
                    <a:cubicBezTo>
                      <a:pt x="20" y="82"/>
                      <a:pt x="19" y="81"/>
                      <a:pt x="18" y="80"/>
                    </a:cubicBezTo>
                    <a:cubicBezTo>
                      <a:pt x="15" y="78"/>
                      <a:pt x="13" y="76"/>
                      <a:pt x="11" y="74"/>
                    </a:cubicBezTo>
                    <a:cubicBezTo>
                      <a:pt x="9" y="73"/>
                      <a:pt x="8" y="72"/>
                      <a:pt x="6" y="70"/>
                    </a:cubicBezTo>
                    <a:cubicBezTo>
                      <a:pt x="6" y="69"/>
                      <a:pt x="5" y="69"/>
                      <a:pt x="4" y="68"/>
                    </a:cubicBezTo>
                    <a:cubicBezTo>
                      <a:pt x="4" y="67"/>
                      <a:pt x="4" y="66"/>
                      <a:pt x="3" y="66"/>
                    </a:cubicBezTo>
                    <a:cubicBezTo>
                      <a:pt x="3" y="64"/>
                      <a:pt x="2" y="62"/>
                      <a:pt x="1" y="60"/>
                    </a:cubicBezTo>
                    <a:cubicBezTo>
                      <a:pt x="1" y="59"/>
                      <a:pt x="1" y="58"/>
                      <a:pt x="1" y="57"/>
                    </a:cubicBezTo>
                    <a:cubicBezTo>
                      <a:pt x="1" y="57"/>
                      <a:pt x="0" y="56"/>
                      <a:pt x="0" y="55"/>
                    </a:cubicBezTo>
                    <a:cubicBezTo>
                      <a:pt x="0" y="54"/>
                      <a:pt x="1" y="53"/>
                      <a:pt x="1" y="53"/>
                    </a:cubicBezTo>
                    <a:cubicBezTo>
                      <a:pt x="1" y="52"/>
                      <a:pt x="1" y="51"/>
                      <a:pt x="1" y="50"/>
                    </a:cubicBezTo>
                    <a:cubicBezTo>
                      <a:pt x="1" y="49"/>
                      <a:pt x="2" y="48"/>
                      <a:pt x="2" y="47"/>
                    </a:cubicBezTo>
                    <a:cubicBezTo>
                      <a:pt x="2" y="47"/>
                      <a:pt x="3" y="46"/>
                      <a:pt x="3" y="45"/>
                    </a:cubicBezTo>
                    <a:cubicBezTo>
                      <a:pt x="4" y="43"/>
                      <a:pt x="4" y="41"/>
                      <a:pt x="6" y="40"/>
                    </a:cubicBezTo>
                    <a:cubicBezTo>
                      <a:pt x="6" y="39"/>
                      <a:pt x="7" y="39"/>
                      <a:pt x="8" y="38"/>
                    </a:cubicBezTo>
                    <a:cubicBezTo>
                      <a:pt x="9" y="37"/>
                      <a:pt x="9" y="37"/>
                      <a:pt x="10" y="36"/>
                    </a:cubicBezTo>
                    <a:cubicBezTo>
                      <a:pt x="11" y="35"/>
                      <a:pt x="12" y="34"/>
                      <a:pt x="12" y="34"/>
                    </a:cubicBezTo>
                    <a:cubicBezTo>
                      <a:pt x="13" y="32"/>
                      <a:pt x="14" y="31"/>
                      <a:pt x="15" y="30"/>
                    </a:cubicBezTo>
                    <a:cubicBezTo>
                      <a:pt x="16" y="28"/>
                      <a:pt x="17" y="27"/>
                      <a:pt x="18" y="26"/>
                    </a:cubicBezTo>
                    <a:cubicBezTo>
                      <a:pt x="19" y="25"/>
                      <a:pt x="20" y="24"/>
                      <a:pt x="20" y="24"/>
                    </a:cubicBezTo>
                    <a:cubicBezTo>
                      <a:pt x="21" y="23"/>
                      <a:pt x="22" y="22"/>
                      <a:pt x="22" y="20"/>
                    </a:cubicBezTo>
                    <a:cubicBezTo>
                      <a:pt x="22" y="19"/>
                      <a:pt x="21" y="19"/>
                      <a:pt x="21" y="18"/>
                    </a:cubicBezTo>
                    <a:cubicBezTo>
                      <a:pt x="21" y="16"/>
                      <a:pt x="21" y="15"/>
                      <a:pt x="20" y="14"/>
                    </a:cubicBezTo>
                    <a:cubicBezTo>
                      <a:pt x="19" y="12"/>
                      <a:pt x="19" y="9"/>
                      <a:pt x="19" y="7"/>
                    </a:cubicBezTo>
                    <a:cubicBezTo>
                      <a:pt x="19" y="4"/>
                      <a:pt x="19" y="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7" y="6"/>
                      <a:pt x="30" y="10"/>
                      <a:pt x="33" y="13"/>
                    </a:cubicBezTo>
                    <a:cubicBezTo>
                      <a:pt x="35" y="14"/>
                      <a:pt x="37" y="15"/>
                      <a:pt x="39" y="17"/>
                    </a:cubicBezTo>
                    <a:cubicBezTo>
                      <a:pt x="41" y="18"/>
                      <a:pt x="43" y="19"/>
                      <a:pt x="44" y="20"/>
                    </a:cubicBezTo>
                    <a:cubicBezTo>
                      <a:pt x="48" y="23"/>
                      <a:pt x="53" y="26"/>
                      <a:pt x="58" y="27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71" y="33"/>
                      <a:pt x="74" y="34"/>
                      <a:pt x="77" y="34"/>
                    </a:cubicBezTo>
                    <a:cubicBezTo>
                      <a:pt x="79" y="35"/>
                      <a:pt x="80" y="35"/>
                      <a:pt x="82" y="34"/>
                    </a:cubicBezTo>
                    <a:cubicBezTo>
                      <a:pt x="83" y="33"/>
                      <a:pt x="85" y="31"/>
                      <a:pt x="87" y="30"/>
                    </a:cubicBezTo>
                    <a:cubicBezTo>
                      <a:pt x="89" y="29"/>
                      <a:pt x="91" y="29"/>
                      <a:pt x="93" y="28"/>
                    </a:cubicBezTo>
                    <a:cubicBezTo>
                      <a:pt x="95" y="26"/>
                      <a:pt x="98" y="25"/>
                      <a:pt x="101" y="23"/>
                    </a:cubicBezTo>
                    <a:cubicBezTo>
                      <a:pt x="104" y="21"/>
                      <a:pt x="108" y="18"/>
                      <a:pt x="111" y="15"/>
                    </a:cubicBezTo>
                    <a:cubicBezTo>
                      <a:pt x="114" y="13"/>
                      <a:pt x="116" y="12"/>
                      <a:pt x="119" y="11"/>
                    </a:cubicBezTo>
                    <a:cubicBezTo>
                      <a:pt x="121" y="11"/>
                      <a:pt x="124" y="10"/>
                      <a:pt x="126" y="10"/>
                    </a:cubicBezTo>
                    <a:cubicBezTo>
                      <a:pt x="129" y="10"/>
                      <a:pt x="131" y="10"/>
                      <a:pt x="133" y="11"/>
                    </a:cubicBezTo>
                    <a:cubicBezTo>
                      <a:pt x="136" y="12"/>
                      <a:pt x="138" y="13"/>
                      <a:pt x="140" y="14"/>
                    </a:cubicBezTo>
                    <a:cubicBezTo>
                      <a:pt x="145" y="16"/>
                      <a:pt x="150" y="20"/>
                      <a:pt x="155" y="19"/>
                    </a:cubicBezTo>
                    <a:cubicBezTo>
                      <a:pt x="157" y="18"/>
                      <a:pt x="158" y="18"/>
                      <a:pt x="159" y="17"/>
                    </a:cubicBezTo>
                    <a:cubicBezTo>
                      <a:pt x="161" y="17"/>
                      <a:pt x="163" y="16"/>
                      <a:pt x="165" y="16"/>
                    </a:cubicBezTo>
                    <a:cubicBezTo>
                      <a:pt x="169" y="15"/>
                      <a:pt x="172" y="14"/>
                      <a:pt x="175" y="12"/>
                    </a:cubicBezTo>
                    <a:cubicBezTo>
                      <a:pt x="178" y="10"/>
                      <a:pt x="183" y="10"/>
                      <a:pt x="187" y="10"/>
                    </a:cubicBezTo>
                    <a:cubicBezTo>
                      <a:pt x="189" y="10"/>
                      <a:pt x="191" y="9"/>
                      <a:pt x="194" y="9"/>
                    </a:cubicBezTo>
                    <a:cubicBezTo>
                      <a:pt x="195" y="9"/>
                      <a:pt x="196" y="9"/>
                      <a:pt x="197" y="9"/>
                    </a:cubicBezTo>
                    <a:cubicBezTo>
                      <a:pt x="199" y="9"/>
                      <a:pt x="200" y="9"/>
                      <a:pt x="201" y="10"/>
                    </a:cubicBezTo>
                    <a:cubicBezTo>
                      <a:pt x="203" y="10"/>
                      <a:pt x="205" y="12"/>
                      <a:pt x="206" y="13"/>
                    </a:cubicBezTo>
                    <a:cubicBezTo>
                      <a:pt x="208" y="14"/>
                      <a:pt x="209" y="15"/>
                      <a:pt x="211" y="17"/>
                    </a:cubicBezTo>
                    <a:cubicBezTo>
                      <a:pt x="213" y="19"/>
                      <a:pt x="216" y="22"/>
                      <a:pt x="219" y="22"/>
                    </a:cubicBezTo>
                    <a:cubicBezTo>
                      <a:pt x="222" y="22"/>
                      <a:pt x="224" y="21"/>
                      <a:pt x="226" y="21"/>
                    </a:cubicBezTo>
                    <a:cubicBezTo>
                      <a:pt x="230" y="20"/>
                      <a:pt x="233" y="20"/>
                      <a:pt x="237" y="20"/>
                    </a:cubicBezTo>
                    <a:cubicBezTo>
                      <a:pt x="240" y="20"/>
                      <a:pt x="243" y="20"/>
                      <a:pt x="246" y="20"/>
                    </a:cubicBezTo>
                    <a:cubicBezTo>
                      <a:pt x="249" y="20"/>
                      <a:pt x="251" y="23"/>
                      <a:pt x="253" y="25"/>
                    </a:cubicBezTo>
                    <a:cubicBezTo>
                      <a:pt x="255" y="27"/>
                      <a:pt x="257" y="30"/>
                      <a:pt x="259" y="32"/>
                    </a:cubicBezTo>
                    <a:cubicBezTo>
                      <a:pt x="263" y="35"/>
                      <a:pt x="269" y="29"/>
                      <a:pt x="273" y="28"/>
                    </a:cubicBezTo>
                    <a:cubicBezTo>
                      <a:pt x="274" y="28"/>
                      <a:pt x="273" y="28"/>
                      <a:pt x="273" y="29"/>
                    </a:cubicBezTo>
                    <a:cubicBezTo>
                      <a:pt x="275" y="28"/>
                      <a:pt x="276" y="28"/>
                      <a:pt x="278" y="28"/>
                    </a:cubicBezTo>
                    <a:cubicBezTo>
                      <a:pt x="281" y="28"/>
                      <a:pt x="283" y="27"/>
                      <a:pt x="286" y="28"/>
                    </a:cubicBezTo>
                    <a:cubicBezTo>
                      <a:pt x="289" y="30"/>
                      <a:pt x="292" y="31"/>
                      <a:pt x="295" y="32"/>
                    </a:cubicBezTo>
                    <a:cubicBezTo>
                      <a:pt x="298" y="33"/>
                      <a:pt x="299" y="34"/>
                      <a:pt x="302" y="36"/>
                    </a:cubicBezTo>
                    <a:cubicBezTo>
                      <a:pt x="303" y="37"/>
                      <a:pt x="305" y="37"/>
                      <a:pt x="306" y="38"/>
                    </a:cubicBezTo>
                    <a:cubicBezTo>
                      <a:pt x="307" y="39"/>
                      <a:pt x="308" y="41"/>
                      <a:pt x="309" y="42"/>
                    </a:cubicBezTo>
                    <a:cubicBezTo>
                      <a:pt x="311" y="45"/>
                      <a:pt x="313" y="46"/>
                      <a:pt x="315" y="48"/>
                    </a:cubicBezTo>
                    <a:cubicBezTo>
                      <a:pt x="317" y="51"/>
                      <a:pt x="320" y="53"/>
                      <a:pt x="323" y="55"/>
                    </a:cubicBezTo>
                    <a:cubicBezTo>
                      <a:pt x="324" y="56"/>
                      <a:pt x="326" y="57"/>
                      <a:pt x="327" y="58"/>
                    </a:cubicBezTo>
                    <a:cubicBezTo>
                      <a:pt x="329" y="59"/>
                      <a:pt x="331" y="60"/>
                      <a:pt x="333" y="61"/>
                    </a:cubicBezTo>
                    <a:cubicBezTo>
                      <a:pt x="336" y="64"/>
                      <a:pt x="338" y="66"/>
                      <a:pt x="342" y="68"/>
                    </a:cubicBezTo>
                    <a:cubicBezTo>
                      <a:pt x="344" y="70"/>
                      <a:pt x="347" y="70"/>
                      <a:pt x="350" y="71"/>
                    </a:cubicBezTo>
                    <a:cubicBezTo>
                      <a:pt x="353" y="72"/>
                      <a:pt x="355" y="74"/>
                      <a:pt x="357" y="75"/>
                    </a:cubicBezTo>
                    <a:cubicBezTo>
                      <a:pt x="358" y="76"/>
                      <a:pt x="360" y="77"/>
                      <a:pt x="360" y="79"/>
                    </a:cubicBezTo>
                    <a:cubicBezTo>
                      <a:pt x="362" y="84"/>
                      <a:pt x="358" y="88"/>
                      <a:pt x="359" y="93"/>
                    </a:cubicBezTo>
                    <a:cubicBezTo>
                      <a:pt x="360" y="95"/>
                      <a:pt x="361" y="95"/>
                      <a:pt x="363" y="96"/>
                    </a:cubicBezTo>
                    <a:cubicBezTo>
                      <a:pt x="364" y="97"/>
                      <a:pt x="366" y="99"/>
                      <a:pt x="368" y="99"/>
                    </a:cubicBezTo>
                    <a:cubicBezTo>
                      <a:pt x="369" y="100"/>
                      <a:pt x="370" y="100"/>
                      <a:pt x="371" y="101"/>
                    </a:cubicBezTo>
                    <a:cubicBezTo>
                      <a:pt x="373" y="102"/>
                      <a:pt x="375" y="102"/>
                      <a:pt x="376" y="104"/>
                    </a:cubicBezTo>
                    <a:cubicBezTo>
                      <a:pt x="378" y="105"/>
                      <a:pt x="380" y="107"/>
                      <a:pt x="382" y="108"/>
                    </a:cubicBezTo>
                    <a:cubicBezTo>
                      <a:pt x="384" y="109"/>
                      <a:pt x="387" y="111"/>
                      <a:pt x="390" y="112"/>
                    </a:cubicBezTo>
                    <a:cubicBezTo>
                      <a:pt x="395" y="114"/>
                      <a:pt x="400" y="117"/>
                      <a:pt x="405" y="119"/>
                    </a:cubicBezTo>
                    <a:cubicBezTo>
                      <a:pt x="409" y="122"/>
                      <a:pt x="413" y="125"/>
                      <a:pt x="418" y="127"/>
                    </a:cubicBezTo>
                    <a:cubicBezTo>
                      <a:pt x="420" y="128"/>
                      <a:pt x="423" y="129"/>
                      <a:pt x="425" y="129"/>
                    </a:cubicBezTo>
                    <a:cubicBezTo>
                      <a:pt x="428" y="129"/>
                      <a:pt x="431" y="129"/>
                      <a:pt x="434" y="130"/>
                    </a:cubicBezTo>
                    <a:cubicBezTo>
                      <a:pt x="439" y="132"/>
                      <a:pt x="443" y="135"/>
                      <a:pt x="448" y="137"/>
                    </a:cubicBezTo>
                    <a:cubicBezTo>
                      <a:pt x="450" y="137"/>
                      <a:pt x="452" y="137"/>
                      <a:pt x="454" y="138"/>
                    </a:cubicBezTo>
                    <a:cubicBezTo>
                      <a:pt x="457" y="138"/>
                      <a:pt x="459" y="139"/>
                      <a:pt x="461" y="140"/>
                    </a:cubicBezTo>
                    <a:cubicBezTo>
                      <a:pt x="464" y="142"/>
                      <a:pt x="468" y="143"/>
                      <a:pt x="471" y="144"/>
                    </a:cubicBezTo>
                    <a:cubicBezTo>
                      <a:pt x="474" y="146"/>
                      <a:pt x="476" y="147"/>
                      <a:pt x="478" y="149"/>
                    </a:cubicBezTo>
                    <a:cubicBezTo>
                      <a:pt x="481" y="151"/>
                      <a:pt x="482" y="153"/>
                      <a:pt x="485" y="155"/>
                    </a:cubicBezTo>
                    <a:cubicBezTo>
                      <a:pt x="488" y="158"/>
                      <a:pt x="491" y="160"/>
                      <a:pt x="494" y="163"/>
                    </a:cubicBezTo>
                    <a:cubicBezTo>
                      <a:pt x="498" y="167"/>
                      <a:pt x="501" y="171"/>
                      <a:pt x="505" y="174"/>
                    </a:cubicBezTo>
                    <a:cubicBezTo>
                      <a:pt x="508" y="177"/>
                      <a:pt x="511" y="179"/>
                      <a:pt x="514" y="182"/>
                    </a:cubicBezTo>
                    <a:cubicBezTo>
                      <a:pt x="519" y="185"/>
                      <a:pt x="523" y="188"/>
                      <a:pt x="527" y="191"/>
                    </a:cubicBezTo>
                    <a:cubicBezTo>
                      <a:pt x="531" y="194"/>
                      <a:pt x="534" y="196"/>
                      <a:pt x="537" y="199"/>
                    </a:cubicBezTo>
                    <a:cubicBezTo>
                      <a:pt x="539" y="201"/>
                      <a:pt x="542" y="203"/>
                      <a:pt x="545" y="204"/>
                    </a:cubicBezTo>
                    <a:cubicBezTo>
                      <a:pt x="550" y="207"/>
                      <a:pt x="556" y="208"/>
                      <a:pt x="560" y="212"/>
                    </a:cubicBezTo>
                    <a:cubicBezTo>
                      <a:pt x="562" y="214"/>
                      <a:pt x="564" y="215"/>
                      <a:pt x="566" y="217"/>
                    </a:cubicBezTo>
                    <a:cubicBezTo>
                      <a:pt x="568" y="219"/>
                      <a:pt x="571" y="220"/>
                      <a:pt x="573" y="220"/>
                    </a:cubicBezTo>
                    <a:cubicBezTo>
                      <a:pt x="577" y="222"/>
                      <a:pt x="582" y="223"/>
                      <a:pt x="586" y="224"/>
                    </a:cubicBezTo>
                    <a:cubicBezTo>
                      <a:pt x="588" y="225"/>
                      <a:pt x="590" y="225"/>
                      <a:pt x="593" y="225"/>
                    </a:cubicBezTo>
                    <a:cubicBezTo>
                      <a:pt x="596" y="225"/>
                      <a:pt x="599" y="226"/>
                      <a:pt x="602" y="226"/>
                    </a:cubicBezTo>
                    <a:cubicBezTo>
                      <a:pt x="605" y="226"/>
                      <a:pt x="608" y="226"/>
                      <a:pt x="611" y="225"/>
                    </a:cubicBezTo>
                    <a:cubicBezTo>
                      <a:pt x="616" y="225"/>
                      <a:pt x="621" y="225"/>
                      <a:pt x="625" y="229"/>
                    </a:cubicBezTo>
                    <a:cubicBezTo>
                      <a:pt x="626" y="231"/>
                      <a:pt x="628" y="232"/>
                      <a:pt x="630" y="234"/>
                    </a:cubicBezTo>
                    <a:cubicBezTo>
                      <a:pt x="632" y="235"/>
                      <a:pt x="633" y="236"/>
                      <a:pt x="635" y="237"/>
                    </a:cubicBezTo>
                    <a:cubicBezTo>
                      <a:pt x="637" y="239"/>
                      <a:pt x="640" y="240"/>
                      <a:pt x="643" y="241"/>
                    </a:cubicBezTo>
                    <a:cubicBezTo>
                      <a:pt x="647" y="242"/>
                      <a:pt x="651" y="242"/>
                      <a:pt x="655" y="243"/>
                    </a:cubicBezTo>
                    <a:cubicBezTo>
                      <a:pt x="658" y="243"/>
                      <a:pt x="662" y="243"/>
                      <a:pt x="665" y="244"/>
                    </a:cubicBezTo>
                    <a:cubicBezTo>
                      <a:pt x="669" y="244"/>
                      <a:pt x="672" y="245"/>
                      <a:pt x="675" y="246"/>
                    </a:cubicBezTo>
                    <a:cubicBezTo>
                      <a:pt x="680" y="247"/>
                      <a:pt x="685" y="248"/>
                      <a:pt x="690" y="249"/>
                    </a:cubicBezTo>
                    <a:cubicBezTo>
                      <a:pt x="692" y="250"/>
                      <a:pt x="693" y="251"/>
                      <a:pt x="695" y="252"/>
                    </a:cubicBezTo>
                    <a:cubicBezTo>
                      <a:pt x="697" y="252"/>
                      <a:pt x="700" y="253"/>
                      <a:pt x="702" y="254"/>
                    </a:cubicBezTo>
                    <a:cubicBezTo>
                      <a:pt x="710" y="257"/>
                      <a:pt x="717" y="263"/>
                      <a:pt x="725" y="267"/>
                    </a:cubicBezTo>
                    <a:cubicBezTo>
                      <a:pt x="733" y="269"/>
                      <a:pt x="740" y="272"/>
                      <a:pt x="748" y="275"/>
                    </a:cubicBezTo>
                    <a:cubicBezTo>
                      <a:pt x="750" y="277"/>
                      <a:pt x="752" y="279"/>
                      <a:pt x="754" y="280"/>
                    </a:cubicBezTo>
                    <a:cubicBezTo>
                      <a:pt x="756" y="282"/>
                      <a:pt x="758" y="282"/>
                      <a:pt x="760" y="283"/>
                    </a:cubicBezTo>
                    <a:cubicBezTo>
                      <a:pt x="761" y="284"/>
                      <a:pt x="763" y="285"/>
                      <a:pt x="766" y="285"/>
                    </a:cubicBezTo>
                    <a:cubicBezTo>
                      <a:pt x="768" y="285"/>
                      <a:pt x="770" y="286"/>
                      <a:pt x="773" y="287"/>
                    </a:cubicBezTo>
                    <a:cubicBezTo>
                      <a:pt x="776" y="288"/>
                      <a:pt x="779" y="289"/>
                      <a:pt x="783" y="290"/>
                    </a:cubicBezTo>
                    <a:cubicBezTo>
                      <a:pt x="786" y="291"/>
                      <a:pt x="791" y="293"/>
                      <a:pt x="794" y="295"/>
                    </a:cubicBezTo>
                    <a:cubicBezTo>
                      <a:pt x="798" y="297"/>
                      <a:pt x="802" y="300"/>
                      <a:pt x="805" y="303"/>
                    </a:cubicBezTo>
                    <a:cubicBezTo>
                      <a:pt x="807" y="306"/>
                      <a:pt x="812" y="308"/>
                      <a:pt x="816" y="309"/>
                    </a:cubicBezTo>
                    <a:cubicBezTo>
                      <a:pt x="815" y="309"/>
                      <a:pt x="816" y="309"/>
                      <a:pt x="816" y="309"/>
                    </a:cubicBezTo>
                    <a:cubicBezTo>
                      <a:pt x="818" y="310"/>
                      <a:pt x="820" y="312"/>
                      <a:pt x="822" y="313"/>
                    </a:cubicBezTo>
                    <a:cubicBezTo>
                      <a:pt x="825" y="315"/>
                      <a:pt x="827" y="319"/>
                      <a:pt x="830" y="322"/>
                    </a:cubicBezTo>
                    <a:cubicBezTo>
                      <a:pt x="832" y="323"/>
                      <a:pt x="833" y="324"/>
                      <a:pt x="835" y="3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" name="Freeform 3596">
                <a:extLst>
                  <a:ext uri="{FF2B5EF4-FFF2-40B4-BE49-F238E27FC236}">
                    <a16:creationId xmlns:a16="http://schemas.microsoft.com/office/drawing/2014/main" id="{24631917-E3B1-8449-883E-3FFBC8B5F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1" y="2722"/>
                <a:ext cx="34" cy="53"/>
              </a:xfrm>
              <a:custGeom>
                <a:avLst/>
                <a:gdLst>
                  <a:gd name="T0" fmla="*/ 61 w 83"/>
                  <a:gd name="T1" fmla="*/ 109 h 129"/>
                  <a:gd name="T2" fmla="*/ 61 w 83"/>
                  <a:gd name="T3" fmla="*/ 120 h 129"/>
                  <a:gd name="T4" fmla="*/ 58 w 83"/>
                  <a:gd name="T5" fmla="*/ 127 h 129"/>
                  <a:gd name="T6" fmla="*/ 31 w 83"/>
                  <a:gd name="T7" fmla="*/ 115 h 129"/>
                  <a:gd name="T8" fmla="*/ 15 w 83"/>
                  <a:gd name="T9" fmla="*/ 122 h 129"/>
                  <a:gd name="T10" fmla="*/ 14 w 83"/>
                  <a:gd name="T11" fmla="*/ 122 h 129"/>
                  <a:gd name="T12" fmla="*/ 4 w 83"/>
                  <a:gd name="T13" fmla="*/ 99 h 129"/>
                  <a:gd name="T14" fmla="*/ 12 w 83"/>
                  <a:gd name="T15" fmla="*/ 90 h 129"/>
                  <a:gd name="T16" fmla="*/ 14 w 83"/>
                  <a:gd name="T17" fmla="*/ 79 h 129"/>
                  <a:gd name="T18" fmla="*/ 4 w 83"/>
                  <a:gd name="T19" fmla="*/ 64 h 129"/>
                  <a:gd name="T20" fmla="*/ 2 w 83"/>
                  <a:gd name="T21" fmla="*/ 52 h 129"/>
                  <a:gd name="T22" fmla="*/ 11 w 83"/>
                  <a:gd name="T23" fmla="*/ 41 h 129"/>
                  <a:gd name="T24" fmla="*/ 15 w 83"/>
                  <a:gd name="T25" fmla="*/ 27 h 129"/>
                  <a:gd name="T26" fmla="*/ 18 w 83"/>
                  <a:gd name="T27" fmla="*/ 10 h 129"/>
                  <a:gd name="T28" fmla="*/ 23 w 83"/>
                  <a:gd name="T29" fmla="*/ 0 h 129"/>
                  <a:gd name="T30" fmla="*/ 27 w 83"/>
                  <a:gd name="T31" fmla="*/ 9 h 129"/>
                  <a:gd name="T32" fmla="*/ 31 w 83"/>
                  <a:gd name="T33" fmla="*/ 23 h 129"/>
                  <a:gd name="T34" fmla="*/ 35 w 83"/>
                  <a:gd name="T35" fmla="*/ 35 h 129"/>
                  <a:gd name="T36" fmla="*/ 37 w 83"/>
                  <a:gd name="T37" fmla="*/ 49 h 129"/>
                  <a:gd name="T38" fmla="*/ 45 w 83"/>
                  <a:gd name="T39" fmla="*/ 59 h 129"/>
                  <a:gd name="T40" fmla="*/ 54 w 83"/>
                  <a:gd name="T41" fmla="*/ 68 h 129"/>
                  <a:gd name="T42" fmla="*/ 64 w 83"/>
                  <a:gd name="T43" fmla="*/ 74 h 129"/>
                  <a:gd name="T44" fmla="*/ 76 w 83"/>
                  <a:gd name="T45" fmla="*/ 85 h 129"/>
                  <a:gd name="T46" fmla="*/ 81 w 83"/>
                  <a:gd name="T47" fmla="*/ 93 h 129"/>
                  <a:gd name="T48" fmla="*/ 83 w 83"/>
                  <a:gd name="T49" fmla="*/ 99 h 129"/>
                  <a:gd name="T50" fmla="*/ 61 w 83"/>
                  <a:gd name="T51" fmla="*/ 10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3" h="129">
                    <a:moveTo>
                      <a:pt x="61" y="109"/>
                    </a:moveTo>
                    <a:cubicBezTo>
                      <a:pt x="61" y="109"/>
                      <a:pt x="58" y="114"/>
                      <a:pt x="61" y="120"/>
                    </a:cubicBezTo>
                    <a:cubicBezTo>
                      <a:pt x="65" y="126"/>
                      <a:pt x="63" y="129"/>
                      <a:pt x="58" y="127"/>
                    </a:cubicBezTo>
                    <a:cubicBezTo>
                      <a:pt x="53" y="126"/>
                      <a:pt x="40" y="113"/>
                      <a:pt x="31" y="115"/>
                    </a:cubicBezTo>
                    <a:cubicBezTo>
                      <a:pt x="25" y="116"/>
                      <a:pt x="16" y="119"/>
                      <a:pt x="15" y="122"/>
                    </a:cubicBezTo>
                    <a:cubicBezTo>
                      <a:pt x="15" y="122"/>
                      <a:pt x="14" y="122"/>
                      <a:pt x="14" y="122"/>
                    </a:cubicBezTo>
                    <a:cubicBezTo>
                      <a:pt x="5" y="119"/>
                      <a:pt x="1" y="108"/>
                      <a:pt x="4" y="99"/>
                    </a:cubicBezTo>
                    <a:cubicBezTo>
                      <a:pt x="6" y="95"/>
                      <a:pt x="9" y="93"/>
                      <a:pt x="12" y="90"/>
                    </a:cubicBezTo>
                    <a:cubicBezTo>
                      <a:pt x="14" y="87"/>
                      <a:pt x="15" y="83"/>
                      <a:pt x="14" y="79"/>
                    </a:cubicBezTo>
                    <a:cubicBezTo>
                      <a:pt x="12" y="73"/>
                      <a:pt x="8" y="69"/>
                      <a:pt x="4" y="64"/>
                    </a:cubicBezTo>
                    <a:cubicBezTo>
                      <a:pt x="2" y="60"/>
                      <a:pt x="0" y="57"/>
                      <a:pt x="2" y="52"/>
                    </a:cubicBezTo>
                    <a:cubicBezTo>
                      <a:pt x="4" y="48"/>
                      <a:pt x="8" y="45"/>
                      <a:pt x="11" y="41"/>
                    </a:cubicBezTo>
                    <a:cubicBezTo>
                      <a:pt x="13" y="37"/>
                      <a:pt x="14" y="32"/>
                      <a:pt x="15" y="27"/>
                    </a:cubicBezTo>
                    <a:cubicBezTo>
                      <a:pt x="15" y="22"/>
                      <a:pt x="16" y="16"/>
                      <a:pt x="18" y="10"/>
                    </a:cubicBezTo>
                    <a:cubicBezTo>
                      <a:pt x="18" y="8"/>
                      <a:pt x="21" y="0"/>
                      <a:pt x="23" y="0"/>
                    </a:cubicBezTo>
                    <a:cubicBezTo>
                      <a:pt x="26" y="0"/>
                      <a:pt x="26" y="8"/>
                      <a:pt x="27" y="9"/>
                    </a:cubicBezTo>
                    <a:cubicBezTo>
                      <a:pt x="28" y="14"/>
                      <a:pt x="29" y="18"/>
                      <a:pt x="31" y="23"/>
                    </a:cubicBezTo>
                    <a:cubicBezTo>
                      <a:pt x="33" y="27"/>
                      <a:pt x="34" y="30"/>
                      <a:pt x="35" y="35"/>
                    </a:cubicBezTo>
                    <a:cubicBezTo>
                      <a:pt x="35" y="39"/>
                      <a:pt x="36" y="45"/>
                      <a:pt x="37" y="49"/>
                    </a:cubicBezTo>
                    <a:cubicBezTo>
                      <a:pt x="39" y="53"/>
                      <a:pt x="42" y="56"/>
                      <a:pt x="45" y="59"/>
                    </a:cubicBezTo>
                    <a:cubicBezTo>
                      <a:pt x="48" y="62"/>
                      <a:pt x="51" y="65"/>
                      <a:pt x="54" y="68"/>
                    </a:cubicBezTo>
                    <a:cubicBezTo>
                      <a:pt x="57" y="71"/>
                      <a:pt x="61" y="72"/>
                      <a:pt x="64" y="74"/>
                    </a:cubicBezTo>
                    <a:cubicBezTo>
                      <a:pt x="69" y="77"/>
                      <a:pt x="73" y="80"/>
                      <a:pt x="76" y="85"/>
                    </a:cubicBezTo>
                    <a:cubicBezTo>
                      <a:pt x="78" y="88"/>
                      <a:pt x="79" y="90"/>
                      <a:pt x="81" y="93"/>
                    </a:cubicBezTo>
                    <a:cubicBezTo>
                      <a:pt x="81" y="94"/>
                      <a:pt x="82" y="96"/>
                      <a:pt x="83" y="99"/>
                    </a:cubicBezTo>
                    <a:cubicBezTo>
                      <a:pt x="71" y="104"/>
                      <a:pt x="61" y="109"/>
                      <a:pt x="61" y="10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" name="Freeform 3597">
                <a:extLst>
                  <a:ext uri="{FF2B5EF4-FFF2-40B4-BE49-F238E27FC236}">
                    <a16:creationId xmlns:a16="http://schemas.microsoft.com/office/drawing/2014/main" id="{B9AEA0FB-2024-5945-8115-E521A4BFF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2" y="2713"/>
                <a:ext cx="35" cy="49"/>
              </a:xfrm>
              <a:custGeom>
                <a:avLst/>
                <a:gdLst>
                  <a:gd name="T0" fmla="*/ 60 w 86"/>
                  <a:gd name="T1" fmla="*/ 115 h 120"/>
                  <a:gd name="T2" fmla="*/ 37 w 86"/>
                  <a:gd name="T3" fmla="*/ 93 h 120"/>
                  <a:gd name="T4" fmla="*/ 14 w 86"/>
                  <a:gd name="T5" fmla="*/ 68 h 120"/>
                  <a:gd name="T6" fmla="*/ 10 w 86"/>
                  <a:gd name="T7" fmla="*/ 53 h 120"/>
                  <a:gd name="T8" fmla="*/ 5 w 86"/>
                  <a:gd name="T9" fmla="*/ 36 h 120"/>
                  <a:gd name="T10" fmla="*/ 1 w 86"/>
                  <a:gd name="T11" fmla="*/ 19 h 120"/>
                  <a:gd name="T12" fmla="*/ 3 w 86"/>
                  <a:gd name="T13" fmla="*/ 7 h 120"/>
                  <a:gd name="T14" fmla="*/ 19 w 86"/>
                  <a:gd name="T15" fmla="*/ 16 h 120"/>
                  <a:gd name="T16" fmla="*/ 24 w 86"/>
                  <a:gd name="T17" fmla="*/ 27 h 120"/>
                  <a:gd name="T18" fmla="*/ 33 w 86"/>
                  <a:gd name="T19" fmla="*/ 36 h 120"/>
                  <a:gd name="T20" fmla="*/ 61 w 86"/>
                  <a:gd name="T21" fmla="*/ 53 h 120"/>
                  <a:gd name="T22" fmla="*/ 65 w 86"/>
                  <a:gd name="T23" fmla="*/ 74 h 120"/>
                  <a:gd name="T24" fmla="*/ 71 w 86"/>
                  <a:gd name="T25" fmla="*/ 90 h 120"/>
                  <a:gd name="T26" fmla="*/ 79 w 86"/>
                  <a:gd name="T27" fmla="*/ 101 h 120"/>
                  <a:gd name="T28" fmla="*/ 86 w 86"/>
                  <a:gd name="T29" fmla="*/ 108 h 120"/>
                  <a:gd name="T30" fmla="*/ 60 w 86"/>
                  <a:gd name="T31" fmla="*/ 120 h 120"/>
                  <a:gd name="T32" fmla="*/ 60 w 86"/>
                  <a:gd name="T33" fmla="*/ 115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20">
                    <a:moveTo>
                      <a:pt x="60" y="115"/>
                    </a:moveTo>
                    <a:cubicBezTo>
                      <a:pt x="61" y="102"/>
                      <a:pt x="46" y="98"/>
                      <a:pt x="37" y="93"/>
                    </a:cubicBezTo>
                    <a:cubicBezTo>
                      <a:pt x="27" y="87"/>
                      <a:pt x="18" y="79"/>
                      <a:pt x="14" y="68"/>
                    </a:cubicBezTo>
                    <a:cubicBezTo>
                      <a:pt x="13" y="63"/>
                      <a:pt x="12" y="58"/>
                      <a:pt x="10" y="53"/>
                    </a:cubicBezTo>
                    <a:cubicBezTo>
                      <a:pt x="9" y="47"/>
                      <a:pt x="7" y="42"/>
                      <a:pt x="5" y="36"/>
                    </a:cubicBezTo>
                    <a:cubicBezTo>
                      <a:pt x="3" y="31"/>
                      <a:pt x="1" y="25"/>
                      <a:pt x="1" y="19"/>
                    </a:cubicBezTo>
                    <a:cubicBezTo>
                      <a:pt x="0" y="15"/>
                      <a:pt x="0" y="10"/>
                      <a:pt x="3" y="7"/>
                    </a:cubicBezTo>
                    <a:cubicBezTo>
                      <a:pt x="9" y="0"/>
                      <a:pt x="17" y="11"/>
                      <a:pt x="19" y="16"/>
                    </a:cubicBezTo>
                    <a:cubicBezTo>
                      <a:pt x="21" y="20"/>
                      <a:pt x="22" y="23"/>
                      <a:pt x="24" y="27"/>
                    </a:cubicBezTo>
                    <a:cubicBezTo>
                      <a:pt x="27" y="31"/>
                      <a:pt x="30" y="34"/>
                      <a:pt x="33" y="36"/>
                    </a:cubicBezTo>
                    <a:cubicBezTo>
                      <a:pt x="42" y="42"/>
                      <a:pt x="53" y="45"/>
                      <a:pt x="61" y="53"/>
                    </a:cubicBezTo>
                    <a:cubicBezTo>
                      <a:pt x="66" y="59"/>
                      <a:pt x="65" y="66"/>
                      <a:pt x="65" y="74"/>
                    </a:cubicBezTo>
                    <a:cubicBezTo>
                      <a:pt x="65" y="80"/>
                      <a:pt x="67" y="85"/>
                      <a:pt x="71" y="90"/>
                    </a:cubicBezTo>
                    <a:cubicBezTo>
                      <a:pt x="74" y="94"/>
                      <a:pt x="77" y="97"/>
                      <a:pt x="79" y="101"/>
                    </a:cubicBezTo>
                    <a:cubicBezTo>
                      <a:pt x="81" y="103"/>
                      <a:pt x="83" y="107"/>
                      <a:pt x="86" y="108"/>
                    </a:cubicBezTo>
                    <a:cubicBezTo>
                      <a:pt x="79" y="111"/>
                      <a:pt x="70" y="116"/>
                      <a:pt x="60" y="120"/>
                    </a:cubicBezTo>
                    <a:cubicBezTo>
                      <a:pt x="60" y="118"/>
                      <a:pt x="60" y="115"/>
                      <a:pt x="60" y="1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" name="Freeform 3598">
                <a:extLst>
                  <a:ext uri="{FF2B5EF4-FFF2-40B4-BE49-F238E27FC236}">
                    <a16:creationId xmlns:a16="http://schemas.microsoft.com/office/drawing/2014/main" id="{94FC8F16-57BE-E646-AABD-68CE4BA14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2" y="2706"/>
                <a:ext cx="52" cy="50"/>
              </a:xfrm>
              <a:custGeom>
                <a:avLst/>
                <a:gdLst>
                  <a:gd name="T0" fmla="*/ 96 w 126"/>
                  <a:gd name="T1" fmla="*/ 93 h 123"/>
                  <a:gd name="T2" fmla="*/ 91 w 126"/>
                  <a:gd name="T3" fmla="*/ 121 h 123"/>
                  <a:gd name="T4" fmla="*/ 86 w 126"/>
                  <a:gd name="T5" fmla="*/ 123 h 123"/>
                  <a:gd name="T6" fmla="*/ 86 w 126"/>
                  <a:gd name="T7" fmla="*/ 123 h 123"/>
                  <a:gd name="T8" fmla="*/ 80 w 126"/>
                  <a:gd name="T9" fmla="*/ 115 h 123"/>
                  <a:gd name="T10" fmla="*/ 71 w 126"/>
                  <a:gd name="T11" fmla="*/ 106 h 123"/>
                  <a:gd name="T12" fmla="*/ 65 w 126"/>
                  <a:gd name="T13" fmla="*/ 90 h 123"/>
                  <a:gd name="T14" fmla="*/ 66 w 126"/>
                  <a:gd name="T15" fmla="*/ 81 h 123"/>
                  <a:gd name="T16" fmla="*/ 67 w 126"/>
                  <a:gd name="T17" fmla="*/ 72 h 123"/>
                  <a:gd name="T18" fmla="*/ 57 w 126"/>
                  <a:gd name="T19" fmla="*/ 62 h 123"/>
                  <a:gd name="T20" fmla="*/ 44 w 126"/>
                  <a:gd name="T21" fmla="*/ 53 h 123"/>
                  <a:gd name="T22" fmla="*/ 27 w 126"/>
                  <a:gd name="T23" fmla="*/ 43 h 123"/>
                  <a:gd name="T24" fmla="*/ 24 w 126"/>
                  <a:gd name="T25" fmla="*/ 38 h 123"/>
                  <a:gd name="T26" fmla="*/ 21 w 126"/>
                  <a:gd name="T27" fmla="*/ 30 h 123"/>
                  <a:gd name="T28" fmla="*/ 13 w 126"/>
                  <a:gd name="T29" fmla="*/ 19 h 123"/>
                  <a:gd name="T30" fmla="*/ 7 w 126"/>
                  <a:gd name="T31" fmla="*/ 17 h 123"/>
                  <a:gd name="T32" fmla="*/ 1 w 126"/>
                  <a:gd name="T33" fmla="*/ 9 h 123"/>
                  <a:gd name="T34" fmla="*/ 5 w 126"/>
                  <a:gd name="T35" fmla="*/ 0 h 123"/>
                  <a:gd name="T36" fmla="*/ 8 w 126"/>
                  <a:gd name="T37" fmla="*/ 0 h 123"/>
                  <a:gd name="T38" fmla="*/ 17 w 126"/>
                  <a:gd name="T39" fmla="*/ 1 h 123"/>
                  <a:gd name="T40" fmla="*/ 32 w 126"/>
                  <a:gd name="T41" fmla="*/ 9 h 123"/>
                  <a:gd name="T42" fmla="*/ 41 w 126"/>
                  <a:gd name="T43" fmla="*/ 14 h 123"/>
                  <a:gd name="T44" fmla="*/ 48 w 126"/>
                  <a:gd name="T45" fmla="*/ 23 h 123"/>
                  <a:gd name="T46" fmla="*/ 50 w 126"/>
                  <a:gd name="T47" fmla="*/ 28 h 123"/>
                  <a:gd name="T48" fmla="*/ 53 w 126"/>
                  <a:gd name="T49" fmla="*/ 33 h 123"/>
                  <a:gd name="T50" fmla="*/ 59 w 126"/>
                  <a:gd name="T51" fmla="*/ 35 h 123"/>
                  <a:gd name="T52" fmla="*/ 68 w 126"/>
                  <a:gd name="T53" fmla="*/ 36 h 123"/>
                  <a:gd name="T54" fmla="*/ 75 w 126"/>
                  <a:gd name="T55" fmla="*/ 45 h 123"/>
                  <a:gd name="T56" fmla="*/ 96 w 126"/>
                  <a:gd name="T57" fmla="*/ 56 h 123"/>
                  <a:gd name="T58" fmla="*/ 98 w 126"/>
                  <a:gd name="T59" fmla="*/ 56 h 123"/>
                  <a:gd name="T60" fmla="*/ 98 w 126"/>
                  <a:gd name="T61" fmla="*/ 57 h 123"/>
                  <a:gd name="T62" fmla="*/ 111 w 126"/>
                  <a:gd name="T63" fmla="*/ 70 h 123"/>
                  <a:gd name="T64" fmla="*/ 122 w 126"/>
                  <a:gd name="T65" fmla="*/ 77 h 123"/>
                  <a:gd name="T66" fmla="*/ 96 w 126"/>
                  <a:gd name="T67" fmla="*/ 9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6" h="123">
                    <a:moveTo>
                      <a:pt x="96" y="93"/>
                    </a:moveTo>
                    <a:cubicBezTo>
                      <a:pt x="95" y="102"/>
                      <a:pt x="100" y="117"/>
                      <a:pt x="91" y="121"/>
                    </a:cubicBezTo>
                    <a:cubicBezTo>
                      <a:pt x="90" y="121"/>
                      <a:pt x="88" y="122"/>
                      <a:pt x="86" y="123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85" y="120"/>
                      <a:pt x="82" y="117"/>
                      <a:pt x="80" y="115"/>
                    </a:cubicBezTo>
                    <a:cubicBezTo>
                      <a:pt x="77" y="112"/>
                      <a:pt x="73" y="109"/>
                      <a:pt x="71" y="106"/>
                    </a:cubicBezTo>
                    <a:cubicBezTo>
                      <a:pt x="68" y="101"/>
                      <a:pt x="66" y="95"/>
                      <a:pt x="65" y="90"/>
                    </a:cubicBezTo>
                    <a:cubicBezTo>
                      <a:pt x="65" y="87"/>
                      <a:pt x="65" y="84"/>
                      <a:pt x="66" y="81"/>
                    </a:cubicBezTo>
                    <a:cubicBezTo>
                      <a:pt x="66" y="78"/>
                      <a:pt x="67" y="75"/>
                      <a:pt x="67" y="72"/>
                    </a:cubicBezTo>
                    <a:cubicBezTo>
                      <a:pt x="68" y="67"/>
                      <a:pt x="61" y="64"/>
                      <a:pt x="57" y="62"/>
                    </a:cubicBezTo>
                    <a:cubicBezTo>
                      <a:pt x="53" y="59"/>
                      <a:pt x="48" y="56"/>
                      <a:pt x="44" y="53"/>
                    </a:cubicBezTo>
                    <a:cubicBezTo>
                      <a:pt x="38" y="50"/>
                      <a:pt x="32" y="47"/>
                      <a:pt x="27" y="43"/>
                    </a:cubicBezTo>
                    <a:cubicBezTo>
                      <a:pt x="26" y="42"/>
                      <a:pt x="25" y="40"/>
                      <a:pt x="24" y="38"/>
                    </a:cubicBezTo>
                    <a:cubicBezTo>
                      <a:pt x="23" y="35"/>
                      <a:pt x="22" y="33"/>
                      <a:pt x="21" y="30"/>
                    </a:cubicBezTo>
                    <a:cubicBezTo>
                      <a:pt x="20" y="26"/>
                      <a:pt x="18" y="22"/>
                      <a:pt x="13" y="19"/>
                    </a:cubicBezTo>
                    <a:cubicBezTo>
                      <a:pt x="12" y="18"/>
                      <a:pt x="9" y="17"/>
                      <a:pt x="7" y="17"/>
                    </a:cubicBezTo>
                    <a:cubicBezTo>
                      <a:pt x="3" y="15"/>
                      <a:pt x="0" y="13"/>
                      <a:pt x="1" y="9"/>
                    </a:cubicBezTo>
                    <a:cubicBezTo>
                      <a:pt x="1" y="5"/>
                      <a:pt x="1" y="1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1" y="0"/>
                      <a:pt x="14" y="1"/>
                      <a:pt x="17" y="1"/>
                    </a:cubicBezTo>
                    <a:cubicBezTo>
                      <a:pt x="23" y="2"/>
                      <a:pt x="27" y="6"/>
                      <a:pt x="32" y="9"/>
                    </a:cubicBezTo>
                    <a:cubicBezTo>
                      <a:pt x="35" y="11"/>
                      <a:pt x="39" y="12"/>
                      <a:pt x="41" y="14"/>
                    </a:cubicBezTo>
                    <a:cubicBezTo>
                      <a:pt x="44" y="16"/>
                      <a:pt x="46" y="20"/>
                      <a:pt x="48" y="23"/>
                    </a:cubicBezTo>
                    <a:cubicBezTo>
                      <a:pt x="49" y="25"/>
                      <a:pt x="49" y="26"/>
                      <a:pt x="50" y="28"/>
                    </a:cubicBezTo>
                    <a:cubicBezTo>
                      <a:pt x="50" y="30"/>
                      <a:pt x="51" y="32"/>
                      <a:pt x="53" y="33"/>
                    </a:cubicBezTo>
                    <a:cubicBezTo>
                      <a:pt x="54" y="35"/>
                      <a:pt x="57" y="35"/>
                      <a:pt x="59" y="35"/>
                    </a:cubicBezTo>
                    <a:cubicBezTo>
                      <a:pt x="62" y="35"/>
                      <a:pt x="65" y="35"/>
                      <a:pt x="68" y="36"/>
                    </a:cubicBezTo>
                    <a:cubicBezTo>
                      <a:pt x="71" y="37"/>
                      <a:pt x="73" y="42"/>
                      <a:pt x="75" y="45"/>
                    </a:cubicBezTo>
                    <a:cubicBezTo>
                      <a:pt x="79" y="52"/>
                      <a:pt x="89" y="54"/>
                      <a:pt x="96" y="56"/>
                    </a:cubicBezTo>
                    <a:cubicBezTo>
                      <a:pt x="97" y="56"/>
                      <a:pt x="97" y="56"/>
                      <a:pt x="98" y="56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99" y="66"/>
                      <a:pt x="101" y="70"/>
                      <a:pt x="111" y="70"/>
                    </a:cubicBezTo>
                    <a:cubicBezTo>
                      <a:pt x="121" y="69"/>
                      <a:pt x="126" y="73"/>
                      <a:pt x="122" y="77"/>
                    </a:cubicBezTo>
                    <a:cubicBezTo>
                      <a:pt x="118" y="81"/>
                      <a:pt x="97" y="84"/>
                      <a:pt x="96" y="9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" name="Freeform 3599">
                <a:extLst>
                  <a:ext uri="{FF2B5EF4-FFF2-40B4-BE49-F238E27FC236}">
                    <a16:creationId xmlns:a16="http://schemas.microsoft.com/office/drawing/2014/main" id="{67271372-2610-3449-B0AE-50AA719D4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9" y="2692"/>
                <a:ext cx="57" cy="36"/>
              </a:xfrm>
              <a:custGeom>
                <a:avLst/>
                <a:gdLst>
                  <a:gd name="T0" fmla="*/ 130 w 140"/>
                  <a:gd name="T1" fmla="*/ 85 h 88"/>
                  <a:gd name="T2" fmla="*/ 108 w 140"/>
                  <a:gd name="T3" fmla="*/ 88 h 88"/>
                  <a:gd name="T4" fmla="*/ 104 w 140"/>
                  <a:gd name="T5" fmla="*/ 87 h 88"/>
                  <a:gd name="T6" fmla="*/ 91 w 140"/>
                  <a:gd name="T7" fmla="*/ 84 h 88"/>
                  <a:gd name="T8" fmla="*/ 83 w 140"/>
                  <a:gd name="T9" fmla="*/ 77 h 88"/>
                  <a:gd name="T10" fmla="*/ 77 w 140"/>
                  <a:gd name="T11" fmla="*/ 68 h 88"/>
                  <a:gd name="T12" fmla="*/ 66 w 140"/>
                  <a:gd name="T13" fmla="*/ 66 h 88"/>
                  <a:gd name="T14" fmla="*/ 59 w 140"/>
                  <a:gd name="T15" fmla="*/ 60 h 88"/>
                  <a:gd name="T16" fmla="*/ 57 w 140"/>
                  <a:gd name="T17" fmla="*/ 51 h 88"/>
                  <a:gd name="T18" fmla="*/ 49 w 140"/>
                  <a:gd name="T19" fmla="*/ 45 h 88"/>
                  <a:gd name="T20" fmla="*/ 37 w 140"/>
                  <a:gd name="T21" fmla="*/ 38 h 88"/>
                  <a:gd name="T22" fmla="*/ 26 w 140"/>
                  <a:gd name="T23" fmla="*/ 33 h 88"/>
                  <a:gd name="T24" fmla="*/ 13 w 140"/>
                  <a:gd name="T25" fmla="*/ 30 h 88"/>
                  <a:gd name="T26" fmla="*/ 6 w 140"/>
                  <a:gd name="T27" fmla="*/ 12 h 88"/>
                  <a:gd name="T28" fmla="*/ 1 w 140"/>
                  <a:gd name="T29" fmla="*/ 4 h 88"/>
                  <a:gd name="T30" fmla="*/ 4 w 140"/>
                  <a:gd name="T31" fmla="*/ 1 h 88"/>
                  <a:gd name="T32" fmla="*/ 17 w 140"/>
                  <a:gd name="T33" fmla="*/ 2 h 88"/>
                  <a:gd name="T34" fmla="*/ 33 w 140"/>
                  <a:gd name="T35" fmla="*/ 5 h 88"/>
                  <a:gd name="T36" fmla="*/ 45 w 140"/>
                  <a:gd name="T37" fmla="*/ 9 h 88"/>
                  <a:gd name="T38" fmla="*/ 51 w 140"/>
                  <a:gd name="T39" fmla="*/ 17 h 88"/>
                  <a:gd name="T40" fmla="*/ 55 w 140"/>
                  <a:gd name="T41" fmla="*/ 27 h 88"/>
                  <a:gd name="T42" fmla="*/ 62 w 140"/>
                  <a:gd name="T43" fmla="*/ 33 h 88"/>
                  <a:gd name="T44" fmla="*/ 78 w 140"/>
                  <a:gd name="T45" fmla="*/ 42 h 88"/>
                  <a:gd name="T46" fmla="*/ 95 w 140"/>
                  <a:gd name="T47" fmla="*/ 47 h 88"/>
                  <a:gd name="T48" fmla="*/ 106 w 140"/>
                  <a:gd name="T49" fmla="*/ 48 h 88"/>
                  <a:gd name="T50" fmla="*/ 121 w 140"/>
                  <a:gd name="T51" fmla="*/ 54 h 88"/>
                  <a:gd name="T52" fmla="*/ 126 w 140"/>
                  <a:gd name="T53" fmla="*/ 56 h 88"/>
                  <a:gd name="T54" fmla="*/ 131 w 140"/>
                  <a:gd name="T55" fmla="*/ 61 h 88"/>
                  <a:gd name="T56" fmla="*/ 137 w 140"/>
                  <a:gd name="T57" fmla="*/ 72 h 88"/>
                  <a:gd name="T58" fmla="*/ 140 w 140"/>
                  <a:gd name="T59" fmla="*/ 78 h 88"/>
                  <a:gd name="T60" fmla="*/ 130 w 140"/>
                  <a:gd name="T61" fmla="*/ 8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0" h="88">
                    <a:moveTo>
                      <a:pt x="130" y="85"/>
                    </a:moveTo>
                    <a:cubicBezTo>
                      <a:pt x="124" y="85"/>
                      <a:pt x="112" y="84"/>
                      <a:pt x="108" y="88"/>
                    </a:cubicBezTo>
                    <a:cubicBezTo>
                      <a:pt x="106" y="88"/>
                      <a:pt x="105" y="87"/>
                      <a:pt x="104" y="87"/>
                    </a:cubicBezTo>
                    <a:cubicBezTo>
                      <a:pt x="100" y="86"/>
                      <a:pt x="95" y="86"/>
                      <a:pt x="91" y="84"/>
                    </a:cubicBezTo>
                    <a:cubicBezTo>
                      <a:pt x="87" y="83"/>
                      <a:pt x="84" y="80"/>
                      <a:pt x="83" y="77"/>
                    </a:cubicBezTo>
                    <a:cubicBezTo>
                      <a:pt x="81" y="74"/>
                      <a:pt x="80" y="70"/>
                      <a:pt x="77" y="68"/>
                    </a:cubicBezTo>
                    <a:cubicBezTo>
                      <a:pt x="74" y="67"/>
                      <a:pt x="70" y="67"/>
                      <a:pt x="66" y="66"/>
                    </a:cubicBezTo>
                    <a:cubicBezTo>
                      <a:pt x="63" y="65"/>
                      <a:pt x="60" y="64"/>
                      <a:pt x="59" y="60"/>
                    </a:cubicBezTo>
                    <a:cubicBezTo>
                      <a:pt x="58" y="57"/>
                      <a:pt x="58" y="54"/>
                      <a:pt x="57" y="51"/>
                    </a:cubicBezTo>
                    <a:cubicBezTo>
                      <a:pt x="56" y="48"/>
                      <a:pt x="52" y="47"/>
                      <a:pt x="49" y="45"/>
                    </a:cubicBezTo>
                    <a:cubicBezTo>
                      <a:pt x="45" y="43"/>
                      <a:pt x="41" y="40"/>
                      <a:pt x="37" y="38"/>
                    </a:cubicBezTo>
                    <a:cubicBezTo>
                      <a:pt x="34" y="35"/>
                      <a:pt x="30" y="34"/>
                      <a:pt x="26" y="33"/>
                    </a:cubicBezTo>
                    <a:cubicBezTo>
                      <a:pt x="22" y="32"/>
                      <a:pt x="17" y="31"/>
                      <a:pt x="13" y="30"/>
                    </a:cubicBezTo>
                    <a:cubicBezTo>
                      <a:pt x="6" y="27"/>
                      <a:pt x="9" y="18"/>
                      <a:pt x="6" y="12"/>
                    </a:cubicBezTo>
                    <a:cubicBezTo>
                      <a:pt x="4" y="9"/>
                      <a:pt x="2" y="7"/>
                      <a:pt x="1" y="4"/>
                    </a:cubicBezTo>
                    <a:cubicBezTo>
                      <a:pt x="0" y="2"/>
                      <a:pt x="2" y="1"/>
                      <a:pt x="4" y="1"/>
                    </a:cubicBezTo>
                    <a:cubicBezTo>
                      <a:pt x="8" y="0"/>
                      <a:pt x="13" y="1"/>
                      <a:pt x="17" y="2"/>
                    </a:cubicBezTo>
                    <a:cubicBezTo>
                      <a:pt x="23" y="3"/>
                      <a:pt x="28" y="4"/>
                      <a:pt x="33" y="5"/>
                    </a:cubicBezTo>
                    <a:cubicBezTo>
                      <a:pt x="37" y="6"/>
                      <a:pt x="42" y="6"/>
                      <a:pt x="45" y="9"/>
                    </a:cubicBezTo>
                    <a:cubicBezTo>
                      <a:pt x="49" y="11"/>
                      <a:pt x="50" y="14"/>
                      <a:pt x="51" y="17"/>
                    </a:cubicBezTo>
                    <a:cubicBezTo>
                      <a:pt x="52" y="21"/>
                      <a:pt x="53" y="24"/>
                      <a:pt x="55" y="27"/>
                    </a:cubicBezTo>
                    <a:cubicBezTo>
                      <a:pt x="57" y="29"/>
                      <a:pt x="60" y="31"/>
                      <a:pt x="62" y="33"/>
                    </a:cubicBezTo>
                    <a:cubicBezTo>
                      <a:pt x="67" y="36"/>
                      <a:pt x="72" y="40"/>
                      <a:pt x="78" y="42"/>
                    </a:cubicBezTo>
                    <a:cubicBezTo>
                      <a:pt x="84" y="44"/>
                      <a:pt x="89" y="47"/>
                      <a:pt x="95" y="47"/>
                    </a:cubicBezTo>
                    <a:cubicBezTo>
                      <a:pt x="99" y="47"/>
                      <a:pt x="103" y="47"/>
                      <a:pt x="106" y="48"/>
                    </a:cubicBezTo>
                    <a:cubicBezTo>
                      <a:pt x="112" y="49"/>
                      <a:pt x="116" y="52"/>
                      <a:pt x="121" y="54"/>
                    </a:cubicBezTo>
                    <a:cubicBezTo>
                      <a:pt x="123" y="55"/>
                      <a:pt x="124" y="55"/>
                      <a:pt x="126" y="56"/>
                    </a:cubicBezTo>
                    <a:cubicBezTo>
                      <a:pt x="128" y="57"/>
                      <a:pt x="129" y="59"/>
                      <a:pt x="131" y="61"/>
                    </a:cubicBezTo>
                    <a:cubicBezTo>
                      <a:pt x="133" y="64"/>
                      <a:pt x="135" y="68"/>
                      <a:pt x="137" y="72"/>
                    </a:cubicBezTo>
                    <a:cubicBezTo>
                      <a:pt x="138" y="73"/>
                      <a:pt x="139" y="76"/>
                      <a:pt x="140" y="78"/>
                    </a:cubicBezTo>
                    <a:cubicBezTo>
                      <a:pt x="139" y="81"/>
                      <a:pt x="137" y="84"/>
                      <a:pt x="130" y="8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" name="Freeform 3600">
                <a:extLst>
                  <a:ext uri="{FF2B5EF4-FFF2-40B4-BE49-F238E27FC236}">
                    <a16:creationId xmlns:a16="http://schemas.microsoft.com/office/drawing/2014/main" id="{79B96DB4-02D9-8943-A4B5-3CFB8B4BC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8" y="2662"/>
                <a:ext cx="95" cy="49"/>
              </a:xfrm>
              <a:custGeom>
                <a:avLst/>
                <a:gdLst>
                  <a:gd name="T0" fmla="*/ 2 w 232"/>
                  <a:gd name="T1" fmla="*/ 7 h 120"/>
                  <a:gd name="T2" fmla="*/ 6 w 232"/>
                  <a:gd name="T3" fmla="*/ 6 h 120"/>
                  <a:gd name="T4" fmla="*/ 10 w 232"/>
                  <a:gd name="T5" fmla="*/ 5 h 120"/>
                  <a:gd name="T6" fmla="*/ 20 w 232"/>
                  <a:gd name="T7" fmla="*/ 3 h 120"/>
                  <a:gd name="T8" fmla="*/ 32 w 232"/>
                  <a:gd name="T9" fmla="*/ 2 h 120"/>
                  <a:gd name="T10" fmla="*/ 38 w 232"/>
                  <a:gd name="T11" fmla="*/ 0 h 120"/>
                  <a:gd name="T12" fmla="*/ 39 w 232"/>
                  <a:gd name="T13" fmla="*/ 0 h 120"/>
                  <a:gd name="T14" fmla="*/ 46 w 232"/>
                  <a:gd name="T15" fmla="*/ 6 h 120"/>
                  <a:gd name="T16" fmla="*/ 67 w 232"/>
                  <a:gd name="T17" fmla="*/ 13 h 120"/>
                  <a:gd name="T18" fmla="*/ 91 w 232"/>
                  <a:gd name="T19" fmla="*/ 21 h 120"/>
                  <a:gd name="T20" fmla="*/ 118 w 232"/>
                  <a:gd name="T21" fmla="*/ 31 h 120"/>
                  <a:gd name="T22" fmla="*/ 140 w 232"/>
                  <a:gd name="T23" fmla="*/ 37 h 120"/>
                  <a:gd name="T24" fmla="*/ 157 w 232"/>
                  <a:gd name="T25" fmla="*/ 42 h 120"/>
                  <a:gd name="T26" fmla="*/ 164 w 232"/>
                  <a:gd name="T27" fmla="*/ 43 h 120"/>
                  <a:gd name="T28" fmla="*/ 172 w 232"/>
                  <a:gd name="T29" fmla="*/ 42 h 120"/>
                  <a:gd name="T30" fmla="*/ 181 w 232"/>
                  <a:gd name="T31" fmla="*/ 45 h 120"/>
                  <a:gd name="T32" fmla="*/ 187 w 232"/>
                  <a:gd name="T33" fmla="*/ 51 h 120"/>
                  <a:gd name="T34" fmla="*/ 194 w 232"/>
                  <a:gd name="T35" fmla="*/ 56 h 120"/>
                  <a:gd name="T36" fmla="*/ 199 w 232"/>
                  <a:gd name="T37" fmla="*/ 59 h 120"/>
                  <a:gd name="T38" fmla="*/ 200 w 232"/>
                  <a:gd name="T39" fmla="*/ 62 h 120"/>
                  <a:gd name="T40" fmla="*/ 200 w 232"/>
                  <a:gd name="T41" fmla="*/ 73 h 120"/>
                  <a:gd name="T42" fmla="*/ 201 w 232"/>
                  <a:gd name="T43" fmla="*/ 76 h 120"/>
                  <a:gd name="T44" fmla="*/ 213 w 232"/>
                  <a:gd name="T45" fmla="*/ 86 h 120"/>
                  <a:gd name="T46" fmla="*/ 221 w 232"/>
                  <a:gd name="T47" fmla="*/ 94 h 120"/>
                  <a:gd name="T48" fmla="*/ 220 w 232"/>
                  <a:gd name="T49" fmla="*/ 94 h 120"/>
                  <a:gd name="T50" fmla="*/ 231 w 232"/>
                  <a:gd name="T51" fmla="*/ 114 h 120"/>
                  <a:gd name="T52" fmla="*/ 232 w 232"/>
                  <a:gd name="T53" fmla="*/ 120 h 120"/>
                  <a:gd name="T54" fmla="*/ 231 w 232"/>
                  <a:gd name="T55" fmla="*/ 119 h 120"/>
                  <a:gd name="T56" fmla="*/ 224 w 232"/>
                  <a:gd name="T57" fmla="*/ 117 h 120"/>
                  <a:gd name="T58" fmla="*/ 216 w 232"/>
                  <a:gd name="T59" fmla="*/ 113 h 120"/>
                  <a:gd name="T60" fmla="*/ 211 w 232"/>
                  <a:gd name="T61" fmla="*/ 110 h 120"/>
                  <a:gd name="T62" fmla="*/ 205 w 232"/>
                  <a:gd name="T63" fmla="*/ 108 h 120"/>
                  <a:gd name="T64" fmla="*/ 198 w 232"/>
                  <a:gd name="T65" fmla="*/ 105 h 120"/>
                  <a:gd name="T66" fmla="*/ 189 w 232"/>
                  <a:gd name="T67" fmla="*/ 102 h 120"/>
                  <a:gd name="T68" fmla="*/ 173 w 232"/>
                  <a:gd name="T69" fmla="*/ 95 h 120"/>
                  <a:gd name="T70" fmla="*/ 156 w 232"/>
                  <a:gd name="T71" fmla="*/ 91 h 120"/>
                  <a:gd name="T72" fmla="*/ 147 w 232"/>
                  <a:gd name="T73" fmla="*/ 88 h 120"/>
                  <a:gd name="T74" fmla="*/ 143 w 232"/>
                  <a:gd name="T75" fmla="*/ 86 h 120"/>
                  <a:gd name="T76" fmla="*/ 138 w 232"/>
                  <a:gd name="T77" fmla="*/ 85 h 120"/>
                  <a:gd name="T78" fmla="*/ 136 w 232"/>
                  <a:gd name="T79" fmla="*/ 84 h 120"/>
                  <a:gd name="T80" fmla="*/ 131 w 232"/>
                  <a:gd name="T81" fmla="*/ 82 h 120"/>
                  <a:gd name="T82" fmla="*/ 126 w 232"/>
                  <a:gd name="T83" fmla="*/ 80 h 120"/>
                  <a:gd name="T84" fmla="*/ 116 w 232"/>
                  <a:gd name="T85" fmla="*/ 77 h 120"/>
                  <a:gd name="T86" fmla="*/ 104 w 232"/>
                  <a:gd name="T87" fmla="*/ 75 h 120"/>
                  <a:gd name="T88" fmla="*/ 97 w 232"/>
                  <a:gd name="T89" fmla="*/ 75 h 120"/>
                  <a:gd name="T90" fmla="*/ 91 w 232"/>
                  <a:gd name="T91" fmla="*/ 74 h 120"/>
                  <a:gd name="T92" fmla="*/ 82 w 232"/>
                  <a:gd name="T93" fmla="*/ 74 h 120"/>
                  <a:gd name="T94" fmla="*/ 74 w 232"/>
                  <a:gd name="T95" fmla="*/ 73 h 120"/>
                  <a:gd name="T96" fmla="*/ 68 w 232"/>
                  <a:gd name="T97" fmla="*/ 72 h 120"/>
                  <a:gd name="T98" fmla="*/ 64 w 232"/>
                  <a:gd name="T99" fmla="*/ 69 h 120"/>
                  <a:gd name="T100" fmla="*/ 63 w 232"/>
                  <a:gd name="T101" fmla="*/ 60 h 120"/>
                  <a:gd name="T102" fmla="*/ 59 w 232"/>
                  <a:gd name="T103" fmla="*/ 50 h 120"/>
                  <a:gd name="T104" fmla="*/ 51 w 232"/>
                  <a:gd name="T105" fmla="*/ 46 h 120"/>
                  <a:gd name="T106" fmla="*/ 41 w 232"/>
                  <a:gd name="T107" fmla="*/ 42 h 120"/>
                  <a:gd name="T108" fmla="*/ 27 w 232"/>
                  <a:gd name="T109" fmla="*/ 37 h 120"/>
                  <a:gd name="T110" fmla="*/ 16 w 232"/>
                  <a:gd name="T111" fmla="*/ 25 h 120"/>
                  <a:gd name="T112" fmla="*/ 5 w 232"/>
                  <a:gd name="T113" fmla="*/ 13 h 120"/>
                  <a:gd name="T114" fmla="*/ 2 w 232"/>
                  <a:gd name="T115" fmla="*/ 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2" h="120">
                    <a:moveTo>
                      <a:pt x="2" y="7"/>
                    </a:moveTo>
                    <a:cubicBezTo>
                      <a:pt x="3" y="6"/>
                      <a:pt x="5" y="6"/>
                      <a:pt x="6" y="6"/>
                    </a:cubicBezTo>
                    <a:cubicBezTo>
                      <a:pt x="7" y="6"/>
                      <a:pt x="8" y="5"/>
                      <a:pt x="10" y="5"/>
                    </a:cubicBezTo>
                    <a:cubicBezTo>
                      <a:pt x="13" y="5"/>
                      <a:pt x="16" y="3"/>
                      <a:pt x="20" y="3"/>
                    </a:cubicBezTo>
                    <a:cubicBezTo>
                      <a:pt x="24" y="2"/>
                      <a:pt x="28" y="2"/>
                      <a:pt x="32" y="2"/>
                    </a:cubicBezTo>
                    <a:cubicBezTo>
                      <a:pt x="33" y="1"/>
                      <a:pt x="37" y="1"/>
                      <a:pt x="38" y="0"/>
                    </a:cubicBezTo>
                    <a:cubicBezTo>
                      <a:pt x="38" y="0"/>
                      <a:pt x="39" y="0"/>
                      <a:pt x="39" y="0"/>
                    </a:cubicBezTo>
                    <a:cubicBezTo>
                      <a:pt x="41" y="2"/>
                      <a:pt x="44" y="4"/>
                      <a:pt x="46" y="6"/>
                    </a:cubicBezTo>
                    <a:cubicBezTo>
                      <a:pt x="52" y="11"/>
                      <a:pt x="60" y="11"/>
                      <a:pt x="67" y="13"/>
                    </a:cubicBezTo>
                    <a:cubicBezTo>
                      <a:pt x="75" y="15"/>
                      <a:pt x="83" y="19"/>
                      <a:pt x="91" y="21"/>
                    </a:cubicBezTo>
                    <a:cubicBezTo>
                      <a:pt x="100" y="24"/>
                      <a:pt x="109" y="29"/>
                      <a:pt x="118" y="31"/>
                    </a:cubicBezTo>
                    <a:cubicBezTo>
                      <a:pt x="125" y="33"/>
                      <a:pt x="133" y="35"/>
                      <a:pt x="140" y="37"/>
                    </a:cubicBezTo>
                    <a:cubicBezTo>
                      <a:pt x="146" y="39"/>
                      <a:pt x="151" y="40"/>
                      <a:pt x="157" y="42"/>
                    </a:cubicBezTo>
                    <a:cubicBezTo>
                      <a:pt x="159" y="43"/>
                      <a:pt x="162" y="43"/>
                      <a:pt x="164" y="43"/>
                    </a:cubicBezTo>
                    <a:cubicBezTo>
                      <a:pt x="167" y="42"/>
                      <a:pt x="169" y="42"/>
                      <a:pt x="172" y="42"/>
                    </a:cubicBezTo>
                    <a:cubicBezTo>
                      <a:pt x="175" y="43"/>
                      <a:pt x="178" y="43"/>
                      <a:pt x="181" y="45"/>
                    </a:cubicBezTo>
                    <a:cubicBezTo>
                      <a:pt x="183" y="47"/>
                      <a:pt x="185" y="49"/>
                      <a:pt x="187" y="51"/>
                    </a:cubicBezTo>
                    <a:cubicBezTo>
                      <a:pt x="190" y="53"/>
                      <a:pt x="192" y="55"/>
                      <a:pt x="194" y="56"/>
                    </a:cubicBezTo>
                    <a:cubicBezTo>
                      <a:pt x="196" y="57"/>
                      <a:pt x="197" y="58"/>
                      <a:pt x="199" y="59"/>
                    </a:cubicBezTo>
                    <a:cubicBezTo>
                      <a:pt x="200" y="59"/>
                      <a:pt x="200" y="60"/>
                      <a:pt x="200" y="62"/>
                    </a:cubicBezTo>
                    <a:cubicBezTo>
                      <a:pt x="200" y="65"/>
                      <a:pt x="201" y="69"/>
                      <a:pt x="200" y="73"/>
                    </a:cubicBezTo>
                    <a:cubicBezTo>
                      <a:pt x="200" y="74"/>
                      <a:pt x="200" y="75"/>
                      <a:pt x="201" y="76"/>
                    </a:cubicBezTo>
                    <a:cubicBezTo>
                      <a:pt x="204" y="80"/>
                      <a:pt x="209" y="83"/>
                      <a:pt x="213" y="86"/>
                    </a:cubicBezTo>
                    <a:cubicBezTo>
                      <a:pt x="216" y="88"/>
                      <a:pt x="218" y="91"/>
                      <a:pt x="221" y="94"/>
                    </a:cubicBezTo>
                    <a:cubicBezTo>
                      <a:pt x="220" y="94"/>
                      <a:pt x="220" y="94"/>
                      <a:pt x="220" y="94"/>
                    </a:cubicBezTo>
                    <a:cubicBezTo>
                      <a:pt x="231" y="114"/>
                      <a:pt x="231" y="114"/>
                      <a:pt x="231" y="114"/>
                    </a:cubicBezTo>
                    <a:cubicBezTo>
                      <a:pt x="232" y="120"/>
                      <a:pt x="232" y="120"/>
                      <a:pt x="232" y="120"/>
                    </a:cubicBezTo>
                    <a:cubicBezTo>
                      <a:pt x="232" y="119"/>
                      <a:pt x="231" y="119"/>
                      <a:pt x="231" y="119"/>
                    </a:cubicBezTo>
                    <a:cubicBezTo>
                      <a:pt x="229" y="118"/>
                      <a:pt x="226" y="117"/>
                      <a:pt x="224" y="117"/>
                    </a:cubicBezTo>
                    <a:cubicBezTo>
                      <a:pt x="221" y="116"/>
                      <a:pt x="218" y="114"/>
                      <a:pt x="216" y="113"/>
                    </a:cubicBezTo>
                    <a:cubicBezTo>
                      <a:pt x="214" y="112"/>
                      <a:pt x="213" y="111"/>
                      <a:pt x="211" y="110"/>
                    </a:cubicBezTo>
                    <a:cubicBezTo>
                      <a:pt x="209" y="109"/>
                      <a:pt x="207" y="109"/>
                      <a:pt x="205" y="108"/>
                    </a:cubicBezTo>
                    <a:cubicBezTo>
                      <a:pt x="202" y="107"/>
                      <a:pt x="200" y="106"/>
                      <a:pt x="198" y="105"/>
                    </a:cubicBezTo>
                    <a:cubicBezTo>
                      <a:pt x="195" y="104"/>
                      <a:pt x="192" y="103"/>
                      <a:pt x="189" y="102"/>
                    </a:cubicBezTo>
                    <a:cubicBezTo>
                      <a:pt x="184" y="100"/>
                      <a:pt x="178" y="97"/>
                      <a:pt x="173" y="95"/>
                    </a:cubicBezTo>
                    <a:cubicBezTo>
                      <a:pt x="167" y="93"/>
                      <a:pt x="162" y="92"/>
                      <a:pt x="156" y="91"/>
                    </a:cubicBezTo>
                    <a:cubicBezTo>
                      <a:pt x="153" y="90"/>
                      <a:pt x="150" y="89"/>
                      <a:pt x="147" y="88"/>
                    </a:cubicBezTo>
                    <a:cubicBezTo>
                      <a:pt x="146" y="87"/>
                      <a:pt x="145" y="86"/>
                      <a:pt x="143" y="86"/>
                    </a:cubicBezTo>
                    <a:cubicBezTo>
                      <a:pt x="141" y="85"/>
                      <a:pt x="140" y="86"/>
                      <a:pt x="138" y="85"/>
                    </a:cubicBezTo>
                    <a:cubicBezTo>
                      <a:pt x="137" y="85"/>
                      <a:pt x="137" y="84"/>
                      <a:pt x="136" y="84"/>
                    </a:cubicBezTo>
                    <a:cubicBezTo>
                      <a:pt x="134" y="83"/>
                      <a:pt x="132" y="83"/>
                      <a:pt x="131" y="82"/>
                    </a:cubicBezTo>
                    <a:cubicBezTo>
                      <a:pt x="129" y="81"/>
                      <a:pt x="128" y="80"/>
                      <a:pt x="126" y="80"/>
                    </a:cubicBezTo>
                    <a:cubicBezTo>
                      <a:pt x="123" y="78"/>
                      <a:pt x="119" y="77"/>
                      <a:pt x="116" y="77"/>
                    </a:cubicBezTo>
                    <a:cubicBezTo>
                      <a:pt x="112" y="76"/>
                      <a:pt x="108" y="75"/>
                      <a:pt x="104" y="75"/>
                    </a:cubicBezTo>
                    <a:cubicBezTo>
                      <a:pt x="102" y="75"/>
                      <a:pt x="100" y="75"/>
                      <a:pt x="97" y="75"/>
                    </a:cubicBezTo>
                    <a:cubicBezTo>
                      <a:pt x="95" y="74"/>
                      <a:pt x="93" y="75"/>
                      <a:pt x="91" y="74"/>
                    </a:cubicBezTo>
                    <a:cubicBezTo>
                      <a:pt x="88" y="74"/>
                      <a:pt x="85" y="74"/>
                      <a:pt x="82" y="74"/>
                    </a:cubicBezTo>
                    <a:cubicBezTo>
                      <a:pt x="79" y="74"/>
                      <a:pt x="77" y="74"/>
                      <a:pt x="74" y="73"/>
                    </a:cubicBezTo>
                    <a:cubicBezTo>
                      <a:pt x="72" y="73"/>
                      <a:pt x="70" y="72"/>
                      <a:pt x="68" y="72"/>
                    </a:cubicBezTo>
                    <a:cubicBezTo>
                      <a:pt x="66" y="72"/>
                      <a:pt x="65" y="71"/>
                      <a:pt x="64" y="69"/>
                    </a:cubicBezTo>
                    <a:cubicBezTo>
                      <a:pt x="63" y="66"/>
                      <a:pt x="63" y="63"/>
                      <a:pt x="63" y="60"/>
                    </a:cubicBezTo>
                    <a:cubicBezTo>
                      <a:pt x="62" y="57"/>
                      <a:pt x="61" y="53"/>
                      <a:pt x="59" y="50"/>
                    </a:cubicBezTo>
                    <a:cubicBezTo>
                      <a:pt x="57" y="47"/>
                      <a:pt x="54" y="47"/>
                      <a:pt x="51" y="46"/>
                    </a:cubicBezTo>
                    <a:cubicBezTo>
                      <a:pt x="47" y="45"/>
                      <a:pt x="44" y="43"/>
                      <a:pt x="41" y="42"/>
                    </a:cubicBezTo>
                    <a:cubicBezTo>
                      <a:pt x="36" y="40"/>
                      <a:pt x="32" y="39"/>
                      <a:pt x="27" y="37"/>
                    </a:cubicBezTo>
                    <a:cubicBezTo>
                      <a:pt x="22" y="35"/>
                      <a:pt x="19" y="30"/>
                      <a:pt x="16" y="25"/>
                    </a:cubicBezTo>
                    <a:cubicBezTo>
                      <a:pt x="12" y="21"/>
                      <a:pt x="9" y="17"/>
                      <a:pt x="5" y="13"/>
                    </a:cubicBezTo>
                    <a:cubicBezTo>
                      <a:pt x="4" y="12"/>
                      <a:pt x="0" y="8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" name="Freeform 3601">
                <a:extLst>
                  <a:ext uri="{FF2B5EF4-FFF2-40B4-BE49-F238E27FC236}">
                    <a16:creationId xmlns:a16="http://schemas.microsoft.com/office/drawing/2014/main" id="{3A7C4934-E0EA-124C-9065-80C326E94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0" y="2696"/>
                <a:ext cx="57" cy="34"/>
              </a:xfrm>
              <a:custGeom>
                <a:avLst/>
                <a:gdLst>
                  <a:gd name="T0" fmla="*/ 91 w 139"/>
                  <a:gd name="T1" fmla="*/ 63 h 84"/>
                  <a:gd name="T2" fmla="*/ 66 w 139"/>
                  <a:gd name="T3" fmla="*/ 38 h 84"/>
                  <a:gd name="T4" fmla="*/ 18 w 139"/>
                  <a:gd name="T5" fmla="*/ 26 h 84"/>
                  <a:gd name="T6" fmla="*/ 2 w 139"/>
                  <a:gd name="T7" fmla="*/ 7 h 84"/>
                  <a:gd name="T8" fmla="*/ 1 w 139"/>
                  <a:gd name="T9" fmla="*/ 1 h 84"/>
                  <a:gd name="T10" fmla="*/ 5 w 139"/>
                  <a:gd name="T11" fmla="*/ 1 h 84"/>
                  <a:gd name="T12" fmla="*/ 9 w 139"/>
                  <a:gd name="T13" fmla="*/ 2 h 84"/>
                  <a:gd name="T14" fmla="*/ 18 w 139"/>
                  <a:gd name="T15" fmla="*/ 5 h 84"/>
                  <a:gd name="T16" fmla="*/ 24 w 139"/>
                  <a:gd name="T17" fmla="*/ 8 h 84"/>
                  <a:gd name="T18" fmla="*/ 28 w 139"/>
                  <a:gd name="T19" fmla="*/ 9 h 84"/>
                  <a:gd name="T20" fmla="*/ 36 w 139"/>
                  <a:gd name="T21" fmla="*/ 12 h 84"/>
                  <a:gd name="T22" fmla="*/ 38 w 139"/>
                  <a:gd name="T23" fmla="*/ 12 h 84"/>
                  <a:gd name="T24" fmla="*/ 42 w 139"/>
                  <a:gd name="T25" fmla="*/ 13 h 84"/>
                  <a:gd name="T26" fmla="*/ 50 w 139"/>
                  <a:gd name="T27" fmla="*/ 16 h 84"/>
                  <a:gd name="T28" fmla="*/ 55 w 139"/>
                  <a:gd name="T29" fmla="*/ 18 h 84"/>
                  <a:gd name="T30" fmla="*/ 59 w 139"/>
                  <a:gd name="T31" fmla="*/ 20 h 84"/>
                  <a:gd name="T32" fmla="*/ 68 w 139"/>
                  <a:gd name="T33" fmla="*/ 22 h 84"/>
                  <a:gd name="T34" fmla="*/ 75 w 139"/>
                  <a:gd name="T35" fmla="*/ 25 h 84"/>
                  <a:gd name="T36" fmla="*/ 79 w 139"/>
                  <a:gd name="T37" fmla="*/ 28 h 84"/>
                  <a:gd name="T38" fmla="*/ 83 w 139"/>
                  <a:gd name="T39" fmla="*/ 30 h 84"/>
                  <a:gd name="T40" fmla="*/ 92 w 139"/>
                  <a:gd name="T41" fmla="*/ 33 h 84"/>
                  <a:gd name="T42" fmla="*/ 99 w 139"/>
                  <a:gd name="T43" fmla="*/ 36 h 84"/>
                  <a:gd name="T44" fmla="*/ 105 w 139"/>
                  <a:gd name="T45" fmla="*/ 39 h 84"/>
                  <a:gd name="T46" fmla="*/ 105 w 139"/>
                  <a:gd name="T47" fmla="*/ 42 h 84"/>
                  <a:gd name="T48" fmla="*/ 114 w 139"/>
                  <a:gd name="T49" fmla="*/ 53 h 84"/>
                  <a:gd name="T50" fmla="*/ 114 w 139"/>
                  <a:gd name="T51" fmla="*/ 62 h 84"/>
                  <a:gd name="T52" fmla="*/ 131 w 139"/>
                  <a:gd name="T53" fmla="*/ 59 h 84"/>
                  <a:gd name="T54" fmla="*/ 136 w 139"/>
                  <a:gd name="T55" fmla="*/ 75 h 84"/>
                  <a:gd name="T56" fmla="*/ 124 w 139"/>
                  <a:gd name="T57" fmla="*/ 81 h 84"/>
                  <a:gd name="T58" fmla="*/ 103 w 139"/>
                  <a:gd name="T59" fmla="*/ 74 h 84"/>
                  <a:gd name="T60" fmla="*/ 91 w 139"/>
                  <a:gd name="T61" fmla="*/ 6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9" h="84">
                    <a:moveTo>
                      <a:pt x="91" y="63"/>
                    </a:moveTo>
                    <a:cubicBezTo>
                      <a:pt x="88" y="51"/>
                      <a:pt x="78" y="42"/>
                      <a:pt x="66" y="38"/>
                    </a:cubicBezTo>
                    <a:cubicBezTo>
                      <a:pt x="51" y="32"/>
                      <a:pt x="33" y="36"/>
                      <a:pt x="18" y="26"/>
                    </a:cubicBezTo>
                    <a:cubicBezTo>
                      <a:pt x="12" y="21"/>
                      <a:pt x="5" y="14"/>
                      <a:pt x="2" y="7"/>
                    </a:cubicBezTo>
                    <a:cubicBezTo>
                      <a:pt x="1" y="6"/>
                      <a:pt x="0" y="3"/>
                      <a:pt x="1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7" y="1"/>
                      <a:pt x="8" y="1"/>
                      <a:pt x="9" y="2"/>
                    </a:cubicBezTo>
                    <a:cubicBezTo>
                      <a:pt x="12" y="3"/>
                      <a:pt x="15" y="4"/>
                      <a:pt x="18" y="5"/>
                    </a:cubicBezTo>
                    <a:cubicBezTo>
                      <a:pt x="20" y="7"/>
                      <a:pt x="22" y="7"/>
                      <a:pt x="24" y="8"/>
                    </a:cubicBezTo>
                    <a:cubicBezTo>
                      <a:pt x="25" y="8"/>
                      <a:pt x="27" y="9"/>
                      <a:pt x="28" y="9"/>
                    </a:cubicBezTo>
                    <a:cubicBezTo>
                      <a:pt x="31" y="10"/>
                      <a:pt x="33" y="11"/>
                      <a:pt x="36" y="12"/>
                    </a:cubicBezTo>
                    <a:cubicBezTo>
                      <a:pt x="37" y="12"/>
                      <a:pt x="38" y="12"/>
                      <a:pt x="38" y="12"/>
                    </a:cubicBezTo>
                    <a:cubicBezTo>
                      <a:pt x="40" y="12"/>
                      <a:pt x="41" y="13"/>
                      <a:pt x="42" y="13"/>
                    </a:cubicBezTo>
                    <a:cubicBezTo>
                      <a:pt x="45" y="14"/>
                      <a:pt x="47" y="15"/>
                      <a:pt x="50" y="16"/>
                    </a:cubicBezTo>
                    <a:cubicBezTo>
                      <a:pt x="52" y="17"/>
                      <a:pt x="53" y="17"/>
                      <a:pt x="55" y="18"/>
                    </a:cubicBezTo>
                    <a:cubicBezTo>
                      <a:pt x="56" y="18"/>
                      <a:pt x="58" y="19"/>
                      <a:pt x="59" y="20"/>
                    </a:cubicBezTo>
                    <a:cubicBezTo>
                      <a:pt x="62" y="20"/>
                      <a:pt x="65" y="21"/>
                      <a:pt x="68" y="22"/>
                    </a:cubicBezTo>
                    <a:cubicBezTo>
                      <a:pt x="71" y="23"/>
                      <a:pt x="73" y="24"/>
                      <a:pt x="75" y="25"/>
                    </a:cubicBezTo>
                    <a:cubicBezTo>
                      <a:pt x="76" y="26"/>
                      <a:pt x="78" y="27"/>
                      <a:pt x="79" y="28"/>
                    </a:cubicBezTo>
                    <a:cubicBezTo>
                      <a:pt x="80" y="28"/>
                      <a:pt x="82" y="29"/>
                      <a:pt x="83" y="30"/>
                    </a:cubicBezTo>
                    <a:cubicBezTo>
                      <a:pt x="86" y="31"/>
                      <a:pt x="89" y="32"/>
                      <a:pt x="92" y="33"/>
                    </a:cubicBezTo>
                    <a:cubicBezTo>
                      <a:pt x="94" y="34"/>
                      <a:pt x="97" y="35"/>
                      <a:pt x="99" y="36"/>
                    </a:cubicBezTo>
                    <a:cubicBezTo>
                      <a:pt x="101" y="38"/>
                      <a:pt x="103" y="39"/>
                      <a:pt x="105" y="39"/>
                    </a:cubicBezTo>
                    <a:cubicBezTo>
                      <a:pt x="105" y="42"/>
                      <a:pt x="105" y="42"/>
                      <a:pt x="105" y="42"/>
                    </a:cubicBezTo>
                    <a:cubicBezTo>
                      <a:pt x="105" y="42"/>
                      <a:pt x="115" y="49"/>
                      <a:pt x="114" y="53"/>
                    </a:cubicBezTo>
                    <a:cubicBezTo>
                      <a:pt x="113" y="58"/>
                      <a:pt x="109" y="65"/>
                      <a:pt x="114" y="62"/>
                    </a:cubicBezTo>
                    <a:cubicBezTo>
                      <a:pt x="119" y="60"/>
                      <a:pt x="127" y="57"/>
                      <a:pt x="131" y="59"/>
                    </a:cubicBezTo>
                    <a:cubicBezTo>
                      <a:pt x="134" y="62"/>
                      <a:pt x="139" y="66"/>
                      <a:pt x="136" y="75"/>
                    </a:cubicBezTo>
                    <a:cubicBezTo>
                      <a:pt x="133" y="83"/>
                      <a:pt x="132" y="84"/>
                      <a:pt x="124" y="81"/>
                    </a:cubicBezTo>
                    <a:cubicBezTo>
                      <a:pt x="116" y="79"/>
                      <a:pt x="107" y="78"/>
                      <a:pt x="103" y="74"/>
                    </a:cubicBezTo>
                    <a:cubicBezTo>
                      <a:pt x="100" y="72"/>
                      <a:pt x="94" y="62"/>
                      <a:pt x="91" y="6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" name="Freeform 3602">
                <a:extLst>
                  <a:ext uri="{FF2B5EF4-FFF2-40B4-BE49-F238E27FC236}">
                    <a16:creationId xmlns:a16="http://schemas.microsoft.com/office/drawing/2014/main" id="{06CB3B17-7618-0046-9F40-72EDF3206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1" y="2686"/>
                <a:ext cx="30" cy="33"/>
              </a:xfrm>
              <a:custGeom>
                <a:avLst/>
                <a:gdLst>
                  <a:gd name="T0" fmla="*/ 68 w 75"/>
                  <a:gd name="T1" fmla="*/ 81 h 83"/>
                  <a:gd name="T2" fmla="*/ 51 w 75"/>
                  <a:gd name="T3" fmla="*/ 66 h 83"/>
                  <a:gd name="T4" fmla="*/ 38 w 75"/>
                  <a:gd name="T5" fmla="*/ 38 h 83"/>
                  <a:gd name="T6" fmla="*/ 23 w 75"/>
                  <a:gd name="T7" fmla="*/ 36 h 83"/>
                  <a:gd name="T8" fmla="*/ 16 w 75"/>
                  <a:gd name="T9" fmla="*/ 31 h 83"/>
                  <a:gd name="T10" fmla="*/ 9 w 75"/>
                  <a:gd name="T11" fmla="*/ 25 h 83"/>
                  <a:gd name="T12" fmla="*/ 4 w 75"/>
                  <a:gd name="T13" fmla="*/ 19 h 83"/>
                  <a:gd name="T14" fmla="*/ 0 w 75"/>
                  <a:gd name="T15" fmla="*/ 11 h 83"/>
                  <a:gd name="T16" fmla="*/ 1 w 75"/>
                  <a:gd name="T17" fmla="*/ 0 h 83"/>
                  <a:gd name="T18" fmla="*/ 5 w 75"/>
                  <a:gd name="T19" fmla="*/ 0 h 83"/>
                  <a:gd name="T20" fmla="*/ 11 w 75"/>
                  <a:gd name="T21" fmla="*/ 1 h 83"/>
                  <a:gd name="T22" fmla="*/ 20 w 75"/>
                  <a:gd name="T23" fmla="*/ 4 h 83"/>
                  <a:gd name="T24" fmla="*/ 28 w 75"/>
                  <a:gd name="T25" fmla="*/ 9 h 83"/>
                  <a:gd name="T26" fmla="*/ 34 w 75"/>
                  <a:gd name="T27" fmla="*/ 15 h 83"/>
                  <a:gd name="T28" fmla="*/ 40 w 75"/>
                  <a:gd name="T29" fmla="*/ 20 h 83"/>
                  <a:gd name="T30" fmla="*/ 50 w 75"/>
                  <a:gd name="T31" fmla="*/ 23 h 83"/>
                  <a:gd name="T32" fmla="*/ 59 w 75"/>
                  <a:gd name="T33" fmla="*/ 27 h 83"/>
                  <a:gd name="T34" fmla="*/ 63 w 75"/>
                  <a:gd name="T35" fmla="*/ 30 h 83"/>
                  <a:gd name="T36" fmla="*/ 67 w 75"/>
                  <a:gd name="T37" fmla="*/ 31 h 83"/>
                  <a:gd name="T38" fmla="*/ 72 w 75"/>
                  <a:gd name="T39" fmla="*/ 34 h 83"/>
                  <a:gd name="T40" fmla="*/ 72 w 75"/>
                  <a:gd name="T41" fmla="*/ 35 h 83"/>
                  <a:gd name="T42" fmla="*/ 66 w 75"/>
                  <a:gd name="T43" fmla="*/ 42 h 83"/>
                  <a:gd name="T44" fmla="*/ 60 w 75"/>
                  <a:gd name="T45" fmla="*/ 49 h 83"/>
                  <a:gd name="T46" fmla="*/ 67 w 75"/>
                  <a:gd name="T47" fmla="*/ 68 h 83"/>
                  <a:gd name="T48" fmla="*/ 68 w 75"/>
                  <a:gd name="T49" fmla="*/ 8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5" h="83">
                    <a:moveTo>
                      <a:pt x="68" y="81"/>
                    </a:moveTo>
                    <a:cubicBezTo>
                      <a:pt x="61" y="79"/>
                      <a:pt x="54" y="75"/>
                      <a:pt x="51" y="66"/>
                    </a:cubicBezTo>
                    <a:cubicBezTo>
                      <a:pt x="48" y="58"/>
                      <a:pt x="38" y="38"/>
                      <a:pt x="38" y="38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1" y="35"/>
                      <a:pt x="18" y="33"/>
                      <a:pt x="16" y="31"/>
                    </a:cubicBezTo>
                    <a:cubicBezTo>
                      <a:pt x="14" y="29"/>
                      <a:pt x="12" y="27"/>
                      <a:pt x="9" y="25"/>
                    </a:cubicBezTo>
                    <a:cubicBezTo>
                      <a:pt x="8" y="23"/>
                      <a:pt x="6" y="21"/>
                      <a:pt x="4" y="19"/>
                    </a:cubicBezTo>
                    <a:cubicBezTo>
                      <a:pt x="2" y="17"/>
                      <a:pt x="0" y="15"/>
                      <a:pt x="0" y="11"/>
                    </a:cubicBezTo>
                    <a:cubicBezTo>
                      <a:pt x="0" y="7"/>
                      <a:pt x="1" y="4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7" y="0"/>
                      <a:pt x="9" y="0"/>
                      <a:pt x="11" y="1"/>
                    </a:cubicBezTo>
                    <a:cubicBezTo>
                      <a:pt x="14" y="2"/>
                      <a:pt x="17" y="3"/>
                      <a:pt x="20" y="4"/>
                    </a:cubicBezTo>
                    <a:cubicBezTo>
                      <a:pt x="23" y="6"/>
                      <a:pt x="25" y="7"/>
                      <a:pt x="28" y="9"/>
                    </a:cubicBezTo>
                    <a:cubicBezTo>
                      <a:pt x="30" y="10"/>
                      <a:pt x="32" y="13"/>
                      <a:pt x="34" y="15"/>
                    </a:cubicBezTo>
                    <a:cubicBezTo>
                      <a:pt x="36" y="17"/>
                      <a:pt x="37" y="19"/>
                      <a:pt x="40" y="20"/>
                    </a:cubicBezTo>
                    <a:cubicBezTo>
                      <a:pt x="43" y="22"/>
                      <a:pt x="46" y="22"/>
                      <a:pt x="50" y="23"/>
                    </a:cubicBezTo>
                    <a:cubicBezTo>
                      <a:pt x="53" y="24"/>
                      <a:pt x="56" y="25"/>
                      <a:pt x="59" y="27"/>
                    </a:cubicBezTo>
                    <a:cubicBezTo>
                      <a:pt x="61" y="28"/>
                      <a:pt x="62" y="29"/>
                      <a:pt x="63" y="30"/>
                    </a:cubicBezTo>
                    <a:cubicBezTo>
                      <a:pt x="64" y="30"/>
                      <a:pt x="66" y="31"/>
                      <a:pt x="67" y="31"/>
                    </a:cubicBezTo>
                    <a:cubicBezTo>
                      <a:pt x="68" y="32"/>
                      <a:pt x="70" y="34"/>
                      <a:pt x="72" y="34"/>
                    </a:cubicBezTo>
                    <a:cubicBezTo>
                      <a:pt x="72" y="34"/>
                      <a:pt x="72" y="34"/>
                      <a:pt x="72" y="35"/>
                    </a:cubicBezTo>
                    <a:cubicBezTo>
                      <a:pt x="71" y="38"/>
                      <a:pt x="70" y="42"/>
                      <a:pt x="66" y="42"/>
                    </a:cubicBezTo>
                    <a:cubicBezTo>
                      <a:pt x="61" y="42"/>
                      <a:pt x="59" y="45"/>
                      <a:pt x="60" y="49"/>
                    </a:cubicBezTo>
                    <a:cubicBezTo>
                      <a:pt x="60" y="53"/>
                      <a:pt x="60" y="62"/>
                      <a:pt x="67" y="68"/>
                    </a:cubicBezTo>
                    <a:cubicBezTo>
                      <a:pt x="74" y="73"/>
                      <a:pt x="75" y="83"/>
                      <a:pt x="68" y="8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" name="Freeform 3603">
                <a:extLst>
                  <a:ext uri="{FF2B5EF4-FFF2-40B4-BE49-F238E27FC236}">
                    <a16:creationId xmlns:a16="http://schemas.microsoft.com/office/drawing/2014/main" id="{14C6B397-5204-174B-AFE7-84C6480EF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1" y="2676"/>
                <a:ext cx="42" cy="22"/>
              </a:xfrm>
              <a:custGeom>
                <a:avLst/>
                <a:gdLst>
                  <a:gd name="T0" fmla="*/ 98 w 103"/>
                  <a:gd name="T1" fmla="*/ 55 h 55"/>
                  <a:gd name="T2" fmla="*/ 94 w 103"/>
                  <a:gd name="T3" fmla="*/ 53 h 55"/>
                  <a:gd name="T4" fmla="*/ 77 w 103"/>
                  <a:gd name="T5" fmla="*/ 46 h 55"/>
                  <a:gd name="T6" fmla="*/ 61 w 103"/>
                  <a:gd name="T7" fmla="*/ 34 h 55"/>
                  <a:gd name="T8" fmla="*/ 45 w 103"/>
                  <a:gd name="T9" fmla="*/ 27 h 55"/>
                  <a:gd name="T10" fmla="*/ 31 w 103"/>
                  <a:gd name="T11" fmla="*/ 22 h 55"/>
                  <a:gd name="T12" fmla="*/ 16 w 103"/>
                  <a:gd name="T13" fmla="*/ 18 h 55"/>
                  <a:gd name="T14" fmla="*/ 13 w 103"/>
                  <a:gd name="T15" fmla="*/ 16 h 55"/>
                  <a:gd name="T16" fmla="*/ 3 w 103"/>
                  <a:gd name="T17" fmla="*/ 9 h 55"/>
                  <a:gd name="T18" fmla="*/ 1 w 103"/>
                  <a:gd name="T19" fmla="*/ 5 h 55"/>
                  <a:gd name="T20" fmla="*/ 0 w 103"/>
                  <a:gd name="T21" fmla="*/ 3 h 55"/>
                  <a:gd name="T22" fmla="*/ 3 w 103"/>
                  <a:gd name="T23" fmla="*/ 1 h 55"/>
                  <a:gd name="T24" fmla="*/ 4 w 103"/>
                  <a:gd name="T25" fmla="*/ 0 h 55"/>
                  <a:gd name="T26" fmla="*/ 7 w 103"/>
                  <a:gd name="T27" fmla="*/ 1 h 55"/>
                  <a:gd name="T28" fmla="*/ 11 w 103"/>
                  <a:gd name="T29" fmla="*/ 1 h 55"/>
                  <a:gd name="T30" fmla="*/ 18 w 103"/>
                  <a:gd name="T31" fmla="*/ 1 h 55"/>
                  <a:gd name="T32" fmla="*/ 23 w 103"/>
                  <a:gd name="T33" fmla="*/ 1 h 55"/>
                  <a:gd name="T34" fmla="*/ 29 w 103"/>
                  <a:gd name="T35" fmla="*/ 2 h 55"/>
                  <a:gd name="T36" fmla="*/ 34 w 103"/>
                  <a:gd name="T37" fmla="*/ 3 h 55"/>
                  <a:gd name="T38" fmla="*/ 45 w 103"/>
                  <a:gd name="T39" fmla="*/ 5 h 55"/>
                  <a:gd name="T40" fmla="*/ 68 w 103"/>
                  <a:gd name="T41" fmla="*/ 8 h 55"/>
                  <a:gd name="T42" fmla="*/ 82 w 103"/>
                  <a:gd name="T43" fmla="*/ 9 h 55"/>
                  <a:gd name="T44" fmla="*/ 91 w 103"/>
                  <a:gd name="T45" fmla="*/ 9 h 55"/>
                  <a:gd name="T46" fmla="*/ 103 w 103"/>
                  <a:gd name="T47" fmla="*/ 43 h 55"/>
                  <a:gd name="T48" fmla="*/ 98 w 103"/>
                  <a:gd name="T4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3" h="55">
                    <a:moveTo>
                      <a:pt x="98" y="55"/>
                    </a:moveTo>
                    <a:cubicBezTo>
                      <a:pt x="97" y="54"/>
                      <a:pt x="95" y="53"/>
                      <a:pt x="94" y="53"/>
                    </a:cubicBezTo>
                    <a:cubicBezTo>
                      <a:pt x="88" y="51"/>
                      <a:pt x="83" y="49"/>
                      <a:pt x="77" y="46"/>
                    </a:cubicBezTo>
                    <a:cubicBezTo>
                      <a:pt x="72" y="42"/>
                      <a:pt x="67" y="37"/>
                      <a:pt x="61" y="34"/>
                    </a:cubicBezTo>
                    <a:cubicBezTo>
                      <a:pt x="55" y="31"/>
                      <a:pt x="50" y="29"/>
                      <a:pt x="45" y="27"/>
                    </a:cubicBezTo>
                    <a:cubicBezTo>
                      <a:pt x="40" y="25"/>
                      <a:pt x="36" y="23"/>
                      <a:pt x="31" y="22"/>
                    </a:cubicBezTo>
                    <a:cubicBezTo>
                      <a:pt x="26" y="20"/>
                      <a:pt x="21" y="20"/>
                      <a:pt x="16" y="18"/>
                    </a:cubicBezTo>
                    <a:cubicBezTo>
                      <a:pt x="15" y="17"/>
                      <a:pt x="14" y="16"/>
                      <a:pt x="13" y="16"/>
                    </a:cubicBezTo>
                    <a:cubicBezTo>
                      <a:pt x="9" y="14"/>
                      <a:pt x="6" y="11"/>
                      <a:pt x="3" y="9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9" y="1"/>
                      <a:pt x="10" y="1"/>
                      <a:pt x="11" y="1"/>
                    </a:cubicBezTo>
                    <a:cubicBezTo>
                      <a:pt x="13" y="1"/>
                      <a:pt x="15" y="1"/>
                      <a:pt x="18" y="1"/>
                    </a:cubicBezTo>
                    <a:cubicBezTo>
                      <a:pt x="19" y="1"/>
                      <a:pt x="21" y="1"/>
                      <a:pt x="23" y="1"/>
                    </a:cubicBezTo>
                    <a:cubicBezTo>
                      <a:pt x="25" y="2"/>
                      <a:pt x="27" y="2"/>
                      <a:pt x="29" y="2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8" y="4"/>
                      <a:pt x="42" y="5"/>
                      <a:pt x="45" y="5"/>
                    </a:cubicBezTo>
                    <a:cubicBezTo>
                      <a:pt x="53" y="6"/>
                      <a:pt x="60" y="7"/>
                      <a:pt x="68" y="8"/>
                    </a:cubicBezTo>
                    <a:cubicBezTo>
                      <a:pt x="72" y="9"/>
                      <a:pt x="77" y="9"/>
                      <a:pt x="82" y="9"/>
                    </a:cubicBezTo>
                    <a:cubicBezTo>
                      <a:pt x="85" y="9"/>
                      <a:pt x="88" y="9"/>
                      <a:pt x="91" y="9"/>
                    </a:cubicBezTo>
                    <a:cubicBezTo>
                      <a:pt x="94" y="15"/>
                      <a:pt x="103" y="35"/>
                      <a:pt x="103" y="43"/>
                    </a:cubicBezTo>
                    <a:cubicBezTo>
                      <a:pt x="102" y="49"/>
                      <a:pt x="100" y="52"/>
                      <a:pt x="98" y="5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" name="Freeform 3604">
                <a:extLst>
                  <a:ext uri="{FF2B5EF4-FFF2-40B4-BE49-F238E27FC236}">
                    <a16:creationId xmlns:a16="http://schemas.microsoft.com/office/drawing/2014/main" id="{DB8613BA-45AB-484C-AD0C-5561F15E05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5" y="-4"/>
                <a:ext cx="2025" cy="3230"/>
              </a:xfrm>
              <a:custGeom>
                <a:avLst/>
                <a:gdLst>
                  <a:gd name="T0" fmla="*/ 4372 w 4978"/>
                  <a:gd name="T1" fmla="*/ 7091 h 7937"/>
                  <a:gd name="T2" fmla="*/ 4224 w 4978"/>
                  <a:gd name="T3" fmla="*/ 6519 h 7937"/>
                  <a:gd name="T4" fmla="*/ 3602 w 4978"/>
                  <a:gd name="T5" fmla="*/ 6308 h 7937"/>
                  <a:gd name="T6" fmla="*/ 3563 w 4978"/>
                  <a:gd name="T7" fmla="*/ 5775 h 7937"/>
                  <a:gd name="T8" fmla="*/ 3494 w 4978"/>
                  <a:gd name="T9" fmla="*/ 5404 h 7937"/>
                  <a:gd name="T10" fmla="*/ 3710 w 4978"/>
                  <a:gd name="T11" fmla="*/ 4968 h 7937"/>
                  <a:gd name="T12" fmla="*/ 3758 w 4978"/>
                  <a:gd name="T13" fmla="*/ 4884 h 7937"/>
                  <a:gd name="T14" fmla="*/ 3566 w 4978"/>
                  <a:gd name="T15" fmla="*/ 4691 h 7937"/>
                  <a:gd name="T16" fmla="*/ 3483 w 4978"/>
                  <a:gd name="T17" fmla="*/ 4292 h 7937"/>
                  <a:gd name="T18" fmla="*/ 3561 w 4978"/>
                  <a:gd name="T19" fmla="*/ 4321 h 7937"/>
                  <a:gd name="T20" fmla="*/ 3900 w 4978"/>
                  <a:gd name="T21" fmla="*/ 4162 h 7937"/>
                  <a:gd name="T22" fmla="*/ 3603 w 4978"/>
                  <a:gd name="T23" fmla="*/ 4535 h 7937"/>
                  <a:gd name="T24" fmla="*/ 3777 w 4978"/>
                  <a:gd name="T25" fmla="*/ 4749 h 7937"/>
                  <a:gd name="T26" fmla="*/ 3727 w 4978"/>
                  <a:gd name="T27" fmla="*/ 4958 h 7937"/>
                  <a:gd name="T28" fmla="*/ 3622 w 4978"/>
                  <a:gd name="T29" fmla="*/ 5321 h 7937"/>
                  <a:gd name="T30" fmla="*/ 3481 w 4978"/>
                  <a:gd name="T31" fmla="*/ 5539 h 7937"/>
                  <a:gd name="T32" fmla="*/ 3560 w 4978"/>
                  <a:gd name="T33" fmla="*/ 5744 h 7937"/>
                  <a:gd name="T34" fmla="*/ 3530 w 4978"/>
                  <a:gd name="T35" fmla="*/ 5921 h 7937"/>
                  <a:gd name="T36" fmla="*/ 3544 w 4978"/>
                  <a:gd name="T37" fmla="*/ 6203 h 7937"/>
                  <a:gd name="T38" fmla="*/ 3954 w 4978"/>
                  <a:gd name="T39" fmla="*/ 6352 h 7937"/>
                  <a:gd name="T40" fmla="*/ 4426 w 4978"/>
                  <a:gd name="T41" fmla="*/ 6579 h 7937"/>
                  <a:gd name="T42" fmla="*/ 4056 w 4978"/>
                  <a:gd name="T43" fmla="*/ 5565 h 7937"/>
                  <a:gd name="T44" fmla="*/ 4184 w 4978"/>
                  <a:gd name="T45" fmla="*/ 3806 h 7937"/>
                  <a:gd name="T46" fmla="*/ 3658 w 4978"/>
                  <a:gd name="T47" fmla="*/ 1563 h 7937"/>
                  <a:gd name="T48" fmla="*/ 2603 w 4978"/>
                  <a:gd name="T49" fmla="*/ 874 h 7937"/>
                  <a:gd name="T50" fmla="*/ 2344 w 4978"/>
                  <a:gd name="T51" fmla="*/ 1028 h 7937"/>
                  <a:gd name="T52" fmla="*/ 1979 w 4978"/>
                  <a:gd name="T53" fmla="*/ 1382 h 7937"/>
                  <a:gd name="T54" fmla="*/ 1745 w 4978"/>
                  <a:gd name="T55" fmla="*/ 1586 h 7937"/>
                  <a:gd name="T56" fmla="*/ 1461 w 4978"/>
                  <a:gd name="T57" fmla="*/ 1290 h 7937"/>
                  <a:gd name="T58" fmla="*/ 1547 w 4978"/>
                  <a:gd name="T59" fmla="*/ 1593 h 7937"/>
                  <a:gd name="T60" fmla="*/ 1532 w 4978"/>
                  <a:gd name="T61" fmla="*/ 1866 h 7937"/>
                  <a:gd name="T62" fmla="*/ 1342 w 4978"/>
                  <a:gd name="T63" fmla="*/ 2417 h 7937"/>
                  <a:gd name="T64" fmla="*/ 1100 w 4978"/>
                  <a:gd name="T65" fmla="*/ 2707 h 7937"/>
                  <a:gd name="T66" fmla="*/ 694 w 4978"/>
                  <a:gd name="T67" fmla="*/ 2677 h 7937"/>
                  <a:gd name="T68" fmla="*/ 984 w 4978"/>
                  <a:gd name="T69" fmla="*/ 3192 h 7937"/>
                  <a:gd name="T70" fmla="*/ 1451 w 4978"/>
                  <a:gd name="T71" fmla="*/ 3709 h 7937"/>
                  <a:gd name="T72" fmla="*/ 1507 w 4978"/>
                  <a:gd name="T73" fmla="*/ 3786 h 7937"/>
                  <a:gd name="T74" fmla="*/ 1635 w 4978"/>
                  <a:gd name="T75" fmla="*/ 4040 h 7937"/>
                  <a:gd name="T76" fmla="*/ 1533 w 4978"/>
                  <a:gd name="T77" fmla="*/ 3959 h 7937"/>
                  <a:gd name="T78" fmla="*/ 1498 w 4978"/>
                  <a:gd name="T79" fmla="*/ 3761 h 7937"/>
                  <a:gd name="T80" fmla="*/ 1135 w 4978"/>
                  <a:gd name="T81" fmla="*/ 3450 h 7937"/>
                  <a:gd name="T82" fmla="*/ 688 w 4978"/>
                  <a:gd name="T83" fmla="*/ 3694 h 7937"/>
                  <a:gd name="T84" fmla="*/ 444 w 4978"/>
                  <a:gd name="T85" fmla="*/ 3794 h 7937"/>
                  <a:gd name="T86" fmla="*/ 10 w 4978"/>
                  <a:gd name="T87" fmla="*/ 3771 h 7937"/>
                  <a:gd name="T88" fmla="*/ 237 w 4978"/>
                  <a:gd name="T89" fmla="*/ 3814 h 7937"/>
                  <a:gd name="T90" fmla="*/ 93 w 4978"/>
                  <a:gd name="T91" fmla="*/ 4023 h 7937"/>
                  <a:gd name="T92" fmla="*/ 131 w 4978"/>
                  <a:gd name="T93" fmla="*/ 4465 h 7937"/>
                  <a:gd name="T94" fmla="*/ 1842 w 4978"/>
                  <a:gd name="T95" fmla="*/ 6212 h 7937"/>
                  <a:gd name="T96" fmla="*/ 2670 w 4978"/>
                  <a:gd name="T97" fmla="*/ 6887 h 7937"/>
                  <a:gd name="T98" fmla="*/ 3172 w 4978"/>
                  <a:gd name="T99" fmla="*/ 6684 h 7937"/>
                  <a:gd name="T100" fmla="*/ 3450 w 4978"/>
                  <a:gd name="T101" fmla="*/ 6303 h 7937"/>
                  <a:gd name="T102" fmla="*/ 3000 w 4978"/>
                  <a:gd name="T103" fmla="*/ 6726 h 7937"/>
                  <a:gd name="T104" fmla="*/ 2599 w 4978"/>
                  <a:gd name="T105" fmla="*/ 7065 h 7937"/>
                  <a:gd name="T106" fmla="*/ 2556 w 4978"/>
                  <a:gd name="T107" fmla="*/ 7265 h 7937"/>
                  <a:gd name="T108" fmla="*/ 2522 w 4978"/>
                  <a:gd name="T109" fmla="*/ 7313 h 7937"/>
                  <a:gd name="T110" fmla="*/ 2364 w 4978"/>
                  <a:gd name="T111" fmla="*/ 7503 h 7937"/>
                  <a:gd name="T112" fmla="*/ 2938 w 4978"/>
                  <a:gd name="T113" fmla="*/ 7746 h 7937"/>
                  <a:gd name="T114" fmla="*/ 4651 w 4978"/>
                  <a:gd name="T115" fmla="*/ 7835 h 7937"/>
                  <a:gd name="T116" fmla="*/ 583 w 4978"/>
                  <a:gd name="T117" fmla="*/ 4252 h 7937"/>
                  <a:gd name="T118" fmla="*/ 968 w 4978"/>
                  <a:gd name="T119" fmla="*/ 4587 h 7937"/>
                  <a:gd name="T120" fmla="*/ 1552 w 4978"/>
                  <a:gd name="T121" fmla="*/ 4486 h 7937"/>
                  <a:gd name="T122" fmla="*/ 1682 w 4978"/>
                  <a:gd name="T123" fmla="*/ 4270 h 7937"/>
                  <a:gd name="T124" fmla="*/ 2444 w 4978"/>
                  <a:gd name="T125" fmla="*/ 4172 h 7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978" h="7937">
                    <a:moveTo>
                      <a:pt x="4972" y="7692"/>
                    </a:moveTo>
                    <a:cubicBezTo>
                      <a:pt x="4938" y="7691"/>
                      <a:pt x="4938" y="7691"/>
                      <a:pt x="4938" y="7691"/>
                    </a:cubicBezTo>
                    <a:cubicBezTo>
                      <a:pt x="4916" y="7668"/>
                      <a:pt x="4916" y="7668"/>
                      <a:pt x="4916" y="7668"/>
                    </a:cubicBezTo>
                    <a:cubicBezTo>
                      <a:pt x="4852" y="7633"/>
                      <a:pt x="4852" y="7633"/>
                      <a:pt x="4852" y="7633"/>
                    </a:cubicBezTo>
                    <a:cubicBezTo>
                      <a:pt x="4850" y="7628"/>
                      <a:pt x="4850" y="7628"/>
                      <a:pt x="4850" y="7628"/>
                    </a:cubicBezTo>
                    <a:cubicBezTo>
                      <a:pt x="4848" y="7624"/>
                      <a:pt x="4848" y="7624"/>
                      <a:pt x="4848" y="7624"/>
                    </a:cubicBezTo>
                    <a:cubicBezTo>
                      <a:pt x="4844" y="7622"/>
                      <a:pt x="4844" y="7622"/>
                      <a:pt x="4844" y="7622"/>
                    </a:cubicBezTo>
                    <a:cubicBezTo>
                      <a:pt x="4837" y="7616"/>
                      <a:pt x="4837" y="7616"/>
                      <a:pt x="4837" y="7616"/>
                    </a:cubicBezTo>
                    <a:cubicBezTo>
                      <a:pt x="4826" y="7618"/>
                      <a:pt x="4826" y="7618"/>
                      <a:pt x="4826" y="7618"/>
                    </a:cubicBezTo>
                    <a:cubicBezTo>
                      <a:pt x="4812" y="7615"/>
                      <a:pt x="4812" y="7615"/>
                      <a:pt x="4812" y="7615"/>
                    </a:cubicBezTo>
                    <a:cubicBezTo>
                      <a:pt x="4811" y="7609"/>
                      <a:pt x="4811" y="7609"/>
                      <a:pt x="4811" y="7609"/>
                    </a:cubicBezTo>
                    <a:cubicBezTo>
                      <a:pt x="4809" y="7597"/>
                      <a:pt x="4809" y="7597"/>
                      <a:pt x="4809" y="7597"/>
                    </a:cubicBezTo>
                    <a:cubicBezTo>
                      <a:pt x="4804" y="7596"/>
                      <a:pt x="4804" y="7596"/>
                      <a:pt x="4804" y="7596"/>
                    </a:cubicBezTo>
                    <a:cubicBezTo>
                      <a:pt x="4783" y="7591"/>
                      <a:pt x="4783" y="7591"/>
                      <a:pt x="4783" y="7591"/>
                    </a:cubicBezTo>
                    <a:cubicBezTo>
                      <a:pt x="4766" y="7575"/>
                      <a:pt x="4766" y="7575"/>
                      <a:pt x="4766" y="7575"/>
                    </a:cubicBezTo>
                    <a:cubicBezTo>
                      <a:pt x="4754" y="7575"/>
                      <a:pt x="4754" y="7575"/>
                      <a:pt x="4754" y="7575"/>
                    </a:cubicBezTo>
                    <a:cubicBezTo>
                      <a:pt x="4754" y="7575"/>
                      <a:pt x="4750" y="7579"/>
                      <a:pt x="4749" y="7579"/>
                    </a:cubicBezTo>
                    <a:cubicBezTo>
                      <a:pt x="4748" y="7579"/>
                      <a:pt x="4734" y="7564"/>
                      <a:pt x="4734" y="7564"/>
                    </a:cubicBezTo>
                    <a:cubicBezTo>
                      <a:pt x="4733" y="7563"/>
                      <a:pt x="4733" y="7563"/>
                      <a:pt x="4733" y="7563"/>
                    </a:cubicBezTo>
                    <a:cubicBezTo>
                      <a:pt x="4731" y="7546"/>
                      <a:pt x="4731" y="7546"/>
                      <a:pt x="4731" y="7546"/>
                    </a:cubicBezTo>
                    <a:cubicBezTo>
                      <a:pt x="4722" y="7533"/>
                      <a:pt x="4722" y="7533"/>
                      <a:pt x="4722" y="7533"/>
                    </a:cubicBezTo>
                    <a:cubicBezTo>
                      <a:pt x="4720" y="7531"/>
                      <a:pt x="4720" y="7531"/>
                      <a:pt x="4720" y="7531"/>
                    </a:cubicBezTo>
                    <a:cubicBezTo>
                      <a:pt x="4702" y="7515"/>
                      <a:pt x="4702" y="7515"/>
                      <a:pt x="4702" y="7515"/>
                    </a:cubicBezTo>
                    <a:cubicBezTo>
                      <a:pt x="4702" y="7515"/>
                      <a:pt x="4679" y="7510"/>
                      <a:pt x="4679" y="7510"/>
                    </a:cubicBezTo>
                    <a:cubicBezTo>
                      <a:pt x="4678" y="7510"/>
                      <a:pt x="4652" y="7500"/>
                      <a:pt x="4652" y="7500"/>
                    </a:cubicBezTo>
                    <a:cubicBezTo>
                      <a:pt x="4652" y="7500"/>
                      <a:pt x="4650" y="7498"/>
                      <a:pt x="4649" y="7495"/>
                    </a:cubicBezTo>
                    <a:cubicBezTo>
                      <a:pt x="4647" y="7491"/>
                      <a:pt x="4645" y="7487"/>
                      <a:pt x="4645" y="7485"/>
                    </a:cubicBezTo>
                    <a:cubicBezTo>
                      <a:pt x="4645" y="7481"/>
                      <a:pt x="4643" y="7475"/>
                      <a:pt x="4637" y="7467"/>
                    </a:cubicBezTo>
                    <a:cubicBezTo>
                      <a:pt x="4632" y="7459"/>
                      <a:pt x="4633" y="7449"/>
                      <a:pt x="4632" y="7440"/>
                    </a:cubicBezTo>
                    <a:cubicBezTo>
                      <a:pt x="4631" y="7431"/>
                      <a:pt x="4637" y="7431"/>
                      <a:pt x="4641" y="7429"/>
                    </a:cubicBezTo>
                    <a:cubicBezTo>
                      <a:pt x="4646" y="7428"/>
                      <a:pt x="4646" y="7427"/>
                      <a:pt x="4645" y="7420"/>
                    </a:cubicBezTo>
                    <a:cubicBezTo>
                      <a:pt x="4645" y="7416"/>
                      <a:pt x="4642" y="7415"/>
                      <a:pt x="4640" y="7415"/>
                    </a:cubicBezTo>
                    <a:cubicBezTo>
                      <a:pt x="4639" y="7415"/>
                      <a:pt x="4638" y="7415"/>
                      <a:pt x="4638" y="7415"/>
                    </a:cubicBezTo>
                    <a:cubicBezTo>
                      <a:pt x="4638" y="7415"/>
                      <a:pt x="4625" y="7422"/>
                      <a:pt x="4625" y="7423"/>
                    </a:cubicBezTo>
                    <a:cubicBezTo>
                      <a:pt x="4625" y="7423"/>
                      <a:pt x="4616" y="7423"/>
                      <a:pt x="4616" y="7423"/>
                    </a:cubicBezTo>
                    <a:cubicBezTo>
                      <a:pt x="4614" y="7416"/>
                      <a:pt x="4614" y="7416"/>
                      <a:pt x="4614" y="7416"/>
                    </a:cubicBezTo>
                    <a:cubicBezTo>
                      <a:pt x="4599" y="7365"/>
                      <a:pt x="4599" y="7365"/>
                      <a:pt x="4599" y="7365"/>
                    </a:cubicBezTo>
                    <a:cubicBezTo>
                      <a:pt x="4595" y="7306"/>
                      <a:pt x="4595" y="7306"/>
                      <a:pt x="4595" y="7306"/>
                    </a:cubicBezTo>
                    <a:cubicBezTo>
                      <a:pt x="4598" y="7280"/>
                      <a:pt x="4598" y="7280"/>
                      <a:pt x="4598" y="7280"/>
                    </a:cubicBezTo>
                    <a:cubicBezTo>
                      <a:pt x="4595" y="7273"/>
                      <a:pt x="4595" y="7273"/>
                      <a:pt x="4595" y="7273"/>
                    </a:cubicBezTo>
                    <a:cubicBezTo>
                      <a:pt x="4592" y="7272"/>
                      <a:pt x="4592" y="7272"/>
                      <a:pt x="4592" y="7272"/>
                    </a:cubicBezTo>
                    <a:cubicBezTo>
                      <a:pt x="4584" y="7271"/>
                      <a:pt x="4584" y="7271"/>
                      <a:pt x="4584" y="7271"/>
                    </a:cubicBezTo>
                    <a:cubicBezTo>
                      <a:pt x="4576" y="7279"/>
                      <a:pt x="4576" y="7279"/>
                      <a:pt x="4576" y="7279"/>
                    </a:cubicBezTo>
                    <a:cubicBezTo>
                      <a:pt x="4575" y="7291"/>
                      <a:pt x="4575" y="7291"/>
                      <a:pt x="4575" y="7291"/>
                    </a:cubicBezTo>
                    <a:cubicBezTo>
                      <a:pt x="4575" y="7293"/>
                      <a:pt x="4575" y="7293"/>
                      <a:pt x="4575" y="7293"/>
                    </a:cubicBezTo>
                    <a:cubicBezTo>
                      <a:pt x="4578" y="7296"/>
                      <a:pt x="4578" y="7296"/>
                      <a:pt x="4578" y="7296"/>
                    </a:cubicBezTo>
                    <a:cubicBezTo>
                      <a:pt x="4578" y="7296"/>
                      <a:pt x="4578" y="7296"/>
                      <a:pt x="4578" y="7296"/>
                    </a:cubicBezTo>
                    <a:cubicBezTo>
                      <a:pt x="4583" y="7300"/>
                      <a:pt x="4583" y="7300"/>
                      <a:pt x="4583" y="7300"/>
                    </a:cubicBezTo>
                    <a:cubicBezTo>
                      <a:pt x="4587" y="7312"/>
                      <a:pt x="4587" y="7312"/>
                      <a:pt x="4587" y="7312"/>
                    </a:cubicBezTo>
                    <a:cubicBezTo>
                      <a:pt x="4588" y="7368"/>
                      <a:pt x="4588" y="7368"/>
                      <a:pt x="4588" y="7368"/>
                    </a:cubicBezTo>
                    <a:cubicBezTo>
                      <a:pt x="4584" y="7369"/>
                      <a:pt x="4584" y="7369"/>
                      <a:pt x="4584" y="7369"/>
                    </a:cubicBezTo>
                    <a:cubicBezTo>
                      <a:pt x="4575" y="7360"/>
                      <a:pt x="4575" y="7360"/>
                      <a:pt x="4575" y="7360"/>
                    </a:cubicBezTo>
                    <a:cubicBezTo>
                      <a:pt x="4575" y="7359"/>
                      <a:pt x="4575" y="7359"/>
                      <a:pt x="4575" y="7359"/>
                    </a:cubicBezTo>
                    <a:cubicBezTo>
                      <a:pt x="4575" y="7302"/>
                      <a:pt x="4575" y="7302"/>
                      <a:pt x="4575" y="7302"/>
                    </a:cubicBezTo>
                    <a:cubicBezTo>
                      <a:pt x="4569" y="7299"/>
                      <a:pt x="4569" y="7299"/>
                      <a:pt x="4569" y="7299"/>
                    </a:cubicBezTo>
                    <a:cubicBezTo>
                      <a:pt x="4532" y="7283"/>
                      <a:pt x="4532" y="7283"/>
                      <a:pt x="4532" y="7283"/>
                    </a:cubicBezTo>
                    <a:cubicBezTo>
                      <a:pt x="4531" y="7278"/>
                      <a:pt x="4531" y="7278"/>
                      <a:pt x="4531" y="7278"/>
                    </a:cubicBezTo>
                    <a:cubicBezTo>
                      <a:pt x="4530" y="7273"/>
                      <a:pt x="4530" y="7273"/>
                      <a:pt x="4530" y="7273"/>
                    </a:cubicBezTo>
                    <a:cubicBezTo>
                      <a:pt x="4525" y="7270"/>
                      <a:pt x="4525" y="7270"/>
                      <a:pt x="4525" y="7270"/>
                    </a:cubicBezTo>
                    <a:cubicBezTo>
                      <a:pt x="4481" y="7243"/>
                      <a:pt x="4481" y="7243"/>
                      <a:pt x="4481" y="7243"/>
                    </a:cubicBezTo>
                    <a:cubicBezTo>
                      <a:pt x="4481" y="7239"/>
                      <a:pt x="4481" y="7239"/>
                      <a:pt x="4481" y="7239"/>
                    </a:cubicBezTo>
                    <a:cubicBezTo>
                      <a:pt x="4481" y="7239"/>
                      <a:pt x="4481" y="7239"/>
                      <a:pt x="4481" y="7239"/>
                    </a:cubicBezTo>
                    <a:cubicBezTo>
                      <a:pt x="4480" y="7229"/>
                      <a:pt x="4480" y="7229"/>
                      <a:pt x="4480" y="7229"/>
                    </a:cubicBezTo>
                    <a:cubicBezTo>
                      <a:pt x="4474" y="7228"/>
                      <a:pt x="4474" y="7228"/>
                      <a:pt x="4474" y="7228"/>
                    </a:cubicBezTo>
                    <a:cubicBezTo>
                      <a:pt x="4472" y="7227"/>
                      <a:pt x="4472" y="7227"/>
                      <a:pt x="4472" y="7227"/>
                    </a:cubicBezTo>
                    <a:cubicBezTo>
                      <a:pt x="4451" y="7238"/>
                      <a:pt x="4451" y="7238"/>
                      <a:pt x="4451" y="7238"/>
                    </a:cubicBezTo>
                    <a:cubicBezTo>
                      <a:pt x="4394" y="7188"/>
                      <a:pt x="4394" y="7188"/>
                      <a:pt x="4394" y="7188"/>
                    </a:cubicBezTo>
                    <a:cubicBezTo>
                      <a:pt x="4373" y="7187"/>
                      <a:pt x="4373" y="7187"/>
                      <a:pt x="4373" y="7187"/>
                    </a:cubicBezTo>
                    <a:cubicBezTo>
                      <a:pt x="4364" y="7192"/>
                      <a:pt x="4364" y="7192"/>
                      <a:pt x="4364" y="7192"/>
                    </a:cubicBezTo>
                    <a:cubicBezTo>
                      <a:pt x="4351" y="7193"/>
                      <a:pt x="4351" y="7193"/>
                      <a:pt x="4351" y="7193"/>
                    </a:cubicBezTo>
                    <a:cubicBezTo>
                      <a:pt x="4346" y="7186"/>
                      <a:pt x="4346" y="7186"/>
                      <a:pt x="4346" y="7186"/>
                    </a:cubicBezTo>
                    <a:cubicBezTo>
                      <a:pt x="4346" y="7186"/>
                      <a:pt x="4346" y="7186"/>
                      <a:pt x="4346" y="7186"/>
                    </a:cubicBezTo>
                    <a:cubicBezTo>
                      <a:pt x="4346" y="7186"/>
                      <a:pt x="4346" y="7186"/>
                      <a:pt x="4346" y="7186"/>
                    </a:cubicBezTo>
                    <a:cubicBezTo>
                      <a:pt x="4348" y="7181"/>
                      <a:pt x="4348" y="7181"/>
                      <a:pt x="4348" y="7181"/>
                    </a:cubicBezTo>
                    <a:cubicBezTo>
                      <a:pt x="4365" y="7177"/>
                      <a:pt x="4365" y="7177"/>
                      <a:pt x="4365" y="7177"/>
                    </a:cubicBezTo>
                    <a:cubicBezTo>
                      <a:pt x="4370" y="7173"/>
                      <a:pt x="4370" y="7173"/>
                      <a:pt x="4370" y="7173"/>
                    </a:cubicBezTo>
                    <a:cubicBezTo>
                      <a:pt x="4361" y="7169"/>
                      <a:pt x="4361" y="7169"/>
                      <a:pt x="4361" y="7169"/>
                    </a:cubicBezTo>
                    <a:cubicBezTo>
                      <a:pt x="4355" y="7166"/>
                      <a:pt x="4355" y="7166"/>
                      <a:pt x="4355" y="7166"/>
                    </a:cubicBezTo>
                    <a:cubicBezTo>
                      <a:pt x="4356" y="7162"/>
                      <a:pt x="4356" y="7162"/>
                      <a:pt x="4356" y="7162"/>
                    </a:cubicBezTo>
                    <a:cubicBezTo>
                      <a:pt x="4356" y="7156"/>
                      <a:pt x="4356" y="7156"/>
                      <a:pt x="4356" y="7156"/>
                    </a:cubicBezTo>
                    <a:cubicBezTo>
                      <a:pt x="4351" y="7154"/>
                      <a:pt x="4351" y="7154"/>
                      <a:pt x="4351" y="7154"/>
                    </a:cubicBezTo>
                    <a:cubicBezTo>
                      <a:pt x="4350" y="7151"/>
                      <a:pt x="4350" y="7151"/>
                      <a:pt x="4350" y="7151"/>
                    </a:cubicBezTo>
                    <a:cubicBezTo>
                      <a:pt x="4350" y="7151"/>
                      <a:pt x="4350" y="7151"/>
                      <a:pt x="4350" y="7151"/>
                    </a:cubicBezTo>
                    <a:cubicBezTo>
                      <a:pt x="4349" y="7149"/>
                      <a:pt x="4349" y="7149"/>
                      <a:pt x="4349" y="7149"/>
                    </a:cubicBezTo>
                    <a:cubicBezTo>
                      <a:pt x="4348" y="7141"/>
                      <a:pt x="4348" y="7141"/>
                      <a:pt x="4348" y="7141"/>
                    </a:cubicBezTo>
                    <a:cubicBezTo>
                      <a:pt x="4362" y="7123"/>
                      <a:pt x="4362" y="7123"/>
                      <a:pt x="4362" y="7123"/>
                    </a:cubicBezTo>
                    <a:cubicBezTo>
                      <a:pt x="4358" y="7103"/>
                      <a:pt x="4358" y="7103"/>
                      <a:pt x="4358" y="7103"/>
                    </a:cubicBezTo>
                    <a:cubicBezTo>
                      <a:pt x="4372" y="7091"/>
                      <a:pt x="4372" y="7091"/>
                      <a:pt x="4372" y="7091"/>
                    </a:cubicBezTo>
                    <a:cubicBezTo>
                      <a:pt x="4384" y="7090"/>
                      <a:pt x="4384" y="7090"/>
                      <a:pt x="4384" y="7090"/>
                    </a:cubicBezTo>
                    <a:cubicBezTo>
                      <a:pt x="4397" y="7068"/>
                      <a:pt x="4397" y="7068"/>
                      <a:pt x="4397" y="7068"/>
                    </a:cubicBezTo>
                    <a:cubicBezTo>
                      <a:pt x="4400" y="7052"/>
                      <a:pt x="4400" y="7052"/>
                      <a:pt x="4400" y="7052"/>
                    </a:cubicBezTo>
                    <a:cubicBezTo>
                      <a:pt x="4393" y="7047"/>
                      <a:pt x="4393" y="7047"/>
                      <a:pt x="4393" y="7047"/>
                    </a:cubicBezTo>
                    <a:cubicBezTo>
                      <a:pt x="4391" y="7045"/>
                      <a:pt x="4391" y="7045"/>
                      <a:pt x="4391" y="7045"/>
                    </a:cubicBezTo>
                    <a:cubicBezTo>
                      <a:pt x="4391" y="7042"/>
                      <a:pt x="4391" y="7042"/>
                      <a:pt x="4391" y="7042"/>
                    </a:cubicBezTo>
                    <a:cubicBezTo>
                      <a:pt x="4391" y="7034"/>
                      <a:pt x="4391" y="7034"/>
                      <a:pt x="4391" y="7034"/>
                    </a:cubicBezTo>
                    <a:cubicBezTo>
                      <a:pt x="4398" y="7021"/>
                      <a:pt x="4398" y="7021"/>
                      <a:pt x="4398" y="7021"/>
                    </a:cubicBezTo>
                    <a:cubicBezTo>
                      <a:pt x="4394" y="7015"/>
                      <a:pt x="4394" y="7015"/>
                      <a:pt x="4394" y="7015"/>
                    </a:cubicBezTo>
                    <a:cubicBezTo>
                      <a:pt x="4391" y="6986"/>
                      <a:pt x="4391" y="6986"/>
                      <a:pt x="4391" y="6986"/>
                    </a:cubicBezTo>
                    <a:cubicBezTo>
                      <a:pt x="4391" y="6986"/>
                      <a:pt x="4389" y="6984"/>
                      <a:pt x="4386" y="6981"/>
                    </a:cubicBezTo>
                    <a:cubicBezTo>
                      <a:pt x="4383" y="6979"/>
                      <a:pt x="4381" y="6977"/>
                      <a:pt x="4380" y="6977"/>
                    </a:cubicBezTo>
                    <a:cubicBezTo>
                      <a:pt x="4380" y="6977"/>
                      <a:pt x="4381" y="6977"/>
                      <a:pt x="4382" y="6976"/>
                    </a:cubicBezTo>
                    <a:cubicBezTo>
                      <a:pt x="4384" y="6974"/>
                      <a:pt x="4386" y="6972"/>
                      <a:pt x="4386" y="6972"/>
                    </a:cubicBezTo>
                    <a:cubicBezTo>
                      <a:pt x="4399" y="6953"/>
                      <a:pt x="4399" y="6953"/>
                      <a:pt x="4399" y="6953"/>
                    </a:cubicBezTo>
                    <a:cubicBezTo>
                      <a:pt x="4396" y="6936"/>
                      <a:pt x="4396" y="6936"/>
                      <a:pt x="4396" y="6936"/>
                    </a:cubicBezTo>
                    <a:cubicBezTo>
                      <a:pt x="4390" y="6912"/>
                      <a:pt x="4390" y="6912"/>
                      <a:pt x="4390" y="6912"/>
                    </a:cubicBezTo>
                    <a:cubicBezTo>
                      <a:pt x="4393" y="6906"/>
                      <a:pt x="4393" y="6906"/>
                      <a:pt x="4393" y="6906"/>
                    </a:cubicBezTo>
                    <a:cubicBezTo>
                      <a:pt x="4393" y="6906"/>
                      <a:pt x="4394" y="6900"/>
                      <a:pt x="4393" y="6892"/>
                    </a:cubicBezTo>
                    <a:cubicBezTo>
                      <a:pt x="4393" y="6890"/>
                      <a:pt x="4394" y="6889"/>
                      <a:pt x="4394" y="6888"/>
                    </a:cubicBezTo>
                    <a:cubicBezTo>
                      <a:pt x="4397" y="6885"/>
                      <a:pt x="4403" y="6887"/>
                      <a:pt x="4405" y="6882"/>
                    </a:cubicBezTo>
                    <a:cubicBezTo>
                      <a:pt x="4406" y="6878"/>
                      <a:pt x="4402" y="6876"/>
                      <a:pt x="4398" y="6875"/>
                    </a:cubicBezTo>
                    <a:cubicBezTo>
                      <a:pt x="4395" y="6873"/>
                      <a:pt x="4392" y="6872"/>
                      <a:pt x="4391" y="6869"/>
                    </a:cubicBezTo>
                    <a:cubicBezTo>
                      <a:pt x="4391" y="6868"/>
                      <a:pt x="4391" y="6867"/>
                      <a:pt x="4391" y="6866"/>
                    </a:cubicBezTo>
                    <a:cubicBezTo>
                      <a:pt x="4392" y="6861"/>
                      <a:pt x="4402" y="6855"/>
                      <a:pt x="4404" y="6845"/>
                    </a:cubicBezTo>
                    <a:cubicBezTo>
                      <a:pt x="4405" y="6840"/>
                      <a:pt x="4402" y="6836"/>
                      <a:pt x="4398" y="6833"/>
                    </a:cubicBezTo>
                    <a:cubicBezTo>
                      <a:pt x="4394" y="6830"/>
                      <a:pt x="4388" y="6828"/>
                      <a:pt x="4383" y="6826"/>
                    </a:cubicBezTo>
                    <a:cubicBezTo>
                      <a:pt x="4383" y="6825"/>
                      <a:pt x="4382" y="6825"/>
                      <a:pt x="4382" y="6825"/>
                    </a:cubicBezTo>
                    <a:cubicBezTo>
                      <a:pt x="4379" y="6825"/>
                      <a:pt x="4376" y="6825"/>
                      <a:pt x="4373" y="6822"/>
                    </a:cubicBezTo>
                    <a:cubicBezTo>
                      <a:pt x="4371" y="6821"/>
                      <a:pt x="4369" y="6819"/>
                      <a:pt x="4368" y="6817"/>
                    </a:cubicBezTo>
                    <a:cubicBezTo>
                      <a:pt x="4367" y="6816"/>
                      <a:pt x="4366" y="6814"/>
                      <a:pt x="4366" y="6813"/>
                    </a:cubicBezTo>
                    <a:cubicBezTo>
                      <a:pt x="4365" y="6811"/>
                      <a:pt x="4364" y="6808"/>
                      <a:pt x="4364" y="6805"/>
                    </a:cubicBezTo>
                    <a:cubicBezTo>
                      <a:pt x="4364" y="6803"/>
                      <a:pt x="4364" y="6802"/>
                      <a:pt x="4364" y="6801"/>
                    </a:cubicBezTo>
                    <a:cubicBezTo>
                      <a:pt x="4365" y="6799"/>
                      <a:pt x="4365" y="6797"/>
                      <a:pt x="4366" y="6796"/>
                    </a:cubicBezTo>
                    <a:cubicBezTo>
                      <a:pt x="4367" y="6794"/>
                      <a:pt x="4368" y="6793"/>
                      <a:pt x="4369" y="6791"/>
                    </a:cubicBezTo>
                    <a:cubicBezTo>
                      <a:pt x="4370" y="6789"/>
                      <a:pt x="4372" y="6787"/>
                      <a:pt x="4374" y="6786"/>
                    </a:cubicBezTo>
                    <a:cubicBezTo>
                      <a:pt x="4375" y="6785"/>
                      <a:pt x="4376" y="6785"/>
                      <a:pt x="4376" y="6783"/>
                    </a:cubicBezTo>
                    <a:cubicBezTo>
                      <a:pt x="4376" y="6781"/>
                      <a:pt x="4375" y="6779"/>
                      <a:pt x="4375" y="6777"/>
                    </a:cubicBezTo>
                    <a:cubicBezTo>
                      <a:pt x="4374" y="6777"/>
                      <a:pt x="4374" y="6776"/>
                      <a:pt x="4373" y="6776"/>
                    </a:cubicBezTo>
                    <a:cubicBezTo>
                      <a:pt x="4373" y="6776"/>
                      <a:pt x="4373" y="6776"/>
                      <a:pt x="4373" y="6776"/>
                    </a:cubicBezTo>
                    <a:cubicBezTo>
                      <a:pt x="4372" y="6775"/>
                      <a:pt x="4371" y="6772"/>
                      <a:pt x="4370" y="6771"/>
                    </a:cubicBezTo>
                    <a:cubicBezTo>
                      <a:pt x="4369" y="6771"/>
                      <a:pt x="4369" y="6770"/>
                      <a:pt x="4369" y="6770"/>
                    </a:cubicBezTo>
                    <a:cubicBezTo>
                      <a:pt x="4368" y="6769"/>
                      <a:pt x="4368" y="6769"/>
                      <a:pt x="4368" y="6769"/>
                    </a:cubicBezTo>
                    <a:cubicBezTo>
                      <a:pt x="4368" y="6769"/>
                      <a:pt x="4368" y="6769"/>
                      <a:pt x="4368" y="6769"/>
                    </a:cubicBezTo>
                    <a:cubicBezTo>
                      <a:pt x="4367" y="6767"/>
                      <a:pt x="4366" y="6765"/>
                      <a:pt x="4365" y="6763"/>
                    </a:cubicBezTo>
                    <a:cubicBezTo>
                      <a:pt x="4364" y="6761"/>
                      <a:pt x="4364" y="6759"/>
                      <a:pt x="4364" y="6756"/>
                    </a:cubicBezTo>
                    <a:cubicBezTo>
                      <a:pt x="4364" y="6756"/>
                      <a:pt x="4364" y="6755"/>
                      <a:pt x="4364" y="6755"/>
                    </a:cubicBezTo>
                    <a:cubicBezTo>
                      <a:pt x="4364" y="6750"/>
                      <a:pt x="4368" y="6746"/>
                      <a:pt x="4370" y="6742"/>
                    </a:cubicBezTo>
                    <a:cubicBezTo>
                      <a:pt x="4372" y="6739"/>
                      <a:pt x="4374" y="6737"/>
                      <a:pt x="4376" y="6733"/>
                    </a:cubicBezTo>
                    <a:cubicBezTo>
                      <a:pt x="4379" y="6729"/>
                      <a:pt x="4378" y="6724"/>
                      <a:pt x="4378" y="6719"/>
                    </a:cubicBezTo>
                    <a:cubicBezTo>
                      <a:pt x="4379" y="6714"/>
                      <a:pt x="4381" y="6710"/>
                      <a:pt x="4383" y="6705"/>
                    </a:cubicBezTo>
                    <a:cubicBezTo>
                      <a:pt x="4384" y="6703"/>
                      <a:pt x="4385" y="6700"/>
                      <a:pt x="4385" y="6697"/>
                    </a:cubicBezTo>
                    <a:cubicBezTo>
                      <a:pt x="4386" y="6696"/>
                      <a:pt x="4386" y="6694"/>
                      <a:pt x="4386" y="6693"/>
                    </a:cubicBezTo>
                    <a:cubicBezTo>
                      <a:pt x="4387" y="6693"/>
                      <a:pt x="4387" y="6693"/>
                      <a:pt x="4387" y="6692"/>
                    </a:cubicBezTo>
                    <a:cubicBezTo>
                      <a:pt x="4388" y="6686"/>
                      <a:pt x="4390" y="6679"/>
                      <a:pt x="4390" y="6673"/>
                    </a:cubicBezTo>
                    <a:cubicBezTo>
                      <a:pt x="4390" y="6671"/>
                      <a:pt x="4391" y="6669"/>
                      <a:pt x="4391" y="6667"/>
                    </a:cubicBezTo>
                    <a:cubicBezTo>
                      <a:pt x="4391" y="6666"/>
                      <a:pt x="4391" y="6665"/>
                      <a:pt x="4391" y="6665"/>
                    </a:cubicBezTo>
                    <a:cubicBezTo>
                      <a:pt x="4390" y="6661"/>
                      <a:pt x="4390" y="6657"/>
                      <a:pt x="4390" y="6654"/>
                    </a:cubicBezTo>
                    <a:cubicBezTo>
                      <a:pt x="4389" y="6652"/>
                      <a:pt x="4389" y="6650"/>
                      <a:pt x="4389" y="6648"/>
                    </a:cubicBezTo>
                    <a:cubicBezTo>
                      <a:pt x="4389" y="6647"/>
                      <a:pt x="4389" y="6646"/>
                      <a:pt x="4389" y="6644"/>
                    </a:cubicBezTo>
                    <a:cubicBezTo>
                      <a:pt x="4389" y="6641"/>
                      <a:pt x="4389" y="6638"/>
                      <a:pt x="4387" y="6635"/>
                    </a:cubicBezTo>
                    <a:cubicBezTo>
                      <a:pt x="4387" y="6635"/>
                      <a:pt x="4386" y="6634"/>
                      <a:pt x="4386" y="6634"/>
                    </a:cubicBezTo>
                    <a:cubicBezTo>
                      <a:pt x="4386" y="6633"/>
                      <a:pt x="4386" y="6633"/>
                      <a:pt x="4386" y="6633"/>
                    </a:cubicBezTo>
                    <a:cubicBezTo>
                      <a:pt x="4385" y="6632"/>
                      <a:pt x="4384" y="6632"/>
                      <a:pt x="4383" y="6631"/>
                    </a:cubicBezTo>
                    <a:cubicBezTo>
                      <a:pt x="4381" y="6630"/>
                      <a:pt x="4379" y="6630"/>
                      <a:pt x="4377" y="6628"/>
                    </a:cubicBezTo>
                    <a:cubicBezTo>
                      <a:pt x="4374" y="6627"/>
                      <a:pt x="4370" y="6624"/>
                      <a:pt x="4369" y="6622"/>
                    </a:cubicBezTo>
                    <a:cubicBezTo>
                      <a:pt x="4368" y="6621"/>
                      <a:pt x="4367" y="6619"/>
                      <a:pt x="4367" y="6618"/>
                    </a:cubicBezTo>
                    <a:cubicBezTo>
                      <a:pt x="4367" y="6618"/>
                      <a:pt x="4367" y="6618"/>
                      <a:pt x="4367" y="6618"/>
                    </a:cubicBezTo>
                    <a:cubicBezTo>
                      <a:pt x="4367" y="6616"/>
                      <a:pt x="4367" y="6613"/>
                      <a:pt x="4367" y="6611"/>
                    </a:cubicBezTo>
                    <a:cubicBezTo>
                      <a:pt x="4367" y="6611"/>
                      <a:pt x="4367" y="6611"/>
                      <a:pt x="4367" y="6611"/>
                    </a:cubicBezTo>
                    <a:cubicBezTo>
                      <a:pt x="4367" y="6609"/>
                      <a:pt x="4367" y="6608"/>
                      <a:pt x="4366" y="6606"/>
                    </a:cubicBezTo>
                    <a:cubicBezTo>
                      <a:pt x="4366" y="6606"/>
                      <a:pt x="4366" y="6606"/>
                      <a:pt x="4366" y="6606"/>
                    </a:cubicBezTo>
                    <a:cubicBezTo>
                      <a:pt x="4366" y="6605"/>
                      <a:pt x="4365" y="6604"/>
                      <a:pt x="4364" y="6603"/>
                    </a:cubicBezTo>
                    <a:cubicBezTo>
                      <a:pt x="4363" y="6602"/>
                      <a:pt x="4362" y="6601"/>
                      <a:pt x="4361" y="6601"/>
                    </a:cubicBezTo>
                    <a:cubicBezTo>
                      <a:pt x="4358" y="6599"/>
                      <a:pt x="4354" y="6599"/>
                      <a:pt x="4351" y="6599"/>
                    </a:cubicBezTo>
                    <a:cubicBezTo>
                      <a:pt x="4346" y="6598"/>
                      <a:pt x="4342" y="6594"/>
                      <a:pt x="4337" y="6591"/>
                    </a:cubicBezTo>
                    <a:cubicBezTo>
                      <a:pt x="4332" y="6589"/>
                      <a:pt x="4329" y="6585"/>
                      <a:pt x="4325" y="6581"/>
                    </a:cubicBezTo>
                    <a:cubicBezTo>
                      <a:pt x="4318" y="6574"/>
                      <a:pt x="4313" y="6564"/>
                      <a:pt x="4305" y="6558"/>
                    </a:cubicBezTo>
                    <a:cubicBezTo>
                      <a:pt x="4303" y="6557"/>
                      <a:pt x="4300" y="6556"/>
                      <a:pt x="4298" y="6555"/>
                    </a:cubicBezTo>
                    <a:cubicBezTo>
                      <a:pt x="4295" y="6554"/>
                      <a:pt x="4292" y="6552"/>
                      <a:pt x="4289" y="6551"/>
                    </a:cubicBezTo>
                    <a:cubicBezTo>
                      <a:pt x="4285" y="6550"/>
                      <a:pt x="4279" y="6550"/>
                      <a:pt x="4275" y="6550"/>
                    </a:cubicBezTo>
                    <a:cubicBezTo>
                      <a:pt x="4269" y="6551"/>
                      <a:pt x="4263" y="6552"/>
                      <a:pt x="4258" y="6551"/>
                    </a:cubicBezTo>
                    <a:cubicBezTo>
                      <a:pt x="4251" y="6550"/>
                      <a:pt x="4246" y="6545"/>
                      <a:pt x="4243" y="6539"/>
                    </a:cubicBezTo>
                    <a:cubicBezTo>
                      <a:pt x="4243" y="6539"/>
                      <a:pt x="4243" y="6539"/>
                      <a:pt x="4243" y="6539"/>
                    </a:cubicBezTo>
                    <a:cubicBezTo>
                      <a:pt x="4243" y="6539"/>
                      <a:pt x="4243" y="6538"/>
                      <a:pt x="4242" y="6538"/>
                    </a:cubicBezTo>
                    <a:cubicBezTo>
                      <a:pt x="4240" y="6533"/>
                      <a:pt x="4238" y="6528"/>
                      <a:pt x="4234" y="6524"/>
                    </a:cubicBezTo>
                    <a:cubicBezTo>
                      <a:pt x="4234" y="6524"/>
                      <a:pt x="4234" y="6523"/>
                      <a:pt x="4233" y="6523"/>
                    </a:cubicBezTo>
                    <a:cubicBezTo>
                      <a:pt x="4231" y="6521"/>
                      <a:pt x="4228" y="6520"/>
                      <a:pt x="4224" y="6519"/>
                    </a:cubicBezTo>
                    <a:cubicBezTo>
                      <a:pt x="4221" y="6519"/>
                      <a:pt x="4217" y="6518"/>
                      <a:pt x="4213" y="6517"/>
                    </a:cubicBezTo>
                    <a:cubicBezTo>
                      <a:pt x="4209" y="6517"/>
                      <a:pt x="4204" y="6516"/>
                      <a:pt x="4200" y="6515"/>
                    </a:cubicBezTo>
                    <a:cubicBezTo>
                      <a:pt x="4194" y="6513"/>
                      <a:pt x="4190" y="6509"/>
                      <a:pt x="4185" y="6506"/>
                    </a:cubicBezTo>
                    <a:cubicBezTo>
                      <a:pt x="4179" y="6504"/>
                      <a:pt x="4174" y="6501"/>
                      <a:pt x="4167" y="6499"/>
                    </a:cubicBezTo>
                    <a:cubicBezTo>
                      <a:pt x="4163" y="6498"/>
                      <a:pt x="4159" y="6498"/>
                      <a:pt x="4154" y="6498"/>
                    </a:cubicBezTo>
                    <a:cubicBezTo>
                      <a:pt x="4148" y="6498"/>
                      <a:pt x="4142" y="6497"/>
                      <a:pt x="4136" y="6496"/>
                    </a:cubicBezTo>
                    <a:cubicBezTo>
                      <a:pt x="4132" y="6496"/>
                      <a:pt x="4128" y="6493"/>
                      <a:pt x="4124" y="6491"/>
                    </a:cubicBezTo>
                    <a:cubicBezTo>
                      <a:pt x="4119" y="6488"/>
                      <a:pt x="4115" y="6483"/>
                      <a:pt x="4111" y="6478"/>
                    </a:cubicBezTo>
                    <a:cubicBezTo>
                      <a:pt x="4107" y="6473"/>
                      <a:pt x="4103" y="6467"/>
                      <a:pt x="4098" y="6462"/>
                    </a:cubicBezTo>
                    <a:cubicBezTo>
                      <a:pt x="4093" y="6457"/>
                      <a:pt x="4089" y="6451"/>
                      <a:pt x="4082" y="6448"/>
                    </a:cubicBezTo>
                    <a:cubicBezTo>
                      <a:pt x="4079" y="6446"/>
                      <a:pt x="4075" y="6444"/>
                      <a:pt x="4071" y="6444"/>
                    </a:cubicBezTo>
                    <a:cubicBezTo>
                      <a:pt x="4065" y="6443"/>
                      <a:pt x="4060" y="6443"/>
                      <a:pt x="4055" y="6442"/>
                    </a:cubicBezTo>
                    <a:cubicBezTo>
                      <a:pt x="4052" y="6441"/>
                      <a:pt x="4050" y="6440"/>
                      <a:pt x="4047" y="6441"/>
                    </a:cubicBezTo>
                    <a:cubicBezTo>
                      <a:pt x="4045" y="6441"/>
                      <a:pt x="4043" y="6440"/>
                      <a:pt x="4040" y="6439"/>
                    </a:cubicBezTo>
                    <a:cubicBezTo>
                      <a:pt x="4039" y="6438"/>
                      <a:pt x="4037" y="6438"/>
                      <a:pt x="4036" y="6437"/>
                    </a:cubicBezTo>
                    <a:cubicBezTo>
                      <a:pt x="4033" y="6435"/>
                      <a:pt x="4029" y="6434"/>
                      <a:pt x="4026" y="6433"/>
                    </a:cubicBezTo>
                    <a:cubicBezTo>
                      <a:pt x="4024" y="6432"/>
                      <a:pt x="4023" y="6431"/>
                      <a:pt x="4022" y="6430"/>
                    </a:cubicBezTo>
                    <a:cubicBezTo>
                      <a:pt x="4021" y="6429"/>
                      <a:pt x="4020" y="6429"/>
                      <a:pt x="4020" y="6428"/>
                    </a:cubicBezTo>
                    <a:cubicBezTo>
                      <a:pt x="4019" y="6428"/>
                      <a:pt x="4019" y="6428"/>
                      <a:pt x="4018" y="6427"/>
                    </a:cubicBezTo>
                    <a:cubicBezTo>
                      <a:pt x="4017" y="6426"/>
                      <a:pt x="4016" y="6425"/>
                      <a:pt x="4014" y="6423"/>
                    </a:cubicBezTo>
                    <a:cubicBezTo>
                      <a:pt x="4014" y="6423"/>
                      <a:pt x="4014" y="6423"/>
                      <a:pt x="4014" y="6423"/>
                    </a:cubicBezTo>
                    <a:cubicBezTo>
                      <a:pt x="4011" y="6420"/>
                      <a:pt x="4009" y="6418"/>
                      <a:pt x="4006" y="6416"/>
                    </a:cubicBezTo>
                    <a:cubicBezTo>
                      <a:pt x="4004" y="6414"/>
                      <a:pt x="4002" y="6413"/>
                      <a:pt x="4001" y="6411"/>
                    </a:cubicBezTo>
                    <a:cubicBezTo>
                      <a:pt x="3998" y="6409"/>
                      <a:pt x="3995" y="6407"/>
                      <a:pt x="3992" y="6406"/>
                    </a:cubicBezTo>
                    <a:cubicBezTo>
                      <a:pt x="3989" y="6405"/>
                      <a:pt x="3986" y="6405"/>
                      <a:pt x="3983" y="6404"/>
                    </a:cubicBezTo>
                    <a:cubicBezTo>
                      <a:pt x="3983" y="6404"/>
                      <a:pt x="3983" y="6404"/>
                      <a:pt x="3983" y="6404"/>
                    </a:cubicBezTo>
                    <a:cubicBezTo>
                      <a:pt x="3983" y="6404"/>
                      <a:pt x="3982" y="6404"/>
                      <a:pt x="3982" y="6404"/>
                    </a:cubicBezTo>
                    <a:cubicBezTo>
                      <a:pt x="3977" y="6403"/>
                      <a:pt x="3973" y="6401"/>
                      <a:pt x="3969" y="6400"/>
                    </a:cubicBezTo>
                    <a:cubicBezTo>
                      <a:pt x="3958" y="6397"/>
                      <a:pt x="3946" y="6397"/>
                      <a:pt x="3935" y="6394"/>
                    </a:cubicBezTo>
                    <a:cubicBezTo>
                      <a:pt x="3931" y="6393"/>
                      <a:pt x="3927" y="6392"/>
                      <a:pt x="3923" y="6391"/>
                    </a:cubicBezTo>
                    <a:cubicBezTo>
                      <a:pt x="3921" y="6390"/>
                      <a:pt x="3919" y="6389"/>
                      <a:pt x="3917" y="6388"/>
                    </a:cubicBezTo>
                    <a:cubicBezTo>
                      <a:pt x="3913" y="6386"/>
                      <a:pt x="3909" y="6385"/>
                      <a:pt x="3906" y="6383"/>
                    </a:cubicBezTo>
                    <a:cubicBezTo>
                      <a:pt x="3904" y="6382"/>
                      <a:pt x="3903" y="6382"/>
                      <a:pt x="3902" y="6381"/>
                    </a:cubicBezTo>
                    <a:cubicBezTo>
                      <a:pt x="3900" y="6381"/>
                      <a:pt x="3899" y="6380"/>
                      <a:pt x="3897" y="6379"/>
                    </a:cubicBezTo>
                    <a:cubicBezTo>
                      <a:pt x="3895" y="6378"/>
                      <a:pt x="3893" y="6376"/>
                      <a:pt x="3891" y="6375"/>
                    </a:cubicBezTo>
                    <a:cubicBezTo>
                      <a:pt x="3889" y="6374"/>
                      <a:pt x="3886" y="6373"/>
                      <a:pt x="3884" y="6371"/>
                    </a:cubicBezTo>
                    <a:cubicBezTo>
                      <a:pt x="3880" y="6369"/>
                      <a:pt x="3877" y="6365"/>
                      <a:pt x="3874" y="6360"/>
                    </a:cubicBezTo>
                    <a:cubicBezTo>
                      <a:pt x="3873" y="6359"/>
                      <a:pt x="3872" y="6357"/>
                      <a:pt x="3871" y="6355"/>
                    </a:cubicBezTo>
                    <a:cubicBezTo>
                      <a:pt x="3870" y="6352"/>
                      <a:pt x="3869" y="6349"/>
                      <a:pt x="3867" y="6347"/>
                    </a:cubicBezTo>
                    <a:cubicBezTo>
                      <a:pt x="3866" y="6345"/>
                      <a:pt x="3864" y="6343"/>
                      <a:pt x="3862" y="6342"/>
                    </a:cubicBezTo>
                    <a:cubicBezTo>
                      <a:pt x="3862" y="6341"/>
                      <a:pt x="3862" y="6341"/>
                      <a:pt x="3861" y="6341"/>
                    </a:cubicBezTo>
                    <a:cubicBezTo>
                      <a:pt x="3860" y="6340"/>
                      <a:pt x="3859" y="6338"/>
                      <a:pt x="3859" y="6336"/>
                    </a:cubicBezTo>
                    <a:cubicBezTo>
                      <a:pt x="3859" y="6336"/>
                      <a:pt x="3859" y="6335"/>
                      <a:pt x="3858" y="6335"/>
                    </a:cubicBezTo>
                    <a:cubicBezTo>
                      <a:pt x="3857" y="6332"/>
                      <a:pt x="3856" y="6329"/>
                      <a:pt x="3855" y="6327"/>
                    </a:cubicBezTo>
                    <a:cubicBezTo>
                      <a:pt x="3855" y="6327"/>
                      <a:pt x="3855" y="6326"/>
                      <a:pt x="3855" y="6326"/>
                    </a:cubicBezTo>
                    <a:cubicBezTo>
                      <a:pt x="3855" y="6326"/>
                      <a:pt x="3855" y="6326"/>
                      <a:pt x="3855" y="6326"/>
                    </a:cubicBezTo>
                    <a:cubicBezTo>
                      <a:pt x="3854" y="6324"/>
                      <a:pt x="3854" y="6323"/>
                      <a:pt x="3853" y="6322"/>
                    </a:cubicBezTo>
                    <a:cubicBezTo>
                      <a:pt x="3853" y="6321"/>
                      <a:pt x="3853" y="6321"/>
                      <a:pt x="3853" y="6321"/>
                    </a:cubicBezTo>
                    <a:cubicBezTo>
                      <a:pt x="3852" y="6320"/>
                      <a:pt x="3851" y="6318"/>
                      <a:pt x="3850" y="6317"/>
                    </a:cubicBezTo>
                    <a:cubicBezTo>
                      <a:pt x="3849" y="6315"/>
                      <a:pt x="3847" y="6314"/>
                      <a:pt x="3846" y="6313"/>
                    </a:cubicBezTo>
                    <a:cubicBezTo>
                      <a:pt x="3846" y="6313"/>
                      <a:pt x="3846" y="6313"/>
                      <a:pt x="3846" y="6313"/>
                    </a:cubicBezTo>
                    <a:cubicBezTo>
                      <a:pt x="3844" y="6311"/>
                      <a:pt x="3843" y="6310"/>
                      <a:pt x="3842" y="6309"/>
                    </a:cubicBezTo>
                    <a:cubicBezTo>
                      <a:pt x="3839" y="6307"/>
                      <a:pt x="3837" y="6306"/>
                      <a:pt x="3835" y="6304"/>
                    </a:cubicBezTo>
                    <a:cubicBezTo>
                      <a:pt x="3830" y="6302"/>
                      <a:pt x="3826" y="6299"/>
                      <a:pt x="3821" y="6297"/>
                    </a:cubicBezTo>
                    <a:cubicBezTo>
                      <a:pt x="3819" y="6295"/>
                      <a:pt x="3816" y="6295"/>
                      <a:pt x="3813" y="6295"/>
                    </a:cubicBezTo>
                    <a:cubicBezTo>
                      <a:pt x="3810" y="6294"/>
                      <a:pt x="3807" y="6294"/>
                      <a:pt x="3804" y="6294"/>
                    </a:cubicBezTo>
                    <a:cubicBezTo>
                      <a:pt x="3801" y="6294"/>
                      <a:pt x="3797" y="6293"/>
                      <a:pt x="3794" y="6292"/>
                    </a:cubicBezTo>
                    <a:cubicBezTo>
                      <a:pt x="3788" y="6291"/>
                      <a:pt x="3782" y="6292"/>
                      <a:pt x="3776" y="6291"/>
                    </a:cubicBezTo>
                    <a:cubicBezTo>
                      <a:pt x="3770" y="6289"/>
                      <a:pt x="3764" y="6288"/>
                      <a:pt x="3758" y="6287"/>
                    </a:cubicBezTo>
                    <a:cubicBezTo>
                      <a:pt x="3750" y="6286"/>
                      <a:pt x="3742" y="6284"/>
                      <a:pt x="3734" y="6282"/>
                    </a:cubicBezTo>
                    <a:cubicBezTo>
                      <a:pt x="3729" y="6280"/>
                      <a:pt x="3724" y="6279"/>
                      <a:pt x="3719" y="6278"/>
                    </a:cubicBezTo>
                    <a:cubicBezTo>
                      <a:pt x="3718" y="6278"/>
                      <a:pt x="3718" y="6278"/>
                      <a:pt x="3717" y="6277"/>
                    </a:cubicBezTo>
                    <a:cubicBezTo>
                      <a:pt x="3716" y="6277"/>
                      <a:pt x="3714" y="6277"/>
                      <a:pt x="3713" y="6277"/>
                    </a:cubicBezTo>
                    <a:cubicBezTo>
                      <a:pt x="3712" y="6277"/>
                      <a:pt x="3712" y="6277"/>
                      <a:pt x="3711" y="6277"/>
                    </a:cubicBezTo>
                    <a:cubicBezTo>
                      <a:pt x="3711" y="6277"/>
                      <a:pt x="3711" y="6278"/>
                      <a:pt x="3710" y="6278"/>
                    </a:cubicBezTo>
                    <a:cubicBezTo>
                      <a:pt x="3710" y="6278"/>
                      <a:pt x="3710" y="6278"/>
                      <a:pt x="3709" y="6279"/>
                    </a:cubicBezTo>
                    <a:cubicBezTo>
                      <a:pt x="3709" y="6279"/>
                      <a:pt x="3708" y="6279"/>
                      <a:pt x="3707" y="6279"/>
                    </a:cubicBezTo>
                    <a:cubicBezTo>
                      <a:pt x="3707" y="6280"/>
                      <a:pt x="3706" y="6280"/>
                      <a:pt x="3705" y="6280"/>
                    </a:cubicBezTo>
                    <a:cubicBezTo>
                      <a:pt x="3705" y="6280"/>
                      <a:pt x="3704" y="6280"/>
                      <a:pt x="3704" y="6281"/>
                    </a:cubicBezTo>
                    <a:cubicBezTo>
                      <a:pt x="3703" y="6281"/>
                      <a:pt x="3703" y="6281"/>
                      <a:pt x="3702" y="6281"/>
                    </a:cubicBezTo>
                    <a:cubicBezTo>
                      <a:pt x="3701" y="6282"/>
                      <a:pt x="3700" y="6283"/>
                      <a:pt x="3699" y="6284"/>
                    </a:cubicBezTo>
                    <a:cubicBezTo>
                      <a:pt x="3696" y="6286"/>
                      <a:pt x="3694" y="6288"/>
                      <a:pt x="3691" y="6291"/>
                    </a:cubicBezTo>
                    <a:cubicBezTo>
                      <a:pt x="3690" y="6292"/>
                      <a:pt x="3688" y="6293"/>
                      <a:pt x="3687" y="6294"/>
                    </a:cubicBezTo>
                    <a:cubicBezTo>
                      <a:pt x="3685" y="6295"/>
                      <a:pt x="3684" y="6297"/>
                      <a:pt x="3683" y="6297"/>
                    </a:cubicBezTo>
                    <a:cubicBezTo>
                      <a:pt x="3681" y="6299"/>
                      <a:pt x="3679" y="6301"/>
                      <a:pt x="3676" y="6302"/>
                    </a:cubicBezTo>
                    <a:cubicBezTo>
                      <a:pt x="3675" y="6302"/>
                      <a:pt x="3673" y="6302"/>
                      <a:pt x="3671" y="6301"/>
                    </a:cubicBezTo>
                    <a:cubicBezTo>
                      <a:pt x="3665" y="6299"/>
                      <a:pt x="3660" y="6294"/>
                      <a:pt x="3653" y="6297"/>
                    </a:cubicBezTo>
                    <a:cubicBezTo>
                      <a:pt x="3651" y="6298"/>
                      <a:pt x="3650" y="6299"/>
                      <a:pt x="3649" y="6301"/>
                    </a:cubicBezTo>
                    <a:cubicBezTo>
                      <a:pt x="3648" y="6302"/>
                      <a:pt x="3647" y="6302"/>
                      <a:pt x="3646" y="6303"/>
                    </a:cubicBezTo>
                    <a:cubicBezTo>
                      <a:pt x="3644" y="6303"/>
                      <a:pt x="3642" y="6303"/>
                      <a:pt x="3641" y="6303"/>
                    </a:cubicBezTo>
                    <a:cubicBezTo>
                      <a:pt x="3639" y="6303"/>
                      <a:pt x="3637" y="6303"/>
                      <a:pt x="3636" y="6303"/>
                    </a:cubicBezTo>
                    <a:cubicBezTo>
                      <a:pt x="3634" y="6303"/>
                      <a:pt x="3633" y="6303"/>
                      <a:pt x="3631" y="6303"/>
                    </a:cubicBezTo>
                    <a:cubicBezTo>
                      <a:pt x="3631" y="6303"/>
                      <a:pt x="3631" y="6303"/>
                      <a:pt x="3631" y="6303"/>
                    </a:cubicBezTo>
                    <a:cubicBezTo>
                      <a:pt x="3631" y="6303"/>
                      <a:pt x="3630" y="6303"/>
                      <a:pt x="3630" y="6303"/>
                    </a:cubicBezTo>
                    <a:cubicBezTo>
                      <a:pt x="3629" y="6303"/>
                      <a:pt x="3628" y="6303"/>
                      <a:pt x="3627" y="6303"/>
                    </a:cubicBezTo>
                    <a:cubicBezTo>
                      <a:pt x="3624" y="6303"/>
                      <a:pt x="3621" y="6303"/>
                      <a:pt x="3619" y="6304"/>
                    </a:cubicBezTo>
                    <a:cubicBezTo>
                      <a:pt x="3614" y="6305"/>
                      <a:pt x="3610" y="6306"/>
                      <a:pt x="3606" y="6307"/>
                    </a:cubicBezTo>
                    <a:cubicBezTo>
                      <a:pt x="3605" y="6307"/>
                      <a:pt x="3603" y="6308"/>
                      <a:pt x="3602" y="6308"/>
                    </a:cubicBezTo>
                    <a:cubicBezTo>
                      <a:pt x="3601" y="6308"/>
                      <a:pt x="3599" y="6308"/>
                      <a:pt x="3597" y="6308"/>
                    </a:cubicBezTo>
                    <a:cubicBezTo>
                      <a:pt x="3595" y="6309"/>
                      <a:pt x="3593" y="6309"/>
                      <a:pt x="3591" y="6309"/>
                    </a:cubicBezTo>
                    <a:cubicBezTo>
                      <a:pt x="3586" y="6309"/>
                      <a:pt x="3581" y="6310"/>
                      <a:pt x="3576" y="6309"/>
                    </a:cubicBezTo>
                    <a:cubicBezTo>
                      <a:pt x="3571" y="6309"/>
                      <a:pt x="3565" y="6309"/>
                      <a:pt x="3560" y="6309"/>
                    </a:cubicBezTo>
                    <a:cubicBezTo>
                      <a:pt x="3555" y="6309"/>
                      <a:pt x="3551" y="6309"/>
                      <a:pt x="3546" y="6310"/>
                    </a:cubicBezTo>
                    <a:cubicBezTo>
                      <a:pt x="3541" y="6310"/>
                      <a:pt x="3537" y="6310"/>
                      <a:pt x="3532" y="6309"/>
                    </a:cubicBezTo>
                    <a:cubicBezTo>
                      <a:pt x="3531" y="6309"/>
                      <a:pt x="3530" y="6309"/>
                      <a:pt x="3529" y="6308"/>
                    </a:cubicBezTo>
                    <a:cubicBezTo>
                      <a:pt x="3528" y="6308"/>
                      <a:pt x="3527" y="6307"/>
                      <a:pt x="3526" y="6307"/>
                    </a:cubicBezTo>
                    <a:cubicBezTo>
                      <a:pt x="3523" y="6305"/>
                      <a:pt x="3521" y="6304"/>
                      <a:pt x="3518" y="6302"/>
                    </a:cubicBezTo>
                    <a:cubicBezTo>
                      <a:pt x="3516" y="6299"/>
                      <a:pt x="3514" y="6297"/>
                      <a:pt x="3512" y="6295"/>
                    </a:cubicBezTo>
                    <a:cubicBezTo>
                      <a:pt x="3512" y="6294"/>
                      <a:pt x="3512" y="6294"/>
                      <a:pt x="3512" y="6294"/>
                    </a:cubicBezTo>
                    <a:cubicBezTo>
                      <a:pt x="3512" y="6294"/>
                      <a:pt x="3512" y="6294"/>
                      <a:pt x="3512" y="6294"/>
                    </a:cubicBezTo>
                    <a:cubicBezTo>
                      <a:pt x="3510" y="6291"/>
                      <a:pt x="3509" y="6288"/>
                      <a:pt x="3508" y="6285"/>
                    </a:cubicBezTo>
                    <a:cubicBezTo>
                      <a:pt x="3508" y="6285"/>
                      <a:pt x="3508" y="6284"/>
                      <a:pt x="3507" y="6284"/>
                    </a:cubicBezTo>
                    <a:cubicBezTo>
                      <a:pt x="3507" y="6284"/>
                      <a:pt x="3507" y="6284"/>
                      <a:pt x="3507" y="6284"/>
                    </a:cubicBezTo>
                    <a:cubicBezTo>
                      <a:pt x="3507" y="6282"/>
                      <a:pt x="3506" y="6281"/>
                      <a:pt x="3506" y="6278"/>
                    </a:cubicBezTo>
                    <a:cubicBezTo>
                      <a:pt x="3506" y="6276"/>
                      <a:pt x="3506" y="6273"/>
                      <a:pt x="3506" y="6270"/>
                    </a:cubicBezTo>
                    <a:cubicBezTo>
                      <a:pt x="3507" y="6268"/>
                      <a:pt x="3508" y="6267"/>
                      <a:pt x="3510" y="6265"/>
                    </a:cubicBezTo>
                    <a:cubicBezTo>
                      <a:pt x="3511" y="6263"/>
                      <a:pt x="3512" y="6261"/>
                      <a:pt x="3514" y="6259"/>
                    </a:cubicBezTo>
                    <a:cubicBezTo>
                      <a:pt x="3516" y="6257"/>
                      <a:pt x="3518" y="6254"/>
                      <a:pt x="3520" y="6252"/>
                    </a:cubicBezTo>
                    <a:cubicBezTo>
                      <a:pt x="3521" y="6251"/>
                      <a:pt x="3523" y="6250"/>
                      <a:pt x="3524" y="6248"/>
                    </a:cubicBezTo>
                    <a:cubicBezTo>
                      <a:pt x="3525" y="6247"/>
                      <a:pt x="3524" y="6245"/>
                      <a:pt x="3524" y="6243"/>
                    </a:cubicBezTo>
                    <a:cubicBezTo>
                      <a:pt x="3524" y="6241"/>
                      <a:pt x="3525" y="6239"/>
                      <a:pt x="3525" y="6237"/>
                    </a:cubicBezTo>
                    <a:cubicBezTo>
                      <a:pt x="3525" y="6235"/>
                      <a:pt x="3524" y="6232"/>
                      <a:pt x="3523" y="6230"/>
                    </a:cubicBezTo>
                    <a:cubicBezTo>
                      <a:pt x="3522" y="6227"/>
                      <a:pt x="3522" y="6224"/>
                      <a:pt x="3521" y="6221"/>
                    </a:cubicBezTo>
                    <a:cubicBezTo>
                      <a:pt x="3521" y="6220"/>
                      <a:pt x="3521" y="6218"/>
                      <a:pt x="3521" y="6217"/>
                    </a:cubicBezTo>
                    <a:cubicBezTo>
                      <a:pt x="3520" y="6216"/>
                      <a:pt x="3520" y="6214"/>
                      <a:pt x="3520" y="6213"/>
                    </a:cubicBezTo>
                    <a:cubicBezTo>
                      <a:pt x="3520" y="6208"/>
                      <a:pt x="3521" y="6203"/>
                      <a:pt x="3520" y="6198"/>
                    </a:cubicBezTo>
                    <a:cubicBezTo>
                      <a:pt x="3520" y="6195"/>
                      <a:pt x="3520" y="6191"/>
                      <a:pt x="3519" y="6187"/>
                    </a:cubicBezTo>
                    <a:cubicBezTo>
                      <a:pt x="3519" y="6184"/>
                      <a:pt x="3519" y="6181"/>
                      <a:pt x="3520" y="6177"/>
                    </a:cubicBezTo>
                    <a:cubicBezTo>
                      <a:pt x="3520" y="6175"/>
                      <a:pt x="3521" y="6172"/>
                      <a:pt x="3522" y="6169"/>
                    </a:cubicBezTo>
                    <a:cubicBezTo>
                      <a:pt x="3522" y="6168"/>
                      <a:pt x="3523" y="6165"/>
                      <a:pt x="3524" y="6164"/>
                    </a:cubicBezTo>
                    <a:cubicBezTo>
                      <a:pt x="3525" y="6163"/>
                      <a:pt x="3526" y="6162"/>
                      <a:pt x="3527" y="6161"/>
                    </a:cubicBezTo>
                    <a:cubicBezTo>
                      <a:pt x="3529" y="6158"/>
                      <a:pt x="3529" y="6153"/>
                      <a:pt x="3529" y="6150"/>
                    </a:cubicBezTo>
                    <a:cubicBezTo>
                      <a:pt x="3529" y="6147"/>
                      <a:pt x="3529" y="6145"/>
                      <a:pt x="3528" y="6142"/>
                    </a:cubicBezTo>
                    <a:cubicBezTo>
                      <a:pt x="3527" y="6140"/>
                      <a:pt x="3527" y="6139"/>
                      <a:pt x="3526" y="6137"/>
                    </a:cubicBezTo>
                    <a:cubicBezTo>
                      <a:pt x="3525" y="6135"/>
                      <a:pt x="3525" y="6133"/>
                      <a:pt x="3524" y="6132"/>
                    </a:cubicBezTo>
                    <a:cubicBezTo>
                      <a:pt x="3523" y="6131"/>
                      <a:pt x="3522" y="6130"/>
                      <a:pt x="3522" y="6129"/>
                    </a:cubicBezTo>
                    <a:cubicBezTo>
                      <a:pt x="3521" y="6127"/>
                      <a:pt x="3520" y="6125"/>
                      <a:pt x="3519" y="6123"/>
                    </a:cubicBezTo>
                    <a:cubicBezTo>
                      <a:pt x="3519" y="6122"/>
                      <a:pt x="3518" y="6120"/>
                      <a:pt x="3517" y="6119"/>
                    </a:cubicBezTo>
                    <a:cubicBezTo>
                      <a:pt x="3517" y="6116"/>
                      <a:pt x="3517" y="6113"/>
                      <a:pt x="3517" y="6110"/>
                    </a:cubicBezTo>
                    <a:cubicBezTo>
                      <a:pt x="3518" y="6107"/>
                      <a:pt x="3518" y="6104"/>
                      <a:pt x="3518" y="6100"/>
                    </a:cubicBezTo>
                    <a:cubicBezTo>
                      <a:pt x="3518" y="6094"/>
                      <a:pt x="3520" y="6088"/>
                      <a:pt x="3520" y="6082"/>
                    </a:cubicBezTo>
                    <a:cubicBezTo>
                      <a:pt x="3521" y="6078"/>
                      <a:pt x="3521" y="6073"/>
                      <a:pt x="3522" y="6069"/>
                    </a:cubicBezTo>
                    <a:cubicBezTo>
                      <a:pt x="3522" y="6059"/>
                      <a:pt x="3523" y="6049"/>
                      <a:pt x="3521" y="6039"/>
                    </a:cubicBezTo>
                    <a:cubicBezTo>
                      <a:pt x="3520" y="6037"/>
                      <a:pt x="3520" y="6037"/>
                      <a:pt x="3518" y="6036"/>
                    </a:cubicBezTo>
                    <a:cubicBezTo>
                      <a:pt x="3516" y="6035"/>
                      <a:pt x="3515" y="6034"/>
                      <a:pt x="3514" y="6033"/>
                    </a:cubicBezTo>
                    <a:cubicBezTo>
                      <a:pt x="3513" y="6032"/>
                      <a:pt x="3513" y="6032"/>
                      <a:pt x="3512" y="6031"/>
                    </a:cubicBezTo>
                    <a:cubicBezTo>
                      <a:pt x="3510" y="6029"/>
                      <a:pt x="3508" y="6027"/>
                      <a:pt x="3507" y="6024"/>
                    </a:cubicBezTo>
                    <a:cubicBezTo>
                      <a:pt x="3507" y="6024"/>
                      <a:pt x="3507" y="6024"/>
                      <a:pt x="3507" y="6024"/>
                    </a:cubicBezTo>
                    <a:cubicBezTo>
                      <a:pt x="3507" y="6024"/>
                      <a:pt x="3507" y="6023"/>
                      <a:pt x="3506" y="6022"/>
                    </a:cubicBezTo>
                    <a:cubicBezTo>
                      <a:pt x="3506" y="6020"/>
                      <a:pt x="3504" y="6016"/>
                      <a:pt x="3506" y="6015"/>
                    </a:cubicBezTo>
                    <a:cubicBezTo>
                      <a:pt x="3508" y="6012"/>
                      <a:pt x="3512" y="6012"/>
                      <a:pt x="3512" y="6008"/>
                    </a:cubicBezTo>
                    <a:cubicBezTo>
                      <a:pt x="3513" y="6005"/>
                      <a:pt x="3516" y="6003"/>
                      <a:pt x="3516" y="6000"/>
                    </a:cubicBezTo>
                    <a:cubicBezTo>
                      <a:pt x="3517" y="5996"/>
                      <a:pt x="3519" y="5993"/>
                      <a:pt x="3520" y="5990"/>
                    </a:cubicBezTo>
                    <a:cubicBezTo>
                      <a:pt x="3521" y="5988"/>
                      <a:pt x="3522" y="5986"/>
                      <a:pt x="3523" y="5984"/>
                    </a:cubicBezTo>
                    <a:cubicBezTo>
                      <a:pt x="3523" y="5982"/>
                      <a:pt x="3523" y="5980"/>
                      <a:pt x="3524" y="5978"/>
                    </a:cubicBezTo>
                    <a:cubicBezTo>
                      <a:pt x="3524" y="5976"/>
                      <a:pt x="3525" y="5973"/>
                      <a:pt x="3525" y="5971"/>
                    </a:cubicBezTo>
                    <a:cubicBezTo>
                      <a:pt x="3526" y="5968"/>
                      <a:pt x="3526" y="5966"/>
                      <a:pt x="3526" y="5963"/>
                    </a:cubicBezTo>
                    <a:cubicBezTo>
                      <a:pt x="3527" y="5959"/>
                      <a:pt x="3528" y="5954"/>
                      <a:pt x="3528" y="5950"/>
                    </a:cubicBezTo>
                    <a:cubicBezTo>
                      <a:pt x="3528" y="5947"/>
                      <a:pt x="3528" y="5945"/>
                      <a:pt x="3528" y="5943"/>
                    </a:cubicBezTo>
                    <a:cubicBezTo>
                      <a:pt x="3528" y="5941"/>
                      <a:pt x="3527" y="5939"/>
                      <a:pt x="3527" y="5937"/>
                    </a:cubicBezTo>
                    <a:cubicBezTo>
                      <a:pt x="3525" y="5930"/>
                      <a:pt x="3519" y="5924"/>
                      <a:pt x="3517" y="5917"/>
                    </a:cubicBezTo>
                    <a:cubicBezTo>
                      <a:pt x="3515" y="5914"/>
                      <a:pt x="3514" y="5912"/>
                      <a:pt x="3515" y="5908"/>
                    </a:cubicBezTo>
                    <a:cubicBezTo>
                      <a:pt x="3515" y="5904"/>
                      <a:pt x="3516" y="5899"/>
                      <a:pt x="3516" y="5895"/>
                    </a:cubicBezTo>
                    <a:cubicBezTo>
                      <a:pt x="3517" y="5889"/>
                      <a:pt x="3518" y="5884"/>
                      <a:pt x="3519" y="5879"/>
                    </a:cubicBezTo>
                    <a:cubicBezTo>
                      <a:pt x="3520" y="5876"/>
                      <a:pt x="3521" y="5873"/>
                      <a:pt x="3522" y="5871"/>
                    </a:cubicBezTo>
                    <a:cubicBezTo>
                      <a:pt x="3522" y="5868"/>
                      <a:pt x="3523" y="5866"/>
                      <a:pt x="3524" y="5863"/>
                    </a:cubicBezTo>
                    <a:cubicBezTo>
                      <a:pt x="3524" y="5861"/>
                      <a:pt x="3526" y="5860"/>
                      <a:pt x="3527" y="5858"/>
                    </a:cubicBezTo>
                    <a:cubicBezTo>
                      <a:pt x="3527" y="5858"/>
                      <a:pt x="3527" y="5858"/>
                      <a:pt x="3527" y="5858"/>
                    </a:cubicBezTo>
                    <a:cubicBezTo>
                      <a:pt x="3527" y="5857"/>
                      <a:pt x="3527" y="5857"/>
                      <a:pt x="3527" y="5857"/>
                    </a:cubicBezTo>
                    <a:cubicBezTo>
                      <a:pt x="3527" y="5856"/>
                      <a:pt x="3527" y="5855"/>
                      <a:pt x="3528" y="5854"/>
                    </a:cubicBezTo>
                    <a:cubicBezTo>
                      <a:pt x="3528" y="5853"/>
                      <a:pt x="3528" y="5852"/>
                      <a:pt x="3529" y="5850"/>
                    </a:cubicBezTo>
                    <a:cubicBezTo>
                      <a:pt x="3529" y="5848"/>
                      <a:pt x="3529" y="5847"/>
                      <a:pt x="3529" y="5845"/>
                    </a:cubicBezTo>
                    <a:cubicBezTo>
                      <a:pt x="3530" y="5843"/>
                      <a:pt x="3530" y="5842"/>
                      <a:pt x="3530" y="5840"/>
                    </a:cubicBezTo>
                    <a:cubicBezTo>
                      <a:pt x="3530" y="5838"/>
                      <a:pt x="3530" y="5836"/>
                      <a:pt x="3530" y="5835"/>
                    </a:cubicBezTo>
                    <a:cubicBezTo>
                      <a:pt x="3530" y="5833"/>
                      <a:pt x="3529" y="5832"/>
                      <a:pt x="3529" y="5830"/>
                    </a:cubicBezTo>
                    <a:cubicBezTo>
                      <a:pt x="3529" y="5828"/>
                      <a:pt x="3528" y="5825"/>
                      <a:pt x="3529" y="5823"/>
                    </a:cubicBezTo>
                    <a:cubicBezTo>
                      <a:pt x="3531" y="5820"/>
                      <a:pt x="3533" y="5818"/>
                      <a:pt x="3536" y="5816"/>
                    </a:cubicBezTo>
                    <a:cubicBezTo>
                      <a:pt x="3537" y="5816"/>
                      <a:pt x="3539" y="5815"/>
                      <a:pt x="3540" y="5814"/>
                    </a:cubicBezTo>
                    <a:cubicBezTo>
                      <a:pt x="3541" y="5813"/>
                      <a:pt x="3542" y="5812"/>
                      <a:pt x="3543" y="5811"/>
                    </a:cubicBezTo>
                    <a:cubicBezTo>
                      <a:pt x="3545" y="5808"/>
                      <a:pt x="3544" y="5805"/>
                      <a:pt x="3543" y="5802"/>
                    </a:cubicBezTo>
                    <a:cubicBezTo>
                      <a:pt x="3542" y="5801"/>
                      <a:pt x="3541" y="5799"/>
                      <a:pt x="3540" y="5797"/>
                    </a:cubicBezTo>
                    <a:cubicBezTo>
                      <a:pt x="3540" y="5795"/>
                      <a:pt x="3540" y="5790"/>
                      <a:pt x="3543" y="5788"/>
                    </a:cubicBezTo>
                    <a:cubicBezTo>
                      <a:pt x="3544" y="5787"/>
                      <a:pt x="3545" y="5787"/>
                      <a:pt x="3546" y="5787"/>
                    </a:cubicBezTo>
                    <a:cubicBezTo>
                      <a:pt x="3548" y="5787"/>
                      <a:pt x="3551" y="5786"/>
                      <a:pt x="3553" y="5786"/>
                    </a:cubicBezTo>
                    <a:cubicBezTo>
                      <a:pt x="3555" y="5785"/>
                      <a:pt x="3557" y="5783"/>
                      <a:pt x="3558" y="5782"/>
                    </a:cubicBezTo>
                    <a:cubicBezTo>
                      <a:pt x="3560" y="5780"/>
                      <a:pt x="3561" y="5777"/>
                      <a:pt x="3563" y="5775"/>
                    </a:cubicBezTo>
                    <a:cubicBezTo>
                      <a:pt x="3564" y="5773"/>
                      <a:pt x="3566" y="5771"/>
                      <a:pt x="3566" y="5768"/>
                    </a:cubicBezTo>
                    <a:cubicBezTo>
                      <a:pt x="3567" y="5765"/>
                      <a:pt x="3564" y="5762"/>
                      <a:pt x="3562" y="5760"/>
                    </a:cubicBezTo>
                    <a:cubicBezTo>
                      <a:pt x="3561" y="5759"/>
                      <a:pt x="3560" y="5759"/>
                      <a:pt x="3559" y="5758"/>
                    </a:cubicBezTo>
                    <a:cubicBezTo>
                      <a:pt x="3557" y="5757"/>
                      <a:pt x="3555" y="5756"/>
                      <a:pt x="3553" y="5754"/>
                    </a:cubicBezTo>
                    <a:cubicBezTo>
                      <a:pt x="3549" y="5751"/>
                      <a:pt x="3544" y="5749"/>
                      <a:pt x="3540" y="5746"/>
                    </a:cubicBezTo>
                    <a:cubicBezTo>
                      <a:pt x="3535" y="5743"/>
                      <a:pt x="3531" y="5739"/>
                      <a:pt x="3526" y="5735"/>
                    </a:cubicBezTo>
                    <a:cubicBezTo>
                      <a:pt x="3525" y="5734"/>
                      <a:pt x="3523" y="5733"/>
                      <a:pt x="3521" y="5732"/>
                    </a:cubicBezTo>
                    <a:cubicBezTo>
                      <a:pt x="3520" y="5731"/>
                      <a:pt x="3518" y="5730"/>
                      <a:pt x="3517" y="5729"/>
                    </a:cubicBezTo>
                    <a:cubicBezTo>
                      <a:pt x="3516" y="5728"/>
                      <a:pt x="3515" y="5728"/>
                      <a:pt x="3514" y="5727"/>
                    </a:cubicBezTo>
                    <a:cubicBezTo>
                      <a:pt x="3513" y="5726"/>
                      <a:pt x="3512" y="5725"/>
                      <a:pt x="3511" y="5724"/>
                    </a:cubicBezTo>
                    <a:cubicBezTo>
                      <a:pt x="3510" y="5722"/>
                      <a:pt x="3509" y="5721"/>
                      <a:pt x="3507" y="5719"/>
                    </a:cubicBezTo>
                    <a:cubicBezTo>
                      <a:pt x="3506" y="5718"/>
                      <a:pt x="3505" y="5716"/>
                      <a:pt x="3504" y="5715"/>
                    </a:cubicBezTo>
                    <a:cubicBezTo>
                      <a:pt x="3502" y="5713"/>
                      <a:pt x="3500" y="5712"/>
                      <a:pt x="3499" y="5711"/>
                    </a:cubicBezTo>
                    <a:cubicBezTo>
                      <a:pt x="3498" y="5709"/>
                      <a:pt x="3497" y="5707"/>
                      <a:pt x="3496" y="5705"/>
                    </a:cubicBezTo>
                    <a:cubicBezTo>
                      <a:pt x="3496" y="5705"/>
                      <a:pt x="3495" y="5705"/>
                      <a:pt x="3495" y="5704"/>
                    </a:cubicBezTo>
                    <a:cubicBezTo>
                      <a:pt x="3495" y="5704"/>
                      <a:pt x="3495" y="5704"/>
                      <a:pt x="3495" y="5704"/>
                    </a:cubicBezTo>
                    <a:cubicBezTo>
                      <a:pt x="3494" y="5701"/>
                      <a:pt x="3493" y="5698"/>
                      <a:pt x="3492" y="5695"/>
                    </a:cubicBezTo>
                    <a:cubicBezTo>
                      <a:pt x="3492" y="5692"/>
                      <a:pt x="3491" y="5688"/>
                      <a:pt x="3491" y="5685"/>
                    </a:cubicBezTo>
                    <a:cubicBezTo>
                      <a:pt x="3492" y="5683"/>
                      <a:pt x="3492" y="5681"/>
                      <a:pt x="3493" y="5679"/>
                    </a:cubicBezTo>
                    <a:cubicBezTo>
                      <a:pt x="3494" y="5678"/>
                      <a:pt x="3496" y="5677"/>
                      <a:pt x="3497" y="5676"/>
                    </a:cubicBezTo>
                    <a:cubicBezTo>
                      <a:pt x="3499" y="5675"/>
                      <a:pt x="3501" y="5674"/>
                      <a:pt x="3502" y="5673"/>
                    </a:cubicBezTo>
                    <a:cubicBezTo>
                      <a:pt x="3504" y="5671"/>
                      <a:pt x="3506" y="5669"/>
                      <a:pt x="3507" y="5667"/>
                    </a:cubicBezTo>
                    <a:cubicBezTo>
                      <a:pt x="3510" y="5665"/>
                      <a:pt x="3513" y="5663"/>
                      <a:pt x="3516" y="5661"/>
                    </a:cubicBezTo>
                    <a:cubicBezTo>
                      <a:pt x="3518" y="5660"/>
                      <a:pt x="3520" y="5660"/>
                      <a:pt x="3522" y="5659"/>
                    </a:cubicBezTo>
                    <a:cubicBezTo>
                      <a:pt x="3524" y="5658"/>
                      <a:pt x="3526" y="5657"/>
                      <a:pt x="3527" y="5656"/>
                    </a:cubicBezTo>
                    <a:cubicBezTo>
                      <a:pt x="3528" y="5655"/>
                      <a:pt x="3529" y="5654"/>
                      <a:pt x="3530" y="5653"/>
                    </a:cubicBezTo>
                    <a:cubicBezTo>
                      <a:pt x="3531" y="5652"/>
                      <a:pt x="3532" y="5651"/>
                      <a:pt x="3533" y="5650"/>
                    </a:cubicBezTo>
                    <a:cubicBezTo>
                      <a:pt x="3534" y="5647"/>
                      <a:pt x="3537" y="5646"/>
                      <a:pt x="3537" y="5643"/>
                    </a:cubicBezTo>
                    <a:cubicBezTo>
                      <a:pt x="3536" y="5639"/>
                      <a:pt x="3533" y="5635"/>
                      <a:pt x="3532" y="5631"/>
                    </a:cubicBezTo>
                    <a:cubicBezTo>
                      <a:pt x="3531" y="5628"/>
                      <a:pt x="3530" y="5626"/>
                      <a:pt x="3528" y="5624"/>
                    </a:cubicBezTo>
                    <a:cubicBezTo>
                      <a:pt x="3527" y="5623"/>
                      <a:pt x="3526" y="5623"/>
                      <a:pt x="3525" y="5622"/>
                    </a:cubicBezTo>
                    <a:cubicBezTo>
                      <a:pt x="3524" y="5621"/>
                      <a:pt x="3523" y="5621"/>
                      <a:pt x="3522" y="5620"/>
                    </a:cubicBezTo>
                    <a:cubicBezTo>
                      <a:pt x="3518" y="5618"/>
                      <a:pt x="3515" y="5614"/>
                      <a:pt x="3511" y="5610"/>
                    </a:cubicBezTo>
                    <a:cubicBezTo>
                      <a:pt x="3509" y="5608"/>
                      <a:pt x="3508" y="5606"/>
                      <a:pt x="3505" y="5605"/>
                    </a:cubicBezTo>
                    <a:cubicBezTo>
                      <a:pt x="3502" y="5603"/>
                      <a:pt x="3500" y="5602"/>
                      <a:pt x="3497" y="5600"/>
                    </a:cubicBezTo>
                    <a:cubicBezTo>
                      <a:pt x="3496" y="5599"/>
                      <a:pt x="3495" y="5599"/>
                      <a:pt x="3494" y="5598"/>
                    </a:cubicBezTo>
                    <a:cubicBezTo>
                      <a:pt x="3493" y="5597"/>
                      <a:pt x="3492" y="5596"/>
                      <a:pt x="3491" y="5595"/>
                    </a:cubicBezTo>
                    <a:cubicBezTo>
                      <a:pt x="3491" y="5595"/>
                      <a:pt x="3491" y="5596"/>
                      <a:pt x="3491" y="5596"/>
                    </a:cubicBezTo>
                    <a:cubicBezTo>
                      <a:pt x="3490" y="5595"/>
                      <a:pt x="3490" y="5595"/>
                      <a:pt x="3490" y="5595"/>
                    </a:cubicBezTo>
                    <a:cubicBezTo>
                      <a:pt x="3489" y="5594"/>
                      <a:pt x="3488" y="5593"/>
                      <a:pt x="3487" y="5592"/>
                    </a:cubicBezTo>
                    <a:cubicBezTo>
                      <a:pt x="3486" y="5590"/>
                      <a:pt x="3484" y="5588"/>
                      <a:pt x="3482" y="5587"/>
                    </a:cubicBezTo>
                    <a:cubicBezTo>
                      <a:pt x="3480" y="5586"/>
                      <a:pt x="3478" y="5585"/>
                      <a:pt x="3476" y="5583"/>
                    </a:cubicBezTo>
                    <a:cubicBezTo>
                      <a:pt x="3474" y="5581"/>
                      <a:pt x="3473" y="5578"/>
                      <a:pt x="3472" y="5575"/>
                    </a:cubicBezTo>
                    <a:cubicBezTo>
                      <a:pt x="3472" y="5575"/>
                      <a:pt x="3472" y="5575"/>
                      <a:pt x="3472" y="5575"/>
                    </a:cubicBezTo>
                    <a:cubicBezTo>
                      <a:pt x="3471" y="5575"/>
                      <a:pt x="3471" y="5575"/>
                      <a:pt x="3471" y="5575"/>
                    </a:cubicBezTo>
                    <a:cubicBezTo>
                      <a:pt x="3470" y="5574"/>
                      <a:pt x="3469" y="5573"/>
                      <a:pt x="3468" y="5572"/>
                    </a:cubicBezTo>
                    <a:cubicBezTo>
                      <a:pt x="3468" y="5570"/>
                      <a:pt x="3467" y="5569"/>
                      <a:pt x="3466" y="5568"/>
                    </a:cubicBezTo>
                    <a:cubicBezTo>
                      <a:pt x="3465" y="5566"/>
                      <a:pt x="3464" y="5564"/>
                      <a:pt x="3463" y="5562"/>
                    </a:cubicBezTo>
                    <a:cubicBezTo>
                      <a:pt x="3463" y="5561"/>
                      <a:pt x="3462" y="5560"/>
                      <a:pt x="3462" y="5559"/>
                    </a:cubicBezTo>
                    <a:cubicBezTo>
                      <a:pt x="3462" y="5559"/>
                      <a:pt x="3462" y="5558"/>
                      <a:pt x="3462" y="5557"/>
                    </a:cubicBezTo>
                    <a:cubicBezTo>
                      <a:pt x="3461" y="5555"/>
                      <a:pt x="3461" y="5554"/>
                      <a:pt x="3461" y="5552"/>
                    </a:cubicBezTo>
                    <a:cubicBezTo>
                      <a:pt x="3461" y="5550"/>
                      <a:pt x="3462" y="5549"/>
                      <a:pt x="3463" y="5547"/>
                    </a:cubicBezTo>
                    <a:cubicBezTo>
                      <a:pt x="3463" y="5546"/>
                      <a:pt x="3464" y="5545"/>
                      <a:pt x="3465" y="5544"/>
                    </a:cubicBezTo>
                    <a:cubicBezTo>
                      <a:pt x="3465" y="5543"/>
                      <a:pt x="3466" y="5542"/>
                      <a:pt x="3466" y="5541"/>
                    </a:cubicBezTo>
                    <a:cubicBezTo>
                      <a:pt x="3466" y="5541"/>
                      <a:pt x="3467" y="5540"/>
                      <a:pt x="3467" y="5539"/>
                    </a:cubicBezTo>
                    <a:cubicBezTo>
                      <a:pt x="3468" y="5538"/>
                      <a:pt x="3469" y="5535"/>
                      <a:pt x="3469" y="5534"/>
                    </a:cubicBezTo>
                    <a:cubicBezTo>
                      <a:pt x="3469" y="5533"/>
                      <a:pt x="3469" y="5532"/>
                      <a:pt x="3469" y="5531"/>
                    </a:cubicBezTo>
                    <a:cubicBezTo>
                      <a:pt x="3469" y="5531"/>
                      <a:pt x="3469" y="5530"/>
                      <a:pt x="3469" y="5529"/>
                    </a:cubicBezTo>
                    <a:cubicBezTo>
                      <a:pt x="3469" y="5528"/>
                      <a:pt x="3469" y="5528"/>
                      <a:pt x="3469" y="5527"/>
                    </a:cubicBezTo>
                    <a:cubicBezTo>
                      <a:pt x="3470" y="5527"/>
                      <a:pt x="3470" y="5526"/>
                      <a:pt x="3470" y="5525"/>
                    </a:cubicBezTo>
                    <a:cubicBezTo>
                      <a:pt x="3470" y="5524"/>
                      <a:pt x="3470" y="5522"/>
                      <a:pt x="3470" y="5521"/>
                    </a:cubicBezTo>
                    <a:cubicBezTo>
                      <a:pt x="3470" y="5518"/>
                      <a:pt x="3470" y="5514"/>
                      <a:pt x="3470" y="5511"/>
                    </a:cubicBezTo>
                    <a:cubicBezTo>
                      <a:pt x="3469" y="5507"/>
                      <a:pt x="3469" y="5503"/>
                      <a:pt x="3469" y="5499"/>
                    </a:cubicBezTo>
                    <a:cubicBezTo>
                      <a:pt x="3469" y="5496"/>
                      <a:pt x="3468" y="5492"/>
                      <a:pt x="3468" y="5489"/>
                    </a:cubicBezTo>
                    <a:cubicBezTo>
                      <a:pt x="3468" y="5486"/>
                      <a:pt x="3468" y="5484"/>
                      <a:pt x="3468" y="5481"/>
                    </a:cubicBezTo>
                    <a:cubicBezTo>
                      <a:pt x="3468" y="5479"/>
                      <a:pt x="3467" y="5478"/>
                      <a:pt x="3468" y="5476"/>
                    </a:cubicBezTo>
                    <a:cubicBezTo>
                      <a:pt x="3469" y="5474"/>
                      <a:pt x="3470" y="5472"/>
                      <a:pt x="3471" y="5471"/>
                    </a:cubicBezTo>
                    <a:cubicBezTo>
                      <a:pt x="3473" y="5469"/>
                      <a:pt x="3477" y="5469"/>
                      <a:pt x="3480" y="5469"/>
                    </a:cubicBezTo>
                    <a:cubicBezTo>
                      <a:pt x="3481" y="5468"/>
                      <a:pt x="3483" y="5467"/>
                      <a:pt x="3484" y="5467"/>
                    </a:cubicBezTo>
                    <a:cubicBezTo>
                      <a:pt x="3486" y="5466"/>
                      <a:pt x="3488" y="5465"/>
                      <a:pt x="3489" y="5464"/>
                    </a:cubicBezTo>
                    <a:cubicBezTo>
                      <a:pt x="3490" y="5463"/>
                      <a:pt x="3491" y="5463"/>
                      <a:pt x="3492" y="5462"/>
                    </a:cubicBezTo>
                    <a:cubicBezTo>
                      <a:pt x="3492" y="5461"/>
                      <a:pt x="3492" y="5460"/>
                      <a:pt x="3493" y="5459"/>
                    </a:cubicBezTo>
                    <a:cubicBezTo>
                      <a:pt x="3493" y="5458"/>
                      <a:pt x="3494" y="5458"/>
                      <a:pt x="3495" y="5457"/>
                    </a:cubicBezTo>
                    <a:cubicBezTo>
                      <a:pt x="3496" y="5455"/>
                      <a:pt x="3494" y="5453"/>
                      <a:pt x="3493" y="5451"/>
                    </a:cubicBezTo>
                    <a:cubicBezTo>
                      <a:pt x="3491" y="5450"/>
                      <a:pt x="3490" y="5449"/>
                      <a:pt x="3488" y="5447"/>
                    </a:cubicBezTo>
                    <a:cubicBezTo>
                      <a:pt x="3488" y="5447"/>
                      <a:pt x="3487" y="5447"/>
                      <a:pt x="3487" y="5447"/>
                    </a:cubicBezTo>
                    <a:cubicBezTo>
                      <a:pt x="3486" y="5446"/>
                      <a:pt x="3485" y="5446"/>
                      <a:pt x="3483" y="5446"/>
                    </a:cubicBezTo>
                    <a:cubicBezTo>
                      <a:pt x="3482" y="5445"/>
                      <a:pt x="3479" y="5444"/>
                      <a:pt x="3478" y="5443"/>
                    </a:cubicBezTo>
                    <a:cubicBezTo>
                      <a:pt x="3478" y="5443"/>
                      <a:pt x="3478" y="5442"/>
                      <a:pt x="3478" y="5442"/>
                    </a:cubicBezTo>
                    <a:cubicBezTo>
                      <a:pt x="3478" y="5442"/>
                      <a:pt x="3477" y="5442"/>
                      <a:pt x="3477" y="5442"/>
                    </a:cubicBezTo>
                    <a:cubicBezTo>
                      <a:pt x="3476" y="5441"/>
                      <a:pt x="3476" y="5440"/>
                      <a:pt x="3476" y="5439"/>
                    </a:cubicBezTo>
                    <a:cubicBezTo>
                      <a:pt x="3475" y="5438"/>
                      <a:pt x="3475" y="5437"/>
                      <a:pt x="3476" y="5435"/>
                    </a:cubicBezTo>
                    <a:cubicBezTo>
                      <a:pt x="3476" y="5435"/>
                      <a:pt x="3476" y="5434"/>
                      <a:pt x="3476" y="5433"/>
                    </a:cubicBezTo>
                    <a:cubicBezTo>
                      <a:pt x="3476" y="5430"/>
                      <a:pt x="3478" y="5428"/>
                      <a:pt x="3479" y="5426"/>
                    </a:cubicBezTo>
                    <a:cubicBezTo>
                      <a:pt x="3480" y="5425"/>
                      <a:pt x="3481" y="5424"/>
                      <a:pt x="3481" y="5423"/>
                    </a:cubicBezTo>
                    <a:cubicBezTo>
                      <a:pt x="3482" y="5422"/>
                      <a:pt x="3482" y="5421"/>
                      <a:pt x="3482" y="5420"/>
                    </a:cubicBezTo>
                    <a:cubicBezTo>
                      <a:pt x="3483" y="5418"/>
                      <a:pt x="3484" y="5415"/>
                      <a:pt x="3485" y="5413"/>
                    </a:cubicBezTo>
                    <a:cubicBezTo>
                      <a:pt x="3487" y="5410"/>
                      <a:pt x="3491" y="5407"/>
                      <a:pt x="3494" y="5404"/>
                    </a:cubicBezTo>
                    <a:cubicBezTo>
                      <a:pt x="3497" y="5402"/>
                      <a:pt x="3500" y="5400"/>
                      <a:pt x="3503" y="5398"/>
                    </a:cubicBezTo>
                    <a:cubicBezTo>
                      <a:pt x="3504" y="5397"/>
                      <a:pt x="3505" y="5396"/>
                      <a:pt x="3507" y="5395"/>
                    </a:cubicBezTo>
                    <a:cubicBezTo>
                      <a:pt x="3508" y="5394"/>
                      <a:pt x="3510" y="5392"/>
                      <a:pt x="3512" y="5392"/>
                    </a:cubicBezTo>
                    <a:cubicBezTo>
                      <a:pt x="3514" y="5391"/>
                      <a:pt x="3516" y="5391"/>
                      <a:pt x="3518" y="5391"/>
                    </a:cubicBezTo>
                    <a:cubicBezTo>
                      <a:pt x="3519" y="5390"/>
                      <a:pt x="3521" y="5389"/>
                      <a:pt x="3521" y="5388"/>
                    </a:cubicBezTo>
                    <a:cubicBezTo>
                      <a:pt x="3522" y="5387"/>
                      <a:pt x="3522" y="5386"/>
                      <a:pt x="3522" y="5385"/>
                    </a:cubicBezTo>
                    <a:cubicBezTo>
                      <a:pt x="3522" y="5383"/>
                      <a:pt x="3522" y="5380"/>
                      <a:pt x="3524" y="5379"/>
                    </a:cubicBezTo>
                    <a:cubicBezTo>
                      <a:pt x="3528" y="5377"/>
                      <a:pt x="3531" y="5377"/>
                      <a:pt x="3535" y="5378"/>
                    </a:cubicBezTo>
                    <a:cubicBezTo>
                      <a:pt x="3536" y="5378"/>
                      <a:pt x="3538" y="5379"/>
                      <a:pt x="3539" y="5379"/>
                    </a:cubicBezTo>
                    <a:cubicBezTo>
                      <a:pt x="3540" y="5380"/>
                      <a:pt x="3541" y="5381"/>
                      <a:pt x="3542" y="5381"/>
                    </a:cubicBezTo>
                    <a:cubicBezTo>
                      <a:pt x="3543" y="5382"/>
                      <a:pt x="3544" y="5382"/>
                      <a:pt x="3545" y="5382"/>
                    </a:cubicBezTo>
                    <a:cubicBezTo>
                      <a:pt x="3546" y="5382"/>
                      <a:pt x="3547" y="5383"/>
                      <a:pt x="3549" y="5383"/>
                    </a:cubicBezTo>
                    <a:cubicBezTo>
                      <a:pt x="3549" y="5383"/>
                      <a:pt x="3549" y="5383"/>
                      <a:pt x="3549" y="5383"/>
                    </a:cubicBezTo>
                    <a:cubicBezTo>
                      <a:pt x="3549" y="5383"/>
                      <a:pt x="3549" y="5383"/>
                      <a:pt x="3548" y="5383"/>
                    </a:cubicBezTo>
                    <a:cubicBezTo>
                      <a:pt x="3549" y="5383"/>
                      <a:pt x="3550" y="5383"/>
                      <a:pt x="3550" y="5383"/>
                    </a:cubicBezTo>
                    <a:cubicBezTo>
                      <a:pt x="3551" y="5383"/>
                      <a:pt x="3553" y="5383"/>
                      <a:pt x="3554" y="5383"/>
                    </a:cubicBezTo>
                    <a:cubicBezTo>
                      <a:pt x="3556" y="5383"/>
                      <a:pt x="3556" y="5382"/>
                      <a:pt x="3558" y="5382"/>
                    </a:cubicBezTo>
                    <a:cubicBezTo>
                      <a:pt x="3559" y="5381"/>
                      <a:pt x="3560" y="5381"/>
                      <a:pt x="3562" y="5381"/>
                    </a:cubicBezTo>
                    <a:cubicBezTo>
                      <a:pt x="3563" y="5381"/>
                      <a:pt x="3564" y="5380"/>
                      <a:pt x="3566" y="5380"/>
                    </a:cubicBezTo>
                    <a:cubicBezTo>
                      <a:pt x="3569" y="5379"/>
                      <a:pt x="3572" y="5379"/>
                      <a:pt x="3575" y="5378"/>
                    </a:cubicBezTo>
                    <a:cubicBezTo>
                      <a:pt x="3577" y="5377"/>
                      <a:pt x="3577" y="5377"/>
                      <a:pt x="3579" y="5377"/>
                    </a:cubicBezTo>
                    <a:cubicBezTo>
                      <a:pt x="3579" y="5377"/>
                      <a:pt x="3580" y="5377"/>
                      <a:pt x="3580" y="5377"/>
                    </a:cubicBezTo>
                    <a:cubicBezTo>
                      <a:pt x="3580" y="5377"/>
                      <a:pt x="3580" y="5377"/>
                      <a:pt x="3580" y="5377"/>
                    </a:cubicBezTo>
                    <a:cubicBezTo>
                      <a:pt x="3581" y="5377"/>
                      <a:pt x="3582" y="5377"/>
                      <a:pt x="3583" y="5377"/>
                    </a:cubicBezTo>
                    <a:cubicBezTo>
                      <a:pt x="3585" y="5377"/>
                      <a:pt x="3586" y="5376"/>
                      <a:pt x="3586" y="5374"/>
                    </a:cubicBezTo>
                    <a:cubicBezTo>
                      <a:pt x="3587" y="5372"/>
                      <a:pt x="3587" y="5370"/>
                      <a:pt x="3587" y="5368"/>
                    </a:cubicBezTo>
                    <a:cubicBezTo>
                      <a:pt x="3588" y="5367"/>
                      <a:pt x="3588" y="5366"/>
                      <a:pt x="3588" y="5366"/>
                    </a:cubicBezTo>
                    <a:cubicBezTo>
                      <a:pt x="3588" y="5364"/>
                      <a:pt x="3589" y="5363"/>
                      <a:pt x="3589" y="5362"/>
                    </a:cubicBezTo>
                    <a:cubicBezTo>
                      <a:pt x="3590" y="5360"/>
                      <a:pt x="3591" y="5358"/>
                      <a:pt x="3593" y="5356"/>
                    </a:cubicBezTo>
                    <a:cubicBezTo>
                      <a:pt x="3594" y="5354"/>
                      <a:pt x="3594" y="5350"/>
                      <a:pt x="3595" y="5348"/>
                    </a:cubicBezTo>
                    <a:cubicBezTo>
                      <a:pt x="3595" y="5344"/>
                      <a:pt x="3595" y="5341"/>
                      <a:pt x="3595" y="5338"/>
                    </a:cubicBezTo>
                    <a:cubicBezTo>
                      <a:pt x="3595" y="5335"/>
                      <a:pt x="3596" y="5332"/>
                      <a:pt x="3598" y="5330"/>
                    </a:cubicBezTo>
                    <a:cubicBezTo>
                      <a:pt x="3598" y="5329"/>
                      <a:pt x="3599" y="5329"/>
                      <a:pt x="3599" y="5328"/>
                    </a:cubicBezTo>
                    <a:cubicBezTo>
                      <a:pt x="3600" y="5327"/>
                      <a:pt x="3600" y="5325"/>
                      <a:pt x="3601" y="5324"/>
                    </a:cubicBezTo>
                    <a:cubicBezTo>
                      <a:pt x="3602" y="5323"/>
                      <a:pt x="3603" y="5322"/>
                      <a:pt x="3604" y="5322"/>
                    </a:cubicBezTo>
                    <a:cubicBezTo>
                      <a:pt x="3605" y="5321"/>
                      <a:pt x="3605" y="5321"/>
                      <a:pt x="3606" y="5321"/>
                    </a:cubicBezTo>
                    <a:cubicBezTo>
                      <a:pt x="3606" y="5321"/>
                      <a:pt x="3606" y="5321"/>
                      <a:pt x="3606" y="5321"/>
                    </a:cubicBezTo>
                    <a:cubicBezTo>
                      <a:pt x="3607" y="5321"/>
                      <a:pt x="3607" y="5321"/>
                      <a:pt x="3608" y="5321"/>
                    </a:cubicBezTo>
                    <a:cubicBezTo>
                      <a:pt x="3609" y="5321"/>
                      <a:pt x="3610" y="5321"/>
                      <a:pt x="3611" y="5321"/>
                    </a:cubicBezTo>
                    <a:cubicBezTo>
                      <a:pt x="3612" y="5321"/>
                      <a:pt x="3613" y="5321"/>
                      <a:pt x="3614" y="5321"/>
                    </a:cubicBezTo>
                    <a:cubicBezTo>
                      <a:pt x="3616" y="5321"/>
                      <a:pt x="3617" y="5321"/>
                      <a:pt x="3619" y="5320"/>
                    </a:cubicBezTo>
                    <a:cubicBezTo>
                      <a:pt x="3620" y="5319"/>
                      <a:pt x="3622" y="5318"/>
                      <a:pt x="3623" y="5316"/>
                    </a:cubicBezTo>
                    <a:cubicBezTo>
                      <a:pt x="3624" y="5315"/>
                      <a:pt x="3626" y="5314"/>
                      <a:pt x="3627" y="5313"/>
                    </a:cubicBezTo>
                    <a:cubicBezTo>
                      <a:pt x="3628" y="5312"/>
                      <a:pt x="3629" y="5311"/>
                      <a:pt x="3629" y="5310"/>
                    </a:cubicBezTo>
                    <a:cubicBezTo>
                      <a:pt x="3630" y="5310"/>
                      <a:pt x="3630" y="5310"/>
                      <a:pt x="3630" y="5309"/>
                    </a:cubicBezTo>
                    <a:cubicBezTo>
                      <a:pt x="3631" y="5309"/>
                      <a:pt x="3631" y="5308"/>
                      <a:pt x="3631" y="5308"/>
                    </a:cubicBezTo>
                    <a:cubicBezTo>
                      <a:pt x="3632" y="5308"/>
                      <a:pt x="3632" y="5307"/>
                      <a:pt x="3633" y="5307"/>
                    </a:cubicBezTo>
                    <a:cubicBezTo>
                      <a:pt x="3634" y="5306"/>
                      <a:pt x="3635" y="5304"/>
                      <a:pt x="3635" y="5303"/>
                    </a:cubicBezTo>
                    <a:cubicBezTo>
                      <a:pt x="3636" y="5303"/>
                      <a:pt x="3637" y="5302"/>
                      <a:pt x="3637" y="5301"/>
                    </a:cubicBezTo>
                    <a:cubicBezTo>
                      <a:pt x="3640" y="5298"/>
                      <a:pt x="3641" y="5295"/>
                      <a:pt x="3643" y="5291"/>
                    </a:cubicBezTo>
                    <a:cubicBezTo>
                      <a:pt x="3645" y="5288"/>
                      <a:pt x="3646" y="5285"/>
                      <a:pt x="3649" y="5282"/>
                    </a:cubicBezTo>
                    <a:cubicBezTo>
                      <a:pt x="3651" y="5280"/>
                      <a:pt x="3653" y="5278"/>
                      <a:pt x="3656" y="5276"/>
                    </a:cubicBezTo>
                    <a:cubicBezTo>
                      <a:pt x="3657" y="5275"/>
                      <a:pt x="3658" y="5274"/>
                      <a:pt x="3659" y="5273"/>
                    </a:cubicBezTo>
                    <a:cubicBezTo>
                      <a:pt x="3661" y="5272"/>
                      <a:pt x="3662" y="5272"/>
                      <a:pt x="3663" y="5271"/>
                    </a:cubicBezTo>
                    <a:cubicBezTo>
                      <a:pt x="3666" y="5270"/>
                      <a:pt x="3668" y="5269"/>
                      <a:pt x="3671" y="5268"/>
                    </a:cubicBezTo>
                    <a:cubicBezTo>
                      <a:pt x="3674" y="5267"/>
                      <a:pt x="3678" y="5265"/>
                      <a:pt x="3681" y="5264"/>
                    </a:cubicBezTo>
                    <a:cubicBezTo>
                      <a:pt x="3684" y="5263"/>
                      <a:pt x="3686" y="5260"/>
                      <a:pt x="3687" y="5256"/>
                    </a:cubicBezTo>
                    <a:cubicBezTo>
                      <a:pt x="3687" y="5255"/>
                      <a:pt x="3688" y="5253"/>
                      <a:pt x="3688" y="5252"/>
                    </a:cubicBezTo>
                    <a:cubicBezTo>
                      <a:pt x="3689" y="5249"/>
                      <a:pt x="3691" y="5246"/>
                      <a:pt x="3692" y="5243"/>
                    </a:cubicBezTo>
                    <a:cubicBezTo>
                      <a:pt x="3693" y="5240"/>
                      <a:pt x="3694" y="5237"/>
                      <a:pt x="3695" y="5234"/>
                    </a:cubicBezTo>
                    <a:cubicBezTo>
                      <a:pt x="3695" y="5231"/>
                      <a:pt x="3696" y="5228"/>
                      <a:pt x="3697" y="5225"/>
                    </a:cubicBezTo>
                    <a:cubicBezTo>
                      <a:pt x="3699" y="5218"/>
                      <a:pt x="3702" y="5211"/>
                      <a:pt x="3703" y="5204"/>
                    </a:cubicBezTo>
                    <a:cubicBezTo>
                      <a:pt x="3705" y="5197"/>
                      <a:pt x="3708" y="5190"/>
                      <a:pt x="3709" y="5183"/>
                    </a:cubicBezTo>
                    <a:cubicBezTo>
                      <a:pt x="3710" y="5179"/>
                      <a:pt x="3710" y="5176"/>
                      <a:pt x="3711" y="5172"/>
                    </a:cubicBezTo>
                    <a:cubicBezTo>
                      <a:pt x="3712" y="5168"/>
                      <a:pt x="3712" y="5164"/>
                      <a:pt x="3712" y="5159"/>
                    </a:cubicBezTo>
                    <a:cubicBezTo>
                      <a:pt x="3712" y="5158"/>
                      <a:pt x="3712" y="5156"/>
                      <a:pt x="3713" y="5154"/>
                    </a:cubicBezTo>
                    <a:cubicBezTo>
                      <a:pt x="3713" y="5152"/>
                      <a:pt x="3713" y="5150"/>
                      <a:pt x="3713" y="5148"/>
                    </a:cubicBezTo>
                    <a:cubicBezTo>
                      <a:pt x="3713" y="5144"/>
                      <a:pt x="3714" y="5142"/>
                      <a:pt x="3714" y="5138"/>
                    </a:cubicBezTo>
                    <a:cubicBezTo>
                      <a:pt x="3714" y="5136"/>
                      <a:pt x="3714" y="5134"/>
                      <a:pt x="3714" y="5132"/>
                    </a:cubicBezTo>
                    <a:cubicBezTo>
                      <a:pt x="3714" y="5130"/>
                      <a:pt x="3715" y="5128"/>
                      <a:pt x="3715" y="5126"/>
                    </a:cubicBezTo>
                    <a:cubicBezTo>
                      <a:pt x="3714" y="5122"/>
                      <a:pt x="3713" y="5119"/>
                      <a:pt x="3713" y="5116"/>
                    </a:cubicBezTo>
                    <a:cubicBezTo>
                      <a:pt x="3712" y="5109"/>
                      <a:pt x="3710" y="5103"/>
                      <a:pt x="3708" y="5097"/>
                    </a:cubicBezTo>
                    <a:cubicBezTo>
                      <a:pt x="3706" y="5093"/>
                      <a:pt x="3705" y="5088"/>
                      <a:pt x="3705" y="5084"/>
                    </a:cubicBezTo>
                    <a:cubicBezTo>
                      <a:pt x="3706" y="5082"/>
                      <a:pt x="3706" y="5081"/>
                      <a:pt x="3706" y="5079"/>
                    </a:cubicBezTo>
                    <a:cubicBezTo>
                      <a:pt x="3706" y="5077"/>
                      <a:pt x="3706" y="5075"/>
                      <a:pt x="3707" y="5074"/>
                    </a:cubicBezTo>
                    <a:cubicBezTo>
                      <a:pt x="3707" y="5071"/>
                      <a:pt x="3708" y="5069"/>
                      <a:pt x="3710" y="5068"/>
                    </a:cubicBezTo>
                    <a:cubicBezTo>
                      <a:pt x="3711" y="5066"/>
                      <a:pt x="3712" y="5064"/>
                      <a:pt x="3714" y="5063"/>
                    </a:cubicBezTo>
                    <a:cubicBezTo>
                      <a:pt x="3715" y="5060"/>
                      <a:pt x="3716" y="5058"/>
                      <a:pt x="3717" y="5055"/>
                    </a:cubicBezTo>
                    <a:cubicBezTo>
                      <a:pt x="3718" y="5054"/>
                      <a:pt x="3718" y="5053"/>
                      <a:pt x="3718" y="5052"/>
                    </a:cubicBezTo>
                    <a:cubicBezTo>
                      <a:pt x="3718" y="5051"/>
                      <a:pt x="3719" y="5050"/>
                      <a:pt x="3719" y="5049"/>
                    </a:cubicBezTo>
                    <a:cubicBezTo>
                      <a:pt x="3719" y="5044"/>
                      <a:pt x="3713" y="5041"/>
                      <a:pt x="3714" y="5035"/>
                    </a:cubicBezTo>
                    <a:cubicBezTo>
                      <a:pt x="3714" y="5033"/>
                      <a:pt x="3715" y="5032"/>
                      <a:pt x="3715" y="5030"/>
                    </a:cubicBezTo>
                    <a:cubicBezTo>
                      <a:pt x="3717" y="5028"/>
                      <a:pt x="3717" y="5025"/>
                      <a:pt x="3719" y="5023"/>
                    </a:cubicBezTo>
                    <a:cubicBezTo>
                      <a:pt x="3720" y="5021"/>
                      <a:pt x="3720" y="5020"/>
                      <a:pt x="3721" y="5019"/>
                    </a:cubicBezTo>
                    <a:cubicBezTo>
                      <a:pt x="3722" y="5014"/>
                      <a:pt x="3723" y="5010"/>
                      <a:pt x="3723" y="5006"/>
                    </a:cubicBezTo>
                    <a:cubicBezTo>
                      <a:pt x="3723" y="5001"/>
                      <a:pt x="3724" y="4996"/>
                      <a:pt x="3722" y="4991"/>
                    </a:cubicBezTo>
                    <a:cubicBezTo>
                      <a:pt x="3721" y="4987"/>
                      <a:pt x="3719" y="4983"/>
                      <a:pt x="3717" y="4979"/>
                    </a:cubicBezTo>
                    <a:cubicBezTo>
                      <a:pt x="3714" y="4975"/>
                      <a:pt x="3712" y="4972"/>
                      <a:pt x="3710" y="4968"/>
                    </a:cubicBezTo>
                    <a:cubicBezTo>
                      <a:pt x="3709" y="4968"/>
                      <a:pt x="3708" y="4967"/>
                      <a:pt x="3708" y="4966"/>
                    </a:cubicBezTo>
                    <a:cubicBezTo>
                      <a:pt x="3705" y="4964"/>
                      <a:pt x="3702" y="4960"/>
                      <a:pt x="3700" y="4957"/>
                    </a:cubicBezTo>
                    <a:cubicBezTo>
                      <a:pt x="3700" y="4956"/>
                      <a:pt x="3699" y="4955"/>
                      <a:pt x="3699" y="4954"/>
                    </a:cubicBezTo>
                    <a:cubicBezTo>
                      <a:pt x="3698" y="4951"/>
                      <a:pt x="3697" y="4949"/>
                      <a:pt x="3696" y="4946"/>
                    </a:cubicBezTo>
                    <a:cubicBezTo>
                      <a:pt x="3696" y="4942"/>
                      <a:pt x="3698" y="4937"/>
                      <a:pt x="3701" y="4935"/>
                    </a:cubicBezTo>
                    <a:cubicBezTo>
                      <a:pt x="3702" y="4935"/>
                      <a:pt x="3703" y="4935"/>
                      <a:pt x="3704" y="4935"/>
                    </a:cubicBezTo>
                    <a:cubicBezTo>
                      <a:pt x="3706" y="4935"/>
                      <a:pt x="3707" y="4935"/>
                      <a:pt x="3708" y="4935"/>
                    </a:cubicBezTo>
                    <a:cubicBezTo>
                      <a:pt x="3710" y="4935"/>
                      <a:pt x="3711" y="4936"/>
                      <a:pt x="3712" y="4936"/>
                    </a:cubicBezTo>
                    <a:cubicBezTo>
                      <a:pt x="3715" y="4936"/>
                      <a:pt x="3717" y="4934"/>
                      <a:pt x="3718" y="4933"/>
                    </a:cubicBezTo>
                    <a:cubicBezTo>
                      <a:pt x="3721" y="4931"/>
                      <a:pt x="3723" y="4929"/>
                      <a:pt x="3725" y="4928"/>
                    </a:cubicBezTo>
                    <a:cubicBezTo>
                      <a:pt x="3726" y="4927"/>
                      <a:pt x="3727" y="4925"/>
                      <a:pt x="3729" y="4924"/>
                    </a:cubicBezTo>
                    <a:cubicBezTo>
                      <a:pt x="3731" y="4922"/>
                      <a:pt x="3734" y="4920"/>
                      <a:pt x="3736" y="4918"/>
                    </a:cubicBezTo>
                    <a:cubicBezTo>
                      <a:pt x="3739" y="4916"/>
                      <a:pt x="3740" y="4914"/>
                      <a:pt x="3742" y="4912"/>
                    </a:cubicBezTo>
                    <a:cubicBezTo>
                      <a:pt x="3745" y="4909"/>
                      <a:pt x="3748" y="4906"/>
                      <a:pt x="3752" y="4904"/>
                    </a:cubicBezTo>
                    <a:cubicBezTo>
                      <a:pt x="3752" y="4904"/>
                      <a:pt x="3752" y="4904"/>
                      <a:pt x="3752" y="4904"/>
                    </a:cubicBezTo>
                    <a:cubicBezTo>
                      <a:pt x="3754" y="4902"/>
                      <a:pt x="3756" y="4901"/>
                      <a:pt x="3758" y="4899"/>
                    </a:cubicBezTo>
                    <a:cubicBezTo>
                      <a:pt x="3760" y="4897"/>
                      <a:pt x="3763" y="4896"/>
                      <a:pt x="3765" y="4894"/>
                    </a:cubicBezTo>
                    <a:cubicBezTo>
                      <a:pt x="3767" y="4893"/>
                      <a:pt x="3769" y="4891"/>
                      <a:pt x="3772" y="4890"/>
                    </a:cubicBezTo>
                    <a:cubicBezTo>
                      <a:pt x="3774" y="4889"/>
                      <a:pt x="3777" y="4888"/>
                      <a:pt x="3779" y="4887"/>
                    </a:cubicBezTo>
                    <a:cubicBezTo>
                      <a:pt x="3783" y="4886"/>
                      <a:pt x="3787" y="4885"/>
                      <a:pt x="3790" y="4885"/>
                    </a:cubicBezTo>
                    <a:cubicBezTo>
                      <a:pt x="3792" y="4885"/>
                      <a:pt x="3793" y="4885"/>
                      <a:pt x="3794" y="4885"/>
                    </a:cubicBezTo>
                    <a:cubicBezTo>
                      <a:pt x="3794" y="4885"/>
                      <a:pt x="3794" y="4885"/>
                      <a:pt x="3794" y="4885"/>
                    </a:cubicBezTo>
                    <a:cubicBezTo>
                      <a:pt x="3795" y="4885"/>
                      <a:pt x="3797" y="4885"/>
                      <a:pt x="3798" y="4885"/>
                    </a:cubicBezTo>
                    <a:cubicBezTo>
                      <a:pt x="3798" y="4885"/>
                      <a:pt x="3799" y="4885"/>
                      <a:pt x="3799" y="4885"/>
                    </a:cubicBezTo>
                    <a:cubicBezTo>
                      <a:pt x="3801" y="4885"/>
                      <a:pt x="3802" y="4884"/>
                      <a:pt x="3803" y="4884"/>
                    </a:cubicBezTo>
                    <a:cubicBezTo>
                      <a:pt x="3804" y="4883"/>
                      <a:pt x="3806" y="4881"/>
                      <a:pt x="3807" y="4880"/>
                    </a:cubicBezTo>
                    <a:cubicBezTo>
                      <a:pt x="3810" y="4877"/>
                      <a:pt x="3814" y="4876"/>
                      <a:pt x="3818" y="4875"/>
                    </a:cubicBezTo>
                    <a:cubicBezTo>
                      <a:pt x="3820" y="4875"/>
                      <a:pt x="3822" y="4875"/>
                      <a:pt x="3824" y="4875"/>
                    </a:cubicBezTo>
                    <a:cubicBezTo>
                      <a:pt x="3826" y="4875"/>
                      <a:pt x="3828" y="4875"/>
                      <a:pt x="3831" y="4876"/>
                    </a:cubicBezTo>
                    <a:cubicBezTo>
                      <a:pt x="3833" y="4876"/>
                      <a:pt x="3836" y="4877"/>
                      <a:pt x="3839" y="4877"/>
                    </a:cubicBezTo>
                    <a:cubicBezTo>
                      <a:pt x="3841" y="4877"/>
                      <a:pt x="3844" y="4877"/>
                      <a:pt x="3846" y="4876"/>
                    </a:cubicBezTo>
                    <a:cubicBezTo>
                      <a:pt x="3846" y="4876"/>
                      <a:pt x="3846" y="4876"/>
                      <a:pt x="3846" y="4876"/>
                    </a:cubicBezTo>
                    <a:cubicBezTo>
                      <a:pt x="3846" y="4876"/>
                      <a:pt x="3846" y="4876"/>
                      <a:pt x="3846" y="4876"/>
                    </a:cubicBezTo>
                    <a:cubicBezTo>
                      <a:pt x="3846" y="4876"/>
                      <a:pt x="3847" y="4876"/>
                      <a:pt x="3848" y="4876"/>
                    </a:cubicBezTo>
                    <a:cubicBezTo>
                      <a:pt x="3850" y="4875"/>
                      <a:pt x="3852" y="4875"/>
                      <a:pt x="3854" y="4875"/>
                    </a:cubicBezTo>
                    <a:cubicBezTo>
                      <a:pt x="3855" y="4875"/>
                      <a:pt x="3857" y="4874"/>
                      <a:pt x="3858" y="4873"/>
                    </a:cubicBezTo>
                    <a:cubicBezTo>
                      <a:pt x="3860" y="4873"/>
                      <a:pt x="3861" y="4873"/>
                      <a:pt x="3863" y="4872"/>
                    </a:cubicBezTo>
                    <a:cubicBezTo>
                      <a:pt x="3865" y="4871"/>
                      <a:pt x="3866" y="4871"/>
                      <a:pt x="3868" y="4871"/>
                    </a:cubicBezTo>
                    <a:cubicBezTo>
                      <a:pt x="3870" y="4870"/>
                      <a:pt x="3872" y="4869"/>
                      <a:pt x="3874" y="4867"/>
                    </a:cubicBezTo>
                    <a:cubicBezTo>
                      <a:pt x="3875" y="4866"/>
                      <a:pt x="3877" y="4864"/>
                      <a:pt x="3879" y="4862"/>
                    </a:cubicBezTo>
                    <a:cubicBezTo>
                      <a:pt x="3881" y="4861"/>
                      <a:pt x="3885" y="4858"/>
                      <a:pt x="3885" y="4855"/>
                    </a:cubicBezTo>
                    <a:cubicBezTo>
                      <a:pt x="3885" y="4853"/>
                      <a:pt x="3885" y="4852"/>
                      <a:pt x="3885" y="4850"/>
                    </a:cubicBezTo>
                    <a:cubicBezTo>
                      <a:pt x="3886" y="4849"/>
                      <a:pt x="3886" y="4847"/>
                      <a:pt x="3887" y="4845"/>
                    </a:cubicBezTo>
                    <a:cubicBezTo>
                      <a:pt x="3888" y="4844"/>
                      <a:pt x="3889" y="4843"/>
                      <a:pt x="3890" y="4843"/>
                    </a:cubicBezTo>
                    <a:cubicBezTo>
                      <a:pt x="3891" y="4842"/>
                      <a:pt x="3893" y="4841"/>
                      <a:pt x="3894" y="4840"/>
                    </a:cubicBezTo>
                    <a:cubicBezTo>
                      <a:pt x="3895" y="4840"/>
                      <a:pt x="3896" y="4839"/>
                      <a:pt x="3897" y="4838"/>
                    </a:cubicBezTo>
                    <a:cubicBezTo>
                      <a:pt x="3898" y="4837"/>
                      <a:pt x="3900" y="4837"/>
                      <a:pt x="3901" y="4837"/>
                    </a:cubicBezTo>
                    <a:cubicBezTo>
                      <a:pt x="3902" y="4837"/>
                      <a:pt x="3904" y="4836"/>
                      <a:pt x="3905" y="4836"/>
                    </a:cubicBezTo>
                    <a:cubicBezTo>
                      <a:pt x="3905" y="4836"/>
                      <a:pt x="3906" y="4836"/>
                      <a:pt x="3906" y="4836"/>
                    </a:cubicBezTo>
                    <a:cubicBezTo>
                      <a:pt x="3907" y="4836"/>
                      <a:pt x="3909" y="4836"/>
                      <a:pt x="3911" y="4836"/>
                    </a:cubicBezTo>
                    <a:cubicBezTo>
                      <a:pt x="3912" y="4835"/>
                      <a:pt x="3914" y="4835"/>
                      <a:pt x="3916" y="4834"/>
                    </a:cubicBezTo>
                    <a:cubicBezTo>
                      <a:pt x="3920" y="4832"/>
                      <a:pt x="3924" y="4831"/>
                      <a:pt x="3928" y="4829"/>
                    </a:cubicBezTo>
                    <a:cubicBezTo>
                      <a:pt x="3931" y="4827"/>
                      <a:pt x="3935" y="4826"/>
                      <a:pt x="3937" y="4823"/>
                    </a:cubicBezTo>
                    <a:cubicBezTo>
                      <a:pt x="3940" y="4820"/>
                      <a:pt x="3940" y="4817"/>
                      <a:pt x="3941" y="4813"/>
                    </a:cubicBezTo>
                    <a:cubicBezTo>
                      <a:pt x="3941" y="4811"/>
                      <a:pt x="3941" y="4808"/>
                      <a:pt x="3940" y="4806"/>
                    </a:cubicBezTo>
                    <a:cubicBezTo>
                      <a:pt x="3940" y="4806"/>
                      <a:pt x="3940" y="4805"/>
                      <a:pt x="3940" y="4804"/>
                    </a:cubicBezTo>
                    <a:cubicBezTo>
                      <a:pt x="3939" y="4804"/>
                      <a:pt x="3939" y="4803"/>
                      <a:pt x="3938" y="4803"/>
                    </a:cubicBezTo>
                    <a:cubicBezTo>
                      <a:pt x="3938" y="4802"/>
                      <a:pt x="3937" y="4801"/>
                      <a:pt x="3937" y="4800"/>
                    </a:cubicBezTo>
                    <a:cubicBezTo>
                      <a:pt x="3936" y="4799"/>
                      <a:pt x="3935" y="4798"/>
                      <a:pt x="3935" y="4797"/>
                    </a:cubicBezTo>
                    <a:cubicBezTo>
                      <a:pt x="3934" y="4796"/>
                      <a:pt x="3934" y="4796"/>
                      <a:pt x="3934" y="4795"/>
                    </a:cubicBezTo>
                    <a:cubicBezTo>
                      <a:pt x="3932" y="4794"/>
                      <a:pt x="3931" y="4792"/>
                      <a:pt x="3930" y="4790"/>
                    </a:cubicBezTo>
                    <a:cubicBezTo>
                      <a:pt x="3927" y="4788"/>
                      <a:pt x="3923" y="4786"/>
                      <a:pt x="3921" y="4784"/>
                    </a:cubicBezTo>
                    <a:cubicBezTo>
                      <a:pt x="3918" y="4782"/>
                      <a:pt x="3916" y="4779"/>
                      <a:pt x="3912" y="4778"/>
                    </a:cubicBezTo>
                    <a:cubicBezTo>
                      <a:pt x="3909" y="4777"/>
                      <a:pt x="3905" y="4778"/>
                      <a:pt x="3901" y="4778"/>
                    </a:cubicBezTo>
                    <a:cubicBezTo>
                      <a:pt x="3896" y="4778"/>
                      <a:pt x="3892" y="4781"/>
                      <a:pt x="3887" y="4782"/>
                    </a:cubicBezTo>
                    <a:cubicBezTo>
                      <a:pt x="3883" y="4784"/>
                      <a:pt x="3879" y="4785"/>
                      <a:pt x="3875" y="4787"/>
                    </a:cubicBezTo>
                    <a:cubicBezTo>
                      <a:pt x="3870" y="4790"/>
                      <a:pt x="3865" y="4793"/>
                      <a:pt x="3860" y="4796"/>
                    </a:cubicBezTo>
                    <a:cubicBezTo>
                      <a:pt x="3858" y="4797"/>
                      <a:pt x="3857" y="4797"/>
                      <a:pt x="3855" y="4797"/>
                    </a:cubicBezTo>
                    <a:cubicBezTo>
                      <a:pt x="3852" y="4797"/>
                      <a:pt x="3850" y="4798"/>
                      <a:pt x="3847" y="4799"/>
                    </a:cubicBezTo>
                    <a:cubicBezTo>
                      <a:pt x="3844" y="4800"/>
                      <a:pt x="3841" y="4801"/>
                      <a:pt x="3838" y="4801"/>
                    </a:cubicBezTo>
                    <a:cubicBezTo>
                      <a:pt x="3837" y="4802"/>
                      <a:pt x="3836" y="4802"/>
                      <a:pt x="3834" y="4803"/>
                    </a:cubicBezTo>
                    <a:cubicBezTo>
                      <a:pt x="3833" y="4804"/>
                      <a:pt x="3831" y="4804"/>
                      <a:pt x="3829" y="4805"/>
                    </a:cubicBezTo>
                    <a:cubicBezTo>
                      <a:pt x="3827" y="4806"/>
                      <a:pt x="3824" y="4807"/>
                      <a:pt x="3821" y="4808"/>
                    </a:cubicBezTo>
                    <a:cubicBezTo>
                      <a:pt x="3819" y="4810"/>
                      <a:pt x="3817" y="4811"/>
                      <a:pt x="3815" y="4814"/>
                    </a:cubicBezTo>
                    <a:cubicBezTo>
                      <a:pt x="3812" y="4817"/>
                      <a:pt x="3809" y="4820"/>
                      <a:pt x="3810" y="4824"/>
                    </a:cubicBezTo>
                    <a:cubicBezTo>
                      <a:pt x="3810" y="4826"/>
                      <a:pt x="3811" y="4827"/>
                      <a:pt x="3811" y="4829"/>
                    </a:cubicBezTo>
                    <a:cubicBezTo>
                      <a:pt x="3811" y="4831"/>
                      <a:pt x="3810" y="4833"/>
                      <a:pt x="3810" y="4835"/>
                    </a:cubicBezTo>
                    <a:cubicBezTo>
                      <a:pt x="3810" y="4838"/>
                      <a:pt x="3810" y="4840"/>
                      <a:pt x="3810" y="4842"/>
                    </a:cubicBezTo>
                    <a:cubicBezTo>
                      <a:pt x="3809" y="4843"/>
                      <a:pt x="3809" y="4845"/>
                      <a:pt x="3809" y="4847"/>
                    </a:cubicBezTo>
                    <a:cubicBezTo>
                      <a:pt x="3809" y="4849"/>
                      <a:pt x="3809" y="4851"/>
                      <a:pt x="3808" y="4853"/>
                    </a:cubicBezTo>
                    <a:cubicBezTo>
                      <a:pt x="3807" y="4854"/>
                      <a:pt x="3807" y="4855"/>
                      <a:pt x="3806" y="4856"/>
                    </a:cubicBezTo>
                    <a:cubicBezTo>
                      <a:pt x="3805" y="4858"/>
                      <a:pt x="3803" y="4860"/>
                      <a:pt x="3802" y="4861"/>
                    </a:cubicBezTo>
                    <a:cubicBezTo>
                      <a:pt x="3800" y="4863"/>
                      <a:pt x="3797" y="4864"/>
                      <a:pt x="3795" y="4866"/>
                    </a:cubicBezTo>
                    <a:cubicBezTo>
                      <a:pt x="3794" y="4868"/>
                      <a:pt x="3792" y="4869"/>
                      <a:pt x="3791" y="4870"/>
                    </a:cubicBezTo>
                    <a:cubicBezTo>
                      <a:pt x="3789" y="4871"/>
                      <a:pt x="3787" y="4872"/>
                      <a:pt x="3785" y="4873"/>
                    </a:cubicBezTo>
                    <a:cubicBezTo>
                      <a:pt x="3784" y="4873"/>
                      <a:pt x="3783" y="4873"/>
                      <a:pt x="3782" y="4874"/>
                    </a:cubicBezTo>
                    <a:cubicBezTo>
                      <a:pt x="3778" y="4876"/>
                      <a:pt x="3773" y="4878"/>
                      <a:pt x="3769" y="4879"/>
                    </a:cubicBezTo>
                    <a:cubicBezTo>
                      <a:pt x="3765" y="4881"/>
                      <a:pt x="3762" y="4882"/>
                      <a:pt x="3758" y="4884"/>
                    </a:cubicBezTo>
                    <a:cubicBezTo>
                      <a:pt x="3757" y="4884"/>
                      <a:pt x="3757" y="4884"/>
                      <a:pt x="3756" y="4884"/>
                    </a:cubicBezTo>
                    <a:cubicBezTo>
                      <a:pt x="3756" y="4884"/>
                      <a:pt x="3756" y="4885"/>
                      <a:pt x="3756" y="4885"/>
                    </a:cubicBezTo>
                    <a:cubicBezTo>
                      <a:pt x="3755" y="4885"/>
                      <a:pt x="3754" y="4885"/>
                      <a:pt x="3752" y="4885"/>
                    </a:cubicBezTo>
                    <a:cubicBezTo>
                      <a:pt x="3750" y="4885"/>
                      <a:pt x="3748" y="4886"/>
                      <a:pt x="3746" y="4886"/>
                    </a:cubicBezTo>
                    <a:cubicBezTo>
                      <a:pt x="3744" y="4886"/>
                      <a:pt x="3742" y="4886"/>
                      <a:pt x="3739" y="4886"/>
                    </a:cubicBezTo>
                    <a:cubicBezTo>
                      <a:pt x="3738" y="4886"/>
                      <a:pt x="3736" y="4886"/>
                      <a:pt x="3734" y="4886"/>
                    </a:cubicBezTo>
                    <a:cubicBezTo>
                      <a:pt x="3730" y="4886"/>
                      <a:pt x="3726" y="4886"/>
                      <a:pt x="3721" y="4886"/>
                    </a:cubicBezTo>
                    <a:cubicBezTo>
                      <a:pt x="3719" y="4886"/>
                      <a:pt x="3717" y="4885"/>
                      <a:pt x="3714" y="4885"/>
                    </a:cubicBezTo>
                    <a:cubicBezTo>
                      <a:pt x="3713" y="4885"/>
                      <a:pt x="3712" y="4885"/>
                      <a:pt x="3711" y="4885"/>
                    </a:cubicBezTo>
                    <a:cubicBezTo>
                      <a:pt x="3709" y="4884"/>
                      <a:pt x="3708" y="4884"/>
                      <a:pt x="3707" y="4883"/>
                    </a:cubicBezTo>
                    <a:cubicBezTo>
                      <a:pt x="3707" y="4882"/>
                      <a:pt x="3706" y="4881"/>
                      <a:pt x="3705" y="4881"/>
                    </a:cubicBezTo>
                    <a:cubicBezTo>
                      <a:pt x="3703" y="4879"/>
                      <a:pt x="3699" y="4876"/>
                      <a:pt x="3701" y="4872"/>
                    </a:cubicBezTo>
                    <a:cubicBezTo>
                      <a:pt x="3701" y="4872"/>
                      <a:pt x="3701" y="4871"/>
                      <a:pt x="3702" y="4871"/>
                    </a:cubicBezTo>
                    <a:cubicBezTo>
                      <a:pt x="3703" y="4869"/>
                      <a:pt x="3707" y="4868"/>
                      <a:pt x="3709" y="4868"/>
                    </a:cubicBezTo>
                    <a:cubicBezTo>
                      <a:pt x="3713" y="4868"/>
                      <a:pt x="3716" y="4870"/>
                      <a:pt x="3719" y="4871"/>
                    </a:cubicBezTo>
                    <a:cubicBezTo>
                      <a:pt x="3722" y="4873"/>
                      <a:pt x="3726" y="4873"/>
                      <a:pt x="3730" y="4874"/>
                    </a:cubicBezTo>
                    <a:cubicBezTo>
                      <a:pt x="3734" y="4874"/>
                      <a:pt x="3739" y="4872"/>
                      <a:pt x="3742" y="4871"/>
                    </a:cubicBezTo>
                    <a:cubicBezTo>
                      <a:pt x="3745" y="4871"/>
                      <a:pt x="3748" y="4870"/>
                      <a:pt x="3750" y="4870"/>
                    </a:cubicBezTo>
                    <a:cubicBezTo>
                      <a:pt x="3753" y="4869"/>
                      <a:pt x="3757" y="4869"/>
                      <a:pt x="3760" y="4869"/>
                    </a:cubicBezTo>
                    <a:cubicBezTo>
                      <a:pt x="3760" y="4869"/>
                      <a:pt x="3760" y="4869"/>
                      <a:pt x="3761" y="4869"/>
                    </a:cubicBezTo>
                    <a:cubicBezTo>
                      <a:pt x="3761" y="4869"/>
                      <a:pt x="3761" y="4869"/>
                      <a:pt x="3761" y="4869"/>
                    </a:cubicBezTo>
                    <a:cubicBezTo>
                      <a:pt x="3769" y="4867"/>
                      <a:pt x="3776" y="4865"/>
                      <a:pt x="3784" y="4862"/>
                    </a:cubicBezTo>
                    <a:cubicBezTo>
                      <a:pt x="3787" y="4861"/>
                      <a:pt x="3789" y="4860"/>
                      <a:pt x="3791" y="4858"/>
                    </a:cubicBezTo>
                    <a:cubicBezTo>
                      <a:pt x="3793" y="4855"/>
                      <a:pt x="3794" y="4853"/>
                      <a:pt x="3795" y="4850"/>
                    </a:cubicBezTo>
                    <a:cubicBezTo>
                      <a:pt x="3795" y="4849"/>
                      <a:pt x="3795" y="4848"/>
                      <a:pt x="3795" y="4847"/>
                    </a:cubicBezTo>
                    <a:cubicBezTo>
                      <a:pt x="3796" y="4844"/>
                      <a:pt x="3794" y="4841"/>
                      <a:pt x="3793" y="4838"/>
                    </a:cubicBezTo>
                    <a:cubicBezTo>
                      <a:pt x="3792" y="4836"/>
                      <a:pt x="3791" y="4834"/>
                      <a:pt x="3788" y="4834"/>
                    </a:cubicBezTo>
                    <a:cubicBezTo>
                      <a:pt x="3788" y="4834"/>
                      <a:pt x="3787" y="4834"/>
                      <a:pt x="3787" y="4834"/>
                    </a:cubicBezTo>
                    <a:cubicBezTo>
                      <a:pt x="3784" y="4835"/>
                      <a:pt x="3780" y="4838"/>
                      <a:pt x="3780" y="4842"/>
                    </a:cubicBezTo>
                    <a:cubicBezTo>
                      <a:pt x="3780" y="4844"/>
                      <a:pt x="3781" y="4847"/>
                      <a:pt x="3781" y="4849"/>
                    </a:cubicBezTo>
                    <a:cubicBezTo>
                      <a:pt x="3781" y="4850"/>
                      <a:pt x="3780" y="4851"/>
                      <a:pt x="3780" y="4852"/>
                    </a:cubicBezTo>
                    <a:cubicBezTo>
                      <a:pt x="3778" y="4855"/>
                      <a:pt x="3774" y="4857"/>
                      <a:pt x="3771" y="4855"/>
                    </a:cubicBezTo>
                    <a:cubicBezTo>
                      <a:pt x="3770" y="4854"/>
                      <a:pt x="3770" y="4854"/>
                      <a:pt x="3770" y="4854"/>
                    </a:cubicBezTo>
                    <a:cubicBezTo>
                      <a:pt x="3768" y="4851"/>
                      <a:pt x="3767" y="4848"/>
                      <a:pt x="3765" y="4845"/>
                    </a:cubicBezTo>
                    <a:cubicBezTo>
                      <a:pt x="3764" y="4843"/>
                      <a:pt x="3760" y="4844"/>
                      <a:pt x="3758" y="4844"/>
                    </a:cubicBezTo>
                    <a:cubicBezTo>
                      <a:pt x="3755" y="4844"/>
                      <a:pt x="3752" y="4844"/>
                      <a:pt x="3750" y="4845"/>
                    </a:cubicBezTo>
                    <a:cubicBezTo>
                      <a:pt x="3747" y="4846"/>
                      <a:pt x="3744" y="4849"/>
                      <a:pt x="3741" y="4848"/>
                    </a:cubicBezTo>
                    <a:cubicBezTo>
                      <a:pt x="3737" y="4847"/>
                      <a:pt x="3738" y="4843"/>
                      <a:pt x="3740" y="4841"/>
                    </a:cubicBezTo>
                    <a:cubicBezTo>
                      <a:pt x="3742" y="4839"/>
                      <a:pt x="3744" y="4837"/>
                      <a:pt x="3746" y="4834"/>
                    </a:cubicBezTo>
                    <a:cubicBezTo>
                      <a:pt x="3746" y="4834"/>
                      <a:pt x="3746" y="4833"/>
                      <a:pt x="3747" y="4833"/>
                    </a:cubicBezTo>
                    <a:cubicBezTo>
                      <a:pt x="3748" y="4831"/>
                      <a:pt x="3748" y="4828"/>
                      <a:pt x="3747" y="4826"/>
                    </a:cubicBezTo>
                    <a:cubicBezTo>
                      <a:pt x="3745" y="4824"/>
                      <a:pt x="3742" y="4823"/>
                      <a:pt x="3740" y="4822"/>
                    </a:cubicBezTo>
                    <a:cubicBezTo>
                      <a:pt x="3739" y="4821"/>
                      <a:pt x="3738" y="4821"/>
                      <a:pt x="3737" y="4820"/>
                    </a:cubicBezTo>
                    <a:cubicBezTo>
                      <a:pt x="3734" y="4818"/>
                      <a:pt x="3731" y="4815"/>
                      <a:pt x="3728" y="4814"/>
                    </a:cubicBezTo>
                    <a:cubicBezTo>
                      <a:pt x="3725" y="4814"/>
                      <a:pt x="3723" y="4813"/>
                      <a:pt x="3720" y="4813"/>
                    </a:cubicBezTo>
                    <a:cubicBezTo>
                      <a:pt x="3718" y="4813"/>
                      <a:pt x="3716" y="4813"/>
                      <a:pt x="3713" y="4813"/>
                    </a:cubicBezTo>
                    <a:cubicBezTo>
                      <a:pt x="3712" y="4813"/>
                      <a:pt x="3710" y="4812"/>
                      <a:pt x="3709" y="4812"/>
                    </a:cubicBezTo>
                    <a:cubicBezTo>
                      <a:pt x="3707" y="4812"/>
                      <a:pt x="3706" y="4812"/>
                      <a:pt x="3704" y="4813"/>
                    </a:cubicBezTo>
                    <a:cubicBezTo>
                      <a:pt x="3704" y="4813"/>
                      <a:pt x="3703" y="4813"/>
                      <a:pt x="3702" y="4813"/>
                    </a:cubicBezTo>
                    <a:cubicBezTo>
                      <a:pt x="3702" y="4812"/>
                      <a:pt x="3701" y="4812"/>
                      <a:pt x="3701" y="4811"/>
                    </a:cubicBezTo>
                    <a:cubicBezTo>
                      <a:pt x="3700" y="4810"/>
                      <a:pt x="3699" y="4809"/>
                      <a:pt x="3699" y="4807"/>
                    </a:cubicBezTo>
                    <a:cubicBezTo>
                      <a:pt x="3699" y="4807"/>
                      <a:pt x="3699" y="4806"/>
                      <a:pt x="3699" y="4805"/>
                    </a:cubicBezTo>
                    <a:cubicBezTo>
                      <a:pt x="3699" y="4804"/>
                      <a:pt x="3699" y="4803"/>
                      <a:pt x="3698" y="4802"/>
                    </a:cubicBezTo>
                    <a:cubicBezTo>
                      <a:pt x="3698" y="4801"/>
                      <a:pt x="3698" y="4801"/>
                      <a:pt x="3698" y="4801"/>
                    </a:cubicBezTo>
                    <a:cubicBezTo>
                      <a:pt x="3698" y="4800"/>
                      <a:pt x="3698" y="4799"/>
                      <a:pt x="3698" y="4798"/>
                    </a:cubicBezTo>
                    <a:cubicBezTo>
                      <a:pt x="3698" y="4795"/>
                      <a:pt x="3698" y="4792"/>
                      <a:pt x="3698" y="4790"/>
                    </a:cubicBezTo>
                    <a:cubicBezTo>
                      <a:pt x="3698" y="4787"/>
                      <a:pt x="3697" y="4784"/>
                      <a:pt x="3696" y="4782"/>
                    </a:cubicBezTo>
                    <a:cubicBezTo>
                      <a:pt x="3695" y="4779"/>
                      <a:pt x="3693" y="4777"/>
                      <a:pt x="3691" y="4775"/>
                    </a:cubicBezTo>
                    <a:cubicBezTo>
                      <a:pt x="3691" y="4774"/>
                      <a:pt x="3690" y="4774"/>
                      <a:pt x="3690" y="4773"/>
                    </a:cubicBezTo>
                    <a:cubicBezTo>
                      <a:pt x="3689" y="4773"/>
                      <a:pt x="3688" y="4771"/>
                      <a:pt x="3687" y="4770"/>
                    </a:cubicBezTo>
                    <a:cubicBezTo>
                      <a:pt x="3685" y="4768"/>
                      <a:pt x="3683" y="4764"/>
                      <a:pt x="3681" y="4761"/>
                    </a:cubicBezTo>
                    <a:cubicBezTo>
                      <a:pt x="3681" y="4761"/>
                      <a:pt x="3681" y="4761"/>
                      <a:pt x="3681" y="4760"/>
                    </a:cubicBezTo>
                    <a:cubicBezTo>
                      <a:pt x="3679" y="4758"/>
                      <a:pt x="3674" y="4756"/>
                      <a:pt x="3673" y="4752"/>
                    </a:cubicBezTo>
                    <a:cubicBezTo>
                      <a:pt x="3673" y="4751"/>
                      <a:pt x="3674" y="4750"/>
                      <a:pt x="3674" y="4750"/>
                    </a:cubicBezTo>
                    <a:cubicBezTo>
                      <a:pt x="3675" y="4749"/>
                      <a:pt x="3676" y="4749"/>
                      <a:pt x="3676" y="4748"/>
                    </a:cubicBezTo>
                    <a:cubicBezTo>
                      <a:pt x="3677" y="4747"/>
                      <a:pt x="3677" y="4746"/>
                      <a:pt x="3678" y="4746"/>
                    </a:cubicBezTo>
                    <a:cubicBezTo>
                      <a:pt x="3679" y="4745"/>
                      <a:pt x="3680" y="4744"/>
                      <a:pt x="3681" y="4744"/>
                    </a:cubicBezTo>
                    <a:cubicBezTo>
                      <a:pt x="3685" y="4741"/>
                      <a:pt x="3683" y="4737"/>
                      <a:pt x="3680" y="4735"/>
                    </a:cubicBezTo>
                    <a:cubicBezTo>
                      <a:pt x="3678" y="4733"/>
                      <a:pt x="3677" y="4732"/>
                      <a:pt x="3675" y="4731"/>
                    </a:cubicBezTo>
                    <a:cubicBezTo>
                      <a:pt x="3674" y="4731"/>
                      <a:pt x="3674" y="4730"/>
                      <a:pt x="3673" y="4730"/>
                    </a:cubicBezTo>
                    <a:cubicBezTo>
                      <a:pt x="3669" y="4729"/>
                      <a:pt x="3665" y="4727"/>
                      <a:pt x="3661" y="4724"/>
                    </a:cubicBezTo>
                    <a:cubicBezTo>
                      <a:pt x="3658" y="4722"/>
                      <a:pt x="3654" y="4720"/>
                      <a:pt x="3651" y="4718"/>
                    </a:cubicBezTo>
                    <a:cubicBezTo>
                      <a:pt x="3649" y="4717"/>
                      <a:pt x="3646" y="4716"/>
                      <a:pt x="3644" y="4714"/>
                    </a:cubicBezTo>
                    <a:cubicBezTo>
                      <a:pt x="3643" y="4713"/>
                      <a:pt x="3642" y="4712"/>
                      <a:pt x="3641" y="4712"/>
                    </a:cubicBezTo>
                    <a:cubicBezTo>
                      <a:pt x="3640" y="4711"/>
                      <a:pt x="3639" y="4711"/>
                      <a:pt x="3638" y="4711"/>
                    </a:cubicBezTo>
                    <a:cubicBezTo>
                      <a:pt x="3636" y="4711"/>
                      <a:pt x="3634" y="4710"/>
                      <a:pt x="3632" y="4709"/>
                    </a:cubicBezTo>
                    <a:cubicBezTo>
                      <a:pt x="3630" y="4708"/>
                      <a:pt x="3629" y="4707"/>
                      <a:pt x="3628" y="4706"/>
                    </a:cubicBezTo>
                    <a:cubicBezTo>
                      <a:pt x="3627" y="4704"/>
                      <a:pt x="3625" y="4702"/>
                      <a:pt x="3624" y="4700"/>
                    </a:cubicBezTo>
                    <a:cubicBezTo>
                      <a:pt x="3622" y="4699"/>
                      <a:pt x="3620" y="4698"/>
                      <a:pt x="3618" y="4698"/>
                    </a:cubicBezTo>
                    <a:cubicBezTo>
                      <a:pt x="3616" y="4698"/>
                      <a:pt x="3614" y="4697"/>
                      <a:pt x="3613" y="4697"/>
                    </a:cubicBezTo>
                    <a:cubicBezTo>
                      <a:pt x="3611" y="4697"/>
                      <a:pt x="3609" y="4697"/>
                      <a:pt x="3607" y="4698"/>
                    </a:cubicBezTo>
                    <a:cubicBezTo>
                      <a:pt x="3606" y="4698"/>
                      <a:pt x="3605" y="4699"/>
                      <a:pt x="3604" y="4700"/>
                    </a:cubicBezTo>
                    <a:cubicBezTo>
                      <a:pt x="3599" y="4702"/>
                      <a:pt x="3595" y="4702"/>
                      <a:pt x="3590" y="4702"/>
                    </a:cubicBezTo>
                    <a:cubicBezTo>
                      <a:pt x="3588" y="4702"/>
                      <a:pt x="3587" y="4702"/>
                      <a:pt x="3585" y="4701"/>
                    </a:cubicBezTo>
                    <a:cubicBezTo>
                      <a:pt x="3583" y="4701"/>
                      <a:pt x="3582" y="4700"/>
                      <a:pt x="3580" y="4700"/>
                    </a:cubicBezTo>
                    <a:cubicBezTo>
                      <a:pt x="3577" y="4700"/>
                      <a:pt x="3575" y="4700"/>
                      <a:pt x="3573" y="4697"/>
                    </a:cubicBezTo>
                    <a:cubicBezTo>
                      <a:pt x="3572" y="4696"/>
                      <a:pt x="3571" y="4695"/>
                      <a:pt x="3569" y="4694"/>
                    </a:cubicBezTo>
                    <a:cubicBezTo>
                      <a:pt x="3568" y="4693"/>
                      <a:pt x="3568" y="4692"/>
                      <a:pt x="3566" y="4691"/>
                    </a:cubicBezTo>
                    <a:cubicBezTo>
                      <a:pt x="3566" y="4691"/>
                      <a:pt x="3565" y="4691"/>
                      <a:pt x="3565" y="4690"/>
                    </a:cubicBezTo>
                    <a:cubicBezTo>
                      <a:pt x="3564" y="4690"/>
                      <a:pt x="3564" y="4689"/>
                      <a:pt x="3563" y="4689"/>
                    </a:cubicBezTo>
                    <a:cubicBezTo>
                      <a:pt x="3563" y="4687"/>
                      <a:pt x="3562" y="4686"/>
                      <a:pt x="3562" y="4684"/>
                    </a:cubicBezTo>
                    <a:cubicBezTo>
                      <a:pt x="3562" y="4684"/>
                      <a:pt x="3562" y="4683"/>
                      <a:pt x="3562" y="4683"/>
                    </a:cubicBezTo>
                    <a:cubicBezTo>
                      <a:pt x="3562" y="4681"/>
                      <a:pt x="3561" y="4679"/>
                      <a:pt x="3561" y="4678"/>
                    </a:cubicBezTo>
                    <a:cubicBezTo>
                      <a:pt x="3561" y="4674"/>
                      <a:pt x="3562" y="4670"/>
                      <a:pt x="3560" y="4666"/>
                    </a:cubicBezTo>
                    <a:cubicBezTo>
                      <a:pt x="3560" y="4665"/>
                      <a:pt x="3559" y="4663"/>
                      <a:pt x="3558" y="4662"/>
                    </a:cubicBezTo>
                    <a:cubicBezTo>
                      <a:pt x="3556" y="4661"/>
                      <a:pt x="3555" y="4660"/>
                      <a:pt x="3554" y="4658"/>
                    </a:cubicBezTo>
                    <a:cubicBezTo>
                      <a:pt x="3553" y="4658"/>
                      <a:pt x="3552" y="4657"/>
                      <a:pt x="3552" y="4656"/>
                    </a:cubicBezTo>
                    <a:cubicBezTo>
                      <a:pt x="3550" y="4654"/>
                      <a:pt x="3547" y="4653"/>
                      <a:pt x="3545" y="4651"/>
                    </a:cubicBezTo>
                    <a:cubicBezTo>
                      <a:pt x="3544" y="4649"/>
                      <a:pt x="3543" y="4648"/>
                      <a:pt x="3542" y="4647"/>
                    </a:cubicBezTo>
                    <a:cubicBezTo>
                      <a:pt x="3540" y="4645"/>
                      <a:pt x="3540" y="4643"/>
                      <a:pt x="3539" y="4641"/>
                    </a:cubicBezTo>
                    <a:cubicBezTo>
                      <a:pt x="3539" y="4641"/>
                      <a:pt x="3539" y="4641"/>
                      <a:pt x="3539" y="4641"/>
                    </a:cubicBezTo>
                    <a:cubicBezTo>
                      <a:pt x="3539" y="4639"/>
                      <a:pt x="3539" y="4638"/>
                      <a:pt x="3539" y="4637"/>
                    </a:cubicBezTo>
                    <a:cubicBezTo>
                      <a:pt x="3539" y="4637"/>
                      <a:pt x="3539" y="4636"/>
                      <a:pt x="3540" y="4635"/>
                    </a:cubicBezTo>
                    <a:cubicBezTo>
                      <a:pt x="3541" y="4635"/>
                      <a:pt x="3541" y="4635"/>
                      <a:pt x="3542" y="4635"/>
                    </a:cubicBezTo>
                    <a:cubicBezTo>
                      <a:pt x="3543" y="4634"/>
                      <a:pt x="3543" y="4631"/>
                      <a:pt x="3542" y="4630"/>
                    </a:cubicBezTo>
                    <a:cubicBezTo>
                      <a:pt x="3542" y="4629"/>
                      <a:pt x="3542" y="4628"/>
                      <a:pt x="3541" y="4627"/>
                    </a:cubicBezTo>
                    <a:cubicBezTo>
                      <a:pt x="3541" y="4626"/>
                      <a:pt x="3540" y="4626"/>
                      <a:pt x="3540" y="4626"/>
                    </a:cubicBezTo>
                    <a:cubicBezTo>
                      <a:pt x="3538" y="4624"/>
                      <a:pt x="3536" y="4623"/>
                      <a:pt x="3535" y="4622"/>
                    </a:cubicBezTo>
                    <a:cubicBezTo>
                      <a:pt x="3534" y="4621"/>
                      <a:pt x="3533" y="4619"/>
                      <a:pt x="3532" y="4618"/>
                    </a:cubicBezTo>
                    <a:cubicBezTo>
                      <a:pt x="3531" y="4617"/>
                      <a:pt x="3529" y="4616"/>
                      <a:pt x="3528" y="4614"/>
                    </a:cubicBezTo>
                    <a:cubicBezTo>
                      <a:pt x="3528" y="4613"/>
                      <a:pt x="3527" y="4611"/>
                      <a:pt x="3527" y="4610"/>
                    </a:cubicBezTo>
                    <a:cubicBezTo>
                      <a:pt x="3527" y="4609"/>
                      <a:pt x="3527" y="4609"/>
                      <a:pt x="3527" y="4608"/>
                    </a:cubicBezTo>
                    <a:cubicBezTo>
                      <a:pt x="3527" y="4607"/>
                      <a:pt x="3528" y="4606"/>
                      <a:pt x="3528" y="4604"/>
                    </a:cubicBezTo>
                    <a:cubicBezTo>
                      <a:pt x="3528" y="4602"/>
                      <a:pt x="3529" y="4600"/>
                      <a:pt x="3530" y="4598"/>
                    </a:cubicBezTo>
                    <a:cubicBezTo>
                      <a:pt x="3532" y="4596"/>
                      <a:pt x="3535" y="4594"/>
                      <a:pt x="3534" y="4591"/>
                    </a:cubicBezTo>
                    <a:cubicBezTo>
                      <a:pt x="3534" y="4588"/>
                      <a:pt x="3531" y="4585"/>
                      <a:pt x="3529" y="4583"/>
                    </a:cubicBezTo>
                    <a:cubicBezTo>
                      <a:pt x="3528" y="4582"/>
                      <a:pt x="3528" y="4581"/>
                      <a:pt x="3527" y="4581"/>
                    </a:cubicBezTo>
                    <a:cubicBezTo>
                      <a:pt x="3527" y="4580"/>
                      <a:pt x="3526" y="4579"/>
                      <a:pt x="3526" y="4578"/>
                    </a:cubicBezTo>
                    <a:cubicBezTo>
                      <a:pt x="3526" y="4577"/>
                      <a:pt x="3525" y="4577"/>
                      <a:pt x="3525" y="4576"/>
                    </a:cubicBezTo>
                    <a:cubicBezTo>
                      <a:pt x="3525" y="4575"/>
                      <a:pt x="3526" y="4575"/>
                      <a:pt x="3526" y="4574"/>
                    </a:cubicBezTo>
                    <a:cubicBezTo>
                      <a:pt x="3526" y="4573"/>
                      <a:pt x="3526" y="4573"/>
                      <a:pt x="3526" y="4572"/>
                    </a:cubicBezTo>
                    <a:cubicBezTo>
                      <a:pt x="3526" y="4571"/>
                      <a:pt x="3526" y="4571"/>
                      <a:pt x="3526" y="4570"/>
                    </a:cubicBezTo>
                    <a:cubicBezTo>
                      <a:pt x="3527" y="4569"/>
                      <a:pt x="3527" y="4568"/>
                      <a:pt x="3528" y="4567"/>
                    </a:cubicBezTo>
                    <a:cubicBezTo>
                      <a:pt x="3529" y="4564"/>
                      <a:pt x="3533" y="4560"/>
                      <a:pt x="3537" y="4558"/>
                    </a:cubicBezTo>
                    <a:cubicBezTo>
                      <a:pt x="3540" y="4557"/>
                      <a:pt x="3543" y="4557"/>
                      <a:pt x="3546" y="4557"/>
                    </a:cubicBezTo>
                    <a:cubicBezTo>
                      <a:pt x="3551" y="4556"/>
                      <a:pt x="3557" y="4554"/>
                      <a:pt x="3561" y="4552"/>
                    </a:cubicBezTo>
                    <a:cubicBezTo>
                      <a:pt x="3567" y="4549"/>
                      <a:pt x="3571" y="4544"/>
                      <a:pt x="3572" y="4538"/>
                    </a:cubicBezTo>
                    <a:cubicBezTo>
                      <a:pt x="3572" y="4535"/>
                      <a:pt x="3570" y="4531"/>
                      <a:pt x="3570" y="4527"/>
                    </a:cubicBezTo>
                    <a:cubicBezTo>
                      <a:pt x="3570" y="4523"/>
                      <a:pt x="3572" y="4519"/>
                      <a:pt x="3571" y="4515"/>
                    </a:cubicBezTo>
                    <a:cubicBezTo>
                      <a:pt x="3570" y="4511"/>
                      <a:pt x="3568" y="4506"/>
                      <a:pt x="3565" y="4503"/>
                    </a:cubicBezTo>
                    <a:cubicBezTo>
                      <a:pt x="3565" y="4502"/>
                      <a:pt x="3564" y="4501"/>
                      <a:pt x="3563" y="4501"/>
                    </a:cubicBezTo>
                    <a:cubicBezTo>
                      <a:pt x="3560" y="4499"/>
                      <a:pt x="3557" y="4497"/>
                      <a:pt x="3555" y="4495"/>
                    </a:cubicBezTo>
                    <a:cubicBezTo>
                      <a:pt x="3551" y="4492"/>
                      <a:pt x="3549" y="4488"/>
                      <a:pt x="3547" y="4483"/>
                    </a:cubicBezTo>
                    <a:cubicBezTo>
                      <a:pt x="3547" y="4483"/>
                      <a:pt x="3547" y="4483"/>
                      <a:pt x="3547" y="4483"/>
                    </a:cubicBezTo>
                    <a:cubicBezTo>
                      <a:pt x="3545" y="4477"/>
                      <a:pt x="3547" y="4471"/>
                      <a:pt x="3549" y="4465"/>
                    </a:cubicBezTo>
                    <a:cubicBezTo>
                      <a:pt x="3550" y="4461"/>
                      <a:pt x="3550" y="4457"/>
                      <a:pt x="3552" y="4453"/>
                    </a:cubicBezTo>
                    <a:cubicBezTo>
                      <a:pt x="3553" y="4450"/>
                      <a:pt x="3556" y="4447"/>
                      <a:pt x="3558" y="4445"/>
                    </a:cubicBezTo>
                    <a:cubicBezTo>
                      <a:pt x="3560" y="4444"/>
                      <a:pt x="3562" y="4443"/>
                      <a:pt x="3563" y="4442"/>
                    </a:cubicBezTo>
                    <a:cubicBezTo>
                      <a:pt x="3569" y="4438"/>
                      <a:pt x="3571" y="4433"/>
                      <a:pt x="3571" y="4427"/>
                    </a:cubicBezTo>
                    <a:cubicBezTo>
                      <a:pt x="3571" y="4422"/>
                      <a:pt x="3570" y="4417"/>
                      <a:pt x="3569" y="4412"/>
                    </a:cubicBezTo>
                    <a:cubicBezTo>
                      <a:pt x="3569" y="4410"/>
                      <a:pt x="3569" y="4407"/>
                      <a:pt x="3569" y="4405"/>
                    </a:cubicBezTo>
                    <a:cubicBezTo>
                      <a:pt x="3570" y="4403"/>
                      <a:pt x="3573" y="4403"/>
                      <a:pt x="3575" y="4403"/>
                    </a:cubicBezTo>
                    <a:cubicBezTo>
                      <a:pt x="3581" y="4403"/>
                      <a:pt x="3586" y="4404"/>
                      <a:pt x="3592" y="4405"/>
                    </a:cubicBezTo>
                    <a:cubicBezTo>
                      <a:pt x="3595" y="4405"/>
                      <a:pt x="3597" y="4404"/>
                      <a:pt x="3599" y="4402"/>
                    </a:cubicBezTo>
                    <a:cubicBezTo>
                      <a:pt x="3600" y="4398"/>
                      <a:pt x="3600" y="4394"/>
                      <a:pt x="3600" y="4391"/>
                    </a:cubicBezTo>
                    <a:cubicBezTo>
                      <a:pt x="3599" y="4388"/>
                      <a:pt x="3598" y="4384"/>
                      <a:pt x="3594" y="4383"/>
                    </a:cubicBezTo>
                    <a:cubicBezTo>
                      <a:pt x="3594" y="4383"/>
                      <a:pt x="3593" y="4383"/>
                      <a:pt x="3593" y="4383"/>
                    </a:cubicBezTo>
                    <a:cubicBezTo>
                      <a:pt x="3593" y="4383"/>
                      <a:pt x="3593" y="4383"/>
                      <a:pt x="3593" y="4383"/>
                    </a:cubicBezTo>
                    <a:cubicBezTo>
                      <a:pt x="3590" y="4383"/>
                      <a:pt x="3588" y="4383"/>
                      <a:pt x="3586" y="4383"/>
                    </a:cubicBezTo>
                    <a:cubicBezTo>
                      <a:pt x="3583" y="4383"/>
                      <a:pt x="3580" y="4382"/>
                      <a:pt x="3577" y="4382"/>
                    </a:cubicBezTo>
                    <a:cubicBezTo>
                      <a:pt x="3574" y="4382"/>
                      <a:pt x="3571" y="4382"/>
                      <a:pt x="3569" y="4381"/>
                    </a:cubicBezTo>
                    <a:cubicBezTo>
                      <a:pt x="3564" y="4379"/>
                      <a:pt x="3563" y="4373"/>
                      <a:pt x="3562" y="4369"/>
                    </a:cubicBezTo>
                    <a:cubicBezTo>
                      <a:pt x="3562" y="4369"/>
                      <a:pt x="3561" y="4368"/>
                      <a:pt x="3561" y="4368"/>
                    </a:cubicBezTo>
                    <a:cubicBezTo>
                      <a:pt x="3560" y="4365"/>
                      <a:pt x="3558" y="4363"/>
                      <a:pt x="3556" y="4361"/>
                    </a:cubicBezTo>
                    <a:cubicBezTo>
                      <a:pt x="3554" y="4359"/>
                      <a:pt x="3552" y="4358"/>
                      <a:pt x="3549" y="4358"/>
                    </a:cubicBezTo>
                    <a:cubicBezTo>
                      <a:pt x="3548" y="4358"/>
                      <a:pt x="3546" y="4358"/>
                      <a:pt x="3545" y="4358"/>
                    </a:cubicBezTo>
                    <a:cubicBezTo>
                      <a:pt x="3543" y="4358"/>
                      <a:pt x="3541" y="4358"/>
                      <a:pt x="3539" y="4358"/>
                    </a:cubicBezTo>
                    <a:cubicBezTo>
                      <a:pt x="3538" y="4358"/>
                      <a:pt x="3537" y="4358"/>
                      <a:pt x="3536" y="4358"/>
                    </a:cubicBezTo>
                    <a:cubicBezTo>
                      <a:pt x="3534" y="4358"/>
                      <a:pt x="3533" y="4357"/>
                      <a:pt x="3531" y="4357"/>
                    </a:cubicBezTo>
                    <a:cubicBezTo>
                      <a:pt x="3530" y="4357"/>
                      <a:pt x="3528" y="4358"/>
                      <a:pt x="3527" y="4357"/>
                    </a:cubicBezTo>
                    <a:cubicBezTo>
                      <a:pt x="3525" y="4355"/>
                      <a:pt x="3525" y="4352"/>
                      <a:pt x="3525" y="4350"/>
                    </a:cubicBezTo>
                    <a:cubicBezTo>
                      <a:pt x="3524" y="4348"/>
                      <a:pt x="3523" y="4347"/>
                      <a:pt x="3523" y="4345"/>
                    </a:cubicBezTo>
                    <a:cubicBezTo>
                      <a:pt x="3523" y="4345"/>
                      <a:pt x="3523" y="4345"/>
                      <a:pt x="3523" y="4345"/>
                    </a:cubicBezTo>
                    <a:cubicBezTo>
                      <a:pt x="3523" y="4344"/>
                      <a:pt x="3524" y="4343"/>
                      <a:pt x="3524" y="4342"/>
                    </a:cubicBezTo>
                    <a:cubicBezTo>
                      <a:pt x="3525" y="4340"/>
                      <a:pt x="3526" y="4337"/>
                      <a:pt x="3525" y="4334"/>
                    </a:cubicBezTo>
                    <a:cubicBezTo>
                      <a:pt x="3525" y="4334"/>
                      <a:pt x="3525" y="4333"/>
                      <a:pt x="3525" y="4333"/>
                    </a:cubicBezTo>
                    <a:cubicBezTo>
                      <a:pt x="3525" y="4331"/>
                      <a:pt x="3524" y="4329"/>
                      <a:pt x="3523" y="4328"/>
                    </a:cubicBezTo>
                    <a:cubicBezTo>
                      <a:pt x="3522" y="4327"/>
                      <a:pt x="3520" y="4326"/>
                      <a:pt x="3519" y="4325"/>
                    </a:cubicBezTo>
                    <a:cubicBezTo>
                      <a:pt x="3519" y="4325"/>
                      <a:pt x="3518" y="4325"/>
                      <a:pt x="3518" y="4324"/>
                    </a:cubicBezTo>
                    <a:cubicBezTo>
                      <a:pt x="3516" y="4323"/>
                      <a:pt x="3515" y="4322"/>
                      <a:pt x="3513" y="4322"/>
                    </a:cubicBezTo>
                    <a:cubicBezTo>
                      <a:pt x="3509" y="4321"/>
                      <a:pt x="3505" y="4319"/>
                      <a:pt x="3502" y="4317"/>
                    </a:cubicBezTo>
                    <a:cubicBezTo>
                      <a:pt x="3499" y="4315"/>
                      <a:pt x="3496" y="4312"/>
                      <a:pt x="3493" y="4309"/>
                    </a:cubicBezTo>
                    <a:cubicBezTo>
                      <a:pt x="3489" y="4307"/>
                      <a:pt x="3488" y="4303"/>
                      <a:pt x="3486" y="4299"/>
                    </a:cubicBezTo>
                    <a:cubicBezTo>
                      <a:pt x="3486" y="4298"/>
                      <a:pt x="3486" y="4298"/>
                      <a:pt x="3486" y="4298"/>
                    </a:cubicBezTo>
                    <a:cubicBezTo>
                      <a:pt x="3486" y="4298"/>
                      <a:pt x="3486" y="4298"/>
                      <a:pt x="3486" y="4298"/>
                    </a:cubicBezTo>
                    <a:cubicBezTo>
                      <a:pt x="3485" y="4296"/>
                      <a:pt x="3484" y="4294"/>
                      <a:pt x="3483" y="4292"/>
                    </a:cubicBezTo>
                    <a:cubicBezTo>
                      <a:pt x="3482" y="4289"/>
                      <a:pt x="3482" y="4287"/>
                      <a:pt x="3482" y="4284"/>
                    </a:cubicBezTo>
                    <a:cubicBezTo>
                      <a:pt x="3482" y="4282"/>
                      <a:pt x="3482" y="4279"/>
                      <a:pt x="3482" y="4277"/>
                    </a:cubicBezTo>
                    <a:cubicBezTo>
                      <a:pt x="3482" y="4275"/>
                      <a:pt x="3481" y="4273"/>
                      <a:pt x="3479" y="4271"/>
                    </a:cubicBezTo>
                    <a:cubicBezTo>
                      <a:pt x="3478" y="4270"/>
                      <a:pt x="3476" y="4269"/>
                      <a:pt x="3475" y="4269"/>
                    </a:cubicBezTo>
                    <a:cubicBezTo>
                      <a:pt x="3474" y="4268"/>
                      <a:pt x="3474" y="4268"/>
                      <a:pt x="3473" y="4268"/>
                    </a:cubicBezTo>
                    <a:cubicBezTo>
                      <a:pt x="3470" y="4267"/>
                      <a:pt x="3466" y="4267"/>
                      <a:pt x="3463" y="4267"/>
                    </a:cubicBezTo>
                    <a:cubicBezTo>
                      <a:pt x="3460" y="4267"/>
                      <a:pt x="3457" y="4267"/>
                      <a:pt x="3454" y="4267"/>
                    </a:cubicBezTo>
                    <a:cubicBezTo>
                      <a:pt x="3452" y="4267"/>
                      <a:pt x="3449" y="4267"/>
                      <a:pt x="3446" y="4267"/>
                    </a:cubicBezTo>
                    <a:cubicBezTo>
                      <a:pt x="3445" y="4267"/>
                      <a:pt x="3443" y="4267"/>
                      <a:pt x="3442" y="4268"/>
                    </a:cubicBezTo>
                    <a:cubicBezTo>
                      <a:pt x="3441" y="4270"/>
                      <a:pt x="3442" y="4272"/>
                      <a:pt x="3443" y="4274"/>
                    </a:cubicBezTo>
                    <a:cubicBezTo>
                      <a:pt x="3444" y="4277"/>
                      <a:pt x="3446" y="4279"/>
                      <a:pt x="3447" y="4281"/>
                    </a:cubicBezTo>
                    <a:cubicBezTo>
                      <a:pt x="3448" y="4283"/>
                      <a:pt x="3450" y="4284"/>
                      <a:pt x="3449" y="4287"/>
                    </a:cubicBezTo>
                    <a:cubicBezTo>
                      <a:pt x="3446" y="4292"/>
                      <a:pt x="3440" y="4293"/>
                      <a:pt x="3435" y="4292"/>
                    </a:cubicBezTo>
                    <a:cubicBezTo>
                      <a:pt x="3423" y="4290"/>
                      <a:pt x="3429" y="4309"/>
                      <a:pt x="3424" y="4314"/>
                    </a:cubicBezTo>
                    <a:cubicBezTo>
                      <a:pt x="3422" y="4316"/>
                      <a:pt x="3419" y="4317"/>
                      <a:pt x="3417" y="4316"/>
                    </a:cubicBezTo>
                    <a:cubicBezTo>
                      <a:pt x="3415" y="4314"/>
                      <a:pt x="3411" y="4311"/>
                      <a:pt x="3410" y="4308"/>
                    </a:cubicBezTo>
                    <a:cubicBezTo>
                      <a:pt x="3410" y="4307"/>
                      <a:pt x="3411" y="4305"/>
                      <a:pt x="3412" y="4304"/>
                    </a:cubicBezTo>
                    <a:cubicBezTo>
                      <a:pt x="3412" y="4303"/>
                      <a:pt x="3413" y="4303"/>
                      <a:pt x="3413" y="4302"/>
                    </a:cubicBezTo>
                    <a:cubicBezTo>
                      <a:pt x="3414" y="4300"/>
                      <a:pt x="3416" y="4298"/>
                      <a:pt x="3418" y="4296"/>
                    </a:cubicBezTo>
                    <a:cubicBezTo>
                      <a:pt x="3418" y="4296"/>
                      <a:pt x="3418" y="4295"/>
                      <a:pt x="3419" y="4294"/>
                    </a:cubicBezTo>
                    <a:cubicBezTo>
                      <a:pt x="3419" y="4294"/>
                      <a:pt x="3419" y="4294"/>
                      <a:pt x="3419" y="4294"/>
                    </a:cubicBezTo>
                    <a:cubicBezTo>
                      <a:pt x="3421" y="4291"/>
                      <a:pt x="3423" y="4287"/>
                      <a:pt x="3420" y="4285"/>
                    </a:cubicBezTo>
                    <a:cubicBezTo>
                      <a:pt x="3420" y="4285"/>
                      <a:pt x="3420" y="4285"/>
                      <a:pt x="3420" y="4285"/>
                    </a:cubicBezTo>
                    <a:cubicBezTo>
                      <a:pt x="3418" y="4283"/>
                      <a:pt x="3415" y="4283"/>
                      <a:pt x="3413" y="4283"/>
                    </a:cubicBezTo>
                    <a:cubicBezTo>
                      <a:pt x="3412" y="4283"/>
                      <a:pt x="3412" y="4283"/>
                      <a:pt x="3411" y="4283"/>
                    </a:cubicBezTo>
                    <a:cubicBezTo>
                      <a:pt x="3408" y="4282"/>
                      <a:pt x="3405" y="4282"/>
                      <a:pt x="3402" y="4283"/>
                    </a:cubicBezTo>
                    <a:cubicBezTo>
                      <a:pt x="3398" y="4283"/>
                      <a:pt x="3395" y="4286"/>
                      <a:pt x="3392" y="4288"/>
                    </a:cubicBezTo>
                    <a:cubicBezTo>
                      <a:pt x="3388" y="4289"/>
                      <a:pt x="3385" y="4290"/>
                      <a:pt x="3381" y="4290"/>
                    </a:cubicBezTo>
                    <a:cubicBezTo>
                      <a:pt x="3378" y="4291"/>
                      <a:pt x="3375" y="4289"/>
                      <a:pt x="3372" y="4288"/>
                    </a:cubicBezTo>
                    <a:cubicBezTo>
                      <a:pt x="3370" y="4287"/>
                      <a:pt x="3368" y="4287"/>
                      <a:pt x="3366" y="4286"/>
                    </a:cubicBezTo>
                    <a:cubicBezTo>
                      <a:pt x="3365" y="4286"/>
                      <a:pt x="3365" y="4286"/>
                      <a:pt x="3364" y="4285"/>
                    </a:cubicBezTo>
                    <a:cubicBezTo>
                      <a:pt x="3361" y="4285"/>
                      <a:pt x="3359" y="4284"/>
                      <a:pt x="3356" y="4282"/>
                    </a:cubicBezTo>
                    <a:cubicBezTo>
                      <a:pt x="3354" y="4280"/>
                      <a:pt x="3351" y="4278"/>
                      <a:pt x="3349" y="4276"/>
                    </a:cubicBezTo>
                    <a:cubicBezTo>
                      <a:pt x="3346" y="4274"/>
                      <a:pt x="3343" y="4270"/>
                      <a:pt x="3346" y="4267"/>
                    </a:cubicBezTo>
                    <a:cubicBezTo>
                      <a:pt x="3351" y="4262"/>
                      <a:pt x="3359" y="4267"/>
                      <a:pt x="3363" y="4270"/>
                    </a:cubicBezTo>
                    <a:cubicBezTo>
                      <a:pt x="3365" y="4272"/>
                      <a:pt x="3368" y="4275"/>
                      <a:pt x="3371" y="4276"/>
                    </a:cubicBezTo>
                    <a:cubicBezTo>
                      <a:pt x="3373" y="4277"/>
                      <a:pt x="3375" y="4278"/>
                      <a:pt x="3378" y="4277"/>
                    </a:cubicBezTo>
                    <a:cubicBezTo>
                      <a:pt x="3378" y="4277"/>
                      <a:pt x="3378" y="4277"/>
                      <a:pt x="3378" y="4277"/>
                    </a:cubicBezTo>
                    <a:cubicBezTo>
                      <a:pt x="3379" y="4277"/>
                      <a:pt x="3379" y="4277"/>
                      <a:pt x="3379" y="4277"/>
                    </a:cubicBezTo>
                    <a:cubicBezTo>
                      <a:pt x="3386" y="4277"/>
                      <a:pt x="3393" y="4274"/>
                      <a:pt x="3399" y="4273"/>
                    </a:cubicBezTo>
                    <a:cubicBezTo>
                      <a:pt x="3401" y="4272"/>
                      <a:pt x="3403" y="4271"/>
                      <a:pt x="3405" y="4271"/>
                    </a:cubicBezTo>
                    <a:cubicBezTo>
                      <a:pt x="3410" y="4269"/>
                      <a:pt x="3414" y="4267"/>
                      <a:pt x="3418" y="4266"/>
                    </a:cubicBezTo>
                    <a:cubicBezTo>
                      <a:pt x="3423" y="4263"/>
                      <a:pt x="3429" y="4261"/>
                      <a:pt x="3435" y="4260"/>
                    </a:cubicBezTo>
                    <a:cubicBezTo>
                      <a:pt x="3435" y="4259"/>
                      <a:pt x="3435" y="4259"/>
                      <a:pt x="3435" y="4259"/>
                    </a:cubicBezTo>
                    <a:cubicBezTo>
                      <a:pt x="3438" y="4258"/>
                      <a:pt x="3441" y="4258"/>
                      <a:pt x="3444" y="4257"/>
                    </a:cubicBezTo>
                    <a:cubicBezTo>
                      <a:pt x="3445" y="4257"/>
                      <a:pt x="3446" y="4256"/>
                      <a:pt x="3448" y="4256"/>
                    </a:cubicBezTo>
                    <a:cubicBezTo>
                      <a:pt x="3449" y="4256"/>
                      <a:pt x="3450" y="4256"/>
                      <a:pt x="3452" y="4256"/>
                    </a:cubicBezTo>
                    <a:cubicBezTo>
                      <a:pt x="3455" y="4257"/>
                      <a:pt x="3459" y="4257"/>
                      <a:pt x="3462" y="4256"/>
                    </a:cubicBezTo>
                    <a:cubicBezTo>
                      <a:pt x="3463" y="4256"/>
                      <a:pt x="3464" y="4256"/>
                      <a:pt x="3465" y="4256"/>
                    </a:cubicBezTo>
                    <a:cubicBezTo>
                      <a:pt x="3465" y="4256"/>
                      <a:pt x="3465" y="4256"/>
                      <a:pt x="3465" y="4256"/>
                    </a:cubicBezTo>
                    <a:cubicBezTo>
                      <a:pt x="3466" y="4256"/>
                      <a:pt x="3467" y="4256"/>
                      <a:pt x="3468" y="4255"/>
                    </a:cubicBezTo>
                    <a:cubicBezTo>
                      <a:pt x="3470" y="4255"/>
                      <a:pt x="3472" y="4256"/>
                      <a:pt x="3473" y="4256"/>
                    </a:cubicBezTo>
                    <a:cubicBezTo>
                      <a:pt x="3474" y="4255"/>
                      <a:pt x="3475" y="4255"/>
                      <a:pt x="3476" y="4255"/>
                    </a:cubicBezTo>
                    <a:cubicBezTo>
                      <a:pt x="3479" y="4255"/>
                      <a:pt x="3482" y="4254"/>
                      <a:pt x="3485" y="4253"/>
                    </a:cubicBezTo>
                    <a:cubicBezTo>
                      <a:pt x="3487" y="4251"/>
                      <a:pt x="3487" y="4248"/>
                      <a:pt x="3487" y="4245"/>
                    </a:cubicBezTo>
                    <a:cubicBezTo>
                      <a:pt x="3487" y="4242"/>
                      <a:pt x="3488" y="4239"/>
                      <a:pt x="3488" y="4236"/>
                    </a:cubicBezTo>
                    <a:cubicBezTo>
                      <a:pt x="3488" y="4234"/>
                      <a:pt x="3488" y="4231"/>
                      <a:pt x="3488" y="4229"/>
                    </a:cubicBezTo>
                    <a:cubicBezTo>
                      <a:pt x="3489" y="4227"/>
                      <a:pt x="3489" y="4226"/>
                      <a:pt x="3489" y="4224"/>
                    </a:cubicBezTo>
                    <a:cubicBezTo>
                      <a:pt x="3489" y="4223"/>
                      <a:pt x="3490" y="4222"/>
                      <a:pt x="3490" y="4220"/>
                    </a:cubicBezTo>
                    <a:cubicBezTo>
                      <a:pt x="3490" y="4219"/>
                      <a:pt x="3491" y="4217"/>
                      <a:pt x="3492" y="4215"/>
                    </a:cubicBezTo>
                    <a:cubicBezTo>
                      <a:pt x="3492" y="4214"/>
                      <a:pt x="3493" y="4212"/>
                      <a:pt x="3494" y="4212"/>
                    </a:cubicBezTo>
                    <a:cubicBezTo>
                      <a:pt x="3495" y="4211"/>
                      <a:pt x="3497" y="4211"/>
                      <a:pt x="3498" y="4211"/>
                    </a:cubicBezTo>
                    <a:cubicBezTo>
                      <a:pt x="3499" y="4211"/>
                      <a:pt x="3501" y="4211"/>
                      <a:pt x="3503" y="4211"/>
                    </a:cubicBezTo>
                    <a:cubicBezTo>
                      <a:pt x="3503" y="4211"/>
                      <a:pt x="3503" y="4211"/>
                      <a:pt x="3504" y="4211"/>
                    </a:cubicBezTo>
                    <a:cubicBezTo>
                      <a:pt x="3510" y="4212"/>
                      <a:pt x="3512" y="4217"/>
                      <a:pt x="3510" y="4223"/>
                    </a:cubicBezTo>
                    <a:cubicBezTo>
                      <a:pt x="3509" y="4226"/>
                      <a:pt x="3507" y="4230"/>
                      <a:pt x="3505" y="4233"/>
                    </a:cubicBezTo>
                    <a:cubicBezTo>
                      <a:pt x="3503" y="4236"/>
                      <a:pt x="3502" y="4239"/>
                      <a:pt x="3501" y="4243"/>
                    </a:cubicBezTo>
                    <a:cubicBezTo>
                      <a:pt x="3500" y="4247"/>
                      <a:pt x="3500" y="4251"/>
                      <a:pt x="3499" y="4255"/>
                    </a:cubicBezTo>
                    <a:cubicBezTo>
                      <a:pt x="3499" y="4259"/>
                      <a:pt x="3499" y="4264"/>
                      <a:pt x="3498" y="4268"/>
                    </a:cubicBezTo>
                    <a:cubicBezTo>
                      <a:pt x="3498" y="4272"/>
                      <a:pt x="3498" y="4278"/>
                      <a:pt x="3498" y="4283"/>
                    </a:cubicBezTo>
                    <a:cubicBezTo>
                      <a:pt x="3499" y="4285"/>
                      <a:pt x="3500" y="4288"/>
                      <a:pt x="3501" y="4290"/>
                    </a:cubicBezTo>
                    <a:cubicBezTo>
                      <a:pt x="3504" y="4293"/>
                      <a:pt x="3507" y="4295"/>
                      <a:pt x="3510" y="4298"/>
                    </a:cubicBezTo>
                    <a:cubicBezTo>
                      <a:pt x="3511" y="4300"/>
                      <a:pt x="3513" y="4302"/>
                      <a:pt x="3515" y="4303"/>
                    </a:cubicBezTo>
                    <a:cubicBezTo>
                      <a:pt x="3522" y="4306"/>
                      <a:pt x="3528" y="4309"/>
                      <a:pt x="3534" y="4314"/>
                    </a:cubicBezTo>
                    <a:cubicBezTo>
                      <a:pt x="3535" y="4315"/>
                      <a:pt x="3537" y="4316"/>
                      <a:pt x="3538" y="4318"/>
                    </a:cubicBezTo>
                    <a:cubicBezTo>
                      <a:pt x="3538" y="4318"/>
                      <a:pt x="3538" y="4318"/>
                      <a:pt x="3538" y="4318"/>
                    </a:cubicBezTo>
                    <a:cubicBezTo>
                      <a:pt x="3539" y="4319"/>
                      <a:pt x="3541" y="4321"/>
                      <a:pt x="3542" y="4322"/>
                    </a:cubicBezTo>
                    <a:cubicBezTo>
                      <a:pt x="3544" y="4326"/>
                      <a:pt x="3546" y="4330"/>
                      <a:pt x="3547" y="4334"/>
                    </a:cubicBezTo>
                    <a:cubicBezTo>
                      <a:pt x="3547" y="4335"/>
                      <a:pt x="3547" y="4335"/>
                      <a:pt x="3547" y="4335"/>
                    </a:cubicBezTo>
                    <a:cubicBezTo>
                      <a:pt x="3549" y="4339"/>
                      <a:pt x="3550" y="4343"/>
                      <a:pt x="3553" y="4346"/>
                    </a:cubicBezTo>
                    <a:cubicBezTo>
                      <a:pt x="3557" y="4348"/>
                      <a:pt x="3561" y="4349"/>
                      <a:pt x="3565" y="4351"/>
                    </a:cubicBezTo>
                    <a:cubicBezTo>
                      <a:pt x="3569" y="4352"/>
                      <a:pt x="3572" y="4355"/>
                      <a:pt x="3576" y="4358"/>
                    </a:cubicBezTo>
                    <a:cubicBezTo>
                      <a:pt x="3579" y="4360"/>
                      <a:pt x="3582" y="4360"/>
                      <a:pt x="3585" y="4359"/>
                    </a:cubicBezTo>
                    <a:cubicBezTo>
                      <a:pt x="3589" y="4357"/>
                      <a:pt x="3593" y="4356"/>
                      <a:pt x="3596" y="4354"/>
                    </a:cubicBezTo>
                    <a:cubicBezTo>
                      <a:pt x="3603" y="4350"/>
                      <a:pt x="3595" y="4345"/>
                      <a:pt x="3589" y="4342"/>
                    </a:cubicBezTo>
                    <a:cubicBezTo>
                      <a:pt x="3586" y="4340"/>
                      <a:pt x="3583" y="4339"/>
                      <a:pt x="3582" y="4339"/>
                    </a:cubicBezTo>
                    <a:cubicBezTo>
                      <a:pt x="3578" y="4336"/>
                      <a:pt x="3574" y="4334"/>
                      <a:pt x="3571" y="4330"/>
                    </a:cubicBezTo>
                    <a:cubicBezTo>
                      <a:pt x="3568" y="4327"/>
                      <a:pt x="3564" y="4324"/>
                      <a:pt x="3561" y="4321"/>
                    </a:cubicBezTo>
                    <a:cubicBezTo>
                      <a:pt x="3558" y="4318"/>
                      <a:pt x="3557" y="4315"/>
                      <a:pt x="3556" y="4311"/>
                    </a:cubicBezTo>
                    <a:cubicBezTo>
                      <a:pt x="3556" y="4311"/>
                      <a:pt x="3555" y="4310"/>
                      <a:pt x="3555" y="4310"/>
                    </a:cubicBezTo>
                    <a:cubicBezTo>
                      <a:pt x="3555" y="4308"/>
                      <a:pt x="3554" y="4306"/>
                      <a:pt x="3556" y="4303"/>
                    </a:cubicBezTo>
                    <a:cubicBezTo>
                      <a:pt x="3558" y="4302"/>
                      <a:pt x="3559" y="4300"/>
                      <a:pt x="3561" y="4298"/>
                    </a:cubicBezTo>
                    <a:cubicBezTo>
                      <a:pt x="3563" y="4297"/>
                      <a:pt x="3564" y="4295"/>
                      <a:pt x="3566" y="4294"/>
                    </a:cubicBezTo>
                    <a:cubicBezTo>
                      <a:pt x="3567" y="4294"/>
                      <a:pt x="3567" y="4293"/>
                      <a:pt x="3567" y="4293"/>
                    </a:cubicBezTo>
                    <a:cubicBezTo>
                      <a:pt x="3567" y="4293"/>
                      <a:pt x="3567" y="4293"/>
                      <a:pt x="3567" y="4293"/>
                    </a:cubicBezTo>
                    <a:cubicBezTo>
                      <a:pt x="3571" y="4292"/>
                      <a:pt x="3573" y="4298"/>
                      <a:pt x="3574" y="4301"/>
                    </a:cubicBezTo>
                    <a:cubicBezTo>
                      <a:pt x="3574" y="4303"/>
                      <a:pt x="3574" y="4306"/>
                      <a:pt x="3575" y="4308"/>
                    </a:cubicBezTo>
                    <a:cubicBezTo>
                      <a:pt x="3575" y="4311"/>
                      <a:pt x="3575" y="4314"/>
                      <a:pt x="3577" y="4316"/>
                    </a:cubicBezTo>
                    <a:cubicBezTo>
                      <a:pt x="3580" y="4319"/>
                      <a:pt x="3585" y="4323"/>
                      <a:pt x="3589" y="4321"/>
                    </a:cubicBezTo>
                    <a:cubicBezTo>
                      <a:pt x="3591" y="4321"/>
                      <a:pt x="3592" y="4320"/>
                      <a:pt x="3594" y="4319"/>
                    </a:cubicBezTo>
                    <a:cubicBezTo>
                      <a:pt x="3595" y="4318"/>
                      <a:pt x="3597" y="4318"/>
                      <a:pt x="3599" y="4319"/>
                    </a:cubicBezTo>
                    <a:cubicBezTo>
                      <a:pt x="3602" y="4320"/>
                      <a:pt x="3604" y="4322"/>
                      <a:pt x="3607" y="4322"/>
                    </a:cubicBezTo>
                    <a:cubicBezTo>
                      <a:pt x="3608" y="4322"/>
                      <a:pt x="3609" y="4321"/>
                      <a:pt x="3610" y="4321"/>
                    </a:cubicBezTo>
                    <a:cubicBezTo>
                      <a:pt x="3611" y="4320"/>
                      <a:pt x="3613" y="4320"/>
                      <a:pt x="3614" y="4319"/>
                    </a:cubicBezTo>
                    <a:cubicBezTo>
                      <a:pt x="3614" y="4319"/>
                      <a:pt x="3614" y="4319"/>
                      <a:pt x="3614" y="4319"/>
                    </a:cubicBezTo>
                    <a:cubicBezTo>
                      <a:pt x="3614" y="4319"/>
                      <a:pt x="3615" y="4319"/>
                      <a:pt x="3615" y="4319"/>
                    </a:cubicBezTo>
                    <a:cubicBezTo>
                      <a:pt x="3615" y="4318"/>
                      <a:pt x="3615" y="4318"/>
                      <a:pt x="3615" y="4318"/>
                    </a:cubicBezTo>
                    <a:cubicBezTo>
                      <a:pt x="3616" y="4317"/>
                      <a:pt x="3616" y="4316"/>
                      <a:pt x="3616" y="4315"/>
                    </a:cubicBezTo>
                    <a:cubicBezTo>
                      <a:pt x="3616" y="4314"/>
                      <a:pt x="3616" y="4312"/>
                      <a:pt x="3616" y="4311"/>
                    </a:cubicBezTo>
                    <a:cubicBezTo>
                      <a:pt x="3616" y="4310"/>
                      <a:pt x="3616" y="4309"/>
                      <a:pt x="3616" y="4308"/>
                    </a:cubicBezTo>
                    <a:cubicBezTo>
                      <a:pt x="3616" y="4305"/>
                      <a:pt x="3615" y="4301"/>
                      <a:pt x="3616" y="4298"/>
                    </a:cubicBezTo>
                    <a:cubicBezTo>
                      <a:pt x="3617" y="4296"/>
                      <a:pt x="3619" y="4294"/>
                      <a:pt x="3622" y="4295"/>
                    </a:cubicBezTo>
                    <a:cubicBezTo>
                      <a:pt x="3624" y="4295"/>
                      <a:pt x="3626" y="4298"/>
                      <a:pt x="3627" y="4299"/>
                    </a:cubicBezTo>
                    <a:cubicBezTo>
                      <a:pt x="3629" y="4301"/>
                      <a:pt x="3630" y="4302"/>
                      <a:pt x="3631" y="4304"/>
                    </a:cubicBezTo>
                    <a:cubicBezTo>
                      <a:pt x="3632" y="4305"/>
                      <a:pt x="3634" y="4306"/>
                      <a:pt x="3635" y="4307"/>
                    </a:cubicBezTo>
                    <a:cubicBezTo>
                      <a:pt x="3636" y="4308"/>
                      <a:pt x="3637" y="4309"/>
                      <a:pt x="3639" y="4309"/>
                    </a:cubicBezTo>
                    <a:cubicBezTo>
                      <a:pt x="3641" y="4310"/>
                      <a:pt x="3644" y="4310"/>
                      <a:pt x="3646" y="4311"/>
                    </a:cubicBezTo>
                    <a:cubicBezTo>
                      <a:pt x="3648" y="4312"/>
                      <a:pt x="3650" y="4312"/>
                      <a:pt x="3652" y="4312"/>
                    </a:cubicBezTo>
                    <a:cubicBezTo>
                      <a:pt x="3655" y="4312"/>
                      <a:pt x="3657" y="4311"/>
                      <a:pt x="3659" y="4310"/>
                    </a:cubicBezTo>
                    <a:cubicBezTo>
                      <a:pt x="3660" y="4309"/>
                      <a:pt x="3661" y="4308"/>
                      <a:pt x="3662" y="4307"/>
                    </a:cubicBezTo>
                    <a:cubicBezTo>
                      <a:pt x="3664" y="4304"/>
                      <a:pt x="3664" y="4301"/>
                      <a:pt x="3665" y="4297"/>
                    </a:cubicBezTo>
                    <a:cubicBezTo>
                      <a:pt x="3666" y="4293"/>
                      <a:pt x="3667" y="4289"/>
                      <a:pt x="3668" y="4285"/>
                    </a:cubicBezTo>
                    <a:cubicBezTo>
                      <a:pt x="3669" y="4283"/>
                      <a:pt x="3670" y="4279"/>
                      <a:pt x="3672" y="4277"/>
                    </a:cubicBezTo>
                    <a:cubicBezTo>
                      <a:pt x="3674" y="4274"/>
                      <a:pt x="3677" y="4273"/>
                      <a:pt x="3681" y="4273"/>
                    </a:cubicBezTo>
                    <a:cubicBezTo>
                      <a:pt x="3683" y="4273"/>
                      <a:pt x="3685" y="4272"/>
                      <a:pt x="3686" y="4273"/>
                    </a:cubicBezTo>
                    <a:cubicBezTo>
                      <a:pt x="3688" y="4273"/>
                      <a:pt x="3690" y="4273"/>
                      <a:pt x="3691" y="4274"/>
                    </a:cubicBezTo>
                    <a:cubicBezTo>
                      <a:pt x="3698" y="4274"/>
                      <a:pt x="3704" y="4274"/>
                      <a:pt x="3710" y="4273"/>
                    </a:cubicBezTo>
                    <a:cubicBezTo>
                      <a:pt x="3711" y="4273"/>
                      <a:pt x="3712" y="4273"/>
                      <a:pt x="3713" y="4273"/>
                    </a:cubicBezTo>
                    <a:cubicBezTo>
                      <a:pt x="3713" y="4273"/>
                      <a:pt x="3714" y="4273"/>
                      <a:pt x="3714" y="4273"/>
                    </a:cubicBezTo>
                    <a:cubicBezTo>
                      <a:pt x="3714" y="4273"/>
                      <a:pt x="3714" y="4273"/>
                      <a:pt x="3714" y="4273"/>
                    </a:cubicBezTo>
                    <a:cubicBezTo>
                      <a:pt x="3716" y="4272"/>
                      <a:pt x="3717" y="4272"/>
                      <a:pt x="3718" y="4271"/>
                    </a:cubicBezTo>
                    <a:cubicBezTo>
                      <a:pt x="3719" y="4270"/>
                      <a:pt x="3721" y="4269"/>
                      <a:pt x="3722" y="4269"/>
                    </a:cubicBezTo>
                    <a:cubicBezTo>
                      <a:pt x="3723" y="4268"/>
                      <a:pt x="3724" y="4267"/>
                      <a:pt x="3725" y="4267"/>
                    </a:cubicBezTo>
                    <a:cubicBezTo>
                      <a:pt x="3725" y="4267"/>
                      <a:pt x="3725" y="4267"/>
                      <a:pt x="3725" y="4267"/>
                    </a:cubicBezTo>
                    <a:cubicBezTo>
                      <a:pt x="3725" y="4266"/>
                      <a:pt x="3726" y="4266"/>
                      <a:pt x="3726" y="4266"/>
                    </a:cubicBezTo>
                    <a:cubicBezTo>
                      <a:pt x="3727" y="4265"/>
                      <a:pt x="3728" y="4265"/>
                      <a:pt x="3729" y="4264"/>
                    </a:cubicBezTo>
                    <a:cubicBezTo>
                      <a:pt x="3731" y="4263"/>
                      <a:pt x="3731" y="4262"/>
                      <a:pt x="3733" y="4260"/>
                    </a:cubicBezTo>
                    <a:cubicBezTo>
                      <a:pt x="3734" y="4259"/>
                      <a:pt x="3735" y="4257"/>
                      <a:pt x="3736" y="4256"/>
                    </a:cubicBezTo>
                    <a:cubicBezTo>
                      <a:pt x="3737" y="4254"/>
                      <a:pt x="3737" y="4252"/>
                      <a:pt x="3737" y="4250"/>
                    </a:cubicBezTo>
                    <a:cubicBezTo>
                      <a:pt x="3738" y="4248"/>
                      <a:pt x="3738" y="4246"/>
                      <a:pt x="3739" y="4245"/>
                    </a:cubicBezTo>
                    <a:cubicBezTo>
                      <a:pt x="3739" y="4244"/>
                      <a:pt x="3740" y="4242"/>
                      <a:pt x="3741" y="4241"/>
                    </a:cubicBezTo>
                    <a:cubicBezTo>
                      <a:pt x="3742" y="4240"/>
                      <a:pt x="3745" y="4240"/>
                      <a:pt x="3747" y="4240"/>
                    </a:cubicBezTo>
                    <a:cubicBezTo>
                      <a:pt x="3748" y="4240"/>
                      <a:pt x="3750" y="4240"/>
                      <a:pt x="3752" y="4240"/>
                    </a:cubicBezTo>
                    <a:cubicBezTo>
                      <a:pt x="3756" y="4241"/>
                      <a:pt x="3761" y="4243"/>
                      <a:pt x="3765" y="4242"/>
                    </a:cubicBezTo>
                    <a:cubicBezTo>
                      <a:pt x="3765" y="4241"/>
                      <a:pt x="3765" y="4241"/>
                      <a:pt x="3765" y="4241"/>
                    </a:cubicBezTo>
                    <a:cubicBezTo>
                      <a:pt x="3765" y="4241"/>
                      <a:pt x="3766" y="4241"/>
                      <a:pt x="3766" y="4241"/>
                    </a:cubicBezTo>
                    <a:cubicBezTo>
                      <a:pt x="3768" y="4240"/>
                      <a:pt x="3768" y="4237"/>
                      <a:pt x="3769" y="4235"/>
                    </a:cubicBezTo>
                    <a:cubicBezTo>
                      <a:pt x="3770" y="4232"/>
                      <a:pt x="3772" y="4230"/>
                      <a:pt x="3774" y="4228"/>
                    </a:cubicBezTo>
                    <a:cubicBezTo>
                      <a:pt x="3776" y="4227"/>
                      <a:pt x="3777" y="4226"/>
                      <a:pt x="3779" y="4225"/>
                    </a:cubicBezTo>
                    <a:cubicBezTo>
                      <a:pt x="3781" y="4223"/>
                      <a:pt x="3784" y="4222"/>
                      <a:pt x="3786" y="4221"/>
                    </a:cubicBezTo>
                    <a:cubicBezTo>
                      <a:pt x="3791" y="4219"/>
                      <a:pt x="3795" y="4218"/>
                      <a:pt x="3800" y="4216"/>
                    </a:cubicBezTo>
                    <a:cubicBezTo>
                      <a:pt x="3800" y="4216"/>
                      <a:pt x="3800" y="4216"/>
                      <a:pt x="3800" y="4216"/>
                    </a:cubicBezTo>
                    <a:cubicBezTo>
                      <a:pt x="3801" y="4216"/>
                      <a:pt x="3801" y="4216"/>
                      <a:pt x="3801" y="4216"/>
                    </a:cubicBezTo>
                    <a:cubicBezTo>
                      <a:pt x="3806" y="4215"/>
                      <a:pt x="3810" y="4215"/>
                      <a:pt x="3815" y="4214"/>
                    </a:cubicBezTo>
                    <a:cubicBezTo>
                      <a:pt x="3826" y="4212"/>
                      <a:pt x="3835" y="4203"/>
                      <a:pt x="3842" y="4194"/>
                    </a:cubicBezTo>
                    <a:cubicBezTo>
                      <a:pt x="3845" y="4191"/>
                      <a:pt x="3848" y="4187"/>
                      <a:pt x="3852" y="4185"/>
                    </a:cubicBezTo>
                    <a:cubicBezTo>
                      <a:pt x="3856" y="4184"/>
                      <a:pt x="3860" y="4185"/>
                      <a:pt x="3863" y="4185"/>
                    </a:cubicBezTo>
                    <a:cubicBezTo>
                      <a:pt x="3867" y="4185"/>
                      <a:pt x="3868" y="4182"/>
                      <a:pt x="3868" y="4179"/>
                    </a:cubicBezTo>
                    <a:cubicBezTo>
                      <a:pt x="3868" y="4173"/>
                      <a:pt x="3866" y="4166"/>
                      <a:pt x="3864" y="4161"/>
                    </a:cubicBezTo>
                    <a:cubicBezTo>
                      <a:pt x="3862" y="4157"/>
                      <a:pt x="3860" y="4153"/>
                      <a:pt x="3858" y="4150"/>
                    </a:cubicBezTo>
                    <a:cubicBezTo>
                      <a:pt x="3857" y="4149"/>
                      <a:pt x="3855" y="4147"/>
                      <a:pt x="3854" y="4146"/>
                    </a:cubicBezTo>
                    <a:cubicBezTo>
                      <a:pt x="3850" y="4143"/>
                      <a:pt x="3845" y="4141"/>
                      <a:pt x="3842" y="4137"/>
                    </a:cubicBezTo>
                    <a:cubicBezTo>
                      <a:pt x="3839" y="4134"/>
                      <a:pt x="3838" y="4131"/>
                      <a:pt x="3837" y="4127"/>
                    </a:cubicBezTo>
                    <a:cubicBezTo>
                      <a:pt x="3836" y="4124"/>
                      <a:pt x="3836" y="4122"/>
                      <a:pt x="3836" y="4119"/>
                    </a:cubicBezTo>
                    <a:cubicBezTo>
                      <a:pt x="3836" y="4116"/>
                      <a:pt x="3837" y="4108"/>
                      <a:pt x="3841" y="4109"/>
                    </a:cubicBezTo>
                    <a:cubicBezTo>
                      <a:pt x="3843" y="4109"/>
                      <a:pt x="3844" y="4110"/>
                      <a:pt x="3846" y="4112"/>
                    </a:cubicBezTo>
                    <a:cubicBezTo>
                      <a:pt x="3846" y="4112"/>
                      <a:pt x="3846" y="4113"/>
                      <a:pt x="3846" y="4113"/>
                    </a:cubicBezTo>
                    <a:cubicBezTo>
                      <a:pt x="3847" y="4115"/>
                      <a:pt x="3848" y="4117"/>
                      <a:pt x="3849" y="4119"/>
                    </a:cubicBezTo>
                    <a:cubicBezTo>
                      <a:pt x="3851" y="4123"/>
                      <a:pt x="3854" y="4127"/>
                      <a:pt x="3857" y="4131"/>
                    </a:cubicBezTo>
                    <a:cubicBezTo>
                      <a:pt x="3860" y="4135"/>
                      <a:pt x="3863" y="4138"/>
                      <a:pt x="3866" y="4143"/>
                    </a:cubicBezTo>
                    <a:cubicBezTo>
                      <a:pt x="3868" y="4146"/>
                      <a:pt x="3871" y="4152"/>
                      <a:pt x="3875" y="4153"/>
                    </a:cubicBezTo>
                    <a:cubicBezTo>
                      <a:pt x="3880" y="4154"/>
                      <a:pt x="3885" y="4149"/>
                      <a:pt x="3888" y="4146"/>
                    </a:cubicBezTo>
                    <a:cubicBezTo>
                      <a:pt x="3891" y="4143"/>
                      <a:pt x="3896" y="4138"/>
                      <a:pt x="3900" y="4139"/>
                    </a:cubicBezTo>
                    <a:cubicBezTo>
                      <a:pt x="3901" y="4139"/>
                      <a:pt x="3901" y="4140"/>
                      <a:pt x="3902" y="4140"/>
                    </a:cubicBezTo>
                    <a:cubicBezTo>
                      <a:pt x="3906" y="4142"/>
                      <a:pt x="3908" y="4148"/>
                      <a:pt x="3907" y="4153"/>
                    </a:cubicBezTo>
                    <a:cubicBezTo>
                      <a:pt x="3907" y="4157"/>
                      <a:pt x="3905" y="4161"/>
                      <a:pt x="3900" y="4162"/>
                    </a:cubicBezTo>
                    <a:cubicBezTo>
                      <a:pt x="3896" y="4163"/>
                      <a:pt x="3892" y="4163"/>
                      <a:pt x="3889" y="4166"/>
                    </a:cubicBezTo>
                    <a:cubicBezTo>
                      <a:pt x="3885" y="4171"/>
                      <a:pt x="3886" y="4180"/>
                      <a:pt x="3886" y="4186"/>
                    </a:cubicBezTo>
                    <a:cubicBezTo>
                      <a:pt x="3886" y="4191"/>
                      <a:pt x="3888" y="4200"/>
                      <a:pt x="3884" y="4205"/>
                    </a:cubicBezTo>
                    <a:cubicBezTo>
                      <a:pt x="3880" y="4209"/>
                      <a:pt x="3872" y="4208"/>
                      <a:pt x="3867" y="4207"/>
                    </a:cubicBezTo>
                    <a:cubicBezTo>
                      <a:pt x="3864" y="4207"/>
                      <a:pt x="3856" y="4205"/>
                      <a:pt x="3856" y="4210"/>
                    </a:cubicBezTo>
                    <a:cubicBezTo>
                      <a:pt x="3855" y="4212"/>
                      <a:pt x="3857" y="4215"/>
                      <a:pt x="3858" y="4217"/>
                    </a:cubicBezTo>
                    <a:cubicBezTo>
                      <a:pt x="3859" y="4220"/>
                      <a:pt x="3860" y="4224"/>
                      <a:pt x="3862" y="4227"/>
                    </a:cubicBezTo>
                    <a:cubicBezTo>
                      <a:pt x="3863" y="4230"/>
                      <a:pt x="3866" y="4238"/>
                      <a:pt x="3861" y="4239"/>
                    </a:cubicBezTo>
                    <a:cubicBezTo>
                      <a:pt x="3856" y="4240"/>
                      <a:pt x="3850" y="4236"/>
                      <a:pt x="3846" y="4233"/>
                    </a:cubicBezTo>
                    <a:cubicBezTo>
                      <a:pt x="3840" y="4231"/>
                      <a:pt x="3835" y="4229"/>
                      <a:pt x="3829" y="4228"/>
                    </a:cubicBezTo>
                    <a:cubicBezTo>
                      <a:pt x="3823" y="4228"/>
                      <a:pt x="3816" y="4229"/>
                      <a:pt x="3810" y="4229"/>
                    </a:cubicBezTo>
                    <a:cubicBezTo>
                      <a:pt x="3804" y="4229"/>
                      <a:pt x="3798" y="4227"/>
                      <a:pt x="3793" y="4228"/>
                    </a:cubicBezTo>
                    <a:cubicBezTo>
                      <a:pt x="3789" y="4228"/>
                      <a:pt x="3788" y="4232"/>
                      <a:pt x="3787" y="4235"/>
                    </a:cubicBezTo>
                    <a:cubicBezTo>
                      <a:pt x="3785" y="4241"/>
                      <a:pt x="3782" y="4246"/>
                      <a:pt x="3778" y="4249"/>
                    </a:cubicBezTo>
                    <a:cubicBezTo>
                      <a:pt x="3774" y="4253"/>
                      <a:pt x="3769" y="4255"/>
                      <a:pt x="3765" y="4257"/>
                    </a:cubicBezTo>
                    <a:cubicBezTo>
                      <a:pt x="3762" y="4260"/>
                      <a:pt x="3760" y="4263"/>
                      <a:pt x="3758" y="4267"/>
                    </a:cubicBezTo>
                    <a:cubicBezTo>
                      <a:pt x="3756" y="4270"/>
                      <a:pt x="3754" y="4274"/>
                      <a:pt x="3750" y="4276"/>
                    </a:cubicBezTo>
                    <a:cubicBezTo>
                      <a:pt x="3747" y="4278"/>
                      <a:pt x="3743" y="4277"/>
                      <a:pt x="3739" y="4277"/>
                    </a:cubicBezTo>
                    <a:cubicBezTo>
                      <a:pt x="3735" y="4277"/>
                      <a:pt x="3731" y="4279"/>
                      <a:pt x="3728" y="4281"/>
                    </a:cubicBezTo>
                    <a:cubicBezTo>
                      <a:pt x="3724" y="4284"/>
                      <a:pt x="3720" y="4286"/>
                      <a:pt x="3715" y="4287"/>
                    </a:cubicBezTo>
                    <a:cubicBezTo>
                      <a:pt x="3713" y="4288"/>
                      <a:pt x="3710" y="4288"/>
                      <a:pt x="3708" y="4290"/>
                    </a:cubicBezTo>
                    <a:cubicBezTo>
                      <a:pt x="3707" y="4291"/>
                      <a:pt x="3705" y="4295"/>
                      <a:pt x="3705" y="4296"/>
                    </a:cubicBezTo>
                    <a:cubicBezTo>
                      <a:pt x="3705" y="4297"/>
                      <a:pt x="3705" y="4297"/>
                      <a:pt x="3705" y="4297"/>
                    </a:cubicBezTo>
                    <a:cubicBezTo>
                      <a:pt x="3705" y="4297"/>
                      <a:pt x="3705" y="4298"/>
                      <a:pt x="3705" y="4298"/>
                    </a:cubicBezTo>
                    <a:cubicBezTo>
                      <a:pt x="3706" y="4299"/>
                      <a:pt x="3707" y="4299"/>
                      <a:pt x="3707" y="4300"/>
                    </a:cubicBezTo>
                    <a:cubicBezTo>
                      <a:pt x="3708" y="4301"/>
                      <a:pt x="3708" y="4303"/>
                      <a:pt x="3708" y="4304"/>
                    </a:cubicBezTo>
                    <a:cubicBezTo>
                      <a:pt x="3707" y="4305"/>
                      <a:pt x="3705" y="4306"/>
                      <a:pt x="3703" y="4307"/>
                    </a:cubicBezTo>
                    <a:cubicBezTo>
                      <a:pt x="3701" y="4308"/>
                      <a:pt x="3700" y="4309"/>
                      <a:pt x="3697" y="4310"/>
                    </a:cubicBezTo>
                    <a:cubicBezTo>
                      <a:pt x="3695" y="4311"/>
                      <a:pt x="3692" y="4312"/>
                      <a:pt x="3690" y="4314"/>
                    </a:cubicBezTo>
                    <a:cubicBezTo>
                      <a:pt x="3688" y="4315"/>
                      <a:pt x="3687" y="4317"/>
                      <a:pt x="3685" y="4318"/>
                    </a:cubicBezTo>
                    <a:cubicBezTo>
                      <a:pt x="3683" y="4318"/>
                      <a:pt x="3681" y="4319"/>
                      <a:pt x="3679" y="4320"/>
                    </a:cubicBezTo>
                    <a:cubicBezTo>
                      <a:pt x="3676" y="4320"/>
                      <a:pt x="3673" y="4322"/>
                      <a:pt x="3672" y="4325"/>
                    </a:cubicBezTo>
                    <a:cubicBezTo>
                      <a:pt x="3671" y="4327"/>
                      <a:pt x="3671" y="4329"/>
                      <a:pt x="3671" y="4330"/>
                    </a:cubicBezTo>
                    <a:cubicBezTo>
                      <a:pt x="3671" y="4333"/>
                      <a:pt x="3671" y="4336"/>
                      <a:pt x="3671" y="4339"/>
                    </a:cubicBezTo>
                    <a:cubicBezTo>
                      <a:pt x="3670" y="4341"/>
                      <a:pt x="3670" y="4343"/>
                      <a:pt x="3668" y="4345"/>
                    </a:cubicBezTo>
                    <a:cubicBezTo>
                      <a:pt x="3667" y="4347"/>
                      <a:pt x="3666" y="4348"/>
                      <a:pt x="3664" y="4348"/>
                    </a:cubicBezTo>
                    <a:cubicBezTo>
                      <a:pt x="3663" y="4349"/>
                      <a:pt x="3661" y="4350"/>
                      <a:pt x="3660" y="4351"/>
                    </a:cubicBezTo>
                    <a:cubicBezTo>
                      <a:pt x="3658" y="4352"/>
                      <a:pt x="3656" y="4353"/>
                      <a:pt x="3655" y="4353"/>
                    </a:cubicBezTo>
                    <a:cubicBezTo>
                      <a:pt x="3653" y="4354"/>
                      <a:pt x="3651" y="4355"/>
                      <a:pt x="3650" y="4357"/>
                    </a:cubicBezTo>
                    <a:cubicBezTo>
                      <a:pt x="3648" y="4358"/>
                      <a:pt x="3647" y="4359"/>
                      <a:pt x="3646" y="4360"/>
                    </a:cubicBezTo>
                    <a:cubicBezTo>
                      <a:pt x="3645" y="4360"/>
                      <a:pt x="3645" y="4361"/>
                      <a:pt x="3645" y="4362"/>
                    </a:cubicBezTo>
                    <a:cubicBezTo>
                      <a:pt x="3645" y="4363"/>
                      <a:pt x="3644" y="4365"/>
                      <a:pt x="3644" y="4366"/>
                    </a:cubicBezTo>
                    <a:cubicBezTo>
                      <a:pt x="3644" y="4367"/>
                      <a:pt x="3644" y="4367"/>
                      <a:pt x="3644" y="4368"/>
                    </a:cubicBezTo>
                    <a:cubicBezTo>
                      <a:pt x="3644" y="4368"/>
                      <a:pt x="3644" y="4368"/>
                      <a:pt x="3644" y="4368"/>
                    </a:cubicBezTo>
                    <a:cubicBezTo>
                      <a:pt x="3644" y="4368"/>
                      <a:pt x="3645" y="4368"/>
                      <a:pt x="3645" y="4369"/>
                    </a:cubicBezTo>
                    <a:cubicBezTo>
                      <a:pt x="3646" y="4371"/>
                      <a:pt x="3648" y="4373"/>
                      <a:pt x="3650" y="4374"/>
                    </a:cubicBezTo>
                    <a:cubicBezTo>
                      <a:pt x="3651" y="4376"/>
                      <a:pt x="3652" y="4379"/>
                      <a:pt x="3651" y="4381"/>
                    </a:cubicBezTo>
                    <a:cubicBezTo>
                      <a:pt x="3649" y="4385"/>
                      <a:pt x="3646" y="4388"/>
                      <a:pt x="3641" y="4389"/>
                    </a:cubicBezTo>
                    <a:cubicBezTo>
                      <a:pt x="3638" y="4390"/>
                      <a:pt x="3634" y="4390"/>
                      <a:pt x="3630" y="4391"/>
                    </a:cubicBezTo>
                    <a:cubicBezTo>
                      <a:pt x="3629" y="4391"/>
                      <a:pt x="3627" y="4392"/>
                      <a:pt x="3625" y="4392"/>
                    </a:cubicBezTo>
                    <a:cubicBezTo>
                      <a:pt x="3624" y="4393"/>
                      <a:pt x="3623" y="4393"/>
                      <a:pt x="3622" y="4393"/>
                    </a:cubicBezTo>
                    <a:cubicBezTo>
                      <a:pt x="3621" y="4394"/>
                      <a:pt x="3621" y="4394"/>
                      <a:pt x="3621" y="4395"/>
                    </a:cubicBezTo>
                    <a:cubicBezTo>
                      <a:pt x="3620" y="4396"/>
                      <a:pt x="3621" y="4398"/>
                      <a:pt x="3622" y="4399"/>
                    </a:cubicBezTo>
                    <a:cubicBezTo>
                      <a:pt x="3623" y="4400"/>
                      <a:pt x="3624" y="4401"/>
                      <a:pt x="3624" y="4402"/>
                    </a:cubicBezTo>
                    <a:cubicBezTo>
                      <a:pt x="3624" y="4402"/>
                      <a:pt x="3624" y="4402"/>
                      <a:pt x="3624" y="4402"/>
                    </a:cubicBezTo>
                    <a:cubicBezTo>
                      <a:pt x="3625" y="4403"/>
                      <a:pt x="3626" y="4404"/>
                      <a:pt x="3627" y="4406"/>
                    </a:cubicBezTo>
                    <a:cubicBezTo>
                      <a:pt x="3629" y="4408"/>
                      <a:pt x="3630" y="4411"/>
                      <a:pt x="3631" y="4414"/>
                    </a:cubicBezTo>
                    <a:cubicBezTo>
                      <a:pt x="3633" y="4416"/>
                      <a:pt x="3634" y="4419"/>
                      <a:pt x="3634" y="4421"/>
                    </a:cubicBezTo>
                    <a:cubicBezTo>
                      <a:pt x="3633" y="4427"/>
                      <a:pt x="3627" y="4429"/>
                      <a:pt x="3622" y="4430"/>
                    </a:cubicBezTo>
                    <a:cubicBezTo>
                      <a:pt x="3619" y="4430"/>
                      <a:pt x="3614" y="4431"/>
                      <a:pt x="3610" y="4430"/>
                    </a:cubicBezTo>
                    <a:cubicBezTo>
                      <a:pt x="3607" y="4430"/>
                      <a:pt x="3604" y="4431"/>
                      <a:pt x="3601" y="4430"/>
                    </a:cubicBezTo>
                    <a:cubicBezTo>
                      <a:pt x="3600" y="4430"/>
                      <a:pt x="3599" y="4430"/>
                      <a:pt x="3599" y="4430"/>
                    </a:cubicBezTo>
                    <a:cubicBezTo>
                      <a:pt x="3597" y="4430"/>
                      <a:pt x="3596" y="4430"/>
                      <a:pt x="3596" y="4432"/>
                    </a:cubicBezTo>
                    <a:cubicBezTo>
                      <a:pt x="3596" y="4432"/>
                      <a:pt x="3596" y="4433"/>
                      <a:pt x="3596" y="4433"/>
                    </a:cubicBezTo>
                    <a:cubicBezTo>
                      <a:pt x="3597" y="4436"/>
                      <a:pt x="3600" y="4436"/>
                      <a:pt x="3602" y="4437"/>
                    </a:cubicBezTo>
                    <a:cubicBezTo>
                      <a:pt x="3604" y="4439"/>
                      <a:pt x="3607" y="4441"/>
                      <a:pt x="3606" y="4443"/>
                    </a:cubicBezTo>
                    <a:cubicBezTo>
                      <a:pt x="3604" y="4446"/>
                      <a:pt x="3598" y="4447"/>
                      <a:pt x="3595" y="4448"/>
                    </a:cubicBezTo>
                    <a:cubicBezTo>
                      <a:pt x="3592" y="4449"/>
                      <a:pt x="3589" y="4451"/>
                      <a:pt x="3586" y="4452"/>
                    </a:cubicBezTo>
                    <a:cubicBezTo>
                      <a:pt x="3584" y="4453"/>
                      <a:pt x="3582" y="4454"/>
                      <a:pt x="3580" y="4455"/>
                    </a:cubicBezTo>
                    <a:cubicBezTo>
                      <a:pt x="3576" y="4457"/>
                      <a:pt x="3574" y="4458"/>
                      <a:pt x="3571" y="4461"/>
                    </a:cubicBezTo>
                    <a:cubicBezTo>
                      <a:pt x="3570" y="4462"/>
                      <a:pt x="3570" y="4463"/>
                      <a:pt x="3570" y="4464"/>
                    </a:cubicBezTo>
                    <a:cubicBezTo>
                      <a:pt x="3570" y="4467"/>
                      <a:pt x="3571" y="4469"/>
                      <a:pt x="3572" y="4471"/>
                    </a:cubicBezTo>
                    <a:cubicBezTo>
                      <a:pt x="3575" y="4471"/>
                      <a:pt x="3578" y="4472"/>
                      <a:pt x="3580" y="4474"/>
                    </a:cubicBezTo>
                    <a:cubicBezTo>
                      <a:pt x="3581" y="4474"/>
                      <a:pt x="3582" y="4475"/>
                      <a:pt x="3583" y="4475"/>
                    </a:cubicBezTo>
                    <a:cubicBezTo>
                      <a:pt x="3585" y="4477"/>
                      <a:pt x="3589" y="4481"/>
                      <a:pt x="3588" y="4485"/>
                    </a:cubicBezTo>
                    <a:cubicBezTo>
                      <a:pt x="3587" y="4487"/>
                      <a:pt x="3584" y="4489"/>
                      <a:pt x="3583" y="4492"/>
                    </a:cubicBezTo>
                    <a:cubicBezTo>
                      <a:pt x="3583" y="4495"/>
                      <a:pt x="3583" y="4497"/>
                      <a:pt x="3584" y="4500"/>
                    </a:cubicBezTo>
                    <a:cubicBezTo>
                      <a:pt x="3584" y="4502"/>
                      <a:pt x="3585" y="4504"/>
                      <a:pt x="3587" y="4504"/>
                    </a:cubicBezTo>
                    <a:cubicBezTo>
                      <a:pt x="3588" y="4505"/>
                      <a:pt x="3588" y="4505"/>
                      <a:pt x="3589" y="4505"/>
                    </a:cubicBezTo>
                    <a:cubicBezTo>
                      <a:pt x="3592" y="4504"/>
                      <a:pt x="3595" y="4502"/>
                      <a:pt x="3597" y="4500"/>
                    </a:cubicBezTo>
                    <a:cubicBezTo>
                      <a:pt x="3598" y="4499"/>
                      <a:pt x="3598" y="4499"/>
                      <a:pt x="3599" y="4499"/>
                    </a:cubicBezTo>
                    <a:cubicBezTo>
                      <a:pt x="3602" y="4497"/>
                      <a:pt x="3616" y="4493"/>
                      <a:pt x="3613" y="4501"/>
                    </a:cubicBezTo>
                    <a:cubicBezTo>
                      <a:pt x="3612" y="4505"/>
                      <a:pt x="3607" y="4507"/>
                      <a:pt x="3605" y="4511"/>
                    </a:cubicBezTo>
                    <a:cubicBezTo>
                      <a:pt x="3603" y="4514"/>
                      <a:pt x="3606" y="4517"/>
                      <a:pt x="3605" y="4520"/>
                    </a:cubicBezTo>
                    <a:cubicBezTo>
                      <a:pt x="3604" y="4521"/>
                      <a:pt x="3602" y="4522"/>
                      <a:pt x="3600" y="4523"/>
                    </a:cubicBezTo>
                    <a:cubicBezTo>
                      <a:pt x="3600" y="4523"/>
                      <a:pt x="3600" y="4523"/>
                      <a:pt x="3600" y="4523"/>
                    </a:cubicBezTo>
                    <a:cubicBezTo>
                      <a:pt x="3598" y="4525"/>
                      <a:pt x="3596" y="4526"/>
                      <a:pt x="3596" y="4529"/>
                    </a:cubicBezTo>
                    <a:cubicBezTo>
                      <a:pt x="3595" y="4534"/>
                      <a:pt x="3600" y="4535"/>
                      <a:pt x="3603" y="4535"/>
                    </a:cubicBezTo>
                    <a:cubicBezTo>
                      <a:pt x="3605" y="4535"/>
                      <a:pt x="3607" y="4535"/>
                      <a:pt x="3609" y="4535"/>
                    </a:cubicBezTo>
                    <a:cubicBezTo>
                      <a:pt x="3609" y="4535"/>
                      <a:pt x="3609" y="4535"/>
                      <a:pt x="3609" y="4535"/>
                    </a:cubicBezTo>
                    <a:cubicBezTo>
                      <a:pt x="3611" y="4535"/>
                      <a:pt x="3614" y="4536"/>
                      <a:pt x="3617" y="4536"/>
                    </a:cubicBezTo>
                    <a:cubicBezTo>
                      <a:pt x="3621" y="4536"/>
                      <a:pt x="3625" y="4536"/>
                      <a:pt x="3629" y="4536"/>
                    </a:cubicBezTo>
                    <a:cubicBezTo>
                      <a:pt x="3632" y="4536"/>
                      <a:pt x="3636" y="4535"/>
                      <a:pt x="3639" y="4536"/>
                    </a:cubicBezTo>
                    <a:cubicBezTo>
                      <a:pt x="3643" y="4537"/>
                      <a:pt x="3642" y="4541"/>
                      <a:pt x="3639" y="4542"/>
                    </a:cubicBezTo>
                    <a:cubicBezTo>
                      <a:pt x="3635" y="4546"/>
                      <a:pt x="3628" y="4545"/>
                      <a:pt x="3623" y="4545"/>
                    </a:cubicBezTo>
                    <a:cubicBezTo>
                      <a:pt x="3621" y="4546"/>
                      <a:pt x="3619" y="4546"/>
                      <a:pt x="3617" y="4546"/>
                    </a:cubicBezTo>
                    <a:cubicBezTo>
                      <a:pt x="3615" y="4547"/>
                      <a:pt x="3614" y="4548"/>
                      <a:pt x="3612" y="4548"/>
                    </a:cubicBezTo>
                    <a:cubicBezTo>
                      <a:pt x="3612" y="4550"/>
                      <a:pt x="3610" y="4551"/>
                      <a:pt x="3609" y="4553"/>
                    </a:cubicBezTo>
                    <a:cubicBezTo>
                      <a:pt x="3608" y="4556"/>
                      <a:pt x="3609" y="4559"/>
                      <a:pt x="3610" y="4562"/>
                    </a:cubicBezTo>
                    <a:cubicBezTo>
                      <a:pt x="3611" y="4567"/>
                      <a:pt x="3614" y="4570"/>
                      <a:pt x="3616" y="4574"/>
                    </a:cubicBezTo>
                    <a:cubicBezTo>
                      <a:pt x="3617" y="4576"/>
                      <a:pt x="3618" y="4579"/>
                      <a:pt x="3619" y="4581"/>
                    </a:cubicBezTo>
                    <a:cubicBezTo>
                      <a:pt x="3619" y="4583"/>
                      <a:pt x="3620" y="4585"/>
                      <a:pt x="3620" y="4586"/>
                    </a:cubicBezTo>
                    <a:cubicBezTo>
                      <a:pt x="3619" y="4591"/>
                      <a:pt x="3614" y="4593"/>
                      <a:pt x="3611" y="4596"/>
                    </a:cubicBezTo>
                    <a:cubicBezTo>
                      <a:pt x="3607" y="4599"/>
                      <a:pt x="3603" y="4602"/>
                      <a:pt x="3599" y="4605"/>
                    </a:cubicBezTo>
                    <a:cubicBezTo>
                      <a:pt x="3597" y="4606"/>
                      <a:pt x="3596" y="4607"/>
                      <a:pt x="3594" y="4609"/>
                    </a:cubicBezTo>
                    <a:cubicBezTo>
                      <a:pt x="3592" y="4611"/>
                      <a:pt x="3590" y="4612"/>
                      <a:pt x="3588" y="4614"/>
                    </a:cubicBezTo>
                    <a:cubicBezTo>
                      <a:pt x="3586" y="4616"/>
                      <a:pt x="3585" y="4617"/>
                      <a:pt x="3583" y="4618"/>
                    </a:cubicBezTo>
                    <a:cubicBezTo>
                      <a:pt x="3579" y="4620"/>
                      <a:pt x="3576" y="4621"/>
                      <a:pt x="3572" y="4621"/>
                    </a:cubicBezTo>
                    <a:cubicBezTo>
                      <a:pt x="3569" y="4622"/>
                      <a:pt x="3565" y="4623"/>
                      <a:pt x="3563" y="4625"/>
                    </a:cubicBezTo>
                    <a:cubicBezTo>
                      <a:pt x="3561" y="4628"/>
                      <a:pt x="3562" y="4632"/>
                      <a:pt x="3564" y="4635"/>
                    </a:cubicBezTo>
                    <a:cubicBezTo>
                      <a:pt x="3564" y="4636"/>
                      <a:pt x="3565" y="4638"/>
                      <a:pt x="3566" y="4639"/>
                    </a:cubicBezTo>
                    <a:cubicBezTo>
                      <a:pt x="3567" y="4641"/>
                      <a:pt x="3569" y="4642"/>
                      <a:pt x="3569" y="4644"/>
                    </a:cubicBezTo>
                    <a:cubicBezTo>
                      <a:pt x="3570" y="4645"/>
                      <a:pt x="3570" y="4646"/>
                      <a:pt x="3570" y="4647"/>
                    </a:cubicBezTo>
                    <a:cubicBezTo>
                      <a:pt x="3571" y="4648"/>
                      <a:pt x="3571" y="4650"/>
                      <a:pt x="3572" y="4651"/>
                    </a:cubicBezTo>
                    <a:cubicBezTo>
                      <a:pt x="3572" y="4652"/>
                      <a:pt x="3572" y="4652"/>
                      <a:pt x="3572" y="4653"/>
                    </a:cubicBezTo>
                    <a:cubicBezTo>
                      <a:pt x="3574" y="4659"/>
                      <a:pt x="3579" y="4663"/>
                      <a:pt x="3583" y="4667"/>
                    </a:cubicBezTo>
                    <a:cubicBezTo>
                      <a:pt x="3585" y="4669"/>
                      <a:pt x="3588" y="4670"/>
                      <a:pt x="3590" y="4672"/>
                    </a:cubicBezTo>
                    <a:cubicBezTo>
                      <a:pt x="3593" y="4674"/>
                      <a:pt x="3596" y="4673"/>
                      <a:pt x="3598" y="4674"/>
                    </a:cubicBezTo>
                    <a:cubicBezTo>
                      <a:pt x="3602" y="4676"/>
                      <a:pt x="3608" y="4678"/>
                      <a:pt x="3612" y="4676"/>
                    </a:cubicBezTo>
                    <a:cubicBezTo>
                      <a:pt x="3618" y="4674"/>
                      <a:pt x="3625" y="4669"/>
                      <a:pt x="3631" y="4673"/>
                    </a:cubicBezTo>
                    <a:cubicBezTo>
                      <a:pt x="3634" y="4674"/>
                      <a:pt x="3634" y="4676"/>
                      <a:pt x="3635" y="4679"/>
                    </a:cubicBezTo>
                    <a:cubicBezTo>
                      <a:pt x="3637" y="4681"/>
                      <a:pt x="3638" y="4683"/>
                      <a:pt x="3640" y="4685"/>
                    </a:cubicBezTo>
                    <a:cubicBezTo>
                      <a:pt x="3642" y="4688"/>
                      <a:pt x="3650" y="4692"/>
                      <a:pt x="3652" y="4687"/>
                    </a:cubicBezTo>
                    <a:cubicBezTo>
                      <a:pt x="3652" y="4685"/>
                      <a:pt x="3653" y="4683"/>
                      <a:pt x="3654" y="4682"/>
                    </a:cubicBezTo>
                    <a:cubicBezTo>
                      <a:pt x="3656" y="4682"/>
                      <a:pt x="3656" y="4682"/>
                      <a:pt x="3657" y="4683"/>
                    </a:cubicBezTo>
                    <a:cubicBezTo>
                      <a:pt x="3659" y="4684"/>
                      <a:pt x="3660" y="4685"/>
                      <a:pt x="3662" y="4686"/>
                    </a:cubicBezTo>
                    <a:cubicBezTo>
                      <a:pt x="3662" y="4686"/>
                      <a:pt x="3662" y="4686"/>
                      <a:pt x="3662" y="4686"/>
                    </a:cubicBezTo>
                    <a:cubicBezTo>
                      <a:pt x="3662" y="4686"/>
                      <a:pt x="3662" y="4686"/>
                      <a:pt x="3662" y="4686"/>
                    </a:cubicBezTo>
                    <a:cubicBezTo>
                      <a:pt x="3664" y="4687"/>
                      <a:pt x="3665" y="4689"/>
                      <a:pt x="3666" y="4691"/>
                    </a:cubicBezTo>
                    <a:cubicBezTo>
                      <a:pt x="3666" y="4691"/>
                      <a:pt x="3667" y="4692"/>
                      <a:pt x="3667" y="4693"/>
                    </a:cubicBezTo>
                    <a:cubicBezTo>
                      <a:pt x="3669" y="4696"/>
                      <a:pt x="3670" y="4700"/>
                      <a:pt x="3672" y="4702"/>
                    </a:cubicBezTo>
                    <a:cubicBezTo>
                      <a:pt x="3674" y="4703"/>
                      <a:pt x="3676" y="4703"/>
                      <a:pt x="3678" y="4704"/>
                    </a:cubicBezTo>
                    <a:cubicBezTo>
                      <a:pt x="3679" y="4705"/>
                      <a:pt x="3680" y="4705"/>
                      <a:pt x="3682" y="4706"/>
                    </a:cubicBezTo>
                    <a:cubicBezTo>
                      <a:pt x="3683" y="4707"/>
                      <a:pt x="3684" y="4708"/>
                      <a:pt x="3685" y="4709"/>
                    </a:cubicBezTo>
                    <a:cubicBezTo>
                      <a:pt x="3686" y="4709"/>
                      <a:pt x="3686" y="4709"/>
                      <a:pt x="3687" y="4710"/>
                    </a:cubicBezTo>
                    <a:cubicBezTo>
                      <a:pt x="3688" y="4710"/>
                      <a:pt x="3689" y="4710"/>
                      <a:pt x="3689" y="4710"/>
                    </a:cubicBezTo>
                    <a:cubicBezTo>
                      <a:pt x="3692" y="4710"/>
                      <a:pt x="3695" y="4709"/>
                      <a:pt x="3698" y="4708"/>
                    </a:cubicBezTo>
                    <a:cubicBezTo>
                      <a:pt x="3698" y="4708"/>
                      <a:pt x="3699" y="4707"/>
                      <a:pt x="3700" y="4706"/>
                    </a:cubicBezTo>
                    <a:cubicBezTo>
                      <a:pt x="3700" y="4706"/>
                      <a:pt x="3701" y="4706"/>
                      <a:pt x="3702" y="4705"/>
                    </a:cubicBezTo>
                    <a:cubicBezTo>
                      <a:pt x="3703" y="4704"/>
                      <a:pt x="3703" y="4702"/>
                      <a:pt x="3704" y="4701"/>
                    </a:cubicBezTo>
                    <a:cubicBezTo>
                      <a:pt x="3705" y="4696"/>
                      <a:pt x="3705" y="4691"/>
                      <a:pt x="3706" y="4686"/>
                    </a:cubicBezTo>
                    <a:cubicBezTo>
                      <a:pt x="3706" y="4681"/>
                      <a:pt x="3708" y="4677"/>
                      <a:pt x="3710" y="4672"/>
                    </a:cubicBezTo>
                    <a:cubicBezTo>
                      <a:pt x="3711" y="4669"/>
                      <a:pt x="3711" y="4665"/>
                      <a:pt x="3713" y="4662"/>
                    </a:cubicBezTo>
                    <a:cubicBezTo>
                      <a:pt x="3714" y="4660"/>
                      <a:pt x="3716" y="4658"/>
                      <a:pt x="3718" y="4655"/>
                    </a:cubicBezTo>
                    <a:cubicBezTo>
                      <a:pt x="3719" y="4654"/>
                      <a:pt x="3721" y="4652"/>
                      <a:pt x="3723" y="4651"/>
                    </a:cubicBezTo>
                    <a:cubicBezTo>
                      <a:pt x="3727" y="4649"/>
                      <a:pt x="3730" y="4645"/>
                      <a:pt x="3732" y="4642"/>
                    </a:cubicBezTo>
                    <a:cubicBezTo>
                      <a:pt x="3735" y="4636"/>
                      <a:pt x="3740" y="4632"/>
                      <a:pt x="3741" y="4626"/>
                    </a:cubicBezTo>
                    <a:cubicBezTo>
                      <a:pt x="3742" y="4623"/>
                      <a:pt x="3743" y="4619"/>
                      <a:pt x="3745" y="4617"/>
                    </a:cubicBezTo>
                    <a:cubicBezTo>
                      <a:pt x="3746" y="4614"/>
                      <a:pt x="3750" y="4613"/>
                      <a:pt x="3752" y="4611"/>
                    </a:cubicBezTo>
                    <a:cubicBezTo>
                      <a:pt x="3753" y="4610"/>
                      <a:pt x="3754" y="4609"/>
                      <a:pt x="3755" y="4609"/>
                    </a:cubicBezTo>
                    <a:cubicBezTo>
                      <a:pt x="3755" y="4609"/>
                      <a:pt x="3755" y="4609"/>
                      <a:pt x="3755" y="4609"/>
                    </a:cubicBezTo>
                    <a:cubicBezTo>
                      <a:pt x="3755" y="4608"/>
                      <a:pt x="3755" y="4608"/>
                      <a:pt x="3755" y="4608"/>
                    </a:cubicBezTo>
                    <a:cubicBezTo>
                      <a:pt x="3757" y="4608"/>
                      <a:pt x="3758" y="4608"/>
                      <a:pt x="3759" y="4608"/>
                    </a:cubicBezTo>
                    <a:cubicBezTo>
                      <a:pt x="3761" y="4608"/>
                      <a:pt x="3762" y="4608"/>
                      <a:pt x="3763" y="4609"/>
                    </a:cubicBezTo>
                    <a:cubicBezTo>
                      <a:pt x="3766" y="4610"/>
                      <a:pt x="3769" y="4614"/>
                      <a:pt x="3766" y="4617"/>
                    </a:cubicBezTo>
                    <a:cubicBezTo>
                      <a:pt x="3765" y="4618"/>
                      <a:pt x="3763" y="4619"/>
                      <a:pt x="3762" y="4620"/>
                    </a:cubicBezTo>
                    <a:cubicBezTo>
                      <a:pt x="3760" y="4622"/>
                      <a:pt x="3758" y="4624"/>
                      <a:pt x="3756" y="4626"/>
                    </a:cubicBezTo>
                    <a:cubicBezTo>
                      <a:pt x="3756" y="4627"/>
                      <a:pt x="3755" y="4627"/>
                      <a:pt x="3755" y="4628"/>
                    </a:cubicBezTo>
                    <a:cubicBezTo>
                      <a:pt x="3755" y="4631"/>
                      <a:pt x="3753" y="4634"/>
                      <a:pt x="3756" y="4637"/>
                    </a:cubicBezTo>
                    <a:cubicBezTo>
                      <a:pt x="3759" y="4639"/>
                      <a:pt x="3759" y="4642"/>
                      <a:pt x="3759" y="4645"/>
                    </a:cubicBezTo>
                    <a:cubicBezTo>
                      <a:pt x="3760" y="4648"/>
                      <a:pt x="3760" y="4651"/>
                      <a:pt x="3760" y="4654"/>
                    </a:cubicBezTo>
                    <a:cubicBezTo>
                      <a:pt x="3758" y="4658"/>
                      <a:pt x="3754" y="4659"/>
                      <a:pt x="3751" y="4661"/>
                    </a:cubicBezTo>
                    <a:cubicBezTo>
                      <a:pt x="3748" y="4664"/>
                      <a:pt x="3745" y="4667"/>
                      <a:pt x="3743" y="4671"/>
                    </a:cubicBezTo>
                    <a:cubicBezTo>
                      <a:pt x="3741" y="4674"/>
                      <a:pt x="3741" y="4677"/>
                      <a:pt x="3739" y="4681"/>
                    </a:cubicBezTo>
                    <a:cubicBezTo>
                      <a:pt x="3737" y="4683"/>
                      <a:pt x="3735" y="4685"/>
                      <a:pt x="3735" y="4688"/>
                    </a:cubicBezTo>
                    <a:cubicBezTo>
                      <a:pt x="3734" y="4692"/>
                      <a:pt x="3734" y="4695"/>
                      <a:pt x="3734" y="4699"/>
                    </a:cubicBezTo>
                    <a:cubicBezTo>
                      <a:pt x="3734" y="4699"/>
                      <a:pt x="3734" y="4699"/>
                      <a:pt x="3734" y="4699"/>
                    </a:cubicBezTo>
                    <a:cubicBezTo>
                      <a:pt x="3734" y="4699"/>
                      <a:pt x="3734" y="4700"/>
                      <a:pt x="3734" y="4700"/>
                    </a:cubicBezTo>
                    <a:cubicBezTo>
                      <a:pt x="3734" y="4701"/>
                      <a:pt x="3734" y="4701"/>
                      <a:pt x="3734" y="4701"/>
                    </a:cubicBezTo>
                    <a:cubicBezTo>
                      <a:pt x="3734" y="4704"/>
                      <a:pt x="3736" y="4706"/>
                      <a:pt x="3738" y="4708"/>
                    </a:cubicBezTo>
                    <a:cubicBezTo>
                      <a:pt x="3741" y="4710"/>
                      <a:pt x="3743" y="4712"/>
                      <a:pt x="3746" y="4714"/>
                    </a:cubicBezTo>
                    <a:cubicBezTo>
                      <a:pt x="3749" y="4717"/>
                      <a:pt x="3752" y="4721"/>
                      <a:pt x="3756" y="4724"/>
                    </a:cubicBezTo>
                    <a:cubicBezTo>
                      <a:pt x="3759" y="4727"/>
                      <a:pt x="3764" y="4728"/>
                      <a:pt x="3766" y="4732"/>
                    </a:cubicBezTo>
                    <a:cubicBezTo>
                      <a:pt x="3767" y="4733"/>
                      <a:pt x="3768" y="4734"/>
                      <a:pt x="3769" y="4735"/>
                    </a:cubicBezTo>
                    <a:cubicBezTo>
                      <a:pt x="3770" y="4737"/>
                      <a:pt x="3772" y="4738"/>
                      <a:pt x="3773" y="4740"/>
                    </a:cubicBezTo>
                    <a:cubicBezTo>
                      <a:pt x="3775" y="4743"/>
                      <a:pt x="3776" y="4746"/>
                      <a:pt x="3777" y="4749"/>
                    </a:cubicBezTo>
                    <a:cubicBezTo>
                      <a:pt x="3778" y="4751"/>
                      <a:pt x="3782" y="4755"/>
                      <a:pt x="3780" y="4756"/>
                    </a:cubicBezTo>
                    <a:cubicBezTo>
                      <a:pt x="3778" y="4759"/>
                      <a:pt x="3773" y="4759"/>
                      <a:pt x="3770" y="4759"/>
                    </a:cubicBezTo>
                    <a:cubicBezTo>
                      <a:pt x="3768" y="4760"/>
                      <a:pt x="3766" y="4760"/>
                      <a:pt x="3765" y="4759"/>
                    </a:cubicBezTo>
                    <a:cubicBezTo>
                      <a:pt x="3763" y="4759"/>
                      <a:pt x="3761" y="4758"/>
                      <a:pt x="3760" y="4757"/>
                    </a:cubicBezTo>
                    <a:cubicBezTo>
                      <a:pt x="3757" y="4755"/>
                      <a:pt x="3754" y="4753"/>
                      <a:pt x="3751" y="4750"/>
                    </a:cubicBezTo>
                    <a:cubicBezTo>
                      <a:pt x="3749" y="4747"/>
                      <a:pt x="3749" y="4744"/>
                      <a:pt x="3748" y="4742"/>
                    </a:cubicBezTo>
                    <a:cubicBezTo>
                      <a:pt x="3747" y="4741"/>
                      <a:pt x="3747" y="4741"/>
                      <a:pt x="3747" y="4741"/>
                    </a:cubicBezTo>
                    <a:cubicBezTo>
                      <a:pt x="3746" y="4737"/>
                      <a:pt x="3744" y="4734"/>
                      <a:pt x="3741" y="4731"/>
                    </a:cubicBezTo>
                    <a:cubicBezTo>
                      <a:pt x="3739" y="4730"/>
                      <a:pt x="3737" y="4728"/>
                      <a:pt x="3734" y="4728"/>
                    </a:cubicBezTo>
                    <a:cubicBezTo>
                      <a:pt x="3730" y="4726"/>
                      <a:pt x="3726" y="4725"/>
                      <a:pt x="3722" y="4725"/>
                    </a:cubicBezTo>
                    <a:cubicBezTo>
                      <a:pt x="3720" y="4725"/>
                      <a:pt x="3718" y="4726"/>
                      <a:pt x="3718" y="4727"/>
                    </a:cubicBezTo>
                    <a:cubicBezTo>
                      <a:pt x="3717" y="4730"/>
                      <a:pt x="3717" y="4734"/>
                      <a:pt x="3717" y="4737"/>
                    </a:cubicBezTo>
                    <a:cubicBezTo>
                      <a:pt x="3717" y="4737"/>
                      <a:pt x="3717" y="4737"/>
                      <a:pt x="3717" y="4737"/>
                    </a:cubicBezTo>
                    <a:cubicBezTo>
                      <a:pt x="3718" y="4741"/>
                      <a:pt x="3720" y="4744"/>
                      <a:pt x="3723" y="4747"/>
                    </a:cubicBezTo>
                    <a:cubicBezTo>
                      <a:pt x="3726" y="4750"/>
                      <a:pt x="3729" y="4752"/>
                      <a:pt x="3732" y="4754"/>
                    </a:cubicBezTo>
                    <a:cubicBezTo>
                      <a:pt x="3733" y="4755"/>
                      <a:pt x="3734" y="4756"/>
                      <a:pt x="3735" y="4757"/>
                    </a:cubicBezTo>
                    <a:cubicBezTo>
                      <a:pt x="3738" y="4761"/>
                      <a:pt x="3739" y="4766"/>
                      <a:pt x="3740" y="4771"/>
                    </a:cubicBezTo>
                    <a:cubicBezTo>
                      <a:pt x="3741" y="4776"/>
                      <a:pt x="3741" y="4780"/>
                      <a:pt x="3741" y="4785"/>
                    </a:cubicBezTo>
                    <a:cubicBezTo>
                      <a:pt x="3741" y="4789"/>
                      <a:pt x="3739" y="4792"/>
                      <a:pt x="3737" y="4795"/>
                    </a:cubicBezTo>
                    <a:cubicBezTo>
                      <a:pt x="3737" y="4795"/>
                      <a:pt x="3737" y="4795"/>
                      <a:pt x="3737" y="4796"/>
                    </a:cubicBezTo>
                    <a:cubicBezTo>
                      <a:pt x="3736" y="4798"/>
                      <a:pt x="3735" y="4800"/>
                      <a:pt x="3737" y="4802"/>
                    </a:cubicBezTo>
                    <a:cubicBezTo>
                      <a:pt x="3741" y="4809"/>
                      <a:pt x="3753" y="4809"/>
                      <a:pt x="3760" y="4811"/>
                    </a:cubicBezTo>
                    <a:cubicBezTo>
                      <a:pt x="3764" y="4812"/>
                      <a:pt x="3768" y="4814"/>
                      <a:pt x="3772" y="4814"/>
                    </a:cubicBezTo>
                    <a:cubicBezTo>
                      <a:pt x="3776" y="4814"/>
                      <a:pt x="3781" y="4812"/>
                      <a:pt x="3785" y="4810"/>
                    </a:cubicBezTo>
                    <a:cubicBezTo>
                      <a:pt x="3792" y="4807"/>
                      <a:pt x="3799" y="4806"/>
                      <a:pt x="3806" y="4805"/>
                    </a:cubicBezTo>
                    <a:cubicBezTo>
                      <a:pt x="3809" y="4804"/>
                      <a:pt x="3813" y="4803"/>
                      <a:pt x="3816" y="4802"/>
                    </a:cubicBezTo>
                    <a:cubicBezTo>
                      <a:pt x="3819" y="4802"/>
                      <a:pt x="3822" y="4801"/>
                      <a:pt x="3826" y="4800"/>
                    </a:cubicBezTo>
                    <a:cubicBezTo>
                      <a:pt x="3829" y="4799"/>
                      <a:pt x="3833" y="4799"/>
                      <a:pt x="3836" y="4798"/>
                    </a:cubicBezTo>
                    <a:cubicBezTo>
                      <a:pt x="3843" y="4796"/>
                      <a:pt x="3850" y="4794"/>
                      <a:pt x="3857" y="4792"/>
                    </a:cubicBezTo>
                    <a:cubicBezTo>
                      <a:pt x="3864" y="4789"/>
                      <a:pt x="3870" y="4786"/>
                      <a:pt x="3876" y="4784"/>
                    </a:cubicBezTo>
                    <a:cubicBezTo>
                      <a:pt x="3881" y="4781"/>
                      <a:pt x="3888" y="4780"/>
                      <a:pt x="3893" y="4777"/>
                    </a:cubicBezTo>
                    <a:cubicBezTo>
                      <a:pt x="3895" y="4776"/>
                      <a:pt x="3896" y="4775"/>
                      <a:pt x="3898" y="4774"/>
                    </a:cubicBezTo>
                    <a:cubicBezTo>
                      <a:pt x="3900" y="4774"/>
                      <a:pt x="3901" y="4774"/>
                      <a:pt x="3903" y="4774"/>
                    </a:cubicBezTo>
                    <a:cubicBezTo>
                      <a:pt x="3907" y="4773"/>
                      <a:pt x="3911" y="4774"/>
                      <a:pt x="3915" y="4775"/>
                    </a:cubicBezTo>
                    <a:cubicBezTo>
                      <a:pt x="3916" y="4776"/>
                      <a:pt x="3918" y="4776"/>
                      <a:pt x="3920" y="4777"/>
                    </a:cubicBezTo>
                    <a:cubicBezTo>
                      <a:pt x="3920" y="4777"/>
                      <a:pt x="3920" y="4777"/>
                      <a:pt x="3920" y="4777"/>
                    </a:cubicBezTo>
                    <a:cubicBezTo>
                      <a:pt x="3921" y="4777"/>
                      <a:pt x="3922" y="4777"/>
                      <a:pt x="3923" y="4777"/>
                    </a:cubicBezTo>
                    <a:cubicBezTo>
                      <a:pt x="3924" y="4777"/>
                      <a:pt x="3924" y="4777"/>
                      <a:pt x="3925" y="4777"/>
                    </a:cubicBezTo>
                    <a:cubicBezTo>
                      <a:pt x="3925" y="4777"/>
                      <a:pt x="3927" y="4777"/>
                      <a:pt x="3928" y="4777"/>
                    </a:cubicBezTo>
                    <a:cubicBezTo>
                      <a:pt x="3929" y="4778"/>
                      <a:pt x="3930" y="4779"/>
                      <a:pt x="3932" y="4780"/>
                    </a:cubicBezTo>
                    <a:cubicBezTo>
                      <a:pt x="3934" y="4781"/>
                      <a:pt x="3936" y="4782"/>
                      <a:pt x="3938" y="4784"/>
                    </a:cubicBezTo>
                    <a:cubicBezTo>
                      <a:pt x="3939" y="4785"/>
                      <a:pt x="3941" y="4786"/>
                      <a:pt x="3941" y="4787"/>
                    </a:cubicBezTo>
                    <a:cubicBezTo>
                      <a:pt x="3942" y="4788"/>
                      <a:pt x="3943" y="4789"/>
                      <a:pt x="3943" y="4791"/>
                    </a:cubicBezTo>
                    <a:cubicBezTo>
                      <a:pt x="3944" y="4793"/>
                      <a:pt x="3945" y="4796"/>
                      <a:pt x="3947" y="4798"/>
                    </a:cubicBezTo>
                    <a:cubicBezTo>
                      <a:pt x="3949" y="4799"/>
                      <a:pt x="3951" y="4801"/>
                      <a:pt x="3954" y="4802"/>
                    </a:cubicBezTo>
                    <a:cubicBezTo>
                      <a:pt x="3954" y="4802"/>
                      <a:pt x="3955" y="4802"/>
                      <a:pt x="3955" y="4803"/>
                    </a:cubicBezTo>
                    <a:cubicBezTo>
                      <a:pt x="3956" y="4803"/>
                      <a:pt x="3956" y="4803"/>
                      <a:pt x="3956" y="4803"/>
                    </a:cubicBezTo>
                    <a:cubicBezTo>
                      <a:pt x="3958" y="4805"/>
                      <a:pt x="3959" y="4807"/>
                      <a:pt x="3960" y="4809"/>
                    </a:cubicBezTo>
                    <a:cubicBezTo>
                      <a:pt x="3961" y="4811"/>
                      <a:pt x="3962" y="4813"/>
                      <a:pt x="3962" y="4815"/>
                    </a:cubicBezTo>
                    <a:cubicBezTo>
                      <a:pt x="3962" y="4817"/>
                      <a:pt x="3962" y="4818"/>
                      <a:pt x="3962" y="4820"/>
                    </a:cubicBezTo>
                    <a:cubicBezTo>
                      <a:pt x="3962" y="4822"/>
                      <a:pt x="3963" y="4824"/>
                      <a:pt x="3963" y="4826"/>
                    </a:cubicBezTo>
                    <a:cubicBezTo>
                      <a:pt x="3967" y="4829"/>
                      <a:pt x="3970" y="4836"/>
                      <a:pt x="3966" y="4840"/>
                    </a:cubicBezTo>
                    <a:cubicBezTo>
                      <a:pt x="3963" y="4843"/>
                      <a:pt x="3959" y="4841"/>
                      <a:pt x="3956" y="4842"/>
                    </a:cubicBezTo>
                    <a:cubicBezTo>
                      <a:pt x="3949" y="4842"/>
                      <a:pt x="3943" y="4845"/>
                      <a:pt x="3937" y="4845"/>
                    </a:cubicBezTo>
                    <a:cubicBezTo>
                      <a:pt x="3933" y="4846"/>
                      <a:pt x="3928" y="4846"/>
                      <a:pt x="3924" y="4847"/>
                    </a:cubicBezTo>
                    <a:cubicBezTo>
                      <a:pt x="3920" y="4848"/>
                      <a:pt x="3917" y="4851"/>
                      <a:pt x="3914" y="4853"/>
                    </a:cubicBezTo>
                    <a:cubicBezTo>
                      <a:pt x="3910" y="4856"/>
                      <a:pt x="3906" y="4860"/>
                      <a:pt x="3902" y="4863"/>
                    </a:cubicBezTo>
                    <a:cubicBezTo>
                      <a:pt x="3901" y="4863"/>
                      <a:pt x="3899" y="4864"/>
                      <a:pt x="3898" y="4866"/>
                    </a:cubicBezTo>
                    <a:cubicBezTo>
                      <a:pt x="3898" y="4866"/>
                      <a:pt x="3898" y="4866"/>
                      <a:pt x="3898" y="4866"/>
                    </a:cubicBezTo>
                    <a:cubicBezTo>
                      <a:pt x="3896" y="4868"/>
                      <a:pt x="3894" y="4870"/>
                      <a:pt x="3894" y="4873"/>
                    </a:cubicBezTo>
                    <a:cubicBezTo>
                      <a:pt x="3894" y="4877"/>
                      <a:pt x="3901" y="4877"/>
                      <a:pt x="3904" y="4877"/>
                    </a:cubicBezTo>
                    <a:cubicBezTo>
                      <a:pt x="3905" y="4877"/>
                      <a:pt x="3905" y="4877"/>
                      <a:pt x="3906" y="4877"/>
                    </a:cubicBezTo>
                    <a:cubicBezTo>
                      <a:pt x="3906" y="4877"/>
                      <a:pt x="3906" y="4877"/>
                      <a:pt x="3906" y="4877"/>
                    </a:cubicBezTo>
                    <a:cubicBezTo>
                      <a:pt x="3908" y="4877"/>
                      <a:pt x="3910" y="4877"/>
                      <a:pt x="3911" y="4877"/>
                    </a:cubicBezTo>
                    <a:cubicBezTo>
                      <a:pt x="3915" y="4877"/>
                      <a:pt x="3916" y="4880"/>
                      <a:pt x="3918" y="4883"/>
                    </a:cubicBezTo>
                    <a:cubicBezTo>
                      <a:pt x="3916" y="4888"/>
                      <a:pt x="3910" y="4889"/>
                      <a:pt x="3906" y="4890"/>
                    </a:cubicBezTo>
                    <a:cubicBezTo>
                      <a:pt x="3901" y="4891"/>
                      <a:pt x="3897" y="4893"/>
                      <a:pt x="3894" y="4897"/>
                    </a:cubicBezTo>
                    <a:cubicBezTo>
                      <a:pt x="3892" y="4901"/>
                      <a:pt x="3891" y="4904"/>
                      <a:pt x="3892" y="4908"/>
                    </a:cubicBezTo>
                    <a:cubicBezTo>
                      <a:pt x="3893" y="4911"/>
                      <a:pt x="3894" y="4914"/>
                      <a:pt x="3891" y="4916"/>
                    </a:cubicBezTo>
                    <a:cubicBezTo>
                      <a:pt x="3888" y="4918"/>
                      <a:pt x="3884" y="4918"/>
                      <a:pt x="3881" y="4917"/>
                    </a:cubicBezTo>
                    <a:cubicBezTo>
                      <a:pt x="3877" y="4915"/>
                      <a:pt x="3873" y="4913"/>
                      <a:pt x="3870" y="4915"/>
                    </a:cubicBezTo>
                    <a:cubicBezTo>
                      <a:pt x="3865" y="4918"/>
                      <a:pt x="3860" y="4920"/>
                      <a:pt x="3855" y="4919"/>
                    </a:cubicBezTo>
                    <a:cubicBezTo>
                      <a:pt x="3850" y="4917"/>
                      <a:pt x="3848" y="4912"/>
                      <a:pt x="3844" y="4909"/>
                    </a:cubicBezTo>
                    <a:cubicBezTo>
                      <a:pt x="3839" y="4903"/>
                      <a:pt x="3832" y="4900"/>
                      <a:pt x="3824" y="4899"/>
                    </a:cubicBezTo>
                    <a:cubicBezTo>
                      <a:pt x="3821" y="4898"/>
                      <a:pt x="3818" y="4898"/>
                      <a:pt x="3815" y="4897"/>
                    </a:cubicBezTo>
                    <a:cubicBezTo>
                      <a:pt x="3814" y="4897"/>
                      <a:pt x="3812" y="4896"/>
                      <a:pt x="3811" y="4896"/>
                    </a:cubicBezTo>
                    <a:cubicBezTo>
                      <a:pt x="3810" y="4896"/>
                      <a:pt x="3809" y="4896"/>
                      <a:pt x="3807" y="4896"/>
                    </a:cubicBezTo>
                    <a:cubicBezTo>
                      <a:pt x="3801" y="4896"/>
                      <a:pt x="3795" y="4896"/>
                      <a:pt x="3788" y="4895"/>
                    </a:cubicBezTo>
                    <a:cubicBezTo>
                      <a:pt x="3786" y="4895"/>
                      <a:pt x="3783" y="4895"/>
                      <a:pt x="3780" y="4896"/>
                    </a:cubicBezTo>
                    <a:cubicBezTo>
                      <a:pt x="3778" y="4898"/>
                      <a:pt x="3776" y="4899"/>
                      <a:pt x="3773" y="4901"/>
                    </a:cubicBezTo>
                    <a:cubicBezTo>
                      <a:pt x="3770" y="4903"/>
                      <a:pt x="3766" y="4905"/>
                      <a:pt x="3764" y="4908"/>
                    </a:cubicBezTo>
                    <a:cubicBezTo>
                      <a:pt x="3762" y="4910"/>
                      <a:pt x="3761" y="4913"/>
                      <a:pt x="3758" y="4916"/>
                    </a:cubicBezTo>
                    <a:cubicBezTo>
                      <a:pt x="3756" y="4919"/>
                      <a:pt x="3753" y="4921"/>
                      <a:pt x="3750" y="4924"/>
                    </a:cubicBezTo>
                    <a:cubicBezTo>
                      <a:pt x="3747" y="4927"/>
                      <a:pt x="3745" y="4931"/>
                      <a:pt x="3741" y="4933"/>
                    </a:cubicBezTo>
                    <a:cubicBezTo>
                      <a:pt x="3738" y="4936"/>
                      <a:pt x="3735" y="4938"/>
                      <a:pt x="3733" y="4941"/>
                    </a:cubicBezTo>
                    <a:cubicBezTo>
                      <a:pt x="3732" y="4944"/>
                      <a:pt x="3731" y="4947"/>
                      <a:pt x="3730" y="4950"/>
                    </a:cubicBezTo>
                    <a:cubicBezTo>
                      <a:pt x="3730" y="4951"/>
                      <a:pt x="3730" y="4951"/>
                      <a:pt x="3729" y="4952"/>
                    </a:cubicBezTo>
                    <a:cubicBezTo>
                      <a:pt x="3728" y="4954"/>
                      <a:pt x="3727" y="4956"/>
                      <a:pt x="3727" y="4958"/>
                    </a:cubicBezTo>
                    <a:cubicBezTo>
                      <a:pt x="3727" y="4960"/>
                      <a:pt x="3728" y="4961"/>
                      <a:pt x="3730" y="4962"/>
                    </a:cubicBezTo>
                    <a:cubicBezTo>
                      <a:pt x="3734" y="4963"/>
                      <a:pt x="3739" y="4963"/>
                      <a:pt x="3743" y="4964"/>
                    </a:cubicBezTo>
                    <a:cubicBezTo>
                      <a:pt x="3744" y="4964"/>
                      <a:pt x="3745" y="4965"/>
                      <a:pt x="3746" y="4966"/>
                    </a:cubicBezTo>
                    <a:cubicBezTo>
                      <a:pt x="3751" y="4969"/>
                      <a:pt x="3750" y="4977"/>
                      <a:pt x="3749" y="4982"/>
                    </a:cubicBezTo>
                    <a:cubicBezTo>
                      <a:pt x="3749" y="4982"/>
                      <a:pt x="3749" y="4983"/>
                      <a:pt x="3749" y="4983"/>
                    </a:cubicBezTo>
                    <a:cubicBezTo>
                      <a:pt x="3748" y="4986"/>
                      <a:pt x="3746" y="4992"/>
                      <a:pt x="3748" y="4993"/>
                    </a:cubicBezTo>
                    <a:cubicBezTo>
                      <a:pt x="3749" y="4993"/>
                      <a:pt x="3749" y="4993"/>
                      <a:pt x="3750" y="4993"/>
                    </a:cubicBezTo>
                    <a:cubicBezTo>
                      <a:pt x="3751" y="4993"/>
                      <a:pt x="3753" y="4992"/>
                      <a:pt x="3754" y="4993"/>
                    </a:cubicBezTo>
                    <a:cubicBezTo>
                      <a:pt x="3758" y="4994"/>
                      <a:pt x="3757" y="5001"/>
                      <a:pt x="3757" y="5004"/>
                    </a:cubicBezTo>
                    <a:cubicBezTo>
                      <a:pt x="3756" y="5008"/>
                      <a:pt x="3754" y="5011"/>
                      <a:pt x="3751" y="5014"/>
                    </a:cubicBezTo>
                    <a:cubicBezTo>
                      <a:pt x="3750" y="5015"/>
                      <a:pt x="3748" y="5016"/>
                      <a:pt x="3747" y="5017"/>
                    </a:cubicBezTo>
                    <a:cubicBezTo>
                      <a:pt x="3745" y="5020"/>
                      <a:pt x="3743" y="5022"/>
                      <a:pt x="3741" y="5024"/>
                    </a:cubicBezTo>
                    <a:cubicBezTo>
                      <a:pt x="3738" y="5027"/>
                      <a:pt x="3736" y="5031"/>
                      <a:pt x="3735" y="5034"/>
                    </a:cubicBezTo>
                    <a:cubicBezTo>
                      <a:pt x="3734" y="5038"/>
                      <a:pt x="3734" y="5043"/>
                      <a:pt x="3733" y="5047"/>
                    </a:cubicBezTo>
                    <a:cubicBezTo>
                      <a:pt x="3733" y="5047"/>
                      <a:pt x="3733" y="5047"/>
                      <a:pt x="3733" y="5047"/>
                    </a:cubicBezTo>
                    <a:cubicBezTo>
                      <a:pt x="3733" y="5049"/>
                      <a:pt x="3733" y="5050"/>
                      <a:pt x="3733" y="5052"/>
                    </a:cubicBezTo>
                    <a:cubicBezTo>
                      <a:pt x="3733" y="5054"/>
                      <a:pt x="3733" y="5059"/>
                      <a:pt x="3736" y="5059"/>
                    </a:cubicBezTo>
                    <a:cubicBezTo>
                      <a:pt x="3740" y="5059"/>
                      <a:pt x="3743" y="5056"/>
                      <a:pt x="3746" y="5054"/>
                    </a:cubicBezTo>
                    <a:cubicBezTo>
                      <a:pt x="3747" y="5053"/>
                      <a:pt x="3749" y="5052"/>
                      <a:pt x="3751" y="5052"/>
                    </a:cubicBezTo>
                    <a:cubicBezTo>
                      <a:pt x="3751" y="5052"/>
                      <a:pt x="3751" y="5052"/>
                      <a:pt x="3751" y="5052"/>
                    </a:cubicBezTo>
                    <a:cubicBezTo>
                      <a:pt x="3751" y="5052"/>
                      <a:pt x="3751" y="5052"/>
                      <a:pt x="3752" y="5052"/>
                    </a:cubicBezTo>
                    <a:cubicBezTo>
                      <a:pt x="3754" y="5051"/>
                      <a:pt x="3756" y="5050"/>
                      <a:pt x="3758" y="5050"/>
                    </a:cubicBezTo>
                    <a:cubicBezTo>
                      <a:pt x="3760" y="5049"/>
                      <a:pt x="3761" y="5051"/>
                      <a:pt x="3762" y="5052"/>
                    </a:cubicBezTo>
                    <a:cubicBezTo>
                      <a:pt x="3763" y="5054"/>
                      <a:pt x="3763" y="5055"/>
                      <a:pt x="3762" y="5057"/>
                    </a:cubicBezTo>
                    <a:cubicBezTo>
                      <a:pt x="3761" y="5060"/>
                      <a:pt x="3758" y="5062"/>
                      <a:pt x="3756" y="5065"/>
                    </a:cubicBezTo>
                    <a:cubicBezTo>
                      <a:pt x="3754" y="5067"/>
                      <a:pt x="3753" y="5070"/>
                      <a:pt x="3751" y="5073"/>
                    </a:cubicBezTo>
                    <a:cubicBezTo>
                      <a:pt x="3749" y="5076"/>
                      <a:pt x="3747" y="5078"/>
                      <a:pt x="3744" y="5080"/>
                    </a:cubicBezTo>
                    <a:cubicBezTo>
                      <a:pt x="3741" y="5082"/>
                      <a:pt x="3740" y="5085"/>
                      <a:pt x="3738" y="5087"/>
                    </a:cubicBezTo>
                    <a:cubicBezTo>
                      <a:pt x="3735" y="5090"/>
                      <a:pt x="3732" y="5093"/>
                      <a:pt x="3729" y="5095"/>
                    </a:cubicBezTo>
                    <a:cubicBezTo>
                      <a:pt x="3728" y="5096"/>
                      <a:pt x="3727" y="5097"/>
                      <a:pt x="3727" y="5098"/>
                    </a:cubicBezTo>
                    <a:cubicBezTo>
                      <a:pt x="3726" y="5098"/>
                      <a:pt x="3726" y="5098"/>
                      <a:pt x="3726" y="5098"/>
                    </a:cubicBezTo>
                    <a:cubicBezTo>
                      <a:pt x="3725" y="5099"/>
                      <a:pt x="3724" y="5100"/>
                      <a:pt x="3724" y="5102"/>
                    </a:cubicBezTo>
                    <a:cubicBezTo>
                      <a:pt x="3722" y="5104"/>
                      <a:pt x="3725" y="5105"/>
                      <a:pt x="3727" y="5106"/>
                    </a:cubicBezTo>
                    <a:cubicBezTo>
                      <a:pt x="3728" y="5106"/>
                      <a:pt x="3730" y="5107"/>
                      <a:pt x="3731" y="5107"/>
                    </a:cubicBezTo>
                    <a:cubicBezTo>
                      <a:pt x="3733" y="5108"/>
                      <a:pt x="3734" y="5108"/>
                      <a:pt x="3735" y="5109"/>
                    </a:cubicBezTo>
                    <a:cubicBezTo>
                      <a:pt x="3736" y="5111"/>
                      <a:pt x="3737" y="5112"/>
                      <a:pt x="3737" y="5113"/>
                    </a:cubicBezTo>
                    <a:cubicBezTo>
                      <a:pt x="3739" y="5117"/>
                      <a:pt x="3738" y="5122"/>
                      <a:pt x="3737" y="5125"/>
                    </a:cubicBezTo>
                    <a:cubicBezTo>
                      <a:pt x="3737" y="5127"/>
                      <a:pt x="3736" y="5129"/>
                      <a:pt x="3735" y="5130"/>
                    </a:cubicBezTo>
                    <a:cubicBezTo>
                      <a:pt x="3734" y="5132"/>
                      <a:pt x="3733" y="5134"/>
                      <a:pt x="3733" y="5136"/>
                    </a:cubicBezTo>
                    <a:cubicBezTo>
                      <a:pt x="3732" y="5140"/>
                      <a:pt x="3732" y="5145"/>
                      <a:pt x="3730" y="5149"/>
                    </a:cubicBezTo>
                    <a:cubicBezTo>
                      <a:pt x="3730" y="5152"/>
                      <a:pt x="3730" y="5156"/>
                      <a:pt x="3730" y="5159"/>
                    </a:cubicBezTo>
                    <a:cubicBezTo>
                      <a:pt x="3730" y="5160"/>
                      <a:pt x="3730" y="5161"/>
                      <a:pt x="3730" y="5162"/>
                    </a:cubicBezTo>
                    <a:cubicBezTo>
                      <a:pt x="3730" y="5165"/>
                      <a:pt x="3730" y="5169"/>
                      <a:pt x="3733" y="5170"/>
                    </a:cubicBezTo>
                    <a:cubicBezTo>
                      <a:pt x="3737" y="5170"/>
                      <a:pt x="3740" y="5169"/>
                      <a:pt x="3743" y="5168"/>
                    </a:cubicBezTo>
                    <a:cubicBezTo>
                      <a:pt x="3744" y="5168"/>
                      <a:pt x="3745" y="5168"/>
                      <a:pt x="3746" y="5168"/>
                    </a:cubicBezTo>
                    <a:cubicBezTo>
                      <a:pt x="3748" y="5168"/>
                      <a:pt x="3749" y="5168"/>
                      <a:pt x="3750" y="5170"/>
                    </a:cubicBezTo>
                    <a:cubicBezTo>
                      <a:pt x="3751" y="5172"/>
                      <a:pt x="3750" y="5174"/>
                      <a:pt x="3750" y="5175"/>
                    </a:cubicBezTo>
                    <a:cubicBezTo>
                      <a:pt x="3750" y="5176"/>
                      <a:pt x="3750" y="5177"/>
                      <a:pt x="3750" y="5178"/>
                    </a:cubicBezTo>
                    <a:cubicBezTo>
                      <a:pt x="3750" y="5181"/>
                      <a:pt x="3750" y="5184"/>
                      <a:pt x="3751" y="5187"/>
                    </a:cubicBezTo>
                    <a:cubicBezTo>
                      <a:pt x="3752" y="5187"/>
                      <a:pt x="3752" y="5187"/>
                      <a:pt x="3752" y="5187"/>
                    </a:cubicBezTo>
                    <a:cubicBezTo>
                      <a:pt x="3754" y="5190"/>
                      <a:pt x="3759" y="5188"/>
                      <a:pt x="3761" y="5187"/>
                    </a:cubicBezTo>
                    <a:cubicBezTo>
                      <a:pt x="3764" y="5187"/>
                      <a:pt x="3767" y="5186"/>
                      <a:pt x="3770" y="5184"/>
                    </a:cubicBezTo>
                    <a:cubicBezTo>
                      <a:pt x="3771" y="5184"/>
                      <a:pt x="3771" y="5183"/>
                      <a:pt x="3772" y="5183"/>
                    </a:cubicBezTo>
                    <a:cubicBezTo>
                      <a:pt x="3775" y="5180"/>
                      <a:pt x="3777" y="5177"/>
                      <a:pt x="3780" y="5175"/>
                    </a:cubicBezTo>
                    <a:cubicBezTo>
                      <a:pt x="3784" y="5170"/>
                      <a:pt x="3790" y="5172"/>
                      <a:pt x="3795" y="5174"/>
                    </a:cubicBezTo>
                    <a:cubicBezTo>
                      <a:pt x="3796" y="5174"/>
                      <a:pt x="3797" y="5175"/>
                      <a:pt x="3798" y="5175"/>
                    </a:cubicBezTo>
                    <a:cubicBezTo>
                      <a:pt x="3800" y="5176"/>
                      <a:pt x="3804" y="5177"/>
                      <a:pt x="3805" y="5180"/>
                    </a:cubicBezTo>
                    <a:cubicBezTo>
                      <a:pt x="3806" y="5183"/>
                      <a:pt x="3803" y="5184"/>
                      <a:pt x="3801" y="5185"/>
                    </a:cubicBezTo>
                    <a:cubicBezTo>
                      <a:pt x="3797" y="5187"/>
                      <a:pt x="3793" y="5188"/>
                      <a:pt x="3789" y="5190"/>
                    </a:cubicBezTo>
                    <a:cubicBezTo>
                      <a:pt x="3785" y="5192"/>
                      <a:pt x="3781" y="5194"/>
                      <a:pt x="3776" y="5195"/>
                    </a:cubicBezTo>
                    <a:cubicBezTo>
                      <a:pt x="3768" y="5197"/>
                      <a:pt x="3759" y="5197"/>
                      <a:pt x="3750" y="5198"/>
                    </a:cubicBezTo>
                    <a:cubicBezTo>
                      <a:pt x="3742" y="5200"/>
                      <a:pt x="3731" y="5202"/>
                      <a:pt x="3725" y="5208"/>
                    </a:cubicBezTo>
                    <a:cubicBezTo>
                      <a:pt x="3722" y="5210"/>
                      <a:pt x="3722" y="5214"/>
                      <a:pt x="3721" y="5217"/>
                    </a:cubicBezTo>
                    <a:cubicBezTo>
                      <a:pt x="3721" y="5222"/>
                      <a:pt x="3721" y="5227"/>
                      <a:pt x="3720" y="5232"/>
                    </a:cubicBezTo>
                    <a:cubicBezTo>
                      <a:pt x="3719" y="5240"/>
                      <a:pt x="3717" y="5249"/>
                      <a:pt x="3711" y="5255"/>
                    </a:cubicBezTo>
                    <a:cubicBezTo>
                      <a:pt x="3707" y="5260"/>
                      <a:pt x="3700" y="5262"/>
                      <a:pt x="3694" y="5263"/>
                    </a:cubicBezTo>
                    <a:cubicBezTo>
                      <a:pt x="3693" y="5263"/>
                      <a:pt x="3692" y="5263"/>
                      <a:pt x="3691" y="5263"/>
                    </a:cubicBezTo>
                    <a:cubicBezTo>
                      <a:pt x="3689" y="5264"/>
                      <a:pt x="3688" y="5264"/>
                      <a:pt x="3687" y="5264"/>
                    </a:cubicBezTo>
                    <a:cubicBezTo>
                      <a:pt x="3686" y="5264"/>
                      <a:pt x="3685" y="5265"/>
                      <a:pt x="3683" y="5265"/>
                    </a:cubicBezTo>
                    <a:cubicBezTo>
                      <a:pt x="3681" y="5266"/>
                      <a:pt x="3678" y="5266"/>
                      <a:pt x="3675" y="5267"/>
                    </a:cubicBezTo>
                    <a:cubicBezTo>
                      <a:pt x="3673" y="5268"/>
                      <a:pt x="3672" y="5269"/>
                      <a:pt x="3670" y="5270"/>
                    </a:cubicBezTo>
                    <a:cubicBezTo>
                      <a:pt x="3668" y="5271"/>
                      <a:pt x="3666" y="5272"/>
                      <a:pt x="3664" y="5273"/>
                    </a:cubicBezTo>
                    <a:cubicBezTo>
                      <a:pt x="3662" y="5274"/>
                      <a:pt x="3660" y="5275"/>
                      <a:pt x="3658" y="5277"/>
                    </a:cubicBezTo>
                    <a:cubicBezTo>
                      <a:pt x="3656" y="5279"/>
                      <a:pt x="3653" y="5281"/>
                      <a:pt x="3651" y="5283"/>
                    </a:cubicBezTo>
                    <a:cubicBezTo>
                      <a:pt x="3649" y="5285"/>
                      <a:pt x="3648" y="5287"/>
                      <a:pt x="3646" y="5290"/>
                    </a:cubicBezTo>
                    <a:cubicBezTo>
                      <a:pt x="3646" y="5291"/>
                      <a:pt x="3645" y="5292"/>
                      <a:pt x="3644" y="5293"/>
                    </a:cubicBezTo>
                    <a:cubicBezTo>
                      <a:pt x="3644" y="5294"/>
                      <a:pt x="3644" y="5294"/>
                      <a:pt x="3644" y="5295"/>
                    </a:cubicBezTo>
                    <a:cubicBezTo>
                      <a:pt x="3644" y="5295"/>
                      <a:pt x="3643" y="5296"/>
                      <a:pt x="3643" y="5296"/>
                    </a:cubicBezTo>
                    <a:cubicBezTo>
                      <a:pt x="3642" y="5297"/>
                      <a:pt x="3642" y="5298"/>
                      <a:pt x="3641" y="5298"/>
                    </a:cubicBezTo>
                    <a:cubicBezTo>
                      <a:pt x="3640" y="5299"/>
                      <a:pt x="3640" y="5301"/>
                      <a:pt x="3639" y="5302"/>
                    </a:cubicBezTo>
                    <a:cubicBezTo>
                      <a:pt x="3638" y="5303"/>
                      <a:pt x="3637" y="5304"/>
                      <a:pt x="3636" y="5306"/>
                    </a:cubicBezTo>
                    <a:cubicBezTo>
                      <a:pt x="3636" y="5306"/>
                      <a:pt x="3635" y="5307"/>
                      <a:pt x="3635" y="5307"/>
                    </a:cubicBezTo>
                    <a:cubicBezTo>
                      <a:pt x="3634" y="5308"/>
                      <a:pt x="3634" y="5308"/>
                      <a:pt x="3633" y="5309"/>
                    </a:cubicBezTo>
                    <a:cubicBezTo>
                      <a:pt x="3632" y="5310"/>
                      <a:pt x="3631" y="5312"/>
                      <a:pt x="3630" y="5313"/>
                    </a:cubicBezTo>
                    <a:cubicBezTo>
                      <a:pt x="3630" y="5313"/>
                      <a:pt x="3629" y="5314"/>
                      <a:pt x="3629" y="5315"/>
                    </a:cubicBezTo>
                    <a:cubicBezTo>
                      <a:pt x="3628" y="5315"/>
                      <a:pt x="3628" y="5316"/>
                      <a:pt x="3627" y="5316"/>
                    </a:cubicBezTo>
                    <a:cubicBezTo>
                      <a:pt x="3626" y="5317"/>
                      <a:pt x="3625" y="5319"/>
                      <a:pt x="3624" y="5320"/>
                    </a:cubicBezTo>
                    <a:cubicBezTo>
                      <a:pt x="3623" y="5320"/>
                      <a:pt x="3623" y="5321"/>
                      <a:pt x="3622" y="5321"/>
                    </a:cubicBezTo>
                    <a:cubicBezTo>
                      <a:pt x="3621" y="5322"/>
                      <a:pt x="3621" y="5322"/>
                      <a:pt x="3620" y="5322"/>
                    </a:cubicBezTo>
                    <a:cubicBezTo>
                      <a:pt x="3619" y="5324"/>
                      <a:pt x="3618" y="5325"/>
                      <a:pt x="3616" y="5327"/>
                    </a:cubicBezTo>
                    <a:cubicBezTo>
                      <a:pt x="3616" y="5328"/>
                      <a:pt x="3615" y="5329"/>
                      <a:pt x="3615" y="5329"/>
                    </a:cubicBezTo>
                    <a:cubicBezTo>
                      <a:pt x="3615" y="5330"/>
                      <a:pt x="3614" y="5330"/>
                      <a:pt x="3614" y="5331"/>
                    </a:cubicBezTo>
                    <a:cubicBezTo>
                      <a:pt x="3613" y="5332"/>
                      <a:pt x="3613" y="5333"/>
                      <a:pt x="3612" y="5334"/>
                    </a:cubicBezTo>
                    <a:cubicBezTo>
                      <a:pt x="3612" y="5334"/>
                      <a:pt x="3611" y="5335"/>
                      <a:pt x="3611" y="5336"/>
                    </a:cubicBezTo>
                    <a:cubicBezTo>
                      <a:pt x="3611" y="5337"/>
                      <a:pt x="3610" y="5338"/>
                      <a:pt x="3610" y="5339"/>
                    </a:cubicBezTo>
                    <a:cubicBezTo>
                      <a:pt x="3609" y="5341"/>
                      <a:pt x="3609" y="5342"/>
                      <a:pt x="3609" y="5343"/>
                    </a:cubicBezTo>
                    <a:cubicBezTo>
                      <a:pt x="3608" y="5344"/>
                      <a:pt x="3608" y="5345"/>
                      <a:pt x="3608" y="5346"/>
                    </a:cubicBezTo>
                    <a:cubicBezTo>
                      <a:pt x="3608" y="5348"/>
                      <a:pt x="3608" y="5350"/>
                      <a:pt x="3608" y="5352"/>
                    </a:cubicBezTo>
                    <a:cubicBezTo>
                      <a:pt x="3608" y="5352"/>
                      <a:pt x="3608" y="5353"/>
                      <a:pt x="3608" y="5354"/>
                    </a:cubicBezTo>
                    <a:cubicBezTo>
                      <a:pt x="3608" y="5355"/>
                      <a:pt x="3608" y="5356"/>
                      <a:pt x="3608" y="5356"/>
                    </a:cubicBezTo>
                    <a:cubicBezTo>
                      <a:pt x="3608" y="5358"/>
                      <a:pt x="3608" y="5359"/>
                      <a:pt x="3607" y="5361"/>
                    </a:cubicBezTo>
                    <a:cubicBezTo>
                      <a:pt x="3607" y="5362"/>
                      <a:pt x="3606" y="5363"/>
                      <a:pt x="3606" y="5364"/>
                    </a:cubicBezTo>
                    <a:cubicBezTo>
                      <a:pt x="3605" y="5365"/>
                      <a:pt x="3605" y="5367"/>
                      <a:pt x="3604" y="5367"/>
                    </a:cubicBezTo>
                    <a:cubicBezTo>
                      <a:pt x="3604" y="5368"/>
                      <a:pt x="3603" y="5368"/>
                      <a:pt x="3603" y="5368"/>
                    </a:cubicBezTo>
                    <a:cubicBezTo>
                      <a:pt x="3602" y="5369"/>
                      <a:pt x="3601" y="5371"/>
                      <a:pt x="3600" y="5371"/>
                    </a:cubicBezTo>
                    <a:cubicBezTo>
                      <a:pt x="3599" y="5372"/>
                      <a:pt x="3599" y="5372"/>
                      <a:pt x="3599" y="5372"/>
                    </a:cubicBezTo>
                    <a:cubicBezTo>
                      <a:pt x="3598" y="5373"/>
                      <a:pt x="3598" y="5373"/>
                      <a:pt x="3597" y="5374"/>
                    </a:cubicBezTo>
                    <a:cubicBezTo>
                      <a:pt x="3597" y="5374"/>
                      <a:pt x="3596" y="5375"/>
                      <a:pt x="3596" y="5375"/>
                    </a:cubicBezTo>
                    <a:cubicBezTo>
                      <a:pt x="3596" y="5375"/>
                      <a:pt x="3595" y="5376"/>
                      <a:pt x="3595" y="5376"/>
                    </a:cubicBezTo>
                    <a:cubicBezTo>
                      <a:pt x="3594" y="5378"/>
                      <a:pt x="3593" y="5379"/>
                      <a:pt x="3592" y="5380"/>
                    </a:cubicBezTo>
                    <a:cubicBezTo>
                      <a:pt x="3591" y="5381"/>
                      <a:pt x="3590" y="5383"/>
                      <a:pt x="3589" y="5385"/>
                    </a:cubicBezTo>
                    <a:cubicBezTo>
                      <a:pt x="3589" y="5386"/>
                      <a:pt x="3588" y="5386"/>
                      <a:pt x="3588" y="5387"/>
                    </a:cubicBezTo>
                    <a:cubicBezTo>
                      <a:pt x="3587" y="5388"/>
                      <a:pt x="3586" y="5390"/>
                      <a:pt x="3586" y="5391"/>
                    </a:cubicBezTo>
                    <a:cubicBezTo>
                      <a:pt x="3585" y="5391"/>
                      <a:pt x="3585" y="5392"/>
                      <a:pt x="3584" y="5393"/>
                    </a:cubicBezTo>
                    <a:cubicBezTo>
                      <a:pt x="3584" y="5394"/>
                      <a:pt x="3583" y="5395"/>
                      <a:pt x="3583" y="5396"/>
                    </a:cubicBezTo>
                    <a:cubicBezTo>
                      <a:pt x="3582" y="5396"/>
                      <a:pt x="3582" y="5397"/>
                      <a:pt x="3582" y="5398"/>
                    </a:cubicBezTo>
                    <a:cubicBezTo>
                      <a:pt x="3581" y="5399"/>
                      <a:pt x="3580" y="5399"/>
                      <a:pt x="3580" y="5400"/>
                    </a:cubicBezTo>
                    <a:cubicBezTo>
                      <a:pt x="3579" y="5402"/>
                      <a:pt x="3578" y="5403"/>
                      <a:pt x="3577" y="5405"/>
                    </a:cubicBezTo>
                    <a:cubicBezTo>
                      <a:pt x="3576" y="5406"/>
                      <a:pt x="3576" y="5407"/>
                      <a:pt x="3575" y="5407"/>
                    </a:cubicBezTo>
                    <a:cubicBezTo>
                      <a:pt x="3575" y="5408"/>
                      <a:pt x="3575" y="5408"/>
                      <a:pt x="3574" y="5409"/>
                    </a:cubicBezTo>
                    <a:cubicBezTo>
                      <a:pt x="3573" y="5410"/>
                      <a:pt x="3572" y="5412"/>
                      <a:pt x="3570" y="5413"/>
                    </a:cubicBezTo>
                    <a:cubicBezTo>
                      <a:pt x="3569" y="5414"/>
                      <a:pt x="3567" y="5415"/>
                      <a:pt x="3566" y="5416"/>
                    </a:cubicBezTo>
                    <a:cubicBezTo>
                      <a:pt x="3565" y="5417"/>
                      <a:pt x="3564" y="5417"/>
                      <a:pt x="3563" y="5418"/>
                    </a:cubicBezTo>
                    <a:cubicBezTo>
                      <a:pt x="3562" y="5418"/>
                      <a:pt x="3560" y="5419"/>
                      <a:pt x="3559" y="5419"/>
                    </a:cubicBezTo>
                    <a:cubicBezTo>
                      <a:pt x="3558" y="5420"/>
                      <a:pt x="3557" y="5420"/>
                      <a:pt x="3556" y="5420"/>
                    </a:cubicBezTo>
                    <a:cubicBezTo>
                      <a:pt x="3554" y="5420"/>
                      <a:pt x="3553" y="5420"/>
                      <a:pt x="3552" y="5421"/>
                    </a:cubicBezTo>
                    <a:cubicBezTo>
                      <a:pt x="3550" y="5421"/>
                      <a:pt x="3549" y="5421"/>
                      <a:pt x="3547" y="5422"/>
                    </a:cubicBezTo>
                    <a:cubicBezTo>
                      <a:pt x="3546" y="5422"/>
                      <a:pt x="3545" y="5423"/>
                      <a:pt x="3544" y="5423"/>
                    </a:cubicBezTo>
                    <a:cubicBezTo>
                      <a:pt x="3541" y="5424"/>
                      <a:pt x="3539" y="5426"/>
                      <a:pt x="3537" y="5426"/>
                    </a:cubicBezTo>
                    <a:cubicBezTo>
                      <a:pt x="3535" y="5427"/>
                      <a:pt x="3533" y="5428"/>
                      <a:pt x="3532" y="5429"/>
                    </a:cubicBezTo>
                    <a:cubicBezTo>
                      <a:pt x="3530" y="5430"/>
                      <a:pt x="3529" y="5431"/>
                      <a:pt x="3528" y="5432"/>
                    </a:cubicBezTo>
                    <a:cubicBezTo>
                      <a:pt x="3527" y="5432"/>
                      <a:pt x="3527" y="5433"/>
                      <a:pt x="3527" y="5434"/>
                    </a:cubicBezTo>
                    <a:cubicBezTo>
                      <a:pt x="3526" y="5436"/>
                      <a:pt x="3526" y="5438"/>
                      <a:pt x="3526" y="5440"/>
                    </a:cubicBezTo>
                    <a:cubicBezTo>
                      <a:pt x="3525" y="5441"/>
                      <a:pt x="3526" y="5443"/>
                      <a:pt x="3526" y="5444"/>
                    </a:cubicBezTo>
                    <a:cubicBezTo>
                      <a:pt x="3526" y="5445"/>
                      <a:pt x="3526" y="5446"/>
                      <a:pt x="3525" y="5447"/>
                    </a:cubicBezTo>
                    <a:cubicBezTo>
                      <a:pt x="3525" y="5447"/>
                      <a:pt x="3525" y="5448"/>
                      <a:pt x="3525" y="5448"/>
                    </a:cubicBezTo>
                    <a:cubicBezTo>
                      <a:pt x="3525" y="5448"/>
                      <a:pt x="3525" y="5449"/>
                      <a:pt x="3525" y="5449"/>
                    </a:cubicBezTo>
                    <a:cubicBezTo>
                      <a:pt x="3525" y="5451"/>
                      <a:pt x="3525" y="5452"/>
                      <a:pt x="3525" y="5454"/>
                    </a:cubicBezTo>
                    <a:cubicBezTo>
                      <a:pt x="3525" y="5455"/>
                      <a:pt x="3524" y="5456"/>
                      <a:pt x="3524" y="5456"/>
                    </a:cubicBezTo>
                    <a:cubicBezTo>
                      <a:pt x="3523" y="5457"/>
                      <a:pt x="3522" y="5459"/>
                      <a:pt x="3521" y="5459"/>
                    </a:cubicBezTo>
                    <a:cubicBezTo>
                      <a:pt x="3520" y="5460"/>
                      <a:pt x="3520" y="5460"/>
                      <a:pt x="3520" y="5460"/>
                    </a:cubicBezTo>
                    <a:cubicBezTo>
                      <a:pt x="3519" y="5461"/>
                      <a:pt x="3518" y="5461"/>
                      <a:pt x="3518" y="5461"/>
                    </a:cubicBezTo>
                    <a:cubicBezTo>
                      <a:pt x="3516" y="5462"/>
                      <a:pt x="3515" y="5462"/>
                      <a:pt x="3513" y="5463"/>
                    </a:cubicBezTo>
                    <a:cubicBezTo>
                      <a:pt x="3513" y="5463"/>
                      <a:pt x="3513" y="5464"/>
                      <a:pt x="3512" y="5464"/>
                    </a:cubicBezTo>
                    <a:cubicBezTo>
                      <a:pt x="3511" y="5464"/>
                      <a:pt x="3511" y="5464"/>
                      <a:pt x="3510" y="5465"/>
                    </a:cubicBezTo>
                    <a:cubicBezTo>
                      <a:pt x="3509" y="5465"/>
                      <a:pt x="3508" y="5466"/>
                      <a:pt x="3507" y="5466"/>
                    </a:cubicBezTo>
                    <a:cubicBezTo>
                      <a:pt x="3505" y="5467"/>
                      <a:pt x="3505" y="5468"/>
                      <a:pt x="3504" y="5469"/>
                    </a:cubicBezTo>
                    <a:cubicBezTo>
                      <a:pt x="3504" y="5471"/>
                      <a:pt x="3503" y="5472"/>
                      <a:pt x="3504" y="5474"/>
                    </a:cubicBezTo>
                    <a:cubicBezTo>
                      <a:pt x="3505" y="5475"/>
                      <a:pt x="3506" y="5476"/>
                      <a:pt x="3507" y="5476"/>
                    </a:cubicBezTo>
                    <a:cubicBezTo>
                      <a:pt x="3509" y="5477"/>
                      <a:pt x="3508" y="5479"/>
                      <a:pt x="3508" y="5481"/>
                    </a:cubicBezTo>
                    <a:cubicBezTo>
                      <a:pt x="3508" y="5483"/>
                      <a:pt x="3508" y="5485"/>
                      <a:pt x="3508" y="5487"/>
                    </a:cubicBezTo>
                    <a:cubicBezTo>
                      <a:pt x="3507" y="5489"/>
                      <a:pt x="3507" y="5491"/>
                      <a:pt x="3505" y="5492"/>
                    </a:cubicBezTo>
                    <a:cubicBezTo>
                      <a:pt x="3504" y="5493"/>
                      <a:pt x="3503" y="5494"/>
                      <a:pt x="3501" y="5493"/>
                    </a:cubicBezTo>
                    <a:cubicBezTo>
                      <a:pt x="3500" y="5493"/>
                      <a:pt x="3500" y="5493"/>
                      <a:pt x="3499" y="5492"/>
                    </a:cubicBezTo>
                    <a:cubicBezTo>
                      <a:pt x="3498" y="5491"/>
                      <a:pt x="3497" y="5491"/>
                      <a:pt x="3496" y="5491"/>
                    </a:cubicBezTo>
                    <a:cubicBezTo>
                      <a:pt x="3494" y="5490"/>
                      <a:pt x="3492" y="5490"/>
                      <a:pt x="3490" y="5489"/>
                    </a:cubicBezTo>
                    <a:cubicBezTo>
                      <a:pt x="3488" y="5489"/>
                      <a:pt x="3487" y="5489"/>
                      <a:pt x="3485" y="5490"/>
                    </a:cubicBezTo>
                    <a:cubicBezTo>
                      <a:pt x="3484" y="5490"/>
                      <a:pt x="3483" y="5490"/>
                      <a:pt x="3482" y="5491"/>
                    </a:cubicBezTo>
                    <a:cubicBezTo>
                      <a:pt x="3481" y="5492"/>
                      <a:pt x="3480" y="5494"/>
                      <a:pt x="3480" y="5495"/>
                    </a:cubicBezTo>
                    <a:cubicBezTo>
                      <a:pt x="3479" y="5496"/>
                      <a:pt x="3479" y="5497"/>
                      <a:pt x="3479" y="5498"/>
                    </a:cubicBezTo>
                    <a:cubicBezTo>
                      <a:pt x="3479" y="5498"/>
                      <a:pt x="3479" y="5499"/>
                      <a:pt x="3479" y="5499"/>
                    </a:cubicBezTo>
                    <a:cubicBezTo>
                      <a:pt x="3479" y="5500"/>
                      <a:pt x="3479" y="5500"/>
                      <a:pt x="3479" y="5501"/>
                    </a:cubicBezTo>
                    <a:cubicBezTo>
                      <a:pt x="3480" y="5502"/>
                      <a:pt x="3480" y="5503"/>
                      <a:pt x="3480" y="5503"/>
                    </a:cubicBezTo>
                    <a:cubicBezTo>
                      <a:pt x="3480" y="5504"/>
                      <a:pt x="3481" y="5505"/>
                      <a:pt x="3481" y="5505"/>
                    </a:cubicBezTo>
                    <a:cubicBezTo>
                      <a:pt x="3482" y="5506"/>
                      <a:pt x="3483" y="5507"/>
                      <a:pt x="3483" y="5508"/>
                    </a:cubicBezTo>
                    <a:cubicBezTo>
                      <a:pt x="3483" y="5509"/>
                      <a:pt x="3483" y="5510"/>
                      <a:pt x="3483" y="5511"/>
                    </a:cubicBezTo>
                    <a:cubicBezTo>
                      <a:pt x="3483" y="5512"/>
                      <a:pt x="3483" y="5512"/>
                      <a:pt x="3483" y="5513"/>
                    </a:cubicBezTo>
                    <a:cubicBezTo>
                      <a:pt x="3483" y="5513"/>
                      <a:pt x="3483" y="5514"/>
                      <a:pt x="3483" y="5515"/>
                    </a:cubicBezTo>
                    <a:cubicBezTo>
                      <a:pt x="3483" y="5516"/>
                      <a:pt x="3483" y="5518"/>
                      <a:pt x="3483" y="5519"/>
                    </a:cubicBezTo>
                    <a:cubicBezTo>
                      <a:pt x="3483" y="5521"/>
                      <a:pt x="3483" y="5522"/>
                      <a:pt x="3483" y="5523"/>
                    </a:cubicBezTo>
                    <a:cubicBezTo>
                      <a:pt x="3482" y="5524"/>
                      <a:pt x="3482" y="5525"/>
                      <a:pt x="3482" y="5526"/>
                    </a:cubicBezTo>
                    <a:cubicBezTo>
                      <a:pt x="3482" y="5527"/>
                      <a:pt x="3482" y="5528"/>
                      <a:pt x="3482" y="5529"/>
                    </a:cubicBezTo>
                    <a:cubicBezTo>
                      <a:pt x="3482" y="5530"/>
                      <a:pt x="3482" y="5530"/>
                      <a:pt x="3482" y="5531"/>
                    </a:cubicBezTo>
                    <a:cubicBezTo>
                      <a:pt x="3482" y="5532"/>
                      <a:pt x="3482" y="5533"/>
                      <a:pt x="3482" y="5533"/>
                    </a:cubicBezTo>
                    <a:cubicBezTo>
                      <a:pt x="3482" y="5534"/>
                      <a:pt x="3481" y="5535"/>
                      <a:pt x="3481" y="5535"/>
                    </a:cubicBezTo>
                    <a:cubicBezTo>
                      <a:pt x="3481" y="5537"/>
                      <a:pt x="3481" y="5538"/>
                      <a:pt x="3481" y="5539"/>
                    </a:cubicBezTo>
                    <a:cubicBezTo>
                      <a:pt x="3481" y="5540"/>
                      <a:pt x="3481" y="5542"/>
                      <a:pt x="3482" y="5543"/>
                    </a:cubicBezTo>
                    <a:cubicBezTo>
                      <a:pt x="3482" y="5544"/>
                      <a:pt x="3482" y="5545"/>
                      <a:pt x="3482" y="5546"/>
                    </a:cubicBezTo>
                    <a:cubicBezTo>
                      <a:pt x="3482" y="5547"/>
                      <a:pt x="3482" y="5549"/>
                      <a:pt x="3482" y="5550"/>
                    </a:cubicBezTo>
                    <a:cubicBezTo>
                      <a:pt x="3483" y="5551"/>
                      <a:pt x="3483" y="5553"/>
                      <a:pt x="3484" y="5554"/>
                    </a:cubicBezTo>
                    <a:cubicBezTo>
                      <a:pt x="3484" y="5555"/>
                      <a:pt x="3484" y="5556"/>
                      <a:pt x="3485" y="5557"/>
                    </a:cubicBezTo>
                    <a:cubicBezTo>
                      <a:pt x="3485" y="5558"/>
                      <a:pt x="3485" y="5558"/>
                      <a:pt x="3485" y="5559"/>
                    </a:cubicBezTo>
                    <a:cubicBezTo>
                      <a:pt x="3486" y="5559"/>
                      <a:pt x="3486" y="5560"/>
                      <a:pt x="3486" y="5560"/>
                    </a:cubicBezTo>
                    <a:cubicBezTo>
                      <a:pt x="3487" y="5561"/>
                      <a:pt x="3487" y="5562"/>
                      <a:pt x="3487" y="5563"/>
                    </a:cubicBezTo>
                    <a:cubicBezTo>
                      <a:pt x="3487" y="5564"/>
                      <a:pt x="3488" y="5565"/>
                      <a:pt x="3488" y="5565"/>
                    </a:cubicBezTo>
                    <a:cubicBezTo>
                      <a:pt x="3488" y="5566"/>
                      <a:pt x="3488" y="5567"/>
                      <a:pt x="3488" y="5567"/>
                    </a:cubicBezTo>
                    <a:cubicBezTo>
                      <a:pt x="3488" y="5568"/>
                      <a:pt x="3488" y="5569"/>
                      <a:pt x="3488" y="5569"/>
                    </a:cubicBezTo>
                    <a:cubicBezTo>
                      <a:pt x="3488" y="5570"/>
                      <a:pt x="3489" y="5570"/>
                      <a:pt x="3489" y="5571"/>
                    </a:cubicBezTo>
                    <a:cubicBezTo>
                      <a:pt x="3489" y="5572"/>
                      <a:pt x="3490" y="5572"/>
                      <a:pt x="3490" y="5572"/>
                    </a:cubicBezTo>
                    <a:cubicBezTo>
                      <a:pt x="3491" y="5574"/>
                      <a:pt x="3492" y="5575"/>
                      <a:pt x="3493" y="5577"/>
                    </a:cubicBezTo>
                    <a:cubicBezTo>
                      <a:pt x="3494" y="5578"/>
                      <a:pt x="3495" y="5579"/>
                      <a:pt x="3495" y="5580"/>
                    </a:cubicBezTo>
                    <a:cubicBezTo>
                      <a:pt x="3495" y="5580"/>
                      <a:pt x="3495" y="5580"/>
                      <a:pt x="3495" y="5580"/>
                    </a:cubicBezTo>
                    <a:cubicBezTo>
                      <a:pt x="3496" y="5581"/>
                      <a:pt x="3496" y="5581"/>
                      <a:pt x="3496" y="5582"/>
                    </a:cubicBezTo>
                    <a:cubicBezTo>
                      <a:pt x="3496" y="5582"/>
                      <a:pt x="3497" y="5583"/>
                      <a:pt x="3497" y="5584"/>
                    </a:cubicBezTo>
                    <a:cubicBezTo>
                      <a:pt x="3499" y="5586"/>
                      <a:pt x="3501" y="5589"/>
                      <a:pt x="3503" y="5591"/>
                    </a:cubicBezTo>
                    <a:cubicBezTo>
                      <a:pt x="3505" y="5592"/>
                      <a:pt x="3506" y="5593"/>
                      <a:pt x="3507" y="5594"/>
                    </a:cubicBezTo>
                    <a:cubicBezTo>
                      <a:pt x="3508" y="5595"/>
                      <a:pt x="3508" y="5596"/>
                      <a:pt x="3509" y="5597"/>
                    </a:cubicBezTo>
                    <a:cubicBezTo>
                      <a:pt x="3510" y="5598"/>
                      <a:pt x="3511" y="5599"/>
                      <a:pt x="3512" y="5599"/>
                    </a:cubicBezTo>
                    <a:cubicBezTo>
                      <a:pt x="3513" y="5600"/>
                      <a:pt x="3514" y="5601"/>
                      <a:pt x="3515" y="5602"/>
                    </a:cubicBezTo>
                    <a:cubicBezTo>
                      <a:pt x="3517" y="5603"/>
                      <a:pt x="3519" y="5603"/>
                      <a:pt x="3521" y="5604"/>
                    </a:cubicBezTo>
                    <a:cubicBezTo>
                      <a:pt x="3522" y="5604"/>
                      <a:pt x="3523" y="5605"/>
                      <a:pt x="3524" y="5605"/>
                    </a:cubicBezTo>
                    <a:cubicBezTo>
                      <a:pt x="3525" y="5605"/>
                      <a:pt x="3526" y="5606"/>
                      <a:pt x="3527" y="5606"/>
                    </a:cubicBezTo>
                    <a:cubicBezTo>
                      <a:pt x="3529" y="5606"/>
                      <a:pt x="3531" y="5607"/>
                      <a:pt x="3533" y="5607"/>
                    </a:cubicBezTo>
                    <a:cubicBezTo>
                      <a:pt x="3533" y="5607"/>
                      <a:pt x="3534" y="5607"/>
                      <a:pt x="3534" y="5607"/>
                    </a:cubicBezTo>
                    <a:cubicBezTo>
                      <a:pt x="3535" y="5607"/>
                      <a:pt x="3536" y="5607"/>
                      <a:pt x="3537" y="5607"/>
                    </a:cubicBezTo>
                    <a:cubicBezTo>
                      <a:pt x="3538" y="5607"/>
                      <a:pt x="3539" y="5607"/>
                      <a:pt x="3539" y="5608"/>
                    </a:cubicBezTo>
                    <a:cubicBezTo>
                      <a:pt x="3540" y="5608"/>
                      <a:pt x="3540" y="5609"/>
                      <a:pt x="3540" y="5610"/>
                    </a:cubicBezTo>
                    <a:cubicBezTo>
                      <a:pt x="3540" y="5610"/>
                      <a:pt x="3540" y="5611"/>
                      <a:pt x="3540" y="5611"/>
                    </a:cubicBezTo>
                    <a:cubicBezTo>
                      <a:pt x="3540" y="5612"/>
                      <a:pt x="3540" y="5613"/>
                      <a:pt x="3540" y="5613"/>
                    </a:cubicBezTo>
                    <a:cubicBezTo>
                      <a:pt x="3540" y="5616"/>
                      <a:pt x="3540" y="5616"/>
                      <a:pt x="3540" y="5616"/>
                    </a:cubicBezTo>
                    <a:cubicBezTo>
                      <a:pt x="3540" y="5617"/>
                      <a:pt x="3540" y="5617"/>
                      <a:pt x="3540" y="5618"/>
                    </a:cubicBezTo>
                    <a:cubicBezTo>
                      <a:pt x="3540" y="5619"/>
                      <a:pt x="3541" y="5620"/>
                      <a:pt x="3542" y="5621"/>
                    </a:cubicBezTo>
                    <a:cubicBezTo>
                      <a:pt x="3542" y="5622"/>
                      <a:pt x="3543" y="5623"/>
                      <a:pt x="3544" y="5623"/>
                    </a:cubicBezTo>
                    <a:cubicBezTo>
                      <a:pt x="3546" y="5624"/>
                      <a:pt x="3547" y="5624"/>
                      <a:pt x="3548" y="5624"/>
                    </a:cubicBezTo>
                    <a:cubicBezTo>
                      <a:pt x="3549" y="5625"/>
                      <a:pt x="3550" y="5625"/>
                      <a:pt x="3552" y="5625"/>
                    </a:cubicBezTo>
                    <a:cubicBezTo>
                      <a:pt x="3553" y="5625"/>
                      <a:pt x="3554" y="5625"/>
                      <a:pt x="3555" y="5625"/>
                    </a:cubicBezTo>
                    <a:cubicBezTo>
                      <a:pt x="3556" y="5625"/>
                      <a:pt x="3556" y="5625"/>
                      <a:pt x="3557" y="5625"/>
                    </a:cubicBezTo>
                    <a:cubicBezTo>
                      <a:pt x="3558" y="5625"/>
                      <a:pt x="3559" y="5625"/>
                      <a:pt x="3560" y="5625"/>
                    </a:cubicBezTo>
                    <a:cubicBezTo>
                      <a:pt x="3561" y="5626"/>
                      <a:pt x="3562" y="5626"/>
                      <a:pt x="3564" y="5626"/>
                    </a:cubicBezTo>
                    <a:cubicBezTo>
                      <a:pt x="3565" y="5626"/>
                      <a:pt x="3565" y="5629"/>
                      <a:pt x="3565" y="5630"/>
                    </a:cubicBezTo>
                    <a:cubicBezTo>
                      <a:pt x="3565" y="5631"/>
                      <a:pt x="3565" y="5632"/>
                      <a:pt x="3564" y="5632"/>
                    </a:cubicBezTo>
                    <a:cubicBezTo>
                      <a:pt x="3564" y="5633"/>
                      <a:pt x="3564" y="5635"/>
                      <a:pt x="3564" y="5636"/>
                    </a:cubicBezTo>
                    <a:cubicBezTo>
                      <a:pt x="3564" y="5636"/>
                      <a:pt x="3564" y="5637"/>
                      <a:pt x="3564" y="5638"/>
                    </a:cubicBezTo>
                    <a:cubicBezTo>
                      <a:pt x="3564" y="5639"/>
                      <a:pt x="3564" y="5640"/>
                      <a:pt x="3563" y="5641"/>
                    </a:cubicBezTo>
                    <a:cubicBezTo>
                      <a:pt x="3563" y="5642"/>
                      <a:pt x="3562" y="5644"/>
                      <a:pt x="3562" y="5645"/>
                    </a:cubicBezTo>
                    <a:cubicBezTo>
                      <a:pt x="3562" y="5647"/>
                      <a:pt x="3562" y="5648"/>
                      <a:pt x="3562" y="5649"/>
                    </a:cubicBezTo>
                    <a:cubicBezTo>
                      <a:pt x="3561" y="5650"/>
                      <a:pt x="3561" y="5651"/>
                      <a:pt x="3561" y="5652"/>
                    </a:cubicBezTo>
                    <a:cubicBezTo>
                      <a:pt x="3561" y="5654"/>
                      <a:pt x="3561" y="5656"/>
                      <a:pt x="3560" y="5658"/>
                    </a:cubicBezTo>
                    <a:cubicBezTo>
                      <a:pt x="3559" y="5658"/>
                      <a:pt x="3559" y="5659"/>
                      <a:pt x="3559" y="5659"/>
                    </a:cubicBezTo>
                    <a:cubicBezTo>
                      <a:pt x="3559" y="5660"/>
                      <a:pt x="3559" y="5660"/>
                      <a:pt x="3558" y="5661"/>
                    </a:cubicBezTo>
                    <a:cubicBezTo>
                      <a:pt x="3558" y="5662"/>
                      <a:pt x="3558" y="5663"/>
                      <a:pt x="3557" y="5664"/>
                    </a:cubicBezTo>
                    <a:cubicBezTo>
                      <a:pt x="3557" y="5665"/>
                      <a:pt x="3556" y="5666"/>
                      <a:pt x="3556" y="5667"/>
                    </a:cubicBezTo>
                    <a:cubicBezTo>
                      <a:pt x="3554" y="5669"/>
                      <a:pt x="3553" y="5671"/>
                      <a:pt x="3553" y="5673"/>
                    </a:cubicBezTo>
                    <a:cubicBezTo>
                      <a:pt x="3552" y="5675"/>
                      <a:pt x="3551" y="5677"/>
                      <a:pt x="3551" y="5679"/>
                    </a:cubicBezTo>
                    <a:cubicBezTo>
                      <a:pt x="3550" y="5680"/>
                      <a:pt x="3550" y="5682"/>
                      <a:pt x="3549" y="5683"/>
                    </a:cubicBezTo>
                    <a:cubicBezTo>
                      <a:pt x="3549" y="5684"/>
                      <a:pt x="3548" y="5685"/>
                      <a:pt x="3547" y="5686"/>
                    </a:cubicBezTo>
                    <a:cubicBezTo>
                      <a:pt x="3547" y="5686"/>
                      <a:pt x="3547" y="5687"/>
                      <a:pt x="3547" y="5687"/>
                    </a:cubicBezTo>
                    <a:cubicBezTo>
                      <a:pt x="3547" y="5688"/>
                      <a:pt x="3546" y="5690"/>
                      <a:pt x="3546" y="5691"/>
                    </a:cubicBezTo>
                    <a:cubicBezTo>
                      <a:pt x="3546" y="5692"/>
                      <a:pt x="3546" y="5693"/>
                      <a:pt x="3546" y="5694"/>
                    </a:cubicBezTo>
                    <a:cubicBezTo>
                      <a:pt x="3546" y="5695"/>
                      <a:pt x="3546" y="5696"/>
                      <a:pt x="3546" y="5697"/>
                    </a:cubicBezTo>
                    <a:cubicBezTo>
                      <a:pt x="3546" y="5698"/>
                      <a:pt x="3546" y="5699"/>
                      <a:pt x="3545" y="5700"/>
                    </a:cubicBezTo>
                    <a:cubicBezTo>
                      <a:pt x="3545" y="5701"/>
                      <a:pt x="3545" y="5702"/>
                      <a:pt x="3545" y="5703"/>
                    </a:cubicBezTo>
                    <a:cubicBezTo>
                      <a:pt x="3544" y="5704"/>
                      <a:pt x="3544" y="5705"/>
                      <a:pt x="3543" y="5705"/>
                    </a:cubicBezTo>
                    <a:cubicBezTo>
                      <a:pt x="3542" y="5706"/>
                      <a:pt x="3542" y="5706"/>
                      <a:pt x="3542" y="5707"/>
                    </a:cubicBezTo>
                    <a:cubicBezTo>
                      <a:pt x="3541" y="5708"/>
                      <a:pt x="3541" y="5709"/>
                      <a:pt x="3541" y="5710"/>
                    </a:cubicBezTo>
                    <a:cubicBezTo>
                      <a:pt x="3540" y="5711"/>
                      <a:pt x="3540" y="5712"/>
                      <a:pt x="3540" y="5714"/>
                    </a:cubicBezTo>
                    <a:cubicBezTo>
                      <a:pt x="3540" y="5715"/>
                      <a:pt x="3540" y="5716"/>
                      <a:pt x="3540" y="5717"/>
                    </a:cubicBezTo>
                    <a:cubicBezTo>
                      <a:pt x="3540" y="5717"/>
                      <a:pt x="3540" y="5718"/>
                      <a:pt x="3541" y="5719"/>
                    </a:cubicBezTo>
                    <a:cubicBezTo>
                      <a:pt x="3541" y="5719"/>
                      <a:pt x="3542" y="5719"/>
                      <a:pt x="3542" y="5719"/>
                    </a:cubicBezTo>
                    <a:cubicBezTo>
                      <a:pt x="3542" y="5719"/>
                      <a:pt x="3543" y="5720"/>
                      <a:pt x="3543" y="5720"/>
                    </a:cubicBezTo>
                    <a:cubicBezTo>
                      <a:pt x="3544" y="5721"/>
                      <a:pt x="3544" y="5722"/>
                      <a:pt x="3545" y="5724"/>
                    </a:cubicBezTo>
                    <a:cubicBezTo>
                      <a:pt x="3545" y="5725"/>
                      <a:pt x="3545" y="5725"/>
                      <a:pt x="3545" y="5726"/>
                    </a:cubicBezTo>
                    <a:cubicBezTo>
                      <a:pt x="3545" y="5727"/>
                      <a:pt x="3545" y="5728"/>
                      <a:pt x="3545" y="5729"/>
                    </a:cubicBezTo>
                    <a:cubicBezTo>
                      <a:pt x="3545" y="5730"/>
                      <a:pt x="3546" y="5731"/>
                      <a:pt x="3547" y="5732"/>
                    </a:cubicBezTo>
                    <a:cubicBezTo>
                      <a:pt x="3548" y="5732"/>
                      <a:pt x="3549" y="5733"/>
                      <a:pt x="3550" y="5734"/>
                    </a:cubicBezTo>
                    <a:cubicBezTo>
                      <a:pt x="3550" y="5734"/>
                      <a:pt x="3550" y="5735"/>
                      <a:pt x="3551" y="5735"/>
                    </a:cubicBezTo>
                    <a:cubicBezTo>
                      <a:pt x="3551" y="5735"/>
                      <a:pt x="3552" y="5736"/>
                      <a:pt x="3553" y="5736"/>
                    </a:cubicBezTo>
                    <a:cubicBezTo>
                      <a:pt x="3553" y="5736"/>
                      <a:pt x="3553" y="5736"/>
                      <a:pt x="3554" y="5737"/>
                    </a:cubicBezTo>
                    <a:cubicBezTo>
                      <a:pt x="3554" y="5737"/>
                      <a:pt x="3554" y="5737"/>
                      <a:pt x="3554" y="5737"/>
                    </a:cubicBezTo>
                    <a:cubicBezTo>
                      <a:pt x="3555" y="5738"/>
                      <a:pt x="3555" y="5738"/>
                      <a:pt x="3555" y="5739"/>
                    </a:cubicBezTo>
                    <a:cubicBezTo>
                      <a:pt x="3555" y="5740"/>
                      <a:pt x="3555" y="5740"/>
                      <a:pt x="3555" y="5740"/>
                    </a:cubicBezTo>
                    <a:cubicBezTo>
                      <a:pt x="3556" y="5741"/>
                      <a:pt x="3556" y="5741"/>
                      <a:pt x="3556" y="5742"/>
                    </a:cubicBezTo>
                    <a:cubicBezTo>
                      <a:pt x="3556" y="5742"/>
                      <a:pt x="3557" y="5742"/>
                      <a:pt x="3558" y="5743"/>
                    </a:cubicBezTo>
                    <a:cubicBezTo>
                      <a:pt x="3559" y="5743"/>
                      <a:pt x="3559" y="5744"/>
                      <a:pt x="3560" y="5744"/>
                    </a:cubicBezTo>
                    <a:cubicBezTo>
                      <a:pt x="3562" y="5744"/>
                      <a:pt x="3563" y="5745"/>
                      <a:pt x="3564" y="5745"/>
                    </a:cubicBezTo>
                    <a:cubicBezTo>
                      <a:pt x="3565" y="5746"/>
                      <a:pt x="3566" y="5746"/>
                      <a:pt x="3567" y="5746"/>
                    </a:cubicBezTo>
                    <a:cubicBezTo>
                      <a:pt x="3567" y="5746"/>
                      <a:pt x="3568" y="5746"/>
                      <a:pt x="3568" y="5747"/>
                    </a:cubicBezTo>
                    <a:cubicBezTo>
                      <a:pt x="3568" y="5747"/>
                      <a:pt x="3569" y="5747"/>
                      <a:pt x="3569" y="5748"/>
                    </a:cubicBezTo>
                    <a:cubicBezTo>
                      <a:pt x="3570" y="5748"/>
                      <a:pt x="3570" y="5748"/>
                      <a:pt x="3570" y="5748"/>
                    </a:cubicBezTo>
                    <a:cubicBezTo>
                      <a:pt x="3571" y="5748"/>
                      <a:pt x="3571" y="5749"/>
                      <a:pt x="3571" y="5749"/>
                    </a:cubicBezTo>
                    <a:cubicBezTo>
                      <a:pt x="3571" y="5749"/>
                      <a:pt x="3572" y="5749"/>
                      <a:pt x="3572" y="5750"/>
                    </a:cubicBezTo>
                    <a:cubicBezTo>
                      <a:pt x="3573" y="5751"/>
                      <a:pt x="3573" y="5752"/>
                      <a:pt x="3574" y="5752"/>
                    </a:cubicBezTo>
                    <a:cubicBezTo>
                      <a:pt x="3574" y="5753"/>
                      <a:pt x="3575" y="5753"/>
                      <a:pt x="3576" y="5754"/>
                    </a:cubicBezTo>
                    <a:cubicBezTo>
                      <a:pt x="3578" y="5755"/>
                      <a:pt x="3578" y="5757"/>
                      <a:pt x="3578" y="5759"/>
                    </a:cubicBezTo>
                    <a:cubicBezTo>
                      <a:pt x="3578" y="5760"/>
                      <a:pt x="3578" y="5762"/>
                      <a:pt x="3578" y="5763"/>
                    </a:cubicBezTo>
                    <a:cubicBezTo>
                      <a:pt x="3578" y="5764"/>
                      <a:pt x="3578" y="5766"/>
                      <a:pt x="3578" y="5767"/>
                    </a:cubicBezTo>
                    <a:cubicBezTo>
                      <a:pt x="3578" y="5769"/>
                      <a:pt x="3578" y="5772"/>
                      <a:pt x="3578" y="5774"/>
                    </a:cubicBezTo>
                    <a:cubicBezTo>
                      <a:pt x="3578" y="5775"/>
                      <a:pt x="3578" y="5775"/>
                      <a:pt x="3578" y="5776"/>
                    </a:cubicBezTo>
                    <a:cubicBezTo>
                      <a:pt x="3578" y="5778"/>
                      <a:pt x="3579" y="5780"/>
                      <a:pt x="3579" y="5781"/>
                    </a:cubicBezTo>
                    <a:cubicBezTo>
                      <a:pt x="3580" y="5782"/>
                      <a:pt x="3580" y="5783"/>
                      <a:pt x="3581" y="5783"/>
                    </a:cubicBezTo>
                    <a:cubicBezTo>
                      <a:pt x="3582" y="5784"/>
                      <a:pt x="3582" y="5784"/>
                      <a:pt x="3583" y="5785"/>
                    </a:cubicBezTo>
                    <a:cubicBezTo>
                      <a:pt x="3584" y="5785"/>
                      <a:pt x="3586" y="5786"/>
                      <a:pt x="3587" y="5786"/>
                    </a:cubicBezTo>
                    <a:cubicBezTo>
                      <a:pt x="3587" y="5786"/>
                      <a:pt x="3588" y="5786"/>
                      <a:pt x="3588" y="5786"/>
                    </a:cubicBezTo>
                    <a:cubicBezTo>
                      <a:pt x="3589" y="5787"/>
                      <a:pt x="3590" y="5787"/>
                      <a:pt x="3591" y="5786"/>
                    </a:cubicBezTo>
                    <a:cubicBezTo>
                      <a:pt x="3592" y="5786"/>
                      <a:pt x="3593" y="5786"/>
                      <a:pt x="3593" y="5786"/>
                    </a:cubicBezTo>
                    <a:cubicBezTo>
                      <a:pt x="3596" y="5785"/>
                      <a:pt x="3598" y="5782"/>
                      <a:pt x="3600" y="5780"/>
                    </a:cubicBezTo>
                    <a:cubicBezTo>
                      <a:pt x="3602" y="5779"/>
                      <a:pt x="3603" y="5777"/>
                      <a:pt x="3604" y="5776"/>
                    </a:cubicBezTo>
                    <a:cubicBezTo>
                      <a:pt x="3606" y="5775"/>
                      <a:pt x="3608" y="5775"/>
                      <a:pt x="3610" y="5774"/>
                    </a:cubicBezTo>
                    <a:cubicBezTo>
                      <a:pt x="3612" y="5774"/>
                      <a:pt x="3615" y="5774"/>
                      <a:pt x="3617" y="5774"/>
                    </a:cubicBezTo>
                    <a:cubicBezTo>
                      <a:pt x="3620" y="5773"/>
                      <a:pt x="3623" y="5773"/>
                      <a:pt x="3626" y="5773"/>
                    </a:cubicBezTo>
                    <a:cubicBezTo>
                      <a:pt x="3632" y="5773"/>
                      <a:pt x="3638" y="5773"/>
                      <a:pt x="3643" y="5771"/>
                    </a:cubicBezTo>
                    <a:cubicBezTo>
                      <a:pt x="3645" y="5771"/>
                      <a:pt x="3647" y="5770"/>
                      <a:pt x="3648" y="5769"/>
                    </a:cubicBezTo>
                    <a:cubicBezTo>
                      <a:pt x="3649" y="5768"/>
                      <a:pt x="3650" y="5766"/>
                      <a:pt x="3650" y="5765"/>
                    </a:cubicBezTo>
                    <a:cubicBezTo>
                      <a:pt x="3651" y="5765"/>
                      <a:pt x="3651" y="5764"/>
                      <a:pt x="3651" y="5764"/>
                    </a:cubicBezTo>
                    <a:cubicBezTo>
                      <a:pt x="3653" y="5762"/>
                      <a:pt x="3654" y="5760"/>
                      <a:pt x="3656" y="5760"/>
                    </a:cubicBezTo>
                    <a:cubicBezTo>
                      <a:pt x="3658" y="5759"/>
                      <a:pt x="3661" y="5759"/>
                      <a:pt x="3663" y="5761"/>
                    </a:cubicBezTo>
                    <a:cubicBezTo>
                      <a:pt x="3664" y="5763"/>
                      <a:pt x="3663" y="5765"/>
                      <a:pt x="3662" y="5767"/>
                    </a:cubicBezTo>
                    <a:cubicBezTo>
                      <a:pt x="3660" y="5769"/>
                      <a:pt x="3658" y="5770"/>
                      <a:pt x="3658" y="5772"/>
                    </a:cubicBezTo>
                    <a:cubicBezTo>
                      <a:pt x="3659" y="5774"/>
                      <a:pt x="3659" y="5775"/>
                      <a:pt x="3660" y="5776"/>
                    </a:cubicBezTo>
                    <a:cubicBezTo>
                      <a:pt x="3660" y="5778"/>
                      <a:pt x="3661" y="5779"/>
                      <a:pt x="3661" y="5781"/>
                    </a:cubicBezTo>
                    <a:cubicBezTo>
                      <a:pt x="3662" y="5783"/>
                      <a:pt x="3663" y="5787"/>
                      <a:pt x="3661" y="5788"/>
                    </a:cubicBezTo>
                    <a:cubicBezTo>
                      <a:pt x="3660" y="5789"/>
                      <a:pt x="3658" y="5789"/>
                      <a:pt x="3657" y="5789"/>
                    </a:cubicBezTo>
                    <a:cubicBezTo>
                      <a:pt x="3656" y="5789"/>
                      <a:pt x="3654" y="5789"/>
                      <a:pt x="3652" y="5789"/>
                    </a:cubicBezTo>
                    <a:cubicBezTo>
                      <a:pt x="3649" y="5788"/>
                      <a:pt x="3646" y="5789"/>
                      <a:pt x="3643" y="5790"/>
                    </a:cubicBezTo>
                    <a:cubicBezTo>
                      <a:pt x="3640" y="5792"/>
                      <a:pt x="3638" y="5793"/>
                      <a:pt x="3635" y="5793"/>
                    </a:cubicBezTo>
                    <a:cubicBezTo>
                      <a:pt x="3632" y="5793"/>
                      <a:pt x="3631" y="5791"/>
                      <a:pt x="3629" y="5790"/>
                    </a:cubicBezTo>
                    <a:cubicBezTo>
                      <a:pt x="3628" y="5789"/>
                      <a:pt x="3627" y="5789"/>
                      <a:pt x="3626" y="5789"/>
                    </a:cubicBezTo>
                    <a:cubicBezTo>
                      <a:pt x="3624" y="5789"/>
                      <a:pt x="3623" y="5789"/>
                      <a:pt x="3622" y="5790"/>
                    </a:cubicBezTo>
                    <a:cubicBezTo>
                      <a:pt x="3619" y="5792"/>
                      <a:pt x="3616" y="5793"/>
                      <a:pt x="3613" y="5794"/>
                    </a:cubicBezTo>
                    <a:cubicBezTo>
                      <a:pt x="3608" y="5796"/>
                      <a:pt x="3604" y="5795"/>
                      <a:pt x="3600" y="5795"/>
                    </a:cubicBezTo>
                    <a:cubicBezTo>
                      <a:pt x="3597" y="5795"/>
                      <a:pt x="3593" y="5795"/>
                      <a:pt x="3590" y="5797"/>
                    </a:cubicBezTo>
                    <a:cubicBezTo>
                      <a:pt x="3590" y="5798"/>
                      <a:pt x="3589" y="5798"/>
                      <a:pt x="3588" y="5799"/>
                    </a:cubicBezTo>
                    <a:cubicBezTo>
                      <a:pt x="3587" y="5800"/>
                      <a:pt x="3587" y="5801"/>
                      <a:pt x="3587" y="5802"/>
                    </a:cubicBezTo>
                    <a:cubicBezTo>
                      <a:pt x="3587" y="5802"/>
                      <a:pt x="3587" y="5802"/>
                      <a:pt x="3587" y="5803"/>
                    </a:cubicBezTo>
                    <a:cubicBezTo>
                      <a:pt x="3587" y="5803"/>
                      <a:pt x="3587" y="5804"/>
                      <a:pt x="3587" y="5804"/>
                    </a:cubicBezTo>
                    <a:cubicBezTo>
                      <a:pt x="3587" y="5805"/>
                      <a:pt x="3587" y="5806"/>
                      <a:pt x="3587" y="5807"/>
                    </a:cubicBezTo>
                    <a:cubicBezTo>
                      <a:pt x="3587" y="5808"/>
                      <a:pt x="3587" y="5809"/>
                      <a:pt x="3587" y="5809"/>
                    </a:cubicBezTo>
                    <a:cubicBezTo>
                      <a:pt x="3587" y="5811"/>
                      <a:pt x="3587" y="5813"/>
                      <a:pt x="3587" y="5815"/>
                    </a:cubicBezTo>
                    <a:cubicBezTo>
                      <a:pt x="3587" y="5816"/>
                      <a:pt x="3587" y="5817"/>
                      <a:pt x="3586" y="5819"/>
                    </a:cubicBezTo>
                    <a:cubicBezTo>
                      <a:pt x="3586" y="5820"/>
                      <a:pt x="3585" y="5822"/>
                      <a:pt x="3584" y="5823"/>
                    </a:cubicBezTo>
                    <a:cubicBezTo>
                      <a:pt x="3583" y="5824"/>
                      <a:pt x="3581" y="5823"/>
                      <a:pt x="3580" y="5823"/>
                    </a:cubicBezTo>
                    <a:cubicBezTo>
                      <a:pt x="3579" y="5823"/>
                      <a:pt x="3578" y="5822"/>
                      <a:pt x="3577" y="5822"/>
                    </a:cubicBezTo>
                    <a:cubicBezTo>
                      <a:pt x="3577" y="5822"/>
                      <a:pt x="3576" y="5821"/>
                      <a:pt x="3575" y="5821"/>
                    </a:cubicBezTo>
                    <a:cubicBezTo>
                      <a:pt x="3573" y="5821"/>
                      <a:pt x="3572" y="5821"/>
                      <a:pt x="3571" y="5821"/>
                    </a:cubicBezTo>
                    <a:cubicBezTo>
                      <a:pt x="3570" y="5821"/>
                      <a:pt x="3569" y="5822"/>
                      <a:pt x="3567" y="5822"/>
                    </a:cubicBezTo>
                    <a:cubicBezTo>
                      <a:pt x="3565" y="5822"/>
                      <a:pt x="3564" y="5823"/>
                      <a:pt x="3562" y="5823"/>
                    </a:cubicBezTo>
                    <a:cubicBezTo>
                      <a:pt x="3561" y="5824"/>
                      <a:pt x="3560" y="5825"/>
                      <a:pt x="3559" y="5826"/>
                    </a:cubicBezTo>
                    <a:cubicBezTo>
                      <a:pt x="3558" y="5826"/>
                      <a:pt x="3557" y="5827"/>
                      <a:pt x="3556" y="5828"/>
                    </a:cubicBezTo>
                    <a:cubicBezTo>
                      <a:pt x="3555" y="5828"/>
                      <a:pt x="3555" y="5829"/>
                      <a:pt x="3554" y="5830"/>
                    </a:cubicBezTo>
                    <a:cubicBezTo>
                      <a:pt x="3554" y="5831"/>
                      <a:pt x="3553" y="5832"/>
                      <a:pt x="3552" y="5833"/>
                    </a:cubicBezTo>
                    <a:cubicBezTo>
                      <a:pt x="3552" y="5835"/>
                      <a:pt x="3551" y="5836"/>
                      <a:pt x="3550" y="5837"/>
                    </a:cubicBezTo>
                    <a:cubicBezTo>
                      <a:pt x="3550" y="5838"/>
                      <a:pt x="3549" y="5838"/>
                      <a:pt x="3549" y="5839"/>
                    </a:cubicBezTo>
                    <a:cubicBezTo>
                      <a:pt x="3549" y="5839"/>
                      <a:pt x="3549" y="5840"/>
                      <a:pt x="3548" y="5841"/>
                    </a:cubicBezTo>
                    <a:cubicBezTo>
                      <a:pt x="3548" y="5842"/>
                      <a:pt x="3547" y="5843"/>
                      <a:pt x="3547" y="5845"/>
                    </a:cubicBezTo>
                    <a:cubicBezTo>
                      <a:pt x="3547" y="5845"/>
                      <a:pt x="3546" y="5846"/>
                      <a:pt x="3546" y="5847"/>
                    </a:cubicBezTo>
                    <a:cubicBezTo>
                      <a:pt x="3544" y="5848"/>
                      <a:pt x="3544" y="5849"/>
                      <a:pt x="3543" y="5851"/>
                    </a:cubicBezTo>
                    <a:cubicBezTo>
                      <a:pt x="3542" y="5852"/>
                      <a:pt x="3541" y="5853"/>
                      <a:pt x="3541" y="5855"/>
                    </a:cubicBezTo>
                    <a:cubicBezTo>
                      <a:pt x="3540" y="5856"/>
                      <a:pt x="3539" y="5858"/>
                      <a:pt x="3538" y="5860"/>
                    </a:cubicBezTo>
                    <a:cubicBezTo>
                      <a:pt x="3538" y="5862"/>
                      <a:pt x="3537" y="5864"/>
                      <a:pt x="3536" y="5865"/>
                    </a:cubicBezTo>
                    <a:cubicBezTo>
                      <a:pt x="3535" y="5866"/>
                      <a:pt x="3534" y="5867"/>
                      <a:pt x="3534" y="5869"/>
                    </a:cubicBezTo>
                    <a:cubicBezTo>
                      <a:pt x="3533" y="5870"/>
                      <a:pt x="3532" y="5872"/>
                      <a:pt x="3531" y="5874"/>
                    </a:cubicBezTo>
                    <a:cubicBezTo>
                      <a:pt x="3531" y="5875"/>
                      <a:pt x="3531" y="5877"/>
                      <a:pt x="3530" y="5879"/>
                    </a:cubicBezTo>
                    <a:cubicBezTo>
                      <a:pt x="3530" y="5880"/>
                      <a:pt x="3530" y="5882"/>
                      <a:pt x="3529" y="5884"/>
                    </a:cubicBezTo>
                    <a:cubicBezTo>
                      <a:pt x="3529" y="5885"/>
                      <a:pt x="3528" y="5886"/>
                      <a:pt x="3528" y="5887"/>
                    </a:cubicBezTo>
                    <a:cubicBezTo>
                      <a:pt x="3528" y="5888"/>
                      <a:pt x="3527" y="5890"/>
                      <a:pt x="3527" y="5891"/>
                    </a:cubicBezTo>
                    <a:cubicBezTo>
                      <a:pt x="3527" y="5893"/>
                      <a:pt x="3527" y="5895"/>
                      <a:pt x="3527" y="5897"/>
                    </a:cubicBezTo>
                    <a:cubicBezTo>
                      <a:pt x="3527" y="5898"/>
                      <a:pt x="3527" y="5898"/>
                      <a:pt x="3527" y="5899"/>
                    </a:cubicBezTo>
                    <a:cubicBezTo>
                      <a:pt x="3526" y="5900"/>
                      <a:pt x="3526" y="5902"/>
                      <a:pt x="3526" y="5903"/>
                    </a:cubicBezTo>
                    <a:cubicBezTo>
                      <a:pt x="3526" y="5905"/>
                      <a:pt x="3526" y="5907"/>
                      <a:pt x="3526" y="5909"/>
                    </a:cubicBezTo>
                    <a:cubicBezTo>
                      <a:pt x="3526" y="5911"/>
                      <a:pt x="3526" y="5912"/>
                      <a:pt x="3526" y="5914"/>
                    </a:cubicBezTo>
                    <a:cubicBezTo>
                      <a:pt x="3526" y="5915"/>
                      <a:pt x="3527" y="5917"/>
                      <a:pt x="3527" y="5918"/>
                    </a:cubicBezTo>
                    <a:cubicBezTo>
                      <a:pt x="3528" y="5919"/>
                      <a:pt x="3529" y="5920"/>
                      <a:pt x="3530" y="5921"/>
                    </a:cubicBezTo>
                    <a:cubicBezTo>
                      <a:pt x="3531" y="5922"/>
                      <a:pt x="3531" y="5923"/>
                      <a:pt x="3532" y="5924"/>
                    </a:cubicBezTo>
                    <a:cubicBezTo>
                      <a:pt x="3532" y="5925"/>
                      <a:pt x="3533" y="5925"/>
                      <a:pt x="3533" y="5925"/>
                    </a:cubicBezTo>
                    <a:cubicBezTo>
                      <a:pt x="3534" y="5926"/>
                      <a:pt x="3534" y="5927"/>
                      <a:pt x="3535" y="5927"/>
                    </a:cubicBezTo>
                    <a:cubicBezTo>
                      <a:pt x="3535" y="5927"/>
                      <a:pt x="3535" y="5927"/>
                      <a:pt x="3535" y="5927"/>
                    </a:cubicBezTo>
                    <a:cubicBezTo>
                      <a:pt x="3535" y="5928"/>
                      <a:pt x="3536" y="5928"/>
                      <a:pt x="3536" y="5928"/>
                    </a:cubicBezTo>
                    <a:cubicBezTo>
                      <a:pt x="3536" y="5929"/>
                      <a:pt x="3537" y="5929"/>
                      <a:pt x="3537" y="5929"/>
                    </a:cubicBezTo>
                    <a:cubicBezTo>
                      <a:pt x="3537" y="5930"/>
                      <a:pt x="3537" y="5930"/>
                      <a:pt x="3538" y="5930"/>
                    </a:cubicBezTo>
                    <a:cubicBezTo>
                      <a:pt x="3538" y="5930"/>
                      <a:pt x="3539" y="5931"/>
                      <a:pt x="3539" y="5931"/>
                    </a:cubicBezTo>
                    <a:cubicBezTo>
                      <a:pt x="3540" y="5932"/>
                      <a:pt x="3541" y="5932"/>
                      <a:pt x="3542" y="5933"/>
                    </a:cubicBezTo>
                    <a:cubicBezTo>
                      <a:pt x="3542" y="5934"/>
                      <a:pt x="3543" y="5934"/>
                      <a:pt x="3543" y="5935"/>
                    </a:cubicBezTo>
                    <a:cubicBezTo>
                      <a:pt x="3544" y="5936"/>
                      <a:pt x="3544" y="5936"/>
                      <a:pt x="3545" y="5937"/>
                    </a:cubicBezTo>
                    <a:cubicBezTo>
                      <a:pt x="3545" y="5938"/>
                      <a:pt x="3545" y="5938"/>
                      <a:pt x="3545" y="5939"/>
                    </a:cubicBezTo>
                    <a:cubicBezTo>
                      <a:pt x="3544" y="5940"/>
                      <a:pt x="3544" y="5941"/>
                      <a:pt x="3544" y="5943"/>
                    </a:cubicBezTo>
                    <a:cubicBezTo>
                      <a:pt x="3545" y="5944"/>
                      <a:pt x="3545" y="5945"/>
                      <a:pt x="3545" y="5946"/>
                    </a:cubicBezTo>
                    <a:cubicBezTo>
                      <a:pt x="3545" y="5948"/>
                      <a:pt x="3546" y="5949"/>
                      <a:pt x="3546" y="5950"/>
                    </a:cubicBezTo>
                    <a:cubicBezTo>
                      <a:pt x="3547" y="5952"/>
                      <a:pt x="3547" y="5954"/>
                      <a:pt x="3548" y="5956"/>
                    </a:cubicBezTo>
                    <a:cubicBezTo>
                      <a:pt x="3549" y="5957"/>
                      <a:pt x="3550" y="5959"/>
                      <a:pt x="3550" y="5960"/>
                    </a:cubicBezTo>
                    <a:cubicBezTo>
                      <a:pt x="3550" y="5961"/>
                      <a:pt x="3551" y="5961"/>
                      <a:pt x="3551" y="5962"/>
                    </a:cubicBezTo>
                    <a:cubicBezTo>
                      <a:pt x="3552" y="5962"/>
                      <a:pt x="3552" y="5962"/>
                      <a:pt x="3553" y="5962"/>
                    </a:cubicBezTo>
                    <a:cubicBezTo>
                      <a:pt x="3553" y="5963"/>
                      <a:pt x="3553" y="5965"/>
                      <a:pt x="3554" y="5965"/>
                    </a:cubicBezTo>
                    <a:cubicBezTo>
                      <a:pt x="3554" y="5966"/>
                      <a:pt x="3555" y="5966"/>
                      <a:pt x="3555" y="5966"/>
                    </a:cubicBezTo>
                    <a:cubicBezTo>
                      <a:pt x="3556" y="5967"/>
                      <a:pt x="3556" y="5967"/>
                      <a:pt x="3556" y="5968"/>
                    </a:cubicBezTo>
                    <a:cubicBezTo>
                      <a:pt x="3556" y="5969"/>
                      <a:pt x="3556" y="5970"/>
                      <a:pt x="3556" y="5971"/>
                    </a:cubicBezTo>
                    <a:cubicBezTo>
                      <a:pt x="3556" y="5972"/>
                      <a:pt x="3556" y="5972"/>
                      <a:pt x="3556" y="5973"/>
                    </a:cubicBezTo>
                    <a:cubicBezTo>
                      <a:pt x="3556" y="5975"/>
                      <a:pt x="3555" y="5976"/>
                      <a:pt x="3554" y="5978"/>
                    </a:cubicBezTo>
                    <a:cubicBezTo>
                      <a:pt x="3553" y="5979"/>
                      <a:pt x="3553" y="5980"/>
                      <a:pt x="3552" y="5980"/>
                    </a:cubicBezTo>
                    <a:cubicBezTo>
                      <a:pt x="3551" y="5981"/>
                      <a:pt x="3551" y="5982"/>
                      <a:pt x="3550" y="5982"/>
                    </a:cubicBezTo>
                    <a:cubicBezTo>
                      <a:pt x="3550" y="5982"/>
                      <a:pt x="3550" y="5983"/>
                      <a:pt x="3549" y="5983"/>
                    </a:cubicBezTo>
                    <a:cubicBezTo>
                      <a:pt x="3549" y="5983"/>
                      <a:pt x="3549" y="5983"/>
                      <a:pt x="3548" y="5984"/>
                    </a:cubicBezTo>
                    <a:cubicBezTo>
                      <a:pt x="3547" y="5984"/>
                      <a:pt x="3547" y="5985"/>
                      <a:pt x="3546" y="5986"/>
                    </a:cubicBezTo>
                    <a:cubicBezTo>
                      <a:pt x="3546" y="5987"/>
                      <a:pt x="3545" y="5987"/>
                      <a:pt x="3544" y="5988"/>
                    </a:cubicBezTo>
                    <a:cubicBezTo>
                      <a:pt x="3544" y="5989"/>
                      <a:pt x="3543" y="5989"/>
                      <a:pt x="3543" y="5990"/>
                    </a:cubicBezTo>
                    <a:cubicBezTo>
                      <a:pt x="3541" y="5991"/>
                      <a:pt x="3540" y="5993"/>
                      <a:pt x="3538" y="5994"/>
                    </a:cubicBezTo>
                    <a:cubicBezTo>
                      <a:pt x="3537" y="5995"/>
                      <a:pt x="3535" y="5996"/>
                      <a:pt x="3534" y="5997"/>
                    </a:cubicBezTo>
                    <a:cubicBezTo>
                      <a:pt x="3533" y="5998"/>
                      <a:pt x="3532" y="6000"/>
                      <a:pt x="3532" y="6001"/>
                    </a:cubicBezTo>
                    <a:cubicBezTo>
                      <a:pt x="3531" y="6002"/>
                      <a:pt x="3530" y="6002"/>
                      <a:pt x="3530" y="6003"/>
                    </a:cubicBezTo>
                    <a:cubicBezTo>
                      <a:pt x="3529" y="6003"/>
                      <a:pt x="3529" y="6004"/>
                      <a:pt x="3529" y="6005"/>
                    </a:cubicBezTo>
                    <a:cubicBezTo>
                      <a:pt x="3529" y="6006"/>
                      <a:pt x="3529" y="6007"/>
                      <a:pt x="3528" y="6007"/>
                    </a:cubicBezTo>
                    <a:cubicBezTo>
                      <a:pt x="3528" y="6009"/>
                      <a:pt x="3526" y="6012"/>
                      <a:pt x="3527" y="6014"/>
                    </a:cubicBezTo>
                    <a:cubicBezTo>
                      <a:pt x="3527" y="6014"/>
                      <a:pt x="3527" y="6014"/>
                      <a:pt x="3527" y="6014"/>
                    </a:cubicBezTo>
                    <a:cubicBezTo>
                      <a:pt x="3527" y="6014"/>
                      <a:pt x="3527" y="6015"/>
                      <a:pt x="3527" y="6015"/>
                    </a:cubicBezTo>
                    <a:cubicBezTo>
                      <a:pt x="3528" y="6016"/>
                      <a:pt x="3528" y="6017"/>
                      <a:pt x="3528" y="6017"/>
                    </a:cubicBezTo>
                    <a:cubicBezTo>
                      <a:pt x="3529" y="6019"/>
                      <a:pt x="3530" y="6021"/>
                      <a:pt x="3530" y="6023"/>
                    </a:cubicBezTo>
                    <a:cubicBezTo>
                      <a:pt x="3531" y="6024"/>
                      <a:pt x="3533" y="6026"/>
                      <a:pt x="3534" y="6027"/>
                    </a:cubicBezTo>
                    <a:cubicBezTo>
                      <a:pt x="3535" y="6030"/>
                      <a:pt x="3535" y="6032"/>
                      <a:pt x="3535" y="6034"/>
                    </a:cubicBezTo>
                    <a:cubicBezTo>
                      <a:pt x="3535" y="6037"/>
                      <a:pt x="3536" y="6040"/>
                      <a:pt x="3536" y="6043"/>
                    </a:cubicBezTo>
                    <a:cubicBezTo>
                      <a:pt x="3536" y="6046"/>
                      <a:pt x="3536" y="6050"/>
                      <a:pt x="3536" y="6053"/>
                    </a:cubicBezTo>
                    <a:cubicBezTo>
                      <a:pt x="3535" y="6056"/>
                      <a:pt x="3536" y="6059"/>
                      <a:pt x="3536" y="6062"/>
                    </a:cubicBezTo>
                    <a:cubicBezTo>
                      <a:pt x="3536" y="6065"/>
                      <a:pt x="3535" y="6068"/>
                      <a:pt x="3535" y="6070"/>
                    </a:cubicBezTo>
                    <a:cubicBezTo>
                      <a:pt x="3535" y="6073"/>
                      <a:pt x="3535" y="6076"/>
                      <a:pt x="3535" y="6079"/>
                    </a:cubicBezTo>
                    <a:cubicBezTo>
                      <a:pt x="3535" y="6082"/>
                      <a:pt x="3535" y="6085"/>
                      <a:pt x="3535" y="6088"/>
                    </a:cubicBezTo>
                    <a:cubicBezTo>
                      <a:pt x="3535" y="6089"/>
                      <a:pt x="3535" y="6091"/>
                      <a:pt x="3535" y="6092"/>
                    </a:cubicBezTo>
                    <a:cubicBezTo>
                      <a:pt x="3535" y="6092"/>
                      <a:pt x="3535" y="6092"/>
                      <a:pt x="3535" y="6092"/>
                    </a:cubicBezTo>
                    <a:cubicBezTo>
                      <a:pt x="3535" y="6093"/>
                      <a:pt x="3535" y="6094"/>
                      <a:pt x="3535" y="6095"/>
                    </a:cubicBezTo>
                    <a:cubicBezTo>
                      <a:pt x="3535" y="6096"/>
                      <a:pt x="3536" y="6098"/>
                      <a:pt x="3536" y="6099"/>
                    </a:cubicBezTo>
                    <a:cubicBezTo>
                      <a:pt x="3536" y="6103"/>
                      <a:pt x="3538" y="6107"/>
                      <a:pt x="3538" y="6111"/>
                    </a:cubicBezTo>
                    <a:cubicBezTo>
                      <a:pt x="3538" y="6112"/>
                      <a:pt x="3538" y="6113"/>
                      <a:pt x="3538" y="6113"/>
                    </a:cubicBezTo>
                    <a:cubicBezTo>
                      <a:pt x="3538" y="6115"/>
                      <a:pt x="3539" y="6116"/>
                      <a:pt x="3539" y="6117"/>
                    </a:cubicBezTo>
                    <a:cubicBezTo>
                      <a:pt x="3540" y="6119"/>
                      <a:pt x="3541" y="6120"/>
                      <a:pt x="3542" y="6121"/>
                    </a:cubicBezTo>
                    <a:cubicBezTo>
                      <a:pt x="3544" y="6121"/>
                      <a:pt x="3545" y="6122"/>
                      <a:pt x="3547" y="6123"/>
                    </a:cubicBezTo>
                    <a:cubicBezTo>
                      <a:pt x="3547" y="6123"/>
                      <a:pt x="3548" y="6123"/>
                      <a:pt x="3548" y="6123"/>
                    </a:cubicBezTo>
                    <a:cubicBezTo>
                      <a:pt x="3549" y="6124"/>
                      <a:pt x="3550" y="6124"/>
                      <a:pt x="3551" y="6124"/>
                    </a:cubicBezTo>
                    <a:cubicBezTo>
                      <a:pt x="3551" y="6125"/>
                      <a:pt x="3551" y="6125"/>
                      <a:pt x="3552" y="6125"/>
                    </a:cubicBezTo>
                    <a:cubicBezTo>
                      <a:pt x="3553" y="6126"/>
                      <a:pt x="3554" y="6126"/>
                      <a:pt x="3554" y="6127"/>
                    </a:cubicBezTo>
                    <a:cubicBezTo>
                      <a:pt x="3556" y="6128"/>
                      <a:pt x="3556" y="6130"/>
                      <a:pt x="3555" y="6132"/>
                    </a:cubicBezTo>
                    <a:cubicBezTo>
                      <a:pt x="3555" y="6133"/>
                      <a:pt x="3555" y="6135"/>
                      <a:pt x="3554" y="6136"/>
                    </a:cubicBezTo>
                    <a:cubicBezTo>
                      <a:pt x="3554" y="6138"/>
                      <a:pt x="3553" y="6139"/>
                      <a:pt x="3552" y="6141"/>
                    </a:cubicBezTo>
                    <a:cubicBezTo>
                      <a:pt x="3551" y="6143"/>
                      <a:pt x="3550" y="6145"/>
                      <a:pt x="3548" y="6146"/>
                    </a:cubicBezTo>
                    <a:cubicBezTo>
                      <a:pt x="3546" y="6147"/>
                      <a:pt x="3544" y="6148"/>
                      <a:pt x="3543" y="6150"/>
                    </a:cubicBezTo>
                    <a:cubicBezTo>
                      <a:pt x="3543" y="6151"/>
                      <a:pt x="3542" y="6152"/>
                      <a:pt x="3542" y="6154"/>
                    </a:cubicBezTo>
                    <a:cubicBezTo>
                      <a:pt x="3542" y="6155"/>
                      <a:pt x="3542" y="6156"/>
                      <a:pt x="3543" y="6157"/>
                    </a:cubicBezTo>
                    <a:cubicBezTo>
                      <a:pt x="3543" y="6157"/>
                      <a:pt x="3543" y="6157"/>
                      <a:pt x="3543" y="6157"/>
                    </a:cubicBezTo>
                    <a:cubicBezTo>
                      <a:pt x="3543" y="6157"/>
                      <a:pt x="3543" y="6157"/>
                      <a:pt x="3543" y="6158"/>
                    </a:cubicBezTo>
                    <a:cubicBezTo>
                      <a:pt x="3543" y="6159"/>
                      <a:pt x="3543" y="6160"/>
                      <a:pt x="3544" y="6162"/>
                    </a:cubicBezTo>
                    <a:cubicBezTo>
                      <a:pt x="3545" y="6163"/>
                      <a:pt x="3546" y="6163"/>
                      <a:pt x="3547" y="6164"/>
                    </a:cubicBezTo>
                    <a:cubicBezTo>
                      <a:pt x="3548" y="6164"/>
                      <a:pt x="3548" y="6164"/>
                      <a:pt x="3548" y="6164"/>
                    </a:cubicBezTo>
                    <a:cubicBezTo>
                      <a:pt x="3548" y="6164"/>
                      <a:pt x="3548" y="6164"/>
                      <a:pt x="3548" y="6165"/>
                    </a:cubicBezTo>
                    <a:cubicBezTo>
                      <a:pt x="3550" y="6166"/>
                      <a:pt x="3552" y="6167"/>
                      <a:pt x="3553" y="6169"/>
                    </a:cubicBezTo>
                    <a:cubicBezTo>
                      <a:pt x="3553" y="6170"/>
                      <a:pt x="3554" y="6171"/>
                      <a:pt x="3554" y="6172"/>
                    </a:cubicBezTo>
                    <a:cubicBezTo>
                      <a:pt x="3555" y="6173"/>
                      <a:pt x="3555" y="6174"/>
                      <a:pt x="3556" y="6175"/>
                    </a:cubicBezTo>
                    <a:cubicBezTo>
                      <a:pt x="3556" y="6176"/>
                      <a:pt x="3556" y="6177"/>
                      <a:pt x="3556" y="6178"/>
                    </a:cubicBezTo>
                    <a:cubicBezTo>
                      <a:pt x="3557" y="6179"/>
                      <a:pt x="3556" y="6180"/>
                      <a:pt x="3556" y="6180"/>
                    </a:cubicBezTo>
                    <a:cubicBezTo>
                      <a:pt x="3557" y="6182"/>
                      <a:pt x="3557" y="6182"/>
                      <a:pt x="3556" y="6183"/>
                    </a:cubicBezTo>
                    <a:cubicBezTo>
                      <a:pt x="3555" y="6186"/>
                      <a:pt x="3555" y="6187"/>
                      <a:pt x="3553" y="6189"/>
                    </a:cubicBezTo>
                    <a:cubicBezTo>
                      <a:pt x="3553" y="6190"/>
                      <a:pt x="3552" y="6192"/>
                      <a:pt x="3551" y="6193"/>
                    </a:cubicBezTo>
                    <a:cubicBezTo>
                      <a:pt x="3551" y="6194"/>
                      <a:pt x="3550" y="6195"/>
                      <a:pt x="3549" y="6197"/>
                    </a:cubicBezTo>
                    <a:cubicBezTo>
                      <a:pt x="3548" y="6198"/>
                      <a:pt x="3547" y="6200"/>
                      <a:pt x="3546" y="6202"/>
                    </a:cubicBezTo>
                    <a:cubicBezTo>
                      <a:pt x="3545" y="6202"/>
                      <a:pt x="3545" y="6203"/>
                      <a:pt x="3544" y="6203"/>
                    </a:cubicBezTo>
                    <a:cubicBezTo>
                      <a:pt x="3543" y="6204"/>
                      <a:pt x="3543" y="6205"/>
                      <a:pt x="3542" y="6206"/>
                    </a:cubicBezTo>
                    <a:cubicBezTo>
                      <a:pt x="3541" y="6206"/>
                      <a:pt x="3541" y="6207"/>
                      <a:pt x="3540" y="6208"/>
                    </a:cubicBezTo>
                    <a:cubicBezTo>
                      <a:pt x="3539" y="6209"/>
                      <a:pt x="3538" y="6209"/>
                      <a:pt x="3537" y="6210"/>
                    </a:cubicBezTo>
                    <a:cubicBezTo>
                      <a:pt x="3536" y="6211"/>
                      <a:pt x="3534" y="6212"/>
                      <a:pt x="3533" y="6214"/>
                    </a:cubicBezTo>
                    <a:cubicBezTo>
                      <a:pt x="3532" y="6215"/>
                      <a:pt x="3532" y="6216"/>
                      <a:pt x="3531" y="6217"/>
                    </a:cubicBezTo>
                    <a:cubicBezTo>
                      <a:pt x="3531" y="6217"/>
                      <a:pt x="3530" y="6217"/>
                      <a:pt x="3530" y="6218"/>
                    </a:cubicBezTo>
                    <a:cubicBezTo>
                      <a:pt x="3533" y="6222"/>
                      <a:pt x="3533" y="6222"/>
                      <a:pt x="3533" y="6222"/>
                    </a:cubicBezTo>
                    <a:cubicBezTo>
                      <a:pt x="3535" y="6224"/>
                      <a:pt x="3538" y="6225"/>
                      <a:pt x="3541" y="6227"/>
                    </a:cubicBezTo>
                    <a:cubicBezTo>
                      <a:pt x="3544" y="6229"/>
                      <a:pt x="3546" y="6231"/>
                      <a:pt x="3549" y="6233"/>
                    </a:cubicBezTo>
                    <a:cubicBezTo>
                      <a:pt x="3552" y="6235"/>
                      <a:pt x="3554" y="6237"/>
                      <a:pt x="3556" y="6239"/>
                    </a:cubicBezTo>
                    <a:cubicBezTo>
                      <a:pt x="3557" y="6240"/>
                      <a:pt x="3557" y="6240"/>
                      <a:pt x="3558" y="6240"/>
                    </a:cubicBezTo>
                    <a:cubicBezTo>
                      <a:pt x="3558" y="6240"/>
                      <a:pt x="3558" y="6240"/>
                      <a:pt x="3558" y="6240"/>
                    </a:cubicBezTo>
                    <a:cubicBezTo>
                      <a:pt x="3560" y="6242"/>
                      <a:pt x="3562" y="6244"/>
                      <a:pt x="3564" y="6245"/>
                    </a:cubicBezTo>
                    <a:cubicBezTo>
                      <a:pt x="3566" y="6245"/>
                      <a:pt x="3567" y="6246"/>
                      <a:pt x="3569" y="6246"/>
                    </a:cubicBezTo>
                    <a:cubicBezTo>
                      <a:pt x="3571" y="6247"/>
                      <a:pt x="3574" y="6247"/>
                      <a:pt x="3576" y="6248"/>
                    </a:cubicBezTo>
                    <a:cubicBezTo>
                      <a:pt x="3579" y="6249"/>
                      <a:pt x="3581" y="6251"/>
                      <a:pt x="3584" y="6251"/>
                    </a:cubicBezTo>
                    <a:cubicBezTo>
                      <a:pt x="3587" y="6251"/>
                      <a:pt x="3591" y="6249"/>
                      <a:pt x="3594" y="6248"/>
                    </a:cubicBezTo>
                    <a:cubicBezTo>
                      <a:pt x="3597" y="6247"/>
                      <a:pt x="3600" y="6245"/>
                      <a:pt x="3603" y="6243"/>
                    </a:cubicBezTo>
                    <a:cubicBezTo>
                      <a:pt x="3606" y="6240"/>
                      <a:pt x="3607" y="6237"/>
                      <a:pt x="3611" y="6235"/>
                    </a:cubicBezTo>
                    <a:cubicBezTo>
                      <a:pt x="3616" y="6232"/>
                      <a:pt x="3620" y="6229"/>
                      <a:pt x="3626" y="6228"/>
                    </a:cubicBezTo>
                    <a:cubicBezTo>
                      <a:pt x="3629" y="6228"/>
                      <a:pt x="3631" y="6227"/>
                      <a:pt x="3634" y="6228"/>
                    </a:cubicBezTo>
                    <a:cubicBezTo>
                      <a:pt x="3636" y="6228"/>
                      <a:pt x="3639" y="6229"/>
                      <a:pt x="3641" y="6230"/>
                    </a:cubicBezTo>
                    <a:cubicBezTo>
                      <a:pt x="3644" y="6231"/>
                      <a:pt x="3648" y="6232"/>
                      <a:pt x="3650" y="6233"/>
                    </a:cubicBezTo>
                    <a:cubicBezTo>
                      <a:pt x="3652" y="6234"/>
                      <a:pt x="3654" y="6235"/>
                      <a:pt x="3656" y="6236"/>
                    </a:cubicBezTo>
                    <a:cubicBezTo>
                      <a:pt x="3658" y="6237"/>
                      <a:pt x="3661" y="6239"/>
                      <a:pt x="3663" y="6239"/>
                    </a:cubicBezTo>
                    <a:cubicBezTo>
                      <a:pt x="3665" y="6238"/>
                      <a:pt x="3666" y="6237"/>
                      <a:pt x="3668" y="6236"/>
                    </a:cubicBezTo>
                    <a:cubicBezTo>
                      <a:pt x="3669" y="6236"/>
                      <a:pt x="3671" y="6235"/>
                      <a:pt x="3672" y="6234"/>
                    </a:cubicBezTo>
                    <a:cubicBezTo>
                      <a:pt x="3675" y="6233"/>
                      <a:pt x="3678" y="6231"/>
                      <a:pt x="3681" y="6230"/>
                    </a:cubicBezTo>
                    <a:cubicBezTo>
                      <a:pt x="3682" y="6229"/>
                      <a:pt x="3684" y="6229"/>
                      <a:pt x="3685" y="6229"/>
                    </a:cubicBezTo>
                    <a:cubicBezTo>
                      <a:pt x="3686" y="6228"/>
                      <a:pt x="3687" y="6228"/>
                      <a:pt x="3688" y="6228"/>
                    </a:cubicBezTo>
                    <a:cubicBezTo>
                      <a:pt x="3690" y="6228"/>
                      <a:pt x="3690" y="6228"/>
                      <a:pt x="3690" y="6228"/>
                    </a:cubicBezTo>
                    <a:cubicBezTo>
                      <a:pt x="3692" y="6228"/>
                      <a:pt x="3695" y="6228"/>
                      <a:pt x="3698" y="6228"/>
                    </a:cubicBezTo>
                    <a:cubicBezTo>
                      <a:pt x="3699" y="6228"/>
                      <a:pt x="3701" y="6228"/>
                      <a:pt x="3703" y="6228"/>
                    </a:cubicBezTo>
                    <a:cubicBezTo>
                      <a:pt x="3705" y="6228"/>
                      <a:pt x="3706" y="6228"/>
                      <a:pt x="3708" y="6229"/>
                    </a:cubicBezTo>
                    <a:cubicBezTo>
                      <a:pt x="3708" y="6229"/>
                      <a:pt x="3707" y="6229"/>
                      <a:pt x="3707" y="6229"/>
                    </a:cubicBezTo>
                    <a:cubicBezTo>
                      <a:pt x="3708" y="6229"/>
                      <a:pt x="3708" y="6229"/>
                      <a:pt x="3708" y="6229"/>
                    </a:cubicBezTo>
                    <a:cubicBezTo>
                      <a:pt x="3709" y="6229"/>
                      <a:pt x="3711" y="6229"/>
                      <a:pt x="3712" y="6230"/>
                    </a:cubicBezTo>
                    <a:cubicBezTo>
                      <a:pt x="3712" y="6230"/>
                      <a:pt x="3712" y="6230"/>
                      <a:pt x="3712" y="6230"/>
                    </a:cubicBezTo>
                    <a:cubicBezTo>
                      <a:pt x="3713" y="6231"/>
                      <a:pt x="3714" y="6232"/>
                      <a:pt x="3714" y="6232"/>
                    </a:cubicBezTo>
                    <a:cubicBezTo>
                      <a:pt x="3716" y="6234"/>
                      <a:pt x="3717" y="6235"/>
                      <a:pt x="3718" y="6236"/>
                    </a:cubicBezTo>
                    <a:cubicBezTo>
                      <a:pt x="3720" y="6237"/>
                      <a:pt x="3723" y="6239"/>
                      <a:pt x="3725" y="6239"/>
                    </a:cubicBezTo>
                    <a:cubicBezTo>
                      <a:pt x="3727" y="6240"/>
                      <a:pt x="3731" y="6241"/>
                      <a:pt x="3732" y="6240"/>
                    </a:cubicBezTo>
                    <a:cubicBezTo>
                      <a:pt x="3735" y="6239"/>
                      <a:pt x="3739" y="6238"/>
                      <a:pt x="3742" y="6238"/>
                    </a:cubicBezTo>
                    <a:cubicBezTo>
                      <a:pt x="3745" y="6238"/>
                      <a:pt x="3748" y="6238"/>
                      <a:pt x="3751" y="6239"/>
                    </a:cubicBezTo>
                    <a:cubicBezTo>
                      <a:pt x="3753" y="6240"/>
                      <a:pt x="3754" y="6240"/>
                      <a:pt x="3756" y="6241"/>
                    </a:cubicBezTo>
                    <a:cubicBezTo>
                      <a:pt x="3756" y="6241"/>
                      <a:pt x="3756" y="6241"/>
                      <a:pt x="3756" y="6241"/>
                    </a:cubicBezTo>
                    <a:cubicBezTo>
                      <a:pt x="3759" y="6242"/>
                      <a:pt x="3761" y="6244"/>
                      <a:pt x="3763" y="6246"/>
                    </a:cubicBezTo>
                    <a:cubicBezTo>
                      <a:pt x="3763" y="6246"/>
                      <a:pt x="3763" y="6246"/>
                      <a:pt x="3763" y="6246"/>
                    </a:cubicBezTo>
                    <a:cubicBezTo>
                      <a:pt x="3765" y="6248"/>
                      <a:pt x="3765" y="6250"/>
                      <a:pt x="3768" y="6251"/>
                    </a:cubicBezTo>
                    <a:cubicBezTo>
                      <a:pt x="3773" y="6253"/>
                      <a:pt x="3777" y="6249"/>
                      <a:pt x="3782" y="6248"/>
                    </a:cubicBezTo>
                    <a:cubicBezTo>
                      <a:pt x="3787" y="6246"/>
                      <a:pt x="3792" y="6246"/>
                      <a:pt x="3797" y="6249"/>
                    </a:cubicBezTo>
                    <a:cubicBezTo>
                      <a:pt x="3799" y="6250"/>
                      <a:pt x="3801" y="6251"/>
                      <a:pt x="3804" y="6251"/>
                    </a:cubicBezTo>
                    <a:cubicBezTo>
                      <a:pt x="3805" y="6252"/>
                      <a:pt x="3807" y="6253"/>
                      <a:pt x="3809" y="6254"/>
                    </a:cubicBezTo>
                    <a:cubicBezTo>
                      <a:pt x="3809" y="6254"/>
                      <a:pt x="3809" y="6254"/>
                      <a:pt x="3809" y="6254"/>
                    </a:cubicBezTo>
                    <a:cubicBezTo>
                      <a:pt x="3809" y="6254"/>
                      <a:pt x="3809" y="6254"/>
                      <a:pt x="3809" y="6254"/>
                    </a:cubicBezTo>
                    <a:cubicBezTo>
                      <a:pt x="3810" y="6254"/>
                      <a:pt x="3811" y="6255"/>
                      <a:pt x="3812" y="6255"/>
                    </a:cubicBezTo>
                    <a:cubicBezTo>
                      <a:pt x="3812" y="6255"/>
                      <a:pt x="3813" y="6256"/>
                      <a:pt x="3813" y="6256"/>
                    </a:cubicBezTo>
                    <a:cubicBezTo>
                      <a:pt x="3813" y="6256"/>
                      <a:pt x="3813" y="6256"/>
                      <a:pt x="3813" y="6256"/>
                    </a:cubicBezTo>
                    <a:cubicBezTo>
                      <a:pt x="3815" y="6257"/>
                      <a:pt x="3818" y="6259"/>
                      <a:pt x="3820" y="6260"/>
                    </a:cubicBezTo>
                    <a:cubicBezTo>
                      <a:pt x="3822" y="6262"/>
                      <a:pt x="3825" y="6265"/>
                      <a:pt x="3827" y="6267"/>
                    </a:cubicBezTo>
                    <a:cubicBezTo>
                      <a:pt x="3830" y="6269"/>
                      <a:pt x="3832" y="6270"/>
                      <a:pt x="3835" y="6272"/>
                    </a:cubicBezTo>
                    <a:cubicBezTo>
                      <a:pt x="3839" y="6276"/>
                      <a:pt x="3843" y="6280"/>
                      <a:pt x="3847" y="6283"/>
                    </a:cubicBezTo>
                    <a:cubicBezTo>
                      <a:pt x="3847" y="6283"/>
                      <a:pt x="3847" y="6283"/>
                      <a:pt x="3847" y="6283"/>
                    </a:cubicBezTo>
                    <a:cubicBezTo>
                      <a:pt x="3848" y="6284"/>
                      <a:pt x="3848" y="6284"/>
                      <a:pt x="3849" y="6285"/>
                    </a:cubicBezTo>
                    <a:cubicBezTo>
                      <a:pt x="3851" y="6286"/>
                      <a:pt x="3852" y="6287"/>
                      <a:pt x="3853" y="6288"/>
                    </a:cubicBezTo>
                    <a:cubicBezTo>
                      <a:pt x="3855" y="6289"/>
                      <a:pt x="3856" y="6290"/>
                      <a:pt x="3858" y="6291"/>
                    </a:cubicBezTo>
                    <a:cubicBezTo>
                      <a:pt x="3859" y="6291"/>
                      <a:pt x="3860" y="6292"/>
                      <a:pt x="3861" y="6292"/>
                    </a:cubicBezTo>
                    <a:cubicBezTo>
                      <a:pt x="3862" y="6292"/>
                      <a:pt x="3863" y="6293"/>
                      <a:pt x="3864" y="6293"/>
                    </a:cubicBezTo>
                    <a:cubicBezTo>
                      <a:pt x="3865" y="6293"/>
                      <a:pt x="3865" y="6293"/>
                      <a:pt x="3865" y="6293"/>
                    </a:cubicBezTo>
                    <a:cubicBezTo>
                      <a:pt x="3867" y="6294"/>
                      <a:pt x="3869" y="6296"/>
                      <a:pt x="3870" y="6298"/>
                    </a:cubicBezTo>
                    <a:cubicBezTo>
                      <a:pt x="3871" y="6300"/>
                      <a:pt x="3872" y="6302"/>
                      <a:pt x="3871" y="6304"/>
                    </a:cubicBezTo>
                    <a:cubicBezTo>
                      <a:pt x="3871" y="6306"/>
                      <a:pt x="3871" y="6308"/>
                      <a:pt x="3871" y="6310"/>
                    </a:cubicBezTo>
                    <a:cubicBezTo>
                      <a:pt x="3871" y="6310"/>
                      <a:pt x="3871" y="6310"/>
                      <a:pt x="3871" y="6310"/>
                    </a:cubicBezTo>
                    <a:cubicBezTo>
                      <a:pt x="3872" y="6312"/>
                      <a:pt x="3872" y="6313"/>
                      <a:pt x="3873" y="6314"/>
                    </a:cubicBezTo>
                    <a:cubicBezTo>
                      <a:pt x="3873" y="6315"/>
                      <a:pt x="3873" y="6315"/>
                      <a:pt x="3873" y="6315"/>
                    </a:cubicBezTo>
                    <a:cubicBezTo>
                      <a:pt x="3875" y="6317"/>
                      <a:pt x="3878" y="6319"/>
                      <a:pt x="3881" y="6321"/>
                    </a:cubicBezTo>
                    <a:cubicBezTo>
                      <a:pt x="3885" y="6324"/>
                      <a:pt x="3890" y="6329"/>
                      <a:pt x="3896" y="6330"/>
                    </a:cubicBezTo>
                    <a:cubicBezTo>
                      <a:pt x="3898" y="6330"/>
                      <a:pt x="3900" y="6330"/>
                      <a:pt x="3903" y="6331"/>
                    </a:cubicBezTo>
                    <a:cubicBezTo>
                      <a:pt x="3903" y="6331"/>
                      <a:pt x="3903" y="6331"/>
                      <a:pt x="3903" y="6331"/>
                    </a:cubicBezTo>
                    <a:cubicBezTo>
                      <a:pt x="3903" y="6331"/>
                      <a:pt x="3904" y="6331"/>
                      <a:pt x="3905" y="6331"/>
                    </a:cubicBezTo>
                    <a:cubicBezTo>
                      <a:pt x="3908" y="6332"/>
                      <a:pt x="3911" y="6335"/>
                      <a:pt x="3914" y="6337"/>
                    </a:cubicBezTo>
                    <a:cubicBezTo>
                      <a:pt x="3916" y="6337"/>
                      <a:pt x="3917" y="6338"/>
                      <a:pt x="3919" y="6339"/>
                    </a:cubicBezTo>
                    <a:cubicBezTo>
                      <a:pt x="3920" y="6340"/>
                      <a:pt x="3921" y="6340"/>
                      <a:pt x="3923" y="6341"/>
                    </a:cubicBezTo>
                    <a:cubicBezTo>
                      <a:pt x="3924" y="6341"/>
                      <a:pt x="3926" y="6342"/>
                      <a:pt x="3927" y="6342"/>
                    </a:cubicBezTo>
                    <a:cubicBezTo>
                      <a:pt x="3928" y="6343"/>
                      <a:pt x="3929" y="6343"/>
                      <a:pt x="3930" y="6344"/>
                    </a:cubicBezTo>
                    <a:cubicBezTo>
                      <a:pt x="3934" y="6346"/>
                      <a:pt x="3938" y="6346"/>
                      <a:pt x="3942" y="6348"/>
                    </a:cubicBezTo>
                    <a:cubicBezTo>
                      <a:pt x="3944" y="6350"/>
                      <a:pt x="3947" y="6351"/>
                      <a:pt x="3950" y="6351"/>
                    </a:cubicBezTo>
                    <a:cubicBezTo>
                      <a:pt x="3951" y="6352"/>
                      <a:pt x="3953" y="6352"/>
                      <a:pt x="3954" y="6352"/>
                    </a:cubicBezTo>
                    <a:cubicBezTo>
                      <a:pt x="3955" y="6352"/>
                      <a:pt x="3957" y="6353"/>
                      <a:pt x="3958" y="6353"/>
                    </a:cubicBezTo>
                    <a:cubicBezTo>
                      <a:pt x="3960" y="6354"/>
                      <a:pt x="3962" y="6354"/>
                      <a:pt x="3964" y="6355"/>
                    </a:cubicBezTo>
                    <a:cubicBezTo>
                      <a:pt x="3965" y="6355"/>
                      <a:pt x="3966" y="6355"/>
                      <a:pt x="3967" y="6355"/>
                    </a:cubicBezTo>
                    <a:cubicBezTo>
                      <a:pt x="3970" y="6355"/>
                      <a:pt x="3972" y="6357"/>
                      <a:pt x="3974" y="6358"/>
                    </a:cubicBezTo>
                    <a:cubicBezTo>
                      <a:pt x="3977" y="6359"/>
                      <a:pt x="3980" y="6360"/>
                      <a:pt x="3982" y="6362"/>
                    </a:cubicBezTo>
                    <a:cubicBezTo>
                      <a:pt x="3984" y="6363"/>
                      <a:pt x="3986" y="6365"/>
                      <a:pt x="3988" y="6366"/>
                    </a:cubicBezTo>
                    <a:cubicBezTo>
                      <a:pt x="3990" y="6367"/>
                      <a:pt x="3992" y="6369"/>
                      <a:pt x="3994" y="6371"/>
                    </a:cubicBezTo>
                    <a:cubicBezTo>
                      <a:pt x="3996" y="6374"/>
                      <a:pt x="3999" y="6377"/>
                      <a:pt x="4003" y="6379"/>
                    </a:cubicBezTo>
                    <a:cubicBezTo>
                      <a:pt x="4004" y="6380"/>
                      <a:pt x="4006" y="6381"/>
                      <a:pt x="4007" y="6381"/>
                    </a:cubicBezTo>
                    <a:cubicBezTo>
                      <a:pt x="4008" y="6382"/>
                      <a:pt x="4009" y="6383"/>
                      <a:pt x="4009" y="6384"/>
                    </a:cubicBezTo>
                    <a:cubicBezTo>
                      <a:pt x="4010" y="6385"/>
                      <a:pt x="4010" y="6386"/>
                      <a:pt x="4011" y="6386"/>
                    </a:cubicBezTo>
                    <a:cubicBezTo>
                      <a:pt x="4012" y="6389"/>
                      <a:pt x="4013" y="6390"/>
                      <a:pt x="4016" y="6391"/>
                    </a:cubicBezTo>
                    <a:cubicBezTo>
                      <a:pt x="4019" y="6393"/>
                      <a:pt x="4021" y="6396"/>
                      <a:pt x="4025" y="6398"/>
                    </a:cubicBezTo>
                    <a:cubicBezTo>
                      <a:pt x="4028" y="6400"/>
                      <a:pt x="4031" y="6402"/>
                      <a:pt x="4034" y="6405"/>
                    </a:cubicBezTo>
                    <a:cubicBezTo>
                      <a:pt x="4037" y="6407"/>
                      <a:pt x="4040" y="6410"/>
                      <a:pt x="4042" y="6413"/>
                    </a:cubicBezTo>
                    <a:cubicBezTo>
                      <a:pt x="4044" y="6415"/>
                      <a:pt x="4045" y="6417"/>
                      <a:pt x="4047" y="6418"/>
                    </a:cubicBezTo>
                    <a:cubicBezTo>
                      <a:pt x="4047" y="6418"/>
                      <a:pt x="4047" y="6418"/>
                      <a:pt x="4047" y="6418"/>
                    </a:cubicBezTo>
                    <a:cubicBezTo>
                      <a:pt x="4049" y="6419"/>
                      <a:pt x="4050" y="6420"/>
                      <a:pt x="4052" y="6421"/>
                    </a:cubicBezTo>
                    <a:cubicBezTo>
                      <a:pt x="4053" y="6422"/>
                      <a:pt x="4055" y="6423"/>
                      <a:pt x="4056" y="6423"/>
                    </a:cubicBezTo>
                    <a:cubicBezTo>
                      <a:pt x="4057" y="6424"/>
                      <a:pt x="4058" y="6424"/>
                      <a:pt x="4059" y="6424"/>
                    </a:cubicBezTo>
                    <a:cubicBezTo>
                      <a:pt x="4060" y="6425"/>
                      <a:pt x="4061" y="6425"/>
                      <a:pt x="4062" y="6426"/>
                    </a:cubicBezTo>
                    <a:cubicBezTo>
                      <a:pt x="4067" y="6428"/>
                      <a:pt x="4071" y="6431"/>
                      <a:pt x="4075" y="6434"/>
                    </a:cubicBezTo>
                    <a:cubicBezTo>
                      <a:pt x="4076" y="6434"/>
                      <a:pt x="4076" y="6435"/>
                      <a:pt x="4077" y="6435"/>
                    </a:cubicBezTo>
                    <a:cubicBezTo>
                      <a:pt x="4078" y="6436"/>
                      <a:pt x="4079" y="6438"/>
                      <a:pt x="4081" y="6438"/>
                    </a:cubicBezTo>
                    <a:cubicBezTo>
                      <a:pt x="4083" y="6439"/>
                      <a:pt x="4085" y="6440"/>
                      <a:pt x="4087" y="6441"/>
                    </a:cubicBezTo>
                    <a:cubicBezTo>
                      <a:pt x="4089" y="6442"/>
                      <a:pt x="4091" y="6443"/>
                      <a:pt x="4093" y="6444"/>
                    </a:cubicBezTo>
                    <a:cubicBezTo>
                      <a:pt x="4094" y="6444"/>
                      <a:pt x="4095" y="6444"/>
                      <a:pt x="4097" y="6444"/>
                    </a:cubicBezTo>
                    <a:cubicBezTo>
                      <a:pt x="4102" y="6444"/>
                      <a:pt x="4107" y="6444"/>
                      <a:pt x="4112" y="6443"/>
                    </a:cubicBezTo>
                    <a:cubicBezTo>
                      <a:pt x="4118" y="6443"/>
                      <a:pt x="4124" y="6444"/>
                      <a:pt x="4129" y="6446"/>
                    </a:cubicBezTo>
                    <a:cubicBezTo>
                      <a:pt x="4129" y="6446"/>
                      <a:pt x="4129" y="6446"/>
                      <a:pt x="4129" y="6446"/>
                    </a:cubicBezTo>
                    <a:cubicBezTo>
                      <a:pt x="4130" y="6446"/>
                      <a:pt x="4131" y="6446"/>
                      <a:pt x="4132" y="6446"/>
                    </a:cubicBezTo>
                    <a:cubicBezTo>
                      <a:pt x="4134" y="6447"/>
                      <a:pt x="4135" y="6449"/>
                      <a:pt x="4137" y="6450"/>
                    </a:cubicBezTo>
                    <a:cubicBezTo>
                      <a:pt x="4138" y="6451"/>
                      <a:pt x="4140" y="6452"/>
                      <a:pt x="4142" y="6454"/>
                    </a:cubicBezTo>
                    <a:cubicBezTo>
                      <a:pt x="4142" y="6454"/>
                      <a:pt x="4142" y="6454"/>
                      <a:pt x="4142" y="6454"/>
                    </a:cubicBezTo>
                    <a:cubicBezTo>
                      <a:pt x="4142" y="6454"/>
                      <a:pt x="4142" y="6454"/>
                      <a:pt x="4142" y="6454"/>
                    </a:cubicBezTo>
                    <a:cubicBezTo>
                      <a:pt x="4143" y="6455"/>
                      <a:pt x="4144" y="6456"/>
                      <a:pt x="4145" y="6457"/>
                    </a:cubicBezTo>
                    <a:cubicBezTo>
                      <a:pt x="4146" y="6457"/>
                      <a:pt x="4146" y="6458"/>
                      <a:pt x="4147" y="6458"/>
                    </a:cubicBezTo>
                    <a:cubicBezTo>
                      <a:pt x="4149" y="6459"/>
                      <a:pt x="4152" y="6459"/>
                      <a:pt x="4154" y="6460"/>
                    </a:cubicBezTo>
                    <a:cubicBezTo>
                      <a:pt x="4155" y="6460"/>
                      <a:pt x="4156" y="6461"/>
                      <a:pt x="4157" y="6461"/>
                    </a:cubicBezTo>
                    <a:cubicBezTo>
                      <a:pt x="4158" y="6461"/>
                      <a:pt x="4159" y="6460"/>
                      <a:pt x="4161" y="6460"/>
                    </a:cubicBezTo>
                    <a:cubicBezTo>
                      <a:pt x="4162" y="6460"/>
                      <a:pt x="4163" y="6461"/>
                      <a:pt x="4164" y="6461"/>
                    </a:cubicBezTo>
                    <a:cubicBezTo>
                      <a:pt x="4165" y="6461"/>
                      <a:pt x="4166" y="6462"/>
                      <a:pt x="4167" y="6462"/>
                    </a:cubicBezTo>
                    <a:cubicBezTo>
                      <a:pt x="4169" y="6462"/>
                      <a:pt x="4171" y="6462"/>
                      <a:pt x="4172" y="6462"/>
                    </a:cubicBezTo>
                    <a:cubicBezTo>
                      <a:pt x="4174" y="6462"/>
                      <a:pt x="4176" y="6463"/>
                      <a:pt x="4178" y="6463"/>
                    </a:cubicBezTo>
                    <a:cubicBezTo>
                      <a:pt x="4183" y="6465"/>
                      <a:pt x="4188" y="6466"/>
                      <a:pt x="4192" y="6468"/>
                    </a:cubicBezTo>
                    <a:cubicBezTo>
                      <a:pt x="4197" y="6469"/>
                      <a:pt x="4201" y="6471"/>
                      <a:pt x="4205" y="6473"/>
                    </a:cubicBezTo>
                    <a:cubicBezTo>
                      <a:pt x="4207" y="6473"/>
                      <a:pt x="4208" y="6473"/>
                      <a:pt x="4210" y="6473"/>
                    </a:cubicBezTo>
                    <a:cubicBezTo>
                      <a:pt x="4212" y="6474"/>
                      <a:pt x="4215" y="6475"/>
                      <a:pt x="4218" y="6477"/>
                    </a:cubicBezTo>
                    <a:cubicBezTo>
                      <a:pt x="4220" y="6478"/>
                      <a:pt x="4222" y="6479"/>
                      <a:pt x="4225" y="6480"/>
                    </a:cubicBezTo>
                    <a:cubicBezTo>
                      <a:pt x="4226" y="6480"/>
                      <a:pt x="4227" y="6480"/>
                      <a:pt x="4227" y="6480"/>
                    </a:cubicBezTo>
                    <a:cubicBezTo>
                      <a:pt x="4228" y="6480"/>
                      <a:pt x="4228" y="6480"/>
                      <a:pt x="4228" y="6480"/>
                    </a:cubicBezTo>
                    <a:cubicBezTo>
                      <a:pt x="4231" y="6481"/>
                      <a:pt x="4234" y="6482"/>
                      <a:pt x="4237" y="6483"/>
                    </a:cubicBezTo>
                    <a:cubicBezTo>
                      <a:pt x="4239" y="6484"/>
                      <a:pt x="4241" y="6485"/>
                      <a:pt x="4242" y="6486"/>
                    </a:cubicBezTo>
                    <a:cubicBezTo>
                      <a:pt x="4243" y="6486"/>
                      <a:pt x="4243" y="6486"/>
                      <a:pt x="4243" y="6486"/>
                    </a:cubicBezTo>
                    <a:cubicBezTo>
                      <a:pt x="4244" y="6487"/>
                      <a:pt x="4245" y="6488"/>
                      <a:pt x="4247" y="6489"/>
                    </a:cubicBezTo>
                    <a:cubicBezTo>
                      <a:pt x="4249" y="6491"/>
                      <a:pt x="4252" y="6492"/>
                      <a:pt x="4254" y="6493"/>
                    </a:cubicBezTo>
                    <a:cubicBezTo>
                      <a:pt x="4254" y="6493"/>
                      <a:pt x="4254" y="6493"/>
                      <a:pt x="4255" y="6493"/>
                    </a:cubicBezTo>
                    <a:cubicBezTo>
                      <a:pt x="4255" y="6493"/>
                      <a:pt x="4255" y="6493"/>
                      <a:pt x="4255" y="6493"/>
                    </a:cubicBezTo>
                    <a:cubicBezTo>
                      <a:pt x="4256" y="6494"/>
                      <a:pt x="4257" y="6495"/>
                      <a:pt x="4258" y="6495"/>
                    </a:cubicBezTo>
                    <a:cubicBezTo>
                      <a:pt x="4258" y="6496"/>
                      <a:pt x="4259" y="6496"/>
                      <a:pt x="4259" y="6496"/>
                    </a:cubicBezTo>
                    <a:cubicBezTo>
                      <a:pt x="4259" y="6496"/>
                      <a:pt x="4260" y="6496"/>
                      <a:pt x="4260" y="6497"/>
                    </a:cubicBezTo>
                    <a:cubicBezTo>
                      <a:pt x="4263" y="6499"/>
                      <a:pt x="4267" y="6502"/>
                      <a:pt x="4270" y="6503"/>
                    </a:cubicBezTo>
                    <a:cubicBezTo>
                      <a:pt x="4273" y="6504"/>
                      <a:pt x="4277" y="6505"/>
                      <a:pt x="4280" y="6505"/>
                    </a:cubicBezTo>
                    <a:cubicBezTo>
                      <a:pt x="4283" y="6506"/>
                      <a:pt x="4286" y="6506"/>
                      <a:pt x="4289" y="6507"/>
                    </a:cubicBezTo>
                    <a:cubicBezTo>
                      <a:pt x="4292" y="6508"/>
                      <a:pt x="4295" y="6509"/>
                      <a:pt x="4298" y="6511"/>
                    </a:cubicBezTo>
                    <a:cubicBezTo>
                      <a:pt x="4300" y="6512"/>
                      <a:pt x="4302" y="6513"/>
                      <a:pt x="4304" y="6514"/>
                    </a:cubicBezTo>
                    <a:cubicBezTo>
                      <a:pt x="4305" y="6514"/>
                      <a:pt x="4306" y="6515"/>
                      <a:pt x="4308" y="6516"/>
                    </a:cubicBezTo>
                    <a:cubicBezTo>
                      <a:pt x="4309" y="6516"/>
                      <a:pt x="4311" y="6518"/>
                      <a:pt x="4312" y="6519"/>
                    </a:cubicBezTo>
                    <a:cubicBezTo>
                      <a:pt x="4314" y="6520"/>
                      <a:pt x="4315" y="6521"/>
                      <a:pt x="4317" y="6523"/>
                    </a:cubicBezTo>
                    <a:cubicBezTo>
                      <a:pt x="4317" y="6523"/>
                      <a:pt x="4317" y="6523"/>
                      <a:pt x="4317" y="6523"/>
                    </a:cubicBezTo>
                    <a:cubicBezTo>
                      <a:pt x="4318" y="6524"/>
                      <a:pt x="4320" y="6525"/>
                      <a:pt x="4322" y="6526"/>
                    </a:cubicBezTo>
                    <a:cubicBezTo>
                      <a:pt x="4322" y="6526"/>
                      <a:pt x="4322" y="6526"/>
                      <a:pt x="4322" y="6526"/>
                    </a:cubicBezTo>
                    <a:cubicBezTo>
                      <a:pt x="4325" y="6527"/>
                      <a:pt x="4328" y="6530"/>
                      <a:pt x="4331" y="6532"/>
                    </a:cubicBezTo>
                    <a:cubicBezTo>
                      <a:pt x="4335" y="6535"/>
                      <a:pt x="4338" y="6538"/>
                      <a:pt x="4342" y="6541"/>
                    </a:cubicBezTo>
                    <a:cubicBezTo>
                      <a:pt x="4344" y="6543"/>
                      <a:pt x="4346" y="6545"/>
                      <a:pt x="4348" y="6548"/>
                    </a:cubicBezTo>
                    <a:cubicBezTo>
                      <a:pt x="4349" y="6549"/>
                      <a:pt x="4350" y="6550"/>
                      <a:pt x="4351" y="6552"/>
                    </a:cubicBezTo>
                    <a:cubicBezTo>
                      <a:pt x="4353" y="6553"/>
                      <a:pt x="4355" y="6555"/>
                      <a:pt x="4357" y="6556"/>
                    </a:cubicBezTo>
                    <a:cubicBezTo>
                      <a:pt x="4358" y="6557"/>
                      <a:pt x="4359" y="6558"/>
                      <a:pt x="4361" y="6558"/>
                    </a:cubicBezTo>
                    <a:cubicBezTo>
                      <a:pt x="4361" y="6559"/>
                      <a:pt x="4362" y="6559"/>
                      <a:pt x="4363" y="6559"/>
                    </a:cubicBezTo>
                    <a:cubicBezTo>
                      <a:pt x="4363" y="6559"/>
                      <a:pt x="4363" y="6559"/>
                      <a:pt x="4364" y="6559"/>
                    </a:cubicBezTo>
                    <a:cubicBezTo>
                      <a:pt x="4364" y="6559"/>
                      <a:pt x="4364" y="6559"/>
                      <a:pt x="4364" y="6560"/>
                    </a:cubicBezTo>
                    <a:cubicBezTo>
                      <a:pt x="4365" y="6559"/>
                      <a:pt x="4366" y="6559"/>
                      <a:pt x="4367" y="6559"/>
                    </a:cubicBezTo>
                    <a:cubicBezTo>
                      <a:pt x="4368" y="6559"/>
                      <a:pt x="4369" y="6560"/>
                      <a:pt x="4370" y="6560"/>
                    </a:cubicBezTo>
                    <a:cubicBezTo>
                      <a:pt x="4373" y="6562"/>
                      <a:pt x="4376" y="6562"/>
                      <a:pt x="4378" y="6564"/>
                    </a:cubicBezTo>
                    <a:cubicBezTo>
                      <a:pt x="4381" y="6565"/>
                      <a:pt x="4383" y="6565"/>
                      <a:pt x="4385" y="6566"/>
                    </a:cubicBezTo>
                    <a:cubicBezTo>
                      <a:pt x="4388" y="6567"/>
                      <a:pt x="4390" y="6568"/>
                      <a:pt x="4393" y="6568"/>
                    </a:cubicBezTo>
                    <a:cubicBezTo>
                      <a:pt x="4399" y="6570"/>
                      <a:pt x="4405" y="6572"/>
                      <a:pt x="4411" y="6574"/>
                    </a:cubicBezTo>
                    <a:cubicBezTo>
                      <a:pt x="4416" y="6576"/>
                      <a:pt x="4421" y="6577"/>
                      <a:pt x="4426" y="6579"/>
                    </a:cubicBezTo>
                    <a:cubicBezTo>
                      <a:pt x="4430" y="6580"/>
                      <a:pt x="4434" y="6583"/>
                      <a:pt x="4439" y="6584"/>
                    </a:cubicBezTo>
                    <a:cubicBezTo>
                      <a:pt x="4442" y="6585"/>
                      <a:pt x="4445" y="6584"/>
                      <a:pt x="4448" y="6585"/>
                    </a:cubicBezTo>
                    <a:cubicBezTo>
                      <a:pt x="4449" y="6586"/>
                      <a:pt x="4451" y="6586"/>
                      <a:pt x="4453" y="6586"/>
                    </a:cubicBezTo>
                    <a:cubicBezTo>
                      <a:pt x="4458" y="6588"/>
                      <a:pt x="4464" y="6589"/>
                      <a:pt x="4469" y="6589"/>
                    </a:cubicBezTo>
                    <a:cubicBezTo>
                      <a:pt x="4474" y="6590"/>
                      <a:pt x="4478" y="6588"/>
                      <a:pt x="4482" y="6587"/>
                    </a:cubicBezTo>
                    <a:cubicBezTo>
                      <a:pt x="4483" y="6586"/>
                      <a:pt x="4484" y="6586"/>
                      <a:pt x="4486" y="6585"/>
                    </a:cubicBezTo>
                    <a:cubicBezTo>
                      <a:pt x="4486" y="6585"/>
                      <a:pt x="4486" y="6585"/>
                      <a:pt x="4486" y="6585"/>
                    </a:cubicBezTo>
                    <a:cubicBezTo>
                      <a:pt x="4488" y="6584"/>
                      <a:pt x="4491" y="6583"/>
                      <a:pt x="4493" y="6583"/>
                    </a:cubicBezTo>
                    <a:cubicBezTo>
                      <a:pt x="4495" y="6583"/>
                      <a:pt x="4496" y="6583"/>
                      <a:pt x="4498" y="6584"/>
                    </a:cubicBezTo>
                    <a:cubicBezTo>
                      <a:pt x="4499" y="6584"/>
                      <a:pt x="4501" y="6584"/>
                      <a:pt x="4502" y="6584"/>
                    </a:cubicBezTo>
                    <a:cubicBezTo>
                      <a:pt x="4508" y="6585"/>
                      <a:pt x="4515" y="6586"/>
                      <a:pt x="4521" y="6587"/>
                    </a:cubicBezTo>
                    <a:cubicBezTo>
                      <a:pt x="4524" y="6587"/>
                      <a:pt x="4528" y="6587"/>
                      <a:pt x="4531" y="6588"/>
                    </a:cubicBezTo>
                    <a:cubicBezTo>
                      <a:pt x="4545" y="6590"/>
                      <a:pt x="4559" y="6590"/>
                      <a:pt x="4573" y="6591"/>
                    </a:cubicBezTo>
                    <a:cubicBezTo>
                      <a:pt x="4574" y="6591"/>
                      <a:pt x="4575" y="6591"/>
                      <a:pt x="4576" y="6591"/>
                    </a:cubicBezTo>
                    <a:cubicBezTo>
                      <a:pt x="4576" y="6591"/>
                      <a:pt x="4576" y="6591"/>
                      <a:pt x="4576" y="6591"/>
                    </a:cubicBezTo>
                    <a:cubicBezTo>
                      <a:pt x="4576" y="6591"/>
                      <a:pt x="4577" y="6591"/>
                      <a:pt x="4578" y="6591"/>
                    </a:cubicBezTo>
                    <a:cubicBezTo>
                      <a:pt x="4593" y="6587"/>
                      <a:pt x="4593" y="6587"/>
                      <a:pt x="4593" y="6587"/>
                    </a:cubicBezTo>
                    <a:cubicBezTo>
                      <a:pt x="4592" y="6573"/>
                      <a:pt x="4592" y="6573"/>
                      <a:pt x="4592" y="6573"/>
                    </a:cubicBezTo>
                    <a:cubicBezTo>
                      <a:pt x="4590" y="6573"/>
                      <a:pt x="4588" y="6572"/>
                      <a:pt x="4587" y="6572"/>
                    </a:cubicBezTo>
                    <a:cubicBezTo>
                      <a:pt x="4570" y="6568"/>
                      <a:pt x="4538" y="6560"/>
                      <a:pt x="4521" y="6561"/>
                    </a:cubicBezTo>
                    <a:cubicBezTo>
                      <a:pt x="4521" y="6561"/>
                      <a:pt x="4474" y="6533"/>
                      <a:pt x="4443" y="6529"/>
                    </a:cubicBezTo>
                    <a:cubicBezTo>
                      <a:pt x="4442" y="6522"/>
                      <a:pt x="4442" y="6522"/>
                      <a:pt x="4442" y="6522"/>
                    </a:cubicBezTo>
                    <a:cubicBezTo>
                      <a:pt x="4441" y="6509"/>
                      <a:pt x="4441" y="6509"/>
                      <a:pt x="4441" y="6509"/>
                    </a:cubicBezTo>
                    <a:cubicBezTo>
                      <a:pt x="4458" y="6494"/>
                      <a:pt x="4458" y="6494"/>
                      <a:pt x="4458" y="6494"/>
                    </a:cubicBezTo>
                    <a:cubicBezTo>
                      <a:pt x="4492" y="6505"/>
                      <a:pt x="4492" y="6505"/>
                      <a:pt x="4492" y="6505"/>
                    </a:cubicBezTo>
                    <a:cubicBezTo>
                      <a:pt x="4517" y="6484"/>
                      <a:pt x="4517" y="6484"/>
                      <a:pt x="4517" y="6484"/>
                    </a:cubicBezTo>
                    <a:cubicBezTo>
                      <a:pt x="4517" y="6467"/>
                      <a:pt x="4517" y="6467"/>
                      <a:pt x="4517" y="6467"/>
                    </a:cubicBezTo>
                    <a:cubicBezTo>
                      <a:pt x="4511" y="6463"/>
                      <a:pt x="4511" y="6463"/>
                      <a:pt x="4511" y="6463"/>
                    </a:cubicBezTo>
                    <a:cubicBezTo>
                      <a:pt x="4498" y="6455"/>
                      <a:pt x="4498" y="6455"/>
                      <a:pt x="4498" y="6455"/>
                    </a:cubicBezTo>
                    <a:cubicBezTo>
                      <a:pt x="4447" y="6426"/>
                      <a:pt x="4447" y="6426"/>
                      <a:pt x="4447" y="6426"/>
                    </a:cubicBezTo>
                    <a:cubicBezTo>
                      <a:pt x="4413" y="6403"/>
                      <a:pt x="4413" y="6403"/>
                      <a:pt x="4413" y="6403"/>
                    </a:cubicBezTo>
                    <a:cubicBezTo>
                      <a:pt x="4375" y="6358"/>
                      <a:pt x="4375" y="6358"/>
                      <a:pt x="4375" y="6358"/>
                    </a:cubicBezTo>
                    <a:cubicBezTo>
                      <a:pt x="4342" y="6355"/>
                      <a:pt x="4342" y="6355"/>
                      <a:pt x="4342" y="6355"/>
                    </a:cubicBezTo>
                    <a:cubicBezTo>
                      <a:pt x="4299" y="6317"/>
                      <a:pt x="4299" y="6317"/>
                      <a:pt x="4299" y="6317"/>
                    </a:cubicBezTo>
                    <a:cubicBezTo>
                      <a:pt x="4262" y="6298"/>
                      <a:pt x="4262" y="6298"/>
                      <a:pt x="4262" y="6298"/>
                    </a:cubicBezTo>
                    <a:cubicBezTo>
                      <a:pt x="4244" y="6293"/>
                      <a:pt x="4244" y="6293"/>
                      <a:pt x="4244" y="6293"/>
                    </a:cubicBezTo>
                    <a:cubicBezTo>
                      <a:pt x="4174" y="6312"/>
                      <a:pt x="4174" y="6312"/>
                      <a:pt x="4174" y="6312"/>
                    </a:cubicBezTo>
                    <a:cubicBezTo>
                      <a:pt x="4151" y="6309"/>
                      <a:pt x="4151" y="6309"/>
                      <a:pt x="4151" y="6309"/>
                    </a:cubicBezTo>
                    <a:cubicBezTo>
                      <a:pt x="4151" y="6328"/>
                      <a:pt x="4151" y="6328"/>
                      <a:pt x="4151" y="6328"/>
                    </a:cubicBezTo>
                    <a:cubicBezTo>
                      <a:pt x="4138" y="6362"/>
                      <a:pt x="4138" y="6362"/>
                      <a:pt x="4138" y="6362"/>
                    </a:cubicBezTo>
                    <a:cubicBezTo>
                      <a:pt x="4085" y="6334"/>
                      <a:pt x="4085" y="6334"/>
                      <a:pt x="4085" y="6334"/>
                    </a:cubicBezTo>
                    <a:cubicBezTo>
                      <a:pt x="4085" y="6300"/>
                      <a:pt x="4085" y="6300"/>
                      <a:pt x="4085" y="6300"/>
                    </a:cubicBezTo>
                    <a:cubicBezTo>
                      <a:pt x="4072" y="6256"/>
                      <a:pt x="4072" y="6256"/>
                      <a:pt x="4072" y="6256"/>
                    </a:cubicBezTo>
                    <a:cubicBezTo>
                      <a:pt x="4067" y="6252"/>
                      <a:pt x="4067" y="6252"/>
                      <a:pt x="4067" y="6252"/>
                    </a:cubicBezTo>
                    <a:cubicBezTo>
                      <a:pt x="4046" y="6236"/>
                      <a:pt x="4046" y="6236"/>
                      <a:pt x="4046" y="6236"/>
                    </a:cubicBezTo>
                    <a:cubicBezTo>
                      <a:pt x="3984" y="6241"/>
                      <a:pt x="3984" y="6241"/>
                      <a:pt x="3984" y="6241"/>
                    </a:cubicBezTo>
                    <a:cubicBezTo>
                      <a:pt x="3941" y="6234"/>
                      <a:pt x="3941" y="6234"/>
                      <a:pt x="3941" y="6234"/>
                    </a:cubicBezTo>
                    <a:cubicBezTo>
                      <a:pt x="3940" y="6226"/>
                      <a:pt x="3940" y="6226"/>
                      <a:pt x="3940" y="6226"/>
                    </a:cubicBezTo>
                    <a:cubicBezTo>
                      <a:pt x="3939" y="6141"/>
                      <a:pt x="3939" y="6141"/>
                      <a:pt x="3939" y="6141"/>
                    </a:cubicBezTo>
                    <a:cubicBezTo>
                      <a:pt x="3939" y="6141"/>
                      <a:pt x="3939" y="6141"/>
                      <a:pt x="3939" y="6141"/>
                    </a:cubicBezTo>
                    <a:cubicBezTo>
                      <a:pt x="3930" y="6091"/>
                      <a:pt x="3930" y="6091"/>
                      <a:pt x="3930" y="6091"/>
                    </a:cubicBezTo>
                    <a:cubicBezTo>
                      <a:pt x="3971" y="6048"/>
                      <a:pt x="3971" y="6048"/>
                      <a:pt x="3971" y="6048"/>
                    </a:cubicBezTo>
                    <a:cubicBezTo>
                      <a:pt x="3955" y="6004"/>
                      <a:pt x="3955" y="6004"/>
                      <a:pt x="3955" y="6004"/>
                    </a:cubicBezTo>
                    <a:cubicBezTo>
                      <a:pt x="3951" y="6003"/>
                      <a:pt x="3951" y="6003"/>
                      <a:pt x="3951" y="6003"/>
                    </a:cubicBezTo>
                    <a:cubicBezTo>
                      <a:pt x="3894" y="5981"/>
                      <a:pt x="3894" y="5981"/>
                      <a:pt x="3894" y="5981"/>
                    </a:cubicBezTo>
                    <a:cubicBezTo>
                      <a:pt x="3893" y="5974"/>
                      <a:pt x="3893" y="5974"/>
                      <a:pt x="3893" y="5974"/>
                    </a:cubicBezTo>
                    <a:cubicBezTo>
                      <a:pt x="3891" y="5950"/>
                      <a:pt x="3891" y="5950"/>
                      <a:pt x="3891" y="5950"/>
                    </a:cubicBezTo>
                    <a:cubicBezTo>
                      <a:pt x="3877" y="5919"/>
                      <a:pt x="3877" y="5919"/>
                      <a:pt x="3877" y="5919"/>
                    </a:cubicBezTo>
                    <a:cubicBezTo>
                      <a:pt x="3881" y="5879"/>
                      <a:pt x="3881" y="5879"/>
                      <a:pt x="3881" y="5879"/>
                    </a:cubicBezTo>
                    <a:cubicBezTo>
                      <a:pt x="3877" y="5842"/>
                      <a:pt x="3877" y="5842"/>
                      <a:pt x="3877" y="5842"/>
                    </a:cubicBezTo>
                    <a:cubicBezTo>
                      <a:pt x="3905" y="5823"/>
                      <a:pt x="3905" y="5823"/>
                      <a:pt x="3905" y="5823"/>
                    </a:cubicBezTo>
                    <a:cubicBezTo>
                      <a:pt x="3921" y="5788"/>
                      <a:pt x="3921" y="5788"/>
                      <a:pt x="3921" y="5788"/>
                    </a:cubicBezTo>
                    <a:cubicBezTo>
                      <a:pt x="3890" y="5737"/>
                      <a:pt x="3890" y="5737"/>
                      <a:pt x="3890" y="5737"/>
                    </a:cubicBezTo>
                    <a:cubicBezTo>
                      <a:pt x="3886" y="5709"/>
                      <a:pt x="3886" y="5709"/>
                      <a:pt x="3886" y="5709"/>
                    </a:cubicBezTo>
                    <a:cubicBezTo>
                      <a:pt x="3898" y="5682"/>
                      <a:pt x="3898" y="5682"/>
                      <a:pt x="3898" y="5682"/>
                    </a:cubicBezTo>
                    <a:cubicBezTo>
                      <a:pt x="3947" y="5669"/>
                      <a:pt x="3947" y="5669"/>
                      <a:pt x="3947" y="5669"/>
                    </a:cubicBezTo>
                    <a:cubicBezTo>
                      <a:pt x="3964" y="5684"/>
                      <a:pt x="3964" y="5684"/>
                      <a:pt x="3964" y="5684"/>
                    </a:cubicBezTo>
                    <a:cubicBezTo>
                      <a:pt x="4012" y="5706"/>
                      <a:pt x="4012" y="5706"/>
                      <a:pt x="4012" y="5706"/>
                    </a:cubicBezTo>
                    <a:cubicBezTo>
                      <a:pt x="4036" y="5724"/>
                      <a:pt x="4036" y="5724"/>
                      <a:pt x="4036" y="5724"/>
                    </a:cubicBezTo>
                    <a:cubicBezTo>
                      <a:pt x="4043" y="5730"/>
                      <a:pt x="4043" y="5730"/>
                      <a:pt x="4043" y="5730"/>
                    </a:cubicBezTo>
                    <a:cubicBezTo>
                      <a:pt x="4039" y="5750"/>
                      <a:pt x="4039" y="5750"/>
                      <a:pt x="4039" y="5750"/>
                    </a:cubicBezTo>
                    <a:cubicBezTo>
                      <a:pt x="4037" y="5762"/>
                      <a:pt x="4037" y="5762"/>
                      <a:pt x="4037" y="5762"/>
                    </a:cubicBezTo>
                    <a:cubicBezTo>
                      <a:pt x="4063" y="5754"/>
                      <a:pt x="4063" y="5754"/>
                      <a:pt x="4063" y="5754"/>
                    </a:cubicBezTo>
                    <a:cubicBezTo>
                      <a:pt x="4102" y="5771"/>
                      <a:pt x="4102" y="5771"/>
                      <a:pt x="4102" y="5771"/>
                    </a:cubicBezTo>
                    <a:cubicBezTo>
                      <a:pt x="4189" y="5705"/>
                      <a:pt x="4189" y="5705"/>
                      <a:pt x="4189" y="5705"/>
                    </a:cubicBezTo>
                    <a:cubicBezTo>
                      <a:pt x="4182" y="5696"/>
                      <a:pt x="4182" y="5696"/>
                      <a:pt x="4182" y="5696"/>
                    </a:cubicBezTo>
                    <a:cubicBezTo>
                      <a:pt x="4160" y="5669"/>
                      <a:pt x="4160" y="5669"/>
                      <a:pt x="4160" y="5669"/>
                    </a:cubicBezTo>
                    <a:cubicBezTo>
                      <a:pt x="4134" y="5662"/>
                      <a:pt x="4134" y="5662"/>
                      <a:pt x="4134" y="5662"/>
                    </a:cubicBezTo>
                    <a:cubicBezTo>
                      <a:pt x="4122" y="5656"/>
                      <a:pt x="4122" y="5656"/>
                      <a:pt x="4122" y="5656"/>
                    </a:cubicBezTo>
                    <a:cubicBezTo>
                      <a:pt x="4111" y="5641"/>
                      <a:pt x="4111" y="5641"/>
                      <a:pt x="4111" y="5641"/>
                    </a:cubicBezTo>
                    <a:cubicBezTo>
                      <a:pt x="4088" y="5614"/>
                      <a:pt x="4088" y="5614"/>
                      <a:pt x="4088" y="5614"/>
                    </a:cubicBezTo>
                    <a:cubicBezTo>
                      <a:pt x="4083" y="5607"/>
                      <a:pt x="4083" y="5607"/>
                      <a:pt x="4083" y="5607"/>
                    </a:cubicBezTo>
                    <a:cubicBezTo>
                      <a:pt x="4083" y="5606"/>
                      <a:pt x="4083" y="5606"/>
                      <a:pt x="4083" y="5606"/>
                    </a:cubicBezTo>
                    <a:cubicBezTo>
                      <a:pt x="4075" y="5592"/>
                      <a:pt x="4075" y="5592"/>
                      <a:pt x="4075" y="5592"/>
                    </a:cubicBezTo>
                    <a:cubicBezTo>
                      <a:pt x="4071" y="5587"/>
                      <a:pt x="4071" y="5587"/>
                      <a:pt x="4071" y="5587"/>
                    </a:cubicBezTo>
                    <a:cubicBezTo>
                      <a:pt x="4071" y="5587"/>
                      <a:pt x="4071" y="5587"/>
                      <a:pt x="4071" y="5587"/>
                    </a:cubicBezTo>
                    <a:cubicBezTo>
                      <a:pt x="4056" y="5565"/>
                      <a:pt x="4056" y="5565"/>
                      <a:pt x="4056" y="5565"/>
                    </a:cubicBezTo>
                    <a:cubicBezTo>
                      <a:pt x="4056" y="5565"/>
                      <a:pt x="4056" y="5565"/>
                      <a:pt x="4056" y="5565"/>
                    </a:cubicBezTo>
                    <a:cubicBezTo>
                      <a:pt x="4111" y="5526"/>
                      <a:pt x="4111" y="5526"/>
                      <a:pt x="4111" y="5526"/>
                    </a:cubicBezTo>
                    <a:cubicBezTo>
                      <a:pt x="4123" y="5484"/>
                      <a:pt x="4123" y="5484"/>
                      <a:pt x="4123" y="5484"/>
                    </a:cubicBezTo>
                    <a:cubicBezTo>
                      <a:pt x="4157" y="5454"/>
                      <a:pt x="4157" y="5454"/>
                      <a:pt x="4157" y="5454"/>
                    </a:cubicBezTo>
                    <a:cubicBezTo>
                      <a:pt x="4148" y="5446"/>
                      <a:pt x="4148" y="5446"/>
                      <a:pt x="4148" y="5446"/>
                    </a:cubicBezTo>
                    <a:cubicBezTo>
                      <a:pt x="4120" y="5421"/>
                      <a:pt x="4120" y="5421"/>
                      <a:pt x="4120" y="5421"/>
                    </a:cubicBezTo>
                    <a:cubicBezTo>
                      <a:pt x="4119" y="5415"/>
                      <a:pt x="4119" y="5415"/>
                      <a:pt x="4119" y="5415"/>
                    </a:cubicBezTo>
                    <a:cubicBezTo>
                      <a:pt x="4119" y="5415"/>
                      <a:pt x="4119" y="5415"/>
                      <a:pt x="4119" y="5415"/>
                    </a:cubicBezTo>
                    <a:cubicBezTo>
                      <a:pt x="4113" y="5410"/>
                      <a:pt x="4113" y="5410"/>
                      <a:pt x="4113" y="5410"/>
                    </a:cubicBezTo>
                    <a:cubicBezTo>
                      <a:pt x="4110" y="5389"/>
                      <a:pt x="4110" y="5389"/>
                      <a:pt x="4110" y="5389"/>
                    </a:cubicBezTo>
                    <a:cubicBezTo>
                      <a:pt x="4140" y="5365"/>
                      <a:pt x="4140" y="5365"/>
                      <a:pt x="4140" y="5365"/>
                    </a:cubicBezTo>
                    <a:cubicBezTo>
                      <a:pt x="4184" y="5355"/>
                      <a:pt x="4184" y="5355"/>
                      <a:pt x="4184" y="5355"/>
                    </a:cubicBezTo>
                    <a:cubicBezTo>
                      <a:pt x="4200" y="5314"/>
                      <a:pt x="4200" y="5314"/>
                      <a:pt x="4200" y="5314"/>
                    </a:cubicBezTo>
                    <a:cubicBezTo>
                      <a:pt x="4240" y="5287"/>
                      <a:pt x="4240" y="5287"/>
                      <a:pt x="4240" y="5287"/>
                    </a:cubicBezTo>
                    <a:cubicBezTo>
                      <a:pt x="4244" y="5228"/>
                      <a:pt x="4244" y="5228"/>
                      <a:pt x="4244" y="5228"/>
                    </a:cubicBezTo>
                    <a:cubicBezTo>
                      <a:pt x="4256" y="5175"/>
                      <a:pt x="4256" y="5175"/>
                      <a:pt x="4256" y="5175"/>
                    </a:cubicBezTo>
                    <a:cubicBezTo>
                      <a:pt x="4256" y="5142"/>
                      <a:pt x="4256" y="5142"/>
                      <a:pt x="4256" y="5142"/>
                    </a:cubicBezTo>
                    <a:cubicBezTo>
                      <a:pt x="4256" y="5142"/>
                      <a:pt x="4256" y="5142"/>
                      <a:pt x="4256" y="5142"/>
                    </a:cubicBezTo>
                    <a:cubicBezTo>
                      <a:pt x="4256" y="5142"/>
                      <a:pt x="4256" y="5142"/>
                      <a:pt x="4256" y="5142"/>
                    </a:cubicBezTo>
                    <a:cubicBezTo>
                      <a:pt x="4256" y="5142"/>
                      <a:pt x="4256" y="5142"/>
                      <a:pt x="4256" y="5142"/>
                    </a:cubicBezTo>
                    <a:cubicBezTo>
                      <a:pt x="4256" y="5142"/>
                      <a:pt x="4256" y="5142"/>
                      <a:pt x="4256" y="5142"/>
                    </a:cubicBezTo>
                    <a:cubicBezTo>
                      <a:pt x="4257" y="5142"/>
                      <a:pt x="4257" y="5142"/>
                      <a:pt x="4257" y="5142"/>
                    </a:cubicBezTo>
                    <a:cubicBezTo>
                      <a:pt x="4257" y="5142"/>
                      <a:pt x="4257" y="5142"/>
                      <a:pt x="4257" y="5142"/>
                    </a:cubicBezTo>
                    <a:cubicBezTo>
                      <a:pt x="4247" y="5079"/>
                      <a:pt x="4247" y="5079"/>
                      <a:pt x="4247" y="5079"/>
                    </a:cubicBezTo>
                    <a:cubicBezTo>
                      <a:pt x="4274" y="5073"/>
                      <a:pt x="4274" y="5073"/>
                      <a:pt x="4274" y="5073"/>
                    </a:cubicBezTo>
                    <a:cubicBezTo>
                      <a:pt x="4275" y="5033"/>
                      <a:pt x="4275" y="5033"/>
                      <a:pt x="4275" y="5033"/>
                    </a:cubicBezTo>
                    <a:cubicBezTo>
                      <a:pt x="4303" y="5016"/>
                      <a:pt x="4303" y="5016"/>
                      <a:pt x="4303" y="5016"/>
                    </a:cubicBezTo>
                    <a:cubicBezTo>
                      <a:pt x="4279" y="4956"/>
                      <a:pt x="4279" y="4956"/>
                      <a:pt x="4279" y="4956"/>
                    </a:cubicBezTo>
                    <a:cubicBezTo>
                      <a:pt x="4249" y="4960"/>
                      <a:pt x="4249" y="4960"/>
                      <a:pt x="4249" y="4960"/>
                    </a:cubicBezTo>
                    <a:cubicBezTo>
                      <a:pt x="4261" y="4914"/>
                      <a:pt x="4261" y="4914"/>
                      <a:pt x="4261" y="4914"/>
                    </a:cubicBezTo>
                    <a:cubicBezTo>
                      <a:pt x="4237" y="4888"/>
                      <a:pt x="4237" y="4888"/>
                      <a:pt x="4237" y="4888"/>
                    </a:cubicBezTo>
                    <a:cubicBezTo>
                      <a:pt x="4233" y="4843"/>
                      <a:pt x="4233" y="4843"/>
                      <a:pt x="4233" y="4843"/>
                    </a:cubicBezTo>
                    <a:cubicBezTo>
                      <a:pt x="4250" y="4839"/>
                      <a:pt x="4250" y="4839"/>
                      <a:pt x="4250" y="4839"/>
                    </a:cubicBezTo>
                    <a:cubicBezTo>
                      <a:pt x="4252" y="4850"/>
                      <a:pt x="4252" y="4850"/>
                      <a:pt x="4252" y="4850"/>
                    </a:cubicBezTo>
                    <a:cubicBezTo>
                      <a:pt x="4269" y="4845"/>
                      <a:pt x="4269" y="4845"/>
                      <a:pt x="4269" y="4845"/>
                    </a:cubicBezTo>
                    <a:cubicBezTo>
                      <a:pt x="4268" y="4821"/>
                      <a:pt x="4268" y="4821"/>
                      <a:pt x="4268" y="4821"/>
                    </a:cubicBezTo>
                    <a:cubicBezTo>
                      <a:pt x="4236" y="4791"/>
                      <a:pt x="4236" y="4791"/>
                      <a:pt x="4236" y="4791"/>
                    </a:cubicBezTo>
                    <a:cubicBezTo>
                      <a:pt x="4256" y="4740"/>
                      <a:pt x="4256" y="4740"/>
                      <a:pt x="4256" y="4740"/>
                    </a:cubicBezTo>
                    <a:cubicBezTo>
                      <a:pt x="4271" y="4733"/>
                      <a:pt x="4271" y="4733"/>
                      <a:pt x="4271" y="4733"/>
                    </a:cubicBezTo>
                    <a:cubicBezTo>
                      <a:pt x="4271" y="4724"/>
                      <a:pt x="4271" y="4724"/>
                      <a:pt x="4271" y="4724"/>
                    </a:cubicBezTo>
                    <a:cubicBezTo>
                      <a:pt x="4283" y="4716"/>
                      <a:pt x="4283" y="4716"/>
                      <a:pt x="4283" y="4716"/>
                    </a:cubicBezTo>
                    <a:cubicBezTo>
                      <a:pt x="4281" y="4701"/>
                      <a:pt x="4281" y="4701"/>
                      <a:pt x="4281" y="4701"/>
                    </a:cubicBezTo>
                    <a:cubicBezTo>
                      <a:pt x="4252" y="4710"/>
                      <a:pt x="4252" y="4710"/>
                      <a:pt x="4252" y="4710"/>
                    </a:cubicBezTo>
                    <a:cubicBezTo>
                      <a:pt x="4246" y="4695"/>
                      <a:pt x="4246" y="4695"/>
                      <a:pt x="4246" y="4695"/>
                    </a:cubicBezTo>
                    <a:cubicBezTo>
                      <a:pt x="4259" y="4686"/>
                      <a:pt x="4259" y="4686"/>
                      <a:pt x="4259" y="4686"/>
                    </a:cubicBezTo>
                    <a:cubicBezTo>
                      <a:pt x="4257" y="4646"/>
                      <a:pt x="4257" y="4646"/>
                      <a:pt x="4257" y="4646"/>
                    </a:cubicBezTo>
                    <a:cubicBezTo>
                      <a:pt x="4231" y="4640"/>
                      <a:pt x="4231" y="4640"/>
                      <a:pt x="4231" y="4640"/>
                    </a:cubicBezTo>
                    <a:cubicBezTo>
                      <a:pt x="4231" y="4619"/>
                      <a:pt x="4231" y="4619"/>
                      <a:pt x="4231" y="4619"/>
                    </a:cubicBezTo>
                    <a:cubicBezTo>
                      <a:pt x="4209" y="4612"/>
                      <a:pt x="4209" y="4612"/>
                      <a:pt x="4209" y="4612"/>
                    </a:cubicBezTo>
                    <a:cubicBezTo>
                      <a:pt x="4206" y="4565"/>
                      <a:pt x="4206" y="4565"/>
                      <a:pt x="4206" y="4565"/>
                    </a:cubicBezTo>
                    <a:cubicBezTo>
                      <a:pt x="4219" y="4498"/>
                      <a:pt x="4219" y="4498"/>
                      <a:pt x="4219" y="4498"/>
                    </a:cubicBezTo>
                    <a:cubicBezTo>
                      <a:pt x="4201" y="4489"/>
                      <a:pt x="4201" y="4489"/>
                      <a:pt x="4201" y="4489"/>
                    </a:cubicBezTo>
                    <a:cubicBezTo>
                      <a:pt x="4204" y="4464"/>
                      <a:pt x="4204" y="4464"/>
                      <a:pt x="4204" y="4464"/>
                    </a:cubicBezTo>
                    <a:cubicBezTo>
                      <a:pt x="4163" y="4441"/>
                      <a:pt x="4163" y="4441"/>
                      <a:pt x="4163" y="4441"/>
                    </a:cubicBezTo>
                    <a:cubicBezTo>
                      <a:pt x="4161" y="4430"/>
                      <a:pt x="4161" y="4430"/>
                      <a:pt x="4161" y="4430"/>
                    </a:cubicBezTo>
                    <a:cubicBezTo>
                      <a:pt x="4179" y="4430"/>
                      <a:pt x="4179" y="4430"/>
                      <a:pt x="4179" y="4430"/>
                    </a:cubicBezTo>
                    <a:cubicBezTo>
                      <a:pt x="4188" y="4417"/>
                      <a:pt x="4188" y="4417"/>
                      <a:pt x="4188" y="4417"/>
                    </a:cubicBezTo>
                    <a:cubicBezTo>
                      <a:pt x="4175" y="4409"/>
                      <a:pt x="4175" y="4409"/>
                      <a:pt x="4175" y="4409"/>
                    </a:cubicBezTo>
                    <a:cubicBezTo>
                      <a:pt x="4188" y="4370"/>
                      <a:pt x="4188" y="4370"/>
                      <a:pt x="4188" y="4370"/>
                    </a:cubicBezTo>
                    <a:cubicBezTo>
                      <a:pt x="4238" y="4354"/>
                      <a:pt x="4238" y="4354"/>
                      <a:pt x="4238" y="4354"/>
                    </a:cubicBezTo>
                    <a:cubicBezTo>
                      <a:pt x="4272" y="4358"/>
                      <a:pt x="4272" y="4358"/>
                      <a:pt x="4272" y="4358"/>
                    </a:cubicBezTo>
                    <a:cubicBezTo>
                      <a:pt x="4277" y="4370"/>
                      <a:pt x="4277" y="4370"/>
                      <a:pt x="4277" y="4370"/>
                    </a:cubicBezTo>
                    <a:cubicBezTo>
                      <a:pt x="4260" y="4386"/>
                      <a:pt x="4260" y="4386"/>
                      <a:pt x="4260" y="4386"/>
                    </a:cubicBezTo>
                    <a:cubicBezTo>
                      <a:pt x="4264" y="4400"/>
                      <a:pt x="4264" y="4400"/>
                      <a:pt x="4264" y="4400"/>
                    </a:cubicBezTo>
                    <a:cubicBezTo>
                      <a:pt x="4280" y="4411"/>
                      <a:pt x="4280" y="4411"/>
                      <a:pt x="4280" y="4411"/>
                    </a:cubicBezTo>
                    <a:cubicBezTo>
                      <a:pt x="4316" y="4393"/>
                      <a:pt x="4316" y="4393"/>
                      <a:pt x="4316" y="4393"/>
                    </a:cubicBezTo>
                    <a:cubicBezTo>
                      <a:pt x="4344" y="4400"/>
                      <a:pt x="4344" y="4400"/>
                      <a:pt x="4344" y="4400"/>
                    </a:cubicBezTo>
                    <a:cubicBezTo>
                      <a:pt x="4358" y="4387"/>
                      <a:pt x="4358" y="4387"/>
                      <a:pt x="4358" y="4387"/>
                    </a:cubicBezTo>
                    <a:cubicBezTo>
                      <a:pt x="4329" y="4364"/>
                      <a:pt x="4329" y="4364"/>
                      <a:pt x="4329" y="4364"/>
                    </a:cubicBezTo>
                    <a:cubicBezTo>
                      <a:pt x="4311" y="4312"/>
                      <a:pt x="4311" y="4312"/>
                      <a:pt x="4311" y="4312"/>
                    </a:cubicBezTo>
                    <a:cubicBezTo>
                      <a:pt x="4280" y="4279"/>
                      <a:pt x="4280" y="4279"/>
                      <a:pt x="4280" y="4279"/>
                    </a:cubicBezTo>
                    <a:cubicBezTo>
                      <a:pt x="4272" y="4237"/>
                      <a:pt x="4272" y="4237"/>
                      <a:pt x="4272" y="4237"/>
                    </a:cubicBezTo>
                    <a:cubicBezTo>
                      <a:pt x="4284" y="4223"/>
                      <a:pt x="4284" y="4223"/>
                      <a:pt x="4284" y="4223"/>
                    </a:cubicBezTo>
                    <a:cubicBezTo>
                      <a:pt x="4283" y="4197"/>
                      <a:pt x="4283" y="4197"/>
                      <a:pt x="4283" y="4197"/>
                    </a:cubicBezTo>
                    <a:cubicBezTo>
                      <a:pt x="4259" y="4181"/>
                      <a:pt x="4259" y="4181"/>
                      <a:pt x="4259" y="4181"/>
                    </a:cubicBezTo>
                    <a:cubicBezTo>
                      <a:pt x="4191" y="4168"/>
                      <a:pt x="4191" y="4168"/>
                      <a:pt x="4191" y="4168"/>
                    </a:cubicBezTo>
                    <a:cubicBezTo>
                      <a:pt x="4172" y="4161"/>
                      <a:pt x="4172" y="4161"/>
                      <a:pt x="4172" y="4161"/>
                    </a:cubicBezTo>
                    <a:cubicBezTo>
                      <a:pt x="4172" y="4145"/>
                      <a:pt x="4172" y="4145"/>
                      <a:pt x="4172" y="4145"/>
                    </a:cubicBezTo>
                    <a:cubicBezTo>
                      <a:pt x="4190" y="4126"/>
                      <a:pt x="4190" y="4126"/>
                      <a:pt x="4190" y="4126"/>
                    </a:cubicBezTo>
                    <a:cubicBezTo>
                      <a:pt x="4193" y="4087"/>
                      <a:pt x="4193" y="4087"/>
                      <a:pt x="4193" y="4087"/>
                    </a:cubicBezTo>
                    <a:cubicBezTo>
                      <a:pt x="4240" y="4035"/>
                      <a:pt x="4240" y="4035"/>
                      <a:pt x="4240" y="4035"/>
                    </a:cubicBezTo>
                    <a:cubicBezTo>
                      <a:pt x="4222" y="3946"/>
                      <a:pt x="4222" y="3946"/>
                      <a:pt x="4222" y="3946"/>
                    </a:cubicBezTo>
                    <a:cubicBezTo>
                      <a:pt x="4194" y="3932"/>
                      <a:pt x="4194" y="3932"/>
                      <a:pt x="4194" y="3932"/>
                    </a:cubicBezTo>
                    <a:cubicBezTo>
                      <a:pt x="4146" y="3946"/>
                      <a:pt x="4146" y="3946"/>
                      <a:pt x="4146" y="3946"/>
                    </a:cubicBezTo>
                    <a:cubicBezTo>
                      <a:pt x="4144" y="3920"/>
                      <a:pt x="4144" y="3920"/>
                      <a:pt x="4144" y="3920"/>
                    </a:cubicBezTo>
                    <a:cubicBezTo>
                      <a:pt x="4189" y="3891"/>
                      <a:pt x="4189" y="3891"/>
                      <a:pt x="4189" y="3891"/>
                    </a:cubicBezTo>
                    <a:cubicBezTo>
                      <a:pt x="4194" y="3867"/>
                      <a:pt x="4194" y="3867"/>
                      <a:pt x="4194" y="3867"/>
                    </a:cubicBezTo>
                    <a:cubicBezTo>
                      <a:pt x="4184" y="3832"/>
                      <a:pt x="4184" y="3832"/>
                      <a:pt x="4184" y="3832"/>
                    </a:cubicBezTo>
                    <a:cubicBezTo>
                      <a:pt x="4184" y="3806"/>
                      <a:pt x="4184" y="3806"/>
                      <a:pt x="4184" y="3806"/>
                    </a:cubicBezTo>
                    <a:cubicBezTo>
                      <a:pt x="4162" y="3783"/>
                      <a:pt x="4162" y="3783"/>
                      <a:pt x="4162" y="3783"/>
                    </a:cubicBezTo>
                    <a:cubicBezTo>
                      <a:pt x="4117" y="3765"/>
                      <a:pt x="4117" y="3765"/>
                      <a:pt x="4117" y="3765"/>
                    </a:cubicBezTo>
                    <a:cubicBezTo>
                      <a:pt x="4074" y="3767"/>
                      <a:pt x="4074" y="3767"/>
                      <a:pt x="4074" y="3767"/>
                    </a:cubicBezTo>
                    <a:cubicBezTo>
                      <a:pt x="4052" y="3725"/>
                      <a:pt x="4052" y="3725"/>
                      <a:pt x="4052" y="3725"/>
                    </a:cubicBezTo>
                    <a:cubicBezTo>
                      <a:pt x="4057" y="3715"/>
                      <a:pt x="4057" y="3715"/>
                      <a:pt x="4057" y="3715"/>
                    </a:cubicBezTo>
                    <a:cubicBezTo>
                      <a:pt x="4082" y="3713"/>
                      <a:pt x="4082" y="3713"/>
                      <a:pt x="4082" y="3713"/>
                    </a:cubicBezTo>
                    <a:cubicBezTo>
                      <a:pt x="4082" y="3712"/>
                      <a:pt x="4081" y="3710"/>
                      <a:pt x="4081" y="3709"/>
                    </a:cubicBezTo>
                    <a:cubicBezTo>
                      <a:pt x="4080" y="3708"/>
                      <a:pt x="4079" y="3706"/>
                      <a:pt x="4078" y="3705"/>
                    </a:cubicBezTo>
                    <a:cubicBezTo>
                      <a:pt x="4077" y="3703"/>
                      <a:pt x="4076" y="3701"/>
                      <a:pt x="4076" y="3699"/>
                    </a:cubicBezTo>
                    <a:cubicBezTo>
                      <a:pt x="4073" y="3694"/>
                      <a:pt x="4069" y="3689"/>
                      <a:pt x="4068" y="3684"/>
                    </a:cubicBezTo>
                    <a:cubicBezTo>
                      <a:pt x="4064" y="3678"/>
                      <a:pt x="4059" y="3670"/>
                      <a:pt x="4062" y="3663"/>
                    </a:cubicBezTo>
                    <a:cubicBezTo>
                      <a:pt x="4063" y="3658"/>
                      <a:pt x="4068" y="3655"/>
                      <a:pt x="4072" y="3654"/>
                    </a:cubicBezTo>
                    <a:cubicBezTo>
                      <a:pt x="4063" y="3644"/>
                      <a:pt x="4063" y="3644"/>
                      <a:pt x="4063" y="3644"/>
                    </a:cubicBezTo>
                    <a:cubicBezTo>
                      <a:pt x="4061" y="3611"/>
                      <a:pt x="4061" y="3611"/>
                      <a:pt x="4061" y="3611"/>
                    </a:cubicBezTo>
                    <a:cubicBezTo>
                      <a:pt x="4021" y="3583"/>
                      <a:pt x="4021" y="3583"/>
                      <a:pt x="4021" y="3583"/>
                    </a:cubicBezTo>
                    <a:cubicBezTo>
                      <a:pt x="4007" y="3542"/>
                      <a:pt x="4007" y="3542"/>
                      <a:pt x="4007" y="3542"/>
                    </a:cubicBezTo>
                    <a:cubicBezTo>
                      <a:pt x="3985" y="3542"/>
                      <a:pt x="3985" y="3542"/>
                      <a:pt x="3985" y="3542"/>
                    </a:cubicBezTo>
                    <a:cubicBezTo>
                      <a:pt x="3973" y="3536"/>
                      <a:pt x="3973" y="3536"/>
                      <a:pt x="3973" y="3536"/>
                    </a:cubicBezTo>
                    <a:cubicBezTo>
                      <a:pt x="3968" y="3515"/>
                      <a:pt x="3968" y="3515"/>
                      <a:pt x="3968" y="3515"/>
                    </a:cubicBezTo>
                    <a:cubicBezTo>
                      <a:pt x="3975" y="3489"/>
                      <a:pt x="3975" y="3489"/>
                      <a:pt x="3975" y="3489"/>
                    </a:cubicBezTo>
                    <a:cubicBezTo>
                      <a:pt x="3893" y="3400"/>
                      <a:pt x="3893" y="3400"/>
                      <a:pt x="3893" y="3400"/>
                    </a:cubicBezTo>
                    <a:cubicBezTo>
                      <a:pt x="3859" y="3374"/>
                      <a:pt x="3859" y="3374"/>
                      <a:pt x="3859" y="3374"/>
                    </a:cubicBezTo>
                    <a:cubicBezTo>
                      <a:pt x="3843" y="3323"/>
                      <a:pt x="3843" y="3323"/>
                      <a:pt x="3843" y="3323"/>
                    </a:cubicBezTo>
                    <a:cubicBezTo>
                      <a:pt x="3810" y="3323"/>
                      <a:pt x="3810" y="3323"/>
                      <a:pt x="3810" y="3323"/>
                    </a:cubicBezTo>
                    <a:cubicBezTo>
                      <a:pt x="3810" y="3296"/>
                      <a:pt x="3810" y="3296"/>
                      <a:pt x="3810" y="3296"/>
                    </a:cubicBezTo>
                    <a:cubicBezTo>
                      <a:pt x="3790" y="3264"/>
                      <a:pt x="3790" y="3264"/>
                      <a:pt x="3790" y="3264"/>
                    </a:cubicBezTo>
                    <a:cubicBezTo>
                      <a:pt x="3804" y="3239"/>
                      <a:pt x="3804" y="3239"/>
                      <a:pt x="3804" y="3239"/>
                    </a:cubicBezTo>
                    <a:cubicBezTo>
                      <a:pt x="3769" y="3232"/>
                      <a:pt x="3769" y="3232"/>
                      <a:pt x="3769" y="3232"/>
                    </a:cubicBezTo>
                    <a:cubicBezTo>
                      <a:pt x="3726" y="3210"/>
                      <a:pt x="3726" y="3210"/>
                      <a:pt x="3726" y="3210"/>
                    </a:cubicBezTo>
                    <a:cubicBezTo>
                      <a:pt x="3724" y="3172"/>
                      <a:pt x="3724" y="3172"/>
                      <a:pt x="3724" y="3172"/>
                    </a:cubicBezTo>
                    <a:cubicBezTo>
                      <a:pt x="3707" y="3160"/>
                      <a:pt x="3707" y="3160"/>
                      <a:pt x="3707" y="3160"/>
                    </a:cubicBezTo>
                    <a:cubicBezTo>
                      <a:pt x="3663" y="3172"/>
                      <a:pt x="3663" y="3172"/>
                      <a:pt x="3663" y="3172"/>
                    </a:cubicBezTo>
                    <a:cubicBezTo>
                      <a:pt x="3597" y="3147"/>
                      <a:pt x="3597" y="3147"/>
                      <a:pt x="3597" y="3147"/>
                    </a:cubicBezTo>
                    <a:cubicBezTo>
                      <a:pt x="3599" y="3080"/>
                      <a:pt x="3599" y="3080"/>
                      <a:pt x="3599" y="3080"/>
                    </a:cubicBezTo>
                    <a:cubicBezTo>
                      <a:pt x="3589" y="3045"/>
                      <a:pt x="3589" y="3045"/>
                      <a:pt x="3589" y="3045"/>
                    </a:cubicBezTo>
                    <a:cubicBezTo>
                      <a:pt x="3608" y="3032"/>
                      <a:pt x="3608" y="3032"/>
                      <a:pt x="3608" y="3032"/>
                    </a:cubicBezTo>
                    <a:cubicBezTo>
                      <a:pt x="3584" y="2982"/>
                      <a:pt x="3584" y="2982"/>
                      <a:pt x="3584" y="2982"/>
                    </a:cubicBezTo>
                    <a:cubicBezTo>
                      <a:pt x="3584" y="2953"/>
                      <a:pt x="3584" y="2953"/>
                      <a:pt x="3584" y="2953"/>
                    </a:cubicBezTo>
                    <a:cubicBezTo>
                      <a:pt x="3516" y="2935"/>
                      <a:pt x="3516" y="2935"/>
                      <a:pt x="3516" y="2935"/>
                    </a:cubicBezTo>
                    <a:cubicBezTo>
                      <a:pt x="3516" y="2951"/>
                      <a:pt x="3516" y="2951"/>
                      <a:pt x="3516" y="2951"/>
                    </a:cubicBezTo>
                    <a:cubicBezTo>
                      <a:pt x="3516" y="2951"/>
                      <a:pt x="3394" y="2993"/>
                      <a:pt x="3393" y="2993"/>
                    </a:cubicBezTo>
                    <a:cubicBezTo>
                      <a:pt x="3392" y="2993"/>
                      <a:pt x="3363" y="2983"/>
                      <a:pt x="3363" y="2983"/>
                    </a:cubicBezTo>
                    <a:cubicBezTo>
                      <a:pt x="3352" y="2944"/>
                      <a:pt x="3352" y="2944"/>
                      <a:pt x="3352" y="2944"/>
                    </a:cubicBezTo>
                    <a:cubicBezTo>
                      <a:pt x="3332" y="2939"/>
                      <a:pt x="3332" y="2939"/>
                      <a:pt x="3332" y="2939"/>
                    </a:cubicBezTo>
                    <a:cubicBezTo>
                      <a:pt x="3309" y="2950"/>
                      <a:pt x="3309" y="2950"/>
                      <a:pt x="3309" y="2950"/>
                    </a:cubicBezTo>
                    <a:cubicBezTo>
                      <a:pt x="3295" y="2930"/>
                      <a:pt x="3295" y="2930"/>
                      <a:pt x="3295" y="2930"/>
                    </a:cubicBezTo>
                    <a:cubicBezTo>
                      <a:pt x="3295" y="2930"/>
                      <a:pt x="3295" y="2930"/>
                      <a:pt x="3295" y="2930"/>
                    </a:cubicBezTo>
                    <a:cubicBezTo>
                      <a:pt x="3250" y="2931"/>
                      <a:pt x="3250" y="2931"/>
                      <a:pt x="3250" y="2931"/>
                    </a:cubicBezTo>
                    <a:cubicBezTo>
                      <a:pt x="3226" y="2845"/>
                      <a:pt x="3226" y="2845"/>
                      <a:pt x="3226" y="2845"/>
                    </a:cubicBezTo>
                    <a:cubicBezTo>
                      <a:pt x="3290" y="2832"/>
                      <a:pt x="3290" y="2832"/>
                      <a:pt x="3290" y="2832"/>
                    </a:cubicBezTo>
                    <a:cubicBezTo>
                      <a:pt x="3277" y="2783"/>
                      <a:pt x="3277" y="2783"/>
                      <a:pt x="3277" y="2783"/>
                    </a:cubicBezTo>
                    <a:cubicBezTo>
                      <a:pt x="3328" y="2775"/>
                      <a:pt x="3328" y="2775"/>
                      <a:pt x="3328" y="2775"/>
                    </a:cubicBezTo>
                    <a:cubicBezTo>
                      <a:pt x="3328" y="2746"/>
                      <a:pt x="3328" y="2746"/>
                      <a:pt x="3328" y="2746"/>
                    </a:cubicBezTo>
                    <a:cubicBezTo>
                      <a:pt x="3388" y="2737"/>
                      <a:pt x="3388" y="2737"/>
                      <a:pt x="3388" y="2737"/>
                    </a:cubicBezTo>
                    <a:cubicBezTo>
                      <a:pt x="3404" y="2772"/>
                      <a:pt x="3404" y="2772"/>
                      <a:pt x="3404" y="2772"/>
                    </a:cubicBezTo>
                    <a:cubicBezTo>
                      <a:pt x="3468" y="2757"/>
                      <a:pt x="3468" y="2757"/>
                      <a:pt x="3468" y="2757"/>
                    </a:cubicBezTo>
                    <a:cubicBezTo>
                      <a:pt x="3459" y="2724"/>
                      <a:pt x="3459" y="2724"/>
                      <a:pt x="3459" y="2724"/>
                    </a:cubicBezTo>
                    <a:cubicBezTo>
                      <a:pt x="3614" y="2678"/>
                      <a:pt x="3614" y="2678"/>
                      <a:pt x="3614" y="2678"/>
                    </a:cubicBezTo>
                    <a:cubicBezTo>
                      <a:pt x="3633" y="2637"/>
                      <a:pt x="3633" y="2637"/>
                      <a:pt x="3633" y="2637"/>
                    </a:cubicBezTo>
                    <a:cubicBezTo>
                      <a:pt x="3633" y="2615"/>
                      <a:pt x="3633" y="2615"/>
                      <a:pt x="3633" y="2615"/>
                    </a:cubicBezTo>
                    <a:cubicBezTo>
                      <a:pt x="3659" y="2598"/>
                      <a:pt x="3659" y="2598"/>
                      <a:pt x="3659" y="2598"/>
                    </a:cubicBezTo>
                    <a:cubicBezTo>
                      <a:pt x="3705" y="2591"/>
                      <a:pt x="3705" y="2591"/>
                      <a:pt x="3705" y="2591"/>
                    </a:cubicBezTo>
                    <a:cubicBezTo>
                      <a:pt x="3719" y="2543"/>
                      <a:pt x="3719" y="2543"/>
                      <a:pt x="3719" y="2543"/>
                    </a:cubicBezTo>
                    <a:cubicBezTo>
                      <a:pt x="3748" y="2543"/>
                      <a:pt x="3748" y="2543"/>
                      <a:pt x="3748" y="2543"/>
                    </a:cubicBezTo>
                    <a:cubicBezTo>
                      <a:pt x="3755" y="2531"/>
                      <a:pt x="3755" y="2531"/>
                      <a:pt x="3755" y="2531"/>
                    </a:cubicBezTo>
                    <a:cubicBezTo>
                      <a:pt x="3744" y="2498"/>
                      <a:pt x="3744" y="2498"/>
                      <a:pt x="3744" y="2498"/>
                    </a:cubicBezTo>
                    <a:cubicBezTo>
                      <a:pt x="3765" y="2448"/>
                      <a:pt x="3765" y="2448"/>
                      <a:pt x="3765" y="2448"/>
                    </a:cubicBezTo>
                    <a:cubicBezTo>
                      <a:pt x="3834" y="2403"/>
                      <a:pt x="3834" y="2403"/>
                      <a:pt x="3834" y="2403"/>
                    </a:cubicBezTo>
                    <a:cubicBezTo>
                      <a:pt x="3892" y="2370"/>
                      <a:pt x="3892" y="2370"/>
                      <a:pt x="3892" y="2370"/>
                    </a:cubicBezTo>
                    <a:cubicBezTo>
                      <a:pt x="3944" y="2352"/>
                      <a:pt x="3944" y="2352"/>
                      <a:pt x="3944" y="2352"/>
                    </a:cubicBezTo>
                    <a:cubicBezTo>
                      <a:pt x="3988" y="2329"/>
                      <a:pt x="3988" y="2329"/>
                      <a:pt x="3988" y="2329"/>
                    </a:cubicBezTo>
                    <a:cubicBezTo>
                      <a:pt x="4006" y="2305"/>
                      <a:pt x="4006" y="2305"/>
                      <a:pt x="4006" y="2305"/>
                    </a:cubicBezTo>
                    <a:cubicBezTo>
                      <a:pt x="4024" y="2286"/>
                      <a:pt x="4024" y="2286"/>
                      <a:pt x="4024" y="2286"/>
                    </a:cubicBezTo>
                    <a:cubicBezTo>
                      <a:pt x="4046" y="2228"/>
                      <a:pt x="4046" y="2228"/>
                      <a:pt x="4046" y="2228"/>
                    </a:cubicBezTo>
                    <a:cubicBezTo>
                      <a:pt x="4033" y="2215"/>
                      <a:pt x="4033" y="2215"/>
                      <a:pt x="4033" y="2215"/>
                    </a:cubicBezTo>
                    <a:cubicBezTo>
                      <a:pt x="4029" y="2171"/>
                      <a:pt x="4029" y="2171"/>
                      <a:pt x="4029" y="2171"/>
                    </a:cubicBezTo>
                    <a:cubicBezTo>
                      <a:pt x="4014" y="2107"/>
                      <a:pt x="4014" y="2107"/>
                      <a:pt x="4014" y="2107"/>
                    </a:cubicBezTo>
                    <a:cubicBezTo>
                      <a:pt x="3899" y="2000"/>
                      <a:pt x="3899" y="2000"/>
                      <a:pt x="3899" y="2000"/>
                    </a:cubicBezTo>
                    <a:cubicBezTo>
                      <a:pt x="3869" y="1966"/>
                      <a:pt x="3869" y="1966"/>
                      <a:pt x="3869" y="1966"/>
                    </a:cubicBezTo>
                    <a:cubicBezTo>
                      <a:pt x="3835" y="1928"/>
                      <a:pt x="3835" y="1928"/>
                      <a:pt x="3835" y="1928"/>
                    </a:cubicBezTo>
                    <a:cubicBezTo>
                      <a:pt x="3827" y="1912"/>
                      <a:pt x="3827" y="1912"/>
                      <a:pt x="3827" y="1912"/>
                    </a:cubicBezTo>
                    <a:cubicBezTo>
                      <a:pt x="3818" y="1873"/>
                      <a:pt x="3818" y="1873"/>
                      <a:pt x="3818" y="1873"/>
                    </a:cubicBezTo>
                    <a:cubicBezTo>
                      <a:pt x="3799" y="1853"/>
                      <a:pt x="3799" y="1853"/>
                      <a:pt x="3799" y="1853"/>
                    </a:cubicBezTo>
                    <a:cubicBezTo>
                      <a:pt x="3731" y="1677"/>
                      <a:pt x="3731" y="1677"/>
                      <a:pt x="3731" y="1677"/>
                    </a:cubicBezTo>
                    <a:cubicBezTo>
                      <a:pt x="3733" y="1647"/>
                      <a:pt x="3733" y="1647"/>
                      <a:pt x="3733" y="1647"/>
                    </a:cubicBezTo>
                    <a:cubicBezTo>
                      <a:pt x="3726" y="1620"/>
                      <a:pt x="3726" y="1620"/>
                      <a:pt x="3726" y="1620"/>
                    </a:cubicBezTo>
                    <a:cubicBezTo>
                      <a:pt x="3682" y="1604"/>
                      <a:pt x="3682" y="1604"/>
                      <a:pt x="3682" y="1604"/>
                    </a:cubicBezTo>
                    <a:cubicBezTo>
                      <a:pt x="3658" y="1563"/>
                      <a:pt x="3658" y="1563"/>
                      <a:pt x="3658" y="1563"/>
                    </a:cubicBezTo>
                    <a:cubicBezTo>
                      <a:pt x="3621" y="1552"/>
                      <a:pt x="3621" y="1552"/>
                      <a:pt x="3621" y="1552"/>
                    </a:cubicBezTo>
                    <a:cubicBezTo>
                      <a:pt x="3619" y="1529"/>
                      <a:pt x="3619" y="1529"/>
                      <a:pt x="3619" y="1529"/>
                    </a:cubicBezTo>
                    <a:cubicBezTo>
                      <a:pt x="3634" y="1494"/>
                      <a:pt x="3634" y="1494"/>
                      <a:pt x="3634" y="1494"/>
                    </a:cubicBezTo>
                    <a:cubicBezTo>
                      <a:pt x="3634" y="1494"/>
                      <a:pt x="3590" y="1453"/>
                      <a:pt x="3590" y="1451"/>
                    </a:cubicBezTo>
                    <a:cubicBezTo>
                      <a:pt x="3590" y="1450"/>
                      <a:pt x="3588" y="1431"/>
                      <a:pt x="3588" y="1431"/>
                    </a:cubicBezTo>
                    <a:cubicBezTo>
                      <a:pt x="3612" y="1419"/>
                      <a:pt x="3612" y="1419"/>
                      <a:pt x="3612" y="1419"/>
                    </a:cubicBezTo>
                    <a:cubicBezTo>
                      <a:pt x="3613" y="1385"/>
                      <a:pt x="3613" y="1385"/>
                      <a:pt x="3613" y="1385"/>
                    </a:cubicBezTo>
                    <a:cubicBezTo>
                      <a:pt x="3628" y="1370"/>
                      <a:pt x="3628" y="1370"/>
                      <a:pt x="3628" y="1370"/>
                    </a:cubicBezTo>
                    <a:cubicBezTo>
                      <a:pt x="3660" y="1370"/>
                      <a:pt x="3660" y="1370"/>
                      <a:pt x="3660" y="1370"/>
                    </a:cubicBezTo>
                    <a:cubicBezTo>
                      <a:pt x="3671" y="1375"/>
                      <a:pt x="3671" y="1375"/>
                      <a:pt x="3671" y="1375"/>
                    </a:cubicBezTo>
                    <a:cubicBezTo>
                      <a:pt x="3699" y="1365"/>
                      <a:pt x="3699" y="1365"/>
                      <a:pt x="3699" y="1365"/>
                    </a:cubicBezTo>
                    <a:cubicBezTo>
                      <a:pt x="3700" y="1337"/>
                      <a:pt x="3700" y="1337"/>
                      <a:pt x="3700" y="1337"/>
                    </a:cubicBezTo>
                    <a:cubicBezTo>
                      <a:pt x="3714" y="1311"/>
                      <a:pt x="3714" y="1311"/>
                      <a:pt x="3714" y="1311"/>
                    </a:cubicBezTo>
                    <a:cubicBezTo>
                      <a:pt x="3716" y="1264"/>
                      <a:pt x="3716" y="1264"/>
                      <a:pt x="3716" y="1264"/>
                    </a:cubicBezTo>
                    <a:cubicBezTo>
                      <a:pt x="3694" y="1238"/>
                      <a:pt x="3694" y="1238"/>
                      <a:pt x="3694" y="1238"/>
                    </a:cubicBezTo>
                    <a:cubicBezTo>
                      <a:pt x="3685" y="1197"/>
                      <a:pt x="3685" y="1197"/>
                      <a:pt x="3685" y="1197"/>
                    </a:cubicBezTo>
                    <a:cubicBezTo>
                      <a:pt x="3704" y="1131"/>
                      <a:pt x="3704" y="1131"/>
                      <a:pt x="3704" y="1131"/>
                    </a:cubicBezTo>
                    <a:cubicBezTo>
                      <a:pt x="3720" y="1105"/>
                      <a:pt x="3720" y="1105"/>
                      <a:pt x="3720" y="1105"/>
                    </a:cubicBezTo>
                    <a:cubicBezTo>
                      <a:pt x="3770" y="1026"/>
                      <a:pt x="3770" y="1026"/>
                      <a:pt x="3770" y="1026"/>
                    </a:cubicBezTo>
                    <a:cubicBezTo>
                      <a:pt x="3750" y="979"/>
                      <a:pt x="3750" y="979"/>
                      <a:pt x="3750" y="979"/>
                    </a:cubicBezTo>
                    <a:cubicBezTo>
                      <a:pt x="3755" y="919"/>
                      <a:pt x="3755" y="919"/>
                      <a:pt x="3755" y="919"/>
                    </a:cubicBezTo>
                    <a:cubicBezTo>
                      <a:pt x="3762" y="888"/>
                      <a:pt x="3762" y="888"/>
                      <a:pt x="3762" y="888"/>
                    </a:cubicBezTo>
                    <a:cubicBezTo>
                      <a:pt x="3761" y="849"/>
                      <a:pt x="3761" y="849"/>
                      <a:pt x="3761" y="849"/>
                    </a:cubicBezTo>
                    <a:cubicBezTo>
                      <a:pt x="3760" y="831"/>
                      <a:pt x="3760" y="831"/>
                      <a:pt x="3760" y="831"/>
                    </a:cubicBezTo>
                    <a:cubicBezTo>
                      <a:pt x="3757" y="831"/>
                      <a:pt x="3757" y="831"/>
                      <a:pt x="3757" y="831"/>
                    </a:cubicBezTo>
                    <a:cubicBezTo>
                      <a:pt x="3772" y="789"/>
                      <a:pt x="3788" y="751"/>
                      <a:pt x="3794" y="741"/>
                    </a:cubicBezTo>
                    <a:cubicBezTo>
                      <a:pt x="3804" y="722"/>
                      <a:pt x="3806" y="713"/>
                      <a:pt x="3811" y="682"/>
                    </a:cubicBezTo>
                    <a:cubicBezTo>
                      <a:pt x="3816" y="652"/>
                      <a:pt x="3854" y="486"/>
                      <a:pt x="3812" y="431"/>
                    </a:cubicBezTo>
                    <a:cubicBezTo>
                      <a:pt x="3807" y="423"/>
                      <a:pt x="3800" y="415"/>
                      <a:pt x="3793" y="406"/>
                    </a:cubicBezTo>
                    <a:cubicBezTo>
                      <a:pt x="3793" y="406"/>
                      <a:pt x="3793" y="406"/>
                      <a:pt x="3793" y="406"/>
                    </a:cubicBezTo>
                    <a:cubicBezTo>
                      <a:pt x="3793" y="406"/>
                      <a:pt x="3793" y="406"/>
                      <a:pt x="3793" y="406"/>
                    </a:cubicBezTo>
                    <a:cubicBezTo>
                      <a:pt x="3751" y="349"/>
                      <a:pt x="3697" y="273"/>
                      <a:pt x="3697" y="273"/>
                    </a:cubicBezTo>
                    <a:cubicBezTo>
                      <a:pt x="3697" y="273"/>
                      <a:pt x="3683" y="243"/>
                      <a:pt x="3660" y="236"/>
                    </a:cubicBezTo>
                    <a:cubicBezTo>
                      <a:pt x="3637" y="229"/>
                      <a:pt x="3632" y="217"/>
                      <a:pt x="3623" y="196"/>
                    </a:cubicBezTo>
                    <a:cubicBezTo>
                      <a:pt x="3614" y="175"/>
                      <a:pt x="3612" y="161"/>
                      <a:pt x="3615" y="137"/>
                    </a:cubicBezTo>
                    <a:cubicBezTo>
                      <a:pt x="3617" y="113"/>
                      <a:pt x="3621" y="84"/>
                      <a:pt x="3619" y="81"/>
                    </a:cubicBezTo>
                    <a:cubicBezTo>
                      <a:pt x="3617" y="78"/>
                      <a:pt x="3617" y="33"/>
                      <a:pt x="3617" y="33"/>
                    </a:cubicBezTo>
                    <a:cubicBezTo>
                      <a:pt x="3617" y="33"/>
                      <a:pt x="3573" y="38"/>
                      <a:pt x="3562" y="37"/>
                    </a:cubicBezTo>
                    <a:cubicBezTo>
                      <a:pt x="3551" y="36"/>
                      <a:pt x="3523" y="44"/>
                      <a:pt x="3515" y="34"/>
                    </a:cubicBezTo>
                    <a:cubicBezTo>
                      <a:pt x="3506" y="24"/>
                      <a:pt x="3506" y="0"/>
                      <a:pt x="3488" y="15"/>
                    </a:cubicBezTo>
                    <a:cubicBezTo>
                      <a:pt x="3483" y="19"/>
                      <a:pt x="3479" y="23"/>
                      <a:pt x="3474" y="27"/>
                    </a:cubicBezTo>
                    <a:cubicBezTo>
                      <a:pt x="3470" y="30"/>
                      <a:pt x="3469" y="32"/>
                      <a:pt x="3466" y="36"/>
                    </a:cubicBezTo>
                    <a:cubicBezTo>
                      <a:pt x="3461" y="43"/>
                      <a:pt x="3450" y="49"/>
                      <a:pt x="3441" y="48"/>
                    </a:cubicBezTo>
                    <a:cubicBezTo>
                      <a:pt x="3436" y="47"/>
                      <a:pt x="3433" y="42"/>
                      <a:pt x="3429" y="41"/>
                    </a:cubicBezTo>
                    <a:cubicBezTo>
                      <a:pt x="3425" y="39"/>
                      <a:pt x="3418" y="40"/>
                      <a:pt x="3413" y="40"/>
                    </a:cubicBezTo>
                    <a:cubicBezTo>
                      <a:pt x="3404" y="41"/>
                      <a:pt x="3396" y="48"/>
                      <a:pt x="3389" y="52"/>
                    </a:cubicBezTo>
                    <a:cubicBezTo>
                      <a:pt x="3381" y="58"/>
                      <a:pt x="3370" y="58"/>
                      <a:pt x="3362" y="51"/>
                    </a:cubicBezTo>
                    <a:cubicBezTo>
                      <a:pt x="3359" y="48"/>
                      <a:pt x="3355" y="44"/>
                      <a:pt x="3351" y="42"/>
                    </a:cubicBezTo>
                    <a:cubicBezTo>
                      <a:pt x="3347" y="40"/>
                      <a:pt x="3341" y="41"/>
                      <a:pt x="3337" y="43"/>
                    </a:cubicBezTo>
                    <a:cubicBezTo>
                      <a:pt x="3337" y="43"/>
                      <a:pt x="3337" y="44"/>
                      <a:pt x="3336" y="44"/>
                    </a:cubicBezTo>
                    <a:cubicBezTo>
                      <a:pt x="3335" y="44"/>
                      <a:pt x="3334" y="45"/>
                      <a:pt x="3333" y="45"/>
                    </a:cubicBezTo>
                    <a:cubicBezTo>
                      <a:pt x="3332" y="45"/>
                      <a:pt x="3332" y="46"/>
                      <a:pt x="3332" y="46"/>
                    </a:cubicBezTo>
                    <a:cubicBezTo>
                      <a:pt x="3324" y="48"/>
                      <a:pt x="3318" y="53"/>
                      <a:pt x="3311" y="56"/>
                    </a:cubicBezTo>
                    <a:cubicBezTo>
                      <a:pt x="3306" y="58"/>
                      <a:pt x="3300" y="58"/>
                      <a:pt x="3295" y="58"/>
                    </a:cubicBezTo>
                    <a:cubicBezTo>
                      <a:pt x="3285" y="58"/>
                      <a:pt x="3274" y="58"/>
                      <a:pt x="3264" y="58"/>
                    </a:cubicBezTo>
                    <a:cubicBezTo>
                      <a:pt x="3259" y="58"/>
                      <a:pt x="3253" y="59"/>
                      <a:pt x="3249" y="58"/>
                    </a:cubicBezTo>
                    <a:cubicBezTo>
                      <a:pt x="3249" y="58"/>
                      <a:pt x="3098" y="44"/>
                      <a:pt x="2992" y="111"/>
                    </a:cubicBezTo>
                    <a:cubicBezTo>
                      <a:pt x="2886" y="177"/>
                      <a:pt x="2893" y="173"/>
                      <a:pt x="2870" y="172"/>
                    </a:cubicBezTo>
                    <a:cubicBezTo>
                      <a:pt x="2848" y="170"/>
                      <a:pt x="2815" y="178"/>
                      <a:pt x="2828" y="198"/>
                    </a:cubicBezTo>
                    <a:cubicBezTo>
                      <a:pt x="2840" y="217"/>
                      <a:pt x="2857" y="240"/>
                      <a:pt x="2843" y="255"/>
                    </a:cubicBezTo>
                    <a:cubicBezTo>
                      <a:pt x="2829" y="269"/>
                      <a:pt x="2801" y="295"/>
                      <a:pt x="2824" y="306"/>
                    </a:cubicBezTo>
                    <a:cubicBezTo>
                      <a:pt x="2846" y="317"/>
                      <a:pt x="3017" y="368"/>
                      <a:pt x="3014" y="417"/>
                    </a:cubicBezTo>
                    <a:cubicBezTo>
                      <a:pt x="3010" y="467"/>
                      <a:pt x="3017" y="490"/>
                      <a:pt x="2993" y="502"/>
                    </a:cubicBezTo>
                    <a:cubicBezTo>
                      <a:pt x="2970" y="514"/>
                      <a:pt x="2952" y="537"/>
                      <a:pt x="2973" y="554"/>
                    </a:cubicBezTo>
                    <a:cubicBezTo>
                      <a:pt x="2993" y="571"/>
                      <a:pt x="3028" y="582"/>
                      <a:pt x="3020" y="609"/>
                    </a:cubicBezTo>
                    <a:cubicBezTo>
                      <a:pt x="3011" y="636"/>
                      <a:pt x="2988" y="640"/>
                      <a:pt x="2964" y="638"/>
                    </a:cubicBezTo>
                    <a:cubicBezTo>
                      <a:pt x="2940" y="637"/>
                      <a:pt x="2895" y="615"/>
                      <a:pt x="2905" y="576"/>
                    </a:cubicBezTo>
                    <a:cubicBezTo>
                      <a:pt x="2914" y="536"/>
                      <a:pt x="2924" y="530"/>
                      <a:pt x="2893" y="528"/>
                    </a:cubicBezTo>
                    <a:cubicBezTo>
                      <a:pt x="2863" y="526"/>
                      <a:pt x="2828" y="534"/>
                      <a:pt x="2834" y="519"/>
                    </a:cubicBezTo>
                    <a:cubicBezTo>
                      <a:pt x="2840" y="503"/>
                      <a:pt x="2820" y="512"/>
                      <a:pt x="2815" y="522"/>
                    </a:cubicBezTo>
                    <a:cubicBezTo>
                      <a:pt x="2811" y="533"/>
                      <a:pt x="2787" y="575"/>
                      <a:pt x="2811" y="587"/>
                    </a:cubicBezTo>
                    <a:cubicBezTo>
                      <a:pt x="2834" y="600"/>
                      <a:pt x="2839" y="614"/>
                      <a:pt x="2824" y="603"/>
                    </a:cubicBezTo>
                    <a:cubicBezTo>
                      <a:pt x="2809" y="593"/>
                      <a:pt x="2788" y="572"/>
                      <a:pt x="2788" y="592"/>
                    </a:cubicBezTo>
                    <a:cubicBezTo>
                      <a:pt x="2788" y="613"/>
                      <a:pt x="2788" y="642"/>
                      <a:pt x="2773" y="645"/>
                    </a:cubicBezTo>
                    <a:cubicBezTo>
                      <a:pt x="2759" y="648"/>
                      <a:pt x="2755" y="650"/>
                      <a:pt x="2762" y="664"/>
                    </a:cubicBezTo>
                    <a:cubicBezTo>
                      <a:pt x="2768" y="677"/>
                      <a:pt x="2780" y="723"/>
                      <a:pt x="2759" y="729"/>
                    </a:cubicBezTo>
                    <a:cubicBezTo>
                      <a:pt x="2737" y="735"/>
                      <a:pt x="2717" y="739"/>
                      <a:pt x="2703" y="737"/>
                    </a:cubicBezTo>
                    <a:cubicBezTo>
                      <a:pt x="2690" y="734"/>
                      <a:pt x="2688" y="740"/>
                      <a:pt x="2686" y="749"/>
                    </a:cubicBezTo>
                    <a:cubicBezTo>
                      <a:pt x="2685" y="758"/>
                      <a:pt x="2680" y="767"/>
                      <a:pt x="2665" y="764"/>
                    </a:cubicBezTo>
                    <a:cubicBezTo>
                      <a:pt x="2650" y="760"/>
                      <a:pt x="2627" y="762"/>
                      <a:pt x="2627" y="776"/>
                    </a:cubicBezTo>
                    <a:cubicBezTo>
                      <a:pt x="2626" y="790"/>
                      <a:pt x="2619" y="818"/>
                      <a:pt x="2607" y="831"/>
                    </a:cubicBezTo>
                    <a:cubicBezTo>
                      <a:pt x="2601" y="831"/>
                      <a:pt x="2601" y="831"/>
                      <a:pt x="2601" y="831"/>
                    </a:cubicBezTo>
                    <a:cubicBezTo>
                      <a:pt x="2601" y="843"/>
                      <a:pt x="2599" y="854"/>
                      <a:pt x="2600" y="866"/>
                    </a:cubicBezTo>
                    <a:cubicBezTo>
                      <a:pt x="2600" y="868"/>
                      <a:pt x="2600" y="869"/>
                      <a:pt x="2600" y="871"/>
                    </a:cubicBezTo>
                    <a:cubicBezTo>
                      <a:pt x="2600" y="871"/>
                      <a:pt x="2601" y="871"/>
                      <a:pt x="2601" y="871"/>
                    </a:cubicBezTo>
                    <a:cubicBezTo>
                      <a:pt x="2601" y="872"/>
                      <a:pt x="2601" y="873"/>
                      <a:pt x="2602" y="873"/>
                    </a:cubicBezTo>
                    <a:cubicBezTo>
                      <a:pt x="2602" y="874"/>
                      <a:pt x="2602" y="874"/>
                      <a:pt x="2603" y="874"/>
                    </a:cubicBezTo>
                    <a:cubicBezTo>
                      <a:pt x="2603" y="874"/>
                      <a:pt x="2603" y="874"/>
                      <a:pt x="2603" y="874"/>
                    </a:cubicBezTo>
                    <a:cubicBezTo>
                      <a:pt x="2604" y="875"/>
                      <a:pt x="2605" y="876"/>
                      <a:pt x="2607" y="877"/>
                    </a:cubicBezTo>
                    <a:cubicBezTo>
                      <a:pt x="2607" y="878"/>
                      <a:pt x="2608" y="878"/>
                      <a:pt x="2608" y="878"/>
                    </a:cubicBezTo>
                    <a:cubicBezTo>
                      <a:pt x="2608" y="880"/>
                      <a:pt x="2608" y="882"/>
                      <a:pt x="2609" y="884"/>
                    </a:cubicBezTo>
                    <a:cubicBezTo>
                      <a:pt x="2609" y="887"/>
                      <a:pt x="2609" y="890"/>
                      <a:pt x="2612" y="892"/>
                    </a:cubicBezTo>
                    <a:cubicBezTo>
                      <a:pt x="2615" y="896"/>
                      <a:pt x="2620" y="897"/>
                      <a:pt x="2624" y="899"/>
                    </a:cubicBezTo>
                    <a:cubicBezTo>
                      <a:pt x="2624" y="899"/>
                      <a:pt x="2624" y="899"/>
                      <a:pt x="2624" y="899"/>
                    </a:cubicBezTo>
                    <a:cubicBezTo>
                      <a:pt x="2625" y="899"/>
                      <a:pt x="2625" y="899"/>
                      <a:pt x="2625" y="900"/>
                    </a:cubicBezTo>
                    <a:cubicBezTo>
                      <a:pt x="2626" y="900"/>
                      <a:pt x="2626" y="901"/>
                      <a:pt x="2626" y="901"/>
                    </a:cubicBezTo>
                    <a:cubicBezTo>
                      <a:pt x="2628" y="912"/>
                      <a:pt x="2636" y="920"/>
                      <a:pt x="2642" y="929"/>
                    </a:cubicBezTo>
                    <a:cubicBezTo>
                      <a:pt x="2642" y="931"/>
                      <a:pt x="2643" y="932"/>
                      <a:pt x="2644" y="934"/>
                    </a:cubicBezTo>
                    <a:cubicBezTo>
                      <a:pt x="2646" y="937"/>
                      <a:pt x="2648" y="941"/>
                      <a:pt x="2650" y="944"/>
                    </a:cubicBezTo>
                    <a:cubicBezTo>
                      <a:pt x="2654" y="950"/>
                      <a:pt x="2654" y="953"/>
                      <a:pt x="2647" y="957"/>
                    </a:cubicBezTo>
                    <a:cubicBezTo>
                      <a:pt x="2640" y="960"/>
                      <a:pt x="2634" y="967"/>
                      <a:pt x="2625" y="968"/>
                    </a:cubicBezTo>
                    <a:cubicBezTo>
                      <a:pt x="2617" y="968"/>
                      <a:pt x="2610" y="962"/>
                      <a:pt x="2605" y="956"/>
                    </a:cubicBezTo>
                    <a:cubicBezTo>
                      <a:pt x="2603" y="953"/>
                      <a:pt x="2602" y="950"/>
                      <a:pt x="2601" y="947"/>
                    </a:cubicBezTo>
                    <a:cubicBezTo>
                      <a:pt x="2600" y="945"/>
                      <a:pt x="2598" y="940"/>
                      <a:pt x="2596" y="938"/>
                    </a:cubicBezTo>
                    <a:cubicBezTo>
                      <a:pt x="2593" y="936"/>
                      <a:pt x="2589" y="939"/>
                      <a:pt x="2587" y="941"/>
                    </a:cubicBezTo>
                    <a:cubicBezTo>
                      <a:pt x="2584" y="943"/>
                      <a:pt x="2585" y="946"/>
                      <a:pt x="2585" y="950"/>
                    </a:cubicBezTo>
                    <a:cubicBezTo>
                      <a:pt x="2585" y="954"/>
                      <a:pt x="2584" y="957"/>
                      <a:pt x="2582" y="961"/>
                    </a:cubicBezTo>
                    <a:cubicBezTo>
                      <a:pt x="2579" y="964"/>
                      <a:pt x="2577" y="968"/>
                      <a:pt x="2575" y="973"/>
                    </a:cubicBezTo>
                    <a:cubicBezTo>
                      <a:pt x="2575" y="973"/>
                      <a:pt x="2575" y="973"/>
                      <a:pt x="2574" y="973"/>
                    </a:cubicBezTo>
                    <a:cubicBezTo>
                      <a:pt x="2574" y="973"/>
                      <a:pt x="2574" y="973"/>
                      <a:pt x="2574" y="974"/>
                    </a:cubicBezTo>
                    <a:cubicBezTo>
                      <a:pt x="2572" y="974"/>
                      <a:pt x="2570" y="977"/>
                      <a:pt x="2568" y="979"/>
                    </a:cubicBezTo>
                    <a:cubicBezTo>
                      <a:pt x="2564" y="980"/>
                      <a:pt x="2560" y="977"/>
                      <a:pt x="2557" y="977"/>
                    </a:cubicBezTo>
                    <a:cubicBezTo>
                      <a:pt x="2553" y="976"/>
                      <a:pt x="2548" y="976"/>
                      <a:pt x="2546" y="979"/>
                    </a:cubicBezTo>
                    <a:cubicBezTo>
                      <a:pt x="2543" y="982"/>
                      <a:pt x="2542" y="985"/>
                      <a:pt x="2540" y="987"/>
                    </a:cubicBezTo>
                    <a:cubicBezTo>
                      <a:pt x="2537" y="991"/>
                      <a:pt x="2536" y="995"/>
                      <a:pt x="2534" y="998"/>
                    </a:cubicBezTo>
                    <a:cubicBezTo>
                      <a:pt x="2531" y="1002"/>
                      <a:pt x="2529" y="996"/>
                      <a:pt x="2528" y="993"/>
                    </a:cubicBezTo>
                    <a:cubicBezTo>
                      <a:pt x="2526" y="990"/>
                      <a:pt x="2526" y="984"/>
                      <a:pt x="2521" y="984"/>
                    </a:cubicBezTo>
                    <a:cubicBezTo>
                      <a:pt x="2517" y="985"/>
                      <a:pt x="2513" y="989"/>
                      <a:pt x="2509" y="991"/>
                    </a:cubicBezTo>
                    <a:cubicBezTo>
                      <a:pt x="2502" y="996"/>
                      <a:pt x="2493" y="996"/>
                      <a:pt x="2486" y="1002"/>
                    </a:cubicBezTo>
                    <a:cubicBezTo>
                      <a:pt x="2483" y="1005"/>
                      <a:pt x="2480" y="1008"/>
                      <a:pt x="2477" y="1011"/>
                    </a:cubicBezTo>
                    <a:cubicBezTo>
                      <a:pt x="2475" y="1014"/>
                      <a:pt x="2473" y="1019"/>
                      <a:pt x="2469" y="1021"/>
                    </a:cubicBezTo>
                    <a:cubicBezTo>
                      <a:pt x="2460" y="1025"/>
                      <a:pt x="2460" y="1008"/>
                      <a:pt x="2456" y="1004"/>
                    </a:cubicBezTo>
                    <a:cubicBezTo>
                      <a:pt x="2456" y="1004"/>
                      <a:pt x="2456" y="1004"/>
                      <a:pt x="2456" y="1003"/>
                    </a:cubicBezTo>
                    <a:cubicBezTo>
                      <a:pt x="2455" y="1002"/>
                      <a:pt x="2454" y="1001"/>
                      <a:pt x="2453" y="1000"/>
                    </a:cubicBezTo>
                    <a:cubicBezTo>
                      <a:pt x="2453" y="1000"/>
                      <a:pt x="2453" y="1000"/>
                      <a:pt x="2453" y="1000"/>
                    </a:cubicBezTo>
                    <a:cubicBezTo>
                      <a:pt x="2451" y="999"/>
                      <a:pt x="2449" y="997"/>
                      <a:pt x="2450" y="994"/>
                    </a:cubicBezTo>
                    <a:cubicBezTo>
                      <a:pt x="2450" y="994"/>
                      <a:pt x="2450" y="994"/>
                      <a:pt x="2450" y="993"/>
                    </a:cubicBezTo>
                    <a:cubicBezTo>
                      <a:pt x="2451" y="989"/>
                      <a:pt x="2457" y="986"/>
                      <a:pt x="2460" y="983"/>
                    </a:cubicBezTo>
                    <a:cubicBezTo>
                      <a:pt x="2467" y="977"/>
                      <a:pt x="2472" y="970"/>
                      <a:pt x="2482" y="975"/>
                    </a:cubicBezTo>
                    <a:cubicBezTo>
                      <a:pt x="2483" y="976"/>
                      <a:pt x="2486" y="978"/>
                      <a:pt x="2488" y="978"/>
                    </a:cubicBezTo>
                    <a:cubicBezTo>
                      <a:pt x="2490" y="979"/>
                      <a:pt x="2492" y="979"/>
                      <a:pt x="2493" y="978"/>
                    </a:cubicBezTo>
                    <a:cubicBezTo>
                      <a:pt x="2493" y="977"/>
                      <a:pt x="2493" y="977"/>
                      <a:pt x="2493" y="976"/>
                    </a:cubicBezTo>
                    <a:cubicBezTo>
                      <a:pt x="2494" y="973"/>
                      <a:pt x="2488" y="968"/>
                      <a:pt x="2488" y="965"/>
                    </a:cubicBezTo>
                    <a:cubicBezTo>
                      <a:pt x="2487" y="961"/>
                      <a:pt x="2496" y="963"/>
                      <a:pt x="2499" y="963"/>
                    </a:cubicBezTo>
                    <a:cubicBezTo>
                      <a:pt x="2502" y="963"/>
                      <a:pt x="2505" y="962"/>
                      <a:pt x="2506" y="958"/>
                    </a:cubicBezTo>
                    <a:cubicBezTo>
                      <a:pt x="2507" y="955"/>
                      <a:pt x="2507" y="950"/>
                      <a:pt x="2507" y="947"/>
                    </a:cubicBezTo>
                    <a:cubicBezTo>
                      <a:pt x="2507" y="944"/>
                      <a:pt x="2507" y="942"/>
                      <a:pt x="2508" y="939"/>
                    </a:cubicBezTo>
                    <a:cubicBezTo>
                      <a:pt x="2509" y="935"/>
                      <a:pt x="2509" y="929"/>
                      <a:pt x="2506" y="925"/>
                    </a:cubicBezTo>
                    <a:cubicBezTo>
                      <a:pt x="2504" y="923"/>
                      <a:pt x="2502" y="922"/>
                      <a:pt x="2499" y="921"/>
                    </a:cubicBezTo>
                    <a:cubicBezTo>
                      <a:pt x="2498" y="921"/>
                      <a:pt x="2496" y="920"/>
                      <a:pt x="2495" y="920"/>
                    </a:cubicBezTo>
                    <a:cubicBezTo>
                      <a:pt x="2490" y="919"/>
                      <a:pt x="2486" y="916"/>
                      <a:pt x="2482" y="913"/>
                    </a:cubicBezTo>
                    <a:cubicBezTo>
                      <a:pt x="2479" y="911"/>
                      <a:pt x="2475" y="909"/>
                      <a:pt x="2471" y="907"/>
                    </a:cubicBezTo>
                    <a:cubicBezTo>
                      <a:pt x="2469" y="906"/>
                      <a:pt x="2467" y="906"/>
                      <a:pt x="2465" y="905"/>
                    </a:cubicBezTo>
                    <a:cubicBezTo>
                      <a:pt x="2463" y="904"/>
                      <a:pt x="2462" y="902"/>
                      <a:pt x="2461" y="900"/>
                    </a:cubicBezTo>
                    <a:cubicBezTo>
                      <a:pt x="2455" y="892"/>
                      <a:pt x="2449" y="886"/>
                      <a:pt x="2442" y="880"/>
                    </a:cubicBezTo>
                    <a:cubicBezTo>
                      <a:pt x="2439" y="878"/>
                      <a:pt x="2438" y="877"/>
                      <a:pt x="2438" y="874"/>
                    </a:cubicBezTo>
                    <a:cubicBezTo>
                      <a:pt x="2437" y="872"/>
                      <a:pt x="2435" y="870"/>
                      <a:pt x="2435" y="868"/>
                    </a:cubicBezTo>
                    <a:cubicBezTo>
                      <a:pt x="2435" y="867"/>
                      <a:pt x="2435" y="865"/>
                      <a:pt x="2435" y="864"/>
                    </a:cubicBezTo>
                    <a:cubicBezTo>
                      <a:pt x="2435" y="862"/>
                      <a:pt x="2435" y="861"/>
                      <a:pt x="2436" y="860"/>
                    </a:cubicBezTo>
                    <a:cubicBezTo>
                      <a:pt x="2436" y="858"/>
                      <a:pt x="2437" y="854"/>
                      <a:pt x="2436" y="852"/>
                    </a:cubicBezTo>
                    <a:cubicBezTo>
                      <a:pt x="2426" y="852"/>
                      <a:pt x="2426" y="852"/>
                      <a:pt x="2426" y="852"/>
                    </a:cubicBezTo>
                    <a:cubicBezTo>
                      <a:pt x="2386" y="851"/>
                      <a:pt x="2386" y="851"/>
                      <a:pt x="2386" y="851"/>
                    </a:cubicBezTo>
                    <a:cubicBezTo>
                      <a:pt x="2384" y="856"/>
                      <a:pt x="2382" y="861"/>
                      <a:pt x="2379" y="867"/>
                    </a:cubicBezTo>
                    <a:cubicBezTo>
                      <a:pt x="2377" y="871"/>
                      <a:pt x="2375" y="875"/>
                      <a:pt x="2373" y="880"/>
                    </a:cubicBezTo>
                    <a:cubicBezTo>
                      <a:pt x="2371" y="884"/>
                      <a:pt x="2369" y="888"/>
                      <a:pt x="2368" y="892"/>
                    </a:cubicBezTo>
                    <a:cubicBezTo>
                      <a:pt x="2366" y="896"/>
                      <a:pt x="2364" y="899"/>
                      <a:pt x="2361" y="902"/>
                    </a:cubicBezTo>
                    <a:cubicBezTo>
                      <a:pt x="2358" y="906"/>
                      <a:pt x="2355" y="909"/>
                      <a:pt x="2353" y="914"/>
                    </a:cubicBezTo>
                    <a:cubicBezTo>
                      <a:pt x="2351" y="918"/>
                      <a:pt x="2349" y="923"/>
                      <a:pt x="2347" y="928"/>
                    </a:cubicBezTo>
                    <a:cubicBezTo>
                      <a:pt x="2346" y="932"/>
                      <a:pt x="2344" y="936"/>
                      <a:pt x="2341" y="939"/>
                    </a:cubicBezTo>
                    <a:cubicBezTo>
                      <a:pt x="2339" y="941"/>
                      <a:pt x="2336" y="943"/>
                      <a:pt x="2334" y="946"/>
                    </a:cubicBezTo>
                    <a:cubicBezTo>
                      <a:pt x="2332" y="947"/>
                      <a:pt x="2332" y="947"/>
                      <a:pt x="2332" y="947"/>
                    </a:cubicBezTo>
                    <a:cubicBezTo>
                      <a:pt x="2329" y="950"/>
                      <a:pt x="2327" y="953"/>
                      <a:pt x="2324" y="956"/>
                    </a:cubicBezTo>
                    <a:cubicBezTo>
                      <a:pt x="2322" y="959"/>
                      <a:pt x="2319" y="961"/>
                      <a:pt x="2317" y="964"/>
                    </a:cubicBezTo>
                    <a:cubicBezTo>
                      <a:pt x="2312" y="970"/>
                      <a:pt x="2321" y="973"/>
                      <a:pt x="2326" y="971"/>
                    </a:cubicBezTo>
                    <a:cubicBezTo>
                      <a:pt x="2331" y="969"/>
                      <a:pt x="2331" y="960"/>
                      <a:pt x="2338" y="961"/>
                    </a:cubicBezTo>
                    <a:cubicBezTo>
                      <a:pt x="2345" y="962"/>
                      <a:pt x="2347" y="971"/>
                      <a:pt x="2353" y="973"/>
                    </a:cubicBezTo>
                    <a:cubicBezTo>
                      <a:pt x="2356" y="975"/>
                      <a:pt x="2360" y="974"/>
                      <a:pt x="2363" y="973"/>
                    </a:cubicBezTo>
                    <a:cubicBezTo>
                      <a:pt x="2367" y="972"/>
                      <a:pt x="2370" y="972"/>
                      <a:pt x="2374" y="973"/>
                    </a:cubicBezTo>
                    <a:cubicBezTo>
                      <a:pt x="2374" y="973"/>
                      <a:pt x="2374" y="973"/>
                      <a:pt x="2374" y="973"/>
                    </a:cubicBezTo>
                    <a:cubicBezTo>
                      <a:pt x="2382" y="974"/>
                      <a:pt x="2388" y="982"/>
                      <a:pt x="2384" y="989"/>
                    </a:cubicBezTo>
                    <a:cubicBezTo>
                      <a:pt x="2381" y="994"/>
                      <a:pt x="2377" y="997"/>
                      <a:pt x="2373" y="1000"/>
                    </a:cubicBezTo>
                    <a:cubicBezTo>
                      <a:pt x="2372" y="1002"/>
                      <a:pt x="2370" y="1003"/>
                      <a:pt x="2369" y="1005"/>
                    </a:cubicBezTo>
                    <a:cubicBezTo>
                      <a:pt x="2367" y="1008"/>
                      <a:pt x="2366" y="1013"/>
                      <a:pt x="2366" y="1017"/>
                    </a:cubicBezTo>
                    <a:cubicBezTo>
                      <a:pt x="2366" y="1021"/>
                      <a:pt x="2367" y="1026"/>
                      <a:pt x="2364" y="1029"/>
                    </a:cubicBezTo>
                    <a:cubicBezTo>
                      <a:pt x="2362" y="1032"/>
                      <a:pt x="2357" y="1032"/>
                      <a:pt x="2354" y="1032"/>
                    </a:cubicBezTo>
                    <a:cubicBezTo>
                      <a:pt x="2350" y="1032"/>
                      <a:pt x="2346" y="1032"/>
                      <a:pt x="2344" y="1028"/>
                    </a:cubicBezTo>
                    <a:cubicBezTo>
                      <a:pt x="2341" y="1026"/>
                      <a:pt x="2339" y="1022"/>
                      <a:pt x="2338" y="1019"/>
                    </a:cubicBezTo>
                    <a:cubicBezTo>
                      <a:pt x="2337" y="1017"/>
                      <a:pt x="2337" y="1015"/>
                      <a:pt x="2337" y="1013"/>
                    </a:cubicBezTo>
                    <a:cubicBezTo>
                      <a:pt x="2338" y="1012"/>
                      <a:pt x="2338" y="1011"/>
                      <a:pt x="2338" y="1011"/>
                    </a:cubicBezTo>
                    <a:cubicBezTo>
                      <a:pt x="2338" y="1008"/>
                      <a:pt x="2339" y="1005"/>
                      <a:pt x="2339" y="1003"/>
                    </a:cubicBezTo>
                    <a:cubicBezTo>
                      <a:pt x="2338" y="999"/>
                      <a:pt x="2331" y="998"/>
                      <a:pt x="2328" y="998"/>
                    </a:cubicBezTo>
                    <a:cubicBezTo>
                      <a:pt x="2328" y="998"/>
                      <a:pt x="2328" y="998"/>
                      <a:pt x="2328" y="998"/>
                    </a:cubicBezTo>
                    <a:cubicBezTo>
                      <a:pt x="2324" y="997"/>
                      <a:pt x="2321" y="998"/>
                      <a:pt x="2318" y="999"/>
                    </a:cubicBezTo>
                    <a:cubicBezTo>
                      <a:pt x="2316" y="1000"/>
                      <a:pt x="2314" y="1001"/>
                      <a:pt x="2312" y="1001"/>
                    </a:cubicBezTo>
                    <a:cubicBezTo>
                      <a:pt x="2311" y="1002"/>
                      <a:pt x="2309" y="1002"/>
                      <a:pt x="2308" y="1002"/>
                    </a:cubicBezTo>
                    <a:cubicBezTo>
                      <a:pt x="2305" y="1000"/>
                      <a:pt x="2308" y="995"/>
                      <a:pt x="2309" y="993"/>
                    </a:cubicBezTo>
                    <a:cubicBezTo>
                      <a:pt x="2310" y="991"/>
                      <a:pt x="2313" y="986"/>
                      <a:pt x="2310" y="984"/>
                    </a:cubicBezTo>
                    <a:cubicBezTo>
                      <a:pt x="2307" y="981"/>
                      <a:pt x="2302" y="987"/>
                      <a:pt x="2301" y="989"/>
                    </a:cubicBezTo>
                    <a:cubicBezTo>
                      <a:pt x="2298" y="992"/>
                      <a:pt x="2295" y="995"/>
                      <a:pt x="2291" y="998"/>
                    </a:cubicBezTo>
                    <a:cubicBezTo>
                      <a:pt x="2288" y="1000"/>
                      <a:pt x="2284" y="1000"/>
                      <a:pt x="2280" y="1002"/>
                    </a:cubicBezTo>
                    <a:cubicBezTo>
                      <a:pt x="2275" y="1003"/>
                      <a:pt x="2272" y="1006"/>
                      <a:pt x="2268" y="1008"/>
                    </a:cubicBezTo>
                    <a:cubicBezTo>
                      <a:pt x="2265" y="1010"/>
                      <a:pt x="2262" y="1012"/>
                      <a:pt x="2260" y="1015"/>
                    </a:cubicBezTo>
                    <a:cubicBezTo>
                      <a:pt x="2258" y="1019"/>
                      <a:pt x="2257" y="1023"/>
                      <a:pt x="2258" y="1027"/>
                    </a:cubicBezTo>
                    <a:cubicBezTo>
                      <a:pt x="2259" y="1031"/>
                      <a:pt x="2260" y="1034"/>
                      <a:pt x="2256" y="1037"/>
                    </a:cubicBezTo>
                    <a:cubicBezTo>
                      <a:pt x="2254" y="1038"/>
                      <a:pt x="2252" y="1039"/>
                      <a:pt x="2251" y="1040"/>
                    </a:cubicBezTo>
                    <a:cubicBezTo>
                      <a:pt x="2249" y="1041"/>
                      <a:pt x="2247" y="1043"/>
                      <a:pt x="2246" y="1045"/>
                    </a:cubicBezTo>
                    <a:cubicBezTo>
                      <a:pt x="2245" y="1046"/>
                      <a:pt x="2244" y="1047"/>
                      <a:pt x="2243" y="1049"/>
                    </a:cubicBezTo>
                    <a:cubicBezTo>
                      <a:pt x="2242" y="1050"/>
                      <a:pt x="2242" y="1052"/>
                      <a:pt x="2240" y="1053"/>
                    </a:cubicBezTo>
                    <a:cubicBezTo>
                      <a:pt x="2240" y="1053"/>
                      <a:pt x="2239" y="1053"/>
                      <a:pt x="2238" y="1053"/>
                    </a:cubicBezTo>
                    <a:cubicBezTo>
                      <a:pt x="2237" y="1054"/>
                      <a:pt x="2236" y="1055"/>
                      <a:pt x="2235" y="1057"/>
                    </a:cubicBezTo>
                    <a:cubicBezTo>
                      <a:pt x="2233" y="1059"/>
                      <a:pt x="2231" y="1062"/>
                      <a:pt x="2229" y="1063"/>
                    </a:cubicBezTo>
                    <a:cubicBezTo>
                      <a:pt x="2226" y="1066"/>
                      <a:pt x="2223" y="1070"/>
                      <a:pt x="2219" y="1072"/>
                    </a:cubicBezTo>
                    <a:cubicBezTo>
                      <a:pt x="2215" y="1074"/>
                      <a:pt x="2212" y="1076"/>
                      <a:pt x="2208" y="1078"/>
                    </a:cubicBezTo>
                    <a:cubicBezTo>
                      <a:pt x="2203" y="1082"/>
                      <a:pt x="2199" y="1087"/>
                      <a:pt x="2192" y="1088"/>
                    </a:cubicBezTo>
                    <a:cubicBezTo>
                      <a:pt x="2191" y="1088"/>
                      <a:pt x="2190" y="1088"/>
                      <a:pt x="2189" y="1088"/>
                    </a:cubicBezTo>
                    <a:cubicBezTo>
                      <a:pt x="2189" y="1088"/>
                      <a:pt x="2188" y="1086"/>
                      <a:pt x="2188" y="1086"/>
                    </a:cubicBezTo>
                    <a:cubicBezTo>
                      <a:pt x="2188" y="1084"/>
                      <a:pt x="2188" y="1082"/>
                      <a:pt x="2187" y="1081"/>
                    </a:cubicBezTo>
                    <a:cubicBezTo>
                      <a:pt x="2185" y="1079"/>
                      <a:pt x="2182" y="1081"/>
                      <a:pt x="2182" y="1082"/>
                    </a:cubicBezTo>
                    <a:cubicBezTo>
                      <a:pt x="2181" y="1084"/>
                      <a:pt x="2182" y="1085"/>
                      <a:pt x="2181" y="1087"/>
                    </a:cubicBezTo>
                    <a:cubicBezTo>
                      <a:pt x="2181" y="1088"/>
                      <a:pt x="2180" y="1088"/>
                      <a:pt x="2180" y="1090"/>
                    </a:cubicBezTo>
                    <a:cubicBezTo>
                      <a:pt x="2179" y="1093"/>
                      <a:pt x="2178" y="1097"/>
                      <a:pt x="2177" y="1100"/>
                    </a:cubicBezTo>
                    <a:cubicBezTo>
                      <a:pt x="2176" y="1104"/>
                      <a:pt x="2175" y="1108"/>
                      <a:pt x="2174" y="1113"/>
                    </a:cubicBezTo>
                    <a:cubicBezTo>
                      <a:pt x="2172" y="1117"/>
                      <a:pt x="2171" y="1122"/>
                      <a:pt x="2170" y="1127"/>
                    </a:cubicBezTo>
                    <a:cubicBezTo>
                      <a:pt x="2168" y="1132"/>
                      <a:pt x="2167" y="1137"/>
                      <a:pt x="2165" y="1142"/>
                    </a:cubicBezTo>
                    <a:cubicBezTo>
                      <a:pt x="2163" y="1147"/>
                      <a:pt x="2161" y="1153"/>
                      <a:pt x="2159" y="1158"/>
                    </a:cubicBezTo>
                    <a:cubicBezTo>
                      <a:pt x="2157" y="1162"/>
                      <a:pt x="2155" y="1165"/>
                      <a:pt x="2154" y="1169"/>
                    </a:cubicBezTo>
                    <a:cubicBezTo>
                      <a:pt x="2151" y="1173"/>
                      <a:pt x="2150" y="1178"/>
                      <a:pt x="2150" y="1184"/>
                    </a:cubicBezTo>
                    <a:cubicBezTo>
                      <a:pt x="2149" y="1189"/>
                      <a:pt x="2150" y="1195"/>
                      <a:pt x="2150" y="1200"/>
                    </a:cubicBezTo>
                    <a:cubicBezTo>
                      <a:pt x="2150" y="1209"/>
                      <a:pt x="2144" y="1215"/>
                      <a:pt x="2139" y="1221"/>
                    </a:cubicBezTo>
                    <a:cubicBezTo>
                      <a:pt x="2137" y="1223"/>
                      <a:pt x="2135" y="1227"/>
                      <a:pt x="2132" y="1227"/>
                    </a:cubicBezTo>
                    <a:cubicBezTo>
                      <a:pt x="2130" y="1228"/>
                      <a:pt x="2129" y="1224"/>
                      <a:pt x="2128" y="1222"/>
                    </a:cubicBezTo>
                    <a:cubicBezTo>
                      <a:pt x="2128" y="1219"/>
                      <a:pt x="2127" y="1214"/>
                      <a:pt x="2128" y="1211"/>
                    </a:cubicBezTo>
                    <a:cubicBezTo>
                      <a:pt x="2129" y="1208"/>
                      <a:pt x="2132" y="1207"/>
                      <a:pt x="2135" y="1205"/>
                    </a:cubicBezTo>
                    <a:cubicBezTo>
                      <a:pt x="2138" y="1204"/>
                      <a:pt x="2140" y="1201"/>
                      <a:pt x="2140" y="1197"/>
                    </a:cubicBezTo>
                    <a:cubicBezTo>
                      <a:pt x="2139" y="1196"/>
                      <a:pt x="2139" y="1194"/>
                      <a:pt x="2137" y="1193"/>
                    </a:cubicBezTo>
                    <a:cubicBezTo>
                      <a:pt x="2137" y="1193"/>
                      <a:pt x="2136" y="1193"/>
                      <a:pt x="2135" y="1193"/>
                    </a:cubicBezTo>
                    <a:cubicBezTo>
                      <a:pt x="2133" y="1193"/>
                      <a:pt x="2130" y="1195"/>
                      <a:pt x="2128" y="1196"/>
                    </a:cubicBezTo>
                    <a:cubicBezTo>
                      <a:pt x="2125" y="1197"/>
                      <a:pt x="2122" y="1199"/>
                      <a:pt x="2121" y="1202"/>
                    </a:cubicBezTo>
                    <a:cubicBezTo>
                      <a:pt x="2120" y="1204"/>
                      <a:pt x="2120" y="1206"/>
                      <a:pt x="2120" y="1208"/>
                    </a:cubicBezTo>
                    <a:cubicBezTo>
                      <a:pt x="2120" y="1208"/>
                      <a:pt x="2120" y="1208"/>
                      <a:pt x="2120" y="1208"/>
                    </a:cubicBezTo>
                    <a:cubicBezTo>
                      <a:pt x="2119" y="1210"/>
                      <a:pt x="2119" y="1212"/>
                      <a:pt x="2118" y="1214"/>
                    </a:cubicBezTo>
                    <a:cubicBezTo>
                      <a:pt x="2117" y="1218"/>
                      <a:pt x="2113" y="1221"/>
                      <a:pt x="2111" y="1225"/>
                    </a:cubicBezTo>
                    <a:cubicBezTo>
                      <a:pt x="2109" y="1230"/>
                      <a:pt x="2107" y="1234"/>
                      <a:pt x="2105" y="1238"/>
                    </a:cubicBezTo>
                    <a:cubicBezTo>
                      <a:pt x="2103" y="1240"/>
                      <a:pt x="2101" y="1242"/>
                      <a:pt x="2100" y="1244"/>
                    </a:cubicBezTo>
                    <a:cubicBezTo>
                      <a:pt x="2094" y="1250"/>
                      <a:pt x="2090" y="1256"/>
                      <a:pt x="2084" y="1262"/>
                    </a:cubicBezTo>
                    <a:cubicBezTo>
                      <a:pt x="2079" y="1268"/>
                      <a:pt x="2073" y="1273"/>
                      <a:pt x="2067" y="1279"/>
                    </a:cubicBezTo>
                    <a:cubicBezTo>
                      <a:pt x="2063" y="1283"/>
                      <a:pt x="2059" y="1287"/>
                      <a:pt x="2052" y="1287"/>
                    </a:cubicBezTo>
                    <a:cubicBezTo>
                      <a:pt x="2046" y="1287"/>
                      <a:pt x="2039" y="1285"/>
                      <a:pt x="2034" y="1282"/>
                    </a:cubicBezTo>
                    <a:cubicBezTo>
                      <a:pt x="2033" y="1282"/>
                      <a:pt x="2033" y="1282"/>
                      <a:pt x="2033" y="1282"/>
                    </a:cubicBezTo>
                    <a:cubicBezTo>
                      <a:pt x="2028" y="1279"/>
                      <a:pt x="2022" y="1275"/>
                      <a:pt x="2017" y="1276"/>
                    </a:cubicBezTo>
                    <a:cubicBezTo>
                      <a:pt x="2015" y="1277"/>
                      <a:pt x="2014" y="1278"/>
                      <a:pt x="2015" y="1280"/>
                    </a:cubicBezTo>
                    <a:cubicBezTo>
                      <a:pt x="2016" y="1282"/>
                      <a:pt x="2020" y="1283"/>
                      <a:pt x="2022" y="1283"/>
                    </a:cubicBezTo>
                    <a:cubicBezTo>
                      <a:pt x="2026" y="1285"/>
                      <a:pt x="2031" y="1285"/>
                      <a:pt x="2035" y="1288"/>
                    </a:cubicBezTo>
                    <a:cubicBezTo>
                      <a:pt x="2036" y="1289"/>
                      <a:pt x="2038" y="1290"/>
                      <a:pt x="2039" y="1292"/>
                    </a:cubicBezTo>
                    <a:cubicBezTo>
                      <a:pt x="2042" y="1296"/>
                      <a:pt x="2044" y="1301"/>
                      <a:pt x="2045" y="1306"/>
                    </a:cubicBezTo>
                    <a:cubicBezTo>
                      <a:pt x="2045" y="1307"/>
                      <a:pt x="2045" y="1308"/>
                      <a:pt x="2045" y="1309"/>
                    </a:cubicBezTo>
                    <a:cubicBezTo>
                      <a:pt x="2045" y="1310"/>
                      <a:pt x="2045" y="1311"/>
                      <a:pt x="2045" y="1312"/>
                    </a:cubicBezTo>
                    <a:cubicBezTo>
                      <a:pt x="2046" y="1316"/>
                      <a:pt x="2047" y="1321"/>
                      <a:pt x="2052" y="1322"/>
                    </a:cubicBezTo>
                    <a:cubicBezTo>
                      <a:pt x="2057" y="1324"/>
                      <a:pt x="2063" y="1322"/>
                      <a:pt x="2069" y="1322"/>
                    </a:cubicBezTo>
                    <a:cubicBezTo>
                      <a:pt x="2071" y="1322"/>
                      <a:pt x="2073" y="1323"/>
                      <a:pt x="2075" y="1324"/>
                    </a:cubicBezTo>
                    <a:cubicBezTo>
                      <a:pt x="2077" y="1324"/>
                      <a:pt x="2080" y="1325"/>
                      <a:pt x="2083" y="1325"/>
                    </a:cubicBezTo>
                    <a:cubicBezTo>
                      <a:pt x="2086" y="1325"/>
                      <a:pt x="2096" y="1326"/>
                      <a:pt x="2094" y="1332"/>
                    </a:cubicBezTo>
                    <a:cubicBezTo>
                      <a:pt x="2092" y="1337"/>
                      <a:pt x="2084" y="1339"/>
                      <a:pt x="2079" y="1337"/>
                    </a:cubicBezTo>
                    <a:cubicBezTo>
                      <a:pt x="2073" y="1336"/>
                      <a:pt x="2069" y="1332"/>
                      <a:pt x="2063" y="1330"/>
                    </a:cubicBezTo>
                    <a:cubicBezTo>
                      <a:pt x="2059" y="1329"/>
                      <a:pt x="2054" y="1328"/>
                      <a:pt x="2049" y="1330"/>
                    </a:cubicBezTo>
                    <a:cubicBezTo>
                      <a:pt x="2044" y="1331"/>
                      <a:pt x="2040" y="1335"/>
                      <a:pt x="2039" y="1340"/>
                    </a:cubicBezTo>
                    <a:cubicBezTo>
                      <a:pt x="2039" y="1344"/>
                      <a:pt x="2041" y="1350"/>
                      <a:pt x="2037" y="1352"/>
                    </a:cubicBezTo>
                    <a:cubicBezTo>
                      <a:pt x="2028" y="1358"/>
                      <a:pt x="2016" y="1343"/>
                      <a:pt x="2008" y="1352"/>
                    </a:cubicBezTo>
                    <a:cubicBezTo>
                      <a:pt x="2006" y="1354"/>
                      <a:pt x="2005" y="1357"/>
                      <a:pt x="2004" y="1360"/>
                    </a:cubicBezTo>
                    <a:cubicBezTo>
                      <a:pt x="2003" y="1363"/>
                      <a:pt x="2001" y="1367"/>
                      <a:pt x="2000" y="1370"/>
                    </a:cubicBezTo>
                    <a:cubicBezTo>
                      <a:pt x="2000" y="1372"/>
                      <a:pt x="1997" y="1383"/>
                      <a:pt x="1993" y="1378"/>
                    </a:cubicBezTo>
                    <a:cubicBezTo>
                      <a:pt x="1991" y="1377"/>
                      <a:pt x="1991" y="1374"/>
                      <a:pt x="1989" y="1372"/>
                    </a:cubicBezTo>
                    <a:cubicBezTo>
                      <a:pt x="1988" y="1371"/>
                      <a:pt x="1986" y="1371"/>
                      <a:pt x="1985" y="1371"/>
                    </a:cubicBezTo>
                    <a:cubicBezTo>
                      <a:pt x="1979" y="1372"/>
                      <a:pt x="1979" y="1378"/>
                      <a:pt x="1979" y="1382"/>
                    </a:cubicBezTo>
                    <a:cubicBezTo>
                      <a:pt x="1978" y="1388"/>
                      <a:pt x="1975" y="1393"/>
                      <a:pt x="1971" y="1396"/>
                    </a:cubicBezTo>
                    <a:cubicBezTo>
                      <a:pt x="1971" y="1397"/>
                      <a:pt x="1970" y="1397"/>
                      <a:pt x="1970" y="1397"/>
                    </a:cubicBezTo>
                    <a:cubicBezTo>
                      <a:pt x="1968" y="1398"/>
                      <a:pt x="1967" y="1399"/>
                      <a:pt x="1965" y="1400"/>
                    </a:cubicBezTo>
                    <a:cubicBezTo>
                      <a:pt x="1963" y="1402"/>
                      <a:pt x="1964" y="1404"/>
                      <a:pt x="1966" y="1406"/>
                    </a:cubicBezTo>
                    <a:cubicBezTo>
                      <a:pt x="1970" y="1410"/>
                      <a:pt x="1974" y="1411"/>
                      <a:pt x="1979" y="1414"/>
                    </a:cubicBezTo>
                    <a:cubicBezTo>
                      <a:pt x="1981" y="1414"/>
                      <a:pt x="1983" y="1415"/>
                      <a:pt x="1985" y="1417"/>
                    </a:cubicBezTo>
                    <a:cubicBezTo>
                      <a:pt x="1988" y="1420"/>
                      <a:pt x="1992" y="1426"/>
                      <a:pt x="1989" y="1431"/>
                    </a:cubicBezTo>
                    <a:cubicBezTo>
                      <a:pt x="1988" y="1432"/>
                      <a:pt x="1986" y="1434"/>
                      <a:pt x="1985" y="1436"/>
                    </a:cubicBezTo>
                    <a:cubicBezTo>
                      <a:pt x="1984" y="1439"/>
                      <a:pt x="1984" y="1442"/>
                      <a:pt x="1984" y="1445"/>
                    </a:cubicBezTo>
                    <a:cubicBezTo>
                      <a:pt x="1984" y="1450"/>
                      <a:pt x="1984" y="1454"/>
                      <a:pt x="1985" y="1458"/>
                    </a:cubicBezTo>
                    <a:cubicBezTo>
                      <a:pt x="1985" y="1461"/>
                      <a:pt x="1986" y="1464"/>
                      <a:pt x="1987" y="1467"/>
                    </a:cubicBezTo>
                    <a:cubicBezTo>
                      <a:pt x="1988" y="1469"/>
                      <a:pt x="1991" y="1470"/>
                      <a:pt x="1993" y="1472"/>
                    </a:cubicBezTo>
                    <a:cubicBezTo>
                      <a:pt x="1994" y="1473"/>
                      <a:pt x="1994" y="1474"/>
                      <a:pt x="1994" y="1475"/>
                    </a:cubicBezTo>
                    <a:cubicBezTo>
                      <a:pt x="1995" y="1476"/>
                      <a:pt x="1994" y="1478"/>
                      <a:pt x="1995" y="1479"/>
                    </a:cubicBezTo>
                    <a:cubicBezTo>
                      <a:pt x="1995" y="1480"/>
                      <a:pt x="1996" y="1482"/>
                      <a:pt x="1996" y="1483"/>
                    </a:cubicBezTo>
                    <a:cubicBezTo>
                      <a:pt x="1996" y="1485"/>
                      <a:pt x="1996" y="1486"/>
                      <a:pt x="1996" y="1488"/>
                    </a:cubicBezTo>
                    <a:cubicBezTo>
                      <a:pt x="1995" y="1489"/>
                      <a:pt x="1995" y="1491"/>
                      <a:pt x="1994" y="1492"/>
                    </a:cubicBezTo>
                    <a:cubicBezTo>
                      <a:pt x="1994" y="1495"/>
                      <a:pt x="1996" y="1496"/>
                      <a:pt x="1998" y="1498"/>
                    </a:cubicBezTo>
                    <a:cubicBezTo>
                      <a:pt x="1999" y="1499"/>
                      <a:pt x="2000" y="1501"/>
                      <a:pt x="2000" y="1502"/>
                    </a:cubicBezTo>
                    <a:cubicBezTo>
                      <a:pt x="2001" y="1504"/>
                      <a:pt x="2001" y="1506"/>
                      <a:pt x="2001" y="1507"/>
                    </a:cubicBezTo>
                    <a:cubicBezTo>
                      <a:pt x="2001" y="1509"/>
                      <a:pt x="2002" y="1511"/>
                      <a:pt x="2003" y="1513"/>
                    </a:cubicBezTo>
                    <a:cubicBezTo>
                      <a:pt x="2003" y="1513"/>
                      <a:pt x="2004" y="1513"/>
                      <a:pt x="2004" y="1514"/>
                    </a:cubicBezTo>
                    <a:cubicBezTo>
                      <a:pt x="2005" y="1516"/>
                      <a:pt x="2006" y="1518"/>
                      <a:pt x="2007" y="1520"/>
                    </a:cubicBezTo>
                    <a:cubicBezTo>
                      <a:pt x="2007" y="1523"/>
                      <a:pt x="2008" y="1526"/>
                      <a:pt x="2010" y="1528"/>
                    </a:cubicBezTo>
                    <a:cubicBezTo>
                      <a:pt x="2011" y="1529"/>
                      <a:pt x="2012" y="1529"/>
                      <a:pt x="2013" y="1530"/>
                    </a:cubicBezTo>
                    <a:cubicBezTo>
                      <a:pt x="2014" y="1531"/>
                      <a:pt x="2016" y="1532"/>
                      <a:pt x="2018" y="1533"/>
                    </a:cubicBezTo>
                    <a:cubicBezTo>
                      <a:pt x="2021" y="1535"/>
                      <a:pt x="2026" y="1540"/>
                      <a:pt x="2024" y="1545"/>
                    </a:cubicBezTo>
                    <a:cubicBezTo>
                      <a:pt x="2022" y="1550"/>
                      <a:pt x="2016" y="1549"/>
                      <a:pt x="2011" y="1551"/>
                    </a:cubicBezTo>
                    <a:cubicBezTo>
                      <a:pt x="2007" y="1553"/>
                      <a:pt x="2002" y="1555"/>
                      <a:pt x="2002" y="1560"/>
                    </a:cubicBezTo>
                    <a:cubicBezTo>
                      <a:pt x="2001" y="1563"/>
                      <a:pt x="2002" y="1566"/>
                      <a:pt x="2004" y="1567"/>
                    </a:cubicBezTo>
                    <a:cubicBezTo>
                      <a:pt x="2006" y="1568"/>
                      <a:pt x="2009" y="1568"/>
                      <a:pt x="2010" y="1570"/>
                    </a:cubicBezTo>
                    <a:cubicBezTo>
                      <a:pt x="2012" y="1571"/>
                      <a:pt x="2011" y="1574"/>
                      <a:pt x="2009" y="1575"/>
                    </a:cubicBezTo>
                    <a:cubicBezTo>
                      <a:pt x="2007" y="1577"/>
                      <a:pt x="2004" y="1576"/>
                      <a:pt x="2002" y="1575"/>
                    </a:cubicBezTo>
                    <a:cubicBezTo>
                      <a:pt x="2000" y="1573"/>
                      <a:pt x="1998" y="1571"/>
                      <a:pt x="1996" y="1569"/>
                    </a:cubicBezTo>
                    <a:cubicBezTo>
                      <a:pt x="1993" y="1568"/>
                      <a:pt x="1990" y="1567"/>
                      <a:pt x="1988" y="1568"/>
                    </a:cubicBezTo>
                    <a:cubicBezTo>
                      <a:pt x="1982" y="1569"/>
                      <a:pt x="1982" y="1576"/>
                      <a:pt x="1982" y="1581"/>
                    </a:cubicBezTo>
                    <a:cubicBezTo>
                      <a:pt x="1981" y="1585"/>
                      <a:pt x="1980" y="1593"/>
                      <a:pt x="1975" y="1595"/>
                    </a:cubicBezTo>
                    <a:cubicBezTo>
                      <a:pt x="1973" y="1596"/>
                      <a:pt x="1971" y="1596"/>
                      <a:pt x="1969" y="1596"/>
                    </a:cubicBezTo>
                    <a:cubicBezTo>
                      <a:pt x="1969" y="1597"/>
                      <a:pt x="1969" y="1597"/>
                      <a:pt x="1969" y="1597"/>
                    </a:cubicBezTo>
                    <a:cubicBezTo>
                      <a:pt x="1969" y="1597"/>
                      <a:pt x="1969" y="1597"/>
                      <a:pt x="1969" y="1597"/>
                    </a:cubicBezTo>
                    <a:cubicBezTo>
                      <a:pt x="1969" y="1597"/>
                      <a:pt x="1969" y="1597"/>
                      <a:pt x="1969" y="1597"/>
                    </a:cubicBezTo>
                    <a:cubicBezTo>
                      <a:pt x="1968" y="1597"/>
                      <a:pt x="1968" y="1597"/>
                      <a:pt x="1968" y="1597"/>
                    </a:cubicBezTo>
                    <a:cubicBezTo>
                      <a:pt x="1967" y="1597"/>
                      <a:pt x="1967" y="1597"/>
                      <a:pt x="1966" y="1597"/>
                    </a:cubicBezTo>
                    <a:cubicBezTo>
                      <a:pt x="1965" y="1597"/>
                      <a:pt x="1964" y="1597"/>
                      <a:pt x="1962" y="1597"/>
                    </a:cubicBezTo>
                    <a:cubicBezTo>
                      <a:pt x="1960" y="1598"/>
                      <a:pt x="1957" y="1598"/>
                      <a:pt x="1954" y="1598"/>
                    </a:cubicBezTo>
                    <a:cubicBezTo>
                      <a:pt x="1952" y="1599"/>
                      <a:pt x="1949" y="1599"/>
                      <a:pt x="1947" y="1599"/>
                    </a:cubicBezTo>
                    <a:cubicBezTo>
                      <a:pt x="1944" y="1600"/>
                      <a:pt x="1943" y="1602"/>
                      <a:pt x="1941" y="1604"/>
                    </a:cubicBezTo>
                    <a:cubicBezTo>
                      <a:pt x="1939" y="1606"/>
                      <a:pt x="1937" y="1609"/>
                      <a:pt x="1936" y="1612"/>
                    </a:cubicBezTo>
                    <a:cubicBezTo>
                      <a:pt x="1935" y="1613"/>
                      <a:pt x="1935" y="1614"/>
                      <a:pt x="1934" y="1615"/>
                    </a:cubicBezTo>
                    <a:cubicBezTo>
                      <a:pt x="1932" y="1617"/>
                      <a:pt x="1931" y="1618"/>
                      <a:pt x="1929" y="1619"/>
                    </a:cubicBezTo>
                    <a:cubicBezTo>
                      <a:pt x="1928" y="1620"/>
                      <a:pt x="1927" y="1621"/>
                      <a:pt x="1926" y="1622"/>
                    </a:cubicBezTo>
                    <a:cubicBezTo>
                      <a:pt x="1925" y="1623"/>
                      <a:pt x="1924" y="1624"/>
                      <a:pt x="1922" y="1624"/>
                    </a:cubicBezTo>
                    <a:cubicBezTo>
                      <a:pt x="1920" y="1624"/>
                      <a:pt x="1917" y="1624"/>
                      <a:pt x="1914" y="1625"/>
                    </a:cubicBezTo>
                    <a:cubicBezTo>
                      <a:pt x="1911" y="1625"/>
                      <a:pt x="1909" y="1626"/>
                      <a:pt x="1906" y="1626"/>
                    </a:cubicBezTo>
                    <a:cubicBezTo>
                      <a:pt x="1904" y="1626"/>
                      <a:pt x="1902" y="1627"/>
                      <a:pt x="1900" y="1626"/>
                    </a:cubicBezTo>
                    <a:cubicBezTo>
                      <a:pt x="1899" y="1626"/>
                      <a:pt x="1897" y="1625"/>
                      <a:pt x="1896" y="1625"/>
                    </a:cubicBezTo>
                    <a:cubicBezTo>
                      <a:pt x="1894" y="1625"/>
                      <a:pt x="1893" y="1626"/>
                      <a:pt x="1891" y="1626"/>
                    </a:cubicBezTo>
                    <a:cubicBezTo>
                      <a:pt x="1889" y="1626"/>
                      <a:pt x="1888" y="1627"/>
                      <a:pt x="1886" y="1628"/>
                    </a:cubicBezTo>
                    <a:cubicBezTo>
                      <a:pt x="1886" y="1628"/>
                      <a:pt x="1885" y="1628"/>
                      <a:pt x="1885" y="1629"/>
                    </a:cubicBezTo>
                    <a:cubicBezTo>
                      <a:pt x="1883" y="1629"/>
                      <a:pt x="1882" y="1630"/>
                      <a:pt x="1880" y="1631"/>
                    </a:cubicBezTo>
                    <a:cubicBezTo>
                      <a:pt x="1878" y="1632"/>
                      <a:pt x="1876" y="1633"/>
                      <a:pt x="1874" y="1634"/>
                    </a:cubicBezTo>
                    <a:cubicBezTo>
                      <a:pt x="1871" y="1635"/>
                      <a:pt x="1869" y="1637"/>
                      <a:pt x="1866" y="1638"/>
                    </a:cubicBezTo>
                    <a:cubicBezTo>
                      <a:pt x="1864" y="1640"/>
                      <a:pt x="1862" y="1641"/>
                      <a:pt x="1860" y="1643"/>
                    </a:cubicBezTo>
                    <a:cubicBezTo>
                      <a:pt x="1858" y="1644"/>
                      <a:pt x="1856" y="1646"/>
                      <a:pt x="1853" y="1647"/>
                    </a:cubicBezTo>
                    <a:cubicBezTo>
                      <a:pt x="1852" y="1647"/>
                      <a:pt x="1850" y="1648"/>
                      <a:pt x="1848" y="1648"/>
                    </a:cubicBezTo>
                    <a:cubicBezTo>
                      <a:pt x="1847" y="1649"/>
                      <a:pt x="1845" y="1649"/>
                      <a:pt x="1843" y="1649"/>
                    </a:cubicBezTo>
                    <a:cubicBezTo>
                      <a:pt x="1839" y="1650"/>
                      <a:pt x="1836" y="1651"/>
                      <a:pt x="1832" y="1650"/>
                    </a:cubicBezTo>
                    <a:cubicBezTo>
                      <a:pt x="1831" y="1649"/>
                      <a:pt x="1829" y="1649"/>
                      <a:pt x="1828" y="1648"/>
                    </a:cubicBezTo>
                    <a:cubicBezTo>
                      <a:pt x="1827" y="1647"/>
                      <a:pt x="1825" y="1647"/>
                      <a:pt x="1824" y="1646"/>
                    </a:cubicBezTo>
                    <a:cubicBezTo>
                      <a:pt x="1823" y="1645"/>
                      <a:pt x="1822" y="1645"/>
                      <a:pt x="1821" y="1644"/>
                    </a:cubicBezTo>
                    <a:cubicBezTo>
                      <a:pt x="1819" y="1644"/>
                      <a:pt x="1818" y="1643"/>
                      <a:pt x="1817" y="1643"/>
                    </a:cubicBezTo>
                    <a:cubicBezTo>
                      <a:pt x="1814" y="1641"/>
                      <a:pt x="1812" y="1640"/>
                      <a:pt x="1809" y="1639"/>
                    </a:cubicBezTo>
                    <a:cubicBezTo>
                      <a:pt x="1807" y="1638"/>
                      <a:pt x="1805" y="1637"/>
                      <a:pt x="1804" y="1635"/>
                    </a:cubicBezTo>
                    <a:cubicBezTo>
                      <a:pt x="1802" y="1633"/>
                      <a:pt x="1801" y="1630"/>
                      <a:pt x="1800" y="1628"/>
                    </a:cubicBezTo>
                    <a:cubicBezTo>
                      <a:pt x="1798" y="1625"/>
                      <a:pt x="1797" y="1623"/>
                      <a:pt x="1795" y="1621"/>
                    </a:cubicBezTo>
                    <a:cubicBezTo>
                      <a:pt x="1795" y="1620"/>
                      <a:pt x="1794" y="1620"/>
                      <a:pt x="1794" y="1619"/>
                    </a:cubicBezTo>
                    <a:cubicBezTo>
                      <a:pt x="1794" y="1619"/>
                      <a:pt x="1794" y="1619"/>
                      <a:pt x="1794" y="1619"/>
                    </a:cubicBezTo>
                    <a:cubicBezTo>
                      <a:pt x="1793" y="1619"/>
                      <a:pt x="1793" y="1618"/>
                      <a:pt x="1793" y="1618"/>
                    </a:cubicBezTo>
                    <a:cubicBezTo>
                      <a:pt x="1792" y="1617"/>
                      <a:pt x="1791" y="1616"/>
                      <a:pt x="1790" y="1615"/>
                    </a:cubicBezTo>
                    <a:cubicBezTo>
                      <a:pt x="1788" y="1612"/>
                      <a:pt x="1787" y="1610"/>
                      <a:pt x="1785" y="1607"/>
                    </a:cubicBezTo>
                    <a:cubicBezTo>
                      <a:pt x="1784" y="1606"/>
                      <a:pt x="1784" y="1605"/>
                      <a:pt x="1782" y="1605"/>
                    </a:cubicBezTo>
                    <a:cubicBezTo>
                      <a:pt x="1781" y="1605"/>
                      <a:pt x="1780" y="1605"/>
                      <a:pt x="1779" y="1605"/>
                    </a:cubicBezTo>
                    <a:cubicBezTo>
                      <a:pt x="1777" y="1604"/>
                      <a:pt x="1775" y="1604"/>
                      <a:pt x="1772" y="1603"/>
                    </a:cubicBezTo>
                    <a:cubicBezTo>
                      <a:pt x="1771" y="1602"/>
                      <a:pt x="1770" y="1600"/>
                      <a:pt x="1769" y="1599"/>
                    </a:cubicBezTo>
                    <a:cubicBezTo>
                      <a:pt x="1768" y="1598"/>
                      <a:pt x="1767" y="1596"/>
                      <a:pt x="1767" y="1595"/>
                    </a:cubicBezTo>
                    <a:cubicBezTo>
                      <a:pt x="1766" y="1592"/>
                      <a:pt x="1763" y="1588"/>
                      <a:pt x="1760" y="1587"/>
                    </a:cubicBezTo>
                    <a:cubicBezTo>
                      <a:pt x="1758" y="1587"/>
                      <a:pt x="1755" y="1587"/>
                      <a:pt x="1753" y="1587"/>
                    </a:cubicBezTo>
                    <a:cubicBezTo>
                      <a:pt x="1750" y="1587"/>
                      <a:pt x="1747" y="1587"/>
                      <a:pt x="1745" y="1586"/>
                    </a:cubicBezTo>
                    <a:cubicBezTo>
                      <a:pt x="1742" y="1586"/>
                      <a:pt x="1738" y="1585"/>
                      <a:pt x="1735" y="1584"/>
                    </a:cubicBezTo>
                    <a:cubicBezTo>
                      <a:pt x="1733" y="1583"/>
                      <a:pt x="1730" y="1583"/>
                      <a:pt x="1728" y="1582"/>
                    </a:cubicBezTo>
                    <a:cubicBezTo>
                      <a:pt x="1724" y="1582"/>
                      <a:pt x="1721" y="1583"/>
                      <a:pt x="1718" y="1583"/>
                    </a:cubicBezTo>
                    <a:cubicBezTo>
                      <a:pt x="1713" y="1583"/>
                      <a:pt x="1708" y="1583"/>
                      <a:pt x="1703" y="1583"/>
                    </a:cubicBezTo>
                    <a:cubicBezTo>
                      <a:pt x="1695" y="1583"/>
                      <a:pt x="1687" y="1582"/>
                      <a:pt x="1682" y="1575"/>
                    </a:cubicBezTo>
                    <a:cubicBezTo>
                      <a:pt x="1679" y="1571"/>
                      <a:pt x="1678" y="1567"/>
                      <a:pt x="1676" y="1562"/>
                    </a:cubicBezTo>
                    <a:cubicBezTo>
                      <a:pt x="1675" y="1560"/>
                      <a:pt x="1675" y="1558"/>
                      <a:pt x="1674" y="1555"/>
                    </a:cubicBezTo>
                    <a:cubicBezTo>
                      <a:pt x="1672" y="1547"/>
                      <a:pt x="1671" y="1539"/>
                      <a:pt x="1670" y="1531"/>
                    </a:cubicBezTo>
                    <a:cubicBezTo>
                      <a:pt x="1670" y="1526"/>
                      <a:pt x="1669" y="1522"/>
                      <a:pt x="1670" y="1517"/>
                    </a:cubicBezTo>
                    <a:cubicBezTo>
                      <a:pt x="1670" y="1513"/>
                      <a:pt x="1671" y="1510"/>
                      <a:pt x="1673" y="1506"/>
                    </a:cubicBezTo>
                    <a:cubicBezTo>
                      <a:pt x="1675" y="1503"/>
                      <a:pt x="1677" y="1499"/>
                      <a:pt x="1680" y="1497"/>
                    </a:cubicBezTo>
                    <a:cubicBezTo>
                      <a:pt x="1682" y="1494"/>
                      <a:pt x="1685" y="1492"/>
                      <a:pt x="1687" y="1490"/>
                    </a:cubicBezTo>
                    <a:cubicBezTo>
                      <a:pt x="1692" y="1486"/>
                      <a:pt x="1699" y="1478"/>
                      <a:pt x="1695" y="1472"/>
                    </a:cubicBezTo>
                    <a:cubicBezTo>
                      <a:pt x="1693" y="1469"/>
                      <a:pt x="1686" y="1468"/>
                      <a:pt x="1685" y="1464"/>
                    </a:cubicBezTo>
                    <a:cubicBezTo>
                      <a:pt x="1684" y="1463"/>
                      <a:pt x="1684" y="1463"/>
                      <a:pt x="1684" y="1462"/>
                    </a:cubicBezTo>
                    <a:cubicBezTo>
                      <a:pt x="1684" y="1460"/>
                      <a:pt x="1685" y="1459"/>
                      <a:pt x="1686" y="1458"/>
                    </a:cubicBezTo>
                    <a:cubicBezTo>
                      <a:pt x="1686" y="1458"/>
                      <a:pt x="1686" y="1458"/>
                      <a:pt x="1686" y="1458"/>
                    </a:cubicBezTo>
                    <a:cubicBezTo>
                      <a:pt x="1687" y="1457"/>
                      <a:pt x="1688" y="1456"/>
                      <a:pt x="1689" y="1455"/>
                    </a:cubicBezTo>
                    <a:cubicBezTo>
                      <a:pt x="1692" y="1453"/>
                      <a:pt x="1694" y="1451"/>
                      <a:pt x="1695" y="1448"/>
                    </a:cubicBezTo>
                    <a:cubicBezTo>
                      <a:pt x="1696" y="1445"/>
                      <a:pt x="1699" y="1442"/>
                      <a:pt x="1701" y="1440"/>
                    </a:cubicBezTo>
                    <a:cubicBezTo>
                      <a:pt x="1703" y="1438"/>
                      <a:pt x="1705" y="1437"/>
                      <a:pt x="1707" y="1435"/>
                    </a:cubicBezTo>
                    <a:cubicBezTo>
                      <a:pt x="1712" y="1432"/>
                      <a:pt x="1718" y="1430"/>
                      <a:pt x="1724" y="1428"/>
                    </a:cubicBezTo>
                    <a:cubicBezTo>
                      <a:pt x="1727" y="1427"/>
                      <a:pt x="1730" y="1427"/>
                      <a:pt x="1733" y="1428"/>
                    </a:cubicBezTo>
                    <a:cubicBezTo>
                      <a:pt x="1735" y="1428"/>
                      <a:pt x="1738" y="1429"/>
                      <a:pt x="1740" y="1427"/>
                    </a:cubicBezTo>
                    <a:cubicBezTo>
                      <a:pt x="1742" y="1425"/>
                      <a:pt x="1743" y="1422"/>
                      <a:pt x="1745" y="1419"/>
                    </a:cubicBezTo>
                    <a:cubicBezTo>
                      <a:pt x="1748" y="1416"/>
                      <a:pt x="1751" y="1414"/>
                      <a:pt x="1755" y="1411"/>
                    </a:cubicBezTo>
                    <a:cubicBezTo>
                      <a:pt x="1758" y="1409"/>
                      <a:pt x="1761" y="1406"/>
                      <a:pt x="1765" y="1404"/>
                    </a:cubicBezTo>
                    <a:cubicBezTo>
                      <a:pt x="1768" y="1402"/>
                      <a:pt x="1772" y="1400"/>
                      <a:pt x="1775" y="1398"/>
                    </a:cubicBezTo>
                    <a:cubicBezTo>
                      <a:pt x="1778" y="1397"/>
                      <a:pt x="1780" y="1395"/>
                      <a:pt x="1783" y="1393"/>
                    </a:cubicBezTo>
                    <a:cubicBezTo>
                      <a:pt x="1786" y="1392"/>
                      <a:pt x="1789" y="1392"/>
                      <a:pt x="1792" y="1393"/>
                    </a:cubicBezTo>
                    <a:cubicBezTo>
                      <a:pt x="1796" y="1393"/>
                      <a:pt x="1801" y="1393"/>
                      <a:pt x="1805" y="1394"/>
                    </a:cubicBezTo>
                    <a:cubicBezTo>
                      <a:pt x="1808" y="1394"/>
                      <a:pt x="1812" y="1395"/>
                      <a:pt x="1814" y="1394"/>
                    </a:cubicBezTo>
                    <a:cubicBezTo>
                      <a:pt x="1817" y="1394"/>
                      <a:pt x="1818" y="1390"/>
                      <a:pt x="1818" y="1387"/>
                    </a:cubicBezTo>
                    <a:cubicBezTo>
                      <a:pt x="1818" y="1386"/>
                      <a:pt x="1818" y="1383"/>
                      <a:pt x="1817" y="1382"/>
                    </a:cubicBezTo>
                    <a:cubicBezTo>
                      <a:pt x="1816" y="1381"/>
                      <a:pt x="1815" y="1380"/>
                      <a:pt x="1814" y="1379"/>
                    </a:cubicBezTo>
                    <a:cubicBezTo>
                      <a:pt x="1812" y="1377"/>
                      <a:pt x="1810" y="1375"/>
                      <a:pt x="1807" y="1373"/>
                    </a:cubicBezTo>
                    <a:cubicBezTo>
                      <a:pt x="1807" y="1372"/>
                      <a:pt x="1806" y="1371"/>
                      <a:pt x="1806" y="1371"/>
                    </a:cubicBezTo>
                    <a:cubicBezTo>
                      <a:pt x="1804" y="1369"/>
                      <a:pt x="1803" y="1367"/>
                      <a:pt x="1801" y="1365"/>
                    </a:cubicBezTo>
                    <a:cubicBezTo>
                      <a:pt x="1799" y="1363"/>
                      <a:pt x="1797" y="1362"/>
                      <a:pt x="1795" y="1360"/>
                    </a:cubicBezTo>
                    <a:cubicBezTo>
                      <a:pt x="1791" y="1357"/>
                      <a:pt x="1787" y="1353"/>
                      <a:pt x="1785" y="1348"/>
                    </a:cubicBezTo>
                    <a:cubicBezTo>
                      <a:pt x="1784" y="1346"/>
                      <a:pt x="1783" y="1343"/>
                      <a:pt x="1781" y="1341"/>
                    </a:cubicBezTo>
                    <a:cubicBezTo>
                      <a:pt x="1780" y="1340"/>
                      <a:pt x="1778" y="1338"/>
                      <a:pt x="1777" y="1336"/>
                    </a:cubicBezTo>
                    <a:cubicBezTo>
                      <a:pt x="1777" y="1336"/>
                      <a:pt x="1777" y="1336"/>
                      <a:pt x="1777" y="1336"/>
                    </a:cubicBezTo>
                    <a:cubicBezTo>
                      <a:pt x="1777" y="1336"/>
                      <a:pt x="1777" y="1336"/>
                      <a:pt x="1777" y="1336"/>
                    </a:cubicBezTo>
                    <a:cubicBezTo>
                      <a:pt x="1777" y="1335"/>
                      <a:pt x="1777" y="1335"/>
                      <a:pt x="1776" y="1334"/>
                    </a:cubicBezTo>
                    <a:cubicBezTo>
                      <a:pt x="1776" y="1334"/>
                      <a:pt x="1775" y="1333"/>
                      <a:pt x="1775" y="1332"/>
                    </a:cubicBezTo>
                    <a:cubicBezTo>
                      <a:pt x="1774" y="1332"/>
                      <a:pt x="1773" y="1331"/>
                      <a:pt x="1773" y="1330"/>
                    </a:cubicBezTo>
                    <a:cubicBezTo>
                      <a:pt x="1771" y="1329"/>
                      <a:pt x="1771" y="1327"/>
                      <a:pt x="1771" y="1324"/>
                    </a:cubicBezTo>
                    <a:cubicBezTo>
                      <a:pt x="1771" y="1324"/>
                      <a:pt x="1771" y="1324"/>
                      <a:pt x="1771" y="1324"/>
                    </a:cubicBezTo>
                    <a:cubicBezTo>
                      <a:pt x="1771" y="1323"/>
                      <a:pt x="1772" y="1321"/>
                      <a:pt x="1772" y="1320"/>
                    </a:cubicBezTo>
                    <a:cubicBezTo>
                      <a:pt x="1772" y="1319"/>
                      <a:pt x="1771" y="1318"/>
                      <a:pt x="1770" y="1317"/>
                    </a:cubicBezTo>
                    <a:cubicBezTo>
                      <a:pt x="1768" y="1315"/>
                      <a:pt x="1766" y="1313"/>
                      <a:pt x="1764" y="1312"/>
                    </a:cubicBezTo>
                    <a:cubicBezTo>
                      <a:pt x="1763" y="1312"/>
                      <a:pt x="1762" y="1312"/>
                      <a:pt x="1761" y="1311"/>
                    </a:cubicBezTo>
                    <a:cubicBezTo>
                      <a:pt x="1759" y="1310"/>
                      <a:pt x="1757" y="1309"/>
                      <a:pt x="1755" y="1309"/>
                    </a:cubicBezTo>
                    <a:cubicBezTo>
                      <a:pt x="1751" y="1307"/>
                      <a:pt x="1747" y="1305"/>
                      <a:pt x="1743" y="1303"/>
                    </a:cubicBezTo>
                    <a:cubicBezTo>
                      <a:pt x="1740" y="1302"/>
                      <a:pt x="1738" y="1301"/>
                      <a:pt x="1735" y="1300"/>
                    </a:cubicBezTo>
                    <a:cubicBezTo>
                      <a:pt x="1733" y="1299"/>
                      <a:pt x="1731" y="1299"/>
                      <a:pt x="1729" y="1298"/>
                    </a:cubicBezTo>
                    <a:cubicBezTo>
                      <a:pt x="1725" y="1297"/>
                      <a:pt x="1722" y="1293"/>
                      <a:pt x="1719" y="1291"/>
                    </a:cubicBezTo>
                    <a:cubicBezTo>
                      <a:pt x="1715" y="1288"/>
                      <a:pt x="1709" y="1285"/>
                      <a:pt x="1704" y="1284"/>
                    </a:cubicBezTo>
                    <a:cubicBezTo>
                      <a:pt x="1700" y="1282"/>
                      <a:pt x="1695" y="1282"/>
                      <a:pt x="1691" y="1280"/>
                    </a:cubicBezTo>
                    <a:cubicBezTo>
                      <a:pt x="1689" y="1279"/>
                      <a:pt x="1688" y="1277"/>
                      <a:pt x="1688" y="1275"/>
                    </a:cubicBezTo>
                    <a:cubicBezTo>
                      <a:pt x="1687" y="1274"/>
                      <a:pt x="1687" y="1272"/>
                      <a:pt x="1687" y="1270"/>
                    </a:cubicBezTo>
                    <a:cubicBezTo>
                      <a:pt x="1685" y="1267"/>
                      <a:pt x="1681" y="1267"/>
                      <a:pt x="1678" y="1266"/>
                    </a:cubicBezTo>
                    <a:cubicBezTo>
                      <a:pt x="1674" y="1266"/>
                      <a:pt x="1669" y="1266"/>
                      <a:pt x="1666" y="1264"/>
                    </a:cubicBezTo>
                    <a:cubicBezTo>
                      <a:pt x="1663" y="1262"/>
                      <a:pt x="1663" y="1258"/>
                      <a:pt x="1665" y="1255"/>
                    </a:cubicBezTo>
                    <a:cubicBezTo>
                      <a:pt x="1667" y="1252"/>
                      <a:pt x="1671" y="1257"/>
                      <a:pt x="1673" y="1259"/>
                    </a:cubicBezTo>
                    <a:cubicBezTo>
                      <a:pt x="1675" y="1260"/>
                      <a:pt x="1677" y="1260"/>
                      <a:pt x="1678" y="1260"/>
                    </a:cubicBezTo>
                    <a:cubicBezTo>
                      <a:pt x="1680" y="1260"/>
                      <a:pt x="1681" y="1260"/>
                      <a:pt x="1682" y="1258"/>
                    </a:cubicBezTo>
                    <a:cubicBezTo>
                      <a:pt x="1683" y="1254"/>
                      <a:pt x="1679" y="1253"/>
                      <a:pt x="1676" y="1252"/>
                    </a:cubicBezTo>
                    <a:cubicBezTo>
                      <a:pt x="1676" y="1252"/>
                      <a:pt x="1676" y="1252"/>
                      <a:pt x="1676" y="1252"/>
                    </a:cubicBezTo>
                    <a:cubicBezTo>
                      <a:pt x="1672" y="1251"/>
                      <a:pt x="1670" y="1251"/>
                      <a:pt x="1667" y="1249"/>
                    </a:cubicBezTo>
                    <a:cubicBezTo>
                      <a:pt x="1666" y="1249"/>
                      <a:pt x="1666" y="1249"/>
                      <a:pt x="1666" y="1248"/>
                    </a:cubicBezTo>
                    <a:cubicBezTo>
                      <a:pt x="1662" y="1246"/>
                      <a:pt x="1658" y="1245"/>
                      <a:pt x="1653" y="1244"/>
                    </a:cubicBezTo>
                    <a:cubicBezTo>
                      <a:pt x="1653" y="1244"/>
                      <a:pt x="1653" y="1244"/>
                      <a:pt x="1653" y="1244"/>
                    </a:cubicBezTo>
                    <a:cubicBezTo>
                      <a:pt x="1644" y="1242"/>
                      <a:pt x="1635" y="1242"/>
                      <a:pt x="1626" y="1242"/>
                    </a:cubicBezTo>
                    <a:cubicBezTo>
                      <a:pt x="1621" y="1242"/>
                      <a:pt x="1616" y="1243"/>
                      <a:pt x="1610" y="1244"/>
                    </a:cubicBezTo>
                    <a:cubicBezTo>
                      <a:pt x="1602" y="1246"/>
                      <a:pt x="1594" y="1247"/>
                      <a:pt x="1586" y="1248"/>
                    </a:cubicBezTo>
                    <a:cubicBezTo>
                      <a:pt x="1581" y="1249"/>
                      <a:pt x="1576" y="1251"/>
                      <a:pt x="1571" y="1253"/>
                    </a:cubicBezTo>
                    <a:cubicBezTo>
                      <a:pt x="1567" y="1255"/>
                      <a:pt x="1562" y="1257"/>
                      <a:pt x="1557" y="1258"/>
                    </a:cubicBezTo>
                    <a:cubicBezTo>
                      <a:pt x="1555" y="1259"/>
                      <a:pt x="1552" y="1259"/>
                      <a:pt x="1549" y="1259"/>
                    </a:cubicBezTo>
                    <a:cubicBezTo>
                      <a:pt x="1546" y="1260"/>
                      <a:pt x="1543" y="1260"/>
                      <a:pt x="1540" y="1261"/>
                    </a:cubicBezTo>
                    <a:cubicBezTo>
                      <a:pt x="1536" y="1262"/>
                      <a:pt x="1532" y="1264"/>
                      <a:pt x="1529" y="1265"/>
                    </a:cubicBezTo>
                    <a:cubicBezTo>
                      <a:pt x="1523" y="1267"/>
                      <a:pt x="1517" y="1268"/>
                      <a:pt x="1512" y="1270"/>
                    </a:cubicBezTo>
                    <a:cubicBezTo>
                      <a:pt x="1507" y="1271"/>
                      <a:pt x="1504" y="1273"/>
                      <a:pt x="1501" y="1276"/>
                    </a:cubicBezTo>
                    <a:cubicBezTo>
                      <a:pt x="1498" y="1280"/>
                      <a:pt x="1494" y="1282"/>
                      <a:pt x="1490" y="1284"/>
                    </a:cubicBezTo>
                    <a:cubicBezTo>
                      <a:pt x="1487" y="1285"/>
                      <a:pt x="1484" y="1286"/>
                      <a:pt x="1481" y="1287"/>
                    </a:cubicBezTo>
                    <a:cubicBezTo>
                      <a:pt x="1477" y="1288"/>
                      <a:pt x="1472" y="1289"/>
                      <a:pt x="1468" y="1290"/>
                    </a:cubicBezTo>
                    <a:cubicBezTo>
                      <a:pt x="1465" y="1290"/>
                      <a:pt x="1463" y="1290"/>
                      <a:pt x="1461" y="1290"/>
                    </a:cubicBezTo>
                    <a:cubicBezTo>
                      <a:pt x="1459" y="1290"/>
                      <a:pt x="1458" y="1290"/>
                      <a:pt x="1456" y="1289"/>
                    </a:cubicBezTo>
                    <a:cubicBezTo>
                      <a:pt x="1454" y="1288"/>
                      <a:pt x="1453" y="1287"/>
                      <a:pt x="1451" y="1286"/>
                    </a:cubicBezTo>
                    <a:cubicBezTo>
                      <a:pt x="1449" y="1284"/>
                      <a:pt x="1446" y="1283"/>
                      <a:pt x="1444" y="1281"/>
                    </a:cubicBezTo>
                    <a:cubicBezTo>
                      <a:pt x="1441" y="1278"/>
                      <a:pt x="1437" y="1276"/>
                      <a:pt x="1433" y="1273"/>
                    </a:cubicBezTo>
                    <a:cubicBezTo>
                      <a:pt x="1429" y="1271"/>
                      <a:pt x="1424" y="1270"/>
                      <a:pt x="1420" y="1270"/>
                    </a:cubicBezTo>
                    <a:cubicBezTo>
                      <a:pt x="1417" y="1270"/>
                      <a:pt x="1414" y="1270"/>
                      <a:pt x="1411" y="1270"/>
                    </a:cubicBezTo>
                    <a:cubicBezTo>
                      <a:pt x="1406" y="1269"/>
                      <a:pt x="1402" y="1269"/>
                      <a:pt x="1398" y="1269"/>
                    </a:cubicBezTo>
                    <a:cubicBezTo>
                      <a:pt x="1394" y="1269"/>
                      <a:pt x="1391" y="1269"/>
                      <a:pt x="1388" y="1268"/>
                    </a:cubicBezTo>
                    <a:cubicBezTo>
                      <a:pt x="1387" y="1268"/>
                      <a:pt x="1385" y="1268"/>
                      <a:pt x="1384" y="1269"/>
                    </a:cubicBezTo>
                    <a:cubicBezTo>
                      <a:pt x="1382" y="1269"/>
                      <a:pt x="1380" y="1269"/>
                      <a:pt x="1378" y="1269"/>
                    </a:cubicBezTo>
                    <a:cubicBezTo>
                      <a:pt x="1377" y="1269"/>
                      <a:pt x="1374" y="1270"/>
                      <a:pt x="1373" y="1270"/>
                    </a:cubicBezTo>
                    <a:cubicBezTo>
                      <a:pt x="1372" y="1271"/>
                      <a:pt x="1371" y="1271"/>
                      <a:pt x="1371" y="1272"/>
                    </a:cubicBezTo>
                    <a:cubicBezTo>
                      <a:pt x="1371" y="1272"/>
                      <a:pt x="1371" y="1273"/>
                      <a:pt x="1371" y="1273"/>
                    </a:cubicBezTo>
                    <a:cubicBezTo>
                      <a:pt x="1370" y="1275"/>
                      <a:pt x="1370" y="1277"/>
                      <a:pt x="1370" y="1279"/>
                    </a:cubicBezTo>
                    <a:cubicBezTo>
                      <a:pt x="1373" y="1281"/>
                      <a:pt x="1376" y="1285"/>
                      <a:pt x="1379" y="1287"/>
                    </a:cubicBezTo>
                    <a:cubicBezTo>
                      <a:pt x="1382" y="1289"/>
                      <a:pt x="1385" y="1291"/>
                      <a:pt x="1388" y="1294"/>
                    </a:cubicBezTo>
                    <a:cubicBezTo>
                      <a:pt x="1390" y="1295"/>
                      <a:pt x="1392" y="1296"/>
                      <a:pt x="1394" y="1297"/>
                    </a:cubicBezTo>
                    <a:cubicBezTo>
                      <a:pt x="1396" y="1298"/>
                      <a:pt x="1397" y="1299"/>
                      <a:pt x="1398" y="1300"/>
                    </a:cubicBezTo>
                    <a:cubicBezTo>
                      <a:pt x="1401" y="1301"/>
                      <a:pt x="1403" y="1303"/>
                      <a:pt x="1405" y="1304"/>
                    </a:cubicBezTo>
                    <a:cubicBezTo>
                      <a:pt x="1408" y="1305"/>
                      <a:pt x="1411" y="1306"/>
                      <a:pt x="1414" y="1307"/>
                    </a:cubicBezTo>
                    <a:cubicBezTo>
                      <a:pt x="1417" y="1307"/>
                      <a:pt x="1419" y="1308"/>
                      <a:pt x="1421" y="1310"/>
                    </a:cubicBezTo>
                    <a:cubicBezTo>
                      <a:pt x="1422" y="1312"/>
                      <a:pt x="1424" y="1313"/>
                      <a:pt x="1425" y="1314"/>
                    </a:cubicBezTo>
                    <a:cubicBezTo>
                      <a:pt x="1427" y="1315"/>
                      <a:pt x="1429" y="1316"/>
                      <a:pt x="1432" y="1316"/>
                    </a:cubicBezTo>
                    <a:cubicBezTo>
                      <a:pt x="1433" y="1316"/>
                      <a:pt x="1435" y="1318"/>
                      <a:pt x="1436" y="1319"/>
                    </a:cubicBezTo>
                    <a:cubicBezTo>
                      <a:pt x="1439" y="1320"/>
                      <a:pt x="1441" y="1320"/>
                      <a:pt x="1443" y="1321"/>
                    </a:cubicBezTo>
                    <a:cubicBezTo>
                      <a:pt x="1446" y="1322"/>
                      <a:pt x="1448" y="1323"/>
                      <a:pt x="1451" y="1323"/>
                    </a:cubicBezTo>
                    <a:cubicBezTo>
                      <a:pt x="1453" y="1324"/>
                      <a:pt x="1455" y="1325"/>
                      <a:pt x="1457" y="1326"/>
                    </a:cubicBezTo>
                    <a:cubicBezTo>
                      <a:pt x="1458" y="1327"/>
                      <a:pt x="1459" y="1328"/>
                      <a:pt x="1461" y="1328"/>
                    </a:cubicBezTo>
                    <a:cubicBezTo>
                      <a:pt x="1463" y="1329"/>
                      <a:pt x="1465" y="1330"/>
                      <a:pt x="1468" y="1330"/>
                    </a:cubicBezTo>
                    <a:cubicBezTo>
                      <a:pt x="1470" y="1330"/>
                      <a:pt x="1472" y="1329"/>
                      <a:pt x="1474" y="1330"/>
                    </a:cubicBezTo>
                    <a:cubicBezTo>
                      <a:pt x="1476" y="1330"/>
                      <a:pt x="1478" y="1331"/>
                      <a:pt x="1479" y="1331"/>
                    </a:cubicBezTo>
                    <a:cubicBezTo>
                      <a:pt x="1481" y="1332"/>
                      <a:pt x="1483" y="1333"/>
                      <a:pt x="1485" y="1334"/>
                    </a:cubicBezTo>
                    <a:cubicBezTo>
                      <a:pt x="1486" y="1334"/>
                      <a:pt x="1486" y="1334"/>
                      <a:pt x="1487" y="1335"/>
                    </a:cubicBezTo>
                    <a:cubicBezTo>
                      <a:pt x="1487" y="1335"/>
                      <a:pt x="1489" y="1336"/>
                      <a:pt x="1489" y="1336"/>
                    </a:cubicBezTo>
                    <a:cubicBezTo>
                      <a:pt x="1490" y="1337"/>
                      <a:pt x="1491" y="1337"/>
                      <a:pt x="1492" y="1338"/>
                    </a:cubicBezTo>
                    <a:cubicBezTo>
                      <a:pt x="1493" y="1338"/>
                      <a:pt x="1495" y="1339"/>
                      <a:pt x="1496" y="1340"/>
                    </a:cubicBezTo>
                    <a:cubicBezTo>
                      <a:pt x="1496" y="1340"/>
                      <a:pt x="1496" y="1340"/>
                      <a:pt x="1496" y="1340"/>
                    </a:cubicBezTo>
                    <a:cubicBezTo>
                      <a:pt x="1497" y="1341"/>
                      <a:pt x="1498" y="1342"/>
                      <a:pt x="1499" y="1343"/>
                    </a:cubicBezTo>
                    <a:cubicBezTo>
                      <a:pt x="1501" y="1344"/>
                      <a:pt x="1501" y="1346"/>
                      <a:pt x="1502" y="1348"/>
                    </a:cubicBezTo>
                    <a:cubicBezTo>
                      <a:pt x="1503" y="1349"/>
                      <a:pt x="1503" y="1351"/>
                      <a:pt x="1504" y="1353"/>
                    </a:cubicBezTo>
                    <a:cubicBezTo>
                      <a:pt x="1505" y="1355"/>
                      <a:pt x="1507" y="1357"/>
                      <a:pt x="1508" y="1359"/>
                    </a:cubicBezTo>
                    <a:cubicBezTo>
                      <a:pt x="1509" y="1362"/>
                      <a:pt x="1510" y="1365"/>
                      <a:pt x="1511" y="1368"/>
                    </a:cubicBezTo>
                    <a:cubicBezTo>
                      <a:pt x="1512" y="1371"/>
                      <a:pt x="1512" y="1373"/>
                      <a:pt x="1513" y="1376"/>
                    </a:cubicBezTo>
                    <a:cubicBezTo>
                      <a:pt x="1513" y="1377"/>
                      <a:pt x="1513" y="1378"/>
                      <a:pt x="1513" y="1380"/>
                    </a:cubicBezTo>
                    <a:cubicBezTo>
                      <a:pt x="1513" y="1382"/>
                      <a:pt x="1513" y="1383"/>
                      <a:pt x="1513" y="1385"/>
                    </a:cubicBezTo>
                    <a:cubicBezTo>
                      <a:pt x="1514" y="1388"/>
                      <a:pt x="1513" y="1391"/>
                      <a:pt x="1515" y="1393"/>
                    </a:cubicBezTo>
                    <a:cubicBezTo>
                      <a:pt x="1516" y="1396"/>
                      <a:pt x="1516" y="1398"/>
                      <a:pt x="1516" y="1401"/>
                    </a:cubicBezTo>
                    <a:cubicBezTo>
                      <a:pt x="1516" y="1401"/>
                      <a:pt x="1516" y="1402"/>
                      <a:pt x="1516" y="1402"/>
                    </a:cubicBezTo>
                    <a:cubicBezTo>
                      <a:pt x="1516" y="1404"/>
                      <a:pt x="1516" y="1406"/>
                      <a:pt x="1516" y="1407"/>
                    </a:cubicBezTo>
                    <a:cubicBezTo>
                      <a:pt x="1517" y="1409"/>
                      <a:pt x="1517" y="1411"/>
                      <a:pt x="1518" y="1413"/>
                    </a:cubicBezTo>
                    <a:cubicBezTo>
                      <a:pt x="1519" y="1415"/>
                      <a:pt x="1521" y="1417"/>
                      <a:pt x="1524" y="1418"/>
                    </a:cubicBezTo>
                    <a:cubicBezTo>
                      <a:pt x="1525" y="1418"/>
                      <a:pt x="1526" y="1418"/>
                      <a:pt x="1527" y="1418"/>
                    </a:cubicBezTo>
                    <a:cubicBezTo>
                      <a:pt x="1528" y="1418"/>
                      <a:pt x="1531" y="1417"/>
                      <a:pt x="1531" y="1418"/>
                    </a:cubicBezTo>
                    <a:cubicBezTo>
                      <a:pt x="1533" y="1420"/>
                      <a:pt x="1530" y="1422"/>
                      <a:pt x="1528" y="1423"/>
                    </a:cubicBezTo>
                    <a:cubicBezTo>
                      <a:pt x="1528" y="1424"/>
                      <a:pt x="1527" y="1424"/>
                      <a:pt x="1527" y="1424"/>
                    </a:cubicBezTo>
                    <a:cubicBezTo>
                      <a:pt x="1526" y="1426"/>
                      <a:pt x="1526" y="1429"/>
                      <a:pt x="1527" y="1430"/>
                    </a:cubicBezTo>
                    <a:cubicBezTo>
                      <a:pt x="1528" y="1431"/>
                      <a:pt x="1528" y="1432"/>
                      <a:pt x="1529" y="1433"/>
                    </a:cubicBezTo>
                    <a:cubicBezTo>
                      <a:pt x="1530" y="1434"/>
                      <a:pt x="1532" y="1435"/>
                      <a:pt x="1533" y="1436"/>
                    </a:cubicBezTo>
                    <a:cubicBezTo>
                      <a:pt x="1535" y="1439"/>
                      <a:pt x="1539" y="1439"/>
                      <a:pt x="1541" y="1442"/>
                    </a:cubicBezTo>
                    <a:cubicBezTo>
                      <a:pt x="1542" y="1443"/>
                      <a:pt x="1544" y="1447"/>
                      <a:pt x="1542" y="1449"/>
                    </a:cubicBezTo>
                    <a:cubicBezTo>
                      <a:pt x="1541" y="1449"/>
                      <a:pt x="1539" y="1449"/>
                      <a:pt x="1539" y="1451"/>
                    </a:cubicBezTo>
                    <a:cubicBezTo>
                      <a:pt x="1538" y="1451"/>
                      <a:pt x="1538" y="1453"/>
                      <a:pt x="1537" y="1454"/>
                    </a:cubicBezTo>
                    <a:cubicBezTo>
                      <a:pt x="1536" y="1457"/>
                      <a:pt x="1533" y="1455"/>
                      <a:pt x="1530" y="1456"/>
                    </a:cubicBezTo>
                    <a:cubicBezTo>
                      <a:pt x="1530" y="1456"/>
                      <a:pt x="1530" y="1456"/>
                      <a:pt x="1530" y="1456"/>
                    </a:cubicBezTo>
                    <a:cubicBezTo>
                      <a:pt x="1528" y="1457"/>
                      <a:pt x="1526" y="1459"/>
                      <a:pt x="1527" y="1461"/>
                    </a:cubicBezTo>
                    <a:cubicBezTo>
                      <a:pt x="1528" y="1462"/>
                      <a:pt x="1529" y="1462"/>
                      <a:pt x="1530" y="1463"/>
                    </a:cubicBezTo>
                    <a:cubicBezTo>
                      <a:pt x="1530" y="1463"/>
                      <a:pt x="1530" y="1463"/>
                      <a:pt x="1531" y="1463"/>
                    </a:cubicBezTo>
                    <a:cubicBezTo>
                      <a:pt x="1532" y="1464"/>
                      <a:pt x="1534" y="1464"/>
                      <a:pt x="1536" y="1465"/>
                    </a:cubicBezTo>
                    <a:cubicBezTo>
                      <a:pt x="1538" y="1466"/>
                      <a:pt x="1539" y="1468"/>
                      <a:pt x="1540" y="1471"/>
                    </a:cubicBezTo>
                    <a:cubicBezTo>
                      <a:pt x="1541" y="1474"/>
                      <a:pt x="1540" y="1478"/>
                      <a:pt x="1540" y="1482"/>
                    </a:cubicBezTo>
                    <a:cubicBezTo>
                      <a:pt x="1540" y="1483"/>
                      <a:pt x="1540" y="1485"/>
                      <a:pt x="1540" y="1486"/>
                    </a:cubicBezTo>
                    <a:cubicBezTo>
                      <a:pt x="1540" y="1486"/>
                      <a:pt x="1540" y="1486"/>
                      <a:pt x="1540" y="1486"/>
                    </a:cubicBezTo>
                    <a:cubicBezTo>
                      <a:pt x="1540" y="1486"/>
                      <a:pt x="1540" y="1486"/>
                      <a:pt x="1540" y="1486"/>
                    </a:cubicBezTo>
                    <a:cubicBezTo>
                      <a:pt x="1540" y="1488"/>
                      <a:pt x="1540" y="1490"/>
                      <a:pt x="1541" y="1492"/>
                    </a:cubicBezTo>
                    <a:cubicBezTo>
                      <a:pt x="1541" y="1492"/>
                      <a:pt x="1541" y="1493"/>
                      <a:pt x="1541" y="1494"/>
                    </a:cubicBezTo>
                    <a:cubicBezTo>
                      <a:pt x="1541" y="1495"/>
                      <a:pt x="1542" y="1495"/>
                      <a:pt x="1542" y="1495"/>
                    </a:cubicBezTo>
                    <a:cubicBezTo>
                      <a:pt x="1543" y="1497"/>
                      <a:pt x="1545" y="1497"/>
                      <a:pt x="1546" y="1498"/>
                    </a:cubicBezTo>
                    <a:cubicBezTo>
                      <a:pt x="1547" y="1500"/>
                      <a:pt x="1547" y="1501"/>
                      <a:pt x="1549" y="1502"/>
                    </a:cubicBezTo>
                    <a:cubicBezTo>
                      <a:pt x="1551" y="1503"/>
                      <a:pt x="1553" y="1503"/>
                      <a:pt x="1554" y="1505"/>
                    </a:cubicBezTo>
                    <a:cubicBezTo>
                      <a:pt x="1556" y="1506"/>
                      <a:pt x="1557" y="1508"/>
                      <a:pt x="1555" y="1510"/>
                    </a:cubicBezTo>
                    <a:cubicBezTo>
                      <a:pt x="1554" y="1512"/>
                      <a:pt x="1551" y="1513"/>
                      <a:pt x="1549" y="1515"/>
                    </a:cubicBezTo>
                    <a:cubicBezTo>
                      <a:pt x="1545" y="1517"/>
                      <a:pt x="1543" y="1522"/>
                      <a:pt x="1543" y="1526"/>
                    </a:cubicBezTo>
                    <a:cubicBezTo>
                      <a:pt x="1542" y="1527"/>
                      <a:pt x="1542" y="1529"/>
                      <a:pt x="1543" y="1531"/>
                    </a:cubicBezTo>
                    <a:cubicBezTo>
                      <a:pt x="1543" y="1532"/>
                      <a:pt x="1543" y="1534"/>
                      <a:pt x="1543" y="1536"/>
                    </a:cubicBezTo>
                    <a:cubicBezTo>
                      <a:pt x="1543" y="1537"/>
                      <a:pt x="1545" y="1539"/>
                      <a:pt x="1545" y="1540"/>
                    </a:cubicBezTo>
                    <a:cubicBezTo>
                      <a:pt x="1546" y="1543"/>
                      <a:pt x="1547" y="1546"/>
                      <a:pt x="1547" y="1549"/>
                    </a:cubicBezTo>
                    <a:cubicBezTo>
                      <a:pt x="1546" y="1560"/>
                      <a:pt x="1544" y="1570"/>
                      <a:pt x="1545" y="1581"/>
                    </a:cubicBezTo>
                    <a:cubicBezTo>
                      <a:pt x="1546" y="1585"/>
                      <a:pt x="1546" y="1589"/>
                      <a:pt x="1547" y="1593"/>
                    </a:cubicBezTo>
                    <a:cubicBezTo>
                      <a:pt x="1547" y="1596"/>
                      <a:pt x="1548" y="1598"/>
                      <a:pt x="1549" y="1600"/>
                    </a:cubicBezTo>
                    <a:cubicBezTo>
                      <a:pt x="1550" y="1602"/>
                      <a:pt x="1552" y="1605"/>
                      <a:pt x="1551" y="1607"/>
                    </a:cubicBezTo>
                    <a:cubicBezTo>
                      <a:pt x="1550" y="1608"/>
                      <a:pt x="1550" y="1609"/>
                      <a:pt x="1549" y="1610"/>
                    </a:cubicBezTo>
                    <a:cubicBezTo>
                      <a:pt x="1549" y="1611"/>
                      <a:pt x="1549" y="1612"/>
                      <a:pt x="1549" y="1614"/>
                    </a:cubicBezTo>
                    <a:cubicBezTo>
                      <a:pt x="1549" y="1615"/>
                      <a:pt x="1550" y="1615"/>
                      <a:pt x="1551" y="1616"/>
                    </a:cubicBezTo>
                    <a:cubicBezTo>
                      <a:pt x="1553" y="1618"/>
                      <a:pt x="1554" y="1621"/>
                      <a:pt x="1556" y="1623"/>
                    </a:cubicBezTo>
                    <a:cubicBezTo>
                      <a:pt x="1556" y="1624"/>
                      <a:pt x="1556" y="1624"/>
                      <a:pt x="1556" y="1625"/>
                    </a:cubicBezTo>
                    <a:cubicBezTo>
                      <a:pt x="1558" y="1628"/>
                      <a:pt x="1559" y="1632"/>
                      <a:pt x="1561" y="1635"/>
                    </a:cubicBezTo>
                    <a:cubicBezTo>
                      <a:pt x="1562" y="1636"/>
                      <a:pt x="1563" y="1638"/>
                      <a:pt x="1564" y="1639"/>
                    </a:cubicBezTo>
                    <a:cubicBezTo>
                      <a:pt x="1565" y="1640"/>
                      <a:pt x="1567" y="1640"/>
                      <a:pt x="1568" y="1640"/>
                    </a:cubicBezTo>
                    <a:cubicBezTo>
                      <a:pt x="1571" y="1640"/>
                      <a:pt x="1574" y="1641"/>
                      <a:pt x="1577" y="1640"/>
                    </a:cubicBezTo>
                    <a:cubicBezTo>
                      <a:pt x="1580" y="1640"/>
                      <a:pt x="1583" y="1639"/>
                      <a:pt x="1587" y="1640"/>
                    </a:cubicBezTo>
                    <a:cubicBezTo>
                      <a:pt x="1593" y="1643"/>
                      <a:pt x="1599" y="1647"/>
                      <a:pt x="1604" y="1652"/>
                    </a:cubicBezTo>
                    <a:cubicBezTo>
                      <a:pt x="1607" y="1654"/>
                      <a:pt x="1610" y="1657"/>
                      <a:pt x="1613" y="1659"/>
                    </a:cubicBezTo>
                    <a:cubicBezTo>
                      <a:pt x="1615" y="1660"/>
                      <a:pt x="1618" y="1661"/>
                      <a:pt x="1620" y="1662"/>
                    </a:cubicBezTo>
                    <a:cubicBezTo>
                      <a:pt x="1626" y="1665"/>
                      <a:pt x="1632" y="1665"/>
                      <a:pt x="1639" y="1667"/>
                    </a:cubicBezTo>
                    <a:cubicBezTo>
                      <a:pt x="1642" y="1667"/>
                      <a:pt x="1643" y="1669"/>
                      <a:pt x="1645" y="1671"/>
                    </a:cubicBezTo>
                    <a:cubicBezTo>
                      <a:pt x="1648" y="1674"/>
                      <a:pt x="1650" y="1677"/>
                      <a:pt x="1653" y="1679"/>
                    </a:cubicBezTo>
                    <a:cubicBezTo>
                      <a:pt x="1654" y="1680"/>
                      <a:pt x="1655" y="1681"/>
                      <a:pt x="1657" y="1682"/>
                    </a:cubicBezTo>
                    <a:cubicBezTo>
                      <a:pt x="1658" y="1683"/>
                      <a:pt x="1659" y="1684"/>
                      <a:pt x="1660" y="1685"/>
                    </a:cubicBezTo>
                    <a:cubicBezTo>
                      <a:pt x="1662" y="1686"/>
                      <a:pt x="1663" y="1688"/>
                      <a:pt x="1664" y="1690"/>
                    </a:cubicBezTo>
                    <a:cubicBezTo>
                      <a:pt x="1665" y="1693"/>
                      <a:pt x="1666" y="1694"/>
                      <a:pt x="1667" y="1697"/>
                    </a:cubicBezTo>
                    <a:cubicBezTo>
                      <a:pt x="1667" y="1699"/>
                      <a:pt x="1667" y="1701"/>
                      <a:pt x="1666" y="1703"/>
                    </a:cubicBezTo>
                    <a:cubicBezTo>
                      <a:pt x="1665" y="1706"/>
                      <a:pt x="1664" y="1708"/>
                      <a:pt x="1663" y="1710"/>
                    </a:cubicBezTo>
                    <a:cubicBezTo>
                      <a:pt x="1663" y="1714"/>
                      <a:pt x="1663" y="1717"/>
                      <a:pt x="1662" y="1720"/>
                    </a:cubicBezTo>
                    <a:cubicBezTo>
                      <a:pt x="1662" y="1721"/>
                      <a:pt x="1662" y="1722"/>
                      <a:pt x="1662" y="1722"/>
                    </a:cubicBezTo>
                    <a:cubicBezTo>
                      <a:pt x="1662" y="1725"/>
                      <a:pt x="1663" y="1728"/>
                      <a:pt x="1664" y="1730"/>
                    </a:cubicBezTo>
                    <a:cubicBezTo>
                      <a:pt x="1664" y="1732"/>
                      <a:pt x="1665" y="1734"/>
                      <a:pt x="1666" y="1735"/>
                    </a:cubicBezTo>
                    <a:cubicBezTo>
                      <a:pt x="1667" y="1737"/>
                      <a:pt x="1670" y="1737"/>
                      <a:pt x="1671" y="1738"/>
                    </a:cubicBezTo>
                    <a:cubicBezTo>
                      <a:pt x="1673" y="1739"/>
                      <a:pt x="1674" y="1739"/>
                      <a:pt x="1676" y="1740"/>
                    </a:cubicBezTo>
                    <a:cubicBezTo>
                      <a:pt x="1676" y="1741"/>
                      <a:pt x="1677" y="1741"/>
                      <a:pt x="1677" y="1741"/>
                    </a:cubicBezTo>
                    <a:cubicBezTo>
                      <a:pt x="1679" y="1743"/>
                      <a:pt x="1681" y="1745"/>
                      <a:pt x="1682" y="1747"/>
                    </a:cubicBezTo>
                    <a:cubicBezTo>
                      <a:pt x="1683" y="1748"/>
                      <a:pt x="1685" y="1750"/>
                      <a:pt x="1685" y="1752"/>
                    </a:cubicBezTo>
                    <a:cubicBezTo>
                      <a:pt x="1686" y="1753"/>
                      <a:pt x="1686" y="1755"/>
                      <a:pt x="1686" y="1757"/>
                    </a:cubicBezTo>
                    <a:cubicBezTo>
                      <a:pt x="1687" y="1759"/>
                      <a:pt x="1686" y="1761"/>
                      <a:pt x="1686" y="1762"/>
                    </a:cubicBezTo>
                    <a:cubicBezTo>
                      <a:pt x="1685" y="1764"/>
                      <a:pt x="1685" y="1766"/>
                      <a:pt x="1684" y="1768"/>
                    </a:cubicBezTo>
                    <a:cubicBezTo>
                      <a:pt x="1684" y="1770"/>
                      <a:pt x="1683" y="1771"/>
                      <a:pt x="1683" y="1773"/>
                    </a:cubicBezTo>
                    <a:cubicBezTo>
                      <a:pt x="1683" y="1776"/>
                      <a:pt x="1684" y="1779"/>
                      <a:pt x="1685" y="1783"/>
                    </a:cubicBezTo>
                    <a:cubicBezTo>
                      <a:pt x="1685" y="1787"/>
                      <a:pt x="1685" y="1791"/>
                      <a:pt x="1685" y="1796"/>
                    </a:cubicBezTo>
                    <a:cubicBezTo>
                      <a:pt x="1685" y="1798"/>
                      <a:pt x="1685" y="1800"/>
                      <a:pt x="1685" y="1802"/>
                    </a:cubicBezTo>
                    <a:cubicBezTo>
                      <a:pt x="1684" y="1805"/>
                      <a:pt x="1684" y="1808"/>
                      <a:pt x="1684" y="1810"/>
                    </a:cubicBezTo>
                    <a:cubicBezTo>
                      <a:pt x="1683" y="1812"/>
                      <a:pt x="1682" y="1813"/>
                      <a:pt x="1680" y="1815"/>
                    </a:cubicBezTo>
                    <a:cubicBezTo>
                      <a:pt x="1678" y="1817"/>
                      <a:pt x="1678" y="1821"/>
                      <a:pt x="1678" y="1823"/>
                    </a:cubicBezTo>
                    <a:cubicBezTo>
                      <a:pt x="1678" y="1828"/>
                      <a:pt x="1678" y="1832"/>
                      <a:pt x="1677" y="1836"/>
                    </a:cubicBezTo>
                    <a:cubicBezTo>
                      <a:pt x="1677" y="1838"/>
                      <a:pt x="1677" y="1840"/>
                      <a:pt x="1676" y="1842"/>
                    </a:cubicBezTo>
                    <a:cubicBezTo>
                      <a:pt x="1676" y="1843"/>
                      <a:pt x="1676" y="1845"/>
                      <a:pt x="1676" y="1846"/>
                    </a:cubicBezTo>
                    <a:cubicBezTo>
                      <a:pt x="1676" y="1847"/>
                      <a:pt x="1676" y="1847"/>
                      <a:pt x="1676" y="1848"/>
                    </a:cubicBezTo>
                    <a:cubicBezTo>
                      <a:pt x="1676" y="1848"/>
                      <a:pt x="1676" y="1848"/>
                      <a:pt x="1676" y="1848"/>
                    </a:cubicBezTo>
                    <a:cubicBezTo>
                      <a:pt x="1676" y="1849"/>
                      <a:pt x="1677" y="1851"/>
                      <a:pt x="1677" y="1852"/>
                    </a:cubicBezTo>
                    <a:cubicBezTo>
                      <a:pt x="1678" y="1854"/>
                      <a:pt x="1679" y="1855"/>
                      <a:pt x="1680" y="1856"/>
                    </a:cubicBezTo>
                    <a:cubicBezTo>
                      <a:pt x="1682" y="1859"/>
                      <a:pt x="1685" y="1862"/>
                      <a:pt x="1687" y="1865"/>
                    </a:cubicBezTo>
                    <a:cubicBezTo>
                      <a:pt x="1689" y="1868"/>
                      <a:pt x="1690" y="1873"/>
                      <a:pt x="1693" y="1876"/>
                    </a:cubicBezTo>
                    <a:cubicBezTo>
                      <a:pt x="1695" y="1880"/>
                      <a:pt x="1697" y="1883"/>
                      <a:pt x="1699" y="1886"/>
                    </a:cubicBezTo>
                    <a:cubicBezTo>
                      <a:pt x="1701" y="1889"/>
                      <a:pt x="1702" y="1891"/>
                      <a:pt x="1703" y="1894"/>
                    </a:cubicBezTo>
                    <a:cubicBezTo>
                      <a:pt x="1704" y="1896"/>
                      <a:pt x="1706" y="1898"/>
                      <a:pt x="1707" y="1900"/>
                    </a:cubicBezTo>
                    <a:cubicBezTo>
                      <a:pt x="1709" y="1904"/>
                      <a:pt x="1710" y="1908"/>
                      <a:pt x="1710" y="1913"/>
                    </a:cubicBezTo>
                    <a:cubicBezTo>
                      <a:pt x="1711" y="1916"/>
                      <a:pt x="1711" y="1919"/>
                      <a:pt x="1711" y="1922"/>
                    </a:cubicBezTo>
                    <a:cubicBezTo>
                      <a:pt x="1712" y="1924"/>
                      <a:pt x="1712" y="1927"/>
                      <a:pt x="1713" y="1929"/>
                    </a:cubicBezTo>
                    <a:cubicBezTo>
                      <a:pt x="1713" y="1931"/>
                      <a:pt x="1713" y="1933"/>
                      <a:pt x="1714" y="1935"/>
                    </a:cubicBezTo>
                    <a:cubicBezTo>
                      <a:pt x="1714" y="1938"/>
                      <a:pt x="1715" y="1941"/>
                      <a:pt x="1716" y="1944"/>
                    </a:cubicBezTo>
                    <a:cubicBezTo>
                      <a:pt x="1716" y="1947"/>
                      <a:pt x="1717" y="1949"/>
                      <a:pt x="1717" y="1952"/>
                    </a:cubicBezTo>
                    <a:cubicBezTo>
                      <a:pt x="1715" y="1951"/>
                      <a:pt x="1715" y="1950"/>
                      <a:pt x="1714" y="1949"/>
                    </a:cubicBezTo>
                    <a:cubicBezTo>
                      <a:pt x="1712" y="1946"/>
                      <a:pt x="1711" y="1943"/>
                      <a:pt x="1710" y="1941"/>
                    </a:cubicBezTo>
                    <a:cubicBezTo>
                      <a:pt x="1708" y="1937"/>
                      <a:pt x="1705" y="1935"/>
                      <a:pt x="1703" y="1932"/>
                    </a:cubicBezTo>
                    <a:cubicBezTo>
                      <a:pt x="1700" y="1930"/>
                      <a:pt x="1698" y="1927"/>
                      <a:pt x="1696" y="1925"/>
                    </a:cubicBezTo>
                    <a:cubicBezTo>
                      <a:pt x="1694" y="1922"/>
                      <a:pt x="1693" y="1919"/>
                      <a:pt x="1692" y="1916"/>
                    </a:cubicBezTo>
                    <a:cubicBezTo>
                      <a:pt x="1690" y="1913"/>
                      <a:pt x="1688" y="1911"/>
                      <a:pt x="1686" y="1908"/>
                    </a:cubicBezTo>
                    <a:cubicBezTo>
                      <a:pt x="1683" y="1906"/>
                      <a:pt x="1681" y="1904"/>
                      <a:pt x="1678" y="1902"/>
                    </a:cubicBezTo>
                    <a:cubicBezTo>
                      <a:pt x="1676" y="1899"/>
                      <a:pt x="1674" y="1897"/>
                      <a:pt x="1672" y="1895"/>
                    </a:cubicBezTo>
                    <a:cubicBezTo>
                      <a:pt x="1667" y="1892"/>
                      <a:pt x="1660" y="1893"/>
                      <a:pt x="1655" y="1895"/>
                    </a:cubicBezTo>
                    <a:cubicBezTo>
                      <a:pt x="1649" y="1898"/>
                      <a:pt x="1645" y="1902"/>
                      <a:pt x="1641" y="1906"/>
                    </a:cubicBezTo>
                    <a:cubicBezTo>
                      <a:pt x="1637" y="1910"/>
                      <a:pt x="1634" y="1915"/>
                      <a:pt x="1632" y="1920"/>
                    </a:cubicBezTo>
                    <a:cubicBezTo>
                      <a:pt x="1631" y="1922"/>
                      <a:pt x="1630" y="1923"/>
                      <a:pt x="1629" y="1925"/>
                    </a:cubicBezTo>
                    <a:cubicBezTo>
                      <a:pt x="1628" y="1926"/>
                      <a:pt x="1627" y="1928"/>
                      <a:pt x="1627" y="1929"/>
                    </a:cubicBezTo>
                    <a:cubicBezTo>
                      <a:pt x="1627" y="1933"/>
                      <a:pt x="1631" y="1938"/>
                      <a:pt x="1629" y="1942"/>
                    </a:cubicBezTo>
                    <a:cubicBezTo>
                      <a:pt x="1627" y="1946"/>
                      <a:pt x="1620" y="1944"/>
                      <a:pt x="1618" y="1943"/>
                    </a:cubicBezTo>
                    <a:cubicBezTo>
                      <a:pt x="1610" y="1939"/>
                      <a:pt x="1610" y="1930"/>
                      <a:pt x="1611" y="1923"/>
                    </a:cubicBezTo>
                    <a:cubicBezTo>
                      <a:pt x="1611" y="1919"/>
                      <a:pt x="1613" y="1915"/>
                      <a:pt x="1617" y="1912"/>
                    </a:cubicBezTo>
                    <a:cubicBezTo>
                      <a:pt x="1621" y="1909"/>
                      <a:pt x="1625" y="1906"/>
                      <a:pt x="1628" y="1901"/>
                    </a:cubicBezTo>
                    <a:cubicBezTo>
                      <a:pt x="1630" y="1897"/>
                      <a:pt x="1630" y="1893"/>
                      <a:pt x="1628" y="1889"/>
                    </a:cubicBezTo>
                    <a:cubicBezTo>
                      <a:pt x="1625" y="1884"/>
                      <a:pt x="1622" y="1880"/>
                      <a:pt x="1617" y="1878"/>
                    </a:cubicBezTo>
                    <a:cubicBezTo>
                      <a:pt x="1611" y="1876"/>
                      <a:pt x="1605" y="1874"/>
                      <a:pt x="1599" y="1872"/>
                    </a:cubicBezTo>
                    <a:cubicBezTo>
                      <a:pt x="1595" y="1870"/>
                      <a:pt x="1591" y="1868"/>
                      <a:pt x="1588" y="1866"/>
                    </a:cubicBezTo>
                    <a:cubicBezTo>
                      <a:pt x="1585" y="1865"/>
                      <a:pt x="1583" y="1864"/>
                      <a:pt x="1581" y="1862"/>
                    </a:cubicBezTo>
                    <a:cubicBezTo>
                      <a:pt x="1580" y="1861"/>
                      <a:pt x="1578" y="1860"/>
                      <a:pt x="1576" y="1859"/>
                    </a:cubicBezTo>
                    <a:cubicBezTo>
                      <a:pt x="1572" y="1857"/>
                      <a:pt x="1567" y="1857"/>
                      <a:pt x="1562" y="1857"/>
                    </a:cubicBezTo>
                    <a:cubicBezTo>
                      <a:pt x="1554" y="1858"/>
                      <a:pt x="1547" y="1861"/>
                      <a:pt x="1539" y="1864"/>
                    </a:cubicBezTo>
                    <a:cubicBezTo>
                      <a:pt x="1537" y="1864"/>
                      <a:pt x="1534" y="1865"/>
                      <a:pt x="1532" y="1866"/>
                    </a:cubicBezTo>
                    <a:cubicBezTo>
                      <a:pt x="1528" y="1868"/>
                      <a:pt x="1525" y="1869"/>
                      <a:pt x="1521" y="1871"/>
                    </a:cubicBezTo>
                    <a:cubicBezTo>
                      <a:pt x="1516" y="1872"/>
                      <a:pt x="1512" y="1873"/>
                      <a:pt x="1507" y="1874"/>
                    </a:cubicBezTo>
                    <a:cubicBezTo>
                      <a:pt x="1503" y="1874"/>
                      <a:pt x="1499" y="1875"/>
                      <a:pt x="1495" y="1873"/>
                    </a:cubicBezTo>
                    <a:cubicBezTo>
                      <a:pt x="1490" y="1871"/>
                      <a:pt x="1486" y="1869"/>
                      <a:pt x="1481" y="1868"/>
                    </a:cubicBezTo>
                    <a:cubicBezTo>
                      <a:pt x="1477" y="1867"/>
                      <a:pt x="1474" y="1866"/>
                      <a:pt x="1470" y="1866"/>
                    </a:cubicBezTo>
                    <a:cubicBezTo>
                      <a:pt x="1466" y="1865"/>
                      <a:pt x="1462" y="1865"/>
                      <a:pt x="1459" y="1865"/>
                    </a:cubicBezTo>
                    <a:cubicBezTo>
                      <a:pt x="1456" y="1866"/>
                      <a:pt x="1453" y="1866"/>
                      <a:pt x="1450" y="1866"/>
                    </a:cubicBezTo>
                    <a:cubicBezTo>
                      <a:pt x="1447" y="1866"/>
                      <a:pt x="1443" y="1867"/>
                      <a:pt x="1441" y="1869"/>
                    </a:cubicBezTo>
                    <a:cubicBezTo>
                      <a:pt x="1439" y="1871"/>
                      <a:pt x="1438" y="1874"/>
                      <a:pt x="1437" y="1877"/>
                    </a:cubicBezTo>
                    <a:cubicBezTo>
                      <a:pt x="1435" y="1880"/>
                      <a:pt x="1434" y="1883"/>
                      <a:pt x="1433" y="1887"/>
                    </a:cubicBezTo>
                    <a:cubicBezTo>
                      <a:pt x="1432" y="1891"/>
                      <a:pt x="1431" y="1894"/>
                      <a:pt x="1429" y="1897"/>
                    </a:cubicBezTo>
                    <a:cubicBezTo>
                      <a:pt x="1428" y="1900"/>
                      <a:pt x="1427" y="1903"/>
                      <a:pt x="1427" y="1906"/>
                    </a:cubicBezTo>
                    <a:cubicBezTo>
                      <a:pt x="1427" y="1910"/>
                      <a:pt x="1426" y="1913"/>
                      <a:pt x="1424" y="1917"/>
                    </a:cubicBezTo>
                    <a:cubicBezTo>
                      <a:pt x="1422" y="1921"/>
                      <a:pt x="1421" y="1925"/>
                      <a:pt x="1421" y="1929"/>
                    </a:cubicBezTo>
                    <a:cubicBezTo>
                      <a:pt x="1420" y="1932"/>
                      <a:pt x="1420" y="1935"/>
                      <a:pt x="1418" y="1938"/>
                    </a:cubicBezTo>
                    <a:cubicBezTo>
                      <a:pt x="1417" y="1942"/>
                      <a:pt x="1416" y="1946"/>
                      <a:pt x="1414" y="1949"/>
                    </a:cubicBezTo>
                    <a:cubicBezTo>
                      <a:pt x="1412" y="1953"/>
                      <a:pt x="1412" y="1957"/>
                      <a:pt x="1411" y="1961"/>
                    </a:cubicBezTo>
                    <a:cubicBezTo>
                      <a:pt x="1410" y="1962"/>
                      <a:pt x="1410" y="1964"/>
                      <a:pt x="1410" y="1965"/>
                    </a:cubicBezTo>
                    <a:cubicBezTo>
                      <a:pt x="1409" y="1967"/>
                      <a:pt x="1408" y="1968"/>
                      <a:pt x="1408" y="1970"/>
                    </a:cubicBezTo>
                    <a:cubicBezTo>
                      <a:pt x="1407" y="1976"/>
                      <a:pt x="1403" y="1983"/>
                      <a:pt x="1399" y="1988"/>
                    </a:cubicBezTo>
                    <a:cubicBezTo>
                      <a:pt x="1398" y="1990"/>
                      <a:pt x="1396" y="1993"/>
                      <a:pt x="1394" y="1995"/>
                    </a:cubicBezTo>
                    <a:cubicBezTo>
                      <a:pt x="1392" y="1997"/>
                      <a:pt x="1390" y="1998"/>
                      <a:pt x="1387" y="2000"/>
                    </a:cubicBezTo>
                    <a:cubicBezTo>
                      <a:pt x="1383" y="2002"/>
                      <a:pt x="1379" y="2005"/>
                      <a:pt x="1376" y="2009"/>
                    </a:cubicBezTo>
                    <a:cubicBezTo>
                      <a:pt x="1374" y="2011"/>
                      <a:pt x="1372" y="2013"/>
                      <a:pt x="1370" y="2015"/>
                    </a:cubicBezTo>
                    <a:cubicBezTo>
                      <a:pt x="1368" y="2016"/>
                      <a:pt x="1365" y="2017"/>
                      <a:pt x="1363" y="2019"/>
                    </a:cubicBezTo>
                    <a:cubicBezTo>
                      <a:pt x="1358" y="2021"/>
                      <a:pt x="1352" y="2022"/>
                      <a:pt x="1347" y="2026"/>
                    </a:cubicBezTo>
                    <a:cubicBezTo>
                      <a:pt x="1345" y="2027"/>
                      <a:pt x="1344" y="2028"/>
                      <a:pt x="1342" y="2030"/>
                    </a:cubicBezTo>
                    <a:cubicBezTo>
                      <a:pt x="1339" y="2032"/>
                      <a:pt x="1336" y="2036"/>
                      <a:pt x="1333" y="2039"/>
                    </a:cubicBezTo>
                    <a:cubicBezTo>
                      <a:pt x="1331" y="2041"/>
                      <a:pt x="1329" y="2043"/>
                      <a:pt x="1326" y="2045"/>
                    </a:cubicBezTo>
                    <a:cubicBezTo>
                      <a:pt x="1324" y="2046"/>
                      <a:pt x="1322" y="2047"/>
                      <a:pt x="1320" y="2049"/>
                    </a:cubicBezTo>
                    <a:cubicBezTo>
                      <a:pt x="1319" y="2051"/>
                      <a:pt x="1318" y="2053"/>
                      <a:pt x="1319" y="2055"/>
                    </a:cubicBezTo>
                    <a:cubicBezTo>
                      <a:pt x="1320" y="2059"/>
                      <a:pt x="1319" y="2062"/>
                      <a:pt x="1319" y="2066"/>
                    </a:cubicBezTo>
                    <a:cubicBezTo>
                      <a:pt x="1319" y="2068"/>
                      <a:pt x="1320" y="2071"/>
                      <a:pt x="1319" y="2073"/>
                    </a:cubicBezTo>
                    <a:cubicBezTo>
                      <a:pt x="1319" y="2077"/>
                      <a:pt x="1320" y="2080"/>
                      <a:pt x="1319" y="2083"/>
                    </a:cubicBezTo>
                    <a:cubicBezTo>
                      <a:pt x="1318" y="2087"/>
                      <a:pt x="1317" y="2090"/>
                      <a:pt x="1315" y="2093"/>
                    </a:cubicBezTo>
                    <a:cubicBezTo>
                      <a:pt x="1314" y="2096"/>
                      <a:pt x="1313" y="2098"/>
                      <a:pt x="1312" y="2100"/>
                    </a:cubicBezTo>
                    <a:cubicBezTo>
                      <a:pt x="1310" y="2106"/>
                      <a:pt x="1304" y="2110"/>
                      <a:pt x="1300" y="2115"/>
                    </a:cubicBezTo>
                    <a:cubicBezTo>
                      <a:pt x="1296" y="2120"/>
                      <a:pt x="1294" y="2126"/>
                      <a:pt x="1289" y="2130"/>
                    </a:cubicBezTo>
                    <a:cubicBezTo>
                      <a:pt x="1286" y="2132"/>
                      <a:pt x="1284" y="2135"/>
                      <a:pt x="1281" y="2136"/>
                    </a:cubicBezTo>
                    <a:cubicBezTo>
                      <a:pt x="1278" y="2138"/>
                      <a:pt x="1275" y="2140"/>
                      <a:pt x="1272" y="2143"/>
                    </a:cubicBezTo>
                    <a:cubicBezTo>
                      <a:pt x="1270" y="2146"/>
                      <a:pt x="1268" y="2150"/>
                      <a:pt x="1265" y="2153"/>
                    </a:cubicBezTo>
                    <a:cubicBezTo>
                      <a:pt x="1264" y="2155"/>
                      <a:pt x="1262" y="2157"/>
                      <a:pt x="1260" y="2158"/>
                    </a:cubicBezTo>
                    <a:cubicBezTo>
                      <a:pt x="1258" y="2160"/>
                      <a:pt x="1256" y="2161"/>
                      <a:pt x="1254" y="2163"/>
                    </a:cubicBezTo>
                    <a:cubicBezTo>
                      <a:pt x="1251" y="2165"/>
                      <a:pt x="1249" y="2168"/>
                      <a:pt x="1246" y="2171"/>
                    </a:cubicBezTo>
                    <a:cubicBezTo>
                      <a:pt x="1243" y="2176"/>
                      <a:pt x="1243" y="2182"/>
                      <a:pt x="1243" y="2187"/>
                    </a:cubicBezTo>
                    <a:cubicBezTo>
                      <a:pt x="1243" y="2195"/>
                      <a:pt x="1242" y="2203"/>
                      <a:pt x="1242" y="2211"/>
                    </a:cubicBezTo>
                    <a:cubicBezTo>
                      <a:pt x="1242" y="2215"/>
                      <a:pt x="1242" y="2219"/>
                      <a:pt x="1243" y="2223"/>
                    </a:cubicBezTo>
                    <a:cubicBezTo>
                      <a:pt x="1244" y="2226"/>
                      <a:pt x="1245" y="2230"/>
                      <a:pt x="1246" y="2232"/>
                    </a:cubicBezTo>
                    <a:cubicBezTo>
                      <a:pt x="1248" y="2236"/>
                      <a:pt x="1250" y="2240"/>
                      <a:pt x="1253" y="2242"/>
                    </a:cubicBezTo>
                    <a:cubicBezTo>
                      <a:pt x="1254" y="2244"/>
                      <a:pt x="1257" y="2245"/>
                      <a:pt x="1258" y="2246"/>
                    </a:cubicBezTo>
                    <a:cubicBezTo>
                      <a:pt x="1260" y="2247"/>
                      <a:pt x="1262" y="2249"/>
                      <a:pt x="1264" y="2251"/>
                    </a:cubicBezTo>
                    <a:cubicBezTo>
                      <a:pt x="1265" y="2252"/>
                      <a:pt x="1266" y="2254"/>
                      <a:pt x="1268" y="2256"/>
                    </a:cubicBezTo>
                    <a:cubicBezTo>
                      <a:pt x="1270" y="2260"/>
                      <a:pt x="1273" y="2264"/>
                      <a:pt x="1276" y="2266"/>
                    </a:cubicBezTo>
                    <a:cubicBezTo>
                      <a:pt x="1281" y="2269"/>
                      <a:pt x="1287" y="2270"/>
                      <a:pt x="1292" y="2274"/>
                    </a:cubicBezTo>
                    <a:cubicBezTo>
                      <a:pt x="1294" y="2275"/>
                      <a:pt x="1295" y="2277"/>
                      <a:pt x="1297" y="2278"/>
                    </a:cubicBezTo>
                    <a:cubicBezTo>
                      <a:pt x="1299" y="2280"/>
                      <a:pt x="1300" y="2281"/>
                      <a:pt x="1302" y="2282"/>
                    </a:cubicBezTo>
                    <a:cubicBezTo>
                      <a:pt x="1307" y="2284"/>
                      <a:pt x="1311" y="2287"/>
                      <a:pt x="1315" y="2290"/>
                    </a:cubicBezTo>
                    <a:cubicBezTo>
                      <a:pt x="1318" y="2293"/>
                      <a:pt x="1321" y="2296"/>
                      <a:pt x="1323" y="2299"/>
                    </a:cubicBezTo>
                    <a:cubicBezTo>
                      <a:pt x="1324" y="2300"/>
                      <a:pt x="1326" y="2301"/>
                      <a:pt x="1327" y="2302"/>
                    </a:cubicBezTo>
                    <a:cubicBezTo>
                      <a:pt x="1329" y="2302"/>
                      <a:pt x="1332" y="2302"/>
                      <a:pt x="1334" y="2302"/>
                    </a:cubicBezTo>
                    <a:cubicBezTo>
                      <a:pt x="1337" y="2302"/>
                      <a:pt x="1340" y="2303"/>
                      <a:pt x="1343" y="2303"/>
                    </a:cubicBezTo>
                    <a:cubicBezTo>
                      <a:pt x="1345" y="2303"/>
                      <a:pt x="1346" y="2303"/>
                      <a:pt x="1348" y="2304"/>
                    </a:cubicBezTo>
                    <a:cubicBezTo>
                      <a:pt x="1352" y="2305"/>
                      <a:pt x="1355" y="2309"/>
                      <a:pt x="1359" y="2310"/>
                    </a:cubicBezTo>
                    <a:cubicBezTo>
                      <a:pt x="1363" y="2313"/>
                      <a:pt x="1366" y="2316"/>
                      <a:pt x="1369" y="2320"/>
                    </a:cubicBezTo>
                    <a:cubicBezTo>
                      <a:pt x="1371" y="2324"/>
                      <a:pt x="1373" y="2329"/>
                      <a:pt x="1374" y="2334"/>
                    </a:cubicBezTo>
                    <a:cubicBezTo>
                      <a:pt x="1375" y="2337"/>
                      <a:pt x="1376" y="2341"/>
                      <a:pt x="1377" y="2345"/>
                    </a:cubicBezTo>
                    <a:cubicBezTo>
                      <a:pt x="1379" y="2348"/>
                      <a:pt x="1381" y="2352"/>
                      <a:pt x="1384" y="2355"/>
                    </a:cubicBezTo>
                    <a:cubicBezTo>
                      <a:pt x="1386" y="2359"/>
                      <a:pt x="1390" y="2357"/>
                      <a:pt x="1394" y="2359"/>
                    </a:cubicBezTo>
                    <a:cubicBezTo>
                      <a:pt x="1396" y="2360"/>
                      <a:pt x="1401" y="2363"/>
                      <a:pt x="1399" y="2366"/>
                    </a:cubicBezTo>
                    <a:cubicBezTo>
                      <a:pt x="1398" y="2367"/>
                      <a:pt x="1396" y="2368"/>
                      <a:pt x="1396" y="2369"/>
                    </a:cubicBezTo>
                    <a:cubicBezTo>
                      <a:pt x="1395" y="2371"/>
                      <a:pt x="1396" y="2372"/>
                      <a:pt x="1396" y="2373"/>
                    </a:cubicBezTo>
                    <a:cubicBezTo>
                      <a:pt x="1397" y="2375"/>
                      <a:pt x="1398" y="2377"/>
                      <a:pt x="1399" y="2378"/>
                    </a:cubicBezTo>
                    <a:cubicBezTo>
                      <a:pt x="1400" y="2379"/>
                      <a:pt x="1402" y="2380"/>
                      <a:pt x="1403" y="2381"/>
                    </a:cubicBezTo>
                    <a:cubicBezTo>
                      <a:pt x="1404" y="2383"/>
                      <a:pt x="1405" y="2384"/>
                      <a:pt x="1406" y="2386"/>
                    </a:cubicBezTo>
                    <a:cubicBezTo>
                      <a:pt x="1407" y="2388"/>
                      <a:pt x="1408" y="2389"/>
                      <a:pt x="1409" y="2390"/>
                    </a:cubicBezTo>
                    <a:cubicBezTo>
                      <a:pt x="1413" y="2393"/>
                      <a:pt x="1414" y="2398"/>
                      <a:pt x="1415" y="2402"/>
                    </a:cubicBezTo>
                    <a:cubicBezTo>
                      <a:pt x="1416" y="2405"/>
                      <a:pt x="1417" y="2407"/>
                      <a:pt x="1419" y="2409"/>
                    </a:cubicBezTo>
                    <a:cubicBezTo>
                      <a:pt x="1421" y="2410"/>
                      <a:pt x="1422" y="2412"/>
                      <a:pt x="1423" y="2414"/>
                    </a:cubicBezTo>
                    <a:cubicBezTo>
                      <a:pt x="1425" y="2416"/>
                      <a:pt x="1428" y="2419"/>
                      <a:pt x="1430" y="2420"/>
                    </a:cubicBezTo>
                    <a:cubicBezTo>
                      <a:pt x="1432" y="2422"/>
                      <a:pt x="1434" y="2423"/>
                      <a:pt x="1436" y="2424"/>
                    </a:cubicBezTo>
                    <a:cubicBezTo>
                      <a:pt x="1439" y="2426"/>
                      <a:pt x="1443" y="2431"/>
                      <a:pt x="1438" y="2433"/>
                    </a:cubicBezTo>
                    <a:cubicBezTo>
                      <a:pt x="1433" y="2436"/>
                      <a:pt x="1428" y="2434"/>
                      <a:pt x="1424" y="2431"/>
                    </a:cubicBezTo>
                    <a:cubicBezTo>
                      <a:pt x="1418" y="2427"/>
                      <a:pt x="1412" y="2428"/>
                      <a:pt x="1406" y="2428"/>
                    </a:cubicBezTo>
                    <a:cubicBezTo>
                      <a:pt x="1397" y="2428"/>
                      <a:pt x="1389" y="2430"/>
                      <a:pt x="1380" y="2429"/>
                    </a:cubicBezTo>
                    <a:cubicBezTo>
                      <a:pt x="1378" y="2429"/>
                      <a:pt x="1375" y="2429"/>
                      <a:pt x="1373" y="2429"/>
                    </a:cubicBezTo>
                    <a:cubicBezTo>
                      <a:pt x="1370" y="2428"/>
                      <a:pt x="1368" y="2427"/>
                      <a:pt x="1366" y="2426"/>
                    </a:cubicBezTo>
                    <a:cubicBezTo>
                      <a:pt x="1360" y="2424"/>
                      <a:pt x="1354" y="2423"/>
                      <a:pt x="1349" y="2420"/>
                    </a:cubicBezTo>
                    <a:cubicBezTo>
                      <a:pt x="1347" y="2419"/>
                      <a:pt x="1344" y="2418"/>
                      <a:pt x="1342" y="2417"/>
                    </a:cubicBezTo>
                    <a:cubicBezTo>
                      <a:pt x="1340" y="2415"/>
                      <a:pt x="1339" y="2414"/>
                      <a:pt x="1336" y="2414"/>
                    </a:cubicBezTo>
                    <a:cubicBezTo>
                      <a:pt x="1332" y="2413"/>
                      <a:pt x="1320" y="2414"/>
                      <a:pt x="1321" y="2421"/>
                    </a:cubicBezTo>
                    <a:cubicBezTo>
                      <a:pt x="1322" y="2426"/>
                      <a:pt x="1329" y="2426"/>
                      <a:pt x="1332" y="2425"/>
                    </a:cubicBezTo>
                    <a:cubicBezTo>
                      <a:pt x="1332" y="2428"/>
                      <a:pt x="1329" y="2430"/>
                      <a:pt x="1327" y="2432"/>
                    </a:cubicBezTo>
                    <a:cubicBezTo>
                      <a:pt x="1323" y="2434"/>
                      <a:pt x="1319" y="2437"/>
                      <a:pt x="1315" y="2439"/>
                    </a:cubicBezTo>
                    <a:cubicBezTo>
                      <a:pt x="1313" y="2441"/>
                      <a:pt x="1310" y="2441"/>
                      <a:pt x="1307" y="2442"/>
                    </a:cubicBezTo>
                    <a:cubicBezTo>
                      <a:pt x="1304" y="2442"/>
                      <a:pt x="1301" y="2443"/>
                      <a:pt x="1299" y="2444"/>
                    </a:cubicBezTo>
                    <a:cubicBezTo>
                      <a:pt x="1297" y="2445"/>
                      <a:pt x="1294" y="2446"/>
                      <a:pt x="1292" y="2446"/>
                    </a:cubicBezTo>
                    <a:cubicBezTo>
                      <a:pt x="1289" y="2447"/>
                      <a:pt x="1285" y="2445"/>
                      <a:pt x="1282" y="2444"/>
                    </a:cubicBezTo>
                    <a:cubicBezTo>
                      <a:pt x="1280" y="2443"/>
                      <a:pt x="1278" y="2443"/>
                      <a:pt x="1276" y="2443"/>
                    </a:cubicBezTo>
                    <a:cubicBezTo>
                      <a:pt x="1273" y="2443"/>
                      <a:pt x="1270" y="2442"/>
                      <a:pt x="1267" y="2441"/>
                    </a:cubicBezTo>
                    <a:cubicBezTo>
                      <a:pt x="1262" y="2440"/>
                      <a:pt x="1258" y="2438"/>
                      <a:pt x="1254" y="2436"/>
                    </a:cubicBezTo>
                    <a:cubicBezTo>
                      <a:pt x="1250" y="2434"/>
                      <a:pt x="1247" y="2433"/>
                      <a:pt x="1243" y="2431"/>
                    </a:cubicBezTo>
                    <a:cubicBezTo>
                      <a:pt x="1240" y="2430"/>
                      <a:pt x="1237" y="2430"/>
                      <a:pt x="1233" y="2430"/>
                    </a:cubicBezTo>
                    <a:cubicBezTo>
                      <a:pt x="1231" y="2430"/>
                      <a:pt x="1228" y="2430"/>
                      <a:pt x="1225" y="2430"/>
                    </a:cubicBezTo>
                    <a:cubicBezTo>
                      <a:pt x="1222" y="2430"/>
                      <a:pt x="1219" y="2429"/>
                      <a:pt x="1216" y="2427"/>
                    </a:cubicBezTo>
                    <a:cubicBezTo>
                      <a:pt x="1215" y="2426"/>
                      <a:pt x="1214" y="2426"/>
                      <a:pt x="1213" y="2425"/>
                    </a:cubicBezTo>
                    <a:cubicBezTo>
                      <a:pt x="1211" y="2424"/>
                      <a:pt x="1209" y="2424"/>
                      <a:pt x="1207" y="2425"/>
                    </a:cubicBezTo>
                    <a:cubicBezTo>
                      <a:pt x="1203" y="2425"/>
                      <a:pt x="1199" y="2425"/>
                      <a:pt x="1194" y="2425"/>
                    </a:cubicBezTo>
                    <a:cubicBezTo>
                      <a:pt x="1192" y="2425"/>
                      <a:pt x="1189" y="2425"/>
                      <a:pt x="1187" y="2425"/>
                    </a:cubicBezTo>
                    <a:cubicBezTo>
                      <a:pt x="1186" y="2424"/>
                      <a:pt x="1184" y="2424"/>
                      <a:pt x="1183" y="2424"/>
                    </a:cubicBezTo>
                    <a:cubicBezTo>
                      <a:pt x="1181" y="2424"/>
                      <a:pt x="1179" y="2425"/>
                      <a:pt x="1177" y="2426"/>
                    </a:cubicBezTo>
                    <a:cubicBezTo>
                      <a:pt x="1175" y="2426"/>
                      <a:pt x="1172" y="2427"/>
                      <a:pt x="1170" y="2427"/>
                    </a:cubicBezTo>
                    <a:cubicBezTo>
                      <a:pt x="1166" y="2426"/>
                      <a:pt x="1163" y="2425"/>
                      <a:pt x="1159" y="2424"/>
                    </a:cubicBezTo>
                    <a:cubicBezTo>
                      <a:pt x="1157" y="2423"/>
                      <a:pt x="1155" y="2425"/>
                      <a:pt x="1152" y="2426"/>
                    </a:cubicBezTo>
                    <a:cubicBezTo>
                      <a:pt x="1150" y="2427"/>
                      <a:pt x="1147" y="2427"/>
                      <a:pt x="1145" y="2429"/>
                    </a:cubicBezTo>
                    <a:cubicBezTo>
                      <a:pt x="1143" y="2430"/>
                      <a:pt x="1142" y="2433"/>
                      <a:pt x="1142" y="2435"/>
                    </a:cubicBezTo>
                    <a:cubicBezTo>
                      <a:pt x="1142" y="2438"/>
                      <a:pt x="1142" y="2440"/>
                      <a:pt x="1140" y="2441"/>
                    </a:cubicBezTo>
                    <a:cubicBezTo>
                      <a:pt x="1137" y="2443"/>
                      <a:pt x="1134" y="2444"/>
                      <a:pt x="1132" y="2445"/>
                    </a:cubicBezTo>
                    <a:cubicBezTo>
                      <a:pt x="1129" y="2446"/>
                      <a:pt x="1126" y="2447"/>
                      <a:pt x="1123" y="2449"/>
                    </a:cubicBezTo>
                    <a:cubicBezTo>
                      <a:pt x="1120" y="2451"/>
                      <a:pt x="1118" y="2454"/>
                      <a:pt x="1116" y="2457"/>
                    </a:cubicBezTo>
                    <a:cubicBezTo>
                      <a:pt x="1114" y="2461"/>
                      <a:pt x="1110" y="2471"/>
                      <a:pt x="1105" y="2465"/>
                    </a:cubicBezTo>
                    <a:cubicBezTo>
                      <a:pt x="1102" y="2462"/>
                      <a:pt x="1100" y="2458"/>
                      <a:pt x="1099" y="2454"/>
                    </a:cubicBezTo>
                    <a:cubicBezTo>
                      <a:pt x="1097" y="2450"/>
                      <a:pt x="1095" y="2446"/>
                      <a:pt x="1095" y="2442"/>
                    </a:cubicBezTo>
                    <a:cubicBezTo>
                      <a:pt x="1095" y="2439"/>
                      <a:pt x="1097" y="2438"/>
                      <a:pt x="1100" y="2436"/>
                    </a:cubicBezTo>
                    <a:cubicBezTo>
                      <a:pt x="1104" y="2435"/>
                      <a:pt x="1108" y="2434"/>
                      <a:pt x="1112" y="2433"/>
                    </a:cubicBezTo>
                    <a:cubicBezTo>
                      <a:pt x="1115" y="2432"/>
                      <a:pt x="1131" y="2426"/>
                      <a:pt x="1126" y="2420"/>
                    </a:cubicBezTo>
                    <a:cubicBezTo>
                      <a:pt x="1124" y="2418"/>
                      <a:pt x="1119" y="2418"/>
                      <a:pt x="1116" y="2418"/>
                    </a:cubicBezTo>
                    <a:cubicBezTo>
                      <a:pt x="1111" y="2419"/>
                      <a:pt x="1106" y="2420"/>
                      <a:pt x="1102" y="2421"/>
                    </a:cubicBezTo>
                    <a:cubicBezTo>
                      <a:pt x="1092" y="2424"/>
                      <a:pt x="1083" y="2426"/>
                      <a:pt x="1073" y="2423"/>
                    </a:cubicBezTo>
                    <a:cubicBezTo>
                      <a:pt x="1063" y="2421"/>
                      <a:pt x="1055" y="2415"/>
                      <a:pt x="1047" y="2408"/>
                    </a:cubicBezTo>
                    <a:cubicBezTo>
                      <a:pt x="1039" y="2401"/>
                      <a:pt x="1032" y="2393"/>
                      <a:pt x="1023" y="2389"/>
                    </a:cubicBezTo>
                    <a:cubicBezTo>
                      <a:pt x="1014" y="2385"/>
                      <a:pt x="1005" y="2385"/>
                      <a:pt x="995" y="2385"/>
                    </a:cubicBezTo>
                    <a:cubicBezTo>
                      <a:pt x="984" y="2385"/>
                      <a:pt x="974" y="2382"/>
                      <a:pt x="963" y="2379"/>
                    </a:cubicBezTo>
                    <a:cubicBezTo>
                      <a:pt x="955" y="2377"/>
                      <a:pt x="944" y="2373"/>
                      <a:pt x="937" y="2379"/>
                    </a:cubicBezTo>
                    <a:cubicBezTo>
                      <a:pt x="930" y="2383"/>
                      <a:pt x="929" y="2393"/>
                      <a:pt x="928" y="2401"/>
                    </a:cubicBezTo>
                    <a:cubicBezTo>
                      <a:pt x="927" y="2409"/>
                      <a:pt x="927" y="2418"/>
                      <a:pt x="926" y="2426"/>
                    </a:cubicBezTo>
                    <a:cubicBezTo>
                      <a:pt x="924" y="2434"/>
                      <a:pt x="920" y="2439"/>
                      <a:pt x="913" y="2441"/>
                    </a:cubicBezTo>
                    <a:cubicBezTo>
                      <a:pt x="909" y="2442"/>
                      <a:pt x="905" y="2442"/>
                      <a:pt x="902" y="2443"/>
                    </a:cubicBezTo>
                    <a:cubicBezTo>
                      <a:pt x="899" y="2444"/>
                      <a:pt x="896" y="2445"/>
                      <a:pt x="895" y="2447"/>
                    </a:cubicBezTo>
                    <a:cubicBezTo>
                      <a:pt x="893" y="2449"/>
                      <a:pt x="894" y="2453"/>
                      <a:pt x="894" y="2455"/>
                    </a:cubicBezTo>
                    <a:cubicBezTo>
                      <a:pt x="894" y="2459"/>
                      <a:pt x="895" y="2463"/>
                      <a:pt x="896" y="2467"/>
                    </a:cubicBezTo>
                    <a:cubicBezTo>
                      <a:pt x="898" y="2474"/>
                      <a:pt x="899" y="2483"/>
                      <a:pt x="905" y="2487"/>
                    </a:cubicBezTo>
                    <a:cubicBezTo>
                      <a:pt x="912" y="2491"/>
                      <a:pt x="920" y="2491"/>
                      <a:pt x="927" y="2492"/>
                    </a:cubicBezTo>
                    <a:cubicBezTo>
                      <a:pt x="935" y="2494"/>
                      <a:pt x="940" y="2498"/>
                      <a:pt x="945" y="2505"/>
                    </a:cubicBezTo>
                    <a:cubicBezTo>
                      <a:pt x="947" y="2508"/>
                      <a:pt x="949" y="2511"/>
                      <a:pt x="951" y="2514"/>
                    </a:cubicBezTo>
                    <a:cubicBezTo>
                      <a:pt x="952" y="2517"/>
                      <a:pt x="955" y="2519"/>
                      <a:pt x="957" y="2522"/>
                    </a:cubicBezTo>
                    <a:cubicBezTo>
                      <a:pt x="958" y="2525"/>
                      <a:pt x="959" y="2528"/>
                      <a:pt x="960" y="2531"/>
                    </a:cubicBezTo>
                    <a:cubicBezTo>
                      <a:pt x="963" y="2536"/>
                      <a:pt x="968" y="2539"/>
                      <a:pt x="973" y="2541"/>
                    </a:cubicBezTo>
                    <a:cubicBezTo>
                      <a:pt x="979" y="2544"/>
                      <a:pt x="984" y="2544"/>
                      <a:pt x="990" y="2545"/>
                    </a:cubicBezTo>
                    <a:cubicBezTo>
                      <a:pt x="997" y="2545"/>
                      <a:pt x="1002" y="2549"/>
                      <a:pt x="1005" y="2556"/>
                    </a:cubicBezTo>
                    <a:cubicBezTo>
                      <a:pt x="1006" y="2558"/>
                      <a:pt x="1007" y="2562"/>
                      <a:pt x="1009" y="2564"/>
                    </a:cubicBezTo>
                    <a:cubicBezTo>
                      <a:pt x="1011" y="2567"/>
                      <a:pt x="1013" y="2568"/>
                      <a:pt x="1016" y="2569"/>
                    </a:cubicBezTo>
                    <a:cubicBezTo>
                      <a:pt x="1022" y="2571"/>
                      <a:pt x="1030" y="2573"/>
                      <a:pt x="1036" y="2570"/>
                    </a:cubicBezTo>
                    <a:cubicBezTo>
                      <a:pt x="1042" y="2567"/>
                      <a:pt x="1044" y="2559"/>
                      <a:pt x="1050" y="2557"/>
                    </a:cubicBezTo>
                    <a:cubicBezTo>
                      <a:pt x="1055" y="2554"/>
                      <a:pt x="1060" y="2560"/>
                      <a:pt x="1065" y="2561"/>
                    </a:cubicBezTo>
                    <a:cubicBezTo>
                      <a:pt x="1071" y="2563"/>
                      <a:pt x="1074" y="2559"/>
                      <a:pt x="1073" y="2554"/>
                    </a:cubicBezTo>
                    <a:cubicBezTo>
                      <a:pt x="1072" y="2550"/>
                      <a:pt x="1069" y="2545"/>
                      <a:pt x="1072" y="2541"/>
                    </a:cubicBezTo>
                    <a:cubicBezTo>
                      <a:pt x="1075" y="2536"/>
                      <a:pt x="1081" y="2536"/>
                      <a:pt x="1084" y="2539"/>
                    </a:cubicBezTo>
                    <a:cubicBezTo>
                      <a:pt x="1088" y="2543"/>
                      <a:pt x="1088" y="2550"/>
                      <a:pt x="1094" y="2552"/>
                    </a:cubicBezTo>
                    <a:cubicBezTo>
                      <a:pt x="1097" y="2554"/>
                      <a:pt x="1100" y="2553"/>
                      <a:pt x="1103" y="2553"/>
                    </a:cubicBezTo>
                    <a:cubicBezTo>
                      <a:pt x="1107" y="2554"/>
                      <a:pt x="1110" y="2554"/>
                      <a:pt x="1113" y="2556"/>
                    </a:cubicBezTo>
                    <a:cubicBezTo>
                      <a:pt x="1119" y="2558"/>
                      <a:pt x="1122" y="2564"/>
                      <a:pt x="1124" y="2570"/>
                    </a:cubicBezTo>
                    <a:cubicBezTo>
                      <a:pt x="1125" y="2575"/>
                      <a:pt x="1122" y="2581"/>
                      <a:pt x="1123" y="2587"/>
                    </a:cubicBezTo>
                    <a:cubicBezTo>
                      <a:pt x="1125" y="2592"/>
                      <a:pt x="1133" y="2593"/>
                      <a:pt x="1138" y="2596"/>
                    </a:cubicBezTo>
                    <a:cubicBezTo>
                      <a:pt x="1144" y="2601"/>
                      <a:pt x="1145" y="2608"/>
                      <a:pt x="1148" y="2615"/>
                    </a:cubicBezTo>
                    <a:cubicBezTo>
                      <a:pt x="1149" y="2620"/>
                      <a:pt x="1153" y="2625"/>
                      <a:pt x="1153" y="2630"/>
                    </a:cubicBezTo>
                    <a:cubicBezTo>
                      <a:pt x="1154" y="2636"/>
                      <a:pt x="1153" y="2642"/>
                      <a:pt x="1151" y="2648"/>
                    </a:cubicBezTo>
                    <a:cubicBezTo>
                      <a:pt x="1149" y="2654"/>
                      <a:pt x="1146" y="2660"/>
                      <a:pt x="1141" y="2665"/>
                    </a:cubicBezTo>
                    <a:cubicBezTo>
                      <a:pt x="1140" y="2666"/>
                      <a:pt x="1138" y="2667"/>
                      <a:pt x="1136" y="2668"/>
                    </a:cubicBezTo>
                    <a:cubicBezTo>
                      <a:pt x="1134" y="2669"/>
                      <a:pt x="1132" y="2669"/>
                      <a:pt x="1130" y="2670"/>
                    </a:cubicBezTo>
                    <a:cubicBezTo>
                      <a:pt x="1125" y="2670"/>
                      <a:pt x="1120" y="2670"/>
                      <a:pt x="1115" y="2670"/>
                    </a:cubicBezTo>
                    <a:cubicBezTo>
                      <a:pt x="1112" y="2670"/>
                      <a:pt x="1110" y="2672"/>
                      <a:pt x="1109" y="2674"/>
                    </a:cubicBezTo>
                    <a:cubicBezTo>
                      <a:pt x="1108" y="2678"/>
                      <a:pt x="1110" y="2681"/>
                      <a:pt x="1111" y="2685"/>
                    </a:cubicBezTo>
                    <a:cubicBezTo>
                      <a:pt x="1111" y="2689"/>
                      <a:pt x="1112" y="2692"/>
                      <a:pt x="1112" y="2696"/>
                    </a:cubicBezTo>
                    <a:cubicBezTo>
                      <a:pt x="1112" y="2697"/>
                      <a:pt x="1112" y="2698"/>
                      <a:pt x="1111" y="2699"/>
                    </a:cubicBezTo>
                    <a:cubicBezTo>
                      <a:pt x="1109" y="2701"/>
                      <a:pt x="1107" y="2702"/>
                      <a:pt x="1105" y="2703"/>
                    </a:cubicBezTo>
                    <a:cubicBezTo>
                      <a:pt x="1104" y="2704"/>
                      <a:pt x="1102" y="2706"/>
                      <a:pt x="1100" y="2707"/>
                    </a:cubicBezTo>
                    <a:cubicBezTo>
                      <a:pt x="1098" y="2707"/>
                      <a:pt x="1096" y="2707"/>
                      <a:pt x="1094" y="2707"/>
                    </a:cubicBezTo>
                    <a:cubicBezTo>
                      <a:pt x="1091" y="2707"/>
                      <a:pt x="1089" y="2707"/>
                      <a:pt x="1087" y="2707"/>
                    </a:cubicBezTo>
                    <a:cubicBezTo>
                      <a:pt x="1085" y="2707"/>
                      <a:pt x="1083" y="2707"/>
                      <a:pt x="1082" y="2706"/>
                    </a:cubicBezTo>
                    <a:cubicBezTo>
                      <a:pt x="1079" y="2704"/>
                      <a:pt x="1076" y="2702"/>
                      <a:pt x="1073" y="2700"/>
                    </a:cubicBezTo>
                    <a:cubicBezTo>
                      <a:pt x="1071" y="2699"/>
                      <a:pt x="1070" y="2698"/>
                      <a:pt x="1069" y="2697"/>
                    </a:cubicBezTo>
                    <a:cubicBezTo>
                      <a:pt x="1065" y="2694"/>
                      <a:pt x="1062" y="2691"/>
                      <a:pt x="1057" y="2692"/>
                    </a:cubicBezTo>
                    <a:cubicBezTo>
                      <a:pt x="1055" y="2692"/>
                      <a:pt x="1053" y="2693"/>
                      <a:pt x="1050" y="2693"/>
                    </a:cubicBezTo>
                    <a:cubicBezTo>
                      <a:pt x="1048" y="2693"/>
                      <a:pt x="1047" y="2692"/>
                      <a:pt x="1045" y="2692"/>
                    </a:cubicBezTo>
                    <a:cubicBezTo>
                      <a:pt x="1041" y="2692"/>
                      <a:pt x="1035" y="2692"/>
                      <a:pt x="1031" y="2693"/>
                    </a:cubicBezTo>
                    <a:cubicBezTo>
                      <a:pt x="1030" y="2693"/>
                      <a:pt x="1028" y="2693"/>
                      <a:pt x="1027" y="2693"/>
                    </a:cubicBezTo>
                    <a:cubicBezTo>
                      <a:pt x="1026" y="2693"/>
                      <a:pt x="1024" y="2693"/>
                      <a:pt x="1023" y="2693"/>
                    </a:cubicBezTo>
                    <a:cubicBezTo>
                      <a:pt x="1021" y="2693"/>
                      <a:pt x="1020" y="2694"/>
                      <a:pt x="1019" y="2694"/>
                    </a:cubicBezTo>
                    <a:cubicBezTo>
                      <a:pt x="1015" y="2695"/>
                      <a:pt x="1011" y="2695"/>
                      <a:pt x="1008" y="2695"/>
                    </a:cubicBezTo>
                    <a:cubicBezTo>
                      <a:pt x="1004" y="2695"/>
                      <a:pt x="1001" y="2694"/>
                      <a:pt x="998" y="2694"/>
                    </a:cubicBezTo>
                    <a:cubicBezTo>
                      <a:pt x="994" y="2693"/>
                      <a:pt x="991" y="2694"/>
                      <a:pt x="988" y="2694"/>
                    </a:cubicBezTo>
                    <a:cubicBezTo>
                      <a:pt x="984" y="2693"/>
                      <a:pt x="980" y="2692"/>
                      <a:pt x="977" y="2690"/>
                    </a:cubicBezTo>
                    <a:cubicBezTo>
                      <a:pt x="975" y="2690"/>
                      <a:pt x="974" y="2689"/>
                      <a:pt x="972" y="2689"/>
                    </a:cubicBezTo>
                    <a:cubicBezTo>
                      <a:pt x="971" y="2690"/>
                      <a:pt x="970" y="2690"/>
                      <a:pt x="969" y="2690"/>
                    </a:cubicBezTo>
                    <a:cubicBezTo>
                      <a:pt x="966" y="2690"/>
                      <a:pt x="963" y="2690"/>
                      <a:pt x="960" y="2689"/>
                    </a:cubicBezTo>
                    <a:cubicBezTo>
                      <a:pt x="956" y="2688"/>
                      <a:pt x="952" y="2687"/>
                      <a:pt x="948" y="2687"/>
                    </a:cubicBezTo>
                    <a:cubicBezTo>
                      <a:pt x="945" y="2687"/>
                      <a:pt x="942" y="2687"/>
                      <a:pt x="939" y="2687"/>
                    </a:cubicBezTo>
                    <a:cubicBezTo>
                      <a:pt x="936" y="2686"/>
                      <a:pt x="933" y="2686"/>
                      <a:pt x="930" y="2685"/>
                    </a:cubicBezTo>
                    <a:cubicBezTo>
                      <a:pt x="928" y="2684"/>
                      <a:pt x="926" y="2682"/>
                      <a:pt x="925" y="2680"/>
                    </a:cubicBezTo>
                    <a:cubicBezTo>
                      <a:pt x="924" y="2678"/>
                      <a:pt x="923" y="2676"/>
                      <a:pt x="921" y="2675"/>
                    </a:cubicBezTo>
                    <a:cubicBezTo>
                      <a:pt x="920" y="2673"/>
                      <a:pt x="918" y="2672"/>
                      <a:pt x="916" y="2671"/>
                    </a:cubicBezTo>
                    <a:cubicBezTo>
                      <a:pt x="915" y="2669"/>
                      <a:pt x="912" y="2668"/>
                      <a:pt x="912" y="2666"/>
                    </a:cubicBezTo>
                    <a:cubicBezTo>
                      <a:pt x="912" y="2665"/>
                      <a:pt x="912" y="2663"/>
                      <a:pt x="913" y="2663"/>
                    </a:cubicBezTo>
                    <a:cubicBezTo>
                      <a:pt x="914" y="2662"/>
                      <a:pt x="915" y="2662"/>
                      <a:pt x="916" y="2661"/>
                    </a:cubicBezTo>
                    <a:cubicBezTo>
                      <a:pt x="916" y="2659"/>
                      <a:pt x="915" y="2656"/>
                      <a:pt x="915" y="2655"/>
                    </a:cubicBezTo>
                    <a:cubicBezTo>
                      <a:pt x="913" y="2653"/>
                      <a:pt x="912" y="2651"/>
                      <a:pt x="909" y="2651"/>
                    </a:cubicBezTo>
                    <a:cubicBezTo>
                      <a:pt x="906" y="2651"/>
                      <a:pt x="903" y="2651"/>
                      <a:pt x="901" y="2651"/>
                    </a:cubicBezTo>
                    <a:cubicBezTo>
                      <a:pt x="898" y="2651"/>
                      <a:pt x="896" y="2650"/>
                      <a:pt x="893" y="2650"/>
                    </a:cubicBezTo>
                    <a:cubicBezTo>
                      <a:pt x="892" y="2650"/>
                      <a:pt x="891" y="2650"/>
                      <a:pt x="890" y="2650"/>
                    </a:cubicBezTo>
                    <a:cubicBezTo>
                      <a:pt x="889" y="2650"/>
                      <a:pt x="888" y="2650"/>
                      <a:pt x="887" y="2650"/>
                    </a:cubicBezTo>
                    <a:cubicBezTo>
                      <a:pt x="882" y="2649"/>
                      <a:pt x="878" y="2647"/>
                      <a:pt x="874" y="2645"/>
                    </a:cubicBezTo>
                    <a:cubicBezTo>
                      <a:pt x="872" y="2645"/>
                      <a:pt x="871" y="2645"/>
                      <a:pt x="870" y="2644"/>
                    </a:cubicBezTo>
                    <a:cubicBezTo>
                      <a:pt x="868" y="2642"/>
                      <a:pt x="867" y="2640"/>
                      <a:pt x="865" y="2638"/>
                    </a:cubicBezTo>
                    <a:cubicBezTo>
                      <a:pt x="864" y="2636"/>
                      <a:pt x="863" y="2635"/>
                      <a:pt x="864" y="2632"/>
                    </a:cubicBezTo>
                    <a:cubicBezTo>
                      <a:pt x="865" y="2630"/>
                      <a:pt x="866" y="2628"/>
                      <a:pt x="866" y="2625"/>
                    </a:cubicBezTo>
                    <a:cubicBezTo>
                      <a:pt x="864" y="2624"/>
                      <a:pt x="862" y="2622"/>
                      <a:pt x="859" y="2621"/>
                    </a:cubicBezTo>
                    <a:cubicBezTo>
                      <a:pt x="857" y="2621"/>
                      <a:pt x="855" y="2621"/>
                      <a:pt x="853" y="2621"/>
                    </a:cubicBezTo>
                    <a:cubicBezTo>
                      <a:pt x="849" y="2621"/>
                      <a:pt x="845" y="2621"/>
                      <a:pt x="842" y="2620"/>
                    </a:cubicBezTo>
                    <a:cubicBezTo>
                      <a:pt x="838" y="2618"/>
                      <a:pt x="837" y="2613"/>
                      <a:pt x="835" y="2609"/>
                    </a:cubicBezTo>
                    <a:cubicBezTo>
                      <a:pt x="834" y="2606"/>
                      <a:pt x="831" y="2605"/>
                      <a:pt x="828" y="2607"/>
                    </a:cubicBezTo>
                    <a:cubicBezTo>
                      <a:pt x="827" y="2608"/>
                      <a:pt x="826" y="2609"/>
                      <a:pt x="824" y="2610"/>
                    </a:cubicBezTo>
                    <a:cubicBezTo>
                      <a:pt x="823" y="2610"/>
                      <a:pt x="822" y="2611"/>
                      <a:pt x="821" y="2612"/>
                    </a:cubicBezTo>
                    <a:cubicBezTo>
                      <a:pt x="820" y="2615"/>
                      <a:pt x="824" y="2618"/>
                      <a:pt x="826" y="2619"/>
                    </a:cubicBezTo>
                    <a:cubicBezTo>
                      <a:pt x="829" y="2620"/>
                      <a:pt x="832" y="2621"/>
                      <a:pt x="833" y="2624"/>
                    </a:cubicBezTo>
                    <a:cubicBezTo>
                      <a:pt x="833" y="2627"/>
                      <a:pt x="833" y="2631"/>
                      <a:pt x="830" y="2631"/>
                    </a:cubicBezTo>
                    <a:cubicBezTo>
                      <a:pt x="825" y="2632"/>
                      <a:pt x="821" y="2630"/>
                      <a:pt x="816" y="2631"/>
                    </a:cubicBezTo>
                    <a:cubicBezTo>
                      <a:pt x="810" y="2632"/>
                      <a:pt x="807" y="2636"/>
                      <a:pt x="803" y="2640"/>
                    </a:cubicBezTo>
                    <a:cubicBezTo>
                      <a:pt x="801" y="2639"/>
                      <a:pt x="800" y="2641"/>
                      <a:pt x="798" y="2639"/>
                    </a:cubicBezTo>
                    <a:cubicBezTo>
                      <a:pt x="795" y="2638"/>
                      <a:pt x="794" y="2635"/>
                      <a:pt x="792" y="2634"/>
                    </a:cubicBezTo>
                    <a:cubicBezTo>
                      <a:pt x="787" y="2631"/>
                      <a:pt x="783" y="2631"/>
                      <a:pt x="778" y="2630"/>
                    </a:cubicBezTo>
                    <a:cubicBezTo>
                      <a:pt x="777" y="2630"/>
                      <a:pt x="776" y="2630"/>
                      <a:pt x="774" y="2630"/>
                    </a:cubicBezTo>
                    <a:cubicBezTo>
                      <a:pt x="773" y="2629"/>
                      <a:pt x="772" y="2629"/>
                      <a:pt x="771" y="2629"/>
                    </a:cubicBezTo>
                    <a:cubicBezTo>
                      <a:pt x="769" y="2629"/>
                      <a:pt x="766" y="2629"/>
                      <a:pt x="764" y="2629"/>
                    </a:cubicBezTo>
                    <a:cubicBezTo>
                      <a:pt x="762" y="2629"/>
                      <a:pt x="759" y="2628"/>
                      <a:pt x="759" y="2626"/>
                    </a:cubicBezTo>
                    <a:cubicBezTo>
                      <a:pt x="759" y="2624"/>
                      <a:pt x="759" y="2623"/>
                      <a:pt x="759" y="2622"/>
                    </a:cubicBezTo>
                    <a:cubicBezTo>
                      <a:pt x="758" y="2620"/>
                      <a:pt x="757" y="2619"/>
                      <a:pt x="756" y="2618"/>
                    </a:cubicBezTo>
                    <a:cubicBezTo>
                      <a:pt x="756" y="2616"/>
                      <a:pt x="756" y="2616"/>
                      <a:pt x="755" y="2615"/>
                    </a:cubicBezTo>
                    <a:cubicBezTo>
                      <a:pt x="754" y="2614"/>
                      <a:pt x="752" y="2614"/>
                      <a:pt x="751" y="2614"/>
                    </a:cubicBezTo>
                    <a:cubicBezTo>
                      <a:pt x="748" y="2613"/>
                      <a:pt x="745" y="2614"/>
                      <a:pt x="742" y="2613"/>
                    </a:cubicBezTo>
                    <a:cubicBezTo>
                      <a:pt x="742" y="2612"/>
                      <a:pt x="741" y="2611"/>
                      <a:pt x="741" y="2610"/>
                    </a:cubicBezTo>
                    <a:cubicBezTo>
                      <a:pt x="740" y="2608"/>
                      <a:pt x="739" y="2606"/>
                      <a:pt x="739" y="2605"/>
                    </a:cubicBezTo>
                    <a:cubicBezTo>
                      <a:pt x="738" y="2603"/>
                      <a:pt x="739" y="2602"/>
                      <a:pt x="738" y="2601"/>
                    </a:cubicBezTo>
                    <a:cubicBezTo>
                      <a:pt x="736" y="2600"/>
                      <a:pt x="734" y="2599"/>
                      <a:pt x="733" y="2599"/>
                    </a:cubicBezTo>
                    <a:cubicBezTo>
                      <a:pt x="731" y="2598"/>
                      <a:pt x="729" y="2598"/>
                      <a:pt x="728" y="2598"/>
                    </a:cubicBezTo>
                    <a:cubicBezTo>
                      <a:pt x="726" y="2598"/>
                      <a:pt x="725" y="2597"/>
                      <a:pt x="723" y="2597"/>
                    </a:cubicBezTo>
                    <a:cubicBezTo>
                      <a:pt x="719" y="2596"/>
                      <a:pt x="714" y="2596"/>
                      <a:pt x="710" y="2596"/>
                    </a:cubicBezTo>
                    <a:cubicBezTo>
                      <a:pt x="707" y="2596"/>
                      <a:pt x="705" y="2598"/>
                      <a:pt x="704" y="2600"/>
                    </a:cubicBezTo>
                    <a:cubicBezTo>
                      <a:pt x="704" y="2601"/>
                      <a:pt x="703" y="2602"/>
                      <a:pt x="703" y="2603"/>
                    </a:cubicBezTo>
                    <a:cubicBezTo>
                      <a:pt x="702" y="2603"/>
                      <a:pt x="702" y="2603"/>
                      <a:pt x="702" y="2604"/>
                    </a:cubicBezTo>
                    <a:cubicBezTo>
                      <a:pt x="701" y="2604"/>
                      <a:pt x="701" y="2605"/>
                      <a:pt x="701" y="2605"/>
                    </a:cubicBezTo>
                    <a:cubicBezTo>
                      <a:pt x="701" y="2605"/>
                      <a:pt x="700" y="2605"/>
                      <a:pt x="700" y="2606"/>
                    </a:cubicBezTo>
                    <a:cubicBezTo>
                      <a:pt x="700" y="2606"/>
                      <a:pt x="700" y="2607"/>
                      <a:pt x="699" y="2608"/>
                    </a:cubicBezTo>
                    <a:cubicBezTo>
                      <a:pt x="699" y="2608"/>
                      <a:pt x="699" y="2609"/>
                      <a:pt x="698" y="2609"/>
                    </a:cubicBezTo>
                    <a:cubicBezTo>
                      <a:pt x="698" y="2610"/>
                      <a:pt x="697" y="2611"/>
                      <a:pt x="696" y="2612"/>
                    </a:cubicBezTo>
                    <a:cubicBezTo>
                      <a:pt x="696" y="2612"/>
                      <a:pt x="696" y="2613"/>
                      <a:pt x="695" y="2613"/>
                    </a:cubicBezTo>
                    <a:cubicBezTo>
                      <a:pt x="695" y="2614"/>
                      <a:pt x="695" y="2614"/>
                      <a:pt x="695" y="2615"/>
                    </a:cubicBezTo>
                    <a:cubicBezTo>
                      <a:pt x="694" y="2616"/>
                      <a:pt x="694" y="2617"/>
                      <a:pt x="694" y="2617"/>
                    </a:cubicBezTo>
                    <a:cubicBezTo>
                      <a:pt x="694" y="2618"/>
                      <a:pt x="693" y="2618"/>
                      <a:pt x="693" y="2619"/>
                    </a:cubicBezTo>
                    <a:cubicBezTo>
                      <a:pt x="693" y="2620"/>
                      <a:pt x="694" y="2621"/>
                      <a:pt x="694" y="2621"/>
                    </a:cubicBezTo>
                    <a:cubicBezTo>
                      <a:pt x="694" y="2623"/>
                      <a:pt x="695" y="2625"/>
                      <a:pt x="695" y="2626"/>
                    </a:cubicBezTo>
                    <a:cubicBezTo>
                      <a:pt x="696" y="2629"/>
                      <a:pt x="696" y="2631"/>
                      <a:pt x="697" y="2634"/>
                    </a:cubicBezTo>
                    <a:cubicBezTo>
                      <a:pt x="699" y="2644"/>
                      <a:pt x="702" y="2654"/>
                      <a:pt x="701" y="2665"/>
                    </a:cubicBezTo>
                    <a:cubicBezTo>
                      <a:pt x="701" y="2668"/>
                      <a:pt x="700" y="2670"/>
                      <a:pt x="699" y="2672"/>
                    </a:cubicBezTo>
                    <a:cubicBezTo>
                      <a:pt x="697" y="2674"/>
                      <a:pt x="695" y="2675"/>
                      <a:pt x="694" y="2677"/>
                    </a:cubicBezTo>
                    <a:cubicBezTo>
                      <a:pt x="691" y="2681"/>
                      <a:pt x="689" y="2686"/>
                      <a:pt x="688" y="2690"/>
                    </a:cubicBezTo>
                    <a:cubicBezTo>
                      <a:pt x="686" y="2694"/>
                      <a:pt x="685" y="2698"/>
                      <a:pt x="685" y="2703"/>
                    </a:cubicBezTo>
                    <a:cubicBezTo>
                      <a:pt x="684" y="2709"/>
                      <a:pt x="684" y="2715"/>
                      <a:pt x="682" y="2721"/>
                    </a:cubicBezTo>
                    <a:cubicBezTo>
                      <a:pt x="681" y="2726"/>
                      <a:pt x="680" y="2731"/>
                      <a:pt x="678" y="2736"/>
                    </a:cubicBezTo>
                    <a:cubicBezTo>
                      <a:pt x="675" y="2742"/>
                      <a:pt x="676" y="2751"/>
                      <a:pt x="680" y="2756"/>
                    </a:cubicBezTo>
                    <a:cubicBezTo>
                      <a:pt x="682" y="2758"/>
                      <a:pt x="684" y="2759"/>
                      <a:pt x="686" y="2760"/>
                    </a:cubicBezTo>
                    <a:cubicBezTo>
                      <a:pt x="689" y="2762"/>
                      <a:pt x="690" y="2764"/>
                      <a:pt x="692" y="2766"/>
                    </a:cubicBezTo>
                    <a:cubicBezTo>
                      <a:pt x="697" y="2772"/>
                      <a:pt x="702" y="2776"/>
                      <a:pt x="710" y="2777"/>
                    </a:cubicBezTo>
                    <a:cubicBezTo>
                      <a:pt x="715" y="2777"/>
                      <a:pt x="722" y="2773"/>
                      <a:pt x="726" y="2776"/>
                    </a:cubicBezTo>
                    <a:cubicBezTo>
                      <a:pt x="729" y="2777"/>
                      <a:pt x="732" y="2780"/>
                      <a:pt x="734" y="2782"/>
                    </a:cubicBezTo>
                    <a:cubicBezTo>
                      <a:pt x="735" y="2784"/>
                      <a:pt x="735" y="2787"/>
                      <a:pt x="736" y="2789"/>
                    </a:cubicBezTo>
                    <a:cubicBezTo>
                      <a:pt x="739" y="2794"/>
                      <a:pt x="740" y="2798"/>
                      <a:pt x="747" y="2797"/>
                    </a:cubicBezTo>
                    <a:cubicBezTo>
                      <a:pt x="749" y="2796"/>
                      <a:pt x="752" y="2795"/>
                      <a:pt x="754" y="2795"/>
                    </a:cubicBezTo>
                    <a:cubicBezTo>
                      <a:pt x="757" y="2794"/>
                      <a:pt x="759" y="2793"/>
                      <a:pt x="761" y="2792"/>
                    </a:cubicBezTo>
                    <a:cubicBezTo>
                      <a:pt x="769" y="2791"/>
                      <a:pt x="764" y="2800"/>
                      <a:pt x="768" y="2803"/>
                    </a:cubicBezTo>
                    <a:cubicBezTo>
                      <a:pt x="770" y="2804"/>
                      <a:pt x="773" y="2804"/>
                      <a:pt x="775" y="2805"/>
                    </a:cubicBezTo>
                    <a:cubicBezTo>
                      <a:pt x="777" y="2807"/>
                      <a:pt x="777" y="2809"/>
                      <a:pt x="777" y="2812"/>
                    </a:cubicBezTo>
                    <a:cubicBezTo>
                      <a:pt x="777" y="2816"/>
                      <a:pt x="777" y="2822"/>
                      <a:pt x="781" y="2824"/>
                    </a:cubicBezTo>
                    <a:cubicBezTo>
                      <a:pt x="784" y="2826"/>
                      <a:pt x="790" y="2825"/>
                      <a:pt x="794" y="2825"/>
                    </a:cubicBezTo>
                    <a:cubicBezTo>
                      <a:pt x="798" y="2825"/>
                      <a:pt x="807" y="2826"/>
                      <a:pt x="802" y="2832"/>
                    </a:cubicBezTo>
                    <a:cubicBezTo>
                      <a:pt x="799" y="2836"/>
                      <a:pt x="791" y="2837"/>
                      <a:pt x="790" y="2843"/>
                    </a:cubicBezTo>
                    <a:cubicBezTo>
                      <a:pt x="790" y="2848"/>
                      <a:pt x="798" y="2849"/>
                      <a:pt x="802" y="2851"/>
                    </a:cubicBezTo>
                    <a:cubicBezTo>
                      <a:pt x="807" y="2853"/>
                      <a:pt x="813" y="2854"/>
                      <a:pt x="818" y="2855"/>
                    </a:cubicBezTo>
                    <a:cubicBezTo>
                      <a:pt x="821" y="2856"/>
                      <a:pt x="823" y="2855"/>
                      <a:pt x="825" y="2855"/>
                    </a:cubicBezTo>
                    <a:cubicBezTo>
                      <a:pt x="828" y="2855"/>
                      <a:pt x="831" y="2856"/>
                      <a:pt x="835" y="2855"/>
                    </a:cubicBezTo>
                    <a:cubicBezTo>
                      <a:pt x="838" y="2854"/>
                      <a:pt x="839" y="2852"/>
                      <a:pt x="839" y="2849"/>
                    </a:cubicBezTo>
                    <a:cubicBezTo>
                      <a:pt x="839" y="2846"/>
                      <a:pt x="839" y="2843"/>
                      <a:pt x="842" y="2842"/>
                    </a:cubicBezTo>
                    <a:cubicBezTo>
                      <a:pt x="848" y="2841"/>
                      <a:pt x="852" y="2849"/>
                      <a:pt x="855" y="2852"/>
                    </a:cubicBezTo>
                    <a:cubicBezTo>
                      <a:pt x="859" y="2856"/>
                      <a:pt x="862" y="2853"/>
                      <a:pt x="866" y="2849"/>
                    </a:cubicBezTo>
                    <a:cubicBezTo>
                      <a:pt x="867" y="2847"/>
                      <a:pt x="870" y="2846"/>
                      <a:pt x="873" y="2847"/>
                    </a:cubicBezTo>
                    <a:cubicBezTo>
                      <a:pt x="875" y="2849"/>
                      <a:pt x="874" y="2851"/>
                      <a:pt x="875" y="2853"/>
                    </a:cubicBezTo>
                    <a:cubicBezTo>
                      <a:pt x="875" y="2855"/>
                      <a:pt x="877" y="2857"/>
                      <a:pt x="877" y="2859"/>
                    </a:cubicBezTo>
                    <a:cubicBezTo>
                      <a:pt x="878" y="2861"/>
                      <a:pt x="878" y="2863"/>
                      <a:pt x="878" y="2865"/>
                    </a:cubicBezTo>
                    <a:cubicBezTo>
                      <a:pt x="876" y="2865"/>
                      <a:pt x="874" y="2865"/>
                      <a:pt x="872" y="2865"/>
                    </a:cubicBezTo>
                    <a:cubicBezTo>
                      <a:pt x="867" y="2865"/>
                      <a:pt x="863" y="2865"/>
                      <a:pt x="858" y="2865"/>
                    </a:cubicBezTo>
                    <a:cubicBezTo>
                      <a:pt x="855" y="2866"/>
                      <a:pt x="849" y="2867"/>
                      <a:pt x="848" y="2871"/>
                    </a:cubicBezTo>
                    <a:cubicBezTo>
                      <a:pt x="846" y="2879"/>
                      <a:pt x="859" y="2886"/>
                      <a:pt x="863" y="2891"/>
                    </a:cubicBezTo>
                    <a:cubicBezTo>
                      <a:pt x="865" y="2894"/>
                      <a:pt x="867" y="2899"/>
                      <a:pt x="862" y="2900"/>
                    </a:cubicBezTo>
                    <a:cubicBezTo>
                      <a:pt x="859" y="2900"/>
                      <a:pt x="855" y="2897"/>
                      <a:pt x="852" y="2895"/>
                    </a:cubicBezTo>
                    <a:cubicBezTo>
                      <a:pt x="849" y="2893"/>
                      <a:pt x="847" y="2890"/>
                      <a:pt x="845" y="2887"/>
                    </a:cubicBezTo>
                    <a:cubicBezTo>
                      <a:pt x="843" y="2883"/>
                      <a:pt x="842" y="2878"/>
                      <a:pt x="838" y="2876"/>
                    </a:cubicBezTo>
                    <a:cubicBezTo>
                      <a:pt x="834" y="2873"/>
                      <a:pt x="830" y="2874"/>
                      <a:pt x="826" y="2875"/>
                    </a:cubicBezTo>
                    <a:cubicBezTo>
                      <a:pt x="823" y="2877"/>
                      <a:pt x="820" y="2881"/>
                      <a:pt x="815" y="2880"/>
                    </a:cubicBezTo>
                    <a:cubicBezTo>
                      <a:pt x="811" y="2880"/>
                      <a:pt x="809" y="2875"/>
                      <a:pt x="807" y="2872"/>
                    </a:cubicBezTo>
                    <a:cubicBezTo>
                      <a:pt x="804" y="2868"/>
                      <a:pt x="800" y="2865"/>
                      <a:pt x="795" y="2865"/>
                    </a:cubicBezTo>
                    <a:cubicBezTo>
                      <a:pt x="790" y="2866"/>
                      <a:pt x="788" y="2870"/>
                      <a:pt x="790" y="2874"/>
                    </a:cubicBezTo>
                    <a:cubicBezTo>
                      <a:pt x="791" y="2878"/>
                      <a:pt x="794" y="2881"/>
                      <a:pt x="797" y="2883"/>
                    </a:cubicBezTo>
                    <a:cubicBezTo>
                      <a:pt x="801" y="2886"/>
                      <a:pt x="806" y="2890"/>
                      <a:pt x="808" y="2894"/>
                    </a:cubicBezTo>
                    <a:cubicBezTo>
                      <a:pt x="809" y="2898"/>
                      <a:pt x="806" y="2901"/>
                      <a:pt x="806" y="2905"/>
                    </a:cubicBezTo>
                    <a:cubicBezTo>
                      <a:pt x="806" y="2909"/>
                      <a:pt x="809" y="2913"/>
                      <a:pt x="812" y="2916"/>
                    </a:cubicBezTo>
                    <a:cubicBezTo>
                      <a:pt x="816" y="2919"/>
                      <a:pt x="817" y="2923"/>
                      <a:pt x="819" y="2927"/>
                    </a:cubicBezTo>
                    <a:cubicBezTo>
                      <a:pt x="821" y="2930"/>
                      <a:pt x="824" y="2934"/>
                      <a:pt x="826" y="2937"/>
                    </a:cubicBezTo>
                    <a:cubicBezTo>
                      <a:pt x="828" y="2941"/>
                      <a:pt x="828" y="2946"/>
                      <a:pt x="828" y="2950"/>
                    </a:cubicBezTo>
                    <a:cubicBezTo>
                      <a:pt x="828" y="2951"/>
                      <a:pt x="828" y="2954"/>
                      <a:pt x="828" y="2955"/>
                    </a:cubicBezTo>
                    <a:cubicBezTo>
                      <a:pt x="827" y="2957"/>
                      <a:pt x="825" y="2957"/>
                      <a:pt x="824" y="2958"/>
                    </a:cubicBezTo>
                    <a:cubicBezTo>
                      <a:pt x="823" y="2960"/>
                      <a:pt x="824" y="2965"/>
                      <a:pt x="825" y="2966"/>
                    </a:cubicBezTo>
                    <a:cubicBezTo>
                      <a:pt x="828" y="2969"/>
                      <a:pt x="830" y="2971"/>
                      <a:pt x="832" y="2974"/>
                    </a:cubicBezTo>
                    <a:cubicBezTo>
                      <a:pt x="833" y="2977"/>
                      <a:pt x="835" y="2979"/>
                      <a:pt x="835" y="2982"/>
                    </a:cubicBezTo>
                    <a:cubicBezTo>
                      <a:pt x="835" y="2986"/>
                      <a:pt x="834" y="2989"/>
                      <a:pt x="834" y="2992"/>
                    </a:cubicBezTo>
                    <a:cubicBezTo>
                      <a:pt x="834" y="2995"/>
                      <a:pt x="834" y="2997"/>
                      <a:pt x="833" y="2999"/>
                    </a:cubicBezTo>
                    <a:cubicBezTo>
                      <a:pt x="831" y="3003"/>
                      <a:pt x="827" y="3007"/>
                      <a:pt x="827" y="3012"/>
                    </a:cubicBezTo>
                    <a:cubicBezTo>
                      <a:pt x="826" y="3017"/>
                      <a:pt x="827" y="3022"/>
                      <a:pt x="830" y="3026"/>
                    </a:cubicBezTo>
                    <a:cubicBezTo>
                      <a:pt x="834" y="3029"/>
                      <a:pt x="837" y="3031"/>
                      <a:pt x="842" y="3032"/>
                    </a:cubicBezTo>
                    <a:cubicBezTo>
                      <a:pt x="845" y="3032"/>
                      <a:pt x="847" y="3032"/>
                      <a:pt x="849" y="3032"/>
                    </a:cubicBezTo>
                    <a:cubicBezTo>
                      <a:pt x="852" y="3032"/>
                      <a:pt x="855" y="3030"/>
                      <a:pt x="857" y="3030"/>
                    </a:cubicBezTo>
                    <a:cubicBezTo>
                      <a:pt x="863" y="3030"/>
                      <a:pt x="867" y="3034"/>
                      <a:pt x="865" y="3040"/>
                    </a:cubicBezTo>
                    <a:cubicBezTo>
                      <a:pt x="864" y="3043"/>
                      <a:pt x="854" y="3048"/>
                      <a:pt x="857" y="3051"/>
                    </a:cubicBezTo>
                    <a:cubicBezTo>
                      <a:pt x="857" y="3052"/>
                      <a:pt x="859" y="3052"/>
                      <a:pt x="860" y="3053"/>
                    </a:cubicBezTo>
                    <a:cubicBezTo>
                      <a:pt x="860" y="3053"/>
                      <a:pt x="861" y="3054"/>
                      <a:pt x="862" y="3054"/>
                    </a:cubicBezTo>
                    <a:cubicBezTo>
                      <a:pt x="863" y="3055"/>
                      <a:pt x="864" y="3055"/>
                      <a:pt x="865" y="3056"/>
                    </a:cubicBezTo>
                    <a:cubicBezTo>
                      <a:pt x="868" y="3057"/>
                      <a:pt x="871" y="3057"/>
                      <a:pt x="873" y="3056"/>
                    </a:cubicBezTo>
                    <a:cubicBezTo>
                      <a:pt x="877" y="3056"/>
                      <a:pt x="879" y="3057"/>
                      <a:pt x="883" y="3057"/>
                    </a:cubicBezTo>
                    <a:cubicBezTo>
                      <a:pt x="887" y="3057"/>
                      <a:pt x="891" y="3057"/>
                      <a:pt x="895" y="3057"/>
                    </a:cubicBezTo>
                    <a:cubicBezTo>
                      <a:pt x="899" y="3057"/>
                      <a:pt x="902" y="3055"/>
                      <a:pt x="905" y="3054"/>
                    </a:cubicBezTo>
                    <a:cubicBezTo>
                      <a:pt x="912" y="3053"/>
                      <a:pt x="917" y="3064"/>
                      <a:pt x="920" y="3069"/>
                    </a:cubicBezTo>
                    <a:cubicBezTo>
                      <a:pt x="924" y="3073"/>
                      <a:pt x="929" y="3083"/>
                      <a:pt x="936" y="3078"/>
                    </a:cubicBezTo>
                    <a:cubicBezTo>
                      <a:pt x="938" y="3076"/>
                      <a:pt x="940" y="3074"/>
                      <a:pt x="943" y="3073"/>
                    </a:cubicBezTo>
                    <a:cubicBezTo>
                      <a:pt x="946" y="3072"/>
                      <a:pt x="949" y="3074"/>
                      <a:pt x="952" y="3075"/>
                    </a:cubicBezTo>
                    <a:cubicBezTo>
                      <a:pt x="955" y="3076"/>
                      <a:pt x="958" y="3077"/>
                      <a:pt x="960" y="3078"/>
                    </a:cubicBezTo>
                    <a:cubicBezTo>
                      <a:pt x="963" y="3080"/>
                      <a:pt x="966" y="3082"/>
                      <a:pt x="969" y="3083"/>
                    </a:cubicBezTo>
                    <a:cubicBezTo>
                      <a:pt x="976" y="3088"/>
                      <a:pt x="978" y="3095"/>
                      <a:pt x="978" y="3103"/>
                    </a:cubicBezTo>
                    <a:cubicBezTo>
                      <a:pt x="978" y="3106"/>
                      <a:pt x="978" y="3109"/>
                      <a:pt x="979" y="3112"/>
                    </a:cubicBezTo>
                    <a:cubicBezTo>
                      <a:pt x="980" y="3116"/>
                      <a:pt x="982" y="3119"/>
                      <a:pt x="984" y="3123"/>
                    </a:cubicBezTo>
                    <a:cubicBezTo>
                      <a:pt x="988" y="3129"/>
                      <a:pt x="991" y="3135"/>
                      <a:pt x="994" y="3141"/>
                    </a:cubicBezTo>
                    <a:cubicBezTo>
                      <a:pt x="996" y="3147"/>
                      <a:pt x="996" y="3153"/>
                      <a:pt x="996" y="3159"/>
                    </a:cubicBezTo>
                    <a:cubicBezTo>
                      <a:pt x="996" y="3164"/>
                      <a:pt x="998" y="3170"/>
                      <a:pt x="994" y="3173"/>
                    </a:cubicBezTo>
                    <a:cubicBezTo>
                      <a:pt x="991" y="3176"/>
                      <a:pt x="988" y="3177"/>
                      <a:pt x="987" y="3182"/>
                    </a:cubicBezTo>
                    <a:cubicBezTo>
                      <a:pt x="986" y="3185"/>
                      <a:pt x="985" y="3189"/>
                      <a:pt x="984" y="3192"/>
                    </a:cubicBezTo>
                    <a:cubicBezTo>
                      <a:pt x="984" y="3196"/>
                      <a:pt x="984" y="3199"/>
                      <a:pt x="984" y="3203"/>
                    </a:cubicBezTo>
                    <a:cubicBezTo>
                      <a:pt x="984" y="3205"/>
                      <a:pt x="984" y="3207"/>
                      <a:pt x="984" y="3208"/>
                    </a:cubicBezTo>
                    <a:cubicBezTo>
                      <a:pt x="984" y="3212"/>
                      <a:pt x="985" y="3216"/>
                      <a:pt x="986" y="3220"/>
                    </a:cubicBezTo>
                    <a:cubicBezTo>
                      <a:pt x="987" y="3223"/>
                      <a:pt x="992" y="3225"/>
                      <a:pt x="995" y="3226"/>
                    </a:cubicBezTo>
                    <a:cubicBezTo>
                      <a:pt x="997" y="3227"/>
                      <a:pt x="998" y="3226"/>
                      <a:pt x="1000" y="3226"/>
                    </a:cubicBezTo>
                    <a:cubicBezTo>
                      <a:pt x="1001" y="3226"/>
                      <a:pt x="1003" y="3226"/>
                      <a:pt x="1004" y="3226"/>
                    </a:cubicBezTo>
                    <a:cubicBezTo>
                      <a:pt x="1008" y="3226"/>
                      <a:pt x="1011" y="3226"/>
                      <a:pt x="1014" y="3226"/>
                    </a:cubicBezTo>
                    <a:cubicBezTo>
                      <a:pt x="1018" y="3226"/>
                      <a:pt x="1019" y="3227"/>
                      <a:pt x="1021" y="3230"/>
                    </a:cubicBezTo>
                    <a:cubicBezTo>
                      <a:pt x="1024" y="3234"/>
                      <a:pt x="1025" y="3238"/>
                      <a:pt x="1021" y="3242"/>
                    </a:cubicBezTo>
                    <a:cubicBezTo>
                      <a:pt x="1019" y="3244"/>
                      <a:pt x="1013" y="3247"/>
                      <a:pt x="1015" y="3252"/>
                    </a:cubicBezTo>
                    <a:cubicBezTo>
                      <a:pt x="1017" y="3254"/>
                      <a:pt x="1021" y="3255"/>
                      <a:pt x="1024" y="3256"/>
                    </a:cubicBezTo>
                    <a:cubicBezTo>
                      <a:pt x="1027" y="3256"/>
                      <a:pt x="1030" y="3255"/>
                      <a:pt x="1033" y="3256"/>
                    </a:cubicBezTo>
                    <a:cubicBezTo>
                      <a:pt x="1035" y="3257"/>
                      <a:pt x="1036" y="3258"/>
                      <a:pt x="1038" y="3258"/>
                    </a:cubicBezTo>
                    <a:cubicBezTo>
                      <a:pt x="1040" y="3259"/>
                      <a:pt x="1042" y="3260"/>
                      <a:pt x="1044" y="3261"/>
                    </a:cubicBezTo>
                    <a:cubicBezTo>
                      <a:pt x="1046" y="3263"/>
                      <a:pt x="1047" y="3265"/>
                      <a:pt x="1049" y="3266"/>
                    </a:cubicBezTo>
                    <a:cubicBezTo>
                      <a:pt x="1053" y="3268"/>
                      <a:pt x="1055" y="3272"/>
                      <a:pt x="1055" y="3277"/>
                    </a:cubicBezTo>
                    <a:cubicBezTo>
                      <a:pt x="1055" y="3279"/>
                      <a:pt x="1055" y="3281"/>
                      <a:pt x="1054" y="3283"/>
                    </a:cubicBezTo>
                    <a:cubicBezTo>
                      <a:pt x="1053" y="3284"/>
                      <a:pt x="1051" y="3285"/>
                      <a:pt x="1050" y="3286"/>
                    </a:cubicBezTo>
                    <a:cubicBezTo>
                      <a:pt x="1048" y="3288"/>
                      <a:pt x="1047" y="3289"/>
                      <a:pt x="1047" y="3292"/>
                    </a:cubicBezTo>
                    <a:cubicBezTo>
                      <a:pt x="1047" y="3295"/>
                      <a:pt x="1048" y="3300"/>
                      <a:pt x="1051" y="3302"/>
                    </a:cubicBezTo>
                    <a:cubicBezTo>
                      <a:pt x="1054" y="3304"/>
                      <a:pt x="1058" y="3305"/>
                      <a:pt x="1061" y="3306"/>
                    </a:cubicBezTo>
                    <a:cubicBezTo>
                      <a:pt x="1065" y="3308"/>
                      <a:pt x="1069" y="3308"/>
                      <a:pt x="1073" y="3311"/>
                    </a:cubicBezTo>
                    <a:cubicBezTo>
                      <a:pt x="1077" y="3313"/>
                      <a:pt x="1081" y="3314"/>
                      <a:pt x="1084" y="3317"/>
                    </a:cubicBezTo>
                    <a:cubicBezTo>
                      <a:pt x="1087" y="3319"/>
                      <a:pt x="1088" y="3321"/>
                      <a:pt x="1090" y="3324"/>
                    </a:cubicBezTo>
                    <a:cubicBezTo>
                      <a:pt x="1096" y="3338"/>
                      <a:pt x="1111" y="3343"/>
                      <a:pt x="1123" y="3351"/>
                    </a:cubicBezTo>
                    <a:cubicBezTo>
                      <a:pt x="1125" y="3352"/>
                      <a:pt x="1126" y="3355"/>
                      <a:pt x="1128" y="3356"/>
                    </a:cubicBezTo>
                    <a:cubicBezTo>
                      <a:pt x="1130" y="3358"/>
                      <a:pt x="1132" y="3360"/>
                      <a:pt x="1133" y="3362"/>
                    </a:cubicBezTo>
                    <a:cubicBezTo>
                      <a:pt x="1134" y="3363"/>
                      <a:pt x="1135" y="3364"/>
                      <a:pt x="1135" y="3366"/>
                    </a:cubicBezTo>
                    <a:cubicBezTo>
                      <a:pt x="1135" y="3367"/>
                      <a:pt x="1134" y="3369"/>
                      <a:pt x="1134" y="3370"/>
                    </a:cubicBezTo>
                    <a:cubicBezTo>
                      <a:pt x="1134" y="3371"/>
                      <a:pt x="1134" y="3373"/>
                      <a:pt x="1133" y="3374"/>
                    </a:cubicBezTo>
                    <a:cubicBezTo>
                      <a:pt x="1132" y="3377"/>
                      <a:pt x="1129" y="3377"/>
                      <a:pt x="1126" y="3380"/>
                    </a:cubicBezTo>
                    <a:cubicBezTo>
                      <a:pt x="1124" y="3383"/>
                      <a:pt x="1125" y="3389"/>
                      <a:pt x="1126" y="3393"/>
                    </a:cubicBezTo>
                    <a:cubicBezTo>
                      <a:pt x="1126" y="3397"/>
                      <a:pt x="1130" y="3399"/>
                      <a:pt x="1132" y="3402"/>
                    </a:cubicBezTo>
                    <a:cubicBezTo>
                      <a:pt x="1136" y="3405"/>
                      <a:pt x="1137" y="3410"/>
                      <a:pt x="1138" y="3415"/>
                    </a:cubicBezTo>
                    <a:cubicBezTo>
                      <a:pt x="1139" y="3419"/>
                      <a:pt x="1140" y="3423"/>
                      <a:pt x="1140" y="3428"/>
                    </a:cubicBezTo>
                    <a:cubicBezTo>
                      <a:pt x="1140" y="3432"/>
                      <a:pt x="1141" y="3435"/>
                      <a:pt x="1140" y="3438"/>
                    </a:cubicBezTo>
                    <a:cubicBezTo>
                      <a:pt x="1140" y="3441"/>
                      <a:pt x="1140" y="3445"/>
                      <a:pt x="1139" y="3447"/>
                    </a:cubicBezTo>
                    <a:cubicBezTo>
                      <a:pt x="1139" y="3448"/>
                      <a:pt x="1139" y="3449"/>
                      <a:pt x="1138" y="3449"/>
                    </a:cubicBezTo>
                    <a:cubicBezTo>
                      <a:pt x="1138" y="3450"/>
                      <a:pt x="1139" y="3451"/>
                      <a:pt x="1140" y="3452"/>
                    </a:cubicBezTo>
                    <a:cubicBezTo>
                      <a:pt x="1140" y="3452"/>
                      <a:pt x="1141" y="3452"/>
                      <a:pt x="1141" y="3452"/>
                    </a:cubicBezTo>
                    <a:cubicBezTo>
                      <a:pt x="1142" y="3453"/>
                      <a:pt x="1142" y="3453"/>
                      <a:pt x="1143" y="3454"/>
                    </a:cubicBezTo>
                    <a:cubicBezTo>
                      <a:pt x="1143" y="3454"/>
                      <a:pt x="1144" y="3455"/>
                      <a:pt x="1144" y="3455"/>
                    </a:cubicBezTo>
                    <a:cubicBezTo>
                      <a:pt x="1146" y="3457"/>
                      <a:pt x="1148" y="3459"/>
                      <a:pt x="1150" y="3460"/>
                    </a:cubicBezTo>
                    <a:cubicBezTo>
                      <a:pt x="1153" y="3463"/>
                      <a:pt x="1157" y="3465"/>
                      <a:pt x="1161" y="3466"/>
                    </a:cubicBezTo>
                    <a:cubicBezTo>
                      <a:pt x="1163" y="3467"/>
                      <a:pt x="1166" y="3467"/>
                      <a:pt x="1168" y="3468"/>
                    </a:cubicBezTo>
                    <a:cubicBezTo>
                      <a:pt x="1170" y="3468"/>
                      <a:pt x="1172" y="3469"/>
                      <a:pt x="1175" y="3469"/>
                    </a:cubicBezTo>
                    <a:cubicBezTo>
                      <a:pt x="1179" y="3469"/>
                      <a:pt x="1184" y="3469"/>
                      <a:pt x="1188" y="3467"/>
                    </a:cubicBezTo>
                    <a:cubicBezTo>
                      <a:pt x="1190" y="3467"/>
                      <a:pt x="1192" y="3467"/>
                      <a:pt x="1194" y="3466"/>
                    </a:cubicBezTo>
                    <a:cubicBezTo>
                      <a:pt x="1196" y="3466"/>
                      <a:pt x="1198" y="3465"/>
                      <a:pt x="1200" y="3466"/>
                    </a:cubicBezTo>
                    <a:cubicBezTo>
                      <a:pt x="1204" y="3466"/>
                      <a:pt x="1208" y="3471"/>
                      <a:pt x="1210" y="3475"/>
                    </a:cubicBezTo>
                    <a:cubicBezTo>
                      <a:pt x="1213" y="3479"/>
                      <a:pt x="1215" y="3484"/>
                      <a:pt x="1221" y="3482"/>
                    </a:cubicBezTo>
                    <a:cubicBezTo>
                      <a:pt x="1224" y="3480"/>
                      <a:pt x="1227" y="3478"/>
                      <a:pt x="1231" y="3476"/>
                    </a:cubicBezTo>
                    <a:cubicBezTo>
                      <a:pt x="1234" y="3475"/>
                      <a:pt x="1239" y="3474"/>
                      <a:pt x="1242" y="3476"/>
                    </a:cubicBezTo>
                    <a:cubicBezTo>
                      <a:pt x="1244" y="3476"/>
                      <a:pt x="1246" y="3478"/>
                      <a:pt x="1247" y="3479"/>
                    </a:cubicBezTo>
                    <a:cubicBezTo>
                      <a:pt x="1247" y="3479"/>
                      <a:pt x="1248" y="3480"/>
                      <a:pt x="1248" y="3481"/>
                    </a:cubicBezTo>
                    <a:cubicBezTo>
                      <a:pt x="1249" y="3482"/>
                      <a:pt x="1249" y="3482"/>
                      <a:pt x="1249" y="3483"/>
                    </a:cubicBezTo>
                    <a:cubicBezTo>
                      <a:pt x="1250" y="3483"/>
                      <a:pt x="1249" y="3483"/>
                      <a:pt x="1249" y="3483"/>
                    </a:cubicBezTo>
                    <a:cubicBezTo>
                      <a:pt x="1253" y="3486"/>
                      <a:pt x="1257" y="3484"/>
                      <a:pt x="1262" y="3484"/>
                    </a:cubicBezTo>
                    <a:cubicBezTo>
                      <a:pt x="1264" y="3484"/>
                      <a:pt x="1266" y="3485"/>
                      <a:pt x="1269" y="3486"/>
                    </a:cubicBezTo>
                    <a:cubicBezTo>
                      <a:pt x="1275" y="3487"/>
                      <a:pt x="1280" y="3487"/>
                      <a:pt x="1284" y="3494"/>
                    </a:cubicBezTo>
                    <a:cubicBezTo>
                      <a:pt x="1287" y="3499"/>
                      <a:pt x="1288" y="3507"/>
                      <a:pt x="1289" y="3513"/>
                    </a:cubicBezTo>
                    <a:cubicBezTo>
                      <a:pt x="1291" y="3521"/>
                      <a:pt x="1291" y="3530"/>
                      <a:pt x="1291" y="3538"/>
                    </a:cubicBezTo>
                    <a:cubicBezTo>
                      <a:pt x="1291" y="3544"/>
                      <a:pt x="1291" y="3550"/>
                      <a:pt x="1290" y="3556"/>
                    </a:cubicBezTo>
                    <a:cubicBezTo>
                      <a:pt x="1290" y="3563"/>
                      <a:pt x="1290" y="3569"/>
                      <a:pt x="1290" y="3575"/>
                    </a:cubicBezTo>
                    <a:cubicBezTo>
                      <a:pt x="1291" y="3581"/>
                      <a:pt x="1292" y="3586"/>
                      <a:pt x="1295" y="3591"/>
                    </a:cubicBezTo>
                    <a:cubicBezTo>
                      <a:pt x="1297" y="3595"/>
                      <a:pt x="1300" y="3599"/>
                      <a:pt x="1302" y="3602"/>
                    </a:cubicBezTo>
                    <a:cubicBezTo>
                      <a:pt x="1304" y="3605"/>
                      <a:pt x="1305" y="3608"/>
                      <a:pt x="1308" y="3610"/>
                    </a:cubicBezTo>
                    <a:cubicBezTo>
                      <a:pt x="1311" y="3612"/>
                      <a:pt x="1314" y="3615"/>
                      <a:pt x="1317" y="3616"/>
                    </a:cubicBezTo>
                    <a:cubicBezTo>
                      <a:pt x="1321" y="3617"/>
                      <a:pt x="1323" y="3617"/>
                      <a:pt x="1327" y="3616"/>
                    </a:cubicBezTo>
                    <a:cubicBezTo>
                      <a:pt x="1331" y="3615"/>
                      <a:pt x="1334" y="3616"/>
                      <a:pt x="1336" y="3620"/>
                    </a:cubicBezTo>
                    <a:cubicBezTo>
                      <a:pt x="1338" y="3623"/>
                      <a:pt x="1337" y="3629"/>
                      <a:pt x="1341" y="3632"/>
                    </a:cubicBezTo>
                    <a:cubicBezTo>
                      <a:pt x="1343" y="3634"/>
                      <a:pt x="1347" y="3632"/>
                      <a:pt x="1350" y="3631"/>
                    </a:cubicBezTo>
                    <a:cubicBezTo>
                      <a:pt x="1352" y="3629"/>
                      <a:pt x="1353" y="3628"/>
                      <a:pt x="1355" y="3626"/>
                    </a:cubicBezTo>
                    <a:cubicBezTo>
                      <a:pt x="1357" y="3625"/>
                      <a:pt x="1357" y="3625"/>
                      <a:pt x="1360" y="3625"/>
                    </a:cubicBezTo>
                    <a:cubicBezTo>
                      <a:pt x="1363" y="3624"/>
                      <a:pt x="1367" y="3624"/>
                      <a:pt x="1371" y="3624"/>
                    </a:cubicBezTo>
                    <a:cubicBezTo>
                      <a:pt x="1372" y="3624"/>
                      <a:pt x="1374" y="3624"/>
                      <a:pt x="1375" y="3624"/>
                    </a:cubicBezTo>
                    <a:cubicBezTo>
                      <a:pt x="1378" y="3624"/>
                      <a:pt x="1381" y="3623"/>
                      <a:pt x="1385" y="3623"/>
                    </a:cubicBezTo>
                    <a:cubicBezTo>
                      <a:pt x="1387" y="3623"/>
                      <a:pt x="1388" y="3622"/>
                      <a:pt x="1390" y="3623"/>
                    </a:cubicBezTo>
                    <a:cubicBezTo>
                      <a:pt x="1394" y="3625"/>
                      <a:pt x="1398" y="3630"/>
                      <a:pt x="1399" y="3635"/>
                    </a:cubicBezTo>
                    <a:cubicBezTo>
                      <a:pt x="1400" y="3639"/>
                      <a:pt x="1403" y="3642"/>
                      <a:pt x="1402" y="3646"/>
                    </a:cubicBezTo>
                    <a:cubicBezTo>
                      <a:pt x="1402" y="3650"/>
                      <a:pt x="1401" y="3652"/>
                      <a:pt x="1399" y="3655"/>
                    </a:cubicBezTo>
                    <a:cubicBezTo>
                      <a:pt x="1397" y="3658"/>
                      <a:pt x="1396" y="3663"/>
                      <a:pt x="1397" y="3666"/>
                    </a:cubicBezTo>
                    <a:cubicBezTo>
                      <a:pt x="1397" y="3669"/>
                      <a:pt x="1401" y="3671"/>
                      <a:pt x="1403" y="3672"/>
                    </a:cubicBezTo>
                    <a:cubicBezTo>
                      <a:pt x="1406" y="3674"/>
                      <a:pt x="1411" y="3673"/>
                      <a:pt x="1414" y="3674"/>
                    </a:cubicBezTo>
                    <a:cubicBezTo>
                      <a:pt x="1417" y="3675"/>
                      <a:pt x="1421" y="3675"/>
                      <a:pt x="1423" y="3677"/>
                    </a:cubicBezTo>
                    <a:cubicBezTo>
                      <a:pt x="1427" y="3679"/>
                      <a:pt x="1432" y="3683"/>
                      <a:pt x="1434" y="3687"/>
                    </a:cubicBezTo>
                    <a:cubicBezTo>
                      <a:pt x="1437" y="3691"/>
                      <a:pt x="1439" y="3696"/>
                      <a:pt x="1441" y="3700"/>
                    </a:cubicBezTo>
                    <a:cubicBezTo>
                      <a:pt x="1444" y="3704"/>
                      <a:pt x="1446" y="3707"/>
                      <a:pt x="1451" y="3709"/>
                    </a:cubicBezTo>
                    <a:cubicBezTo>
                      <a:pt x="1454" y="3710"/>
                      <a:pt x="1457" y="3713"/>
                      <a:pt x="1460" y="3714"/>
                    </a:cubicBezTo>
                    <a:cubicBezTo>
                      <a:pt x="1463" y="3714"/>
                      <a:pt x="1467" y="3714"/>
                      <a:pt x="1468" y="3712"/>
                    </a:cubicBezTo>
                    <a:cubicBezTo>
                      <a:pt x="1470" y="3708"/>
                      <a:pt x="1470" y="3704"/>
                      <a:pt x="1472" y="3701"/>
                    </a:cubicBezTo>
                    <a:cubicBezTo>
                      <a:pt x="1474" y="3699"/>
                      <a:pt x="1477" y="3697"/>
                      <a:pt x="1480" y="3697"/>
                    </a:cubicBezTo>
                    <a:cubicBezTo>
                      <a:pt x="1484" y="3696"/>
                      <a:pt x="1487" y="3699"/>
                      <a:pt x="1491" y="3700"/>
                    </a:cubicBezTo>
                    <a:cubicBezTo>
                      <a:pt x="1495" y="3700"/>
                      <a:pt x="1498" y="3699"/>
                      <a:pt x="1501" y="3700"/>
                    </a:cubicBezTo>
                    <a:cubicBezTo>
                      <a:pt x="1505" y="3700"/>
                      <a:pt x="1508" y="3701"/>
                      <a:pt x="1511" y="3701"/>
                    </a:cubicBezTo>
                    <a:cubicBezTo>
                      <a:pt x="1515" y="3701"/>
                      <a:pt x="1519" y="3701"/>
                      <a:pt x="1523" y="3702"/>
                    </a:cubicBezTo>
                    <a:cubicBezTo>
                      <a:pt x="1526" y="3703"/>
                      <a:pt x="1529" y="3703"/>
                      <a:pt x="1531" y="3704"/>
                    </a:cubicBezTo>
                    <a:cubicBezTo>
                      <a:pt x="1533" y="3704"/>
                      <a:pt x="1535" y="3705"/>
                      <a:pt x="1537" y="3706"/>
                    </a:cubicBezTo>
                    <a:cubicBezTo>
                      <a:pt x="1541" y="3707"/>
                      <a:pt x="1543" y="3702"/>
                      <a:pt x="1546" y="3700"/>
                    </a:cubicBezTo>
                    <a:cubicBezTo>
                      <a:pt x="1549" y="3698"/>
                      <a:pt x="1552" y="3697"/>
                      <a:pt x="1556" y="3697"/>
                    </a:cubicBezTo>
                    <a:cubicBezTo>
                      <a:pt x="1557" y="3697"/>
                      <a:pt x="1559" y="3697"/>
                      <a:pt x="1561" y="3697"/>
                    </a:cubicBezTo>
                    <a:cubicBezTo>
                      <a:pt x="1562" y="3697"/>
                      <a:pt x="1564" y="3698"/>
                      <a:pt x="1565" y="3699"/>
                    </a:cubicBezTo>
                    <a:cubicBezTo>
                      <a:pt x="1568" y="3700"/>
                      <a:pt x="1571" y="3701"/>
                      <a:pt x="1574" y="3702"/>
                    </a:cubicBezTo>
                    <a:cubicBezTo>
                      <a:pt x="1577" y="3704"/>
                      <a:pt x="1580" y="3704"/>
                      <a:pt x="1583" y="3703"/>
                    </a:cubicBezTo>
                    <a:cubicBezTo>
                      <a:pt x="1586" y="3701"/>
                      <a:pt x="1588" y="3698"/>
                      <a:pt x="1591" y="3696"/>
                    </a:cubicBezTo>
                    <a:cubicBezTo>
                      <a:pt x="1593" y="3693"/>
                      <a:pt x="1596" y="3691"/>
                      <a:pt x="1598" y="3688"/>
                    </a:cubicBezTo>
                    <a:cubicBezTo>
                      <a:pt x="1600" y="3685"/>
                      <a:pt x="1602" y="3681"/>
                      <a:pt x="1605" y="3681"/>
                    </a:cubicBezTo>
                    <a:cubicBezTo>
                      <a:pt x="1609" y="3681"/>
                      <a:pt x="1612" y="3683"/>
                      <a:pt x="1615" y="3683"/>
                    </a:cubicBezTo>
                    <a:cubicBezTo>
                      <a:pt x="1617" y="3683"/>
                      <a:pt x="1619" y="3684"/>
                      <a:pt x="1620" y="3683"/>
                    </a:cubicBezTo>
                    <a:cubicBezTo>
                      <a:pt x="1625" y="3681"/>
                      <a:pt x="1628" y="3677"/>
                      <a:pt x="1631" y="3673"/>
                    </a:cubicBezTo>
                    <a:cubicBezTo>
                      <a:pt x="1633" y="3668"/>
                      <a:pt x="1638" y="3672"/>
                      <a:pt x="1639" y="3676"/>
                    </a:cubicBezTo>
                    <a:cubicBezTo>
                      <a:pt x="1641" y="3681"/>
                      <a:pt x="1640" y="3686"/>
                      <a:pt x="1641" y="3691"/>
                    </a:cubicBezTo>
                    <a:cubicBezTo>
                      <a:pt x="1643" y="3696"/>
                      <a:pt x="1648" y="3696"/>
                      <a:pt x="1652" y="3695"/>
                    </a:cubicBezTo>
                    <a:cubicBezTo>
                      <a:pt x="1657" y="3694"/>
                      <a:pt x="1659" y="3690"/>
                      <a:pt x="1663" y="3688"/>
                    </a:cubicBezTo>
                    <a:cubicBezTo>
                      <a:pt x="1669" y="3685"/>
                      <a:pt x="1670" y="3693"/>
                      <a:pt x="1673" y="3696"/>
                    </a:cubicBezTo>
                    <a:cubicBezTo>
                      <a:pt x="1676" y="3700"/>
                      <a:pt x="1681" y="3701"/>
                      <a:pt x="1686" y="3702"/>
                    </a:cubicBezTo>
                    <a:cubicBezTo>
                      <a:pt x="1689" y="3703"/>
                      <a:pt x="1695" y="3707"/>
                      <a:pt x="1697" y="3704"/>
                    </a:cubicBezTo>
                    <a:cubicBezTo>
                      <a:pt x="1698" y="3702"/>
                      <a:pt x="1697" y="3698"/>
                      <a:pt x="1697" y="3696"/>
                    </a:cubicBezTo>
                    <a:cubicBezTo>
                      <a:pt x="1697" y="3693"/>
                      <a:pt x="1696" y="3690"/>
                      <a:pt x="1697" y="3688"/>
                    </a:cubicBezTo>
                    <a:cubicBezTo>
                      <a:pt x="1698" y="3685"/>
                      <a:pt x="1699" y="3684"/>
                      <a:pt x="1701" y="3686"/>
                    </a:cubicBezTo>
                    <a:cubicBezTo>
                      <a:pt x="1703" y="3688"/>
                      <a:pt x="1705" y="3692"/>
                      <a:pt x="1706" y="3695"/>
                    </a:cubicBezTo>
                    <a:cubicBezTo>
                      <a:pt x="1706" y="3698"/>
                      <a:pt x="1707" y="3701"/>
                      <a:pt x="1708" y="3704"/>
                    </a:cubicBezTo>
                    <a:cubicBezTo>
                      <a:pt x="1709" y="3707"/>
                      <a:pt x="1710" y="3710"/>
                      <a:pt x="1711" y="3713"/>
                    </a:cubicBezTo>
                    <a:cubicBezTo>
                      <a:pt x="1711" y="3715"/>
                      <a:pt x="1710" y="3718"/>
                      <a:pt x="1712" y="3720"/>
                    </a:cubicBezTo>
                    <a:cubicBezTo>
                      <a:pt x="1714" y="3722"/>
                      <a:pt x="1716" y="3721"/>
                      <a:pt x="1718" y="3720"/>
                    </a:cubicBezTo>
                    <a:cubicBezTo>
                      <a:pt x="1722" y="3718"/>
                      <a:pt x="1725" y="3713"/>
                      <a:pt x="1728" y="3710"/>
                    </a:cubicBezTo>
                    <a:cubicBezTo>
                      <a:pt x="1730" y="3709"/>
                      <a:pt x="1732" y="3708"/>
                      <a:pt x="1733" y="3706"/>
                    </a:cubicBezTo>
                    <a:cubicBezTo>
                      <a:pt x="1735" y="3704"/>
                      <a:pt x="1736" y="3702"/>
                      <a:pt x="1738" y="3699"/>
                    </a:cubicBezTo>
                    <a:cubicBezTo>
                      <a:pt x="1739" y="3698"/>
                      <a:pt x="1741" y="3695"/>
                      <a:pt x="1743" y="3695"/>
                    </a:cubicBezTo>
                    <a:cubicBezTo>
                      <a:pt x="1746" y="3693"/>
                      <a:pt x="1746" y="3696"/>
                      <a:pt x="1746" y="3698"/>
                    </a:cubicBezTo>
                    <a:cubicBezTo>
                      <a:pt x="1744" y="3704"/>
                      <a:pt x="1742" y="3708"/>
                      <a:pt x="1738" y="3713"/>
                    </a:cubicBezTo>
                    <a:cubicBezTo>
                      <a:pt x="1736" y="3716"/>
                      <a:pt x="1734" y="3722"/>
                      <a:pt x="1735" y="3726"/>
                    </a:cubicBezTo>
                    <a:cubicBezTo>
                      <a:pt x="1737" y="3731"/>
                      <a:pt x="1742" y="3734"/>
                      <a:pt x="1747" y="3738"/>
                    </a:cubicBezTo>
                    <a:cubicBezTo>
                      <a:pt x="1750" y="3742"/>
                      <a:pt x="1754" y="3743"/>
                      <a:pt x="1759" y="3741"/>
                    </a:cubicBezTo>
                    <a:cubicBezTo>
                      <a:pt x="1761" y="3739"/>
                      <a:pt x="1766" y="3731"/>
                      <a:pt x="1770" y="3734"/>
                    </a:cubicBezTo>
                    <a:cubicBezTo>
                      <a:pt x="1772" y="3735"/>
                      <a:pt x="1771" y="3738"/>
                      <a:pt x="1770" y="3740"/>
                    </a:cubicBezTo>
                    <a:cubicBezTo>
                      <a:pt x="1770" y="3745"/>
                      <a:pt x="1764" y="3750"/>
                      <a:pt x="1761" y="3754"/>
                    </a:cubicBezTo>
                    <a:cubicBezTo>
                      <a:pt x="1756" y="3759"/>
                      <a:pt x="1749" y="3762"/>
                      <a:pt x="1742" y="3759"/>
                    </a:cubicBezTo>
                    <a:cubicBezTo>
                      <a:pt x="1739" y="3757"/>
                      <a:pt x="1737" y="3756"/>
                      <a:pt x="1734" y="3754"/>
                    </a:cubicBezTo>
                    <a:cubicBezTo>
                      <a:pt x="1731" y="3752"/>
                      <a:pt x="1727" y="3751"/>
                      <a:pt x="1724" y="3748"/>
                    </a:cubicBezTo>
                    <a:cubicBezTo>
                      <a:pt x="1722" y="3744"/>
                      <a:pt x="1719" y="3743"/>
                      <a:pt x="1716" y="3741"/>
                    </a:cubicBezTo>
                    <a:cubicBezTo>
                      <a:pt x="1714" y="3739"/>
                      <a:pt x="1711" y="3738"/>
                      <a:pt x="1709" y="3736"/>
                    </a:cubicBezTo>
                    <a:cubicBezTo>
                      <a:pt x="1708" y="3735"/>
                      <a:pt x="1708" y="3734"/>
                      <a:pt x="1706" y="3733"/>
                    </a:cubicBezTo>
                    <a:cubicBezTo>
                      <a:pt x="1705" y="3732"/>
                      <a:pt x="1703" y="3732"/>
                      <a:pt x="1702" y="3731"/>
                    </a:cubicBezTo>
                    <a:cubicBezTo>
                      <a:pt x="1700" y="3730"/>
                      <a:pt x="1699" y="3728"/>
                      <a:pt x="1697" y="3726"/>
                    </a:cubicBezTo>
                    <a:cubicBezTo>
                      <a:pt x="1694" y="3723"/>
                      <a:pt x="1691" y="3722"/>
                      <a:pt x="1688" y="3720"/>
                    </a:cubicBezTo>
                    <a:cubicBezTo>
                      <a:pt x="1685" y="3718"/>
                      <a:pt x="1682" y="3715"/>
                      <a:pt x="1679" y="3713"/>
                    </a:cubicBezTo>
                    <a:cubicBezTo>
                      <a:pt x="1678" y="3712"/>
                      <a:pt x="1676" y="3712"/>
                      <a:pt x="1674" y="3711"/>
                    </a:cubicBezTo>
                    <a:cubicBezTo>
                      <a:pt x="1672" y="3710"/>
                      <a:pt x="1671" y="3708"/>
                      <a:pt x="1669" y="3708"/>
                    </a:cubicBezTo>
                    <a:cubicBezTo>
                      <a:pt x="1665" y="3707"/>
                      <a:pt x="1662" y="3705"/>
                      <a:pt x="1658" y="3704"/>
                    </a:cubicBezTo>
                    <a:cubicBezTo>
                      <a:pt x="1654" y="3704"/>
                      <a:pt x="1650" y="3703"/>
                      <a:pt x="1646" y="3701"/>
                    </a:cubicBezTo>
                    <a:cubicBezTo>
                      <a:pt x="1643" y="3700"/>
                      <a:pt x="1642" y="3696"/>
                      <a:pt x="1638" y="3695"/>
                    </a:cubicBezTo>
                    <a:cubicBezTo>
                      <a:pt x="1635" y="3694"/>
                      <a:pt x="1630" y="3693"/>
                      <a:pt x="1627" y="3691"/>
                    </a:cubicBezTo>
                    <a:cubicBezTo>
                      <a:pt x="1626" y="3691"/>
                      <a:pt x="1625" y="3690"/>
                      <a:pt x="1624" y="3689"/>
                    </a:cubicBezTo>
                    <a:cubicBezTo>
                      <a:pt x="1623" y="3688"/>
                      <a:pt x="1623" y="3688"/>
                      <a:pt x="1622" y="3687"/>
                    </a:cubicBezTo>
                    <a:cubicBezTo>
                      <a:pt x="1622" y="3687"/>
                      <a:pt x="1621" y="3687"/>
                      <a:pt x="1621" y="3687"/>
                    </a:cubicBezTo>
                    <a:cubicBezTo>
                      <a:pt x="1620" y="3687"/>
                      <a:pt x="1621" y="3687"/>
                      <a:pt x="1621" y="3687"/>
                    </a:cubicBezTo>
                    <a:cubicBezTo>
                      <a:pt x="1618" y="3686"/>
                      <a:pt x="1615" y="3684"/>
                      <a:pt x="1612" y="3684"/>
                    </a:cubicBezTo>
                    <a:cubicBezTo>
                      <a:pt x="1609" y="3684"/>
                      <a:pt x="1606" y="3685"/>
                      <a:pt x="1604" y="3686"/>
                    </a:cubicBezTo>
                    <a:cubicBezTo>
                      <a:pt x="1600" y="3690"/>
                      <a:pt x="1598" y="3695"/>
                      <a:pt x="1595" y="3700"/>
                    </a:cubicBezTo>
                    <a:cubicBezTo>
                      <a:pt x="1593" y="3705"/>
                      <a:pt x="1587" y="3708"/>
                      <a:pt x="1582" y="3708"/>
                    </a:cubicBezTo>
                    <a:cubicBezTo>
                      <a:pt x="1579" y="3708"/>
                      <a:pt x="1577" y="3708"/>
                      <a:pt x="1575" y="3707"/>
                    </a:cubicBezTo>
                    <a:cubicBezTo>
                      <a:pt x="1574" y="3707"/>
                      <a:pt x="1573" y="3707"/>
                      <a:pt x="1572" y="3707"/>
                    </a:cubicBezTo>
                    <a:cubicBezTo>
                      <a:pt x="1571" y="3706"/>
                      <a:pt x="1571" y="3706"/>
                      <a:pt x="1570" y="3706"/>
                    </a:cubicBezTo>
                    <a:cubicBezTo>
                      <a:pt x="1569" y="3704"/>
                      <a:pt x="1567" y="3704"/>
                      <a:pt x="1565" y="3703"/>
                    </a:cubicBezTo>
                    <a:cubicBezTo>
                      <a:pt x="1562" y="3701"/>
                      <a:pt x="1560" y="3700"/>
                      <a:pt x="1557" y="3700"/>
                    </a:cubicBezTo>
                    <a:cubicBezTo>
                      <a:pt x="1553" y="3700"/>
                      <a:pt x="1549" y="3704"/>
                      <a:pt x="1546" y="3707"/>
                    </a:cubicBezTo>
                    <a:cubicBezTo>
                      <a:pt x="1543" y="3710"/>
                      <a:pt x="1540" y="3712"/>
                      <a:pt x="1536" y="3710"/>
                    </a:cubicBezTo>
                    <a:cubicBezTo>
                      <a:pt x="1532" y="3708"/>
                      <a:pt x="1530" y="3705"/>
                      <a:pt x="1525" y="3705"/>
                    </a:cubicBezTo>
                    <a:cubicBezTo>
                      <a:pt x="1519" y="3705"/>
                      <a:pt x="1514" y="3706"/>
                      <a:pt x="1508" y="3705"/>
                    </a:cubicBezTo>
                    <a:cubicBezTo>
                      <a:pt x="1504" y="3704"/>
                      <a:pt x="1499" y="3702"/>
                      <a:pt x="1495" y="3704"/>
                    </a:cubicBezTo>
                    <a:cubicBezTo>
                      <a:pt x="1491" y="3706"/>
                      <a:pt x="1488" y="3711"/>
                      <a:pt x="1488" y="3715"/>
                    </a:cubicBezTo>
                    <a:cubicBezTo>
                      <a:pt x="1488" y="3720"/>
                      <a:pt x="1490" y="3723"/>
                      <a:pt x="1493" y="3726"/>
                    </a:cubicBezTo>
                    <a:cubicBezTo>
                      <a:pt x="1500" y="3734"/>
                      <a:pt x="1504" y="3743"/>
                      <a:pt x="1506" y="3754"/>
                    </a:cubicBezTo>
                    <a:cubicBezTo>
                      <a:pt x="1506" y="3759"/>
                      <a:pt x="1506" y="3764"/>
                      <a:pt x="1506" y="3770"/>
                    </a:cubicBezTo>
                    <a:cubicBezTo>
                      <a:pt x="1506" y="3775"/>
                      <a:pt x="1507" y="3780"/>
                      <a:pt x="1507" y="3786"/>
                    </a:cubicBezTo>
                    <a:cubicBezTo>
                      <a:pt x="1508" y="3797"/>
                      <a:pt x="1506" y="3808"/>
                      <a:pt x="1497" y="3815"/>
                    </a:cubicBezTo>
                    <a:cubicBezTo>
                      <a:pt x="1494" y="3817"/>
                      <a:pt x="1490" y="3818"/>
                      <a:pt x="1489" y="3822"/>
                    </a:cubicBezTo>
                    <a:cubicBezTo>
                      <a:pt x="1489" y="3826"/>
                      <a:pt x="1492" y="3829"/>
                      <a:pt x="1495" y="3832"/>
                    </a:cubicBezTo>
                    <a:cubicBezTo>
                      <a:pt x="1497" y="3835"/>
                      <a:pt x="1500" y="3836"/>
                      <a:pt x="1503" y="3837"/>
                    </a:cubicBezTo>
                    <a:cubicBezTo>
                      <a:pt x="1506" y="3839"/>
                      <a:pt x="1509" y="3842"/>
                      <a:pt x="1512" y="3842"/>
                    </a:cubicBezTo>
                    <a:cubicBezTo>
                      <a:pt x="1514" y="3843"/>
                      <a:pt x="1516" y="3843"/>
                      <a:pt x="1519" y="3844"/>
                    </a:cubicBezTo>
                    <a:cubicBezTo>
                      <a:pt x="1520" y="3844"/>
                      <a:pt x="1522" y="3845"/>
                      <a:pt x="1523" y="3845"/>
                    </a:cubicBezTo>
                    <a:cubicBezTo>
                      <a:pt x="1527" y="3846"/>
                      <a:pt x="1531" y="3846"/>
                      <a:pt x="1535" y="3848"/>
                    </a:cubicBezTo>
                    <a:cubicBezTo>
                      <a:pt x="1539" y="3849"/>
                      <a:pt x="1543" y="3849"/>
                      <a:pt x="1548" y="3851"/>
                    </a:cubicBezTo>
                    <a:cubicBezTo>
                      <a:pt x="1551" y="3851"/>
                      <a:pt x="1554" y="3853"/>
                      <a:pt x="1556" y="3856"/>
                    </a:cubicBezTo>
                    <a:cubicBezTo>
                      <a:pt x="1557" y="3858"/>
                      <a:pt x="1559" y="3859"/>
                      <a:pt x="1559" y="3861"/>
                    </a:cubicBezTo>
                    <a:cubicBezTo>
                      <a:pt x="1560" y="3863"/>
                      <a:pt x="1560" y="3864"/>
                      <a:pt x="1561" y="3865"/>
                    </a:cubicBezTo>
                    <a:cubicBezTo>
                      <a:pt x="1565" y="3871"/>
                      <a:pt x="1571" y="3874"/>
                      <a:pt x="1577" y="3877"/>
                    </a:cubicBezTo>
                    <a:cubicBezTo>
                      <a:pt x="1586" y="3880"/>
                      <a:pt x="1594" y="3884"/>
                      <a:pt x="1603" y="3887"/>
                    </a:cubicBezTo>
                    <a:cubicBezTo>
                      <a:pt x="1609" y="3890"/>
                      <a:pt x="1611" y="3898"/>
                      <a:pt x="1617" y="3901"/>
                    </a:cubicBezTo>
                    <a:cubicBezTo>
                      <a:pt x="1618" y="3902"/>
                      <a:pt x="1621" y="3902"/>
                      <a:pt x="1622" y="3903"/>
                    </a:cubicBezTo>
                    <a:cubicBezTo>
                      <a:pt x="1624" y="3904"/>
                      <a:pt x="1625" y="3904"/>
                      <a:pt x="1627" y="3904"/>
                    </a:cubicBezTo>
                    <a:cubicBezTo>
                      <a:pt x="1631" y="3903"/>
                      <a:pt x="1634" y="3904"/>
                      <a:pt x="1637" y="3904"/>
                    </a:cubicBezTo>
                    <a:cubicBezTo>
                      <a:pt x="1641" y="3905"/>
                      <a:pt x="1644" y="3907"/>
                      <a:pt x="1646" y="3909"/>
                    </a:cubicBezTo>
                    <a:cubicBezTo>
                      <a:pt x="1649" y="3912"/>
                      <a:pt x="1653" y="3914"/>
                      <a:pt x="1657" y="3916"/>
                    </a:cubicBezTo>
                    <a:cubicBezTo>
                      <a:pt x="1662" y="3919"/>
                      <a:pt x="1667" y="3922"/>
                      <a:pt x="1672" y="3925"/>
                    </a:cubicBezTo>
                    <a:cubicBezTo>
                      <a:pt x="1675" y="3927"/>
                      <a:pt x="1677" y="3929"/>
                      <a:pt x="1679" y="3932"/>
                    </a:cubicBezTo>
                    <a:cubicBezTo>
                      <a:pt x="1681" y="3934"/>
                      <a:pt x="1683" y="3936"/>
                      <a:pt x="1684" y="3939"/>
                    </a:cubicBezTo>
                    <a:cubicBezTo>
                      <a:pt x="1687" y="3941"/>
                      <a:pt x="1689" y="3943"/>
                      <a:pt x="1691" y="3946"/>
                    </a:cubicBezTo>
                    <a:cubicBezTo>
                      <a:pt x="1693" y="3948"/>
                      <a:pt x="1694" y="3952"/>
                      <a:pt x="1698" y="3951"/>
                    </a:cubicBezTo>
                    <a:cubicBezTo>
                      <a:pt x="1697" y="3949"/>
                      <a:pt x="1696" y="3948"/>
                      <a:pt x="1696" y="3947"/>
                    </a:cubicBezTo>
                    <a:cubicBezTo>
                      <a:pt x="1695" y="3944"/>
                      <a:pt x="1696" y="3943"/>
                      <a:pt x="1699" y="3941"/>
                    </a:cubicBezTo>
                    <a:cubicBezTo>
                      <a:pt x="1702" y="3940"/>
                      <a:pt x="1705" y="3938"/>
                      <a:pt x="1709" y="3938"/>
                    </a:cubicBezTo>
                    <a:cubicBezTo>
                      <a:pt x="1713" y="3938"/>
                      <a:pt x="1716" y="3940"/>
                      <a:pt x="1720" y="3939"/>
                    </a:cubicBezTo>
                    <a:cubicBezTo>
                      <a:pt x="1724" y="3938"/>
                      <a:pt x="1725" y="3935"/>
                      <a:pt x="1728" y="3933"/>
                    </a:cubicBezTo>
                    <a:cubicBezTo>
                      <a:pt x="1731" y="3932"/>
                      <a:pt x="1735" y="3933"/>
                      <a:pt x="1736" y="3936"/>
                    </a:cubicBezTo>
                    <a:cubicBezTo>
                      <a:pt x="1737" y="3940"/>
                      <a:pt x="1735" y="3943"/>
                      <a:pt x="1733" y="3945"/>
                    </a:cubicBezTo>
                    <a:cubicBezTo>
                      <a:pt x="1730" y="3949"/>
                      <a:pt x="1723" y="3955"/>
                      <a:pt x="1729" y="3960"/>
                    </a:cubicBezTo>
                    <a:cubicBezTo>
                      <a:pt x="1732" y="3963"/>
                      <a:pt x="1735" y="3965"/>
                      <a:pt x="1738" y="3966"/>
                    </a:cubicBezTo>
                    <a:cubicBezTo>
                      <a:pt x="1742" y="3967"/>
                      <a:pt x="1744" y="3966"/>
                      <a:pt x="1748" y="3966"/>
                    </a:cubicBezTo>
                    <a:cubicBezTo>
                      <a:pt x="1754" y="3966"/>
                      <a:pt x="1760" y="3971"/>
                      <a:pt x="1760" y="3978"/>
                    </a:cubicBezTo>
                    <a:cubicBezTo>
                      <a:pt x="1760" y="3982"/>
                      <a:pt x="1758" y="3981"/>
                      <a:pt x="1755" y="3980"/>
                    </a:cubicBezTo>
                    <a:cubicBezTo>
                      <a:pt x="1752" y="3979"/>
                      <a:pt x="1750" y="3977"/>
                      <a:pt x="1746" y="3978"/>
                    </a:cubicBezTo>
                    <a:cubicBezTo>
                      <a:pt x="1744" y="3979"/>
                      <a:pt x="1741" y="3980"/>
                      <a:pt x="1738" y="3981"/>
                    </a:cubicBezTo>
                    <a:cubicBezTo>
                      <a:pt x="1735" y="3981"/>
                      <a:pt x="1733" y="3978"/>
                      <a:pt x="1731" y="3977"/>
                    </a:cubicBezTo>
                    <a:cubicBezTo>
                      <a:pt x="1724" y="3975"/>
                      <a:pt x="1726" y="3991"/>
                      <a:pt x="1726" y="3994"/>
                    </a:cubicBezTo>
                    <a:cubicBezTo>
                      <a:pt x="1726" y="3998"/>
                      <a:pt x="1725" y="4002"/>
                      <a:pt x="1725" y="4006"/>
                    </a:cubicBezTo>
                    <a:cubicBezTo>
                      <a:pt x="1725" y="4010"/>
                      <a:pt x="1726" y="4016"/>
                      <a:pt x="1728" y="4020"/>
                    </a:cubicBezTo>
                    <a:cubicBezTo>
                      <a:pt x="1729" y="4023"/>
                      <a:pt x="1730" y="4028"/>
                      <a:pt x="1732" y="4030"/>
                    </a:cubicBezTo>
                    <a:cubicBezTo>
                      <a:pt x="1735" y="4034"/>
                      <a:pt x="1738" y="4036"/>
                      <a:pt x="1742" y="4039"/>
                    </a:cubicBezTo>
                    <a:cubicBezTo>
                      <a:pt x="1743" y="4040"/>
                      <a:pt x="1745" y="4042"/>
                      <a:pt x="1746" y="4044"/>
                    </a:cubicBezTo>
                    <a:cubicBezTo>
                      <a:pt x="1747" y="4045"/>
                      <a:pt x="1748" y="4046"/>
                      <a:pt x="1749" y="4047"/>
                    </a:cubicBezTo>
                    <a:cubicBezTo>
                      <a:pt x="1750" y="4048"/>
                      <a:pt x="1752" y="4050"/>
                      <a:pt x="1751" y="4052"/>
                    </a:cubicBezTo>
                    <a:cubicBezTo>
                      <a:pt x="1751" y="4052"/>
                      <a:pt x="1750" y="4052"/>
                      <a:pt x="1750" y="4053"/>
                    </a:cubicBezTo>
                    <a:cubicBezTo>
                      <a:pt x="1749" y="4053"/>
                      <a:pt x="1749" y="4053"/>
                      <a:pt x="1749" y="4053"/>
                    </a:cubicBezTo>
                    <a:cubicBezTo>
                      <a:pt x="1748" y="4053"/>
                      <a:pt x="1748" y="4053"/>
                      <a:pt x="1748" y="4053"/>
                    </a:cubicBezTo>
                    <a:cubicBezTo>
                      <a:pt x="1747" y="4053"/>
                      <a:pt x="1747" y="4053"/>
                      <a:pt x="1746" y="4053"/>
                    </a:cubicBezTo>
                    <a:cubicBezTo>
                      <a:pt x="1746" y="4053"/>
                      <a:pt x="1745" y="4053"/>
                      <a:pt x="1745" y="4053"/>
                    </a:cubicBezTo>
                    <a:cubicBezTo>
                      <a:pt x="1744" y="4053"/>
                      <a:pt x="1743" y="4052"/>
                      <a:pt x="1742" y="4052"/>
                    </a:cubicBezTo>
                    <a:cubicBezTo>
                      <a:pt x="1737" y="4050"/>
                      <a:pt x="1733" y="4047"/>
                      <a:pt x="1729" y="4043"/>
                    </a:cubicBezTo>
                    <a:cubicBezTo>
                      <a:pt x="1725" y="4038"/>
                      <a:pt x="1722" y="4030"/>
                      <a:pt x="1716" y="4027"/>
                    </a:cubicBezTo>
                    <a:cubicBezTo>
                      <a:pt x="1713" y="4026"/>
                      <a:pt x="1710" y="4025"/>
                      <a:pt x="1706" y="4024"/>
                    </a:cubicBezTo>
                    <a:cubicBezTo>
                      <a:pt x="1704" y="4024"/>
                      <a:pt x="1700" y="4021"/>
                      <a:pt x="1697" y="4022"/>
                    </a:cubicBezTo>
                    <a:cubicBezTo>
                      <a:pt x="1693" y="4022"/>
                      <a:pt x="1702" y="4029"/>
                      <a:pt x="1703" y="4030"/>
                    </a:cubicBezTo>
                    <a:cubicBezTo>
                      <a:pt x="1709" y="4034"/>
                      <a:pt x="1714" y="4037"/>
                      <a:pt x="1718" y="4044"/>
                    </a:cubicBezTo>
                    <a:cubicBezTo>
                      <a:pt x="1719" y="4046"/>
                      <a:pt x="1720" y="4049"/>
                      <a:pt x="1719" y="4051"/>
                    </a:cubicBezTo>
                    <a:cubicBezTo>
                      <a:pt x="1717" y="4052"/>
                      <a:pt x="1715" y="4052"/>
                      <a:pt x="1713" y="4053"/>
                    </a:cubicBezTo>
                    <a:cubicBezTo>
                      <a:pt x="1708" y="4054"/>
                      <a:pt x="1709" y="4063"/>
                      <a:pt x="1705" y="4064"/>
                    </a:cubicBezTo>
                    <a:cubicBezTo>
                      <a:pt x="1699" y="4066"/>
                      <a:pt x="1694" y="4054"/>
                      <a:pt x="1692" y="4051"/>
                    </a:cubicBezTo>
                    <a:cubicBezTo>
                      <a:pt x="1688" y="4045"/>
                      <a:pt x="1685" y="4052"/>
                      <a:pt x="1683" y="4055"/>
                    </a:cubicBezTo>
                    <a:cubicBezTo>
                      <a:pt x="1679" y="4059"/>
                      <a:pt x="1673" y="4060"/>
                      <a:pt x="1671" y="4064"/>
                    </a:cubicBezTo>
                    <a:cubicBezTo>
                      <a:pt x="1667" y="4069"/>
                      <a:pt x="1674" y="4074"/>
                      <a:pt x="1678" y="4075"/>
                    </a:cubicBezTo>
                    <a:cubicBezTo>
                      <a:pt x="1684" y="4077"/>
                      <a:pt x="1686" y="4078"/>
                      <a:pt x="1689" y="4084"/>
                    </a:cubicBezTo>
                    <a:cubicBezTo>
                      <a:pt x="1691" y="4089"/>
                      <a:pt x="1694" y="4090"/>
                      <a:pt x="1698" y="4094"/>
                    </a:cubicBezTo>
                    <a:cubicBezTo>
                      <a:pt x="1703" y="4098"/>
                      <a:pt x="1705" y="4104"/>
                      <a:pt x="1705" y="4110"/>
                    </a:cubicBezTo>
                    <a:cubicBezTo>
                      <a:pt x="1705" y="4111"/>
                      <a:pt x="1705" y="4112"/>
                      <a:pt x="1705" y="4114"/>
                    </a:cubicBezTo>
                    <a:cubicBezTo>
                      <a:pt x="1705" y="4111"/>
                      <a:pt x="1703" y="4107"/>
                      <a:pt x="1702" y="4105"/>
                    </a:cubicBezTo>
                    <a:cubicBezTo>
                      <a:pt x="1700" y="4101"/>
                      <a:pt x="1695" y="4099"/>
                      <a:pt x="1692" y="4099"/>
                    </a:cubicBezTo>
                    <a:cubicBezTo>
                      <a:pt x="1688" y="4099"/>
                      <a:pt x="1684" y="4099"/>
                      <a:pt x="1683" y="4095"/>
                    </a:cubicBezTo>
                    <a:cubicBezTo>
                      <a:pt x="1682" y="4093"/>
                      <a:pt x="1682" y="4091"/>
                      <a:pt x="1681" y="4088"/>
                    </a:cubicBezTo>
                    <a:cubicBezTo>
                      <a:pt x="1681" y="4087"/>
                      <a:pt x="1677" y="4086"/>
                      <a:pt x="1676" y="4087"/>
                    </a:cubicBezTo>
                    <a:cubicBezTo>
                      <a:pt x="1674" y="4088"/>
                      <a:pt x="1674" y="4091"/>
                      <a:pt x="1673" y="4093"/>
                    </a:cubicBezTo>
                    <a:cubicBezTo>
                      <a:pt x="1672" y="4095"/>
                      <a:pt x="1671" y="4094"/>
                      <a:pt x="1669" y="4094"/>
                    </a:cubicBezTo>
                    <a:cubicBezTo>
                      <a:pt x="1667" y="4094"/>
                      <a:pt x="1664" y="4094"/>
                      <a:pt x="1662" y="4093"/>
                    </a:cubicBezTo>
                    <a:cubicBezTo>
                      <a:pt x="1661" y="4091"/>
                      <a:pt x="1661" y="4088"/>
                      <a:pt x="1660" y="4086"/>
                    </a:cubicBezTo>
                    <a:cubicBezTo>
                      <a:pt x="1659" y="4081"/>
                      <a:pt x="1658" y="4075"/>
                      <a:pt x="1656" y="4070"/>
                    </a:cubicBezTo>
                    <a:cubicBezTo>
                      <a:pt x="1655" y="4068"/>
                      <a:pt x="1653" y="4066"/>
                      <a:pt x="1652" y="4065"/>
                    </a:cubicBezTo>
                    <a:cubicBezTo>
                      <a:pt x="1650" y="4063"/>
                      <a:pt x="1649" y="4062"/>
                      <a:pt x="1649" y="4060"/>
                    </a:cubicBezTo>
                    <a:cubicBezTo>
                      <a:pt x="1648" y="4059"/>
                      <a:pt x="1648" y="4058"/>
                      <a:pt x="1648" y="4057"/>
                    </a:cubicBezTo>
                    <a:cubicBezTo>
                      <a:pt x="1649" y="4056"/>
                      <a:pt x="1650" y="4055"/>
                      <a:pt x="1651" y="4055"/>
                    </a:cubicBezTo>
                    <a:cubicBezTo>
                      <a:pt x="1652" y="4053"/>
                      <a:pt x="1654" y="4050"/>
                      <a:pt x="1653" y="4048"/>
                    </a:cubicBezTo>
                    <a:cubicBezTo>
                      <a:pt x="1653" y="4044"/>
                      <a:pt x="1648" y="4039"/>
                      <a:pt x="1644" y="4039"/>
                    </a:cubicBezTo>
                    <a:cubicBezTo>
                      <a:pt x="1641" y="4039"/>
                      <a:pt x="1638" y="4040"/>
                      <a:pt x="1635" y="4040"/>
                    </a:cubicBezTo>
                    <a:cubicBezTo>
                      <a:pt x="1633" y="4041"/>
                      <a:pt x="1630" y="4041"/>
                      <a:pt x="1627" y="4041"/>
                    </a:cubicBezTo>
                    <a:cubicBezTo>
                      <a:pt x="1625" y="4041"/>
                      <a:pt x="1622" y="4041"/>
                      <a:pt x="1620" y="4041"/>
                    </a:cubicBezTo>
                    <a:cubicBezTo>
                      <a:pt x="1619" y="4041"/>
                      <a:pt x="1619" y="4040"/>
                      <a:pt x="1618" y="4040"/>
                    </a:cubicBezTo>
                    <a:cubicBezTo>
                      <a:pt x="1617" y="4040"/>
                      <a:pt x="1617" y="4041"/>
                      <a:pt x="1617" y="4041"/>
                    </a:cubicBezTo>
                    <a:cubicBezTo>
                      <a:pt x="1612" y="4041"/>
                      <a:pt x="1610" y="4037"/>
                      <a:pt x="1606" y="4036"/>
                    </a:cubicBezTo>
                    <a:cubicBezTo>
                      <a:pt x="1604" y="4035"/>
                      <a:pt x="1601" y="4035"/>
                      <a:pt x="1599" y="4035"/>
                    </a:cubicBezTo>
                    <a:cubicBezTo>
                      <a:pt x="1597" y="4034"/>
                      <a:pt x="1595" y="4034"/>
                      <a:pt x="1593" y="4035"/>
                    </a:cubicBezTo>
                    <a:cubicBezTo>
                      <a:pt x="1592" y="4035"/>
                      <a:pt x="1589" y="4035"/>
                      <a:pt x="1588" y="4037"/>
                    </a:cubicBezTo>
                    <a:cubicBezTo>
                      <a:pt x="1588" y="4039"/>
                      <a:pt x="1588" y="4041"/>
                      <a:pt x="1589" y="4043"/>
                    </a:cubicBezTo>
                    <a:cubicBezTo>
                      <a:pt x="1589" y="4045"/>
                      <a:pt x="1589" y="4047"/>
                      <a:pt x="1589" y="4049"/>
                    </a:cubicBezTo>
                    <a:cubicBezTo>
                      <a:pt x="1589" y="4052"/>
                      <a:pt x="1590" y="4057"/>
                      <a:pt x="1587" y="4057"/>
                    </a:cubicBezTo>
                    <a:cubicBezTo>
                      <a:pt x="1582" y="4058"/>
                      <a:pt x="1581" y="4053"/>
                      <a:pt x="1580" y="4050"/>
                    </a:cubicBezTo>
                    <a:cubicBezTo>
                      <a:pt x="1579" y="4046"/>
                      <a:pt x="1579" y="4041"/>
                      <a:pt x="1579" y="4037"/>
                    </a:cubicBezTo>
                    <a:cubicBezTo>
                      <a:pt x="1579" y="4035"/>
                      <a:pt x="1579" y="4033"/>
                      <a:pt x="1578" y="4031"/>
                    </a:cubicBezTo>
                    <a:cubicBezTo>
                      <a:pt x="1578" y="4030"/>
                      <a:pt x="1576" y="4028"/>
                      <a:pt x="1575" y="4026"/>
                    </a:cubicBezTo>
                    <a:cubicBezTo>
                      <a:pt x="1572" y="4023"/>
                      <a:pt x="1568" y="4021"/>
                      <a:pt x="1565" y="4019"/>
                    </a:cubicBezTo>
                    <a:cubicBezTo>
                      <a:pt x="1561" y="4016"/>
                      <a:pt x="1556" y="4016"/>
                      <a:pt x="1552" y="4016"/>
                    </a:cubicBezTo>
                    <a:cubicBezTo>
                      <a:pt x="1549" y="4015"/>
                      <a:pt x="1546" y="4015"/>
                      <a:pt x="1543" y="4014"/>
                    </a:cubicBezTo>
                    <a:cubicBezTo>
                      <a:pt x="1539" y="4012"/>
                      <a:pt x="1529" y="4016"/>
                      <a:pt x="1528" y="4008"/>
                    </a:cubicBezTo>
                    <a:cubicBezTo>
                      <a:pt x="1528" y="4006"/>
                      <a:pt x="1528" y="4002"/>
                      <a:pt x="1527" y="4001"/>
                    </a:cubicBezTo>
                    <a:cubicBezTo>
                      <a:pt x="1526" y="3999"/>
                      <a:pt x="1524" y="3998"/>
                      <a:pt x="1522" y="3997"/>
                    </a:cubicBezTo>
                    <a:cubicBezTo>
                      <a:pt x="1521" y="3997"/>
                      <a:pt x="1519" y="3997"/>
                      <a:pt x="1517" y="3997"/>
                    </a:cubicBezTo>
                    <a:cubicBezTo>
                      <a:pt x="1516" y="3996"/>
                      <a:pt x="1513" y="3996"/>
                      <a:pt x="1512" y="3997"/>
                    </a:cubicBezTo>
                    <a:cubicBezTo>
                      <a:pt x="1511" y="3998"/>
                      <a:pt x="1511" y="3999"/>
                      <a:pt x="1510" y="3999"/>
                    </a:cubicBezTo>
                    <a:cubicBezTo>
                      <a:pt x="1509" y="3999"/>
                      <a:pt x="1508" y="3999"/>
                      <a:pt x="1507" y="3999"/>
                    </a:cubicBezTo>
                    <a:cubicBezTo>
                      <a:pt x="1506" y="4000"/>
                      <a:pt x="1507" y="4003"/>
                      <a:pt x="1506" y="4005"/>
                    </a:cubicBezTo>
                    <a:cubicBezTo>
                      <a:pt x="1505" y="4006"/>
                      <a:pt x="1503" y="4008"/>
                      <a:pt x="1502" y="4006"/>
                    </a:cubicBezTo>
                    <a:cubicBezTo>
                      <a:pt x="1501" y="4005"/>
                      <a:pt x="1501" y="4002"/>
                      <a:pt x="1501" y="4001"/>
                    </a:cubicBezTo>
                    <a:cubicBezTo>
                      <a:pt x="1501" y="3998"/>
                      <a:pt x="1501" y="3995"/>
                      <a:pt x="1501" y="3992"/>
                    </a:cubicBezTo>
                    <a:cubicBezTo>
                      <a:pt x="1502" y="3988"/>
                      <a:pt x="1501" y="3982"/>
                      <a:pt x="1496" y="3982"/>
                    </a:cubicBezTo>
                    <a:cubicBezTo>
                      <a:pt x="1492" y="3982"/>
                      <a:pt x="1487" y="3984"/>
                      <a:pt x="1484" y="3981"/>
                    </a:cubicBezTo>
                    <a:cubicBezTo>
                      <a:pt x="1481" y="3979"/>
                      <a:pt x="1482" y="3973"/>
                      <a:pt x="1477" y="3973"/>
                    </a:cubicBezTo>
                    <a:cubicBezTo>
                      <a:pt x="1475" y="3974"/>
                      <a:pt x="1475" y="3976"/>
                      <a:pt x="1473" y="3977"/>
                    </a:cubicBezTo>
                    <a:cubicBezTo>
                      <a:pt x="1472" y="3978"/>
                      <a:pt x="1470" y="3979"/>
                      <a:pt x="1468" y="3978"/>
                    </a:cubicBezTo>
                    <a:cubicBezTo>
                      <a:pt x="1465" y="3976"/>
                      <a:pt x="1466" y="3970"/>
                      <a:pt x="1465" y="3967"/>
                    </a:cubicBezTo>
                    <a:cubicBezTo>
                      <a:pt x="1464" y="3967"/>
                      <a:pt x="1464" y="3967"/>
                      <a:pt x="1463" y="3966"/>
                    </a:cubicBezTo>
                    <a:cubicBezTo>
                      <a:pt x="1459" y="3965"/>
                      <a:pt x="1459" y="3958"/>
                      <a:pt x="1454" y="3959"/>
                    </a:cubicBezTo>
                    <a:cubicBezTo>
                      <a:pt x="1452" y="3960"/>
                      <a:pt x="1450" y="3962"/>
                      <a:pt x="1448" y="3963"/>
                    </a:cubicBezTo>
                    <a:cubicBezTo>
                      <a:pt x="1447" y="3964"/>
                      <a:pt x="1445" y="3965"/>
                      <a:pt x="1444" y="3968"/>
                    </a:cubicBezTo>
                    <a:cubicBezTo>
                      <a:pt x="1444" y="3970"/>
                      <a:pt x="1443" y="3972"/>
                      <a:pt x="1441" y="3973"/>
                    </a:cubicBezTo>
                    <a:cubicBezTo>
                      <a:pt x="1439" y="3974"/>
                      <a:pt x="1436" y="3974"/>
                      <a:pt x="1434" y="3973"/>
                    </a:cubicBezTo>
                    <a:cubicBezTo>
                      <a:pt x="1433" y="3972"/>
                      <a:pt x="1431" y="3969"/>
                      <a:pt x="1431" y="3968"/>
                    </a:cubicBezTo>
                    <a:cubicBezTo>
                      <a:pt x="1431" y="3966"/>
                      <a:pt x="1434" y="3965"/>
                      <a:pt x="1435" y="3964"/>
                    </a:cubicBezTo>
                    <a:cubicBezTo>
                      <a:pt x="1436" y="3963"/>
                      <a:pt x="1436" y="3961"/>
                      <a:pt x="1437" y="3960"/>
                    </a:cubicBezTo>
                    <a:cubicBezTo>
                      <a:pt x="1438" y="3958"/>
                      <a:pt x="1442" y="3958"/>
                      <a:pt x="1444" y="3957"/>
                    </a:cubicBezTo>
                    <a:cubicBezTo>
                      <a:pt x="1446" y="3957"/>
                      <a:pt x="1449" y="3956"/>
                      <a:pt x="1450" y="3954"/>
                    </a:cubicBezTo>
                    <a:cubicBezTo>
                      <a:pt x="1450" y="3952"/>
                      <a:pt x="1448" y="3950"/>
                      <a:pt x="1446" y="3950"/>
                    </a:cubicBezTo>
                    <a:cubicBezTo>
                      <a:pt x="1443" y="3949"/>
                      <a:pt x="1439" y="3952"/>
                      <a:pt x="1435" y="3949"/>
                    </a:cubicBezTo>
                    <a:cubicBezTo>
                      <a:pt x="1433" y="3947"/>
                      <a:pt x="1431" y="3944"/>
                      <a:pt x="1429" y="3941"/>
                    </a:cubicBezTo>
                    <a:cubicBezTo>
                      <a:pt x="1428" y="3938"/>
                      <a:pt x="1426" y="3935"/>
                      <a:pt x="1423" y="3932"/>
                    </a:cubicBezTo>
                    <a:cubicBezTo>
                      <a:pt x="1420" y="3930"/>
                      <a:pt x="1416" y="3927"/>
                      <a:pt x="1419" y="3924"/>
                    </a:cubicBezTo>
                    <a:cubicBezTo>
                      <a:pt x="1420" y="3923"/>
                      <a:pt x="1422" y="3922"/>
                      <a:pt x="1423" y="3922"/>
                    </a:cubicBezTo>
                    <a:cubicBezTo>
                      <a:pt x="1425" y="3922"/>
                      <a:pt x="1427" y="3922"/>
                      <a:pt x="1428" y="3923"/>
                    </a:cubicBezTo>
                    <a:cubicBezTo>
                      <a:pt x="1432" y="3923"/>
                      <a:pt x="1434" y="3926"/>
                      <a:pt x="1437" y="3928"/>
                    </a:cubicBezTo>
                    <a:cubicBezTo>
                      <a:pt x="1439" y="3930"/>
                      <a:pt x="1440" y="3931"/>
                      <a:pt x="1442" y="3933"/>
                    </a:cubicBezTo>
                    <a:cubicBezTo>
                      <a:pt x="1443" y="3934"/>
                      <a:pt x="1444" y="3936"/>
                      <a:pt x="1445" y="3937"/>
                    </a:cubicBezTo>
                    <a:cubicBezTo>
                      <a:pt x="1448" y="3939"/>
                      <a:pt x="1450" y="3940"/>
                      <a:pt x="1454" y="3940"/>
                    </a:cubicBezTo>
                    <a:cubicBezTo>
                      <a:pt x="1455" y="3940"/>
                      <a:pt x="1456" y="3940"/>
                      <a:pt x="1457" y="3940"/>
                    </a:cubicBezTo>
                    <a:cubicBezTo>
                      <a:pt x="1458" y="3939"/>
                      <a:pt x="1459" y="3938"/>
                      <a:pt x="1459" y="3938"/>
                    </a:cubicBezTo>
                    <a:cubicBezTo>
                      <a:pt x="1461" y="3936"/>
                      <a:pt x="1464" y="3937"/>
                      <a:pt x="1466" y="3938"/>
                    </a:cubicBezTo>
                    <a:cubicBezTo>
                      <a:pt x="1468" y="3940"/>
                      <a:pt x="1466" y="3943"/>
                      <a:pt x="1466" y="3946"/>
                    </a:cubicBezTo>
                    <a:cubicBezTo>
                      <a:pt x="1466" y="3949"/>
                      <a:pt x="1469" y="3951"/>
                      <a:pt x="1471" y="3948"/>
                    </a:cubicBezTo>
                    <a:cubicBezTo>
                      <a:pt x="1473" y="3946"/>
                      <a:pt x="1475" y="3944"/>
                      <a:pt x="1478" y="3946"/>
                    </a:cubicBezTo>
                    <a:cubicBezTo>
                      <a:pt x="1479" y="3947"/>
                      <a:pt x="1479" y="3952"/>
                      <a:pt x="1478" y="3954"/>
                    </a:cubicBezTo>
                    <a:cubicBezTo>
                      <a:pt x="1476" y="3956"/>
                      <a:pt x="1472" y="3957"/>
                      <a:pt x="1472" y="3960"/>
                    </a:cubicBezTo>
                    <a:cubicBezTo>
                      <a:pt x="1472" y="3962"/>
                      <a:pt x="1474" y="3964"/>
                      <a:pt x="1476" y="3966"/>
                    </a:cubicBezTo>
                    <a:cubicBezTo>
                      <a:pt x="1478" y="3967"/>
                      <a:pt x="1481" y="3967"/>
                      <a:pt x="1483" y="3967"/>
                    </a:cubicBezTo>
                    <a:cubicBezTo>
                      <a:pt x="1485" y="3967"/>
                      <a:pt x="1486" y="3967"/>
                      <a:pt x="1487" y="3968"/>
                    </a:cubicBezTo>
                    <a:cubicBezTo>
                      <a:pt x="1488" y="3970"/>
                      <a:pt x="1488" y="3972"/>
                      <a:pt x="1489" y="3973"/>
                    </a:cubicBezTo>
                    <a:cubicBezTo>
                      <a:pt x="1490" y="3976"/>
                      <a:pt x="1495" y="3977"/>
                      <a:pt x="1497" y="3974"/>
                    </a:cubicBezTo>
                    <a:cubicBezTo>
                      <a:pt x="1498" y="3971"/>
                      <a:pt x="1497" y="3967"/>
                      <a:pt x="1499" y="3965"/>
                    </a:cubicBezTo>
                    <a:cubicBezTo>
                      <a:pt x="1502" y="3963"/>
                      <a:pt x="1504" y="3966"/>
                      <a:pt x="1505" y="3968"/>
                    </a:cubicBezTo>
                    <a:cubicBezTo>
                      <a:pt x="1507" y="3970"/>
                      <a:pt x="1508" y="3972"/>
                      <a:pt x="1508" y="3975"/>
                    </a:cubicBezTo>
                    <a:cubicBezTo>
                      <a:pt x="1509" y="3978"/>
                      <a:pt x="1508" y="3981"/>
                      <a:pt x="1510" y="3984"/>
                    </a:cubicBezTo>
                    <a:cubicBezTo>
                      <a:pt x="1510" y="3986"/>
                      <a:pt x="1512" y="3987"/>
                      <a:pt x="1513" y="3988"/>
                    </a:cubicBezTo>
                    <a:cubicBezTo>
                      <a:pt x="1515" y="3989"/>
                      <a:pt x="1518" y="3991"/>
                      <a:pt x="1520" y="3990"/>
                    </a:cubicBezTo>
                    <a:cubicBezTo>
                      <a:pt x="1523" y="3989"/>
                      <a:pt x="1523" y="3985"/>
                      <a:pt x="1525" y="3984"/>
                    </a:cubicBezTo>
                    <a:cubicBezTo>
                      <a:pt x="1527" y="3983"/>
                      <a:pt x="1530" y="3985"/>
                      <a:pt x="1532" y="3983"/>
                    </a:cubicBezTo>
                    <a:cubicBezTo>
                      <a:pt x="1534" y="3982"/>
                      <a:pt x="1535" y="3979"/>
                      <a:pt x="1534" y="3976"/>
                    </a:cubicBezTo>
                    <a:cubicBezTo>
                      <a:pt x="1533" y="3974"/>
                      <a:pt x="1529" y="3975"/>
                      <a:pt x="1526" y="3974"/>
                    </a:cubicBezTo>
                    <a:cubicBezTo>
                      <a:pt x="1525" y="3974"/>
                      <a:pt x="1523" y="3974"/>
                      <a:pt x="1522" y="3973"/>
                    </a:cubicBezTo>
                    <a:cubicBezTo>
                      <a:pt x="1522" y="3971"/>
                      <a:pt x="1522" y="3970"/>
                      <a:pt x="1521" y="3969"/>
                    </a:cubicBezTo>
                    <a:cubicBezTo>
                      <a:pt x="1521" y="3965"/>
                      <a:pt x="1518" y="3965"/>
                      <a:pt x="1515" y="3964"/>
                    </a:cubicBezTo>
                    <a:cubicBezTo>
                      <a:pt x="1511" y="3963"/>
                      <a:pt x="1511" y="3959"/>
                      <a:pt x="1515" y="3958"/>
                    </a:cubicBezTo>
                    <a:cubicBezTo>
                      <a:pt x="1518" y="3957"/>
                      <a:pt x="1521" y="3958"/>
                      <a:pt x="1523" y="3960"/>
                    </a:cubicBezTo>
                    <a:cubicBezTo>
                      <a:pt x="1525" y="3962"/>
                      <a:pt x="1526" y="3964"/>
                      <a:pt x="1529" y="3964"/>
                    </a:cubicBezTo>
                    <a:cubicBezTo>
                      <a:pt x="1531" y="3965"/>
                      <a:pt x="1535" y="3964"/>
                      <a:pt x="1535" y="3961"/>
                    </a:cubicBezTo>
                    <a:cubicBezTo>
                      <a:pt x="1535" y="3960"/>
                      <a:pt x="1534" y="3959"/>
                      <a:pt x="1533" y="3959"/>
                    </a:cubicBezTo>
                    <a:cubicBezTo>
                      <a:pt x="1532" y="3958"/>
                      <a:pt x="1531" y="3957"/>
                      <a:pt x="1531" y="3955"/>
                    </a:cubicBezTo>
                    <a:cubicBezTo>
                      <a:pt x="1531" y="3954"/>
                      <a:pt x="1531" y="3949"/>
                      <a:pt x="1534" y="3949"/>
                    </a:cubicBezTo>
                    <a:cubicBezTo>
                      <a:pt x="1535" y="3950"/>
                      <a:pt x="1536" y="3952"/>
                      <a:pt x="1537" y="3953"/>
                    </a:cubicBezTo>
                    <a:cubicBezTo>
                      <a:pt x="1538" y="3954"/>
                      <a:pt x="1538" y="3955"/>
                      <a:pt x="1540" y="3957"/>
                    </a:cubicBezTo>
                    <a:cubicBezTo>
                      <a:pt x="1541" y="3958"/>
                      <a:pt x="1543" y="3959"/>
                      <a:pt x="1545" y="3960"/>
                    </a:cubicBezTo>
                    <a:cubicBezTo>
                      <a:pt x="1548" y="3961"/>
                      <a:pt x="1551" y="3962"/>
                      <a:pt x="1554" y="3962"/>
                    </a:cubicBezTo>
                    <a:cubicBezTo>
                      <a:pt x="1557" y="3961"/>
                      <a:pt x="1560" y="3962"/>
                      <a:pt x="1562" y="3965"/>
                    </a:cubicBezTo>
                    <a:cubicBezTo>
                      <a:pt x="1564" y="3967"/>
                      <a:pt x="1566" y="3968"/>
                      <a:pt x="1569" y="3967"/>
                    </a:cubicBezTo>
                    <a:cubicBezTo>
                      <a:pt x="1572" y="3967"/>
                      <a:pt x="1574" y="3966"/>
                      <a:pt x="1577" y="3967"/>
                    </a:cubicBezTo>
                    <a:cubicBezTo>
                      <a:pt x="1580" y="3967"/>
                      <a:pt x="1582" y="3968"/>
                      <a:pt x="1585" y="3968"/>
                    </a:cubicBezTo>
                    <a:cubicBezTo>
                      <a:pt x="1588" y="3969"/>
                      <a:pt x="1592" y="3965"/>
                      <a:pt x="1592" y="3962"/>
                    </a:cubicBezTo>
                    <a:cubicBezTo>
                      <a:pt x="1592" y="3961"/>
                      <a:pt x="1591" y="3960"/>
                      <a:pt x="1590" y="3959"/>
                    </a:cubicBezTo>
                    <a:cubicBezTo>
                      <a:pt x="1587" y="3959"/>
                      <a:pt x="1585" y="3960"/>
                      <a:pt x="1585" y="3956"/>
                    </a:cubicBezTo>
                    <a:cubicBezTo>
                      <a:pt x="1585" y="3954"/>
                      <a:pt x="1585" y="3952"/>
                      <a:pt x="1587" y="3951"/>
                    </a:cubicBezTo>
                    <a:cubicBezTo>
                      <a:pt x="1588" y="3950"/>
                      <a:pt x="1591" y="3951"/>
                      <a:pt x="1591" y="3948"/>
                    </a:cubicBezTo>
                    <a:cubicBezTo>
                      <a:pt x="1591" y="3946"/>
                      <a:pt x="1590" y="3945"/>
                      <a:pt x="1588" y="3946"/>
                    </a:cubicBezTo>
                    <a:cubicBezTo>
                      <a:pt x="1586" y="3946"/>
                      <a:pt x="1584" y="3946"/>
                      <a:pt x="1583" y="3944"/>
                    </a:cubicBezTo>
                    <a:cubicBezTo>
                      <a:pt x="1582" y="3943"/>
                      <a:pt x="1582" y="3941"/>
                      <a:pt x="1583" y="3941"/>
                    </a:cubicBezTo>
                    <a:cubicBezTo>
                      <a:pt x="1583" y="3940"/>
                      <a:pt x="1584" y="3940"/>
                      <a:pt x="1585" y="3939"/>
                    </a:cubicBezTo>
                    <a:cubicBezTo>
                      <a:pt x="1585" y="3937"/>
                      <a:pt x="1585" y="3934"/>
                      <a:pt x="1584" y="3932"/>
                    </a:cubicBezTo>
                    <a:cubicBezTo>
                      <a:pt x="1582" y="3931"/>
                      <a:pt x="1580" y="3931"/>
                      <a:pt x="1578" y="3931"/>
                    </a:cubicBezTo>
                    <a:cubicBezTo>
                      <a:pt x="1577" y="3930"/>
                      <a:pt x="1576" y="3930"/>
                      <a:pt x="1574" y="3930"/>
                    </a:cubicBezTo>
                    <a:cubicBezTo>
                      <a:pt x="1573" y="3929"/>
                      <a:pt x="1571" y="3929"/>
                      <a:pt x="1569" y="3930"/>
                    </a:cubicBezTo>
                    <a:cubicBezTo>
                      <a:pt x="1568" y="3930"/>
                      <a:pt x="1567" y="3930"/>
                      <a:pt x="1566" y="3929"/>
                    </a:cubicBezTo>
                    <a:cubicBezTo>
                      <a:pt x="1565" y="3927"/>
                      <a:pt x="1565" y="3925"/>
                      <a:pt x="1563" y="3924"/>
                    </a:cubicBezTo>
                    <a:cubicBezTo>
                      <a:pt x="1561" y="3924"/>
                      <a:pt x="1557" y="3925"/>
                      <a:pt x="1557" y="3922"/>
                    </a:cubicBezTo>
                    <a:cubicBezTo>
                      <a:pt x="1557" y="3920"/>
                      <a:pt x="1558" y="3918"/>
                      <a:pt x="1560" y="3918"/>
                    </a:cubicBezTo>
                    <a:cubicBezTo>
                      <a:pt x="1563" y="3918"/>
                      <a:pt x="1564" y="3920"/>
                      <a:pt x="1565" y="3921"/>
                    </a:cubicBezTo>
                    <a:cubicBezTo>
                      <a:pt x="1566" y="3923"/>
                      <a:pt x="1568" y="3922"/>
                      <a:pt x="1568" y="3920"/>
                    </a:cubicBezTo>
                    <a:cubicBezTo>
                      <a:pt x="1570" y="3917"/>
                      <a:pt x="1568" y="3912"/>
                      <a:pt x="1566" y="3910"/>
                    </a:cubicBezTo>
                    <a:cubicBezTo>
                      <a:pt x="1564" y="3909"/>
                      <a:pt x="1563" y="3907"/>
                      <a:pt x="1561" y="3907"/>
                    </a:cubicBezTo>
                    <a:cubicBezTo>
                      <a:pt x="1559" y="3906"/>
                      <a:pt x="1558" y="3905"/>
                      <a:pt x="1557" y="3905"/>
                    </a:cubicBezTo>
                    <a:cubicBezTo>
                      <a:pt x="1555" y="3905"/>
                      <a:pt x="1554" y="3905"/>
                      <a:pt x="1553" y="3904"/>
                    </a:cubicBezTo>
                    <a:cubicBezTo>
                      <a:pt x="1552" y="3902"/>
                      <a:pt x="1551" y="3899"/>
                      <a:pt x="1552" y="3897"/>
                    </a:cubicBezTo>
                    <a:cubicBezTo>
                      <a:pt x="1553" y="3896"/>
                      <a:pt x="1553" y="3896"/>
                      <a:pt x="1554" y="3895"/>
                    </a:cubicBezTo>
                    <a:cubicBezTo>
                      <a:pt x="1554" y="3894"/>
                      <a:pt x="1554" y="3893"/>
                      <a:pt x="1553" y="3893"/>
                    </a:cubicBezTo>
                    <a:cubicBezTo>
                      <a:pt x="1553" y="3891"/>
                      <a:pt x="1552" y="3889"/>
                      <a:pt x="1550" y="3889"/>
                    </a:cubicBezTo>
                    <a:cubicBezTo>
                      <a:pt x="1549" y="3889"/>
                      <a:pt x="1547" y="3889"/>
                      <a:pt x="1547" y="3889"/>
                    </a:cubicBezTo>
                    <a:cubicBezTo>
                      <a:pt x="1546" y="3890"/>
                      <a:pt x="1546" y="3891"/>
                      <a:pt x="1546" y="3892"/>
                    </a:cubicBezTo>
                    <a:cubicBezTo>
                      <a:pt x="1546" y="3893"/>
                      <a:pt x="1546" y="3894"/>
                      <a:pt x="1545" y="3894"/>
                    </a:cubicBezTo>
                    <a:cubicBezTo>
                      <a:pt x="1544" y="3895"/>
                      <a:pt x="1543" y="3894"/>
                      <a:pt x="1542" y="3894"/>
                    </a:cubicBezTo>
                    <a:cubicBezTo>
                      <a:pt x="1540" y="3894"/>
                      <a:pt x="1538" y="3895"/>
                      <a:pt x="1537" y="3893"/>
                    </a:cubicBezTo>
                    <a:cubicBezTo>
                      <a:pt x="1536" y="3891"/>
                      <a:pt x="1537" y="3888"/>
                      <a:pt x="1535" y="3886"/>
                    </a:cubicBezTo>
                    <a:cubicBezTo>
                      <a:pt x="1532" y="3884"/>
                      <a:pt x="1531" y="3891"/>
                      <a:pt x="1528" y="3889"/>
                    </a:cubicBezTo>
                    <a:cubicBezTo>
                      <a:pt x="1527" y="3888"/>
                      <a:pt x="1527" y="3887"/>
                      <a:pt x="1526" y="3886"/>
                    </a:cubicBezTo>
                    <a:cubicBezTo>
                      <a:pt x="1524" y="3884"/>
                      <a:pt x="1521" y="3884"/>
                      <a:pt x="1519" y="3884"/>
                    </a:cubicBezTo>
                    <a:cubicBezTo>
                      <a:pt x="1514" y="3884"/>
                      <a:pt x="1510" y="3883"/>
                      <a:pt x="1506" y="3883"/>
                    </a:cubicBezTo>
                    <a:cubicBezTo>
                      <a:pt x="1498" y="3882"/>
                      <a:pt x="1491" y="3882"/>
                      <a:pt x="1484" y="3886"/>
                    </a:cubicBezTo>
                    <a:cubicBezTo>
                      <a:pt x="1479" y="3889"/>
                      <a:pt x="1479" y="3894"/>
                      <a:pt x="1480" y="3899"/>
                    </a:cubicBezTo>
                    <a:cubicBezTo>
                      <a:pt x="1481" y="3901"/>
                      <a:pt x="1481" y="3903"/>
                      <a:pt x="1483" y="3905"/>
                    </a:cubicBezTo>
                    <a:cubicBezTo>
                      <a:pt x="1484" y="3907"/>
                      <a:pt x="1485" y="3909"/>
                      <a:pt x="1486" y="3911"/>
                    </a:cubicBezTo>
                    <a:cubicBezTo>
                      <a:pt x="1487" y="3915"/>
                      <a:pt x="1482" y="3915"/>
                      <a:pt x="1479" y="3914"/>
                    </a:cubicBezTo>
                    <a:cubicBezTo>
                      <a:pt x="1475" y="3913"/>
                      <a:pt x="1472" y="3911"/>
                      <a:pt x="1470" y="3907"/>
                    </a:cubicBezTo>
                    <a:cubicBezTo>
                      <a:pt x="1468" y="3903"/>
                      <a:pt x="1470" y="3897"/>
                      <a:pt x="1470" y="3892"/>
                    </a:cubicBezTo>
                    <a:cubicBezTo>
                      <a:pt x="1470" y="3890"/>
                      <a:pt x="1469" y="3887"/>
                      <a:pt x="1468" y="3885"/>
                    </a:cubicBezTo>
                    <a:cubicBezTo>
                      <a:pt x="1466" y="3883"/>
                      <a:pt x="1465" y="3881"/>
                      <a:pt x="1465" y="3879"/>
                    </a:cubicBezTo>
                    <a:cubicBezTo>
                      <a:pt x="1465" y="3877"/>
                      <a:pt x="1466" y="3874"/>
                      <a:pt x="1468" y="3874"/>
                    </a:cubicBezTo>
                    <a:cubicBezTo>
                      <a:pt x="1470" y="3873"/>
                      <a:pt x="1471" y="3874"/>
                      <a:pt x="1473" y="3874"/>
                    </a:cubicBezTo>
                    <a:cubicBezTo>
                      <a:pt x="1475" y="3873"/>
                      <a:pt x="1475" y="3872"/>
                      <a:pt x="1476" y="3870"/>
                    </a:cubicBezTo>
                    <a:cubicBezTo>
                      <a:pt x="1477" y="3867"/>
                      <a:pt x="1480" y="3864"/>
                      <a:pt x="1483" y="3864"/>
                    </a:cubicBezTo>
                    <a:cubicBezTo>
                      <a:pt x="1487" y="3864"/>
                      <a:pt x="1493" y="3865"/>
                      <a:pt x="1493" y="3860"/>
                    </a:cubicBezTo>
                    <a:cubicBezTo>
                      <a:pt x="1493" y="3857"/>
                      <a:pt x="1490" y="3853"/>
                      <a:pt x="1489" y="3851"/>
                    </a:cubicBezTo>
                    <a:cubicBezTo>
                      <a:pt x="1487" y="3849"/>
                      <a:pt x="1486" y="3848"/>
                      <a:pt x="1484" y="3846"/>
                    </a:cubicBezTo>
                    <a:cubicBezTo>
                      <a:pt x="1483" y="3845"/>
                      <a:pt x="1482" y="3845"/>
                      <a:pt x="1481" y="3843"/>
                    </a:cubicBezTo>
                    <a:cubicBezTo>
                      <a:pt x="1481" y="3841"/>
                      <a:pt x="1482" y="3836"/>
                      <a:pt x="1478" y="3836"/>
                    </a:cubicBezTo>
                    <a:cubicBezTo>
                      <a:pt x="1477" y="3836"/>
                      <a:pt x="1475" y="3837"/>
                      <a:pt x="1473" y="3837"/>
                    </a:cubicBezTo>
                    <a:cubicBezTo>
                      <a:pt x="1471" y="3838"/>
                      <a:pt x="1469" y="3838"/>
                      <a:pt x="1467" y="3838"/>
                    </a:cubicBezTo>
                    <a:cubicBezTo>
                      <a:pt x="1465" y="3837"/>
                      <a:pt x="1463" y="3833"/>
                      <a:pt x="1460" y="3833"/>
                    </a:cubicBezTo>
                    <a:cubicBezTo>
                      <a:pt x="1458" y="3833"/>
                      <a:pt x="1457" y="3833"/>
                      <a:pt x="1455" y="3834"/>
                    </a:cubicBezTo>
                    <a:cubicBezTo>
                      <a:pt x="1453" y="3834"/>
                      <a:pt x="1451" y="3834"/>
                      <a:pt x="1449" y="3833"/>
                    </a:cubicBezTo>
                    <a:cubicBezTo>
                      <a:pt x="1446" y="3833"/>
                      <a:pt x="1440" y="3831"/>
                      <a:pt x="1441" y="3827"/>
                    </a:cubicBezTo>
                    <a:cubicBezTo>
                      <a:pt x="1441" y="3824"/>
                      <a:pt x="1444" y="3821"/>
                      <a:pt x="1447" y="3820"/>
                    </a:cubicBezTo>
                    <a:cubicBezTo>
                      <a:pt x="1448" y="3820"/>
                      <a:pt x="1449" y="3820"/>
                      <a:pt x="1451" y="3820"/>
                    </a:cubicBezTo>
                    <a:cubicBezTo>
                      <a:pt x="1452" y="3820"/>
                      <a:pt x="1454" y="3820"/>
                      <a:pt x="1455" y="3820"/>
                    </a:cubicBezTo>
                    <a:cubicBezTo>
                      <a:pt x="1459" y="3820"/>
                      <a:pt x="1463" y="3821"/>
                      <a:pt x="1466" y="3822"/>
                    </a:cubicBezTo>
                    <a:cubicBezTo>
                      <a:pt x="1469" y="3823"/>
                      <a:pt x="1471" y="3826"/>
                      <a:pt x="1474" y="3826"/>
                    </a:cubicBezTo>
                    <a:cubicBezTo>
                      <a:pt x="1477" y="3827"/>
                      <a:pt x="1481" y="3826"/>
                      <a:pt x="1483" y="3824"/>
                    </a:cubicBezTo>
                    <a:cubicBezTo>
                      <a:pt x="1485" y="3821"/>
                      <a:pt x="1485" y="3817"/>
                      <a:pt x="1484" y="3815"/>
                    </a:cubicBezTo>
                    <a:cubicBezTo>
                      <a:pt x="1483" y="3812"/>
                      <a:pt x="1480" y="3810"/>
                      <a:pt x="1479" y="3807"/>
                    </a:cubicBezTo>
                    <a:cubicBezTo>
                      <a:pt x="1477" y="3804"/>
                      <a:pt x="1479" y="3801"/>
                      <a:pt x="1482" y="3799"/>
                    </a:cubicBezTo>
                    <a:cubicBezTo>
                      <a:pt x="1486" y="3796"/>
                      <a:pt x="1492" y="3799"/>
                      <a:pt x="1497" y="3800"/>
                    </a:cubicBezTo>
                    <a:cubicBezTo>
                      <a:pt x="1500" y="3800"/>
                      <a:pt x="1501" y="3795"/>
                      <a:pt x="1503" y="3792"/>
                    </a:cubicBezTo>
                    <a:cubicBezTo>
                      <a:pt x="1503" y="3791"/>
                      <a:pt x="1504" y="3790"/>
                      <a:pt x="1503" y="3789"/>
                    </a:cubicBezTo>
                    <a:cubicBezTo>
                      <a:pt x="1503" y="3787"/>
                      <a:pt x="1502" y="3785"/>
                      <a:pt x="1501" y="3783"/>
                    </a:cubicBezTo>
                    <a:cubicBezTo>
                      <a:pt x="1500" y="3782"/>
                      <a:pt x="1499" y="3781"/>
                      <a:pt x="1499" y="3780"/>
                    </a:cubicBezTo>
                    <a:cubicBezTo>
                      <a:pt x="1499" y="3779"/>
                      <a:pt x="1500" y="3778"/>
                      <a:pt x="1500" y="3777"/>
                    </a:cubicBezTo>
                    <a:cubicBezTo>
                      <a:pt x="1500" y="3775"/>
                      <a:pt x="1499" y="3772"/>
                      <a:pt x="1499" y="3769"/>
                    </a:cubicBezTo>
                    <a:cubicBezTo>
                      <a:pt x="1499" y="3766"/>
                      <a:pt x="1499" y="3764"/>
                      <a:pt x="1498" y="3761"/>
                    </a:cubicBezTo>
                    <a:cubicBezTo>
                      <a:pt x="1498" y="3759"/>
                      <a:pt x="1498" y="3757"/>
                      <a:pt x="1497" y="3755"/>
                    </a:cubicBezTo>
                    <a:cubicBezTo>
                      <a:pt x="1496" y="3753"/>
                      <a:pt x="1496" y="3751"/>
                      <a:pt x="1495" y="3749"/>
                    </a:cubicBezTo>
                    <a:cubicBezTo>
                      <a:pt x="1495" y="3746"/>
                      <a:pt x="1493" y="3744"/>
                      <a:pt x="1492" y="3742"/>
                    </a:cubicBezTo>
                    <a:cubicBezTo>
                      <a:pt x="1491" y="3739"/>
                      <a:pt x="1490" y="3737"/>
                      <a:pt x="1489" y="3735"/>
                    </a:cubicBezTo>
                    <a:cubicBezTo>
                      <a:pt x="1487" y="3734"/>
                      <a:pt x="1486" y="3732"/>
                      <a:pt x="1483" y="3731"/>
                    </a:cubicBezTo>
                    <a:cubicBezTo>
                      <a:pt x="1482" y="3730"/>
                      <a:pt x="1480" y="3729"/>
                      <a:pt x="1478" y="3728"/>
                    </a:cubicBezTo>
                    <a:cubicBezTo>
                      <a:pt x="1477" y="3728"/>
                      <a:pt x="1475" y="3728"/>
                      <a:pt x="1474" y="3727"/>
                    </a:cubicBezTo>
                    <a:cubicBezTo>
                      <a:pt x="1473" y="3726"/>
                      <a:pt x="1472" y="3726"/>
                      <a:pt x="1471" y="3725"/>
                    </a:cubicBezTo>
                    <a:cubicBezTo>
                      <a:pt x="1469" y="3724"/>
                      <a:pt x="1466" y="3724"/>
                      <a:pt x="1464" y="3723"/>
                    </a:cubicBezTo>
                    <a:cubicBezTo>
                      <a:pt x="1463" y="3723"/>
                      <a:pt x="1462" y="3722"/>
                      <a:pt x="1461" y="3722"/>
                    </a:cubicBezTo>
                    <a:cubicBezTo>
                      <a:pt x="1459" y="3721"/>
                      <a:pt x="1458" y="3721"/>
                      <a:pt x="1457" y="3721"/>
                    </a:cubicBezTo>
                    <a:cubicBezTo>
                      <a:pt x="1455" y="3720"/>
                      <a:pt x="1454" y="3719"/>
                      <a:pt x="1452" y="3719"/>
                    </a:cubicBezTo>
                    <a:cubicBezTo>
                      <a:pt x="1450" y="3718"/>
                      <a:pt x="1449" y="3718"/>
                      <a:pt x="1447" y="3717"/>
                    </a:cubicBezTo>
                    <a:cubicBezTo>
                      <a:pt x="1444" y="3715"/>
                      <a:pt x="1441" y="3714"/>
                      <a:pt x="1438" y="3712"/>
                    </a:cubicBezTo>
                    <a:cubicBezTo>
                      <a:pt x="1436" y="3711"/>
                      <a:pt x="1435" y="3709"/>
                      <a:pt x="1433" y="3707"/>
                    </a:cubicBezTo>
                    <a:cubicBezTo>
                      <a:pt x="1432" y="3705"/>
                      <a:pt x="1431" y="3704"/>
                      <a:pt x="1430" y="3702"/>
                    </a:cubicBezTo>
                    <a:cubicBezTo>
                      <a:pt x="1429" y="3700"/>
                      <a:pt x="1427" y="3698"/>
                      <a:pt x="1426" y="3696"/>
                    </a:cubicBezTo>
                    <a:cubicBezTo>
                      <a:pt x="1426" y="3695"/>
                      <a:pt x="1425" y="3693"/>
                      <a:pt x="1425" y="3692"/>
                    </a:cubicBezTo>
                    <a:cubicBezTo>
                      <a:pt x="1425" y="3689"/>
                      <a:pt x="1424" y="3686"/>
                      <a:pt x="1424" y="3683"/>
                    </a:cubicBezTo>
                    <a:cubicBezTo>
                      <a:pt x="1423" y="3681"/>
                      <a:pt x="1421" y="3679"/>
                      <a:pt x="1419" y="3678"/>
                    </a:cubicBezTo>
                    <a:cubicBezTo>
                      <a:pt x="1418" y="3677"/>
                      <a:pt x="1417" y="3677"/>
                      <a:pt x="1415" y="3677"/>
                    </a:cubicBezTo>
                    <a:cubicBezTo>
                      <a:pt x="1414" y="3677"/>
                      <a:pt x="1413" y="3677"/>
                      <a:pt x="1412" y="3678"/>
                    </a:cubicBezTo>
                    <a:cubicBezTo>
                      <a:pt x="1411" y="3678"/>
                      <a:pt x="1410" y="3678"/>
                      <a:pt x="1410" y="3679"/>
                    </a:cubicBezTo>
                    <a:cubicBezTo>
                      <a:pt x="1408" y="3679"/>
                      <a:pt x="1407" y="3679"/>
                      <a:pt x="1406" y="3679"/>
                    </a:cubicBezTo>
                    <a:cubicBezTo>
                      <a:pt x="1405" y="3680"/>
                      <a:pt x="1404" y="3680"/>
                      <a:pt x="1403" y="3681"/>
                    </a:cubicBezTo>
                    <a:cubicBezTo>
                      <a:pt x="1400" y="3681"/>
                      <a:pt x="1396" y="3682"/>
                      <a:pt x="1393" y="3683"/>
                    </a:cubicBezTo>
                    <a:cubicBezTo>
                      <a:pt x="1392" y="3683"/>
                      <a:pt x="1391" y="3683"/>
                      <a:pt x="1390" y="3684"/>
                    </a:cubicBezTo>
                    <a:cubicBezTo>
                      <a:pt x="1388" y="3684"/>
                      <a:pt x="1387" y="3685"/>
                      <a:pt x="1386" y="3686"/>
                    </a:cubicBezTo>
                    <a:cubicBezTo>
                      <a:pt x="1384" y="3687"/>
                      <a:pt x="1382" y="3688"/>
                      <a:pt x="1379" y="3689"/>
                    </a:cubicBezTo>
                    <a:cubicBezTo>
                      <a:pt x="1374" y="3690"/>
                      <a:pt x="1369" y="3690"/>
                      <a:pt x="1364" y="3688"/>
                    </a:cubicBezTo>
                    <a:cubicBezTo>
                      <a:pt x="1362" y="3688"/>
                      <a:pt x="1361" y="3687"/>
                      <a:pt x="1359" y="3686"/>
                    </a:cubicBezTo>
                    <a:cubicBezTo>
                      <a:pt x="1358" y="3685"/>
                      <a:pt x="1356" y="3684"/>
                      <a:pt x="1355" y="3683"/>
                    </a:cubicBezTo>
                    <a:cubicBezTo>
                      <a:pt x="1353" y="3680"/>
                      <a:pt x="1351" y="3678"/>
                      <a:pt x="1351" y="3674"/>
                    </a:cubicBezTo>
                    <a:cubicBezTo>
                      <a:pt x="1350" y="3670"/>
                      <a:pt x="1349" y="3666"/>
                      <a:pt x="1349" y="3662"/>
                    </a:cubicBezTo>
                    <a:cubicBezTo>
                      <a:pt x="1349" y="3660"/>
                      <a:pt x="1348" y="3659"/>
                      <a:pt x="1348" y="3657"/>
                    </a:cubicBezTo>
                    <a:cubicBezTo>
                      <a:pt x="1348" y="3656"/>
                      <a:pt x="1347" y="3654"/>
                      <a:pt x="1346" y="3653"/>
                    </a:cubicBezTo>
                    <a:cubicBezTo>
                      <a:pt x="1345" y="3651"/>
                      <a:pt x="1344" y="3650"/>
                      <a:pt x="1343" y="3649"/>
                    </a:cubicBezTo>
                    <a:cubicBezTo>
                      <a:pt x="1341" y="3646"/>
                      <a:pt x="1339" y="3644"/>
                      <a:pt x="1336" y="3643"/>
                    </a:cubicBezTo>
                    <a:cubicBezTo>
                      <a:pt x="1333" y="3640"/>
                      <a:pt x="1329" y="3637"/>
                      <a:pt x="1328" y="3634"/>
                    </a:cubicBezTo>
                    <a:cubicBezTo>
                      <a:pt x="1326" y="3629"/>
                      <a:pt x="1323" y="3626"/>
                      <a:pt x="1320" y="3623"/>
                    </a:cubicBezTo>
                    <a:cubicBezTo>
                      <a:pt x="1318" y="3621"/>
                      <a:pt x="1315" y="3620"/>
                      <a:pt x="1312" y="3618"/>
                    </a:cubicBezTo>
                    <a:cubicBezTo>
                      <a:pt x="1310" y="3616"/>
                      <a:pt x="1308" y="3615"/>
                      <a:pt x="1306" y="3613"/>
                    </a:cubicBezTo>
                    <a:cubicBezTo>
                      <a:pt x="1305" y="3612"/>
                      <a:pt x="1304" y="3611"/>
                      <a:pt x="1303" y="3610"/>
                    </a:cubicBezTo>
                    <a:cubicBezTo>
                      <a:pt x="1302" y="3608"/>
                      <a:pt x="1300" y="3606"/>
                      <a:pt x="1299" y="3604"/>
                    </a:cubicBezTo>
                    <a:cubicBezTo>
                      <a:pt x="1298" y="3603"/>
                      <a:pt x="1296" y="3601"/>
                      <a:pt x="1295" y="3600"/>
                    </a:cubicBezTo>
                    <a:cubicBezTo>
                      <a:pt x="1293" y="3598"/>
                      <a:pt x="1292" y="3597"/>
                      <a:pt x="1291" y="3595"/>
                    </a:cubicBezTo>
                    <a:cubicBezTo>
                      <a:pt x="1290" y="3593"/>
                      <a:pt x="1290" y="3591"/>
                      <a:pt x="1289" y="3588"/>
                    </a:cubicBezTo>
                    <a:cubicBezTo>
                      <a:pt x="1289" y="3586"/>
                      <a:pt x="1288" y="3583"/>
                      <a:pt x="1288" y="3581"/>
                    </a:cubicBezTo>
                    <a:cubicBezTo>
                      <a:pt x="1287" y="3577"/>
                      <a:pt x="1286" y="3572"/>
                      <a:pt x="1286" y="3567"/>
                    </a:cubicBezTo>
                    <a:cubicBezTo>
                      <a:pt x="1286" y="3564"/>
                      <a:pt x="1286" y="3561"/>
                      <a:pt x="1286" y="3557"/>
                    </a:cubicBezTo>
                    <a:cubicBezTo>
                      <a:pt x="1286" y="3554"/>
                      <a:pt x="1285" y="3552"/>
                      <a:pt x="1285" y="3549"/>
                    </a:cubicBezTo>
                    <a:cubicBezTo>
                      <a:pt x="1286" y="3547"/>
                      <a:pt x="1286" y="3545"/>
                      <a:pt x="1286" y="3542"/>
                    </a:cubicBezTo>
                    <a:cubicBezTo>
                      <a:pt x="1286" y="3538"/>
                      <a:pt x="1286" y="3533"/>
                      <a:pt x="1286" y="3529"/>
                    </a:cubicBezTo>
                    <a:cubicBezTo>
                      <a:pt x="1286" y="3525"/>
                      <a:pt x="1285" y="3520"/>
                      <a:pt x="1285" y="3516"/>
                    </a:cubicBezTo>
                    <a:cubicBezTo>
                      <a:pt x="1285" y="3515"/>
                      <a:pt x="1285" y="3514"/>
                      <a:pt x="1285" y="3513"/>
                    </a:cubicBezTo>
                    <a:cubicBezTo>
                      <a:pt x="1285" y="3511"/>
                      <a:pt x="1284" y="3510"/>
                      <a:pt x="1284" y="3508"/>
                    </a:cubicBezTo>
                    <a:cubicBezTo>
                      <a:pt x="1283" y="3505"/>
                      <a:pt x="1283" y="3503"/>
                      <a:pt x="1283" y="3500"/>
                    </a:cubicBezTo>
                    <a:cubicBezTo>
                      <a:pt x="1283" y="3498"/>
                      <a:pt x="1281" y="3496"/>
                      <a:pt x="1280" y="3494"/>
                    </a:cubicBezTo>
                    <a:cubicBezTo>
                      <a:pt x="1279" y="3493"/>
                      <a:pt x="1278" y="3492"/>
                      <a:pt x="1277" y="3492"/>
                    </a:cubicBezTo>
                    <a:cubicBezTo>
                      <a:pt x="1275" y="3491"/>
                      <a:pt x="1273" y="3491"/>
                      <a:pt x="1271" y="3491"/>
                    </a:cubicBezTo>
                    <a:cubicBezTo>
                      <a:pt x="1270" y="3491"/>
                      <a:pt x="1269" y="3491"/>
                      <a:pt x="1267" y="3491"/>
                    </a:cubicBezTo>
                    <a:cubicBezTo>
                      <a:pt x="1266" y="3491"/>
                      <a:pt x="1265" y="3491"/>
                      <a:pt x="1264" y="3491"/>
                    </a:cubicBezTo>
                    <a:cubicBezTo>
                      <a:pt x="1263" y="3491"/>
                      <a:pt x="1262" y="3491"/>
                      <a:pt x="1261" y="3491"/>
                    </a:cubicBezTo>
                    <a:cubicBezTo>
                      <a:pt x="1257" y="3490"/>
                      <a:pt x="1254" y="3489"/>
                      <a:pt x="1251" y="3487"/>
                    </a:cubicBezTo>
                    <a:cubicBezTo>
                      <a:pt x="1248" y="3486"/>
                      <a:pt x="1246" y="3484"/>
                      <a:pt x="1245" y="3481"/>
                    </a:cubicBezTo>
                    <a:cubicBezTo>
                      <a:pt x="1244" y="3479"/>
                      <a:pt x="1243" y="3477"/>
                      <a:pt x="1240" y="3477"/>
                    </a:cubicBezTo>
                    <a:cubicBezTo>
                      <a:pt x="1236" y="3477"/>
                      <a:pt x="1232" y="3480"/>
                      <a:pt x="1229" y="3482"/>
                    </a:cubicBezTo>
                    <a:cubicBezTo>
                      <a:pt x="1227" y="3483"/>
                      <a:pt x="1225" y="3485"/>
                      <a:pt x="1223" y="3485"/>
                    </a:cubicBezTo>
                    <a:cubicBezTo>
                      <a:pt x="1221" y="3486"/>
                      <a:pt x="1219" y="3486"/>
                      <a:pt x="1217" y="3485"/>
                    </a:cubicBezTo>
                    <a:cubicBezTo>
                      <a:pt x="1211" y="3485"/>
                      <a:pt x="1208" y="3479"/>
                      <a:pt x="1205" y="3475"/>
                    </a:cubicBezTo>
                    <a:cubicBezTo>
                      <a:pt x="1203" y="3473"/>
                      <a:pt x="1202" y="3470"/>
                      <a:pt x="1199" y="3469"/>
                    </a:cubicBezTo>
                    <a:cubicBezTo>
                      <a:pt x="1197" y="3468"/>
                      <a:pt x="1196" y="3468"/>
                      <a:pt x="1194" y="3469"/>
                    </a:cubicBezTo>
                    <a:cubicBezTo>
                      <a:pt x="1192" y="3469"/>
                      <a:pt x="1190" y="3470"/>
                      <a:pt x="1188" y="3470"/>
                    </a:cubicBezTo>
                    <a:cubicBezTo>
                      <a:pt x="1186" y="3470"/>
                      <a:pt x="1184" y="3471"/>
                      <a:pt x="1181" y="3471"/>
                    </a:cubicBezTo>
                    <a:cubicBezTo>
                      <a:pt x="1179" y="3472"/>
                      <a:pt x="1177" y="3471"/>
                      <a:pt x="1175" y="3471"/>
                    </a:cubicBezTo>
                    <a:cubicBezTo>
                      <a:pt x="1173" y="3472"/>
                      <a:pt x="1171" y="3472"/>
                      <a:pt x="1169" y="3472"/>
                    </a:cubicBezTo>
                    <a:cubicBezTo>
                      <a:pt x="1167" y="3471"/>
                      <a:pt x="1165" y="3470"/>
                      <a:pt x="1163" y="3470"/>
                    </a:cubicBezTo>
                    <a:cubicBezTo>
                      <a:pt x="1161" y="3470"/>
                      <a:pt x="1159" y="3469"/>
                      <a:pt x="1157" y="3469"/>
                    </a:cubicBezTo>
                    <a:cubicBezTo>
                      <a:pt x="1153" y="3468"/>
                      <a:pt x="1149" y="3466"/>
                      <a:pt x="1146" y="3464"/>
                    </a:cubicBezTo>
                    <a:cubicBezTo>
                      <a:pt x="1145" y="3462"/>
                      <a:pt x="1143" y="3461"/>
                      <a:pt x="1141" y="3459"/>
                    </a:cubicBezTo>
                    <a:cubicBezTo>
                      <a:pt x="1141" y="3459"/>
                      <a:pt x="1141" y="3458"/>
                      <a:pt x="1140" y="3458"/>
                    </a:cubicBezTo>
                    <a:cubicBezTo>
                      <a:pt x="1140" y="3457"/>
                      <a:pt x="1139" y="3457"/>
                      <a:pt x="1138" y="3456"/>
                    </a:cubicBezTo>
                    <a:cubicBezTo>
                      <a:pt x="1138" y="3455"/>
                      <a:pt x="1137" y="3455"/>
                      <a:pt x="1137" y="3455"/>
                    </a:cubicBezTo>
                    <a:cubicBezTo>
                      <a:pt x="1137" y="3455"/>
                      <a:pt x="1136" y="3454"/>
                      <a:pt x="1136" y="3454"/>
                    </a:cubicBezTo>
                    <a:cubicBezTo>
                      <a:pt x="1136" y="3454"/>
                      <a:pt x="1136" y="3454"/>
                      <a:pt x="1136" y="3453"/>
                    </a:cubicBezTo>
                    <a:cubicBezTo>
                      <a:pt x="1136" y="3453"/>
                      <a:pt x="1136" y="3453"/>
                      <a:pt x="1136" y="3453"/>
                    </a:cubicBezTo>
                    <a:cubicBezTo>
                      <a:pt x="1136" y="3453"/>
                      <a:pt x="1136" y="3452"/>
                      <a:pt x="1136" y="3452"/>
                    </a:cubicBezTo>
                    <a:cubicBezTo>
                      <a:pt x="1136" y="3452"/>
                      <a:pt x="1135" y="3451"/>
                      <a:pt x="1135" y="3450"/>
                    </a:cubicBezTo>
                    <a:cubicBezTo>
                      <a:pt x="1134" y="3450"/>
                      <a:pt x="1134" y="3450"/>
                      <a:pt x="1133" y="3450"/>
                    </a:cubicBezTo>
                    <a:cubicBezTo>
                      <a:pt x="1132" y="3449"/>
                      <a:pt x="1131" y="3449"/>
                      <a:pt x="1130" y="3449"/>
                    </a:cubicBezTo>
                    <a:cubicBezTo>
                      <a:pt x="1129" y="3450"/>
                      <a:pt x="1128" y="3450"/>
                      <a:pt x="1127" y="3450"/>
                    </a:cubicBezTo>
                    <a:cubicBezTo>
                      <a:pt x="1127" y="3450"/>
                      <a:pt x="1126" y="3450"/>
                      <a:pt x="1125" y="3450"/>
                    </a:cubicBezTo>
                    <a:cubicBezTo>
                      <a:pt x="1121" y="3450"/>
                      <a:pt x="1118" y="3450"/>
                      <a:pt x="1114" y="3450"/>
                    </a:cubicBezTo>
                    <a:cubicBezTo>
                      <a:pt x="1113" y="3450"/>
                      <a:pt x="1112" y="3450"/>
                      <a:pt x="1111" y="3451"/>
                    </a:cubicBezTo>
                    <a:cubicBezTo>
                      <a:pt x="1110" y="3452"/>
                      <a:pt x="1111" y="3454"/>
                      <a:pt x="1111" y="3455"/>
                    </a:cubicBezTo>
                    <a:cubicBezTo>
                      <a:pt x="1111" y="3457"/>
                      <a:pt x="1111" y="3460"/>
                      <a:pt x="1111" y="3462"/>
                    </a:cubicBezTo>
                    <a:cubicBezTo>
                      <a:pt x="1111" y="3466"/>
                      <a:pt x="1111" y="3471"/>
                      <a:pt x="1112" y="3475"/>
                    </a:cubicBezTo>
                    <a:cubicBezTo>
                      <a:pt x="1112" y="3477"/>
                      <a:pt x="1113" y="3479"/>
                      <a:pt x="1113" y="3481"/>
                    </a:cubicBezTo>
                    <a:cubicBezTo>
                      <a:pt x="1111" y="3484"/>
                      <a:pt x="1110" y="3485"/>
                      <a:pt x="1107" y="3485"/>
                    </a:cubicBezTo>
                    <a:cubicBezTo>
                      <a:pt x="1104" y="3486"/>
                      <a:pt x="1102" y="3486"/>
                      <a:pt x="1099" y="3486"/>
                    </a:cubicBezTo>
                    <a:cubicBezTo>
                      <a:pt x="1097" y="3485"/>
                      <a:pt x="1095" y="3485"/>
                      <a:pt x="1094" y="3487"/>
                    </a:cubicBezTo>
                    <a:cubicBezTo>
                      <a:pt x="1093" y="3491"/>
                      <a:pt x="1096" y="3495"/>
                      <a:pt x="1098" y="3498"/>
                    </a:cubicBezTo>
                    <a:cubicBezTo>
                      <a:pt x="1100" y="3499"/>
                      <a:pt x="1102" y="3500"/>
                      <a:pt x="1101" y="3502"/>
                    </a:cubicBezTo>
                    <a:cubicBezTo>
                      <a:pt x="1101" y="3504"/>
                      <a:pt x="1099" y="3505"/>
                      <a:pt x="1098" y="3507"/>
                    </a:cubicBezTo>
                    <a:cubicBezTo>
                      <a:pt x="1096" y="3508"/>
                      <a:pt x="1093" y="3507"/>
                      <a:pt x="1091" y="3508"/>
                    </a:cubicBezTo>
                    <a:cubicBezTo>
                      <a:pt x="1089" y="3508"/>
                      <a:pt x="1086" y="3508"/>
                      <a:pt x="1084" y="3507"/>
                    </a:cubicBezTo>
                    <a:cubicBezTo>
                      <a:pt x="1082" y="3507"/>
                      <a:pt x="1080" y="3505"/>
                      <a:pt x="1077" y="3504"/>
                    </a:cubicBezTo>
                    <a:cubicBezTo>
                      <a:pt x="1075" y="3503"/>
                      <a:pt x="1072" y="3503"/>
                      <a:pt x="1070" y="3503"/>
                    </a:cubicBezTo>
                    <a:cubicBezTo>
                      <a:pt x="1067" y="3503"/>
                      <a:pt x="1066" y="3505"/>
                      <a:pt x="1063" y="3506"/>
                    </a:cubicBezTo>
                    <a:cubicBezTo>
                      <a:pt x="1060" y="3506"/>
                      <a:pt x="1056" y="3506"/>
                      <a:pt x="1052" y="3505"/>
                    </a:cubicBezTo>
                    <a:cubicBezTo>
                      <a:pt x="1048" y="3504"/>
                      <a:pt x="1045" y="3503"/>
                      <a:pt x="1042" y="3502"/>
                    </a:cubicBezTo>
                    <a:cubicBezTo>
                      <a:pt x="1040" y="3501"/>
                      <a:pt x="1039" y="3500"/>
                      <a:pt x="1037" y="3498"/>
                    </a:cubicBezTo>
                    <a:cubicBezTo>
                      <a:pt x="1036" y="3497"/>
                      <a:pt x="1035" y="3496"/>
                      <a:pt x="1034" y="3495"/>
                    </a:cubicBezTo>
                    <a:cubicBezTo>
                      <a:pt x="1033" y="3493"/>
                      <a:pt x="1032" y="3492"/>
                      <a:pt x="1030" y="3492"/>
                    </a:cubicBezTo>
                    <a:cubicBezTo>
                      <a:pt x="1028" y="3491"/>
                      <a:pt x="1026" y="3491"/>
                      <a:pt x="1024" y="3490"/>
                    </a:cubicBezTo>
                    <a:cubicBezTo>
                      <a:pt x="1023" y="3490"/>
                      <a:pt x="1021" y="3491"/>
                      <a:pt x="1020" y="3491"/>
                    </a:cubicBezTo>
                    <a:cubicBezTo>
                      <a:pt x="1018" y="3491"/>
                      <a:pt x="1016" y="3492"/>
                      <a:pt x="1014" y="3493"/>
                    </a:cubicBezTo>
                    <a:cubicBezTo>
                      <a:pt x="1013" y="3494"/>
                      <a:pt x="1011" y="3495"/>
                      <a:pt x="1010" y="3496"/>
                    </a:cubicBezTo>
                    <a:cubicBezTo>
                      <a:pt x="1008" y="3497"/>
                      <a:pt x="1005" y="3498"/>
                      <a:pt x="1003" y="3499"/>
                    </a:cubicBezTo>
                    <a:cubicBezTo>
                      <a:pt x="1000" y="3501"/>
                      <a:pt x="996" y="3503"/>
                      <a:pt x="992" y="3504"/>
                    </a:cubicBezTo>
                    <a:cubicBezTo>
                      <a:pt x="989" y="3505"/>
                      <a:pt x="986" y="3504"/>
                      <a:pt x="983" y="3502"/>
                    </a:cubicBezTo>
                    <a:cubicBezTo>
                      <a:pt x="982" y="3501"/>
                      <a:pt x="980" y="3500"/>
                      <a:pt x="980" y="3498"/>
                    </a:cubicBezTo>
                    <a:cubicBezTo>
                      <a:pt x="980" y="3496"/>
                      <a:pt x="981" y="3495"/>
                      <a:pt x="980" y="3494"/>
                    </a:cubicBezTo>
                    <a:cubicBezTo>
                      <a:pt x="978" y="3491"/>
                      <a:pt x="975" y="3488"/>
                      <a:pt x="971" y="3488"/>
                    </a:cubicBezTo>
                    <a:cubicBezTo>
                      <a:pt x="970" y="3488"/>
                      <a:pt x="968" y="3489"/>
                      <a:pt x="967" y="3490"/>
                    </a:cubicBezTo>
                    <a:cubicBezTo>
                      <a:pt x="964" y="3490"/>
                      <a:pt x="961" y="3492"/>
                      <a:pt x="958" y="3493"/>
                    </a:cubicBezTo>
                    <a:cubicBezTo>
                      <a:pt x="956" y="3494"/>
                      <a:pt x="953" y="3494"/>
                      <a:pt x="951" y="3496"/>
                    </a:cubicBezTo>
                    <a:cubicBezTo>
                      <a:pt x="950" y="3497"/>
                      <a:pt x="949" y="3499"/>
                      <a:pt x="947" y="3500"/>
                    </a:cubicBezTo>
                    <a:cubicBezTo>
                      <a:pt x="945" y="3504"/>
                      <a:pt x="943" y="3508"/>
                      <a:pt x="942" y="3512"/>
                    </a:cubicBezTo>
                    <a:cubicBezTo>
                      <a:pt x="941" y="3515"/>
                      <a:pt x="940" y="3521"/>
                      <a:pt x="936" y="3519"/>
                    </a:cubicBezTo>
                    <a:cubicBezTo>
                      <a:pt x="932" y="3518"/>
                      <a:pt x="929" y="3515"/>
                      <a:pt x="924" y="3516"/>
                    </a:cubicBezTo>
                    <a:cubicBezTo>
                      <a:pt x="920" y="3516"/>
                      <a:pt x="918" y="3521"/>
                      <a:pt x="914" y="3522"/>
                    </a:cubicBezTo>
                    <a:cubicBezTo>
                      <a:pt x="909" y="3524"/>
                      <a:pt x="905" y="3525"/>
                      <a:pt x="901" y="3528"/>
                    </a:cubicBezTo>
                    <a:cubicBezTo>
                      <a:pt x="899" y="3529"/>
                      <a:pt x="897" y="3530"/>
                      <a:pt x="896" y="3531"/>
                    </a:cubicBezTo>
                    <a:cubicBezTo>
                      <a:pt x="895" y="3531"/>
                      <a:pt x="894" y="3532"/>
                      <a:pt x="893" y="3532"/>
                    </a:cubicBezTo>
                    <a:cubicBezTo>
                      <a:pt x="892" y="3532"/>
                      <a:pt x="891" y="3532"/>
                      <a:pt x="890" y="3533"/>
                    </a:cubicBezTo>
                    <a:cubicBezTo>
                      <a:pt x="888" y="3534"/>
                      <a:pt x="886" y="3534"/>
                      <a:pt x="884" y="3535"/>
                    </a:cubicBezTo>
                    <a:cubicBezTo>
                      <a:pt x="882" y="3535"/>
                      <a:pt x="880" y="3535"/>
                      <a:pt x="877" y="3536"/>
                    </a:cubicBezTo>
                    <a:cubicBezTo>
                      <a:pt x="875" y="3536"/>
                      <a:pt x="873" y="3536"/>
                      <a:pt x="871" y="3537"/>
                    </a:cubicBezTo>
                    <a:cubicBezTo>
                      <a:pt x="869" y="3537"/>
                      <a:pt x="867" y="3537"/>
                      <a:pt x="865" y="3537"/>
                    </a:cubicBezTo>
                    <a:cubicBezTo>
                      <a:pt x="863" y="3537"/>
                      <a:pt x="861" y="3538"/>
                      <a:pt x="860" y="3538"/>
                    </a:cubicBezTo>
                    <a:cubicBezTo>
                      <a:pt x="855" y="3539"/>
                      <a:pt x="850" y="3540"/>
                      <a:pt x="846" y="3540"/>
                    </a:cubicBezTo>
                    <a:cubicBezTo>
                      <a:pt x="843" y="3540"/>
                      <a:pt x="840" y="3541"/>
                      <a:pt x="837" y="3541"/>
                    </a:cubicBezTo>
                    <a:cubicBezTo>
                      <a:pt x="835" y="3542"/>
                      <a:pt x="832" y="3542"/>
                      <a:pt x="830" y="3542"/>
                    </a:cubicBezTo>
                    <a:cubicBezTo>
                      <a:pt x="828" y="3543"/>
                      <a:pt x="825" y="3544"/>
                      <a:pt x="823" y="3545"/>
                    </a:cubicBezTo>
                    <a:cubicBezTo>
                      <a:pt x="820" y="3547"/>
                      <a:pt x="819" y="3549"/>
                      <a:pt x="818" y="3552"/>
                    </a:cubicBezTo>
                    <a:cubicBezTo>
                      <a:pt x="816" y="3555"/>
                      <a:pt x="815" y="3558"/>
                      <a:pt x="813" y="3561"/>
                    </a:cubicBezTo>
                    <a:cubicBezTo>
                      <a:pt x="812" y="3563"/>
                      <a:pt x="810" y="3566"/>
                      <a:pt x="809" y="3569"/>
                    </a:cubicBezTo>
                    <a:cubicBezTo>
                      <a:pt x="807" y="3576"/>
                      <a:pt x="804" y="3583"/>
                      <a:pt x="800" y="3590"/>
                    </a:cubicBezTo>
                    <a:cubicBezTo>
                      <a:pt x="799" y="3591"/>
                      <a:pt x="798" y="3593"/>
                      <a:pt x="797" y="3594"/>
                    </a:cubicBezTo>
                    <a:cubicBezTo>
                      <a:pt x="794" y="3598"/>
                      <a:pt x="791" y="3602"/>
                      <a:pt x="786" y="3604"/>
                    </a:cubicBezTo>
                    <a:cubicBezTo>
                      <a:pt x="784" y="3605"/>
                      <a:pt x="782" y="3606"/>
                      <a:pt x="780" y="3607"/>
                    </a:cubicBezTo>
                    <a:cubicBezTo>
                      <a:pt x="779" y="3608"/>
                      <a:pt x="778" y="3608"/>
                      <a:pt x="777" y="3609"/>
                    </a:cubicBezTo>
                    <a:cubicBezTo>
                      <a:pt x="776" y="3609"/>
                      <a:pt x="775" y="3609"/>
                      <a:pt x="774" y="3610"/>
                    </a:cubicBezTo>
                    <a:cubicBezTo>
                      <a:pt x="772" y="3610"/>
                      <a:pt x="769" y="3611"/>
                      <a:pt x="767" y="3612"/>
                    </a:cubicBezTo>
                    <a:cubicBezTo>
                      <a:pt x="765" y="3613"/>
                      <a:pt x="762" y="3613"/>
                      <a:pt x="761" y="3616"/>
                    </a:cubicBezTo>
                    <a:cubicBezTo>
                      <a:pt x="758" y="3619"/>
                      <a:pt x="761" y="3623"/>
                      <a:pt x="760" y="3626"/>
                    </a:cubicBezTo>
                    <a:cubicBezTo>
                      <a:pt x="760" y="3631"/>
                      <a:pt x="757" y="3634"/>
                      <a:pt x="754" y="3637"/>
                    </a:cubicBezTo>
                    <a:cubicBezTo>
                      <a:pt x="751" y="3640"/>
                      <a:pt x="748" y="3642"/>
                      <a:pt x="744" y="3644"/>
                    </a:cubicBezTo>
                    <a:cubicBezTo>
                      <a:pt x="740" y="3645"/>
                      <a:pt x="739" y="3648"/>
                      <a:pt x="739" y="3651"/>
                    </a:cubicBezTo>
                    <a:cubicBezTo>
                      <a:pt x="739" y="3655"/>
                      <a:pt x="739" y="3657"/>
                      <a:pt x="741" y="3660"/>
                    </a:cubicBezTo>
                    <a:cubicBezTo>
                      <a:pt x="742" y="3663"/>
                      <a:pt x="743" y="3668"/>
                      <a:pt x="741" y="3670"/>
                    </a:cubicBezTo>
                    <a:cubicBezTo>
                      <a:pt x="739" y="3674"/>
                      <a:pt x="735" y="3675"/>
                      <a:pt x="732" y="3678"/>
                    </a:cubicBezTo>
                    <a:cubicBezTo>
                      <a:pt x="730" y="3679"/>
                      <a:pt x="728" y="3680"/>
                      <a:pt x="726" y="3681"/>
                    </a:cubicBezTo>
                    <a:cubicBezTo>
                      <a:pt x="723" y="3683"/>
                      <a:pt x="720" y="3685"/>
                      <a:pt x="716" y="3687"/>
                    </a:cubicBezTo>
                    <a:cubicBezTo>
                      <a:pt x="715" y="3688"/>
                      <a:pt x="713" y="3689"/>
                      <a:pt x="712" y="3690"/>
                    </a:cubicBezTo>
                    <a:cubicBezTo>
                      <a:pt x="711" y="3690"/>
                      <a:pt x="710" y="3691"/>
                      <a:pt x="709" y="3691"/>
                    </a:cubicBezTo>
                    <a:cubicBezTo>
                      <a:pt x="709" y="3691"/>
                      <a:pt x="708" y="3691"/>
                      <a:pt x="708" y="3692"/>
                    </a:cubicBezTo>
                    <a:cubicBezTo>
                      <a:pt x="708" y="3692"/>
                      <a:pt x="707" y="3692"/>
                      <a:pt x="707" y="3692"/>
                    </a:cubicBezTo>
                    <a:cubicBezTo>
                      <a:pt x="707" y="3692"/>
                      <a:pt x="706" y="3692"/>
                      <a:pt x="706" y="3692"/>
                    </a:cubicBezTo>
                    <a:cubicBezTo>
                      <a:pt x="706" y="3693"/>
                      <a:pt x="705" y="3693"/>
                      <a:pt x="705" y="3693"/>
                    </a:cubicBezTo>
                    <a:cubicBezTo>
                      <a:pt x="705" y="3693"/>
                      <a:pt x="704" y="3693"/>
                      <a:pt x="704" y="3693"/>
                    </a:cubicBezTo>
                    <a:cubicBezTo>
                      <a:pt x="704" y="3694"/>
                      <a:pt x="704" y="3694"/>
                      <a:pt x="704" y="3694"/>
                    </a:cubicBezTo>
                    <a:cubicBezTo>
                      <a:pt x="704" y="3695"/>
                      <a:pt x="703" y="3696"/>
                      <a:pt x="703" y="3697"/>
                    </a:cubicBezTo>
                    <a:cubicBezTo>
                      <a:pt x="702" y="3701"/>
                      <a:pt x="699" y="3704"/>
                      <a:pt x="695" y="3701"/>
                    </a:cubicBezTo>
                    <a:cubicBezTo>
                      <a:pt x="693" y="3700"/>
                      <a:pt x="690" y="3697"/>
                      <a:pt x="688" y="3694"/>
                    </a:cubicBezTo>
                    <a:cubicBezTo>
                      <a:pt x="686" y="3690"/>
                      <a:pt x="686" y="3685"/>
                      <a:pt x="683" y="3681"/>
                    </a:cubicBezTo>
                    <a:cubicBezTo>
                      <a:pt x="681" y="3676"/>
                      <a:pt x="676" y="3683"/>
                      <a:pt x="673" y="3685"/>
                    </a:cubicBezTo>
                    <a:cubicBezTo>
                      <a:pt x="672" y="3686"/>
                      <a:pt x="670" y="3688"/>
                      <a:pt x="669" y="3687"/>
                    </a:cubicBezTo>
                    <a:cubicBezTo>
                      <a:pt x="668" y="3685"/>
                      <a:pt x="669" y="3682"/>
                      <a:pt x="669" y="3681"/>
                    </a:cubicBezTo>
                    <a:cubicBezTo>
                      <a:pt x="669" y="3678"/>
                      <a:pt x="672" y="3669"/>
                      <a:pt x="667" y="3669"/>
                    </a:cubicBezTo>
                    <a:cubicBezTo>
                      <a:pt x="663" y="3670"/>
                      <a:pt x="661" y="3675"/>
                      <a:pt x="659" y="3678"/>
                    </a:cubicBezTo>
                    <a:cubicBezTo>
                      <a:pt x="657" y="3680"/>
                      <a:pt x="654" y="3682"/>
                      <a:pt x="654" y="3685"/>
                    </a:cubicBezTo>
                    <a:cubicBezTo>
                      <a:pt x="654" y="3689"/>
                      <a:pt x="656" y="3692"/>
                      <a:pt x="659" y="3693"/>
                    </a:cubicBezTo>
                    <a:cubicBezTo>
                      <a:pt x="659" y="3693"/>
                      <a:pt x="659" y="3693"/>
                      <a:pt x="659" y="3693"/>
                    </a:cubicBezTo>
                    <a:cubicBezTo>
                      <a:pt x="660" y="3694"/>
                      <a:pt x="660" y="3694"/>
                      <a:pt x="660" y="3694"/>
                    </a:cubicBezTo>
                    <a:cubicBezTo>
                      <a:pt x="661" y="3695"/>
                      <a:pt x="662" y="3695"/>
                      <a:pt x="663" y="3696"/>
                    </a:cubicBezTo>
                    <a:cubicBezTo>
                      <a:pt x="667" y="3697"/>
                      <a:pt x="670" y="3698"/>
                      <a:pt x="673" y="3700"/>
                    </a:cubicBezTo>
                    <a:cubicBezTo>
                      <a:pt x="676" y="3701"/>
                      <a:pt x="679" y="3703"/>
                      <a:pt x="681" y="3705"/>
                    </a:cubicBezTo>
                    <a:cubicBezTo>
                      <a:pt x="685" y="3707"/>
                      <a:pt x="690" y="3708"/>
                      <a:pt x="691" y="3713"/>
                    </a:cubicBezTo>
                    <a:cubicBezTo>
                      <a:pt x="693" y="3717"/>
                      <a:pt x="690" y="3719"/>
                      <a:pt x="688" y="3721"/>
                    </a:cubicBezTo>
                    <a:cubicBezTo>
                      <a:pt x="685" y="3724"/>
                      <a:pt x="683" y="3726"/>
                      <a:pt x="682" y="3729"/>
                    </a:cubicBezTo>
                    <a:cubicBezTo>
                      <a:pt x="681" y="3732"/>
                      <a:pt x="683" y="3734"/>
                      <a:pt x="682" y="3737"/>
                    </a:cubicBezTo>
                    <a:cubicBezTo>
                      <a:pt x="681" y="3740"/>
                      <a:pt x="676" y="3740"/>
                      <a:pt x="675" y="3742"/>
                    </a:cubicBezTo>
                    <a:cubicBezTo>
                      <a:pt x="672" y="3744"/>
                      <a:pt x="674" y="3750"/>
                      <a:pt x="675" y="3753"/>
                    </a:cubicBezTo>
                    <a:cubicBezTo>
                      <a:pt x="675" y="3756"/>
                      <a:pt x="677" y="3758"/>
                      <a:pt x="678" y="3761"/>
                    </a:cubicBezTo>
                    <a:cubicBezTo>
                      <a:pt x="679" y="3763"/>
                      <a:pt x="680" y="3765"/>
                      <a:pt x="680" y="3768"/>
                    </a:cubicBezTo>
                    <a:cubicBezTo>
                      <a:pt x="680" y="3768"/>
                      <a:pt x="680" y="3768"/>
                      <a:pt x="680" y="3768"/>
                    </a:cubicBezTo>
                    <a:cubicBezTo>
                      <a:pt x="680" y="3768"/>
                      <a:pt x="680" y="3768"/>
                      <a:pt x="680" y="3769"/>
                    </a:cubicBezTo>
                    <a:cubicBezTo>
                      <a:pt x="680" y="3769"/>
                      <a:pt x="680" y="3769"/>
                      <a:pt x="680" y="3769"/>
                    </a:cubicBezTo>
                    <a:cubicBezTo>
                      <a:pt x="680" y="3769"/>
                      <a:pt x="680" y="3770"/>
                      <a:pt x="680" y="3770"/>
                    </a:cubicBezTo>
                    <a:cubicBezTo>
                      <a:pt x="681" y="3771"/>
                      <a:pt x="680" y="3772"/>
                      <a:pt x="680" y="3772"/>
                    </a:cubicBezTo>
                    <a:cubicBezTo>
                      <a:pt x="679" y="3774"/>
                      <a:pt x="678" y="3776"/>
                      <a:pt x="677" y="3777"/>
                    </a:cubicBezTo>
                    <a:cubicBezTo>
                      <a:pt x="676" y="3778"/>
                      <a:pt x="676" y="3779"/>
                      <a:pt x="676" y="3779"/>
                    </a:cubicBezTo>
                    <a:cubicBezTo>
                      <a:pt x="675" y="3781"/>
                      <a:pt x="674" y="3782"/>
                      <a:pt x="673" y="3783"/>
                    </a:cubicBezTo>
                    <a:cubicBezTo>
                      <a:pt x="672" y="3784"/>
                      <a:pt x="671" y="3784"/>
                      <a:pt x="670" y="3785"/>
                    </a:cubicBezTo>
                    <a:cubicBezTo>
                      <a:pt x="669" y="3785"/>
                      <a:pt x="669" y="3786"/>
                      <a:pt x="668" y="3787"/>
                    </a:cubicBezTo>
                    <a:cubicBezTo>
                      <a:pt x="667" y="3789"/>
                      <a:pt x="666" y="3791"/>
                      <a:pt x="665" y="3792"/>
                    </a:cubicBezTo>
                    <a:cubicBezTo>
                      <a:pt x="661" y="3796"/>
                      <a:pt x="655" y="3796"/>
                      <a:pt x="650" y="3796"/>
                    </a:cubicBezTo>
                    <a:cubicBezTo>
                      <a:pt x="649" y="3796"/>
                      <a:pt x="647" y="3796"/>
                      <a:pt x="646" y="3797"/>
                    </a:cubicBezTo>
                    <a:cubicBezTo>
                      <a:pt x="644" y="3798"/>
                      <a:pt x="641" y="3799"/>
                      <a:pt x="639" y="3800"/>
                    </a:cubicBezTo>
                    <a:cubicBezTo>
                      <a:pt x="634" y="3801"/>
                      <a:pt x="628" y="3804"/>
                      <a:pt x="625" y="3799"/>
                    </a:cubicBezTo>
                    <a:cubicBezTo>
                      <a:pt x="623" y="3793"/>
                      <a:pt x="625" y="3787"/>
                      <a:pt x="622" y="3781"/>
                    </a:cubicBezTo>
                    <a:cubicBezTo>
                      <a:pt x="621" y="3779"/>
                      <a:pt x="617" y="3778"/>
                      <a:pt x="615" y="3779"/>
                    </a:cubicBezTo>
                    <a:cubicBezTo>
                      <a:pt x="613" y="3780"/>
                      <a:pt x="612" y="3783"/>
                      <a:pt x="610" y="3784"/>
                    </a:cubicBezTo>
                    <a:cubicBezTo>
                      <a:pt x="608" y="3785"/>
                      <a:pt x="606" y="3784"/>
                      <a:pt x="604" y="3784"/>
                    </a:cubicBezTo>
                    <a:cubicBezTo>
                      <a:pt x="603" y="3784"/>
                      <a:pt x="601" y="3785"/>
                      <a:pt x="600" y="3784"/>
                    </a:cubicBezTo>
                    <a:cubicBezTo>
                      <a:pt x="598" y="3781"/>
                      <a:pt x="601" y="3778"/>
                      <a:pt x="603" y="3776"/>
                    </a:cubicBezTo>
                    <a:cubicBezTo>
                      <a:pt x="606" y="3771"/>
                      <a:pt x="608" y="3765"/>
                      <a:pt x="605" y="3760"/>
                    </a:cubicBezTo>
                    <a:cubicBezTo>
                      <a:pt x="603" y="3756"/>
                      <a:pt x="600" y="3761"/>
                      <a:pt x="599" y="3762"/>
                    </a:cubicBezTo>
                    <a:cubicBezTo>
                      <a:pt x="597" y="3764"/>
                      <a:pt x="595" y="3766"/>
                      <a:pt x="594" y="3769"/>
                    </a:cubicBezTo>
                    <a:cubicBezTo>
                      <a:pt x="592" y="3771"/>
                      <a:pt x="592" y="3774"/>
                      <a:pt x="589" y="3776"/>
                    </a:cubicBezTo>
                    <a:cubicBezTo>
                      <a:pt x="587" y="3779"/>
                      <a:pt x="584" y="3779"/>
                      <a:pt x="581" y="3779"/>
                    </a:cubicBezTo>
                    <a:cubicBezTo>
                      <a:pt x="577" y="3780"/>
                      <a:pt x="573" y="3780"/>
                      <a:pt x="570" y="3780"/>
                    </a:cubicBezTo>
                    <a:cubicBezTo>
                      <a:pt x="566" y="3780"/>
                      <a:pt x="563" y="3778"/>
                      <a:pt x="559" y="3778"/>
                    </a:cubicBezTo>
                    <a:cubicBezTo>
                      <a:pt x="556" y="3778"/>
                      <a:pt x="548" y="3776"/>
                      <a:pt x="548" y="3781"/>
                    </a:cubicBezTo>
                    <a:cubicBezTo>
                      <a:pt x="547" y="3785"/>
                      <a:pt x="547" y="3789"/>
                      <a:pt x="547" y="3794"/>
                    </a:cubicBezTo>
                    <a:cubicBezTo>
                      <a:pt x="546" y="3796"/>
                      <a:pt x="545" y="3799"/>
                      <a:pt x="544" y="3801"/>
                    </a:cubicBezTo>
                    <a:cubicBezTo>
                      <a:pt x="542" y="3803"/>
                      <a:pt x="539" y="3805"/>
                      <a:pt x="537" y="3807"/>
                    </a:cubicBezTo>
                    <a:cubicBezTo>
                      <a:pt x="535" y="3809"/>
                      <a:pt x="532" y="3810"/>
                      <a:pt x="531" y="3812"/>
                    </a:cubicBezTo>
                    <a:cubicBezTo>
                      <a:pt x="527" y="3817"/>
                      <a:pt x="532" y="3825"/>
                      <a:pt x="535" y="3829"/>
                    </a:cubicBezTo>
                    <a:cubicBezTo>
                      <a:pt x="537" y="3832"/>
                      <a:pt x="539" y="3834"/>
                      <a:pt x="540" y="3837"/>
                    </a:cubicBezTo>
                    <a:cubicBezTo>
                      <a:pt x="540" y="3840"/>
                      <a:pt x="539" y="3844"/>
                      <a:pt x="538" y="3847"/>
                    </a:cubicBezTo>
                    <a:cubicBezTo>
                      <a:pt x="534" y="3852"/>
                      <a:pt x="528" y="3855"/>
                      <a:pt x="524" y="3860"/>
                    </a:cubicBezTo>
                    <a:cubicBezTo>
                      <a:pt x="521" y="3862"/>
                      <a:pt x="519" y="3864"/>
                      <a:pt x="516" y="3865"/>
                    </a:cubicBezTo>
                    <a:cubicBezTo>
                      <a:pt x="513" y="3865"/>
                      <a:pt x="510" y="3864"/>
                      <a:pt x="507" y="3862"/>
                    </a:cubicBezTo>
                    <a:cubicBezTo>
                      <a:pt x="501" y="3859"/>
                      <a:pt x="495" y="3864"/>
                      <a:pt x="491" y="3868"/>
                    </a:cubicBezTo>
                    <a:cubicBezTo>
                      <a:pt x="487" y="3872"/>
                      <a:pt x="484" y="3879"/>
                      <a:pt x="478" y="3879"/>
                    </a:cubicBezTo>
                    <a:cubicBezTo>
                      <a:pt x="472" y="3879"/>
                      <a:pt x="469" y="3872"/>
                      <a:pt x="465" y="3869"/>
                    </a:cubicBezTo>
                    <a:cubicBezTo>
                      <a:pt x="462" y="3866"/>
                      <a:pt x="458" y="3865"/>
                      <a:pt x="455" y="3862"/>
                    </a:cubicBezTo>
                    <a:cubicBezTo>
                      <a:pt x="453" y="3861"/>
                      <a:pt x="452" y="3859"/>
                      <a:pt x="452" y="3857"/>
                    </a:cubicBezTo>
                    <a:cubicBezTo>
                      <a:pt x="452" y="3855"/>
                      <a:pt x="453" y="3853"/>
                      <a:pt x="455" y="3852"/>
                    </a:cubicBezTo>
                    <a:cubicBezTo>
                      <a:pt x="455" y="3851"/>
                      <a:pt x="456" y="3851"/>
                      <a:pt x="457" y="3850"/>
                    </a:cubicBezTo>
                    <a:cubicBezTo>
                      <a:pt x="458" y="3850"/>
                      <a:pt x="459" y="3848"/>
                      <a:pt x="460" y="3848"/>
                    </a:cubicBezTo>
                    <a:cubicBezTo>
                      <a:pt x="462" y="3847"/>
                      <a:pt x="464" y="3845"/>
                      <a:pt x="464" y="3842"/>
                    </a:cubicBezTo>
                    <a:cubicBezTo>
                      <a:pt x="464" y="3840"/>
                      <a:pt x="464" y="3837"/>
                      <a:pt x="465" y="3835"/>
                    </a:cubicBezTo>
                    <a:cubicBezTo>
                      <a:pt x="467" y="3833"/>
                      <a:pt x="468" y="3832"/>
                      <a:pt x="470" y="3830"/>
                    </a:cubicBezTo>
                    <a:cubicBezTo>
                      <a:pt x="472" y="3828"/>
                      <a:pt x="474" y="3827"/>
                      <a:pt x="472" y="3824"/>
                    </a:cubicBezTo>
                    <a:cubicBezTo>
                      <a:pt x="471" y="3821"/>
                      <a:pt x="469" y="3821"/>
                      <a:pt x="472" y="3818"/>
                    </a:cubicBezTo>
                    <a:cubicBezTo>
                      <a:pt x="474" y="3816"/>
                      <a:pt x="474" y="3814"/>
                      <a:pt x="472" y="3812"/>
                    </a:cubicBezTo>
                    <a:cubicBezTo>
                      <a:pt x="470" y="3809"/>
                      <a:pt x="468" y="3811"/>
                      <a:pt x="466" y="3812"/>
                    </a:cubicBezTo>
                    <a:cubicBezTo>
                      <a:pt x="464" y="3813"/>
                      <a:pt x="463" y="3814"/>
                      <a:pt x="462" y="3814"/>
                    </a:cubicBezTo>
                    <a:cubicBezTo>
                      <a:pt x="461" y="3815"/>
                      <a:pt x="460" y="3815"/>
                      <a:pt x="459" y="3815"/>
                    </a:cubicBezTo>
                    <a:cubicBezTo>
                      <a:pt x="459" y="3816"/>
                      <a:pt x="459" y="3816"/>
                      <a:pt x="458" y="3817"/>
                    </a:cubicBezTo>
                    <a:cubicBezTo>
                      <a:pt x="457" y="3817"/>
                      <a:pt x="456" y="3816"/>
                      <a:pt x="456" y="3817"/>
                    </a:cubicBezTo>
                    <a:cubicBezTo>
                      <a:pt x="455" y="3818"/>
                      <a:pt x="455" y="3818"/>
                      <a:pt x="453" y="3818"/>
                    </a:cubicBezTo>
                    <a:cubicBezTo>
                      <a:pt x="452" y="3818"/>
                      <a:pt x="452" y="3818"/>
                      <a:pt x="451" y="3819"/>
                    </a:cubicBezTo>
                    <a:cubicBezTo>
                      <a:pt x="448" y="3819"/>
                      <a:pt x="446" y="3819"/>
                      <a:pt x="444" y="3818"/>
                    </a:cubicBezTo>
                    <a:cubicBezTo>
                      <a:pt x="443" y="3817"/>
                      <a:pt x="442" y="3816"/>
                      <a:pt x="442" y="3816"/>
                    </a:cubicBezTo>
                    <a:cubicBezTo>
                      <a:pt x="440" y="3814"/>
                      <a:pt x="441" y="3811"/>
                      <a:pt x="442" y="3809"/>
                    </a:cubicBezTo>
                    <a:cubicBezTo>
                      <a:pt x="443" y="3808"/>
                      <a:pt x="444" y="3807"/>
                      <a:pt x="444" y="3806"/>
                    </a:cubicBezTo>
                    <a:cubicBezTo>
                      <a:pt x="445" y="3805"/>
                      <a:pt x="446" y="3804"/>
                      <a:pt x="446" y="3803"/>
                    </a:cubicBezTo>
                    <a:cubicBezTo>
                      <a:pt x="446" y="3802"/>
                      <a:pt x="446" y="3800"/>
                      <a:pt x="446" y="3799"/>
                    </a:cubicBezTo>
                    <a:cubicBezTo>
                      <a:pt x="446" y="3797"/>
                      <a:pt x="444" y="3796"/>
                      <a:pt x="444" y="3794"/>
                    </a:cubicBezTo>
                    <a:cubicBezTo>
                      <a:pt x="443" y="3793"/>
                      <a:pt x="442" y="3791"/>
                      <a:pt x="441" y="3790"/>
                    </a:cubicBezTo>
                    <a:cubicBezTo>
                      <a:pt x="440" y="3789"/>
                      <a:pt x="439" y="3789"/>
                      <a:pt x="439" y="3789"/>
                    </a:cubicBezTo>
                    <a:cubicBezTo>
                      <a:pt x="438" y="3788"/>
                      <a:pt x="438" y="3787"/>
                      <a:pt x="437" y="3787"/>
                    </a:cubicBezTo>
                    <a:cubicBezTo>
                      <a:pt x="436" y="3786"/>
                      <a:pt x="435" y="3785"/>
                      <a:pt x="434" y="3785"/>
                    </a:cubicBezTo>
                    <a:cubicBezTo>
                      <a:pt x="433" y="3784"/>
                      <a:pt x="432" y="3783"/>
                      <a:pt x="430" y="3782"/>
                    </a:cubicBezTo>
                    <a:cubicBezTo>
                      <a:pt x="429" y="3781"/>
                      <a:pt x="427" y="3780"/>
                      <a:pt x="426" y="3779"/>
                    </a:cubicBezTo>
                    <a:cubicBezTo>
                      <a:pt x="424" y="3777"/>
                      <a:pt x="424" y="3776"/>
                      <a:pt x="424" y="3775"/>
                    </a:cubicBezTo>
                    <a:cubicBezTo>
                      <a:pt x="424" y="3773"/>
                      <a:pt x="423" y="3772"/>
                      <a:pt x="423" y="3770"/>
                    </a:cubicBezTo>
                    <a:cubicBezTo>
                      <a:pt x="422" y="3767"/>
                      <a:pt x="424" y="3764"/>
                      <a:pt x="424" y="3761"/>
                    </a:cubicBezTo>
                    <a:cubicBezTo>
                      <a:pt x="425" y="3758"/>
                      <a:pt x="424" y="3756"/>
                      <a:pt x="425" y="3753"/>
                    </a:cubicBezTo>
                    <a:cubicBezTo>
                      <a:pt x="425" y="3752"/>
                      <a:pt x="426" y="3751"/>
                      <a:pt x="426" y="3750"/>
                    </a:cubicBezTo>
                    <a:cubicBezTo>
                      <a:pt x="426" y="3749"/>
                      <a:pt x="425" y="3747"/>
                      <a:pt x="424" y="3746"/>
                    </a:cubicBezTo>
                    <a:cubicBezTo>
                      <a:pt x="423" y="3744"/>
                      <a:pt x="420" y="3743"/>
                      <a:pt x="418" y="3744"/>
                    </a:cubicBezTo>
                    <a:cubicBezTo>
                      <a:pt x="416" y="3744"/>
                      <a:pt x="415" y="3744"/>
                      <a:pt x="413" y="3745"/>
                    </a:cubicBezTo>
                    <a:cubicBezTo>
                      <a:pt x="412" y="3745"/>
                      <a:pt x="411" y="3747"/>
                      <a:pt x="409" y="3746"/>
                    </a:cubicBezTo>
                    <a:cubicBezTo>
                      <a:pt x="407" y="3746"/>
                      <a:pt x="404" y="3741"/>
                      <a:pt x="404" y="3739"/>
                    </a:cubicBezTo>
                    <a:cubicBezTo>
                      <a:pt x="404" y="3736"/>
                      <a:pt x="405" y="3733"/>
                      <a:pt x="404" y="3731"/>
                    </a:cubicBezTo>
                    <a:cubicBezTo>
                      <a:pt x="404" y="3728"/>
                      <a:pt x="401" y="3725"/>
                      <a:pt x="400" y="3723"/>
                    </a:cubicBezTo>
                    <a:cubicBezTo>
                      <a:pt x="398" y="3720"/>
                      <a:pt x="397" y="3717"/>
                      <a:pt x="395" y="3714"/>
                    </a:cubicBezTo>
                    <a:cubicBezTo>
                      <a:pt x="393" y="3712"/>
                      <a:pt x="391" y="3709"/>
                      <a:pt x="388" y="3708"/>
                    </a:cubicBezTo>
                    <a:cubicBezTo>
                      <a:pt x="385" y="3706"/>
                      <a:pt x="383" y="3707"/>
                      <a:pt x="380" y="3708"/>
                    </a:cubicBezTo>
                    <a:cubicBezTo>
                      <a:pt x="379" y="3709"/>
                      <a:pt x="378" y="3710"/>
                      <a:pt x="377" y="3710"/>
                    </a:cubicBezTo>
                    <a:cubicBezTo>
                      <a:pt x="376" y="3711"/>
                      <a:pt x="375" y="3711"/>
                      <a:pt x="374" y="3711"/>
                    </a:cubicBezTo>
                    <a:cubicBezTo>
                      <a:pt x="373" y="3712"/>
                      <a:pt x="371" y="3711"/>
                      <a:pt x="370" y="3711"/>
                    </a:cubicBezTo>
                    <a:cubicBezTo>
                      <a:pt x="369" y="3711"/>
                      <a:pt x="367" y="3711"/>
                      <a:pt x="366" y="3711"/>
                    </a:cubicBezTo>
                    <a:cubicBezTo>
                      <a:pt x="363" y="3711"/>
                      <a:pt x="361" y="3707"/>
                      <a:pt x="360" y="3705"/>
                    </a:cubicBezTo>
                    <a:cubicBezTo>
                      <a:pt x="360" y="3703"/>
                      <a:pt x="360" y="3703"/>
                      <a:pt x="358" y="3701"/>
                    </a:cubicBezTo>
                    <a:cubicBezTo>
                      <a:pt x="357" y="3700"/>
                      <a:pt x="356" y="3699"/>
                      <a:pt x="355" y="3697"/>
                    </a:cubicBezTo>
                    <a:cubicBezTo>
                      <a:pt x="354" y="3696"/>
                      <a:pt x="354" y="3695"/>
                      <a:pt x="353" y="3693"/>
                    </a:cubicBezTo>
                    <a:cubicBezTo>
                      <a:pt x="352" y="3692"/>
                      <a:pt x="351" y="3690"/>
                      <a:pt x="351" y="3688"/>
                    </a:cubicBezTo>
                    <a:cubicBezTo>
                      <a:pt x="350" y="3686"/>
                      <a:pt x="350" y="3683"/>
                      <a:pt x="350" y="3680"/>
                    </a:cubicBezTo>
                    <a:cubicBezTo>
                      <a:pt x="350" y="3679"/>
                      <a:pt x="347" y="3678"/>
                      <a:pt x="347" y="3678"/>
                    </a:cubicBezTo>
                    <a:cubicBezTo>
                      <a:pt x="346" y="3678"/>
                      <a:pt x="344" y="3678"/>
                      <a:pt x="343" y="3677"/>
                    </a:cubicBezTo>
                    <a:cubicBezTo>
                      <a:pt x="341" y="3676"/>
                      <a:pt x="339" y="3674"/>
                      <a:pt x="337" y="3672"/>
                    </a:cubicBezTo>
                    <a:cubicBezTo>
                      <a:pt x="333" y="3672"/>
                      <a:pt x="331" y="3672"/>
                      <a:pt x="327" y="3670"/>
                    </a:cubicBezTo>
                    <a:cubicBezTo>
                      <a:pt x="324" y="3669"/>
                      <a:pt x="321" y="3668"/>
                      <a:pt x="317" y="3667"/>
                    </a:cubicBezTo>
                    <a:cubicBezTo>
                      <a:pt x="314" y="3667"/>
                      <a:pt x="310" y="3668"/>
                      <a:pt x="307" y="3667"/>
                    </a:cubicBezTo>
                    <a:cubicBezTo>
                      <a:pt x="306" y="3666"/>
                      <a:pt x="305" y="3665"/>
                      <a:pt x="303" y="3665"/>
                    </a:cubicBezTo>
                    <a:cubicBezTo>
                      <a:pt x="301" y="3664"/>
                      <a:pt x="298" y="3664"/>
                      <a:pt x="295" y="3664"/>
                    </a:cubicBezTo>
                    <a:cubicBezTo>
                      <a:pt x="292" y="3664"/>
                      <a:pt x="287" y="3663"/>
                      <a:pt x="284" y="3666"/>
                    </a:cubicBezTo>
                    <a:cubicBezTo>
                      <a:pt x="283" y="3668"/>
                      <a:pt x="283" y="3669"/>
                      <a:pt x="283" y="3671"/>
                    </a:cubicBezTo>
                    <a:cubicBezTo>
                      <a:pt x="282" y="3673"/>
                      <a:pt x="282" y="3674"/>
                      <a:pt x="282" y="3676"/>
                    </a:cubicBezTo>
                    <a:cubicBezTo>
                      <a:pt x="282" y="3677"/>
                      <a:pt x="282" y="3679"/>
                      <a:pt x="281" y="3681"/>
                    </a:cubicBezTo>
                    <a:cubicBezTo>
                      <a:pt x="280" y="3682"/>
                      <a:pt x="278" y="3682"/>
                      <a:pt x="276" y="3682"/>
                    </a:cubicBezTo>
                    <a:cubicBezTo>
                      <a:pt x="274" y="3681"/>
                      <a:pt x="273" y="3681"/>
                      <a:pt x="270" y="3681"/>
                    </a:cubicBezTo>
                    <a:cubicBezTo>
                      <a:pt x="268" y="3681"/>
                      <a:pt x="266" y="3681"/>
                      <a:pt x="264" y="3680"/>
                    </a:cubicBezTo>
                    <a:cubicBezTo>
                      <a:pt x="260" y="3679"/>
                      <a:pt x="256" y="3678"/>
                      <a:pt x="252" y="3679"/>
                    </a:cubicBezTo>
                    <a:cubicBezTo>
                      <a:pt x="251" y="3679"/>
                      <a:pt x="249" y="3680"/>
                      <a:pt x="248" y="3681"/>
                    </a:cubicBezTo>
                    <a:cubicBezTo>
                      <a:pt x="246" y="3683"/>
                      <a:pt x="248" y="3685"/>
                      <a:pt x="247" y="3687"/>
                    </a:cubicBezTo>
                    <a:cubicBezTo>
                      <a:pt x="246" y="3690"/>
                      <a:pt x="241" y="3688"/>
                      <a:pt x="238" y="3688"/>
                    </a:cubicBezTo>
                    <a:cubicBezTo>
                      <a:pt x="235" y="3688"/>
                      <a:pt x="232" y="3690"/>
                      <a:pt x="229" y="3688"/>
                    </a:cubicBezTo>
                    <a:cubicBezTo>
                      <a:pt x="226" y="3687"/>
                      <a:pt x="224" y="3683"/>
                      <a:pt x="222" y="3680"/>
                    </a:cubicBezTo>
                    <a:cubicBezTo>
                      <a:pt x="220" y="3677"/>
                      <a:pt x="217" y="3674"/>
                      <a:pt x="214" y="3671"/>
                    </a:cubicBezTo>
                    <a:cubicBezTo>
                      <a:pt x="211" y="3668"/>
                      <a:pt x="208" y="3666"/>
                      <a:pt x="203" y="3665"/>
                    </a:cubicBezTo>
                    <a:cubicBezTo>
                      <a:pt x="200" y="3665"/>
                      <a:pt x="196" y="3666"/>
                      <a:pt x="192" y="3664"/>
                    </a:cubicBezTo>
                    <a:cubicBezTo>
                      <a:pt x="190" y="3663"/>
                      <a:pt x="187" y="3658"/>
                      <a:pt x="185" y="3659"/>
                    </a:cubicBezTo>
                    <a:cubicBezTo>
                      <a:pt x="183" y="3660"/>
                      <a:pt x="184" y="3662"/>
                      <a:pt x="182" y="3664"/>
                    </a:cubicBezTo>
                    <a:cubicBezTo>
                      <a:pt x="181" y="3665"/>
                      <a:pt x="179" y="3664"/>
                      <a:pt x="177" y="3664"/>
                    </a:cubicBezTo>
                    <a:cubicBezTo>
                      <a:pt x="172" y="3664"/>
                      <a:pt x="171" y="3671"/>
                      <a:pt x="171" y="3675"/>
                    </a:cubicBezTo>
                    <a:cubicBezTo>
                      <a:pt x="171" y="3677"/>
                      <a:pt x="171" y="3679"/>
                      <a:pt x="173" y="3680"/>
                    </a:cubicBezTo>
                    <a:cubicBezTo>
                      <a:pt x="174" y="3682"/>
                      <a:pt x="176" y="3683"/>
                      <a:pt x="177" y="3684"/>
                    </a:cubicBezTo>
                    <a:cubicBezTo>
                      <a:pt x="175" y="3684"/>
                      <a:pt x="174" y="3684"/>
                      <a:pt x="172" y="3684"/>
                    </a:cubicBezTo>
                    <a:cubicBezTo>
                      <a:pt x="170" y="3683"/>
                      <a:pt x="168" y="3681"/>
                      <a:pt x="166" y="3680"/>
                    </a:cubicBezTo>
                    <a:cubicBezTo>
                      <a:pt x="165" y="3680"/>
                      <a:pt x="163" y="3680"/>
                      <a:pt x="161" y="3680"/>
                    </a:cubicBezTo>
                    <a:cubicBezTo>
                      <a:pt x="160" y="3680"/>
                      <a:pt x="158" y="3682"/>
                      <a:pt x="157" y="3680"/>
                    </a:cubicBezTo>
                    <a:cubicBezTo>
                      <a:pt x="156" y="3679"/>
                      <a:pt x="157" y="3677"/>
                      <a:pt x="157" y="3675"/>
                    </a:cubicBezTo>
                    <a:cubicBezTo>
                      <a:pt x="158" y="3673"/>
                      <a:pt x="159" y="3673"/>
                      <a:pt x="161" y="3673"/>
                    </a:cubicBezTo>
                    <a:cubicBezTo>
                      <a:pt x="164" y="3673"/>
                      <a:pt x="165" y="3671"/>
                      <a:pt x="165" y="3667"/>
                    </a:cubicBezTo>
                    <a:cubicBezTo>
                      <a:pt x="166" y="3664"/>
                      <a:pt x="166" y="3661"/>
                      <a:pt x="166" y="3658"/>
                    </a:cubicBezTo>
                    <a:cubicBezTo>
                      <a:pt x="166" y="3654"/>
                      <a:pt x="164" y="3653"/>
                      <a:pt x="160" y="3652"/>
                    </a:cubicBezTo>
                    <a:cubicBezTo>
                      <a:pt x="157" y="3651"/>
                      <a:pt x="155" y="3649"/>
                      <a:pt x="152" y="3647"/>
                    </a:cubicBezTo>
                    <a:cubicBezTo>
                      <a:pt x="150" y="3645"/>
                      <a:pt x="146" y="3643"/>
                      <a:pt x="145" y="3640"/>
                    </a:cubicBezTo>
                    <a:cubicBezTo>
                      <a:pt x="145" y="3637"/>
                      <a:pt x="143" y="3635"/>
                      <a:pt x="141" y="3633"/>
                    </a:cubicBezTo>
                    <a:cubicBezTo>
                      <a:pt x="140" y="3630"/>
                      <a:pt x="136" y="3629"/>
                      <a:pt x="134" y="3628"/>
                    </a:cubicBezTo>
                    <a:cubicBezTo>
                      <a:pt x="130" y="3627"/>
                      <a:pt x="128" y="3626"/>
                      <a:pt x="125" y="3624"/>
                    </a:cubicBezTo>
                    <a:cubicBezTo>
                      <a:pt x="123" y="3622"/>
                      <a:pt x="121" y="3621"/>
                      <a:pt x="119" y="3619"/>
                    </a:cubicBezTo>
                    <a:cubicBezTo>
                      <a:pt x="116" y="3617"/>
                      <a:pt x="114" y="3616"/>
                      <a:pt x="112" y="3614"/>
                    </a:cubicBezTo>
                    <a:cubicBezTo>
                      <a:pt x="109" y="3612"/>
                      <a:pt x="108" y="3609"/>
                      <a:pt x="106" y="3607"/>
                    </a:cubicBezTo>
                    <a:cubicBezTo>
                      <a:pt x="105" y="3606"/>
                      <a:pt x="104" y="3605"/>
                      <a:pt x="103" y="3604"/>
                    </a:cubicBezTo>
                    <a:cubicBezTo>
                      <a:pt x="102" y="3603"/>
                      <a:pt x="102" y="3601"/>
                      <a:pt x="102" y="3600"/>
                    </a:cubicBezTo>
                    <a:cubicBezTo>
                      <a:pt x="100" y="3597"/>
                      <a:pt x="99" y="3596"/>
                      <a:pt x="97" y="3594"/>
                    </a:cubicBezTo>
                    <a:cubicBezTo>
                      <a:pt x="96" y="3594"/>
                      <a:pt x="96" y="3593"/>
                      <a:pt x="96" y="3593"/>
                    </a:cubicBezTo>
                    <a:cubicBezTo>
                      <a:pt x="87" y="3634"/>
                      <a:pt x="87" y="3634"/>
                      <a:pt x="87" y="3634"/>
                    </a:cubicBezTo>
                    <a:cubicBezTo>
                      <a:pt x="56" y="3649"/>
                      <a:pt x="56" y="3649"/>
                      <a:pt x="56" y="3649"/>
                    </a:cubicBezTo>
                    <a:cubicBezTo>
                      <a:pt x="0" y="3762"/>
                      <a:pt x="0" y="3762"/>
                      <a:pt x="0" y="3762"/>
                    </a:cubicBezTo>
                    <a:cubicBezTo>
                      <a:pt x="1" y="3762"/>
                      <a:pt x="1" y="3761"/>
                      <a:pt x="2" y="3762"/>
                    </a:cubicBezTo>
                    <a:cubicBezTo>
                      <a:pt x="5" y="3762"/>
                      <a:pt x="4" y="3766"/>
                      <a:pt x="5" y="3768"/>
                    </a:cubicBezTo>
                    <a:cubicBezTo>
                      <a:pt x="5" y="3770"/>
                      <a:pt x="8" y="3771"/>
                      <a:pt x="10" y="3771"/>
                    </a:cubicBezTo>
                    <a:cubicBezTo>
                      <a:pt x="11" y="3771"/>
                      <a:pt x="12" y="3771"/>
                      <a:pt x="13" y="3770"/>
                    </a:cubicBezTo>
                    <a:cubicBezTo>
                      <a:pt x="15" y="3770"/>
                      <a:pt x="16" y="3770"/>
                      <a:pt x="18" y="3770"/>
                    </a:cubicBezTo>
                    <a:cubicBezTo>
                      <a:pt x="18" y="3770"/>
                      <a:pt x="20" y="3769"/>
                      <a:pt x="20" y="3769"/>
                    </a:cubicBezTo>
                    <a:cubicBezTo>
                      <a:pt x="21" y="3768"/>
                      <a:pt x="20" y="3767"/>
                      <a:pt x="21" y="3766"/>
                    </a:cubicBezTo>
                    <a:cubicBezTo>
                      <a:pt x="21" y="3765"/>
                      <a:pt x="22" y="3765"/>
                      <a:pt x="23" y="3765"/>
                    </a:cubicBezTo>
                    <a:cubicBezTo>
                      <a:pt x="25" y="3766"/>
                      <a:pt x="27" y="3768"/>
                      <a:pt x="29" y="3768"/>
                    </a:cubicBezTo>
                    <a:cubicBezTo>
                      <a:pt x="31" y="3768"/>
                      <a:pt x="31" y="3765"/>
                      <a:pt x="32" y="3764"/>
                    </a:cubicBezTo>
                    <a:cubicBezTo>
                      <a:pt x="34" y="3761"/>
                      <a:pt x="35" y="3765"/>
                      <a:pt x="37" y="3764"/>
                    </a:cubicBezTo>
                    <a:cubicBezTo>
                      <a:pt x="37" y="3763"/>
                      <a:pt x="35" y="3761"/>
                      <a:pt x="36" y="3759"/>
                    </a:cubicBezTo>
                    <a:cubicBezTo>
                      <a:pt x="37" y="3757"/>
                      <a:pt x="40" y="3761"/>
                      <a:pt x="41" y="3761"/>
                    </a:cubicBezTo>
                    <a:cubicBezTo>
                      <a:pt x="42" y="3762"/>
                      <a:pt x="46" y="3762"/>
                      <a:pt x="46" y="3760"/>
                    </a:cubicBezTo>
                    <a:cubicBezTo>
                      <a:pt x="47" y="3759"/>
                      <a:pt x="46" y="3756"/>
                      <a:pt x="46" y="3755"/>
                    </a:cubicBezTo>
                    <a:cubicBezTo>
                      <a:pt x="46" y="3752"/>
                      <a:pt x="43" y="3747"/>
                      <a:pt x="47" y="3746"/>
                    </a:cubicBezTo>
                    <a:cubicBezTo>
                      <a:pt x="48" y="3745"/>
                      <a:pt x="51" y="3747"/>
                      <a:pt x="52" y="3746"/>
                    </a:cubicBezTo>
                    <a:cubicBezTo>
                      <a:pt x="53" y="3745"/>
                      <a:pt x="51" y="3742"/>
                      <a:pt x="52" y="3741"/>
                    </a:cubicBezTo>
                    <a:cubicBezTo>
                      <a:pt x="54" y="3740"/>
                      <a:pt x="58" y="3742"/>
                      <a:pt x="58" y="3739"/>
                    </a:cubicBezTo>
                    <a:cubicBezTo>
                      <a:pt x="58" y="3737"/>
                      <a:pt x="56" y="3735"/>
                      <a:pt x="54" y="3735"/>
                    </a:cubicBezTo>
                    <a:cubicBezTo>
                      <a:pt x="53" y="3733"/>
                      <a:pt x="52" y="3730"/>
                      <a:pt x="55" y="3731"/>
                    </a:cubicBezTo>
                    <a:cubicBezTo>
                      <a:pt x="56" y="3731"/>
                      <a:pt x="61" y="3734"/>
                      <a:pt x="63" y="3732"/>
                    </a:cubicBezTo>
                    <a:cubicBezTo>
                      <a:pt x="63" y="3731"/>
                      <a:pt x="61" y="3727"/>
                      <a:pt x="61" y="3726"/>
                    </a:cubicBezTo>
                    <a:cubicBezTo>
                      <a:pt x="61" y="3725"/>
                      <a:pt x="60" y="3724"/>
                      <a:pt x="60" y="3723"/>
                    </a:cubicBezTo>
                    <a:cubicBezTo>
                      <a:pt x="60" y="3720"/>
                      <a:pt x="62" y="3720"/>
                      <a:pt x="63" y="3721"/>
                    </a:cubicBezTo>
                    <a:cubicBezTo>
                      <a:pt x="65" y="3722"/>
                      <a:pt x="67" y="3722"/>
                      <a:pt x="68" y="3722"/>
                    </a:cubicBezTo>
                    <a:cubicBezTo>
                      <a:pt x="72" y="3720"/>
                      <a:pt x="72" y="3714"/>
                      <a:pt x="75" y="3712"/>
                    </a:cubicBezTo>
                    <a:cubicBezTo>
                      <a:pt x="77" y="3712"/>
                      <a:pt x="79" y="3713"/>
                      <a:pt x="80" y="3712"/>
                    </a:cubicBezTo>
                    <a:cubicBezTo>
                      <a:pt x="81" y="3711"/>
                      <a:pt x="80" y="3708"/>
                      <a:pt x="82" y="3708"/>
                    </a:cubicBezTo>
                    <a:cubicBezTo>
                      <a:pt x="83" y="3708"/>
                      <a:pt x="84" y="3709"/>
                      <a:pt x="84" y="3710"/>
                    </a:cubicBezTo>
                    <a:cubicBezTo>
                      <a:pt x="85" y="3710"/>
                      <a:pt x="86" y="3710"/>
                      <a:pt x="87" y="3710"/>
                    </a:cubicBezTo>
                    <a:cubicBezTo>
                      <a:pt x="87" y="3709"/>
                      <a:pt x="87" y="3708"/>
                      <a:pt x="87" y="3708"/>
                    </a:cubicBezTo>
                    <a:cubicBezTo>
                      <a:pt x="87" y="3707"/>
                      <a:pt x="87" y="3706"/>
                      <a:pt x="87" y="3706"/>
                    </a:cubicBezTo>
                    <a:cubicBezTo>
                      <a:pt x="88" y="3704"/>
                      <a:pt x="90" y="3706"/>
                      <a:pt x="91" y="3706"/>
                    </a:cubicBezTo>
                    <a:cubicBezTo>
                      <a:pt x="92" y="3706"/>
                      <a:pt x="93" y="3706"/>
                      <a:pt x="93" y="3706"/>
                    </a:cubicBezTo>
                    <a:cubicBezTo>
                      <a:pt x="94" y="3705"/>
                      <a:pt x="93" y="3704"/>
                      <a:pt x="93" y="3703"/>
                    </a:cubicBezTo>
                    <a:cubicBezTo>
                      <a:pt x="94" y="3701"/>
                      <a:pt x="96" y="3704"/>
                      <a:pt x="97" y="3703"/>
                    </a:cubicBezTo>
                    <a:cubicBezTo>
                      <a:pt x="97" y="3702"/>
                      <a:pt x="97" y="3701"/>
                      <a:pt x="96" y="3700"/>
                    </a:cubicBezTo>
                    <a:cubicBezTo>
                      <a:pt x="96" y="3699"/>
                      <a:pt x="94" y="3698"/>
                      <a:pt x="94" y="3697"/>
                    </a:cubicBezTo>
                    <a:cubicBezTo>
                      <a:pt x="94" y="3694"/>
                      <a:pt x="98" y="3694"/>
                      <a:pt x="99" y="3696"/>
                    </a:cubicBezTo>
                    <a:cubicBezTo>
                      <a:pt x="100" y="3698"/>
                      <a:pt x="100" y="3699"/>
                      <a:pt x="103" y="3699"/>
                    </a:cubicBezTo>
                    <a:cubicBezTo>
                      <a:pt x="106" y="3700"/>
                      <a:pt x="105" y="3703"/>
                      <a:pt x="107" y="3705"/>
                    </a:cubicBezTo>
                    <a:cubicBezTo>
                      <a:pt x="108" y="3706"/>
                      <a:pt x="109" y="3706"/>
                      <a:pt x="109" y="3707"/>
                    </a:cubicBezTo>
                    <a:cubicBezTo>
                      <a:pt x="110" y="3709"/>
                      <a:pt x="110" y="3710"/>
                      <a:pt x="110" y="3711"/>
                    </a:cubicBezTo>
                    <a:cubicBezTo>
                      <a:pt x="107" y="3713"/>
                      <a:pt x="107" y="3708"/>
                      <a:pt x="105" y="3708"/>
                    </a:cubicBezTo>
                    <a:cubicBezTo>
                      <a:pt x="103" y="3708"/>
                      <a:pt x="101" y="3712"/>
                      <a:pt x="102" y="3713"/>
                    </a:cubicBezTo>
                    <a:cubicBezTo>
                      <a:pt x="103" y="3714"/>
                      <a:pt x="104" y="3714"/>
                      <a:pt x="105" y="3715"/>
                    </a:cubicBezTo>
                    <a:cubicBezTo>
                      <a:pt x="106" y="3716"/>
                      <a:pt x="107" y="3716"/>
                      <a:pt x="107" y="3717"/>
                    </a:cubicBezTo>
                    <a:cubicBezTo>
                      <a:pt x="108" y="3720"/>
                      <a:pt x="109" y="3721"/>
                      <a:pt x="109" y="3723"/>
                    </a:cubicBezTo>
                    <a:cubicBezTo>
                      <a:pt x="109" y="3724"/>
                      <a:pt x="109" y="3725"/>
                      <a:pt x="109" y="3725"/>
                    </a:cubicBezTo>
                    <a:cubicBezTo>
                      <a:pt x="109" y="3726"/>
                      <a:pt x="110" y="3726"/>
                      <a:pt x="110" y="3727"/>
                    </a:cubicBezTo>
                    <a:cubicBezTo>
                      <a:pt x="111" y="3728"/>
                      <a:pt x="109" y="3728"/>
                      <a:pt x="108" y="3728"/>
                    </a:cubicBezTo>
                    <a:cubicBezTo>
                      <a:pt x="108" y="3731"/>
                      <a:pt x="109" y="3733"/>
                      <a:pt x="109" y="3736"/>
                    </a:cubicBezTo>
                    <a:cubicBezTo>
                      <a:pt x="110" y="3739"/>
                      <a:pt x="110" y="3742"/>
                      <a:pt x="111" y="3744"/>
                    </a:cubicBezTo>
                    <a:cubicBezTo>
                      <a:pt x="114" y="3747"/>
                      <a:pt x="116" y="3750"/>
                      <a:pt x="119" y="3752"/>
                    </a:cubicBezTo>
                    <a:cubicBezTo>
                      <a:pt x="121" y="3755"/>
                      <a:pt x="124" y="3757"/>
                      <a:pt x="126" y="3760"/>
                    </a:cubicBezTo>
                    <a:cubicBezTo>
                      <a:pt x="127" y="3761"/>
                      <a:pt x="128" y="3763"/>
                      <a:pt x="127" y="3765"/>
                    </a:cubicBezTo>
                    <a:cubicBezTo>
                      <a:pt x="127" y="3766"/>
                      <a:pt x="124" y="3765"/>
                      <a:pt x="123" y="3765"/>
                    </a:cubicBezTo>
                    <a:cubicBezTo>
                      <a:pt x="119" y="3763"/>
                      <a:pt x="115" y="3760"/>
                      <a:pt x="111" y="3759"/>
                    </a:cubicBezTo>
                    <a:cubicBezTo>
                      <a:pt x="109" y="3759"/>
                      <a:pt x="108" y="3759"/>
                      <a:pt x="107" y="3759"/>
                    </a:cubicBezTo>
                    <a:cubicBezTo>
                      <a:pt x="105" y="3759"/>
                      <a:pt x="103" y="3759"/>
                      <a:pt x="101" y="3757"/>
                    </a:cubicBezTo>
                    <a:cubicBezTo>
                      <a:pt x="98" y="3755"/>
                      <a:pt x="96" y="3752"/>
                      <a:pt x="92" y="3751"/>
                    </a:cubicBezTo>
                    <a:cubicBezTo>
                      <a:pt x="88" y="3750"/>
                      <a:pt x="86" y="3750"/>
                      <a:pt x="85" y="3746"/>
                    </a:cubicBezTo>
                    <a:cubicBezTo>
                      <a:pt x="84" y="3742"/>
                      <a:pt x="83" y="3739"/>
                      <a:pt x="78" y="3740"/>
                    </a:cubicBezTo>
                    <a:cubicBezTo>
                      <a:pt x="74" y="3740"/>
                      <a:pt x="74" y="3745"/>
                      <a:pt x="76" y="3748"/>
                    </a:cubicBezTo>
                    <a:cubicBezTo>
                      <a:pt x="78" y="3752"/>
                      <a:pt x="82" y="3754"/>
                      <a:pt x="85" y="3758"/>
                    </a:cubicBezTo>
                    <a:cubicBezTo>
                      <a:pt x="88" y="3761"/>
                      <a:pt x="90" y="3764"/>
                      <a:pt x="94" y="3765"/>
                    </a:cubicBezTo>
                    <a:cubicBezTo>
                      <a:pt x="99" y="3766"/>
                      <a:pt x="101" y="3768"/>
                      <a:pt x="103" y="3772"/>
                    </a:cubicBezTo>
                    <a:cubicBezTo>
                      <a:pt x="105" y="3775"/>
                      <a:pt x="108" y="3778"/>
                      <a:pt x="110" y="3781"/>
                    </a:cubicBezTo>
                    <a:cubicBezTo>
                      <a:pt x="110" y="3782"/>
                      <a:pt x="111" y="3784"/>
                      <a:pt x="112" y="3784"/>
                    </a:cubicBezTo>
                    <a:cubicBezTo>
                      <a:pt x="114" y="3785"/>
                      <a:pt x="115" y="3784"/>
                      <a:pt x="116" y="3784"/>
                    </a:cubicBezTo>
                    <a:cubicBezTo>
                      <a:pt x="121" y="3784"/>
                      <a:pt x="122" y="3788"/>
                      <a:pt x="124" y="3790"/>
                    </a:cubicBezTo>
                    <a:cubicBezTo>
                      <a:pt x="127" y="3792"/>
                      <a:pt x="131" y="3790"/>
                      <a:pt x="134" y="3790"/>
                    </a:cubicBezTo>
                    <a:cubicBezTo>
                      <a:pt x="137" y="3790"/>
                      <a:pt x="136" y="3786"/>
                      <a:pt x="137" y="3783"/>
                    </a:cubicBezTo>
                    <a:cubicBezTo>
                      <a:pt x="138" y="3782"/>
                      <a:pt x="138" y="3781"/>
                      <a:pt x="139" y="3783"/>
                    </a:cubicBezTo>
                    <a:cubicBezTo>
                      <a:pt x="140" y="3785"/>
                      <a:pt x="140" y="3787"/>
                      <a:pt x="141" y="3789"/>
                    </a:cubicBezTo>
                    <a:cubicBezTo>
                      <a:pt x="142" y="3791"/>
                      <a:pt x="143" y="3792"/>
                      <a:pt x="144" y="3793"/>
                    </a:cubicBezTo>
                    <a:cubicBezTo>
                      <a:pt x="146" y="3794"/>
                      <a:pt x="148" y="3796"/>
                      <a:pt x="150" y="3798"/>
                    </a:cubicBezTo>
                    <a:cubicBezTo>
                      <a:pt x="150" y="3798"/>
                      <a:pt x="151" y="3799"/>
                      <a:pt x="152" y="3799"/>
                    </a:cubicBezTo>
                    <a:cubicBezTo>
                      <a:pt x="152" y="3799"/>
                      <a:pt x="152" y="3798"/>
                      <a:pt x="152" y="3798"/>
                    </a:cubicBezTo>
                    <a:cubicBezTo>
                      <a:pt x="153" y="3798"/>
                      <a:pt x="154" y="3799"/>
                      <a:pt x="154" y="3799"/>
                    </a:cubicBezTo>
                    <a:cubicBezTo>
                      <a:pt x="155" y="3799"/>
                      <a:pt x="156" y="3799"/>
                      <a:pt x="157" y="3800"/>
                    </a:cubicBezTo>
                    <a:cubicBezTo>
                      <a:pt x="158" y="3800"/>
                      <a:pt x="159" y="3801"/>
                      <a:pt x="160" y="3802"/>
                    </a:cubicBezTo>
                    <a:cubicBezTo>
                      <a:pt x="163" y="3804"/>
                      <a:pt x="162" y="3809"/>
                      <a:pt x="166" y="3812"/>
                    </a:cubicBezTo>
                    <a:cubicBezTo>
                      <a:pt x="167" y="3813"/>
                      <a:pt x="169" y="3814"/>
                      <a:pt x="171" y="3814"/>
                    </a:cubicBezTo>
                    <a:cubicBezTo>
                      <a:pt x="173" y="3815"/>
                      <a:pt x="174" y="3817"/>
                      <a:pt x="175" y="3819"/>
                    </a:cubicBezTo>
                    <a:cubicBezTo>
                      <a:pt x="178" y="3824"/>
                      <a:pt x="183" y="3823"/>
                      <a:pt x="188" y="3823"/>
                    </a:cubicBezTo>
                    <a:cubicBezTo>
                      <a:pt x="193" y="3824"/>
                      <a:pt x="198" y="3823"/>
                      <a:pt x="203" y="3823"/>
                    </a:cubicBezTo>
                    <a:cubicBezTo>
                      <a:pt x="208" y="3823"/>
                      <a:pt x="212" y="3822"/>
                      <a:pt x="216" y="3821"/>
                    </a:cubicBezTo>
                    <a:cubicBezTo>
                      <a:pt x="220" y="3820"/>
                      <a:pt x="223" y="3819"/>
                      <a:pt x="227" y="3818"/>
                    </a:cubicBezTo>
                    <a:cubicBezTo>
                      <a:pt x="230" y="3817"/>
                      <a:pt x="233" y="3815"/>
                      <a:pt x="237" y="3814"/>
                    </a:cubicBezTo>
                    <a:cubicBezTo>
                      <a:pt x="241" y="3812"/>
                      <a:pt x="244" y="3808"/>
                      <a:pt x="248" y="3806"/>
                    </a:cubicBezTo>
                    <a:cubicBezTo>
                      <a:pt x="250" y="3805"/>
                      <a:pt x="251" y="3804"/>
                      <a:pt x="253" y="3803"/>
                    </a:cubicBezTo>
                    <a:cubicBezTo>
                      <a:pt x="255" y="3802"/>
                      <a:pt x="257" y="3801"/>
                      <a:pt x="259" y="3801"/>
                    </a:cubicBezTo>
                    <a:cubicBezTo>
                      <a:pt x="261" y="3800"/>
                      <a:pt x="263" y="3800"/>
                      <a:pt x="266" y="3800"/>
                    </a:cubicBezTo>
                    <a:cubicBezTo>
                      <a:pt x="271" y="3800"/>
                      <a:pt x="276" y="3801"/>
                      <a:pt x="281" y="3801"/>
                    </a:cubicBezTo>
                    <a:cubicBezTo>
                      <a:pt x="284" y="3801"/>
                      <a:pt x="287" y="3802"/>
                      <a:pt x="290" y="3802"/>
                    </a:cubicBezTo>
                    <a:cubicBezTo>
                      <a:pt x="297" y="3803"/>
                      <a:pt x="305" y="3804"/>
                      <a:pt x="308" y="3812"/>
                    </a:cubicBezTo>
                    <a:cubicBezTo>
                      <a:pt x="311" y="3818"/>
                      <a:pt x="310" y="3827"/>
                      <a:pt x="315" y="3832"/>
                    </a:cubicBezTo>
                    <a:cubicBezTo>
                      <a:pt x="321" y="3839"/>
                      <a:pt x="331" y="3838"/>
                      <a:pt x="339" y="3837"/>
                    </a:cubicBezTo>
                    <a:cubicBezTo>
                      <a:pt x="346" y="3836"/>
                      <a:pt x="357" y="3832"/>
                      <a:pt x="362" y="3839"/>
                    </a:cubicBezTo>
                    <a:cubicBezTo>
                      <a:pt x="366" y="3846"/>
                      <a:pt x="364" y="3857"/>
                      <a:pt x="360" y="3864"/>
                    </a:cubicBezTo>
                    <a:cubicBezTo>
                      <a:pt x="356" y="3871"/>
                      <a:pt x="346" y="3870"/>
                      <a:pt x="338" y="3870"/>
                    </a:cubicBezTo>
                    <a:cubicBezTo>
                      <a:pt x="327" y="3870"/>
                      <a:pt x="315" y="3868"/>
                      <a:pt x="304" y="3867"/>
                    </a:cubicBezTo>
                    <a:cubicBezTo>
                      <a:pt x="296" y="3867"/>
                      <a:pt x="288" y="3869"/>
                      <a:pt x="281" y="3869"/>
                    </a:cubicBezTo>
                    <a:cubicBezTo>
                      <a:pt x="273" y="3868"/>
                      <a:pt x="265" y="3865"/>
                      <a:pt x="258" y="3867"/>
                    </a:cubicBezTo>
                    <a:cubicBezTo>
                      <a:pt x="257" y="3867"/>
                      <a:pt x="255" y="3868"/>
                      <a:pt x="254" y="3868"/>
                    </a:cubicBezTo>
                    <a:cubicBezTo>
                      <a:pt x="253" y="3868"/>
                      <a:pt x="251" y="3867"/>
                      <a:pt x="250" y="3867"/>
                    </a:cubicBezTo>
                    <a:cubicBezTo>
                      <a:pt x="247" y="3867"/>
                      <a:pt x="244" y="3867"/>
                      <a:pt x="241" y="3867"/>
                    </a:cubicBezTo>
                    <a:cubicBezTo>
                      <a:pt x="240" y="3866"/>
                      <a:pt x="239" y="3865"/>
                      <a:pt x="237" y="3865"/>
                    </a:cubicBezTo>
                    <a:cubicBezTo>
                      <a:pt x="235" y="3865"/>
                      <a:pt x="233" y="3866"/>
                      <a:pt x="230" y="3866"/>
                    </a:cubicBezTo>
                    <a:cubicBezTo>
                      <a:pt x="226" y="3868"/>
                      <a:pt x="222" y="3865"/>
                      <a:pt x="218" y="3866"/>
                    </a:cubicBezTo>
                    <a:cubicBezTo>
                      <a:pt x="217" y="3866"/>
                      <a:pt x="215" y="3866"/>
                      <a:pt x="213" y="3867"/>
                    </a:cubicBezTo>
                    <a:cubicBezTo>
                      <a:pt x="212" y="3868"/>
                      <a:pt x="211" y="3869"/>
                      <a:pt x="209" y="3869"/>
                    </a:cubicBezTo>
                    <a:cubicBezTo>
                      <a:pt x="208" y="3870"/>
                      <a:pt x="208" y="3871"/>
                      <a:pt x="207" y="3872"/>
                    </a:cubicBezTo>
                    <a:cubicBezTo>
                      <a:pt x="206" y="3873"/>
                      <a:pt x="204" y="3873"/>
                      <a:pt x="203" y="3874"/>
                    </a:cubicBezTo>
                    <a:cubicBezTo>
                      <a:pt x="201" y="3874"/>
                      <a:pt x="200" y="3874"/>
                      <a:pt x="199" y="3875"/>
                    </a:cubicBezTo>
                    <a:cubicBezTo>
                      <a:pt x="199" y="3876"/>
                      <a:pt x="198" y="3877"/>
                      <a:pt x="198" y="3878"/>
                    </a:cubicBezTo>
                    <a:cubicBezTo>
                      <a:pt x="197" y="3879"/>
                      <a:pt x="196" y="3880"/>
                      <a:pt x="196" y="3881"/>
                    </a:cubicBezTo>
                    <a:cubicBezTo>
                      <a:pt x="195" y="3882"/>
                      <a:pt x="194" y="3882"/>
                      <a:pt x="193" y="3883"/>
                    </a:cubicBezTo>
                    <a:cubicBezTo>
                      <a:pt x="191" y="3884"/>
                      <a:pt x="192" y="3885"/>
                      <a:pt x="191" y="3886"/>
                    </a:cubicBezTo>
                    <a:cubicBezTo>
                      <a:pt x="191" y="3888"/>
                      <a:pt x="190" y="3888"/>
                      <a:pt x="189" y="3888"/>
                    </a:cubicBezTo>
                    <a:cubicBezTo>
                      <a:pt x="187" y="3889"/>
                      <a:pt x="187" y="3891"/>
                      <a:pt x="188" y="3892"/>
                    </a:cubicBezTo>
                    <a:cubicBezTo>
                      <a:pt x="189" y="3894"/>
                      <a:pt x="191" y="3893"/>
                      <a:pt x="193" y="3894"/>
                    </a:cubicBezTo>
                    <a:cubicBezTo>
                      <a:pt x="194" y="3895"/>
                      <a:pt x="197" y="3897"/>
                      <a:pt x="198" y="3898"/>
                    </a:cubicBezTo>
                    <a:cubicBezTo>
                      <a:pt x="199" y="3900"/>
                      <a:pt x="197" y="3902"/>
                      <a:pt x="195" y="3902"/>
                    </a:cubicBezTo>
                    <a:cubicBezTo>
                      <a:pt x="195" y="3904"/>
                      <a:pt x="194" y="3905"/>
                      <a:pt x="194" y="3906"/>
                    </a:cubicBezTo>
                    <a:cubicBezTo>
                      <a:pt x="194" y="3908"/>
                      <a:pt x="193" y="3910"/>
                      <a:pt x="192" y="3911"/>
                    </a:cubicBezTo>
                    <a:cubicBezTo>
                      <a:pt x="192" y="3912"/>
                      <a:pt x="191" y="3913"/>
                      <a:pt x="190" y="3914"/>
                    </a:cubicBezTo>
                    <a:cubicBezTo>
                      <a:pt x="188" y="3915"/>
                      <a:pt x="188" y="3916"/>
                      <a:pt x="187" y="3916"/>
                    </a:cubicBezTo>
                    <a:cubicBezTo>
                      <a:pt x="186" y="3917"/>
                      <a:pt x="184" y="3917"/>
                      <a:pt x="183" y="3917"/>
                    </a:cubicBezTo>
                    <a:cubicBezTo>
                      <a:pt x="182" y="3916"/>
                      <a:pt x="179" y="3918"/>
                      <a:pt x="178" y="3918"/>
                    </a:cubicBezTo>
                    <a:cubicBezTo>
                      <a:pt x="177" y="3919"/>
                      <a:pt x="178" y="3921"/>
                      <a:pt x="178" y="3922"/>
                    </a:cubicBezTo>
                    <a:cubicBezTo>
                      <a:pt x="178" y="3923"/>
                      <a:pt x="177" y="3925"/>
                      <a:pt x="175" y="3925"/>
                    </a:cubicBezTo>
                    <a:cubicBezTo>
                      <a:pt x="174" y="3925"/>
                      <a:pt x="173" y="3923"/>
                      <a:pt x="171" y="3924"/>
                    </a:cubicBezTo>
                    <a:cubicBezTo>
                      <a:pt x="171" y="3925"/>
                      <a:pt x="170" y="3928"/>
                      <a:pt x="169" y="3925"/>
                    </a:cubicBezTo>
                    <a:cubicBezTo>
                      <a:pt x="168" y="3924"/>
                      <a:pt x="170" y="3922"/>
                      <a:pt x="167" y="3922"/>
                    </a:cubicBezTo>
                    <a:cubicBezTo>
                      <a:pt x="162" y="3922"/>
                      <a:pt x="167" y="3929"/>
                      <a:pt x="164" y="3930"/>
                    </a:cubicBezTo>
                    <a:cubicBezTo>
                      <a:pt x="162" y="3931"/>
                      <a:pt x="159" y="3931"/>
                      <a:pt x="158" y="3931"/>
                    </a:cubicBezTo>
                    <a:cubicBezTo>
                      <a:pt x="156" y="3926"/>
                      <a:pt x="152" y="3926"/>
                      <a:pt x="148" y="3927"/>
                    </a:cubicBezTo>
                    <a:cubicBezTo>
                      <a:pt x="146" y="3927"/>
                      <a:pt x="144" y="3927"/>
                      <a:pt x="143" y="3925"/>
                    </a:cubicBezTo>
                    <a:cubicBezTo>
                      <a:pt x="142" y="3923"/>
                      <a:pt x="141" y="3921"/>
                      <a:pt x="139" y="3922"/>
                    </a:cubicBezTo>
                    <a:cubicBezTo>
                      <a:pt x="138" y="3923"/>
                      <a:pt x="136" y="3925"/>
                      <a:pt x="135" y="3923"/>
                    </a:cubicBezTo>
                    <a:cubicBezTo>
                      <a:pt x="135" y="3921"/>
                      <a:pt x="137" y="3918"/>
                      <a:pt x="136" y="3917"/>
                    </a:cubicBezTo>
                    <a:cubicBezTo>
                      <a:pt x="134" y="3915"/>
                      <a:pt x="131" y="3917"/>
                      <a:pt x="130" y="3918"/>
                    </a:cubicBezTo>
                    <a:cubicBezTo>
                      <a:pt x="128" y="3920"/>
                      <a:pt x="127" y="3922"/>
                      <a:pt x="126" y="3924"/>
                    </a:cubicBezTo>
                    <a:cubicBezTo>
                      <a:pt x="124" y="3926"/>
                      <a:pt x="122" y="3925"/>
                      <a:pt x="120" y="3927"/>
                    </a:cubicBezTo>
                    <a:cubicBezTo>
                      <a:pt x="118" y="3928"/>
                      <a:pt x="119" y="3930"/>
                      <a:pt x="118" y="3932"/>
                    </a:cubicBezTo>
                    <a:cubicBezTo>
                      <a:pt x="117" y="3934"/>
                      <a:pt x="117" y="3936"/>
                      <a:pt x="117" y="3938"/>
                    </a:cubicBezTo>
                    <a:cubicBezTo>
                      <a:pt x="118" y="3940"/>
                      <a:pt x="119" y="3942"/>
                      <a:pt x="119" y="3945"/>
                    </a:cubicBezTo>
                    <a:cubicBezTo>
                      <a:pt x="120" y="3947"/>
                      <a:pt x="120" y="3948"/>
                      <a:pt x="122" y="3950"/>
                    </a:cubicBezTo>
                    <a:cubicBezTo>
                      <a:pt x="124" y="3952"/>
                      <a:pt x="124" y="3953"/>
                      <a:pt x="123" y="3955"/>
                    </a:cubicBezTo>
                    <a:cubicBezTo>
                      <a:pt x="122" y="3957"/>
                      <a:pt x="123" y="3959"/>
                      <a:pt x="123" y="3961"/>
                    </a:cubicBezTo>
                    <a:cubicBezTo>
                      <a:pt x="122" y="3963"/>
                      <a:pt x="121" y="3965"/>
                      <a:pt x="121" y="3967"/>
                    </a:cubicBezTo>
                    <a:cubicBezTo>
                      <a:pt x="120" y="3969"/>
                      <a:pt x="118" y="3972"/>
                      <a:pt x="116" y="3972"/>
                    </a:cubicBezTo>
                    <a:cubicBezTo>
                      <a:pt x="113" y="3971"/>
                      <a:pt x="113" y="3967"/>
                      <a:pt x="110" y="3968"/>
                    </a:cubicBezTo>
                    <a:cubicBezTo>
                      <a:pt x="108" y="3969"/>
                      <a:pt x="107" y="3971"/>
                      <a:pt x="105" y="3971"/>
                    </a:cubicBezTo>
                    <a:cubicBezTo>
                      <a:pt x="102" y="3972"/>
                      <a:pt x="100" y="3969"/>
                      <a:pt x="97" y="3968"/>
                    </a:cubicBezTo>
                    <a:cubicBezTo>
                      <a:pt x="95" y="3967"/>
                      <a:pt x="93" y="3965"/>
                      <a:pt x="91" y="3963"/>
                    </a:cubicBezTo>
                    <a:cubicBezTo>
                      <a:pt x="89" y="3961"/>
                      <a:pt x="88" y="3958"/>
                      <a:pt x="87" y="3955"/>
                    </a:cubicBezTo>
                    <a:cubicBezTo>
                      <a:pt x="87" y="3954"/>
                      <a:pt x="87" y="3952"/>
                      <a:pt x="86" y="3952"/>
                    </a:cubicBezTo>
                    <a:cubicBezTo>
                      <a:pt x="85" y="3951"/>
                      <a:pt x="84" y="3952"/>
                      <a:pt x="83" y="3951"/>
                    </a:cubicBezTo>
                    <a:cubicBezTo>
                      <a:pt x="82" y="3950"/>
                      <a:pt x="82" y="3949"/>
                      <a:pt x="81" y="3947"/>
                    </a:cubicBezTo>
                    <a:cubicBezTo>
                      <a:pt x="80" y="3946"/>
                      <a:pt x="79" y="3945"/>
                      <a:pt x="78" y="3945"/>
                    </a:cubicBezTo>
                    <a:cubicBezTo>
                      <a:pt x="77" y="3944"/>
                      <a:pt x="75" y="3945"/>
                      <a:pt x="74" y="3945"/>
                    </a:cubicBezTo>
                    <a:cubicBezTo>
                      <a:pt x="72" y="3946"/>
                      <a:pt x="70" y="3946"/>
                      <a:pt x="69" y="3948"/>
                    </a:cubicBezTo>
                    <a:cubicBezTo>
                      <a:pt x="68" y="3950"/>
                      <a:pt x="69" y="3951"/>
                      <a:pt x="68" y="3952"/>
                    </a:cubicBezTo>
                    <a:cubicBezTo>
                      <a:pt x="68" y="3954"/>
                      <a:pt x="66" y="3954"/>
                      <a:pt x="65" y="3954"/>
                    </a:cubicBezTo>
                    <a:cubicBezTo>
                      <a:pt x="64" y="3957"/>
                      <a:pt x="65" y="3960"/>
                      <a:pt x="66" y="3963"/>
                    </a:cubicBezTo>
                    <a:cubicBezTo>
                      <a:pt x="66" y="3965"/>
                      <a:pt x="67" y="3967"/>
                      <a:pt x="68" y="3969"/>
                    </a:cubicBezTo>
                    <a:cubicBezTo>
                      <a:pt x="69" y="3971"/>
                      <a:pt x="68" y="3973"/>
                      <a:pt x="68" y="3974"/>
                    </a:cubicBezTo>
                    <a:cubicBezTo>
                      <a:pt x="68" y="3976"/>
                      <a:pt x="68" y="3978"/>
                      <a:pt x="67" y="3980"/>
                    </a:cubicBezTo>
                    <a:cubicBezTo>
                      <a:pt x="67" y="3982"/>
                      <a:pt x="66" y="3984"/>
                      <a:pt x="67" y="3985"/>
                    </a:cubicBezTo>
                    <a:cubicBezTo>
                      <a:pt x="68" y="3986"/>
                      <a:pt x="69" y="3987"/>
                      <a:pt x="70" y="3988"/>
                    </a:cubicBezTo>
                    <a:cubicBezTo>
                      <a:pt x="71" y="3988"/>
                      <a:pt x="72" y="3988"/>
                      <a:pt x="73" y="3989"/>
                    </a:cubicBezTo>
                    <a:cubicBezTo>
                      <a:pt x="75" y="3992"/>
                      <a:pt x="74" y="3995"/>
                      <a:pt x="78" y="3995"/>
                    </a:cubicBezTo>
                    <a:cubicBezTo>
                      <a:pt x="79" y="3996"/>
                      <a:pt x="81" y="3995"/>
                      <a:pt x="82" y="3995"/>
                    </a:cubicBezTo>
                    <a:cubicBezTo>
                      <a:pt x="84" y="3996"/>
                      <a:pt x="85" y="3997"/>
                      <a:pt x="86" y="3998"/>
                    </a:cubicBezTo>
                    <a:cubicBezTo>
                      <a:pt x="91" y="4005"/>
                      <a:pt x="95" y="4015"/>
                      <a:pt x="93" y="4023"/>
                    </a:cubicBezTo>
                    <a:cubicBezTo>
                      <a:pt x="93" y="4027"/>
                      <a:pt x="93" y="4030"/>
                      <a:pt x="93" y="4033"/>
                    </a:cubicBezTo>
                    <a:cubicBezTo>
                      <a:pt x="93" y="4036"/>
                      <a:pt x="92" y="4039"/>
                      <a:pt x="90" y="4042"/>
                    </a:cubicBezTo>
                    <a:cubicBezTo>
                      <a:pt x="120" y="4059"/>
                      <a:pt x="120" y="4059"/>
                      <a:pt x="120" y="4059"/>
                    </a:cubicBezTo>
                    <a:cubicBezTo>
                      <a:pt x="119" y="4069"/>
                      <a:pt x="119" y="4069"/>
                      <a:pt x="119" y="4069"/>
                    </a:cubicBezTo>
                    <a:cubicBezTo>
                      <a:pt x="120" y="4069"/>
                      <a:pt x="121" y="4069"/>
                      <a:pt x="121" y="4070"/>
                    </a:cubicBezTo>
                    <a:cubicBezTo>
                      <a:pt x="122" y="4072"/>
                      <a:pt x="120" y="4075"/>
                      <a:pt x="122" y="4078"/>
                    </a:cubicBezTo>
                    <a:cubicBezTo>
                      <a:pt x="123" y="4081"/>
                      <a:pt x="129" y="4081"/>
                      <a:pt x="132" y="4081"/>
                    </a:cubicBezTo>
                    <a:cubicBezTo>
                      <a:pt x="134" y="4080"/>
                      <a:pt x="135" y="4080"/>
                      <a:pt x="136" y="4078"/>
                    </a:cubicBezTo>
                    <a:cubicBezTo>
                      <a:pt x="136" y="4076"/>
                      <a:pt x="137" y="4075"/>
                      <a:pt x="139" y="4075"/>
                    </a:cubicBezTo>
                    <a:cubicBezTo>
                      <a:pt x="139" y="4076"/>
                      <a:pt x="139" y="4078"/>
                      <a:pt x="139" y="4078"/>
                    </a:cubicBezTo>
                    <a:cubicBezTo>
                      <a:pt x="140" y="4079"/>
                      <a:pt x="142" y="4078"/>
                      <a:pt x="143" y="4078"/>
                    </a:cubicBezTo>
                    <a:cubicBezTo>
                      <a:pt x="145" y="4078"/>
                      <a:pt x="148" y="4078"/>
                      <a:pt x="148" y="4081"/>
                    </a:cubicBezTo>
                    <a:cubicBezTo>
                      <a:pt x="149" y="4085"/>
                      <a:pt x="144" y="4083"/>
                      <a:pt x="142" y="4083"/>
                    </a:cubicBezTo>
                    <a:cubicBezTo>
                      <a:pt x="139" y="4084"/>
                      <a:pt x="141" y="4087"/>
                      <a:pt x="140" y="4088"/>
                    </a:cubicBezTo>
                    <a:cubicBezTo>
                      <a:pt x="138" y="4091"/>
                      <a:pt x="138" y="4086"/>
                      <a:pt x="137" y="4085"/>
                    </a:cubicBezTo>
                    <a:cubicBezTo>
                      <a:pt x="135" y="4084"/>
                      <a:pt x="131" y="4085"/>
                      <a:pt x="130" y="4085"/>
                    </a:cubicBezTo>
                    <a:cubicBezTo>
                      <a:pt x="128" y="4085"/>
                      <a:pt x="126" y="4084"/>
                      <a:pt x="124" y="4086"/>
                    </a:cubicBezTo>
                    <a:cubicBezTo>
                      <a:pt x="122" y="4088"/>
                      <a:pt x="122" y="4091"/>
                      <a:pt x="123" y="4093"/>
                    </a:cubicBezTo>
                    <a:cubicBezTo>
                      <a:pt x="125" y="4094"/>
                      <a:pt x="129" y="4097"/>
                      <a:pt x="129" y="4099"/>
                    </a:cubicBezTo>
                    <a:cubicBezTo>
                      <a:pt x="129" y="4102"/>
                      <a:pt x="120" y="4101"/>
                      <a:pt x="119" y="4101"/>
                    </a:cubicBezTo>
                    <a:cubicBezTo>
                      <a:pt x="118" y="4101"/>
                      <a:pt x="117" y="4101"/>
                      <a:pt x="116" y="4102"/>
                    </a:cubicBezTo>
                    <a:cubicBezTo>
                      <a:pt x="115" y="4102"/>
                      <a:pt x="114" y="4102"/>
                      <a:pt x="114" y="4103"/>
                    </a:cubicBezTo>
                    <a:cubicBezTo>
                      <a:pt x="113" y="4104"/>
                      <a:pt x="114" y="4105"/>
                      <a:pt x="115" y="4106"/>
                    </a:cubicBezTo>
                    <a:cubicBezTo>
                      <a:pt x="115" y="4108"/>
                      <a:pt x="116" y="4110"/>
                      <a:pt x="115" y="4112"/>
                    </a:cubicBezTo>
                    <a:cubicBezTo>
                      <a:pt x="115" y="4114"/>
                      <a:pt x="113" y="4113"/>
                      <a:pt x="112" y="4111"/>
                    </a:cubicBezTo>
                    <a:cubicBezTo>
                      <a:pt x="112" y="4109"/>
                      <a:pt x="114" y="4103"/>
                      <a:pt x="110" y="4103"/>
                    </a:cubicBezTo>
                    <a:cubicBezTo>
                      <a:pt x="108" y="4102"/>
                      <a:pt x="105" y="4103"/>
                      <a:pt x="103" y="4101"/>
                    </a:cubicBezTo>
                    <a:cubicBezTo>
                      <a:pt x="102" y="4100"/>
                      <a:pt x="102" y="4099"/>
                      <a:pt x="102" y="4099"/>
                    </a:cubicBezTo>
                    <a:cubicBezTo>
                      <a:pt x="85" y="4102"/>
                      <a:pt x="85" y="4102"/>
                      <a:pt x="85" y="4102"/>
                    </a:cubicBezTo>
                    <a:cubicBezTo>
                      <a:pt x="68" y="4190"/>
                      <a:pt x="68" y="4190"/>
                      <a:pt x="68" y="4190"/>
                    </a:cubicBezTo>
                    <a:cubicBezTo>
                      <a:pt x="70" y="4194"/>
                      <a:pt x="70" y="4198"/>
                      <a:pt x="71" y="4202"/>
                    </a:cubicBezTo>
                    <a:cubicBezTo>
                      <a:pt x="72" y="4208"/>
                      <a:pt x="74" y="4214"/>
                      <a:pt x="79" y="4219"/>
                    </a:cubicBezTo>
                    <a:cubicBezTo>
                      <a:pt x="83" y="4223"/>
                      <a:pt x="88" y="4226"/>
                      <a:pt x="89" y="4231"/>
                    </a:cubicBezTo>
                    <a:cubicBezTo>
                      <a:pt x="91" y="4238"/>
                      <a:pt x="89" y="4245"/>
                      <a:pt x="88" y="4252"/>
                    </a:cubicBezTo>
                    <a:cubicBezTo>
                      <a:pt x="88" y="4258"/>
                      <a:pt x="89" y="4265"/>
                      <a:pt x="91" y="4271"/>
                    </a:cubicBezTo>
                    <a:cubicBezTo>
                      <a:pt x="92" y="4276"/>
                      <a:pt x="95" y="4280"/>
                      <a:pt x="98" y="4284"/>
                    </a:cubicBezTo>
                    <a:cubicBezTo>
                      <a:pt x="102" y="4288"/>
                      <a:pt x="106" y="4293"/>
                      <a:pt x="107" y="4299"/>
                    </a:cubicBezTo>
                    <a:cubicBezTo>
                      <a:pt x="109" y="4305"/>
                      <a:pt x="108" y="4311"/>
                      <a:pt x="109" y="4317"/>
                    </a:cubicBezTo>
                    <a:cubicBezTo>
                      <a:pt x="109" y="4322"/>
                      <a:pt x="110" y="4330"/>
                      <a:pt x="105" y="4335"/>
                    </a:cubicBezTo>
                    <a:cubicBezTo>
                      <a:pt x="102" y="4338"/>
                      <a:pt x="96" y="4337"/>
                      <a:pt x="94" y="4341"/>
                    </a:cubicBezTo>
                    <a:cubicBezTo>
                      <a:pt x="92" y="4342"/>
                      <a:pt x="92" y="4345"/>
                      <a:pt x="92" y="4346"/>
                    </a:cubicBezTo>
                    <a:cubicBezTo>
                      <a:pt x="92" y="4349"/>
                      <a:pt x="91" y="4352"/>
                      <a:pt x="91" y="4354"/>
                    </a:cubicBezTo>
                    <a:cubicBezTo>
                      <a:pt x="89" y="4358"/>
                      <a:pt x="86" y="4363"/>
                      <a:pt x="88" y="4367"/>
                    </a:cubicBezTo>
                    <a:cubicBezTo>
                      <a:pt x="88" y="4369"/>
                      <a:pt x="90" y="4371"/>
                      <a:pt x="91" y="4372"/>
                    </a:cubicBezTo>
                    <a:cubicBezTo>
                      <a:pt x="92" y="4373"/>
                      <a:pt x="94" y="4375"/>
                      <a:pt x="93" y="4376"/>
                    </a:cubicBezTo>
                    <a:cubicBezTo>
                      <a:pt x="92" y="4377"/>
                      <a:pt x="90" y="4377"/>
                      <a:pt x="88" y="4378"/>
                    </a:cubicBezTo>
                    <a:cubicBezTo>
                      <a:pt x="86" y="4378"/>
                      <a:pt x="81" y="4378"/>
                      <a:pt x="79" y="4380"/>
                    </a:cubicBezTo>
                    <a:cubicBezTo>
                      <a:pt x="79" y="4381"/>
                      <a:pt x="78" y="4382"/>
                      <a:pt x="77" y="4383"/>
                    </a:cubicBezTo>
                    <a:cubicBezTo>
                      <a:pt x="76" y="4384"/>
                      <a:pt x="75" y="4385"/>
                      <a:pt x="75" y="4386"/>
                    </a:cubicBezTo>
                    <a:cubicBezTo>
                      <a:pt x="75" y="4386"/>
                      <a:pt x="75" y="4386"/>
                      <a:pt x="75" y="4386"/>
                    </a:cubicBezTo>
                    <a:cubicBezTo>
                      <a:pt x="75" y="4387"/>
                      <a:pt x="75" y="4387"/>
                      <a:pt x="75" y="4388"/>
                    </a:cubicBezTo>
                    <a:cubicBezTo>
                      <a:pt x="75" y="4388"/>
                      <a:pt x="75" y="4390"/>
                      <a:pt x="75" y="4390"/>
                    </a:cubicBezTo>
                    <a:cubicBezTo>
                      <a:pt x="75" y="4392"/>
                      <a:pt x="76" y="4393"/>
                      <a:pt x="76" y="4394"/>
                    </a:cubicBezTo>
                    <a:cubicBezTo>
                      <a:pt x="76" y="4396"/>
                      <a:pt x="77" y="4398"/>
                      <a:pt x="76" y="4399"/>
                    </a:cubicBezTo>
                    <a:cubicBezTo>
                      <a:pt x="76" y="4401"/>
                      <a:pt x="75" y="4401"/>
                      <a:pt x="74" y="4402"/>
                    </a:cubicBezTo>
                    <a:cubicBezTo>
                      <a:pt x="72" y="4404"/>
                      <a:pt x="74" y="4405"/>
                      <a:pt x="76" y="4405"/>
                    </a:cubicBezTo>
                    <a:cubicBezTo>
                      <a:pt x="78" y="4405"/>
                      <a:pt x="79" y="4403"/>
                      <a:pt x="80" y="4403"/>
                    </a:cubicBezTo>
                    <a:cubicBezTo>
                      <a:pt x="82" y="4403"/>
                      <a:pt x="84" y="4403"/>
                      <a:pt x="85" y="4403"/>
                    </a:cubicBezTo>
                    <a:cubicBezTo>
                      <a:pt x="87" y="4405"/>
                      <a:pt x="87" y="4408"/>
                      <a:pt x="87" y="4411"/>
                    </a:cubicBezTo>
                    <a:cubicBezTo>
                      <a:pt x="87" y="4411"/>
                      <a:pt x="87" y="4411"/>
                      <a:pt x="87" y="4412"/>
                    </a:cubicBezTo>
                    <a:cubicBezTo>
                      <a:pt x="88" y="4414"/>
                      <a:pt x="88" y="4416"/>
                      <a:pt x="88" y="4418"/>
                    </a:cubicBezTo>
                    <a:cubicBezTo>
                      <a:pt x="88" y="4420"/>
                      <a:pt x="87" y="4422"/>
                      <a:pt x="87" y="4424"/>
                    </a:cubicBezTo>
                    <a:cubicBezTo>
                      <a:pt x="87" y="4427"/>
                      <a:pt x="91" y="4428"/>
                      <a:pt x="94" y="4426"/>
                    </a:cubicBezTo>
                    <a:cubicBezTo>
                      <a:pt x="95" y="4425"/>
                      <a:pt x="95" y="4424"/>
                      <a:pt x="96" y="4423"/>
                    </a:cubicBezTo>
                    <a:cubicBezTo>
                      <a:pt x="96" y="4421"/>
                      <a:pt x="95" y="4420"/>
                      <a:pt x="96" y="4419"/>
                    </a:cubicBezTo>
                    <a:cubicBezTo>
                      <a:pt x="100" y="4419"/>
                      <a:pt x="103" y="4418"/>
                      <a:pt x="105" y="4414"/>
                    </a:cubicBezTo>
                    <a:cubicBezTo>
                      <a:pt x="107" y="4412"/>
                      <a:pt x="108" y="4411"/>
                      <a:pt x="110" y="4410"/>
                    </a:cubicBezTo>
                    <a:cubicBezTo>
                      <a:pt x="113" y="4409"/>
                      <a:pt x="117" y="4404"/>
                      <a:pt x="120" y="4406"/>
                    </a:cubicBezTo>
                    <a:cubicBezTo>
                      <a:pt x="123" y="4407"/>
                      <a:pt x="124" y="4411"/>
                      <a:pt x="127" y="4412"/>
                    </a:cubicBezTo>
                    <a:cubicBezTo>
                      <a:pt x="129" y="4412"/>
                      <a:pt x="131" y="4411"/>
                      <a:pt x="133" y="4411"/>
                    </a:cubicBezTo>
                    <a:cubicBezTo>
                      <a:pt x="135" y="4410"/>
                      <a:pt x="137" y="4409"/>
                      <a:pt x="139" y="4409"/>
                    </a:cubicBezTo>
                    <a:cubicBezTo>
                      <a:pt x="144" y="4409"/>
                      <a:pt x="151" y="4411"/>
                      <a:pt x="155" y="4415"/>
                    </a:cubicBezTo>
                    <a:cubicBezTo>
                      <a:pt x="158" y="4418"/>
                      <a:pt x="156" y="4422"/>
                      <a:pt x="158" y="4425"/>
                    </a:cubicBezTo>
                    <a:cubicBezTo>
                      <a:pt x="161" y="4430"/>
                      <a:pt x="167" y="4429"/>
                      <a:pt x="170" y="4433"/>
                    </a:cubicBezTo>
                    <a:cubicBezTo>
                      <a:pt x="173" y="4436"/>
                      <a:pt x="170" y="4442"/>
                      <a:pt x="170" y="4446"/>
                    </a:cubicBezTo>
                    <a:cubicBezTo>
                      <a:pt x="170" y="4451"/>
                      <a:pt x="173" y="4453"/>
                      <a:pt x="174" y="4457"/>
                    </a:cubicBezTo>
                    <a:cubicBezTo>
                      <a:pt x="175" y="4461"/>
                      <a:pt x="175" y="4465"/>
                      <a:pt x="177" y="4469"/>
                    </a:cubicBezTo>
                    <a:cubicBezTo>
                      <a:pt x="179" y="4473"/>
                      <a:pt x="180" y="4476"/>
                      <a:pt x="178" y="4480"/>
                    </a:cubicBezTo>
                    <a:cubicBezTo>
                      <a:pt x="177" y="4484"/>
                      <a:pt x="178" y="4488"/>
                      <a:pt x="177" y="4492"/>
                    </a:cubicBezTo>
                    <a:cubicBezTo>
                      <a:pt x="177" y="4497"/>
                      <a:pt x="174" y="4495"/>
                      <a:pt x="171" y="4493"/>
                    </a:cubicBezTo>
                    <a:cubicBezTo>
                      <a:pt x="169" y="4492"/>
                      <a:pt x="167" y="4490"/>
                      <a:pt x="165" y="4489"/>
                    </a:cubicBezTo>
                    <a:cubicBezTo>
                      <a:pt x="163" y="4489"/>
                      <a:pt x="161" y="4490"/>
                      <a:pt x="159" y="4490"/>
                    </a:cubicBezTo>
                    <a:cubicBezTo>
                      <a:pt x="156" y="4492"/>
                      <a:pt x="151" y="4496"/>
                      <a:pt x="148" y="4492"/>
                    </a:cubicBezTo>
                    <a:cubicBezTo>
                      <a:pt x="147" y="4491"/>
                      <a:pt x="146" y="4489"/>
                      <a:pt x="145" y="4488"/>
                    </a:cubicBezTo>
                    <a:cubicBezTo>
                      <a:pt x="144" y="4487"/>
                      <a:pt x="143" y="4486"/>
                      <a:pt x="141" y="4486"/>
                    </a:cubicBezTo>
                    <a:cubicBezTo>
                      <a:pt x="140" y="4485"/>
                      <a:pt x="138" y="4485"/>
                      <a:pt x="136" y="4484"/>
                    </a:cubicBezTo>
                    <a:cubicBezTo>
                      <a:pt x="135" y="4483"/>
                      <a:pt x="135" y="4481"/>
                      <a:pt x="135" y="4479"/>
                    </a:cubicBezTo>
                    <a:cubicBezTo>
                      <a:pt x="135" y="4474"/>
                      <a:pt x="136" y="4468"/>
                      <a:pt x="131" y="4465"/>
                    </a:cubicBezTo>
                    <a:cubicBezTo>
                      <a:pt x="128" y="4462"/>
                      <a:pt x="124" y="4461"/>
                      <a:pt x="121" y="4458"/>
                    </a:cubicBezTo>
                    <a:cubicBezTo>
                      <a:pt x="120" y="4457"/>
                      <a:pt x="119" y="4456"/>
                      <a:pt x="118" y="4455"/>
                    </a:cubicBezTo>
                    <a:cubicBezTo>
                      <a:pt x="116" y="4454"/>
                      <a:pt x="113" y="4454"/>
                      <a:pt x="111" y="4455"/>
                    </a:cubicBezTo>
                    <a:cubicBezTo>
                      <a:pt x="109" y="4457"/>
                      <a:pt x="109" y="4459"/>
                      <a:pt x="109" y="4461"/>
                    </a:cubicBezTo>
                    <a:cubicBezTo>
                      <a:pt x="108" y="4462"/>
                      <a:pt x="108" y="4464"/>
                      <a:pt x="107" y="4464"/>
                    </a:cubicBezTo>
                    <a:cubicBezTo>
                      <a:pt x="116" y="4476"/>
                      <a:pt x="132" y="4480"/>
                      <a:pt x="132" y="4480"/>
                    </a:cubicBezTo>
                    <a:cubicBezTo>
                      <a:pt x="127" y="4508"/>
                      <a:pt x="127" y="4508"/>
                      <a:pt x="127" y="4508"/>
                    </a:cubicBezTo>
                    <a:cubicBezTo>
                      <a:pt x="86" y="4516"/>
                      <a:pt x="86" y="4516"/>
                      <a:pt x="86" y="4516"/>
                    </a:cubicBezTo>
                    <a:cubicBezTo>
                      <a:pt x="83" y="4573"/>
                      <a:pt x="83" y="4573"/>
                      <a:pt x="83" y="4573"/>
                    </a:cubicBezTo>
                    <a:cubicBezTo>
                      <a:pt x="94" y="4572"/>
                      <a:pt x="94" y="4572"/>
                      <a:pt x="94" y="4572"/>
                    </a:cubicBezTo>
                    <a:cubicBezTo>
                      <a:pt x="97" y="4601"/>
                      <a:pt x="97" y="4601"/>
                      <a:pt x="97" y="4601"/>
                    </a:cubicBezTo>
                    <a:cubicBezTo>
                      <a:pt x="120" y="4601"/>
                      <a:pt x="120" y="4601"/>
                      <a:pt x="120" y="4601"/>
                    </a:cubicBezTo>
                    <a:cubicBezTo>
                      <a:pt x="160" y="4656"/>
                      <a:pt x="160" y="4656"/>
                      <a:pt x="160" y="4656"/>
                    </a:cubicBezTo>
                    <a:cubicBezTo>
                      <a:pt x="147" y="4761"/>
                      <a:pt x="147" y="4761"/>
                      <a:pt x="147" y="4761"/>
                    </a:cubicBezTo>
                    <a:cubicBezTo>
                      <a:pt x="172" y="4747"/>
                      <a:pt x="172" y="4747"/>
                      <a:pt x="172" y="4747"/>
                    </a:cubicBezTo>
                    <a:cubicBezTo>
                      <a:pt x="195" y="4756"/>
                      <a:pt x="195" y="4756"/>
                      <a:pt x="195" y="4756"/>
                    </a:cubicBezTo>
                    <a:cubicBezTo>
                      <a:pt x="195" y="4790"/>
                      <a:pt x="195" y="4790"/>
                      <a:pt x="195" y="4790"/>
                    </a:cubicBezTo>
                    <a:cubicBezTo>
                      <a:pt x="236" y="4819"/>
                      <a:pt x="236" y="4819"/>
                      <a:pt x="236" y="4819"/>
                    </a:cubicBezTo>
                    <a:cubicBezTo>
                      <a:pt x="268" y="4907"/>
                      <a:pt x="268" y="4907"/>
                      <a:pt x="268" y="4907"/>
                    </a:cubicBezTo>
                    <a:cubicBezTo>
                      <a:pt x="254" y="4934"/>
                      <a:pt x="254" y="4934"/>
                      <a:pt x="254" y="4934"/>
                    </a:cubicBezTo>
                    <a:cubicBezTo>
                      <a:pt x="291" y="4946"/>
                      <a:pt x="291" y="4946"/>
                      <a:pt x="291" y="4946"/>
                    </a:cubicBezTo>
                    <a:cubicBezTo>
                      <a:pt x="327" y="4934"/>
                      <a:pt x="327" y="4934"/>
                      <a:pt x="327" y="4934"/>
                    </a:cubicBezTo>
                    <a:cubicBezTo>
                      <a:pt x="351" y="4975"/>
                      <a:pt x="351" y="4975"/>
                      <a:pt x="351" y="4975"/>
                    </a:cubicBezTo>
                    <a:cubicBezTo>
                      <a:pt x="377" y="4969"/>
                      <a:pt x="377" y="4969"/>
                      <a:pt x="377" y="4969"/>
                    </a:cubicBezTo>
                    <a:cubicBezTo>
                      <a:pt x="375" y="4941"/>
                      <a:pt x="375" y="4941"/>
                      <a:pt x="375" y="4941"/>
                    </a:cubicBezTo>
                    <a:cubicBezTo>
                      <a:pt x="453" y="4945"/>
                      <a:pt x="453" y="4945"/>
                      <a:pt x="453" y="4945"/>
                    </a:cubicBezTo>
                    <a:cubicBezTo>
                      <a:pt x="467" y="4962"/>
                      <a:pt x="467" y="4962"/>
                      <a:pt x="467" y="4962"/>
                    </a:cubicBezTo>
                    <a:cubicBezTo>
                      <a:pt x="453" y="4979"/>
                      <a:pt x="453" y="4979"/>
                      <a:pt x="453" y="4979"/>
                    </a:cubicBezTo>
                    <a:cubicBezTo>
                      <a:pt x="476" y="5014"/>
                      <a:pt x="476" y="5014"/>
                      <a:pt x="476" y="5014"/>
                    </a:cubicBezTo>
                    <a:cubicBezTo>
                      <a:pt x="507" y="4983"/>
                      <a:pt x="507" y="4983"/>
                      <a:pt x="507" y="4983"/>
                    </a:cubicBezTo>
                    <a:cubicBezTo>
                      <a:pt x="534" y="4982"/>
                      <a:pt x="534" y="4982"/>
                      <a:pt x="534" y="4982"/>
                    </a:cubicBezTo>
                    <a:cubicBezTo>
                      <a:pt x="551" y="4955"/>
                      <a:pt x="551" y="4955"/>
                      <a:pt x="551" y="4955"/>
                    </a:cubicBezTo>
                    <a:cubicBezTo>
                      <a:pt x="625" y="4961"/>
                      <a:pt x="625" y="4961"/>
                      <a:pt x="625" y="4961"/>
                    </a:cubicBezTo>
                    <a:cubicBezTo>
                      <a:pt x="698" y="5005"/>
                      <a:pt x="698" y="5005"/>
                      <a:pt x="698" y="5005"/>
                    </a:cubicBezTo>
                    <a:cubicBezTo>
                      <a:pt x="716" y="4996"/>
                      <a:pt x="716" y="4996"/>
                      <a:pt x="716" y="4996"/>
                    </a:cubicBezTo>
                    <a:cubicBezTo>
                      <a:pt x="728" y="5050"/>
                      <a:pt x="728" y="5050"/>
                      <a:pt x="728" y="5050"/>
                    </a:cubicBezTo>
                    <a:cubicBezTo>
                      <a:pt x="719" y="5072"/>
                      <a:pt x="719" y="5072"/>
                      <a:pt x="719" y="5072"/>
                    </a:cubicBezTo>
                    <a:cubicBezTo>
                      <a:pt x="763" y="5124"/>
                      <a:pt x="763" y="5124"/>
                      <a:pt x="763" y="5124"/>
                    </a:cubicBezTo>
                    <a:cubicBezTo>
                      <a:pt x="762" y="5188"/>
                      <a:pt x="762" y="5188"/>
                      <a:pt x="762" y="5188"/>
                    </a:cubicBezTo>
                    <a:cubicBezTo>
                      <a:pt x="726" y="5214"/>
                      <a:pt x="726" y="5214"/>
                      <a:pt x="726" y="5214"/>
                    </a:cubicBezTo>
                    <a:cubicBezTo>
                      <a:pt x="726" y="5251"/>
                      <a:pt x="726" y="5251"/>
                      <a:pt x="726" y="5251"/>
                    </a:cubicBezTo>
                    <a:cubicBezTo>
                      <a:pt x="815" y="5287"/>
                      <a:pt x="815" y="5287"/>
                      <a:pt x="815" y="5287"/>
                    </a:cubicBezTo>
                    <a:cubicBezTo>
                      <a:pt x="817" y="5325"/>
                      <a:pt x="817" y="5325"/>
                      <a:pt x="817" y="5325"/>
                    </a:cubicBezTo>
                    <a:cubicBezTo>
                      <a:pt x="849" y="5383"/>
                      <a:pt x="849" y="5383"/>
                      <a:pt x="849" y="5383"/>
                    </a:cubicBezTo>
                    <a:cubicBezTo>
                      <a:pt x="957" y="5426"/>
                      <a:pt x="957" y="5426"/>
                      <a:pt x="957" y="5426"/>
                    </a:cubicBezTo>
                    <a:cubicBezTo>
                      <a:pt x="957" y="5474"/>
                      <a:pt x="957" y="5474"/>
                      <a:pt x="957" y="5474"/>
                    </a:cubicBezTo>
                    <a:cubicBezTo>
                      <a:pt x="984" y="5485"/>
                      <a:pt x="984" y="5485"/>
                      <a:pt x="984" y="5485"/>
                    </a:cubicBezTo>
                    <a:cubicBezTo>
                      <a:pt x="1009" y="5471"/>
                      <a:pt x="1009" y="5471"/>
                      <a:pt x="1009" y="5471"/>
                    </a:cubicBezTo>
                    <a:cubicBezTo>
                      <a:pt x="1064" y="5481"/>
                      <a:pt x="1064" y="5481"/>
                      <a:pt x="1064" y="5481"/>
                    </a:cubicBezTo>
                    <a:cubicBezTo>
                      <a:pt x="1060" y="5508"/>
                      <a:pt x="1060" y="5508"/>
                      <a:pt x="1060" y="5508"/>
                    </a:cubicBezTo>
                    <a:cubicBezTo>
                      <a:pt x="1136" y="5562"/>
                      <a:pt x="1136" y="5562"/>
                      <a:pt x="1136" y="5562"/>
                    </a:cubicBezTo>
                    <a:cubicBezTo>
                      <a:pt x="1129" y="5584"/>
                      <a:pt x="1129" y="5584"/>
                      <a:pt x="1129" y="5584"/>
                    </a:cubicBezTo>
                    <a:cubicBezTo>
                      <a:pt x="1097" y="5590"/>
                      <a:pt x="1097" y="5590"/>
                      <a:pt x="1097" y="5590"/>
                    </a:cubicBezTo>
                    <a:cubicBezTo>
                      <a:pt x="1088" y="5640"/>
                      <a:pt x="1088" y="5640"/>
                      <a:pt x="1088" y="5640"/>
                    </a:cubicBezTo>
                    <a:cubicBezTo>
                      <a:pt x="1050" y="5666"/>
                      <a:pt x="1050" y="5666"/>
                      <a:pt x="1050" y="5666"/>
                    </a:cubicBezTo>
                    <a:cubicBezTo>
                      <a:pt x="994" y="5663"/>
                      <a:pt x="994" y="5663"/>
                      <a:pt x="994" y="5663"/>
                    </a:cubicBezTo>
                    <a:cubicBezTo>
                      <a:pt x="1002" y="5634"/>
                      <a:pt x="1002" y="5634"/>
                      <a:pt x="1002" y="5634"/>
                    </a:cubicBezTo>
                    <a:cubicBezTo>
                      <a:pt x="938" y="5643"/>
                      <a:pt x="938" y="5643"/>
                      <a:pt x="938" y="5643"/>
                    </a:cubicBezTo>
                    <a:cubicBezTo>
                      <a:pt x="920" y="5686"/>
                      <a:pt x="920" y="5686"/>
                      <a:pt x="920" y="5686"/>
                    </a:cubicBezTo>
                    <a:cubicBezTo>
                      <a:pt x="970" y="5736"/>
                      <a:pt x="970" y="5736"/>
                      <a:pt x="970" y="5736"/>
                    </a:cubicBezTo>
                    <a:cubicBezTo>
                      <a:pt x="984" y="5788"/>
                      <a:pt x="984" y="5788"/>
                      <a:pt x="984" y="5788"/>
                    </a:cubicBezTo>
                    <a:cubicBezTo>
                      <a:pt x="1012" y="5805"/>
                      <a:pt x="1012" y="5805"/>
                      <a:pt x="1012" y="5805"/>
                    </a:cubicBezTo>
                    <a:cubicBezTo>
                      <a:pt x="1012" y="5878"/>
                      <a:pt x="1012" y="5878"/>
                      <a:pt x="1012" y="5878"/>
                    </a:cubicBezTo>
                    <a:cubicBezTo>
                      <a:pt x="1046" y="5888"/>
                      <a:pt x="1046" y="5888"/>
                      <a:pt x="1046" y="5888"/>
                    </a:cubicBezTo>
                    <a:cubicBezTo>
                      <a:pt x="1058" y="5933"/>
                      <a:pt x="1058" y="5933"/>
                      <a:pt x="1058" y="5933"/>
                    </a:cubicBezTo>
                    <a:cubicBezTo>
                      <a:pt x="1123" y="5936"/>
                      <a:pt x="1123" y="5936"/>
                      <a:pt x="1123" y="5936"/>
                    </a:cubicBezTo>
                    <a:cubicBezTo>
                      <a:pt x="1150" y="5896"/>
                      <a:pt x="1150" y="5896"/>
                      <a:pt x="1150" y="5896"/>
                    </a:cubicBezTo>
                    <a:cubicBezTo>
                      <a:pt x="1142" y="5861"/>
                      <a:pt x="1142" y="5861"/>
                      <a:pt x="1142" y="5861"/>
                    </a:cubicBezTo>
                    <a:cubicBezTo>
                      <a:pt x="1178" y="5838"/>
                      <a:pt x="1178" y="5838"/>
                      <a:pt x="1178" y="5838"/>
                    </a:cubicBezTo>
                    <a:cubicBezTo>
                      <a:pt x="1206" y="5857"/>
                      <a:pt x="1206" y="5857"/>
                      <a:pt x="1206" y="5857"/>
                    </a:cubicBezTo>
                    <a:cubicBezTo>
                      <a:pt x="1306" y="5800"/>
                      <a:pt x="1306" y="5800"/>
                      <a:pt x="1306" y="5800"/>
                    </a:cubicBezTo>
                    <a:cubicBezTo>
                      <a:pt x="1332" y="5816"/>
                      <a:pt x="1332" y="5816"/>
                      <a:pt x="1332" y="5816"/>
                    </a:cubicBezTo>
                    <a:cubicBezTo>
                      <a:pt x="1374" y="5793"/>
                      <a:pt x="1374" y="5793"/>
                      <a:pt x="1374" y="5793"/>
                    </a:cubicBezTo>
                    <a:cubicBezTo>
                      <a:pt x="1434" y="5826"/>
                      <a:pt x="1434" y="5826"/>
                      <a:pt x="1434" y="5826"/>
                    </a:cubicBezTo>
                    <a:cubicBezTo>
                      <a:pt x="1443" y="5873"/>
                      <a:pt x="1443" y="5873"/>
                      <a:pt x="1443" y="5873"/>
                    </a:cubicBezTo>
                    <a:cubicBezTo>
                      <a:pt x="1520" y="5925"/>
                      <a:pt x="1520" y="5925"/>
                      <a:pt x="1520" y="5925"/>
                    </a:cubicBezTo>
                    <a:cubicBezTo>
                      <a:pt x="1517" y="5950"/>
                      <a:pt x="1517" y="5950"/>
                      <a:pt x="1517" y="5950"/>
                    </a:cubicBezTo>
                    <a:cubicBezTo>
                      <a:pt x="1472" y="5970"/>
                      <a:pt x="1472" y="5970"/>
                      <a:pt x="1472" y="5970"/>
                    </a:cubicBezTo>
                    <a:cubicBezTo>
                      <a:pt x="1517" y="6011"/>
                      <a:pt x="1517" y="6011"/>
                      <a:pt x="1517" y="6011"/>
                    </a:cubicBezTo>
                    <a:cubicBezTo>
                      <a:pt x="1533" y="6078"/>
                      <a:pt x="1533" y="6078"/>
                      <a:pt x="1533" y="6078"/>
                    </a:cubicBezTo>
                    <a:cubicBezTo>
                      <a:pt x="1588" y="6065"/>
                      <a:pt x="1588" y="6065"/>
                      <a:pt x="1588" y="6065"/>
                    </a:cubicBezTo>
                    <a:cubicBezTo>
                      <a:pt x="1613" y="6072"/>
                      <a:pt x="1613" y="6072"/>
                      <a:pt x="1613" y="6072"/>
                    </a:cubicBezTo>
                    <a:cubicBezTo>
                      <a:pt x="1674" y="6047"/>
                      <a:pt x="1674" y="6047"/>
                      <a:pt x="1674" y="6047"/>
                    </a:cubicBezTo>
                    <a:cubicBezTo>
                      <a:pt x="1730" y="6091"/>
                      <a:pt x="1730" y="6091"/>
                      <a:pt x="1730" y="6091"/>
                    </a:cubicBezTo>
                    <a:cubicBezTo>
                      <a:pt x="1763" y="6152"/>
                      <a:pt x="1763" y="6152"/>
                      <a:pt x="1763" y="6152"/>
                    </a:cubicBezTo>
                    <a:cubicBezTo>
                      <a:pt x="1754" y="6195"/>
                      <a:pt x="1754" y="6195"/>
                      <a:pt x="1754" y="6195"/>
                    </a:cubicBezTo>
                    <a:cubicBezTo>
                      <a:pt x="1822" y="6238"/>
                      <a:pt x="1822" y="6238"/>
                      <a:pt x="1822" y="6238"/>
                    </a:cubicBezTo>
                    <a:cubicBezTo>
                      <a:pt x="1842" y="6212"/>
                      <a:pt x="1842" y="6212"/>
                      <a:pt x="1842" y="6212"/>
                    </a:cubicBezTo>
                    <a:cubicBezTo>
                      <a:pt x="1901" y="6203"/>
                      <a:pt x="1901" y="6203"/>
                      <a:pt x="1901" y="6203"/>
                    </a:cubicBezTo>
                    <a:cubicBezTo>
                      <a:pt x="1925" y="6234"/>
                      <a:pt x="1925" y="6234"/>
                      <a:pt x="1925" y="6234"/>
                    </a:cubicBezTo>
                    <a:cubicBezTo>
                      <a:pt x="1989" y="6239"/>
                      <a:pt x="1989" y="6239"/>
                      <a:pt x="1989" y="6239"/>
                    </a:cubicBezTo>
                    <a:cubicBezTo>
                      <a:pt x="2022" y="6198"/>
                      <a:pt x="2022" y="6198"/>
                      <a:pt x="2022" y="6198"/>
                    </a:cubicBezTo>
                    <a:cubicBezTo>
                      <a:pt x="2068" y="6189"/>
                      <a:pt x="2068" y="6189"/>
                      <a:pt x="2068" y="6189"/>
                    </a:cubicBezTo>
                    <a:cubicBezTo>
                      <a:pt x="2117" y="6146"/>
                      <a:pt x="2117" y="6146"/>
                      <a:pt x="2117" y="6146"/>
                    </a:cubicBezTo>
                    <a:cubicBezTo>
                      <a:pt x="2166" y="6202"/>
                      <a:pt x="2166" y="6202"/>
                      <a:pt x="2166" y="6202"/>
                    </a:cubicBezTo>
                    <a:cubicBezTo>
                      <a:pt x="2228" y="6234"/>
                      <a:pt x="2228" y="6234"/>
                      <a:pt x="2228" y="6234"/>
                    </a:cubicBezTo>
                    <a:cubicBezTo>
                      <a:pt x="2256" y="6246"/>
                      <a:pt x="2256" y="6246"/>
                      <a:pt x="2256" y="6246"/>
                    </a:cubicBezTo>
                    <a:cubicBezTo>
                      <a:pt x="2278" y="6267"/>
                      <a:pt x="2278" y="6267"/>
                      <a:pt x="2278" y="6267"/>
                    </a:cubicBezTo>
                    <a:cubicBezTo>
                      <a:pt x="2297" y="6247"/>
                      <a:pt x="2297" y="6247"/>
                      <a:pt x="2297" y="6247"/>
                    </a:cubicBezTo>
                    <a:cubicBezTo>
                      <a:pt x="2286" y="6218"/>
                      <a:pt x="2286" y="6218"/>
                      <a:pt x="2286" y="6218"/>
                    </a:cubicBezTo>
                    <a:cubicBezTo>
                      <a:pt x="2375" y="6221"/>
                      <a:pt x="2375" y="6221"/>
                      <a:pt x="2375" y="6221"/>
                    </a:cubicBezTo>
                    <a:cubicBezTo>
                      <a:pt x="2386" y="6240"/>
                      <a:pt x="2386" y="6240"/>
                      <a:pt x="2386" y="6240"/>
                    </a:cubicBezTo>
                    <a:cubicBezTo>
                      <a:pt x="2451" y="6242"/>
                      <a:pt x="2451" y="6242"/>
                      <a:pt x="2451" y="6242"/>
                    </a:cubicBezTo>
                    <a:cubicBezTo>
                      <a:pt x="2475" y="6225"/>
                      <a:pt x="2475" y="6225"/>
                      <a:pt x="2475" y="6225"/>
                    </a:cubicBezTo>
                    <a:cubicBezTo>
                      <a:pt x="2502" y="6254"/>
                      <a:pt x="2502" y="6254"/>
                      <a:pt x="2502" y="6254"/>
                    </a:cubicBezTo>
                    <a:cubicBezTo>
                      <a:pt x="2537" y="6247"/>
                      <a:pt x="2537" y="6247"/>
                      <a:pt x="2537" y="6247"/>
                    </a:cubicBezTo>
                    <a:cubicBezTo>
                      <a:pt x="2594" y="6274"/>
                      <a:pt x="2594" y="6274"/>
                      <a:pt x="2594" y="6274"/>
                    </a:cubicBezTo>
                    <a:cubicBezTo>
                      <a:pt x="2619" y="6274"/>
                      <a:pt x="2619" y="6274"/>
                      <a:pt x="2619" y="6274"/>
                    </a:cubicBezTo>
                    <a:cubicBezTo>
                      <a:pt x="2634" y="6251"/>
                      <a:pt x="2634" y="6251"/>
                      <a:pt x="2634" y="6251"/>
                    </a:cubicBezTo>
                    <a:cubicBezTo>
                      <a:pt x="2647" y="6254"/>
                      <a:pt x="2647" y="6254"/>
                      <a:pt x="2647" y="6254"/>
                    </a:cubicBezTo>
                    <a:cubicBezTo>
                      <a:pt x="2658" y="6257"/>
                      <a:pt x="2658" y="6257"/>
                      <a:pt x="2658" y="6257"/>
                    </a:cubicBezTo>
                    <a:cubicBezTo>
                      <a:pt x="2651" y="6283"/>
                      <a:pt x="2651" y="6283"/>
                      <a:pt x="2651" y="6283"/>
                    </a:cubicBezTo>
                    <a:cubicBezTo>
                      <a:pt x="2688" y="6350"/>
                      <a:pt x="2688" y="6350"/>
                      <a:pt x="2688" y="6350"/>
                    </a:cubicBezTo>
                    <a:cubicBezTo>
                      <a:pt x="2645" y="6403"/>
                      <a:pt x="2645" y="6403"/>
                      <a:pt x="2645" y="6403"/>
                    </a:cubicBezTo>
                    <a:cubicBezTo>
                      <a:pt x="2622" y="6403"/>
                      <a:pt x="2622" y="6403"/>
                      <a:pt x="2622" y="6403"/>
                    </a:cubicBezTo>
                    <a:cubicBezTo>
                      <a:pt x="2620" y="6421"/>
                      <a:pt x="2620" y="6421"/>
                      <a:pt x="2620" y="6421"/>
                    </a:cubicBezTo>
                    <a:cubicBezTo>
                      <a:pt x="2620" y="6423"/>
                      <a:pt x="2620" y="6423"/>
                      <a:pt x="2620" y="6423"/>
                    </a:cubicBezTo>
                    <a:cubicBezTo>
                      <a:pt x="2649" y="6442"/>
                      <a:pt x="2649" y="6442"/>
                      <a:pt x="2649" y="6442"/>
                    </a:cubicBezTo>
                    <a:cubicBezTo>
                      <a:pt x="2680" y="6444"/>
                      <a:pt x="2680" y="6444"/>
                      <a:pt x="2680" y="6444"/>
                    </a:cubicBezTo>
                    <a:cubicBezTo>
                      <a:pt x="2690" y="6445"/>
                      <a:pt x="2690" y="6445"/>
                      <a:pt x="2690" y="6445"/>
                    </a:cubicBezTo>
                    <a:cubicBezTo>
                      <a:pt x="2687" y="6459"/>
                      <a:pt x="2687" y="6459"/>
                      <a:pt x="2687" y="6459"/>
                    </a:cubicBezTo>
                    <a:cubicBezTo>
                      <a:pt x="2645" y="6467"/>
                      <a:pt x="2645" y="6467"/>
                      <a:pt x="2645" y="6467"/>
                    </a:cubicBezTo>
                    <a:cubicBezTo>
                      <a:pt x="2655" y="6520"/>
                      <a:pt x="2655" y="6520"/>
                      <a:pt x="2655" y="6520"/>
                    </a:cubicBezTo>
                    <a:cubicBezTo>
                      <a:pt x="2656" y="6527"/>
                      <a:pt x="2656" y="6527"/>
                      <a:pt x="2656" y="6527"/>
                    </a:cubicBezTo>
                    <a:cubicBezTo>
                      <a:pt x="2685" y="6533"/>
                      <a:pt x="2685" y="6533"/>
                      <a:pt x="2685" y="6533"/>
                    </a:cubicBezTo>
                    <a:cubicBezTo>
                      <a:pt x="2690" y="6534"/>
                      <a:pt x="2690" y="6534"/>
                      <a:pt x="2690" y="6534"/>
                    </a:cubicBezTo>
                    <a:cubicBezTo>
                      <a:pt x="2709" y="6574"/>
                      <a:pt x="2709" y="6574"/>
                      <a:pt x="2709" y="6574"/>
                    </a:cubicBezTo>
                    <a:cubicBezTo>
                      <a:pt x="2706" y="6613"/>
                      <a:pt x="2706" y="6613"/>
                      <a:pt x="2706" y="6613"/>
                    </a:cubicBezTo>
                    <a:cubicBezTo>
                      <a:pt x="2730" y="6652"/>
                      <a:pt x="2730" y="6652"/>
                      <a:pt x="2730" y="6652"/>
                    </a:cubicBezTo>
                    <a:cubicBezTo>
                      <a:pt x="2711" y="6670"/>
                      <a:pt x="2711" y="6670"/>
                      <a:pt x="2711" y="6670"/>
                    </a:cubicBezTo>
                    <a:cubicBezTo>
                      <a:pt x="2730" y="6715"/>
                      <a:pt x="2730" y="6715"/>
                      <a:pt x="2730" y="6715"/>
                    </a:cubicBezTo>
                    <a:cubicBezTo>
                      <a:pt x="2576" y="6738"/>
                      <a:pt x="2576" y="6738"/>
                      <a:pt x="2576" y="6738"/>
                    </a:cubicBezTo>
                    <a:cubicBezTo>
                      <a:pt x="2561" y="6758"/>
                      <a:pt x="2561" y="6758"/>
                      <a:pt x="2561" y="6758"/>
                    </a:cubicBezTo>
                    <a:cubicBezTo>
                      <a:pt x="2561" y="6781"/>
                      <a:pt x="2561" y="6781"/>
                      <a:pt x="2561" y="6781"/>
                    </a:cubicBezTo>
                    <a:cubicBezTo>
                      <a:pt x="2538" y="6820"/>
                      <a:pt x="2538" y="6820"/>
                      <a:pt x="2538" y="6820"/>
                    </a:cubicBezTo>
                    <a:cubicBezTo>
                      <a:pt x="2492" y="6830"/>
                      <a:pt x="2492" y="6830"/>
                      <a:pt x="2492" y="6830"/>
                    </a:cubicBezTo>
                    <a:cubicBezTo>
                      <a:pt x="2482" y="6913"/>
                      <a:pt x="2482" y="6913"/>
                      <a:pt x="2482" y="6913"/>
                    </a:cubicBezTo>
                    <a:cubicBezTo>
                      <a:pt x="2481" y="6919"/>
                      <a:pt x="2481" y="6919"/>
                      <a:pt x="2481" y="6919"/>
                    </a:cubicBezTo>
                    <a:cubicBezTo>
                      <a:pt x="2499" y="6923"/>
                      <a:pt x="2499" y="6923"/>
                      <a:pt x="2499" y="6923"/>
                    </a:cubicBezTo>
                    <a:cubicBezTo>
                      <a:pt x="2508" y="6925"/>
                      <a:pt x="2508" y="6925"/>
                      <a:pt x="2508" y="6925"/>
                    </a:cubicBezTo>
                    <a:cubicBezTo>
                      <a:pt x="2506" y="6954"/>
                      <a:pt x="2506" y="6954"/>
                      <a:pt x="2506" y="6954"/>
                    </a:cubicBezTo>
                    <a:cubicBezTo>
                      <a:pt x="2504" y="6970"/>
                      <a:pt x="2504" y="6970"/>
                      <a:pt x="2504" y="6970"/>
                    </a:cubicBezTo>
                    <a:cubicBezTo>
                      <a:pt x="2505" y="6968"/>
                      <a:pt x="2507" y="6966"/>
                      <a:pt x="2508" y="6964"/>
                    </a:cubicBezTo>
                    <a:cubicBezTo>
                      <a:pt x="2512" y="6962"/>
                      <a:pt x="2516" y="6962"/>
                      <a:pt x="2520" y="6962"/>
                    </a:cubicBezTo>
                    <a:cubicBezTo>
                      <a:pt x="2524" y="6962"/>
                      <a:pt x="2528" y="6962"/>
                      <a:pt x="2532" y="6960"/>
                    </a:cubicBezTo>
                    <a:cubicBezTo>
                      <a:pt x="2536" y="6957"/>
                      <a:pt x="2539" y="6953"/>
                      <a:pt x="2539" y="6948"/>
                    </a:cubicBezTo>
                    <a:cubicBezTo>
                      <a:pt x="2540" y="6945"/>
                      <a:pt x="2540" y="6943"/>
                      <a:pt x="2540" y="6941"/>
                    </a:cubicBezTo>
                    <a:cubicBezTo>
                      <a:pt x="2541" y="6940"/>
                      <a:pt x="2542" y="6938"/>
                      <a:pt x="2543" y="6937"/>
                    </a:cubicBezTo>
                    <a:cubicBezTo>
                      <a:pt x="2545" y="6933"/>
                      <a:pt x="2547" y="6929"/>
                      <a:pt x="2550" y="6926"/>
                    </a:cubicBezTo>
                    <a:cubicBezTo>
                      <a:pt x="2552" y="6924"/>
                      <a:pt x="2554" y="6921"/>
                      <a:pt x="2556" y="6920"/>
                    </a:cubicBezTo>
                    <a:cubicBezTo>
                      <a:pt x="2558" y="6918"/>
                      <a:pt x="2561" y="6917"/>
                      <a:pt x="2563" y="6916"/>
                    </a:cubicBezTo>
                    <a:cubicBezTo>
                      <a:pt x="2565" y="6914"/>
                      <a:pt x="2567" y="6913"/>
                      <a:pt x="2570" y="6912"/>
                    </a:cubicBezTo>
                    <a:cubicBezTo>
                      <a:pt x="2573" y="6912"/>
                      <a:pt x="2575" y="6911"/>
                      <a:pt x="2578" y="6911"/>
                    </a:cubicBezTo>
                    <a:cubicBezTo>
                      <a:pt x="2580" y="6909"/>
                      <a:pt x="2581" y="6908"/>
                      <a:pt x="2583" y="6905"/>
                    </a:cubicBezTo>
                    <a:cubicBezTo>
                      <a:pt x="2584" y="6903"/>
                      <a:pt x="2587" y="6901"/>
                      <a:pt x="2589" y="6901"/>
                    </a:cubicBezTo>
                    <a:cubicBezTo>
                      <a:pt x="2592" y="6900"/>
                      <a:pt x="2593" y="6902"/>
                      <a:pt x="2591" y="6905"/>
                    </a:cubicBezTo>
                    <a:cubicBezTo>
                      <a:pt x="2590" y="6906"/>
                      <a:pt x="2588" y="6907"/>
                      <a:pt x="2586" y="6908"/>
                    </a:cubicBezTo>
                    <a:cubicBezTo>
                      <a:pt x="2584" y="6908"/>
                      <a:pt x="2583" y="6910"/>
                      <a:pt x="2581" y="6911"/>
                    </a:cubicBezTo>
                    <a:cubicBezTo>
                      <a:pt x="2579" y="6913"/>
                      <a:pt x="2577" y="6914"/>
                      <a:pt x="2575" y="6915"/>
                    </a:cubicBezTo>
                    <a:cubicBezTo>
                      <a:pt x="2571" y="6917"/>
                      <a:pt x="2567" y="6919"/>
                      <a:pt x="2564" y="6921"/>
                    </a:cubicBezTo>
                    <a:cubicBezTo>
                      <a:pt x="2561" y="6924"/>
                      <a:pt x="2557" y="6926"/>
                      <a:pt x="2555" y="6929"/>
                    </a:cubicBezTo>
                    <a:cubicBezTo>
                      <a:pt x="2553" y="6933"/>
                      <a:pt x="2552" y="6937"/>
                      <a:pt x="2550" y="6941"/>
                    </a:cubicBezTo>
                    <a:cubicBezTo>
                      <a:pt x="2549" y="6943"/>
                      <a:pt x="2548" y="6945"/>
                      <a:pt x="2549" y="6947"/>
                    </a:cubicBezTo>
                    <a:cubicBezTo>
                      <a:pt x="2549" y="6949"/>
                      <a:pt x="2550" y="6950"/>
                      <a:pt x="2551" y="6951"/>
                    </a:cubicBezTo>
                    <a:cubicBezTo>
                      <a:pt x="2554" y="6954"/>
                      <a:pt x="2558" y="6956"/>
                      <a:pt x="2561" y="6953"/>
                    </a:cubicBezTo>
                    <a:cubicBezTo>
                      <a:pt x="2564" y="6950"/>
                      <a:pt x="2564" y="6946"/>
                      <a:pt x="2568" y="6944"/>
                    </a:cubicBezTo>
                    <a:cubicBezTo>
                      <a:pt x="2572" y="6942"/>
                      <a:pt x="2577" y="6940"/>
                      <a:pt x="2581" y="6939"/>
                    </a:cubicBezTo>
                    <a:cubicBezTo>
                      <a:pt x="2586" y="6938"/>
                      <a:pt x="2591" y="6934"/>
                      <a:pt x="2595" y="6930"/>
                    </a:cubicBezTo>
                    <a:cubicBezTo>
                      <a:pt x="2597" y="6928"/>
                      <a:pt x="2598" y="6927"/>
                      <a:pt x="2601" y="6926"/>
                    </a:cubicBezTo>
                    <a:cubicBezTo>
                      <a:pt x="2605" y="6925"/>
                      <a:pt x="2608" y="6925"/>
                      <a:pt x="2611" y="6925"/>
                    </a:cubicBezTo>
                    <a:cubicBezTo>
                      <a:pt x="2616" y="6924"/>
                      <a:pt x="2621" y="6923"/>
                      <a:pt x="2621" y="6917"/>
                    </a:cubicBezTo>
                    <a:cubicBezTo>
                      <a:pt x="2622" y="6912"/>
                      <a:pt x="2620" y="6906"/>
                      <a:pt x="2620" y="6901"/>
                    </a:cubicBezTo>
                    <a:cubicBezTo>
                      <a:pt x="2620" y="6896"/>
                      <a:pt x="2624" y="6894"/>
                      <a:pt x="2628" y="6893"/>
                    </a:cubicBezTo>
                    <a:cubicBezTo>
                      <a:pt x="2633" y="6892"/>
                      <a:pt x="2638" y="6891"/>
                      <a:pt x="2643" y="6889"/>
                    </a:cubicBezTo>
                    <a:cubicBezTo>
                      <a:pt x="2649" y="6886"/>
                      <a:pt x="2656" y="6881"/>
                      <a:pt x="2662" y="6881"/>
                    </a:cubicBezTo>
                    <a:cubicBezTo>
                      <a:pt x="2665" y="6881"/>
                      <a:pt x="2668" y="6883"/>
                      <a:pt x="2670" y="6887"/>
                    </a:cubicBezTo>
                    <a:cubicBezTo>
                      <a:pt x="2676" y="6898"/>
                      <a:pt x="2674" y="6910"/>
                      <a:pt x="2682" y="6919"/>
                    </a:cubicBezTo>
                    <a:cubicBezTo>
                      <a:pt x="2683" y="6920"/>
                      <a:pt x="2684" y="6921"/>
                      <a:pt x="2685" y="6922"/>
                    </a:cubicBezTo>
                    <a:cubicBezTo>
                      <a:pt x="2685" y="6922"/>
                      <a:pt x="2685" y="6922"/>
                      <a:pt x="2685" y="6922"/>
                    </a:cubicBezTo>
                    <a:cubicBezTo>
                      <a:pt x="2686" y="6923"/>
                      <a:pt x="2687" y="6924"/>
                      <a:pt x="2689" y="6925"/>
                    </a:cubicBezTo>
                    <a:cubicBezTo>
                      <a:pt x="2689" y="6925"/>
                      <a:pt x="2689" y="6925"/>
                      <a:pt x="2689" y="6925"/>
                    </a:cubicBezTo>
                    <a:cubicBezTo>
                      <a:pt x="2690" y="6927"/>
                      <a:pt x="2691" y="6928"/>
                      <a:pt x="2693" y="6929"/>
                    </a:cubicBezTo>
                    <a:cubicBezTo>
                      <a:pt x="2694" y="6930"/>
                      <a:pt x="2696" y="6930"/>
                      <a:pt x="2698" y="6929"/>
                    </a:cubicBezTo>
                    <a:cubicBezTo>
                      <a:pt x="2700" y="6928"/>
                      <a:pt x="2703" y="6929"/>
                      <a:pt x="2705" y="6929"/>
                    </a:cubicBezTo>
                    <a:cubicBezTo>
                      <a:pt x="2708" y="6928"/>
                      <a:pt x="2711" y="6928"/>
                      <a:pt x="2713" y="6926"/>
                    </a:cubicBezTo>
                    <a:cubicBezTo>
                      <a:pt x="2715" y="6925"/>
                      <a:pt x="2717" y="6924"/>
                      <a:pt x="2719" y="6923"/>
                    </a:cubicBezTo>
                    <a:cubicBezTo>
                      <a:pt x="2719" y="6923"/>
                      <a:pt x="2719" y="6923"/>
                      <a:pt x="2719" y="6923"/>
                    </a:cubicBezTo>
                    <a:cubicBezTo>
                      <a:pt x="2720" y="6923"/>
                      <a:pt x="2721" y="6923"/>
                      <a:pt x="2721" y="6923"/>
                    </a:cubicBezTo>
                    <a:cubicBezTo>
                      <a:pt x="2722" y="6923"/>
                      <a:pt x="2724" y="6922"/>
                      <a:pt x="2725" y="6922"/>
                    </a:cubicBezTo>
                    <a:cubicBezTo>
                      <a:pt x="2727" y="6921"/>
                      <a:pt x="2729" y="6921"/>
                      <a:pt x="2731" y="6919"/>
                    </a:cubicBezTo>
                    <a:cubicBezTo>
                      <a:pt x="2735" y="6917"/>
                      <a:pt x="2738" y="6915"/>
                      <a:pt x="2741" y="6912"/>
                    </a:cubicBezTo>
                    <a:cubicBezTo>
                      <a:pt x="2744" y="6909"/>
                      <a:pt x="2747" y="6907"/>
                      <a:pt x="2750" y="6905"/>
                    </a:cubicBezTo>
                    <a:cubicBezTo>
                      <a:pt x="2751" y="6905"/>
                      <a:pt x="2751" y="6904"/>
                      <a:pt x="2752" y="6903"/>
                    </a:cubicBezTo>
                    <a:cubicBezTo>
                      <a:pt x="2753" y="6903"/>
                      <a:pt x="2754" y="6902"/>
                      <a:pt x="2754" y="6901"/>
                    </a:cubicBezTo>
                    <a:cubicBezTo>
                      <a:pt x="2755" y="6900"/>
                      <a:pt x="2756" y="6898"/>
                      <a:pt x="2756" y="6897"/>
                    </a:cubicBezTo>
                    <a:cubicBezTo>
                      <a:pt x="2757" y="6895"/>
                      <a:pt x="2759" y="6893"/>
                      <a:pt x="2760" y="6891"/>
                    </a:cubicBezTo>
                    <a:cubicBezTo>
                      <a:pt x="2760" y="6890"/>
                      <a:pt x="2761" y="6889"/>
                      <a:pt x="2762" y="6888"/>
                    </a:cubicBezTo>
                    <a:cubicBezTo>
                      <a:pt x="2764" y="6886"/>
                      <a:pt x="2765" y="6883"/>
                      <a:pt x="2766" y="6881"/>
                    </a:cubicBezTo>
                    <a:cubicBezTo>
                      <a:pt x="2768" y="6878"/>
                      <a:pt x="2771" y="6876"/>
                      <a:pt x="2774" y="6875"/>
                    </a:cubicBezTo>
                    <a:cubicBezTo>
                      <a:pt x="2776" y="6874"/>
                      <a:pt x="2778" y="6872"/>
                      <a:pt x="2780" y="6871"/>
                    </a:cubicBezTo>
                    <a:cubicBezTo>
                      <a:pt x="2781" y="6870"/>
                      <a:pt x="2782" y="6869"/>
                      <a:pt x="2784" y="6869"/>
                    </a:cubicBezTo>
                    <a:cubicBezTo>
                      <a:pt x="2786" y="6868"/>
                      <a:pt x="2787" y="6868"/>
                      <a:pt x="2789" y="6868"/>
                    </a:cubicBezTo>
                    <a:cubicBezTo>
                      <a:pt x="2792" y="6867"/>
                      <a:pt x="2795" y="6867"/>
                      <a:pt x="2799" y="6867"/>
                    </a:cubicBezTo>
                    <a:cubicBezTo>
                      <a:pt x="2801" y="6866"/>
                      <a:pt x="2804" y="6867"/>
                      <a:pt x="2806" y="6867"/>
                    </a:cubicBezTo>
                    <a:cubicBezTo>
                      <a:pt x="2807" y="6867"/>
                      <a:pt x="2808" y="6866"/>
                      <a:pt x="2809" y="6866"/>
                    </a:cubicBezTo>
                    <a:cubicBezTo>
                      <a:pt x="2810" y="6866"/>
                      <a:pt x="2811" y="6866"/>
                      <a:pt x="2813" y="6866"/>
                    </a:cubicBezTo>
                    <a:cubicBezTo>
                      <a:pt x="2813" y="6865"/>
                      <a:pt x="2814" y="6864"/>
                      <a:pt x="2815" y="6864"/>
                    </a:cubicBezTo>
                    <a:cubicBezTo>
                      <a:pt x="2816" y="6863"/>
                      <a:pt x="2816" y="6862"/>
                      <a:pt x="2817" y="6861"/>
                    </a:cubicBezTo>
                    <a:cubicBezTo>
                      <a:pt x="2818" y="6860"/>
                      <a:pt x="2820" y="6858"/>
                      <a:pt x="2822" y="6857"/>
                    </a:cubicBezTo>
                    <a:cubicBezTo>
                      <a:pt x="2825" y="6855"/>
                      <a:pt x="2829" y="6853"/>
                      <a:pt x="2833" y="6852"/>
                    </a:cubicBezTo>
                    <a:cubicBezTo>
                      <a:pt x="2835" y="6851"/>
                      <a:pt x="2838" y="6850"/>
                      <a:pt x="2840" y="6850"/>
                    </a:cubicBezTo>
                    <a:cubicBezTo>
                      <a:pt x="2842" y="6850"/>
                      <a:pt x="2843" y="6850"/>
                      <a:pt x="2845" y="6850"/>
                    </a:cubicBezTo>
                    <a:cubicBezTo>
                      <a:pt x="2846" y="6851"/>
                      <a:pt x="2848" y="6852"/>
                      <a:pt x="2849" y="6853"/>
                    </a:cubicBezTo>
                    <a:cubicBezTo>
                      <a:pt x="2851" y="6854"/>
                      <a:pt x="2852" y="6856"/>
                      <a:pt x="2854" y="6857"/>
                    </a:cubicBezTo>
                    <a:cubicBezTo>
                      <a:pt x="2856" y="6858"/>
                      <a:pt x="2862" y="6859"/>
                      <a:pt x="2864" y="6857"/>
                    </a:cubicBezTo>
                    <a:cubicBezTo>
                      <a:pt x="2864" y="6856"/>
                      <a:pt x="2864" y="6854"/>
                      <a:pt x="2865" y="6853"/>
                    </a:cubicBezTo>
                    <a:cubicBezTo>
                      <a:pt x="2866" y="6851"/>
                      <a:pt x="2866" y="6849"/>
                      <a:pt x="2866" y="6847"/>
                    </a:cubicBezTo>
                    <a:cubicBezTo>
                      <a:pt x="2866" y="6845"/>
                      <a:pt x="2866" y="6844"/>
                      <a:pt x="2866" y="6842"/>
                    </a:cubicBezTo>
                    <a:cubicBezTo>
                      <a:pt x="2867" y="6839"/>
                      <a:pt x="2867" y="6835"/>
                      <a:pt x="2870" y="6832"/>
                    </a:cubicBezTo>
                    <a:cubicBezTo>
                      <a:pt x="2871" y="6831"/>
                      <a:pt x="2872" y="6830"/>
                      <a:pt x="2873" y="6829"/>
                    </a:cubicBezTo>
                    <a:cubicBezTo>
                      <a:pt x="2874" y="6829"/>
                      <a:pt x="2875" y="6827"/>
                      <a:pt x="2876" y="6827"/>
                    </a:cubicBezTo>
                    <a:cubicBezTo>
                      <a:pt x="2879" y="6825"/>
                      <a:pt x="2881" y="6823"/>
                      <a:pt x="2884" y="6821"/>
                    </a:cubicBezTo>
                    <a:cubicBezTo>
                      <a:pt x="2885" y="6820"/>
                      <a:pt x="2887" y="6819"/>
                      <a:pt x="2887" y="6818"/>
                    </a:cubicBezTo>
                    <a:cubicBezTo>
                      <a:pt x="2888" y="6817"/>
                      <a:pt x="2888" y="6815"/>
                      <a:pt x="2888" y="6814"/>
                    </a:cubicBezTo>
                    <a:cubicBezTo>
                      <a:pt x="2889" y="6811"/>
                      <a:pt x="2888" y="6808"/>
                      <a:pt x="2888" y="6805"/>
                    </a:cubicBezTo>
                    <a:cubicBezTo>
                      <a:pt x="2888" y="6800"/>
                      <a:pt x="2888" y="6796"/>
                      <a:pt x="2888" y="6791"/>
                    </a:cubicBezTo>
                    <a:cubicBezTo>
                      <a:pt x="2888" y="6786"/>
                      <a:pt x="2888" y="6780"/>
                      <a:pt x="2890" y="6776"/>
                    </a:cubicBezTo>
                    <a:cubicBezTo>
                      <a:pt x="2892" y="6772"/>
                      <a:pt x="2895" y="6769"/>
                      <a:pt x="2898" y="6767"/>
                    </a:cubicBezTo>
                    <a:cubicBezTo>
                      <a:pt x="2902" y="6765"/>
                      <a:pt x="2907" y="6764"/>
                      <a:pt x="2912" y="6762"/>
                    </a:cubicBezTo>
                    <a:cubicBezTo>
                      <a:pt x="2916" y="6760"/>
                      <a:pt x="2919" y="6757"/>
                      <a:pt x="2923" y="6755"/>
                    </a:cubicBezTo>
                    <a:cubicBezTo>
                      <a:pt x="2927" y="6753"/>
                      <a:pt x="2930" y="6751"/>
                      <a:pt x="2933" y="6748"/>
                    </a:cubicBezTo>
                    <a:cubicBezTo>
                      <a:pt x="2935" y="6746"/>
                      <a:pt x="2937" y="6744"/>
                      <a:pt x="2938" y="6742"/>
                    </a:cubicBezTo>
                    <a:cubicBezTo>
                      <a:pt x="2941" y="6738"/>
                      <a:pt x="2943" y="6735"/>
                      <a:pt x="2948" y="6733"/>
                    </a:cubicBezTo>
                    <a:cubicBezTo>
                      <a:pt x="2952" y="6731"/>
                      <a:pt x="2957" y="6728"/>
                      <a:pt x="2962" y="6727"/>
                    </a:cubicBezTo>
                    <a:cubicBezTo>
                      <a:pt x="2966" y="6726"/>
                      <a:pt x="2970" y="6726"/>
                      <a:pt x="2975" y="6726"/>
                    </a:cubicBezTo>
                    <a:cubicBezTo>
                      <a:pt x="2978" y="6726"/>
                      <a:pt x="2981" y="6726"/>
                      <a:pt x="2983" y="6726"/>
                    </a:cubicBezTo>
                    <a:cubicBezTo>
                      <a:pt x="2985" y="6726"/>
                      <a:pt x="2987" y="6727"/>
                      <a:pt x="2988" y="6726"/>
                    </a:cubicBezTo>
                    <a:cubicBezTo>
                      <a:pt x="2990" y="6726"/>
                      <a:pt x="2991" y="6725"/>
                      <a:pt x="2992" y="6725"/>
                    </a:cubicBezTo>
                    <a:cubicBezTo>
                      <a:pt x="2995" y="6724"/>
                      <a:pt x="2998" y="6723"/>
                      <a:pt x="3002" y="6722"/>
                    </a:cubicBezTo>
                    <a:cubicBezTo>
                      <a:pt x="3004" y="6720"/>
                      <a:pt x="3007" y="6719"/>
                      <a:pt x="3009" y="6719"/>
                    </a:cubicBezTo>
                    <a:cubicBezTo>
                      <a:pt x="3012" y="6718"/>
                      <a:pt x="3014" y="6718"/>
                      <a:pt x="3017" y="6718"/>
                    </a:cubicBezTo>
                    <a:cubicBezTo>
                      <a:pt x="3020" y="6717"/>
                      <a:pt x="3022" y="6718"/>
                      <a:pt x="3024" y="6719"/>
                    </a:cubicBezTo>
                    <a:cubicBezTo>
                      <a:pt x="3026" y="6719"/>
                      <a:pt x="3027" y="6719"/>
                      <a:pt x="3029" y="6719"/>
                    </a:cubicBezTo>
                    <a:cubicBezTo>
                      <a:pt x="3032" y="6719"/>
                      <a:pt x="3037" y="6718"/>
                      <a:pt x="3039" y="6716"/>
                    </a:cubicBezTo>
                    <a:cubicBezTo>
                      <a:pt x="3040" y="6715"/>
                      <a:pt x="3042" y="6714"/>
                      <a:pt x="3043" y="6713"/>
                    </a:cubicBezTo>
                    <a:cubicBezTo>
                      <a:pt x="3045" y="6711"/>
                      <a:pt x="3047" y="6709"/>
                      <a:pt x="3050" y="6707"/>
                    </a:cubicBezTo>
                    <a:cubicBezTo>
                      <a:pt x="3051" y="6706"/>
                      <a:pt x="3052" y="6705"/>
                      <a:pt x="3053" y="6705"/>
                    </a:cubicBezTo>
                    <a:cubicBezTo>
                      <a:pt x="3055" y="6704"/>
                      <a:pt x="3057" y="6702"/>
                      <a:pt x="3059" y="6702"/>
                    </a:cubicBezTo>
                    <a:cubicBezTo>
                      <a:pt x="3062" y="6700"/>
                      <a:pt x="3065" y="6699"/>
                      <a:pt x="3069" y="6697"/>
                    </a:cubicBezTo>
                    <a:cubicBezTo>
                      <a:pt x="3072" y="6696"/>
                      <a:pt x="3075" y="6694"/>
                      <a:pt x="3078" y="6692"/>
                    </a:cubicBezTo>
                    <a:cubicBezTo>
                      <a:pt x="3081" y="6691"/>
                      <a:pt x="3085" y="6690"/>
                      <a:pt x="3088" y="6690"/>
                    </a:cubicBezTo>
                    <a:cubicBezTo>
                      <a:pt x="3094" y="6690"/>
                      <a:pt x="3100" y="6687"/>
                      <a:pt x="3106" y="6688"/>
                    </a:cubicBezTo>
                    <a:cubicBezTo>
                      <a:pt x="3108" y="6688"/>
                      <a:pt x="3110" y="6688"/>
                      <a:pt x="3111" y="6688"/>
                    </a:cubicBezTo>
                    <a:cubicBezTo>
                      <a:pt x="3113" y="6688"/>
                      <a:pt x="3115" y="6688"/>
                      <a:pt x="3116" y="6688"/>
                    </a:cubicBezTo>
                    <a:cubicBezTo>
                      <a:pt x="3122" y="6688"/>
                      <a:pt x="3126" y="6691"/>
                      <a:pt x="3131" y="6692"/>
                    </a:cubicBezTo>
                    <a:cubicBezTo>
                      <a:pt x="3134" y="6693"/>
                      <a:pt x="3136" y="6693"/>
                      <a:pt x="3138" y="6693"/>
                    </a:cubicBezTo>
                    <a:cubicBezTo>
                      <a:pt x="3141" y="6693"/>
                      <a:pt x="3143" y="6693"/>
                      <a:pt x="3146" y="6693"/>
                    </a:cubicBezTo>
                    <a:cubicBezTo>
                      <a:pt x="3148" y="6693"/>
                      <a:pt x="3151" y="6694"/>
                      <a:pt x="3154" y="6693"/>
                    </a:cubicBezTo>
                    <a:cubicBezTo>
                      <a:pt x="3155" y="6692"/>
                      <a:pt x="3156" y="6692"/>
                      <a:pt x="3158" y="6691"/>
                    </a:cubicBezTo>
                    <a:cubicBezTo>
                      <a:pt x="3159" y="6691"/>
                      <a:pt x="3160" y="6690"/>
                      <a:pt x="3161" y="6690"/>
                    </a:cubicBezTo>
                    <a:cubicBezTo>
                      <a:pt x="3162" y="6690"/>
                      <a:pt x="3162" y="6690"/>
                      <a:pt x="3163" y="6690"/>
                    </a:cubicBezTo>
                    <a:cubicBezTo>
                      <a:pt x="3165" y="6689"/>
                      <a:pt x="3167" y="6688"/>
                      <a:pt x="3169" y="6687"/>
                    </a:cubicBezTo>
                    <a:cubicBezTo>
                      <a:pt x="3169" y="6686"/>
                      <a:pt x="3170" y="6686"/>
                      <a:pt x="3171" y="6685"/>
                    </a:cubicBezTo>
                    <a:cubicBezTo>
                      <a:pt x="3171" y="6685"/>
                      <a:pt x="3171" y="6685"/>
                      <a:pt x="3172" y="6684"/>
                    </a:cubicBezTo>
                    <a:cubicBezTo>
                      <a:pt x="3172" y="6684"/>
                      <a:pt x="3172" y="6683"/>
                      <a:pt x="3173" y="6683"/>
                    </a:cubicBezTo>
                    <a:cubicBezTo>
                      <a:pt x="3173" y="6682"/>
                      <a:pt x="3173" y="6681"/>
                      <a:pt x="3173" y="6680"/>
                    </a:cubicBezTo>
                    <a:cubicBezTo>
                      <a:pt x="3172" y="6679"/>
                      <a:pt x="3172" y="6678"/>
                      <a:pt x="3172" y="6677"/>
                    </a:cubicBezTo>
                    <a:cubicBezTo>
                      <a:pt x="3172" y="6676"/>
                      <a:pt x="3171" y="6675"/>
                      <a:pt x="3171" y="6674"/>
                    </a:cubicBezTo>
                    <a:cubicBezTo>
                      <a:pt x="3170" y="6672"/>
                      <a:pt x="3169" y="6671"/>
                      <a:pt x="3170" y="6668"/>
                    </a:cubicBezTo>
                    <a:cubicBezTo>
                      <a:pt x="3170" y="6666"/>
                      <a:pt x="3172" y="6666"/>
                      <a:pt x="3173" y="6664"/>
                    </a:cubicBezTo>
                    <a:cubicBezTo>
                      <a:pt x="3173" y="6662"/>
                      <a:pt x="3173" y="6658"/>
                      <a:pt x="3173" y="6656"/>
                    </a:cubicBezTo>
                    <a:cubicBezTo>
                      <a:pt x="3173" y="6653"/>
                      <a:pt x="3173" y="6653"/>
                      <a:pt x="3170" y="6652"/>
                    </a:cubicBezTo>
                    <a:cubicBezTo>
                      <a:pt x="3167" y="6650"/>
                      <a:pt x="3166" y="6649"/>
                      <a:pt x="3165" y="6647"/>
                    </a:cubicBezTo>
                    <a:cubicBezTo>
                      <a:pt x="3164" y="6647"/>
                      <a:pt x="3164" y="6646"/>
                      <a:pt x="3164" y="6644"/>
                    </a:cubicBezTo>
                    <a:cubicBezTo>
                      <a:pt x="3164" y="6643"/>
                      <a:pt x="3164" y="6642"/>
                      <a:pt x="3164" y="6641"/>
                    </a:cubicBezTo>
                    <a:cubicBezTo>
                      <a:pt x="3169" y="6639"/>
                      <a:pt x="3173" y="6637"/>
                      <a:pt x="3178" y="6635"/>
                    </a:cubicBezTo>
                    <a:cubicBezTo>
                      <a:pt x="3182" y="6633"/>
                      <a:pt x="3186" y="6628"/>
                      <a:pt x="3181" y="6624"/>
                    </a:cubicBezTo>
                    <a:cubicBezTo>
                      <a:pt x="3179" y="6623"/>
                      <a:pt x="3176" y="6623"/>
                      <a:pt x="3174" y="6623"/>
                    </a:cubicBezTo>
                    <a:cubicBezTo>
                      <a:pt x="3171" y="6623"/>
                      <a:pt x="3168" y="6622"/>
                      <a:pt x="3168" y="6618"/>
                    </a:cubicBezTo>
                    <a:cubicBezTo>
                      <a:pt x="3167" y="6617"/>
                      <a:pt x="3168" y="6616"/>
                      <a:pt x="3168" y="6615"/>
                    </a:cubicBezTo>
                    <a:cubicBezTo>
                      <a:pt x="3171" y="6609"/>
                      <a:pt x="3188" y="6613"/>
                      <a:pt x="3192" y="6609"/>
                    </a:cubicBezTo>
                    <a:cubicBezTo>
                      <a:pt x="3195" y="6605"/>
                      <a:pt x="3194" y="6600"/>
                      <a:pt x="3194" y="6595"/>
                    </a:cubicBezTo>
                    <a:cubicBezTo>
                      <a:pt x="3193" y="6593"/>
                      <a:pt x="3194" y="6590"/>
                      <a:pt x="3192" y="6588"/>
                    </a:cubicBezTo>
                    <a:cubicBezTo>
                      <a:pt x="3191" y="6585"/>
                      <a:pt x="3190" y="6584"/>
                      <a:pt x="3189" y="6581"/>
                    </a:cubicBezTo>
                    <a:cubicBezTo>
                      <a:pt x="3187" y="6575"/>
                      <a:pt x="3191" y="6559"/>
                      <a:pt x="3201" y="6565"/>
                    </a:cubicBezTo>
                    <a:cubicBezTo>
                      <a:pt x="3205" y="6568"/>
                      <a:pt x="3209" y="6572"/>
                      <a:pt x="3214" y="6576"/>
                    </a:cubicBezTo>
                    <a:cubicBezTo>
                      <a:pt x="3214" y="6576"/>
                      <a:pt x="3214" y="6576"/>
                      <a:pt x="3214" y="6576"/>
                    </a:cubicBezTo>
                    <a:cubicBezTo>
                      <a:pt x="3218" y="6579"/>
                      <a:pt x="3221" y="6582"/>
                      <a:pt x="3223" y="6586"/>
                    </a:cubicBezTo>
                    <a:cubicBezTo>
                      <a:pt x="3223" y="6586"/>
                      <a:pt x="3224" y="6586"/>
                      <a:pt x="3224" y="6586"/>
                    </a:cubicBezTo>
                    <a:cubicBezTo>
                      <a:pt x="3226" y="6590"/>
                      <a:pt x="3227" y="6597"/>
                      <a:pt x="3233" y="6594"/>
                    </a:cubicBezTo>
                    <a:cubicBezTo>
                      <a:pt x="3238" y="6591"/>
                      <a:pt x="3238" y="6585"/>
                      <a:pt x="3244" y="6584"/>
                    </a:cubicBezTo>
                    <a:cubicBezTo>
                      <a:pt x="3249" y="6582"/>
                      <a:pt x="3254" y="6582"/>
                      <a:pt x="3258" y="6579"/>
                    </a:cubicBezTo>
                    <a:cubicBezTo>
                      <a:pt x="3262" y="6577"/>
                      <a:pt x="3263" y="6573"/>
                      <a:pt x="3267" y="6570"/>
                    </a:cubicBezTo>
                    <a:cubicBezTo>
                      <a:pt x="3273" y="6567"/>
                      <a:pt x="3275" y="6564"/>
                      <a:pt x="3274" y="6557"/>
                    </a:cubicBezTo>
                    <a:cubicBezTo>
                      <a:pt x="3274" y="6552"/>
                      <a:pt x="3272" y="6548"/>
                      <a:pt x="3270" y="6544"/>
                    </a:cubicBezTo>
                    <a:cubicBezTo>
                      <a:pt x="3268" y="6539"/>
                      <a:pt x="3266" y="6537"/>
                      <a:pt x="3262" y="6533"/>
                    </a:cubicBezTo>
                    <a:cubicBezTo>
                      <a:pt x="3259" y="6530"/>
                      <a:pt x="3259" y="6524"/>
                      <a:pt x="3260" y="6520"/>
                    </a:cubicBezTo>
                    <a:cubicBezTo>
                      <a:pt x="3260" y="6515"/>
                      <a:pt x="3262" y="6510"/>
                      <a:pt x="3261" y="6505"/>
                    </a:cubicBezTo>
                    <a:cubicBezTo>
                      <a:pt x="3260" y="6502"/>
                      <a:pt x="3256" y="6501"/>
                      <a:pt x="3253" y="6499"/>
                    </a:cubicBezTo>
                    <a:cubicBezTo>
                      <a:pt x="3253" y="6499"/>
                      <a:pt x="3252" y="6499"/>
                      <a:pt x="3251" y="6498"/>
                    </a:cubicBezTo>
                    <a:cubicBezTo>
                      <a:pt x="3248" y="6496"/>
                      <a:pt x="3248" y="6494"/>
                      <a:pt x="3248" y="6492"/>
                    </a:cubicBezTo>
                    <a:cubicBezTo>
                      <a:pt x="3249" y="6490"/>
                      <a:pt x="3250" y="6489"/>
                      <a:pt x="3252" y="6487"/>
                    </a:cubicBezTo>
                    <a:cubicBezTo>
                      <a:pt x="3255" y="6484"/>
                      <a:pt x="3260" y="6483"/>
                      <a:pt x="3259" y="6477"/>
                    </a:cubicBezTo>
                    <a:cubicBezTo>
                      <a:pt x="3259" y="6473"/>
                      <a:pt x="3257" y="6467"/>
                      <a:pt x="3264" y="6468"/>
                    </a:cubicBezTo>
                    <a:cubicBezTo>
                      <a:pt x="3269" y="6469"/>
                      <a:pt x="3273" y="6471"/>
                      <a:pt x="3278" y="6471"/>
                    </a:cubicBezTo>
                    <a:cubicBezTo>
                      <a:pt x="3283" y="6471"/>
                      <a:pt x="3287" y="6472"/>
                      <a:pt x="3290" y="6467"/>
                    </a:cubicBezTo>
                    <a:cubicBezTo>
                      <a:pt x="3294" y="6462"/>
                      <a:pt x="3294" y="6457"/>
                      <a:pt x="3295" y="6451"/>
                    </a:cubicBezTo>
                    <a:cubicBezTo>
                      <a:pt x="3296" y="6443"/>
                      <a:pt x="3297" y="6429"/>
                      <a:pt x="3291" y="6422"/>
                    </a:cubicBezTo>
                    <a:cubicBezTo>
                      <a:pt x="3289" y="6420"/>
                      <a:pt x="3287" y="6418"/>
                      <a:pt x="3285" y="6417"/>
                    </a:cubicBezTo>
                    <a:cubicBezTo>
                      <a:pt x="3278" y="6412"/>
                      <a:pt x="3269" y="6411"/>
                      <a:pt x="3261" y="6407"/>
                    </a:cubicBezTo>
                    <a:cubicBezTo>
                      <a:pt x="3256" y="6404"/>
                      <a:pt x="3254" y="6403"/>
                      <a:pt x="3253" y="6398"/>
                    </a:cubicBezTo>
                    <a:cubicBezTo>
                      <a:pt x="3253" y="6398"/>
                      <a:pt x="3253" y="6397"/>
                      <a:pt x="3253" y="6395"/>
                    </a:cubicBezTo>
                    <a:cubicBezTo>
                      <a:pt x="3254" y="6391"/>
                      <a:pt x="3256" y="6386"/>
                      <a:pt x="3261" y="6384"/>
                    </a:cubicBezTo>
                    <a:cubicBezTo>
                      <a:pt x="3265" y="6383"/>
                      <a:pt x="3271" y="6386"/>
                      <a:pt x="3274" y="6383"/>
                    </a:cubicBezTo>
                    <a:cubicBezTo>
                      <a:pt x="3277" y="6380"/>
                      <a:pt x="3276" y="6377"/>
                      <a:pt x="3277" y="6374"/>
                    </a:cubicBezTo>
                    <a:cubicBezTo>
                      <a:pt x="3278" y="6373"/>
                      <a:pt x="3279" y="6372"/>
                      <a:pt x="3280" y="6371"/>
                    </a:cubicBezTo>
                    <a:cubicBezTo>
                      <a:pt x="3287" y="6366"/>
                      <a:pt x="3285" y="6376"/>
                      <a:pt x="3285" y="6380"/>
                    </a:cubicBezTo>
                    <a:cubicBezTo>
                      <a:pt x="3285" y="6384"/>
                      <a:pt x="3287" y="6389"/>
                      <a:pt x="3287" y="6393"/>
                    </a:cubicBezTo>
                    <a:cubicBezTo>
                      <a:pt x="3287" y="6393"/>
                      <a:pt x="3287" y="6393"/>
                      <a:pt x="3287" y="6393"/>
                    </a:cubicBezTo>
                    <a:cubicBezTo>
                      <a:pt x="3288" y="6399"/>
                      <a:pt x="3288" y="6403"/>
                      <a:pt x="3294" y="6402"/>
                    </a:cubicBezTo>
                    <a:cubicBezTo>
                      <a:pt x="3299" y="6401"/>
                      <a:pt x="3304" y="6399"/>
                      <a:pt x="3307" y="6396"/>
                    </a:cubicBezTo>
                    <a:cubicBezTo>
                      <a:pt x="3310" y="6395"/>
                      <a:pt x="3311" y="6392"/>
                      <a:pt x="3312" y="6390"/>
                    </a:cubicBezTo>
                    <a:cubicBezTo>
                      <a:pt x="3314" y="6388"/>
                      <a:pt x="3316" y="6387"/>
                      <a:pt x="3318" y="6384"/>
                    </a:cubicBezTo>
                    <a:cubicBezTo>
                      <a:pt x="3323" y="6376"/>
                      <a:pt x="3328" y="6368"/>
                      <a:pt x="3331" y="6358"/>
                    </a:cubicBezTo>
                    <a:cubicBezTo>
                      <a:pt x="3334" y="6349"/>
                      <a:pt x="3325" y="6338"/>
                      <a:pt x="3320" y="6332"/>
                    </a:cubicBezTo>
                    <a:cubicBezTo>
                      <a:pt x="3312" y="6323"/>
                      <a:pt x="3301" y="6311"/>
                      <a:pt x="3303" y="6298"/>
                    </a:cubicBezTo>
                    <a:cubicBezTo>
                      <a:pt x="3303" y="6294"/>
                      <a:pt x="3305" y="6291"/>
                      <a:pt x="3309" y="6288"/>
                    </a:cubicBezTo>
                    <a:cubicBezTo>
                      <a:pt x="3309" y="6288"/>
                      <a:pt x="3309" y="6288"/>
                      <a:pt x="3309" y="6288"/>
                    </a:cubicBezTo>
                    <a:cubicBezTo>
                      <a:pt x="3312" y="6284"/>
                      <a:pt x="3316" y="6281"/>
                      <a:pt x="3319" y="6278"/>
                    </a:cubicBezTo>
                    <a:cubicBezTo>
                      <a:pt x="3319" y="6278"/>
                      <a:pt x="3319" y="6278"/>
                      <a:pt x="3319" y="6278"/>
                    </a:cubicBezTo>
                    <a:cubicBezTo>
                      <a:pt x="3320" y="6277"/>
                      <a:pt x="3320" y="6276"/>
                      <a:pt x="3321" y="6275"/>
                    </a:cubicBezTo>
                    <a:cubicBezTo>
                      <a:pt x="3325" y="6267"/>
                      <a:pt x="3322" y="6255"/>
                      <a:pt x="3328" y="6248"/>
                    </a:cubicBezTo>
                    <a:cubicBezTo>
                      <a:pt x="3329" y="6247"/>
                      <a:pt x="3330" y="6247"/>
                      <a:pt x="3330" y="6246"/>
                    </a:cubicBezTo>
                    <a:cubicBezTo>
                      <a:pt x="3330" y="6246"/>
                      <a:pt x="3331" y="6246"/>
                      <a:pt x="3331" y="6246"/>
                    </a:cubicBezTo>
                    <a:cubicBezTo>
                      <a:pt x="3338" y="6241"/>
                      <a:pt x="3349" y="6243"/>
                      <a:pt x="3356" y="6236"/>
                    </a:cubicBezTo>
                    <a:cubicBezTo>
                      <a:pt x="3357" y="6236"/>
                      <a:pt x="3358" y="6235"/>
                      <a:pt x="3359" y="6233"/>
                    </a:cubicBezTo>
                    <a:cubicBezTo>
                      <a:pt x="3361" y="6229"/>
                      <a:pt x="3365" y="6221"/>
                      <a:pt x="3369" y="6220"/>
                    </a:cubicBezTo>
                    <a:cubicBezTo>
                      <a:pt x="3371" y="6219"/>
                      <a:pt x="3372" y="6220"/>
                      <a:pt x="3374" y="6222"/>
                    </a:cubicBezTo>
                    <a:cubicBezTo>
                      <a:pt x="3382" y="6232"/>
                      <a:pt x="3372" y="6241"/>
                      <a:pt x="3362" y="6243"/>
                    </a:cubicBezTo>
                    <a:cubicBezTo>
                      <a:pt x="3353" y="6246"/>
                      <a:pt x="3341" y="6248"/>
                      <a:pt x="3336" y="6258"/>
                    </a:cubicBezTo>
                    <a:cubicBezTo>
                      <a:pt x="3332" y="6268"/>
                      <a:pt x="3337" y="6278"/>
                      <a:pt x="3328" y="6286"/>
                    </a:cubicBezTo>
                    <a:cubicBezTo>
                      <a:pt x="3324" y="6289"/>
                      <a:pt x="3318" y="6291"/>
                      <a:pt x="3316" y="6296"/>
                    </a:cubicBezTo>
                    <a:cubicBezTo>
                      <a:pt x="3314" y="6303"/>
                      <a:pt x="3318" y="6313"/>
                      <a:pt x="3322" y="6319"/>
                    </a:cubicBezTo>
                    <a:cubicBezTo>
                      <a:pt x="3323" y="6319"/>
                      <a:pt x="3323" y="6320"/>
                      <a:pt x="3324" y="6321"/>
                    </a:cubicBezTo>
                    <a:cubicBezTo>
                      <a:pt x="3326" y="6323"/>
                      <a:pt x="3329" y="6328"/>
                      <a:pt x="3333" y="6329"/>
                    </a:cubicBezTo>
                    <a:cubicBezTo>
                      <a:pt x="3337" y="6331"/>
                      <a:pt x="3341" y="6329"/>
                      <a:pt x="3345" y="6327"/>
                    </a:cubicBezTo>
                    <a:cubicBezTo>
                      <a:pt x="3346" y="6327"/>
                      <a:pt x="3347" y="6327"/>
                      <a:pt x="3347" y="6327"/>
                    </a:cubicBezTo>
                    <a:cubicBezTo>
                      <a:pt x="3357" y="6323"/>
                      <a:pt x="3364" y="6315"/>
                      <a:pt x="3375" y="6312"/>
                    </a:cubicBezTo>
                    <a:cubicBezTo>
                      <a:pt x="3383" y="6309"/>
                      <a:pt x="3392" y="6308"/>
                      <a:pt x="3401" y="6306"/>
                    </a:cubicBezTo>
                    <a:cubicBezTo>
                      <a:pt x="3407" y="6304"/>
                      <a:pt x="3413" y="6302"/>
                      <a:pt x="3419" y="6300"/>
                    </a:cubicBezTo>
                    <a:cubicBezTo>
                      <a:pt x="3421" y="6299"/>
                      <a:pt x="3424" y="6298"/>
                      <a:pt x="3426" y="6298"/>
                    </a:cubicBezTo>
                    <a:cubicBezTo>
                      <a:pt x="3436" y="6295"/>
                      <a:pt x="3442" y="6299"/>
                      <a:pt x="3450" y="6303"/>
                    </a:cubicBezTo>
                    <a:cubicBezTo>
                      <a:pt x="3450" y="6303"/>
                      <a:pt x="3451" y="6304"/>
                      <a:pt x="3451" y="6304"/>
                    </a:cubicBezTo>
                    <a:cubicBezTo>
                      <a:pt x="3454" y="6305"/>
                      <a:pt x="3459" y="6308"/>
                      <a:pt x="3459" y="6311"/>
                    </a:cubicBezTo>
                    <a:cubicBezTo>
                      <a:pt x="3458" y="6315"/>
                      <a:pt x="3452" y="6316"/>
                      <a:pt x="3449" y="6315"/>
                    </a:cubicBezTo>
                    <a:cubicBezTo>
                      <a:pt x="3440" y="6315"/>
                      <a:pt x="3433" y="6310"/>
                      <a:pt x="3424" y="6308"/>
                    </a:cubicBezTo>
                    <a:cubicBezTo>
                      <a:pt x="3415" y="6307"/>
                      <a:pt x="3410" y="6312"/>
                      <a:pt x="3402" y="6314"/>
                    </a:cubicBezTo>
                    <a:cubicBezTo>
                      <a:pt x="3398" y="6316"/>
                      <a:pt x="3394" y="6316"/>
                      <a:pt x="3390" y="6317"/>
                    </a:cubicBezTo>
                    <a:cubicBezTo>
                      <a:pt x="3384" y="6319"/>
                      <a:pt x="3379" y="6321"/>
                      <a:pt x="3374" y="6324"/>
                    </a:cubicBezTo>
                    <a:cubicBezTo>
                      <a:pt x="3364" y="6328"/>
                      <a:pt x="3353" y="6336"/>
                      <a:pt x="3346" y="6344"/>
                    </a:cubicBezTo>
                    <a:cubicBezTo>
                      <a:pt x="3345" y="6345"/>
                      <a:pt x="3344" y="6347"/>
                      <a:pt x="3343" y="6349"/>
                    </a:cubicBezTo>
                    <a:cubicBezTo>
                      <a:pt x="3342" y="6351"/>
                      <a:pt x="3341" y="6353"/>
                      <a:pt x="3341" y="6355"/>
                    </a:cubicBezTo>
                    <a:cubicBezTo>
                      <a:pt x="3341" y="6356"/>
                      <a:pt x="3342" y="6357"/>
                      <a:pt x="3342" y="6357"/>
                    </a:cubicBezTo>
                    <a:cubicBezTo>
                      <a:pt x="3344" y="6358"/>
                      <a:pt x="3346" y="6357"/>
                      <a:pt x="3349" y="6357"/>
                    </a:cubicBezTo>
                    <a:cubicBezTo>
                      <a:pt x="3357" y="6357"/>
                      <a:pt x="3350" y="6365"/>
                      <a:pt x="3348" y="6369"/>
                    </a:cubicBezTo>
                    <a:cubicBezTo>
                      <a:pt x="3343" y="6374"/>
                      <a:pt x="3338" y="6377"/>
                      <a:pt x="3336" y="6384"/>
                    </a:cubicBezTo>
                    <a:cubicBezTo>
                      <a:pt x="3334" y="6391"/>
                      <a:pt x="3335" y="6398"/>
                      <a:pt x="3333" y="6405"/>
                    </a:cubicBezTo>
                    <a:cubicBezTo>
                      <a:pt x="3332" y="6409"/>
                      <a:pt x="3329" y="6410"/>
                      <a:pt x="3328" y="6413"/>
                    </a:cubicBezTo>
                    <a:cubicBezTo>
                      <a:pt x="3327" y="6418"/>
                      <a:pt x="3329" y="6421"/>
                      <a:pt x="3326" y="6425"/>
                    </a:cubicBezTo>
                    <a:cubicBezTo>
                      <a:pt x="3325" y="6428"/>
                      <a:pt x="3324" y="6431"/>
                      <a:pt x="3322" y="6433"/>
                    </a:cubicBezTo>
                    <a:cubicBezTo>
                      <a:pt x="3318" y="6437"/>
                      <a:pt x="3306" y="6434"/>
                      <a:pt x="3306" y="6440"/>
                    </a:cubicBezTo>
                    <a:cubicBezTo>
                      <a:pt x="3306" y="6441"/>
                      <a:pt x="3306" y="6442"/>
                      <a:pt x="3306" y="6443"/>
                    </a:cubicBezTo>
                    <a:cubicBezTo>
                      <a:pt x="3307" y="6445"/>
                      <a:pt x="3308" y="6447"/>
                      <a:pt x="3309" y="6448"/>
                    </a:cubicBezTo>
                    <a:cubicBezTo>
                      <a:pt x="3309" y="6448"/>
                      <a:pt x="3309" y="6448"/>
                      <a:pt x="3309" y="6449"/>
                    </a:cubicBezTo>
                    <a:cubicBezTo>
                      <a:pt x="3311" y="6451"/>
                      <a:pt x="3315" y="6452"/>
                      <a:pt x="3316" y="6454"/>
                    </a:cubicBezTo>
                    <a:cubicBezTo>
                      <a:pt x="3317" y="6456"/>
                      <a:pt x="3316" y="6462"/>
                      <a:pt x="3313" y="6462"/>
                    </a:cubicBezTo>
                    <a:cubicBezTo>
                      <a:pt x="3310" y="6464"/>
                      <a:pt x="3307" y="6460"/>
                      <a:pt x="3305" y="6464"/>
                    </a:cubicBezTo>
                    <a:cubicBezTo>
                      <a:pt x="3302" y="6468"/>
                      <a:pt x="3304" y="6478"/>
                      <a:pt x="3305" y="6483"/>
                    </a:cubicBezTo>
                    <a:cubicBezTo>
                      <a:pt x="3306" y="6485"/>
                      <a:pt x="3306" y="6487"/>
                      <a:pt x="3307" y="6489"/>
                    </a:cubicBezTo>
                    <a:cubicBezTo>
                      <a:pt x="3307" y="6490"/>
                      <a:pt x="3308" y="6491"/>
                      <a:pt x="3308" y="6492"/>
                    </a:cubicBezTo>
                    <a:cubicBezTo>
                      <a:pt x="3310" y="6494"/>
                      <a:pt x="3312" y="6495"/>
                      <a:pt x="3314" y="6497"/>
                    </a:cubicBezTo>
                    <a:cubicBezTo>
                      <a:pt x="3315" y="6498"/>
                      <a:pt x="3319" y="6499"/>
                      <a:pt x="3322" y="6500"/>
                    </a:cubicBezTo>
                    <a:cubicBezTo>
                      <a:pt x="3326" y="6501"/>
                      <a:pt x="3329" y="6503"/>
                      <a:pt x="3330" y="6505"/>
                    </a:cubicBezTo>
                    <a:cubicBezTo>
                      <a:pt x="3331" y="6508"/>
                      <a:pt x="3329" y="6511"/>
                      <a:pt x="3326" y="6512"/>
                    </a:cubicBezTo>
                    <a:cubicBezTo>
                      <a:pt x="3323" y="6513"/>
                      <a:pt x="3319" y="6512"/>
                      <a:pt x="3317" y="6516"/>
                    </a:cubicBezTo>
                    <a:cubicBezTo>
                      <a:pt x="3317" y="6519"/>
                      <a:pt x="3319" y="6521"/>
                      <a:pt x="3320" y="6523"/>
                    </a:cubicBezTo>
                    <a:cubicBezTo>
                      <a:pt x="3322" y="6528"/>
                      <a:pt x="3322" y="6533"/>
                      <a:pt x="3320" y="6538"/>
                    </a:cubicBezTo>
                    <a:cubicBezTo>
                      <a:pt x="3320" y="6538"/>
                      <a:pt x="3320" y="6538"/>
                      <a:pt x="3320" y="6538"/>
                    </a:cubicBezTo>
                    <a:cubicBezTo>
                      <a:pt x="3318" y="6545"/>
                      <a:pt x="3319" y="6548"/>
                      <a:pt x="3327" y="6547"/>
                    </a:cubicBezTo>
                    <a:cubicBezTo>
                      <a:pt x="3327" y="6547"/>
                      <a:pt x="3329" y="6546"/>
                      <a:pt x="3332" y="6546"/>
                    </a:cubicBezTo>
                    <a:cubicBezTo>
                      <a:pt x="3337" y="6545"/>
                      <a:pt x="3343" y="6544"/>
                      <a:pt x="3342" y="6548"/>
                    </a:cubicBezTo>
                    <a:cubicBezTo>
                      <a:pt x="3337" y="6561"/>
                      <a:pt x="3333" y="6569"/>
                      <a:pt x="3338" y="6583"/>
                    </a:cubicBezTo>
                    <a:cubicBezTo>
                      <a:pt x="3340" y="6589"/>
                      <a:pt x="3341" y="6595"/>
                      <a:pt x="3341" y="6601"/>
                    </a:cubicBezTo>
                    <a:cubicBezTo>
                      <a:pt x="3340" y="6608"/>
                      <a:pt x="3333" y="6610"/>
                      <a:pt x="3329" y="6604"/>
                    </a:cubicBezTo>
                    <a:cubicBezTo>
                      <a:pt x="3328" y="6603"/>
                      <a:pt x="3327" y="6601"/>
                      <a:pt x="3327" y="6599"/>
                    </a:cubicBezTo>
                    <a:cubicBezTo>
                      <a:pt x="3326" y="6595"/>
                      <a:pt x="3327" y="6590"/>
                      <a:pt x="3325" y="6586"/>
                    </a:cubicBezTo>
                    <a:cubicBezTo>
                      <a:pt x="3324" y="6582"/>
                      <a:pt x="3320" y="6577"/>
                      <a:pt x="3316" y="6575"/>
                    </a:cubicBezTo>
                    <a:cubicBezTo>
                      <a:pt x="3314" y="6574"/>
                      <a:pt x="3312" y="6573"/>
                      <a:pt x="3310" y="6574"/>
                    </a:cubicBezTo>
                    <a:cubicBezTo>
                      <a:pt x="3305" y="6575"/>
                      <a:pt x="3299" y="6579"/>
                      <a:pt x="3294" y="6582"/>
                    </a:cubicBezTo>
                    <a:cubicBezTo>
                      <a:pt x="3287" y="6586"/>
                      <a:pt x="3282" y="6591"/>
                      <a:pt x="3277" y="6596"/>
                    </a:cubicBezTo>
                    <a:cubicBezTo>
                      <a:pt x="3275" y="6598"/>
                      <a:pt x="3273" y="6599"/>
                      <a:pt x="3272" y="6601"/>
                    </a:cubicBezTo>
                    <a:cubicBezTo>
                      <a:pt x="3272" y="6601"/>
                      <a:pt x="3272" y="6601"/>
                      <a:pt x="3272" y="6601"/>
                    </a:cubicBezTo>
                    <a:cubicBezTo>
                      <a:pt x="3268" y="6606"/>
                      <a:pt x="3266" y="6610"/>
                      <a:pt x="3263" y="6617"/>
                    </a:cubicBezTo>
                    <a:cubicBezTo>
                      <a:pt x="3261" y="6622"/>
                      <a:pt x="3259" y="6628"/>
                      <a:pt x="3257" y="6632"/>
                    </a:cubicBezTo>
                    <a:cubicBezTo>
                      <a:pt x="3253" y="6635"/>
                      <a:pt x="3250" y="6637"/>
                      <a:pt x="3247" y="6639"/>
                    </a:cubicBezTo>
                    <a:cubicBezTo>
                      <a:pt x="3244" y="6641"/>
                      <a:pt x="3242" y="6640"/>
                      <a:pt x="3238" y="6641"/>
                    </a:cubicBezTo>
                    <a:cubicBezTo>
                      <a:pt x="3236" y="6642"/>
                      <a:pt x="3233" y="6643"/>
                      <a:pt x="3232" y="6645"/>
                    </a:cubicBezTo>
                    <a:cubicBezTo>
                      <a:pt x="3230" y="6650"/>
                      <a:pt x="3233" y="6655"/>
                      <a:pt x="3230" y="6660"/>
                    </a:cubicBezTo>
                    <a:cubicBezTo>
                      <a:pt x="3228" y="6665"/>
                      <a:pt x="3222" y="6667"/>
                      <a:pt x="3218" y="6669"/>
                    </a:cubicBezTo>
                    <a:cubicBezTo>
                      <a:pt x="3209" y="6673"/>
                      <a:pt x="3201" y="6675"/>
                      <a:pt x="3193" y="6678"/>
                    </a:cubicBezTo>
                    <a:cubicBezTo>
                      <a:pt x="3192" y="6679"/>
                      <a:pt x="3191" y="6679"/>
                      <a:pt x="3190" y="6680"/>
                    </a:cubicBezTo>
                    <a:cubicBezTo>
                      <a:pt x="3188" y="6681"/>
                      <a:pt x="3185" y="6683"/>
                      <a:pt x="3182" y="6684"/>
                    </a:cubicBezTo>
                    <a:cubicBezTo>
                      <a:pt x="3181" y="6685"/>
                      <a:pt x="3179" y="6685"/>
                      <a:pt x="3178" y="6686"/>
                    </a:cubicBezTo>
                    <a:cubicBezTo>
                      <a:pt x="3176" y="6687"/>
                      <a:pt x="3174" y="6687"/>
                      <a:pt x="3173" y="6688"/>
                    </a:cubicBezTo>
                    <a:cubicBezTo>
                      <a:pt x="3172" y="6688"/>
                      <a:pt x="3171" y="6688"/>
                      <a:pt x="3171" y="6689"/>
                    </a:cubicBezTo>
                    <a:cubicBezTo>
                      <a:pt x="3170" y="6689"/>
                      <a:pt x="3169" y="6690"/>
                      <a:pt x="3169" y="6690"/>
                    </a:cubicBezTo>
                    <a:cubicBezTo>
                      <a:pt x="3168" y="6690"/>
                      <a:pt x="3168" y="6691"/>
                      <a:pt x="3167" y="6691"/>
                    </a:cubicBezTo>
                    <a:cubicBezTo>
                      <a:pt x="3166" y="6692"/>
                      <a:pt x="3165" y="6692"/>
                      <a:pt x="3164" y="6692"/>
                    </a:cubicBezTo>
                    <a:cubicBezTo>
                      <a:pt x="3163" y="6692"/>
                      <a:pt x="3162" y="6693"/>
                      <a:pt x="3161" y="6693"/>
                    </a:cubicBezTo>
                    <a:cubicBezTo>
                      <a:pt x="3159" y="6694"/>
                      <a:pt x="3158" y="6695"/>
                      <a:pt x="3157" y="6695"/>
                    </a:cubicBezTo>
                    <a:cubicBezTo>
                      <a:pt x="3154" y="6697"/>
                      <a:pt x="3149" y="6699"/>
                      <a:pt x="3146" y="6698"/>
                    </a:cubicBezTo>
                    <a:cubicBezTo>
                      <a:pt x="3142" y="6697"/>
                      <a:pt x="3137" y="6695"/>
                      <a:pt x="3133" y="6694"/>
                    </a:cubicBezTo>
                    <a:cubicBezTo>
                      <a:pt x="3128" y="6692"/>
                      <a:pt x="3122" y="6691"/>
                      <a:pt x="3117" y="6690"/>
                    </a:cubicBezTo>
                    <a:cubicBezTo>
                      <a:pt x="3114" y="6690"/>
                      <a:pt x="3111" y="6690"/>
                      <a:pt x="3108" y="6690"/>
                    </a:cubicBezTo>
                    <a:cubicBezTo>
                      <a:pt x="3105" y="6690"/>
                      <a:pt x="3102" y="6689"/>
                      <a:pt x="3099" y="6690"/>
                    </a:cubicBezTo>
                    <a:cubicBezTo>
                      <a:pt x="3095" y="6690"/>
                      <a:pt x="3090" y="6691"/>
                      <a:pt x="3086" y="6692"/>
                    </a:cubicBezTo>
                    <a:cubicBezTo>
                      <a:pt x="3083" y="6693"/>
                      <a:pt x="3080" y="6693"/>
                      <a:pt x="3077" y="6695"/>
                    </a:cubicBezTo>
                    <a:cubicBezTo>
                      <a:pt x="3075" y="6696"/>
                      <a:pt x="3074" y="6697"/>
                      <a:pt x="3072" y="6698"/>
                    </a:cubicBezTo>
                    <a:cubicBezTo>
                      <a:pt x="3068" y="6699"/>
                      <a:pt x="3065" y="6702"/>
                      <a:pt x="3062" y="6704"/>
                    </a:cubicBezTo>
                    <a:cubicBezTo>
                      <a:pt x="3059" y="6706"/>
                      <a:pt x="3055" y="6708"/>
                      <a:pt x="3052" y="6710"/>
                    </a:cubicBezTo>
                    <a:cubicBezTo>
                      <a:pt x="3049" y="6711"/>
                      <a:pt x="3046" y="6714"/>
                      <a:pt x="3044" y="6716"/>
                    </a:cubicBezTo>
                    <a:cubicBezTo>
                      <a:pt x="3043" y="6717"/>
                      <a:pt x="3042" y="6718"/>
                      <a:pt x="3040" y="6719"/>
                    </a:cubicBezTo>
                    <a:cubicBezTo>
                      <a:pt x="3039" y="6719"/>
                      <a:pt x="3038" y="6720"/>
                      <a:pt x="3037" y="6720"/>
                    </a:cubicBezTo>
                    <a:cubicBezTo>
                      <a:pt x="3036" y="6720"/>
                      <a:pt x="3036" y="6720"/>
                      <a:pt x="3037" y="6720"/>
                    </a:cubicBezTo>
                    <a:cubicBezTo>
                      <a:pt x="3035" y="6721"/>
                      <a:pt x="3034" y="6721"/>
                      <a:pt x="3032" y="6721"/>
                    </a:cubicBezTo>
                    <a:cubicBezTo>
                      <a:pt x="3031" y="6721"/>
                      <a:pt x="3029" y="6721"/>
                      <a:pt x="3027" y="6721"/>
                    </a:cubicBezTo>
                    <a:cubicBezTo>
                      <a:pt x="3026" y="6721"/>
                      <a:pt x="3025" y="6721"/>
                      <a:pt x="3024" y="6720"/>
                    </a:cubicBezTo>
                    <a:cubicBezTo>
                      <a:pt x="3022" y="6720"/>
                      <a:pt x="3020" y="6720"/>
                      <a:pt x="3018" y="6720"/>
                    </a:cubicBezTo>
                    <a:cubicBezTo>
                      <a:pt x="3014" y="6719"/>
                      <a:pt x="3010" y="6719"/>
                      <a:pt x="3007" y="6721"/>
                    </a:cubicBezTo>
                    <a:cubicBezTo>
                      <a:pt x="3004" y="6722"/>
                      <a:pt x="3002" y="6724"/>
                      <a:pt x="3000" y="6726"/>
                    </a:cubicBezTo>
                    <a:cubicBezTo>
                      <a:pt x="2997" y="6727"/>
                      <a:pt x="2994" y="6726"/>
                      <a:pt x="2991" y="6727"/>
                    </a:cubicBezTo>
                    <a:cubicBezTo>
                      <a:pt x="2988" y="6728"/>
                      <a:pt x="2985" y="6728"/>
                      <a:pt x="2981" y="6728"/>
                    </a:cubicBezTo>
                    <a:cubicBezTo>
                      <a:pt x="2978" y="6728"/>
                      <a:pt x="2975" y="6728"/>
                      <a:pt x="2971" y="6729"/>
                    </a:cubicBezTo>
                    <a:cubicBezTo>
                      <a:pt x="2968" y="6730"/>
                      <a:pt x="2963" y="6730"/>
                      <a:pt x="2959" y="6730"/>
                    </a:cubicBezTo>
                    <a:cubicBezTo>
                      <a:pt x="2956" y="6731"/>
                      <a:pt x="2952" y="6732"/>
                      <a:pt x="2949" y="6734"/>
                    </a:cubicBezTo>
                    <a:cubicBezTo>
                      <a:pt x="2948" y="6735"/>
                      <a:pt x="2947" y="6736"/>
                      <a:pt x="2946" y="6737"/>
                    </a:cubicBezTo>
                    <a:cubicBezTo>
                      <a:pt x="2945" y="6738"/>
                      <a:pt x="2944" y="6739"/>
                      <a:pt x="2943" y="6740"/>
                    </a:cubicBezTo>
                    <a:cubicBezTo>
                      <a:pt x="2941" y="6743"/>
                      <a:pt x="2939" y="6745"/>
                      <a:pt x="2937" y="6748"/>
                    </a:cubicBezTo>
                    <a:cubicBezTo>
                      <a:pt x="2936" y="6750"/>
                      <a:pt x="2936" y="6750"/>
                      <a:pt x="2934" y="6751"/>
                    </a:cubicBezTo>
                    <a:cubicBezTo>
                      <a:pt x="2932" y="6752"/>
                      <a:pt x="2931" y="6754"/>
                      <a:pt x="2929" y="6755"/>
                    </a:cubicBezTo>
                    <a:cubicBezTo>
                      <a:pt x="2927" y="6756"/>
                      <a:pt x="2926" y="6758"/>
                      <a:pt x="2925" y="6758"/>
                    </a:cubicBezTo>
                    <a:cubicBezTo>
                      <a:pt x="2921" y="6761"/>
                      <a:pt x="2916" y="6762"/>
                      <a:pt x="2911" y="6763"/>
                    </a:cubicBezTo>
                    <a:cubicBezTo>
                      <a:pt x="2903" y="6767"/>
                      <a:pt x="2894" y="6773"/>
                      <a:pt x="2892" y="6783"/>
                    </a:cubicBezTo>
                    <a:cubicBezTo>
                      <a:pt x="2891" y="6787"/>
                      <a:pt x="2892" y="6792"/>
                      <a:pt x="2892" y="6797"/>
                    </a:cubicBezTo>
                    <a:cubicBezTo>
                      <a:pt x="2892" y="6801"/>
                      <a:pt x="2892" y="6805"/>
                      <a:pt x="2892" y="6809"/>
                    </a:cubicBezTo>
                    <a:cubicBezTo>
                      <a:pt x="2891" y="6812"/>
                      <a:pt x="2892" y="6816"/>
                      <a:pt x="2891" y="6819"/>
                    </a:cubicBezTo>
                    <a:cubicBezTo>
                      <a:pt x="2890" y="6820"/>
                      <a:pt x="2888" y="6821"/>
                      <a:pt x="2887" y="6822"/>
                    </a:cubicBezTo>
                    <a:cubicBezTo>
                      <a:pt x="2884" y="6824"/>
                      <a:pt x="2880" y="6825"/>
                      <a:pt x="2877" y="6828"/>
                    </a:cubicBezTo>
                    <a:cubicBezTo>
                      <a:pt x="2874" y="6830"/>
                      <a:pt x="2873" y="6833"/>
                      <a:pt x="2871" y="6836"/>
                    </a:cubicBezTo>
                    <a:cubicBezTo>
                      <a:pt x="2869" y="6839"/>
                      <a:pt x="2869" y="6842"/>
                      <a:pt x="2870" y="6846"/>
                    </a:cubicBezTo>
                    <a:cubicBezTo>
                      <a:pt x="2870" y="6848"/>
                      <a:pt x="2869" y="6850"/>
                      <a:pt x="2869" y="6852"/>
                    </a:cubicBezTo>
                    <a:cubicBezTo>
                      <a:pt x="2869" y="6853"/>
                      <a:pt x="2869" y="6856"/>
                      <a:pt x="2868" y="6857"/>
                    </a:cubicBezTo>
                    <a:cubicBezTo>
                      <a:pt x="2866" y="6861"/>
                      <a:pt x="2861" y="6861"/>
                      <a:pt x="2858" y="6860"/>
                    </a:cubicBezTo>
                    <a:cubicBezTo>
                      <a:pt x="2855" y="6860"/>
                      <a:pt x="2851" y="6860"/>
                      <a:pt x="2848" y="6857"/>
                    </a:cubicBezTo>
                    <a:cubicBezTo>
                      <a:pt x="2845" y="6856"/>
                      <a:pt x="2842" y="6852"/>
                      <a:pt x="2838" y="6852"/>
                    </a:cubicBezTo>
                    <a:cubicBezTo>
                      <a:pt x="2835" y="6852"/>
                      <a:pt x="2831" y="6854"/>
                      <a:pt x="2828" y="6856"/>
                    </a:cubicBezTo>
                    <a:cubicBezTo>
                      <a:pt x="2825" y="6858"/>
                      <a:pt x="2824" y="6861"/>
                      <a:pt x="2821" y="6863"/>
                    </a:cubicBezTo>
                    <a:cubicBezTo>
                      <a:pt x="2818" y="6865"/>
                      <a:pt x="2815" y="6868"/>
                      <a:pt x="2811" y="6869"/>
                    </a:cubicBezTo>
                    <a:cubicBezTo>
                      <a:pt x="2810" y="6869"/>
                      <a:pt x="2809" y="6869"/>
                      <a:pt x="2807" y="6869"/>
                    </a:cubicBezTo>
                    <a:cubicBezTo>
                      <a:pt x="2805" y="6869"/>
                      <a:pt x="2803" y="6869"/>
                      <a:pt x="2800" y="6869"/>
                    </a:cubicBezTo>
                    <a:cubicBezTo>
                      <a:pt x="2798" y="6869"/>
                      <a:pt x="2796" y="6869"/>
                      <a:pt x="2794" y="6869"/>
                    </a:cubicBezTo>
                    <a:cubicBezTo>
                      <a:pt x="2791" y="6870"/>
                      <a:pt x="2789" y="6871"/>
                      <a:pt x="2787" y="6871"/>
                    </a:cubicBezTo>
                    <a:cubicBezTo>
                      <a:pt x="2783" y="6872"/>
                      <a:pt x="2779" y="6874"/>
                      <a:pt x="2776" y="6877"/>
                    </a:cubicBezTo>
                    <a:cubicBezTo>
                      <a:pt x="2775" y="6878"/>
                      <a:pt x="2773" y="6880"/>
                      <a:pt x="2772" y="6882"/>
                    </a:cubicBezTo>
                    <a:cubicBezTo>
                      <a:pt x="2771" y="6883"/>
                      <a:pt x="2770" y="6885"/>
                      <a:pt x="2769" y="6887"/>
                    </a:cubicBezTo>
                    <a:cubicBezTo>
                      <a:pt x="2767" y="6889"/>
                      <a:pt x="2765" y="6890"/>
                      <a:pt x="2764" y="6892"/>
                    </a:cubicBezTo>
                    <a:cubicBezTo>
                      <a:pt x="2763" y="6893"/>
                      <a:pt x="2762" y="6895"/>
                      <a:pt x="2760" y="6897"/>
                    </a:cubicBezTo>
                    <a:cubicBezTo>
                      <a:pt x="2757" y="6901"/>
                      <a:pt x="2754" y="6905"/>
                      <a:pt x="2751" y="6910"/>
                    </a:cubicBezTo>
                    <a:cubicBezTo>
                      <a:pt x="2749" y="6912"/>
                      <a:pt x="2747" y="6914"/>
                      <a:pt x="2745" y="6915"/>
                    </a:cubicBezTo>
                    <a:cubicBezTo>
                      <a:pt x="2743" y="6917"/>
                      <a:pt x="2741" y="6917"/>
                      <a:pt x="2740" y="6918"/>
                    </a:cubicBezTo>
                    <a:cubicBezTo>
                      <a:pt x="2738" y="6919"/>
                      <a:pt x="2736" y="6920"/>
                      <a:pt x="2734" y="6921"/>
                    </a:cubicBezTo>
                    <a:cubicBezTo>
                      <a:pt x="2732" y="6922"/>
                      <a:pt x="2730" y="6923"/>
                      <a:pt x="2728" y="6923"/>
                    </a:cubicBezTo>
                    <a:cubicBezTo>
                      <a:pt x="2724" y="6925"/>
                      <a:pt x="2720" y="6927"/>
                      <a:pt x="2716" y="6929"/>
                    </a:cubicBezTo>
                    <a:cubicBezTo>
                      <a:pt x="2714" y="6929"/>
                      <a:pt x="2713" y="6930"/>
                      <a:pt x="2712" y="6930"/>
                    </a:cubicBezTo>
                    <a:cubicBezTo>
                      <a:pt x="2709" y="6931"/>
                      <a:pt x="2707" y="6931"/>
                      <a:pt x="2705" y="6931"/>
                    </a:cubicBezTo>
                    <a:cubicBezTo>
                      <a:pt x="2704" y="6932"/>
                      <a:pt x="2704" y="6932"/>
                      <a:pt x="2703" y="6932"/>
                    </a:cubicBezTo>
                    <a:cubicBezTo>
                      <a:pt x="2702" y="6932"/>
                      <a:pt x="2702" y="6932"/>
                      <a:pt x="2701" y="6932"/>
                    </a:cubicBezTo>
                    <a:cubicBezTo>
                      <a:pt x="2701" y="6932"/>
                      <a:pt x="2700" y="6932"/>
                      <a:pt x="2700" y="6932"/>
                    </a:cubicBezTo>
                    <a:cubicBezTo>
                      <a:pt x="2700" y="6932"/>
                      <a:pt x="2699" y="6932"/>
                      <a:pt x="2699" y="6933"/>
                    </a:cubicBezTo>
                    <a:cubicBezTo>
                      <a:pt x="2698" y="6933"/>
                      <a:pt x="2698" y="6933"/>
                      <a:pt x="2697" y="6933"/>
                    </a:cubicBezTo>
                    <a:cubicBezTo>
                      <a:pt x="2697" y="6933"/>
                      <a:pt x="2696" y="6933"/>
                      <a:pt x="2696" y="6933"/>
                    </a:cubicBezTo>
                    <a:cubicBezTo>
                      <a:pt x="2696" y="6934"/>
                      <a:pt x="2696" y="6934"/>
                      <a:pt x="2697" y="6934"/>
                    </a:cubicBezTo>
                    <a:cubicBezTo>
                      <a:pt x="2697" y="6935"/>
                      <a:pt x="2697" y="6935"/>
                      <a:pt x="2697" y="6936"/>
                    </a:cubicBezTo>
                    <a:cubicBezTo>
                      <a:pt x="2697" y="6936"/>
                      <a:pt x="2697" y="6937"/>
                      <a:pt x="2697" y="6938"/>
                    </a:cubicBezTo>
                    <a:cubicBezTo>
                      <a:pt x="2697" y="6939"/>
                      <a:pt x="2696" y="6940"/>
                      <a:pt x="2695" y="6941"/>
                    </a:cubicBezTo>
                    <a:cubicBezTo>
                      <a:pt x="2691" y="6944"/>
                      <a:pt x="2685" y="6945"/>
                      <a:pt x="2681" y="6945"/>
                    </a:cubicBezTo>
                    <a:cubicBezTo>
                      <a:pt x="2676" y="6946"/>
                      <a:pt x="2670" y="6946"/>
                      <a:pt x="2665" y="6947"/>
                    </a:cubicBezTo>
                    <a:cubicBezTo>
                      <a:pt x="2653" y="6949"/>
                      <a:pt x="2652" y="6960"/>
                      <a:pt x="2645" y="6969"/>
                    </a:cubicBezTo>
                    <a:cubicBezTo>
                      <a:pt x="2642" y="6973"/>
                      <a:pt x="2639" y="6974"/>
                      <a:pt x="2634" y="6976"/>
                    </a:cubicBezTo>
                    <a:cubicBezTo>
                      <a:pt x="2630" y="6978"/>
                      <a:pt x="2626" y="6980"/>
                      <a:pt x="2624" y="6985"/>
                    </a:cubicBezTo>
                    <a:cubicBezTo>
                      <a:pt x="2621" y="6989"/>
                      <a:pt x="2619" y="6995"/>
                      <a:pt x="2616" y="6999"/>
                    </a:cubicBezTo>
                    <a:cubicBezTo>
                      <a:pt x="2612" y="7004"/>
                      <a:pt x="2607" y="7008"/>
                      <a:pt x="2601" y="7012"/>
                    </a:cubicBezTo>
                    <a:cubicBezTo>
                      <a:pt x="2597" y="7015"/>
                      <a:pt x="2590" y="7010"/>
                      <a:pt x="2585" y="7014"/>
                    </a:cubicBezTo>
                    <a:cubicBezTo>
                      <a:pt x="2582" y="7016"/>
                      <a:pt x="2582" y="7019"/>
                      <a:pt x="2578" y="7018"/>
                    </a:cubicBezTo>
                    <a:cubicBezTo>
                      <a:pt x="2577" y="7018"/>
                      <a:pt x="2576" y="7018"/>
                      <a:pt x="2576" y="7018"/>
                    </a:cubicBezTo>
                    <a:cubicBezTo>
                      <a:pt x="2575" y="7018"/>
                      <a:pt x="2575" y="7018"/>
                      <a:pt x="2575" y="7018"/>
                    </a:cubicBezTo>
                    <a:cubicBezTo>
                      <a:pt x="2573" y="7017"/>
                      <a:pt x="2570" y="7015"/>
                      <a:pt x="2567" y="7017"/>
                    </a:cubicBezTo>
                    <a:cubicBezTo>
                      <a:pt x="2564" y="7018"/>
                      <a:pt x="2563" y="7020"/>
                      <a:pt x="2561" y="7022"/>
                    </a:cubicBezTo>
                    <a:cubicBezTo>
                      <a:pt x="2559" y="7025"/>
                      <a:pt x="2556" y="7026"/>
                      <a:pt x="2556" y="7030"/>
                    </a:cubicBezTo>
                    <a:cubicBezTo>
                      <a:pt x="2555" y="7034"/>
                      <a:pt x="2556" y="7036"/>
                      <a:pt x="2553" y="7039"/>
                    </a:cubicBezTo>
                    <a:cubicBezTo>
                      <a:pt x="2551" y="7040"/>
                      <a:pt x="2550" y="7041"/>
                      <a:pt x="2550" y="7043"/>
                    </a:cubicBezTo>
                    <a:cubicBezTo>
                      <a:pt x="2550" y="7044"/>
                      <a:pt x="2550" y="7045"/>
                      <a:pt x="2550" y="7047"/>
                    </a:cubicBezTo>
                    <a:cubicBezTo>
                      <a:pt x="2550" y="7047"/>
                      <a:pt x="2550" y="7047"/>
                      <a:pt x="2549" y="7048"/>
                    </a:cubicBezTo>
                    <a:cubicBezTo>
                      <a:pt x="2549" y="7049"/>
                      <a:pt x="2548" y="7050"/>
                      <a:pt x="2548" y="7052"/>
                    </a:cubicBezTo>
                    <a:cubicBezTo>
                      <a:pt x="2548" y="7054"/>
                      <a:pt x="2549" y="7056"/>
                      <a:pt x="2550" y="7058"/>
                    </a:cubicBezTo>
                    <a:cubicBezTo>
                      <a:pt x="2551" y="7060"/>
                      <a:pt x="2551" y="7062"/>
                      <a:pt x="2551" y="7064"/>
                    </a:cubicBezTo>
                    <a:cubicBezTo>
                      <a:pt x="2551" y="7065"/>
                      <a:pt x="2550" y="7067"/>
                      <a:pt x="2552" y="7068"/>
                    </a:cubicBezTo>
                    <a:cubicBezTo>
                      <a:pt x="2552" y="7068"/>
                      <a:pt x="2552" y="7068"/>
                      <a:pt x="2552" y="7068"/>
                    </a:cubicBezTo>
                    <a:cubicBezTo>
                      <a:pt x="2553" y="7069"/>
                      <a:pt x="2554" y="7069"/>
                      <a:pt x="2554" y="7068"/>
                    </a:cubicBezTo>
                    <a:cubicBezTo>
                      <a:pt x="2555" y="7068"/>
                      <a:pt x="2555" y="7064"/>
                      <a:pt x="2555" y="7062"/>
                    </a:cubicBezTo>
                    <a:cubicBezTo>
                      <a:pt x="2555" y="7058"/>
                      <a:pt x="2556" y="7055"/>
                      <a:pt x="2560" y="7053"/>
                    </a:cubicBezTo>
                    <a:cubicBezTo>
                      <a:pt x="2563" y="7053"/>
                      <a:pt x="2567" y="7054"/>
                      <a:pt x="2570" y="7054"/>
                    </a:cubicBezTo>
                    <a:cubicBezTo>
                      <a:pt x="2571" y="7054"/>
                      <a:pt x="2572" y="7054"/>
                      <a:pt x="2574" y="7053"/>
                    </a:cubicBezTo>
                    <a:cubicBezTo>
                      <a:pt x="2575" y="7053"/>
                      <a:pt x="2577" y="7052"/>
                      <a:pt x="2578" y="7052"/>
                    </a:cubicBezTo>
                    <a:cubicBezTo>
                      <a:pt x="2581" y="7052"/>
                      <a:pt x="2583" y="7054"/>
                      <a:pt x="2585" y="7055"/>
                    </a:cubicBezTo>
                    <a:cubicBezTo>
                      <a:pt x="2586" y="7055"/>
                      <a:pt x="2588" y="7056"/>
                      <a:pt x="2590" y="7056"/>
                    </a:cubicBezTo>
                    <a:cubicBezTo>
                      <a:pt x="2590" y="7057"/>
                      <a:pt x="2590" y="7057"/>
                      <a:pt x="2590" y="7057"/>
                    </a:cubicBezTo>
                    <a:cubicBezTo>
                      <a:pt x="2593" y="7058"/>
                      <a:pt x="2598" y="7062"/>
                      <a:pt x="2599" y="7065"/>
                    </a:cubicBezTo>
                    <a:cubicBezTo>
                      <a:pt x="2601" y="7069"/>
                      <a:pt x="2596" y="7070"/>
                      <a:pt x="2593" y="7070"/>
                    </a:cubicBezTo>
                    <a:cubicBezTo>
                      <a:pt x="2591" y="7070"/>
                      <a:pt x="2586" y="7070"/>
                      <a:pt x="2584" y="7071"/>
                    </a:cubicBezTo>
                    <a:cubicBezTo>
                      <a:pt x="2583" y="7072"/>
                      <a:pt x="2584" y="7074"/>
                      <a:pt x="2583" y="7075"/>
                    </a:cubicBezTo>
                    <a:cubicBezTo>
                      <a:pt x="2582" y="7076"/>
                      <a:pt x="2580" y="7076"/>
                      <a:pt x="2579" y="7077"/>
                    </a:cubicBezTo>
                    <a:cubicBezTo>
                      <a:pt x="2576" y="7077"/>
                      <a:pt x="2573" y="7077"/>
                      <a:pt x="2570" y="7077"/>
                    </a:cubicBezTo>
                    <a:cubicBezTo>
                      <a:pt x="2568" y="7077"/>
                      <a:pt x="2566" y="7077"/>
                      <a:pt x="2565" y="7076"/>
                    </a:cubicBezTo>
                    <a:cubicBezTo>
                      <a:pt x="2562" y="7075"/>
                      <a:pt x="2558" y="7076"/>
                      <a:pt x="2555" y="7076"/>
                    </a:cubicBezTo>
                    <a:cubicBezTo>
                      <a:pt x="2553" y="7076"/>
                      <a:pt x="2552" y="7076"/>
                      <a:pt x="2551" y="7076"/>
                    </a:cubicBezTo>
                    <a:cubicBezTo>
                      <a:pt x="2549" y="7076"/>
                      <a:pt x="2547" y="7077"/>
                      <a:pt x="2545" y="7077"/>
                    </a:cubicBezTo>
                    <a:cubicBezTo>
                      <a:pt x="2542" y="7077"/>
                      <a:pt x="2541" y="7072"/>
                      <a:pt x="2540" y="7069"/>
                    </a:cubicBezTo>
                    <a:cubicBezTo>
                      <a:pt x="2540" y="7069"/>
                      <a:pt x="2540" y="7069"/>
                      <a:pt x="2540" y="7069"/>
                    </a:cubicBezTo>
                    <a:cubicBezTo>
                      <a:pt x="2540" y="7066"/>
                      <a:pt x="2540" y="7059"/>
                      <a:pt x="2536" y="7062"/>
                    </a:cubicBezTo>
                    <a:cubicBezTo>
                      <a:pt x="2534" y="7063"/>
                      <a:pt x="2533" y="7065"/>
                      <a:pt x="2532" y="7067"/>
                    </a:cubicBezTo>
                    <a:cubicBezTo>
                      <a:pt x="2532" y="7067"/>
                      <a:pt x="2532" y="7068"/>
                      <a:pt x="2531" y="7068"/>
                    </a:cubicBezTo>
                    <a:cubicBezTo>
                      <a:pt x="2529" y="7071"/>
                      <a:pt x="2528" y="7074"/>
                      <a:pt x="2525" y="7077"/>
                    </a:cubicBezTo>
                    <a:cubicBezTo>
                      <a:pt x="2523" y="7079"/>
                      <a:pt x="2519" y="7078"/>
                      <a:pt x="2516" y="7079"/>
                    </a:cubicBezTo>
                    <a:cubicBezTo>
                      <a:pt x="2512" y="7079"/>
                      <a:pt x="2510" y="7081"/>
                      <a:pt x="2509" y="7084"/>
                    </a:cubicBezTo>
                    <a:cubicBezTo>
                      <a:pt x="2508" y="7087"/>
                      <a:pt x="2504" y="7089"/>
                      <a:pt x="2502" y="7091"/>
                    </a:cubicBezTo>
                    <a:cubicBezTo>
                      <a:pt x="2499" y="7094"/>
                      <a:pt x="2496" y="7096"/>
                      <a:pt x="2493" y="7097"/>
                    </a:cubicBezTo>
                    <a:cubicBezTo>
                      <a:pt x="2492" y="7098"/>
                      <a:pt x="2491" y="7098"/>
                      <a:pt x="2490" y="7099"/>
                    </a:cubicBezTo>
                    <a:cubicBezTo>
                      <a:pt x="2489" y="7099"/>
                      <a:pt x="2488" y="7101"/>
                      <a:pt x="2488" y="7101"/>
                    </a:cubicBezTo>
                    <a:cubicBezTo>
                      <a:pt x="2484" y="7104"/>
                      <a:pt x="2478" y="7107"/>
                      <a:pt x="2474" y="7109"/>
                    </a:cubicBezTo>
                    <a:cubicBezTo>
                      <a:pt x="2468" y="7111"/>
                      <a:pt x="2461" y="7112"/>
                      <a:pt x="2456" y="7109"/>
                    </a:cubicBezTo>
                    <a:cubicBezTo>
                      <a:pt x="2452" y="7108"/>
                      <a:pt x="2448" y="7106"/>
                      <a:pt x="2444" y="7105"/>
                    </a:cubicBezTo>
                    <a:cubicBezTo>
                      <a:pt x="2442" y="7104"/>
                      <a:pt x="2435" y="7103"/>
                      <a:pt x="2435" y="7105"/>
                    </a:cubicBezTo>
                    <a:cubicBezTo>
                      <a:pt x="2434" y="7106"/>
                      <a:pt x="2434" y="7106"/>
                      <a:pt x="2434" y="7106"/>
                    </a:cubicBezTo>
                    <a:cubicBezTo>
                      <a:pt x="2434" y="7107"/>
                      <a:pt x="2438" y="7109"/>
                      <a:pt x="2440" y="7110"/>
                    </a:cubicBezTo>
                    <a:cubicBezTo>
                      <a:pt x="2441" y="7111"/>
                      <a:pt x="2441" y="7111"/>
                      <a:pt x="2442" y="7111"/>
                    </a:cubicBezTo>
                    <a:cubicBezTo>
                      <a:pt x="2445" y="7114"/>
                      <a:pt x="2449" y="7116"/>
                      <a:pt x="2451" y="7119"/>
                    </a:cubicBezTo>
                    <a:cubicBezTo>
                      <a:pt x="2452" y="7122"/>
                      <a:pt x="2453" y="7125"/>
                      <a:pt x="2455" y="7127"/>
                    </a:cubicBezTo>
                    <a:cubicBezTo>
                      <a:pt x="2457" y="7129"/>
                      <a:pt x="2458" y="7132"/>
                      <a:pt x="2460" y="7135"/>
                    </a:cubicBezTo>
                    <a:cubicBezTo>
                      <a:pt x="2463" y="7141"/>
                      <a:pt x="2467" y="7147"/>
                      <a:pt x="2472" y="7152"/>
                    </a:cubicBezTo>
                    <a:cubicBezTo>
                      <a:pt x="2474" y="7154"/>
                      <a:pt x="2476" y="7154"/>
                      <a:pt x="2478" y="7156"/>
                    </a:cubicBezTo>
                    <a:cubicBezTo>
                      <a:pt x="2479" y="7157"/>
                      <a:pt x="2480" y="7158"/>
                      <a:pt x="2481" y="7160"/>
                    </a:cubicBezTo>
                    <a:cubicBezTo>
                      <a:pt x="2482" y="7161"/>
                      <a:pt x="2483" y="7163"/>
                      <a:pt x="2485" y="7164"/>
                    </a:cubicBezTo>
                    <a:cubicBezTo>
                      <a:pt x="2488" y="7166"/>
                      <a:pt x="2492" y="7167"/>
                      <a:pt x="2495" y="7170"/>
                    </a:cubicBezTo>
                    <a:cubicBezTo>
                      <a:pt x="2497" y="7172"/>
                      <a:pt x="2498" y="7174"/>
                      <a:pt x="2501" y="7173"/>
                    </a:cubicBezTo>
                    <a:cubicBezTo>
                      <a:pt x="2503" y="7173"/>
                      <a:pt x="2507" y="7173"/>
                      <a:pt x="2508" y="7170"/>
                    </a:cubicBezTo>
                    <a:cubicBezTo>
                      <a:pt x="2509" y="7167"/>
                      <a:pt x="2506" y="7166"/>
                      <a:pt x="2504" y="7165"/>
                    </a:cubicBezTo>
                    <a:cubicBezTo>
                      <a:pt x="2503" y="7165"/>
                      <a:pt x="2502" y="7164"/>
                      <a:pt x="2502" y="7163"/>
                    </a:cubicBezTo>
                    <a:cubicBezTo>
                      <a:pt x="2502" y="7162"/>
                      <a:pt x="2504" y="7159"/>
                      <a:pt x="2505" y="7159"/>
                    </a:cubicBezTo>
                    <a:cubicBezTo>
                      <a:pt x="2506" y="7159"/>
                      <a:pt x="2505" y="7160"/>
                      <a:pt x="2506" y="7160"/>
                    </a:cubicBezTo>
                    <a:cubicBezTo>
                      <a:pt x="2506" y="7160"/>
                      <a:pt x="2507" y="7160"/>
                      <a:pt x="2507" y="7160"/>
                    </a:cubicBezTo>
                    <a:cubicBezTo>
                      <a:pt x="2508" y="7160"/>
                      <a:pt x="2509" y="7160"/>
                      <a:pt x="2510" y="7159"/>
                    </a:cubicBezTo>
                    <a:cubicBezTo>
                      <a:pt x="2512" y="7159"/>
                      <a:pt x="2513" y="7159"/>
                      <a:pt x="2515" y="7160"/>
                    </a:cubicBezTo>
                    <a:cubicBezTo>
                      <a:pt x="2517" y="7161"/>
                      <a:pt x="2519" y="7161"/>
                      <a:pt x="2521" y="7162"/>
                    </a:cubicBezTo>
                    <a:cubicBezTo>
                      <a:pt x="2523" y="7162"/>
                      <a:pt x="2525" y="7162"/>
                      <a:pt x="2526" y="7162"/>
                    </a:cubicBezTo>
                    <a:cubicBezTo>
                      <a:pt x="2530" y="7164"/>
                      <a:pt x="2533" y="7165"/>
                      <a:pt x="2537" y="7166"/>
                    </a:cubicBezTo>
                    <a:cubicBezTo>
                      <a:pt x="2539" y="7166"/>
                      <a:pt x="2540" y="7167"/>
                      <a:pt x="2542" y="7167"/>
                    </a:cubicBezTo>
                    <a:cubicBezTo>
                      <a:pt x="2544" y="7168"/>
                      <a:pt x="2545" y="7169"/>
                      <a:pt x="2547" y="7171"/>
                    </a:cubicBezTo>
                    <a:cubicBezTo>
                      <a:pt x="2551" y="7173"/>
                      <a:pt x="2555" y="7177"/>
                      <a:pt x="2559" y="7179"/>
                    </a:cubicBezTo>
                    <a:cubicBezTo>
                      <a:pt x="2559" y="7179"/>
                      <a:pt x="2560" y="7179"/>
                      <a:pt x="2560" y="7180"/>
                    </a:cubicBezTo>
                    <a:cubicBezTo>
                      <a:pt x="2562" y="7181"/>
                      <a:pt x="2564" y="7182"/>
                      <a:pt x="2565" y="7183"/>
                    </a:cubicBezTo>
                    <a:cubicBezTo>
                      <a:pt x="2565" y="7183"/>
                      <a:pt x="2566" y="7183"/>
                      <a:pt x="2566" y="7184"/>
                    </a:cubicBezTo>
                    <a:cubicBezTo>
                      <a:pt x="2567" y="7186"/>
                      <a:pt x="2568" y="7188"/>
                      <a:pt x="2571" y="7189"/>
                    </a:cubicBezTo>
                    <a:cubicBezTo>
                      <a:pt x="2573" y="7190"/>
                      <a:pt x="2575" y="7190"/>
                      <a:pt x="2577" y="7192"/>
                    </a:cubicBezTo>
                    <a:cubicBezTo>
                      <a:pt x="2578" y="7192"/>
                      <a:pt x="2580" y="7195"/>
                      <a:pt x="2582" y="7194"/>
                    </a:cubicBezTo>
                    <a:cubicBezTo>
                      <a:pt x="2581" y="7190"/>
                      <a:pt x="2578" y="7188"/>
                      <a:pt x="2575" y="7184"/>
                    </a:cubicBezTo>
                    <a:cubicBezTo>
                      <a:pt x="2573" y="7182"/>
                      <a:pt x="2570" y="7177"/>
                      <a:pt x="2572" y="7175"/>
                    </a:cubicBezTo>
                    <a:cubicBezTo>
                      <a:pt x="2574" y="7172"/>
                      <a:pt x="2579" y="7175"/>
                      <a:pt x="2581" y="7176"/>
                    </a:cubicBezTo>
                    <a:cubicBezTo>
                      <a:pt x="2583" y="7177"/>
                      <a:pt x="2585" y="7177"/>
                      <a:pt x="2586" y="7178"/>
                    </a:cubicBezTo>
                    <a:cubicBezTo>
                      <a:pt x="2586" y="7178"/>
                      <a:pt x="2586" y="7179"/>
                      <a:pt x="2586" y="7179"/>
                    </a:cubicBezTo>
                    <a:cubicBezTo>
                      <a:pt x="2588" y="7180"/>
                      <a:pt x="2589" y="7181"/>
                      <a:pt x="2591" y="7182"/>
                    </a:cubicBezTo>
                    <a:cubicBezTo>
                      <a:pt x="2594" y="7184"/>
                      <a:pt x="2596" y="7186"/>
                      <a:pt x="2597" y="7190"/>
                    </a:cubicBezTo>
                    <a:cubicBezTo>
                      <a:pt x="2595" y="7190"/>
                      <a:pt x="2592" y="7190"/>
                      <a:pt x="2590" y="7191"/>
                    </a:cubicBezTo>
                    <a:cubicBezTo>
                      <a:pt x="2590" y="7191"/>
                      <a:pt x="2590" y="7191"/>
                      <a:pt x="2590" y="7191"/>
                    </a:cubicBezTo>
                    <a:cubicBezTo>
                      <a:pt x="2588" y="7193"/>
                      <a:pt x="2591" y="7194"/>
                      <a:pt x="2592" y="7195"/>
                    </a:cubicBezTo>
                    <a:cubicBezTo>
                      <a:pt x="2596" y="7197"/>
                      <a:pt x="2599" y="7199"/>
                      <a:pt x="2603" y="7200"/>
                    </a:cubicBezTo>
                    <a:cubicBezTo>
                      <a:pt x="2612" y="7204"/>
                      <a:pt x="2619" y="7209"/>
                      <a:pt x="2628" y="7210"/>
                    </a:cubicBezTo>
                    <a:cubicBezTo>
                      <a:pt x="2629" y="7211"/>
                      <a:pt x="2630" y="7211"/>
                      <a:pt x="2631" y="7211"/>
                    </a:cubicBezTo>
                    <a:cubicBezTo>
                      <a:pt x="2635" y="7212"/>
                      <a:pt x="2639" y="7214"/>
                      <a:pt x="2640" y="7218"/>
                    </a:cubicBezTo>
                    <a:cubicBezTo>
                      <a:pt x="2641" y="7224"/>
                      <a:pt x="2637" y="7224"/>
                      <a:pt x="2633" y="7223"/>
                    </a:cubicBezTo>
                    <a:cubicBezTo>
                      <a:pt x="2631" y="7223"/>
                      <a:pt x="2629" y="7222"/>
                      <a:pt x="2627" y="7223"/>
                    </a:cubicBezTo>
                    <a:cubicBezTo>
                      <a:pt x="2625" y="7224"/>
                      <a:pt x="2626" y="7226"/>
                      <a:pt x="2625" y="7228"/>
                    </a:cubicBezTo>
                    <a:cubicBezTo>
                      <a:pt x="2624" y="7230"/>
                      <a:pt x="2617" y="7230"/>
                      <a:pt x="2614" y="7230"/>
                    </a:cubicBezTo>
                    <a:cubicBezTo>
                      <a:pt x="2613" y="7230"/>
                      <a:pt x="2611" y="7229"/>
                      <a:pt x="2610" y="7229"/>
                    </a:cubicBezTo>
                    <a:cubicBezTo>
                      <a:pt x="2608" y="7228"/>
                      <a:pt x="2607" y="7226"/>
                      <a:pt x="2606" y="7225"/>
                    </a:cubicBezTo>
                    <a:cubicBezTo>
                      <a:pt x="2604" y="7224"/>
                      <a:pt x="2602" y="7224"/>
                      <a:pt x="2600" y="7223"/>
                    </a:cubicBezTo>
                    <a:cubicBezTo>
                      <a:pt x="2595" y="7221"/>
                      <a:pt x="2591" y="7218"/>
                      <a:pt x="2587" y="7215"/>
                    </a:cubicBezTo>
                    <a:cubicBezTo>
                      <a:pt x="2583" y="7213"/>
                      <a:pt x="2578" y="7209"/>
                      <a:pt x="2574" y="7211"/>
                    </a:cubicBezTo>
                    <a:cubicBezTo>
                      <a:pt x="2571" y="7212"/>
                      <a:pt x="2570" y="7214"/>
                      <a:pt x="2568" y="7215"/>
                    </a:cubicBezTo>
                    <a:cubicBezTo>
                      <a:pt x="2566" y="7216"/>
                      <a:pt x="2564" y="7216"/>
                      <a:pt x="2561" y="7217"/>
                    </a:cubicBezTo>
                    <a:cubicBezTo>
                      <a:pt x="2556" y="7219"/>
                      <a:pt x="2558" y="7226"/>
                      <a:pt x="2559" y="7230"/>
                    </a:cubicBezTo>
                    <a:cubicBezTo>
                      <a:pt x="2560" y="7232"/>
                      <a:pt x="2560" y="7235"/>
                      <a:pt x="2560" y="7237"/>
                    </a:cubicBezTo>
                    <a:cubicBezTo>
                      <a:pt x="2559" y="7239"/>
                      <a:pt x="2558" y="7240"/>
                      <a:pt x="2558" y="7242"/>
                    </a:cubicBezTo>
                    <a:cubicBezTo>
                      <a:pt x="2557" y="7244"/>
                      <a:pt x="2558" y="7246"/>
                      <a:pt x="2558" y="7248"/>
                    </a:cubicBezTo>
                    <a:cubicBezTo>
                      <a:pt x="2558" y="7251"/>
                      <a:pt x="2557" y="7254"/>
                      <a:pt x="2557" y="7256"/>
                    </a:cubicBezTo>
                    <a:cubicBezTo>
                      <a:pt x="2556" y="7259"/>
                      <a:pt x="2555" y="7262"/>
                      <a:pt x="2556" y="7265"/>
                    </a:cubicBezTo>
                    <a:cubicBezTo>
                      <a:pt x="2556" y="7267"/>
                      <a:pt x="2558" y="7268"/>
                      <a:pt x="2558" y="7270"/>
                    </a:cubicBezTo>
                    <a:cubicBezTo>
                      <a:pt x="2558" y="7270"/>
                      <a:pt x="2558" y="7270"/>
                      <a:pt x="2558" y="7270"/>
                    </a:cubicBezTo>
                    <a:cubicBezTo>
                      <a:pt x="2559" y="7271"/>
                      <a:pt x="2559" y="7271"/>
                      <a:pt x="2559" y="7271"/>
                    </a:cubicBezTo>
                    <a:cubicBezTo>
                      <a:pt x="2559" y="7271"/>
                      <a:pt x="2559" y="7272"/>
                      <a:pt x="2559" y="7272"/>
                    </a:cubicBezTo>
                    <a:cubicBezTo>
                      <a:pt x="2559" y="7275"/>
                      <a:pt x="2556" y="7278"/>
                      <a:pt x="2555" y="7281"/>
                    </a:cubicBezTo>
                    <a:cubicBezTo>
                      <a:pt x="2555" y="7281"/>
                      <a:pt x="2555" y="7282"/>
                      <a:pt x="2555" y="7282"/>
                    </a:cubicBezTo>
                    <a:cubicBezTo>
                      <a:pt x="2555" y="7282"/>
                      <a:pt x="2555" y="7282"/>
                      <a:pt x="2555" y="7282"/>
                    </a:cubicBezTo>
                    <a:cubicBezTo>
                      <a:pt x="2555" y="7282"/>
                      <a:pt x="2555" y="7282"/>
                      <a:pt x="2555" y="7283"/>
                    </a:cubicBezTo>
                    <a:cubicBezTo>
                      <a:pt x="2555" y="7285"/>
                      <a:pt x="2555" y="7287"/>
                      <a:pt x="2555" y="7290"/>
                    </a:cubicBezTo>
                    <a:cubicBezTo>
                      <a:pt x="2555" y="7291"/>
                      <a:pt x="2554" y="7292"/>
                      <a:pt x="2554" y="7293"/>
                    </a:cubicBezTo>
                    <a:cubicBezTo>
                      <a:pt x="2554" y="7294"/>
                      <a:pt x="2554" y="7295"/>
                      <a:pt x="2555" y="7296"/>
                    </a:cubicBezTo>
                    <a:cubicBezTo>
                      <a:pt x="2556" y="7300"/>
                      <a:pt x="2562" y="7300"/>
                      <a:pt x="2566" y="7301"/>
                    </a:cubicBezTo>
                    <a:cubicBezTo>
                      <a:pt x="2566" y="7298"/>
                      <a:pt x="2568" y="7299"/>
                      <a:pt x="2570" y="7299"/>
                    </a:cubicBezTo>
                    <a:cubicBezTo>
                      <a:pt x="2571" y="7300"/>
                      <a:pt x="2576" y="7300"/>
                      <a:pt x="2576" y="7298"/>
                    </a:cubicBezTo>
                    <a:cubicBezTo>
                      <a:pt x="2576" y="7296"/>
                      <a:pt x="2574" y="7297"/>
                      <a:pt x="2572" y="7296"/>
                    </a:cubicBezTo>
                    <a:cubicBezTo>
                      <a:pt x="2571" y="7295"/>
                      <a:pt x="2571" y="7292"/>
                      <a:pt x="2569" y="7292"/>
                    </a:cubicBezTo>
                    <a:cubicBezTo>
                      <a:pt x="2569" y="7291"/>
                      <a:pt x="2568" y="7291"/>
                      <a:pt x="2567" y="7291"/>
                    </a:cubicBezTo>
                    <a:cubicBezTo>
                      <a:pt x="2566" y="7291"/>
                      <a:pt x="2564" y="7291"/>
                      <a:pt x="2564" y="7289"/>
                    </a:cubicBezTo>
                    <a:cubicBezTo>
                      <a:pt x="2564" y="7289"/>
                      <a:pt x="2564" y="7289"/>
                      <a:pt x="2564" y="7289"/>
                    </a:cubicBezTo>
                    <a:cubicBezTo>
                      <a:pt x="2564" y="7287"/>
                      <a:pt x="2566" y="7286"/>
                      <a:pt x="2567" y="7285"/>
                    </a:cubicBezTo>
                    <a:cubicBezTo>
                      <a:pt x="2569" y="7283"/>
                      <a:pt x="2569" y="7281"/>
                      <a:pt x="2568" y="7280"/>
                    </a:cubicBezTo>
                    <a:cubicBezTo>
                      <a:pt x="2567" y="7278"/>
                      <a:pt x="2567" y="7276"/>
                      <a:pt x="2569" y="7275"/>
                    </a:cubicBezTo>
                    <a:cubicBezTo>
                      <a:pt x="2569" y="7275"/>
                      <a:pt x="2569" y="7275"/>
                      <a:pt x="2569" y="7275"/>
                    </a:cubicBezTo>
                    <a:cubicBezTo>
                      <a:pt x="2571" y="7275"/>
                      <a:pt x="2573" y="7276"/>
                      <a:pt x="2574" y="7276"/>
                    </a:cubicBezTo>
                    <a:cubicBezTo>
                      <a:pt x="2576" y="7276"/>
                      <a:pt x="2578" y="7276"/>
                      <a:pt x="2580" y="7277"/>
                    </a:cubicBezTo>
                    <a:cubicBezTo>
                      <a:pt x="2580" y="7280"/>
                      <a:pt x="2579" y="7278"/>
                      <a:pt x="2578" y="7280"/>
                    </a:cubicBezTo>
                    <a:cubicBezTo>
                      <a:pt x="2577" y="7282"/>
                      <a:pt x="2580" y="7284"/>
                      <a:pt x="2581" y="7285"/>
                    </a:cubicBezTo>
                    <a:cubicBezTo>
                      <a:pt x="2581" y="7285"/>
                      <a:pt x="2581" y="7286"/>
                      <a:pt x="2582" y="7286"/>
                    </a:cubicBezTo>
                    <a:cubicBezTo>
                      <a:pt x="2582" y="7286"/>
                      <a:pt x="2583" y="7287"/>
                      <a:pt x="2584" y="7288"/>
                    </a:cubicBezTo>
                    <a:cubicBezTo>
                      <a:pt x="2585" y="7289"/>
                      <a:pt x="2585" y="7289"/>
                      <a:pt x="2586" y="7290"/>
                    </a:cubicBezTo>
                    <a:cubicBezTo>
                      <a:pt x="2587" y="7291"/>
                      <a:pt x="2589" y="7292"/>
                      <a:pt x="2590" y="7293"/>
                    </a:cubicBezTo>
                    <a:cubicBezTo>
                      <a:pt x="2593" y="7294"/>
                      <a:pt x="2595" y="7297"/>
                      <a:pt x="2596" y="7300"/>
                    </a:cubicBezTo>
                    <a:cubicBezTo>
                      <a:pt x="2596" y="7303"/>
                      <a:pt x="2596" y="7306"/>
                      <a:pt x="2595" y="7308"/>
                    </a:cubicBezTo>
                    <a:cubicBezTo>
                      <a:pt x="2593" y="7310"/>
                      <a:pt x="2591" y="7311"/>
                      <a:pt x="2590" y="7313"/>
                    </a:cubicBezTo>
                    <a:cubicBezTo>
                      <a:pt x="2590" y="7314"/>
                      <a:pt x="2590" y="7315"/>
                      <a:pt x="2589" y="7316"/>
                    </a:cubicBezTo>
                    <a:cubicBezTo>
                      <a:pt x="2588" y="7317"/>
                      <a:pt x="2587" y="7317"/>
                      <a:pt x="2586" y="7317"/>
                    </a:cubicBezTo>
                    <a:cubicBezTo>
                      <a:pt x="2584" y="7319"/>
                      <a:pt x="2583" y="7320"/>
                      <a:pt x="2580" y="7318"/>
                    </a:cubicBezTo>
                    <a:cubicBezTo>
                      <a:pt x="2579" y="7317"/>
                      <a:pt x="2578" y="7316"/>
                      <a:pt x="2578" y="7315"/>
                    </a:cubicBezTo>
                    <a:cubicBezTo>
                      <a:pt x="2579" y="7313"/>
                      <a:pt x="2580" y="7313"/>
                      <a:pt x="2580" y="7311"/>
                    </a:cubicBezTo>
                    <a:cubicBezTo>
                      <a:pt x="2580" y="7311"/>
                      <a:pt x="2580" y="7310"/>
                      <a:pt x="2580" y="7309"/>
                    </a:cubicBezTo>
                    <a:cubicBezTo>
                      <a:pt x="2579" y="7308"/>
                      <a:pt x="2576" y="7307"/>
                      <a:pt x="2575" y="7308"/>
                    </a:cubicBezTo>
                    <a:cubicBezTo>
                      <a:pt x="2572" y="7309"/>
                      <a:pt x="2574" y="7309"/>
                      <a:pt x="2573" y="7311"/>
                    </a:cubicBezTo>
                    <a:cubicBezTo>
                      <a:pt x="2572" y="7312"/>
                      <a:pt x="2572" y="7312"/>
                      <a:pt x="2572" y="7312"/>
                    </a:cubicBezTo>
                    <a:cubicBezTo>
                      <a:pt x="2572" y="7313"/>
                      <a:pt x="2570" y="7313"/>
                      <a:pt x="2570" y="7314"/>
                    </a:cubicBezTo>
                    <a:cubicBezTo>
                      <a:pt x="2570" y="7315"/>
                      <a:pt x="2570" y="7316"/>
                      <a:pt x="2570" y="7316"/>
                    </a:cubicBezTo>
                    <a:cubicBezTo>
                      <a:pt x="2570" y="7317"/>
                      <a:pt x="2570" y="7317"/>
                      <a:pt x="2570" y="7318"/>
                    </a:cubicBezTo>
                    <a:cubicBezTo>
                      <a:pt x="2570" y="7318"/>
                      <a:pt x="2570" y="7319"/>
                      <a:pt x="2570" y="7319"/>
                    </a:cubicBezTo>
                    <a:cubicBezTo>
                      <a:pt x="2568" y="7320"/>
                      <a:pt x="2563" y="7315"/>
                      <a:pt x="2562" y="7314"/>
                    </a:cubicBezTo>
                    <a:cubicBezTo>
                      <a:pt x="2561" y="7313"/>
                      <a:pt x="2561" y="7312"/>
                      <a:pt x="2561" y="7310"/>
                    </a:cubicBezTo>
                    <a:cubicBezTo>
                      <a:pt x="2561" y="7309"/>
                      <a:pt x="2560" y="7307"/>
                      <a:pt x="2558" y="7306"/>
                    </a:cubicBezTo>
                    <a:cubicBezTo>
                      <a:pt x="2557" y="7306"/>
                      <a:pt x="2556" y="7306"/>
                      <a:pt x="2554" y="7306"/>
                    </a:cubicBezTo>
                    <a:cubicBezTo>
                      <a:pt x="2554" y="7306"/>
                      <a:pt x="2553" y="7306"/>
                      <a:pt x="2552" y="7305"/>
                    </a:cubicBezTo>
                    <a:cubicBezTo>
                      <a:pt x="2552" y="7305"/>
                      <a:pt x="2551" y="7305"/>
                      <a:pt x="2551" y="7305"/>
                    </a:cubicBezTo>
                    <a:cubicBezTo>
                      <a:pt x="2549" y="7304"/>
                      <a:pt x="2548" y="7303"/>
                      <a:pt x="2547" y="7301"/>
                    </a:cubicBezTo>
                    <a:cubicBezTo>
                      <a:pt x="2546" y="7300"/>
                      <a:pt x="2546" y="7300"/>
                      <a:pt x="2545" y="7299"/>
                    </a:cubicBezTo>
                    <a:cubicBezTo>
                      <a:pt x="2545" y="7299"/>
                      <a:pt x="2542" y="7298"/>
                      <a:pt x="2542" y="7299"/>
                    </a:cubicBezTo>
                    <a:cubicBezTo>
                      <a:pt x="2542" y="7298"/>
                      <a:pt x="2542" y="7298"/>
                      <a:pt x="2542" y="7298"/>
                    </a:cubicBezTo>
                    <a:cubicBezTo>
                      <a:pt x="2543" y="7294"/>
                      <a:pt x="2545" y="7293"/>
                      <a:pt x="2547" y="7291"/>
                    </a:cubicBezTo>
                    <a:cubicBezTo>
                      <a:pt x="2547" y="7291"/>
                      <a:pt x="2548" y="7291"/>
                      <a:pt x="2548" y="7290"/>
                    </a:cubicBezTo>
                    <a:cubicBezTo>
                      <a:pt x="2550" y="7289"/>
                      <a:pt x="2551" y="7287"/>
                      <a:pt x="2552" y="7285"/>
                    </a:cubicBezTo>
                    <a:cubicBezTo>
                      <a:pt x="2553" y="7283"/>
                      <a:pt x="2552" y="7281"/>
                      <a:pt x="2551" y="7279"/>
                    </a:cubicBezTo>
                    <a:cubicBezTo>
                      <a:pt x="2551" y="7277"/>
                      <a:pt x="2551" y="7275"/>
                      <a:pt x="2552" y="7273"/>
                    </a:cubicBezTo>
                    <a:cubicBezTo>
                      <a:pt x="2553" y="7271"/>
                      <a:pt x="2554" y="7269"/>
                      <a:pt x="2552" y="7268"/>
                    </a:cubicBezTo>
                    <a:cubicBezTo>
                      <a:pt x="2551" y="7268"/>
                      <a:pt x="2550" y="7268"/>
                      <a:pt x="2549" y="7268"/>
                    </a:cubicBezTo>
                    <a:cubicBezTo>
                      <a:pt x="2548" y="7268"/>
                      <a:pt x="2547" y="7268"/>
                      <a:pt x="2546" y="7268"/>
                    </a:cubicBezTo>
                    <a:cubicBezTo>
                      <a:pt x="2545" y="7267"/>
                      <a:pt x="2545" y="7265"/>
                      <a:pt x="2545" y="7263"/>
                    </a:cubicBezTo>
                    <a:cubicBezTo>
                      <a:pt x="2544" y="7263"/>
                      <a:pt x="2544" y="7263"/>
                      <a:pt x="2544" y="7262"/>
                    </a:cubicBezTo>
                    <a:cubicBezTo>
                      <a:pt x="2544" y="7262"/>
                      <a:pt x="2544" y="7262"/>
                      <a:pt x="2544" y="7262"/>
                    </a:cubicBezTo>
                    <a:cubicBezTo>
                      <a:pt x="2544" y="7262"/>
                      <a:pt x="2544" y="7262"/>
                      <a:pt x="2543" y="7261"/>
                    </a:cubicBezTo>
                    <a:cubicBezTo>
                      <a:pt x="2543" y="7261"/>
                      <a:pt x="2543" y="7261"/>
                      <a:pt x="2543" y="7261"/>
                    </a:cubicBezTo>
                    <a:cubicBezTo>
                      <a:pt x="2543" y="7261"/>
                      <a:pt x="2542" y="7260"/>
                      <a:pt x="2542" y="7259"/>
                    </a:cubicBezTo>
                    <a:cubicBezTo>
                      <a:pt x="2542" y="7257"/>
                      <a:pt x="2544" y="7256"/>
                      <a:pt x="2545" y="7256"/>
                    </a:cubicBezTo>
                    <a:cubicBezTo>
                      <a:pt x="2546" y="7255"/>
                      <a:pt x="2546" y="7255"/>
                      <a:pt x="2547" y="7254"/>
                    </a:cubicBezTo>
                    <a:cubicBezTo>
                      <a:pt x="2547" y="7254"/>
                      <a:pt x="2547" y="7253"/>
                      <a:pt x="2547" y="7252"/>
                    </a:cubicBezTo>
                    <a:cubicBezTo>
                      <a:pt x="2547" y="7252"/>
                      <a:pt x="2547" y="7252"/>
                      <a:pt x="2547" y="7252"/>
                    </a:cubicBezTo>
                    <a:cubicBezTo>
                      <a:pt x="2547" y="7250"/>
                      <a:pt x="2546" y="7248"/>
                      <a:pt x="2546" y="7246"/>
                    </a:cubicBezTo>
                    <a:cubicBezTo>
                      <a:pt x="2546" y="7244"/>
                      <a:pt x="2546" y="7243"/>
                      <a:pt x="2545" y="7242"/>
                    </a:cubicBezTo>
                    <a:cubicBezTo>
                      <a:pt x="2543" y="7241"/>
                      <a:pt x="2540" y="7242"/>
                      <a:pt x="2538" y="7243"/>
                    </a:cubicBezTo>
                    <a:cubicBezTo>
                      <a:pt x="2538" y="7243"/>
                      <a:pt x="2538" y="7243"/>
                      <a:pt x="2538" y="7243"/>
                    </a:cubicBezTo>
                    <a:cubicBezTo>
                      <a:pt x="2535" y="7245"/>
                      <a:pt x="2533" y="7248"/>
                      <a:pt x="2530" y="7249"/>
                    </a:cubicBezTo>
                    <a:cubicBezTo>
                      <a:pt x="2525" y="7251"/>
                      <a:pt x="2522" y="7252"/>
                      <a:pt x="2522" y="7257"/>
                    </a:cubicBezTo>
                    <a:cubicBezTo>
                      <a:pt x="2523" y="7262"/>
                      <a:pt x="2524" y="7265"/>
                      <a:pt x="2519" y="7267"/>
                    </a:cubicBezTo>
                    <a:cubicBezTo>
                      <a:pt x="2518" y="7272"/>
                      <a:pt x="2520" y="7274"/>
                      <a:pt x="2522" y="7279"/>
                    </a:cubicBezTo>
                    <a:cubicBezTo>
                      <a:pt x="2523" y="7281"/>
                      <a:pt x="2524" y="7287"/>
                      <a:pt x="2521" y="7290"/>
                    </a:cubicBezTo>
                    <a:cubicBezTo>
                      <a:pt x="2520" y="7290"/>
                      <a:pt x="2520" y="7290"/>
                      <a:pt x="2519" y="7292"/>
                    </a:cubicBezTo>
                    <a:cubicBezTo>
                      <a:pt x="2518" y="7293"/>
                      <a:pt x="2518" y="7294"/>
                      <a:pt x="2518" y="7295"/>
                    </a:cubicBezTo>
                    <a:cubicBezTo>
                      <a:pt x="2518" y="7297"/>
                      <a:pt x="2519" y="7299"/>
                      <a:pt x="2520" y="7302"/>
                    </a:cubicBezTo>
                    <a:cubicBezTo>
                      <a:pt x="2521" y="7306"/>
                      <a:pt x="2522" y="7309"/>
                      <a:pt x="2522" y="7313"/>
                    </a:cubicBezTo>
                    <a:cubicBezTo>
                      <a:pt x="2522" y="7316"/>
                      <a:pt x="2522" y="7318"/>
                      <a:pt x="2522" y="7320"/>
                    </a:cubicBezTo>
                    <a:cubicBezTo>
                      <a:pt x="2522" y="7323"/>
                      <a:pt x="2521" y="7325"/>
                      <a:pt x="2520" y="7328"/>
                    </a:cubicBezTo>
                    <a:cubicBezTo>
                      <a:pt x="2520" y="7329"/>
                      <a:pt x="2520" y="7332"/>
                      <a:pt x="2518" y="7333"/>
                    </a:cubicBezTo>
                    <a:cubicBezTo>
                      <a:pt x="2516" y="7334"/>
                      <a:pt x="2515" y="7333"/>
                      <a:pt x="2514" y="7336"/>
                    </a:cubicBezTo>
                    <a:cubicBezTo>
                      <a:pt x="2514" y="7338"/>
                      <a:pt x="2515" y="7340"/>
                      <a:pt x="2514" y="7341"/>
                    </a:cubicBezTo>
                    <a:cubicBezTo>
                      <a:pt x="2513" y="7343"/>
                      <a:pt x="2510" y="7344"/>
                      <a:pt x="2508" y="7344"/>
                    </a:cubicBezTo>
                    <a:cubicBezTo>
                      <a:pt x="2505" y="7345"/>
                      <a:pt x="2503" y="7345"/>
                      <a:pt x="2501" y="7347"/>
                    </a:cubicBezTo>
                    <a:cubicBezTo>
                      <a:pt x="2499" y="7348"/>
                      <a:pt x="2498" y="7348"/>
                      <a:pt x="2496" y="7350"/>
                    </a:cubicBezTo>
                    <a:cubicBezTo>
                      <a:pt x="2495" y="7351"/>
                      <a:pt x="2494" y="7352"/>
                      <a:pt x="2492" y="7353"/>
                    </a:cubicBezTo>
                    <a:cubicBezTo>
                      <a:pt x="2490" y="7354"/>
                      <a:pt x="2488" y="7355"/>
                      <a:pt x="2486" y="7357"/>
                    </a:cubicBezTo>
                    <a:cubicBezTo>
                      <a:pt x="2485" y="7359"/>
                      <a:pt x="2484" y="7363"/>
                      <a:pt x="2484" y="7365"/>
                    </a:cubicBezTo>
                    <a:cubicBezTo>
                      <a:pt x="2484" y="7368"/>
                      <a:pt x="2484" y="7370"/>
                      <a:pt x="2484" y="7373"/>
                    </a:cubicBezTo>
                    <a:cubicBezTo>
                      <a:pt x="2485" y="7374"/>
                      <a:pt x="2485" y="7376"/>
                      <a:pt x="2486" y="7378"/>
                    </a:cubicBezTo>
                    <a:cubicBezTo>
                      <a:pt x="2486" y="7378"/>
                      <a:pt x="2486" y="7378"/>
                      <a:pt x="2486" y="7378"/>
                    </a:cubicBezTo>
                    <a:cubicBezTo>
                      <a:pt x="2488" y="7384"/>
                      <a:pt x="2489" y="7390"/>
                      <a:pt x="2489" y="7396"/>
                    </a:cubicBezTo>
                    <a:cubicBezTo>
                      <a:pt x="2489" y="7400"/>
                      <a:pt x="2491" y="7402"/>
                      <a:pt x="2492" y="7406"/>
                    </a:cubicBezTo>
                    <a:cubicBezTo>
                      <a:pt x="2493" y="7410"/>
                      <a:pt x="2492" y="7414"/>
                      <a:pt x="2492" y="7417"/>
                    </a:cubicBezTo>
                    <a:cubicBezTo>
                      <a:pt x="2493" y="7422"/>
                      <a:pt x="2493" y="7427"/>
                      <a:pt x="2491" y="7431"/>
                    </a:cubicBezTo>
                    <a:cubicBezTo>
                      <a:pt x="2490" y="7434"/>
                      <a:pt x="2487" y="7436"/>
                      <a:pt x="2485" y="7439"/>
                    </a:cubicBezTo>
                    <a:cubicBezTo>
                      <a:pt x="2483" y="7442"/>
                      <a:pt x="2481" y="7445"/>
                      <a:pt x="2479" y="7447"/>
                    </a:cubicBezTo>
                    <a:cubicBezTo>
                      <a:pt x="2475" y="7450"/>
                      <a:pt x="2471" y="7450"/>
                      <a:pt x="2467" y="7451"/>
                    </a:cubicBezTo>
                    <a:cubicBezTo>
                      <a:pt x="2463" y="7452"/>
                      <a:pt x="2460" y="7454"/>
                      <a:pt x="2457" y="7456"/>
                    </a:cubicBezTo>
                    <a:cubicBezTo>
                      <a:pt x="2453" y="7459"/>
                      <a:pt x="2449" y="7460"/>
                      <a:pt x="2445" y="7461"/>
                    </a:cubicBezTo>
                    <a:cubicBezTo>
                      <a:pt x="2439" y="7463"/>
                      <a:pt x="2432" y="7462"/>
                      <a:pt x="2425" y="7462"/>
                    </a:cubicBezTo>
                    <a:cubicBezTo>
                      <a:pt x="2424" y="7463"/>
                      <a:pt x="2423" y="7463"/>
                      <a:pt x="2422" y="7464"/>
                    </a:cubicBezTo>
                    <a:cubicBezTo>
                      <a:pt x="2420" y="7464"/>
                      <a:pt x="2419" y="7466"/>
                      <a:pt x="2420" y="7467"/>
                    </a:cubicBezTo>
                    <a:cubicBezTo>
                      <a:pt x="2421" y="7469"/>
                      <a:pt x="2424" y="7470"/>
                      <a:pt x="2426" y="7470"/>
                    </a:cubicBezTo>
                    <a:cubicBezTo>
                      <a:pt x="2429" y="7470"/>
                      <a:pt x="2433" y="7471"/>
                      <a:pt x="2436" y="7471"/>
                    </a:cubicBezTo>
                    <a:cubicBezTo>
                      <a:pt x="2437" y="7471"/>
                      <a:pt x="2437" y="7470"/>
                      <a:pt x="2438" y="7470"/>
                    </a:cubicBezTo>
                    <a:cubicBezTo>
                      <a:pt x="2441" y="7470"/>
                      <a:pt x="2443" y="7469"/>
                      <a:pt x="2446" y="7470"/>
                    </a:cubicBezTo>
                    <a:cubicBezTo>
                      <a:pt x="2446" y="7471"/>
                      <a:pt x="2447" y="7473"/>
                      <a:pt x="2447" y="7474"/>
                    </a:cubicBezTo>
                    <a:cubicBezTo>
                      <a:pt x="2448" y="7476"/>
                      <a:pt x="2448" y="7477"/>
                      <a:pt x="2447" y="7479"/>
                    </a:cubicBezTo>
                    <a:cubicBezTo>
                      <a:pt x="2446" y="7479"/>
                      <a:pt x="2444" y="7478"/>
                      <a:pt x="2443" y="7478"/>
                    </a:cubicBezTo>
                    <a:cubicBezTo>
                      <a:pt x="2441" y="7478"/>
                      <a:pt x="2439" y="7479"/>
                      <a:pt x="2438" y="7479"/>
                    </a:cubicBezTo>
                    <a:cubicBezTo>
                      <a:pt x="2437" y="7481"/>
                      <a:pt x="2440" y="7482"/>
                      <a:pt x="2441" y="7484"/>
                    </a:cubicBezTo>
                    <a:cubicBezTo>
                      <a:pt x="2441" y="7486"/>
                      <a:pt x="2439" y="7485"/>
                      <a:pt x="2438" y="7485"/>
                    </a:cubicBezTo>
                    <a:cubicBezTo>
                      <a:pt x="2436" y="7486"/>
                      <a:pt x="2434" y="7487"/>
                      <a:pt x="2433" y="7488"/>
                    </a:cubicBezTo>
                    <a:cubicBezTo>
                      <a:pt x="2431" y="7488"/>
                      <a:pt x="2429" y="7487"/>
                      <a:pt x="2427" y="7487"/>
                    </a:cubicBezTo>
                    <a:cubicBezTo>
                      <a:pt x="2424" y="7487"/>
                      <a:pt x="2419" y="7488"/>
                      <a:pt x="2417" y="7491"/>
                    </a:cubicBezTo>
                    <a:cubicBezTo>
                      <a:pt x="2415" y="7493"/>
                      <a:pt x="2414" y="7496"/>
                      <a:pt x="2413" y="7499"/>
                    </a:cubicBezTo>
                    <a:cubicBezTo>
                      <a:pt x="2412" y="7498"/>
                      <a:pt x="2411" y="7498"/>
                      <a:pt x="2409" y="7497"/>
                    </a:cubicBezTo>
                    <a:cubicBezTo>
                      <a:pt x="2403" y="7494"/>
                      <a:pt x="2409" y="7488"/>
                      <a:pt x="2409" y="7483"/>
                    </a:cubicBezTo>
                    <a:cubicBezTo>
                      <a:pt x="2409" y="7482"/>
                      <a:pt x="2409" y="7482"/>
                      <a:pt x="2409" y="7482"/>
                    </a:cubicBezTo>
                    <a:cubicBezTo>
                      <a:pt x="2409" y="7479"/>
                      <a:pt x="2409" y="7477"/>
                      <a:pt x="2410" y="7473"/>
                    </a:cubicBezTo>
                    <a:cubicBezTo>
                      <a:pt x="2411" y="7471"/>
                      <a:pt x="2414" y="7466"/>
                      <a:pt x="2410" y="7465"/>
                    </a:cubicBezTo>
                    <a:cubicBezTo>
                      <a:pt x="2408" y="7463"/>
                      <a:pt x="2404" y="7465"/>
                      <a:pt x="2401" y="7465"/>
                    </a:cubicBezTo>
                    <a:cubicBezTo>
                      <a:pt x="2401" y="7465"/>
                      <a:pt x="2400" y="7465"/>
                      <a:pt x="2400" y="7465"/>
                    </a:cubicBezTo>
                    <a:cubicBezTo>
                      <a:pt x="2396" y="7466"/>
                      <a:pt x="2392" y="7465"/>
                      <a:pt x="2389" y="7464"/>
                    </a:cubicBezTo>
                    <a:cubicBezTo>
                      <a:pt x="2385" y="7464"/>
                      <a:pt x="2381" y="7462"/>
                      <a:pt x="2378" y="7459"/>
                    </a:cubicBezTo>
                    <a:cubicBezTo>
                      <a:pt x="2378" y="7458"/>
                      <a:pt x="2377" y="7457"/>
                      <a:pt x="2377" y="7457"/>
                    </a:cubicBezTo>
                    <a:cubicBezTo>
                      <a:pt x="2375" y="7455"/>
                      <a:pt x="2373" y="7453"/>
                      <a:pt x="2371" y="7453"/>
                    </a:cubicBezTo>
                    <a:cubicBezTo>
                      <a:pt x="2370" y="7452"/>
                      <a:pt x="2370" y="7452"/>
                      <a:pt x="2369" y="7452"/>
                    </a:cubicBezTo>
                    <a:cubicBezTo>
                      <a:pt x="2366" y="7452"/>
                      <a:pt x="2363" y="7453"/>
                      <a:pt x="2360" y="7453"/>
                    </a:cubicBezTo>
                    <a:cubicBezTo>
                      <a:pt x="2356" y="7452"/>
                      <a:pt x="2352" y="7452"/>
                      <a:pt x="2348" y="7453"/>
                    </a:cubicBezTo>
                    <a:cubicBezTo>
                      <a:pt x="2342" y="7454"/>
                      <a:pt x="2337" y="7458"/>
                      <a:pt x="2336" y="7463"/>
                    </a:cubicBezTo>
                    <a:cubicBezTo>
                      <a:pt x="2335" y="7464"/>
                      <a:pt x="2335" y="7465"/>
                      <a:pt x="2335" y="7466"/>
                    </a:cubicBezTo>
                    <a:cubicBezTo>
                      <a:pt x="2335" y="7467"/>
                      <a:pt x="2334" y="7469"/>
                      <a:pt x="2334" y="7470"/>
                    </a:cubicBezTo>
                    <a:cubicBezTo>
                      <a:pt x="2334" y="7470"/>
                      <a:pt x="2334" y="7470"/>
                      <a:pt x="2334" y="7470"/>
                    </a:cubicBezTo>
                    <a:cubicBezTo>
                      <a:pt x="2334" y="7470"/>
                      <a:pt x="2334" y="7470"/>
                      <a:pt x="2334" y="7470"/>
                    </a:cubicBezTo>
                    <a:cubicBezTo>
                      <a:pt x="2333" y="7472"/>
                      <a:pt x="2333" y="7473"/>
                      <a:pt x="2332" y="7474"/>
                    </a:cubicBezTo>
                    <a:cubicBezTo>
                      <a:pt x="2329" y="7477"/>
                      <a:pt x="2327" y="7479"/>
                      <a:pt x="2325" y="7482"/>
                    </a:cubicBezTo>
                    <a:cubicBezTo>
                      <a:pt x="2324" y="7485"/>
                      <a:pt x="2323" y="7488"/>
                      <a:pt x="2321" y="7491"/>
                    </a:cubicBezTo>
                    <a:cubicBezTo>
                      <a:pt x="2321" y="7492"/>
                      <a:pt x="2317" y="7497"/>
                      <a:pt x="2320" y="7498"/>
                    </a:cubicBezTo>
                    <a:cubicBezTo>
                      <a:pt x="2323" y="7499"/>
                      <a:pt x="2325" y="7494"/>
                      <a:pt x="2326" y="7492"/>
                    </a:cubicBezTo>
                    <a:cubicBezTo>
                      <a:pt x="2328" y="7490"/>
                      <a:pt x="2329" y="7488"/>
                      <a:pt x="2332" y="7486"/>
                    </a:cubicBezTo>
                    <a:cubicBezTo>
                      <a:pt x="2334" y="7483"/>
                      <a:pt x="2335" y="7479"/>
                      <a:pt x="2336" y="7476"/>
                    </a:cubicBezTo>
                    <a:cubicBezTo>
                      <a:pt x="2337" y="7473"/>
                      <a:pt x="2338" y="7470"/>
                      <a:pt x="2341" y="7468"/>
                    </a:cubicBezTo>
                    <a:cubicBezTo>
                      <a:pt x="2341" y="7468"/>
                      <a:pt x="2341" y="7468"/>
                      <a:pt x="2341" y="7468"/>
                    </a:cubicBezTo>
                    <a:cubicBezTo>
                      <a:pt x="2341" y="7468"/>
                      <a:pt x="2342" y="7468"/>
                      <a:pt x="2342" y="7468"/>
                    </a:cubicBezTo>
                    <a:cubicBezTo>
                      <a:pt x="2342" y="7468"/>
                      <a:pt x="2342" y="7468"/>
                      <a:pt x="2342" y="7468"/>
                    </a:cubicBezTo>
                    <a:cubicBezTo>
                      <a:pt x="2345" y="7469"/>
                      <a:pt x="2346" y="7472"/>
                      <a:pt x="2349" y="7472"/>
                    </a:cubicBezTo>
                    <a:cubicBezTo>
                      <a:pt x="2350" y="7472"/>
                      <a:pt x="2358" y="7470"/>
                      <a:pt x="2357" y="7473"/>
                    </a:cubicBezTo>
                    <a:cubicBezTo>
                      <a:pt x="2356" y="7475"/>
                      <a:pt x="2349" y="7475"/>
                      <a:pt x="2348" y="7475"/>
                    </a:cubicBezTo>
                    <a:cubicBezTo>
                      <a:pt x="2347" y="7475"/>
                      <a:pt x="2344" y="7475"/>
                      <a:pt x="2343" y="7477"/>
                    </a:cubicBezTo>
                    <a:cubicBezTo>
                      <a:pt x="2343" y="7478"/>
                      <a:pt x="2343" y="7480"/>
                      <a:pt x="2344" y="7481"/>
                    </a:cubicBezTo>
                    <a:cubicBezTo>
                      <a:pt x="2344" y="7483"/>
                      <a:pt x="2346" y="7483"/>
                      <a:pt x="2348" y="7484"/>
                    </a:cubicBezTo>
                    <a:cubicBezTo>
                      <a:pt x="2348" y="7484"/>
                      <a:pt x="2349" y="7484"/>
                      <a:pt x="2349" y="7484"/>
                    </a:cubicBezTo>
                    <a:cubicBezTo>
                      <a:pt x="2349" y="7485"/>
                      <a:pt x="2350" y="7485"/>
                      <a:pt x="2350" y="7485"/>
                    </a:cubicBezTo>
                    <a:cubicBezTo>
                      <a:pt x="2350" y="7486"/>
                      <a:pt x="2351" y="7485"/>
                      <a:pt x="2351" y="7485"/>
                    </a:cubicBezTo>
                    <a:cubicBezTo>
                      <a:pt x="2353" y="7488"/>
                      <a:pt x="2352" y="7491"/>
                      <a:pt x="2356" y="7491"/>
                    </a:cubicBezTo>
                    <a:cubicBezTo>
                      <a:pt x="2358" y="7491"/>
                      <a:pt x="2360" y="7491"/>
                      <a:pt x="2361" y="7491"/>
                    </a:cubicBezTo>
                    <a:cubicBezTo>
                      <a:pt x="2362" y="7491"/>
                      <a:pt x="2363" y="7490"/>
                      <a:pt x="2364" y="7490"/>
                    </a:cubicBezTo>
                    <a:cubicBezTo>
                      <a:pt x="2365" y="7489"/>
                      <a:pt x="2365" y="7489"/>
                      <a:pt x="2366" y="7489"/>
                    </a:cubicBezTo>
                    <a:cubicBezTo>
                      <a:pt x="2368" y="7487"/>
                      <a:pt x="2371" y="7483"/>
                      <a:pt x="2375" y="7480"/>
                    </a:cubicBezTo>
                    <a:cubicBezTo>
                      <a:pt x="2378" y="7478"/>
                      <a:pt x="2381" y="7478"/>
                      <a:pt x="2384" y="7480"/>
                    </a:cubicBezTo>
                    <a:cubicBezTo>
                      <a:pt x="2387" y="7482"/>
                      <a:pt x="2383" y="7491"/>
                      <a:pt x="2381" y="7494"/>
                    </a:cubicBezTo>
                    <a:cubicBezTo>
                      <a:pt x="2379" y="7496"/>
                      <a:pt x="2376" y="7496"/>
                      <a:pt x="2373" y="7497"/>
                    </a:cubicBezTo>
                    <a:cubicBezTo>
                      <a:pt x="2369" y="7498"/>
                      <a:pt x="2367" y="7500"/>
                      <a:pt x="2364" y="7503"/>
                    </a:cubicBezTo>
                    <a:cubicBezTo>
                      <a:pt x="2362" y="7506"/>
                      <a:pt x="2361" y="7509"/>
                      <a:pt x="2357" y="7510"/>
                    </a:cubicBezTo>
                    <a:cubicBezTo>
                      <a:pt x="2353" y="7511"/>
                      <a:pt x="2349" y="7509"/>
                      <a:pt x="2345" y="7510"/>
                    </a:cubicBezTo>
                    <a:cubicBezTo>
                      <a:pt x="2341" y="7511"/>
                      <a:pt x="2340" y="7513"/>
                      <a:pt x="2338" y="7516"/>
                    </a:cubicBezTo>
                    <a:cubicBezTo>
                      <a:pt x="2336" y="7519"/>
                      <a:pt x="2334" y="7520"/>
                      <a:pt x="2330" y="7521"/>
                    </a:cubicBezTo>
                    <a:cubicBezTo>
                      <a:pt x="2328" y="7521"/>
                      <a:pt x="2322" y="7519"/>
                      <a:pt x="2320" y="7521"/>
                    </a:cubicBezTo>
                    <a:cubicBezTo>
                      <a:pt x="2318" y="7523"/>
                      <a:pt x="2320" y="7525"/>
                      <a:pt x="2322" y="7527"/>
                    </a:cubicBezTo>
                    <a:cubicBezTo>
                      <a:pt x="2324" y="7529"/>
                      <a:pt x="2325" y="7531"/>
                      <a:pt x="2327" y="7534"/>
                    </a:cubicBezTo>
                    <a:cubicBezTo>
                      <a:pt x="2328" y="7537"/>
                      <a:pt x="2329" y="7539"/>
                      <a:pt x="2332" y="7540"/>
                    </a:cubicBezTo>
                    <a:cubicBezTo>
                      <a:pt x="2335" y="7541"/>
                      <a:pt x="2339" y="7541"/>
                      <a:pt x="2343" y="7541"/>
                    </a:cubicBezTo>
                    <a:cubicBezTo>
                      <a:pt x="2346" y="7542"/>
                      <a:pt x="2348" y="7545"/>
                      <a:pt x="2352" y="7546"/>
                    </a:cubicBezTo>
                    <a:cubicBezTo>
                      <a:pt x="2359" y="7548"/>
                      <a:pt x="2366" y="7539"/>
                      <a:pt x="2374" y="7541"/>
                    </a:cubicBezTo>
                    <a:cubicBezTo>
                      <a:pt x="2377" y="7542"/>
                      <a:pt x="2380" y="7544"/>
                      <a:pt x="2384" y="7544"/>
                    </a:cubicBezTo>
                    <a:cubicBezTo>
                      <a:pt x="2387" y="7544"/>
                      <a:pt x="2390" y="7544"/>
                      <a:pt x="2393" y="7543"/>
                    </a:cubicBezTo>
                    <a:cubicBezTo>
                      <a:pt x="2397" y="7543"/>
                      <a:pt x="2400" y="7544"/>
                      <a:pt x="2404" y="7544"/>
                    </a:cubicBezTo>
                    <a:cubicBezTo>
                      <a:pt x="2407" y="7544"/>
                      <a:pt x="2411" y="7543"/>
                      <a:pt x="2414" y="7544"/>
                    </a:cubicBezTo>
                    <a:cubicBezTo>
                      <a:pt x="2420" y="7546"/>
                      <a:pt x="2424" y="7553"/>
                      <a:pt x="2431" y="7552"/>
                    </a:cubicBezTo>
                    <a:cubicBezTo>
                      <a:pt x="2434" y="7552"/>
                      <a:pt x="2438" y="7550"/>
                      <a:pt x="2441" y="7551"/>
                    </a:cubicBezTo>
                    <a:cubicBezTo>
                      <a:pt x="2445" y="7551"/>
                      <a:pt x="2448" y="7553"/>
                      <a:pt x="2452" y="7554"/>
                    </a:cubicBezTo>
                    <a:cubicBezTo>
                      <a:pt x="2456" y="7555"/>
                      <a:pt x="2461" y="7555"/>
                      <a:pt x="2466" y="7557"/>
                    </a:cubicBezTo>
                    <a:cubicBezTo>
                      <a:pt x="2469" y="7558"/>
                      <a:pt x="2473" y="7560"/>
                      <a:pt x="2475" y="7563"/>
                    </a:cubicBezTo>
                    <a:cubicBezTo>
                      <a:pt x="2477" y="7566"/>
                      <a:pt x="2476" y="7569"/>
                      <a:pt x="2473" y="7572"/>
                    </a:cubicBezTo>
                    <a:cubicBezTo>
                      <a:pt x="2473" y="7572"/>
                      <a:pt x="2473" y="7572"/>
                      <a:pt x="2472" y="7573"/>
                    </a:cubicBezTo>
                    <a:cubicBezTo>
                      <a:pt x="2471" y="7574"/>
                      <a:pt x="2469" y="7575"/>
                      <a:pt x="2470" y="7576"/>
                    </a:cubicBezTo>
                    <a:cubicBezTo>
                      <a:pt x="2471" y="7577"/>
                      <a:pt x="2474" y="7577"/>
                      <a:pt x="2475" y="7577"/>
                    </a:cubicBezTo>
                    <a:cubicBezTo>
                      <a:pt x="2476" y="7578"/>
                      <a:pt x="2478" y="7578"/>
                      <a:pt x="2479" y="7578"/>
                    </a:cubicBezTo>
                    <a:cubicBezTo>
                      <a:pt x="2480" y="7579"/>
                      <a:pt x="2481" y="7579"/>
                      <a:pt x="2481" y="7579"/>
                    </a:cubicBezTo>
                    <a:cubicBezTo>
                      <a:pt x="2485" y="7581"/>
                      <a:pt x="2488" y="7584"/>
                      <a:pt x="2490" y="7588"/>
                    </a:cubicBezTo>
                    <a:cubicBezTo>
                      <a:pt x="2493" y="7594"/>
                      <a:pt x="2497" y="7599"/>
                      <a:pt x="2501" y="7605"/>
                    </a:cubicBezTo>
                    <a:cubicBezTo>
                      <a:pt x="2502" y="7605"/>
                      <a:pt x="2503" y="7606"/>
                      <a:pt x="2504" y="7607"/>
                    </a:cubicBezTo>
                    <a:cubicBezTo>
                      <a:pt x="2510" y="7614"/>
                      <a:pt x="2518" y="7611"/>
                      <a:pt x="2526" y="7614"/>
                    </a:cubicBezTo>
                    <a:cubicBezTo>
                      <a:pt x="2529" y="7615"/>
                      <a:pt x="2531" y="7617"/>
                      <a:pt x="2533" y="7618"/>
                    </a:cubicBezTo>
                    <a:cubicBezTo>
                      <a:pt x="2537" y="7619"/>
                      <a:pt x="2542" y="7617"/>
                      <a:pt x="2545" y="7616"/>
                    </a:cubicBezTo>
                    <a:cubicBezTo>
                      <a:pt x="2547" y="7615"/>
                      <a:pt x="2549" y="7614"/>
                      <a:pt x="2550" y="7614"/>
                    </a:cubicBezTo>
                    <a:cubicBezTo>
                      <a:pt x="2553" y="7614"/>
                      <a:pt x="2555" y="7614"/>
                      <a:pt x="2557" y="7615"/>
                    </a:cubicBezTo>
                    <a:cubicBezTo>
                      <a:pt x="2561" y="7615"/>
                      <a:pt x="2565" y="7615"/>
                      <a:pt x="2568" y="7616"/>
                    </a:cubicBezTo>
                    <a:cubicBezTo>
                      <a:pt x="2569" y="7616"/>
                      <a:pt x="2570" y="7617"/>
                      <a:pt x="2572" y="7618"/>
                    </a:cubicBezTo>
                    <a:cubicBezTo>
                      <a:pt x="2575" y="7618"/>
                      <a:pt x="2578" y="7616"/>
                      <a:pt x="2581" y="7614"/>
                    </a:cubicBezTo>
                    <a:cubicBezTo>
                      <a:pt x="2582" y="7614"/>
                      <a:pt x="2583" y="7613"/>
                      <a:pt x="2585" y="7613"/>
                    </a:cubicBezTo>
                    <a:cubicBezTo>
                      <a:pt x="2586" y="7612"/>
                      <a:pt x="2588" y="7612"/>
                      <a:pt x="2588" y="7611"/>
                    </a:cubicBezTo>
                    <a:cubicBezTo>
                      <a:pt x="2589" y="7610"/>
                      <a:pt x="2588" y="7609"/>
                      <a:pt x="2588" y="7607"/>
                    </a:cubicBezTo>
                    <a:cubicBezTo>
                      <a:pt x="2587" y="7606"/>
                      <a:pt x="2586" y="7604"/>
                      <a:pt x="2586" y="7603"/>
                    </a:cubicBezTo>
                    <a:cubicBezTo>
                      <a:pt x="2585" y="7600"/>
                      <a:pt x="2583" y="7597"/>
                      <a:pt x="2583" y="7594"/>
                    </a:cubicBezTo>
                    <a:cubicBezTo>
                      <a:pt x="2584" y="7589"/>
                      <a:pt x="2588" y="7594"/>
                      <a:pt x="2590" y="7594"/>
                    </a:cubicBezTo>
                    <a:cubicBezTo>
                      <a:pt x="2592" y="7596"/>
                      <a:pt x="2594" y="7598"/>
                      <a:pt x="2596" y="7599"/>
                    </a:cubicBezTo>
                    <a:cubicBezTo>
                      <a:pt x="2598" y="7600"/>
                      <a:pt x="2600" y="7600"/>
                      <a:pt x="2602" y="7600"/>
                    </a:cubicBezTo>
                    <a:cubicBezTo>
                      <a:pt x="2604" y="7600"/>
                      <a:pt x="2606" y="7601"/>
                      <a:pt x="2608" y="7602"/>
                    </a:cubicBezTo>
                    <a:cubicBezTo>
                      <a:pt x="2610" y="7603"/>
                      <a:pt x="2611" y="7606"/>
                      <a:pt x="2611" y="7608"/>
                    </a:cubicBezTo>
                    <a:cubicBezTo>
                      <a:pt x="2612" y="7610"/>
                      <a:pt x="2612" y="7612"/>
                      <a:pt x="2612" y="7613"/>
                    </a:cubicBezTo>
                    <a:cubicBezTo>
                      <a:pt x="2613" y="7614"/>
                      <a:pt x="2613" y="7614"/>
                      <a:pt x="2614" y="7615"/>
                    </a:cubicBezTo>
                    <a:cubicBezTo>
                      <a:pt x="2617" y="7618"/>
                      <a:pt x="2622" y="7621"/>
                      <a:pt x="2625" y="7621"/>
                    </a:cubicBezTo>
                    <a:cubicBezTo>
                      <a:pt x="2629" y="7621"/>
                      <a:pt x="2631" y="7619"/>
                      <a:pt x="2634" y="7618"/>
                    </a:cubicBezTo>
                    <a:cubicBezTo>
                      <a:pt x="2637" y="7616"/>
                      <a:pt x="2640" y="7616"/>
                      <a:pt x="2644" y="7617"/>
                    </a:cubicBezTo>
                    <a:cubicBezTo>
                      <a:pt x="2645" y="7618"/>
                      <a:pt x="2646" y="7618"/>
                      <a:pt x="2648" y="7619"/>
                    </a:cubicBezTo>
                    <a:cubicBezTo>
                      <a:pt x="2653" y="7621"/>
                      <a:pt x="2657" y="7625"/>
                      <a:pt x="2660" y="7629"/>
                    </a:cubicBezTo>
                    <a:cubicBezTo>
                      <a:pt x="2661" y="7632"/>
                      <a:pt x="2664" y="7635"/>
                      <a:pt x="2665" y="7638"/>
                    </a:cubicBezTo>
                    <a:cubicBezTo>
                      <a:pt x="2667" y="7640"/>
                      <a:pt x="2667" y="7642"/>
                      <a:pt x="2668" y="7645"/>
                    </a:cubicBezTo>
                    <a:cubicBezTo>
                      <a:pt x="2668" y="7645"/>
                      <a:pt x="2668" y="7646"/>
                      <a:pt x="2668" y="7646"/>
                    </a:cubicBezTo>
                    <a:cubicBezTo>
                      <a:pt x="2670" y="7652"/>
                      <a:pt x="2676" y="7653"/>
                      <a:pt x="2681" y="7652"/>
                    </a:cubicBezTo>
                    <a:cubicBezTo>
                      <a:pt x="2689" y="7652"/>
                      <a:pt x="2698" y="7656"/>
                      <a:pt x="2705" y="7659"/>
                    </a:cubicBezTo>
                    <a:cubicBezTo>
                      <a:pt x="2708" y="7661"/>
                      <a:pt x="2712" y="7663"/>
                      <a:pt x="2716" y="7664"/>
                    </a:cubicBezTo>
                    <a:cubicBezTo>
                      <a:pt x="2719" y="7664"/>
                      <a:pt x="2723" y="7665"/>
                      <a:pt x="2726" y="7667"/>
                    </a:cubicBezTo>
                    <a:cubicBezTo>
                      <a:pt x="2730" y="7669"/>
                      <a:pt x="2734" y="7671"/>
                      <a:pt x="2738" y="7673"/>
                    </a:cubicBezTo>
                    <a:cubicBezTo>
                      <a:pt x="2741" y="7674"/>
                      <a:pt x="2744" y="7676"/>
                      <a:pt x="2747" y="7676"/>
                    </a:cubicBezTo>
                    <a:cubicBezTo>
                      <a:pt x="2749" y="7676"/>
                      <a:pt x="2752" y="7675"/>
                      <a:pt x="2755" y="7675"/>
                    </a:cubicBezTo>
                    <a:cubicBezTo>
                      <a:pt x="2760" y="7674"/>
                      <a:pt x="2765" y="7674"/>
                      <a:pt x="2769" y="7673"/>
                    </a:cubicBezTo>
                    <a:cubicBezTo>
                      <a:pt x="2775" y="7672"/>
                      <a:pt x="2780" y="7673"/>
                      <a:pt x="2785" y="7672"/>
                    </a:cubicBezTo>
                    <a:cubicBezTo>
                      <a:pt x="2791" y="7671"/>
                      <a:pt x="2796" y="7672"/>
                      <a:pt x="2802" y="7673"/>
                    </a:cubicBezTo>
                    <a:cubicBezTo>
                      <a:pt x="2804" y="7673"/>
                      <a:pt x="2806" y="7674"/>
                      <a:pt x="2808" y="7674"/>
                    </a:cubicBezTo>
                    <a:cubicBezTo>
                      <a:pt x="2810" y="7674"/>
                      <a:pt x="2812" y="7674"/>
                      <a:pt x="2814" y="7674"/>
                    </a:cubicBezTo>
                    <a:cubicBezTo>
                      <a:pt x="2814" y="7675"/>
                      <a:pt x="2815" y="7675"/>
                      <a:pt x="2815" y="7675"/>
                    </a:cubicBezTo>
                    <a:cubicBezTo>
                      <a:pt x="2818" y="7676"/>
                      <a:pt x="2821" y="7679"/>
                      <a:pt x="2823" y="7682"/>
                    </a:cubicBezTo>
                    <a:cubicBezTo>
                      <a:pt x="2824" y="7683"/>
                      <a:pt x="2824" y="7685"/>
                      <a:pt x="2824" y="7686"/>
                    </a:cubicBezTo>
                    <a:cubicBezTo>
                      <a:pt x="2824" y="7686"/>
                      <a:pt x="2824" y="7686"/>
                      <a:pt x="2824" y="7686"/>
                    </a:cubicBezTo>
                    <a:cubicBezTo>
                      <a:pt x="2825" y="7686"/>
                      <a:pt x="2825" y="7687"/>
                      <a:pt x="2826" y="7688"/>
                    </a:cubicBezTo>
                    <a:cubicBezTo>
                      <a:pt x="2828" y="7690"/>
                      <a:pt x="2831" y="7691"/>
                      <a:pt x="2834" y="7693"/>
                    </a:cubicBezTo>
                    <a:cubicBezTo>
                      <a:pt x="2837" y="7694"/>
                      <a:pt x="2840" y="7695"/>
                      <a:pt x="2843" y="7696"/>
                    </a:cubicBezTo>
                    <a:cubicBezTo>
                      <a:pt x="2850" y="7698"/>
                      <a:pt x="2857" y="7702"/>
                      <a:pt x="2863" y="7705"/>
                    </a:cubicBezTo>
                    <a:cubicBezTo>
                      <a:pt x="2869" y="7709"/>
                      <a:pt x="2875" y="7713"/>
                      <a:pt x="2882" y="7716"/>
                    </a:cubicBezTo>
                    <a:cubicBezTo>
                      <a:pt x="2886" y="7718"/>
                      <a:pt x="2889" y="7720"/>
                      <a:pt x="2893" y="7721"/>
                    </a:cubicBezTo>
                    <a:cubicBezTo>
                      <a:pt x="2893" y="7722"/>
                      <a:pt x="2894" y="7722"/>
                      <a:pt x="2894" y="7722"/>
                    </a:cubicBezTo>
                    <a:cubicBezTo>
                      <a:pt x="2897" y="7724"/>
                      <a:pt x="2899" y="7726"/>
                      <a:pt x="2902" y="7728"/>
                    </a:cubicBezTo>
                    <a:cubicBezTo>
                      <a:pt x="2903" y="7729"/>
                      <a:pt x="2904" y="7729"/>
                      <a:pt x="2905" y="7730"/>
                    </a:cubicBezTo>
                    <a:cubicBezTo>
                      <a:pt x="2908" y="7733"/>
                      <a:pt x="2912" y="7735"/>
                      <a:pt x="2916" y="7737"/>
                    </a:cubicBezTo>
                    <a:cubicBezTo>
                      <a:pt x="2920" y="7738"/>
                      <a:pt x="2924" y="7739"/>
                      <a:pt x="2929" y="7741"/>
                    </a:cubicBezTo>
                    <a:cubicBezTo>
                      <a:pt x="2931" y="7742"/>
                      <a:pt x="2933" y="7743"/>
                      <a:pt x="2935" y="7744"/>
                    </a:cubicBezTo>
                    <a:cubicBezTo>
                      <a:pt x="2936" y="7744"/>
                      <a:pt x="2936" y="7745"/>
                      <a:pt x="2937" y="7745"/>
                    </a:cubicBezTo>
                    <a:cubicBezTo>
                      <a:pt x="2937" y="7745"/>
                      <a:pt x="2937" y="7745"/>
                      <a:pt x="2937" y="7745"/>
                    </a:cubicBezTo>
                    <a:cubicBezTo>
                      <a:pt x="2937" y="7745"/>
                      <a:pt x="2938" y="7746"/>
                      <a:pt x="2938" y="7746"/>
                    </a:cubicBezTo>
                    <a:cubicBezTo>
                      <a:pt x="2941" y="7748"/>
                      <a:pt x="2944" y="7751"/>
                      <a:pt x="2947" y="7753"/>
                    </a:cubicBezTo>
                    <a:cubicBezTo>
                      <a:pt x="2954" y="7757"/>
                      <a:pt x="2960" y="7762"/>
                      <a:pt x="2966" y="7766"/>
                    </a:cubicBezTo>
                    <a:cubicBezTo>
                      <a:pt x="2968" y="7767"/>
                      <a:pt x="2970" y="7768"/>
                      <a:pt x="2972" y="7769"/>
                    </a:cubicBezTo>
                    <a:cubicBezTo>
                      <a:pt x="2972" y="7769"/>
                      <a:pt x="2972" y="7769"/>
                      <a:pt x="2972" y="7769"/>
                    </a:cubicBezTo>
                    <a:cubicBezTo>
                      <a:pt x="2974" y="7769"/>
                      <a:pt x="2974" y="7769"/>
                      <a:pt x="2975" y="7770"/>
                    </a:cubicBezTo>
                    <a:cubicBezTo>
                      <a:pt x="2978" y="7771"/>
                      <a:pt x="2979" y="7773"/>
                      <a:pt x="2981" y="7775"/>
                    </a:cubicBezTo>
                    <a:cubicBezTo>
                      <a:pt x="2983" y="7777"/>
                      <a:pt x="2985" y="7780"/>
                      <a:pt x="2988" y="7781"/>
                    </a:cubicBezTo>
                    <a:cubicBezTo>
                      <a:pt x="2994" y="7783"/>
                      <a:pt x="3001" y="7786"/>
                      <a:pt x="3007" y="7790"/>
                    </a:cubicBezTo>
                    <a:cubicBezTo>
                      <a:pt x="3009" y="7791"/>
                      <a:pt x="3012" y="7792"/>
                      <a:pt x="3015" y="7793"/>
                    </a:cubicBezTo>
                    <a:cubicBezTo>
                      <a:pt x="3016" y="7794"/>
                      <a:pt x="3018" y="7795"/>
                      <a:pt x="3020" y="7796"/>
                    </a:cubicBezTo>
                    <a:cubicBezTo>
                      <a:pt x="3022" y="7798"/>
                      <a:pt x="3023" y="7800"/>
                      <a:pt x="3025" y="7802"/>
                    </a:cubicBezTo>
                    <a:cubicBezTo>
                      <a:pt x="3027" y="7804"/>
                      <a:pt x="3027" y="7804"/>
                      <a:pt x="3027" y="7804"/>
                    </a:cubicBezTo>
                    <a:cubicBezTo>
                      <a:pt x="3030" y="7808"/>
                      <a:pt x="3036" y="7810"/>
                      <a:pt x="3041" y="7811"/>
                    </a:cubicBezTo>
                    <a:cubicBezTo>
                      <a:pt x="3044" y="7812"/>
                      <a:pt x="3046" y="7814"/>
                      <a:pt x="3049" y="7815"/>
                    </a:cubicBezTo>
                    <a:cubicBezTo>
                      <a:pt x="3051" y="7817"/>
                      <a:pt x="3054" y="7818"/>
                      <a:pt x="3057" y="7819"/>
                    </a:cubicBezTo>
                    <a:cubicBezTo>
                      <a:pt x="3060" y="7819"/>
                      <a:pt x="3063" y="7819"/>
                      <a:pt x="3066" y="7818"/>
                    </a:cubicBezTo>
                    <a:cubicBezTo>
                      <a:pt x="3068" y="7818"/>
                      <a:pt x="3071" y="7819"/>
                      <a:pt x="3074" y="7820"/>
                    </a:cubicBezTo>
                    <a:cubicBezTo>
                      <a:pt x="3075" y="7820"/>
                      <a:pt x="3076" y="7820"/>
                      <a:pt x="3077" y="7821"/>
                    </a:cubicBezTo>
                    <a:cubicBezTo>
                      <a:pt x="3078" y="7822"/>
                      <a:pt x="3079" y="7823"/>
                      <a:pt x="3080" y="7824"/>
                    </a:cubicBezTo>
                    <a:cubicBezTo>
                      <a:pt x="3080" y="7824"/>
                      <a:pt x="3080" y="7824"/>
                      <a:pt x="3080" y="7824"/>
                    </a:cubicBezTo>
                    <a:cubicBezTo>
                      <a:pt x="3081" y="7825"/>
                      <a:pt x="3082" y="7826"/>
                      <a:pt x="3083" y="7827"/>
                    </a:cubicBezTo>
                    <a:cubicBezTo>
                      <a:pt x="3084" y="7828"/>
                      <a:pt x="3085" y="7828"/>
                      <a:pt x="3086" y="7829"/>
                    </a:cubicBezTo>
                    <a:cubicBezTo>
                      <a:pt x="3088" y="7830"/>
                      <a:pt x="3090" y="7831"/>
                      <a:pt x="3092" y="7832"/>
                    </a:cubicBezTo>
                    <a:cubicBezTo>
                      <a:pt x="3093" y="7833"/>
                      <a:pt x="3094" y="7834"/>
                      <a:pt x="3095" y="7835"/>
                    </a:cubicBezTo>
                    <a:cubicBezTo>
                      <a:pt x="3099" y="7839"/>
                      <a:pt x="3104" y="7843"/>
                      <a:pt x="3110" y="7845"/>
                    </a:cubicBezTo>
                    <a:cubicBezTo>
                      <a:pt x="3111" y="7845"/>
                      <a:pt x="3112" y="7845"/>
                      <a:pt x="3113" y="7846"/>
                    </a:cubicBezTo>
                    <a:cubicBezTo>
                      <a:pt x="3138" y="7795"/>
                      <a:pt x="3138" y="7795"/>
                      <a:pt x="3138" y="7795"/>
                    </a:cubicBezTo>
                    <a:cubicBezTo>
                      <a:pt x="3226" y="7774"/>
                      <a:pt x="3226" y="7774"/>
                      <a:pt x="3226" y="7774"/>
                    </a:cubicBezTo>
                    <a:cubicBezTo>
                      <a:pt x="3255" y="7772"/>
                      <a:pt x="3255" y="7772"/>
                      <a:pt x="3255" y="7772"/>
                    </a:cubicBezTo>
                    <a:cubicBezTo>
                      <a:pt x="3285" y="7786"/>
                      <a:pt x="3285" y="7786"/>
                      <a:pt x="3285" y="7786"/>
                    </a:cubicBezTo>
                    <a:cubicBezTo>
                      <a:pt x="3298" y="7774"/>
                      <a:pt x="3298" y="7774"/>
                      <a:pt x="3298" y="7774"/>
                    </a:cubicBezTo>
                    <a:cubicBezTo>
                      <a:pt x="3299" y="7773"/>
                      <a:pt x="3299" y="7773"/>
                      <a:pt x="3299" y="7773"/>
                    </a:cubicBezTo>
                    <a:cubicBezTo>
                      <a:pt x="3307" y="7782"/>
                      <a:pt x="3307" y="7782"/>
                      <a:pt x="3307" y="7782"/>
                    </a:cubicBezTo>
                    <a:cubicBezTo>
                      <a:pt x="3313" y="7788"/>
                      <a:pt x="3313" y="7788"/>
                      <a:pt x="3313" y="7788"/>
                    </a:cubicBezTo>
                    <a:cubicBezTo>
                      <a:pt x="3416" y="7774"/>
                      <a:pt x="3416" y="7774"/>
                      <a:pt x="3416" y="7774"/>
                    </a:cubicBezTo>
                    <a:cubicBezTo>
                      <a:pt x="3446" y="7786"/>
                      <a:pt x="3446" y="7786"/>
                      <a:pt x="3446" y="7786"/>
                    </a:cubicBezTo>
                    <a:cubicBezTo>
                      <a:pt x="3558" y="7784"/>
                      <a:pt x="3558" y="7784"/>
                      <a:pt x="3558" y="7784"/>
                    </a:cubicBezTo>
                    <a:cubicBezTo>
                      <a:pt x="3575" y="7760"/>
                      <a:pt x="3575" y="7760"/>
                      <a:pt x="3575" y="7760"/>
                    </a:cubicBezTo>
                    <a:cubicBezTo>
                      <a:pt x="3598" y="7760"/>
                      <a:pt x="3598" y="7760"/>
                      <a:pt x="3598" y="7760"/>
                    </a:cubicBezTo>
                    <a:cubicBezTo>
                      <a:pt x="3619" y="7743"/>
                      <a:pt x="3619" y="7743"/>
                      <a:pt x="3619" y="7743"/>
                    </a:cubicBezTo>
                    <a:cubicBezTo>
                      <a:pt x="3676" y="7769"/>
                      <a:pt x="3676" y="7769"/>
                      <a:pt x="3676" y="7769"/>
                    </a:cubicBezTo>
                    <a:cubicBezTo>
                      <a:pt x="3695" y="7752"/>
                      <a:pt x="3695" y="7752"/>
                      <a:pt x="3695" y="7752"/>
                    </a:cubicBezTo>
                    <a:cubicBezTo>
                      <a:pt x="3694" y="7743"/>
                      <a:pt x="3694" y="7743"/>
                      <a:pt x="3694" y="7743"/>
                    </a:cubicBezTo>
                    <a:cubicBezTo>
                      <a:pt x="3730" y="7742"/>
                      <a:pt x="3730" y="7742"/>
                      <a:pt x="3730" y="7742"/>
                    </a:cubicBezTo>
                    <a:cubicBezTo>
                      <a:pt x="3778" y="7783"/>
                      <a:pt x="3778" y="7783"/>
                      <a:pt x="3778" y="7783"/>
                    </a:cubicBezTo>
                    <a:cubicBezTo>
                      <a:pt x="3880" y="7776"/>
                      <a:pt x="3880" y="7776"/>
                      <a:pt x="3880" y="7776"/>
                    </a:cubicBezTo>
                    <a:cubicBezTo>
                      <a:pt x="3946" y="7804"/>
                      <a:pt x="3946" y="7804"/>
                      <a:pt x="3946" y="7804"/>
                    </a:cubicBezTo>
                    <a:cubicBezTo>
                      <a:pt x="3951" y="7806"/>
                      <a:pt x="3951" y="7806"/>
                      <a:pt x="3951" y="7806"/>
                    </a:cubicBezTo>
                    <a:cubicBezTo>
                      <a:pt x="3959" y="7825"/>
                      <a:pt x="3959" y="7825"/>
                      <a:pt x="3959" y="7825"/>
                    </a:cubicBezTo>
                    <a:cubicBezTo>
                      <a:pt x="3961" y="7831"/>
                      <a:pt x="3961" y="7831"/>
                      <a:pt x="3961" y="7831"/>
                    </a:cubicBezTo>
                    <a:cubicBezTo>
                      <a:pt x="4002" y="7837"/>
                      <a:pt x="4002" y="7837"/>
                      <a:pt x="4002" y="7837"/>
                    </a:cubicBezTo>
                    <a:cubicBezTo>
                      <a:pt x="4057" y="7796"/>
                      <a:pt x="4057" y="7796"/>
                      <a:pt x="4057" y="7796"/>
                    </a:cubicBezTo>
                    <a:cubicBezTo>
                      <a:pt x="4061" y="7775"/>
                      <a:pt x="4061" y="7775"/>
                      <a:pt x="4061" y="7775"/>
                    </a:cubicBezTo>
                    <a:cubicBezTo>
                      <a:pt x="4105" y="7756"/>
                      <a:pt x="4105" y="7756"/>
                      <a:pt x="4105" y="7756"/>
                    </a:cubicBezTo>
                    <a:cubicBezTo>
                      <a:pt x="4166" y="7767"/>
                      <a:pt x="4166" y="7767"/>
                      <a:pt x="4166" y="7767"/>
                    </a:cubicBezTo>
                    <a:cubicBezTo>
                      <a:pt x="4168" y="7736"/>
                      <a:pt x="4168" y="7736"/>
                      <a:pt x="4168" y="7736"/>
                    </a:cubicBezTo>
                    <a:cubicBezTo>
                      <a:pt x="4185" y="7727"/>
                      <a:pt x="4185" y="7727"/>
                      <a:pt x="4185" y="7727"/>
                    </a:cubicBezTo>
                    <a:cubicBezTo>
                      <a:pt x="4206" y="7729"/>
                      <a:pt x="4206" y="7729"/>
                      <a:pt x="4206" y="7729"/>
                    </a:cubicBezTo>
                    <a:cubicBezTo>
                      <a:pt x="4221" y="7739"/>
                      <a:pt x="4221" y="7739"/>
                      <a:pt x="4221" y="7739"/>
                    </a:cubicBezTo>
                    <a:cubicBezTo>
                      <a:pt x="4230" y="7727"/>
                      <a:pt x="4230" y="7727"/>
                      <a:pt x="4230" y="7727"/>
                    </a:cubicBezTo>
                    <a:cubicBezTo>
                      <a:pt x="4247" y="7727"/>
                      <a:pt x="4247" y="7727"/>
                      <a:pt x="4247" y="7727"/>
                    </a:cubicBezTo>
                    <a:cubicBezTo>
                      <a:pt x="4253" y="7739"/>
                      <a:pt x="4253" y="7739"/>
                      <a:pt x="4253" y="7739"/>
                    </a:cubicBezTo>
                    <a:cubicBezTo>
                      <a:pt x="4253" y="7739"/>
                      <a:pt x="4253" y="7739"/>
                      <a:pt x="4253" y="7739"/>
                    </a:cubicBezTo>
                    <a:cubicBezTo>
                      <a:pt x="4253" y="7741"/>
                      <a:pt x="4253" y="7741"/>
                      <a:pt x="4253" y="7741"/>
                    </a:cubicBezTo>
                    <a:cubicBezTo>
                      <a:pt x="4283" y="7767"/>
                      <a:pt x="4283" y="7767"/>
                      <a:pt x="4283" y="7767"/>
                    </a:cubicBezTo>
                    <a:cubicBezTo>
                      <a:pt x="4294" y="7747"/>
                      <a:pt x="4294" y="7747"/>
                      <a:pt x="4294" y="7747"/>
                    </a:cubicBezTo>
                    <a:cubicBezTo>
                      <a:pt x="4323" y="7745"/>
                      <a:pt x="4323" y="7745"/>
                      <a:pt x="4323" y="7745"/>
                    </a:cubicBezTo>
                    <a:cubicBezTo>
                      <a:pt x="4351" y="7754"/>
                      <a:pt x="4351" y="7754"/>
                      <a:pt x="4351" y="7754"/>
                    </a:cubicBezTo>
                    <a:cubicBezTo>
                      <a:pt x="4377" y="7753"/>
                      <a:pt x="4377" y="7753"/>
                      <a:pt x="4377" y="7753"/>
                    </a:cubicBezTo>
                    <a:cubicBezTo>
                      <a:pt x="4379" y="7753"/>
                      <a:pt x="4379" y="7753"/>
                      <a:pt x="4379" y="7753"/>
                    </a:cubicBezTo>
                    <a:cubicBezTo>
                      <a:pt x="4395" y="7780"/>
                      <a:pt x="4395" y="7780"/>
                      <a:pt x="4395" y="7780"/>
                    </a:cubicBezTo>
                    <a:cubicBezTo>
                      <a:pt x="4382" y="7809"/>
                      <a:pt x="4382" y="7809"/>
                      <a:pt x="4382" y="7809"/>
                    </a:cubicBezTo>
                    <a:cubicBezTo>
                      <a:pt x="4380" y="7813"/>
                      <a:pt x="4380" y="7813"/>
                      <a:pt x="4380" y="7813"/>
                    </a:cubicBezTo>
                    <a:cubicBezTo>
                      <a:pt x="4421" y="7822"/>
                      <a:pt x="4421" y="7822"/>
                      <a:pt x="4421" y="7822"/>
                    </a:cubicBezTo>
                    <a:cubicBezTo>
                      <a:pt x="4426" y="7824"/>
                      <a:pt x="4426" y="7824"/>
                      <a:pt x="4426" y="7824"/>
                    </a:cubicBezTo>
                    <a:cubicBezTo>
                      <a:pt x="4427" y="7830"/>
                      <a:pt x="4427" y="7830"/>
                      <a:pt x="4427" y="7830"/>
                    </a:cubicBezTo>
                    <a:cubicBezTo>
                      <a:pt x="4427" y="7830"/>
                      <a:pt x="4427" y="7830"/>
                      <a:pt x="4427" y="7830"/>
                    </a:cubicBezTo>
                    <a:cubicBezTo>
                      <a:pt x="4428" y="7833"/>
                      <a:pt x="4428" y="7833"/>
                      <a:pt x="4428" y="7833"/>
                    </a:cubicBezTo>
                    <a:cubicBezTo>
                      <a:pt x="4450" y="7847"/>
                      <a:pt x="4450" y="7847"/>
                      <a:pt x="4450" y="7847"/>
                    </a:cubicBezTo>
                    <a:cubicBezTo>
                      <a:pt x="4465" y="7835"/>
                      <a:pt x="4465" y="7835"/>
                      <a:pt x="4465" y="7835"/>
                    </a:cubicBezTo>
                    <a:cubicBezTo>
                      <a:pt x="4524" y="7845"/>
                      <a:pt x="4524" y="7845"/>
                      <a:pt x="4524" y="7845"/>
                    </a:cubicBezTo>
                    <a:cubicBezTo>
                      <a:pt x="4544" y="7829"/>
                      <a:pt x="4544" y="7829"/>
                      <a:pt x="4544" y="7829"/>
                    </a:cubicBezTo>
                    <a:cubicBezTo>
                      <a:pt x="4562" y="7843"/>
                      <a:pt x="4562" y="7843"/>
                      <a:pt x="4562" y="7843"/>
                    </a:cubicBezTo>
                    <a:cubicBezTo>
                      <a:pt x="4570" y="7838"/>
                      <a:pt x="4570" y="7838"/>
                      <a:pt x="4570" y="7838"/>
                    </a:cubicBezTo>
                    <a:cubicBezTo>
                      <a:pt x="4614" y="7851"/>
                      <a:pt x="4614" y="7851"/>
                      <a:pt x="4614" y="7851"/>
                    </a:cubicBezTo>
                    <a:cubicBezTo>
                      <a:pt x="4637" y="7834"/>
                      <a:pt x="4637" y="7834"/>
                      <a:pt x="4637" y="7834"/>
                    </a:cubicBezTo>
                    <a:cubicBezTo>
                      <a:pt x="4649" y="7835"/>
                      <a:pt x="4649" y="7835"/>
                      <a:pt x="4649" y="7835"/>
                    </a:cubicBezTo>
                    <a:cubicBezTo>
                      <a:pt x="4651" y="7835"/>
                      <a:pt x="4651" y="7835"/>
                      <a:pt x="4651" y="7835"/>
                    </a:cubicBezTo>
                    <a:cubicBezTo>
                      <a:pt x="4656" y="7842"/>
                      <a:pt x="4656" y="7842"/>
                      <a:pt x="4656" y="7842"/>
                    </a:cubicBezTo>
                    <a:cubicBezTo>
                      <a:pt x="4659" y="7847"/>
                      <a:pt x="4659" y="7847"/>
                      <a:pt x="4659" y="7847"/>
                    </a:cubicBezTo>
                    <a:cubicBezTo>
                      <a:pt x="4717" y="7874"/>
                      <a:pt x="4717" y="7874"/>
                      <a:pt x="4717" y="7874"/>
                    </a:cubicBezTo>
                    <a:cubicBezTo>
                      <a:pt x="4724" y="7877"/>
                      <a:pt x="4724" y="7877"/>
                      <a:pt x="4724" y="7877"/>
                    </a:cubicBezTo>
                    <a:cubicBezTo>
                      <a:pt x="4719" y="7889"/>
                      <a:pt x="4719" y="7889"/>
                      <a:pt x="4719" y="7889"/>
                    </a:cubicBezTo>
                    <a:cubicBezTo>
                      <a:pt x="4718" y="7891"/>
                      <a:pt x="4718" y="7891"/>
                      <a:pt x="4718" y="7891"/>
                    </a:cubicBezTo>
                    <a:cubicBezTo>
                      <a:pt x="4728" y="7897"/>
                      <a:pt x="4728" y="7897"/>
                      <a:pt x="4728" y="7897"/>
                    </a:cubicBezTo>
                    <a:cubicBezTo>
                      <a:pt x="4743" y="7884"/>
                      <a:pt x="4743" y="7884"/>
                      <a:pt x="4743" y="7884"/>
                    </a:cubicBezTo>
                    <a:cubicBezTo>
                      <a:pt x="4779" y="7899"/>
                      <a:pt x="4779" y="7899"/>
                      <a:pt x="4779" y="7899"/>
                    </a:cubicBezTo>
                    <a:cubicBezTo>
                      <a:pt x="4785" y="7901"/>
                      <a:pt x="4785" y="7901"/>
                      <a:pt x="4785" y="7901"/>
                    </a:cubicBezTo>
                    <a:cubicBezTo>
                      <a:pt x="4785" y="7917"/>
                      <a:pt x="4785" y="7917"/>
                      <a:pt x="4785" y="7917"/>
                    </a:cubicBezTo>
                    <a:cubicBezTo>
                      <a:pt x="4809" y="7928"/>
                      <a:pt x="4809" y="7928"/>
                      <a:pt x="4809" y="7928"/>
                    </a:cubicBezTo>
                    <a:cubicBezTo>
                      <a:pt x="4850" y="7930"/>
                      <a:pt x="4850" y="7930"/>
                      <a:pt x="4850" y="7930"/>
                    </a:cubicBezTo>
                    <a:cubicBezTo>
                      <a:pt x="4858" y="7937"/>
                      <a:pt x="4858" y="7937"/>
                      <a:pt x="4858" y="7937"/>
                    </a:cubicBezTo>
                    <a:cubicBezTo>
                      <a:pt x="4872" y="7922"/>
                      <a:pt x="4872" y="7922"/>
                      <a:pt x="4872" y="7922"/>
                    </a:cubicBezTo>
                    <a:cubicBezTo>
                      <a:pt x="4895" y="7929"/>
                      <a:pt x="4895" y="7929"/>
                      <a:pt x="4895" y="7929"/>
                    </a:cubicBezTo>
                    <a:cubicBezTo>
                      <a:pt x="4898" y="7919"/>
                      <a:pt x="4898" y="7919"/>
                      <a:pt x="4898" y="7919"/>
                    </a:cubicBezTo>
                    <a:cubicBezTo>
                      <a:pt x="4911" y="7906"/>
                      <a:pt x="4911" y="7906"/>
                      <a:pt x="4911" y="7906"/>
                    </a:cubicBezTo>
                    <a:cubicBezTo>
                      <a:pt x="4913" y="7883"/>
                      <a:pt x="4913" y="7883"/>
                      <a:pt x="4913" y="7883"/>
                    </a:cubicBezTo>
                    <a:cubicBezTo>
                      <a:pt x="4920" y="7856"/>
                      <a:pt x="4920" y="7856"/>
                      <a:pt x="4920" y="7856"/>
                    </a:cubicBezTo>
                    <a:cubicBezTo>
                      <a:pt x="4922" y="7824"/>
                      <a:pt x="4922" y="7824"/>
                      <a:pt x="4922" y="7824"/>
                    </a:cubicBezTo>
                    <a:cubicBezTo>
                      <a:pt x="4936" y="7815"/>
                      <a:pt x="4936" y="7815"/>
                      <a:pt x="4936" y="7815"/>
                    </a:cubicBezTo>
                    <a:cubicBezTo>
                      <a:pt x="4956" y="7783"/>
                      <a:pt x="4956" y="7783"/>
                      <a:pt x="4956" y="7783"/>
                    </a:cubicBezTo>
                    <a:cubicBezTo>
                      <a:pt x="4972" y="7745"/>
                      <a:pt x="4972" y="7745"/>
                      <a:pt x="4972" y="7745"/>
                    </a:cubicBezTo>
                    <a:cubicBezTo>
                      <a:pt x="4978" y="7692"/>
                      <a:pt x="4978" y="7692"/>
                      <a:pt x="4978" y="7692"/>
                    </a:cubicBezTo>
                    <a:lnTo>
                      <a:pt x="4972" y="7692"/>
                    </a:lnTo>
                    <a:close/>
                    <a:moveTo>
                      <a:pt x="1460" y="3349"/>
                    </a:moveTo>
                    <a:cubicBezTo>
                      <a:pt x="1456" y="3351"/>
                      <a:pt x="1453" y="3355"/>
                      <a:pt x="1449" y="3353"/>
                    </a:cubicBezTo>
                    <a:cubicBezTo>
                      <a:pt x="1443" y="3351"/>
                      <a:pt x="1446" y="3344"/>
                      <a:pt x="1447" y="3340"/>
                    </a:cubicBezTo>
                    <a:cubicBezTo>
                      <a:pt x="1450" y="3329"/>
                      <a:pt x="1453" y="3317"/>
                      <a:pt x="1446" y="3306"/>
                    </a:cubicBezTo>
                    <a:cubicBezTo>
                      <a:pt x="1443" y="3302"/>
                      <a:pt x="1444" y="3297"/>
                      <a:pt x="1442" y="3292"/>
                    </a:cubicBezTo>
                    <a:cubicBezTo>
                      <a:pt x="1440" y="3288"/>
                      <a:pt x="1439" y="3285"/>
                      <a:pt x="1437" y="3281"/>
                    </a:cubicBezTo>
                    <a:cubicBezTo>
                      <a:pt x="1436" y="3277"/>
                      <a:pt x="1434" y="3272"/>
                      <a:pt x="1435" y="3268"/>
                    </a:cubicBezTo>
                    <a:cubicBezTo>
                      <a:pt x="1436" y="3264"/>
                      <a:pt x="1440" y="3262"/>
                      <a:pt x="1443" y="3260"/>
                    </a:cubicBezTo>
                    <a:cubicBezTo>
                      <a:pt x="1449" y="3255"/>
                      <a:pt x="1457" y="3251"/>
                      <a:pt x="1465" y="3251"/>
                    </a:cubicBezTo>
                    <a:cubicBezTo>
                      <a:pt x="1476" y="3251"/>
                      <a:pt x="1465" y="3264"/>
                      <a:pt x="1463" y="3269"/>
                    </a:cubicBezTo>
                    <a:cubicBezTo>
                      <a:pt x="1458" y="3277"/>
                      <a:pt x="1459" y="3284"/>
                      <a:pt x="1461" y="3294"/>
                    </a:cubicBezTo>
                    <a:cubicBezTo>
                      <a:pt x="1461" y="3298"/>
                      <a:pt x="1461" y="3302"/>
                      <a:pt x="1463" y="3306"/>
                    </a:cubicBezTo>
                    <a:cubicBezTo>
                      <a:pt x="1465" y="3309"/>
                      <a:pt x="1467" y="3312"/>
                      <a:pt x="1469" y="3315"/>
                    </a:cubicBezTo>
                    <a:cubicBezTo>
                      <a:pt x="1474" y="3321"/>
                      <a:pt x="1481" y="3327"/>
                      <a:pt x="1480" y="3335"/>
                    </a:cubicBezTo>
                    <a:cubicBezTo>
                      <a:pt x="1479" y="3346"/>
                      <a:pt x="1467" y="3345"/>
                      <a:pt x="1460" y="3349"/>
                    </a:cubicBezTo>
                    <a:close/>
                    <a:moveTo>
                      <a:pt x="1576" y="3540"/>
                    </a:moveTo>
                    <a:cubicBezTo>
                      <a:pt x="1569" y="3542"/>
                      <a:pt x="1562" y="3542"/>
                      <a:pt x="1556" y="3545"/>
                    </a:cubicBezTo>
                    <a:cubicBezTo>
                      <a:pt x="1546" y="3549"/>
                      <a:pt x="1552" y="3535"/>
                      <a:pt x="1554" y="3533"/>
                    </a:cubicBezTo>
                    <a:cubicBezTo>
                      <a:pt x="1561" y="3525"/>
                      <a:pt x="1561" y="3516"/>
                      <a:pt x="1557" y="3507"/>
                    </a:cubicBezTo>
                    <a:cubicBezTo>
                      <a:pt x="1556" y="3504"/>
                      <a:pt x="1553" y="3503"/>
                      <a:pt x="1551" y="3500"/>
                    </a:cubicBezTo>
                    <a:cubicBezTo>
                      <a:pt x="1550" y="3498"/>
                      <a:pt x="1551" y="3490"/>
                      <a:pt x="1547" y="3493"/>
                    </a:cubicBezTo>
                    <a:cubicBezTo>
                      <a:pt x="1544" y="3494"/>
                      <a:pt x="1541" y="3497"/>
                      <a:pt x="1538" y="3499"/>
                    </a:cubicBezTo>
                    <a:cubicBezTo>
                      <a:pt x="1536" y="3502"/>
                      <a:pt x="1533" y="3503"/>
                      <a:pt x="1530" y="3505"/>
                    </a:cubicBezTo>
                    <a:cubicBezTo>
                      <a:pt x="1526" y="3507"/>
                      <a:pt x="1521" y="3511"/>
                      <a:pt x="1520" y="3503"/>
                    </a:cubicBezTo>
                    <a:cubicBezTo>
                      <a:pt x="1520" y="3499"/>
                      <a:pt x="1524" y="3495"/>
                      <a:pt x="1526" y="3491"/>
                    </a:cubicBezTo>
                    <a:cubicBezTo>
                      <a:pt x="1529" y="3485"/>
                      <a:pt x="1533" y="3473"/>
                      <a:pt x="1524" y="3469"/>
                    </a:cubicBezTo>
                    <a:cubicBezTo>
                      <a:pt x="1520" y="3468"/>
                      <a:pt x="1514" y="3470"/>
                      <a:pt x="1511" y="3467"/>
                    </a:cubicBezTo>
                    <a:cubicBezTo>
                      <a:pt x="1508" y="3465"/>
                      <a:pt x="1505" y="3458"/>
                      <a:pt x="1507" y="3455"/>
                    </a:cubicBezTo>
                    <a:cubicBezTo>
                      <a:pt x="1509" y="3450"/>
                      <a:pt x="1516" y="3452"/>
                      <a:pt x="1520" y="3450"/>
                    </a:cubicBezTo>
                    <a:cubicBezTo>
                      <a:pt x="1525" y="3448"/>
                      <a:pt x="1527" y="3444"/>
                      <a:pt x="1533" y="3444"/>
                    </a:cubicBezTo>
                    <a:cubicBezTo>
                      <a:pt x="1537" y="3457"/>
                      <a:pt x="1551" y="3450"/>
                      <a:pt x="1560" y="3454"/>
                    </a:cubicBezTo>
                    <a:cubicBezTo>
                      <a:pt x="1566" y="3457"/>
                      <a:pt x="1565" y="3464"/>
                      <a:pt x="1566" y="3470"/>
                    </a:cubicBezTo>
                    <a:cubicBezTo>
                      <a:pt x="1566" y="3475"/>
                      <a:pt x="1566" y="3480"/>
                      <a:pt x="1567" y="3485"/>
                    </a:cubicBezTo>
                    <a:cubicBezTo>
                      <a:pt x="1570" y="3497"/>
                      <a:pt x="1582" y="3503"/>
                      <a:pt x="1584" y="3515"/>
                    </a:cubicBezTo>
                    <a:cubicBezTo>
                      <a:pt x="1585" y="3525"/>
                      <a:pt x="1588" y="3536"/>
                      <a:pt x="1576" y="3540"/>
                    </a:cubicBezTo>
                    <a:close/>
                    <a:moveTo>
                      <a:pt x="690" y="4308"/>
                    </a:moveTo>
                    <a:cubicBezTo>
                      <a:pt x="689" y="4309"/>
                      <a:pt x="687" y="4311"/>
                      <a:pt x="685" y="4310"/>
                    </a:cubicBezTo>
                    <a:cubicBezTo>
                      <a:pt x="684" y="4307"/>
                      <a:pt x="684" y="4304"/>
                      <a:pt x="683" y="4301"/>
                    </a:cubicBezTo>
                    <a:cubicBezTo>
                      <a:pt x="682" y="4298"/>
                      <a:pt x="680" y="4295"/>
                      <a:pt x="678" y="4292"/>
                    </a:cubicBezTo>
                    <a:cubicBezTo>
                      <a:pt x="676" y="4290"/>
                      <a:pt x="674" y="4288"/>
                      <a:pt x="671" y="4291"/>
                    </a:cubicBezTo>
                    <a:cubicBezTo>
                      <a:pt x="668" y="4293"/>
                      <a:pt x="668" y="4295"/>
                      <a:pt x="664" y="4295"/>
                    </a:cubicBezTo>
                    <a:cubicBezTo>
                      <a:pt x="661" y="4295"/>
                      <a:pt x="658" y="4295"/>
                      <a:pt x="654" y="4295"/>
                    </a:cubicBezTo>
                    <a:cubicBezTo>
                      <a:pt x="650" y="4296"/>
                      <a:pt x="651" y="4298"/>
                      <a:pt x="649" y="4301"/>
                    </a:cubicBezTo>
                    <a:cubicBezTo>
                      <a:pt x="647" y="4304"/>
                      <a:pt x="643" y="4304"/>
                      <a:pt x="643" y="4308"/>
                    </a:cubicBezTo>
                    <a:cubicBezTo>
                      <a:pt x="642" y="4311"/>
                      <a:pt x="645" y="4315"/>
                      <a:pt x="645" y="4318"/>
                    </a:cubicBezTo>
                    <a:cubicBezTo>
                      <a:pt x="646" y="4322"/>
                      <a:pt x="645" y="4325"/>
                      <a:pt x="642" y="4326"/>
                    </a:cubicBezTo>
                    <a:cubicBezTo>
                      <a:pt x="638" y="4327"/>
                      <a:pt x="635" y="4325"/>
                      <a:pt x="634" y="4322"/>
                    </a:cubicBezTo>
                    <a:cubicBezTo>
                      <a:pt x="634" y="4318"/>
                      <a:pt x="633" y="4314"/>
                      <a:pt x="633" y="4311"/>
                    </a:cubicBezTo>
                    <a:cubicBezTo>
                      <a:pt x="632" y="4308"/>
                      <a:pt x="632" y="4302"/>
                      <a:pt x="629" y="4300"/>
                    </a:cubicBezTo>
                    <a:cubicBezTo>
                      <a:pt x="626" y="4298"/>
                      <a:pt x="625" y="4301"/>
                      <a:pt x="623" y="4303"/>
                    </a:cubicBezTo>
                    <a:cubicBezTo>
                      <a:pt x="621" y="4305"/>
                      <a:pt x="618" y="4305"/>
                      <a:pt x="615" y="4305"/>
                    </a:cubicBezTo>
                    <a:cubicBezTo>
                      <a:pt x="608" y="4305"/>
                      <a:pt x="601" y="4306"/>
                      <a:pt x="595" y="4305"/>
                    </a:cubicBezTo>
                    <a:cubicBezTo>
                      <a:pt x="586" y="4303"/>
                      <a:pt x="578" y="4297"/>
                      <a:pt x="569" y="4297"/>
                    </a:cubicBezTo>
                    <a:cubicBezTo>
                      <a:pt x="566" y="4297"/>
                      <a:pt x="560" y="4299"/>
                      <a:pt x="557" y="4300"/>
                    </a:cubicBezTo>
                    <a:cubicBezTo>
                      <a:pt x="556" y="4301"/>
                      <a:pt x="546" y="4305"/>
                      <a:pt x="546" y="4300"/>
                    </a:cubicBezTo>
                    <a:cubicBezTo>
                      <a:pt x="547" y="4298"/>
                      <a:pt x="553" y="4297"/>
                      <a:pt x="555" y="4296"/>
                    </a:cubicBezTo>
                    <a:cubicBezTo>
                      <a:pt x="557" y="4295"/>
                      <a:pt x="557" y="4294"/>
                      <a:pt x="559" y="4292"/>
                    </a:cubicBezTo>
                    <a:cubicBezTo>
                      <a:pt x="560" y="4289"/>
                      <a:pt x="562" y="4290"/>
                      <a:pt x="564" y="4289"/>
                    </a:cubicBezTo>
                    <a:cubicBezTo>
                      <a:pt x="569" y="4287"/>
                      <a:pt x="567" y="4280"/>
                      <a:pt x="572" y="4277"/>
                    </a:cubicBezTo>
                    <a:cubicBezTo>
                      <a:pt x="575" y="4276"/>
                      <a:pt x="577" y="4276"/>
                      <a:pt x="579" y="4273"/>
                    </a:cubicBezTo>
                    <a:cubicBezTo>
                      <a:pt x="580" y="4272"/>
                      <a:pt x="581" y="4270"/>
                      <a:pt x="582" y="4268"/>
                    </a:cubicBezTo>
                    <a:cubicBezTo>
                      <a:pt x="583" y="4263"/>
                      <a:pt x="579" y="4256"/>
                      <a:pt x="583" y="4252"/>
                    </a:cubicBezTo>
                    <a:cubicBezTo>
                      <a:pt x="586" y="4249"/>
                      <a:pt x="591" y="4250"/>
                      <a:pt x="594" y="4251"/>
                    </a:cubicBezTo>
                    <a:cubicBezTo>
                      <a:pt x="599" y="4253"/>
                      <a:pt x="601" y="4252"/>
                      <a:pt x="604" y="4248"/>
                    </a:cubicBezTo>
                    <a:cubicBezTo>
                      <a:pt x="606" y="4245"/>
                      <a:pt x="608" y="4238"/>
                      <a:pt x="608" y="4234"/>
                    </a:cubicBezTo>
                    <a:cubicBezTo>
                      <a:pt x="609" y="4228"/>
                      <a:pt x="608" y="4222"/>
                      <a:pt x="607" y="4216"/>
                    </a:cubicBezTo>
                    <a:cubicBezTo>
                      <a:pt x="607" y="4213"/>
                      <a:pt x="606" y="4203"/>
                      <a:pt x="611" y="4204"/>
                    </a:cubicBezTo>
                    <a:cubicBezTo>
                      <a:pt x="612" y="4207"/>
                      <a:pt x="613" y="4209"/>
                      <a:pt x="613" y="4212"/>
                    </a:cubicBezTo>
                    <a:cubicBezTo>
                      <a:pt x="614" y="4215"/>
                      <a:pt x="614" y="4218"/>
                      <a:pt x="614" y="4221"/>
                    </a:cubicBezTo>
                    <a:cubicBezTo>
                      <a:pt x="614" y="4223"/>
                      <a:pt x="615" y="4236"/>
                      <a:pt x="619" y="4236"/>
                    </a:cubicBezTo>
                    <a:cubicBezTo>
                      <a:pt x="620" y="4236"/>
                      <a:pt x="621" y="4234"/>
                      <a:pt x="622" y="4234"/>
                    </a:cubicBezTo>
                    <a:cubicBezTo>
                      <a:pt x="623" y="4233"/>
                      <a:pt x="624" y="4233"/>
                      <a:pt x="625" y="4233"/>
                    </a:cubicBezTo>
                    <a:cubicBezTo>
                      <a:pt x="628" y="4233"/>
                      <a:pt x="630" y="4234"/>
                      <a:pt x="632" y="4236"/>
                    </a:cubicBezTo>
                    <a:cubicBezTo>
                      <a:pt x="634" y="4238"/>
                      <a:pt x="636" y="4239"/>
                      <a:pt x="639" y="4240"/>
                    </a:cubicBezTo>
                    <a:cubicBezTo>
                      <a:pt x="641" y="4241"/>
                      <a:pt x="644" y="4241"/>
                      <a:pt x="645" y="4244"/>
                    </a:cubicBezTo>
                    <a:cubicBezTo>
                      <a:pt x="645" y="4248"/>
                      <a:pt x="642" y="4248"/>
                      <a:pt x="642" y="4251"/>
                    </a:cubicBezTo>
                    <a:cubicBezTo>
                      <a:pt x="642" y="4253"/>
                      <a:pt x="646" y="4255"/>
                      <a:pt x="647" y="4256"/>
                    </a:cubicBezTo>
                    <a:cubicBezTo>
                      <a:pt x="652" y="4257"/>
                      <a:pt x="649" y="4252"/>
                      <a:pt x="650" y="4249"/>
                    </a:cubicBezTo>
                    <a:cubicBezTo>
                      <a:pt x="651" y="4246"/>
                      <a:pt x="655" y="4246"/>
                      <a:pt x="658" y="4247"/>
                    </a:cubicBezTo>
                    <a:cubicBezTo>
                      <a:pt x="664" y="4249"/>
                      <a:pt x="666" y="4251"/>
                      <a:pt x="666" y="4257"/>
                    </a:cubicBezTo>
                    <a:cubicBezTo>
                      <a:pt x="666" y="4262"/>
                      <a:pt x="665" y="4270"/>
                      <a:pt x="667" y="4273"/>
                    </a:cubicBezTo>
                    <a:cubicBezTo>
                      <a:pt x="669" y="4276"/>
                      <a:pt x="671" y="4277"/>
                      <a:pt x="672" y="4280"/>
                    </a:cubicBezTo>
                    <a:cubicBezTo>
                      <a:pt x="674" y="4283"/>
                      <a:pt x="674" y="4284"/>
                      <a:pt x="677" y="4284"/>
                    </a:cubicBezTo>
                    <a:cubicBezTo>
                      <a:pt x="680" y="4285"/>
                      <a:pt x="683" y="4285"/>
                      <a:pt x="686" y="4287"/>
                    </a:cubicBezTo>
                    <a:cubicBezTo>
                      <a:pt x="687" y="4288"/>
                      <a:pt x="690" y="4291"/>
                      <a:pt x="690" y="4293"/>
                    </a:cubicBezTo>
                    <a:cubicBezTo>
                      <a:pt x="683" y="4295"/>
                      <a:pt x="689" y="4299"/>
                      <a:pt x="690" y="4302"/>
                    </a:cubicBezTo>
                    <a:cubicBezTo>
                      <a:pt x="691" y="4304"/>
                      <a:pt x="691" y="4306"/>
                      <a:pt x="690" y="4308"/>
                    </a:cubicBezTo>
                    <a:close/>
                    <a:moveTo>
                      <a:pt x="896" y="4493"/>
                    </a:moveTo>
                    <a:cubicBezTo>
                      <a:pt x="898" y="4490"/>
                      <a:pt x="901" y="4489"/>
                      <a:pt x="904" y="4490"/>
                    </a:cubicBezTo>
                    <a:cubicBezTo>
                      <a:pt x="906" y="4491"/>
                      <a:pt x="909" y="4494"/>
                      <a:pt x="912" y="4494"/>
                    </a:cubicBezTo>
                    <a:cubicBezTo>
                      <a:pt x="915" y="4494"/>
                      <a:pt x="916" y="4490"/>
                      <a:pt x="918" y="4487"/>
                    </a:cubicBezTo>
                    <a:cubicBezTo>
                      <a:pt x="920" y="4485"/>
                      <a:pt x="922" y="4485"/>
                      <a:pt x="925" y="4485"/>
                    </a:cubicBezTo>
                    <a:cubicBezTo>
                      <a:pt x="927" y="4486"/>
                      <a:pt x="929" y="4485"/>
                      <a:pt x="931" y="4485"/>
                    </a:cubicBezTo>
                    <a:cubicBezTo>
                      <a:pt x="932" y="4485"/>
                      <a:pt x="934" y="4485"/>
                      <a:pt x="935" y="4484"/>
                    </a:cubicBezTo>
                    <a:cubicBezTo>
                      <a:pt x="938" y="4483"/>
                      <a:pt x="939" y="4481"/>
                      <a:pt x="939" y="4478"/>
                    </a:cubicBezTo>
                    <a:cubicBezTo>
                      <a:pt x="939" y="4475"/>
                      <a:pt x="938" y="4474"/>
                      <a:pt x="937" y="4473"/>
                    </a:cubicBezTo>
                    <a:cubicBezTo>
                      <a:pt x="934" y="4470"/>
                      <a:pt x="930" y="4467"/>
                      <a:pt x="930" y="4463"/>
                    </a:cubicBezTo>
                    <a:cubicBezTo>
                      <a:pt x="930" y="4461"/>
                      <a:pt x="931" y="4460"/>
                      <a:pt x="931" y="4458"/>
                    </a:cubicBezTo>
                    <a:cubicBezTo>
                      <a:pt x="931" y="4456"/>
                      <a:pt x="932" y="4454"/>
                      <a:pt x="933" y="4452"/>
                    </a:cubicBezTo>
                    <a:cubicBezTo>
                      <a:pt x="935" y="4449"/>
                      <a:pt x="938" y="4447"/>
                      <a:pt x="936" y="4444"/>
                    </a:cubicBezTo>
                    <a:cubicBezTo>
                      <a:pt x="934" y="4439"/>
                      <a:pt x="930" y="4436"/>
                      <a:pt x="926" y="4434"/>
                    </a:cubicBezTo>
                    <a:cubicBezTo>
                      <a:pt x="923" y="4431"/>
                      <a:pt x="920" y="4429"/>
                      <a:pt x="918" y="4425"/>
                    </a:cubicBezTo>
                    <a:cubicBezTo>
                      <a:pt x="917" y="4424"/>
                      <a:pt x="915" y="4420"/>
                      <a:pt x="918" y="4419"/>
                    </a:cubicBezTo>
                    <a:cubicBezTo>
                      <a:pt x="920" y="4419"/>
                      <a:pt x="925" y="4424"/>
                      <a:pt x="927" y="4425"/>
                    </a:cubicBezTo>
                    <a:cubicBezTo>
                      <a:pt x="930" y="4428"/>
                      <a:pt x="934" y="4430"/>
                      <a:pt x="937" y="4433"/>
                    </a:cubicBezTo>
                    <a:cubicBezTo>
                      <a:pt x="940" y="4434"/>
                      <a:pt x="941" y="4436"/>
                      <a:pt x="943" y="4439"/>
                    </a:cubicBezTo>
                    <a:cubicBezTo>
                      <a:pt x="944" y="4441"/>
                      <a:pt x="944" y="4444"/>
                      <a:pt x="944" y="4447"/>
                    </a:cubicBezTo>
                    <a:cubicBezTo>
                      <a:pt x="943" y="4450"/>
                      <a:pt x="941" y="4452"/>
                      <a:pt x="940" y="4455"/>
                    </a:cubicBezTo>
                    <a:cubicBezTo>
                      <a:pt x="936" y="4461"/>
                      <a:pt x="940" y="4469"/>
                      <a:pt x="945" y="4473"/>
                    </a:cubicBezTo>
                    <a:cubicBezTo>
                      <a:pt x="950" y="4477"/>
                      <a:pt x="958" y="4473"/>
                      <a:pt x="962" y="4479"/>
                    </a:cubicBezTo>
                    <a:cubicBezTo>
                      <a:pt x="964" y="4481"/>
                      <a:pt x="964" y="4484"/>
                      <a:pt x="963" y="4487"/>
                    </a:cubicBezTo>
                    <a:cubicBezTo>
                      <a:pt x="961" y="4489"/>
                      <a:pt x="958" y="4490"/>
                      <a:pt x="956" y="4492"/>
                    </a:cubicBezTo>
                    <a:cubicBezTo>
                      <a:pt x="948" y="4501"/>
                      <a:pt x="963" y="4508"/>
                      <a:pt x="969" y="4510"/>
                    </a:cubicBezTo>
                    <a:cubicBezTo>
                      <a:pt x="974" y="4513"/>
                      <a:pt x="980" y="4515"/>
                      <a:pt x="984" y="4519"/>
                    </a:cubicBezTo>
                    <a:cubicBezTo>
                      <a:pt x="988" y="4523"/>
                      <a:pt x="992" y="4526"/>
                      <a:pt x="997" y="4529"/>
                    </a:cubicBezTo>
                    <a:cubicBezTo>
                      <a:pt x="999" y="4531"/>
                      <a:pt x="1002" y="4533"/>
                      <a:pt x="1004" y="4536"/>
                    </a:cubicBezTo>
                    <a:cubicBezTo>
                      <a:pt x="1006" y="4538"/>
                      <a:pt x="1006" y="4541"/>
                      <a:pt x="1003" y="4541"/>
                    </a:cubicBezTo>
                    <a:cubicBezTo>
                      <a:pt x="1000" y="4540"/>
                      <a:pt x="998" y="4538"/>
                      <a:pt x="996" y="4537"/>
                    </a:cubicBezTo>
                    <a:cubicBezTo>
                      <a:pt x="993" y="4534"/>
                      <a:pt x="990" y="4532"/>
                      <a:pt x="987" y="4529"/>
                    </a:cubicBezTo>
                    <a:cubicBezTo>
                      <a:pt x="983" y="4525"/>
                      <a:pt x="980" y="4519"/>
                      <a:pt x="974" y="4517"/>
                    </a:cubicBezTo>
                    <a:cubicBezTo>
                      <a:pt x="966" y="4513"/>
                      <a:pt x="958" y="4520"/>
                      <a:pt x="955" y="4527"/>
                    </a:cubicBezTo>
                    <a:cubicBezTo>
                      <a:pt x="954" y="4529"/>
                      <a:pt x="953" y="4534"/>
                      <a:pt x="950" y="4535"/>
                    </a:cubicBezTo>
                    <a:cubicBezTo>
                      <a:pt x="948" y="4536"/>
                      <a:pt x="946" y="4533"/>
                      <a:pt x="946" y="4531"/>
                    </a:cubicBezTo>
                    <a:cubicBezTo>
                      <a:pt x="944" y="4523"/>
                      <a:pt x="952" y="4515"/>
                      <a:pt x="947" y="4508"/>
                    </a:cubicBezTo>
                    <a:cubicBezTo>
                      <a:pt x="943" y="4503"/>
                      <a:pt x="938" y="4499"/>
                      <a:pt x="933" y="4496"/>
                    </a:cubicBezTo>
                    <a:cubicBezTo>
                      <a:pt x="930" y="4493"/>
                      <a:pt x="926" y="4492"/>
                      <a:pt x="923" y="4495"/>
                    </a:cubicBezTo>
                    <a:cubicBezTo>
                      <a:pt x="921" y="4498"/>
                      <a:pt x="920" y="4501"/>
                      <a:pt x="916" y="4500"/>
                    </a:cubicBezTo>
                    <a:cubicBezTo>
                      <a:pt x="911" y="4500"/>
                      <a:pt x="906" y="4498"/>
                      <a:pt x="902" y="4498"/>
                    </a:cubicBezTo>
                    <a:cubicBezTo>
                      <a:pt x="900" y="4498"/>
                      <a:pt x="898" y="4498"/>
                      <a:pt x="896" y="4498"/>
                    </a:cubicBezTo>
                    <a:cubicBezTo>
                      <a:pt x="895" y="4498"/>
                      <a:pt x="894" y="4499"/>
                      <a:pt x="893" y="4499"/>
                    </a:cubicBezTo>
                    <a:cubicBezTo>
                      <a:pt x="892" y="4497"/>
                      <a:pt x="895" y="4494"/>
                      <a:pt x="896" y="4493"/>
                    </a:cubicBezTo>
                    <a:close/>
                    <a:moveTo>
                      <a:pt x="988" y="4549"/>
                    </a:moveTo>
                    <a:cubicBezTo>
                      <a:pt x="987" y="4551"/>
                      <a:pt x="985" y="4552"/>
                      <a:pt x="983" y="4551"/>
                    </a:cubicBezTo>
                    <a:cubicBezTo>
                      <a:pt x="979" y="4550"/>
                      <a:pt x="975" y="4551"/>
                      <a:pt x="973" y="4547"/>
                    </a:cubicBezTo>
                    <a:cubicBezTo>
                      <a:pt x="973" y="4546"/>
                      <a:pt x="972" y="4545"/>
                      <a:pt x="971" y="4544"/>
                    </a:cubicBezTo>
                    <a:cubicBezTo>
                      <a:pt x="970" y="4543"/>
                      <a:pt x="968" y="4542"/>
                      <a:pt x="968" y="4540"/>
                    </a:cubicBezTo>
                    <a:cubicBezTo>
                      <a:pt x="966" y="4536"/>
                      <a:pt x="970" y="4536"/>
                      <a:pt x="973" y="4536"/>
                    </a:cubicBezTo>
                    <a:cubicBezTo>
                      <a:pt x="975" y="4537"/>
                      <a:pt x="976" y="4537"/>
                      <a:pt x="978" y="4538"/>
                    </a:cubicBezTo>
                    <a:cubicBezTo>
                      <a:pt x="980" y="4538"/>
                      <a:pt x="981" y="4540"/>
                      <a:pt x="982" y="4540"/>
                    </a:cubicBezTo>
                    <a:cubicBezTo>
                      <a:pt x="985" y="4541"/>
                      <a:pt x="988" y="4541"/>
                      <a:pt x="989" y="4545"/>
                    </a:cubicBezTo>
                    <a:cubicBezTo>
                      <a:pt x="989" y="4546"/>
                      <a:pt x="989" y="4548"/>
                      <a:pt x="988" y="4549"/>
                    </a:cubicBezTo>
                    <a:close/>
                    <a:moveTo>
                      <a:pt x="1012" y="4586"/>
                    </a:moveTo>
                    <a:cubicBezTo>
                      <a:pt x="1011" y="4588"/>
                      <a:pt x="1009" y="4587"/>
                      <a:pt x="1008" y="4587"/>
                    </a:cubicBezTo>
                    <a:cubicBezTo>
                      <a:pt x="1006" y="4587"/>
                      <a:pt x="1003" y="4587"/>
                      <a:pt x="1001" y="4587"/>
                    </a:cubicBezTo>
                    <a:cubicBezTo>
                      <a:pt x="1000" y="4587"/>
                      <a:pt x="999" y="4586"/>
                      <a:pt x="998" y="4584"/>
                    </a:cubicBezTo>
                    <a:cubicBezTo>
                      <a:pt x="996" y="4583"/>
                      <a:pt x="992" y="4578"/>
                      <a:pt x="989" y="4580"/>
                    </a:cubicBezTo>
                    <a:cubicBezTo>
                      <a:pt x="987" y="4581"/>
                      <a:pt x="986" y="4583"/>
                      <a:pt x="983" y="4583"/>
                    </a:cubicBezTo>
                    <a:cubicBezTo>
                      <a:pt x="980" y="4583"/>
                      <a:pt x="979" y="4581"/>
                      <a:pt x="976" y="4580"/>
                    </a:cubicBezTo>
                    <a:cubicBezTo>
                      <a:pt x="974" y="4578"/>
                      <a:pt x="971" y="4579"/>
                      <a:pt x="969" y="4580"/>
                    </a:cubicBezTo>
                    <a:cubicBezTo>
                      <a:pt x="966" y="4582"/>
                      <a:pt x="966" y="4584"/>
                      <a:pt x="968" y="4587"/>
                    </a:cubicBezTo>
                    <a:cubicBezTo>
                      <a:pt x="969" y="4589"/>
                      <a:pt x="971" y="4592"/>
                      <a:pt x="968" y="4593"/>
                    </a:cubicBezTo>
                    <a:cubicBezTo>
                      <a:pt x="960" y="4596"/>
                      <a:pt x="955" y="4585"/>
                      <a:pt x="947" y="4583"/>
                    </a:cubicBezTo>
                    <a:cubicBezTo>
                      <a:pt x="944" y="4582"/>
                      <a:pt x="942" y="4585"/>
                      <a:pt x="940" y="4587"/>
                    </a:cubicBezTo>
                    <a:cubicBezTo>
                      <a:pt x="937" y="4590"/>
                      <a:pt x="934" y="4594"/>
                      <a:pt x="932" y="4598"/>
                    </a:cubicBezTo>
                    <a:cubicBezTo>
                      <a:pt x="930" y="4601"/>
                      <a:pt x="927" y="4605"/>
                      <a:pt x="924" y="4602"/>
                    </a:cubicBezTo>
                    <a:cubicBezTo>
                      <a:pt x="921" y="4600"/>
                      <a:pt x="921" y="4597"/>
                      <a:pt x="919" y="4594"/>
                    </a:cubicBezTo>
                    <a:cubicBezTo>
                      <a:pt x="916" y="4586"/>
                      <a:pt x="906" y="4584"/>
                      <a:pt x="903" y="4576"/>
                    </a:cubicBezTo>
                    <a:cubicBezTo>
                      <a:pt x="901" y="4572"/>
                      <a:pt x="902" y="4568"/>
                      <a:pt x="903" y="4564"/>
                    </a:cubicBezTo>
                    <a:cubicBezTo>
                      <a:pt x="904" y="4560"/>
                      <a:pt x="905" y="4556"/>
                      <a:pt x="901" y="4554"/>
                    </a:cubicBezTo>
                    <a:cubicBezTo>
                      <a:pt x="898" y="4552"/>
                      <a:pt x="895" y="4551"/>
                      <a:pt x="893" y="4547"/>
                    </a:cubicBezTo>
                    <a:cubicBezTo>
                      <a:pt x="891" y="4544"/>
                      <a:pt x="891" y="4540"/>
                      <a:pt x="890" y="4537"/>
                    </a:cubicBezTo>
                    <a:cubicBezTo>
                      <a:pt x="888" y="4529"/>
                      <a:pt x="874" y="4525"/>
                      <a:pt x="878" y="4515"/>
                    </a:cubicBezTo>
                    <a:cubicBezTo>
                      <a:pt x="881" y="4515"/>
                      <a:pt x="882" y="4516"/>
                      <a:pt x="884" y="4518"/>
                    </a:cubicBezTo>
                    <a:cubicBezTo>
                      <a:pt x="887" y="4520"/>
                      <a:pt x="889" y="4523"/>
                      <a:pt x="891" y="4526"/>
                    </a:cubicBezTo>
                    <a:cubicBezTo>
                      <a:pt x="892" y="4528"/>
                      <a:pt x="894" y="4530"/>
                      <a:pt x="895" y="4533"/>
                    </a:cubicBezTo>
                    <a:cubicBezTo>
                      <a:pt x="895" y="4535"/>
                      <a:pt x="895" y="4536"/>
                      <a:pt x="896" y="4538"/>
                    </a:cubicBezTo>
                    <a:cubicBezTo>
                      <a:pt x="896" y="4539"/>
                      <a:pt x="897" y="4540"/>
                      <a:pt x="898" y="4541"/>
                    </a:cubicBezTo>
                    <a:cubicBezTo>
                      <a:pt x="899" y="4543"/>
                      <a:pt x="901" y="4545"/>
                      <a:pt x="902" y="4547"/>
                    </a:cubicBezTo>
                    <a:cubicBezTo>
                      <a:pt x="904" y="4549"/>
                      <a:pt x="906" y="4550"/>
                      <a:pt x="908" y="4552"/>
                    </a:cubicBezTo>
                    <a:cubicBezTo>
                      <a:pt x="911" y="4553"/>
                      <a:pt x="911" y="4555"/>
                      <a:pt x="911" y="4558"/>
                    </a:cubicBezTo>
                    <a:cubicBezTo>
                      <a:pt x="911" y="4560"/>
                      <a:pt x="910" y="4562"/>
                      <a:pt x="910" y="4564"/>
                    </a:cubicBezTo>
                    <a:cubicBezTo>
                      <a:pt x="911" y="4567"/>
                      <a:pt x="911" y="4570"/>
                      <a:pt x="911" y="4572"/>
                    </a:cubicBezTo>
                    <a:cubicBezTo>
                      <a:pt x="912" y="4576"/>
                      <a:pt x="914" y="4578"/>
                      <a:pt x="917" y="4581"/>
                    </a:cubicBezTo>
                    <a:cubicBezTo>
                      <a:pt x="918" y="4583"/>
                      <a:pt x="919" y="4583"/>
                      <a:pt x="921" y="4583"/>
                    </a:cubicBezTo>
                    <a:cubicBezTo>
                      <a:pt x="922" y="4584"/>
                      <a:pt x="924" y="4585"/>
                      <a:pt x="926" y="4585"/>
                    </a:cubicBezTo>
                    <a:cubicBezTo>
                      <a:pt x="927" y="4586"/>
                      <a:pt x="928" y="4586"/>
                      <a:pt x="929" y="4586"/>
                    </a:cubicBezTo>
                    <a:cubicBezTo>
                      <a:pt x="931" y="4585"/>
                      <a:pt x="933" y="4584"/>
                      <a:pt x="934" y="4583"/>
                    </a:cubicBezTo>
                    <a:cubicBezTo>
                      <a:pt x="936" y="4582"/>
                      <a:pt x="937" y="4580"/>
                      <a:pt x="939" y="4578"/>
                    </a:cubicBezTo>
                    <a:cubicBezTo>
                      <a:pt x="941" y="4577"/>
                      <a:pt x="944" y="4575"/>
                      <a:pt x="947" y="4575"/>
                    </a:cubicBezTo>
                    <a:cubicBezTo>
                      <a:pt x="950" y="4575"/>
                      <a:pt x="952" y="4578"/>
                      <a:pt x="954" y="4580"/>
                    </a:cubicBezTo>
                    <a:cubicBezTo>
                      <a:pt x="956" y="4582"/>
                      <a:pt x="959" y="4583"/>
                      <a:pt x="961" y="4583"/>
                    </a:cubicBezTo>
                    <a:cubicBezTo>
                      <a:pt x="965" y="4582"/>
                      <a:pt x="963" y="4579"/>
                      <a:pt x="963" y="4577"/>
                    </a:cubicBezTo>
                    <a:cubicBezTo>
                      <a:pt x="964" y="4574"/>
                      <a:pt x="968" y="4574"/>
                      <a:pt x="970" y="4573"/>
                    </a:cubicBezTo>
                    <a:cubicBezTo>
                      <a:pt x="972" y="4573"/>
                      <a:pt x="975" y="4574"/>
                      <a:pt x="977" y="4573"/>
                    </a:cubicBezTo>
                    <a:cubicBezTo>
                      <a:pt x="979" y="4572"/>
                      <a:pt x="980" y="4568"/>
                      <a:pt x="983" y="4569"/>
                    </a:cubicBezTo>
                    <a:cubicBezTo>
                      <a:pt x="983" y="4570"/>
                      <a:pt x="984" y="4572"/>
                      <a:pt x="985" y="4573"/>
                    </a:cubicBezTo>
                    <a:cubicBezTo>
                      <a:pt x="985" y="4574"/>
                      <a:pt x="988" y="4573"/>
                      <a:pt x="989" y="4573"/>
                    </a:cubicBezTo>
                    <a:cubicBezTo>
                      <a:pt x="991" y="4573"/>
                      <a:pt x="993" y="4572"/>
                      <a:pt x="995" y="4572"/>
                    </a:cubicBezTo>
                    <a:cubicBezTo>
                      <a:pt x="997" y="4573"/>
                      <a:pt x="997" y="4574"/>
                      <a:pt x="998" y="4576"/>
                    </a:cubicBezTo>
                    <a:cubicBezTo>
                      <a:pt x="1000" y="4579"/>
                      <a:pt x="1002" y="4581"/>
                      <a:pt x="1006" y="4581"/>
                    </a:cubicBezTo>
                    <a:cubicBezTo>
                      <a:pt x="1008" y="4581"/>
                      <a:pt x="1010" y="4581"/>
                      <a:pt x="1011" y="4582"/>
                    </a:cubicBezTo>
                    <a:cubicBezTo>
                      <a:pt x="1012" y="4583"/>
                      <a:pt x="1013" y="4585"/>
                      <a:pt x="1012" y="4586"/>
                    </a:cubicBezTo>
                    <a:close/>
                    <a:moveTo>
                      <a:pt x="1714" y="4162"/>
                    </a:moveTo>
                    <a:cubicBezTo>
                      <a:pt x="1711" y="4169"/>
                      <a:pt x="1710" y="4177"/>
                      <a:pt x="1710" y="4185"/>
                    </a:cubicBezTo>
                    <a:cubicBezTo>
                      <a:pt x="1710" y="4193"/>
                      <a:pt x="1711" y="4200"/>
                      <a:pt x="1711" y="4207"/>
                    </a:cubicBezTo>
                    <a:cubicBezTo>
                      <a:pt x="1712" y="4215"/>
                      <a:pt x="1712" y="4222"/>
                      <a:pt x="1710" y="4230"/>
                    </a:cubicBezTo>
                    <a:cubicBezTo>
                      <a:pt x="1709" y="4233"/>
                      <a:pt x="1708" y="4236"/>
                      <a:pt x="1707" y="4238"/>
                    </a:cubicBezTo>
                    <a:cubicBezTo>
                      <a:pt x="1706" y="4241"/>
                      <a:pt x="1704" y="4243"/>
                      <a:pt x="1702" y="4245"/>
                    </a:cubicBezTo>
                    <a:cubicBezTo>
                      <a:pt x="1698" y="4250"/>
                      <a:pt x="1697" y="4255"/>
                      <a:pt x="1697" y="4261"/>
                    </a:cubicBezTo>
                    <a:cubicBezTo>
                      <a:pt x="1697" y="4265"/>
                      <a:pt x="1696" y="4267"/>
                      <a:pt x="1696" y="4271"/>
                    </a:cubicBezTo>
                    <a:cubicBezTo>
                      <a:pt x="1695" y="4274"/>
                      <a:pt x="1694" y="4278"/>
                      <a:pt x="1692" y="4281"/>
                    </a:cubicBezTo>
                    <a:cubicBezTo>
                      <a:pt x="1690" y="4284"/>
                      <a:pt x="1689" y="4286"/>
                      <a:pt x="1687" y="4288"/>
                    </a:cubicBezTo>
                    <a:cubicBezTo>
                      <a:pt x="1685" y="4290"/>
                      <a:pt x="1682" y="4292"/>
                      <a:pt x="1679" y="4294"/>
                    </a:cubicBezTo>
                    <a:cubicBezTo>
                      <a:pt x="1674" y="4298"/>
                      <a:pt x="1668" y="4301"/>
                      <a:pt x="1662" y="4305"/>
                    </a:cubicBezTo>
                    <a:cubicBezTo>
                      <a:pt x="1656" y="4309"/>
                      <a:pt x="1652" y="4312"/>
                      <a:pt x="1651" y="4319"/>
                    </a:cubicBezTo>
                    <a:cubicBezTo>
                      <a:pt x="1651" y="4322"/>
                      <a:pt x="1652" y="4326"/>
                      <a:pt x="1651" y="4329"/>
                    </a:cubicBezTo>
                    <a:cubicBezTo>
                      <a:pt x="1650" y="4333"/>
                      <a:pt x="1650" y="4337"/>
                      <a:pt x="1650" y="4341"/>
                    </a:cubicBezTo>
                    <a:cubicBezTo>
                      <a:pt x="1650" y="4349"/>
                      <a:pt x="1649" y="4353"/>
                      <a:pt x="1645" y="4359"/>
                    </a:cubicBezTo>
                    <a:cubicBezTo>
                      <a:pt x="1644" y="4362"/>
                      <a:pt x="1642" y="4364"/>
                      <a:pt x="1641" y="4366"/>
                    </a:cubicBezTo>
                    <a:cubicBezTo>
                      <a:pt x="1640" y="4370"/>
                      <a:pt x="1637" y="4374"/>
                      <a:pt x="1636" y="4378"/>
                    </a:cubicBezTo>
                    <a:cubicBezTo>
                      <a:pt x="1634" y="4382"/>
                      <a:pt x="1634" y="4387"/>
                      <a:pt x="1634" y="4392"/>
                    </a:cubicBezTo>
                    <a:cubicBezTo>
                      <a:pt x="1634" y="4395"/>
                      <a:pt x="1637" y="4398"/>
                      <a:pt x="1638" y="4402"/>
                    </a:cubicBezTo>
                    <a:cubicBezTo>
                      <a:pt x="1640" y="4405"/>
                      <a:pt x="1640" y="4408"/>
                      <a:pt x="1639" y="4411"/>
                    </a:cubicBezTo>
                    <a:cubicBezTo>
                      <a:pt x="1639" y="4414"/>
                      <a:pt x="1638" y="4418"/>
                      <a:pt x="1637" y="4420"/>
                    </a:cubicBezTo>
                    <a:cubicBezTo>
                      <a:pt x="1635" y="4423"/>
                      <a:pt x="1631" y="4424"/>
                      <a:pt x="1629" y="4428"/>
                    </a:cubicBezTo>
                    <a:cubicBezTo>
                      <a:pt x="1627" y="4431"/>
                      <a:pt x="1628" y="4434"/>
                      <a:pt x="1627" y="4437"/>
                    </a:cubicBezTo>
                    <a:cubicBezTo>
                      <a:pt x="1626" y="4440"/>
                      <a:pt x="1622" y="4441"/>
                      <a:pt x="1621" y="4444"/>
                    </a:cubicBezTo>
                    <a:cubicBezTo>
                      <a:pt x="1618" y="4447"/>
                      <a:pt x="1617" y="4450"/>
                      <a:pt x="1613" y="4452"/>
                    </a:cubicBezTo>
                    <a:cubicBezTo>
                      <a:pt x="1610" y="4454"/>
                      <a:pt x="1607" y="4458"/>
                      <a:pt x="1606" y="4461"/>
                    </a:cubicBezTo>
                    <a:cubicBezTo>
                      <a:pt x="1605" y="4465"/>
                      <a:pt x="1610" y="4466"/>
                      <a:pt x="1611" y="4469"/>
                    </a:cubicBezTo>
                    <a:cubicBezTo>
                      <a:pt x="1611" y="4473"/>
                      <a:pt x="1611" y="4479"/>
                      <a:pt x="1606" y="4480"/>
                    </a:cubicBezTo>
                    <a:cubicBezTo>
                      <a:pt x="1604" y="4480"/>
                      <a:pt x="1601" y="4479"/>
                      <a:pt x="1599" y="4480"/>
                    </a:cubicBezTo>
                    <a:cubicBezTo>
                      <a:pt x="1598" y="4481"/>
                      <a:pt x="1598" y="4483"/>
                      <a:pt x="1598" y="4485"/>
                    </a:cubicBezTo>
                    <a:cubicBezTo>
                      <a:pt x="1597" y="4490"/>
                      <a:pt x="1592" y="4490"/>
                      <a:pt x="1591" y="4485"/>
                    </a:cubicBezTo>
                    <a:cubicBezTo>
                      <a:pt x="1590" y="4483"/>
                      <a:pt x="1591" y="4482"/>
                      <a:pt x="1590" y="4480"/>
                    </a:cubicBezTo>
                    <a:cubicBezTo>
                      <a:pt x="1589" y="4478"/>
                      <a:pt x="1588" y="4478"/>
                      <a:pt x="1586" y="4477"/>
                    </a:cubicBezTo>
                    <a:cubicBezTo>
                      <a:pt x="1583" y="4476"/>
                      <a:pt x="1580" y="4472"/>
                      <a:pt x="1579" y="4477"/>
                    </a:cubicBezTo>
                    <a:cubicBezTo>
                      <a:pt x="1579" y="4479"/>
                      <a:pt x="1579" y="4482"/>
                      <a:pt x="1576" y="4482"/>
                    </a:cubicBezTo>
                    <a:cubicBezTo>
                      <a:pt x="1574" y="4482"/>
                      <a:pt x="1574" y="4479"/>
                      <a:pt x="1573" y="4477"/>
                    </a:cubicBezTo>
                    <a:cubicBezTo>
                      <a:pt x="1573" y="4472"/>
                      <a:pt x="1569" y="4476"/>
                      <a:pt x="1566" y="4474"/>
                    </a:cubicBezTo>
                    <a:cubicBezTo>
                      <a:pt x="1565" y="4473"/>
                      <a:pt x="1565" y="4472"/>
                      <a:pt x="1563" y="4471"/>
                    </a:cubicBezTo>
                    <a:cubicBezTo>
                      <a:pt x="1561" y="4471"/>
                      <a:pt x="1559" y="4470"/>
                      <a:pt x="1558" y="4471"/>
                    </a:cubicBezTo>
                    <a:cubicBezTo>
                      <a:pt x="1556" y="4471"/>
                      <a:pt x="1554" y="4472"/>
                      <a:pt x="1555" y="4474"/>
                    </a:cubicBezTo>
                    <a:cubicBezTo>
                      <a:pt x="1556" y="4475"/>
                      <a:pt x="1558" y="4475"/>
                      <a:pt x="1559" y="4476"/>
                    </a:cubicBezTo>
                    <a:cubicBezTo>
                      <a:pt x="1558" y="4478"/>
                      <a:pt x="1557" y="4479"/>
                      <a:pt x="1554" y="4478"/>
                    </a:cubicBezTo>
                    <a:cubicBezTo>
                      <a:pt x="1553" y="4478"/>
                      <a:pt x="1548" y="4476"/>
                      <a:pt x="1547" y="4477"/>
                    </a:cubicBezTo>
                    <a:cubicBezTo>
                      <a:pt x="1545" y="4479"/>
                      <a:pt x="1547" y="4480"/>
                      <a:pt x="1548" y="4481"/>
                    </a:cubicBezTo>
                    <a:cubicBezTo>
                      <a:pt x="1550" y="4483"/>
                      <a:pt x="1551" y="4484"/>
                      <a:pt x="1552" y="4486"/>
                    </a:cubicBezTo>
                    <a:cubicBezTo>
                      <a:pt x="1553" y="4487"/>
                      <a:pt x="1555" y="4488"/>
                      <a:pt x="1557" y="4488"/>
                    </a:cubicBezTo>
                    <a:cubicBezTo>
                      <a:pt x="1563" y="4489"/>
                      <a:pt x="1564" y="4500"/>
                      <a:pt x="1558" y="4501"/>
                    </a:cubicBezTo>
                    <a:cubicBezTo>
                      <a:pt x="1555" y="4501"/>
                      <a:pt x="1552" y="4500"/>
                      <a:pt x="1549" y="4503"/>
                    </a:cubicBezTo>
                    <a:cubicBezTo>
                      <a:pt x="1548" y="4504"/>
                      <a:pt x="1548" y="4507"/>
                      <a:pt x="1546" y="4507"/>
                    </a:cubicBezTo>
                    <a:cubicBezTo>
                      <a:pt x="1544" y="4507"/>
                      <a:pt x="1543" y="4503"/>
                      <a:pt x="1540" y="4505"/>
                    </a:cubicBezTo>
                    <a:cubicBezTo>
                      <a:pt x="1538" y="4507"/>
                      <a:pt x="1540" y="4510"/>
                      <a:pt x="1538" y="4512"/>
                    </a:cubicBezTo>
                    <a:cubicBezTo>
                      <a:pt x="1537" y="4514"/>
                      <a:pt x="1535" y="4513"/>
                      <a:pt x="1533" y="4515"/>
                    </a:cubicBezTo>
                    <a:cubicBezTo>
                      <a:pt x="1531" y="4516"/>
                      <a:pt x="1531" y="4519"/>
                      <a:pt x="1532" y="4521"/>
                    </a:cubicBezTo>
                    <a:cubicBezTo>
                      <a:pt x="1534" y="4524"/>
                      <a:pt x="1542" y="4529"/>
                      <a:pt x="1534" y="4531"/>
                    </a:cubicBezTo>
                    <a:cubicBezTo>
                      <a:pt x="1530" y="4532"/>
                      <a:pt x="1524" y="4530"/>
                      <a:pt x="1521" y="4534"/>
                    </a:cubicBezTo>
                    <a:cubicBezTo>
                      <a:pt x="1520" y="4536"/>
                      <a:pt x="1520" y="4538"/>
                      <a:pt x="1519" y="4540"/>
                    </a:cubicBezTo>
                    <a:cubicBezTo>
                      <a:pt x="1517" y="4542"/>
                      <a:pt x="1515" y="4542"/>
                      <a:pt x="1513" y="4543"/>
                    </a:cubicBezTo>
                    <a:cubicBezTo>
                      <a:pt x="1512" y="4544"/>
                      <a:pt x="1511" y="4546"/>
                      <a:pt x="1509" y="4546"/>
                    </a:cubicBezTo>
                    <a:cubicBezTo>
                      <a:pt x="1507" y="4548"/>
                      <a:pt x="1505" y="4546"/>
                      <a:pt x="1503" y="4547"/>
                    </a:cubicBezTo>
                    <a:cubicBezTo>
                      <a:pt x="1500" y="4547"/>
                      <a:pt x="1499" y="4549"/>
                      <a:pt x="1497" y="4551"/>
                    </a:cubicBezTo>
                    <a:cubicBezTo>
                      <a:pt x="1496" y="4552"/>
                      <a:pt x="1494" y="4553"/>
                      <a:pt x="1492" y="4555"/>
                    </a:cubicBezTo>
                    <a:cubicBezTo>
                      <a:pt x="1491" y="4555"/>
                      <a:pt x="1489" y="4557"/>
                      <a:pt x="1488" y="4558"/>
                    </a:cubicBezTo>
                    <a:cubicBezTo>
                      <a:pt x="1486" y="4559"/>
                      <a:pt x="1484" y="4559"/>
                      <a:pt x="1482" y="4559"/>
                    </a:cubicBezTo>
                    <a:cubicBezTo>
                      <a:pt x="1480" y="4559"/>
                      <a:pt x="1473" y="4561"/>
                      <a:pt x="1476" y="4565"/>
                    </a:cubicBezTo>
                    <a:cubicBezTo>
                      <a:pt x="1477" y="4567"/>
                      <a:pt x="1479" y="4568"/>
                      <a:pt x="1479" y="4570"/>
                    </a:cubicBezTo>
                    <a:cubicBezTo>
                      <a:pt x="1479" y="4571"/>
                      <a:pt x="1478" y="4573"/>
                      <a:pt x="1477" y="4574"/>
                    </a:cubicBezTo>
                    <a:cubicBezTo>
                      <a:pt x="1474" y="4577"/>
                      <a:pt x="1467" y="4573"/>
                      <a:pt x="1466" y="4577"/>
                    </a:cubicBezTo>
                    <a:cubicBezTo>
                      <a:pt x="1465" y="4579"/>
                      <a:pt x="1466" y="4582"/>
                      <a:pt x="1464" y="4583"/>
                    </a:cubicBezTo>
                    <a:cubicBezTo>
                      <a:pt x="1462" y="4584"/>
                      <a:pt x="1459" y="4582"/>
                      <a:pt x="1458" y="4580"/>
                    </a:cubicBezTo>
                    <a:cubicBezTo>
                      <a:pt x="1456" y="4579"/>
                      <a:pt x="1456" y="4579"/>
                      <a:pt x="1454" y="4581"/>
                    </a:cubicBezTo>
                    <a:cubicBezTo>
                      <a:pt x="1452" y="4582"/>
                      <a:pt x="1451" y="4584"/>
                      <a:pt x="1449" y="4582"/>
                    </a:cubicBezTo>
                    <a:cubicBezTo>
                      <a:pt x="1448" y="4580"/>
                      <a:pt x="1449" y="4578"/>
                      <a:pt x="1446" y="4577"/>
                    </a:cubicBezTo>
                    <a:cubicBezTo>
                      <a:pt x="1444" y="4577"/>
                      <a:pt x="1442" y="4578"/>
                      <a:pt x="1440" y="4575"/>
                    </a:cubicBezTo>
                    <a:cubicBezTo>
                      <a:pt x="1439" y="4573"/>
                      <a:pt x="1441" y="4572"/>
                      <a:pt x="1442" y="4571"/>
                    </a:cubicBezTo>
                    <a:cubicBezTo>
                      <a:pt x="1444" y="4569"/>
                      <a:pt x="1445" y="4568"/>
                      <a:pt x="1446" y="4567"/>
                    </a:cubicBezTo>
                    <a:cubicBezTo>
                      <a:pt x="1447" y="4565"/>
                      <a:pt x="1448" y="4565"/>
                      <a:pt x="1450" y="4564"/>
                    </a:cubicBezTo>
                    <a:cubicBezTo>
                      <a:pt x="1453" y="4561"/>
                      <a:pt x="1450" y="4554"/>
                      <a:pt x="1454" y="4550"/>
                    </a:cubicBezTo>
                    <a:cubicBezTo>
                      <a:pt x="1455" y="4549"/>
                      <a:pt x="1456" y="4549"/>
                      <a:pt x="1456" y="4547"/>
                    </a:cubicBezTo>
                    <a:cubicBezTo>
                      <a:pt x="1457" y="4545"/>
                      <a:pt x="1456" y="4542"/>
                      <a:pt x="1457" y="4540"/>
                    </a:cubicBezTo>
                    <a:cubicBezTo>
                      <a:pt x="1459" y="4538"/>
                      <a:pt x="1465" y="4538"/>
                      <a:pt x="1467" y="4541"/>
                    </a:cubicBezTo>
                    <a:cubicBezTo>
                      <a:pt x="1468" y="4543"/>
                      <a:pt x="1466" y="4551"/>
                      <a:pt x="1471" y="4549"/>
                    </a:cubicBezTo>
                    <a:cubicBezTo>
                      <a:pt x="1473" y="4548"/>
                      <a:pt x="1475" y="4547"/>
                      <a:pt x="1477" y="4546"/>
                    </a:cubicBezTo>
                    <a:cubicBezTo>
                      <a:pt x="1479" y="4546"/>
                      <a:pt x="1481" y="4546"/>
                      <a:pt x="1482" y="4545"/>
                    </a:cubicBezTo>
                    <a:cubicBezTo>
                      <a:pt x="1486" y="4543"/>
                      <a:pt x="1485" y="4538"/>
                      <a:pt x="1490" y="4539"/>
                    </a:cubicBezTo>
                    <a:cubicBezTo>
                      <a:pt x="1495" y="4540"/>
                      <a:pt x="1497" y="4540"/>
                      <a:pt x="1498" y="4535"/>
                    </a:cubicBezTo>
                    <a:cubicBezTo>
                      <a:pt x="1499" y="4531"/>
                      <a:pt x="1502" y="4530"/>
                      <a:pt x="1505" y="4533"/>
                    </a:cubicBezTo>
                    <a:cubicBezTo>
                      <a:pt x="1507" y="4535"/>
                      <a:pt x="1508" y="4536"/>
                      <a:pt x="1511" y="4535"/>
                    </a:cubicBezTo>
                    <a:cubicBezTo>
                      <a:pt x="1513" y="4534"/>
                      <a:pt x="1516" y="4531"/>
                      <a:pt x="1515" y="4529"/>
                    </a:cubicBezTo>
                    <a:cubicBezTo>
                      <a:pt x="1515" y="4527"/>
                      <a:pt x="1513" y="4526"/>
                      <a:pt x="1511" y="4525"/>
                    </a:cubicBezTo>
                    <a:cubicBezTo>
                      <a:pt x="1509" y="4524"/>
                      <a:pt x="1509" y="4523"/>
                      <a:pt x="1509" y="4521"/>
                    </a:cubicBezTo>
                    <a:cubicBezTo>
                      <a:pt x="1507" y="4516"/>
                      <a:pt x="1500" y="4520"/>
                      <a:pt x="1497" y="4516"/>
                    </a:cubicBezTo>
                    <a:cubicBezTo>
                      <a:pt x="1494" y="4513"/>
                      <a:pt x="1501" y="4511"/>
                      <a:pt x="1504" y="4511"/>
                    </a:cubicBezTo>
                    <a:cubicBezTo>
                      <a:pt x="1509" y="4511"/>
                      <a:pt x="1513" y="4511"/>
                      <a:pt x="1518" y="4513"/>
                    </a:cubicBezTo>
                    <a:cubicBezTo>
                      <a:pt x="1521" y="4516"/>
                      <a:pt x="1524" y="4519"/>
                      <a:pt x="1529" y="4515"/>
                    </a:cubicBezTo>
                    <a:cubicBezTo>
                      <a:pt x="1533" y="4512"/>
                      <a:pt x="1532" y="4509"/>
                      <a:pt x="1533" y="4504"/>
                    </a:cubicBezTo>
                    <a:cubicBezTo>
                      <a:pt x="1533" y="4500"/>
                      <a:pt x="1536" y="4498"/>
                      <a:pt x="1539" y="4495"/>
                    </a:cubicBezTo>
                    <a:cubicBezTo>
                      <a:pt x="1541" y="4493"/>
                      <a:pt x="1542" y="4488"/>
                      <a:pt x="1540" y="4485"/>
                    </a:cubicBezTo>
                    <a:cubicBezTo>
                      <a:pt x="1538" y="4481"/>
                      <a:pt x="1532" y="4484"/>
                      <a:pt x="1528" y="4481"/>
                    </a:cubicBezTo>
                    <a:cubicBezTo>
                      <a:pt x="1525" y="4479"/>
                      <a:pt x="1527" y="4473"/>
                      <a:pt x="1529" y="4471"/>
                    </a:cubicBezTo>
                    <a:cubicBezTo>
                      <a:pt x="1533" y="4467"/>
                      <a:pt x="1536" y="4470"/>
                      <a:pt x="1540" y="4469"/>
                    </a:cubicBezTo>
                    <a:cubicBezTo>
                      <a:pt x="1543" y="4468"/>
                      <a:pt x="1543" y="4465"/>
                      <a:pt x="1545" y="4463"/>
                    </a:cubicBezTo>
                    <a:cubicBezTo>
                      <a:pt x="1547" y="4460"/>
                      <a:pt x="1549" y="4460"/>
                      <a:pt x="1551" y="4459"/>
                    </a:cubicBezTo>
                    <a:cubicBezTo>
                      <a:pt x="1553" y="4459"/>
                      <a:pt x="1555" y="4459"/>
                      <a:pt x="1556" y="4457"/>
                    </a:cubicBezTo>
                    <a:cubicBezTo>
                      <a:pt x="1556" y="4454"/>
                      <a:pt x="1553" y="4452"/>
                      <a:pt x="1556" y="4450"/>
                    </a:cubicBezTo>
                    <a:cubicBezTo>
                      <a:pt x="1557" y="4448"/>
                      <a:pt x="1560" y="4448"/>
                      <a:pt x="1562" y="4448"/>
                    </a:cubicBezTo>
                    <a:cubicBezTo>
                      <a:pt x="1564" y="4449"/>
                      <a:pt x="1566" y="4455"/>
                      <a:pt x="1568" y="4453"/>
                    </a:cubicBezTo>
                    <a:cubicBezTo>
                      <a:pt x="1571" y="4452"/>
                      <a:pt x="1572" y="4446"/>
                      <a:pt x="1576" y="4446"/>
                    </a:cubicBezTo>
                    <a:cubicBezTo>
                      <a:pt x="1578" y="4447"/>
                      <a:pt x="1578" y="4452"/>
                      <a:pt x="1580" y="4454"/>
                    </a:cubicBezTo>
                    <a:cubicBezTo>
                      <a:pt x="1583" y="4456"/>
                      <a:pt x="1584" y="4451"/>
                      <a:pt x="1585" y="4449"/>
                    </a:cubicBezTo>
                    <a:cubicBezTo>
                      <a:pt x="1586" y="4446"/>
                      <a:pt x="1589" y="4446"/>
                      <a:pt x="1591" y="4449"/>
                    </a:cubicBezTo>
                    <a:cubicBezTo>
                      <a:pt x="1593" y="4451"/>
                      <a:pt x="1593" y="4455"/>
                      <a:pt x="1595" y="4458"/>
                    </a:cubicBezTo>
                    <a:cubicBezTo>
                      <a:pt x="1597" y="4460"/>
                      <a:pt x="1600" y="4461"/>
                      <a:pt x="1603" y="4461"/>
                    </a:cubicBezTo>
                    <a:cubicBezTo>
                      <a:pt x="1606" y="4459"/>
                      <a:pt x="1608" y="4455"/>
                      <a:pt x="1610" y="4453"/>
                    </a:cubicBezTo>
                    <a:cubicBezTo>
                      <a:pt x="1612" y="4450"/>
                      <a:pt x="1614" y="4448"/>
                      <a:pt x="1616" y="4445"/>
                    </a:cubicBezTo>
                    <a:cubicBezTo>
                      <a:pt x="1617" y="4441"/>
                      <a:pt x="1618" y="4440"/>
                      <a:pt x="1621" y="4439"/>
                    </a:cubicBezTo>
                    <a:cubicBezTo>
                      <a:pt x="1628" y="4437"/>
                      <a:pt x="1624" y="4428"/>
                      <a:pt x="1627" y="4423"/>
                    </a:cubicBezTo>
                    <a:cubicBezTo>
                      <a:pt x="1629" y="4420"/>
                      <a:pt x="1632" y="4420"/>
                      <a:pt x="1635" y="4418"/>
                    </a:cubicBezTo>
                    <a:cubicBezTo>
                      <a:pt x="1637" y="4416"/>
                      <a:pt x="1637" y="4411"/>
                      <a:pt x="1637" y="4408"/>
                    </a:cubicBezTo>
                    <a:cubicBezTo>
                      <a:pt x="1637" y="4402"/>
                      <a:pt x="1629" y="4398"/>
                      <a:pt x="1627" y="4392"/>
                    </a:cubicBezTo>
                    <a:cubicBezTo>
                      <a:pt x="1627" y="4389"/>
                      <a:pt x="1626" y="4385"/>
                      <a:pt x="1626" y="4383"/>
                    </a:cubicBezTo>
                    <a:cubicBezTo>
                      <a:pt x="1627" y="4378"/>
                      <a:pt x="1630" y="4375"/>
                      <a:pt x="1633" y="4372"/>
                    </a:cubicBezTo>
                    <a:cubicBezTo>
                      <a:pt x="1636" y="4370"/>
                      <a:pt x="1637" y="4364"/>
                      <a:pt x="1638" y="4360"/>
                    </a:cubicBezTo>
                    <a:cubicBezTo>
                      <a:pt x="1639" y="4355"/>
                      <a:pt x="1640" y="4351"/>
                      <a:pt x="1641" y="4345"/>
                    </a:cubicBezTo>
                    <a:cubicBezTo>
                      <a:pt x="1642" y="4341"/>
                      <a:pt x="1643" y="4336"/>
                      <a:pt x="1643" y="4332"/>
                    </a:cubicBezTo>
                    <a:cubicBezTo>
                      <a:pt x="1644" y="4327"/>
                      <a:pt x="1645" y="4322"/>
                      <a:pt x="1646" y="4317"/>
                    </a:cubicBezTo>
                    <a:cubicBezTo>
                      <a:pt x="1646" y="4312"/>
                      <a:pt x="1647" y="4308"/>
                      <a:pt x="1649" y="4304"/>
                    </a:cubicBezTo>
                    <a:cubicBezTo>
                      <a:pt x="1650" y="4302"/>
                      <a:pt x="1651" y="4299"/>
                      <a:pt x="1653" y="4298"/>
                    </a:cubicBezTo>
                    <a:cubicBezTo>
                      <a:pt x="1655" y="4297"/>
                      <a:pt x="1656" y="4297"/>
                      <a:pt x="1659" y="4297"/>
                    </a:cubicBezTo>
                    <a:cubicBezTo>
                      <a:pt x="1661" y="4297"/>
                      <a:pt x="1663" y="4297"/>
                      <a:pt x="1665" y="4297"/>
                    </a:cubicBezTo>
                    <a:cubicBezTo>
                      <a:pt x="1667" y="4297"/>
                      <a:pt x="1669" y="4295"/>
                      <a:pt x="1670" y="4294"/>
                    </a:cubicBezTo>
                    <a:cubicBezTo>
                      <a:pt x="1672" y="4292"/>
                      <a:pt x="1673" y="4290"/>
                      <a:pt x="1675" y="4289"/>
                    </a:cubicBezTo>
                    <a:cubicBezTo>
                      <a:pt x="1676" y="4287"/>
                      <a:pt x="1677" y="4285"/>
                      <a:pt x="1678" y="4283"/>
                    </a:cubicBezTo>
                    <a:cubicBezTo>
                      <a:pt x="1679" y="4278"/>
                      <a:pt x="1681" y="4274"/>
                      <a:pt x="1682" y="4270"/>
                    </a:cubicBezTo>
                    <a:cubicBezTo>
                      <a:pt x="1682" y="4268"/>
                      <a:pt x="1683" y="4266"/>
                      <a:pt x="1683" y="4264"/>
                    </a:cubicBezTo>
                    <a:cubicBezTo>
                      <a:pt x="1684" y="4259"/>
                      <a:pt x="1686" y="4254"/>
                      <a:pt x="1689" y="4250"/>
                    </a:cubicBezTo>
                    <a:cubicBezTo>
                      <a:pt x="1692" y="4246"/>
                      <a:pt x="1697" y="4243"/>
                      <a:pt x="1699" y="4238"/>
                    </a:cubicBezTo>
                    <a:cubicBezTo>
                      <a:pt x="1701" y="4232"/>
                      <a:pt x="1703" y="4225"/>
                      <a:pt x="1705" y="4218"/>
                    </a:cubicBezTo>
                    <a:cubicBezTo>
                      <a:pt x="1709" y="4203"/>
                      <a:pt x="1707" y="4188"/>
                      <a:pt x="1708" y="4173"/>
                    </a:cubicBezTo>
                    <a:cubicBezTo>
                      <a:pt x="1708" y="4169"/>
                      <a:pt x="1707" y="4166"/>
                      <a:pt x="1707" y="4163"/>
                    </a:cubicBezTo>
                    <a:cubicBezTo>
                      <a:pt x="1708" y="4159"/>
                      <a:pt x="1710" y="4156"/>
                      <a:pt x="1711" y="4153"/>
                    </a:cubicBezTo>
                    <a:cubicBezTo>
                      <a:pt x="1712" y="4146"/>
                      <a:pt x="1712" y="4138"/>
                      <a:pt x="1709" y="4132"/>
                    </a:cubicBezTo>
                    <a:cubicBezTo>
                      <a:pt x="1707" y="4130"/>
                      <a:pt x="1704" y="4128"/>
                      <a:pt x="1703" y="4125"/>
                    </a:cubicBezTo>
                    <a:cubicBezTo>
                      <a:pt x="1702" y="4121"/>
                      <a:pt x="1705" y="4118"/>
                      <a:pt x="1705" y="4115"/>
                    </a:cubicBezTo>
                    <a:cubicBezTo>
                      <a:pt x="1705" y="4115"/>
                      <a:pt x="1705" y="4114"/>
                      <a:pt x="1705" y="4114"/>
                    </a:cubicBezTo>
                    <a:cubicBezTo>
                      <a:pt x="1705" y="4119"/>
                      <a:pt x="1707" y="4123"/>
                      <a:pt x="1709" y="4128"/>
                    </a:cubicBezTo>
                    <a:cubicBezTo>
                      <a:pt x="1711" y="4133"/>
                      <a:pt x="1714" y="4138"/>
                      <a:pt x="1715" y="4143"/>
                    </a:cubicBezTo>
                    <a:cubicBezTo>
                      <a:pt x="1717" y="4150"/>
                      <a:pt x="1716" y="4155"/>
                      <a:pt x="1714" y="4162"/>
                    </a:cubicBezTo>
                    <a:close/>
                    <a:moveTo>
                      <a:pt x="2085" y="4145"/>
                    </a:moveTo>
                    <a:cubicBezTo>
                      <a:pt x="2082" y="4149"/>
                      <a:pt x="2077" y="4150"/>
                      <a:pt x="2072" y="4150"/>
                    </a:cubicBezTo>
                    <a:cubicBezTo>
                      <a:pt x="2066" y="4148"/>
                      <a:pt x="2057" y="4140"/>
                      <a:pt x="2050" y="4146"/>
                    </a:cubicBezTo>
                    <a:cubicBezTo>
                      <a:pt x="2045" y="4151"/>
                      <a:pt x="2042" y="4160"/>
                      <a:pt x="2033" y="4159"/>
                    </a:cubicBezTo>
                    <a:cubicBezTo>
                      <a:pt x="2029" y="4159"/>
                      <a:pt x="2026" y="4158"/>
                      <a:pt x="2022" y="4157"/>
                    </a:cubicBezTo>
                    <a:cubicBezTo>
                      <a:pt x="2019" y="4157"/>
                      <a:pt x="2016" y="4157"/>
                      <a:pt x="2013" y="4156"/>
                    </a:cubicBezTo>
                    <a:cubicBezTo>
                      <a:pt x="2010" y="4155"/>
                      <a:pt x="2006" y="4153"/>
                      <a:pt x="2006" y="4150"/>
                    </a:cubicBezTo>
                    <a:cubicBezTo>
                      <a:pt x="2006" y="4147"/>
                      <a:pt x="2009" y="4145"/>
                      <a:pt x="2010" y="4144"/>
                    </a:cubicBezTo>
                    <a:cubicBezTo>
                      <a:pt x="2012" y="4143"/>
                      <a:pt x="2013" y="4141"/>
                      <a:pt x="2015" y="4140"/>
                    </a:cubicBezTo>
                    <a:cubicBezTo>
                      <a:pt x="2015" y="4140"/>
                      <a:pt x="2016" y="4139"/>
                      <a:pt x="2016" y="4139"/>
                    </a:cubicBezTo>
                    <a:cubicBezTo>
                      <a:pt x="2017" y="4137"/>
                      <a:pt x="2017" y="4136"/>
                      <a:pt x="2018" y="4134"/>
                    </a:cubicBezTo>
                    <a:cubicBezTo>
                      <a:pt x="2019" y="4133"/>
                      <a:pt x="2019" y="4131"/>
                      <a:pt x="2019" y="4130"/>
                    </a:cubicBezTo>
                    <a:cubicBezTo>
                      <a:pt x="2019" y="4129"/>
                      <a:pt x="2019" y="4128"/>
                      <a:pt x="2019" y="4127"/>
                    </a:cubicBezTo>
                    <a:cubicBezTo>
                      <a:pt x="2019" y="4123"/>
                      <a:pt x="2020" y="4119"/>
                      <a:pt x="2019" y="4116"/>
                    </a:cubicBezTo>
                    <a:cubicBezTo>
                      <a:pt x="2019" y="4115"/>
                      <a:pt x="2019" y="4114"/>
                      <a:pt x="2019" y="4113"/>
                    </a:cubicBezTo>
                    <a:cubicBezTo>
                      <a:pt x="2018" y="4112"/>
                      <a:pt x="2018" y="4112"/>
                      <a:pt x="2018" y="4111"/>
                    </a:cubicBezTo>
                    <a:cubicBezTo>
                      <a:pt x="2017" y="4111"/>
                      <a:pt x="2017" y="4110"/>
                      <a:pt x="2017" y="4109"/>
                    </a:cubicBezTo>
                    <a:cubicBezTo>
                      <a:pt x="2017" y="4108"/>
                      <a:pt x="2017" y="4107"/>
                      <a:pt x="2016" y="4107"/>
                    </a:cubicBezTo>
                    <a:cubicBezTo>
                      <a:pt x="2015" y="4106"/>
                      <a:pt x="2015" y="4106"/>
                      <a:pt x="2015" y="4106"/>
                    </a:cubicBezTo>
                    <a:cubicBezTo>
                      <a:pt x="2015" y="4105"/>
                      <a:pt x="2015" y="4104"/>
                      <a:pt x="2015" y="4103"/>
                    </a:cubicBezTo>
                    <a:cubicBezTo>
                      <a:pt x="2015" y="4102"/>
                      <a:pt x="2015" y="4102"/>
                      <a:pt x="2016" y="4102"/>
                    </a:cubicBezTo>
                    <a:cubicBezTo>
                      <a:pt x="2016" y="4100"/>
                      <a:pt x="2016" y="4098"/>
                      <a:pt x="2016" y="4096"/>
                    </a:cubicBezTo>
                    <a:cubicBezTo>
                      <a:pt x="2017" y="4091"/>
                      <a:pt x="2018" y="4082"/>
                      <a:pt x="2026" y="4082"/>
                    </a:cubicBezTo>
                    <a:cubicBezTo>
                      <a:pt x="2027" y="4087"/>
                      <a:pt x="2029" y="4093"/>
                      <a:pt x="2034" y="4096"/>
                    </a:cubicBezTo>
                    <a:cubicBezTo>
                      <a:pt x="2038" y="4098"/>
                      <a:pt x="2042" y="4095"/>
                      <a:pt x="2045" y="4093"/>
                    </a:cubicBezTo>
                    <a:cubicBezTo>
                      <a:pt x="2049" y="4090"/>
                      <a:pt x="2052" y="4086"/>
                      <a:pt x="2057" y="4085"/>
                    </a:cubicBezTo>
                    <a:cubicBezTo>
                      <a:pt x="2061" y="4085"/>
                      <a:pt x="2064" y="4086"/>
                      <a:pt x="2062" y="4089"/>
                    </a:cubicBezTo>
                    <a:cubicBezTo>
                      <a:pt x="2058" y="4094"/>
                      <a:pt x="2051" y="4098"/>
                      <a:pt x="2047" y="4102"/>
                    </a:cubicBezTo>
                    <a:cubicBezTo>
                      <a:pt x="2043" y="4104"/>
                      <a:pt x="2039" y="4108"/>
                      <a:pt x="2039" y="4112"/>
                    </a:cubicBezTo>
                    <a:cubicBezTo>
                      <a:pt x="2038" y="4120"/>
                      <a:pt x="2046" y="4127"/>
                      <a:pt x="2053" y="4129"/>
                    </a:cubicBezTo>
                    <a:cubicBezTo>
                      <a:pt x="2063" y="4131"/>
                      <a:pt x="2075" y="4128"/>
                      <a:pt x="2084" y="4134"/>
                    </a:cubicBezTo>
                    <a:cubicBezTo>
                      <a:pt x="2087" y="4137"/>
                      <a:pt x="2088" y="4142"/>
                      <a:pt x="2085" y="4145"/>
                    </a:cubicBezTo>
                    <a:close/>
                    <a:moveTo>
                      <a:pt x="2554" y="4320"/>
                    </a:moveTo>
                    <a:cubicBezTo>
                      <a:pt x="2551" y="4325"/>
                      <a:pt x="2542" y="4326"/>
                      <a:pt x="2538" y="4326"/>
                    </a:cubicBezTo>
                    <a:cubicBezTo>
                      <a:pt x="2532" y="4327"/>
                      <a:pt x="2525" y="4325"/>
                      <a:pt x="2520" y="4321"/>
                    </a:cubicBezTo>
                    <a:cubicBezTo>
                      <a:pt x="2517" y="4318"/>
                      <a:pt x="2515" y="4313"/>
                      <a:pt x="2512" y="4309"/>
                    </a:cubicBezTo>
                    <a:cubicBezTo>
                      <a:pt x="2510" y="4306"/>
                      <a:pt x="2507" y="4302"/>
                      <a:pt x="2505" y="4300"/>
                    </a:cubicBezTo>
                    <a:cubicBezTo>
                      <a:pt x="2504" y="4299"/>
                      <a:pt x="2502" y="4299"/>
                      <a:pt x="2501" y="4298"/>
                    </a:cubicBezTo>
                    <a:cubicBezTo>
                      <a:pt x="2500" y="4297"/>
                      <a:pt x="2498" y="4296"/>
                      <a:pt x="2497" y="4295"/>
                    </a:cubicBezTo>
                    <a:cubicBezTo>
                      <a:pt x="2496" y="4293"/>
                      <a:pt x="2496" y="4291"/>
                      <a:pt x="2496" y="4289"/>
                    </a:cubicBezTo>
                    <a:cubicBezTo>
                      <a:pt x="2496" y="4287"/>
                      <a:pt x="2497" y="4285"/>
                      <a:pt x="2498" y="4284"/>
                    </a:cubicBezTo>
                    <a:cubicBezTo>
                      <a:pt x="2500" y="4282"/>
                      <a:pt x="2501" y="4280"/>
                      <a:pt x="2503" y="4277"/>
                    </a:cubicBezTo>
                    <a:cubicBezTo>
                      <a:pt x="2504" y="4275"/>
                      <a:pt x="2506" y="4273"/>
                      <a:pt x="2506" y="4270"/>
                    </a:cubicBezTo>
                    <a:cubicBezTo>
                      <a:pt x="2504" y="4270"/>
                      <a:pt x="2502" y="4269"/>
                      <a:pt x="2500" y="4269"/>
                    </a:cubicBezTo>
                    <a:cubicBezTo>
                      <a:pt x="2499" y="4269"/>
                      <a:pt x="2498" y="4269"/>
                      <a:pt x="2497" y="4269"/>
                    </a:cubicBezTo>
                    <a:cubicBezTo>
                      <a:pt x="2494" y="4269"/>
                      <a:pt x="2492" y="4270"/>
                      <a:pt x="2490" y="4270"/>
                    </a:cubicBezTo>
                    <a:cubicBezTo>
                      <a:pt x="2488" y="4270"/>
                      <a:pt x="2485" y="4270"/>
                      <a:pt x="2483" y="4270"/>
                    </a:cubicBezTo>
                    <a:cubicBezTo>
                      <a:pt x="2481" y="4270"/>
                      <a:pt x="2479" y="4270"/>
                      <a:pt x="2477" y="4269"/>
                    </a:cubicBezTo>
                    <a:cubicBezTo>
                      <a:pt x="2477" y="4269"/>
                      <a:pt x="2477" y="4269"/>
                      <a:pt x="2477" y="4269"/>
                    </a:cubicBezTo>
                    <a:cubicBezTo>
                      <a:pt x="2476" y="4269"/>
                      <a:pt x="2475" y="4268"/>
                      <a:pt x="2474" y="4268"/>
                    </a:cubicBezTo>
                    <a:cubicBezTo>
                      <a:pt x="2473" y="4268"/>
                      <a:pt x="2470" y="4268"/>
                      <a:pt x="2469" y="4266"/>
                    </a:cubicBezTo>
                    <a:cubicBezTo>
                      <a:pt x="2468" y="4265"/>
                      <a:pt x="2467" y="4262"/>
                      <a:pt x="2468" y="4261"/>
                    </a:cubicBezTo>
                    <a:cubicBezTo>
                      <a:pt x="2469" y="4259"/>
                      <a:pt x="2472" y="4259"/>
                      <a:pt x="2474" y="4257"/>
                    </a:cubicBezTo>
                    <a:cubicBezTo>
                      <a:pt x="2476" y="4255"/>
                      <a:pt x="2477" y="4251"/>
                      <a:pt x="2479" y="4248"/>
                    </a:cubicBezTo>
                    <a:cubicBezTo>
                      <a:pt x="2480" y="4246"/>
                      <a:pt x="2481" y="4244"/>
                      <a:pt x="2482" y="4243"/>
                    </a:cubicBezTo>
                    <a:cubicBezTo>
                      <a:pt x="2482" y="4241"/>
                      <a:pt x="2482" y="4240"/>
                      <a:pt x="2482" y="4239"/>
                    </a:cubicBezTo>
                    <a:cubicBezTo>
                      <a:pt x="2482" y="4237"/>
                      <a:pt x="2482" y="4237"/>
                      <a:pt x="2481" y="4236"/>
                    </a:cubicBezTo>
                    <a:cubicBezTo>
                      <a:pt x="2479" y="4236"/>
                      <a:pt x="2476" y="4235"/>
                      <a:pt x="2474" y="4235"/>
                    </a:cubicBezTo>
                    <a:cubicBezTo>
                      <a:pt x="2469" y="4234"/>
                      <a:pt x="2465" y="4235"/>
                      <a:pt x="2460" y="4235"/>
                    </a:cubicBezTo>
                    <a:cubicBezTo>
                      <a:pt x="2458" y="4235"/>
                      <a:pt x="2457" y="4234"/>
                      <a:pt x="2455" y="4234"/>
                    </a:cubicBezTo>
                    <a:cubicBezTo>
                      <a:pt x="2454" y="4234"/>
                      <a:pt x="2452" y="4234"/>
                      <a:pt x="2451" y="4233"/>
                    </a:cubicBezTo>
                    <a:cubicBezTo>
                      <a:pt x="2449" y="4231"/>
                      <a:pt x="2448" y="4225"/>
                      <a:pt x="2448" y="4222"/>
                    </a:cubicBezTo>
                    <a:cubicBezTo>
                      <a:pt x="2448" y="4220"/>
                      <a:pt x="2448" y="4218"/>
                      <a:pt x="2448" y="4215"/>
                    </a:cubicBezTo>
                    <a:cubicBezTo>
                      <a:pt x="2448" y="4212"/>
                      <a:pt x="2448" y="4212"/>
                      <a:pt x="2448" y="4212"/>
                    </a:cubicBezTo>
                    <a:cubicBezTo>
                      <a:pt x="2448" y="4210"/>
                      <a:pt x="2447" y="4208"/>
                      <a:pt x="2445" y="4206"/>
                    </a:cubicBezTo>
                    <a:cubicBezTo>
                      <a:pt x="2445" y="4205"/>
                      <a:pt x="2444" y="4205"/>
                      <a:pt x="2442" y="4205"/>
                    </a:cubicBezTo>
                    <a:cubicBezTo>
                      <a:pt x="2441" y="4204"/>
                      <a:pt x="2440" y="4204"/>
                      <a:pt x="2438" y="4203"/>
                    </a:cubicBezTo>
                    <a:cubicBezTo>
                      <a:pt x="2436" y="4202"/>
                      <a:pt x="2433" y="4201"/>
                      <a:pt x="2431" y="4199"/>
                    </a:cubicBezTo>
                    <a:cubicBezTo>
                      <a:pt x="2429" y="4198"/>
                      <a:pt x="2427" y="4197"/>
                      <a:pt x="2426" y="4195"/>
                    </a:cubicBezTo>
                    <a:cubicBezTo>
                      <a:pt x="2423" y="4191"/>
                      <a:pt x="2420" y="4187"/>
                      <a:pt x="2423" y="4182"/>
                    </a:cubicBezTo>
                    <a:cubicBezTo>
                      <a:pt x="2424" y="4180"/>
                      <a:pt x="2425" y="4179"/>
                      <a:pt x="2427" y="4178"/>
                    </a:cubicBezTo>
                    <a:cubicBezTo>
                      <a:pt x="2429" y="4177"/>
                      <a:pt x="2431" y="4177"/>
                      <a:pt x="2432" y="4177"/>
                    </a:cubicBezTo>
                    <a:cubicBezTo>
                      <a:pt x="2434" y="4176"/>
                      <a:pt x="2437" y="4177"/>
                      <a:pt x="2439" y="4177"/>
                    </a:cubicBezTo>
                    <a:cubicBezTo>
                      <a:pt x="2441" y="4176"/>
                      <a:pt x="2444" y="4174"/>
                      <a:pt x="2444" y="4172"/>
                    </a:cubicBezTo>
                    <a:cubicBezTo>
                      <a:pt x="2444" y="4170"/>
                      <a:pt x="2444" y="4168"/>
                      <a:pt x="2442" y="4166"/>
                    </a:cubicBezTo>
                    <a:cubicBezTo>
                      <a:pt x="2441" y="4164"/>
                      <a:pt x="2440" y="4164"/>
                      <a:pt x="2439" y="4163"/>
                    </a:cubicBezTo>
                    <a:cubicBezTo>
                      <a:pt x="2438" y="4161"/>
                      <a:pt x="2437" y="4159"/>
                      <a:pt x="2436" y="4158"/>
                    </a:cubicBezTo>
                    <a:cubicBezTo>
                      <a:pt x="2435" y="4156"/>
                      <a:pt x="2434" y="4153"/>
                      <a:pt x="2433" y="4151"/>
                    </a:cubicBezTo>
                    <a:cubicBezTo>
                      <a:pt x="2431" y="4147"/>
                      <a:pt x="2429" y="4142"/>
                      <a:pt x="2428" y="4137"/>
                    </a:cubicBezTo>
                    <a:cubicBezTo>
                      <a:pt x="2427" y="4134"/>
                      <a:pt x="2427" y="4132"/>
                      <a:pt x="2427" y="4129"/>
                    </a:cubicBezTo>
                    <a:cubicBezTo>
                      <a:pt x="2428" y="4124"/>
                      <a:pt x="2429" y="4118"/>
                      <a:pt x="2432" y="4115"/>
                    </a:cubicBezTo>
                    <a:cubicBezTo>
                      <a:pt x="2434" y="4111"/>
                      <a:pt x="2436" y="4114"/>
                      <a:pt x="2437" y="4117"/>
                    </a:cubicBezTo>
                    <a:cubicBezTo>
                      <a:pt x="2439" y="4121"/>
                      <a:pt x="2440" y="4128"/>
                      <a:pt x="2444" y="4130"/>
                    </a:cubicBezTo>
                    <a:cubicBezTo>
                      <a:pt x="2448" y="4133"/>
                      <a:pt x="2451" y="4128"/>
                      <a:pt x="2453" y="4125"/>
                    </a:cubicBezTo>
                    <a:cubicBezTo>
                      <a:pt x="2457" y="4115"/>
                      <a:pt x="2455" y="4103"/>
                      <a:pt x="2458" y="4092"/>
                    </a:cubicBezTo>
                    <a:cubicBezTo>
                      <a:pt x="2459" y="4087"/>
                      <a:pt x="2461" y="4082"/>
                      <a:pt x="2462" y="4077"/>
                    </a:cubicBezTo>
                    <a:cubicBezTo>
                      <a:pt x="2463" y="4073"/>
                      <a:pt x="2464" y="4068"/>
                      <a:pt x="2466" y="4064"/>
                    </a:cubicBezTo>
                    <a:cubicBezTo>
                      <a:pt x="2468" y="4058"/>
                      <a:pt x="2479" y="4044"/>
                      <a:pt x="2486" y="4050"/>
                    </a:cubicBezTo>
                    <a:cubicBezTo>
                      <a:pt x="2490" y="4052"/>
                      <a:pt x="2489" y="4060"/>
                      <a:pt x="2489" y="4064"/>
                    </a:cubicBezTo>
                    <a:cubicBezTo>
                      <a:pt x="2489" y="4071"/>
                      <a:pt x="2489" y="4078"/>
                      <a:pt x="2488" y="4084"/>
                    </a:cubicBezTo>
                    <a:cubicBezTo>
                      <a:pt x="2487" y="4090"/>
                      <a:pt x="2485" y="4096"/>
                      <a:pt x="2482" y="4101"/>
                    </a:cubicBezTo>
                    <a:cubicBezTo>
                      <a:pt x="2480" y="4105"/>
                      <a:pt x="2477" y="4109"/>
                      <a:pt x="2475" y="4113"/>
                    </a:cubicBezTo>
                    <a:cubicBezTo>
                      <a:pt x="2473" y="4117"/>
                      <a:pt x="2474" y="4122"/>
                      <a:pt x="2474" y="4126"/>
                    </a:cubicBezTo>
                    <a:cubicBezTo>
                      <a:pt x="2474" y="4132"/>
                      <a:pt x="2474" y="4138"/>
                      <a:pt x="2471" y="4143"/>
                    </a:cubicBezTo>
                    <a:cubicBezTo>
                      <a:pt x="2468" y="4149"/>
                      <a:pt x="2464" y="4153"/>
                      <a:pt x="2460" y="4157"/>
                    </a:cubicBezTo>
                    <a:cubicBezTo>
                      <a:pt x="2457" y="4160"/>
                      <a:pt x="2456" y="4164"/>
                      <a:pt x="2457" y="4168"/>
                    </a:cubicBezTo>
                    <a:cubicBezTo>
                      <a:pt x="2461" y="4177"/>
                      <a:pt x="2472" y="4183"/>
                      <a:pt x="2472" y="4194"/>
                    </a:cubicBezTo>
                    <a:cubicBezTo>
                      <a:pt x="2472" y="4202"/>
                      <a:pt x="2465" y="4214"/>
                      <a:pt x="2473" y="4220"/>
                    </a:cubicBezTo>
                    <a:cubicBezTo>
                      <a:pt x="2480" y="4226"/>
                      <a:pt x="2496" y="4222"/>
                      <a:pt x="2498" y="4233"/>
                    </a:cubicBezTo>
                    <a:cubicBezTo>
                      <a:pt x="2499" y="4239"/>
                      <a:pt x="2496" y="4244"/>
                      <a:pt x="2495" y="4249"/>
                    </a:cubicBezTo>
                    <a:cubicBezTo>
                      <a:pt x="2495" y="4254"/>
                      <a:pt x="2497" y="4255"/>
                      <a:pt x="2502" y="4254"/>
                    </a:cubicBezTo>
                    <a:cubicBezTo>
                      <a:pt x="2507" y="4254"/>
                      <a:pt x="2514" y="4251"/>
                      <a:pt x="2519" y="4253"/>
                    </a:cubicBezTo>
                    <a:cubicBezTo>
                      <a:pt x="2524" y="4254"/>
                      <a:pt x="2520" y="4259"/>
                      <a:pt x="2518" y="4262"/>
                    </a:cubicBezTo>
                    <a:cubicBezTo>
                      <a:pt x="2516" y="4264"/>
                      <a:pt x="2507" y="4270"/>
                      <a:pt x="2507" y="4274"/>
                    </a:cubicBezTo>
                    <a:cubicBezTo>
                      <a:pt x="2507" y="4278"/>
                      <a:pt x="2517" y="4276"/>
                      <a:pt x="2519" y="4276"/>
                    </a:cubicBezTo>
                    <a:cubicBezTo>
                      <a:pt x="2524" y="4276"/>
                      <a:pt x="2532" y="4275"/>
                      <a:pt x="2536" y="4279"/>
                    </a:cubicBezTo>
                    <a:cubicBezTo>
                      <a:pt x="2539" y="4282"/>
                      <a:pt x="2538" y="4288"/>
                      <a:pt x="2538" y="4292"/>
                    </a:cubicBezTo>
                    <a:cubicBezTo>
                      <a:pt x="2539" y="4299"/>
                      <a:pt x="2543" y="4304"/>
                      <a:pt x="2547" y="4309"/>
                    </a:cubicBezTo>
                    <a:cubicBezTo>
                      <a:pt x="2550" y="4311"/>
                      <a:pt x="2556" y="4316"/>
                      <a:pt x="2554" y="43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" name="Freeform 3605">
                <a:extLst>
                  <a:ext uri="{FF2B5EF4-FFF2-40B4-BE49-F238E27FC236}">
                    <a16:creationId xmlns:a16="http://schemas.microsoft.com/office/drawing/2014/main" id="{906E848A-4356-8B44-BB94-358A2AF07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482"/>
                <a:ext cx="4" cy="4"/>
              </a:xfrm>
              <a:custGeom>
                <a:avLst/>
                <a:gdLst>
                  <a:gd name="T0" fmla="*/ 2 w 10"/>
                  <a:gd name="T1" fmla="*/ 1 h 9"/>
                  <a:gd name="T2" fmla="*/ 0 w 10"/>
                  <a:gd name="T3" fmla="*/ 5 h 9"/>
                  <a:gd name="T4" fmla="*/ 1 w 10"/>
                  <a:gd name="T5" fmla="*/ 8 h 9"/>
                  <a:gd name="T6" fmla="*/ 4 w 10"/>
                  <a:gd name="T7" fmla="*/ 9 h 9"/>
                  <a:gd name="T8" fmla="*/ 9 w 10"/>
                  <a:gd name="T9" fmla="*/ 6 h 9"/>
                  <a:gd name="T10" fmla="*/ 8 w 10"/>
                  <a:gd name="T11" fmla="*/ 2 h 9"/>
                  <a:gd name="T12" fmla="*/ 2 w 10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2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2" y="9"/>
                      <a:pt x="2" y="9"/>
                      <a:pt x="4" y="9"/>
                    </a:cubicBezTo>
                    <a:cubicBezTo>
                      <a:pt x="5" y="9"/>
                      <a:pt x="8" y="8"/>
                      <a:pt x="9" y="6"/>
                    </a:cubicBezTo>
                    <a:cubicBezTo>
                      <a:pt x="10" y="5"/>
                      <a:pt x="9" y="3"/>
                      <a:pt x="8" y="2"/>
                    </a:cubicBezTo>
                    <a:cubicBezTo>
                      <a:pt x="6" y="1"/>
                      <a:pt x="4" y="0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" name="Freeform 3606">
                <a:extLst>
                  <a:ext uri="{FF2B5EF4-FFF2-40B4-BE49-F238E27FC236}">
                    <a16:creationId xmlns:a16="http://schemas.microsoft.com/office/drawing/2014/main" id="{55A794D4-C84F-994A-8982-15A8A8B2A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" name="Freeform 3607">
                <a:extLst>
                  <a:ext uri="{FF2B5EF4-FFF2-40B4-BE49-F238E27FC236}">
                    <a16:creationId xmlns:a16="http://schemas.microsoft.com/office/drawing/2014/main" id="{E0916BB1-BA25-FC49-A631-D70365889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850"/>
                <a:ext cx="15" cy="7"/>
              </a:xfrm>
              <a:custGeom>
                <a:avLst/>
                <a:gdLst>
                  <a:gd name="T0" fmla="*/ 35 w 36"/>
                  <a:gd name="T1" fmla="*/ 10 h 19"/>
                  <a:gd name="T2" fmla="*/ 34 w 36"/>
                  <a:gd name="T3" fmla="*/ 9 h 19"/>
                  <a:gd name="T4" fmla="*/ 31 w 36"/>
                  <a:gd name="T5" fmla="*/ 6 h 19"/>
                  <a:gd name="T6" fmla="*/ 27 w 36"/>
                  <a:gd name="T7" fmla="*/ 4 h 19"/>
                  <a:gd name="T8" fmla="*/ 25 w 36"/>
                  <a:gd name="T9" fmla="*/ 2 h 19"/>
                  <a:gd name="T10" fmla="*/ 19 w 36"/>
                  <a:gd name="T11" fmla="*/ 0 h 19"/>
                  <a:gd name="T12" fmla="*/ 15 w 36"/>
                  <a:gd name="T13" fmla="*/ 0 h 19"/>
                  <a:gd name="T14" fmla="*/ 10 w 36"/>
                  <a:gd name="T15" fmla="*/ 0 h 19"/>
                  <a:gd name="T16" fmla="*/ 4 w 36"/>
                  <a:gd name="T17" fmla="*/ 2 h 19"/>
                  <a:gd name="T18" fmla="*/ 1 w 36"/>
                  <a:gd name="T19" fmla="*/ 4 h 19"/>
                  <a:gd name="T20" fmla="*/ 1 w 36"/>
                  <a:gd name="T21" fmla="*/ 7 h 19"/>
                  <a:gd name="T22" fmla="*/ 4 w 36"/>
                  <a:gd name="T23" fmla="*/ 7 h 19"/>
                  <a:gd name="T24" fmla="*/ 8 w 36"/>
                  <a:gd name="T25" fmla="*/ 8 h 19"/>
                  <a:gd name="T26" fmla="*/ 12 w 36"/>
                  <a:gd name="T27" fmla="*/ 10 h 19"/>
                  <a:gd name="T28" fmla="*/ 17 w 36"/>
                  <a:gd name="T29" fmla="*/ 13 h 19"/>
                  <a:gd name="T30" fmla="*/ 18 w 36"/>
                  <a:gd name="T31" fmla="*/ 14 h 19"/>
                  <a:gd name="T32" fmla="*/ 19 w 36"/>
                  <a:gd name="T33" fmla="*/ 14 h 19"/>
                  <a:gd name="T34" fmla="*/ 23 w 36"/>
                  <a:gd name="T35" fmla="*/ 17 h 19"/>
                  <a:gd name="T36" fmla="*/ 26 w 36"/>
                  <a:gd name="T37" fmla="*/ 18 h 19"/>
                  <a:gd name="T38" fmla="*/ 30 w 36"/>
                  <a:gd name="T39" fmla="*/ 18 h 19"/>
                  <a:gd name="T40" fmla="*/ 35 w 36"/>
                  <a:gd name="T41" fmla="*/ 17 h 19"/>
                  <a:gd name="T42" fmla="*/ 35 w 36"/>
                  <a:gd name="T43" fmla="*/ 14 h 19"/>
                  <a:gd name="T44" fmla="*/ 35 w 36"/>
                  <a:gd name="T45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19">
                    <a:moveTo>
                      <a:pt x="35" y="1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8"/>
                      <a:pt x="32" y="7"/>
                      <a:pt x="31" y="6"/>
                    </a:cubicBezTo>
                    <a:cubicBezTo>
                      <a:pt x="30" y="6"/>
                      <a:pt x="29" y="5"/>
                      <a:pt x="27" y="4"/>
                    </a:cubicBezTo>
                    <a:cubicBezTo>
                      <a:pt x="27" y="4"/>
                      <a:pt x="26" y="3"/>
                      <a:pt x="25" y="2"/>
                    </a:cubicBezTo>
                    <a:cubicBezTo>
                      <a:pt x="24" y="1"/>
                      <a:pt x="21" y="0"/>
                      <a:pt x="19" y="0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3" y="0"/>
                      <a:pt x="12" y="0"/>
                      <a:pt x="10" y="0"/>
                    </a:cubicBezTo>
                    <a:cubicBezTo>
                      <a:pt x="8" y="0"/>
                      <a:pt x="6" y="1"/>
                      <a:pt x="4" y="2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5" y="7"/>
                      <a:pt x="7" y="7"/>
                      <a:pt x="8" y="8"/>
                    </a:cubicBezTo>
                    <a:cubicBezTo>
                      <a:pt x="9" y="8"/>
                      <a:pt x="11" y="9"/>
                      <a:pt x="12" y="10"/>
                    </a:cubicBezTo>
                    <a:cubicBezTo>
                      <a:pt x="14" y="11"/>
                      <a:pt x="15" y="12"/>
                      <a:pt x="17" y="13"/>
                    </a:cubicBezTo>
                    <a:cubicBezTo>
                      <a:pt x="17" y="13"/>
                      <a:pt x="18" y="13"/>
                      <a:pt x="18" y="14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20" y="15"/>
                      <a:pt x="22" y="16"/>
                      <a:pt x="23" y="17"/>
                    </a:cubicBezTo>
                    <a:cubicBezTo>
                      <a:pt x="24" y="17"/>
                      <a:pt x="25" y="18"/>
                      <a:pt x="26" y="18"/>
                    </a:cubicBezTo>
                    <a:cubicBezTo>
                      <a:pt x="27" y="19"/>
                      <a:pt x="29" y="19"/>
                      <a:pt x="30" y="18"/>
                    </a:cubicBezTo>
                    <a:cubicBezTo>
                      <a:pt x="32" y="18"/>
                      <a:pt x="34" y="18"/>
                      <a:pt x="35" y="17"/>
                    </a:cubicBezTo>
                    <a:cubicBezTo>
                      <a:pt x="36" y="17"/>
                      <a:pt x="35" y="15"/>
                      <a:pt x="35" y="14"/>
                    </a:cubicBezTo>
                    <a:cubicBezTo>
                      <a:pt x="36" y="12"/>
                      <a:pt x="36" y="11"/>
                      <a:pt x="35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" name="Freeform 3608">
                <a:extLst>
                  <a:ext uri="{FF2B5EF4-FFF2-40B4-BE49-F238E27FC236}">
                    <a16:creationId xmlns:a16="http://schemas.microsoft.com/office/drawing/2014/main" id="{CF0DC45C-7389-6642-9A76-5A8554CCA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547"/>
                <a:ext cx="25" cy="6"/>
              </a:xfrm>
              <a:custGeom>
                <a:avLst/>
                <a:gdLst>
                  <a:gd name="T0" fmla="*/ 4 w 62"/>
                  <a:gd name="T1" fmla="*/ 11 h 15"/>
                  <a:gd name="T2" fmla="*/ 7 w 62"/>
                  <a:gd name="T3" fmla="*/ 13 h 15"/>
                  <a:gd name="T4" fmla="*/ 10 w 62"/>
                  <a:gd name="T5" fmla="*/ 14 h 15"/>
                  <a:gd name="T6" fmla="*/ 17 w 62"/>
                  <a:gd name="T7" fmla="*/ 14 h 15"/>
                  <a:gd name="T8" fmla="*/ 23 w 62"/>
                  <a:gd name="T9" fmla="*/ 13 h 15"/>
                  <a:gd name="T10" fmla="*/ 26 w 62"/>
                  <a:gd name="T11" fmla="*/ 14 h 15"/>
                  <a:gd name="T12" fmla="*/ 31 w 62"/>
                  <a:gd name="T13" fmla="*/ 15 h 15"/>
                  <a:gd name="T14" fmla="*/ 39 w 62"/>
                  <a:gd name="T15" fmla="*/ 15 h 15"/>
                  <a:gd name="T16" fmla="*/ 44 w 62"/>
                  <a:gd name="T17" fmla="*/ 15 h 15"/>
                  <a:gd name="T18" fmla="*/ 50 w 62"/>
                  <a:gd name="T19" fmla="*/ 14 h 15"/>
                  <a:gd name="T20" fmla="*/ 55 w 62"/>
                  <a:gd name="T21" fmla="*/ 14 h 15"/>
                  <a:gd name="T22" fmla="*/ 58 w 62"/>
                  <a:gd name="T23" fmla="*/ 8 h 15"/>
                  <a:gd name="T24" fmla="*/ 53 w 62"/>
                  <a:gd name="T25" fmla="*/ 6 h 15"/>
                  <a:gd name="T26" fmla="*/ 48 w 62"/>
                  <a:gd name="T27" fmla="*/ 3 h 15"/>
                  <a:gd name="T28" fmla="*/ 36 w 62"/>
                  <a:gd name="T29" fmla="*/ 0 h 15"/>
                  <a:gd name="T30" fmla="*/ 24 w 62"/>
                  <a:gd name="T31" fmla="*/ 1 h 15"/>
                  <a:gd name="T32" fmla="*/ 13 w 62"/>
                  <a:gd name="T33" fmla="*/ 2 h 15"/>
                  <a:gd name="T34" fmla="*/ 2 w 62"/>
                  <a:gd name="T35" fmla="*/ 5 h 15"/>
                  <a:gd name="T36" fmla="*/ 4 w 62"/>
                  <a:gd name="T3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2" h="15">
                    <a:moveTo>
                      <a:pt x="4" y="11"/>
                    </a:moveTo>
                    <a:cubicBezTo>
                      <a:pt x="5" y="12"/>
                      <a:pt x="6" y="12"/>
                      <a:pt x="7" y="13"/>
                    </a:cubicBezTo>
                    <a:cubicBezTo>
                      <a:pt x="8" y="13"/>
                      <a:pt x="9" y="14"/>
                      <a:pt x="10" y="14"/>
                    </a:cubicBezTo>
                    <a:cubicBezTo>
                      <a:pt x="12" y="15"/>
                      <a:pt x="15" y="14"/>
                      <a:pt x="17" y="14"/>
                    </a:cubicBezTo>
                    <a:cubicBezTo>
                      <a:pt x="19" y="15"/>
                      <a:pt x="21" y="13"/>
                      <a:pt x="23" y="13"/>
                    </a:cubicBezTo>
                    <a:cubicBezTo>
                      <a:pt x="24" y="13"/>
                      <a:pt x="25" y="14"/>
                      <a:pt x="26" y="14"/>
                    </a:cubicBezTo>
                    <a:cubicBezTo>
                      <a:pt x="28" y="15"/>
                      <a:pt x="30" y="15"/>
                      <a:pt x="31" y="15"/>
                    </a:cubicBezTo>
                    <a:cubicBezTo>
                      <a:pt x="34" y="15"/>
                      <a:pt x="37" y="14"/>
                      <a:pt x="39" y="15"/>
                    </a:cubicBezTo>
                    <a:cubicBezTo>
                      <a:pt x="41" y="15"/>
                      <a:pt x="43" y="15"/>
                      <a:pt x="44" y="15"/>
                    </a:cubicBezTo>
                    <a:cubicBezTo>
                      <a:pt x="46" y="15"/>
                      <a:pt x="48" y="15"/>
                      <a:pt x="50" y="14"/>
                    </a:cubicBezTo>
                    <a:cubicBezTo>
                      <a:pt x="52" y="14"/>
                      <a:pt x="53" y="14"/>
                      <a:pt x="55" y="14"/>
                    </a:cubicBezTo>
                    <a:cubicBezTo>
                      <a:pt x="58" y="14"/>
                      <a:pt x="62" y="10"/>
                      <a:pt x="58" y="8"/>
                    </a:cubicBezTo>
                    <a:cubicBezTo>
                      <a:pt x="56" y="7"/>
                      <a:pt x="54" y="7"/>
                      <a:pt x="53" y="6"/>
                    </a:cubicBezTo>
                    <a:cubicBezTo>
                      <a:pt x="51" y="5"/>
                      <a:pt x="49" y="4"/>
                      <a:pt x="48" y="3"/>
                    </a:cubicBezTo>
                    <a:cubicBezTo>
                      <a:pt x="44" y="1"/>
                      <a:pt x="40" y="0"/>
                      <a:pt x="36" y="0"/>
                    </a:cubicBezTo>
                    <a:cubicBezTo>
                      <a:pt x="32" y="0"/>
                      <a:pt x="28" y="1"/>
                      <a:pt x="24" y="1"/>
                    </a:cubicBezTo>
                    <a:cubicBezTo>
                      <a:pt x="20" y="1"/>
                      <a:pt x="16" y="2"/>
                      <a:pt x="13" y="2"/>
                    </a:cubicBezTo>
                    <a:cubicBezTo>
                      <a:pt x="9" y="2"/>
                      <a:pt x="4" y="1"/>
                      <a:pt x="2" y="5"/>
                    </a:cubicBezTo>
                    <a:cubicBezTo>
                      <a:pt x="0" y="8"/>
                      <a:pt x="2" y="10"/>
                      <a:pt x="4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" name="Freeform 3609">
                <a:extLst>
                  <a:ext uri="{FF2B5EF4-FFF2-40B4-BE49-F238E27FC236}">
                    <a16:creationId xmlns:a16="http://schemas.microsoft.com/office/drawing/2014/main" id="{D91E2A0B-40DA-964C-906B-DC3E8EF842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41" y="513"/>
                <a:ext cx="684" cy="985"/>
              </a:xfrm>
              <a:custGeom>
                <a:avLst/>
                <a:gdLst>
                  <a:gd name="T0" fmla="*/ 576 w 1681"/>
                  <a:gd name="T1" fmla="*/ 2379 h 2419"/>
                  <a:gd name="T2" fmla="*/ 625 w 1681"/>
                  <a:gd name="T3" fmla="*/ 2384 h 2419"/>
                  <a:gd name="T4" fmla="*/ 672 w 1681"/>
                  <a:gd name="T5" fmla="*/ 2318 h 2419"/>
                  <a:gd name="T6" fmla="*/ 627 w 1681"/>
                  <a:gd name="T7" fmla="*/ 2235 h 2419"/>
                  <a:gd name="T8" fmla="*/ 686 w 1681"/>
                  <a:gd name="T9" fmla="*/ 2128 h 2419"/>
                  <a:gd name="T10" fmla="*/ 819 w 1681"/>
                  <a:gd name="T11" fmla="*/ 2168 h 2419"/>
                  <a:gd name="T12" fmla="*/ 1016 w 1681"/>
                  <a:gd name="T13" fmla="*/ 2303 h 2419"/>
                  <a:gd name="T14" fmla="*/ 1157 w 1681"/>
                  <a:gd name="T15" fmla="*/ 2332 h 2419"/>
                  <a:gd name="T16" fmla="*/ 1419 w 1681"/>
                  <a:gd name="T17" fmla="*/ 2210 h 2419"/>
                  <a:gd name="T18" fmla="*/ 1229 w 1681"/>
                  <a:gd name="T19" fmla="*/ 2010 h 2419"/>
                  <a:gd name="T20" fmla="*/ 1217 w 1681"/>
                  <a:gd name="T21" fmla="*/ 1875 h 2419"/>
                  <a:gd name="T22" fmla="*/ 1258 w 1681"/>
                  <a:gd name="T23" fmla="*/ 1815 h 2419"/>
                  <a:gd name="T24" fmla="*/ 1130 w 1681"/>
                  <a:gd name="T25" fmla="*/ 1614 h 2419"/>
                  <a:gd name="T26" fmla="*/ 1072 w 1681"/>
                  <a:gd name="T27" fmla="*/ 1338 h 2419"/>
                  <a:gd name="T28" fmla="*/ 993 w 1681"/>
                  <a:gd name="T29" fmla="*/ 1141 h 2419"/>
                  <a:gd name="T30" fmla="*/ 1009 w 1681"/>
                  <a:gd name="T31" fmla="*/ 991 h 2419"/>
                  <a:gd name="T32" fmla="*/ 807 w 1681"/>
                  <a:gd name="T33" fmla="*/ 895 h 2419"/>
                  <a:gd name="T34" fmla="*/ 723 w 1681"/>
                  <a:gd name="T35" fmla="*/ 811 h 2419"/>
                  <a:gd name="T36" fmla="*/ 755 w 1681"/>
                  <a:gd name="T37" fmla="*/ 767 h 2419"/>
                  <a:gd name="T38" fmla="*/ 1099 w 1681"/>
                  <a:gd name="T39" fmla="*/ 820 h 2419"/>
                  <a:gd name="T40" fmla="*/ 1616 w 1681"/>
                  <a:gd name="T41" fmla="*/ 695 h 2419"/>
                  <a:gd name="T42" fmla="*/ 1509 w 1681"/>
                  <a:gd name="T43" fmla="*/ 324 h 2419"/>
                  <a:gd name="T44" fmla="*/ 1136 w 1681"/>
                  <a:gd name="T45" fmla="*/ 185 h 2419"/>
                  <a:gd name="T46" fmla="*/ 774 w 1681"/>
                  <a:gd name="T47" fmla="*/ 100 h 2419"/>
                  <a:gd name="T48" fmla="*/ 468 w 1681"/>
                  <a:gd name="T49" fmla="*/ 140 h 2419"/>
                  <a:gd name="T50" fmla="*/ 353 w 1681"/>
                  <a:gd name="T51" fmla="*/ 107 h 2419"/>
                  <a:gd name="T52" fmla="*/ 374 w 1681"/>
                  <a:gd name="T53" fmla="*/ 28 h 2419"/>
                  <a:gd name="T54" fmla="*/ 197 w 1681"/>
                  <a:gd name="T55" fmla="*/ 70 h 2419"/>
                  <a:gd name="T56" fmla="*/ 109 w 1681"/>
                  <a:gd name="T57" fmla="*/ 398 h 2419"/>
                  <a:gd name="T58" fmla="*/ 258 w 1681"/>
                  <a:gd name="T59" fmla="*/ 347 h 2419"/>
                  <a:gd name="T60" fmla="*/ 286 w 1681"/>
                  <a:gd name="T61" fmla="*/ 375 h 2419"/>
                  <a:gd name="T62" fmla="*/ 221 w 1681"/>
                  <a:gd name="T63" fmla="*/ 511 h 2419"/>
                  <a:gd name="T64" fmla="*/ 259 w 1681"/>
                  <a:gd name="T65" fmla="*/ 406 h 2419"/>
                  <a:gd name="T66" fmla="*/ 165 w 1681"/>
                  <a:gd name="T67" fmla="*/ 368 h 2419"/>
                  <a:gd name="T68" fmla="*/ 266 w 1681"/>
                  <a:gd name="T69" fmla="*/ 971 h 2419"/>
                  <a:gd name="T70" fmla="*/ 1059 w 1681"/>
                  <a:gd name="T71" fmla="*/ 1690 h 2419"/>
                  <a:gd name="T72" fmla="*/ 731 w 1681"/>
                  <a:gd name="T73" fmla="*/ 1025 h 2419"/>
                  <a:gd name="T74" fmla="*/ 667 w 1681"/>
                  <a:gd name="T75" fmla="*/ 1000 h 2419"/>
                  <a:gd name="T76" fmla="*/ 648 w 1681"/>
                  <a:gd name="T77" fmla="*/ 1011 h 2419"/>
                  <a:gd name="T78" fmla="*/ 317 w 1681"/>
                  <a:gd name="T79" fmla="*/ 585 h 2419"/>
                  <a:gd name="T80" fmla="*/ 339 w 1681"/>
                  <a:gd name="T81" fmla="*/ 624 h 2419"/>
                  <a:gd name="T82" fmla="*/ 436 w 1681"/>
                  <a:gd name="T83" fmla="*/ 610 h 2419"/>
                  <a:gd name="T84" fmla="*/ 523 w 1681"/>
                  <a:gd name="T85" fmla="*/ 539 h 2419"/>
                  <a:gd name="T86" fmla="*/ 472 w 1681"/>
                  <a:gd name="T87" fmla="*/ 449 h 2419"/>
                  <a:gd name="T88" fmla="*/ 555 w 1681"/>
                  <a:gd name="T89" fmla="*/ 379 h 2419"/>
                  <a:gd name="T90" fmla="*/ 546 w 1681"/>
                  <a:gd name="T91" fmla="*/ 554 h 2419"/>
                  <a:gd name="T92" fmla="*/ 499 w 1681"/>
                  <a:gd name="T93" fmla="*/ 653 h 2419"/>
                  <a:gd name="T94" fmla="*/ 431 w 1681"/>
                  <a:gd name="T95" fmla="*/ 616 h 2419"/>
                  <a:gd name="T96" fmla="*/ 536 w 1681"/>
                  <a:gd name="T97" fmla="*/ 878 h 2419"/>
                  <a:gd name="T98" fmla="*/ 442 w 1681"/>
                  <a:gd name="T99" fmla="*/ 806 h 2419"/>
                  <a:gd name="T100" fmla="*/ 519 w 1681"/>
                  <a:gd name="T101" fmla="*/ 823 h 2419"/>
                  <a:gd name="T102" fmla="*/ 476 w 1681"/>
                  <a:gd name="T103" fmla="*/ 919 h 2419"/>
                  <a:gd name="T104" fmla="*/ 460 w 1681"/>
                  <a:gd name="T105" fmla="*/ 778 h 2419"/>
                  <a:gd name="T106" fmla="*/ 386 w 1681"/>
                  <a:gd name="T107" fmla="*/ 863 h 2419"/>
                  <a:gd name="T108" fmla="*/ 379 w 1681"/>
                  <a:gd name="T109" fmla="*/ 900 h 2419"/>
                  <a:gd name="T110" fmla="*/ 452 w 1681"/>
                  <a:gd name="T111" fmla="*/ 1013 h 2419"/>
                  <a:gd name="T112" fmla="*/ 562 w 1681"/>
                  <a:gd name="T113" fmla="*/ 1047 h 2419"/>
                  <a:gd name="T114" fmla="*/ 681 w 1681"/>
                  <a:gd name="T115" fmla="*/ 1127 h 2419"/>
                  <a:gd name="T116" fmla="*/ 574 w 1681"/>
                  <a:gd name="T117" fmla="*/ 1115 h 2419"/>
                  <a:gd name="T118" fmla="*/ 416 w 1681"/>
                  <a:gd name="T119" fmla="*/ 1041 h 2419"/>
                  <a:gd name="T120" fmla="*/ 564 w 1681"/>
                  <a:gd name="T121" fmla="*/ 1231 h 2419"/>
                  <a:gd name="T122" fmla="*/ 575 w 1681"/>
                  <a:gd name="T123" fmla="*/ 1287 h 2419"/>
                  <a:gd name="T124" fmla="*/ 406 w 1681"/>
                  <a:gd name="T125" fmla="*/ 1262 h 2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2419">
                    <a:moveTo>
                      <a:pt x="435" y="1378"/>
                    </a:moveTo>
                    <a:cubicBezTo>
                      <a:pt x="413" y="1416"/>
                      <a:pt x="413" y="1416"/>
                      <a:pt x="413" y="1416"/>
                    </a:cubicBezTo>
                    <a:cubicBezTo>
                      <a:pt x="431" y="1448"/>
                      <a:pt x="431" y="1448"/>
                      <a:pt x="431" y="1448"/>
                    </a:cubicBezTo>
                    <a:cubicBezTo>
                      <a:pt x="510" y="1497"/>
                      <a:pt x="510" y="1497"/>
                      <a:pt x="510" y="1497"/>
                    </a:cubicBezTo>
                    <a:cubicBezTo>
                      <a:pt x="502" y="1605"/>
                      <a:pt x="502" y="1605"/>
                      <a:pt x="502" y="1605"/>
                    </a:cubicBezTo>
                    <a:cubicBezTo>
                      <a:pt x="485" y="1607"/>
                      <a:pt x="480" y="1620"/>
                      <a:pt x="480" y="1620"/>
                    </a:cubicBezTo>
                    <a:cubicBezTo>
                      <a:pt x="559" y="1673"/>
                      <a:pt x="559" y="1673"/>
                      <a:pt x="559" y="1673"/>
                    </a:cubicBezTo>
                    <a:cubicBezTo>
                      <a:pt x="592" y="1687"/>
                      <a:pt x="592" y="1687"/>
                      <a:pt x="592" y="1687"/>
                    </a:cubicBezTo>
                    <a:cubicBezTo>
                      <a:pt x="723" y="1789"/>
                      <a:pt x="723" y="1789"/>
                      <a:pt x="723" y="1789"/>
                    </a:cubicBezTo>
                    <a:cubicBezTo>
                      <a:pt x="698" y="1846"/>
                      <a:pt x="698" y="1846"/>
                      <a:pt x="698" y="1846"/>
                    </a:cubicBezTo>
                    <a:cubicBezTo>
                      <a:pt x="711" y="1924"/>
                      <a:pt x="711" y="1924"/>
                      <a:pt x="711" y="1924"/>
                    </a:cubicBezTo>
                    <a:cubicBezTo>
                      <a:pt x="652" y="1996"/>
                      <a:pt x="652" y="1996"/>
                      <a:pt x="652" y="1996"/>
                    </a:cubicBezTo>
                    <a:cubicBezTo>
                      <a:pt x="642" y="2045"/>
                      <a:pt x="642" y="2045"/>
                      <a:pt x="642" y="2045"/>
                    </a:cubicBezTo>
                    <a:cubicBezTo>
                      <a:pt x="635" y="2057"/>
                      <a:pt x="635" y="2057"/>
                      <a:pt x="635" y="2057"/>
                    </a:cubicBezTo>
                    <a:cubicBezTo>
                      <a:pt x="600" y="2117"/>
                      <a:pt x="600" y="2117"/>
                      <a:pt x="600" y="2117"/>
                    </a:cubicBezTo>
                    <a:cubicBezTo>
                      <a:pt x="553" y="2198"/>
                      <a:pt x="553" y="2198"/>
                      <a:pt x="553" y="2198"/>
                    </a:cubicBezTo>
                    <a:cubicBezTo>
                      <a:pt x="545" y="2218"/>
                      <a:pt x="545" y="2218"/>
                      <a:pt x="545" y="2218"/>
                    </a:cubicBezTo>
                    <a:cubicBezTo>
                      <a:pt x="538" y="2243"/>
                      <a:pt x="538" y="2243"/>
                      <a:pt x="538" y="2243"/>
                    </a:cubicBezTo>
                    <a:cubicBezTo>
                      <a:pt x="476" y="2310"/>
                      <a:pt x="476" y="2310"/>
                      <a:pt x="476" y="2310"/>
                    </a:cubicBezTo>
                    <a:cubicBezTo>
                      <a:pt x="475" y="2315"/>
                      <a:pt x="475" y="2315"/>
                      <a:pt x="475" y="2315"/>
                    </a:cubicBezTo>
                    <a:cubicBezTo>
                      <a:pt x="476" y="2317"/>
                      <a:pt x="476" y="2318"/>
                      <a:pt x="478" y="2318"/>
                    </a:cubicBezTo>
                    <a:cubicBezTo>
                      <a:pt x="479" y="2320"/>
                      <a:pt x="481" y="2320"/>
                      <a:pt x="483" y="2322"/>
                    </a:cubicBezTo>
                    <a:cubicBezTo>
                      <a:pt x="486" y="2326"/>
                      <a:pt x="485" y="2332"/>
                      <a:pt x="489" y="2335"/>
                    </a:cubicBezTo>
                    <a:cubicBezTo>
                      <a:pt x="490" y="2337"/>
                      <a:pt x="492" y="2338"/>
                      <a:pt x="493" y="2340"/>
                    </a:cubicBezTo>
                    <a:cubicBezTo>
                      <a:pt x="495" y="2341"/>
                      <a:pt x="496" y="2343"/>
                      <a:pt x="498" y="2343"/>
                    </a:cubicBezTo>
                    <a:cubicBezTo>
                      <a:pt x="502" y="2344"/>
                      <a:pt x="507" y="2343"/>
                      <a:pt x="512" y="2345"/>
                    </a:cubicBezTo>
                    <a:cubicBezTo>
                      <a:pt x="517" y="2347"/>
                      <a:pt x="522" y="2352"/>
                      <a:pt x="524" y="2357"/>
                    </a:cubicBezTo>
                    <a:cubicBezTo>
                      <a:pt x="525" y="2361"/>
                      <a:pt x="529" y="2365"/>
                      <a:pt x="533" y="2367"/>
                    </a:cubicBezTo>
                    <a:cubicBezTo>
                      <a:pt x="536" y="2369"/>
                      <a:pt x="538" y="2371"/>
                      <a:pt x="541" y="2371"/>
                    </a:cubicBezTo>
                    <a:cubicBezTo>
                      <a:pt x="543" y="2371"/>
                      <a:pt x="545" y="2371"/>
                      <a:pt x="545" y="2369"/>
                    </a:cubicBezTo>
                    <a:cubicBezTo>
                      <a:pt x="545" y="2368"/>
                      <a:pt x="544" y="2367"/>
                      <a:pt x="546" y="2367"/>
                    </a:cubicBezTo>
                    <a:cubicBezTo>
                      <a:pt x="548" y="2367"/>
                      <a:pt x="550" y="2368"/>
                      <a:pt x="552" y="2369"/>
                    </a:cubicBezTo>
                    <a:cubicBezTo>
                      <a:pt x="554" y="2371"/>
                      <a:pt x="556" y="2372"/>
                      <a:pt x="559" y="2373"/>
                    </a:cubicBezTo>
                    <a:cubicBezTo>
                      <a:pt x="561" y="2374"/>
                      <a:pt x="564" y="2375"/>
                      <a:pt x="566" y="2377"/>
                    </a:cubicBezTo>
                    <a:cubicBezTo>
                      <a:pt x="567" y="2378"/>
                      <a:pt x="569" y="2379"/>
                      <a:pt x="570" y="2381"/>
                    </a:cubicBezTo>
                    <a:cubicBezTo>
                      <a:pt x="571" y="2382"/>
                      <a:pt x="573" y="2384"/>
                      <a:pt x="574" y="2384"/>
                    </a:cubicBezTo>
                    <a:cubicBezTo>
                      <a:pt x="576" y="2384"/>
                      <a:pt x="576" y="2380"/>
                      <a:pt x="576" y="2379"/>
                    </a:cubicBezTo>
                    <a:cubicBezTo>
                      <a:pt x="575" y="2376"/>
                      <a:pt x="573" y="2375"/>
                      <a:pt x="572" y="2372"/>
                    </a:cubicBezTo>
                    <a:cubicBezTo>
                      <a:pt x="572" y="2371"/>
                      <a:pt x="572" y="2369"/>
                      <a:pt x="573" y="2368"/>
                    </a:cubicBezTo>
                    <a:cubicBezTo>
                      <a:pt x="574" y="2368"/>
                      <a:pt x="577" y="2370"/>
                      <a:pt x="577" y="2371"/>
                    </a:cubicBezTo>
                    <a:cubicBezTo>
                      <a:pt x="579" y="2372"/>
                      <a:pt x="579" y="2375"/>
                      <a:pt x="580" y="2377"/>
                    </a:cubicBezTo>
                    <a:cubicBezTo>
                      <a:pt x="581" y="2381"/>
                      <a:pt x="584" y="2384"/>
                      <a:pt x="588" y="2387"/>
                    </a:cubicBezTo>
                    <a:cubicBezTo>
                      <a:pt x="590" y="2388"/>
                      <a:pt x="592" y="2389"/>
                      <a:pt x="594" y="2391"/>
                    </a:cubicBezTo>
                    <a:cubicBezTo>
                      <a:pt x="595" y="2392"/>
                      <a:pt x="597" y="2393"/>
                      <a:pt x="599" y="2395"/>
                    </a:cubicBezTo>
                    <a:cubicBezTo>
                      <a:pt x="600" y="2396"/>
                      <a:pt x="601" y="2399"/>
                      <a:pt x="603" y="2400"/>
                    </a:cubicBezTo>
                    <a:cubicBezTo>
                      <a:pt x="604" y="2400"/>
                      <a:pt x="604" y="2400"/>
                      <a:pt x="605" y="2400"/>
                    </a:cubicBezTo>
                    <a:cubicBezTo>
                      <a:pt x="606" y="2400"/>
                      <a:pt x="607" y="2400"/>
                      <a:pt x="608" y="2401"/>
                    </a:cubicBezTo>
                    <a:cubicBezTo>
                      <a:pt x="609" y="2401"/>
                      <a:pt x="610" y="2402"/>
                      <a:pt x="610" y="2403"/>
                    </a:cubicBezTo>
                    <a:cubicBezTo>
                      <a:pt x="611" y="2404"/>
                      <a:pt x="611" y="2405"/>
                      <a:pt x="611" y="2406"/>
                    </a:cubicBezTo>
                    <a:cubicBezTo>
                      <a:pt x="611" y="2407"/>
                      <a:pt x="614" y="2407"/>
                      <a:pt x="616" y="2407"/>
                    </a:cubicBezTo>
                    <a:cubicBezTo>
                      <a:pt x="618" y="2407"/>
                      <a:pt x="619" y="2406"/>
                      <a:pt x="621" y="2404"/>
                    </a:cubicBezTo>
                    <a:cubicBezTo>
                      <a:pt x="622" y="2403"/>
                      <a:pt x="624" y="2402"/>
                      <a:pt x="625" y="2403"/>
                    </a:cubicBezTo>
                    <a:cubicBezTo>
                      <a:pt x="627" y="2403"/>
                      <a:pt x="628" y="2403"/>
                      <a:pt x="629" y="2403"/>
                    </a:cubicBezTo>
                    <a:cubicBezTo>
                      <a:pt x="628" y="2400"/>
                      <a:pt x="626" y="2400"/>
                      <a:pt x="623" y="2399"/>
                    </a:cubicBezTo>
                    <a:cubicBezTo>
                      <a:pt x="619" y="2399"/>
                      <a:pt x="616" y="2398"/>
                      <a:pt x="613" y="2396"/>
                    </a:cubicBezTo>
                    <a:cubicBezTo>
                      <a:pt x="611" y="2394"/>
                      <a:pt x="608" y="2392"/>
                      <a:pt x="607" y="2390"/>
                    </a:cubicBezTo>
                    <a:cubicBezTo>
                      <a:pt x="607" y="2389"/>
                      <a:pt x="607" y="2387"/>
                      <a:pt x="608" y="2387"/>
                    </a:cubicBezTo>
                    <a:cubicBezTo>
                      <a:pt x="609" y="2386"/>
                      <a:pt x="611" y="2387"/>
                      <a:pt x="612" y="2387"/>
                    </a:cubicBezTo>
                    <a:cubicBezTo>
                      <a:pt x="613" y="2388"/>
                      <a:pt x="615" y="2389"/>
                      <a:pt x="616" y="2389"/>
                    </a:cubicBezTo>
                    <a:cubicBezTo>
                      <a:pt x="617" y="2388"/>
                      <a:pt x="617" y="2387"/>
                      <a:pt x="616" y="2386"/>
                    </a:cubicBezTo>
                    <a:cubicBezTo>
                      <a:pt x="615" y="2382"/>
                      <a:pt x="612" y="2379"/>
                      <a:pt x="609" y="2378"/>
                    </a:cubicBezTo>
                    <a:cubicBezTo>
                      <a:pt x="608" y="2377"/>
                      <a:pt x="604" y="2376"/>
                      <a:pt x="604" y="2374"/>
                    </a:cubicBezTo>
                    <a:cubicBezTo>
                      <a:pt x="604" y="2373"/>
                      <a:pt x="605" y="2373"/>
                      <a:pt x="606" y="2373"/>
                    </a:cubicBezTo>
                    <a:cubicBezTo>
                      <a:pt x="607" y="2372"/>
                      <a:pt x="609" y="2372"/>
                      <a:pt x="610" y="2371"/>
                    </a:cubicBezTo>
                    <a:cubicBezTo>
                      <a:pt x="613" y="2369"/>
                      <a:pt x="608" y="2365"/>
                      <a:pt x="607" y="2363"/>
                    </a:cubicBezTo>
                    <a:cubicBezTo>
                      <a:pt x="606" y="2362"/>
                      <a:pt x="605" y="2360"/>
                      <a:pt x="605" y="2359"/>
                    </a:cubicBezTo>
                    <a:cubicBezTo>
                      <a:pt x="606" y="2357"/>
                      <a:pt x="609" y="2358"/>
                      <a:pt x="610" y="2358"/>
                    </a:cubicBezTo>
                    <a:cubicBezTo>
                      <a:pt x="612" y="2359"/>
                      <a:pt x="614" y="2361"/>
                      <a:pt x="616" y="2362"/>
                    </a:cubicBezTo>
                    <a:cubicBezTo>
                      <a:pt x="617" y="2364"/>
                      <a:pt x="618" y="2366"/>
                      <a:pt x="619" y="2367"/>
                    </a:cubicBezTo>
                    <a:cubicBezTo>
                      <a:pt x="620" y="2368"/>
                      <a:pt x="622" y="2369"/>
                      <a:pt x="623" y="2369"/>
                    </a:cubicBezTo>
                    <a:cubicBezTo>
                      <a:pt x="624" y="2369"/>
                      <a:pt x="625" y="2369"/>
                      <a:pt x="626" y="2370"/>
                    </a:cubicBezTo>
                    <a:cubicBezTo>
                      <a:pt x="627" y="2372"/>
                      <a:pt x="622" y="2375"/>
                      <a:pt x="622" y="2377"/>
                    </a:cubicBezTo>
                    <a:cubicBezTo>
                      <a:pt x="621" y="2378"/>
                      <a:pt x="622" y="2379"/>
                      <a:pt x="623" y="2379"/>
                    </a:cubicBezTo>
                    <a:cubicBezTo>
                      <a:pt x="624" y="2381"/>
                      <a:pt x="625" y="2382"/>
                      <a:pt x="625" y="2384"/>
                    </a:cubicBezTo>
                    <a:cubicBezTo>
                      <a:pt x="626" y="2385"/>
                      <a:pt x="626" y="2387"/>
                      <a:pt x="626" y="2389"/>
                    </a:cubicBezTo>
                    <a:cubicBezTo>
                      <a:pt x="626" y="2390"/>
                      <a:pt x="626" y="2392"/>
                      <a:pt x="627" y="2393"/>
                    </a:cubicBezTo>
                    <a:cubicBezTo>
                      <a:pt x="628" y="2396"/>
                      <a:pt x="632" y="2396"/>
                      <a:pt x="634" y="2396"/>
                    </a:cubicBezTo>
                    <a:cubicBezTo>
                      <a:pt x="636" y="2397"/>
                      <a:pt x="639" y="2397"/>
                      <a:pt x="641" y="2398"/>
                    </a:cubicBezTo>
                    <a:cubicBezTo>
                      <a:pt x="644" y="2399"/>
                      <a:pt x="647" y="2400"/>
                      <a:pt x="650" y="2399"/>
                    </a:cubicBezTo>
                    <a:cubicBezTo>
                      <a:pt x="653" y="2398"/>
                      <a:pt x="654" y="2396"/>
                      <a:pt x="655" y="2394"/>
                    </a:cubicBezTo>
                    <a:cubicBezTo>
                      <a:pt x="657" y="2391"/>
                      <a:pt x="658" y="2389"/>
                      <a:pt x="661" y="2388"/>
                    </a:cubicBezTo>
                    <a:cubicBezTo>
                      <a:pt x="663" y="2386"/>
                      <a:pt x="666" y="2385"/>
                      <a:pt x="668" y="2385"/>
                    </a:cubicBezTo>
                    <a:cubicBezTo>
                      <a:pt x="669" y="2385"/>
                      <a:pt x="668" y="2385"/>
                      <a:pt x="668" y="2385"/>
                    </a:cubicBezTo>
                    <a:cubicBezTo>
                      <a:pt x="669" y="2385"/>
                      <a:pt x="670" y="2385"/>
                      <a:pt x="671" y="2385"/>
                    </a:cubicBezTo>
                    <a:cubicBezTo>
                      <a:pt x="672" y="2385"/>
                      <a:pt x="673" y="2385"/>
                      <a:pt x="674" y="2385"/>
                    </a:cubicBezTo>
                    <a:cubicBezTo>
                      <a:pt x="677" y="2385"/>
                      <a:pt x="681" y="2386"/>
                      <a:pt x="683" y="2387"/>
                    </a:cubicBezTo>
                    <a:cubicBezTo>
                      <a:pt x="686" y="2388"/>
                      <a:pt x="688" y="2390"/>
                      <a:pt x="690" y="2391"/>
                    </a:cubicBezTo>
                    <a:cubicBezTo>
                      <a:pt x="691" y="2392"/>
                      <a:pt x="692" y="2392"/>
                      <a:pt x="693" y="2393"/>
                    </a:cubicBezTo>
                    <a:cubicBezTo>
                      <a:pt x="695" y="2393"/>
                      <a:pt x="696" y="2393"/>
                      <a:pt x="697" y="2393"/>
                    </a:cubicBezTo>
                    <a:cubicBezTo>
                      <a:pt x="701" y="2393"/>
                      <a:pt x="705" y="2392"/>
                      <a:pt x="709" y="2394"/>
                    </a:cubicBezTo>
                    <a:cubicBezTo>
                      <a:pt x="712" y="2395"/>
                      <a:pt x="715" y="2398"/>
                      <a:pt x="719" y="2398"/>
                    </a:cubicBezTo>
                    <a:cubicBezTo>
                      <a:pt x="720" y="2399"/>
                      <a:pt x="722" y="2399"/>
                      <a:pt x="724" y="2400"/>
                    </a:cubicBezTo>
                    <a:cubicBezTo>
                      <a:pt x="725" y="2400"/>
                      <a:pt x="727" y="2400"/>
                      <a:pt x="728" y="2400"/>
                    </a:cubicBezTo>
                    <a:cubicBezTo>
                      <a:pt x="729" y="2399"/>
                      <a:pt x="725" y="2396"/>
                      <a:pt x="724" y="2395"/>
                    </a:cubicBezTo>
                    <a:cubicBezTo>
                      <a:pt x="723" y="2394"/>
                      <a:pt x="722" y="2393"/>
                      <a:pt x="722" y="2391"/>
                    </a:cubicBezTo>
                    <a:cubicBezTo>
                      <a:pt x="721" y="2390"/>
                      <a:pt x="720" y="2388"/>
                      <a:pt x="720" y="2387"/>
                    </a:cubicBezTo>
                    <a:cubicBezTo>
                      <a:pt x="720" y="2384"/>
                      <a:pt x="722" y="2385"/>
                      <a:pt x="723" y="2385"/>
                    </a:cubicBezTo>
                    <a:cubicBezTo>
                      <a:pt x="725" y="2384"/>
                      <a:pt x="725" y="2383"/>
                      <a:pt x="725" y="2381"/>
                    </a:cubicBezTo>
                    <a:cubicBezTo>
                      <a:pt x="723" y="2377"/>
                      <a:pt x="720" y="2374"/>
                      <a:pt x="718" y="2371"/>
                    </a:cubicBezTo>
                    <a:cubicBezTo>
                      <a:pt x="717" y="2369"/>
                      <a:pt x="716" y="2366"/>
                      <a:pt x="715" y="2364"/>
                    </a:cubicBezTo>
                    <a:cubicBezTo>
                      <a:pt x="715" y="2362"/>
                      <a:pt x="713" y="2361"/>
                      <a:pt x="712" y="2360"/>
                    </a:cubicBezTo>
                    <a:cubicBezTo>
                      <a:pt x="710" y="2358"/>
                      <a:pt x="709" y="2356"/>
                      <a:pt x="706" y="2356"/>
                    </a:cubicBezTo>
                    <a:cubicBezTo>
                      <a:pt x="705" y="2355"/>
                      <a:pt x="704" y="2355"/>
                      <a:pt x="704" y="2354"/>
                    </a:cubicBezTo>
                    <a:cubicBezTo>
                      <a:pt x="703" y="2351"/>
                      <a:pt x="708" y="2348"/>
                      <a:pt x="705" y="2345"/>
                    </a:cubicBezTo>
                    <a:cubicBezTo>
                      <a:pt x="705" y="2344"/>
                      <a:pt x="703" y="2344"/>
                      <a:pt x="702" y="2343"/>
                    </a:cubicBezTo>
                    <a:cubicBezTo>
                      <a:pt x="700" y="2343"/>
                      <a:pt x="698" y="2342"/>
                      <a:pt x="697" y="2342"/>
                    </a:cubicBezTo>
                    <a:cubicBezTo>
                      <a:pt x="695" y="2342"/>
                      <a:pt x="693" y="2341"/>
                      <a:pt x="691" y="2340"/>
                    </a:cubicBezTo>
                    <a:cubicBezTo>
                      <a:pt x="689" y="2340"/>
                      <a:pt x="687" y="2339"/>
                      <a:pt x="685" y="2337"/>
                    </a:cubicBezTo>
                    <a:cubicBezTo>
                      <a:pt x="684" y="2336"/>
                      <a:pt x="684" y="2334"/>
                      <a:pt x="683" y="2332"/>
                    </a:cubicBezTo>
                    <a:cubicBezTo>
                      <a:pt x="681" y="2329"/>
                      <a:pt x="679" y="2327"/>
                      <a:pt x="676" y="2326"/>
                    </a:cubicBezTo>
                    <a:cubicBezTo>
                      <a:pt x="673" y="2325"/>
                      <a:pt x="673" y="2321"/>
                      <a:pt x="672" y="2318"/>
                    </a:cubicBezTo>
                    <a:cubicBezTo>
                      <a:pt x="672" y="2316"/>
                      <a:pt x="670" y="2314"/>
                      <a:pt x="669" y="2313"/>
                    </a:cubicBezTo>
                    <a:cubicBezTo>
                      <a:pt x="667" y="2312"/>
                      <a:pt x="666" y="2312"/>
                      <a:pt x="665" y="2313"/>
                    </a:cubicBezTo>
                    <a:cubicBezTo>
                      <a:pt x="663" y="2314"/>
                      <a:pt x="662" y="2315"/>
                      <a:pt x="660" y="2315"/>
                    </a:cubicBezTo>
                    <a:cubicBezTo>
                      <a:pt x="658" y="2314"/>
                      <a:pt x="655" y="2313"/>
                      <a:pt x="654" y="2311"/>
                    </a:cubicBezTo>
                    <a:cubicBezTo>
                      <a:pt x="652" y="2309"/>
                      <a:pt x="650" y="2306"/>
                      <a:pt x="648" y="2306"/>
                    </a:cubicBezTo>
                    <a:cubicBezTo>
                      <a:pt x="647" y="2306"/>
                      <a:pt x="645" y="2306"/>
                      <a:pt x="644" y="2306"/>
                    </a:cubicBezTo>
                    <a:cubicBezTo>
                      <a:pt x="642" y="2307"/>
                      <a:pt x="641" y="2308"/>
                      <a:pt x="639" y="2308"/>
                    </a:cubicBezTo>
                    <a:cubicBezTo>
                      <a:pt x="637" y="2308"/>
                      <a:pt x="635" y="2307"/>
                      <a:pt x="634" y="2306"/>
                    </a:cubicBezTo>
                    <a:cubicBezTo>
                      <a:pt x="631" y="2303"/>
                      <a:pt x="627" y="2304"/>
                      <a:pt x="624" y="2303"/>
                    </a:cubicBezTo>
                    <a:cubicBezTo>
                      <a:pt x="621" y="2303"/>
                      <a:pt x="618" y="2302"/>
                      <a:pt x="615" y="2301"/>
                    </a:cubicBezTo>
                    <a:cubicBezTo>
                      <a:pt x="612" y="2300"/>
                      <a:pt x="609" y="2299"/>
                      <a:pt x="608" y="2296"/>
                    </a:cubicBezTo>
                    <a:cubicBezTo>
                      <a:pt x="608" y="2294"/>
                      <a:pt x="608" y="2293"/>
                      <a:pt x="609" y="2292"/>
                    </a:cubicBezTo>
                    <a:cubicBezTo>
                      <a:pt x="610" y="2291"/>
                      <a:pt x="611" y="2289"/>
                      <a:pt x="610" y="2288"/>
                    </a:cubicBezTo>
                    <a:cubicBezTo>
                      <a:pt x="608" y="2287"/>
                      <a:pt x="606" y="2287"/>
                      <a:pt x="604" y="2286"/>
                    </a:cubicBezTo>
                    <a:cubicBezTo>
                      <a:pt x="603" y="2286"/>
                      <a:pt x="601" y="2285"/>
                      <a:pt x="600" y="2283"/>
                    </a:cubicBezTo>
                    <a:cubicBezTo>
                      <a:pt x="599" y="2282"/>
                      <a:pt x="598" y="2280"/>
                      <a:pt x="599" y="2278"/>
                    </a:cubicBezTo>
                    <a:cubicBezTo>
                      <a:pt x="599" y="2277"/>
                      <a:pt x="600" y="2276"/>
                      <a:pt x="601" y="2276"/>
                    </a:cubicBezTo>
                    <a:cubicBezTo>
                      <a:pt x="602" y="2274"/>
                      <a:pt x="603" y="2273"/>
                      <a:pt x="603" y="2272"/>
                    </a:cubicBezTo>
                    <a:cubicBezTo>
                      <a:pt x="601" y="2271"/>
                      <a:pt x="598" y="2271"/>
                      <a:pt x="597" y="2269"/>
                    </a:cubicBezTo>
                    <a:cubicBezTo>
                      <a:pt x="597" y="2267"/>
                      <a:pt x="599" y="2266"/>
                      <a:pt x="601" y="2265"/>
                    </a:cubicBezTo>
                    <a:cubicBezTo>
                      <a:pt x="602" y="2263"/>
                      <a:pt x="601" y="2261"/>
                      <a:pt x="603" y="2259"/>
                    </a:cubicBezTo>
                    <a:cubicBezTo>
                      <a:pt x="606" y="2257"/>
                      <a:pt x="614" y="2256"/>
                      <a:pt x="616" y="2259"/>
                    </a:cubicBezTo>
                    <a:cubicBezTo>
                      <a:pt x="617" y="2260"/>
                      <a:pt x="617" y="2261"/>
                      <a:pt x="618" y="2262"/>
                    </a:cubicBezTo>
                    <a:cubicBezTo>
                      <a:pt x="619" y="2263"/>
                      <a:pt x="620" y="2263"/>
                      <a:pt x="621" y="2264"/>
                    </a:cubicBezTo>
                    <a:cubicBezTo>
                      <a:pt x="623" y="2264"/>
                      <a:pt x="624" y="2265"/>
                      <a:pt x="625" y="2266"/>
                    </a:cubicBezTo>
                    <a:cubicBezTo>
                      <a:pt x="625" y="2267"/>
                      <a:pt x="626" y="2267"/>
                      <a:pt x="626" y="2268"/>
                    </a:cubicBezTo>
                    <a:cubicBezTo>
                      <a:pt x="629" y="2269"/>
                      <a:pt x="630" y="2266"/>
                      <a:pt x="629" y="2265"/>
                    </a:cubicBezTo>
                    <a:cubicBezTo>
                      <a:pt x="629" y="2264"/>
                      <a:pt x="628" y="2264"/>
                      <a:pt x="627" y="2263"/>
                    </a:cubicBezTo>
                    <a:cubicBezTo>
                      <a:pt x="627" y="2262"/>
                      <a:pt x="627" y="2261"/>
                      <a:pt x="627" y="2260"/>
                    </a:cubicBezTo>
                    <a:cubicBezTo>
                      <a:pt x="627" y="2258"/>
                      <a:pt x="627" y="2257"/>
                      <a:pt x="628" y="2256"/>
                    </a:cubicBezTo>
                    <a:cubicBezTo>
                      <a:pt x="629" y="2255"/>
                      <a:pt x="630" y="2255"/>
                      <a:pt x="631" y="2255"/>
                    </a:cubicBezTo>
                    <a:cubicBezTo>
                      <a:pt x="633" y="2254"/>
                      <a:pt x="632" y="2252"/>
                      <a:pt x="632" y="2250"/>
                    </a:cubicBezTo>
                    <a:cubicBezTo>
                      <a:pt x="632" y="2244"/>
                      <a:pt x="640" y="2248"/>
                      <a:pt x="642" y="2245"/>
                    </a:cubicBezTo>
                    <a:cubicBezTo>
                      <a:pt x="644" y="2243"/>
                      <a:pt x="641" y="2240"/>
                      <a:pt x="639" y="2241"/>
                    </a:cubicBezTo>
                    <a:cubicBezTo>
                      <a:pt x="637" y="2241"/>
                      <a:pt x="635" y="2244"/>
                      <a:pt x="632" y="2245"/>
                    </a:cubicBezTo>
                    <a:cubicBezTo>
                      <a:pt x="629" y="2246"/>
                      <a:pt x="630" y="2242"/>
                      <a:pt x="629" y="2240"/>
                    </a:cubicBezTo>
                    <a:cubicBezTo>
                      <a:pt x="629" y="2239"/>
                      <a:pt x="627" y="2236"/>
                      <a:pt x="627" y="2235"/>
                    </a:cubicBezTo>
                    <a:cubicBezTo>
                      <a:pt x="628" y="2232"/>
                      <a:pt x="630" y="2232"/>
                      <a:pt x="632" y="2232"/>
                    </a:cubicBezTo>
                    <a:cubicBezTo>
                      <a:pt x="635" y="2231"/>
                      <a:pt x="636" y="2229"/>
                      <a:pt x="634" y="2227"/>
                    </a:cubicBezTo>
                    <a:cubicBezTo>
                      <a:pt x="632" y="2226"/>
                      <a:pt x="630" y="2226"/>
                      <a:pt x="630" y="2223"/>
                    </a:cubicBezTo>
                    <a:cubicBezTo>
                      <a:pt x="629" y="2221"/>
                      <a:pt x="631" y="2219"/>
                      <a:pt x="632" y="2217"/>
                    </a:cubicBezTo>
                    <a:cubicBezTo>
                      <a:pt x="633" y="2215"/>
                      <a:pt x="633" y="2212"/>
                      <a:pt x="634" y="2210"/>
                    </a:cubicBezTo>
                    <a:cubicBezTo>
                      <a:pt x="635" y="2207"/>
                      <a:pt x="635" y="2205"/>
                      <a:pt x="635" y="2203"/>
                    </a:cubicBezTo>
                    <a:cubicBezTo>
                      <a:pt x="636" y="2200"/>
                      <a:pt x="636" y="2198"/>
                      <a:pt x="634" y="2196"/>
                    </a:cubicBezTo>
                    <a:cubicBezTo>
                      <a:pt x="633" y="2196"/>
                      <a:pt x="630" y="2194"/>
                      <a:pt x="632" y="2192"/>
                    </a:cubicBezTo>
                    <a:cubicBezTo>
                      <a:pt x="633" y="2190"/>
                      <a:pt x="637" y="2192"/>
                      <a:pt x="639" y="2193"/>
                    </a:cubicBezTo>
                    <a:cubicBezTo>
                      <a:pt x="640" y="2193"/>
                      <a:pt x="647" y="2195"/>
                      <a:pt x="646" y="2192"/>
                    </a:cubicBezTo>
                    <a:cubicBezTo>
                      <a:pt x="646" y="2191"/>
                      <a:pt x="645" y="2191"/>
                      <a:pt x="645" y="2190"/>
                    </a:cubicBezTo>
                    <a:cubicBezTo>
                      <a:pt x="645" y="2189"/>
                      <a:pt x="647" y="2189"/>
                      <a:pt x="648" y="2189"/>
                    </a:cubicBezTo>
                    <a:cubicBezTo>
                      <a:pt x="650" y="2189"/>
                      <a:pt x="652" y="2189"/>
                      <a:pt x="654" y="2190"/>
                    </a:cubicBezTo>
                    <a:cubicBezTo>
                      <a:pt x="656" y="2190"/>
                      <a:pt x="658" y="2192"/>
                      <a:pt x="660" y="2192"/>
                    </a:cubicBezTo>
                    <a:cubicBezTo>
                      <a:pt x="663" y="2192"/>
                      <a:pt x="662" y="2190"/>
                      <a:pt x="661" y="2188"/>
                    </a:cubicBezTo>
                    <a:cubicBezTo>
                      <a:pt x="661" y="2185"/>
                      <a:pt x="664" y="2184"/>
                      <a:pt x="666" y="2184"/>
                    </a:cubicBezTo>
                    <a:cubicBezTo>
                      <a:pt x="668" y="2184"/>
                      <a:pt x="670" y="2185"/>
                      <a:pt x="672" y="2186"/>
                    </a:cubicBezTo>
                    <a:cubicBezTo>
                      <a:pt x="674" y="2186"/>
                      <a:pt x="677" y="2187"/>
                      <a:pt x="678" y="2186"/>
                    </a:cubicBezTo>
                    <a:cubicBezTo>
                      <a:pt x="681" y="2184"/>
                      <a:pt x="676" y="2182"/>
                      <a:pt x="674" y="2181"/>
                    </a:cubicBezTo>
                    <a:cubicBezTo>
                      <a:pt x="672" y="2180"/>
                      <a:pt x="672" y="2178"/>
                      <a:pt x="674" y="2177"/>
                    </a:cubicBezTo>
                    <a:cubicBezTo>
                      <a:pt x="677" y="2176"/>
                      <a:pt x="679" y="2176"/>
                      <a:pt x="678" y="2173"/>
                    </a:cubicBezTo>
                    <a:cubicBezTo>
                      <a:pt x="678" y="2170"/>
                      <a:pt x="679" y="2170"/>
                      <a:pt x="682" y="2169"/>
                    </a:cubicBezTo>
                    <a:cubicBezTo>
                      <a:pt x="685" y="2169"/>
                      <a:pt x="684" y="2167"/>
                      <a:pt x="682" y="2166"/>
                    </a:cubicBezTo>
                    <a:cubicBezTo>
                      <a:pt x="679" y="2164"/>
                      <a:pt x="677" y="2165"/>
                      <a:pt x="674" y="2166"/>
                    </a:cubicBezTo>
                    <a:cubicBezTo>
                      <a:pt x="673" y="2166"/>
                      <a:pt x="670" y="2166"/>
                      <a:pt x="669" y="2164"/>
                    </a:cubicBezTo>
                    <a:cubicBezTo>
                      <a:pt x="669" y="2162"/>
                      <a:pt x="671" y="2160"/>
                      <a:pt x="673" y="2159"/>
                    </a:cubicBezTo>
                    <a:cubicBezTo>
                      <a:pt x="673" y="2158"/>
                      <a:pt x="672" y="2158"/>
                      <a:pt x="672" y="2156"/>
                    </a:cubicBezTo>
                    <a:cubicBezTo>
                      <a:pt x="672" y="2155"/>
                      <a:pt x="673" y="2154"/>
                      <a:pt x="674" y="2153"/>
                    </a:cubicBezTo>
                    <a:cubicBezTo>
                      <a:pt x="677" y="2152"/>
                      <a:pt x="680" y="2151"/>
                      <a:pt x="680" y="2148"/>
                    </a:cubicBezTo>
                    <a:cubicBezTo>
                      <a:pt x="680" y="2147"/>
                      <a:pt x="679" y="2147"/>
                      <a:pt x="680" y="2146"/>
                    </a:cubicBezTo>
                    <a:cubicBezTo>
                      <a:pt x="680" y="2145"/>
                      <a:pt x="682" y="2145"/>
                      <a:pt x="682" y="2145"/>
                    </a:cubicBezTo>
                    <a:cubicBezTo>
                      <a:pt x="685" y="2144"/>
                      <a:pt x="687" y="2144"/>
                      <a:pt x="689" y="2144"/>
                    </a:cubicBezTo>
                    <a:cubicBezTo>
                      <a:pt x="692" y="2143"/>
                      <a:pt x="694" y="2144"/>
                      <a:pt x="696" y="2141"/>
                    </a:cubicBezTo>
                    <a:cubicBezTo>
                      <a:pt x="696" y="2140"/>
                      <a:pt x="696" y="2139"/>
                      <a:pt x="697" y="2139"/>
                    </a:cubicBezTo>
                    <a:cubicBezTo>
                      <a:pt x="697" y="2137"/>
                      <a:pt x="699" y="2136"/>
                      <a:pt x="699" y="2135"/>
                    </a:cubicBezTo>
                    <a:cubicBezTo>
                      <a:pt x="700" y="2132"/>
                      <a:pt x="698" y="2130"/>
                      <a:pt x="695" y="2129"/>
                    </a:cubicBezTo>
                    <a:cubicBezTo>
                      <a:pt x="692" y="2129"/>
                      <a:pt x="689" y="2130"/>
                      <a:pt x="686" y="2128"/>
                    </a:cubicBezTo>
                    <a:cubicBezTo>
                      <a:pt x="682" y="2125"/>
                      <a:pt x="688" y="2123"/>
                      <a:pt x="690" y="2121"/>
                    </a:cubicBezTo>
                    <a:cubicBezTo>
                      <a:pt x="692" y="2119"/>
                      <a:pt x="686" y="2117"/>
                      <a:pt x="686" y="2114"/>
                    </a:cubicBezTo>
                    <a:cubicBezTo>
                      <a:pt x="686" y="2110"/>
                      <a:pt x="692" y="2110"/>
                      <a:pt x="694" y="2111"/>
                    </a:cubicBezTo>
                    <a:cubicBezTo>
                      <a:pt x="696" y="2111"/>
                      <a:pt x="697" y="2112"/>
                      <a:pt x="699" y="2113"/>
                    </a:cubicBezTo>
                    <a:cubicBezTo>
                      <a:pt x="700" y="2113"/>
                      <a:pt x="702" y="2113"/>
                      <a:pt x="704" y="2113"/>
                    </a:cubicBezTo>
                    <a:cubicBezTo>
                      <a:pt x="707" y="2113"/>
                      <a:pt x="710" y="2114"/>
                      <a:pt x="709" y="2117"/>
                    </a:cubicBezTo>
                    <a:cubicBezTo>
                      <a:pt x="709" y="2121"/>
                      <a:pt x="705" y="2122"/>
                      <a:pt x="705" y="2125"/>
                    </a:cubicBezTo>
                    <a:cubicBezTo>
                      <a:pt x="706" y="2128"/>
                      <a:pt x="709" y="2130"/>
                      <a:pt x="709" y="2133"/>
                    </a:cubicBezTo>
                    <a:cubicBezTo>
                      <a:pt x="710" y="2137"/>
                      <a:pt x="709" y="2142"/>
                      <a:pt x="713" y="2145"/>
                    </a:cubicBezTo>
                    <a:cubicBezTo>
                      <a:pt x="714" y="2139"/>
                      <a:pt x="714" y="2135"/>
                      <a:pt x="711" y="2130"/>
                    </a:cubicBezTo>
                    <a:cubicBezTo>
                      <a:pt x="709" y="2126"/>
                      <a:pt x="708" y="2123"/>
                      <a:pt x="713" y="2122"/>
                    </a:cubicBezTo>
                    <a:cubicBezTo>
                      <a:pt x="715" y="2122"/>
                      <a:pt x="717" y="2122"/>
                      <a:pt x="719" y="2122"/>
                    </a:cubicBezTo>
                    <a:cubicBezTo>
                      <a:pt x="721" y="2122"/>
                      <a:pt x="723" y="2122"/>
                      <a:pt x="725" y="2122"/>
                    </a:cubicBezTo>
                    <a:cubicBezTo>
                      <a:pt x="730" y="2121"/>
                      <a:pt x="734" y="2123"/>
                      <a:pt x="736" y="2128"/>
                    </a:cubicBezTo>
                    <a:cubicBezTo>
                      <a:pt x="738" y="2132"/>
                      <a:pt x="736" y="2136"/>
                      <a:pt x="738" y="2140"/>
                    </a:cubicBezTo>
                    <a:cubicBezTo>
                      <a:pt x="739" y="2142"/>
                      <a:pt x="745" y="2148"/>
                      <a:pt x="747" y="2144"/>
                    </a:cubicBezTo>
                    <a:cubicBezTo>
                      <a:pt x="749" y="2141"/>
                      <a:pt x="744" y="2136"/>
                      <a:pt x="743" y="2133"/>
                    </a:cubicBezTo>
                    <a:cubicBezTo>
                      <a:pt x="742" y="2131"/>
                      <a:pt x="742" y="2125"/>
                      <a:pt x="746" y="2126"/>
                    </a:cubicBezTo>
                    <a:cubicBezTo>
                      <a:pt x="749" y="2127"/>
                      <a:pt x="751" y="2132"/>
                      <a:pt x="753" y="2131"/>
                    </a:cubicBezTo>
                    <a:cubicBezTo>
                      <a:pt x="754" y="2131"/>
                      <a:pt x="755" y="2129"/>
                      <a:pt x="756" y="2128"/>
                    </a:cubicBezTo>
                    <a:cubicBezTo>
                      <a:pt x="757" y="2127"/>
                      <a:pt x="759" y="2125"/>
                      <a:pt x="761" y="2126"/>
                    </a:cubicBezTo>
                    <a:cubicBezTo>
                      <a:pt x="765" y="2126"/>
                      <a:pt x="768" y="2134"/>
                      <a:pt x="770" y="2137"/>
                    </a:cubicBezTo>
                    <a:cubicBezTo>
                      <a:pt x="771" y="2138"/>
                      <a:pt x="772" y="2140"/>
                      <a:pt x="773" y="2138"/>
                    </a:cubicBezTo>
                    <a:cubicBezTo>
                      <a:pt x="774" y="2137"/>
                      <a:pt x="774" y="2134"/>
                      <a:pt x="774" y="2132"/>
                    </a:cubicBezTo>
                    <a:cubicBezTo>
                      <a:pt x="774" y="2131"/>
                      <a:pt x="774" y="2128"/>
                      <a:pt x="776" y="2128"/>
                    </a:cubicBezTo>
                    <a:cubicBezTo>
                      <a:pt x="777" y="2128"/>
                      <a:pt x="779" y="2130"/>
                      <a:pt x="780" y="2131"/>
                    </a:cubicBezTo>
                    <a:cubicBezTo>
                      <a:pt x="783" y="2133"/>
                      <a:pt x="788" y="2136"/>
                      <a:pt x="789" y="2140"/>
                    </a:cubicBezTo>
                    <a:cubicBezTo>
                      <a:pt x="790" y="2142"/>
                      <a:pt x="790" y="2144"/>
                      <a:pt x="790" y="2145"/>
                    </a:cubicBezTo>
                    <a:cubicBezTo>
                      <a:pt x="790" y="2147"/>
                      <a:pt x="790" y="2148"/>
                      <a:pt x="791" y="2149"/>
                    </a:cubicBezTo>
                    <a:cubicBezTo>
                      <a:pt x="792" y="2151"/>
                      <a:pt x="797" y="2150"/>
                      <a:pt x="799" y="2150"/>
                    </a:cubicBezTo>
                    <a:cubicBezTo>
                      <a:pt x="802" y="2151"/>
                      <a:pt x="805" y="2152"/>
                      <a:pt x="808" y="2154"/>
                    </a:cubicBezTo>
                    <a:cubicBezTo>
                      <a:pt x="811" y="2156"/>
                      <a:pt x="811" y="2159"/>
                      <a:pt x="811" y="2162"/>
                    </a:cubicBezTo>
                    <a:cubicBezTo>
                      <a:pt x="811" y="2165"/>
                      <a:pt x="812" y="2167"/>
                      <a:pt x="814" y="2170"/>
                    </a:cubicBezTo>
                    <a:cubicBezTo>
                      <a:pt x="817" y="2172"/>
                      <a:pt x="819" y="2175"/>
                      <a:pt x="821" y="2177"/>
                    </a:cubicBezTo>
                    <a:cubicBezTo>
                      <a:pt x="822" y="2177"/>
                      <a:pt x="823" y="2178"/>
                      <a:pt x="825" y="2178"/>
                    </a:cubicBezTo>
                    <a:cubicBezTo>
                      <a:pt x="825" y="2176"/>
                      <a:pt x="824" y="2175"/>
                      <a:pt x="823" y="2173"/>
                    </a:cubicBezTo>
                    <a:cubicBezTo>
                      <a:pt x="822" y="2171"/>
                      <a:pt x="821" y="2170"/>
                      <a:pt x="819" y="2168"/>
                    </a:cubicBezTo>
                    <a:cubicBezTo>
                      <a:pt x="819" y="2167"/>
                      <a:pt x="818" y="2166"/>
                      <a:pt x="818" y="2165"/>
                    </a:cubicBezTo>
                    <a:cubicBezTo>
                      <a:pt x="817" y="2164"/>
                      <a:pt x="816" y="2163"/>
                      <a:pt x="817" y="2162"/>
                    </a:cubicBezTo>
                    <a:cubicBezTo>
                      <a:pt x="819" y="2161"/>
                      <a:pt x="823" y="2161"/>
                      <a:pt x="825" y="2163"/>
                    </a:cubicBezTo>
                    <a:cubicBezTo>
                      <a:pt x="827" y="2164"/>
                      <a:pt x="829" y="2167"/>
                      <a:pt x="831" y="2169"/>
                    </a:cubicBezTo>
                    <a:cubicBezTo>
                      <a:pt x="833" y="2172"/>
                      <a:pt x="834" y="2175"/>
                      <a:pt x="835" y="2178"/>
                    </a:cubicBezTo>
                    <a:cubicBezTo>
                      <a:pt x="836" y="2179"/>
                      <a:pt x="836" y="2181"/>
                      <a:pt x="837" y="2181"/>
                    </a:cubicBezTo>
                    <a:cubicBezTo>
                      <a:pt x="837" y="2182"/>
                      <a:pt x="838" y="2182"/>
                      <a:pt x="838" y="2182"/>
                    </a:cubicBezTo>
                    <a:cubicBezTo>
                      <a:pt x="839" y="2183"/>
                      <a:pt x="840" y="2184"/>
                      <a:pt x="841" y="2185"/>
                    </a:cubicBezTo>
                    <a:cubicBezTo>
                      <a:pt x="841" y="2185"/>
                      <a:pt x="842" y="2185"/>
                      <a:pt x="843" y="2185"/>
                    </a:cubicBezTo>
                    <a:cubicBezTo>
                      <a:pt x="846" y="2186"/>
                      <a:pt x="848" y="2185"/>
                      <a:pt x="850" y="2186"/>
                    </a:cubicBezTo>
                    <a:cubicBezTo>
                      <a:pt x="852" y="2186"/>
                      <a:pt x="854" y="2186"/>
                      <a:pt x="856" y="2186"/>
                    </a:cubicBezTo>
                    <a:cubicBezTo>
                      <a:pt x="859" y="2186"/>
                      <a:pt x="862" y="2187"/>
                      <a:pt x="863" y="2189"/>
                    </a:cubicBezTo>
                    <a:cubicBezTo>
                      <a:pt x="864" y="2191"/>
                      <a:pt x="865" y="2192"/>
                      <a:pt x="866" y="2194"/>
                    </a:cubicBezTo>
                    <a:cubicBezTo>
                      <a:pt x="869" y="2197"/>
                      <a:pt x="874" y="2198"/>
                      <a:pt x="878" y="2199"/>
                    </a:cubicBezTo>
                    <a:cubicBezTo>
                      <a:pt x="880" y="2200"/>
                      <a:pt x="882" y="2200"/>
                      <a:pt x="884" y="2201"/>
                    </a:cubicBezTo>
                    <a:cubicBezTo>
                      <a:pt x="886" y="2202"/>
                      <a:pt x="889" y="2202"/>
                      <a:pt x="891" y="2202"/>
                    </a:cubicBezTo>
                    <a:cubicBezTo>
                      <a:pt x="893" y="2203"/>
                      <a:pt x="895" y="2203"/>
                      <a:pt x="897" y="2203"/>
                    </a:cubicBezTo>
                    <a:cubicBezTo>
                      <a:pt x="899" y="2203"/>
                      <a:pt x="901" y="2204"/>
                      <a:pt x="904" y="2204"/>
                    </a:cubicBezTo>
                    <a:cubicBezTo>
                      <a:pt x="908" y="2204"/>
                      <a:pt x="912" y="2203"/>
                      <a:pt x="915" y="2206"/>
                    </a:cubicBezTo>
                    <a:cubicBezTo>
                      <a:pt x="917" y="2207"/>
                      <a:pt x="919" y="2209"/>
                      <a:pt x="921" y="2210"/>
                    </a:cubicBezTo>
                    <a:cubicBezTo>
                      <a:pt x="922" y="2211"/>
                      <a:pt x="924" y="2213"/>
                      <a:pt x="926" y="2214"/>
                    </a:cubicBezTo>
                    <a:cubicBezTo>
                      <a:pt x="930" y="2216"/>
                      <a:pt x="935" y="2216"/>
                      <a:pt x="939" y="2217"/>
                    </a:cubicBezTo>
                    <a:cubicBezTo>
                      <a:pt x="944" y="2219"/>
                      <a:pt x="947" y="2222"/>
                      <a:pt x="950" y="2226"/>
                    </a:cubicBezTo>
                    <a:cubicBezTo>
                      <a:pt x="952" y="2229"/>
                      <a:pt x="954" y="2231"/>
                      <a:pt x="958" y="2232"/>
                    </a:cubicBezTo>
                    <a:cubicBezTo>
                      <a:pt x="962" y="2233"/>
                      <a:pt x="967" y="2234"/>
                      <a:pt x="971" y="2235"/>
                    </a:cubicBezTo>
                    <a:cubicBezTo>
                      <a:pt x="977" y="2236"/>
                      <a:pt x="982" y="2238"/>
                      <a:pt x="986" y="2241"/>
                    </a:cubicBezTo>
                    <a:cubicBezTo>
                      <a:pt x="989" y="2243"/>
                      <a:pt x="992" y="2246"/>
                      <a:pt x="995" y="2248"/>
                    </a:cubicBezTo>
                    <a:cubicBezTo>
                      <a:pt x="998" y="2250"/>
                      <a:pt x="1000" y="2253"/>
                      <a:pt x="1002" y="2256"/>
                    </a:cubicBezTo>
                    <a:cubicBezTo>
                      <a:pt x="1003" y="2258"/>
                      <a:pt x="1004" y="2260"/>
                      <a:pt x="1003" y="2262"/>
                    </a:cubicBezTo>
                    <a:cubicBezTo>
                      <a:pt x="1002" y="2263"/>
                      <a:pt x="1002" y="2263"/>
                      <a:pt x="1001" y="2264"/>
                    </a:cubicBezTo>
                    <a:cubicBezTo>
                      <a:pt x="1000" y="2265"/>
                      <a:pt x="999" y="2266"/>
                      <a:pt x="999" y="2267"/>
                    </a:cubicBezTo>
                    <a:cubicBezTo>
                      <a:pt x="997" y="2269"/>
                      <a:pt x="996" y="2270"/>
                      <a:pt x="996" y="2272"/>
                    </a:cubicBezTo>
                    <a:cubicBezTo>
                      <a:pt x="996" y="2275"/>
                      <a:pt x="996" y="2278"/>
                      <a:pt x="997" y="2281"/>
                    </a:cubicBezTo>
                    <a:cubicBezTo>
                      <a:pt x="997" y="2285"/>
                      <a:pt x="998" y="2288"/>
                      <a:pt x="999" y="2291"/>
                    </a:cubicBezTo>
                    <a:cubicBezTo>
                      <a:pt x="1000" y="2294"/>
                      <a:pt x="1000" y="2296"/>
                      <a:pt x="1002" y="2298"/>
                    </a:cubicBezTo>
                    <a:cubicBezTo>
                      <a:pt x="1003" y="2300"/>
                      <a:pt x="1005" y="2301"/>
                      <a:pt x="1007" y="2301"/>
                    </a:cubicBezTo>
                    <a:cubicBezTo>
                      <a:pt x="1011" y="2303"/>
                      <a:pt x="1013" y="2302"/>
                      <a:pt x="1016" y="2303"/>
                    </a:cubicBezTo>
                    <a:cubicBezTo>
                      <a:pt x="1021" y="2303"/>
                      <a:pt x="1024" y="2305"/>
                      <a:pt x="1028" y="2307"/>
                    </a:cubicBezTo>
                    <a:cubicBezTo>
                      <a:pt x="1032" y="2308"/>
                      <a:pt x="1035" y="2309"/>
                      <a:pt x="1039" y="2310"/>
                    </a:cubicBezTo>
                    <a:cubicBezTo>
                      <a:pt x="1042" y="2312"/>
                      <a:pt x="1046" y="2313"/>
                      <a:pt x="1048" y="2316"/>
                    </a:cubicBezTo>
                    <a:cubicBezTo>
                      <a:pt x="1051" y="2321"/>
                      <a:pt x="1052" y="2327"/>
                      <a:pt x="1052" y="2333"/>
                    </a:cubicBezTo>
                    <a:cubicBezTo>
                      <a:pt x="1052" y="2336"/>
                      <a:pt x="1052" y="2339"/>
                      <a:pt x="1052" y="2342"/>
                    </a:cubicBezTo>
                    <a:cubicBezTo>
                      <a:pt x="1051" y="2344"/>
                      <a:pt x="1050" y="2346"/>
                      <a:pt x="1050" y="2348"/>
                    </a:cubicBezTo>
                    <a:cubicBezTo>
                      <a:pt x="1049" y="2353"/>
                      <a:pt x="1054" y="2356"/>
                      <a:pt x="1058" y="2356"/>
                    </a:cubicBezTo>
                    <a:cubicBezTo>
                      <a:pt x="1063" y="2356"/>
                      <a:pt x="1068" y="2352"/>
                      <a:pt x="1073" y="2353"/>
                    </a:cubicBezTo>
                    <a:cubicBezTo>
                      <a:pt x="1079" y="2354"/>
                      <a:pt x="1075" y="2360"/>
                      <a:pt x="1073" y="2363"/>
                    </a:cubicBezTo>
                    <a:cubicBezTo>
                      <a:pt x="1071" y="2367"/>
                      <a:pt x="1065" y="2373"/>
                      <a:pt x="1067" y="2378"/>
                    </a:cubicBezTo>
                    <a:cubicBezTo>
                      <a:pt x="1069" y="2382"/>
                      <a:pt x="1075" y="2380"/>
                      <a:pt x="1078" y="2380"/>
                    </a:cubicBezTo>
                    <a:cubicBezTo>
                      <a:pt x="1082" y="2380"/>
                      <a:pt x="1087" y="2383"/>
                      <a:pt x="1087" y="2387"/>
                    </a:cubicBezTo>
                    <a:cubicBezTo>
                      <a:pt x="1087" y="2391"/>
                      <a:pt x="1083" y="2394"/>
                      <a:pt x="1082" y="2398"/>
                    </a:cubicBezTo>
                    <a:cubicBezTo>
                      <a:pt x="1080" y="2403"/>
                      <a:pt x="1080" y="2410"/>
                      <a:pt x="1081" y="2415"/>
                    </a:cubicBezTo>
                    <a:cubicBezTo>
                      <a:pt x="1081" y="2416"/>
                      <a:pt x="1082" y="2418"/>
                      <a:pt x="1082" y="2419"/>
                    </a:cubicBezTo>
                    <a:cubicBezTo>
                      <a:pt x="1082" y="2419"/>
                      <a:pt x="1084" y="2418"/>
                      <a:pt x="1084" y="2418"/>
                    </a:cubicBezTo>
                    <a:cubicBezTo>
                      <a:pt x="1084" y="2418"/>
                      <a:pt x="1085" y="2418"/>
                      <a:pt x="1085" y="2418"/>
                    </a:cubicBezTo>
                    <a:cubicBezTo>
                      <a:pt x="1085" y="2418"/>
                      <a:pt x="1086" y="2418"/>
                      <a:pt x="1086" y="2417"/>
                    </a:cubicBezTo>
                    <a:cubicBezTo>
                      <a:pt x="1086" y="2417"/>
                      <a:pt x="1087" y="2417"/>
                      <a:pt x="1087" y="2416"/>
                    </a:cubicBezTo>
                    <a:cubicBezTo>
                      <a:pt x="1088" y="2415"/>
                      <a:pt x="1090" y="2414"/>
                      <a:pt x="1091" y="2413"/>
                    </a:cubicBezTo>
                    <a:cubicBezTo>
                      <a:pt x="1094" y="2412"/>
                      <a:pt x="1097" y="2411"/>
                      <a:pt x="1100" y="2409"/>
                    </a:cubicBezTo>
                    <a:cubicBezTo>
                      <a:pt x="1103" y="2407"/>
                      <a:pt x="1105" y="2405"/>
                      <a:pt x="1108" y="2403"/>
                    </a:cubicBezTo>
                    <a:cubicBezTo>
                      <a:pt x="1111" y="2402"/>
                      <a:pt x="1114" y="2400"/>
                      <a:pt x="1116" y="2397"/>
                    </a:cubicBezTo>
                    <a:cubicBezTo>
                      <a:pt x="1117" y="2394"/>
                      <a:pt x="1115" y="2391"/>
                      <a:pt x="1114" y="2388"/>
                    </a:cubicBezTo>
                    <a:cubicBezTo>
                      <a:pt x="1114" y="2384"/>
                      <a:pt x="1113" y="2380"/>
                      <a:pt x="1115" y="2377"/>
                    </a:cubicBezTo>
                    <a:cubicBezTo>
                      <a:pt x="1116" y="2375"/>
                      <a:pt x="1116" y="2374"/>
                      <a:pt x="1117" y="2372"/>
                    </a:cubicBezTo>
                    <a:cubicBezTo>
                      <a:pt x="1118" y="2370"/>
                      <a:pt x="1119" y="2370"/>
                      <a:pt x="1121" y="2370"/>
                    </a:cubicBezTo>
                    <a:cubicBezTo>
                      <a:pt x="1123" y="2369"/>
                      <a:pt x="1124" y="2368"/>
                      <a:pt x="1126" y="2367"/>
                    </a:cubicBezTo>
                    <a:cubicBezTo>
                      <a:pt x="1127" y="2367"/>
                      <a:pt x="1128" y="2367"/>
                      <a:pt x="1128" y="2367"/>
                    </a:cubicBezTo>
                    <a:cubicBezTo>
                      <a:pt x="1129" y="2366"/>
                      <a:pt x="1129" y="2365"/>
                      <a:pt x="1130" y="2364"/>
                    </a:cubicBezTo>
                    <a:cubicBezTo>
                      <a:pt x="1131" y="2363"/>
                      <a:pt x="1132" y="2362"/>
                      <a:pt x="1133" y="2360"/>
                    </a:cubicBezTo>
                    <a:cubicBezTo>
                      <a:pt x="1134" y="2359"/>
                      <a:pt x="1133" y="2357"/>
                      <a:pt x="1133" y="2355"/>
                    </a:cubicBezTo>
                    <a:cubicBezTo>
                      <a:pt x="1132" y="2352"/>
                      <a:pt x="1134" y="2349"/>
                      <a:pt x="1135" y="2346"/>
                    </a:cubicBezTo>
                    <a:cubicBezTo>
                      <a:pt x="1135" y="2343"/>
                      <a:pt x="1138" y="2342"/>
                      <a:pt x="1140" y="2340"/>
                    </a:cubicBezTo>
                    <a:cubicBezTo>
                      <a:pt x="1143" y="2339"/>
                      <a:pt x="1146" y="2337"/>
                      <a:pt x="1148" y="2336"/>
                    </a:cubicBezTo>
                    <a:cubicBezTo>
                      <a:pt x="1150" y="2335"/>
                      <a:pt x="1151" y="2335"/>
                      <a:pt x="1152" y="2334"/>
                    </a:cubicBezTo>
                    <a:cubicBezTo>
                      <a:pt x="1154" y="2334"/>
                      <a:pt x="1155" y="2333"/>
                      <a:pt x="1157" y="2332"/>
                    </a:cubicBezTo>
                    <a:cubicBezTo>
                      <a:pt x="1160" y="2331"/>
                      <a:pt x="1163" y="2331"/>
                      <a:pt x="1166" y="2328"/>
                    </a:cubicBezTo>
                    <a:cubicBezTo>
                      <a:pt x="1168" y="2326"/>
                      <a:pt x="1170" y="2325"/>
                      <a:pt x="1172" y="2323"/>
                    </a:cubicBezTo>
                    <a:cubicBezTo>
                      <a:pt x="1175" y="2318"/>
                      <a:pt x="1178" y="2313"/>
                      <a:pt x="1180" y="2308"/>
                    </a:cubicBezTo>
                    <a:cubicBezTo>
                      <a:pt x="1182" y="2305"/>
                      <a:pt x="1182" y="2302"/>
                      <a:pt x="1183" y="2299"/>
                    </a:cubicBezTo>
                    <a:cubicBezTo>
                      <a:pt x="1185" y="2295"/>
                      <a:pt x="1186" y="2292"/>
                      <a:pt x="1188" y="2289"/>
                    </a:cubicBezTo>
                    <a:cubicBezTo>
                      <a:pt x="1189" y="2286"/>
                      <a:pt x="1190" y="2284"/>
                      <a:pt x="1192" y="2281"/>
                    </a:cubicBezTo>
                    <a:cubicBezTo>
                      <a:pt x="1194" y="2279"/>
                      <a:pt x="1195" y="2276"/>
                      <a:pt x="1197" y="2274"/>
                    </a:cubicBezTo>
                    <a:cubicBezTo>
                      <a:pt x="1200" y="2271"/>
                      <a:pt x="1203" y="2270"/>
                      <a:pt x="1206" y="2269"/>
                    </a:cubicBezTo>
                    <a:cubicBezTo>
                      <a:pt x="1208" y="2268"/>
                      <a:pt x="1210" y="2268"/>
                      <a:pt x="1211" y="2268"/>
                    </a:cubicBezTo>
                    <a:cubicBezTo>
                      <a:pt x="1222" y="2267"/>
                      <a:pt x="1233" y="2267"/>
                      <a:pt x="1243" y="2264"/>
                    </a:cubicBezTo>
                    <a:cubicBezTo>
                      <a:pt x="1248" y="2262"/>
                      <a:pt x="1253" y="2261"/>
                      <a:pt x="1258" y="2261"/>
                    </a:cubicBezTo>
                    <a:cubicBezTo>
                      <a:pt x="1265" y="2260"/>
                      <a:pt x="1273" y="2257"/>
                      <a:pt x="1280" y="2254"/>
                    </a:cubicBezTo>
                    <a:cubicBezTo>
                      <a:pt x="1282" y="2253"/>
                      <a:pt x="1283" y="2251"/>
                      <a:pt x="1285" y="2250"/>
                    </a:cubicBezTo>
                    <a:cubicBezTo>
                      <a:pt x="1286" y="2249"/>
                      <a:pt x="1288" y="2249"/>
                      <a:pt x="1290" y="2249"/>
                    </a:cubicBezTo>
                    <a:cubicBezTo>
                      <a:pt x="1293" y="2248"/>
                      <a:pt x="1297" y="2245"/>
                      <a:pt x="1297" y="2241"/>
                    </a:cubicBezTo>
                    <a:cubicBezTo>
                      <a:pt x="1297" y="2240"/>
                      <a:pt x="1296" y="2238"/>
                      <a:pt x="1296" y="2236"/>
                    </a:cubicBezTo>
                    <a:cubicBezTo>
                      <a:pt x="1296" y="2235"/>
                      <a:pt x="1297" y="2233"/>
                      <a:pt x="1298" y="2232"/>
                    </a:cubicBezTo>
                    <a:cubicBezTo>
                      <a:pt x="1299" y="2228"/>
                      <a:pt x="1302" y="2226"/>
                      <a:pt x="1306" y="2225"/>
                    </a:cubicBezTo>
                    <a:cubicBezTo>
                      <a:pt x="1311" y="2223"/>
                      <a:pt x="1313" y="2221"/>
                      <a:pt x="1312" y="2216"/>
                    </a:cubicBezTo>
                    <a:cubicBezTo>
                      <a:pt x="1312" y="2214"/>
                      <a:pt x="1311" y="2211"/>
                      <a:pt x="1312" y="2209"/>
                    </a:cubicBezTo>
                    <a:cubicBezTo>
                      <a:pt x="1312" y="2205"/>
                      <a:pt x="1314" y="2202"/>
                      <a:pt x="1315" y="2198"/>
                    </a:cubicBezTo>
                    <a:cubicBezTo>
                      <a:pt x="1316" y="2192"/>
                      <a:pt x="1309" y="2186"/>
                      <a:pt x="1310" y="2180"/>
                    </a:cubicBezTo>
                    <a:cubicBezTo>
                      <a:pt x="1312" y="2173"/>
                      <a:pt x="1321" y="2177"/>
                      <a:pt x="1326" y="2178"/>
                    </a:cubicBezTo>
                    <a:cubicBezTo>
                      <a:pt x="1332" y="2179"/>
                      <a:pt x="1339" y="2180"/>
                      <a:pt x="1344" y="2176"/>
                    </a:cubicBezTo>
                    <a:cubicBezTo>
                      <a:pt x="1347" y="2174"/>
                      <a:pt x="1349" y="2172"/>
                      <a:pt x="1352" y="2171"/>
                    </a:cubicBezTo>
                    <a:cubicBezTo>
                      <a:pt x="1355" y="2170"/>
                      <a:pt x="1358" y="2172"/>
                      <a:pt x="1360" y="2174"/>
                    </a:cubicBezTo>
                    <a:cubicBezTo>
                      <a:pt x="1362" y="2176"/>
                      <a:pt x="1364" y="2178"/>
                      <a:pt x="1364" y="2181"/>
                    </a:cubicBezTo>
                    <a:cubicBezTo>
                      <a:pt x="1363" y="2184"/>
                      <a:pt x="1360" y="2186"/>
                      <a:pt x="1358" y="2188"/>
                    </a:cubicBezTo>
                    <a:cubicBezTo>
                      <a:pt x="1355" y="2191"/>
                      <a:pt x="1346" y="2193"/>
                      <a:pt x="1346" y="2198"/>
                    </a:cubicBezTo>
                    <a:cubicBezTo>
                      <a:pt x="1346" y="2200"/>
                      <a:pt x="1349" y="2202"/>
                      <a:pt x="1351" y="2204"/>
                    </a:cubicBezTo>
                    <a:cubicBezTo>
                      <a:pt x="1353" y="2206"/>
                      <a:pt x="1354" y="2209"/>
                      <a:pt x="1356" y="2212"/>
                    </a:cubicBezTo>
                    <a:cubicBezTo>
                      <a:pt x="1360" y="2216"/>
                      <a:pt x="1367" y="2213"/>
                      <a:pt x="1371" y="2211"/>
                    </a:cubicBezTo>
                    <a:cubicBezTo>
                      <a:pt x="1377" y="2207"/>
                      <a:pt x="1383" y="2204"/>
                      <a:pt x="1388" y="2201"/>
                    </a:cubicBezTo>
                    <a:cubicBezTo>
                      <a:pt x="1394" y="2199"/>
                      <a:pt x="1399" y="2195"/>
                      <a:pt x="1405" y="2199"/>
                    </a:cubicBezTo>
                    <a:cubicBezTo>
                      <a:pt x="1406" y="2200"/>
                      <a:pt x="1406" y="2202"/>
                      <a:pt x="1407" y="2203"/>
                    </a:cubicBezTo>
                    <a:cubicBezTo>
                      <a:pt x="1408" y="2206"/>
                      <a:pt x="1410" y="2211"/>
                      <a:pt x="1412" y="2213"/>
                    </a:cubicBezTo>
                    <a:cubicBezTo>
                      <a:pt x="1415" y="2215"/>
                      <a:pt x="1417" y="2212"/>
                      <a:pt x="1419" y="2210"/>
                    </a:cubicBezTo>
                    <a:cubicBezTo>
                      <a:pt x="1421" y="2207"/>
                      <a:pt x="1423" y="2204"/>
                      <a:pt x="1426" y="2202"/>
                    </a:cubicBezTo>
                    <a:cubicBezTo>
                      <a:pt x="1429" y="2200"/>
                      <a:pt x="1433" y="2198"/>
                      <a:pt x="1435" y="2194"/>
                    </a:cubicBezTo>
                    <a:cubicBezTo>
                      <a:pt x="1438" y="2185"/>
                      <a:pt x="1424" y="2177"/>
                      <a:pt x="1418" y="2173"/>
                    </a:cubicBezTo>
                    <a:cubicBezTo>
                      <a:pt x="1415" y="2171"/>
                      <a:pt x="1413" y="2169"/>
                      <a:pt x="1411" y="2166"/>
                    </a:cubicBezTo>
                    <a:cubicBezTo>
                      <a:pt x="1409" y="2162"/>
                      <a:pt x="1408" y="2157"/>
                      <a:pt x="1407" y="2152"/>
                    </a:cubicBezTo>
                    <a:cubicBezTo>
                      <a:pt x="1406" y="2148"/>
                      <a:pt x="1404" y="2144"/>
                      <a:pt x="1402" y="2139"/>
                    </a:cubicBezTo>
                    <a:cubicBezTo>
                      <a:pt x="1401" y="2136"/>
                      <a:pt x="1401" y="2133"/>
                      <a:pt x="1400" y="2129"/>
                    </a:cubicBezTo>
                    <a:cubicBezTo>
                      <a:pt x="1398" y="2121"/>
                      <a:pt x="1388" y="2120"/>
                      <a:pt x="1382" y="2117"/>
                    </a:cubicBezTo>
                    <a:cubicBezTo>
                      <a:pt x="1374" y="2113"/>
                      <a:pt x="1370" y="2105"/>
                      <a:pt x="1363" y="2101"/>
                    </a:cubicBezTo>
                    <a:cubicBezTo>
                      <a:pt x="1360" y="2099"/>
                      <a:pt x="1357" y="2098"/>
                      <a:pt x="1353" y="2096"/>
                    </a:cubicBezTo>
                    <a:cubicBezTo>
                      <a:pt x="1349" y="2095"/>
                      <a:pt x="1345" y="2093"/>
                      <a:pt x="1341" y="2093"/>
                    </a:cubicBezTo>
                    <a:cubicBezTo>
                      <a:pt x="1337" y="2092"/>
                      <a:pt x="1335" y="2094"/>
                      <a:pt x="1332" y="2096"/>
                    </a:cubicBezTo>
                    <a:cubicBezTo>
                      <a:pt x="1328" y="2098"/>
                      <a:pt x="1324" y="2098"/>
                      <a:pt x="1320" y="2098"/>
                    </a:cubicBezTo>
                    <a:cubicBezTo>
                      <a:pt x="1316" y="2098"/>
                      <a:pt x="1312" y="2099"/>
                      <a:pt x="1308" y="2099"/>
                    </a:cubicBezTo>
                    <a:cubicBezTo>
                      <a:pt x="1304" y="2099"/>
                      <a:pt x="1300" y="2099"/>
                      <a:pt x="1296" y="2098"/>
                    </a:cubicBezTo>
                    <a:cubicBezTo>
                      <a:pt x="1294" y="2098"/>
                      <a:pt x="1290" y="2098"/>
                      <a:pt x="1288" y="2097"/>
                    </a:cubicBezTo>
                    <a:cubicBezTo>
                      <a:pt x="1284" y="2095"/>
                      <a:pt x="1284" y="2091"/>
                      <a:pt x="1283" y="2087"/>
                    </a:cubicBezTo>
                    <a:cubicBezTo>
                      <a:pt x="1281" y="2083"/>
                      <a:pt x="1278" y="2077"/>
                      <a:pt x="1273" y="2076"/>
                    </a:cubicBezTo>
                    <a:cubicBezTo>
                      <a:pt x="1269" y="2074"/>
                      <a:pt x="1269" y="2079"/>
                      <a:pt x="1267" y="2081"/>
                    </a:cubicBezTo>
                    <a:cubicBezTo>
                      <a:pt x="1265" y="2084"/>
                      <a:pt x="1262" y="2085"/>
                      <a:pt x="1259" y="2084"/>
                    </a:cubicBezTo>
                    <a:cubicBezTo>
                      <a:pt x="1253" y="2080"/>
                      <a:pt x="1258" y="2068"/>
                      <a:pt x="1251" y="2065"/>
                    </a:cubicBezTo>
                    <a:cubicBezTo>
                      <a:pt x="1243" y="2063"/>
                      <a:pt x="1239" y="2076"/>
                      <a:pt x="1232" y="2072"/>
                    </a:cubicBezTo>
                    <a:cubicBezTo>
                      <a:pt x="1226" y="2069"/>
                      <a:pt x="1229" y="2060"/>
                      <a:pt x="1228" y="2055"/>
                    </a:cubicBezTo>
                    <a:cubicBezTo>
                      <a:pt x="1227" y="2052"/>
                      <a:pt x="1224" y="2050"/>
                      <a:pt x="1221" y="2049"/>
                    </a:cubicBezTo>
                    <a:cubicBezTo>
                      <a:pt x="1218" y="2047"/>
                      <a:pt x="1215" y="2045"/>
                      <a:pt x="1212" y="2043"/>
                    </a:cubicBezTo>
                    <a:cubicBezTo>
                      <a:pt x="1210" y="2040"/>
                      <a:pt x="1207" y="2036"/>
                      <a:pt x="1204" y="2033"/>
                    </a:cubicBezTo>
                    <a:cubicBezTo>
                      <a:pt x="1200" y="2030"/>
                      <a:pt x="1195" y="2027"/>
                      <a:pt x="1190" y="2025"/>
                    </a:cubicBezTo>
                    <a:cubicBezTo>
                      <a:pt x="1187" y="2024"/>
                      <a:pt x="1182" y="2023"/>
                      <a:pt x="1180" y="2020"/>
                    </a:cubicBezTo>
                    <a:cubicBezTo>
                      <a:pt x="1179" y="2017"/>
                      <a:pt x="1181" y="2015"/>
                      <a:pt x="1183" y="2014"/>
                    </a:cubicBezTo>
                    <a:cubicBezTo>
                      <a:pt x="1185" y="2012"/>
                      <a:pt x="1187" y="2008"/>
                      <a:pt x="1191" y="2007"/>
                    </a:cubicBezTo>
                    <a:cubicBezTo>
                      <a:pt x="1195" y="2007"/>
                      <a:pt x="1198" y="2012"/>
                      <a:pt x="1200" y="2015"/>
                    </a:cubicBezTo>
                    <a:cubicBezTo>
                      <a:pt x="1204" y="2018"/>
                      <a:pt x="1207" y="2021"/>
                      <a:pt x="1210" y="2024"/>
                    </a:cubicBezTo>
                    <a:cubicBezTo>
                      <a:pt x="1213" y="2026"/>
                      <a:pt x="1217" y="2029"/>
                      <a:pt x="1220" y="2030"/>
                    </a:cubicBezTo>
                    <a:cubicBezTo>
                      <a:pt x="1224" y="2031"/>
                      <a:pt x="1225" y="2028"/>
                      <a:pt x="1225" y="2025"/>
                    </a:cubicBezTo>
                    <a:cubicBezTo>
                      <a:pt x="1224" y="2021"/>
                      <a:pt x="1222" y="2020"/>
                      <a:pt x="1219" y="2018"/>
                    </a:cubicBezTo>
                    <a:cubicBezTo>
                      <a:pt x="1217" y="2016"/>
                      <a:pt x="1214" y="2012"/>
                      <a:pt x="1217" y="2010"/>
                    </a:cubicBezTo>
                    <a:cubicBezTo>
                      <a:pt x="1221" y="2007"/>
                      <a:pt x="1226" y="2009"/>
                      <a:pt x="1229" y="2010"/>
                    </a:cubicBezTo>
                    <a:cubicBezTo>
                      <a:pt x="1230" y="2010"/>
                      <a:pt x="1233" y="2011"/>
                      <a:pt x="1234" y="2009"/>
                    </a:cubicBezTo>
                    <a:cubicBezTo>
                      <a:pt x="1235" y="2008"/>
                      <a:pt x="1233" y="2005"/>
                      <a:pt x="1232" y="2004"/>
                    </a:cubicBezTo>
                    <a:cubicBezTo>
                      <a:pt x="1230" y="2001"/>
                      <a:pt x="1228" y="1997"/>
                      <a:pt x="1224" y="1995"/>
                    </a:cubicBezTo>
                    <a:cubicBezTo>
                      <a:pt x="1219" y="1991"/>
                      <a:pt x="1208" y="1991"/>
                      <a:pt x="1206" y="1984"/>
                    </a:cubicBezTo>
                    <a:cubicBezTo>
                      <a:pt x="1206" y="1981"/>
                      <a:pt x="1207" y="1978"/>
                      <a:pt x="1204" y="1975"/>
                    </a:cubicBezTo>
                    <a:cubicBezTo>
                      <a:pt x="1202" y="1973"/>
                      <a:pt x="1199" y="1970"/>
                      <a:pt x="1197" y="1968"/>
                    </a:cubicBezTo>
                    <a:cubicBezTo>
                      <a:pt x="1193" y="1965"/>
                      <a:pt x="1188" y="1963"/>
                      <a:pt x="1185" y="1960"/>
                    </a:cubicBezTo>
                    <a:cubicBezTo>
                      <a:pt x="1182" y="1957"/>
                      <a:pt x="1178" y="1954"/>
                      <a:pt x="1175" y="1950"/>
                    </a:cubicBezTo>
                    <a:cubicBezTo>
                      <a:pt x="1173" y="1946"/>
                      <a:pt x="1174" y="1943"/>
                      <a:pt x="1178" y="1943"/>
                    </a:cubicBezTo>
                    <a:cubicBezTo>
                      <a:pt x="1182" y="1943"/>
                      <a:pt x="1187" y="1943"/>
                      <a:pt x="1191" y="1943"/>
                    </a:cubicBezTo>
                    <a:cubicBezTo>
                      <a:pt x="1200" y="1944"/>
                      <a:pt x="1204" y="1951"/>
                      <a:pt x="1211" y="1957"/>
                    </a:cubicBezTo>
                    <a:cubicBezTo>
                      <a:pt x="1216" y="1961"/>
                      <a:pt x="1221" y="1967"/>
                      <a:pt x="1228" y="1964"/>
                    </a:cubicBezTo>
                    <a:cubicBezTo>
                      <a:pt x="1231" y="1963"/>
                      <a:pt x="1235" y="1960"/>
                      <a:pt x="1233" y="1956"/>
                    </a:cubicBezTo>
                    <a:cubicBezTo>
                      <a:pt x="1232" y="1955"/>
                      <a:pt x="1229" y="1953"/>
                      <a:pt x="1228" y="1952"/>
                    </a:cubicBezTo>
                    <a:cubicBezTo>
                      <a:pt x="1225" y="1950"/>
                      <a:pt x="1223" y="1949"/>
                      <a:pt x="1221" y="1947"/>
                    </a:cubicBezTo>
                    <a:cubicBezTo>
                      <a:pt x="1214" y="1941"/>
                      <a:pt x="1205" y="1936"/>
                      <a:pt x="1204" y="1926"/>
                    </a:cubicBezTo>
                    <a:cubicBezTo>
                      <a:pt x="1204" y="1919"/>
                      <a:pt x="1206" y="1911"/>
                      <a:pt x="1204" y="1904"/>
                    </a:cubicBezTo>
                    <a:cubicBezTo>
                      <a:pt x="1201" y="1896"/>
                      <a:pt x="1191" y="1893"/>
                      <a:pt x="1184" y="1889"/>
                    </a:cubicBezTo>
                    <a:cubicBezTo>
                      <a:pt x="1183" y="1888"/>
                      <a:pt x="1175" y="1884"/>
                      <a:pt x="1177" y="1881"/>
                    </a:cubicBezTo>
                    <a:cubicBezTo>
                      <a:pt x="1178" y="1879"/>
                      <a:pt x="1184" y="1879"/>
                      <a:pt x="1187" y="1879"/>
                    </a:cubicBezTo>
                    <a:cubicBezTo>
                      <a:pt x="1190" y="1879"/>
                      <a:pt x="1193" y="1878"/>
                      <a:pt x="1196" y="1881"/>
                    </a:cubicBezTo>
                    <a:cubicBezTo>
                      <a:pt x="1198" y="1883"/>
                      <a:pt x="1200" y="1888"/>
                      <a:pt x="1202" y="1891"/>
                    </a:cubicBezTo>
                    <a:cubicBezTo>
                      <a:pt x="1206" y="1897"/>
                      <a:pt x="1209" y="1903"/>
                      <a:pt x="1218" y="1904"/>
                    </a:cubicBezTo>
                    <a:cubicBezTo>
                      <a:pt x="1221" y="1904"/>
                      <a:pt x="1225" y="1905"/>
                      <a:pt x="1228" y="1904"/>
                    </a:cubicBezTo>
                    <a:cubicBezTo>
                      <a:pt x="1231" y="1902"/>
                      <a:pt x="1231" y="1899"/>
                      <a:pt x="1229" y="1896"/>
                    </a:cubicBezTo>
                    <a:cubicBezTo>
                      <a:pt x="1224" y="1892"/>
                      <a:pt x="1216" y="1892"/>
                      <a:pt x="1211" y="1888"/>
                    </a:cubicBezTo>
                    <a:cubicBezTo>
                      <a:pt x="1208" y="1885"/>
                      <a:pt x="1206" y="1883"/>
                      <a:pt x="1203" y="1881"/>
                    </a:cubicBezTo>
                    <a:cubicBezTo>
                      <a:pt x="1200" y="1879"/>
                      <a:pt x="1198" y="1875"/>
                      <a:pt x="1195" y="1873"/>
                    </a:cubicBezTo>
                    <a:cubicBezTo>
                      <a:pt x="1192" y="1870"/>
                      <a:pt x="1188" y="1867"/>
                      <a:pt x="1184" y="1865"/>
                    </a:cubicBezTo>
                    <a:cubicBezTo>
                      <a:pt x="1176" y="1862"/>
                      <a:pt x="1172" y="1853"/>
                      <a:pt x="1166" y="1848"/>
                    </a:cubicBezTo>
                    <a:cubicBezTo>
                      <a:pt x="1162" y="1844"/>
                      <a:pt x="1157" y="1842"/>
                      <a:pt x="1157" y="1836"/>
                    </a:cubicBezTo>
                    <a:cubicBezTo>
                      <a:pt x="1157" y="1834"/>
                      <a:pt x="1156" y="1830"/>
                      <a:pt x="1158" y="1829"/>
                    </a:cubicBezTo>
                    <a:cubicBezTo>
                      <a:pt x="1161" y="1827"/>
                      <a:pt x="1165" y="1828"/>
                      <a:pt x="1168" y="1828"/>
                    </a:cubicBezTo>
                    <a:cubicBezTo>
                      <a:pt x="1171" y="1829"/>
                      <a:pt x="1175" y="1830"/>
                      <a:pt x="1178" y="1831"/>
                    </a:cubicBezTo>
                    <a:cubicBezTo>
                      <a:pt x="1185" y="1833"/>
                      <a:pt x="1191" y="1837"/>
                      <a:pt x="1195" y="1843"/>
                    </a:cubicBezTo>
                    <a:cubicBezTo>
                      <a:pt x="1199" y="1849"/>
                      <a:pt x="1201" y="1856"/>
                      <a:pt x="1204" y="1862"/>
                    </a:cubicBezTo>
                    <a:cubicBezTo>
                      <a:pt x="1207" y="1867"/>
                      <a:pt x="1212" y="1871"/>
                      <a:pt x="1217" y="1875"/>
                    </a:cubicBezTo>
                    <a:cubicBezTo>
                      <a:pt x="1223" y="1880"/>
                      <a:pt x="1229" y="1884"/>
                      <a:pt x="1236" y="1889"/>
                    </a:cubicBezTo>
                    <a:cubicBezTo>
                      <a:pt x="1241" y="1892"/>
                      <a:pt x="1246" y="1898"/>
                      <a:pt x="1247" y="1904"/>
                    </a:cubicBezTo>
                    <a:cubicBezTo>
                      <a:pt x="1249" y="1909"/>
                      <a:pt x="1244" y="1913"/>
                      <a:pt x="1244" y="1919"/>
                    </a:cubicBezTo>
                    <a:cubicBezTo>
                      <a:pt x="1245" y="1922"/>
                      <a:pt x="1247" y="1927"/>
                      <a:pt x="1250" y="1928"/>
                    </a:cubicBezTo>
                    <a:cubicBezTo>
                      <a:pt x="1253" y="1930"/>
                      <a:pt x="1257" y="1931"/>
                      <a:pt x="1260" y="1932"/>
                    </a:cubicBezTo>
                    <a:cubicBezTo>
                      <a:pt x="1261" y="1933"/>
                      <a:pt x="1262" y="1933"/>
                      <a:pt x="1264" y="1933"/>
                    </a:cubicBezTo>
                    <a:cubicBezTo>
                      <a:pt x="1267" y="1933"/>
                      <a:pt x="1270" y="1934"/>
                      <a:pt x="1273" y="1936"/>
                    </a:cubicBezTo>
                    <a:cubicBezTo>
                      <a:pt x="1275" y="1937"/>
                      <a:pt x="1277" y="1939"/>
                      <a:pt x="1278" y="1942"/>
                    </a:cubicBezTo>
                    <a:cubicBezTo>
                      <a:pt x="1279" y="1946"/>
                      <a:pt x="1280" y="1954"/>
                      <a:pt x="1286" y="1950"/>
                    </a:cubicBezTo>
                    <a:cubicBezTo>
                      <a:pt x="1289" y="1948"/>
                      <a:pt x="1298" y="1943"/>
                      <a:pt x="1297" y="1938"/>
                    </a:cubicBezTo>
                    <a:cubicBezTo>
                      <a:pt x="1296" y="1936"/>
                      <a:pt x="1293" y="1935"/>
                      <a:pt x="1292" y="1934"/>
                    </a:cubicBezTo>
                    <a:cubicBezTo>
                      <a:pt x="1289" y="1932"/>
                      <a:pt x="1286" y="1930"/>
                      <a:pt x="1283" y="1927"/>
                    </a:cubicBezTo>
                    <a:cubicBezTo>
                      <a:pt x="1280" y="1925"/>
                      <a:pt x="1277" y="1922"/>
                      <a:pt x="1274" y="1920"/>
                    </a:cubicBezTo>
                    <a:cubicBezTo>
                      <a:pt x="1270" y="1918"/>
                      <a:pt x="1266" y="1916"/>
                      <a:pt x="1264" y="1913"/>
                    </a:cubicBezTo>
                    <a:cubicBezTo>
                      <a:pt x="1263" y="1911"/>
                      <a:pt x="1262" y="1907"/>
                      <a:pt x="1265" y="1906"/>
                    </a:cubicBezTo>
                    <a:cubicBezTo>
                      <a:pt x="1268" y="1904"/>
                      <a:pt x="1271" y="1907"/>
                      <a:pt x="1273" y="1909"/>
                    </a:cubicBezTo>
                    <a:cubicBezTo>
                      <a:pt x="1276" y="1911"/>
                      <a:pt x="1279" y="1912"/>
                      <a:pt x="1283" y="1911"/>
                    </a:cubicBezTo>
                    <a:cubicBezTo>
                      <a:pt x="1286" y="1910"/>
                      <a:pt x="1289" y="1909"/>
                      <a:pt x="1292" y="1909"/>
                    </a:cubicBezTo>
                    <a:cubicBezTo>
                      <a:pt x="1299" y="1910"/>
                      <a:pt x="1302" y="1916"/>
                      <a:pt x="1305" y="1921"/>
                    </a:cubicBezTo>
                    <a:cubicBezTo>
                      <a:pt x="1305" y="1923"/>
                      <a:pt x="1308" y="1931"/>
                      <a:pt x="1311" y="1931"/>
                    </a:cubicBezTo>
                    <a:cubicBezTo>
                      <a:pt x="1316" y="1931"/>
                      <a:pt x="1313" y="1912"/>
                      <a:pt x="1315" y="1909"/>
                    </a:cubicBezTo>
                    <a:cubicBezTo>
                      <a:pt x="1316" y="1907"/>
                      <a:pt x="1322" y="1907"/>
                      <a:pt x="1324" y="1906"/>
                    </a:cubicBezTo>
                    <a:cubicBezTo>
                      <a:pt x="1327" y="1904"/>
                      <a:pt x="1331" y="1903"/>
                      <a:pt x="1334" y="1902"/>
                    </a:cubicBezTo>
                    <a:cubicBezTo>
                      <a:pt x="1337" y="1902"/>
                      <a:pt x="1341" y="1901"/>
                      <a:pt x="1343" y="1897"/>
                    </a:cubicBezTo>
                    <a:cubicBezTo>
                      <a:pt x="1345" y="1894"/>
                      <a:pt x="1344" y="1889"/>
                      <a:pt x="1342" y="1886"/>
                    </a:cubicBezTo>
                    <a:cubicBezTo>
                      <a:pt x="1340" y="1882"/>
                      <a:pt x="1334" y="1879"/>
                      <a:pt x="1331" y="1875"/>
                    </a:cubicBezTo>
                    <a:cubicBezTo>
                      <a:pt x="1328" y="1873"/>
                      <a:pt x="1326" y="1872"/>
                      <a:pt x="1323" y="1870"/>
                    </a:cubicBezTo>
                    <a:cubicBezTo>
                      <a:pt x="1321" y="1868"/>
                      <a:pt x="1318" y="1865"/>
                      <a:pt x="1317" y="1863"/>
                    </a:cubicBezTo>
                    <a:cubicBezTo>
                      <a:pt x="1315" y="1861"/>
                      <a:pt x="1315" y="1860"/>
                      <a:pt x="1313" y="1858"/>
                    </a:cubicBezTo>
                    <a:cubicBezTo>
                      <a:pt x="1311" y="1857"/>
                      <a:pt x="1308" y="1856"/>
                      <a:pt x="1306" y="1854"/>
                    </a:cubicBezTo>
                    <a:cubicBezTo>
                      <a:pt x="1304" y="1853"/>
                      <a:pt x="1303" y="1850"/>
                      <a:pt x="1302" y="1848"/>
                    </a:cubicBezTo>
                    <a:cubicBezTo>
                      <a:pt x="1301" y="1844"/>
                      <a:pt x="1304" y="1840"/>
                      <a:pt x="1304" y="1835"/>
                    </a:cubicBezTo>
                    <a:cubicBezTo>
                      <a:pt x="1304" y="1833"/>
                      <a:pt x="1303" y="1830"/>
                      <a:pt x="1303" y="1828"/>
                    </a:cubicBezTo>
                    <a:cubicBezTo>
                      <a:pt x="1303" y="1825"/>
                      <a:pt x="1303" y="1822"/>
                      <a:pt x="1302" y="1820"/>
                    </a:cubicBezTo>
                    <a:cubicBezTo>
                      <a:pt x="1301" y="1814"/>
                      <a:pt x="1297" y="1809"/>
                      <a:pt x="1292" y="1813"/>
                    </a:cubicBezTo>
                    <a:cubicBezTo>
                      <a:pt x="1286" y="1817"/>
                      <a:pt x="1283" y="1822"/>
                      <a:pt x="1276" y="1822"/>
                    </a:cubicBezTo>
                    <a:cubicBezTo>
                      <a:pt x="1269" y="1821"/>
                      <a:pt x="1264" y="1817"/>
                      <a:pt x="1258" y="1815"/>
                    </a:cubicBezTo>
                    <a:cubicBezTo>
                      <a:pt x="1252" y="1812"/>
                      <a:pt x="1246" y="1809"/>
                      <a:pt x="1240" y="1805"/>
                    </a:cubicBezTo>
                    <a:cubicBezTo>
                      <a:pt x="1234" y="1802"/>
                      <a:pt x="1227" y="1799"/>
                      <a:pt x="1225" y="1808"/>
                    </a:cubicBezTo>
                    <a:cubicBezTo>
                      <a:pt x="1224" y="1812"/>
                      <a:pt x="1224" y="1821"/>
                      <a:pt x="1219" y="1822"/>
                    </a:cubicBezTo>
                    <a:cubicBezTo>
                      <a:pt x="1216" y="1822"/>
                      <a:pt x="1213" y="1821"/>
                      <a:pt x="1211" y="1820"/>
                    </a:cubicBezTo>
                    <a:cubicBezTo>
                      <a:pt x="1207" y="1819"/>
                      <a:pt x="1204" y="1818"/>
                      <a:pt x="1200" y="1818"/>
                    </a:cubicBezTo>
                    <a:cubicBezTo>
                      <a:pt x="1197" y="1817"/>
                      <a:pt x="1193" y="1816"/>
                      <a:pt x="1192" y="1814"/>
                    </a:cubicBezTo>
                    <a:cubicBezTo>
                      <a:pt x="1190" y="1812"/>
                      <a:pt x="1191" y="1809"/>
                      <a:pt x="1191" y="1806"/>
                    </a:cubicBezTo>
                    <a:cubicBezTo>
                      <a:pt x="1192" y="1802"/>
                      <a:pt x="1193" y="1791"/>
                      <a:pt x="1185" y="1793"/>
                    </a:cubicBezTo>
                    <a:cubicBezTo>
                      <a:pt x="1181" y="1795"/>
                      <a:pt x="1173" y="1801"/>
                      <a:pt x="1170" y="1794"/>
                    </a:cubicBezTo>
                    <a:cubicBezTo>
                      <a:pt x="1167" y="1790"/>
                      <a:pt x="1172" y="1783"/>
                      <a:pt x="1169" y="1779"/>
                    </a:cubicBezTo>
                    <a:cubicBezTo>
                      <a:pt x="1167" y="1777"/>
                      <a:pt x="1163" y="1776"/>
                      <a:pt x="1160" y="1774"/>
                    </a:cubicBezTo>
                    <a:cubicBezTo>
                      <a:pt x="1156" y="1772"/>
                      <a:pt x="1153" y="1770"/>
                      <a:pt x="1149" y="1767"/>
                    </a:cubicBezTo>
                    <a:cubicBezTo>
                      <a:pt x="1145" y="1763"/>
                      <a:pt x="1142" y="1758"/>
                      <a:pt x="1146" y="1752"/>
                    </a:cubicBezTo>
                    <a:cubicBezTo>
                      <a:pt x="1148" y="1749"/>
                      <a:pt x="1153" y="1744"/>
                      <a:pt x="1157" y="1745"/>
                    </a:cubicBezTo>
                    <a:cubicBezTo>
                      <a:pt x="1163" y="1746"/>
                      <a:pt x="1165" y="1753"/>
                      <a:pt x="1168" y="1757"/>
                    </a:cubicBezTo>
                    <a:cubicBezTo>
                      <a:pt x="1170" y="1761"/>
                      <a:pt x="1174" y="1765"/>
                      <a:pt x="1179" y="1765"/>
                    </a:cubicBezTo>
                    <a:cubicBezTo>
                      <a:pt x="1181" y="1765"/>
                      <a:pt x="1182" y="1764"/>
                      <a:pt x="1183" y="1762"/>
                    </a:cubicBezTo>
                    <a:cubicBezTo>
                      <a:pt x="1185" y="1760"/>
                      <a:pt x="1187" y="1759"/>
                      <a:pt x="1190" y="1758"/>
                    </a:cubicBezTo>
                    <a:cubicBezTo>
                      <a:pt x="1192" y="1757"/>
                      <a:pt x="1195" y="1757"/>
                      <a:pt x="1197" y="1754"/>
                    </a:cubicBezTo>
                    <a:cubicBezTo>
                      <a:pt x="1199" y="1752"/>
                      <a:pt x="1199" y="1748"/>
                      <a:pt x="1198" y="1745"/>
                    </a:cubicBezTo>
                    <a:cubicBezTo>
                      <a:pt x="1197" y="1742"/>
                      <a:pt x="1194" y="1741"/>
                      <a:pt x="1193" y="1738"/>
                    </a:cubicBezTo>
                    <a:cubicBezTo>
                      <a:pt x="1192" y="1735"/>
                      <a:pt x="1190" y="1731"/>
                      <a:pt x="1191" y="1728"/>
                    </a:cubicBezTo>
                    <a:cubicBezTo>
                      <a:pt x="1192" y="1721"/>
                      <a:pt x="1198" y="1716"/>
                      <a:pt x="1198" y="1709"/>
                    </a:cubicBezTo>
                    <a:cubicBezTo>
                      <a:pt x="1198" y="1703"/>
                      <a:pt x="1199" y="1697"/>
                      <a:pt x="1197" y="1692"/>
                    </a:cubicBezTo>
                    <a:cubicBezTo>
                      <a:pt x="1195" y="1689"/>
                      <a:pt x="1195" y="1686"/>
                      <a:pt x="1194" y="1684"/>
                    </a:cubicBezTo>
                    <a:cubicBezTo>
                      <a:pt x="1193" y="1681"/>
                      <a:pt x="1191" y="1679"/>
                      <a:pt x="1190" y="1676"/>
                    </a:cubicBezTo>
                    <a:cubicBezTo>
                      <a:pt x="1189" y="1673"/>
                      <a:pt x="1187" y="1670"/>
                      <a:pt x="1185" y="1668"/>
                    </a:cubicBezTo>
                    <a:cubicBezTo>
                      <a:pt x="1183" y="1666"/>
                      <a:pt x="1180" y="1664"/>
                      <a:pt x="1178" y="1661"/>
                    </a:cubicBezTo>
                    <a:cubicBezTo>
                      <a:pt x="1176" y="1659"/>
                      <a:pt x="1176" y="1656"/>
                      <a:pt x="1174" y="1653"/>
                    </a:cubicBezTo>
                    <a:cubicBezTo>
                      <a:pt x="1172" y="1650"/>
                      <a:pt x="1170" y="1645"/>
                      <a:pt x="1170" y="1641"/>
                    </a:cubicBezTo>
                    <a:cubicBezTo>
                      <a:pt x="1169" y="1638"/>
                      <a:pt x="1169" y="1636"/>
                      <a:pt x="1168" y="1633"/>
                    </a:cubicBezTo>
                    <a:cubicBezTo>
                      <a:pt x="1168" y="1631"/>
                      <a:pt x="1168" y="1629"/>
                      <a:pt x="1166" y="1626"/>
                    </a:cubicBezTo>
                    <a:cubicBezTo>
                      <a:pt x="1165" y="1624"/>
                      <a:pt x="1164" y="1622"/>
                      <a:pt x="1161" y="1621"/>
                    </a:cubicBezTo>
                    <a:cubicBezTo>
                      <a:pt x="1158" y="1620"/>
                      <a:pt x="1156" y="1618"/>
                      <a:pt x="1153" y="1617"/>
                    </a:cubicBezTo>
                    <a:cubicBezTo>
                      <a:pt x="1149" y="1615"/>
                      <a:pt x="1142" y="1613"/>
                      <a:pt x="1137" y="1613"/>
                    </a:cubicBezTo>
                    <a:cubicBezTo>
                      <a:pt x="1136" y="1613"/>
                      <a:pt x="1134" y="1613"/>
                      <a:pt x="1133" y="1613"/>
                    </a:cubicBezTo>
                    <a:cubicBezTo>
                      <a:pt x="1132" y="1613"/>
                      <a:pt x="1131" y="1614"/>
                      <a:pt x="1130" y="1614"/>
                    </a:cubicBezTo>
                    <a:cubicBezTo>
                      <a:pt x="1129" y="1614"/>
                      <a:pt x="1128" y="1613"/>
                      <a:pt x="1127" y="1612"/>
                    </a:cubicBezTo>
                    <a:cubicBezTo>
                      <a:pt x="1127" y="1612"/>
                      <a:pt x="1126" y="1613"/>
                      <a:pt x="1126" y="1613"/>
                    </a:cubicBezTo>
                    <a:cubicBezTo>
                      <a:pt x="1125" y="1613"/>
                      <a:pt x="1126" y="1613"/>
                      <a:pt x="1125" y="1612"/>
                    </a:cubicBezTo>
                    <a:cubicBezTo>
                      <a:pt x="1121" y="1609"/>
                      <a:pt x="1119" y="1604"/>
                      <a:pt x="1121" y="1599"/>
                    </a:cubicBezTo>
                    <a:cubicBezTo>
                      <a:pt x="1122" y="1598"/>
                      <a:pt x="1123" y="1597"/>
                      <a:pt x="1123" y="1595"/>
                    </a:cubicBezTo>
                    <a:cubicBezTo>
                      <a:pt x="1124" y="1594"/>
                      <a:pt x="1123" y="1592"/>
                      <a:pt x="1122" y="1591"/>
                    </a:cubicBezTo>
                    <a:cubicBezTo>
                      <a:pt x="1121" y="1588"/>
                      <a:pt x="1119" y="1584"/>
                      <a:pt x="1116" y="1584"/>
                    </a:cubicBezTo>
                    <a:cubicBezTo>
                      <a:pt x="1114" y="1583"/>
                      <a:pt x="1112" y="1582"/>
                      <a:pt x="1112" y="1580"/>
                    </a:cubicBezTo>
                    <a:cubicBezTo>
                      <a:pt x="1111" y="1578"/>
                      <a:pt x="1112" y="1575"/>
                      <a:pt x="1112" y="1573"/>
                    </a:cubicBezTo>
                    <a:cubicBezTo>
                      <a:pt x="1111" y="1568"/>
                      <a:pt x="1107" y="1563"/>
                      <a:pt x="1104" y="1559"/>
                    </a:cubicBezTo>
                    <a:cubicBezTo>
                      <a:pt x="1103" y="1558"/>
                      <a:pt x="1103" y="1556"/>
                      <a:pt x="1102" y="1555"/>
                    </a:cubicBezTo>
                    <a:cubicBezTo>
                      <a:pt x="1100" y="1554"/>
                      <a:pt x="1098" y="1553"/>
                      <a:pt x="1097" y="1552"/>
                    </a:cubicBezTo>
                    <a:cubicBezTo>
                      <a:pt x="1094" y="1550"/>
                      <a:pt x="1090" y="1548"/>
                      <a:pt x="1088" y="1545"/>
                    </a:cubicBezTo>
                    <a:cubicBezTo>
                      <a:pt x="1086" y="1543"/>
                      <a:pt x="1085" y="1540"/>
                      <a:pt x="1083" y="1538"/>
                    </a:cubicBezTo>
                    <a:cubicBezTo>
                      <a:pt x="1079" y="1534"/>
                      <a:pt x="1076" y="1529"/>
                      <a:pt x="1071" y="1526"/>
                    </a:cubicBezTo>
                    <a:cubicBezTo>
                      <a:pt x="1070" y="1526"/>
                      <a:pt x="1069" y="1525"/>
                      <a:pt x="1068" y="1524"/>
                    </a:cubicBezTo>
                    <a:cubicBezTo>
                      <a:pt x="1066" y="1523"/>
                      <a:pt x="1064" y="1522"/>
                      <a:pt x="1062" y="1521"/>
                    </a:cubicBezTo>
                    <a:cubicBezTo>
                      <a:pt x="1061" y="1520"/>
                      <a:pt x="1060" y="1519"/>
                      <a:pt x="1058" y="1518"/>
                    </a:cubicBezTo>
                    <a:cubicBezTo>
                      <a:pt x="1055" y="1516"/>
                      <a:pt x="1051" y="1514"/>
                      <a:pt x="1049" y="1511"/>
                    </a:cubicBezTo>
                    <a:cubicBezTo>
                      <a:pt x="1047" y="1507"/>
                      <a:pt x="1046" y="1502"/>
                      <a:pt x="1048" y="1498"/>
                    </a:cubicBezTo>
                    <a:cubicBezTo>
                      <a:pt x="1051" y="1489"/>
                      <a:pt x="1062" y="1502"/>
                      <a:pt x="1065" y="1505"/>
                    </a:cubicBezTo>
                    <a:cubicBezTo>
                      <a:pt x="1066" y="1506"/>
                      <a:pt x="1071" y="1512"/>
                      <a:pt x="1073" y="1510"/>
                    </a:cubicBezTo>
                    <a:cubicBezTo>
                      <a:pt x="1076" y="1507"/>
                      <a:pt x="1069" y="1501"/>
                      <a:pt x="1067" y="1500"/>
                    </a:cubicBezTo>
                    <a:cubicBezTo>
                      <a:pt x="1064" y="1497"/>
                      <a:pt x="1061" y="1495"/>
                      <a:pt x="1058" y="1492"/>
                    </a:cubicBezTo>
                    <a:cubicBezTo>
                      <a:pt x="1055" y="1488"/>
                      <a:pt x="1053" y="1483"/>
                      <a:pt x="1052" y="1478"/>
                    </a:cubicBezTo>
                    <a:cubicBezTo>
                      <a:pt x="1051" y="1470"/>
                      <a:pt x="1054" y="1462"/>
                      <a:pt x="1057" y="1455"/>
                    </a:cubicBezTo>
                    <a:cubicBezTo>
                      <a:pt x="1058" y="1451"/>
                      <a:pt x="1059" y="1447"/>
                      <a:pt x="1059" y="1443"/>
                    </a:cubicBezTo>
                    <a:cubicBezTo>
                      <a:pt x="1059" y="1438"/>
                      <a:pt x="1060" y="1434"/>
                      <a:pt x="1061" y="1429"/>
                    </a:cubicBezTo>
                    <a:cubicBezTo>
                      <a:pt x="1062" y="1425"/>
                      <a:pt x="1063" y="1420"/>
                      <a:pt x="1064" y="1416"/>
                    </a:cubicBezTo>
                    <a:cubicBezTo>
                      <a:pt x="1065" y="1411"/>
                      <a:pt x="1067" y="1408"/>
                      <a:pt x="1070" y="1405"/>
                    </a:cubicBezTo>
                    <a:cubicBezTo>
                      <a:pt x="1075" y="1398"/>
                      <a:pt x="1078" y="1390"/>
                      <a:pt x="1076" y="1382"/>
                    </a:cubicBezTo>
                    <a:cubicBezTo>
                      <a:pt x="1075" y="1377"/>
                      <a:pt x="1074" y="1373"/>
                      <a:pt x="1073" y="1368"/>
                    </a:cubicBezTo>
                    <a:cubicBezTo>
                      <a:pt x="1073" y="1364"/>
                      <a:pt x="1072" y="1360"/>
                      <a:pt x="1070" y="1355"/>
                    </a:cubicBezTo>
                    <a:cubicBezTo>
                      <a:pt x="1069" y="1351"/>
                      <a:pt x="1068" y="1348"/>
                      <a:pt x="1069" y="1344"/>
                    </a:cubicBezTo>
                    <a:cubicBezTo>
                      <a:pt x="1069" y="1343"/>
                      <a:pt x="1070" y="1342"/>
                      <a:pt x="1070" y="1341"/>
                    </a:cubicBezTo>
                    <a:cubicBezTo>
                      <a:pt x="1071" y="1340"/>
                      <a:pt x="1071" y="1340"/>
                      <a:pt x="1071" y="1340"/>
                    </a:cubicBezTo>
                    <a:cubicBezTo>
                      <a:pt x="1072" y="1339"/>
                      <a:pt x="1072" y="1339"/>
                      <a:pt x="1072" y="1338"/>
                    </a:cubicBezTo>
                    <a:cubicBezTo>
                      <a:pt x="1072" y="1338"/>
                      <a:pt x="1073" y="1338"/>
                      <a:pt x="1073" y="1337"/>
                    </a:cubicBezTo>
                    <a:cubicBezTo>
                      <a:pt x="1073" y="1337"/>
                      <a:pt x="1073" y="1336"/>
                      <a:pt x="1073" y="1336"/>
                    </a:cubicBezTo>
                    <a:cubicBezTo>
                      <a:pt x="1074" y="1335"/>
                      <a:pt x="1074" y="1335"/>
                      <a:pt x="1074" y="1334"/>
                    </a:cubicBezTo>
                    <a:cubicBezTo>
                      <a:pt x="1075" y="1334"/>
                      <a:pt x="1075" y="1333"/>
                      <a:pt x="1076" y="1333"/>
                    </a:cubicBezTo>
                    <a:cubicBezTo>
                      <a:pt x="1076" y="1332"/>
                      <a:pt x="1076" y="1332"/>
                      <a:pt x="1077" y="1332"/>
                    </a:cubicBezTo>
                    <a:cubicBezTo>
                      <a:pt x="1077" y="1331"/>
                      <a:pt x="1078" y="1330"/>
                      <a:pt x="1078" y="1329"/>
                    </a:cubicBezTo>
                    <a:cubicBezTo>
                      <a:pt x="1078" y="1328"/>
                      <a:pt x="1078" y="1327"/>
                      <a:pt x="1079" y="1327"/>
                    </a:cubicBezTo>
                    <a:cubicBezTo>
                      <a:pt x="1079" y="1326"/>
                      <a:pt x="1079" y="1326"/>
                      <a:pt x="1079" y="1325"/>
                    </a:cubicBezTo>
                    <a:cubicBezTo>
                      <a:pt x="1081" y="1322"/>
                      <a:pt x="1085" y="1320"/>
                      <a:pt x="1087" y="1317"/>
                    </a:cubicBezTo>
                    <a:cubicBezTo>
                      <a:pt x="1089" y="1315"/>
                      <a:pt x="1088" y="1312"/>
                      <a:pt x="1090" y="1310"/>
                    </a:cubicBezTo>
                    <a:cubicBezTo>
                      <a:pt x="1092" y="1306"/>
                      <a:pt x="1095" y="1305"/>
                      <a:pt x="1098" y="1302"/>
                    </a:cubicBezTo>
                    <a:cubicBezTo>
                      <a:pt x="1100" y="1300"/>
                      <a:pt x="1102" y="1296"/>
                      <a:pt x="1100" y="1293"/>
                    </a:cubicBezTo>
                    <a:cubicBezTo>
                      <a:pt x="1099" y="1289"/>
                      <a:pt x="1095" y="1290"/>
                      <a:pt x="1093" y="1287"/>
                    </a:cubicBezTo>
                    <a:cubicBezTo>
                      <a:pt x="1090" y="1284"/>
                      <a:pt x="1092" y="1279"/>
                      <a:pt x="1095" y="1276"/>
                    </a:cubicBezTo>
                    <a:cubicBezTo>
                      <a:pt x="1097" y="1274"/>
                      <a:pt x="1099" y="1271"/>
                      <a:pt x="1097" y="1268"/>
                    </a:cubicBezTo>
                    <a:cubicBezTo>
                      <a:pt x="1095" y="1265"/>
                      <a:pt x="1093" y="1264"/>
                      <a:pt x="1090" y="1263"/>
                    </a:cubicBezTo>
                    <a:cubicBezTo>
                      <a:pt x="1087" y="1262"/>
                      <a:pt x="1084" y="1261"/>
                      <a:pt x="1082" y="1264"/>
                    </a:cubicBezTo>
                    <a:cubicBezTo>
                      <a:pt x="1081" y="1266"/>
                      <a:pt x="1080" y="1271"/>
                      <a:pt x="1078" y="1269"/>
                    </a:cubicBezTo>
                    <a:cubicBezTo>
                      <a:pt x="1076" y="1267"/>
                      <a:pt x="1075" y="1262"/>
                      <a:pt x="1077" y="1260"/>
                    </a:cubicBezTo>
                    <a:cubicBezTo>
                      <a:pt x="1078" y="1256"/>
                      <a:pt x="1082" y="1254"/>
                      <a:pt x="1085" y="1252"/>
                    </a:cubicBezTo>
                    <a:cubicBezTo>
                      <a:pt x="1087" y="1250"/>
                      <a:pt x="1089" y="1248"/>
                      <a:pt x="1088" y="1245"/>
                    </a:cubicBezTo>
                    <a:cubicBezTo>
                      <a:pt x="1086" y="1242"/>
                      <a:pt x="1083" y="1241"/>
                      <a:pt x="1081" y="1238"/>
                    </a:cubicBezTo>
                    <a:cubicBezTo>
                      <a:pt x="1078" y="1235"/>
                      <a:pt x="1078" y="1231"/>
                      <a:pt x="1077" y="1228"/>
                    </a:cubicBezTo>
                    <a:cubicBezTo>
                      <a:pt x="1074" y="1221"/>
                      <a:pt x="1066" y="1227"/>
                      <a:pt x="1061" y="1223"/>
                    </a:cubicBezTo>
                    <a:cubicBezTo>
                      <a:pt x="1058" y="1221"/>
                      <a:pt x="1056" y="1218"/>
                      <a:pt x="1054" y="1217"/>
                    </a:cubicBezTo>
                    <a:cubicBezTo>
                      <a:pt x="1051" y="1215"/>
                      <a:pt x="1049" y="1213"/>
                      <a:pt x="1049" y="1210"/>
                    </a:cubicBezTo>
                    <a:cubicBezTo>
                      <a:pt x="1049" y="1206"/>
                      <a:pt x="1051" y="1203"/>
                      <a:pt x="1052" y="1200"/>
                    </a:cubicBezTo>
                    <a:cubicBezTo>
                      <a:pt x="1053" y="1199"/>
                      <a:pt x="1054" y="1197"/>
                      <a:pt x="1055" y="1196"/>
                    </a:cubicBezTo>
                    <a:cubicBezTo>
                      <a:pt x="1055" y="1193"/>
                      <a:pt x="1052" y="1189"/>
                      <a:pt x="1049" y="1188"/>
                    </a:cubicBezTo>
                    <a:cubicBezTo>
                      <a:pt x="1046" y="1186"/>
                      <a:pt x="1043" y="1186"/>
                      <a:pt x="1040" y="1184"/>
                    </a:cubicBezTo>
                    <a:cubicBezTo>
                      <a:pt x="1037" y="1182"/>
                      <a:pt x="1034" y="1180"/>
                      <a:pt x="1031" y="1178"/>
                    </a:cubicBezTo>
                    <a:cubicBezTo>
                      <a:pt x="1027" y="1176"/>
                      <a:pt x="1026" y="1174"/>
                      <a:pt x="1025" y="1169"/>
                    </a:cubicBezTo>
                    <a:cubicBezTo>
                      <a:pt x="1025" y="1165"/>
                      <a:pt x="1025" y="1162"/>
                      <a:pt x="1021" y="1161"/>
                    </a:cubicBezTo>
                    <a:cubicBezTo>
                      <a:pt x="1016" y="1159"/>
                      <a:pt x="1011" y="1159"/>
                      <a:pt x="1007" y="1158"/>
                    </a:cubicBezTo>
                    <a:cubicBezTo>
                      <a:pt x="1002" y="1157"/>
                      <a:pt x="1001" y="1153"/>
                      <a:pt x="998" y="1150"/>
                    </a:cubicBezTo>
                    <a:cubicBezTo>
                      <a:pt x="997" y="1148"/>
                      <a:pt x="995" y="1147"/>
                      <a:pt x="994" y="1146"/>
                    </a:cubicBezTo>
                    <a:cubicBezTo>
                      <a:pt x="993" y="1144"/>
                      <a:pt x="993" y="1143"/>
                      <a:pt x="993" y="1141"/>
                    </a:cubicBezTo>
                    <a:cubicBezTo>
                      <a:pt x="994" y="1139"/>
                      <a:pt x="994" y="1137"/>
                      <a:pt x="993" y="1135"/>
                    </a:cubicBezTo>
                    <a:cubicBezTo>
                      <a:pt x="992" y="1133"/>
                      <a:pt x="989" y="1133"/>
                      <a:pt x="987" y="1133"/>
                    </a:cubicBezTo>
                    <a:cubicBezTo>
                      <a:pt x="983" y="1132"/>
                      <a:pt x="978" y="1131"/>
                      <a:pt x="975" y="1127"/>
                    </a:cubicBezTo>
                    <a:cubicBezTo>
                      <a:pt x="973" y="1124"/>
                      <a:pt x="973" y="1121"/>
                      <a:pt x="977" y="1119"/>
                    </a:cubicBezTo>
                    <a:cubicBezTo>
                      <a:pt x="980" y="1117"/>
                      <a:pt x="983" y="1116"/>
                      <a:pt x="984" y="1113"/>
                    </a:cubicBezTo>
                    <a:cubicBezTo>
                      <a:pt x="985" y="1111"/>
                      <a:pt x="985" y="1109"/>
                      <a:pt x="986" y="1108"/>
                    </a:cubicBezTo>
                    <a:cubicBezTo>
                      <a:pt x="987" y="1107"/>
                      <a:pt x="989" y="1106"/>
                      <a:pt x="990" y="1105"/>
                    </a:cubicBezTo>
                    <a:cubicBezTo>
                      <a:pt x="991" y="1104"/>
                      <a:pt x="992" y="1102"/>
                      <a:pt x="992" y="1101"/>
                    </a:cubicBezTo>
                    <a:cubicBezTo>
                      <a:pt x="993" y="1099"/>
                      <a:pt x="992" y="1097"/>
                      <a:pt x="993" y="1096"/>
                    </a:cubicBezTo>
                    <a:cubicBezTo>
                      <a:pt x="994" y="1094"/>
                      <a:pt x="996" y="1094"/>
                      <a:pt x="998" y="1095"/>
                    </a:cubicBezTo>
                    <a:cubicBezTo>
                      <a:pt x="1000" y="1095"/>
                      <a:pt x="1003" y="1095"/>
                      <a:pt x="1005" y="1095"/>
                    </a:cubicBezTo>
                    <a:cubicBezTo>
                      <a:pt x="1008" y="1093"/>
                      <a:pt x="1007" y="1089"/>
                      <a:pt x="1008" y="1086"/>
                    </a:cubicBezTo>
                    <a:cubicBezTo>
                      <a:pt x="1009" y="1084"/>
                      <a:pt x="1010" y="1083"/>
                      <a:pt x="1011" y="1082"/>
                    </a:cubicBezTo>
                    <a:cubicBezTo>
                      <a:pt x="1012" y="1080"/>
                      <a:pt x="1011" y="1078"/>
                      <a:pt x="1011" y="1077"/>
                    </a:cubicBezTo>
                    <a:cubicBezTo>
                      <a:pt x="1011" y="1073"/>
                      <a:pt x="1011" y="1069"/>
                      <a:pt x="1011" y="1065"/>
                    </a:cubicBezTo>
                    <a:cubicBezTo>
                      <a:pt x="1012" y="1063"/>
                      <a:pt x="1012" y="1061"/>
                      <a:pt x="1013" y="1060"/>
                    </a:cubicBezTo>
                    <a:cubicBezTo>
                      <a:pt x="1014" y="1059"/>
                      <a:pt x="1015" y="1058"/>
                      <a:pt x="1015" y="1056"/>
                    </a:cubicBezTo>
                    <a:cubicBezTo>
                      <a:pt x="1016" y="1055"/>
                      <a:pt x="1015" y="1054"/>
                      <a:pt x="1015" y="1053"/>
                    </a:cubicBezTo>
                    <a:cubicBezTo>
                      <a:pt x="1015" y="1051"/>
                      <a:pt x="1014" y="1049"/>
                      <a:pt x="1014" y="1047"/>
                    </a:cubicBezTo>
                    <a:cubicBezTo>
                      <a:pt x="1013" y="1045"/>
                      <a:pt x="1011" y="1045"/>
                      <a:pt x="1009" y="1045"/>
                    </a:cubicBezTo>
                    <a:cubicBezTo>
                      <a:pt x="1007" y="1044"/>
                      <a:pt x="1005" y="1044"/>
                      <a:pt x="1004" y="1042"/>
                    </a:cubicBezTo>
                    <a:cubicBezTo>
                      <a:pt x="1002" y="1041"/>
                      <a:pt x="1003" y="1039"/>
                      <a:pt x="1004" y="1037"/>
                    </a:cubicBezTo>
                    <a:cubicBezTo>
                      <a:pt x="1005" y="1035"/>
                      <a:pt x="1005" y="1033"/>
                      <a:pt x="1005" y="1031"/>
                    </a:cubicBezTo>
                    <a:cubicBezTo>
                      <a:pt x="1004" y="1028"/>
                      <a:pt x="1002" y="1027"/>
                      <a:pt x="1000" y="1025"/>
                    </a:cubicBezTo>
                    <a:cubicBezTo>
                      <a:pt x="997" y="1022"/>
                      <a:pt x="995" y="1020"/>
                      <a:pt x="994" y="1015"/>
                    </a:cubicBezTo>
                    <a:cubicBezTo>
                      <a:pt x="994" y="1014"/>
                      <a:pt x="993" y="1012"/>
                      <a:pt x="994" y="1011"/>
                    </a:cubicBezTo>
                    <a:cubicBezTo>
                      <a:pt x="995" y="1009"/>
                      <a:pt x="997" y="1011"/>
                      <a:pt x="998" y="1011"/>
                    </a:cubicBezTo>
                    <a:cubicBezTo>
                      <a:pt x="999" y="1012"/>
                      <a:pt x="1001" y="1014"/>
                      <a:pt x="1003" y="1014"/>
                    </a:cubicBezTo>
                    <a:cubicBezTo>
                      <a:pt x="1005" y="1015"/>
                      <a:pt x="1007" y="1015"/>
                      <a:pt x="1009" y="1015"/>
                    </a:cubicBezTo>
                    <a:cubicBezTo>
                      <a:pt x="1011" y="1015"/>
                      <a:pt x="1012" y="1015"/>
                      <a:pt x="1014" y="1015"/>
                    </a:cubicBezTo>
                    <a:cubicBezTo>
                      <a:pt x="1016" y="1016"/>
                      <a:pt x="1017" y="1017"/>
                      <a:pt x="1019" y="1018"/>
                    </a:cubicBezTo>
                    <a:cubicBezTo>
                      <a:pt x="1021" y="1018"/>
                      <a:pt x="1028" y="1019"/>
                      <a:pt x="1029" y="1016"/>
                    </a:cubicBezTo>
                    <a:cubicBezTo>
                      <a:pt x="1029" y="1015"/>
                      <a:pt x="1026" y="1014"/>
                      <a:pt x="1025" y="1013"/>
                    </a:cubicBezTo>
                    <a:cubicBezTo>
                      <a:pt x="1023" y="1012"/>
                      <a:pt x="1021" y="1010"/>
                      <a:pt x="1020" y="1008"/>
                    </a:cubicBezTo>
                    <a:cubicBezTo>
                      <a:pt x="1018" y="1004"/>
                      <a:pt x="1024" y="1005"/>
                      <a:pt x="1025" y="1002"/>
                    </a:cubicBezTo>
                    <a:cubicBezTo>
                      <a:pt x="1028" y="999"/>
                      <a:pt x="1022" y="994"/>
                      <a:pt x="1019" y="993"/>
                    </a:cubicBezTo>
                    <a:cubicBezTo>
                      <a:pt x="1016" y="992"/>
                      <a:pt x="1012" y="994"/>
                      <a:pt x="1009" y="991"/>
                    </a:cubicBezTo>
                    <a:cubicBezTo>
                      <a:pt x="1007" y="988"/>
                      <a:pt x="1009" y="984"/>
                      <a:pt x="1006" y="981"/>
                    </a:cubicBezTo>
                    <a:cubicBezTo>
                      <a:pt x="1004" y="977"/>
                      <a:pt x="999" y="977"/>
                      <a:pt x="996" y="976"/>
                    </a:cubicBezTo>
                    <a:cubicBezTo>
                      <a:pt x="992" y="975"/>
                      <a:pt x="989" y="974"/>
                      <a:pt x="986" y="972"/>
                    </a:cubicBezTo>
                    <a:cubicBezTo>
                      <a:pt x="983" y="970"/>
                      <a:pt x="981" y="967"/>
                      <a:pt x="980" y="964"/>
                    </a:cubicBezTo>
                    <a:cubicBezTo>
                      <a:pt x="979" y="959"/>
                      <a:pt x="976" y="956"/>
                      <a:pt x="973" y="953"/>
                    </a:cubicBezTo>
                    <a:cubicBezTo>
                      <a:pt x="971" y="952"/>
                      <a:pt x="969" y="950"/>
                      <a:pt x="967" y="949"/>
                    </a:cubicBezTo>
                    <a:cubicBezTo>
                      <a:pt x="966" y="948"/>
                      <a:pt x="964" y="947"/>
                      <a:pt x="962" y="946"/>
                    </a:cubicBezTo>
                    <a:cubicBezTo>
                      <a:pt x="960" y="944"/>
                      <a:pt x="958" y="942"/>
                      <a:pt x="955" y="941"/>
                    </a:cubicBezTo>
                    <a:cubicBezTo>
                      <a:pt x="953" y="940"/>
                      <a:pt x="950" y="939"/>
                      <a:pt x="948" y="938"/>
                    </a:cubicBezTo>
                    <a:cubicBezTo>
                      <a:pt x="943" y="935"/>
                      <a:pt x="940" y="930"/>
                      <a:pt x="935" y="927"/>
                    </a:cubicBezTo>
                    <a:cubicBezTo>
                      <a:pt x="933" y="926"/>
                      <a:pt x="931" y="925"/>
                      <a:pt x="928" y="924"/>
                    </a:cubicBezTo>
                    <a:cubicBezTo>
                      <a:pt x="926" y="923"/>
                      <a:pt x="923" y="922"/>
                      <a:pt x="920" y="921"/>
                    </a:cubicBezTo>
                    <a:cubicBezTo>
                      <a:pt x="917" y="921"/>
                      <a:pt x="914" y="920"/>
                      <a:pt x="912" y="919"/>
                    </a:cubicBezTo>
                    <a:cubicBezTo>
                      <a:pt x="910" y="918"/>
                      <a:pt x="908" y="917"/>
                      <a:pt x="906" y="916"/>
                    </a:cubicBezTo>
                    <a:cubicBezTo>
                      <a:pt x="904" y="916"/>
                      <a:pt x="902" y="915"/>
                      <a:pt x="901" y="914"/>
                    </a:cubicBezTo>
                    <a:cubicBezTo>
                      <a:pt x="898" y="912"/>
                      <a:pt x="896" y="911"/>
                      <a:pt x="894" y="910"/>
                    </a:cubicBezTo>
                    <a:cubicBezTo>
                      <a:pt x="891" y="909"/>
                      <a:pt x="891" y="906"/>
                      <a:pt x="888" y="905"/>
                    </a:cubicBezTo>
                    <a:cubicBezTo>
                      <a:pt x="886" y="904"/>
                      <a:pt x="885" y="906"/>
                      <a:pt x="882" y="906"/>
                    </a:cubicBezTo>
                    <a:cubicBezTo>
                      <a:pt x="881" y="907"/>
                      <a:pt x="879" y="907"/>
                      <a:pt x="878" y="907"/>
                    </a:cubicBezTo>
                    <a:cubicBezTo>
                      <a:pt x="875" y="908"/>
                      <a:pt x="874" y="909"/>
                      <a:pt x="872" y="910"/>
                    </a:cubicBezTo>
                    <a:cubicBezTo>
                      <a:pt x="871" y="911"/>
                      <a:pt x="870" y="911"/>
                      <a:pt x="870" y="911"/>
                    </a:cubicBezTo>
                    <a:cubicBezTo>
                      <a:pt x="869" y="912"/>
                      <a:pt x="868" y="913"/>
                      <a:pt x="867" y="913"/>
                    </a:cubicBezTo>
                    <a:cubicBezTo>
                      <a:pt x="867" y="914"/>
                      <a:pt x="867" y="914"/>
                      <a:pt x="867" y="914"/>
                    </a:cubicBezTo>
                    <a:cubicBezTo>
                      <a:pt x="867" y="914"/>
                      <a:pt x="867" y="913"/>
                      <a:pt x="867" y="913"/>
                    </a:cubicBezTo>
                    <a:cubicBezTo>
                      <a:pt x="867" y="914"/>
                      <a:pt x="866" y="914"/>
                      <a:pt x="866" y="914"/>
                    </a:cubicBezTo>
                    <a:cubicBezTo>
                      <a:pt x="866" y="914"/>
                      <a:pt x="865" y="914"/>
                      <a:pt x="865" y="914"/>
                    </a:cubicBezTo>
                    <a:cubicBezTo>
                      <a:pt x="864" y="913"/>
                      <a:pt x="864" y="912"/>
                      <a:pt x="864" y="911"/>
                    </a:cubicBezTo>
                    <a:cubicBezTo>
                      <a:pt x="863" y="908"/>
                      <a:pt x="865" y="905"/>
                      <a:pt x="864" y="902"/>
                    </a:cubicBezTo>
                    <a:cubicBezTo>
                      <a:pt x="863" y="899"/>
                      <a:pt x="860" y="899"/>
                      <a:pt x="857" y="899"/>
                    </a:cubicBezTo>
                    <a:cubicBezTo>
                      <a:pt x="854" y="900"/>
                      <a:pt x="851" y="901"/>
                      <a:pt x="848" y="900"/>
                    </a:cubicBezTo>
                    <a:cubicBezTo>
                      <a:pt x="845" y="900"/>
                      <a:pt x="841" y="899"/>
                      <a:pt x="839" y="898"/>
                    </a:cubicBezTo>
                    <a:cubicBezTo>
                      <a:pt x="835" y="897"/>
                      <a:pt x="832" y="896"/>
                      <a:pt x="829" y="897"/>
                    </a:cubicBezTo>
                    <a:cubicBezTo>
                      <a:pt x="826" y="898"/>
                      <a:pt x="824" y="899"/>
                      <a:pt x="821" y="900"/>
                    </a:cubicBezTo>
                    <a:cubicBezTo>
                      <a:pt x="819" y="900"/>
                      <a:pt x="818" y="901"/>
                      <a:pt x="816" y="902"/>
                    </a:cubicBezTo>
                    <a:cubicBezTo>
                      <a:pt x="813" y="902"/>
                      <a:pt x="809" y="907"/>
                      <a:pt x="806" y="906"/>
                    </a:cubicBezTo>
                    <a:cubicBezTo>
                      <a:pt x="805" y="905"/>
                      <a:pt x="803" y="904"/>
                      <a:pt x="802" y="903"/>
                    </a:cubicBezTo>
                    <a:cubicBezTo>
                      <a:pt x="799" y="900"/>
                      <a:pt x="804" y="897"/>
                      <a:pt x="807" y="895"/>
                    </a:cubicBezTo>
                    <a:cubicBezTo>
                      <a:pt x="810" y="893"/>
                      <a:pt x="813" y="891"/>
                      <a:pt x="816" y="890"/>
                    </a:cubicBezTo>
                    <a:cubicBezTo>
                      <a:pt x="819" y="888"/>
                      <a:pt x="824" y="888"/>
                      <a:pt x="826" y="884"/>
                    </a:cubicBezTo>
                    <a:cubicBezTo>
                      <a:pt x="827" y="883"/>
                      <a:pt x="827" y="881"/>
                      <a:pt x="828" y="880"/>
                    </a:cubicBezTo>
                    <a:cubicBezTo>
                      <a:pt x="828" y="878"/>
                      <a:pt x="830" y="876"/>
                      <a:pt x="828" y="876"/>
                    </a:cubicBezTo>
                    <a:cubicBezTo>
                      <a:pt x="826" y="874"/>
                      <a:pt x="822" y="877"/>
                      <a:pt x="821" y="878"/>
                    </a:cubicBezTo>
                    <a:cubicBezTo>
                      <a:pt x="818" y="879"/>
                      <a:pt x="816" y="881"/>
                      <a:pt x="814" y="881"/>
                    </a:cubicBezTo>
                    <a:cubicBezTo>
                      <a:pt x="809" y="881"/>
                      <a:pt x="810" y="873"/>
                      <a:pt x="812" y="871"/>
                    </a:cubicBezTo>
                    <a:cubicBezTo>
                      <a:pt x="814" y="869"/>
                      <a:pt x="816" y="868"/>
                      <a:pt x="817" y="866"/>
                    </a:cubicBezTo>
                    <a:cubicBezTo>
                      <a:pt x="818" y="865"/>
                      <a:pt x="817" y="863"/>
                      <a:pt x="817" y="861"/>
                    </a:cubicBezTo>
                    <a:cubicBezTo>
                      <a:pt x="817" y="859"/>
                      <a:pt x="816" y="853"/>
                      <a:pt x="813" y="853"/>
                    </a:cubicBezTo>
                    <a:cubicBezTo>
                      <a:pt x="810" y="853"/>
                      <a:pt x="809" y="852"/>
                      <a:pt x="807" y="852"/>
                    </a:cubicBezTo>
                    <a:cubicBezTo>
                      <a:pt x="804" y="851"/>
                      <a:pt x="803" y="853"/>
                      <a:pt x="801" y="854"/>
                    </a:cubicBezTo>
                    <a:cubicBezTo>
                      <a:pt x="798" y="856"/>
                      <a:pt x="794" y="854"/>
                      <a:pt x="790" y="853"/>
                    </a:cubicBezTo>
                    <a:cubicBezTo>
                      <a:pt x="789" y="853"/>
                      <a:pt x="787" y="852"/>
                      <a:pt x="786" y="852"/>
                    </a:cubicBezTo>
                    <a:cubicBezTo>
                      <a:pt x="784" y="851"/>
                      <a:pt x="783" y="849"/>
                      <a:pt x="781" y="847"/>
                    </a:cubicBezTo>
                    <a:cubicBezTo>
                      <a:pt x="780" y="846"/>
                      <a:pt x="778" y="846"/>
                      <a:pt x="777" y="846"/>
                    </a:cubicBezTo>
                    <a:cubicBezTo>
                      <a:pt x="775" y="846"/>
                      <a:pt x="773" y="846"/>
                      <a:pt x="771" y="846"/>
                    </a:cubicBezTo>
                    <a:cubicBezTo>
                      <a:pt x="768" y="846"/>
                      <a:pt x="764" y="846"/>
                      <a:pt x="760" y="848"/>
                    </a:cubicBezTo>
                    <a:cubicBezTo>
                      <a:pt x="759" y="849"/>
                      <a:pt x="757" y="850"/>
                      <a:pt x="755" y="851"/>
                    </a:cubicBezTo>
                    <a:cubicBezTo>
                      <a:pt x="754" y="852"/>
                      <a:pt x="753" y="853"/>
                      <a:pt x="751" y="854"/>
                    </a:cubicBezTo>
                    <a:cubicBezTo>
                      <a:pt x="747" y="854"/>
                      <a:pt x="749" y="847"/>
                      <a:pt x="749" y="845"/>
                    </a:cubicBezTo>
                    <a:cubicBezTo>
                      <a:pt x="750" y="840"/>
                      <a:pt x="745" y="842"/>
                      <a:pt x="742" y="840"/>
                    </a:cubicBezTo>
                    <a:cubicBezTo>
                      <a:pt x="741" y="840"/>
                      <a:pt x="740" y="839"/>
                      <a:pt x="739" y="837"/>
                    </a:cubicBezTo>
                    <a:cubicBezTo>
                      <a:pt x="738" y="836"/>
                      <a:pt x="737" y="836"/>
                      <a:pt x="735" y="835"/>
                    </a:cubicBezTo>
                    <a:cubicBezTo>
                      <a:pt x="733" y="834"/>
                      <a:pt x="732" y="829"/>
                      <a:pt x="734" y="827"/>
                    </a:cubicBezTo>
                    <a:cubicBezTo>
                      <a:pt x="736" y="826"/>
                      <a:pt x="738" y="826"/>
                      <a:pt x="740" y="827"/>
                    </a:cubicBezTo>
                    <a:cubicBezTo>
                      <a:pt x="743" y="827"/>
                      <a:pt x="744" y="825"/>
                      <a:pt x="745" y="824"/>
                    </a:cubicBezTo>
                    <a:cubicBezTo>
                      <a:pt x="747" y="822"/>
                      <a:pt x="750" y="822"/>
                      <a:pt x="752" y="821"/>
                    </a:cubicBezTo>
                    <a:cubicBezTo>
                      <a:pt x="752" y="820"/>
                      <a:pt x="752" y="819"/>
                      <a:pt x="753" y="819"/>
                    </a:cubicBezTo>
                    <a:cubicBezTo>
                      <a:pt x="754" y="817"/>
                      <a:pt x="755" y="815"/>
                      <a:pt x="757" y="814"/>
                    </a:cubicBezTo>
                    <a:cubicBezTo>
                      <a:pt x="758" y="813"/>
                      <a:pt x="759" y="812"/>
                      <a:pt x="760" y="812"/>
                    </a:cubicBezTo>
                    <a:cubicBezTo>
                      <a:pt x="761" y="811"/>
                      <a:pt x="762" y="811"/>
                      <a:pt x="764" y="811"/>
                    </a:cubicBezTo>
                    <a:cubicBezTo>
                      <a:pt x="767" y="810"/>
                      <a:pt x="767" y="806"/>
                      <a:pt x="766" y="804"/>
                    </a:cubicBezTo>
                    <a:cubicBezTo>
                      <a:pt x="764" y="800"/>
                      <a:pt x="760" y="800"/>
                      <a:pt x="756" y="801"/>
                    </a:cubicBezTo>
                    <a:cubicBezTo>
                      <a:pt x="752" y="802"/>
                      <a:pt x="749" y="804"/>
                      <a:pt x="746" y="807"/>
                    </a:cubicBezTo>
                    <a:cubicBezTo>
                      <a:pt x="743" y="810"/>
                      <a:pt x="740" y="811"/>
                      <a:pt x="736" y="812"/>
                    </a:cubicBezTo>
                    <a:cubicBezTo>
                      <a:pt x="732" y="812"/>
                      <a:pt x="728" y="811"/>
                      <a:pt x="723" y="811"/>
                    </a:cubicBezTo>
                    <a:cubicBezTo>
                      <a:pt x="720" y="810"/>
                      <a:pt x="717" y="811"/>
                      <a:pt x="714" y="811"/>
                    </a:cubicBezTo>
                    <a:cubicBezTo>
                      <a:pt x="711" y="812"/>
                      <a:pt x="707" y="811"/>
                      <a:pt x="704" y="811"/>
                    </a:cubicBezTo>
                    <a:cubicBezTo>
                      <a:pt x="702" y="811"/>
                      <a:pt x="699" y="810"/>
                      <a:pt x="700" y="808"/>
                    </a:cubicBezTo>
                    <a:cubicBezTo>
                      <a:pt x="701" y="805"/>
                      <a:pt x="705" y="804"/>
                      <a:pt x="703" y="802"/>
                    </a:cubicBezTo>
                    <a:cubicBezTo>
                      <a:pt x="701" y="800"/>
                      <a:pt x="698" y="800"/>
                      <a:pt x="699" y="797"/>
                    </a:cubicBezTo>
                    <a:cubicBezTo>
                      <a:pt x="700" y="794"/>
                      <a:pt x="704" y="795"/>
                      <a:pt x="706" y="795"/>
                    </a:cubicBezTo>
                    <a:cubicBezTo>
                      <a:pt x="709" y="796"/>
                      <a:pt x="712" y="796"/>
                      <a:pt x="715" y="797"/>
                    </a:cubicBezTo>
                    <a:cubicBezTo>
                      <a:pt x="717" y="798"/>
                      <a:pt x="719" y="801"/>
                      <a:pt x="721" y="800"/>
                    </a:cubicBezTo>
                    <a:cubicBezTo>
                      <a:pt x="724" y="799"/>
                      <a:pt x="727" y="796"/>
                      <a:pt x="725" y="794"/>
                    </a:cubicBezTo>
                    <a:cubicBezTo>
                      <a:pt x="722" y="791"/>
                      <a:pt x="719" y="789"/>
                      <a:pt x="716" y="788"/>
                    </a:cubicBezTo>
                    <a:cubicBezTo>
                      <a:pt x="714" y="787"/>
                      <a:pt x="712" y="785"/>
                      <a:pt x="710" y="785"/>
                    </a:cubicBezTo>
                    <a:cubicBezTo>
                      <a:pt x="708" y="784"/>
                      <a:pt x="706" y="785"/>
                      <a:pt x="704" y="784"/>
                    </a:cubicBezTo>
                    <a:cubicBezTo>
                      <a:pt x="697" y="784"/>
                      <a:pt x="692" y="777"/>
                      <a:pt x="687" y="772"/>
                    </a:cubicBezTo>
                    <a:cubicBezTo>
                      <a:pt x="685" y="769"/>
                      <a:pt x="679" y="769"/>
                      <a:pt x="675" y="768"/>
                    </a:cubicBezTo>
                    <a:cubicBezTo>
                      <a:pt x="671" y="766"/>
                      <a:pt x="667" y="765"/>
                      <a:pt x="663" y="762"/>
                    </a:cubicBezTo>
                    <a:cubicBezTo>
                      <a:pt x="660" y="760"/>
                      <a:pt x="657" y="758"/>
                      <a:pt x="656" y="754"/>
                    </a:cubicBezTo>
                    <a:cubicBezTo>
                      <a:pt x="656" y="750"/>
                      <a:pt x="656" y="747"/>
                      <a:pt x="658" y="745"/>
                    </a:cubicBezTo>
                    <a:cubicBezTo>
                      <a:pt x="661" y="742"/>
                      <a:pt x="664" y="738"/>
                      <a:pt x="663" y="734"/>
                    </a:cubicBezTo>
                    <a:cubicBezTo>
                      <a:pt x="662" y="730"/>
                      <a:pt x="660" y="727"/>
                      <a:pt x="656" y="727"/>
                    </a:cubicBezTo>
                    <a:cubicBezTo>
                      <a:pt x="650" y="728"/>
                      <a:pt x="639" y="729"/>
                      <a:pt x="635" y="722"/>
                    </a:cubicBezTo>
                    <a:cubicBezTo>
                      <a:pt x="635" y="722"/>
                      <a:pt x="635" y="722"/>
                      <a:pt x="634" y="722"/>
                    </a:cubicBezTo>
                    <a:cubicBezTo>
                      <a:pt x="634" y="719"/>
                      <a:pt x="628" y="720"/>
                      <a:pt x="626" y="718"/>
                    </a:cubicBezTo>
                    <a:cubicBezTo>
                      <a:pt x="625" y="717"/>
                      <a:pt x="625" y="715"/>
                      <a:pt x="625" y="714"/>
                    </a:cubicBezTo>
                    <a:cubicBezTo>
                      <a:pt x="625" y="713"/>
                      <a:pt x="625" y="712"/>
                      <a:pt x="625" y="711"/>
                    </a:cubicBezTo>
                    <a:cubicBezTo>
                      <a:pt x="626" y="711"/>
                      <a:pt x="626" y="710"/>
                      <a:pt x="626" y="710"/>
                    </a:cubicBezTo>
                    <a:cubicBezTo>
                      <a:pt x="627" y="706"/>
                      <a:pt x="626" y="704"/>
                      <a:pt x="625" y="702"/>
                    </a:cubicBezTo>
                    <a:cubicBezTo>
                      <a:pt x="625" y="698"/>
                      <a:pt x="628" y="696"/>
                      <a:pt x="628" y="693"/>
                    </a:cubicBezTo>
                    <a:cubicBezTo>
                      <a:pt x="632" y="694"/>
                      <a:pt x="635" y="694"/>
                      <a:pt x="638" y="696"/>
                    </a:cubicBezTo>
                    <a:cubicBezTo>
                      <a:pt x="640" y="697"/>
                      <a:pt x="641" y="700"/>
                      <a:pt x="643" y="701"/>
                    </a:cubicBezTo>
                    <a:cubicBezTo>
                      <a:pt x="647" y="705"/>
                      <a:pt x="652" y="704"/>
                      <a:pt x="657" y="703"/>
                    </a:cubicBezTo>
                    <a:cubicBezTo>
                      <a:pt x="662" y="703"/>
                      <a:pt x="667" y="703"/>
                      <a:pt x="672" y="704"/>
                    </a:cubicBezTo>
                    <a:cubicBezTo>
                      <a:pt x="678" y="704"/>
                      <a:pt x="681" y="707"/>
                      <a:pt x="685" y="711"/>
                    </a:cubicBezTo>
                    <a:cubicBezTo>
                      <a:pt x="694" y="719"/>
                      <a:pt x="703" y="724"/>
                      <a:pt x="707" y="735"/>
                    </a:cubicBezTo>
                    <a:cubicBezTo>
                      <a:pt x="708" y="740"/>
                      <a:pt x="708" y="745"/>
                      <a:pt x="711" y="749"/>
                    </a:cubicBezTo>
                    <a:cubicBezTo>
                      <a:pt x="715" y="753"/>
                      <a:pt x="720" y="752"/>
                      <a:pt x="724" y="753"/>
                    </a:cubicBezTo>
                    <a:cubicBezTo>
                      <a:pt x="730" y="754"/>
                      <a:pt x="736" y="756"/>
                      <a:pt x="742" y="758"/>
                    </a:cubicBezTo>
                    <a:cubicBezTo>
                      <a:pt x="748" y="760"/>
                      <a:pt x="751" y="763"/>
                      <a:pt x="755" y="767"/>
                    </a:cubicBezTo>
                    <a:cubicBezTo>
                      <a:pt x="759" y="771"/>
                      <a:pt x="765" y="772"/>
                      <a:pt x="769" y="776"/>
                    </a:cubicBezTo>
                    <a:cubicBezTo>
                      <a:pt x="773" y="779"/>
                      <a:pt x="775" y="784"/>
                      <a:pt x="780" y="786"/>
                    </a:cubicBezTo>
                    <a:cubicBezTo>
                      <a:pt x="785" y="787"/>
                      <a:pt x="792" y="788"/>
                      <a:pt x="796" y="788"/>
                    </a:cubicBezTo>
                    <a:cubicBezTo>
                      <a:pt x="804" y="787"/>
                      <a:pt x="802" y="780"/>
                      <a:pt x="798" y="776"/>
                    </a:cubicBezTo>
                    <a:cubicBezTo>
                      <a:pt x="795" y="772"/>
                      <a:pt x="790" y="770"/>
                      <a:pt x="791" y="764"/>
                    </a:cubicBezTo>
                    <a:cubicBezTo>
                      <a:pt x="792" y="758"/>
                      <a:pt x="798" y="758"/>
                      <a:pt x="803" y="758"/>
                    </a:cubicBezTo>
                    <a:cubicBezTo>
                      <a:pt x="808" y="759"/>
                      <a:pt x="813" y="758"/>
                      <a:pt x="817" y="760"/>
                    </a:cubicBezTo>
                    <a:cubicBezTo>
                      <a:pt x="822" y="762"/>
                      <a:pt x="827" y="764"/>
                      <a:pt x="831" y="767"/>
                    </a:cubicBezTo>
                    <a:cubicBezTo>
                      <a:pt x="836" y="770"/>
                      <a:pt x="841" y="775"/>
                      <a:pt x="847" y="777"/>
                    </a:cubicBezTo>
                    <a:cubicBezTo>
                      <a:pt x="853" y="778"/>
                      <a:pt x="852" y="772"/>
                      <a:pt x="851" y="768"/>
                    </a:cubicBezTo>
                    <a:cubicBezTo>
                      <a:pt x="850" y="766"/>
                      <a:pt x="850" y="764"/>
                      <a:pt x="849" y="762"/>
                    </a:cubicBezTo>
                    <a:cubicBezTo>
                      <a:pt x="854" y="760"/>
                      <a:pt x="855" y="762"/>
                      <a:pt x="858" y="765"/>
                    </a:cubicBezTo>
                    <a:cubicBezTo>
                      <a:pt x="861" y="769"/>
                      <a:pt x="863" y="765"/>
                      <a:pt x="862" y="762"/>
                    </a:cubicBezTo>
                    <a:cubicBezTo>
                      <a:pt x="859" y="756"/>
                      <a:pt x="858" y="747"/>
                      <a:pt x="867" y="747"/>
                    </a:cubicBezTo>
                    <a:cubicBezTo>
                      <a:pt x="870" y="747"/>
                      <a:pt x="875" y="748"/>
                      <a:pt x="873" y="751"/>
                    </a:cubicBezTo>
                    <a:cubicBezTo>
                      <a:pt x="873" y="753"/>
                      <a:pt x="871" y="753"/>
                      <a:pt x="871" y="755"/>
                    </a:cubicBezTo>
                    <a:cubicBezTo>
                      <a:pt x="871" y="757"/>
                      <a:pt x="871" y="758"/>
                      <a:pt x="872" y="760"/>
                    </a:cubicBezTo>
                    <a:cubicBezTo>
                      <a:pt x="872" y="762"/>
                      <a:pt x="873" y="765"/>
                      <a:pt x="874" y="767"/>
                    </a:cubicBezTo>
                    <a:cubicBezTo>
                      <a:pt x="876" y="768"/>
                      <a:pt x="877" y="768"/>
                      <a:pt x="880" y="768"/>
                    </a:cubicBezTo>
                    <a:cubicBezTo>
                      <a:pt x="886" y="769"/>
                      <a:pt x="892" y="771"/>
                      <a:pt x="898" y="770"/>
                    </a:cubicBezTo>
                    <a:cubicBezTo>
                      <a:pt x="904" y="770"/>
                      <a:pt x="907" y="773"/>
                      <a:pt x="913" y="774"/>
                    </a:cubicBezTo>
                    <a:cubicBezTo>
                      <a:pt x="916" y="775"/>
                      <a:pt x="925" y="775"/>
                      <a:pt x="922" y="781"/>
                    </a:cubicBezTo>
                    <a:cubicBezTo>
                      <a:pt x="919" y="787"/>
                      <a:pt x="913" y="785"/>
                      <a:pt x="910" y="782"/>
                    </a:cubicBezTo>
                    <a:cubicBezTo>
                      <a:pt x="907" y="780"/>
                      <a:pt x="900" y="776"/>
                      <a:pt x="899" y="782"/>
                    </a:cubicBezTo>
                    <a:cubicBezTo>
                      <a:pt x="897" y="787"/>
                      <a:pt x="905" y="791"/>
                      <a:pt x="908" y="793"/>
                    </a:cubicBezTo>
                    <a:cubicBezTo>
                      <a:pt x="917" y="799"/>
                      <a:pt x="927" y="806"/>
                      <a:pt x="935" y="795"/>
                    </a:cubicBezTo>
                    <a:cubicBezTo>
                      <a:pt x="937" y="792"/>
                      <a:pt x="938" y="786"/>
                      <a:pt x="941" y="783"/>
                    </a:cubicBezTo>
                    <a:cubicBezTo>
                      <a:pt x="945" y="779"/>
                      <a:pt x="951" y="781"/>
                      <a:pt x="955" y="783"/>
                    </a:cubicBezTo>
                    <a:cubicBezTo>
                      <a:pt x="966" y="788"/>
                      <a:pt x="977" y="791"/>
                      <a:pt x="986" y="797"/>
                    </a:cubicBezTo>
                    <a:cubicBezTo>
                      <a:pt x="993" y="801"/>
                      <a:pt x="998" y="801"/>
                      <a:pt x="1006" y="800"/>
                    </a:cubicBezTo>
                    <a:cubicBezTo>
                      <a:pt x="1011" y="799"/>
                      <a:pt x="1016" y="799"/>
                      <a:pt x="1021" y="800"/>
                    </a:cubicBezTo>
                    <a:cubicBezTo>
                      <a:pt x="1027" y="801"/>
                      <a:pt x="1028" y="806"/>
                      <a:pt x="1032" y="808"/>
                    </a:cubicBezTo>
                    <a:cubicBezTo>
                      <a:pt x="1034" y="809"/>
                      <a:pt x="1036" y="810"/>
                      <a:pt x="1038" y="811"/>
                    </a:cubicBezTo>
                    <a:cubicBezTo>
                      <a:pt x="1040" y="812"/>
                      <a:pt x="1042" y="814"/>
                      <a:pt x="1044" y="815"/>
                    </a:cubicBezTo>
                    <a:cubicBezTo>
                      <a:pt x="1050" y="817"/>
                      <a:pt x="1057" y="818"/>
                      <a:pt x="1063" y="818"/>
                    </a:cubicBezTo>
                    <a:cubicBezTo>
                      <a:pt x="1069" y="819"/>
                      <a:pt x="1075" y="820"/>
                      <a:pt x="1082" y="820"/>
                    </a:cubicBezTo>
                    <a:cubicBezTo>
                      <a:pt x="1088" y="820"/>
                      <a:pt x="1094" y="821"/>
                      <a:pt x="1099" y="820"/>
                    </a:cubicBezTo>
                    <a:cubicBezTo>
                      <a:pt x="1107" y="820"/>
                      <a:pt x="1113" y="818"/>
                      <a:pt x="1121" y="818"/>
                    </a:cubicBezTo>
                    <a:cubicBezTo>
                      <a:pt x="1128" y="819"/>
                      <a:pt x="1135" y="819"/>
                      <a:pt x="1142" y="820"/>
                    </a:cubicBezTo>
                    <a:cubicBezTo>
                      <a:pt x="1150" y="821"/>
                      <a:pt x="1158" y="822"/>
                      <a:pt x="1166" y="821"/>
                    </a:cubicBezTo>
                    <a:cubicBezTo>
                      <a:pt x="1178" y="819"/>
                      <a:pt x="1190" y="820"/>
                      <a:pt x="1202" y="819"/>
                    </a:cubicBezTo>
                    <a:cubicBezTo>
                      <a:pt x="1207" y="818"/>
                      <a:pt x="1212" y="818"/>
                      <a:pt x="1217" y="817"/>
                    </a:cubicBezTo>
                    <a:cubicBezTo>
                      <a:pt x="1223" y="816"/>
                      <a:pt x="1229" y="818"/>
                      <a:pt x="1235" y="817"/>
                    </a:cubicBezTo>
                    <a:cubicBezTo>
                      <a:pt x="1239" y="816"/>
                      <a:pt x="1243" y="814"/>
                      <a:pt x="1247" y="814"/>
                    </a:cubicBezTo>
                    <a:cubicBezTo>
                      <a:pt x="1255" y="814"/>
                      <a:pt x="1263" y="812"/>
                      <a:pt x="1271" y="812"/>
                    </a:cubicBezTo>
                    <a:cubicBezTo>
                      <a:pt x="1279" y="812"/>
                      <a:pt x="1287" y="814"/>
                      <a:pt x="1294" y="818"/>
                    </a:cubicBezTo>
                    <a:cubicBezTo>
                      <a:pt x="1299" y="820"/>
                      <a:pt x="1304" y="824"/>
                      <a:pt x="1309" y="826"/>
                    </a:cubicBezTo>
                    <a:cubicBezTo>
                      <a:pt x="1313" y="827"/>
                      <a:pt x="1318" y="826"/>
                      <a:pt x="1322" y="827"/>
                    </a:cubicBezTo>
                    <a:cubicBezTo>
                      <a:pt x="1323" y="828"/>
                      <a:pt x="1321" y="828"/>
                      <a:pt x="1322" y="828"/>
                    </a:cubicBezTo>
                    <a:cubicBezTo>
                      <a:pt x="1323" y="829"/>
                      <a:pt x="1324" y="829"/>
                      <a:pt x="1325" y="830"/>
                    </a:cubicBezTo>
                    <a:cubicBezTo>
                      <a:pt x="1327" y="831"/>
                      <a:pt x="1328" y="831"/>
                      <a:pt x="1330" y="832"/>
                    </a:cubicBezTo>
                    <a:cubicBezTo>
                      <a:pt x="1333" y="834"/>
                      <a:pt x="1336" y="836"/>
                      <a:pt x="1339" y="837"/>
                    </a:cubicBezTo>
                    <a:cubicBezTo>
                      <a:pt x="1348" y="840"/>
                      <a:pt x="1356" y="837"/>
                      <a:pt x="1364" y="836"/>
                    </a:cubicBezTo>
                    <a:cubicBezTo>
                      <a:pt x="1369" y="835"/>
                      <a:pt x="1373" y="836"/>
                      <a:pt x="1378" y="835"/>
                    </a:cubicBezTo>
                    <a:cubicBezTo>
                      <a:pt x="1382" y="835"/>
                      <a:pt x="1386" y="835"/>
                      <a:pt x="1390" y="837"/>
                    </a:cubicBezTo>
                    <a:cubicBezTo>
                      <a:pt x="1396" y="838"/>
                      <a:pt x="1406" y="839"/>
                      <a:pt x="1412" y="836"/>
                    </a:cubicBezTo>
                    <a:cubicBezTo>
                      <a:pt x="1415" y="834"/>
                      <a:pt x="1417" y="831"/>
                      <a:pt x="1420" y="830"/>
                    </a:cubicBezTo>
                    <a:cubicBezTo>
                      <a:pt x="1424" y="828"/>
                      <a:pt x="1428" y="830"/>
                      <a:pt x="1431" y="828"/>
                    </a:cubicBezTo>
                    <a:cubicBezTo>
                      <a:pt x="1431" y="828"/>
                      <a:pt x="1431" y="827"/>
                      <a:pt x="1431" y="827"/>
                    </a:cubicBezTo>
                    <a:cubicBezTo>
                      <a:pt x="1436" y="825"/>
                      <a:pt x="1440" y="825"/>
                      <a:pt x="1444" y="824"/>
                    </a:cubicBezTo>
                    <a:cubicBezTo>
                      <a:pt x="1448" y="824"/>
                      <a:pt x="1452" y="822"/>
                      <a:pt x="1456" y="821"/>
                    </a:cubicBezTo>
                    <a:cubicBezTo>
                      <a:pt x="1461" y="819"/>
                      <a:pt x="1466" y="816"/>
                      <a:pt x="1471" y="814"/>
                    </a:cubicBezTo>
                    <a:cubicBezTo>
                      <a:pt x="1475" y="812"/>
                      <a:pt x="1480" y="809"/>
                      <a:pt x="1483" y="806"/>
                    </a:cubicBezTo>
                    <a:cubicBezTo>
                      <a:pt x="1485" y="805"/>
                      <a:pt x="1486" y="802"/>
                      <a:pt x="1488" y="801"/>
                    </a:cubicBezTo>
                    <a:cubicBezTo>
                      <a:pt x="1490" y="801"/>
                      <a:pt x="1493" y="801"/>
                      <a:pt x="1495" y="801"/>
                    </a:cubicBezTo>
                    <a:cubicBezTo>
                      <a:pt x="1498" y="801"/>
                      <a:pt x="1499" y="803"/>
                      <a:pt x="1502" y="800"/>
                    </a:cubicBezTo>
                    <a:cubicBezTo>
                      <a:pt x="1503" y="799"/>
                      <a:pt x="1504" y="796"/>
                      <a:pt x="1505" y="794"/>
                    </a:cubicBezTo>
                    <a:cubicBezTo>
                      <a:pt x="1512" y="784"/>
                      <a:pt x="1527" y="781"/>
                      <a:pt x="1536" y="775"/>
                    </a:cubicBezTo>
                    <a:cubicBezTo>
                      <a:pt x="1541" y="772"/>
                      <a:pt x="1546" y="769"/>
                      <a:pt x="1550" y="765"/>
                    </a:cubicBezTo>
                    <a:cubicBezTo>
                      <a:pt x="1555" y="762"/>
                      <a:pt x="1559" y="758"/>
                      <a:pt x="1563" y="755"/>
                    </a:cubicBezTo>
                    <a:cubicBezTo>
                      <a:pt x="1573" y="748"/>
                      <a:pt x="1584" y="741"/>
                      <a:pt x="1591" y="732"/>
                    </a:cubicBezTo>
                    <a:cubicBezTo>
                      <a:pt x="1596" y="727"/>
                      <a:pt x="1600" y="721"/>
                      <a:pt x="1604" y="715"/>
                    </a:cubicBezTo>
                    <a:cubicBezTo>
                      <a:pt x="1607" y="710"/>
                      <a:pt x="1610" y="704"/>
                      <a:pt x="1612" y="698"/>
                    </a:cubicBezTo>
                    <a:cubicBezTo>
                      <a:pt x="1614" y="698"/>
                      <a:pt x="1615" y="696"/>
                      <a:pt x="1616" y="695"/>
                    </a:cubicBezTo>
                    <a:cubicBezTo>
                      <a:pt x="1618" y="694"/>
                      <a:pt x="1620" y="694"/>
                      <a:pt x="1622" y="694"/>
                    </a:cubicBezTo>
                    <a:cubicBezTo>
                      <a:pt x="1627" y="693"/>
                      <a:pt x="1630" y="687"/>
                      <a:pt x="1632" y="684"/>
                    </a:cubicBezTo>
                    <a:cubicBezTo>
                      <a:pt x="1636" y="680"/>
                      <a:pt x="1639" y="676"/>
                      <a:pt x="1640" y="671"/>
                    </a:cubicBezTo>
                    <a:cubicBezTo>
                      <a:pt x="1641" y="665"/>
                      <a:pt x="1639" y="660"/>
                      <a:pt x="1639" y="654"/>
                    </a:cubicBezTo>
                    <a:cubicBezTo>
                      <a:pt x="1639" y="649"/>
                      <a:pt x="1639" y="646"/>
                      <a:pt x="1642" y="642"/>
                    </a:cubicBezTo>
                    <a:cubicBezTo>
                      <a:pt x="1644" y="639"/>
                      <a:pt x="1647" y="636"/>
                      <a:pt x="1648" y="632"/>
                    </a:cubicBezTo>
                    <a:cubicBezTo>
                      <a:pt x="1651" y="623"/>
                      <a:pt x="1647" y="614"/>
                      <a:pt x="1652" y="605"/>
                    </a:cubicBezTo>
                    <a:cubicBezTo>
                      <a:pt x="1654" y="600"/>
                      <a:pt x="1657" y="596"/>
                      <a:pt x="1659" y="592"/>
                    </a:cubicBezTo>
                    <a:cubicBezTo>
                      <a:pt x="1661" y="586"/>
                      <a:pt x="1663" y="580"/>
                      <a:pt x="1665" y="574"/>
                    </a:cubicBezTo>
                    <a:cubicBezTo>
                      <a:pt x="1666" y="569"/>
                      <a:pt x="1667" y="565"/>
                      <a:pt x="1670" y="561"/>
                    </a:cubicBezTo>
                    <a:cubicBezTo>
                      <a:pt x="1677" y="553"/>
                      <a:pt x="1681" y="545"/>
                      <a:pt x="1681" y="534"/>
                    </a:cubicBezTo>
                    <a:cubicBezTo>
                      <a:pt x="1681" y="527"/>
                      <a:pt x="1680" y="519"/>
                      <a:pt x="1679" y="511"/>
                    </a:cubicBezTo>
                    <a:cubicBezTo>
                      <a:pt x="1678" y="503"/>
                      <a:pt x="1676" y="495"/>
                      <a:pt x="1676" y="487"/>
                    </a:cubicBezTo>
                    <a:cubicBezTo>
                      <a:pt x="1675" y="480"/>
                      <a:pt x="1676" y="471"/>
                      <a:pt x="1672" y="464"/>
                    </a:cubicBezTo>
                    <a:cubicBezTo>
                      <a:pt x="1671" y="462"/>
                      <a:pt x="1668" y="459"/>
                      <a:pt x="1667" y="457"/>
                    </a:cubicBezTo>
                    <a:cubicBezTo>
                      <a:pt x="1665" y="454"/>
                      <a:pt x="1664" y="451"/>
                      <a:pt x="1661" y="449"/>
                    </a:cubicBezTo>
                    <a:cubicBezTo>
                      <a:pt x="1657" y="444"/>
                      <a:pt x="1652" y="445"/>
                      <a:pt x="1647" y="448"/>
                    </a:cubicBezTo>
                    <a:cubicBezTo>
                      <a:pt x="1642" y="451"/>
                      <a:pt x="1637" y="454"/>
                      <a:pt x="1632" y="450"/>
                    </a:cubicBezTo>
                    <a:cubicBezTo>
                      <a:pt x="1624" y="443"/>
                      <a:pt x="1637" y="432"/>
                      <a:pt x="1638" y="425"/>
                    </a:cubicBezTo>
                    <a:cubicBezTo>
                      <a:pt x="1638" y="422"/>
                      <a:pt x="1636" y="420"/>
                      <a:pt x="1635" y="418"/>
                    </a:cubicBezTo>
                    <a:cubicBezTo>
                      <a:pt x="1634" y="415"/>
                      <a:pt x="1632" y="413"/>
                      <a:pt x="1632" y="411"/>
                    </a:cubicBezTo>
                    <a:cubicBezTo>
                      <a:pt x="1631" y="408"/>
                      <a:pt x="1631" y="407"/>
                      <a:pt x="1629" y="404"/>
                    </a:cubicBezTo>
                    <a:cubicBezTo>
                      <a:pt x="1626" y="401"/>
                      <a:pt x="1620" y="397"/>
                      <a:pt x="1616" y="394"/>
                    </a:cubicBezTo>
                    <a:cubicBezTo>
                      <a:pt x="1612" y="392"/>
                      <a:pt x="1607" y="392"/>
                      <a:pt x="1604" y="388"/>
                    </a:cubicBezTo>
                    <a:cubicBezTo>
                      <a:pt x="1604" y="388"/>
                      <a:pt x="1605" y="388"/>
                      <a:pt x="1605" y="387"/>
                    </a:cubicBezTo>
                    <a:cubicBezTo>
                      <a:pt x="1604" y="387"/>
                      <a:pt x="1604" y="386"/>
                      <a:pt x="1603" y="386"/>
                    </a:cubicBezTo>
                    <a:cubicBezTo>
                      <a:pt x="1602" y="384"/>
                      <a:pt x="1601" y="382"/>
                      <a:pt x="1599" y="380"/>
                    </a:cubicBezTo>
                    <a:cubicBezTo>
                      <a:pt x="1596" y="376"/>
                      <a:pt x="1591" y="373"/>
                      <a:pt x="1589" y="368"/>
                    </a:cubicBezTo>
                    <a:cubicBezTo>
                      <a:pt x="1586" y="359"/>
                      <a:pt x="1588" y="348"/>
                      <a:pt x="1584" y="340"/>
                    </a:cubicBezTo>
                    <a:cubicBezTo>
                      <a:pt x="1581" y="336"/>
                      <a:pt x="1576" y="333"/>
                      <a:pt x="1573" y="329"/>
                    </a:cubicBezTo>
                    <a:cubicBezTo>
                      <a:pt x="1571" y="326"/>
                      <a:pt x="1566" y="324"/>
                      <a:pt x="1562" y="324"/>
                    </a:cubicBezTo>
                    <a:cubicBezTo>
                      <a:pt x="1560" y="324"/>
                      <a:pt x="1558" y="325"/>
                      <a:pt x="1556" y="325"/>
                    </a:cubicBezTo>
                    <a:cubicBezTo>
                      <a:pt x="1553" y="326"/>
                      <a:pt x="1551" y="324"/>
                      <a:pt x="1548" y="324"/>
                    </a:cubicBezTo>
                    <a:cubicBezTo>
                      <a:pt x="1543" y="322"/>
                      <a:pt x="1540" y="319"/>
                      <a:pt x="1535" y="317"/>
                    </a:cubicBezTo>
                    <a:cubicBezTo>
                      <a:pt x="1531" y="316"/>
                      <a:pt x="1525" y="313"/>
                      <a:pt x="1523" y="317"/>
                    </a:cubicBezTo>
                    <a:cubicBezTo>
                      <a:pt x="1520" y="320"/>
                      <a:pt x="1519" y="326"/>
                      <a:pt x="1519" y="330"/>
                    </a:cubicBezTo>
                    <a:cubicBezTo>
                      <a:pt x="1513" y="331"/>
                      <a:pt x="1512" y="328"/>
                      <a:pt x="1509" y="324"/>
                    </a:cubicBezTo>
                    <a:cubicBezTo>
                      <a:pt x="1507" y="323"/>
                      <a:pt x="1505" y="323"/>
                      <a:pt x="1504" y="320"/>
                    </a:cubicBezTo>
                    <a:cubicBezTo>
                      <a:pt x="1503" y="318"/>
                      <a:pt x="1502" y="316"/>
                      <a:pt x="1502" y="314"/>
                    </a:cubicBezTo>
                    <a:cubicBezTo>
                      <a:pt x="1503" y="310"/>
                      <a:pt x="1509" y="307"/>
                      <a:pt x="1505" y="304"/>
                    </a:cubicBezTo>
                    <a:cubicBezTo>
                      <a:pt x="1502" y="301"/>
                      <a:pt x="1498" y="302"/>
                      <a:pt x="1495" y="301"/>
                    </a:cubicBezTo>
                    <a:cubicBezTo>
                      <a:pt x="1491" y="299"/>
                      <a:pt x="1486" y="297"/>
                      <a:pt x="1483" y="294"/>
                    </a:cubicBezTo>
                    <a:cubicBezTo>
                      <a:pt x="1479" y="291"/>
                      <a:pt x="1474" y="289"/>
                      <a:pt x="1471" y="286"/>
                    </a:cubicBezTo>
                    <a:cubicBezTo>
                      <a:pt x="1468" y="283"/>
                      <a:pt x="1467" y="279"/>
                      <a:pt x="1463" y="277"/>
                    </a:cubicBezTo>
                    <a:cubicBezTo>
                      <a:pt x="1459" y="275"/>
                      <a:pt x="1456" y="278"/>
                      <a:pt x="1455" y="282"/>
                    </a:cubicBezTo>
                    <a:cubicBezTo>
                      <a:pt x="1453" y="286"/>
                      <a:pt x="1450" y="286"/>
                      <a:pt x="1446" y="284"/>
                    </a:cubicBezTo>
                    <a:cubicBezTo>
                      <a:pt x="1443" y="282"/>
                      <a:pt x="1440" y="279"/>
                      <a:pt x="1438" y="276"/>
                    </a:cubicBezTo>
                    <a:cubicBezTo>
                      <a:pt x="1434" y="272"/>
                      <a:pt x="1430" y="267"/>
                      <a:pt x="1426" y="263"/>
                    </a:cubicBezTo>
                    <a:cubicBezTo>
                      <a:pt x="1423" y="260"/>
                      <a:pt x="1420" y="258"/>
                      <a:pt x="1418" y="256"/>
                    </a:cubicBezTo>
                    <a:cubicBezTo>
                      <a:pt x="1415" y="254"/>
                      <a:pt x="1413" y="251"/>
                      <a:pt x="1411" y="249"/>
                    </a:cubicBezTo>
                    <a:cubicBezTo>
                      <a:pt x="1405" y="247"/>
                      <a:pt x="1401" y="253"/>
                      <a:pt x="1403" y="258"/>
                    </a:cubicBezTo>
                    <a:cubicBezTo>
                      <a:pt x="1406" y="263"/>
                      <a:pt x="1410" y="268"/>
                      <a:pt x="1414" y="272"/>
                    </a:cubicBezTo>
                    <a:cubicBezTo>
                      <a:pt x="1417" y="277"/>
                      <a:pt x="1418" y="283"/>
                      <a:pt x="1412" y="286"/>
                    </a:cubicBezTo>
                    <a:cubicBezTo>
                      <a:pt x="1408" y="289"/>
                      <a:pt x="1401" y="288"/>
                      <a:pt x="1397" y="288"/>
                    </a:cubicBezTo>
                    <a:cubicBezTo>
                      <a:pt x="1390" y="288"/>
                      <a:pt x="1384" y="286"/>
                      <a:pt x="1377" y="284"/>
                    </a:cubicBezTo>
                    <a:cubicBezTo>
                      <a:pt x="1370" y="281"/>
                      <a:pt x="1363" y="281"/>
                      <a:pt x="1356" y="276"/>
                    </a:cubicBezTo>
                    <a:cubicBezTo>
                      <a:pt x="1353" y="274"/>
                      <a:pt x="1350" y="271"/>
                      <a:pt x="1349" y="268"/>
                    </a:cubicBezTo>
                    <a:cubicBezTo>
                      <a:pt x="1348" y="266"/>
                      <a:pt x="1347" y="263"/>
                      <a:pt x="1345" y="262"/>
                    </a:cubicBezTo>
                    <a:cubicBezTo>
                      <a:pt x="1343" y="260"/>
                      <a:pt x="1340" y="260"/>
                      <a:pt x="1337" y="260"/>
                    </a:cubicBezTo>
                    <a:cubicBezTo>
                      <a:pt x="1333" y="259"/>
                      <a:pt x="1330" y="258"/>
                      <a:pt x="1327" y="256"/>
                    </a:cubicBezTo>
                    <a:cubicBezTo>
                      <a:pt x="1321" y="252"/>
                      <a:pt x="1315" y="248"/>
                      <a:pt x="1309" y="244"/>
                    </a:cubicBezTo>
                    <a:cubicBezTo>
                      <a:pt x="1303" y="240"/>
                      <a:pt x="1299" y="237"/>
                      <a:pt x="1292" y="237"/>
                    </a:cubicBezTo>
                    <a:cubicBezTo>
                      <a:pt x="1280" y="236"/>
                      <a:pt x="1266" y="232"/>
                      <a:pt x="1255" y="238"/>
                    </a:cubicBezTo>
                    <a:cubicBezTo>
                      <a:pt x="1251" y="240"/>
                      <a:pt x="1244" y="244"/>
                      <a:pt x="1242" y="238"/>
                    </a:cubicBezTo>
                    <a:cubicBezTo>
                      <a:pt x="1240" y="236"/>
                      <a:pt x="1240" y="232"/>
                      <a:pt x="1239" y="230"/>
                    </a:cubicBezTo>
                    <a:cubicBezTo>
                      <a:pt x="1238" y="227"/>
                      <a:pt x="1237" y="224"/>
                      <a:pt x="1235" y="222"/>
                    </a:cubicBezTo>
                    <a:cubicBezTo>
                      <a:pt x="1230" y="217"/>
                      <a:pt x="1223" y="217"/>
                      <a:pt x="1216" y="217"/>
                    </a:cubicBezTo>
                    <a:cubicBezTo>
                      <a:pt x="1212" y="216"/>
                      <a:pt x="1208" y="217"/>
                      <a:pt x="1204" y="216"/>
                    </a:cubicBezTo>
                    <a:cubicBezTo>
                      <a:pt x="1201" y="215"/>
                      <a:pt x="1198" y="212"/>
                      <a:pt x="1195" y="211"/>
                    </a:cubicBezTo>
                    <a:cubicBezTo>
                      <a:pt x="1193" y="210"/>
                      <a:pt x="1191" y="208"/>
                      <a:pt x="1189" y="207"/>
                    </a:cubicBezTo>
                    <a:cubicBezTo>
                      <a:pt x="1184" y="205"/>
                      <a:pt x="1178" y="203"/>
                      <a:pt x="1173" y="201"/>
                    </a:cubicBezTo>
                    <a:cubicBezTo>
                      <a:pt x="1167" y="198"/>
                      <a:pt x="1162" y="193"/>
                      <a:pt x="1156" y="191"/>
                    </a:cubicBezTo>
                    <a:cubicBezTo>
                      <a:pt x="1151" y="189"/>
                      <a:pt x="1146" y="189"/>
                      <a:pt x="1142" y="188"/>
                    </a:cubicBezTo>
                    <a:cubicBezTo>
                      <a:pt x="1140" y="188"/>
                      <a:pt x="1138" y="186"/>
                      <a:pt x="1136" y="185"/>
                    </a:cubicBezTo>
                    <a:cubicBezTo>
                      <a:pt x="1134" y="184"/>
                      <a:pt x="1132" y="182"/>
                      <a:pt x="1130" y="181"/>
                    </a:cubicBezTo>
                    <a:cubicBezTo>
                      <a:pt x="1128" y="180"/>
                      <a:pt x="1125" y="178"/>
                      <a:pt x="1123" y="178"/>
                    </a:cubicBezTo>
                    <a:cubicBezTo>
                      <a:pt x="1120" y="177"/>
                      <a:pt x="1117" y="176"/>
                      <a:pt x="1115" y="175"/>
                    </a:cubicBezTo>
                    <a:cubicBezTo>
                      <a:pt x="1112" y="175"/>
                      <a:pt x="1110" y="175"/>
                      <a:pt x="1107" y="175"/>
                    </a:cubicBezTo>
                    <a:cubicBezTo>
                      <a:pt x="1105" y="175"/>
                      <a:pt x="1103" y="175"/>
                      <a:pt x="1100" y="175"/>
                    </a:cubicBezTo>
                    <a:cubicBezTo>
                      <a:pt x="1098" y="175"/>
                      <a:pt x="1094" y="176"/>
                      <a:pt x="1091" y="175"/>
                    </a:cubicBezTo>
                    <a:cubicBezTo>
                      <a:pt x="1089" y="175"/>
                      <a:pt x="1086" y="174"/>
                      <a:pt x="1083" y="174"/>
                    </a:cubicBezTo>
                    <a:cubicBezTo>
                      <a:pt x="1080" y="174"/>
                      <a:pt x="1077" y="174"/>
                      <a:pt x="1074" y="174"/>
                    </a:cubicBezTo>
                    <a:cubicBezTo>
                      <a:pt x="1072" y="174"/>
                      <a:pt x="1069" y="174"/>
                      <a:pt x="1067" y="174"/>
                    </a:cubicBezTo>
                    <a:cubicBezTo>
                      <a:pt x="1065" y="174"/>
                      <a:pt x="1063" y="174"/>
                      <a:pt x="1061" y="174"/>
                    </a:cubicBezTo>
                    <a:cubicBezTo>
                      <a:pt x="1060" y="173"/>
                      <a:pt x="1058" y="171"/>
                      <a:pt x="1057" y="170"/>
                    </a:cubicBezTo>
                    <a:cubicBezTo>
                      <a:pt x="1055" y="169"/>
                      <a:pt x="1053" y="168"/>
                      <a:pt x="1052" y="167"/>
                    </a:cubicBezTo>
                    <a:cubicBezTo>
                      <a:pt x="1050" y="166"/>
                      <a:pt x="1049" y="166"/>
                      <a:pt x="1048" y="165"/>
                    </a:cubicBezTo>
                    <a:cubicBezTo>
                      <a:pt x="1046" y="164"/>
                      <a:pt x="1044" y="164"/>
                      <a:pt x="1042" y="163"/>
                    </a:cubicBezTo>
                    <a:cubicBezTo>
                      <a:pt x="1036" y="161"/>
                      <a:pt x="1032" y="157"/>
                      <a:pt x="1026" y="155"/>
                    </a:cubicBezTo>
                    <a:cubicBezTo>
                      <a:pt x="1024" y="154"/>
                      <a:pt x="1021" y="152"/>
                      <a:pt x="1018" y="151"/>
                    </a:cubicBezTo>
                    <a:cubicBezTo>
                      <a:pt x="1014" y="150"/>
                      <a:pt x="1011" y="148"/>
                      <a:pt x="1007" y="147"/>
                    </a:cubicBezTo>
                    <a:cubicBezTo>
                      <a:pt x="1002" y="146"/>
                      <a:pt x="997" y="143"/>
                      <a:pt x="992" y="142"/>
                    </a:cubicBezTo>
                    <a:cubicBezTo>
                      <a:pt x="990" y="142"/>
                      <a:pt x="987" y="141"/>
                      <a:pt x="984" y="140"/>
                    </a:cubicBezTo>
                    <a:cubicBezTo>
                      <a:pt x="980" y="139"/>
                      <a:pt x="977" y="139"/>
                      <a:pt x="973" y="139"/>
                    </a:cubicBezTo>
                    <a:cubicBezTo>
                      <a:pt x="970" y="139"/>
                      <a:pt x="966" y="139"/>
                      <a:pt x="963" y="138"/>
                    </a:cubicBezTo>
                    <a:cubicBezTo>
                      <a:pt x="959" y="136"/>
                      <a:pt x="956" y="133"/>
                      <a:pt x="952" y="132"/>
                    </a:cubicBezTo>
                    <a:cubicBezTo>
                      <a:pt x="950" y="132"/>
                      <a:pt x="947" y="132"/>
                      <a:pt x="945" y="132"/>
                    </a:cubicBezTo>
                    <a:cubicBezTo>
                      <a:pt x="936" y="131"/>
                      <a:pt x="928" y="127"/>
                      <a:pt x="920" y="125"/>
                    </a:cubicBezTo>
                    <a:cubicBezTo>
                      <a:pt x="917" y="124"/>
                      <a:pt x="915" y="124"/>
                      <a:pt x="913" y="125"/>
                    </a:cubicBezTo>
                    <a:cubicBezTo>
                      <a:pt x="911" y="125"/>
                      <a:pt x="908" y="123"/>
                      <a:pt x="907" y="122"/>
                    </a:cubicBezTo>
                    <a:cubicBezTo>
                      <a:pt x="905" y="121"/>
                      <a:pt x="903" y="119"/>
                      <a:pt x="902" y="118"/>
                    </a:cubicBezTo>
                    <a:cubicBezTo>
                      <a:pt x="900" y="116"/>
                      <a:pt x="897" y="114"/>
                      <a:pt x="895" y="112"/>
                    </a:cubicBezTo>
                    <a:cubicBezTo>
                      <a:pt x="893" y="111"/>
                      <a:pt x="891" y="109"/>
                      <a:pt x="888" y="108"/>
                    </a:cubicBezTo>
                    <a:cubicBezTo>
                      <a:pt x="885" y="107"/>
                      <a:pt x="880" y="108"/>
                      <a:pt x="877" y="108"/>
                    </a:cubicBezTo>
                    <a:cubicBezTo>
                      <a:pt x="870" y="109"/>
                      <a:pt x="862" y="111"/>
                      <a:pt x="854" y="109"/>
                    </a:cubicBezTo>
                    <a:cubicBezTo>
                      <a:pt x="849" y="107"/>
                      <a:pt x="845" y="103"/>
                      <a:pt x="840" y="101"/>
                    </a:cubicBezTo>
                    <a:cubicBezTo>
                      <a:pt x="836" y="98"/>
                      <a:pt x="833" y="96"/>
                      <a:pt x="829" y="95"/>
                    </a:cubicBezTo>
                    <a:cubicBezTo>
                      <a:pt x="825" y="94"/>
                      <a:pt x="820" y="92"/>
                      <a:pt x="817" y="95"/>
                    </a:cubicBezTo>
                    <a:cubicBezTo>
                      <a:pt x="813" y="98"/>
                      <a:pt x="813" y="102"/>
                      <a:pt x="810" y="105"/>
                    </a:cubicBezTo>
                    <a:cubicBezTo>
                      <a:pt x="807" y="109"/>
                      <a:pt x="800" y="104"/>
                      <a:pt x="797" y="103"/>
                    </a:cubicBezTo>
                    <a:cubicBezTo>
                      <a:pt x="789" y="101"/>
                      <a:pt x="781" y="101"/>
                      <a:pt x="774" y="100"/>
                    </a:cubicBezTo>
                    <a:cubicBezTo>
                      <a:pt x="766" y="99"/>
                      <a:pt x="758" y="98"/>
                      <a:pt x="751" y="97"/>
                    </a:cubicBezTo>
                    <a:cubicBezTo>
                      <a:pt x="746" y="97"/>
                      <a:pt x="741" y="97"/>
                      <a:pt x="736" y="96"/>
                    </a:cubicBezTo>
                    <a:cubicBezTo>
                      <a:pt x="733" y="96"/>
                      <a:pt x="729" y="96"/>
                      <a:pt x="726" y="98"/>
                    </a:cubicBezTo>
                    <a:cubicBezTo>
                      <a:pt x="722" y="100"/>
                      <a:pt x="724" y="103"/>
                      <a:pt x="727" y="106"/>
                    </a:cubicBezTo>
                    <a:cubicBezTo>
                      <a:pt x="729" y="108"/>
                      <a:pt x="733" y="110"/>
                      <a:pt x="733" y="113"/>
                    </a:cubicBezTo>
                    <a:cubicBezTo>
                      <a:pt x="732" y="117"/>
                      <a:pt x="728" y="119"/>
                      <a:pt x="725" y="119"/>
                    </a:cubicBezTo>
                    <a:cubicBezTo>
                      <a:pt x="724" y="120"/>
                      <a:pt x="723" y="119"/>
                      <a:pt x="721" y="119"/>
                    </a:cubicBezTo>
                    <a:cubicBezTo>
                      <a:pt x="718" y="118"/>
                      <a:pt x="714" y="118"/>
                      <a:pt x="710" y="117"/>
                    </a:cubicBezTo>
                    <a:cubicBezTo>
                      <a:pt x="703" y="116"/>
                      <a:pt x="697" y="114"/>
                      <a:pt x="690" y="113"/>
                    </a:cubicBezTo>
                    <a:cubicBezTo>
                      <a:pt x="685" y="112"/>
                      <a:pt x="680" y="111"/>
                      <a:pt x="675" y="111"/>
                    </a:cubicBezTo>
                    <a:cubicBezTo>
                      <a:pt x="669" y="111"/>
                      <a:pt x="664" y="110"/>
                      <a:pt x="658" y="110"/>
                    </a:cubicBezTo>
                    <a:cubicBezTo>
                      <a:pt x="655" y="110"/>
                      <a:pt x="652" y="110"/>
                      <a:pt x="648" y="111"/>
                    </a:cubicBezTo>
                    <a:cubicBezTo>
                      <a:pt x="645" y="111"/>
                      <a:pt x="641" y="111"/>
                      <a:pt x="638" y="111"/>
                    </a:cubicBezTo>
                    <a:cubicBezTo>
                      <a:pt x="635" y="111"/>
                      <a:pt x="631" y="110"/>
                      <a:pt x="628" y="110"/>
                    </a:cubicBezTo>
                    <a:cubicBezTo>
                      <a:pt x="620" y="109"/>
                      <a:pt x="612" y="109"/>
                      <a:pt x="604" y="109"/>
                    </a:cubicBezTo>
                    <a:cubicBezTo>
                      <a:pt x="594" y="109"/>
                      <a:pt x="584" y="110"/>
                      <a:pt x="574" y="110"/>
                    </a:cubicBezTo>
                    <a:cubicBezTo>
                      <a:pt x="567" y="110"/>
                      <a:pt x="560" y="109"/>
                      <a:pt x="554" y="112"/>
                    </a:cubicBezTo>
                    <a:cubicBezTo>
                      <a:pt x="549" y="114"/>
                      <a:pt x="546" y="119"/>
                      <a:pt x="543" y="124"/>
                    </a:cubicBezTo>
                    <a:cubicBezTo>
                      <a:pt x="541" y="128"/>
                      <a:pt x="539" y="134"/>
                      <a:pt x="535" y="136"/>
                    </a:cubicBezTo>
                    <a:cubicBezTo>
                      <a:pt x="531" y="138"/>
                      <a:pt x="527" y="134"/>
                      <a:pt x="525" y="131"/>
                    </a:cubicBezTo>
                    <a:cubicBezTo>
                      <a:pt x="523" y="130"/>
                      <a:pt x="519" y="125"/>
                      <a:pt x="516" y="126"/>
                    </a:cubicBezTo>
                    <a:cubicBezTo>
                      <a:pt x="512" y="127"/>
                      <a:pt x="512" y="133"/>
                      <a:pt x="512" y="136"/>
                    </a:cubicBezTo>
                    <a:cubicBezTo>
                      <a:pt x="511" y="147"/>
                      <a:pt x="515" y="157"/>
                      <a:pt x="518" y="168"/>
                    </a:cubicBezTo>
                    <a:cubicBezTo>
                      <a:pt x="519" y="172"/>
                      <a:pt x="520" y="177"/>
                      <a:pt x="519" y="181"/>
                    </a:cubicBezTo>
                    <a:cubicBezTo>
                      <a:pt x="518" y="185"/>
                      <a:pt x="515" y="187"/>
                      <a:pt x="512" y="189"/>
                    </a:cubicBezTo>
                    <a:cubicBezTo>
                      <a:pt x="507" y="191"/>
                      <a:pt x="503" y="193"/>
                      <a:pt x="499" y="195"/>
                    </a:cubicBezTo>
                    <a:cubicBezTo>
                      <a:pt x="494" y="197"/>
                      <a:pt x="490" y="199"/>
                      <a:pt x="486" y="202"/>
                    </a:cubicBezTo>
                    <a:cubicBezTo>
                      <a:pt x="482" y="204"/>
                      <a:pt x="477" y="207"/>
                      <a:pt x="473" y="210"/>
                    </a:cubicBezTo>
                    <a:cubicBezTo>
                      <a:pt x="469" y="213"/>
                      <a:pt x="466" y="216"/>
                      <a:pt x="462" y="216"/>
                    </a:cubicBezTo>
                    <a:cubicBezTo>
                      <a:pt x="455" y="218"/>
                      <a:pt x="454" y="209"/>
                      <a:pt x="456" y="204"/>
                    </a:cubicBezTo>
                    <a:cubicBezTo>
                      <a:pt x="461" y="197"/>
                      <a:pt x="473" y="195"/>
                      <a:pt x="480" y="192"/>
                    </a:cubicBezTo>
                    <a:cubicBezTo>
                      <a:pt x="488" y="190"/>
                      <a:pt x="498" y="187"/>
                      <a:pt x="501" y="178"/>
                    </a:cubicBezTo>
                    <a:cubicBezTo>
                      <a:pt x="504" y="170"/>
                      <a:pt x="497" y="163"/>
                      <a:pt x="492" y="158"/>
                    </a:cubicBezTo>
                    <a:cubicBezTo>
                      <a:pt x="490" y="156"/>
                      <a:pt x="487" y="155"/>
                      <a:pt x="485" y="153"/>
                    </a:cubicBezTo>
                    <a:cubicBezTo>
                      <a:pt x="481" y="152"/>
                      <a:pt x="478" y="152"/>
                      <a:pt x="474" y="151"/>
                    </a:cubicBezTo>
                    <a:cubicBezTo>
                      <a:pt x="471" y="150"/>
                      <a:pt x="467" y="149"/>
                      <a:pt x="465" y="147"/>
                    </a:cubicBezTo>
                    <a:cubicBezTo>
                      <a:pt x="464" y="144"/>
                      <a:pt x="466" y="141"/>
                      <a:pt x="468" y="140"/>
                    </a:cubicBezTo>
                    <a:cubicBezTo>
                      <a:pt x="470" y="137"/>
                      <a:pt x="473" y="135"/>
                      <a:pt x="475" y="131"/>
                    </a:cubicBezTo>
                    <a:cubicBezTo>
                      <a:pt x="476" y="128"/>
                      <a:pt x="477" y="124"/>
                      <a:pt x="477" y="120"/>
                    </a:cubicBezTo>
                    <a:cubicBezTo>
                      <a:pt x="478" y="114"/>
                      <a:pt x="479" y="103"/>
                      <a:pt x="471" y="101"/>
                    </a:cubicBezTo>
                    <a:cubicBezTo>
                      <a:pt x="467" y="99"/>
                      <a:pt x="463" y="100"/>
                      <a:pt x="459" y="100"/>
                    </a:cubicBezTo>
                    <a:cubicBezTo>
                      <a:pt x="453" y="100"/>
                      <a:pt x="448" y="101"/>
                      <a:pt x="443" y="102"/>
                    </a:cubicBezTo>
                    <a:cubicBezTo>
                      <a:pt x="431" y="104"/>
                      <a:pt x="418" y="106"/>
                      <a:pt x="408" y="113"/>
                    </a:cubicBezTo>
                    <a:cubicBezTo>
                      <a:pt x="404" y="116"/>
                      <a:pt x="400" y="118"/>
                      <a:pt x="399" y="123"/>
                    </a:cubicBezTo>
                    <a:cubicBezTo>
                      <a:pt x="398" y="124"/>
                      <a:pt x="398" y="125"/>
                      <a:pt x="397" y="126"/>
                    </a:cubicBezTo>
                    <a:cubicBezTo>
                      <a:pt x="395" y="127"/>
                      <a:pt x="394" y="125"/>
                      <a:pt x="392" y="126"/>
                    </a:cubicBezTo>
                    <a:cubicBezTo>
                      <a:pt x="391" y="126"/>
                      <a:pt x="391" y="129"/>
                      <a:pt x="391" y="130"/>
                    </a:cubicBezTo>
                    <a:cubicBezTo>
                      <a:pt x="390" y="132"/>
                      <a:pt x="390" y="134"/>
                      <a:pt x="389" y="135"/>
                    </a:cubicBezTo>
                    <a:cubicBezTo>
                      <a:pt x="388" y="137"/>
                      <a:pt x="387" y="139"/>
                      <a:pt x="387" y="140"/>
                    </a:cubicBezTo>
                    <a:cubicBezTo>
                      <a:pt x="386" y="142"/>
                      <a:pt x="386" y="144"/>
                      <a:pt x="385" y="144"/>
                    </a:cubicBezTo>
                    <a:cubicBezTo>
                      <a:pt x="383" y="145"/>
                      <a:pt x="381" y="144"/>
                      <a:pt x="382" y="142"/>
                    </a:cubicBezTo>
                    <a:cubicBezTo>
                      <a:pt x="382" y="140"/>
                      <a:pt x="384" y="138"/>
                      <a:pt x="385" y="137"/>
                    </a:cubicBezTo>
                    <a:cubicBezTo>
                      <a:pt x="387" y="135"/>
                      <a:pt x="388" y="132"/>
                      <a:pt x="388" y="129"/>
                    </a:cubicBezTo>
                    <a:cubicBezTo>
                      <a:pt x="388" y="127"/>
                      <a:pt x="388" y="125"/>
                      <a:pt x="387" y="123"/>
                    </a:cubicBezTo>
                    <a:cubicBezTo>
                      <a:pt x="386" y="120"/>
                      <a:pt x="384" y="118"/>
                      <a:pt x="385" y="115"/>
                    </a:cubicBezTo>
                    <a:cubicBezTo>
                      <a:pt x="386" y="113"/>
                      <a:pt x="388" y="112"/>
                      <a:pt x="390" y="111"/>
                    </a:cubicBezTo>
                    <a:cubicBezTo>
                      <a:pt x="392" y="109"/>
                      <a:pt x="395" y="107"/>
                      <a:pt x="396" y="105"/>
                    </a:cubicBezTo>
                    <a:cubicBezTo>
                      <a:pt x="397" y="104"/>
                      <a:pt x="397" y="102"/>
                      <a:pt x="395" y="101"/>
                    </a:cubicBezTo>
                    <a:cubicBezTo>
                      <a:pt x="393" y="100"/>
                      <a:pt x="391" y="101"/>
                      <a:pt x="389" y="102"/>
                    </a:cubicBezTo>
                    <a:cubicBezTo>
                      <a:pt x="385" y="104"/>
                      <a:pt x="381" y="105"/>
                      <a:pt x="380" y="109"/>
                    </a:cubicBezTo>
                    <a:cubicBezTo>
                      <a:pt x="380" y="111"/>
                      <a:pt x="380" y="112"/>
                      <a:pt x="379" y="113"/>
                    </a:cubicBezTo>
                    <a:cubicBezTo>
                      <a:pt x="378" y="115"/>
                      <a:pt x="377" y="116"/>
                      <a:pt x="377" y="118"/>
                    </a:cubicBezTo>
                    <a:cubicBezTo>
                      <a:pt x="377" y="119"/>
                      <a:pt x="378" y="122"/>
                      <a:pt x="376" y="124"/>
                    </a:cubicBezTo>
                    <a:cubicBezTo>
                      <a:pt x="374" y="126"/>
                      <a:pt x="374" y="123"/>
                      <a:pt x="374" y="121"/>
                    </a:cubicBezTo>
                    <a:cubicBezTo>
                      <a:pt x="373" y="116"/>
                      <a:pt x="377" y="112"/>
                      <a:pt x="377" y="107"/>
                    </a:cubicBezTo>
                    <a:cubicBezTo>
                      <a:pt x="378" y="106"/>
                      <a:pt x="378" y="103"/>
                      <a:pt x="376" y="103"/>
                    </a:cubicBezTo>
                    <a:cubicBezTo>
                      <a:pt x="374" y="102"/>
                      <a:pt x="371" y="103"/>
                      <a:pt x="369" y="104"/>
                    </a:cubicBezTo>
                    <a:cubicBezTo>
                      <a:pt x="367" y="105"/>
                      <a:pt x="365" y="106"/>
                      <a:pt x="364" y="106"/>
                    </a:cubicBezTo>
                    <a:cubicBezTo>
                      <a:pt x="362" y="106"/>
                      <a:pt x="361" y="106"/>
                      <a:pt x="359" y="107"/>
                    </a:cubicBezTo>
                    <a:cubicBezTo>
                      <a:pt x="356" y="111"/>
                      <a:pt x="362" y="114"/>
                      <a:pt x="362" y="118"/>
                    </a:cubicBezTo>
                    <a:cubicBezTo>
                      <a:pt x="362" y="119"/>
                      <a:pt x="361" y="122"/>
                      <a:pt x="360" y="120"/>
                    </a:cubicBezTo>
                    <a:cubicBezTo>
                      <a:pt x="359" y="119"/>
                      <a:pt x="360" y="117"/>
                      <a:pt x="358" y="116"/>
                    </a:cubicBezTo>
                    <a:cubicBezTo>
                      <a:pt x="356" y="115"/>
                      <a:pt x="355" y="116"/>
                      <a:pt x="354" y="114"/>
                    </a:cubicBezTo>
                    <a:cubicBezTo>
                      <a:pt x="354" y="112"/>
                      <a:pt x="355" y="109"/>
                      <a:pt x="353" y="107"/>
                    </a:cubicBezTo>
                    <a:cubicBezTo>
                      <a:pt x="350" y="105"/>
                      <a:pt x="346" y="110"/>
                      <a:pt x="344" y="111"/>
                    </a:cubicBezTo>
                    <a:cubicBezTo>
                      <a:pt x="342" y="115"/>
                      <a:pt x="339" y="118"/>
                      <a:pt x="335" y="120"/>
                    </a:cubicBezTo>
                    <a:cubicBezTo>
                      <a:pt x="334" y="121"/>
                      <a:pt x="333" y="122"/>
                      <a:pt x="332" y="124"/>
                    </a:cubicBezTo>
                    <a:cubicBezTo>
                      <a:pt x="331" y="126"/>
                      <a:pt x="330" y="128"/>
                      <a:pt x="328" y="129"/>
                    </a:cubicBezTo>
                    <a:cubicBezTo>
                      <a:pt x="326" y="130"/>
                      <a:pt x="325" y="130"/>
                      <a:pt x="323" y="131"/>
                    </a:cubicBezTo>
                    <a:cubicBezTo>
                      <a:pt x="324" y="128"/>
                      <a:pt x="324" y="125"/>
                      <a:pt x="326" y="123"/>
                    </a:cubicBezTo>
                    <a:cubicBezTo>
                      <a:pt x="328" y="121"/>
                      <a:pt x="330" y="119"/>
                      <a:pt x="332" y="117"/>
                    </a:cubicBezTo>
                    <a:cubicBezTo>
                      <a:pt x="333" y="116"/>
                      <a:pt x="334" y="114"/>
                      <a:pt x="335" y="113"/>
                    </a:cubicBezTo>
                    <a:cubicBezTo>
                      <a:pt x="337" y="111"/>
                      <a:pt x="339" y="109"/>
                      <a:pt x="341" y="107"/>
                    </a:cubicBezTo>
                    <a:cubicBezTo>
                      <a:pt x="342" y="105"/>
                      <a:pt x="343" y="103"/>
                      <a:pt x="341" y="102"/>
                    </a:cubicBezTo>
                    <a:cubicBezTo>
                      <a:pt x="339" y="100"/>
                      <a:pt x="336" y="100"/>
                      <a:pt x="333" y="100"/>
                    </a:cubicBezTo>
                    <a:cubicBezTo>
                      <a:pt x="331" y="100"/>
                      <a:pt x="331" y="99"/>
                      <a:pt x="330" y="97"/>
                    </a:cubicBezTo>
                    <a:cubicBezTo>
                      <a:pt x="330" y="94"/>
                      <a:pt x="328" y="92"/>
                      <a:pt x="326" y="91"/>
                    </a:cubicBezTo>
                    <a:cubicBezTo>
                      <a:pt x="320" y="88"/>
                      <a:pt x="315" y="94"/>
                      <a:pt x="309" y="95"/>
                    </a:cubicBezTo>
                    <a:cubicBezTo>
                      <a:pt x="304" y="96"/>
                      <a:pt x="298" y="96"/>
                      <a:pt x="293" y="93"/>
                    </a:cubicBezTo>
                    <a:cubicBezTo>
                      <a:pt x="292" y="92"/>
                      <a:pt x="283" y="84"/>
                      <a:pt x="282" y="89"/>
                    </a:cubicBezTo>
                    <a:cubicBezTo>
                      <a:pt x="282" y="92"/>
                      <a:pt x="283" y="94"/>
                      <a:pt x="283" y="97"/>
                    </a:cubicBezTo>
                    <a:cubicBezTo>
                      <a:pt x="282" y="99"/>
                      <a:pt x="281" y="101"/>
                      <a:pt x="279" y="101"/>
                    </a:cubicBezTo>
                    <a:cubicBezTo>
                      <a:pt x="274" y="101"/>
                      <a:pt x="280" y="93"/>
                      <a:pt x="279" y="91"/>
                    </a:cubicBezTo>
                    <a:cubicBezTo>
                      <a:pt x="279" y="89"/>
                      <a:pt x="277" y="87"/>
                      <a:pt x="276" y="85"/>
                    </a:cubicBezTo>
                    <a:cubicBezTo>
                      <a:pt x="275" y="83"/>
                      <a:pt x="276" y="80"/>
                      <a:pt x="278" y="78"/>
                    </a:cubicBezTo>
                    <a:cubicBezTo>
                      <a:pt x="281" y="75"/>
                      <a:pt x="289" y="71"/>
                      <a:pt x="288" y="66"/>
                    </a:cubicBezTo>
                    <a:cubicBezTo>
                      <a:pt x="287" y="64"/>
                      <a:pt x="282" y="55"/>
                      <a:pt x="285" y="54"/>
                    </a:cubicBezTo>
                    <a:cubicBezTo>
                      <a:pt x="289" y="52"/>
                      <a:pt x="292" y="63"/>
                      <a:pt x="293" y="65"/>
                    </a:cubicBezTo>
                    <a:cubicBezTo>
                      <a:pt x="294" y="69"/>
                      <a:pt x="293" y="75"/>
                      <a:pt x="297" y="78"/>
                    </a:cubicBezTo>
                    <a:cubicBezTo>
                      <a:pt x="302" y="83"/>
                      <a:pt x="309" y="79"/>
                      <a:pt x="315" y="77"/>
                    </a:cubicBezTo>
                    <a:cubicBezTo>
                      <a:pt x="319" y="76"/>
                      <a:pt x="322" y="78"/>
                      <a:pt x="326" y="78"/>
                    </a:cubicBezTo>
                    <a:cubicBezTo>
                      <a:pt x="331" y="78"/>
                      <a:pt x="336" y="77"/>
                      <a:pt x="340" y="77"/>
                    </a:cubicBezTo>
                    <a:cubicBezTo>
                      <a:pt x="343" y="77"/>
                      <a:pt x="345" y="77"/>
                      <a:pt x="347" y="77"/>
                    </a:cubicBezTo>
                    <a:cubicBezTo>
                      <a:pt x="349" y="77"/>
                      <a:pt x="351" y="78"/>
                      <a:pt x="354" y="79"/>
                    </a:cubicBezTo>
                    <a:cubicBezTo>
                      <a:pt x="360" y="80"/>
                      <a:pt x="366" y="78"/>
                      <a:pt x="370" y="73"/>
                    </a:cubicBezTo>
                    <a:cubicBezTo>
                      <a:pt x="374" y="70"/>
                      <a:pt x="375" y="65"/>
                      <a:pt x="376" y="60"/>
                    </a:cubicBezTo>
                    <a:cubicBezTo>
                      <a:pt x="376" y="59"/>
                      <a:pt x="377" y="57"/>
                      <a:pt x="377" y="55"/>
                    </a:cubicBezTo>
                    <a:cubicBezTo>
                      <a:pt x="377" y="54"/>
                      <a:pt x="377" y="53"/>
                      <a:pt x="377" y="51"/>
                    </a:cubicBezTo>
                    <a:cubicBezTo>
                      <a:pt x="377" y="48"/>
                      <a:pt x="377" y="44"/>
                      <a:pt x="376" y="41"/>
                    </a:cubicBezTo>
                    <a:cubicBezTo>
                      <a:pt x="375" y="39"/>
                      <a:pt x="373" y="38"/>
                      <a:pt x="374" y="36"/>
                    </a:cubicBezTo>
                    <a:cubicBezTo>
                      <a:pt x="374" y="33"/>
                      <a:pt x="375" y="31"/>
                      <a:pt x="374" y="28"/>
                    </a:cubicBezTo>
                    <a:cubicBezTo>
                      <a:pt x="373" y="24"/>
                      <a:pt x="368" y="24"/>
                      <a:pt x="364" y="23"/>
                    </a:cubicBezTo>
                    <a:cubicBezTo>
                      <a:pt x="359" y="23"/>
                      <a:pt x="354" y="23"/>
                      <a:pt x="350" y="22"/>
                    </a:cubicBezTo>
                    <a:cubicBezTo>
                      <a:pt x="346" y="22"/>
                      <a:pt x="342" y="22"/>
                      <a:pt x="339" y="23"/>
                    </a:cubicBezTo>
                    <a:cubicBezTo>
                      <a:pt x="336" y="24"/>
                      <a:pt x="333" y="25"/>
                      <a:pt x="331" y="27"/>
                    </a:cubicBezTo>
                    <a:cubicBezTo>
                      <a:pt x="330" y="28"/>
                      <a:pt x="329" y="30"/>
                      <a:pt x="327" y="30"/>
                    </a:cubicBezTo>
                    <a:cubicBezTo>
                      <a:pt x="321" y="30"/>
                      <a:pt x="316" y="25"/>
                      <a:pt x="314" y="21"/>
                    </a:cubicBezTo>
                    <a:cubicBezTo>
                      <a:pt x="311" y="15"/>
                      <a:pt x="305" y="14"/>
                      <a:pt x="302" y="10"/>
                    </a:cubicBezTo>
                    <a:cubicBezTo>
                      <a:pt x="300" y="8"/>
                      <a:pt x="299" y="6"/>
                      <a:pt x="297" y="5"/>
                    </a:cubicBezTo>
                    <a:cubicBezTo>
                      <a:pt x="294" y="3"/>
                      <a:pt x="291" y="3"/>
                      <a:pt x="288" y="2"/>
                    </a:cubicBezTo>
                    <a:cubicBezTo>
                      <a:pt x="285" y="1"/>
                      <a:pt x="283" y="0"/>
                      <a:pt x="280" y="1"/>
                    </a:cubicBezTo>
                    <a:cubicBezTo>
                      <a:pt x="278" y="1"/>
                      <a:pt x="275" y="2"/>
                      <a:pt x="273" y="3"/>
                    </a:cubicBezTo>
                    <a:cubicBezTo>
                      <a:pt x="268" y="4"/>
                      <a:pt x="263" y="4"/>
                      <a:pt x="258" y="4"/>
                    </a:cubicBezTo>
                    <a:cubicBezTo>
                      <a:pt x="256" y="4"/>
                      <a:pt x="251" y="3"/>
                      <a:pt x="250" y="7"/>
                    </a:cubicBezTo>
                    <a:cubicBezTo>
                      <a:pt x="250" y="10"/>
                      <a:pt x="253" y="13"/>
                      <a:pt x="255" y="15"/>
                    </a:cubicBezTo>
                    <a:cubicBezTo>
                      <a:pt x="257" y="18"/>
                      <a:pt x="261" y="20"/>
                      <a:pt x="263" y="23"/>
                    </a:cubicBezTo>
                    <a:cubicBezTo>
                      <a:pt x="269" y="27"/>
                      <a:pt x="273" y="34"/>
                      <a:pt x="276" y="40"/>
                    </a:cubicBezTo>
                    <a:cubicBezTo>
                      <a:pt x="277" y="42"/>
                      <a:pt x="279" y="46"/>
                      <a:pt x="277" y="48"/>
                    </a:cubicBezTo>
                    <a:cubicBezTo>
                      <a:pt x="276" y="51"/>
                      <a:pt x="273" y="49"/>
                      <a:pt x="271" y="48"/>
                    </a:cubicBezTo>
                    <a:cubicBezTo>
                      <a:pt x="266" y="43"/>
                      <a:pt x="262" y="34"/>
                      <a:pt x="254" y="34"/>
                    </a:cubicBezTo>
                    <a:cubicBezTo>
                      <a:pt x="249" y="34"/>
                      <a:pt x="246" y="38"/>
                      <a:pt x="244" y="43"/>
                    </a:cubicBezTo>
                    <a:cubicBezTo>
                      <a:pt x="241" y="50"/>
                      <a:pt x="242" y="56"/>
                      <a:pt x="245" y="62"/>
                    </a:cubicBezTo>
                    <a:cubicBezTo>
                      <a:pt x="246" y="64"/>
                      <a:pt x="247" y="67"/>
                      <a:pt x="248" y="68"/>
                    </a:cubicBezTo>
                    <a:cubicBezTo>
                      <a:pt x="251" y="71"/>
                      <a:pt x="254" y="73"/>
                      <a:pt x="257" y="75"/>
                    </a:cubicBezTo>
                    <a:cubicBezTo>
                      <a:pt x="258" y="76"/>
                      <a:pt x="262" y="79"/>
                      <a:pt x="259" y="80"/>
                    </a:cubicBezTo>
                    <a:cubicBezTo>
                      <a:pt x="256" y="81"/>
                      <a:pt x="251" y="81"/>
                      <a:pt x="248" y="81"/>
                    </a:cubicBezTo>
                    <a:cubicBezTo>
                      <a:pt x="242" y="81"/>
                      <a:pt x="237" y="79"/>
                      <a:pt x="232" y="79"/>
                    </a:cubicBezTo>
                    <a:cubicBezTo>
                      <a:pt x="229" y="80"/>
                      <a:pt x="226" y="81"/>
                      <a:pt x="225" y="84"/>
                    </a:cubicBezTo>
                    <a:cubicBezTo>
                      <a:pt x="224" y="86"/>
                      <a:pt x="225" y="90"/>
                      <a:pt x="225" y="93"/>
                    </a:cubicBezTo>
                    <a:cubicBezTo>
                      <a:pt x="225" y="98"/>
                      <a:pt x="221" y="104"/>
                      <a:pt x="220" y="109"/>
                    </a:cubicBezTo>
                    <a:cubicBezTo>
                      <a:pt x="219" y="111"/>
                      <a:pt x="218" y="113"/>
                      <a:pt x="217" y="115"/>
                    </a:cubicBezTo>
                    <a:cubicBezTo>
                      <a:pt x="212" y="115"/>
                      <a:pt x="214" y="106"/>
                      <a:pt x="215" y="103"/>
                    </a:cubicBezTo>
                    <a:cubicBezTo>
                      <a:pt x="217" y="101"/>
                      <a:pt x="218" y="98"/>
                      <a:pt x="218" y="95"/>
                    </a:cubicBezTo>
                    <a:cubicBezTo>
                      <a:pt x="218" y="92"/>
                      <a:pt x="219" y="91"/>
                      <a:pt x="220" y="89"/>
                    </a:cubicBezTo>
                    <a:cubicBezTo>
                      <a:pt x="222" y="87"/>
                      <a:pt x="221" y="84"/>
                      <a:pt x="221" y="81"/>
                    </a:cubicBezTo>
                    <a:cubicBezTo>
                      <a:pt x="221" y="78"/>
                      <a:pt x="223" y="75"/>
                      <a:pt x="220" y="73"/>
                    </a:cubicBezTo>
                    <a:cubicBezTo>
                      <a:pt x="217" y="71"/>
                      <a:pt x="214" y="71"/>
                      <a:pt x="211" y="71"/>
                    </a:cubicBezTo>
                    <a:cubicBezTo>
                      <a:pt x="206" y="71"/>
                      <a:pt x="202" y="70"/>
                      <a:pt x="197" y="70"/>
                    </a:cubicBezTo>
                    <a:cubicBezTo>
                      <a:pt x="195" y="70"/>
                      <a:pt x="193" y="70"/>
                      <a:pt x="191" y="70"/>
                    </a:cubicBezTo>
                    <a:cubicBezTo>
                      <a:pt x="189" y="69"/>
                      <a:pt x="187" y="68"/>
                      <a:pt x="185" y="68"/>
                    </a:cubicBezTo>
                    <a:cubicBezTo>
                      <a:pt x="184" y="67"/>
                      <a:pt x="182" y="67"/>
                      <a:pt x="180" y="66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5" y="135"/>
                      <a:pt x="185" y="135"/>
                      <a:pt x="185" y="135"/>
                    </a:cubicBezTo>
                    <a:cubicBezTo>
                      <a:pt x="138" y="135"/>
                      <a:pt x="138" y="135"/>
                      <a:pt x="138" y="135"/>
                    </a:cubicBezTo>
                    <a:cubicBezTo>
                      <a:pt x="122" y="115"/>
                      <a:pt x="122" y="115"/>
                      <a:pt x="122" y="115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101" y="174"/>
                      <a:pt x="101" y="174"/>
                      <a:pt x="101" y="174"/>
                    </a:cubicBezTo>
                    <a:cubicBezTo>
                      <a:pt x="48" y="212"/>
                      <a:pt x="48" y="212"/>
                      <a:pt x="48" y="212"/>
                    </a:cubicBezTo>
                    <a:cubicBezTo>
                      <a:pt x="47" y="286"/>
                      <a:pt x="47" y="286"/>
                      <a:pt x="47" y="286"/>
                    </a:cubicBezTo>
                    <a:cubicBezTo>
                      <a:pt x="25" y="293"/>
                      <a:pt x="25" y="293"/>
                      <a:pt x="25" y="293"/>
                    </a:cubicBezTo>
                    <a:cubicBezTo>
                      <a:pt x="0" y="333"/>
                      <a:pt x="0" y="333"/>
                      <a:pt x="0" y="333"/>
                    </a:cubicBezTo>
                    <a:cubicBezTo>
                      <a:pt x="31" y="366"/>
                      <a:pt x="31" y="366"/>
                      <a:pt x="31" y="366"/>
                    </a:cubicBezTo>
                    <a:cubicBezTo>
                      <a:pt x="11" y="437"/>
                      <a:pt x="11" y="437"/>
                      <a:pt x="11" y="437"/>
                    </a:cubicBezTo>
                    <a:cubicBezTo>
                      <a:pt x="19" y="450"/>
                      <a:pt x="19" y="450"/>
                      <a:pt x="19" y="450"/>
                    </a:cubicBezTo>
                    <a:cubicBezTo>
                      <a:pt x="21" y="450"/>
                      <a:pt x="22" y="449"/>
                      <a:pt x="23" y="449"/>
                    </a:cubicBezTo>
                    <a:cubicBezTo>
                      <a:pt x="25" y="448"/>
                      <a:pt x="28" y="446"/>
                      <a:pt x="30" y="445"/>
                    </a:cubicBezTo>
                    <a:cubicBezTo>
                      <a:pt x="33" y="444"/>
                      <a:pt x="35" y="442"/>
                      <a:pt x="37" y="440"/>
                    </a:cubicBezTo>
                    <a:cubicBezTo>
                      <a:pt x="39" y="438"/>
                      <a:pt x="41" y="436"/>
                      <a:pt x="42" y="434"/>
                    </a:cubicBezTo>
                    <a:cubicBezTo>
                      <a:pt x="44" y="432"/>
                      <a:pt x="45" y="430"/>
                      <a:pt x="48" y="430"/>
                    </a:cubicBezTo>
                    <a:cubicBezTo>
                      <a:pt x="49" y="429"/>
                      <a:pt x="50" y="429"/>
                      <a:pt x="52" y="429"/>
                    </a:cubicBezTo>
                    <a:cubicBezTo>
                      <a:pt x="53" y="429"/>
                      <a:pt x="54" y="428"/>
                      <a:pt x="55" y="428"/>
                    </a:cubicBezTo>
                    <a:cubicBezTo>
                      <a:pt x="57" y="427"/>
                      <a:pt x="60" y="426"/>
                      <a:pt x="61" y="424"/>
                    </a:cubicBezTo>
                    <a:cubicBezTo>
                      <a:pt x="62" y="422"/>
                      <a:pt x="63" y="420"/>
                      <a:pt x="65" y="419"/>
                    </a:cubicBezTo>
                    <a:cubicBezTo>
                      <a:pt x="66" y="418"/>
                      <a:pt x="67" y="418"/>
                      <a:pt x="68" y="418"/>
                    </a:cubicBezTo>
                    <a:cubicBezTo>
                      <a:pt x="69" y="418"/>
                      <a:pt x="71" y="417"/>
                      <a:pt x="72" y="417"/>
                    </a:cubicBezTo>
                    <a:cubicBezTo>
                      <a:pt x="75" y="416"/>
                      <a:pt x="77" y="416"/>
                      <a:pt x="80" y="415"/>
                    </a:cubicBezTo>
                    <a:cubicBezTo>
                      <a:pt x="81" y="415"/>
                      <a:pt x="83" y="415"/>
                      <a:pt x="84" y="414"/>
                    </a:cubicBezTo>
                    <a:cubicBezTo>
                      <a:pt x="85" y="414"/>
                      <a:pt x="86" y="413"/>
                      <a:pt x="87" y="413"/>
                    </a:cubicBezTo>
                    <a:cubicBezTo>
                      <a:pt x="88" y="413"/>
                      <a:pt x="90" y="413"/>
                      <a:pt x="91" y="412"/>
                    </a:cubicBezTo>
                    <a:cubicBezTo>
                      <a:pt x="93" y="411"/>
                      <a:pt x="94" y="408"/>
                      <a:pt x="95" y="405"/>
                    </a:cubicBezTo>
                    <a:cubicBezTo>
                      <a:pt x="95" y="404"/>
                      <a:pt x="95" y="404"/>
                      <a:pt x="96" y="403"/>
                    </a:cubicBezTo>
                    <a:cubicBezTo>
                      <a:pt x="97" y="402"/>
                      <a:pt x="98" y="402"/>
                      <a:pt x="99" y="401"/>
                    </a:cubicBezTo>
                    <a:cubicBezTo>
                      <a:pt x="100" y="400"/>
                      <a:pt x="101" y="399"/>
                      <a:pt x="103" y="399"/>
                    </a:cubicBezTo>
                    <a:cubicBezTo>
                      <a:pt x="104" y="399"/>
                      <a:pt x="105" y="399"/>
                      <a:pt x="106" y="399"/>
                    </a:cubicBezTo>
                    <a:cubicBezTo>
                      <a:pt x="107" y="399"/>
                      <a:pt x="108" y="399"/>
                      <a:pt x="109" y="398"/>
                    </a:cubicBezTo>
                    <a:cubicBezTo>
                      <a:pt x="111" y="397"/>
                      <a:pt x="112" y="396"/>
                      <a:pt x="113" y="396"/>
                    </a:cubicBezTo>
                    <a:cubicBezTo>
                      <a:pt x="116" y="394"/>
                      <a:pt x="118" y="392"/>
                      <a:pt x="119" y="390"/>
                    </a:cubicBezTo>
                    <a:cubicBezTo>
                      <a:pt x="120" y="388"/>
                      <a:pt x="121" y="387"/>
                      <a:pt x="122" y="386"/>
                    </a:cubicBezTo>
                    <a:cubicBezTo>
                      <a:pt x="123" y="384"/>
                      <a:pt x="125" y="383"/>
                      <a:pt x="126" y="381"/>
                    </a:cubicBezTo>
                    <a:cubicBezTo>
                      <a:pt x="128" y="379"/>
                      <a:pt x="129" y="378"/>
                      <a:pt x="131" y="377"/>
                    </a:cubicBezTo>
                    <a:cubicBezTo>
                      <a:pt x="132" y="376"/>
                      <a:pt x="134" y="375"/>
                      <a:pt x="135" y="375"/>
                    </a:cubicBezTo>
                    <a:cubicBezTo>
                      <a:pt x="137" y="374"/>
                      <a:pt x="139" y="374"/>
                      <a:pt x="140" y="373"/>
                    </a:cubicBezTo>
                    <a:cubicBezTo>
                      <a:pt x="141" y="373"/>
                      <a:pt x="143" y="373"/>
                      <a:pt x="144" y="373"/>
                    </a:cubicBezTo>
                    <a:cubicBezTo>
                      <a:pt x="146" y="372"/>
                      <a:pt x="148" y="373"/>
                      <a:pt x="149" y="372"/>
                    </a:cubicBezTo>
                    <a:cubicBezTo>
                      <a:pt x="150" y="372"/>
                      <a:pt x="151" y="371"/>
                      <a:pt x="152" y="371"/>
                    </a:cubicBezTo>
                    <a:cubicBezTo>
                      <a:pt x="155" y="370"/>
                      <a:pt x="158" y="369"/>
                      <a:pt x="161" y="367"/>
                    </a:cubicBezTo>
                    <a:cubicBezTo>
                      <a:pt x="162" y="366"/>
                      <a:pt x="163" y="364"/>
                      <a:pt x="164" y="364"/>
                    </a:cubicBezTo>
                    <a:cubicBezTo>
                      <a:pt x="166" y="363"/>
                      <a:pt x="167" y="362"/>
                      <a:pt x="169" y="360"/>
                    </a:cubicBezTo>
                    <a:cubicBezTo>
                      <a:pt x="170" y="359"/>
                      <a:pt x="171" y="359"/>
                      <a:pt x="172" y="358"/>
                    </a:cubicBezTo>
                    <a:cubicBezTo>
                      <a:pt x="173" y="357"/>
                      <a:pt x="174" y="356"/>
                      <a:pt x="176" y="355"/>
                    </a:cubicBezTo>
                    <a:cubicBezTo>
                      <a:pt x="177" y="354"/>
                      <a:pt x="179" y="353"/>
                      <a:pt x="181" y="352"/>
                    </a:cubicBezTo>
                    <a:cubicBezTo>
                      <a:pt x="182" y="352"/>
                      <a:pt x="183" y="353"/>
                      <a:pt x="184" y="352"/>
                    </a:cubicBezTo>
                    <a:cubicBezTo>
                      <a:pt x="185" y="352"/>
                      <a:pt x="187" y="348"/>
                      <a:pt x="188" y="351"/>
                    </a:cubicBezTo>
                    <a:cubicBezTo>
                      <a:pt x="189" y="351"/>
                      <a:pt x="189" y="353"/>
                      <a:pt x="190" y="354"/>
                    </a:cubicBezTo>
                    <a:cubicBezTo>
                      <a:pt x="191" y="354"/>
                      <a:pt x="193" y="354"/>
                      <a:pt x="194" y="354"/>
                    </a:cubicBezTo>
                    <a:cubicBezTo>
                      <a:pt x="195" y="353"/>
                      <a:pt x="197" y="352"/>
                      <a:pt x="198" y="351"/>
                    </a:cubicBezTo>
                    <a:cubicBezTo>
                      <a:pt x="199" y="350"/>
                      <a:pt x="200" y="348"/>
                      <a:pt x="200" y="347"/>
                    </a:cubicBezTo>
                    <a:cubicBezTo>
                      <a:pt x="200" y="346"/>
                      <a:pt x="200" y="345"/>
                      <a:pt x="201" y="344"/>
                    </a:cubicBezTo>
                    <a:cubicBezTo>
                      <a:pt x="202" y="344"/>
                      <a:pt x="204" y="343"/>
                      <a:pt x="205" y="343"/>
                    </a:cubicBezTo>
                    <a:cubicBezTo>
                      <a:pt x="207" y="343"/>
                      <a:pt x="209" y="344"/>
                      <a:pt x="210" y="345"/>
                    </a:cubicBezTo>
                    <a:cubicBezTo>
                      <a:pt x="212" y="345"/>
                      <a:pt x="214" y="345"/>
                      <a:pt x="216" y="345"/>
                    </a:cubicBezTo>
                    <a:cubicBezTo>
                      <a:pt x="217" y="344"/>
                      <a:pt x="219" y="344"/>
                      <a:pt x="220" y="343"/>
                    </a:cubicBezTo>
                    <a:cubicBezTo>
                      <a:pt x="221" y="343"/>
                      <a:pt x="221" y="340"/>
                      <a:pt x="221" y="339"/>
                    </a:cubicBezTo>
                    <a:cubicBezTo>
                      <a:pt x="221" y="338"/>
                      <a:pt x="222" y="336"/>
                      <a:pt x="222" y="335"/>
                    </a:cubicBezTo>
                    <a:cubicBezTo>
                      <a:pt x="224" y="334"/>
                      <a:pt x="225" y="335"/>
                      <a:pt x="226" y="334"/>
                    </a:cubicBezTo>
                    <a:cubicBezTo>
                      <a:pt x="228" y="334"/>
                      <a:pt x="229" y="329"/>
                      <a:pt x="232" y="331"/>
                    </a:cubicBezTo>
                    <a:cubicBezTo>
                      <a:pt x="235" y="334"/>
                      <a:pt x="232" y="339"/>
                      <a:pt x="233" y="342"/>
                    </a:cubicBezTo>
                    <a:cubicBezTo>
                      <a:pt x="233" y="347"/>
                      <a:pt x="237" y="348"/>
                      <a:pt x="241" y="347"/>
                    </a:cubicBezTo>
                    <a:cubicBezTo>
                      <a:pt x="243" y="347"/>
                      <a:pt x="245" y="345"/>
                      <a:pt x="246" y="343"/>
                    </a:cubicBezTo>
                    <a:cubicBezTo>
                      <a:pt x="247" y="341"/>
                      <a:pt x="249" y="340"/>
                      <a:pt x="251" y="340"/>
                    </a:cubicBezTo>
                    <a:cubicBezTo>
                      <a:pt x="251" y="343"/>
                      <a:pt x="248" y="345"/>
                      <a:pt x="251" y="346"/>
                    </a:cubicBezTo>
                    <a:cubicBezTo>
                      <a:pt x="253" y="348"/>
                      <a:pt x="256" y="347"/>
                      <a:pt x="258" y="347"/>
                    </a:cubicBezTo>
                    <a:cubicBezTo>
                      <a:pt x="259" y="347"/>
                      <a:pt x="260" y="347"/>
                      <a:pt x="261" y="347"/>
                    </a:cubicBezTo>
                    <a:cubicBezTo>
                      <a:pt x="262" y="347"/>
                      <a:pt x="262" y="348"/>
                      <a:pt x="263" y="348"/>
                    </a:cubicBezTo>
                    <a:cubicBezTo>
                      <a:pt x="264" y="348"/>
                      <a:pt x="265" y="347"/>
                      <a:pt x="265" y="346"/>
                    </a:cubicBezTo>
                    <a:cubicBezTo>
                      <a:pt x="266" y="345"/>
                      <a:pt x="267" y="347"/>
                      <a:pt x="268" y="347"/>
                    </a:cubicBezTo>
                    <a:cubicBezTo>
                      <a:pt x="269" y="349"/>
                      <a:pt x="270" y="349"/>
                      <a:pt x="271" y="350"/>
                    </a:cubicBezTo>
                    <a:cubicBezTo>
                      <a:pt x="273" y="350"/>
                      <a:pt x="273" y="350"/>
                      <a:pt x="274" y="349"/>
                    </a:cubicBezTo>
                    <a:cubicBezTo>
                      <a:pt x="276" y="346"/>
                      <a:pt x="275" y="343"/>
                      <a:pt x="275" y="339"/>
                    </a:cubicBezTo>
                    <a:cubicBezTo>
                      <a:pt x="275" y="337"/>
                      <a:pt x="275" y="335"/>
                      <a:pt x="276" y="333"/>
                    </a:cubicBezTo>
                    <a:cubicBezTo>
                      <a:pt x="277" y="331"/>
                      <a:pt x="278" y="332"/>
                      <a:pt x="279" y="332"/>
                    </a:cubicBezTo>
                    <a:cubicBezTo>
                      <a:pt x="280" y="332"/>
                      <a:pt x="281" y="331"/>
                      <a:pt x="282" y="332"/>
                    </a:cubicBezTo>
                    <a:cubicBezTo>
                      <a:pt x="283" y="333"/>
                      <a:pt x="284" y="334"/>
                      <a:pt x="284" y="336"/>
                    </a:cubicBezTo>
                    <a:cubicBezTo>
                      <a:pt x="284" y="338"/>
                      <a:pt x="281" y="341"/>
                      <a:pt x="282" y="344"/>
                    </a:cubicBezTo>
                    <a:cubicBezTo>
                      <a:pt x="282" y="345"/>
                      <a:pt x="284" y="347"/>
                      <a:pt x="285" y="348"/>
                    </a:cubicBezTo>
                    <a:cubicBezTo>
                      <a:pt x="286" y="349"/>
                      <a:pt x="288" y="347"/>
                      <a:pt x="289" y="347"/>
                    </a:cubicBezTo>
                    <a:cubicBezTo>
                      <a:pt x="291" y="346"/>
                      <a:pt x="293" y="345"/>
                      <a:pt x="295" y="345"/>
                    </a:cubicBezTo>
                    <a:cubicBezTo>
                      <a:pt x="297" y="345"/>
                      <a:pt x="299" y="346"/>
                      <a:pt x="300" y="346"/>
                    </a:cubicBezTo>
                    <a:cubicBezTo>
                      <a:pt x="302" y="345"/>
                      <a:pt x="304" y="342"/>
                      <a:pt x="304" y="341"/>
                    </a:cubicBezTo>
                    <a:cubicBezTo>
                      <a:pt x="305" y="339"/>
                      <a:pt x="306" y="338"/>
                      <a:pt x="308" y="337"/>
                    </a:cubicBezTo>
                    <a:cubicBezTo>
                      <a:pt x="310" y="335"/>
                      <a:pt x="311" y="333"/>
                      <a:pt x="311" y="330"/>
                    </a:cubicBezTo>
                    <a:cubicBezTo>
                      <a:pt x="312" y="329"/>
                      <a:pt x="313" y="324"/>
                      <a:pt x="314" y="327"/>
                    </a:cubicBezTo>
                    <a:cubicBezTo>
                      <a:pt x="316" y="329"/>
                      <a:pt x="316" y="333"/>
                      <a:pt x="319" y="334"/>
                    </a:cubicBezTo>
                    <a:cubicBezTo>
                      <a:pt x="321" y="336"/>
                      <a:pt x="322" y="333"/>
                      <a:pt x="323" y="332"/>
                    </a:cubicBezTo>
                    <a:cubicBezTo>
                      <a:pt x="327" y="330"/>
                      <a:pt x="327" y="342"/>
                      <a:pt x="331" y="337"/>
                    </a:cubicBezTo>
                    <a:cubicBezTo>
                      <a:pt x="332" y="336"/>
                      <a:pt x="335" y="332"/>
                      <a:pt x="337" y="334"/>
                    </a:cubicBezTo>
                    <a:cubicBezTo>
                      <a:pt x="338" y="336"/>
                      <a:pt x="336" y="339"/>
                      <a:pt x="334" y="340"/>
                    </a:cubicBezTo>
                    <a:cubicBezTo>
                      <a:pt x="332" y="341"/>
                      <a:pt x="330" y="339"/>
                      <a:pt x="328" y="340"/>
                    </a:cubicBezTo>
                    <a:cubicBezTo>
                      <a:pt x="326" y="341"/>
                      <a:pt x="326" y="343"/>
                      <a:pt x="324" y="344"/>
                    </a:cubicBezTo>
                    <a:cubicBezTo>
                      <a:pt x="320" y="347"/>
                      <a:pt x="314" y="342"/>
                      <a:pt x="312" y="348"/>
                    </a:cubicBezTo>
                    <a:cubicBezTo>
                      <a:pt x="312" y="350"/>
                      <a:pt x="311" y="352"/>
                      <a:pt x="310" y="354"/>
                    </a:cubicBezTo>
                    <a:cubicBezTo>
                      <a:pt x="309" y="355"/>
                      <a:pt x="306" y="355"/>
                      <a:pt x="305" y="355"/>
                    </a:cubicBezTo>
                    <a:cubicBezTo>
                      <a:pt x="303" y="355"/>
                      <a:pt x="301" y="355"/>
                      <a:pt x="300" y="356"/>
                    </a:cubicBezTo>
                    <a:cubicBezTo>
                      <a:pt x="299" y="357"/>
                      <a:pt x="298" y="358"/>
                      <a:pt x="298" y="359"/>
                    </a:cubicBezTo>
                    <a:cubicBezTo>
                      <a:pt x="297" y="361"/>
                      <a:pt x="295" y="362"/>
                      <a:pt x="293" y="362"/>
                    </a:cubicBezTo>
                    <a:cubicBezTo>
                      <a:pt x="291" y="363"/>
                      <a:pt x="289" y="361"/>
                      <a:pt x="287" y="361"/>
                    </a:cubicBezTo>
                    <a:cubicBezTo>
                      <a:pt x="285" y="361"/>
                      <a:pt x="284" y="363"/>
                      <a:pt x="283" y="365"/>
                    </a:cubicBezTo>
                    <a:cubicBezTo>
                      <a:pt x="283" y="367"/>
                      <a:pt x="284" y="368"/>
                      <a:pt x="285" y="370"/>
                    </a:cubicBezTo>
                    <a:cubicBezTo>
                      <a:pt x="286" y="371"/>
                      <a:pt x="287" y="373"/>
                      <a:pt x="286" y="375"/>
                    </a:cubicBezTo>
                    <a:cubicBezTo>
                      <a:pt x="286" y="377"/>
                      <a:pt x="284" y="378"/>
                      <a:pt x="282" y="379"/>
                    </a:cubicBezTo>
                    <a:cubicBezTo>
                      <a:pt x="281" y="381"/>
                      <a:pt x="280" y="382"/>
                      <a:pt x="280" y="385"/>
                    </a:cubicBezTo>
                    <a:cubicBezTo>
                      <a:pt x="280" y="388"/>
                      <a:pt x="281" y="391"/>
                      <a:pt x="281" y="394"/>
                    </a:cubicBezTo>
                    <a:cubicBezTo>
                      <a:pt x="281" y="396"/>
                      <a:pt x="281" y="398"/>
                      <a:pt x="280" y="400"/>
                    </a:cubicBezTo>
                    <a:cubicBezTo>
                      <a:pt x="279" y="401"/>
                      <a:pt x="278" y="402"/>
                      <a:pt x="277" y="404"/>
                    </a:cubicBezTo>
                    <a:cubicBezTo>
                      <a:pt x="276" y="405"/>
                      <a:pt x="275" y="408"/>
                      <a:pt x="273" y="409"/>
                    </a:cubicBezTo>
                    <a:cubicBezTo>
                      <a:pt x="272" y="410"/>
                      <a:pt x="271" y="409"/>
                      <a:pt x="269" y="408"/>
                    </a:cubicBezTo>
                    <a:cubicBezTo>
                      <a:pt x="268" y="407"/>
                      <a:pt x="267" y="406"/>
                      <a:pt x="265" y="407"/>
                    </a:cubicBezTo>
                    <a:cubicBezTo>
                      <a:pt x="264" y="409"/>
                      <a:pt x="263" y="411"/>
                      <a:pt x="263" y="413"/>
                    </a:cubicBezTo>
                    <a:cubicBezTo>
                      <a:pt x="262" y="415"/>
                      <a:pt x="262" y="417"/>
                      <a:pt x="262" y="419"/>
                    </a:cubicBezTo>
                    <a:cubicBezTo>
                      <a:pt x="263" y="421"/>
                      <a:pt x="263" y="424"/>
                      <a:pt x="261" y="425"/>
                    </a:cubicBezTo>
                    <a:cubicBezTo>
                      <a:pt x="259" y="427"/>
                      <a:pt x="257" y="427"/>
                      <a:pt x="255" y="428"/>
                    </a:cubicBezTo>
                    <a:cubicBezTo>
                      <a:pt x="253" y="429"/>
                      <a:pt x="252" y="430"/>
                      <a:pt x="251" y="432"/>
                    </a:cubicBezTo>
                    <a:cubicBezTo>
                      <a:pt x="249" y="435"/>
                      <a:pt x="246" y="437"/>
                      <a:pt x="245" y="441"/>
                    </a:cubicBezTo>
                    <a:cubicBezTo>
                      <a:pt x="245" y="442"/>
                      <a:pt x="245" y="444"/>
                      <a:pt x="244" y="446"/>
                    </a:cubicBezTo>
                    <a:cubicBezTo>
                      <a:pt x="244" y="447"/>
                      <a:pt x="243" y="449"/>
                      <a:pt x="244" y="450"/>
                    </a:cubicBezTo>
                    <a:cubicBezTo>
                      <a:pt x="244" y="451"/>
                      <a:pt x="244" y="450"/>
                      <a:pt x="245" y="451"/>
                    </a:cubicBezTo>
                    <a:cubicBezTo>
                      <a:pt x="246" y="452"/>
                      <a:pt x="246" y="453"/>
                      <a:pt x="246" y="455"/>
                    </a:cubicBezTo>
                    <a:cubicBezTo>
                      <a:pt x="246" y="456"/>
                      <a:pt x="246" y="458"/>
                      <a:pt x="245" y="459"/>
                    </a:cubicBezTo>
                    <a:cubicBezTo>
                      <a:pt x="245" y="461"/>
                      <a:pt x="243" y="461"/>
                      <a:pt x="242" y="462"/>
                    </a:cubicBezTo>
                    <a:cubicBezTo>
                      <a:pt x="239" y="465"/>
                      <a:pt x="241" y="467"/>
                      <a:pt x="243" y="469"/>
                    </a:cubicBezTo>
                    <a:cubicBezTo>
                      <a:pt x="245" y="472"/>
                      <a:pt x="246" y="474"/>
                      <a:pt x="250" y="475"/>
                    </a:cubicBezTo>
                    <a:cubicBezTo>
                      <a:pt x="255" y="475"/>
                      <a:pt x="253" y="479"/>
                      <a:pt x="250" y="481"/>
                    </a:cubicBezTo>
                    <a:cubicBezTo>
                      <a:pt x="248" y="481"/>
                      <a:pt x="247" y="481"/>
                      <a:pt x="247" y="483"/>
                    </a:cubicBezTo>
                    <a:cubicBezTo>
                      <a:pt x="248" y="485"/>
                      <a:pt x="249" y="485"/>
                      <a:pt x="250" y="486"/>
                    </a:cubicBezTo>
                    <a:cubicBezTo>
                      <a:pt x="253" y="488"/>
                      <a:pt x="269" y="492"/>
                      <a:pt x="264" y="499"/>
                    </a:cubicBezTo>
                    <a:cubicBezTo>
                      <a:pt x="262" y="502"/>
                      <a:pt x="259" y="500"/>
                      <a:pt x="256" y="499"/>
                    </a:cubicBezTo>
                    <a:cubicBezTo>
                      <a:pt x="252" y="497"/>
                      <a:pt x="249" y="494"/>
                      <a:pt x="245" y="492"/>
                    </a:cubicBezTo>
                    <a:cubicBezTo>
                      <a:pt x="243" y="491"/>
                      <a:pt x="239" y="489"/>
                      <a:pt x="237" y="491"/>
                    </a:cubicBezTo>
                    <a:cubicBezTo>
                      <a:pt x="234" y="494"/>
                      <a:pt x="236" y="497"/>
                      <a:pt x="237" y="500"/>
                    </a:cubicBezTo>
                    <a:cubicBezTo>
                      <a:pt x="237" y="502"/>
                      <a:pt x="237" y="504"/>
                      <a:pt x="236" y="505"/>
                    </a:cubicBezTo>
                    <a:cubicBezTo>
                      <a:pt x="234" y="507"/>
                      <a:pt x="231" y="507"/>
                      <a:pt x="230" y="508"/>
                    </a:cubicBezTo>
                    <a:cubicBezTo>
                      <a:pt x="229" y="509"/>
                      <a:pt x="229" y="511"/>
                      <a:pt x="229" y="512"/>
                    </a:cubicBezTo>
                    <a:cubicBezTo>
                      <a:pt x="229" y="514"/>
                      <a:pt x="228" y="514"/>
                      <a:pt x="227" y="516"/>
                    </a:cubicBezTo>
                    <a:cubicBezTo>
                      <a:pt x="227" y="517"/>
                      <a:pt x="226" y="517"/>
                      <a:pt x="225" y="518"/>
                    </a:cubicBezTo>
                    <a:cubicBezTo>
                      <a:pt x="224" y="519"/>
                      <a:pt x="224" y="520"/>
                      <a:pt x="222" y="519"/>
                    </a:cubicBezTo>
                    <a:cubicBezTo>
                      <a:pt x="219" y="519"/>
                      <a:pt x="223" y="513"/>
                      <a:pt x="221" y="511"/>
                    </a:cubicBezTo>
                    <a:cubicBezTo>
                      <a:pt x="221" y="511"/>
                      <a:pt x="220" y="511"/>
                      <a:pt x="219" y="511"/>
                    </a:cubicBezTo>
                    <a:cubicBezTo>
                      <a:pt x="219" y="510"/>
                      <a:pt x="219" y="510"/>
                      <a:pt x="218" y="509"/>
                    </a:cubicBezTo>
                    <a:cubicBezTo>
                      <a:pt x="218" y="508"/>
                      <a:pt x="218" y="507"/>
                      <a:pt x="218" y="506"/>
                    </a:cubicBezTo>
                    <a:cubicBezTo>
                      <a:pt x="218" y="504"/>
                      <a:pt x="217" y="503"/>
                      <a:pt x="215" y="502"/>
                    </a:cubicBezTo>
                    <a:cubicBezTo>
                      <a:pt x="213" y="501"/>
                      <a:pt x="211" y="499"/>
                      <a:pt x="207" y="500"/>
                    </a:cubicBezTo>
                    <a:cubicBezTo>
                      <a:pt x="207" y="500"/>
                      <a:pt x="204" y="501"/>
                      <a:pt x="204" y="500"/>
                    </a:cubicBezTo>
                    <a:cubicBezTo>
                      <a:pt x="204" y="498"/>
                      <a:pt x="209" y="498"/>
                      <a:pt x="210" y="498"/>
                    </a:cubicBezTo>
                    <a:cubicBezTo>
                      <a:pt x="212" y="497"/>
                      <a:pt x="214" y="499"/>
                      <a:pt x="216" y="500"/>
                    </a:cubicBezTo>
                    <a:cubicBezTo>
                      <a:pt x="218" y="502"/>
                      <a:pt x="220" y="502"/>
                      <a:pt x="222" y="502"/>
                    </a:cubicBezTo>
                    <a:cubicBezTo>
                      <a:pt x="223" y="502"/>
                      <a:pt x="224" y="502"/>
                      <a:pt x="225" y="501"/>
                    </a:cubicBezTo>
                    <a:cubicBezTo>
                      <a:pt x="226" y="500"/>
                      <a:pt x="225" y="498"/>
                      <a:pt x="225" y="497"/>
                    </a:cubicBezTo>
                    <a:cubicBezTo>
                      <a:pt x="224" y="495"/>
                      <a:pt x="224" y="492"/>
                      <a:pt x="226" y="490"/>
                    </a:cubicBezTo>
                    <a:cubicBezTo>
                      <a:pt x="227" y="488"/>
                      <a:pt x="230" y="488"/>
                      <a:pt x="230" y="485"/>
                    </a:cubicBezTo>
                    <a:cubicBezTo>
                      <a:pt x="229" y="482"/>
                      <a:pt x="231" y="482"/>
                      <a:pt x="233" y="481"/>
                    </a:cubicBezTo>
                    <a:cubicBezTo>
                      <a:pt x="235" y="479"/>
                      <a:pt x="236" y="476"/>
                      <a:pt x="234" y="474"/>
                    </a:cubicBezTo>
                    <a:cubicBezTo>
                      <a:pt x="234" y="473"/>
                      <a:pt x="233" y="472"/>
                      <a:pt x="232" y="471"/>
                    </a:cubicBezTo>
                    <a:cubicBezTo>
                      <a:pt x="231" y="470"/>
                      <a:pt x="231" y="468"/>
                      <a:pt x="232" y="466"/>
                    </a:cubicBezTo>
                    <a:cubicBezTo>
                      <a:pt x="232" y="465"/>
                      <a:pt x="233" y="465"/>
                      <a:pt x="234" y="464"/>
                    </a:cubicBezTo>
                    <a:cubicBezTo>
                      <a:pt x="235" y="463"/>
                      <a:pt x="236" y="461"/>
                      <a:pt x="236" y="460"/>
                    </a:cubicBezTo>
                    <a:cubicBezTo>
                      <a:pt x="237" y="456"/>
                      <a:pt x="234" y="452"/>
                      <a:pt x="230" y="452"/>
                    </a:cubicBezTo>
                    <a:cubicBezTo>
                      <a:pt x="225" y="452"/>
                      <a:pt x="223" y="455"/>
                      <a:pt x="221" y="458"/>
                    </a:cubicBezTo>
                    <a:cubicBezTo>
                      <a:pt x="221" y="459"/>
                      <a:pt x="220" y="460"/>
                      <a:pt x="219" y="460"/>
                    </a:cubicBezTo>
                    <a:cubicBezTo>
                      <a:pt x="217" y="459"/>
                      <a:pt x="218" y="457"/>
                      <a:pt x="217" y="456"/>
                    </a:cubicBezTo>
                    <a:cubicBezTo>
                      <a:pt x="217" y="454"/>
                      <a:pt x="214" y="454"/>
                      <a:pt x="213" y="452"/>
                    </a:cubicBezTo>
                    <a:cubicBezTo>
                      <a:pt x="211" y="450"/>
                      <a:pt x="213" y="446"/>
                      <a:pt x="215" y="445"/>
                    </a:cubicBezTo>
                    <a:cubicBezTo>
                      <a:pt x="219" y="443"/>
                      <a:pt x="220" y="446"/>
                      <a:pt x="222" y="448"/>
                    </a:cubicBezTo>
                    <a:cubicBezTo>
                      <a:pt x="223" y="449"/>
                      <a:pt x="224" y="449"/>
                      <a:pt x="225" y="448"/>
                    </a:cubicBezTo>
                    <a:cubicBezTo>
                      <a:pt x="227" y="448"/>
                      <a:pt x="228" y="447"/>
                      <a:pt x="230" y="448"/>
                    </a:cubicBezTo>
                    <a:cubicBezTo>
                      <a:pt x="233" y="448"/>
                      <a:pt x="237" y="449"/>
                      <a:pt x="239" y="445"/>
                    </a:cubicBezTo>
                    <a:cubicBezTo>
                      <a:pt x="240" y="443"/>
                      <a:pt x="239" y="440"/>
                      <a:pt x="239" y="437"/>
                    </a:cubicBezTo>
                    <a:cubicBezTo>
                      <a:pt x="239" y="436"/>
                      <a:pt x="239" y="435"/>
                      <a:pt x="240" y="434"/>
                    </a:cubicBezTo>
                    <a:cubicBezTo>
                      <a:pt x="241" y="433"/>
                      <a:pt x="243" y="432"/>
                      <a:pt x="244" y="431"/>
                    </a:cubicBezTo>
                    <a:cubicBezTo>
                      <a:pt x="247" y="426"/>
                      <a:pt x="246" y="420"/>
                      <a:pt x="249" y="416"/>
                    </a:cubicBezTo>
                    <a:cubicBezTo>
                      <a:pt x="250" y="415"/>
                      <a:pt x="251" y="414"/>
                      <a:pt x="251" y="414"/>
                    </a:cubicBezTo>
                    <a:cubicBezTo>
                      <a:pt x="253" y="413"/>
                      <a:pt x="255" y="413"/>
                      <a:pt x="256" y="410"/>
                    </a:cubicBezTo>
                    <a:cubicBezTo>
                      <a:pt x="256" y="410"/>
                      <a:pt x="256" y="409"/>
                      <a:pt x="256" y="408"/>
                    </a:cubicBezTo>
                    <a:cubicBezTo>
                      <a:pt x="257" y="407"/>
                      <a:pt x="258" y="407"/>
                      <a:pt x="259" y="406"/>
                    </a:cubicBezTo>
                    <a:cubicBezTo>
                      <a:pt x="259" y="406"/>
                      <a:pt x="260" y="406"/>
                      <a:pt x="260" y="405"/>
                    </a:cubicBezTo>
                    <a:cubicBezTo>
                      <a:pt x="260" y="404"/>
                      <a:pt x="261" y="402"/>
                      <a:pt x="261" y="401"/>
                    </a:cubicBezTo>
                    <a:cubicBezTo>
                      <a:pt x="260" y="400"/>
                      <a:pt x="259" y="400"/>
                      <a:pt x="258" y="400"/>
                    </a:cubicBezTo>
                    <a:cubicBezTo>
                      <a:pt x="256" y="399"/>
                      <a:pt x="256" y="398"/>
                      <a:pt x="256" y="397"/>
                    </a:cubicBezTo>
                    <a:cubicBezTo>
                      <a:pt x="255" y="395"/>
                      <a:pt x="255" y="393"/>
                      <a:pt x="258" y="393"/>
                    </a:cubicBezTo>
                    <a:cubicBezTo>
                      <a:pt x="260" y="393"/>
                      <a:pt x="261" y="395"/>
                      <a:pt x="263" y="396"/>
                    </a:cubicBezTo>
                    <a:cubicBezTo>
                      <a:pt x="265" y="396"/>
                      <a:pt x="267" y="394"/>
                      <a:pt x="268" y="393"/>
                    </a:cubicBezTo>
                    <a:cubicBezTo>
                      <a:pt x="269" y="390"/>
                      <a:pt x="267" y="388"/>
                      <a:pt x="264" y="387"/>
                    </a:cubicBezTo>
                    <a:cubicBezTo>
                      <a:pt x="263" y="387"/>
                      <a:pt x="262" y="387"/>
                      <a:pt x="260" y="387"/>
                    </a:cubicBezTo>
                    <a:cubicBezTo>
                      <a:pt x="259" y="386"/>
                      <a:pt x="258" y="387"/>
                      <a:pt x="257" y="386"/>
                    </a:cubicBezTo>
                    <a:cubicBezTo>
                      <a:pt x="256" y="386"/>
                      <a:pt x="256" y="384"/>
                      <a:pt x="256" y="383"/>
                    </a:cubicBezTo>
                    <a:cubicBezTo>
                      <a:pt x="256" y="381"/>
                      <a:pt x="256" y="379"/>
                      <a:pt x="256" y="378"/>
                    </a:cubicBezTo>
                    <a:cubicBezTo>
                      <a:pt x="256" y="375"/>
                      <a:pt x="255" y="371"/>
                      <a:pt x="253" y="368"/>
                    </a:cubicBezTo>
                    <a:cubicBezTo>
                      <a:pt x="252" y="367"/>
                      <a:pt x="250" y="368"/>
                      <a:pt x="248" y="368"/>
                    </a:cubicBezTo>
                    <a:cubicBezTo>
                      <a:pt x="246" y="369"/>
                      <a:pt x="245" y="371"/>
                      <a:pt x="243" y="369"/>
                    </a:cubicBezTo>
                    <a:cubicBezTo>
                      <a:pt x="242" y="368"/>
                      <a:pt x="241" y="366"/>
                      <a:pt x="241" y="364"/>
                    </a:cubicBezTo>
                    <a:cubicBezTo>
                      <a:pt x="241" y="363"/>
                      <a:pt x="242" y="362"/>
                      <a:pt x="241" y="360"/>
                    </a:cubicBezTo>
                    <a:cubicBezTo>
                      <a:pt x="241" y="356"/>
                      <a:pt x="234" y="356"/>
                      <a:pt x="231" y="358"/>
                    </a:cubicBezTo>
                    <a:cubicBezTo>
                      <a:pt x="228" y="359"/>
                      <a:pt x="228" y="363"/>
                      <a:pt x="228" y="365"/>
                    </a:cubicBezTo>
                    <a:cubicBezTo>
                      <a:pt x="228" y="368"/>
                      <a:pt x="230" y="372"/>
                      <a:pt x="228" y="374"/>
                    </a:cubicBezTo>
                    <a:cubicBezTo>
                      <a:pt x="227" y="376"/>
                      <a:pt x="223" y="378"/>
                      <a:pt x="221" y="376"/>
                    </a:cubicBezTo>
                    <a:cubicBezTo>
                      <a:pt x="219" y="374"/>
                      <a:pt x="221" y="371"/>
                      <a:pt x="222" y="368"/>
                    </a:cubicBezTo>
                    <a:cubicBezTo>
                      <a:pt x="223" y="365"/>
                      <a:pt x="223" y="362"/>
                      <a:pt x="221" y="359"/>
                    </a:cubicBezTo>
                    <a:cubicBezTo>
                      <a:pt x="220" y="358"/>
                      <a:pt x="219" y="356"/>
                      <a:pt x="217" y="355"/>
                    </a:cubicBezTo>
                    <a:cubicBezTo>
                      <a:pt x="216" y="355"/>
                      <a:pt x="215" y="355"/>
                      <a:pt x="214" y="354"/>
                    </a:cubicBezTo>
                    <a:cubicBezTo>
                      <a:pt x="212" y="353"/>
                      <a:pt x="211" y="352"/>
                      <a:pt x="210" y="351"/>
                    </a:cubicBezTo>
                    <a:cubicBezTo>
                      <a:pt x="208" y="350"/>
                      <a:pt x="207" y="351"/>
                      <a:pt x="205" y="352"/>
                    </a:cubicBezTo>
                    <a:cubicBezTo>
                      <a:pt x="204" y="353"/>
                      <a:pt x="203" y="354"/>
                      <a:pt x="202" y="355"/>
                    </a:cubicBezTo>
                    <a:cubicBezTo>
                      <a:pt x="201" y="356"/>
                      <a:pt x="201" y="357"/>
                      <a:pt x="200" y="358"/>
                    </a:cubicBezTo>
                    <a:cubicBezTo>
                      <a:pt x="199" y="360"/>
                      <a:pt x="198" y="360"/>
                      <a:pt x="196" y="360"/>
                    </a:cubicBezTo>
                    <a:cubicBezTo>
                      <a:pt x="195" y="360"/>
                      <a:pt x="193" y="361"/>
                      <a:pt x="192" y="361"/>
                    </a:cubicBezTo>
                    <a:cubicBezTo>
                      <a:pt x="189" y="360"/>
                      <a:pt x="186" y="360"/>
                      <a:pt x="184" y="360"/>
                    </a:cubicBezTo>
                    <a:cubicBezTo>
                      <a:pt x="182" y="360"/>
                      <a:pt x="180" y="362"/>
                      <a:pt x="178" y="363"/>
                    </a:cubicBezTo>
                    <a:cubicBezTo>
                      <a:pt x="178" y="363"/>
                      <a:pt x="177" y="364"/>
                      <a:pt x="176" y="364"/>
                    </a:cubicBezTo>
                    <a:cubicBezTo>
                      <a:pt x="175" y="365"/>
                      <a:pt x="174" y="365"/>
                      <a:pt x="173" y="366"/>
                    </a:cubicBezTo>
                    <a:cubicBezTo>
                      <a:pt x="172" y="366"/>
                      <a:pt x="170" y="366"/>
                      <a:pt x="169" y="366"/>
                    </a:cubicBezTo>
                    <a:cubicBezTo>
                      <a:pt x="167" y="366"/>
                      <a:pt x="167" y="367"/>
                      <a:pt x="165" y="368"/>
                    </a:cubicBezTo>
                    <a:cubicBezTo>
                      <a:pt x="163" y="369"/>
                      <a:pt x="161" y="368"/>
                      <a:pt x="159" y="369"/>
                    </a:cubicBezTo>
                    <a:cubicBezTo>
                      <a:pt x="158" y="370"/>
                      <a:pt x="158" y="370"/>
                      <a:pt x="157" y="371"/>
                    </a:cubicBezTo>
                    <a:cubicBezTo>
                      <a:pt x="156" y="372"/>
                      <a:pt x="155" y="372"/>
                      <a:pt x="154" y="373"/>
                    </a:cubicBezTo>
                    <a:cubicBezTo>
                      <a:pt x="151" y="374"/>
                      <a:pt x="148" y="375"/>
                      <a:pt x="145" y="375"/>
                    </a:cubicBezTo>
                    <a:cubicBezTo>
                      <a:pt x="144" y="375"/>
                      <a:pt x="143" y="375"/>
                      <a:pt x="142" y="375"/>
                    </a:cubicBezTo>
                    <a:cubicBezTo>
                      <a:pt x="141" y="376"/>
                      <a:pt x="139" y="376"/>
                      <a:pt x="138" y="377"/>
                    </a:cubicBezTo>
                    <a:cubicBezTo>
                      <a:pt x="137" y="377"/>
                      <a:pt x="136" y="377"/>
                      <a:pt x="136" y="378"/>
                    </a:cubicBezTo>
                    <a:cubicBezTo>
                      <a:pt x="135" y="378"/>
                      <a:pt x="134" y="379"/>
                      <a:pt x="134" y="379"/>
                    </a:cubicBezTo>
                    <a:cubicBezTo>
                      <a:pt x="133" y="380"/>
                      <a:pt x="132" y="382"/>
                      <a:pt x="132" y="382"/>
                    </a:cubicBezTo>
                    <a:cubicBezTo>
                      <a:pt x="131" y="383"/>
                      <a:pt x="130" y="383"/>
                      <a:pt x="129" y="384"/>
                    </a:cubicBezTo>
                    <a:cubicBezTo>
                      <a:pt x="127" y="386"/>
                      <a:pt x="125" y="388"/>
                      <a:pt x="123" y="389"/>
                    </a:cubicBezTo>
                    <a:cubicBezTo>
                      <a:pt x="121" y="391"/>
                      <a:pt x="120" y="394"/>
                      <a:pt x="118" y="396"/>
                    </a:cubicBezTo>
                    <a:cubicBezTo>
                      <a:pt x="116" y="397"/>
                      <a:pt x="115" y="399"/>
                      <a:pt x="113" y="400"/>
                    </a:cubicBezTo>
                    <a:cubicBezTo>
                      <a:pt x="111" y="402"/>
                      <a:pt x="109" y="401"/>
                      <a:pt x="106" y="402"/>
                    </a:cubicBezTo>
                    <a:cubicBezTo>
                      <a:pt x="104" y="402"/>
                      <a:pt x="102" y="403"/>
                      <a:pt x="101" y="404"/>
                    </a:cubicBezTo>
                    <a:cubicBezTo>
                      <a:pt x="99" y="404"/>
                      <a:pt x="98" y="405"/>
                      <a:pt x="97" y="406"/>
                    </a:cubicBezTo>
                    <a:cubicBezTo>
                      <a:pt x="96" y="408"/>
                      <a:pt x="96" y="411"/>
                      <a:pt x="95" y="413"/>
                    </a:cubicBezTo>
                    <a:cubicBezTo>
                      <a:pt x="94" y="415"/>
                      <a:pt x="92" y="415"/>
                      <a:pt x="90" y="415"/>
                    </a:cubicBezTo>
                    <a:cubicBezTo>
                      <a:pt x="88" y="415"/>
                      <a:pt x="86" y="415"/>
                      <a:pt x="84" y="416"/>
                    </a:cubicBezTo>
                    <a:cubicBezTo>
                      <a:pt x="83" y="417"/>
                      <a:pt x="81" y="418"/>
                      <a:pt x="80" y="418"/>
                    </a:cubicBezTo>
                    <a:cubicBezTo>
                      <a:pt x="78" y="418"/>
                      <a:pt x="77" y="418"/>
                      <a:pt x="76" y="419"/>
                    </a:cubicBezTo>
                    <a:cubicBezTo>
                      <a:pt x="73" y="420"/>
                      <a:pt x="70" y="419"/>
                      <a:pt x="67" y="421"/>
                    </a:cubicBezTo>
                    <a:cubicBezTo>
                      <a:pt x="66" y="422"/>
                      <a:pt x="66" y="423"/>
                      <a:pt x="65" y="424"/>
                    </a:cubicBezTo>
                    <a:cubicBezTo>
                      <a:pt x="64" y="425"/>
                      <a:pt x="63" y="425"/>
                      <a:pt x="62" y="426"/>
                    </a:cubicBezTo>
                    <a:cubicBezTo>
                      <a:pt x="61" y="427"/>
                      <a:pt x="60" y="429"/>
                      <a:pt x="59" y="430"/>
                    </a:cubicBezTo>
                    <a:cubicBezTo>
                      <a:pt x="57" y="431"/>
                      <a:pt x="54" y="432"/>
                      <a:pt x="51" y="432"/>
                    </a:cubicBezTo>
                    <a:cubicBezTo>
                      <a:pt x="49" y="432"/>
                      <a:pt x="48" y="432"/>
                      <a:pt x="46" y="434"/>
                    </a:cubicBezTo>
                    <a:cubicBezTo>
                      <a:pt x="45" y="435"/>
                      <a:pt x="43" y="436"/>
                      <a:pt x="42" y="437"/>
                    </a:cubicBezTo>
                    <a:cubicBezTo>
                      <a:pt x="40" y="440"/>
                      <a:pt x="36" y="443"/>
                      <a:pt x="33" y="446"/>
                    </a:cubicBezTo>
                    <a:cubicBezTo>
                      <a:pt x="30" y="450"/>
                      <a:pt x="26" y="451"/>
                      <a:pt x="21" y="452"/>
                    </a:cubicBezTo>
                    <a:cubicBezTo>
                      <a:pt x="67" y="519"/>
                      <a:pt x="67" y="519"/>
                      <a:pt x="67" y="519"/>
                    </a:cubicBezTo>
                    <a:cubicBezTo>
                      <a:pt x="141" y="548"/>
                      <a:pt x="141" y="548"/>
                      <a:pt x="141" y="548"/>
                    </a:cubicBezTo>
                    <a:cubicBezTo>
                      <a:pt x="224" y="636"/>
                      <a:pt x="224" y="636"/>
                      <a:pt x="224" y="636"/>
                    </a:cubicBezTo>
                    <a:cubicBezTo>
                      <a:pt x="162" y="852"/>
                      <a:pt x="162" y="852"/>
                      <a:pt x="162" y="852"/>
                    </a:cubicBezTo>
                    <a:cubicBezTo>
                      <a:pt x="210" y="898"/>
                      <a:pt x="210" y="898"/>
                      <a:pt x="210" y="898"/>
                    </a:cubicBezTo>
                    <a:cubicBezTo>
                      <a:pt x="244" y="934"/>
                      <a:pt x="244" y="934"/>
                      <a:pt x="244" y="934"/>
                    </a:cubicBezTo>
                    <a:cubicBezTo>
                      <a:pt x="266" y="971"/>
                      <a:pt x="266" y="971"/>
                      <a:pt x="266" y="971"/>
                    </a:cubicBezTo>
                    <a:cubicBezTo>
                      <a:pt x="297" y="1025"/>
                      <a:pt x="297" y="1025"/>
                      <a:pt x="297" y="1025"/>
                    </a:cubicBezTo>
                    <a:cubicBezTo>
                      <a:pt x="348" y="1113"/>
                      <a:pt x="348" y="1113"/>
                      <a:pt x="348" y="1113"/>
                    </a:cubicBezTo>
                    <a:cubicBezTo>
                      <a:pt x="321" y="1155"/>
                      <a:pt x="321" y="1155"/>
                      <a:pt x="321" y="1155"/>
                    </a:cubicBezTo>
                    <a:cubicBezTo>
                      <a:pt x="334" y="1241"/>
                      <a:pt x="334" y="1241"/>
                      <a:pt x="334" y="1241"/>
                    </a:cubicBezTo>
                    <a:cubicBezTo>
                      <a:pt x="360" y="1251"/>
                      <a:pt x="360" y="1251"/>
                      <a:pt x="360" y="1251"/>
                    </a:cubicBezTo>
                    <a:cubicBezTo>
                      <a:pt x="340" y="1304"/>
                      <a:pt x="340" y="1304"/>
                      <a:pt x="340" y="1304"/>
                    </a:cubicBezTo>
                    <a:cubicBezTo>
                      <a:pt x="363" y="1365"/>
                      <a:pt x="363" y="1365"/>
                      <a:pt x="363" y="1365"/>
                    </a:cubicBezTo>
                    <a:cubicBezTo>
                      <a:pt x="401" y="1347"/>
                      <a:pt x="401" y="1347"/>
                      <a:pt x="401" y="1347"/>
                    </a:cubicBezTo>
                    <a:lnTo>
                      <a:pt x="435" y="1378"/>
                    </a:lnTo>
                    <a:close/>
                    <a:moveTo>
                      <a:pt x="962" y="1629"/>
                    </a:moveTo>
                    <a:cubicBezTo>
                      <a:pt x="967" y="1628"/>
                      <a:pt x="971" y="1629"/>
                      <a:pt x="977" y="1631"/>
                    </a:cubicBezTo>
                    <a:cubicBezTo>
                      <a:pt x="978" y="1632"/>
                      <a:pt x="982" y="1633"/>
                      <a:pt x="984" y="1631"/>
                    </a:cubicBezTo>
                    <a:cubicBezTo>
                      <a:pt x="986" y="1629"/>
                      <a:pt x="982" y="1626"/>
                      <a:pt x="981" y="1624"/>
                    </a:cubicBezTo>
                    <a:cubicBezTo>
                      <a:pt x="977" y="1621"/>
                      <a:pt x="971" y="1616"/>
                      <a:pt x="975" y="1610"/>
                    </a:cubicBezTo>
                    <a:cubicBezTo>
                      <a:pt x="978" y="1606"/>
                      <a:pt x="986" y="1609"/>
                      <a:pt x="988" y="1613"/>
                    </a:cubicBezTo>
                    <a:cubicBezTo>
                      <a:pt x="990" y="1615"/>
                      <a:pt x="991" y="1617"/>
                      <a:pt x="992" y="1619"/>
                    </a:cubicBezTo>
                    <a:cubicBezTo>
                      <a:pt x="994" y="1621"/>
                      <a:pt x="997" y="1625"/>
                      <a:pt x="1001" y="1625"/>
                    </a:cubicBezTo>
                    <a:cubicBezTo>
                      <a:pt x="1003" y="1625"/>
                      <a:pt x="1003" y="1622"/>
                      <a:pt x="1004" y="1620"/>
                    </a:cubicBezTo>
                    <a:cubicBezTo>
                      <a:pt x="1005" y="1617"/>
                      <a:pt x="1006" y="1616"/>
                      <a:pt x="1009" y="1614"/>
                    </a:cubicBezTo>
                    <a:cubicBezTo>
                      <a:pt x="1009" y="1620"/>
                      <a:pt x="1008" y="1625"/>
                      <a:pt x="1009" y="1631"/>
                    </a:cubicBezTo>
                    <a:cubicBezTo>
                      <a:pt x="1010" y="1634"/>
                      <a:pt x="1013" y="1641"/>
                      <a:pt x="1017" y="1641"/>
                    </a:cubicBezTo>
                    <a:cubicBezTo>
                      <a:pt x="1021" y="1640"/>
                      <a:pt x="1023" y="1636"/>
                      <a:pt x="1023" y="1633"/>
                    </a:cubicBezTo>
                    <a:cubicBezTo>
                      <a:pt x="1024" y="1628"/>
                      <a:pt x="1023" y="1624"/>
                      <a:pt x="1026" y="1620"/>
                    </a:cubicBezTo>
                    <a:cubicBezTo>
                      <a:pt x="1028" y="1616"/>
                      <a:pt x="1032" y="1616"/>
                      <a:pt x="1035" y="1616"/>
                    </a:cubicBezTo>
                    <a:cubicBezTo>
                      <a:pt x="1036" y="1620"/>
                      <a:pt x="1036" y="1623"/>
                      <a:pt x="1037" y="1626"/>
                    </a:cubicBezTo>
                    <a:cubicBezTo>
                      <a:pt x="1037" y="1629"/>
                      <a:pt x="1040" y="1636"/>
                      <a:pt x="1043" y="1633"/>
                    </a:cubicBezTo>
                    <a:cubicBezTo>
                      <a:pt x="1046" y="1631"/>
                      <a:pt x="1045" y="1626"/>
                      <a:pt x="1045" y="1623"/>
                    </a:cubicBezTo>
                    <a:cubicBezTo>
                      <a:pt x="1046" y="1619"/>
                      <a:pt x="1049" y="1615"/>
                      <a:pt x="1053" y="1616"/>
                    </a:cubicBezTo>
                    <a:cubicBezTo>
                      <a:pt x="1052" y="1619"/>
                      <a:pt x="1052" y="1621"/>
                      <a:pt x="1052" y="1624"/>
                    </a:cubicBezTo>
                    <a:cubicBezTo>
                      <a:pt x="1051" y="1633"/>
                      <a:pt x="1049" y="1645"/>
                      <a:pt x="1054" y="1653"/>
                    </a:cubicBezTo>
                    <a:cubicBezTo>
                      <a:pt x="1056" y="1657"/>
                      <a:pt x="1059" y="1661"/>
                      <a:pt x="1062" y="1664"/>
                    </a:cubicBezTo>
                    <a:cubicBezTo>
                      <a:pt x="1066" y="1669"/>
                      <a:pt x="1072" y="1670"/>
                      <a:pt x="1078" y="1672"/>
                    </a:cubicBezTo>
                    <a:cubicBezTo>
                      <a:pt x="1083" y="1674"/>
                      <a:pt x="1090" y="1678"/>
                      <a:pt x="1089" y="1685"/>
                    </a:cubicBezTo>
                    <a:cubicBezTo>
                      <a:pt x="1089" y="1691"/>
                      <a:pt x="1083" y="1689"/>
                      <a:pt x="1079" y="1687"/>
                    </a:cubicBezTo>
                    <a:cubicBezTo>
                      <a:pt x="1074" y="1684"/>
                      <a:pt x="1071" y="1686"/>
                      <a:pt x="1068" y="1690"/>
                    </a:cubicBezTo>
                    <a:cubicBezTo>
                      <a:pt x="1066" y="1692"/>
                      <a:pt x="1065" y="1695"/>
                      <a:pt x="1063" y="1694"/>
                    </a:cubicBezTo>
                    <a:cubicBezTo>
                      <a:pt x="1061" y="1694"/>
                      <a:pt x="1060" y="1691"/>
                      <a:pt x="1059" y="1690"/>
                    </a:cubicBezTo>
                    <a:cubicBezTo>
                      <a:pt x="1058" y="1688"/>
                      <a:pt x="1055" y="1678"/>
                      <a:pt x="1052" y="1683"/>
                    </a:cubicBezTo>
                    <a:cubicBezTo>
                      <a:pt x="1049" y="1688"/>
                      <a:pt x="1048" y="1694"/>
                      <a:pt x="1044" y="1698"/>
                    </a:cubicBezTo>
                    <a:cubicBezTo>
                      <a:pt x="1040" y="1702"/>
                      <a:pt x="1032" y="1701"/>
                      <a:pt x="1027" y="1700"/>
                    </a:cubicBezTo>
                    <a:cubicBezTo>
                      <a:pt x="1024" y="1700"/>
                      <a:pt x="1021" y="1699"/>
                      <a:pt x="1018" y="1698"/>
                    </a:cubicBezTo>
                    <a:cubicBezTo>
                      <a:pt x="1016" y="1697"/>
                      <a:pt x="1014" y="1696"/>
                      <a:pt x="1011" y="1696"/>
                    </a:cubicBezTo>
                    <a:cubicBezTo>
                      <a:pt x="1007" y="1697"/>
                      <a:pt x="1003" y="1702"/>
                      <a:pt x="999" y="1704"/>
                    </a:cubicBezTo>
                    <a:cubicBezTo>
                      <a:pt x="994" y="1707"/>
                      <a:pt x="990" y="1704"/>
                      <a:pt x="990" y="1698"/>
                    </a:cubicBezTo>
                    <a:cubicBezTo>
                      <a:pt x="989" y="1693"/>
                      <a:pt x="991" y="1686"/>
                      <a:pt x="988" y="1681"/>
                    </a:cubicBezTo>
                    <a:cubicBezTo>
                      <a:pt x="986" y="1677"/>
                      <a:pt x="982" y="1675"/>
                      <a:pt x="977" y="1674"/>
                    </a:cubicBezTo>
                    <a:cubicBezTo>
                      <a:pt x="972" y="1673"/>
                      <a:pt x="967" y="1672"/>
                      <a:pt x="964" y="1668"/>
                    </a:cubicBezTo>
                    <a:cubicBezTo>
                      <a:pt x="962" y="1665"/>
                      <a:pt x="959" y="1656"/>
                      <a:pt x="963" y="1654"/>
                    </a:cubicBezTo>
                    <a:cubicBezTo>
                      <a:pt x="967" y="1652"/>
                      <a:pt x="970" y="1661"/>
                      <a:pt x="970" y="1663"/>
                    </a:cubicBezTo>
                    <a:cubicBezTo>
                      <a:pt x="971" y="1665"/>
                      <a:pt x="972" y="1668"/>
                      <a:pt x="973" y="1669"/>
                    </a:cubicBezTo>
                    <a:cubicBezTo>
                      <a:pt x="975" y="1671"/>
                      <a:pt x="977" y="1672"/>
                      <a:pt x="979" y="1673"/>
                    </a:cubicBezTo>
                    <a:cubicBezTo>
                      <a:pt x="980" y="1673"/>
                      <a:pt x="981" y="1673"/>
                      <a:pt x="982" y="1674"/>
                    </a:cubicBezTo>
                    <a:cubicBezTo>
                      <a:pt x="986" y="1675"/>
                      <a:pt x="992" y="1674"/>
                      <a:pt x="996" y="1672"/>
                    </a:cubicBezTo>
                    <a:cubicBezTo>
                      <a:pt x="997" y="1667"/>
                      <a:pt x="992" y="1662"/>
                      <a:pt x="989" y="1657"/>
                    </a:cubicBezTo>
                    <a:cubicBezTo>
                      <a:pt x="985" y="1652"/>
                      <a:pt x="978" y="1650"/>
                      <a:pt x="972" y="1648"/>
                    </a:cubicBezTo>
                    <a:cubicBezTo>
                      <a:pt x="967" y="1646"/>
                      <a:pt x="960" y="1646"/>
                      <a:pt x="957" y="1641"/>
                    </a:cubicBezTo>
                    <a:cubicBezTo>
                      <a:pt x="954" y="1636"/>
                      <a:pt x="956" y="1630"/>
                      <a:pt x="962" y="1629"/>
                    </a:cubicBezTo>
                    <a:close/>
                    <a:moveTo>
                      <a:pt x="689" y="1036"/>
                    </a:moveTo>
                    <a:cubicBezTo>
                      <a:pt x="691" y="1037"/>
                      <a:pt x="694" y="1038"/>
                      <a:pt x="696" y="1036"/>
                    </a:cubicBezTo>
                    <a:cubicBezTo>
                      <a:pt x="697" y="1034"/>
                      <a:pt x="698" y="1031"/>
                      <a:pt x="700" y="1029"/>
                    </a:cubicBezTo>
                    <a:cubicBezTo>
                      <a:pt x="702" y="1026"/>
                      <a:pt x="705" y="1024"/>
                      <a:pt x="707" y="1020"/>
                    </a:cubicBezTo>
                    <a:cubicBezTo>
                      <a:pt x="708" y="1016"/>
                      <a:pt x="710" y="1010"/>
                      <a:pt x="714" y="1008"/>
                    </a:cubicBezTo>
                    <a:cubicBezTo>
                      <a:pt x="719" y="1006"/>
                      <a:pt x="725" y="1008"/>
                      <a:pt x="730" y="1008"/>
                    </a:cubicBezTo>
                    <a:cubicBezTo>
                      <a:pt x="734" y="1008"/>
                      <a:pt x="738" y="1006"/>
                      <a:pt x="742" y="1003"/>
                    </a:cubicBezTo>
                    <a:cubicBezTo>
                      <a:pt x="745" y="1001"/>
                      <a:pt x="748" y="1001"/>
                      <a:pt x="751" y="1000"/>
                    </a:cubicBezTo>
                    <a:cubicBezTo>
                      <a:pt x="754" y="1000"/>
                      <a:pt x="757" y="1000"/>
                      <a:pt x="758" y="997"/>
                    </a:cubicBezTo>
                    <a:cubicBezTo>
                      <a:pt x="759" y="994"/>
                      <a:pt x="757" y="992"/>
                      <a:pt x="757" y="990"/>
                    </a:cubicBezTo>
                    <a:cubicBezTo>
                      <a:pt x="756" y="987"/>
                      <a:pt x="761" y="989"/>
                      <a:pt x="762" y="989"/>
                    </a:cubicBezTo>
                    <a:cubicBezTo>
                      <a:pt x="765" y="991"/>
                      <a:pt x="770" y="993"/>
                      <a:pt x="771" y="997"/>
                    </a:cubicBezTo>
                    <a:cubicBezTo>
                      <a:pt x="772" y="1000"/>
                      <a:pt x="767" y="1001"/>
                      <a:pt x="765" y="1001"/>
                    </a:cubicBezTo>
                    <a:cubicBezTo>
                      <a:pt x="762" y="1001"/>
                      <a:pt x="758" y="1001"/>
                      <a:pt x="755" y="1003"/>
                    </a:cubicBezTo>
                    <a:cubicBezTo>
                      <a:pt x="752" y="1004"/>
                      <a:pt x="751" y="1006"/>
                      <a:pt x="749" y="1008"/>
                    </a:cubicBezTo>
                    <a:cubicBezTo>
                      <a:pt x="745" y="1012"/>
                      <a:pt x="741" y="1015"/>
                      <a:pt x="738" y="1019"/>
                    </a:cubicBezTo>
                    <a:cubicBezTo>
                      <a:pt x="736" y="1021"/>
                      <a:pt x="734" y="1023"/>
                      <a:pt x="731" y="1025"/>
                    </a:cubicBezTo>
                    <a:cubicBezTo>
                      <a:pt x="729" y="1026"/>
                      <a:pt x="726" y="1026"/>
                      <a:pt x="723" y="1028"/>
                    </a:cubicBezTo>
                    <a:cubicBezTo>
                      <a:pt x="723" y="1028"/>
                      <a:pt x="722" y="1029"/>
                      <a:pt x="721" y="1030"/>
                    </a:cubicBezTo>
                    <a:cubicBezTo>
                      <a:pt x="720" y="1030"/>
                      <a:pt x="719" y="1032"/>
                      <a:pt x="718" y="1032"/>
                    </a:cubicBezTo>
                    <a:cubicBezTo>
                      <a:pt x="716" y="1032"/>
                      <a:pt x="715" y="1032"/>
                      <a:pt x="713" y="1032"/>
                    </a:cubicBezTo>
                    <a:cubicBezTo>
                      <a:pt x="711" y="1032"/>
                      <a:pt x="709" y="1034"/>
                      <a:pt x="707" y="1035"/>
                    </a:cubicBezTo>
                    <a:cubicBezTo>
                      <a:pt x="707" y="1036"/>
                      <a:pt x="706" y="1037"/>
                      <a:pt x="706" y="1038"/>
                    </a:cubicBezTo>
                    <a:cubicBezTo>
                      <a:pt x="706" y="1039"/>
                      <a:pt x="706" y="1039"/>
                      <a:pt x="706" y="1040"/>
                    </a:cubicBezTo>
                    <a:cubicBezTo>
                      <a:pt x="706" y="1042"/>
                      <a:pt x="705" y="1043"/>
                      <a:pt x="704" y="1044"/>
                    </a:cubicBezTo>
                    <a:cubicBezTo>
                      <a:pt x="704" y="1045"/>
                      <a:pt x="703" y="1046"/>
                      <a:pt x="702" y="1045"/>
                    </a:cubicBezTo>
                    <a:cubicBezTo>
                      <a:pt x="701" y="1044"/>
                      <a:pt x="701" y="1042"/>
                      <a:pt x="699" y="1042"/>
                    </a:cubicBezTo>
                    <a:cubicBezTo>
                      <a:pt x="696" y="1042"/>
                      <a:pt x="696" y="1044"/>
                      <a:pt x="695" y="1046"/>
                    </a:cubicBezTo>
                    <a:cubicBezTo>
                      <a:pt x="694" y="1049"/>
                      <a:pt x="691" y="1048"/>
                      <a:pt x="689" y="1047"/>
                    </a:cubicBezTo>
                    <a:cubicBezTo>
                      <a:pt x="691" y="1045"/>
                      <a:pt x="691" y="1042"/>
                      <a:pt x="690" y="1040"/>
                    </a:cubicBezTo>
                    <a:cubicBezTo>
                      <a:pt x="689" y="1039"/>
                      <a:pt x="687" y="1036"/>
                      <a:pt x="689" y="1036"/>
                    </a:cubicBezTo>
                    <a:close/>
                    <a:moveTo>
                      <a:pt x="598" y="951"/>
                    </a:moveTo>
                    <a:cubicBezTo>
                      <a:pt x="599" y="949"/>
                      <a:pt x="603" y="949"/>
                      <a:pt x="605" y="948"/>
                    </a:cubicBezTo>
                    <a:cubicBezTo>
                      <a:pt x="607" y="947"/>
                      <a:pt x="608" y="947"/>
                      <a:pt x="610" y="946"/>
                    </a:cubicBezTo>
                    <a:cubicBezTo>
                      <a:pt x="611" y="945"/>
                      <a:pt x="612" y="944"/>
                      <a:pt x="613" y="944"/>
                    </a:cubicBezTo>
                    <a:cubicBezTo>
                      <a:pt x="616" y="943"/>
                      <a:pt x="615" y="946"/>
                      <a:pt x="615" y="947"/>
                    </a:cubicBezTo>
                    <a:cubicBezTo>
                      <a:pt x="614" y="950"/>
                      <a:pt x="615" y="952"/>
                      <a:pt x="617" y="955"/>
                    </a:cubicBezTo>
                    <a:cubicBezTo>
                      <a:pt x="618" y="958"/>
                      <a:pt x="619" y="960"/>
                      <a:pt x="620" y="964"/>
                    </a:cubicBezTo>
                    <a:cubicBezTo>
                      <a:pt x="621" y="967"/>
                      <a:pt x="622" y="968"/>
                      <a:pt x="626" y="967"/>
                    </a:cubicBezTo>
                    <a:cubicBezTo>
                      <a:pt x="629" y="966"/>
                      <a:pt x="631" y="964"/>
                      <a:pt x="634" y="962"/>
                    </a:cubicBezTo>
                    <a:cubicBezTo>
                      <a:pt x="636" y="961"/>
                      <a:pt x="637" y="961"/>
                      <a:pt x="638" y="962"/>
                    </a:cubicBezTo>
                    <a:cubicBezTo>
                      <a:pt x="640" y="963"/>
                      <a:pt x="643" y="964"/>
                      <a:pt x="641" y="966"/>
                    </a:cubicBezTo>
                    <a:cubicBezTo>
                      <a:pt x="639" y="968"/>
                      <a:pt x="635" y="967"/>
                      <a:pt x="633" y="969"/>
                    </a:cubicBezTo>
                    <a:cubicBezTo>
                      <a:pt x="630" y="971"/>
                      <a:pt x="632" y="976"/>
                      <a:pt x="633" y="978"/>
                    </a:cubicBezTo>
                    <a:cubicBezTo>
                      <a:pt x="634" y="982"/>
                      <a:pt x="636" y="983"/>
                      <a:pt x="639" y="981"/>
                    </a:cubicBezTo>
                    <a:cubicBezTo>
                      <a:pt x="640" y="981"/>
                      <a:pt x="645" y="977"/>
                      <a:pt x="646" y="979"/>
                    </a:cubicBezTo>
                    <a:cubicBezTo>
                      <a:pt x="646" y="980"/>
                      <a:pt x="645" y="983"/>
                      <a:pt x="645" y="984"/>
                    </a:cubicBezTo>
                    <a:cubicBezTo>
                      <a:pt x="645" y="986"/>
                      <a:pt x="645" y="988"/>
                      <a:pt x="645" y="989"/>
                    </a:cubicBezTo>
                    <a:cubicBezTo>
                      <a:pt x="647" y="992"/>
                      <a:pt x="651" y="990"/>
                      <a:pt x="653" y="989"/>
                    </a:cubicBezTo>
                    <a:cubicBezTo>
                      <a:pt x="655" y="988"/>
                      <a:pt x="656" y="986"/>
                      <a:pt x="657" y="987"/>
                    </a:cubicBezTo>
                    <a:cubicBezTo>
                      <a:pt x="659" y="988"/>
                      <a:pt x="661" y="991"/>
                      <a:pt x="662" y="993"/>
                    </a:cubicBezTo>
                    <a:cubicBezTo>
                      <a:pt x="662" y="994"/>
                      <a:pt x="662" y="995"/>
                      <a:pt x="661" y="996"/>
                    </a:cubicBezTo>
                    <a:cubicBezTo>
                      <a:pt x="661" y="997"/>
                      <a:pt x="660" y="998"/>
                      <a:pt x="660" y="999"/>
                    </a:cubicBezTo>
                    <a:cubicBezTo>
                      <a:pt x="660" y="1000"/>
                      <a:pt x="665" y="1000"/>
                      <a:pt x="667" y="1000"/>
                    </a:cubicBezTo>
                    <a:cubicBezTo>
                      <a:pt x="670" y="1001"/>
                      <a:pt x="666" y="1004"/>
                      <a:pt x="665" y="1005"/>
                    </a:cubicBezTo>
                    <a:cubicBezTo>
                      <a:pt x="663" y="1008"/>
                      <a:pt x="664" y="1009"/>
                      <a:pt x="666" y="1011"/>
                    </a:cubicBezTo>
                    <a:cubicBezTo>
                      <a:pt x="668" y="1014"/>
                      <a:pt x="668" y="1017"/>
                      <a:pt x="667" y="1020"/>
                    </a:cubicBezTo>
                    <a:cubicBezTo>
                      <a:pt x="667" y="1020"/>
                      <a:pt x="665" y="1019"/>
                      <a:pt x="664" y="1020"/>
                    </a:cubicBezTo>
                    <a:cubicBezTo>
                      <a:pt x="663" y="1021"/>
                      <a:pt x="664" y="1022"/>
                      <a:pt x="665" y="1022"/>
                    </a:cubicBezTo>
                    <a:cubicBezTo>
                      <a:pt x="666" y="1023"/>
                      <a:pt x="667" y="1023"/>
                      <a:pt x="668" y="1023"/>
                    </a:cubicBezTo>
                    <a:cubicBezTo>
                      <a:pt x="669" y="1023"/>
                      <a:pt x="670" y="1024"/>
                      <a:pt x="670" y="1025"/>
                    </a:cubicBezTo>
                    <a:cubicBezTo>
                      <a:pt x="669" y="1027"/>
                      <a:pt x="666" y="1026"/>
                      <a:pt x="664" y="1027"/>
                    </a:cubicBezTo>
                    <a:cubicBezTo>
                      <a:pt x="664" y="1028"/>
                      <a:pt x="663" y="1028"/>
                      <a:pt x="662" y="1028"/>
                    </a:cubicBezTo>
                    <a:cubicBezTo>
                      <a:pt x="662" y="1029"/>
                      <a:pt x="661" y="1028"/>
                      <a:pt x="661" y="1029"/>
                    </a:cubicBezTo>
                    <a:cubicBezTo>
                      <a:pt x="660" y="1029"/>
                      <a:pt x="660" y="1030"/>
                      <a:pt x="659" y="1030"/>
                    </a:cubicBezTo>
                    <a:cubicBezTo>
                      <a:pt x="659" y="1030"/>
                      <a:pt x="658" y="1030"/>
                      <a:pt x="658" y="1031"/>
                    </a:cubicBezTo>
                    <a:cubicBezTo>
                      <a:pt x="657" y="1031"/>
                      <a:pt x="656" y="1033"/>
                      <a:pt x="655" y="1034"/>
                    </a:cubicBezTo>
                    <a:cubicBezTo>
                      <a:pt x="655" y="1034"/>
                      <a:pt x="654" y="1035"/>
                      <a:pt x="654" y="1036"/>
                    </a:cubicBezTo>
                    <a:cubicBezTo>
                      <a:pt x="653" y="1037"/>
                      <a:pt x="653" y="1037"/>
                      <a:pt x="653" y="1039"/>
                    </a:cubicBezTo>
                    <a:cubicBezTo>
                      <a:pt x="653" y="1039"/>
                      <a:pt x="653" y="1040"/>
                      <a:pt x="653" y="1041"/>
                    </a:cubicBezTo>
                    <a:cubicBezTo>
                      <a:pt x="652" y="1043"/>
                      <a:pt x="650" y="1046"/>
                      <a:pt x="647" y="1046"/>
                    </a:cubicBezTo>
                    <a:cubicBezTo>
                      <a:pt x="646" y="1045"/>
                      <a:pt x="645" y="1044"/>
                      <a:pt x="644" y="1044"/>
                    </a:cubicBezTo>
                    <a:cubicBezTo>
                      <a:pt x="642" y="1044"/>
                      <a:pt x="642" y="1045"/>
                      <a:pt x="640" y="1046"/>
                    </a:cubicBezTo>
                    <a:cubicBezTo>
                      <a:pt x="638" y="1047"/>
                      <a:pt x="636" y="1043"/>
                      <a:pt x="636" y="1041"/>
                    </a:cubicBezTo>
                    <a:cubicBezTo>
                      <a:pt x="636" y="1040"/>
                      <a:pt x="636" y="1040"/>
                      <a:pt x="637" y="1039"/>
                    </a:cubicBezTo>
                    <a:cubicBezTo>
                      <a:pt x="637" y="1038"/>
                      <a:pt x="638" y="1037"/>
                      <a:pt x="637" y="1037"/>
                    </a:cubicBezTo>
                    <a:cubicBezTo>
                      <a:pt x="636" y="1036"/>
                      <a:pt x="636" y="1037"/>
                      <a:pt x="636" y="1036"/>
                    </a:cubicBezTo>
                    <a:cubicBezTo>
                      <a:pt x="636" y="1036"/>
                      <a:pt x="636" y="1035"/>
                      <a:pt x="636" y="1035"/>
                    </a:cubicBezTo>
                    <a:cubicBezTo>
                      <a:pt x="636" y="1033"/>
                      <a:pt x="638" y="1034"/>
                      <a:pt x="639" y="1034"/>
                    </a:cubicBezTo>
                    <a:cubicBezTo>
                      <a:pt x="640" y="1034"/>
                      <a:pt x="641" y="1034"/>
                      <a:pt x="642" y="1033"/>
                    </a:cubicBezTo>
                    <a:cubicBezTo>
                      <a:pt x="642" y="1033"/>
                      <a:pt x="643" y="1031"/>
                      <a:pt x="644" y="1031"/>
                    </a:cubicBezTo>
                    <a:cubicBezTo>
                      <a:pt x="644" y="1030"/>
                      <a:pt x="645" y="1028"/>
                      <a:pt x="645" y="1027"/>
                    </a:cubicBezTo>
                    <a:cubicBezTo>
                      <a:pt x="644" y="1027"/>
                      <a:pt x="642" y="1027"/>
                      <a:pt x="642" y="1027"/>
                    </a:cubicBezTo>
                    <a:cubicBezTo>
                      <a:pt x="640" y="1027"/>
                      <a:pt x="640" y="1028"/>
                      <a:pt x="638" y="1029"/>
                    </a:cubicBezTo>
                    <a:cubicBezTo>
                      <a:pt x="638" y="1030"/>
                      <a:pt x="636" y="1030"/>
                      <a:pt x="635" y="1030"/>
                    </a:cubicBezTo>
                    <a:cubicBezTo>
                      <a:pt x="634" y="1031"/>
                      <a:pt x="633" y="1030"/>
                      <a:pt x="632" y="1029"/>
                    </a:cubicBezTo>
                    <a:cubicBezTo>
                      <a:pt x="631" y="1028"/>
                      <a:pt x="632" y="1027"/>
                      <a:pt x="632" y="1025"/>
                    </a:cubicBezTo>
                    <a:cubicBezTo>
                      <a:pt x="630" y="1025"/>
                      <a:pt x="628" y="1024"/>
                      <a:pt x="628" y="1021"/>
                    </a:cubicBezTo>
                    <a:cubicBezTo>
                      <a:pt x="628" y="1018"/>
                      <a:pt x="630" y="1016"/>
                      <a:pt x="633" y="1014"/>
                    </a:cubicBezTo>
                    <a:cubicBezTo>
                      <a:pt x="635" y="1013"/>
                      <a:pt x="638" y="1013"/>
                      <a:pt x="641" y="1013"/>
                    </a:cubicBezTo>
                    <a:cubicBezTo>
                      <a:pt x="644" y="1014"/>
                      <a:pt x="647" y="1013"/>
                      <a:pt x="648" y="1011"/>
                    </a:cubicBezTo>
                    <a:cubicBezTo>
                      <a:pt x="650" y="1005"/>
                      <a:pt x="638" y="1008"/>
                      <a:pt x="636" y="1006"/>
                    </a:cubicBezTo>
                    <a:cubicBezTo>
                      <a:pt x="633" y="1003"/>
                      <a:pt x="643" y="995"/>
                      <a:pt x="637" y="993"/>
                    </a:cubicBezTo>
                    <a:cubicBezTo>
                      <a:pt x="634" y="992"/>
                      <a:pt x="632" y="995"/>
                      <a:pt x="630" y="996"/>
                    </a:cubicBezTo>
                    <a:cubicBezTo>
                      <a:pt x="628" y="998"/>
                      <a:pt x="626" y="997"/>
                      <a:pt x="625" y="995"/>
                    </a:cubicBezTo>
                    <a:cubicBezTo>
                      <a:pt x="622" y="990"/>
                      <a:pt x="623" y="985"/>
                      <a:pt x="623" y="979"/>
                    </a:cubicBezTo>
                    <a:cubicBezTo>
                      <a:pt x="623" y="978"/>
                      <a:pt x="623" y="976"/>
                      <a:pt x="623" y="974"/>
                    </a:cubicBezTo>
                    <a:cubicBezTo>
                      <a:pt x="623" y="974"/>
                      <a:pt x="624" y="972"/>
                      <a:pt x="623" y="972"/>
                    </a:cubicBezTo>
                    <a:cubicBezTo>
                      <a:pt x="623" y="971"/>
                      <a:pt x="622" y="972"/>
                      <a:pt x="621" y="972"/>
                    </a:cubicBezTo>
                    <a:cubicBezTo>
                      <a:pt x="620" y="973"/>
                      <a:pt x="618" y="974"/>
                      <a:pt x="617" y="974"/>
                    </a:cubicBezTo>
                    <a:cubicBezTo>
                      <a:pt x="614" y="974"/>
                      <a:pt x="611" y="972"/>
                      <a:pt x="612" y="968"/>
                    </a:cubicBezTo>
                    <a:cubicBezTo>
                      <a:pt x="612" y="966"/>
                      <a:pt x="614" y="964"/>
                      <a:pt x="614" y="961"/>
                    </a:cubicBezTo>
                    <a:cubicBezTo>
                      <a:pt x="614" y="958"/>
                      <a:pt x="611" y="956"/>
                      <a:pt x="608" y="956"/>
                    </a:cubicBezTo>
                    <a:cubicBezTo>
                      <a:pt x="606" y="955"/>
                      <a:pt x="603" y="955"/>
                      <a:pt x="601" y="955"/>
                    </a:cubicBezTo>
                    <a:cubicBezTo>
                      <a:pt x="600" y="955"/>
                      <a:pt x="597" y="953"/>
                      <a:pt x="598" y="951"/>
                    </a:cubicBezTo>
                    <a:close/>
                    <a:moveTo>
                      <a:pt x="407" y="586"/>
                    </a:moveTo>
                    <a:cubicBezTo>
                      <a:pt x="409" y="584"/>
                      <a:pt x="410" y="582"/>
                      <a:pt x="413" y="581"/>
                    </a:cubicBezTo>
                    <a:cubicBezTo>
                      <a:pt x="414" y="581"/>
                      <a:pt x="416" y="580"/>
                      <a:pt x="417" y="580"/>
                    </a:cubicBezTo>
                    <a:cubicBezTo>
                      <a:pt x="419" y="579"/>
                      <a:pt x="421" y="579"/>
                      <a:pt x="423" y="579"/>
                    </a:cubicBezTo>
                    <a:cubicBezTo>
                      <a:pt x="427" y="580"/>
                      <a:pt x="431" y="580"/>
                      <a:pt x="433" y="584"/>
                    </a:cubicBezTo>
                    <a:cubicBezTo>
                      <a:pt x="434" y="584"/>
                      <a:pt x="434" y="585"/>
                      <a:pt x="434" y="586"/>
                    </a:cubicBezTo>
                    <a:cubicBezTo>
                      <a:pt x="434" y="587"/>
                      <a:pt x="433" y="587"/>
                      <a:pt x="433" y="588"/>
                    </a:cubicBezTo>
                    <a:cubicBezTo>
                      <a:pt x="433" y="589"/>
                      <a:pt x="436" y="590"/>
                      <a:pt x="436" y="590"/>
                    </a:cubicBezTo>
                    <a:cubicBezTo>
                      <a:pt x="439" y="592"/>
                      <a:pt x="443" y="597"/>
                      <a:pt x="441" y="600"/>
                    </a:cubicBezTo>
                    <a:cubicBezTo>
                      <a:pt x="439" y="602"/>
                      <a:pt x="437" y="601"/>
                      <a:pt x="435" y="600"/>
                    </a:cubicBezTo>
                    <a:cubicBezTo>
                      <a:pt x="433" y="599"/>
                      <a:pt x="429" y="598"/>
                      <a:pt x="427" y="596"/>
                    </a:cubicBezTo>
                    <a:cubicBezTo>
                      <a:pt x="426" y="593"/>
                      <a:pt x="425" y="591"/>
                      <a:pt x="422" y="590"/>
                    </a:cubicBezTo>
                    <a:cubicBezTo>
                      <a:pt x="421" y="590"/>
                      <a:pt x="420" y="589"/>
                      <a:pt x="419" y="589"/>
                    </a:cubicBezTo>
                    <a:cubicBezTo>
                      <a:pt x="419" y="589"/>
                      <a:pt x="418" y="590"/>
                      <a:pt x="418" y="590"/>
                    </a:cubicBezTo>
                    <a:cubicBezTo>
                      <a:pt x="417" y="590"/>
                      <a:pt x="416" y="590"/>
                      <a:pt x="416" y="590"/>
                    </a:cubicBezTo>
                    <a:cubicBezTo>
                      <a:pt x="415" y="591"/>
                      <a:pt x="414" y="591"/>
                      <a:pt x="414" y="592"/>
                    </a:cubicBezTo>
                    <a:cubicBezTo>
                      <a:pt x="413" y="593"/>
                      <a:pt x="413" y="594"/>
                      <a:pt x="413" y="594"/>
                    </a:cubicBezTo>
                    <a:cubicBezTo>
                      <a:pt x="413" y="596"/>
                      <a:pt x="412" y="597"/>
                      <a:pt x="410" y="597"/>
                    </a:cubicBezTo>
                    <a:cubicBezTo>
                      <a:pt x="409" y="597"/>
                      <a:pt x="408" y="596"/>
                      <a:pt x="407" y="595"/>
                    </a:cubicBezTo>
                    <a:cubicBezTo>
                      <a:pt x="406" y="595"/>
                      <a:pt x="405" y="594"/>
                      <a:pt x="404" y="594"/>
                    </a:cubicBezTo>
                    <a:cubicBezTo>
                      <a:pt x="402" y="592"/>
                      <a:pt x="406" y="588"/>
                      <a:pt x="407" y="586"/>
                    </a:cubicBezTo>
                    <a:close/>
                    <a:moveTo>
                      <a:pt x="313" y="586"/>
                    </a:moveTo>
                    <a:cubicBezTo>
                      <a:pt x="315" y="586"/>
                      <a:pt x="316" y="586"/>
                      <a:pt x="317" y="585"/>
                    </a:cubicBezTo>
                    <a:cubicBezTo>
                      <a:pt x="319" y="585"/>
                      <a:pt x="320" y="585"/>
                      <a:pt x="322" y="585"/>
                    </a:cubicBezTo>
                    <a:cubicBezTo>
                      <a:pt x="323" y="585"/>
                      <a:pt x="327" y="587"/>
                      <a:pt x="326" y="589"/>
                    </a:cubicBezTo>
                    <a:cubicBezTo>
                      <a:pt x="325" y="590"/>
                      <a:pt x="323" y="591"/>
                      <a:pt x="322" y="591"/>
                    </a:cubicBezTo>
                    <a:cubicBezTo>
                      <a:pt x="320" y="592"/>
                      <a:pt x="318" y="592"/>
                      <a:pt x="315" y="593"/>
                    </a:cubicBezTo>
                    <a:cubicBezTo>
                      <a:pt x="313" y="594"/>
                      <a:pt x="311" y="594"/>
                      <a:pt x="310" y="592"/>
                    </a:cubicBezTo>
                    <a:cubicBezTo>
                      <a:pt x="309" y="589"/>
                      <a:pt x="311" y="587"/>
                      <a:pt x="313" y="586"/>
                    </a:cubicBezTo>
                    <a:close/>
                    <a:moveTo>
                      <a:pt x="339" y="624"/>
                    </a:moveTo>
                    <a:cubicBezTo>
                      <a:pt x="339" y="625"/>
                      <a:pt x="340" y="625"/>
                      <a:pt x="341" y="626"/>
                    </a:cubicBezTo>
                    <a:cubicBezTo>
                      <a:pt x="342" y="627"/>
                      <a:pt x="342" y="629"/>
                      <a:pt x="341" y="630"/>
                    </a:cubicBezTo>
                    <a:cubicBezTo>
                      <a:pt x="340" y="631"/>
                      <a:pt x="338" y="632"/>
                      <a:pt x="336" y="632"/>
                    </a:cubicBezTo>
                    <a:cubicBezTo>
                      <a:pt x="335" y="631"/>
                      <a:pt x="334" y="630"/>
                      <a:pt x="334" y="628"/>
                    </a:cubicBezTo>
                    <a:cubicBezTo>
                      <a:pt x="333" y="627"/>
                      <a:pt x="333" y="627"/>
                      <a:pt x="332" y="627"/>
                    </a:cubicBezTo>
                    <a:cubicBezTo>
                      <a:pt x="330" y="626"/>
                      <a:pt x="328" y="627"/>
                      <a:pt x="326" y="626"/>
                    </a:cubicBezTo>
                    <a:cubicBezTo>
                      <a:pt x="325" y="625"/>
                      <a:pt x="325" y="624"/>
                      <a:pt x="326" y="623"/>
                    </a:cubicBezTo>
                    <a:cubicBezTo>
                      <a:pt x="326" y="622"/>
                      <a:pt x="326" y="621"/>
                      <a:pt x="325" y="620"/>
                    </a:cubicBezTo>
                    <a:cubicBezTo>
                      <a:pt x="325" y="619"/>
                      <a:pt x="324" y="618"/>
                      <a:pt x="324" y="618"/>
                    </a:cubicBezTo>
                    <a:cubicBezTo>
                      <a:pt x="322" y="618"/>
                      <a:pt x="322" y="620"/>
                      <a:pt x="322" y="621"/>
                    </a:cubicBezTo>
                    <a:cubicBezTo>
                      <a:pt x="322" y="622"/>
                      <a:pt x="322" y="623"/>
                      <a:pt x="321" y="624"/>
                    </a:cubicBezTo>
                    <a:cubicBezTo>
                      <a:pt x="318" y="626"/>
                      <a:pt x="318" y="621"/>
                      <a:pt x="318" y="620"/>
                    </a:cubicBezTo>
                    <a:cubicBezTo>
                      <a:pt x="316" y="618"/>
                      <a:pt x="313" y="619"/>
                      <a:pt x="312" y="621"/>
                    </a:cubicBezTo>
                    <a:cubicBezTo>
                      <a:pt x="312" y="623"/>
                      <a:pt x="313" y="627"/>
                      <a:pt x="310" y="626"/>
                    </a:cubicBezTo>
                    <a:cubicBezTo>
                      <a:pt x="309" y="626"/>
                      <a:pt x="308" y="625"/>
                      <a:pt x="307" y="626"/>
                    </a:cubicBezTo>
                    <a:cubicBezTo>
                      <a:pt x="306" y="627"/>
                      <a:pt x="306" y="628"/>
                      <a:pt x="306" y="629"/>
                    </a:cubicBezTo>
                    <a:cubicBezTo>
                      <a:pt x="305" y="633"/>
                      <a:pt x="302" y="631"/>
                      <a:pt x="300" y="629"/>
                    </a:cubicBezTo>
                    <a:cubicBezTo>
                      <a:pt x="298" y="627"/>
                      <a:pt x="298" y="625"/>
                      <a:pt x="299" y="622"/>
                    </a:cubicBezTo>
                    <a:cubicBezTo>
                      <a:pt x="300" y="620"/>
                      <a:pt x="301" y="619"/>
                      <a:pt x="303" y="619"/>
                    </a:cubicBezTo>
                    <a:cubicBezTo>
                      <a:pt x="304" y="619"/>
                      <a:pt x="306" y="619"/>
                      <a:pt x="307" y="618"/>
                    </a:cubicBezTo>
                    <a:cubicBezTo>
                      <a:pt x="309" y="616"/>
                      <a:pt x="309" y="611"/>
                      <a:pt x="306" y="610"/>
                    </a:cubicBezTo>
                    <a:cubicBezTo>
                      <a:pt x="304" y="609"/>
                      <a:pt x="300" y="610"/>
                      <a:pt x="299" y="608"/>
                    </a:cubicBezTo>
                    <a:cubicBezTo>
                      <a:pt x="298" y="606"/>
                      <a:pt x="299" y="604"/>
                      <a:pt x="300" y="603"/>
                    </a:cubicBezTo>
                    <a:cubicBezTo>
                      <a:pt x="301" y="601"/>
                      <a:pt x="303" y="599"/>
                      <a:pt x="305" y="598"/>
                    </a:cubicBezTo>
                    <a:cubicBezTo>
                      <a:pt x="309" y="596"/>
                      <a:pt x="313" y="599"/>
                      <a:pt x="315" y="603"/>
                    </a:cubicBezTo>
                    <a:cubicBezTo>
                      <a:pt x="316" y="606"/>
                      <a:pt x="317" y="609"/>
                      <a:pt x="320" y="611"/>
                    </a:cubicBezTo>
                    <a:cubicBezTo>
                      <a:pt x="322" y="613"/>
                      <a:pt x="325" y="613"/>
                      <a:pt x="327" y="612"/>
                    </a:cubicBezTo>
                    <a:cubicBezTo>
                      <a:pt x="331" y="612"/>
                      <a:pt x="333" y="613"/>
                      <a:pt x="336" y="614"/>
                    </a:cubicBezTo>
                    <a:cubicBezTo>
                      <a:pt x="338" y="615"/>
                      <a:pt x="342" y="615"/>
                      <a:pt x="342" y="619"/>
                    </a:cubicBezTo>
                    <a:cubicBezTo>
                      <a:pt x="342" y="621"/>
                      <a:pt x="337" y="621"/>
                      <a:pt x="339" y="624"/>
                    </a:cubicBezTo>
                    <a:close/>
                    <a:moveTo>
                      <a:pt x="344" y="604"/>
                    </a:moveTo>
                    <a:cubicBezTo>
                      <a:pt x="342" y="603"/>
                      <a:pt x="342" y="601"/>
                      <a:pt x="341" y="600"/>
                    </a:cubicBezTo>
                    <a:cubicBezTo>
                      <a:pt x="339" y="598"/>
                      <a:pt x="337" y="598"/>
                      <a:pt x="335" y="597"/>
                    </a:cubicBezTo>
                    <a:cubicBezTo>
                      <a:pt x="333" y="597"/>
                      <a:pt x="331" y="594"/>
                      <a:pt x="333" y="593"/>
                    </a:cubicBezTo>
                    <a:cubicBezTo>
                      <a:pt x="336" y="591"/>
                      <a:pt x="339" y="594"/>
                      <a:pt x="342" y="594"/>
                    </a:cubicBezTo>
                    <a:cubicBezTo>
                      <a:pt x="343" y="593"/>
                      <a:pt x="343" y="593"/>
                      <a:pt x="344" y="592"/>
                    </a:cubicBezTo>
                    <a:cubicBezTo>
                      <a:pt x="344" y="591"/>
                      <a:pt x="346" y="591"/>
                      <a:pt x="347" y="590"/>
                    </a:cubicBezTo>
                    <a:cubicBezTo>
                      <a:pt x="348" y="590"/>
                      <a:pt x="350" y="590"/>
                      <a:pt x="352" y="590"/>
                    </a:cubicBezTo>
                    <a:cubicBezTo>
                      <a:pt x="353" y="590"/>
                      <a:pt x="353" y="591"/>
                      <a:pt x="354" y="591"/>
                    </a:cubicBezTo>
                    <a:cubicBezTo>
                      <a:pt x="355" y="592"/>
                      <a:pt x="360" y="595"/>
                      <a:pt x="359" y="597"/>
                    </a:cubicBezTo>
                    <a:cubicBezTo>
                      <a:pt x="358" y="598"/>
                      <a:pt x="353" y="598"/>
                      <a:pt x="354" y="600"/>
                    </a:cubicBezTo>
                    <a:cubicBezTo>
                      <a:pt x="354" y="601"/>
                      <a:pt x="356" y="601"/>
                      <a:pt x="358" y="601"/>
                    </a:cubicBezTo>
                    <a:cubicBezTo>
                      <a:pt x="359" y="601"/>
                      <a:pt x="360" y="600"/>
                      <a:pt x="362" y="600"/>
                    </a:cubicBezTo>
                    <a:cubicBezTo>
                      <a:pt x="364" y="600"/>
                      <a:pt x="369" y="602"/>
                      <a:pt x="369" y="599"/>
                    </a:cubicBezTo>
                    <a:cubicBezTo>
                      <a:pt x="370" y="597"/>
                      <a:pt x="368" y="594"/>
                      <a:pt x="371" y="594"/>
                    </a:cubicBezTo>
                    <a:cubicBezTo>
                      <a:pt x="373" y="593"/>
                      <a:pt x="376" y="593"/>
                      <a:pt x="377" y="590"/>
                    </a:cubicBezTo>
                    <a:cubicBezTo>
                      <a:pt x="377" y="589"/>
                      <a:pt x="377" y="589"/>
                      <a:pt x="378" y="588"/>
                    </a:cubicBezTo>
                    <a:cubicBezTo>
                      <a:pt x="378" y="587"/>
                      <a:pt x="380" y="588"/>
                      <a:pt x="381" y="588"/>
                    </a:cubicBezTo>
                    <a:cubicBezTo>
                      <a:pt x="384" y="588"/>
                      <a:pt x="384" y="591"/>
                      <a:pt x="385" y="594"/>
                    </a:cubicBezTo>
                    <a:cubicBezTo>
                      <a:pt x="385" y="596"/>
                      <a:pt x="385" y="598"/>
                      <a:pt x="388" y="597"/>
                    </a:cubicBezTo>
                    <a:cubicBezTo>
                      <a:pt x="390" y="596"/>
                      <a:pt x="391" y="594"/>
                      <a:pt x="391" y="592"/>
                    </a:cubicBezTo>
                    <a:cubicBezTo>
                      <a:pt x="392" y="590"/>
                      <a:pt x="391" y="588"/>
                      <a:pt x="391" y="586"/>
                    </a:cubicBezTo>
                    <a:cubicBezTo>
                      <a:pt x="391" y="584"/>
                      <a:pt x="392" y="583"/>
                      <a:pt x="394" y="582"/>
                    </a:cubicBezTo>
                    <a:cubicBezTo>
                      <a:pt x="395" y="581"/>
                      <a:pt x="396" y="582"/>
                      <a:pt x="396" y="583"/>
                    </a:cubicBezTo>
                    <a:cubicBezTo>
                      <a:pt x="396" y="584"/>
                      <a:pt x="396" y="585"/>
                      <a:pt x="397" y="586"/>
                    </a:cubicBezTo>
                    <a:cubicBezTo>
                      <a:pt x="397" y="586"/>
                      <a:pt x="398" y="587"/>
                      <a:pt x="399" y="588"/>
                    </a:cubicBezTo>
                    <a:cubicBezTo>
                      <a:pt x="399" y="589"/>
                      <a:pt x="398" y="591"/>
                      <a:pt x="397" y="592"/>
                    </a:cubicBezTo>
                    <a:cubicBezTo>
                      <a:pt x="397" y="594"/>
                      <a:pt x="397" y="595"/>
                      <a:pt x="397" y="597"/>
                    </a:cubicBezTo>
                    <a:cubicBezTo>
                      <a:pt x="398" y="599"/>
                      <a:pt x="398" y="602"/>
                      <a:pt x="400" y="603"/>
                    </a:cubicBezTo>
                    <a:cubicBezTo>
                      <a:pt x="402" y="604"/>
                      <a:pt x="404" y="602"/>
                      <a:pt x="405" y="602"/>
                    </a:cubicBezTo>
                    <a:cubicBezTo>
                      <a:pt x="407" y="602"/>
                      <a:pt x="409" y="603"/>
                      <a:pt x="410" y="604"/>
                    </a:cubicBezTo>
                    <a:cubicBezTo>
                      <a:pt x="411" y="605"/>
                      <a:pt x="411" y="607"/>
                      <a:pt x="412" y="608"/>
                    </a:cubicBezTo>
                    <a:cubicBezTo>
                      <a:pt x="414" y="609"/>
                      <a:pt x="416" y="609"/>
                      <a:pt x="418" y="608"/>
                    </a:cubicBezTo>
                    <a:cubicBezTo>
                      <a:pt x="420" y="608"/>
                      <a:pt x="421" y="606"/>
                      <a:pt x="423" y="605"/>
                    </a:cubicBezTo>
                    <a:cubicBezTo>
                      <a:pt x="425" y="603"/>
                      <a:pt x="428" y="605"/>
                      <a:pt x="429" y="607"/>
                    </a:cubicBezTo>
                    <a:cubicBezTo>
                      <a:pt x="430" y="608"/>
                      <a:pt x="431" y="609"/>
                      <a:pt x="432" y="609"/>
                    </a:cubicBezTo>
                    <a:cubicBezTo>
                      <a:pt x="433" y="609"/>
                      <a:pt x="435" y="609"/>
                      <a:pt x="436" y="610"/>
                    </a:cubicBezTo>
                    <a:cubicBezTo>
                      <a:pt x="437" y="611"/>
                      <a:pt x="436" y="612"/>
                      <a:pt x="438" y="613"/>
                    </a:cubicBezTo>
                    <a:cubicBezTo>
                      <a:pt x="440" y="614"/>
                      <a:pt x="442" y="613"/>
                      <a:pt x="443" y="612"/>
                    </a:cubicBezTo>
                    <a:cubicBezTo>
                      <a:pt x="444" y="611"/>
                      <a:pt x="445" y="609"/>
                      <a:pt x="447" y="609"/>
                    </a:cubicBezTo>
                    <a:cubicBezTo>
                      <a:pt x="448" y="608"/>
                      <a:pt x="451" y="608"/>
                      <a:pt x="452" y="608"/>
                    </a:cubicBezTo>
                    <a:cubicBezTo>
                      <a:pt x="455" y="609"/>
                      <a:pt x="459" y="612"/>
                      <a:pt x="461" y="608"/>
                    </a:cubicBezTo>
                    <a:cubicBezTo>
                      <a:pt x="462" y="607"/>
                      <a:pt x="461" y="605"/>
                      <a:pt x="462" y="603"/>
                    </a:cubicBezTo>
                    <a:cubicBezTo>
                      <a:pt x="463" y="602"/>
                      <a:pt x="465" y="602"/>
                      <a:pt x="467" y="602"/>
                    </a:cubicBezTo>
                    <a:cubicBezTo>
                      <a:pt x="470" y="602"/>
                      <a:pt x="474" y="601"/>
                      <a:pt x="478" y="601"/>
                    </a:cubicBezTo>
                    <a:cubicBezTo>
                      <a:pt x="479" y="601"/>
                      <a:pt x="481" y="601"/>
                      <a:pt x="482" y="601"/>
                    </a:cubicBezTo>
                    <a:cubicBezTo>
                      <a:pt x="483" y="601"/>
                      <a:pt x="484" y="602"/>
                      <a:pt x="486" y="602"/>
                    </a:cubicBezTo>
                    <a:cubicBezTo>
                      <a:pt x="489" y="602"/>
                      <a:pt x="487" y="599"/>
                      <a:pt x="489" y="597"/>
                    </a:cubicBezTo>
                    <a:cubicBezTo>
                      <a:pt x="490" y="597"/>
                      <a:pt x="491" y="598"/>
                      <a:pt x="492" y="597"/>
                    </a:cubicBezTo>
                    <a:cubicBezTo>
                      <a:pt x="494" y="595"/>
                      <a:pt x="493" y="592"/>
                      <a:pt x="493" y="590"/>
                    </a:cubicBezTo>
                    <a:cubicBezTo>
                      <a:pt x="492" y="589"/>
                      <a:pt x="491" y="587"/>
                      <a:pt x="489" y="587"/>
                    </a:cubicBezTo>
                    <a:cubicBezTo>
                      <a:pt x="488" y="587"/>
                      <a:pt x="487" y="587"/>
                      <a:pt x="487" y="586"/>
                    </a:cubicBezTo>
                    <a:cubicBezTo>
                      <a:pt x="487" y="583"/>
                      <a:pt x="490" y="580"/>
                      <a:pt x="492" y="582"/>
                    </a:cubicBezTo>
                    <a:cubicBezTo>
                      <a:pt x="495" y="583"/>
                      <a:pt x="496" y="585"/>
                      <a:pt x="499" y="585"/>
                    </a:cubicBezTo>
                    <a:cubicBezTo>
                      <a:pt x="502" y="585"/>
                      <a:pt x="506" y="585"/>
                      <a:pt x="506" y="581"/>
                    </a:cubicBezTo>
                    <a:cubicBezTo>
                      <a:pt x="505" y="578"/>
                      <a:pt x="502" y="578"/>
                      <a:pt x="500" y="576"/>
                    </a:cubicBezTo>
                    <a:cubicBezTo>
                      <a:pt x="498" y="573"/>
                      <a:pt x="498" y="569"/>
                      <a:pt x="499" y="566"/>
                    </a:cubicBezTo>
                    <a:cubicBezTo>
                      <a:pt x="501" y="562"/>
                      <a:pt x="504" y="565"/>
                      <a:pt x="505" y="567"/>
                    </a:cubicBezTo>
                    <a:cubicBezTo>
                      <a:pt x="506" y="568"/>
                      <a:pt x="506" y="570"/>
                      <a:pt x="507" y="571"/>
                    </a:cubicBezTo>
                    <a:cubicBezTo>
                      <a:pt x="509" y="572"/>
                      <a:pt x="510" y="571"/>
                      <a:pt x="512" y="571"/>
                    </a:cubicBezTo>
                    <a:cubicBezTo>
                      <a:pt x="514" y="570"/>
                      <a:pt x="516" y="571"/>
                      <a:pt x="518" y="571"/>
                    </a:cubicBezTo>
                    <a:cubicBezTo>
                      <a:pt x="521" y="570"/>
                      <a:pt x="525" y="570"/>
                      <a:pt x="526" y="567"/>
                    </a:cubicBezTo>
                    <a:cubicBezTo>
                      <a:pt x="526" y="566"/>
                      <a:pt x="526" y="565"/>
                      <a:pt x="526" y="564"/>
                    </a:cubicBezTo>
                    <a:cubicBezTo>
                      <a:pt x="525" y="563"/>
                      <a:pt x="524" y="562"/>
                      <a:pt x="524" y="561"/>
                    </a:cubicBezTo>
                    <a:cubicBezTo>
                      <a:pt x="524" y="558"/>
                      <a:pt x="524" y="555"/>
                      <a:pt x="521" y="554"/>
                    </a:cubicBezTo>
                    <a:cubicBezTo>
                      <a:pt x="518" y="553"/>
                      <a:pt x="515" y="555"/>
                      <a:pt x="514" y="556"/>
                    </a:cubicBezTo>
                    <a:cubicBezTo>
                      <a:pt x="513" y="558"/>
                      <a:pt x="509" y="560"/>
                      <a:pt x="507" y="558"/>
                    </a:cubicBezTo>
                    <a:cubicBezTo>
                      <a:pt x="505" y="556"/>
                      <a:pt x="509" y="553"/>
                      <a:pt x="510" y="552"/>
                    </a:cubicBezTo>
                    <a:cubicBezTo>
                      <a:pt x="510" y="550"/>
                      <a:pt x="510" y="549"/>
                      <a:pt x="510" y="547"/>
                    </a:cubicBezTo>
                    <a:cubicBezTo>
                      <a:pt x="510" y="546"/>
                      <a:pt x="510" y="544"/>
                      <a:pt x="510" y="543"/>
                    </a:cubicBezTo>
                    <a:cubicBezTo>
                      <a:pt x="510" y="542"/>
                      <a:pt x="511" y="540"/>
                      <a:pt x="512" y="540"/>
                    </a:cubicBezTo>
                    <a:cubicBezTo>
                      <a:pt x="514" y="539"/>
                      <a:pt x="515" y="542"/>
                      <a:pt x="516" y="542"/>
                    </a:cubicBezTo>
                    <a:cubicBezTo>
                      <a:pt x="518" y="543"/>
                      <a:pt x="522" y="545"/>
                      <a:pt x="524" y="543"/>
                    </a:cubicBezTo>
                    <a:cubicBezTo>
                      <a:pt x="525" y="542"/>
                      <a:pt x="524" y="540"/>
                      <a:pt x="523" y="539"/>
                    </a:cubicBezTo>
                    <a:cubicBezTo>
                      <a:pt x="522" y="538"/>
                      <a:pt x="519" y="538"/>
                      <a:pt x="517" y="537"/>
                    </a:cubicBezTo>
                    <a:cubicBezTo>
                      <a:pt x="516" y="536"/>
                      <a:pt x="516" y="534"/>
                      <a:pt x="515" y="533"/>
                    </a:cubicBezTo>
                    <a:cubicBezTo>
                      <a:pt x="515" y="529"/>
                      <a:pt x="515" y="526"/>
                      <a:pt x="514" y="522"/>
                    </a:cubicBezTo>
                    <a:cubicBezTo>
                      <a:pt x="514" y="519"/>
                      <a:pt x="511" y="520"/>
                      <a:pt x="509" y="521"/>
                    </a:cubicBezTo>
                    <a:cubicBezTo>
                      <a:pt x="508" y="521"/>
                      <a:pt x="506" y="522"/>
                      <a:pt x="505" y="523"/>
                    </a:cubicBezTo>
                    <a:cubicBezTo>
                      <a:pt x="505" y="523"/>
                      <a:pt x="505" y="524"/>
                      <a:pt x="505" y="524"/>
                    </a:cubicBezTo>
                    <a:cubicBezTo>
                      <a:pt x="504" y="525"/>
                      <a:pt x="505" y="526"/>
                      <a:pt x="504" y="526"/>
                    </a:cubicBezTo>
                    <a:cubicBezTo>
                      <a:pt x="504" y="527"/>
                      <a:pt x="503" y="526"/>
                      <a:pt x="502" y="526"/>
                    </a:cubicBezTo>
                    <a:cubicBezTo>
                      <a:pt x="502" y="524"/>
                      <a:pt x="502" y="523"/>
                      <a:pt x="502" y="522"/>
                    </a:cubicBezTo>
                    <a:cubicBezTo>
                      <a:pt x="500" y="519"/>
                      <a:pt x="495" y="521"/>
                      <a:pt x="492" y="521"/>
                    </a:cubicBezTo>
                    <a:cubicBezTo>
                      <a:pt x="490" y="521"/>
                      <a:pt x="489" y="518"/>
                      <a:pt x="490" y="517"/>
                    </a:cubicBezTo>
                    <a:cubicBezTo>
                      <a:pt x="492" y="513"/>
                      <a:pt x="496" y="517"/>
                      <a:pt x="497" y="514"/>
                    </a:cubicBezTo>
                    <a:cubicBezTo>
                      <a:pt x="498" y="513"/>
                      <a:pt x="499" y="505"/>
                      <a:pt x="502" y="509"/>
                    </a:cubicBezTo>
                    <a:cubicBezTo>
                      <a:pt x="504" y="510"/>
                      <a:pt x="504" y="512"/>
                      <a:pt x="506" y="513"/>
                    </a:cubicBezTo>
                    <a:cubicBezTo>
                      <a:pt x="508" y="514"/>
                      <a:pt x="509" y="513"/>
                      <a:pt x="510" y="512"/>
                    </a:cubicBezTo>
                    <a:cubicBezTo>
                      <a:pt x="511" y="511"/>
                      <a:pt x="512" y="510"/>
                      <a:pt x="514" y="509"/>
                    </a:cubicBezTo>
                    <a:cubicBezTo>
                      <a:pt x="515" y="507"/>
                      <a:pt x="514" y="503"/>
                      <a:pt x="514" y="500"/>
                    </a:cubicBezTo>
                    <a:cubicBezTo>
                      <a:pt x="514" y="499"/>
                      <a:pt x="514" y="496"/>
                      <a:pt x="513" y="495"/>
                    </a:cubicBezTo>
                    <a:cubicBezTo>
                      <a:pt x="512" y="494"/>
                      <a:pt x="510" y="494"/>
                      <a:pt x="509" y="494"/>
                    </a:cubicBezTo>
                    <a:cubicBezTo>
                      <a:pt x="508" y="494"/>
                      <a:pt x="507" y="495"/>
                      <a:pt x="506" y="494"/>
                    </a:cubicBezTo>
                    <a:cubicBezTo>
                      <a:pt x="505" y="493"/>
                      <a:pt x="504" y="492"/>
                      <a:pt x="504" y="491"/>
                    </a:cubicBezTo>
                    <a:cubicBezTo>
                      <a:pt x="503" y="490"/>
                      <a:pt x="503" y="489"/>
                      <a:pt x="502" y="488"/>
                    </a:cubicBezTo>
                    <a:cubicBezTo>
                      <a:pt x="501" y="487"/>
                      <a:pt x="500" y="487"/>
                      <a:pt x="499" y="486"/>
                    </a:cubicBezTo>
                    <a:cubicBezTo>
                      <a:pt x="498" y="486"/>
                      <a:pt x="496" y="485"/>
                      <a:pt x="495" y="484"/>
                    </a:cubicBezTo>
                    <a:cubicBezTo>
                      <a:pt x="493" y="483"/>
                      <a:pt x="490" y="482"/>
                      <a:pt x="488" y="481"/>
                    </a:cubicBezTo>
                    <a:cubicBezTo>
                      <a:pt x="484" y="480"/>
                      <a:pt x="482" y="478"/>
                      <a:pt x="479" y="476"/>
                    </a:cubicBezTo>
                    <a:cubicBezTo>
                      <a:pt x="474" y="470"/>
                      <a:pt x="471" y="463"/>
                      <a:pt x="468" y="456"/>
                    </a:cubicBezTo>
                    <a:cubicBezTo>
                      <a:pt x="467" y="453"/>
                      <a:pt x="466" y="450"/>
                      <a:pt x="465" y="447"/>
                    </a:cubicBezTo>
                    <a:cubicBezTo>
                      <a:pt x="464" y="444"/>
                      <a:pt x="462" y="442"/>
                      <a:pt x="460" y="440"/>
                    </a:cubicBezTo>
                    <a:cubicBezTo>
                      <a:pt x="457" y="437"/>
                      <a:pt x="453" y="435"/>
                      <a:pt x="451" y="433"/>
                    </a:cubicBezTo>
                    <a:cubicBezTo>
                      <a:pt x="447" y="430"/>
                      <a:pt x="444" y="426"/>
                      <a:pt x="441" y="423"/>
                    </a:cubicBezTo>
                    <a:cubicBezTo>
                      <a:pt x="439" y="420"/>
                      <a:pt x="437" y="418"/>
                      <a:pt x="435" y="416"/>
                    </a:cubicBezTo>
                    <a:cubicBezTo>
                      <a:pt x="435" y="415"/>
                      <a:pt x="432" y="413"/>
                      <a:pt x="433" y="412"/>
                    </a:cubicBezTo>
                    <a:cubicBezTo>
                      <a:pt x="433" y="411"/>
                      <a:pt x="441" y="418"/>
                      <a:pt x="442" y="418"/>
                    </a:cubicBezTo>
                    <a:cubicBezTo>
                      <a:pt x="446" y="422"/>
                      <a:pt x="450" y="426"/>
                      <a:pt x="454" y="431"/>
                    </a:cubicBezTo>
                    <a:cubicBezTo>
                      <a:pt x="456" y="434"/>
                      <a:pt x="460" y="436"/>
                      <a:pt x="463" y="439"/>
                    </a:cubicBezTo>
                    <a:cubicBezTo>
                      <a:pt x="467" y="442"/>
                      <a:pt x="470" y="445"/>
                      <a:pt x="472" y="449"/>
                    </a:cubicBezTo>
                    <a:cubicBezTo>
                      <a:pt x="473" y="452"/>
                      <a:pt x="474" y="455"/>
                      <a:pt x="476" y="459"/>
                    </a:cubicBezTo>
                    <a:cubicBezTo>
                      <a:pt x="478" y="463"/>
                      <a:pt x="481" y="466"/>
                      <a:pt x="484" y="469"/>
                    </a:cubicBezTo>
                    <a:cubicBezTo>
                      <a:pt x="488" y="472"/>
                      <a:pt x="492" y="475"/>
                      <a:pt x="496" y="477"/>
                    </a:cubicBezTo>
                    <a:cubicBezTo>
                      <a:pt x="499" y="479"/>
                      <a:pt x="502" y="480"/>
                      <a:pt x="505" y="482"/>
                    </a:cubicBezTo>
                    <a:cubicBezTo>
                      <a:pt x="506" y="483"/>
                      <a:pt x="510" y="486"/>
                      <a:pt x="511" y="483"/>
                    </a:cubicBezTo>
                    <a:cubicBezTo>
                      <a:pt x="512" y="481"/>
                      <a:pt x="512" y="478"/>
                      <a:pt x="512" y="475"/>
                    </a:cubicBezTo>
                    <a:cubicBezTo>
                      <a:pt x="512" y="474"/>
                      <a:pt x="512" y="473"/>
                      <a:pt x="513" y="472"/>
                    </a:cubicBezTo>
                    <a:cubicBezTo>
                      <a:pt x="514" y="471"/>
                      <a:pt x="515" y="470"/>
                      <a:pt x="515" y="469"/>
                    </a:cubicBezTo>
                    <a:cubicBezTo>
                      <a:pt x="519" y="469"/>
                      <a:pt x="520" y="467"/>
                      <a:pt x="519" y="464"/>
                    </a:cubicBezTo>
                    <a:cubicBezTo>
                      <a:pt x="519" y="460"/>
                      <a:pt x="520" y="457"/>
                      <a:pt x="520" y="454"/>
                    </a:cubicBezTo>
                    <a:cubicBezTo>
                      <a:pt x="521" y="452"/>
                      <a:pt x="521" y="450"/>
                      <a:pt x="520" y="449"/>
                    </a:cubicBezTo>
                    <a:cubicBezTo>
                      <a:pt x="519" y="448"/>
                      <a:pt x="518" y="448"/>
                      <a:pt x="518" y="447"/>
                    </a:cubicBezTo>
                    <a:cubicBezTo>
                      <a:pt x="517" y="445"/>
                      <a:pt x="517" y="444"/>
                      <a:pt x="517" y="442"/>
                    </a:cubicBezTo>
                    <a:cubicBezTo>
                      <a:pt x="517" y="440"/>
                      <a:pt x="517" y="439"/>
                      <a:pt x="517" y="437"/>
                    </a:cubicBezTo>
                    <a:cubicBezTo>
                      <a:pt x="517" y="429"/>
                      <a:pt x="515" y="421"/>
                      <a:pt x="514" y="413"/>
                    </a:cubicBezTo>
                    <a:cubicBezTo>
                      <a:pt x="514" y="412"/>
                      <a:pt x="514" y="411"/>
                      <a:pt x="513" y="410"/>
                    </a:cubicBezTo>
                    <a:cubicBezTo>
                      <a:pt x="513" y="408"/>
                      <a:pt x="512" y="407"/>
                      <a:pt x="512" y="405"/>
                    </a:cubicBezTo>
                    <a:cubicBezTo>
                      <a:pt x="512" y="404"/>
                      <a:pt x="513" y="402"/>
                      <a:pt x="514" y="401"/>
                    </a:cubicBezTo>
                    <a:cubicBezTo>
                      <a:pt x="515" y="400"/>
                      <a:pt x="517" y="401"/>
                      <a:pt x="518" y="400"/>
                    </a:cubicBezTo>
                    <a:cubicBezTo>
                      <a:pt x="519" y="400"/>
                      <a:pt x="520" y="398"/>
                      <a:pt x="521" y="397"/>
                    </a:cubicBezTo>
                    <a:cubicBezTo>
                      <a:pt x="523" y="396"/>
                      <a:pt x="524" y="397"/>
                      <a:pt x="526" y="397"/>
                    </a:cubicBezTo>
                    <a:cubicBezTo>
                      <a:pt x="528" y="397"/>
                      <a:pt x="530" y="397"/>
                      <a:pt x="532" y="396"/>
                    </a:cubicBezTo>
                    <a:cubicBezTo>
                      <a:pt x="534" y="396"/>
                      <a:pt x="534" y="394"/>
                      <a:pt x="534" y="393"/>
                    </a:cubicBezTo>
                    <a:cubicBezTo>
                      <a:pt x="534" y="391"/>
                      <a:pt x="535" y="389"/>
                      <a:pt x="535" y="388"/>
                    </a:cubicBezTo>
                    <a:cubicBezTo>
                      <a:pt x="535" y="387"/>
                      <a:pt x="535" y="386"/>
                      <a:pt x="535" y="385"/>
                    </a:cubicBezTo>
                    <a:cubicBezTo>
                      <a:pt x="535" y="384"/>
                      <a:pt x="535" y="383"/>
                      <a:pt x="535" y="381"/>
                    </a:cubicBezTo>
                    <a:cubicBezTo>
                      <a:pt x="536" y="379"/>
                      <a:pt x="535" y="377"/>
                      <a:pt x="537" y="375"/>
                    </a:cubicBezTo>
                    <a:cubicBezTo>
                      <a:pt x="538" y="374"/>
                      <a:pt x="540" y="375"/>
                      <a:pt x="542" y="375"/>
                    </a:cubicBezTo>
                    <a:cubicBezTo>
                      <a:pt x="544" y="376"/>
                      <a:pt x="544" y="377"/>
                      <a:pt x="546" y="379"/>
                    </a:cubicBezTo>
                    <a:cubicBezTo>
                      <a:pt x="548" y="382"/>
                      <a:pt x="552" y="380"/>
                      <a:pt x="555" y="378"/>
                    </a:cubicBezTo>
                    <a:cubicBezTo>
                      <a:pt x="557" y="377"/>
                      <a:pt x="559" y="375"/>
                      <a:pt x="561" y="374"/>
                    </a:cubicBezTo>
                    <a:cubicBezTo>
                      <a:pt x="562" y="374"/>
                      <a:pt x="563" y="374"/>
                      <a:pt x="564" y="373"/>
                    </a:cubicBezTo>
                    <a:cubicBezTo>
                      <a:pt x="565" y="373"/>
                      <a:pt x="566" y="372"/>
                      <a:pt x="566" y="372"/>
                    </a:cubicBezTo>
                    <a:cubicBezTo>
                      <a:pt x="568" y="371"/>
                      <a:pt x="570" y="372"/>
                      <a:pt x="572" y="373"/>
                    </a:cubicBezTo>
                    <a:cubicBezTo>
                      <a:pt x="572" y="373"/>
                      <a:pt x="575" y="373"/>
                      <a:pt x="574" y="375"/>
                    </a:cubicBezTo>
                    <a:cubicBezTo>
                      <a:pt x="571" y="375"/>
                      <a:pt x="568" y="374"/>
                      <a:pt x="564" y="375"/>
                    </a:cubicBezTo>
                    <a:cubicBezTo>
                      <a:pt x="561" y="375"/>
                      <a:pt x="557" y="378"/>
                      <a:pt x="555" y="379"/>
                    </a:cubicBezTo>
                    <a:cubicBezTo>
                      <a:pt x="553" y="380"/>
                      <a:pt x="552" y="382"/>
                      <a:pt x="551" y="383"/>
                    </a:cubicBezTo>
                    <a:cubicBezTo>
                      <a:pt x="549" y="384"/>
                      <a:pt x="548" y="385"/>
                      <a:pt x="546" y="384"/>
                    </a:cubicBezTo>
                    <a:cubicBezTo>
                      <a:pt x="544" y="382"/>
                      <a:pt x="541" y="376"/>
                      <a:pt x="538" y="380"/>
                    </a:cubicBezTo>
                    <a:cubicBezTo>
                      <a:pt x="535" y="385"/>
                      <a:pt x="538" y="389"/>
                      <a:pt x="536" y="393"/>
                    </a:cubicBezTo>
                    <a:cubicBezTo>
                      <a:pt x="535" y="397"/>
                      <a:pt x="530" y="400"/>
                      <a:pt x="527" y="400"/>
                    </a:cubicBezTo>
                    <a:cubicBezTo>
                      <a:pt x="525" y="400"/>
                      <a:pt x="524" y="400"/>
                      <a:pt x="523" y="401"/>
                    </a:cubicBezTo>
                    <a:cubicBezTo>
                      <a:pt x="521" y="403"/>
                      <a:pt x="521" y="407"/>
                      <a:pt x="521" y="409"/>
                    </a:cubicBezTo>
                    <a:cubicBezTo>
                      <a:pt x="522" y="414"/>
                      <a:pt x="527" y="418"/>
                      <a:pt x="524" y="423"/>
                    </a:cubicBezTo>
                    <a:cubicBezTo>
                      <a:pt x="524" y="425"/>
                      <a:pt x="522" y="426"/>
                      <a:pt x="521" y="428"/>
                    </a:cubicBezTo>
                    <a:cubicBezTo>
                      <a:pt x="521" y="429"/>
                      <a:pt x="521" y="431"/>
                      <a:pt x="521" y="433"/>
                    </a:cubicBezTo>
                    <a:cubicBezTo>
                      <a:pt x="521" y="435"/>
                      <a:pt x="520" y="437"/>
                      <a:pt x="521" y="439"/>
                    </a:cubicBezTo>
                    <a:cubicBezTo>
                      <a:pt x="522" y="442"/>
                      <a:pt x="524" y="444"/>
                      <a:pt x="525" y="446"/>
                    </a:cubicBezTo>
                    <a:cubicBezTo>
                      <a:pt x="525" y="447"/>
                      <a:pt x="525" y="448"/>
                      <a:pt x="525" y="449"/>
                    </a:cubicBezTo>
                    <a:cubicBezTo>
                      <a:pt x="526" y="450"/>
                      <a:pt x="526" y="451"/>
                      <a:pt x="526" y="453"/>
                    </a:cubicBezTo>
                    <a:cubicBezTo>
                      <a:pt x="526" y="453"/>
                      <a:pt x="527" y="454"/>
                      <a:pt x="527" y="455"/>
                    </a:cubicBezTo>
                    <a:cubicBezTo>
                      <a:pt x="527" y="459"/>
                      <a:pt x="527" y="459"/>
                      <a:pt x="527" y="459"/>
                    </a:cubicBezTo>
                    <a:cubicBezTo>
                      <a:pt x="527" y="460"/>
                      <a:pt x="527" y="462"/>
                      <a:pt x="527" y="463"/>
                    </a:cubicBezTo>
                    <a:cubicBezTo>
                      <a:pt x="527" y="468"/>
                      <a:pt x="526" y="473"/>
                      <a:pt x="526" y="477"/>
                    </a:cubicBezTo>
                    <a:cubicBezTo>
                      <a:pt x="527" y="478"/>
                      <a:pt x="528" y="479"/>
                      <a:pt x="528" y="480"/>
                    </a:cubicBezTo>
                    <a:cubicBezTo>
                      <a:pt x="529" y="481"/>
                      <a:pt x="529" y="481"/>
                      <a:pt x="530" y="482"/>
                    </a:cubicBezTo>
                    <a:cubicBezTo>
                      <a:pt x="531" y="484"/>
                      <a:pt x="532" y="486"/>
                      <a:pt x="532" y="488"/>
                    </a:cubicBezTo>
                    <a:cubicBezTo>
                      <a:pt x="532" y="491"/>
                      <a:pt x="532" y="495"/>
                      <a:pt x="531" y="498"/>
                    </a:cubicBezTo>
                    <a:cubicBezTo>
                      <a:pt x="530" y="501"/>
                      <a:pt x="530" y="504"/>
                      <a:pt x="530" y="507"/>
                    </a:cubicBezTo>
                    <a:cubicBezTo>
                      <a:pt x="530" y="508"/>
                      <a:pt x="530" y="509"/>
                      <a:pt x="530" y="511"/>
                    </a:cubicBezTo>
                    <a:cubicBezTo>
                      <a:pt x="531" y="512"/>
                      <a:pt x="531" y="514"/>
                      <a:pt x="531" y="515"/>
                    </a:cubicBezTo>
                    <a:cubicBezTo>
                      <a:pt x="531" y="517"/>
                      <a:pt x="531" y="520"/>
                      <a:pt x="531" y="522"/>
                    </a:cubicBezTo>
                    <a:cubicBezTo>
                      <a:pt x="532" y="523"/>
                      <a:pt x="532" y="523"/>
                      <a:pt x="532" y="524"/>
                    </a:cubicBezTo>
                    <a:cubicBezTo>
                      <a:pt x="533" y="525"/>
                      <a:pt x="534" y="526"/>
                      <a:pt x="534" y="528"/>
                    </a:cubicBezTo>
                    <a:cubicBezTo>
                      <a:pt x="535" y="530"/>
                      <a:pt x="536" y="533"/>
                      <a:pt x="537" y="536"/>
                    </a:cubicBezTo>
                    <a:cubicBezTo>
                      <a:pt x="537" y="538"/>
                      <a:pt x="539" y="540"/>
                      <a:pt x="540" y="541"/>
                    </a:cubicBezTo>
                    <a:cubicBezTo>
                      <a:pt x="543" y="543"/>
                      <a:pt x="544" y="545"/>
                      <a:pt x="547" y="547"/>
                    </a:cubicBezTo>
                    <a:cubicBezTo>
                      <a:pt x="548" y="547"/>
                      <a:pt x="549" y="548"/>
                      <a:pt x="551" y="549"/>
                    </a:cubicBezTo>
                    <a:cubicBezTo>
                      <a:pt x="553" y="549"/>
                      <a:pt x="554" y="550"/>
                      <a:pt x="556" y="550"/>
                    </a:cubicBezTo>
                    <a:cubicBezTo>
                      <a:pt x="558" y="551"/>
                      <a:pt x="561" y="551"/>
                      <a:pt x="561" y="553"/>
                    </a:cubicBezTo>
                    <a:cubicBezTo>
                      <a:pt x="562" y="555"/>
                      <a:pt x="558" y="556"/>
                      <a:pt x="557" y="556"/>
                    </a:cubicBezTo>
                    <a:cubicBezTo>
                      <a:pt x="555" y="557"/>
                      <a:pt x="552" y="558"/>
                      <a:pt x="551" y="556"/>
                    </a:cubicBezTo>
                    <a:cubicBezTo>
                      <a:pt x="549" y="554"/>
                      <a:pt x="548" y="553"/>
                      <a:pt x="546" y="554"/>
                    </a:cubicBezTo>
                    <a:cubicBezTo>
                      <a:pt x="543" y="554"/>
                      <a:pt x="542" y="556"/>
                      <a:pt x="540" y="557"/>
                    </a:cubicBezTo>
                    <a:cubicBezTo>
                      <a:pt x="539" y="558"/>
                      <a:pt x="537" y="559"/>
                      <a:pt x="536" y="560"/>
                    </a:cubicBezTo>
                    <a:cubicBezTo>
                      <a:pt x="534" y="561"/>
                      <a:pt x="535" y="564"/>
                      <a:pt x="536" y="565"/>
                    </a:cubicBezTo>
                    <a:cubicBezTo>
                      <a:pt x="538" y="567"/>
                      <a:pt x="541" y="567"/>
                      <a:pt x="544" y="567"/>
                    </a:cubicBezTo>
                    <a:cubicBezTo>
                      <a:pt x="546" y="566"/>
                      <a:pt x="549" y="565"/>
                      <a:pt x="550" y="567"/>
                    </a:cubicBezTo>
                    <a:cubicBezTo>
                      <a:pt x="552" y="568"/>
                      <a:pt x="552" y="569"/>
                      <a:pt x="553" y="570"/>
                    </a:cubicBezTo>
                    <a:cubicBezTo>
                      <a:pt x="555" y="572"/>
                      <a:pt x="558" y="571"/>
                      <a:pt x="560" y="571"/>
                    </a:cubicBezTo>
                    <a:cubicBezTo>
                      <a:pt x="562" y="571"/>
                      <a:pt x="566" y="569"/>
                      <a:pt x="567" y="572"/>
                    </a:cubicBezTo>
                    <a:cubicBezTo>
                      <a:pt x="569" y="575"/>
                      <a:pt x="562" y="578"/>
                      <a:pt x="560" y="580"/>
                    </a:cubicBezTo>
                    <a:cubicBezTo>
                      <a:pt x="558" y="581"/>
                      <a:pt x="556" y="582"/>
                      <a:pt x="554" y="580"/>
                    </a:cubicBezTo>
                    <a:cubicBezTo>
                      <a:pt x="553" y="580"/>
                      <a:pt x="552" y="578"/>
                      <a:pt x="551" y="579"/>
                    </a:cubicBezTo>
                    <a:cubicBezTo>
                      <a:pt x="550" y="581"/>
                      <a:pt x="551" y="582"/>
                      <a:pt x="552" y="583"/>
                    </a:cubicBezTo>
                    <a:cubicBezTo>
                      <a:pt x="554" y="585"/>
                      <a:pt x="552" y="586"/>
                      <a:pt x="551" y="587"/>
                    </a:cubicBezTo>
                    <a:cubicBezTo>
                      <a:pt x="548" y="591"/>
                      <a:pt x="553" y="594"/>
                      <a:pt x="555" y="599"/>
                    </a:cubicBezTo>
                    <a:cubicBezTo>
                      <a:pt x="556" y="603"/>
                      <a:pt x="549" y="603"/>
                      <a:pt x="547" y="601"/>
                    </a:cubicBezTo>
                    <a:cubicBezTo>
                      <a:pt x="546" y="600"/>
                      <a:pt x="545" y="599"/>
                      <a:pt x="543" y="598"/>
                    </a:cubicBezTo>
                    <a:cubicBezTo>
                      <a:pt x="542" y="596"/>
                      <a:pt x="540" y="595"/>
                      <a:pt x="539" y="593"/>
                    </a:cubicBezTo>
                    <a:cubicBezTo>
                      <a:pt x="536" y="589"/>
                      <a:pt x="532" y="585"/>
                      <a:pt x="527" y="585"/>
                    </a:cubicBezTo>
                    <a:cubicBezTo>
                      <a:pt x="522" y="586"/>
                      <a:pt x="518" y="587"/>
                      <a:pt x="514" y="589"/>
                    </a:cubicBezTo>
                    <a:cubicBezTo>
                      <a:pt x="511" y="590"/>
                      <a:pt x="511" y="592"/>
                      <a:pt x="510" y="594"/>
                    </a:cubicBezTo>
                    <a:cubicBezTo>
                      <a:pt x="510" y="596"/>
                      <a:pt x="511" y="600"/>
                      <a:pt x="509" y="601"/>
                    </a:cubicBezTo>
                    <a:cubicBezTo>
                      <a:pt x="507" y="602"/>
                      <a:pt x="505" y="601"/>
                      <a:pt x="504" y="601"/>
                    </a:cubicBezTo>
                    <a:cubicBezTo>
                      <a:pt x="503" y="601"/>
                      <a:pt x="499" y="602"/>
                      <a:pt x="499" y="603"/>
                    </a:cubicBezTo>
                    <a:cubicBezTo>
                      <a:pt x="499" y="605"/>
                      <a:pt x="503" y="606"/>
                      <a:pt x="504" y="607"/>
                    </a:cubicBezTo>
                    <a:cubicBezTo>
                      <a:pt x="506" y="608"/>
                      <a:pt x="507" y="610"/>
                      <a:pt x="509" y="610"/>
                    </a:cubicBezTo>
                    <a:cubicBezTo>
                      <a:pt x="510" y="611"/>
                      <a:pt x="514" y="609"/>
                      <a:pt x="514" y="611"/>
                    </a:cubicBezTo>
                    <a:cubicBezTo>
                      <a:pt x="515" y="613"/>
                      <a:pt x="509" y="614"/>
                      <a:pt x="508" y="614"/>
                    </a:cubicBezTo>
                    <a:cubicBezTo>
                      <a:pt x="506" y="615"/>
                      <a:pt x="504" y="613"/>
                      <a:pt x="503" y="614"/>
                    </a:cubicBezTo>
                    <a:cubicBezTo>
                      <a:pt x="501" y="615"/>
                      <a:pt x="500" y="618"/>
                      <a:pt x="500" y="619"/>
                    </a:cubicBezTo>
                    <a:cubicBezTo>
                      <a:pt x="500" y="621"/>
                      <a:pt x="500" y="623"/>
                      <a:pt x="500" y="625"/>
                    </a:cubicBezTo>
                    <a:cubicBezTo>
                      <a:pt x="499" y="626"/>
                      <a:pt x="499" y="628"/>
                      <a:pt x="499" y="630"/>
                    </a:cubicBezTo>
                    <a:cubicBezTo>
                      <a:pt x="499" y="630"/>
                      <a:pt x="499" y="631"/>
                      <a:pt x="499" y="631"/>
                    </a:cubicBezTo>
                    <a:cubicBezTo>
                      <a:pt x="498" y="632"/>
                      <a:pt x="498" y="633"/>
                      <a:pt x="497" y="633"/>
                    </a:cubicBezTo>
                    <a:cubicBezTo>
                      <a:pt x="496" y="635"/>
                      <a:pt x="496" y="637"/>
                      <a:pt x="496" y="639"/>
                    </a:cubicBezTo>
                    <a:cubicBezTo>
                      <a:pt x="496" y="641"/>
                      <a:pt x="496" y="644"/>
                      <a:pt x="497" y="646"/>
                    </a:cubicBezTo>
                    <a:cubicBezTo>
                      <a:pt x="497" y="647"/>
                      <a:pt x="498" y="648"/>
                      <a:pt x="498" y="649"/>
                    </a:cubicBezTo>
                    <a:cubicBezTo>
                      <a:pt x="499" y="650"/>
                      <a:pt x="499" y="651"/>
                      <a:pt x="499" y="653"/>
                    </a:cubicBezTo>
                    <a:cubicBezTo>
                      <a:pt x="500" y="655"/>
                      <a:pt x="500" y="658"/>
                      <a:pt x="499" y="660"/>
                    </a:cubicBezTo>
                    <a:cubicBezTo>
                      <a:pt x="499" y="663"/>
                      <a:pt x="499" y="665"/>
                      <a:pt x="500" y="668"/>
                    </a:cubicBezTo>
                    <a:cubicBezTo>
                      <a:pt x="500" y="670"/>
                      <a:pt x="502" y="671"/>
                      <a:pt x="502" y="673"/>
                    </a:cubicBezTo>
                    <a:cubicBezTo>
                      <a:pt x="503" y="675"/>
                      <a:pt x="504" y="677"/>
                      <a:pt x="504" y="679"/>
                    </a:cubicBezTo>
                    <a:cubicBezTo>
                      <a:pt x="505" y="681"/>
                      <a:pt x="506" y="684"/>
                      <a:pt x="506" y="686"/>
                    </a:cubicBezTo>
                    <a:cubicBezTo>
                      <a:pt x="506" y="688"/>
                      <a:pt x="505" y="689"/>
                      <a:pt x="504" y="691"/>
                    </a:cubicBezTo>
                    <a:cubicBezTo>
                      <a:pt x="501" y="686"/>
                      <a:pt x="505" y="680"/>
                      <a:pt x="501" y="675"/>
                    </a:cubicBezTo>
                    <a:cubicBezTo>
                      <a:pt x="499" y="673"/>
                      <a:pt x="497" y="671"/>
                      <a:pt x="496" y="668"/>
                    </a:cubicBezTo>
                    <a:cubicBezTo>
                      <a:pt x="495" y="666"/>
                      <a:pt x="495" y="663"/>
                      <a:pt x="496" y="660"/>
                    </a:cubicBezTo>
                    <a:cubicBezTo>
                      <a:pt x="497" y="655"/>
                      <a:pt x="496" y="650"/>
                      <a:pt x="494" y="644"/>
                    </a:cubicBezTo>
                    <a:cubicBezTo>
                      <a:pt x="493" y="641"/>
                      <a:pt x="493" y="638"/>
                      <a:pt x="493" y="635"/>
                    </a:cubicBezTo>
                    <a:cubicBezTo>
                      <a:pt x="493" y="634"/>
                      <a:pt x="494" y="632"/>
                      <a:pt x="493" y="631"/>
                    </a:cubicBezTo>
                    <a:cubicBezTo>
                      <a:pt x="492" y="631"/>
                      <a:pt x="491" y="630"/>
                      <a:pt x="491" y="630"/>
                    </a:cubicBezTo>
                    <a:cubicBezTo>
                      <a:pt x="488" y="627"/>
                      <a:pt x="488" y="624"/>
                      <a:pt x="487" y="621"/>
                    </a:cubicBezTo>
                    <a:cubicBezTo>
                      <a:pt x="487" y="618"/>
                      <a:pt x="486" y="616"/>
                      <a:pt x="484" y="615"/>
                    </a:cubicBezTo>
                    <a:cubicBezTo>
                      <a:pt x="482" y="615"/>
                      <a:pt x="479" y="612"/>
                      <a:pt x="478" y="613"/>
                    </a:cubicBezTo>
                    <a:cubicBezTo>
                      <a:pt x="476" y="614"/>
                      <a:pt x="477" y="619"/>
                      <a:pt x="476" y="621"/>
                    </a:cubicBezTo>
                    <a:cubicBezTo>
                      <a:pt x="476" y="625"/>
                      <a:pt x="473" y="624"/>
                      <a:pt x="470" y="625"/>
                    </a:cubicBezTo>
                    <a:cubicBezTo>
                      <a:pt x="467" y="626"/>
                      <a:pt x="467" y="627"/>
                      <a:pt x="466" y="630"/>
                    </a:cubicBezTo>
                    <a:cubicBezTo>
                      <a:pt x="465" y="631"/>
                      <a:pt x="464" y="633"/>
                      <a:pt x="465" y="635"/>
                    </a:cubicBezTo>
                    <a:cubicBezTo>
                      <a:pt x="466" y="637"/>
                      <a:pt x="468" y="638"/>
                      <a:pt x="466" y="640"/>
                    </a:cubicBezTo>
                    <a:cubicBezTo>
                      <a:pt x="464" y="642"/>
                      <a:pt x="461" y="641"/>
                      <a:pt x="459" y="640"/>
                    </a:cubicBezTo>
                    <a:cubicBezTo>
                      <a:pt x="457" y="639"/>
                      <a:pt x="456" y="640"/>
                      <a:pt x="455" y="642"/>
                    </a:cubicBezTo>
                    <a:cubicBezTo>
                      <a:pt x="455" y="644"/>
                      <a:pt x="454" y="646"/>
                      <a:pt x="455" y="648"/>
                    </a:cubicBezTo>
                    <a:cubicBezTo>
                      <a:pt x="455" y="648"/>
                      <a:pt x="455" y="651"/>
                      <a:pt x="454" y="651"/>
                    </a:cubicBezTo>
                    <a:cubicBezTo>
                      <a:pt x="453" y="653"/>
                      <a:pt x="451" y="649"/>
                      <a:pt x="451" y="648"/>
                    </a:cubicBezTo>
                    <a:cubicBezTo>
                      <a:pt x="449" y="645"/>
                      <a:pt x="449" y="643"/>
                      <a:pt x="449" y="640"/>
                    </a:cubicBezTo>
                    <a:cubicBezTo>
                      <a:pt x="448" y="639"/>
                      <a:pt x="446" y="639"/>
                      <a:pt x="446" y="638"/>
                    </a:cubicBezTo>
                    <a:cubicBezTo>
                      <a:pt x="445" y="637"/>
                      <a:pt x="444" y="636"/>
                      <a:pt x="443" y="635"/>
                    </a:cubicBezTo>
                    <a:cubicBezTo>
                      <a:pt x="443" y="634"/>
                      <a:pt x="442" y="633"/>
                      <a:pt x="441" y="632"/>
                    </a:cubicBezTo>
                    <a:cubicBezTo>
                      <a:pt x="439" y="631"/>
                      <a:pt x="437" y="630"/>
                      <a:pt x="436" y="628"/>
                    </a:cubicBezTo>
                    <a:cubicBezTo>
                      <a:pt x="434" y="627"/>
                      <a:pt x="433" y="625"/>
                      <a:pt x="431" y="624"/>
                    </a:cubicBezTo>
                    <a:cubicBezTo>
                      <a:pt x="429" y="623"/>
                      <a:pt x="426" y="623"/>
                      <a:pt x="423" y="623"/>
                    </a:cubicBezTo>
                    <a:cubicBezTo>
                      <a:pt x="421" y="623"/>
                      <a:pt x="416" y="624"/>
                      <a:pt x="414" y="621"/>
                    </a:cubicBezTo>
                    <a:cubicBezTo>
                      <a:pt x="413" y="619"/>
                      <a:pt x="415" y="618"/>
                      <a:pt x="417" y="617"/>
                    </a:cubicBezTo>
                    <a:cubicBezTo>
                      <a:pt x="419" y="616"/>
                      <a:pt x="421" y="617"/>
                      <a:pt x="424" y="617"/>
                    </a:cubicBezTo>
                    <a:cubicBezTo>
                      <a:pt x="425" y="618"/>
                      <a:pt x="433" y="620"/>
                      <a:pt x="431" y="616"/>
                    </a:cubicBezTo>
                    <a:cubicBezTo>
                      <a:pt x="431" y="615"/>
                      <a:pt x="429" y="615"/>
                      <a:pt x="427" y="614"/>
                    </a:cubicBezTo>
                    <a:cubicBezTo>
                      <a:pt x="425" y="614"/>
                      <a:pt x="423" y="613"/>
                      <a:pt x="420" y="613"/>
                    </a:cubicBezTo>
                    <a:cubicBezTo>
                      <a:pt x="418" y="613"/>
                      <a:pt x="416" y="613"/>
                      <a:pt x="414" y="613"/>
                    </a:cubicBezTo>
                    <a:cubicBezTo>
                      <a:pt x="413" y="613"/>
                      <a:pt x="412" y="613"/>
                      <a:pt x="411" y="614"/>
                    </a:cubicBezTo>
                    <a:cubicBezTo>
                      <a:pt x="411" y="614"/>
                      <a:pt x="410" y="614"/>
                      <a:pt x="410" y="615"/>
                    </a:cubicBezTo>
                    <a:cubicBezTo>
                      <a:pt x="409" y="616"/>
                      <a:pt x="406" y="615"/>
                      <a:pt x="405" y="613"/>
                    </a:cubicBezTo>
                    <a:cubicBezTo>
                      <a:pt x="404" y="612"/>
                      <a:pt x="404" y="611"/>
                      <a:pt x="403" y="610"/>
                    </a:cubicBezTo>
                    <a:cubicBezTo>
                      <a:pt x="402" y="609"/>
                      <a:pt x="401" y="609"/>
                      <a:pt x="399" y="609"/>
                    </a:cubicBezTo>
                    <a:cubicBezTo>
                      <a:pt x="399" y="609"/>
                      <a:pt x="399" y="609"/>
                      <a:pt x="399" y="609"/>
                    </a:cubicBezTo>
                    <a:cubicBezTo>
                      <a:pt x="398" y="609"/>
                      <a:pt x="398" y="608"/>
                      <a:pt x="397" y="607"/>
                    </a:cubicBezTo>
                    <a:cubicBezTo>
                      <a:pt x="397" y="605"/>
                      <a:pt x="395" y="606"/>
                      <a:pt x="394" y="606"/>
                    </a:cubicBezTo>
                    <a:cubicBezTo>
                      <a:pt x="393" y="606"/>
                      <a:pt x="392" y="606"/>
                      <a:pt x="392" y="606"/>
                    </a:cubicBezTo>
                    <a:cubicBezTo>
                      <a:pt x="390" y="606"/>
                      <a:pt x="390" y="607"/>
                      <a:pt x="390" y="609"/>
                    </a:cubicBezTo>
                    <a:cubicBezTo>
                      <a:pt x="391" y="610"/>
                      <a:pt x="392" y="611"/>
                      <a:pt x="391" y="613"/>
                    </a:cubicBezTo>
                    <a:cubicBezTo>
                      <a:pt x="390" y="614"/>
                      <a:pt x="389" y="614"/>
                      <a:pt x="387" y="614"/>
                    </a:cubicBezTo>
                    <a:cubicBezTo>
                      <a:pt x="386" y="613"/>
                      <a:pt x="384" y="613"/>
                      <a:pt x="382" y="613"/>
                    </a:cubicBezTo>
                    <a:cubicBezTo>
                      <a:pt x="381" y="613"/>
                      <a:pt x="379" y="613"/>
                      <a:pt x="377" y="614"/>
                    </a:cubicBezTo>
                    <a:cubicBezTo>
                      <a:pt x="376" y="614"/>
                      <a:pt x="375" y="614"/>
                      <a:pt x="374" y="614"/>
                    </a:cubicBezTo>
                    <a:cubicBezTo>
                      <a:pt x="371" y="615"/>
                      <a:pt x="370" y="614"/>
                      <a:pt x="368" y="613"/>
                    </a:cubicBezTo>
                    <a:cubicBezTo>
                      <a:pt x="367" y="613"/>
                      <a:pt x="366" y="613"/>
                      <a:pt x="365" y="612"/>
                    </a:cubicBezTo>
                    <a:cubicBezTo>
                      <a:pt x="364" y="612"/>
                      <a:pt x="363" y="610"/>
                      <a:pt x="363" y="609"/>
                    </a:cubicBezTo>
                    <a:cubicBezTo>
                      <a:pt x="362" y="608"/>
                      <a:pt x="361" y="608"/>
                      <a:pt x="360" y="609"/>
                    </a:cubicBezTo>
                    <a:cubicBezTo>
                      <a:pt x="359" y="609"/>
                      <a:pt x="357" y="609"/>
                      <a:pt x="356" y="609"/>
                    </a:cubicBezTo>
                    <a:cubicBezTo>
                      <a:pt x="355" y="608"/>
                      <a:pt x="354" y="608"/>
                      <a:pt x="353" y="608"/>
                    </a:cubicBezTo>
                    <a:cubicBezTo>
                      <a:pt x="353" y="607"/>
                      <a:pt x="352" y="606"/>
                      <a:pt x="351" y="606"/>
                    </a:cubicBezTo>
                    <a:cubicBezTo>
                      <a:pt x="349" y="605"/>
                      <a:pt x="346" y="605"/>
                      <a:pt x="344" y="604"/>
                    </a:cubicBezTo>
                    <a:close/>
                    <a:moveTo>
                      <a:pt x="543" y="865"/>
                    </a:moveTo>
                    <a:cubicBezTo>
                      <a:pt x="544" y="865"/>
                      <a:pt x="545" y="865"/>
                      <a:pt x="546" y="866"/>
                    </a:cubicBezTo>
                    <a:cubicBezTo>
                      <a:pt x="547" y="867"/>
                      <a:pt x="547" y="867"/>
                      <a:pt x="547" y="868"/>
                    </a:cubicBezTo>
                    <a:cubicBezTo>
                      <a:pt x="548" y="870"/>
                      <a:pt x="549" y="870"/>
                      <a:pt x="548" y="871"/>
                    </a:cubicBezTo>
                    <a:cubicBezTo>
                      <a:pt x="547" y="872"/>
                      <a:pt x="546" y="873"/>
                      <a:pt x="546" y="873"/>
                    </a:cubicBezTo>
                    <a:cubicBezTo>
                      <a:pt x="546" y="875"/>
                      <a:pt x="548" y="875"/>
                      <a:pt x="549" y="875"/>
                    </a:cubicBezTo>
                    <a:cubicBezTo>
                      <a:pt x="551" y="875"/>
                      <a:pt x="553" y="875"/>
                      <a:pt x="555" y="875"/>
                    </a:cubicBezTo>
                    <a:cubicBezTo>
                      <a:pt x="556" y="875"/>
                      <a:pt x="558" y="875"/>
                      <a:pt x="558" y="876"/>
                    </a:cubicBezTo>
                    <a:cubicBezTo>
                      <a:pt x="560" y="879"/>
                      <a:pt x="555" y="880"/>
                      <a:pt x="554" y="880"/>
                    </a:cubicBezTo>
                    <a:cubicBezTo>
                      <a:pt x="550" y="880"/>
                      <a:pt x="547" y="879"/>
                      <a:pt x="543" y="879"/>
                    </a:cubicBezTo>
                    <a:cubicBezTo>
                      <a:pt x="541" y="878"/>
                      <a:pt x="538" y="878"/>
                      <a:pt x="536" y="878"/>
                    </a:cubicBezTo>
                    <a:cubicBezTo>
                      <a:pt x="533" y="878"/>
                      <a:pt x="530" y="879"/>
                      <a:pt x="528" y="880"/>
                    </a:cubicBezTo>
                    <a:cubicBezTo>
                      <a:pt x="526" y="881"/>
                      <a:pt x="524" y="882"/>
                      <a:pt x="522" y="883"/>
                    </a:cubicBezTo>
                    <a:cubicBezTo>
                      <a:pt x="515" y="884"/>
                      <a:pt x="510" y="887"/>
                      <a:pt x="504" y="889"/>
                    </a:cubicBezTo>
                    <a:cubicBezTo>
                      <a:pt x="501" y="890"/>
                      <a:pt x="498" y="889"/>
                      <a:pt x="495" y="889"/>
                    </a:cubicBezTo>
                    <a:cubicBezTo>
                      <a:pt x="492" y="889"/>
                      <a:pt x="489" y="889"/>
                      <a:pt x="486" y="888"/>
                    </a:cubicBezTo>
                    <a:cubicBezTo>
                      <a:pt x="482" y="887"/>
                      <a:pt x="486" y="884"/>
                      <a:pt x="488" y="883"/>
                    </a:cubicBezTo>
                    <a:cubicBezTo>
                      <a:pt x="489" y="882"/>
                      <a:pt x="490" y="881"/>
                      <a:pt x="491" y="880"/>
                    </a:cubicBezTo>
                    <a:cubicBezTo>
                      <a:pt x="493" y="877"/>
                      <a:pt x="492" y="875"/>
                      <a:pt x="490" y="873"/>
                    </a:cubicBezTo>
                    <a:cubicBezTo>
                      <a:pt x="488" y="872"/>
                      <a:pt x="485" y="871"/>
                      <a:pt x="483" y="870"/>
                    </a:cubicBezTo>
                    <a:cubicBezTo>
                      <a:pt x="480" y="868"/>
                      <a:pt x="476" y="870"/>
                      <a:pt x="473" y="870"/>
                    </a:cubicBezTo>
                    <a:cubicBezTo>
                      <a:pt x="470" y="870"/>
                      <a:pt x="466" y="870"/>
                      <a:pt x="463" y="867"/>
                    </a:cubicBezTo>
                    <a:cubicBezTo>
                      <a:pt x="462" y="866"/>
                      <a:pt x="461" y="863"/>
                      <a:pt x="461" y="861"/>
                    </a:cubicBezTo>
                    <a:cubicBezTo>
                      <a:pt x="462" y="856"/>
                      <a:pt x="469" y="856"/>
                      <a:pt x="473" y="857"/>
                    </a:cubicBezTo>
                    <a:cubicBezTo>
                      <a:pt x="476" y="857"/>
                      <a:pt x="478" y="857"/>
                      <a:pt x="481" y="856"/>
                    </a:cubicBezTo>
                    <a:cubicBezTo>
                      <a:pt x="483" y="855"/>
                      <a:pt x="486" y="853"/>
                      <a:pt x="488" y="852"/>
                    </a:cubicBezTo>
                    <a:cubicBezTo>
                      <a:pt x="491" y="852"/>
                      <a:pt x="493" y="852"/>
                      <a:pt x="496" y="851"/>
                    </a:cubicBezTo>
                    <a:cubicBezTo>
                      <a:pt x="499" y="850"/>
                      <a:pt x="503" y="851"/>
                      <a:pt x="507" y="850"/>
                    </a:cubicBezTo>
                    <a:cubicBezTo>
                      <a:pt x="511" y="850"/>
                      <a:pt x="510" y="847"/>
                      <a:pt x="508" y="845"/>
                    </a:cubicBezTo>
                    <a:cubicBezTo>
                      <a:pt x="506" y="842"/>
                      <a:pt x="504" y="840"/>
                      <a:pt x="501" y="840"/>
                    </a:cubicBezTo>
                    <a:cubicBezTo>
                      <a:pt x="498" y="840"/>
                      <a:pt x="494" y="840"/>
                      <a:pt x="492" y="837"/>
                    </a:cubicBezTo>
                    <a:cubicBezTo>
                      <a:pt x="492" y="835"/>
                      <a:pt x="492" y="834"/>
                      <a:pt x="491" y="832"/>
                    </a:cubicBezTo>
                    <a:cubicBezTo>
                      <a:pt x="491" y="831"/>
                      <a:pt x="490" y="829"/>
                      <a:pt x="489" y="828"/>
                    </a:cubicBezTo>
                    <a:cubicBezTo>
                      <a:pt x="488" y="827"/>
                      <a:pt x="488" y="826"/>
                      <a:pt x="487" y="824"/>
                    </a:cubicBezTo>
                    <a:cubicBezTo>
                      <a:pt x="487" y="823"/>
                      <a:pt x="487" y="822"/>
                      <a:pt x="487" y="821"/>
                    </a:cubicBezTo>
                    <a:cubicBezTo>
                      <a:pt x="486" y="818"/>
                      <a:pt x="483" y="817"/>
                      <a:pt x="480" y="817"/>
                    </a:cubicBezTo>
                    <a:cubicBezTo>
                      <a:pt x="478" y="817"/>
                      <a:pt x="474" y="817"/>
                      <a:pt x="472" y="818"/>
                    </a:cubicBezTo>
                    <a:cubicBezTo>
                      <a:pt x="471" y="818"/>
                      <a:pt x="470" y="818"/>
                      <a:pt x="469" y="819"/>
                    </a:cubicBezTo>
                    <a:cubicBezTo>
                      <a:pt x="468" y="820"/>
                      <a:pt x="468" y="821"/>
                      <a:pt x="467" y="822"/>
                    </a:cubicBezTo>
                    <a:cubicBezTo>
                      <a:pt x="465" y="822"/>
                      <a:pt x="464" y="822"/>
                      <a:pt x="462" y="822"/>
                    </a:cubicBezTo>
                    <a:cubicBezTo>
                      <a:pt x="461" y="822"/>
                      <a:pt x="460" y="823"/>
                      <a:pt x="459" y="823"/>
                    </a:cubicBezTo>
                    <a:cubicBezTo>
                      <a:pt x="456" y="823"/>
                      <a:pt x="453" y="823"/>
                      <a:pt x="450" y="822"/>
                    </a:cubicBezTo>
                    <a:cubicBezTo>
                      <a:pt x="448" y="821"/>
                      <a:pt x="445" y="821"/>
                      <a:pt x="443" y="820"/>
                    </a:cubicBezTo>
                    <a:cubicBezTo>
                      <a:pt x="442" y="819"/>
                      <a:pt x="442" y="819"/>
                      <a:pt x="441" y="818"/>
                    </a:cubicBezTo>
                    <a:cubicBezTo>
                      <a:pt x="440" y="817"/>
                      <a:pt x="437" y="816"/>
                      <a:pt x="437" y="815"/>
                    </a:cubicBezTo>
                    <a:cubicBezTo>
                      <a:pt x="437" y="814"/>
                      <a:pt x="440" y="814"/>
                      <a:pt x="440" y="814"/>
                    </a:cubicBezTo>
                    <a:cubicBezTo>
                      <a:pt x="442" y="813"/>
                      <a:pt x="443" y="813"/>
                      <a:pt x="444" y="812"/>
                    </a:cubicBezTo>
                    <a:cubicBezTo>
                      <a:pt x="446" y="810"/>
                      <a:pt x="443" y="808"/>
                      <a:pt x="442" y="806"/>
                    </a:cubicBezTo>
                    <a:cubicBezTo>
                      <a:pt x="440" y="803"/>
                      <a:pt x="445" y="803"/>
                      <a:pt x="447" y="802"/>
                    </a:cubicBezTo>
                    <a:cubicBezTo>
                      <a:pt x="449" y="802"/>
                      <a:pt x="451" y="802"/>
                      <a:pt x="453" y="802"/>
                    </a:cubicBezTo>
                    <a:cubicBezTo>
                      <a:pt x="454" y="802"/>
                      <a:pt x="456" y="802"/>
                      <a:pt x="457" y="802"/>
                    </a:cubicBezTo>
                    <a:cubicBezTo>
                      <a:pt x="459" y="801"/>
                      <a:pt x="460" y="799"/>
                      <a:pt x="463" y="800"/>
                    </a:cubicBezTo>
                    <a:cubicBezTo>
                      <a:pt x="464" y="800"/>
                      <a:pt x="465" y="801"/>
                      <a:pt x="466" y="800"/>
                    </a:cubicBezTo>
                    <a:cubicBezTo>
                      <a:pt x="468" y="800"/>
                      <a:pt x="469" y="798"/>
                      <a:pt x="470" y="797"/>
                    </a:cubicBezTo>
                    <a:cubicBezTo>
                      <a:pt x="470" y="796"/>
                      <a:pt x="471" y="794"/>
                      <a:pt x="473" y="794"/>
                    </a:cubicBezTo>
                    <a:cubicBezTo>
                      <a:pt x="474" y="793"/>
                      <a:pt x="475" y="794"/>
                      <a:pt x="476" y="794"/>
                    </a:cubicBezTo>
                    <a:cubicBezTo>
                      <a:pt x="478" y="796"/>
                      <a:pt x="480" y="797"/>
                      <a:pt x="481" y="794"/>
                    </a:cubicBezTo>
                    <a:cubicBezTo>
                      <a:pt x="482" y="792"/>
                      <a:pt x="482" y="790"/>
                      <a:pt x="484" y="789"/>
                    </a:cubicBezTo>
                    <a:cubicBezTo>
                      <a:pt x="487" y="787"/>
                      <a:pt x="490" y="789"/>
                      <a:pt x="493" y="789"/>
                    </a:cubicBezTo>
                    <a:cubicBezTo>
                      <a:pt x="496" y="789"/>
                      <a:pt x="496" y="786"/>
                      <a:pt x="498" y="784"/>
                    </a:cubicBezTo>
                    <a:cubicBezTo>
                      <a:pt x="499" y="784"/>
                      <a:pt x="500" y="784"/>
                      <a:pt x="501" y="784"/>
                    </a:cubicBezTo>
                    <a:cubicBezTo>
                      <a:pt x="503" y="783"/>
                      <a:pt x="504" y="783"/>
                      <a:pt x="505" y="781"/>
                    </a:cubicBezTo>
                    <a:cubicBezTo>
                      <a:pt x="506" y="780"/>
                      <a:pt x="507" y="779"/>
                      <a:pt x="508" y="778"/>
                    </a:cubicBezTo>
                    <a:cubicBezTo>
                      <a:pt x="509" y="777"/>
                      <a:pt x="511" y="777"/>
                      <a:pt x="512" y="777"/>
                    </a:cubicBezTo>
                    <a:cubicBezTo>
                      <a:pt x="513" y="777"/>
                      <a:pt x="515" y="776"/>
                      <a:pt x="516" y="776"/>
                    </a:cubicBezTo>
                    <a:cubicBezTo>
                      <a:pt x="517" y="775"/>
                      <a:pt x="519" y="774"/>
                      <a:pt x="519" y="775"/>
                    </a:cubicBezTo>
                    <a:cubicBezTo>
                      <a:pt x="520" y="776"/>
                      <a:pt x="518" y="778"/>
                      <a:pt x="518" y="778"/>
                    </a:cubicBezTo>
                    <a:cubicBezTo>
                      <a:pt x="516" y="780"/>
                      <a:pt x="515" y="780"/>
                      <a:pt x="513" y="781"/>
                    </a:cubicBezTo>
                    <a:cubicBezTo>
                      <a:pt x="511" y="781"/>
                      <a:pt x="510" y="781"/>
                      <a:pt x="509" y="783"/>
                    </a:cubicBezTo>
                    <a:cubicBezTo>
                      <a:pt x="508" y="784"/>
                      <a:pt x="508" y="786"/>
                      <a:pt x="508" y="787"/>
                    </a:cubicBezTo>
                    <a:cubicBezTo>
                      <a:pt x="510" y="791"/>
                      <a:pt x="515" y="788"/>
                      <a:pt x="517" y="791"/>
                    </a:cubicBezTo>
                    <a:cubicBezTo>
                      <a:pt x="519" y="795"/>
                      <a:pt x="512" y="797"/>
                      <a:pt x="510" y="798"/>
                    </a:cubicBezTo>
                    <a:cubicBezTo>
                      <a:pt x="507" y="800"/>
                      <a:pt x="509" y="803"/>
                      <a:pt x="509" y="805"/>
                    </a:cubicBezTo>
                    <a:cubicBezTo>
                      <a:pt x="509" y="807"/>
                      <a:pt x="508" y="808"/>
                      <a:pt x="507" y="809"/>
                    </a:cubicBezTo>
                    <a:cubicBezTo>
                      <a:pt x="507" y="810"/>
                      <a:pt x="506" y="811"/>
                      <a:pt x="506" y="812"/>
                    </a:cubicBezTo>
                    <a:cubicBezTo>
                      <a:pt x="507" y="814"/>
                      <a:pt x="514" y="808"/>
                      <a:pt x="515" y="808"/>
                    </a:cubicBezTo>
                    <a:cubicBezTo>
                      <a:pt x="519" y="806"/>
                      <a:pt x="518" y="813"/>
                      <a:pt x="520" y="815"/>
                    </a:cubicBezTo>
                    <a:cubicBezTo>
                      <a:pt x="520" y="816"/>
                      <a:pt x="522" y="816"/>
                      <a:pt x="523" y="816"/>
                    </a:cubicBezTo>
                    <a:cubicBezTo>
                      <a:pt x="525" y="816"/>
                      <a:pt x="527" y="815"/>
                      <a:pt x="528" y="815"/>
                    </a:cubicBezTo>
                    <a:cubicBezTo>
                      <a:pt x="530" y="815"/>
                      <a:pt x="532" y="816"/>
                      <a:pt x="533" y="815"/>
                    </a:cubicBezTo>
                    <a:cubicBezTo>
                      <a:pt x="535" y="815"/>
                      <a:pt x="536" y="814"/>
                      <a:pt x="537" y="813"/>
                    </a:cubicBezTo>
                    <a:cubicBezTo>
                      <a:pt x="539" y="812"/>
                      <a:pt x="543" y="811"/>
                      <a:pt x="543" y="815"/>
                    </a:cubicBezTo>
                    <a:cubicBezTo>
                      <a:pt x="544" y="818"/>
                      <a:pt x="540" y="821"/>
                      <a:pt x="538" y="822"/>
                    </a:cubicBezTo>
                    <a:cubicBezTo>
                      <a:pt x="534" y="824"/>
                      <a:pt x="530" y="823"/>
                      <a:pt x="527" y="822"/>
                    </a:cubicBezTo>
                    <a:cubicBezTo>
                      <a:pt x="524" y="822"/>
                      <a:pt x="522" y="822"/>
                      <a:pt x="519" y="823"/>
                    </a:cubicBezTo>
                    <a:cubicBezTo>
                      <a:pt x="517" y="826"/>
                      <a:pt x="516" y="829"/>
                      <a:pt x="520" y="831"/>
                    </a:cubicBezTo>
                    <a:cubicBezTo>
                      <a:pt x="521" y="831"/>
                      <a:pt x="523" y="832"/>
                      <a:pt x="524" y="833"/>
                    </a:cubicBezTo>
                    <a:cubicBezTo>
                      <a:pt x="524" y="834"/>
                      <a:pt x="523" y="835"/>
                      <a:pt x="522" y="835"/>
                    </a:cubicBezTo>
                    <a:cubicBezTo>
                      <a:pt x="520" y="837"/>
                      <a:pt x="519" y="839"/>
                      <a:pt x="520" y="842"/>
                    </a:cubicBezTo>
                    <a:cubicBezTo>
                      <a:pt x="521" y="845"/>
                      <a:pt x="523" y="845"/>
                      <a:pt x="526" y="844"/>
                    </a:cubicBezTo>
                    <a:cubicBezTo>
                      <a:pt x="527" y="844"/>
                      <a:pt x="528" y="843"/>
                      <a:pt x="529" y="843"/>
                    </a:cubicBezTo>
                    <a:cubicBezTo>
                      <a:pt x="530" y="843"/>
                      <a:pt x="531" y="844"/>
                      <a:pt x="533" y="844"/>
                    </a:cubicBezTo>
                    <a:cubicBezTo>
                      <a:pt x="536" y="844"/>
                      <a:pt x="539" y="844"/>
                      <a:pt x="541" y="844"/>
                    </a:cubicBezTo>
                    <a:cubicBezTo>
                      <a:pt x="543" y="845"/>
                      <a:pt x="548" y="847"/>
                      <a:pt x="545" y="849"/>
                    </a:cubicBezTo>
                    <a:cubicBezTo>
                      <a:pt x="541" y="850"/>
                      <a:pt x="536" y="849"/>
                      <a:pt x="532" y="849"/>
                    </a:cubicBezTo>
                    <a:cubicBezTo>
                      <a:pt x="529" y="849"/>
                      <a:pt x="527" y="850"/>
                      <a:pt x="525" y="851"/>
                    </a:cubicBezTo>
                    <a:cubicBezTo>
                      <a:pt x="523" y="852"/>
                      <a:pt x="523" y="855"/>
                      <a:pt x="523" y="857"/>
                    </a:cubicBezTo>
                    <a:cubicBezTo>
                      <a:pt x="525" y="864"/>
                      <a:pt x="536" y="858"/>
                      <a:pt x="541" y="857"/>
                    </a:cubicBezTo>
                    <a:cubicBezTo>
                      <a:pt x="542" y="857"/>
                      <a:pt x="543" y="856"/>
                      <a:pt x="544" y="856"/>
                    </a:cubicBezTo>
                    <a:cubicBezTo>
                      <a:pt x="547" y="856"/>
                      <a:pt x="549" y="856"/>
                      <a:pt x="552" y="856"/>
                    </a:cubicBezTo>
                    <a:cubicBezTo>
                      <a:pt x="554" y="856"/>
                      <a:pt x="559" y="854"/>
                      <a:pt x="559" y="857"/>
                    </a:cubicBezTo>
                    <a:cubicBezTo>
                      <a:pt x="559" y="860"/>
                      <a:pt x="552" y="860"/>
                      <a:pt x="550" y="860"/>
                    </a:cubicBezTo>
                    <a:cubicBezTo>
                      <a:pt x="547" y="860"/>
                      <a:pt x="544" y="859"/>
                      <a:pt x="541" y="860"/>
                    </a:cubicBezTo>
                    <a:cubicBezTo>
                      <a:pt x="540" y="860"/>
                      <a:pt x="536" y="861"/>
                      <a:pt x="536" y="863"/>
                    </a:cubicBezTo>
                    <a:cubicBezTo>
                      <a:pt x="535" y="865"/>
                      <a:pt x="542" y="865"/>
                      <a:pt x="543" y="865"/>
                    </a:cubicBezTo>
                    <a:close/>
                    <a:moveTo>
                      <a:pt x="525" y="946"/>
                    </a:moveTo>
                    <a:cubicBezTo>
                      <a:pt x="521" y="951"/>
                      <a:pt x="515" y="944"/>
                      <a:pt x="512" y="942"/>
                    </a:cubicBezTo>
                    <a:cubicBezTo>
                      <a:pt x="509" y="940"/>
                      <a:pt x="505" y="940"/>
                      <a:pt x="501" y="941"/>
                    </a:cubicBezTo>
                    <a:cubicBezTo>
                      <a:pt x="498" y="942"/>
                      <a:pt x="495" y="942"/>
                      <a:pt x="491" y="944"/>
                    </a:cubicBezTo>
                    <a:cubicBezTo>
                      <a:pt x="491" y="944"/>
                      <a:pt x="490" y="944"/>
                      <a:pt x="489" y="944"/>
                    </a:cubicBezTo>
                    <a:cubicBezTo>
                      <a:pt x="488" y="944"/>
                      <a:pt x="487" y="944"/>
                      <a:pt x="486" y="944"/>
                    </a:cubicBezTo>
                    <a:cubicBezTo>
                      <a:pt x="485" y="944"/>
                      <a:pt x="485" y="945"/>
                      <a:pt x="484" y="945"/>
                    </a:cubicBezTo>
                    <a:cubicBezTo>
                      <a:pt x="482" y="944"/>
                      <a:pt x="481" y="945"/>
                      <a:pt x="480" y="945"/>
                    </a:cubicBezTo>
                    <a:cubicBezTo>
                      <a:pt x="479" y="945"/>
                      <a:pt x="477" y="945"/>
                      <a:pt x="476" y="945"/>
                    </a:cubicBezTo>
                    <a:cubicBezTo>
                      <a:pt x="474" y="945"/>
                      <a:pt x="472" y="944"/>
                      <a:pt x="472" y="941"/>
                    </a:cubicBezTo>
                    <a:cubicBezTo>
                      <a:pt x="471" y="940"/>
                      <a:pt x="472" y="938"/>
                      <a:pt x="474" y="937"/>
                    </a:cubicBezTo>
                    <a:cubicBezTo>
                      <a:pt x="475" y="936"/>
                      <a:pt x="476" y="936"/>
                      <a:pt x="478" y="935"/>
                    </a:cubicBezTo>
                    <a:cubicBezTo>
                      <a:pt x="479" y="935"/>
                      <a:pt x="481" y="934"/>
                      <a:pt x="482" y="934"/>
                    </a:cubicBezTo>
                    <a:cubicBezTo>
                      <a:pt x="485" y="934"/>
                      <a:pt x="486" y="931"/>
                      <a:pt x="486" y="929"/>
                    </a:cubicBezTo>
                    <a:cubicBezTo>
                      <a:pt x="486" y="927"/>
                      <a:pt x="484" y="927"/>
                      <a:pt x="483" y="926"/>
                    </a:cubicBezTo>
                    <a:cubicBezTo>
                      <a:pt x="482" y="926"/>
                      <a:pt x="481" y="926"/>
                      <a:pt x="480" y="926"/>
                    </a:cubicBezTo>
                    <a:cubicBezTo>
                      <a:pt x="476" y="925"/>
                      <a:pt x="476" y="922"/>
                      <a:pt x="476" y="919"/>
                    </a:cubicBezTo>
                    <a:cubicBezTo>
                      <a:pt x="475" y="916"/>
                      <a:pt x="479" y="913"/>
                      <a:pt x="481" y="911"/>
                    </a:cubicBezTo>
                    <a:cubicBezTo>
                      <a:pt x="483" y="910"/>
                      <a:pt x="485" y="909"/>
                      <a:pt x="487" y="909"/>
                    </a:cubicBezTo>
                    <a:cubicBezTo>
                      <a:pt x="489" y="909"/>
                      <a:pt x="490" y="909"/>
                      <a:pt x="492" y="910"/>
                    </a:cubicBezTo>
                    <a:cubicBezTo>
                      <a:pt x="494" y="911"/>
                      <a:pt x="496" y="911"/>
                      <a:pt x="498" y="912"/>
                    </a:cubicBezTo>
                    <a:cubicBezTo>
                      <a:pt x="501" y="913"/>
                      <a:pt x="505" y="914"/>
                      <a:pt x="506" y="917"/>
                    </a:cubicBezTo>
                    <a:cubicBezTo>
                      <a:pt x="506" y="918"/>
                      <a:pt x="506" y="920"/>
                      <a:pt x="507" y="921"/>
                    </a:cubicBezTo>
                    <a:cubicBezTo>
                      <a:pt x="508" y="921"/>
                      <a:pt x="509" y="920"/>
                      <a:pt x="509" y="920"/>
                    </a:cubicBezTo>
                    <a:cubicBezTo>
                      <a:pt x="510" y="919"/>
                      <a:pt x="512" y="918"/>
                      <a:pt x="513" y="917"/>
                    </a:cubicBezTo>
                    <a:cubicBezTo>
                      <a:pt x="513" y="917"/>
                      <a:pt x="513" y="916"/>
                      <a:pt x="513" y="915"/>
                    </a:cubicBezTo>
                    <a:cubicBezTo>
                      <a:pt x="514" y="915"/>
                      <a:pt x="514" y="914"/>
                      <a:pt x="515" y="914"/>
                    </a:cubicBezTo>
                    <a:cubicBezTo>
                      <a:pt x="516" y="913"/>
                      <a:pt x="517" y="911"/>
                      <a:pt x="517" y="910"/>
                    </a:cubicBezTo>
                    <a:cubicBezTo>
                      <a:pt x="518" y="910"/>
                      <a:pt x="520" y="910"/>
                      <a:pt x="520" y="911"/>
                    </a:cubicBezTo>
                    <a:cubicBezTo>
                      <a:pt x="521" y="912"/>
                      <a:pt x="521" y="915"/>
                      <a:pt x="521" y="916"/>
                    </a:cubicBezTo>
                    <a:cubicBezTo>
                      <a:pt x="520" y="918"/>
                      <a:pt x="520" y="920"/>
                      <a:pt x="521" y="921"/>
                    </a:cubicBezTo>
                    <a:cubicBezTo>
                      <a:pt x="522" y="922"/>
                      <a:pt x="523" y="922"/>
                      <a:pt x="524" y="923"/>
                    </a:cubicBezTo>
                    <a:cubicBezTo>
                      <a:pt x="525" y="925"/>
                      <a:pt x="523" y="927"/>
                      <a:pt x="523" y="929"/>
                    </a:cubicBezTo>
                    <a:cubicBezTo>
                      <a:pt x="522" y="930"/>
                      <a:pt x="525" y="931"/>
                      <a:pt x="525" y="933"/>
                    </a:cubicBezTo>
                    <a:cubicBezTo>
                      <a:pt x="526" y="935"/>
                      <a:pt x="525" y="938"/>
                      <a:pt x="525" y="940"/>
                    </a:cubicBezTo>
                    <a:cubicBezTo>
                      <a:pt x="525" y="942"/>
                      <a:pt x="526" y="944"/>
                      <a:pt x="525" y="946"/>
                    </a:cubicBezTo>
                    <a:close/>
                    <a:moveTo>
                      <a:pt x="436" y="781"/>
                    </a:moveTo>
                    <a:cubicBezTo>
                      <a:pt x="434" y="781"/>
                      <a:pt x="432" y="782"/>
                      <a:pt x="432" y="781"/>
                    </a:cubicBezTo>
                    <a:cubicBezTo>
                      <a:pt x="430" y="780"/>
                      <a:pt x="432" y="779"/>
                      <a:pt x="433" y="778"/>
                    </a:cubicBezTo>
                    <a:cubicBezTo>
                      <a:pt x="435" y="776"/>
                      <a:pt x="437" y="776"/>
                      <a:pt x="440" y="775"/>
                    </a:cubicBezTo>
                    <a:cubicBezTo>
                      <a:pt x="444" y="775"/>
                      <a:pt x="449" y="776"/>
                      <a:pt x="453" y="774"/>
                    </a:cubicBezTo>
                    <a:cubicBezTo>
                      <a:pt x="457" y="771"/>
                      <a:pt x="461" y="768"/>
                      <a:pt x="463" y="764"/>
                    </a:cubicBezTo>
                    <a:cubicBezTo>
                      <a:pt x="466" y="762"/>
                      <a:pt x="467" y="758"/>
                      <a:pt x="471" y="757"/>
                    </a:cubicBezTo>
                    <a:cubicBezTo>
                      <a:pt x="475" y="755"/>
                      <a:pt x="480" y="755"/>
                      <a:pt x="484" y="755"/>
                    </a:cubicBezTo>
                    <a:cubicBezTo>
                      <a:pt x="485" y="756"/>
                      <a:pt x="487" y="756"/>
                      <a:pt x="488" y="757"/>
                    </a:cubicBezTo>
                    <a:cubicBezTo>
                      <a:pt x="488" y="758"/>
                      <a:pt x="486" y="759"/>
                      <a:pt x="486" y="759"/>
                    </a:cubicBezTo>
                    <a:cubicBezTo>
                      <a:pt x="483" y="760"/>
                      <a:pt x="480" y="759"/>
                      <a:pt x="479" y="762"/>
                    </a:cubicBezTo>
                    <a:cubicBezTo>
                      <a:pt x="478" y="763"/>
                      <a:pt x="477" y="764"/>
                      <a:pt x="476" y="765"/>
                    </a:cubicBezTo>
                    <a:cubicBezTo>
                      <a:pt x="474" y="766"/>
                      <a:pt x="473" y="766"/>
                      <a:pt x="471" y="767"/>
                    </a:cubicBezTo>
                    <a:cubicBezTo>
                      <a:pt x="469" y="768"/>
                      <a:pt x="468" y="769"/>
                      <a:pt x="467" y="771"/>
                    </a:cubicBezTo>
                    <a:cubicBezTo>
                      <a:pt x="466" y="773"/>
                      <a:pt x="464" y="773"/>
                      <a:pt x="462" y="774"/>
                    </a:cubicBezTo>
                    <a:cubicBezTo>
                      <a:pt x="462" y="774"/>
                      <a:pt x="460" y="775"/>
                      <a:pt x="460" y="775"/>
                    </a:cubicBezTo>
                    <a:cubicBezTo>
                      <a:pt x="459" y="775"/>
                      <a:pt x="459" y="777"/>
                      <a:pt x="459" y="777"/>
                    </a:cubicBezTo>
                    <a:cubicBezTo>
                      <a:pt x="459" y="778"/>
                      <a:pt x="460" y="778"/>
                      <a:pt x="460" y="778"/>
                    </a:cubicBezTo>
                    <a:cubicBezTo>
                      <a:pt x="461" y="778"/>
                      <a:pt x="462" y="778"/>
                      <a:pt x="462" y="778"/>
                    </a:cubicBezTo>
                    <a:cubicBezTo>
                      <a:pt x="463" y="779"/>
                      <a:pt x="463" y="779"/>
                      <a:pt x="464" y="779"/>
                    </a:cubicBezTo>
                    <a:cubicBezTo>
                      <a:pt x="465" y="779"/>
                      <a:pt x="465" y="778"/>
                      <a:pt x="466" y="779"/>
                    </a:cubicBezTo>
                    <a:cubicBezTo>
                      <a:pt x="466" y="780"/>
                      <a:pt x="466" y="781"/>
                      <a:pt x="465" y="782"/>
                    </a:cubicBezTo>
                    <a:cubicBezTo>
                      <a:pt x="465" y="784"/>
                      <a:pt x="465" y="786"/>
                      <a:pt x="464" y="786"/>
                    </a:cubicBezTo>
                    <a:cubicBezTo>
                      <a:pt x="462" y="787"/>
                      <a:pt x="461" y="786"/>
                      <a:pt x="459" y="786"/>
                    </a:cubicBezTo>
                    <a:cubicBezTo>
                      <a:pt x="457" y="784"/>
                      <a:pt x="456" y="784"/>
                      <a:pt x="454" y="785"/>
                    </a:cubicBezTo>
                    <a:cubicBezTo>
                      <a:pt x="452" y="785"/>
                      <a:pt x="447" y="785"/>
                      <a:pt x="447" y="786"/>
                    </a:cubicBezTo>
                    <a:cubicBezTo>
                      <a:pt x="447" y="787"/>
                      <a:pt x="447" y="787"/>
                      <a:pt x="447" y="788"/>
                    </a:cubicBezTo>
                    <a:cubicBezTo>
                      <a:pt x="447" y="789"/>
                      <a:pt x="446" y="790"/>
                      <a:pt x="446" y="790"/>
                    </a:cubicBezTo>
                    <a:cubicBezTo>
                      <a:pt x="446" y="792"/>
                      <a:pt x="445" y="793"/>
                      <a:pt x="443" y="794"/>
                    </a:cubicBezTo>
                    <a:cubicBezTo>
                      <a:pt x="440" y="796"/>
                      <a:pt x="436" y="794"/>
                      <a:pt x="433" y="794"/>
                    </a:cubicBezTo>
                    <a:cubicBezTo>
                      <a:pt x="433" y="793"/>
                      <a:pt x="433" y="792"/>
                      <a:pt x="434" y="792"/>
                    </a:cubicBezTo>
                    <a:cubicBezTo>
                      <a:pt x="434" y="790"/>
                      <a:pt x="435" y="789"/>
                      <a:pt x="436" y="788"/>
                    </a:cubicBezTo>
                    <a:cubicBezTo>
                      <a:pt x="438" y="786"/>
                      <a:pt x="440" y="783"/>
                      <a:pt x="441" y="781"/>
                    </a:cubicBezTo>
                    <a:cubicBezTo>
                      <a:pt x="439" y="781"/>
                      <a:pt x="437" y="781"/>
                      <a:pt x="436" y="781"/>
                    </a:cubicBezTo>
                    <a:close/>
                    <a:moveTo>
                      <a:pt x="367" y="882"/>
                    </a:moveTo>
                    <a:cubicBezTo>
                      <a:pt x="366" y="881"/>
                      <a:pt x="365" y="879"/>
                      <a:pt x="365" y="877"/>
                    </a:cubicBezTo>
                    <a:cubicBezTo>
                      <a:pt x="365" y="875"/>
                      <a:pt x="366" y="873"/>
                      <a:pt x="365" y="871"/>
                    </a:cubicBezTo>
                    <a:cubicBezTo>
                      <a:pt x="365" y="868"/>
                      <a:pt x="362" y="867"/>
                      <a:pt x="359" y="866"/>
                    </a:cubicBezTo>
                    <a:cubicBezTo>
                      <a:pt x="357" y="866"/>
                      <a:pt x="353" y="865"/>
                      <a:pt x="352" y="863"/>
                    </a:cubicBezTo>
                    <a:cubicBezTo>
                      <a:pt x="351" y="861"/>
                      <a:pt x="355" y="861"/>
                      <a:pt x="356" y="861"/>
                    </a:cubicBezTo>
                    <a:cubicBezTo>
                      <a:pt x="357" y="862"/>
                      <a:pt x="358" y="862"/>
                      <a:pt x="359" y="862"/>
                    </a:cubicBezTo>
                    <a:cubicBezTo>
                      <a:pt x="360" y="862"/>
                      <a:pt x="361" y="861"/>
                      <a:pt x="363" y="861"/>
                    </a:cubicBezTo>
                    <a:cubicBezTo>
                      <a:pt x="365" y="861"/>
                      <a:pt x="366" y="861"/>
                      <a:pt x="367" y="859"/>
                    </a:cubicBezTo>
                    <a:cubicBezTo>
                      <a:pt x="368" y="857"/>
                      <a:pt x="367" y="855"/>
                      <a:pt x="369" y="854"/>
                    </a:cubicBezTo>
                    <a:cubicBezTo>
                      <a:pt x="371" y="852"/>
                      <a:pt x="374" y="851"/>
                      <a:pt x="376" y="849"/>
                    </a:cubicBezTo>
                    <a:cubicBezTo>
                      <a:pt x="379" y="847"/>
                      <a:pt x="381" y="844"/>
                      <a:pt x="383" y="841"/>
                    </a:cubicBezTo>
                    <a:cubicBezTo>
                      <a:pt x="385" y="839"/>
                      <a:pt x="386" y="838"/>
                      <a:pt x="388" y="837"/>
                    </a:cubicBezTo>
                    <a:cubicBezTo>
                      <a:pt x="390" y="836"/>
                      <a:pt x="391" y="834"/>
                      <a:pt x="393" y="833"/>
                    </a:cubicBezTo>
                    <a:cubicBezTo>
                      <a:pt x="394" y="832"/>
                      <a:pt x="396" y="832"/>
                      <a:pt x="396" y="833"/>
                    </a:cubicBezTo>
                    <a:cubicBezTo>
                      <a:pt x="397" y="835"/>
                      <a:pt x="396" y="836"/>
                      <a:pt x="395" y="836"/>
                    </a:cubicBezTo>
                    <a:cubicBezTo>
                      <a:pt x="394" y="837"/>
                      <a:pt x="392" y="839"/>
                      <a:pt x="391" y="840"/>
                    </a:cubicBezTo>
                    <a:cubicBezTo>
                      <a:pt x="391" y="843"/>
                      <a:pt x="391" y="845"/>
                      <a:pt x="391" y="848"/>
                    </a:cubicBezTo>
                    <a:cubicBezTo>
                      <a:pt x="391" y="850"/>
                      <a:pt x="391" y="853"/>
                      <a:pt x="389" y="855"/>
                    </a:cubicBezTo>
                    <a:cubicBezTo>
                      <a:pt x="387" y="856"/>
                      <a:pt x="386" y="857"/>
                      <a:pt x="385" y="859"/>
                    </a:cubicBezTo>
                    <a:cubicBezTo>
                      <a:pt x="385" y="861"/>
                      <a:pt x="385" y="862"/>
                      <a:pt x="386" y="863"/>
                    </a:cubicBezTo>
                    <a:cubicBezTo>
                      <a:pt x="387" y="864"/>
                      <a:pt x="389" y="865"/>
                      <a:pt x="390" y="864"/>
                    </a:cubicBezTo>
                    <a:cubicBezTo>
                      <a:pt x="391" y="864"/>
                      <a:pt x="392" y="863"/>
                      <a:pt x="392" y="863"/>
                    </a:cubicBezTo>
                    <a:cubicBezTo>
                      <a:pt x="393" y="862"/>
                      <a:pt x="394" y="862"/>
                      <a:pt x="395" y="862"/>
                    </a:cubicBezTo>
                    <a:cubicBezTo>
                      <a:pt x="396" y="861"/>
                      <a:pt x="396" y="861"/>
                      <a:pt x="397" y="861"/>
                    </a:cubicBezTo>
                    <a:cubicBezTo>
                      <a:pt x="399" y="860"/>
                      <a:pt x="401" y="860"/>
                      <a:pt x="403" y="859"/>
                    </a:cubicBezTo>
                    <a:cubicBezTo>
                      <a:pt x="406" y="859"/>
                      <a:pt x="409" y="859"/>
                      <a:pt x="412" y="858"/>
                    </a:cubicBezTo>
                    <a:cubicBezTo>
                      <a:pt x="413" y="858"/>
                      <a:pt x="414" y="857"/>
                      <a:pt x="415" y="857"/>
                    </a:cubicBezTo>
                    <a:cubicBezTo>
                      <a:pt x="417" y="856"/>
                      <a:pt x="417" y="855"/>
                      <a:pt x="418" y="855"/>
                    </a:cubicBezTo>
                    <a:cubicBezTo>
                      <a:pt x="419" y="854"/>
                      <a:pt x="420" y="853"/>
                      <a:pt x="420" y="852"/>
                    </a:cubicBezTo>
                    <a:cubicBezTo>
                      <a:pt x="421" y="852"/>
                      <a:pt x="422" y="851"/>
                      <a:pt x="423" y="850"/>
                    </a:cubicBezTo>
                    <a:cubicBezTo>
                      <a:pt x="423" y="849"/>
                      <a:pt x="424" y="849"/>
                      <a:pt x="425" y="848"/>
                    </a:cubicBezTo>
                    <a:cubicBezTo>
                      <a:pt x="426" y="847"/>
                      <a:pt x="427" y="846"/>
                      <a:pt x="427" y="846"/>
                    </a:cubicBezTo>
                    <a:cubicBezTo>
                      <a:pt x="428" y="845"/>
                      <a:pt x="429" y="844"/>
                      <a:pt x="429" y="843"/>
                    </a:cubicBezTo>
                    <a:cubicBezTo>
                      <a:pt x="430" y="842"/>
                      <a:pt x="430" y="841"/>
                      <a:pt x="430" y="840"/>
                    </a:cubicBezTo>
                    <a:cubicBezTo>
                      <a:pt x="430" y="840"/>
                      <a:pt x="431" y="840"/>
                      <a:pt x="431" y="839"/>
                    </a:cubicBezTo>
                    <a:cubicBezTo>
                      <a:pt x="433" y="838"/>
                      <a:pt x="433" y="836"/>
                      <a:pt x="434" y="834"/>
                    </a:cubicBezTo>
                    <a:cubicBezTo>
                      <a:pt x="436" y="832"/>
                      <a:pt x="441" y="825"/>
                      <a:pt x="444" y="827"/>
                    </a:cubicBezTo>
                    <a:cubicBezTo>
                      <a:pt x="446" y="828"/>
                      <a:pt x="445" y="830"/>
                      <a:pt x="444" y="832"/>
                    </a:cubicBezTo>
                    <a:cubicBezTo>
                      <a:pt x="443" y="834"/>
                      <a:pt x="442" y="836"/>
                      <a:pt x="440" y="838"/>
                    </a:cubicBezTo>
                    <a:cubicBezTo>
                      <a:pt x="437" y="841"/>
                      <a:pt x="434" y="842"/>
                      <a:pt x="432" y="845"/>
                    </a:cubicBezTo>
                    <a:cubicBezTo>
                      <a:pt x="430" y="849"/>
                      <a:pt x="429" y="853"/>
                      <a:pt x="426" y="857"/>
                    </a:cubicBezTo>
                    <a:cubicBezTo>
                      <a:pt x="425" y="858"/>
                      <a:pt x="424" y="859"/>
                      <a:pt x="422" y="861"/>
                    </a:cubicBezTo>
                    <a:cubicBezTo>
                      <a:pt x="421" y="863"/>
                      <a:pt x="419" y="866"/>
                      <a:pt x="417" y="868"/>
                    </a:cubicBezTo>
                    <a:cubicBezTo>
                      <a:pt x="416" y="870"/>
                      <a:pt x="416" y="872"/>
                      <a:pt x="415" y="874"/>
                    </a:cubicBezTo>
                    <a:cubicBezTo>
                      <a:pt x="414" y="876"/>
                      <a:pt x="411" y="877"/>
                      <a:pt x="409" y="877"/>
                    </a:cubicBezTo>
                    <a:cubicBezTo>
                      <a:pt x="408" y="877"/>
                      <a:pt x="407" y="877"/>
                      <a:pt x="407" y="878"/>
                    </a:cubicBezTo>
                    <a:cubicBezTo>
                      <a:pt x="406" y="879"/>
                      <a:pt x="406" y="880"/>
                      <a:pt x="406" y="881"/>
                    </a:cubicBezTo>
                    <a:cubicBezTo>
                      <a:pt x="407" y="884"/>
                      <a:pt x="408" y="889"/>
                      <a:pt x="405" y="891"/>
                    </a:cubicBezTo>
                    <a:cubicBezTo>
                      <a:pt x="404" y="892"/>
                      <a:pt x="401" y="892"/>
                      <a:pt x="400" y="894"/>
                    </a:cubicBezTo>
                    <a:cubicBezTo>
                      <a:pt x="400" y="894"/>
                      <a:pt x="400" y="895"/>
                      <a:pt x="399" y="896"/>
                    </a:cubicBezTo>
                    <a:cubicBezTo>
                      <a:pt x="399" y="897"/>
                      <a:pt x="398" y="898"/>
                      <a:pt x="398" y="899"/>
                    </a:cubicBezTo>
                    <a:cubicBezTo>
                      <a:pt x="396" y="901"/>
                      <a:pt x="394" y="902"/>
                      <a:pt x="392" y="904"/>
                    </a:cubicBezTo>
                    <a:cubicBezTo>
                      <a:pt x="391" y="906"/>
                      <a:pt x="389" y="908"/>
                      <a:pt x="387" y="909"/>
                    </a:cubicBezTo>
                    <a:cubicBezTo>
                      <a:pt x="386" y="911"/>
                      <a:pt x="383" y="913"/>
                      <a:pt x="382" y="910"/>
                    </a:cubicBezTo>
                    <a:cubicBezTo>
                      <a:pt x="381" y="910"/>
                      <a:pt x="381" y="909"/>
                      <a:pt x="380" y="908"/>
                    </a:cubicBezTo>
                    <a:cubicBezTo>
                      <a:pt x="380" y="907"/>
                      <a:pt x="379" y="906"/>
                      <a:pt x="378" y="906"/>
                    </a:cubicBezTo>
                    <a:cubicBezTo>
                      <a:pt x="377" y="904"/>
                      <a:pt x="377" y="902"/>
                      <a:pt x="379" y="900"/>
                    </a:cubicBezTo>
                    <a:cubicBezTo>
                      <a:pt x="381" y="899"/>
                      <a:pt x="384" y="898"/>
                      <a:pt x="385" y="896"/>
                    </a:cubicBezTo>
                    <a:cubicBezTo>
                      <a:pt x="385" y="893"/>
                      <a:pt x="384" y="889"/>
                      <a:pt x="383" y="887"/>
                    </a:cubicBezTo>
                    <a:cubicBezTo>
                      <a:pt x="381" y="884"/>
                      <a:pt x="378" y="884"/>
                      <a:pt x="375" y="883"/>
                    </a:cubicBezTo>
                    <a:cubicBezTo>
                      <a:pt x="373" y="883"/>
                      <a:pt x="369" y="883"/>
                      <a:pt x="367" y="882"/>
                    </a:cubicBezTo>
                    <a:close/>
                    <a:moveTo>
                      <a:pt x="383" y="1023"/>
                    </a:moveTo>
                    <a:cubicBezTo>
                      <a:pt x="383" y="1022"/>
                      <a:pt x="382" y="1021"/>
                      <a:pt x="382" y="1019"/>
                    </a:cubicBezTo>
                    <a:cubicBezTo>
                      <a:pt x="382" y="1018"/>
                      <a:pt x="381" y="1016"/>
                      <a:pt x="382" y="1015"/>
                    </a:cubicBezTo>
                    <a:cubicBezTo>
                      <a:pt x="383" y="1013"/>
                      <a:pt x="387" y="1012"/>
                      <a:pt x="389" y="1011"/>
                    </a:cubicBezTo>
                    <a:cubicBezTo>
                      <a:pt x="392" y="1010"/>
                      <a:pt x="392" y="1009"/>
                      <a:pt x="391" y="1006"/>
                    </a:cubicBezTo>
                    <a:cubicBezTo>
                      <a:pt x="390" y="1004"/>
                      <a:pt x="388" y="1003"/>
                      <a:pt x="386" y="1002"/>
                    </a:cubicBezTo>
                    <a:cubicBezTo>
                      <a:pt x="385" y="1002"/>
                      <a:pt x="383" y="1002"/>
                      <a:pt x="382" y="1001"/>
                    </a:cubicBezTo>
                    <a:cubicBezTo>
                      <a:pt x="381" y="1000"/>
                      <a:pt x="379" y="999"/>
                      <a:pt x="378" y="998"/>
                    </a:cubicBezTo>
                    <a:cubicBezTo>
                      <a:pt x="376" y="996"/>
                      <a:pt x="375" y="994"/>
                      <a:pt x="375" y="992"/>
                    </a:cubicBezTo>
                    <a:cubicBezTo>
                      <a:pt x="378" y="992"/>
                      <a:pt x="378" y="991"/>
                      <a:pt x="379" y="988"/>
                    </a:cubicBezTo>
                    <a:cubicBezTo>
                      <a:pt x="379" y="987"/>
                      <a:pt x="379" y="983"/>
                      <a:pt x="381" y="984"/>
                    </a:cubicBezTo>
                    <a:cubicBezTo>
                      <a:pt x="382" y="985"/>
                      <a:pt x="385" y="988"/>
                      <a:pt x="386" y="988"/>
                    </a:cubicBezTo>
                    <a:cubicBezTo>
                      <a:pt x="388" y="987"/>
                      <a:pt x="387" y="983"/>
                      <a:pt x="388" y="982"/>
                    </a:cubicBezTo>
                    <a:cubicBezTo>
                      <a:pt x="389" y="980"/>
                      <a:pt x="392" y="981"/>
                      <a:pt x="393" y="979"/>
                    </a:cubicBezTo>
                    <a:cubicBezTo>
                      <a:pt x="394" y="976"/>
                      <a:pt x="391" y="974"/>
                      <a:pt x="389" y="972"/>
                    </a:cubicBezTo>
                    <a:cubicBezTo>
                      <a:pt x="387" y="970"/>
                      <a:pt x="387" y="969"/>
                      <a:pt x="387" y="966"/>
                    </a:cubicBezTo>
                    <a:cubicBezTo>
                      <a:pt x="388" y="963"/>
                      <a:pt x="389" y="961"/>
                      <a:pt x="392" y="961"/>
                    </a:cubicBezTo>
                    <a:cubicBezTo>
                      <a:pt x="394" y="961"/>
                      <a:pt x="396" y="964"/>
                      <a:pt x="399" y="965"/>
                    </a:cubicBezTo>
                    <a:cubicBezTo>
                      <a:pt x="401" y="965"/>
                      <a:pt x="403" y="964"/>
                      <a:pt x="404" y="963"/>
                    </a:cubicBezTo>
                    <a:cubicBezTo>
                      <a:pt x="407" y="962"/>
                      <a:pt x="409" y="960"/>
                      <a:pt x="411" y="960"/>
                    </a:cubicBezTo>
                    <a:cubicBezTo>
                      <a:pt x="413" y="959"/>
                      <a:pt x="417" y="959"/>
                      <a:pt x="418" y="962"/>
                    </a:cubicBezTo>
                    <a:cubicBezTo>
                      <a:pt x="419" y="963"/>
                      <a:pt x="417" y="965"/>
                      <a:pt x="417" y="967"/>
                    </a:cubicBezTo>
                    <a:cubicBezTo>
                      <a:pt x="416" y="968"/>
                      <a:pt x="418" y="969"/>
                      <a:pt x="418" y="971"/>
                    </a:cubicBezTo>
                    <a:cubicBezTo>
                      <a:pt x="419" y="973"/>
                      <a:pt x="419" y="974"/>
                      <a:pt x="420" y="976"/>
                    </a:cubicBezTo>
                    <a:cubicBezTo>
                      <a:pt x="421" y="978"/>
                      <a:pt x="421" y="980"/>
                      <a:pt x="419" y="981"/>
                    </a:cubicBezTo>
                    <a:cubicBezTo>
                      <a:pt x="418" y="982"/>
                      <a:pt x="415" y="982"/>
                      <a:pt x="417" y="983"/>
                    </a:cubicBezTo>
                    <a:cubicBezTo>
                      <a:pt x="419" y="984"/>
                      <a:pt x="421" y="985"/>
                      <a:pt x="423" y="986"/>
                    </a:cubicBezTo>
                    <a:cubicBezTo>
                      <a:pt x="428" y="989"/>
                      <a:pt x="431" y="992"/>
                      <a:pt x="431" y="998"/>
                    </a:cubicBezTo>
                    <a:cubicBezTo>
                      <a:pt x="431" y="1000"/>
                      <a:pt x="430" y="1002"/>
                      <a:pt x="433" y="1003"/>
                    </a:cubicBezTo>
                    <a:cubicBezTo>
                      <a:pt x="434" y="1003"/>
                      <a:pt x="438" y="1003"/>
                      <a:pt x="439" y="1004"/>
                    </a:cubicBezTo>
                    <a:cubicBezTo>
                      <a:pt x="440" y="1005"/>
                      <a:pt x="437" y="1007"/>
                      <a:pt x="438" y="1008"/>
                    </a:cubicBezTo>
                    <a:cubicBezTo>
                      <a:pt x="438" y="1011"/>
                      <a:pt x="443" y="1010"/>
                      <a:pt x="445" y="1010"/>
                    </a:cubicBezTo>
                    <a:cubicBezTo>
                      <a:pt x="447" y="1010"/>
                      <a:pt x="452" y="1010"/>
                      <a:pt x="452" y="1013"/>
                    </a:cubicBezTo>
                    <a:cubicBezTo>
                      <a:pt x="452" y="1016"/>
                      <a:pt x="448" y="1016"/>
                      <a:pt x="447" y="1016"/>
                    </a:cubicBezTo>
                    <a:cubicBezTo>
                      <a:pt x="442" y="1017"/>
                      <a:pt x="444" y="1024"/>
                      <a:pt x="446" y="1026"/>
                    </a:cubicBezTo>
                    <a:cubicBezTo>
                      <a:pt x="448" y="1028"/>
                      <a:pt x="450" y="1029"/>
                      <a:pt x="449" y="1031"/>
                    </a:cubicBezTo>
                    <a:cubicBezTo>
                      <a:pt x="448" y="1033"/>
                      <a:pt x="446" y="1033"/>
                      <a:pt x="447" y="1035"/>
                    </a:cubicBezTo>
                    <a:cubicBezTo>
                      <a:pt x="447" y="1038"/>
                      <a:pt x="449" y="1040"/>
                      <a:pt x="451" y="1040"/>
                    </a:cubicBezTo>
                    <a:cubicBezTo>
                      <a:pt x="454" y="1041"/>
                      <a:pt x="456" y="1040"/>
                      <a:pt x="459" y="1041"/>
                    </a:cubicBezTo>
                    <a:cubicBezTo>
                      <a:pt x="463" y="1042"/>
                      <a:pt x="469" y="1045"/>
                      <a:pt x="467" y="1050"/>
                    </a:cubicBezTo>
                    <a:cubicBezTo>
                      <a:pt x="467" y="1052"/>
                      <a:pt x="464" y="1053"/>
                      <a:pt x="463" y="1055"/>
                    </a:cubicBezTo>
                    <a:cubicBezTo>
                      <a:pt x="462" y="1057"/>
                      <a:pt x="464" y="1059"/>
                      <a:pt x="465" y="1059"/>
                    </a:cubicBezTo>
                    <a:cubicBezTo>
                      <a:pt x="467" y="1061"/>
                      <a:pt x="470" y="1061"/>
                      <a:pt x="472" y="1061"/>
                    </a:cubicBezTo>
                    <a:cubicBezTo>
                      <a:pt x="474" y="1061"/>
                      <a:pt x="475" y="1062"/>
                      <a:pt x="477" y="1062"/>
                    </a:cubicBezTo>
                    <a:cubicBezTo>
                      <a:pt x="480" y="1062"/>
                      <a:pt x="483" y="1063"/>
                      <a:pt x="485" y="1063"/>
                    </a:cubicBezTo>
                    <a:cubicBezTo>
                      <a:pt x="487" y="1063"/>
                      <a:pt x="490" y="1063"/>
                      <a:pt x="491" y="1061"/>
                    </a:cubicBezTo>
                    <a:cubicBezTo>
                      <a:pt x="493" y="1058"/>
                      <a:pt x="490" y="1054"/>
                      <a:pt x="488" y="1052"/>
                    </a:cubicBezTo>
                    <a:cubicBezTo>
                      <a:pt x="489" y="1051"/>
                      <a:pt x="491" y="1050"/>
                      <a:pt x="492" y="1051"/>
                    </a:cubicBezTo>
                    <a:cubicBezTo>
                      <a:pt x="494" y="1052"/>
                      <a:pt x="495" y="1054"/>
                      <a:pt x="496" y="1055"/>
                    </a:cubicBezTo>
                    <a:cubicBezTo>
                      <a:pt x="500" y="1058"/>
                      <a:pt x="505" y="1061"/>
                      <a:pt x="510" y="1058"/>
                    </a:cubicBezTo>
                    <a:cubicBezTo>
                      <a:pt x="511" y="1057"/>
                      <a:pt x="511" y="1056"/>
                      <a:pt x="511" y="1054"/>
                    </a:cubicBezTo>
                    <a:cubicBezTo>
                      <a:pt x="511" y="1053"/>
                      <a:pt x="511" y="1051"/>
                      <a:pt x="511" y="1050"/>
                    </a:cubicBezTo>
                    <a:cubicBezTo>
                      <a:pt x="511" y="1049"/>
                      <a:pt x="512" y="1049"/>
                      <a:pt x="512" y="1048"/>
                    </a:cubicBezTo>
                    <a:cubicBezTo>
                      <a:pt x="514" y="1047"/>
                      <a:pt x="516" y="1047"/>
                      <a:pt x="518" y="1046"/>
                    </a:cubicBezTo>
                    <a:cubicBezTo>
                      <a:pt x="519" y="1044"/>
                      <a:pt x="518" y="1043"/>
                      <a:pt x="518" y="1041"/>
                    </a:cubicBezTo>
                    <a:cubicBezTo>
                      <a:pt x="518" y="1037"/>
                      <a:pt x="523" y="1035"/>
                      <a:pt x="526" y="1034"/>
                    </a:cubicBezTo>
                    <a:cubicBezTo>
                      <a:pt x="527" y="1033"/>
                      <a:pt x="529" y="1032"/>
                      <a:pt x="530" y="1033"/>
                    </a:cubicBezTo>
                    <a:cubicBezTo>
                      <a:pt x="532" y="1033"/>
                      <a:pt x="533" y="1035"/>
                      <a:pt x="535" y="1035"/>
                    </a:cubicBezTo>
                    <a:cubicBezTo>
                      <a:pt x="539" y="1037"/>
                      <a:pt x="544" y="1037"/>
                      <a:pt x="548" y="1034"/>
                    </a:cubicBezTo>
                    <a:cubicBezTo>
                      <a:pt x="550" y="1033"/>
                      <a:pt x="556" y="1027"/>
                      <a:pt x="559" y="1031"/>
                    </a:cubicBezTo>
                    <a:cubicBezTo>
                      <a:pt x="562" y="1035"/>
                      <a:pt x="553" y="1037"/>
                      <a:pt x="551" y="1037"/>
                    </a:cubicBezTo>
                    <a:cubicBezTo>
                      <a:pt x="550" y="1037"/>
                      <a:pt x="547" y="1037"/>
                      <a:pt x="546" y="1039"/>
                    </a:cubicBezTo>
                    <a:cubicBezTo>
                      <a:pt x="545" y="1040"/>
                      <a:pt x="545" y="1041"/>
                      <a:pt x="544" y="1042"/>
                    </a:cubicBezTo>
                    <a:cubicBezTo>
                      <a:pt x="543" y="1046"/>
                      <a:pt x="540" y="1044"/>
                      <a:pt x="536" y="1045"/>
                    </a:cubicBezTo>
                    <a:cubicBezTo>
                      <a:pt x="535" y="1045"/>
                      <a:pt x="533" y="1046"/>
                      <a:pt x="534" y="1047"/>
                    </a:cubicBezTo>
                    <a:cubicBezTo>
                      <a:pt x="534" y="1049"/>
                      <a:pt x="539" y="1049"/>
                      <a:pt x="540" y="1049"/>
                    </a:cubicBezTo>
                    <a:cubicBezTo>
                      <a:pt x="545" y="1049"/>
                      <a:pt x="550" y="1048"/>
                      <a:pt x="554" y="1045"/>
                    </a:cubicBezTo>
                    <a:cubicBezTo>
                      <a:pt x="558" y="1043"/>
                      <a:pt x="560" y="1040"/>
                      <a:pt x="565" y="1040"/>
                    </a:cubicBezTo>
                    <a:cubicBezTo>
                      <a:pt x="566" y="1040"/>
                      <a:pt x="569" y="1040"/>
                      <a:pt x="569" y="1042"/>
                    </a:cubicBezTo>
                    <a:cubicBezTo>
                      <a:pt x="568" y="1044"/>
                      <a:pt x="564" y="1046"/>
                      <a:pt x="562" y="1047"/>
                    </a:cubicBezTo>
                    <a:cubicBezTo>
                      <a:pt x="559" y="1048"/>
                      <a:pt x="553" y="1051"/>
                      <a:pt x="557" y="1056"/>
                    </a:cubicBezTo>
                    <a:cubicBezTo>
                      <a:pt x="560" y="1060"/>
                      <a:pt x="566" y="1057"/>
                      <a:pt x="570" y="1055"/>
                    </a:cubicBezTo>
                    <a:cubicBezTo>
                      <a:pt x="573" y="1054"/>
                      <a:pt x="582" y="1051"/>
                      <a:pt x="580" y="1058"/>
                    </a:cubicBezTo>
                    <a:cubicBezTo>
                      <a:pt x="579" y="1061"/>
                      <a:pt x="575" y="1064"/>
                      <a:pt x="580" y="1066"/>
                    </a:cubicBezTo>
                    <a:cubicBezTo>
                      <a:pt x="584" y="1067"/>
                      <a:pt x="587" y="1064"/>
                      <a:pt x="591" y="1064"/>
                    </a:cubicBezTo>
                    <a:cubicBezTo>
                      <a:pt x="595" y="1064"/>
                      <a:pt x="600" y="1068"/>
                      <a:pt x="601" y="1071"/>
                    </a:cubicBezTo>
                    <a:cubicBezTo>
                      <a:pt x="602" y="1075"/>
                      <a:pt x="596" y="1078"/>
                      <a:pt x="597" y="1081"/>
                    </a:cubicBezTo>
                    <a:cubicBezTo>
                      <a:pt x="598" y="1085"/>
                      <a:pt x="605" y="1082"/>
                      <a:pt x="607" y="1083"/>
                    </a:cubicBezTo>
                    <a:cubicBezTo>
                      <a:pt x="610" y="1083"/>
                      <a:pt x="611" y="1085"/>
                      <a:pt x="612" y="1087"/>
                    </a:cubicBezTo>
                    <a:cubicBezTo>
                      <a:pt x="611" y="1088"/>
                      <a:pt x="610" y="1089"/>
                      <a:pt x="608" y="1089"/>
                    </a:cubicBezTo>
                    <a:cubicBezTo>
                      <a:pt x="607" y="1089"/>
                      <a:pt x="606" y="1088"/>
                      <a:pt x="606" y="1090"/>
                    </a:cubicBezTo>
                    <a:cubicBezTo>
                      <a:pt x="605" y="1091"/>
                      <a:pt x="606" y="1091"/>
                      <a:pt x="607" y="1092"/>
                    </a:cubicBezTo>
                    <a:cubicBezTo>
                      <a:pt x="607" y="1094"/>
                      <a:pt x="605" y="1094"/>
                      <a:pt x="603" y="1094"/>
                    </a:cubicBezTo>
                    <a:cubicBezTo>
                      <a:pt x="602" y="1094"/>
                      <a:pt x="599" y="1094"/>
                      <a:pt x="598" y="1095"/>
                    </a:cubicBezTo>
                    <a:cubicBezTo>
                      <a:pt x="597" y="1096"/>
                      <a:pt x="595" y="1099"/>
                      <a:pt x="595" y="1100"/>
                    </a:cubicBezTo>
                    <a:cubicBezTo>
                      <a:pt x="595" y="1101"/>
                      <a:pt x="596" y="1101"/>
                      <a:pt x="596" y="1102"/>
                    </a:cubicBezTo>
                    <a:cubicBezTo>
                      <a:pt x="596" y="1102"/>
                      <a:pt x="595" y="1103"/>
                      <a:pt x="596" y="1104"/>
                    </a:cubicBezTo>
                    <a:cubicBezTo>
                      <a:pt x="596" y="1104"/>
                      <a:pt x="597" y="1105"/>
                      <a:pt x="597" y="1105"/>
                    </a:cubicBezTo>
                    <a:cubicBezTo>
                      <a:pt x="599" y="1107"/>
                      <a:pt x="602" y="1107"/>
                      <a:pt x="603" y="1110"/>
                    </a:cubicBezTo>
                    <a:cubicBezTo>
                      <a:pt x="604" y="1110"/>
                      <a:pt x="604" y="1111"/>
                      <a:pt x="605" y="1112"/>
                    </a:cubicBezTo>
                    <a:cubicBezTo>
                      <a:pt x="606" y="1112"/>
                      <a:pt x="608" y="1112"/>
                      <a:pt x="609" y="1112"/>
                    </a:cubicBezTo>
                    <a:cubicBezTo>
                      <a:pt x="611" y="1113"/>
                      <a:pt x="614" y="1114"/>
                      <a:pt x="615" y="1112"/>
                    </a:cubicBezTo>
                    <a:cubicBezTo>
                      <a:pt x="615" y="1111"/>
                      <a:pt x="615" y="1109"/>
                      <a:pt x="616" y="1108"/>
                    </a:cubicBezTo>
                    <a:cubicBezTo>
                      <a:pt x="616" y="1107"/>
                      <a:pt x="618" y="1107"/>
                      <a:pt x="619" y="1107"/>
                    </a:cubicBezTo>
                    <a:cubicBezTo>
                      <a:pt x="621" y="1106"/>
                      <a:pt x="624" y="1104"/>
                      <a:pt x="625" y="1106"/>
                    </a:cubicBezTo>
                    <a:cubicBezTo>
                      <a:pt x="627" y="1109"/>
                      <a:pt x="621" y="1111"/>
                      <a:pt x="624" y="1113"/>
                    </a:cubicBezTo>
                    <a:cubicBezTo>
                      <a:pt x="627" y="1115"/>
                      <a:pt x="631" y="1113"/>
                      <a:pt x="634" y="1113"/>
                    </a:cubicBezTo>
                    <a:cubicBezTo>
                      <a:pt x="638" y="1112"/>
                      <a:pt x="642" y="1113"/>
                      <a:pt x="646" y="1114"/>
                    </a:cubicBezTo>
                    <a:cubicBezTo>
                      <a:pt x="647" y="1114"/>
                      <a:pt x="649" y="1114"/>
                      <a:pt x="650" y="1115"/>
                    </a:cubicBezTo>
                    <a:cubicBezTo>
                      <a:pt x="651" y="1116"/>
                      <a:pt x="650" y="1118"/>
                      <a:pt x="650" y="1119"/>
                    </a:cubicBezTo>
                    <a:cubicBezTo>
                      <a:pt x="651" y="1121"/>
                      <a:pt x="655" y="1120"/>
                      <a:pt x="656" y="1122"/>
                    </a:cubicBezTo>
                    <a:cubicBezTo>
                      <a:pt x="657" y="1124"/>
                      <a:pt x="654" y="1127"/>
                      <a:pt x="657" y="1129"/>
                    </a:cubicBezTo>
                    <a:cubicBezTo>
                      <a:pt x="658" y="1130"/>
                      <a:pt x="660" y="1130"/>
                      <a:pt x="661" y="1130"/>
                    </a:cubicBezTo>
                    <a:cubicBezTo>
                      <a:pt x="662" y="1130"/>
                      <a:pt x="663" y="1129"/>
                      <a:pt x="664" y="1129"/>
                    </a:cubicBezTo>
                    <a:cubicBezTo>
                      <a:pt x="666" y="1127"/>
                      <a:pt x="669" y="1127"/>
                      <a:pt x="671" y="1127"/>
                    </a:cubicBezTo>
                    <a:cubicBezTo>
                      <a:pt x="677" y="1127"/>
                      <a:pt x="677" y="1127"/>
                      <a:pt x="677" y="1127"/>
                    </a:cubicBezTo>
                    <a:cubicBezTo>
                      <a:pt x="678" y="1127"/>
                      <a:pt x="680" y="1127"/>
                      <a:pt x="681" y="1127"/>
                    </a:cubicBezTo>
                    <a:cubicBezTo>
                      <a:pt x="684" y="1127"/>
                      <a:pt x="683" y="1124"/>
                      <a:pt x="685" y="1123"/>
                    </a:cubicBezTo>
                    <a:cubicBezTo>
                      <a:pt x="686" y="1122"/>
                      <a:pt x="687" y="1123"/>
                      <a:pt x="687" y="1125"/>
                    </a:cubicBezTo>
                    <a:cubicBezTo>
                      <a:pt x="687" y="1126"/>
                      <a:pt x="687" y="1127"/>
                      <a:pt x="689" y="1129"/>
                    </a:cubicBezTo>
                    <a:cubicBezTo>
                      <a:pt x="691" y="1131"/>
                      <a:pt x="693" y="1128"/>
                      <a:pt x="696" y="1129"/>
                    </a:cubicBezTo>
                    <a:cubicBezTo>
                      <a:pt x="699" y="1130"/>
                      <a:pt x="700" y="1132"/>
                      <a:pt x="702" y="1133"/>
                    </a:cubicBezTo>
                    <a:cubicBezTo>
                      <a:pt x="704" y="1135"/>
                      <a:pt x="706" y="1135"/>
                      <a:pt x="708" y="1136"/>
                    </a:cubicBezTo>
                    <a:cubicBezTo>
                      <a:pt x="710" y="1137"/>
                      <a:pt x="711" y="1137"/>
                      <a:pt x="712" y="1138"/>
                    </a:cubicBezTo>
                    <a:cubicBezTo>
                      <a:pt x="714" y="1142"/>
                      <a:pt x="705" y="1140"/>
                      <a:pt x="703" y="1141"/>
                    </a:cubicBezTo>
                    <a:cubicBezTo>
                      <a:pt x="701" y="1141"/>
                      <a:pt x="700" y="1143"/>
                      <a:pt x="698" y="1142"/>
                    </a:cubicBezTo>
                    <a:cubicBezTo>
                      <a:pt x="698" y="1142"/>
                      <a:pt x="698" y="1140"/>
                      <a:pt x="697" y="1140"/>
                    </a:cubicBezTo>
                    <a:cubicBezTo>
                      <a:pt x="697" y="1139"/>
                      <a:pt x="696" y="1138"/>
                      <a:pt x="696" y="1138"/>
                    </a:cubicBezTo>
                    <a:cubicBezTo>
                      <a:pt x="694" y="1137"/>
                      <a:pt x="692" y="1137"/>
                      <a:pt x="691" y="1137"/>
                    </a:cubicBezTo>
                    <a:cubicBezTo>
                      <a:pt x="689" y="1138"/>
                      <a:pt x="690" y="1140"/>
                      <a:pt x="687" y="1140"/>
                    </a:cubicBezTo>
                    <a:cubicBezTo>
                      <a:pt x="683" y="1141"/>
                      <a:pt x="685" y="1135"/>
                      <a:pt x="681" y="1134"/>
                    </a:cubicBezTo>
                    <a:cubicBezTo>
                      <a:pt x="679" y="1133"/>
                      <a:pt x="676" y="1133"/>
                      <a:pt x="673" y="1133"/>
                    </a:cubicBezTo>
                    <a:cubicBezTo>
                      <a:pt x="671" y="1133"/>
                      <a:pt x="669" y="1134"/>
                      <a:pt x="668" y="1132"/>
                    </a:cubicBezTo>
                    <a:cubicBezTo>
                      <a:pt x="665" y="1130"/>
                      <a:pt x="664" y="1137"/>
                      <a:pt x="661" y="1138"/>
                    </a:cubicBezTo>
                    <a:cubicBezTo>
                      <a:pt x="659" y="1138"/>
                      <a:pt x="656" y="1137"/>
                      <a:pt x="655" y="1136"/>
                    </a:cubicBezTo>
                    <a:cubicBezTo>
                      <a:pt x="654" y="1135"/>
                      <a:pt x="653" y="1135"/>
                      <a:pt x="652" y="1134"/>
                    </a:cubicBezTo>
                    <a:cubicBezTo>
                      <a:pt x="652" y="1133"/>
                      <a:pt x="652" y="1132"/>
                      <a:pt x="652" y="1132"/>
                    </a:cubicBezTo>
                    <a:cubicBezTo>
                      <a:pt x="651" y="1129"/>
                      <a:pt x="648" y="1129"/>
                      <a:pt x="646" y="1128"/>
                    </a:cubicBezTo>
                    <a:cubicBezTo>
                      <a:pt x="643" y="1128"/>
                      <a:pt x="643" y="1125"/>
                      <a:pt x="640" y="1125"/>
                    </a:cubicBezTo>
                    <a:cubicBezTo>
                      <a:pt x="636" y="1124"/>
                      <a:pt x="631" y="1125"/>
                      <a:pt x="627" y="1126"/>
                    </a:cubicBezTo>
                    <a:cubicBezTo>
                      <a:pt x="624" y="1127"/>
                      <a:pt x="621" y="1127"/>
                      <a:pt x="618" y="1126"/>
                    </a:cubicBezTo>
                    <a:cubicBezTo>
                      <a:pt x="617" y="1125"/>
                      <a:pt x="617" y="1124"/>
                      <a:pt x="616" y="1123"/>
                    </a:cubicBezTo>
                    <a:cubicBezTo>
                      <a:pt x="615" y="1122"/>
                      <a:pt x="615" y="1121"/>
                      <a:pt x="614" y="1120"/>
                    </a:cubicBezTo>
                    <a:cubicBezTo>
                      <a:pt x="612" y="1119"/>
                      <a:pt x="610" y="1119"/>
                      <a:pt x="608" y="1119"/>
                    </a:cubicBezTo>
                    <a:cubicBezTo>
                      <a:pt x="606" y="1119"/>
                      <a:pt x="604" y="1119"/>
                      <a:pt x="603" y="1120"/>
                    </a:cubicBezTo>
                    <a:cubicBezTo>
                      <a:pt x="601" y="1121"/>
                      <a:pt x="600" y="1122"/>
                      <a:pt x="598" y="1123"/>
                    </a:cubicBezTo>
                    <a:cubicBezTo>
                      <a:pt x="598" y="1123"/>
                      <a:pt x="598" y="1123"/>
                      <a:pt x="598" y="1123"/>
                    </a:cubicBezTo>
                    <a:cubicBezTo>
                      <a:pt x="597" y="1123"/>
                      <a:pt x="597" y="1123"/>
                      <a:pt x="596" y="1124"/>
                    </a:cubicBezTo>
                    <a:cubicBezTo>
                      <a:pt x="596" y="1124"/>
                      <a:pt x="594" y="1125"/>
                      <a:pt x="594" y="1125"/>
                    </a:cubicBezTo>
                    <a:cubicBezTo>
                      <a:pt x="592" y="1124"/>
                      <a:pt x="592" y="1122"/>
                      <a:pt x="593" y="1121"/>
                    </a:cubicBezTo>
                    <a:cubicBezTo>
                      <a:pt x="593" y="1119"/>
                      <a:pt x="597" y="1118"/>
                      <a:pt x="596" y="1117"/>
                    </a:cubicBezTo>
                    <a:cubicBezTo>
                      <a:pt x="595" y="1116"/>
                      <a:pt x="592" y="1116"/>
                      <a:pt x="591" y="1116"/>
                    </a:cubicBezTo>
                    <a:cubicBezTo>
                      <a:pt x="587" y="1116"/>
                      <a:pt x="584" y="1115"/>
                      <a:pt x="580" y="1115"/>
                    </a:cubicBezTo>
                    <a:cubicBezTo>
                      <a:pt x="578" y="1115"/>
                      <a:pt x="576" y="1115"/>
                      <a:pt x="574" y="1115"/>
                    </a:cubicBezTo>
                    <a:cubicBezTo>
                      <a:pt x="572" y="1115"/>
                      <a:pt x="569" y="1114"/>
                      <a:pt x="567" y="1115"/>
                    </a:cubicBezTo>
                    <a:cubicBezTo>
                      <a:pt x="565" y="1115"/>
                      <a:pt x="564" y="1117"/>
                      <a:pt x="562" y="1118"/>
                    </a:cubicBezTo>
                    <a:cubicBezTo>
                      <a:pt x="562" y="1118"/>
                      <a:pt x="561" y="1118"/>
                      <a:pt x="560" y="1118"/>
                    </a:cubicBezTo>
                    <a:cubicBezTo>
                      <a:pt x="559" y="1118"/>
                      <a:pt x="557" y="1116"/>
                      <a:pt x="557" y="1114"/>
                    </a:cubicBezTo>
                    <a:cubicBezTo>
                      <a:pt x="559" y="1114"/>
                      <a:pt x="558" y="1112"/>
                      <a:pt x="558" y="1111"/>
                    </a:cubicBezTo>
                    <a:cubicBezTo>
                      <a:pt x="555" y="1110"/>
                      <a:pt x="555" y="1106"/>
                      <a:pt x="554" y="1103"/>
                    </a:cubicBezTo>
                    <a:cubicBezTo>
                      <a:pt x="554" y="1102"/>
                      <a:pt x="554" y="1099"/>
                      <a:pt x="553" y="1098"/>
                    </a:cubicBezTo>
                    <a:cubicBezTo>
                      <a:pt x="552" y="1097"/>
                      <a:pt x="551" y="1097"/>
                      <a:pt x="550" y="1097"/>
                    </a:cubicBezTo>
                    <a:cubicBezTo>
                      <a:pt x="547" y="1096"/>
                      <a:pt x="544" y="1097"/>
                      <a:pt x="542" y="1098"/>
                    </a:cubicBezTo>
                    <a:cubicBezTo>
                      <a:pt x="541" y="1098"/>
                      <a:pt x="540" y="1098"/>
                      <a:pt x="540" y="1099"/>
                    </a:cubicBezTo>
                    <a:cubicBezTo>
                      <a:pt x="539" y="1100"/>
                      <a:pt x="539" y="1101"/>
                      <a:pt x="538" y="1101"/>
                    </a:cubicBezTo>
                    <a:cubicBezTo>
                      <a:pt x="537" y="1102"/>
                      <a:pt x="535" y="1101"/>
                      <a:pt x="534" y="1101"/>
                    </a:cubicBezTo>
                    <a:cubicBezTo>
                      <a:pt x="531" y="1100"/>
                      <a:pt x="530" y="1097"/>
                      <a:pt x="528" y="1096"/>
                    </a:cubicBezTo>
                    <a:cubicBezTo>
                      <a:pt x="525" y="1095"/>
                      <a:pt x="522" y="1096"/>
                      <a:pt x="519" y="1096"/>
                    </a:cubicBezTo>
                    <a:cubicBezTo>
                      <a:pt x="516" y="1096"/>
                      <a:pt x="513" y="1096"/>
                      <a:pt x="511" y="1094"/>
                    </a:cubicBezTo>
                    <a:cubicBezTo>
                      <a:pt x="509" y="1091"/>
                      <a:pt x="511" y="1088"/>
                      <a:pt x="510" y="1085"/>
                    </a:cubicBezTo>
                    <a:cubicBezTo>
                      <a:pt x="509" y="1085"/>
                      <a:pt x="509" y="1085"/>
                      <a:pt x="508" y="1084"/>
                    </a:cubicBezTo>
                    <a:cubicBezTo>
                      <a:pt x="507" y="1083"/>
                      <a:pt x="507" y="1083"/>
                      <a:pt x="507" y="1082"/>
                    </a:cubicBezTo>
                    <a:cubicBezTo>
                      <a:pt x="506" y="1080"/>
                      <a:pt x="507" y="1077"/>
                      <a:pt x="505" y="1076"/>
                    </a:cubicBezTo>
                    <a:cubicBezTo>
                      <a:pt x="503" y="1076"/>
                      <a:pt x="501" y="1078"/>
                      <a:pt x="499" y="1078"/>
                    </a:cubicBezTo>
                    <a:cubicBezTo>
                      <a:pt x="497" y="1079"/>
                      <a:pt x="495" y="1078"/>
                      <a:pt x="494" y="1076"/>
                    </a:cubicBezTo>
                    <a:cubicBezTo>
                      <a:pt x="492" y="1075"/>
                      <a:pt x="493" y="1072"/>
                      <a:pt x="491" y="1071"/>
                    </a:cubicBezTo>
                    <a:cubicBezTo>
                      <a:pt x="489" y="1069"/>
                      <a:pt x="487" y="1069"/>
                      <a:pt x="484" y="1069"/>
                    </a:cubicBezTo>
                    <a:cubicBezTo>
                      <a:pt x="483" y="1069"/>
                      <a:pt x="483" y="1069"/>
                      <a:pt x="483" y="1068"/>
                    </a:cubicBezTo>
                    <a:cubicBezTo>
                      <a:pt x="482" y="1067"/>
                      <a:pt x="481" y="1067"/>
                      <a:pt x="479" y="1067"/>
                    </a:cubicBezTo>
                    <a:cubicBezTo>
                      <a:pt x="477" y="1067"/>
                      <a:pt x="474" y="1067"/>
                      <a:pt x="472" y="1066"/>
                    </a:cubicBezTo>
                    <a:cubicBezTo>
                      <a:pt x="470" y="1066"/>
                      <a:pt x="467" y="1066"/>
                      <a:pt x="465" y="1065"/>
                    </a:cubicBezTo>
                    <a:cubicBezTo>
                      <a:pt x="464" y="1065"/>
                      <a:pt x="462" y="1063"/>
                      <a:pt x="461" y="1063"/>
                    </a:cubicBezTo>
                    <a:cubicBezTo>
                      <a:pt x="460" y="1062"/>
                      <a:pt x="458" y="1062"/>
                      <a:pt x="457" y="1061"/>
                    </a:cubicBezTo>
                    <a:cubicBezTo>
                      <a:pt x="456" y="1060"/>
                      <a:pt x="456" y="1059"/>
                      <a:pt x="455" y="1058"/>
                    </a:cubicBezTo>
                    <a:cubicBezTo>
                      <a:pt x="453" y="1054"/>
                      <a:pt x="448" y="1052"/>
                      <a:pt x="444" y="1052"/>
                    </a:cubicBezTo>
                    <a:cubicBezTo>
                      <a:pt x="439" y="1052"/>
                      <a:pt x="435" y="1049"/>
                      <a:pt x="431" y="1049"/>
                    </a:cubicBezTo>
                    <a:cubicBezTo>
                      <a:pt x="429" y="1048"/>
                      <a:pt x="427" y="1049"/>
                      <a:pt x="425" y="1048"/>
                    </a:cubicBezTo>
                    <a:cubicBezTo>
                      <a:pt x="424" y="1047"/>
                      <a:pt x="423" y="1047"/>
                      <a:pt x="423" y="1046"/>
                    </a:cubicBezTo>
                    <a:cubicBezTo>
                      <a:pt x="422" y="1046"/>
                      <a:pt x="422" y="1046"/>
                      <a:pt x="421" y="1045"/>
                    </a:cubicBezTo>
                    <a:cubicBezTo>
                      <a:pt x="420" y="1045"/>
                      <a:pt x="419" y="1044"/>
                      <a:pt x="418" y="1043"/>
                    </a:cubicBezTo>
                    <a:cubicBezTo>
                      <a:pt x="418" y="1042"/>
                      <a:pt x="417" y="1042"/>
                      <a:pt x="416" y="1041"/>
                    </a:cubicBezTo>
                    <a:cubicBezTo>
                      <a:pt x="413" y="1040"/>
                      <a:pt x="410" y="1038"/>
                      <a:pt x="407" y="1037"/>
                    </a:cubicBezTo>
                    <a:cubicBezTo>
                      <a:pt x="403" y="1036"/>
                      <a:pt x="401" y="1035"/>
                      <a:pt x="397" y="1033"/>
                    </a:cubicBezTo>
                    <a:cubicBezTo>
                      <a:pt x="392" y="1032"/>
                      <a:pt x="386" y="1028"/>
                      <a:pt x="383" y="1023"/>
                    </a:cubicBezTo>
                    <a:close/>
                    <a:moveTo>
                      <a:pt x="398" y="1258"/>
                    </a:moveTo>
                    <a:cubicBezTo>
                      <a:pt x="403" y="1256"/>
                      <a:pt x="407" y="1258"/>
                      <a:pt x="410" y="1261"/>
                    </a:cubicBezTo>
                    <a:cubicBezTo>
                      <a:pt x="412" y="1260"/>
                      <a:pt x="411" y="1259"/>
                      <a:pt x="412" y="1258"/>
                    </a:cubicBezTo>
                    <a:cubicBezTo>
                      <a:pt x="414" y="1256"/>
                      <a:pt x="416" y="1258"/>
                      <a:pt x="417" y="1260"/>
                    </a:cubicBezTo>
                    <a:cubicBezTo>
                      <a:pt x="420" y="1263"/>
                      <a:pt x="422" y="1269"/>
                      <a:pt x="426" y="1271"/>
                    </a:cubicBezTo>
                    <a:cubicBezTo>
                      <a:pt x="428" y="1272"/>
                      <a:pt x="430" y="1273"/>
                      <a:pt x="432" y="1274"/>
                    </a:cubicBezTo>
                    <a:cubicBezTo>
                      <a:pt x="434" y="1275"/>
                      <a:pt x="435" y="1275"/>
                      <a:pt x="437" y="1275"/>
                    </a:cubicBezTo>
                    <a:cubicBezTo>
                      <a:pt x="439" y="1275"/>
                      <a:pt x="442" y="1275"/>
                      <a:pt x="444" y="1274"/>
                    </a:cubicBezTo>
                    <a:cubicBezTo>
                      <a:pt x="446" y="1273"/>
                      <a:pt x="446" y="1272"/>
                      <a:pt x="447" y="1270"/>
                    </a:cubicBezTo>
                    <a:cubicBezTo>
                      <a:pt x="448" y="1267"/>
                      <a:pt x="449" y="1266"/>
                      <a:pt x="450" y="1264"/>
                    </a:cubicBezTo>
                    <a:cubicBezTo>
                      <a:pt x="451" y="1261"/>
                      <a:pt x="452" y="1260"/>
                      <a:pt x="454" y="1259"/>
                    </a:cubicBezTo>
                    <a:cubicBezTo>
                      <a:pt x="456" y="1257"/>
                      <a:pt x="462" y="1253"/>
                      <a:pt x="464" y="1256"/>
                    </a:cubicBezTo>
                    <a:cubicBezTo>
                      <a:pt x="466" y="1258"/>
                      <a:pt x="466" y="1267"/>
                      <a:pt x="470" y="1265"/>
                    </a:cubicBezTo>
                    <a:cubicBezTo>
                      <a:pt x="472" y="1264"/>
                      <a:pt x="471" y="1261"/>
                      <a:pt x="473" y="1260"/>
                    </a:cubicBezTo>
                    <a:cubicBezTo>
                      <a:pt x="474" y="1259"/>
                      <a:pt x="477" y="1260"/>
                      <a:pt x="476" y="1257"/>
                    </a:cubicBezTo>
                    <a:cubicBezTo>
                      <a:pt x="475" y="1255"/>
                      <a:pt x="473" y="1254"/>
                      <a:pt x="471" y="1252"/>
                    </a:cubicBezTo>
                    <a:cubicBezTo>
                      <a:pt x="470" y="1250"/>
                      <a:pt x="471" y="1248"/>
                      <a:pt x="474" y="1248"/>
                    </a:cubicBezTo>
                    <a:cubicBezTo>
                      <a:pt x="477" y="1248"/>
                      <a:pt x="478" y="1250"/>
                      <a:pt x="480" y="1251"/>
                    </a:cubicBezTo>
                    <a:cubicBezTo>
                      <a:pt x="482" y="1252"/>
                      <a:pt x="485" y="1252"/>
                      <a:pt x="488" y="1252"/>
                    </a:cubicBezTo>
                    <a:cubicBezTo>
                      <a:pt x="485" y="1248"/>
                      <a:pt x="481" y="1246"/>
                      <a:pt x="476" y="1244"/>
                    </a:cubicBezTo>
                    <a:cubicBezTo>
                      <a:pt x="474" y="1243"/>
                      <a:pt x="472" y="1243"/>
                      <a:pt x="469" y="1243"/>
                    </a:cubicBezTo>
                    <a:cubicBezTo>
                      <a:pt x="467" y="1243"/>
                      <a:pt x="466" y="1245"/>
                      <a:pt x="464" y="1245"/>
                    </a:cubicBezTo>
                    <a:cubicBezTo>
                      <a:pt x="458" y="1246"/>
                      <a:pt x="458" y="1239"/>
                      <a:pt x="459" y="1236"/>
                    </a:cubicBezTo>
                    <a:cubicBezTo>
                      <a:pt x="461" y="1232"/>
                      <a:pt x="466" y="1229"/>
                      <a:pt x="470" y="1229"/>
                    </a:cubicBezTo>
                    <a:cubicBezTo>
                      <a:pt x="473" y="1229"/>
                      <a:pt x="474" y="1231"/>
                      <a:pt x="477" y="1232"/>
                    </a:cubicBezTo>
                    <a:cubicBezTo>
                      <a:pt x="481" y="1234"/>
                      <a:pt x="484" y="1234"/>
                      <a:pt x="489" y="1232"/>
                    </a:cubicBezTo>
                    <a:cubicBezTo>
                      <a:pt x="491" y="1229"/>
                      <a:pt x="493" y="1226"/>
                      <a:pt x="497" y="1226"/>
                    </a:cubicBezTo>
                    <a:cubicBezTo>
                      <a:pt x="501" y="1226"/>
                      <a:pt x="505" y="1229"/>
                      <a:pt x="508" y="1231"/>
                    </a:cubicBezTo>
                    <a:cubicBezTo>
                      <a:pt x="511" y="1233"/>
                      <a:pt x="515" y="1236"/>
                      <a:pt x="518" y="1234"/>
                    </a:cubicBezTo>
                    <a:cubicBezTo>
                      <a:pt x="521" y="1233"/>
                      <a:pt x="523" y="1229"/>
                      <a:pt x="525" y="1227"/>
                    </a:cubicBezTo>
                    <a:cubicBezTo>
                      <a:pt x="527" y="1224"/>
                      <a:pt x="530" y="1221"/>
                      <a:pt x="534" y="1222"/>
                    </a:cubicBezTo>
                    <a:cubicBezTo>
                      <a:pt x="537" y="1222"/>
                      <a:pt x="540" y="1225"/>
                      <a:pt x="543" y="1228"/>
                    </a:cubicBezTo>
                    <a:cubicBezTo>
                      <a:pt x="545" y="1230"/>
                      <a:pt x="548" y="1232"/>
                      <a:pt x="552" y="1232"/>
                    </a:cubicBezTo>
                    <a:cubicBezTo>
                      <a:pt x="556" y="1232"/>
                      <a:pt x="560" y="1231"/>
                      <a:pt x="564" y="1231"/>
                    </a:cubicBezTo>
                    <a:cubicBezTo>
                      <a:pt x="568" y="1230"/>
                      <a:pt x="572" y="1231"/>
                      <a:pt x="577" y="1231"/>
                    </a:cubicBezTo>
                    <a:cubicBezTo>
                      <a:pt x="579" y="1232"/>
                      <a:pt x="582" y="1232"/>
                      <a:pt x="585" y="1231"/>
                    </a:cubicBezTo>
                    <a:cubicBezTo>
                      <a:pt x="587" y="1229"/>
                      <a:pt x="590" y="1227"/>
                      <a:pt x="593" y="1227"/>
                    </a:cubicBezTo>
                    <a:cubicBezTo>
                      <a:pt x="597" y="1226"/>
                      <a:pt x="601" y="1228"/>
                      <a:pt x="604" y="1230"/>
                    </a:cubicBezTo>
                    <a:cubicBezTo>
                      <a:pt x="607" y="1232"/>
                      <a:pt x="610" y="1234"/>
                      <a:pt x="614" y="1234"/>
                    </a:cubicBezTo>
                    <a:cubicBezTo>
                      <a:pt x="619" y="1235"/>
                      <a:pt x="623" y="1232"/>
                      <a:pt x="626" y="1230"/>
                    </a:cubicBezTo>
                    <a:cubicBezTo>
                      <a:pt x="629" y="1229"/>
                      <a:pt x="634" y="1226"/>
                      <a:pt x="637" y="1228"/>
                    </a:cubicBezTo>
                    <a:cubicBezTo>
                      <a:pt x="640" y="1229"/>
                      <a:pt x="641" y="1232"/>
                      <a:pt x="642" y="1234"/>
                    </a:cubicBezTo>
                    <a:cubicBezTo>
                      <a:pt x="644" y="1237"/>
                      <a:pt x="646" y="1239"/>
                      <a:pt x="649" y="1239"/>
                    </a:cubicBezTo>
                    <a:cubicBezTo>
                      <a:pt x="652" y="1240"/>
                      <a:pt x="655" y="1239"/>
                      <a:pt x="658" y="1241"/>
                    </a:cubicBezTo>
                    <a:cubicBezTo>
                      <a:pt x="661" y="1243"/>
                      <a:pt x="660" y="1246"/>
                      <a:pt x="660" y="1249"/>
                    </a:cubicBezTo>
                    <a:cubicBezTo>
                      <a:pt x="660" y="1253"/>
                      <a:pt x="660" y="1257"/>
                      <a:pt x="662" y="1261"/>
                    </a:cubicBezTo>
                    <a:cubicBezTo>
                      <a:pt x="669" y="1270"/>
                      <a:pt x="683" y="1270"/>
                      <a:pt x="692" y="1274"/>
                    </a:cubicBezTo>
                    <a:cubicBezTo>
                      <a:pt x="697" y="1276"/>
                      <a:pt x="703" y="1283"/>
                      <a:pt x="703" y="1290"/>
                    </a:cubicBezTo>
                    <a:cubicBezTo>
                      <a:pt x="703" y="1299"/>
                      <a:pt x="688" y="1292"/>
                      <a:pt x="684" y="1290"/>
                    </a:cubicBezTo>
                    <a:cubicBezTo>
                      <a:pt x="677" y="1286"/>
                      <a:pt x="672" y="1280"/>
                      <a:pt x="664" y="1278"/>
                    </a:cubicBezTo>
                    <a:cubicBezTo>
                      <a:pt x="658" y="1276"/>
                      <a:pt x="649" y="1276"/>
                      <a:pt x="648" y="1268"/>
                    </a:cubicBezTo>
                    <a:cubicBezTo>
                      <a:pt x="647" y="1263"/>
                      <a:pt x="649" y="1257"/>
                      <a:pt x="646" y="1252"/>
                    </a:cubicBezTo>
                    <a:cubicBezTo>
                      <a:pt x="643" y="1248"/>
                      <a:pt x="639" y="1247"/>
                      <a:pt x="634" y="1249"/>
                    </a:cubicBezTo>
                    <a:cubicBezTo>
                      <a:pt x="631" y="1250"/>
                      <a:pt x="630" y="1252"/>
                      <a:pt x="628" y="1254"/>
                    </a:cubicBezTo>
                    <a:cubicBezTo>
                      <a:pt x="626" y="1254"/>
                      <a:pt x="625" y="1254"/>
                      <a:pt x="624" y="1253"/>
                    </a:cubicBezTo>
                    <a:cubicBezTo>
                      <a:pt x="622" y="1253"/>
                      <a:pt x="621" y="1253"/>
                      <a:pt x="619" y="1253"/>
                    </a:cubicBezTo>
                    <a:cubicBezTo>
                      <a:pt x="618" y="1253"/>
                      <a:pt x="616" y="1253"/>
                      <a:pt x="615" y="1252"/>
                    </a:cubicBezTo>
                    <a:cubicBezTo>
                      <a:pt x="613" y="1252"/>
                      <a:pt x="612" y="1251"/>
                      <a:pt x="610" y="1251"/>
                    </a:cubicBezTo>
                    <a:cubicBezTo>
                      <a:pt x="609" y="1252"/>
                      <a:pt x="609" y="1253"/>
                      <a:pt x="609" y="1254"/>
                    </a:cubicBezTo>
                    <a:cubicBezTo>
                      <a:pt x="610" y="1257"/>
                      <a:pt x="610" y="1263"/>
                      <a:pt x="608" y="1265"/>
                    </a:cubicBezTo>
                    <a:cubicBezTo>
                      <a:pt x="606" y="1268"/>
                      <a:pt x="603" y="1268"/>
                      <a:pt x="601" y="1270"/>
                    </a:cubicBezTo>
                    <a:cubicBezTo>
                      <a:pt x="599" y="1272"/>
                      <a:pt x="601" y="1273"/>
                      <a:pt x="603" y="1274"/>
                    </a:cubicBezTo>
                    <a:cubicBezTo>
                      <a:pt x="606" y="1277"/>
                      <a:pt x="610" y="1279"/>
                      <a:pt x="613" y="1281"/>
                    </a:cubicBezTo>
                    <a:cubicBezTo>
                      <a:pt x="615" y="1283"/>
                      <a:pt x="616" y="1284"/>
                      <a:pt x="617" y="1287"/>
                    </a:cubicBezTo>
                    <a:cubicBezTo>
                      <a:pt x="617" y="1289"/>
                      <a:pt x="623" y="1298"/>
                      <a:pt x="619" y="1298"/>
                    </a:cubicBezTo>
                    <a:cubicBezTo>
                      <a:pt x="616" y="1299"/>
                      <a:pt x="613" y="1293"/>
                      <a:pt x="612" y="1291"/>
                    </a:cubicBezTo>
                    <a:cubicBezTo>
                      <a:pt x="610" y="1289"/>
                      <a:pt x="607" y="1288"/>
                      <a:pt x="605" y="1287"/>
                    </a:cubicBezTo>
                    <a:cubicBezTo>
                      <a:pt x="600" y="1285"/>
                      <a:pt x="594" y="1285"/>
                      <a:pt x="590" y="1281"/>
                    </a:cubicBezTo>
                    <a:cubicBezTo>
                      <a:pt x="588" y="1279"/>
                      <a:pt x="584" y="1273"/>
                      <a:pt x="582" y="1278"/>
                    </a:cubicBezTo>
                    <a:cubicBezTo>
                      <a:pt x="581" y="1280"/>
                      <a:pt x="581" y="1283"/>
                      <a:pt x="579" y="1285"/>
                    </a:cubicBezTo>
                    <a:cubicBezTo>
                      <a:pt x="578" y="1286"/>
                      <a:pt x="576" y="1287"/>
                      <a:pt x="575" y="1287"/>
                    </a:cubicBezTo>
                    <a:cubicBezTo>
                      <a:pt x="574" y="1288"/>
                      <a:pt x="573" y="1289"/>
                      <a:pt x="572" y="1289"/>
                    </a:cubicBezTo>
                    <a:cubicBezTo>
                      <a:pt x="571" y="1286"/>
                      <a:pt x="570" y="1283"/>
                      <a:pt x="570" y="1280"/>
                    </a:cubicBezTo>
                    <a:cubicBezTo>
                      <a:pt x="570" y="1278"/>
                      <a:pt x="571" y="1276"/>
                      <a:pt x="570" y="1274"/>
                    </a:cubicBezTo>
                    <a:cubicBezTo>
                      <a:pt x="569" y="1272"/>
                      <a:pt x="566" y="1270"/>
                      <a:pt x="564" y="1269"/>
                    </a:cubicBezTo>
                    <a:cubicBezTo>
                      <a:pt x="561" y="1268"/>
                      <a:pt x="559" y="1269"/>
                      <a:pt x="556" y="1269"/>
                    </a:cubicBezTo>
                    <a:cubicBezTo>
                      <a:pt x="553" y="1269"/>
                      <a:pt x="552" y="1267"/>
                      <a:pt x="551" y="1264"/>
                    </a:cubicBezTo>
                    <a:cubicBezTo>
                      <a:pt x="550" y="1262"/>
                      <a:pt x="548" y="1261"/>
                      <a:pt x="547" y="1259"/>
                    </a:cubicBezTo>
                    <a:cubicBezTo>
                      <a:pt x="544" y="1255"/>
                      <a:pt x="549" y="1249"/>
                      <a:pt x="542" y="1249"/>
                    </a:cubicBezTo>
                    <a:cubicBezTo>
                      <a:pt x="537" y="1249"/>
                      <a:pt x="531" y="1250"/>
                      <a:pt x="527" y="1253"/>
                    </a:cubicBezTo>
                    <a:cubicBezTo>
                      <a:pt x="525" y="1255"/>
                      <a:pt x="523" y="1256"/>
                      <a:pt x="520" y="1255"/>
                    </a:cubicBezTo>
                    <a:cubicBezTo>
                      <a:pt x="516" y="1254"/>
                      <a:pt x="514" y="1252"/>
                      <a:pt x="513" y="1249"/>
                    </a:cubicBezTo>
                    <a:cubicBezTo>
                      <a:pt x="512" y="1247"/>
                      <a:pt x="510" y="1245"/>
                      <a:pt x="507" y="1245"/>
                    </a:cubicBezTo>
                    <a:cubicBezTo>
                      <a:pt x="505" y="1245"/>
                      <a:pt x="504" y="1247"/>
                      <a:pt x="503" y="1249"/>
                    </a:cubicBezTo>
                    <a:cubicBezTo>
                      <a:pt x="501" y="1251"/>
                      <a:pt x="501" y="1253"/>
                      <a:pt x="503" y="1255"/>
                    </a:cubicBezTo>
                    <a:cubicBezTo>
                      <a:pt x="505" y="1258"/>
                      <a:pt x="507" y="1259"/>
                      <a:pt x="507" y="1262"/>
                    </a:cubicBezTo>
                    <a:cubicBezTo>
                      <a:pt x="508" y="1264"/>
                      <a:pt x="510" y="1270"/>
                      <a:pt x="509" y="1272"/>
                    </a:cubicBezTo>
                    <a:cubicBezTo>
                      <a:pt x="507" y="1275"/>
                      <a:pt x="505" y="1270"/>
                      <a:pt x="504" y="1269"/>
                    </a:cubicBezTo>
                    <a:cubicBezTo>
                      <a:pt x="502" y="1266"/>
                      <a:pt x="503" y="1259"/>
                      <a:pt x="499" y="1258"/>
                    </a:cubicBezTo>
                    <a:cubicBezTo>
                      <a:pt x="497" y="1256"/>
                      <a:pt x="494" y="1258"/>
                      <a:pt x="492" y="1257"/>
                    </a:cubicBezTo>
                    <a:cubicBezTo>
                      <a:pt x="489" y="1256"/>
                      <a:pt x="486" y="1255"/>
                      <a:pt x="484" y="1258"/>
                    </a:cubicBezTo>
                    <a:cubicBezTo>
                      <a:pt x="482" y="1260"/>
                      <a:pt x="481" y="1263"/>
                      <a:pt x="480" y="1266"/>
                    </a:cubicBezTo>
                    <a:cubicBezTo>
                      <a:pt x="480" y="1268"/>
                      <a:pt x="479" y="1269"/>
                      <a:pt x="477" y="1270"/>
                    </a:cubicBezTo>
                    <a:cubicBezTo>
                      <a:pt x="475" y="1272"/>
                      <a:pt x="473" y="1271"/>
                      <a:pt x="471" y="1271"/>
                    </a:cubicBezTo>
                    <a:cubicBezTo>
                      <a:pt x="466" y="1272"/>
                      <a:pt x="470" y="1280"/>
                      <a:pt x="472" y="1282"/>
                    </a:cubicBezTo>
                    <a:cubicBezTo>
                      <a:pt x="474" y="1283"/>
                      <a:pt x="476" y="1285"/>
                      <a:pt x="475" y="1286"/>
                    </a:cubicBezTo>
                    <a:cubicBezTo>
                      <a:pt x="475" y="1288"/>
                      <a:pt x="472" y="1289"/>
                      <a:pt x="471" y="1290"/>
                    </a:cubicBezTo>
                    <a:cubicBezTo>
                      <a:pt x="469" y="1293"/>
                      <a:pt x="472" y="1299"/>
                      <a:pt x="468" y="1302"/>
                    </a:cubicBezTo>
                    <a:cubicBezTo>
                      <a:pt x="466" y="1303"/>
                      <a:pt x="463" y="1302"/>
                      <a:pt x="461" y="1301"/>
                    </a:cubicBezTo>
                    <a:cubicBezTo>
                      <a:pt x="459" y="1301"/>
                      <a:pt x="457" y="1301"/>
                      <a:pt x="454" y="1300"/>
                    </a:cubicBezTo>
                    <a:cubicBezTo>
                      <a:pt x="452" y="1300"/>
                      <a:pt x="450" y="1299"/>
                      <a:pt x="449" y="1297"/>
                    </a:cubicBezTo>
                    <a:cubicBezTo>
                      <a:pt x="449" y="1295"/>
                      <a:pt x="450" y="1294"/>
                      <a:pt x="452" y="1293"/>
                    </a:cubicBezTo>
                    <a:cubicBezTo>
                      <a:pt x="457" y="1290"/>
                      <a:pt x="455" y="1285"/>
                      <a:pt x="449" y="1284"/>
                    </a:cubicBezTo>
                    <a:cubicBezTo>
                      <a:pt x="447" y="1284"/>
                      <a:pt x="444" y="1283"/>
                      <a:pt x="442" y="1283"/>
                    </a:cubicBezTo>
                    <a:cubicBezTo>
                      <a:pt x="439" y="1283"/>
                      <a:pt x="436" y="1285"/>
                      <a:pt x="433" y="1285"/>
                    </a:cubicBezTo>
                    <a:cubicBezTo>
                      <a:pt x="428" y="1285"/>
                      <a:pt x="426" y="1279"/>
                      <a:pt x="424" y="1276"/>
                    </a:cubicBezTo>
                    <a:cubicBezTo>
                      <a:pt x="421" y="1272"/>
                      <a:pt x="418" y="1267"/>
                      <a:pt x="412" y="1265"/>
                    </a:cubicBezTo>
                    <a:cubicBezTo>
                      <a:pt x="410" y="1264"/>
                      <a:pt x="408" y="1263"/>
                      <a:pt x="406" y="1262"/>
                    </a:cubicBezTo>
                    <a:cubicBezTo>
                      <a:pt x="404" y="1261"/>
                      <a:pt x="399" y="1260"/>
                      <a:pt x="398" y="125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" name="Freeform 3610">
                <a:extLst>
                  <a:ext uri="{FF2B5EF4-FFF2-40B4-BE49-F238E27FC236}">
                    <a16:creationId xmlns:a16="http://schemas.microsoft.com/office/drawing/2014/main" id="{216FA242-46BC-0449-9C04-AE4ECBC35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757"/>
                <a:ext cx="2" cy="4"/>
              </a:xfrm>
              <a:custGeom>
                <a:avLst/>
                <a:gdLst>
                  <a:gd name="T0" fmla="*/ 0 w 6"/>
                  <a:gd name="T1" fmla="*/ 8 h 9"/>
                  <a:gd name="T2" fmla="*/ 2 w 6"/>
                  <a:gd name="T3" fmla="*/ 9 h 9"/>
                  <a:gd name="T4" fmla="*/ 3 w 6"/>
                  <a:gd name="T5" fmla="*/ 9 h 9"/>
                  <a:gd name="T6" fmla="*/ 4 w 6"/>
                  <a:gd name="T7" fmla="*/ 9 h 9"/>
                  <a:gd name="T8" fmla="*/ 6 w 6"/>
                  <a:gd name="T9" fmla="*/ 9 h 9"/>
                  <a:gd name="T10" fmla="*/ 6 w 6"/>
                  <a:gd name="T11" fmla="*/ 7 h 9"/>
                  <a:gd name="T12" fmla="*/ 5 w 6"/>
                  <a:gd name="T13" fmla="*/ 6 h 9"/>
                  <a:gd name="T14" fmla="*/ 4 w 6"/>
                  <a:gd name="T15" fmla="*/ 5 h 9"/>
                  <a:gd name="T16" fmla="*/ 4 w 6"/>
                  <a:gd name="T17" fmla="*/ 2 h 9"/>
                  <a:gd name="T18" fmla="*/ 4 w 6"/>
                  <a:gd name="T19" fmla="*/ 1 h 9"/>
                  <a:gd name="T20" fmla="*/ 2 w 6"/>
                  <a:gd name="T21" fmla="*/ 1 h 9"/>
                  <a:gd name="T22" fmla="*/ 0 w 6"/>
                  <a:gd name="T23" fmla="*/ 2 h 9"/>
                  <a:gd name="T24" fmla="*/ 0 w 6"/>
                  <a:gd name="T25" fmla="*/ 3 h 9"/>
                  <a:gd name="T26" fmla="*/ 0 w 6"/>
                  <a:gd name="T27" fmla="*/ 6 h 9"/>
                  <a:gd name="T28" fmla="*/ 0 w 6"/>
                  <a:gd name="T2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9">
                    <a:moveTo>
                      <a:pt x="0" y="8"/>
                    </a:moveTo>
                    <a:cubicBezTo>
                      <a:pt x="1" y="9"/>
                      <a:pt x="1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0" y="8"/>
                      <a:pt x="0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" name="Freeform 3611">
                <a:extLst>
                  <a:ext uri="{FF2B5EF4-FFF2-40B4-BE49-F238E27FC236}">
                    <a16:creationId xmlns:a16="http://schemas.microsoft.com/office/drawing/2014/main" id="{17D86E1E-779F-B941-9A8C-DB1986F17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1302"/>
                <a:ext cx="9" cy="24"/>
              </a:xfrm>
              <a:custGeom>
                <a:avLst/>
                <a:gdLst>
                  <a:gd name="T0" fmla="*/ 9 w 22"/>
                  <a:gd name="T1" fmla="*/ 59 h 59"/>
                  <a:gd name="T2" fmla="*/ 18 w 22"/>
                  <a:gd name="T3" fmla="*/ 57 h 59"/>
                  <a:gd name="T4" fmla="*/ 22 w 22"/>
                  <a:gd name="T5" fmla="*/ 46 h 59"/>
                  <a:gd name="T6" fmla="*/ 20 w 22"/>
                  <a:gd name="T7" fmla="*/ 41 h 59"/>
                  <a:gd name="T8" fmla="*/ 21 w 22"/>
                  <a:gd name="T9" fmla="*/ 35 h 59"/>
                  <a:gd name="T10" fmla="*/ 19 w 22"/>
                  <a:gd name="T11" fmla="*/ 23 h 59"/>
                  <a:gd name="T12" fmla="*/ 5 w 22"/>
                  <a:gd name="T13" fmla="*/ 3 h 59"/>
                  <a:gd name="T14" fmla="*/ 1 w 22"/>
                  <a:gd name="T15" fmla="*/ 8 h 59"/>
                  <a:gd name="T16" fmla="*/ 3 w 22"/>
                  <a:gd name="T17" fmla="*/ 23 h 59"/>
                  <a:gd name="T18" fmla="*/ 3 w 22"/>
                  <a:gd name="T19" fmla="*/ 29 h 59"/>
                  <a:gd name="T20" fmla="*/ 1 w 22"/>
                  <a:gd name="T21" fmla="*/ 34 h 59"/>
                  <a:gd name="T22" fmla="*/ 2 w 22"/>
                  <a:gd name="T23" fmla="*/ 49 h 59"/>
                  <a:gd name="T24" fmla="*/ 2 w 22"/>
                  <a:gd name="T25" fmla="*/ 52 h 59"/>
                  <a:gd name="T26" fmla="*/ 9 w 22"/>
                  <a:gd name="T27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59">
                    <a:moveTo>
                      <a:pt x="9" y="59"/>
                    </a:moveTo>
                    <a:cubicBezTo>
                      <a:pt x="12" y="59"/>
                      <a:pt x="16" y="58"/>
                      <a:pt x="18" y="57"/>
                    </a:cubicBezTo>
                    <a:cubicBezTo>
                      <a:pt x="22" y="55"/>
                      <a:pt x="22" y="50"/>
                      <a:pt x="22" y="46"/>
                    </a:cubicBezTo>
                    <a:cubicBezTo>
                      <a:pt x="22" y="44"/>
                      <a:pt x="20" y="43"/>
                      <a:pt x="20" y="41"/>
                    </a:cubicBezTo>
                    <a:cubicBezTo>
                      <a:pt x="20" y="39"/>
                      <a:pt x="20" y="37"/>
                      <a:pt x="21" y="35"/>
                    </a:cubicBezTo>
                    <a:cubicBezTo>
                      <a:pt x="21" y="30"/>
                      <a:pt x="21" y="27"/>
                      <a:pt x="19" y="23"/>
                    </a:cubicBezTo>
                    <a:cubicBezTo>
                      <a:pt x="15" y="15"/>
                      <a:pt x="13" y="7"/>
                      <a:pt x="5" y="3"/>
                    </a:cubicBezTo>
                    <a:cubicBezTo>
                      <a:pt x="0" y="0"/>
                      <a:pt x="1" y="5"/>
                      <a:pt x="1" y="8"/>
                    </a:cubicBezTo>
                    <a:cubicBezTo>
                      <a:pt x="1" y="13"/>
                      <a:pt x="3" y="18"/>
                      <a:pt x="3" y="23"/>
                    </a:cubicBezTo>
                    <a:cubicBezTo>
                      <a:pt x="4" y="25"/>
                      <a:pt x="4" y="27"/>
                      <a:pt x="3" y="29"/>
                    </a:cubicBezTo>
                    <a:cubicBezTo>
                      <a:pt x="2" y="31"/>
                      <a:pt x="1" y="32"/>
                      <a:pt x="1" y="34"/>
                    </a:cubicBezTo>
                    <a:cubicBezTo>
                      <a:pt x="0" y="39"/>
                      <a:pt x="1" y="44"/>
                      <a:pt x="2" y="49"/>
                    </a:cubicBezTo>
                    <a:cubicBezTo>
                      <a:pt x="2" y="50"/>
                      <a:pt x="3" y="51"/>
                      <a:pt x="2" y="52"/>
                    </a:cubicBezTo>
                    <a:cubicBezTo>
                      <a:pt x="4" y="54"/>
                      <a:pt x="7" y="58"/>
                      <a:pt x="9" y="5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" name="Freeform 3612">
                <a:extLst>
                  <a:ext uri="{FF2B5EF4-FFF2-40B4-BE49-F238E27FC236}">
                    <a16:creationId xmlns:a16="http://schemas.microsoft.com/office/drawing/2014/main" id="{D3BF11E4-1C3E-4A49-829A-0CCB075B3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3" y="2897"/>
                <a:ext cx="9" cy="9"/>
              </a:xfrm>
              <a:custGeom>
                <a:avLst/>
                <a:gdLst>
                  <a:gd name="T0" fmla="*/ 5 w 23"/>
                  <a:gd name="T1" fmla="*/ 19 h 21"/>
                  <a:gd name="T2" fmla="*/ 13 w 23"/>
                  <a:gd name="T3" fmla="*/ 20 h 21"/>
                  <a:gd name="T4" fmla="*/ 20 w 23"/>
                  <a:gd name="T5" fmla="*/ 19 h 21"/>
                  <a:gd name="T6" fmla="*/ 22 w 23"/>
                  <a:gd name="T7" fmla="*/ 14 h 21"/>
                  <a:gd name="T8" fmla="*/ 18 w 23"/>
                  <a:gd name="T9" fmla="*/ 10 h 21"/>
                  <a:gd name="T10" fmla="*/ 17 w 23"/>
                  <a:gd name="T11" fmla="*/ 3 h 21"/>
                  <a:gd name="T12" fmla="*/ 11 w 23"/>
                  <a:gd name="T13" fmla="*/ 0 h 21"/>
                  <a:gd name="T14" fmla="*/ 1 w 23"/>
                  <a:gd name="T15" fmla="*/ 4 h 21"/>
                  <a:gd name="T16" fmla="*/ 1 w 23"/>
                  <a:gd name="T17" fmla="*/ 9 h 21"/>
                  <a:gd name="T18" fmla="*/ 0 w 23"/>
                  <a:gd name="T19" fmla="*/ 13 h 21"/>
                  <a:gd name="T20" fmla="*/ 5 w 23"/>
                  <a:gd name="T21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5" y="19"/>
                    </a:moveTo>
                    <a:cubicBezTo>
                      <a:pt x="8" y="20"/>
                      <a:pt x="11" y="20"/>
                      <a:pt x="13" y="20"/>
                    </a:cubicBezTo>
                    <a:cubicBezTo>
                      <a:pt x="15" y="20"/>
                      <a:pt x="18" y="21"/>
                      <a:pt x="20" y="19"/>
                    </a:cubicBezTo>
                    <a:cubicBezTo>
                      <a:pt x="22" y="18"/>
                      <a:pt x="23" y="16"/>
                      <a:pt x="22" y="14"/>
                    </a:cubicBezTo>
                    <a:cubicBezTo>
                      <a:pt x="21" y="13"/>
                      <a:pt x="19" y="12"/>
                      <a:pt x="18" y="10"/>
                    </a:cubicBezTo>
                    <a:cubicBezTo>
                      <a:pt x="18" y="8"/>
                      <a:pt x="18" y="5"/>
                      <a:pt x="17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8" y="0"/>
                      <a:pt x="3" y="1"/>
                      <a:pt x="1" y="4"/>
                    </a:cubicBezTo>
                    <a:cubicBezTo>
                      <a:pt x="1" y="6"/>
                      <a:pt x="1" y="8"/>
                      <a:pt x="1" y="9"/>
                    </a:cubicBezTo>
                    <a:cubicBezTo>
                      <a:pt x="1" y="10"/>
                      <a:pt x="1" y="13"/>
                      <a:pt x="0" y="13"/>
                    </a:cubicBezTo>
                    <a:cubicBezTo>
                      <a:pt x="2" y="15"/>
                      <a:pt x="3" y="18"/>
                      <a:pt x="5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" name="Freeform 3613">
                <a:extLst>
                  <a:ext uri="{FF2B5EF4-FFF2-40B4-BE49-F238E27FC236}">
                    <a16:creationId xmlns:a16="http://schemas.microsoft.com/office/drawing/2014/main" id="{EA3A70B1-1F39-E44B-BD66-338F3330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4" y="2941"/>
                <a:ext cx="18" cy="9"/>
              </a:xfrm>
              <a:custGeom>
                <a:avLst/>
                <a:gdLst>
                  <a:gd name="T0" fmla="*/ 4 w 45"/>
                  <a:gd name="T1" fmla="*/ 19 h 20"/>
                  <a:gd name="T2" fmla="*/ 10 w 45"/>
                  <a:gd name="T3" fmla="*/ 20 h 20"/>
                  <a:gd name="T4" fmla="*/ 16 w 45"/>
                  <a:gd name="T5" fmla="*/ 19 h 20"/>
                  <a:gd name="T6" fmla="*/ 20 w 45"/>
                  <a:gd name="T7" fmla="*/ 19 h 20"/>
                  <a:gd name="T8" fmla="*/ 25 w 45"/>
                  <a:gd name="T9" fmla="*/ 20 h 20"/>
                  <a:gd name="T10" fmla="*/ 25 w 45"/>
                  <a:gd name="T11" fmla="*/ 20 h 20"/>
                  <a:gd name="T12" fmla="*/ 35 w 45"/>
                  <a:gd name="T13" fmla="*/ 20 h 20"/>
                  <a:gd name="T14" fmla="*/ 43 w 45"/>
                  <a:gd name="T15" fmla="*/ 15 h 20"/>
                  <a:gd name="T16" fmla="*/ 42 w 45"/>
                  <a:gd name="T17" fmla="*/ 7 h 20"/>
                  <a:gd name="T18" fmla="*/ 28 w 45"/>
                  <a:gd name="T19" fmla="*/ 0 h 20"/>
                  <a:gd name="T20" fmla="*/ 20 w 45"/>
                  <a:gd name="T21" fmla="*/ 3 h 20"/>
                  <a:gd name="T22" fmla="*/ 10 w 45"/>
                  <a:gd name="T23" fmla="*/ 7 h 20"/>
                  <a:gd name="T24" fmla="*/ 8 w 45"/>
                  <a:gd name="T25" fmla="*/ 10 h 20"/>
                  <a:gd name="T26" fmla="*/ 4 w 45"/>
                  <a:gd name="T27" fmla="*/ 12 h 20"/>
                  <a:gd name="T28" fmla="*/ 4 w 45"/>
                  <a:gd name="T29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20">
                    <a:moveTo>
                      <a:pt x="4" y="19"/>
                    </a:moveTo>
                    <a:cubicBezTo>
                      <a:pt x="6" y="20"/>
                      <a:pt x="8" y="20"/>
                      <a:pt x="10" y="20"/>
                    </a:cubicBezTo>
                    <a:cubicBezTo>
                      <a:pt x="12" y="20"/>
                      <a:pt x="14" y="19"/>
                      <a:pt x="16" y="19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2" y="20"/>
                      <a:pt x="24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8" y="20"/>
                      <a:pt x="32" y="20"/>
                      <a:pt x="35" y="20"/>
                    </a:cubicBezTo>
                    <a:cubicBezTo>
                      <a:pt x="38" y="20"/>
                      <a:pt x="41" y="18"/>
                      <a:pt x="43" y="15"/>
                    </a:cubicBezTo>
                    <a:cubicBezTo>
                      <a:pt x="45" y="13"/>
                      <a:pt x="45" y="9"/>
                      <a:pt x="42" y="7"/>
                    </a:cubicBezTo>
                    <a:cubicBezTo>
                      <a:pt x="38" y="4"/>
                      <a:pt x="34" y="0"/>
                      <a:pt x="28" y="0"/>
                    </a:cubicBezTo>
                    <a:cubicBezTo>
                      <a:pt x="25" y="0"/>
                      <a:pt x="23" y="2"/>
                      <a:pt x="20" y="3"/>
                    </a:cubicBezTo>
                    <a:cubicBezTo>
                      <a:pt x="16" y="4"/>
                      <a:pt x="13" y="4"/>
                      <a:pt x="10" y="7"/>
                    </a:cubicBezTo>
                    <a:cubicBezTo>
                      <a:pt x="9" y="8"/>
                      <a:pt x="9" y="9"/>
                      <a:pt x="8" y="10"/>
                    </a:cubicBezTo>
                    <a:cubicBezTo>
                      <a:pt x="7" y="11"/>
                      <a:pt x="5" y="11"/>
                      <a:pt x="4" y="12"/>
                    </a:cubicBezTo>
                    <a:cubicBezTo>
                      <a:pt x="1" y="14"/>
                      <a:pt x="0" y="18"/>
                      <a:pt x="4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" name="Freeform 3614">
                <a:extLst>
                  <a:ext uri="{FF2B5EF4-FFF2-40B4-BE49-F238E27FC236}">
                    <a16:creationId xmlns:a16="http://schemas.microsoft.com/office/drawing/2014/main" id="{63508436-2730-4843-925E-010640D31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055"/>
                <a:ext cx="9" cy="9"/>
              </a:xfrm>
              <a:custGeom>
                <a:avLst/>
                <a:gdLst>
                  <a:gd name="T0" fmla="*/ 13 w 24"/>
                  <a:gd name="T1" fmla="*/ 19 h 22"/>
                  <a:gd name="T2" fmla="*/ 20 w 24"/>
                  <a:gd name="T3" fmla="*/ 20 h 22"/>
                  <a:gd name="T4" fmla="*/ 24 w 24"/>
                  <a:gd name="T5" fmla="*/ 15 h 22"/>
                  <a:gd name="T6" fmla="*/ 18 w 24"/>
                  <a:gd name="T7" fmla="*/ 3 h 22"/>
                  <a:gd name="T8" fmla="*/ 4 w 24"/>
                  <a:gd name="T9" fmla="*/ 4 h 22"/>
                  <a:gd name="T10" fmla="*/ 1 w 24"/>
                  <a:gd name="T11" fmla="*/ 7 h 22"/>
                  <a:gd name="T12" fmla="*/ 1 w 24"/>
                  <a:gd name="T13" fmla="*/ 10 h 22"/>
                  <a:gd name="T14" fmla="*/ 1 w 24"/>
                  <a:gd name="T15" fmla="*/ 12 h 22"/>
                  <a:gd name="T16" fmla="*/ 13 w 24"/>
                  <a:gd name="T17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2">
                    <a:moveTo>
                      <a:pt x="13" y="19"/>
                    </a:moveTo>
                    <a:cubicBezTo>
                      <a:pt x="16" y="20"/>
                      <a:pt x="17" y="22"/>
                      <a:pt x="20" y="20"/>
                    </a:cubicBezTo>
                    <a:cubicBezTo>
                      <a:pt x="22" y="19"/>
                      <a:pt x="24" y="17"/>
                      <a:pt x="24" y="15"/>
                    </a:cubicBezTo>
                    <a:cubicBezTo>
                      <a:pt x="24" y="10"/>
                      <a:pt x="22" y="5"/>
                      <a:pt x="18" y="3"/>
                    </a:cubicBezTo>
                    <a:cubicBezTo>
                      <a:pt x="14" y="0"/>
                      <a:pt x="8" y="2"/>
                      <a:pt x="4" y="4"/>
                    </a:cubicBezTo>
                    <a:cubicBezTo>
                      <a:pt x="2" y="4"/>
                      <a:pt x="1" y="5"/>
                      <a:pt x="1" y="7"/>
                    </a:cubicBezTo>
                    <a:cubicBezTo>
                      <a:pt x="0" y="8"/>
                      <a:pt x="1" y="10"/>
                      <a:pt x="1" y="10"/>
                    </a:cubicBezTo>
                    <a:cubicBezTo>
                      <a:pt x="1" y="10"/>
                      <a:pt x="2" y="12"/>
                      <a:pt x="1" y="12"/>
                    </a:cubicBezTo>
                    <a:cubicBezTo>
                      <a:pt x="4" y="16"/>
                      <a:pt x="9" y="17"/>
                      <a:pt x="13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" name="Freeform 3615">
                <a:extLst>
                  <a:ext uri="{FF2B5EF4-FFF2-40B4-BE49-F238E27FC236}">
                    <a16:creationId xmlns:a16="http://schemas.microsoft.com/office/drawing/2014/main" id="{9CE1FDB8-2878-8E49-B423-9ADBB3929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1032"/>
                <a:ext cx="9" cy="6"/>
              </a:xfrm>
              <a:custGeom>
                <a:avLst/>
                <a:gdLst>
                  <a:gd name="T0" fmla="*/ 16 w 22"/>
                  <a:gd name="T1" fmla="*/ 7 h 13"/>
                  <a:gd name="T2" fmla="*/ 13 w 22"/>
                  <a:gd name="T3" fmla="*/ 6 h 13"/>
                  <a:gd name="T4" fmla="*/ 7 w 22"/>
                  <a:gd name="T5" fmla="*/ 1 h 13"/>
                  <a:gd name="T6" fmla="*/ 4 w 22"/>
                  <a:gd name="T7" fmla="*/ 1 h 13"/>
                  <a:gd name="T8" fmla="*/ 1 w 22"/>
                  <a:gd name="T9" fmla="*/ 3 h 13"/>
                  <a:gd name="T10" fmla="*/ 16 w 22"/>
                  <a:gd name="T11" fmla="*/ 12 h 13"/>
                  <a:gd name="T12" fmla="*/ 19 w 22"/>
                  <a:gd name="T13" fmla="*/ 9 h 13"/>
                  <a:gd name="T14" fmla="*/ 16 w 22"/>
                  <a:gd name="T15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6" y="7"/>
                    </a:moveTo>
                    <a:cubicBezTo>
                      <a:pt x="15" y="6"/>
                      <a:pt x="14" y="7"/>
                      <a:pt x="13" y="6"/>
                    </a:cubicBezTo>
                    <a:cubicBezTo>
                      <a:pt x="10" y="5"/>
                      <a:pt x="10" y="1"/>
                      <a:pt x="7" y="1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0" y="11"/>
                      <a:pt x="10" y="10"/>
                      <a:pt x="16" y="12"/>
                    </a:cubicBezTo>
                    <a:cubicBezTo>
                      <a:pt x="18" y="13"/>
                      <a:pt x="22" y="12"/>
                      <a:pt x="19" y="9"/>
                    </a:cubicBezTo>
                    <a:cubicBezTo>
                      <a:pt x="19" y="8"/>
                      <a:pt x="17" y="7"/>
                      <a:pt x="16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" name="Freeform 3616">
                <a:extLst>
                  <a:ext uri="{FF2B5EF4-FFF2-40B4-BE49-F238E27FC236}">
                    <a16:creationId xmlns:a16="http://schemas.microsoft.com/office/drawing/2014/main" id="{F16DF3EA-51C5-2948-9CA3-119726B0F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027"/>
                <a:ext cx="6" cy="5"/>
              </a:xfrm>
              <a:custGeom>
                <a:avLst/>
                <a:gdLst>
                  <a:gd name="T0" fmla="*/ 12 w 14"/>
                  <a:gd name="T1" fmla="*/ 9 h 14"/>
                  <a:gd name="T2" fmla="*/ 10 w 14"/>
                  <a:gd name="T3" fmla="*/ 3 h 14"/>
                  <a:gd name="T4" fmla="*/ 2 w 14"/>
                  <a:gd name="T5" fmla="*/ 10 h 14"/>
                  <a:gd name="T6" fmla="*/ 5 w 14"/>
                  <a:gd name="T7" fmla="*/ 14 h 14"/>
                  <a:gd name="T8" fmla="*/ 12 w 14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2" y="9"/>
                    </a:moveTo>
                    <a:cubicBezTo>
                      <a:pt x="14" y="7"/>
                      <a:pt x="12" y="4"/>
                      <a:pt x="10" y="3"/>
                    </a:cubicBezTo>
                    <a:cubicBezTo>
                      <a:pt x="5" y="0"/>
                      <a:pt x="0" y="5"/>
                      <a:pt x="2" y="10"/>
                    </a:cubicBezTo>
                    <a:cubicBezTo>
                      <a:pt x="3" y="11"/>
                      <a:pt x="6" y="12"/>
                      <a:pt x="5" y="14"/>
                    </a:cubicBezTo>
                    <a:cubicBezTo>
                      <a:pt x="8" y="13"/>
                      <a:pt x="11" y="11"/>
                      <a:pt x="1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" name="Freeform 3617">
                <a:extLst>
                  <a:ext uri="{FF2B5EF4-FFF2-40B4-BE49-F238E27FC236}">
                    <a16:creationId xmlns:a16="http://schemas.microsoft.com/office/drawing/2014/main" id="{B8603962-5133-5D4A-833B-263A3669A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972"/>
                <a:ext cx="25" cy="25"/>
              </a:xfrm>
              <a:custGeom>
                <a:avLst/>
                <a:gdLst>
                  <a:gd name="T0" fmla="*/ 61 w 62"/>
                  <a:gd name="T1" fmla="*/ 56 h 62"/>
                  <a:gd name="T2" fmla="*/ 62 w 62"/>
                  <a:gd name="T3" fmla="*/ 50 h 62"/>
                  <a:gd name="T4" fmla="*/ 56 w 62"/>
                  <a:gd name="T5" fmla="*/ 40 h 62"/>
                  <a:gd name="T6" fmla="*/ 45 w 62"/>
                  <a:gd name="T7" fmla="*/ 36 h 62"/>
                  <a:gd name="T8" fmla="*/ 51 w 62"/>
                  <a:gd name="T9" fmla="*/ 29 h 62"/>
                  <a:gd name="T10" fmla="*/ 53 w 62"/>
                  <a:gd name="T11" fmla="*/ 20 h 62"/>
                  <a:gd name="T12" fmla="*/ 49 w 62"/>
                  <a:gd name="T13" fmla="*/ 11 h 62"/>
                  <a:gd name="T14" fmla="*/ 31 w 62"/>
                  <a:gd name="T15" fmla="*/ 2 h 62"/>
                  <a:gd name="T16" fmla="*/ 32 w 62"/>
                  <a:gd name="T17" fmla="*/ 14 h 62"/>
                  <a:gd name="T18" fmla="*/ 32 w 62"/>
                  <a:gd name="T19" fmla="*/ 21 h 62"/>
                  <a:gd name="T20" fmla="*/ 28 w 62"/>
                  <a:gd name="T21" fmla="*/ 20 h 62"/>
                  <a:gd name="T22" fmla="*/ 18 w 62"/>
                  <a:gd name="T23" fmla="*/ 11 h 62"/>
                  <a:gd name="T24" fmla="*/ 9 w 62"/>
                  <a:gd name="T25" fmla="*/ 8 h 62"/>
                  <a:gd name="T26" fmla="*/ 5 w 62"/>
                  <a:gd name="T27" fmla="*/ 19 h 62"/>
                  <a:gd name="T28" fmla="*/ 12 w 62"/>
                  <a:gd name="T29" fmla="*/ 23 h 62"/>
                  <a:gd name="T30" fmla="*/ 14 w 62"/>
                  <a:gd name="T31" fmla="*/ 26 h 62"/>
                  <a:gd name="T32" fmla="*/ 14 w 62"/>
                  <a:gd name="T33" fmla="*/ 30 h 62"/>
                  <a:gd name="T34" fmla="*/ 18 w 62"/>
                  <a:gd name="T35" fmla="*/ 35 h 62"/>
                  <a:gd name="T36" fmla="*/ 19 w 62"/>
                  <a:gd name="T37" fmla="*/ 37 h 62"/>
                  <a:gd name="T38" fmla="*/ 21 w 62"/>
                  <a:gd name="T39" fmla="*/ 41 h 62"/>
                  <a:gd name="T40" fmla="*/ 37 w 62"/>
                  <a:gd name="T41" fmla="*/ 43 h 62"/>
                  <a:gd name="T42" fmla="*/ 43 w 62"/>
                  <a:gd name="T43" fmla="*/ 45 h 62"/>
                  <a:gd name="T44" fmla="*/ 51 w 62"/>
                  <a:gd name="T45" fmla="*/ 58 h 62"/>
                  <a:gd name="T46" fmla="*/ 58 w 62"/>
                  <a:gd name="T47" fmla="*/ 61 h 62"/>
                  <a:gd name="T48" fmla="*/ 61 w 62"/>
                  <a:gd name="T49" fmla="*/ 5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62">
                    <a:moveTo>
                      <a:pt x="61" y="56"/>
                    </a:moveTo>
                    <a:cubicBezTo>
                      <a:pt x="62" y="54"/>
                      <a:pt x="62" y="52"/>
                      <a:pt x="62" y="50"/>
                    </a:cubicBezTo>
                    <a:cubicBezTo>
                      <a:pt x="62" y="45"/>
                      <a:pt x="60" y="42"/>
                      <a:pt x="56" y="40"/>
                    </a:cubicBezTo>
                    <a:cubicBezTo>
                      <a:pt x="53" y="37"/>
                      <a:pt x="49" y="38"/>
                      <a:pt x="45" y="36"/>
                    </a:cubicBezTo>
                    <a:cubicBezTo>
                      <a:pt x="45" y="32"/>
                      <a:pt x="48" y="31"/>
                      <a:pt x="51" y="29"/>
                    </a:cubicBezTo>
                    <a:cubicBezTo>
                      <a:pt x="54" y="27"/>
                      <a:pt x="54" y="23"/>
                      <a:pt x="53" y="20"/>
                    </a:cubicBezTo>
                    <a:cubicBezTo>
                      <a:pt x="53" y="16"/>
                      <a:pt x="52" y="13"/>
                      <a:pt x="49" y="11"/>
                    </a:cubicBezTo>
                    <a:cubicBezTo>
                      <a:pt x="44" y="7"/>
                      <a:pt x="38" y="0"/>
                      <a:pt x="31" y="2"/>
                    </a:cubicBezTo>
                    <a:cubicBezTo>
                      <a:pt x="32" y="6"/>
                      <a:pt x="31" y="10"/>
                      <a:pt x="32" y="14"/>
                    </a:cubicBezTo>
                    <a:cubicBezTo>
                      <a:pt x="32" y="15"/>
                      <a:pt x="33" y="19"/>
                      <a:pt x="32" y="21"/>
                    </a:cubicBezTo>
                    <a:cubicBezTo>
                      <a:pt x="31" y="24"/>
                      <a:pt x="29" y="21"/>
                      <a:pt x="28" y="20"/>
                    </a:cubicBezTo>
                    <a:cubicBezTo>
                      <a:pt x="26" y="15"/>
                      <a:pt x="22" y="13"/>
                      <a:pt x="18" y="11"/>
                    </a:cubicBezTo>
                    <a:cubicBezTo>
                      <a:pt x="15" y="10"/>
                      <a:pt x="12" y="8"/>
                      <a:pt x="9" y="8"/>
                    </a:cubicBezTo>
                    <a:cubicBezTo>
                      <a:pt x="3" y="8"/>
                      <a:pt x="0" y="16"/>
                      <a:pt x="5" y="19"/>
                    </a:cubicBezTo>
                    <a:cubicBezTo>
                      <a:pt x="7" y="21"/>
                      <a:pt x="10" y="21"/>
                      <a:pt x="12" y="23"/>
                    </a:cubicBezTo>
                    <a:cubicBezTo>
                      <a:pt x="13" y="24"/>
                      <a:pt x="14" y="25"/>
                      <a:pt x="14" y="26"/>
                    </a:cubicBezTo>
                    <a:cubicBezTo>
                      <a:pt x="14" y="27"/>
                      <a:pt x="14" y="29"/>
                      <a:pt x="14" y="30"/>
                    </a:cubicBezTo>
                    <a:cubicBezTo>
                      <a:pt x="15" y="31"/>
                      <a:pt x="17" y="33"/>
                      <a:pt x="18" y="35"/>
                    </a:cubicBezTo>
                    <a:cubicBezTo>
                      <a:pt x="18" y="36"/>
                      <a:pt x="18" y="36"/>
                      <a:pt x="19" y="37"/>
                    </a:cubicBezTo>
                    <a:cubicBezTo>
                      <a:pt x="19" y="38"/>
                      <a:pt x="20" y="40"/>
                      <a:pt x="21" y="41"/>
                    </a:cubicBezTo>
                    <a:cubicBezTo>
                      <a:pt x="25" y="46"/>
                      <a:pt x="31" y="44"/>
                      <a:pt x="37" y="43"/>
                    </a:cubicBezTo>
                    <a:cubicBezTo>
                      <a:pt x="40" y="42"/>
                      <a:pt x="41" y="43"/>
                      <a:pt x="43" y="45"/>
                    </a:cubicBezTo>
                    <a:cubicBezTo>
                      <a:pt x="46" y="49"/>
                      <a:pt x="47" y="55"/>
                      <a:pt x="51" y="58"/>
                    </a:cubicBezTo>
                    <a:cubicBezTo>
                      <a:pt x="53" y="60"/>
                      <a:pt x="55" y="62"/>
                      <a:pt x="58" y="61"/>
                    </a:cubicBezTo>
                    <a:cubicBezTo>
                      <a:pt x="60" y="60"/>
                      <a:pt x="60" y="58"/>
                      <a:pt x="61" y="5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" name="Freeform 3618">
                <a:extLst>
                  <a:ext uri="{FF2B5EF4-FFF2-40B4-BE49-F238E27FC236}">
                    <a16:creationId xmlns:a16="http://schemas.microsoft.com/office/drawing/2014/main" id="{36EBACAF-0383-2E48-94CF-B0F87E5D6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985"/>
                <a:ext cx="7" cy="5"/>
              </a:xfrm>
              <a:custGeom>
                <a:avLst/>
                <a:gdLst>
                  <a:gd name="T0" fmla="*/ 18 w 18"/>
                  <a:gd name="T1" fmla="*/ 8 h 13"/>
                  <a:gd name="T2" fmla="*/ 16 w 18"/>
                  <a:gd name="T3" fmla="*/ 4 h 13"/>
                  <a:gd name="T4" fmla="*/ 11 w 18"/>
                  <a:gd name="T5" fmla="*/ 1 h 13"/>
                  <a:gd name="T6" fmla="*/ 5 w 18"/>
                  <a:gd name="T7" fmla="*/ 1 h 13"/>
                  <a:gd name="T8" fmla="*/ 2 w 18"/>
                  <a:gd name="T9" fmla="*/ 9 h 13"/>
                  <a:gd name="T10" fmla="*/ 11 w 18"/>
                  <a:gd name="T11" fmla="*/ 12 h 13"/>
                  <a:gd name="T12" fmla="*/ 18 w 18"/>
                  <a:gd name="T1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3">
                    <a:moveTo>
                      <a:pt x="18" y="8"/>
                    </a:moveTo>
                    <a:cubicBezTo>
                      <a:pt x="18" y="7"/>
                      <a:pt x="17" y="5"/>
                      <a:pt x="16" y="4"/>
                    </a:cubicBezTo>
                    <a:cubicBezTo>
                      <a:pt x="15" y="3"/>
                      <a:pt x="12" y="2"/>
                      <a:pt x="11" y="1"/>
                    </a:cubicBezTo>
                    <a:cubicBezTo>
                      <a:pt x="9" y="0"/>
                      <a:pt x="7" y="1"/>
                      <a:pt x="5" y="1"/>
                    </a:cubicBezTo>
                    <a:cubicBezTo>
                      <a:pt x="1" y="3"/>
                      <a:pt x="0" y="6"/>
                      <a:pt x="2" y="9"/>
                    </a:cubicBezTo>
                    <a:cubicBezTo>
                      <a:pt x="4" y="13"/>
                      <a:pt x="8" y="12"/>
                      <a:pt x="11" y="12"/>
                    </a:cubicBezTo>
                    <a:cubicBezTo>
                      <a:pt x="14" y="12"/>
                      <a:pt x="18" y="12"/>
                      <a:pt x="18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" name="Freeform 3619">
                <a:extLst>
                  <a:ext uri="{FF2B5EF4-FFF2-40B4-BE49-F238E27FC236}">
                    <a16:creationId xmlns:a16="http://schemas.microsoft.com/office/drawing/2014/main" id="{E7EA7C4F-7AED-9746-BCF3-36C5F66B5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969"/>
                <a:ext cx="23" cy="8"/>
              </a:xfrm>
              <a:custGeom>
                <a:avLst/>
                <a:gdLst>
                  <a:gd name="T0" fmla="*/ 41 w 58"/>
                  <a:gd name="T1" fmla="*/ 15 h 18"/>
                  <a:gd name="T2" fmla="*/ 47 w 58"/>
                  <a:gd name="T3" fmla="*/ 11 h 18"/>
                  <a:gd name="T4" fmla="*/ 55 w 58"/>
                  <a:gd name="T5" fmla="*/ 6 h 18"/>
                  <a:gd name="T6" fmla="*/ 57 w 58"/>
                  <a:gd name="T7" fmla="*/ 2 h 18"/>
                  <a:gd name="T8" fmla="*/ 54 w 58"/>
                  <a:gd name="T9" fmla="*/ 0 h 18"/>
                  <a:gd name="T10" fmla="*/ 50 w 58"/>
                  <a:gd name="T11" fmla="*/ 1 h 18"/>
                  <a:gd name="T12" fmla="*/ 46 w 58"/>
                  <a:gd name="T13" fmla="*/ 1 h 18"/>
                  <a:gd name="T14" fmla="*/ 43 w 58"/>
                  <a:gd name="T15" fmla="*/ 3 h 18"/>
                  <a:gd name="T16" fmla="*/ 36 w 58"/>
                  <a:gd name="T17" fmla="*/ 7 h 18"/>
                  <a:gd name="T18" fmla="*/ 29 w 58"/>
                  <a:gd name="T19" fmla="*/ 10 h 18"/>
                  <a:gd name="T20" fmla="*/ 23 w 58"/>
                  <a:gd name="T21" fmla="*/ 8 h 18"/>
                  <a:gd name="T22" fmla="*/ 19 w 58"/>
                  <a:gd name="T23" fmla="*/ 6 h 18"/>
                  <a:gd name="T24" fmla="*/ 13 w 58"/>
                  <a:gd name="T25" fmla="*/ 5 h 18"/>
                  <a:gd name="T26" fmla="*/ 1 w 58"/>
                  <a:gd name="T27" fmla="*/ 4 h 18"/>
                  <a:gd name="T28" fmla="*/ 2 w 58"/>
                  <a:gd name="T29" fmla="*/ 8 h 18"/>
                  <a:gd name="T30" fmla="*/ 5 w 58"/>
                  <a:gd name="T31" fmla="*/ 10 h 18"/>
                  <a:gd name="T32" fmla="*/ 14 w 58"/>
                  <a:gd name="T33" fmla="*/ 14 h 18"/>
                  <a:gd name="T34" fmla="*/ 22 w 58"/>
                  <a:gd name="T35" fmla="*/ 16 h 18"/>
                  <a:gd name="T36" fmla="*/ 25 w 58"/>
                  <a:gd name="T37" fmla="*/ 16 h 18"/>
                  <a:gd name="T38" fmla="*/ 41 w 58"/>
                  <a:gd name="T39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" h="18">
                    <a:moveTo>
                      <a:pt x="41" y="15"/>
                    </a:moveTo>
                    <a:cubicBezTo>
                      <a:pt x="43" y="13"/>
                      <a:pt x="45" y="12"/>
                      <a:pt x="47" y="11"/>
                    </a:cubicBezTo>
                    <a:cubicBezTo>
                      <a:pt x="50" y="9"/>
                      <a:pt x="53" y="8"/>
                      <a:pt x="55" y="6"/>
                    </a:cubicBezTo>
                    <a:cubicBezTo>
                      <a:pt x="57" y="4"/>
                      <a:pt x="58" y="4"/>
                      <a:pt x="57" y="2"/>
                    </a:cubicBezTo>
                    <a:cubicBezTo>
                      <a:pt x="56" y="0"/>
                      <a:pt x="56" y="0"/>
                      <a:pt x="54" y="0"/>
                    </a:cubicBezTo>
                    <a:cubicBezTo>
                      <a:pt x="53" y="0"/>
                      <a:pt x="52" y="1"/>
                      <a:pt x="50" y="1"/>
                    </a:cubicBezTo>
                    <a:cubicBezTo>
                      <a:pt x="49" y="1"/>
                      <a:pt x="48" y="1"/>
                      <a:pt x="46" y="1"/>
                    </a:cubicBezTo>
                    <a:cubicBezTo>
                      <a:pt x="45" y="2"/>
                      <a:pt x="44" y="2"/>
                      <a:pt x="43" y="3"/>
                    </a:cubicBezTo>
                    <a:cubicBezTo>
                      <a:pt x="41" y="5"/>
                      <a:pt x="39" y="6"/>
                      <a:pt x="36" y="7"/>
                    </a:cubicBezTo>
                    <a:cubicBezTo>
                      <a:pt x="33" y="8"/>
                      <a:pt x="32" y="10"/>
                      <a:pt x="29" y="10"/>
                    </a:cubicBezTo>
                    <a:cubicBezTo>
                      <a:pt x="27" y="10"/>
                      <a:pt x="25" y="9"/>
                      <a:pt x="23" y="8"/>
                    </a:cubicBezTo>
                    <a:cubicBezTo>
                      <a:pt x="22" y="8"/>
                      <a:pt x="20" y="7"/>
                      <a:pt x="19" y="6"/>
                    </a:cubicBezTo>
                    <a:cubicBezTo>
                      <a:pt x="17" y="6"/>
                      <a:pt x="15" y="6"/>
                      <a:pt x="13" y="5"/>
                    </a:cubicBezTo>
                    <a:cubicBezTo>
                      <a:pt x="11" y="5"/>
                      <a:pt x="3" y="1"/>
                      <a:pt x="1" y="4"/>
                    </a:cubicBezTo>
                    <a:cubicBezTo>
                      <a:pt x="0" y="5"/>
                      <a:pt x="1" y="8"/>
                      <a:pt x="2" y="8"/>
                    </a:cubicBezTo>
                    <a:cubicBezTo>
                      <a:pt x="3" y="9"/>
                      <a:pt x="4" y="10"/>
                      <a:pt x="5" y="10"/>
                    </a:cubicBezTo>
                    <a:cubicBezTo>
                      <a:pt x="8" y="12"/>
                      <a:pt x="11" y="13"/>
                      <a:pt x="14" y="14"/>
                    </a:cubicBezTo>
                    <a:cubicBezTo>
                      <a:pt x="17" y="15"/>
                      <a:pt x="19" y="16"/>
                      <a:pt x="22" y="16"/>
                    </a:cubicBezTo>
                    <a:cubicBezTo>
                      <a:pt x="23" y="16"/>
                      <a:pt x="24" y="16"/>
                      <a:pt x="25" y="16"/>
                    </a:cubicBezTo>
                    <a:cubicBezTo>
                      <a:pt x="30" y="17"/>
                      <a:pt x="37" y="18"/>
                      <a:pt x="41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" name="Freeform 3620">
                <a:extLst>
                  <a:ext uri="{FF2B5EF4-FFF2-40B4-BE49-F238E27FC236}">
                    <a16:creationId xmlns:a16="http://schemas.microsoft.com/office/drawing/2014/main" id="{50A3BC1E-062D-2F4A-B7B2-35F623125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967"/>
                <a:ext cx="6" cy="4"/>
              </a:xfrm>
              <a:custGeom>
                <a:avLst/>
                <a:gdLst>
                  <a:gd name="T0" fmla="*/ 11 w 15"/>
                  <a:gd name="T1" fmla="*/ 9 h 11"/>
                  <a:gd name="T2" fmla="*/ 15 w 15"/>
                  <a:gd name="T3" fmla="*/ 5 h 11"/>
                  <a:gd name="T4" fmla="*/ 3 w 15"/>
                  <a:gd name="T5" fmla="*/ 3 h 11"/>
                  <a:gd name="T6" fmla="*/ 0 w 15"/>
                  <a:gd name="T7" fmla="*/ 8 h 11"/>
                  <a:gd name="T8" fmla="*/ 5 w 15"/>
                  <a:gd name="T9" fmla="*/ 11 h 11"/>
                  <a:gd name="T10" fmla="*/ 11 w 15"/>
                  <a:gd name="T1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1" y="9"/>
                    </a:moveTo>
                    <a:cubicBezTo>
                      <a:pt x="12" y="8"/>
                      <a:pt x="15" y="7"/>
                      <a:pt x="15" y="5"/>
                    </a:cubicBezTo>
                    <a:cubicBezTo>
                      <a:pt x="15" y="0"/>
                      <a:pt x="6" y="0"/>
                      <a:pt x="3" y="3"/>
                    </a:cubicBezTo>
                    <a:cubicBezTo>
                      <a:pt x="1" y="4"/>
                      <a:pt x="0" y="6"/>
                      <a:pt x="0" y="8"/>
                    </a:cubicBezTo>
                    <a:cubicBezTo>
                      <a:pt x="0" y="10"/>
                      <a:pt x="3" y="11"/>
                      <a:pt x="5" y="11"/>
                    </a:cubicBezTo>
                    <a:cubicBezTo>
                      <a:pt x="7" y="11"/>
                      <a:pt x="9" y="10"/>
                      <a:pt x="1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" name="Freeform 3621">
                <a:extLst>
                  <a:ext uri="{FF2B5EF4-FFF2-40B4-BE49-F238E27FC236}">
                    <a16:creationId xmlns:a16="http://schemas.microsoft.com/office/drawing/2014/main" id="{2D6E51EE-DC72-B043-9AC8-3FA7F37F3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971"/>
                <a:ext cx="25" cy="9"/>
              </a:xfrm>
              <a:custGeom>
                <a:avLst/>
                <a:gdLst>
                  <a:gd name="T0" fmla="*/ 45 w 62"/>
                  <a:gd name="T1" fmla="*/ 11 h 23"/>
                  <a:gd name="T2" fmla="*/ 32 w 62"/>
                  <a:gd name="T3" fmla="*/ 10 h 23"/>
                  <a:gd name="T4" fmla="*/ 28 w 62"/>
                  <a:gd name="T5" fmla="*/ 8 h 23"/>
                  <a:gd name="T6" fmla="*/ 23 w 62"/>
                  <a:gd name="T7" fmla="*/ 4 h 23"/>
                  <a:gd name="T8" fmla="*/ 18 w 62"/>
                  <a:gd name="T9" fmla="*/ 2 h 23"/>
                  <a:gd name="T10" fmla="*/ 10 w 62"/>
                  <a:gd name="T11" fmla="*/ 0 h 23"/>
                  <a:gd name="T12" fmla="*/ 5 w 62"/>
                  <a:gd name="T13" fmla="*/ 1 h 23"/>
                  <a:gd name="T14" fmla="*/ 1 w 62"/>
                  <a:gd name="T15" fmla="*/ 4 h 23"/>
                  <a:gd name="T16" fmla="*/ 4 w 62"/>
                  <a:gd name="T17" fmla="*/ 7 h 23"/>
                  <a:gd name="T18" fmla="*/ 7 w 62"/>
                  <a:gd name="T19" fmla="*/ 9 h 23"/>
                  <a:gd name="T20" fmla="*/ 11 w 62"/>
                  <a:gd name="T21" fmla="*/ 10 h 23"/>
                  <a:gd name="T22" fmla="*/ 14 w 62"/>
                  <a:gd name="T23" fmla="*/ 11 h 23"/>
                  <a:gd name="T24" fmla="*/ 18 w 62"/>
                  <a:gd name="T25" fmla="*/ 15 h 23"/>
                  <a:gd name="T26" fmla="*/ 23 w 62"/>
                  <a:gd name="T27" fmla="*/ 19 h 23"/>
                  <a:gd name="T28" fmla="*/ 30 w 62"/>
                  <a:gd name="T29" fmla="*/ 23 h 23"/>
                  <a:gd name="T30" fmla="*/ 40 w 62"/>
                  <a:gd name="T31" fmla="*/ 22 h 23"/>
                  <a:gd name="T32" fmla="*/ 50 w 62"/>
                  <a:gd name="T33" fmla="*/ 22 h 23"/>
                  <a:gd name="T34" fmla="*/ 56 w 62"/>
                  <a:gd name="T35" fmla="*/ 22 h 23"/>
                  <a:gd name="T36" fmla="*/ 60 w 62"/>
                  <a:gd name="T37" fmla="*/ 21 h 23"/>
                  <a:gd name="T38" fmla="*/ 62 w 62"/>
                  <a:gd name="T39" fmla="*/ 18 h 23"/>
                  <a:gd name="T40" fmla="*/ 59 w 62"/>
                  <a:gd name="T41" fmla="*/ 14 h 23"/>
                  <a:gd name="T42" fmla="*/ 45 w 62"/>
                  <a:gd name="T43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23">
                    <a:moveTo>
                      <a:pt x="45" y="11"/>
                    </a:moveTo>
                    <a:cubicBezTo>
                      <a:pt x="41" y="11"/>
                      <a:pt x="37" y="11"/>
                      <a:pt x="32" y="10"/>
                    </a:cubicBezTo>
                    <a:cubicBezTo>
                      <a:pt x="31" y="9"/>
                      <a:pt x="29" y="9"/>
                      <a:pt x="28" y="8"/>
                    </a:cubicBezTo>
                    <a:cubicBezTo>
                      <a:pt x="26" y="7"/>
                      <a:pt x="25" y="5"/>
                      <a:pt x="23" y="4"/>
                    </a:cubicBezTo>
                    <a:cubicBezTo>
                      <a:pt x="22" y="2"/>
                      <a:pt x="20" y="2"/>
                      <a:pt x="18" y="2"/>
                    </a:cubicBezTo>
                    <a:cubicBezTo>
                      <a:pt x="15" y="1"/>
                      <a:pt x="13" y="1"/>
                      <a:pt x="10" y="0"/>
                    </a:cubicBezTo>
                    <a:cubicBezTo>
                      <a:pt x="8" y="0"/>
                      <a:pt x="7" y="0"/>
                      <a:pt x="5" y="1"/>
                    </a:cubicBezTo>
                    <a:cubicBezTo>
                      <a:pt x="3" y="1"/>
                      <a:pt x="0" y="2"/>
                      <a:pt x="1" y="4"/>
                    </a:cubicBezTo>
                    <a:cubicBezTo>
                      <a:pt x="2" y="5"/>
                      <a:pt x="3" y="6"/>
                      <a:pt x="4" y="7"/>
                    </a:cubicBezTo>
                    <a:cubicBezTo>
                      <a:pt x="5" y="8"/>
                      <a:pt x="6" y="9"/>
                      <a:pt x="7" y="9"/>
                    </a:cubicBezTo>
                    <a:cubicBezTo>
                      <a:pt x="9" y="10"/>
                      <a:pt x="10" y="9"/>
                      <a:pt x="11" y="10"/>
                    </a:cubicBezTo>
                    <a:cubicBezTo>
                      <a:pt x="12" y="10"/>
                      <a:pt x="13" y="11"/>
                      <a:pt x="14" y="11"/>
                    </a:cubicBezTo>
                    <a:cubicBezTo>
                      <a:pt x="16" y="12"/>
                      <a:pt x="17" y="13"/>
                      <a:pt x="18" y="15"/>
                    </a:cubicBezTo>
                    <a:cubicBezTo>
                      <a:pt x="19" y="16"/>
                      <a:pt x="21" y="18"/>
                      <a:pt x="23" y="19"/>
                    </a:cubicBezTo>
                    <a:cubicBezTo>
                      <a:pt x="25" y="21"/>
                      <a:pt x="28" y="23"/>
                      <a:pt x="30" y="23"/>
                    </a:cubicBezTo>
                    <a:cubicBezTo>
                      <a:pt x="33" y="23"/>
                      <a:pt x="36" y="22"/>
                      <a:pt x="40" y="22"/>
                    </a:cubicBezTo>
                    <a:cubicBezTo>
                      <a:pt x="43" y="22"/>
                      <a:pt x="47" y="22"/>
                      <a:pt x="50" y="22"/>
                    </a:cubicBezTo>
                    <a:cubicBezTo>
                      <a:pt x="52" y="22"/>
                      <a:pt x="54" y="22"/>
                      <a:pt x="56" y="22"/>
                    </a:cubicBezTo>
                    <a:cubicBezTo>
                      <a:pt x="57" y="22"/>
                      <a:pt x="59" y="22"/>
                      <a:pt x="60" y="21"/>
                    </a:cubicBezTo>
                    <a:cubicBezTo>
                      <a:pt x="61" y="21"/>
                      <a:pt x="62" y="19"/>
                      <a:pt x="62" y="18"/>
                    </a:cubicBezTo>
                    <a:cubicBezTo>
                      <a:pt x="62" y="16"/>
                      <a:pt x="60" y="15"/>
                      <a:pt x="59" y="14"/>
                    </a:cubicBezTo>
                    <a:cubicBezTo>
                      <a:pt x="55" y="11"/>
                      <a:pt x="50" y="11"/>
                      <a:pt x="45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" name="Freeform 3622">
                <a:extLst>
                  <a:ext uri="{FF2B5EF4-FFF2-40B4-BE49-F238E27FC236}">
                    <a16:creationId xmlns:a16="http://schemas.microsoft.com/office/drawing/2014/main" id="{9A8454A1-6C3C-774F-AE02-8BA03C264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961"/>
                <a:ext cx="18" cy="10"/>
              </a:xfrm>
              <a:custGeom>
                <a:avLst/>
                <a:gdLst>
                  <a:gd name="T0" fmla="*/ 37 w 45"/>
                  <a:gd name="T1" fmla="*/ 8 h 24"/>
                  <a:gd name="T2" fmla="*/ 27 w 45"/>
                  <a:gd name="T3" fmla="*/ 3 h 24"/>
                  <a:gd name="T4" fmla="*/ 22 w 45"/>
                  <a:gd name="T5" fmla="*/ 3 h 24"/>
                  <a:gd name="T6" fmla="*/ 16 w 45"/>
                  <a:gd name="T7" fmla="*/ 2 h 24"/>
                  <a:gd name="T8" fmla="*/ 4 w 45"/>
                  <a:gd name="T9" fmla="*/ 0 h 24"/>
                  <a:gd name="T10" fmla="*/ 1 w 45"/>
                  <a:gd name="T11" fmla="*/ 1 h 24"/>
                  <a:gd name="T12" fmla="*/ 1 w 45"/>
                  <a:gd name="T13" fmla="*/ 4 h 24"/>
                  <a:gd name="T14" fmla="*/ 7 w 45"/>
                  <a:gd name="T15" fmla="*/ 6 h 24"/>
                  <a:gd name="T16" fmla="*/ 11 w 45"/>
                  <a:gd name="T17" fmla="*/ 6 h 24"/>
                  <a:gd name="T18" fmla="*/ 14 w 45"/>
                  <a:gd name="T19" fmla="*/ 6 h 24"/>
                  <a:gd name="T20" fmla="*/ 16 w 45"/>
                  <a:gd name="T21" fmla="*/ 6 h 24"/>
                  <a:gd name="T22" fmla="*/ 21 w 45"/>
                  <a:gd name="T23" fmla="*/ 8 h 24"/>
                  <a:gd name="T24" fmla="*/ 28 w 45"/>
                  <a:gd name="T25" fmla="*/ 14 h 24"/>
                  <a:gd name="T26" fmla="*/ 35 w 45"/>
                  <a:gd name="T27" fmla="*/ 21 h 24"/>
                  <a:gd name="T28" fmla="*/ 43 w 45"/>
                  <a:gd name="T29" fmla="*/ 23 h 24"/>
                  <a:gd name="T30" fmla="*/ 44 w 45"/>
                  <a:gd name="T31" fmla="*/ 20 h 24"/>
                  <a:gd name="T32" fmla="*/ 44 w 45"/>
                  <a:gd name="T33" fmla="*/ 15 h 24"/>
                  <a:gd name="T34" fmla="*/ 37 w 45"/>
                  <a:gd name="T35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" h="24">
                    <a:moveTo>
                      <a:pt x="37" y="8"/>
                    </a:moveTo>
                    <a:cubicBezTo>
                      <a:pt x="34" y="6"/>
                      <a:pt x="30" y="4"/>
                      <a:pt x="27" y="3"/>
                    </a:cubicBezTo>
                    <a:cubicBezTo>
                      <a:pt x="25" y="3"/>
                      <a:pt x="24" y="3"/>
                      <a:pt x="22" y="3"/>
                    </a:cubicBezTo>
                    <a:cubicBezTo>
                      <a:pt x="20" y="3"/>
                      <a:pt x="18" y="3"/>
                      <a:pt x="16" y="2"/>
                    </a:cubicBezTo>
                    <a:cubicBezTo>
                      <a:pt x="12" y="1"/>
                      <a:pt x="8" y="0"/>
                      <a:pt x="4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7"/>
                      <a:pt x="4" y="7"/>
                      <a:pt x="7" y="6"/>
                    </a:cubicBezTo>
                    <a:cubicBezTo>
                      <a:pt x="8" y="6"/>
                      <a:pt x="10" y="6"/>
                      <a:pt x="11" y="6"/>
                    </a:cubicBezTo>
                    <a:cubicBezTo>
                      <a:pt x="12" y="6"/>
                      <a:pt x="12" y="6"/>
                      <a:pt x="14" y="6"/>
                    </a:cubicBezTo>
                    <a:cubicBezTo>
                      <a:pt x="15" y="6"/>
                      <a:pt x="16" y="5"/>
                      <a:pt x="16" y="6"/>
                    </a:cubicBezTo>
                    <a:cubicBezTo>
                      <a:pt x="18" y="6"/>
                      <a:pt x="20" y="7"/>
                      <a:pt x="21" y="8"/>
                    </a:cubicBezTo>
                    <a:cubicBezTo>
                      <a:pt x="24" y="10"/>
                      <a:pt x="26" y="12"/>
                      <a:pt x="28" y="14"/>
                    </a:cubicBezTo>
                    <a:cubicBezTo>
                      <a:pt x="30" y="17"/>
                      <a:pt x="32" y="20"/>
                      <a:pt x="35" y="21"/>
                    </a:cubicBezTo>
                    <a:cubicBezTo>
                      <a:pt x="37" y="22"/>
                      <a:pt x="40" y="24"/>
                      <a:pt x="43" y="23"/>
                    </a:cubicBezTo>
                    <a:cubicBezTo>
                      <a:pt x="44" y="23"/>
                      <a:pt x="44" y="22"/>
                      <a:pt x="44" y="20"/>
                    </a:cubicBezTo>
                    <a:cubicBezTo>
                      <a:pt x="45" y="19"/>
                      <a:pt x="45" y="17"/>
                      <a:pt x="44" y="15"/>
                    </a:cubicBezTo>
                    <a:cubicBezTo>
                      <a:pt x="43" y="12"/>
                      <a:pt x="39" y="11"/>
                      <a:pt x="37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" name="Freeform 3623">
                <a:extLst>
                  <a:ext uri="{FF2B5EF4-FFF2-40B4-BE49-F238E27FC236}">
                    <a16:creationId xmlns:a16="http://schemas.microsoft.com/office/drawing/2014/main" id="{D79C3048-7255-FB49-8384-F06F90B89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942"/>
                <a:ext cx="12" cy="8"/>
              </a:xfrm>
              <a:custGeom>
                <a:avLst/>
                <a:gdLst>
                  <a:gd name="T0" fmla="*/ 24 w 28"/>
                  <a:gd name="T1" fmla="*/ 15 h 21"/>
                  <a:gd name="T2" fmla="*/ 21 w 28"/>
                  <a:gd name="T3" fmla="*/ 12 h 21"/>
                  <a:gd name="T4" fmla="*/ 17 w 28"/>
                  <a:gd name="T5" fmla="*/ 11 h 21"/>
                  <a:gd name="T6" fmla="*/ 15 w 28"/>
                  <a:gd name="T7" fmla="*/ 10 h 21"/>
                  <a:gd name="T8" fmla="*/ 14 w 28"/>
                  <a:gd name="T9" fmla="*/ 6 h 21"/>
                  <a:gd name="T10" fmla="*/ 12 w 28"/>
                  <a:gd name="T11" fmla="*/ 3 h 21"/>
                  <a:gd name="T12" fmla="*/ 7 w 28"/>
                  <a:gd name="T13" fmla="*/ 0 h 21"/>
                  <a:gd name="T14" fmla="*/ 1 w 28"/>
                  <a:gd name="T15" fmla="*/ 2 h 21"/>
                  <a:gd name="T16" fmla="*/ 0 w 28"/>
                  <a:gd name="T17" fmla="*/ 5 h 21"/>
                  <a:gd name="T18" fmla="*/ 2 w 28"/>
                  <a:gd name="T19" fmla="*/ 7 h 21"/>
                  <a:gd name="T20" fmla="*/ 5 w 28"/>
                  <a:gd name="T21" fmla="*/ 8 h 21"/>
                  <a:gd name="T22" fmla="*/ 6 w 28"/>
                  <a:gd name="T23" fmla="*/ 10 h 21"/>
                  <a:gd name="T24" fmla="*/ 7 w 28"/>
                  <a:gd name="T25" fmla="*/ 12 h 21"/>
                  <a:gd name="T26" fmla="*/ 9 w 28"/>
                  <a:gd name="T27" fmla="*/ 13 h 21"/>
                  <a:gd name="T28" fmla="*/ 12 w 28"/>
                  <a:gd name="T29" fmla="*/ 15 h 21"/>
                  <a:gd name="T30" fmla="*/ 12 w 28"/>
                  <a:gd name="T31" fmla="*/ 16 h 21"/>
                  <a:gd name="T32" fmla="*/ 12 w 28"/>
                  <a:gd name="T33" fmla="*/ 17 h 21"/>
                  <a:gd name="T34" fmla="*/ 12 w 28"/>
                  <a:gd name="T35" fmla="*/ 17 h 21"/>
                  <a:gd name="T36" fmla="*/ 12 w 28"/>
                  <a:gd name="T37" fmla="*/ 18 h 21"/>
                  <a:gd name="T38" fmla="*/ 14 w 28"/>
                  <a:gd name="T39" fmla="*/ 19 h 21"/>
                  <a:gd name="T40" fmla="*/ 16 w 28"/>
                  <a:gd name="T41" fmla="*/ 20 h 21"/>
                  <a:gd name="T42" fmla="*/ 21 w 28"/>
                  <a:gd name="T43" fmla="*/ 21 h 21"/>
                  <a:gd name="T44" fmla="*/ 27 w 28"/>
                  <a:gd name="T45" fmla="*/ 19 h 21"/>
                  <a:gd name="T46" fmla="*/ 24 w 28"/>
                  <a:gd name="T47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1">
                    <a:moveTo>
                      <a:pt x="24" y="15"/>
                    </a:moveTo>
                    <a:cubicBezTo>
                      <a:pt x="23" y="14"/>
                      <a:pt x="22" y="13"/>
                      <a:pt x="21" y="12"/>
                    </a:cubicBezTo>
                    <a:cubicBezTo>
                      <a:pt x="20" y="12"/>
                      <a:pt x="19" y="11"/>
                      <a:pt x="17" y="11"/>
                    </a:cubicBezTo>
                    <a:cubicBezTo>
                      <a:pt x="16" y="11"/>
                      <a:pt x="16" y="11"/>
                      <a:pt x="15" y="10"/>
                    </a:cubicBezTo>
                    <a:cubicBezTo>
                      <a:pt x="15" y="9"/>
                      <a:pt x="14" y="7"/>
                      <a:pt x="14" y="6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0" y="2"/>
                      <a:pt x="9" y="1"/>
                      <a:pt x="7" y="0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6"/>
                      <a:pt x="2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5" y="9"/>
                      <a:pt x="6" y="9"/>
                      <a:pt x="6" y="10"/>
                    </a:cubicBezTo>
                    <a:cubicBezTo>
                      <a:pt x="7" y="11"/>
                      <a:pt x="7" y="11"/>
                      <a:pt x="7" y="12"/>
                    </a:cubicBezTo>
                    <a:cubicBezTo>
                      <a:pt x="8" y="12"/>
                      <a:pt x="8" y="13"/>
                      <a:pt x="9" y="13"/>
                    </a:cubicBezTo>
                    <a:cubicBezTo>
                      <a:pt x="10" y="14"/>
                      <a:pt x="11" y="14"/>
                      <a:pt x="12" y="15"/>
                    </a:cubicBezTo>
                    <a:cubicBezTo>
                      <a:pt x="12" y="15"/>
                      <a:pt x="12" y="16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8"/>
                      <a:pt x="13" y="18"/>
                      <a:pt x="12" y="18"/>
                    </a:cubicBezTo>
                    <a:cubicBezTo>
                      <a:pt x="13" y="18"/>
                      <a:pt x="14" y="19"/>
                      <a:pt x="14" y="19"/>
                    </a:cubicBezTo>
                    <a:cubicBezTo>
                      <a:pt x="15" y="20"/>
                      <a:pt x="15" y="20"/>
                      <a:pt x="16" y="20"/>
                    </a:cubicBezTo>
                    <a:cubicBezTo>
                      <a:pt x="18" y="20"/>
                      <a:pt x="19" y="20"/>
                      <a:pt x="21" y="21"/>
                    </a:cubicBezTo>
                    <a:cubicBezTo>
                      <a:pt x="22" y="21"/>
                      <a:pt x="26" y="21"/>
                      <a:pt x="27" y="19"/>
                    </a:cubicBezTo>
                    <a:cubicBezTo>
                      <a:pt x="28" y="17"/>
                      <a:pt x="25" y="16"/>
                      <a:pt x="24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" name="Freeform 3624">
                <a:extLst>
                  <a:ext uri="{FF2B5EF4-FFF2-40B4-BE49-F238E27FC236}">
                    <a16:creationId xmlns:a16="http://schemas.microsoft.com/office/drawing/2014/main" id="{5BC29AAD-4AC4-C345-8EE3-ADE8ADB8D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722"/>
                <a:ext cx="18" cy="14"/>
              </a:xfrm>
              <a:custGeom>
                <a:avLst/>
                <a:gdLst>
                  <a:gd name="T0" fmla="*/ 9 w 43"/>
                  <a:gd name="T1" fmla="*/ 14 h 35"/>
                  <a:gd name="T2" fmla="*/ 21 w 43"/>
                  <a:gd name="T3" fmla="*/ 17 h 35"/>
                  <a:gd name="T4" fmla="*/ 26 w 43"/>
                  <a:gd name="T5" fmla="*/ 19 h 35"/>
                  <a:gd name="T6" fmla="*/ 32 w 43"/>
                  <a:gd name="T7" fmla="*/ 27 h 35"/>
                  <a:gd name="T8" fmla="*/ 34 w 43"/>
                  <a:gd name="T9" fmla="*/ 32 h 35"/>
                  <a:gd name="T10" fmla="*/ 41 w 43"/>
                  <a:gd name="T11" fmla="*/ 27 h 35"/>
                  <a:gd name="T12" fmla="*/ 41 w 43"/>
                  <a:gd name="T13" fmla="*/ 18 h 35"/>
                  <a:gd name="T14" fmla="*/ 36 w 43"/>
                  <a:gd name="T15" fmla="*/ 10 h 35"/>
                  <a:gd name="T16" fmla="*/ 27 w 43"/>
                  <a:gd name="T17" fmla="*/ 2 h 35"/>
                  <a:gd name="T18" fmla="*/ 14 w 43"/>
                  <a:gd name="T19" fmla="*/ 1 h 35"/>
                  <a:gd name="T20" fmla="*/ 3 w 43"/>
                  <a:gd name="T21" fmla="*/ 3 h 35"/>
                  <a:gd name="T22" fmla="*/ 1 w 43"/>
                  <a:gd name="T23" fmla="*/ 11 h 35"/>
                  <a:gd name="T24" fmla="*/ 9 w 43"/>
                  <a:gd name="T25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35">
                    <a:moveTo>
                      <a:pt x="9" y="14"/>
                    </a:moveTo>
                    <a:cubicBezTo>
                      <a:pt x="12" y="16"/>
                      <a:pt x="17" y="16"/>
                      <a:pt x="21" y="17"/>
                    </a:cubicBezTo>
                    <a:cubicBezTo>
                      <a:pt x="23" y="17"/>
                      <a:pt x="25" y="17"/>
                      <a:pt x="26" y="19"/>
                    </a:cubicBezTo>
                    <a:cubicBezTo>
                      <a:pt x="29" y="21"/>
                      <a:pt x="30" y="25"/>
                      <a:pt x="32" y="27"/>
                    </a:cubicBezTo>
                    <a:cubicBezTo>
                      <a:pt x="33" y="28"/>
                      <a:pt x="33" y="30"/>
                      <a:pt x="34" y="32"/>
                    </a:cubicBezTo>
                    <a:cubicBezTo>
                      <a:pt x="38" y="35"/>
                      <a:pt x="40" y="30"/>
                      <a:pt x="41" y="27"/>
                    </a:cubicBezTo>
                    <a:cubicBezTo>
                      <a:pt x="43" y="24"/>
                      <a:pt x="42" y="21"/>
                      <a:pt x="41" y="18"/>
                    </a:cubicBezTo>
                    <a:cubicBezTo>
                      <a:pt x="40" y="15"/>
                      <a:pt x="38" y="13"/>
                      <a:pt x="36" y="10"/>
                    </a:cubicBezTo>
                    <a:cubicBezTo>
                      <a:pt x="33" y="6"/>
                      <a:pt x="32" y="4"/>
                      <a:pt x="27" y="2"/>
                    </a:cubicBezTo>
                    <a:cubicBezTo>
                      <a:pt x="23" y="1"/>
                      <a:pt x="19" y="1"/>
                      <a:pt x="14" y="1"/>
                    </a:cubicBezTo>
                    <a:cubicBezTo>
                      <a:pt x="10" y="0"/>
                      <a:pt x="7" y="0"/>
                      <a:pt x="3" y="3"/>
                    </a:cubicBezTo>
                    <a:cubicBezTo>
                      <a:pt x="1" y="5"/>
                      <a:pt x="0" y="8"/>
                      <a:pt x="1" y="11"/>
                    </a:cubicBezTo>
                    <a:cubicBezTo>
                      <a:pt x="2" y="13"/>
                      <a:pt x="6" y="14"/>
                      <a:pt x="9" y="1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" name="Freeform 3625">
                <a:extLst>
                  <a:ext uri="{FF2B5EF4-FFF2-40B4-BE49-F238E27FC236}">
                    <a16:creationId xmlns:a16="http://schemas.microsoft.com/office/drawing/2014/main" id="{C949DE27-AFFE-AC45-859F-C8354AE41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415"/>
                <a:ext cx="5" cy="6"/>
              </a:xfrm>
              <a:custGeom>
                <a:avLst/>
                <a:gdLst>
                  <a:gd name="T0" fmla="*/ 7 w 12"/>
                  <a:gd name="T1" fmla="*/ 1 h 14"/>
                  <a:gd name="T2" fmla="*/ 6 w 12"/>
                  <a:gd name="T3" fmla="*/ 3 h 14"/>
                  <a:gd name="T4" fmla="*/ 4 w 12"/>
                  <a:gd name="T5" fmla="*/ 4 h 14"/>
                  <a:gd name="T6" fmla="*/ 1 w 12"/>
                  <a:gd name="T7" fmla="*/ 8 h 14"/>
                  <a:gd name="T8" fmla="*/ 1 w 12"/>
                  <a:gd name="T9" fmla="*/ 12 h 14"/>
                  <a:gd name="T10" fmla="*/ 8 w 12"/>
                  <a:gd name="T11" fmla="*/ 13 h 14"/>
                  <a:gd name="T12" fmla="*/ 10 w 12"/>
                  <a:gd name="T13" fmla="*/ 8 h 14"/>
                  <a:gd name="T14" fmla="*/ 11 w 12"/>
                  <a:gd name="T15" fmla="*/ 2 h 14"/>
                  <a:gd name="T16" fmla="*/ 7 w 12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7" y="1"/>
                    </a:moveTo>
                    <a:cubicBezTo>
                      <a:pt x="6" y="1"/>
                      <a:pt x="6" y="2"/>
                      <a:pt x="6" y="3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3" y="5"/>
                      <a:pt x="1" y="7"/>
                      <a:pt x="1" y="8"/>
                    </a:cubicBezTo>
                    <a:cubicBezTo>
                      <a:pt x="0" y="9"/>
                      <a:pt x="1" y="11"/>
                      <a:pt x="1" y="12"/>
                    </a:cubicBezTo>
                    <a:cubicBezTo>
                      <a:pt x="3" y="13"/>
                      <a:pt x="5" y="14"/>
                      <a:pt x="8" y="13"/>
                    </a:cubicBezTo>
                    <a:cubicBezTo>
                      <a:pt x="10" y="13"/>
                      <a:pt x="10" y="10"/>
                      <a:pt x="10" y="8"/>
                    </a:cubicBezTo>
                    <a:cubicBezTo>
                      <a:pt x="10" y="6"/>
                      <a:pt x="12" y="4"/>
                      <a:pt x="11" y="2"/>
                    </a:cubicBezTo>
                    <a:cubicBezTo>
                      <a:pt x="10" y="0"/>
                      <a:pt x="8" y="0"/>
                      <a:pt x="7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" name="Freeform 3626">
                <a:extLst>
                  <a:ext uri="{FF2B5EF4-FFF2-40B4-BE49-F238E27FC236}">
                    <a16:creationId xmlns:a16="http://schemas.microsoft.com/office/drawing/2014/main" id="{599FDF17-B704-854C-97D5-908B983BF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409"/>
                <a:ext cx="5" cy="5"/>
              </a:xfrm>
              <a:custGeom>
                <a:avLst/>
                <a:gdLst>
                  <a:gd name="T0" fmla="*/ 12 w 13"/>
                  <a:gd name="T1" fmla="*/ 2 h 14"/>
                  <a:gd name="T2" fmla="*/ 9 w 13"/>
                  <a:gd name="T3" fmla="*/ 1 h 14"/>
                  <a:gd name="T4" fmla="*/ 5 w 13"/>
                  <a:gd name="T5" fmla="*/ 5 h 14"/>
                  <a:gd name="T6" fmla="*/ 2 w 13"/>
                  <a:gd name="T7" fmla="*/ 9 h 14"/>
                  <a:gd name="T8" fmla="*/ 1 w 13"/>
                  <a:gd name="T9" fmla="*/ 14 h 14"/>
                  <a:gd name="T10" fmla="*/ 4 w 13"/>
                  <a:gd name="T11" fmla="*/ 11 h 14"/>
                  <a:gd name="T12" fmla="*/ 9 w 13"/>
                  <a:gd name="T13" fmla="*/ 6 h 14"/>
                  <a:gd name="T14" fmla="*/ 12 w 13"/>
                  <a:gd name="T1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4">
                    <a:moveTo>
                      <a:pt x="12" y="2"/>
                    </a:moveTo>
                    <a:cubicBezTo>
                      <a:pt x="12" y="0"/>
                      <a:pt x="10" y="1"/>
                      <a:pt x="9" y="1"/>
                    </a:cubicBezTo>
                    <a:cubicBezTo>
                      <a:pt x="7" y="2"/>
                      <a:pt x="6" y="4"/>
                      <a:pt x="5" y="5"/>
                    </a:cubicBezTo>
                    <a:cubicBezTo>
                      <a:pt x="4" y="7"/>
                      <a:pt x="4" y="8"/>
                      <a:pt x="2" y="9"/>
                    </a:cubicBezTo>
                    <a:cubicBezTo>
                      <a:pt x="1" y="11"/>
                      <a:pt x="0" y="12"/>
                      <a:pt x="1" y="14"/>
                    </a:cubicBezTo>
                    <a:cubicBezTo>
                      <a:pt x="2" y="13"/>
                      <a:pt x="3" y="12"/>
                      <a:pt x="4" y="11"/>
                    </a:cubicBezTo>
                    <a:cubicBezTo>
                      <a:pt x="5" y="10"/>
                      <a:pt x="7" y="8"/>
                      <a:pt x="9" y="6"/>
                    </a:cubicBezTo>
                    <a:cubicBezTo>
                      <a:pt x="10" y="5"/>
                      <a:pt x="13" y="3"/>
                      <a:pt x="1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" name="Freeform 3627">
                <a:extLst>
                  <a:ext uri="{FF2B5EF4-FFF2-40B4-BE49-F238E27FC236}">
                    <a16:creationId xmlns:a16="http://schemas.microsoft.com/office/drawing/2014/main" id="{4A459D4E-45D2-E243-B7BE-8762FA67D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403"/>
                <a:ext cx="5" cy="4"/>
              </a:xfrm>
              <a:custGeom>
                <a:avLst/>
                <a:gdLst>
                  <a:gd name="T0" fmla="*/ 12 w 13"/>
                  <a:gd name="T1" fmla="*/ 2 h 9"/>
                  <a:gd name="T2" fmla="*/ 5 w 13"/>
                  <a:gd name="T3" fmla="*/ 2 h 9"/>
                  <a:gd name="T4" fmla="*/ 0 w 13"/>
                  <a:gd name="T5" fmla="*/ 7 h 9"/>
                  <a:gd name="T6" fmla="*/ 4 w 13"/>
                  <a:gd name="T7" fmla="*/ 8 h 9"/>
                  <a:gd name="T8" fmla="*/ 10 w 13"/>
                  <a:gd name="T9" fmla="*/ 7 h 9"/>
                  <a:gd name="T10" fmla="*/ 12 w 13"/>
                  <a:gd name="T11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12" y="2"/>
                    </a:moveTo>
                    <a:cubicBezTo>
                      <a:pt x="11" y="0"/>
                      <a:pt x="6" y="1"/>
                      <a:pt x="5" y="2"/>
                    </a:cubicBezTo>
                    <a:cubicBezTo>
                      <a:pt x="3" y="3"/>
                      <a:pt x="0" y="5"/>
                      <a:pt x="0" y="7"/>
                    </a:cubicBezTo>
                    <a:cubicBezTo>
                      <a:pt x="0" y="9"/>
                      <a:pt x="2" y="9"/>
                      <a:pt x="4" y="8"/>
                    </a:cubicBezTo>
                    <a:cubicBezTo>
                      <a:pt x="6" y="8"/>
                      <a:pt x="9" y="8"/>
                      <a:pt x="10" y="7"/>
                    </a:cubicBezTo>
                    <a:cubicBezTo>
                      <a:pt x="12" y="6"/>
                      <a:pt x="13" y="3"/>
                      <a:pt x="1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8" name="Freeform 3628">
                <a:extLst>
                  <a:ext uri="{FF2B5EF4-FFF2-40B4-BE49-F238E27FC236}">
                    <a16:creationId xmlns:a16="http://schemas.microsoft.com/office/drawing/2014/main" id="{430E1A92-E25D-6144-9B30-8411BDC4A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392"/>
                <a:ext cx="6" cy="6"/>
              </a:xfrm>
              <a:custGeom>
                <a:avLst/>
                <a:gdLst>
                  <a:gd name="T0" fmla="*/ 1 w 15"/>
                  <a:gd name="T1" fmla="*/ 9 h 16"/>
                  <a:gd name="T2" fmla="*/ 3 w 15"/>
                  <a:gd name="T3" fmla="*/ 15 h 16"/>
                  <a:gd name="T4" fmla="*/ 6 w 15"/>
                  <a:gd name="T5" fmla="*/ 13 h 16"/>
                  <a:gd name="T6" fmla="*/ 13 w 15"/>
                  <a:gd name="T7" fmla="*/ 0 h 16"/>
                  <a:gd name="T8" fmla="*/ 10 w 15"/>
                  <a:gd name="T9" fmla="*/ 1 h 16"/>
                  <a:gd name="T10" fmla="*/ 6 w 15"/>
                  <a:gd name="T11" fmla="*/ 2 h 16"/>
                  <a:gd name="T12" fmla="*/ 1 w 15"/>
                  <a:gd name="T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1" y="9"/>
                    </a:moveTo>
                    <a:cubicBezTo>
                      <a:pt x="1" y="11"/>
                      <a:pt x="0" y="16"/>
                      <a:pt x="3" y="15"/>
                    </a:cubicBezTo>
                    <a:cubicBezTo>
                      <a:pt x="4" y="14"/>
                      <a:pt x="5" y="13"/>
                      <a:pt x="6" y="13"/>
                    </a:cubicBezTo>
                    <a:cubicBezTo>
                      <a:pt x="6" y="12"/>
                      <a:pt x="15" y="1"/>
                      <a:pt x="13" y="0"/>
                    </a:cubicBezTo>
                    <a:cubicBezTo>
                      <a:pt x="12" y="0"/>
                      <a:pt x="11" y="1"/>
                      <a:pt x="10" y="1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4" y="4"/>
                      <a:pt x="2" y="6"/>
                      <a:pt x="1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" name="Freeform 3629">
                <a:extLst>
                  <a:ext uri="{FF2B5EF4-FFF2-40B4-BE49-F238E27FC236}">
                    <a16:creationId xmlns:a16="http://schemas.microsoft.com/office/drawing/2014/main" id="{F5F64149-2220-5945-8A7F-AF5C19BA5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434"/>
                <a:ext cx="20" cy="6"/>
              </a:xfrm>
              <a:custGeom>
                <a:avLst/>
                <a:gdLst>
                  <a:gd name="T0" fmla="*/ 38 w 48"/>
                  <a:gd name="T1" fmla="*/ 1 h 16"/>
                  <a:gd name="T2" fmla="*/ 28 w 48"/>
                  <a:gd name="T3" fmla="*/ 3 h 16"/>
                  <a:gd name="T4" fmla="*/ 23 w 48"/>
                  <a:gd name="T5" fmla="*/ 4 h 16"/>
                  <a:gd name="T6" fmla="*/ 19 w 48"/>
                  <a:gd name="T7" fmla="*/ 5 h 16"/>
                  <a:gd name="T8" fmla="*/ 12 w 48"/>
                  <a:gd name="T9" fmla="*/ 5 h 16"/>
                  <a:gd name="T10" fmla="*/ 7 w 48"/>
                  <a:gd name="T11" fmla="*/ 7 h 16"/>
                  <a:gd name="T12" fmla="*/ 0 w 48"/>
                  <a:gd name="T13" fmla="*/ 10 h 16"/>
                  <a:gd name="T14" fmla="*/ 5 w 48"/>
                  <a:gd name="T15" fmla="*/ 15 h 16"/>
                  <a:gd name="T16" fmla="*/ 15 w 48"/>
                  <a:gd name="T17" fmla="*/ 14 h 16"/>
                  <a:gd name="T18" fmla="*/ 29 w 48"/>
                  <a:gd name="T19" fmla="*/ 13 h 16"/>
                  <a:gd name="T20" fmla="*/ 32 w 48"/>
                  <a:gd name="T21" fmla="*/ 13 h 16"/>
                  <a:gd name="T22" fmla="*/ 39 w 48"/>
                  <a:gd name="T23" fmla="*/ 14 h 16"/>
                  <a:gd name="T24" fmla="*/ 45 w 48"/>
                  <a:gd name="T25" fmla="*/ 13 h 16"/>
                  <a:gd name="T26" fmla="*/ 47 w 48"/>
                  <a:gd name="T27" fmla="*/ 5 h 16"/>
                  <a:gd name="T28" fmla="*/ 38 w 48"/>
                  <a:gd name="T2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16">
                    <a:moveTo>
                      <a:pt x="38" y="1"/>
                    </a:moveTo>
                    <a:cubicBezTo>
                      <a:pt x="35" y="1"/>
                      <a:pt x="32" y="2"/>
                      <a:pt x="28" y="3"/>
                    </a:cubicBezTo>
                    <a:cubicBezTo>
                      <a:pt x="27" y="4"/>
                      <a:pt x="25" y="4"/>
                      <a:pt x="23" y="4"/>
                    </a:cubicBezTo>
                    <a:cubicBezTo>
                      <a:pt x="22" y="4"/>
                      <a:pt x="20" y="4"/>
                      <a:pt x="19" y="5"/>
                    </a:cubicBezTo>
                    <a:cubicBezTo>
                      <a:pt x="16" y="5"/>
                      <a:pt x="14" y="5"/>
                      <a:pt x="12" y="5"/>
                    </a:cubicBezTo>
                    <a:cubicBezTo>
                      <a:pt x="10" y="6"/>
                      <a:pt x="9" y="6"/>
                      <a:pt x="7" y="7"/>
                    </a:cubicBezTo>
                    <a:cubicBezTo>
                      <a:pt x="5" y="7"/>
                      <a:pt x="0" y="7"/>
                      <a:pt x="0" y="10"/>
                    </a:cubicBezTo>
                    <a:cubicBezTo>
                      <a:pt x="0" y="13"/>
                      <a:pt x="3" y="15"/>
                      <a:pt x="5" y="15"/>
                    </a:cubicBezTo>
                    <a:cubicBezTo>
                      <a:pt x="9" y="16"/>
                      <a:pt x="12" y="15"/>
                      <a:pt x="15" y="14"/>
                    </a:cubicBezTo>
                    <a:cubicBezTo>
                      <a:pt x="20" y="13"/>
                      <a:pt x="24" y="12"/>
                      <a:pt x="29" y="13"/>
                    </a:cubicBezTo>
                    <a:cubicBezTo>
                      <a:pt x="30" y="13"/>
                      <a:pt x="31" y="13"/>
                      <a:pt x="32" y="13"/>
                    </a:cubicBezTo>
                    <a:cubicBezTo>
                      <a:pt x="34" y="14"/>
                      <a:pt x="36" y="14"/>
                      <a:pt x="39" y="14"/>
                    </a:cubicBezTo>
                    <a:cubicBezTo>
                      <a:pt x="41" y="14"/>
                      <a:pt x="43" y="14"/>
                      <a:pt x="45" y="13"/>
                    </a:cubicBezTo>
                    <a:cubicBezTo>
                      <a:pt x="48" y="12"/>
                      <a:pt x="47" y="7"/>
                      <a:pt x="47" y="5"/>
                    </a:cubicBezTo>
                    <a:cubicBezTo>
                      <a:pt x="46" y="0"/>
                      <a:pt x="42" y="2"/>
                      <a:pt x="38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" name="Freeform 3630">
                <a:extLst>
                  <a:ext uri="{FF2B5EF4-FFF2-40B4-BE49-F238E27FC236}">
                    <a16:creationId xmlns:a16="http://schemas.microsoft.com/office/drawing/2014/main" id="{B342D6BB-6A1D-7745-BECA-C678243A3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354"/>
                <a:ext cx="93" cy="86"/>
              </a:xfrm>
              <a:custGeom>
                <a:avLst/>
                <a:gdLst>
                  <a:gd name="T0" fmla="*/ 2 w 229"/>
                  <a:gd name="T1" fmla="*/ 80 h 210"/>
                  <a:gd name="T2" fmla="*/ 4 w 229"/>
                  <a:gd name="T3" fmla="*/ 92 h 210"/>
                  <a:gd name="T4" fmla="*/ 10 w 229"/>
                  <a:gd name="T5" fmla="*/ 105 h 210"/>
                  <a:gd name="T6" fmla="*/ 16 w 229"/>
                  <a:gd name="T7" fmla="*/ 129 h 210"/>
                  <a:gd name="T8" fmla="*/ 32 w 229"/>
                  <a:gd name="T9" fmla="*/ 151 h 210"/>
                  <a:gd name="T10" fmla="*/ 33 w 229"/>
                  <a:gd name="T11" fmla="*/ 166 h 210"/>
                  <a:gd name="T12" fmla="*/ 35 w 229"/>
                  <a:gd name="T13" fmla="*/ 177 h 210"/>
                  <a:gd name="T14" fmla="*/ 35 w 229"/>
                  <a:gd name="T15" fmla="*/ 182 h 210"/>
                  <a:gd name="T16" fmla="*/ 34 w 229"/>
                  <a:gd name="T17" fmla="*/ 187 h 210"/>
                  <a:gd name="T18" fmla="*/ 36 w 229"/>
                  <a:gd name="T19" fmla="*/ 193 h 210"/>
                  <a:gd name="T20" fmla="*/ 37 w 229"/>
                  <a:gd name="T21" fmla="*/ 201 h 210"/>
                  <a:gd name="T22" fmla="*/ 41 w 229"/>
                  <a:gd name="T23" fmla="*/ 204 h 210"/>
                  <a:gd name="T24" fmla="*/ 51 w 229"/>
                  <a:gd name="T25" fmla="*/ 210 h 210"/>
                  <a:gd name="T26" fmla="*/ 63 w 229"/>
                  <a:gd name="T27" fmla="*/ 208 h 210"/>
                  <a:gd name="T28" fmla="*/ 81 w 229"/>
                  <a:gd name="T29" fmla="*/ 206 h 210"/>
                  <a:gd name="T30" fmla="*/ 91 w 229"/>
                  <a:gd name="T31" fmla="*/ 206 h 210"/>
                  <a:gd name="T32" fmla="*/ 101 w 229"/>
                  <a:gd name="T33" fmla="*/ 206 h 210"/>
                  <a:gd name="T34" fmla="*/ 108 w 229"/>
                  <a:gd name="T35" fmla="*/ 209 h 210"/>
                  <a:gd name="T36" fmla="*/ 117 w 229"/>
                  <a:gd name="T37" fmla="*/ 208 h 210"/>
                  <a:gd name="T38" fmla="*/ 116 w 229"/>
                  <a:gd name="T39" fmla="*/ 196 h 210"/>
                  <a:gd name="T40" fmla="*/ 125 w 229"/>
                  <a:gd name="T41" fmla="*/ 187 h 210"/>
                  <a:gd name="T42" fmla="*/ 144 w 229"/>
                  <a:gd name="T43" fmla="*/ 180 h 210"/>
                  <a:gd name="T44" fmla="*/ 158 w 229"/>
                  <a:gd name="T45" fmla="*/ 165 h 210"/>
                  <a:gd name="T46" fmla="*/ 174 w 229"/>
                  <a:gd name="T47" fmla="*/ 148 h 210"/>
                  <a:gd name="T48" fmla="*/ 187 w 229"/>
                  <a:gd name="T49" fmla="*/ 133 h 210"/>
                  <a:gd name="T50" fmla="*/ 199 w 229"/>
                  <a:gd name="T51" fmla="*/ 112 h 210"/>
                  <a:gd name="T52" fmla="*/ 204 w 229"/>
                  <a:gd name="T53" fmla="*/ 94 h 210"/>
                  <a:gd name="T54" fmla="*/ 197 w 229"/>
                  <a:gd name="T55" fmla="*/ 78 h 210"/>
                  <a:gd name="T56" fmla="*/ 202 w 229"/>
                  <a:gd name="T57" fmla="*/ 56 h 210"/>
                  <a:gd name="T58" fmla="*/ 210 w 229"/>
                  <a:gd name="T59" fmla="*/ 62 h 210"/>
                  <a:gd name="T60" fmla="*/ 217 w 229"/>
                  <a:gd name="T61" fmla="*/ 75 h 210"/>
                  <a:gd name="T62" fmla="*/ 223 w 229"/>
                  <a:gd name="T63" fmla="*/ 68 h 210"/>
                  <a:gd name="T64" fmla="*/ 228 w 229"/>
                  <a:gd name="T65" fmla="*/ 56 h 210"/>
                  <a:gd name="T66" fmla="*/ 224 w 229"/>
                  <a:gd name="T67" fmla="*/ 36 h 210"/>
                  <a:gd name="T68" fmla="*/ 208 w 229"/>
                  <a:gd name="T69" fmla="*/ 20 h 210"/>
                  <a:gd name="T70" fmla="*/ 165 w 229"/>
                  <a:gd name="T71" fmla="*/ 6 h 210"/>
                  <a:gd name="T72" fmla="*/ 140 w 229"/>
                  <a:gd name="T73" fmla="*/ 2 h 210"/>
                  <a:gd name="T74" fmla="*/ 115 w 229"/>
                  <a:gd name="T75" fmla="*/ 3 h 210"/>
                  <a:gd name="T76" fmla="*/ 92 w 229"/>
                  <a:gd name="T77" fmla="*/ 1 h 210"/>
                  <a:gd name="T78" fmla="*/ 70 w 229"/>
                  <a:gd name="T79" fmla="*/ 1 h 210"/>
                  <a:gd name="T80" fmla="*/ 63 w 229"/>
                  <a:gd name="T81" fmla="*/ 0 h 210"/>
                  <a:gd name="T82" fmla="*/ 55 w 229"/>
                  <a:gd name="T83" fmla="*/ 4 h 210"/>
                  <a:gd name="T84" fmla="*/ 44 w 229"/>
                  <a:gd name="T85" fmla="*/ 8 h 210"/>
                  <a:gd name="T86" fmla="*/ 32 w 229"/>
                  <a:gd name="T87" fmla="*/ 15 h 210"/>
                  <a:gd name="T88" fmla="*/ 23 w 229"/>
                  <a:gd name="T89" fmla="*/ 24 h 210"/>
                  <a:gd name="T90" fmla="*/ 17 w 229"/>
                  <a:gd name="T91" fmla="*/ 34 h 210"/>
                  <a:gd name="T92" fmla="*/ 8 w 229"/>
                  <a:gd name="T93" fmla="*/ 42 h 210"/>
                  <a:gd name="T94" fmla="*/ 1 w 229"/>
                  <a:gd name="T95" fmla="*/ 52 h 210"/>
                  <a:gd name="T96" fmla="*/ 1 w 229"/>
                  <a:gd name="T97" fmla="*/ 66 h 210"/>
                  <a:gd name="T98" fmla="*/ 2 w 229"/>
                  <a:gd name="T99" fmla="*/ 8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9" h="210">
                    <a:moveTo>
                      <a:pt x="2" y="80"/>
                    </a:moveTo>
                    <a:cubicBezTo>
                      <a:pt x="2" y="84"/>
                      <a:pt x="3" y="88"/>
                      <a:pt x="4" y="92"/>
                    </a:cubicBezTo>
                    <a:cubicBezTo>
                      <a:pt x="6" y="97"/>
                      <a:pt x="9" y="100"/>
                      <a:pt x="10" y="105"/>
                    </a:cubicBezTo>
                    <a:cubicBezTo>
                      <a:pt x="11" y="113"/>
                      <a:pt x="10" y="122"/>
                      <a:pt x="16" y="129"/>
                    </a:cubicBezTo>
                    <a:cubicBezTo>
                      <a:pt x="22" y="136"/>
                      <a:pt x="30" y="141"/>
                      <a:pt x="32" y="151"/>
                    </a:cubicBezTo>
                    <a:cubicBezTo>
                      <a:pt x="33" y="156"/>
                      <a:pt x="32" y="161"/>
                      <a:pt x="33" y="166"/>
                    </a:cubicBezTo>
                    <a:cubicBezTo>
                      <a:pt x="33" y="169"/>
                      <a:pt x="34" y="173"/>
                      <a:pt x="35" y="177"/>
                    </a:cubicBezTo>
                    <a:cubicBezTo>
                      <a:pt x="35" y="178"/>
                      <a:pt x="35" y="180"/>
                      <a:pt x="35" y="182"/>
                    </a:cubicBezTo>
                    <a:cubicBezTo>
                      <a:pt x="35" y="184"/>
                      <a:pt x="34" y="185"/>
                      <a:pt x="34" y="187"/>
                    </a:cubicBezTo>
                    <a:cubicBezTo>
                      <a:pt x="34" y="189"/>
                      <a:pt x="36" y="191"/>
                      <a:pt x="36" y="193"/>
                    </a:cubicBezTo>
                    <a:cubicBezTo>
                      <a:pt x="37" y="196"/>
                      <a:pt x="36" y="198"/>
                      <a:pt x="37" y="201"/>
                    </a:cubicBezTo>
                    <a:cubicBezTo>
                      <a:pt x="38" y="202"/>
                      <a:pt x="40" y="203"/>
                      <a:pt x="41" y="204"/>
                    </a:cubicBezTo>
                    <a:cubicBezTo>
                      <a:pt x="43" y="207"/>
                      <a:pt x="47" y="210"/>
                      <a:pt x="51" y="210"/>
                    </a:cubicBezTo>
                    <a:cubicBezTo>
                      <a:pt x="55" y="210"/>
                      <a:pt x="59" y="208"/>
                      <a:pt x="63" y="208"/>
                    </a:cubicBezTo>
                    <a:cubicBezTo>
                      <a:pt x="69" y="206"/>
                      <a:pt x="75" y="206"/>
                      <a:pt x="81" y="206"/>
                    </a:cubicBezTo>
                    <a:cubicBezTo>
                      <a:pt x="84" y="206"/>
                      <a:pt x="88" y="206"/>
                      <a:pt x="91" y="206"/>
                    </a:cubicBezTo>
                    <a:cubicBezTo>
                      <a:pt x="94" y="206"/>
                      <a:pt x="98" y="205"/>
                      <a:pt x="101" y="206"/>
                    </a:cubicBezTo>
                    <a:cubicBezTo>
                      <a:pt x="103" y="207"/>
                      <a:pt x="106" y="208"/>
                      <a:pt x="108" y="209"/>
                    </a:cubicBezTo>
                    <a:cubicBezTo>
                      <a:pt x="111" y="209"/>
                      <a:pt x="114" y="208"/>
                      <a:pt x="117" y="208"/>
                    </a:cubicBezTo>
                    <a:cubicBezTo>
                      <a:pt x="117" y="208"/>
                      <a:pt x="116" y="197"/>
                      <a:pt x="116" y="196"/>
                    </a:cubicBezTo>
                    <a:cubicBezTo>
                      <a:pt x="117" y="192"/>
                      <a:pt x="122" y="189"/>
                      <a:pt x="125" y="187"/>
                    </a:cubicBezTo>
                    <a:cubicBezTo>
                      <a:pt x="131" y="184"/>
                      <a:pt x="138" y="184"/>
                      <a:pt x="144" y="180"/>
                    </a:cubicBezTo>
                    <a:cubicBezTo>
                      <a:pt x="150" y="177"/>
                      <a:pt x="154" y="170"/>
                      <a:pt x="158" y="165"/>
                    </a:cubicBezTo>
                    <a:cubicBezTo>
                      <a:pt x="162" y="158"/>
                      <a:pt x="168" y="153"/>
                      <a:pt x="174" y="148"/>
                    </a:cubicBezTo>
                    <a:cubicBezTo>
                      <a:pt x="179" y="144"/>
                      <a:pt x="184" y="139"/>
                      <a:pt x="187" y="133"/>
                    </a:cubicBezTo>
                    <a:cubicBezTo>
                      <a:pt x="191" y="126"/>
                      <a:pt x="195" y="119"/>
                      <a:pt x="199" y="112"/>
                    </a:cubicBezTo>
                    <a:cubicBezTo>
                      <a:pt x="202" y="107"/>
                      <a:pt x="206" y="100"/>
                      <a:pt x="204" y="94"/>
                    </a:cubicBezTo>
                    <a:cubicBezTo>
                      <a:pt x="202" y="88"/>
                      <a:pt x="198" y="84"/>
                      <a:pt x="197" y="78"/>
                    </a:cubicBezTo>
                    <a:cubicBezTo>
                      <a:pt x="195" y="71"/>
                      <a:pt x="197" y="62"/>
                      <a:pt x="202" y="56"/>
                    </a:cubicBezTo>
                    <a:cubicBezTo>
                      <a:pt x="206" y="50"/>
                      <a:pt x="209" y="58"/>
                      <a:pt x="210" y="62"/>
                    </a:cubicBezTo>
                    <a:cubicBezTo>
                      <a:pt x="211" y="65"/>
                      <a:pt x="212" y="77"/>
                      <a:pt x="217" y="75"/>
                    </a:cubicBezTo>
                    <a:cubicBezTo>
                      <a:pt x="220" y="74"/>
                      <a:pt x="222" y="70"/>
                      <a:pt x="223" y="68"/>
                    </a:cubicBezTo>
                    <a:cubicBezTo>
                      <a:pt x="225" y="64"/>
                      <a:pt x="227" y="60"/>
                      <a:pt x="228" y="56"/>
                    </a:cubicBezTo>
                    <a:cubicBezTo>
                      <a:pt x="229" y="49"/>
                      <a:pt x="228" y="42"/>
                      <a:pt x="224" y="36"/>
                    </a:cubicBezTo>
                    <a:cubicBezTo>
                      <a:pt x="220" y="30"/>
                      <a:pt x="214" y="24"/>
                      <a:pt x="208" y="20"/>
                    </a:cubicBezTo>
                    <a:cubicBezTo>
                      <a:pt x="196" y="10"/>
                      <a:pt x="180" y="10"/>
                      <a:pt x="165" y="6"/>
                    </a:cubicBezTo>
                    <a:cubicBezTo>
                      <a:pt x="157" y="4"/>
                      <a:pt x="149" y="2"/>
                      <a:pt x="140" y="2"/>
                    </a:cubicBezTo>
                    <a:cubicBezTo>
                      <a:pt x="132" y="1"/>
                      <a:pt x="123" y="3"/>
                      <a:pt x="115" y="3"/>
                    </a:cubicBezTo>
                    <a:cubicBezTo>
                      <a:pt x="107" y="4"/>
                      <a:pt x="99" y="2"/>
                      <a:pt x="92" y="1"/>
                    </a:cubicBezTo>
                    <a:cubicBezTo>
                      <a:pt x="84" y="0"/>
                      <a:pt x="77" y="0"/>
                      <a:pt x="70" y="1"/>
                    </a:cubicBezTo>
                    <a:cubicBezTo>
                      <a:pt x="67" y="1"/>
                      <a:pt x="65" y="0"/>
                      <a:pt x="63" y="0"/>
                    </a:cubicBezTo>
                    <a:cubicBezTo>
                      <a:pt x="60" y="1"/>
                      <a:pt x="58" y="2"/>
                      <a:pt x="55" y="4"/>
                    </a:cubicBezTo>
                    <a:cubicBezTo>
                      <a:pt x="52" y="5"/>
                      <a:pt x="48" y="7"/>
                      <a:pt x="44" y="8"/>
                    </a:cubicBezTo>
                    <a:cubicBezTo>
                      <a:pt x="40" y="9"/>
                      <a:pt x="35" y="12"/>
                      <a:pt x="32" y="15"/>
                    </a:cubicBezTo>
                    <a:cubicBezTo>
                      <a:pt x="29" y="18"/>
                      <a:pt x="25" y="20"/>
                      <a:pt x="23" y="24"/>
                    </a:cubicBezTo>
                    <a:cubicBezTo>
                      <a:pt x="20" y="27"/>
                      <a:pt x="19" y="31"/>
                      <a:pt x="17" y="34"/>
                    </a:cubicBezTo>
                    <a:cubicBezTo>
                      <a:pt x="15" y="38"/>
                      <a:pt x="11" y="39"/>
                      <a:pt x="8" y="42"/>
                    </a:cubicBezTo>
                    <a:cubicBezTo>
                      <a:pt x="5" y="44"/>
                      <a:pt x="3" y="48"/>
                      <a:pt x="1" y="52"/>
                    </a:cubicBezTo>
                    <a:cubicBezTo>
                      <a:pt x="0" y="57"/>
                      <a:pt x="1" y="61"/>
                      <a:pt x="1" y="66"/>
                    </a:cubicBezTo>
                    <a:cubicBezTo>
                      <a:pt x="1" y="71"/>
                      <a:pt x="1" y="75"/>
                      <a:pt x="2" y="8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" name="Freeform 3631">
                <a:extLst>
                  <a:ext uri="{FF2B5EF4-FFF2-40B4-BE49-F238E27FC236}">
                    <a16:creationId xmlns:a16="http://schemas.microsoft.com/office/drawing/2014/main" id="{378D9295-8711-7843-9ACD-D193C5ADC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413"/>
                <a:ext cx="26" cy="20"/>
              </a:xfrm>
              <a:custGeom>
                <a:avLst/>
                <a:gdLst>
                  <a:gd name="T0" fmla="*/ 1 w 64"/>
                  <a:gd name="T1" fmla="*/ 49 h 50"/>
                  <a:gd name="T2" fmla="*/ 4 w 64"/>
                  <a:gd name="T3" fmla="*/ 49 h 50"/>
                  <a:gd name="T4" fmla="*/ 9 w 64"/>
                  <a:gd name="T5" fmla="*/ 48 h 50"/>
                  <a:gd name="T6" fmla="*/ 11 w 64"/>
                  <a:gd name="T7" fmla="*/ 46 h 50"/>
                  <a:gd name="T8" fmla="*/ 12 w 64"/>
                  <a:gd name="T9" fmla="*/ 43 h 50"/>
                  <a:gd name="T10" fmla="*/ 16 w 64"/>
                  <a:gd name="T11" fmla="*/ 38 h 50"/>
                  <a:gd name="T12" fmla="*/ 20 w 64"/>
                  <a:gd name="T13" fmla="*/ 34 h 50"/>
                  <a:gd name="T14" fmla="*/ 22 w 64"/>
                  <a:gd name="T15" fmla="*/ 32 h 50"/>
                  <a:gd name="T16" fmla="*/ 24 w 64"/>
                  <a:gd name="T17" fmla="*/ 30 h 50"/>
                  <a:gd name="T18" fmla="*/ 28 w 64"/>
                  <a:gd name="T19" fmla="*/ 28 h 50"/>
                  <a:gd name="T20" fmla="*/ 35 w 64"/>
                  <a:gd name="T21" fmla="*/ 26 h 50"/>
                  <a:gd name="T22" fmla="*/ 37 w 64"/>
                  <a:gd name="T23" fmla="*/ 23 h 50"/>
                  <a:gd name="T24" fmla="*/ 40 w 64"/>
                  <a:gd name="T25" fmla="*/ 20 h 50"/>
                  <a:gd name="T26" fmla="*/ 43 w 64"/>
                  <a:gd name="T27" fmla="*/ 15 h 50"/>
                  <a:gd name="T28" fmla="*/ 48 w 64"/>
                  <a:gd name="T29" fmla="*/ 11 h 50"/>
                  <a:gd name="T30" fmla="*/ 53 w 64"/>
                  <a:gd name="T31" fmla="*/ 9 h 50"/>
                  <a:gd name="T32" fmla="*/ 58 w 64"/>
                  <a:gd name="T33" fmla="*/ 8 h 50"/>
                  <a:gd name="T34" fmla="*/ 64 w 64"/>
                  <a:gd name="T35" fmla="*/ 2 h 50"/>
                  <a:gd name="T36" fmla="*/ 52 w 64"/>
                  <a:gd name="T37" fmla="*/ 1 h 50"/>
                  <a:gd name="T38" fmla="*/ 43 w 64"/>
                  <a:gd name="T39" fmla="*/ 2 h 50"/>
                  <a:gd name="T40" fmla="*/ 32 w 64"/>
                  <a:gd name="T41" fmla="*/ 2 h 50"/>
                  <a:gd name="T42" fmla="*/ 24 w 64"/>
                  <a:gd name="T43" fmla="*/ 3 h 50"/>
                  <a:gd name="T44" fmla="*/ 19 w 64"/>
                  <a:gd name="T45" fmla="*/ 9 h 50"/>
                  <a:gd name="T46" fmla="*/ 14 w 64"/>
                  <a:gd name="T47" fmla="*/ 18 h 50"/>
                  <a:gd name="T48" fmla="*/ 12 w 64"/>
                  <a:gd name="T49" fmla="*/ 23 h 50"/>
                  <a:gd name="T50" fmla="*/ 12 w 64"/>
                  <a:gd name="T51" fmla="*/ 27 h 50"/>
                  <a:gd name="T52" fmla="*/ 7 w 64"/>
                  <a:gd name="T53" fmla="*/ 37 h 50"/>
                  <a:gd name="T54" fmla="*/ 2 w 64"/>
                  <a:gd name="T55" fmla="*/ 46 h 50"/>
                  <a:gd name="T56" fmla="*/ 1 w 64"/>
                  <a:gd name="T57" fmla="*/ 4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50">
                    <a:moveTo>
                      <a:pt x="1" y="49"/>
                    </a:moveTo>
                    <a:cubicBezTo>
                      <a:pt x="2" y="50"/>
                      <a:pt x="3" y="50"/>
                      <a:pt x="4" y="49"/>
                    </a:cubicBezTo>
                    <a:cubicBezTo>
                      <a:pt x="6" y="49"/>
                      <a:pt x="7" y="49"/>
                      <a:pt x="9" y="48"/>
                    </a:cubicBezTo>
                    <a:cubicBezTo>
                      <a:pt x="10" y="48"/>
                      <a:pt x="10" y="47"/>
                      <a:pt x="11" y="46"/>
                    </a:cubicBezTo>
                    <a:cubicBezTo>
                      <a:pt x="11" y="45"/>
                      <a:pt x="12" y="44"/>
                      <a:pt x="12" y="43"/>
                    </a:cubicBezTo>
                    <a:cubicBezTo>
                      <a:pt x="13" y="41"/>
                      <a:pt x="14" y="40"/>
                      <a:pt x="16" y="38"/>
                    </a:cubicBezTo>
                    <a:cubicBezTo>
                      <a:pt x="17" y="37"/>
                      <a:pt x="18" y="35"/>
                      <a:pt x="20" y="34"/>
                    </a:cubicBezTo>
                    <a:cubicBezTo>
                      <a:pt x="20" y="34"/>
                      <a:pt x="22" y="33"/>
                      <a:pt x="22" y="32"/>
                    </a:cubicBezTo>
                    <a:cubicBezTo>
                      <a:pt x="23" y="32"/>
                      <a:pt x="24" y="31"/>
                      <a:pt x="24" y="30"/>
                    </a:cubicBezTo>
                    <a:cubicBezTo>
                      <a:pt x="26" y="29"/>
                      <a:pt x="27" y="29"/>
                      <a:pt x="28" y="28"/>
                    </a:cubicBezTo>
                    <a:cubicBezTo>
                      <a:pt x="30" y="27"/>
                      <a:pt x="33" y="27"/>
                      <a:pt x="35" y="26"/>
                    </a:cubicBezTo>
                    <a:cubicBezTo>
                      <a:pt x="36" y="25"/>
                      <a:pt x="37" y="24"/>
                      <a:pt x="37" y="23"/>
                    </a:cubicBezTo>
                    <a:cubicBezTo>
                      <a:pt x="38" y="22"/>
                      <a:pt x="39" y="21"/>
                      <a:pt x="40" y="20"/>
                    </a:cubicBezTo>
                    <a:cubicBezTo>
                      <a:pt x="41" y="18"/>
                      <a:pt x="41" y="17"/>
                      <a:pt x="43" y="15"/>
                    </a:cubicBezTo>
                    <a:cubicBezTo>
                      <a:pt x="44" y="13"/>
                      <a:pt x="46" y="12"/>
                      <a:pt x="48" y="11"/>
                    </a:cubicBezTo>
                    <a:cubicBezTo>
                      <a:pt x="49" y="10"/>
                      <a:pt x="51" y="10"/>
                      <a:pt x="53" y="9"/>
                    </a:cubicBezTo>
                    <a:cubicBezTo>
                      <a:pt x="55" y="8"/>
                      <a:pt x="56" y="8"/>
                      <a:pt x="58" y="8"/>
                    </a:cubicBezTo>
                    <a:cubicBezTo>
                      <a:pt x="60" y="7"/>
                      <a:pt x="64" y="5"/>
                      <a:pt x="64" y="2"/>
                    </a:cubicBezTo>
                    <a:cubicBezTo>
                      <a:pt x="60" y="1"/>
                      <a:pt x="56" y="0"/>
                      <a:pt x="52" y="1"/>
                    </a:cubicBezTo>
                    <a:cubicBezTo>
                      <a:pt x="49" y="1"/>
                      <a:pt x="47" y="2"/>
                      <a:pt x="43" y="2"/>
                    </a:cubicBezTo>
                    <a:cubicBezTo>
                      <a:pt x="40" y="2"/>
                      <a:pt x="36" y="2"/>
                      <a:pt x="32" y="2"/>
                    </a:cubicBezTo>
                    <a:cubicBezTo>
                      <a:pt x="30" y="2"/>
                      <a:pt x="27" y="1"/>
                      <a:pt x="24" y="3"/>
                    </a:cubicBezTo>
                    <a:cubicBezTo>
                      <a:pt x="22" y="4"/>
                      <a:pt x="20" y="7"/>
                      <a:pt x="19" y="9"/>
                    </a:cubicBezTo>
                    <a:cubicBezTo>
                      <a:pt x="17" y="12"/>
                      <a:pt x="15" y="15"/>
                      <a:pt x="14" y="18"/>
                    </a:cubicBezTo>
                    <a:cubicBezTo>
                      <a:pt x="13" y="19"/>
                      <a:pt x="12" y="21"/>
                      <a:pt x="12" y="23"/>
                    </a:cubicBezTo>
                    <a:cubicBezTo>
                      <a:pt x="12" y="24"/>
                      <a:pt x="12" y="25"/>
                      <a:pt x="12" y="27"/>
                    </a:cubicBezTo>
                    <a:cubicBezTo>
                      <a:pt x="12" y="31"/>
                      <a:pt x="9" y="34"/>
                      <a:pt x="7" y="37"/>
                    </a:cubicBezTo>
                    <a:cubicBezTo>
                      <a:pt x="5" y="40"/>
                      <a:pt x="4" y="43"/>
                      <a:pt x="2" y="46"/>
                    </a:cubicBezTo>
                    <a:cubicBezTo>
                      <a:pt x="2" y="47"/>
                      <a:pt x="0" y="49"/>
                      <a:pt x="1" y="4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" name="Freeform 3632">
                <a:extLst>
                  <a:ext uri="{FF2B5EF4-FFF2-40B4-BE49-F238E27FC236}">
                    <a16:creationId xmlns:a16="http://schemas.microsoft.com/office/drawing/2014/main" id="{436AEFB0-0A66-784E-B71E-B33FD8656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9" y="387"/>
                <a:ext cx="7" cy="7"/>
              </a:xfrm>
              <a:custGeom>
                <a:avLst/>
                <a:gdLst>
                  <a:gd name="T0" fmla="*/ 2 w 17"/>
                  <a:gd name="T1" fmla="*/ 11 h 18"/>
                  <a:gd name="T2" fmla="*/ 3 w 17"/>
                  <a:gd name="T3" fmla="*/ 13 h 18"/>
                  <a:gd name="T4" fmla="*/ 4 w 17"/>
                  <a:gd name="T5" fmla="*/ 14 h 18"/>
                  <a:gd name="T6" fmla="*/ 5 w 17"/>
                  <a:gd name="T7" fmla="*/ 15 h 18"/>
                  <a:gd name="T8" fmla="*/ 8 w 17"/>
                  <a:gd name="T9" fmla="*/ 17 h 18"/>
                  <a:gd name="T10" fmla="*/ 10 w 17"/>
                  <a:gd name="T11" fmla="*/ 18 h 18"/>
                  <a:gd name="T12" fmla="*/ 13 w 17"/>
                  <a:gd name="T13" fmla="*/ 17 h 18"/>
                  <a:gd name="T14" fmla="*/ 15 w 17"/>
                  <a:gd name="T15" fmla="*/ 16 h 18"/>
                  <a:gd name="T16" fmla="*/ 16 w 17"/>
                  <a:gd name="T17" fmla="*/ 14 h 18"/>
                  <a:gd name="T18" fmla="*/ 16 w 17"/>
                  <a:gd name="T19" fmla="*/ 12 h 18"/>
                  <a:gd name="T20" fmla="*/ 16 w 17"/>
                  <a:gd name="T21" fmla="*/ 9 h 18"/>
                  <a:gd name="T22" fmla="*/ 14 w 17"/>
                  <a:gd name="T23" fmla="*/ 2 h 18"/>
                  <a:gd name="T24" fmla="*/ 8 w 17"/>
                  <a:gd name="T25" fmla="*/ 0 h 18"/>
                  <a:gd name="T26" fmla="*/ 3 w 17"/>
                  <a:gd name="T27" fmla="*/ 1 h 18"/>
                  <a:gd name="T28" fmla="*/ 1 w 17"/>
                  <a:gd name="T29" fmla="*/ 4 h 18"/>
                  <a:gd name="T30" fmla="*/ 1 w 17"/>
                  <a:gd name="T31" fmla="*/ 8 h 18"/>
                  <a:gd name="T32" fmla="*/ 1 w 17"/>
                  <a:gd name="T33" fmla="*/ 10 h 18"/>
                  <a:gd name="T34" fmla="*/ 2 w 17"/>
                  <a:gd name="T35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18">
                    <a:moveTo>
                      <a:pt x="2" y="11"/>
                    </a:moveTo>
                    <a:cubicBezTo>
                      <a:pt x="3" y="12"/>
                      <a:pt x="3" y="12"/>
                      <a:pt x="3" y="13"/>
                    </a:cubicBezTo>
                    <a:cubicBezTo>
                      <a:pt x="3" y="13"/>
                      <a:pt x="4" y="13"/>
                      <a:pt x="4" y="14"/>
                    </a:cubicBezTo>
                    <a:cubicBezTo>
                      <a:pt x="5" y="14"/>
                      <a:pt x="5" y="15"/>
                      <a:pt x="5" y="15"/>
                    </a:cubicBezTo>
                    <a:cubicBezTo>
                      <a:pt x="6" y="16"/>
                      <a:pt x="7" y="17"/>
                      <a:pt x="8" y="17"/>
                    </a:cubicBezTo>
                    <a:cubicBezTo>
                      <a:pt x="9" y="18"/>
                      <a:pt x="9" y="18"/>
                      <a:pt x="10" y="18"/>
                    </a:cubicBezTo>
                    <a:cubicBezTo>
                      <a:pt x="11" y="18"/>
                      <a:pt x="12" y="18"/>
                      <a:pt x="13" y="17"/>
                    </a:cubicBezTo>
                    <a:cubicBezTo>
                      <a:pt x="13" y="17"/>
                      <a:pt x="14" y="17"/>
                      <a:pt x="15" y="16"/>
                    </a:cubicBezTo>
                    <a:cubicBezTo>
                      <a:pt x="15" y="16"/>
                      <a:pt x="15" y="15"/>
                      <a:pt x="16" y="14"/>
                    </a:cubicBezTo>
                    <a:cubicBezTo>
                      <a:pt x="16" y="14"/>
                      <a:pt x="16" y="13"/>
                      <a:pt x="16" y="12"/>
                    </a:cubicBezTo>
                    <a:cubicBezTo>
                      <a:pt x="17" y="11"/>
                      <a:pt x="17" y="10"/>
                      <a:pt x="16" y="9"/>
                    </a:cubicBezTo>
                    <a:cubicBezTo>
                      <a:pt x="16" y="7"/>
                      <a:pt x="16" y="4"/>
                      <a:pt x="14" y="2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3" y="2"/>
                      <a:pt x="2" y="3"/>
                      <a:pt x="1" y="4"/>
                    </a:cubicBezTo>
                    <a:cubicBezTo>
                      <a:pt x="0" y="5"/>
                      <a:pt x="1" y="7"/>
                      <a:pt x="1" y="8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1" y="10"/>
                      <a:pt x="2" y="11"/>
                      <a:pt x="2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" name="Freeform 3633">
                <a:extLst>
                  <a:ext uri="{FF2B5EF4-FFF2-40B4-BE49-F238E27FC236}">
                    <a16:creationId xmlns:a16="http://schemas.microsoft.com/office/drawing/2014/main" id="{BE1D0E53-916C-D142-ABD8-4C7EA3BBC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8" y="385"/>
                <a:ext cx="4" cy="6"/>
              </a:xfrm>
              <a:custGeom>
                <a:avLst/>
                <a:gdLst>
                  <a:gd name="T0" fmla="*/ 1 w 11"/>
                  <a:gd name="T1" fmla="*/ 6 h 16"/>
                  <a:gd name="T2" fmla="*/ 2 w 11"/>
                  <a:gd name="T3" fmla="*/ 8 h 16"/>
                  <a:gd name="T4" fmla="*/ 4 w 11"/>
                  <a:gd name="T5" fmla="*/ 10 h 16"/>
                  <a:gd name="T6" fmla="*/ 5 w 11"/>
                  <a:gd name="T7" fmla="*/ 12 h 16"/>
                  <a:gd name="T8" fmla="*/ 8 w 11"/>
                  <a:gd name="T9" fmla="*/ 15 h 16"/>
                  <a:gd name="T10" fmla="*/ 9 w 11"/>
                  <a:gd name="T11" fmla="*/ 16 h 16"/>
                  <a:gd name="T12" fmla="*/ 11 w 11"/>
                  <a:gd name="T13" fmla="*/ 15 h 16"/>
                  <a:gd name="T14" fmla="*/ 11 w 11"/>
                  <a:gd name="T15" fmla="*/ 10 h 16"/>
                  <a:gd name="T16" fmla="*/ 11 w 11"/>
                  <a:gd name="T17" fmla="*/ 6 h 16"/>
                  <a:gd name="T18" fmla="*/ 10 w 11"/>
                  <a:gd name="T19" fmla="*/ 3 h 16"/>
                  <a:gd name="T20" fmla="*/ 8 w 11"/>
                  <a:gd name="T21" fmla="*/ 1 h 16"/>
                  <a:gd name="T22" fmla="*/ 6 w 11"/>
                  <a:gd name="T23" fmla="*/ 0 h 16"/>
                  <a:gd name="T24" fmla="*/ 4 w 11"/>
                  <a:gd name="T25" fmla="*/ 0 h 16"/>
                  <a:gd name="T26" fmla="*/ 1 w 11"/>
                  <a:gd name="T27" fmla="*/ 1 h 16"/>
                  <a:gd name="T28" fmla="*/ 0 w 11"/>
                  <a:gd name="T29" fmla="*/ 4 h 16"/>
                  <a:gd name="T30" fmla="*/ 1 w 11"/>
                  <a:gd name="T3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6">
                    <a:moveTo>
                      <a:pt x="1" y="6"/>
                    </a:moveTo>
                    <a:cubicBezTo>
                      <a:pt x="1" y="7"/>
                      <a:pt x="1" y="7"/>
                      <a:pt x="2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11"/>
                      <a:pt x="4" y="11"/>
                      <a:pt x="5" y="12"/>
                    </a:cubicBezTo>
                    <a:cubicBezTo>
                      <a:pt x="5" y="13"/>
                      <a:pt x="7" y="14"/>
                      <a:pt x="8" y="15"/>
                    </a:cubicBezTo>
                    <a:cubicBezTo>
                      <a:pt x="8" y="15"/>
                      <a:pt x="8" y="16"/>
                      <a:pt x="9" y="16"/>
                    </a:cubicBezTo>
                    <a:cubicBezTo>
                      <a:pt x="10" y="16"/>
                      <a:pt x="10" y="15"/>
                      <a:pt x="11" y="15"/>
                    </a:cubicBezTo>
                    <a:cubicBezTo>
                      <a:pt x="11" y="13"/>
                      <a:pt x="11" y="12"/>
                      <a:pt x="11" y="10"/>
                    </a:cubicBezTo>
                    <a:cubicBezTo>
                      <a:pt x="11" y="9"/>
                      <a:pt x="11" y="8"/>
                      <a:pt x="11" y="6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5"/>
                      <a:pt x="1" y="5"/>
                      <a:pt x="1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4" name="Freeform 3634">
                <a:extLst>
                  <a:ext uri="{FF2B5EF4-FFF2-40B4-BE49-F238E27FC236}">
                    <a16:creationId xmlns:a16="http://schemas.microsoft.com/office/drawing/2014/main" id="{E5DB119F-4A43-5B4F-A2E6-0EF952B8B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80"/>
                <a:ext cx="6" cy="11"/>
              </a:xfrm>
              <a:custGeom>
                <a:avLst/>
                <a:gdLst>
                  <a:gd name="T0" fmla="*/ 6 w 15"/>
                  <a:gd name="T1" fmla="*/ 5 h 26"/>
                  <a:gd name="T2" fmla="*/ 1 w 15"/>
                  <a:gd name="T3" fmla="*/ 1 h 26"/>
                  <a:gd name="T4" fmla="*/ 0 w 15"/>
                  <a:gd name="T5" fmla="*/ 2 h 26"/>
                  <a:gd name="T6" fmla="*/ 1 w 15"/>
                  <a:gd name="T7" fmla="*/ 5 h 26"/>
                  <a:gd name="T8" fmla="*/ 2 w 15"/>
                  <a:gd name="T9" fmla="*/ 7 h 26"/>
                  <a:gd name="T10" fmla="*/ 3 w 15"/>
                  <a:gd name="T11" fmla="*/ 9 h 26"/>
                  <a:gd name="T12" fmla="*/ 6 w 15"/>
                  <a:gd name="T13" fmla="*/ 15 h 26"/>
                  <a:gd name="T14" fmla="*/ 7 w 15"/>
                  <a:gd name="T15" fmla="*/ 21 h 26"/>
                  <a:gd name="T16" fmla="*/ 10 w 15"/>
                  <a:gd name="T17" fmla="*/ 26 h 26"/>
                  <a:gd name="T18" fmla="*/ 13 w 15"/>
                  <a:gd name="T19" fmla="*/ 24 h 26"/>
                  <a:gd name="T20" fmla="*/ 14 w 15"/>
                  <a:gd name="T21" fmla="*/ 19 h 26"/>
                  <a:gd name="T22" fmla="*/ 10 w 15"/>
                  <a:gd name="T23" fmla="*/ 10 h 26"/>
                  <a:gd name="T24" fmla="*/ 6 w 15"/>
                  <a:gd name="T25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26">
                    <a:moveTo>
                      <a:pt x="6" y="5"/>
                    </a:moveTo>
                    <a:cubicBezTo>
                      <a:pt x="5" y="3"/>
                      <a:pt x="4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8"/>
                      <a:pt x="3" y="9"/>
                      <a:pt x="3" y="9"/>
                    </a:cubicBezTo>
                    <a:cubicBezTo>
                      <a:pt x="4" y="9"/>
                      <a:pt x="6" y="14"/>
                      <a:pt x="6" y="15"/>
                    </a:cubicBezTo>
                    <a:cubicBezTo>
                      <a:pt x="7" y="17"/>
                      <a:pt x="7" y="19"/>
                      <a:pt x="7" y="21"/>
                    </a:cubicBezTo>
                    <a:cubicBezTo>
                      <a:pt x="7" y="24"/>
                      <a:pt x="7" y="26"/>
                      <a:pt x="10" y="26"/>
                    </a:cubicBezTo>
                    <a:cubicBezTo>
                      <a:pt x="12" y="26"/>
                      <a:pt x="13" y="26"/>
                      <a:pt x="13" y="24"/>
                    </a:cubicBezTo>
                    <a:cubicBezTo>
                      <a:pt x="13" y="22"/>
                      <a:pt x="13" y="20"/>
                      <a:pt x="14" y="19"/>
                    </a:cubicBezTo>
                    <a:cubicBezTo>
                      <a:pt x="15" y="15"/>
                      <a:pt x="13" y="13"/>
                      <a:pt x="10" y="10"/>
                    </a:cubicBezTo>
                    <a:cubicBezTo>
                      <a:pt x="9" y="8"/>
                      <a:pt x="8" y="7"/>
                      <a:pt x="6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5" name="Freeform 3635">
                <a:extLst>
                  <a:ext uri="{FF2B5EF4-FFF2-40B4-BE49-F238E27FC236}">
                    <a16:creationId xmlns:a16="http://schemas.microsoft.com/office/drawing/2014/main" id="{C0D104DC-7C8B-A542-967E-A2427E6CE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97"/>
                <a:ext cx="3" cy="4"/>
              </a:xfrm>
              <a:custGeom>
                <a:avLst/>
                <a:gdLst>
                  <a:gd name="T0" fmla="*/ 2 w 7"/>
                  <a:gd name="T1" fmla="*/ 1 h 9"/>
                  <a:gd name="T2" fmla="*/ 5 w 7"/>
                  <a:gd name="T3" fmla="*/ 6 h 9"/>
                  <a:gd name="T4" fmla="*/ 6 w 7"/>
                  <a:gd name="T5" fmla="*/ 2 h 9"/>
                  <a:gd name="T6" fmla="*/ 2 w 7"/>
                  <a:gd name="T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2" y="1"/>
                    </a:moveTo>
                    <a:cubicBezTo>
                      <a:pt x="0" y="3"/>
                      <a:pt x="2" y="9"/>
                      <a:pt x="5" y="6"/>
                    </a:cubicBezTo>
                    <a:cubicBezTo>
                      <a:pt x="6" y="5"/>
                      <a:pt x="7" y="4"/>
                      <a:pt x="6" y="2"/>
                    </a:cubicBezTo>
                    <a:cubicBezTo>
                      <a:pt x="5" y="1"/>
                      <a:pt x="4" y="0"/>
                      <a:pt x="2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6" name="Freeform 3636">
                <a:extLst>
                  <a:ext uri="{FF2B5EF4-FFF2-40B4-BE49-F238E27FC236}">
                    <a16:creationId xmlns:a16="http://schemas.microsoft.com/office/drawing/2014/main" id="{58455134-28C6-6449-9805-373BD53D4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574"/>
                <a:ext cx="3" cy="3"/>
              </a:xfrm>
              <a:custGeom>
                <a:avLst/>
                <a:gdLst>
                  <a:gd name="T0" fmla="*/ 1 w 7"/>
                  <a:gd name="T1" fmla="*/ 2 h 7"/>
                  <a:gd name="T2" fmla="*/ 2 w 7"/>
                  <a:gd name="T3" fmla="*/ 5 h 7"/>
                  <a:gd name="T4" fmla="*/ 5 w 7"/>
                  <a:gd name="T5" fmla="*/ 7 h 7"/>
                  <a:gd name="T6" fmla="*/ 6 w 7"/>
                  <a:gd name="T7" fmla="*/ 2 h 7"/>
                  <a:gd name="T8" fmla="*/ 5 w 7"/>
                  <a:gd name="T9" fmla="*/ 2 h 7"/>
                  <a:gd name="T10" fmla="*/ 1 w 7"/>
                  <a:gd name="T1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7" y="6"/>
                      <a:pt x="6" y="3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2" y="0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7" name="Freeform 3637">
                <a:extLst>
                  <a:ext uri="{FF2B5EF4-FFF2-40B4-BE49-F238E27FC236}">
                    <a16:creationId xmlns:a16="http://schemas.microsoft.com/office/drawing/2014/main" id="{2ED3765A-15D0-D245-B875-CECCEC8D4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77"/>
                <a:ext cx="5" cy="3"/>
              </a:xfrm>
              <a:custGeom>
                <a:avLst/>
                <a:gdLst>
                  <a:gd name="T0" fmla="*/ 9 w 13"/>
                  <a:gd name="T1" fmla="*/ 1 h 6"/>
                  <a:gd name="T2" fmla="*/ 6 w 13"/>
                  <a:gd name="T3" fmla="*/ 1 h 6"/>
                  <a:gd name="T4" fmla="*/ 4 w 13"/>
                  <a:gd name="T5" fmla="*/ 0 h 6"/>
                  <a:gd name="T6" fmla="*/ 0 w 13"/>
                  <a:gd name="T7" fmla="*/ 3 h 6"/>
                  <a:gd name="T8" fmla="*/ 6 w 13"/>
                  <a:gd name="T9" fmla="*/ 6 h 6"/>
                  <a:gd name="T10" fmla="*/ 10 w 13"/>
                  <a:gd name="T11" fmla="*/ 5 h 6"/>
                  <a:gd name="T12" fmla="*/ 13 w 13"/>
                  <a:gd name="T13" fmla="*/ 3 h 6"/>
                  <a:gd name="T14" fmla="*/ 9 w 13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">
                    <a:moveTo>
                      <a:pt x="9" y="1"/>
                    </a:moveTo>
                    <a:cubicBezTo>
                      <a:pt x="8" y="1"/>
                      <a:pt x="7" y="1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  <a:cubicBezTo>
                      <a:pt x="2" y="0"/>
                      <a:pt x="1" y="1"/>
                      <a:pt x="0" y="3"/>
                    </a:cubicBezTo>
                    <a:cubicBezTo>
                      <a:pt x="1" y="5"/>
                      <a:pt x="3" y="6"/>
                      <a:pt x="6" y="6"/>
                    </a:cubicBezTo>
                    <a:cubicBezTo>
                      <a:pt x="7" y="6"/>
                      <a:pt x="9" y="6"/>
                      <a:pt x="10" y="5"/>
                    </a:cubicBezTo>
                    <a:cubicBezTo>
                      <a:pt x="12" y="5"/>
                      <a:pt x="13" y="4"/>
                      <a:pt x="13" y="3"/>
                    </a:cubicBezTo>
                    <a:cubicBezTo>
                      <a:pt x="13" y="1"/>
                      <a:pt x="10" y="1"/>
                      <a:pt x="9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8" name="Freeform 3638">
                <a:extLst>
                  <a:ext uri="{FF2B5EF4-FFF2-40B4-BE49-F238E27FC236}">
                    <a16:creationId xmlns:a16="http://schemas.microsoft.com/office/drawing/2014/main" id="{1CF92C78-C3FC-4845-B011-F6EA4508C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580"/>
                <a:ext cx="7" cy="7"/>
              </a:xfrm>
              <a:custGeom>
                <a:avLst/>
                <a:gdLst>
                  <a:gd name="T0" fmla="*/ 8 w 16"/>
                  <a:gd name="T1" fmla="*/ 2 h 18"/>
                  <a:gd name="T2" fmla="*/ 5 w 16"/>
                  <a:gd name="T3" fmla="*/ 2 h 18"/>
                  <a:gd name="T4" fmla="*/ 3 w 16"/>
                  <a:gd name="T5" fmla="*/ 0 h 18"/>
                  <a:gd name="T6" fmla="*/ 1 w 16"/>
                  <a:gd name="T7" fmla="*/ 0 h 18"/>
                  <a:gd name="T8" fmla="*/ 1 w 16"/>
                  <a:gd name="T9" fmla="*/ 5 h 18"/>
                  <a:gd name="T10" fmla="*/ 1 w 16"/>
                  <a:gd name="T11" fmla="*/ 11 h 18"/>
                  <a:gd name="T12" fmla="*/ 11 w 16"/>
                  <a:gd name="T13" fmla="*/ 3 h 18"/>
                  <a:gd name="T14" fmla="*/ 8 w 16"/>
                  <a:gd name="T1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8">
                    <a:moveTo>
                      <a:pt x="8" y="2"/>
                    </a:moveTo>
                    <a:cubicBezTo>
                      <a:pt x="7" y="2"/>
                      <a:pt x="6" y="3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1" y="5"/>
                    </a:cubicBezTo>
                    <a:cubicBezTo>
                      <a:pt x="1" y="7"/>
                      <a:pt x="0" y="9"/>
                      <a:pt x="1" y="11"/>
                    </a:cubicBezTo>
                    <a:cubicBezTo>
                      <a:pt x="5" y="18"/>
                      <a:pt x="16" y="7"/>
                      <a:pt x="11" y="3"/>
                    </a:cubicBezTo>
                    <a:cubicBezTo>
                      <a:pt x="10" y="3"/>
                      <a:pt x="9" y="2"/>
                      <a:pt x="8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9" name="Freeform 3639">
                <a:extLst>
                  <a:ext uri="{FF2B5EF4-FFF2-40B4-BE49-F238E27FC236}">
                    <a16:creationId xmlns:a16="http://schemas.microsoft.com/office/drawing/2014/main" id="{BB138A9E-E670-5845-9DCC-BC71A838F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558"/>
                <a:ext cx="10" cy="5"/>
              </a:xfrm>
              <a:custGeom>
                <a:avLst/>
                <a:gdLst>
                  <a:gd name="T0" fmla="*/ 6 w 25"/>
                  <a:gd name="T1" fmla="*/ 4 h 13"/>
                  <a:gd name="T2" fmla="*/ 7 w 25"/>
                  <a:gd name="T3" fmla="*/ 6 h 13"/>
                  <a:gd name="T4" fmla="*/ 9 w 25"/>
                  <a:gd name="T5" fmla="*/ 7 h 13"/>
                  <a:gd name="T6" fmla="*/ 10 w 25"/>
                  <a:gd name="T7" fmla="*/ 8 h 13"/>
                  <a:gd name="T8" fmla="*/ 12 w 25"/>
                  <a:gd name="T9" fmla="*/ 8 h 13"/>
                  <a:gd name="T10" fmla="*/ 16 w 25"/>
                  <a:gd name="T11" fmla="*/ 10 h 13"/>
                  <a:gd name="T12" fmla="*/ 17 w 25"/>
                  <a:gd name="T13" fmla="*/ 12 h 13"/>
                  <a:gd name="T14" fmla="*/ 23 w 25"/>
                  <a:gd name="T15" fmla="*/ 13 h 13"/>
                  <a:gd name="T16" fmla="*/ 23 w 25"/>
                  <a:gd name="T17" fmla="*/ 8 h 13"/>
                  <a:gd name="T18" fmla="*/ 19 w 25"/>
                  <a:gd name="T19" fmla="*/ 7 h 13"/>
                  <a:gd name="T20" fmla="*/ 17 w 25"/>
                  <a:gd name="T21" fmla="*/ 5 h 13"/>
                  <a:gd name="T22" fmla="*/ 15 w 25"/>
                  <a:gd name="T23" fmla="*/ 4 h 13"/>
                  <a:gd name="T24" fmla="*/ 10 w 25"/>
                  <a:gd name="T25" fmla="*/ 3 h 13"/>
                  <a:gd name="T26" fmla="*/ 4 w 25"/>
                  <a:gd name="T27" fmla="*/ 0 h 13"/>
                  <a:gd name="T28" fmla="*/ 2 w 25"/>
                  <a:gd name="T29" fmla="*/ 2 h 13"/>
                  <a:gd name="T30" fmla="*/ 6 w 25"/>
                  <a:gd name="T3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13">
                    <a:moveTo>
                      <a:pt x="6" y="4"/>
                    </a:moveTo>
                    <a:cubicBezTo>
                      <a:pt x="6" y="5"/>
                      <a:pt x="6" y="5"/>
                      <a:pt x="7" y="6"/>
                    </a:cubicBezTo>
                    <a:cubicBezTo>
                      <a:pt x="7" y="6"/>
                      <a:pt x="8" y="7"/>
                      <a:pt x="9" y="7"/>
                    </a:cubicBezTo>
                    <a:cubicBezTo>
                      <a:pt x="9" y="7"/>
                      <a:pt x="10" y="8"/>
                      <a:pt x="10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3" y="9"/>
                      <a:pt x="15" y="9"/>
                      <a:pt x="16" y="10"/>
                    </a:cubicBezTo>
                    <a:cubicBezTo>
                      <a:pt x="16" y="10"/>
                      <a:pt x="17" y="11"/>
                      <a:pt x="17" y="12"/>
                    </a:cubicBezTo>
                    <a:cubicBezTo>
                      <a:pt x="18" y="13"/>
                      <a:pt x="22" y="13"/>
                      <a:pt x="23" y="13"/>
                    </a:cubicBezTo>
                    <a:cubicBezTo>
                      <a:pt x="24" y="12"/>
                      <a:pt x="25" y="9"/>
                      <a:pt x="23" y="8"/>
                    </a:cubicBezTo>
                    <a:cubicBezTo>
                      <a:pt x="22" y="7"/>
                      <a:pt x="20" y="8"/>
                      <a:pt x="19" y="7"/>
                    </a:cubicBezTo>
                    <a:cubicBezTo>
                      <a:pt x="18" y="7"/>
                      <a:pt x="18" y="6"/>
                      <a:pt x="17" y="5"/>
                    </a:cubicBezTo>
                    <a:cubicBezTo>
                      <a:pt x="17" y="5"/>
                      <a:pt x="16" y="4"/>
                      <a:pt x="15" y="4"/>
                    </a:cubicBezTo>
                    <a:cubicBezTo>
                      <a:pt x="13" y="3"/>
                      <a:pt x="12" y="3"/>
                      <a:pt x="10" y="3"/>
                    </a:cubicBezTo>
                    <a:cubicBezTo>
                      <a:pt x="8" y="3"/>
                      <a:pt x="6" y="1"/>
                      <a:pt x="4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3" y="3"/>
                      <a:pt x="5" y="3"/>
                      <a:pt x="6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0" name="Freeform 3640">
                <a:extLst>
                  <a:ext uri="{FF2B5EF4-FFF2-40B4-BE49-F238E27FC236}">
                    <a16:creationId xmlns:a16="http://schemas.microsoft.com/office/drawing/2014/main" id="{E1FEC789-8252-B343-88BF-D583866E1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530"/>
                <a:ext cx="7" cy="6"/>
              </a:xfrm>
              <a:custGeom>
                <a:avLst/>
                <a:gdLst>
                  <a:gd name="T0" fmla="*/ 13 w 16"/>
                  <a:gd name="T1" fmla="*/ 6 h 14"/>
                  <a:gd name="T2" fmla="*/ 13 w 16"/>
                  <a:gd name="T3" fmla="*/ 2 h 14"/>
                  <a:gd name="T4" fmla="*/ 9 w 16"/>
                  <a:gd name="T5" fmla="*/ 0 h 14"/>
                  <a:gd name="T6" fmla="*/ 7 w 16"/>
                  <a:gd name="T7" fmla="*/ 7 h 14"/>
                  <a:gd name="T8" fmla="*/ 1 w 16"/>
                  <a:gd name="T9" fmla="*/ 7 h 14"/>
                  <a:gd name="T10" fmla="*/ 3 w 16"/>
                  <a:gd name="T11" fmla="*/ 11 h 14"/>
                  <a:gd name="T12" fmla="*/ 8 w 16"/>
                  <a:gd name="T13" fmla="*/ 13 h 14"/>
                  <a:gd name="T14" fmla="*/ 11 w 16"/>
                  <a:gd name="T15" fmla="*/ 14 h 14"/>
                  <a:gd name="T16" fmla="*/ 16 w 16"/>
                  <a:gd name="T17" fmla="*/ 10 h 14"/>
                  <a:gd name="T18" fmla="*/ 13 w 16"/>
                  <a:gd name="T1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13" y="6"/>
                    </a:moveTo>
                    <a:cubicBezTo>
                      <a:pt x="12" y="5"/>
                      <a:pt x="13" y="4"/>
                      <a:pt x="13" y="2"/>
                    </a:cubicBezTo>
                    <a:cubicBezTo>
                      <a:pt x="13" y="1"/>
                      <a:pt x="11" y="0"/>
                      <a:pt x="9" y="0"/>
                    </a:cubicBezTo>
                    <a:cubicBezTo>
                      <a:pt x="6" y="1"/>
                      <a:pt x="9" y="5"/>
                      <a:pt x="7" y="7"/>
                    </a:cubicBezTo>
                    <a:cubicBezTo>
                      <a:pt x="5" y="8"/>
                      <a:pt x="2" y="6"/>
                      <a:pt x="1" y="7"/>
                    </a:cubicBezTo>
                    <a:cubicBezTo>
                      <a:pt x="0" y="9"/>
                      <a:pt x="2" y="11"/>
                      <a:pt x="3" y="11"/>
                    </a:cubicBezTo>
                    <a:cubicBezTo>
                      <a:pt x="5" y="12"/>
                      <a:pt x="6" y="12"/>
                      <a:pt x="8" y="13"/>
                    </a:cubicBezTo>
                    <a:cubicBezTo>
                      <a:pt x="9" y="14"/>
                      <a:pt x="9" y="14"/>
                      <a:pt x="11" y="14"/>
                    </a:cubicBezTo>
                    <a:cubicBezTo>
                      <a:pt x="13" y="14"/>
                      <a:pt x="16" y="13"/>
                      <a:pt x="16" y="10"/>
                    </a:cubicBezTo>
                    <a:cubicBezTo>
                      <a:pt x="15" y="9"/>
                      <a:pt x="13" y="8"/>
                      <a:pt x="13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1" name="Freeform 3641">
                <a:extLst>
                  <a:ext uri="{FF2B5EF4-FFF2-40B4-BE49-F238E27FC236}">
                    <a16:creationId xmlns:a16="http://schemas.microsoft.com/office/drawing/2014/main" id="{5180F9A9-F466-1240-A672-C3A6867B3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537"/>
                <a:ext cx="4" cy="3"/>
              </a:xfrm>
              <a:custGeom>
                <a:avLst/>
                <a:gdLst>
                  <a:gd name="T0" fmla="*/ 1 w 10"/>
                  <a:gd name="T1" fmla="*/ 4 h 8"/>
                  <a:gd name="T2" fmla="*/ 8 w 10"/>
                  <a:gd name="T3" fmla="*/ 5 h 8"/>
                  <a:gd name="T4" fmla="*/ 1 w 10"/>
                  <a:gd name="T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" y="4"/>
                    </a:moveTo>
                    <a:cubicBezTo>
                      <a:pt x="0" y="8"/>
                      <a:pt x="6" y="8"/>
                      <a:pt x="8" y="5"/>
                    </a:cubicBezTo>
                    <a:cubicBezTo>
                      <a:pt x="10" y="2"/>
                      <a:pt x="2" y="0"/>
                      <a:pt x="1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2" name="Freeform 3642">
                <a:extLst>
                  <a:ext uri="{FF2B5EF4-FFF2-40B4-BE49-F238E27FC236}">
                    <a16:creationId xmlns:a16="http://schemas.microsoft.com/office/drawing/2014/main" id="{55D33548-D4A6-CE4C-B0F1-29EBFF7B9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36"/>
                <a:ext cx="8" cy="9"/>
              </a:xfrm>
              <a:custGeom>
                <a:avLst/>
                <a:gdLst>
                  <a:gd name="T0" fmla="*/ 1 w 19"/>
                  <a:gd name="T1" fmla="*/ 3 h 21"/>
                  <a:gd name="T2" fmla="*/ 2 w 19"/>
                  <a:gd name="T3" fmla="*/ 7 h 21"/>
                  <a:gd name="T4" fmla="*/ 7 w 19"/>
                  <a:gd name="T5" fmla="*/ 9 h 21"/>
                  <a:gd name="T6" fmla="*/ 19 w 19"/>
                  <a:gd name="T7" fmla="*/ 17 h 21"/>
                  <a:gd name="T8" fmla="*/ 16 w 19"/>
                  <a:gd name="T9" fmla="*/ 12 h 21"/>
                  <a:gd name="T10" fmla="*/ 15 w 19"/>
                  <a:gd name="T11" fmla="*/ 8 h 21"/>
                  <a:gd name="T12" fmla="*/ 13 w 19"/>
                  <a:gd name="T13" fmla="*/ 4 h 21"/>
                  <a:gd name="T14" fmla="*/ 8 w 19"/>
                  <a:gd name="T15" fmla="*/ 2 h 21"/>
                  <a:gd name="T16" fmla="*/ 4 w 19"/>
                  <a:gd name="T17" fmla="*/ 1 h 21"/>
                  <a:gd name="T18" fmla="*/ 1 w 19"/>
                  <a:gd name="T19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1">
                    <a:moveTo>
                      <a:pt x="1" y="3"/>
                    </a:moveTo>
                    <a:cubicBezTo>
                      <a:pt x="0" y="4"/>
                      <a:pt x="1" y="6"/>
                      <a:pt x="2" y="7"/>
                    </a:cubicBezTo>
                    <a:cubicBezTo>
                      <a:pt x="4" y="8"/>
                      <a:pt x="5" y="8"/>
                      <a:pt x="7" y="9"/>
                    </a:cubicBezTo>
                    <a:cubicBezTo>
                      <a:pt x="8" y="10"/>
                      <a:pt x="18" y="21"/>
                      <a:pt x="19" y="17"/>
                    </a:cubicBezTo>
                    <a:cubicBezTo>
                      <a:pt x="19" y="15"/>
                      <a:pt x="17" y="14"/>
                      <a:pt x="16" y="12"/>
                    </a:cubicBezTo>
                    <a:cubicBezTo>
                      <a:pt x="16" y="11"/>
                      <a:pt x="16" y="9"/>
                      <a:pt x="15" y="8"/>
                    </a:cubicBezTo>
                    <a:cubicBezTo>
                      <a:pt x="15" y="6"/>
                      <a:pt x="14" y="4"/>
                      <a:pt x="13" y="4"/>
                    </a:cubicBezTo>
                    <a:cubicBezTo>
                      <a:pt x="11" y="3"/>
                      <a:pt x="10" y="3"/>
                      <a:pt x="8" y="2"/>
                    </a:cubicBezTo>
                    <a:cubicBezTo>
                      <a:pt x="7" y="2"/>
                      <a:pt x="6" y="1"/>
                      <a:pt x="4" y="1"/>
                    </a:cubicBezTo>
                    <a:cubicBezTo>
                      <a:pt x="3" y="0"/>
                      <a:pt x="1" y="1"/>
                      <a:pt x="1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3" name="Freeform 3643">
                <a:extLst>
                  <a:ext uri="{FF2B5EF4-FFF2-40B4-BE49-F238E27FC236}">
                    <a16:creationId xmlns:a16="http://schemas.microsoft.com/office/drawing/2014/main" id="{B68C9172-968A-C54B-946C-9EB833EE2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538"/>
                <a:ext cx="14" cy="8"/>
              </a:xfrm>
              <a:custGeom>
                <a:avLst/>
                <a:gdLst>
                  <a:gd name="T0" fmla="*/ 31 w 34"/>
                  <a:gd name="T1" fmla="*/ 8 h 20"/>
                  <a:gd name="T2" fmla="*/ 24 w 34"/>
                  <a:gd name="T3" fmla="*/ 8 h 20"/>
                  <a:gd name="T4" fmla="*/ 17 w 34"/>
                  <a:gd name="T5" fmla="*/ 6 h 20"/>
                  <a:gd name="T6" fmla="*/ 10 w 34"/>
                  <a:gd name="T7" fmla="*/ 2 h 20"/>
                  <a:gd name="T8" fmla="*/ 6 w 34"/>
                  <a:gd name="T9" fmla="*/ 1 h 20"/>
                  <a:gd name="T10" fmla="*/ 3 w 34"/>
                  <a:gd name="T11" fmla="*/ 0 h 20"/>
                  <a:gd name="T12" fmla="*/ 5 w 34"/>
                  <a:gd name="T13" fmla="*/ 4 h 20"/>
                  <a:gd name="T14" fmla="*/ 5 w 34"/>
                  <a:gd name="T15" fmla="*/ 6 h 20"/>
                  <a:gd name="T16" fmla="*/ 12 w 34"/>
                  <a:gd name="T17" fmla="*/ 17 h 20"/>
                  <a:gd name="T18" fmla="*/ 21 w 34"/>
                  <a:gd name="T19" fmla="*/ 18 h 20"/>
                  <a:gd name="T20" fmla="*/ 25 w 34"/>
                  <a:gd name="T21" fmla="*/ 19 h 20"/>
                  <a:gd name="T22" fmla="*/ 30 w 34"/>
                  <a:gd name="T23" fmla="*/ 19 h 20"/>
                  <a:gd name="T24" fmla="*/ 34 w 34"/>
                  <a:gd name="T25" fmla="*/ 18 h 20"/>
                  <a:gd name="T26" fmla="*/ 33 w 34"/>
                  <a:gd name="T27" fmla="*/ 15 h 20"/>
                  <a:gd name="T28" fmla="*/ 31 w 34"/>
                  <a:gd name="T2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20">
                    <a:moveTo>
                      <a:pt x="31" y="8"/>
                    </a:moveTo>
                    <a:cubicBezTo>
                      <a:pt x="29" y="7"/>
                      <a:pt x="26" y="8"/>
                      <a:pt x="24" y="8"/>
                    </a:cubicBezTo>
                    <a:cubicBezTo>
                      <a:pt x="22" y="7"/>
                      <a:pt x="19" y="6"/>
                      <a:pt x="17" y="6"/>
                    </a:cubicBezTo>
                    <a:cubicBezTo>
                      <a:pt x="15" y="5"/>
                      <a:pt x="12" y="3"/>
                      <a:pt x="10" y="2"/>
                    </a:cubicBezTo>
                    <a:cubicBezTo>
                      <a:pt x="9" y="2"/>
                      <a:pt x="7" y="2"/>
                      <a:pt x="6" y="1"/>
                    </a:cubicBezTo>
                    <a:cubicBezTo>
                      <a:pt x="5" y="1"/>
                      <a:pt x="5" y="0"/>
                      <a:pt x="3" y="0"/>
                    </a:cubicBezTo>
                    <a:cubicBezTo>
                      <a:pt x="0" y="0"/>
                      <a:pt x="4" y="3"/>
                      <a:pt x="5" y="4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11"/>
                      <a:pt x="8" y="15"/>
                      <a:pt x="12" y="17"/>
                    </a:cubicBezTo>
                    <a:cubicBezTo>
                      <a:pt x="15" y="18"/>
                      <a:pt x="18" y="18"/>
                      <a:pt x="21" y="18"/>
                    </a:cubicBezTo>
                    <a:cubicBezTo>
                      <a:pt x="22" y="18"/>
                      <a:pt x="23" y="19"/>
                      <a:pt x="25" y="19"/>
                    </a:cubicBezTo>
                    <a:cubicBezTo>
                      <a:pt x="26" y="19"/>
                      <a:pt x="28" y="20"/>
                      <a:pt x="30" y="19"/>
                    </a:cubicBezTo>
                    <a:cubicBezTo>
                      <a:pt x="31" y="19"/>
                      <a:pt x="34" y="19"/>
                      <a:pt x="34" y="18"/>
                    </a:cubicBezTo>
                    <a:cubicBezTo>
                      <a:pt x="34" y="17"/>
                      <a:pt x="33" y="16"/>
                      <a:pt x="33" y="15"/>
                    </a:cubicBezTo>
                    <a:cubicBezTo>
                      <a:pt x="32" y="13"/>
                      <a:pt x="33" y="10"/>
                      <a:pt x="31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4" name="Freeform 3644">
                <a:extLst>
                  <a:ext uri="{FF2B5EF4-FFF2-40B4-BE49-F238E27FC236}">
                    <a16:creationId xmlns:a16="http://schemas.microsoft.com/office/drawing/2014/main" id="{29F076DA-EEB8-2849-AB91-9F12BC93C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529"/>
                <a:ext cx="7" cy="7"/>
              </a:xfrm>
              <a:custGeom>
                <a:avLst/>
                <a:gdLst>
                  <a:gd name="T0" fmla="*/ 2 w 17"/>
                  <a:gd name="T1" fmla="*/ 4 h 18"/>
                  <a:gd name="T2" fmla="*/ 5 w 17"/>
                  <a:gd name="T3" fmla="*/ 7 h 18"/>
                  <a:gd name="T4" fmla="*/ 7 w 17"/>
                  <a:gd name="T5" fmla="*/ 10 h 18"/>
                  <a:gd name="T6" fmla="*/ 9 w 17"/>
                  <a:gd name="T7" fmla="*/ 13 h 18"/>
                  <a:gd name="T8" fmla="*/ 11 w 17"/>
                  <a:gd name="T9" fmla="*/ 16 h 18"/>
                  <a:gd name="T10" fmla="*/ 15 w 17"/>
                  <a:gd name="T11" fmla="*/ 18 h 18"/>
                  <a:gd name="T12" fmla="*/ 15 w 17"/>
                  <a:gd name="T13" fmla="*/ 15 h 18"/>
                  <a:gd name="T14" fmla="*/ 12 w 17"/>
                  <a:gd name="T15" fmla="*/ 12 h 18"/>
                  <a:gd name="T16" fmla="*/ 9 w 17"/>
                  <a:gd name="T17" fmla="*/ 9 h 18"/>
                  <a:gd name="T18" fmla="*/ 6 w 17"/>
                  <a:gd name="T19" fmla="*/ 4 h 18"/>
                  <a:gd name="T20" fmla="*/ 3 w 17"/>
                  <a:gd name="T21" fmla="*/ 1 h 18"/>
                  <a:gd name="T22" fmla="*/ 0 w 17"/>
                  <a:gd name="T23" fmla="*/ 1 h 18"/>
                  <a:gd name="T24" fmla="*/ 2 w 17"/>
                  <a:gd name="T25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8">
                    <a:moveTo>
                      <a:pt x="2" y="4"/>
                    </a:moveTo>
                    <a:cubicBezTo>
                      <a:pt x="3" y="5"/>
                      <a:pt x="4" y="6"/>
                      <a:pt x="5" y="7"/>
                    </a:cubicBezTo>
                    <a:cubicBezTo>
                      <a:pt x="6" y="8"/>
                      <a:pt x="7" y="9"/>
                      <a:pt x="7" y="10"/>
                    </a:cubicBezTo>
                    <a:cubicBezTo>
                      <a:pt x="8" y="11"/>
                      <a:pt x="8" y="12"/>
                      <a:pt x="9" y="13"/>
                    </a:cubicBezTo>
                    <a:cubicBezTo>
                      <a:pt x="9" y="13"/>
                      <a:pt x="10" y="15"/>
                      <a:pt x="11" y="16"/>
                    </a:cubicBezTo>
                    <a:cubicBezTo>
                      <a:pt x="12" y="17"/>
                      <a:pt x="14" y="18"/>
                      <a:pt x="15" y="18"/>
                    </a:cubicBezTo>
                    <a:cubicBezTo>
                      <a:pt x="17" y="18"/>
                      <a:pt x="16" y="16"/>
                      <a:pt x="15" y="15"/>
                    </a:cubicBezTo>
                    <a:cubicBezTo>
                      <a:pt x="14" y="14"/>
                      <a:pt x="13" y="13"/>
                      <a:pt x="12" y="12"/>
                    </a:cubicBezTo>
                    <a:cubicBezTo>
                      <a:pt x="11" y="11"/>
                      <a:pt x="10" y="10"/>
                      <a:pt x="9" y="9"/>
                    </a:cubicBezTo>
                    <a:cubicBezTo>
                      <a:pt x="8" y="7"/>
                      <a:pt x="7" y="6"/>
                      <a:pt x="6" y="4"/>
                    </a:cubicBezTo>
                    <a:cubicBezTo>
                      <a:pt x="5" y="3"/>
                      <a:pt x="4" y="1"/>
                      <a:pt x="3" y="1"/>
                    </a:cubicBezTo>
                    <a:cubicBezTo>
                      <a:pt x="2" y="0"/>
                      <a:pt x="0" y="0"/>
                      <a:pt x="0" y="1"/>
                    </a:cubicBezTo>
                    <a:cubicBezTo>
                      <a:pt x="0" y="2"/>
                      <a:pt x="2" y="3"/>
                      <a:pt x="2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5" name="Freeform 3645">
                <a:extLst>
                  <a:ext uri="{FF2B5EF4-FFF2-40B4-BE49-F238E27FC236}">
                    <a16:creationId xmlns:a16="http://schemas.microsoft.com/office/drawing/2014/main" id="{AF52B4B8-EFBB-2541-9726-44F14993C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513"/>
                <a:ext cx="3" cy="3"/>
              </a:xfrm>
              <a:custGeom>
                <a:avLst/>
                <a:gdLst>
                  <a:gd name="T0" fmla="*/ 5 w 7"/>
                  <a:gd name="T1" fmla="*/ 4 h 6"/>
                  <a:gd name="T2" fmla="*/ 6 w 7"/>
                  <a:gd name="T3" fmla="*/ 4 h 6"/>
                  <a:gd name="T4" fmla="*/ 6 w 7"/>
                  <a:gd name="T5" fmla="*/ 1 h 6"/>
                  <a:gd name="T6" fmla="*/ 1 w 7"/>
                  <a:gd name="T7" fmla="*/ 1 h 6"/>
                  <a:gd name="T8" fmla="*/ 0 w 7"/>
                  <a:gd name="T9" fmla="*/ 4 h 6"/>
                  <a:gd name="T10" fmla="*/ 5 w 7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5" y="4"/>
                    </a:moveTo>
                    <a:cubicBezTo>
                      <a:pt x="6" y="4"/>
                      <a:pt x="6" y="5"/>
                      <a:pt x="6" y="4"/>
                    </a:cubicBezTo>
                    <a:cubicBezTo>
                      <a:pt x="7" y="3"/>
                      <a:pt x="6" y="1"/>
                      <a:pt x="6" y="1"/>
                    </a:cubicBezTo>
                    <a:cubicBezTo>
                      <a:pt x="5" y="1"/>
                      <a:pt x="2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6"/>
                      <a:pt x="4" y="5"/>
                      <a:pt x="5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6" name="Freeform 3646">
                <a:extLst>
                  <a:ext uri="{FF2B5EF4-FFF2-40B4-BE49-F238E27FC236}">
                    <a16:creationId xmlns:a16="http://schemas.microsoft.com/office/drawing/2014/main" id="{63E36840-15EE-F344-95F7-B8FFE7DE5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09"/>
                <a:ext cx="6" cy="9"/>
              </a:xfrm>
              <a:custGeom>
                <a:avLst/>
                <a:gdLst>
                  <a:gd name="T0" fmla="*/ 1 w 14"/>
                  <a:gd name="T1" fmla="*/ 13 h 22"/>
                  <a:gd name="T2" fmla="*/ 6 w 14"/>
                  <a:gd name="T3" fmla="*/ 15 h 22"/>
                  <a:gd name="T4" fmla="*/ 8 w 14"/>
                  <a:gd name="T5" fmla="*/ 18 h 22"/>
                  <a:gd name="T6" fmla="*/ 10 w 14"/>
                  <a:gd name="T7" fmla="*/ 21 h 22"/>
                  <a:gd name="T8" fmla="*/ 13 w 14"/>
                  <a:gd name="T9" fmla="*/ 18 h 22"/>
                  <a:gd name="T10" fmla="*/ 12 w 14"/>
                  <a:gd name="T11" fmla="*/ 14 h 22"/>
                  <a:gd name="T12" fmla="*/ 12 w 14"/>
                  <a:gd name="T13" fmla="*/ 10 h 22"/>
                  <a:gd name="T14" fmla="*/ 8 w 14"/>
                  <a:gd name="T15" fmla="*/ 8 h 22"/>
                  <a:gd name="T16" fmla="*/ 6 w 14"/>
                  <a:gd name="T17" fmla="*/ 4 h 22"/>
                  <a:gd name="T18" fmla="*/ 2 w 14"/>
                  <a:gd name="T19" fmla="*/ 1 h 22"/>
                  <a:gd name="T20" fmla="*/ 2 w 14"/>
                  <a:gd name="T21" fmla="*/ 5 h 22"/>
                  <a:gd name="T22" fmla="*/ 2 w 14"/>
                  <a:gd name="T23" fmla="*/ 9 h 22"/>
                  <a:gd name="T24" fmla="*/ 1 w 14"/>
                  <a:gd name="T25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22">
                    <a:moveTo>
                      <a:pt x="1" y="13"/>
                    </a:moveTo>
                    <a:cubicBezTo>
                      <a:pt x="2" y="14"/>
                      <a:pt x="4" y="14"/>
                      <a:pt x="6" y="15"/>
                    </a:cubicBezTo>
                    <a:cubicBezTo>
                      <a:pt x="7" y="15"/>
                      <a:pt x="8" y="17"/>
                      <a:pt x="8" y="18"/>
                    </a:cubicBezTo>
                    <a:cubicBezTo>
                      <a:pt x="9" y="19"/>
                      <a:pt x="9" y="21"/>
                      <a:pt x="10" y="21"/>
                    </a:cubicBezTo>
                    <a:cubicBezTo>
                      <a:pt x="11" y="22"/>
                      <a:pt x="14" y="20"/>
                      <a:pt x="13" y="18"/>
                    </a:cubicBezTo>
                    <a:cubicBezTo>
                      <a:pt x="13" y="16"/>
                      <a:pt x="11" y="16"/>
                      <a:pt x="12" y="14"/>
                    </a:cubicBezTo>
                    <a:cubicBezTo>
                      <a:pt x="12" y="13"/>
                      <a:pt x="13" y="12"/>
                      <a:pt x="12" y="10"/>
                    </a:cubicBezTo>
                    <a:cubicBezTo>
                      <a:pt x="11" y="9"/>
                      <a:pt x="10" y="9"/>
                      <a:pt x="8" y="8"/>
                    </a:cubicBezTo>
                    <a:cubicBezTo>
                      <a:pt x="7" y="7"/>
                      <a:pt x="6" y="6"/>
                      <a:pt x="6" y="4"/>
                    </a:cubicBezTo>
                    <a:cubicBezTo>
                      <a:pt x="5" y="3"/>
                      <a:pt x="3" y="0"/>
                      <a:pt x="2" y="1"/>
                    </a:cubicBezTo>
                    <a:cubicBezTo>
                      <a:pt x="0" y="1"/>
                      <a:pt x="2" y="4"/>
                      <a:pt x="2" y="5"/>
                    </a:cubicBezTo>
                    <a:cubicBezTo>
                      <a:pt x="3" y="6"/>
                      <a:pt x="3" y="8"/>
                      <a:pt x="2" y="9"/>
                    </a:cubicBezTo>
                    <a:cubicBezTo>
                      <a:pt x="1" y="10"/>
                      <a:pt x="0" y="11"/>
                      <a:pt x="1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7" name="Freeform 3647">
                <a:extLst>
                  <a:ext uri="{FF2B5EF4-FFF2-40B4-BE49-F238E27FC236}">
                    <a16:creationId xmlns:a16="http://schemas.microsoft.com/office/drawing/2014/main" id="{55337F64-C5A9-7748-9E8A-16A1A96A1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521"/>
                <a:ext cx="7" cy="4"/>
              </a:xfrm>
              <a:custGeom>
                <a:avLst/>
                <a:gdLst>
                  <a:gd name="T0" fmla="*/ 1 w 17"/>
                  <a:gd name="T1" fmla="*/ 5 h 12"/>
                  <a:gd name="T2" fmla="*/ 8 w 17"/>
                  <a:gd name="T3" fmla="*/ 10 h 12"/>
                  <a:gd name="T4" fmla="*/ 13 w 17"/>
                  <a:gd name="T5" fmla="*/ 11 h 12"/>
                  <a:gd name="T6" fmla="*/ 15 w 17"/>
                  <a:gd name="T7" fmla="*/ 6 h 12"/>
                  <a:gd name="T8" fmla="*/ 9 w 17"/>
                  <a:gd name="T9" fmla="*/ 4 h 12"/>
                  <a:gd name="T10" fmla="*/ 6 w 17"/>
                  <a:gd name="T11" fmla="*/ 1 h 12"/>
                  <a:gd name="T12" fmla="*/ 1 w 17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2">
                    <a:moveTo>
                      <a:pt x="1" y="5"/>
                    </a:moveTo>
                    <a:cubicBezTo>
                      <a:pt x="3" y="7"/>
                      <a:pt x="6" y="8"/>
                      <a:pt x="8" y="10"/>
                    </a:cubicBezTo>
                    <a:cubicBezTo>
                      <a:pt x="9" y="11"/>
                      <a:pt x="11" y="12"/>
                      <a:pt x="13" y="11"/>
                    </a:cubicBezTo>
                    <a:cubicBezTo>
                      <a:pt x="15" y="11"/>
                      <a:pt x="17" y="8"/>
                      <a:pt x="15" y="6"/>
                    </a:cubicBezTo>
                    <a:cubicBezTo>
                      <a:pt x="14" y="5"/>
                      <a:pt x="10" y="6"/>
                      <a:pt x="9" y="4"/>
                    </a:cubicBezTo>
                    <a:cubicBezTo>
                      <a:pt x="8" y="3"/>
                      <a:pt x="8" y="1"/>
                      <a:pt x="6" y="1"/>
                    </a:cubicBezTo>
                    <a:cubicBezTo>
                      <a:pt x="4" y="0"/>
                      <a:pt x="0" y="2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8" name="Freeform 3648">
                <a:extLst>
                  <a:ext uri="{FF2B5EF4-FFF2-40B4-BE49-F238E27FC236}">
                    <a16:creationId xmlns:a16="http://schemas.microsoft.com/office/drawing/2014/main" id="{419422F8-F21C-1641-BA83-1375B26DB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09"/>
                <a:ext cx="4" cy="3"/>
              </a:xfrm>
              <a:custGeom>
                <a:avLst/>
                <a:gdLst>
                  <a:gd name="T0" fmla="*/ 6 w 10"/>
                  <a:gd name="T1" fmla="*/ 6 h 7"/>
                  <a:gd name="T2" fmla="*/ 3 w 10"/>
                  <a:gd name="T3" fmla="*/ 0 h 7"/>
                  <a:gd name="T4" fmla="*/ 3 w 10"/>
                  <a:gd name="T5" fmla="*/ 3 h 7"/>
                  <a:gd name="T6" fmla="*/ 6 w 10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6" y="6"/>
                    </a:moveTo>
                    <a:cubicBezTo>
                      <a:pt x="10" y="4"/>
                      <a:pt x="7" y="0"/>
                      <a:pt x="3" y="0"/>
                    </a:cubicBezTo>
                    <a:cubicBezTo>
                      <a:pt x="0" y="0"/>
                      <a:pt x="2" y="2"/>
                      <a:pt x="3" y="3"/>
                    </a:cubicBezTo>
                    <a:cubicBezTo>
                      <a:pt x="4" y="5"/>
                      <a:pt x="4" y="7"/>
                      <a:pt x="6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9" name="Rectangle 3649">
                <a:extLst>
                  <a:ext uri="{FF2B5EF4-FFF2-40B4-BE49-F238E27FC236}">
                    <a16:creationId xmlns:a16="http://schemas.microsoft.com/office/drawing/2014/main" id="{9D362998-E5F8-294A-94F8-A38EB39332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27" y="2089"/>
                <a:ext cx="1" cy="1"/>
              </a:xfrm>
              <a:prstGeom prst="rect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0" name="Freeform 3650">
                <a:extLst>
                  <a:ext uri="{FF2B5EF4-FFF2-40B4-BE49-F238E27FC236}">
                    <a16:creationId xmlns:a16="http://schemas.microsoft.com/office/drawing/2014/main" id="{BA64331A-3BBE-5B4C-B791-7F8E6467A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018"/>
                <a:ext cx="19" cy="13"/>
              </a:xfrm>
              <a:custGeom>
                <a:avLst/>
                <a:gdLst>
                  <a:gd name="T0" fmla="*/ 22 w 46"/>
                  <a:gd name="T1" fmla="*/ 22 h 33"/>
                  <a:gd name="T2" fmla="*/ 15 w 46"/>
                  <a:gd name="T3" fmla="*/ 20 h 33"/>
                  <a:gd name="T4" fmla="*/ 15 w 46"/>
                  <a:gd name="T5" fmla="*/ 16 h 33"/>
                  <a:gd name="T6" fmla="*/ 3 w 46"/>
                  <a:gd name="T7" fmla="*/ 14 h 33"/>
                  <a:gd name="T8" fmla="*/ 5 w 46"/>
                  <a:gd name="T9" fmla="*/ 7 h 33"/>
                  <a:gd name="T10" fmla="*/ 16 w 46"/>
                  <a:gd name="T11" fmla="*/ 6 h 33"/>
                  <a:gd name="T12" fmla="*/ 24 w 46"/>
                  <a:gd name="T13" fmla="*/ 2 h 33"/>
                  <a:gd name="T14" fmla="*/ 32 w 46"/>
                  <a:gd name="T15" fmla="*/ 5 h 33"/>
                  <a:gd name="T16" fmla="*/ 39 w 46"/>
                  <a:gd name="T17" fmla="*/ 12 h 33"/>
                  <a:gd name="T18" fmla="*/ 44 w 46"/>
                  <a:gd name="T19" fmla="*/ 19 h 33"/>
                  <a:gd name="T20" fmla="*/ 46 w 46"/>
                  <a:gd name="T21" fmla="*/ 29 h 33"/>
                  <a:gd name="T22" fmla="*/ 40 w 46"/>
                  <a:gd name="T23" fmla="*/ 32 h 33"/>
                  <a:gd name="T24" fmla="*/ 31 w 46"/>
                  <a:gd name="T25" fmla="*/ 26 h 33"/>
                  <a:gd name="T26" fmla="*/ 22 w 46"/>
                  <a:gd name="T27" fmla="*/ 2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33">
                    <a:moveTo>
                      <a:pt x="22" y="22"/>
                    </a:moveTo>
                    <a:cubicBezTo>
                      <a:pt x="19" y="22"/>
                      <a:pt x="17" y="22"/>
                      <a:pt x="15" y="20"/>
                    </a:cubicBezTo>
                    <a:cubicBezTo>
                      <a:pt x="18" y="19"/>
                      <a:pt x="19" y="18"/>
                      <a:pt x="15" y="16"/>
                    </a:cubicBezTo>
                    <a:cubicBezTo>
                      <a:pt x="11" y="15"/>
                      <a:pt x="6" y="17"/>
                      <a:pt x="3" y="14"/>
                    </a:cubicBezTo>
                    <a:cubicBezTo>
                      <a:pt x="0" y="11"/>
                      <a:pt x="2" y="8"/>
                      <a:pt x="5" y="7"/>
                    </a:cubicBezTo>
                    <a:cubicBezTo>
                      <a:pt x="9" y="6"/>
                      <a:pt x="12" y="6"/>
                      <a:pt x="16" y="6"/>
                    </a:cubicBezTo>
                    <a:cubicBezTo>
                      <a:pt x="20" y="6"/>
                      <a:pt x="21" y="3"/>
                      <a:pt x="24" y="2"/>
                    </a:cubicBezTo>
                    <a:cubicBezTo>
                      <a:pt x="27" y="0"/>
                      <a:pt x="30" y="3"/>
                      <a:pt x="32" y="5"/>
                    </a:cubicBezTo>
                    <a:cubicBezTo>
                      <a:pt x="34" y="8"/>
                      <a:pt x="36" y="10"/>
                      <a:pt x="39" y="12"/>
                    </a:cubicBezTo>
                    <a:cubicBezTo>
                      <a:pt x="42" y="14"/>
                      <a:pt x="43" y="15"/>
                      <a:pt x="44" y="19"/>
                    </a:cubicBezTo>
                    <a:cubicBezTo>
                      <a:pt x="45" y="22"/>
                      <a:pt x="46" y="26"/>
                      <a:pt x="46" y="29"/>
                    </a:cubicBezTo>
                    <a:cubicBezTo>
                      <a:pt x="45" y="31"/>
                      <a:pt x="43" y="33"/>
                      <a:pt x="40" y="32"/>
                    </a:cubicBezTo>
                    <a:cubicBezTo>
                      <a:pt x="37" y="32"/>
                      <a:pt x="34" y="28"/>
                      <a:pt x="31" y="26"/>
                    </a:cubicBezTo>
                    <a:cubicBezTo>
                      <a:pt x="27" y="25"/>
                      <a:pt x="26" y="22"/>
                      <a:pt x="22" y="2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1" name="Rectangle 3651">
                <a:extLst>
                  <a:ext uri="{FF2B5EF4-FFF2-40B4-BE49-F238E27FC236}">
                    <a16:creationId xmlns:a16="http://schemas.microsoft.com/office/drawing/2014/main" id="{0C1C809C-1017-D34A-AF9D-D927F8103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27" y="2089"/>
                <a:ext cx="1" cy="1"/>
              </a:xfrm>
              <a:prstGeom prst="rect">
                <a:avLst/>
              </a:prstGeom>
              <a:grpFill/>
              <a:ln w="3175" cap="rnd">
                <a:solidFill>
                  <a:schemeClr val="bg1">
                    <a:alpha val="50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2" name="Freeform 3652">
                <a:extLst>
                  <a:ext uri="{FF2B5EF4-FFF2-40B4-BE49-F238E27FC236}">
                    <a16:creationId xmlns:a16="http://schemas.microsoft.com/office/drawing/2014/main" id="{FDF06BF9-4B08-7546-93EB-46D5E6251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4" y="2777"/>
                <a:ext cx="8" cy="11"/>
              </a:xfrm>
              <a:custGeom>
                <a:avLst/>
                <a:gdLst>
                  <a:gd name="T0" fmla="*/ 8 w 21"/>
                  <a:gd name="T1" fmla="*/ 15 h 29"/>
                  <a:gd name="T2" fmla="*/ 6 w 21"/>
                  <a:gd name="T3" fmla="*/ 13 h 29"/>
                  <a:gd name="T4" fmla="*/ 3 w 21"/>
                  <a:gd name="T5" fmla="*/ 12 h 29"/>
                  <a:gd name="T6" fmla="*/ 1 w 21"/>
                  <a:gd name="T7" fmla="*/ 8 h 29"/>
                  <a:gd name="T8" fmla="*/ 2 w 21"/>
                  <a:gd name="T9" fmla="*/ 3 h 29"/>
                  <a:gd name="T10" fmla="*/ 5 w 21"/>
                  <a:gd name="T11" fmla="*/ 1 h 29"/>
                  <a:gd name="T12" fmla="*/ 8 w 21"/>
                  <a:gd name="T13" fmla="*/ 0 h 29"/>
                  <a:gd name="T14" fmla="*/ 12 w 21"/>
                  <a:gd name="T15" fmla="*/ 5 h 29"/>
                  <a:gd name="T16" fmla="*/ 12 w 21"/>
                  <a:gd name="T17" fmla="*/ 9 h 29"/>
                  <a:gd name="T18" fmla="*/ 13 w 21"/>
                  <a:gd name="T19" fmla="*/ 13 h 29"/>
                  <a:gd name="T20" fmla="*/ 15 w 21"/>
                  <a:gd name="T21" fmla="*/ 19 h 29"/>
                  <a:gd name="T22" fmla="*/ 20 w 21"/>
                  <a:gd name="T23" fmla="*/ 24 h 29"/>
                  <a:gd name="T24" fmla="*/ 18 w 21"/>
                  <a:gd name="T25" fmla="*/ 29 h 29"/>
                  <a:gd name="T26" fmla="*/ 14 w 21"/>
                  <a:gd name="T27" fmla="*/ 28 h 29"/>
                  <a:gd name="T28" fmla="*/ 11 w 21"/>
                  <a:gd name="T29" fmla="*/ 24 h 29"/>
                  <a:gd name="T30" fmla="*/ 11 w 21"/>
                  <a:gd name="T31" fmla="*/ 22 h 29"/>
                  <a:gd name="T32" fmla="*/ 10 w 21"/>
                  <a:gd name="T33" fmla="*/ 19 h 29"/>
                  <a:gd name="T34" fmla="*/ 8 w 21"/>
                  <a:gd name="T35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29">
                    <a:moveTo>
                      <a:pt x="8" y="15"/>
                    </a:moveTo>
                    <a:cubicBezTo>
                      <a:pt x="7" y="14"/>
                      <a:pt x="6" y="14"/>
                      <a:pt x="6" y="13"/>
                    </a:cubicBezTo>
                    <a:cubicBezTo>
                      <a:pt x="5" y="13"/>
                      <a:pt x="4" y="13"/>
                      <a:pt x="3" y="12"/>
                    </a:cubicBezTo>
                    <a:cubicBezTo>
                      <a:pt x="2" y="11"/>
                      <a:pt x="2" y="10"/>
                      <a:pt x="1" y="8"/>
                    </a:cubicBezTo>
                    <a:cubicBezTo>
                      <a:pt x="0" y="7"/>
                      <a:pt x="1" y="5"/>
                      <a:pt x="2" y="3"/>
                    </a:cubicBezTo>
                    <a:cubicBezTo>
                      <a:pt x="3" y="3"/>
                      <a:pt x="4" y="2"/>
                      <a:pt x="5" y="1"/>
                    </a:cubicBezTo>
                    <a:cubicBezTo>
                      <a:pt x="5" y="0"/>
                      <a:pt x="6" y="0"/>
                      <a:pt x="8" y="0"/>
                    </a:cubicBezTo>
                    <a:cubicBezTo>
                      <a:pt x="10" y="0"/>
                      <a:pt x="11" y="3"/>
                      <a:pt x="12" y="5"/>
                    </a:cubicBezTo>
                    <a:cubicBezTo>
                      <a:pt x="12" y="6"/>
                      <a:pt x="12" y="7"/>
                      <a:pt x="12" y="9"/>
                    </a:cubicBezTo>
                    <a:cubicBezTo>
                      <a:pt x="13" y="10"/>
                      <a:pt x="13" y="11"/>
                      <a:pt x="13" y="13"/>
                    </a:cubicBezTo>
                    <a:cubicBezTo>
                      <a:pt x="13" y="15"/>
                      <a:pt x="14" y="17"/>
                      <a:pt x="15" y="19"/>
                    </a:cubicBezTo>
                    <a:cubicBezTo>
                      <a:pt x="17" y="20"/>
                      <a:pt x="19" y="22"/>
                      <a:pt x="20" y="24"/>
                    </a:cubicBezTo>
                    <a:cubicBezTo>
                      <a:pt x="21" y="26"/>
                      <a:pt x="21" y="29"/>
                      <a:pt x="18" y="29"/>
                    </a:cubicBezTo>
                    <a:cubicBezTo>
                      <a:pt x="17" y="29"/>
                      <a:pt x="15" y="29"/>
                      <a:pt x="14" y="28"/>
                    </a:cubicBezTo>
                    <a:cubicBezTo>
                      <a:pt x="13" y="28"/>
                      <a:pt x="12" y="26"/>
                      <a:pt x="11" y="24"/>
                    </a:cubicBezTo>
                    <a:cubicBezTo>
                      <a:pt x="11" y="24"/>
                      <a:pt x="11" y="23"/>
                      <a:pt x="11" y="22"/>
                    </a:cubicBezTo>
                    <a:cubicBezTo>
                      <a:pt x="11" y="21"/>
                      <a:pt x="10" y="20"/>
                      <a:pt x="10" y="19"/>
                    </a:cubicBezTo>
                    <a:cubicBezTo>
                      <a:pt x="10" y="18"/>
                      <a:pt x="9" y="16"/>
                      <a:pt x="8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3" name="Freeform 3653">
                <a:extLst>
                  <a:ext uri="{FF2B5EF4-FFF2-40B4-BE49-F238E27FC236}">
                    <a16:creationId xmlns:a16="http://schemas.microsoft.com/office/drawing/2014/main" id="{B867AA57-17A7-1144-A95B-50CA81DCF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8" y="2771"/>
                <a:ext cx="18" cy="24"/>
              </a:xfrm>
              <a:custGeom>
                <a:avLst/>
                <a:gdLst>
                  <a:gd name="T0" fmla="*/ 7 w 45"/>
                  <a:gd name="T1" fmla="*/ 11 h 59"/>
                  <a:gd name="T2" fmla="*/ 2 w 45"/>
                  <a:gd name="T3" fmla="*/ 5 h 59"/>
                  <a:gd name="T4" fmla="*/ 2 w 45"/>
                  <a:gd name="T5" fmla="*/ 1 h 59"/>
                  <a:gd name="T6" fmla="*/ 9 w 45"/>
                  <a:gd name="T7" fmla="*/ 2 h 59"/>
                  <a:gd name="T8" fmla="*/ 15 w 45"/>
                  <a:gd name="T9" fmla="*/ 8 h 59"/>
                  <a:gd name="T10" fmla="*/ 19 w 45"/>
                  <a:gd name="T11" fmla="*/ 14 h 59"/>
                  <a:gd name="T12" fmla="*/ 32 w 45"/>
                  <a:gd name="T13" fmla="*/ 21 h 59"/>
                  <a:gd name="T14" fmla="*/ 44 w 45"/>
                  <a:gd name="T15" fmla="*/ 29 h 59"/>
                  <a:gd name="T16" fmla="*/ 42 w 45"/>
                  <a:gd name="T17" fmla="*/ 42 h 59"/>
                  <a:gd name="T18" fmla="*/ 42 w 45"/>
                  <a:gd name="T19" fmla="*/ 54 h 59"/>
                  <a:gd name="T20" fmla="*/ 32 w 45"/>
                  <a:gd name="T21" fmla="*/ 54 h 59"/>
                  <a:gd name="T22" fmla="*/ 22 w 45"/>
                  <a:gd name="T23" fmla="*/ 47 h 59"/>
                  <a:gd name="T24" fmla="*/ 21 w 45"/>
                  <a:gd name="T25" fmla="*/ 38 h 59"/>
                  <a:gd name="T26" fmla="*/ 20 w 45"/>
                  <a:gd name="T27" fmla="*/ 31 h 59"/>
                  <a:gd name="T28" fmla="*/ 17 w 45"/>
                  <a:gd name="T29" fmla="*/ 27 h 59"/>
                  <a:gd name="T30" fmla="*/ 12 w 45"/>
                  <a:gd name="T31" fmla="*/ 21 h 59"/>
                  <a:gd name="T32" fmla="*/ 7 w 45"/>
                  <a:gd name="T33" fmla="*/ 1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59">
                    <a:moveTo>
                      <a:pt x="7" y="11"/>
                    </a:moveTo>
                    <a:cubicBezTo>
                      <a:pt x="6" y="9"/>
                      <a:pt x="4" y="7"/>
                      <a:pt x="2" y="5"/>
                    </a:cubicBezTo>
                    <a:cubicBezTo>
                      <a:pt x="2" y="4"/>
                      <a:pt x="0" y="2"/>
                      <a:pt x="2" y="1"/>
                    </a:cubicBezTo>
                    <a:cubicBezTo>
                      <a:pt x="3" y="0"/>
                      <a:pt x="7" y="1"/>
                      <a:pt x="9" y="2"/>
                    </a:cubicBezTo>
                    <a:cubicBezTo>
                      <a:pt x="11" y="3"/>
                      <a:pt x="13" y="5"/>
                      <a:pt x="15" y="8"/>
                    </a:cubicBezTo>
                    <a:cubicBezTo>
                      <a:pt x="16" y="10"/>
                      <a:pt x="17" y="12"/>
                      <a:pt x="19" y="14"/>
                    </a:cubicBezTo>
                    <a:cubicBezTo>
                      <a:pt x="22" y="18"/>
                      <a:pt x="27" y="20"/>
                      <a:pt x="32" y="21"/>
                    </a:cubicBezTo>
                    <a:cubicBezTo>
                      <a:pt x="37" y="22"/>
                      <a:pt x="43" y="23"/>
                      <a:pt x="44" y="29"/>
                    </a:cubicBezTo>
                    <a:cubicBezTo>
                      <a:pt x="45" y="33"/>
                      <a:pt x="43" y="38"/>
                      <a:pt x="42" y="42"/>
                    </a:cubicBezTo>
                    <a:cubicBezTo>
                      <a:pt x="42" y="46"/>
                      <a:pt x="43" y="50"/>
                      <a:pt x="42" y="54"/>
                    </a:cubicBezTo>
                    <a:cubicBezTo>
                      <a:pt x="40" y="59"/>
                      <a:pt x="35" y="56"/>
                      <a:pt x="32" y="54"/>
                    </a:cubicBezTo>
                    <a:cubicBezTo>
                      <a:pt x="28" y="52"/>
                      <a:pt x="24" y="51"/>
                      <a:pt x="22" y="47"/>
                    </a:cubicBezTo>
                    <a:cubicBezTo>
                      <a:pt x="21" y="44"/>
                      <a:pt x="21" y="41"/>
                      <a:pt x="21" y="38"/>
                    </a:cubicBezTo>
                    <a:cubicBezTo>
                      <a:pt x="20" y="36"/>
                      <a:pt x="21" y="33"/>
                      <a:pt x="20" y="31"/>
                    </a:cubicBezTo>
                    <a:cubicBezTo>
                      <a:pt x="19" y="29"/>
                      <a:pt x="18" y="28"/>
                      <a:pt x="17" y="27"/>
                    </a:cubicBezTo>
                    <a:cubicBezTo>
                      <a:pt x="15" y="25"/>
                      <a:pt x="13" y="23"/>
                      <a:pt x="12" y="21"/>
                    </a:cubicBezTo>
                    <a:cubicBezTo>
                      <a:pt x="10" y="18"/>
                      <a:pt x="9" y="14"/>
                      <a:pt x="7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4" name="Freeform 3654">
                <a:extLst>
                  <a:ext uri="{FF2B5EF4-FFF2-40B4-BE49-F238E27FC236}">
                    <a16:creationId xmlns:a16="http://schemas.microsoft.com/office/drawing/2014/main" id="{C1CEA914-6302-474F-8179-CD49C3BF6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7" y="2746"/>
                <a:ext cx="3" cy="7"/>
              </a:xfrm>
              <a:custGeom>
                <a:avLst/>
                <a:gdLst>
                  <a:gd name="T0" fmla="*/ 4 w 8"/>
                  <a:gd name="T1" fmla="*/ 0 h 17"/>
                  <a:gd name="T2" fmla="*/ 7 w 8"/>
                  <a:gd name="T3" fmla="*/ 1 h 17"/>
                  <a:gd name="T4" fmla="*/ 7 w 8"/>
                  <a:gd name="T5" fmla="*/ 4 h 17"/>
                  <a:gd name="T6" fmla="*/ 7 w 8"/>
                  <a:gd name="T7" fmla="*/ 9 h 17"/>
                  <a:gd name="T8" fmla="*/ 8 w 8"/>
                  <a:gd name="T9" fmla="*/ 12 h 17"/>
                  <a:gd name="T10" fmla="*/ 4 w 8"/>
                  <a:gd name="T11" fmla="*/ 17 h 17"/>
                  <a:gd name="T12" fmla="*/ 0 w 8"/>
                  <a:gd name="T13" fmla="*/ 13 h 17"/>
                  <a:gd name="T14" fmla="*/ 0 w 8"/>
                  <a:gd name="T15" fmla="*/ 9 h 17"/>
                  <a:gd name="T16" fmla="*/ 1 w 8"/>
                  <a:gd name="T17" fmla="*/ 6 h 17"/>
                  <a:gd name="T18" fmla="*/ 1 w 8"/>
                  <a:gd name="T19" fmla="*/ 3 h 17"/>
                  <a:gd name="T20" fmla="*/ 4 w 8"/>
                  <a:gd name="T21" fmla="*/ 0 h 17"/>
                  <a:gd name="T22" fmla="*/ 4 w 8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7">
                    <a:moveTo>
                      <a:pt x="4" y="0"/>
                    </a:moveTo>
                    <a:cubicBezTo>
                      <a:pt x="5" y="0"/>
                      <a:pt x="6" y="0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8" y="10"/>
                      <a:pt x="8" y="11"/>
                      <a:pt x="8" y="12"/>
                    </a:cubicBezTo>
                    <a:cubicBezTo>
                      <a:pt x="8" y="15"/>
                      <a:pt x="6" y="17"/>
                      <a:pt x="4" y="17"/>
                    </a:cubicBezTo>
                    <a:cubicBezTo>
                      <a:pt x="2" y="17"/>
                      <a:pt x="0" y="15"/>
                      <a:pt x="0" y="13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5" name="Freeform 3655">
                <a:extLst>
                  <a:ext uri="{FF2B5EF4-FFF2-40B4-BE49-F238E27FC236}">
                    <a16:creationId xmlns:a16="http://schemas.microsoft.com/office/drawing/2014/main" id="{1F27E5EF-D921-494C-ACB3-4F0C3A6F4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3" y="2746"/>
                <a:ext cx="10" cy="10"/>
              </a:xfrm>
              <a:custGeom>
                <a:avLst/>
                <a:gdLst>
                  <a:gd name="T0" fmla="*/ 0 w 24"/>
                  <a:gd name="T1" fmla="*/ 15 h 25"/>
                  <a:gd name="T2" fmla="*/ 5 w 24"/>
                  <a:gd name="T3" fmla="*/ 11 h 25"/>
                  <a:gd name="T4" fmla="*/ 5 w 24"/>
                  <a:gd name="T5" fmla="*/ 5 h 25"/>
                  <a:gd name="T6" fmla="*/ 8 w 24"/>
                  <a:gd name="T7" fmla="*/ 1 h 25"/>
                  <a:gd name="T8" fmla="*/ 11 w 24"/>
                  <a:gd name="T9" fmla="*/ 7 h 25"/>
                  <a:gd name="T10" fmla="*/ 15 w 24"/>
                  <a:gd name="T11" fmla="*/ 12 h 25"/>
                  <a:gd name="T12" fmla="*/ 21 w 24"/>
                  <a:gd name="T13" fmla="*/ 22 h 25"/>
                  <a:gd name="T14" fmla="*/ 14 w 24"/>
                  <a:gd name="T15" fmla="*/ 24 h 25"/>
                  <a:gd name="T16" fmla="*/ 7 w 24"/>
                  <a:gd name="T17" fmla="*/ 20 h 25"/>
                  <a:gd name="T18" fmla="*/ 2 w 24"/>
                  <a:gd name="T19" fmla="*/ 19 h 25"/>
                  <a:gd name="T20" fmla="*/ 0 w 24"/>
                  <a:gd name="T21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5">
                    <a:moveTo>
                      <a:pt x="0" y="15"/>
                    </a:moveTo>
                    <a:cubicBezTo>
                      <a:pt x="1" y="13"/>
                      <a:pt x="4" y="13"/>
                      <a:pt x="5" y="11"/>
                    </a:cubicBezTo>
                    <a:cubicBezTo>
                      <a:pt x="5" y="9"/>
                      <a:pt x="5" y="6"/>
                      <a:pt x="5" y="5"/>
                    </a:cubicBezTo>
                    <a:cubicBezTo>
                      <a:pt x="5" y="3"/>
                      <a:pt x="5" y="0"/>
                      <a:pt x="8" y="1"/>
                    </a:cubicBezTo>
                    <a:cubicBezTo>
                      <a:pt x="11" y="1"/>
                      <a:pt x="11" y="5"/>
                      <a:pt x="11" y="7"/>
                    </a:cubicBezTo>
                    <a:cubicBezTo>
                      <a:pt x="12" y="9"/>
                      <a:pt x="14" y="11"/>
                      <a:pt x="15" y="12"/>
                    </a:cubicBezTo>
                    <a:cubicBezTo>
                      <a:pt x="18" y="15"/>
                      <a:pt x="24" y="18"/>
                      <a:pt x="21" y="22"/>
                    </a:cubicBezTo>
                    <a:cubicBezTo>
                      <a:pt x="20" y="25"/>
                      <a:pt x="16" y="25"/>
                      <a:pt x="14" y="24"/>
                    </a:cubicBezTo>
                    <a:cubicBezTo>
                      <a:pt x="12" y="23"/>
                      <a:pt x="10" y="21"/>
                      <a:pt x="7" y="20"/>
                    </a:cubicBezTo>
                    <a:cubicBezTo>
                      <a:pt x="6" y="20"/>
                      <a:pt x="3" y="20"/>
                      <a:pt x="2" y="19"/>
                    </a:cubicBezTo>
                    <a:cubicBezTo>
                      <a:pt x="1" y="18"/>
                      <a:pt x="0" y="17"/>
                      <a:pt x="0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6" name="Freeform 3656">
                <a:extLst>
                  <a:ext uri="{FF2B5EF4-FFF2-40B4-BE49-F238E27FC236}">
                    <a16:creationId xmlns:a16="http://schemas.microsoft.com/office/drawing/2014/main" id="{1DE37851-42FD-0D44-84C4-DD8904D45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4" y="2747"/>
                <a:ext cx="5" cy="4"/>
              </a:xfrm>
              <a:custGeom>
                <a:avLst/>
                <a:gdLst>
                  <a:gd name="T0" fmla="*/ 9 w 12"/>
                  <a:gd name="T1" fmla="*/ 10 h 10"/>
                  <a:gd name="T2" fmla="*/ 3 w 12"/>
                  <a:gd name="T3" fmla="*/ 10 h 10"/>
                  <a:gd name="T4" fmla="*/ 1 w 12"/>
                  <a:gd name="T5" fmla="*/ 7 h 10"/>
                  <a:gd name="T6" fmla="*/ 1 w 12"/>
                  <a:gd name="T7" fmla="*/ 4 h 10"/>
                  <a:gd name="T8" fmla="*/ 6 w 12"/>
                  <a:gd name="T9" fmla="*/ 0 h 10"/>
                  <a:gd name="T10" fmla="*/ 9 w 12"/>
                  <a:gd name="T11" fmla="*/ 0 h 10"/>
                  <a:gd name="T12" fmla="*/ 11 w 12"/>
                  <a:gd name="T13" fmla="*/ 4 h 10"/>
                  <a:gd name="T14" fmla="*/ 12 w 12"/>
                  <a:gd name="T15" fmla="*/ 8 h 10"/>
                  <a:gd name="T16" fmla="*/ 9 w 12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9" y="10"/>
                    </a:moveTo>
                    <a:cubicBezTo>
                      <a:pt x="7" y="10"/>
                      <a:pt x="5" y="10"/>
                      <a:pt x="3" y="10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2" y="2"/>
                      <a:pt x="4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1" y="1"/>
                      <a:pt x="11" y="3"/>
                      <a:pt x="11" y="4"/>
                    </a:cubicBezTo>
                    <a:cubicBezTo>
                      <a:pt x="11" y="5"/>
                      <a:pt x="12" y="7"/>
                      <a:pt x="12" y="8"/>
                    </a:cubicBezTo>
                    <a:cubicBezTo>
                      <a:pt x="11" y="9"/>
                      <a:pt x="10" y="9"/>
                      <a:pt x="9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7" name="Freeform 3657">
                <a:extLst>
                  <a:ext uri="{FF2B5EF4-FFF2-40B4-BE49-F238E27FC236}">
                    <a16:creationId xmlns:a16="http://schemas.microsoft.com/office/drawing/2014/main" id="{403F5E27-0208-E042-94E5-93EC5FDEA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0" y="2743"/>
                <a:ext cx="6" cy="10"/>
              </a:xfrm>
              <a:custGeom>
                <a:avLst/>
                <a:gdLst>
                  <a:gd name="T0" fmla="*/ 1 w 14"/>
                  <a:gd name="T1" fmla="*/ 2 h 25"/>
                  <a:gd name="T2" fmla="*/ 5 w 14"/>
                  <a:gd name="T3" fmla="*/ 0 h 25"/>
                  <a:gd name="T4" fmla="*/ 10 w 14"/>
                  <a:gd name="T5" fmla="*/ 3 h 25"/>
                  <a:gd name="T6" fmla="*/ 11 w 14"/>
                  <a:gd name="T7" fmla="*/ 10 h 25"/>
                  <a:gd name="T8" fmla="*/ 13 w 14"/>
                  <a:gd name="T9" fmla="*/ 14 h 25"/>
                  <a:gd name="T10" fmla="*/ 13 w 14"/>
                  <a:gd name="T11" fmla="*/ 19 h 25"/>
                  <a:gd name="T12" fmla="*/ 12 w 14"/>
                  <a:gd name="T13" fmla="*/ 21 h 25"/>
                  <a:gd name="T14" fmla="*/ 12 w 14"/>
                  <a:gd name="T15" fmla="*/ 23 h 25"/>
                  <a:gd name="T16" fmla="*/ 8 w 14"/>
                  <a:gd name="T17" fmla="*/ 20 h 25"/>
                  <a:gd name="T18" fmla="*/ 7 w 14"/>
                  <a:gd name="T19" fmla="*/ 17 h 25"/>
                  <a:gd name="T20" fmla="*/ 5 w 14"/>
                  <a:gd name="T21" fmla="*/ 15 h 25"/>
                  <a:gd name="T22" fmla="*/ 5 w 14"/>
                  <a:gd name="T23" fmla="*/ 13 h 25"/>
                  <a:gd name="T24" fmla="*/ 5 w 14"/>
                  <a:gd name="T25" fmla="*/ 6 h 25"/>
                  <a:gd name="T26" fmla="*/ 1 w 14"/>
                  <a:gd name="T27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25">
                    <a:moveTo>
                      <a:pt x="1" y="2"/>
                    </a:moveTo>
                    <a:cubicBezTo>
                      <a:pt x="0" y="0"/>
                      <a:pt x="4" y="0"/>
                      <a:pt x="5" y="0"/>
                    </a:cubicBezTo>
                    <a:cubicBezTo>
                      <a:pt x="8" y="0"/>
                      <a:pt x="10" y="0"/>
                      <a:pt x="10" y="3"/>
                    </a:cubicBezTo>
                    <a:cubicBezTo>
                      <a:pt x="11" y="5"/>
                      <a:pt x="11" y="7"/>
                      <a:pt x="11" y="10"/>
                    </a:cubicBezTo>
                    <a:cubicBezTo>
                      <a:pt x="11" y="11"/>
                      <a:pt x="13" y="12"/>
                      <a:pt x="13" y="14"/>
                    </a:cubicBezTo>
                    <a:cubicBezTo>
                      <a:pt x="13" y="16"/>
                      <a:pt x="14" y="17"/>
                      <a:pt x="13" y="19"/>
                    </a:cubicBezTo>
                    <a:cubicBezTo>
                      <a:pt x="13" y="20"/>
                      <a:pt x="13" y="21"/>
                      <a:pt x="12" y="21"/>
                    </a:cubicBezTo>
                    <a:cubicBezTo>
                      <a:pt x="12" y="22"/>
                      <a:pt x="12" y="23"/>
                      <a:pt x="12" y="23"/>
                    </a:cubicBezTo>
                    <a:cubicBezTo>
                      <a:pt x="10" y="25"/>
                      <a:pt x="8" y="21"/>
                      <a:pt x="8" y="20"/>
                    </a:cubicBezTo>
                    <a:cubicBezTo>
                      <a:pt x="7" y="19"/>
                      <a:pt x="8" y="18"/>
                      <a:pt x="7" y="17"/>
                    </a:cubicBezTo>
                    <a:cubicBezTo>
                      <a:pt x="7" y="16"/>
                      <a:pt x="6" y="16"/>
                      <a:pt x="5" y="15"/>
                    </a:cubicBezTo>
                    <a:cubicBezTo>
                      <a:pt x="5" y="15"/>
                      <a:pt x="5" y="14"/>
                      <a:pt x="5" y="13"/>
                    </a:cubicBezTo>
                    <a:cubicBezTo>
                      <a:pt x="5" y="11"/>
                      <a:pt x="5" y="8"/>
                      <a:pt x="5" y="6"/>
                    </a:cubicBezTo>
                    <a:cubicBezTo>
                      <a:pt x="5" y="4"/>
                      <a:pt x="2" y="4"/>
                      <a:pt x="1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8" name="Freeform 3658">
                <a:extLst>
                  <a:ext uri="{FF2B5EF4-FFF2-40B4-BE49-F238E27FC236}">
                    <a16:creationId xmlns:a16="http://schemas.microsoft.com/office/drawing/2014/main" id="{763EDE07-29C6-A940-9DE7-345FCB0C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6" y="2743"/>
                <a:ext cx="9" cy="5"/>
              </a:xfrm>
              <a:custGeom>
                <a:avLst/>
                <a:gdLst>
                  <a:gd name="T0" fmla="*/ 2 w 23"/>
                  <a:gd name="T1" fmla="*/ 5 h 12"/>
                  <a:gd name="T2" fmla="*/ 1 w 23"/>
                  <a:gd name="T3" fmla="*/ 2 h 12"/>
                  <a:gd name="T4" fmla="*/ 6 w 23"/>
                  <a:gd name="T5" fmla="*/ 0 h 12"/>
                  <a:gd name="T6" fmla="*/ 17 w 23"/>
                  <a:gd name="T7" fmla="*/ 1 h 12"/>
                  <a:gd name="T8" fmla="*/ 21 w 23"/>
                  <a:gd name="T9" fmla="*/ 2 h 12"/>
                  <a:gd name="T10" fmla="*/ 21 w 23"/>
                  <a:gd name="T11" fmla="*/ 8 h 12"/>
                  <a:gd name="T12" fmla="*/ 15 w 23"/>
                  <a:gd name="T13" fmla="*/ 11 h 12"/>
                  <a:gd name="T14" fmla="*/ 10 w 23"/>
                  <a:gd name="T15" fmla="*/ 11 h 12"/>
                  <a:gd name="T16" fmla="*/ 6 w 23"/>
                  <a:gd name="T17" fmla="*/ 10 h 12"/>
                  <a:gd name="T18" fmla="*/ 2 w 23"/>
                  <a:gd name="T1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2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10" y="0"/>
                      <a:pt x="13" y="2"/>
                      <a:pt x="17" y="1"/>
                    </a:cubicBezTo>
                    <a:cubicBezTo>
                      <a:pt x="18" y="1"/>
                      <a:pt x="20" y="1"/>
                      <a:pt x="21" y="2"/>
                    </a:cubicBezTo>
                    <a:cubicBezTo>
                      <a:pt x="23" y="3"/>
                      <a:pt x="22" y="6"/>
                      <a:pt x="21" y="8"/>
                    </a:cubicBezTo>
                    <a:cubicBezTo>
                      <a:pt x="20" y="10"/>
                      <a:pt x="17" y="11"/>
                      <a:pt x="15" y="11"/>
                    </a:cubicBezTo>
                    <a:cubicBezTo>
                      <a:pt x="13" y="12"/>
                      <a:pt x="12" y="12"/>
                      <a:pt x="10" y="11"/>
                    </a:cubicBezTo>
                    <a:cubicBezTo>
                      <a:pt x="9" y="11"/>
                      <a:pt x="8" y="11"/>
                      <a:pt x="6" y="10"/>
                    </a:cubicBezTo>
                    <a:cubicBezTo>
                      <a:pt x="3" y="10"/>
                      <a:pt x="3" y="7"/>
                      <a:pt x="2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9" name="Freeform 3659">
                <a:extLst>
                  <a:ext uri="{FF2B5EF4-FFF2-40B4-BE49-F238E27FC236}">
                    <a16:creationId xmlns:a16="http://schemas.microsoft.com/office/drawing/2014/main" id="{CE6BAC03-BC7B-EB4B-AA03-B20751FDE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709"/>
                <a:ext cx="4" cy="3"/>
              </a:xfrm>
              <a:custGeom>
                <a:avLst/>
                <a:gdLst>
                  <a:gd name="T0" fmla="*/ 3 w 11"/>
                  <a:gd name="T1" fmla="*/ 9 h 9"/>
                  <a:gd name="T2" fmla="*/ 0 w 11"/>
                  <a:gd name="T3" fmla="*/ 5 h 9"/>
                  <a:gd name="T4" fmla="*/ 0 w 11"/>
                  <a:gd name="T5" fmla="*/ 2 h 9"/>
                  <a:gd name="T6" fmla="*/ 4 w 11"/>
                  <a:gd name="T7" fmla="*/ 0 h 9"/>
                  <a:gd name="T8" fmla="*/ 9 w 11"/>
                  <a:gd name="T9" fmla="*/ 2 h 9"/>
                  <a:gd name="T10" fmla="*/ 10 w 11"/>
                  <a:gd name="T11" fmla="*/ 4 h 9"/>
                  <a:gd name="T12" fmla="*/ 10 w 11"/>
                  <a:gd name="T13" fmla="*/ 7 h 9"/>
                  <a:gd name="T14" fmla="*/ 6 w 11"/>
                  <a:gd name="T15" fmla="*/ 8 h 9"/>
                  <a:gd name="T16" fmla="*/ 3 w 11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3" y="9"/>
                    </a:moveTo>
                    <a:cubicBezTo>
                      <a:pt x="1" y="9"/>
                      <a:pt x="0" y="7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9" y="0"/>
                      <a:pt x="9" y="2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0" y="5"/>
                      <a:pt x="11" y="6"/>
                      <a:pt x="10" y="7"/>
                    </a:cubicBezTo>
                    <a:cubicBezTo>
                      <a:pt x="9" y="8"/>
                      <a:pt x="8" y="8"/>
                      <a:pt x="6" y="8"/>
                    </a:cubicBezTo>
                    <a:cubicBezTo>
                      <a:pt x="5" y="8"/>
                      <a:pt x="4" y="9"/>
                      <a:pt x="3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0" name="Freeform 3660">
                <a:extLst>
                  <a:ext uri="{FF2B5EF4-FFF2-40B4-BE49-F238E27FC236}">
                    <a16:creationId xmlns:a16="http://schemas.microsoft.com/office/drawing/2014/main" id="{3CD98265-AA69-504F-A2DC-EE402B819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695"/>
                <a:ext cx="5" cy="4"/>
              </a:xfrm>
              <a:custGeom>
                <a:avLst/>
                <a:gdLst>
                  <a:gd name="T0" fmla="*/ 1 w 13"/>
                  <a:gd name="T1" fmla="*/ 7 h 10"/>
                  <a:gd name="T2" fmla="*/ 1 w 13"/>
                  <a:gd name="T3" fmla="*/ 7 h 10"/>
                  <a:gd name="T4" fmla="*/ 1 w 13"/>
                  <a:gd name="T5" fmla="*/ 6 h 10"/>
                  <a:gd name="T6" fmla="*/ 1 w 13"/>
                  <a:gd name="T7" fmla="*/ 3 h 10"/>
                  <a:gd name="T8" fmla="*/ 3 w 13"/>
                  <a:gd name="T9" fmla="*/ 2 h 10"/>
                  <a:gd name="T10" fmla="*/ 5 w 13"/>
                  <a:gd name="T11" fmla="*/ 1 h 10"/>
                  <a:gd name="T12" fmla="*/ 11 w 13"/>
                  <a:gd name="T13" fmla="*/ 2 h 10"/>
                  <a:gd name="T14" fmla="*/ 13 w 13"/>
                  <a:gd name="T15" fmla="*/ 4 h 10"/>
                  <a:gd name="T16" fmla="*/ 13 w 13"/>
                  <a:gd name="T17" fmla="*/ 7 h 10"/>
                  <a:gd name="T18" fmla="*/ 10 w 13"/>
                  <a:gd name="T19" fmla="*/ 9 h 10"/>
                  <a:gd name="T20" fmla="*/ 6 w 13"/>
                  <a:gd name="T21" fmla="*/ 10 h 10"/>
                  <a:gd name="T22" fmla="*/ 1 w 13"/>
                  <a:gd name="T23" fmla="*/ 7 h 10"/>
                  <a:gd name="T24" fmla="*/ 1 w 13"/>
                  <a:gd name="T2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0"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4" y="1"/>
                      <a:pt x="5" y="1"/>
                    </a:cubicBezTo>
                    <a:cubicBezTo>
                      <a:pt x="7" y="0"/>
                      <a:pt x="9" y="1"/>
                      <a:pt x="11" y="2"/>
                    </a:cubicBezTo>
                    <a:cubicBezTo>
                      <a:pt x="12" y="2"/>
                      <a:pt x="13" y="3"/>
                      <a:pt x="13" y="4"/>
                    </a:cubicBezTo>
                    <a:cubicBezTo>
                      <a:pt x="13" y="5"/>
                      <a:pt x="13" y="6"/>
                      <a:pt x="13" y="7"/>
                    </a:cubicBezTo>
                    <a:cubicBezTo>
                      <a:pt x="13" y="8"/>
                      <a:pt x="11" y="9"/>
                      <a:pt x="10" y="9"/>
                    </a:cubicBezTo>
                    <a:cubicBezTo>
                      <a:pt x="8" y="9"/>
                      <a:pt x="8" y="10"/>
                      <a:pt x="6" y="10"/>
                    </a:cubicBezTo>
                    <a:cubicBezTo>
                      <a:pt x="5" y="9"/>
                      <a:pt x="2" y="9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1" name="Freeform 3661">
                <a:extLst>
                  <a:ext uri="{FF2B5EF4-FFF2-40B4-BE49-F238E27FC236}">
                    <a16:creationId xmlns:a16="http://schemas.microsoft.com/office/drawing/2014/main" id="{AD8C2EFC-3A55-1B46-9BB2-176592051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683"/>
                <a:ext cx="10" cy="5"/>
              </a:xfrm>
              <a:custGeom>
                <a:avLst/>
                <a:gdLst>
                  <a:gd name="T0" fmla="*/ 1 w 24"/>
                  <a:gd name="T1" fmla="*/ 11 h 14"/>
                  <a:gd name="T2" fmla="*/ 1 w 24"/>
                  <a:gd name="T3" fmla="*/ 6 h 14"/>
                  <a:gd name="T4" fmla="*/ 4 w 24"/>
                  <a:gd name="T5" fmla="*/ 2 h 14"/>
                  <a:gd name="T6" fmla="*/ 9 w 24"/>
                  <a:gd name="T7" fmla="*/ 0 h 14"/>
                  <a:gd name="T8" fmla="*/ 14 w 24"/>
                  <a:gd name="T9" fmla="*/ 2 h 14"/>
                  <a:gd name="T10" fmla="*/ 22 w 24"/>
                  <a:gd name="T11" fmla="*/ 8 h 14"/>
                  <a:gd name="T12" fmla="*/ 18 w 24"/>
                  <a:gd name="T13" fmla="*/ 13 h 14"/>
                  <a:gd name="T14" fmla="*/ 13 w 24"/>
                  <a:gd name="T15" fmla="*/ 13 h 14"/>
                  <a:gd name="T16" fmla="*/ 8 w 24"/>
                  <a:gd name="T17" fmla="*/ 13 h 14"/>
                  <a:gd name="T18" fmla="*/ 1 w 24"/>
                  <a:gd name="T19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4">
                    <a:moveTo>
                      <a:pt x="1" y="11"/>
                    </a:moveTo>
                    <a:cubicBezTo>
                      <a:pt x="0" y="9"/>
                      <a:pt x="1" y="8"/>
                      <a:pt x="1" y="6"/>
                    </a:cubicBezTo>
                    <a:cubicBezTo>
                      <a:pt x="2" y="5"/>
                      <a:pt x="2" y="3"/>
                      <a:pt x="4" y="2"/>
                    </a:cubicBezTo>
                    <a:cubicBezTo>
                      <a:pt x="5" y="0"/>
                      <a:pt x="7" y="0"/>
                      <a:pt x="9" y="0"/>
                    </a:cubicBezTo>
                    <a:cubicBezTo>
                      <a:pt x="11" y="0"/>
                      <a:pt x="12" y="1"/>
                      <a:pt x="14" y="2"/>
                    </a:cubicBezTo>
                    <a:cubicBezTo>
                      <a:pt x="16" y="4"/>
                      <a:pt x="20" y="5"/>
                      <a:pt x="22" y="8"/>
                    </a:cubicBezTo>
                    <a:cubicBezTo>
                      <a:pt x="24" y="12"/>
                      <a:pt x="20" y="13"/>
                      <a:pt x="18" y="13"/>
                    </a:cubicBezTo>
                    <a:cubicBezTo>
                      <a:pt x="16" y="13"/>
                      <a:pt x="14" y="13"/>
                      <a:pt x="13" y="13"/>
                    </a:cubicBezTo>
                    <a:cubicBezTo>
                      <a:pt x="11" y="13"/>
                      <a:pt x="9" y="13"/>
                      <a:pt x="8" y="13"/>
                    </a:cubicBezTo>
                    <a:cubicBezTo>
                      <a:pt x="5" y="14"/>
                      <a:pt x="3" y="13"/>
                      <a:pt x="1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2" name="Freeform 3662">
                <a:extLst>
                  <a:ext uri="{FF2B5EF4-FFF2-40B4-BE49-F238E27FC236}">
                    <a16:creationId xmlns:a16="http://schemas.microsoft.com/office/drawing/2014/main" id="{137B28EF-CD84-F447-96F6-D05B2B553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2" y="2528"/>
                <a:ext cx="340" cy="136"/>
              </a:xfrm>
              <a:custGeom>
                <a:avLst/>
                <a:gdLst>
                  <a:gd name="T0" fmla="*/ 810 w 835"/>
                  <a:gd name="T1" fmla="*/ 330 h 333"/>
                  <a:gd name="T2" fmla="*/ 778 w 835"/>
                  <a:gd name="T3" fmla="*/ 324 h 333"/>
                  <a:gd name="T4" fmla="*/ 753 w 835"/>
                  <a:gd name="T5" fmla="*/ 327 h 333"/>
                  <a:gd name="T6" fmla="*/ 741 w 835"/>
                  <a:gd name="T7" fmla="*/ 318 h 333"/>
                  <a:gd name="T8" fmla="*/ 731 w 835"/>
                  <a:gd name="T9" fmla="*/ 301 h 333"/>
                  <a:gd name="T10" fmla="*/ 693 w 835"/>
                  <a:gd name="T11" fmla="*/ 288 h 333"/>
                  <a:gd name="T12" fmla="*/ 669 w 835"/>
                  <a:gd name="T13" fmla="*/ 279 h 333"/>
                  <a:gd name="T14" fmla="*/ 640 w 835"/>
                  <a:gd name="T15" fmla="*/ 272 h 333"/>
                  <a:gd name="T16" fmla="*/ 614 w 835"/>
                  <a:gd name="T17" fmla="*/ 265 h 333"/>
                  <a:gd name="T18" fmla="*/ 603 w 835"/>
                  <a:gd name="T19" fmla="*/ 252 h 333"/>
                  <a:gd name="T20" fmla="*/ 590 w 835"/>
                  <a:gd name="T21" fmla="*/ 235 h 333"/>
                  <a:gd name="T22" fmla="*/ 567 w 835"/>
                  <a:gd name="T23" fmla="*/ 221 h 333"/>
                  <a:gd name="T24" fmla="*/ 552 w 835"/>
                  <a:gd name="T25" fmla="*/ 218 h 333"/>
                  <a:gd name="T26" fmla="*/ 516 w 835"/>
                  <a:gd name="T27" fmla="*/ 206 h 333"/>
                  <a:gd name="T28" fmla="*/ 492 w 835"/>
                  <a:gd name="T29" fmla="*/ 187 h 333"/>
                  <a:gd name="T30" fmla="*/ 476 w 835"/>
                  <a:gd name="T31" fmla="*/ 178 h 333"/>
                  <a:gd name="T32" fmla="*/ 448 w 835"/>
                  <a:gd name="T33" fmla="*/ 173 h 333"/>
                  <a:gd name="T34" fmla="*/ 414 w 835"/>
                  <a:gd name="T35" fmla="*/ 164 h 333"/>
                  <a:gd name="T36" fmla="*/ 400 w 835"/>
                  <a:gd name="T37" fmla="*/ 158 h 333"/>
                  <a:gd name="T38" fmla="*/ 373 w 835"/>
                  <a:gd name="T39" fmla="*/ 141 h 333"/>
                  <a:gd name="T40" fmla="*/ 359 w 835"/>
                  <a:gd name="T41" fmla="*/ 120 h 333"/>
                  <a:gd name="T42" fmla="*/ 348 w 835"/>
                  <a:gd name="T43" fmla="*/ 101 h 333"/>
                  <a:gd name="T44" fmla="*/ 333 w 835"/>
                  <a:gd name="T45" fmla="*/ 83 h 333"/>
                  <a:gd name="T46" fmla="*/ 305 w 835"/>
                  <a:gd name="T47" fmla="*/ 70 h 333"/>
                  <a:gd name="T48" fmla="*/ 275 w 835"/>
                  <a:gd name="T49" fmla="*/ 65 h 333"/>
                  <a:gd name="T50" fmla="*/ 239 w 835"/>
                  <a:gd name="T51" fmla="*/ 60 h 333"/>
                  <a:gd name="T52" fmla="*/ 217 w 835"/>
                  <a:gd name="T53" fmla="*/ 53 h 333"/>
                  <a:gd name="T54" fmla="*/ 186 w 835"/>
                  <a:gd name="T55" fmla="*/ 60 h 333"/>
                  <a:gd name="T56" fmla="*/ 171 w 835"/>
                  <a:gd name="T57" fmla="*/ 75 h 333"/>
                  <a:gd name="T58" fmla="*/ 149 w 835"/>
                  <a:gd name="T59" fmla="*/ 71 h 333"/>
                  <a:gd name="T60" fmla="*/ 116 w 835"/>
                  <a:gd name="T61" fmla="*/ 79 h 333"/>
                  <a:gd name="T62" fmla="*/ 94 w 835"/>
                  <a:gd name="T63" fmla="*/ 83 h 333"/>
                  <a:gd name="T64" fmla="*/ 90 w 835"/>
                  <a:gd name="T65" fmla="*/ 83 h 333"/>
                  <a:gd name="T66" fmla="*/ 60 w 835"/>
                  <a:gd name="T67" fmla="*/ 84 h 333"/>
                  <a:gd name="T68" fmla="*/ 18 w 835"/>
                  <a:gd name="T69" fmla="*/ 80 h 333"/>
                  <a:gd name="T70" fmla="*/ 1 w 835"/>
                  <a:gd name="T71" fmla="*/ 57 h 333"/>
                  <a:gd name="T72" fmla="*/ 6 w 835"/>
                  <a:gd name="T73" fmla="*/ 40 h 333"/>
                  <a:gd name="T74" fmla="*/ 20 w 835"/>
                  <a:gd name="T75" fmla="*/ 24 h 333"/>
                  <a:gd name="T76" fmla="*/ 20 w 835"/>
                  <a:gd name="T77" fmla="*/ 0 h 333"/>
                  <a:gd name="T78" fmla="*/ 69 w 835"/>
                  <a:gd name="T79" fmla="*/ 32 h 333"/>
                  <a:gd name="T80" fmla="*/ 111 w 835"/>
                  <a:gd name="T81" fmla="*/ 15 h 333"/>
                  <a:gd name="T82" fmla="*/ 159 w 835"/>
                  <a:gd name="T83" fmla="*/ 17 h 333"/>
                  <a:gd name="T84" fmla="*/ 201 w 835"/>
                  <a:gd name="T85" fmla="*/ 10 h 333"/>
                  <a:gd name="T86" fmla="*/ 246 w 835"/>
                  <a:gd name="T87" fmla="*/ 20 h 333"/>
                  <a:gd name="T88" fmla="*/ 286 w 835"/>
                  <a:gd name="T89" fmla="*/ 28 h 333"/>
                  <a:gd name="T90" fmla="*/ 323 w 835"/>
                  <a:gd name="T91" fmla="*/ 55 h 333"/>
                  <a:gd name="T92" fmla="*/ 360 w 835"/>
                  <a:gd name="T93" fmla="*/ 79 h 333"/>
                  <a:gd name="T94" fmla="*/ 382 w 835"/>
                  <a:gd name="T95" fmla="*/ 108 h 333"/>
                  <a:gd name="T96" fmla="*/ 448 w 835"/>
                  <a:gd name="T97" fmla="*/ 137 h 333"/>
                  <a:gd name="T98" fmla="*/ 494 w 835"/>
                  <a:gd name="T99" fmla="*/ 163 h 333"/>
                  <a:gd name="T100" fmla="*/ 560 w 835"/>
                  <a:gd name="T101" fmla="*/ 212 h 333"/>
                  <a:gd name="T102" fmla="*/ 611 w 835"/>
                  <a:gd name="T103" fmla="*/ 225 h 333"/>
                  <a:gd name="T104" fmla="*/ 665 w 835"/>
                  <a:gd name="T105" fmla="*/ 244 h 333"/>
                  <a:gd name="T106" fmla="*/ 748 w 835"/>
                  <a:gd name="T107" fmla="*/ 275 h 333"/>
                  <a:gd name="T108" fmla="*/ 794 w 835"/>
                  <a:gd name="T109" fmla="*/ 295 h 333"/>
                  <a:gd name="T110" fmla="*/ 835 w 835"/>
                  <a:gd name="T111" fmla="*/ 326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35" h="333">
                    <a:moveTo>
                      <a:pt x="835" y="326"/>
                    </a:moveTo>
                    <a:cubicBezTo>
                      <a:pt x="834" y="326"/>
                      <a:pt x="834" y="326"/>
                      <a:pt x="833" y="326"/>
                    </a:cubicBezTo>
                    <a:cubicBezTo>
                      <a:pt x="829" y="326"/>
                      <a:pt x="826" y="328"/>
                      <a:pt x="822" y="328"/>
                    </a:cubicBezTo>
                    <a:cubicBezTo>
                      <a:pt x="820" y="329"/>
                      <a:pt x="819" y="329"/>
                      <a:pt x="817" y="328"/>
                    </a:cubicBezTo>
                    <a:cubicBezTo>
                      <a:pt x="816" y="328"/>
                      <a:pt x="814" y="329"/>
                      <a:pt x="813" y="330"/>
                    </a:cubicBezTo>
                    <a:cubicBezTo>
                      <a:pt x="812" y="330"/>
                      <a:pt x="811" y="330"/>
                      <a:pt x="810" y="330"/>
                    </a:cubicBezTo>
                    <a:cubicBezTo>
                      <a:pt x="808" y="331"/>
                      <a:pt x="806" y="332"/>
                      <a:pt x="804" y="332"/>
                    </a:cubicBezTo>
                    <a:cubicBezTo>
                      <a:pt x="802" y="332"/>
                      <a:pt x="800" y="333"/>
                      <a:pt x="799" y="333"/>
                    </a:cubicBezTo>
                    <a:cubicBezTo>
                      <a:pt x="797" y="332"/>
                      <a:pt x="794" y="333"/>
                      <a:pt x="793" y="332"/>
                    </a:cubicBezTo>
                    <a:cubicBezTo>
                      <a:pt x="791" y="331"/>
                      <a:pt x="790" y="330"/>
                      <a:pt x="788" y="328"/>
                    </a:cubicBezTo>
                    <a:cubicBezTo>
                      <a:pt x="787" y="327"/>
                      <a:pt x="785" y="326"/>
                      <a:pt x="783" y="326"/>
                    </a:cubicBezTo>
                    <a:cubicBezTo>
                      <a:pt x="781" y="325"/>
                      <a:pt x="779" y="325"/>
                      <a:pt x="778" y="324"/>
                    </a:cubicBezTo>
                    <a:cubicBezTo>
                      <a:pt x="774" y="324"/>
                      <a:pt x="770" y="324"/>
                      <a:pt x="767" y="325"/>
                    </a:cubicBezTo>
                    <a:cubicBezTo>
                      <a:pt x="765" y="325"/>
                      <a:pt x="764" y="325"/>
                      <a:pt x="762" y="325"/>
                    </a:cubicBezTo>
                    <a:cubicBezTo>
                      <a:pt x="761" y="326"/>
                      <a:pt x="760" y="326"/>
                      <a:pt x="758" y="326"/>
                    </a:cubicBezTo>
                    <a:cubicBezTo>
                      <a:pt x="758" y="326"/>
                      <a:pt x="757" y="327"/>
                      <a:pt x="756" y="327"/>
                    </a:cubicBezTo>
                    <a:cubicBezTo>
                      <a:pt x="756" y="327"/>
                      <a:pt x="756" y="327"/>
                      <a:pt x="755" y="327"/>
                    </a:cubicBezTo>
                    <a:cubicBezTo>
                      <a:pt x="754" y="327"/>
                      <a:pt x="754" y="327"/>
                      <a:pt x="753" y="327"/>
                    </a:cubicBezTo>
                    <a:cubicBezTo>
                      <a:pt x="752" y="327"/>
                      <a:pt x="752" y="327"/>
                      <a:pt x="751" y="327"/>
                    </a:cubicBezTo>
                    <a:cubicBezTo>
                      <a:pt x="750" y="327"/>
                      <a:pt x="749" y="326"/>
                      <a:pt x="748" y="325"/>
                    </a:cubicBezTo>
                    <a:cubicBezTo>
                      <a:pt x="747" y="325"/>
                      <a:pt x="746" y="325"/>
                      <a:pt x="745" y="324"/>
                    </a:cubicBezTo>
                    <a:cubicBezTo>
                      <a:pt x="745" y="323"/>
                      <a:pt x="744" y="322"/>
                      <a:pt x="743" y="322"/>
                    </a:cubicBezTo>
                    <a:cubicBezTo>
                      <a:pt x="743" y="321"/>
                      <a:pt x="743" y="321"/>
                      <a:pt x="743" y="321"/>
                    </a:cubicBezTo>
                    <a:cubicBezTo>
                      <a:pt x="742" y="320"/>
                      <a:pt x="741" y="319"/>
                      <a:pt x="741" y="318"/>
                    </a:cubicBezTo>
                    <a:cubicBezTo>
                      <a:pt x="740" y="318"/>
                      <a:pt x="740" y="317"/>
                      <a:pt x="739" y="317"/>
                    </a:cubicBezTo>
                    <a:cubicBezTo>
                      <a:pt x="739" y="316"/>
                      <a:pt x="739" y="315"/>
                      <a:pt x="738" y="315"/>
                    </a:cubicBezTo>
                    <a:cubicBezTo>
                      <a:pt x="737" y="313"/>
                      <a:pt x="736" y="312"/>
                      <a:pt x="736" y="310"/>
                    </a:cubicBezTo>
                    <a:cubicBezTo>
                      <a:pt x="735" y="309"/>
                      <a:pt x="735" y="308"/>
                      <a:pt x="735" y="307"/>
                    </a:cubicBezTo>
                    <a:cubicBezTo>
                      <a:pt x="734" y="306"/>
                      <a:pt x="734" y="305"/>
                      <a:pt x="733" y="304"/>
                    </a:cubicBezTo>
                    <a:cubicBezTo>
                      <a:pt x="732" y="303"/>
                      <a:pt x="731" y="302"/>
                      <a:pt x="731" y="301"/>
                    </a:cubicBezTo>
                    <a:cubicBezTo>
                      <a:pt x="730" y="301"/>
                      <a:pt x="730" y="300"/>
                      <a:pt x="729" y="299"/>
                    </a:cubicBezTo>
                    <a:cubicBezTo>
                      <a:pt x="729" y="299"/>
                      <a:pt x="728" y="298"/>
                      <a:pt x="727" y="297"/>
                    </a:cubicBezTo>
                    <a:cubicBezTo>
                      <a:pt x="726" y="297"/>
                      <a:pt x="725" y="296"/>
                      <a:pt x="724" y="296"/>
                    </a:cubicBezTo>
                    <a:cubicBezTo>
                      <a:pt x="721" y="295"/>
                      <a:pt x="717" y="294"/>
                      <a:pt x="714" y="293"/>
                    </a:cubicBezTo>
                    <a:cubicBezTo>
                      <a:pt x="709" y="292"/>
                      <a:pt x="705" y="291"/>
                      <a:pt x="700" y="290"/>
                    </a:cubicBezTo>
                    <a:cubicBezTo>
                      <a:pt x="698" y="289"/>
                      <a:pt x="696" y="288"/>
                      <a:pt x="693" y="288"/>
                    </a:cubicBezTo>
                    <a:cubicBezTo>
                      <a:pt x="691" y="287"/>
                      <a:pt x="689" y="286"/>
                      <a:pt x="687" y="286"/>
                    </a:cubicBezTo>
                    <a:cubicBezTo>
                      <a:pt x="686" y="285"/>
                      <a:pt x="685" y="285"/>
                      <a:pt x="684" y="285"/>
                    </a:cubicBezTo>
                    <a:cubicBezTo>
                      <a:pt x="682" y="284"/>
                      <a:pt x="681" y="284"/>
                      <a:pt x="680" y="283"/>
                    </a:cubicBezTo>
                    <a:cubicBezTo>
                      <a:pt x="679" y="283"/>
                      <a:pt x="677" y="282"/>
                      <a:pt x="676" y="281"/>
                    </a:cubicBezTo>
                    <a:cubicBezTo>
                      <a:pt x="675" y="281"/>
                      <a:pt x="674" y="280"/>
                      <a:pt x="672" y="280"/>
                    </a:cubicBezTo>
                    <a:cubicBezTo>
                      <a:pt x="671" y="279"/>
                      <a:pt x="670" y="279"/>
                      <a:pt x="669" y="279"/>
                    </a:cubicBezTo>
                    <a:cubicBezTo>
                      <a:pt x="668" y="278"/>
                      <a:pt x="667" y="278"/>
                      <a:pt x="666" y="277"/>
                    </a:cubicBezTo>
                    <a:cubicBezTo>
                      <a:pt x="665" y="277"/>
                      <a:pt x="664" y="276"/>
                      <a:pt x="664" y="276"/>
                    </a:cubicBezTo>
                    <a:cubicBezTo>
                      <a:pt x="662" y="275"/>
                      <a:pt x="660" y="275"/>
                      <a:pt x="658" y="274"/>
                    </a:cubicBezTo>
                    <a:cubicBezTo>
                      <a:pt x="655" y="273"/>
                      <a:pt x="653" y="273"/>
                      <a:pt x="651" y="273"/>
                    </a:cubicBezTo>
                    <a:cubicBezTo>
                      <a:pt x="648" y="273"/>
                      <a:pt x="646" y="272"/>
                      <a:pt x="643" y="272"/>
                    </a:cubicBezTo>
                    <a:cubicBezTo>
                      <a:pt x="642" y="272"/>
                      <a:pt x="641" y="272"/>
                      <a:pt x="640" y="272"/>
                    </a:cubicBezTo>
                    <a:cubicBezTo>
                      <a:pt x="638" y="272"/>
                      <a:pt x="637" y="272"/>
                      <a:pt x="636" y="272"/>
                    </a:cubicBezTo>
                    <a:cubicBezTo>
                      <a:pt x="633" y="272"/>
                      <a:pt x="630" y="271"/>
                      <a:pt x="627" y="271"/>
                    </a:cubicBezTo>
                    <a:cubicBezTo>
                      <a:pt x="625" y="270"/>
                      <a:pt x="623" y="270"/>
                      <a:pt x="621" y="269"/>
                    </a:cubicBezTo>
                    <a:cubicBezTo>
                      <a:pt x="620" y="269"/>
                      <a:pt x="619" y="269"/>
                      <a:pt x="619" y="268"/>
                    </a:cubicBezTo>
                    <a:cubicBezTo>
                      <a:pt x="618" y="268"/>
                      <a:pt x="617" y="267"/>
                      <a:pt x="616" y="267"/>
                    </a:cubicBezTo>
                    <a:cubicBezTo>
                      <a:pt x="616" y="266"/>
                      <a:pt x="615" y="265"/>
                      <a:pt x="614" y="265"/>
                    </a:cubicBezTo>
                    <a:cubicBezTo>
                      <a:pt x="614" y="265"/>
                      <a:pt x="613" y="264"/>
                      <a:pt x="613" y="264"/>
                    </a:cubicBezTo>
                    <a:cubicBezTo>
                      <a:pt x="612" y="263"/>
                      <a:pt x="611" y="263"/>
                      <a:pt x="611" y="262"/>
                    </a:cubicBezTo>
                    <a:cubicBezTo>
                      <a:pt x="610" y="261"/>
                      <a:pt x="610" y="261"/>
                      <a:pt x="609" y="260"/>
                    </a:cubicBezTo>
                    <a:cubicBezTo>
                      <a:pt x="608" y="259"/>
                      <a:pt x="608" y="257"/>
                      <a:pt x="607" y="256"/>
                    </a:cubicBezTo>
                    <a:cubicBezTo>
                      <a:pt x="606" y="256"/>
                      <a:pt x="606" y="255"/>
                      <a:pt x="605" y="255"/>
                    </a:cubicBezTo>
                    <a:cubicBezTo>
                      <a:pt x="604" y="254"/>
                      <a:pt x="604" y="253"/>
                      <a:pt x="603" y="252"/>
                    </a:cubicBezTo>
                    <a:cubicBezTo>
                      <a:pt x="603" y="251"/>
                      <a:pt x="603" y="251"/>
                      <a:pt x="603" y="251"/>
                    </a:cubicBezTo>
                    <a:cubicBezTo>
                      <a:pt x="602" y="251"/>
                      <a:pt x="602" y="250"/>
                      <a:pt x="602" y="250"/>
                    </a:cubicBezTo>
                    <a:cubicBezTo>
                      <a:pt x="601" y="249"/>
                      <a:pt x="601" y="248"/>
                      <a:pt x="600" y="247"/>
                    </a:cubicBezTo>
                    <a:cubicBezTo>
                      <a:pt x="599" y="245"/>
                      <a:pt x="598" y="244"/>
                      <a:pt x="596" y="242"/>
                    </a:cubicBezTo>
                    <a:cubicBezTo>
                      <a:pt x="595" y="240"/>
                      <a:pt x="594" y="239"/>
                      <a:pt x="592" y="238"/>
                    </a:cubicBezTo>
                    <a:cubicBezTo>
                      <a:pt x="591" y="237"/>
                      <a:pt x="591" y="236"/>
                      <a:pt x="590" y="235"/>
                    </a:cubicBezTo>
                    <a:cubicBezTo>
                      <a:pt x="589" y="234"/>
                      <a:pt x="588" y="233"/>
                      <a:pt x="587" y="232"/>
                    </a:cubicBezTo>
                    <a:cubicBezTo>
                      <a:pt x="586" y="231"/>
                      <a:pt x="585" y="230"/>
                      <a:pt x="583" y="229"/>
                    </a:cubicBezTo>
                    <a:cubicBezTo>
                      <a:pt x="580" y="226"/>
                      <a:pt x="576" y="225"/>
                      <a:pt x="572" y="223"/>
                    </a:cubicBezTo>
                    <a:cubicBezTo>
                      <a:pt x="571" y="223"/>
                      <a:pt x="571" y="223"/>
                      <a:pt x="570" y="223"/>
                    </a:cubicBezTo>
                    <a:cubicBezTo>
                      <a:pt x="570" y="222"/>
                      <a:pt x="569" y="222"/>
                      <a:pt x="569" y="222"/>
                    </a:cubicBezTo>
                    <a:cubicBezTo>
                      <a:pt x="568" y="221"/>
                      <a:pt x="567" y="221"/>
                      <a:pt x="567" y="221"/>
                    </a:cubicBezTo>
                    <a:cubicBezTo>
                      <a:pt x="566" y="221"/>
                      <a:pt x="566" y="220"/>
                      <a:pt x="565" y="220"/>
                    </a:cubicBezTo>
                    <a:cubicBezTo>
                      <a:pt x="565" y="220"/>
                      <a:pt x="565" y="220"/>
                      <a:pt x="565" y="220"/>
                    </a:cubicBezTo>
                    <a:cubicBezTo>
                      <a:pt x="564" y="220"/>
                      <a:pt x="563" y="220"/>
                      <a:pt x="562" y="219"/>
                    </a:cubicBezTo>
                    <a:cubicBezTo>
                      <a:pt x="561" y="219"/>
                      <a:pt x="559" y="219"/>
                      <a:pt x="558" y="219"/>
                    </a:cubicBezTo>
                    <a:cubicBezTo>
                      <a:pt x="557" y="219"/>
                      <a:pt x="556" y="219"/>
                      <a:pt x="555" y="219"/>
                    </a:cubicBezTo>
                    <a:cubicBezTo>
                      <a:pt x="554" y="219"/>
                      <a:pt x="553" y="219"/>
                      <a:pt x="552" y="218"/>
                    </a:cubicBezTo>
                    <a:cubicBezTo>
                      <a:pt x="551" y="218"/>
                      <a:pt x="550" y="218"/>
                      <a:pt x="549" y="218"/>
                    </a:cubicBezTo>
                    <a:cubicBezTo>
                      <a:pt x="547" y="218"/>
                      <a:pt x="545" y="218"/>
                      <a:pt x="543" y="217"/>
                    </a:cubicBezTo>
                    <a:cubicBezTo>
                      <a:pt x="539" y="216"/>
                      <a:pt x="535" y="215"/>
                      <a:pt x="531" y="214"/>
                    </a:cubicBezTo>
                    <a:cubicBezTo>
                      <a:pt x="528" y="213"/>
                      <a:pt x="526" y="212"/>
                      <a:pt x="523" y="211"/>
                    </a:cubicBezTo>
                    <a:cubicBezTo>
                      <a:pt x="522" y="210"/>
                      <a:pt x="521" y="209"/>
                      <a:pt x="520" y="208"/>
                    </a:cubicBezTo>
                    <a:cubicBezTo>
                      <a:pt x="518" y="207"/>
                      <a:pt x="517" y="207"/>
                      <a:pt x="516" y="206"/>
                    </a:cubicBezTo>
                    <a:cubicBezTo>
                      <a:pt x="514" y="204"/>
                      <a:pt x="513" y="203"/>
                      <a:pt x="511" y="202"/>
                    </a:cubicBezTo>
                    <a:cubicBezTo>
                      <a:pt x="510" y="201"/>
                      <a:pt x="509" y="201"/>
                      <a:pt x="508" y="200"/>
                    </a:cubicBezTo>
                    <a:cubicBezTo>
                      <a:pt x="506" y="198"/>
                      <a:pt x="504" y="196"/>
                      <a:pt x="502" y="194"/>
                    </a:cubicBezTo>
                    <a:cubicBezTo>
                      <a:pt x="501" y="193"/>
                      <a:pt x="500" y="192"/>
                      <a:pt x="499" y="192"/>
                    </a:cubicBezTo>
                    <a:cubicBezTo>
                      <a:pt x="498" y="191"/>
                      <a:pt x="498" y="191"/>
                      <a:pt x="497" y="190"/>
                    </a:cubicBezTo>
                    <a:cubicBezTo>
                      <a:pt x="495" y="189"/>
                      <a:pt x="494" y="187"/>
                      <a:pt x="492" y="187"/>
                    </a:cubicBezTo>
                    <a:cubicBezTo>
                      <a:pt x="491" y="186"/>
                      <a:pt x="490" y="185"/>
                      <a:pt x="489" y="184"/>
                    </a:cubicBezTo>
                    <a:cubicBezTo>
                      <a:pt x="488" y="183"/>
                      <a:pt x="487" y="183"/>
                      <a:pt x="485" y="182"/>
                    </a:cubicBezTo>
                    <a:cubicBezTo>
                      <a:pt x="485" y="182"/>
                      <a:pt x="484" y="182"/>
                      <a:pt x="484" y="182"/>
                    </a:cubicBezTo>
                    <a:cubicBezTo>
                      <a:pt x="483" y="182"/>
                      <a:pt x="483" y="181"/>
                      <a:pt x="482" y="181"/>
                    </a:cubicBezTo>
                    <a:cubicBezTo>
                      <a:pt x="481" y="181"/>
                      <a:pt x="480" y="180"/>
                      <a:pt x="479" y="179"/>
                    </a:cubicBezTo>
                    <a:cubicBezTo>
                      <a:pt x="478" y="179"/>
                      <a:pt x="477" y="179"/>
                      <a:pt x="476" y="178"/>
                    </a:cubicBezTo>
                    <a:cubicBezTo>
                      <a:pt x="475" y="178"/>
                      <a:pt x="474" y="178"/>
                      <a:pt x="473" y="178"/>
                    </a:cubicBezTo>
                    <a:cubicBezTo>
                      <a:pt x="472" y="178"/>
                      <a:pt x="471" y="178"/>
                      <a:pt x="470" y="177"/>
                    </a:cubicBezTo>
                    <a:cubicBezTo>
                      <a:pt x="468" y="177"/>
                      <a:pt x="467" y="177"/>
                      <a:pt x="466" y="176"/>
                    </a:cubicBezTo>
                    <a:cubicBezTo>
                      <a:pt x="463" y="176"/>
                      <a:pt x="460" y="175"/>
                      <a:pt x="457" y="174"/>
                    </a:cubicBezTo>
                    <a:cubicBezTo>
                      <a:pt x="456" y="174"/>
                      <a:pt x="454" y="174"/>
                      <a:pt x="453" y="174"/>
                    </a:cubicBezTo>
                    <a:cubicBezTo>
                      <a:pt x="451" y="173"/>
                      <a:pt x="450" y="173"/>
                      <a:pt x="448" y="173"/>
                    </a:cubicBezTo>
                    <a:cubicBezTo>
                      <a:pt x="446" y="172"/>
                      <a:pt x="444" y="172"/>
                      <a:pt x="442" y="172"/>
                    </a:cubicBezTo>
                    <a:cubicBezTo>
                      <a:pt x="441" y="171"/>
                      <a:pt x="439" y="171"/>
                      <a:pt x="437" y="171"/>
                    </a:cubicBezTo>
                    <a:cubicBezTo>
                      <a:pt x="435" y="170"/>
                      <a:pt x="433" y="170"/>
                      <a:pt x="431" y="170"/>
                    </a:cubicBezTo>
                    <a:cubicBezTo>
                      <a:pt x="429" y="169"/>
                      <a:pt x="428" y="169"/>
                      <a:pt x="426" y="168"/>
                    </a:cubicBezTo>
                    <a:cubicBezTo>
                      <a:pt x="424" y="168"/>
                      <a:pt x="422" y="167"/>
                      <a:pt x="420" y="166"/>
                    </a:cubicBezTo>
                    <a:cubicBezTo>
                      <a:pt x="418" y="166"/>
                      <a:pt x="416" y="165"/>
                      <a:pt x="414" y="164"/>
                    </a:cubicBezTo>
                    <a:cubicBezTo>
                      <a:pt x="413" y="164"/>
                      <a:pt x="413" y="164"/>
                      <a:pt x="412" y="163"/>
                    </a:cubicBezTo>
                    <a:cubicBezTo>
                      <a:pt x="411" y="163"/>
                      <a:pt x="410" y="163"/>
                      <a:pt x="410" y="163"/>
                    </a:cubicBezTo>
                    <a:cubicBezTo>
                      <a:pt x="409" y="162"/>
                      <a:pt x="409" y="162"/>
                      <a:pt x="408" y="162"/>
                    </a:cubicBezTo>
                    <a:cubicBezTo>
                      <a:pt x="408" y="161"/>
                      <a:pt x="407" y="161"/>
                      <a:pt x="406" y="161"/>
                    </a:cubicBezTo>
                    <a:cubicBezTo>
                      <a:pt x="406" y="161"/>
                      <a:pt x="405" y="161"/>
                      <a:pt x="404" y="160"/>
                    </a:cubicBezTo>
                    <a:cubicBezTo>
                      <a:pt x="403" y="160"/>
                      <a:pt x="401" y="159"/>
                      <a:pt x="400" y="158"/>
                    </a:cubicBezTo>
                    <a:cubicBezTo>
                      <a:pt x="398" y="157"/>
                      <a:pt x="395" y="156"/>
                      <a:pt x="393" y="155"/>
                    </a:cubicBezTo>
                    <a:cubicBezTo>
                      <a:pt x="391" y="153"/>
                      <a:pt x="389" y="152"/>
                      <a:pt x="386" y="151"/>
                    </a:cubicBezTo>
                    <a:cubicBezTo>
                      <a:pt x="385" y="150"/>
                      <a:pt x="384" y="150"/>
                      <a:pt x="383" y="149"/>
                    </a:cubicBezTo>
                    <a:cubicBezTo>
                      <a:pt x="381" y="148"/>
                      <a:pt x="380" y="147"/>
                      <a:pt x="379" y="146"/>
                    </a:cubicBezTo>
                    <a:cubicBezTo>
                      <a:pt x="378" y="145"/>
                      <a:pt x="377" y="145"/>
                      <a:pt x="376" y="144"/>
                    </a:cubicBezTo>
                    <a:cubicBezTo>
                      <a:pt x="375" y="143"/>
                      <a:pt x="374" y="142"/>
                      <a:pt x="373" y="141"/>
                    </a:cubicBezTo>
                    <a:cubicBezTo>
                      <a:pt x="372" y="139"/>
                      <a:pt x="370" y="137"/>
                      <a:pt x="369" y="135"/>
                    </a:cubicBezTo>
                    <a:cubicBezTo>
                      <a:pt x="367" y="134"/>
                      <a:pt x="367" y="132"/>
                      <a:pt x="366" y="130"/>
                    </a:cubicBezTo>
                    <a:cubicBezTo>
                      <a:pt x="365" y="128"/>
                      <a:pt x="364" y="127"/>
                      <a:pt x="363" y="125"/>
                    </a:cubicBezTo>
                    <a:cubicBezTo>
                      <a:pt x="362" y="125"/>
                      <a:pt x="362" y="124"/>
                      <a:pt x="361" y="124"/>
                    </a:cubicBezTo>
                    <a:cubicBezTo>
                      <a:pt x="361" y="123"/>
                      <a:pt x="360" y="122"/>
                      <a:pt x="360" y="122"/>
                    </a:cubicBezTo>
                    <a:cubicBezTo>
                      <a:pt x="360" y="121"/>
                      <a:pt x="359" y="121"/>
                      <a:pt x="359" y="120"/>
                    </a:cubicBezTo>
                    <a:cubicBezTo>
                      <a:pt x="358" y="119"/>
                      <a:pt x="357" y="118"/>
                      <a:pt x="356" y="117"/>
                    </a:cubicBezTo>
                    <a:cubicBezTo>
                      <a:pt x="356" y="116"/>
                      <a:pt x="355" y="115"/>
                      <a:pt x="355" y="114"/>
                    </a:cubicBezTo>
                    <a:cubicBezTo>
                      <a:pt x="354" y="113"/>
                      <a:pt x="353" y="112"/>
                      <a:pt x="353" y="111"/>
                    </a:cubicBezTo>
                    <a:cubicBezTo>
                      <a:pt x="352" y="109"/>
                      <a:pt x="352" y="108"/>
                      <a:pt x="351" y="106"/>
                    </a:cubicBezTo>
                    <a:cubicBezTo>
                      <a:pt x="351" y="105"/>
                      <a:pt x="350" y="104"/>
                      <a:pt x="350" y="103"/>
                    </a:cubicBezTo>
                    <a:cubicBezTo>
                      <a:pt x="349" y="102"/>
                      <a:pt x="349" y="101"/>
                      <a:pt x="348" y="101"/>
                    </a:cubicBezTo>
                    <a:cubicBezTo>
                      <a:pt x="347" y="100"/>
                      <a:pt x="347" y="99"/>
                      <a:pt x="346" y="98"/>
                    </a:cubicBezTo>
                    <a:cubicBezTo>
                      <a:pt x="346" y="97"/>
                      <a:pt x="345" y="97"/>
                      <a:pt x="345" y="96"/>
                    </a:cubicBezTo>
                    <a:cubicBezTo>
                      <a:pt x="344" y="95"/>
                      <a:pt x="344" y="94"/>
                      <a:pt x="343" y="93"/>
                    </a:cubicBezTo>
                    <a:cubicBezTo>
                      <a:pt x="342" y="91"/>
                      <a:pt x="341" y="89"/>
                      <a:pt x="339" y="88"/>
                    </a:cubicBezTo>
                    <a:cubicBezTo>
                      <a:pt x="338" y="87"/>
                      <a:pt x="337" y="86"/>
                      <a:pt x="336" y="86"/>
                    </a:cubicBezTo>
                    <a:cubicBezTo>
                      <a:pt x="335" y="85"/>
                      <a:pt x="334" y="83"/>
                      <a:pt x="333" y="83"/>
                    </a:cubicBezTo>
                    <a:cubicBezTo>
                      <a:pt x="331" y="81"/>
                      <a:pt x="329" y="80"/>
                      <a:pt x="327" y="79"/>
                    </a:cubicBezTo>
                    <a:cubicBezTo>
                      <a:pt x="325" y="78"/>
                      <a:pt x="323" y="77"/>
                      <a:pt x="321" y="76"/>
                    </a:cubicBezTo>
                    <a:cubicBezTo>
                      <a:pt x="320" y="75"/>
                      <a:pt x="318" y="74"/>
                      <a:pt x="316" y="74"/>
                    </a:cubicBezTo>
                    <a:cubicBezTo>
                      <a:pt x="315" y="73"/>
                      <a:pt x="313" y="72"/>
                      <a:pt x="312" y="72"/>
                    </a:cubicBezTo>
                    <a:cubicBezTo>
                      <a:pt x="311" y="72"/>
                      <a:pt x="309" y="71"/>
                      <a:pt x="308" y="70"/>
                    </a:cubicBezTo>
                    <a:cubicBezTo>
                      <a:pt x="307" y="70"/>
                      <a:pt x="306" y="70"/>
                      <a:pt x="305" y="70"/>
                    </a:cubicBezTo>
                    <a:cubicBezTo>
                      <a:pt x="304" y="69"/>
                      <a:pt x="303" y="69"/>
                      <a:pt x="302" y="69"/>
                    </a:cubicBezTo>
                    <a:cubicBezTo>
                      <a:pt x="301" y="69"/>
                      <a:pt x="300" y="69"/>
                      <a:pt x="299" y="69"/>
                    </a:cubicBezTo>
                    <a:cubicBezTo>
                      <a:pt x="297" y="69"/>
                      <a:pt x="295" y="68"/>
                      <a:pt x="293" y="68"/>
                    </a:cubicBezTo>
                    <a:cubicBezTo>
                      <a:pt x="292" y="68"/>
                      <a:pt x="291" y="68"/>
                      <a:pt x="290" y="68"/>
                    </a:cubicBezTo>
                    <a:cubicBezTo>
                      <a:pt x="288" y="68"/>
                      <a:pt x="287" y="68"/>
                      <a:pt x="285" y="68"/>
                    </a:cubicBezTo>
                    <a:cubicBezTo>
                      <a:pt x="282" y="67"/>
                      <a:pt x="278" y="66"/>
                      <a:pt x="275" y="65"/>
                    </a:cubicBezTo>
                    <a:cubicBezTo>
                      <a:pt x="273" y="65"/>
                      <a:pt x="272" y="65"/>
                      <a:pt x="271" y="65"/>
                    </a:cubicBezTo>
                    <a:cubicBezTo>
                      <a:pt x="269" y="65"/>
                      <a:pt x="268" y="64"/>
                      <a:pt x="266" y="64"/>
                    </a:cubicBezTo>
                    <a:cubicBezTo>
                      <a:pt x="263" y="63"/>
                      <a:pt x="259" y="63"/>
                      <a:pt x="256" y="63"/>
                    </a:cubicBezTo>
                    <a:cubicBezTo>
                      <a:pt x="254" y="62"/>
                      <a:pt x="252" y="62"/>
                      <a:pt x="250" y="62"/>
                    </a:cubicBezTo>
                    <a:cubicBezTo>
                      <a:pt x="249" y="62"/>
                      <a:pt x="247" y="61"/>
                      <a:pt x="246" y="61"/>
                    </a:cubicBezTo>
                    <a:cubicBezTo>
                      <a:pt x="243" y="61"/>
                      <a:pt x="241" y="60"/>
                      <a:pt x="239" y="60"/>
                    </a:cubicBezTo>
                    <a:cubicBezTo>
                      <a:pt x="238" y="60"/>
                      <a:pt x="237" y="60"/>
                      <a:pt x="236" y="59"/>
                    </a:cubicBezTo>
                    <a:cubicBezTo>
                      <a:pt x="235" y="59"/>
                      <a:pt x="234" y="59"/>
                      <a:pt x="234" y="59"/>
                    </a:cubicBezTo>
                    <a:cubicBezTo>
                      <a:pt x="233" y="59"/>
                      <a:pt x="232" y="59"/>
                      <a:pt x="232" y="58"/>
                    </a:cubicBezTo>
                    <a:cubicBezTo>
                      <a:pt x="230" y="58"/>
                      <a:pt x="229" y="57"/>
                      <a:pt x="227" y="57"/>
                    </a:cubicBezTo>
                    <a:cubicBezTo>
                      <a:pt x="226" y="56"/>
                      <a:pt x="224" y="55"/>
                      <a:pt x="223" y="55"/>
                    </a:cubicBezTo>
                    <a:cubicBezTo>
                      <a:pt x="221" y="54"/>
                      <a:pt x="219" y="54"/>
                      <a:pt x="217" y="53"/>
                    </a:cubicBezTo>
                    <a:cubicBezTo>
                      <a:pt x="215" y="53"/>
                      <a:pt x="214" y="52"/>
                      <a:pt x="212" y="52"/>
                    </a:cubicBezTo>
                    <a:cubicBezTo>
                      <a:pt x="210" y="51"/>
                      <a:pt x="208" y="52"/>
                      <a:pt x="206" y="52"/>
                    </a:cubicBezTo>
                    <a:cubicBezTo>
                      <a:pt x="204" y="52"/>
                      <a:pt x="201" y="52"/>
                      <a:pt x="199" y="52"/>
                    </a:cubicBezTo>
                    <a:cubicBezTo>
                      <a:pt x="198" y="53"/>
                      <a:pt x="196" y="54"/>
                      <a:pt x="194" y="55"/>
                    </a:cubicBezTo>
                    <a:cubicBezTo>
                      <a:pt x="193" y="55"/>
                      <a:pt x="191" y="56"/>
                      <a:pt x="190" y="57"/>
                    </a:cubicBezTo>
                    <a:cubicBezTo>
                      <a:pt x="188" y="59"/>
                      <a:pt x="187" y="59"/>
                      <a:pt x="186" y="60"/>
                    </a:cubicBezTo>
                    <a:cubicBezTo>
                      <a:pt x="184" y="62"/>
                      <a:pt x="183" y="63"/>
                      <a:pt x="182" y="65"/>
                    </a:cubicBezTo>
                    <a:cubicBezTo>
                      <a:pt x="181" y="66"/>
                      <a:pt x="180" y="66"/>
                      <a:pt x="179" y="67"/>
                    </a:cubicBezTo>
                    <a:cubicBezTo>
                      <a:pt x="178" y="68"/>
                      <a:pt x="178" y="69"/>
                      <a:pt x="177" y="70"/>
                    </a:cubicBezTo>
                    <a:cubicBezTo>
                      <a:pt x="176" y="70"/>
                      <a:pt x="175" y="71"/>
                      <a:pt x="174" y="72"/>
                    </a:cubicBezTo>
                    <a:cubicBezTo>
                      <a:pt x="174" y="72"/>
                      <a:pt x="173" y="73"/>
                      <a:pt x="172" y="73"/>
                    </a:cubicBezTo>
                    <a:cubicBezTo>
                      <a:pt x="172" y="74"/>
                      <a:pt x="171" y="75"/>
                      <a:pt x="171" y="75"/>
                    </a:cubicBezTo>
                    <a:cubicBezTo>
                      <a:pt x="170" y="75"/>
                      <a:pt x="170" y="76"/>
                      <a:pt x="169" y="76"/>
                    </a:cubicBezTo>
                    <a:cubicBezTo>
                      <a:pt x="168" y="77"/>
                      <a:pt x="166" y="76"/>
                      <a:pt x="165" y="76"/>
                    </a:cubicBezTo>
                    <a:cubicBezTo>
                      <a:pt x="164" y="76"/>
                      <a:pt x="162" y="76"/>
                      <a:pt x="161" y="76"/>
                    </a:cubicBezTo>
                    <a:cubicBezTo>
                      <a:pt x="160" y="76"/>
                      <a:pt x="159" y="75"/>
                      <a:pt x="158" y="74"/>
                    </a:cubicBezTo>
                    <a:cubicBezTo>
                      <a:pt x="157" y="73"/>
                      <a:pt x="156" y="72"/>
                      <a:pt x="154" y="72"/>
                    </a:cubicBezTo>
                    <a:cubicBezTo>
                      <a:pt x="153" y="71"/>
                      <a:pt x="151" y="71"/>
                      <a:pt x="149" y="71"/>
                    </a:cubicBezTo>
                    <a:cubicBezTo>
                      <a:pt x="148" y="71"/>
                      <a:pt x="147" y="71"/>
                      <a:pt x="145" y="71"/>
                    </a:cubicBezTo>
                    <a:cubicBezTo>
                      <a:pt x="144" y="72"/>
                      <a:pt x="143" y="73"/>
                      <a:pt x="142" y="73"/>
                    </a:cubicBezTo>
                    <a:cubicBezTo>
                      <a:pt x="140" y="75"/>
                      <a:pt x="138" y="76"/>
                      <a:pt x="136" y="77"/>
                    </a:cubicBezTo>
                    <a:cubicBezTo>
                      <a:pt x="135" y="77"/>
                      <a:pt x="133" y="78"/>
                      <a:pt x="131" y="78"/>
                    </a:cubicBezTo>
                    <a:cubicBezTo>
                      <a:pt x="128" y="78"/>
                      <a:pt x="125" y="78"/>
                      <a:pt x="122" y="78"/>
                    </a:cubicBezTo>
                    <a:cubicBezTo>
                      <a:pt x="120" y="78"/>
                      <a:pt x="118" y="79"/>
                      <a:pt x="116" y="79"/>
                    </a:cubicBezTo>
                    <a:cubicBezTo>
                      <a:pt x="114" y="80"/>
                      <a:pt x="112" y="80"/>
                      <a:pt x="110" y="80"/>
                    </a:cubicBezTo>
                    <a:cubicBezTo>
                      <a:pt x="108" y="81"/>
                      <a:pt x="107" y="81"/>
                      <a:pt x="105" y="81"/>
                    </a:cubicBezTo>
                    <a:cubicBezTo>
                      <a:pt x="103" y="81"/>
                      <a:pt x="101" y="82"/>
                      <a:pt x="99" y="82"/>
                    </a:cubicBezTo>
                    <a:cubicBezTo>
                      <a:pt x="98" y="82"/>
                      <a:pt x="97" y="82"/>
                      <a:pt x="97" y="82"/>
                    </a:cubicBezTo>
                    <a:cubicBezTo>
                      <a:pt x="94" y="86"/>
                      <a:pt x="94" y="86"/>
                      <a:pt x="94" y="86"/>
                    </a:cubicBezTo>
                    <a:cubicBezTo>
                      <a:pt x="94" y="83"/>
                      <a:pt x="94" y="83"/>
                      <a:pt x="94" y="83"/>
                    </a:cubicBezTo>
                    <a:cubicBezTo>
                      <a:pt x="94" y="83"/>
                      <a:pt x="94" y="83"/>
                      <a:pt x="94" y="83"/>
                    </a:cubicBezTo>
                    <a:cubicBezTo>
                      <a:pt x="95" y="82"/>
                      <a:pt x="95" y="82"/>
                      <a:pt x="96" y="82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2"/>
                      <a:pt x="95" y="82"/>
                      <a:pt x="94" y="83"/>
                    </a:cubicBezTo>
                    <a:cubicBezTo>
                      <a:pt x="93" y="83"/>
                      <a:pt x="92" y="83"/>
                      <a:pt x="92" y="83"/>
                    </a:cubicBezTo>
                    <a:cubicBezTo>
                      <a:pt x="91" y="83"/>
                      <a:pt x="90" y="83"/>
                      <a:pt x="90" y="83"/>
                    </a:cubicBezTo>
                    <a:cubicBezTo>
                      <a:pt x="89" y="83"/>
                      <a:pt x="88" y="83"/>
                      <a:pt x="87" y="83"/>
                    </a:cubicBezTo>
                    <a:cubicBezTo>
                      <a:pt x="85" y="83"/>
                      <a:pt x="84" y="83"/>
                      <a:pt x="82" y="83"/>
                    </a:cubicBezTo>
                    <a:cubicBezTo>
                      <a:pt x="81" y="83"/>
                      <a:pt x="80" y="84"/>
                      <a:pt x="79" y="84"/>
                    </a:cubicBezTo>
                    <a:cubicBezTo>
                      <a:pt x="78" y="84"/>
                      <a:pt x="76" y="84"/>
                      <a:pt x="75" y="84"/>
                    </a:cubicBezTo>
                    <a:cubicBezTo>
                      <a:pt x="71" y="83"/>
                      <a:pt x="68" y="84"/>
                      <a:pt x="64" y="84"/>
                    </a:cubicBezTo>
                    <a:cubicBezTo>
                      <a:pt x="63" y="84"/>
                      <a:pt x="61" y="83"/>
                      <a:pt x="60" y="84"/>
                    </a:cubicBezTo>
                    <a:cubicBezTo>
                      <a:pt x="59" y="84"/>
                      <a:pt x="58" y="84"/>
                      <a:pt x="57" y="84"/>
                    </a:cubicBezTo>
                    <a:cubicBezTo>
                      <a:pt x="51" y="84"/>
                      <a:pt x="46" y="85"/>
                      <a:pt x="41" y="85"/>
                    </a:cubicBezTo>
                    <a:cubicBezTo>
                      <a:pt x="39" y="85"/>
                      <a:pt x="37" y="85"/>
                      <a:pt x="35" y="85"/>
                    </a:cubicBezTo>
                    <a:cubicBezTo>
                      <a:pt x="33" y="85"/>
                      <a:pt x="31" y="84"/>
                      <a:pt x="29" y="84"/>
                    </a:cubicBezTo>
                    <a:cubicBezTo>
                      <a:pt x="26" y="84"/>
                      <a:pt x="24" y="83"/>
                      <a:pt x="22" y="83"/>
                    </a:cubicBezTo>
                    <a:cubicBezTo>
                      <a:pt x="20" y="82"/>
                      <a:pt x="19" y="81"/>
                      <a:pt x="18" y="80"/>
                    </a:cubicBezTo>
                    <a:cubicBezTo>
                      <a:pt x="15" y="78"/>
                      <a:pt x="13" y="76"/>
                      <a:pt x="11" y="74"/>
                    </a:cubicBezTo>
                    <a:cubicBezTo>
                      <a:pt x="9" y="73"/>
                      <a:pt x="8" y="72"/>
                      <a:pt x="6" y="70"/>
                    </a:cubicBezTo>
                    <a:cubicBezTo>
                      <a:pt x="6" y="69"/>
                      <a:pt x="5" y="69"/>
                      <a:pt x="4" y="68"/>
                    </a:cubicBezTo>
                    <a:cubicBezTo>
                      <a:pt x="4" y="67"/>
                      <a:pt x="4" y="66"/>
                      <a:pt x="3" y="66"/>
                    </a:cubicBezTo>
                    <a:cubicBezTo>
                      <a:pt x="3" y="64"/>
                      <a:pt x="2" y="62"/>
                      <a:pt x="1" y="60"/>
                    </a:cubicBezTo>
                    <a:cubicBezTo>
                      <a:pt x="1" y="59"/>
                      <a:pt x="1" y="58"/>
                      <a:pt x="1" y="57"/>
                    </a:cubicBezTo>
                    <a:cubicBezTo>
                      <a:pt x="1" y="57"/>
                      <a:pt x="0" y="56"/>
                      <a:pt x="0" y="55"/>
                    </a:cubicBezTo>
                    <a:cubicBezTo>
                      <a:pt x="0" y="54"/>
                      <a:pt x="1" y="53"/>
                      <a:pt x="1" y="53"/>
                    </a:cubicBezTo>
                    <a:cubicBezTo>
                      <a:pt x="1" y="52"/>
                      <a:pt x="1" y="51"/>
                      <a:pt x="1" y="50"/>
                    </a:cubicBezTo>
                    <a:cubicBezTo>
                      <a:pt x="1" y="49"/>
                      <a:pt x="2" y="48"/>
                      <a:pt x="2" y="47"/>
                    </a:cubicBezTo>
                    <a:cubicBezTo>
                      <a:pt x="2" y="47"/>
                      <a:pt x="3" y="46"/>
                      <a:pt x="3" y="45"/>
                    </a:cubicBezTo>
                    <a:cubicBezTo>
                      <a:pt x="4" y="43"/>
                      <a:pt x="4" y="41"/>
                      <a:pt x="6" y="40"/>
                    </a:cubicBezTo>
                    <a:cubicBezTo>
                      <a:pt x="6" y="39"/>
                      <a:pt x="7" y="39"/>
                      <a:pt x="8" y="38"/>
                    </a:cubicBezTo>
                    <a:cubicBezTo>
                      <a:pt x="9" y="37"/>
                      <a:pt x="9" y="37"/>
                      <a:pt x="10" y="36"/>
                    </a:cubicBezTo>
                    <a:cubicBezTo>
                      <a:pt x="11" y="35"/>
                      <a:pt x="12" y="34"/>
                      <a:pt x="12" y="34"/>
                    </a:cubicBezTo>
                    <a:cubicBezTo>
                      <a:pt x="13" y="32"/>
                      <a:pt x="14" y="31"/>
                      <a:pt x="15" y="30"/>
                    </a:cubicBezTo>
                    <a:cubicBezTo>
                      <a:pt x="16" y="28"/>
                      <a:pt x="17" y="27"/>
                      <a:pt x="18" y="26"/>
                    </a:cubicBezTo>
                    <a:cubicBezTo>
                      <a:pt x="19" y="25"/>
                      <a:pt x="20" y="24"/>
                      <a:pt x="20" y="24"/>
                    </a:cubicBezTo>
                    <a:cubicBezTo>
                      <a:pt x="21" y="23"/>
                      <a:pt x="22" y="22"/>
                      <a:pt x="22" y="20"/>
                    </a:cubicBezTo>
                    <a:cubicBezTo>
                      <a:pt x="22" y="19"/>
                      <a:pt x="21" y="19"/>
                      <a:pt x="21" y="18"/>
                    </a:cubicBezTo>
                    <a:cubicBezTo>
                      <a:pt x="21" y="16"/>
                      <a:pt x="21" y="15"/>
                      <a:pt x="20" y="14"/>
                    </a:cubicBezTo>
                    <a:cubicBezTo>
                      <a:pt x="19" y="12"/>
                      <a:pt x="19" y="9"/>
                      <a:pt x="19" y="7"/>
                    </a:cubicBezTo>
                    <a:cubicBezTo>
                      <a:pt x="19" y="4"/>
                      <a:pt x="19" y="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7" y="6"/>
                      <a:pt x="30" y="10"/>
                      <a:pt x="33" y="13"/>
                    </a:cubicBezTo>
                    <a:cubicBezTo>
                      <a:pt x="35" y="14"/>
                      <a:pt x="37" y="15"/>
                      <a:pt x="39" y="17"/>
                    </a:cubicBezTo>
                    <a:cubicBezTo>
                      <a:pt x="41" y="18"/>
                      <a:pt x="43" y="19"/>
                      <a:pt x="44" y="20"/>
                    </a:cubicBezTo>
                    <a:cubicBezTo>
                      <a:pt x="48" y="23"/>
                      <a:pt x="53" y="26"/>
                      <a:pt x="58" y="27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71" y="33"/>
                      <a:pt x="74" y="34"/>
                      <a:pt x="77" y="34"/>
                    </a:cubicBezTo>
                    <a:cubicBezTo>
                      <a:pt x="79" y="35"/>
                      <a:pt x="80" y="35"/>
                      <a:pt x="82" y="34"/>
                    </a:cubicBezTo>
                    <a:cubicBezTo>
                      <a:pt x="83" y="33"/>
                      <a:pt x="85" y="31"/>
                      <a:pt x="87" y="30"/>
                    </a:cubicBezTo>
                    <a:cubicBezTo>
                      <a:pt x="89" y="29"/>
                      <a:pt x="91" y="29"/>
                      <a:pt x="93" y="28"/>
                    </a:cubicBezTo>
                    <a:cubicBezTo>
                      <a:pt x="95" y="26"/>
                      <a:pt x="98" y="25"/>
                      <a:pt x="101" y="23"/>
                    </a:cubicBezTo>
                    <a:cubicBezTo>
                      <a:pt x="104" y="21"/>
                      <a:pt x="108" y="18"/>
                      <a:pt x="111" y="15"/>
                    </a:cubicBezTo>
                    <a:cubicBezTo>
                      <a:pt x="114" y="13"/>
                      <a:pt x="116" y="12"/>
                      <a:pt x="119" y="11"/>
                    </a:cubicBezTo>
                    <a:cubicBezTo>
                      <a:pt x="121" y="11"/>
                      <a:pt x="124" y="10"/>
                      <a:pt x="126" y="10"/>
                    </a:cubicBezTo>
                    <a:cubicBezTo>
                      <a:pt x="129" y="10"/>
                      <a:pt x="131" y="10"/>
                      <a:pt x="133" y="11"/>
                    </a:cubicBezTo>
                    <a:cubicBezTo>
                      <a:pt x="136" y="12"/>
                      <a:pt x="138" y="13"/>
                      <a:pt x="140" y="14"/>
                    </a:cubicBezTo>
                    <a:cubicBezTo>
                      <a:pt x="145" y="16"/>
                      <a:pt x="150" y="20"/>
                      <a:pt x="155" y="19"/>
                    </a:cubicBezTo>
                    <a:cubicBezTo>
                      <a:pt x="157" y="18"/>
                      <a:pt x="158" y="18"/>
                      <a:pt x="159" y="17"/>
                    </a:cubicBezTo>
                    <a:cubicBezTo>
                      <a:pt x="161" y="17"/>
                      <a:pt x="163" y="16"/>
                      <a:pt x="165" y="16"/>
                    </a:cubicBezTo>
                    <a:cubicBezTo>
                      <a:pt x="169" y="15"/>
                      <a:pt x="172" y="14"/>
                      <a:pt x="175" y="12"/>
                    </a:cubicBezTo>
                    <a:cubicBezTo>
                      <a:pt x="178" y="10"/>
                      <a:pt x="183" y="10"/>
                      <a:pt x="187" y="10"/>
                    </a:cubicBezTo>
                    <a:cubicBezTo>
                      <a:pt x="189" y="10"/>
                      <a:pt x="191" y="9"/>
                      <a:pt x="194" y="9"/>
                    </a:cubicBezTo>
                    <a:cubicBezTo>
                      <a:pt x="195" y="9"/>
                      <a:pt x="196" y="9"/>
                      <a:pt x="197" y="9"/>
                    </a:cubicBezTo>
                    <a:cubicBezTo>
                      <a:pt x="199" y="9"/>
                      <a:pt x="200" y="9"/>
                      <a:pt x="201" y="10"/>
                    </a:cubicBezTo>
                    <a:cubicBezTo>
                      <a:pt x="203" y="10"/>
                      <a:pt x="205" y="12"/>
                      <a:pt x="206" y="13"/>
                    </a:cubicBezTo>
                    <a:cubicBezTo>
                      <a:pt x="208" y="14"/>
                      <a:pt x="209" y="15"/>
                      <a:pt x="211" y="17"/>
                    </a:cubicBezTo>
                    <a:cubicBezTo>
                      <a:pt x="213" y="19"/>
                      <a:pt x="216" y="22"/>
                      <a:pt x="219" y="22"/>
                    </a:cubicBezTo>
                    <a:cubicBezTo>
                      <a:pt x="222" y="22"/>
                      <a:pt x="224" y="21"/>
                      <a:pt x="226" y="21"/>
                    </a:cubicBezTo>
                    <a:cubicBezTo>
                      <a:pt x="230" y="20"/>
                      <a:pt x="233" y="20"/>
                      <a:pt x="237" y="20"/>
                    </a:cubicBezTo>
                    <a:cubicBezTo>
                      <a:pt x="240" y="20"/>
                      <a:pt x="243" y="20"/>
                      <a:pt x="246" y="20"/>
                    </a:cubicBezTo>
                    <a:cubicBezTo>
                      <a:pt x="249" y="20"/>
                      <a:pt x="251" y="23"/>
                      <a:pt x="253" y="25"/>
                    </a:cubicBezTo>
                    <a:cubicBezTo>
                      <a:pt x="255" y="27"/>
                      <a:pt x="257" y="30"/>
                      <a:pt x="259" y="32"/>
                    </a:cubicBezTo>
                    <a:cubicBezTo>
                      <a:pt x="263" y="35"/>
                      <a:pt x="269" y="29"/>
                      <a:pt x="273" y="28"/>
                    </a:cubicBezTo>
                    <a:cubicBezTo>
                      <a:pt x="274" y="28"/>
                      <a:pt x="273" y="28"/>
                      <a:pt x="273" y="29"/>
                    </a:cubicBezTo>
                    <a:cubicBezTo>
                      <a:pt x="275" y="28"/>
                      <a:pt x="276" y="28"/>
                      <a:pt x="278" y="28"/>
                    </a:cubicBezTo>
                    <a:cubicBezTo>
                      <a:pt x="281" y="28"/>
                      <a:pt x="283" y="27"/>
                      <a:pt x="286" y="28"/>
                    </a:cubicBezTo>
                    <a:cubicBezTo>
                      <a:pt x="289" y="30"/>
                      <a:pt x="292" y="31"/>
                      <a:pt x="295" y="32"/>
                    </a:cubicBezTo>
                    <a:cubicBezTo>
                      <a:pt x="298" y="33"/>
                      <a:pt x="299" y="34"/>
                      <a:pt x="302" y="36"/>
                    </a:cubicBezTo>
                    <a:cubicBezTo>
                      <a:pt x="303" y="37"/>
                      <a:pt x="305" y="37"/>
                      <a:pt x="306" y="38"/>
                    </a:cubicBezTo>
                    <a:cubicBezTo>
                      <a:pt x="307" y="39"/>
                      <a:pt x="308" y="41"/>
                      <a:pt x="309" y="42"/>
                    </a:cubicBezTo>
                    <a:cubicBezTo>
                      <a:pt x="311" y="45"/>
                      <a:pt x="313" y="46"/>
                      <a:pt x="315" y="48"/>
                    </a:cubicBezTo>
                    <a:cubicBezTo>
                      <a:pt x="317" y="51"/>
                      <a:pt x="320" y="53"/>
                      <a:pt x="323" y="55"/>
                    </a:cubicBezTo>
                    <a:cubicBezTo>
                      <a:pt x="324" y="56"/>
                      <a:pt x="326" y="57"/>
                      <a:pt x="327" y="58"/>
                    </a:cubicBezTo>
                    <a:cubicBezTo>
                      <a:pt x="329" y="59"/>
                      <a:pt x="331" y="60"/>
                      <a:pt x="333" y="61"/>
                    </a:cubicBezTo>
                    <a:cubicBezTo>
                      <a:pt x="336" y="64"/>
                      <a:pt x="338" y="66"/>
                      <a:pt x="342" y="68"/>
                    </a:cubicBezTo>
                    <a:cubicBezTo>
                      <a:pt x="344" y="70"/>
                      <a:pt x="347" y="70"/>
                      <a:pt x="350" y="71"/>
                    </a:cubicBezTo>
                    <a:cubicBezTo>
                      <a:pt x="353" y="72"/>
                      <a:pt x="355" y="74"/>
                      <a:pt x="357" y="75"/>
                    </a:cubicBezTo>
                    <a:cubicBezTo>
                      <a:pt x="358" y="76"/>
                      <a:pt x="360" y="77"/>
                      <a:pt x="360" y="79"/>
                    </a:cubicBezTo>
                    <a:cubicBezTo>
                      <a:pt x="362" y="84"/>
                      <a:pt x="358" y="88"/>
                      <a:pt x="359" y="93"/>
                    </a:cubicBezTo>
                    <a:cubicBezTo>
                      <a:pt x="360" y="95"/>
                      <a:pt x="361" y="95"/>
                      <a:pt x="363" y="96"/>
                    </a:cubicBezTo>
                    <a:cubicBezTo>
                      <a:pt x="364" y="97"/>
                      <a:pt x="366" y="99"/>
                      <a:pt x="368" y="99"/>
                    </a:cubicBezTo>
                    <a:cubicBezTo>
                      <a:pt x="369" y="100"/>
                      <a:pt x="370" y="100"/>
                      <a:pt x="371" y="101"/>
                    </a:cubicBezTo>
                    <a:cubicBezTo>
                      <a:pt x="373" y="102"/>
                      <a:pt x="375" y="102"/>
                      <a:pt x="376" y="104"/>
                    </a:cubicBezTo>
                    <a:cubicBezTo>
                      <a:pt x="378" y="105"/>
                      <a:pt x="380" y="107"/>
                      <a:pt x="382" y="108"/>
                    </a:cubicBezTo>
                    <a:cubicBezTo>
                      <a:pt x="384" y="109"/>
                      <a:pt x="387" y="111"/>
                      <a:pt x="390" y="112"/>
                    </a:cubicBezTo>
                    <a:cubicBezTo>
                      <a:pt x="395" y="114"/>
                      <a:pt x="400" y="117"/>
                      <a:pt x="405" y="119"/>
                    </a:cubicBezTo>
                    <a:cubicBezTo>
                      <a:pt x="409" y="122"/>
                      <a:pt x="413" y="125"/>
                      <a:pt x="418" y="127"/>
                    </a:cubicBezTo>
                    <a:cubicBezTo>
                      <a:pt x="420" y="128"/>
                      <a:pt x="423" y="129"/>
                      <a:pt x="425" y="129"/>
                    </a:cubicBezTo>
                    <a:cubicBezTo>
                      <a:pt x="428" y="129"/>
                      <a:pt x="431" y="129"/>
                      <a:pt x="434" y="130"/>
                    </a:cubicBezTo>
                    <a:cubicBezTo>
                      <a:pt x="439" y="132"/>
                      <a:pt x="443" y="135"/>
                      <a:pt x="448" y="137"/>
                    </a:cubicBezTo>
                    <a:cubicBezTo>
                      <a:pt x="450" y="137"/>
                      <a:pt x="452" y="137"/>
                      <a:pt x="454" y="138"/>
                    </a:cubicBezTo>
                    <a:cubicBezTo>
                      <a:pt x="457" y="138"/>
                      <a:pt x="459" y="139"/>
                      <a:pt x="461" y="140"/>
                    </a:cubicBezTo>
                    <a:cubicBezTo>
                      <a:pt x="464" y="142"/>
                      <a:pt x="468" y="143"/>
                      <a:pt x="471" y="144"/>
                    </a:cubicBezTo>
                    <a:cubicBezTo>
                      <a:pt x="474" y="146"/>
                      <a:pt x="476" y="147"/>
                      <a:pt x="478" y="149"/>
                    </a:cubicBezTo>
                    <a:cubicBezTo>
                      <a:pt x="481" y="151"/>
                      <a:pt x="482" y="153"/>
                      <a:pt x="485" y="155"/>
                    </a:cubicBezTo>
                    <a:cubicBezTo>
                      <a:pt x="488" y="158"/>
                      <a:pt x="491" y="160"/>
                      <a:pt x="494" y="163"/>
                    </a:cubicBezTo>
                    <a:cubicBezTo>
                      <a:pt x="498" y="167"/>
                      <a:pt x="501" y="171"/>
                      <a:pt x="505" y="174"/>
                    </a:cubicBezTo>
                    <a:cubicBezTo>
                      <a:pt x="508" y="177"/>
                      <a:pt x="511" y="179"/>
                      <a:pt x="514" y="182"/>
                    </a:cubicBezTo>
                    <a:cubicBezTo>
                      <a:pt x="519" y="185"/>
                      <a:pt x="523" y="188"/>
                      <a:pt x="527" y="191"/>
                    </a:cubicBezTo>
                    <a:cubicBezTo>
                      <a:pt x="531" y="194"/>
                      <a:pt x="534" y="196"/>
                      <a:pt x="537" y="199"/>
                    </a:cubicBezTo>
                    <a:cubicBezTo>
                      <a:pt x="539" y="201"/>
                      <a:pt x="542" y="203"/>
                      <a:pt x="545" y="204"/>
                    </a:cubicBezTo>
                    <a:cubicBezTo>
                      <a:pt x="550" y="207"/>
                      <a:pt x="556" y="208"/>
                      <a:pt x="560" y="212"/>
                    </a:cubicBezTo>
                    <a:cubicBezTo>
                      <a:pt x="562" y="214"/>
                      <a:pt x="564" y="215"/>
                      <a:pt x="566" y="217"/>
                    </a:cubicBezTo>
                    <a:cubicBezTo>
                      <a:pt x="568" y="219"/>
                      <a:pt x="571" y="220"/>
                      <a:pt x="573" y="220"/>
                    </a:cubicBezTo>
                    <a:cubicBezTo>
                      <a:pt x="577" y="222"/>
                      <a:pt x="582" y="223"/>
                      <a:pt x="586" y="224"/>
                    </a:cubicBezTo>
                    <a:cubicBezTo>
                      <a:pt x="588" y="225"/>
                      <a:pt x="590" y="225"/>
                      <a:pt x="593" y="225"/>
                    </a:cubicBezTo>
                    <a:cubicBezTo>
                      <a:pt x="596" y="225"/>
                      <a:pt x="599" y="226"/>
                      <a:pt x="602" y="226"/>
                    </a:cubicBezTo>
                    <a:cubicBezTo>
                      <a:pt x="605" y="226"/>
                      <a:pt x="608" y="226"/>
                      <a:pt x="611" y="225"/>
                    </a:cubicBezTo>
                    <a:cubicBezTo>
                      <a:pt x="616" y="225"/>
                      <a:pt x="621" y="225"/>
                      <a:pt x="625" y="229"/>
                    </a:cubicBezTo>
                    <a:cubicBezTo>
                      <a:pt x="626" y="231"/>
                      <a:pt x="628" y="232"/>
                      <a:pt x="630" y="234"/>
                    </a:cubicBezTo>
                    <a:cubicBezTo>
                      <a:pt x="632" y="235"/>
                      <a:pt x="633" y="236"/>
                      <a:pt x="635" y="237"/>
                    </a:cubicBezTo>
                    <a:cubicBezTo>
                      <a:pt x="637" y="239"/>
                      <a:pt x="640" y="240"/>
                      <a:pt x="643" y="241"/>
                    </a:cubicBezTo>
                    <a:cubicBezTo>
                      <a:pt x="647" y="242"/>
                      <a:pt x="651" y="242"/>
                      <a:pt x="655" y="243"/>
                    </a:cubicBezTo>
                    <a:cubicBezTo>
                      <a:pt x="658" y="243"/>
                      <a:pt x="662" y="243"/>
                      <a:pt x="665" y="244"/>
                    </a:cubicBezTo>
                    <a:cubicBezTo>
                      <a:pt x="669" y="244"/>
                      <a:pt x="672" y="245"/>
                      <a:pt x="675" y="246"/>
                    </a:cubicBezTo>
                    <a:cubicBezTo>
                      <a:pt x="680" y="247"/>
                      <a:pt x="685" y="248"/>
                      <a:pt x="690" y="249"/>
                    </a:cubicBezTo>
                    <a:cubicBezTo>
                      <a:pt x="692" y="250"/>
                      <a:pt x="693" y="251"/>
                      <a:pt x="695" y="252"/>
                    </a:cubicBezTo>
                    <a:cubicBezTo>
                      <a:pt x="697" y="252"/>
                      <a:pt x="700" y="253"/>
                      <a:pt x="702" y="254"/>
                    </a:cubicBezTo>
                    <a:cubicBezTo>
                      <a:pt x="710" y="257"/>
                      <a:pt x="717" y="263"/>
                      <a:pt x="725" y="267"/>
                    </a:cubicBezTo>
                    <a:cubicBezTo>
                      <a:pt x="733" y="269"/>
                      <a:pt x="740" y="272"/>
                      <a:pt x="748" y="275"/>
                    </a:cubicBezTo>
                    <a:cubicBezTo>
                      <a:pt x="750" y="277"/>
                      <a:pt x="752" y="279"/>
                      <a:pt x="754" y="280"/>
                    </a:cubicBezTo>
                    <a:cubicBezTo>
                      <a:pt x="756" y="282"/>
                      <a:pt x="758" y="282"/>
                      <a:pt x="760" y="283"/>
                    </a:cubicBezTo>
                    <a:cubicBezTo>
                      <a:pt x="761" y="284"/>
                      <a:pt x="763" y="285"/>
                      <a:pt x="766" y="285"/>
                    </a:cubicBezTo>
                    <a:cubicBezTo>
                      <a:pt x="768" y="285"/>
                      <a:pt x="770" y="286"/>
                      <a:pt x="773" y="287"/>
                    </a:cubicBezTo>
                    <a:cubicBezTo>
                      <a:pt x="776" y="288"/>
                      <a:pt x="779" y="289"/>
                      <a:pt x="783" y="290"/>
                    </a:cubicBezTo>
                    <a:cubicBezTo>
                      <a:pt x="786" y="291"/>
                      <a:pt x="791" y="293"/>
                      <a:pt x="794" y="295"/>
                    </a:cubicBezTo>
                    <a:cubicBezTo>
                      <a:pt x="798" y="297"/>
                      <a:pt x="802" y="300"/>
                      <a:pt x="805" y="303"/>
                    </a:cubicBezTo>
                    <a:cubicBezTo>
                      <a:pt x="807" y="306"/>
                      <a:pt x="812" y="308"/>
                      <a:pt x="816" y="309"/>
                    </a:cubicBezTo>
                    <a:cubicBezTo>
                      <a:pt x="815" y="309"/>
                      <a:pt x="816" y="309"/>
                      <a:pt x="816" y="309"/>
                    </a:cubicBezTo>
                    <a:cubicBezTo>
                      <a:pt x="818" y="310"/>
                      <a:pt x="820" y="312"/>
                      <a:pt x="822" y="313"/>
                    </a:cubicBezTo>
                    <a:cubicBezTo>
                      <a:pt x="825" y="315"/>
                      <a:pt x="827" y="319"/>
                      <a:pt x="830" y="322"/>
                    </a:cubicBezTo>
                    <a:cubicBezTo>
                      <a:pt x="832" y="323"/>
                      <a:pt x="833" y="324"/>
                      <a:pt x="835" y="3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3" name="Freeform 3663">
                <a:extLst>
                  <a:ext uri="{FF2B5EF4-FFF2-40B4-BE49-F238E27FC236}">
                    <a16:creationId xmlns:a16="http://schemas.microsoft.com/office/drawing/2014/main" id="{E9E493D9-5903-8D40-A8E1-AF4A6A6E7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1" y="2722"/>
                <a:ext cx="34" cy="53"/>
              </a:xfrm>
              <a:custGeom>
                <a:avLst/>
                <a:gdLst>
                  <a:gd name="T0" fmla="*/ 61 w 83"/>
                  <a:gd name="T1" fmla="*/ 109 h 129"/>
                  <a:gd name="T2" fmla="*/ 61 w 83"/>
                  <a:gd name="T3" fmla="*/ 120 h 129"/>
                  <a:gd name="T4" fmla="*/ 58 w 83"/>
                  <a:gd name="T5" fmla="*/ 127 h 129"/>
                  <a:gd name="T6" fmla="*/ 31 w 83"/>
                  <a:gd name="T7" fmla="*/ 115 h 129"/>
                  <a:gd name="T8" fmla="*/ 15 w 83"/>
                  <a:gd name="T9" fmla="*/ 122 h 129"/>
                  <a:gd name="T10" fmla="*/ 14 w 83"/>
                  <a:gd name="T11" fmla="*/ 122 h 129"/>
                  <a:gd name="T12" fmla="*/ 4 w 83"/>
                  <a:gd name="T13" fmla="*/ 99 h 129"/>
                  <a:gd name="T14" fmla="*/ 12 w 83"/>
                  <a:gd name="T15" fmla="*/ 90 h 129"/>
                  <a:gd name="T16" fmla="*/ 14 w 83"/>
                  <a:gd name="T17" fmla="*/ 79 h 129"/>
                  <a:gd name="T18" fmla="*/ 4 w 83"/>
                  <a:gd name="T19" fmla="*/ 64 h 129"/>
                  <a:gd name="T20" fmla="*/ 2 w 83"/>
                  <a:gd name="T21" fmla="*/ 52 h 129"/>
                  <a:gd name="T22" fmla="*/ 11 w 83"/>
                  <a:gd name="T23" fmla="*/ 41 h 129"/>
                  <a:gd name="T24" fmla="*/ 15 w 83"/>
                  <a:gd name="T25" fmla="*/ 27 h 129"/>
                  <a:gd name="T26" fmla="*/ 18 w 83"/>
                  <a:gd name="T27" fmla="*/ 10 h 129"/>
                  <a:gd name="T28" fmla="*/ 23 w 83"/>
                  <a:gd name="T29" fmla="*/ 0 h 129"/>
                  <a:gd name="T30" fmla="*/ 27 w 83"/>
                  <a:gd name="T31" fmla="*/ 9 h 129"/>
                  <a:gd name="T32" fmla="*/ 31 w 83"/>
                  <a:gd name="T33" fmla="*/ 23 h 129"/>
                  <a:gd name="T34" fmla="*/ 35 w 83"/>
                  <a:gd name="T35" fmla="*/ 35 h 129"/>
                  <a:gd name="T36" fmla="*/ 37 w 83"/>
                  <a:gd name="T37" fmla="*/ 49 h 129"/>
                  <a:gd name="T38" fmla="*/ 45 w 83"/>
                  <a:gd name="T39" fmla="*/ 59 h 129"/>
                  <a:gd name="T40" fmla="*/ 54 w 83"/>
                  <a:gd name="T41" fmla="*/ 68 h 129"/>
                  <a:gd name="T42" fmla="*/ 64 w 83"/>
                  <a:gd name="T43" fmla="*/ 74 h 129"/>
                  <a:gd name="T44" fmla="*/ 76 w 83"/>
                  <a:gd name="T45" fmla="*/ 85 h 129"/>
                  <a:gd name="T46" fmla="*/ 81 w 83"/>
                  <a:gd name="T47" fmla="*/ 93 h 129"/>
                  <a:gd name="T48" fmla="*/ 83 w 83"/>
                  <a:gd name="T49" fmla="*/ 99 h 129"/>
                  <a:gd name="T50" fmla="*/ 61 w 83"/>
                  <a:gd name="T51" fmla="*/ 10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3" h="129">
                    <a:moveTo>
                      <a:pt x="61" y="109"/>
                    </a:moveTo>
                    <a:cubicBezTo>
                      <a:pt x="61" y="109"/>
                      <a:pt x="58" y="114"/>
                      <a:pt x="61" y="120"/>
                    </a:cubicBezTo>
                    <a:cubicBezTo>
                      <a:pt x="65" y="126"/>
                      <a:pt x="63" y="129"/>
                      <a:pt x="58" y="127"/>
                    </a:cubicBezTo>
                    <a:cubicBezTo>
                      <a:pt x="53" y="126"/>
                      <a:pt x="40" y="113"/>
                      <a:pt x="31" y="115"/>
                    </a:cubicBezTo>
                    <a:cubicBezTo>
                      <a:pt x="25" y="116"/>
                      <a:pt x="16" y="119"/>
                      <a:pt x="15" y="122"/>
                    </a:cubicBezTo>
                    <a:cubicBezTo>
                      <a:pt x="15" y="122"/>
                      <a:pt x="14" y="122"/>
                      <a:pt x="14" y="122"/>
                    </a:cubicBezTo>
                    <a:cubicBezTo>
                      <a:pt x="5" y="119"/>
                      <a:pt x="1" y="108"/>
                      <a:pt x="4" y="99"/>
                    </a:cubicBezTo>
                    <a:cubicBezTo>
                      <a:pt x="6" y="95"/>
                      <a:pt x="9" y="93"/>
                      <a:pt x="12" y="90"/>
                    </a:cubicBezTo>
                    <a:cubicBezTo>
                      <a:pt x="14" y="87"/>
                      <a:pt x="15" y="83"/>
                      <a:pt x="14" y="79"/>
                    </a:cubicBezTo>
                    <a:cubicBezTo>
                      <a:pt x="12" y="73"/>
                      <a:pt x="8" y="69"/>
                      <a:pt x="4" y="64"/>
                    </a:cubicBezTo>
                    <a:cubicBezTo>
                      <a:pt x="2" y="60"/>
                      <a:pt x="0" y="57"/>
                      <a:pt x="2" y="52"/>
                    </a:cubicBezTo>
                    <a:cubicBezTo>
                      <a:pt x="4" y="48"/>
                      <a:pt x="8" y="45"/>
                      <a:pt x="11" y="41"/>
                    </a:cubicBezTo>
                    <a:cubicBezTo>
                      <a:pt x="13" y="37"/>
                      <a:pt x="14" y="32"/>
                      <a:pt x="15" y="27"/>
                    </a:cubicBezTo>
                    <a:cubicBezTo>
                      <a:pt x="15" y="22"/>
                      <a:pt x="16" y="16"/>
                      <a:pt x="18" y="10"/>
                    </a:cubicBezTo>
                    <a:cubicBezTo>
                      <a:pt x="18" y="8"/>
                      <a:pt x="21" y="0"/>
                      <a:pt x="23" y="0"/>
                    </a:cubicBezTo>
                    <a:cubicBezTo>
                      <a:pt x="26" y="0"/>
                      <a:pt x="26" y="8"/>
                      <a:pt x="27" y="9"/>
                    </a:cubicBezTo>
                    <a:cubicBezTo>
                      <a:pt x="28" y="14"/>
                      <a:pt x="29" y="18"/>
                      <a:pt x="31" y="23"/>
                    </a:cubicBezTo>
                    <a:cubicBezTo>
                      <a:pt x="33" y="27"/>
                      <a:pt x="34" y="30"/>
                      <a:pt x="35" y="35"/>
                    </a:cubicBezTo>
                    <a:cubicBezTo>
                      <a:pt x="35" y="39"/>
                      <a:pt x="36" y="45"/>
                      <a:pt x="37" y="49"/>
                    </a:cubicBezTo>
                    <a:cubicBezTo>
                      <a:pt x="39" y="53"/>
                      <a:pt x="42" y="56"/>
                      <a:pt x="45" y="59"/>
                    </a:cubicBezTo>
                    <a:cubicBezTo>
                      <a:pt x="48" y="62"/>
                      <a:pt x="51" y="65"/>
                      <a:pt x="54" y="68"/>
                    </a:cubicBezTo>
                    <a:cubicBezTo>
                      <a:pt x="57" y="71"/>
                      <a:pt x="61" y="72"/>
                      <a:pt x="64" y="74"/>
                    </a:cubicBezTo>
                    <a:cubicBezTo>
                      <a:pt x="69" y="77"/>
                      <a:pt x="73" y="80"/>
                      <a:pt x="76" y="85"/>
                    </a:cubicBezTo>
                    <a:cubicBezTo>
                      <a:pt x="78" y="88"/>
                      <a:pt x="79" y="90"/>
                      <a:pt x="81" y="93"/>
                    </a:cubicBezTo>
                    <a:cubicBezTo>
                      <a:pt x="81" y="94"/>
                      <a:pt x="82" y="96"/>
                      <a:pt x="83" y="99"/>
                    </a:cubicBezTo>
                    <a:cubicBezTo>
                      <a:pt x="71" y="104"/>
                      <a:pt x="61" y="109"/>
                      <a:pt x="61" y="10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4" name="Freeform 3664">
                <a:extLst>
                  <a:ext uri="{FF2B5EF4-FFF2-40B4-BE49-F238E27FC236}">
                    <a16:creationId xmlns:a16="http://schemas.microsoft.com/office/drawing/2014/main" id="{99AC74F9-7227-9647-815D-C72E3C5E0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2" y="2713"/>
                <a:ext cx="35" cy="49"/>
              </a:xfrm>
              <a:custGeom>
                <a:avLst/>
                <a:gdLst>
                  <a:gd name="T0" fmla="*/ 60 w 86"/>
                  <a:gd name="T1" fmla="*/ 115 h 120"/>
                  <a:gd name="T2" fmla="*/ 37 w 86"/>
                  <a:gd name="T3" fmla="*/ 93 h 120"/>
                  <a:gd name="T4" fmla="*/ 14 w 86"/>
                  <a:gd name="T5" fmla="*/ 68 h 120"/>
                  <a:gd name="T6" fmla="*/ 10 w 86"/>
                  <a:gd name="T7" fmla="*/ 53 h 120"/>
                  <a:gd name="T8" fmla="*/ 5 w 86"/>
                  <a:gd name="T9" fmla="*/ 36 h 120"/>
                  <a:gd name="T10" fmla="*/ 1 w 86"/>
                  <a:gd name="T11" fmla="*/ 19 h 120"/>
                  <a:gd name="T12" fmla="*/ 3 w 86"/>
                  <a:gd name="T13" fmla="*/ 7 h 120"/>
                  <a:gd name="T14" fmla="*/ 19 w 86"/>
                  <a:gd name="T15" fmla="*/ 16 h 120"/>
                  <a:gd name="T16" fmla="*/ 24 w 86"/>
                  <a:gd name="T17" fmla="*/ 27 h 120"/>
                  <a:gd name="T18" fmla="*/ 33 w 86"/>
                  <a:gd name="T19" fmla="*/ 36 h 120"/>
                  <a:gd name="T20" fmla="*/ 61 w 86"/>
                  <a:gd name="T21" fmla="*/ 53 h 120"/>
                  <a:gd name="T22" fmla="*/ 65 w 86"/>
                  <a:gd name="T23" fmla="*/ 74 h 120"/>
                  <a:gd name="T24" fmla="*/ 71 w 86"/>
                  <a:gd name="T25" fmla="*/ 90 h 120"/>
                  <a:gd name="T26" fmla="*/ 79 w 86"/>
                  <a:gd name="T27" fmla="*/ 101 h 120"/>
                  <a:gd name="T28" fmla="*/ 86 w 86"/>
                  <a:gd name="T29" fmla="*/ 108 h 120"/>
                  <a:gd name="T30" fmla="*/ 60 w 86"/>
                  <a:gd name="T31" fmla="*/ 120 h 120"/>
                  <a:gd name="T32" fmla="*/ 60 w 86"/>
                  <a:gd name="T33" fmla="*/ 115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20">
                    <a:moveTo>
                      <a:pt x="60" y="115"/>
                    </a:moveTo>
                    <a:cubicBezTo>
                      <a:pt x="61" y="102"/>
                      <a:pt x="46" y="98"/>
                      <a:pt x="37" y="93"/>
                    </a:cubicBezTo>
                    <a:cubicBezTo>
                      <a:pt x="27" y="87"/>
                      <a:pt x="18" y="79"/>
                      <a:pt x="14" y="68"/>
                    </a:cubicBezTo>
                    <a:cubicBezTo>
                      <a:pt x="13" y="63"/>
                      <a:pt x="12" y="58"/>
                      <a:pt x="10" y="53"/>
                    </a:cubicBezTo>
                    <a:cubicBezTo>
                      <a:pt x="9" y="47"/>
                      <a:pt x="7" y="42"/>
                      <a:pt x="5" y="36"/>
                    </a:cubicBezTo>
                    <a:cubicBezTo>
                      <a:pt x="3" y="31"/>
                      <a:pt x="1" y="25"/>
                      <a:pt x="1" y="19"/>
                    </a:cubicBezTo>
                    <a:cubicBezTo>
                      <a:pt x="0" y="15"/>
                      <a:pt x="0" y="10"/>
                      <a:pt x="3" y="7"/>
                    </a:cubicBezTo>
                    <a:cubicBezTo>
                      <a:pt x="9" y="0"/>
                      <a:pt x="17" y="11"/>
                      <a:pt x="19" y="16"/>
                    </a:cubicBezTo>
                    <a:cubicBezTo>
                      <a:pt x="21" y="20"/>
                      <a:pt x="22" y="23"/>
                      <a:pt x="24" y="27"/>
                    </a:cubicBezTo>
                    <a:cubicBezTo>
                      <a:pt x="27" y="31"/>
                      <a:pt x="30" y="34"/>
                      <a:pt x="33" y="36"/>
                    </a:cubicBezTo>
                    <a:cubicBezTo>
                      <a:pt x="42" y="42"/>
                      <a:pt x="53" y="45"/>
                      <a:pt x="61" y="53"/>
                    </a:cubicBezTo>
                    <a:cubicBezTo>
                      <a:pt x="66" y="59"/>
                      <a:pt x="65" y="66"/>
                      <a:pt x="65" y="74"/>
                    </a:cubicBezTo>
                    <a:cubicBezTo>
                      <a:pt x="65" y="80"/>
                      <a:pt x="67" y="85"/>
                      <a:pt x="71" y="90"/>
                    </a:cubicBezTo>
                    <a:cubicBezTo>
                      <a:pt x="74" y="94"/>
                      <a:pt x="77" y="97"/>
                      <a:pt x="79" y="101"/>
                    </a:cubicBezTo>
                    <a:cubicBezTo>
                      <a:pt x="81" y="103"/>
                      <a:pt x="83" y="107"/>
                      <a:pt x="86" y="108"/>
                    </a:cubicBezTo>
                    <a:cubicBezTo>
                      <a:pt x="79" y="111"/>
                      <a:pt x="70" y="116"/>
                      <a:pt x="60" y="120"/>
                    </a:cubicBezTo>
                    <a:cubicBezTo>
                      <a:pt x="60" y="118"/>
                      <a:pt x="60" y="115"/>
                      <a:pt x="60" y="1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5" name="Freeform 3665">
                <a:extLst>
                  <a:ext uri="{FF2B5EF4-FFF2-40B4-BE49-F238E27FC236}">
                    <a16:creationId xmlns:a16="http://schemas.microsoft.com/office/drawing/2014/main" id="{996406B5-917F-3A43-A0E0-0A8E3649D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2" y="2706"/>
                <a:ext cx="52" cy="50"/>
              </a:xfrm>
              <a:custGeom>
                <a:avLst/>
                <a:gdLst>
                  <a:gd name="T0" fmla="*/ 96 w 126"/>
                  <a:gd name="T1" fmla="*/ 93 h 123"/>
                  <a:gd name="T2" fmla="*/ 91 w 126"/>
                  <a:gd name="T3" fmla="*/ 121 h 123"/>
                  <a:gd name="T4" fmla="*/ 86 w 126"/>
                  <a:gd name="T5" fmla="*/ 123 h 123"/>
                  <a:gd name="T6" fmla="*/ 86 w 126"/>
                  <a:gd name="T7" fmla="*/ 123 h 123"/>
                  <a:gd name="T8" fmla="*/ 80 w 126"/>
                  <a:gd name="T9" fmla="*/ 115 h 123"/>
                  <a:gd name="T10" fmla="*/ 71 w 126"/>
                  <a:gd name="T11" fmla="*/ 106 h 123"/>
                  <a:gd name="T12" fmla="*/ 65 w 126"/>
                  <a:gd name="T13" fmla="*/ 90 h 123"/>
                  <a:gd name="T14" fmla="*/ 66 w 126"/>
                  <a:gd name="T15" fmla="*/ 81 h 123"/>
                  <a:gd name="T16" fmla="*/ 67 w 126"/>
                  <a:gd name="T17" fmla="*/ 72 h 123"/>
                  <a:gd name="T18" fmla="*/ 57 w 126"/>
                  <a:gd name="T19" fmla="*/ 62 h 123"/>
                  <a:gd name="T20" fmla="*/ 44 w 126"/>
                  <a:gd name="T21" fmla="*/ 53 h 123"/>
                  <a:gd name="T22" fmla="*/ 27 w 126"/>
                  <a:gd name="T23" fmla="*/ 43 h 123"/>
                  <a:gd name="T24" fmla="*/ 24 w 126"/>
                  <a:gd name="T25" fmla="*/ 38 h 123"/>
                  <a:gd name="T26" fmla="*/ 21 w 126"/>
                  <a:gd name="T27" fmla="*/ 30 h 123"/>
                  <a:gd name="T28" fmla="*/ 13 w 126"/>
                  <a:gd name="T29" fmla="*/ 19 h 123"/>
                  <a:gd name="T30" fmla="*/ 7 w 126"/>
                  <a:gd name="T31" fmla="*/ 17 h 123"/>
                  <a:gd name="T32" fmla="*/ 1 w 126"/>
                  <a:gd name="T33" fmla="*/ 9 h 123"/>
                  <a:gd name="T34" fmla="*/ 5 w 126"/>
                  <a:gd name="T35" fmla="*/ 0 h 123"/>
                  <a:gd name="T36" fmla="*/ 8 w 126"/>
                  <a:gd name="T37" fmla="*/ 0 h 123"/>
                  <a:gd name="T38" fmla="*/ 17 w 126"/>
                  <a:gd name="T39" fmla="*/ 1 h 123"/>
                  <a:gd name="T40" fmla="*/ 32 w 126"/>
                  <a:gd name="T41" fmla="*/ 9 h 123"/>
                  <a:gd name="T42" fmla="*/ 41 w 126"/>
                  <a:gd name="T43" fmla="*/ 14 h 123"/>
                  <a:gd name="T44" fmla="*/ 48 w 126"/>
                  <a:gd name="T45" fmla="*/ 23 h 123"/>
                  <a:gd name="T46" fmla="*/ 50 w 126"/>
                  <a:gd name="T47" fmla="*/ 28 h 123"/>
                  <a:gd name="T48" fmla="*/ 53 w 126"/>
                  <a:gd name="T49" fmla="*/ 33 h 123"/>
                  <a:gd name="T50" fmla="*/ 59 w 126"/>
                  <a:gd name="T51" fmla="*/ 35 h 123"/>
                  <a:gd name="T52" fmla="*/ 68 w 126"/>
                  <a:gd name="T53" fmla="*/ 36 h 123"/>
                  <a:gd name="T54" fmla="*/ 75 w 126"/>
                  <a:gd name="T55" fmla="*/ 45 h 123"/>
                  <a:gd name="T56" fmla="*/ 96 w 126"/>
                  <a:gd name="T57" fmla="*/ 56 h 123"/>
                  <a:gd name="T58" fmla="*/ 98 w 126"/>
                  <a:gd name="T59" fmla="*/ 56 h 123"/>
                  <a:gd name="T60" fmla="*/ 98 w 126"/>
                  <a:gd name="T61" fmla="*/ 57 h 123"/>
                  <a:gd name="T62" fmla="*/ 111 w 126"/>
                  <a:gd name="T63" fmla="*/ 70 h 123"/>
                  <a:gd name="T64" fmla="*/ 122 w 126"/>
                  <a:gd name="T65" fmla="*/ 77 h 123"/>
                  <a:gd name="T66" fmla="*/ 96 w 126"/>
                  <a:gd name="T67" fmla="*/ 9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6" h="123">
                    <a:moveTo>
                      <a:pt x="96" y="93"/>
                    </a:moveTo>
                    <a:cubicBezTo>
                      <a:pt x="95" y="102"/>
                      <a:pt x="100" y="117"/>
                      <a:pt x="91" y="121"/>
                    </a:cubicBezTo>
                    <a:cubicBezTo>
                      <a:pt x="90" y="121"/>
                      <a:pt x="88" y="122"/>
                      <a:pt x="86" y="123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85" y="120"/>
                      <a:pt x="82" y="117"/>
                      <a:pt x="80" y="115"/>
                    </a:cubicBezTo>
                    <a:cubicBezTo>
                      <a:pt x="77" y="112"/>
                      <a:pt x="73" y="109"/>
                      <a:pt x="71" y="106"/>
                    </a:cubicBezTo>
                    <a:cubicBezTo>
                      <a:pt x="68" y="101"/>
                      <a:pt x="66" y="95"/>
                      <a:pt x="65" y="90"/>
                    </a:cubicBezTo>
                    <a:cubicBezTo>
                      <a:pt x="65" y="87"/>
                      <a:pt x="65" y="84"/>
                      <a:pt x="66" y="81"/>
                    </a:cubicBezTo>
                    <a:cubicBezTo>
                      <a:pt x="66" y="78"/>
                      <a:pt x="67" y="75"/>
                      <a:pt x="67" y="72"/>
                    </a:cubicBezTo>
                    <a:cubicBezTo>
                      <a:pt x="68" y="67"/>
                      <a:pt x="61" y="64"/>
                      <a:pt x="57" y="62"/>
                    </a:cubicBezTo>
                    <a:cubicBezTo>
                      <a:pt x="53" y="59"/>
                      <a:pt x="48" y="56"/>
                      <a:pt x="44" y="53"/>
                    </a:cubicBezTo>
                    <a:cubicBezTo>
                      <a:pt x="38" y="50"/>
                      <a:pt x="32" y="47"/>
                      <a:pt x="27" y="43"/>
                    </a:cubicBezTo>
                    <a:cubicBezTo>
                      <a:pt x="26" y="42"/>
                      <a:pt x="25" y="40"/>
                      <a:pt x="24" y="38"/>
                    </a:cubicBezTo>
                    <a:cubicBezTo>
                      <a:pt x="23" y="35"/>
                      <a:pt x="22" y="33"/>
                      <a:pt x="21" y="30"/>
                    </a:cubicBezTo>
                    <a:cubicBezTo>
                      <a:pt x="20" y="26"/>
                      <a:pt x="18" y="22"/>
                      <a:pt x="13" y="19"/>
                    </a:cubicBezTo>
                    <a:cubicBezTo>
                      <a:pt x="12" y="18"/>
                      <a:pt x="9" y="17"/>
                      <a:pt x="7" y="17"/>
                    </a:cubicBezTo>
                    <a:cubicBezTo>
                      <a:pt x="3" y="15"/>
                      <a:pt x="0" y="13"/>
                      <a:pt x="1" y="9"/>
                    </a:cubicBezTo>
                    <a:cubicBezTo>
                      <a:pt x="1" y="5"/>
                      <a:pt x="1" y="1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1" y="0"/>
                      <a:pt x="14" y="1"/>
                      <a:pt x="17" y="1"/>
                    </a:cubicBezTo>
                    <a:cubicBezTo>
                      <a:pt x="23" y="2"/>
                      <a:pt x="27" y="6"/>
                      <a:pt x="32" y="9"/>
                    </a:cubicBezTo>
                    <a:cubicBezTo>
                      <a:pt x="35" y="11"/>
                      <a:pt x="39" y="12"/>
                      <a:pt x="41" y="14"/>
                    </a:cubicBezTo>
                    <a:cubicBezTo>
                      <a:pt x="44" y="16"/>
                      <a:pt x="46" y="20"/>
                      <a:pt x="48" y="23"/>
                    </a:cubicBezTo>
                    <a:cubicBezTo>
                      <a:pt x="49" y="25"/>
                      <a:pt x="49" y="26"/>
                      <a:pt x="50" y="28"/>
                    </a:cubicBezTo>
                    <a:cubicBezTo>
                      <a:pt x="50" y="30"/>
                      <a:pt x="51" y="32"/>
                      <a:pt x="53" y="33"/>
                    </a:cubicBezTo>
                    <a:cubicBezTo>
                      <a:pt x="54" y="35"/>
                      <a:pt x="57" y="35"/>
                      <a:pt x="59" y="35"/>
                    </a:cubicBezTo>
                    <a:cubicBezTo>
                      <a:pt x="62" y="35"/>
                      <a:pt x="65" y="35"/>
                      <a:pt x="68" y="36"/>
                    </a:cubicBezTo>
                    <a:cubicBezTo>
                      <a:pt x="71" y="37"/>
                      <a:pt x="73" y="42"/>
                      <a:pt x="75" y="45"/>
                    </a:cubicBezTo>
                    <a:cubicBezTo>
                      <a:pt x="79" y="52"/>
                      <a:pt x="89" y="54"/>
                      <a:pt x="96" y="56"/>
                    </a:cubicBezTo>
                    <a:cubicBezTo>
                      <a:pt x="97" y="56"/>
                      <a:pt x="97" y="56"/>
                      <a:pt x="98" y="56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99" y="66"/>
                      <a:pt x="101" y="70"/>
                      <a:pt x="111" y="70"/>
                    </a:cubicBezTo>
                    <a:cubicBezTo>
                      <a:pt x="121" y="69"/>
                      <a:pt x="126" y="73"/>
                      <a:pt x="122" y="77"/>
                    </a:cubicBezTo>
                    <a:cubicBezTo>
                      <a:pt x="118" y="81"/>
                      <a:pt x="97" y="84"/>
                      <a:pt x="96" y="9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6" name="Freeform 3666">
                <a:extLst>
                  <a:ext uri="{FF2B5EF4-FFF2-40B4-BE49-F238E27FC236}">
                    <a16:creationId xmlns:a16="http://schemas.microsoft.com/office/drawing/2014/main" id="{97B926F7-DC75-0142-AA5D-A4F497F8B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9" y="2692"/>
                <a:ext cx="57" cy="36"/>
              </a:xfrm>
              <a:custGeom>
                <a:avLst/>
                <a:gdLst>
                  <a:gd name="T0" fmla="*/ 130 w 140"/>
                  <a:gd name="T1" fmla="*/ 85 h 88"/>
                  <a:gd name="T2" fmla="*/ 108 w 140"/>
                  <a:gd name="T3" fmla="*/ 88 h 88"/>
                  <a:gd name="T4" fmla="*/ 104 w 140"/>
                  <a:gd name="T5" fmla="*/ 87 h 88"/>
                  <a:gd name="T6" fmla="*/ 91 w 140"/>
                  <a:gd name="T7" fmla="*/ 84 h 88"/>
                  <a:gd name="T8" fmla="*/ 83 w 140"/>
                  <a:gd name="T9" fmla="*/ 77 h 88"/>
                  <a:gd name="T10" fmla="*/ 77 w 140"/>
                  <a:gd name="T11" fmla="*/ 68 h 88"/>
                  <a:gd name="T12" fmla="*/ 66 w 140"/>
                  <a:gd name="T13" fmla="*/ 66 h 88"/>
                  <a:gd name="T14" fmla="*/ 59 w 140"/>
                  <a:gd name="T15" fmla="*/ 60 h 88"/>
                  <a:gd name="T16" fmla="*/ 57 w 140"/>
                  <a:gd name="T17" fmla="*/ 51 h 88"/>
                  <a:gd name="T18" fmla="*/ 49 w 140"/>
                  <a:gd name="T19" fmla="*/ 45 h 88"/>
                  <a:gd name="T20" fmla="*/ 37 w 140"/>
                  <a:gd name="T21" fmla="*/ 38 h 88"/>
                  <a:gd name="T22" fmla="*/ 26 w 140"/>
                  <a:gd name="T23" fmla="*/ 33 h 88"/>
                  <a:gd name="T24" fmla="*/ 13 w 140"/>
                  <a:gd name="T25" fmla="*/ 30 h 88"/>
                  <a:gd name="T26" fmla="*/ 6 w 140"/>
                  <a:gd name="T27" fmla="*/ 12 h 88"/>
                  <a:gd name="T28" fmla="*/ 1 w 140"/>
                  <a:gd name="T29" fmla="*/ 4 h 88"/>
                  <a:gd name="T30" fmla="*/ 4 w 140"/>
                  <a:gd name="T31" fmla="*/ 1 h 88"/>
                  <a:gd name="T32" fmla="*/ 17 w 140"/>
                  <a:gd name="T33" fmla="*/ 2 h 88"/>
                  <a:gd name="T34" fmla="*/ 33 w 140"/>
                  <a:gd name="T35" fmla="*/ 5 h 88"/>
                  <a:gd name="T36" fmla="*/ 45 w 140"/>
                  <a:gd name="T37" fmla="*/ 9 h 88"/>
                  <a:gd name="T38" fmla="*/ 51 w 140"/>
                  <a:gd name="T39" fmla="*/ 17 h 88"/>
                  <a:gd name="T40" fmla="*/ 55 w 140"/>
                  <a:gd name="T41" fmla="*/ 27 h 88"/>
                  <a:gd name="T42" fmla="*/ 62 w 140"/>
                  <a:gd name="T43" fmla="*/ 33 h 88"/>
                  <a:gd name="T44" fmla="*/ 78 w 140"/>
                  <a:gd name="T45" fmla="*/ 42 h 88"/>
                  <a:gd name="T46" fmla="*/ 95 w 140"/>
                  <a:gd name="T47" fmla="*/ 47 h 88"/>
                  <a:gd name="T48" fmla="*/ 106 w 140"/>
                  <a:gd name="T49" fmla="*/ 48 h 88"/>
                  <a:gd name="T50" fmla="*/ 121 w 140"/>
                  <a:gd name="T51" fmla="*/ 54 h 88"/>
                  <a:gd name="T52" fmla="*/ 126 w 140"/>
                  <a:gd name="T53" fmla="*/ 56 h 88"/>
                  <a:gd name="T54" fmla="*/ 131 w 140"/>
                  <a:gd name="T55" fmla="*/ 61 h 88"/>
                  <a:gd name="T56" fmla="*/ 137 w 140"/>
                  <a:gd name="T57" fmla="*/ 72 h 88"/>
                  <a:gd name="T58" fmla="*/ 140 w 140"/>
                  <a:gd name="T59" fmla="*/ 78 h 88"/>
                  <a:gd name="T60" fmla="*/ 130 w 140"/>
                  <a:gd name="T61" fmla="*/ 8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0" h="88">
                    <a:moveTo>
                      <a:pt x="130" y="85"/>
                    </a:moveTo>
                    <a:cubicBezTo>
                      <a:pt x="124" y="85"/>
                      <a:pt x="112" y="84"/>
                      <a:pt x="108" y="88"/>
                    </a:cubicBezTo>
                    <a:cubicBezTo>
                      <a:pt x="106" y="88"/>
                      <a:pt x="105" y="87"/>
                      <a:pt x="104" y="87"/>
                    </a:cubicBezTo>
                    <a:cubicBezTo>
                      <a:pt x="100" y="86"/>
                      <a:pt x="95" y="86"/>
                      <a:pt x="91" y="84"/>
                    </a:cubicBezTo>
                    <a:cubicBezTo>
                      <a:pt x="87" y="83"/>
                      <a:pt x="84" y="80"/>
                      <a:pt x="83" y="77"/>
                    </a:cubicBezTo>
                    <a:cubicBezTo>
                      <a:pt x="81" y="74"/>
                      <a:pt x="80" y="70"/>
                      <a:pt x="77" y="68"/>
                    </a:cubicBezTo>
                    <a:cubicBezTo>
                      <a:pt x="74" y="67"/>
                      <a:pt x="70" y="67"/>
                      <a:pt x="66" y="66"/>
                    </a:cubicBezTo>
                    <a:cubicBezTo>
                      <a:pt x="63" y="65"/>
                      <a:pt x="60" y="64"/>
                      <a:pt x="59" y="60"/>
                    </a:cubicBezTo>
                    <a:cubicBezTo>
                      <a:pt x="58" y="57"/>
                      <a:pt x="58" y="54"/>
                      <a:pt x="57" y="51"/>
                    </a:cubicBezTo>
                    <a:cubicBezTo>
                      <a:pt x="56" y="48"/>
                      <a:pt x="52" y="47"/>
                      <a:pt x="49" y="45"/>
                    </a:cubicBezTo>
                    <a:cubicBezTo>
                      <a:pt x="45" y="43"/>
                      <a:pt x="41" y="40"/>
                      <a:pt x="37" y="38"/>
                    </a:cubicBezTo>
                    <a:cubicBezTo>
                      <a:pt x="34" y="35"/>
                      <a:pt x="30" y="34"/>
                      <a:pt x="26" y="33"/>
                    </a:cubicBezTo>
                    <a:cubicBezTo>
                      <a:pt x="22" y="32"/>
                      <a:pt x="17" y="31"/>
                      <a:pt x="13" y="30"/>
                    </a:cubicBezTo>
                    <a:cubicBezTo>
                      <a:pt x="6" y="27"/>
                      <a:pt x="9" y="18"/>
                      <a:pt x="6" y="12"/>
                    </a:cubicBezTo>
                    <a:cubicBezTo>
                      <a:pt x="4" y="9"/>
                      <a:pt x="2" y="7"/>
                      <a:pt x="1" y="4"/>
                    </a:cubicBezTo>
                    <a:cubicBezTo>
                      <a:pt x="0" y="2"/>
                      <a:pt x="2" y="1"/>
                      <a:pt x="4" y="1"/>
                    </a:cubicBezTo>
                    <a:cubicBezTo>
                      <a:pt x="8" y="0"/>
                      <a:pt x="13" y="1"/>
                      <a:pt x="17" y="2"/>
                    </a:cubicBezTo>
                    <a:cubicBezTo>
                      <a:pt x="23" y="3"/>
                      <a:pt x="28" y="4"/>
                      <a:pt x="33" y="5"/>
                    </a:cubicBezTo>
                    <a:cubicBezTo>
                      <a:pt x="37" y="6"/>
                      <a:pt x="42" y="6"/>
                      <a:pt x="45" y="9"/>
                    </a:cubicBezTo>
                    <a:cubicBezTo>
                      <a:pt x="49" y="11"/>
                      <a:pt x="50" y="14"/>
                      <a:pt x="51" y="17"/>
                    </a:cubicBezTo>
                    <a:cubicBezTo>
                      <a:pt x="52" y="21"/>
                      <a:pt x="53" y="24"/>
                      <a:pt x="55" y="27"/>
                    </a:cubicBezTo>
                    <a:cubicBezTo>
                      <a:pt x="57" y="29"/>
                      <a:pt x="60" y="31"/>
                      <a:pt x="62" y="33"/>
                    </a:cubicBezTo>
                    <a:cubicBezTo>
                      <a:pt x="67" y="36"/>
                      <a:pt x="72" y="40"/>
                      <a:pt x="78" y="42"/>
                    </a:cubicBezTo>
                    <a:cubicBezTo>
                      <a:pt x="84" y="44"/>
                      <a:pt x="89" y="47"/>
                      <a:pt x="95" y="47"/>
                    </a:cubicBezTo>
                    <a:cubicBezTo>
                      <a:pt x="99" y="47"/>
                      <a:pt x="103" y="47"/>
                      <a:pt x="106" y="48"/>
                    </a:cubicBezTo>
                    <a:cubicBezTo>
                      <a:pt x="112" y="49"/>
                      <a:pt x="116" y="52"/>
                      <a:pt x="121" y="54"/>
                    </a:cubicBezTo>
                    <a:cubicBezTo>
                      <a:pt x="123" y="55"/>
                      <a:pt x="124" y="55"/>
                      <a:pt x="126" y="56"/>
                    </a:cubicBezTo>
                    <a:cubicBezTo>
                      <a:pt x="128" y="57"/>
                      <a:pt x="129" y="59"/>
                      <a:pt x="131" y="61"/>
                    </a:cubicBezTo>
                    <a:cubicBezTo>
                      <a:pt x="133" y="64"/>
                      <a:pt x="135" y="68"/>
                      <a:pt x="137" y="72"/>
                    </a:cubicBezTo>
                    <a:cubicBezTo>
                      <a:pt x="138" y="73"/>
                      <a:pt x="139" y="76"/>
                      <a:pt x="140" y="78"/>
                    </a:cubicBezTo>
                    <a:cubicBezTo>
                      <a:pt x="139" y="81"/>
                      <a:pt x="137" y="84"/>
                      <a:pt x="130" y="8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7" name="Freeform 3667">
                <a:extLst>
                  <a:ext uri="{FF2B5EF4-FFF2-40B4-BE49-F238E27FC236}">
                    <a16:creationId xmlns:a16="http://schemas.microsoft.com/office/drawing/2014/main" id="{D8AF2547-3937-7E44-ABB7-5E3F1B3D9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8" y="2662"/>
                <a:ext cx="95" cy="49"/>
              </a:xfrm>
              <a:custGeom>
                <a:avLst/>
                <a:gdLst>
                  <a:gd name="T0" fmla="*/ 2 w 232"/>
                  <a:gd name="T1" fmla="*/ 7 h 120"/>
                  <a:gd name="T2" fmla="*/ 6 w 232"/>
                  <a:gd name="T3" fmla="*/ 6 h 120"/>
                  <a:gd name="T4" fmla="*/ 10 w 232"/>
                  <a:gd name="T5" fmla="*/ 5 h 120"/>
                  <a:gd name="T6" fmla="*/ 20 w 232"/>
                  <a:gd name="T7" fmla="*/ 3 h 120"/>
                  <a:gd name="T8" fmla="*/ 32 w 232"/>
                  <a:gd name="T9" fmla="*/ 2 h 120"/>
                  <a:gd name="T10" fmla="*/ 38 w 232"/>
                  <a:gd name="T11" fmla="*/ 0 h 120"/>
                  <a:gd name="T12" fmla="*/ 39 w 232"/>
                  <a:gd name="T13" fmla="*/ 0 h 120"/>
                  <a:gd name="T14" fmla="*/ 46 w 232"/>
                  <a:gd name="T15" fmla="*/ 6 h 120"/>
                  <a:gd name="T16" fmla="*/ 67 w 232"/>
                  <a:gd name="T17" fmla="*/ 13 h 120"/>
                  <a:gd name="T18" fmla="*/ 91 w 232"/>
                  <a:gd name="T19" fmla="*/ 21 h 120"/>
                  <a:gd name="T20" fmla="*/ 118 w 232"/>
                  <a:gd name="T21" fmla="*/ 31 h 120"/>
                  <a:gd name="T22" fmla="*/ 140 w 232"/>
                  <a:gd name="T23" fmla="*/ 37 h 120"/>
                  <a:gd name="T24" fmla="*/ 157 w 232"/>
                  <a:gd name="T25" fmla="*/ 42 h 120"/>
                  <a:gd name="T26" fmla="*/ 164 w 232"/>
                  <a:gd name="T27" fmla="*/ 43 h 120"/>
                  <a:gd name="T28" fmla="*/ 172 w 232"/>
                  <a:gd name="T29" fmla="*/ 42 h 120"/>
                  <a:gd name="T30" fmla="*/ 181 w 232"/>
                  <a:gd name="T31" fmla="*/ 45 h 120"/>
                  <a:gd name="T32" fmla="*/ 187 w 232"/>
                  <a:gd name="T33" fmla="*/ 51 h 120"/>
                  <a:gd name="T34" fmla="*/ 194 w 232"/>
                  <a:gd name="T35" fmla="*/ 56 h 120"/>
                  <a:gd name="T36" fmla="*/ 199 w 232"/>
                  <a:gd name="T37" fmla="*/ 59 h 120"/>
                  <a:gd name="T38" fmla="*/ 200 w 232"/>
                  <a:gd name="T39" fmla="*/ 62 h 120"/>
                  <a:gd name="T40" fmla="*/ 200 w 232"/>
                  <a:gd name="T41" fmla="*/ 73 h 120"/>
                  <a:gd name="T42" fmla="*/ 201 w 232"/>
                  <a:gd name="T43" fmla="*/ 76 h 120"/>
                  <a:gd name="T44" fmla="*/ 213 w 232"/>
                  <a:gd name="T45" fmla="*/ 86 h 120"/>
                  <a:gd name="T46" fmla="*/ 221 w 232"/>
                  <a:gd name="T47" fmla="*/ 94 h 120"/>
                  <a:gd name="T48" fmla="*/ 220 w 232"/>
                  <a:gd name="T49" fmla="*/ 94 h 120"/>
                  <a:gd name="T50" fmla="*/ 231 w 232"/>
                  <a:gd name="T51" fmla="*/ 114 h 120"/>
                  <a:gd name="T52" fmla="*/ 232 w 232"/>
                  <a:gd name="T53" fmla="*/ 120 h 120"/>
                  <a:gd name="T54" fmla="*/ 231 w 232"/>
                  <a:gd name="T55" fmla="*/ 119 h 120"/>
                  <a:gd name="T56" fmla="*/ 224 w 232"/>
                  <a:gd name="T57" fmla="*/ 117 h 120"/>
                  <a:gd name="T58" fmla="*/ 216 w 232"/>
                  <a:gd name="T59" fmla="*/ 113 h 120"/>
                  <a:gd name="T60" fmla="*/ 211 w 232"/>
                  <a:gd name="T61" fmla="*/ 110 h 120"/>
                  <a:gd name="T62" fmla="*/ 205 w 232"/>
                  <a:gd name="T63" fmla="*/ 108 h 120"/>
                  <a:gd name="T64" fmla="*/ 198 w 232"/>
                  <a:gd name="T65" fmla="*/ 105 h 120"/>
                  <a:gd name="T66" fmla="*/ 189 w 232"/>
                  <a:gd name="T67" fmla="*/ 102 h 120"/>
                  <a:gd name="T68" fmla="*/ 173 w 232"/>
                  <a:gd name="T69" fmla="*/ 95 h 120"/>
                  <a:gd name="T70" fmla="*/ 156 w 232"/>
                  <a:gd name="T71" fmla="*/ 91 h 120"/>
                  <a:gd name="T72" fmla="*/ 147 w 232"/>
                  <a:gd name="T73" fmla="*/ 88 h 120"/>
                  <a:gd name="T74" fmla="*/ 143 w 232"/>
                  <a:gd name="T75" fmla="*/ 86 h 120"/>
                  <a:gd name="T76" fmla="*/ 138 w 232"/>
                  <a:gd name="T77" fmla="*/ 85 h 120"/>
                  <a:gd name="T78" fmla="*/ 136 w 232"/>
                  <a:gd name="T79" fmla="*/ 84 h 120"/>
                  <a:gd name="T80" fmla="*/ 131 w 232"/>
                  <a:gd name="T81" fmla="*/ 82 h 120"/>
                  <a:gd name="T82" fmla="*/ 126 w 232"/>
                  <a:gd name="T83" fmla="*/ 80 h 120"/>
                  <a:gd name="T84" fmla="*/ 116 w 232"/>
                  <a:gd name="T85" fmla="*/ 77 h 120"/>
                  <a:gd name="T86" fmla="*/ 104 w 232"/>
                  <a:gd name="T87" fmla="*/ 75 h 120"/>
                  <a:gd name="T88" fmla="*/ 97 w 232"/>
                  <a:gd name="T89" fmla="*/ 75 h 120"/>
                  <a:gd name="T90" fmla="*/ 91 w 232"/>
                  <a:gd name="T91" fmla="*/ 74 h 120"/>
                  <a:gd name="T92" fmla="*/ 82 w 232"/>
                  <a:gd name="T93" fmla="*/ 74 h 120"/>
                  <a:gd name="T94" fmla="*/ 74 w 232"/>
                  <a:gd name="T95" fmla="*/ 73 h 120"/>
                  <a:gd name="T96" fmla="*/ 68 w 232"/>
                  <a:gd name="T97" fmla="*/ 72 h 120"/>
                  <a:gd name="T98" fmla="*/ 64 w 232"/>
                  <a:gd name="T99" fmla="*/ 69 h 120"/>
                  <a:gd name="T100" fmla="*/ 63 w 232"/>
                  <a:gd name="T101" fmla="*/ 60 h 120"/>
                  <a:gd name="T102" fmla="*/ 59 w 232"/>
                  <a:gd name="T103" fmla="*/ 50 h 120"/>
                  <a:gd name="T104" fmla="*/ 51 w 232"/>
                  <a:gd name="T105" fmla="*/ 46 h 120"/>
                  <a:gd name="T106" fmla="*/ 41 w 232"/>
                  <a:gd name="T107" fmla="*/ 42 h 120"/>
                  <a:gd name="T108" fmla="*/ 27 w 232"/>
                  <a:gd name="T109" fmla="*/ 37 h 120"/>
                  <a:gd name="T110" fmla="*/ 16 w 232"/>
                  <a:gd name="T111" fmla="*/ 25 h 120"/>
                  <a:gd name="T112" fmla="*/ 5 w 232"/>
                  <a:gd name="T113" fmla="*/ 13 h 120"/>
                  <a:gd name="T114" fmla="*/ 2 w 232"/>
                  <a:gd name="T115" fmla="*/ 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2" h="120">
                    <a:moveTo>
                      <a:pt x="2" y="7"/>
                    </a:moveTo>
                    <a:cubicBezTo>
                      <a:pt x="3" y="6"/>
                      <a:pt x="5" y="6"/>
                      <a:pt x="6" y="6"/>
                    </a:cubicBezTo>
                    <a:cubicBezTo>
                      <a:pt x="7" y="6"/>
                      <a:pt x="8" y="5"/>
                      <a:pt x="10" y="5"/>
                    </a:cubicBezTo>
                    <a:cubicBezTo>
                      <a:pt x="13" y="5"/>
                      <a:pt x="16" y="3"/>
                      <a:pt x="20" y="3"/>
                    </a:cubicBezTo>
                    <a:cubicBezTo>
                      <a:pt x="24" y="2"/>
                      <a:pt x="28" y="2"/>
                      <a:pt x="32" y="2"/>
                    </a:cubicBezTo>
                    <a:cubicBezTo>
                      <a:pt x="33" y="1"/>
                      <a:pt x="37" y="1"/>
                      <a:pt x="38" y="0"/>
                    </a:cubicBezTo>
                    <a:cubicBezTo>
                      <a:pt x="38" y="0"/>
                      <a:pt x="39" y="0"/>
                      <a:pt x="39" y="0"/>
                    </a:cubicBezTo>
                    <a:cubicBezTo>
                      <a:pt x="41" y="2"/>
                      <a:pt x="44" y="4"/>
                      <a:pt x="46" y="6"/>
                    </a:cubicBezTo>
                    <a:cubicBezTo>
                      <a:pt x="52" y="11"/>
                      <a:pt x="60" y="11"/>
                      <a:pt x="67" y="13"/>
                    </a:cubicBezTo>
                    <a:cubicBezTo>
                      <a:pt x="75" y="15"/>
                      <a:pt x="83" y="19"/>
                      <a:pt x="91" y="21"/>
                    </a:cubicBezTo>
                    <a:cubicBezTo>
                      <a:pt x="100" y="24"/>
                      <a:pt x="109" y="29"/>
                      <a:pt x="118" y="31"/>
                    </a:cubicBezTo>
                    <a:cubicBezTo>
                      <a:pt x="125" y="33"/>
                      <a:pt x="133" y="35"/>
                      <a:pt x="140" y="37"/>
                    </a:cubicBezTo>
                    <a:cubicBezTo>
                      <a:pt x="146" y="39"/>
                      <a:pt x="151" y="40"/>
                      <a:pt x="157" y="42"/>
                    </a:cubicBezTo>
                    <a:cubicBezTo>
                      <a:pt x="159" y="43"/>
                      <a:pt x="162" y="43"/>
                      <a:pt x="164" y="43"/>
                    </a:cubicBezTo>
                    <a:cubicBezTo>
                      <a:pt x="167" y="42"/>
                      <a:pt x="169" y="42"/>
                      <a:pt x="172" y="42"/>
                    </a:cubicBezTo>
                    <a:cubicBezTo>
                      <a:pt x="175" y="43"/>
                      <a:pt x="178" y="43"/>
                      <a:pt x="181" y="45"/>
                    </a:cubicBezTo>
                    <a:cubicBezTo>
                      <a:pt x="183" y="47"/>
                      <a:pt x="185" y="49"/>
                      <a:pt x="187" y="51"/>
                    </a:cubicBezTo>
                    <a:cubicBezTo>
                      <a:pt x="190" y="53"/>
                      <a:pt x="192" y="55"/>
                      <a:pt x="194" y="56"/>
                    </a:cubicBezTo>
                    <a:cubicBezTo>
                      <a:pt x="196" y="57"/>
                      <a:pt x="197" y="58"/>
                      <a:pt x="199" y="59"/>
                    </a:cubicBezTo>
                    <a:cubicBezTo>
                      <a:pt x="200" y="59"/>
                      <a:pt x="200" y="60"/>
                      <a:pt x="200" y="62"/>
                    </a:cubicBezTo>
                    <a:cubicBezTo>
                      <a:pt x="200" y="65"/>
                      <a:pt x="201" y="69"/>
                      <a:pt x="200" y="73"/>
                    </a:cubicBezTo>
                    <a:cubicBezTo>
                      <a:pt x="200" y="74"/>
                      <a:pt x="200" y="75"/>
                      <a:pt x="201" y="76"/>
                    </a:cubicBezTo>
                    <a:cubicBezTo>
                      <a:pt x="204" y="80"/>
                      <a:pt x="209" y="83"/>
                      <a:pt x="213" y="86"/>
                    </a:cubicBezTo>
                    <a:cubicBezTo>
                      <a:pt x="216" y="88"/>
                      <a:pt x="218" y="91"/>
                      <a:pt x="221" y="94"/>
                    </a:cubicBezTo>
                    <a:cubicBezTo>
                      <a:pt x="220" y="94"/>
                      <a:pt x="220" y="94"/>
                      <a:pt x="220" y="94"/>
                    </a:cubicBezTo>
                    <a:cubicBezTo>
                      <a:pt x="231" y="114"/>
                      <a:pt x="231" y="114"/>
                      <a:pt x="231" y="114"/>
                    </a:cubicBezTo>
                    <a:cubicBezTo>
                      <a:pt x="232" y="120"/>
                      <a:pt x="232" y="120"/>
                      <a:pt x="232" y="120"/>
                    </a:cubicBezTo>
                    <a:cubicBezTo>
                      <a:pt x="232" y="119"/>
                      <a:pt x="231" y="119"/>
                      <a:pt x="231" y="119"/>
                    </a:cubicBezTo>
                    <a:cubicBezTo>
                      <a:pt x="229" y="118"/>
                      <a:pt x="226" y="117"/>
                      <a:pt x="224" y="117"/>
                    </a:cubicBezTo>
                    <a:cubicBezTo>
                      <a:pt x="221" y="116"/>
                      <a:pt x="218" y="114"/>
                      <a:pt x="216" y="113"/>
                    </a:cubicBezTo>
                    <a:cubicBezTo>
                      <a:pt x="214" y="112"/>
                      <a:pt x="213" y="111"/>
                      <a:pt x="211" y="110"/>
                    </a:cubicBezTo>
                    <a:cubicBezTo>
                      <a:pt x="209" y="109"/>
                      <a:pt x="207" y="109"/>
                      <a:pt x="205" y="108"/>
                    </a:cubicBezTo>
                    <a:cubicBezTo>
                      <a:pt x="202" y="107"/>
                      <a:pt x="200" y="106"/>
                      <a:pt x="198" y="105"/>
                    </a:cubicBezTo>
                    <a:cubicBezTo>
                      <a:pt x="195" y="104"/>
                      <a:pt x="192" y="103"/>
                      <a:pt x="189" y="102"/>
                    </a:cubicBezTo>
                    <a:cubicBezTo>
                      <a:pt x="184" y="100"/>
                      <a:pt x="178" y="97"/>
                      <a:pt x="173" y="95"/>
                    </a:cubicBezTo>
                    <a:cubicBezTo>
                      <a:pt x="167" y="93"/>
                      <a:pt x="162" y="92"/>
                      <a:pt x="156" y="91"/>
                    </a:cubicBezTo>
                    <a:cubicBezTo>
                      <a:pt x="153" y="90"/>
                      <a:pt x="150" y="89"/>
                      <a:pt x="147" y="88"/>
                    </a:cubicBezTo>
                    <a:cubicBezTo>
                      <a:pt x="146" y="87"/>
                      <a:pt x="145" y="86"/>
                      <a:pt x="143" y="86"/>
                    </a:cubicBezTo>
                    <a:cubicBezTo>
                      <a:pt x="141" y="85"/>
                      <a:pt x="140" y="86"/>
                      <a:pt x="138" y="85"/>
                    </a:cubicBezTo>
                    <a:cubicBezTo>
                      <a:pt x="137" y="85"/>
                      <a:pt x="137" y="84"/>
                      <a:pt x="136" y="84"/>
                    </a:cubicBezTo>
                    <a:cubicBezTo>
                      <a:pt x="134" y="83"/>
                      <a:pt x="132" y="83"/>
                      <a:pt x="131" y="82"/>
                    </a:cubicBezTo>
                    <a:cubicBezTo>
                      <a:pt x="129" y="81"/>
                      <a:pt x="128" y="80"/>
                      <a:pt x="126" y="80"/>
                    </a:cubicBezTo>
                    <a:cubicBezTo>
                      <a:pt x="123" y="78"/>
                      <a:pt x="119" y="77"/>
                      <a:pt x="116" y="77"/>
                    </a:cubicBezTo>
                    <a:cubicBezTo>
                      <a:pt x="112" y="76"/>
                      <a:pt x="108" y="75"/>
                      <a:pt x="104" y="75"/>
                    </a:cubicBezTo>
                    <a:cubicBezTo>
                      <a:pt x="102" y="75"/>
                      <a:pt x="100" y="75"/>
                      <a:pt x="97" y="75"/>
                    </a:cubicBezTo>
                    <a:cubicBezTo>
                      <a:pt x="95" y="74"/>
                      <a:pt x="93" y="75"/>
                      <a:pt x="91" y="74"/>
                    </a:cubicBezTo>
                    <a:cubicBezTo>
                      <a:pt x="88" y="74"/>
                      <a:pt x="85" y="74"/>
                      <a:pt x="82" y="74"/>
                    </a:cubicBezTo>
                    <a:cubicBezTo>
                      <a:pt x="79" y="74"/>
                      <a:pt x="77" y="74"/>
                      <a:pt x="74" y="73"/>
                    </a:cubicBezTo>
                    <a:cubicBezTo>
                      <a:pt x="72" y="73"/>
                      <a:pt x="70" y="72"/>
                      <a:pt x="68" y="72"/>
                    </a:cubicBezTo>
                    <a:cubicBezTo>
                      <a:pt x="66" y="72"/>
                      <a:pt x="65" y="71"/>
                      <a:pt x="64" y="69"/>
                    </a:cubicBezTo>
                    <a:cubicBezTo>
                      <a:pt x="63" y="66"/>
                      <a:pt x="63" y="63"/>
                      <a:pt x="63" y="60"/>
                    </a:cubicBezTo>
                    <a:cubicBezTo>
                      <a:pt x="62" y="57"/>
                      <a:pt x="61" y="53"/>
                      <a:pt x="59" y="50"/>
                    </a:cubicBezTo>
                    <a:cubicBezTo>
                      <a:pt x="57" y="47"/>
                      <a:pt x="54" y="47"/>
                      <a:pt x="51" y="46"/>
                    </a:cubicBezTo>
                    <a:cubicBezTo>
                      <a:pt x="47" y="45"/>
                      <a:pt x="44" y="43"/>
                      <a:pt x="41" y="42"/>
                    </a:cubicBezTo>
                    <a:cubicBezTo>
                      <a:pt x="36" y="40"/>
                      <a:pt x="32" y="39"/>
                      <a:pt x="27" y="37"/>
                    </a:cubicBezTo>
                    <a:cubicBezTo>
                      <a:pt x="22" y="35"/>
                      <a:pt x="19" y="30"/>
                      <a:pt x="16" y="25"/>
                    </a:cubicBezTo>
                    <a:cubicBezTo>
                      <a:pt x="12" y="21"/>
                      <a:pt x="9" y="17"/>
                      <a:pt x="5" y="13"/>
                    </a:cubicBezTo>
                    <a:cubicBezTo>
                      <a:pt x="4" y="12"/>
                      <a:pt x="0" y="8"/>
                      <a:pt x="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8" name="Freeform 3668">
                <a:extLst>
                  <a:ext uri="{FF2B5EF4-FFF2-40B4-BE49-F238E27FC236}">
                    <a16:creationId xmlns:a16="http://schemas.microsoft.com/office/drawing/2014/main" id="{ABCB5310-B1CA-CF40-A598-EC53BF864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0" y="2696"/>
                <a:ext cx="57" cy="34"/>
              </a:xfrm>
              <a:custGeom>
                <a:avLst/>
                <a:gdLst>
                  <a:gd name="T0" fmla="*/ 91 w 139"/>
                  <a:gd name="T1" fmla="*/ 63 h 84"/>
                  <a:gd name="T2" fmla="*/ 66 w 139"/>
                  <a:gd name="T3" fmla="*/ 38 h 84"/>
                  <a:gd name="T4" fmla="*/ 18 w 139"/>
                  <a:gd name="T5" fmla="*/ 26 h 84"/>
                  <a:gd name="T6" fmla="*/ 2 w 139"/>
                  <a:gd name="T7" fmla="*/ 7 h 84"/>
                  <a:gd name="T8" fmla="*/ 1 w 139"/>
                  <a:gd name="T9" fmla="*/ 1 h 84"/>
                  <a:gd name="T10" fmla="*/ 5 w 139"/>
                  <a:gd name="T11" fmla="*/ 1 h 84"/>
                  <a:gd name="T12" fmla="*/ 9 w 139"/>
                  <a:gd name="T13" fmla="*/ 2 h 84"/>
                  <a:gd name="T14" fmla="*/ 18 w 139"/>
                  <a:gd name="T15" fmla="*/ 5 h 84"/>
                  <a:gd name="T16" fmla="*/ 24 w 139"/>
                  <a:gd name="T17" fmla="*/ 8 h 84"/>
                  <a:gd name="T18" fmla="*/ 28 w 139"/>
                  <a:gd name="T19" fmla="*/ 9 h 84"/>
                  <a:gd name="T20" fmla="*/ 36 w 139"/>
                  <a:gd name="T21" fmla="*/ 12 h 84"/>
                  <a:gd name="T22" fmla="*/ 38 w 139"/>
                  <a:gd name="T23" fmla="*/ 12 h 84"/>
                  <a:gd name="T24" fmla="*/ 42 w 139"/>
                  <a:gd name="T25" fmla="*/ 13 h 84"/>
                  <a:gd name="T26" fmla="*/ 50 w 139"/>
                  <a:gd name="T27" fmla="*/ 16 h 84"/>
                  <a:gd name="T28" fmla="*/ 55 w 139"/>
                  <a:gd name="T29" fmla="*/ 18 h 84"/>
                  <a:gd name="T30" fmla="*/ 59 w 139"/>
                  <a:gd name="T31" fmla="*/ 20 h 84"/>
                  <a:gd name="T32" fmla="*/ 68 w 139"/>
                  <a:gd name="T33" fmla="*/ 22 h 84"/>
                  <a:gd name="T34" fmla="*/ 75 w 139"/>
                  <a:gd name="T35" fmla="*/ 25 h 84"/>
                  <a:gd name="T36" fmla="*/ 79 w 139"/>
                  <a:gd name="T37" fmla="*/ 28 h 84"/>
                  <a:gd name="T38" fmla="*/ 83 w 139"/>
                  <a:gd name="T39" fmla="*/ 30 h 84"/>
                  <a:gd name="T40" fmla="*/ 92 w 139"/>
                  <a:gd name="T41" fmla="*/ 33 h 84"/>
                  <a:gd name="T42" fmla="*/ 99 w 139"/>
                  <a:gd name="T43" fmla="*/ 36 h 84"/>
                  <a:gd name="T44" fmla="*/ 105 w 139"/>
                  <a:gd name="T45" fmla="*/ 39 h 84"/>
                  <a:gd name="T46" fmla="*/ 105 w 139"/>
                  <a:gd name="T47" fmla="*/ 42 h 84"/>
                  <a:gd name="T48" fmla="*/ 114 w 139"/>
                  <a:gd name="T49" fmla="*/ 53 h 84"/>
                  <a:gd name="T50" fmla="*/ 114 w 139"/>
                  <a:gd name="T51" fmla="*/ 62 h 84"/>
                  <a:gd name="T52" fmla="*/ 131 w 139"/>
                  <a:gd name="T53" fmla="*/ 59 h 84"/>
                  <a:gd name="T54" fmla="*/ 136 w 139"/>
                  <a:gd name="T55" fmla="*/ 75 h 84"/>
                  <a:gd name="T56" fmla="*/ 124 w 139"/>
                  <a:gd name="T57" fmla="*/ 81 h 84"/>
                  <a:gd name="T58" fmla="*/ 103 w 139"/>
                  <a:gd name="T59" fmla="*/ 74 h 84"/>
                  <a:gd name="T60" fmla="*/ 91 w 139"/>
                  <a:gd name="T61" fmla="*/ 6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9" h="84">
                    <a:moveTo>
                      <a:pt x="91" y="63"/>
                    </a:moveTo>
                    <a:cubicBezTo>
                      <a:pt x="88" y="51"/>
                      <a:pt x="78" y="42"/>
                      <a:pt x="66" y="38"/>
                    </a:cubicBezTo>
                    <a:cubicBezTo>
                      <a:pt x="51" y="32"/>
                      <a:pt x="33" y="36"/>
                      <a:pt x="18" y="26"/>
                    </a:cubicBezTo>
                    <a:cubicBezTo>
                      <a:pt x="12" y="21"/>
                      <a:pt x="5" y="14"/>
                      <a:pt x="2" y="7"/>
                    </a:cubicBezTo>
                    <a:cubicBezTo>
                      <a:pt x="1" y="6"/>
                      <a:pt x="0" y="3"/>
                      <a:pt x="1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7" y="1"/>
                      <a:pt x="8" y="1"/>
                      <a:pt x="9" y="2"/>
                    </a:cubicBezTo>
                    <a:cubicBezTo>
                      <a:pt x="12" y="3"/>
                      <a:pt x="15" y="4"/>
                      <a:pt x="18" y="5"/>
                    </a:cubicBezTo>
                    <a:cubicBezTo>
                      <a:pt x="20" y="7"/>
                      <a:pt x="22" y="7"/>
                      <a:pt x="24" y="8"/>
                    </a:cubicBezTo>
                    <a:cubicBezTo>
                      <a:pt x="25" y="8"/>
                      <a:pt x="27" y="9"/>
                      <a:pt x="28" y="9"/>
                    </a:cubicBezTo>
                    <a:cubicBezTo>
                      <a:pt x="31" y="10"/>
                      <a:pt x="33" y="11"/>
                      <a:pt x="36" y="12"/>
                    </a:cubicBezTo>
                    <a:cubicBezTo>
                      <a:pt x="37" y="12"/>
                      <a:pt x="38" y="12"/>
                      <a:pt x="38" y="12"/>
                    </a:cubicBezTo>
                    <a:cubicBezTo>
                      <a:pt x="40" y="12"/>
                      <a:pt x="41" y="13"/>
                      <a:pt x="42" y="13"/>
                    </a:cubicBezTo>
                    <a:cubicBezTo>
                      <a:pt x="45" y="14"/>
                      <a:pt x="47" y="15"/>
                      <a:pt x="50" y="16"/>
                    </a:cubicBezTo>
                    <a:cubicBezTo>
                      <a:pt x="52" y="17"/>
                      <a:pt x="53" y="17"/>
                      <a:pt x="55" y="18"/>
                    </a:cubicBezTo>
                    <a:cubicBezTo>
                      <a:pt x="56" y="18"/>
                      <a:pt x="58" y="19"/>
                      <a:pt x="59" y="20"/>
                    </a:cubicBezTo>
                    <a:cubicBezTo>
                      <a:pt x="62" y="20"/>
                      <a:pt x="65" y="21"/>
                      <a:pt x="68" y="22"/>
                    </a:cubicBezTo>
                    <a:cubicBezTo>
                      <a:pt x="71" y="23"/>
                      <a:pt x="73" y="24"/>
                      <a:pt x="75" y="25"/>
                    </a:cubicBezTo>
                    <a:cubicBezTo>
                      <a:pt x="76" y="26"/>
                      <a:pt x="78" y="27"/>
                      <a:pt x="79" y="28"/>
                    </a:cubicBezTo>
                    <a:cubicBezTo>
                      <a:pt x="80" y="28"/>
                      <a:pt x="82" y="29"/>
                      <a:pt x="83" y="30"/>
                    </a:cubicBezTo>
                    <a:cubicBezTo>
                      <a:pt x="86" y="31"/>
                      <a:pt x="89" y="32"/>
                      <a:pt x="92" y="33"/>
                    </a:cubicBezTo>
                    <a:cubicBezTo>
                      <a:pt x="94" y="34"/>
                      <a:pt x="97" y="35"/>
                      <a:pt x="99" y="36"/>
                    </a:cubicBezTo>
                    <a:cubicBezTo>
                      <a:pt x="101" y="38"/>
                      <a:pt x="103" y="39"/>
                      <a:pt x="105" y="39"/>
                    </a:cubicBezTo>
                    <a:cubicBezTo>
                      <a:pt x="105" y="42"/>
                      <a:pt x="105" y="42"/>
                      <a:pt x="105" y="42"/>
                    </a:cubicBezTo>
                    <a:cubicBezTo>
                      <a:pt x="105" y="42"/>
                      <a:pt x="115" y="49"/>
                      <a:pt x="114" y="53"/>
                    </a:cubicBezTo>
                    <a:cubicBezTo>
                      <a:pt x="113" y="58"/>
                      <a:pt x="109" y="65"/>
                      <a:pt x="114" y="62"/>
                    </a:cubicBezTo>
                    <a:cubicBezTo>
                      <a:pt x="119" y="60"/>
                      <a:pt x="127" y="57"/>
                      <a:pt x="131" y="59"/>
                    </a:cubicBezTo>
                    <a:cubicBezTo>
                      <a:pt x="134" y="62"/>
                      <a:pt x="139" y="66"/>
                      <a:pt x="136" y="75"/>
                    </a:cubicBezTo>
                    <a:cubicBezTo>
                      <a:pt x="133" y="83"/>
                      <a:pt x="132" y="84"/>
                      <a:pt x="124" y="81"/>
                    </a:cubicBezTo>
                    <a:cubicBezTo>
                      <a:pt x="116" y="79"/>
                      <a:pt x="107" y="78"/>
                      <a:pt x="103" y="74"/>
                    </a:cubicBezTo>
                    <a:cubicBezTo>
                      <a:pt x="100" y="72"/>
                      <a:pt x="94" y="62"/>
                      <a:pt x="91" y="6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9" name="Freeform 3669">
                <a:extLst>
                  <a:ext uri="{FF2B5EF4-FFF2-40B4-BE49-F238E27FC236}">
                    <a16:creationId xmlns:a16="http://schemas.microsoft.com/office/drawing/2014/main" id="{9575CC9F-D904-2541-AFF3-47C457EC0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1" y="2686"/>
                <a:ext cx="30" cy="33"/>
              </a:xfrm>
              <a:custGeom>
                <a:avLst/>
                <a:gdLst>
                  <a:gd name="T0" fmla="*/ 68 w 75"/>
                  <a:gd name="T1" fmla="*/ 81 h 83"/>
                  <a:gd name="T2" fmla="*/ 51 w 75"/>
                  <a:gd name="T3" fmla="*/ 66 h 83"/>
                  <a:gd name="T4" fmla="*/ 38 w 75"/>
                  <a:gd name="T5" fmla="*/ 38 h 83"/>
                  <a:gd name="T6" fmla="*/ 23 w 75"/>
                  <a:gd name="T7" fmla="*/ 36 h 83"/>
                  <a:gd name="T8" fmla="*/ 16 w 75"/>
                  <a:gd name="T9" fmla="*/ 31 h 83"/>
                  <a:gd name="T10" fmla="*/ 9 w 75"/>
                  <a:gd name="T11" fmla="*/ 25 h 83"/>
                  <a:gd name="T12" fmla="*/ 4 w 75"/>
                  <a:gd name="T13" fmla="*/ 19 h 83"/>
                  <a:gd name="T14" fmla="*/ 0 w 75"/>
                  <a:gd name="T15" fmla="*/ 11 h 83"/>
                  <a:gd name="T16" fmla="*/ 1 w 75"/>
                  <a:gd name="T17" fmla="*/ 0 h 83"/>
                  <a:gd name="T18" fmla="*/ 5 w 75"/>
                  <a:gd name="T19" fmla="*/ 0 h 83"/>
                  <a:gd name="T20" fmla="*/ 11 w 75"/>
                  <a:gd name="T21" fmla="*/ 1 h 83"/>
                  <a:gd name="T22" fmla="*/ 20 w 75"/>
                  <a:gd name="T23" fmla="*/ 4 h 83"/>
                  <a:gd name="T24" fmla="*/ 28 w 75"/>
                  <a:gd name="T25" fmla="*/ 9 h 83"/>
                  <a:gd name="T26" fmla="*/ 34 w 75"/>
                  <a:gd name="T27" fmla="*/ 15 h 83"/>
                  <a:gd name="T28" fmla="*/ 40 w 75"/>
                  <a:gd name="T29" fmla="*/ 20 h 83"/>
                  <a:gd name="T30" fmla="*/ 50 w 75"/>
                  <a:gd name="T31" fmla="*/ 23 h 83"/>
                  <a:gd name="T32" fmla="*/ 59 w 75"/>
                  <a:gd name="T33" fmla="*/ 27 h 83"/>
                  <a:gd name="T34" fmla="*/ 63 w 75"/>
                  <a:gd name="T35" fmla="*/ 30 h 83"/>
                  <a:gd name="T36" fmla="*/ 67 w 75"/>
                  <a:gd name="T37" fmla="*/ 31 h 83"/>
                  <a:gd name="T38" fmla="*/ 72 w 75"/>
                  <a:gd name="T39" fmla="*/ 34 h 83"/>
                  <a:gd name="T40" fmla="*/ 72 w 75"/>
                  <a:gd name="T41" fmla="*/ 35 h 83"/>
                  <a:gd name="T42" fmla="*/ 66 w 75"/>
                  <a:gd name="T43" fmla="*/ 42 h 83"/>
                  <a:gd name="T44" fmla="*/ 60 w 75"/>
                  <a:gd name="T45" fmla="*/ 49 h 83"/>
                  <a:gd name="T46" fmla="*/ 67 w 75"/>
                  <a:gd name="T47" fmla="*/ 68 h 83"/>
                  <a:gd name="T48" fmla="*/ 68 w 75"/>
                  <a:gd name="T49" fmla="*/ 8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5" h="83">
                    <a:moveTo>
                      <a:pt x="68" y="81"/>
                    </a:moveTo>
                    <a:cubicBezTo>
                      <a:pt x="61" y="79"/>
                      <a:pt x="54" y="75"/>
                      <a:pt x="51" y="66"/>
                    </a:cubicBezTo>
                    <a:cubicBezTo>
                      <a:pt x="48" y="58"/>
                      <a:pt x="38" y="38"/>
                      <a:pt x="38" y="38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1" y="35"/>
                      <a:pt x="18" y="33"/>
                      <a:pt x="16" y="31"/>
                    </a:cubicBezTo>
                    <a:cubicBezTo>
                      <a:pt x="14" y="29"/>
                      <a:pt x="12" y="27"/>
                      <a:pt x="9" y="25"/>
                    </a:cubicBezTo>
                    <a:cubicBezTo>
                      <a:pt x="8" y="23"/>
                      <a:pt x="6" y="21"/>
                      <a:pt x="4" y="19"/>
                    </a:cubicBezTo>
                    <a:cubicBezTo>
                      <a:pt x="2" y="17"/>
                      <a:pt x="0" y="15"/>
                      <a:pt x="0" y="11"/>
                    </a:cubicBezTo>
                    <a:cubicBezTo>
                      <a:pt x="0" y="7"/>
                      <a:pt x="1" y="4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7" y="0"/>
                      <a:pt x="9" y="0"/>
                      <a:pt x="11" y="1"/>
                    </a:cubicBezTo>
                    <a:cubicBezTo>
                      <a:pt x="14" y="2"/>
                      <a:pt x="17" y="3"/>
                      <a:pt x="20" y="4"/>
                    </a:cubicBezTo>
                    <a:cubicBezTo>
                      <a:pt x="23" y="6"/>
                      <a:pt x="25" y="7"/>
                      <a:pt x="28" y="9"/>
                    </a:cubicBezTo>
                    <a:cubicBezTo>
                      <a:pt x="30" y="10"/>
                      <a:pt x="32" y="13"/>
                      <a:pt x="34" y="15"/>
                    </a:cubicBezTo>
                    <a:cubicBezTo>
                      <a:pt x="36" y="17"/>
                      <a:pt x="37" y="19"/>
                      <a:pt x="40" y="20"/>
                    </a:cubicBezTo>
                    <a:cubicBezTo>
                      <a:pt x="43" y="22"/>
                      <a:pt x="46" y="22"/>
                      <a:pt x="50" y="23"/>
                    </a:cubicBezTo>
                    <a:cubicBezTo>
                      <a:pt x="53" y="24"/>
                      <a:pt x="56" y="25"/>
                      <a:pt x="59" y="27"/>
                    </a:cubicBezTo>
                    <a:cubicBezTo>
                      <a:pt x="61" y="28"/>
                      <a:pt x="62" y="29"/>
                      <a:pt x="63" y="30"/>
                    </a:cubicBezTo>
                    <a:cubicBezTo>
                      <a:pt x="64" y="30"/>
                      <a:pt x="66" y="31"/>
                      <a:pt x="67" y="31"/>
                    </a:cubicBezTo>
                    <a:cubicBezTo>
                      <a:pt x="68" y="32"/>
                      <a:pt x="70" y="34"/>
                      <a:pt x="72" y="34"/>
                    </a:cubicBezTo>
                    <a:cubicBezTo>
                      <a:pt x="72" y="34"/>
                      <a:pt x="72" y="34"/>
                      <a:pt x="72" y="35"/>
                    </a:cubicBezTo>
                    <a:cubicBezTo>
                      <a:pt x="71" y="38"/>
                      <a:pt x="70" y="42"/>
                      <a:pt x="66" y="42"/>
                    </a:cubicBezTo>
                    <a:cubicBezTo>
                      <a:pt x="61" y="42"/>
                      <a:pt x="59" y="45"/>
                      <a:pt x="60" y="49"/>
                    </a:cubicBezTo>
                    <a:cubicBezTo>
                      <a:pt x="60" y="53"/>
                      <a:pt x="60" y="62"/>
                      <a:pt x="67" y="68"/>
                    </a:cubicBezTo>
                    <a:cubicBezTo>
                      <a:pt x="74" y="73"/>
                      <a:pt x="75" y="83"/>
                      <a:pt x="68" y="8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0" name="Freeform 3670">
                <a:extLst>
                  <a:ext uri="{FF2B5EF4-FFF2-40B4-BE49-F238E27FC236}">
                    <a16:creationId xmlns:a16="http://schemas.microsoft.com/office/drawing/2014/main" id="{FC69B737-9A93-0B41-AB12-42535AAB3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1" y="2676"/>
                <a:ext cx="42" cy="22"/>
              </a:xfrm>
              <a:custGeom>
                <a:avLst/>
                <a:gdLst>
                  <a:gd name="T0" fmla="*/ 98 w 103"/>
                  <a:gd name="T1" fmla="*/ 55 h 55"/>
                  <a:gd name="T2" fmla="*/ 94 w 103"/>
                  <a:gd name="T3" fmla="*/ 53 h 55"/>
                  <a:gd name="T4" fmla="*/ 77 w 103"/>
                  <a:gd name="T5" fmla="*/ 46 h 55"/>
                  <a:gd name="T6" fmla="*/ 61 w 103"/>
                  <a:gd name="T7" fmla="*/ 34 h 55"/>
                  <a:gd name="T8" fmla="*/ 45 w 103"/>
                  <a:gd name="T9" fmla="*/ 27 h 55"/>
                  <a:gd name="T10" fmla="*/ 31 w 103"/>
                  <a:gd name="T11" fmla="*/ 22 h 55"/>
                  <a:gd name="T12" fmla="*/ 16 w 103"/>
                  <a:gd name="T13" fmla="*/ 18 h 55"/>
                  <a:gd name="T14" fmla="*/ 13 w 103"/>
                  <a:gd name="T15" fmla="*/ 16 h 55"/>
                  <a:gd name="T16" fmla="*/ 3 w 103"/>
                  <a:gd name="T17" fmla="*/ 9 h 55"/>
                  <a:gd name="T18" fmla="*/ 1 w 103"/>
                  <a:gd name="T19" fmla="*/ 5 h 55"/>
                  <a:gd name="T20" fmla="*/ 0 w 103"/>
                  <a:gd name="T21" fmla="*/ 3 h 55"/>
                  <a:gd name="T22" fmla="*/ 3 w 103"/>
                  <a:gd name="T23" fmla="*/ 1 h 55"/>
                  <a:gd name="T24" fmla="*/ 4 w 103"/>
                  <a:gd name="T25" fmla="*/ 0 h 55"/>
                  <a:gd name="T26" fmla="*/ 7 w 103"/>
                  <a:gd name="T27" fmla="*/ 1 h 55"/>
                  <a:gd name="T28" fmla="*/ 11 w 103"/>
                  <a:gd name="T29" fmla="*/ 1 h 55"/>
                  <a:gd name="T30" fmla="*/ 18 w 103"/>
                  <a:gd name="T31" fmla="*/ 1 h 55"/>
                  <a:gd name="T32" fmla="*/ 23 w 103"/>
                  <a:gd name="T33" fmla="*/ 1 h 55"/>
                  <a:gd name="T34" fmla="*/ 29 w 103"/>
                  <a:gd name="T35" fmla="*/ 2 h 55"/>
                  <a:gd name="T36" fmla="*/ 34 w 103"/>
                  <a:gd name="T37" fmla="*/ 3 h 55"/>
                  <a:gd name="T38" fmla="*/ 45 w 103"/>
                  <a:gd name="T39" fmla="*/ 5 h 55"/>
                  <a:gd name="T40" fmla="*/ 68 w 103"/>
                  <a:gd name="T41" fmla="*/ 8 h 55"/>
                  <a:gd name="T42" fmla="*/ 82 w 103"/>
                  <a:gd name="T43" fmla="*/ 9 h 55"/>
                  <a:gd name="T44" fmla="*/ 91 w 103"/>
                  <a:gd name="T45" fmla="*/ 9 h 55"/>
                  <a:gd name="T46" fmla="*/ 103 w 103"/>
                  <a:gd name="T47" fmla="*/ 43 h 55"/>
                  <a:gd name="T48" fmla="*/ 98 w 103"/>
                  <a:gd name="T4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3" h="55">
                    <a:moveTo>
                      <a:pt x="98" y="55"/>
                    </a:moveTo>
                    <a:cubicBezTo>
                      <a:pt x="97" y="54"/>
                      <a:pt x="95" y="53"/>
                      <a:pt x="94" y="53"/>
                    </a:cubicBezTo>
                    <a:cubicBezTo>
                      <a:pt x="88" y="51"/>
                      <a:pt x="83" y="49"/>
                      <a:pt x="77" y="46"/>
                    </a:cubicBezTo>
                    <a:cubicBezTo>
                      <a:pt x="72" y="42"/>
                      <a:pt x="67" y="37"/>
                      <a:pt x="61" y="34"/>
                    </a:cubicBezTo>
                    <a:cubicBezTo>
                      <a:pt x="55" y="31"/>
                      <a:pt x="50" y="29"/>
                      <a:pt x="45" y="27"/>
                    </a:cubicBezTo>
                    <a:cubicBezTo>
                      <a:pt x="40" y="25"/>
                      <a:pt x="36" y="23"/>
                      <a:pt x="31" y="22"/>
                    </a:cubicBezTo>
                    <a:cubicBezTo>
                      <a:pt x="26" y="20"/>
                      <a:pt x="21" y="20"/>
                      <a:pt x="16" y="18"/>
                    </a:cubicBezTo>
                    <a:cubicBezTo>
                      <a:pt x="15" y="17"/>
                      <a:pt x="14" y="16"/>
                      <a:pt x="13" y="16"/>
                    </a:cubicBezTo>
                    <a:cubicBezTo>
                      <a:pt x="9" y="14"/>
                      <a:pt x="6" y="11"/>
                      <a:pt x="3" y="9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9" y="1"/>
                      <a:pt x="10" y="1"/>
                      <a:pt x="11" y="1"/>
                    </a:cubicBezTo>
                    <a:cubicBezTo>
                      <a:pt x="13" y="1"/>
                      <a:pt x="15" y="1"/>
                      <a:pt x="18" y="1"/>
                    </a:cubicBezTo>
                    <a:cubicBezTo>
                      <a:pt x="19" y="1"/>
                      <a:pt x="21" y="1"/>
                      <a:pt x="23" y="1"/>
                    </a:cubicBezTo>
                    <a:cubicBezTo>
                      <a:pt x="25" y="2"/>
                      <a:pt x="27" y="2"/>
                      <a:pt x="29" y="2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8" y="4"/>
                      <a:pt x="42" y="5"/>
                      <a:pt x="45" y="5"/>
                    </a:cubicBezTo>
                    <a:cubicBezTo>
                      <a:pt x="53" y="6"/>
                      <a:pt x="60" y="7"/>
                      <a:pt x="68" y="8"/>
                    </a:cubicBezTo>
                    <a:cubicBezTo>
                      <a:pt x="72" y="9"/>
                      <a:pt x="77" y="9"/>
                      <a:pt x="82" y="9"/>
                    </a:cubicBezTo>
                    <a:cubicBezTo>
                      <a:pt x="85" y="9"/>
                      <a:pt x="88" y="9"/>
                      <a:pt x="91" y="9"/>
                    </a:cubicBezTo>
                    <a:cubicBezTo>
                      <a:pt x="94" y="15"/>
                      <a:pt x="103" y="35"/>
                      <a:pt x="103" y="43"/>
                    </a:cubicBezTo>
                    <a:cubicBezTo>
                      <a:pt x="102" y="49"/>
                      <a:pt x="100" y="52"/>
                      <a:pt x="98" y="5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>
                    <a:alpha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36" name="Freeform 3673">
              <a:extLst>
                <a:ext uri="{FF2B5EF4-FFF2-40B4-BE49-F238E27FC236}">
                  <a16:creationId xmlns:a16="http://schemas.microsoft.com/office/drawing/2014/main" id="{B9EC42D8-5A76-8A4B-9EA1-2B4423634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482"/>
              <a:ext cx="4" cy="4"/>
            </a:xfrm>
            <a:custGeom>
              <a:avLst/>
              <a:gdLst>
                <a:gd name="T0" fmla="*/ 2 w 10"/>
                <a:gd name="T1" fmla="*/ 1 h 9"/>
                <a:gd name="T2" fmla="*/ 0 w 10"/>
                <a:gd name="T3" fmla="*/ 5 h 9"/>
                <a:gd name="T4" fmla="*/ 1 w 10"/>
                <a:gd name="T5" fmla="*/ 8 h 9"/>
                <a:gd name="T6" fmla="*/ 4 w 10"/>
                <a:gd name="T7" fmla="*/ 9 h 9"/>
                <a:gd name="T8" fmla="*/ 9 w 10"/>
                <a:gd name="T9" fmla="*/ 6 h 9"/>
                <a:gd name="T10" fmla="*/ 8 w 10"/>
                <a:gd name="T11" fmla="*/ 2 h 9"/>
                <a:gd name="T12" fmla="*/ 2 w 10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2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2" y="9"/>
                    <a:pt x="2" y="9"/>
                    <a:pt x="4" y="9"/>
                  </a:cubicBezTo>
                  <a:cubicBezTo>
                    <a:pt x="5" y="9"/>
                    <a:pt x="8" y="8"/>
                    <a:pt x="9" y="6"/>
                  </a:cubicBezTo>
                  <a:cubicBezTo>
                    <a:pt x="10" y="5"/>
                    <a:pt x="9" y="3"/>
                    <a:pt x="8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" name="Freeform 3674">
              <a:extLst>
                <a:ext uri="{FF2B5EF4-FFF2-40B4-BE49-F238E27FC236}">
                  <a16:creationId xmlns:a16="http://schemas.microsoft.com/office/drawing/2014/main" id="{2D590CDC-656B-F445-9AA9-902FB4A11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8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8" name="Freeform 3675">
              <a:extLst>
                <a:ext uri="{FF2B5EF4-FFF2-40B4-BE49-F238E27FC236}">
                  <a16:creationId xmlns:a16="http://schemas.microsoft.com/office/drawing/2014/main" id="{B9CACD9B-ED12-8B42-B343-1E5A9F3FD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850"/>
              <a:ext cx="15" cy="7"/>
            </a:xfrm>
            <a:custGeom>
              <a:avLst/>
              <a:gdLst>
                <a:gd name="T0" fmla="*/ 35 w 36"/>
                <a:gd name="T1" fmla="*/ 10 h 19"/>
                <a:gd name="T2" fmla="*/ 34 w 36"/>
                <a:gd name="T3" fmla="*/ 9 h 19"/>
                <a:gd name="T4" fmla="*/ 31 w 36"/>
                <a:gd name="T5" fmla="*/ 6 h 19"/>
                <a:gd name="T6" fmla="*/ 27 w 36"/>
                <a:gd name="T7" fmla="*/ 4 h 19"/>
                <a:gd name="T8" fmla="*/ 25 w 36"/>
                <a:gd name="T9" fmla="*/ 2 h 19"/>
                <a:gd name="T10" fmla="*/ 19 w 36"/>
                <a:gd name="T11" fmla="*/ 0 h 19"/>
                <a:gd name="T12" fmla="*/ 15 w 36"/>
                <a:gd name="T13" fmla="*/ 0 h 19"/>
                <a:gd name="T14" fmla="*/ 10 w 36"/>
                <a:gd name="T15" fmla="*/ 0 h 19"/>
                <a:gd name="T16" fmla="*/ 4 w 36"/>
                <a:gd name="T17" fmla="*/ 2 h 19"/>
                <a:gd name="T18" fmla="*/ 1 w 36"/>
                <a:gd name="T19" fmla="*/ 4 h 19"/>
                <a:gd name="T20" fmla="*/ 1 w 36"/>
                <a:gd name="T21" fmla="*/ 7 h 19"/>
                <a:gd name="T22" fmla="*/ 4 w 36"/>
                <a:gd name="T23" fmla="*/ 7 h 19"/>
                <a:gd name="T24" fmla="*/ 8 w 36"/>
                <a:gd name="T25" fmla="*/ 8 h 19"/>
                <a:gd name="T26" fmla="*/ 12 w 36"/>
                <a:gd name="T27" fmla="*/ 10 h 19"/>
                <a:gd name="T28" fmla="*/ 17 w 36"/>
                <a:gd name="T29" fmla="*/ 13 h 19"/>
                <a:gd name="T30" fmla="*/ 18 w 36"/>
                <a:gd name="T31" fmla="*/ 14 h 19"/>
                <a:gd name="T32" fmla="*/ 19 w 36"/>
                <a:gd name="T33" fmla="*/ 14 h 19"/>
                <a:gd name="T34" fmla="*/ 23 w 36"/>
                <a:gd name="T35" fmla="*/ 17 h 19"/>
                <a:gd name="T36" fmla="*/ 26 w 36"/>
                <a:gd name="T37" fmla="*/ 18 h 19"/>
                <a:gd name="T38" fmla="*/ 30 w 36"/>
                <a:gd name="T39" fmla="*/ 18 h 19"/>
                <a:gd name="T40" fmla="*/ 35 w 36"/>
                <a:gd name="T41" fmla="*/ 17 h 19"/>
                <a:gd name="T42" fmla="*/ 35 w 36"/>
                <a:gd name="T43" fmla="*/ 14 h 19"/>
                <a:gd name="T44" fmla="*/ 35 w 36"/>
                <a:gd name="T45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19">
                  <a:moveTo>
                    <a:pt x="35" y="1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8"/>
                    <a:pt x="32" y="7"/>
                    <a:pt x="31" y="6"/>
                  </a:cubicBezTo>
                  <a:cubicBezTo>
                    <a:pt x="30" y="6"/>
                    <a:pt x="29" y="5"/>
                    <a:pt x="27" y="4"/>
                  </a:cubicBezTo>
                  <a:cubicBezTo>
                    <a:pt x="27" y="4"/>
                    <a:pt x="26" y="3"/>
                    <a:pt x="25" y="2"/>
                  </a:cubicBezTo>
                  <a:cubicBezTo>
                    <a:pt x="24" y="1"/>
                    <a:pt x="21" y="0"/>
                    <a:pt x="19" y="0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3" y="0"/>
                    <a:pt x="12" y="0"/>
                    <a:pt x="10" y="0"/>
                  </a:cubicBezTo>
                  <a:cubicBezTo>
                    <a:pt x="8" y="0"/>
                    <a:pt x="6" y="1"/>
                    <a:pt x="4" y="2"/>
                  </a:cubicBezTo>
                  <a:cubicBezTo>
                    <a:pt x="2" y="2"/>
                    <a:pt x="1" y="3"/>
                    <a:pt x="1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7"/>
                    <a:pt x="7" y="7"/>
                    <a:pt x="8" y="8"/>
                  </a:cubicBezTo>
                  <a:cubicBezTo>
                    <a:pt x="9" y="8"/>
                    <a:pt x="11" y="9"/>
                    <a:pt x="12" y="10"/>
                  </a:cubicBezTo>
                  <a:cubicBezTo>
                    <a:pt x="14" y="11"/>
                    <a:pt x="15" y="12"/>
                    <a:pt x="17" y="13"/>
                  </a:cubicBezTo>
                  <a:cubicBezTo>
                    <a:pt x="17" y="13"/>
                    <a:pt x="18" y="13"/>
                    <a:pt x="18" y="14"/>
                  </a:cubicBezTo>
                  <a:cubicBezTo>
                    <a:pt x="18" y="14"/>
                    <a:pt x="19" y="14"/>
                    <a:pt x="19" y="14"/>
                  </a:cubicBezTo>
                  <a:cubicBezTo>
                    <a:pt x="20" y="15"/>
                    <a:pt x="22" y="16"/>
                    <a:pt x="23" y="17"/>
                  </a:cubicBezTo>
                  <a:cubicBezTo>
                    <a:pt x="24" y="17"/>
                    <a:pt x="25" y="18"/>
                    <a:pt x="26" y="18"/>
                  </a:cubicBezTo>
                  <a:cubicBezTo>
                    <a:pt x="27" y="19"/>
                    <a:pt x="29" y="19"/>
                    <a:pt x="30" y="18"/>
                  </a:cubicBezTo>
                  <a:cubicBezTo>
                    <a:pt x="32" y="18"/>
                    <a:pt x="34" y="18"/>
                    <a:pt x="35" y="17"/>
                  </a:cubicBezTo>
                  <a:cubicBezTo>
                    <a:pt x="36" y="17"/>
                    <a:pt x="35" y="15"/>
                    <a:pt x="35" y="14"/>
                  </a:cubicBezTo>
                  <a:cubicBezTo>
                    <a:pt x="36" y="12"/>
                    <a:pt x="36" y="11"/>
                    <a:pt x="35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9" name="Freeform 3676">
              <a:extLst>
                <a:ext uri="{FF2B5EF4-FFF2-40B4-BE49-F238E27FC236}">
                  <a16:creationId xmlns:a16="http://schemas.microsoft.com/office/drawing/2014/main" id="{DF2326A3-FF2D-CB42-833C-BC506E5C9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547"/>
              <a:ext cx="25" cy="6"/>
            </a:xfrm>
            <a:custGeom>
              <a:avLst/>
              <a:gdLst>
                <a:gd name="T0" fmla="*/ 4 w 62"/>
                <a:gd name="T1" fmla="*/ 11 h 15"/>
                <a:gd name="T2" fmla="*/ 7 w 62"/>
                <a:gd name="T3" fmla="*/ 13 h 15"/>
                <a:gd name="T4" fmla="*/ 10 w 62"/>
                <a:gd name="T5" fmla="*/ 14 h 15"/>
                <a:gd name="T6" fmla="*/ 17 w 62"/>
                <a:gd name="T7" fmla="*/ 14 h 15"/>
                <a:gd name="T8" fmla="*/ 23 w 62"/>
                <a:gd name="T9" fmla="*/ 13 h 15"/>
                <a:gd name="T10" fmla="*/ 26 w 62"/>
                <a:gd name="T11" fmla="*/ 14 h 15"/>
                <a:gd name="T12" fmla="*/ 31 w 62"/>
                <a:gd name="T13" fmla="*/ 15 h 15"/>
                <a:gd name="T14" fmla="*/ 39 w 62"/>
                <a:gd name="T15" fmla="*/ 15 h 15"/>
                <a:gd name="T16" fmla="*/ 44 w 62"/>
                <a:gd name="T17" fmla="*/ 15 h 15"/>
                <a:gd name="T18" fmla="*/ 50 w 62"/>
                <a:gd name="T19" fmla="*/ 14 h 15"/>
                <a:gd name="T20" fmla="*/ 55 w 62"/>
                <a:gd name="T21" fmla="*/ 14 h 15"/>
                <a:gd name="T22" fmla="*/ 58 w 62"/>
                <a:gd name="T23" fmla="*/ 8 h 15"/>
                <a:gd name="T24" fmla="*/ 53 w 62"/>
                <a:gd name="T25" fmla="*/ 6 h 15"/>
                <a:gd name="T26" fmla="*/ 48 w 62"/>
                <a:gd name="T27" fmla="*/ 3 h 15"/>
                <a:gd name="T28" fmla="*/ 36 w 62"/>
                <a:gd name="T29" fmla="*/ 0 h 15"/>
                <a:gd name="T30" fmla="*/ 24 w 62"/>
                <a:gd name="T31" fmla="*/ 1 h 15"/>
                <a:gd name="T32" fmla="*/ 13 w 62"/>
                <a:gd name="T33" fmla="*/ 2 h 15"/>
                <a:gd name="T34" fmla="*/ 2 w 62"/>
                <a:gd name="T35" fmla="*/ 5 h 15"/>
                <a:gd name="T36" fmla="*/ 4 w 62"/>
                <a:gd name="T37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15">
                  <a:moveTo>
                    <a:pt x="4" y="11"/>
                  </a:moveTo>
                  <a:cubicBezTo>
                    <a:pt x="5" y="12"/>
                    <a:pt x="6" y="12"/>
                    <a:pt x="7" y="13"/>
                  </a:cubicBezTo>
                  <a:cubicBezTo>
                    <a:pt x="8" y="13"/>
                    <a:pt x="9" y="14"/>
                    <a:pt x="10" y="14"/>
                  </a:cubicBezTo>
                  <a:cubicBezTo>
                    <a:pt x="12" y="15"/>
                    <a:pt x="15" y="14"/>
                    <a:pt x="17" y="14"/>
                  </a:cubicBezTo>
                  <a:cubicBezTo>
                    <a:pt x="19" y="15"/>
                    <a:pt x="21" y="13"/>
                    <a:pt x="23" y="13"/>
                  </a:cubicBezTo>
                  <a:cubicBezTo>
                    <a:pt x="24" y="13"/>
                    <a:pt x="25" y="14"/>
                    <a:pt x="26" y="14"/>
                  </a:cubicBezTo>
                  <a:cubicBezTo>
                    <a:pt x="28" y="15"/>
                    <a:pt x="30" y="15"/>
                    <a:pt x="31" y="15"/>
                  </a:cubicBezTo>
                  <a:cubicBezTo>
                    <a:pt x="34" y="15"/>
                    <a:pt x="37" y="14"/>
                    <a:pt x="39" y="15"/>
                  </a:cubicBezTo>
                  <a:cubicBezTo>
                    <a:pt x="41" y="15"/>
                    <a:pt x="43" y="15"/>
                    <a:pt x="44" y="15"/>
                  </a:cubicBezTo>
                  <a:cubicBezTo>
                    <a:pt x="46" y="15"/>
                    <a:pt x="48" y="15"/>
                    <a:pt x="50" y="14"/>
                  </a:cubicBezTo>
                  <a:cubicBezTo>
                    <a:pt x="52" y="14"/>
                    <a:pt x="53" y="14"/>
                    <a:pt x="55" y="14"/>
                  </a:cubicBezTo>
                  <a:cubicBezTo>
                    <a:pt x="58" y="14"/>
                    <a:pt x="62" y="10"/>
                    <a:pt x="58" y="8"/>
                  </a:cubicBezTo>
                  <a:cubicBezTo>
                    <a:pt x="56" y="7"/>
                    <a:pt x="54" y="7"/>
                    <a:pt x="53" y="6"/>
                  </a:cubicBezTo>
                  <a:cubicBezTo>
                    <a:pt x="51" y="5"/>
                    <a:pt x="49" y="4"/>
                    <a:pt x="48" y="3"/>
                  </a:cubicBezTo>
                  <a:cubicBezTo>
                    <a:pt x="44" y="1"/>
                    <a:pt x="40" y="0"/>
                    <a:pt x="36" y="0"/>
                  </a:cubicBezTo>
                  <a:cubicBezTo>
                    <a:pt x="32" y="0"/>
                    <a:pt x="28" y="1"/>
                    <a:pt x="24" y="1"/>
                  </a:cubicBezTo>
                  <a:cubicBezTo>
                    <a:pt x="20" y="1"/>
                    <a:pt x="16" y="2"/>
                    <a:pt x="13" y="2"/>
                  </a:cubicBezTo>
                  <a:cubicBezTo>
                    <a:pt x="9" y="2"/>
                    <a:pt x="4" y="1"/>
                    <a:pt x="2" y="5"/>
                  </a:cubicBezTo>
                  <a:cubicBezTo>
                    <a:pt x="0" y="8"/>
                    <a:pt x="2" y="10"/>
                    <a:pt x="4" y="1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0" name="Freeform 3678">
              <a:extLst>
                <a:ext uri="{FF2B5EF4-FFF2-40B4-BE49-F238E27FC236}">
                  <a16:creationId xmlns:a16="http://schemas.microsoft.com/office/drawing/2014/main" id="{5731F9BE-D508-8E47-9627-3963EAF0C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757"/>
              <a:ext cx="2" cy="4"/>
            </a:xfrm>
            <a:custGeom>
              <a:avLst/>
              <a:gdLst>
                <a:gd name="T0" fmla="*/ 0 w 6"/>
                <a:gd name="T1" fmla="*/ 8 h 9"/>
                <a:gd name="T2" fmla="*/ 2 w 6"/>
                <a:gd name="T3" fmla="*/ 9 h 9"/>
                <a:gd name="T4" fmla="*/ 3 w 6"/>
                <a:gd name="T5" fmla="*/ 9 h 9"/>
                <a:gd name="T6" fmla="*/ 4 w 6"/>
                <a:gd name="T7" fmla="*/ 9 h 9"/>
                <a:gd name="T8" fmla="*/ 6 w 6"/>
                <a:gd name="T9" fmla="*/ 9 h 9"/>
                <a:gd name="T10" fmla="*/ 6 w 6"/>
                <a:gd name="T11" fmla="*/ 7 h 9"/>
                <a:gd name="T12" fmla="*/ 5 w 6"/>
                <a:gd name="T13" fmla="*/ 6 h 9"/>
                <a:gd name="T14" fmla="*/ 4 w 6"/>
                <a:gd name="T15" fmla="*/ 5 h 9"/>
                <a:gd name="T16" fmla="*/ 4 w 6"/>
                <a:gd name="T17" fmla="*/ 2 h 9"/>
                <a:gd name="T18" fmla="*/ 4 w 6"/>
                <a:gd name="T19" fmla="*/ 1 h 9"/>
                <a:gd name="T20" fmla="*/ 2 w 6"/>
                <a:gd name="T21" fmla="*/ 1 h 9"/>
                <a:gd name="T22" fmla="*/ 0 w 6"/>
                <a:gd name="T23" fmla="*/ 2 h 9"/>
                <a:gd name="T24" fmla="*/ 0 w 6"/>
                <a:gd name="T25" fmla="*/ 3 h 9"/>
                <a:gd name="T26" fmla="*/ 0 w 6"/>
                <a:gd name="T27" fmla="*/ 6 h 9"/>
                <a:gd name="T28" fmla="*/ 0 w 6"/>
                <a:gd name="T2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1" y="9"/>
                    <a:pt x="1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4" y="9"/>
                    <a:pt x="5" y="9"/>
                    <a:pt x="6" y="9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1" name="Freeform 3679">
              <a:extLst>
                <a:ext uri="{FF2B5EF4-FFF2-40B4-BE49-F238E27FC236}">
                  <a16:creationId xmlns:a16="http://schemas.microsoft.com/office/drawing/2014/main" id="{253B28F7-977C-BE4E-AC26-919AF8882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302"/>
              <a:ext cx="9" cy="24"/>
            </a:xfrm>
            <a:custGeom>
              <a:avLst/>
              <a:gdLst>
                <a:gd name="T0" fmla="*/ 9 w 22"/>
                <a:gd name="T1" fmla="*/ 59 h 59"/>
                <a:gd name="T2" fmla="*/ 18 w 22"/>
                <a:gd name="T3" fmla="*/ 57 h 59"/>
                <a:gd name="T4" fmla="*/ 22 w 22"/>
                <a:gd name="T5" fmla="*/ 46 h 59"/>
                <a:gd name="T6" fmla="*/ 20 w 22"/>
                <a:gd name="T7" fmla="*/ 41 h 59"/>
                <a:gd name="T8" fmla="*/ 21 w 22"/>
                <a:gd name="T9" fmla="*/ 35 h 59"/>
                <a:gd name="T10" fmla="*/ 19 w 22"/>
                <a:gd name="T11" fmla="*/ 23 h 59"/>
                <a:gd name="T12" fmla="*/ 5 w 22"/>
                <a:gd name="T13" fmla="*/ 3 h 59"/>
                <a:gd name="T14" fmla="*/ 1 w 22"/>
                <a:gd name="T15" fmla="*/ 8 h 59"/>
                <a:gd name="T16" fmla="*/ 3 w 22"/>
                <a:gd name="T17" fmla="*/ 23 h 59"/>
                <a:gd name="T18" fmla="*/ 3 w 22"/>
                <a:gd name="T19" fmla="*/ 29 h 59"/>
                <a:gd name="T20" fmla="*/ 1 w 22"/>
                <a:gd name="T21" fmla="*/ 34 h 59"/>
                <a:gd name="T22" fmla="*/ 2 w 22"/>
                <a:gd name="T23" fmla="*/ 49 h 59"/>
                <a:gd name="T24" fmla="*/ 2 w 22"/>
                <a:gd name="T25" fmla="*/ 52 h 59"/>
                <a:gd name="T26" fmla="*/ 9 w 22"/>
                <a:gd name="T2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59">
                  <a:moveTo>
                    <a:pt x="9" y="59"/>
                  </a:moveTo>
                  <a:cubicBezTo>
                    <a:pt x="12" y="59"/>
                    <a:pt x="16" y="58"/>
                    <a:pt x="18" y="57"/>
                  </a:cubicBezTo>
                  <a:cubicBezTo>
                    <a:pt x="22" y="55"/>
                    <a:pt x="22" y="50"/>
                    <a:pt x="22" y="46"/>
                  </a:cubicBezTo>
                  <a:cubicBezTo>
                    <a:pt x="22" y="44"/>
                    <a:pt x="20" y="43"/>
                    <a:pt x="20" y="41"/>
                  </a:cubicBezTo>
                  <a:cubicBezTo>
                    <a:pt x="20" y="39"/>
                    <a:pt x="20" y="37"/>
                    <a:pt x="21" y="35"/>
                  </a:cubicBezTo>
                  <a:cubicBezTo>
                    <a:pt x="21" y="30"/>
                    <a:pt x="21" y="27"/>
                    <a:pt x="19" y="23"/>
                  </a:cubicBezTo>
                  <a:cubicBezTo>
                    <a:pt x="15" y="15"/>
                    <a:pt x="13" y="7"/>
                    <a:pt x="5" y="3"/>
                  </a:cubicBezTo>
                  <a:cubicBezTo>
                    <a:pt x="0" y="0"/>
                    <a:pt x="1" y="5"/>
                    <a:pt x="1" y="8"/>
                  </a:cubicBezTo>
                  <a:cubicBezTo>
                    <a:pt x="1" y="13"/>
                    <a:pt x="3" y="18"/>
                    <a:pt x="3" y="23"/>
                  </a:cubicBezTo>
                  <a:cubicBezTo>
                    <a:pt x="4" y="25"/>
                    <a:pt x="4" y="27"/>
                    <a:pt x="3" y="29"/>
                  </a:cubicBezTo>
                  <a:cubicBezTo>
                    <a:pt x="2" y="31"/>
                    <a:pt x="1" y="32"/>
                    <a:pt x="1" y="34"/>
                  </a:cubicBezTo>
                  <a:cubicBezTo>
                    <a:pt x="0" y="39"/>
                    <a:pt x="1" y="44"/>
                    <a:pt x="2" y="49"/>
                  </a:cubicBezTo>
                  <a:cubicBezTo>
                    <a:pt x="2" y="50"/>
                    <a:pt x="3" y="51"/>
                    <a:pt x="2" y="52"/>
                  </a:cubicBezTo>
                  <a:cubicBezTo>
                    <a:pt x="4" y="54"/>
                    <a:pt x="7" y="58"/>
                    <a:pt x="9" y="5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2" name="Freeform 3680">
              <a:extLst>
                <a:ext uri="{FF2B5EF4-FFF2-40B4-BE49-F238E27FC236}">
                  <a16:creationId xmlns:a16="http://schemas.microsoft.com/office/drawing/2014/main" id="{7073814C-5DAF-6D4D-BF1D-AB31F8093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3" y="2897"/>
              <a:ext cx="9" cy="9"/>
            </a:xfrm>
            <a:custGeom>
              <a:avLst/>
              <a:gdLst>
                <a:gd name="T0" fmla="*/ 5 w 23"/>
                <a:gd name="T1" fmla="*/ 19 h 21"/>
                <a:gd name="T2" fmla="*/ 13 w 23"/>
                <a:gd name="T3" fmla="*/ 20 h 21"/>
                <a:gd name="T4" fmla="*/ 20 w 23"/>
                <a:gd name="T5" fmla="*/ 19 h 21"/>
                <a:gd name="T6" fmla="*/ 22 w 23"/>
                <a:gd name="T7" fmla="*/ 14 h 21"/>
                <a:gd name="T8" fmla="*/ 18 w 23"/>
                <a:gd name="T9" fmla="*/ 10 h 21"/>
                <a:gd name="T10" fmla="*/ 17 w 23"/>
                <a:gd name="T11" fmla="*/ 3 h 21"/>
                <a:gd name="T12" fmla="*/ 11 w 23"/>
                <a:gd name="T13" fmla="*/ 0 h 21"/>
                <a:gd name="T14" fmla="*/ 1 w 23"/>
                <a:gd name="T15" fmla="*/ 4 h 21"/>
                <a:gd name="T16" fmla="*/ 1 w 23"/>
                <a:gd name="T17" fmla="*/ 9 h 21"/>
                <a:gd name="T18" fmla="*/ 0 w 23"/>
                <a:gd name="T19" fmla="*/ 13 h 21"/>
                <a:gd name="T20" fmla="*/ 5 w 23"/>
                <a:gd name="T2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21">
                  <a:moveTo>
                    <a:pt x="5" y="19"/>
                  </a:moveTo>
                  <a:cubicBezTo>
                    <a:pt x="8" y="20"/>
                    <a:pt x="11" y="20"/>
                    <a:pt x="13" y="20"/>
                  </a:cubicBezTo>
                  <a:cubicBezTo>
                    <a:pt x="15" y="20"/>
                    <a:pt x="18" y="21"/>
                    <a:pt x="20" y="19"/>
                  </a:cubicBezTo>
                  <a:cubicBezTo>
                    <a:pt x="22" y="18"/>
                    <a:pt x="23" y="16"/>
                    <a:pt x="22" y="14"/>
                  </a:cubicBezTo>
                  <a:cubicBezTo>
                    <a:pt x="21" y="13"/>
                    <a:pt x="19" y="12"/>
                    <a:pt x="18" y="10"/>
                  </a:cubicBezTo>
                  <a:cubicBezTo>
                    <a:pt x="18" y="8"/>
                    <a:pt x="18" y="5"/>
                    <a:pt x="17" y="3"/>
                  </a:cubicBezTo>
                  <a:cubicBezTo>
                    <a:pt x="16" y="1"/>
                    <a:pt x="14" y="0"/>
                    <a:pt x="11" y="0"/>
                  </a:cubicBezTo>
                  <a:cubicBezTo>
                    <a:pt x="8" y="0"/>
                    <a:pt x="3" y="1"/>
                    <a:pt x="1" y="4"/>
                  </a:cubicBezTo>
                  <a:cubicBezTo>
                    <a:pt x="1" y="6"/>
                    <a:pt x="1" y="8"/>
                    <a:pt x="1" y="9"/>
                  </a:cubicBezTo>
                  <a:cubicBezTo>
                    <a:pt x="1" y="10"/>
                    <a:pt x="1" y="13"/>
                    <a:pt x="0" y="13"/>
                  </a:cubicBezTo>
                  <a:cubicBezTo>
                    <a:pt x="2" y="15"/>
                    <a:pt x="3" y="18"/>
                    <a:pt x="5" y="1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3" name="Freeform 3681">
              <a:extLst>
                <a:ext uri="{FF2B5EF4-FFF2-40B4-BE49-F238E27FC236}">
                  <a16:creationId xmlns:a16="http://schemas.microsoft.com/office/drawing/2014/main" id="{A9157ADA-FD2B-ED47-8FA5-56750F4F4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4" y="2941"/>
              <a:ext cx="18" cy="9"/>
            </a:xfrm>
            <a:custGeom>
              <a:avLst/>
              <a:gdLst>
                <a:gd name="T0" fmla="*/ 4 w 45"/>
                <a:gd name="T1" fmla="*/ 19 h 20"/>
                <a:gd name="T2" fmla="*/ 10 w 45"/>
                <a:gd name="T3" fmla="*/ 20 h 20"/>
                <a:gd name="T4" fmla="*/ 16 w 45"/>
                <a:gd name="T5" fmla="*/ 19 h 20"/>
                <a:gd name="T6" fmla="*/ 20 w 45"/>
                <a:gd name="T7" fmla="*/ 19 h 20"/>
                <a:gd name="T8" fmla="*/ 25 w 45"/>
                <a:gd name="T9" fmla="*/ 20 h 20"/>
                <a:gd name="T10" fmla="*/ 25 w 45"/>
                <a:gd name="T11" fmla="*/ 20 h 20"/>
                <a:gd name="T12" fmla="*/ 35 w 45"/>
                <a:gd name="T13" fmla="*/ 20 h 20"/>
                <a:gd name="T14" fmla="*/ 43 w 45"/>
                <a:gd name="T15" fmla="*/ 15 h 20"/>
                <a:gd name="T16" fmla="*/ 42 w 45"/>
                <a:gd name="T17" fmla="*/ 7 h 20"/>
                <a:gd name="T18" fmla="*/ 28 w 45"/>
                <a:gd name="T19" fmla="*/ 0 h 20"/>
                <a:gd name="T20" fmla="*/ 20 w 45"/>
                <a:gd name="T21" fmla="*/ 3 h 20"/>
                <a:gd name="T22" fmla="*/ 10 w 45"/>
                <a:gd name="T23" fmla="*/ 7 h 20"/>
                <a:gd name="T24" fmla="*/ 8 w 45"/>
                <a:gd name="T25" fmla="*/ 10 h 20"/>
                <a:gd name="T26" fmla="*/ 4 w 45"/>
                <a:gd name="T27" fmla="*/ 12 h 20"/>
                <a:gd name="T28" fmla="*/ 4 w 45"/>
                <a:gd name="T29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" h="20">
                  <a:moveTo>
                    <a:pt x="4" y="19"/>
                  </a:moveTo>
                  <a:cubicBezTo>
                    <a:pt x="6" y="20"/>
                    <a:pt x="8" y="20"/>
                    <a:pt x="10" y="20"/>
                  </a:cubicBezTo>
                  <a:cubicBezTo>
                    <a:pt x="12" y="20"/>
                    <a:pt x="14" y="19"/>
                    <a:pt x="16" y="19"/>
                  </a:cubicBezTo>
                  <a:cubicBezTo>
                    <a:pt x="18" y="18"/>
                    <a:pt x="19" y="19"/>
                    <a:pt x="20" y="19"/>
                  </a:cubicBezTo>
                  <a:cubicBezTo>
                    <a:pt x="22" y="20"/>
                    <a:pt x="24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8" y="20"/>
                    <a:pt x="32" y="20"/>
                    <a:pt x="35" y="20"/>
                  </a:cubicBezTo>
                  <a:cubicBezTo>
                    <a:pt x="38" y="20"/>
                    <a:pt x="41" y="18"/>
                    <a:pt x="43" y="15"/>
                  </a:cubicBezTo>
                  <a:cubicBezTo>
                    <a:pt x="45" y="13"/>
                    <a:pt x="45" y="9"/>
                    <a:pt x="42" y="7"/>
                  </a:cubicBezTo>
                  <a:cubicBezTo>
                    <a:pt x="38" y="4"/>
                    <a:pt x="34" y="0"/>
                    <a:pt x="28" y="0"/>
                  </a:cubicBezTo>
                  <a:cubicBezTo>
                    <a:pt x="25" y="0"/>
                    <a:pt x="23" y="2"/>
                    <a:pt x="20" y="3"/>
                  </a:cubicBezTo>
                  <a:cubicBezTo>
                    <a:pt x="16" y="4"/>
                    <a:pt x="13" y="4"/>
                    <a:pt x="10" y="7"/>
                  </a:cubicBezTo>
                  <a:cubicBezTo>
                    <a:pt x="9" y="8"/>
                    <a:pt x="9" y="9"/>
                    <a:pt x="8" y="10"/>
                  </a:cubicBezTo>
                  <a:cubicBezTo>
                    <a:pt x="7" y="11"/>
                    <a:pt x="5" y="11"/>
                    <a:pt x="4" y="12"/>
                  </a:cubicBezTo>
                  <a:cubicBezTo>
                    <a:pt x="1" y="14"/>
                    <a:pt x="0" y="18"/>
                    <a:pt x="4" y="1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4" name="Freeform 3682">
              <a:extLst>
                <a:ext uri="{FF2B5EF4-FFF2-40B4-BE49-F238E27FC236}">
                  <a16:creationId xmlns:a16="http://schemas.microsoft.com/office/drawing/2014/main" id="{AE53098F-92B4-FC46-AA26-59A2C04D7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1055"/>
              <a:ext cx="9" cy="9"/>
            </a:xfrm>
            <a:custGeom>
              <a:avLst/>
              <a:gdLst>
                <a:gd name="T0" fmla="*/ 13 w 24"/>
                <a:gd name="T1" fmla="*/ 19 h 22"/>
                <a:gd name="T2" fmla="*/ 20 w 24"/>
                <a:gd name="T3" fmla="*/ 20 h 22"/>
                <a:gd name="T4" fmla="*/ 24 w 24"/>
                <a:gd name="T5" fmla="*/ 15 h 22"/>
                <a:gd name="T6" fmla="*/ 18 w 24"/>
                <a:gd name="T7" fmla="*/ 3 h 22"/>
                <a:gd name="T8" fmla="*/ 4 w 24"/>
                <a:gd name="T9" fmla="*/ 4 h 22"/>
                <a:gd name="T10" fmla="*/ 1 w 24"/>
                <a:gd name="T11" fmla="*/ 7 h 22"/>
                <a:gd name="T12" fmla="*/ 1 w 24"/>
                <a:gd name="T13" fmla="*/ 10 h 22"/>
                <a:gd name="T14" fmla="*/ 1 w 24"/>
                <a:gd name="T15" fmla="*/ 12 h 22"/>
                <a:gd name="T16" fmla="*/ 13 w 24"/>
                <a:gd name="T17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2">
                  <a:moveTo>
                    <a:pt x="13" y="19"/>
                  </a:moveTo>
                  <a:cubicBezTo>
                    <a:pt x="16" y="20"/>
                    <a:pt x="17" y="22"/>
                    <a:pt x="20" y="20"/>
                  </a:cubicBezTo>
                  <a:cubicBezTo>
                    <a:pt x="22" y="19"/>
                    <a:pt x="24" y="17"/>
                    <a:pt x="24" y="15"/>
                  </a:cubicBezTo>
                  <a:cubicBezTo>
                    <a:pt x="24" y="10"/>
                    <a:pt x="22" y="5"/>
                    <a:pt x="18" y="3"/>
                  </a:cubicBezTo>
                  <a:cubicBezTo>
                    <a:pt x="14" y="0"/>
                    <a:pt x="8" y="2"/>
                    <a:pt x="4" y="4"/>
                  </a:cubicBezTo>
                  <a:cubicBezTo>
                    <a:pt x="2" y="4"/>
                    <a:pt x="1" y="5"/>
                    <a:pt x="1" y="7"/>
                  </a:cubicBezTo>
                  <a:cubicBezTo>
                    <a:pt x="0" y="8"/>
                    <a:pt x="1" y="10"/>
                    <a:pt x="1" y="10"/>
                  </a:cubicBezTo>
                  <a:cubicBezTo>
                    <a:pt x="1" y="10"/>
                    <a:pt x="2" y="12"/>
                    <a:pt x="1" y="12"/>
                  </a:cubicBezTo>
                  <a:cubicBezTo>
                    <a:pt x="4" y="16"/>
                    <a:pt x="9" y="17"/>
                    <a:pt x="13" y="1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5" name="Freeform 3683">
              <a:extLst>
                <a:ext uri="{FF2B5EF4-FFF2-40B4-BE49-F238E27FC236}">
                  <a16:creationId xmlns:a16="http://schemas.microsoft.com/office/drawing/2014/main" id="{DA0C59E8-5B4F-C840-8D07-63CE49E07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032"/>
              <a:ext cx="9" cy="6"/>
            </a:xfrm>
            <a:custGeom>
              <a:avLst/>
              <a:gdLst>
                <a:gd name="T0" fmla="*/ 16 w 22"/>
                <a:gd name="T1" fmla="*/ 7 h 13"/>
                <a:gd name="T2" fmla="*/ 13 w 22"/>
                <a:gd name="T3" fmla="*/ 6 h 13"/>
                <a:gd name="T4" fmla="*/ 7 w 22"/>
                <a:gd name="T5" fmla="*/ 1 h 13"/>
                <a:gd name="T6" fmla="*/ 4 w 22"/>
                <a:gd name="T7" fmla="*/ 1 h 13"/>
                <a:gd name="T8" fmla="*/ 1 w 22"/>
                <a:gd name="T9" fmla="*/ 3 h 13"/>
                <a:gd name="T10" fmla="*/ 16 w 22"/>
                <a:gd name="T11" fmla="*/ 12 h 13"/>
                <a:gd name="T12" fmla="*/ 19 w 22"/>
                <a:gd name="T13" fmla="*/ 9 h 13"/>
                <a:gd name="T14" fmla="*/ 16 w 22"/>
                <a:gd name="T15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3">
                  <a:moveTo>
                    <a:pt x="16" y="7"/>
                  </a:moveTo>
                  <a:cubicBezTo>
                    <a:pt x="15" y="6"/>
                    <a:pt x="14" y="7"/>
                    <a:pt x="13" y="6"/>
                  </a:cubicBezTo>
                  <a:cubicBezTo>
                    <a:pt x="10" y="5"/>
                    <a:pt x="10" y="1"/>
                    <a:pt x="7" y="1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3" y="1"/>
                    <a:pt x="2" y="2"/>
                    <a:pt x="1" y="3"/>
                  </a:cubicBezTo>
                  <a:cubicBezTo>
                    <a:pt x="0" y="11"/>
                    <a:pt x="10" y="10"/>
                    <a:pt x="16" y="12"/>
                  </a:cubicBezTo>
                  <a:cubicBezTo>
                    <a:pt x="18" y="13"/>
                    <a:pt x="22" y="12"/>
                    <a:pt x="19" y="9"/>
                  </a:cubicBezTo>
                  <a:cubicBezTo>
                    <a:pt x="19" y="8"/>
                    <a:pt x="17" y="7"/>
                    <a:pt x="16" y="7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6" name="Freeform 3684">
              <a:extLst>
                <a:ext uri="{FF2B5EF4-FFF2-40B4-BE49-F238E27FC236}">
                  <a16:creationId xmlns:a16="http://schemas.microsoft.com/office/drawing/2014/main" id="{A81ADA2B-323A-4040-86C2-EC0E3A928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1027"/>
              <a:ext cx="6" cy="5"/>
            </a:xfrm>
            <a:custGeom>
              <a:avLst/>
              <a:gdLst>
                <a:gd name="T0" fmla="*/ 12 w 14"/>
                <a:gd name="T1" fmla="*/ 9 h 14"/>
                <a:gd name="T2" fmla="*/ 10 w 14"/>
                <a:gd name="T3" fmla="*/ 3 h 14"/>
                <a:gd name="T4" fmla="*/ 2 w 14"/>
                <a:gd name="T5" fmla="*/ 10 h 14"/>
                <a:gd name="T6" fmla="*/ 5 w 14"/>
                <a:gd name="T7" fmla="*/ 14 h 14"/>
                <a:gd name="T8" fmla="*/ 12 w 14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12" y="9"/>
                  </a:moveTo>
                  <a:cubicBezTo>
                    <a:pt x="14" y="7"/>
                    <a:pt x="12" y="4"/>
                    <a:pt x="10" y="3"/>
                  </a:cubicBezTo>
                  <a:cubicBezTo>
                    <a:pt x="5" y="0"/>
                    <a:pt x="0" y="5"/>
                    <a:pt x="2" y="10"/>
                  </a:cubicBezTo>
                  <a:cubicBezTo>
                    <a:pt x="3" y="11"/>
                    <a:pt x="6" y="12"/>
                    <a:pt x="5" y="14"/>
                  </a:cubicBezTo>
                  <a:cubicBezTo>
                    <a:pt x="8" y="13"/>
                    <a:pt x="11" y="11"/>
                    <a:pt x="12" y="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7" name="Freeform 3685">
              <a:extLst>
                <a:ext uri="{FF2B5EF4-FFF2-40B4-BE49-F238E27FC236}">
                  <a16:creationId xmlns:a16="http://schemas.microsoft.com/office/drawing/2014/main" id="{4F6DDE40-0EEE-134B-BAF9-DD342F192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972"/>
              <a:ext cx="25" cy="25"/>
            </a:xfrm>
            <a:custGeom>
              <a:avLst/>
              <a:gdLst>
                <a:gd name="T0" fmla="*/ 61 w 62"/>
                <a:gd name="T1" fmla="*/ 56 h 62"/>
                <a:gd name="T2" fmla="*/ 62 w 62"/>
                <a:gd name="T3" fmla="*/ 50 h 62"/>
                <a:gd name="T4" fmla="*/ 56 w 62"/>
                <a:gd name="T5" fmla="*/ 40 h 62"/>
                <a:gd name="T6" fmla="*/ 45 w 62"/>
                <a:gd name="T7" fmla="*/ 36 h 62"/>
                <a:gd name="T8" fmla="*/ 51 w 62"/>
                <a:gd name="T9" fmla="*/ 29 h 62"/>
                <a:gd name="T10" fmla="*/ 53 w 62"/>
                <a:gd name="T11" fmla="*/ 20 h 62"/>
                <a:gd name="T12" fmla="*/ 49 w 62"/>
                <a:gd name="T13" fmla="*/ 11 h 62"/>
                <a:gd name="T14" fmla="*/ 31 w 62"/>
                <a:gd name="T15" fmla="*/ 2 h 62"/>
                <a:gd name="T16" fmla="*/ 32 w 62"/>
                <a:gd name="T17" fmla="*/ 14 h 62"/>
                <a:gd name="T18" fmla="*/ 32 w 62"/>
                <a:gd name="T19" fmla="*/ 21 h 62"/>
                <a:gd name="T20" fmla="*/ 28 w 62"/>
                <a:gd name="T21" fmla="*/ 20 h 62"/>
                <a:gd name="T22" fmla="*/ 18 w 62"/>
                <a:gd name="T23" fmla="*/ 11 h 62"/>
                <a:gd name="T24" fmla="*/ 9 w 62"/>
                <a:gd name="T25" fmla="*/ 8 h 62"/>
                <a:gd name="T26" fmla="*/ 5 w 62"/>
                <a:gd name="T27" fmla="*/ 19 h 62"/>
                <a:gd name="T28" fmla="*/ 12 w 62"/>
                <a:gd name="T29" fmla="*/ 23 h 62"/>
                <a:gd name="T30" fmla="*/ 14 w 62"/>
                <a:gd name="T31" fmla="*/ 26 h 62"/>
                <a:gd name="T32" fmla="*/ 14 w 62"/>
                <a:gd name="T33" fmla="*/ 30 h 62"/>
                <a:gd name="T34" fmla="*/ 18 w 62"/>
                <a:gd name="T35" fmla="*/ 35 h 62"/>
                <a:gd name="T36" fmla="*/ 19 w 62"/>
                <a:gd name="T37" fmla="*/ 37 h 62"/>
                <a:gd name="T38" fmla="*/ 21 w 62"/>
                <a:gd name="T39" fmla="*/ 41 h 62"/>
                <a:gd name="T40" fmla="*/ 37 w 62"/>
                <a:gd name="T41" fmla="*/ 43 h 62"/>
                <a:gd name="T42" fmla="*/ 43 w 62"/>
                <a:gd name="T43" fmla="*/ 45 h 62"/>
                <a:gd name="T44" fmla="*/ 51 w 62"/>
                <a:gd name="T45" fmla="*/ 58 h 62"/>
                <a:gd name="T46" fmla="*/ 58 w 62"/>
                <a:gd name="T47" fmla="*/ 61 h 62"/>
                <a:gd name="T48" fmla="*/ 61 w 62"/>
                <a:gd name="T49" fmla="*/ 56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2" h="62">
                  <a:moveTo>
                    <a:pt x="61" y="56"/>
                  </a:moveTo>
                  <a:cubicBezTo>
                    <a:pt x="62" y="54"/>
                    <a:pt x="62" y="52"/>
                    <a:pt x="62" y="50"/>
                  </a:cubicBezTo>
                  <a:cubicBezTo>
                    <a:pt x="62" y="45"/>
                    <a:pt x="60" y="42"/>
                    <a:pt x="56" y="40"/>
                  </a:cubicBezTo>
                  <a:cubicBezTo>
                    <a:pt x="53" y="37"/>
                    <a:pt x="49" y="38"/>
                    <a:pt x="45" y="36"/>
                  </a:cubicBezTo>
                  <a:cubicBezTo>
                    <a:pt x="45" y="32"/>
                    <a:pt x="48" y="31"/>
                    <a:pt x="51" y="29"/>
                  </a:cubicBezTo>
                  <a:cubicBezTo>
                    <a:pt x="54" y="27"/>
                    <a:pt x="54" y="23"/>
                    <a:pt x="53" y="20"/>
                  </a:cubicBezTo>
                  <a:cubicBezTo>
                    <a:pt x="53" y="16"/>
                    <a:pt x="52" y="13"/>
                    <a:pt x="49" y="11"/>
                  </a:cubicBezTo>
                  <a:cubicBezTo>
                    <a:pt x="44" y="7"/>
                    <a:pt x="38" y="0"/>
                    <a:pt x="31" y="2"/>
                  </a:cubicBezTo>
                  <a:cubicBezTo>
                    <a:pt x="32" y="6"/>
                    <a:pt x="31" y="10"/>
                    <a:pt x="32" y="14"/>
                  </a:cubicBezTo>
                  <a:cubicBezTo>
                    <a:pt x="32" y="15"/>
                    <a:pt x="33" y="19"/>
                    <a:pt x="32" y="21"/>
                  </a:cubicBezTo>
                  <a:cubicBezTo>
                    <a:pt x="31" y="24"/>
                    <a:pt x="29" y="21"/>
                    <a:pt x="28" y="20"/>
                  </a:cubicBezTo>
                  <a:cubicBezTo>
                    <a:pt x="26" y="15"/>
                    <a:pt x="22" y="13"/>
                    <a:pt x="18" y="11"/>
                  </a:cubicBezTo>
                  <a:cubicBezTo>
                    <a:pt x="15" y="10"/>
                    <a:pt x="12" y="8"/>
                    <a:pt x="9" y="8"/>
                  </a:cubicBezTo>
                  <a:cubicBezTo>
                    <a:pt x="3" y="8"/>
                    <a:pt x="0" y="16"/>
                    <a:pt x="5" y="19"/>
                  </a:cubicBezTo>
                  <a:cubicBezTo>
                    <a:pt x="7" y="21"/>
                    <a:pt x="10" y="21"/>
                    <a:pt x="12" y="23"/>
                  </a:cubicBezTo>
                  <a:cubicBezTo>
                    <a:pt x="13" y="24"/>
                    <a:pt x="14" y="25"/>
                    <a:pt x="14" y="26"/>
                  </a:cubicBezTo>
                  <a:cubicBezTo>
                    <a:pt x="14" y="27"/>
                    <a:pt x="14" y="29"/>
                    <a:pt x="14" y="30"/>
                  </a:cubicBezTo>
                  <a:cubicBezTo>
                    <a:pt x="15" y="31"/>
                    <a:pt x="17" y="33"/>
                    <a:pt x="18" y="35"/>
                  </a:cubicBezTo>
                  <a:cubicBezTo>
                    <a:pt x="18" y="36"/>
                    <a:pt x="18" y="36"/>
                    <a:pt x="19" y="37"/>
                  </a:cubicBezTo>
                  <a:cubicBezTo>
                    <a:pt x="19" y="38"/>
                    <a:pt x="20" y="40"/>
                    <a:pt x="21" y="41"/>
                  </a:cubicBezTo>
                  <a:cubicBezTo>
                    <a:pt x="25" y="46"/>
                    <a:pt x="31" y="44"/>
                    <a:pt x="37" y="43"/>
                  </a:cubicBezTo>
                  <a:cubicBezTo>
                    <a:pt x="40" y="42"/>
                    <a:pt x="41" y="43"/>
                    <a:pt x="43" y="45"/>
                  </a:cubicBezTo>
                  <a:cubicBezTo>
                    <a:pt x="46" y="49"/>
                    <a:pt x="47" y="55"/>
                    <a:pt x="51" y="58"/>
                  </a:cubicBezTo>
                  <a:cubicBezTo>
                    <a:pt x="53" y="60"/>
                    <a:pt x="55" y="62"/>
                    <a:pt x="58" y="61"/>
                  </a:cubicBezTo>
                  <a:cubicBezTo>
                    <a:pt x="60" y="60"/>
                    <a:pt x="60" y="58"/>
                    <a:pt x="61" y="56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8" name="Freeform 3686">
              <a:extLst>
                <a:ext uri="{FF2B5EF4-FFF2-40B4-BE49-F238E27FC236}">
                  <a16:creationId xmlns:a16="http://schemas.microsoft.com/office/drawing/2014/main" id="{0BA9A8B4-C922-5441-AA19-DD879CEC9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985"/>
              <a:ext cx="7" cy="5"/>
            </a:xfrm>
            <a:custGeom>
              <a:avLst/>
              <a:gdLst>
                <a:gd name="T0" fmla="*/ 18 w 18"/>
                <a:gd name="T1" fmla="*/ 8 h 13"/>
                <a:gd name="T2" fmla="*/ 16 w 18"/>
                <a:gd name="T3" fmla="*/ 4 h 13"/>
                <a:gd name="T4" fmla="*/ 11 w 18"/>
                <a:gd name="T5" fmla="*/ 1 h 13"/>
                <a:gd name="T6" fmla="*/ 5 w 18"/>
                <a:gd name="T7" fmla="*/ 1 h 13"/>
                <a:gd name="T8" fmla="*/ 2 w 18"/>
                <a:gd name="T9" fmla="*/ 9 h 13"/>
                <a:gd name="T10" fmla="*/ 11 w 18"/>
                <a:gd name="T11" fmla="*/ 12 h 13"/>
                <a:gd name="T12" fmla="*/ 18 w 18"/>
                <a:gd name="T13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18" y="8"/>
                  </a:moveTo>
                  <a:cubicBezTo>
                    <a:pt x="18" y="7"/>
                    <a:pt x="17" y="5"/>
                    <a:pt x="16" y="4"/>
                  </a:cubicBezTo>
                  <a:cubicBezTo>
                    <a:pt x="15" y="3"/>
                    <a:pt x="12" y="2"/>
                    <a:pt x="11" y="1"/>
                  </a:cubicBezTo>
                  <a:cubicBezTo>
                    <a:pt x="9" y="0"/>
                    <a:pt x="7" y="1"/>
                    <a:pt x="5" y="1"/>
                  </a:cubicBezTo>
                  <a:cubicBezTo>
                    <a:pt x="1" y="3"/>
                    <a:pt x="0" y="6"/>
                    <a:pt x="2" y="9"/>
                  </a:cubicBezTo>
                  <a:cubicBezTo>
                    <a:pt x="4" y="13"/>
                    <a:pt x="8" y="12"/>
                    <a:pt x="11" y="12"/>
                  </a:cubicBezTo>
                  <a:cubicBezTo>
                    <a:pt x="14" y="12"/>
                    <a:pt x="18" y="12"/>
                    <a:pt x="18" y="8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9" name="Freeform 3687">
              <a:extLst>
                <a:ext uri="{FF2B5EF4-FFF2-40B4-BE49-F238E27FC236}">
                  <a16:creationId xmlns:a16="http://schemas.microsoft.com/office/drawing/2014/main" id="{C2FD24E0-2AFA-7844-8828-314965078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969"/>
              <a:ext cx="23" cy="8"/>
            </a:xfrm>
            <a:custGeom>
              <a:avLst/>
              <a:gdLst>
                <a:gd name="T0" fmla="*/ 41 w 58"/>
                <a:gd name="T1" fmla="*/ 15 h 18"/>
                <a:gd name="T2" fmla="*/ 47 w 58"/>
                <a:gd name="T3" fmla="*/ 11 h 18"/>
                <a:gd name="T4" fmla="*/ 55 w 58"/>
                <a:gd name="T5" fmla="*/ 6 h 18"/>
                <a:gd name="T6" fmla="*/ 57 w 58"/>
                <a:gd name="T7" fmla="*/ 2 h 18"/>
                <a:gd name="T8" fmla="*/ 54 w 58"/>
                <a:gd name="T9" fmla="*/ 0 h 18"/>
                <a:gd name="T10" fmla="*/ 50 w 58"/>
                <a:gd name="T11" fmla="*/ 1 h 18"/>
                <a:gd name="T12" fmla="*/ 46 w 58"/>
                <a:gd name="T13" fmla="*/ 1 h 18"/>
                <a:gd name="T14" fmla="*/ 43 w 58"/>
                <a:gd name="T15" fmla="*/ 3 h 18"/>
                <a:gd name="T16" fmla="*/ 36 w 58"/>
                <a:gd name="T17" fmla="*/ 7 h 18"/>
                <a:gd name="T18" fmla="*/ 29 w 58"/>
                <a:gd name="T19" fmla="*/ 10 h 18"/>
                <a:gd name="T20" fmla="*/ 23 w 58"/>
                <a:gd name="T21" fmla="*/ 8 h 18"/>
                <a:gd name="T22" fmla="*/ 19 w 58"/>
                <a:gd name="T23" fmla="*/ 6 h 18"/>
                <a:gd name="T24" fmla="*/ 13 w 58"/>
                <a:gd name="T25" fmla="*/ 5 h 18"/>
                <a:gd name="T26" fmla="*/ 1 w 58"/>
                <a:gd name="T27" fmla="*/ 4 h 18"/>
                <a:gd name="T28" fmla="*/ 2 w 58"/>
                <a:gd name="T29" fmla="*/ 8 h 18"/>
                <a:gd name="T30" fmla="*/ 5 w 58"/>
                <a:gd name="T31" fmla="*/ 10 h 18"/>
                <a:gd name="T32" fmla="*/ 14 w 58"/>
                <a:gd name="T33" fmla="*/ 14 h 18"/>
                <a:gd name="T34" fmla="*/ 22 w 58"/>
                <a:gd name="T35" fmla="*/ 16 h 18"/>
                <a:gd name="T36" fmla="*/ 25 w 58"/>
                <a:gd name="T37" fmla="*/ 16 h 18"/>
                <a:gd name="T38" fmla="*/ 41 w 58"/>
                <a:gd name="T3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8" h="18">
                  <a:moveTo>
                    <a:pt x="41" y="15"/>
                  </a:moveTo>
                  <a:cubicBezTo>
                    <a:pt x="43" y="13"/>
                    <a:pt x="45" y="12"/>
                    <a:pt x="47" y="11"/>
                  </a:cubicBezTo>
                  <a:cubicBezTo>
                    <a:pt x="50" y="9"/>
                    <a:pt x="53" y="8"/>
                    <a:pt x="55" y="6"/>
                  </a:cubicBezTo>
                  <a:cubicBezTo>
                    <a:pt x="57" y="4"/>
                    <a:pt x="58" y="4"/>
                    <a:pt x="57" y="2"/>
                  </a:cubicBezTo>
                  <a:cubicBezTo>
                    <a:pt x="56" y="0"/>
                    <a:pt x="56" y="0"/>
                    <a:pt x="54" y="0"/>
                  </a:cubicBezTo>
                  <a:cubicBezTo>
                    <a:pt x="53" y="0"/>
                    <a:pt x="52" y="1"/>
                    <a:pt x="50" y="1"/>
                  </a:cubicBezTo>
                  <a:cubicBezTo>
                    <a:pt x="49" y="1"/>
                    <a:pt x="48" y="1"/>
                    <a:pt x="46" y="1"/>
                  </a:cubicBezTo>
                  <a:cubicBezTo>
                    <a:pt x="45" y="2"/>
                    <a:pt x="44" y="2"/>
                    <a:pt x="43" y="3"/>
                  </a:cubicBezTo>
                  <a:cubicBezTo>
                    <a:pt x="41" y="5"/>
                    <a:pt x="39" y="6"/>
                    <a:pt x="36" y="7"/>
                  </a:cubicBezTo>
                  <a:cubicBezTo>
                    <a:pt x="33" y="8"/>
                    <a:pt x="32" y="10"/>
                    <a:pt x="29" y="10"/>
                  </a:cubicBezTo>
                  <a:cubicBezTo>
                    <a:pt x="27" y="10"/>
                    <a:pt x="25" y="9"/>
                    <a:pt x="23" y="8"/>
                  </a:cubicBezTo>
                  <a:cubicBezTo>
                    <a:pt x="22" y="8"/>
                    <a:pt x="20" y="7"/>
                    <a:pt x="19" y="6"/>
                  </a:cubicBezTo>
                  <a:cubicBezTo>
                    <a:pt x="17" y="6"/>
                    <a:pt x="15" y="6"/>
                    <a:pt x="13" y="5"/>
                  </a:cubicBezTo>
                  <a:cubicBezTo>
                    <a:pt x="11" y="5"/>
                    <a:pt x="3" y="1"/>
                    <a:pt x="1" y="4"/>
                  </a:cubicBezTo>
                  <a:cubicBezTo>
                    <a:pt x="0" y="5"/>
                    <a:pt x="1" y="8"/>
                    <a:pt x="2" y="8"/>
                  </a:cubicBezTo>
                  <a:cubicBezTo>
                    <a:pt x="3" y="9"/>
                    <a:pt x="4" y="10"/>
                    <a:pt x="5" y="10"/>
                  </a:cubicBezTo>
                  <a:cubicBezTo>
                    <a:pt x="8" y="12"/>
                    <a:pt x="11" y="13"/>
                    <a:pt x="14" y="14"/>
                  </a:cubicBezTo>
                  <a:cubicBezTo>
                    <a:pt x="17" y="15"/>
                    <a:pt x="19" y="16"/>
                    <a:pt x="22" y="16"/>
                  </a:cubicBezTo>
                  <a:cubicBezTo>
                    <a:pt x="23" y="16"/>
                    <a:pt x="24" y="16"/>
                    <a:pt x="25" y="16"/>
                  </a:cubicBezTo>
                  <a:cubicBezTo>
                    <a:pt x="30" y="17"/>
                    <a:pt x="37" y="18"/>
                    <a:pt x="41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0" name="Freeform 3688">
              <a:extLst>
                <a:ext uri="{FF2B5EF4-FFF2-40B4-BE49-F238E27FC236}">
                  <a16:creationId xmlns:a16="http://schemas.microsoft.com/office/drawing/2014/main" id="{57BBF74D-0388-6348-ACE9-F42380F0C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967"/>
              <a:ext cx="6" cy="4"/>
            </a:xfrm>
            <a:custGeom>
              <a:avLst/>
              <a:gdLst>
                <a:gd name="T0" fmla="*/ 11 w 15"/>
                <a:gd name="T1" fmla="*/ 9 h 11"/>
                <a:gd name="T2" fmla="*/ 15 w 15"/>
                <a:gd name="T3" fmla="*/ 5 h 11"/>
                <a:gd name="T4" fmla="*/ 3 w 15"/>
                <a:gd name="T5" fmla="*/ 3 h 11"/>
                <a:gd name="T6" fmla="*/ 0 w 15"/>
                <a:gd name="T7" fmla="*/ 8 h 11"/>
                <a:gd name="T8" fmla="*/ 5 w 15"/>
                <a:gd name="T9" fmla="*/ 11 h 11"/>
                <a:gd name="T10" fmla="*/ 11 w 15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1">
                  <a:moveTo>
                    <a:pt x="11" y="9"/>
                  </a:moveTo>
                  <a:cubicBezTo>
                    <a:pt x="12" y="8"/>
                    <a:pt x="15" y="7"/>
                    <a:pt x="15" y="5"/>
                  </a:cubicBezTo>
                  <a:cubicBezTo>
                    <a:pt x="15" y="0"/>
                    <a:pt x="6" y="0"/>
                    <a:pt x="3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10"/>
                    <a:pt x="3" y="11"/>
                    <a:pt x="5" y="11"/>
                  </a:cubicBezTo>
                  <a:cubicBezTo>
                    <a:pt x="7" y="11"/>
                    <a:pt x="9" y="10"/>
                    <a:pt x="11" y="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1" name="Freeform 3689">
              <a:extLst>
                <a:ext uri="{FF2B5EF4-FFF2-40B4-BE49-F238E27FC236}">
                  <a16:creationId xmlns:a16="http://schemas.microsoft.com/office/drawing/2014/main" id="{8F0FEBC8-B265-A44A-A7A6-F8203B308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971"/>
              <a:ext cx="25" cy="9"/>
            </a:xfrm>
            <a:custGeom>
              <a:avLst/>
              <a:gdLst>
                <a:gd name="T0" fmla="*/ 45 w 62"/>
                <a:gd name="T1" fmla="*/ 11 h 23"/>
                <a:gd name="T2" fmla="*/ 32 w 62"/>
                <a:gd name="T3" fmla="*/ 10 h 23"/>
                <a:gd name="T4" fmla="*/ 28 w 62"/>
                <a:gd name="T5" fmla="*/ 8 h 23"/>
                <a:gd name="T6" fmla="*/ 23 w 62"/>
                <a:gd name="T7" fmla="*/ 4 h 23"/>
                <a:gd name="T8" fmla="*/ 18 w 62"/>
                <a:gd name="T9" fmla="*/ 2 h 23"/>
                <a:gd name="T10" fmla="*/ 10 w 62"/>
                <a:gd name="T11" fmla="*/ 0 h 23"/>
                <a:gd name="T12" fmla="*/ 5 w 62"/>
                <a:gd name="T13" fmla="*/ 1 h 23"/>
                <a:gd name="T14" fmla="*/ 1 w 62"/>
                <a:gd name="T15" fmla="*/ 4 h 23"/>
                <a:gd name="T16" fmla="*/ 4 w 62"/>
                <a:gd name="T17" fmla="*/ 7 h 23"/>
                <a:gd name="T18" fmla="*/ 7 w 62"/>
                <a:gd name="T19" fmla="*/ 9 h 23"/>
                <a:gd name="T20" fmla="*/ 11 w 62"/>
                <a:gd name="T21" fmla="*/ 10 h 23"/>
                <a:gd name="T22" fmla="*/ 14 w 62"/>
                <a:gd name="T23" fmla="*/ 11 h 23"/>
                <a:gd name="T24" fmla="*/ 18 w 62"/>
                <a:gd name="T25" fmla="*/ 15 h 23"/>
                <a:gd name="T26" fmla="*/ 23 w 62"/>
                <a:gd name="T27" fmla="*/ 19 h 23"/>
                <a:gd name="T28" fmla="*/ 30 w 62"/>
                <a:gd name="T29" fmla="*/ 23 h 23"/>
                <a:gd name="T30" fmla="*/ 40 w 62"/>
                <a:gd name="T31" fmla="*/ 22 h 23"/>
                <a:gd name="T32" fmla="*/ 50 w 62"/>
                <a:gd name="T33" fmla="*/ 22 h 23"/>
                <a:gd name="T34" fmla="*/ 56 w 62"/>
                <a:gd name="T35" fmla="*/ 22 h 23"/>
                <a:gd name="T36" fmla="*/ 60 w 62"/>
                <a:gd name="T37" fmla="*/ 21 h 23"/>
                <a:gd name="T38" fmla="*/ 62 w 62"/>
                <a:gd name="T39" fmla="*/ 18 h 23"/>
                <a:gd name="T40" fmla="*/ 59 w 62"/>
                <a:gd name="T41" fmla="*/ 14 h 23"/>
                <a:gd name="T42" fmla="*/ 45 w 62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2" h="23">
                  <a:moveTo>
                    <a:pt x="45" y="11"/>
                  </a:moveTo>
                  <a:cubicBezTo>
                    <a:pt x="41" y="11"/>
                    <a:pt x="37" y="11"/>
                    <a:pt x="32" y="10"/>
                  </a:cubicBezTo>
                  <a:cubicBezTo>
                    <a:pt x="31" y="9"/>
                    <a:pt x="29" y="9"/>
                    <a:pt x="28" y="8"/>
                  </a:cubicBezTo>
                  <a:cubicBezTo>
                    <a:pt x="26" y="7"/>
                    <a:pt x="25" y="5"/>
                    <a:pt x="23" y="4"/>
                  </a:cubicBezTo>
                  <a:cubicBezTo>
                    <a:pt x="22" y="2"/>
                    <a:pt x="20" y="2"/>
                    <a:pt x="18" y="2"/>
                  </a:cubicBezTo>
                  <a:cubicBezTo>
                    <a:pt x="15" y="1"/>
                    <a:pt x="13" y="1"/>
                    <a:pt x="10" y="0"/>
                  </a:cubicBezTo>
                  <a:cubicBezTo>
                    <a:pt x="8" y="0"/>
                    <a:pt x="7" y="0"/>
                    <a:pt x="5" y="1"/>
                  </a:cubicBezTo>
                  <a:cubicBezTo>
                    <a:pt x="3" y="1"/>
                    <a:pt x="0" y="2"/>
                    <a:pt x="1" y="4"/>
                  </a:cubicBezTo>
                  <a:cubicBezTo>
                    <a:pt x="2" y="5"/>
                    <a:pt x="3" y="6"/>
                    <a:pt x="4" y="7"/>
                  </a:cubicBezTo>
                  <a:cubicBezTo>
                    <a:pt x="5" y="8"/>
                    <a:pt x="6" y="9"/>
                    <a:pt x="7" y="9"/>
                  </a:cubicBezTo>
                  <a:cubicBezTo>
                    <a:pt x="9" y="10"/>
                    <a:pt x="10" y="9"/>
                    <a:pt x="11" y="10"/>
                  </a:cubicBezTo>
                  <a:cubicBezTo>
                    <a:pt x="12" y="10"/>
                    <a:pt x="13" y="11"/>
                    <a:pt x="14" y="11"/>
                  </a:cubicBezTo>
                  <a:cubicBezTo>
                    <a:pt x="16" y="12"/>
                    <a:pt x="17" y="13"/>
                    <a:pt x="18" y="15"/>
                  </a:cubicBezTo>
                  <a:cubicBezTo>
                    <a:pt x="19" y="16"/>
                    <a:pt x="21" y="18"/>
                    <a:pt x="23" y="19"/>
                  </a:cubicBezTo>
                  <a:cubicBezTo>
                    <a:pt x="25" y="21"/>
                    <a:pt x="28" y="23"/>
                    <a:pt x="30" y="23"/>
                  </a:cubicBezTo>
                  <a:cubicBezTo>
                    <a:pt x="33" y="23"/>
                    <a:pt x="36" y="22"/>
                    <a:pt x="40" y="22"/>
                  </a:cubicBezTo>
                  <a:cubicBezTo>
                    <a:pt x="43" y="22"/>
                    <a:pt x="47" y="22"/>
                    <a:pt x="50" y="22"/>
                  </a:cubicBezTo>
                  <a:cubicBezTo>
                    <a:pt x="52" y="22"/>
                    <a:pt x="54" y="22"/>
                    <a:pt x="56" y="22"/>
                  </a:cubicBezTo>
                  <a:cubicBezTo>
                    <a:pt x="57" y="22"/>
                    <a:pt x="59" y="22"/>
                    <a:pt x="60" y="21"/>
                  </a:cubicBezTo>
                  <a:cubicBezTo>
                    <a:pt x="61" y="21"/>
                    <a:pt x="62" y="19"/>
                    <a:pt x="62" y="18"/>
                  </a:cubicBezTo>
                  <a:cubicBezTo>
                    <a:pt x="62" y="16"/>
                    <a:pt x="60" y="15"/>
                    <a:pt x="59" y="14"/>
                  </a:cubicBezTo>
                  <a:cubicBezTo>
                    <a:pt x="55" y="11"/>
                    <a:pt x="50" y="11"/>
                    <a:pt x="45" y="1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2" name="Freeform 3690">
              <a:extLst>
                <a:ext uri="{FF2B5EF4-FFF2-40B4-BE49-F238E27FC236}">
                  <a16:creationId xmlns:a16="http://schemas.microsoft.com/office/drawing/2014/main" id="{33B7F0D1-1A60-0146-97DC-08374013C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961"/>
              <a:ext cx="18" cy="10"/>
            </a:xfrm>
            <a:custGeom>
              <a:avLst/>
              <a:gdLst>
                <a:gd name="T0" fmla="*/ 37 w 45"/>
                <a:gd name="T1" fmla="*/ 8 h 24"/>
                <a:gd name="T2" fmla="*/ 27 w 45"/>
                <a:gd name="T3" fmla="*/ 3 h 24"/>
                <a:gd name="T4" fmla="*/ 22 w 45"/>
                <a:gd name="T5" fmla="*/ 3 h 24"/>
                <a:gd name="T6" fmla="*/ 16 w 45"/>
                <a:gd name="T7" fmla="*/ 2 h 24"/>
                <a:gd name="T8" fmla="*/ 4 w 45"/>
                <a:gd name="T9" fmla="*/ 0 h 24"/>
                <a:gd name="T10" fmla="*/ 1 w 45"/>
                <a:gd name="T11" fmla="*/ 1 h 24"/>
                <a:gd name="T12" fmla="*/ 1 w 45"/>
                <a:gd name="T13" fmla="*/ 4 h 24"/>
                <a:gd name="T14" fmla="*/ 7 w 45"/>
                <a:gd name="T15" fmla="*/ 6 h 24"/>
                <a:gd name="T16" fmla="*/ 11 w 45"/>
                <a:gd name="T17" fmla="*/ 6 h 24"/>
                <a:gd name="T18" fmla="*/ 14 w 45"/>
                <a:gd name="T19" fmla="*/ 6 h 24"/>
                <a:gd name="T20" fmla="*/ 16 w 45"/>
                <a:gd name="T21" fmla="*/ 6 h 24"/>
                <a:gd name="T22" fmla="*/ 21 w 45"/>
                <a:gd name="T23" fmla="*/ 8 h 24"/>
                <a:gd name="T24" fmla="*/ 28 w 45"/>
                <a:gd name="T25" fmla="*/ 14 h 24"/>
                <a:gd name="T26" fmla="*/ 35 w 45"/>
                <a:gd name="T27" fmla="*/ 21 h 24"/>
                <a:gd name="T28" fmla="*/ 43 w 45"/>
                <a:gd name="T29" fmla="*/ 23 h 24"/>
                <a:gd name="T30" fmla="*/ 44 w 45"/>
                <a:gd name="T31" fmla="*/ 20 h 24"/>
                <a:gd name="T32" fmla="*/ 44 w 45"/>
                <a:gd name="T33" fmla="*/ 15 h 24"/>
                <a:gd name="T34" fmla="*/ 37 w 45"/>
                <a:gd name="T35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" h="24">
                  <a:moveTo>
                    <a:pt x="37" y="8"/>
                  </a:moveTo>
                  <a:cubicBezTo>
                    <a:pt x="34" y="6"/>
                    <a:pt x="30" y="4"/>
                    <a:pt x="27" y="3"/>
                  </a:cubicBezTo>
                  <a:cubicBezTo>
                    <a:pt x="25" y="3"/>
                    <a:pt x="24" y="3"/>
                    <a:pt x="22" y="3"/>
                  </a:cubicBezTo>
                  <a:cubicBezTo>
                    <a:pt x="20" y="3"/>
                    <a:pt x="18" y="3"/>
                    <a:pt x="16" y="2"/>
                  </a:cubicBezTo>
                  <a:cubicBezTo>
                    <a:pt x="12" y="1"/>
                    <a:pt x="8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" y="7"/>
                    <a:pt x="4" y="7"/>
                    <a:pt x="7" y="6"/>
                  </a:cubicBezTo>
                  <a:cubicBezTo>
                    <a:pt x="8" y="6"/>
                    <a:pt x="10" y="6"/>
                    <a:pt x="11" y="6"/>
                  </a:cubicBezTo>
                  <a:cubicBezTo>
                    <a:pt x="12" y="6"/>
                    <a:pt x="12" y="6"/>
                    <a:pt x="14" y="6"/>
                  </a:cubicBezTo>
                  <a:cubicBezTo>
                    <a:pt x="15" y="6"/>
                    <a:pt x="16" y="5"/>
                    <a:pt x="16" y="6"/>
                  </a:cubicBezTo>
                  <a:cubicBezTo>
                    <a:pt x="18" y="6"/>
                    <a:pt x="20" y="7"/>
                    <a:pt x="21" y="8"/>
                  </a:cubicBezTo>
                  <a:cubicBezTo>
                    <a:pt x="24" y="10"/>
                    <a:pt x="26" y="12"/>
                    <a:pt x="28" y="14"/>
                  </a:cubicBezTo>
                  <a:cubicBezTo>
                    <a:pt x="30" y="17"/>
                    <a:pt x="32" y="20"/>
                    <a:pt x="35" y="21"/>
                  </a:cubicBezTo>
                  <a:cubicBezTo>
                    <a:pt x="37" y="22"/>
                    <a:pt x="40" y="24"/>
                    <a:pt x="43" y="23"/>
                  </a:cubicBezTo>
                  <a:cubicBezTo>
                    <a:pt x="44" y="23"/>
                    <a:pt x="44" y="22"/>
                    <a:pt x="44" y="20"/>
                  </a:cubicBezTo>
                  <a:cubicBezTo>
                    <a:pt x="45" y="19"/>
                    <a:pt x="45" y="17"/>
                    <a:pt x="44" y="15"/>
                  </a:cubicBezTo>
                  <a:cubicBezTo>
                    <a:pt x="43" y="12"/>
                    <a:pt x="39" y="11"/>
                    <a:pt x="37" y="8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3" name="Freeform 3691">
              <a:extLst>
                <a:ext uri="{FF2B5EF4-FFF2-40B4-BE49-F238E27FC236}">
                  <a16:creationId xmlns:a16="http://schemas.microsoft.com/office/drawing/2014/main" id="{25A0D01A-AC51-BE4A-8760-9EE79AD6C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942"/>
              <a:ext cx="12" cy="8"/>
            </a:xfrm>
            <a:custGeom>
              <a:avLst/>
              <a:gdLst>
                <a:gd name="T0" fmla="*/ 24 w 28"/>
                <a:gd name="T1" fmla="*/ 15 h 21"/>
                <a:gd name="T2" fmla="*/ 21 w 28"/>
                <a:gd name="T3" fmla="*/ 12 h 21"/>
                <a:gd name="T4" fmla="*/ 17 w 28"/>
                <a:gd name="T5" fmla="*/ 11 h 21"/>
                <a:gd name="T6" fmla="*/ 15 w 28"/>
                <a:gd name="T7" fmla="*/ 10 h 21"/>
                <a:gd name="T8" fmla="*/ 14 w 28"/>
                <a:gd name="T9" fmla="*/ 6 h 21"/>
                <a:gd name="T10" fmla="*/ 12 w 28"/>
                <a:gd name="T11" fmla="*/ 3 h 21"/>
                <a:gd name="T12" fmla="*/ 7 w 28"/>
                <a:gd name="T13" fmla="*/ 0 h 21"/>
                <a:gd name="T14" fmla="*/ 1 w 28"/>
                <a:gd name="T15" fmla="*/ 2 h 21"/>
                <a:gd name="T16" fmla="*/ 0 w 28"/>
                <a:gd name="T17" fmla="*/ 5 h 21"/>
                <a:gd name="T18" fmla="*/ 2 w 28"/>
                <a:gd name="T19" fmla="*/ 7 h 21"/>
                <a:gd name="T20" fmla="*/ 5 w 28"/>
                <a:gd name="T21" fmla="*/ 8 h 21"/>
                <a:gd name="T22" fmla="*/ 6 w 28"/>
                <a:gd name="T23" fmla="*/ 10 h 21"/>
                <a:gd name="T24" fmla="*/ 7 w 28"/>
                <a:gd name="T25" fmla="*/ 12 h 21"/>
                <a:gd name="T26" fmla="*/ 9 w 28"/>
                <a:gd name="T27" fmla="*/ 13 h 21"/>
                <a:gd name="T28" fmla="*/ 12 w 28"/>
                <a:gd name="T29" fmla="*/ 15 h 21"/>
                <a:gd name="T30" fmla="*/ 12 w 28"/>
                <a:gd name="T31" fmla="*/ 16 h 21"/>
                <a:gd name="T32" fmla="*/ 12 w 28"/>
                <a:gd name="T33" fmla="*/ 17 h 21"/>
                <a:gd name="T34" fmla="*/ 12 w 28"/>
                <a:gd name="T35" fmla="*/ 17 h 21"/>
                <a:gd name="T36" fmla="*/ 12 w 28"/>
                <a:gd name="T37" fmla="*/ 18 h 21"/>
                <a:gd name="T38" fmla="*/ 14 w 28"/>
                <a:gd name="T39" fmla="*/ 19 h 21"/>
                <a:gd name="T40" fmla="*/ 16 w 28"/>
                <a:gd name="T41" fmla="*/ 20 h 21"/>
                <a:gd name="T42" fmla="*/ 21 w 28"/>
                <a:gd name="T43" fmla="*/ 21 h 21"/>
                <a:gd name="T44" fmla="*/ 27 w 28"/>
                <a:gd name="T45" fmla="*/ 19 h 21"/>
                <a:gd name="T46" fmla="*/ 24 w 28"/>
                <a:gd name="T47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21">
                  <a:moveTo>
                    <a:pt x="24" y="15"/>
                  </a:moveTo>
                  <a:cubicBezTo>
                    <a:pt x="23" y="14"/>
                    <a:pt x="22" y="13"/>
                    <a:pt x="21" y="12"/>
                  </a:cubicBezTo>
                  <a:cubicBezTo>
                    <a:pt x="20" y="12"/>
                    <a:pt x="19" y="11"/>
                    <a:pt x="17" y="11"/>
                  </a:cubicBezTo>
                  <a:cubicBezTo>
                    <a:pt x="16" y="11"/>
                    <a:pt x="16" y="11"/>
                    <a:pt x="15" y="10"/>
                  </a:cubicBezTo>
                  <a:cubicBezTo>
                    <a:pt x="15" y="9"/>
                    <a:pt x="14" y="7"/>
                    <a:pt x="14" y="6"/>
                  </a:cubicBezTo>
                  <a:cubicBezTo>
                    <a:pt x="13" y="5"/>
                    <a:pt x="13" y="4"/>
                    <a:pt x="12" y="3"/>
                  </a:cubicBezTo>
                  <a:cubicBezTo>
                    <a:pt x="10" y="2"/>
                    <a:pt x="9" y="1"/>
                    <a:pt x="7" y="0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6"/>
                    <a:pt x="2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5" y="9"/>
                    <a:pt x="6" y="9"/>
                    <a:pt x="6" y="10"/>
                  </a:cubicBezTo>
                  <a:cubicBezTo>
                    <a:pt x="7" y="11"/>
                    <a:pt x="7" y="11"/>
                    <a:pt x="7" y="12"/>
                  </a:cubicBezTo>
                  <a:cubicBezTo>
                    <a:pt x="8" y="12"/>
                    <a:pt x="8" y="13"/>
                    <a:pt x="9" y="13"/>
                  </a:cubicBezTo>
                  <a:cubicBezTo>
                    <a:pt x="10" y="14"/>
                    <a:pt x="11" y="14"/>
                    <a:pt x="12" y="15"/>
                  </a:cubicBezTo>
                  <a:cubicBezTo>
                    <a:pt x="12" y="15"/>
                    <a:pt x="12" y="16"/>
                    <a:pt x="12" y="16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8"/>
                    <a:pt x="13" y="18"/>
                    <a:pt x="12" y="18"/>
                  </a:cubicBezTo>
                  <a:cubicBezTo>
                    <a:pt x="13" y="18"/>
                    <a:pt x="14" y="19"/>
                    <a:pt x="14" y="19"/>
                  </a:cubicBezTo>
                  <a:cubicBezTo>
                    <a:pt x="15" y="20"/>
                    <a:pt x="15" y="20"/>
                    <a:pt x="16" y="20"/>
                  </a:cubicBezTo>
                  <a:cubicBezTo>
                    <a:pt x="18" y="20"/>
                    <a:pt x="19" y="20"/>
                    <a:pt x="21" y="21"/>
                  </a:cubicBezTo>
                  <a:cubicBezTo>
                    <a:pt x="22" y="21"/>
                    <a:pt x="26" y="21"/>
                    <a:pt x="27" y="19"/>
                  </a:cubicBezTo>
                  <a:cubicBezTo>
                    <a:pt x="28" y="17"/>
                    <a:pt x="25" y="16"/>
                    <a:pt x="24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" name="Freeform 3692">
              <a:extLst>
                <a:ext uri="{FF2B5EF4-FFF2-40B4-BE49-F238E27FC236}">
                  <a16:creationId xmlns:a16="http://schemas.microsoft.com/office/drawing/2014/main" id="{5711D97F-6EBE-964D-98FA-2A5ACEA23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722"/>
              <a:ext cx="18" cy="14"/>
            </a:xfrm>
            <a:custGeom>
              <a:avLst/>
              <a:gdLst>
                <a:gd name="T0" fmla="*/ 9 w 43"/>
                <a:gd name="T1" fmla="*/ 14 h 35"/>
                <a:gd name="T2" fmla="*/ 21 w 43"/>
                <a:gd name="T3" fmla="*/ 17 h 35"/>
                <a:gd name="T4" fmla="*/ 26 w 43"/>
                <a:gd name="T5" fmla="*/ 19 h 35"/>
                <a:gd name="T6" fmla="*/ 32 w 43"/>
                <a:gd name="T7" fmla="*/ 27 h 35"/>
                <a:gd name="T8" fmla="*/ 34 w 43"/>
                <a:gd name="T9" fmla="*/ 32 h 35"/>
                <a:gd name="T10" fmla="*/ 41 w 43"/>
                <a:gd name="T11" fmla="*/ 27 h 35"/>
                <a:gd name="T12" fmla="*/ 41 w 43"/>
                <a:gd name="T13" fmla="*/ 18 h 35"/>
                <a:gd name="T14" fmla="*/ 36 w 43"/>
                <a:gd name="T15" fmla="*/ 10 h 35"/>
                <a:gd name="T16" fmla="*/ 27 w 43"/>
                <a:gd name="T17" fmla="*/ 2 h 35"/>
                <a:gd name="T18" fmla="*/ 14 w 43"/>
                <a:gd name="T19" fmla="*/ 1 h 35"/>
                <a:gd name="T20" fmla="*/ 3 w 43"/>
                <a:gd name="T21" fmla="*/ 3 h 35"/>
                <a:gd name="T22" fmla="*/ 1 w 43"/>
                <a:gd name="T23" fmla="*/ 11 h 35"/>
                <a:gd name="T24" fmla="*/ 9 w 43"/>
                <a:gd name="T25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35">
                  <a:moveTo>
                    <a:pt x="9" y="14"/>
                  </a:moveTo>
                  <a:cubicBezTo>
                    <a:pt x="12" y="16"/>
                    <a:pt x="17" y="16"/>
                    <a:pt x="21" y="17"/>
                  </a:cubicBezTo>
                  <a:cubicBezTo>
                    <a:pt x="23" y="17"/>
                    <a:pt x="25" y="17"/>
                    <a:pt x="26" y="19"/>
                  </a:cubicBezTo>
                  <a:cubicBezTo>
                    <a:pt x="29" y="21"/>
                    <a:pt x="30" y="25"/>
                    <a:pt x="32" y="27"/>
                  </a:cubicBezTo>
                  <a:cubicBezTo>
                    <a:pt x="33" y="28"/>
                    <a:pt x="33" y="30"/>
                    <a:pt x="34" y="32"/>
                  </a:cubicBezTo>
                  <a:cubicBezTo>
                    <a:pt x="38" y="35"/>
                    <a:pt x="40" y="30"/>
                    <a:pt x="41" y="27"/>
                  </a:cubicBezTo>
                  <a:cubicBezTo>
                    <a:pt x="43" y="24"/>
                    <a:pt x="42" y="21"/>
                    <a:pt x="41" y="18"/>
                  </a:cubicBezTo>
                  <a:cubicBezTo>
                    <a:pt x="40" y="15"/>
                    <a:pt x="38" y="13"/>
                    <a:pt x="36" y="10"/>
                  </a:cubicBezTo>
                  <a:cubicBezTo>
                    <a:pt x="33" y="6"/>
                    <a:pt x="32" y="4"/>
                    <a:pt x="27" y="2"/>
                  </a:cubicBezTo>
                  <a:cubicBezTo>
                    <a:pt x="23" y="1"/>
                    <a:pt x="19" y="1"/>
                    <a:pt x="14" y="1"/>
                  </a:cubicBezTo>
                  <a:cubicBezTo>
                    <a:pt x="10" y="0"/>
                    <a:pt x="7" y="0"/>
                    <a:pt x="3" y="3"/>
                  </a:cubicBezTo>
                  <a:cubicBezTo>
                    <a:pt x="1" y="5"/>
                    <a:pt x="0" y="8"/>
                    <a:pt x="1" y="11"/>
                  </a:cubicBezTo>
                  <a:cubicBezTo>
                    <a:pt x="2" y="13"/>
                    <a:pt x="6" y="14"/>
                    <a:pt x="9" y="1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" name="Freeform 3693">
              <a:extLst>
                <a:ext uri="{FF2B5EF4-FFF2-40B4-BE49-F238E27FC236}">
                  <a16:creationId xmlns:a16="http://schemas.microsoft.com/office/drawing/2014/main" id="{BEEAD7EC-55A5-7745-A746-85E3DB983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415"/>
              <a:ext cx="5" cy="6"/>
            </a:xfrm>
            <a:custGeom>
              <a:avLst/>
              <a:gdLst>
                <a:gd name="T0" fmla="*/ 7 w 12"/>
                <a:gd name="T1" fmla="*/ 1 h 14"/>
                <a:gd name="T2" fmla="*/ 6 w 12"/>
                <a:gd name="T3" fmla="*/ 3 h 14"/>
                <a:gd name="T4" fmla="*/ 4 w 12"/>
                <a:gd name="T5" fmla="*/ 4 h 14"/>
                <a:gd name="T6" fmla="*/ 1 w 12"/>
                <a:gd name="T7" fmla="*/ 8 h 14"/>
                <a:gd name="T8" fmla="*/ 1 w 12"/>
                <a:gd name="T9" fmla="*/ 12 h 14"/>
                <a:gd name="T10" fmla="*/ 8 w 12"/>
                <a:gd name="T11" fmla="*/ 13 h 14"/>
                <a:gd name="T12" fmla="*/ 10 w 12"/>
                <a:gd name="T13" fmla="*/ 8 h 14"/>
                <a:gd name="T14" fmla="*/ 11 w 12"/>
                <a:gd name="T15" fmla="*/ 2 h 14"/>
                <a:gd name="T16" fmla="*/ 7 w 12"/>
                <a:gd name="T17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4">
                  <a:moveTo>
                    <a:pt x="7" y="1"/>
                  </a:moveTo>
                  <a:cubicBezTo>
                    <a:pt x="6" y="1"/>
                    <a:pt x="6" y="2"/>
                    <a:pt x="6" y="3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3" y="5"/>
                    <a:pt x="1" y="7"/>
                    <a:pt x="1" y="8"/>
                  </a:cubicBezTo>
                  <a:cubicBezTo>
                    <a:pt x="0" y="9"/>
                    <a:pt x="1" y="11"/>
                    <a:pt x="1" y="12"/>
                  </a:cubicBezTo>
                  <a:cubicBezTo>
                    <a:pt x="3" y="13"/>
                    <a:pt x="5" y="14"/>
                    <a:pt x="8" y="13"/>
                  </a:cubicBezTo>
                  <a:cubicBezTo>
                    <a:pt x="10" y="13"/>
                    <a:pt x="10" y="10"/>
                    <a:pt x="10" y="8"/>
                  </a:cubicBezTo>
                  <a:cubicBezTo>
                    <a:pt x="10" y="6"/>
                    <a:pt x="12" y="4"/>
                    <a:pt x="11" y="2"/>
                  </a:cubicBezTo>
                  <a:cubicBezTo>
                    <a:pt x="10" y="0"/>
                    <a:pt x="8" y="0"/>
                    <a:pt x="7" y="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" name="Freeform 3694">
              <a:extLst>
                <a:ext uri="{FF2B5EF4-FFF2-40B4-BE49-F238E27FC236}">
                  <a16:creationId xmlns:a16="http://schemas.microsoft.com/office/drawing/2014/main" id="{2BB0C71C-61BA-A043-9C54-8C4F4BB68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409"/>
              <a:ext cx="5" cy="5"/>
            </a:xfrm>
            <a:custGeom>
              <a:avLst/>
              <a:gdLst>
                <a:gd name="T0" fmla="*/ 12 w 13"/>
                <a:gd name="T1" fmla="*/ 2 h 14"/>
                <a:gd name="T2" fmla="*/ 9 w 13"/>
                <a:gd name="T3" fmla="*/ 1 h 14"/>
                <a:gd name="T4" fmla="*/ 5 w 13"/>
                <a:gd name="T5" fmla="*/ 5 h 14"/>
                <a:gd name="T6" fmla="*/ 2 w 13"/>
                <a:gd name="T7" fmla="*/ 9 h 14"/>
                <a:gd name="T8" fmla="*/ 1 w 13"/>
                <a:gd name="T9" fmla="*/ 14 h 14"/>
                <a:gd name="T10" fmla="*/ 4 w 13"/>
                <a:gd name="T11" fmla="*/ 11 h 14"/>
                <a:gd name="T12" fmla="*/ 9 w 13"/>
                <a:gd name="T13" fmla="*/ 6 h 14"/>
                <a:gd name="T14" fmla="*/ 12 w 13"/>
                <a:gd name="T1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12" y="2"/>
                  </a:moveTo>
                  <a:cubicBezTo>
                    <a:pt x="12" y="0"/>
                    <a:pt x="10" y="1"/>
                    <a:pt x="9" y="1"/>
                  </a:cubicBezTo>
                  <a:cubicBezTo>
                    <a:pt x="7" y="2"/>
                    <a:pt x="6" y="4"/>
                    <a:pt x="5" y="5"/>
                  </a:cubicBezTo>
                  <a:cubicBezTo>
                    <a:pt x="4" y="7"/>
                    <a:pt x="4" y="8"/>
                    <a:pt x="2" y="9"/>
                  </a:cubicBezTo>
                  <a:cubicBezTo>
                    <a:pt x="1" y="11"/>
                    <a:pt x="0" y="12"/>
                    <a:pt x="1" y="14"/>
                  </a:cubicBezTo>
                  <a:cubicBezTo>
                    <a:pt x="2" y="13"/>
                    <a:pt x="3" y="12"/>
                    <a:pt x="4" y="11"/>
                  </a:cubicBezTo>
                  <a:cubicBezTo>
                    <a:pt x="5" y="10"/>
                    <a:pt x="7" y="8"/>
                    <a:pt x="9" y="6"/>
                  </a:cubicBezTo>
                  <a:cubicBezTo>
                    <a:pt x="10" y="5"/>
                    <a:pt x="13" y="3"/>
                    <a:pt x="1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" name="Freeform 3695">
              <a:extLst>
                <a:ext uri="{FF2B5EF4-FFF2-40B4-BE49-F238E27FC236}">
                  <a16:creationId xmlns:a16="http://schemas.microsoft.com/office/drawing/2014/main" id="{952EAF30-9FCA-5F4A-A2D8-B7B0DBBF1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403"/>
              <a:ext cx="5" cy="4"/>
            </a:xfrm>
            <a:custGeom>
              <a:avLst/>
              <a:gdLst>
                <a:gd name="T0" fmla="*/ 12 w 13"/>
                <a:gd name="T1" fmla="*/ 2 h 9"/>
                <a:gd name="T2" fmla="*/ 5 w 13"/>
                <a:gd name="T3" fmla="*/ 2 h 9"/>
                <a:gd name="T4" fmla="*/ 0 w 13"/>
                <a:gd name="T5" fmla="*/ 7 h 9"/>
                <a:gd name="T6" fmla="*/ 4 w 13"/>
                <a:gd name="T7" fmla="*/ 8 h 9"/>
                <a:gd name="T8" fmla="*/ 10 w 13"/>
                <a:gd name="T9" fmla="*/ 7 h 9"/>
                <a:gd name="T10" fmla="*/ 12 w 13"/>
                <a:gd name="T1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9">
                  <a:moveTo>
                    <a:pt x="12" y="2"/>
                  </a:moveTo>
                  <a:cubicBezTo>
                    <a:pt x="11" y="0"/>
                    <a:pt x="6" y="1"/>
                    <a:pt x="5" y="2"/>
                  </a:cubicBezTo>
                  <a:cubicBezTo>
                    <a:pt x="3" y="3"/>
                    <a:pt x="0" y="5"/>
                    <a:pt x="0" y="7"/>
                  </a:cubicBezTo>
                  <a:cubicBezTo>
                    <a:pt x="0" y="9"/>
                    <a:pt x="2" y="9"/>
                    <a:pt x="4" y="8"/>
                  </a:cubicBezTo>
                  <a:cubicBezTo>
                    <a:pt x="6" y="8"/>
                    <a:pt x="9" y="8"/>
                    <a:pt x="10" y="7"/>
                  </a:cubicBezTo>
                  <a:cubicBezTo>
                    <a:pt x="12" y="6"/>
                    <a:pt x="13" y="3"/>
                    <a:pt x="1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8" name="Freeform 3696">
              <a:extLst>
                <a:ext uri="{FF2B5EF4-FFF2-40B4-BE49-F238E27FC236}">
                  <a16:creationId xmlns:a16="http://schemas.microsoft.com/office/drawing/2014/main" id="{FF3B2268-4466-254F-B517-087CAF63F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92"/>
              <a:ext cx="6" cy="6"/>
            </a:xfrm>
            <a:custGeom>
              <a:avLst/>
              <a:gdLst>
                <a:gd name="T0" fmla="*/ 1 w 15"/>
                <a:gd name="T1" fmla="*/ 9 h 16"/>
                <a:gd name="T2" fmla="*/ 3 w 15"/>
                <a:gd name="T3" fmla="*/ 15 h 16"/>
                <a:gd name="T4" fmla="*/ 6 w 15"/>
                <a:gd name="T5" fmla="*/ 13 h 16"/>
                <a:gd name="T6" fmla="*/ 13 w 15"/>
                <a:gd name="T7" fmla="*/ 0 h 16"/>
                <a:gd name="T8" fmla="*/ 10 w 15"/>
                <a:gd name="T9" fmla="*/ 1 h 16"/>
                <a:gd name="T10" fmla="*/ 6 w 15"/>
                <a:gd name="T11" fmla="*/ 2 h 16"/>
                <a:gd name="T12" fmla="*/ 1 w 15"/>
                <a:gd name="T13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6">
                  <a:moveTo>
                    <a:pt x="1" y="9"/>
                  </a:moveTo>
                  <a:cubicBezTo>
                    <a:pt x="1" y="11"/>
                    <a:pt x="0" y="16"/>
                    <a:pt x="3" y="15"/>
                  </a:cubicBezTo>
                  <a:cubicBezTo>
                    <a:pt x="4" y="14"/>
                    <a:pt x="5" y="13"/>
                    <a:pt x="6" y="13"/>
                  </a:cubicBezTo>
                  <a:cubicBezTo>
                    <a:pt x="6" y="12"/>
                    <a:pt x="15" y="1"/>
                    <a:pt x="13" y="0"/>
                  </a:cubicBezTo>
                  <a:cubicBezTo>
                    <a:pt x="12" y="0"/>
                    <a:pt x="11" y="1"/>
                    <a:pt x="10" y="1"/>
                  </a:cubicBezTo>
                  <a:cubicBezTo>
                    <a:pt x="8" y="2"/>
                    <a:pt x="7" y="2"/>
                    <a:pt x="6" y="2"/>
                  </a:cubicBezTo>
                  <a:cubicBezTo>
                    <a:pt x="4" y="4"/>
                    <a:pt x="2" y="6"/>
                    <a:pt x="1" y="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9" name="Freeform 3697">
              <a:extLst>
                <a:ext uri="{FF2B5EF4-FFF2-40B4-BE49-F238E27FC236}">
                  <a16:creationId xmlns:a16="http://schemas.microsoft.com/office/drawing/2014/main" id="{7C45841D-CD0E-1C4B-81D0-7CE6A48A1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434"/>
              <a:ext cx="20" cy="6"/>
            </a:xfrm>
            <a:custGeom>
              <a:avLst/>
              <a:gdLst>
                <a:gd name="T0" fmla="*/ 38 w 48"/>
                <a:gd name="T1" fmla="*/ 1 h 16"/>
                <a:gd name="T2" fmla="*/ 28 w 48"/>
                <a:gd name="T3" fmla="*/ 3 h 16"/>
                <a:gd name="T4" fmla="*/ 23 w 48"/>
                <a:gd name="T5" fmla="*/ 4 h 16"/>
                <a:gd name="T6" fmla="*/ 19 w 48"/>
                <a:gd name="T7" fmla="*/ 5 h 16"/>
                <a:gd name="T8" fmla="*/ 12 w 48"/>
                <a:gd name="T9" fmla="*/ 5 h 16"/>
                <a:gd name="T10" fmla="*/ 7 w 48"/>
                <a:gd name="T11" fmla="*/ 7 h 16"/>
                <a:gd name="T12" fmla="*/ 0 w 48"/>
                <a:gd name="T13" fmla="*/ 10 h 16"/>
                <a:gd name="T14" fmla="*/ 5 w 48"/>
                <a:gd name="T15" fmla="*/ 15 h 16"/>
                <a:gd name="T16" fmla="*/ 15 w 48"/>
                <a:gd name="T17" fmla="*/ 14 h 16"/>
                <a:gd name="T18" fmla="*/ 29 w 48"/>
                <a:gd name="T19" fmla="*/ 13 h 16"/>
                <a:gd name="T20" fmla="*/ 32 w 48"/>
                <a:gd name="T21" fmla="*/ 13 h 16"/>
                <a:gd name="T22" fmla="*/ 39 w 48"/>
                <a:gd name="T23" fmla="*/ 14 h 16"/>
                <a:gd name="T24" fmla="*/ 45 w 48"/>
                <a:gd name="T25" fmla="*/ 13 h 16"/>
                <a:gd name="T26" fmla="*/ 47 w 48"/>
                <a:gd name="T27" fmla="*/ 5 h 16"/>
                <a:gd name="T28" fmla="*/ 38 w 48"/>
                <a:gd name="T29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8" h="16">
                  <a:moveTo>
                    <a:pt x="38" y="1"/>
                  </a:moveTo>
                  <a:cubicBezTo>
                    <a:pt x="35" y="1"/>
                    <a:pt x="32" y="2"/>
                    <a:pt x="28" y="3"/>
                  </a:cubicBezTo>
                  <a:cubicBezTo>
                    <a:pt x="27" y="4"/>
                    <a:pt x="25" y="4"/>
                    <a:pt x="23" y="4"/>
                  </a:cubicBezTo>
                  <a:cubicBezTo>
                    <a:pt x="22" y="4"/>
                    <a:pt x="20" y="4"/>
                    <a:pt x="19" y="5"/>
                  </a:cubicBezTo>
                  <a:cubicBezTo>
                    <a:pt x="16" y="5"/>
                    <a:pt x="14" y="5"/>
                    <a:pt x="12" y="5"/>
                  </a:cubicBezTo>
                  <a:cubicBezTo>
                    <a:pt x="10" y="6"/>
                    <a:pt x="9" y="6"/>
                    <a:pt x="7" y="7"/>
                  </a:cubicBezTo>
                  <a:cubicBezTo>
                    <a:pt x="5" y="7"/>
                    <a:pt x="0" y="7"/>
                    <a:pt x="0" y="10"/>
                  </a:cubicBezTo>
                  <a:cubicBezTo>
                    <a:pt x="0" y="13"/>
                    <a:pt x="3" y="15"/>
                    <a:pt x="5" y="15"/>
                  </a:cubicBezTo>
                  <a:cubicBezTo>
                    <a:pt x="9" y="16"/>
                    <a:pt x="12" y="15"/>
                    <a:pt x="15" y="14"/>
                  </a:cubicBezTo>
                  <a:cubicBezTo>
                    <a:pt x="20" y="13"/>
                    <a:pt x="24" y="12"/>
                    <a:pt x="29" y="13"/>
                  </a:cubicBezTo>
                  <a:cubicBezTo>
                    <a:pt x="30" y="13"/>
                    <a:pt x="31" y="13"/>
                    <a:pt x="32" y="13"/>
                  </a:cubicBezTo>
                  <a:cubicBezTo>
                    <a:pt x="34" y="14"/>
                    <a:pt x="36" y="14"/>
                    <a:pt x="39" y="14"/>
                  </a:cubicBezTo>
                  <a:cubicBezTo>
                    <a:pt x="41" y="14"/>
                    <a:pt x="43" y="14"/>
                    <a:pt x="45" y="13"/>
                  </a:cubicBezTo>
                  <a:cubicBezTo>
                    <a:pt x="48" y="12"/>
                    <a:pt x="47" y="7"/>
                    <a:pt x="47" y="5"/>
                  </a:cubicBezTo>
                  <a:cubicBezTo>
                    <a:pt x="46" y="0"/>
                    <a:pt x="42" y="2"/>
                    <a:pt x="38" y="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0" name="Freeform 3699">
              <a:extLst>
                <a:ext uri="{FF2B5EF4-FFF2-40B4-BE49-F238E27FC236}">
                  <a16:creationId xmlns:a16="http://schemas.microsoft.com/office/drawing/2014/main" id="{CEED96F8-4EA4-6148-9925-70C8DC5A0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413"/>
              <a:ext cx="26" cy="20"/>
            </a:xfrm>
            <a:custGeom>
              <a:avLst/>
              <a:gdLst>
                <a:gd name="T0" fmla="*/ 1 w 64"/>
                <a:gd name="T1" fmla="*/ 49 h 50"/>
                <a:gd name="T2" fmla="*/ 4 w 64"/>
                <a:gd name="T3" fmla="*/ 49 h 50"/>
                <a:gd name="T4" fmla="*/ 9 w 64"/>
                <a:gd name="T5" fmla="*/ 48 h 50"/>
                <a:gd name="T6" fmla="*/ 11 w 64"/>
                <a:gd name="T7" fmla="*/ 46 h 50"/>
                <a:gd name="T8" fmla="*/ 12 w 64"/>
                <a:gd name="T9" fmla="*/ 43 h 50"/>
                <a:gd name="T10" fmla="*/ 16 w 64"/>
                <a:gd name="T11" fmla="*/ 38 h 50"/>
                <a:gd name="T12" fmla="*/ 20 w 64"/>
                <a:gd name="T13" fmla="*/ 34 h 50"/>
                <a:gd name="T14" fmla="*/ 22 w 64"/>
                <a:gd name="T15" fmla="*/ 32 h 50"/>
                <a:gd name="T16" fmla="*/ 24 w 64"/>
                <a:gd name="T17" fmla="*/ 30 h 50"/>
                <a:gd name="T18" fmla="*/ 28 w 64"/>
                <a:gd name="T19" fmla="*/ 28 h 50"/>
                <a:gd name="T20" fmla="*/ 35 w 64"/>
                <a:gd name="T21" fmla="*/ 26 h 50"/>
                <a:gd name="T22" fmla="*/ 37 w 64"/>
                <a:gd name="T23" fmla="*/ 23 h 50"/>
                <a:gd name="T24" fmla="*/ 40 w 64"/>
                <a:gd name="T25" fmla="*/ 20 h 50"/>
                <a:gd name="T26" fmla="*/ 43 w 64"/>
                <a:gd name="T27" fmla="*/ 15 h 50"/>
                <a:gd name="T28" fmla="*/ 48 w 64"/>
                <a:gd name="T29" fmla="*/ 11 h 50"/>
                <a:gd name="T30" fmla="*/ 53 w 64"/>
                <a:gd name="T31" fmla="*/ 9 h 50"/>
                <a:gd name="T32" fmla="*/ 58 w 64"/>
                <a:gd name="T33" fmla="*/ 8 h 50"/>
                <a:gd name="T34" fmla="*/ 64 w 64"/>
                <a:gd name="T35" fmla="*/ 2 h 50"/>
                <a:gd name="T36" fmla="*/ 52 w 64"/>
                <a:gd name="T37" fmla="*/ 1 h 50"/>
                <a:gd name="T38" fmla="*/ 43 w 64"/>
                <a:gd name="T39" fmla="*/ 2 h 50"/>
                <a:gd name="T40" fmla="*/ 32 w 64"/>
                <a:gd name="T41" fmla="*/ 2 h 50"/>
                <a:gd name="T42" fmla="*/ 24 w 64"/>
                <a:gd name="T43" fmla="*/ 3 h 50"/>
                <a:gd name="T44" fmla="*/ 19 w 64"/>
                <a:gd name="T45" fmla="*/ 9 h 50"/>
                <a:gd name="T46" fmla="*/ 14 w 64"/>
                <a:gd name="T47" fmla="*/ 18 h 50"/>
                <a:gd name="T48" fmla="*/ 12 w 64"/>
                <a:gd name="T49" fmla="*/ 23 h 50"/>
                <a:gd name="T50" fmla="*/ 12 w 64"/>
                <a:gd name="T51" fmla="*/ 27 h 50"/>
                <a:gd name="T52" fmla="*/ 7 w 64"/>
                <a:gd name="T53" fmla="*/ 37 h 50"/>
                <a:gd name="T54" fmla="*/ 2 w 64"/>
                <a:gd name="T55" fmla="*/ 46 h 50"/>
                <a:gd name="T56" fmla="*/ 1 w 64"/>
                <a:gd name="T57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50">
                  <a:moveTo>
                    <a:pt x="1" y="49"/>
                  </a:moveTo>
                  <a:cubicBezTo>
                    <a:pt x="2" y="50"/>
                    <a:pt x="3" y="50"/>
                    <a:pt x="4" y="49"/>
                  </a:cubicBezTo>
                  <a:cubicBezTo>
                    <a:pt x="6" y="49"/>
                    <a:pt x="7" y="49"/>
                    <a:pt x="9" y="48"/>
                  </a:cubicBezTo>
                  <a:cubicBezTo>
                    <a:pt x="10" y="48"/>
                    <a:pt x="10" y="47"/>
                    <a:pt x="11" y="46"/>
                  </a:cubicBezTo>
                  <a:cubicBezTo>
                    <a:pt x="11" y="45"/>
                    <a:pt x="12" y="44"/>
                    <a:pt x="12" y="43"/>
                  </a:cubicBezTo>
                  <a:cubicBezTo>
                    <a:pt x="13" y="41"/>
                    <a:pt x="14" y="40"/>
                    <a:pt x="16" y="38"/>
                  </a:cubicBezTo>
                  <a:cubicBezTo>
                    <a:pt x="17" y="37"/>
                    <a:pt x="18" y="35"/>
                    <a:pt x="20" y="34"/>
                  </a:cubicBezTo>
                  <a:cubicBezTo>
                    <a:pt x="20" y="34"/>
                    <a:pt x="22" y="33"/>
                    <a:pt x="22" y="32"/>
                  </a:cubicBezTo>
                  <a:cubicBezTo>
                    <a:pt x="23" y="32"/>
                    <a:pt x="24" y="31"/>
                    <a:pt x="24" y="30"/>
                  </a:cubicBezTo>
                  <a:cubicBezTo>
                    <a:pt x="26" y="29"/>
                    <a:pt x="27" y="29"/>
                    <a:pt x="28" y="28"/>
                  </a:cubicBezTo>
                  <a:cubicBezTo>
                    <a:pt x="30" y="27"/>
                    <a:pt x="33" y="27"/>
                    <a:pt x="35" y="26"/>
                  </a:cubicBezTo>
                  <a:cubicBezTo>
                    <a:pt x="36" y="25"/>
                    <a:pt x="37" y="24"/>
                    <a:pt x="37" y="23"/>
                  </a:cubicBezTo>
                  <a:cubicBezTo>
                    <a:pt x="38" y="22"/>
                    <a:pt x="39" y="21"/>
                    <a:pt x="40" y="20"/>
                  </a:cubicBezTo>
                  <a:cubicBezTo>
                    <a:pt x="41" y="18"/>
                    <a:pt x="41" y="17"/>
                    <a:pt x="43" y="15"/>
                  </a:cubicBezTo>
                  <a:cubicBezTo>
                    <a:pt x="44" y="13"/>
                    <a:pt x="46" y="12"/>
                    <a:pt x="48" y="11"/>
                  </a:cubicBezTo>
                  <a:cubicBezTo>
                    <a:pt x="49" y="10"/>
                    <a:pt x="51" y="10"/>
                    <a:pt x="53" y="9"/>
                  </a:cubicBezTo>
                  <a:cubicBezTo>
                    <a:pt x="55" y="8"/>
                    <a:pt x="56" y="8"/>
                    <a:pt x="58" y="8"/>
                  </a:cubicBezTo>
                  <a:cubicBezTo>
                    <a:pt x="60" y="7"/>
                    <a:pt x="64" y="5"/>
                    <a:pt x="64" y="2"/>
                  </a:cubicBezTo>
                  <a:cubicBezTo>
                    <a:pt x="60" y="1"/>
                    <a:pt x="56" y="0"/>
                    <a:pt x="52" y="1"/>
                  </a:cubicBezTo>
                  <a:cubicBezTo>
                    <a:pt x="49" y="1"/>
                    <a:pt x="47" y="2"/>
                    <a:pt x="43" y="2"/>
                  </a:cubicBezTo>
                  <a:cubicBezTo>
                    <a:pt x="40" y="2"/>
                    <a:pt x="36" y="2"/>
                    <a:pt x="32" y="2"/>
                  </a:cubicBezTo>
                  <a:cubicBezTo>
                    <a:pt x="30" y="2"/>
                    <a:pt x="27" y="1"/>
                    <a:pt x="24" y="3"/>
                  </a:cubicBezTo>
                  <a:cubicBezTo>
                    <a:pt x="22" y="4"/>
                    <a:pt x="20" y="7"/>
                    <a:pt x="19" y="9"/>
                  </a:cubicBezTo>
                  <a:cubicBezTo>
                    <a:pt x="17" y="12"/>
                    <a:pt x="15" y="15"/>
                    <a:pt x="14" y="18"/>
                  </a:cubicBezTo>
                  <a:cubicBezTo>
                    <a:pt x="13" y="19"/>
                    <a:pt x="12" y="21"/>
                    <a:pt x="12" y="23"/>
                  </a:cubicBezTo>
                  <a:cubicBezTo>
                    <a:pt x="12" y="24"/>
                    <a:pt x="12" y="25"/>
                    <a:pt x="12" y="27"/>
                  </a:cubicBezTo>
                  <a:cubicBezTo>
                    <a:pt x="12" y="31"/>
                    <a:pt x="9" y="34"/>
                    <a:pt x="7" y="37"/>
                  </a:cubicBezTo>
                  <a:cubicBezTo>
                    <a:pt x="5" y="40"/>
                    <a:pt x="4" y="43"/>
                    <a:pt x="2" y="46"/>
                  </a:cubicBezTo>
                  <a:cubicBezTo>
                    <a:pt x="2" y="47"/>
                    <a:pt x="0" y="49"/>
                    <a:pt x="1" y="4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1" name="Freeform 3700">
              <a:extLst>
                <a:ext uri="{FF2B5EF4-FFF2-40B4-BE49-F238E27FC236}">
                  <a16:creationId xmlns:a16="http://schemas.microsoft.com/office/drawing/2014/main" id="{754DA0D6-9F71-CD48-809F-4FB0A5AE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387"/>
              <a:ext cx="7" cy="7"/>
            </a:xfrm>
            <a:custGeom>
              <a:avLst/>
              <a:gdLst>
                <a:gd name="T0" fmla="*/ 2 w 17"/>
                <a:gd name="T1" fmla="*/ 11 h 18"/>
                <a:gd name="T2" fmla="*/ 3 w 17"/>
                <a:gd name="T3" fmla="*/ 13 h 18"/>
                <a:gd name="T4" fmla="*/ 4 w 17"/>
                <a:gd name="T5" fmla="*/ 14 h 18"/>
                <a:gd name="T6" fmla="*/ 5 w 17"/>
                <a:gd name="T7" fmla="*/ 15 h 18"/>
                <a:gd name="T8" fmla="*/ 8 w 17"/>
                <a:gd name="T9" fmla="*/ 17 h 18"/>
                <a:gd name="T10" fmla="*/ 10 w 17"/>
                <a:gd name="T11" fmla="*/ 18 h 18"/>
                <a:gd name="T12" fmla="*/ 13 w 17"/>
                <a:gd name="T13" fmla="*/ 17 h 18"/>
                <a:gd name="T14" fmla="*/ 15 w 17"/>
                <a:gd name="T15" fmla="*/ 16 h 18"/>
                <a:gd name="T16" fmla="*/ 16 w 17"/>
                <a:gd name="T17" fmla="*/ 14 h 18"/>
                <a:gd name="T18" fmla="*/ 16 w 17"/>
                <a:gd name="T19" fmla="*/ 12 h 18"/>
                <a:gd name="T20" fmla="*/ 16 w 17"/>
                <a:gd name="T21" fmla="*/ 9 h 18"/>
                <a:gd name="T22" fmla="*/ 14 w 17"/>
                <a:gd name="T23" fmla="*/ 2 h 18"/>
                <a:gd name="T24" fmla="*/ 8 w 17"/>
                <a:gd name="T25" fmla="*/ 0 h 18"/>
                <a:gd name="T26" fmla="*/ 3 w 17"/>
                <a:gd name="T27" fmla="*/ 1 h 18"/>
                <a:gd name="T28" fmla="*/ 1 w 17"/>
                <a:gd name="T29" fmla="*/ 4 h 18"/>
                <a:gd name="T30" fmla="*/ 1 w 17"/>
                <a:gd name="T31" fmla="*/ 8 h 18"/>
                <a:gd name="T32" fmla="*/ 1 w 17"/>
                <a:gd name="T33" fmla="*/ 10 h 18"/>
                <a:gd name="T34" fmla="*/ 2 w 17"/>
                <a:gd name="T35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" h="18">
                  <a:moveTo>
                    <a:pt x="2" y="11"/>
                  </a:moveTo>
                  <a:cubicBezTo>
                    <a:pt x="3" y="12"/>
                    <a:pt x="3" y="12"/>
                    <a:pt x="3" y="13"/>
                  </a:cubicBezTo>
                  <a:cubicBezTo>
                    <a:pt x="3" y="13"/>
                    <a:pt x="4" y="13"/>
                    <a:pt x="4" y="14"/>
                  </a:cubicBezTo>
                  <a:cubicBezTo>
                    <a:pt x="5" y="14"/>
                    <a:pt x="5" y="15"/>
                    <a:pt x="5" y="15"/>
                  </a:cubicBezTo>
                  <a:cubicBezTo>
                    <a:pt x="6" y="16"/>
                    <a:pt x="7" y="17"/>
                    <a:pt x="8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11" y="18"/>
                    <a:pt x="12" y="18"/>
                    <a:pt x="13" y="17"/>
                  </a:cubicBezTo>
                  <a:cubicBezTo>
                    <a:pt x="13" y="17"/>
                    <a:pt x="14" y="17"/>
                    <a:pt x="15" y="16"/>
                  </a:cubicBezTo>
                  <a:cubicBezTo>
                    <a:pt x="15" y="16"/>
                    <a:pt x="15" y="15"/>
                    <a:pt x="16" y="14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7" y="11"/>
                    <a:pt x="17" y="10"/>
                    <a:pt x="16" y="9"/>
                  </a:cubicBezTo>
                  <a:cubicBezTo>
                    <a:pt x="16" y="7"/>
                    <a:pt x="16" y="4"/>
                    <a:pt x="14" y="2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7" y="0"/>
                    <a:pt x="5" y="0"/>
                    <a:pt x="3" y="1"/>
                  </a:cubicBezTo>
                  <a:cubicBezTo>
                    <a:pt x="3" y="2"/>
                    <a:pt x="2" y="3"/>
                    <a:pt x="1" y="4"/>
                  </a:cubicBezTo>
                  <a:cubicBezTo>
                    <a:pt x="0" y="5"/>
                    <a:pt x="1" y="7"/>
                    <a:pt x="1" y="8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1" y="10"/>
                    <a:pt x="2" y="11"/>
                    <a:pt x="2" y="1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2" name="Freeform 3701">
              <a:extLst>
                <a:ext uri="{FF2B5EF4-FFF2-40B4-BE49-F238E27FC236}">
                  <a16:creationId xmlns:a16="http://schemas.microsoft.com/office/drawing/2014/main" id="{5C51C986-66C9-8848-841D-D64BD4A80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385"/>
              <a:ext cx="4" cy="6"/>
            </a:xfrm>
            <a:custGeom>
              <a:avLst/>
              <a:gdLst>
                <a:gd name="T0" fmla="*/ 1 w 11"/>
                <a:gd name="T1" fmla="*/ 6 h 16"/>
                <a:gd name="T2" fmla="*/ 2 w 11"/>
                <a:gd name="T3" fmla="*/ 8 h 16"/>
                <a:gd name="T4" fmla="*/ 4 w 11"/>
                <a:gd name="T5" fmla="*/ 10 h 16"/>
                <a:gd name="T6" fmla="*/ 5 w 11"/>
                <a:gd name="T7" fmla="*/ 12 h 16"/>
                <a:gd name="T8" fmla="*/ 8 w 11"/>
                <a:gd name="T9" fmla="*/ 15 h 16"/>
                <a:gd name="T10" fmla="*/ 9 w 11"/>
                <a:gd name="T11" fmla="*/ 16 h 16"/>
                <a:gd name="T12" fmla="*/ 11 w 11"/>
                <a:gd name="T13" fmla="*/ 15 h 16"/>
                <a:gd name="T14" fmla="*/ 11 w 11"/>
                <a:gd name="T15" fmla="*/ 10 h 16"/>
                <a:gd name="T16" fmla="*/ 11 w 11"/>
                <a:gd name="T17" fmla="*/ 6 h 16"/>
                <a:gd name="T18" fmla="*/ 10 w 11"/>
                <a:gd name="T19" fmla="*/ 3 h 16"/>
                <a:gd name="T20" fmla="*/ 8 w 11"/>
                <a:gd name="T21" fmla="*/ 1 h 16"/>
                <a:gd name="T22" fmla="*/ 6 w 11"/>
                <a:gd name="T23" fmla="*/ 0 h 16"/>
                <a:gd name="T24" fmla="*/ 4 w 11"/>
                <a:gd name="T25" fmla="*/ 0 h 16"/>
                <a:gd name="T26" fmla="*/ 1 w 11"/>
                <a:gd name="T27" fmla="*/ 1 h 16"/>
                <a:gd name="T28" fmla="*/ 0 w 11"/>
                <a:gd name="T29" fmla="*/ 4 h 16"/>
                <a:gd name="T30" fmla="*/ 1 w 11"/>
                <a:gd name="T31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16">
                  <a:moveTo>
                    <a:pt x="1" y="6"/>
                  </a:moveTo>
                  <a:cubicBezTo>
                    <a:pt x="1" y="7"/>
                    <a:pt x="1" y="7"/>
                    <a:pt x="2" y="8"/>
                  </a:cubicBezTo>
                  <a:cubicBezTo>
                    <a:pt x="2" y="9"/>
                    <a:pt x="3" y="9"/>
                    <a:pt x="4" y="10"/>
                  </a:cubicBezTo>
                  <a:cubicBezTo>
                    <a:pt x="4" y="11"/>
                    <a:pt x="4" y="11"/>
                    <a:pt x="5" y="12"/>
                  </a:cubicBezTo>
                  <a:cubicBezTo>
                    <a:pt x="5" y="13"/>
                    <a:pt x="7" y="14"/>
                    <a:pt x="8" y="15"/>
                  </a:cubicBezTo>
                  <a:cubicBezTo>
                    <a:pt x="8" y="15"/>
                    <a:pt x="8" y="16"/>
                    <a:pt x="9" y="16"/>
                  </a:cubicBezTo>
                  <a:cubicBezTo>
                    <a:pt x="10" y="16"/>
                    <a:pt x="10" y="15"/>
                    <a:pt x="11" y="15"/>
                  </a:cubicBezTo>
                  <a:cubicBezTo>
                    <a:pt x="11" y="13"/>
                    <a:pt x="11" y="12"/>
                    <a:pt x="11" y="10"/>
                  </a:cubicBezTo>
                  <a:cubicBezTo>
                    <a:pt x="11" y="9"/>
                    <a:pt x="11" y="8"/>
                    <a:pt x="11" y="6"/>
                  </a:cubicBezTo>
                  <a:cubicBezTo>
                    <a:pt x="11" y="5"/>
                    <a:pt x="11" y="4"/>
                    <a:pt x="10" y="3"/>
                  </a:cubicBezTo>
                  <a:cubicBezTo>
                    <a:pt x="10" y="2"/>
                    <a:pt x="9" y="1"/>
                    <a:pt x="8" y="1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3" name="Freeform 3702">
              <a:extLst>
                <a:ext uri="{FF2B5EF4-FFF2-40B4-BE49-F238E27FC236}">
                  <a16:creationId xmlns:a16="http://schemas.microsoft.com/office/drawing/2014/main" id="{C35BB146-CD1E-B346-B0D3-D0A2B1B79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580"/>
              <a:ext cx="6" cy="11"/>
            </a:xfrm>
            <a:custGeom>
              <a:avLst/>
              <a:gdLst>
                <a:gd name="T0" fmla="*/ 6 w 15"/>
                <a:gd name="T1" fmla="*/ 5 h 26"/>
                <a:gd name="T2" fmla="*/ 1 w 15"/>
                <a:gd name="T3" fmla="*/ 1 h 26"/>
                <a:gd name="T4" fmla="*/ 0 w 15"/>
                <a:gd name="T5" fmla="*/ 2 h 26"/>
                <a:gd name="T6" fmla="*/ 1 w 15"/>
                <a:gd name="T7" fmla="*/ 5 h 26"/>
                <a:gd name="T8" fmla="*/ 2 w 15"/>
                <a:gd name="T9" fmla="*/ 7 h 26"/>
                <a:gd name="T10" fmla="*/ 3 w 15"/>
                <a:gd name="T11" fmla="*/ 9 h 26"/>
                <a:gd name="T12" fmla="*/ 6 w 15"/>
                <a:gd name="T13" fmla="*/ 15 h 26"/>
                <a:gd name="T14" fmla="*/ 7 w 15"/>
                <a:gd name="T15" fmla="*/ 21 h 26"/>
                <a:gd name="T16" fmla="*/ 10 w 15"/>
                <a:gd name="T17" fmla="*/ 26 h 26"/>
                <a:gd name="T18" fmla="*/ 13 w 15"/>
                <a:gd name="T19" fmla="*/ 24 h 26"/>
                <a:gd name="T20" fmla="*/ 14 w 15"/>
                <a:gd name="T21" fmla="*/ 19 h 26"/>
                <a:gd name="T22" fmla="*/ 10 w 15"/>
                <a:gd name="T23" fmla="*/ 10 h 26"/>
                <a:gd name="T24" fmla="*/ 6 w 15"/>
                <a:gd name="T25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26">
                  <a:moveTo>
                    <a:pt x="6" y="5"/>
                  </a:moveTo>
                  <a:cubicBezTo>
                    <a:pt x="5" y="3"/>
                    <a:pt x="4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6"/>
                    <a:pt x="1" y="6"/>
                    <a:pt x="2" y="7"/>
                  </a:cubicBezTo>
                  <a:cubicBezTo>
                    <a:pt x="2" y="8"/>
                    <a:pt x="3" y="9"/>
                    <a:pt x="3" y="9"/>
                  </a:cubicBezTo>
                  <a:cubicBezTo>
                    <a:pt x="4" y="9"/>
                    <a:pt x="6" y="14"/>
                    <a:pt x="6" y="15"/>
                  </a:cubicBezTo>
                  <a:cubicBezTo>
                    <a:pt x="7" y="17"/>
                    <a:pt x="7" y="19"/>
                    <a:pt x="7" y="21"/>
                  </a:cubicBezTo>
                  <a:cubicBezTo>
                    <a:pt x="7" y="24"/>
                    <a:pt x="7" y="26"/>
                    <a:pt x="10" y="26"/>
                  </a:cubicBezTo>
                  <a:cubicBezTo>
                    <a:pt x="12" y="26"/>
                    <a:pt x="13" y="26"/>
                    <a:pt x="13" y="24"/>
                  </a:cubicBezTo>
                  <a:cubicBezTo>
                    <a:pt x="13" y="22"/>
                    <a:pt x="13" y="20"/>
                    <a:pt x="14" y="19"/>
                  </a:cubicBezTo>
                  <a:cubicBezTo>
                    <a:pt x="15" y="15"/>
                    <a:pt x="13" y="13"/>
                    <a:pt x="10" y="10"/>
                  </a:cubicBezTo>
                  <a:cubicBezTo>
                    <a:pt x="9" y="8"/>
                    <a:pt x="8" y="7"/>
                    <a:pt x="6" y="5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" name="Freeform 3703">
              <a:extLst>
                <a:ext uri="{FF2B5EF4-FFF2-40B4-BE49-F238E27FC236}">
                  <a16:creationId xmlns:a16="http://schemas.microsoft.com/office/drawing/2014/main" id="{014BBF8C-73D1-7B4A-861C-9CA167B18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597"/>
              <a:ext cx="3" cy="4"/>
            </a:xfrm>
            <a:custGeom>
              <a:avLst/>
              <a:gdLst>
                <a:gd name="T0" fmla="*/ 2 w 7"/>
                <a:gd name="T1" fmla="*/ 1 h 9"/>
                <a:gd name="T2" fmla="*/ 5 w 7"/>
                <a:gd name="T3" fmla="*/ 6 h 9"/>
                <a:gd name="T4" fmla="*/ 6 w 7"/>
                <a:gd name="T5" fmla="*/ 2 h 9"/>
                <a:gd name="T6" fmla="*/ 2 w 7"/>
                <a:gd name="T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9">
                  <a:moveTo>
                    <a:pt x="2" y="1"/>
                  </a:moveTo>
                  <a:cubicBezTo>
                    <a:pt x="0" y="3"/>
                    <a:pt x="2" y="9"/>
                    <a:pt x="5" y="6"/>
                  </a:cubicBezTo>
                  <a:cubicBezTo>
                    <a:pt x="6" y="5"/>
                    <a:pt x="7" y="4"/>
                    <a:pt x="6" y="2"/>
                  </a:cubicBezTo>
                  <a:cubicBezTo>
                    <a:pt x="5" y="1"/>
                    <a:pt x="4" y="0"/>
                    <a:pt x="2" y="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" name="Freeform 3704">
              <a:extLst>
                <a:ext uri="{FF2B5EF4-FFF2-40B4-BE49-F238E27FC236}">
                  <a16:creationId xmlns:a16="http://schemas.microsoft.com/office/drawing/2014/main" id="{56242703-378D-2E42-B9DF-018E68DA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574"/>
              <a:ext cx="3" cy="3"/>
            </a:xfrm>
            <a:custGeom>
              <a:avLst/>
              <a:gdLst>
                <a:gd name="T0" fmla="*/ 1 w 7"/>
                <a:gd name="T1" fmla="*/ 2 h 7"/>
                <a:gd name="T2" fmla="*/ 2 w 7"/>
                <a:gd name="T3" fmla="*/ 5 h 7"/>
                <a:gd name="T4" fmla="*/ 5 w 7"/>
                <a:gd name="T5" fmla="*/ 7 h 7"/>
                <a:gd name="T6" fmla="*/ 6 w 7"/>
                <a:gd name="T7" fmla="*/ 2 h 7"/>
                <a:gd name="T8" fmla="*/ 5 w 7"/>
                <a:gd name="T9" fmla="*/ 2 h 7"/>
                <a:gd name="T10" fmla="*/ 1 w 7"/>
                <a:gd name="T1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3" y="6"/>
                    <a:pt x="4" y="7"/>
                    <a:pt x="5" y="7"/>
                  </a:cubicBezTo>
                  <a:cubicBezTo>
                    <a:pt x="7" y="6"/>
                    <a:pt x="6" y="3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2" y="0"/>
                    <a:pt x="1" y="2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" name="Freeform 3705">
              <a:extLst>
                <a:ext uri="{FF2B5EF4-FFF2-40B4-BE49-F238E27FC236}">
                  <a16:creationId xmlns:a16="http://schemas.microsoft.com/office/drawing/2014/main" id="{D49AABF8-011B-284A-898D-A896720CF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577"/>
              <a:ext cx="5" cy="3"/>
            </a:xfrm>
            <a:custGeom>
              <a:avLst/>
              <a:gdLst>
                <a:gd name="T0" fmla="*/ 9 w 13"/>
                <a:gd name="T1" fmla="*/ 1 h 6"/>
                <a:gd name="T2" fmla="*/ 6 w 13"/>
                <a:gd name="T3" fmla="*/ 1 h 6"/>
                <a:gd name="T4" fmla="*/ 4 w 13"/>
                <a:gd name="T5" fmla="*/ 0 h 6"/>
                <a:gd name="T6" fmla="*/ 0 w 13"/>
                <a:gd name="T7" fmla="*/ 3 h 6"/>
                <a:gd name="T8" fmla="*/ 6 w 13"/>
                <a:gd name="T9" fmla="*/ 6 h 6"/>
                <a:gd name="T10" fmla="*/ 10 w 13"/>
                <a:gd name="T11" fmla="*/ 5 h 6"/>
                <a:gd name="T12" fmla="*/ 13 w 13"/>
                <a:gd name="T13" fmla="*/ 3 h 6"/>
                <a:gd name="T14" fmla="*/ 9 w 13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6">
                  <a:moveTo>
                    <a:pt x="9" y="1"/>
                  </a:moveTo>
                  <a:cubicBezTo>
                    <a:pt x="8" y="1"/>
                    <a:pt x="7" y="1"/>
                    <a:pt x="6" y="1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1" y="5"/>
                    <a:pt x="3" y="6"/>
                    <a:pt x="6" y="6"/>
                  </a:cubicBezTo>
                  <a:cubicBezTo>
                    <a:pt x="7" y="6"/>
                    <a:pt x="9" y="6"/>
                    <a:pt x="10" y="5"/>
                  </a:cubicBezTo>
                  <a:cubicBezTo>
                    <a:pt x="12" y="5"/>
                    <a:pt x="13" y="4"/>
                    <a:pt x="13" y="3"/>
                  </a:cubicBezTo>
                  <a:cubicBezTo>
                    <a:pt x="13" y="1"/>
                    <a:pt x="10" y="1"/>
                    <a:pt x="9" y="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" name="Freeform 3706">
              <a:extLst>
                <a:ext uri="{FF2B5EF4-FFF2-40B4-BE49-F238E27FC236}">
                  <a16:creationId xmlns:a16="http://schemas.microsoft.com/office/drawing/2014/main" id="{D0BF6E7C-162F-7242-98FA-D3298A121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580"/>
              <a:ext cx="7" cy="7"/>
            </a:xfrm>
            <a:custGeom>
              <a:avLst/>
              <a:gdLst>
                <a:gd name="T0" fmla="*/ 8 w 16"/>
                <a:gd name="T1" fmla="*/ 2 h 18"/>
                <a:gd name="T2" fmla="*/ 5 w 16"/>
                <a:gd name="T3" fmla="*/ 2 h 18"/>
                <a:gd name="T4" fmla="*/ 3 w 16"/>
                <a:gd name="T5" fmla="*/ 0 h 18"/>
                <a:gd name="T6" fmla="*/ 1 w 16"/>
                <a:gd name="T7" fmla="*/ 0 h 18"/>
                <a:gd name="T8" fmla="*/ 1 w 16"/>
                <a:gd name="T9" fmla="*/ 5 h 18"/>
                <a:gd name="T10" fmla="*/ 1 w 16"/>
                <a:gd name="T11" fmla="*/ 11 h 18"/>
                <a:gd name="T12" fmla="*/ 11 w 16"/>
                <a:gd name="T13" fmla="*/ 3 h 18"/>
                <a:gd name="T14" fmla="*/ 8 w 16"/>
                <a:gd name="T15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8">
                  <a:moveTo>
                    <a:pt x="8" y="2"/>
                  </a:moveTo>
                  <a:cubicBezTo>
                    <a:pt x="7" y="2"/>
                    <a:pt x="6" y="3"/>
                    <a:pt x="5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2"/>
                    <a:pt x="0" y="3"/>
                    <a:pt x="1" y="5"/>
                  </a:cubicBezTo>
                  <a:cubicBezTo>
                    <a:pt x="1" y="7"/>
                    <a:pt x="0" y="9"/>
                    <a:pt x="1" y="11"/>
                  </a:cubicBezTo>
                  <a:cubicBezTo>
                    <a:pt x="5" y="18"/>
                    <a:pt x="16" y="7"/>
                    <a:pt x="11" y="3"/>
                  </a:cubicBezTo>
                  <a:cubicBezTo>
                    <a:pt x="10" y="3"/>
                    <a:pt x="9" y="2"/>
                    <a:pt x="8" y="2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8" name="Freeform 3707">
              <a:extLst>
                <a:ext uri="{FF2B5EF4-FFF2-40B4-BE49-F238E27FC236}">
                  <a16:creationId xmlns:a16="http://schemas.microsoft.com/office/drawing/2014/main" id="{9434A474-8C7E-664C-8C1F-9EA692BF3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558"/>
              <a:ext cx="10" cy="5"/>
            </a:xfrm>
            <a:custGeom>
              <a:avLst/>
              <a:gdLst>
                <a:gd name="T0" fmla="*/ 6 w 25"/>
                <a:gd name="T1" fmla="*/ 4 h 13"/>
                <a:gd name="T2" fmla="*/ 7 w 25"/>
                <a:gd name="T3" fmla="*/ 6 h 13"/>
                <a:gd name="T4" fmla="*/ 9 w 25"/>
                <a:gd name="T5" fmla="*/ 7 h 13"/>
                <a:gd name="T6" fmla="*/ 10 w 25"/>
                <a:gd name="T7" fmla="*/ 8 h 13"/>
                <a:gd name="T8" fmla="*/ 12 w 25"/>
                <a:gd name="T9" fmla="*/ 8 h 13"/>
                <a:gd name="T10" fmla="*/ 16 w 25"/>
                <a:gd name="T11" fmla="*/ 10 h 13"/>
                <a:gd name="T12" fmla="*/ 17 w 25"/>
                <a:gd name="T13" fmla="*/ 12 h 13"/>
                <a:gd name="T14" fmla="*/ 23 w 25"/>
                <a:gd name="T15" fmla="*/ 13 h 13"/>
                <a:gd name="T16" fmla="*/ 23 w 25"/>
                <a:gd name="T17" fmla="*/ 8 h 13"/>
                <a:gd name="T18" fmla="*/ 19 w 25"/>
                <a:gd name="T19" fmla="*/ 7 h 13"/>
                <a:gd name="T20" fmla="*/ 17 w 25"/>
                <a:gd name="T21" fmla="*/ 5 h 13"/>
                <a:gd name="T22" fmla="*/ 15 w 25"/>
                <a:gd name="T23" fmla="*/ 4 h 13"/>
                <a:gd name="T24" fmla="*/ 10 w 25"/>
                <a:gd name="T25" fmla="*/ 3 h 13"/>
                <a:gd name="T26" fmla="*/ 4 w 25"/>
                <a:gd name="T27" fmla="*/ 0 h 13"/>
                <a:gd name="T28" fmla="*/ 2 w 25"/>
                <a:gd name="T29" fmla="*/ 2 h 13"/>
                <a:gd name="T30" fmla="*/ 6 w 25"/>
                <a:gd name="T31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13">
                  <a:moveTo>
                    <a:pt x="6" y="4"/>
                  </a:moveTo>
                  <a:cubicBezTo>
                    <a:pt x="6" y="5"/>
                    <a:pt x="6" y="5"/>
                    <a:pt x="7" y="6"/>
                  </a:cubicBezTo>
                  <a:cubicBezTo>
                    <a:pt x="7" y="6"/>
                    <a:pt x="8" y="7"/>
                    <a:pt x="9" y="7"/>
                  </a:cubicBezTo>
                  <a:cubicBezTo>
                    <a:pt x="9" y="7"/>
                    <a:pt x="10" y="8"/>
                    <a:pt x="10" y="8"/>
                  </a:cubicBezTo>
                  <a:cubicBezTo>
                    <a:pt x="11" y="8"/>
                    <a:pt x="12" y="8"/>
                    <a:pt x="12" y="8"/>
                  </a:cubicBezTo>
                  <a:cubicBezTo>
                    <a:pt x="13" y="9"/>
                    <a:pt x="15" y="9"/>
                    <a:pt x="16" y="10"/>
                  </a:cubicBezTo>
                  <a:cubicBezTo>
                    <a:pt x="16" y="10"/>
                    <a:pt x="17" y="11"/>
                    <a:pt x="17" y="12"/>
                  </a:cubicBezTo>
                  <a:cubicBezTo>
                    <a:pt x="18" y="13"/>
                    <a:pt x="22" y="13"/>
                    <a:pt x="23" y="13"/>
                  </a:cubicBezTo>
                  <a:cubicBezTo>
                    <a:pt x="24" y="12"/>
                    <a:pt x="25" y="9"/>
                    <a:pt x="23" y="8"/>
                  </a:cubicBezTo>
                  <a:cubicBezTo>
                    <a:pt x="22" y="7"/>
                    <a:pt x="20" y="8"/>
                    <a:pt x="19" y="7"/>
                  </a:cubicBezTo>
                  <a:cubicBezTo>
                    <a:pt x="18" y="7"/>
                    <a:pt x="18" y="6"/>
                    <a:pt x="17" y="5"/>
                  </a:cubicBezTo>
                  <a:cubicBezTo>
                    <a:pt x="17" y="5"/>
                    <a:pt x="16" y="4"/>
                    <a:pt x="15" y="4"/>
                  </a:cubicBezTo>
                  <a:cubicBezTo>
                    <a:pt x="13" y="3"/>
                    <a:pt x="12" y="3"/>
                    <a:pt x="10" y="3"/>
                  </a:cubicBezTo>
                  <a:cubicBezTo>
                    <a:pt x="8" y="3"/>
                    <a:pt x="6" y="1"/>
                    <a:pt x="4" y="0"/>
                  </a:cubicBezTo>
                  <a:cubicBezTo>
                    <a:pt x="3" y="0"/>
                    <a:pt x="0" y="1"/>
                    <a:pt x="2" y="2"/>
                  </a:cubicBezTo>
                  <a:cubicBezTo>
                    <a:pt x="3" y="3"/>
                    <a:pt x="5" y="3"/>
                    <a:pt x="6" y="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9" name="Freeform 3708">
              <a:extLst>
                <a:ext uri="{FF2B5EF4-FFF2-40B4-BE49-F238E27FC236}">
                  <a16:creationId xmlns:a16="http://schemas.microsoft.com/office/drawing/2014/main" id="{37F5F2A7-ECDF-F241-8F72-77A552ED0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530"/>
              <a:ext cx="7" cy="6"/>
            </a:xfrm>
            <a:custGeom>
              <a:avLst/>
              <a:gdLst>
                <a:gd name="T0" fmla="*/ 13 w 16"/>
                <a:gd name="T1" fmla="*/ 6 h 14"/>
                <a:gd name="T2" fmla="*/ 13 w 16"/>
                <a:gd name="T3" fmla="*/ 2 h 14"/>
                <a:gd name="T4" fmla="*/ 9 w 16"/>
                <a:gd name="T5" fmla="*/ 0 h 14"/>
                <a:gd name="T6" fmla="*/ 7 w 16"/>
                <a:gd name="T7" fmla="*/ 7 h 14"/>
                <a:gd name="T8" fmla="*/ 1 w 16"/>
                <a:gd name="T9" fmla="*/ 7 h 14"/>
                <a:gd name="T10" fmla="*/ 3 w 16"/>
                <a:gd name="T11" fmla="*/ 11 h 14"/>
                <a:gd name="T12" fmla="*/ 8 w 16"/>
                <a:gd name="T13" fmla="*/ 13 h 14"/>
                <a:gd name="T14" fmla="*/ 11 w 16"/>
                <a:gd name="T15" fmla="*/ 14 h 14"/>
                <a:gd name="T16" fmla="*/ 16 w 16"/>
                <a:gd name="T17" fmla="*/ 10 h 14"/>
                <a:gd name="T18" fmla="*/ 13 w 16"/>
                <a:gd name="T19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4">
                  <a:moveTo>
                    <a:pt x="13" y="6"/>
                  </a:moveTo>
                  <a:cubicBezTo>
                    <a:pt x="12" y="5"/>
                    <a:pt x="13" y="4"/>
                    <a:pt x="13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6" y="1"/>
                    <a:pt x="9" y="5"/>
                    <a:pt x="7" y="7"/>
                  </a:cubicBezTo>
                  <a:cubicBezTo>
                    <a:pt x="5" y="8"/>
                    <a:pt x="2" y="6"/>
                    <a:pt x="1" y="7"/>
                  </a:cubicBezTo>
                  <a:cubicBezTo>
                    <a:pt x="0" y="9"/>
                    <a:pt x="2" y="11"/>
                    <a:pt x="3" y="11"/>
                  </a:cubicBezTo>
                  <a:cubicBezTo>
                    <a:pt x="5" y="12"/>
                    <a:pt x="6" y="12"/>
                    <a:pt x="8" y="13"/>
                  </a:cubicBezTo>
                  <a:cubicBezTo>
                    <a:pt x="9" y="14"/>
                    <a:pt x="9" y="14"/>
                    <a:pt x="11" y="14"/>
                  </a:cubicBezTo>
                  <a:cubicBezTo>
                    <a:pt x="13" y="14"/>
                    <a:pt x="16" y="13"/>
                    <a:pt x="16" y="10"/>
                  </a:cubicBezTo>
                  <a:cubicBezTo>
                    <a:pt x="15" y="9"/>
                    <a:pt x="13" y="8"/>
                    <a:pt x="13" y="6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0" name="Freeform 3709">
              <a:extLst>
                <a:ext uri="{FF2B5EF4-FFF2-40B4-BE49-F238E27FC236}">
                  <a16:creationId xmlns:a16="http://schemas.microsoft.com/office/drawing/2014/main" id="{699676EF-D475-3844-80C9-6F1F195EE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537"/>
              <a:ext cx="4" cy="3"/>
            </a:xfrm>
            <a:custGeom>
              <a:avLst/>
              <a:gdLst>
                <a:gd name="T0" fmla="*/ 1 w 10"/>
                <a:gd name="T1" fmla="*/ 4 h 8"/>
                <a:gd name="T2" fmla="*/ 8 w 10"/>
                <a:gd name="T3" fmla="*/ 5 h 8"/>
                <a:gd name="T4" fmla="*/ 1 w 10"/>
                <a:gd name="T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8">
                  <a:moveTo>
                    <a:pt x="1" y="4"/>
                  </a:moveTo>
                  <a:cubicBezTo>
                    <a:pt x="0" y="8"/>
                    <a:pt x="6" y="8"/>
                    <a:pt x="8" y="5"/>
                  </a:cubicBezTo>
                  <a:cubicBezTo>
                    <a:pt x="10" y="2"/>
                    <a:pt x="2" y="0"/>
                    <a:pt x="1" y="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" name="Freeform 3710">
              <a:extLst>
                <a:ext uri="{FF2B5EF4-FFF2-40B4-BE49-F238E27FC236}">
                  <a16:creationId xmlns:a16="http://schemas.microsoft.com/office/drawing/2014/main" id="{138B0CD1-CDC3-3D41-97A5-F587C9D68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536"/>
              <a:ext cx="8" cy="9"/>
            </a:xfrm>
            <a:custGeom>
              <a:avLst/>
              <a:gdLst>
                <a:gd name="T0" fmla="*/ 1 w 19"/>
                <a:gd name="T1" fmla="*/ 3 h 21"/>
                <a:gd name="T2" fmla="*/ 2 w 19"/>
                <a:gd name="T3" fmla="*/ 7 h 21"/>
                <a:gd name="T4" fmla="*/ 7 w 19"/>
                <a:gd name="T5" fmla="*/ 9 h 21"/>
                <a:gd name="T6" fmla="*/ 19 w 19"/>
                <a:gd name="T7" fmla="*/ 17 h 21"/>
                <a:gd name="T8" fmla="*/ 16 w 19"/>
                <a:gd name="T9" fmla="*/ 12 h 21"/>
                <a:gd name="T10" fmla="*/ 15 w 19"/>
                <a:gd name="T11" fmla="*/ 8 h 21"/>
                <a:gd name="T12" fmla="*/ 13 w 19"/>
                <a:gd name="T13" fmla="*/ 4 h 21"/>
                <a:gd name="T14" fmla="*/ 8 w 19"/>
                <a:gd name="T15" fmla="*/ 2 h 21"/>
                <a:gd name="T16" fmla="*/ 4 w 19"/>
                <a:gd name="T17" fmla="*/ 1 h 21"/>
                <a:gd name="T18" fmla="*/ 1 w 19"/>
                <a:gd name="T1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21">
                  <a:moveTo>
                    <a:pt x="1" y="3"/>
                  </a:moveTo>
                  <a:cubicBezTo>
                    <a:pt x="0" y="4"/>
                    <a:pt x="1" y="6"/>
                    <a:pt x="2" y="7"/>
                  </a:cubicBezTo>
                  <a:cubicBezTo>
                    <a:pt x="4" y="8"/>
                    <a:pt x="5" y="8"/>
                    <a:pt x="7" y="9"/>
                  </a:cubicBezTo>
                  <a:cubicBezTo>
                    <a:pt x="8" y="10"/>
                    <a:pt x="18" y="21"/>
                    <a:pt x="19" y="17"/>
                  </a:cubicBezTo>
                  <a:cubicBezTo>
                    <a:pt x="19" y="15"/>
                    <a:pt x="17" y="14"/>
                    <a:pt x="16" y="12"/>
                  </a:cubicBezTo>
                  <a:cubicBezTo>
                    <a:pt x="16" y="11"/>
                    <a:pt x="16" y="9"/>
                    <a:pt x="15" y="8"/>
                  </a:cubicBezTo>
                  <a:cubicBezTo>
                    <a:pt x="15" y="6"/>
                    <a:pt x="14" y="4"/>
                    <a:pt x="13" y="4"/>
                  </a:cubicBezTo>
                  <a:cubicBezTo>
                    <a:pt x="11" y="3"/>
                    <a:pt x="10" y="3"/>
                    <a:pt x="8" y="2"/>
                  </a:cubicBezTo>
                  <a:cubicBezTo>
                    <a:pt x="7" y="2"/>
                    <a:pt x="6" y="1"/>
                    <a:pt x="4" y="1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2" name="Freeform 3711">
              <a:extLst>
                <a:ext uri="{FF2B5EF4-FFF2-40B4-BE49-F238E27FC236}">
                  <a16:creationId xmlns:a16="http://schemas.microsoft.com/office/drawing/2014/main" id="{DD3544B2-6C8F-B240-9619-86C807BE3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538"/>
              <a:ext cx="14" cy="8"/>
            </a:xfrm>
            <a:custGeom>
              <a:avLst/>
              <a:gdLst>
                <a:gd name="T0" fmla="*/ 31 w 34"/>
                <a:gd name="T1" fmla="*/ 8 h 20"/>
                <a:gd name="T2" fmla="*/ 24 w 34"/>
                <a:gd name="T3" fmla="*/ 8 h 20"/>
                <a:gd name="T4" fmla="*/ 17 w 34"/>
                <a:gd name="T5" fmla="*/ 6 h 20"/>
                <a:gd name="T6" fmla="*/ 10 w 34"/>
                <a:gd name="T7" fmla="*/ 2 h 20"/>
                <a:gd name="T8" fmla="*/ 6 w 34"/>
                <a:gd name="T9" fmla="*/ 1 h 20"/>
                <a:gd name="T10" fmla="*/ 3 w 34"/>
                <a:gd name="T11" fmla="*/ 0 h 20"/>
                <a:gd name="T12" fmla="*/ 5 w 34"/>
                <a:gd name="T13" fmla="*/ 4 h 20"/>
                <a:gd name="T14" fmla="*/ 5 w 34"/>
                <a:gd name="T15" fmla="*/ 6 h 20"/>
                <a:gd name="T16" fmla="*/ 12 w 34"/>
                <a:gd name="T17" fmla="*/ 17 h 20"/>
                <a:gd name="T18" fmla="*/ 21 w 34"/>
                <a:gd name="T19" fmla="*/ 18 h 20"/>
                <a:gd name="T20" fmla="*/ 25 w 34"/>
                <a:gd name="T21" fmla="*/ 19 h 20"/>
                <a:gd name="T22" fmla="*/ 30 w 34"/>
                <a:gd name="T23" fmla="*/ 19 h 20"/>
                <a:gd name="T24" fmla="*/ 34 w 34"/>
                <a:gd name="T25" fmla="*/ 18 h 20"/>
                <a:gd name="T26" fmla="*/ 33 w 34"/>
                <a:gd name="T27" fmla="*/ 15 h 20"/>
                <a:gd name="T28" fmla="*/ 31 w 34"/>
                <a:gd name="T2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20">
                  <a:moveTo>
                    <a:pt x="31" y="8"/>
                  </a:moveTo>
                  <a:cubicBezTo>
                    <a:pt x="29" y="7"/>
                    <a:pt x="26" y="8"/>
                    <a:pt x="24" y="8"/>
                  </a:cubicBezTo>
                  <a:cubicBezTo>
                    <a:pt x="22" y="7"/>
                    <a:pt x="19" y="6"/>
                    <a:pt x="17" y="6"/>
                  </a:cubicBezTo>
                  <a:cubicBezTo>
                    <a:pt x="15" y="5"/>
                    <a:pt x="12" y="3"/>
                    <a:pt x="10" y="2"/>
                  </a:cubicBezTo>
                  <a:cubicBezTo>
                    <a:pt x="9" y="2"/>
                    <a:pt x="7" y="2"/>
                    <a:pt x="6" y="1"/>
                  </a:cubicBezTo>
                  <a:cubicBezTo>
                    <a:pt x="5" y="1"/>
                    <a:pt x="5" y="0"/>
                    <a:pt x="3" y="0"/>
                  </a:cubicBezTo>
                  <a:cubicBezTo>
                    <a:pt x="0" y="0"/>
                    <a:pt x="4" y="3"/>
                    <a:pt x="5" y="4"/>
                  </a:cubicBezTo>
                  <a:cubicBezTo>
                    <a:pt x="5" y="5"/>
                    <a:pt x="5" y="5"/>
                    <a:pt x="5" y="6"/>
                  </a:cubicBezTo>
                  <a:cubicBezTo>
                    <a:pt x="5" y="11"/>
                    <a:pt x="8" y="15"/>
                    <a:pt x="12" y="17"/>
                  </a:cubicBezTo>
                  <a:cubicBezTo>
                    <a:pt x="15" y="18"/>
                    <a:pt x="18" y="18"/>
                    <a:pt x="21" y="18"/>
                  </a:cubicBezTo>
                  <a:cubicBezTo>
                    <a:pt x="22" y="18"/>
                    <a:pt x="23" y="19"/>
                    <a:pt x="25" y="19"/>
                  </a:cubicBezTo>
                  <a:cubicBezTo>
                    <a:pt x="26" y="19"/>
                    <a:pt x="28" y="20"/>
                    <a:pt x="30" y="19"/>
                  </a:cubicBezTo>
                  <a:cubicBezTo>
                    <a:pt x="31" y="19"/>
                    <a:pt x="34" y="19"/>
                    <a:pt x="34" y="18"/>
                  </a:cubicBezTo>
                  <a:cubicBezTo>
                    <a:pt x="34" y="17"/>
                    <a:pt x="33" y="16"/>
                    <a:pt x="33" y="15"/>
                  </a:cubicBezTo>
                  <a:cubicBezTo>
                    <a:pt x="32" y="13"/>
                    <a:pt x="33" y="10"/>
                    <a:pt x="31" y="8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3" name="Freeform 3712">
              <a:extLst>
                <a:ext uri="{FF2B5EF4-FFF2-40B4-BE49-F238E27FC236}">
                  <a16:creationId xmlns:a16="http://schemas.microsoft.com/office/drawing/2014/main" id="{41C9A145-7AB2-AC4E-8416-8655DE45B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529"/>
              <a:ext cx="7" cy="7"/>
            </a:xfrm>
            <a:custGeom>
              <a:avLst/>
              <a:gdLst>
                <a:gd name="T0" fmla="*/ 2 w 17"/>
                <a:gd name="T1" fmla="*/ 4 h 18"/>
                <a:gd name="T2" fmla="*/ 5 w 17"/>
                <a:gd name="T3" fmla="*/ 7 h 18"/>
                <a:gd name="T4" fmla="*/ 7 w 17"/>
                <a:gd name="T5" fmla="*/ 10 h 18"/>
                <a:gd name="T6" fmla="*/ 9 w 17"/>
                <a:gd name="T7" fmla="*/ 13 h 18"/>
                <a:gd name="T8" fmla="*/ 11 w 17"/>
                <a:gd name="T9" fmla="*/ 16 h 18"/>
                <a:gd name="T10" fmla="*/ 15 w 17"/>
                <a:gd name="T11" fmla="*/ 18 h 18"/>
                <a:gd name="T12" fmla="*/ 15 w 17"/>
                <a:gd name="T13" fmla="*/ 15 h 18"/>
                <a:gd name="T14" fmla="*/ 12 w 17"/>
                <a:gd name="T15" fmla="*/ 12 h 18"/>
                <a:gd name="T16" fmla="*/ 9 w 17"/>
                <a:gd name="T17" fmla="*/ 9 h 18"/>
                <a:gd name="T18" fmla="*/ 6 w 17"/>
                <a:gd name="T19" fmla="*/ 4 h 18"/>
                <a:gd name="T20" fmla="*/ 3 w 17"/>
                <a:gd name="T21" fmla="*/ 1 h 18"/>
                <a:gd name="T22" fmla="*/ 0 w 17"/>
                <a:gd name="T23" fmla="*/ 1 h 18"/>
                <a:gd name="T24" fmla="*/ 2 w 17"/>
                <a:gd name="T25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8">
                  <a:moveTo>
                    <a:pt x="2" y="4"/>
                  </a:moveTo>
                  <a:cubicBezTo>
                    <a:pt x="3" y="5"/>
                    <a:pt x="4" y="6"/>
                    <a:pt x="5" y="7"/>
                  </a:cubicBezTo>
                  <a:cubicBezTo>
                    <a:pt x="6" y="8"/>
                    <a:pt x="7" y="9"/>
                    <a:pt x="7" y="10"/>
                  </a:cubicBezTo>
                  <a:cubicBezTo>
                    <a:pt x="8" y="11"/>
                    <a:pt x="8" y="12"/>
                    <a:pt x="9" y="13"/>
                  </a:cubicBezTo>
                  <a:cubicBezTo>
                    <a:pt x="9" y="13"/>
                    <a:pt x="10" y="15"/>
                    <a:pt x="11" y="16"/>
                  </a:cubicBezTo>
                  <a:cubicBezTo>
                    <a:pt x="12" y="17"/>
                    <a:pt x="14" y="18"/>
                    <a:pt x="15" y="18"/>
                  </a:cubicBezTo>
                  <a:cubicBezTo>
                    <a:pt x="17" y="18"/>
                    <a:pt x="16" y="16"/>
                    <a:pt x="15" y="15"/>
                  </a:cubicBezTo>
                  <a:cubicBezTo>
                    <a:pt x="14" y="14"/>
                    <a:pt x="13" y="13"/>
                    <a:pt x="12" y="12"/>
                  </a:cubicBezTo>
                  <a:cubicBezTo>
                    <a:pt x="11" y="11"/>
                    <a:pt x="10" y="10"/>
                    <a:pt x="9" y="9"/>
                  </a:cubicBezTo>
                  <a:cubicBezTo>
                    <a:pt x="8" y="7"/>
                    <a:pt x="7" y="6"/>
                    <a:pt x="6" y="4"/>
                  </a:cubicBezTo>
                  <a:cubicBezTo>
                    <a:pt x="5" y="3"/>
                    <a:pt x="4" y="1"/>
                    <a:pt x="3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2"/>
                    <a:pt x="2" y="3"/>
                    <a:pt x="2" y="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4" name="Freeform 3713">
              <a:extLst>
                <a:ext uri="{FF2B5EF4-FFF2-40B4-BE49-F238E27FC236}">
                  <a16:creationId xmlns:a16="http://schemas.microsoft.com/office/drawing/2014/main" id="{513D238C-6E88-534F-BA8F-3085FEC46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513"/>
              <a:ext cx="3" cy="3"/>
            </a:xfrm>
            <a:custGeom>
              <a:avLst/>
              <a:gdLst>
                <a:gd name="T0" fmla="*/ 5 w 7"/>
                <a:gd name="T1" fmla="*/ 4 h 6"/>
                <a:gd name="T2" fmla="*/ 6 w 7"/>
                <a:gd name="T3" fmla="*/ 4 h 6"/>
                <a:gd name="T4" fmla="*/ 6 w 7"/>
                <a:gd name="T5" fmla="*/ 1 h 6"/>
                <a:gd name="T6" fmla="*/ 1 w 7"/>
                <a:gd name="T7" fmla="*/ 1 h 6"/>
                <a:gd name="T8" fmla="*/ 0 w 7"/>
                <a:gd name="T9" fmla="*/ 4 h 6"/>
                <a:gd name="T10" fmla="*/ 5 w 7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5" y="4"/>
                  </a:moveTo>
                  <a:cubicBezTo>
                    <a:pt x="6" y="4"/>
                    <a:pt x="6" y="5"/>
                    <a:pt x="6" y="4"/>
                  </a:cubicBezTo>
                  <a:cubicBezTo>
                    <a:pt x="7" y="3"/>
                    <a:pt x="6" y="1"/>
                    <a:pt x="6" y="1"/>
                  </a:cubicBezTo>
                  <a:cubicBezTo>
                    <a:pt x="5" y="1"/>
                    <a:pt x="2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6"/>
                    <a:pt x="4" y="5"/>
                    <a:pt x="5" y="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5" name="Freeform 3714">
              <a:extLst>
                <a:ext uri="{FF2B5EF4-FFF2-40B4-BE49-F238E27FC236}">
                  <a16:creationId xmlns:a16="http://schemas.microsoft.com/office/drawing/2014/main" id="{797ADA16-6E94-C849-A3DE-47AAB8C9F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509"/>
              <a:ext cx="6" cy="9"/>
            </a:xfrm>
            <a:custGeom>
              <a:avLst/>
              <a:gdLst>
                <a:gd name="T0" fmla="*/ 1 w 14"/>
                <a:gd name="T1" fmla="*/ 13 h 22"/>
                <a:gd name="T2" fmla="*/ 6 w 14"/>
                <a:gd name="T3" fmla="*/ 15 h 22"/>
                <a:gd name="T4" fmla="*/ 8 w 14"/>
                <a:gd name="T5" fmla="*/ 18 h 22"/>
                <a:gd name="T6" fmla="*/ 10 w 14"/>
                <a:gd name="T7" fmla="*/ 21 h 22"/>
                <a:gd name="T8" fmla="*/ 13 w 14"/>
                <a:gd name="T9" fmla="*/ 18 h 22"/>
                <a:gd name="T10" fmla="*/ 12 w 14"/>
                <a:gd name="T11" fmla="*/ 14 h 22"/>
                <a:gd name="T12" fmla="*/ 12 w 14"/>
                <a:gd name="T13" fmla="*/ 10 h 22"/>
                <a:gd name="T14" fmla="*/ 8 w 14"/>
                <a:gd name="T15" fmla="*/ 8 h 22"/>
                <a:gd name="T16" fmla="*/ 6 w 14"/>
                <a:gd name="T17" fmla="*/ 4 h 22"/>
                <a:gd name="T18" fmla="*/ 2 w 14"/>
                <a:gd name="T19" fmla="*/ 1 h 22"/>
                <a:gd name="T20" fmla="*/ 2 w 14"/>
                <a:gd name="T21" fmla="*/ 5 h 22"/>
                <a:gd name="T22" fmla="*/ 2 w 14"/>
                <a:gd name="T23" fmla="*/ 9 h 22"/>
                <a:gd name="T24" fmla="*/ 1 w 14"/>
                <a:gd name="T25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22">
                  <a:moveTo>
                    <a:pt x="1" y="13"/>
                  </a:moveTo>
                  <a:cubicBezTo>
                    <a:pt x="2" y="14"/>
                    <a:pt x="4" y="14"/>
                    <a:pt x="6" y="15"/>
                  </a:cubicBezTo>
                  <a:cubicBezTo>
                    <a:pt x="7" y="15"/>
                    <a:pt x="8" y="17"/>
                    <a:pt x="8" y="18"/>
                  </a:cubicBezTo>
                  <a:cubicBezTo>
                    <a:pt x="9" y="19"/>
                    <a:pt x="9" y="21"/>
                    <a:pt x="10" y="21"/>
                  </a:cubicBezTo>
                  <a:cubicBezTo>
                    <a:pt x="11" y="22"/>
                    <a:pt x="14" y="20"/>
                    <a:pt x="13" y="18"/>
                  </a:cubicBezTo>
                  <a:cubicBezTo>
                    <a:pt x="13" y="16"/>
                    <a:pt x="11" y="16"/>
                    <a:pt x="12" y="14"/>
                  </a:cubicBezTo>
                  <a:cubicBezTo>
                    <a:pt x="12" y="13"/>
                    <a:pt x="13" y="12"/>
                    <a:pt x="12" y="10"/>
                  </a:cubicBezTo>
                  <a:cubicBezTo>
                    <a:pt x="11" y="9"/>
                    <a:pt x="10" y="9"/>
                    <a:pt x="8" y="8"/>
                  </a:cubicBezTo>
                  <a:cubicBezTo>
                    <a:pt x="7" y="7"/>
                    <a:pt x="6" y="6"/>
                    <a:pt x="6" y="4"/>
                  </a:cubicBezTo>
                  <a:cubicBezTo>
                    <a:pt x="5" y="3"/>
                    <a:pt x="3" y="0"/>
                    <a:pt x="2" y="1"/>
                  </a:cubicBezTo>
                  <a:cubicBezTo>
                    <a:pt x="0" y="1"/>
                    <a:pt x="2" y="4"/>
                    <a:pt x="2" y="5"/>
                  </a:cubicBezTo>
                  <a:cubicBezTo>
                    <a:pt x="3" y="6"/>
                    <a:pt x="3" y="8"/>
                    <a:pt x="2" y="9"/>
                  </a:cubicBezTo>
                  <a:cubicBezTo>
                    <a:pt x="1" y="10"/>
                    <a:pt x="0" y="11"/>
                    <a:pt x="1" y="13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6" name="Freeform 3715">
              <a:extLst>
                <a:ext uri="{FF2B5EF4-FFF2-40B4-BE49-F238E27FC236}">
                  <a16:creationId xmlns:a16="http://schemas.microsoft.com/office/drawing/2014/main" id="{D484FB80-C757-864F-AADA-9D2DCBB2A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521"/>
              <a:ext cx="7" cy="4"/>
            </a:xfrm>
            <a:custGeom>
              <a:avLst/>
              <a:gdLst>
                <a:gd name="T0" fmla="*/ 1 w 17"/>
                <a:gd name="T1" fmla="*/ 5 h 12"/>
                <a:gd name="T2" fmla="*/ 8 w 17"/>
                <a:gd name="T3" fmla="*/ 10 h 12"/>
                <a:gd name="T4" fmla="*/ 13 w 17"/>
                <a:gd name="T5" fmla="*/ 11 h 12"/>
                <a:gd name="T6" fmla="*/ 15 w 17"/>
                <a:gd name="T7" fmla="*/ 6 h 12"/>
                <a:gd name="T8" fmla="*/ 9 w 17"/>
                <a:gd name="T9" fmla="*/ 4 h 12"/>
                <a:gd name="T10" fmla="*/ 6 w 17"/>
                <a:gd name="T11" fmla="*/ 1 h 12"/>
                <a:gd name="T12" fmla="*/ 1 w 17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2">
                  <a:moveTo>
                    <a:pt x="1" y="5"/>
                  </a:moveTo>
                  <a:cubicBezTo>
                    <a:pt x="3" y="7"/>
                    <a:pt x="6" y="8"/>
                    <a:pt x="8" y="10"/>
                  </a:cubicBezTo>
                  <a:cubicBezTo>
                    <a:pt x="9" y="11"/>
                    <a:pt x="11" y="12"/>
                    <a:pt x="13" y="11"/>
                  </a:cubicBezTo>
                  <a:cubicBezTo>
                    <a:pt x="15" y="11"/>
                    <a:pt x="17" y="8"/>
                    <a:pt x="15" y="6"/>
                  </a:cubicBezTo>
                  <a:cubicBezTo>
                    <a:pt x="14" y="5"/>
                    <a:pt x="10" y="6"/>
                    <a:pt x="9" y="4"/>
                  </a:cubicBezTo>
                  <a:cubicBezTo>
                    <a:pt x="8" y="3"/>
                    <a:pt x="8" y="1"/>
                    <a:pt x="6" y="1"/>
                  </a:cubicBezTo>
                  <a:cubicBezTo>
                    <a:pt x="4" y="0"/>
                    <a:pt x="0" y="2"/>
                    <a:pt x="1" y="5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7" name="Freeform 3716">
              <a:extLst>
                <a:ext uri="{FF2B5EF4-FFF2-40B4-BE49-F238E27FC236}">
                  <a16:creationId xmlns:a16="http://schemas.microsoft.com/office/drawing/2014/main" id="{AE1576C0-1F07-6A40-B2B7-BC27DB16F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1509"/>
              <a:ext cx="4" cy="3"/>
            </a:xfrm>
            <a:custGeom>
              <a:avLst/>
              <a:gdLst>
                <a:gd name="T0" fmla="*/ 6 w 10"/>
                <a:gd name="T1" fmla="*/ 6 h 7"/>
                <a:gd name="T2" fmla="*/ 3 w 10"/>
                <a:gd name="T3" fmla="*/ 0 h 7"/>
                <a:gd name="T4" fmla="*/ 3 w 10"/>
                <a:gd name="T5" fmla="*/ 3 h 7"/>
                <a:gd name="T6" fmla="*/ 6 w 10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7">
                  <a:moveTo>
                    <a:pt x="6" y="6"/>
                  </a:moveTo>
                  <a:cubicBezTo>
                    <a:pt x="10" y="4"/>
                    <a:pt x="7" y="0"/>
                    <a:pt x="3" y="0"/>
                  </a:cubicBezTo>
                  <a:cubicBezTo>
                    <a:pt x="0" y="0"/>
                    <a:pt x="2" y="2"/>
                    <a:pt x="3" y="3"/>
                  </a:cubicBezTo>
                  <a:cubicBezTo>
                    <a:pt x="4" y="5"/>
                    <a:pt x="4" y="7"/>
                    <a:pt x="6" y="6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alpha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8" name="Rectangle 3717">
              <a:extLst>
                <a:ext uri="{FF2B5EF4-FFF2-40B4-BE49-F238E27FC236}">
                  <a16:creationId xmlns:a16="http://schemas.microsoft.com/office/drawing/2014/main" id="{E90CAEE3-8CE2-9F47-95DC-86C0C9D0A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7" y="2089"/>
              <a:ext cx="1" cy="1"/>
            </a:xfrm>
            <a:prstGeom prst="rect">
              <a:avLst/>
            </a:prstGeom>
            <a:grpFill/>
            <a:ln w="3175" cap="rnd">
              <a:solidFill>
                <a:schemeClr val="bg1">
                  <a:alpha val="50000"/>
                </a:schemeClr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hthoek 13">
            <a:extLst>
              <a:ext uri="{FF2B5EF4-FFF2-40B4-BE49-F238E27FC236}">
                <a16:creationId xmlns:a16="http://schemas.microsoft.com/office/drawing/2014/main" id="{612240F9-A90B-2244-AA18-C027ADFBF5B7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Tijdelijke aanduiding voor verticale tekst 2">
            <a:extLst>
              <a:ext uri="{FF2B5EF4-FFF2-40B4-BE49-F238E27FC236}">
                <a16:creationId xmlns:a16="http://schemas.microsoft.com/office/drawing/2014/main" id="{1A9A78AC-A588-5142-BB08-9D67126D8039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1840" name="Content Placeholder 2">
            <a:extLst>
              <a:ext uri="{FF2B5EF4-FFF2-40B4-BE49-F238E27FC236}">
                <a16:creationId xmlns:a16="http://schemas.microsoft.com/office/drawing/2014/main" id="{196A5254-42A4-354A-8D2F-D58830565271}"/>
              </a:ext>
            </a:extLst>
          </p:cNvPr>
          <p:cNvSpPr txBox="1">
            <a:spLocks/>
          </p:cNvSpPr>
          <p:nvPr userDrawn="1"/>
        </p:nvSpPr>
        <p:spPr>
          <a:xfrm>
            <a:off x="1287505" y="2762667"/>
            <a:ext cx="2904215" cy="62800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000" b="0" i="0" kern="1200">
                <a:solidFill>
                  <a:schemeClr val="tx1"/>
                </a:solidFill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defRPr>
            </a:lvl1pPr>
            <a:lvl2pPr marL="447675" indent="-439738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75000"/>
              <a:buFontTx/>
              <a:buBlip>
                <a:blip r:embed="rId2"/>
              </a:buBlip>
              <a:tabLst/>
              <a:defRPr sz="2000" b="0" i="0" kern="1200">
                <a:solidFill>
                  <a:schemeClr val="tx1"/>
                </a:solidFill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defRPr>
            </a:lvl2pPr>
            <a:lvl3pPr marL="889000" indent="-441325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SzPct val="75000"/>
              <a:buFontTx/>
              <a:buBlip>
                <a:blip r:embed="rId2"/>
              </a:buBlip>
              <a:tabLst/>
              <a:defRPr sz="2000" b="0" i="0" kern="1200">
                <a:solidFill>
                  <a:schemeClr val="tx1"/>
                </a:solidFill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defRPr>
            </a:lvl3pPr>
            <a:lvl4pPr marL="1371600" indent="-1363663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tabLst/>
              <a:defRPr sz="2000" b="1" i="0" kern="1200">
                <a:solidFill>
                  <a:schemeClr val="tx1"/>
                </a:solidFill>
                <a:latin typeface="Segoe UI" panose="020B0502040204020203" pitchFamily="34" charset="0"/>
                <a:ea typeface="+mn-ea"/>
                <a:cs typeface="Segoe UI" panose="020B0502040204020203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chemeClr val="tx1"/>
                </a:solidFill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2" indent="0">
              <a:lnSpc>
                <a:spcPct val="160000"/>
              </a:lnSpc>
              <a:buFontTx/>
              <a:buNone/>
            </a:pPr>
            <a:r>
              <a:rPr lang="en-GB">
                <a:sym typeface="Wingdings" panose="05000000000000000000" pitchFamily="2" charset="2"/>
              </a:rPr>
              <a:t></a:t>
            </a:r>
            <a:r>
              <a:rPr lang="en-GB"/>
              <a:t> Hub   -   </a:t>
            </a:r>
            <a:r>
              <a:rPr lang="en-GB">
                <a:sym typeface="Wingdings" panose="05000000000000000000" pitchFamily="2" charset="2"/>
              </a:rPr>
              <a:t></a:t>
            </a:r>
            <a:r>
              <a:rPr lang="en-GB"/>
              <a:t> Spoke</a:t>
            </a:r>
          </a:p>
          <a:p>
            <a:endParaRPr lang="de-DE"/>
          </a:p>
        </p:txBody>
      </p:sp>
      <p:sp>
        <p:nvSpPr>
          <p:cNvPr id="1841" name="Rectangle 3">
            <a:extLst>
              <a:ext uri="{FF2B5EF4-FFF2-40B4-BE49-F238E27FC236}">
                <a16:creationId xmlns:a16="http://schemas.microsoft.com/office/drawing/2014/main" id="{21707049-5F08-4E42-9095-BBD02A80BC91}"/>
              </a:ext>
            </a:extLst>
          </p:cNvPr>
          <p:cNvSpPr/>
          <p:nvPr userDrawn="1"/>
        </p:nvSpPr>
        <p:spPr>
          <a:xfrm>
            <a:off x="1670951" y="3335752"/>
            <a:ext cx="2327919" cy="5200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2" indent="0" algn="l" defTabSz="914400" rtl="0" eaLnBrk="1" fontAlgn="auto" latinLnBrk="0" hangingPunct="1">
              <a:lnSpc>
                <a:spcPct val="16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0" i="0" u="none" strike="noStrike" kern="1200" cap="none" spc="0" normalizeH="0" baseline="0" noProof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Myriad Pro"/>
                <a:ea typeface="+mn-ea"/>
                <a:cs typeface="+mn-cs"/>
                <a:sym typeface="Wingdings" panose="05000000000000000000" pitchFamily="2" charset="2"/>
              </a:rPr>
              <a:t> </a:t>
            </a:r>
            <a:r>
              <a:rPr kumimoji="0" lang="en-GB" sz="2000" b="0" i="0" u="none" strike="noStrike" kern="1200" cap="none" spc="0" normalizeH="0" baseline="0" noProof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Myriad Pro"/>
                <a:ea typeface="+mn-ea"/>
                <a:cs typeface="+mn-cs"/>
              </a:rPr>
              <a:t>Joris Ide Group</a:t>
            </a:r>
          </a:p>
        </p:txBody>
      </p:sp>
      <p:sp>
        <p:nvSpPr>
          <p:cNvPr id="1886" name="Ovaal 46">
            <a:extLst>
              <a:ext uri="{FF2B5EF4-FFF2-40B4-BE49-F238E27FC236}">
                <a16:creationId xmlns:a16="http://schemas.microsoft.com/office/drawing/2014/main" id="{C6B33766-73D1-F74D-9517-FC1DD5CC55CF}"/>
              </a:ext>
            </a:extLst>
          </p:cNvPr>
          <p:cNvSpPr/>
          <p:nvPr userDrawn="1"/>
        </p:nvSpPr>
        <p:spPr>
          <a:xfrm rot="1397061">
            <a:off x="8392068" y="1145551"/>
            <a:ext cx="2928102" cy="3886819"/>
          </a:xfrm>
          <a:custGeom>
            <a:avLst/>
            <a:gdLst>
              <a:gd name="connsiteX0" fmla="*/ 0 w 2333138"/>
              <a:gd name="connsiteY0" fmla="*/ 1654815 h 3309629"/>
              <a:gd name="connsiteX1" fmla="*/ 1166569 w 2333138"/>
              <a:gd name="connsiteY1" fmla="*/ 0 h 3309629"/>
              <a:gd name="connsiteX2" fmla="*/ 2333138 w 2333138"/>
              <a:gd name="connsiteY2" fmla="*/ 1654815 h 3309629"/>
              <a:gd name="connsiteX3" fmla="*/ 1166569 w 2333138"/>
              <a:gd name="connsiteY3" fmla="*/ 3309630 h 3309629"/>
              <a:gd name="connsiteX4" fmla="*/ 0 w 2333138"/>
              <a:gd name="connsiteY4" fmla="*/ 1654815 h 3309629"/>
              <a:gd name="connsiteX0" fmla="*/ 1725 w 2334863"/>
              <a:gd name="connsiteY0" fmla="*/ 1654815 h 4126201"/>
              <a:gd name="connsiteX1" fmla="*/ 1168294 w 2334863"/>
              <a:gd name="connsiteY1" fmla="*/ 0 h 4126201"/>
              <a:gd name="connsiteX2" fmla="*/ 2334863 w 2334863"/>
              <a:gd name="connsiteY2" fmla="*/ 1654815 h 4126201"/>
              <a:gd name="connsiteX3" fmla="*/ 1389451 w 2334863"/>
              <a:gd name="connsiteY3" fmla="*/ 4126201 h 4126201"/>
              <a:gd name="connsiteX4" fmla="*/ 1725 w 2334863"/>
              <a:gd name="connsiteY4" fmla="*/ 1654815 h 4126201"/>
              <a:gd name="connsiteX0" fmla="*/ 127132 w 2460270"/>
              <a:gd name="connsiteY0" fmla="*/ 1691832 h 4163218"/>
              <a:gd name="connsiteX1" fmla="*/ 1293701 w 2460270"/>
              <a:gd name="connsiteY1" fmla="*/ 37017 h 4163218"/>
              <a:gd name="connsiteX2" fmla="*/ 2460270 w 2460270"/>
              <a:gd name="connsiteY2" fmla="*/ 1691832 h 4163218"/>
              <a:gd name="connsiteX3" fmla="*/ 1514858 w 2460270"/>
              <a:gd name="connsiteY3" fmla="*/ 4163218 h 4163218"/>
              <a:gd name="connsiteX4" fmla="*/ 127132 w 2460270"/>
              <a:gd name="connsiteY4" fmla="*/ 1691832 h 4163218"/>
              <a:gd name="connsiteX0" fmla="*/ 1300 w 2334438"/>
              <a:gd name="connsiteY0" fmla="*/ 1654815 h 4229286"/>
              <a:gd name="connsiteX1" fmla="*/ 1167869 w 2334438"/>
              <a:gd name="connsiteY1" fmla="*/ 0 h 4229286"/>
              <a:gd name="connsiteX2" fmla="*/ 2334438 w 2334438"/>
              <a:gd name="connsiteY2" fmla="*/ 1654815 h 4229286"/>
              <a:gd name="connsiteX3" fmla="*/ 1389026 w 2334438"/>
              <a:gd name="connsiteY3" fmla="*/ 4126201 h 4229286"/>
              <a:gd name="connsiteX4" fmla="*/ 947563 w 2334438"/>
              <a:gd name="connsiteY4" fmla="*/ 3554658 h 4229286"/>
              <a:gd name="connsiteX5" fmla="*/ 1300 w 2334438"/>
              <a:gd name="connsiteY5" fmla="*/ 1654815 h 4229286"/>
              <a:gd name="connsiteX0" fmla="*/ 71769 w 2404907"/>
              <a:gd name="connsiteY0" fmla="*/ 1654815 h 4229286"/>
              <a:gd name="connsiteX1" fmla="*/ 1238338 w 2404907"/>
              <a:gd name="connsiteY1" fmla="*/ 0 h 4229286"/>
              <a:gd name="connsiteX2" fmla="*/ 2404907 w 2404907"/>
              <a:gd name="connsiteY2" fmla="*/ 1654815 h 4229286"/>
              <a:gd name="connsiteX3" fmla="*/ 1459495 w 2404907"/>
              <a:gd name="connsiteY3" fmla="*/ 4126201 h 4229286"/>
              <a:gd name="connsiteX4" fmla="*/ 1018032 w 2404907"/>
              <a:gd name="connsiteY4" fmla="*/ 3554658 h 4229286"/>
              <a:gd name="connsiteX5" fmla="*/ 71769 w 2404907"/>
              <a:gd name="connsiteY5" fmla="*/ 1654815 h 4229286"/>
              <a:gd name="connsiteX0" fmla="*/ 210701 w 2543839"/>
              <a:gd name="connsiteY0" fmla="*/ 1654815 h 4209013"/>
              <a:gd name="connsiteX1" fmla="*/ 1377270 w 2543839"/>
              <a:gd name="connsiteY1" fmla="*/ 0 h 4209013"/>
              <a:gd name="connsiteX2" fmla="*/ 2543839 w 2543839"/>
              <a:gd name="connsiteY2" fmla="*/ 1654815 h 4209013"/>
              <a:gd name="connsiteX3" fmla="*/ 1598427 w 2543839"/>
              <a:gd name="connsiteY3" fmla="*/ 4126201 h 4209013"/>
              <a:gd name="connsiteX4" fmla="*/ 1156964 w 2543839"/>
              <a:gd name="connsiteY4" fmla="*/ 3554658 h 4209013"/>
              <a:gd name="connsiteX5" fmla="*/ 86818 w 2543839"/>
              <a:gd name="connsiteY5" fmla="*/ 3791904 h 4209013"/>
              <a:gd name="connsiteX6" fmla="*/ 210701 w 2543839"/>
              <a:gd name="connsiteY6" fmla="*/ 1654815 h 4209013"/>
              <a:gd name="connsiteX0" fmla="*/ 178153 w 2511291"/>
              <a:gd name="connsiteY0" fmla="*/ 1654815 h 4209013"/>
              <a:gd name="connsiteX1" fmla="*/ 1344722 w 2511291"/>
              <a:gd name="connsiteY1" fmla="*/ 0 h 4209013"/>
              <a:gd name="connsiteX2" fmla="*/ 2511291 w 2511291"/>
              <a:gd name="connsiteY2" fmla="*/ 1654815 h 4209013"/>
              <a:gd name="connsiteX3" fmla="*/ 1565879 w 2511291"/>
              <a:gd name="connsiteY3" fmla="*/ 4126201 h 4209013"/>
              <a:gd name="connsiteX4" fmla="*/ 1124416 w 2511291"/>
              <a:gd name="connsiteY4" fmla="*/ 3554658 h 4209013"/>
              <a:gd name="connsiteX5" fmla="*/ 54270 w 2511291"/>
              <a:gd name="connsiteY5" fmla="*/ 3791904 h 4209013"/>
              <a:gd name="connsiteX6" fmla="*/ 276566 w 2511291"/>
              <a:gd name="connsiteY6" fmla="*/ 3119423 h 4209013"/>
              <a:gd name="connsiteX7" fmla="*/ 178153 w 2511291"/>
              <a:gd name="connsiteY7" fmla="*/ 1654815 h 4209013"/>
              <a:gd name="connsiteX0" fmla="*/ 260213 w 2593351"/>
              <a:gd name="connsiteY0" fmla="*/ 1654815 h 4209013"/>
              <a:gd name="connsiteX1" fmla="*/ 1426782 w 2593351"/>
              <a:gd name="connsiteY1" fmla="*/ 0 h 4209013"/>
              <a:gd name="connsiteX2" fmla="*/ 2593351 w 2593351"/>
              <a:gd name="connsiteY2" fmla="*/ 1654815 h 4209013"/>
              <a:gd name="connsiteX3" fmla="*/ 1647939 w 2593351"/>
              <a:gd name="connsiteY3" fmla="*/ 4126201 h 4209013"/>
              <a:gd name="connsiteX4" fmla="*/ 1206476 w 2593351"/>
              <a:gd name="connsiteY4" fmla="*/ 3554658 h 4209013"/>
              <a:gd name="connsiteX5" fmla="*/ 136330 w 2593351"/>
              <a:gd name="connsiteY5" fmla="*/ 3791904 h 4209013"/>
              <a:gd name="connsiteX6" fmla="*/ 358626 w 2593351"/>
              <a:gd name="connsiteY6" fmla="*/ 3119423 h 4209013"/>
              <a:gd name="connsiteX7" fmla="*/ 3415 w 2593351"/>
              <a:gd name="connsiteY7" fmla="*/ 2704771 h 4209013"/>
              <a:gd name="connsiteX8" fmla="*/ 260213 w 2593351"/>
              <a:gd name="connsiteY8" fmla="*/ 1654815 h 4209013"/>
              <a:gd name="connsiteX0" fmla="*/ 504687 w 2590617"/>
              <a:gd name="connsiteY0" fmla="*/ 1884698 h 4210353"/>
              <a:gd name="connsiteX1" fmla="*/ 1424048 w 2590617"/>
              <a:gd name="connsiteY1" fmla="*/ 1340 h 4210353"/>
              <a:gd name="connsiteX2" fmla="*/ 2590617 w 2590617"/>
              <a:gd name="connsiteY2" fmla="*/ 1656155 h 4210353"/>
              <a:gd name="connsiteX3" fmla="*/ 1645205 w 2590617"/>
              <a:gd name="connsiteY3" fmla="*/ 4127541 h 4210353"/>
              <a:gd name="connsiteX4" fmla="*/ 1203742 w 2590617"/>
              <a:gd name="connsiteY4" fmla="*/ 3555998 h 4210353"/>
              <a:gd name="connsiteX5" fmla="*/ 133596 w 2590617"/>
              <a:gd name="connsiteY5" fmla="*/ 3793244 h 4210353"/>
              <a:gd name="connsiteX6" fmla="*/ 355892 w 2590617"/>
              <a:gd name="connsiteY6" fmla="*/ 3120763 h 4210353"/>
              <a:gd name="connsiteX7" fmla="*/ 681 w 2590617"/>
              <a:gd name="connsiteY7" fmla="*/ 2706111 h 4210353"/>
              <a:gd name="connsiteX8" fmla="*/ 504687 w 2590617"/>
              <a:gd name="connsiteY8" fmla="*/ 1884698 h 4210353"/>
              <a:gd name="connsiteX0" fmla="*/ 504441 w 2590371"/>
              <a:gd name="connsiteY0" fmla="*/ 1891953 h 4217608"/>
              <a:gd name="connsiteX1" fmla="*/ 401910 w 2590371"/>
              <a:gd name="connsiteY1" fmla="*/ 1052029 h 4217608"/>
              <a:gd name="connsiteX2" fmla="*/ 1423802 w 2590371"/>
              <a:gd name="connsiteY2" fmla="*/ 8595 h 4217608"/>
              <a:gd name="connsiteX3" fmla="*/ 2590371 w 2590371"/>
              <a:gd name="connsiteY3" fmla="*/ 1663410 h 4217608"/>
              <a:gd name="connsiteX4" fmla="*/ 1644959 w 2590371"/>
              <a:gd name="connsiteY4" fmla="*/ 4134796 h 4217608"/>
              <a:gd name="connsiteX5" fmla="*/ 1203496 w 2590371"/>
              <a:gd name="connsiteY5" fmla="*/ 3563253 h 4217608"/>
              <a:gd name="connsiteX6" fmla="*/ 133350 w 2590371"/>
              <a:gd name="connsiteY6" fmla="*/ 3800499 h 4217608"/>
              <a:gd name="connsiteX7" fmla="*/ 355646 w 2590371"/>
              <a:gd name="connsiteY7" fmla="*/ 3128018 h 4217608"/>
              <a:gd name="connsiteX8" fmla="*/ 435 w 2590371"/>
              <a:gd name="connsiteY8" fmla="*/ 2713366 h 4217608"/>
              <a:gd name="connsiteX9" fmla="*/ 504441 w 2590371"/>
              <a:gd name="connsiteY9" fmla="*/ 1891953 h 4217608"/>
              <a:gd name="connsiteX0" fmla="*/ 504441 w 2599162"/>
              <a:gd name="connsiteY0" fmla="*/ 1891953 h 4184883"/>
              <a:gd name="connsiteX1" fmla="*/ 401910 w 2599162"/>
              <a:gd name="connsiteY1" fmla="*/ 1052029 h 4184883"/>
              <a:gd name="connsiteX2" fmla="*/ 1423802 w 2599162"/>
              <a:gd name="connsiteY2" fmla="*/ 8595 h 4184883"/>
              <a:gd name="connsiteX3" fmla="*/ 2590371 w 2599162"/>
              <a:gd name="connsiteY3" fmla="*/ 1663410 h 4184883"/>
              <a:gd name="connsiteX4" fmla="*/ 2119613 w 2599162"/>
              <a:gd name="connsiteY4" fmla="*/ 3876075 h 4184883"/>
              <a:gd name="connsiteX5" fmla="*/ 1644959 w 2599162"/>
              <a:gd name="connsiteY5" fmla="*/ 4134796 h 4184883"/>
              <a:gd name="connsiteX6" fmla="*/ 1203496 w 2599162"/>
              <a:gd name="connsiteY6" fmla="*/ 3563253 h 4184883"/>
              <a:gd name="connsiteX7" fmla="*/ 133350 w 2599162"/>
              <a:gd name="connsiteY7" fmla="*/ 3800499 h 4184883"/>
              <a:gd name="connsiteX8" fmla="*/ 355646 w 2599162"/>
              <a:gd name="connsiteY8" fmla="*/ 3128018 h 4184883"/>
              <a:gd name="connsiteX9" fmla="*/ 435 w 2599162"/>
              <a:gd name="connsiteY9" fmla="*/ 2713366 h 4184883"/>
              <a:gd name="connsiteX10" fmla="*/ 504441 w 2599162"/>
              <a:gd name="connsiteY10" fmla="*/ 1891953 h 4184883"/>
              <a:gd name="connsiteX0" fmla="*/ 504441 w 2616266"/>
              <a:gd name="connsiteY0" fmla="*/ 1891953 h 4143756"/>
              <a:gd name="connsiteX1" fmla="*/ 401910 w 2616266"/>
              <a:gd name="connsiteY1" fmla="*/ 1052029 h 4143756"/>
              <a:gd name="connsiteX2" fmla="*/ 1423802 w 2616266"/>
              <a:gd name="connsiteY2" fmla="*/ 8595 h 4143756"/>
              <a:gd name="connsiteX3" fmla="*/ 2590371 w 2616266"/>
              <a:gd name="connsiteY3" fmla="*/ 1663410 h 4143756"/>
              <a:gd name="connsiteX4" fmla="*/ 2150329 w 2616266"/>
              <a:gd name="connsiteY4" fmla="*/ 3406984 h 4143756"/>
              <a:gd name="connsiteX5" fmla="*/ 2119613 w 2616266"/>
              <a:gd name="connsiteY5" fmla="*/ 3876075 h 4143756"/>
              <a:gd name="connsiteX6" fmla="*/ 1644959 w 2616266"/>
              <a:gd name="connsiteY6" fmla="*/ 4134796 h 4143756"/>
              <a:gd name="connsiteX7" fmla="*/ 1203496 w 2616266"/>
              <a:gd name="connsiteY7" fmla="*/ 3563253 h 4143756"/>
              <a:gd name="connsiteX8" fmla="*/ 133350 w 2616266"/>
              <a:gd name="connsiteY8" fmla="*/ 3800499 h 4143756"/>
              <a:gd name="connsiteX9" fmla="*/ 355646 w 2616266"/>
              <a:gd name="connsiteY9" fmla="*/ 3128018 h 4143756"/>
              <a:gd name="connsiteX10" fmla="*/ 435 w 2616266"/>
              <a:gd name="connsiteY10" fmla="*/ 2713366 h 4143756"/>
              <a:gd name="connsiteX11" fmla="*/ 504441 w 2616266"/>
              <a:gd name="connsiteY11" fmla="*/ 1891953 h 4143756"/>
              <a:gd name="connsiteX0" fmla="*/ 504441 w 3046852"/>
              <a:gd name="connsiteY0" fmla="*/ 1891953 h 4143756"/>
              <a:gd name="connsiteX1" fmla="*/ 401910 w 3046852"/>
              <a:gd name="connsiteY1" fmla="*/ 1052029 h 4143756"/>
              <a:gd name="connsiteX2" fmla="*/ 1423802 w 3046852"/>
              <a:gd name="connsiteY2" fmla="*/ 8595 h 4143756"/>
              <a:gd name="connsiteX3" fmla="*/ 2590371 w 3046852"/>
              <a:gd name="connsiteY3" fmla="*/ 1663410 h 4143756"/>
              <a:gd name="connsiteX4" fmla="*/ 3036964 w 3046852"/>
              <a:gd name="connsiteY4" fmla="*/ 2764926 h 4143756"/>
              <a:gd name="connsiteX5" fmla="*/ 2150329 w 3046852"/>
              <a:gd name="connsiteY5" fmla="*/ 3406984 h 4143756"/>
              <a:gd name="connsiteX6" fmla="*/ 2119613 w 3046852"/>
              <a:gd name="connsiteY6" fmla="*/ 3876075 h 4143756"/>
              <a:gd name="connsiteX7" fmla="*/ 1644959 w 3046852"/>
              <a:gd name="connsiteY7" fmla="*/ 4134796 h 4143756"/>
              <a:gd name="connsiteX8" fmla="*/ 1203496 w 3046852"/>
              <a:gd name="connsiteY8" fmla="*/ 3563253 h 4143756"/>
              <a:gd name="connsiteX9" fmla="*/ 133350 w 3046852"/>
              <a:gd name="connsiteY9" fmla="*/ 3800499 h 4143756"/>
              <a:gd name="connsiteX10" fmla="*/ 355646 w 3046852"/>
              <a:gd name="connsiteY10" fmla="*/ 3128018 h 4143756"/>
              <a:gd name="connsiteX11" fmla="*/ 435 w 3046852"/>
              <a:gd name="connsiteY11" fmla="*/ 2713366 h 4143756"/>
              <a:gd name="connsiteX12" fmla="*/ 504441 w 3046852"/>
              <a:gd name="connsiteY12" fmla="*/ 1891953 h 4143756"/>
              <a:gd name="connsiteX0" fmla="*/ 504441 w 3046852"/>
              <a:gd name="connsiteY0" fmla="*/ 1934582 h 4186385"/>
              <a:gd name="connsiteX1" fmla="*/ 401910 w 3046852"/>
              <a:gd name="connsiteY1" fmla="*/ 1094658 h 4186385"/>
              <a:gd name="connsiteX2" fmla="*/ 1675093 w 3046852"/>
              <a:gd name="connsiteY2" fmla="*/ 8208 h 4186385"/>
              <a:gd name="connsiteX3" fmla="*/ 2590371 w 3046852"/>
              <a:gd name="connsiteY3" fmla="*/ 1706039 h 4186385"/>
              <a:gd name="connsiteX4" fmla="*/ 3036964 w 3046852"/>
              <a:gd name="connsiteY4" fmla="*/ 2807555 h 4186385"/>
              <a:gd name="connsiteX5" fmla="*/ 2150329 w 3046852"/>
              <a:gd name="connsiteY5" fmla="*/ 3449613 h 4186385"/>
              <a:gd name="connsiteX6" fmla="*/ 2119613 w 3046852"/>
              <a:gd name="connsiteY6" fmla="*/ 3918704 h 4186385"/>
              <a:gd name="connsiteX7" fmla="*/ 1644959 w 3046852"/>
              <a:gd name="connsiteY7" fmla="*/ 4177425 h 4186385"/>
              <a:gd name="connsiteX8" fmla="*/ 1203496 w 3046852"/>
              <a:gd name="connsiteY8" fmla="*/ 3605882 h 4186385"/>
              <a:gd name="connsiteX9" fmla="*/ 133350 w 3046852"/>
              <a:gd name="connsiteY9" fmla="*/ 3843128 h 4186385"/>
              <a:gd name="connsiteX10" fmla="*/ 355646 w 3046852"/>
              <a:gd name="connsiteY10" fmla="*/ 3170647 h 4186385"/>
              <a:gd name="connsiteX11" fmla="*/ 435 w 3046852"/>
              <a:gd name="connsiteY11" fmla="*/ 2755995 h 4186385"/>
              <a:gd name="connsiteX12" fmla="*/ 504441 w 3046852"/>
              <a:gd name="connsiteY12" fmla="*/ 1934582 h 4186385"/>
              <a:gd name="connsiteX0" fmla="*/ 504441 w 3046852"/>
              <a:gd name="connsiteY0" fmla="*/ 1934582 h 4204010"/>
              <a:gd name="connsiteX1" fmla="*/ 401910 w 3046852"/>
              <a:gd name="connsiteY1" fmla="*/ 1094658 h 4204010"/>
              <a:gd name="connsiteX2" fmla="*/ 1675093 w 3046852"/>
              <a:gd name="connsiteY2" fmla="*/ 8208 h 4204010"/>
              <a:gd name="connsiteX3" fmla="*/ 2590371 w 3046852"/>
              <a:gd name="connsiteY3" fmla="*/ 1706039 h 4204010"/>
              <a:gd name="connsiteX4" fmla="*/ 3036964 w 3046852"/>
              <a:gd name="connsiteY4" fmla="*/ 2807555 h 4204010"/>
              <a:gd name="connsiteX5" fmla="*/ 2150329 w 3046852"/>
              <a:gd name="connsiteY5" fmla="*/ 3449613 h 4204010"/>
              <a:gd name="connsiteX6" fmla="*/ 2119613 w 3046852"/>
              <a:gd name="connsiteY6" fmla="*/ 3918704 h 4204010"/>
              <a:gd name="connsiteX7" fmla="*/ 1429539 w 3046852"/>
              <a:gd name="connsiteY7" fmla="*/ 4195701 h 4204010"/>
              <a:gd name="connsiteX8" fmla="*/ 1203496 w 3046852"/>
              <a:gd name="connsiteY8" fmla="*/ 3605882 h 4204010"/>
              <a:gd name="connsiteX9" fmla="*/ 133350 w 3046852"/>
              <a:gd name="connsiteY9" fmla="*/ 3843128 h 4204010"/>
              <a:gd name="connsiteX10" fmla="*/ 355646 w 3046852"/>
              <a:gd name="connsiteY10" fmla="*/ 3170647 h 4204010"/>
              <a:gd name="connsiteX11" fmla="*/ 435 w 3046852"/>
              <a:gd name="connsiteY11" fmla="*/ 2755995 h 4204010"/>
              <a:gd name="connsiteX12" fmla="*/ 504441 w 3046852"/>
              <a:gd name="connsiteY12" fmla="*/ 1934582 h 4204010"/>
              <a:gd name="connsiteX0" fmla="*/ 504441 w 3046852"/>
              <a:gd name="connsiteY0" fmla="*/ 1934582 h 4196120"/>
              <a:gd name="connsiteX1" fmla="*/ 401910 w 3046852"/>
              <a:gd name="connsiteY1" fmla="*/ 1094658 h 4196120"/>
              <a:gd name="connsiteX2" fmla="*/ 1675093 w 3046852"/>
              <a:gd name="connsiteY2" fmla="*/ 8208 h 4196120"/>
              <a:gd name="connsiteX3" fmla="*/ 2590371 w 3046852"/>
              <a:gd name="connsiteY3" fmla="*/ 1706039 h 4196120"/>
              <a:gd name="connsiteX4" fmla="*/ 3036964 w 3046852"/>
              <a:gd name="connsiteY4" fmla="*/ 2807555 h 4196120"/>
              <a:gd name="connsiteX5" fmla="*/ 2150329 w 3046852"/>
              <a:gd name="connsiteY5" fmla="*/ 3449613 h 4196120"/>
              <a:gd name="connsiteX6" fmla="*/ 1837628 w 3046852"/>
              <a:gd name="connsiteY6" fmla="*/ 3695825 h 4196120"/>
              <a:gd name="connsiteX7" fmla="*/ 1429539 w 3046852"/>
              <a:gd name="connsiteY7" fmla="*/ 4195701 h 4196120"/>
              <a:gd name="connsiteX8" fmla="*/ 1203496 w 3046852"/>
              <a:gd name="connsiteY8" fmla="*/ 3605882 h 4196120"/>
              <a:gd name="connsiteX9" fmla="*/ 133350 w 3046852"/>
              <a:gd name="connsiteY9" fmla="*/ 3843128 h 4196120"/>
              <a:gd name="connsiteX10" fmla="*/ 355646 w 3046852"/>
              <a:gd name="connsiteY10" fmla="*/ 3170647 h 4196120"/>
              <a:gd name="connsiteX11" fmla="*/ 435 w 3046852"/>
              <a:gd name="connsiteY11" fmla="*/ 2755995 h 4196120"/>
              <a:gd name="connsiteX12" fmla="*/ 504441 w 3046852"/>
              <a:gd name="connsiteY12" fmla="*/ 1934582 h 4196120"/>
              <a:gd name="connsiteX0" fmla="*/ 504441 w 3046852"/>
              <a:gd name="connsiteY0" fmla="*/ 1934582 h 4196120"/>
              <a:gd name="connsiteX1" fmla="*/ 401910 w 3046852"/>
              <a:gd name="connsiteY1" fmla="*/ 1094658 h 4196120"/>
              <a:gd name="connsiteX2" fmla="*/ 1675093 w 3046852"/>
              <a:gd name="connsiteY2" fmla="*/ 8208 h 4196120"/>
              <a:gd name="connsiteX3" fmla="*/ 2590371 w 3046852"/>
              <a:gd name="connsiteY3" fmla="*/ 1706039 h 4196120"/>
              <a:gd name="connsiteX4" fmla="*/ 3036964 w 3046852"/>
              <a:gd name="connsiteY4" fmla="*/ 2807555 h 4196120"/>
              <a:gd name="connsiteX5" fmla="*/ 2268974 w 3046852"/>
              <a:gd name="connsiteY5" fmla="*/ 3249699 h 4196120"/>
              <a:gd name="connsiteX6" fmla="*/ 1837628 w 3046852"/>
              <a:gd name="connsiteY6" fmla="*/ 3695825 h 4196120"/>
              <a:gd name="connsiteX7" fmla="*/ 1429539 w 3046852"/>
              <a:gd name="connsiteY7" fmla="*/ 4195701 h 4196120"/>
              <a:gd name="connsiteX8" fmla="*/ 1203496 w 3046852"/>
              <a:gd name="connsiteY8" fmla="*/ 3605882 h 4196120"/>
              <a:gd name="connsiteX9" fmla="*/ 133350 w 3046852"/>
              <a:gd name="connsiteY9" fmla="*/ 3843128 h 4196120"/>
              <a:gd name="connsiteX10" fmla="*/ 355646 w 3046852"/>
              <a:gd name="connsiteY10" fmla="*/ 3170647 h 4196120"/>
              <a:gd name="connsiteX11" fmla="*/ 435 w 3046852"/>
              <a:gd name="connsiteY11" fmla="*/ 2755995 h 4196120"/>
              <a:gd name="connsiteX12" fmla="*/ 504441 w 3046852"/>
              <a:gd name="connsiteY12" fmla="*/ 1934582 h 4196120"/>
              <a:gd name="connsiteX0" fmla="*/ 504441 w 3046852"/>
              <a:gd name="connsiteY0" fmla="*/ 1934582 h 4196120"/>
              <a:gd name="connsiteX1" fmla="*/ 401910 w 3046852"/>
              <a:gd name="connsiteY1" fmla="*/ 1094658 h 4196120"/>
              <a:gd name="connsiteX2" fmla="*/ 1675093 w 3046852"/>
              <a:gd name="connsiteY2" fmla="*/ 8208 h 4196120"/>
              <a:gd name="connsiteX3" fmla="*/ 2590371 w 3046852"/>
              <a:gd name="connsiteY3" fmla="*/ 1706039 h 4196120"/>
              <a:gd name="connsiteX4" fmla="*/ 3036964 w 3046852"/>
              <a:gd name="connsiteY4" fmla="*/ 2807555 h 4196120"/>
              <a:gd name="connsiteX5" fmla="*/ 2268974 w 3046852"/>
              <a:gd name="connsiteY5" fmla="*/ 3249699 h 4196120"/>
              <a:gd name="connsiteX6" fmla="*/ 1837628 w 3046852"/>
              <a:gd name="connsiteY6" fmla="*/ 3695825 h 4196120"/>
              <a:gd name="connsiteX7" fmla="*/ 1429539 w 3046852"/>
              <a:gd name="connsiteY7" fmla="*/ 4195701 h 4196120"/>
              <a:gd name="connsiteX8" fmla="*/ 1203496 w 3046852"/>
              <a:gd name="connsiteY8" fmla="*/ 3605882 h 4196120"/>
              <a:gd name="connsiteX9" fmla="*/ 133350 w 3046852"/>
              <a:gd name="connsiteY9" fmla="*/ 3843128 h 4196120"/>
              <a:gd name="connsiteX10" fmla="*/ 355646 w 3046852"/>
              <a:gd name="connsiteY10" fmla="*/ 3170647 h 4196120"/>
              <a:gd name="connsiteX11" fmla="*/ 435 w 3046852"/>
              <a:gd name="connsiteY11" fmla="*/ 2755995 h 4196120"/>
              <a:gd name="connsiteX12" fmla="*/ 504441 w 3046852"/>
              <a:gd name="connsiteY12" fmla="*/ 1934582 h 4196120"/>
              <a:gd name="connsiteX0" fmla="*/ 504441 w 3046852"/>
              <a:gd name="connsiteY0" fmla="*/ 1934582 h 4196597"/>
              <a:gd name="connsiteX1" fmla="*/ 401910 w 3046852"/>
              <a:gd name="connsiteY1" fmla="*/ 1094658 h 4196597"/>
              <a:gd name="connsiteX2" fmla="*/ 1675093 w 3046852"/>
              <a:gd name="connsiteY2" fmla="*/ 8208 h 4196597"/>
              <a:gd name="connsiteX3" fmla="*/ 2590371 w 3046852"/>
              <a:gd name="connsiteY3" fmla="*/ 1706039 h 4196597"/>
              <a:gd name="connsiteX4" fmla="*/ 3036964 w 3046852"/>
              <a:gd name="connsiteY4" fmla="*/ 2807555 h 4196597"/>
              <a:gd name="connsiteX5" fmla="*/ 2268974 w 3046852"/>
              <a:gd name="connsiteY5" fmla="*/ 3249699 h 4196597"/>
              <a:gd name="connsiteX6" fmla="*/ 1751280 w 3046852"/>
              <a:gd name="connsiteY6" fmla="*/ 3732984 h 4196597"/>
              <a:gd name="connsiteX7" fmla="*/ 1429539 w 3046852"/>
              <a:gd name="connsiteY7" fmla="*/ 4195701 h 4196597"/>
              <a:gd name="connsiteX8" fmla="*/ 1203496 w 3046852"/>
              <a:gd name="connsiteY8" fmla="*/ 3605882 h 4196597"/>
              <a:gd name="connsiteX9" fmla="*/ 133350 w 3046852"/>
              <a:gd name="connsiteY9" fmla="*/ 3843128 h 4196597"/>
              <a:gd name="connsiteX10" fmla="*/ 355646 w 3046852"/>
              <a:gd name="connsiteY10" fmla="*/ 3170647 h 4196597"/>
              <a:gd name="connsiteX11" fmla="*/ 435 w 3046852"/>
              <a:gd name="connsiteY11" fmla="*/ 2755995 h 4196597"/>
              <a:gd name="connsiteX12" fmla="*/ 504441 w 3046852"/>
              <a:gd name="connsiteY12" fmla="*/ 1934582 h 4196597"/>
              <a:gd name="connsiteX0" fmla="*/ 504441 w 3046852"/>
              <a:gd name="connsiteY0" fmla="*/ 1934582 h 4196597"/>
              <a:gd name="connsiteX1" fmla="*/ 401910 w 3046852"/>
              <a:gd name="connsiteY1" fmla="*/ 1094658 h 4196597"/>
              <a:gd name="connsiteX2" fmla="*/ 1675093 w 3046852"/>
              <a:gd name="connsiteY2" fmla="*/ 8208 h 4196597"/>
              <a:gd name="connsiteX3" fmla="*/ 2590371 w 3046852"/>
              <a:gd name="connsiteY3" fmla="*/ 1706039 h 4196597"/>
              <a:gd name="connsiteX4" fmla="*/ 3036964 w 3046852"/>
              <a:gd name="connsiteY4" fmla="*/ 2807555 h 4196597"/>
              <a:gd name="connsiteX5" fmla="*/ 2268974 w 3046852"/>
              <a:gd name="connsiteY5" fmla="*/ 3249699 h 4196597"/>
              <a:gd name="connsiteX6" fmla="*/ 1751280 w 3046852"/>
              <a:gd name="connsiteY6" fmla="*/ 3732984 h 4196597"/>
              <a:gd name="connsiteX7" fmla="*/ 1429539 w 3046852"/>
              <a:gd name="connsiteY7" fmla="*/ 4195701 h 4196597"/>
              <a:gd name="connsiteX8" fmla="*/ 1203496 w 3046852"/>
              <a:gd name="connsiteY8" fmla="*/ 3605882 h 4196597"/>
              <a:gd name="connsiteX9" fmla="*/ 133350 w 3046852"/>
              <a:gd name="connsiteY9" fmla="*/ 3843128 h 4196597"/>
              <a:gd name="connsiteX10" fmla="*/ 355646 w 3046852"/>
              <a:gd name="connsiteY10" fmla="*/ 3170647 h 4196597"/>
              <a:gd name="connsiteX11" fmla="*/ 435 w 3046852"/>
              <a:gd name="connsiteY11" fmla="*/ 2755995 h 4196597"/>
              <a:gd name="connsiteX12" fmla="*/ 504441 w 3046852"/>
              <a:gd name="connsiteY12" fmla="*/ 1934582 h 41965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046852" h="4196597">
                <a:moveTo>
                  <a:pt x="504441" y="1934582"/>
                </a:moveTo>
                <a:cubicBezTo>
                  <a:pt x="571354" y="1657693"/>
                  <a:pt x="248683" y="1408551"/>
                  <a:pt x="401910" y="1094658"/>
                </a:cubicBezTo>
                <a:cubicBezTo>
                  <a:pt x="555137" y="780765"/>
                  <a:pt x="1310350" y="-93689"/>
                  <a:pt x="1675093" y="8208"/>
                </a:cubicBezTo>
                <a:cubicBezTo>
                  <a:pt x="2039836" y="110105"/>
                  <a:pt x="2423655" y="1267818"/>
                  <a:pt x="2590371" y="1706039"/>
                </a:cubicBezTo>
                <a:cubicBezTo>
                  <a:pt x="2757087" y="2144260"/>
                  <a:pt x="3110304" y="2516959"/>
                  <a:pt x="3036964" y="2807555"/>
                </a:cubicBezTo>
                <a:cubicBezTo>
                  <a:pt x="2963624" y="3098151"/>
                  <a:pt x="2319721" y="3043340"/>
                  <a:pt x="2268974" y="3249699"/>
                </a:cubicBezTo>
                <a:cubicBezTo>
                  <a:pt x="1970120" y="3376760"/>
                  <a:pt x="1736843" y="3540948"/>
                  <a:pt x="1751280" y="3732984"/>
                </a:cubicBezTo>
                <a:cubicBezTo>
                  <a:pt x="1643304" y="3856753"/>
                  <a:pt x="1520836" y="4216885"/>
                  <a:pt x="1429539" y="4195701"/>
                </a:cubicBezTo>
                <a:cubicBezTo>
                  <a:pt x="1338242" y="4174517"/>
                  <a:pt x="1444066" y="3815346"/>
                  <a:pt x="1203496" y="3605882"/>
                </a:cubicBezTo>
                <a:cubicBezTo>
                  <a:pt x="962926" y="3396419"/>
                  <a:pt x="329688" y="3946256"/>
                  <a:pt x="133350" y="3843128"/>
                </a:cubicBezTo>
                <a:cubicBezTo>
                  <a:pt x="-62988" y="3740000"/>
                  <a:pt x="338052" y="3410806"/>
                  <a:pt x="355646" y="3170647"/>
                </a:cubicBezTo>
                <a:cubicBezTo>
                  <a:pt x="373240" y="2930488"/>
                  <a:pt x="16837" y="3000096"/>
                  <a:pt x="435" y="2755995"/>
                </a:cubicBezTo>
                <a:cubicBezTo>
                  <a:pt x="-15967" y="2511894"/>
                  <a:pt x="437529" y="2211472"/>
                  <a:pt x="504441" y="1934582"/>
                </a:cubicBezTo>
                <a:close/>
              </a:path>
            </a:pathLst>
          </a:custGeom>
          <a:solidFill>
            <a:srgbClr val="FF0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1887" name="Ovaal 7">
            <a:extLst>
              <a:ext uri="{FF2B5EF4-FFF2-40B4-BE49-F238E27FC236}">
                <a16:creationId xmlns:a16="http://schemas.microsoft.com/office/drawing/2014/main" id="{4612D28A-AC01-8F47-9BAD-B3471DF57746}"/>
              </a:ext>
            </a:extLst>
          </p:cNvPr>
          <p:cNvSpPr/>
          <p:nvPr userDrawn="1"/>
        </p:nvSpPr>
        <p:spPr>
          <a:xfrm rot="2784076">
            <a:off x="5094053" y="292698"/>
            <a:ext cx="4535826" cy="6154873"/>
          </a:xfrm>
          <a:custGeom>
            <a:avLst/>
            <a:gdLst>
              <a:gd name="connsiteX0" fmla="*/ 0 w 2333138"/>
              <a:gd name="connsiteY0" fmla="*/ 1654815 h 3309629"/>
              <a:gd name="connsiteX1" fmla="*/ 1166569 w 2333138"/>
              <a:gd name="connsiteY1" fmla="*/ 0 h 3309629"/>
              <a:gd name="connsiteX2" fmla="*/ 2333138 w 2333138"/>
              <a:gd name="connsiteY2" fmla="*/ 1654815 h 3309629"/>
              <a:gd name="connsiteX3" fmla="*/ 1166569 w 2333138"/>
              <a:gd name="connsiteY3" fmla="*/ 3309630 h 3309629"/>
              <a:gd name="connsiteX4" fmla="*/ 0 w 2333138"/>
              <a:gd name="connsiteY4" fmla="*/ 1654815 h 3309629"/>
              <a:gd name="connsiteX0" fmla="*/ 6291 w 2339429"/>
              <a:gd name="connsiteY0" fmla="*/ 1218075 h 2872890"/>
              <a:gd name="connsiteX1" fmla="*/ 863180 w 2339429"/>
              <a:gd name="connsiteY1" fmla="*/ 0 h 2872890"/>
              <a:gd name="connsiteX2" fmla="*/ 2339429 w 2339429"/>
              <a:gd name="connsiteY2" fmla="*/ 1218075 h 2872890"/>
              <a:gd name="connsiteX3" fmla="*/ 1172860 w 2339429"/>
              <a:gd name="connsiteY3" fmla="*/ 2872890 h 2872890"/>
              <a:gd name="connsiteX4" fmla="*/ 6291 w 2339429"/>
              <a:gd name="connsiteY4" fmla="*/ 1218075 h 2872890"/>
              <a:gd name="connsiteX0" fmla="*/ 3101 w 2370358"/>
              <a:gd name="connsiteY0" fmla="*/ 1242003 h 2896818"/>
              <a:gd name="connsiteX1" fmla="*/ 859990 w 2370358"/>
              <a:gd name="connsiteY1" fmla="*/ 23928 h 2896818"/>
              <a:gd name="connsiteX2" fmla="*/ 1819548 w 2370358"/>
              <a:gd name="connsiteY2" fmla="*/ 494711 h 2896818"/>
              <a:gd name="connsiteX3" fmla="*/ 2336239 w 2370358"/>
              <a:gd name="connsiteY3" fmla="*/ 1242003 h 2896818"/>
              <a:gd name="connsiteX4" fmla="*/ 1169670 w 2370358"/>
              <a:gd name="connsiteY4" fmla="*/ 2896818 h 2896818"/>
              <a:gd name="connsiteX5" fmla="*/ 3101 w 2370358"/>
              <a:gd name="connsiteY5" fmla="*/ 1242003 h 2896818"/>
              <a:gd name="connsiteX0" fmla="*/ 3101 w 2500968"/>
              <a:gd name="connsiteY0" fmla="*/ 1242003 h 2900162"/>
              <a:gd name="connsiteX1" fmla="*/ 859990 w 2500968"/>
              <a:gd name="connsiteY1" fmla="*/ 23928 h 2900162"/>
              <a:gd name="connsiteX2" fmla="*/ 1819548 w 2500968"/>
              <a:gd name="connsiteY2" fmla="*/ 494711 h 2900162"/>
              <a:gd name="connsiteX3" fmla="*/ 2336239 w 2500968"/>
              <a:gd name="connsiteY3" fmla="*/ 1242003 h 2900162"/>
              <a:gd name="connsiteX4" fmla="*/ 2422256 w 2500968"/>
              <a:gd name="connsiteY4" fmla="*/ 1658664 h 2900162"/>
              <a:gd name="connsiteX5" fmla="*/ 1169670 w 2500968"/>
              <a:gd name="connsiteY5" fmla="*/ 2896818 h 2900162"/>
              <a:gd name="connsiteX6" fmla="*/ 3101 w 2500968"/>
              <a:gd name="connsiteY6" fmla="*/ 1242003 h 2900162"/>
              <a:gd name="connsiteX0" fmla="*/ 4027 w 2323030"/>
              <a:gd name="connsiteY0" fmla="*/ 1136021 h 2896955"/>
              <a:gd name="connsiteX1" fmla="*/ 682052 w 2323030"/>
              <a:gd name="connsiteY1" fmla="*/ 19035 h 2896955"/>
              <a:gd name="connsiteX2" fmla="*/ 1641610 w 2323030"/>
              <a:gd name="connsiteY2" fmla="*/ 489818 h 2896955"/>
              <a:gd name="connsiteX3" fmla="*/ 2158301 w 2323030"/>
              <a:gd name="connsiteY3" fmla="*/ 1237110 h 2896955"/>
              <a:gd name="connsiteX4" fmla="*/ 2244318 w 2323030"/>
              <a:gd name="connsiteY4" fmla="*/ 1653771 h 2896955"/>
              <a:gd name="connsiteX5" fmla="*/ 991732 w 2323030"/>
              <a:gd name="connsiteY5" fmla="*/ 2891925 h 2896955"/>
              <a:gd name="connsiteX6" fmla="*/ 4027 w 2323030"/>
              <a:gd name="connsiteY6" fmla="*/ 1136021 h 2896955"/>
              <a:gd name="connsiteX0" fmla="*/ 822 w 2319825"/>
              <a:gd name="connsiteY0" fmla="*/ 1136021 h 2903959"/>
              <a:gd name="connsiteX1" fmla="*/ 678847 w 2319825"/>
              <a:gd name="connsiteY1" fmla="*/ 19035 h 2903959"/>
              <a:gd name="connsiteX2" fmla="*/ 1638405 w 2319825"/>
              <a:gd name="connsiteY2" fmla="*/ 489818 h 2903959"/>
              <a:gd name="connsiteX3" fmla="*/ 2155096 w 2319825"/>
              <a:gd name="connsiteY3" fmla="*/ 1237110 h 2903959"/>
              <a:gd name="connsiteX4" fmla="*/ 2241113 w 2319825"/>
              <a:gd name="connsiteY4" fmla="*/ 1653771 h 2903959"/>
              <a:gd name="connsiteX5" fmla="*/ 988527 w 2319825"/>
              <a:gd name="connsiteY5" fmla="*/ 2891925 h 2903959"/>
              <a:gd name="connsiteX6" fmla="*/ 549878 w 2319825"/>
              <a:gd name="connsiteY6" fmla="*/ 2216670 h 2903959"/>
              <a:gd name="connsiteX7" fmla="*/ 822 w 2319825"/>
              <a:gd name="connsiteY7" fmla="*/ 1136021 h 2903959"/>
              <a:gd name="connsiteX0" fmla="*/ 435 w 2693335"/>
              <a:gd name="connsiteY0" fmla="*/ 1955842 h 2946971"/>
              <a:gd name="connsiteX1" fmla="*/ 1052357 w 2693335"/>
              <a:gd name="connsiteY1" fmla="*/ 62047 h 2946971"/>
              <a:gd name="connsiteX2" fmla="*/ 2011915 w 2693335"/>
              <a:gd name="connsiteY2" fmla="*/ 532830 h 2946971"/>
              <a:gd name="connsiteX3" fmla="*/ 2528606 w 2693335"/>
              <a:gd name="connsiteY3" fmla="*/ 1280122 h 2946971"/>
              <a:gd name="connsiteX4" fmla="*/ 2614623 w 2693335"/>
              <a:gd name="connsiteY4" fmla="*/ 1696783 h 2946971"/>
              <a:gd name="connsiteX5" fmla="*/ 1362037 w 2693335"/>
              <a:gd name="connsiteY5" fmla="*/ 2934937 h 2946971"/>
              <a:gd name="connsiteX6" fmla="*/ 923388 w 2693335"/>
              <a:gd name="connsiteY6" fmla="*/ 2259682 h 2946971"/>
              <a:gd name="connsiteX7" fmla="*/ 435 w 2693335"/>
              <a:gd name="connsiteY7" fmla="*/ 1955842 h 2946971"/>
              <a:gd name="connsiteX0" fmla="*/ 24303 w 2717203"/>
              <a:gd name="connsiteY0" fmla="*/ 1918184 h 2909313"/>
              <a:gd name="connsiteX1" fmla="*/ 337193 w 2717203"/>
              <a:gd name="connsiteY1" fmla="*/ 1251676 h 2909313"/>
              <a:gd name="connsiteX2" fmla="*/ 1076225 w 2717203"/>
              <a:gd name="connsiteY2" fmla="*/ 24389 h 2909313"/>
              <a:gd name="connsiteX3" fmla="*/ 2035783 w 2717203"/>
              <a:gd name="connsiteY3" fmla="*/ 495172 h 2909313"/>
              <a:gd name="connsiteX4" fmla="*/ 2552474 w 2717203"/>
              <a:gd name="connsiteY4" fmla="*/ 1242464 h 2909313"/>
              <a:gd name="connsiteX5" fmla="*/ 2638491 w 2717203"/>
              <a:gd name="connsiteY5" fmla="*/ 1659125 h 2909313"/>
              <a:gd name="connsiteX6" fmla="*/ 1385905 w 2717203"/>
              <a:gd name="connsiteY6" fmla="*/ 2897279 h 2909313"/>
              <a:gd name="connsiteX7" fmla="*/ 947256 w 2717203"/>
              <a:gd name="connsiteY7" fmla="*/ 2222024 h 2909313"/>
              <a:gd name="connsiteX8" fmla="*/ 24303 w 2717203"/>
              <a:gd name="connsiteY8" fmla="*/ 1918184 h 2909313"/>
              <a:gd name="connsiteX0" fmla="*/ 24303 w 2717203"/>
              <a:gd name="connsiteY0" fmla="*/ 1918184 h 2909313"/>
              <a:gd name="connsiteX1" fmla="*/ 337193 w 2717203"/>
              <a:gd name="connsiteY1" fmla="*/ 1251676 h 2909313"/>
              <a:gd name="connsiteX2" fmla="*/ 1076225 w 2717203"/>
              <a:gd name="connsiteY2" fmla="*/ 24389 h 2909313"/>
              <a:gd name="connsiteX3" fmla="*/ 2035783 w 2717203"/>
              <a:gd name="connsiteY3" fmla="*/ 495172 h 2909313"/>
              <a:gd name="connsiteX4" fmla="*/ 2552474 w 2717203"/>
              <a:gd name="connsiteY4" fmla="*/ 1242464 h 2909313"/>
              <a:gd name="connsiteX5" fmla="*/ 2638491 w 2717203"/>
              <a:gd name="connsiteY5" fmla="*/ 1659125 h 2909313"/>
              <a:gd name="connsiteX6" fmla="*/ 1385905 w 2717203"/>
              <a:gd name="connsiteY6" fmla="*/ 2897279 h 2909313"/>
              <a:gd name="connsiteX7" fmla="*/ 947256 w 2717203"/>
              <a:gd name="connsiteY7" fmla="*/ 2222024 h 2909313"/>
              <a:gd name="connsiteX8" fmla="*/ 24303 w 2717203"/>
              <a:gd name="connsiteY8" fmla="*/ 1918184 h 2909313"/>
              <a:gd name="connsiteX0" fmla="*/ 24303 w 2717203"/>
              <a:gd name="connsiteY0" fmla="*/ 1893855 h 2884984"/>
              <a:gd name="connsiteX1" fmla="*/ 337193 w 2717203"/>
              <a:gd name="connsiteY1" fmla="*/ 1227347 h 2884984"/>
              <a:gd name="connsiteX2" fmla="*/ 712272 w 2717203"/>
              <a:gd name="connsiteY2" fmla="*/ 498866 h 2884984"/>
              <a:gd name="connsiteX3" fmla="*/ 1076225 w 2717203"/>
              <a:gd name="connsiteY3" fmla="*/ 60 h 2884984"/>
              <a:gd name="connsiteX4" fmla="*/ 2035783 w 2717203"/>
              <a:gd name="connsiteY4" fmla="*/ 470843 h 2884984"/>
              <a:gd name="connsiteX5" fmla="*/ 2552474 w 2717203"/>
              <a:gd name="connsiteY5" fmla="*/ 1218135 h 2884984"/>
              <a:gd name="connsiteX6" fmla="*/ 2638491 w 2717203"/>
              <a:gd name="connsiteY6" fmla="*/ 1634796 h 2884984"/>
              <a:gd name="connsiteX7" fmla="*/ 1385905 w 2717203"/>
              <a:gd name="connsiteY7" fmla="*/ 2872950 h 2884984"/>
              <a:gd name="connsiteX8" fmla="*/ 947256 w 2717203"/>
              <a:gd name="connsiteY8" fmla="*/ 2197695 h 2884984"/>
              <a:gd name="connsiteX9" fmla="*/ 24303 w 2717203"/>
              <a:gd name="connsiteY9" fmla="*/ 1893855 h 2884984"/>
              <a:gd name="connsiteX0" fmla="*/ 24303 w 2717203"/>
              <a:gd name="connsiteY0" fmla="*/ 2158132 h 3149261"/>
              <a:gd name="connsiteX1" fmla="*/ 337193 w 2717203"/>
              <a:gd name="connsiteY1" fmla="*/ 1491624 h 3149261"/>
              <a:gd name="connsiteX2" fmla="*/ 712272 w 2717203"/>
              <a:gd name="connsiteY2" fmla="*/ 763143 h 3149261"/>
              <a:gd name="connsiteX3" fmla="*/ 761485 w 2717203"/>
              <a:gd name="connsiteY3" fmla="*/ 30 h 3149261"/>
              <a:gd name="connsiteX4" fmla="*/ 2035783 w 2717203"/>
              <a:gd name="connsiteY4" fmla="*/ 735120 h 3149261"/>
              <a:gd name="connsiteX5" fmla="*/ 2552474 w 2717203"/>
              <a:gd name="connsiteY5" fmla="*/ 1482412 h 3149261"/>
              <a:gd name="connsiteX6" fmla="*/ 2638491 w 2717203"/>
              <a:gd name="connsiteY6" fmla="*/ 1899073 h 3149261"/>
              <a:gd name="connsiteX7" fmla="*/ 1385905 w 2717203"/>
              <a:gd name="connsiteY7" fmla="*/ 3137227 h 3149261"/>
              <a:gd name="connsiteX8" fmla="*/ 947256 w 2717203"/>
              <a:gd name="connsiteY8" fmla="*/ 2461972 h 3149261"/>
              <a:gd name="connsiteX9" fmla="*/ 24303 w 2717203"/>
              <a:gd name="connsiteY9" fmla="*/ 2158132 h 3149261"/>
              <a:gd name="connsiteX0" fmla="*/ 24303 w 2717203"/>
              <a:gd name="connsiteY0" fmla="*/ 2541391 h 3532520"/>
              <a:gd name="connsiteX1" fmla="*/ 337193 w 2717203"/>
              <a:gd name="connsiteY1" fmla="*/ 1874883 h 3532520"/>
              <a:gd name="connsiteX2" fmla="*/ 712272 w 2717203"/>
              <a:gd name="connsiteY2" fmla="*/ 1146402 h 3532520"/>
              <a:gd name="connsiteX3" fmla="*/ 761485 w 2717203"/>
              <a:gd name="connsiteY3" fmla="*/ 383289 h 3532520"/>
              <a:gd name="connsiteX4" fmla="*/ 914639 w 2717203"/>
              <a:gd name="connsiteY4" fmla="*/ 29245 h 3532520"/>
              <a:gd name="connsiteX5" fmla="*/ 2035783 w 2717203"/>
              <a:gd name="connsiteY5" fmla="*/ 1118379 h 3532520"/>
              <a:gd name="connsiteX6" fmla="*/ 2552474 w 2717203"/>
              <a:gd name="connsiteY6" fmla="*/ 1865671 h 3532520"/>
              <a:gd name="connsiteX7" fmla="*/ 2638491 w 2717203"/>
              <a:gd name="connsiteY7" fmla="*/ 2282332 h 3532520"/>
              <a:gd name="connsiteX8" fmla="*/ 1385905 w 2717203"/>
              <a:gd name="connsiteY8" fmla="*/ 3520486 h 3532520"/>
              <a:gd name="connsiteX9" fmla="*/ 947256 w 2717203"/>
              <a:gd name="connsiteY9" fmla="*/ 2845231 h 3532520"/>
              <a:gd name="connsiteX10" fmla="*/ 24303 w 2717203"/>
              <a:gd name="connsiteY10" fmla="*/ 2541391 h 3532520"/>
              <a:gd name="connsiteX0" fmla="*/ 24303 w 2717203"/>
              <a:gd name="connsiteY0" fmla="*/ 2964173 h 3955302"/>
              <a:gd name="connsiteX1" fmla="*/ 337193 w 2717203"/>
              <a:gd name="connsiteY1" fmla="*/ 2297665 h 3955302"/>
              <a:gd name="connsiteX2" fmla="*/ 712272 w 2717203"/>
              <a:gd name="connsiteY2" fmla="*/ 1569184 h 3955302"/>
              <a:gd name="connsiteX3" fmla="*/ 761485 w 2717203"/>
              <a:gd name="connsiteY3" fmla="*/ 806071 h 3955302"/>
              <a:gd name="connsiteX4" fmla="*/ 914639 w 2717203"/>
              <a:gd name="connsiteY4" fmla="*/ 452027 h 3955302"/>
              <a:gd name="connsiteX5" fmla="*/ 475237 w 2717203"/>
              <a:gd name="connsiteY5" fmla="*/ 33609 h 3955302"/>
              <a:gd name="connsiteX6" fmla="*/ 2035783 w 2717203"/>
              <a:gd name="connsiteY6" fmla="*/ 1541161 h 3955302"/>
              <a:gd name="connsiteX7" fmla="*/ 2552474 w 2717203"/>
              <a:gd name="connsiteY7" fmla="*/ 2288453 h 3955302"/>
              <a:gd name="connsiteX8" fmla="*/ 2638491 w 2717203"/>
              <a:gd name="connsiteY8" fmla="*/ 2705114 h 3955302"/>
              <a:gd name="connsiteX9" fmla="*/ 1385905 w 2717203"/>
              <a:gd name="connsiteY9" fmla="*/ 3943268 h 3955302"/>
              <a:gd name="connsiteX10" fmla="*/ 947256 w 2717203"/>
              <a:gd name="connsiteY10" fmla="*/ 3268013 h 3955302"/>
              <a:gd name="connsiteX11" fmla="*/ 24303 w 2717203"/>
              <a:gd name="connsiteY11" fmla="*/ 2964173 h 3955302"/>
              <a:gd name="connsiteX0" fmla="*/ 24303 w 2717203"/>
              <a:gd name="connsiteY0" fmla="*/ 2964389 h 3955518"/>
              <a:gd name="connsiteX1" fmla="*/ 337193 w 2717203"/>
              <a:gd name="connsiteY1" fmla="*/ 2297881 h 3955518"/>
              <a:gd name="connsiteX2" fmla="*/ 712272 w 2717203"/>
              <a:gd name="connsiteY2" fmla="*/ 1569400 h 3955518"/>
              <a:gd name="connsiteX3" fmla="*/ 761485 w 2717203"/>
              <a:gd name="connsiteY3" fmla="*/ 806287 h 3955518"/>
              <a:gd name="connsiteX4" fmla="*/ 914639 w 2717203"/>
              <a:gd name="connsiteY4" fmla="*/ 452243 h 3955518"/>
              <a:gd name="connsiteX5" fmla="*/ 475237 w 2717203"/>
              <a:gd name="connsiteY5" fmla="*/ 33825 h 3955518"/>
              <a:gd name="connsiteX6" fmla="*/ 144904 w 2717203"/>
              <a:gd name="connsiteY6" fmla="*/ 120486 h 3955518"/>
              <a:gd name="connsiteX7" fmla="*/ 2035783 w 2717203"/>
              <a:gd name="connsiteY7" fmla="*/ 1541377 h 3955518"/>
              <a:gd name="connsiteX8" fmla="*/ 2552474 w 2717203"/>
              <a:gd name="connsiteY8" fmla="*/ 2288669 h 3955518"/>
              <a:gd name="connsiteX9" fmla="*/ 2638491 w 2717203"/>
              <a:gd name="connsiteY9" fmla="*/ 2705330 h 3955518"/>
              <a:gd name="connsiteX10" fmla="*/ 1385905 w 2717203"/>
              <a:gd name="connsiteY10" fmla="*/ 3943484 h 3955518"/>
              <a:gd name="connsiteX11" fmla="*/ 947256 w 2717203"/>
              <a:gd name="connsiteY11" fmla="*/ 3268229 h 3955518"/>
              <a:gd name="connsiteX12" fmla="*/ 24303 w 2717203"/>
              <a:gd name="connsiteY12" fmla="*/ 2964389 h 3955518"/>
              <a:gd name="connsiteX0" fmla="*/ 722040 w 3414940"/>
              <a:gd name="connsiteY0" fmla="*/ 3673866 h 4664995"/>
              <a:gd name="connsiteX1" fmla="*/ 1034930 w 3414940"/>
              <a:gd name="connsiteY1" fmla="*/ 3007358 h 4664995"/>
              <a:gd name="connsiteX2" fmla="*/ 1410009 w 3414940"/>
              <a:gd name="connsiteY2" fmla="*/ 2278877 h 4664995"/>
              <a:gd name="connsiteX3" fmla="*/ 1459222 w 3414940"/>
              <a:gd name="connsiteY3" fmla="*/ 1515764 h 4664995"/>
              <a:gd name="connsiteX4" fmla="*/ 1612376 w 3414940"/>
              <a:gd name="connsiteY4" fmla="*/ 1161720 h 4664995"/>
              <a:gd name="connsiteX5" fmla="*/ 1172974 w 3414940"/>
              <a:gd name="connsiteY5" fmla="*/ 743302 h 4664995"/>
              <a:gd name="connsiteX6" fmla="*/ 842641 w 3414940"/>
              <a:gd name="connsiteY6" fmla="*/ 829963 h 4664995"/>
              <a:gd name="connsiteX7" fmla="*/ 55487 w 3414940"/>
              <a:gd name="connsiteY7" fmla="*/ 33197 h 4664995"/>
              <a:gd name="connsiteX8" fmla="*/ 2733520 w 3414940"/>
              <a:gd name="connsiteY8" fmla="*/ 2250854 h 4664995"/>
              <a:gd name="connsiteX9" fmla="*/ 3250211 w 3414940"/>
              <a:gd name="connsiteY9" fmla="*/ 2998146 h 4664995"/>
              <a:gd name="connsiteX10" fmla="*/ 3336228 w 3414940"/>
              <a:gd name="connsiteY10" fmla="*/ 3414807 h 4664995"/>
              <a:gd name="connsiteX11" fmla="*/ 2083642 w 3414940"/>
              <a:gd name="connsiteY11" fmla="*/ 4652961 h 4664995"/>
              <a:gd name="connsiteX12" fmla="*/ 1644993 w 3414940"/>
              <a:gd name="connsiteY12" fmla="*/ 3977706 h 4664995"/>
              <a:gd name="connsiteX13" fmla="*/ 722040 w 3414940"/>
              <a:gd name="connsiteY13" fmla="*/ 3673866 h 4664995"/>
              <a:gd name="connsiteX0" fmla="*/ 666555 w 3359455"/>
              <a:gd name="connsiteY0" fmla="*/ 4802182 h 5793311"/>
              <a:gd name="connsiteX1" fmla="*/ 979445 w 3359455"/>
              <a:gd name="connsiteY1" fmla="*/ 4135674 h 5793311"/>
              <a:gd name="connsiteX2" fmla="*/ 1354524 w 3359455"/>
              <a:gd name="connsiteY2" fmla="*/ 3407193 h 5793311"/>
              <a:gd name="connsiteX3" fmla="*/ 1403737 w 3359455"/>
              <a:gd name="connsiteY3" fmla="*/ 2644080 h 5793311"/>
              <a:gd name="connsiteX4" fmla="*/ 1556891 w 3359455"/>
              <a:gd name="connsiteY4" fmla="*/ 2290036 h 5793311"/>
              <a:gd name="connsiteX5" fmla="*/ 1117489 w 3359455"/>
              <a:gd name="connsiteY5" fmla="*/ 1871618 h 5793311"/>
              <a:gd name="connsiteX6" fmla="*/ 787156 w 3359455"/>
              <a:gd name="connsiteY6" fmla="*/ 1958279 h 5793311"/>
              <a:gd name="connsiteX7" fmla="*/ 2 w 3359455"/>
              <a:gd name="connsiteY7" fmla="*/ 1161513 h 5793311"/>
              <a:gd name="connsiteX8" fmla="*/ 529173 w 3359455"/>
              <a:gd name="connsiteY8" fmla="*/ 60542 h 5793311"/>
              <a:gd name="connsiteX9" fmla="*/ 2678035 w 3359455"/>
              <a:gd name="connsiteY9" fmla="*/ 3379170 h 5793311"/>
              <a:gd name="connsiteX10" fmla="*/ 3194726 w 3359455"/>
              <a:gd name="connsiteY10" fmla="*/ 4126462 h 5793311"/>
              <a:gd name="connsiteX11" fmla="*/ 3280743 w 3359455"/>
              <a:gd name="connsiteY11" fmla="*/ 4543123 h 5793311"/>
              <a:gd name="connsiteX12" fmla="*/ 2028157 w 3359455"/>
              <a:gd name="connsiteY12" fmla="*/ 5781277 h 5793311"/>
              <a:gd name="connsiteX13" fmla="*/ 1589508 w 3359455"/>
              <a:gd name="connsiteY13" fmla="*/ 5106022 h 5793311"/>
              <a:gd name="connsiteX14" fmla="*/ 666555 w 3359455"/>
              <a:gd name="connsiteY14" fmla="*/ 4802182 h 5793311"/>
              <a:gd name="connsiteX0" fmla="*/ 666555 w 3359455"/>
              <a:gd name="connsiteY0" fmla="*/ 5098418 h 6089547"/>
              <a:gd name="connsiteX1" fmla="*/ 979445 w 3359455"/>
              <a:gd name="connsiteY1" fmla="*/ 4431910 h 6089547"/>
              <a:gd name="connsiteX2" fmla="*/ 1354524 w 3359455"/>
              <a:gd name="connsiteY2" fmla="*/ 3703429 h 6089547"/>
              <a:gd name="connsiteX3" fmla="*/ 1403737 w 3359455"/>
              <a:gd name="connsiteY3" fmla="*/ 2940316 h 6089547"/>
              <a:gd name="connsiteX4" fmla="*/ 1556891 w 3359455"/>
              <a:gd name="connsiteY4" fmla="*/ 2586272 h 6089547"/>
              <a:gd name="connsiteX5" fmla="*/ 1117489 w 3359455"/>
              <a:gd name="connsiteY5" fmla="*/ 2167854 h 6089547"/>
              <a:gd name="connsiteX6" fmla="*/ 787156 w 3359455"/>
              <a:gd name="connsiteY6" fmla="*/ 2254515 h 6089547"/>
              <a:gd name="connsiteX7" fmla="*/ 2 w 3359455"/>
              <a:gd name="connsiteY7" fmla="*/ 1457749 h 6089547"/>
              <a:gd name="connsiteX8" fmla="*/ 529173 w 3359455"/>
              <a:gd name="connsiteY8" fmla="*/ 356778 h 6089547"/>
              <a:gd name="connsiteX9" fmla="*/ 1644243 w 3359455"/>
              <a:gd name="connsiteY9" fmla="*/ 226743 h 6089547"/>
              <a:gd name="connsiteX10" fmla="*/ 2678035 w 3359455"/>
              <a:gd name="connsiteY10" fmla="*/ 3675406 h 6089547"/>
              <a:gd name="connsiteX11" fmla="*/ 3194726 w 3359455"/>
              <a:gd name="connsiteY11" fmla="*/ 4422698 h 6089547"/>
              <a:gd name="connsiteX12" fmla="*/ 3280743 w 3359455"/>
              <a:gd name="connsiteY12" fmla="*/ 4839359 h 6089547"/>
              <a:gd name="connsiteX13" fmla="*/ 2028157 w 3359455"/>
              <a:gd name="connsiteY13" fmla="*/ 6077513 h 6089547"/>
              <a:gd name="connsiteX14" fmla="*/ 1589508 w 3359455"/>
              <a:gd name="connsiteY14" fmla="*/ 5402258 h 6089547"/>
              <a:gd name="connsiteX15" fmla="*/ 666555 w 3359455"/>
              <a:gd name="connsiteY15" fmla="*/ 5098418 h 6089547"/>
              <a:gd name="connsiteX0" fmla="*/ 666555 w 3359455"/>
              <a:gd name="connsiteY0" fmla="*/ 4898337 h 5889466"/>
              <a:gd name="connsiteX1" fmla="*/ 979445 w 3359455"/>
              <a:gd name="connsiteY1" fmla="*/ 4231829 h 5889466"/>
              <a:gd name="connsiteX2" fmla="*/ 1354524 w 3359455"/>
              <a:gd name="connsiteY2" fmla="*/ 3503348 h 5889466"/>
              <a:gd name="connsiteX3" fmla="*/ 1403737 w 3359455"/>
              <a:gd name="connsiteY3" fmla="*/ 2740235 h 5889466"/>
              <a:gd name="connsiteX4" fmla="*/ 1556891 w 3359455"/>
              <a:gd name="connsiteY4" fmla="*/ 2386191 h 5889466"/>
              <a:gd name="connsiteX5" fmla="*/ 1117489 w 3359455"/>
              <a:gd name="connsiteY5" fmla="*/ 1967773 h 5889466"/>
              <a:gd name="connsiteX6" fmla="*/ 787156 w 3359455"/>
              <a:gd name="connsiteY6" fmla="*/ 2054434 h 5889466"/>
              <a:gd name="connsiteX7" fmla="*/ 2 w 3359455"/>
              <a:gd name="connsiteY7" fmla="*/ 1257668 h 5889466"/>
              <a:gd name="connsiteX8" fmla="*/ 529173 w 3359455"/>
              <a:gd name="connsiteY8" fmla="*/ 156697 h 5889466"/>
              <a:gd name="connsiteX9" fmla="*/ 1644243 w 3359455"/>
              <a:gd name="connsiteY9" fmla="*/ 26662 h 5889466"/>
              <a:gd name="connsiteX10" fmla="*/ 2285823 w 3359455"/>
              <a:gd name="connsiteY10" fmla="*/ 802810 h 5889466"/>
              <a:gd name="connsiteX11" fmla="*/ 2678035 w 3359455"/>
              <a:gd name="connsiteY11" fmla="*/ 3475325 h 5889466"/>
              <a:gd name="connsiteX12" fmla="*/ 3194726 w 3359455"/>
              <a:gd name="connsiteY12" fmla="*/ 4222617 h 5889466"/>
              <a:gd name="connsiteX13" fmla="*/ 3280743 w 3359455"/>
              <a:gd name="connsiteY13" fmla="*/ 4639278 h 5889466"/>
              <a:gd name="connsiteX14" fmla="*/ 2028157 w 3359455"/>
              <a:gd name="connsiteY14" fmla="*/ 5877432 h 5889466"/>
              <a:gd name="connsiteX15" fmla="*/ 1589508 w 3359455"/>
              <a:gd name="connsiteY15" fmla="*/ 5202177 h 5889466"/>
              <a:gd name="connsiteX16" fmla="*/ 666555 w 3359455"/>
              <a:gd name="connsiteY16" fmla="*/ 4898337 h 5889466"/>
              <a:gd name="connsiteX0" fmla="*/ 666555 w 3359455"/>
              <a:gd name="connsiteY0" fmla="*/ 4898337 h 5889466"/>
              <a:gd name="connsiteX1" fmla="*/ 979445 w 3359455"/>
              <a:gd name="connsiteY1" fmla="*/ 4231829 h 5889466"/>
              <a:gd name="connsiteX2" fmla="*/ 1354524 w 3359455"/>
              <a:gd name="connsiteY2" fmla="*/ 3503348 h 5889466"/>
              <a:gd name="connsiteX3" fmla="*/ 1403737 w 3359455"/>
              <a:gd name="connsiteY3" fmla="*/ 2740235 h 5889466"/>
              <a:gd name="connsiteX4" fmla="*/ 1556891 w 3359455"/>
              <a:gd name="connsiteY4" fmla="*/ 2386191 h 5889466"/>
              <a:gd name="connsiteX5" fmla="*/ 1117489 w 3359455"/>
              <a:gd name="connsiteY5" fmla="*/ 1967773 h 5889466"/>
              <a:gd name="connsiteX6" fmla="*/ 787156 w 3359455"/>
              <a:gd name="connsiteY6" fmla="*/ 2054434 h 5889466"/>
              <a:gd name="connsiteX7" fmla="*/ 2 w 3359455"/>
              <a:gd name="connsiteY7" fmla="*/ 1257668 h 5889466"/>
              <a:gd name="connsiteX8" fmla="*/ 529173 w 3359455"/>
              <a:gd name="connsiteY8" fmla="*/ 156697 h 5889466"/>
              <a:gd name="connsiteX9" fmla="*/ 1644243 w 3359455"/>
              <a:gd name="connsiteY9" fmla="*/ 26662 h 5889466"/>
              <a:gd name="connsiteX10" fmla="*/ 2285823 w 3359455"/>
              <a:gd name="connsiteY10" fmla="*/ 802810 h 5889466"/>
              <a:gd name="connsiteX11" fmla="*/ 2295888 w 3359455"/>
              <a:gd name="connsiteY11" fmla="*/ 1461425 h 5889466"/>
              <a:gd name="connsiteX12" fmla="*/ 2678035 w 3359455"/>
              <a:gd name="connsiteY12" fmla="*/ 3475325 h 5889466"/>
              <a:gd name="connsiteX13" fmla="*/ 3194726 w 3359455"/>
              <a:gd name="connsiteY13" fmla="*/ 4222617 h 5889466"/>
              <a:gd name="connsiteX14" fmla="*/ 3280743 w 3359455"/>
              <a:gd name="connsiteY14" fmla="*/ 4639278 h 5889466"/>
              <a:gd name="connsiteX15" fmla="*/ 2028157 w 3359455"/>
              <a:gd name="connsiteY15" fmla="*/ 5877432 h 5889466"/>
              <a:gd name="connsiteX16" fmla="*/ 1589508 w 3359455"/>
              <a:gd name="connsiteY16" fmla="*/ 5202177 h 5889466"/>
              <a:gd name="connsiteX17" fmla="*/ 666555 w 3359455"/>
              <a:gd name="connsiteY17" fmla="*/ 4898337 h 5889466"/>
              <a:gd name="connsiteX0" fmla="*/ 666555 w 3359455"/>
              <a:gd name="connsiteY0" fmla="*/ 4898337 h 5889466"/>
              <a:gd name="connsiteX1" fmla="*/ 979445 w 3359455"/>
              <a:gd name="connsiteY1" fmla="*/ 4231829 h 5889466"/>
              <a:gd name="connsiteX2" fmla="*/ 1354524 w 3359455"/>
              <a:gd name="connsiteY2" fmla="*/ 3503348 h 5889466"/>
              <a:gd name="connsiteX3" fmla="*/ 1403737 w 3359455"/>
              <a:gd name="connsiteY3" fmla="*/ 2740235 h 5889466"/>
              <a:gd name="connsiteX4" fmla="*/ 1556891 w 3359455"/>
              <a:gd name="connsiteY4" fmla="*/ 2386191 h 5889466"/>
              <a:gd name="connsiteX5" fmla="*/ 1117489 w 3359455"/>
              <a:gd name="connsiteY5" fmla="*/ 1967773 h 5889466"/>
              <a:gd name="connsiteX6" fmla="*/ 787156 w 3359455"/>
              <a:gd name="connsiteY6" fmla="*/ 2054434 h 5889466"/>
              <a:gd name="connsiteX7" fmla="*/ 2 w 3359455"/>
              <a:gd name="connsiteY7" fmla="*/ 1257668 h 5889466"/>
              <a:gd name="connsiteX8" fmla="*/ 529173 w 3359455"/>
              <a:gd name="connsiteY8" fmla="*/ 156697 h 5889466"/>
              <a:gd name="connsiteX9" fmla="*/ 1644243 w 3359455"/>
              <a:gd name="connsiteY9" fmla="*/ 26662 h 5889466"/>
              <a:gd name="connsiteX10" fmla="*/ 2285823 w 3359455"/>
              <a:gd name="connsiteY10" fmla="*/ 802810 h 5889466"/>
              <a:gd name="connsiteX11" fmla="*/ 2295888 w 3359455"/>
              <a:gd name="connsiteY11" fmla="*/ 1461425 h 5889466"/>
              <a:gd name="connsiteX12" fmla="*/ 2379611 w 3359455"/>
              <a:gd name="connsiteY12" fmla="*/ 1918766 h 5889466"/>
              <a:gd name="connsiteX13" fmla="*/ 2678035 w 3359455"/>
              <a:gd name="connsiteY13" fmla="*/ 3475325 h 5889466"/>
              <a:gd name="connsiteX14" fmla="*/ 3194726 w 3359455"/>
              <a:gd name="connsiteY14" fmla="*/ 4222617 h 5889466"/>
              <a:gd name="connsiteX15" fmla="*/ 3280743 w 3359455"/>
              <a:gd name="connsiteY15" fmla="*/ 4639278 h 5889466"/>
              <a:gd name="connsiteX16" fmla="*/ 2028157 w 3359455"/>
              <a:gd name="connsiteY16" fmla="*/ 5877432 h 5889466"/>
              <a:gd name="connsiteX17" fmla="*/ 1589508 w 3359455"/>
              <a:gd name="connsiteY17" fmla="*/ 5202177 h 5889466"/>
              <a:gd name="connsiteX18" fmla="*/ 666555 w 3359455"/>
              <a:gd name="connsiteY18" fmla="*/ 4898337 h 5889466"/>
              <a:gd name="connsiteX0" fmla="*/ 666555 w 3359455"/>
              <a:gd name="connsiteY0" fmla="*/ 4898337 h 5889466"/>
              <a:gd name="connsiteX1" fmla="*/ 979445 w 3359455"/>
              <a:gd name="connsiteY1" fmla="*/ 4231829 h 5889466"/>
              <a:gd name="connsiteX2" fmla="*/ 1354524 w 3359455"/>
              <a:gd name="connsiteY2" fmla="*/ 3503348 h 5889466"/>
              <a:gd name="connsiteX3" fmla="*/ 1403737 w 3359455"/>
              <a:gd name="connsiteY3" fmla="*/ 2740235 h 5889466"/>
              <a:gd name="connsiteX4" fmla="*/ 1556891 w 3359455"/>
              <a:gd name="connsiteY4" fmla="*/ 2386191 h 5889466"/>
              <a:gd name="connsiteX5" fmla="*/ 1117489 w 3359455"/>
              <a:gd name="connsiteY5" fmla="*/ 1967773 h 5889466"/>
              <a:gd name="connsiteX6" fmla="*/ 787156 w 3359455"/>
              <a:gd name="connsiteY6" fmla="*/ 2054434 h 5889466"/>
              <a:gd name="connsiteX7" fmla="*/ 2 w 3359455"/>
              <a:gd name="connsiteY7" fmla="*/ 1257668 h 5889466"/>
              <a:gd name="connsiteX8" fmla="*/ 529173 w 3359455"/>
              <a:gd name="connsiteY8" fmla="*/ 156697 h 5889466"/>
              <a:gd name="connsiteX9" fmla="*/ 1644243 w 3359455"/>
              <a:gd name="connsiteY9" fmla="*/ 26662 h 5889466"/>
              <a:gd name="connsiteX10" fmla="*/ 2285823 w 3359455"/>
              <a:gd name="connsiteY10" fmla="*/ 802810 h 5889466"/>
              <a:gd name="connsiteX11" fmla="*/ 2295888 w 3359455"/>
              <a:gd name="connsiteY11" fmla="*/ 1461425 h 5889466"/>
              <a:gd name="connsiteX12" fmla="*/ 2379611 w 3359455"/>
              <a:gd name="connsiteY12" fmla="*/ 1918766 h 5889466"/>
              <a:gd name="connsiteX13" fmla="*/ 2869096 w 3359455"/>
              <a:gd name="connsiteY13" fmla="*/ 2160666 h 5889466"/>
              <a:gd name="connsiteX14" fmla="*/ 2678035 w 3359455"/>
              <a:gd name="connsiteY14" fmla="*/ 3475325 h 5889466"/>
              <a:gd name="connsiteX15" fmla="*/ 3194726 w 3359455"/>
              <a:gd name="connsiteY15" fmla="*/ 4222617 h 5889466"/>
              <a:gd name="connsiteX16" fmla="*/ 3280743 w 3359455"/>
              <a:gd name="connsiteY16" fmla="*/ 4639278 h 5889466"/>
              <a:gd name="connsiteX17" fmla="*/ 2028157 w 3359455"/>
              <a:gd name="connsiteY17" fmla="*/ 5877432 h 5889466"/>
              <a:gd name="connsiteX18" fmla="*/ 1589508 w 3359455"/>
              <a:gd name="connsiteY18" fmla="*/ 5202177 h 5889466"/>
              <a:gd name="connsiteX19" fmla="*/ 666555 w 3359455"/>
              <a:gd name="connsiteY19" fmla="*/ 4898337 h 5889466"/>
              <a:gd name="connsiteX0" fmla="*/ 666555 w 3359455"/>
              <a:gd name="connsiteY0" fmla="*/ 4898337 h 5889466"/>
              <a:gd name="connsiteX1" fmla="*/ 979445 w 3359455"/>
              <a:gd name="connsiteY1" fmla="*/ 4231829 h 5889466"/>
              <a:gd name="connsiteX2" fmla="*/ 1354524 w 3359455"/>
              <a:gd name="connsiteY2" fmla="*/ 3503348 h 5889466"/>
              <a:gd name="connsiteX3" fmla="*/ 1403737 w 3359455"/>
              <a:gd name="connsiteY3" fmla="*/ 2740235 h 5889466"/>
              <a:gd name="connsiteX4" fmla="*/ 1556891 w 3359455"/>
              <a:gd name="connsiteY4" fmla="*/ 2386191 h 5889466"/>
              <a:gd name="connsiteX5" fmla="*/ 1117489 w 3359455"/>
              <a:gd name="connsiteY5" fmla="*/ 1967773 h 5889466"/>
              <a:gd name="connsiteX6" fmla="*/ 787156 w 3359455"/>
              <a:gd name="connsiteY6" fmla="*/ 2054434 h 5889466"/>
              <a:gd name="connsiteX7" fmla="*/ 2 w 3359455"/>
              <a:gd name="connsiteY7" fmla="*/ 1257668 h 5889466"/>
              <a:gd name="connsiteX8" fmla="*/ 529173 w 3359455"/>
              <a:gd name="connsiteY8" fmla="*/ 156697 h 5889466"/>
              <a:gd name="connsiteX9" fmla="*/ 1644243 w 3359455"/>
              <a:gd name="connsiteY9" fmla="*/ 26662 h 5889466"/>
              <a:gd name="connsiteX10" fmla="*/ 2285823 w 3359455"/>
              <a:gd name="connsiteY10" fmla="*/ 802810 h 5889466"/>
              <a:gd name="connsiteX11" fmla="*/ 2295888 w 3359455"/>
              <a:gd name="connsiteY11" fmla="*/ 1461425 h 5889466"/>
              <a:gd name="connsiteX12" fmla="*/ 2379611 w 3359455"/>
              <a:gd name="connsiteY12" fmla="*/ 1918766 h 5889466"/>
              <a:gd name="connsiteX13" fmla="*/ 2869096 w 3359455"/>
              <a:gd name="connsiteY13" fmla="*/ 2160666 h 5889466"/>
              <a:gd name="connsiteX14" fmla="*/ 2834955 w 3359455"/>
              <a:gd name="connsiteY14" fmla="*/ 2741782 h 5889466"/>
              <a:gd name="connsiteX15" fmla="*/ 2678035 w 3359455"/>
              <a:gd name="connsiteY15" fmla="*/ 3475325 h 5889466"/>
              <a:gd name="connsiteX16" fmla="*/ 3194726 w 3359455"/>
              <a:gd name="connsiteY16" fmla="*/ 4222617 h 5889466"/>
              <a:gd name="connsiteX17" fmla="*/ 3280743 w 3359455"/>
              <a:gd name="connsiteY17" fmla="*/ 4639278 h 5889466"/>
              <a:gd name="connsiteX18" fmla="*/ 2028157 w 3359455"/>
              <a:gd name="connsiteY18" fmla="*/ 5877432 h 5889466"/>
              <a:gd name="connsiteX19" fmla="*/ 1589508 w 3359455"/>
              <a:gd name="connsiteY19" fmla="*/ 5202177 h 5889466"/>
              <a:gd name="connsiteX20" fmla="*/ 666555 w 3359455"/>
              <a:gd name="connsiteY20" fmla="*/ 4898337 h 5889466"/>
              <a:gd name="connsiteX0" fmla="*/ 666555 w 3359455"/>
              <a:gd name="connsiteY0" fmla="*/ 4898337 h 5889466"/>
              <a:gd name="connsiteX1" fmla="*/ 979445 w 3359455"/>
              <a:gd name="connsiteY1" fmla="*/ 4231829 h 5889466"/>
              <a:gd name="connsiteX2" fmla="*/ 1354524 w 3359455"/>
              <a:gd name="connsiteY2" fmla="*/ 3503348 h 5889466"/>
              <a:gd name="connsiteX3" fmla="*/ 1403737 w 3359455"/>
              <a:gd name="connsiteY3" fmla="*/ 2740235 h 5889466"/>
              <a:gd name="connsiteX4" fmla="*/ 1556891 w 3359455"/>
              <a:gd name="connsiteY4" fmla="*/ 2386191 h 5889466"/>
              <a:gd name="connsiteX5" fmla="*/ 1117489 w 3359455"/>
              <a:gd name="connsiteY5" fmla="*/ 1967773 h 5889466"/>
              <a:gd name="connsiteX6" fmla="*/ 787156 w 3359455"/>
              <a:gd name="connsiteY6" fmla="*/ 2054434 h 5889466"/>
              <a:gd name="connsiteX7" fmla="*/ 2 w 3359455"/>
              <a:gd name="connsiteY7" fmla="*/ 1257668 h 5889466"/>
              <a:gd name="connsiteX8" fmla="*/ 529173 w 3359455"/>
              <a:gd name="connsiteY8" fmla="*/ 156697 h 5889466"/>
              <a:gd name="connsiteX9" fmla="*/ 1644243 w 3359455"/>
              <a:gd name="connsiteY9" fmla="*/ 26662 h 5889466"/>
              <a:gd name="connsiteX10" fmla="*/ 2285823 w 3359455"/>
              <a:gd name="connsiteY10" fmla="*/ 802810 h 5889466"/>
              <a:gd name="connsiteX11" fmla="*/ 2295888 w 3359455"/>
              <a:gd name="connsiteY11" fmla="*/ 1461425 h 5889466"/>
              <a:gd name="connsiteX12" fmla="*/ 2379611 w 3359455"/>
              <a:gd name="connsiteY12" fmla="*/ 1918766 h 5889466"/>
              <a:gd name="connsiteX13" fmla="*/ 2869096 w 3359455"/>
              <a:gd name="connsiteY13" fmla="*/ 2160666 h 5889466"/>
              <a:gd name="connsiteX14" fmla="*/ 2834955 w 3359455"/>
              <a:gd name="connsiteY14" fmla="*/ 2741782 h 5889466"/>
              <a:gd name="connsiteX15" fmla="*/ 3170996 w 3359455"/>
              <a:gd name="connsiteY15" fmla="*/ 2870897 h 5889466"/>
              <a:gd name="connsiteX16" fmla="*/ 3194726 w 3359455"/>
              <a:gd name="connsiteY16" fmla="*/ 4222617 h 5889466"/>
              <a:gd name="connsiteX17" fmla="*/ 3280743 w 3359455"/>
              <a:gd name="connsiteY17" fmla="*/ 4639278 h 5889466"/>
              <a:gd name="connsiteX18" fmla="*/ 2028157 w 3359455"/>
              <a:gd name="connsiteY18" fmla="*/ 5877432 h 5889466"/>
              <a:gd name="connsiteX19" fmla="*/ 1589508 w 3359455"/>
              <a:gd name="connsiteY19" fmla="*/ 5202177 h 5889466"/>
              <a:gd name="connsiteX20" fmla="*/ 666555 w 3359455"/>
              <a:gd name="connsiteY20" fmla="*/ 4898337 h 5889466"/>
              <a:gd name="connsiteX0" fmla="*/ 666555 w 3363075"/>
              <a:gd name="connsiteY0" fmla="*/ 4898337 h 5889466"/>
              <a:gd name="connsiteX1" fmla="*/ 979445 w 3363075"/>
              <a:gd name="connsiteY1" fmla="*/ 4231829 h 5889466"/>
              <a:gd name="connsiteX2" fmla="*/ 1354524 w 3363075"/>
              <a:gd name="connsiteY2" fmla="*/ 3503348 h 5889466"/>
              <a:gd name="connsiteX3" fmla="*/ 1403737 w 3363075"/>
              <a:gd name="connsiteY3" fmla="*/ 2740235 h 5889466"/>
              <a:gd name="connsiteX4" fmla="*/ 1556891 w 3363075"/>
              <a:gd name="connsiteY4" fmla="*/ 2386191 h 5889466"/>
              <a:gd name="connsiteX5" fmla="*/ 1117489 w 3363075"/>
              <a:gd name="connsiteY5" fmla="*/ 1967773 h 5889466"/>
              <a:gd name="connsiteX6" fmla="*/ 787156 w 3363075"/>
              <a:gd name="connsiteY6" fmla="*/ 2054434 h 5889466"/>
              <a:gd name="connsiteX7" fmla="*/ 2 w 3363075"/>
              <a:gd name="connsiteY7" fmla="*/ 1257668 h 5889466"/>
              <a:gd name="connsiteX8" fmla="*/ 529173 w 3363075"/>
              <a:gd name="connsiteY8" fmla="*/ 156697 h 5889466"/>
              <a:gd name="connsiteX9" fmla="*/ 1644243 w 3363075"/>
              <a:gd name="connsiteY9" fmla="*/ 26662 h 5889466"/>
              <a:gd name="connsiteX10" fmla="*/ 2285823 w 3363075"/>
              <a:gd name="connsiteY10" fmla="*/ 802810 h 5889466"/>
              <a:gd name="connsiteX11" fmla="*/ 2295888 w 3363075"/>
              <a:gd name="connsiteY11" fmla="*/ 1461425 h 5889466"/>
              <a:gd name="connsiteX12" fmla="*/ 2379611 w 3363075"/>
              <a:gd name="connsiteY12" fmla="*/ 1918766 h 5889466"/>
              <a:gd name="connsiteX13" fmla="*/ 2869096 w 3363075"/>
              <a:gd name="connsiteY13" fmla="*/ 2160666 h 5889466"/>
              <a:gd name="connsiteX14" fmla="*/ 2834955 w 3363075"/>
              <a:gd name="connsiteY14" fmla="*/ 2741782 h 5889466"/>
              <a:gd name="connsiteX15" fmla="*/ 3170996 w 3363075"/>
              <a:gd name="connsiteY15" fmla="*/ 2870897 h 5889466"/>
              <a:gd name="connsiteX16" fmla="*/ 3363014 w 3363075"/>
              <a:gd name="connsiteY16" fmla="*/ 2583794 h 5889466"/>
              <a:gd name="connsiteX17" fmla="*/ 3194726 w 3363075"/>
              <a:gd name="connsiteY17" fmla="*/ 4222617 h 5889466"/>
              <a:gd name="connsiteX18" fmla="*/ 3280743 w 3363075"/>
              <a:gd name="connsiteY18" fmla="*/ 4639278 h 5889466"/>
              <a:gd name="connsiteX19" fmla="*/ 2028157 w 3363075"/>
              <a:gd name="connsiteY19" fmla="*/ 5877432 h 5889466"/>
              <a:gd name="connsiteX20" fmla="*/ 1589508 w 3363075"/>
              <a:gd name="connsiteY20" fmla="*/ 5202177 h 5889466"/>
              <a:gd name="connsiteX21" fmla="*/ 666555 w 3363075"/>
              <a:gd name="connsiteY21" fmla="*/ 4898337 h 5889466"/>
              <a:gd name="connsiteX0" fmla="*/ 666555 w 3709972"/>
              <a:gd name="connsiteY0" fmla="*/ 4898337 h 5889466"/>
              <a:gd name="connsiteX1" fmla="*/ 979445 w 3709972"/>
              <a:gd name="connsiteY1" fmla="*/ 4231829 h 5889466"/>
              <a:gd name="connsiteX2" fmla="*/ 1354524 w 3709972"/>
              <a:gd name="connsiteY2" fmla="*/ 3503348 h 5889466"/>
              <a:gd name="connsiteX3" fmla="*/ 1403737 w 3709972"/>
              <a:gd name="connsiteY3" fmla="*/ 2740235 h 5889466"/>
              <a:gd name="connsiteX4" fmla="*/ 1556891 w 3709972"/>
              <a:gd name="connsiteY4" fmla="*/ 2386191 h 5889466"/>
              <a:gd name="connsiteX5" fmla="*/ 1117489 w 3709972"/>
              <a:gd name="connsiteY5" fmla="*/ 1967773 h 5889466"/>
              <a:gd name="connsiteX6" fmla="*/ 787156 w 3709972"/>
              <a:gd name="connsiteY6" fmla="*/ 2054434 h 5889466"/>
              <a:gd name="connsiteX7" fmla="*/ 2 w 3709972"/>
              <a:gd name="connsiteY7" fmla="*/ 1257668 h 5889466"/>
              <a:gd name="connsiteX8" fmla="*/ 529173 w 3709972"/>
              <a:gd name="connsiteY8" fmla="*/ 156697 h 5889466"/>
              <a:gd name="connsiteX9" fmla="*/ 1644243 w 3709972"/>
              <a:gd name="connsiteY9" fmla="*/ 26662 h 5889466"/>
              <a:gd name="connsiteX10" fmla="*/ 2285823 w 3709972"/>
              <a:gd name="connsiteY10" fmla="*/ 802810 h 5889466"/>
              <a:gd name="connsiteX11" fmla="*/ 2295888 w 3709972"/>
              <a:gd name="connsiteY11" fmla="*/ 1461425 h 5889466"/>
              <a:gd name="connsiteX12" fmla="*/ 2379611 w 3709972"/>
              <a:gd name="connsiteY12" fmla="*/ 1918766 h 5889466"/>
              <a:gd name="connsiteX13" fmla="*/ 2869096 w 3709972"/>
              <a:gd name="connsiteY13" fmla="*/ 2160666 h 5889466"/>
              <a:gd name="connsiteX14" fmla="*/ 2834955 w 3709972"/>
              <a:gd name="connsiteY14" fmla="*/ 2741782 h 5889466"/>
              <a:gd name="connsiteX15" fmla="*/ 3170996 w 3709972"/>
              <a:gd name="connsiteY15" fmla="*/ 2870897 h 5889466"/>
              <a:gd name="connsiteX16" fmla="*/ 3363014 w 3709972"/>
              <a:gd name="connsiteY16" fmla="*/ 2583794 h 5889466"/>
              <a:gd name="connsiteX17" fmla="*/ 3708368 w 3709972"/>
              <a:gd name="connsiteY17" fmla="*/ 2369830 h 5889466"/>
              <a:gd name="connsiteX18" fmla="*/ 3194726 w 3709972"/>
              <a:gd name="connsiteY18" fmla="*/ 4222617 h 5889466"/>
              <a:gd name="connsiteX19" fmla="*/ 3280743 w 3709972"/>
              <a:gd name="connsiteY19" fmla="*/ 4639278 h 5889466"/>
              <a:gd name="connsiteX20" fmla="*/ 2028157 w 3709972"/>
              <a:gd name="connsiteY20" fmla="*/ 5877432 h 5889466"/>
              <a:gd name="connsiteX21" fmla="*/ 1589508 w 3709972"/>
              <a:gd name="connsiteY21" fmla="*/ 5202177 h 5889466"/>
              <a:gd name="connsiteX22" fmla="*/ 666555 w 3709972"/>
              <a:gd name="connsiteY22" fmla="*/ 4898337 h 5889466"/>
              <a:gd name="connsiteX0" fmla="*/ 666555 w 3977395"/>
              <a:gd name="connsiteY0" fmla="*/ 4898337 h 5889466"/>
              <a:gd name="connsiteX1" fmla="*/ 979445 w 3977395"/>
              <a:gd name="connsiteY1" fmla="*/ 4231829 h 5889466"/>
              <a:gd name="connsiteX2" fmla="*/ 1354524 w 3977395"/>
              <a:gd name="connsiteY2" fmla="*/ 3503348 h 5889466"/>
              <a:gd name="connsiteX3" fmla="*/ 1403737 w 3977395"/>
              <a:gd name="connsiteY3" fmla="*/ 2740235 h 5889466"/>
              <a:gd name="connsiteX4" fmla="*/ 1556891 w 3977395"/>
              <a:gd name="connsiteY4" fmla="*/ 2386191 h 5889466"/>
              <a:gd name="connsiteX5" fmla="*/ 1117489 w 3977395"/>
              <a:gd name="connsiteY5" fmla="*/ 1967773 h 5889466"/>
              <a:gd name="connsiteX6" fmla="*/ 787156 w 3977395"/>
              <a:gd name="connsiteY6" fmla="*/ 2054434 h 5889466"/>
              <a:gd name="connsiteX7" fmla="*/ 2 w 3977395"/>
              <a:gd name="connsiteY7" fmla="*/ 1257668 h 5889466"/>
              <a:gd name="connsiteX8" fmla="*/ 529173 w 3977395"/>
              <a:gd name="connsiteY8" fmla="*/ 156697 h 5889466"/>
              <a:gd name="connsiteX9" fmla="*/ 1644243 w 3977395"/>
              <a:gd name="connsiteY9" fmla="*/ 26662 h 5889466"/>
              <a:gd name="connsiteX10" fmla="*/ 2285823 w 3977395"/>
              <a:gd name="connsiteY10" fmla="*/ 802810 h 5889466"/>
              <a:gd name="connsiteX11" fmla="*/ 2295888 w 3977395"/>
              <a:gd name="connsiteY11" fmla="*/ 1461425 h 5889466"/>
              <a:gd name="connsiteX12" fmla="*/ 2379611 w 3977395"/>
              <a:gd name="connsiteY12" fmla="*/ 1918766 h 5889466"/>
              <a:gd name="connsiteX13" fmla="*/ 2869096 w 3977395"/>
              <a:gd name="connsiteY13" fmla="*/ 2160666 h 5889466"/>
              <a:gd name="connsiteX14" fmla="*/ 2834955 w 3977395"/>
              <a:gd name="connsiteY14" fmla="*/ 2741782 h 5889466"/>
              <a:gd name="connsiteX15" fmla="*/ 3170996 w 3977395"/>
              <a:gd name="connsiteY15" fmla="*/ 2870897 h 5889466"/>
              <a:gd name="connsiteX16" fmla="*/ 3363014 w 3977395"/>
              <a:gd name="connsiteY16" fmla="*/ 2583794 h 5889466"/>
              <a:gd name="connsiteX17" fmla="*/ 3708368 w 3977395"/>
              <a:gd name="connsiteY17" fmla="*/ 2369830 h 5889466"/>
              <a:gd name="connsiteX18" fmla="*/ 3962123 w 3977395"/>
              <a:gd name="connsiteY18" fmla="*/ 2859280 h 5889466"/>
              <a:gd name="connsiteX19" fmla="*/ 3194726 w 3977395"/>
              <a:gd name="connsiteY19" fmla="*/ 4222617 h 5889466"/>
              <a:gd name="connsiteX20" fmla="*/ 3280743 w 3977395"/>
              <a:gd name="connsiteY20" fmla="*/ 4639278 h 5889466"/>
              <a:gd name="connsiteX21" fmla="*/ 2028157 w 3977395"/>
              <a:gd name="connsiteY21" fmla="*/ 5877432 h 5889466"/>
              <a:gd name="connsiteX22" fmla="*/ 1589508 w 3977395"/>
              <a:gd name="connsiteY22" fmla="*/ 5202177 h 5889466"/>
              <a:gd name="connsiteX23" fmla="*/ 666555 w 3977395"/>
              <a:gd name="connsiteY23" fmla="*/ 4898337 h 5889466"/>
              <a:gd name="connsiteX0" fmla="*/ 666555 w 3962325"/>
              <a:gd name="connsiteY0" fmla="*/ 4898337 h 5889466"/>
              <a:gd name="connsiteX1" fmla="*/ 979445 w 3962325"/>
              <a:gd name="connsiteY1" fmla="*/ 4231829 h 5889466"/>
              <a:gd name="connsiteX2" fmla="*/ 1354524 w 3962325"/>
              <a:gd name="connsiteY2" fmla="*/ 3503348 h 5889466"/>
              <a:gd name="connsiteX3" fmla="*/ 1403737 w 3962325"/>
              <a:gd name="connsiteY3" fmla="*/ 2740235 h 5889466"/>
              <a:gd name="connsiteX4" fmla="*/ 1556891 w 3962325"/>
              <a:gd name="connsiteY4" fmla="*/ 2386191 h 5889466"/>
              <a:gd name="connsiteX5" fmla="*/ 1117489 w 3962325"/>
              <a:gd name="connsiteY5" fmla="*/ 1967773 h 5889466"/>
              <a:gd name="connsiteX6" fmla="*/ 787156 w 3962325"/>
              <a:gd name="connsiteY6" fmla="*/ 2054434 h 5889466"/>
              <a:gd name="connsiteX7" fmla="*/ 2 w 3962325"/>
              <a:gd name="connsiteY7" fmla="*/ 1257668 h 5889466"/>
              <a:gd name="connsiteX8" fmla="*/ 529173 w 3962325"/>
              <a:gd name="connsiteY8" fmla="*/ 156697 h 5889466"/>
              <a:gd name="connsiteX9" fmla="*/ 1644243 w 3962325"/>
              <a:gd name="connsiteY9" fmla="*/ 26662 h 5889466"/>
              <a:gd name="connsiteX10" fmla="*/ 2285823 w 3962325"/>
              <a:gd name="connsiteY10" fmla="*/ 802810 h 5889466"/>
              <a:gd name="connsiteX11" fmla="*/ 2295888 w 3962325"/>
              <a:gd name="connsiteY11" fmla="*/ 1461425 h 5889466"/>
              <a:gd name="connsiteX12" fmla="*/ 2379611 w 3962325"/>
              <a:gd name="connsiteY12" fmla="*/ 1918766 h 5889466"/>
              <a:gd name="connsiteX13" fmla="*/ 2869096 w 3962325"/>
              <a:gd name="connsiteY13" fmla="*/ 2160666 h 5889466"/>
              <a:gd name="connsiteX14" fmla="*/ 2834955 w 3962325"/>
              <a:gd name="connsiteY14" fmla="*/ 2741782 h 5889466"/>
              <a:gd name="connsiteX15" fmla="*/ 3170996 w 3962325"/>
              <a:gd name="connsiteY15" fmla="*/ 2870897 h 5889466"/>
              <a:gd name="connsiteX16" fmla="*/ 3363014 w 3962325"/>
              <a:gd name="connsiteY16" fmla="*/ 2583794 h 5889466"/>
              <a:gd name="connsiteX17" fmla="*/ 3708368 w 3962325"/>
              <a:gd name="connsiteY17" fmla="*/ 2369830 h 5889466"/>
              <a:gd name="connsiteX18" fmla="*/ 3962123 w 3962325"/>
              <a:gd name="connsiteY18" fmla="*/ 2859280 h 5889466"/>
              <a:gd name="connsiteX19" fmla="*/ 3506296 w 3962325"/>
              <a:gd name="connsiteY19" fmla="*/ 3499069 h 5889466"/>
              <a:gd name="connsiteX20" fmla="*/ 3194726 w 3962325"/>
              <a:gd name="connsiteY20" fmla="*/ 4222617 h 5889466"/>
              <a:gd name="connsiteX21" fmla="*/ 3280743 w 3962325"/>
              <a:gd name="connsiteY21" fmla="*/ 4639278 h 5889466"/>
              <a:gd name="connsiteX22" fmla="*/ 2028157 w 3962325"/>
              <a:gd name="connsiteY22" fmla="*/ 5877432 h 5889466"/>
              <a:gd name="connsiteX23" fmla="*/ 1589508 w 3962325"/>
              <a:gd name="connsiteY23" fmla="*/ 5202177 h 5889466"/>
              <a:gd name="connsiteX24" fmla="*/ 666555 w 3962325"/>
              <a:gd name="connsiteY24" fmla="*/ 4898337 h 5889466"/>
              <a:gd name="connsiteX0" fmla="*/ 666555 w 3962325"/>
              <a:gd name="connsiteY0" fmla="*/ 4898337 h 5889466"/>
              <a:gd name="connsiteX1" fmla="*/ 979445 w 3962325"/>
              <a:gd name="connsiteY1" fmla="*/ 4231829 h 5889466"/>
              <a:gd name="connsiteX2" fmla="*/ 1354524 w 3962325"/>
              <a:gd name="connsiteY2" fmla="*/ 3503348 h 5889466"/>
              <a:gd name="connsiteX3" fmla="*/ 1403737 w 3962325"/>
              <a:gd name="connsiteY3" fmla="*/ 2740235 h 5889466"/>
              <a:gd name="connsiteX4" fmla="*/ 1556891 w 3962325"/>
              <a:gd name="connsiteY4" fmla="*/ 2386191 h 5889466"/>
              <a:gd name="connsiteX5" fmla="*/ 1117489 w 3962325"/>
              <a:gd name="connsiteY5" fmla="*/ 1967773 h 5889466"/>
              <a:gd name="connsiteX6" fmla="*/ 787156 w 3962325"/>
              <a:gd name="connsiteY6" fmla="*/ 2054434 h 5889466"/>
              <a:gd name="connsiteX7" fmla="*/ 2 w 3962325"/>
              <a:gd name="connsiteY7" fmla="*/ 1257668 h 5889466"/>
              <a:gd name="connsiteX8" fmla="*/ 529173 w 3962325"/>
              <a:gd name="connsiteY8" fmla="*/ 156697 h 5889466"/>
              <a:gd name="connsiteX9" fmla="*/ 1644243 w 3962325"/>
              <a:gd name="connsiteY9" fmla="*/ 26662 h 5889466"/>
              <a:gd name="connsiteX10" fmla="*/ 2285823 w 3962325"/>
              <a:gd name="connsiteY10" fmla="*/ 802810 h 5889466"/>
              <a:gd name="connsiteX11" fmla="*/ 2295888 w 3962325"/>
              <a:gd name="connsiteY11" fmla="*/ 1461425 h 5889466"/>
              <a:gd name="connsiteX12" fmla="*/ 2379611 w 3962325"/>
              <a:gd name="connsiteY12" fmla="*/ 1918766 h 5889466"/>
              <a:gd name="connsiteX13" fmla="*/ 2869096 w 3962325"/>
              <a:gd name="connsiteY13" fmla="*/ 2160666 h 5889466"/>
              <a:gd name="connsiteX14" fmla="*/ 2834955 w 3962325"/>
              <a:gd name="connsiteY14" fmla="*/ 2741782 h 5889466"/>
              <a:gd name="connsiteX15" fmla="*/ 3170996 w 3962325"/>
              <a:gd name="connsiteY15" fmla="*/ 2870897 h 5889466"/>
              <a:gd name="connsiteX16" fmla="*/ 3363014 w 3962325"/>
              <a:gd name="connsiteY16" fmla="*/ 2583794 h 5889466"/>
              <a:gd name="connsiteX17" fmla="*/ 3708368 w 3962325"/>
              <a:gd name="connsiteY17" fmla="*/ 2369830 h 5889466"/>
              <a:gd name="connsiteX18" fmla="*/ 3962123 w 3962325"/>
              <a:gd name="connsiteY18" fmla="*/ 2859280 h 5889466"/>
              <a:gd name="connsiteX19" fmla="*/ 3506296 w 3962325"/>
              <a:gd name="connsiteY19" fmla="*/ 3499069 h 5889466"/>
              <a:gd name="connsiteX20" fmla="*/ 3062827 w 3962325"/>
              <a:gd name="connsiteY20" fmla="*/ 3902816 h 5889466"/>
              <a:gd name="connsiteX21" fmla="*/ 3194726 w 3962325"/>
              <a:gd name="connsiteY21" fmla="*/ 4222617 h 5889466"/>
              <a:gd name="connsiteX22" fmla="*/ 3280743 w 3962325"/>
              <a:gd name="connsiteY22" fmla="*/ 4639278 h 5889466"/>
              <a:gd name="connsiteX23" fmla="*/ 2028157 w 3962325"/>
              <a:gd name="connsiteY23" fmla="*/ 5877432 h 5889466"/>
              <a:gd name="connsiteX24" fmla="*/ 1589508 w 3962325"/>
              <a:gd name="connsiteY24" fmla="*/ 5202177 h 5889466"/>
              <a:gd name="connsiteX25" fmla="*/ 666555 w 3962325"/>
              <a:gd name="connsiteY25" fmla="*/ 4898337 h 5889466"/>
              <a:gd name="connsiteX0" fmla="*/ 666555 w 3962325"/>
              <a:gd name="connsiteY0" fmla="*/ 4898337 h 5889466"/>
              <a:gd name="connsiteX1" fmla="*/ 979445 w 3962325"/>
              <a:gd name="connsiteY1" fmla="*/ 4231829 h 5889466"/>
              <a:gd name="connsiteX2" fmla="*/ 1354524 w 3962325"/>
              <a:gd name="connsiteY2" fmla="*/ 3503348 h 5889466"/>
              <a:gd name="connsiteX3" fmla="*/ 1403737 w 3962325"/>
              <a:gd name="connsiteY3" fmla="*/ 2740235 h 5889466"/>
              <a:gd name="connsiteX4" fmla="*/ 1556891 w 3962325"/>
              <a:gd name="connsiteY4" fmla="*/ 2386191 h 5889466"/>
              <a:gd name="connsiteX5" fmla="*/ 1117489 w 3962325"/>
              <a:gd name="connsiteY5" fmla="*/ 1967773 h 5889466"/>
              <a:gd name="connsiteX6" fmla="*/ 787156 w 3962325"/>
              <a:gd name="connsiteY6" fmla="*/ 2054434 h 5889466"/>
              <a:gd name="connsiteX7" fmla="*/ 2 w 3962325"/>
              <a:gd name="connsiteY7" fmla="*/ 1257668 h 5889466"/>
              <a:gd name="connsiteX8" fmla="*/ 529173 w 3962325"/>
              <a:gd name="connsiteY8" fmla="*/ 156697 h 5889466"/>
              <a:gd name="connsiteX9" fmla="*/ 1644243 w 3962325"/>
              <a:gd name="connsiteY9" fmla="*/ 26662 h 5889466"/>
              <a:gd name="connsiteX10" fmla="*/ 2285823 w 3962325"/>
              <a:gd name="connsiteY10" fmla="*/ 802810 h 5889466"/>
              <a:gd name="connsiteX11" fmla="*/ 2295888 w 3962325"/>
              <a:gd name="connsiteY11" fmla="*/ 1461425 h 5889466"/>
              <a:gd name="connsiteX12" fmla="*/ 2379611 w 3962325"/>
              <a:gd name="connsiteY12" fmla="*/ 1918766 h 5889466"/>
              <a:gd name="connsiteX13" fmla="*/ 2869096 w 3962325"/>
              <a:gd name="connsiteY13" fmla="*/ 2160666 h 5889466"/>
              <a:gd name="connsiteX14" fmla="*/ 2834955 w 3962325"/>
              <a:gd name="connsiteY14" fmla="*/ 2741782 h 5889466"/>
              <a:gd name="connsiteX15" fmla="*/ 3170996 w 3962325"/>
              <a:gd name="connsiteY15" fmla="*/ 2870897 h 5889466"/>
              <a:gd name="connsiteX16" fmla="*/ 3363014 w 3962325"/>
              <a:gd name="connsiteY16" fmla="*/ 2583794 h 5889466"/>
              <a:gd name="connsiteX17" fmla="*/ 3708368 w 3962325"/>
              <a:gd name="connsiteY17" fmla="*/ 2369830 h 5889466"/>
              <a:gd name="connsiteX18" fmla="*/ 3962123 w 3962325"/>
              <a:gd name="connsiteY18" fmla="*/ 2859280 h 5889466"/>
              <a:gd name="connsiteX19" fmla="*/ 3506296 w 3962325"/>
              <a:gd name="connsiteY19" fmla="*/ 3499069 h 5889466"/>
              <a:gd name="connsiteX20" fmla="*/ 3062827 w 3962325"/>
              <a:gd name="connsiteY20" fmla="*/ 3902816 h 5889466"/>
              <a:gd name="connsiteX21" fmla="*/ 3041207 w 3962325"/>
              <a:gd name="connsiteY21" fmla="*/ 4371443 h 5889466"/>
              <a:gd name="connsiteX22" fmla="*/ 3280743 w 3962325"/>
              <a:gd name="connsiteY22" fmla="*/ 4639278 h 5889466"/>
              <a:gd name="connsiteX23" fmla="*/ 2028157 w 3962325"/>
              <a:gd name="connsiteY23" fmla="*/ 5877432 h 5889466"/>
              <a:gd name="connsiteX24" fmla="*/ 1589508 w 3962325"/>
              <a:gd name="connsiteY24" fmla="*/ 5202177 h 5889466"/>
              <a:gd name="connsiteX25" fmla="*/ 666555 w 3962325"/>
              <a:gd name="connsiteY25" fmla="*/ 4898337 h 5889466"/>
              <a:gd name="connsiteX0" fmla="*/ 666555 w 3962325"/>
              <a:gd name="connsiteY0" fmla="*/ 4898337 h 5884355"/>
              <a:gd name="connsiteX1" fmla="*/ 979445 w 3962325"/>
              <a:gd name="connsiteY1" fmla="*/ 4231829 h 5884355"/>
              <a:gd name="connsiteX2" fmla="*/ 1354524 w 3962325"/>
              <a:gd name="connsiteY2" fmla="*/ 3503348 h 5884355"/>
              <a:gd name="connsiteX3" fmla="*/ 1403737 w 3962325"/>
              <a:gd name="connsiteY3" fmla="*/ 2740235 h 5884355"/>
              <a:gd name="connsiteX4" fmla="*/ 1556891 w 3962325"/>
              <a:gd name="connsiteY4" fmla="*/ 2386191 h 5884355"/>
              <a:gd name="connsiteX5" fmla="*/ 1117489 w 3962325"/>
              <a:gd name="connsiteY5" fmla="*/ 1967773 h 5884355"/>
              <a:gd name="connsiteX6" fmla="*/ 787156 w 3962325"/>
              <a:gd name="connsiteY6" fmla="*/ 2054434 h 5884355"/>
              <a:gd name="connsiteX7" fmla="*/ 2 w 3962325"/>
              <a:gd name="connsiteY7" fmla="*/ 1257668 h 5884355"/>
              <a:gd name="connsiteX8" fmla="*/ 529173 w 3962325"/>
              <a:gd name="connsiteY8" fmla="*/ 156697 h 5884355"/>
              <a:gd name="connsiteX9" fmla="*/ 1644243 w 3962325"/>
              <a:gd name="connsiteY9" fmla="*/ 26662 h 5884355"/>
              <a:gd name="connsiteX10" fmla="*/ 2285823 w 3962325"/>
              <a:gd name="connsiteY10" fmla="*/ 802810 h 5884355"/>
              <a:gd name="connsiteX11" fmla="*/ 2295888 w 3962325"/>
              <a:gd name="connsiteY11" fmla="*/ 1461425 h 5884355"/>
              <a:gd name="connsiteX12" fmla="*/ 2379611 w 3962325"/>
              <a:gd name="connsiteY12" fmla="*/ 1918766 h 5884355"/>
              <a:gd name="connsiteX13" fmla="*/ 2869096 w 3962325"/>
              <a:gd name="connsiteY13" fmla="*/ 2160666 h 5884355"/>
              <a:gd name="connsiteX14" fmla="*/ 2834955 w 3962325"/>
              <a:gd name="connsiteY14" fmla="*/ 2741782 h 5884355"/>
              <a:gd name="connsiteX15" fmla="*/ 3170996 w 3962325"/>
              <a:gd name="connsiteY15" fmla="*/ 2870897 h 5884355"/>
              <a:gd name="connsiteX16" fmla="*/ 3363014 w 3962325"/>
              <a:gd name="connsiteY16" fmla="*/ 2583794 h 5884355"/>
              <a:gd name="connsiteX17" fmla="*/ 3708368 w 3962325"/>
              <a:gd name="connsiteY17" fmla="*/ 2369830 h 5884355"/>
              <a:gd name="connsiteX18" fmla="*/ 3962123 w 3962325"/>
              <a:gd name="connsiteY18" fmla="*/ 2859280 h 5884355"/>
              <a:gd name="connsiteX19" fmla="*/ 3506296 w 3962325"/>
              <a:gd name="connsiteY19" fmla="*/ 3499069 h 5884355"/>
              <a:gd name="connsiteX20" fmla="*/ 3062827 w 3962325"/>
              <a:gd name="connsiteY20" fmla="*/ 3902816 h 5884355"/>
              <a:gd name="connsiteX21" fmla="*/ 3041207 w 3962325"/>
              <a:gd name="connsiteY21" fmla="*/ 4371443 h 5884355"/>
              <a:gd name="connsiteX22" fmla="*/ 3169659 w 3962325"/>
              <a:gd name="connsiteY22" fmla="*/ 4793110 h 5884355"/>
              <a:gd name="connsiteX23" fmla="*/ 2028157 w 3962325"/>
              <a:gd name="connsiteY23" fmla="*/ 5877432 h 5884355"/>
              <a:gd name="connsiteX24" fmla="*/ 1589508 w 3962325"/>
              <a:gd name="connsiteY24" fmla="*/ 5202177 h 5884355"/>
              <a:gd name="connsiteX25" fmla="*/ 666555 w 3962325"/>
              <a:gd name="connsiteY25" fmla="*/ 4898337 h 5884355"/>
              <a:gd name="connsiteX0" fmla="*/ 666555 w 3962325"/>
              <a:gd name="connsiteY0" fmla="*/ 4898337 h 5879273"/>
              <a:gd name="connsiteX1" fmla="*/ 979445 w 3962325"/>
              <a:gd name="connsiteY1" fmla="*/ 4231829 h 5879273"/>
              <a:gd name="connsiteX2" fmla="*/ 1354524 w 3962325"/>
              <a:gd name="connsiteY2" fmla="*/ 3503348 h 5879273"/>
              <a:gd name="connsiteX3" fmla="*/ 1403737 w 3962325"/>
              <a:gd name="connsiteY3" fmla="*/ 2740235 h 5879273"/>
              <a:gd name="connsiteX4" fmla="*/ 1556891 w 3962325"/>
              <a:gd name="connsiteY4" fmla="*/ 2386191 h 5879273"/>
              <a:gd name="connsiteX5" fmla="*/ 1117489 w 3962325"/>
              <a:gd name="connsiteY5" fmla="*/ 1967773 h 5879273"/>
              <a:gd name="connsiteX6" fmla="*/ 787156 w 3962325"/>
              <a:gd name="connsiteY6" fmla="*/ 2054434 h 5879273"/>
              <a:gd name="connsiteX7" fmla="*/ 2 w 3962325"/>
              <a:gd name="connsiteY7" fmla="*/ 1257668 h 5879273"/>
              <a:gd name="connsiteX8" fmla="*/ 529173 w 3962325"/>
              <a:gd name="connsiteY8" fmla="*/ 156697 h 5879273"/>
              <a:gd name="connsiteX9" fmla="*/ 1644243 w 3962325"/>
              <a:gd name="connsiteY9" fmla="*/ 26662 h 5879273"/>
              <a:gd name="connsiteX10" fmla="*/ 2285823 w 3962325"/>
              <a:gd name="connsiteY10" fmla="*/ 802810 h 5879273"/>
              <a:gd name="connsiteX11" fmla="*/ 2295888 w 3962325"/>
              <a:gd name="connsiteY11" fmla="*/ 1461425 h 5879273"/>
              <a:gd name="connsiteX12" fmla="*/ 2379611 w 3962325"/>
              <a:gd name="connsiteY12" fmla="*/ 1918766 h 5879273"/>
              <a:gd name="connsiteX13" fmla="*/ 2869096 w 3962325"/>
              <a:gd name="connsiteY13" fmla="*/ 2160666 h 5879273"/>
              <a:gd name="connsiteX14" fmla="*/ 2834955 w 3962325"/>
              <a:gd name="connsiteY14" fmla="*/ 2741782 h 5879273"/>
              <a:gd name="connsiteX15" fmla="*/ 3170996 w 3962325"/>
              <a:gd name="connsiteY15" fmla="*/ 2870897 h 5879273"/>
              <a:gd name="connsiteX16" fmla="*/ 3363014 w 3962325"/>
              <a:gd name="connsiteY16" fmla="*/ 2583794 h 5879273"/>
              <a:gd name="connsiteX17" fmla="*/ 3708368 w 3962325"/>
              <a:gd name="connsiteY17" fmla="*/ 2369830 h 5879273"/>
              <a:gd name="connsiteX18" fmla="*/ 3962123 w 3962325"/>
              <a:gd name="connsiteY18" fmla="*/ 2859280 h 5879273"/>
              <a:gd name="connsiteX19" fmla="*/ 3506296 w 3962325"/>
              <a:gd name="connsiteY19" fmla="*/ 3499069 h 5879273"/>
              <a:gd name="connsiteX20" fmla="*/ 3062827 w 3962325"/>
              <a:gd name="connsiteY20" fmla="*/ 3902816 h 5879273"/>
              <a:gd name="connsiteX21" fmla="*/ 3041207 w 3962325"/>
              <a:gd name="connsiteY21" fmla="*/ 4371443 h 5879273"/>
              <a:gd name="connsiteX22" fmla="*/ 3169659 w 3962325"/>
              <a:gd name="connsiteY22" fmla="*/ 4793110 h 5879273"/>
              <a:gd name="connsiteX23" fmla="*/ 2745237 w 3962325"/>
              <a:gd name="connsiteY23" fmla="*/ 5004657 h 5879273"/>
              <a:gd name="connsiteX24" fmla="*/ 2028157 w 3962325"/>
              <a:gd name="connsiteY24" fmla="*/ 5877432 h 5879273"/>
              <a:gd name="connsiteX25" fmla="*/ 1589508 w 3962325"/>
              <a:gd name="connsiteY25" fmla="*/ 5202177 h 5879273"/>
              <a:gd name="connsiteX26" fmla="*/ 666555 w 3962325"/>
              <a:gd name="connsiteY26" fmla="*/ 4898337 h 5879273"/>
              <a:gd name="connsiteX0" fmla="*/ 666555 w 3962325"/>
              <a:gd name="connsiteY0" fmla="*/ 4898337 h 5878915"/>
              <a:gd name="connsiteX1" fmla="*/ 979445 w 3962325"/>
              <a:gd name="connsiteY1" fmla="*/ 4231829 h 5878915"/>
              <a:gd name="connsiteX2" fmla="*/ 1354524 w 3962325"/>
              <a:gd name="connsiteY2" fmla="*/ 3503348 h 5878915"/>
              <a:gd name="connsiteX3" fmla="*/ 1403737 w 3962325"/>
              <a:gd name="connsiteY3" fmla="*/ 2740235 h 5878915"/>
              <a:gd name="connsiteX4" fmla="*/ 1556891 w 3962325"/>
              <a:gd name="connsiteY4" fmla="*/ 2386191 h 5878915"/>
              <a:gd name="connsiteX5" fmla="*/ 1117489 w 3962325"/>
              <a:gd name="connsiteY5" fmla="*/ 1967773 h 5878915"/>
              <a:gd name="connsiteX6" fmla="*/ 787156 w 3962325"/>
              <a:gd name="connsiteY6" fmla="*/ 2054434 h 5878915"/>
              <a:gd name="connsiteX7" fmla="*/ 2 w 3962325"/>
              <a:gd name="connsiteY7" fmla="*/ 1257668 h 5878915"/>
              <a:gd name="connsiteX8" fmla="*/ 529173 w 3962325"/>
              <a:gd name="connsiteY8" fmla="*/ 156697 h 5878915"/>
              <a:gd name="connsiteX9" fmla="*/ 1644243 w 3962325"/>
              <a:gd name="connsiteY9" fmla="*/ 26662 h 5878915"/>
              <a:gd name="connsiteX10" fmla="*/ 2285823 w 3962325"/>
              <a:gd name="connsiteY10" fmla="*/ 802810 h 5878915"/>
              <a:gd name="connsiteX11" fmla="*/ 2295888 w 3962325"/>
              <a:gd name="connsiteY11" fmla="*/ 1461425 h 5878915"/>
              <a:gd name="connsiteX12" fmla="*/ 2379611 w 3962325"/>
              <a:gd name="connsiteY12" fmla="*/ 1918766 h 5878915"/>
              <a:gd name="connsiteX13" fmla="*/ 2869096 w 3962325"/>
              <a:gd name="connsiteY13" fmla="*/ 2160666 h 5878915"/>
              <a:gd name="connsiteX14" fmla="*/ 2834955 w 3962325"/>
              <a:gd name="connsiteY14" fmla="*/ 2741782 h 5878915"/>
              <a:gd name="connsiteX15" fmla="*/ 3170996 w 3962325"/>
              <a:gd name="connsiteY15" fmla="*/ 2870897 h 5878915"/>
              <a:gd name="connsiteX16" fmla="*/ 3363014 w 3962325"/>
              <a:gd name="connsiteY16" fmla="*/ 2583794 h 5878915"/>
              <a:gd name="connsiteX17" fmla="*/ 3708368 w 3962325"/>
              <a:gd name="connsiteY17" fmla="*/ 2369830 h 5878915"/>
              <a:gd name="connsiteX18" fmla="*/ 3962123 w 3962325"/>
              <a:gd name="connsiteY18" fmla="*/ 2859280 h 5878915"/>
              <a:gd name="connsiteX19" fmla="*/ 3506296 w 3962325"/>
              <a:gd name="connsiteY19" fmla="*/ 3499069 h 5878915"/>
              <a:gd name="connsiteX20" fmla="*/ 3062827 w 3962325"/>
              <a:gd name="connsiteY20" fmla="*/ 3902816 h 5878915"/>
              <a:gd name="connsiteX21" fmla="*/ 3041207 w 3962325"/>
              <a:gd name="connsiteY21" fmla="*/ 4371443 h 5878915"/>
              <a:gd name="connsiteX22" fmla="*/ 3169659 w 3962325"/>
              <a:gd name="connsiteY22" fmla="*/ 4793110 h 5878915"/>
              <a:gd name="connsiteX23" fmla="*/ 2745237 w 3962325"/>
              <a:gd name="connsiteY23" fmla="*/ 5004657 h 5878915"/>
              <a:gd name="connsiteX24" fmla="*/ 2772374 w 3962325"/>
              <a:gd name="connsiteY24" fmla="*/ 5372713 h 5878915"/>
              <a:gd name="connsiteX25" fmla="*/ 2028157 w 3962325"/>
              <a:gd name="connsiteY25" fmla="*/ 5877432 h 5878915"/>
              <a:gd name="connsiteX26" fmla="*/ 1589508 w 3962325"/>
              <a:gd name="connsiteY26" fmla="*/ 5202177 h 5878915"/>
              <a:gd name="connsiteX27" fmla="*/ 666555 w 3962325"/>
              <a:gd name="connsiteY27" fmla="*/ 4898337 h 5878915"/>
              <a:gd name="connsiteX0" fmla="*/ 666555 w 3962325"/>
              <a:gd name="connsiteY0" fmla="*/ 4898337 h 5878915"/>
              <a:gd name="connsiteX1" fmla="*/ 725595 w 3962325"/>
              <a:gd name="connsiteY1" fmla="*/ 3752063 h 5878915"/>
              <a:gd name="connsiteX2" fmla="*/ 1354524 w 3962325"/>
              <a:gd name="connsiteY2" fmla="*/ 3503348 h 5878915"/>
              <a:gd name="connsiteX3" fmla="*/ 1403737 w 3962325"/>
              <a:gd name="connsiteY3" fmla="*/ 2740235 h 5878915"/>
              <a:gd name="connsiteX4" fmla="*/ 1556891 w 3962325"/>
              <a:gd name="connsiteY4" fmla="*/ 2386191 h 5878915"/>
              <a:gd name="connsiteX5" fmla="*/ 1117489 w 3962325"/>
              <a:gd name="connsiteY5" fmla="*/ 1967773 h 5878915"/>
              <a:gd name="connsiteX6" fmla="*/ 787156 w 3962325"/>
              <a:gd name="connsiteY6" fmla="*/ 2054434 h 5878915"/>
              <a:gd name="connsiteX7" fmla="*/ 2 w 3962325"/>
              <a:gd name="connsiteY7" fmla="*/ 1257668 h 5878915"/>
              <a:gd name="connsiteX8" fmla="*/ 529173 w 3962325"/>
              <a:gd name="connsiteY8" fmla="*/ 156697 h 5878915"/>
              <a:gd name="connsiteX9" fmla="*/ 1644243 w 3962325"/>
              <a:gd name="connsiteY9" fmla="*/ 26662 h 5878915"/>
              <a:gd name="connsiteX10" fmla="*/ 2285823 w 3962325"/>
              <a:gd name="connsiteY10" fmla="*/ 802810 h 5878915"/>
              <a:gd name="connsiteX11" fmla="*/ 2295888 w 3962325"/>
              <a:gd name="connsiteY11" fmla="*/ 1461425 h 5878915"/>
              <a:gd name="connsiteX12" fmla="*/ 2379611 w 3962325"/>
              <a:gd name="connsiteY12" fmla="*/ 1918766 h 5878915"/>
              <a:gd name="connsiteX13" fmla="*/ 2869096 w 3962325"/>
              <a:gd name="connsiteY13" fmla="*/ 2160666 h 5878915"/>
              <a:gd name="connsiteX14" fmla="*/ 2834955 w 3962325"/>
              <a:gd name="connsiteY14" fmla="*/ 2741782 h 5878915"/>
              <a:gd name="connsiteX15" fmla="*/ 3170996 w 3962325"/>
              <a:gd name="connsiteY15" fmla="*/ 2870897 h 5878915"/>
              <a:gd name="connsiteX16" fmla="*/ 3363014 w 3962325"/>
              <a:gd name="connsiteY16" fmla="*/ 2583794 h 5878915"/>
              <a:gd name="connsiteX17" fmla="*/ 3708368 w 3962325"/>
              <a:gd name="connsiteY17" fmla="*/ 2369830 h 5878915"/>
              <a:gd name="connsiteX18" fmla="*/ 3962123 w 3962325"/>
              <a:gd name="connsiteY18" fmla="*/ 2859280 h 5878915"/>
              <a:gd name="connsiteX19" fmla="*/ 3506296 w 3962325"/>
              <a:gd name="connsiteY19" fmla="*/ 3499069 h 5878915"/>
              <a:gd name="connsiteX20" fmla="*/ 3062827 w 3962325"/>
              <a:gd name="connsiteY20" fmla="*/ 3902816 h 5878915"/>
              <a:gd name="connsiteX21" fmla="*/ 3041207 w 3962325"/>
              <a:gd name="connsiteY21" fmla="*/ 4371443 h 5878915"/>
              <a:gd name="connsiteX22" fmla="*/ 3169659 w 3962325"/>
              <a:gd name="connsiteY22" fmla="*/ 4793110 h 5878915"/>
              <a:gd name="connsiteX23" fmla="*/ 2745237 w 3962325"/>
              <a:gd name="connsiteY23" fmla="*/ 5004657 h 5878915"/>
              <a:gd name="connsiteX24" fmla="*/ 2772374 w 3962325"/>
              <a:gd name="connsiteY24" fmla="*/ 5372713 h 5878915"/>
              <a:gd name="connsiteX25" fmla="*/ 2028157 w 3962325"/>
              <a:gd name="connsiteY25" fmla="*/ 5877432 h 5878915"/>
              <a:gd name="connsiteX26" fmla="*/ 1589508 w 3962325"/>
              <a:gd name="connsiteY26" fmla="*/ 5202177 h 5878915"/>
              <a:gd name="connsiteX27" fmla="*/ 666555 w 3962325"/>
              <a:gd name="connsiteY27" fmla="*/ 4898337 h 5878915"/>
              <a:gd name="connsiteX0" fmla="*/ 666555 w 3962325"/>
              <a:gd name="connsiteY0" fmla="*/ 4898337 h 5878915"/>
              <a:gd name="connsiteX1" fmla="*/ 912337 w 3962325"/>
              <a:gd name="connsiteY1" fmla="*/ 4452563 h 5878915"/>
              <a:gd name="connsiteX2" fmla="*/ 725595 w 3962325"/>
              <a:gd name="connsiteY2" fmla="*/ 3752063 h 5878915"/>
              <a:gd name="connsiteX3" fmla="*/ 1354524 w 3962325"/>
              <a:gd name="connsiteY3" fmla="*/ 3503348 h 5878915"/>
              <a:gd name="connsiteX4" fmla="*/ 1403737 w 3962325"/>
              <a:gd name="connsiteY4" fmla="*/ 2740235 h 5878915"/>
              <a:gd name="connsiteX5" fmla="*/ 1556891 w 3962325"/>
              <a:gd name="connsiteY5" fmla="*/ 2386191 h 5878915"/>
              <a:gd name="connsiteX6" fmla="*/ 1117489 w 3962325"/>
              <a:gd name="connsiteY6" fmla="*/ 1967773 h 5878915"/>
              <a:gd name="connsiteX7" fmla="*/ 787156 w 3962325"/>
              <a:gd name="connsiteY7" fmla="*/ 2054434 h 5878915"/>
              <a:gd name="connsiteX8" fmla="*/ 2 w 3962325"/>
              <a:gd name="connsiteY8" fmla="*/ 1257668 h 5878915"/>
              <a:gd name="connsiteX9" fmla="*/ 529173 w 3962325"/>
              <a:gd name="connsiteY9" fmla="*/ 156697 h 5878915"/>
              <a:gd name="connsiteX10" fmla="*/ 1644243 w 3962325"/>
              <a:gd name="connsiteY10" fmla="*/ 26662 h 5878915"/>
              <a:gd name="connsiteX11" fmla="*/ 2285823 w 3962325"/>
              <a:gd name="connsiteY11" fmla="*/ 802810 h 5878915"/>
              <a:gd name="connsiteX12" fmla="*/ 2295888 w 3962325"/>
              <a:gd name="connsiteY12" fmla="*/ 1461425 h 5878915"/>
              <a:gd name="connsiteX13" fmla="*/ 2379611 w 3962325"/>
              <a:gd name="connsiteY13" fmla="*/ 1918766 h 5878915"/>
              <a:gd name="connsiteX14" fmla="*/ 2869096 w 3962325"/>
              <a:gd name="connsiteY14" fmla="*/ 2160666 h 5878915"/>
              <a:gd name="connsiteX15" fmla="*/ 2834955 w 3962325"/>
              <a:gd name="connsiteY15" fmla="*/ 2741782 h 5878915"/>
              <a:gd name="connsiteX16" fmla="*/ 3170996 w 3962325"/>
              <a:gd name="connsiteY16" fmla="*/ 2870897 h 5878915"/>
              <a:gd name="connsiteX17" fmla="*/ 3363014 w 3962325"/>
              <a:gd name="connsiteY17" fmla="*/ 2583794 h 5878915"/>
              <a:gd name="connsiteX18" fmla="*/ 3708368 w 3962325"/>
              <a:gd name="connsiteY18" fmla="*/ 2369830 h 5878915"/>
              <a:gd name="connsiteX19" fmla="*/ 3962123 w 3962325"/>
              <a:gd name="connsiteY19" fmla="*/ 2859280 h 5878915"/>
              <a:gd name="connsiteX20" fmla="*/ 3506296 w 3962325"/>
              <a:gd name="connsiteY20" fmla="*/ 3499069 h 5878915"/>
              <a:gd name="connsiteX21" fmla="*/ 3062827 w 3962325"/>
              <a:gd name="connsiteY21" fmla="*/ 3902816 h 5878915"/>
              <a:gd name="connsiteX22" fmla="*/ 3041207 w 3962325"/>
              <a:gd name="connsiteY22" fmla="*/ 4371443 h 5878915"/>
              <a:gd name="connsiteX23" fmla="*/ 3169659 w 3962325"/>
              <a:gd name="connsiteY23" fmla="*/ 4793110 h 5878915"/>
              <a:gd name="connsiteX24" fmla="*/ 2745237 w 3962325"/>
              <a:gd name="connsiteY24" fmla="*/ 5004657 h 5878915"/>
              <a:gd name="connsiteX25" fmla="*/ 2772374 w 3962325"/>
              <a:gd name="connsiteY25" fmla="*/ 5372713 h 5878915"/>
              <a:gd name="connsiteX26" fmla="*/ 2028157 w 3962325"/>
              <a:gd name="connsiteY26" fmla="*/ 5877432 h 5878915"/>
              <a:gd name="connsiteX27" fmla="*/ 1589508 w 3962325"/>
              <a:gd name="connsiteY27" fmla="*/ 5202177 h 5878915"/>
              <a:gd name="connsiteX28" fmla="*/ 666555 w 3962325"/>
              <a:gd name="connsiteY28" fmla="*/ 4898337 h 5878915"/>
              <a:gd name="connsiteX0" fmla="*/ 666555 w 3962325"/>
              <a:gd name="connsiteY0" fmla="*/ 4898337 h 5878915"/>
              <a:gd name="connsiteX1" fmla="*/ 912337 w 3962325"/>
              <a:gd name="connsiteY1" fmla="*/ 4452563 h 5878915"/>
              <a:gd name="connsiteX2" fmla="*/ 770332 w 3962325"/>
              <a:gd name="connsiteY2" fmla="*/ 3742360 h 5878915"/>
              <a:gd name="connsiteX3" fmla="*/ 1354524 w 3962325"/>
              <a:gd name="connsiteY3" fmla="*/ 3503348 h 5878915"/>
              <a:gd name="connsiteX4" fmla="*/ 1403737 w 3962325"/>
              <a:gd name="connsiteY4" fmla="*/ 2740235 h 5878915"/>
              <a:gd name="connsiteX5" fmla="*/ 1556891 w 3962325"/>
              <a:gd name="connsiteY5" fmla="*/ 2386191 h 5878915"/>
              <a:gd name="connsiteX6" fmla="*/ 1117489 w 3962325"/>
              <a:gd name="connsiteY6" fmla="*/ 1967773 h 5878915"/>
              <a:gd name="connsiteX7" fmla="*/ 787156 w 3962325"/>
              <a:gd name="connsiteY7" fmla="*/ 2054434 h 5878915"/>
              <a:gd name="connsiteX8" fmla="*/ 2 w 3962325"/>
              <a:gd name="connsiteY8" fmla="*/ 1257668 h 5878915"/>
              <a:gd name="connsiteX9" fmla="*/ 529173 w 3962325"/>
              <a:gd name="connsiteY9" fmla="*/ 156697 h 5878915"/>
              <a:gd name="connsiteX10" fmla="*/ 1644243 w 3962325"/>
              <a:gd name="connsiteY10" fmla="*/ 26662 h 5878915"/>
              <a:gd name="connsiteX11" fmla="*/ 2285823 w 3962325"/>
              <a:gd name="connsiteY11" fmla="*/ 802810 h 5878915"/>
              <a:gd name="connsiteX12" fmla="*/ 2295888 w 3962325"/>
              <a:gd name="connsiteY12" fmla="*/ 1461425 h 5878915"/>
              <a:gd name="connsiteX13" fmla="*/ 2379611 w 3962325"/>
              <a:gd name="connsiteY13" fmla="*/ 1918766 h 5878915"/>
              <a:gd name="connsiteX14" fmla="*/ 2869096 w 3962325"/>
              <a:gd name="connsiteY14" fmla="*/ 2160666 h 5878915"/>
              <a:gd name="connsiteX15" fmla="*/ 2834955 w 3962325"/>
              <a:gd name="connsiteY15" fmla="*/ 2741782 h 5878915"/>
              <a:gd name="connsiteX16" fmla="*/ 3170996 w 3962325"/>
              <a:gd name="connsiteY16" fmla="*/ 2870897 h 5878915"/>
              <a:gd name="connsiteX17" fmla="*/ 3363014 w 3962325"/>
              <a:gd name="connsiteY17" fmla="*/ 2583794 h 5878915"/>
              <a:gd name="connsiteX18" fmla="*/ 3708368 w 3962325"/>
              <a:gd name="connsiteY18" fmla="*/ 2369830 h 5878915"/>
              <a:gd name="connsiteX19" fmla="*/ 3962123 w 3962325"/>
              <a:gd name="connsiteY19" fmla="*/ 2859280 h 5878915"/>
              <a:gd name="connsiteX20" fmla="*/ 3506296 w 3962325"/>
              <a:gd name="connsiteY20" fmla="*/ 3499069 h 5878915"/>
              <a:gd name="connsiteX21" fmla="*/ 3062827 w 3962325"/>
              <a:gd name="connsiteY21" fmla="*/ 3902816 h 5878915"/>
              <a:gd name="connsiteX22" fmla="*/ 3041207 w 3962325"/>
              <a:gd name="connsiteY22" fmla="*/ 4371443 h 5878915"/>
              <a:gd name="connsiteX23" fmla="*/ 3169659 w 3962325"/>
              <a:gd name="connsiteY23" fmla="*/ 4793110 h 5878915"/>
              <a:gd name="connsiteX24" fmla="*/ 2745237 w 3962325"/>
              <a:gd name="connsiteY24" fmla="*/ 5004657 h 5878915"/>
              <a:gd name="connsiteX25" fmla="*/ 2772374 w 3962325"/>
              <a:gd name="connsiteY25" fmla="*/ 5372713 h 5878915"/>
              <a:gd name="connsiteX26" fmla="*/ 2028157 w 3962325"/>
              <a:gd name="connsiteY26" fmla="*/ 5877432 h 5878915"/>
              <a:gd name="connsiteX27" fmla="*/ 1589508 w 3962325"/>
              <a:gd name="connsiteY27" fmla="*/ 5202177 h 5878915"/>
              <a:gd name="connsiteX28" fmla="*/ 666555 w 3962325"/>
              <a:gd name="connsiteY28" fmla="*/ 4898337 h 5878915"/>
              <a:gd name="connsiteX0" fmla="*/ 666555 w 3962325"/>
              <a:gd name="connsiteY0" fmla="*/ 4898337 h 5878915"/>
              <a:gd name="connsiteX1" fmla="*/ 912337 w 3962325"/>
              <a:gd name="connsiteY1" fmla="*/ 4452563 h 5878915"/>
              <a:gd name="connsiteX2" fmla="*/ 770332 w 3962325"/>
              <a:gd name="connsiteY2" fmla="*/ 3742360 h 5878915"/>
              <a:gd name="connsiteX3" fmla="*/ 1354524 w 3962325"/>
              <a:gd name="connsiteY3" fmla="*/ 3503348 h 5878915"/>
              <a:gd name="connsiteX4" fmla="*/ 1403737 w 3962325"/>
              <a:gd name="connsiteY4" fmla="*/ 2740235 h 5878915"/>
              <a:gd name="connsiteX5" fmla="*/ 1556891 w 3962325"/>
              <a:gd name="connsiteY5" fmla="*/ 2386191 h 5878915"/>
              <a:gd name="connsiteX6" fmla="*/ 1117489 w 3962325"/>
              <a:gd name="connsiteY6" fmla="*/ 1967773 h 5878915"/>
              <a:gd name="connsiteX7" fmla="*/ 787156 w 3962325"/>
              <a:gd name="connsiteY7" fmla="*/ 2054434 h 5878915"/>
              <a:gd name="connsiteX8" fmla="*/ 2 w 3962325"/>
              <a:gd name="connsiteY8" fmla="*/ 1257668 h 5878915"/>
              <a:gd name="connsiteX9" fmla="*/ 529173 w 3962325"/>
              <a:gd name="connsiteY9" fmla="*/ 156697 h 5878915"/>
              <a:gd name="connsiteX10" fmla="*/ 1644243 w 3962325"/>
              <a:gd name="connsiteY10" fmla="*/ 26662 h 5878915"/>
              <a:gd name="connsiteX11" fmla="*/ 2285823 w 3962325"/>
              <a:gd name="connsiteY11" fmla="*/ 802810 h 5878915"/>
              <a:gd name="connsiteX12" fmla="*/ 2295888 w 3962325"/>
              <a:gd name="connsiteY12" fmla="*/ 1461425 h 5878915"/>
              <a:gd name="connsiteX13" fmla="*/ 2379611 w 3962325"/>
              <a:gd name="connsiteY13" fmla="*/ 1918766 h 5878915"/>
              <a:gd name="connsiteX14" fmla="*/ 2869096 w 3962325"/>
              <a:gd name="connsiteY14" fmla="*/ 2160666 h 5878915"/>
              <a:gd name="connsiteX15" fmla="*/ 2834955 w 3962325"/>
              <a:gd name="connsiteY15" fmla="*/ 2741782 h 5878915"/>
              <a:gd name="connsiteX16" fmla="*/ 3170996 w 3962325"/>
              <a:gd name="connsiteY16" fmla="*/ 2870897 h 5878915"/>
              <a:gd name="connsiteX17" fmla="*/ 3363014 w 3962325"/>
              <a:gd name="connsiteY17" fmla="*/ 2583794 h 5878915"/>
              <a:gd name="connsiteX18" fmla="*/ 3708368 w 3962325"/>
              <a:gd name="connsiteY18" fmla="*/ 2369830 h 5878915"/>
              <a:gd name="connsiteX19" fmla="*/ 3962123 w 3962325"/>
              <a:gd name="connsiteY19" fmla="*/ 2859280 h 5878915"/>
              <a:gd name="connsiteX20" fmla="*/ 3506296 w 3962325"/>
              <a:gd name="connsiteY20" fmla="*/ 3499069 h 5878915"/>
              <a:gd name="connsiteX21" fmla="*/ 3062827 w 3962325"/>
              <a:gd name="connsiteY21" fmla="*/ 3902816 h 5878915"/>
              <a:gd name="connsiteX22" fmla="*/ 3041207 w 3962325"/>
              <a:gd name="connsiteY22" fmla="*/ 4371443 h 5878915"/>
              <a:gd name="connsiteX23" fmla="*/ 3169659 w 3962325"/>
              <a:gd name="connsiteY23" fmla="*/ 4793110 h 5878915"/>
              <a:gd name="connsiteX24" fmla="*/ 2745237 w 3962325"/>
              <a:gd name="connsiteY24" fmla="*/ 5004657 h 5878915"/>
              <a:gd name="connsiteX25" fmla="*/ 2772374 w 3962325"/>
              <a:gd name="connsiteY25" fmla="*/ 5372713 h 5878915"/>
              <a:gd name="connsiteX26" fmla="*/ 2028157 w 3962325"/>
              <a:gd name="connsiteY26" fmla="*/ 5877432 h 5878915"/>
              <a:gd name="connsiteX27" fmla="*/ 1589508 w 3962325"/>
              <a:gd name="connsiteY27" fmla="*/ 5202177 h 5878915"/>
              <a:gd name="connsiteX28" fmla="*/ 666555 w 3962325"/>
              <a:gd name="connsiteY28" fmla="*/ 4898337 h 5878915"/>
              <a:gd name="connsiteX0" fmla="*/ 666555 w 3962325"/>
              <a:gd name="connsiteY0" fmla="*/ 4898337 h 5878915"/>
              <a:gd name="connsiteX1" fmla="*/ 912337 w 3962325"/>
              <a:gd name="connsiteY1" fmla="*/ 4452563 h 5878915"/>
              <a:gd name="connsiteX2" fmla="*/ 770332 w 3962325"/>
              <a:gd name="connsiteY2" fmla="*/ 3742360 h 5878915"/>
              <a:gd name="connsiteX3" fmla="*/ 1354524 w 3962325"/>
              <a:gd name="connsiteY3" fmla="*/ 3503348 h 5878915"/>
              <a:gd name="connsiteX4" fmla="*/ 1403737 w 3962325"/>
              <a:gd name="connsiteY4" fmla="*/ 2740235 h 5878915"/>
              <a:gd name="connsiteX5" fmla="*/ 1556891 w 3962325"/>
              <a:gd name="connsiteY5" fmla="*/ 2386191 h 5878915"/>
              <a:gd name="connsiteX6" fmla="*/ 1117489 w 3962325"/>
              <a:gd name="connsiteY6" fmla="*/ 1967773 h 5878915"/>
              <a:gd name="connsiteX7" fmla="*/ 787156 w 3962325"/>
              <a:gd name="connsiteY7" fmla="*/ 2054434 h 5878915"/>
              <a:gd name="connsiteX8" fmla="*/ 2 w 3962325"/>
              <a:gd name="connsiteY8" fmla="*/ 1257668 h 5878915"/>
              <a:gd name="connsiteX9" fmla="*/ 529173 w 3962325"/>
              <a:gd name="connsiteY9" fmla="*/ 156697 h 5878915"/>
              <a:gd name="connsiteX10" fmla="*/ 1644243 w 3962325"/>
              <a:gd name="connsiteY10" fmla="*/ 26662 h 5878915"/>
              <a:gd name="connsiteX11" fmla="*/ 2285823 w 3962325"/>
              <a:gd name="connsiteY11" fmla="*/ 802810 h 5878915"/>
              <a:gd name="connsiteX12" fmla="*/ 2295888 w 3962325"/>
              <a:gd name="connsiteY12" fmla="*/ 1461425 h 5878915"/>
              <a:gd name="connsiteX13" fmla="*/ 2379611 w 3962325"/>
              <a:gd name="connsiteY13" fmla="*/ 1918766 h 5878915"/>
              <a:gd name="connsiteX14" fmla="*/ 2869096 w 3962325"/>
              <a:gd name="connsiteY14" fmla="*/ 2160666 h 5878915"/>
              <a:gd name="connsiteX15" fmla="*/ 2834955 w 3962325"/>
              <a:gd name="connsiteY15" fmla="*/ 2741782 h 5878915"/>
              <a:gd name="connsiteX16" fmla="*/ 3170996 w 3962325"/>
              <a:gd name="connsiteY16" fmla="*/ 2870897 h 5878915"/>
              <a:gd name="connsiteX17" fmla="*/ 3363014 w 3962325"/>
              <a:gd name="connsiteY17" fmla="*/ 2583794 h 5878915"/>
              <a:gd name="connsiteX18" fmla="*/ 3708368 w 3962325"/>
              <a:gd name="connsiteY18" fmla="*/ 2369830 h 5878915"/>
              <a:gd name="connsiteX19" fmla="*/ 3962123 w 3962325"/>
              <a:gd name="connsiteY19" fmla="*/ 2859280 h 5878915"/>
              <a:gd name="connsiteX20" fmla="*/ 3506296 w 3962325"/>
              <a:gd name="connsiteY20" fmla="*/ 3499069 h 5878915"/>
              <a:gd name="connsiteX21" fmla="*/ 3062827 w 3962325"/>
              <a:gd name="connsiteY21" fmla="*/ 3902816 h 5878915"/>
              <a:gd name="connsiteX22" fmla="*/ 3041207 w 3962325"/>
              <a:gd name="connsiteY22" fmla="*/ 4371443 h 5878915"/>
              <a:gd name="connsiteX23" fmla="*/ 3169659 w 3962325"/>
              <a:gd name="connsiteY23" fmla="*/ 4793110 h 5878915"/>
              <a:gd name="connsiteX24" fmla="*/ 2745237 w 3962325"/>
              <a:gd name="connsiteY24" fmla="*/ 5004657 h 5878915"/>
              <a:gd name="connsiteX25" fmla="*/ 2772374 w 3962325"/>
              <a:gd name="connsiteY25" fmla="*/ 5372713 h 5878915"/>
              <a:gd name="connsiteX26" fmla="*/ 2028157 w 3962325"/>
              <a:gd name="connsiteY26" fmla="*/ 5877432 h 5878915"/>
              <a:gd name="connsiteX27" fmla="*/ 1589508 w 3962325"/>
              <a:gd name="connsiteY27" fmla="*/ 5202177 h 5878915"/>
              <a:gd name="connsiteX28" fmla="*/ 666555 w 3962325"/>
              <a:gd name="connsiteY28" fmla="*/ 4898337 h 5878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962325" h="5878915">
                <a:moveTo>
                  <a:pt x="666555" y="4898337"/>
                </a:moveTo>
                <a:cubicBezTo>
                  <a:pt x="553693" y="4773401"/>
                  <a:pt x="902497" y="4643609"/>
                  <a:pt x="912337" y="4452563"/>
                </a:cubicBezTo>
                <a:cubicBezTo>
                  <a:pt x="922177" y="4261517"/>
                  <a:pt x="641638" y="3868925"/>
                  <a:pt x="770332" y="3742360"/>
                </a:cubicBezTo>
                <a:cubicBezTo>
                  <a:pt x="940639" y="3598239"/>
                  <a:pt x="1248957" y="3670369"/>
                  <a:pt x="1354524" y="3503348"/>
                </a:cubicBezTo>
                <a:cubicBezTo>
                  <a:pt x="1460092" y="3336327"/>
                  <a:pt x="1370009" y="2926428"/>
                  <a:pt x="1403737" y="2740235"/>
                </a:cubicBezTo>
                <a:cubicBezTo>
                  <a:pt x="1437465" y="2554042"/>
                  <a:pt x="1453024" y="2372565"/>
                  <a:pt x="1556891" y="2386191"/>
                </a:cubicBezTo>
                <a:cubicBezTo>
                  <a:pt x="1660758" y="2399817"/>
                  <a:pt x="1048381" y="1901966"/>
                  <a:pt x="1117489" y="1967773"/>
                </a:cubicBezTo>
                <a:cubicBezTo>
                  <a:pt x="1186597" y="2033580"/>
                  <a:pt x="758075" y="1977573"/>
                  <a:pt x="787156" y="2054434"/>
                </a:cubicBezTo>
                <a:cubicBezTo>
                  <a:pt x="816237" y="2131295"/>
                  <a:pt x="-1322" y="1285908"/>
                  <a:pt x="2" y="1257668"/>
                </a:cubicBezTo>
                <a:cubicBezTo>
                  <a:pt x="1326" y="1229428"/>
                  <a:pt x="354283" y="214369"/>
                  <a:pt x="529173" y="156697"/>
                </a:cubicBezTo>
                <a:cubicBezTo>
                  <a:pt x="704063" y="99025"/>
                  <a:pt x="1415366" y="-63445"/>
                  <a:pt x="1644243" y="26662"/>
                </a:cubicBezTo>
                <a:cubicBezTo>
                  <a:pt x="1873120" y="116769"/>
                  <a:pt x="2163809" y="592219"/>
                  <a:pt x="2285823" y="802810"/>
                </a:cubicBezTo>
                <a:cubicBezTo>
                  <a:pt x="2407837" y="1013401"/>
                  <a:pt x="2277455" y="1243263"/>
                  <a:pt x="2295888" y="1461425"/>
                </a:cubicBezTo>
                <a:cubicBezTo>
                  <a:pt x="2314321" y="1679587"/>
                  <a:pt x="2351556" y="1760278"/>
                  <a:pt x="2379611" y="1918766"/>
                </a:cubicBezTo>
                <a:cubicBezTo>
                  <a:pt x="2407666" y="2077254"/>
                  <a:pt x="2806956" y="2009056"/>
                  <a:pt x="2869096" y="2160666"/>
                </a:cubicBezTo>
                <a:cubicBezTo>
                  <a:pt x="2931236" y="2312276"/>
                  <a:pt x="2866798" y="2522672"/>
                  <a:pt x="2834955" y="2741782"/>
                </a:cubicBezTo>
                <a:cubicBezTo>
                  <a:pt x="2803112" y="2960892"/>
                  <a:pt x="3113136" y="2811866"/>
                  <a:pt x="3170996" y="2870897"/>
                </a:cubicBezTo>
                <a:cubicBezTo>
                  <a:pt x="3228856" y="2929928"/>
                  <a:pt x="3338225" y="2555911"/>
                  <a:pt x="3363014" y="2583794"/>
                </a:cubicBezTo>
                <a:cubicBezTo>
                  <a:pt x="3387803" y="2611677"/>
                  <a:pt x="3669468" y="2344588"/>
                  <a:pt x="3708368" y="2369830"/>
                </a:cubicBezTo>
                <a:cubicBezTo>
                  <a:pt x="3747268" y="2395072"/>
                  <a:pt x="3969969" y="2685810"/>
                  <a:pt x="3962123" y="2859280"/>
                </a:cubicBezTo>
                <a:cubicBezTo>
                  <a:pt x="3954277" y="3032750"/>
                  <a:pt x="3620619" y="3312920"/>
                  <a:pt x="3506296" y="3499069"/>
                </a:cubicBezTo>
                <a:cubicBezTo>
                  <a:pt x="3391973" y="3685218"/>
                  <a:pt x="3114755" y="3782225"/>
                  <a:pt x="3062827" y="3902816"/>
                </a:cubicBezTo>
                <a:cubicBezTo>
                  <a:pt x="3010899" y="4023407"/>
                  <a:pt x="3040447" y="4260926"/>
                  <a:pt x="3041207" y="4371443"/>
                </a:cubicBezTo>
                <a:cubicBezTo>
                  <a:pt x="3041967" y="4481960"/>
                  <a:pt x="3195362" y="4669011"/>
                  <a:pt x="3169659" y="4793110"/>
                </a:cubicBezTo>
                <a:cubicBezTo>
                  <a:pt x="3143956" y="4917209"/>
                  <a:pt x="2862923" y="4911835"/>
                  <a:pt x="2745237" y="5004657"/>
                </a:cubicBezTo>
                <a:cubicBezTo>
                  <a:pt x="2627551" y="5097479"/>
                  <a:pt x="2891887" y="5227251"/>
                  <a:pt x="2772374" y="5372713"/>
                </a:cubicBezTo>
                <a:cubicBezTo>
                  <a:pt x="2652861" y="5518176"/>
                  <a:pt x="2225301" y="5905855"/>
                  <a:pt x="2028157" y="5877432"/>
                </a:cubicBezTo>
                <a:cubicBezTo>
                  <a:pt x="1831013" y="5849009"/>
                  <a:pt x="1754125" y="5494828"/>
                  <a:pt x="1589508" y="5202177"/>
                </a:cubicBezTo>
                <a:cubicBezTo>
                  <a:pt x="1424891" y="4909526"/>
                  <a:pt x="779417" y="5023273"/>
                  <a:pt x="666555" y="4898337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grpSp>
        <p:nvGrpSpPr>
          <p:cNvPr id="1888" name="Groep 3">
            <a:extLst>
              <a:ext uri="{FF2B5EF4-FFF2-40B4-BE49-F238E27FC236}">
                <a16:creationId xmlns:a16="http://schemas.microsoft.com/office/drawing/2014/main" id="{C04A7FE2-45B6-E747-810F-C485B637543D}"/>
              </a:ext>
            </a:extLst>
          </p:cNvPr>
          <p:cNvGrpSpPr/>
          <p:nvPr userDrawn="1"/>
        </p:nvGrpSpPr>
        <p:grpSpPr>
          <a:xfrm>
            <a:off x="5295858" y="2982061"/>
            <a:ext cx="2511875" cy="2470758"/>
            <a:chOff x="6798897" y="2956506"/>
            <a:chExt cx="2511875" cy="2470758"/>
          </a:xfrm>
        </p:grpSpPr>
        <p:sp>
          <p:nvSpPr>
            <p:cNvPr id="1889" name="Ovaal 4">
              <a:extLst>
                <a:ext uri="{FF2B5EF4-FFF2-40B4-BE49-F238E27FC236}">
                  <a16:creationId xmlns:a16="http://schemas.microsoft.com/office/drawing/2014/main" id="{2CDB3597-2A24-154F-A669-02A36BC3CFB8}"/>
                </a:ext>
              </a:extLst>
            </p:cNvPr>
            <p:cNvSpPr/>
            <p:nvPr/>
          </p:nvSpPr>
          <p:spPr>
            <a:xfrm>
              <a:off x="7267797" y="3080909"/>
              <a:ext cx="108000" cy="108000"/>
            </a:xfrm>
            <a:prstGeom prst="ellipse">
              <a:avLst/>
            </a:prstGeom>
            <a:solidFill>
              <a:schemeClr val="accent1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grpSp>
          <p:nvGrpSpPr>
            <p:cNvPr id="1890" name="Groep 5">
              <a:extLst>
                <a:ext uri="{FF2B5EF4-FFF2-40B4-BE49-F238E27FC236}">
                  <a16:creationId xmlns:a16="http://schemas.microsoft.com/office/drawing/2014/main" id="{E3AF3A55-90AC-8541-8153-CB07801E6C1E}"/>
                </a:ext>
              </a:extLst>
            </p:cNvPr>
            <p:cNvGrpSpPr/>
            <p:nvPr/>
          </p:nvGrpSpPr>
          <p:grpSpPr>
            <a:xfrm>
              <a:off x="6798897" y="2956506"/>
              <a:ext cx="2511875" cy="2470758"/>
              <a:chOff x="6798897" y="2956506"/>
              <a:chExt cx="2511875" cy="2470758"/>
            </a:xfrm>
          </p:grpSpPr>
          <p:sp>
            <p:nvSpPr>
              <p:cNvPr id="1891" name="Rechthoek 6">
                <a:extLst>
                  <a:ext uri="{FF2B5EF4-FFF2-40B4-BE49-F238E27FC236}">
                    <a16:creationId xmlns:a16="http://schemas.microsoft.com/office/drawing/2014/main" id="{2F3F3C86-A193-924D-A7D6-2CBAED3A5067}"/>
                  </a:ext>
                </a:extLst>
              </p:cNvPr>
              <p:cNvSpPr/>
              <p:nvPr/>
            </p:nvSpPr>
            <p:spPr>
              <a:xfrm>
                <a:off x="8034440" y="3403445"/>
                <a:ext cx="144113" cy="144113"/>
              </a:xfrm>
              <a:prstGeom prst="rect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1892" name="Ovaal 7">
                <a:extLst>
                  <a:ext uri="{FF2B5EF4-FFF2-40B4-BE49-F238E27FC236}">
                    <a16:creationId xmlns:a16="http://schemas.microsoft.com/office/drawing/2014/main" id="{EA08AFE2-500E-DB4F-B517-D35F13D7F6B9}"/>
                  </a:ext>
                </a:extLst>
              </p:cNvPr>
              <p:cNvSpPr/>
              <p:nvPr/>
            </p:nvSpPr>
            <p:spPr>
              <a:xfrm>
                <a:off x="8046132" y="3662134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1893" name="Ovaal 8">
                <a:extLst>
                  <a:ext uri="{FF2B5EF4-FFF2-40B4-BE49-F238E27FC236}">
                    <a16:creationId xmlns:a16="http://schemas.microsoft.com/office/drawing/2014/main" id="{50DAB8C9-585F-F848-864E-1A7F368A05E8}"/>
                  </a:ext>
                </a:extLst>
              </p:cNvPr>
              <p:cNvSpPr/>
              <p:nvPr/>
            </p:nvSpPr>
            <p:spPr>
              <a:xfrm>
                <a:off x="8178553" y="4069780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1894" name="Ovaal 9">
                <a:extLst>
                  <a:ext uri="{FF2B5EF4-FFF2-40B4-BE49-F238E27FC236}">
                    <a16:creationId xmlns:a16="http://schemas.microsoft.com/office/drawing/2014/main" id="{A563F72F-F844-734B-A947-40CC076F380A}"/>
                  </a:ext>
                </a:extLst>
              </p:cNvPr>
              <p:cNvSpPr/>
              <p:nvPr/>
            </p:nvSpPr>
            <p:spPr>
              <a:xfrm>
                <a:off x="6798897" y="3791621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1895" name="Ovaal 10">
                <a:extLst>
                  <a:ext uri="{FF2B5EF4-FFF2-40B4-BE49-F238E27FC236}">
                    <a16:creationId xmlns:a16="http://schemas.microsoft.com/office/drawing/2014/main" id="{414F8752-E830-DF43-B6FA-5F089037BC61}"/>
                  </a:ext>
                </a:extLst>
              </p:cNvPr>
              <p:cNvSpPr/>
              <p:nvPr/>
            </p:nvSpPr>
            <p:spPr>
              <a:xfrm>
                <a:off x="7933896" y="4750602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1896" name="Ovaal 11">
                <a:extLst>
                  <a:ext uri="{FF2B5EF4-FFF2-40B4-BE49-F238E27FC236}">
                    <a16:creationId xmlns:a16="http://schemas.microsoft.com/office/drawing/2014/main" id="{C0A13CC2-78DA-214D-95A4-3C67D08FF56F}"/>
                  </a:ext>
                </a:extLst>
              </p:cNvPr>
              <p:cNvSpPr/>
              <p:nvPr/>
            </p:nvSpPr>
            <p:spPr>
              <a:xfrm>
                <a:off x="8070553" y="5031160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1897" name="Ovaal 12">
                <a:extLst>
                  <a:ext uri="{FF2B5EF4-FFF2-40B4-BE49-F238E27FC236}">
                    <a16:creationId xmlns:a16="http://schemas.microsoft.com/office/drawing/2014/main" id="{888BFCF7-513D-E041-9588-5E3916AE25D5}"/>
                  </a:ext>
                </a:extLst>
              </p:cNvPr>
              <p:cNvSpPr/>
              <p:nvPr/>
            </p:nvSpPr>
            <p:spPr>
              <a:xfrm>
                <a:off x="7352325" y="4923160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1898" name="Ovaal 13">
                <a:extLst>
                  <a:ext uri="{FF2B5EF4-FFF2-40B4-BE49-F238E27FC236}">
                    <a16:creationId xmlns:a16="http://schemas.microsoft.com/office/drawing/2014/main" id="{E2917E92-428B-1B4E-90E3-CD34AC207B38}"/>
                  </a:ext>
                </a:extLst>
              </p:cNvPr>
              <p:cNvSpPr/>
              <p:nvPr/>
            </p:nvSpPr>
            <p:spPr>
              <a:xfrm>
                <a:off x="7019032" y="4977160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1899" name="Ovaal 14">
                <a:extLst>
                  <a:ext uri="{FF2B5EF4-FFF2-40B4-BE49-F238E27FC236}">
                    <a16:creationId xmlns:a16="http://schemas.microsoft.com/office/drawing/2014/main" id="{F8EBAE81-B10F-024A-B3F0-134B3EE7FB65}"/>
                  </a:ext>
                </a:extLst>
              </p:cNvPr>
              <p:cNvSpPr/>
              <p:nvPr/>
            </p:nvSpPr>
            <p:spPr>
              <a:xfrm>
                <a:off x="8543977" y="2956506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1900" name="Rechthoek 15">
                <a:extLst>
                  <a:ext uri="{FF2B5EF4-FFF2-40B4-BE49-F238E27FC236}">
                    <a16:creationId xmlns:a16="http://schemas.microsoft.com/office/drawing/2014/main" id="{81340634-B3B8-8A4E-B5E7-00CE812D9FAC}"/>
                  </a:ext>
                </a:extLst>
              </p:cNvPr>
              <p:cNvSpPr/>
              <p:nvPr/>
            </p:nvSpPr>
            <p:spPr>
              <a:xfrm>
                <a:off x="7448660" y="5283151"/>
                <a:ext cx="144113" cy="144113"/>
              </a:xfrm>
              <a:prstGeom prst="rect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1901" name="Rechthoek 16">
                <a:extLst>
                  <a:ext uri="{FF2B5EF4-FFF2-40B4-BE49-F238E27FC236}">
                    <a16:creationId xmlns:a16="http://schemas.microsoft.com/office/drawing/2014/main" id="{71B23E6F-D86F-D84E-B542-CE962C7ABB60}"/>
                  </a:ext>
                </a:extLst>
              </p:cNvPr>
              <p:cNvSpPr/>
              <p:nvPr/>
            </p:nvSpPr>
            <p:spPr>
              <a:xfrm>
                <a:off x="8294695" y="3419161"/>
                <a:ext cx="144113" cy="144113"/>
              </a:xfrm>
              <a:prstGeom prst="rect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1902" name="Rechthoek 17">
                <a:extLst>
                  <a:ext uri="{FF2B5EF4-FFF2-40B4-BE49-F238E27FC236}">
                    <a16:creationId xmlns:a16="http://schemas.microsoft.com/office/drawing/2014/main" id="{BC51CD6D-46DF-B14E-B946-A3A64B6F41FE}"/>
                  </a:ext>
                </a:extLst>
              </p:cNvPr>
              <p:cNvSpPr/>
              <p:nvPr/>
            </p:nvSpPr>
            <p:spPr>
              <a:xfrm>
                <a:off x="8294694" y="3554134"/>
                <a:ext cx="144113" cy="144113"/>
              </a:xfrm>
              <a:prstGeom prst="rect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1903" name="Rechthoek 18">
                <a:extLst>
                  <a:ext uri="{FF2B5EF4-FFF2-40B4-BE49-F238E27FC236}">
                    <a16:creationId xmlns:a16="http://schemas.microsoft.com/office/drawing/2014/main" id="{3F134870-DAA2-554C-9AF0-E36D8DFF5149}"/>
                  </a:ext>
                </a:extLst>
              </p:cNvPr>
              <p:cNvSpPr/>
              <p:nvPr/>
            </p:nvSpPr>
            <p:spPr>
              <a:xfrm>
                <a:off x="9166659" y="3952773"/>
                <a:ext cx="144113" cy="144113"/>
              </a:xfrm>
              <a:prstGeom prst="rect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  <p:sp>
            <p:nvSpPr>
              <p:cNvPr id="1904" name="Ovaal 19">
                <a:extLst>
                  <a:ext uri="{FF2B5EF4-FFF2-40B4-BE49-F238E27FC236}">
                    <a16:creationId xmlns:a16="http://schemas.microsoft.com/office/drawing/2014/main" id="{7459F84B-153A-2C49-BFBC-8CC0392A5CF9}"/>
                  </a:ext>
                </a:extLst>
              </p:cNvPr>
              <p:cNvSpPr/>
              <p:nvPr/>
            </p:nvSpPr>
            <p:spPr>
              <a:xfrm>
                <a:off x="7576101" y="3662134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 w="3175">
                <a:solidFill>
                  <a:schemeClr val="tx1"/>
                </a:solidFill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"/>
                  <a:ea typeface="+mn-ea"/>
                  <a:cs typeface="+mn-cs"/>
                </a:endParaRPr>
              </a:p>
            </p:txBody>
          </p:sp>
        </p:grpSp>
      </p:grpSp>
      <p:sp>
        <p:nvSpPr>
          <p:cNvPr id="1905" name="Rechthoek 20">
            <a:extLst>
              <a:ext uri="{FF2B5EF4-FFF2-40B4-BE49-F238E27FC236}">
                <a16:creationId xmlns:a16="http://schemas.microsoft.com/office/drawing/2014/main" id="{974595F7-36F2-3E41-87E3-0B4C8E020E9D}"/>
              </a:ext>
            </a:extLst>
          </p:cNvPr>
          <p:cNvSpPr/>
          <p:nvPr userDrawn="1"/>
        </p:nvSpPr>
        <p:spPr>
          <a:xfrm>
            <a:off x="5674645" y="4434345"/>
            <a:ext cx="144113" cy="144113"/>
          </a:xfrm>
          <a:prstGeom prst="rect">
            <a:avLst/>
          </a:prstGeom>
          <a:solidFill>
            <a:schemeClr val="accent1"/>
          </a:solidFill>
          <a:ln w="3175">
            <a:solidFill>
              <a:schemeClr val="tx1"/>
            </a:solidFill>
          </a:ln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grpSp>
        <p:nvGrpSpPr>
          <p:cNvPr id="1906" name="Groep 21">
            <a:extLst>
              <a:ext uri="{FF2B5EF4-FFF2-40B4-BE49-F238E27FC236}">
                <a16:creationId xmlns:a16="http://schemas.microsoft.com/office/drawing/2014/main" id="{45D60CF4-9A40-C14F-A4CA-BC38B3734796}"/>
              </a:ext>
            </a:extLst>
          </p:cNvPr>
          <p:cNvGrpSpPr/>
          <p:nvPr userDrawn="1"/>
        </p:nvGrpSpPr>
        <p:grpSpPr>
          <a:xfrm>
            <a:off x="8182775" y="1988840"/>
            <a:ext cx="1927639" cy="2187601"/>
            <a:chOff x="9685470" y="1996789"/>
            <a:chExt cx="1927639" cy="2187601"/>
          </a:xfrm>
        </p:grpSpPr>
        <p:sp>
          <p:nvSpPr>
            <p:cNvPr id="1907" name="Rechthoek 22">
              <a:extLst>
                <a:ext uri="{FF2B5EF4-FFF2-40B4-BE49-F238E27FC236}">
                  <a16:creationId xmlns:a16="http://schemas.microsoft.com/office/drawing/2014/main" id="{6798FC18-45CA-8449-9959-4F53CB269195}"/>
                </a:ext>
              </a:extLst>
            </p:cNvPr>
            <p:cNvSpPr/>
            <p:nvPr/>
          </p:nvSpPr>
          <p:spPr>
            <a:xfrm>
              <a:off x="10438243" y="2758736"/>
              <a:ext cx="144113" cy="144113"/>
            </a:xfrm>
            <a:prstGeom prst="rect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1908" name="Rechthoek 23">
              <a:extLst>
                <a:ext uri="{FF2B5EF4-FFF2-40B4-BE49-F238E27FC236}">
                  <a16:creationId xmlns:a16="http://schemas.microsoft.com/office/drawing/2014/main" id="{03CC810D-1993-8E46-9E0D-A7FD04FE1937}"/>
                </a:ext>
              </a:extLst>
            </p:cNvPr>
            <p:cNvSpPr/>
            <p:nvPr/>
          </p:nvSpPr>
          <p:spPr>
            <a:xfrm>
              <a:off x="10669459" y="3306028"/>
              <a:ext cx="144113" cy="144113"/>
            </a:xfrm>
            <a:prstGeom prst="rect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1909" name="Ovaal 24">
              <a:extLst>
                <a:ext uri="{FF2B5EF4-FFF2-40B4-BE49-F238E27FC236}">
                  <a16:creationId xmlns:a16="http://schemas.microsoft.com/office/drawing/2014/main" id="{6E26B645-F005-0049-83F9-C041B67E1685}"/>
                </a:ext>
              </a:extLst>
            </p:cNvPr>
            <p:cNvSpPr/>
            <p:nvPr/>
          </p:nvSpPr>
          <p:spPr>
            <a:xfrm>
              <a:off x="11011685" y="2088554"/>
              <a:ext cx="108000" cy="1080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1910" name="Ovaal 25">
              <a:extLst>
                <a:ext uri="{FF2B5EF4-FFF2-40B4-BE49-F238E27FC236}">
                  <a16:creationId xmlns:a16="http://schemas.microsoft.com/office/drawing/2014/main" id="{D894C67B-51C1-1547-80F0-0859258E38AB}"/>
                </a:ext>
              </a:extLst>
            </p:cNvPr>
            <p:cNvSpPr/>
            <p:nvPr/>
          </p:nvSpPr>
          <p:spPr>
            <a:xfrm>
              <a:off x="11286966" y="2460486"/>
              <a:ext cx="108000" cy="1080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1911" name="Ovaal 26">
              <a:extLst>
                <a:ext uri="{FF2B5EF4-FFF2-40B4-BE49-F238E27FC236}">
                  <a16:creationId xmlns:a16="http://schemas.microsoft.com/office/drawing/2014/main" id="{BB93D708-E34A-BA4B-A760-817BC70EBE61}"/>
                </a:ext>
              </a:extLst>
            </p:cNvPr>
            <p:cNvSpPr/>
            <p:nvPr/>
          </p:nvSpPr>
          <p:spPr>
            <a:xfrm>
              <a:off x="11505109" y="1996789"/>
              <a:ext cx="108000" cy="1080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1912" name="Ovaal 27">
              <a:extLst>
                <a:ext uri="{FF2B5EF4-FFF2-40B4-BE49-F238E27FC236}">
                  <a16:creationId xmlns:a16="http://schemas.microsoft.com/office/drawing/2014/main" id="{99858E4C-1743-E248-B24F-0FF3D8FCA957}"/>
                </a:ext>
              </a:extLst>
            </p:cNvPr>
            <p:cNvSpPr/>
            <p:nvPr/>
          </p:nvSpPr>
          <p:spPr>
            <a:xfrm>
              <a:off x="10647992" y="4076390"/>
              <a:ext cx="108000" cy="1080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1913" name="Ovaal 28">
              <a:extLst>
                <a:ext uri="{FF2B5EF4-FFF2-40B4-BE49-F238E27FC236}">
                  <a16:creationId xmlns:a16="http://schemas.microsoft.com/office/drawing/2014/main" id="{D523C61D-1D6A-624F-9B05-1AD39C2E6E7B}"/>
                </a:ext>
              </a:extLst>
            </p:cNvPr>
            <p:cNvSpPr/>
            <p:nvPr/>
          </p:nvSpPr>
          <p:spPr>
            <a:xfrm>
              <a:off x="10192235" y="3512279"/>
              <a:ext cx="108000" cy="1080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1914" name="Ovaal 29">
              <a:extLst>
                <a:ext uri="{FF2B5EF4-FFF2-40B4-BE49-F238E27FC236}">
                  <a16:creationId xmlns:a16="http://schemas.microsoft.com/office/drawing/2014/main" id="{C9B453FD-DCBD-CD47-A66C-AFBC9A50BB7A}"/>
                </a:ext>
              </a:extLst>
            </p:cNvPr>
            <p:cNvSpPr/>
            <p:nvPr/>
          </p:nvSpPr>
          <p:spPr>
            <a:xfrm>
              <a:off x="9976573" y="3803638"/>
              <a:ext cx="108000" cy="1080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  <p:sp>
          <p:nvSpPr>
            <p:cNvPr id="1915" name="Ovaal 30">
              <a:extLst>
                <a:ext uri="{FF2B5EF4-FFF2-40B4-BE49-F238E27FC236}">
                  <a16:creationId xmlns:a16="http://schemas.microsoft.com/office/drawing/2014/main" id="{D4ED3C8C-CEB7-6246-9DF2-F4B96CF9A3BF}"/>
                </a:ext>
              </a:extLst>
            </p:cNvPr>
            <p:cNvSpPr/>
            <p:nvPr/>
          </p:nvSpPr>
          <p:spPr>
            <a:xfrm>
              <a:off x="9685470" y="3919568"/>
              <a:ext cx="108000" cy="108000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>
              <a:innerShdw blurRad="63500" dist="50800" dir="5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"/>
                <a:ea typeface="+mn-ea"/>
                <a:cs typeface="+mn-cs"/>
              </a:endParaRPr>
            </a:p>
          </p:txBody>
        </p:sp>
      </p:grpSp>
      <p:sp>
        <p:nvSpPr>
          <p:cNvPr id="1916" name="Rechthoek 32">
            <a:extLst>
              <a:ext uri="{FF2B5EF4-FFF2-40B4-BE49-F238E27FC236}">
                <a16:creationId xmlns:a16="http://schemas.microsoft.com/office/drawing/2014/main" id="{661B9A69-AC15-1F41-A413-5FFFD691C8F0}"/>
              </a:ext>
            </a:extLst>
          </p:cNvPr>
          <p:cNvSpPr/>
          <p:nvPr userDrawn="1"/>
        </p:nvSpPr>
        <p:spPr>
          <a:xfrm>
            <a:off x="9748158" y="4923104"/>
            <a:ext cx="144113" cy="144113"/>
          </a:xfrm>
          <a:prstGeom prst="rect">
            <a:avLst/>
          </a:prstGeom>
          <a:solidFill>
            <a:srgbClr val="FFFF00"/>
          </a:solidFill>
          <a:ln w="3175">
            <a:solidFill>
              <a:schemeClr val="tx1"/>
            </a:solidFill>
          </a:ln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1917" name="Ovaal 3">
            <a:extLst>
              <a:ext uri="{FF2B5EF4-FFF2-40B4-BE49-F238E27FC236}">
                <a16:creationId xmlns:a16="http://schemas.microsoft.com/office/drawing/2014/main" id="{3C428804-9166-354D-B9CC-DA44963FD3D6}"/>
              </a:ext>
            </a:extLst>
          </p:cNvPr>
          <p:cNvSpPr/>
          <p:nvPr userDrawn="1"/>
        </p:nvSpPr>
        <p:spPr>
          <a:xfrm>
            <a:off x="9277549" y="4287973"/>
            <a:ext cx="832866" cy="1084127"/>
          </a:xfrm>
          <a:custGeom>
            <a:avLst/>
            <a:gdLst>
              <a:gd name="connsiteX0" fmla="*/ 0 w 1728192"/>
              <a:gd name="connsiteY0" fmla="*/ 855104 h 1710208"/>
              <a:gd name="connsiteX1" fmla="*/ 864096 w 1728192"/>
              <a:gd name="connsiteY1" fmla="*/ 0 h 1710208"/>
              <a:gd name="connsiteX2" fmla="*/ 1728192 w 1728192"/>
              <a:gd name="connsiteY2" fmla="*/ 855104 h 1710208"/>
              <a:gd name="connsiteX3" fmla="*/ 864096 w 1728192"/>
              <a:gd name="connsiteY3" fmla="*/ 1710208 h 1710208"/>
              <a:gd name="connsiteX4" fmla="*/ 0 w 1728192"/>
              <a:gd name="connsiteY4" fmla="*/ 855104 h 1710208"/>
              <a:gd name="connsiteX0" fmla="*/ 61 w 1728253"/>
              <a:gd name="connsiteY0" fmla="*/ 667097 h 1522201"/>
              <a:gd name="connsiteX1" fmla="*/ 898340 w 1728253"/>
              <a:gd name="connsiteY1" fmla="*/ 0 h 1522201"/>
              <a:gd name="connsiteX2" fmla="*/ 1728253 w 1728253"/>
              <a:gd name="connsiteY2" fmla="*/ 667097 h 1522201"/>
              <a:gd name="connsiteX3" fmla="*/ 864157 w 1728253"/>
              <a:gd name="connsiteY3" fmla="*/ 1522201 h 1522201"/>
              <a:gd name="connsiteX4" fmla="*/ 61 w 1728253"/>
              <a:gd name="connsiteY4" fmla="*/ 667097 h 1522201"/>
              <a:gd name="connsiteX0" fmla="*/ 39 w 1770960"/>
              <a:gd name="connsiteY0" fmla="*/ 565188 h 1523370"/>
              <a:gd name="connsiteX1" fmla="*/ 941047 w 1770960"/>
              <a:gd name="connsiteY1" fmla="*/ 641 h 1523370"/>
              <a:gd name="connsiteX2" fmla="*/ 1770960 w 1770960"/>
              <a:gd name="connsiteY2" fmla="*/ 667738 h 1523370"/>
              <a:gd name="connsiteX3" fmla="*/ 906864 w 1770960"/>
              <a:gd name="connsiteY3" fmla="*/ 1522842 h 1523370"/>
              <a:gd name="connsiteX4" fmla="*/ 39 w 1770960"/>
              <a:gd name="connsiteY4" fmla="*/ 565188 h 1523370"/>
              <a:gd name="connsiteX0" fmla="*/ 531 w 1771452"/>
              <a:gd name="connsiteY0" fmla="*/ 565116 h 1259260"/>
              <a:gd name="connsiteX1" fmla="*/ 941539 w 1771452"/>
              <a:gd name="connsiteY1" fmla="*/ 569 h 1259260"/>
              <a:gd name="connsiteX2" fmla="*/ 1771452 w 1771452"/>
              <a:gd name="connsiteY2" fmla="*/ 667666 h 1259260"/>
              <a:gd name="connsiteX3" fmla="*/ 821898 w 1771452"/>
              <a:gd name="connsiteY3" fmla="*/ 1257851 h 1259260"/>
              <a:gd name="connsiteX4" fmla="*/ 531 w 1771452"/>
              <a:gd name="connsiteY4" fmla="*/ 565116 h 1259260"/>
              <a:gd name="connsiteX0" fmla="*/ 531 w 1771452"/>
              <a:gd name="connsiteY0" fmla="*/ 564696 h 1258840"/>
              <a:gd name="connsiteX1" fmla="*/ 941539 w 1771452"/>
              <a:gd name="connsiteY1" fmla="*/ 149 h 1258840"/>
              <a:gd name="connsiteX2" fmla="*/ 1771452 w 1771452"/>
              <a:gd name="connsiteY2" fmla="*/ 667246 h 1258840"/>
              <a:gd name="connsiteX3" fmla="*/ 821898 w 1771452"/>
              <a:gd name="connsiteY3" fmla="*/ 1257431 h 1258840"/>
              <a:gd name="connsiteX4" fmla="*/ 531 w 1771452"/>
              <a:gd name="connsiteY4" fmla="*/ 564696 h 1258840"/>
              <a:gd name="connsiteX0" fmla="*/ 531 w 1771452"/>
              <a:gd name="connsiteY0" fmla="*/ 567881 h 1262025"/>
              <a:gd name="connsiteX1" fmla="*/ 941539 w 1771452"/>
              <a:gd name="connsiteY1" fmla="*/ 3334 h 1262025"/>
              <a:gd name="connsiteX2" fmla="*/ 1771452 w 1771452"/>
              <a:gd name="connsiteY2" fmla="*/ 670431 h 1262025"/>
              <a:gd name="connsiteX3" fmla="*/ 821898 w 1771452"/>
              <a:gd name="connsiteY3" fmla="*/ 1260616 h 1262025"/>
              <a:gd name="connsiteX4" fmla="*/ 531 w 1771452"/>
              <a:gd name="connsiteY4" fmla="*/ 567881 h 1262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71452" h="1262025">
                <a:moveTo>
                  <a:pt x="531" y="567881"/>
                </a:moveTo>
                <a:cubicBezTo>
                  <a:pt x="20471" y="358334"/>
                  <a:pt x="441287" y="37516"/>
                  <a:pt x="941539" y="3334"/>
                </a:cubicBezTo>
                <a:cubicBezTo>
                  <a:pt x="1441791" y="-30848"/>
                  <a:pt x="1771452" y="198170"/>
                  <a:pt x="1771452" y="670431"/>
                </a:cubicBezTo>
                <a:cubicBezTo>
                  <a:pt x="1771452" y="1142692"/>
                  <a:pt x="1117051" y="1277708"/>
                  <a:pt x="821898" y="1260616"/>
                </a:cubicBezTo>
                <a:cubicBezTo>
                  <a:pt x="526745" y="1243524"/>
                  <a:pt x="-19409" y="777428"/>
                  <a:pt x="531" y="567881"/>
                </a:cubicBezTo>
                <a:close/>
              </a:path>
            </a:pathLst>
          </a:custGeom>
          <a:solidFill>
            <a:srgbClr val="FFFF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1918" name="Ovaal 3">
            <a:extLst>
              <a:ext uri="{FF2B5EF4-FFF2-40B4-BE49-F238E27FC236}">
                <a16:creationId xmlns:a16="http://schemas.microsoft.com/office/drawing/2014/main" id="{832E598B-A5B0-0141-935C-9AF8AB87D460}"/>
              </a:ext>
            </a:extLst>
          </p:cNvPr>
          <p:cNvSpPr/>
          <p:nvPr userDrawn="1"/>
        </p:nvSpPr>
        <p:spPr>
          <a:xfrm>
            <a:off x="9777046" y="4210562"/>
            <a:ext cx="1246378" cy="1534552"/>
          </a:xfrm>
          <a:custGeom>
            <a:avLst/>
            <a:gdLst>
              <a:gd name="connsiteX0" fmla="*/ 0 w 1728192"/>
              <a:gd name="connsiteY0" fmla="*/ 855104 h 1710208"/>
              <a:gd name="connsiteX1" fmla="*/ 864096 w 1728192"/>
              <a:gd name="connsiteY1" fmla="*/ 0 h 1710208"/>
              <a:gd name="connsiteX2" fmla="*/ 1728192 w 1728192"/>
              <a:gd name="connsiteY2" fmla="*/ 855104 h 1710208"/>
              <a:gd name="connsiteX3" fmla="*/ 864096 w 1728192"/>
              <a:gd name="connsiteY3" fmla="*/ 1710208 h 1710208"/>
              <a:gd name="connsiteX4" fmla="*/ 0 w 1728192"/>
              <a:gd name="connsiteY4" fmla="*/ 855104 h 1710208"/>
              <a:gd name="connsiteX0" fmla="*/ 61 w 1728253"/>
              <a:gd name="connsiteY0" fmla="*/ 667097 h 1522201"/>
              <a:gd name="connsiteX1" fmla="*/ 898340 w 1728253"/>
              <a:gd name="connsiteY1" fmla="*/ 0 h 1522201"/>
              <a:gd name="connsiteX2" fmla="*/ 1728253 w 1728253"/>
              <a:gd name="connsiteY2" fmla="*/ 667097 h 1522201"/>
              <a:gd name="connsiteX3" fmla="*/ 864157 w 1728253"/>
              <a:gd name="connsiteY3" fmla="*/ 1522201 h 1522201"/>
              <a:gd name="connsiteX4" fmla="*/ 61 w 1728253"/>
              <a:gd name="connsiteY4" fmla="*/ 667097 h 1522201"/>
              <a:gd name="connsiteX0" fmla="*/ 39 w 1770960"/>
              <a:gd name="connsiteY0" fmla="*/ 565188 h 1523370"/>
              <a:gd name="connsiteX1" fmla="*/ 941047 w 1770960"/>
              <a:gd name="connsiteY1" fmla="*/ 641 h 1523370"/>
              <a:gd name="connsiteX2" fmla="*/ 1770960 w 1770960"/>
              <a:gd name="connsiteY2" fmla="*/ 667738 h 1523370"/>
              <a:gd name="connsiteX3" fmla="*/ 906864 w 1770960"/>
              <a:gd name="connsiteY3" fmla="*/ 1522842 h 1523370"/>
              <a:gd name="connsiteX4" fmla="*/ 39 w 1770960"/>
              <a:gd name="connsiteY4" fmla="*/ 565188 h 1523370"/>
              <a:gd name="connsiteX0" fmla="*/ 531 w 1771452"/>
              <a:gd name="connsiteY0" fmla="*/ 565116 h 1259260"/>
              <a:gd name="connsiteX1" fmla="*/ 941539 w 1771452"/>
              <a:gd name="connsiteY1" fmla="*/ 569 h 1259260"/>
              <a:gd name="connsiteX2" fmla="*/ 1771452 w 1771452"/>
              <a:gd name="connsiteY2" fmla="*/ 667666 h 1259260"/>
              <a:gd name="connsiteX3" fmla="*/ 821898 w 1771452"/>
              <a:gd name="connsiteY3" fmla="*/ 1257851 h 1259260"/>
              <a:gd name="connsiteX4" fmla="*/ 531 w 1771452"/>
              <a:gd name="connsiteY4" fmla="*/ 565116 h 1259260"/>
              <a:gd name="connsiteX0" fmla="*/ 531 w 1771452"/>
              <a:gd name="connsiteY0" fmla="*/ 564696 h 1258840"/>
              <a:gd name="connsiteX1" fmla="*/ 941539 w 1771452"/>
              <a:gd name="connsiteY1" fmla="*/ 149 h 1258840"/>
              <a:gd name="connsiteX2" fmla="*/ 1771452 w 1771452"/>
              <a:gd name="connsiteY2" fmla="*/ 667246 h 1258840"/>
              <a:gd name="connsiteX3" fmla="*/ 821898 w 1771452"/>
              <a:gd name="connsiteY3" fmla="*/ 1257431 h 1258840"/>
              <a:gd name="connsiteX4" fmla="*/ 531 w 1771452"/>
              <a:gd name="connsiteY4" fmla="*/ 564696 h 1258840"/>
              <a:gd name="connsiteX0" fmla="*/ 531 w 1771452"/>
              <a:gd name="connsiteY0" fmla="*/ 567881 h 1262025"/>
              <a:gd name="connsiteX1" fmla="*/ 941539 w 1771452"/>
              <a:gd name="connsiteY1" fmla="*/ 3334 h 1262025"/>
              <a:gd name="connsiteX2" fmla="*/ 1771452 w 1771452"/>
              <a:gd name="connsiteY2" fmla="*/ 670431 h 1262025"/>
              <a:gd name="connsiteX3" fmla="*/ 821898 w 1771452"/>
              <a:gd name="connsiteY3" fmla="*/ 1260616 h 1262025"/>
              <a:gd name="connsiteX4" fmla="*/ 531 w 1771452"/>
              <a:gd name="connsiteY4" fmla="*/ 567881 h 1262025"/>
              <a:gd name="connsiteX0" fmla="*/ 3985 w 1774906"/>
              <a:gd name="connsiteY0" fmla="*/ 604225 h 1298369"/>
              <a:gd name="connsiteX1" fmla="*/ 530442 w 1774906"/>
              <a:gd name="connsiteY1" fmla="*/ 133467 h 1298369"/>
              <a:gd name="connsiteX2" fmla="*/ 944993 w 1774906"/>
              <a:gd name="connsiteY2" fmla="*/ 39678 h 1298369"/>
              <a:gd name="connsiteX3" fmla="*/ 1774906 w 1774906"/>
              <a:gd name="connsiteY3" fmla="*/ 706775 h 1298369"/>
              <a:gd name="connsiteX4" fmla="*/ 825352 w 1774906"/>
              <a:gd name="connsiteY4" fmla="*/ 1296960 h 1298369"/>
              <a:gd name="connsiteX5" fmla="*/ 3985 w 1774906"/>
              <a:gd name="connsiteY5" fmla="*/ 604225 h 1298369"/>
              <a:gd name="connsiteX0" fmla="*/ 24939 w 1795860"/>
              <a:gd name="connsiteY0" fmla="*/ 647091 h 1341235"/>
              <a:gd name="connsiteX1" fmla="*/ 280147 w 1795860"/>
              <a:gd name="connsiteY1" fmla="*/ 72649 h 1341235"/>
              <a:gd name="connsiteX2" fmla="*/ 965947 w 1795860"/>
              <a:gd name="connsiteY2" fmla="*/ 82544 h 1341235"/>
              <a:gd name="connsiteX3" fmla="*/ 1795860 w 1795860"/>
              <a:gd name="connsiteY3" fmla="*/ 749641 h 1341235"/>
              <a:gd name="connsiteX4" fmla="*/ 846306 w 1795860"/>
              <a:gd name="connsiteY4" fmla="*/ 1339826 h 1341235"/>
              <a:gd name="connsiteX5" fmla="*/ 24939 w 1795860"/>
              <a:gd name="connsiteY5" fmla="*/ 647091 h 1341235"/>
              <a:gd name="connsiteX0" fmla="*/ 24939 w 1795860"/>
              <a:gd name="connsiteY0" fmla="*/ 738365 h 1432509"/>
              <a:gd name="connsiteX1" fmla="*/ 280147 w 1795860"/>
              <a:gd name="connsiteY1" fmla="*/ 163923 h 1432509"/>
              <a:gd name="connsiteX2" fmla="*/ 1372822 w 1795860"/>
              <a:gd name="connsiteY2" fmla="*/ 41856 h 1432509"/>
              <a:gd name="connsiteX3" fmla="*/ 1795860 w 1795860"/>
              <a:gd name="connsiteY3" fmla="*/ 840915 h 1432509"/>
              <a:gd name="connsiteX4" fmla="*/ 846306 w 1795860"/>
              <a:gd name="connsiteY4" fmla="*/ 1431100 h 1432509"/>
              <a:gd name="connsiteX5" fmla="*/ 24939 w 1795860"/>
              <a:gd name="connsiteY5" fmla="*/ 738365 h 1432509"/>
              <a:gd name="connsiteX0" fmla="*/ 24939 w 1646673"/>
              <a:gd name="connsiteY0" fmla="*/ 736347 h 1429747"/>
              <a:gd name="connsiteX1" fmla="*/ 280147 w 1646673"/>
              <a:gd name="connsiteY1" fmla="*/ 161905 h 1429747"/>
              <a:gd name="connsiteX2" fmla="*/ 1372822 w 1646673"/>
              <a:gd name="connsiteY2" fmla="*/ 39838 h 1429747"/>
              <a:gd name="connsiteX3" fmla="*/ 1646673 w 1646673"/>
              <a:gd name="connsiteY3" fmla="*/ 810620 h 1429747"/>
              <a:gd name="connsiteX4" fmla="*/ 846306 w 1646673"/>
              <a:gd name="connsiteY4" fmla="*/ 1429082 h 1429747"/>
              <a:gd name="connsiteX5" fmla="*/ 24939 w 1646673"/>
              <a:gd name="connsiteY5" fmla="*/ 736347 h 1429747"/>
              <a:gd name="connsiteX0" fmla="*/ 24939 w 1646673"/>
              <a:gd name="connsiteY0" fmla="*/ 626269 h 1319669"/>
              <a:gd name="connsiteX1" fmla="*/ 280147 w 1646673"/>
              <a:gd name="connsiteY1" fmla="*/ 51827 h 1319669"/>
              <a:gd name="connsiteX2" fmla="*/ 1277885 w 1646673"/>
              <a:gd name="connsiteY2" fmla="*/ 108852 h 1319669"/>
              <a:gd name="connsiteX3" fmla="*/ 1646673 w 1646673"/>
              <a:gd name="connsiteY3" fmla="*/ 700542 h 1319669"/>
              <a:gd name="connsiteX4" fmla="*/ 846306 w 1646673"/>
              <a:gd name="connsiteY4" fmla="*/ 1319004 h 1319669"/>
              <a:gd name="connsiteX5" fmla="*/ 24939 w 1646673"/>
              <a:gd name="connsiteY5" fmla="*/ 626269 h 1319669"/>
              <a:gd name="connsiteX0" fmla="*/ 232102 w 1853836"/>
              <a:gd name="connsiteY0" fmla="*/ 626269 h 1371139"/>
              <a:gd name="connsiteX1" fmla="*/ 487310 w 1853836"/>
              <a:gd name="connsiteY1" fmla="*/ 51827 h 1371139"/>
              <a:gd name="connsiteX2" fmla="*/ 1485048 w 1853836"/>
              <a:gd name="connsiteY2" fmla="*/ 108852 h 1371139"/>
              <a:gd name="connsiteX3" fmla="*/ 1853836 w 1853836"/>
              <a:gd name="connsiteY3" fmla="*/ 700542 h 1371139"/>
              <a:gd name="connsiteX4" fmla="*/ 1053469 w 1853836"/>
              <a:gd name="connsiteY4" fmla="*/ 1319004 h 1371139"/>
              <a:gd name="connsiteX5" fmla="*/ 39750 w 1853836"/>
              <a:gd name="connsiteY5" fmla="*/ 1258343 h 1371139"/>
              <a:gd name="connsiteX6" fmla="*/ 232102 w 1853836"/>
              <a:gd name="connsiteY6" fmla="*/ 626269 h 1371139"/>
              <a:gd name="connsiteX0" fmla="*/ 232102 w 1853836"/>
              <a:gd name="connsiteY0" fmla="*/ 626269 h 1384279"/>
              <a:gd name="connsiteX1" fmla="*/ 487310 w 1853836"/>
              <a:gd name="connsiteY1" fmla="*/ 51827 h 1384279"/>
              <a:gd name="connsiteX2" fmla="*/ 1485048 w 1853836"/>
              <a:gd name="connsiteY2" fmla="*/ 108852 h 1384279"/>
              <a:gd name="connsiteX3" fmla="*/ 1853836 w 1853836"/>
              <a:gd name="connsiteY3" fmla="*/ 700542 h 1384279"/>
              <a:gd name="connsiteX4" fmla="*/ 1243343 w 1853836"/>
              <a:gd name="connsiteY4" fmla="*/ 1337856 h 1384279"/>
              <a:gd name="connsiteX5" fmla="*/ 39750 w 1853836"/>
              <a:gd name="connsiteY5" fmla="*/ 1258343 h 1384279"/>
              <a:gd name="connsiteX6" fmla="*/ 232102 w 1853836"/>
              <a:gd name="connsiteY6" fmla="*/ 626269 h 1384279"/>
              <a:gd name="connsiteX0" fmla="*/ 232102 w 1853836"/>
              <a:gd name="connsiteY0" fmla="*/ 626269 h 1375912"/>
              <a:gd name="connsiteX1" fmla="*/ 487310 w 1853836"/>
              <a:gd name="connsiteY1" fmla="*/ 51827 h 1375912"/>
              <a:gd name="connsiteX2" fmla="*/ 1485048 w 1853836"/>
              <a:gd name="connsiteY2" fmla="*/ 108852 h 1375912"/>
              <a:gd name="connsiteX3" fmla="*/ 1853836 w 1853836"/>
              <a:gd name="connsiteY3" fmla="*/ 700542 h 1375912"/>
              <a:gd name="connsiteX4" fmla="*/ 1243343 w 1853836"/>
              <a:gd name="connsiteY4" fmla="*/ 1337856 h 1375912"/>
              <a:gd name="connsiteX5" fmla="*/ 39750 w 1853836"/>
              <a:gd name="connsiteY5" fmla="*/ 1258343 h 1375912"/>
              <a:gd name="connsiteX6" fmla="*/ 232102 w 1853836"/>
              <a:gd name="connsiteY6" fmla="*/ 626269 h 1375912"/>
              <a:gd name="connsiteX0" fmla="*/ 162076 w 1865184"/>
              <a:gd name="connsiteY0" fmla="*/ 428326 h 1375912"/>
              <a:gd name="connsiteX1" fmla="*/ 498658 w 1865184"/>
              <a:gd name="connsiteY1" fmla="*/ 51827 h 1375912"/>
              <a:gd name="connsiteX2" fmla="*/ 1496396 w 1865184"/>
              <a:gd name="connsiteY2" fmla="*/ 108852 h 1375912"/>
              <a:gd name="connsiteX3" fmla="*/ 1865184 w 1865184"/>
              <a:gd name="connsiteY3" fmla="*/ 700542 h 1375912"/>
              <a:gd name="connsiteX4" fmla="*/ 1254691 w 1865184"/>
              <a:gd name="connsiteY4" fmla="*/ 1337856 h 1375912"/>
              <a:gd name="connsiteX5" fmla="*/ 51098 w 1865184"/>
              <a:gd name="connsiteY5" fmla="*/ 1258343 h 1375912"/>
              <a:gd name="connsiteX6" fmla="*/ 162076 w 1865184"/>
              <a:gd name="connsiteY6" fmla="*/ 428326 h 1375912"/>
              <a:gd name="connsiteX0" fmla="*/ 146347 w 1849455"/>
              <a:gd name="connsiteY0" fmla="*/ 428326 h 1375912"/>
              <a:gd name="connsiteX1" fmla="*/ 482929 w 1849455"/>
              <a:gd name="connsiteY1" fmla="*/ 51827 h 1375912"/>
              <a:gd name="connsiteX2" fmla="*/ 1480667 w 1849455"/>
              <a:gd name="connsiteY2" fmla="*/ 108852 h 1375912"/>
              <a:gd name="connsiteX3" fmla="*/ 1849455 w 1849455"/>
              <a:gd name="connsiteY3" fmla="*/ 700542 h 1375912"/>
              <a:gd name="connsiteX4" fmla="*/ 1238962 w 1849455"/>
              <a:gd name="connsiteY4" fmla="*/ 1337856 h 1375912"/>
              <a:gd name="connsiteX5" fmla="*/ 35369 w 1849455"/>
              <a:gd name="connsiteY5" fmla="*/ 1258343 h 1375912"/>
              <a:gd name="connsiteX6" fmla="*/ 146347 w 1849455"/>
              <a:gd name="connsiteY6" fmla="*/ 428326 h 1375912"/>
              <a:gd name="connsiteX0" fmla="*/ 350811 w 1836920"/>
              <a:gd name="connsiteY0" fmla="*/ 484882 h 1375912"/>
              <a:gd name="connsiteX1" fmla="*/ 470394 w 1836920"/>
              <a:gd name="connsiteY1" fmla="*/ 51827 h 1375912"/>
              <a:gd name="connsiteX2" fmla="*/ 1468132 w 1836920"/>
              <a:gd name="connsiteY2" fmla="*/ 108852 h 1375912"/>
              <a:gd name="connsiteX3" fmla="*/ 1836920 w 1836920"/>
              <a:gd name="connsiteY3" fmla="*/ 700542 h 1375912"/>
              <a:gd name="connsiteX4" fmla="*/ 1226427 w 1836920"/>
              <a:gd name="connsiteY4" fmla="*/ 1337856 h 1375912"/>
              <a:gd name="connsiteX5" fmla="*/ 22834 w 1836920"/>
              <a:gd name="connsiteY5" fmla="*/ 1258343 h 1375912"/>
              <a:gd name="connsiteX6" fmla="*/ 350811 w 1836920"/>
              <a:gd name="connsiteY6" fmla="*/ 484882 h 1375912"/>
              <a:gd name="connsiteX0" fmla="*/ 247219 w 1841828"/>
              <a:gd name="connsiteY0" fmla="*/ 466030 h 1375912"/>
              <a:gd name="connsiteX1" fmla="*/ 475302 w 1841828"/>
              <a:gd name="connsiteY1" fmla="*/ 51827 h 1375912"/>
              <a:gd name="connsiteX2" fmla="*/ 1473040 w 1841828"/>
              <a:gd name="connsiteY2" fmla="*/ 108852 h 1375912"/>
              <a:gd name="connsiteX3" fmla="*/ 1841828 w 1841828"/>
              <a:gd name="connsiteY3" fmla="*/ 700542 h 1375912"/>
              <a:gd name="connsiteX4" fmla="*/ 1231335 w 1841828"/>
              <a:gd name="connsiteY4" fmla="*/ 1337856 h 1375912"/>
              <a:gd name="connsiteX5" fmla="*/ 27742 w 1841828"/>
              <a:gd name="connsiteY5" fmla="*/ 1258343 h 1375912"/>
              <a:gd name="connsiteX6" fmla="*/ 247219 w 1841828"/>
              <a:gd name="connsiteY6" fmla="*/ 466030 h 1375912"/>
              <a:gd name="connsiteX0" fmla="*/ 254015 w 1848624"/>
              <a:gd name="connsiteY0" fmla="*/ 472916 h 1382798"/>
              <a:gd name="connsiteX1" fmla="*/ 305786 w 1848624"/>
              <a:gd name="connsiteY1" fmla="*/ 49286 h 1382798"/>
              <a:gd name="connsiteX2" fmla="*/ 1479836 w 1848624"/>
              <a:gd name="connsiteY2" fmla="*/ 115738 h 1382798"/>
              <a:gd name="connsiteX3" fmla="*/ 1848624 w 1848624"/>
              <a:gd name="connsiteY3" fmla="*/ 707428 h 1382798"/>
              <a:gd name="connsiteX4" fmla="*/ 1238131 w 1848624"/>
              <a:gd name="connsiteY4" fmla="*/ 1344742 h 1382798"/>
              <a:gd name="connsiteX5" fmla="*/ 34538 w 1848624"/>
              <a:gd name="connsiteY5" fmla="*/ 1265229 h 1382798"/>
              <a:gd name="connsiteX6" fmla="*/ 254015 w 1848624"/>
              <a:gd name="connsiteY6" fmla="*/ 472916 h 1382798"/>
              <a:gd name="connsiteX0" fmla="*/ 254017 w 1848626"/>
              <a:gd name="connsiteY0" fmla="*/ 490631 h 1400513"/>
              <a:gd name="connsiteX1" fmla="*/ 305788 w 1848626"/>
              <a:gd name="connsiteY1" fmla="*/ 67001 h 1400513"/>
              <a:gd name="connsiteX2" fmla="*/ 1493400 w 1848626"/>
              <a:gd name="connsiteY2" fmla="*/ 86323 h 1400513"/>
              <a:gd name="connsiteX3" fmla="*/ 1848626 w 1848626"/>
              <a:gd name="connsiteY3" fmla="*/ 725143 h 1400513"/>
              <a:gd name="connsiteX4" fmla="*/ 1238133 w 1848626"/>
              <a:gd name="connsiteY4" fmla="*/ 1362457 h 1400513"/>
              <a:gd name="connsiteX5" fmla="*/ 34540 w 1848626"/>
              <a:gd name="connsiteY5" fmla="*/ 1282944 h 1400513"/>
              <a:gd name="connsiteX6" fmla="*/ 254017 w 1848626"/>
              <a:gd name="connsiteY6" fmla="*/ 490631 h 1400513"/>
              <a:gd name="connsiteX0" fmla="*/ 219477 w 1814086"/>
              <a:gd name="connsiteY0" fmla="*/ 490631 h 1400513"/>
              <a:gd name="connsiteX1" fmla="*/ 271248 w 1814086"/>
              <a:gd name="connsiteY1" fmla="*/ 67001 h 1400513"/>
              <a:gd name="connsiteX2" fmla="*/ 1458860 w 1814086"/>
              <a:gd name="connsiteY2" fmla="*/ 86323 h 1400513"/>
              <a:gd name="connsiteX3" fmla="*/ 1814086 w 1814086"/>
              <a:gd name="connsiteY3" fmla="*/ 725143 h 1400513"/>
              <a:gd name="connsiteX4" fmla="*/ 1203593 w 1814086"/>
              <a:gd name="connsiteY4" fmla="*/ 1362457 h 1400513"/>
              <a:gd name="connsiteX5" fmla="*/ 0 w 1814086"/>
              <a:gd name="connsiteY5" fmla="*/ 1282944 h 1400513"/>
              <a:gd name="connsiteX6" fmla="*/ 219477 w 1814086"/>
              <a:gd name="connsiteY6" fmla="*/ 490631 h 1400513"/>
              <a:gd name="connsiteX0" fmla="*/ 219477 w 1814086"/>
              <a:gd name="connsiteY0" fmla="*/ 490631 h 1400513"/>
              <a:gd name="connsiteX1" fmla="*/ 271248 w 1814086"/>
              <a:gd name="connsiteY1" fmla="*/ 67001 h 1400513"/>
              <a:gd name="connsiteX2" fmla="*/ 1458860 w 1814086"/>
              <a:gd name="connsiteY2" fmla="*/ 86323 h 1400513"/>
              <a:gd name="connsiteX3" fmla="*/ 1814086 w 1814086"/>
              <a:gd name="connsiteY3" fmla="*/ 725143 h 1400513"/>
              <a:gd name="connsiteX4" fmla="*/ 1203593 w 1814086"/>
              <a:gd name="connsiteY4" fmla="*/ 1362457 h 1400513"/>
              <a:gd name="connsiteX5" fmla="*/ 0 w 1814086"/>
              <a:gd name="connsiteY5" fmla="*/ 1282944 h 1400513"/>
              <a:gd name="connsiteX6" fmla="*/ 219477 w 1814086"/>
              <a:gd name="connsiteY6" fmla="*/ 490631 h 1400513"/>
              <a:gd name="connsiteX0" fmla="*/ 246603 w 1841212"/>
              <a:gd name="connsiteY0" fmla="*/ 490631 h 1385111"/>
              <a:gd name="connsiteX1" fmla="*/ 298374 w 1841212"/>
              <a:gd name="connsiteY1" fmla="*/ 67001 h 1385111"/>
              <a:gd name="connsiteX2" fmla="*/ 1485986 w 1841212"/>
              <a:gd name="connsiteY2" fmla="*/ 86323 h 1385111"/>
              <a:gd name="connsiteX3" fmla="*/ 1841212 w 1841212"/>
              <a:gd name="connsiteY3" fmla="*/ 725143 h 1385111"/>
              <a:gd name="connsiteX4" fmla="*/ 1230719 w 1841212"/>
              <a:gd name="connsiteY4" fmla="*/ 1362457 h 1385111"/>
              <a:gd name="connsiteX5" fmla="*/ 0 w 1841212"/>
              <a:gd name="connsiteY5" fmla="*/ 1188494 h 1385111"/>
              <a:gd name="connsiteX6" fmla="*/ 246603 w 1841212"/>
              <a:gd name="connsiteY6" fmla="*/ 490631 h 1385111"/>
              <a:gd name="connsiteX0" fmla="*/ 246603 w 1841212"/>
              <a:gd name="connsiteY0" fmla="*/ 490631 h 1462137"/>
              <a:gd name="connsiteX1" fmla="*/ 298374 w 1841212"/>
              <a:gd name="connsiteY1" fmla="*/ 67001 h 1462137"/>
              <a:gd name="connsiteX2" fmla="*/ 1485986 w 1841212"/>
              <a:gd name="connsiteY2" fmla="*/ 86323 h 1462137"/>
              <a:gd name="connsiteX3" fmla="*/ 1841212 w 1841212"/>
              <a:gd name="connsiteY3" fmla="*/ 725143 h 1462137"/>
              <a:gd name="connsiteX4" fmla="*/ 1230719 w 1841212"/>
              <a:gd name="connsiteY4" fmla="*/ 1362457 h 1462137"/>
              <a:gd name="connsiteX5" fmla="*/ 542500 w 1841212"/>
              <a:gd name="connsiteY5" fmla="*/ 1443444 h 1462137"/>
              <a:gd name="connsiteX6" fmla="*/ 0 w 1841212"/>
              <a:gd name="connsiteY6" fmla="*/ 1188494 h 1462137"/>
              <a:gd name="connsiteX7" fmla="*/ 246603 w 1841212"/>
              <a:gd name="connsiteY7" fmla="*/ 490631 h 1462137"/>
              <a:gd name="connsiteX0" fmla="*/ 246603 w 1841212"/>
              <a:gd name="connsiteY0" fmla="*/ 490631 h 1490171"/>
              <a:gd name="connsiteX1" fmla="*/ 298374 w 1841212"/>
              <a:gd name="connsiteY1" fmla="*/ 67001 h 1490171"/>
              <a:gd name="connsiteX2" fmla="*/ 1485986 w 1841212"/>
              <a:gd name="connsiteY2" fmla="*/ 86323 h 1490171"/>
              <a:gd name="connsiteX3" fmla="*/ 1841212 w 1841212"/>
              <a:gd name="connsiteY3" fmla="*/ 725143 h 1490171"/>
              <a:gd name="connsiteX4" fmla="*/ 1407031 w 1841212"/>
              <a:gd name="connsiteY4" fmla="*/ 1422561 h 1490171"/>
              <a:gd name="connsiteX5" fmla="*/ 542500 w 1841212"/>
              <a:gd name="connsiteY5" fmla="*/ 1443444 h 1490171"/>
              <a:gd name="connsiteX6" fmla="*/ 0 w 1841212"/>
              <a:gd name="connsiteY6" fmla="*/ 1188494 h 1490171"/>
              <a:gd name="connsiteX7" fmla="*/ 246603 w 1841212"/>
              <a:gd name="connsiteY7" fmla="*/ 490631 h 1490171"/>
              <a:gd name="connsiteX0" fmla="*/ 246603 w 1841212"/>
              <a:gd name="connsiteY0" fmla="*/ 490631 h 1498612"/>
              <a:gd name="connsiteX1" fmla="*/ 298374 w 1841212"/>
              <a:gd name="connsiteY1" fmla="*/ 67001 h 1498612"/>
              <a:gd name="connsiteX2" fmla="*/ 1485986 w 1841212"/>
              <a:gd name="connsiteY2" fmla="*/ 86323 h 1498612"/>
              <a:gd name="connsiteX3" fmla="*/ 1841212 w 1841212"/>
              <a:gd name="connsiteY3" fmla="*/ 725143 h 1498612"/>
              <a:gd name="connsiteX4" fmla="*/ 1407031 w 1841212"/>
              <a:gd name="connsiteY4" fmla="*/ 1422561 h 1498612"/>
              <a:gd name="connsiteX5" fmla="*/ 515374 w 1841212"/>
              <a:gd name="connsiteY5" fmla="*/ 1460616 h 1498612"/>
              <a:gd name="connsiteX6" fmla="*/ 0 w 1841212"/>
              <a:gd name="connsiteY6" fmla="*/ 1188494 h 1498612"/>
              <a:gd name="connsiteX7" fmla="*/ 246603 w 1841212"/>
              <a:gd name="connsiteY7" fmla="*/ 490631 h 1498612"/>
              <a:gd name="connsiteX0" fmla="*/ 327977 w 1922586"/>
              <a:gd name="connsiteY0" fmla="*/ 490631 h 1498612"/>
              <a:gd name="connsiteX1" fmla="*/ 379748 w 1922586"/>
              <a:gd name="connsiteY1" fmla="*/ 67001 h 1498612"/>
              <a:gd name="connsiteX2" fmla="*/ 1567360 w 1922586"/>
              <a:gd name="connsiteY2" fmla="*/ 86323 h 1498612"/>
              <a:gd name="connsiteX3" fmla="*/ 1922586 w 1922586"/>
              <a:gd name="connsiteY3" fmla="*/ 725143 h 1498612"/>
              <a:gd name="connsiteX4" fmla="*/ 1488405 w 1922586"/>
              <a:gd name="connsiteY4" fmla="*/ 1422561 h 1498612"/>
              <a:gd name="connsiteX5" fmla="*/ 596748 w 1922586"/>
              <a:gd name="connsiteY5" fmla="*/ 1460616 h 1498612"/>
              <a:gd name="connsiteX6" fmla="*/ 0 w 1922586"/>
              <a:gd name="connsiteY6" fmla="*/ 1231426 h 1498612"/>
              <a:gd name="connsiteX7" fmla="*/ 327977 w 1922586"/>
              <a:gd name="connsiteY7" fmla="*/ 490631 h 1498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22586" h="1498612">
                <a:moveTo>
                  <a:pt x="327977" y="490631"/>
                </a:moveTo>
                <a:cubicBezTo>
                  <a:pt x="391268" y="296560"/>
                  <a:pt x="222913" y="161092"/>
                  <a:pt x="379748" y="67001"/>
                </a:cubicBezTo>
                <a:cubicBezTo>
                  <a:pt x="536583" y="-27090"/>
                  <a:pt x="1310220" y="-23367"/>
                  <a:pt x="1567360" y="86323"/>
                </a:cubicBezTo>
                <a:cubicBezTo>
                  <a:pt x="1824500" y="196013"/>
                  <a:pt x="1922586" y="252882"/>
                  <a:pt x="1922586" y="725143"/>
                </a:cubicBezTo>
                <a:cubicBezTo>
                  <a:pt x="1922586" y="1197404"/>
                  <a:pt x="1709378" y="1299982"/>
                  <a:pt x="1488405" y="1422561"/>
                </a:cubicBezTo>
                <a:cubicBezTo>
                  <a:pt x="1267432" y="1545140"/>
                  <a:pt x="801868" y="1489610"/>
                  <a:pt x="596748" y="1460616"/>
                </a:cubicBezTo>
                <a:cubicBezTo>
                  <a:pt x="391628" y="1431622"/>
                  <a:pt x="90004" y="1375917"/>
                  <a:pt x="0" y="1231426"/>
                </a:cubicBezTo>
                <a:cubicBezTo>
                  <a:pt x="242857" y="965156"/>
                  <a:pt x="264686" y="684702"/>
                  <a:pt x="327977" y="490631"/>
                </a:cubicBezTo>
                <a:close/>
              </a:path>
            </a:pathLst>
          </a:custGeom>
          <a:solidFill>
            <a:srgbClr val="FF99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1919" name="Rechthoek 32">
            <a:extLst>
              <a:ext uri="{FF2B5EF4-FFF2-40B4-BE49-F238E27FC236}">
                <a16:creationId xmlns:a16="http://schemas.microsoft.com/office/drawing/2014/main" id="{DA825A2B-52B7-DA41-912C-F674852B79F3}"/>
              </a:ext>
            </a:extLst>
          </p:cNvPr>
          <p:cNvSpPr/>
          <p:nvPr userDrawn="1"/>
        </p:nvSpPr>
        <p:spPr>
          <a:xfrm>
            <a:off x="10056414" y="5164715"/>
            <a:ext cx="144113" cy="144113"/>
          </a:xfrm>
          <a:prstGeom prst="rect">
            <a:avLst/>
          </a:prstGeom>
          <a:solidFill>
            <a:srgbClr val="FF9900"/>
          </a:solidFill>
          <a:ln w="3175">
            <a:solidFill>
              <a:schemeClr val="tx1"/>
            </a:solidFill>
          </a:ln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1920" name="Rechthoek 32">
            <a:extLst>
              <a:ext uri="{FF2B5EF4-FFF2-40B4-BE49-F238E27FC236}">
                <a16:creationId xmlns:a16="http://schemas.microsoft.com/office/drawing/2014/main" id="{0B3B4AD5-D444-4C4D-BB3D-41C29A3254B5}"/>
              </a:ext>
            </a:extLst>
          </p:cNvPr>
          <p:cNvSpPr/>
          <p:nvPr userDrawn="1"/>
        </p:nvSpPr>
        <p:spPr>
          <a:xfrm>
            <a:off x="10254466" y="4966602"/>
            <a:ext cx="144113" cy="144113"/>
          </a:xfrm>
          <a:prstGeom prst="rect">
            <a:avLst/>
          </a:prstGeom>
          <a:solidFill>
            <a:srgbClr val="FF9900"/>
          </a:solidFill>
          <a:ln w="3175">
            <a:solidFill>
              <a:schemeClr val="tx1"/>
            </a:solidFill>
          </a:ln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1831" name="Rectangle 3">
            <a:extLst>
              <a:ext uri="{FF2B5EF4-FFF2-40B4-BE49-F238E27FC236}">
                <a16:creationId xmlns:a16="http://schemas.microsoft.com/office/drawing/2014/main" id="{2394FE45-04C6-DD45-B2ED-19B9C166EC5A}"/>
              </a:ext>
            </a:extLst>
          </p:cNvPr>
          <p:cNvSpPr/>
          <p:nvPr userDrawn="1"/>
        </p:nvSpPr>
        <p:spPr>
          <a:xfrm>
            <a:off x="1672129" y="3860043"/>
            <a:ext cx="2327919" cy="5200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2" indent="0" algn="l" defTabSz="914400" rtl="0" eaLnBrk="1" fontAlgn="auto" latinLnBrk="0" hangingPunct="1">
              <a:lnSpc>
                <a:spcPct val="16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yriad Pro"/>
                <a:ea typeface="+mn-ea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sz="2000" b="0" i="0" u="none" strike="noStrike" kern="1200" cap="none" spc="0" normalizeH="0" baseline="0" noProof="0">
                <a:ln>
                  <a:noFill/>
                </a:ln>
                <a:solidFill>
                  <a:srgbClr val="7495C1"/>
                </a:solidFill>
                <a:effectLst/>
                <a:uLnTx/>
                <a:uFillTx/>
                <a:latin typeface="Myriad Pro"/>
                <a:ea typeface="+mn-ea"/>
                <a:cs typeface="+mn-cs"/>
                <a:sym typeface="Wingdings" panose="05000000000000000000" pitchFamily="2" charset="2"/>
              </a:rPr>
              <a:t> </a:t>
            </a:r>
            <a:r>
              <a:rPr kumimoji="0" lang="en-GB" sz="2000" b="0" i="0" u="none" strike="noStrike" kern="1200" cap="none" spc="0" normalizeH="0" baseline="0" noProof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yriad Pro"/>
                <a:ea typeface="+mn-ea"/>
                <a:cs typeface="+mn-cs"/>
              </a:rPr>
              <a:t>Balex</a:t>
            </a:r>
            <a:endParaRPr kumimoji="0" lang="en-GB" sz="2000" b="0" i="0" u="none" strike="noStrike" kern="1200" cap="none" spc="0" normalizeH="0" baseline="0" noProof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1832" name="Rectangle 3">
            <a:extLst>
              <a:ext uri="{FF2B5EF4-FFF2-40B4-BE49-F238E27FC236}">
                <a16:creationId xmlns:a16="http://schemas.microsoft.com/office/drawing/2014/main" id="{8613975E-6493-0641-8D2F-2E9375D01D7F}"/>
              </a:ext>
            </a:extLst>
          </p:cNvPr>
          <p:cNvSpPr/>
          <p:nvPr userDrawn="1"/>
        </p:nvSpPr>
        <p:spPr>
          <a:xfrm>
            <a:off x="1670951" y="4384334"/>
            <a:ext cx="2327919" cy="5200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2" indent="0" algn="l" defTabSz="914400" rtl="0" eaLnBrk="1" fontAlgn="auto" latinLnBrk="0" hangingPunct="1">
              <a:lnSpc>
                <a:spcPct val="16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0" i="0" u="none" strike="noStrike" kern="1200" cap="none" spc="0" normalizeH="0" baseline="0" noProof="0">
                <a:ln>
                  <a:noFill/>
                </a:ln>
                <a:solidFill>
                  <a:schemeClr val="accent4"/>
                </a:solidFill>
                <a:effectLst/>
                <a:uLnTx/>
                <a:uFillTx/>
                <a:latin typeface="Myriad Pro"/>
                <a:ea typeface="+mn-ea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sz="2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Myriad Pro"/>
                <a:ea typeface="+mn-ea"/>
                <a:cs typeface="+mn-cs"/>
                <a:sym typeface="Wingdings" panose="05000000000000000000" pitchFamily="2" charset="2"/>
              </a:rPr>
              <a:t> </a:t>
            </a:r>
            <a:r>
              <a:rPr kumimoji="0" lang="en-GB" sz="2000" b="0" i="0" u="none" strike="noStrike" kern="1200" cap="none" spc="0" normalizeH="0" baseline="0" noProof="0">
                <a:ln>
                  <a:noFill/>
                </a:ln>
                <a:solidFill>
                  <a:schemeClr val="accent4"/>
                </a:solidFill>
                <a:effectLst/>
                <a:uLnTx/>
                <a:uFillTx/>
                <a:latin typeface="Myriad Pro"/>
                <a:ea typeface="+mn-ea"/>
                <a:cs typeface="+mn-cs"/>
              </a:rPr>
              <a:t>JI South</a:t>
            </a: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chemeClr val="accent4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1833" name="Rectangle 3">
            <a:extLst>
              <a:ext uri="{FF2B5EF4-FFF2-40B4-BE49-F238E27FC236}">
                <a16:creationId xmlns:a16="http://schemas.microsoft.com/office/drawing/2014/main" id="{1FD22A16-4D87-6A47-99D8-12D29919345A}"/>
              </a:ext>
            </a:extLst>
          </p:cNvPr>
          <p:cNvSpPr/>
          <p:nvPr userDrawn="1"/>
        </p:nvSpPr>
        <p:spPr>
          <a:xfrm>
            <a:off x="1670951" y="4908626"/>
            <a:ext cx="2327919" cy="4773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2" indent="0" algn="l" defTabSz="914400" rtl="0" eaLnBrk="1" fontAlgn="auto" latinLnBrk="0" hangingPunct="1">
              <a:lnSpc>
                <a:spcPct val="16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60000"/>
                    <a:lumOff val="40000"/>
                  </a:schemeClr>
                </a:solidFill>
                <a:effectLst/>
                <a:uLnTx/>
                <a:uFillTx/>
                <a:latin typeface="Myriad Pro"/>
                <a:ea typeface="+mn-ea"/>
                <a:cs typeface="+mn-cs"/>
                <a:sym typeface="Wingdings" panose="05000000000000000000" pitchFamily="2" charset="2"/>
              </a:rPr>
              <a:t> </a:t>
            </a:r>
            <a:r>
              <a: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60000"/>
                    <a:lumOff val="40000"/>
                  </a:schemeClr>
                </a:solidFill>
                <a:effectLst/>
                <a:uLnTx/>
                <a:uFillTx/>
                <a:latin typeface="Myriad Pro"/>
                <a:ea typeface="+mn-ea"/>
                <a:cs typeface="+mn-cs"/>
              </a:rPr>
              <a:t>Wetterbest</a:t>
            </a:r>
          </a:p>
        </p:txBody>
      </p:sp>
      <p:grpSp>
        <p:nvGrpSpPr>
          <p:cNvPr id="1834" name="Groep 1833">
            <a:extLst>
              <a:ext uri="{FF2B5EF4-FFF2-40B4-BE49-F238E27FC236}">
                <a16:creationId xmlns:a16="http://schemas.microsoft.com/office/drawing/2014/main" id="{D089E9B6-34E2-824D-825D-851ADD7ECEAA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835" name="Vrije vorm 1834">
              <a:extLst>
                <a:ext uri="{FF2B5EF4-FFF2-40B4-BE49-F238E27FC236}">
                  <a16:creationId xmlns:a16="http://schemas.microsoft.com/office/drawing/2014/main" id="{B1A83F53-9831-D045-8C9B-BEF5A4051D14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836" name="Vrije vorm 1835">
              <a:extLst>
                <a:ext uri="{FF2B5EF4-FFF2-40B4-BE49-F238E27FC236}">
                  <a16:creationId xmlns:a16="http://schemas.microsoft.com/office/drawing/2014/main" id="{90E1FFA0-D120-874B-819C-296683664DE3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837" name="Vrije vorm 1836">
              <a:extLst>
                <a:ext uri="{FF2B5EF4-FFF2-40B4-BE49-F238E27FC236}">
                  <a16:creationId xmlns:a16="http://schemas.microsoft.com/office/drawing/2014/main" id="{5F290C6B-BBEC-3243-A7FA-FB14ADEF9F5D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838" name="Vrije vorm 1837">
              <a:extLst>
                <a:ext uri="{FF2B5EF4-FFF2-40B4-BE49-F238E27FC236}">
                  <a16:creationId xmlns:a16="http://schemas.microsoft.com/office/drawing/2014/main" id="{584D1F47-3741-4C4D-BDD8-23E80098F8A3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839" name="Vrije vorm 1838">
              <a:extLst>
                <a:ext uri="{FF2B5EF4-FFF2-40B4-BE49-F238E27FC236}">
                  <a16:creationId xmlns:a16="http://schemas.microsoft.com/office/drawing/2014/main" id="{86803B8A-D77E-3D46-9506-89D71934AE86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842" name="Vrije vorm 1841">
              <a:extLst>
                <a:ext uri="{FF2B5EF4-FFF2-40B4-BE49-F238E27FC236}">
                  <a16:creationId xmlns:a16="http://schemas.microsoft.com/office/drawing/2014/main" id="{6D4703AD-1800-6C4B-9910-5A7DFCCDB607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843" name="Vrije vorm 1842">
              <a:extLst>
                <a:ext uri="{FF2B5EF4-FFF2-40B4-BE49-F238E27FC236}">
                  <a16:creationId xmlns:a16="http://schemas.microsoft.com/office/drawing/2014/main" id="{1879B87E-C32B-E544-B223-0C063E1194B8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844" name="Vrije vorm 1843">
              <a:extLst>
                <a:ext uri="{FF2B5EF4-FFF2-40B4-BE49-F238E27FC236}">
                  <a16:creationId xmlns:a16="http://schemas.microsoft.com/office/drawing/2014/main" id="{E43E1E69-3514-4543-A92F-C1E8F138FB24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845" name="Vrije vorm 1844">
              <a:extLst>
                <a:ext uri="{FF2B5EF4-FFF2-40B4-BE49-F238E27FC236}">
                  <a16:creationId xmlns:a16="http://schemas.microsoft.com/office/drawing/2014/main" id="{71ACA5BC-6C2F-FB48-A2A6-586956A3FA28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846" name="Graphic 23">
              <a:extLst>
                <a:ext uri="{FF2B5EF4-FFF2-40B4-BE49-F238E27FC236}">
                  <a16:creationId xmlns:a16="http://schemas.microsoft.com/office/drawing/2014/main" id="{0AD6C6C5-07FB-1E41-BD6C-57E3E1B8DF06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1847" name="Vrije vorm 1846">
                <a:extLst>
                  <a:ext uri="{FF2B5EF4-FFF2-40B4-BE49-F238E27FC236}">
                    <a16:creationId xmlns:a16="http://schemas.microsoft.com/office/drawing/2014/main" id="{013A0292-7EA4-6B46-8F9C-6C6AECBAD45C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48" name="Vrije vorm 1847">
                <a:extLst>
                  <a:ext uri="{FF2B5EF4-FFF2-40B4-BE49-F238E27FC236}">
                    <a16:creationId xmlns:a16="http://schemas.microsoft.com/office/drawing/2014/main" id="{F0DBE0AB-7E95-9743-BD44-65B4F0F8DCC4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49" name="Vrije vorm 1848">
                <a:extLst>
                  <a:ext uri="{FF2B5EF4-FFF2-40B4-BE49-F238E27FC236}">
                    <a16:creationId xmlns:a16="http://schemas.microsoft.com/office/drawing/2014/main" id="{01EE1B61-7A9A-2F48-B0A7-535E3C73EAAB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0" name="Vrije vorm 1849">
                <a:extLst>
                  <a:ext uri="{FF2B5EF4-FFF2-40B4-BE49-F238E27FC236}">
                    <a16:creationId xmlns:a16="http://schemas.microsoft.com/office/drawing/2014/main" id="{294AFDB8-24BC-F144-B02B-A730FE500377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1" name="Vrije vorm 1850">
                <a:extLst>
                  <a:ext uri="{FF2B5EF4-FFF2-40B4-BE49-F238E27FC236}">
                    <a16:creationId xmlns:a16="http://schemas.microsoft.com/office/drawing/2014/main" id="{A4AC920C-B733-E44F-B603-0CB2F6FA2A24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2" name="Vrije vorm 1851">
                <a:extLst>
                  <a:ext uri="{FF2B5EF4-FFF2-40B4-BE49-F238E27FC236}">
                    <a16:creationId xmlns:a16="http://schemas.microsoft.com/office/drawing/2014/main" id="{A2B4E27F-5EE5-1848-AFC8-C97672526A7E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3" name="Vrije vorm 1852">
                <a:extLst>
                  <a:ext uri="{FF2B5EF4-FFF2-40B4-BE49-F238E27FC236}">
                    <a16:creationId xmlns:a16="http://schemas.microsoft.com/office/drawing/2014/main" id="{5DA7A3A8-292A-3546-B70A-CCAC31FE9771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4" name="Vrije vorm 1853">
                <a:extLst>
                  <a:ext uri="{FF2B5EF4-FFF2-40B4-BE49-F238E27FC236}">
                    <a16:creationId xmlns:a16="http://schemas.microsoft.com/office/drawing/2014/main" id="{3F474046-CA68-2347-836D-2BAAE93CE664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5" name="Vrije vorm 1854">
                <a:extLst>
                  <a:ext uri="{FF2B5EF4-FFF2-40B4-BE49-F238E27FC236}">
                    <a16:creationId xmlns:a16="http://schemas.microsoft.com/office/drawing/2014/main" id="{B6FE0E96-1018-3548-990E-58681F20EA9B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6" name="Vrije vorm 1855">
                <a:extLst>
                  <a:ext uri="{FF2B5EF4-FFF2-40B4-BE49-F238E27FC236}">
                    <a16:creationId xmlns:a16="http://schemas.microsoft.com/office/drawing/2014/main" id="{DDDC25E6-219F-474E-9DD0-2A00D6FFDF62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7" name="Vrije vorm 1856">
                <a:extLst>
                  <a:ext uri="{FF2B5EF4-FFF2-40B4-BE49-F238E27FC236}">
                    <a16:creationId xmlns:a16="http://schemas.microsoft.com/office/drawing/2014/main" id="{D4910F0F-B723-A04B-8AA6-336AC2B7F7F3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8" name="Vrije vorm 1857">
                <a:extLst>
                  <a:ext uri="{FF2B5EF4-FFF2-40B4-BE49-F238E27FC236}">
                    <a16:creationId xmlns:a16="http://schemas.microsoft.com/office/drawing/2014/main" id="{4F0E5183-50CB-174C-A52F-7874D62AF44F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9" name="Vrije vorm 1858">
                <a:extLst>
                  <a:ext uri="{FF2B5EF4-FFF2-40B4-BE49-F238E27FC236}">
                    <a16:creationId xmlns:a16="http://schemas.microsoft.com/office/drawing/2014/main" id="{37FCB1B7-C676-FF4C-B0ED-F07A4D604EFE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60" name="Vrije vorm 1859">
                <a:extLst>
                  <a:ext uri="{FF2B5EF4-FFF2-40B4-BE49-F238E27FC236}">
                    <a16:creationId xmlns:a16="http://schemas.microsoft.com/office/drawing/2014/main" id="{1477818F-9E78-CF4C-80CC-DD9825D204A6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sp>
        <p:nvSpPr>
          <p:cNvPr id="1861" name="Ovaal 14">
            <a:extLst>
              <a:ext uri="{FF2B5EF4-FFF2-40B4-BE49-F238E27FC236}">
                <a16:creationId xmlns:a16="http://schemas.microsoft.com/office/drawing/2014/main" id="{F2A19EC3-439C-49DF-9CCA-93D5C66E7059}"/>
              </a:ext>
            </a:extLst>
          </p:cNvPr>
          <p:cNvSpPr/>
          <p:nvPr userDrawn="1"/>
        </p:nvSpPr>
        <p:spPr>
          <a:xfrm>
            <a:off x="7618187" y="3300117"/>
            <a:ext cx="108000" cy="108000"/>
          </a:xfrm>
          <a:prstGeom prst="ellipse">
            <a:avLst/>
          </a:prstGeom>
          <a:solidFill>
            <a:schemeClr val="accent1"/>
          </a:solidFill>
          <a:ln w="3175">
            <a:solidFill>
              <a:schemeClr val="tx1"/>
            </a:solidFill>
          </a:ln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nl-BE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  <p:sp>
        <p:nvSpPr>
          <p:cNvPr id="1862" name="Ovaal 14">
            <a:extLst>
              <a:ext uri="{FF2B5EF4-FFF2-40B4-BE49-F238E27FC236}">
                <a16:creationId xmlns:a16="http://schemas.microsoft.com/office/drawing/2014/main" id="{18793DFC-A946-40EE-B6F5-1C47DDA4F20C}"/>
              </a:ext>
            </a:extLst>
          </p:cNvPr>
          <p:cNvSpPr/>
          <p:nvPr userDrawn="1"/>
        </p:nvSpPr>
        <p:spPr>
          <a:xfrm>
            <a:off x="6019839" y="4310591"/>
            <a:ext cx="108000" cy="108000"/>
          </a:xfrm>
          <a:prstGeom prst="ellipse">
            <a:avLst/>
          </a:prstGeom>
          <a:solidFill>
            <a:schemeClr val="accent1"/>
          </a:solidFill>
          <a:ln w="3175">
            <a:solidFill>
              <a:schemeClr val="tx1"/>
            </a:solidFill>
          </a:ln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nl-BE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yriad Pro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50125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8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9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1" grpId="0" uiExpand="1" build="p"/>
      <p:bldP spid="1886" grpId="0" uiExpand="1" animBg="1"/>
      <p:bldP spid="1887" grpId="0" uiExpand="1" animBg="1"/>
      <p:bldP spid="1905" grpId="0" animBg="1"/>
      <p:bldP spid="1916" grpId="0" animBg="1"/>
      <p:bldP spid="1917" grpId="0" animBg="1"/>
      <p:bldP spid="1918" grpId="0" animBg="1"/>
      <p:bldP spid="1919" grpId="0" animBg="1"/>
      <p:bldP spid="1920" grpId="0" animBg="1"/>
      <p:bldP spid="1831" grpId="0" uiExpand="1" build="p"/>
      <p:bldP spid="1832" grpId="0" uiExpand="1" build="p"/>
      <p:bldP spid="1833" grpId="0" uiExpand="1" build="p"/>
    </p:bld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18" name="Rechthoek 17">
            <a:extLst>
              <a:ext uri="{FF2B5EF4-FFF2-40B4-BE49-F238E27FC236}">
                <a16:creationId xmlns:a16="http://schemas.microsoft.com/office/drawing/2014/main" id="{EEB5E198-D5D3-A045-9062-1843978DE1C5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899163"/>
            <a:ext cx="9938345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1D1A68F2-7D14-AB4F-8FCF-8ECA1DE6BCC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8" name="Afbeelding 7">
            <a:extLst>
              <a:ext uri="{FF2B5EF4-FFF2-40B4-BE49-F238E27FC236}">
                <a16:creationId xmlns:a16="http://schemas.microsoft.com/office/drawing/2014/main" id="{1B356C74-4FA0-044E-AF33-170E5A7C6E0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96918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899163"/>
            <a:ext cx="9938345" cy="4193661"/>
          </a:xfrm>
        </p:spPr>
        <p:txBody>
          <a:bodyPr numCol="2" spcCol="360000">
            <a:normAutofit/>
          </a:bodyPr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8" name="Rechthoek 7">
            <a:extLst>
              <a:ext uri="{FF2B5EF4-FFF2-40B4-BE49-F238E27FC236}">
                <a16:creationId xmlns:a16="http://schemas.microsoft.com/office/drawing/2014/main" id="{A9936989-A2F6-9441-B99A-A3B1C8C6ED0D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9" name="Tijdelijke aanduiding voor verticale tekst 2">
            <a:extLst>
              <a:ext uri="{FF2B5EF4-FFF2-40B4-BE49-F238E27FC236}">
                <a16:creationId xmlns:a16="http://schemas.microsoft.com/office/drawing/2014/main" id="{E0541F37-162D-D748-9544-AF05D03C34DB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10" name="Afbeelding 9">
            <a:extLst>
              <a:ext uri="{FF2B5EF4-FFF2-40B4-BE49-F238E27FC236}">
                <a16:creationId xmlns:a16="http://schemas.microsoft.com/office/drawing/2014/main" id="{64BF05EA-6CEA-0948-9343-62C8814B086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01564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899163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8" name="Tijdelijke aanduiding voor tekst 30">
            <a:extLst>
              <a:ext uri="{FF2B5EF4-FFF2-40B4-BE49-F238E27FC236}">
                <a16:creationId xmlns:a16="http://schemas.microsoft.com/office/drawing/2014/main" id="{24852BD3-B1BD-8040-8B38-8D1DEBB903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90014" y="1899162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9" name="Rechthoek 8">
            <a:extLst>
              <a:ext uri="{FF2B5EF4-FFF2-40B4-BE49-F238E27FC236}">
                <a16:creationId xmlns:a16="http://schemas.microsoft.com/office/drawing/2014/main" id="{7B82F46A-C1A7-AB47-B401-AEC545C25E6D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Tijdelijke aanduiding voor verticale tekst 2">
            <a:extLst>
              <a:ext uri="{FF2B5EF4-FFF2-40B4-BE49-F238E27FC236}">
                <a16:creationId xmlns:a16="http://schemas.microsoft.com/office/drawing/2014/main" id="{4A23CF40-C44A-EC47-920D-7C856A8CCA9D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11" name="Afbeelding 10">
            <a:extLst>
              <a:ext uri="{FF2B5EF4-FFF2-40B4-BE49-F238E27FC236}">
                <a16:creationId xmlns:a16="http://schemas.microsoft.com/office/drawing/2014/main" id="{54749A72-9BF2-2741-937D-E1680A823E5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61169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Image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88E204C6-7EAD-BB4F-9C63-0FECA2B461D4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8253452" y="0"/>
            <a:ext cx="3938548" cy="6858000"/>
          </a:xfrm>
          <a:custGeom>
            <a:avLst/>
            <a:gdLst>
              <a:gd name="connsiteX0" fmla="*/ 3429396 w 3938548"/>
              <a:gd name="connsiteY0" fmla="*/ 6559826 h 6858000"/>
              <a:gd name="connsiteX1" fmla="*/ 3429396 w 3938548"/>
              <a:gd name="connsiteY1" fmla="*/ 6574226 h 6858000"/>
              <a:gd name="connsiteX2" fmla="*/ 3609396 w 3938548"/>
              <a:gd name="connsiteY2" fmla="*/ 6574226 h 6858000"/>
              <a:gd name="connsiteX3" fmla="*/ 3609396 w 3938548"/>
              <a:gd name="connsiteY3" fmla="*/ 6559826 h 6858000"/>
              <a:gd name="connsiteX4" fmla="*/ 2163723 w 3938548"/>
              <a:gd name="connsiteY4" fmla="*/ 523138 h 6858000"/>
              <a:gd name="connsiteX5" fmla="*/ 2163723 w 3938548"/>
              <a:gd name="connsiteY5" fmla="*/ 602674 h 6858000"/>
              <a:gd name="connsiteX6" fmla="*/ 3602127 w 3938548"/>
              <a:gd name="connsiteY6" fmla="*/ 602674 h 6858000"/>
              <a:gd name="connsiteX7" fmla="*/ 3602127 w 3938548"/>
              <a:gd name="connsiteY7" fmla="*/ 591990 h 6858000"/>
              <a:gd name="connsiteX8" fmla="*/ 3603722 w 3938548"/>
              <a:gd name="connsiteY8" fmla="*/ 591990 h 6858000"/>
              <a:gd name="connsiteX9" fmla="*/ 3603722 w 3938548"/>
              <a:gd name="connsiteY9" fmla="*/ 582493 h 6858000"/>
              <a:gd name="connsiteX10" fmla="*/ 3602127 w 3938548"/>
              <a:gd name="connsiteY10" fmla="*/ 582493 h 6858000"/>
              <a:gd name="connsiteX11" fmla="*/ 3602127 w 3938548"/>
              <a:gd name="connsiteY11" fmla="*/ 544506 h 6858000"/>
              <a:gd name="connsiteX12" fmla="*/ 3602924 w 3938548"/>
              <a:gd name="connsiteY12" fmla="*/ 544506 h 6858000"/>
              <a:gd name="connsiteX13" fmla="*/ 3602924 w 3938548"/>
              <a:gd name="connsiteY13" fmla="*/ 535009 h 6858000"/>
              <a:gd name="connsiteX14" fmla="*/ 3602127 w 3938548"/>
              <a:gd name="connsiteY14" fmla="*/ 535009 h 6858000"/>
              <a:gd name="connsiteX15" fmla="*/ 3602127 w 3938548"/>
              <a:gd name="connsiteY15" fmla="*/ 523138 h 6858000"/>
              <a:gd name="connsiteX16" fmla="*/ 3286029 w 3938548"/>
              <a:gd name="connsiteY16" fmla="*/ 340324 h 6858000"/>
              <a:gd name="connsiteX17" fmla="*/ 3332725 w 3938548"/>
              <a:gd name="connsiteY17" fmla="*/ 340324 h 6858000"/>
              <a:gd name="connsiteX18" fmla="*/ 3359466 w 3938548"/>
              <a:gd name="connsiteY18" fmla="*/ 371188 h 6858000"/>
              <a:gd name="connsiteX19" fmla="*/ 3359466 w 3938548"/>
              <a:gd name="connsiteY19" fmla="*/ 415903 h 6858000"/>
              <a:gd name="connsiteX20" fmla="*/ 3332725 w 3938548"/>
              <a:gd name="connsiteY20" fmla="*/ 449537 h 6858000"/>
              <a:gd name="connsiteX21" fmla="*/ 3286029 w 3938548"/>
              <a:gd name="connsiteY21" fmla="*/ 449537 h 6858000"/>
              <a:gd name="connsiteX22" fmla="*/ 2638268 w 3938548"/>
              <a:gd name="connsiteY22" fmla="*/ 340324 h 6858000"/>
              <a:gd name="connsiteX23" fmla="*/ 2679376 w 3938548"/>
              <a:gd name="connsiteY23" fmla="*/ 340324 h 6858000"/>
              <a:gd name="connsiteX24" fmla="*/ 2701328 w 3938548"/>
              <a:gd name="connsiteY24" fmla="*/ 362878 h 6858000"/>
              <a:gd name="connsiteX25" fmla="*/ 2679376 w 3938548"/>
              <a:gd name="connsiteY25" fmla="*/ 393743 h 6858000"/>
              <a:gd name="connsiteX26" fmla="*/ 2638268 w 3938548"/>
              <a:gd name="connsiteY26" fmla="*/ 393743 h 6858000"/>
              <a:gd name="connsiteX27" fmla="*/ 2444698 w 3938548"/>
              <a:gd name="connsiteY27" fmla="*/ 340324 h 6858000"/>
              <a:gd name="connsiteX28" fmla="*/ 2482215 w 3938548"/>
              <a:gd name="connsiteY28" fmla="*/ 372375 h 6858000"/>
              <a:gd name="connsiteX29" fmla="*/ 2482215 w 3938548"/>
              <a:gd name="connsiteY29" fmla="*/ 417090 h 6858000"/>
              <a:gd name="connsiteX30" fmla="*/ 2444698 w 3938548"/>
              <a:gd name="connsiteY30" fmla="*/ 449538 h 6858000"/>
              <a:gd name="connsiteX31" fmla="*/ 2407181 w 3938548"/>
              <a:gd name="connsiteY31" fmla="*/ 417090 h 6858000"/>
              <a:gd name="connsiteX32" fmla="*/ 2407181 w 3938548"/>
              <a:gd name="connsiteY32" fmla="*/ 372375 h 6858000"/>
              <a:gd name="connsiteX33" fmla="*/ 2444698 w 3938548"/>
              <a:gd name="connsiteY33" fmla="*/ 340324 h 6858000"/>
              <a:gd name="connsiteX34" fmla="*/ 3456450 w 3938548"/>
              <a:gd name="connsiteY34" fmla="*/ 294422 h 6858000"/>
              <a:gd name="connsiteX35" fmla="*/ 3456450 w 3938548"/>
              <a:gd name="connsiteY35" fmla="*/ 495439 h 6858000"/>
              <a:gd name="connsiteX36" fmla="*/ 3602126 w 3938548"/>
              <a:gd name="connsiteY36" fmla="*/ 495439 h 6858000"/>
              <a:gd name="connsiteX37" fmla="*/ 3602126 w 3938548"/>
              <a:gd name="connsiteY37" fmla="*/ 452308 h 6858000"/>
              <a:gd name="connsiteX38" fmla="*/ 3509532 w 3938548"/>
              <a:gd name="connsiteY38" fmla="*/ 452308 h 6858000"/>
              <a:gd name="connsiteX39" fmla="*/ 3509532 w 3938548"/>
              <a:gd name="connsiteY39" fmla="*/ 412341 h 6858000"/>
              <a:gd name="connsiteX40" fmla="*/ 3594543 w 3938548"/>
              <a:gd name="connsiteY40" fmla="*/ 412341 h 6858000"/>
              <a:gd name="connsiteX41" fmla="*/ 3594543 w 3938548"/>
              <a:gd name="connsiteY41" fmla="*/ 375541 h 6858000"/>
              <a:gd name="connsiteX42" fmla="*/ 3509532 w 3938548"/>
              <a:gd name="connsiteY42" fmla="*/ 375541 h 6858000"/>
              <a:gd name="connsiteX43" fmla="*/ 3509532 w 3938548"/>
              <a:gd name="connsiteY43" fmla="*/ 337553 h 6858000"/>
              <a:gd name="connsiteX44" fmla="*/ 3602126 w 3938548"/>
              <a:gd name="connsiteY44" fmla="*/ 337553 h 6858000"/>
              <a:gd name="connsiteX45" fmla="*/ 3602126 w 3938548"/>
              <a:gd name="connsiteY45" fmla="*/ 294422 h 6858000"/>
              <a:gd name="connsiteX46" fmla="*/ 3232947 w 3938548"/>
              <a:gd name="connsiteY46" fmla="*/ 294422 h 6858000"/>
              <a:gd name="connsiteX47" fmla="*/ 3232947 w 3938548"/>
              <a:gd name="connsiteY47" fmla="*/ 495439 h 6858000"/>
              <a:gd name="connsiteX48" fmla="*/ 3341107 w 3938548"/>
              <a:gd name="connsiteY48" fmla="*/ 495439 h 6858000"/>
              <a:gd name="connsiteX49" fmla="*/ 3414144 w 3938548"/>
              <a:gd name="connsiteY49" fmla="*/ 415903 h 6858000"/>
              <a:gd name="connsiteX50" fmla="*/ 3414144 w 3938548"/>
              <a:gd name="connsiteY50" fmla="*/ 371188 h 6858000"/>
              <a:gd name="connsiteX51" fmla="*/ 3333923 w 3938548"/>
              <a:gd name="connsiteY51" fmla="*/ 294422 h 6858000"/>
              <a:gd name="connsiteX52" fmla="*/ 3135563 w 3938548"/>
              <a:gd name="connsiteY52" fmla="*/ 294422 h 6858000"/>
              <a:gd name="connsiteX53" fmla="*/ 3135563 w 3938548"/>
              <a:gd name="connsiteY53" fmla="*/ 495439 h 6858000"/>
              <a:gd name="connsiteX54" fmla="*/ 3188645 w 3938548"/>
              <a:gd name="connsiteY54" fmla="*/ 495439 h 6858000"/>
              <a:gd name="connsiteX55" fmla="*/ 3188645 w 3938548"/>
              <a:gd name="connsiteY55" fmla="*/ 294422 h 6858000"/>
              <a:gd name="connsiteX56" fmla="*/ 2807891 w 3938548"/>
              <a:gd name="connsiteY56" fmla="*/ 294422 h 6858000"/>
              <a:gd name="connsiteX57" fmla="*/ 2807891 w 3938548"/>
              <a:gd name="connsiteY57" fmla="*/ 495439 h 6858000"/>
              <a:gd name="connsiteX58" fmla="*/ 2860973 w 3938548"/>
              <a:gd name="connsiteY58" fmla="*/ 495439 h 6858000"/>
              <a:gd name="connsiteX59" fmla="*/ 2860973 w 3938548"/>
              <a:gd name="connsiteY59" fmla="*/ 294422 h 6858000"/>
              <a:gd name="connsiteX60" fmla="*/ 2585186 w 3938548"/>
              <a:gd name="connsiteY60" fmla="*/ 294422 h 6858000"/>
              <a:gd name="connsiteX61" fmla="*/ 2585186 w 3938548"/>
              <a:gd name="connsiteY61" fmla="*/ 495439 h 6858000"/>
              <a:gd name="connsiteX62" fmla="*/ 2638268 w 3938548"/>
              <a:gd name="connsiteY62" fmla="*/ 495439 h 6858000"/>
              <a:gd name="connsiteX63" fmla="*/ 2638268 w 3938548"/>
              <a:gd name="connsiteY63" fmla="*/ 439645 h 6858000"/>
              <a:gd name="connsiteX64" fmla="*/ 2679376 w 3938548"/>
              <a:gd name="connsiteY64" fmla="*/ 439645 h 6858000"/>
              <a:gd name="connsiteX65" fmla="*/ 2701328 w 3938548"/>
              <a:gd name="connsiteY65" fmla="*/ 464574 h 6858000"/>
              <a:gd name="connsiteX66" fmla="*/ 2701328 w 3938548"/>
              <a:gd name="connsiteY66" fmla="*/ 495439 h 6858000"/>
              <a:gd name="connsiteX67" fmla="*/ 2754410 w 3938548"/>
              <a:gd name="connsiteY67" fmla="*/ 495439 h 6858000"/>
              <a:gd name="connsiteX68" fmla="*/ 2754410 w 3938548"/>
              <a:gd name="connsiteY68" fmla="*/ 452308 h 6858000"/>
              <a:gd name="connsiteX69" fmla="*/ 2718490 w 3938548"/>
              <a:gd name="connsiteY69" fmla="*/ 417090 h 6858000"/>
              <a:gd name="connsiteX70" fmla="*/ 2718490 w 3938548"/>
              <a:gd name="connsiteY70" fmla="*/ 415111 h 6858000"/>
              <a:gd name="connsiteX71" fmla="*/ 2756405 w 3938548"/>
              <a:gd name="connsiteY71" fmla="*/ 354173 h 6858000"/>
              <a:gd name="connsiteX72" fmla="*/ 2687758 w 3938548"/>
              <a:gd name="connsiteY72" fmla="*/ 294422 h 6858000"/>
              <a:gd name="connsiteX73" fmla="*/ 2444698 w 3938548"/>
              <a:gd name="connsiteY73" fmla="*/ 294422 h 6858000"/>
              <a:gd name="connsiteX74" fmla="*/ 2352503 w 3938548"/>
              <a:gd name="connsiteY74" fmla="*/ 366836 h 6858000"/>
              <a:gd name="connsiteX75" fmla="*/ 2352503 w 3938548"/>
              <a:gd name="connsiteY75" fmla="*/ 423025 h 6858000"/>
              <a:gd name="connsiteX76" fmla="*/ 2445097 w 3938548"/>
              <a:gd name="connsiteY76" fmla="*/ 495043 h 6858000"/>
              <a:gd name="connsiteX77" fmla="*/ 2537292 w 3938548"/>
              <a:gd name="connsiteY77" fmla="*/ 422630 h 6858000"/>
              <a:gd name="connsiteX78" fmla="*/ 2537292 w 3938548"/>
              <a:gd name="connsiteY78" fmla="*/ 366836 h 6858000"/>
              <a:gd name="connsiteX79" fmla="*/ 2444698 w 3938548"/>
              <a:gd name="connsiteY79" fmla="*/ 294422 h 6858000"/>
              <a:gd name="connsiteX80" fmla="*/ 2249532 w 3938548"/>
              <a:gd name="connsiteY80" fmla="*/ 294422 h 6858000"/>
              <a:gd name="connsiteX81" fmla="*/ 2249532 w 3938548"/>
              <a:gd name="connsiteY81" fmla="*/ 432918 h 6858000"/>
              <a:gd name="connsiteX82" fmla="*/ 2230774 w 3938548"/>
              <a:gd name="connsiteY82" fmla="*/ 449537 h 6858000"/>
              <a:gd name="connsiteX83" fmla="*/ 2214410 w 3938548"/>
              <a:gd name="connsiteY83" fmla="*/ 427378 h 6858000"/>
              <a:gd name="connsiteX84" fmla="*/ 2214410 w 3938548"/>
              <a:gd name="connsiteY84" fmla="*/ 411154 h 6858000"/>
              <a:gd name="connsiteX85" fmla="*/ 2163723 w 3938548"/>
              <a:gd name="connsiteY85" fmla="*/ 411154 h 6858000"/>
              <a:gd name="connsiteX86" fmla="*/ 2163723 w 3938548"/>
              <a:gd name="connsiteY86" fmla="*/ 427378 h 6858000"/>
              <a:gd name="connsiteX87" fmla="*/ 2230375 w 3938548"/>
              <a:gd name="connsiteY87" fmla="*/ 495439 h 6858000"/>
              <a:gd name="connsiteX88" fmla="*/ 2302215 w 3938548"/>
              <a:gd name="connsiteY88" fmla="*/ 432918 h 6858000"/>
              <a:gd name="connsiteX89" fmla="*/ 2302215 w 3938548"/>
              <a:gd name="connsiteY89" fmla="*/ 294422 h 6858000"/>
              <a:gd name="connsiteX90" fmla="*/ 2995874 w 3938548"/>
              <a:gd name="connsiteY90" fmla="*/ 294026 h 6858000"/>
              <a:gd name="connsiteX91" fmla="*/ 2911661 w 3938548"/>
              <a:gd name="connsiteY91" fmla="*/ 354569 h 6858000"/>
              <a:gd name="connsiteX92" fmla="*/ 2989488 w 3938548"/>
              <a:gd name="connsiteY92" fmla="*/ 414320 h 6858000"/>
              <a:gd name="connsiteX93" fmla="*/ 3001062 w 3938548"/>
              <a:gd name="connsiteY93" fmla="*/ 415111 h 6858000"/>
              <a:gd name="connsiteX94" fmla="*/ 3029000 w 3938548"/>
              <a:gd name="connsiteY94" fmla="*/ 433709 h 6858000"/>
              <a:gd name="connsiteX95" fmla="*/ 2995874 w 3938548"/>
              <a:gd name="connsiteY95" fmla="*/ 451912 h 6858000"/>
              <a:gd name="connsiteX96" fmla="*/ 2962348 w 3938548"/>
              <a:gd name="connsiteY96" fmla="*/ 429356 h 6858000"/>
              <a:gd name="connsiteX97" fmla="*/ 2911262 w 3938548"/>
              <a:gd name="connsiteY97" fmla="*/ 429356 h 6858000"/>
              <a:gd name="connsiteX98" fmla="*/ 2995874 w 3938548"/>
              <a:gd name="connsiteY98" fmla="*/ 495439 h 6858000"/>
              <a:gd name="connsiteX99" fmla="*/ 3082481 w 3938548"/>
              <a:gd name="connsiteY99" fmla="*/ 430544 h 6858000"/>
              <a:gd name="connsiteX100" fmla="*/ 3008645 w 3938548"/>
              <a:gd name="connsiteY100" fmla="*/ 373562 h 6858000"/>
              <a:gd name="connsiteX101" fmla="*/ 2986694 w 3938548"/>
              <a:gd name="connsiteY101" fmla="*/ 371980 h 6858000"/>
              <a:gd name="connsiteX102" fmla="*/ 2964743 w 3938548"/>
              <a:gd name="connsiteY102" fmla="*/ 354569 h 6858000"/>
              <a:gd name="connsiteX103" fmla="*/ 2995874 w 3938548"/>
              <a:gd name="connsiteY103" fmla="*/ 337553 h 6858000"/>
              <a:gd name="connsiteX104" fmla="*/ 3025808 w 3938548"/>
              <a:gd name="connsiteY104" fmla="*/ 357734 h 6858000"/>
              <a:gd name="connsiteX105" fmla="*/ 3076894 w 3938548"/>
              <a:gd name="connsiteY105" fmla="*/ 357734 h 6858000"/>
              <a:gd name="connsiteX106" fmla="*/ 3076894 w 3938548"/>
              <a:gd name="connsiteY106" fmla="*/ 349425 h 6858000"/>
              <a:gd name="connsiteX107" fmla="*/ 2995874 w 3938548"/>
              <a:gd name="connsiteY107" fmla="*/ 294026 h 6858000"/>
              <a:gd name="connsiteX108" fmla="*/ 2 w 3938548"/>
              <a:gd name="connsiteY108" fmla="*/ 0 h 6858000"/>
              <a:gd name="connsiteX109" fmla="*/ 3938548 w 3938548"/>
              <a:gd name="connsiteY109" fmla="*/ 0 h 6858000"/>
              <a:gd name="connsiteX110" fmla="*/ 3938548 w 3938548"/>
              <a:gd name="connsiteY110" fmla="*/ 6858000 h 6858000"/>
              <a:gd name="connsiteX111" fmla="*/ 2 w 3938548"/>
              <a:gd name="connsiteY111" fmla="*/ 6858000 h 6858000"/>
              <a:gd name="connsiteX112" fmla="*/ 2 w 3938548"/>
              <a:gd name="connsiteY112" fmla="*/ 1059875 h 6858000"/>
              <a:gd name="connsiteX113" fmla="*/ 0 w 3938548"/>
              <a:gd name="connsiteY113" fmla="*/ 1059875 h 6858000"/>
              <a:gd name="connsiteX114" fmla="*/ 0 w 3938548"/>
              <a:gd name="connsiteY114" fmla="*/ 145475 h 6858000"/>
              <a:gd name="connsiteX115" fmla="*/ 2 w 3938548"/>
              <a:gd name="connsiteY115" fmla="*/ 14547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3938548" h="6858000">
                <a:moveTo>
                  <a:pt x="3429396" y="6559826"/>
                </a:moveTo>
                <a:lnTo>
                  <a:pt x="3429396" y="6574226"/>
                </a:lnTo>
                <a:lnTo>
                  <a:pt x="3609396" y="6574226"/>
                </a:lnTo>
                <a:lnTo>
                  <a:pt x="3609396" y="6559826"/>
                </a:lnTo>
                <a:close/>
                <a:moveTo>
                  <a:pt x="2163723" y="523138"/>
                </a:moveTo>
                <a:lnTo>
                  <a:pt x="2163723" y="602674"/>
                </a:lnTo>
                <a:lnTo>
                  <a:pt x="3602127" y="602674"/>
                </a:lnTo>
                <a:lnTo>
                  <a:pt x="3602127" y="591990"/>
                </a:lnTo>
                <a:lnTo>
                  <a:pt x="3603722" y="591990"/>
                </a:lnTo>
                <a:lnTo>
                  <a:pt x="3603722" y="582493"/>
                </a:lnTo>
                <a:lnTo>
                  <a:pt x="3602127" y="582493"/>
                </a:lnTo>
                <a:lnTo>
                  <a:pt x="3602127" y="544506"/>
                </a:lnTo>
                <a:lnTo>
                  <a:pt x="3602924" y="544506"/>
                </a:lnTo>
                <a:lnTo>
                  <a:pt x="3602924" y="535009"/>
                </a:lnTo>
                <a:lnTo>
                  <a:pt x="3602127" y="535009"/>
                </a:lnTo>
                <a:lnTo>
                  <a:pt x="3602127" y="523138"/>
                </a:lnTo>
                <a:close/>
                <a:moveTo>
                  <a:pt x="3286029" y="340324"/>
                </a:moveTo>
                <a:lnTo>
                  <a:pt x="3332725" y="340324"/>
                </a:lnTo>
                <a:cubicBezTo>
                  <a:pt x="3351085" y="340324"/>
                  <a:pt x="3359466" y="345468"/>
                  <a:pt x="3359466" y="371188"/>
                </a:cubicBezTo>
                <a:lnTo>
                  <a:pt x="3359466" y="415903"/>
                </a:lnTo>
                <a:cubicBezTo>
                  <a:pt x="3359466" y="436479"/>
                  <a:pt x="3352282" y="449537"/>
                  <a:pt x="3332725" y="449537"/>
                </a:cubicBezTo>
                <a:lnTo>
                  <a:pt x="3286029" y="449537"/>
                </a:lnTo>
                <a:close/>
                <a:moveTo>
                  <a:pt x="2638268" y="340324"/>
                </a:moveTo>
                <a:lnTo>
                  <a:pt x="2679376" y="340324"/>
                </a:lnTo>
                <a:cubicBezTo>
                  <a:pt x="2696937" y="340324"/>
                  <a:pt x="2701328" y="345072"/>
                  <a:pt x="2701328" y="362878"/>
                </a:cubicBezTo>
                <a:cubicBezTo>
                  <a:pt x="2701328" y="385434"/>
                  <a:pt x="2702126" y="393743"/>
                  <a:pt x="2679376" y="393743"/>
                </a:cubicBezTo>
                <a:lnTo>
                  <a:pt x="2638268" y="393743"/>
                </a:lnTo>
                <a:close/>
                <a:moveTo>
                  <a:pt x="2444698" y="340324"/>
                </a:moveTo>
                <a:cubicBezTo>
                  <a:pt x="2472237" y="340324"/>
                  <a:pt x="2482215" y="343093"/>
                  <a:pt x="2482215" y="372375"/>
                </a:cubicBezTo>
                <a:lnTo>
                  <a:pt x="2482215" y="417090"/>
                </a:lnTo>
                <a:cubicBezTo>
                  <a:pt x="2482215" y="446768"/>
                  <a:pt x="2472237" y="449538"/>
                  <a:pt x="2444698" y="449538"/>
                </a:cubicBezTo>
                <a:cubicBezTo>
                  <a:pt x="2417159" y="449538"/>
                  <a:pt x="2407980" y="446768"/>
                  <a:pt x="2407181" y="417090"/>
                </a:cubicBezTo>
                <a:lnTo>
                  <a:pt x="2407181" y="372375"/>
                </a:lnTo>
                <a:cubicBezTo>
                  <a:pt x="2407980" y="343093"/>
                  <a:pt x="2417159" y="340324"/>
                  <a:pt x="2444698" y="340324"/>
                </a:cubicBezTo>
                <a:close/>
                <a:moveTo>
                  <a:pt x="3456450" y="294422"/>
                </a:moveTo>
                <a:lnTo>
                  <a:pt x="3456450" y="495439"/>
                </a:lnTo>
                <a:lnTo>
                  <a:pt x="3602126" y="495439"/>
                </a:lnTo>
                <a:lnTo>
                  <a:pt x="3602126" y="452308"/>
                </a:lnTo>
                <a:lnTo>
                  <a:pt x="3509532" y="452308"/>
                </a:lnTo>
                <a:lnTo>
                  <a:pt x="3509532" y="412341"/>
                </a:lnTo>
                <a:lnTo>
                  <a:pt x="3594543" y="412341"/>
                </a:lnTo>
                <a:lnTo>
                  <a:pt x="3594543" y="375541"/>
                </a:lnTo>
                <a:lnTo>
                  <a:pt x="3509532" y="375541"/>
                </a:lnTo>
                <a:lnTo>
                  <a:pt x="3509532" y="337553"/>
                </a:lnTo>
                <a:lnTo>
                  <a:pt x="3602126" y="337553"/>
                </a:lnTo>
                <a:lnTo>
                  <a:pt x="3602126" y="294422"/>
                </a:lnTo>
                <a:close/>
                <a:moveTo>
                  <a:pt x="3232947" y="294422"/>
                </a:moveTo>
                <a:lnTo>
                  <a:pt x="3232947" y="495439"/>
                </a:lnTo>
                <a:lnTo>
                  <a:pt x="3341107" y="495439"/>
                </a:lnTo>
                <a:cubicBezTo>
                  <a:pt x="3396583" y="495439"/>
                  <a:pt x="3414144" y="470114"/>
                  <a:pt x="3414144" y="415903"/>
                </a:cubicBezTo>
                <a:lnTo>
                  <a:pt x="3414144" y="371188"/>
                </a:lnTo>
                <a:cubicBezTo>
                  <a:pt x="3414144" y="314999"/>
                  <a:pt x="3389399" y="294422"/>
                  <a:pt x="3333923" y="294422"/>
                </a:cubicBezTo>
                <a:close/>
                <a:moveTo>
                  <a:pt x="3135563" y="294422"/>
                </a:moveTo>
                <a:lnTo>
                  <a:pt x="3135563" y="495439"/>
                </a:lnTo>
                <a:lnTo>
                  <a:pt x="3188645" y="495439"/>
                </a:lnTo>
                <a:lnTo>
                  <a:pt x="3188645" y="294422"/>
                </a:lnTo>
                <a:close/>
                <a:moveTo>
                  <a:pt x="2807891" y="294422"/>
                </a:moveTo>
                <a:lnTo>
                  <a:pt x="2807891" y="495439"/>
                </a:lnTo>
                <a:lnTo>
                  <a:pt x="2860973" y="495439"/>
                </a:lnTo>
                <a:lnTo>
                  <a:pt x="2860973" y="294422"/>
                </a:lnTo>
                <a:close/>
                <a:moveTo>
                  <a:pt x="2585186" y="294422"/>
                </a:moveTo>
                <a:lnTo>
                  <a:pt x="2585186" y="495439"/>
                </a:lnTo>
                <a:lnTo>
                  <a:pt x="2638268" y="495439"/>
                </a:lnTo>
                <a:lnTo>
                  <a:pt x="2638268" y="439645"/>
                </a:lnTo>
                <a:lnTo>
                  <a:pt x="2679376" y="439645"/>
                </a:lnTo>
                <a:cubicBezTo>
                  <a:pt x="2695341" y="439645"/>
                  <a:pt x="2701727" y="449933"/>
                  <a:pt x="2701328" y="464574"/>
                </a:cubicBezTo>
                <a:lnTo>
                  <a:pt x="2701328" y="495439"/>
                </a:lnTo>
                <a:lnTo>
                  <a:pt x="2754410" y="495439"/>
                </a:lnTo>
                <a:lnTo>
                  <a:pt x="2754410" y="452308"/>
                </a:lnTo>
                <a:cubicBezTo>
                  <a:pt x="2754410" y="429752"/>
                  <a:pt x="2740441" y="417881"/>
                  <a:pt x="2718490" y="417090"/>
                </a:cubicBezTo>
                <a:lnTo>
                  <a:pt x="2718490" y="415111"/>
                </a:lnTo>
                <a:cubicBezTo>
                  <a:pt x="2756405" y="406406"/>
                  <a:pt x="2756405" y="387016"/>
                  <a:pt x="2756405" y="354173"/>
                </a:cubicBezTo>
                <a:cubicBezTo>
                  <a:pt x="2756405" y="305106"/>
                  <a:pt x="2733656" y="295213"/>
                  <a:pt x="2687758" y="294422"/>
                </a:cubicBezTo>
                <a:close/>
                <a:moveTo>
                  <a:pt x="2444698" y="294422"/>
                </a:moveTo>
                <a:cubicBezTo>
                  <a:pt x="2390818" y="294422"/>
                  <a:pt x="2352503" y="305897"/>
                  <a:pt x="2352503" y="366836"/>
                </a:cubicBezTo>
                <a:lnTo>
                  <a:pt x="2352503" y="423025"/>
                </a:lnTo>
                <a:cubicBezTo>
                  <a:pt x="2352503" y="483964"/>
                  <a:pt x="2390818" y="495439"/>
                  <a:pt x="2445097" y="495043"/>
                </a:cubicBezTo>
                <a:cubicBezTo>
                  <a:pt x="2498977" y="495043"/>
                  <a:pt x="2537292" y="483568"/>
                  <a:pt x="2537292" y="422630"/>
                </a:cubicBezTo>
                <a:lnTo>
                  <a:pt x="2537292" y="366836"/>
                </a:lnTo>
                <a:cubicBezTo>
                  <a:pt x="2537292" y="305897"/>
                  <a:pt x="2498977" y="294422"/>
                  <a:pt x="2444698" y="294422"/>
                </a:cubicBezTo>
                <a:close/>
                <a:moveTo>
                  <a:pt x="2249532" y="294422"/>
                </a:moveTo>
                <a:lnTo>
                  <a:pt x="2249532" y="432918"/>
                </a:lnTo>
                <a:cubicBezTo>
                  <a:pt x="2249532" y="445185"/>
                  <a:pt x="2247138" y="449537"/>
                  <a:pt x="2230774" y="449537"/>
                </a:cubicBezTo>
                <a:cubicBezTo>
                  <a:pt x="2216406" y="449537"/>
                  <a:pt x="2214410" y="443602"/>
                  <a:pt x="2214410" y="427378"/>
                </a:cubicBezTo>
                <a:lnTo>
                  <a:pt x="2214410" y="411154"/>
                </a:lnTo>
                <a:lnTo>
                  <a:pt x="2163723" y="411154"/>
                </a:lnTo>
                <a:lnTo>
                  <a:pt x="2163723" y="427378"/>
                </a:lnTo>
                <a:cubicBezTo>
                  <a:pt x="2163723" y="482381"/>
                  <a:pt x="2175297" y="495439"/>
                  <a:pt x="2230375" y="495439"/>
                </a:cubicBezTo>
                <a:cubicBezTo>
                  <a:pt x="2286251" y="495439"/>
                  <a:pt x="2302215" y="485942"/>
                  <a:pt x="2302215" y="432918"/>
                </a:cubicBezTo>
                <a:lnTo>
                  <a:pt x="2302215" y="294422"/>
                </a:lnTo>
                <a:close/>
                <a:moveTo>
                  <a:pt x="2995874" y="294026"/>
                </a:moveTo>
                <a:cubicBezTo>
                  <a:pt x="2943989" y="294026"/>
                  <a:pt x="2911661" y="297983"/>
                  <a:pt x="2911661" y="354569"/>
                </a:cubicBezTo>
                <a:cubicBezTo>
                  <a:pt x="2911661" y="411154"/>
                  <a:pt x="2940397" y="410759"/>
                  <a:pt x="2989488" y="414320"/>
                </a:cubicBezTo>
                <a:lnTo>
                  <a:pt x="3001062" y="415111"/>
                </a:lnTo>
                <a:cubicBezTo>
                  <a:pt x="3026207" y="416694"/>
                  <a:pt x="3029000" y="416694"/>
                  <a:pt x="3029000" y="433709"/>
                </a:cubicBezTo>
                <a:cubicBezTo>
                  <a:pt x="3029000" y="450329"/>
                  <a:pt x="3021018" y="451912"/>
                  <a:pt x="2995874" y="451912"/>
                </a:cubicBezTo>
                <a:cubicBezTo>
                  <a:pt x="2969932" y="451912"/>
                  <a:pt x="2962348" y="449933"/>
                  <a:pt x="2962348" y="429356"/>
                </a:cubicBezTo>
                <a:lnTo>
                  <a:pt x="2911262" y="429356"/>
                </a:lnTo>
                <a:cubicBezTo>
                  <a:pt x="2911262" y="494252"/>
                  <a:pt x="2945187" y="495439"/>
                  <a:pt x="2995874" y="495439"/>
                </a:cubicBezTo>
                <a:cubicBezTo>
                  <a:pt x="3083679" y="495439"/>
                  <a:pt x="3082481" y="463387"/>
                  <a:pt x="3082481" y="430544"/>
                </a:cubicBezTo>
                <a:cubicBezTo>
                  <a:pt x="3082481" y="385038"/>
                  <a:pt x="3067714" y="377915"/>
                  <a:pt x="3008645" y="373562"/>
                </a:cubicBezTo>
                <a:lnTo>
                  <a:pt x="2986694" y="371980"/>
                </a:lnTo>
                <a:cubicBezTo>
                  <a:pt x="2972326" y="370792"/>
                  <a:pt x="2964743" y="370397"/>
                  <a:pt x="2964743" y="354569"/>
                </a:cubicBezTo>
                <a:cubicBezTo>
                  <a:pt x="2964743" y="343489"/>
                  <a:pt x="2967138" y="337553"/>
                  <a:pt x="2995874" y="337553"/>
                </a:cubicBezTo>
                <a:cubicBezTo>
                  <a:pt x="3017426" y="337553"/>
                  <a:pt x="3025808" y="337553"/>
                  <a:pt x="3025808" y="357734"/>
                </a:cubicBezTo>
                <a:lnTo>
                  <a:pt x="3076894" y="357734"/>
                </a:lnTo>
                <a:lnTo>
                  <a:pt x="3076894" y="349425"/>
                </a:lnTo>
                <a:cubicBezTo>
                  <a:pt x="3076894" y="294817"/>
                  <a:pt x="3039377" y="294026"/>
                  <a:pt x="2995874" y="294026"/>
                </a:cubicBezTo>
                <a:close/>
                <a:moveTo>
                  <a:pt x="2" y="0"/>
                </a:moveTo>
                <a:lnTo>
                  <a:pt x="3938548" y="0"/>
                </a:lnTo>
                <a:lnTo>
                  <a:pt x="3938548" y="6858000"/>
                </a:lnTo>
                <a:lnTo>
                  <a:pt x="2" y="6858000"/>
                </a:lnTo>
                <a:lnTo>
                  <a:pt x="2" y="1059875"/>
                </a:lnTo>
                <a:lnTo>
                  <a:pt x="0" y="1059875"/>
                </a:lnTo>
                <a:lnTo>
                  <a:pt x="0" y="145475"/>
                </a:lnTo>
                <a:lnTo>
                  <a:pt x="2" y="145475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>
            <a:noAutofit/>
          </a:bodyPr>
          <a:lstStyle/>
          <a:p>
            <a:endParaRPr lang="nl-NL"/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192696" y="2138901"/>
            <a:ext cx="6217920" cy="3953923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4" name="Titel 20">
            <a:extLst>
              <a:ext uri="{FF2B5EF4-FFF2-40B4-BE49-F238E27FC236}">
                <a16:creationId xmlns:a16="http://schemas.microsoft.com/office/drawing/2014/main" id="{ED088E3F-EEAA-1546-8CA3-33DAA169EA2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2695" y="765175"/>
            <a:ext cx="6217919" cy="898498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36" name="Tijdelijke aanduiding voor tekst 28">
            <a:extLst>
              <a:ext uri="{FF2B5EF4-FFF2-40B4-BE49-F238E27FC236}">
                <a16:creationId xmlns:a16="http://schemas.microsoft.com/office/drawing/2014/main" id="{2D446AF8-49C9-6F43-8B16-F4E571F56DC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233967" y="1680501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9" name="Rechthoek 8">
            <a:extLst>
              <a:ext uri="{FF2B5EF4-FFF2-40B4-BE49-F238E27FC236}">
                <a16:creationId xmlns:a16="http://schemas.microsoft.com/office/drawing/2014/main" id="{7A3B5F7C-8886-654E-AA3C-01D45A419F12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Tijdelijke aanduiding voor verticale tekst 2">
            <a:extLst>
              <a:ext uri="{FF2B5EF4-FFF2-40B4-BE49-F238E27FC236}">
                <a16:creationId xmlns:a16="http://schemas.microsoft.com/office/drawing/2014/main" id="{5DD00537-769E-5645-B8F8-15CDD2C76531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11" name="Afbeelding 10">
            <a:extLst>
              <a:ext uri="{FF2B5EF4-FFF2-40B4-BE49-F238E27FC236}">
                <a16:creationId xmlns:a16="http://schemas.microsoft.com/office/drawing/2014/main" id="{08E69C6F-A2FE-7D49-9318-5B1F0941642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  <p:pic>
        <p:nvPicPr>
          <p:cNvPr id="12" name="Afbeelding 11">
            <a:extLst>
              <a:ext uri="{FF2B5EF4-FFF2-40B4-BE49-F238E27FC236}">
                <a16:creationId xmlns:a16="http://schemas.microsoft.com/office/drawing/2014/main" id="{D3E67B41-CD95-924C-8328-AC3304BE63B6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85016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 userDrawn="1">
          <p15:clr>
            <a:srgbClr val="FBAE40"/>
          </p15:clr>
        </p15:guide>
      </p15:sldGuideLst>
    </p:ext>
  </p:extLst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Small +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07137" y="659958"/>
            <a:ext cx="5110038" cy="554466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/>
              <a:t>Short </a:t>
            </a:r>
            <a:r>
              <a:rPr lang="nl-NL" err="1"/>
              <a:t>Title</a:t>
            </a:r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348408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5307137" y="1899163"/>
            <a:ext cx="6118101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afbeelding 2">
            <a:extLst>
              <a:ext uri="{FF2B5EF4-FFF2-40B4-BE49-F238E27FC236}">
                <a16:creationId xmlns:a16="http://schemas.microsoft.com/office/drawing/2014/main" id="{E654E8F0-4721-AF46-A1D2-74507BB3173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766762" y="0"/>
            <a:ext cx="4242559" cy="6858000"/>
          </a:xfrm>
          <a:solidFill>
            <a:schemeClr val="bg2"/>
          </a:solidFill>
        </p:spPr>
        <p:txBody>
          <a:bodyPr anchor="ctr">
            <a:normAutofit/>
          </a:bodyPr>
          <a:lstStyle>
            <a:lvl1pPr algn="ctr">
              <a:defRPr sz="1400"/>
            </a:lvl1pPr>
          </a:lstStyle>
          <a:p>
            <a:r>
              <a:rPr lang="nl-NL"/>
              <a:t>Image</a:t>
            </a:r>
          </a:p>
        </p:txBody>
      </p:sp>
      <p:sp>
        <p:nvSpPr>
          <p:cNvPr id="9" name="Rechthoek 8">
            <a:extLst>
              <a:ext uri="{FF2B5EF4-FFF2-40B4-BE49-F238E27FC236}">
                <a16:creationId xmlns:a16="http://schemas.microsoft.com/office/drawing/2014/main" id="{331E5430-FB21-4147-8A6E-2EE64D700791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Tijdelijke aanduiding voor verticale tekst 2">
            <a:extLst>
              <a:ext uri="{FF2B5EF4-FFF2-40B4-BE49-F238E27FC236}">
                <a16:creationId xmlns:a16="http://schemas.microsoft.com/office/drawing/2014/main" id="{8B4B480D-F143-F04F-9458-E7CA089748D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11" name="Afbeelding 10">
            <a:extLst>
              <a:ext uri="{FF2B5EF4-FFF2-40B4-BE49-F238E27FC236}">
                <a16:creationId xmlns:a16="http://schemas.microsoft.com/office/drawing/2014/main" id="{3A979455-B6E3-FB44-92BF-1180196B93B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  <p:pic>
        <p:nvPicPr>
          <p:cNvPr id="12" name="Afbeelding 11">
            <a:extLst>
              <a:ext uri="{FF2B5EF4-FFF2-40B4-BE49-F238E27FC236}">
                <a16:creationId xmlns:a16="http://schemas.microsoft.com/office/drawing/2014/main" id="{97D708CD-C3B5-E64F-8634-AF2242A9A3F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53008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 userDrawn="1">
          <p15:clr>
            <a:srgbClr val="FBAE40"/>
          </p15:clr>
        </p15:guide>
      </p15:sldGuideLst>
    </p:ext>
  </p:extLs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Tijdelijke aanduiding voor afbeelding 39">
            <a:extLst>
              <a:ext uri="{FF2B5EF4-FFF2-40B4-BE49-F238E27FC236}">
                <a16:creationId xmlns:a16="http://schemas.microsoft.com/office/drawing/2014/main" id="{BC990F55-9104-9F43-914E-94C5A9085B6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814268" y="765174"/>
            <a:ext cx="5377732" cy="6092825"/>
          </a:xfrm>
          <a:custGeom>
            <a:avLst/>
            <a:gdLst>
              <a:gd name="connsiteX0" fmla="*/ 4868580 w 5377732"/>
              <a:gd name="connsiteY0" fmla="*/ 5794652 h 6092825"/>
              <a:gd name="connsiteX1" fmla="*/ 4868580 w 5377732"/>
              <a:gd name="connsiteY1" fmla="*/ 5809052 h 6092825"/>
              <a:gd name="connsiteX2" fmla="*/ 5048580 w 5377732"/>
              <a:gd name="connsiteY2" fmla="*/ 5809052 h 6092825"/>
              <a:gd name="connsiteX3" fmla="*/ 5048580 w 5377732"/>
              <a:gd name="connsiteY3" fmla="*/ 5794652 h 6092825"/>
              <a:gd name="connsiteX4" fmla="*/ 0 w 5377732"/>
              <a:gd name="connsiteY4" fmla="*/ 0 h 6092825"/>
              <a:gd name="connsiteX5" fmla="*/ 5377732 w 5377732"/>
              <a:gd name="connsiteY5" fmla="*/ 0 h 6092825"/>
              <a:gd name="connsiteX6" fmla="*/ 5377732 w 5377732"/>
              <a:gd name="connsiteY6" fmla="*/ 6092825 h 6092825"/>
              <a:gd name="connsiteX7" fmla="*/ 0 w 5377732"/>
              <a:gd name="connsiteY7" fmla="*/ 6092825 h 6092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377732" h="6092825">
                <a:moveTo>
                  <a:pt x="4868580" y="5794652"/>
                </a:moveTo>
                <a:lnTo>
                  <a:pt x="4868580" y="5809052"/>
                </a:lnTo>
                <a:lnTo>
                  <a:pt x="5048580" y="5809052"/>
                </a:lnTo>
                <a:lnTo>
                  <a:pt x="5048580" y="5794652"/>
                </a:lnTo>
                <a:close/>
                <a:moveTo>
                  <a:pt x="0" y="0"/>
                </a:moveTo>
                <a:lnTo>
                  <a:pt x="5377732" y="0"/>
                </a:lnTo>
                <a:lnTo>
                  <a:pt x="5377732" y="6092825"/>
                </a:lnTo>
                <a:lnTo>
                  <a:pt x="0" y="6092825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anchor="ctr">
            <a:noAutofit/>
          </a:bodyPr>
          <a:lstStyle>
            <a:lvl1pPr algn="ctr">
              <a:defRPr sz="1600"/>
            </a:lvl1pPr>
          </a:lstStyle>
          <a:p>
            <a:r>
              <a:rPr lang="nl-NL"/>
              <a:t>Image</a:t>
            </a:r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2696" y="765175"/>
            <a:ext cx="5327374" cy="898498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233967" y="1680501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192696" y="2600077"/>
            <a:ext cx="5327374" cy="3492747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9" name="Rechthoek 8">
            <a:extLst>
              <a:ext uri="{FF2B5EF4-FFF2-40B4-BE49-F238E27FC236}">
                <a16:creationId xmlns:a16="http://schemas.microsoft.com/office/drawing/2014/main" id="{5016F342-1297-F948-9994-DE9FB5BFE7E6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Tijdelijke aanduiding voor verticale tekst 2">
            <a:extLst>
              <a:ext uri="{FF2B5EF4-FFF2-40B4-BE49-F238E27FC236}">
                <a16:creationId xmlns:a16="http://schemas.microsoft.com/office/drawing/2014/main" id="{9DFF9D7C-517D-324F-8350-0D0C56443648}"/>
              </a:ext>
            </a:extLst>
          </p:cNvPr>
          <p:cNvSpPr>
            <a:spLocks noGrp="1"/>
          </p:cNvSpPr>
          <p:nvPr>
            <p:ph type="body" orient="vert" sz="quarter" idx="17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11" name="Afbeelding 10">
            <a:extLst>
              <a:ext uri="{FF2B5EF4-FFF2-40B4-BE49-F238E27FC236}">
                <a16:creationId xmlns:a16="http://schemas.microsoft.com/office/drawing/2014/main" id="{BBDE13C3-DBDF-2646-A97A-86251AE3D61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  <p:pic>
        <p:nvPicPr>
          <p:cNvPr id="12" name="Afbeelding 11">
            <a:extLst>
              <a:ext uri="{FF2B5EF4-FFF2-40B4-BE49-F238E27FC236}">
                <a16:creationId xmlns:a16="http://schemas.microsoft.com/office/drawing/2014/main" id="{61215DBF-6634-8745-9D34-756E76557A4B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302089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 userDrawn="1">
          <p15:clr>
            <a:srgbClr val="FBAE40"/>
          </p15:clr>
        </p15:guide>
      </p15:sldGuideLst>
    </p:ext>
  </p:extLs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+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3" name="Tijdelijke aanduiding voor afbeelding 2">
            <a:extLst>
              <a:ext uri="{FF2B5EF4-FFF2-40B4-BE49-F238E27FC236}">
                <a16:creationId xmlns:a16="http://schemas.microsoft.com/office/drawing/2014/main" id="{E654E8F0-4721-AF46-A1D2-74507BB3173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766762" y="0"/>
            <a:ext cx="5327374" cy="6858000"/>
          </a:xfrm>
          <a:solidFill>
            <a:schemeClr val="bg2"/>
          </a:solidFill>
        </p:spPr>
        <p:txBody>
          <a:bodyPr anchor="ctr">
            <a:normAutofit/>
          </a:bodyPr>
          <a:lstStyle>
            <a:lvl1pPr algn="ctr">
              <a:defRPr sz="1400"/>
            </a:lvl1pPr>
          </a:lstStyle>
          <a:p>
            <a:r>
              <a:rPr lang="nl-NL"/>
              <a:t>Image</a:t>
            </a:r>
          </a:p>
        </p:txBody>
      </p:sp>
      <p:sp>
        <p:nvSpPr>
          <p:cNvPr id="9" name="Titel 20">
            <a:extLst>
              <a:ext uri="{FF2B5EF4-FFF2-40B4-BE49-F238E27FC236}">
                <a16:creationId xmlns:a16="http://schemas.microsoft.com/office/drawing/2014/main" id="{BA459634-E583-8745-87F5-A3DE4C6C7B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481482" y="765175"/>
            <a:ext cx="4943756" cy="898498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10" name="Tijdelijke aanduiding voor tekst 28">
            <a:extLst>
              <a:ext uri="{FF2B5EF4-FFF2-40B4-BE49-F238E27FC236}">
                <a16:creationId xmlns:a16="http://schemas.microsoft.com/office/drawing/2014/main" id="{4898E21C-F259-AC4F-B970-E35A49B8DA2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81482" y="1680501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11" name="Tijdelijke aanduiding voor tekst 30">
            <a:extLst>
              <a:ext uri="{FF2B5EF4-FFF2-40B4-BE49-F238E27FC236}">
                <a16:creationId xmlns:a16="http://schemas.microsoft.com/office/drawing/2014/main" id="{C1AF83A9-920A-404C-95EC-EE8943AD665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481482" y="2600077"/>
            <a:ext cx="4943755" cy="3492747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12" name="Rechthoek 11">
            <a:extLst>
              <a:ext uri="{FF2B5EF4-FFF2-40B4-BE49-F238E27FC236}">
                <a16:creationId xmlns:a16="http://schemas.microsoft.com/office/drawing/2014/main" id="{3A052EF2-6905-E746-A24B-0E4AF6E871D3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verticale tekst 2">
            <a:extLst>
              <a:ext uri="{FF2B5EF4-FFF2-40B4-BE49-F238E27FC236}">
                <a16:creationId xmlns:a16="http://schemas.microsoft.com/office/drawing/2014/main" id="{A454F042-A067-134D-B29A-8187B2A535D2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14" name="Afbeelding 13">
            <a:extLst>
              <a:ext uri="{FF2B5EF4-FFF2-40B4-BE49-F238E27FC236}">
                <a16:creationId xmlns:a16="http://schemas.microsoft.com/office/drawing/2014/main" id="{389B3A34-B289-9048-AF8E-4B8342C46CE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  <p:pic>
        <p:nvPicPr>
          <p:cNvPr id="15" name="Afbeelding 14">
            <a:extLst>
              <a:ext uri="{FF2B5EF4-FFF2-40B4-BE49-F238E27FC236}">
                <a16:creationId xmlns:a16="http://schemas.microsoft.com/office/drawing/2014/main" id="{006233C0-441C-9F4A-ACE0-8261FAAAD97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10589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 userDrawn="1">
          <p15:clr>
            <a:srgbClr val="FBAE40"/>
          </p15:clr>
        </p15:guide>
      </p15:sldGuideLst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7B887ED9-AE91-2C43-ADFA-9F26AB6E413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787176" y="765174"/>
            <a:ext cx="11404824" cy="6092825"/>
          </a:xfrm>
          <a:custGeom>
            <a:avLst/>
            <a:gdLst>
              <a:gd name="connsiteX0" fmla="*/ 10895672 w 11404824"/>
              <a:gd name="connsiteY0" fmla="*/ 5794652 h 6092825"/>
              <a:gd name="connsiteX1" fmla="*/ 10895672 w 11404824"/>
              <a:gd name="connsiteY1" fmla="*/ 5809052 h 6092825"/>
              <a:gd name="connsiteX2" fmla="*/ 11075672 w 11404824"/>
              <a:gd name="connsiteY2" fmla="*/ 5809052 h 6092825"/>
              <a:gd name="connsiteX3" fmla="*/ 11075672 w 11404824"/>
              <a:gd name="connsiteY3" fmla="*/ 5794652 h 6092825"/>
              <a:gd name="connsiteX4" fmla="*/ 0 w 11404824"/>
              <a:gd name="connsiteY4" fmla="*/ 0 h 6092825"/>
              <a:gd name="connsiteX5" fmla="*/ 6027092 w 11404824"/>
              <a:gd name="connsiteY5" fmla="*/ 0 h 6092825"/>
              <a:gd name="connsiteX6" fmla="*/ 11404824 w 11404824"/>
              <a:gd name="connsiteY6" fmla="*/ 0 h 6092825"/>
              <a:gd name="connsiteX7" fmla="*/ 11404824 w 11404824"/>
              <a:gd name="connsiteY7" fmla="*/ 6092825 h 6092825"/>
              <a:gd name="connsiteX8" fmla="*/ 6027092 w 11404824"/>
              <a:gd name="connsiteY8" fmla="*/ 6092825 h 6092825"/>
              <a:gd name="connsiteX9" fmla="*/ 6027092 w 11404824"/>
              <a:gd name="connsiteY9" fmla="*/ 6092823 h 6092825"/>
              <a:gd name="connsiteX10" fmla="*/ 0 w 11404824"/>
              <a:gd name="connsiteY10" fmla="*/ 6092823 h 6092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04824" h="6092825">
                <a:moveTo>
                  <a:pt x="10895672" y="5794652"/>
                </a:moveTo>
                <a:lnTo>
                  <a:pt x="10895672" y="5809052"/>
                </a:lnTo>
                <a:lnTo>
                  <a:pt x="11075672" y="5809052"/>
                </a:lnTo>
                <a:lnTo>
                  <a:pt x="11075672" y="5794652"/>
                </a:lnTo>
                <a:close/>
                <a:moveTo>
                  <a:pt x="0" y="0"/>
                </a:moveTo>
                <a:lnTo>
                  <a:pt x="6027092" y="0"/>
                </a:lnTo>
                <a:lnTo>
                  <a:pt x="11404824" y="0"/>
                </a:lnTo>
                <a:lnTo>
                  <a:pt x="11404824" y="6092825"/>
                </a:lnTo>
                <a:lnTo>
                  <a:pt x="6027092" y="6092825"/>
                </a:lnTo>
                <a:lnTo>
                  <a:pt x="6027092" y="6092823"/>
                </a:lnTo>
                <a:lnTo>
                  <a:pt x="0" y="6092823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anchor="ctr">
            <a:noAutofit/>
          </a:bodyPr>
          <a:lstStyle>
            <a:lvl1pPr algn="ctr">
              <a:defRPr sz="1600"/>
            </a:lvl1pPr>
          </a:lstStyle>
          <a:p>
            <a:r>
              <a:rPr lang="nl-NL"/>
              <a:t>Image</a:t>
            </a:r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6" name="Rechthoek 5">
            <a:extLst>
              <a:ext uri="{FF2B5EF4-FFF2-40B4-BE49-F238E27FC236}">
                <a16:creationId xmlns:a16="http://schemas.microsoft.com/office/drawing/2014/main" id="{C88DFB62-F840-194C-AD3F-0AB2256A14F0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7" name="Tijdelijke aanduiding voor verticale tekst 2">
            <a:extLst>
              <a:ext uri="{FF2B5EF4-FFF2-40B4-BE49-F238E27FC236}">
                <a16:creationId xmlns:a16="http://schemas.microsoft.com/office/drawing/2014/main" id="{5D8BFC7E-D2D7-D640-8BE3-43AFE59EAC3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8" name="Afbeelding 7">
            <a:extLst>
              <a:ext uri="{FF2B5EF4-FFF2-40B4-BE49-F238E27FC236}">
                <a16:creationId xmlns:a16="http://schemas.microsoft.com/office/drawing/2014/main" id="{E9AC1778-5976-8645-931A-F1491E5A10C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0908" y="0"/>
            <a:ext cx="37719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58950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483" userDrawn="1">
          <p15:clr>
            <a:srgbClr val="FBAE40"/>
          </p15:clr>
        </p15:guide>
      </p15:sldGuideLst>
    </p:ext>
  </p:extLs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4" name="Tijdelijke aanduiding voor grafiek 3">
            <a:extLst>
              <a:ext uri="{FF2B5EF4-FFF2-40B4-BE49-F238E27FC236}">
                <a16:creationId xmlns:a16="http://schemas.microsoft.com/office/drawing/2014/main" id="{C341B85F-397D-D044-A957-6043BC6E0F69}"/>
              </a:ext>
            </a:extLst>
          </p:cNvPr>
          <p:cNvSpPr>
            <a:spLocks noGrp="1"/>
          </p:cNvSpPr>
          <p:nvPr>
            <p:ph type="chart" sz="quarter" idx="18"/>
          </p:nvPr>
        </p:nvSpPr>
        <p:spPr>
          <a:xfrm>
            <a:off x="1486894" y="1899161"/>
            <a:ext cx="9938344" cy="4193661"/>
          </a:xfrm>
        </p:spPr>
        <p:txBody>
          <a:bodyPr/>
          <a:lstStyle/>
          <a:p>
            <a:endParaRPr lang="nl-NL"/>
          </a:p>
        </p:txBody>
      </p:sp>
      <p:sp>
        <p:nvSpPr>
          <p:cNvPr id="8" name="Rechthoek 7">
            <a:extLst>
              <a:ext uri="{FF2B5EF4-FFF2-40B4-BE49-F238E27FC236}">
                <a16:creationId xmlns:a16="http://schemas.microsoft.com/office/drawing/2014/main" id="{A482A7A3-0374-3745-B515-A282B7AE6BBC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9" name="Tijdelijke aanduiding voor verticale tekst 2">
            <a:extLst>
              <a:ext uri="{FF2B5EF4-FFF2-40B4-BE49-F238E27FC236}">
                <a16:creationId xmlns:a16="http://schemas.microsoft.com/office/drawing/2014/main" id="{6A53AA42-0869-874B-9784-D34AD70396A6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10" name="Afbeelding 9">
            <a:extLst>
              <a:ext uri="{FF2B5EF4-FFF2-40B4-BE49-F238E27FC236}">
                <a16:creationId xmlns:a16="http://schemas.microsoft.com/office/drawing/2014/main" id="{7112844F-0214-FC47-89CB-3946359F9FA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2000" y="0"/>
            <a:ext cx="3594100" cy="5334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412344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899163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4" name="Tijdelijke aanduiding voor grafiek 3">
            <a:extLst>
              <a:ext uri="{FF2B5EF4-FFF2-40B4-BE49-F238E27FC236}">
                <a16:creationId xmlns:a16="http://schemas.microsoft.com/office/drawing/2014/main" id="{C341B85F-397D-D044-A957-6043BC6E0F69}"/>
              </a:ext>
            </a:extLst>
          </p:cNvPr>
          <p:cNvSpPr>
            <a:spLocks noGrp="1"/>
          </p:cNvSpPr>
          <p:nvPr>
            <p:ph type="chart" sz="quarter" idx="18"/>
          </p:nvPr>
        </p:nvSpPr>
        <p:spPr>
          <a:xfrm>
            <a:off x="6490015" y="1899161"/>
            <a:ext cx="4935223" cy="4193661"/>
          </a:xfrm>
        </p:spPr>
        <p:txBody>
          <a:bodyPr/>
          <a:lstStyle/>
          <a:p>
            <a:endParaRPr lang="nl-NL"/>
          </a:p>
        </p:txBody>
      </p:sp>
      <p:sp>
        <p:nvSpPr>
          <p:cNvPr id="9" name="Rechthoek 8">
            <a:extLst>
              <a:ext uri="{FF2B5EF4-FFF2-40B4-BE49-F238E27FC236}">
                <a16:creationId xmlns:a16="http://schemas.microsoft.com/office/drawing/2014/main" id="{3D0BDBD6-C70C-3540-B4D9-C5D59059DC9B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Tijdelijke aanduiding voor verticale tekst 2">
            <a:extLst>
              <a:ext uri="{FF2B5EF4-FFF2-40B4-BE49-F238E27FC236}">
                <a16:creationId xmlns:a16="http://schemas.microsoft.com/office/drawing/2014/main" id="{2AF749EE-8BB8-4746-B4F8-B6F9A0784422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11" name="Afbeelding 10">
            <a:extLst>
              <a:ext uri="{FF2B5EF4-FFF2-40B4-BE49-F238E27FC236}">
                <a16:creationId xmlns:a16="http://schemas.microsoft.com/office/drawing/2014/main" id="{775A2657-21CF-AF46-A5DE-F3276FECEC1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2000" y="0"/>
            <a:ext cx="3594100" cy="5334000"/>
          </a:xfrm>
          <a:prstGeom prst="rect">
            <a:avLst/>
          </a:prstGeom>
        </p:spPr>
      </p:pic>
      <p:pic>
        <p:nvPicPr>
          <p:cNvPr id="12" name="Afbeelding 11">
            <a:extLst>
              <a:ext uri="{FF2B5EF4-FFF2-40B4-BE49-F238E27FC236}">
                <a16:creationId xmlns:a16="http://schemas.microsoft.com/office/drawing/2014/main" id="{0763B788-01B0-8945-8703-93D066C8DBE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35544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+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490014" y="1899160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4" name="Tijdelijke aanduiding voor grafiek 3">
            <a:extLst>
              <a:ext uri="{FF2B5EF4-FFF2-40B4-BE49-F238E27FC236}">
                <a16:creationId xmlns:a16="http://schemas.microsoft.com/office/drawing/2014/main" id="{C341B85F-397D-D044-A957-6043BC6E0F69}"/>
              </a:ext>
            </a:extLst>
          </p:cNvPr>
          <p:cNvSpPr>
            <a:spLocks noGrp="1"/>
          </p:cNvSpPr>
          <p:nvPr>
            <p:ph type="chart" sz="quarter" idx="18"/>
          </p:nvPr>
        </p:nvSpPr>
        <p:spPr>
          <a:xfrm>
            <a:off x="1486894" y="1899161"/>
            <a:ext cx="4935223" cy="4193661"/>
          </a:xfrm>
        </p:spPr>
        <p:txBody>
          <a:bodyPr/>
          <a:lstStyle/>
          <a:p>
            <a:endParaRPr lang="nl-NL"/>
          </a:p>
        </p:txBody>
      </p:sp>
      <p:sp>
        <p:nvSpPr>
          <p:cNvPr id="9" name="Rechthoek 8">
            <a:extLst>
              <a:ext uri="{FF2B5EF4-FFF2-40B4-BE49-F238E27FC236}">
                <a16:creationId xmlns:a16="http://schemas.microsoft.com/office/drawing/2014/main" id="{7EBF8C8D-AEFF-EA45-8487-448F3A1F0AB8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Tijdelijke aanduiding voor verticale tekst 2">
            <a:extLst>
              <a:ext uri="{FF2B5EF4-FFF2-40B4-BE49-F238E27FC236}">
                <a16:creationId xmlns:a16="http://schemas.microsoft.com/office/drawing/2014/main" id="{DE8C2FBB-4EB9-674C-870E-4E01D4C31648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11" name="Afbeelding 10">
            <a:extLst>
              <a:ext uri="{FF2B5EF4-FFF2-40B4-BE49-F238E27FC236}">
                <a16:creationId xmlns:a16="http://schemas.microsoft.com/office/drawing/2014/main" id="{A9DBC256-28B9-2644-AD34-6C7052BAC70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2000" y="0"/>
            <a:ext cx="3594100" cy="5334000"/>
          </a:xfrm>
          <a:prstGeom prst="rect">
            <a:avLst/>
          </a:prstGeom>
        </p:spPr>
      </p:pic>
      <p:pic>
        <p:nvPicPr>
          <p:cNvPr id="12" name="Afbeelding 11">
            <a:extLst>
              <a:ext uri="{FF2B5EF4-FFF2-40B4-BE49-F238E27FC236}">
                <a16:creationId xmlns:a16="http://schemas.microsoft.com/office/drawing/2014/main" id="{FF371740-83B2-9044-8ED8-55A11C7341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8926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5" name="Tijdelijke aanduiding voor tabel 4">
            <a:extLst>
              <a:ext uri="{FF2B5EF4-FFF2-40B4-BE49-F238E27FC236}">
                <a16:creationId xmlns:a16="http://schemas.microsoft.com/office/drawing/2014/main" id="{D171D123-BA76-E642-9701-A2838B383549}"/>
              </a:ext>
            </a:extLst>
          </p:cNvPr>
          <p:cNvSpPr>
            <a:spLocks noGrp="1"/>
          </p:cNvSpPr>
          <p:nvPr>
            <p:ph type="tbl" sz="quarter" idx="19"/>
          </p:nvPr>
        </p:nvSpPr>
        <p:spPr>
          <a:xfrm>
            <a:off x="1486893" y="1899161"/>
            <a:ext cx="9938345" cy="4193664"/>
          </a:xfrm>
        </p:spPr>
        <p:txBody>
          <a:bodyPr/>
          <a:lstStyle/>
          <a:p>
            <a:endParaRPr lang="nl-NL"/>
          </a:p>
        </p:txBody>
      </p:sp>
      <p:sp>
        <p:nvSpPr>
          <p:cNvPr id="8" name="Rechthoek 7">
            <a:extLst>
              <a:ext uri="{FF2B5EF4-FFF2-40B4-BE49-F238E27FC236}">
                <a16:creationId xmlns:a16="http://schemas.microsoft.com/office/drawing/2014/main" id="{AE495A82-EE73-4944-95DC-5D0305C6F90E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9" name="Tijdelijke aanduiding voor verticale tekst 2">
            <a:extLst>
              <a:ext uri="{FF2B5EF4-FFF2-40B4-BE49-F238E27FC236}">
                <a16:creationId xmlns:a16="http://schemas.microsoft.com/office/drawing/2014/main" id="{ECA770A4-50C5-624E-8557-60593DFC6461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10" name="Afbeelding 9">
            <a:extLst>
              <a:ext uri="{FF2B5EF4-FFF2-40B4-BE49-F238E27FC236}">
                <a16:creationId xmlns:a16="http://schemas.microsoft.com/office/drawing/2014/main" id="{63578EF4-29B7-9D40-BA03-D79DEF8FD79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2000" y="-1"/>
            <a:ext cx="3594100" cy="340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91104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899163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9" name="Tijdelijke aanduiding voor tabel 4">
            <a:extLst>
              <a:ext uri="{FF2B5EF4-FFF2-40B4-BE49-F238E27FC236}">
                <a16:creationId xmlns:a16="http://schemas.microsoft.com/office/drawing/2014/main" id="{CD2133CB-459E-AF45-8ABB-E0A6580DD588}"/>
              </a:ext>
            </a:extLst>
          </p:cNvPr>
          <p:cNvSpPr>
            <a:spLocks noGrp="1"/>
          </p:cNvSpPr>
          <p:nvPr>
            <p:ph type="tbl" sz="quarter" idx="19"/>
          </p:nvPr>
        </p:nvSpPr>
        <p:spPr>
          <a:xfrm>
            <a:off x="6490014" y="1899161"/>
            <a:ext cx="4935224" cy="4193664"/>
          </a:xfrm>
        </p:spPr>
        <p:txBody>
          <a:bodyPr/>
          <a:lstStyle/>
          <a:p>
            <a:endParaRPr lang="nl-NL"/>
          </a:p>
        </p:txBody>
      </p:sp>
      <p:sp>
        <p:nvSpPr>
          <p:cNvPr id="10" name="Rechthoek 9">
            <a:extLst>
              <a:ext uri="{FF2B5EF4-FFF2-40B4-BE49-F238E27FC236}">
                <a16:creationId xmlns:a16="http://schemas.microsoft.com/office/drawing/2014/main" id="{271AE4A0-0BC3-5E4F-ADB4-6ADF2A258891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1" name="Tijdelijke aanduiding voor verticale tekst 2">
            <a:extLst>
              <a:ext uri="{FF2B5EF4-FFF2-40B4-BE49-F238E27FC236}">
                <a16:creationId xmlns:a16="http://schemas.microsoft.com/office/drawing/2014/main" id="{A5AEBD3C-E568-5E47-A091-AC54BA03F6DC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12" name="Afbeelding 11">
            <a:extLst>
              <a:ext uri="{FF2B5EF4-FFF2-40B4-BE49-F238E27FC236}">
                <a16:creationId xmlns:a16="http://schemas.microsoft.com/office/drawing/2014/main" id="{E2B26254-0525-8048-B2D6-C6EE1AA6C1B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2000" y="-1"/>
            <a:ext cx="3594100" cy="3403600"/>
          </a:xfrm>
          <a:prstGeom prst="rect">
            <a:avLst/>
          </a:prstGeom>
        </p:spPr>
      </p:pic>
      <p:pic>
        <p:nvPicPr>
          <p:cNvPr id="13" name="Afbeelding 12">
            <a:extLst>
              <a:ext uri="{FF2B5EF4-FFF2-40B4-BE49-F238E27FC236}">
                <a16:creationId xmlns:a16="http://schemas.microsoft.com/office/drawing/2014/main" id="{AD292BE7-0AB4-BA46-AB66-6F765DF3F00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73863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 +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1E222741-945E-7546-9494-E41B045601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490014" y="1899160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9" name="Tijdelijke aanduiding voor tabel 4">
            <a:extLst>
              <a:ext uri="{FF2B5EF4-FFF2-40B4-BE49-F238E27FC236}">
                <a16:creationId xmlns:a16="http://schemas.microsoft.com/office/drawing/2014/main" id="{51802AB4-F685-C243-9557-F4E9E40593C2}"/>
              </a:ext>
            </a:extLst>
          </p:cNvPr>
          <p:cNvSpPr>
            <a:spLocks noGrp="1"/>
          </p:cNvSpPr>
          <p:nvPr>
            <p:ph type="tbl" sz="quarter" idx="19"/>
          </p:nvPr>
        </p:nvSpPr>
        <p:spPr>
          <a:xfrm>
            <a:off x="1486894" y="1899157"/>
            <a:ext cx="4935224" cy="4193664"/>
          </a:xfrm>
        </p:spPr>
        <p:txBody>
          <a:bodyPr/>
          <a:lstStyle/>
          <a:p>
            <a:endParaRPr lang="nl-NL"/>
          </a:p>
        </p:txBody>
      </p:sp>
      <p:sp>
        <p:nvSpPr>
          <p:cNvPr id="10" name="Rechthoek 9">
            <a:extLst>
              <a:ext uri="{FF2B5EF4-FFF2-40B4-BE49-F238E27FC236}">
                <a16:creationId xmlns:a16="http://schemas.microsoft.com/office/drawing/2014/main" id="{7511289D-7FA2-064F-BFD3-8C7CAE7453B6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1" name="Tijdelijke aanduiding voor verticale tekst 2">
            <a:extLst>
              <a:ext uri="{FF2B5EF4-FFF2-40B4-BE49-F238E27FC236}">
                <a16:creationId xmlns:a16="http://schemas.microsoft.com/office/drawing/2014/main" id="{AEA0A918-19F1-A242-AE56-D4C2F93F14FD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12" name="Afbeelding 11">
            <a:extLst>
              <a:ext uri="{FF2B5EF4-FFF2-40B4-BE49-F238E27FC236}">
                <a16:creationId xmlns:a16="http://schemas.microsoft.com/office/drawing/2014/main" id="{171595E0-04BA-FE45-A621-A3603D77377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192000" y="-1"/>
            <a:ext cx="3594100" cy="3403600"/>
          </a:xfrm>
          <a:prstGeom prst="rect">
            <a:avLst/>
          </a:prstGeom>
        </p:spPr>
      </p:pic>
      <p:pic>
        <p:nvPicPr>
          <p:cNvPr id="13" name="Afbeelding 12">
            <a:extLst>
              <a:ext uri="{FF2B5EF4-FFF2-40B4-BE49-F238E27FC236}">
                <a16:creationId xmlns:a16="http://schemas.microsoft.com/office/drawing/2014/main" id="{34B26A0A-5C28-E843-97D2-7B6163D7527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04298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7098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70984" y="765175"/>
            <a:ext cx="4935224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8" name="Tijdelijke aanduiding voor tekst 30">
            <a:extLst>
              <a:ext uri="{FF2B5EF4-FFF2-40B4-BE49-F238E27FC236}">
                <a16:creationId xmlns:a16="http://schemas.microsoft.com/office/drawing/2014/main" id="{24852BD3-B1BD-8040-8B38-8D1DEBB903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170984" y="1899164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9" name="Tijdelijke aanduiding voor tekst 28">
            <a:extLst>
              <a:ext uri="{FF2B5EF4-FFF2-40B4-BE49-F238E27FC236}">
                <a16:creationId xmlns:a16="http://schemas.microsoft.com/office/drawing/2014/main" id="{84107F69-1362-A44D-8149-0BE576EA4D7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49001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10" name="Tijdelijke aanduiding voor tekst 30">
            <a:extLst>
              <a:ext uri="{FF2B5EF4-FFF2-40B4-BE49-F238E27FC236}">
                <a16:creationId xmlns:a16="http://schemas.microsoft.com/office/drawing/2014/main" id="{ACAA29C8-0E89-8D4D-A556-D5F8179D7D2D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90014" y="765175"/>
            <a:ext cx="4935224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11" name="Tijdelijke aanduiding voor tekst 30">
            <a:extLst>
              <a:ext uri="{FF2B5EF4-FFF2-40B4-BE49-F238E27FC236}">
                <a16:creationId xmlns:a16="http://schemas.microsoft.com/office/drawing/2014/main" id="{5062370D-B668-C147-9440-687AF954D5EC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490014" y="1899164"/>
            <a:ext cx="4935224" cy="4193661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12" name="Rechthoek 11">
            <a:extLst>
              <a:ext uri="{FF2B5EF4-FFF2-40B4-BE49-F238E27FC236}">
                <a16:creationId xmlns:a16="http://schemas.microsoft.com/office/drawing/2014/main" id="{105633CD-A9BD-A24E-88A9-03AF230F4EF4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verticale tekst 2">
            <a:extLst>
              <a:ext uri="{FF2B5EF4-FFF2-40B4-BE49-F238E27FC236}">
                <a16:creationId xmlns:a16="http://schemas.microsoft.com/office/drawing/2014/main" id="{A69F3159-5018-B447-806D-F4BBF7B30FAE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14" name="Afbeelding 13">
            <a:extLst>
              <a:ext uri="{FF2B5EF4-FFF2-40B4-BE49-F238E27FC236}">
                <a16:creationId xmlns:a16="http://schemas.microsoft.com/office/drawing/2014/main" id="{7C756C75-8F16-8445-9DBD-8A7CADF177B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00801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7098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70984" y="765175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8" name="Tijdelijke aanduiding voor tekst 30">
            <a:extLst>
              <a:ext uri="{FF2B5EF4-FFF2-40B4-BE49-F238E27FC236}">
                <a16:creationId xmlns:a16="http://schemas.microsoft.com/office/drawing/2014/main" id="{24852BD3-B1BD-8040-8B38-8D1DEBB903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170984" y="1781757"/>
            <a:ext cx="3314389" cy="4311068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0" name="Tijdelijke aanduiding voor tekst 28">
            <a:extLst>
              <a:ext uri="{FF2B5EF4-FFF2-40B4-BE49-F238E27FC236}">
                <a16:creationId xmlns:a16="http://schemas.microsoft.com/office/drawing/2014/main" id="{CD31FB62-CE03-B84D-B23B-BC47FDFECE1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110849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21" name="Tijdelijke aanduiding voor tekst 30">
            <a:extLst>
              <a:ext uri="{FF2B5EF4-FFF2-40B4-BE49-F238E27FC236}">
                <a16:creationId xmlns:a16="http://schemas.microsoft.com/office/drawing/2014/main" id="{0FBDF83D-9C74-4543-B3CA-CB055C26941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110849" y="765175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22" name="Tijdelijke aanduiding voor tekst 30">
            <a:extLst>
              <a:ext uri="{FF2B5EF4-FFF2-40B4-BE49-F238E27FC236}">
                <a16:creationId xmlns:a16="http://schemas.microsoft.com/office/drawing/2014/main" id="{8F43CA51-0533-FD4D-A762-69F51BDA80D9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8110849" y="1781757"/>
            <a:ext cx="3314389" cy="4311068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6" name="Tijdelijke aanduiding voor tekst 28">
            <a:extLst>
              <a:ext uri="{FF2B5EF4-FFF2-40B4-BE49-F238E27FC236}">
                <a16:creationId xmlns:a16="http://schemas.microsoft.com/office/drawing/2014/main" id="{4A4009E3-503D-AF41-AF9A-7995F90377E5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4640916" y="1561838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27" name="Tijdelijke aanduiding voor tekst 30">
            <a:extLst>
              <a:ext uri="{FF2B5EF4-FFF2-40B4-BE49-F238E27FC236}">
                <a16:creationId xmlns:a16="http://schemas.microsoft.com/office/drawing/2014/main" id="{E57B1EAA-8F3A-2F42-B00D-EE802F79846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40916" y="760739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28" name="Tijdelijke aanduiding voor tekst 30">
            <a:extLst>
              <a:ext uri="{FF2B5EF4-FFF2-40B4-BE49-F238E27FC236}">
                <a16:creationId xmlns:a16="http://schemas.microsoft.com/office/drawing/2014/main" id="{9D5632E0-5593-5A4E-BA59-DFEE92DB0BDA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4640916" y="1777321"/>
            <a:ext cx="3314389" cy="4311068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14" name="Rechthoek 13">
            <a:extLst>
              <a:ext uri="{FF2B5EF4-FFF2-40B4-BE49-F238E27FC236}">
                <a16:creationId xmlns:a16="http://schemas.microsoft.com/office/drawing/2014/main" id="{ABDD0FEE-ACE2-554B-8BB6-B0256D85CD4A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Tijdelijke aanduiding voor verticale tekst 2">
            <a:extLst>
              <a:ext uri="{FF2B5EF4-FFF2-40B4-BE49-F238E27FC236}">
                <a16:creationId xmlns:a16="http://schemas.microsoft.com/office/drawing/2014/main" id="{B008C6FA-D84D-8F4B-BF5A-7DD73AAA1590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17" name="Afbeelding 16">
            <a:extLst>
              <a:ext uri="{FF2B5EF4-FFF2-40B4-BE49-F238E27FC236}">
                <a16:creationId xmlns:a16="http://schemas.microsoft.com/office/drawing/2014/main" id="{470D6163-E592-8148-89BA-F7C9510CEDB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43908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7098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70984" y="765175"/>
            <a:ext cx="4935224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8" name="Tijdelijke aanduiding voor tekst 30">
            <a:extLst>
              <a:ext uri="{FF2B5EF4-FFF2-40B4-BE49-F238E27FC236}">
                <a16:creationId xmlns:a16="http://schemas.microsoft.com/office/drawing/2014/main" id="{24852BD3-B1BD-8040-8B38-8D1DEBB903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170984" y="1781757"/>
            <a:ext cx="4935224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9" name="Tijdelijke aanduiding voor tekst 28">
            <a:extLst>
              <a:ext uri="{FF2B5EF4-FFF2-40B4-BE49-F238E27FC236}">
                <a16:creationId xmlns:a16="http://schemas.microsoft.com/office/drawing/2014/main" id="{84107F69-1362-A44D-8149-0BE576EA4D7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49001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10" name="Tijdelijke aanduiding voor tekst 30">
            <a:extLst>
              <a:ext uri="{FF2B5EF4-FFF2-40B4-BE49-F238E27FC236}">
                <a16:creationId xmlns:a16="http://schemas.microsoft.com/office/drawing/2014/main" id="{ACAA29C8-0E89-8D4D-A556-D5F8179D7D2D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90014" y="765175"/>
            <a:ext cx="4935224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11" name="Tijdelijke aanduiding voor tekst 30">
            <a:extLst>
              <a:ext uri="{FF2B5EF4-FFF2-40B4-BE49-F238E27FC236}">
                <a16:creationId xmlns:a16="http://schemas.microsoft.com/office/drawing/2014/main" id="{5062370D-B668-C147-9440-687AF954D5EC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490014" y="1781757"/>
            <a:ext cx="4935224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12" name="Tijdelijke aanduiding voor tekst 28">
            <a:extLst>
              <a:ext uri="{FF2B5EF4-FFF2-40B4-BE49-F238E27FC236}">
                <a16:creationId xmlns:a16="http://schemas.microsoft.com/office/drawing/2014/main" id="{74F6A9C0-6660-F14C-92F9-5995E033C4D6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70984" y="4230099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13" name="Tijdelijke aanduiding voor tekst 30">
            <a:extLst>
              <a:ext uri="{FF2B5EF4-FFF2-40B4-BE49-F238E27FC236}">
                <a16:creationId xmlns:a16="http://schemas.microsoft.com/office/drawing/2014/main" id="{DFF4862E-FCC3-D441-A77C-F66CD55953F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170984" y="3514645"/>
            <a:ext cx="4935224" cy="719890"/>
          </a:xfrm>
        </p:spPr>
        <p:txBody>
          <a:bodyPr anchor="b"/>
          <a:lstStyle>
            <a:lvl1pPr>
              <a:lnSpc>
                <a:spcPct val="100000"/>
              </a:lnSpc>
              <a:spcBef>
                <a:spcPts val="0"/>
              </a:spcBef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14" name="Tijdelijke aanduiding voor tekst 30">
            <a:extLst>
              <a:ext uri="{FF2B5EF4-FFF2-40B4-BE49-F238E27FC236}">
                <a16:creationId xmlns:a16="http://schemas.microsoft.com/office/drawing/2014/main" id="{0397DC37-BDBF-DA4F-AA57-40FB1E10AEEE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1170984" y="4445582"/>
            <a:ext cx="4935224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15" name="Tijdelijke aanduiding voor tekst 28">
            <a:extLst>
              <a:ext uri="{FF2B5EF4-FFF2-40B4-BE49-F238E27FC236}">
                <a16:creationId xmlns:a16="http://schemas.microsoft.com/office/drawing/2014/main" id="{5897EDB4-62C7-4D49-9BAF-931CFF72F01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490014" y="4230099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17" name="Tijdelijke aanduiding voor tekst 30">
            <a:extLst>
              <a:ext uri="{FF2B5EF4-FFF2-40B4-BE49-F238E27FC236}">
                <a16:creationId xmlns:a16="http://schemas.microsoft.com/office/drawing/2014/main" id="{C3D91285-CF89-8E4F-938D-2D58C5A7A0C5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490014" y="3514645"/>
            <a:ext cx="4935224" cy="719890"/>
          </a:xfrm>
        </p:spPr>
        <p:txBody>
          <a:bodyPr anchor="b"/>
          <a:lstStyle>
            <a:lvl1pPr>
              <a:lnSpc>
                <a:spcPct val="100000"/>
              </a:lnSpc>
              <a:spcBef>
                <a:spcPts val="0"/>
              </a:spcBef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19" name="Tijdelijke aanduiding voor tekst 30">
            <a:extLst>
              <a:ext uri="{FF2B5EF4-FFF2-40B4-BE49-F238E27FC236}">
                <a16:creationId xmlns:a16="http://schemas.microsoft.com/office/drawing/2014/main" id="{6DF83DA2-979D-9C45-B809-08A644248C8B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6490014" y="4445582"/>
            <a:ext cx="4935224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0" name="Rechthoek 19">
            <a:extLst>
              <a:ext uri="{FF2B5EF4-FFF2-40B4-BE49-F238E27FC236}">
                <a16:creationId xmlns:a16="http://schemas.microsoft.com/office/drawing/2014/main" id="{46C6CEDC-2172-2543-864E-6FB7828044F8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1" name="Tijdelijke aanduiding voor verticale tekst 2">
            <a:extLst>
              <a:ext uri="{FF2B5EF4-FFF2-40B4-BE49-F238E27FC236}">
                <a16:creationId xmlns:a16="http://schemas.microsoft.com/office/drawing/2014/main" id="{6BBDE103-64EB-B444-A506-ED0BE31FE714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18" name="Afbeelding 17">
            <a:extLst>
              <a:ext uri="{FF2B5EF4-FFF2-40B4-BE49-F238E27FC236}">
                <a16:creationId xmlns:a16="http://schemas.microsoft.com/office/drawing/2014/main" id="{ED0F40ED-650B-7946-8482-4BBB73AAA1A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93723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8DEFBC53-5A14-554B-BE33-63655E96995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70984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69C39903-C5AB-614B-BD2E-5096FD16233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70984" y="765175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8" name="Tijdelijke aanduiding voor tekst 30">
            <a:extLst>
              <a:ext uri="{FF2B5EF4-FFF2-40B4-BE49-F238E27FC236}">
                <a16:creationId xmlns:a16="http://schemas.microsoft.com/office/drawing/2014/main" id="{24852BD3-B1BD-8040-8B38-8D1DEBB903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170984" y="1781757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12" name="Tijdelijke aanduiding voor tekst 28">
            <a:extLst>
              <a:ext uri="{FF2B5EF4-FFF2-40B4-BE49-F238E27FC236}">
                <a16:creationId xmlns:a16="http://schemas.microsoft.com/office/drawing/2014/main" id="{74F6A9C0-6660-F14C-92F9-5995E033C4D6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70984" y="4230099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13" name="Tijdelijke aanduiding voor tekst 30">
            <a:extLst>
              <a:ext uri="{FF2B5EF4-FFF2-40B4-BE49-F238E27FC236}">
                <a16:creationId xmlns:a16="http://schemas.microsoft.com/office/drawing/2014/main" id="{DFF4862E-FCC3-D441-A77C-F66CD55953F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170984" y="3514645"/>
            <a:ext cx="3314389" cy="719890"/>
          </a:xfrm>
        </p:spPr>
        <p:txBody>
          <a:bodyPr anchor="b"/>
          <a:lstStyle>
            <a:lvl1pPr>
              <a:lnSpc>
                <a:spcPct val="100000"/>
              </a:lnSpc>
              <a:spcBef>
                <a:spcPts val="0"/>
              </a:spcBef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14" name="Tijdelijke aanduiding voor tekst 30">
            <a:extLst>
              <a:ext uri="{FF2B5EF4-FFF2-40B4-BE49-F238E27FC236}">
                <a16:creationId xmlns:a16="http://schemas.microsoft.com/office/drawing/2014/main" id="{0397DC37-BDBF-DA4F-AA57-40FB1E10AEEE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1170984" y="4445582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0" name="Tijdelijke aanduiding voor tekst 28">
            <a:extLst>
              <a:ext uri="{FF2B5EF4-FFF2-40B4-BE49-F238E27FC236}">
                <a16:creationId xmlns:a16="http://schemas.microsoft.com/office/drawing/2014/main" id="{CD31FB62-CE03-B84D-B23B-BC47FDFECE1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110849" y="1566274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21" name="Tijdelijke aanduiding voor tekst 30">
            <a:extLst>
              <a:ext uri="{FF2B5EF4-FFF2-40B4-BE49-F238E27FC236}">
                <a16:creationId xmlns:a16="http://schemas.microsoft.com/office/drawing/2014/main" id="{0FBDF83D-9C74-4543-B3CA-CB055C26941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110849" y="765175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22" name="Tijdelijke aanduiding voor tekst 30">
            <a:extLst>
              <a:ext uri="{FF2B5EF4-FFF2-40B4-BE49-F238E27FC236}">
                <a16:creationId xmlns:a16="http://schemas.microsoft.com/office/drawing/2014/main" id="{8F43CA51-0533-FD4D-A762-69F51BDA80D9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8110849" y="1781757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3" name="Tijdelijke aanduiding voor tekst 28">
            <a:extLst>
              <a:ext uri="{FF2B5EF4-FFF2-40B4-BE49-F238E27FC236}">
                <a16:creationId xmlns:a16="http://schemas.microsoft.com/office/drawing/2014/main" id="{27195075-A823-1C46-B5A9-805B71000ECF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110849" y="4230099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24" name="Tijdelijke aanduiding voor tekst 30">
            <a:extLst>
              <a:ext uri="{FF2B5EF4-FFF2-40B4-BE49-F238E27FC236}">
                <a16:creationId xmlns:a16="http://schemas.microsoft.com/office/drawing/2014/main" id="{77E574EB-62CE-0240-BA2C-B7BBB5A0A04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110849" y="3514645"/>
            <a:ext cx="3314389" cy="719890"/>
          </a:xfrm>
        </p:spPr>
        <p:txBody>
          <a:bodyPr anchor="b"/>
          <a:lstStyle>
            <a:lvl1pPr>
              <a:lnSpc>
                <a:spcPct val="100000"/>
              </a:lnSpc>
              <a:spcBef>
                <a:spcPts val="0"/>
              </a:spcBef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25" name="Tijdelijke aanduiding voor tekst 30">
            <a:extLst>
              <a:ext uri="{FF2B5EF4-FFF2-40B4-BE49-F238E27FC236}">
                <a16:creationId xmlns:a16="http://schemas.microsoft.com/office/drawing/2014/main" id="{854A23BA-6461-C947-A1F7-89D9ECFC1F37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110849" y="4445582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26" name="Tijdelijke aanduiding voor tekst 28">
            <a:extLst>
              <a:ext uri="{FF2B5EF4-FFF2-40B4-BE49-F238E27FC236}">
                <a16:creationId xmlns:a16="http://schemas.microsoft.com/office/drawing/2014/main" id="{4A4009E3-503D-AF41-AF9A-7995F90377E5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4640916" y="1561838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27" name="Tijdelijke aanduiding voor tekst 30">
            <a:extLst>
              <a:ext uri="{FF2B5EF4-FFF2-40B4-BE49-F238E27FC236}">
                <a16:creationId xmlns:a16="http://schemas.microsoft.com/office/drawing/2014/main" id="{E57B1EAA-8F3A-2F42-B00D-EE802F79846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40916" y="760739"/>
            <a:ext cx="3314389" cy="805535"/>
          </a:xfrm>
        </p:spPr>
        <p:txBody>
          <a:bodyPr anchor="b"/>
          <a:lstStyle>
            <a:lvl1pPr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28" name="Tijdelijke aanduiding voor tekst 30">
            <a:extLst>
              <a:ext uri="{FF2B5EF4-FFF2-40B4-BE49-F238E27FC236}">
                <a16:creationId xmlns:a16="http://schemas.microsoft.com/office/drawing/2014/main" id="{9D5632E0-5593-5A4E-BA59-DFEE92DB0BDA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4640916" y="1777321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0" name="Tijdelijke aanduiding voor tekst 28">
            <a:extLst>
              <a:ext uri="{FF2B5EF4-FFF2-40B4-BE49-F238E27FC236}">
                <a16:creationId xmlns:a16="http://schemas.microsoft.com/office/drawing/2014/main" id="{723DCFDA-4F68-794D-9125-DC648585DDB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40916" y="4225663"/>
            <a:ext cx="445015" cy="12983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lIns="36000" tIns="0" rIns="216000" bIns="0" anchor="ctr">
            <a:spAutoFit/>
          </a:bodyPr>
          <a:lstStyle>
            <a:lvl1pPr>
              <a:defRPr sz="600" b="1" i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 </a:t>
            </a:r>
          </a:p>
        </p:txBody>
      </p:sp>
      <p:sp>
        <p:nvSpPr>
          <p:cNvPr id="32" name="Tijdelijke aanduiding voor tekst 30">
            <a:extLst>
              <a:ext uri="{FF2B5EF4-FFF2-40B4-BE49-F238E27FC236}">
                <a16:creationId xmlns:a16="http://schemas.microsoft.com/office/drawing/2014/main" id="{3D7DFCDC-7A57-7E41-B7FD-4D54B5B193CA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4640916" y="3510209"/>
            <a:ext cx="3314389" cy="719890"/>
          </a:xfrm>
        </p:spPr>
        <p:txBody>
          <a:bodyPr anchor="b"/>
          <a:lstStyle>
            <a:lvl1pPr>
              <a:lnSpc>
                <a:spcPct val="100000"/>
              </a:lnSpc>
              <a:spcBef>
                <a:spcPts val="0"/>
              </a:spcBef>
              <a:defRPr b="1" i="0"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TOPIC</a:t>
            </a:r>
          </a:p>
        </p:txBody>
      </p:sp>
      <p:sp>
        <p:nvSpPr>
          <p:cNvPr id="33" name="Tijdelijke aanduiding voor tekst 30">
            <a:extLst>
              <a:ext uri="{FF2B5EF4-FFF2-40B4-BE49-F238E27FC236}">
                <a16:creationId xmlns:a16="http://schemas.microsoft.com/office/drawing/2014/main" id="{8B02D277-145B-D841-AE41-DCCA9ED0DAC2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4640916" y="4441146"/>
            <a:ext cx="3314389" cy="1647243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4" name="Rechthoek 33">
            <a:extLst>
              <a:ext uri="{FF2B5EF4-FFF2-40B4-BE49-F238E27FC236}">
                <a16:creationId xmlns:a16="http://schemas.microsoft.com/office/drawing/2014/main" id="{4D00416A-8EC0-4D40-A6A2-EC4D63CB1577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35" name="Tijdelijke aanduiding voor verticale tekst 2">
            <a:extLst>
              <a:ext uri="{FF2B5EF4-FFF2-40B4-BE49-F238E27FC236}">
                <a16:creationId xmlns:a16="http://schemas.microsoft.com/office/drawing/2014/main" id="{E7B84CCB-C70D-CD47-93D1-0CE7004C1237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pic>
        <p:nvPicPr>
          <p:cNvPr id="36" name="Afbeelding 35">
            <a:extLst>
              <a:ext uri="{FF2B5EF4-FFF2-40B4-BE49-F238E27FC236}">
                <a16:creationId xmlns:a16="http://schemas.microsoft.com/office/drawing/2014/main" id="{E0AA4B0B-8C56-964E-A3B3-2328A5F368F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3022959" y="2940967"/>
            <a:ext cx="3200400" cy="323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24781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 userDrawn="1">
          <p15:clr>
            <a:srgbClr val="FBAE40"/>
          </p15:clr>
        </p15:guide>
        <p15:guide id="2" orient="horz" pos="3838" userDrawn="1">
          <p15:clr>
            <a:srgbClr val="FBAE40"/>
          </p15:clr>
        </p15:guide>
      </p15:sldGuideLst>
    </p:ext>
  </p:extLs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itel 20">
            <a:extLst>
              <a:ext uri="{FF2B5EF4-FFF2-40B4-BE49-F238E27FC236}">
                <a16:creationId xmlns:a16="http://schemas.microsoft.com/office/drawing/2014/main" id="{1DD5CFC8-BB73-2F40-9B5F-1BA79B92C59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86894" y="691762"/>
            <a:ext cx="8913412" cy="522661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18" name="Tijdelijke aanduiding voor tekst 28">
            <a:extLst>
              <a:ext uri="{FF2B5EF4-FFF2-40B4-BE49-F238E27FC236}">
                <a16:creationId xmlns:a16="http://schemas.microsoft.com/office/drawing/2014/main" id="{46BCD7EE-99C8-9A41-B5DF-5A370771834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28165" y="1231252"/>
            <a:ext cx="913706" cy="23803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none" lIns="108000" tIns="0" rIns="108000" bIns="0" anchor="ctr">
            <a:spAutoFit/>
          </a:bodyPr>
          <a:lstStyle>
            <a:lvl1pPr>
              <a:defRPr sz="11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/>
              <a:t>SUBTITLE</a:t>
            </a:r>
          </a:p>
        </p:txBody>
      </p:sp>
      <p:sp>
        <p:nvSpPr>
          <p:cNvPr id="19" name="Rechthoek 18">
            <a:extLst>
              <a:ext uri="{FF2B5EF4-FFF2-40B4-BE49-F238E27FC236}">
                <a16:creationId xmlns:a16="http://schemas.microsoft.com/office/drawing/2014/main" id="{2BB3F004-B98F-0D42-8B13-D8361DEB778F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verticale tekst 2">
            <a:extLst>
              <a:ext uri="{FF2B5EF4-FFF2-40B4-BE49-F238E27FC236}">
                <a16:creationId xmlns:a16="http://schemas.microsoft.com/office/drawing/2014/main" id="{55C138B1-8A58-2846-89A0-B17470F8DFFA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</p:spTree>
    <p:extLst>
      <p:ext uri="{BB962C8B-B14F-4D97-AF65-F5344CB8AC3E}">
        <p14:creationId xmlns:p14="http://schemas.microsoft.com/office/powerpoint/2010/main" val="2423983087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Rechthoek 25">
            <a:extLst>
              <a:ext uri="{FF2B5EF4-FFF2-40B4-BE49-F238E27FC236}">
                <a16:creationId xmlns:a16="http://schemas.microsoft.com/office/drawing/2014/main" id="{12DADF70-7CF1-A749-AB69-D1D8A9964354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7" name="Tijdelijke aanduiding voor verticale tekst 2">
            <a:extLst>
              <a:ext uri="{FF2B5EF4-FFF2-40B4-BE49-F238E27FC236}">
                <a16:creationId xmlns:a16="http://schemas.microsoft.com/office/drawing/2014/main" id="{F7682B8A-5DFD-744F-BCC2-57DCB12B0360}"/>
              </a:ext>
            </a:extLst>
          </p:cNvPr>
          <p:cNvSpPr>
            <a:spLocks noGrp="1"/>
          </p:cNvSpPr>
          <p:nvPr>
            <p:ph type="body" orient="vert" sz="quarter" idx="16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</p:spTree>
    <p:extLst>
      <p:ext uri="{BB962C8B-B14F-4D97-AF65-F5344CB8AC3E}">
        <p14:creationId xmlns:p14="http://schemas.microsoft.com/office/powerpoint/2010/main" val="3808962802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hthoek 16">
            <a:extLst>
              <a:ext uri="{FF2B5EF4-FFF2-40B4-BE49-F238E27FC236}">
                <a16:creationId xmlns:a16="http://schemas.microsoft.com/office/drawing/2014/main" id="{FCD50EC1-2D85-1D41-9A4F-4A493BA2A277}"/>
              </a:ext>
            </a:extLst>
          </p:cNvPr>
          <p:cNvSpPr/>
          <p:nvPr userDrawn="1"/>
        </p:nvSpPr>
        <p:spPr>
          <a:xfrm>
            <a:off x="312000" y="3558273"/>
            <a:ext cx="11880000" cy="9079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ijdelijke aanduiding voor tekst 19">
            <a:extLst>
              <a:ext uri="{FF2B5EF4-FFF2-40B4-BE49-F238E27FC236}">
                <a16:creationId xmlns:a16="http://schemas.microsoft.com/office/drawing/2014/main" id="{F3EBF283-58F9-CA41-B625-4A95AA43C94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184359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0" name="Tijdelijke aanduiding voor tekst 19">
            <a:extLst>
              <a:ext uri="{FF2B5EF4-FFF2-40B4-BE49-F238E27FC236}">
                <a16:creationId xmlns:a16="http://schemas.microsoft.com/office/drawing/2014/main" id="{19362229-325F-CB47-B9AD-2CB33BE43C7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184359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1" name="Tijdelijke aanduiding voor tekst 19">
            <a:extLst>
              <a:ext uri="{FF2B5EF4-FFF2-40B4-BE49-F238E27FC236}">
                <a16:creationId xmlns:a16="http://schemas.microsoft.com/office/drawing/2014/main" id="{C80D6803-C4F9-0A4E-AC2F-5F9EE012809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751378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2" name="Tijdelijke aanduiding voor tekst 19">
            <a:extLst>
              <a:ext uri="{FF2B5EF4-FFF2-40B4-BE49-F238E27FC236}">
                <a16:creationId xmlns:a16="http://schemas.microsoft.com/office/drawing/2014/main" id="{6E90E04C-CDC4-E24B-B1D9-308D8CC7CBD5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751378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4" name="Tijdelijke aanduiding voor tekst 19">
            <a:extLst>
              <a:ext uri="{FF2B5EF4-FFF2-40B4-BE49-F238E27FC236}">
                <a16:creationId xmlns:a16="http://schemas.microsoft.com/office/drawing/2014/main" id="{8A29E778-9F3E-2F42-B4BC-B50B2885239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13210" y="404184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5" name="Tijdelijke aanduiding voor tekst 19">
            <a:extLst>
              <a:ext uri="{FF2B5EF4-FFF2-40B4-BE49-F238E27FC236}">
                <a16:creationId xmlns:a16="http://schemas.microsoft.com/office/drawing/2014/main" id="{A1001979-EE87-294D-B038-C6567E3B572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13210" y="434962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7" name="Tijdelijke aanduiding voor tekst 19">
            <a:extLst>
              <a:ext uri="{FF2B5EF4-FFF2-40B4-BE49-F238E27FC236}">
                <a16:creationId xmlns:a16="http://schemas.microsoft.com/office/drawing/2014/main" id="{57DBF88F-3080-2F4C-AE3C-AC6E06502C1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619661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8" name="Tijdelijke aanduiding voor tekst 19">
            <a:extLst>
              <a:ext uri="{FF2B5EF4-FFF2-40B4-BE49-F238E27FC236}">
                <a16:creationId xmlns:a16="http://schemas.microsoft.com/office/drawing/2014/main" id="{07AA38EE-921C-7E4C-9525-A8E9AEA6461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619661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56" name="Tijdelijke aanduiding voor tekst 19">
            <a:extLst>
              <a:ext uri="{FF2B5EF4-FFF2-40B4-BE49-F238E27FC236}">
                <a16:creationId xmlns:a16="http://schemas.microsoft.com/office/drawing/2014/main" id="{E9CC0C5F-4C7E-9E47-A372-762C3E6A5A4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594435" y="78133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57" name="Tijdelijke aanduiding voor tekst 19">
            <a:extLst>
              <a:ext uri="{FF2B5EF4-FFF2-40B4-BE49-F238E27FC236}">
                <a16:creationId xmlns:a16="http://schemas.microsoft.com/office/drawing/2014/main" id="{45BE8DC9-ABE3-B54A-8311-41FEAC95E0E6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94435" y="108911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58" name="Tijdelijke aanduiding voor tekst 19">
            <a:extLst>
              <a:ext uri="{FF2B5EF4-FFF2-40B4-BE49-F238E27FC236}">
                <a16:creationId xmlns:a16="http://schemas.microsoft.com/office/drawing/2014/main" id="{40C7440A-E453-E845-9688-E9F080C9FE5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665857" y="78133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59" name="Tijdelijke aanduiding voor tekst 19">
            <a:extLst>
              <a:ext uri="{FF2B5EF4-FFF2-40B4-BE49-F238E27FC236}">
                <a16:creationId xmlns:a16="http://schemas.microsoft.com/office/drawing/2014/main" id="{DEA579D0-A28B-CA41-9864-DA659BF418B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665857" y="108911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60" name="Tijdelijke aanduiding voor tekst 19">
            <a:extLst>
              <a:ext uri="{FF2B5EF4-FFF2-40B4-BE49-F238E27FC236}">
                <a16:creationId xmlns:a16="http://schemas.microsoft.com/office/drawing/2014/main" id="{A62FE2BB-2A36-794E-BED6-7C09472288B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722983" y="784780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61" name="Tijdelijke aanduiding voor tekst 19">
            <a:extLst>
              <a:ext uri="{FF2B5EF4-FFF2-40B4-BE49-F238E27FC236}">
                <a16:creationId xmlns:a16="http://schemas.microsoft.com/office/drawing/2014/main" id="{747B6A19-884B-5947-BD3D-BF107571355B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722983" y="1092559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49" name="Rechthoek 48">
            <a:extLst>
              <a:ext uri="{FF2B5EF4-FFF2-40B4-BE49-F238E27FC236}">
                <a16:creationId xmlns:a16="http://schemas.microsoft.com/office/drawing/2014/main" id="{48758411-2999-2440-BB59-8596C50F446D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0" name="Tijdelijke aanduiding voor verticale tekst 2">
            <a:extLst>
              <a:ext uri="{FF2B5EF4-FFF2-40B4-BE49-F238E27FC236}">
                <a16:creationId xmlns:a16="http://schemas.microsoft.com/office/drawing/2014/main" id="{79B80C56-9D9B-2845-BDEA-E3B8157E4060}"/>
              </a:ext>
            </a:extLst>
          </p:cNvPr>
          <p:cNvSpPr>
            <a:spLocks noGrp="1"/>
          </p:cNvSpPr>
          <p:nvPr>
            <p:ph type="body" orient="vert" sz="quarter" idx="32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51" name="Tijdelijke aanduiding voor tekst 50">
            <a:extLst>
              <a:ext uri="{FF2B5EF4-FFF2-40B4-BE49-F238E27FC236}">
                <a16:creationId xmlns:a16="http://schemas.microsoft.com/office/drawing/2014/main" id="{DA28B901-688C-BC4F-8EF7-CCF3CD29E853}"/>
              </a:ext>
            </a:extLst>
          </p:cNvPr>
          <p:cNvSpPr>
            <a:spLocks noGrp="1" noChangeAspect="1"/>
          </p:cNvSpPr>
          <p:nvPr>
            <p:ph type="body" sz="quarter" idx="33" hasCustomPrompt="1"/>
          </p:nvPr>
        </p:nvSpPr>
        <p:spPr>
          <a:xfrm>
            <a:off x="2587235" y="76906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2" name="Tijdelijke aanduiding voor tekst 51">
            <a:extLst>
              <a:ext uri="{FF2B5EF4-FFF2-40B4-BE49-F238E27FC236}">
                <a16:creationId xmlns:a16="http://schemas.microsoft.com/office/drawing/2014/main" id="{9C99A6E0-1550-E040-8F45-D18F2891B60F}"/>
              </a:ext>
            </a:extLst>
          </p:cNvPr>
          <p:cNvSpPr>
            <a:spLocks noGrp="1" noChangeAspect="1"/>
          </p:cNvSpPr>
          <p:nvPr>
            <p:ph type="body" sz="quarter" idx="34" hasCustomPrompt="1"/>
          </p:nvPr>
        </p:nvSpPr>
        <p:spPr>
          <a:xfrm>
            <a:off x="5665857" y="76906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3" name="Tijdelijke aanduiding voor tekst 52">
            <a:extLst>
              <a:ext uri="{FF2B5EF4-FFF2-40B4-BE49-F238E27FC236}">
                <a16:creationId xmlns:a16="http://schemas.microsoft.com/office/drawing/2014/main" id="{9A1E5AFD-6AE7-2346-9420-0D0BC4DABE92}"/>
              </a:ext>
            </a:extLst>
          </p:cNvPr>
          <p:cNvSpPr>
            <a:spLocks noGrp="1" noChangeAspect="1"/>
          </p:cNvSpPr>
          <p:nvPr>
            <p:ph type="body" sz="quarter" idx="35" hasCustomPrompt="1"/>
          </p:nvPr>
        </p:nvSpPr>
        <p:spPr>
          <a:xfrm>
            <a:off x="8715783" y="76980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4" name="Tijdelijke aanduiding voor tekst 53">
            <a:extLst>
              <a:ext uri="{FF2B5EF4-FFF2-40B4-BE49-F238E27FC236}">
                <a16:creationId xmlns:a16="http://schemas.microsoft.com/office/drawing/2014/main" id="{F24DEE19-AA54-8C4F-ADE4-99F407410B00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740747" y="3562457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5" name="Tijdelijke aanduiding voor tekst 54">
            <a:extLst>
              <a:ext uri="{FF2B5EF4-FFF2-40B4-BE49-F238E27FC236}">
                <a16:creationId xmlns:a16="http://schemas.microsoft.com/office/drawing/2014/main" id="{9B773B01-6220-5E4C-9B12-825D7937BE5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306010" y="3562457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62" name="Tijdelijke aanduiding voor tekst 61">
            <a:extLst>
              <a:ext uri="{FF2B5EF4-FFF2-40B4-BE49-F238E27FC236}">
                <a16:creationId xmlns:a16="http://schemas.microsoft.com/office/drawing/2014/main" id="{1E230777-0CB1-5742-8980-26BBA3CABDCD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4180928" y="3556664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63" name="Tijdelijke aanduiding voor tekst 62">
            <a:extLst>
              <a:ext uri="{FF2B5EF4-FFF2-40B4-BE49-F238E27FC236}">
                <a16:creationId xmlns:a16="http://schemas.microsoft.com/office/drawing/2014/main" id="{204D5715-1179-B440-9EF2-1B3EA6D22069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612461" y="3556664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1741202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hthoek 16">
            <a:extLst>
              <a:ext uri="{FF2B5EF4-FFF2-40B4-BE49-F238E27FC236}">
                <a16:creationId xmlns:a16="http://schemas.microsoft.com/office/drawing/2014/main" id="{FCD50EC1-2D85-1D41-9A4F-4A493BA2A277}"/>
              </a:ext>
            </a:extLst>
          </p:cNvPr>
          <p:cNvSpPr/>
          <p:nvPr userDrawn="1"/>
        </p:nvSpPr>
        <p:spPr>
          <a:xfrm>
            <a:off x="312000" y="3558273"/>
            <a:ext cx="11880000" cy="9079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6" name="Tijdelijke aanduiding voor dianummer 15">
            <a:extLst>
              <a:ext uri="{FF2B5EF4-FFF2-40B4-BE49-F238E27FC236}">
                <a16:creationId xmlns:a16="http://schemas.microsoft.com/office/drawing/2014/main" id="{9A6EC07F-289C-2D42-B090-17C30421B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cxnSp>
        <p:nvCxnSpPr>
          <p:cNvPr id="3" name="Rechte verbindingslijn 2">
            <a:extLst>
              <a:ext uri="{FF2B5EF4-FFF2-40B4-BE49-F238E27FC236}">
                <a16:creationId xmlns:a16="http://schemas.microsoft.com/office/drawing/2014/main" id="{1464DBBD-8180-F44D-96F9-5DDB69FAA9F9}"/>
              </a:ext>
            </a:extLst>
          </p:cNvPr>
          <p:cNvCxnSpPr>
            <a:cxnSpLocks/>
          </p:cNvCxnSpPr>
          <p:nvPr userDrawn="1"/>
        </p:nvCxnSpPr>
        <p:spPr>
          <a:xfrm>
            <a:off x="11695871" y="6559826"/>
            <a:ext cx="166977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ijdelijke aanduiding voor tekst 19">
            <a:extLst>
              <a:ext uri="{FF2B5EF4-FFF2-40B4-BE49-F238E27FC236}">
                <a16:creationId xmlns:a16="http://schemas.microsoft.com/office/drawing/2014/main" id="{F3EBF283-58F9-CA41-B625-4A95AA43C94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184359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0" name="Tijdelijke aanduiding voor tekst 19">
            <a:extLst>
              <a:ext uri="{FF2B5EF4-FFF2-40B4-BE49-F238E27FC236}">
                <a16:creationId xmlns:a16="http://schemas.microsoft.com/office/drawing/2014/main" id="{19362229-325F-CB47-B9AD-2CB33BE43C7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184359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1" name="Tijdelijke aanduiding voor tekst 19">
            <a:extLst>
              <a:ext uri="{FF2B5EF4-FFF2-40B4-BE49-F238E27FC236}">
                <a16:creationId xmlns:a16="http://schemas.microsoft.com/office/drawing/2014/main" id="{C80D6803-C4F9-0A4E-AC2F-5F9EE012809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751378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2" name="Tijdelijke aanduiding voor tekst 19">
            <a:extLst>
              <a:ext uri="{FF2B5EF4-FFF2-40B4-BE49-F238E27FC236}">
                <a16:creationId xmlns:a16="http://schemas.microsoft.com/office/drawing/2014/main" id="{6E90E04C-CDC4-E24B-B1D9-308D8CC7CBD5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751378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4" name="Tijdelijke aanduiding voor tekst 19">
            <a:extLst>
              <a:ext uri="{FF2B5EF4-FFF2-40B4-BE49-F238E27FC236}">
                <a16:creationId xmlns:a16="http://schemas.microsoft.com/office/drawing/2014/main" id="{8A29E778-9F3E-2F42-B4BC-B50B2885239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13210" y="404184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5" name="Tijdelijke aanduiding voor tekst 19">
            <a:extLst>
              <a:ext uri="{FF2B5EF4-FFF2-40B4-BE49-F238E27FC236}">
                <a16:creationId xmlns:a16="http://schemas.microsoft.com/office/drawing/2014/main" id="{A1001979-EE87-294D-B038-C6567E3B572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13210" y="434962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37" name="Tijdelijke aanduiding voor tekst 19">
            <a:extLst>
              <a:ext uri="{FF2B5EF4-FFF2-40B4-BE49-F238E27FC236}">
                <a16:creationId xmlns:a16="http://schemas.microsoft.com/office/drawing/2014/main" id="{57DBF88F-3080-2F4C-AE3C-AC6E06502C1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619661" y="4058007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38" name="Tijdelijke aanduiding voor tekst 19">
            <a:extLst>
              <a:ext uri="{FF2B5EF4-FFF2-40B4-BE49-F238E27FC236}">
                <a16:creationId xmlns:a16="http://schemas.microsoft.com/office/drawing/2014/main" id="{07AA38EE-921C-7E4C-9525-A8E9AEA6461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619661" y="4365786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56" name="Tijdelijke aanduiding voor tekst 19">
            <a:extLst>
              <a:ext uri="{FF2B5EF4-FFF2-40B4-BE49-F238E27FC236}">
                <a16:creationId xmlns:a16="http://schemas.microsoft.com/office/drawing/2014/main" id="{E9CC0C5F-4C7E-9E47-A372-762C3E6A5A4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651513" y="78133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57" name="Tijdelijke aanduiding voor tekst 19">
            <a:extLst>
              <a:ext uri="{FF2B5EF4-FFF2-40B4-BE49-F238E27FC236}">
                <a16:creationId xmlns:a16="http://schemas.microsoft.com/office/drawing/2014/main" id="{45BE8DC9-ABE3-B54A-8311-41FEAC95E0E6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651513" y="108911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58" name="Tijdelijke aanduiding voor tekst 19">
            <a:extLst>
              <a:ext uri="{FF2B5EF4-FFF2-40B4-BE49-F238E27FC236}">
                <a16:creationId xmlns:a16="http://schemas.microsoft.com/office/drawing/2014/main" id="{40C7440A-E453-E845-9688-E9F080C9FE5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180098" y="78133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59" name="Tijdelijke aanduiding voor tekst 19">
            <a:extLst>
              <a:ext uri="{FF2B5EF4-FFF2-40B4-BE49-F238E27FC236}">
                <a16:creationId xmlns:a16="http://schemas.microsoft.com/office/drawing/2014/main" id="{DEA579D0-A28B-CA41-9864-DA659BF418B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180098" y="108911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60" name="Tijdelijke aanduiding voor tekst 19">
            <a:extLst>
              <a:ext uri="{FF2B5EF4-FFF2-40B4-BE49-F238E27FC236}">
                <a16:creationId xmlns:a16="http://schemas.microsoft.com/office/drawing/2014/main" id="{A62FE2BB-2A36-794E-BED6-7C09472288B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722983" y="784780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61" name="Tijdelijke aanduiding voor tekst 19">
            <a:extLst>
              <a:ext uri="{FF2B5EF4-FFF2-40B4-BE49-F238E27FC236}">
                <a16:creationId xmlns:a16="http://schemas.microsoft.com/office/drawing/2014/main" id="{747B6A19-884B-5947-BD3D-BF107571355B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722983" y="1092559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62" name="Tijdelijke aanduiding voor tekst 19">
            <a:extLst>
              <a:ext uri="{FF2B5EF4-FFF2-40B4-BE49-F238E27FC236}">
                <a16:creationId xmlns:a16="http://schemas.microsoft.com/office/drawing/2014/main" id="{73C370C1-0941-914F-B7B9-71FD8AD389F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1108630" y="781336"/>
            <a:ext cx="2085560" cy="307777"/>
          </a:xfrm>
          <a:noFill/>
        </p:spPr>
        <p:txBody>
          <a:bodyPr wrap="square" rtlCol="0">
            <a:spAutoFit/>
          </a:bodyPr>
          <a:lstStyle>
            <a:lvl1pPr>
              <a:defRPr lang="nl-NL" sz="1400" b="1" i="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nl-NL" err="1"/>
              <a:t>Title</a:t>
            </a:r>
            <a:endParaRPr lang="nl-NL"/>
          </a:p>
        </p:txBody>
      </p:sp>
      <p:sp>
        <p:nvSpPr>
          <p:cNvPr id="63" name="Tijdelijke aanduiding voor tekst 19">
            <a:extLst>
              <a:ext uri="{FF2B5EF4-FFF2-40B4-BE49-F238E27FC236}">
                <a16:creationId xmlns:a16="http://schemas.microsoft.com/office/drawing/2014/main" id="{0EE4B40B-48D0-4946-9679-49535B874BD8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08630" y="1089115"/>
            <a:ext cx="2085560" cy="1727039"/>
          </a:xfrm>
          <a:noFill/>
        </p:spPr>
        <p:txBody>
          <a:bodyPr wrap="square" rtlCol="0">
            <a:noAutofit/>
          </a:bodyPr>
          <a:lstStyle>
            <a:lvl1pPr>
              <a:lnSpc>
                <a:spcPct val="100000"/>
              </a:lnSpc>
              <a:spcBef>
                <a:spcPts val="200"/>
              </a:spcBef>
              <a:defRPr lang="nl-NL" sz="1400" b="0" i="0" dirty="0">
                <a:latin typeface="Segoe UI Light" panose="020B0502040204020203" pitchFamily="34" charset="0"/>
                <a:cs typeface="Segoe UI Light" panose="020B0502040204020203" pitchFamily="34" charset="0"/>
              </a:defRPr>
            </a:lvl1pPr>
          </a:lstStyle>
          <a:p>
            <a:pPr lvl="0"/>
            <a:r>
              <a:rPr lang="nl-NL"/>
              <a:t>Line 1</a:t>
            </a:r>
          </a:p>
          <a:p>
            <a:pPr lvl="0"/>
            <a:r>
              <a:rPr lang="nl-NL"/>
              <a:t>Line 2</a:t>
            </a:r>
          </a:p>
          <a:p>
            <a:pPr lvl="0"/>
            <a:r>
              <a:rPr lang="nl-NL"/>
              <a:t>Line 3</a:t>
            </a:r>
          </a:p>
        </p:txBody>
      </p:sp>
      <p:sp>
        <p:nvSpPr>
          <p:cNvPr id="50" name="Rechthoek 49">
            <a:extLst>
              <a:ext uri="{FF2B5EF4-FFF2-40B4-BE49-F238E27FC236}">
                <a16:creationId xmlns:a16="http://schemas.microsoft.com/office/drawing/2014/main" id="{3488767F-484D-0449-B460-E1DC4701789D}"/>
              </a:ext>
            </a:extLst>
          </p:cNvPr>
          <p:cNvSpPr/>
          <p:nvPr userDrawn="1"/>
        </p:nvSpPr>
        <p:spPr>
          <a:xfrm>
            <a:off x="0" y="-1"/>
            <a:ext cx="787179" cy="68579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1" name="Tijdelijke aanduiding voor verticale tekst 2">
            <a:extLst>
              <a:ext uri="{FF2B5EF4-FFF2-40B4-BE49-F238E27FC236}">
                <a16:creationId xmlns:a16="http://schemas.microsoft.com/office/drawing/2014/main" id="{44652A91-8D54-F347-9921-BE5964436D8D}"/>
              </a:ext>
            </a:extLst>
          </p:cNvPr>
          <p:cNvSpPr>
            <a:spLocks noGrp="1"/>
          </p:cNvSpPr>
          <p:nvPr>
            <p:ph type="body" orient="vert" sz="quarter" idx="34" hasCustomPrompt="1"/>
          </p:nvPr>
        </p:nvSpPr>
        <p:spPr>
          <a:xfrm>
            <a:off x="196295" y="765175"/>
            <a:ext cx="400110" cy="1262525"/>
          </a:xfrm>
        </p:spPr>
        <p:txBody>
          <a:bodyPr vert="vert270" wrap="none" anchor="ctr">
            <a:spAutoFit/>
          </a:bodyPr>
          <a:lstStyle>
            <a:lvl1pPr algn="r">
              <a:defRPr sz="14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/>
              <a:t>CHAPTER TITLE</a:t>
            </a:r>
          </a:p>
        </p:txBody>
      </p:sp>
      <p:sp>
        <p:nvSpPr>
          <p:cNvPr id="52" name="Tijdelijke aanduiding voor tekst 51">
            <a:extLst>
              <a:ext uri="{FF2B5EF4-FFF2-40B4-BE49-F238E27FC236}">
                <a16:creationId xmlns:a16="http://schemas.microsoft.com/office/drawing/2014/main" id="{B694C8F0-89E9-2943-916E-6A8B0959FF38}"/>
              </a:ext>
            </a:extLst>
          </p:cNvPr>
          <p:cNvSpPr>
            <a:spLocks noGrp="1" noChangeAspect="1"/>
          </p:cNvSpPr>
          <p:nvPr>
            <p:ph type="body" sz="quarter" idx="35" hasCustomPrompt="1"/>
          </p:nvPr>
        </p:nvSpPr>
        <p:spPr>
          <a:xfrm>
            <a:off x="8715783" y="76980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3" name="Tijdelijke aanduiding voor tekst 52">
            <a:extLst>
              <a:ext uri="{FF2B5EF4-FFF2-40B4-BE49-F238E27FC236}">
                <a16:creationId xmlns:a16="http://schemas.microsoft.com/office/drawing/2014/main" id="{B3884D41-6894-CD4B-9DAE-644FE09E6BE4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740747" y="3562457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4" name="Tijdelijke aanduiding voor tekst 53">
            <a:extLst>
              <a:ext uri="{FF2B5EF4-FFF2-40B4-BE49-F238E27FC236}">
                <a16:creationId xmlns:a16="http://schemas.microsoft.com/office/drawing/2014/main" id="{3BF2BA0D-F8D0-5E42-9A6E-7246912EB557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306010" y="3562457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55" name="Tijdelijke aanduiding voor tekst 54">
            <a:extLst>
              <a:ext uri="{FF2B5EF4-FFF2-40B4-BE49-F238E27FC236}">
                <a16:creationId xmlns:a16="http://schemas.microsoft.com/office/drawing/2014/main" id="{EBE356DF-AFF7-DC41-8439-2C0F8E670523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4180928" y="3556664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64" name="Tijdelijke aanduiding voor tekst 63">
            <a:extLst>
              <a:ext uri="{FF2B5EF4-FFF2-40B4-BE49-F238E27FC236}">
                <a16:creationId xmlns:a16="http://schemas.microsoft.com/office/drawing/2014/main" id="{D23BBFB5-5B65-7E4F-B996-C96C8150F217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612461" y="3556664"/>
            <a:ext cx="7200" cy="252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65" name="Tijdelijke aanduiding voor tekst 64">
            <a:extLst>
              <a:ext uri="{FF2B5EF4-FFF2-40B4-BE49-F238E27FC236}">
                <a16:creationId xmlns:a16="http://schemas.microsoft.com/office/drawing/2014/main" id="{79EECC6F-639C-1942-8BDF-D85321861121}"/>
              </a:ext>
            </a:extLst>
          </p:cNvPr>
          <p:cNvSpPr>
            <a:spLocks noGrp="1" noChangeAspect="1"/>
          </p:cNvSpPr>
          <p:nvPr>
            <p:ph type="body" sz="quarter" idx="40" hasCustomPrompt="1"/>
          </p:nvPr>
        </p:nvSpPr>
        <p:spPr>
          <a:xfrm>
            <a:off x="6179412" y="76906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66" name="Tijdelijke aanduiding voor tekst 65">
            <a:extLst>
              <a:ext uri="{FF2B5EF4-FFF2-40B4-BE49-F238E27FC236}">
                <a16:creationId xmlns:a16="http://schemas.microsoft.com/office/drawing/2014/main" id="{57A728CF-879F-8E40-A231-5CB0CD43BD99}"/>
              </a:ext>
            </a:extLst>
          </p:cNvPr>
          <p:cNvSpPr>
            <a:spLocks noGrp="1" noChangeAspect="1"/>
          </p:cNvSpPr>
          <p:nvPr>
            <p:ph type="body" sz="quarter" idx="41" hasCustomPrompt="1"/>
          </p:nvPr>
        </p:nvSpPr>
        <p:spPr>
          <a:xfrm>
            <a:off x="3647913" y="769066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  <p:sp>
        <p:nvSpPr>
          <p:cNvPr id="67" name="Tijdelijke aanduiding voor tekst 66">
            <a:extLst>
              <a:ext uri="{FF2B5EF4-FFF2-40B4-BE49-F238E27FC236}">
                <a16:creationId xmlns:a16="http://schemas.microsoft.com/office/drawing/2014/main" id="{96E6B6DD-8A56-7245-98FE-465E068AAFFA}"/>
              </a:ext>
            </a:extLst>
          </p:cNvPr>
          <p:cNvSpPr>
            <a:spLocks noGrp="1" noChangeAspect="1"/>
          </p:cNvSpPr>
          <p:nvPr>
            <p:ph type="body" sz="quarter" idx="42" hasCustomPrompt="1"/>
          </p:nvPr>
        </p:nvSpPr>
        <p:spPr>
          <a:xfrm>
            <a:off x="1105030" y="765175"/>
            <a:ext cx="7200" cy="2880000"/>
          </a:xfrm>
          <a:custGeom>
            <a:avLst/>
            <a:gdLst>
              <a:gd name="connsiteX0" fmla="*/ 0 w 7200"/>
              <a:gd name="connsiteY0" fmla="*/ 0 h 3265512"/>
              <a:gd name="connsiteX1" fmla="*/ 7200 w 7200"/>
              <a:gd name="connsiteY1" fmla="*/ 0 h 3265512"/>
              <a:gd name="connsiteX2" fmla="*/ 7200 w 7200"/>
              <a:gd name="connsiteY2" fmla="*/ 3265512 h 3265512"/>
              <a:gd name="connsiteX3" fmla="*/ 0 w 7200"/>
              <a:gd name="connsiteY3" fmla="*/ 3265512 h 3265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" h="3265512">
                <a:moveTo>
                  <a:pt x="0" y="0"/>
                </a:moveTo>
                <a:lnTo>
                  <a:pt x="7200" y="0"/>
                </a:lnTo>
                <a:lnTo>
                  <a:pt x="7200" y="3265512"/>
                </a:lnTo>
                <a:lnTo>
                  <a:pt x="0" y="326551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/>
          <a:p>
            <a:pPr lvl="0"/>
            <a:r>
              <a:rPr lang="nl-NL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9374924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image" Target="../media/image1.png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1.xml"/><Relationship Id="rId18" Type="http://schemas.openxmlformats.org/officeDocument/2006/relationships/slideLayout" Target="../slideLayouts/slideLayout66.xml"/><Relationship Id="rId26" Type="http://schemas.openxmlformats.org/officeDocument/2006/relationships/slideLayout" Target="../slideLayouts/slideLayout74.xml"/><Relationship Id="rId39" Type="http://schemas.openxmlformats.org/officeDocument/2006/relationships/slideLayout" Target="../slideLayouts/slideLayout87.xml"/><Relationship Id="rId21" Type="http://schemas.openxmlformats.org/officeDocument/2006/relationships/slideLayout" Target="../slideLayouts/slideLayout69.xml"/><Relationship Id="rId34" Type="http://schemas.openxmlformats.org/officeDocument/2006/relationships/slideLayout" Target="../slideLayouts/slideLayout82.xml"/><Relationship Id="rId42" Type="http://schemas.openxmlformats.org/officeDocument/2006/relationships/slideLayout" Target="../slideLayouts/slideLayout90.xml"/><Relationship Id="rId47" Type="http://schemas.openxmlformats.org/officeDocument/2006/relationships/slideLayout" Target="../slideLayouts/slideLayout95.xml"/><Relationship Id="rId50" Type="http://schemas.openxmlformats.org/officeDocument/2006/relationships/image" Target="../media/image14.png"/><Relationship Id="rId7" Type="http://schemas.openxmlformats.org/officeDocument/2006/relationships/slideLayout" Target="../slideLayouts/slideLayout55.xml"/><Relationship Id="rId2" Type="http://schemas.openxmlformats.org/officeDocument/2006/relationships/slideLayout" Target="../slideLayouts/slideLayout50.xml"/><Relationship Id="rId16" Type="http://schemas.openxmlformats.org/officeDocument/2006/relationships/slideLayout" Target="../slideLayouts/slideLayout64.xml"/><Relationship Id="rId29" Type="http://schemas.openxmlformats.org/officeDocument/2006/relationships/slideLayout" Target="../slideLayouts/slideLayout77.xml"/><Relationship Id="rId11" Type="http://schemas.openxmlformats.org/officeDocument/2006/relationships/slideLayout" Target="../slideLayouts/slideLayout59.xml"/><Relationship Id="rId24" Type="http://schemas.openxmlformats.org/officeDocument/2006/relationships/slideLayout" Target="../slideLayouts/slideLayout72.xml"/><Relationship Id="rId32" Type="http://schemas.openxmlformats.org/officeDocument/2006/relationships/slideLayout" Target="../slideLayouts/slideLayout80.xml"/><Relationship Id="rId37" Type="http://schemas.openxmlformats.org/officeDocument/2006/relationships/slideLayout" Target="../slideLayouts/slideLayout85.xml"/><Relationship Id="rId40" Type="http://schemas.openxmlformats.org/officeDocument/2006/relationships/slideLayout" Target="../slideLayouts/slideLayout88.xml"/><Relationship Id="rId45" Type="http://schemas.openxmlformats.org/officeDocument/2006/relationships/slideLayout" Target="../slideLayouts/slideLayout93.xml"/><Relationship Id="rId5" Type="http://schemas.openxmlformats.org/officeDocument/2006/relationships/slideLayout" Target="../slideLayouts/slideLayout53.xml"/><Relationship Id="rId15" Type="http://schemas.openxmlformats.org/officeDocument/2006/relationships/slideLayout" Target="../slideLayouts/slideLayout63.xml"/><Relationship Id="rId23" Type="http://schemas.openxmlformats.org/officeDocument/2006/relationships/slideLayout" Target="../slideLayouts/slideLayout71.xml"/><Relationship Id="rId28" Type="http://schemas.openxmlformats.org/officeDocument/2006/relationships/slideLayout" Target="../slideLayouts/slideLayout76.xml"/><Relationship Id="rId36" Type="http://schemas.openxmlformats.org/officeDocument/2006/relationships/slideLayout" Target="../slideLayouts/slideLayout84.xml"/><Relationship Id="rId49" Type="http://schemas.openxmlformats.org/officeDocument/2006/relationships/image" Target="../media/image13.emf"/><Relationship Id="rId10" Type="http://schemas.openxmlformats.org/officeDocument/2006/relationships/slideLayout" Target="../slideLayouts/slideLayout58.xml"/><Relationship Id="rId19" Type="http://schemas.openxmlformats.org/officeDocument/2006/relationships/slideLayout" Target="../slideLayouts/slideLayout67.xml"/><Relationship Id="rId31" Type="http://schemas.openxmlformats.org/officeDocument/2006/relationships/slideLayout" Target="../slideLayouts/slideLayout79.xml"/><Relationship Id="rId44" Type="http://schemas.openxmlformats.org/officeDocument/2006/relationships/slideLayout" Target="../slideLayouts/slideLayout92.xml"/><Relationship Id="rId4" Type="http://schemas.openxmlformats.org/officeDocument/2006/relationships/slideLayout" Target="../slideLayouts/slideLayout52.xml"/><Relationship Id="rId9" Type="http://schemas.openxmlformats.org/officeDocument/2006/relationships/slideLayout" Target="../slideLayouts/slideLayout57.xml"/><Relationship Id="rId14" Type="http://schemas.openxmlformats.org/officeDocument/2006/relationships/slideLayout" Target="../slideLayouts/slideLayout62.xml"/><Relationship Id="rId22" Type="http://schemas.openxmlformats.org/officeDocument/2006/relationships/slideLayout" Target="../slideLayouts/slideLayout70.xml"/><Relationship Id="rId27" Type="http://schemas.openxmlformats.org/officeDocument/2006/relationships/slideLayout" Target="../slideLayouts/slideLayout75.xml"/><Relationship Id="rId30" Type="http://schemas.openxmlformats.org/officeDocument/2006/relationships/slideLayout" Target="../slideLayouts/slideLayout78.xml"/><Relationship Id="rId35" Type="http://schemas.openxmlformats.org/officeDocument/2006/relationships/slideLayout" Target="../slideLayouts/slideLayout83.xml"/><Relationship Id="rId43" Type="http://schemas.openxmlformats.org/officeDocument/2006/relationships/slideLayout" Target="../slideLayouts/slideLayout91.xml"/><Relationship Id="rId48" Type="http://schemas.openxmlformats.org/officeDocument/2006/relationships/theme" Target="../theme/theme2.xml"/><Relationship Id="rId8" Type="http://schemas.openxmlformats.org/officeDocument/2006/relationships/slideLayout" Target="../slideLayouts/slideLayout56.xml"/><Relationship Id="rId3" Type="http://schemas.openxmlformats.org/officeDocument/2006/relationships/slideLayout" Target="../slideLayouts/slideLayout51.xml"/><Relationship Id="rId12" Type="http://schemas.openxmlformats.org/officeDocument/2006/relationships/slideLayout" Target="../slideLayouts/slideLayout60.xml"/><Relationship Id="rId17" Type="http://schemas.openxmlformats.org/officeDocument/2006/relationships/slideLayout" Target="../slideLayouts/slideLayout65.xml"/><Relationship Id="rId25" Type="http://schemas.openxmlformats.org/officeDocument/2006/relationships/slideLayout" Target="../slideLayouts/slideLayout73.xml"/><Relationship Id="rId33" Type="http://schemas.openxmlformats.org/officeDocument/2006/relationships/slideLayout" Target="../slideLayouts/slideLayout81.xml"/><Relationship Id="rId38" Type="http://schemas.openxmlformats.org/officeDocument/2006/relationships/slideLayout" Target="../slideLayouts/slideLayout86.xml"/><Relationship Id="rId46" Type="http://schemas.openxmlformats.org/officeDocument/2006/relationships/slideLayout" Target="../slideLayouts/slideLayout94.xml"/><Relationship Id="rId20" Type="http://schemas.openxmlformats.org/officeDocument/2006/relationships/slideLayout" Target="../slideLayouts/slideLayout68.xml"/><Relationship Id="rId41" Type="http://schemas.openxmlformats.org/officeDocument/2006/relationships/slideLayout" Target="../slideLayouts/slideLayout89.xml"/><Relationship Id="rId1" Type="http://schemas.openxmlformats.org/officeDocument/2006/relationships/slideLayout" Target="../slideLayouts/slideLayout49.xml"/><Relationship Id="rId6" Type="http://schemas.openxmlformats.org/officeDocument/2006/relationships/slideLayout" Target="../slideLayouts/slideLayout54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3.xml"/><Relationship Id="rId13" Type="http://schemas.openxmlformats.org/officeDocument/2006/relationships/slideLayout" Target="../slideLayouts/slideLayout108.xml"/><Relationship Id="rId18" Type="http://schemas.openxmlformats.org/officeDocument/2006/relationships/slideLayout" Target="../slideLayouts/slideLayout113.xml"/><Relationship Id="rId3" Type="http://schemas.openxmlformats.org/officeDocument/2006/relationships/slideLayout" Target="../slideLayouts/slideLayout98.xml"/><Relationship Id="rId21" Type="http://schemas.openxmlformats.org/officeDocument/2006/relationships/slideLayout" Target="../slideLayouts/slideLayout116.xml"/><Relationship Id="rId7" Type="http://schemas.openxmlformats.org/officeDocument/2006/relationships/slideLayout" Target="../slideLayouts/slideLayout102.xml"/><Relationship Id="rId12" Type="http://schemas.openxmlformats.org/officeDocument/2006/relationships/slideLayout" Target="../slideLayouts/slideLayout107.xml"/><Relationship Id="rId17" Type="http://schemas.openxmlformats.org/officeDocument/2006/relationships/slideLayout" Target="../slideLayouts/slideLayout112.xml"/><Relationship Id="rId25" Type="http://schemas.openxmlformats.org/officeDocument/2006/relationships/image" Target="../media/image14.png"/><Relationship Id="rId2" Type="http://schemas.openxmlformats.org/officeDocument/2006/relationships/slideLayout" Target="../slideLayouts/slideLayout97.xml"/><Relationship Id="rId16" Type="http://schemas.openxmlformats.org/officeDocument/2006/relationships/slideLayout" Target="../slideLayouts/slideLayout111.xml"/><Relationship Id="rId20" Type="http://schemas.openxmlformats.org/officeDocument/2006/relationships/slideLayout" Target="../slideLayouts/slideLayout115.xml"/><Relationship Id="rId1" Type="http://schemas.openxmlformats.org/officeDocument/2006/relationships/slideLayout" Target="../slideLayouts/slideLayout96.xml"/><Relationship Id="rId6" Type="http://schemas.openxmlformats.org/officeDocument/2006/relationships/slideLayout" Target="../slideLayouts/slideLayout101.xml"/><Relationship Id="rId11" Type="http://schemas.openxmlformats.org/officeDocument/2006/relationships/slideLayout" Target="../slideLayouts/slideLayout106.xml"/><Relationship Id="rId24" Type="http://schemas.openxmlformats.org/officeDocument/2006/relationships/image" Target="../media/image13.emf"/><Relationship Id="rId5" Type="http://schemas.openxmlformats.org/officeDocument/2006/relationships/slideLayout" Target="../slideLayouts/slideLayout100.xml"/><Relationship Id="rId15" Type="http://schemas.openxmlformats.org/officeDocument/2006/relationships/slideLayout" Target="../slideLayouts/slideLayout110.xml"/><Relationship Id="rId23" Type="http://schemas.openxmlformats.org/officeDocument/2006/relationships/theme" Target="../theme/theme3.xml"/><Relationship Id="rId10" Type="http://schemas.openxmlformats.org/officeDocument/2006/relationships/slideLayout" Target="../slideLayouts/slideLayout105.xml"/><Relationship Id="rId19" Type="http://schemas.openxmlformats.org/officeDocument/2006/relationships/slideLayout" Target="../slideLayouts/slideLayout114.xml"/><Relationship Id="rId4" Type="http://schemas.openxmlformats.org/officeDocument/2006/relationships/slideLayout" Target="../slideLayouts/slideLayout99.xml"/><Relationship Id="rId9" Type="http://schemas.openxmlformats.org/officeDocument/2006/relationships/slideLayout" Target="../slideLayouts/slideLayout104.xml"/><Relationship Id="rId14" Type="http://schemas.openxmlformats.org/officeDocument/2006/relationships/slideLayout" Target="../slideLayouts/slideLayout109.xml"/><Relationship Id="rId22" Type="http://schemas.openxmlformats.org/officeDocument/2006/relationships/slideLayout" Target="../slideLayouts/slideLayout11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088D1D1A-0A7E-1849-8E29-A3BABB1ACB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8B0983A3-21D4-3B49-85BC-AA9E2FBE2A4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/>
              <a:t>First level</a:t>
            </a:r>
          </a:p>
          <a:p>
            <a:pPr lvl="1"/>
            <a:r>
              <a:rPr lang="nl-NL"/>
              <a:t>Second level</a:t>
            </a:r>
          </a:p>
          <a:p>
            <a:pPr lvl="2"/>
            <a:r>
              <a:rPr lang="nl-NL" err="1"/>
              <a:t>Third</a:t>
            </a:r>
            <a:r>
              <a:rPr lang="nl-NL"/>
              <a:t> level</a:t>
            </a:r>
          </a:p>
          <a:p>
            <a:pPr lvl="3"/>
            <a:r>
              <a:rPr lang="nl-NL" err="1"/>
              <a:t>Fourth</a:t>
            </a:r>
            <a:r>
              <a:rPr lang="nl-NL"/>
              <a:t> level</a:t>
            </a: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8269CC30-E3F8-6242-A866-6AC27B35FF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606368" y="6327925"/>
            <a:ext cx="256480" cy="153888"/>
          </a:xfrm>
          <a:prstGeom prst="rect">
            <a:avLst/>
          </a:prstGeom>
        </p:spPr>
        <p:txBody>
          <a:bodyPr vert="horz" wrap="none" lIns="0" tIns="0" rIns="0" bIns="0" rtlCol="0" anchor="ctr">
            <a:spAutoFit/>
          </a:bodyPr>
          <a:lstStyle>
            <a:lvl1pPr algn="r">
              <a:defRPr sz="1000" b="1" i="0">
                <a:solidFill>
                  <a:schemeClr val="accent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0" name="Rechthoek 19">
            <a:extLst>
              <a:ext uri="{FF2B5EF4-FFF2-40B4-BE49-F238E27FC236}">
                <a16:creationId xmlns:a16="http://schemas.microsoft.com/office/drawing/2014/main" id="{8D81220D-A60A-EC4F-855F-4EF656035D20}"/>
              </a:ext>
            </a:extLst>
          </p:cNvPr>
          <p:cNvSpPr>
            <a:spLocks/>
          </p:cNvSpPr>
          <p:nvPr userDrawn="1"/>
        </p:nvSpPr>
        <p:spPr>
          <a:xfrm>
            <a:off x="11682848" y="6559826"/>
            <a:ext cx="180000" cy="14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grpSp>
        <p:nvGrpSpPr>
          <p:cNvPr id="66" name="Groep 65">
            <a:extLst>
              <a:ext uri="{FF2B5EF4-FFF2-40B4-BE49-F238E27FC236}">
                <a16:creationId xmlns:a16="http://schemas.microsoft.com/office/drawing/2014/main" id="{E5665D7C-29D4-8A46-AA13-63AFD3967F5A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67" name="Vrije vorm 66">
              <a:extLst>
                <a:ext uri="{FF2B5EF4-FFF2-40B4-BE49-F238E27FC236}">
                  <a16:creationId xmlns:a16="http://schemas.microsoft.com/office/drawing/2014/main" id="{90DD4CE3-EB2B-CE44-B967-DFEBC7E61D1C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8" name="Vrije vorm 67">
              <a:extLst>
                <a:ext uri="{FF2B5EF4-FFF2-40B4-BE49-F238E27FC236}">
                  <a16:creationId xmlns:a16="http://schemas.microsoft.com/office/drawing/2014/main" id="{9E56B7FB-7948-924D-A7AE-1368B48D1D28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9" name="Vrije vorm 68">
              <a:extLst>
                <a:ext uri="{FF2B5EF4-FFF2-40B4-BE49-F238E27FC236}">
                  <a16:creationId xmlns:a16="http://schemas.microsoft.com/office/drawing/2014/main" id="{D85FB606-A66D-2D4C-BF8B-94C7EA86F3A2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0" name="Vrije vorm 69">
              <a:extLst>
                <a:ext uri="{FF2B5EF4-FFF2-40B4-BE49-F238E27FC236}">
                  <a16:creationId xmlns:a16="http://schemas.microsoft.com/office/drawing/2014/main" id="{83B7FECE-76CF-494A-BD4B-3007A6D7D994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" name="Vrije vorm 70">
              <a:extLst>
                <a:ext uri="{FF2B5EF4-FFF2-40B4-BE49-F238E27FC236}">
                  <a16:creationId xmlns:a16="http://schemas.microsoft.com/office/drawing/2014/main" id="{9D748DB6-CFF5-C745-9D49-63D4DD645A13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2" name="Vrije vorm 71">
              <a:extLst>
                <a:ext uri="{FF2B5EF4-FFF2-40B4-BE49-F238E27FC236}">
                  <a16:creationId xmlns:a16="http://schemas.microsoft.com/office/drawing/2014/main" id="{336D3900-A2F2-DF49-9989-10514F973CB9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3" name="Vrije vorm 72">
              <a:extLst>
                <a:ext uri="{FF2B5EF4-FFF2-40B4-BE49-F238E27FC236}">
                  <a16:creationId xmlns:a16="http://schemas.microsoft.com/office/drawing/2014/main" id="{9BE92F10-4758-1E41-A7A5-A189103783C7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4" name="Vrije vorm 73">
              <a:extLst>
                <a:ext uri="{FF2B5EF4-FFF2-40B4-BE49-F238E27FC236}">
                  <a16:creationId xmlns:a16="http://schemas.microsoft.com/office/drawing/2014/main" id="{C0C78175-B169-6240-9317-3658B1193614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5" name="Vrije vorm 74">
              <a:extLst>
                <a:ext uri="{FF2B5EF4-FFF2-40B4-BE49-F238E27FC236}">
                  <a16:creationId xmlns:a16="http://schemas.microsoft.com/office/drawing/2014/main" id="{092C1C23-A3DC-F84F-BBC0-E3853352FC55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6" name="Graphic 23">
              <a:extLst>
                <a:ext uri="{FF2B5EF4-FFF2-40B4-BE49-F238E27FC236}">
                  <a16:creationId xmlns:a16="http://schemas.microsoft.com/office/drawing/2014/main" id="{ABC7F82A-A124-D34C-9BFA-D22EC42B2CA6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77" name="Vrije vorm 76">
                <a:extLst>
                  <a:ext uri="{FF2B5EF4-FFF2-40B4-BE49-F238E27FC236}">
                    <a16:creationId xmlns:a16="http://schemas.microsoft.com/office/drawing/2014/main" id="{C0FB3301-1509-3D4B-952A-CA69F6F0F80C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" name="Vrije vorm 77">
                <a:extLst>
                  <a:ext uri="{FF2B5EF4-FFF2-40B4-BE49-F238E27FC236}">
                    <a16:creationId xmlns:a16="http://schemas.microsoft.com/office/drawing/2014/main" id="{72A37183-BA35-C24C-858D-7325F5E2EB8B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" name="Vrije vorm 78">
                <a:extLst>
                  <a:ext uri="{FF2B5EF4-FFF2-40B4-BE49-F238E27FC236}">
                    <a16:creationId xmlns:a16="http://schemas.microsoft.com/office/drawing/2014/main" id="{518391C9-FD26-1340-BC29-7060EE9DB560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" name="Vrije vorm 79">
                <a:extLst>
                  <a:ext uri="{FF2B5EF4-FFF2-40B4-BE49-F238E27FC236}">
                    <a16:creationId xmlns:a16="http://schemas.microsoft.com/office/drawing/2014/main" id="{5300432C-4DBD-BE47-A055-B9C27FC7C3B0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" name="Vrije vorm 80">
                <a:extLst>
                  <a:ext uri="{FF2B5EF4-FFF2-40B4-BE49-F238E27FC236}">
                    <a16:creationId xmlns:a16="http://schemas.microsoft.com/office/drawing/2014/main" id="{74184FCB-48C1-E044-94B3-C3AFC26E5437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" name="Vrije vorm 81">
                <a:extLst>
                  <a:ext uri="{FF2B5EF4-FFF2-40B4-BE49-F238E27FC236}">
                    <a16:creationId xmlns:a16="http://schemas.microsoft.com/office/drawing/2014/main" id="{78EBBE67-97DC-A047-B652-3E9254D5CB9D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" name="Vrije vorm 82">
                <a:extLst>
                  <a:ext uri="{FF2B5EF4-FFF2-40B4-BE49-F238E27FC236}">
                    <a16:creationId xmlns:a16="http://schemas.microsoft.com/office/drawing/2014/main" id="{1C173BE2-A0FC-F94B-8359-D6BF6BFB1E69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" name="Vrije vorm 83">
                <a:extLst>
                  <a:ext uri="{FF2B5EF4-FFF2-40B4-BE49-F238E27FC236}">
                    <a16:creationId xmlns:a16="http://schemas.microsoft.com/office/drawing/2014/main" id="{0919CAFC-E03D-2B4C-B74F-07D06DDB3A66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" name="Vrije vorm 84">
                <a:extLst>
                  <a:ext uri="{FF2B5EF4-FFF2-40B4-BE49-F238E27FC236}">
                    <a16:creationId xmlns:a16="http://schemas.microsoft.com/office/drawing/2014/main" id="{78C6B181-96C4-0A40-81ED-51AE9DD9E69B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" name="Vrije vorm 85">
                <a:extLst>
                  <a:ext uri="{FF2B5EF4-FFF2-40B4-BE49-F238E27FC236}">
                    <a16:creationId xmlns:a16="http://schemas.microsoft.com/office/drawing/2014/main" id="{9139A69E-95C1-DA4A-A73F-FAF11C4EDDB9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7" name="Vrije vorm 86">
                <a:extLst>
                  <a:ext uri="{FF2B5EF4-FFF2-40B4-BE49-F238E27FC236}">
                    <a16:creationId xmlns:a16="http://schemas.microsoft.com/office/drawing/2014/main" id="{A130899E-13CB-6949-B321-16C4B1FD2DC5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" name="Vrije vorm 87">
                <a:extLst>
                  <a:ext uri="{FF2B5EF4-FFF2-40B4-BE49-F238E27FC236}">
                    <a16:creationId xmlns:a16="http://schemas.microsoft.com/office/drawing/2014/main" id="{29EEA626-5E2A-D840-B228-F6A7A0E23470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" name="Vrije vorm 88">
                <a:extLst>
                  <a:ext uri="{FF2B5EF4-FFF2-40B4-BE49-F238E27FC236}">
                    <a16:creationId xmlns:a16="http://schemas.microsoft.com/office/drawing/2014/main" id="{5943CE41-AC14-584C-A76E-5CDBCD990A77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0" name="Vrije vorm 89">
                <a:extLst>
                  <a:ext uri="{FF2B5EF4-FFF2-40B4-BE49-F238E27FC236}">
                    <a16:creationId xmlns:a16="http://schemas.microsoft.com/office/drawing/2014/main" id="{E976916A-6AE0-9C45-8006-1DFE7E8E015A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31" name="Groep 30">
            <a:extLst>
              <a:ext uri="{FF2B5EF4-FFF2-40B4-BE49-F238E27FC236}">
                <a16:creationId xmlns:a16="http://schemas.microsoft.com/office/drawing/2014/main" id="{20D336A1-8DD0-814F-9EB0-5075B75E83E6}"/>
              </a:ext>
            </a:extLst>
          </p:cNvPr>
          <p:cNvGrpSpPr/>
          <p:nvPr userDrawn="1"/>
        </p:nvGrpSpPr>
        <p:grpSpPr>
          <a:xfrm>
            <a:off x="-3013384" y="142821"/>
            <a:ext cx="2831361" cy="1222877"/>
            <a:chOff x="-3013384" y="134432"/>
            <a:chExt cx="2831361" cy="1222877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CBCC36A8-6C82-B849-8BC4-151A47C3C551}"/>
                </a:ext>
              </a:extLst>
            </p:cNvPr>
            <p:cNvSpPr/>
            <p:nvPr userDrawn="1"/>
          </p:nvSpPr>
          <p:spPr>
            <a:xfrm>
              <a:off x="-3013384" y="134432"/>
              <a:ext cx="2831361" cy="15234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1100" b="1" cap="all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Choose</a:t>
              </a:r>
              <a:r>
                <a:rPr lang="en-GB" sz="1100" b="1" i="0" cap="all" baseline="0">
                  <a:solidFill>
                    <a:schemeClr val="tx2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 ANOTHER SLIDE LAYOUT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501387D4-94FF-6D4C-BC4D-1ED7E008D160}"/>
                </a:ext>
              </a:extLst>
            </p:cNvPr>
            <p:cNvSpPr/>
            <p:nvPr userDrawn="1"/>
          </p:nvSpPr>
          <p:spPr>
            <a:xfrm>
              <a:off x="-3013384" y="419647"/>
              <a:ext cx="2831361" cy="2948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050" kern="0">
                  <a:solidFill>
                    <a:schemeClr val="tx2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U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 the "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" button under the </a:t>
              </a:r>
              <a:r>
                <a:rPr kumimoji="0" lang="en-GB" sz="1050" b="1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en-GB" sz="1050" b="0" i="0" u="none" strike="noStrike" kern="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tab to select the desired slide layout.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8A7D6756-434F-C540-8581-50D2693BA83F}"/>
                </a:ext>
              </a:extLst>
            </p:cNvPr>
            <p:cNvSpPr/>
            <p:nvPr userDrawn="1"/>
          </p:nvSpPr>
          <p:spPr>
            <a:xfrm>
              <a:off x="-2556888" y="841351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800" b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84EDE910-ABA3-6348-B7BF-491492910B76}"/>
                </a:ext>
              </a:extLst>
            </p:cNvPr>
            <p:cNvSpPr/>
            <p:nvPr userDrawn="1"/>
          </p:nvSpPr>
          <p:spPr>
            <a:xfrm>
              <a:off x="-2550653" y="1094982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GB" sz="1000" b="1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5F054D33-F0ED-1C4B-8054-6F1EEB7D22E8}"/>
                </a:ext>
              </a:extLst>
            </p:cNvPr>
            <p:cNvGrpSpPr/>
            <p:nvPr userDrawn="1"/>
          </p:nvGrpSpPr>
          <p:grpSpPr>
            <a:xfrm>
              <a:off x="-2474938" y="902688"/>
              <a:ext cx="155951" cy="131922"/>
              <a:chOff x="12968836" y="3354170"/>
              <a:chExt cx="404806" cy="342433"/>
            </a:xfrm>
          </p:grpSpPr>
          <p:sp>
            <p:nvSpPr>
              <p:cNvPr id="49" name="Rechthoek: afgeronde hoeken 61">
                <a:extLst>
                  <a:ext uri="{FF2B5EF4-FFF2-40B4-BE49-F238E27FC236}">
                    <a16:creationId xmlns:a16="http://schemas.microsoft.com/office/drawing/2014/main" id="{DB513A19-E506-9447-9788-CE8F25FD8182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en-GB" sz="800" b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2052CAD3-390E-684C-ACB6-10ACDA9E17E7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3B43E6C5-4D18-774F-96A9-33FBEAB5FBEB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667FFBCC-B7ED-7A48-B330-2AC270621F45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33EF45CA-EAB9-D647-98F2-19C9DF2C6D25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2F9BCEE6-1969-1F41-8935-0404FBB9AA1E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GB" sz="1000" b="1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32F710EF-E9E6-5744-8661-641D2733E735}"/>
                </a:ext>
              </a:extLst>
            </p:cNvPr>
            <p:cNvGrpSpPr/>
            <p:nvPr userDrawn="1"/>
          </p:nvGrpSpPr>
          <p:grpSpPr>
            <a:xfrm>
              <a:off x="-2494493" y="1132352"/>
              <a:ext cx="166739" cy="218963"/>
              <a:chOff x="12940828" y="3950597"/>
              <a:chExt cx="432813" cy="568367"/>
            </a:xfrm>
          </p:grpSpPr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603A24B1-D0AA-6042-9E49-8B9AD51B148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43" name="Rechthoek: afgeronde hoeken 55">
                  <a:extLst>
                    <a:ext uri="{FF2B5EF4-FFF2-40B4-BE49-F238E27FC236}">
                      <a16:creationId xmlns:a16="http://schemas.microsoft.com/office/drawing/2014/main" id="{B9C08CDE-7A99-B143-8CC5-24B60FDD75C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en-GB" sz="800" b="0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43">
                  <a:extLst>
                    <a:ext uri="{FF2B5EF4-FFF2-40B4-BE49-F238E27FC236}">
                      <a16:creationId xmlns:a16="http://schemas.microsoft.com/office/drawing/2014/main" id="{A3A46B12-DAA8-5E4F-B380-9317DDCDDE6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44">
                  <a:extLst>
                    <a:ext uri="{FF2B5EF4-FFF2-40B4-BE49-F238E27FC236}">
                      <a16:creationId xmlns:a16="http://schemas.microsoft.com/office/drawing/2014/main" id="{A032B6AC-D398-9E49-B216-89ACC12CB3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45">
                  <a:extLst>
                    <a:ext uri="{FF2B5EF4-FFF2-40B4-BE49-F238E27FC236}">
                      <a16:creationId xmlns:a16="http://schemas.microsoft.com/office/drawing/2014/main" id="{5325D205-AC55-384B-82FB-F3F83EF2973B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46">
                  <a:extLst>
                    <a:ext uri="{FF2B5EF4-FFF2-40B4-BE49-F238E27FC236}">
                      <a16:creationId xmlns:a16="http://schemas.microsoft.com/office/drawing/2014/main" id="{18EC76AC-DD8A-E742-9874-AC5045FEC7C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47">
                  <a:extLst>
                    <a:ext uri="{FF2B5EF4-FFF2-40B4-BE49-F238E27FC236}">
                      <a16:creationId xmlns:a16="http://schemas.microsoft.com/office/drawing/2014/main" id="{71007F7C-0660-EE48-94F8-05C2BA10EC8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en-GB" sz="1000" b="1" noProof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2" name="Boog 41">
                <a:extLst>
                  <a:ext uri="{FF2B5EF4-FFF2-40B4-BE49-F238E27FC236}">
                    <a16:creationId xmlns:a16="http://schemas.microsoft.com/office/drawing/2014/main" id="{496E7477-AA46-CE4E-BD6C-CC2547123AD2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en-GB" sz="2400" noProof="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8" name="Tekstvak 37">
              <a:extLst>
                <a:ext uri="{FF2B5EF4-FFF2-40B4-BE49-F238E27FC236}">
                  <a16:creationId xmlns:a16="http://schemas.microsoft.com/office/drawing/2014/main" id="{B4146E28-A241-0F45-ABBC-FDA6DD089D8D}"/>
                </a:ext>
              </a:extLst>
            </p:cNvPr>
            <p:cNvSpPr txBox="1"/>
            <p:nvPr userDrawn="1"/>
          </p:nvSpPr>
          <p:spPr>
            <a:xfrm>
              <a:off x="-2316524" y="902688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Layout</a:t>
              </a:r>
              <a:endParaRPr lang="en-GB" sz="900" b="0" kern="1200"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kstvak 38">
              <a:extLst>
                <a:ext uri="{FF2B5EF4-FFF2-40B4-BE49-F238E27FC236}">
                  <a16:creationId xmlns:a16="http://schemas.microsoft.com/office/drawing/2014/main" id="{4A5A47C9-266C-354E-990F-DC5985ADD3C9}"/>
                </a:ext>
              </a:extLst>
            </p:cNvPr>
            <p:cNvSpPr txBox="1"/>
            <p:nvPr userDrawn="1"/>
          </p:nvSpPr>
          <p:spPr>
            <a:xfrm>
              <a:off x="-2329953" y="1155123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GB" sz="900" b="0" kern="1200" noProof="0"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Reset</a:t>
              </a:r>
            </a:p>
          </p:txBody>
        </p:sp>
        <p:sp>
          <p:nvSpPr>
            <p:cNvPr id="40" name="Vrije vorm: vorm 52">
              <a:extLst>
                <a:ext uri="{FF2B5EF4-FFF2-40B4-BE49-F238E27FC236}">
                  <a16:creationId xmlns:a16="http://schemas.microsoft.com/office/drawing/2014/main" id="{6F657C3C-48C1-2B44-8A3E-C05142A97FE3}"/>
                </a:ext>
              </a:extLst>
            </p:cNvPr>
            <p:cNvSpPr/>
            <p:nvPr userDrawn="1"/>
          </p:nvSpPr>
          <p:spPr>
            <a:xfrm>
              <a:off x="-1463777" y="920799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en-GB" sz="1600" cap="all" baseline="0" noProof="0">
                <a:solidFill>
                  <a:schemeClr val="tx1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69499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2" r:id="rId1"/>
    <p:sldLayoutId id="2147483741" r:id="rId2"/>
    <p:sldLayoutId id="2147483744" r:id="rId3"/>
    <p:sldLayoutId id="2147483737" r:id="rId4"/>
    <p:sldLayoutId id="2147483738" r:id="rId5"/>
    <p:sldLayoutId id="2147483745" r:id="rId6"/>
    <p:sldLayoutId id="2147483678" r:id="rId7"/>
    <p:sldLayoutId id="2147483679" r:id="rId8"/>
    <p:sldLayoutId id="2147483680" r:id="rId9"/>
    <p:sldLayoutId id="2147483682" r:id="rId10"/>
    <p:sldLayoutId id="2147483683" r:id="rId11"/>
    <p:sldLayoutId id="2147483684" r:id="rId12"/>
    <p:sldLayoutId id="2147483685" r:id="rId13"/>
    <p:sldLayoutId id="2147483686" r:id="rId14"/>
    <p:sldLayoutId id="2147483687" r:id="rId15"/>
    <p:sldLayoutId id="2147483688" r:id="rId16"/>
    <p:sldLayoutId id="2147483689" r:id="rId17"/>
    <p:sldLayoutId id="2147483690" r:id="rId18"/>
    <p:sldLayoutId id="2147483691" r:id="rId19"/>
    <p:sldLayoutId id="2147483692" r:id="rId20"/>
    <p:sldLayoutId id="2147483652" r:id="rId21"/>
    <p:sldLayoutId id="2147483668" r:id="rId22"/>
    <p:sldLayoutId id="2147483669" r:id="rId23"/>
    <p:sldLayoutId id="2147483653" r:id="rId24"/>
    <p:sldLayoutId id="2147483676" r:id="rId25"/>
    <p:sldLayoutId id="2147483650" r:id="rId26"/>
    <p:sldLayoutId id="2147483693" r:id="rId27"/>
    <p:sldLayoutId id="2147483654" r:id="rId28"/>
    <p:sldLayoutId id="2147483672" r:id="rId29"/>
    <p:sldLayoutId id="2147483670" r:id="rId30"/>
    <p:sldLayoutId id="2147483671" r:id="rId31"/>
    <p:sldLayoutId id="2147483673" r:id="rId32"/>
    <p:sldLayoutId id="2147483674" r:id="rId33"/>
    <p:sldLayoutId id="2147483675" r:id="rId34"/>
    <p:sldLayoutId id="2147483657" r:id="rId35"/>
    <p:sldLayoutId id="2147483661" r:id="rId36"/>
    <p:sldLayoutId id="2147483667" r:id="rId37"/>
    <p:sldLayoutId id="2147483677" r:id="rId38"/>
    <p:sldLayoutId id="2147483748" r:id="rId39"/>
    <p:sldLayoutId id="2147483752" r:id="rId40"/>
    <p:sldLayoutId id="2147483749" r:id="rId41"/>
    <p:sldLayoutId id="2147483750" r:id="rId42"/>
    <p:sldLayoutId id="2147483655" r:id="rId43"/>
    <p:sldLayoutId id="2147483651" r:id="rId44"/>
    <p:sldLayoutId id="2147483656" r:id="rId45"/>
    <p:sldLayoutId id="2147483834" r:id="rId46"/>
    <p:sldLayoutId id="2147483833" r:id="rId47"/>
    <p:sldLayoutId id="2147483747" r:id="rId48"/>
  </p:sldLayoutIdLst>
  <p:hf hdr="0" ft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4000" b="1" i="0" kern="1200">
          <a:solidFill>
            <a:schemeClr val="tx1"/>
          </a:solidFill>
          <a:latin typeface="Segoe UI" panose="020B0502040204020203" pitchFamily="34" charset="0"/>
          <a:ea typeface="+mj-ea"/>
          <a:cs typeface="Segoe UI" panose="020B0502040204020203" pitchFamily="34" charset="0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b="0" i="0" kern="1200">
          <a:solidFill>
            <a:schemeClr val="tx1"/>
          </a:solidFill>
          <a:latin typeface="Segoe UI Light" panose="020B0502040204020203" pitchFamily="34" charset="0"/>
          <a:ea typeface="+mn-ea"/>
          <a:cs typeface="Segoe UI Light" panose="020B0502040204020203" pitchFamily="34" charset="0"/>
        </a:defRPr>
      </a:lvl1pPr>
      <a:lvl2pPr marL="447675" indent="-439738" algn="l" defTabSz="914400" rtl="0" eaLnBrk="1" latinLnBrk="0" hangingPunct="1">
        <a:lnSpc>
          <a:spcPct val="100000"/>
        </a:lnSpc>
        <a:spcBef>
          <a:spcPts val="500"/>
        </a:spcBef>
        <a:buSzPct val="75000"/>
        <a:buFontTx/>
        <a:buBlip>
          <a:blip r:embed="rId50"/>
        </a:buBlip>
        <a:tabLst/>
        <a:defRPr sz="2000" b="0" i="0" kern="1200">
          <a:solidFill>
            <a:schemeClr val="tx1"/>
          </a:solidFill>
          <a:latin typeface="Segoe UI Light" panose="020B0502040204020203" pitchFamily="34" charset="0"/>
          <a:ea typeface="+mn-ea"/>
          <a:cs typeface="Segoe UI Light" panose="020B0502040204020203" pitchFamily="34" charset="0"/>
        </a:defRPr>
      </a:lvl2pPr>
      <a:lvl3pPr marL="889000" indent="-441325" algn="l" defTabSz="914400" rtl="0" eaLnBrk="1" latinLnBrk="0" hangingPunct="1">
        <a:lnSpc>
          <a:spcPct val="100000"/>
        </a:lnSpc>
        <a:spcBef>
          <a:spcPts val="500"/>
        </a:spcBef>
        <a:buSzPct val="75000"/>
        <a:buFontTx/>
        <a:buBlip>
          <a:blip r:embed="rId50"/>
        </a:buBlip>
        <a:tabLst/>
        <a:defRPr sz="2000" b="0" i="0" kern="1200">
          <a:solidFill>
            <a:schemeClr val="tx1"/>
          </a:solidFill>
          <a:latin typeface="Segoe UI Light" panose="020B0502040204020203" pitchFamily="34" charset="0"/>
          <a:ea typeface="+mn-ea"/>
          <a:cs typeface="Segoe UI Light" panose="020B0502040204020203" pitchFamily="34" charset="0"/>
        </a:defRPr>
      </a:lvl3pPr>
      <a:lvl4pPr marL="1371600" indent="-1363663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tabLst/>
        <a:defRPr sz="2000" b="1" i="0" kern="1200">
          <a:solidFill>
            <a:schemeClr val="tx1"/>
          </a:solidFill>
          <a:latin typeface="Segoe UI" panose="020B0502040204020203" pitchFamily="34" charset="0"/>
          <a:ea typeface="+mn-ea"/>
          <a:cs typeface="Segoe UI" panose="020B0502040204020203" pitchFamily="34" charset="0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Segoe UI Light" panose="020B0502040204020203" pitchFamily="34" charset="0"/>
          <a:ea typeface="+mn-ea"/>
          <a:cs typeface="Segoe UI Light" panose="020B050204020402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2" orient="horz" pos="482">
          <p15:clr>
            <a:srgbClr val="F26B43"/>
          </p15:clr>
        </p15:guide>
        <p15:guide id="3" orient="horz" pos="3838">
          <p15:clr>
            <a:srgbClr val="F26B43"/>
          </p15:clr>
        </p15:guide>
        <p15:guide id="4" pos="483">
          <p15:clr>
            <a:srgbClr val="F26B43"/>
          </p15:clr>
        </p15:guide>
        <p15:guide id="5" pos="7197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>
          <a:gsLst>
            <a:gs pos="0">
              <a:schemeClr val="accent1"/>
            </a:gs>
            <a:gs pos="100000">
              <a:schemeClr val="accent3"/>
            </a:gs>
          </a:gsLst>
          <a:lin ang="81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088D1D1A-0A7E-1849-8E29-A3BABB1ACB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8B0983A3-21D4-3B49-85BC-AA9E2FBE2A4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/>
              <a:t>First level</a:t>
            </a:r>
          </a:p>
          <a:p>
            <a:pPr lvl="1"/>
            <a:r>
              <a:rPr lang="nl-NL"/>
              <a:t>Second level</a:t>
            </a:r>
          </a:p>
          <a:p>
            <a:pPr lvl="2"/>
            <a:r>
              <a:rPr lang="nl-NL" err="1"/>
              <a:t>Third</a:t>
            </a:r>
            <a:r>
              <a:rPr lang="nl-NL"/>
              <a:t> level</a:t>
            </a:r>
          </a:p>
          <a:p>
            <a:pPr lvl="3"/>
            <a:r>
              <a:rPr lang="nl-NL" err="1"/>
              <a:t>Fourth</a:t>
            </a:r>
            <a:r>
              <a:rPr lang="nl-NL"/>
              <a:t> level</a:t>
            </a: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8269CC30-E3F8-6242-A866-6AC27B35FF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606368" y="6327925"/>
            <a:ext cx="256480" cy="153888"/>
          </a:xfrm>
          <a:prstGeom prst="rect">
            <a:avLst/>
          </a:prstGeom>
        </p:spPr>
        <p:txBody>
          <a:bodyPr vert="horz" wrap="none" lIns="0" tIns="0" rIns="0" bIns="0" rtlCol="0" anchor="ctr">
            <a:spAutoFit/>
          </a:bodyPr>
          <a:lstStyle>
            <a:lvl1pPr algn="r">
              <a:defRPr sz="1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0" name="Rechthoek 19">
            <a:extLst>
              <a:ext uri="{FF2B5EF4-FFF2-40B4-BE49-F238E27FC236}">
                <a16:creationId xmlns:a16="http://schemas.microsoft.com/office/drawing/2014/main" id="{8D81220D-A60A-EC4F-855F-4EF656035D20}"/>
              </a:ext>
            </a:extLst>
          </p:cNvPr>
          <p:cNvSpPr>
            <a:spLocks/>
          </p:cNvSpPr>
          <p:nvPr userDrawn="1"/>
        </p:nvSpPr>
        <p:spPr>
          <a:xfrm>
            <a:off x="11682848" y="6559826"/>
            <a:ext cx="180000" cy="144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grpSp>
        <p:nvGrpSpPr>
          <p:cNvPr id="16" name="Groep 15">
            <a:extLst>
              <a:ext uri="{FF2B5EF4-FFF2-40B4-BE49-F238E27FC236}">
                <a16:creationId xmlns:a16="http://schemas.microsoft.com/office/drawing/2014/main" id="{81AE2464-3B5B-2747-8DEB-DD15A28FDB29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7" name="Vrije vorm 16">
              <a:extLst>
                <a:ext uri="{FF2B5EF4-FFF2-40B4-BE49-F238E27FC236}">
                  <a16:creationId xmlns:a16="http://schemas.microsoft.com/office/drawing/2014/main" id="{0A27106E-871C-9040-9053-B0E0B5C628F2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8" name="Vrije vorm 17">
              <a:extLst>
                <a:ext uri="{FF2B5EF4-FFF2-40B4-BE49-F238E27FC236}">
                  <a16:creationId xmlns:a16="http://schemas.microsoft.com/office/drawing/2014/main" id="{881D8DEB-E620-B649-AD73-330022A06210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" name="Vrije vorm 18">
              <a:extLst>
                <a:ext uri="{FF2B5EF4-FFF2-40B4-BE49-F238E27FC236}">
                  <a16:creationId xmlns:a16="http://schemas.microsoft.com/office/drawing/2014/main" id="{76685CF2-D062-C04C-9D99-7F8D8792581C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" name="Vrije vorm 20">
              <a:extLst>
                <a:ext uri="{FF2B5EF4-FFF2-40B4-BE49-F238E27FC236}">
                  <a16:creationId xmlns:a16="http://schemas.microsoft.com/office/drawing/2014/main" id="{493D5101-C715-E444-94FA-414463E34B67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" name="Vrije vorm 21">
              <a:extLst>
                <a:ext uri="{FF2B5EF4-FFF2-40B4-BE49-F238E27FC236}">
                  <a16:creationId xmlns:a16="http://schemas.microsoft.com/office/drawing/2014/main" id="{7EB78E2C-1A57-534B-9B72-54F900F2D753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3" name="Vrije vorm 22">
              <a:extLst>
                <a:ext uri="{FF2B5EF4-FFF2-40B4-BE49-F238E27FC236}">
                  <a16:creationId xmlns:a16="http://schemas.microsoft.com/office/drawing/2014/main" id="{ED01C773-4F7C-AF48-8C30-9F327CD806B2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4" name="Vrije vorm 23">
              <a:extLst>
                <a:ext uri="{FF2B5EF4-FFF2-40B4-BE49-F238E27FC236}">
                  <a16:creationId xmlns:a16="http://schemas.microsoft.com/office/drawing/2014/main" id="{6C30EB5F-8988-C74F-AFB2-CB9A3B13A18E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5" name="Vrije vorm 24">
              <a:extLst>
                <a:ext uri="{FF2B5EF4-FFF2-40B4-BE49-F238E27FC236}">
                  <a16:creationId xmlns:a16="http://schemas.microsoft.com/office/drawing/2014/main" id="{AF223417-8BD8-BC48-AF7E-E43E757D28A7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6" name="Vrije vorm 25">
              <a:extLst>
                <a:ext uri="{FF2B5EF4-FFF2-40B4-BE49-F238E27FC236}">
                  <a16:creationId xmlns:a16="http://schemas.microsoft.com/office/drawing/2014/main" id="{850ADC12-419F-4E46-82F7-821CC09B6D53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27" name="Graphic 23">
              <a:extLst>
                <a:ext uri="{FF2B5EF4-FFF2-40B4-BE49-F238E27FC236}">
                  <a16:creationId xmlns:a16="http://schemas.microsoft.com/office/drawing/2014/main" id="{EF4D3035-3071-3949-8EE5-0D1F58FA4C94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28" name="Vrije vorm 27">
                <a:extLst>
                  <a:ext uri="{FF2B5EF4-FFF2-40B4-BE49-F238E27FC236}">
                    <a16:creationId xmlns:a16="http://schemas.microsoft.com/office/drawing/2014/main" id="{BCB6229D-DE7E-A342-9F44-41AA849C7274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" name="Vrije vorm 28">
                <a:extLst>
                  <a:ext uri="{FF2B5EF4-FFF2-40B4-BE49-F238E27FC236}">
                    <a16:creationId xmlns:a16="http://schemas.microsoft.com/office/drawing/2014/main" id="{C7C7E6AA-E8DC-B540-B833-F1CA6DFFCBBD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" name="Vrije vorm 29">
                <a:extLst>
                  <a:ext uri="{FF2B5EF4-FFF2-40B4-BE49-F238E27FC236}">
                    <a16:creationId xmlns:a16="http://schemas.microsoft.com/office/drawing/2014/main" id="{F8F56161-9C7E-2241-A3CE-1C4E61524026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" name="Vrije vorm 30">
                <a:extLst>
                  <a:ext uri="{FF2B5EF4-FFF2-40B4-BE49-F238E27FC236}">
                    <a16:creationId xmlns:a16="http://schemas.microsoft.com/office/drawing/2014/main" id="{11ABDA01-40F7-DE4C-A0FB-86192FE5882B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" name="Vrije vorm 31">
                <a:extLst>
                  <a:ext uri="{FF2B5EF4-FFF2-40B4-BE49-F238E27FC236}">
                    <a16:creationId xmlns:a16="http://schemas.microsoft.com/office/drawing/2014/main" id="{F239FA6B-5497-AF43-82C8-F58DB3DE94CD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" name="Vrije vorm 32">
                <a:extLst>
                  <a:ext uri="{FF2B5EF4-FFF2-40B4-BE49-F238E27FC236}">
                    <a16:creationId xmlns:a16="http://schemas.microsoft.com/office/drawing/2014/main" id="{CAB7E83E-935F-2440-BDC2-EE5D61CFA267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" name="Vrije vorm 33">
                <a:extLst>
                  <a:ext uri="{FF2B5EF4-FFF2-40B4-BE49-F238E27FC236}">
                    <a16:creationId xmlns:a16="http://schemas.microsoft.com/office/drawing/2014/main" id="{27E7B187-404C-AE42-AE5B-19F0860FBDAF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" name="Vrije vorm 34">
                <a:extLst>
                  <a:ext uri="{FF2B5EF4-FFF2-40B4-BE49-F238E27FC236}">
                    <a16:creationId xmlns:a16="http://schemas.microsoft.com/office/drawing/2014/main" id="{3B00F70B-DE5C-AF48-ABE8-20EACC651360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" name="Vrije vorm 35">
                <a:extLst>
                  <a:ext uri="{FF2B5EF4-FFF2-40B4-BE49-F238E27FC236}">
                    <a16:creationId xmlns:a16="http://schemas.microsoft.com/office/drawing/2014/main" id="{8419F599-FE7E-3447-B4A8-8741FDFA4B61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" name="Vrije vorm 36">
                <a:extLst>
                  <a:ext uri="{FF2B5EF4-FFF2-40B4-BE49-F238E27FC236}">
                    <a16:creationId xmlns:a16="http://schemas.microsoft.com/office/drawing/2014/main" id="{77D95E6C-5C94-BB45-8368-18A9AE21AD19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" name="Vrije vorm 37">
                <a:extLst>
                  <a:ext uri="{FF2B5EF4-FFF2-40B4-BE49-F238E27FC236}">
                    <a16:creationId xmlns:a16="http://schemas.microsoft.com/office/drawing/2014/main" id="{04FCA76A-91FA-A547-81DB-085E62B22ABB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" name="Vrije vorm 38">
                <a:extLst>
                  <a:ext uri="{FF2B5EF4-FFF2-40B4-BE49-F238E27FC236}">
                    <a16:creationId xmlns:a16="http://schemas.microsoft.com/office/drawing/2014/main" id="{05525A09-2E3A-394B-8072-CE54148521FD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 39">
                <a:extLst>
                  <a:ext uri="{FF2B5EF4-FFF2-40B4-BE49-F238E27FC236}">
                    <a16:creationId xmlns:a16="http://schemas.microsoft.com/office/drawing/2014/main" id="{B99E665D-9943-734B-8B28-61C6BC7935BE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 40">
                <a:extLst>
                  <a:ext uri="{FF2B5EF4-FFF2-40B4-BE49-F238E27FC236}">
                    <a16:creationId xmlns:a16="http://schemas.microsoft.com/office/drawing/2014/main" id="{E8F31203-5850-704A-9039-515733D2829D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2507B876-9C4D-4C40-B2A0-E5BAF2CEDE22}"/>
              </a:ext>
            </a:extLst>
          </p:cNvPr>
          <p:cNvPicPr>
            <a:picLocks noChangeAspect="1"/>
          </p:cNvPicPr>
          <p:nvPr userDrawn="1"/>
        </p:nvPicPr>
        <p:blipFill>
          <a:blip r:embed="rId49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107620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758" r:id="rId1"/>
    <p:sldLayoutId id="2147483762" r:id="rId2"/>
    <p:sldLayoutId id="2147483739" r:id="rId3"/>
    <p:sldLayoutId id="2147483740" r:id="rId4"/>
    <p:sldLayoutId id="2147483701" r:id="rId5"/>
    <p:sldLayoutId id="2147483702" r:id="rId6"/>
    <p:sldLayoutId id="2147483703" r:id="rId7"/>
    <p:sldLayoutId id="2147483704" r:id="rId8"/>
    <p:sldLayoutId id="2147483705" r:id="rId9"/>
    <p:sldLayoutId id="2147483706" r:id="rId10"/>
    <p:sldLayoutId id="2147483707" r:id="rId11"/>
    <p:sldLayoutId id="2147483708" r:id="rId12"/>
    <p:sldLayoutId id="2147483709" r:id="rId13"/>
    <p:sldLayoutId id="2147483710" r:id="rId14"/>
    <p:sldLayoutId id="2147483711" r:id="rId15"/>
    <p:sldLayoutId id="2147483712" r:id="rId16"/>
    <p:sldLayoutId id="2147483713" r:id="rId17"/>
    <p:sldLayoutId id="2147483714" r:id="rId18"/>
    <p:sldLayoutId id="2147483715" r:id="rId19"/>
    <p:sldLayoutId id="2147483716" r:id="rId20"/>
    <p:sldLayoutId id="2147483717" r:id="rId21"/>
    <p:sldLayoutId id="2147483718" r:id="rId22"/>
    <p:sldLayoutId id="2147483719" r:id="rId23"/>
    <p:sldLayoutId id="2147483720" r:id="rId24"/>
    <p:sldLayoutId id="2147483721" r:id="rId25"/>
    <p:sldLayoutId id="2147483722" r:id="rId26"/>
    <p:sldLayoutId id="2147483723" r:id="rId27"/>
    <p:sldLayoutId id="2147483724" r:id="rId28"/>
    <p:sldLayoutId id="2147483725" r:id="rId29"/>
    <p:sldLayoutId id="2147483726" r:id="rId30"/>
    <p:sldLayoutId id="2147483727" r:id="rId31"/>
    <p:sldLayoutId id="2147483728" r:id="rId32"/>
    <p:sldLayoutId id="2147483729" r:id="rId33"/>
    <p:sldLayoutId id="2147483730" r:id="rId34"/>
    <p:sldLayoutId id="2147483731" r:id="rId35"/>
    <p:sldLayoutId id="2147483732" r:id="rId36"/>
    <p:sldLayoutId id="2147483733" r:id="rId37"/>
    <p:sldLayoutId id="2147483753" r:id="rId38"/>
    <p:sldLayoutId id="2147483777" r:id="rId39"/>
    <p:sldLayoutId id="2147483779" r:id="rId40"/>
    <p:sldLayoutId id="2147483780" r:id="rId41"/>
    <p:sldLayoutId id="2147483734" r:id="rId42"/>
    <p:sldLayoutId id="2147483735" r:id="rId43"/>
    <p:sldLayoutId id="2147483736" r:id="rId44"/>
    <p:sldLayoutId id="2147483835" r:id="rId45"/>
    <p:sldLayoutId id="2147483836" r:id="rId46"/>
    <p:sldLayoutId id="2147483776" r:id="rId47"/>
  </p:sldLayoutIdLst>
  <p:hf hdr="0" ft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4000" b="1" i="0" kern="1200">
          <a:solidFill>
            <a:schemeClr val="tx1"/>
          </a:solidFill>
          <a:latin typeface="Segoe UI" panose="020B0502040204020203" pitchFamily="34" charset="0"/>
          <a:ea typeface="+mj-ea"/>
          <a:cs typeface="Segoe UI" panose="020B0502040204020203" pitchFamily="34" charset="0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b="0" i="0" kern="1200">
          <a:solidFill>
            <a:schemeClr val="tx1"/>
          </a:solidFill>
          <a:latin typeface="Segoe UI Light" panose="020B0502040204020203" pitchFamily="34" charset="0"/>
          <a:ea typeface="+mn-ea"/>
          <a:cs typeface="Segoe UI Light" panose="020B0502040204020203" pitchFamily="34" charset="0"/>
        </a:defRPr>
      </a:lvl1pPr>
      <a:lvl2pPr marL="447675" indent="-439738" algn="l" defTabSz="914400" rtl="0" eaLnBrk="1" latinLnBrk="0" hangingPunct="1">
        <a:lnSpc>
          <a:spcPct val="100000"/>
        </a:lnSpc>
        <a:spcBef>
          <a:spcPts val="500"/>
        </a:spcBef>
        <a:buSzPct val="75000"/>
        <a:buFontTx/>
        <a:buBlip>
          <a:blip r:embed="rId50"/>
        </a:buBlip>
        <a:tabLst/>
        <a:defRPr sz="2000" b="0" i="0" kern="1200">
          <a:solidFill>
            <a:schemeClr val="tx1"/>
          </a:solidFill>
          <a:latin typeface="Segoe UI Light" panose="020B0502040204020203" pitchFamily="34" charset="0"/>
          <a:ea typeface="+mn-ea"/>
          <a:cs typeface="Segoe UI Light" panose="020B0502040204020203" pitchFamily="34" charset="0"/>
        </a:defRPr>
      </a:lvl2pPr>
      <a:lvl3pPr marL="889000" indent="-441325" algn="l" defTabSz="914400" rtl="0" eaLnBrk="1" latinLnBrk="0" hangingPunct="1">
        <a:lnSpc>
          <a:spcPct val="100000"/>
        </a:lnSpc>
        <a:spcBef>
          <a:spcPts val="500"/>
        </a:spcBef>
        <a:buSzPct val="75000"/>
        <a:buFontTx/>
        <a:buBlip>
          <a:blip r:embed="rId50"/>
        </a:buBlip>
        <a:tabLst/>
        <a:defRPr sz="2000" b="0" i="0" kern="1200">
          <a:solidFill>
            <a:schemeClr val="tx1"/>
          </a:solidFill>
          <a:latin typeface="Segoe UI Light" panose="020B0502040204020203" pitchFamily="34" charset="0"/>
          <a:ea typeface="+mn-ea"/>
          <a:cs typeface="Segoe UI Light" panose="020B0502040204020203" pitchFamily="34" charset="0"/>
        </a:defRPr>
      </a:lvl3pPr>
      <a:lvl4pPr marL="7937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tabLst/>
        <a:defRPr sz="2000" b="1" i="0" kern="1200">
          <a:solidFill>
            <a:schemeClr val="tx1"/>
          </a:solidFill>
          <a:latin typeface="Segoe UI" panose="020B0502040204020203" pitchFamily="34" charset="0"/>
          <a:ea typeface="+mn-ea"/>
          <a:cs typeface="Segoe UI" panose="020B0502040204020203" pitchFamily="34" charset="0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Segoe UI Light" panose="020B0502040204020203" pitchFamily="34" charset="0"/>
          <a:ea typeface="+mn-ea"/>
          <a:cs typeface="Segoe UI Light" panose="020B050204020402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2" orient="horz" pos="482" userDrawn="1">
          <p15:clr>
            <a:srgbClr val="F26B43"/>
          </p15:clr>
        </p15:guide>
        <p15:guide id="3" orient="horz" pos="3838" userDrawn="1">
          <p15:clr>
            <a:srgbClr val="F26B43"/>
          </p15:clr>
        </p15:guide>
        <p15:guide id="4" pos="483" userDrawn="1">
          <p15:clr>
            <a:srgbClr val="F26B43"/>
          </p15:clr>
        </p15:guide>
        <p15:guide id="5" pos="7197" userDrawn="1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>
          <a:gsLst>
            <a:gs pos="0">
              <a:schemeClr val="accent1"/>
            </a:gs>
            <a:gs pos="100000">
              <a:schemeClr val="accent3"/>
            </a:gs>
          </a:gsLst>
          <a:lin ang="81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088D1D1A-0A7E-1849-8E29-A3BABB1ACB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err="1"/>
              <a:t>Title</a:t>
            </a:r>
            <a:r>
              <a:rPr lang="nl-NL"/>
              <a:t> of </a:t>
            </a:r>
            <a:r>
              <a:rPr lang="nl-NL" err="1"/>
              <a:t>this</a:t>
            </a:r>
            <a:r>
              <a:rPr lang="nl-NL"/>
              <a:t> slide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8B0983A3-21D4-3B49-85BC-AA9E2FBE2A4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/>
              <a:t>First level</a:t>
            </a:r>
          </a:p>
          <a:p>
            <a:pPr lvl="1"/>
            <a:r>
              <a:rPr lang="nl-NL"/>
              <a:t>Second level</a:t>
            </a:r>
          </a:p>
          <a:p>
            <a:pPr lvl="2"/>
            <a:r>
              <a:rPr lang="nl-NL" err="1"/>
              <a:t>Third</a:t>
            </a:r>
            <a:r>
              <a:rPr lang="nl-NL"/>
              <a:t> level</a:t>
            </a:r>
          </a:p>
          <a:p>
            <a:pPr lvl="3"/>
            <a:r>
              <a:rPr lang="nl-NL" err="1"/>
              <a:t>Fourth</a:t>
            </a:r>
            <a:r>
              <a:rPr lang="nl-NL"/>
              <a:t> level</a:t>
            </a: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8269CC30-E3F8-6242-A866-6AC27B35FF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606368" y="6327925"/>
            <a:ext cx="256480" cy="153888"/>
          </a:xfrm>
          <a:prstGeom prst="rect">
            <a:avLst/>
          </a:prstGeom>
        </p:spPr>
        <p:txBody>
          <a:bodyPr vert="horz" wrap="none" lIns="0" tIns="0" rIns="0" bIns="0" rtlCol="0" anchor="ctr">
            <a:spAutoFit/>
          </a:bodyPr>
          <a:lstStyle>
            <a:lvl1pPr algn="r">
              <a:defRPr sz="1000" b="1" i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fld id="{AE20E870-5A00-F243-92CB-E1BC1701DF40}" type="slidenum">
              <a:rPr lang="nl-NL" smtClean="0"/>
              <a:pPr/>
              <a:t>‹#›</a:t>
            </a:fld>
            <a:endParaRPr lang="nl-NL"/>
          </a:p>
        </p:txBody>
      </p:sp>
      <p:sp>
        <p:nvSpPr>
          <p:cNvPr id="20" name="Rechthoek 19">
            <a:extLst>
              <a:ext uri="{FF2B5EF4-FFF2-40B4-BE49-F238E27FC236}">
                <a16:creationId xmlns:a16="http://schemas.microsoft.com/office/drawing/2014/main" id="{8D81220D-A60A-EC4F-855F-4EF656035D20}"/>
              </a:ext>
            </a:extLst>
          </p:cNvPr>
          <p:cNvSpPr>
            <a:spLocks/>
          </p:cNvSpPr>
          <p:nvPr userDrawn="1"/>
        </p:nvSpPr>
        <p:spPr>
          <a:xfrm>
            <a:off x="11682848" y="6559826"/>
            <a:ext cx="180000" cy="144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grpSp>
        <p:nvGrpSpPr>
          <p:cNvPr id="17" name="Groep 16">
            <a:extLst>
              <a:ext uri="{FF2B5EF4-FFF2-40B4-BE49-F238E27FC236}">
                <a16:creationId xmlns:a16="http://schemas.microsoft.com/office/drawing/2014/main" id="{2745F5BF-78E5-A44B-922E-327D09044C75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417175" y="294027"/>
            <a:ext cx="1440000" cy="308648"/>
            <a:chOff x="749242" y="764011"/>
            <a:chExt cx="4232556" cy="907200"/>
          </a:xfrm>
        </p:grpSpPr>
        <p:sp>
          <p:nvSpPr>
            <p:cNvPr id="18" name="Vrije vorm 17">
              <a:extLst>
                <a:ext uri="{FF2B5EF4-FFF2-40B4-BE49-F238E27FC236}">
                  <a16:creationId xmlns:a16="http://schemas.microsoft.com/office/drawing/2014/main" id="{5AED2F3C-EA66-2A4C-B7D2-D6E30B9F0A45}"/>
                </a:ext>
              </a:extLst>
            </p:cNvPr>
            <p:cNvSpPr/>
            <p:nvPr userDrawn="1"/>
          </p:nvSpPr>
          <p:spPr>
            <a:xfrm>
              <a:off x="749242" y="1437433"/>
              <a:ext cx="4227864" cy="233778"/>
            </a:xfrm>
            <a:custGeom>
              <a:avLst/>
              <a:gdLst>
                <a:gd name="connsiteX0" fmla="*/ 0 w 4227864"/>
                <a:gd name="connsiteY0" fmla="*/ 0 h 233778"/>
                <a:gd name="connsiteX1" fmla="*/ 4227865 w 4227864"/>
                <a:gd name="connsiteY1" fmla="*/ 0 h 233778"/>
                <a:gd name="connsiteX2" fmla="*/ 4227865 w 4227864"/>
                <a:gd name="connsiteY2" fmla="*/ 233778 h 233778"/>
                <a:gd name="connsiteX3" fmla="*/ 0 w 4227864"/>
                <a:gd name="connsiteY3" fmla="*/ 233778 h 2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864" h="233778">
                  <a:moveTo>
                    <a:pt x="0" y="0"/>
                  </a:moveTo>
                  <a:lnTo>
                    <a:pt x="4227865" y="0"/>
                  </a:lnTo>
                  <a:lnTo>
                    <a:pt x="4227865" y="233778"/>
                  </a:lnTo>
                  <a:lnTo>
                    <a:pt x="0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" name="Vrije vorm 18">
              <a:extLst>
                <a:ext uri="{FF2B5EF4-FFF2-40B4-BE49-F238E27FC236}">
                  <a16:creationId xmlns:a16="http://schemas.microsoft.com/office/drawing/2014/main" id="{A215F3DE-047B-3A43-A64D-B6F8ABDB26C5}"/>
                </a:ext>
              </a:extLst>
            </p:cNvPr>
            <p:cNvSpPr/>
            <p:nvPr userDrawn="1"/>
          </p:nvSpPr>
          <p:spPr>
            <a:xfrm>
              <a:off x="749242" y="765175"/>
              <a:ext cx="407066" cy="590843"/>
            </a:xfrm>
            <a:custGeom>
              <a:avLst/>
              <a:gdLst>
                <a:gd name="connsiteX0" fmla="*/ 407067 w 407066"/>
                <a:gd name="connsiteY0" fmla="*/ 0 h 590843"/>
                <a:gd name="connsiteX1" fmla="*/ 407067 w 407066"/>
                <a:gd name="connsiteY1" fmla="*/ 407077 h 590843"/>
                <a:gd name="connsiteX2" fmla="*/ 195908 w 407066"/>
                <a:gd name="connsiteY2" fmla="*/ 590843 h 590843"/>
                <a:gd name="connsiteX3" fmla="*/ 0 w 407066"/>
                <a:gd name="connsiteY3" fmla="*/ 390794 h 590843"/>
                <a:gd name="connsiteX4" fmla="*/ 0 w 407066"/>
                <a:gd name="connsiteY4" fmla="*/ 343108 h 590843"/>
                <a:gd name="connsiteX5" fmla="*/ 148984 w 407066"/>
                <a:gd name="connsiteY5" fmla="*/ 343108 h 590843"/>
                <a:gd name="connsiteX6" fmla="*/ 148984 w 407066"/>
                <a:gd name="connsiteY6" fmla="*/ 390794 h 590843"/>
                <a:gd name="connsiteX7" fmla="*/ 197081 w 407066"/>
                <a:gd name="connsiteY7" fmla="*/ 455926 h 590843"/>
                <a:gd name="connsiteX8" fmla="*/ 252217 w 407066"/>
                <a:gd name="connsiteY8" fmla="*/ 407077 h 590843"/>
                <a:gd name="connsiteX9" fmla="*/ 252217 w 407066"/>
                <a:gd name="connsiteY9" fmla="*/ 0 h 590843"/>
                <a:gd name="connsiteX10" fmla="*/ 407067 w 407066"/>
                <a:gd name="connsiteY10" fmla="*/ 0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066" h="590843">
                  <a:moveTo>
                    <a:pt x="407067" y="0"/>
                  </a:moveTo>
                  <a:lnTo>
                    <a:pt x="407067" y="407077"/>
                  </a:lnTo>
                  <a:cubicBezTo>
                    <a:pt x="407067" y="562929"/>
                    <a:pt x="360143" y="590843"/>
                    <a:pt x="195908" y="590843"/>
                  </a:cubicBezTo>
                  <a:cubicBezTo>
                    <a:pt x="34020" y="590843"/>
                    <a:pt x="0" y="552462"/>
                    <a:pt x="0" y="390794"/>
                  </a:cubicBezTo>
                  <a:lnTo>
                    <a:pt x="0" y="343108"/>
                  </a:lnTo>
                  <a:lnTo>
                    <a:pt x="148984" y="343108"/>
                  </a:lnTo>
                  <a:lnTo>
                    <a:pt x="148984" y="390794"/>
                  </a:lnTo>
                  <a:cubicBezTo>
                    <a:pt x="148984" y="438480"/>
                    <a:pt x="154850" y="455926"/>
                    <a:pt x="197081" y="455926"/>
                  </a:cubicBezTo>
                  <a:cubicBezTo>
                    <a:pt x="245179" y="455926"/>
                    <a:pt x="252217" y="443132"/>
                    <a:pt x="252217" y="407077"/>
                  </a:cubicBezTo>
                  <a:lnTo>
                    <a:pt x="252217" y="0"/>
                  </a:lnTo>
                  <a:lnTo>
                    <a:pt x="407067" y="0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" name="Vrije vorm 20">
              <a:extLst>
                <a:ext uri="{FF2B5EF4-FFF2-40B4-BE49-F238E27FC236}">
                  <a16:creationId xmlns:a16="http://schemas.microsoft.com/office/drawing/2014/main" id="{2897753F-D6B2-E549-8394-8F23EC3E6BC5}"/>
                </a:ext>
              </a:extLst>
            </p:cNvPr>
            <p:cNvSpPr/>
            <p:nvPr userDrawn="1"/>
          </p:nvSpPr>
          <p:spPr>
            <a:xfrm>
              <a:off x="1304119" y="765175"/>
              <a:ext cx="543146" cy="589708"/>
            </a:xfrm>
            <a:custGeom>
              <a:avLst/>
              <a:gdLst>
                <a:gd name="connsiteX0" fmla="*/ 0 w 543146"/>
                <a:gd name="connsiteY0" fmla="*/ 378000 h 589708"/>
                <a:gd name="connsiteX1" fmla="*/ 0 w 543146"/>
                <a:gd name="connsiteY1" fmla="*/ 212843 h 589708"/>
                <a:gd name="connsiteX2" fmla="*/ 270987 w 543146"/>
                <a:gd name="connsiteY2" fmla="*/ 0 h 589708"/>
                <a:gd name="connsiteX3" fmla="*/ 543147 w 543146"/>
                <a:gd name="connsiteY3" fmla="*/ 212843 h 589708"/>
                <a:gd name="connsiteX4" fmla="*/ 543147 w 543146"/>
                <a:gd name="connsiteY4" fmla="*/ 376837 h 589708"/>
                <a:gd name="connsiteX5" fmla="*/ 272160 w 543146"/>
                <a:gd name="connsiteY5" fmla="*/ 589680 h 589708"/>
                <a:gd name="connsiteX6" fmla="*/ 0 w 543146"/>
                <a:gd name="connsiteY6" fmla="*/ 378000 h 589708"/>
                <a:gd name="connsiteX7" fmla="*/ 381259 w 543146"/>
                <a:gd name="connsiteY7" fmla="*/ 360554 h 589708"/>
                <a:gd name="connsiteX8" fmla="*/ 381259 w 543146"/>
                <a:gd name="connsiteY8" fmla="*/ 229126 h 589708"/>
                <a:gd name="connsiteX9" fmla="*/ 270987 w 543146"/>
                <a:gd name="connsiteY9" fmla="*/ 134917 h 589708"/>
                <a:gd name="connsiteX10" fmla="*/ 160715 w 543146"/>
                <a:gd name="connsiteY10" fmla="*/ 229126 h 589708"/>
                <a:gd name="connsiteX11" fmla="*/ 160715 w 543146"/>
                <a:gd name="connsiteY11" fmla="*/ 360554 h 589708"/>
                <a:gd name="connsiteX12" fmla="*/ 270987 w 543146"/>
                <a:gd name="connsiteY12" fmla="*/ 455926 h 589708"/>
                <a:gd name="connsiteX13" fmla="*/ 381259 w 543146"/>
                <a:gd name="connsiteY13" fmla="*/ 360554 h 58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3146" h="589708">
                  <a:moveTo>
                    <a:pt x="0" y="378000"/>
                  </a:moveTo>
                  <a:lnTo>
                    <a:pt x="0" y="212843"/>
                  </a:lnTo>
                  <a:cubicBezTo>
                    <a:pt x="0" y="33729"/>
                    <a:pt x="112618" y="0"/>
                    <a:pt x="270987" y="0"/>
                  </a:cubicBezTo>
                  <a:cubicBezTo>
                    <a:pt x="430529" y="0"/>
                    <a:pt x="543147" y="33729"/>
                    <a:pt x="543147" y="212843"/>
                  </a:cubicBezTo>
                  <a:lnTo>
                    <a:pt x="543147" y="376837"/>
                  </a:lnTo>
                  <a:cubicBezTo>
                    <a:pt x="543147" y="555951"/>
                    <a:pt x="430529" y="589680"/>
                    <a:pt x="272160" y="589680"/>
                  </a:cubicBezTo>
                  <a:cubicBezTo>
                    <a:pt x="112618" y="590843"/>
                    <a:pt x="0" y="557114"/>
                    <a:pt x="0" y="378000"/>
                  </a:cubicBezTo>
                  <a:close/>
                  <a:moveTo>
                    <a:pt x="381259" y="360554"/>
                  </a:moveTo>
                  <a:lnTo>
                    <a:pt x="381259" y="229126"/>
                  </a:lnTo>
                  <a:cubicBezTo>
                    <a:pt x="381259" y="143058"/>
                    <a:pt x="351931" y="134917"/>
                    <a:pt x="270987" y="134917"/>
                  </a:cubicBezTo>
                  <a:cubicBezTo>
                    <a:pt x="190043" y="134917"/>
                    <a:pt x="163061" y="143058"/>
                    <a:pt x="160715" y="229126"/>
                  </a:cubicBezTo>
                  <a:lnTo>
                    <a:pt x="160715" y="360554"/>
                  </a:lnTo>
                  <a:cubicBezTo>
                    <a:pt x="163061" y="447785"/>
                    <a:pt x="190043" y="455926"/>
                    <a:pt x="270987" y="455926"/>
                  </a:cubicBezTo>
                  <a:cubicBezTo>
                    <a:pt x="351931" y="455926"/>
                    <a:pt x="381259" y="447785"/>
                    <a:pt x="381259" y="360554"/>
                  </a:cubicBez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" name="Vrije vorm 21">
              <a:extLst>
                <a:ext uri="{FF2B5EF4-FFF2-40B4-BE49-F238E27FC236}">
                  <a16:creationId xmlns:a16="http://schemas.microsoft.com/office/drawing/2014/main" id="{2274D1D9-1BE7-C94B-99AB-A66458ADD5DC}"/>
                </a:ext>
              </a:extLst>
            </p:cNvPr>
            <p:cNvSpPr/>
            <p:nvPr userDrawn="1"/>
          </p:nvSpPr>
          <p:spPr>
            <a:xfrm>
              <a:off x="1988039" y="765175"/>
              <a:ext cx="503261" cy="590843"/>
            </a:xfrm>
            <a:custGeom>
              <a:avLst/>
              <a:gdLst>
                <a:gd name="connsiteX0" fmla="*/ 0 w 503261"/>
                <a:gd name="connsiteY0" fmla="*/ 0 h 590843"/>
                <a:gd name="connsiteX1" fmla="*/ 301488 w 503261"/>
                <a:gd name="connsiteY1" fmla="*/ 0 h 590843"/>
                <a:gd name="connsiteX2" fmla="*/ 503261 w 503261"/>
                <a:gd name="connsiteY2" fmla="*/ 175625 h 590843"/>
                <a:gd name="connsiteX3" fmla="*/ 391817 w 503261"/>
                <a:gd name="connsiteY3" fmla="*/ 354738 h 590843"/>
                <a:gd name="connsiteX4" fmla="*/ 391817 w 503261"/>
                <a:gd name="connsiteY4" fmla="*/ 360554 h 590843"/>
                <a:gd name="connsiteX5" fmla="*/ 497396 w 503261"/>
                <a:gd name="connsiteY5" fmla="*/ 464068 h 590843"/>
                <a:gd name="connsiteX6" fmla="*/ 497396 w 503261"/>
                <a:gd name="connsiteY6" fmla="*/ 590843 h 590843"/>
                <a:gd name="connsiteX7" fmla="*/ 341373 w 503261"/>
                <a:gd name="connsiteY7" fmla="*/ 590843 h 590843"/>
                <a:gd name="connsiteX8" fmla="*/ 341373 w 503261"/>
                <a:gd name="connsiteY8" fmla="*/ 500123 h 590843"/>
                <a:gd name="connsiteX9" fmla="*/ 276852 w 503261"/>
                <a:gd name="connsiteY9" fmla="*/ 426849 h 590843"/>
                <a:gd name="connsiteX10" fmla="*/ 156023 w 503261"/>
                <a:gd name="connsiteY10" fmla="*/ 426849 h 590843"/>
                <a:gd name="connsiteX11" fmla="*/ 156023 w 503261"/>
                <a:gd name="connsiteY11" fmla="*/ 590843 h 590843"/>
                <a:gd name="connsiteX12" fmla="*/ 0 w 503261"/>
                <a:gd name="connsiteY12" fmla="*/ 590843 h 590843"/>
                <a:gd name="connsiteX13" fmla="*/ 0 w 503261"/>
                <a:gd name="connsiteY13" fmla="*/ 0 h 590843"/>
                <a:gd name="connsiteX14" fmla="*/ 276852 w 503261"/>
                <a:gd name="connsiteY14" fmla="*/ 291932 h 590843"/>
                <a:gd name="connsiteX15" fmla="*/ 341373 w 503261"/>
                <a:gd name="connsiteY15" fmla="*/ 201212 h 590843"/>
                <a:gd name="connsiteX16" fmla="*/ 276852 w 503261"/>
                <a:gd name="connsiteY16" fmla="*/ 134917 h 590843"/>
                <a:gd name="connsiteX17" fmla="*/ 156023 w 503261"/>
                <a:gd name="connsiteY17" fmla="*/ 134917 h 590843"/>
                <a:gd name="connsiteX18" fmla="*/ 156023 w 503261"/>
                <a:gd name="connsiteY18" fmla="*/ 291932 h 590843"/>
                <a:gd name="connsiteX19" fmla="*/ 276852 w 503261"/>
                <a:gd name="connsiteY19" fmla="*/ 291932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3261" h="590843">
                  <a:moveTo>
                    <a:pt x="0" y="0"/>
                  </a:moveTo>
                  <a:lnTo>
                    <a:pt x="301488" y="0"/>
                  </a:lnTo>
                  <a:cubicBezTo>
                    <a:pt x="436395" y="2326"/>
                    <a:pt x="503261" y="31403"/>
                    <a:pt x="503261" y="175625"/>
                  </a:cubicBezTo>
                  <a:cubicBezTo>
                    <a:pt x="503261" y="272160"/>
                    <a:pt x="503261" y="329151"/>
                    <a:pt x="391817" y="354738"/>
                  </a:cubicBezTo>
                  <a:lnTo>
                    <a:pt x="391817" y="360554"/>
                  </a:lnTo>
                  <a:cubicBezTo>
                    <a:pt x="456337" y="362880"/>
                    <a:pt x="497396" y="397772"/>
                    <a:pt x="497396" y="464068"/>
                  </a:cubicBezTo>
                  <a:lnTo>
                    <a:pt x="497396" y="590843"/>
                  </a:lnTo>
                  <a:lnTo>
                    <a:pt x="341373" y="590843"/>
                  </a:lnTo>
                  <a:lnTo>
                    <a:pt x="341373" y="500123"/>
                  </a:lnTo>
                  <a:cubicBezTo>
                    <a:pt x="342546" y="457089"/>
                    <a:pt x="323777" y="426849"/>
                    <a:pt x="276852" y="426849"/>
                  </a:cubicBezTo>
                  <a:lnTo>
                    <a:pt x="156023" y="426849"/>
                  </a:lnTo>
                  <a:lnTo>
                    <a:pt x="156023" y="590843"/>
                  </a:ln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276852" y="291932"/>
                  </a:moveTo>
                  <a:cubicBezTo>
                    <a:pt x="343719" y="291932"/>
                    <a:pt x="341373" y="267508"/>
                    <a:pt x="341373" y="201212"/>
                  </a:cubicBezTo>
                  <a:cubicBezTo>
                    <a:pt x="341373" y="148874"/>
                    <a:pt x="328469" y="134917"/>
                    <a:pt x="276852" y="134917"/>
                  </a:cubicBezTo>
                  <a:lnTo>
                    <a:pt x="156023" y="134917"/>
                  </a:lnTo>
                  <a:lnTo>
                    <a:pt x="156023" y="291932"/>
                  </a:lnTo>
                  <a:lnTo>
                    <a:pt x="276852" y="291932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3" name="Vrije vorm 22">
              <a:extLst>
                <a:ext uri="{FF2B5EF4-FFF2-40B4-BE49-F238E27FC236}">
                  <a16:creationId xmlns:a16="http://schemas.microsoft.com/office/drawing/2014/main" id="{9512044D-72C5-274E-90F7-55E71809E3AB}"/>
                </a:ext>
              </a:extLst>
            </p:cNvPr>
            <p:cNvSpPr/>
            <p:nvPr userDrawn="1"/>
          </p:nvSpPr>
          <p:spPr>
            <a:xfrm>
              <a:off x="2642630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4" name="Vrije vorm 23">
              <a:extLst>
                <a:ext uri="{FF2B5EF4-FFF2-40B4-BE49-F238E27FC236}">
                  <a16:creationId xmlns:a16="http://schemas.microsoft.com/office/drawing/2014/main" id="{B8FF4935-5D59-CA46-9865-5E7AE613DF0D}"/>
                </a:ext>
              </a:extLst>
            </p:cNvPr>
            <p:cNvSpPr/>
            <p:nvPr userDrawn="1"/>
          </p:nvSpPr>
          <p:spPr>
            <a:xfrm>
              <a:off x="2946464" y="764011"/>
              <a:ext cx="503263" cy="592006"/>
            </a:xfrm>
            <a:custGeom>
              <a:avLst/>
              <a:gdLst>
                <a:gd name="connsiteX0" fmla="*/ 286237 w 503263"/>
                <a:gd name="connsiteY0" fmla="*/ 233778 h 592006"/>
                <a:gd name="connsiteX1" fmla="*/ 503261 w 503263"/>
                <a:gd name="connsiteY1" fmla="*/ 401262 h 592006"/>
                <a:gd name="connsiteX2" fmla="*/ 248698 w 503263"/>
                <a:gd name="connsiteY2" fmla="*/ 592006 h 592006"/>
                <a:gd name="connsiteX3" fmla="*/ 0 w 503263"/>
                <a:gd name="connsiteY3" fmla="*/ 397772 h 592006"/>
                <a:gd name="connsiteX4" fmla="*/ 150157 w 503263"/>
                <a:gd name="connsiteY4" fmla="*/ 397772 h 592006"/>
                <a:gd name="connsiteX5" fmla="*/ 248698 w 503263"/>
                <a:gd name="connsiteY5" fmla="*/ 464068 h 592006"/>
                <a:gd name="connsiteX6" fmla="*/ 346065 w 503263"/>
                <a:gd name="connsiteY6" fmla="*/ 410566 h 592006"/>
                <a:gd name="connsiteX7" fmla="*/ 263948 w 503263"/>
                <a:gd name="connsiteY7" fmla="*/ 355902 h 592006"/>
                <a:gd name="connsiteX8" fmla="*/ 229928 w 503263"/>
                <a:gd name="connsiteY8" fmla="*/ 353575 h 592006"/>
                <a:gd name="connsiteX9" fmla="*/ 1173 w 503263"/>
                <a:gd name="connsiteY9" fmla="*/ 177951 h 592006"/>
                <a:gd name="connsiteX10" fmla="*/ 248698 w 503263"/>
                <a:gd name="connsiteY10" fmla="*/ 0 h 592006"/>
                <a:gd name="connsiteX11" fmla="*/ 486838 w 503263"/>
                <a:gd name="connsiteY11" fmla="*/ 162831 h 592006"/>
                <a:gd name="connsiteX12" fmla="*/ 486838 w 503263"/>
                <a:gd name="connsiteY12" fmla="*/ 187255 h 592006"/>
                <a:gd name="connsiteX13" fmla="*/ 336681 w 503263"/>
                <a:gd name="connsiteY13" fmla="*/ 187255 h 592006"/>
                <a:gd name="connsiteX14" fmla="*/ 248698 w 503263"/>
                <a:gd name="connsiteY14" fmla="*/ 127938 h 592006"/>
                <a:gd name="connsiteX15" fmla="*/ 157196 w 503263"/>
                <a:gd name="connsiteY15" fmla="*/ 177951 h 592006"/>
                <a:gd name="connsiteX16" fmla="*/ 221716 w 503263"/>
                <a:gd name="connsiteY16" fmla="*/ 229126 h 592006"/>
                <a:gd name="connsiteX17" fmla="*/ 286237 w 503263"/>
                <a:gd name="connsiteY17" fmla="*/ 233778 h 5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3" h="592006">
                  <a:moveTo>
                    <a:pt x="286237" y="233778"/>
                  </a:moveTo>
                  <a:cubicBezTo>
                    <a:pt x="459856" y="246572"/>
                    <a:pt x="503261" y="267508"/>
                    <a:pt x="503261" y="401262"/>
                  </a:cubicBezTo>
                  <a:cubicBezTo>
                    <a:pt x="503261" y="497797"/>
                    <a:pt x="506781" y="592006"/>
                    <a:pt x="248698" y="592006"/>
                  </a:cubicBezTo>
                  <a:cubicBezTo>
                    <a:pt x="99714" y="592006"/>
                    <a:pt x="0" y="588517"/>
                    <a:pt x="0" y="397772"/>
                  </a:cubicBezTo>
                  <a:lnTo>
                    <a:pt x="150157" y="397772"/>
                  </a:lnTo>
                  <a:cubicBezTo>
                    <a:pt x="150157" y="458252"/>
                    <a:pt x="172446" y="464068"/>
                    <a:pt x="248698" y="464068"/>
                  </a:cubicBezTo>
                  <a:cubicBezTo>
                    <a:pt x="322603" y="464068"/>
                    <a:pt x="346065" y="459415"/>
                    <a:pt x="346065" y="410566"/>
                  </a:cubicBezTo>
                  <a:cubicBezTo>
                    <a:pt x="346065" y="360554"/>
                    <a:pt x="337854" y="360554"/>
                    <a:pt x="263948" y="355902"/>
                  </a:cubicBezTo>
                  <a:lnTo>
                    <a:pt x="229928" y="353575"/>
                  </a:lnTo>
                  <a:cubicBezTo>
                    <a:pt x="85637" y="343108"/>
                    <a:pt x="1173" y="344271"/>
                    <a:pt x="1173" y="177951"/>
                  </a:cubicBezTo>
                  <a:cubicBezTo>
                    <a:pt x="1173" y="11631"/>
                    <a:pt x="96194" y="0"/>
                    <a:pt x="248698" y="0"/>
                  </a:cubicBezTo>
                  <a:cubicBezTo>
                    <a:pt x="376566" y="0"/>
                    <a:pt x="486838" y="2326"/>
                    <a:pt x="486838" y="162831"/>
                  </a:cubicBezTo>
                  <a:lnTo>
                    <a:pt x="486838" y="187255"/>
                  </a:lnTo>
                  <a:lnTo>
                    <a:pt x="336681" y="187255"/>
                  </a:lnTo>
                  <a:cubicBezTo>
                    <a:pt x="336681" y="127938"/>
                    <a:pt x="312045" y="127938"/>
                    <a:pt x="248698" y="127938"/>
                  </a:cubicBezTo>
                  <a:cubicBezTo>
                    <a:pt x="164234" y="127938"/>
                    <a:pt x="157196" y="145385"/>
                    <a:pt x="157196" y="177951"/>
                  </a:cubicBezTo>
                  <a:cubicBezTo>
                    <a:pt x="157196" y="224474"/>
                    <a:pt x="179485" y="225637"/>
                    <a:pt x="221716" y="229126"/>
                  </a:cubicBezTo>
                  <a:lnTo>
                    <a:pt x="286237" y="233778"/>
                  </a:lnTo>
                  <a:close/>
                </a:path>
              </a:pathLst>
            </a:custGeom>
            <a:solidFill>
              <a:schemeClr val="tx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5" name="Vrije vorm 24">
              <a:extLst>
                <a:ext uri="{FF2B5EF4-FFF2-40B4-BE49-F238E27FC236}">
                  <a16:creationId xmlns:a16="http://schemas.microsoft.com/office/drawing/2014/main" id="{FE219922-54A2-1247-B002-F525ED6038E3}"/>
                </a:ext>
              </a:extLst>
            </p:cNvPr>
            <p:cNvSpPr/>
            <p:nvPr userDrawn="1"/>
          </p:nvSpPr>
          <p:spPr>
            <a:xfrm>
              <a:off x="3605748" y="765175"/>
              <a:ext cx="156022" cy="590843"/>
            </a:xfrm>
            <a:custGeom>
              <a:avLst/>
              <a:gdLst>
                <a:gd name="connsiteX0" fmla="*/ 156023 w 156022"/>
                <a:gd name="connsiteY0" fmla="*/ 590843 h 590843"/>
                <a:gd name="connsiteX1" fmla="*/ 0 w 156022"/>
                <a:gd name="connsiteY1" fmla="*/ 590843 h 590843"/>
                <a:gd name="connsiteX2" fmla="*/ 0 w 156022"/>
                <a:gd name="connsiteY2" fmla="*/ 0 h 590843"/>
                <a:gd name="connsiteX3" fmla="*/ 156023 w 156022"/>
                <a:gd name="connsiteY3" fmla="*/ 0 h 590843"/>
                <a:gd name="connsiteX4" fmla="*/ 156023 w 156022"/>
                <a:gd name="connsiteY4" fmla="*/ 590843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22" h="590843">
                  <a:moveTo>
                    <a:pt x="156023" y="590843"/>
                  </a:moveTo>
                  <a:lnTo>
                    <a:pt x="0" y="590843"/>
                  </a:lnTo>
                  <a:lnTo>
                    <a:pt x="0" y="0"/>
                  </a:lnTo>
                  <a:lnTo>
                    <a:pt x="156023" y="0"/>
                  </a:lnTo>
                  <a:lnTo>
                    <a:pt x="156023" y="590843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6" name="Vrije vorm 25">
              <a:extLst>
                <a:ext uri="{FF2B5EF4-FFF2-40B4-BE49-F238E27FC236}">
                  <a16:creationId xmlns:a16="http://schemas.microsoft.com/office/drawing/2014/main" id="{3B3A6D93-D0C4-6C41-B1B7-390845C4EF49}"/>
                </a:ext>
              </a:extLst>
            </p:cNvPr>
            <p:cNvSpPr/>
            <p:nvPr userDrawn="1"/>
          </p:nvSpPr>
          <p:spPr>
            <a:xfrm>
              <a:off x="3891985" y="765175"/>
              <a:ext cx="532588" cy="590843"/>
            </a:xfrm>
            <a:custGeom>
              <a:avLst/>
              <a:gdLst>
                <a:gd name="connsiteX0" fmla="*/ 0 w 532588"/>
                <a:gd name="connsiteY0" fmla="*/ 0 h 590843"/>
                <a:gd name="connsiteX1" fmla="*/ 296795 w 532588"/>
                <a:gd name="connsiteY1" fmla="*/ 0 h 590843"/>
                <a:gd name="connsiteX2" fmla="*/ 532589 w 532588"/>
                <a:gd name="connsiteY2" fmla="*/ 225637 h 590843"/>
                <a:gd name="connsiteX3" fmla="*/ 532589 w 532588"/>
                <a:gd name="connsiteY3" fmla="*/ 357065 h 590843"/>
                <a:gd name="connsiteX4" fmla="*/ 317911 w 532588"/>
                <a:gd name="connsiteY4" fmla="*/ 590843 h 590843"/>
                <a:gd name="connsiteX5" fmla="*/ 0 w 532588"/>
                <a:gd name="connsiteY5" fmla="*/ 590843 h 590843"/>
                <a:gd name="connsiteX6" fmla="*/ 0 w 532588"/>
                <a:gd name="connsiteY6" fmla="*/ 0 h 590843"/>
                <a:gd name="connsiteX7" fmla="*/ 156023 w 532588"/>
                <a:gd name="connsiteY7" fmla="*/ 455926 h 590843"/>
                <a:gd name="connsiteX8" fmla="*/ 293276 w 532588"/>
                <a:gd name="connsiteY8" fmla="*/ 455926 h 590843"/>
                <a:gd name="connsiteX9" fmla="*/ 371874 w 532588"/>
                <a:gd name="connsiteY9" fmla="*/ 357065 h 590843"/>
                <a:gd name="connsiteX10" fmla="*/ 371874 w 532588"/>
                <a:gd name="connsiteY10" fmla="*/ 225637 h 590843"/>
                <a:gd name="connsiteX11" fmla="*/ 293276 w 532588"/>
                <a:gd name="connsiteY11" fmla="*/ 134917 h 590843"/>
                <a:gd name="connsiteX12" fmla="*/ 156023 w 532588"/>
                <a:gd name="connsiteY12" fmla="*/ 134917 h 590843"/>
                <a:gd name="connsiteX13" fmla="*/ 156023 w 532588"/>
                <a:gd name="connsiteY13" fmla="*/ 455926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588" h="590843">
                  <a:moveTo>
                    <a:pt x="0" y="0"/>
                  </a:moveTo>
                  <a:lnTo>
                    <a:pt x="296795" y="0"/>
                  </a:lnTo>
                  <a:cubicBezTo>
                    <a:pt x="459857" y="0"/>
                    <a:pt x="532589" y="60480"/>
                    <a:pt x="532589" y="225637"/>
                  </a:cubicBezTo>
                  <a:lnTo>
                    <a:pt x="532589" y="357065"/>
                  </a:lnTo>
                  <a:cubicBezTo>
                    <a:pt x="532589" y="516406"/>
                    <a:pt x="480972" y="590843"/>
                    <a:pt x="317911" y="590843"/>
                  </a:cubicBezTo>
                  <a:lnTo>
                    <a:pt x="0" y="590843"/>
                  </a:lnTo>
                  <a:lnTo>
                    <a:pt x="0" y="0"/>
                  </a:lnTo>
                  <a:close/>
                  <a:moveTo>
                    <a:pt x="156023" y="455926"/>
                  </a:moveTo>
                  <a:lnTo>
                    <a:pt x="293276" y="455926"/>
                  </a:lnTo>
                  <a:cubicBezTo>
                    <a:pt x="350758" y="455926"/>
                    <a:pt x="371874" y="417545"/>
                    <a:pt x="371874" y="357065"/>
                  </a:cubicBezTo>
                  <a:lnTo>
                    <a:pt x="371874" y="225637"/>
                  </a:lnTo>
                  <a:cubicBezTo>
                    <a:pt x="371874" y="150037"/>
                    <a:pt x="347239" y="134917"/>
                    <a:pt x="293276" y="134917"/>
                  </a:cubicBezTo>
                  <a:lnTo>
                    <a:pt x="156023" y="134917"/>
                  </a:lnTo>
                  <a:lnTo>
                    <a:pt x="156023" y="455926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7" name="Vrije vorm 26">
              <a:extLst>
                <a:ext uri="{FF2B5EF4-FFF2-40B4-BE49-F238E27FC236}">
                  <a16:creationId xmlns:a16="http://schemas.microsoft.com/office/drawing/2014/main" id="{8B7780A7-C02B-7D4A-B22B-FC424F0214ED}"/>
                </a:ext>
              </a:extLst>
            </p:cNvPr>
            <p:cNvSpPr/>
            <p:nvPr userDrawn="1"/>
          </p:nvSpPr>
          <p:spPr>
            <a:xfrm>
              <a:off x="4548923" y="765175"/>
              <a:ext cx="428182" cy="590843"/>
            </a:xfrm>
            <a:custGeom>
              <a:avLst/>
              <a:gdLst>
                <a:gd name="connsiteX0" fmla="*/ 156023 w 428182"/>
                <a:gd name="connsiteY0" fmla="*/ 238431 h 590843"/>
                <a:gd name="connsiteX1" fmla="*/ 405894 w 428182"/>
                <a:gd name="connsiteY1" fmla="*/ 238431 h 590843"/>
                <a:gd name="connsiteX2" fmla="*/ 405894 w 428182"/>
                <a:gd name="connsiteY2" fmla="*/ 346597 h 590843"/>
                <a:gd name="connsiteX3" fmla="*/ 156023 w 428182"/>
                <a:gd name="connsiteY3" fmla="*/ 346597 h 590843"/>
                <a:gd name="connsiteX4" fmla="*/ 156023 w 428182"/>
                <a:gd name="connsiteY4" fmla="*/ 464068 h 590843"/>
                <a:gd name="connsiteX5" fmla="*/ 428183 w 428182"/>
                <a:gd name="connsiteY5" fmla="*/ 464068 h 590843"/>
                <a:gd name="connsiteX6" fmla="*/ 428183 w 428182"/>
                <a:gd name="connsiteY6" fmla="*/ 590843 h 590843"/>
                <a:gd name="connsiteX7" fmla="*/ 0 w 428182"/>
                <a:gd name="connsiteY7" fmla="*/ 590843 h 590843"/>
                <a:gd name="connsiteX8" fmla="*/ 0 w 428182"/>
                <a:gd name="connsiteY8" fmla="*/ 0 h 590843"/>
                <a:gd name="connsiteX9" fmla="*/ 428183 w 428182"/>
                <a:gd name="connsiteY9" fmla="*/ 0 h 590843"/>
                <a:gd name="connsiteX10" fmla="*/ 428183 w 428182"/>
                <a:gd name="connsiteY10" fmla="*/ 126775 h 590843"/>
                <a:gd name="connsiteX11" fmla="*/ 156023 w 428182"/>
                <a:gd name="connsiteY11" fmla="*/ 126775 h 590843"/>
                <a:gd name="connsiteX12" fmla="*/ 156023 w 428182"/>
                <a:gd name="connsiteY12" fmla="*/ 238431 h 59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182" h="590843">
                  <a:moveTo>
                    <a:pt x="156023" y="238431"/>
                  </a:moveTo>
                  <a:lnTo>
                    <a:pt x="405894" y="238431"/>
                  </a:lnTo>
                  <a:lnTo>
                    <a:pt x="405894" y="346597"/>
                  </a:lnTo>
                  <a:lnTo>
                    <a:pt x="156023" y="346597"/>
                  </a:lnTo>
                  <a:lnTo>
                    <a:pt x="156023" y="464068"/>
                  </a:lnTo>
                  <a:lnTo>
                    <a:pt x="428183" y="464068"/>
                  </a:lnTo>
                  <a:lnTo>
                    <a:pt x="428183" y="590843"/>
                  </a:lnTo>
                  <a:lnTo>
                    <a:pt x="0" y="590843"/>
                  </a:lnTo>
                  <a:lnTo>
                    <a:pt x="0" y="0"/>
                  </a:lnTo>
                  <a:lnTo>
                    <a:pt x="428183" y="0"/>
                  </a:lnTo>
                  <a:lnTo>
                    <a:pt x="428183" y="126775"/>
                  </a:lnTo>
                  <a:lnTo>
                    <a:pt x="156023" y="126775"/>
                  </a:lnTo>
                  <a:lnTo>
                    <a:pt x="156023" y="238431"/>
                  </a:lnTo>
                  <a:close/>
                </a:path>
              </a:pathLst>
            </a:custGeom>
            <a:solidFill>
              <a:srgbClr val="7495C1"/>
            </a:solidFill>
            <a:ln w="11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28" name="Graphic 23">
              <a:extLst>
                <a:ext uri="{FF2B5EF4-FFF2-40B4-BE49-F238E27FC236}">
                  <a16:creationId xmlns:a16="http://schemas.microsoft.com/office/drawing/2014/main" id="{AC4FDBE3-D4FA-1D46-9274-16CE96355558}"/>
                </a:ext>
              </a:extLst>
            </p:cNvPr>
            <p:cNvGrpSpPr/>
            <p:nvPr userDrawn="1"/>
          </p:nvGrpSpPr>
          <p:grpSpPr>
            <a:xfrm>
              <a:off x="750415" y="1469999"/>
              <a:ext cx="4231383" cy="173298"/>
              <a:chOff x="750415" y="1469999"/>
              <a:chExt cx="4231383" cy="173298"/>
            </a:xfrm>
            <a:solidFill>
              <a:schemeClr val="bg1"/>
            </a:solidFill>
          </p:grpSpPr>
          <p:sp>
            <p:nvSpPr>
              <p:cNvPr id="29" name="Vrije vorm 28">
                <a:extLst>
                  <a:ext uri="{FF2B5EF4-FFF2-40B4-BE49-F238E27FC236}">
                    <a16:creationId xmlns:a16="http://schemas.microsoft.com/office/drawing/2014/main" id="{BBB199AF-CD57-E147-A82E-22CEEB76ABAC}"/>
                  </a:ext>
                </a:extLst>
              </p:cNvPr>
              <p:cNvSpPr/>
              <p:nvPr/>
            </p:nvSpPr>
            <p:spPr>
              <a:xfrm>
                <a:off x="75041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" name="Vrije vorm 29">
                <a:extLst>
                  <a:ext uri="{FF2B5EF4-FFF2-40B4-BE49-F238E27FC236}">
                    <a16:creationId xmlns:a16="http://schemas.microsoft.com/office/drawing/2014/main" id="{0C6B4F26-2E63-8645-9AA2-5F72D90F32C6}"/>
                  </a:ext>
                </a:extLst>
              </p:cNvPr>
              <p:cNvSpPr/>
              <p:nvPr/>
            </p:nvSpPr>
            <p:spPr>
              <a:xfrm>
                <a:off x="1038998" y="1472325"/>
                <a:ext cx="111444" cy="168646"/>
              </a:xfrm>
              <a:custGeom>
                <a:avLst/>
                <a:gdLst>
                  <a:gd name="connsiteX0" fmla="*/ 0 w 111444"/>
                  <a:gd name="connsiteY0" fmla="*/ 168646 h 168646"/>
                  <a:gd name="connsiteX1" fmla="*/ 0 w 111444"/>
                  <a:gd name="connsiteY1" fmla="*/ 0 h 168646"/>
                  <a:gd name="connsiteX2" fmla="*/ 32847 w 111444"/>
                  <a:gd name="connsiteY2" fmla="*/ 0 h 168646"/>
                  <a:gd name="connsiteX3" fmla="*/ 32847 w 111444"/>
                  <a:gd name="connsiteY3" fmla="*/ 67458 h 168646"/>
                  <a:gd name="connsiteX4" fmla="*/ 78598 w 111444"/>
                  <a:gd name="connsiteY4" fmla="*/ 67458 h 168646"/>
                  <a:gd name="connsiteX5" fmla="*/ 78598 w 111444"/>
                  <a:gd name="connsiteY5" fmla="*/ 0 h 168646"/>
                  <a:gd name="connsiteX6" fmla="*/ 111445 w 111444"/>
                  <a:gd name="connsiteY6" fmla="*/ 0 h 168646"/>
                  <a:gd name="connsiteX7" fmla="*/ 111445 w 111444"/>
                  <a:gd name="connsiteY7" fmla="*/ 168646 h 168646"/>
                  <a:gd name="connsiteX8" fmla="*/ 78598 w 111444"/>
                  <a:gd name="connsiteY8" fmla="*/ 168646 h 168646"/>
                  <a:gd name="connsiteX9" fmla="*/ 78598 w 111444"/>
                  <a:gd name="connsiteY9" fmla="*/ 95372 h 168646"/>
                  <a:gd name="connsiteX10" fmla="*/ 32847 w 111444"/>
                  <a:gd name="connsiteY10" fmla="*/ 95372 h 168646"/>
                  <a:gd name="connsiteX11" fmla="*/ 32847 w 111444"/>
                  <a:gd name="connsiteY11" fmla="*/ 168646 h 168646"/>
                  <a:gd name="connsiteX12" fmla="*/ 0 w 111444"/>
                  <a:gd name="connsiteY12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444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67458"/>
                    </a:lnTo>
                    <a:lnTo>
                      <a:pt x="78598" y="67458"/>
                    </a:lnTo>
                    <a:lnTo>
                      <a:pt x="78598" y="0"/>
                    </a:lnTo>
                    <a:lnTo>
                      <a:pt x="111445" y="0"/>
                    </a:lnTo>
                    <a:lnTo>
                      <a:pt x="111445" y="168646"/>
                    </a:lnTo>
                    <a:lnTo>
                      <a:pt x="78598" y="168646"/>
                    </a:lnTo>
                    <a:lnTo>
                      <a:pt x="78598" y="95372"/>
                    </a:lnTo>
                    <a:lnTo>
                      <a:pt x="32847" y="95372"/>
                    </a:lnTo>
                    <a:lnTo>
                      <a:pt x="32847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" name="Vrije vorm 30">
                <a:extLst>
                  <a:ext uri="{FF2B5EF4-FFF2-40B4-BE49-F238E27FC236}">
                    <a16:creationId xmlns:a16="http://schemas.microsoft.com/office/drawing/2014/main" id="{AE369FCE-B95A-8F4A-9730-62B77FC641B4}"/>
                  </a:ext>
                </a:extLst>
              </p:cNvPr>
              <p:cNvSpPr/>
              <p:nvPr/>
            </p:nvSpPr>
            <p:spPr>
              <a:xfrm>
                <a:off x="1340486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" name="Vrije vorm 31">
                <a:extLst>
                  <a:ext uri="{FF2B5EF4-FFF2-40B4-BE49-F238E27FC236}">
                    <a16:creationId xmlns:a16="http://schemas.microsoft.com/office/drawing/2014/main" id="{E3C699CE-3350-304B-8B6F-DE63166A51B2}"/>
                  </a:ext>
                </a:extLst>
              </p:cNvPr>
              <p:cNvSpPr/>
              <p:nvPr/>
            </p:nvSpPr>
            <p:spPr>
              <a:xfrm>
                <a:off x="1836708" y="1469999"/>
                <a:ext cx="109098" cy="173298"/>
              </a:xfrm>
              <a:custGeom>
                <a:avLst/>
                <a:gdLst>
                  <a:gd name="connsiteX0" fmla="*/ 77425 w 109098"/>
                  <a:gd name="connsiteY0" fmla="*/ 48849 h 173298"/>
                  <a:gd name="connsiteX1" fmla="*/ 53963 w 109098"/>
                  <a:gd name="connsiteY1" fmla="*/ 26751 h 173298"/>
                  <a:gd name="connsiteX2" fmla="*/ 36366 w 109098"/>
                  <a:gd name="connsiteY2" fmla="*/ 45360 h 173298"/>
                  <a:gd name="connsiteX3" fmla="*/ 109099 w 109098"/>
                  <a:gd name="connsiteY3" fmla="*/ 125612 h 173298"/>
                  <a:gd name="connsiteX4" fmla="*/ 55136 w 109098"/>
                  <a:gd name="connsiteY4" fmla="*/ 173298 h 173298"/>
                  <a:gd name="connsiteX5" fmla="*/ 0 w 109098"/>
                  <a:gd name="connsiteY5" fmla="*/ 125612 h 173298"/>
                  <a:gd name="connsiteX6" fmla="*/ 31674 w 109098"/>
                  <a:gd name="connsiteY6" fmla="*/ 118634 h 173298"/>
                  <a:gd name="connsiteX7" fmla="*/ 56309 w 109098"/>
                  <a:gd name="connsiteY7" fmla="*/ 146548 h 173298"/>
                  <a:gd name="connsiteX8" fmla="*/ 76252 w 109098"/>
                  <a:gd name="connsiteY8" fmla="*/ 126775 h 173298"/>
                  <a:gd name="connsiteX9" fmla="*/ 3519 w 109098"/>
                  <a:gd name="connsiteY9" fmla="*/ 47686 h 173298"/>
                  <a:gd name="connsiteX10" fmla="*/ 55136 w 109098"/>
                  <a:gd name="connsiteY10" fmla="*/ 0 h 173298"/>
                  <a:gd name="connsiteX11" fmla="*/ 107926 w 109098"/>
                  <a:gd name="connsiteY11" fmla="*/ 40708 h 173298"/>
                  <a:gd name="connsiteX12" fmla="*/ 77425 w 109098"/>
                  <a:gd name="connsiteY12" fmla="*/ 48849 h 173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8" h="173298">
                    <a:moveTo>
                      <a:pt x="77425" y="48849"/>
                    </a:moveTo>
                    <a:cubicBezTo>
                      <a:pt x="71559" y="32566"/>
                      <a:pt x="64521" y="26751"/>
                      <a:pt x="53963" y="26751"/>
                    </a:cubicBezTo>
                    <a:cubicBezTo>
                      <a:pt x="42232" y="26751"/>
                      <a:pt x="36366" y="33729"/>
                      <a:pt x="36366" y="45360"/>
                    </a:cubicBezTo>
                    <a:cubicBezTo>
                      <a:pt x="36366" y="70948"/>
                      <a:pt x="109099" y="72111"/>
                      <a:pt x="109099" y="125612"/>
                    </a:cubicBezTo>
                    <a:cubicBezTo>
                      <a:pt x="109099" y="154689"/>
                      <a:pt x="89156" y="173298"/>
                      <a:pt x="55136" y="173298"/>
                    </a:cubicBezTo>
                    <a:cubicBezTo>
                      <a:pt x="29328" y="173298"/>
                      <a:pt x="8212" y="159342"/>
                      <a:pt x="0" y="125612"/>
                    </a:cubicBezTo>
                    <a:lnTo>
                      <a:pt x="31674" y="118634"/>
                    </a:lnTo>
                    <a:cubicBezTo>
                      <a:pt x="35193" y="138406"/>
                      <a:pt x="46924" y="146548"/>
                      <a:pt x="56309" y="146548"/>
                    </a:cubicBezTo>
                    <a:cubicBezTo>
                      <a:pt x="68040" y="146548"/>
                      <a:pt x="76252" y="139569"/>
                      <a:pt x="76252" y="126775"/>
                    </a:cubicBezTo>
                    <a:cubicBezTo>
                      <a:pt x="76252" y="95372"/>
                      <a:pt x="3519" y="94209"/>
                      <a:pt x="3519" y="47686"/>
                    </a:cubicBezTo>
                    <a:cubicBezTo>
                      <a:pt x="3519" y="18609"/>
                      <a:pt x="21116" y="0"/>
                      <a:pt x="55136" y="0"/>
                    </a:cubicBezTo>
                    <a:cubicBezTo>
                      <a:pt x="84463" y="0"/>
                      <a:pt x="102060" y="17446"/>
                      <a:pt x="107926" y="40708"/>
                    </a:cubicBezTo>
                    <a:lnTo>
                      <a:pt x="77425" y="48849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" name="Vrije vorm 32">
                <a:extLst>
                  <a:ext uri="{FF2B5EF4-FFF2-40B4-BE49-F238E27FC236}">
                    <a16:creationId xmlns:a16="http://schemas.microsoft.com/office/drawing/2014/main" id="{CC143044-F333-4D4D-B245-4C0127799D4D}"/>
                  </a:ext>
                </a:extLst>
              </p:cNvPr>
              <p:cNvSpPr/>
              <p:nvPr/>
            </p:nvSpPr>
            <p:spPr>
              <a:xfrm>
                <a:off x="2122945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" name="Vrije vorm 33">
                <a:extLst>
                  <a:ext uri="{FF2B5EF4-FFF2-40B4-BE49-F238E27FC236}">
                    <a16:creationId xmlns:a16="http://schemas.microsoft.com/office/drawing/2014/main" id="{56CBD132-50E4-E84A-8219-13DA8F76098F}"/>
                  </a:ext>
                </a:extLst>
              </p:cNvPr>
              <p:cNvSpPr/>
              <p:nvPr/>
            </p:nvSpPr>
            <p:spPr>
              <a:xfrm>
                <a:off x="241035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" name="Vrije vorm 34">
                <a:extLst>
                  <a:ext uri="{FF2B5EF4-FFF2-40B4-BE49-F238E27FC236}">
                    <a16:creationId xmlns:a16="http://schemas.microsoft.com/office/drawing/2014/main" id="{1B5AACBA-2445-D541-B94C-56B77E63D925}"/>
                  </a:ext>
                </a:extLst>
              </p:cNvPr>
              <p:cNvSpPr/>
              <p:nvPr/>
            </p:nvSpPr>
            <p:spPr>
              <a:xfrm>
                <a:off x="2687208" y="1472325"/>
                <a:ext cx="91502" cy="168646"/>
              </a:xfrm>
              <a:custGeom>
                <a:avLst/>
                <a:gdLst>
                  <a:gd name="connsiteX0" fmla="*/ 0 w 91502"/>
                  <a:gd name="connsiteY0" fmla="*/ 168646 h 168646"/>
                  <a:gd name="connsiteX1" fmla="*/ 0 w 91502"/>
                  <a:gd name="connsiteY1" fmla="*/ 0 h 168646"/>
                  <a:gd name="connsiteX2" fmla="*/ 89156 w 91502"/>
                  <a:gd name="connsiteY2" fmla="*/ 0 h 168646"/>
                  <a:gd name="connsiteX3" fmla="*/ 89156 w 91502"/>
                  <a:gd name="connsiteY3" fmla="*/ 27914 h 168646"/>
                  <a:gd name="connsiteX4" fmla="*/ 32847 w 91502"/>
                  <a:gd name="connsiteY4" fmla="*/ 27914 h 168646"/>
                  <a:gd name="connsiteX5" fmla="*/ 32847 w 91502"/>
                  <a:gd name="connsiteY5" fmla="*/ 66295 h 168646"/>
                  <a:gd name="connsiteX6" fmla="*/ 76252 w 91502"/>
                  <a:gd name="connsiteY6" fmla="*/ 66295 h 168646"/>
                  <a:gd name="connsiteX7" fmla="*/ 76252 w 91502"/>
                  <a:gd name="connsiteY7" fmla="*/ 95372 h 168646"/>
                  <a:gd name="connsiteX8" fmla="*/ 32847 w 91502"/>
                  <a:gd name="connsiteY8" fmla="*/ 95372 h 168646"/>
                  <a:gd name="connsiteX9" fmla="*/ 32847 w 91502"/>
                  <a:gd name="connsiteY9" fmla="*/ 139569 h 168646"/>
                  <a:gd name="connsiteX10" fmla="*/ 91502 w 91502"/>
                  <a:gd name="connsiteY10" fmla="*/ 139569 h 168646"/>
                  <a:gd name="connsiteX11" fmla="*/ 91502 w 91502"/>
                  <a:gd name="connsiteY11" fmla="*/ 167483 h 168646"/>
                  <a:gd name="connsiteX12" fmla="*/ 0 w 91502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2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" name="Vrije vorm 35">
                <a:extLst>
                  <a:ext uri="{FF2B5EF4-FFF2-40B4-BE49-F238E27FC236}">
                    <a16:creationId xmlns:a16="http://schemas.microsoft.com/office/drawing/2014/main" id="{6C729CF1-5033-0340-936C-D39DD37D292C}"/>
                  </a:ext>
                </a:extLst>
              </p:cNvPr>
              <p:cNvSpPr/>
              <p:nvPr/>
            </p:nvSpPr>
            <p:spPr>
              <a:xfrm>
                <a:off x="2964061" y="1472325"/>
                <a:ext cx="85636" cy="168646"/>
              </a:xfrm>
              <a:custGeom>
                <a:avLst/>
                <a:gdLst>
                  <a:gd name="connsiteX0" fmla="*/ 0 w 85636"/>
                  <a:gd name="connsiteY0" fmla="*/ 168646 h 168646"/>
                  <a:gd name="connsiteX1" fmla="*/ 0 w 85636"/>
                  <a:gd name="connsiteY1" fmla="*/ 0 h 168646"/>
                  <a:gd name="connsiteX2" fmla="*/ 32847 w 85636"/>
                  <a:gd name="connsiteY2" fmla="*/ 0 h 168646"/>
                  <a:gd name="connsiteX3" fmla="*/ 32847 w 85636"/>
                  <a:gd name="connsiteY3" fmla="*/ 139569 h 168646"/>
                  <a:gd name="connsiteX4" fmla="*/ 85637 w 85636"/>
                  <a:gd name="connsiteY4" fmla="*/ 139569 h 168646"/>
                  <a:gd name="connsiteX5" fmla="*/ 85637 w 85636"/>
                  <a:gd name="connsiteY5" fmla="*/ 167483 h 168646"/>
                  <a:gd name="connsiteX6" fmla="*/ 0 w 85636"/>
                  <a:gd name="connsiteY6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636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32847" y="0"/>
                    </a:lnTo>
                    <a:lnTo>
                      <a:pt x="32847" y="139569"/>
                    </a:lnTo>
                    <a:lnTo>
                      <a:pt x="85637" y="139569"/>
                    </a:lnTo>
                    <a:lnTo>
                      <a:pt x="85637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" name="Vrije vorm 36">
                <a:extLst>
                  <a:ext uri="{FF2B5EF4-FFF2-40B4-BE49-F238E27FC236}">
                    <a16:creationId xmlns:a16="http://schemas.microsoft.com/office/drawing/2014/main" id="{0076AD10-02C6-E240-B6C1-27884264E330}"/>
                  </a:ext>
                </a:extLst>
              </p:cNvPr>
              <p:cNvSpPr/>
              <p:nvPr/>
            </p:nvSpPr>
            <p:spPr>
              <a:xfrm>
                <a:off x="3453245" y="1472325"/>
                <a:ext cx="84463" cy="168646"/>
              </a:xfrm>
              <a:custGeom>
                <a:avLst/>
                <a:gdLst>
                  <a:gd name="connsiteX0" fmla="*/ 0 w 84463"/>
                  <a:gd name="connsiteY0" fmla="*/ 168646 h 168646"/>
                  <a:gd name="connsiteX1" fmla="*/ 0 w 84463"/>
                  <a:gd name="connsiteY1" fmla="*/ 0 h 168646"/>
                  <a:gd name="connsiteX2" fmla="*/ 84463 w 84463"/>
                  <a:gd name="connsiteY2" fmla="*/ 0 h 168646"/>
                  <a:gd name="connsiteX3" fmla="*/ 84463 w 84463"/>
                  <a:gd name="connsiteY3" fmla="*/ 27914 h 168646"/>
                  <a:gd name="connsiteX4" fmla="*/ 31674 w 84463"/>
                  <a:gd name="connsiteY4" fmla="*/ 27914 h 168646"/>
                  <a:gd name="connsiteX5" fmla="*/ 31674 w 84463"/>
                  <a:gd name="connsiteY5" fmla="*/ 66295 h 168646"/>
                  <a:gd name="connsiteX6" fmla="*/ 72732 w 84463"/>
                  <a:gd name="connsiteY6" fmla="*/ 66295 h 168646"/>
                  <a:gd name="connsiteX7" fmla="*/ 72732 w 84463"/>
                  <a:gd name="connsiteY7" fmla="*/ 95372 h 168646"/>
                  <a:gd name="connsiteX8" fmla="*/ 31674 w 84463"/>
                  <a:gd name="connsiteY8" fmla="*/ 95372 h 168646"/>
                  <a:gd name="connsiteX9" fmla="*/ 31674 w 84463"/>
                  <a:gd name="connsiteY9" fmla="*/ 168646 h 168646"/>
                  <a:gd name="connsiteX10" fmla="*/ 0 w 84463"/>
                  <a:gd name="connsiteY10" fmla="*/ 168646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63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4463" y="0"/>
                    </a:lnTo>
                    <a:lnTo>
                      <a:pt x="84463" y="27914"/>
                    </a:lnTo>
                    <a:lnTo>
                      <a:pt x="31674" y="27914"/>
                    </a:lnTo>
                    <a:lnTo>
                      <a:pt x="31674" y="66295"/>
                    </a:lnTo>
                    <a:lnTo>
                      <a:pt x="72732" y="66295"/>
                    </a:lnTo>
                    <a:lnTo>
                      <a:pt x="72732" y="95372"/>
                    </a:lnTo>
                    <a:lnTo>
                      <a:pt x="31674" y="95372"/>
                    </a:lnTo>
                    <a:lnTo>
                      <a:pt x="31674" y="168646"/>
                    </a:lnTo>
                    <a:lnTo>
                      <a:pt x="0" y="168646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" name="Vrije vorm 37">
                <a:extLst>
                  <a:ext uri="{FF2B5EF4-FFF2-40B4-BE49-F238E27FC236}">
                    <a16:creationId xmlns:a16="http://schemas.microsoft.com/office/drawing/2014/main" id="{9404022B-CD0B-E54D-9532-22FF7234C604}"/>
                  </a:ext>
                </a:extLst>
              </p:cNvPr>
              <p:cNvSpPr/>
              <p:nvPr/>
            </p:nvSpPr>
            <p:spPr>
              <a:xfrm>
                <a:off x="3719539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" name="Vrije vorm 38">
                <a:extLst>
                  <a:ext uri="{FF2B5EF4-FFF2-40B4-BE49-F238E27FC236}">
                    <a16:creationId xmlns:a16="http://schemas.microsoft.com/office/drawing/2014/main" id="{B61EB16D-CD98-D346-810E-6E13CD6D9D14}"/>
                  </a:ext>
                </a:extLst>
              </p:cNvPr>
              <p:cNvSpPr/>
              <p:nvPr/>
            </p:nvSpPr>
            <p:spPr>
              <a:xfrm>
                <a:off x="4010469" y="1472325"/>
                <a:ext cx="107925" cy="167483"/>
              </a:xfrm>
              <a:custGeom>
                <a:avLst/>
                <a:gdLst>
                  <a:gd name="connsiteX0" fmla="*/ 107926 w 107925"/>
                  <a:gd name="connsiteY0" fmla="*/ 0 h 167483"/>
                  <a:gd name="connsiteX1" fmla="*/ 107926 w 107925"/>
                  <a:gd name="connsiteY1" fmla="*/ 27914 h 167483"/>
                  <a:gd name="connsiteX2" fmla="*/ 70386 w 107925"/>
                  <a:gd name="connsiteY2" fmla="*/ 27914 h 167483"/>
                  <a:gd name="connsiteX3" fmla="*/ 70386 w 107925"/>
                  <a:gd name="connsiteY3" fmla="*/ 167483 h 167483"/>
                  <a:gd name="connsiteX4" fmla="*/ 37539 w 107925"/>
                  <a:gd name="connsiteY4" fmla="*/ 167483 h 167483"/>
                  <a:gd name="connsiteX5" fmla="*/ 37539 w 107925"/>
                  <a:gd name="connsiteY5" fmla="*/ 27914 h 167483"/>
                  <a:gd name="connsiteX6" fmla="*/ 0 w 107925"/>
                  <a:gd name="connsiteY6" fmla="*/ 27914 h 167483"/>
                  <a:gd name="connsiteX7" fmla="*/ 0 w 107925"/>
                  <a:gd name="connsiteY7" fmla="*/ 0 h 167483"/>
                  <a:gd name="connsiteX8" fmla="*/ 107926 w 107925"/>
                  <a:gd name="connsiteY8" fmla="*/ 0 h 16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25" h="167483">
                    <a:moveTo>
                      <a:pt x="107926" y="0"/>
                    </a:moveTo>
                    <a:lnTo>
                      <a:pt x="107926" y="27914"/>
                    </a:lnTo>
                    <a:lnTo>
                      <a:pt x="70386" y="27914"/>
                    </a:lnTo>
                    <a:lnTo>
                      <a:pt x="70386" y="167483"/>
                    </a:lnTo>
                    <a:lnTo>
                      <a:pt x="37539" y="167483"/>
                    </a:lnTo>
                    <a:lnTo>
                      <a:pt x="37539" y="27914"/>
                    </a:lnTo>
                    <a:lnTo>
                      <a:pt x="0" y="27914"/>
                    </a:lnTo>
                    <a:lnTo>
                      <a:pt x="0" y="0"/>
                    </a:lnTo>
                    <a:lnTo>
                      <a:pt x="107926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 39">
                <a:extLst>
                  <a:ext uri="{FF2B5EF4-FFF2-40B4-BE49-F238E27FC236}">
                    <a16:creationId xmlns:a16="http://schemas.microsoft.com/office/drawing/2014/main" id="{AF330530-ADE4-A442-AF25-81A9EC6417C5}"/>
                  </a:ext>
                </a:extLst>
              </p:cNvPr>
              <p:cNvSpPr/>
              <p:nvPr/>
            </p:nvSpPr>
            <p:spPr>
              <a:xfrm>
                <a:off x="4299052" y="1472325"/>
                <a:ext cx="110271" cy="170972"/>
              </a:xfrm>
              <a:custGeom>
                <a:avLst/>
                <a:gdLst>
                  <a:gd name="connsiteX0" fmla="*/ 31674 w 110271"/>
                  <a:gd name="connsiteY0" fmla="*/ 0 h 170972"/>
                  <a:gd name="connsiteX1" fmla="*/ 31674 w 110271"/>
                  <a:gd name="connsiteY1" fmla="*/ 117471 h 170972"/>
                  <a:gd name="connsiteX2" fmla="*/ 53963 w 110271"/>
                  <a:gd name="connsiteY2" fmla="*/ 141895 h 170972"/>
                  <a:gd name="connsiteX3" fmla="*/ 77425 w 110271"/>
                  <a:gd name="connsiteY3" fmla="*/ 117471 h 170972"/>
                  <a:gd name="connsiteX4" fmla="*/ 77425 w 110271"/>
                  <a:gd name="connsiteY4" fmla="*/ 0 h 170972"/>
                  <a:gd name="connsiteX5" fmla="*/ 110272 w 110271"/>
                  <a:gd name="connsiteY5" fmla="*/ 0 h 170972"/>
                  <a:gd name="connsiteX6" fmla="*/ 110272 w 110271"/>
                  <a:gd name="connsiteY6" fmla="*/ 118634 h 170972"/>
                  <a:gd name="connsiteX7" fmla="*/ 55136 w 110271"/>
                  <a:gd name="connsiteY7" fmla="*/ 170972 h 170972"/>
                  <a:gd name="connsiteX8" fmla="*/ 0 w 110271"/>
                  <a:gd name="connsiteY8" fmla="*/ 118634 h 170972"/>
                  <a:gd name="connsiteX9" fmla="*/ 0 w 110271"/>
                  <a:gd name="connsiteY9" fmla="*/ 0 h 170972"/>
                  <a:gd name="connsiteX10" fmla="*/ 31674 w 110271"/>
                  <a:gd name="connsiteY10" fmla="*/ 0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71" h="170972">
                    <a:moveTo>
                      <a:pt x="31674" y="0"/>
                    </a:moveTo>
                    <a:lnTo>
                      <a:pt x="31674" y="117471"/>
                    </a:lnTo>
                    <a:cubicBezTo>
                      <a:pt x="31674" y="133754"/>
                      <a:pt x="38712" y="141895"/>
                      <a:pt x="53963" y="141895"/>
                    </a:cubicBezTo>
                    <a:cubicBezTo>
                      <a:pt x="69213" y="141895"/>
                      <a:pt x="77425" y="133754"/>
                      <a:pt x="77425" y="117471"/>
                    </a:cubicBezTo>
                    <a:lnTo>
                      <a:pt x="77425" y="0"/>
                    </a:lnTo>
                    <a:lnTo>
                      <a:pt x="110272" y="0"/>
                    </a:lnTo>
                    <a:lnTo>
                      <a:pt x="110272" y="118634"/>
                    </a:lnTo>
                    <a:cubicBezTo>
                      <a:pt x="110272" y="155852"/>
                      <a:pt x="87983" y="170972"/>
                      <a:pt x="55136" y="170972"/>
                    </a:cubicBezTo>
                    <a:cubicBezTo>
                      <a:pt x="22289" y="170972"/>
                      <a:pt x="0" y="155852"/>
                      <a:pt x="0" y="118634"/>
                    </a:cubicBezTo>
                    <a:lnTo>
                      <a:pt x="0" y="0"/>
                    </a:lnTo>
                    <a:lnTo>
                      <a:pt x="31674" y="0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 40">
                <a:extLst>
                  <a:ext uri="{FF2B5EF4-FFF2-40B4-BE49-F238E27FC236}">
                    <a16:creationId xmlns:a16="http://schemas.microsoft.com/office/drawing/2014/main" id="{7B55E83C-6805-B746-A319-FA0429057FC4}"/>
                  </a:ext>
                </a:extLst>
              </p:cNvPr>
              <p:cNvSpPr/>
              <p:nvPr/>
            </p:nvSpPr>
            <p:spPr>
              <a:xfrm>
                <a:off x="4599367" y="1472325"/>
                <a:ext cx="110271" cy="168646"/>
              </a:xfrm>
              <a:custGeom>
                <a:avLst/>
                <a:gdLst>
                  <a:gd name="connsiteX0" fmla="*/ 77425 w 110271"/>
                  <a:gd name="connsiteY0" fmla="*/ 168646 h 168646"/>
                  <a:gd name="connsiteX1" fmla="*/ 49270 w 110271"/>
                  <a:gd name="connsiteY1" fmla="*/ 100025 h 168646"/>
                  <a:gd name="connsiteX2" fmla="*/ 32847 w 110271"/>
                  <a:gd name="connsiteY2" fmla="*/ 100025 h 168646"/>
                  <a:gd name="connsiteX3" fmla="*/ 32847 w 110271"/>
                  <a:gd name="connsiteY3" fmla="*/ 168646 h 168646"/>
                  <a:gd name="connsiteX4" fmla="*/ 0 w 110271"/>
                  <a:gd name="connsiteY4" fmla="*/ 168646 h 168646"/>
                  <a:gd name="connsiteX5" fmla="*/ 0 w 110271"/>
                  <a:gd name="connsiteY5" fmla="*/ 0 h 168646"/>
                  <a:gd name="connsiteX6" fmla="*/ 46924 w 110271"/>
                  <a:gd name="connsiteY6" fmla="*/ 0 h 168646"/>
                  <a:gd name="connsiteX7" fmla="*/ 104406 w 110271"/>
                  <a:gd name="connsiteY7" fmla="*/ 50012 h 168646"/>
                  <a:gd name="connsiteX8" fmla="*/ 78598 w 110271"/>
                  <a:gd name="connsiteY8" fmla="*/ 93046 h 168646"/>
                  <a:gd name="connsiteX9" fmla="*/ 110272 w 110271"/>
                  <a:gd name="connsiteY9" fmla="*/ 168646 h 168646"/>
                  <a:gd name="connsiteX10" fmla="*/ 77425 w 110271"/>
                  <a:gd name="connsiteY10" fmla="*/ 168646 h 168646"/>
                  <a:gd name="connsiteX11" fmla="*/ 32847 w 110271"/>
                  <a:gd name="connsiteY11" fmla="*/ 73274 h 168646"/>
                  <a:gd name="connsiteX12" fmla="*/ 49270 w 110271"/>
                  <a:gd name="connsiteY12" fmla="*/ 73274 h 168646"/>
                  <a:gd name="connsiteX13" fmla="*/ 72732 w 110271"/>
                  <a:gd name="connsiteY13" fmla="*/ 50012 h 168646"/>
                  <a:gd name="connsiteX14" fmla="*/ 49270 w 110271"/>
                  <a:gd name="connsiteY14" fmla="*/ 26751 h 168646"/>
                  <a:gd name="connsiteX15" fmla="*/ 32847 w 110271"/>
                  <a:gd name="connsiteY15" fmla="*/ 26751 h 168646"/>
                  <a:gd name="connsiteX16" fmla="*/ 32847 w 110271"/>
                  <a:gd name="connsiteY16" fmla="*/ 73274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271" h="168646">
                    <a:moveTo>
                      <a:pt x="77425" y="168646"/>
                    </a:moveTo>
                    <a:lnTo>
                      <a:pt x="49270" y="100025"/>
                    </a:lnTo>
                    <a:lnTo>
                      <a:pt x="32847" y="100025"/>
                    </a:lnTo>
                    <a:lnTo>
                      <a:pt x="32847" y="168646"/>
                    </a:lnTo>
                    <a:lnTo>
                      <a:pt x="0" y="168646"/>
                    </a:lnTo>
                    <a:lnTo>
                      <a:pt x="0" y="0"/>
                    </a:lnTo>
                    <a:lnTo>
                      <a:pt x="46924" y="0"/>
                    </a:lnTo>
                    <a:cubicBezTo>
                      <a:pt x="85636" y="0"/>
                      <a:pt x="104406" y="18609"/>
                      <a:pt x="104406" y="50012"/>
                    </a:cubicBezTo>
                    <a:cubicBezTo>
                      <a:pt x="104406" y="70948"/>
                      <a:pt x="97367" y="86068"/>
                      <a:pt x="78598" y="93046"/>
                    </a:cubicBezTo>
                    <a:lnTo>
                      <a:pt x="110272" y="168646"/>
                    </a:lnTo>
                    <a:lnTo>
                      <a:pt x="77425" y="168646"/>
                    </a:lnTo>
                    <a:close/>
                    <a:moveTo>
                      <a:pt x="32847" y="73274"/>
                    </a:moveTo>
                    <a:lnTo>
                      <a:pt x="49270" y="73274"/>
                    </a:lnTo>
                    <a:cubicBezTo>
                      <a:pt x="63348" y="73274"/>
                      <a:pt x="72732" y="66295"/>
                      <a:pt x="72732" y="50012"/>
                    </a:cubicBezTo>
                    <a:cubicBezTo>
                      <a:pt x="72732" y="33729"/>
                      <a:pt x="64521" y="26751"/>
                      <a:pt x="49270" y="26751"/>
                    </a:cubicBezTo>
                    <a:lnTo>
                      <a:pt x="32847" y="26751"/>
                    </a:lnTo>
                    <a:lnTo>
                      <a:pt x="32847" y="73274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 41">
                <a:extLst>
                  <a:ext uri="{FF2B5EF4-FFF2-40B4-BE49-F238E27FC236}">
                    <a16:creationId xmlns:a16="http://schemas.microsoft.com/office/drawing/2014/main" id="{87C87777-ED23-884E-8E7C-3727FE83A499}"/>
                  </a:ext>
                </a:extLst>
              </p:cNvPr>
              <p:cNvSpPr/>
              <p:nvPr/>
            </p:nvSpPr>
            <p:spPr>
              <a:xfrm>
                <a:off x="4890296" y="1472325"/>
                <a:ext cx="91501" cy="168646"/>
              </a:xfrm>
              <a:custGeom>
                <a:avLst/>
                <a:gdLst>
                  <a:gd name="connsiteX0" fmla="*/ 0 w 91501"/>
                  <a:gd name="connsiteY0" fmla="*/ 168646 h 168646"/>
                  <a:gd name="connsiteX1" fmla="*/ 0 w 91501"/>
                  <a:gd name="connsiteY1" fmla="*/ 0 h 168646"/>
                  <a:gd name="connsiteX2" fmla="*/ 89156 w 91501"/>
                  <a:gd name="connsiteY2" fmla="*/ 0 h 168646"/>
                  <a:gd name="connsiteX3" fmla="*/ 89156 w 91501"/>
                  <a:gd name="connsiteY3" fmla="*/ 27914 h 168646"/>
                  <a:gd name="connsiteX4" fmla="*/ 32847 w 91501"/>
                  <a:gd name="connsiteY4" fmla="*/ 27914 h 168646"/>
                  <a:gd name="connsiteX5" fmla="*/ 32847 w 91501"/>
                  <a:gd name="connsiteY5" fmla="*/ 66295 h 168646"/>
                  <a:gd name="connsiteX6" fmla="*/ 76252 w 91501"/>
                  <a:gd name="connsiteY6" fmla="*/ 66295 h 168646"/>
                  <a:gd name="connsiteX7" fmla="*/ 76252 w 91501"/>
                  <a:gd name="connsiteY7" fmla="*/ 95372 h 168646"/>
                  <a:gd name="connsiteX8" fmla="*/ 32847 w 91501"/>
                  <a:gd name="connsiteY8" fmla="*/ 95372 h 168646"/>
                  <a:gd name="connsiteX9" fmla="*/ 32847 w 91501"/>
                  <a:gd name="connsiteY9" fmla="*/ 139569 h 168646"/>
                  <a:gd name="connsiteX10" fmla="*/ 91502 w 91501"/>
                  <a:gd name="connsiteY10" fmla="*/ 139569 h 168646"/>
                  <a:gd name="connsiteX11" fmla="*/ 91502 w 91501"/>
                  <a:gd name="connsiteY11" fmla="*/ 167483 h 168646"/>
                  <a:gd name="connsiteX12" fmla="*/ 0 w 91501"/>
                  <a:gd name="connsiteY12" fmla="*/ 167483 h 16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501" h="168646">
                    <a:moveTo>
                      <a:pt x="0" y="168646"/>
                    </a:moveTo>
                    <a:lnTo>
                      <a:pt x="0" y="0"/>
                    </a:lnTo>
                    <a:lnTo>
                      <a:pt x="89156" y="0"/>
                    </a:lnTo>
                    <a:lnTo>
                      <a:pt x="89156" y="27914"/>
                    </a:lnTo>
                    <a:lnTo>
                      <a:pt x="32847" y="27914"/>
                    </a:lnTo>
                    <a:lnTo>
                      <a:pt x="32847" y="66295"/>
                    </a:lnTo>
                    <a:lnTo>
                      <a:pt x="76252" y="66295"/>
                    </a:lnTo>
                    <a:lnTo>
                      <a:pt x="76252" y="95372"/>
                    </a:lnTo>
                    <a:lnTo>
                      <a:pt x="32847" y="95372"/>
                    </a:lnTo>
                    <a:lnTo>
                      <a:pt x="32847" y="139569"/>
                    </a:lnTo>
                    <a:lnTo>
                      <a:pt x="91502" y="139569"/>
                    </a:lnTo>
                    <a:lnTo>
                      <a:pt x="91502" y="167483"/>
                    </a:lnTo>
                    <a:lnTo>
                      <a:pt x="0" y="167483"/>
                    </a:lnTo>
                    <a:close/>
                  </a:path>
                </a:pathLst>
              </a:custGeom>
              <a:grpFill/>
              <a:ln w="11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43" name="Afbeelding 42">
            <a:extLst>
              <a:ext uri="{FF2B5EF4-FFF2-40B4-BE49-F238E27FC236}">
                <a16:creationId xmlns:a16="http://schemas.microsoft.com/office/drawing/2014/main" id="{31FD0272-FA19-B249-99B5-B427BCA8C3AF}"/>
              </a:ext>
            </a:extLst>
          </p:cNvPr>
          <p:cNvPicPr>
            <a:picLocks noChangeAspect="1"/>
          </p:cNvPicPr>
          <p:nvPr userDrawn="1"/>
        </p:nvPicPr>
        <p:blipFill>
          <a:blip r:embed="rId24"/>
          <a:stretch>
            <a:fillRect/>
          </a:stretch>
        </p:blipFill>
        <p:spPr>
          <a:xfrm>
            <a:off x="-2921000" y="0"/>
            <a:ext cx="2921000" cy="133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1937692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806" r:id="rId1"/>
    <p:sldLayoutId id="2147483808" r:id="rId2"/>
    <p:sldLayoutId id="2147483809" r:id="rId3"/>
    <p:sldLayoutId id="2147483810" r:id="rId4"/>
    <p:sldLayoutId id="2147483811" r:id="rId5"/>
    <p:sldLayoutId id="2147483812" r:id="rId6"/>
    <p:sldLayoutId id="2147483813" r:id="rId7"/>
    <p:sldLayoutId id="2147483814" r:id="rId8"/>
    <p:sldLayoutId id="2147483815" r:id="rId9"/>
    <p:sldLayoutId id="2147483816" r:id="rId10"/>
    <p:sldLayoutId id="2147483817" r:id="rId11"/>
    <p:sldLayoutId id="2147483818" r:id="rId12"/>
    <p:sldLayoutId id="2147483819" r:id="rId13"/>
    <p:sldLayoutId id="2147483820" r:id="rId14"/>
    <p:sldLayoutId id="2147483825" r:id="rId15"/>
    <p:sldLayoutId id="2147483826" r:id="rId16"/>
    <p:sldLayoutId id="2147483827" r:id="rId17"/>
    <p:sldLayoutId id="2147483828" r:id="rId18"/>
    <p:sldLayoutId id="2147483829" r:id="rId19"/>
    <p:sldLayoutId id="2147483830" r:id="rId20"/>
    <p:sldLayoutId id="2147483837" r:id="rId21"/>
    <p:sldLayoutId id="2147483838" r:id="rId22"/>
  </p:sldLayoutIdLst>
  <p:hf hdr="0" ft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4000" b="1" i="0" kern="1200">
          <a:solidFill>
            <a:schemeClr val="tx1"/>
          </a:solidFill>
          <a:latin typeface="Segoe UI" panose="020B0502040204020203" pitchFamily="34" charset="0"/>
          <a:ea typeface="+mj-ea"/>
          <a:cs typeface="Segoe UI" panose="020B0502040204020203" pitchFamily="34" charset="0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b="0" i="0" kern="1200">
          <a:solidFill>
            <a:schemeClr val="tx1"/>
          </a:solidFill>
          <a:latin typeface="Segoe UI Light" panose="020B0502040204020203" pitchFamily="34" charset="0"/>
          <a:ea typeface="+mn-ea"/>
          <a:cs typeface="Segoe UI Light" panose="020B0502040204020203" pitchFamily="34" charset="0"/>
        </a:defRPr>
      </a:lvl1pPr>
      <a:lvl2pPr marL="447675" indent="-439738" algn="l" defTabSz="914400" rtl="0" eaLnBrk="1" latinLnBrk="0" hangingPunct="1">
        <a:lnSpc>
          <a:spcPct val="100000"/>
        </a:lnSpc>
        <a:spcBef>
          <a:spcPts val="500"/>
        </a:spcBef>
        <a:buSzPct val="75000"/>
        <a:buFontTx/>
        <a:buBlip>
          <a:blip r:embed="rId25"/>
        </a:buBlip>
        <a:tabLst/>
        <a:defRPr sz="2000" b="0" i="0" kern="1200">
          <a:solidFill>
            <a:schemeClr val="tx1"/>
          </a:solidFill>
          <a:latin typeface="Segoe UI Light" panose="020B0502040204020203" pitchFamily="34" charset="0"/>
          <a:ea typeface="+mn-ea"/>
          <a:cs typeface="Segoe UI Light" panose="020B0502040204020203" pitchFamily="34" charset="0"/>
        </a:defRPr>
      </a:lvl2pPr>
      <a:lvl3pPr marL="889000" indent="-441325" algn="l" defTabSz="914400" rtl="0" eaLnBrk="1" latinLnBrk="0" hangingPunct="1">
        <a:lnSpc>
          <a:spcPct val="100000"/>
        </a:lnSpc>
        <a:spcBef>
          <a:spcPts val="500"/>
        </a:spcBef>
        <a:buSzPct val="75000"/>
        <a:buFontTx/>
        <a:buBlip>
          <a:blip r:embed="rId25"/>
        </a:buBlip>
        <a:tabLst/>
        <a:defRPr sz="2000" b="0" i="0" kern="1200">
          <a:solidFill>
            <a:schemeClr val="tx1"/>
          </a:solidFill>
          <a:latin typeface="Segoe UI Light" panose="020B0502040204020203" pitchFamily="34" charset="0"/>
          <a:ea typeface="+mn-ea"/>
          <a:cs typeface="Segoe UI Light" panose="020B0502040204020203" pitchFamily="34" charset="0"/>
        </a:defRPr>
      </a:lvl3pPr>
      <a:lvl4pPr marL="7937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tabLst/>
        <a:defRPr sz="2000" b="1" i="0" kern="1200">
          <a:solidFill>
            <a:schemeClr val="tx1"/>
          </a:solidFill>
          <a:latin typeface="Segoe UI" panose="020B0502040204020203" pitchFamily="34" charset="0"/>
          <a:ea typeface="+mn-ea"/>
          <a:cs typeface="Segoe UI" panose="020B0502040204020203" pitchFamily="34" charset="0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Segoe UI Light" panose="020B0502040204020203" pitchFamily="34" charset="0"/>
          <a:ea typeface="+mn-ea"/>
          <a:cs typeface="Segoe UI Light" panose="020B050204020402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2" orient="horz" pos="482" userDrawn="1">
          <p15:clr>
            <a:srgbClr val="F26B43"/>
          </p15:clr>
        </p15:guide>
        <p15:guide id="3" orient="horz" pos="3838" userDrawn="1">
          <p15:clr>
            <a:srgbClr val="F26B43"/>
          </p15:clr>
        </p15:guide>
        <p15:guide id="4" pos="483" userDrawn="1">
          <p15:clr>
            <a:srgbClr val="F26B43"/>
          </p15:clr>
        </p15:guide>
        <p15:guide id="5" pos="7197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3.xml"/><Relationship Id="rId6" Type="http://schemas.openxmlformats.org/officeDocument/2006/relationships/chart" Target="../charts/chart3.xml"/><Relationship Id="rId5" Type="http://schemas.openxmlformats.org/officeDocument/2006/relationships/chart" Target="../charts/chart2.xml"/><Relationship Id="rId4" Type="http://schemas.openxmlformats.org/officeDocument/2006/relationships/chart" Target="../charts/chart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re 3">
            <a:extLst>
              <a:ext uri="{FF2B5EF4-FFF2-40B4-BE49-F238E27FC236}">
                <a16:creationId xmlns:a16="http://schemas.microsoft.com/office/drawing/2014/main" id="{2CD8CF7C-5929-42AE-B22D-9B293547E4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dirty="0" err="1"/>
              <a:t>Technical</a:t>
            </a:r>
            <a:r>
              <a:rPr lang="fr-FR" dirty="0"/>
              <a:t> migration MII =&gt; MES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5A41F69C-DE0F-4EEB-A8E8-A3518473AD1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99715" y="5802326"/>
            <a:ext cx="1385316" cy="400110"/>
          </a:xfrm>
        </p:spPr>
        <p:txBody>
          <a:bodyPr/>
          <a:lstStyle/>
          <a:p>
            <a:r>
              <a:rPr lang="fr-FR" dirty="0"/>
              <a:t>12/02/2026</a:t>
            </a:r>
          </a:p>
        </p:txBody>
      </p:sp>
    </p:spTree>
    <p:extLst>
      <p:ext uri="{BB962C8B-B14F-4D97-AF65-F5344CB8AC3E}">
        <p14:creationId xmlns:p14="http://schemas.microsoft.com/office/powerpoint/2010/main" val="81225263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D1E9F6-9FFE-6EE8-3A0F-20CDF05227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C3D49115-E0EA-7463-3669-B051E82B6B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606368" y="6225055"/>
            <a:ext cx="256480" cy="153888"/>
          </a:xfrm>
        </p:spPr>
        <p:txBody>
          <a:bodyPr/>
          <a:lstStyle/>
          <a:p>
            <a:fld id="{AE20E870-5A00-F243-92CB-E1BC1701DF40}" type="slidenum">
              <a:rPr lang="nl-NL" smtClean="0"/>
              <a:pPr/>
              <a:t>2</a:t>
            </a:fld>
            <a:endParaRPr lang="nl-NL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CEE51134-B44C-5C89-672F-1FB830ABE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894" y="362862"/>
            <a:ext cx="8913412" cy="522661"/>
          </a:xfrm>
        </p:spPr>
        <p:txBody>
          <a:bodyPr>
            <a:normAutofit fontScale="90000"/>
          </a:bodyPr>
          <a:lstStyle/>
          <a:p>
            <a:r>
              <a:rPr lang="nl-BE" dirty="0"/>
              <a:t>Strategische </a:t>
            </a:r>
            <a:r>
              <a:rPr lang="nl-BE" dirty="0" err="1"/>
              <a:t>Roadmap</a:t>
            </a:r>
            <a:r>
              <a:rPr lang="nl-BE" dirty="0"/>
              <a:t> MII </a:t>
            </a:r>
            <a:r>
              <a:rPr lang="nl-BE" dirty="0" err="1"/>
              <a:t>Decommissioning</a:t>
            </a:r>
            <a:r>
              <a:rPr lang="nl-BE" dirty="0"/>
              <a:t> </a:t>
            </a:r>
            <a:endParaRPr lang="de-DE" dirty="0"/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9F285BEA-573B-0944-D4EA-625AB84774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644157"/>
              </p:ext>
            </p:extLst>
          </p:nvPr>
        </p:nvGraphicFramePr>
        <p:xfrm>
          <a:off x="1739900" y="1425983"/>
          <a:ext cx="8128000" cy="111252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2816078126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96856810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nl-BE" dirty="0"/>
                        <a:t>M031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nl-BE" dirty="0"/>
                        <a:t>15981 &amp; 23142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53876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nl-BE" dirty="0"/>
                        <a:t>M032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nl-BE" dirty="0"/>
                        <a:t>15981 &amp; 23142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187952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nl-BE" dirty="0"/>
                        <a:t>M033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nl-BE" dirty="0"/>
                        <a:t>15981, 23142 &amp; 23867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452865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FCEC265C-399C-5076-2DA1-A6D8F9236A4B}"/>
              </a:ext>
            </a:extLst>
          </p:cNvPr>
          <p:cNvSpPr txBox="1"/>
          <p:nvPr/>
        </p:nvSpPr>
        <p:spPr>
          <a:xfrm>
            <a:off x="1663700" y="1025873"/>
            <a:ext cx="24511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P010 - </a:t>
            </a:r>
            <a:r>
              <a:rPr lang="nl-BE" sz="2000" b="0" i="0" dirty="0" err="1">
                <a:latin typeface="Segoe UI Light" panose="020B0502040204020203" pitchFamily="34" charset="0"/>
                <a:cs typeface="Segoe UI Light" panose="020B0502040204020203" pitchFamily="34" charset="0"/>
              </a:rPr>
              <a:t>Purlin</a:t>
            </a:r>
            <a:endParaRPr lang="nl-BE" sz="2000" b="0" i="0" dirty="0"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1C3AC1E-4F79-A44A-2837-F99C07B59EE8}"/>
              </a:ext>
            </a:extLst>
          </p:cNvPr>
          <p:cNvSpPr txBox="1"/>
          <p:nvPr/>
        </p:nvSpPr>
        <p:spPr>
          <a:xfrm>
            <a:off x="1896533" y="2583641"/>
            <a:ext cx="67564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=&gt; Machine </a:t>
            </a:r>
            <a:r>
              <a:rPr lang="nl-BE" sz="2000" b="0" i="0" dirty="0" err="1">
                <a:latin typeface="Segoe UI Light" panose="020B0502040204020203" pitchFamily="34" charset="0"/>
                <a:cs typeface="Segoe UI Light" panose="020B0502040204020203" pitchFamily="34" charset="0"/>
              </a:rPr>
              <a:t>comm</a:t>
            </a:r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r>
              <a:rPr lang="nl-BE" sz="2000" b="0" i="0" dirty="0" err="1">
                <a:latin typeface="Segoe UI Light" panose="020B0502040204020203" pitchFamily="34" charset="0"/>
                <a:cs typeface="Segoe UI Light" panose="020B0502040204020203" pitchFamily="34" charset="0"/>
              </a:rPr>
              <a:t>outdated</a:t>
            </a:r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 =&gt; Jan </a:t>
            </a:r>
            <a:r>
              <a:rPr lang="nl-BE" sz="2000" b="0" i="0" dirty="0" err="1">
                <a:latin typeface="Segoe UI Light" panose="020B0502040204020203" pitchFamily="34" charset="0"/>
                <a:cs typeface="Segoe UI Light" panose="020B0502040204020203" pitchFamily="34" charset="0"/>
              </a:rPr>
              <a:t>VdV</a:t>
            </a:r>
            <a:endParaRPr lang="nl-BE" sz="2000" b="0" i="0" dirty="0"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E2D27A54-5E25-89DF-8408-82D36F1E6A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6337360"/>
              </p:ext>
            </p:extLst>
          </p:nvPr>
        </p:nvGraphicFramePr>
        <p:xfrm>
          <a:off x="1739900" y="3784600"/>
          <a:ext cx="8128000" cy="148336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2816078126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96856810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nl-BE" dirty="0"/>
                        <a:t>M024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nl-BE" dirty="0"/>
                        <a:t>15980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53876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nl-BE" dirty="0"/>
                        <a:t>M025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nl-BE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187952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nl-BE" dirty="0"/>
                        <a:t>M151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nl-BE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452865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nl-BE" dirty="0"/>
                        <a:t>M152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nl-BE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6757535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7CC39BF0-EEFC-3660-881D-35619CF03A3C}"/>
              </a:ext>
            </a:extLst>
          </p:cNvPr>
          <p:cNvSpPr txBox="1"/>
          <p:nvPr/>
        </p:nvSpPr>
        <p:spPr>
          <a:xfrm>
            <a:off x="1896533" y="5338135"/>
            <a:ext cx="789093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=&gt; </a:t>
            </a:r>
            <a:r>
              <a:rPr lang="nl-BE" sz="2000" b="0" i="0" dirty="0" err="1">
                <a:latin typeface="Segoe UI Light" panose="020B0502040204020203" pitchFamily="34" charset="0"/>
                <a:cs typeface="Segoe UI Light" panose="020B0502040204020203" pitchFamily="34" charset="0"/>
              </a:rPr>
              <a:t>Rollout</a:t>
            </a:r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r>
              <a:rPr lang="nl-BE" sz="2000" b="0" i="0" dirty="0" err="1">
                <a:latin typeface="Segoe UI Light" panose="020B0502040204020203" pitchFamily="34" charset="0"/>
                <a:cs typeface="Segoe UI Light" panose="020B0502040204020203" pitchFamily="34" charset="0"/>
              </a:rPr>
              <a:t>kritish</a:t>
            </a:r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 (DT niet acceptabel) =&gt; MES features te voorzien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C6364A3-C7CB-62D9-0487-19AE5DE3429A}"/>
              </a:ext>
            </a:extLst>
          </p:cNvPr>
          <p:cNvSpPr txBox="1"/>
          <p:nvPr/>
        </p:nvSpPr>
        <p:spPr>
          <a:xfrm>
            <a:off x="1663700" y="3314315"/>
            <a:ext cx="24511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P010 - Panels (full)</a:t>
            </a:r>
          </a:p>
        </p:txBody>
      </p:sp>
    </p:spTree>
    <p:extLst>
      <p:ext uri="{BB962C8B-B14F-4D97-AF65-F5344CB8AC3E}">
        <p14:creationId xmlns:p14="http://schemas.microsoft.com/office/powerpoint/2010/main" val="386943480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AA65C-00A2-376A-7A9C-A9B6F6DFE3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91C54612-7C22-CDA8-9964-3512055063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606368" y="6225055"/>
            <a:ext cx="256480" cy="153888"/>
          </a:xfrm>
        </p:spPr>
        <p:txBody>
          <a:bodyPr/>
          <a:lstStyle/>
          <a:p>
            <a:fld id="{AE20E870-5A00-F243-92CB-E1BC1701DF40}" type="slidenum">
              <a:rPr lang="nl-NL" smtClean="0"/>
              <a:pPr/>
              <a:t>3</a:t>
            </a:fld>
            <a:endParaRPr lang="nl-NL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0A34B3C5-1CFC-1406-28C6-6005564699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894" y="362862"/>
            <a:ext cx="8913412" cy="522661"/>
          </a:xfrm>
        </p:spPr>
        <p:txBody>
          <a:bodyPr>
            <a:normAutofit fontScale="90000"/>
          </a:bodyPr>
          <a:lstStyle/>
          <a:p>
            <a:r>
              <a:rPr lang="nl-BE" dirty="0"/>
              <a:t>Strategische </a:t>
            </a:r>
            <a:r>
              <a:rPr lang="nl-BE" dirty="0" err="1"/>
              <a:t>Roadmap</a:t>
            </a:r>
            <a:r>
              <a:rPr lang="nl-BE" dirty="0"/>
              <a:t> MII </a:t>
            </a:r>
            <a:r>
              <a:rPr lang="nl-BE" dirty="0" err="1"/>
              <a:t>Decommissioning</a:t>
            </a:r>
            <a:r>
              <a:rPr lang="nl-BE" dirty="0"/>
              <a:t> </a:t>
            </a:r>
            <a:endParaRPr lang="de-DE" dirty="0"/>
          </a:p>
        </p:txBody>
      </p:sp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B076A713-684F-B25E-ACAA-E3028CE59F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8066841"/>
              </p:ext>
            </p:extLst>
          </p:nvPr>
        </p:nvGraphicFramePr>
        <p:xfrm>
          <a:off x="1651000" y="1442524"/>
          <a:ext cx="8128000" cy="74168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2816078126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96856810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nl-BE" dirty="0"/>
                        <a:t>M023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nl-BE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53876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nl-BE" dirty="0"/>
                        <a:t>M500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nl-BE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18795263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BF463295-98E9-2268-F0FB-5603D6D1BB6C}"/>
              </a:ext>
            </a:extLst>
          </p:cNvPr>
          <p:cNvSpPr txBox="1"/>
          <p:nvPr/>
        </p:nvSpPr>
        <p:spPr>
          <a:xfrm>
            <a:off x="1574800" y="1042414"/>
            <a:ext cx="54356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P010 - Panels (</a:t>
            </a:r>
            <a:r>
              <a:rPr lang="nl-BE" sz="2000" b="0" i="0" dirty="0" err="1">
                <a:latin typeface="Segoe UI Light" panose="020B0502040204020203" pitchFamily="34" charset="0"/>
                <a:cs typeface="Segoe UI Light" panose="020B0502040204020203" pitchFamily="34" charset="0"/>
              </a:rPr>
              <a:t>reject</a:t>
            </a:r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 &amp; DT)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F0040F9-EBEF-D30C-E6AC-5F68D423B2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0787547"/>
              </p:ext>
            </p:extLst>
          </p:nvPr>
        </p:nvGraphicFramePr>
        <p:xfrm>
          <a:off x="1651000" y="2784369"/>
          <a:ext cx="8128000" cy="74168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2816078126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96856810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nl-BE" dirty="0"/>
                        <a:t>M023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nl-BE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53876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nl-BE" dirty="0"/>
                        <a:t>M500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nl-BE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1879526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23C0303B-395F-0249-A8B6-A79D03E070C2}"/>
              </a:ext>
            </a:extLst>
          </p:cNvPr>
          <p:cNvSpPr txBox="1"/>
          <p:nvPr/>
        </p:nvSpPr>
        <p:spPr>
          <a:xfrm>
            <a:off x="1574799" y="2384259"/>
            <a:ext cx="41232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P300 - Panels (</a:t>
            </a:r>
            <a:r>
              <a:rPr lang="nl-BE" sz="2000" b="0" i="0" dirty="0" err="1">
                <a:latin typeface="Segoe UI Light" panose="020B0502040204020203" pitchFamily="34" charset="0"/>
                <a:cs typeface="Segoe UI Light" panose="020B0502040204020203" pitchFamily="34" charset="0"/>
              </a:rPr>
              <a:t>reject</a:t>
            </a:r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 &amp; DT)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44FF9D9-CD42-11EE-86E3-023B8AA312CB}"/>
              </a:ext>
            </a:extLst>
          </p:cNvPr>
          <p:cNvSpPr txBox="1"/>
          <p:nvPr/>
        </p:nvSpPr>
        <p:spPr>
          <a:xfrm>
            <a:off x="1684866" y="3682940"/>
            <a:ext cx="67564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=&gt; </a:t>
            </a:r>
            <a:r>
              <a:rPr lang="nl-BE" sz="2000" b="0" i="0" dirty="0" err="1">
                <a:latin typeface="Segoe UI Light" panose="020B0502040204020203" pitchFamily="34" charset="0"/>
                <a:cs typeface="Segoe UI Light" panose="020B0502040204020203" pitchFamily="34" charset="0"/>
              </a:rPr>
              <a:t>Reject</a:t>
            </a:r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 &amp; </a:t>
            </a:r>
            <a:r>
              <a:rPr lang="nl-BE" sz="2000" b="0" i="0" dirty="0" err="1">
                <a:latin typeface="Segoe UI Light" panose="020B0502040204020203" pitchFamily="34" charset="0"/>
                <a:cs typeface="Segoe UI Light" panose="020B0502040204020203" pitchFamily="34" charset="0"/>
              </a:rPr>
              <a:t>downtimes</a:t>
            </a:r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 in MES, confirmaties in SAP, 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B9E1895E-F7B4-D3A9-ECF1-35F33A90F0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2533656"/>
              </p:ext>
            </p:extLst>
          </p:nvPr>
        </p:nvGraphicFramePr>
        <p:xfrm>
          <a:off x="1651000" y="5287629"/>
          <a:ext cx="8128000" cy="37084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2816078126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96856810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nl-BE" dirty="0"/>
                        <a:t>M009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nl-BE" dirty="0"/>
                        <a:t>18312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5387697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295E1945-FF80-CE72-0617-2B909C238C64}"/>
              </a:ext>
            </a:extLst>
          </p:cNvPr>
          <p:cNvSpPr txBox="1"/>
          <p:nvPr/>
        </p:nvSpPr>
        <p:spPr>
          <a:xfrm>
            <a:off x="1684866" y="5678321"/>
            <a:ext cx="67564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=&gt; Scope verder uitwerken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1D4EF11-73B0-3534-DCB4-F32EE54C1F1F}"/>
              </a:ext>
            </a:extLst>
          </p:cNvPr>
          <p:cNvSpPr txBox="1"/>
          <p:nvPr/>
        </p:nvSpPr>
        <p:spPr>
          <a:xfrm>
            <a:off x="1574798" y="4809074"/>
            <a:ext cx="41232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MII4: WEMO</a:t>
            </a:r>
          </a:p>
        </p:txBody>
      </p:sp>
    </p:spTree>
    <p:extLst>
      <p:ext uri="{BB962C8B-B14F-4D97-AF65-F5344CB8AC3E}">
        <p14:creationId xmlns:p14="http://schemas.microsoft.com/office/powerpoint/2010/main" val="284195551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9BEAFE-93EF-6EB5-B370-C1EDF7D1E5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890FA37A-9C83-FFBE-88F2-9BDE0E59C4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606368" y="6225055"/>
            <a:ext cx="256480" cy="153888"/>
          </a:xfrm>
        </p:spPr>
        <p:txBody>
          <a:bodyPr/>
          <a:lstStyle/>
          <a:p>
            <a:fld id="{AE20E870-5A00-F243-92CB-E1BC1701DF40}" type="slidenum">
              <a:rPr lang="nl-NL" smtClean="0"/>
              <a:pPr/>
              <a:t>4</a:t>
            </a:fld>
            <a:endParaRPr lang="nl-NL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64A3395-EB80-D4DD-9FCD-7ED295D107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894" y="362862"/>
            <a:ext cx="8913412" cy="522661"/>
          </a:xfrm>
        </p:spPr>
        <p:txBody>
          <a:bodyPr>
            <a:normAutofit fontScale="90000"/>
          </a:bodyPr>
          <a:lstStyle/>
          <a:p>
            <a:r>
              <a:rPr lang="nl-BE" dirty="0"/>
              <a:t>Strategische </a:t>
            </a:r>
            <a:r>
              <a:rPr lang="nl-BE" dirty="0" err="1"/>
              <a:t>Roadmap</a:t>
            </a:r>
            <a:r>
              <a:rPr lang="nl-BE" dirty="0"/>
              <a:t> MII </a:t>
            </a:r>
            <a:r>
              <a:rPr lang="nl-BE" dirty="0" err="1"/>
              <a:t>Decommissioning</a:t>
            </a:r>
            <a:r>
              <a:rPr lang="nl-BE" dirty="0"/>
              <a:t> </a:t>
            </a:r>
            <a:endParaRPr lang="de-DE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C478D71-3D79-99E1-2200-73CE44BB968A}"/>
              </a:ext>
            </a:extLst>
          </p:cNvPr>
          <p:cNvSpPr txBox="1"/>
          <p:nvPr/>
        </p:nvSpPr>
        <p:spPr>
          <a:xfrm>
            <a:off x="1595966" y="1077436"/>
            <a:ext cx="10010401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nl-BE" b="1" dirty="0"/>
              <a:t>1. Doelstellingen</a:t>
            </a:r>
            <a:br>
              <a:rPr lang="nl-BE" b="1" dirty="0"/>
            </a:br>
            <a:r>
              <a:rPr lang="nl-BE" b="1" dirty="0"/>
              <a:t>- Target:</a:t>
            </a:r>
            <a:r>
              <a:rPr lang="nl-BE" dirty="0"/>
              <a:t> Volledige </a:t>
            </a:r>
            <a:r>
              <a:rPr lang="nl-BE" dirty="0" err="1"/>
              <a:t>decommissioning</a:t>
            </a:r>
            <a:r>
              <a:rPr lang="nl-BE" dirty="0"/>
              <a:t> van MII3/MII4 servers tegen </a:t>
            </a:r>
            <a:r>
              <a:rPr lang="nl-BE" b="1" dirty="0"/>
              <a:t>eind 2026</a:t>
            </a:r>
            <a:r>
              <a:rPr lang="nl-BE" dirty="0"/>
              <a:t>.</a:t>
            </a:r>
          </a:p>
          <a:p>
            <a:r>
              <a:rPr lang="nl-BE" b="1" dirty="0"/>
              <a:t>- Aanpak:</a:t>
            </a:r>
            <a:r>
              <a:rPr lang="nl-BE" dirty="0"/>
              <a:t> Focus op functionele upgrades i.p.v. technische kopieën.</a:t>
            </a:r>
          </a:p>
          <a:p>
            <a:r>
              <a:rPr lang="nl-BE" b="1" dirty="0"/>
              <a:t>- Business </a:t>
            </a:r>
            <a:r>
              <a:rPr lang="nl-BE" b="1" dirty="0" err="1"/>
              <a:t>Alignment</a:t>
            </a:r>
            <a:r>
              <a:rPr lang="nl-BE" b="1" dirty="0"/>
              <a:t>:</a:t>
            </a:r>
            <a:r>
              <a:rPr lang="nl-BE" dirty="0"/>
              <a:t> Deadlines en functionele </a:t>
            </a:r>
            <a:r>
              <a:rPr lang="nl-BE" dirty="0" err="1"/>
              <a:t>specs</a:t>
            </a:r>
            <a:r>
              <a:rPr lang="nl-BE" dirty="0"/>
              <a:t> worden afgestemd met de business voor nauwkeurige kostenraming (</a:t>
            </a:r>
            <a:r>
              <a:rPr lang="nl-BE" dirty="0" err="1"/>
              <a:t>Steerco</a:t>
            </a:r>
            <a:r>
              <a:rPr lang="nl-BE" dirty="0"/>
              <a:t>-level).</a:t>
            </a:r>
          </a:p>
        </p:txBody>
      </p:sp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4B8CF130-5232-21CA-C3A6-52A2520F89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4951657"/>
              </p:ext>
            </p:extLst>
          </p:nvPr>
        </p:nvGraphicFramePr>
        <p:xfrm>
          <a:off x="1756833" y="3318933"/>
          <a:ext cx="8127999" cy="1711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333">
                  <a:extLst>
                    <a:ext uri="{9D8B030D-6E8A-4147-A177-3AD203B41FA5}">
                      <a16:colId xmlns:a16="http://schemas.microsoft.com/office/drawing/2014/main" val="1010581427"/>
                    </a:ext>
                  </a:extLst>
                </a:gridCol>
                <a:gridCol w="2709333">
                  <a:extLst>
                    <a:ext uri="{9D8B030D-6E8A-4147-A177-3AD203B41FA5}">
                      <a16:colId xmlns:a16="http://schemas.microsoft.com/office/drawing/2014/main" val="401843101"/>
                    </a:ext>
                  </a:extLst>
                </a:gridCol>
                <a:gridCol w="2709333">
                  <a:extLst>
                    <a:ext uri="{9D8B030D-6E8A-4147-A177-3AD203B41FA5}">
                      <a16:colId xmlns:a16="http://schemas.microsoft.com/office/drawing/2014/main" val="287677664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nl-BE" sz="1000" b="1" i="0" u="none" strike="noStrike" dirty="0" err="1">
                          <a:solidFill>
                            <a:schemeClr val="bg2"/>
                          </a:solidFill>
                          <a:effectLst/>
                          <a:latin typeface="Arial" panose="020B0604020202020204" pitchFamily="34" charset="0"/>
                        </a:rPr>
                        <a:t>Workcenter</a:t>
                      </a:r>
                      <a:r>
                        <a:rPr lang="nl-BE" sz="1000" b="1" i="0" u="none" strike="noStrike" dirty="0">
                          <a:solidFill>
                            <a:schemeClr val="bg2"/>
                          </a:solidFill>
                          <a:effectLst/>
                          <a:latin typeface="Arial" panose="020B0604020202020204" pitchFamily="34" charset="0"/>
                        </a:rPr>
                        <a:t> Groep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nl-BE" sz="1000" b="1" i="0" u="none" strike="noStrike" dirty="0">
                          <a:solidFill>
                            <a:schemeClr val="bg2"/>
                          </a:solidFill>
                          <a:effectLst/>
                          <a:latin typeface="Arial" panose="020B0604020202020204" pitchFamily="34" charset="0"/>
                        </a:rPr>
                        <a:t>Risico / Vertragende Factor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nl-BE" sz="1000" b="1" i="0" u="none" strike="noStrike" dirty="0">
                          <a:solidFill>
                            <a:schemeClr val="bg2"/>
                          </a:solidFill>
                          <a:effectLst/>
                          <a:latin typeface="Arial" panose="020B0604020202020204" pitchFamily="34" charset="0"/>
                        </a:rPr>
                        <a:t>Actie / Oplossing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5294582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nl-BE" sz="1000" b="1" i="0" u="none" strike="noStrike" dirty="0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Gordingen (</a:t>
                      </a:r>
                      <a:r>
                        <a:rPr lang="nl-BE" sz="1000" b="1" i="0" u="none" strike="noStrike" dirty="0" err="1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Purlins</a:t>
                      </a:r>
                      <a:r>
                        <a:rPr lang="nl-BE" sz="1000" b="1" i="0" u="none" strike="noStrike" dirty="0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nl-BE" sz="1000" b="0" i="0" u="none" strike="noStrike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Verouderde machine-communicatie (PLC/SCADA).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nl-BE" sz="1000" b="1" i="0" u="none" strike="noStrike" dirty="0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Actie Jan </a:t>
                      </a:r>
                      <a:r>
                        <a:rPr lang="nl-BE" sz="1000" b="1" i="0" u="none" strike="noStrike" dirty="0" err="1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VdV</a:t>
                      </a:r>
                      <a:r>
                        <a:rPr lang="nl-BE" sz="1000" b="1" i="0" u="none" strike="noStrike" dirty="0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:</a:t>
                      </a:r>
                      <a:r>
                        <a:rPr lang="nl-BE" sz="1000" b="0" i="0" u="none" strike="noStrike" dirty="0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 Hardware-laag/MMS moderniseren vóór MES-koppeling.</a:t>
                      </a:r>
                      <a:endParaRPr lang="nl-BE" sz="1000" b="1" i="0" u="none" strike="noStrike" dirty="0">
                        <a:solidFill>
                          <a:srgbClr val="1F1F1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5509534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nl-BE" sz="1000" b="1" i="0" u="none" strike="noStrike" dirty="0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Panelen (Full)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nl-BE" sz="1000" b="1" i="0" u="none" strike="noStrike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Chemisch Risico:</a:t>
                      </a:r>
                      <a:r>
                        <a:rPr lang="nl-BE" sz="1000" b="0" i="0" u="none" strike="noStrike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 Stilstand = uitharden chemicaliën/schade.</a:t>
                      </a:r>
                      <a:endParaRPr lang="nl-BE" sz="1000" b="1" i="0" u="none" strike="noStrike">
                        <a:solidFill>
                          <a:srgbClr val="1F1F1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nl-BE" sz="1000" b="1" i="0" u="none" strike="noStrike" dirty="0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Zero-Downtime:</a:t>
                      </a:r>
                      <a:r>
                        <a:rPr lang="nl-BE" sz="1000" b="0" i="0" u="none" strike="noStrike" dirty="0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 Perfecte voorbereiding; alle features vooraf valideren in MES.</a:t>
                      </a:r>
                      <a:endParaRPr lang="nl-BE" sz="1000" b="1" i="0" u="none" strike="noStrike" dirty="0">
                        <a:solidFill>
                          <a:srgbClr val="1F1F1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1696397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nl-BE" sz="1000" b="1" i="0" u="none" strike="noStrike" dirty="0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Panelen (</a:t>
                      </a:r>
                      <a:r>
                        <a:rPr lang="nl-BE" sz="1000" b="1" i="0" u="none" strike="noStrike" dirty="0" err="1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Partial</a:t>
                      </a:r>
                      <a:r>
                        <a:rPr lang="nl-BE" sz="1000" b="1" i="0" u="none" strike="noStrike" dirty="0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000" b="0" i="0" u="none" strike="noStrike" dirty="0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Hybride flow: </a:t>
                      </a:r>
                      <a:r>
                        <a:rPr lang="en-US" sz="1000" b="0" i="0" u="none" strike="noStrike" dirty="0" err="1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Bevestiging</a:t>
                      </a:r>
                      <a:r>
                        <a:rPr lang="en-US" sz="1000" b="0" i="0" u="none" strike="noStrike" dirty="0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 in SAP, reject/downtime in MII.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nl-BE" sz="1000" b="1" i="0" u="none" strike="noStrike" dirty="0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Data-check:</a:t>
                      </a:r>
                      <a:r>
                        <a:rPr lang="nl-BE" sz="1000" b="0" i="0" u="none" strike="noStrike" dirty="0">
                          <a:solidFill>
                            <a:srgbClr val="1F1F1F"/>
                          </a:solidFill>
                          <a:effectLst/>
                          <a:latin typeface="Arial" panose="020B0604020202020204" pitchFamily="34" charset="0"/>
                        </a:rPr>
                        <a:t> Machinedata analyseren om volledige rapportage in MES te krijgen. Confirmaties virtueel?</a:t>
                      </a:r>
                      <a:endParaRPr lang="nl-BE" sz="1000" b="1" i="0" u="none" strike="noStrike" dirty="0">
                        <a:solidFill>
                          <a:srgbClr val="1F1F1F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760382152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ABFCC692-F8B2-A28B-299E-0BD4A13B5D35}"/>
              </a:ext>
            </a:extLst>
          </p:cNvPr>
          <p:cNvSpPr txBox="1"/>
          <p:nvPr/>
        </p:nvSpPr>
        <p:spPr>
          <a:xfrm>
            <a:off x="1618127" y="2746677"/>
            <a:ext cx="76454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nl-BE" b="1" dirty="0"/>
              <a:t>2. </a:t>
            </a:r>
            <a:r>
              <a:rPr lang="nl-BE" dirty="0"/>
              <a:t>Status &amp; Specifieke aanpak per groep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475C2AE-0D81-5AE6-9D3F-26CEEF708F9A}"/>
              </a:ext>
            </a:extLst>
          </p:cNvPr>
          <p:cNvSpPr txBox="1"/>
          <p:nvPr/>
        </p:nvSpPr>
        <p:spPr>
          <a:xfrm>
            <a:off x="1595966" y="5180399"/>
            <a:ext cx="76454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nl-BE" b="1" dirty="0"/>
              <a:t>3. Strategisch Project: WEMO (MII4)</a:t>
            </a:r>
          </a:p>
          <a:p>
            <a:r>
              <a:rPr lang="nl-BE" b="1" dirty="0"/>
              <a:t>- Status:</a:t>
            </a:r>
            <a:r>
              <a:rPr lang="nl-BE" dirty="0"/>
              <a:t> Scope-bepaling momenteel in overleg met de business.</a:t>
            </a:r>
          </a:p>
          <a:p>
            <a:r>
              <a:rPr lang="nl-BE" b="1" dirty="0"/>
              <a:t>- Visie:</a:t>
            </a:r>
            <a:r>
              <a:rPr lang="nl-BE" dirty="0"/>
              <a:t> Gezien de complexiteit wordt dit budgettair apart behandeld; doel is de overstap naar een </a:t>
            </a:r>
            <a:r>
              <a:rPr lang="nl-BE" b="1" dirty="0"/>
              <a:t>parametrische aanpak</a:t>
            </a:r>
            <a:r>
              <a:rPr lang="nl-BE" dirty="0"/>
              <a:t> binnen MES.</a:t>
            </a:r>
          </a:p>
        </p:txBody>
      </p:sp>
    </p:spTree>
    <p:extLst>
      <p:ext uri="{BB962C8B-B14F-4D97-AF65-F5344CB8AC3E}">
        <p14:creationId xmlns:p14="http://schemas.microsoft.com/office/powerpoint/2010/main" val="337735327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2C6048-62D2-A71C-2F50-8E74F6AC42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5ADD0B1-FE68-E02E-065A-67B898C2DC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606368" y="6225055"/>
            <a:ext cx="256480" cy="153888"/>
          </a:xfrm>
        </p:spPr>
        <p:txBody>
          <a:bodyPr/>
          <a:lstStyle/>
          <a:p>
            <a:fld id="{AE20E870-5A00-F243-92CB-E1BC1701DF40}" type="slidenum">
              <a:rPr lang="nl-NL" smtClean="0"/>
              <a:pPr/>
              <a:t>5</a:t>
            </a:fld>
            <a:endParaRPr lang="nl-NL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D199828-BDDB-2C6C-AF97-38211B8390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894" y="362862"/>
            <a:ext cx="8913412" cy="522661"/>
          </a:xfrm>
        </p:spPr>
        <p:txBody>
          <a:bodyPr>
            <a:normAutofit fontScale="90000"/>
          </a:bodyPr>
          <a:lstStyle/>
          <a:p>
            <a:r>
              <a:rPr lang="nl-BE" dirty="0"/>
              <a:t>WEMO</a:t>
            </a:r>
            <a:endParaRPr lang="de-DE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FCDB257-7799-9F98-9A48-E3BF38CE96FE}"/>
              </a:ext>
            </a:extLst>
          </p:cNvPr>
          <p:cNvSpPr txBox="1"/>
          <p:nvPr/>
        </p:nvSpPr>
        <p:spPr>
          <a:xfrm>
            <a:off x="1312333" y="1405467"/>
            <a:ext cx="9800167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nl-BE" sz="2000" b="0" i="0" dirty="0">
                <a:latin typeface="Segoe UI Light" panose="020B0502040204020203" pitchFamily="34" charset="0"/>
                <a:cs typeface="Segoe UI Light" panose="020B0502040204020203" pitchFamily="34" charset="0"/>
              </a:rPr>
              <a:t>Nick (en business) ging samen zitten met Lawrence, Jan en Mathias alsook leverancier van WEMO om de sturing data te bekijken en een lastenboek uit te schrijven.</a:t>
            </a:r>
          </a:p>
          <a:p>
            <a:pPr algn="l"/>
            <a:endParaRPr lang="nl-BE" sz="2000" b="0" i="0" dirty="0"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pPr algn="l"/>
            <a:r>
              <a:rPr lang="nl-BE" sz="2000" dirty="0">
                <a:latin typeface="Segoe UI Light" panose="020B0502040204020203" pitchFamily="34" charset="0"/>
                <a:cs typeface="Segoe UI Light" panose="020B0502040204020203" pitchFamily="34" charset="0"/>
              </a:rPr>
              <a:t>Afhankelijk van de data die we daar hebben kunnen we analyse gaan maken wat er allemaal in MES moet voorzien worden (data, UI, functies, …)</a:t>
            </a:r>
          </a:p>
          <a:p>
            <a:pPr algn="l"/>
            <a:endParaRPr lang="nl-BE" sz="2000" b="0" i="0" dirty="0"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pPr algn="l"/>
            <a:endParaRPr lang="nl-BE" sz="2000" b="0" i="0" dirty="0"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7662384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65899F-E478-3D4C-417D-D755527F6D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1CF5D29-A44D-7204-3254-EB847CAEC4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606368" y="6225055"/>
            <a:ext cx="256480" cy="153888"/>
          </a:xfrm>
        </p:spPr>
        <p:txBody>
          <a:bodyPr/>
          <a:lstStyle/>
          <a:p>
            <a:fld id="{AE20E870-5A00-F243-92CB-E1BC1701DF40}" type="slidenum">
              <a:rPr lang="nl-NL" smtClean="0"/>
              <a:pPr/>
              <a:t>6</a:t>
            </a:fld>
            <a:endParaRPr lang="nl-NL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B2378593-54CC-EF31-CCC5-3997DB9F1C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894" y="362862"/>
            <a:ext cx="8913412" cy="522661"/>
          </a:xfrm>
        </p:spPr>
        <p:txBody>
          <a:bodyPr>
            <a:normAutofit fontScale="90000"/>
          </a:bodyPr>
          <a:lstStyle/>
          <a:p>
            <a:r>
              <a:rPr lang="nl-BE" dirty="0"/>
              <a:t>Optimalisatie MES Gebruik (The Gap)</a:t>
            </a:r>
            <a:endParaRPr lang="de-DE" dirty="0"/>
          </a:p>
        </p:txBody>
      </p:sp>
      <p:pic>
        <p:nvPicPr>
          <p:cNvPr id="8" name="Picture 7" descr="A white background with black and white clouds&#10;&#10;Description automatically generated">
            <a:extLst>
              <a:ext uri="{FF2B5EF4-FFF2-40B4-BE49-F238E27FC236}">
                <a16:creationId xmlns:a16="http://schemas.microsoft.com/office/drawing/2014/main" id="{9C57C229-D44F-FAD8-BD2B-7CCE447C166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13687" y="5405775"/>
            <a:ext cx="1409700" cy="581025"/>
          </a:xfrm>
          <a:prstGeom prst="rect">
            <a:avLst/>
          </a:prstGeom>
        </p:spPr>
      </p:pic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B5F948FD-C373-71A2-49F4-11202DBADF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6780747"/>
              </p:ext>
            </p:extLst>
          </p:nvPr>
        </p:nvGraphicFramePr>
        <p:xfrm>
          <a:off x="526086" y="3699957"/>
          <a:ext cx="11397301" cy="856155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008305">
                  <a:extLst>
                    <a:ext uri="{9D8B030D-6E8A-4147-A177-3AD203B41FA5}">
                      <a16:colId xmlns:a16="http://schemas.microsoft.com/office/drawing/2014/main" val="322025998"/>
                    </a:ext>
                  </a:extLst>
                </a:gridCol>
                <a:gridCol w="932584">
                  <a:extLst>
                    <a:ext uri="{9D8B030D-6E8A-4147-A177-3AD203B41FA5}">
                      <a16:colId xmlns:a16="http://schemas.microsoft.com/office/drawing/2014/main" val="86852458"/>
                    </a:ext>
                  </a:extLst>
                </a:gridCol>
                <a:gridCol w="839300">
                  <a:extLst>
                    <a:ext uri="{9D8B030D-6E8A-4147-A177-3AD203B41FA5}">
                      <a16:colId xmlns:a16="http://schemas.microsoft.com/office/drawing/2014/main" val="136312706"/>
                    </a:ext>
                  </a:extLst>
                </a:gridCol>
                <a:gridCol w="1079232">
                  <a:extLst>
                    <a:ext uri="{9D8B030D-6E8A-4147-A177-3AD203B41FA5}">
                      <a16:colId xmlns:a16="http://schemas.microsoft.com/office/drawing/2014/main" val="2661015143"/>
                    </a:ext>
                  </a:extLst>
                </a:gridCol>
                <a:gridCol w="1192432">
                  <a:extLst>
                    <a:ext uri="{9D8B030D-6E8A-4147-A177-3AD203B41FA5}">
                      <a16:colId xmlns:a16="http://schemas.microsoft.com/office/drawing/2014/main" val="3303312755"/>
                    </a:ext>
                  </a:extLst>
                </a:gridCol>
                <a:gridCol w="1074717">
                  <a:extLst>
                    <a:ext uri="{9D8B030D-6E8A-4147-A177-3AD203B41FA5}">
                      <a16:colId xmlns:a16="http://schemas.microsoft.com/office/drawing/2014/main" val="215685050"/>
                    </a:ext>
                  </a:extLst>
                </a:gridCol>
                <a:gridCol w="5270731">
                  <a:extLst>
                    <a:ext uri="{9D8B030D-6E8A-4147-A177-3AD203B41FA5}">
                      <a16:colId xmlns:a16="http://schemas.microsoft.com/office/drawing/2014/main" val="2790801660"/>
                    </a:ext>
                  </a:extLst>
                </a:gridCol>
              </a:tblGrid>
              <a:tr h="171231">
                <a:tc rowSpan="4">
                  <a:txBody>
                    <a:bodyPr/>
                    <a:lstStyle/>
                    <a:p>
                      <a:pPr algn="ctr" rtl="0" fontAlgn="b"/>
                      <a:r>
                        <a:rPr lang="en-GB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Segoe UI Light" panose="020B0502040204020203" pitchFamily="34" charset="0"/>
                        </a:rPr>
                        <a:t>Lowest % </a:t>
                      </a:r>
                    </a:p>
                    <a:p>
                      <a:pPr algn="ctr" rtl="0" fontAlgn="b"/>
                      <a:r>
                        <a:rPr lang="en-GB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Segoe UI Light" panose="020B0502040204020203" pitchFamily="34" charset="0"/>
                        </a:rPr>
                        <a:t>in MES</a:t>
                      </a:r>
                    </a:p>
                    <a:p>
                      <a:pPr algn="ctr" rtl="0" fontAlgn="b"/>
                      <a:r>
                        <a:rPr lang="en-GB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Segoe UI Light" panose="020B0502040204020203" pitchFamily="34" charset="0"/>
                        </a:rPr>
                        <a:t>FEB</a:t>
                      </a:r>
                    </a:p>
                  </a:txBody>
                  <a:tcPr marL="7554" marR="7554" marT="7554" marB="0" anchor="ctr"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900" u="none" strike="noStrike">
                          <a:effectLst/>
                        </a:rPr>
                        <a:t>Plant</a:t>
                      </a:r>
                      <a:endParaRPr lang="en-GB" sz="900" b="1" i="0" u="none" strike="noStrike">
                        <a:solidFill>
                          <a:srgbClr val="FFFFFF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900" u="none" strike="noStrike">
                          <a:effectLst/>
                        </a:rPr>
                        <a:t>WC</a:t>
                      </a:r>
                      <a:endParaRPr lang="en-GB" sz="900" b="1" i="0" u="none" strike="noStrike">
                        <a:solidFill>
                          <a:srgbClr val="FFFFFF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900" u="none" strike="noStrike">
                          <a:effectLst/>
                        </a:rPr>
                        <a:t>Meters MES</a:t>
                      </a:r>
                      <a:endParaRPr lang="en-GB" sz="900" b="1" i="0" u="none" strike="noStrike">
                        <a:solidFill>
                          <a:srgbClr val="FFFFFF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900" u="none" strike="noStrike">
                          <a:effectLst/>
                        </a:rPr>
                        <a:t>Meters non-MES</a:t>
                      </a:r>
                      <a:endParaRPr lang="en-GB" sz="900" b="1" i="0" u="none" strike="noStrike">
                        <a:solidFill>
                          <a:srgbClr val="FFFFFF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900" u="none" strike="noStrike">
                          <a:effectLst/>
                        </a:rPr>
                        <a:t>MES Usage</a:t>
                      </a:r>
                      <a:endParaRPr lang="en-GB" sz="900" b="1" i="0" u="none" strike="noStrike">
                        <a:solidFill>
                          <a:srgbClr val="FFFFFF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GB" sz="900" u="none" strike="noStrike">
                          <a:effectLst/>
                        </a:rPr>
                        <a:t> Reason</a:t>
                      </a:r>
                      <a:endParaRPr lang="en-GB" sz="900" b="1" i="0" u="none" strike="noStrike">
                        <a:solidFill>
                          <a:srgbClr val="FFFFFF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extLst>
                  <a:ext uri="{0D108BD9-81ED-4DB2-BD59-A6C34878D82A}">
                    <a16:rowId xmlns:a16="http://schemas.microsoft.com/office/drawing/2014/main" val="2987365923"/>
                  </a:ext>
                </a:extLst>
              </a:tr>
              <a:tr h="171231">
                <a:tc vMerge="1">
                  <a:txBody>
                    <a:bodyPr/>
                    <a:lstStyle/>
                    <a:p>
                      <a:endParaRPr lang="en-BE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nl-B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P260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nl-B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M298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466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231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66,90%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900" b="0" i="0" u="none" strike="noStrike" dirty="0">
                        <a:solidFill>
                          <a:srgbClr val="004065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extLst>
                  <a:ext uri="{0D108BD9-81ED-4DB2-BD59-A6C34878D82A}">
                    <a16:rowId xmlns:a16="http://schemas.microsoft.com/office/drawing/2014/main" val="4273890194"/>
                  </a:ext>
                </a:extLst>
              </a:tr>
              <a:tr h="171231">
                <a:tc vMerge="1">
                  <a:txBody>
                    <a:bodyPr/>
                    <a:lstStyle/>
                    <a:p>
                      <a:pPr algn="ctr" fontAlgn="ctr"/>
                      <a:endParaRPr lang="nl-BE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nl-B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P201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nl-B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M564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2.829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1.064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72,68%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rtl="0"/>
                      <a:endParaRPr lang="en-GB" sz="900" b="0" i="0" u="none" strike="noStrike" dirty="0">
                        <a:solidFill>
                          <a:srgbClr val="004065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extLst>
                  <a:ext uri="{0D108BD9-81ED-4DB2-BD59-A6C34878D82A}">
                    <a16:rowId xmlns:a16="http://schemas.microsoft.com/office/drawing/2014/main" val="880748038"/>
                  </a:ext>
                </a:extLst>
              </a:tr>
              <a:tr h="171231">
                <a:tc vMerge="1">
                  <a:txBody>
                    <a:bodyPr/>
                    <a:lstStyle/>
                    <a:p>
                      <a:endParaRPr lang="en-BE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nl-B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P600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nl-B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M608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54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81,20%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900" b="0" i="0" u="none" strike="noStrike" dirty="0">
                        <a:solidFill>
                          <a:srgbClr val="004065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extLst>
                  <a:ext uri="{0D108BD9-81ED-4DB2-BD59-A6C34878D82A}">
                    <a16:rowId xmlns:a16="http://schemas.microsoft.com/office/drawing/2014/main" val="2780097018"/>
                  </a:ext>
                </a:extLst>
              </a:tr>
              <a:tr h="171231"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900" b="1" i="0" u="none" strike="noStrike">
                          <a:solidFill>
                            <a:schemeClr val="tx1"/>
                          </a:solidFill>
                          <a:effectLst/>
                          <a:latin typeface="Segoe UI Light" panose="020B0502040204020203" pitchFamily="34" charset="0"/>
                        </a:rPr>
                        <a:t>Total</a:t>
                      </a:r>
                    </a:p>
                  </a:txBody>
                  <a:tcPr marL="7554" marR="7554" marT="7554" marB="0" anchor="ctr"/>
                </a:tc>
                <a:tc>
                  <a:txBody>
                    <a:bodyPr/>
                    <a:lstStyle/>
                    <a:p>
                      <a:pPr algn="ctr" fontAlgn="ctr"/>
                      <a:endParaRPr lang="nl-BE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ctr"/>
                      <a:endParaRPr lang="nl-BE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3.349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1.307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nl-BE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71,93%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l" rtl="0" fontAlgn="b"/>
                      <a:endParaRPr lang="en-GB" sz="900" b="0" i="0" u="none" strike="noStrike" dirty="0">
                        <a:solidFill>
                          <a:srgbClr val="004065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extLst>
                  <a:ext uri="{0D108BD9-81ED-4DB2-BD59-A6C34878D82A}">
                    <a16:rowId xmlns:a16="http://schemas.microsoft.com/office/drawing/2014/main" val="3052976806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59E072F9-3314-3D96-0E58-79BD5676C8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1520315"/>
              </p:ext>
            </p:extLst>
          </p:nvPr>
        </p:nvGraphicFramePr>
        <p:xfrm>
          <a:off x="526084" y="5272005"/>
          <a:ext cx="11397302" cy="856155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002369">
                  <a:extLst>
                    <a:ext uri="{9D8B030D-6E8A-4147-A177-3AD203B41FA5}">
                      <a16:colId xmlns:a16="http://schemas.microsoft.com/office/drawing/2014/main" val="322025998"/>
                    </a:ext>
                  </a:extLst>
                </a:gridCol>
                <a:gridCol w="938520">
                  <a:extLst>
                    <a:ext uri="{9D8B030D-6E8A-4147-A177-3AD203B41FA5}">
                      <a16:colId xmlns:a16="http://schemas.microsoft.com/office/drawing/2014/main" val="86852458"/>
                    </a:ext>
                  </a:extLst>
                </a:gridCol>
                <a:gridCol w="839300">
                  <a:extLst>
                    <a:ext uri="{9D8B030D-6E8A-4147-A177-3AD203B41FA5}">
                      <a16:colId xmlns:a16="http://schemas.microsoft.com/office/drawing/2014/main" val="136312706"/>
                    </a:ext>
                  </a:extLst>
                </a:gridCol>
                <a:gridCol w="1079232">
                  <a:extLst>
                    <a:ext uri="{9D8B030D-6E8A-4147-A177-3AD203B41FA5}">
                      <a16:colId xmlns:a16="http://schemas.microsoft.com/office/drawing/2014/main" val="2661015143"/>
                    </a:ext>
                  </a:extLst>
                </a:gridCol>
                <a:gridCol w="1216185">
                  <a:extLst>
                    <a:ext uri="{9D8B030D-6E8A-4147-A177-3AD203B41FA5}">
                      <a16:colId xmlns:a16="http://schemas.microsoft.com/office/drawing/2014/main" val="3303312755"/>
                    </a:ext>
                  </a:extLst>
                </a:gridCol>
                <a:gridCol w="1050966">
                  <a:extLst>
                    <a:ext uri="{9D8B030D-6E8A-4147-A177-3AD203B41FA5}">
                      <a16:colId xmlns:a16="http://schemas.microsoft.com/office/drawing/2014/main" val="215685050"/>
                    </a:ext>
                  </a:extLst>
                </a:gridCol>
                <a:gridCol w="5270730">
                  <a:extLst>
                    <a:ext uri="{9D8B030D-6E8A-4147-A177-3AD203B41FA5}">
                      <a16:colId xmlns:a16="http://schemas.microsoft.com/office/drawing/2014/main" val="2790801660"/>
                    </a:ext>
                  </a:extLst>
                </a:gridCol>
              </a:tblGrid>
              <a:tr h="171231">
                <a:tc rowSpan="4">
                  <a:txBody>
                    <a:bodyPr/>
                    <a:lstStyle/>
                    <a:p>
                      <a:pPr algn="ctr" rtl="0" fontAlgn="b"/>
                      <a:r>
                        <a:rPr lang="en-GB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Segoe UI Light" panose="020B0502040204020203" pitchFamily="34" charset="0"/>
                        </a:rPr>
                        <a:t>Highest m in SAP</a:t>
                      </a:r>
                    </a:p>
                    <a:p>
                      <a:pPr algn="ctr" rtl="0" fontAlgn="b"/>
                      <a:r>
                        <a:rPr lang="en-GB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Segoe UI Light" panose="020B0502040204020203" pitchFamily="34" charset="0"/>
                        </a:rPr>
                        <a:t>FEB</a:t>
                      </a:r>
                    </a:p>
                  </a:txBody>
                  <a:tcPr marL="7554" marR="7554" marT="7554" marB="0" anchor="ctr"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900" u="none" strike="noStrike">
                          <a:effectLst/>
                        </a:rPr>
                        <a:t>Plant</a:t>
                      </a:r>
                      <a:endParaRPr lang="en-GB" sz="900" b="1" i="0" u="none" strike="noStrike">
                        <a:solidFill>
                          <a:srgbClr val="FFFFFF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900" u="none" strike="noStrike">
                          <a:effectLst/>
                        </a:rPr>
                        <a:t>WC</a:t>
                      </a:r>
                      <a:endParaRPr lang="en-GB" sz="900" b="1" i="0" u="none" strike="noStrike">
                        <a:solidFill>
                          <a:srgbClr val="FFFFFF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900" u="none" strike="noStrike">
                          <a:effectLst/>
                        </a:rPr>
                        <a:t>Meters MES</a:t>
                      </a:r>
                      <a:endParaRPr lang="en-GB" sz="900" b="1" i="0" u="none" strike="noStrike">
                        <a:solidFill>
                          <a:srgbClr val="FFFFFF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900" u="none" strike="noStrike">
                          <a:effectLst/>
                        </a:rPr>
                        <a:t>Meters non-MES</a:t>
                      </a:r>
                      <a:endParaRPr lang="en-GB" sz="900" b="1" i="0" u="none" strike="noStrike">
                        <a:solidFill>
                          <a:srgbClr val="FFFFFF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900" u="none" strike="noStrike">
                          <a:effectLst/>
                        </a:rPr>
                        <a:t>MES Usage</a:t>
                      </a:r>
                      <a:endParaRPr lang="en-GB" sz="900" b="1" i="0" u="none" strike="noStrike">
                        <a:solidFill>
                          <a:srgbClr val="FFFFFF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en-GB" sz="900" u="none" strike="noStrike">
                          <a:effectLst/>
                        </a:rPr>
                        <a:t> Reason</a:t>
                      </a:r>
                      <a:endParaRPr lang="en-GB" sz="900" b="1" i="0" u="none" strike="noStrike">
                        <a:solidFill>
                          <a:srgbClr val="FFFFFF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extLst>
                  <a:ext uri="{0D108BD9-81ED-4DB2-BD59-A6C34878D82A}">
                    <a16:rowId xmlns:a16="http://schemas.microsoft.com/office/drawing/2014/main" val="2987365923"/>
                  </a:ext>
                </a:extLst>
              </a:tr>
              <a:tr h="171231">
                <a:tc vMerge="1">
                  <a:txBody>
                    <a:bodyPr/>
                    <a:lstStyle/>
                    <a:p>
                      <a:endParaRPr lang="en-BE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nl-B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P223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nl-B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M050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33.361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4.695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87,66%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900" b="0" i="0" u="none" strike="noStrike" dirty="0">
                        <a:solidFill>
                          <a:srgbClr val="004065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extLst>
                  <a:ext uri="{0D108BD9-81ED-4DB2-BD59-A6C34878D82A}">
                    <a16:rowId xmlns:a16="http://schemas.microsoft.com/office/drawing/2014/main" val="3453484036"/>
                  </a:ext>
                </a:extLst>
              </a:tr>
              <a:tr h="171231">
                <a:tc vMerge="1">
                  <a:txBody>
                    <a:bodyPr/>
                    <a:lstStyle/>
                    <a:p>
                      <a:pPr algn="ctr" fontAlgn="ctr"/>
                      <a:endParaRPr lang="nl-BE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nl-B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P010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nl-B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M037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227.794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4.156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98,21%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rtl="0"/>
                      <a:endParaRPr lang="en-GB" sz="900" b="0" i="0" u="none" strike="noStrike" dirty="0">
                        <a:solidFill>
                          <a:srgbClr val="004065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extLst>
                  <a:ext uri="{0D108BD9-81ED-4DB2-BD59-A6C34878D82A}">
                    <a16:rowId xmlns:a16="http://schemas.microsoft.com/office/drawing/2014/main" val="880748038"/>
                  </a:ext>
                </a:extLst>
              </a:tr>
              <a:tr h="171231">
                <a:tc vMerge="1">
                  <a:txBody>
                    <a:bodyPr/>
                    <a:lstStyle/>
                    <a:p>
                      <a:pPr algn="ctr" fontAlgn="ctr"/>
                      <a:endParaRPr lang="nl-BE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nl-B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P010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nl-B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M041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40.613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3.186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92,73%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rtl="0"/>
                      <a:endParaRPr lang="en-GB" sz="900" b="0" i="0" u="none" strike="noStrike" dirty="0">
                        <a:solidFill>
                          <a:srgbClr val="004065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extLst>
                  <a:ext uri="{0D108BD9-81ED-4DB2-BD59-A6C34878D82A}">
                    <a16:rowId xmlns:a16="http://schemas.microsoft.com/office/drawing/2014/main" val="14232978"/>
                  </a:ext>
                </a:extLst>
              </a:tr>
              <a:tr h="171231"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900" b="1" i="0" u="none" strike="noStrike">
                          <a:solidFill>
                            <a:schemeClr val="tx1"/>
                          </a:solidFill>
                          <a:effectLst/>
                          <a:latin typeface="Segoe UI Light" panose="020B0502040204020203" pitchFamily="34" charset="0"/>
                        </a:rPr>
                        <a:t>Total</a:t>
                      </a:r>
                    </a:p>
                  </a:txBody>
                  <a:tcPr marL="7554" marR="7554" marT="7554" marB="0" anchor="ctr"/>
                </a:tc>
                <a:tc>
                  <a:txBody>
                    <a:bodyPr/>
                    <a:lstStyle/>
                    <a:p>
                      <a:pPr algn="ctr" fontAlgn="ctr"/>
                      <a:endParaRPr lang="nl-BE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ctr"/>
                      <a:endParaRPr lang="nl-BE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301.768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nl-BE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12.037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nl-BE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96,16%</a:t>
                      </a:r>
                    </a:p>
                  </a:txBody>
                  <a:tcPr marL="4763" marR="4763" marT="4763" marB="0" anchor="ctr"/>
                </a:tc>
                <a:tc>
                  <a:txBody>
                    <a:bodyPr/>
                    <a:lstStyle/>
                    <a:p>
                      <a:pPr algn="l" rtl="0" fontAlgn="b"/>
                      <a:endParaRPr lang="en-GB" sz="900" b="0" i="0" u="none" strike="noStrike" dirty="0">
                        <a:solidFill>
                          <a:srgbClr val="004065"/>
                        </a:solidFill>
                        <a:effectLst/>
                        <a:latin typeface="Segoe UI Light" panose="020B0502040204020203" pitchFamily="34" charset="0"/>
                      </a:endParaRPr>
                    </a:p>
                  </a:txBody>
                  <a:tcPr marL="7554" marR="7554" marT="7554" marB="0" anchor="ctr"/>
                </a:tc>
                <a:extLst>
                  <a:ext uri="{0D108BD9-81ED-4DB2-BD59-A6C34878D82A}">
                    <a16:rowId xmlns:a16="http://schemas.microsoft.com/office/drawing/2014/main" val="3052976806"/>
                  </a:ext>
                </a:extLst>
              </a:tr>
            </a:tbl>
          </a:graphicData>
        </a:graphic>
      </p:graphicFrame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B5B13691-43E9-65A0-B273-40499F67D80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72110871"/>
              </p:ext>
            </p:extLst>
          </p:nvPr>
        </p:nvGraphicFramePr>
        <p:xfrm>
          <a:off x="299852" y="946033"/>
          <a:ext cx="3550919" cy="275177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2" name="Chart 11">
            <a:extLst>
              <a:ext uri="{FF2B5EF4-FFF2-40B4-BE49-F238E27FC236}">
                <a16:creationId xmlns:a16="http://schemas.microsoft.com/office/drawing/2014/main" id="{73644EA9-DAC5-9018-76DA-47F83C5D671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69200844"/>
              </p:ext>
            </p:extLst>
          </p:nvPr>
        </p:nvGraphicFramePr>
        <p:xfrm>
          <a:off x="8496015" y="955223"/>
          <a:ext cx="3541395" cy="27498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3" name="Chart 12">
            <a:extLst>
              <a:ext uri="{FF2B5EF4-FFF2-40B4-BE49-F238E27FC236}">
                <a16:creationId xmlns:a16="http://schemas.microsoft.com/office/drawing/2014/main" id="{61210E7D-0147-396E-65F7-1CD7EB63282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7489731"/>
              </p:ext>
            </p:extLst>
          </p:nvPr>
        </p:nvGraphicFramePr>
        <p:xfrm>
          <a:off x="4358640" y="953318"/>
          <a:ext cx="3550919" cy="275177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59160206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30F095-52F2-05A6-C36A-66ED763250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36CC8F88-AB91-366A-76A1-DA159F0667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606368" y="6225055"/>
            <a:ext cx="256480" cy="153888"/>
          </a:xfrm>
        </p:spPr>
        <p:txBody>
          <a:bodyPr/>
          <a:lstStyle/>
          <a:p>
            <a:fld id="{AE20E870-5A00-F243-92CB-E1BC1701DF40}" type="slidenum">
              <a:rPr lang="nl-NL" smtClean="0"/>
              <a:pPr/>
              <a:t>7</a:t>
            </a:fld>
            <a:endParaRPr lang="nl-NL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C3422AB6-4B21-0FAF-C1C9-1319CE9138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894" y="362862"/>
            <a:ext cx="8913412" cy="522661"/>
          </a:xfrm>
        </p:spPr>
        <p:txBody>
          <a:bodyPr>
            <a:normAutofit fontScale="90000"/>
          </a:bodyPr>
          <a:lstStyle/>
          <a:p>
            <a:r>
              <a:rPr lang="nl-BE" dirty="0"/>
              <a:t>Optimalisatie MES Gebruik (The Gap)</a:t>
            </a:r>
            <a:endParaRPr lang="de-DE" dirty="0"/>
          </a:p>
        </p:txBody>
      </p:sp>
      <p:pic>
        <p:nvPicPr>
          <p:cNvPr id="8" name="Picture 7" descr="A white background with black and white clouds&#10;&#10;Description automatically generated">
            <a:extLst>
              <a:ext uri="{FF2B5EF4-FFF2-40B4-BE49-F238E27FC236}">
                <a16:creationId xmlns:a16="http://schemas.microsoft.com/office/drawing/2014/main" id="{D598519C-A879-862D-856A-E65E17C99DE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13687" y="5405775"/>
            <a:ext cx="1409700" cy="581025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AB49FB35-FB7D-44EB-98A2-B0B71F6180AF}"/>
              </a:ext>
            </a:extLst>
          </p:cNvPr>
          <p:cNvSpPr txBox="1"/>
          <p:nvPr/>
        </p:nvSpPr>
        <p:spPr>
          <a:xfrm>
            <a:off x="1189567" y="1051467"/>
            <a:ext cx="76454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nl-BE" dirty="0"/>
              <a:t>Root </a:t>
            </a:r>
            <a:r>
              <a:rPr lang="nl-BE" dirty="0" err="1"/>
              <a:t>Cause</a:t>
            </a:r>
            <a:r>
              <a:rPr lang="nl-BE" dirty="0"/>
              <a:t> Analysis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2A50964-5A13-92AC-BD02-431D645ADC47}"/>
              </a:ext>
            </a:extLst>
          </p:cNvPr>
          <p:cNvSpPr txBox="1"/>
          <p:nvPr/>
        </p:nvSpPr>
        <p:spPr>
          <a:xfrm>
            <a:off x="1397000" y="1420799"/>
            <a:ext cx="76454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nl-BE" dirty="0"/>
              <a:t>=&gt; </a:t>
            </a:r>
            <a:r>
              <a:rPr lang="nl-BE" dirty="0" err="1"/>
              <a:t>Oplijsten</a:t>
            </a:r>
            <a:r>
              <a:rPr lang="nl-BE" dirty="0"/>
              <a:t> van </a:t>
            </a:r>
            <a:r>
              <a:rPr lang="nl-BE" dirty="0" err="1"/>
              <a:t>reasons</a:t>
            </a:r>
            <a:r>
              <a:rPr lang="nl-BE" dirty="0"/>
              <a:t> </a:t>
            </a:r>
          </a:p>
        </p:txBody>
      </p:sp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5645582F-9623-70CC-D9DC-C5FFA1A8AF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9075988"/>
              </p:ext>
            </p:extLst>
          </p:nvPr>
        </p:nvGraphicFramePr>
        <p:xfrm>
          <a:off x="1701800" y="1993899"/>
          <a:ext cx="8128000" cy="2225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2338553723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418858195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endParaRPr lang="nl-BE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nl-BE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7267270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nl-BE" dirty="0"/>
                        <a:t>Technische issues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nl-BE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45477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nl-BE" dirty="0" err="1"/>
                        <a:t>Flows</a:t>
                      </a:r>
                      <a:r>
                        <a:rPr lang="nl-BE" dirty="0"/>
                        <a:t> niet voorzien in MES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nl-BE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7819166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nl-BE" dirty="0"/>
                        <a:t>Gebrek aan training/go-live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nl-BE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0222223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nl-BE" dirty="0"/>
                        <a:t>…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nl-BE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366746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nl-BE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nl-BE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0900801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917C493-B677-DA4D-836A-D8B91DBF4C16}"/>
              </a:ext>
            </a:extLst>
          </p:cNvPr>
          <p:cNvSpPr txBox="1"/>
          <p:nvPr/>
        </p:nvSpPr>
        <p:spPr>
          <a:xfrm>
            <a:off x="1486894" y="4883204"/>
            <a:ext cx="76454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nl-BE" dirty="0"/>
              <a:t>=&gt; Wanneer is een SAP confirmatie toegestaan?</a:t>
            </a:r>
          </a:p>
        </p:txBody>
      </p:sp>
    </p:spTree>
    <p:extLst>
      <p:ext uri="{BB962C8B-B14F-4D97-AF65-F5344CB8AC3E}">
        <p14:creationId xmlns:p14="http://schemas.microsoft.com/office/powerpoint/2010/main" val="428808548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861831E-E6D7-4E85-81BD-5E62F5AEFF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0E870-5A00-F243-92CB-E1BC1701DF40}" type="slidenum">
              <a:rPr lang="nl-NL" smtClean="0"/>
              <a:pPr/>
              <a:t>8</a:t>
            </a:fld>
            <a:endParaRPr lang="nl-NL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CC60C4E4-3CBE-4AE3-B875-E31003583F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de-DE"/>
              <a:t>Planning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19AE3C8-35B4-59C6-0877-6A793257A9C2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86893" y="1214423"/>
            <a:ext cx="9938345" cy="5448927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342900" lvl="1" indent="-342900"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nl-BE" dirty="0">
                <a:latin typeface="Segoe UI Light"/>
                <a:cs typeface="Segoe UI Light"/>
              </a:rPr>
              <a:t>Afstemmen met Nick scope &amp; planning </a:t>
            </a:r>
            <a:r>
              <a:rPr lang="nl-BE" dirty="0" err="1">
                <a:latin typeface="Segoe UI Light"/>
                <a:cs typeface="Segoe UI Light"/>
              </a:rPr>
              <a:t>rollout</a:t>
            </a:r>
            <a:r>
              <a:rPr lang="nl-BE" dirty="0">
                <a:latin typeface="Segoe UI Light"/>
                <a:cs typeface="Segoe UI Light"/>
              </a:rPr>
              <a:t> per </a:t>
            </a:r>
            <a:r>
              <a:rPr lang="nl-BE" dirty="0" err="1">
                <a:latin typeface="Segoe UI Light"/>
                <a:cs typeface="Segoe UI Light"/>
              </a:rPr>
              <a:t>workcenter</a:t>
            </a:r>
            <a:endParaRPr lang="nl-BE" dirty="0">
              <a:latin typeface="Segoe UI Light"/>
              <a:cs typeface="Segoe UI Light"/>
            </a:endParaRPr>
          </a:p>
          <a:p>
            <a:pPr marL="342900" lvl="1" indent="-342900"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nl-BE" dirty="0">
              <a:latin typeface="Segoe UI Light"/>
              <a:cs typeface="Segoe UI Light"/>
            </a:endParaRPr>
          </a:p>
          <a:p>
            <a:pPr marL="342900" lvl="1" indent="-342900"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nl-BE" dirty="0">
                <a:latin typeface="Segoe UI Light"/>
                <a:cs typeface="Segoe UI Light"/>
              </a:rPr>
              <a:t>Afstemmen met business voor scope WEMO (reeds </a:t>
            </a:r>
            <a:r>
              <a:rPr lang="nl-BE" dirty="0" err="1">
                <a:latin typeface="Segoe UI Light"/>
                <a:cs typeface="Segoe UI Light"/>
              </a:rPr>
              <a:t>ongoing</a:t>
            </a:r>
            <a:r>
              <a:rPr lang="nl-BE" dirty="0">
                <a:latin typeface="Segoe UI Light"/>
                <a:cs typeface="Segoe UI Light"/>
              </a:rPr>
              <a:t>)</a:t>
            </a:r>
          </a:p>
          <a:p>
            <a:pPr marL="342900" lvl="1" indent="-342900"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nl-BE" dirty="0">
              <a:latin typeface="Segoe UI Light"/>
              <a:cs typeface="Segoe UI Light"/>
            </a:endParaRPr>
          </a:p>
          <a:p>
            <a:pPr marL="342900" lvl="1" indent="-342900"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nl-BE" dirty="0">
                <a:latin typeface="Segoe UI Light"/>
                <a:cs typeface="Segoe UI Light"/>
              </a:rPr>
              <a:t>Opvolging gebruik MES: af te stemmen met Tine (data staat bij </a:t>
            </a:r>
            <a:r>
              <a:rPr lang="nl-BE" dirty="0" err="1">
                <a:latin typeface="Segoe UI Light"/>
                <a:cs typeface="Segoe UI Light"/>
              </a:rPr>
              <a:t>Mayker</a:t>
            </a:r>
            <a:r>
              <a:rPr lang="nl-BE" dirty="0">
                <a:latin typeface="Segoe UI Light"/>
                <a:cs typeface="Segoe UI Light"/>
              </a:rPr>
              <a:t>, niet bij ons, Tine zal de nodige rapporten overdragen)</a:t>
            </a:r>
          </a:p>
          <a:p>
            <a:pPr marL="342900" lvl="1" indent="-342900"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nl-BE" dirty="0">
              <a:latin typeface="Segoe UI Light"/>
              <a:cs typeface="Segoe UI Light"/>
            </a:endParaRPr>
          </a:p>
          <a:p>
            <a:pPr marL="342900" lvl="1" indent="-342900">
              <a:spcBef>
                <a:spcPts val="1000"/>
              </a:spcBef>
              <a:buFont typeface="Arial" panose="020B0604020202020204" pitchFamily="34" charset="0"/>
              <a:buChar char="•"/>
            </a:pPr>
            <a:r>
              <a:rPr lang="nl-BE">
                <a:latin typeface="Segoe UI Light"/>
                <a:cs typeface="Segoe UI Light"/>
              </a:rPr>
              <a:t>Toegang &amp; </a:t>
            </a:r>
            <a:r>
              <a:rPr lang="nl-BE" dirty="0">
                <a:latin typeface="Segoe UI Light"/>
                <a:cs typeface="Segoe UI Light"/>
              </a:rPr>
              <a:t>training </a:t>
            </a:r>
            <a:r>
              <a:rPr lang="nl-BE" dirty="0" err="1">
                <a:latin typeface="Segoe UI Light"/>
                <a:cs typeface="Segoe UI Light"/>
              </a:rPr>
              <a:t>Dynatrace</a:t>
            </a:r>
            <a:r>
              <a:rPr lang="nl-BE" dirty="0">
                <a:latin typeface="Segoe UI Light"/>
                <a:cs typeface="Segoe UI Light"/>
              </a:rPr>
              <a:t> om korte opvolging te garanderen</a:t>
            </a:r>
          </a:p>
        </p:txBody>
      </p:sp>
      <p:sp>
        <p:nvSpPr>
          <p:cNvPr id="11" name="Vertical Text Placeholder 10">
            <a:extLst>
              <a:ext uri="{FF2B5EF4-FFF2-40B4-BE49-F238E27FC236}">
                <a16:creationId xmlns:a16="http://schemas.microsoft.com/office/drawing/2014/main" id="{F9C2C1B6-A9AD-E1D5-3F1F-8A1D525B0C92}"/>
              </a:ext>
            </a:extLst>
          </p:cNvPr>
          <p:cNvSpPr>
            <a:spLocks noGrp="1"/>
          </p:cNvSpPr>
          <p:nvPr>
            <p:ph type="body" orient="vert" sz="quarter" idx="16"/>
          </p:nvPr>
        </p:nvSpPr>
        <p:spPr>
          <a:xfrm>
            <a:off x="196295" y="765175"/>
            <a:ext cx="400110" cy="933782"/>
          </a:xfrm>
        </p:spPr>
        <p:txBody>
          <a:bodyPr/>
          <a:lstStyle/>
          <a:p>
            <a:r>
              <a:rPr lang="nl-BE" dirty="0"/>
              <a:t>PLANNING</a:t>
            </a:r>
          </a:p>
        </p:txBody>
      </p:sp>
    </p:spTree>
    <p:extLst>
      <p:ext uri="{BB962C8B-B14F-4D97-AF65-F5344CB8AC3E}">
        <p14:creationId xmlns:p14="http://schemas.microsoft.com/office/powerpoint/2010/main" val="1503180416"/>
      </p:ext>
    </p:extLst>
  </p:cSld>
  <p:clrMapOvr>
    <a:masterClrMapping/>
  </p:clrMapOvr>
</p:sld>
</file>

<file path=ppt/theme/theme1.xml><?xml version="1.0" encoding="utf-8"?>
<a:theme xmlns:a="http://schemas.openxmlformats.org/drawingml/2006/main" name="JI Light">
  <a:themeElements>
    <a:clrScheme name="JorisIde2021 1">
      <a:dk1>
        <a:srgbClr val="004065"/>
      </a:dk1>
      <a:lt1>
        <a:srgbClr val="FFFFFF"/>
      </a:lt1>
      <a:dk2>
        <a:srgbClr val="004065"/>
      </a:dk2>
      <a:lt2>
        <a:srgbClr val="E7E6E6"/>
      </a:lt2>
      <a:accent1>
        <a:srgbClr val="004065"/>
      </a:accent1>
      <a:accent2>
        <a:srgbClr val="D36728"/>
      </a:accent2>
      <a:accent3>
        <a:srgbClr val="7495C1"/>
      </a:accent3>
      <a:accent4>
        <a:srgbClr val="F2BB05"/>
      </a:accent4>
      <a:accent5>
        <a:srgbClr val="6E0E0A"/>
      </a:accent5>
      <a:accent6>
        <a:srgbClr val="20A179"/>
      </a:accent6>
      <a:hlink>
        <a:srgbClr val="D36628"/>
      </a:hlink>
      <a:folHlink>
        <a:srgbClr val="D36628"/>
      </a:folHlink>
    </a:clrScheme>
    <a:fontScheme name="JI 2021">
      <a:majorFont>
        <a:latin typeface="Segoe UI Black"/>
        <a:ea typeface=""/>
        <a:cs typeface=""/>
      </a:majorFont>
      <a:minorFont>
        <a:latin typeface="Segoe U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b="1" i="0" dirty="0" err="1" smtClean="0">
            <a:latin typeface="Segoe UI" panose="020B0502040204020203" pitchFamily="34" charset="0"/>
            <a:cs typeface="Segoe UI" panose="020B0502040204020203" pitchFamily="34" charset="0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>
        <a:spAutoFit/>
      </a:bodyPr>
      <a:lstStyle>
        <a:defPPr algn="l">
          <a:defRPr sz="2000" b="0" i="0" dirty="0" err="1" smtClean="0">
            <a:latin typeface="Segoe UI Light" panose="020B0502040204020203" pitchFamily="34" charset="0"/>
            <a:cs typeface="Segoe UI Light" panose="020B0502040204020203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JI Dark v1">
  <a:themeElements>
    <a:clrScheme name="JorisIde2021 1">
      <a:dk1>
        <a:srgbClr val="004065"/>
      </a:dk1>
      <a:lt1>
        <a:srgbClr val="FFFFFF"/>
      </a:lt1>
      <a:dk2>
        <a:srgbClr val="004065"/>
      </a:dk2>
      <a:lt2>
        <a:srgbClr val="E7E6E6"/>
      </a:lt2>
      <a:accent1>
        <a:srgbClr val="004065"/>
      </a:accent1>
      <a:accent2>
        <a:srgbClr val="D36728"/>
      </a:accent2>
      <a:accent3>
        <a:srgbClr val="7495C1"/>
      </a:accent3>
      <a:accent4>
        <a:srgbClr val="F2BB05"/>
      </a:accent4>
      <a:accent5>
        <a:srgbClr val="6E0E0A"/>
      </a:accent5>
      <a:accent6>
        <a:srgbClr val="20A179"/>
      </a:accent6>
      <a:hlink>
        <a:srgbClr val="D36628"/>
      </a:hlink>
      <a:folHlink>
        <a:srgbClr val="D36628"/>
      </a:folHlink>
    </a:clrScheme>
    <a:fontScheme name="JI 2021">
      <a:majorFont>
        <a:latin typeface="Segoe UI Black"/>
        <a:ea typeface=""/>
        <a:cs typeface=""/>
      </a:majorFont>
      <a:minorFont>
        <a:latin typeface="Segoe U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b="1" i="0" dirty="0" err="1" smtClean="0">
            <a:latin typeface="Segoe UI" panose="020B0502040204020203" pitchFamily="34" charset="0"/>
            <a:cs typeface="Segoe UI" panose="020B0502040204020203" pitchFamily="34" charset="0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>
        <a:spAutoFit/>
      </a:bodyPr>
      <a:lstStyle>
        <a:defPPr algn="l">
          <a:defRPr sz="2000" b="0" i="0" dirty="0" err="1" smtClean="0">
            <a:latin typeface="Segoe UI Light" panose="020B0502040204020203" pitchFamily="34" charset="0"/>
            <a:cs typeface="Segoe UI Light" panose="020B0502040204020203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JI Dark v2">
  <a:themeElements>
    <a:clrScheme name="JorisIde2021 1">
      <a:dk1>
        <a:srgbClr val="004065"/>
      </a:dk1>
      <a:lt1>
        <a:srgbClr val="FFFFFF"/>
      </a:lt1>
      <a:dk2>
        <a:srgbClr val="004065"/>
      </a:dk2>
      <a:lt2>
        <a:srgbClr val="E7E6E6"/>
      </a:lt2>
      <a:accent1>
        <a:srgbClr val="004065"/>
      </a:accent1>
      <a:accent2>
        <a:srgbClr val="D36728"/>
      </a:accent2>
      <a:accent3>
        <a:srgbClr val="7495C1"/>
      </a:accent3>
      <a:accent4>
        <a:srgbClr val="F2BB05"/>
      </a:accent4>
      <a:accent5>
        <a:srgbClr val="6E0E0A"/>
      </a:accent5>
      <a:accent6>
        <a:srgbClr val="20A179"/>
      </a:accent6>
      <a:hlink>
        <a:srgbClr val="D36628"/>
      </a:hlink>
      <a:folHlink>
        <a:srgbClr val="D36628"/>
      </a:folHlink>
    </a:clrScheme>
    <a:fontScheme name="JI 2021">
      <a:majorFont>
        <a:latin typeface="Segoe UI Black"/>
        <a:ea typeface=""/>
        <a:cs typeface=""/>
      </a:majorFont>
      <a:minorFont>
        <a:latin typeface="Segoe U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b="1" i="0" dirty="0" err="1" smtClean="0">
            <a:latin typeface="Segoe UI" panose="020B0502040204020203" pitchFamily="34" charset="0"/>
            <a:cs typeface="Segoe UI" panose="020B0502040204020203" pitchFamily="34" charset="0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>
        <a:spAutoFit/>
      </a:bodyPr>
      <a:lstStyle>
        <a:defPPr algn="l">
          <a:defRPr sz="2000" b="0" i="0" dirty="0" err="1" smtClean="0">
            <a:latin typeface="Segoe UI Light" panose="020B0502040204020203" pitchFamily="34" charset="0"/>
            <a:cs typeface="Segoe UI Light" panose="020B0502040204020203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Kantoorthem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B6A9848C5C793F48A0A8099D28528F6D" ma:contentTypeVersion="19" ma:contentTypeDescription="Create a new document." ma:contentTypeScope="" ma:versionID="652e95c140f457729d272fa39f243007">
  <xsd:schema xmlns:xsd="http://www.w3.org/2001/XMLSchema" xmlns:xs="http://www.w3.org/2001/XMLSchema" xmlns:p="http://schemas.microsoft.com/office/2006/metadata/properties" xmlns:ns1="http://schemas.microsoft.com/sharepoint/v3" xmlns:ns2="88931600-d41b-4718-93d6-86189abd6a6c" xmlns:ns3="0bf5cddf-6753-4ae8-ab71-fa9b687ba81f" targetNamespace="http://schemas.microsoft.com/office/2006/metadata/properties" ma:root="true" ma:fieldsID="06c973fd2b1d4b0f56bf80efc06f0ac2" ns1:_="" ns2:_="" ns3:_="">
    <xsd:import namespace="http://schemas.microsoft.com/sharepoint/v3"/>
    <xsd:import namespace="88931600-d41b-4718-93d6-86189abd6a6c"/>
    <xsd:import namespace="0bf5cddf-6753-4ae8-ab71-fa9b687ba81f"/>
    <xsd:element name="properties">
      <xsd:complexType>
        <xsd:sequence>
          <xsd:element name="documentManagement">
            <xsd:complexType>
              <xsd:all>
                <xsd:element ref="ns1:DocumentSetDescription" minOccurs="0"/>
                <xsd:element ref="ns2:MediaServiceMetadata" minOccurs="0"/>
                <xsd:element ref="ns2:MediaServiceFastMetadata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MediaServiceAutoTags" minOccurs="0"/>
                <xsd:element ref="ns2:MediaLengthInSeconds" minOccurs="0"/>
                <xsd:element ref="ns2:MediaServiceGenerationTime" minOccurs="0"/>
                <xsd:element ref="ns2:MediaServiceEventHashCode" minOccurs="0"/>
                <xsd:element ref="ns2:MediaServiceOCR" minOccurs="0"/>
                <xsd:element ref="ns3:SharedWithUsers" minOccurs="0"/>
                <xsd:element ref="ns3:SharedWithDetails" minOccurs="0"/>
                <xsd:element ref="ns2:lcf76f155ced4ddcb4097134ff3c332f" minOccurs="0"/>
                <xsd:element ref="ns3:TaxCatchAll" minOccurs="0"/>
                <xsd:element ref="ns2:MediaServiceLocation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DocumentSetDescription" ma:index="8" nillable="true" ma:displayName="Description" ma:description="A description of the Document Set" ma:internalName="DocumentSetDescription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8931600-d41b-4718-93d6-86189abd6a6c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9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0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KeyPoints" ma:index="11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2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4" nillable="true" ma:displayName="Tags" ma:internalName="MediaServiceAutoTags" ma:readOnly="true">
      <xsd:simpleType>
        <xsd:restriction base="dms:Text"/>
      </xsd:simpleType>
    </xsd:element>
    <xsd:element name="MediaLengthInSeconds" ma:index="15" nillable="true" ma:displayName="MediaLengthInSeconds" ma:hidden="true" ma:internalName="MediaLengthInSeconds" ma:readOnly="true">
      <xsd:simpleType>
        <xsd:restriction base="dms:Unknown"/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18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lcf76f155ced4ddcb4097134ff3c332f" ma:index="22" nillable="true" ma:taxonomy="true" ma:internalName="lcf76f155ced4ddcb4097134ff3c332f" ma:taxonomyFieldName="MediaServiceImageTags" ma:displayName="Image Tags" ma:readOnly="false" ma:fieldId="{5cf76f15-5ced-4ddc-b409-7134ff3c332f}" ma:taxonomyMulti="true" ma:sspId="d2998bec-b809-4b7b-a52a-864659d8be85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4" nillable="true" ma:displayName="Location" ma:indexed="true" ma:internalName="MediaServiceLocation" ma:readOnly="true">
      <xsd:simpleType>
        <xsd:restriction base="dms:Text"/>
      </xsd:simpleType>
    </xsd:element>
    <xsd:element name="MediaServiceObjectDetectorVersions" ma:index="25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bf5cddf-6753-4ae8-ab71-fa9b687ba81f" elementFormDefault="qualified">
    <xsd:import namespace="http://schemas.microsoft.com/office/2006/documentManagement/types"/>
    <xsd:import namespace="http://schemas.microsoft.com/office/infopath/2007/PartnerControls"/>
    <xsd:element name="SharedWithUsers" ma:index="19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20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3" nillable="true" ma:displayName="Taxonomy Catch All Column" ma:hidden="true" ma:list="{cc5ab3c6-ceec-438e-9a49-fb59391e29c9}" ma:internalName="TaxCatchAll" ma:showField="CatchAllData" ma:web="0bf5cddf-6753-4ae8-ab71-fa9b687ba81f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88931600-d41b-4718-93d6-86189abd6a6c">
      <Terms xmlns="http://schemas.microsoft.com/office/infopath/2007/PartnerControls"/>
    </lcf76f155ced4ddcb4097134ff3c332f>
    <DocumentSetDescription xmlns="http://schemas.microsoft.com/sharepoint/v3" xsi:nil="true"/>
    <TaxCatchAll xmlns="0bf5cddf-6753-4ae8-ab71-fa9b687ba81f" xsi:nil="true"/>
    <SharedWithUsers xmlns="0bf5cddf-6753-4ae8-ab71-fa9b687ba81f">
      <UserInfo>
        <DisplayName>Florian Serneels (apvine NV)</DisplayName>
        <AccountId>222</AccountId>
        <AccountType/>
      </UserInfo>
      <UserInfo>
        <DisplayName>Arno Lambert</DisplayName>
        <AccountId>232</AccountId>
        <AccountType/>
      </UserInfo>
    </SharedWithUsers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9DBEDC9F-F66C-46F7-BF58-2D8D7492F948}">
  <ds:schemaRefs>
    <ds:schemaRef ds:uri="0bf5cddf-6753-4ae8-ab71-fa9b687ba81f"/>
    <ds:schemaRef ds:uri="88931600-d41b-4718-93d6-86189abd6a6c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microsoft.com/sharepoint/v3"/>
    <ds:schemaRef ds:uri="http://schemas.openxmlformats.org/package/2006/metadata/core-properties"/>
    <ds:schemaRef ds:uri="http://www.w3.org/2001/XMLSchema"/>
  </ds:schemaRefs>
</ds:datastoreItem>
</file>

<file path=customXml/itemProps2.xml><?xml version="1.0" encoding="utf-8"?>
<ds:datastoreItem xmlns:ds="http://schemas.openxmlformats.org/officeDocument/2006/customXml" ds:itemID="{6DBDEA68-358A-4752-9653-C9080BF78F32}">
  <ds:schemaRefs>
    <ds:schemaRef ds:uri="http://schemas.microsoft.com/office/2006/documentManagement/types"/>
    <ds:schemaRef ds:uri="http://purl.org/dc/elements/1.1/"/>
    <ds:schemaRef ds:uri="http://schemas.microsoft.com/sharepoint/v3"/>
    <ds:schemaRef ds:uri="http://schemas.microsoft.com/office/2006/metadata/properties"/>
    <ds:schemaRef ds:uri="88931600-d41b-4718-93d6-86189abd6a6c"/>
    <ds:schemaRef ds:uri="http://www.w3.org/XML/1998/namespace"/>
    <ds:schemaRef ds:uri="http://schemas.microsoft.com/office/infopath/2007/PartnerControls"/>
    <ds:schemaRef ds:uri="http://purl.org/dc/terms/"/>
    <ds:schemaRef ds:uri="http://schemas.openxmlformats.org/package/2006/metadata/core-properties"/>
    <ds:schemaRef ds:uri="0bf5cddf-6753-4ae8-ab71-fa9b687ba81f"/>
    <ds:schemaRef ds:uri="http://purl.org/dc/dcmitype/"/>
  </ds:schemaRefs>
</ds:datastoreItem>
</file>

<file path=customXml/itemProps3.xml><?xml version="1.0" encoding="utf-8"?>
<ds:datastoreItem xmlns:ds="http://schemas.openxmlformats.org/officeDocument/2006/customXml" ds:itemID="{4D8A628A-CE8D-40E1-AA68-1037DACE1AE5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49c3d703-3579-47bf-a888-7c913fbdced9}" enabled="0" method="" siteId="{49c3d703-3579-47bf-a888-7c913fbdced9}" removed="1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570</Words>
  <Application>Microsoft Office PowerPoint</Application>
  <PresentationFormat>Widescreen</PresentationFormat>
  <Paragraphs>145</Paragraphs>
  <Slides>8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8</vt:i4>
      </vt:variant>
    </vt:vector>
  </HeadingPairs>
  <TitlesOfParts>
    <vt:vector size="22" baseType="lpstr">
      <vt:lpstr>Arial</vt:lpstr>
      <vt:lpstr>Calibri</vt:lpstr>
      <vt:lpstr>Lato</vt:lpstr>
      <vt:lpstr>Montserrat</vt:lpstr>
      <vt:lpstr>Montserrat ExtraLight</vt:lpstr>
      <vt:lpstr>Myriad Pro</vt:lpstr>
      <vt:lpstr>Open Sans</vt:lpstr>
      <vt:lpstr>Segoe UI</vt:lpstr>
      <vt:lpstr>Segoe UI Black</vt:lpstr>
      <vt:lpstr>Segoe UI Light</vt:lpstr>
      <vt:lpstr>Wingdings</vt:lpstr>
      <vt:lpstr>JI Light</vt:lpstr>
      <vt:lpstr>JI Dark v1</vt:lpstr>
      <vt:lpstr>JI Dark v2</vt:lpstr>
      <vt:lpstr>Technical migration MII =&gt; MES</vt:lpstr>
      <vt:lpstr>Strategische Roadmap MII Decommissioning </vt:lpstr>
      <vt:lpstr>Strategische Roadmap MII Decommissioning </vt:lpstr>
      <vt:lpstr>Strategische Roadmap MII Decommissioning </vt:lpstr>
      <vt:lpstr>WEMO</vt:lpstr>
      <vt:lpstr>Optimalisatie MES Gebruik (The Gap)</vt:lpstr>
      <vt:lpstr>Optimalisatie MES Gebruik (The Gap)</vt:lpstr>
      <vt:lpstr>Planning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PowerPoint-presentatie</dc:title>
  <dc:creator>Matthias</dc:creator>
  <cp:lastModifiedBy>Alexander Pannecoucke</cp:lastModifiedBy>
  <cp:revision>25</cp:revision>
  <dcterms:created xsi:type="dcterms:W3CDTF">2021-10-28T07:45:37Z</dcterms:created>
  <dcterms:modified xsi:type="dcterms:W3CDTF">2026-02-12T13:19:24Z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0x0101040024C4859A975B324F82870E347C24A44D</vt:lpwstr>
  </property>
  <property fmtid="{D5CDD505-2E9C-101B-9397-08002B2CF9AE}" pid="3" name="MediaServiceImageTags">
    <vt:lpwstr/>
  </property>
</Properties>
</file>